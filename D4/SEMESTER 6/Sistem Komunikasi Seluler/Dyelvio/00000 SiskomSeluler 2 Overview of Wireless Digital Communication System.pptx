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Default Extension="png" ContentType="image/png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Default Extension="jpg" ContentType="image/jpg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</p:sldIdLst>
  <p:sldSz cx="9906000" cy="6858000"/>
  <p:notesSz cx="9906000" cy="68580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3.jp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4.png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5.png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6.png"/><Relationship Id="rId3" Type="http://schemas.openxmlformats.org/officeDocument/2006/relationships/image" Target="../media/image7.png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8.pn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9.png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0.png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1.png"/><Relationship Id="rId3" Type="http://schemas.openxmlformats.org/officeDocument/2006/relationships/image" Target="../media/image12.png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3.jpg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4.jpg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5.png"/><Relationship Id="rId3" Type="http://schemas.openxmlformats.org/officeDocument/2006/relationships/image" Target="../media/image16.jpg"/><Relationship Id="rId4" Type="http://schemas.openxmlformats.org/officeDocument/2006/relationships/image" Target="../media/image17.jpg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8.jpg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9.png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0.pn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1.png"/><Relationship Id="rId3" Type="http://schemas.openxmlformats.org/officeDocument/2006/relationships/image" Target="../media/image22.png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3.png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4.png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195222" y="2679175"/>
            <a:ext cx="7652896" cy="1806215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2846425" marR="2983360" algn="ctr">
              <a:lnSpc>
                <a:spcPts val="3779"/>
              </a:lnSpc>
            </a:pPr>
            <a:r>
              <a:rPr dirty="0" smtClean="0" sz="3600" spc="2" b="1">
                <a:latin typeface="Arial"/>
                <a:cs typeface="Arial"/>
              </a:rPr>
              <a:t>Modul</a:t>
            </a:r>
            <a:r>
              <a:rPr dirty="0" smtClean="0" sz="3600" spc="2" b="1">
                <a:latin typeface="Arial"/>
                <a:cs typeface="Arial"/>
              </a:rPr>
              <a:t> </a:t>
            </a:r>
            <a:r>
              <a:rPr dirty="0" smtClean="0" sz="3600" spc="2" b="1">
                <a:latin typeface="Arial"/>
                <a:cs typeface="Arial"/>
              </a:rPr>
              <a:t>2</a:t>
            </a:r>
            <a:endParaRPr sz="3600">
              <a:latin typeface="Arial"/>
              <a:cs typeface="Arial"/>
            </a:endParaRPr>
          </a:p>
          <a:p>
            <a:pPr algn="ctr">
              <a:lnSpc>
                <a:spcPts val="4175"/>
              </a:lnSpc>
              <a:spcBef>
                <a:spcPts val="2562"/>
              </a:spcBef>
            </a:pP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Over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v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iew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 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of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 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Wirel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e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ss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 </a:t>
            </a:r>
            <a:r>
              <a:rPr dirty="0" smtClean="0" sz="4000" spc="-13" b="1" i="1">
                <a:solidFill>
                  <a:srgbClr val="008000"/>
                </a:solidFill>
                <a:latin typeface="Georgia"/>
                <a:cs typeface="Georgia"/>
              </a:rPr>
              <a:t>Digital</a:t>
            </a:r>
            <a:endParaRPr sz="4000">
              <a:latin typeface="Georgia"/>
              <a:cs typeface="Georgia"/>
            </a:endParaRPr>
          </a:p>
          <a:p>
            <a:pPr marL="812774" marR="43290">
              <a:lnSpc>
                <a:spcPts val="3725"/>
              </a:lnSpc>
            </a:pP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Co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m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mu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n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ication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 </a:t>
            </a:r>
            <a:r>
              <a:rPr dirty="0" smtClean="0" sz="4000" spc="-7" b="1" i="1">
                <a:solidFill>
                  <a:srgbClr val="008000"/>
                </a:solidFill>
                <a:latin typeface="Georgia"/>
                <a:cs typeface="Georgia"/>
              </a:rPr>
              <a:t>System</a:t>
            </a:r>
            <a:endParaRPr sz="40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620504" y="6471832"/>
            <a:ext cx="1716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1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8740" y="97765"/>
            <a:ext cx="2187292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Orga</a:t>
            </a:r>
            <a:r>
              <a:rPr dirty="0" smtClean="0" sz="3200" spc="-3" b="1">
                <a:latin typeface="Arial"/>
                <a:cs typeface="Arial"/>
              </a:rPr>
              <a:t>n</a:t>
            </a:r>
            <a:r>
              <a:rPr dirty="0" smtClean="0" sz="3200" spc="-3" b="1">
                <a:latin typeface="Arial"/>
                <a:cs typeface="Arial"/>
              </a:rPr>
              <a:t>i</a:t>
            </a:r>
            <a:r>
              <a:rPr dirty="0" smtClean="0" sz="3200" spc="-3" b="1">
                <a:latin typeface="Arial"/>
                <a:cs typeface="Arial"/>
              </a:rPr>
              <a:t>s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s</a:t>
            </a:r>
            <a:r>
              <a:rPr dirty="0" smtClean="0" sz="3200" spc="-3" b="1">
                <a:latin typeface="Arial"/>
                <a:cs typeface="Arial"/>
              </a:rPr>
              <a:t>i</a:t>
            </a:r>
            <a:endParaRPr sz="32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64540" y="1219930"/>
            <a:ext cx="162047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>
                <a:latin typeface="Arial"/>
                <a:cs typeface="Arial"/>
              </a:rPr>
              <a:t>Modul</a:t>
            </a:r>
            <a:r>
              <a:rPr dirty="0" smtClean="0" sz="3200" spc="-2" b="1">
                <a:latin typeface="Arial"/>
                <a:cs typeface="Arial"/>
              </a:rPr>
              <a:t> </a:t>
            </a:r>
            <a:r>
              <a:rPr dirty="0" smtClean="0" sz="3200" spc="-2" b="1">
                <a:latin typeface="Arial"/>
                <a:cs typeface="Arial"/>
              </a:rPr>
              <a:t>2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22575" y="1219930"/>
            <a:ext cx="5530349" cy="822509"/>
          </a:xfrm>
          <a:prstGeom prst="rect">
            <a:avLst/>
          </a:prstGeom>
        </p:spPr>
        <p:txBody>
          <a:bodyPr wrap="square" lIns="0" tIns="20764" rIns="0" bIns="0" rtlCol="0">
            <a:noAutofit/>
          </a:bodyPr>
          <a:lstStyle/>
          <a:p>
            <a:pPr marL="12700">
              <a:lnSpc>
                <a:spcPts val="3270"/>
              </a:lnSpc>
            </a:pPr>
            <a:r>
              <a:rPr dirty="0" smtClean="0" sz="3200" spc="-3" b="1">
                <a:latin typeface="Arial"/>
                <a:cs typeface="Arial"/>
              </a:rPr>
              <a:t>Over</a:t>
            </a:r>
            <a:r>
              <a:rPr dirty="0" smtClean="0" sz="3200" spc="-3" b="1">
                <a:latin typeface="Arial"/>
                <a:cs typeface="Arial"/>
              </a:rPr>
              <a:t>v</a:t>
            </a:r>
            <a:r>
              <a:rPr dirty="0" smtClean="0" sz="3200" spc="-3" b="1">
                <a:latin typeface="Arial"/>
                <a:cs typeface="Arial"/>
              </a:rPr>
              <a:t>iew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of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W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irel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e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ss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 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Digit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a</a:t>
            </a:r>
            <a:r>
              <a:rPr dirty="0" smtClean="0" sz="3200" spc="-3" b="1" i="1">
                <a:solidFill>
                  <a:srgbClr val="CC3300"/>
                </a:solidFill>
                <a:latin typeface="Arial"/>
                <a:cs typeface="Arial"/>
              </a:rPr>
              <a:t>l</a:t>
            </a:r>
            <a:endParaRPr sz="3200">
              <a:latin typeface="Arial"/>
              <a:cs typeface="Arial"/>
            </a:endParaRPr>
          </a:p>
          <a:p>
            <a:pPr marL="12700" marR="70098">
              <a:lnSpc>
                <a:spcPts val="3175"/>
              </a:lnSpc>
            </a:pP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Com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m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uni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c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at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i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on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 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Sy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s</a:t>
            </a:r>
            <a:r>
              <a:rPr dirty="0" smtClean="0" sz="3200" spc="-4" b="1" i="1">
                <a:solidFill>
                  <a:srgbClr val="CC3300"/>
                </a:solidFill>
                <a:latin typeface="Arial"/>
                <a:cs typeface="Arial"/>
              </a:rPr>
              <a:t>tem</a:t>
            </a:r>
            <a:endParaRPr sz="32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83742" y="2188749"/>
            <a:ext cx="177952" cy="365925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152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856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987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986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26642" y="2188749"/>
            <a:ext cx="370378" cy="2232532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23922" algn="just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856"/>
              </a:spcBef>
            </a:pPr>
            <a:r>
              <a:rPr dirty="0" smtClean="0" sz="2400">
                <a:latin typeface="Arial"/>
                <a:cs typeface="Arial"/>
              </a:rPr>
              <a:t>B.</a:t>
            </a:r>
            <a:r>
              <a:rPr dirty="0" smtClean="0" sz="240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C.</a:t>
            </a:r>
            <a:r>
              <a:rPr dirty="0" smtClean="0" sz="240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D.</a:t>
            </a:r>
            <a:endParaRPr sz="2400">
              <a:latin typeface="Arial"/>
              <a:cs typeface="Arial"/>
            </a:endParaRPr>
          </a:p>
          <a:p>
            <a:pPr marL="12700" marR="23922" algn="just">
              <a:lnSpc>
                <a:spcPct val="95825"/>
              </a:lnSpc>
              <a:spcBef>
                <a:spcPts val="1015"/>
              </a:spcBef>
            </a:pPr>
            <a:r>
              <a:rPr dirty="0" smtClean="0" sz="2400">
                <a:latin typeface="Arial"/>
                <a:cs typeface="Arial"/>
              </a:rPr>
              <a:t>E.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98498" y="2188749"/>
            <a:ext cx="1864258" cy="805688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nd</a:t>
            </a:r>
            <a:r>
              <a:rPr dirty="0" smtClean="0" sz="2400" spc="-1">
                <a:latin typeface="Arial"/>
                <a:cs typeface="Arial"/>
              </a:rPr>
              <a:t>a</a:t>
            </a:r>
            <a:r>
              <a:rPr dirty="0" smtClean="0" sz="2400" spc="-1">
                <a:latin typeface="Arial"/>
                <a:cs typeface="Arial"/>
              </a:rPr>
              <a:t>hu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uan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  <a:spcBef>
                <a:spcPts val="856"/>
              </a:spcBef>
            </a:pP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urce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np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t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00186" y="2188749"/>
            <a:ext cx="742911" cy="365925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7530" algn="just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pa</a:t>
            </a:r>
            <a:r>
              <a:rPr dirty="0" smtClean="0" sz="2400" spc="-1">
                <a:latin typeface="Arial"/>
                <a:cs typeface="Arial"/>
              </a:rPr>
              <a:t>g</a:t>
            </a:r>
            <a:r>
              <a:rPr dirty="0" smtClean="0" sz="2400" spc="-1">
                <a:latin typeface="Arial"/>
                <a:cs typeface="Arial"/>
              </a:rPr>
              <a:t>e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856"/>
              </a:spcBef>
            </a:pPr>
            <a:r>
              <a:rPr dirty="0" smtClean="0" sz="240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p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ge</a:t>
            </a:r>
            <a:r>
              <a:rPr dirty="0" smtClean="0" sz="2400" spc="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 algn="just">
              <a:lnSpc>
                <a:spcPts val="2759"/>
              </a:lnSpc>
              <a:spcBef>
                <a:spcPts val="985"/>
              </a:spcBef>
            </a:pP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a</a:t>
            </a:r>
            <a:r>
              <a:rPr dirty="0" smtClean="0" sz="2400" spc="-1">
                <a:latin typeface="Arial"/>
                <a:cs typeface="Arial"/>
              </a:rPr>
              <a:t>ge</a:t>
            </a:r>
            <a:endParaRPr sz="2400">
              <a:latin typeface="Arial"/>
              <a:cs typeface="Arial"/>
            </a:endParaRPr>
          </a:p>
          <a:p>
            <a:pPr marL="12700" marR="7530" algn="just">
              <a:lnSpc>
                <a:spcPct val="95825"/>
              </a:lnSpc>
              <a:spcBef>
                <a:spcPts val="1015"/>
              </a:spcBef>
            </a:pPr>
            <a:r>
              <a:rPr dirty="0" smtClean="0" sz="2400" spc="-1">
                <a:latin typeface="Arial"/>
                <a:cs typeface="Arial"/>
              </a:rPr>
              <a:t>pa</a:t>
            </a:r>
            <a:r>
              <a:rPr dirty="0" smtClean="0" sz="2400" spc="-1">
                <a:latin typeface="Arial"/>
                <a:cs typeface="Arial"/>
              </a:rPr>
              <a:t>g</a:t>
            </a:r>
            <a:r>
              <a:rPr dirty="0" smtClean="0" sz="2400" spc="-1">
                <a:latin typeface="Arial"/>
                <a:cs typeface="Arial"/>
              </a:rPr>
              <a:t>e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63406" y="2188749"/>
            <a:ext cx="410595" cy="365925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45765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3</a:t>
            </a:r>
            <a:endParaRPr sz="2400">
              <a:latin typeface="Arial"/>
              <a:cs typeface="Arial"/>
            </a:endParaRPr>
          </a:p>
          <a:p>
            <a:pPr marL="12700" marR="537">
              <a:lnSpc>
                <a:spcPct val="95825"/>
              </a:lnSpc>
              <a:spcBef>
                <a:spcPts val="856"/>
              </a:spcBef>
            </a:pPr>
            <a:r>
              <a:rPr dirty="0" smtClean="0" sz="2400">
                <a:latin typeface="Arial"/>
                <a:cs typeface="Arial"/>
              </a:rPr>
              <a:t>13</a:t>
            </a:r>
            <a:endParaRPr sz="2400">
              <a:latin typeface="Arial"/>
              <a:cs typeface="Arial"/>
            </a:endParaRPr>
          </a:p>
          <a:p>
            <a:pPr marL="12700" marR="537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17</a:t>
            </a:r>
            <a:endParaRPr sz="2400">
              <a:latin typeface="Arial"/>
              <a:cs typeface="Arial"/>
            </a:endParaRPr>
          </a:p>
          <a:p>
            <a:pPr marL="12853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26</a:t>
            </a:r>
            <a:endParaRPr sz="2400">
              <a:latin typeface="Arial"/>
              <a:cs typeface="Arial"/>
            </a:endParaRPr>
          </a:p>
          <a:p>
            <a:pPr marL="12700" marR="537">
              <a:lnSpc>
                <a:spcPct val="95825"/>
              </a:lnSpc>
              <a:spcBef>
                <a:spcPts val="987"/>
              </a:spcBef>
            </a:pPr>
            <a:r>
              <a:rPr dirty="0" smtClean="0" sz="2400">
                <a:latin typeface="Arial"/>
                <a:cs typeface="Arial"/>
              </a:rPr>
              <a:t>30</a:t>
            </a:r>
            <a:endParaRPr sz="2400">
              <a:latin typeface="Arial"/>
              <a:cs typeface="Arial"/>
            </a:endParaRPr>
          </a:p>
          <a:p>
            <a:pPr marL="12700" marR="537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33</a:t>
            </a:r>
            <a:endParaRPr sz="2400">
              <a:latin typeface="Arial"/>
              <a:cs typeface="Arial"/>
            </a:endParaRPr>
          </a:p>
          <a:p>
            <a:pPr marL="12853">
              <a:lnSpc>
                <a:spcPct val="95825"/>
              </a:lnSpc>
              <a:spcBef>
                <a:spcPts val="984"/>
              </a:spcBef>
            </a:pPr>
            <a:r>
              <a:rPr dirty="0" smtClean="0" sz="2400">
                <a:latin typeface="Arial"/>
                <a:cs typeface="Arial"/>
              </a:rPr>
              <a:t>34</a:t>
            </a:r>
            <a:endParaRPr sz="2400">
              <a:latin typeface="Arial"/>
              <a:cs typeface="Arial"/>
            </a:endParaRPr>
          </a:p>
          <a:p>
            <a:pPr marL="12700" marR="537">
              <a:lnSpc>
                <a:spcPct val="95825"/>
              </a:lnSpc>
              <a:spcBef>
                <a:spcPts val="986"/>
              </a:spcBef>
            </a:pPr>
            <a:r>
              <a:rPr dirty="0" smtClean="0" sz="2400">
                <a:latin typeface="Arial"/>
                <a:cs typeface="Arial"/>
              </a:rPr>
              <a:t>40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98498" y="3139725"/>
            <a:ext cx="1350022" cy="1281556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29463" marR="7581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In</a:t>
            </a:r>
            <a:r>
              <a:rPr dirty="0" smtClean="0" sz="2400" spc="1">
                <a:latin typeface="Arial"/>
                <a:cs typeface="Arial"/>
              </a:rPr>
              <a:t>f</a:t>
            </a:r>
            <a:r>
              <a:rPr dirty="0" smtClean="0" sz="2400" spc="1">
                <a:latin typeface="Arial"/>
                <a:cs typeface="Arial"/>
              </a:rPr>
              <a:t>or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asi</a:t>
            </a:r>
            <a:endParaRPr sz="2400">
              <a:latin typeface="Arial"/>
              <a:cs typeface="Arial"/>
            </a:endParaRPr>
          </a:p>
          <a:p>
            <a:pPr marL="29547">
              <a:lnSpc>
                <a:spcPct val="95825"/>
              </a:lnSpc>
              <a:spcBef>
                <a:spcPts val="856"/>
              </a:spcBef>
            </a:pPr>
            <a:r>
              <a:rPr dirty="0" smtClean="0" sz="2400" spc="0">
                <a:latin typeface="Arial"/>
                <a:cs typeface="Arial"/>
              </a:rPr>
              <a:t>Infor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asi</a:t>
            </a:r>
            <a:endParaRPr sz="2400">
              <a:latin typeface="Arial"/>
              <a:cs typeface="Arial"/>
            </a:endParaRPr>
          </a:p>
          <a:p>
            <a:pPr marL="12700" marR="24345">
              <a:lnSpc>
                <a:spcPct val="95825"/>
              </a:lnSpc>
              <a:spcBef>
                <a:spcPts val="987"/>
              </a:spcBef>
            </a:pPr>
            <a:r>
              <a:rPr dirty="0" smtClean="0" sz="2400" spc="1">
                <a:latin typeface="Arial"/>
                <a:cs typeface="Arial"/>
              </a:rPr>
              <a:t>In</a:t>
            </a:r>
            <a:r>
              <a:rPr dirty="0" smtClean="0" sz="2400" spc="1">
                <a:latin typeface="Arial"/>
                <a:cs typeface="Arial"/>
              </a:rPr>
              <a:t>f</a:t>
            </a:r>
            <a:r>
              <a:rPr dirty="0" smtClean="0" sz="2400" spc="1">
                <a:latin typeface="Arial"/>
                <a:cs typeface="Arial"/>
              </a:rPr>
              <a:t>or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asi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52724" y="3139725"/>
            <a:ext cx="883412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ara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51580" y="3139725"/>
            <a:ext cx="286522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dan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ngk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de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nnya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53230" y="3614966"/>
            <a:ext cx="4050647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Gambar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ko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ya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35960" y="4091082"/>
            <a:ext cx="143875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3">
                <a:latin typeface="Arial"/>
                <a:cs typeface="Arial"/>
              </a:rPr>
              <a:t>V</a:t>
            </a:r>
            <a:r>
              <a:rPr dirty="0" smtClean="0" sz="2400" spc="-3">
                <a:latin typeface="Arial"/>
                <a:cs typeface="Arial"/>
              </a:rPr>
              <a:t>i</a:t>
            </a:r>
            <a:r>
              <a:rPr dirty="0" smtClean="0" sz="2400" spc="-3">
                <a:latin typeface="Arial"/>
                <a:cs typeface="Arial"/>
              </a:rPr>
              <a:t>d</a:t>
            </a:r>
            <a:r>
              <a:rPr dirty="0" smtClean="0" sz="2400" spc="-3">
                <a:latin typeface="Arial"/>
                <a:cs typeface="Arial"/>
              </a:rPr>
              <a:t>eo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dan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289247" y="4091082"/>
            <a:ext cx="227116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ngk</a:t>
            </a:r>
            <a:r>
              <a:rPr dirty="0" smtClean="0" sz="2400" spc="-1">
                <a:latin typeface="Arial"/>
                <a:cs typeface="Arial"/>
              </a:rPr>
              <a:t>o</a:t>
            </a:r>
            <a:r>
              <a:rPr dirty="0" smtClean="0" sz="2400" spc="-1">
                <a:latin typeface="Arial"/>
                <a:cs typeface="Arial"/>
              </a:rPr>
              <a:t>de</a:t>
            </a:r>
            <a:r>
              <a:rPr dirty="0" smtClean="0" sz="2400" spc="-1">
                <a:latin typeface="Arial"/>
                <a:cs typeface="Arial"/>
              </a:rPr>
              <a:t>a</a:t>
            </a:r>
            <a:r>
              <a:rPr dirty="0" smtClean="0" sz="2400" spc="-1">
                <a:latin typeface="Arial"/>
                <a:cs typeface="Arial"/>
              </a:rPr>
              <a:t>nnya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26642" y="4566570"/>
            <a:ext cx="4237431" cy="128143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45720">
              <a:lnSpc>
                <a:spcPts val="2555"/>
              </a:lnSpc>
            </a:pPr>
            <a:r>
              <a:rPr dirty="0" smtClean="0" sz="2400" spc="-32">
                <a:latin typeface="Arial"/>
                <a:cs typeface="Arial"/>
              </a:rPr>
              <a:t>F</a:t>
            </a:r>
            <a:r>
              <a:rPr dirty="0" smtClean="0" sz="2400" spc="-32">
                <a:latin typeface="Arial"/>
                <a:cs typeface="Arial"/>
              </a:rPr>
              <a:t>.</a:t>
            </a:r>
            <a:r>
              <a:rPr dirty="0" smtClean="0" sz="2400" spc="-32">
                <a:latin typeface="Arial"/>
                <a:cs typeface="Arial"/>
              </a:rPr>
              <a:t> </a:t>
            </a:r>
            <a:r>
              <a:rPr dirty="0" smtClean="0" sz="2400" spc="-32">
                <a:latin typeface="Arial"/>
                <a:cs typeface="Arial"/>
              </a:rPr>
              <a:t>T</a:t>
            </a:r>
            <a:r>
              <a:rPr dirty="0" smtClean="0" sz="2400" spc="-32">
                <a:latin typeface="Arial"/>
                <a:cs typeface="Arial"/>
              </a:rPr>
              <a:t>antang</a:t>
            </a:r>
            <a:r>
              <a:rPr dirty="0" smtClean="0" sz="2400" spc="-32">
                <a:latin typeface="Arial"/>
                <a:cs typeface="Arial"/>
              </a:rPr>
              <a:t>a</a:t>
            </a:r>
            <a:r>
              <a:rPr dirty="0" smtClean="0" sz="2400" spc="-32">
                <a:latin typeface="Arial"/>
                <a:cs typeface="Arial"/>
              </a:rPr>
              <a:t>n</a:t>
            </a:r>
            <a:r>
              <a:rPr dirty="0" smtClean="0" sz="2400" spc="-32">
                <a:latin typeface="Arial"/>
                <a:cs typeface="Arial"/>
              </a:rPr>
              <a:t> </a:t>
            </a:r>
            <a:r>
              <a:rPr dirty="0" smtClean="0" sz="2400" spc="-32">
                <a:latin typeface="Arial"/>
                <a:cs typeface="Arial"/>
              </a:rPr>
              <a:t>R</a:t>
            </a:r>
            <a:r>
              <a:rPr dirty="0" smtClean="0" sz="2400" spc="-32">
                <a:latin typeface="Arial"/>
                <a:cs typeface="Arial"/>
              </a:rPr>
              <a:t>i</a:t>
            </a:r>
            <a:r>
              <a:rPr dirty="0" smtClean="0" sz="2400" spc="-32">
                <a:latin typeface="Arial"/>
                <a:cs typeface="Arial"/>
              </a:rPr>
              <a:t>set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  <a:spcBef>
                <a:spcPts val="856"/>
              </a:spcBef>
            </a:pPr>
            <a:r>
              <a:rPr dirty="0" smtClean="0" sz="2400" spc="0">
                <a:latin typeface="Arial"/>
                <a:cs typeface="Arial"/>
              </a:rPr>
              <a:t>G.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ng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86"/>
              </a:spcBef>
            </a:pPr>
            <a:r>
              <a:rPr dirty="0" smtClean="0" sz="2400" spc="0">
                <a:latin typeface="Arial"/>
                <a:cs typeface="Arial"/>
              </a:rPr>
              <a:t>H.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Modul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tor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modul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588500" y="6471832"/>
            <a:ext cx="20289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object 4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522476" y="1429512"/>
            <a:ext cx="1694688" cy="533400"/>
          </a:xfrm>
          <a:custGeom>
            <a:avLst/>
            <a:gdLst/>
            <a:ahLst/>
            <a:cxnLst/>
            <a:rect l="l" t="t" r="r" b="b"/>
            <a:pathLst>
              <a:path w="1694688" h="533400">
                <a:moveTo>
                  <a:pt x="0" y="266700"/>
                </a:moveTo>
                <a:lnTo>
                  <a:pt x="2808" y="288577"/>
                </a:lnTo>
                <a:lnTo>
                  <a:pt x="11089" y="309966"/>
                </a:lnTo>
                <a:lnTo>
                  <a:pt x="43196" y="351007"/>
                </a:lnTo>
                <a:lnTo>
                  <a:pt x="94575" y="389275"/>
                </a:lnTo>
                <a:lnTo>
                  <a:pt x="163482" y="424220"/>
                </a:lnTo>
                <a:lnTo>
                  <a:pt x="203964" y="440275"/>
                </a:lnTo>
                <a:lnTo>
                  <a:pt x="248173" y="455295"/>
                </a:lnTo>
                <a:lnTo>
                  <a:pt x="295893" y="469209"/>
                </a:lnTo>
                <a:lnTo>
                  <a:pt x="346905" y="481949"/>
                </a:lnTo>
                <a:lnTo>
                  <a:pt x="400990" y="493448"/>
                </a:lnTo>
                <a:lnTo>
                  <a:pt x="457931" y="503636"/>
                </a:lnTo>
                <a:lnTo>
                  <a:pt x="517511" y="512445"/>
                </a:lnTo>
                <a:lnTo>
                  <a:pt x="579510" y="519805"/>
                </a:lnTo>
                <a:lnTo>
                  <a:pt x="643710" y="525650"/>
                </a:lnTo>
                <a:lnTo>
                  <a:pt x="709895" y="529910"/>
                </a:lnTo>
                <a:lnTo>
                  <a:pt x="777845" y="532516"/>
                </a:lnTo>
                <a:lnTo>
                  <a:pt x="847344" y="533400"/>
                </a:lnTo>
                <a:lnTo>
                  <a:pt x="916842" y="532516"/>
                </a:lnTo>
                <a:lnTo>
                  <a:pt x="984792" y="529910"/>
                </a:lnTo>
                <a:lnTo>
                  <a:pt x="1050977" y="525650"/>
                </a:lnTo>
                <a:lnTo>
                  <a:pt x="1115177" y="519805"/>
                </a:lnTo>
                <a:lnTo>
                  <a:pt x="1177176" y="512444"/>
                </a:lnTo>
                <a:lnTo>
                  <a:pt x="1236756" y="503636"/>
                </a:lnTo>
                <a:lnTo>
                  <a:pt x="1293697" y="493448"/>
                </a:lnTo>
                <a:lnTo>
                  <a:pt x="1347782" y="481949"/>
                </a:lnTo>
                <a:lnTo>
                  <a:pt x="1398794" y="469209"/>
                </a:lnTo>
                <a:lnTo>
                  <a:pt x="1446514" y="455295"/>
                </a:lnTo>
                <a:lnTo>
                  <a:pt x="1490723" y="440275"/>
                </a:lnTo>
                <a:lnTo>
                  <a:pt x="1531205" y="424220"/>
                </a:lnTo>
                <a:lnTo>
                  <a:pt x="1567741" y="407197"/>
                </a:lnTo>
                <a:lnTo>
                  <a:pt x="1628102" y="370522"/>
                </a:lnTo>
                <a:lnTo>
                  <a:pt x="1670063" y="330799"/>
                </a:lnTo>
                <a:lnTo>
                  <a:pt x="1691879" y="288577"/>
                </a:lnTo>
                <a:lnTo>
                  <a:pt x="1694688" y="266700"/>
                </a:lnTo>
                <a:lnTo>
                  <a:pt x="1691879" y="244822"/>
                </a:lnTo>
                <a:lnTo>
                  <a:pt x="1670063" y="202600"/>
                </a:lnTo>
                <a:lnTo>
                  <a:pt x="1628102" y="162877"/>
                </a:lnTo>
                <a:lnTo>
                  <a:pt x="1567741" y="126202"/>
                </a:lnTo>
                <a:lnTo>
                  <a:pt x="1531205" y="109179"/>
                </a:lnTo>
                <a:lnTo>
                  <a:pt x="1490723" y="93124"/>
                </a:lnTo>
                <a:lnTo>
                  <a:pt x="1446514" y="78105"/>
                </a:lnTo>
                <a:lnTo>
                  <a:pt x="1398794" y="64190"/>
                </a:lnTo>
                <a:lnTo>
                  <a:pt x="1347782" y="51450"/>
                </a:lnTo>
                <a:lnTo>
                  <a:pt x="1293697" y="39951"/>
                </a:lnTo>
                <a:lnTo>
                  <a:pt x="1236756" y="29763"/>
                </a:lnTo>
                <a:lnTo>
                  <a:pt x="1177176" y="20955"/>
                </a:lnTo>
                <a:lnTo>
                  <a:pt x="1115177" y="13594"/>
                </a:lnTo>
                <a:lnTo>
                  <a:pt x="1050977" y="7749"/>
                </a:lnTo>
                <a:lnTo>
                  <a:pt x="984792" y="3489"/>
                </a:lnTo>
                <a:lnTo>
                  <a:pt x="916842" y="883"/>
                </a:lnTo>
                <a:lnTo>
                  <a:pt x="847344" y="0"/>
                </a:lnTo>
                <a:lnTo>
                  <a:pt x="777845" y="883"/>
                </a:lnTo>
                <a:lnTo>
                  <a:pt x="709895" y="3489"/>
                </a:lnTo>
                <a:lnTo>
                  <a:pt x="643710" y="7749"/>
                </a:lnTo>
                <a:lnTo>
                  <a:pt x="579510" y="13594"/>
                </a:lnTo>
                <a:lnTo>
                  <a:pt x="517511" y="20954"/>
                </a:lnTo>
                <a:lnTo>
                  <a:pt x="457931" y="29763"/>
                </a:lnTo>
                <a:lnTo>
                  <a:pt x="400990" y="39951"/>
                </a:lnTo>
                <a:lnTo>
                  <a:pt x="346905" y="51450"/>
                </a:lnTo>
                <a:lnTo>
                  <a:pt x="295893" y="64190"/>
                </a:lnTo>
                <a:lnTo>
                  <a:pt x="248173" y="78105"/>
                </a:lnTo>
                <a:lnTo>
                  <a:pt x="203964" y="93124"/>
                </a:lnTo>
                <a:lnTo>
                  <a:pt x="163482" y="109179"/>
                </a:lnTo>
                <a:lnTo>
                  <a:pt x="126946" y="126202"/>
                </a:lnTo>
                <a:lnTo>
                  <a:pt x="66585" y="162877"/>
                </a:lnTo>
                <a:lnTo>
                  <a:pt x="24624" y="202600"/>
                </a:lnTo>
                <a:lnTo>
                  <a:pt x="2808" y="244822"/>
                </a:lnTo>
                <a:lnTo>
                  <a:pt x="0" y="2667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2476" y="1429512"/>
            <a:ext cx="1694688" cy="533400"/>
          </a:xfrm>
          <a:custGeom>
            <a:avLst/>
            <a:gdLst/>
            <a:ahLst/>
            <a:cxnLst/>
            <a:rect l="l" t="t" r="r" b="b"/>
            <a:pathLst>
              <a:path w="1694688" h="533400">
                <a:moveTo>
                  <a:pt x="0" y="266700"/>
                </a:moveTo>
                <a:lnTo>
                  <a:pt x="11089" y="223433"/>
                </a:lnTo>
                <a:lnTo>
                  <a:pt x="43196" y="182392"/>
                </a:lnTo>
                <a:lnTo>
                  <a:pt x="94575" y="144124"/>
                </a:lnTo>
                <a:lnTo>
                  <a:pt x="163482" y="109179"/>
                </a:lnTo>
                <a:lnTo>
                  <a:pt x="203964" y="93124"/>
                </a:lnTo>
                <a:lnTo>
                  <a:pt x="248173" y="78105"/>
                </a:lnTo>
                <a:lnTo>
                  <a:pt x="295893" y="64190"/>
                </a:lnTo>
                <a:lnTo>
                  <a:pt x="346905" y="51450"/>
                </a:lnTo>
                <a:lnTo>
                  <a:pt x="400990" y="39951"/>
                </a:lnTo>
                <a:lnTo>
                  <a:pt x="457931" y="29763"/>
                </a:lnTo>
                <a:lnTo>
                  <a:pt x="517511" y="20954"/>
                </a:lnTo>
                <a:lnTo>
                  <a:pt x="579510" y="13594"/>
                </a:lnTo>
                <a:lnTo>
                  <a:pt x="643710" y="7749"/>
                </a:lnTo>
                <a:lnTo>
                  <a:pt x="709895" y="3489"/>
                </a:lnTo>
                <a:lnTo>
                  <a:pt x="777845" y="883"/>
                </a:lnTo>
                <a:lnTo>
                  <a:pt x="847344" y="0"/>
                </a:lnTo>
                <a:lnTo>
                  <a:pt x="916842" y="883"/>
                </a:lnTo>
                <a:lnTo>
                  <a:pt x="984792" y="3489"/>
                </a:lnTo>
                <a:lnTo>
                  <a:pt x="1050977" y="7749"/>
                </a:lnTo>
                <a:lnTo>
                  <a:pt x="1115177" y="13594"/>
                </a:lnTo>
                <a:lnTo>
                  <a:pt x="1177176" y="20955"/>
                </a:lnTo>
                <a:lnTo>
                  <a:pt x="1236756" y="29763"/>
                </a:lnTo>
                <a:lnTo>
                  <a:pt x="1293697" y="39951"/>
                </a:lnTo>
                <a:lnTo>
                  <a:pt x="1347782" y="51450"/>
                </a:lnTo>
                <a:lnTo>
                  <a:pt x="1398794" y="64190"/>
                </a:lnTo>
                <a:lnTo>
                  <a:pt x="1446514" y="78105"/>
                </a:lnTo>
                <a:lnTo>
                  <a:pt x="1490723" y="93124"/>
                </a:lnTo>
                <a:lnTo>
                  <a:pt x="1531205" y="109179"/>
                </a:lnTo>
                <a:lnTo>
                  <a:pt x="1567741" y="126202"/>
                </a:lnTo>
                <a:lnTo>
                  <a:pt x="1628102" y="162877"/>
                </a:lnTo>
                <a:lnTo>
                  <a:pt x="1670063" y="202600"/>
                </a:lnTo>
                <a:lnTo>
                  <a:pt x="1691879" y="244822"/>
                </a:lnTo>
                <a:lnTo>
                  <a:pt x="1694688" y="266700"/>
                </a:lnTo>
                <a:lnTo>
                  <a:pt x="1691879" y="288577"/>
                </a:lnTo>
                <a:lnTo>
                  <a:pt x="1670063" y="330799"/>
                </a:lnTo>
                <a:lnTo>
                  <a:pt x="1628102" y="370522"/>
                </a:lnTo>
                <a:lnTo>
                  <a:pt x="1567741" y="407197"/>
                </a:lnTo>
                <a:lnTo>
                  <a:pt x="1531205" y="424220"/>
                </a:lnTo>
                <a:lnTo>
                  <a:pt x="1490723" y="440275"/>
                </a:lnTo>
                <a:lnTo>
                  <a:pt x="1446514" y="455295"/>
                </a:lnTo>
                <a:lnTo>
                  <a:pt x="1398794" y="469209"/>
                </a:lnTo>
                <a:lnTo>
                  <a:pt x="1347782" y="481949"/>
                </a:lnTo>
                <a:lnTo>
                  <a:pt x="1293697" y="493448"/>
                </a:lnTo>
                <a:lnTo>
                  <a:pt x="1236756" y="503636"/>
                </a:lnTo>
                <a:lnTo>
                  <a:pt x="1177176" y="512444"/>
                </a:lnTo>
                <a:lnTo>
                  <a:pt x="1115177" y="519805"/>
                </a:lnTo>
                <a:lnTo>
                  <a:pt x="1050977" y="525650"/>
                </a:lnTo>
                <a:lnTo>
                  <a:pt x="984792" y="529910"/>
                </a:lnTo>
                <a:lnTo>
                  <a:pt x="916842" y="532516"/>
                </a:lnTo>
                <a:lnTo>
                  <a:pt x="847344" y="533400"/>
                </a:lnTo>
                <a:lnTo>
                  <a:pt x="777845" y="532516"/>
                </a:lnTo>
                <a:lnTo>
                  <a:pt x="709895" y="529910"/>
                </a:lnTo>
                <a:lnTo>
                  <a:pt x="643710" y="525650"/>
                </a:lnTo>
                <a:lnTo>
                  <a:pt x="579510" y="519805"/>
                </a:lnTo>
                <a:lnTo>
                  <a:pt x="517511" y="512445"/>
                </a:lnTo>
                <a:lnTo>
                  <a:pt x="457931" y="503636"/>
                </a:lnTo>
                <a:lnTo>
                  <a:pt x="400990" y="493448"/>
                </a:lnTo>
                <a:lnTo>
                  <a:pt x="346905" y="481949"/>
                </a:lnTo>
                <a:lnTo>
                  <a:pt x="295893" y="469209"/>
                </a:lnTo>
                <a:lnTo>
                  <a:pt x="248173" y="455295"/>
                </a:lnTo>
                <a:lnTo>
                  <a:pt x="203964" y="440275"/>
                </a:lnTo>
                <a:lnTo>
                  <a:pt x="163482" y="424220"/>
                </a:lnTo>
                <a:lnTo>
                  <a:pt x="126946" y="407197"/>
                </a:lnTo>
                <a:lnTo>
                  <a:pt x="66585" y="370522"/>
                </a:lnTo>
                <a:lnTo>
                  <a:pt x="24624" y="330799"/>
                </a:lnTo>
                <a:lnTo>
                  <a:pt x="2808" y="288577"/>
                </a:lnTo>
                <a:lnTo>
                  <a:pt x="0" y="2667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734312" y="2191512"/>
            <a:ext cx="1371600" cy="838200"/>
          </a:xfrm>
          <a:custGeom>
            <a:avLst/>
            <a:gdLst/>
            <a:ahLst/>
            <a:cxnLst/>
            <a:rect l="l" t="t" r="r" b="b"/>
            <a:pathLst>
              <a:path w="1371600" h="838200">
                <a:moveTo>
                  <a:pt x="0" y="419100"/>
                </a:moveTo>
                <a:lnTo>
                  <a:pt x="2273" y="453480"/>
                </a:lnTo>
                <a:lnTo>
                  <a:pt x="8977" y="487094"/>
                </a:lnTo>
                <a:lnTo>
                  <a:pt x="34966" y="551590"/>
                </a:lnTo>
                <a:lnTo>
                  <a:pt x="76555" y="611726"/>
                </a:lnTo>
                <a:lnTo>
                  <a:pt x="102758" y="639889"/>
                </a:lnTo>
                <a:lnTo>
                  <a:pt x="132331" y="666640"/>
                </a:lnTo>
                <a:lnTo>
                  <a:pt x="165098" y="691869"/>
                </a:lnTo>
                <a:lnTo>
                  <a:pt x="200882" y="715470"/>
                </a:lnTo>
                <a:lnTo>
                  <a:pt x="239506" y="737334"/>
                </a:lnTo>
                <a:lnTo>
                  <a:pt x="280793" y="757354"/>
                </a:lnTo>
                <a:lnTo>
                  <a:pt x="324568" y="775423"/>
                </a:lnTo>
                <a:lnTo>
                  <a:pt x="370654" y="791431"/>
                </a:lnTo>
                <a:lnTo>
                  <a:pt x="418873" y="805273"/>
                </a:lnTo>
                <a:lnTo>
                  <a:pt x="469050" y="816839"/>
                </a:lnTo>
                <a:lnTo>
                  <a:pt x="521008" y="826023"/>
                </a:lnTo>
                <a:lnTo>
                  <a:pt x="574570" y="832716"/>
                </a:lnTo>
                <a:lnTo>
                  <a:pt x="629559" y="836811"/>
                </a:lnTo>
                <a:lnTo>
                  <a:pt x="685800" y="838200"/>
                </a:lnTo>
                <a:lnTo>
                  <a:pt x="742040" y="836811"/>
                </a:lnTo>
                <a:lnTo>
                  <a:pt x="797029" y="832716"/>
                </a:lnTo>
                <a:lnTo>
                  <a:pt x="850591" y="826023"/>
                </a:lnTo>
                <a:lnTo>
                  <a:pt x="902549" y="816839"/>
                </a:lnTo>
                <a:lnTo>
                  <a:pt x="952726" y="805273"/>
                </a:lnTo>
                <a:lnTo>
                  <a:pt x="1000945" y="791431"/>
                </a:lnTo>
                <a:lnTo>
                  <a:pt x="1047031" y="775423"/>
                </a:lnTo>
                <a:lnTo>
                  <a:pt x="1090806" y="757354"/>
                </a:lnTo>
                <a:lnTo>
                  <a:pt x="1132093" y="737334"/>
                </a:lnTo>
                <a:lnTo>
                  <a:pt x="1170717" y="715470"/>
                </a:lnTo>
                <a:lnTo>
                  <a:pt x="1206501" y="691869"/>
                </a:lnTo>
                <a:lnTo>
                  <a:pt x="1239268" y="666640"/>
                </a:lnTo>
                <a:lnTo>
                  <a:pt x="1268841" y="639889"/>
                </a:lnTo>
                <a:lnTo>
                  <a:pt x="1295044" y="611726"/>
                </a:lnTo>
                <a:lnTo>
                  <a:pt x="1336633" y="551590"/>
                </a:lnTo>
                <a:lnTo>
                  <a:pt x="1362622" y="487094"/>
                </a:lnTo>
                <a:lnTo>
                  <a:pt x="1371600" y="419100"/>
                </a:lnTo>
                <a:lnTo>
                  <a:pt x="1369326" y="384719"/>
                </a:lnTo>
                <a:lnTo>
                  <a:pt x="1351666" y="318366"/>
                </a:lnTo>
                <a:lnTo>
                  <a:pt x="1317700" y="255942"/>
                </a:lnTo>
                <a:lnTo>
                  <a:pt x="1268841" y="198310"/>
                </a:lnTo>
                <a:lnTo>
                  <a:pt x="1239268" y="171559"/>
                </a:lnTo>
                <a:lnTo>
                  <a:pt x="1206501" y="146330"/>
                </a:lnTo>
                <a:lnTo>
                  <a:pt x="1170717" y="122729"/>
                </a:lnTo>
                <a:lnTo>
                  <a:pt x="1132093" y="100865"/>
                </a:lnTo>
                <a:lnTo>
                  <a:pt x="1090806" y="80845"/>
                </a:lnTo>
                <a:lnTo>
                  <a:pt x="1047031" y="62776"/>
                </a:lnTo>
                <a:lnTo>
                  <a:pt x="1000945" y="46768"/>
                </a:lnTo>
                <a:lnTo>
                  <a:pt x="952726" y="32926"/>
                </a:lnTo>
                <a:lnTo>
                  <a:pt x="902549" y="21360"/>
                </a:lnTo>
                <a:lnTo>
                  <a:pt x="850591" y="12176"/>
                </a:lnTo>
                <a:lnTo>
                  <a:pt x="797029" y="5483"/>
                </a:lnTo>
                <a:lnTo>
                  <a:pt x="742040" y="1388"/>
                </a:lnTo>
                <a:lnTo>
                  <a:pt x="685800" y="0"/>
                </a:lnTo>
                <a:lnTo>
                  <a:pt x="629559" y="1388"/>
                </a:lnTo>
                <a:lnTo>
                  <a:pt x="574570" y="5483"/>
                </a:lnTo>
                <a:lnTo>
                  <a:pt x="521008" y="12176"/>
                </a:lnTo>
                <a:lnTo>
                  <a:pt x="469050" y="21360"/>
                </a:lnTo>
                <a:lnTo>
                  <a:pt x="418873" y="32926"/>
                </a:lnTo>
                <a:lnTo>
                  <a:pt x="370654" y="46768"/>
                </a:lnTo>
                <a:lnTo>
                  <a:pt x="324568" y="62776"/>
                </a:lnTo>
                <a:lnTo>
                  <a:pt x="280793" y="80845"/>
                </a:lnTo>
                <a:lnTo>
                  <a:pt x="239506" y="100865"/>
                </a:lnTo>
                <a:lnTo>
                  <a:pt x="200882" y="122729"/>
                </a:lnTo>
                <a:lnTo>
                  <a:pt x="165098" y="146330"/>
                </a:lnTo>
                <a:lnTo>
                  <a:pt x="132331" y="171559"/>
                </a:lnTo>
                <a:lnTo>
                  <a:pt x="102758" y="198310"/>
                </a:lnTo>
                <a:lnTo>
                  <a:pt x="76555" y="226473"/>
                </a:lnTo>
                <a:lnTo>
                  <a:pt x="34966" y="286609"/>
                </a:lnTo>
                <a:lnTo>
                  <a:pt x="8977" y="351105"/>
                </a:lnTo>
                <a:lnTo>
                  <a:pt x="2273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734312" y="2191512"/>
            <a:ext cx="1371600" cy="838200"/>
          </a:xfrm>
          <a:custGeom>
            <a:avLst/>
            <a:gdLst/>
            <a:ahLst/>
            <a:cxnLst/>
            <a:rect l="l" t="t" r="r" b="b"/>
            <a:pathLst>
              <a:path w="1371600" h="838200">
                <a:moveTo>
                  <a:pt x="0" y="419100"/>
                </a:moveTo>
                <a:lnTo>
                  <a:pt x="8977" y="351105"/>
                </a:lnTo>
                <a:lnTo>
                  <a:pt x="34966" y="286609"/>
                </a:lnTo>
                <a:lnTo>
                  <a:pt x="76555" y="226473"/>
                </a:lnTo>
                <a:lnTo>
                  <a:pt x="102758" y="198310"/>
                </a:lnTo>
                <a:lnTo>
                  <a:pt x="132331" y="171559"/>
                </a:lnTo>
                <a:lnTo>
                  <a:pt x="165098" y="146330"/>
                </a:lnTo>
                <a:lnTo>
                  <a:pt x="200882" y="122729"/>
                </a:lnTo>
                <a:lnTo>
                  <a:pt x="239506" y="100865"/>
                </a:lnTo>
                <a:lnTo>
                  <a:pt x="280793" y="80845"/>
                </a:lnTo>
                <a:lnTo>
                  <a:pt x="324568" y="62776"/>
                </a:lnTo>
                <a:lnTo>
                  <a:pt x="370654" y="46768"/>
                </a:lnTo>
                <a:lnTo>
                  <a:pt x="418873" y="32926"/>
                </a:lnTo>
                <a:lnTo>
                  <a:pt x="469050" y="21360"/>
                </a:lnTo>
                <a:lnTo>
                  <a:pt x="521008" y="12176"/>
                </a:lnTo>
                <a:lnTo>
                  <a:pt x="574570" y="5483"/>
                </a:lnTo>
                <a:lnTo>
                  <a:pt x="629559" y="1388"/>
                </a:lnTo>
                <a:lnTo>
                  <a:pt x="685800" y="0"/>
                </a:lnTo>
                <a:lnTo>
                  <a:pt x="742040" y="1388"/>
                </a:lnTo>
                <a:lnTo>
                  <a:pt x="797029" y="5483"/>
                </a:lnTo>
                <a:lnTo>
                  <a:pt x="850591" y="12176"/>
                </a:lnTo>
                <a:lnTo>
                  <a:pt x="902549" y="21360"/>
                </a:lnTo>
                <a:lnTo>
                  <a:pt x="952726" y="32926"/>
                </a:lnTo>
                <a:lnTo>
                  <a:pt x="1000945" y="46768"/>
                </a:lnTo>
                <a:lnTo>
                  <a:pt x="1047031" y="62776"/>
                </a:lnTo>
                <a:lnTo>
                  <a:pt x="1090806" y="80845"/>
                </a:lnTo>
                <a:lnTo>
                  <a:pt x="1132093" y="100865"/>
                </a:lnTo>
                <a:lnTo>
                  <a:pt x="1170717" y="122729"/>
                </a:lnTo>
                <a:lnTo>
                  <a:pt x="1206501" y="146330"/>
                </a:lnTo>
                <a:lnTo>
                  <a:pt x="1239268" y="171559"/>
                </a:lnTo>
                <a:lnTo>
                  <a:pt x="1268841" y="198310"/>
                </a:lnTo>
                <a:lnTo>
                  <a:pt x="1295044" y="226473"/>
                </a:lnTo>
                <a:lnTo>
                  <a:pt x="1336633" y="286609"/>
                </a:lnTo>
                <a:lnTo>
                  <a:pt x="1362622" y="351105"/>
                </a:lnTo>
                <a:lnTo>
                  <a:pt x="1371600" y="419100"/>
                </a:lnTo>
                <a:lnTo>
                  <a:pt x="1369326" y="453480"/>
                </a:lnTo>
                <a:lnTo>
                  <a:pt x="1351666" y="519833"/>
                </a:lnTo>
                <a:lnTo>
                  <a:pt x="1317700" y="582257"/>
                </a:lnTo>
                <a:lnTo>
                  <a:pt x="1268841" y="639889"/>
                </a:lnTo>
                <a:lnTo>
                  <a:pt x="1239268" y="666640"/>
                </a:lnTo>
                <a:lnTo>
                  <a:pt x="1206501" y="691869"/>
                </a:lnTo>
                <a:lnTo>
                  <a:pt x="1170717" y="715470"/>
                </a:lnTo>
                <a:lnTo>
                  <a:pt x="1132093" y="737334"/>
                </a:lnTo>
                <a:lnTo>
                  <a:pt x="1090806" y="757354"/>
                </a:lnTo>
                <a:lnTo>
                  <a:pt x="1047031" y="775423"/>
                </a:lnTo>
                <a:lnTo>
                  <a:pt x="1000945" y="791431"/>
                </a:lnTo>
                <a:lnTo>
                  <a:pt x="952726" y="805273"/>
                </a:lnTo>
                <a:lnTo>
                  <a:pt x="902549" y="816839"/>
                </a:lnTo>
                <a:lnTo>
                  <a:pt x="850591" y="826023"/>
                </a:lnTo>
                <a:lnTo>
                  <a:pt x="797029" y="832716"/>
                </a:lnTo>
                <a:lnTo>
                  <a:pt x="742040" y="836811"/>
                </a:lnTo>
                <a:lnTo>
                  <a:pt x="685800" y="838200"/>
                </a:lnTo>
                <a:lnTo>
                  <a:pt x="629559" y="836811"/>
                </a:lnTo>
                <a:lnTo>
                  <a:pt x="574570" y="832716"/>
                </a:lnTo>
                <a:lnTo>
                  <a:pt x="521008" y="826023"/>
                </a:lnTo>
                <a:lnTo>
                  <a:pt x="469050" y="816839"/>
                </a:lnTo>
                <a:lnTo>
                  <a:pt x="418873" y="805273"/>
                </a:lnTo>
                <a:lnTo>
                  <a:pt x="370654" y="791431"/>
                </a:lnTo>
                <a:lnTo>
                  <a:pt x="324568" y="775423"/>
                </a:lnTo>
                <a:lnTo>
                  <a:pt x="280793" y="757354"/>
                </a:lnTo>
                <a:lnTo>
                  <a:pt x="239506" y="737334"/>
                </a:lnTo>
                <a:lnTo>
                  <a:pt x="200882" y="715470"/>
                </a:lnTo>
                <a:lnTo>
                  <a:pt x="165098" y="691869"/>
                </a:lnTo>
                <a:lnTo>
                  <a:pt x="132331" y="666640"/>
                </a:lnTo>
                <a:lnTo>
                  <a:pt x="102758" y="639889"/>
                </a:lnTo>
                <a:lnTo>
                  <a:pt x="76555" y="611726"/>
                </a:lnTo>
                <a:lnTo>
                  <a:pt x="34966" y="551590"/>
                </a:lnTo>
                <a:lnTo>
                  <a:pt x="8977" y="487094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382774" y="19636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152399"/>
                </a:moveTo>
                <a:lnTo>
                  <a:pt x="0" y="152400"/>
                </a:lnTo>
                <a:lnTo>
                  <a:pt x="38100" y="228600"/>
                </a:lnTo>
                <a:lnTo>
                  <a:pt x="76200" y="152400"/>
                </a:lnTo>
                <a:lnTo>
                  <a:pt x="57150" y="152399"/>
                </a:lnTo>
                <a:lnTo>
                  <a:pt x="57150" y="171450"/>
                </a:lnTo>
                <a:lnTo>
                  <a:pt x="19050" y="171450"/>
                </a:lnTo>
                <a:lnTo>
                  <a:pt x="19050" y="152399"/>
                </a:lnTo>
                <a:close/>
              </a:path>
              <a:path w="76200" h="228600">
                <a:moveTo>
                  <a:pt x="19050" y="171450"/>
                </a:moveTo>
                <a:lnTo>
                  <a:pt x="57150" y="171450"/>
                </a:lnTo>
                <a:lnTo>
                  <a:pt x="57150" y="0"/>
                </a:lnTo>
                <a:lnTo>
                  <a:pt x="19050" y="0"/>
                </a:lnTo>
                <a:lnTo>
                  <a:pt x="19050" y="17145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658112" y="3258312"/>
            <a:ext cx="1524000" cy="838200"/>
          </a:xfrm>
          <a:custGeom>
            <a:avLst/>
            <a:gdLst/>
            <a:ahLst/>
            <a:cxnLst/>
            <a:rect l="l" t="t" r="r" b="b"/>
            <a:pathLst>
              <a:path w="1524000" h="838200">
                <a:moveTo>
                  <a:pt x="0" y="419100"/>
                </a:moveTo>
                <a:lnTo>
                  <a:pt x="2525" y="453480"/>
                </a:lnTo>
                <a:lnTo>
                  <a:pt x="9972" y="487094"/>
                </a:lnTo>
                <a:lnTo>
                  <a:pt x="38843" y="551590"/>
                </a:lnTo>
                <a:lnTo>
                  <a:pt x="85046" y="611726"/>
                </a:lnTo>
                <a:lnTo>
                  <a:pt x="114156" y="639889"/>
                </a:lnTo>
                <a:lnTo>
                  <a:pt x="147011" y="666640"/>
                </a:lnTo>
                <a:lnTo>
                  <a:pt x="183414" y="691869"/>
                </a:lnTo>
                <a:lnTo>
                  <a:pt x="223170" y="715470"/>
                </a:lnTo>
                <a:lnTo>
                  <a:pt x="266083" y="737334"/>
                </a:lnTo>
                <a:lnTo>
                  <a:pt x="311956" y="757354"/>
                </a:lnTo>
                <a:lnTo>
                  <a:pt x="360594" y="775423"/>
                </a:lnTo>
                <a:lnTo>
                  <a:pt x="411800" y="791431"/>
                </a:lnTo>
                <a:lnTo>
                  <a:pt x="465379" y="805273"/>
                </a:lnTo>
                <a:lnTo>
                  <a:pt x="521134" y="816839"/>
                </a:lnTo>
                <a:lnTo>
                  <a:pt x="578870" y="826023"/>
                </a:lnTo>
                <a:lnTo>
                  <a:pt x="638390" y="832716"/>
                </a:lnTo>
                <a:lnTo>
                  <a:pt x="699499" y="836811"/>
                </a:lnTo>
                <a:lnTo>
                  <a:pt x="762000" y="838200"/>
                </a:lnTo>
                <a:lnTo>
                  <a:pt x="824500" y="836811"/>
                </a:lnTo>
                <a:lnTo>
                  <a:pt x="885609" y="832716"/>
                </a:lnTo>
                <a:lnTo>
                  <a:pt x="945129" y="826023"/>
                </a:lnTo>
                <a:lnTo>
                  <a:pt x="1002865" y="816839"/>
                </a:lnTo>
                <a:lnTo>
                  <a:pt x="1058620" y="805273"/>
                </a:lnTo>
                <a:lnTo>
                  <a:pt x="1112199" y="791431"/>
                </a:lnTo>
                <a:lnTo>
                  <a:pt x="1163405" y="775423"/>
                </a:lnTo>
                <a:lnTo>
                  <a:pt x="1212043" y="757354"/>
                </a:lnTo>
                <a:lnTo>
                  <a:pt x="1257916" y="737334"/>
                </a:lnTo>
                <a:lnTo>
                  <a:pt x="1300829" y="715470"/>
                </a:lnTo>
                <a:lnTo>
                  <a:pt x="1340585" y="691869"/>
                </a:lnTo>
                <a:lnTo>
                  <a:pt x="1376988" y="666640"/>
                </a:lnTo>
                <a:lnTo>
                  <a:pt x="1409843" y="639889"/>
                </a:lnTo>
                <a:lnTo>
                  <a:pt x="1438953" y="611726"/>
                </a:lnTo>
                <a:lnTo>
                  <a:pt x="1464123" y="582257"/>
                </a:lnTo>
                <a:lnTo>
                  <a:pt x="1501856" y="519833"/>
                </a:lnTo>
                <a:lnTo>
                  <a:pt x="1521474" y="453480"/>
                </a:lnTo>
                <a:lnTo>
                  <a:pt x="1524000" y="419100"/>
                </a:lnTo>
                <a:lnTo>
                  <a:pt x="1521474" y="384719"/>
                </a:lnTo>
                <a:lnTo>
                  <a:pt x="1501856" y="318366"/>
                </a:lnTo>
                <a:lnTo>
                  <a:pt x="1464123" y="255942"/>
                </a:lnTo>
                <a:lnTo>
                  <a:pt x="1438953" y="226473"/>
                </a:lnTo>
                <a:lnTo>
                  <a:pt x="1409843" y="198310"/>
                </a:lnTo>
                <a:lnTo>
                  <a:pt x="1376988" y="171559"/>
                </a:lnTo>
                <a:lnTo>
                  <a:pt x="1340585" y="146330"/>
                </a:lnTo>
                <a:lnTo>
                  <a:pt x="1300829" y="122729"/>
                </a:lnTo>
                <a:lnTo>
                  <a:pt x="1257916" y="100865"/>
                </a:lnTo>
                <a:lnTo>
                  <a:pt x="1212043" y="80845"/>
                </a:lnTo>
                <a:lnTo>
                  <a:pt x="1163405" y="62776"/>
                </a:lnTo>
                <a:lnTo>
                  <a:pt x="1112199" y="46768"/>
                </a:lnTo>
                <a:lnTo>
                  <a:pt x="1058620" y="32926"/>
                </a:lnTo>
                <a:lnTo>
                  <a:pt x="1002865" y="21360"/>
                </a:lnTo>
                <a:lnTo>
                  <a:pt x="945129" y="12176"/>
                </a:lnTo>
                <a:lnTo>
                  <a:pt x="885609" y="5483"/>
                </a:lnTo>
                <a:lnTo>
                  <a:pt x="824500" y="1388"/>
                </a:lnTo>
                <a:lnTo>
                  <a:pt x="762000" y="0"/>
                </a:lnTo>
                <a:lnTo>
                  <a:pt x="699499" y="1388"/>
                </a:lnTo>
                <a:lnTo>
                  <a:pt x="638390" y="5483"/>
                </a:lnTo>
                <a:lnTo>
                  <a:pt x="578870" y="12176"/>
                </a:lnTo>
                <a:lnTo>
                  <a:pt x="521134" y="21360"/>
                </a:lnTo>
                <a:lnTo>
                  <a:pt x="465379" y="32926"/>
                </a:lnTo>
                <a:lnTo>
                  <a:pt x="411800" y="46768"/>
                </a:lnTo>
                <a:lnTo>
                  <a:pt x="360594" y="62776"/>
                </a:lnTo>
                <a:lnTo>
                  <a:pt x="311956" y="80845"/>
                </a:lnTo>
                <a:lnTo>
                  <a:pt x="266083" y="100865"/>
                </a:lnTo>
                <a:lnTo>
                  <a:pt x="223170" y="122729"/>
                </a:lnTo>
                <a:lnTo>
                  <a:pt x="183414" y="146330"/>
                </a:lnTo>
                <a:lnTo>
                  <a:pt x="147011" y="171559"/>
                </a:lnTo>
                <a:lnTo>
                  <a:pt x="114156" y="198310"/>
                </a:lnTo>
                <a:lnTo>
                  <a:pt x="85046" y="226473"/>
                </a:lnTo>
                <a:lnTo>
                  <a:pt x="59876" y="255942"/>
                </a:lnTo>
                <a:lnTo>
                  <a:pt x="22143" y="318366"/>
                </a:lnTo>
                <a:lnTo>
                  <a:pt x="2525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658112" y="3258312"/>
            <a:ext cx="1524000" cy="838200"/>
          </a:xfrm>
          <a:custGeom>
            <a:avLst/>
            <a:gdLst/>
            <a:ahLst/>
            <a:cxnLst/>
            <a:rect l="l" t="t" r="r" b="b"/>
            <a:pathLst>
              <a:path w="1524000" h="838200">
                <a:moveTo>
                  <a:pt x="0" y="419100"/>
                </a:moveTo>
                <a:lnTo>
                  <a:pt x="9972" y="351105"/>
                </a:lnTo>
                <a:lnTo>
                  <a:pt x="38843" y="286609"/>
                </a:lnTo>
                <a:lnTo>
                  <a:pt x="85046" y="226473"/>
                </a:lnTo>
                <a:lnTo>
                  <a:pt x="114156" y="198310"/>
                </a:lnTo>
                <a:lnTo>
                  <a:pt x="147011" y="171559"/>
                </a:lnTo>
                <a:lnTo>
                  <a:pt x="183414" y="146330"/>
                </a:lnTo>
                <a:lnTo>
                  <a:pt x="223170" y="122729"/>
                </a:lnTo>
                <a:lnTo>
                  <a:pt x="266083" y="100865"/>
                </a:lnTo>
                <a:lnTo>
                  <a:pt x="311956" y="80845"/>
                </a:lnTo>
                <a:lnTo>
                  <a:pt x="360594" y="62776"/>
                </a:lnTo>
                <a:lnTo>
                  <a:pt x="411800" y="46768"/>
                </a:lnTo>
                <a:lnTo>
                  <a:pt x="465379" y="32926"/>
                </a:lnTo>
                <a:lnTo>
                  <a:pt x="521134" y="21360"/>
                </a:lnTo>
                <a:lnTo>
                  <a:pt x="578870" y="12176"/>
                </a:lnTo>
                <a:lnTo>
                  <a:pt x="638390" y="5483"/>
                </a:lnTo>
                <a:lnTo>
                  <a:pt x="699499" y="1388"/>
                </a:lnTo>
                <a:lnTo>
                  <a:pt x="762000" y="0"/>
                </a:lnTo>
                <a:lnTo>
                  <a:pt x="824500" y="1388"/>
                </a:lnTo>
                <a:lnTo>
                  <a:pt x="885609" y="5483"/>
                </a:lnTo>
                <a:lnTo>
                  <a:pt x="945129" y="12176"/>
                </a:lnTo>
                <a:lnTo>
                  <a:pt x="1002865" y="21360"/>
                </a:lnTo>
                <a:lnTo>
                  <a:pt x="1058620" y="32926"/>
                </a:lnTo>
                <a:lnTo>
                  <a:pt x="1112199" y="46768"/>
                </a:lnTo>
                <a:lnTo>
                  <a:pt x="1163405" y="62776"/>
                </a:lnTo>
                <a:lnTo>
                  <a:pt x="1212043" y="80845"/>
                </a:lnTo>
                <a:lnTo>
                  <a:pt x="1257916" y="100865"/>
                </a:lnTo>
                <a:lnTo>
                  <a:pt x="1300829" y="122729"/>
                </a:lnTo>
                <a:lnTo>
                  <a:pt x="1340585" y="146330"/>
                </a:lnTo>
                <a:lnTo>
                  <a:pt x="1376988" y="171559"/>
                </a:lnTo>
                <a:lnTo>
                  <a:pt x="1409843" y="198310"/>
                </a:lnTo>
                <a:lnTo>
                  <a:pt x="1438953" y="226473"/>
                </a:lnTo>
                <a:lnTo>
                  <a:pt x="1464123" y="255942"/>
                </a:lnTo>
                <a:lnTo>
                  <a:pt x="1501856" y="318366"/>
                </a:lnTo>
                <a:lnTo>
                  <a:pt x="1521474" y="384719"/>
                </a:lnTo>
                <a:lnTo>
                  <a:pt x="1524000" y="419100"/>
                </a:lnTo>
                <a:lnTo>
                  <a:pt x="1521474" y="453480"/>
                </a:lnTo>
                <a:lnTo>
                  <a:pt x="1501856" y="519833"/>
                </a:lnTo>
                <a:lnTo>
                  <a:pt x="1464123" y="582257"/>
                </a:lnTo>
                <a:lnTo>
                  <a:pt x="1438953" y="611726"/>
                </a:lnTo>
                <a:lnTo>
                  <a:pt x="1409843" y="639889"/>
                </a:lnTo>
                <a:lnTo>
                  <a:pt x="1376988" y="666640"/>
                </a:lnTo>
                <a:lnTo>
                  <a:pt x="1340585" y="691869"/>
                </a:lnTo>
                <a:lnTo>
                  <a:pt x="1300829" y="715470"/>
                </a:lnTo>
                <a:lnTo>
                  <a:pt x="1257916" y="737334"/>
                </a:lnTo>
                <a:lnTo>
                  <a:pt x="1212043" y="757354"/>
                </a:lnTo>
                <a:lnTo>
                  <a:pt x="1163405" y="775423"/>
                </a:lnTo>
                <a:lnTo>
                  <a:pt x="1112199" y="791431"/>
                </a:lnTo>
                <a:lnTo>
                  <a:pt x="1058620" y="805273"/>
                </a:lnTo>
                <a:lnTo>
                  <a:pt x="1002865" y="816839"/>
                </a:lnTo>
                <a:lnTo>
                  <a:pt x="945129" y="826023"/>
                </a:lnTo>
                <a:lnTo>
                  <a:pt x="885609" y="832716"/>
                </a:lnTo>
                <a:lnTo>
                  <a:pt x="824500" y="836811"/>
                </a:lnTo>
                <a:lnTo>
                  <a:pt x="762000" y="838200"/>
                </a:lnTo>
                <a:lnTo>
                  <a:pt x="699499" y="836811"/>
                </a:lnTo>
                <a:lnTo>
                  <a:pt x="638390" y="832716"/>
                </a:lnTo>
                <a:lnTo>
                  <a:pt x="578870" y="826023"/>
                </a:lnTo>
                <a:lnTo>
                  <a:pt x="521134" y="816839"/>
                </a:lnTo>
                <a:lnTo>
                  <a:pt x="465379" y="805273"/>
                </a:lnTo>
                <a:lnTo>
                  <a:pt x="411800" y="791431"/>
                </a:lnTo>
                <a:lnTo>
                  <a:pt x="360594" y="775423"/>
                </a:lnTo>
                <a:lnTo>
                  <a:pt x="311956" y="757354"/>
                </a:lnTo>
                <a:lnTo>
                  <a:pt x="266083" y="737334"/>
                </a:lnTo>
                <a:lnTo>
                  <a:pt x="223170" y="715470"/>
                </a:lnTo>
                <a:lnTo>
                  <a:pt x="183414" y="691869"/>
                </a:lnTo>
                <a:lnTo>
                  <a:pt x="147011" y="666640"/>
                </a:lnTo>
                <a:lnTo>
                  <a:pt x="114156" y="639889"/>
                </a:lnTo>
                <a:lnTo>
                  <a:pt x="85046" y="611726"/>
                </a:lnTo>
                <a:lnTo>
                  <a:pt x="59876" y="582257"/>
                </a:lnTo>
                <a:lnTo>
                  <a:pt x="22143" y="519833"/>
                </a:lnTo>
                <a:lnTo>
                  <a:pt x="2525" y="453480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382774" y="30304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152399"/>
                </a:moveTo>
                <a:lnTo>
                  <a:pt x="0" y="152400"/>
                </a:lnTo>
                <a:lnTo>
                  <a:pt x="38100" y="228600"/>
                </a:lnTo>
                <a:lnTo>
                  <a:pt x="76200" y="152400"/>
                </a:lnTo>
                <a:lnTo>
                  <a:pt x="57150" y="152399"/>
                </a:lnTo>
                <a:lnTo>
                  <a:pt x="57150" y="171450"/>
                </a:lnTo>
                <a:lnTo>
                  <a:pt x="19050" y="171450"/>
                </a:lnTo>
                <a:lnTo>
                  <a:pt x="19050" y="152399"/>
                </a:lnTo>
                <a:close/>
              </a:path>
              <a:path w="76200" h="228600">
                <a:moveTo>
                  <a:pt x="19050" y="171450"/>
                </a:moveTo>
                <a:lnTo>
                  <a:pt x="57150" y="171450"/>
                </a:lnTo>
                <a:lnTo>
                  <a:pt x="57150" y="0"/>
                </a:lnTo>
                <a:lnTo>
                  <a:pt x="19050" y="0"/>
                </a:lnTo>
                <a:lnTo>
                  <a:pt x="19050" y="17145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277112" y="43251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3662" y="453480"/>
                </a:lnTo>
                <a:lnTo>
                  <a:pt x="14460" y="487094"/>
                </a:lnTo>
                <a:lnTo>
                  <a:pt x="56327" y="551590"/>
                </a:lnTo>
                <a:lnTo>
                  <a:pt x="86826" y="582257"/>
                </a:lnTo>
                <a:lnTo>
                  <a:pt x="123323" y="611726"/>
                </a:lnTo>
                <a:lnTo>
                  <a:pt x="165535" y="639889"/>
                </a:lnTo>
                <a:lnTo>
                  <a:pt x="213177" y="666640"/>
                </a:lnTo>
                <a:lnTo>
                  <a:pt x="265963" y="691869"/>
                </a:lnTo>
                <a:lnTo>
                  <a:pt x="323611" y="715470"/>
                </a:lnTo>
                <a:lnTo>
                  <a:pt x="385836" y="737334"/>
                </a:lnTo>
                <a:lnTo>
                  <a:pt x="452353" y="757354"/>
                </a:lnTo>
                <a:lnTo>
                  <a:pt x="522878" y="775423"/>
                </a:lnTo>
                <a:lnTo>
                  <a:pt x="597127" y="791431"/>
                </a:lnTo>
                <a:lnTo>
                  <a:pt x="674816" y="805273"/>
                </a:lnTo>
                <a:lnTo>
                  <a:pt x="755660" y="816839"/>
                </a:lnTo>
                <a:lnTo>
                  <a:pt x="839374" y="826023"/>
                </a:lnTo>
                <a:lnTo>
                  <a:pt x="925675" y="832716"/>
                </a:lnTo>
                <a:lnTo>
                  <a:pt x="1014278" y="836811"/>
                </a:lnTo>
                <a:lnTo>
                  <a:pt x="1104900" y="838200"/>
                </a:lnTo>
                <a:lnTo>
                  <a:pt x="1195521" y="836811"/>
                </a:lnTo>
                <a:lnTo>
                  <a:pt x="1284124" y="832716"/>
                </a:lnTo>
                <a:lnTo>
                  <a:pt x="1370425" y="826023"/>
                </a:lnTo>
                <a:lnTo>
                  <a:pt x="1454139" y="816839"/>
                </a:lnTo>
                <a:lnTo>
                  <a:pt x="1534983" y="805273"/>
                </a:lnTo>
                <a:lnTo>
                  <a:pt x="1612672" y="791431"/>
                </a:lnTo>
                <a:lnTo>
                  <a:pt x="1686921" y="775423"/>
                </a:lnTo>
                <a:lnTo>
                  <a:pt x="1757446" y="757354"/>
                </a:lnTo>
                <a:lnTo>
                  <a:pt x="1823963" y="737334"/>
                </a:lnTo>
                <a:lnTo>
                  <a:pt x="1886188" y="715470"/>
                </a:lnTo>
                <a:lnTo>
                  <a:pt x="1943836" y="691869"/>
                </a:lnTo>
                <a:lnTo>
                  <a:pt x="1996622" y="666640"/>
                </a:lnTo>
                <a:lnTo>
                  <a:pt x="2044264" y="639889"/>
                </a:lnTo>
                <a:lnTo>
                  <a:pt x="2086476" y="611726"/>
                </a:lnTo>
                <a:lnTo>
                  <a:pt x="2122973" y="582257"/>
                </a:lnTo>
                <a:lnTo>
                  <a:pt x="2153472" y="551590"/>
                </a:lnTo>
                <a:lnTo>
                  <a:pt x="2177689" y="519833"/>
                </a:lnTo>
                <a:lnTo>
                  <a:pt x="2206137" y="453480"/>
                </a:lnTo>
                <a:lnTo>
                  <a:pt x="2209800" y="419100"/>
                </a:lnTo>
                <a:lnTo>
                  <a:pt x="2206137" y="384719"/>
                </a:lnTo>
                <a:lnTo>
                  <a:pt x="2177689" y="318366"/>
                </a:lnTo>
                <a:lnTo>
                  <a:pt x="2153472" y="286609"/>
                </a:lnTo>
                <a:lnTo>
                  <a:pt x="2122973" y="255942"/>
                </a:lnTo>
                <a:lnTo>
                  <a:pt x="2086476" y="226473"/>
                </a:lnTo>
                <a:lnTo>
                  <a:pt x="2044264" y="198310"/>
                </a:lnTo>
                <a:lnTo>
                  <a:pt x="1996622" y="171559"/>
                </a:lnTo>
                <a:lnTo>
                  <a:pt x="1943836" y="146330"/>
                </a:lnTo>
                <a:lnTo>
                  <a:pt x="1886188" y="122729"/>
                </a:lnTo>
                <a:lnTo>
                  <a:pt x="1823963" y="100865"/>
                </a:lnTo>
                <a:lnTo>
                  <a:pt x="1757446" y="80845"/>
                </a:lnTo>
                <a:lnTo>
                  <a:pt x="1686921" y="62776"/>
                </a:lnTo>
                <a:lnTo>
                  <a:pt x="1612672" y="46768"/>
                </a:lnTo>
                <a:lnTo>
                  <a:pt x="1534983" y="32926"/>
                </a:lnTo>
                <a:lnTo>
                  <a:pt x="1454139" y="21360"/>
                </a:lnTo>
                <a:lnTo>
                  <a:pt x="1370425" y="12176"/>
                </a:lnTo>
                <a:lnTo>
                  <a:pt x="1284124" y="5483"/>
                </a:lnTo>
                <a:lnTo>
                  <a:pt x="1195521" y="1388"/>
                </a:lnTo>
                <a:lnTo>
                  <a:pt x="1104900" y="0"/>
                </a:lnTo>
                <a:lnTo>
                  <a:pt x="1014278" y="1388"/>
                </a:lnTo>
                <a:lnTo>
                  <a:pt x="925675" y="5483"/>
                </a:lnTo>
                <a:lnTo>
                  <a:pt x="839374" y="12176"/>
                </a:lnTo>
                <a:lnTo>
                  <a:pt x="755660" y="21360"/>
                </a:lnTo>
                <a:lnTo>
                  <a:pt x="674816" y="32926"/>
                </a:lnTo>
                <a:lnTo>
                  <a:pt x="597127" y="46768"/>
                </a:lnTo>
                <a:lnTo>
                  <a:pt x="522878" y="62776"/>
                </a:lnTo>
                <a:lnTo>
                  <a:pt x="452353" y="80845"/>
                </a:lnTo>
                <a:lnTo>
                  <a:pt x="385836" y="100865"/>
                </a:lnTo>
                <a:lnTo>
                  <a:pt x="323611" y="122729"/>
                </a:lnTo>
                <a:lnTo>
                  <a:pt x="265963" y="146330"/>
                </a:lnTo>
                <a:lnTo>
                  <a:pt x="213177" y="171559"/>
                </a:lnTo>
                <a:lnTo>
                  <a:pt x="165535" y="198310"/>
                </a:lnTo>
                <a:lnTo>
                  <a:pt x="123323" y="226473"/>
                </a:lnTo>
                <a:lnTo>
                  <a:pt x="86826" y="255942"/>
                </a:lnTo>
                <a:lnTo>
                  <a:pt x="56327" y="286609"/>
                </a:lnTo>
                <a:lnTo>
                  <a:pt x="32110" y="318366"/>
                </a:lnTo>
                <a:lnTo>
                  <a:pt x="3662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277112" y="43251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14460" y="351105"/>
                </a:lnTo>
                <a:lnTo>
                  <a:pt x="56327" y="286609"/>
                </a:lnTo>
                <a:lnTo>
                  <a:pt x="86826" y="255942"/>
                </a:lnTo>
                <a:lnTo>
                  <a:pt x="123323" y="226473"/>
                </a:lnTo>
                <a:lnTo>
                  <a:pt x="165535" y="198310"/>
                </a:lnTo>
                <a:lnTo>
                  <a:pt x="213177" y="171559"/>
                </a:lnTo>
                <a:lnTo>
                  <a:pt x="265963" y="146330"/>
                </a:lnTo>
                <a:lnTo>
                  <a:pt x="323611" y="122729"/>
                </a:lnTo>
                <a:lnTo>
                  <a:pt x="385836" y="100865"/>
                </a:lnTo>
                <a:lnTo>
                  <a:pt x="452353" y="80845"/>
                </a:lnTo>
                <a:lnTo>
                  <a:pt x="522878" y="62776"/>
                </a:lnTo>
                <a:lnTo>
                  <a:pt x="597127" y="46768"/>
                </a:lnTo>
                <a:lnTo>
                  <a:pt x="674816" y="32926"/>
                </a:lnTo>
                <a:lnTo>
                  <a:pt x="755660" y="21360"/>
                </a:lnTo>
                <a:lnTo>
                  <a:pt x="839374" y="12176"/>
                </a:lnTo>
                <a:lnTo>
                  <a:pt x="925675" y="5483"/>
                </a:lnTo>
                <a:lnTo>
                  <a:pt x="1014278" y="1388"/>
                </a:lnTo>
                <a:lnTo>
                  <a:pt x="1104900" y="0"/>
                </a:lnTo>
                <a:lnTo>
                  <a:pt x="1195521" y="1388"/>
                </a:lnTo>
                <a:lnTo>
                  <a:pt x="1284124" y="5483"/>
                </a:lnTo>
                <a:lnTo>
                  <a:pt x="1370425" y="12176"/>
                </a:lnTo>
                <a:lnTo>
                  <a:pt x="1454139" y="21360"/>
                </a:lnTo>
                <a:lnTo>
                  <a:pt x="1534983" y="32926"/>
                </a:lnTo>
                <a:lnTo>
                  <a:pt x="1612672" y="46768"/>
                </a:lnTo>
                <a:lnTo>
                  <a:pt x="1686921" y="62776"/>
                </a:lnTo>
                <a:lnTo>
                  <a:pt x="1757446" y="80845"/>
                </a:lnTo>
                <a:lnTo>
                  <a:pt x="1823963" y="100865"/>
                </a:lnTo>
                <a:lnTo>
                  <a:pt x="1886188" y="122729"/>
                </a:lnTo>
                <a:lnTo>
                  <a:pt x="1943836" y="146330"/>
                </a:lnTo>
                <a:lnTo>
                  <a:pt x="1996622" y="171559"/>
                </a:lnTo>
                <a:lnTo>
                  <a:pt x="2044264" y="198310"/>
                </a:lnTo>
                <a:lnTo>
                  <a:pt x="2086476" y="226473"/>
                </a:lnTo>
                <a:lnTo>
                  <a:pt x="2122973" y="255942"/>
                </a:lnTo>
                <a:lnTo>
                  <a:pt x="2153472" y="286609"/>
                </a:lnTo>
                <a:lnTo>
                  <a:pt x="2177689" y="318366"/>
                </a:lnTo>
                <a:lnTo>
                  <a:pt x="2206137" y="384719"/>
                </a:lnTo>
                <a:lnTo>
                  <a:pt x="2209800" y="419100"/>
                </a:lnTo>
                <a:lnTo>
                  <a:pt x="2206137" y="453480"/>
                </a:lnTo>
                <a:lnTo>
                  <a:pt x="2177689" y="519833"/>
                </a:lnTo>
                <a:lnTo>
                  <a:pt x="2153472" y="551590"/>
                </a:lnTo>
                <a:lnTo>
                  <a:pt x="2122973" y="582257"/>
                </a:lnTo>
                <a:lnTo>
                  <a:pt x="2086476" y="611726"/>
                </a:lnTo>
                <a:lnTo>
                  <a:pt x="2044264" y="639889"/>
                </a:lnTo>
                <a:lnTo>
                  <a:pt x="1996622" y="666640"/>
                </a:lnTo>
                <a:lnTo>
                  <a:pt x="1943836" y="691869"/>
                </a:lnTo>
                <a:lnTo>
                  <a:pt x="1886188" y="715470"/>
                </a:lnTo>
                <a:lnTo>
                  <a:pt x="1823963" y="737334"/>
                </a:lnTo>
                <a:lnTo>
                  <a:pt x="1757446" y="757354"/>
                </a:lnTo>
                <a:lnTo>
                  <a:pt x="1686921" y="775423"/>
                </a:lnTo>
                <a:lnTo>
                  <a:pt x="1612672" y="791431"/>
                </a:lnTo>
                <a:lnTo>
                  <a:pt x="1534983" y="805273"/>
                </a:lnTo>
                <a:lnTo>
                  <a:pt x="1454139" y="816839"/>
                </a:lnTo>
                <a:lnTo>
                  <a:pt x="1370425" y="826023"/>
                </a:lnTo>
                <a:lnTo>
                  <a:pt x="1284124" y="832716"/>
                </a:lnTo>
                <a:lnTo>
                  <a:pt x="1195521" y="836811"/>
                </a:lnTo>
                <a:lnTo>
                  <a:pt x="1104900" y="838200"/>
                </a:lnTo>
                <a:lnTo>
                  <a:pt x="1014278" y="836811"/>
                </a:lnTo>
                <a:lnTo>
                  <a:pt x="925675" y="832716"/>
                </a:lnTo>
                <a:lnTo>
                  <a:pt x="839374" y="826023"/>
                </a:lnTo>
                <a:lnTo>
                  <a:pt x="755660" y="816839"/>
                </a:lnTo>
                <a:lnTo>
                  <a:pt x="674816" y="805273"/>
                </a:lnTo>
                <a:lnTo>
                  <a:pt x="597127" y="791431"/>
                </a:lnTo>
                <a:lnTo>
                  <a:pt x="522878" y="775423"/>
                </a:lnTo>
                <a:lnTo>
                  <a:pt x="452353" y="757354"/>
                </a:lnTo>
                <a:lnTo>
                  <a:pt x="385836" y="737334"/>
                </a:lnTo>
                <a:lnTo>
                  <a:pt x="323611" y="715470"/>
                </a:lnTo>
                <a:lnTo>
                  <a:pt x="265963" y="691869"/>
                </a:lnTo>
                <a:lnTo>
                  <a:pt x="213177" y="666640"/>
                </a:lnTo>
                <a:lnTo>
                  <a:pt x="165535" y="639889"/>
                </a:lnTo>
                <a:lnTo>
                  <a:pt x="123323" y="611726"/>
                </a:lnTo>
                <a:lnTo>
                  <a:pt x="86826" y="582257"/>
                </a:lnTo>
                <a:lnTo>
                  <a:pt x="56327" y="551590"/>
                </a:lnTo>
                <a:lnTo>
                  <a:pt x="32110" y="519833"/>
                </a:lnTo>
                <a:lnTo>
                  <a:pt x="3662" y="453480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382774" y="40972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152399"/>
                </a:moveTo>
                <a:lnTo>
                  <a:pt x="0" y="152400"/>
                </a:lnTo>
                <a:lnTo>
                  <a:pt x="38100" y="228600"/>
                </a:lnTo>
                <a:lnTo>
                  <a:pt x="76200" y="152400"/>
                </a:lnTo>
                <a:lnTo>
                  <a:pt x="57150" y="152399"/>
                </a:lnTo>
                <a:lnTo>
                  <a:pt x="57150" y="171450"/>
                </a:lnTo>
                <a:lnTo>
                  <a:pt x="19050" y="171450"/>
                </a:lnTo>
                <a:lnTo>
                  <a:pt x="19050" y="152399"/>
                </a:lnTo>
                <a:close/>
              </a:path>
              <a:path w="76200" h="228600">
                <a:moveTo>
                  <a:pt x="19050" y="171450"/>
                </a:moveTo>
                <a:lnTo>
                  <a:pt x="57150" y="171450"/>
                </a:lnTo>
                <a:lnTo>
                  <a:pt x="57150" y="0"/>
                </a:lnTo>
                <a:lnTo>
                  <a:pt x="19050" y="0"/>
                </a:lnTo>
                <a:lnTo>
                  <a:pt x="19050" y="17145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944112" y="53157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3662" y="453472"/>
                </a:lnTo>
                <a:lnTo>
                  <a:pt x="14460" y="487078"/>
                </a:lnTo>
                <a:lnTo>
                  <a:pt x="56327" y="551566"/>
                </a:lnTo>
                <a:lnTo>
                  <a:pt x="86826" y="582230"/>
                </a:lnTo>
                <a:lnTo>
                  <a:pt x="123323" y="611698"/>
                </a:lnTo>
                <a:lnTo>
                  <a:pt x="165535" y="639861"/>
                </a:lnTo>
                <a:lnTo>
                  <a:pt x="213177" y="666612"/>
                </a:lnTo>
                <a:lnTo>
                  <a:pt x="265963" y="691843"/>
                </a:lnTo>
                <a:lnTo>
                  <a:pt x="323611" y="715446"/>
                </a:lnTo>
                <a:lnTo>
                  <a:pt x="385836" y="737313"/>
                </a:lnTo>
                <a:lnTo>
                  <a:pt x="452353" y="757336"/>
                </a:lnTo>
                <a:lnTo>
                  <a:pt x="522878" y="775407"/>
                </a:lnTo>
                <a:lnTo>
                  <a:pt x="597127" y="791419"/>
                </a:lnTo>
                <a:lnTo>
                  <a:pt x="674816" y="805264"/>
                </a:lnTo>
                <a:lnTo>
                  <a:pt x="755660" y="816833"/>
                </a:lnTo>
                <a:lnTo>
                  <a:pt x="839374" y="826019"/>
                </a:lnTo>
                <a:lnTo>
                  <a:pt x="925675" y="832714"/>
                </a:lnTo>
                <a:lnTo>
                  <a:pt x="1014278" y="836810"/>
                </a:lnTo>
                <a:lnTo>
                  <a:pt x="1104900" y="838200"/>
                </a:lnTo>
                <a:lnTo>
                  <a:pt x="1195521" y="836810"/>
                </a:lnTo>
                <a:lnTo>
                  <a:pt x="1284124" y="832714"/>
                </a:lnTo>
                <a:lnTo>
                  <a:pt x="1370425" y="826019"/>
                </a:lnTo>
                <a:lnTo>
                  <a:pt x="1454139" y="816833"/>
                </a:lnTo>
                <a:lnTo>
                  <a:pt x="1534983" y="805264"/>
                </a:lnTo>
                <a:lnTo>
                  <a:pt x="1612672" y="791419"/>
                </a:lnTo>
                <a:lnTo>
                  <a:pt x="1686921" y="775407"/>
                </a:lnTo>
                <a:lnTo>
                  <a:pt x="1757446" y="757336"/>
                </a:lnTo>
                <a:lnTo>
                  <a:pt x="1823963" y="737313"/>
                </a:lnTo>
                <a:lnTo>
                  <a:pt x="1886188" y="715446"/>
                </a:lnTo>
                <a:lnTo>
                  <a:pt x="1943836" y="691843"/>
                </a:lnTo>
                <a:lnTo>
                  <a:pt x="1996622" y="666612"/>
                </a:lnTo>
                <a:lnTo>
                  <a:pt x="2044264" y="639861"/>
                </a:lnTo>
                <a:lnTo>
                  <a:pt x="2086476" y="611698"/>
                </a:lnTo>
                <a:lnTo>
                  <a:pt x="2122973" y="582230"/>
                </a:lnTo>
                <a:lnTo>
                  <a:pt x="2153472" y="551566"/>
                </a:lnTo>
                <a:lnTo>
                  <a:pt x="2177689" y="519812"/>
                </a:lnTo>
                <a:lnTo>
                  <a:pt x="2206137" y="453472"/>
                </a:lnTo>
                <a:lnTo>
                  <a:pt x="2209800" y="419100"/>
                </a:lnTo>
                <a:lnTo>
                  <a:pt x="2206137" y="384719"/>
                </a:lnTo>
                <a:lnTo>
                  <a:pt x="2177689" y="318366"/>
                </a:lnTo>
                <a:lnTo>
                  <a:pt x="2153472" y="286609"/>
                </a:lnTo>
                <a:lnTo>
                  <a:pt x="2122973" y="255942"/>
                </a:lnTo>
                <a:lnTo>
                  <a:pt x="2086476" y="226473"/>
                </a:lnTo>
                <a:lnTo>
                  <a:pt x="2044264" y="198310"/>
                </a:lnTo>
                <a:lnTo>
                  <a:pt x="1996622" y="171559"/>
                </a:lnTo>
                <a:lnTo>
                  <a:pt x="1943836" y="146330"/>
                </a:lnTo>
                <a:lnTo>
                  <a:pt x="1886188" y="122729"/>
                </a:lnTo>
                <a:lnTo>
                  <a:pt x="1823963" y="100865"/>
                </a:lnTo>
                <a:lnTo>
                  <a:pt x="1757446" y="80845"/>
                </a:lnTo>
                <a:lnTo>
                  <a:pt x="1686921" y="62776"/>
                </a:lnTo>
                <a:lnTo>
                  <a:pt x="1612672" y="46768"/>
                </a:lnTo>
                <a:lnTo>
                  <a:pt x="1534983" y="32926"/>
                </a:lnTo>
                <a:lnTo>
                  <a:pt x="1454139" y="21360"/>
                </a:lnTo>
                <a:lnTo>
                  <a:pt x="1370425" y="12176"/>
                </a:lnTo>
                <a:lnTo>
                  <a:pt x="1284124" y="5483"/>
                </a:lnTo>
                <a:lnTo>
                  <a:pt x="1195521" y="1388"/>
                </a:lnTo>
                <a:lnTo>
                  <a:pt x="1104900" y="0"/>
                </a:lnTo>
                <a:lnTo>
                  <a:pt x="1014278" y="1388"/>
                </a:lnTo>
                <a:lnTo>
                  <a:pt x="925675" y="5483"/>
                </a:lnTo>
                <a:lnTo>
                  <a:pt x="839374" y="12176"/>
                </a:lnTo>
                <a:lnTo>
                  <a:pt x="755660" y="21360"/>
                </a:lnTo>
                <a:lnTo>
                  <a:pt x="674816" y="32926"/>
                </a:lnTo>
                <a:lnTo>
                  <a:pt x="597127" y="46768"/>
                </a:lnTo>
                <a:lnTo>
                  <a:pt x="522878" y="62776"/>
                </a:lnTo>
                <a:lnTo>
                  <a:pt x="452353" y="80845"/>
                </a:lnTo>
                <a:lnTo>
                  <a:pt x="385836" y="100865"/>
                </a:lnTo>
                <a:lnTo>
                  <a:pt x="323611" y="122729"/>
                </a:lnTo>
                <a:lnTo>
                  <a:pt x="265963" y="146330"/>
                </a:lnTo>
                <a:lnTo>
                  <a:pt x="213177" y="171559"/>
                </a:lnTo>
                <a:lnTo>
                  <a:pt x="165535" y="198310"/>
                </a:lnTo>
                <a:lnTo>
                  <a:pt x="123323" y="226473"/>
                </a:lnTo>
                <a:lnTo>
                  <a:pt x="86826" y="255942"/>
                </a:lnTo>
                <a:lnTo>
                  <a:pt x="56327" y="286609"/>
                </a:lnTo>
                <a:lnTo>
                  <a:pt x="32110" y="318366"/>
                </a:lnTo>
                <a:lnTo>
                  <a:pt x="3662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944112" y="53157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14460" y="351105"/>
                </a:lnTo>
                <a:lnTo>
                  <a:pt x="56327" y="286609"/>
                </a:lnTo>
                <a:lnTo>
                  <a:pt x="86826" y="255942"/>
                </a:lnTo>
                <a:lnTo>
                  <a:pt x="123323" y="226473"/>
                </a:lnTo>
                <a:lnTo>
                  <a:pt x="165535" y="198310"/>
                </a:lnTo>
                <a:lnTo>
                  <a:pt x="213177" y="171559"/>
                </a:lnTo>
                <a:lnTo>
                  <a:pt x="265963" y="146330"/>
                </a:lnTo>
                <a:lnTo>
                  <a:pt x="323611" y="122729"/>
                </a:lnTo>
                <a:lnTo>
                  <a:pt x="385836" y="100865"/>
                </a:lnTo>
                <a:lnTo>
                  <a:pt x="452353" y="80845"/>
                </a:lnTo>
                <a:lnTo>
                  <a:pt x="522878" y="62776"/>
                </a:lnTo>
                <a:lnTo>
                  <a:pt x="597127" y="46768"/>
                </a:lnTo>
                <a:lnTo>
                  <a:pt x="674816" y="32926"/>
                </a:lnTo>
                <a:lnTo>
                  <a:pt x="755660" y="21360"/>
                </a:lnTo>
                <a:lnTo>
                  <a:pt x="839374" y="12176"/>
                </a:lnTo>
                <a:lnTo>
                  <a:pt x="925675" y="5483"/>
                </a:lnTo>
                <a:lnTo>
                  <a:pt x="1014278" y="1388"/>
                </a:lnTo>
                <a:lnTo>
                  <a:pt x="1104900" y="0"/>
                </a:lnTo>
                <a:lnTo>
                  <a:pt x="1195521" y="1388"/>
                </a:lnTo>
                <a:lnTo>
                  <a:pt x="1284124" y="5483"/>
                </a:lnTo>
                <a:lnTo>
                  <a:pt x="1370425" y="12176"/>
                </a:lnTo>
                <a:lnTo>
                  <a:pt x="1454139" y="21360"/>
                </a:lnTo>
                <a:lnTo>
                  <a:pt x="1534983" y="32926"/>
                </a:lnTo>
                <a:lnTo>
                  <a:pt x="1612672" y="46768"/>
                </a:lnTo>
                <a:lnTo>
                  <a:pt x="1686921" y="62776"/>
                </a:lnTo>
                <a:lnTo>
                  <a:pt x="1757446" y="80845"/>
                </a:lnTo>
                <a:lnTo>
                  <a:pt x="1823963" y="100865"/>
                </a:lnTo>
                <a:lnTo>
                  <a:pt x="1886188" y="122729"/>
                </a:lnTo>
                <a:lnTo>
                  <a:pt x="1943836" y="146330"/>
                </a:lnTo>
                <a:lnTo>
                  <a:pt x="1996622" y="171559"/>
                </a:lnTo>
                <a:lnTo>
                  <a:pt x="2044264" y="198310"/>
                </a:lnTo>
                <a:lnTo>
                  <a:pt x="2086476" y="226473"/>
                </a:lnTo>
                <a:lnTo>
                  <a:pt x="2122973" y="255942"/>
                </a:lnTo>
                <a:lnTo>
                  <a:pt x="2153472" y="286609"/>
                </a:lnTo>
                <a:lnTo>
                  <a:pt x="2177689" y="318366"/>
                </a:lnTo>
                <a:lnTo>
                  <a:pt x="2206137" y="384719"/>
                </a:lnTo>
                <a:lnTo>
                  <a:pt x="2209800" y="419100"/>
                </a:lnTo>
                <a:lnTo>
                  <a:pt x="2206137" y="453472"/>
                </a:lnTo>
                <a:lnTo>
                  <a:pt x="2177689" y="519812"/>
                </a:lnTo>
                <a:lnTo>
                  <a:pt x="2153472" y="551566"/>
                </a:lnTo>
                <a:lnTo>
                  <a:pt x="2122973" y="582230"/>
                </a:lnTo>
                <a:lnTo>
                  <a:pt x="2086476" y="611698"/>
                </a:lnTo>
                <a:lnTo>
                  <a:pt x="2044264" y="639861"/>
                </a:lnTo>
                <a:lnTo>
                  <a:pt x="1996622" y="666612"/>
                </a:lnTo>
                <a:lnTo>
                  <a:pt x="1943836" y="691843"/>
                </a:lnTo>
                <a:lnTo>
                  <a:pt x="1886188" y="715446"/>
                </a:lnTo>
                <a:lnTo>
                  <a:pt x="1823963" y="737313"/>
                </a:lnTo>
                <a:lnTo>
                  <a:pt x="1757446" y="757336"/>
                </a:lnTo>
                <a:lnTo>
                  <a:pt x="1686921" y="775407"/>
                </a:lnTo>
                <a:lnTo>
                  <a:pt x="1612672" y="791419"/>
                </a:lnTo>
                <a:lnTo>
                  <a:pt x="1534983" y="805264"/>
                </a:lnTo>
                <a:lnTo>
                  <a:pt x="1454139" y="816833"/>
                </a:lnTo>
                <a:lnTo>
                  <a:pt x="1370425" y="826019"/>
                </a:lnTo>
                <a:lnTo>
                  <a:pt x="1284124" y="832714"/>
                </a:lnTo>
                <a:lnTo>
                  <a:pt x="1195521" y="836810"/>
                </a:lnTo>
                <a:lnTo>
                  <a:pt x="1104900" y="838200"/>
                </a:lnTo>
                <a:lnTo>
                  <a:pt x="1014278" y="836810"/>
                </a:lnTo>
                <a:lnTo>
                  <a:pt x="925675" y="832714"/>
                </a:lnTo>
                <a:lnTo>
                  <a:pt x="839374" y="826019"/>
                </a:lnTo>
                <a:lnTo>
                  <a:pt x="755660" y="816833"/>
                </a:lnTo>
                <a:lnTo>
                  <a:pt x="674816" y="805264"/>
                </a:lnTo>
                <a:lnTo>
                  <a:pt x="597127" y="791419"/>
                </a:lnTo>
                <a:lnTo>
                  <a:pt x="522878" y="775407"/>
                </a:lnTo>
                <a:lnTo>
                  <a:pt x="452353" y="757336"/>
                </a:lnTo>
                <a:lnTo>
                  <a:pt x="385836" y="737313"/>
                </a:lnTo>
                <a:lnTo>
                  <a:pt x="323611" y="715446"/>
                </a:lnTo>
                <a:lnTo>
                  <a:pt x="265963" y="691843"/>
                </a:lnTo>
                <a:lnTo>
                  <a:pt x="213177" y="666612"/>
                </a:lnTo>
                <a:lnTo>
                  <a:pt x="165535" y="639861"/>
                </a:lnTo>
                <a:lnTo>
                  <a:pt x="123323" y="611698"/>
                </a:lnTo>
                <a:lnTo>
                  <a:pt x="86826" y="582230"/>
                </a:lnTo>
                <a:lnTo>
                  <a:pt x="56327" y="551566"/>
                </a:lnTo>
                <a:lnTo>
                  <a:pt x="32110" y="519812"/>
                </a:lnTo>
                <a:lnTo>
                  <a:pt x="3662" y="453472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049774" y="5011674"/>
            <a:ext cx="76200" cy="304800"/>
          </a:xfrm>
          <a:custGeom>
            <a:avLst/>
            <a:gdLst/>
            <a:ahLst/>
            <a:cxnLst/>
            <a:rect l="l" t="t" r="r" b="b"/>
            <a:pathLst>
              <a:path w="76200" h="304800">
                <a:moveTo>
                  <a:pt x="19050" y="304800"/>
                </a:moveTo>
                <a:lnTo>
                  <a:pt x="57150" y="304800"/>
                </a:lnTo>
                <a:lnTo>
                  <a:pt x="57150" y="57150"/>
                </a:lnTo>
                <a:lnTo>
                  <a:pt x="76200" y="76200"/>
                </a:lnTo>
                <a:lnTo>
                  <a:pt x="38100" y="0"/>
                </a:lnTo>
                <a:lnTo>
                  <a:pt x="19050" y="57150"/>
                </a:lnTo>
                <a:lnTo>
                  <a:pt x="19050" y="304800"/>
                </a:lnTo>
                <a:close/>
              </a:path>
              <a:path w="76200" h="304800">
                <a:moveTo>
                  <a:pt x="19050" y="57150"/>
                </a:moveTo>
                <a:lnTo>
                  <a:pt x="38100" y="0"/>
                </a:lnTo>
                <a:lnTo>
                  <a:pt x="0" y="76200"/>
                </a:lnTo>
                <a:lnTo>
                  <a:pt x="19050" y="76199"/>
                </a:lnTo>
                <a:lnTo>
                  <a:pt x="19050" y="57150"/>
                </a:lnTo>
                <a:close/>
              </a:path>
              <a:path w="76200" h="304800">
                <a:moveTo>
                  <a:pt x="76200" y="76200"/>
                </a:moveTo>
                <a:lnTo>
                  <a:pt x="57150" y="57150"/>
                </a:lnTo>
                <a:lnTo>
                  <a:pt x="57150" y="76199"/>
                </a:lnTo>
                <a:lnTo>
                  <a:pt x="76200" y="762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944112" y="4401312"/>
            <a:ext cx="2209800" cy="609600"/>
          </a:xfrm>
          <a:custGeom>
            <a:avLst/>
            <a:gdLst/>
            <a:ahLst/>
            <a:cxnLst/>
            <a:rect l="l" t="t" r="r" b="b"/>
            <a:pathLst>
              <a:path w="2209800" h="609600">
                <a:moveTo>
                  <a:pt x="0" y="304800"/>
                </a:moveTo>
                <a:lnTo>
                  <a:pt x="3662" y="329790"/>
                </a:lnTo>
                <a:lnTo>
                  <a:pt x="14460" y="354225"/>
                </a:lnTo>
                <a:lnTo>
                  <a:pt x="56327" y="401116"/>
                </a:lnTo>
                <a:lnTo>
                  <a:pt x="123323" y="444846"/>
                </a:lnTo>
                <a:lnTo>
                  <a:pt x="165535" y="465328"/>
                </a:lnTo>
                <a:lnTo>
                  <a:pt x="213177" y="484784"/>
                </a:lnTo>
                <a:lnTo>
                  <a:pt x="265963" y="503135"/>
                </a:lnTo>
                <a:lnTo>
                  <a:pt x="323611" y="520303"/>
                </a:lnTo>
                <a:lnTo>
                  <a:pt x="385836" y="536208"/>
                </a:lnTo>
                <a:lnTo>
                  <a:pt x="452353" y="550773"/>
                </a:lnTo>
                <a:lnTo>
                  <a:pt x="522878" y="563919"/>
                </a:lnTo>
                <a:lnTo>
                  <a:pt x="597127" y="575567"/>
                </a:lnTo>
                <a:lnTo>
                  <a:pt x="674816" y="585638"/>
                </a:lnTo>
                <a:lnTo>
                  <a:pt x="755660" y="594055"/>
                </a:lnTo>
                <a:lnTo>
                  <a:pt x="839374" y="600738"/>
                </a:lnTo>
                <a:lnTo>
                  <a:pt x="925675" y="605609"/>
                </a:lnTo>
                <a:lnTo>
                  <a:pt x="1014278" y="608589"/>
                </a:lnTo>
                <a:lnTo>
                  <a:pt x="1104900" y="609600"/>
                </a:lnTo>
                <a:lnTo>
                  <a:pt x="1195521" y="608589"/>
                </a:lnTo>
                <a:lnTo>
                  <a:pt x="1284124" y="605609"/>
                </a:lnTo>
                <a:lnTo>
                  <a:pt x="1370425" y="600738"/>
                </a:lnTo>
                <a:lnTo>
                  <a:pt x="1454139" y="594055"/>
                </a:lnTo>
                <a:lnTo>
                  <a:pt x="1534983" y="585638"/>
                </a:lnTo>
                <a:lnTo>
                  <a:pt x="1612672" y="575567"/>
                </a:lnTo>
                <a:lnTo>
                  <a:pt x="1686921" y="563919"/>
                </a:lnTo>
                <a:lnTo>
                  <a:pt x="1757446" y="550773"/>
                </a:lnTo>
                <a:lnTo>
                  <a:pt x="1823963" y="536208"/>
                </a:lnTo>
                <a:lnTo>
                  <a:pt x="1886188" y="520303"/>
                </a:lnTo>
                <a:lnTo>
                  <a:pt x="1943836" y="503135"/>
                </a:lnTo>
                <a:lnTo>
                  <a:pt x="1996622" y="484784"/>
                </a:lnTo>
                <a:lnTo>
                  <a:pt x="2044264" y="465328"/>
                </a:lnTo>
                <a:lnTo>
                  <a:pt x="2086476" y="444846"/>
                </a:lnTo>
                <a:lnTo>
                  <a:pt x="2122973" y="423416"/>
                </a:lnTo>
                <a:lnTo>
                  <a:pt x="2177689" y="378027"/>
                </a:lnTo>
                <a:lnTo>
                  <a:pt x="2206137" y="329790"/>
                </a:lnTo>
                <a:lnTo>
                  <a:pt x="2209800" y="304800"/>
                </a:lnTo>
                <a:lnTo>
                  <a:pt x="2206137" y="279809"/>
                </a:lnTo>
                <a:lnTo>
                  <a:pt x="2177689" y="231572"/>
                </a:lnTo>
                <a:lnTo>
                  <a:pt x="2122973" y="186183"/>
                </a:lnTo>
                <a:lnTo>
                  <a:pt x="2086476" y="164753"/>
                </a:lnTo>
                <a:lnTo>
                  <a:pt x="2044264" y="144271"/>
                </a:lnTo>
                <a:lnTo>
                  <a:pt x="1996622" y="124815"/>
                </a:lnTo>
                <a:lnTo>
                  <a:pt x="1943836" y="106464"/>
                </a:lnTo>
                <a:lnTo>
                  <a:pt x="1886188" y="89296"/>
                </a:lnTo>
                <a:lnTo>
                  <a:pt x="1823963" y="73391"/>
                </a:lnTo>
                <a:lnTo>
                  <a:pt x="1757446" y="58826"/>
                </a:lnTo>
                <a:lnTo>
                  <a:pt x="1686921" y="45680"/>
                </a:lnTo>
                <a:lnTo>
                  <a:pt x="1612672" y="34032"/>
                </a:lnTo>
                <a:lnTo>
                  <a:pt x="1534983" y="23961"/>
                </a:lnTo>
                <a:lnTo>
                  <a:pt x="1454139" y="15544"/>
                </a:lnTo>
                <a:lnTo>
                  <a:pt x="1370425" y="8861"/>
                </a:lnTo>
                <a:lnTo>
                  <a:pt x="1284124" y="3990"/>
                </a:lnTo>
                <a:lnTo>
                  <a:pt x="1195521" y="1010"/>
                </a:lnTo>
                <a:lnTo>
                  <a:pt x="1104900" y="0"/>
                </a:lnTo>
                <a:lnTo>
                  <a:pt x="1014278" y="1010"/>
                </a:lnTo>
                <a:lnTo>
                  <a:pt x="925675" y="3990"/>
                </a:lnTo>
                <a:lnTo>
                  <a:pt x="839374" y="8861"/>
                </a:lnTo>
                <a:lnTo>
                  <a:pt x="755660" y="15544"/>
                </a:lnTo>
                <a:lnTo>
                  <a:pt x="674816" y="23961"/>
                </a:lnTo>
                <a:lnTo>
                  <a:pt x="597127" y="34032"/>
                </a:lnTo>
                <a:lnTo>
                  <a:pt x="522878" y="45680"/>
                </a:lnTo>
                <a:lnTo>
                  <a:pt x="452353" y="58826"/>
                </a:lnTo>
                <a:lnTo>
                  <a:pt x="385836" y="73391"/>
                </a:lnTo>
                <a:lnTo>
                  <a:pt x="323611" y="89296"/>
                </a:lnTo>
                <a:lnTo>
                  <a:pt x="265963" y="106464"/>
                </a:lnTo>
                <a:lnTo>
                  <a:pt x="213177" y="124815"/>
                </a:lnTo>
                <a:lnTo>
                  <a:pt x="165535" y="144271"/>
                </a:lnTo>
                <a:lnTo>
                  <a:pt x="123323" y="164753"/>
                </a:lnTo>
                <a:lnTo>
                  <a:pt x="86826" y="186183"/>
                </a:lnTo>
                <a:lnTo>
                  <a:pt x="32110" y="231572"/>
                </a:lnTo>
                <a:lnTo>
                  <a:pt x="3662" y="279809"/>
                </a:lnTo>
                <a:lnTo>
                  <a:pt x="0" y="3048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944112" y="4401312"/>
            <a:ext cx="2209800" cy="609600"/>
          </a:xfrm>
          <a:custGeom>
            <a:avLst/>
            <a:gdLst/>
            <a:ahLst/>
            <a:cxnLst/>
            <a:rect l="l" t="t" r="r" b="b"/>
            <a:pathLst>
              <a:path w="2209800" h="609600">
                <a:moveTo>
                  <a:pt x="0" y="304800"/>
                </a:moveTo>
                <a:lnTo>
                  <a:pt x="14460" y="255374"/>
                </a:lnTo>
                <a:lnTo>
                  <a:pt x="56327" y="208483"/>
                </a:lnTo>
                <a:lnTo>
                  <a:pt x="123323" y="164753"/>
                </a:lnTo>
                <a:lnTo>
                  <a:pt x="165535" y="144271"/>
                </a:lnTo>
                <a:lnTo>
                  <a:pt x="213177" y="124815"/>
                </a:lnTo>
                <a:lnTo>
                  <a:pt x="265963" y="106464"/>
                </a:lnTo>
                <a:lnTo>
                  <a:pt x="323611" y="89296"/>
                </a:lnTo>
                <a:lnTo>
                  <a:pt x="385836" y="73391"/>
                </a:lnTo>
                <a:lnTo>
                  <a:pt x="452353" y="58826"/>
                </a:lnTo>
                <a:lnTo>
                  <a:pt x="522878" y="45680"/>
                </a:lnTo>
                <a:lnTo>
                  <a:pt x="597127" y="34032"/>
                </a:lnTo>
                <a:lnTo>
                  <a:pt x="674816" y="23961"/>
                </a:lnTo>
                <a:lnTo>
                  <a:pt x="755660" y="15544"/>
                </a:lnTo>
                <a:lnTo>
                  <a:pt x="839374" y="8861"/>
                </a:lnTo>
                <a:lnTo>
                  <a:pt x="925675" y="3990"/>
                </a:lnTo>
                <a:lnTo>
                  <a:pt x="1014278" y="1010"/>
                </a:lnTo>
                <a:lnTo>
                  <a:pt x="1104900" y="0"/>
                </a:lnTo>
                <a:lnTo>
                  <a:pt x="1195521" y="1010"/>
                </a:lnTo>
                <a:lnTo>
                  <a:pt x="1284124" y="3990"/>
                </a:lnTo>
                <a:lnTo>
                  <a:pt x="1370425" y="8861"/>
                </a:lnTo>
                <a:lnTo>
                  <a:pt x="1454139" y="15544"/>
                </a:lnTo>
                <a:lnTo>
                  <a:pt x="1534983" y="23961"/>
                </a:lnTo>
                <a:lnTo>
                  <a:pt x="1612672" y="34032"/>
                </a:lnTo>
                <a:lnTo>
                  <a:pt x="1686921" y="45680"/>
                </a:lnTo>
                <a:lnTo>
                  <a:pt x="1757446" y="58826"/>
                </a:lnTo>
                <a:lnTo>
                  <a:pt x="1823963" y="73391"/>
                </a:lnTo>
                <a:lnTo>
                  <a:pt x="1886188" y="89296"/>
                </a:lnTo>
                <a:lnTo>
                  <a:pt x="1943836" y="106464"/>
                </a:lnTo>
                <a:lnTo>
                  <a:pt x="1996622" y="124815"/>
                </a:lnTo>
                <a:lnTo>
                  <a:pt x="2044264" y="144271"/>
                </a:lnTo>
                <a:lnTo>
                  <a:pt x="2086476" y="164753"/>
                </a:lnTo>
                <a:lnTo>
                  <a:pt x="2122973" y="186183"/>
                </a:lnTo>
                <a:lnTo>
                  <a:pt x="2177689" y="231572"/>
                </a:lnTo>
                <a:lnTo>
                  <a:pt x="2206137" y="279809"/>
                </a:lnTo>
                <a:lnTo>
                  <a:pt x="2209800" y="304800"/>
                </a:lnTo>
                <a:lnTo>
                  <a:pt x="2206137" y="329790"/>
                </a:lnTo>
                <a:lnTo>
                  <a:pt x="2177689" y="378027"/>
                </a:lnTo>
                <a:lnTo>
                  <a:pt x="2122973" y="423416"/>
                </a:lnTo>
                <a:lnTo>
                  <a:pt x="2086476" y="444846"/>
                </a:lnTo>
                <a:lnTo>
                  <a:pt x="2044264" y="465328"/>
                </a:lnTo>
                <a:lnTo>
                  <a:pt x="1996622" y="484784"/>
                </a:lnTo>
                <a:lnTo>
                  <a:pt x="1943836" y="503135"/>
                </a:lnTo>
                <a:lnTo>
                  <a:pt x="1886188" y="520303"/>
                </a:lnTo>
                <a:lnTo>
                  <a:pt x="1823963" y="536208"/>
                </a:lnTo>
                <a:lnTo>
                  <a:pt x="1757446" y="550773"/>
                </a:lnTo>
                <a:lnTo>
                  <a:pt x="1686921" y="563919"/>
                </a:lnTo>
                <a:lnTo>
                  <a:pt x="1612672" y="575567"/>
                </a:lnTo>
                <a:lnTo>
                  <a:pt x="1534983" y="585638"/>
                </a:lnTo>
                <a:lnTo>
                  <a:pt x="1454139" y="594055"/>
                </a:lnTo>
                <a:lnTo>
                  <a:pt x="1370425" y="600738"/>
                </a:lnTo>
                <a:lnTo>
                  <a:pt x="1284124" y="605609"/>
                </a:lnTo>
                <a:lnTo>
                  <a:pt x="1195521" y="608589"/>
                </a:lnTo>
                <a:lnTo>
                  <a:pt x="1104900" y="609600"/>
                </a:lnTo>
                <a:lnTo>
                  <a:pt x="1014278" y="608589"/>
                </a:lnTo>
                <a:lnTo>
                  <a:pt x="925675" y="605609"/>
                </a:lnTo>
                <a:lnTo>
                  <a:pt x="839374" y="600738"/>
                </a:lnTo>
                <a:lnTo>
                  <a:pt x="755660" y="594055"/>
                </a:lnTo>
                <a:lnTo>
                  <a:pt x="674816" y="585638"/>
                </a:lnTo>
                <a:lnTo>
                  <a:pt x="597127" y="575567"/>
                </a:lnTo>
                <a:lnTo>
                  <a:pt x="522878" y="563919"/>
                </a:lnTo>
                <a:lnTo>
                  <a:pt x="452353" y="550773"/>
                </a:lnTo>
                <a:lnTo>
                  <a:pt x="385836" y="536208"/>
                </a:lnTo>
                <a:lnTo>
                  <a:pt x="323611" y="520303"/>
                </a:lnTo>
                <a:lnTo>
                  <a:pt x="265963" y="503135"/>
                </a:lnTo>
                <a:lnTo>
                  <a:pt x="213177" y="484784"/>
                </a:lnTo>
                <a:lnTo>
                  <a:pt x="165535" y="465328"/>
                </a:lnTo>
                <a:lnTo>
                  <a:pt x="123323" y="444846"/>
                </a:lnTo>
                <a:lnTo>
                  <a:pt x="86826" y="423416"/>
                </a:lnTo>
                <a:lnTo>
                  <a:pt x="32110" y="378027"/>
                </a:lnTo>
                <a:lnTo>
                  <a:pt x="3662" y="329790"/>
                </a:lnTo>
                <a:lnTo>
                  <a:pt x="0" y="3048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487674" y="4668774"/>
            <a:ext cx="457200" cy="76200"/>
          </a:xfrm>
          <a:custGeom>
            <a:avLst/>
            <a:gdLst/>
            <a:ahLst/>
            <a:cxnLst/>
            <a:rect l="l" t="t" r="r" b="b"/>
            <a:pathLst>
              <a:path w="457200" h="76200">
                <a:moveTo>
                  <a:pt x="400050" y="57150"/>
                </a:moveTo>
                <a:lnTo>
                  <a:pt x="381000" y="57149"/>
                </a:lnTo>
                <a:lnTo>
                  <a:pt x="381000" y="76200"/>
                </a:lnTo>
                <a:lnTo>
                  <a:pt x="457200" y="38100"/>
                </a:lnTo>
                <a:lnTo>
                  <a:pt x="400050" y="57150"/>
                </a:lnTo>
                <a:close/>
              </a:path>
              <a:path w="457200" h="76200">
                <a:moveTo>
                  <a:pt x="400050" y="19050"/>
                </a:moveTo>
                <a:lnTo>
                  <a:pt x="381000" y="0"/>
                </a:lnTo>
                <a:lnTo>
                  <a:pt x="381000" y="19049"/>
                </a:lnTo>
                <a:lnTo>
                  <a:pt x="400050" y="19050"/>
                </a:lnTo>
                <a:close/>
              </a:path>
              <a:path w="457200" h="76200">
                <a:moveTo>
                  <a:pt x="0" y="19050"/>
                </a:moveTo>
                <a:lnTo>
                  <a:pt x="0" y="57150"/>
                </a:lnTo>
                <a:lnTo>
                  <a:pt x="400050" y="57150"/>
                </a:lnTo>
                <a:lnTo>
                  <a:pt x="457200" y="38100"/>
                </a:lnTo>
                <a:lnTo>
                  <a:pt x="381000" y="0"/>
                </a:lnTo>
                <a:lnTo>
                  <a:pt x="400050" y="19050"/>
                </a:lnTo>
                <a:lnTo>
                  <a:pt x="0" y="1905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7068311" y="1429512"/>
            <a:ext cx="1371600" cy="533400"/>
          </a:xfrm>
          <a:custGeom>
            <a:avLst/>
            <a:gdLst/>
            <a:ahLst/>
            <a:cxnLst/>
            <a:rect l="l" t="t" r="r" b="b"/>
            <a:pathLst>
              <a:path w="1371600" h="533400">
                <a:moveTo>
                  <a:pt x="0" y="266700"/>
                </a:moveTo>
                <a:lnTo>
                  <a:pt x="2273" y="288577"/>
                </a:lnTo>
                <a:lnTo>
                  <a:pt x="8977" y="309966"/>
                </a:lnTo>
                <a:lnTo>
                  <a:pt x="34966" y="351007"/>
                </a:lnTo>
                <a:lnTo>
                  <a:pt x="76555" y="389275"/>
                </a:lnTo>
                <a:lnTo>
                  <a:pt x="132331" y="424220"/>
                </a:lnTo>
                <a:lnTo>
                  <a:pt x="200882" y="455295"/>
                </a:lnTo>
                <a:lnTo>
                  <a:pt x="239506" y="469209"/>
                </a:lnTo>
                <a:lnTo>
                  <a:pt x="280793" y="481949"/>
                </a:lnTo>
                <a:lnTo>
                  <a:pt x="324568" y="493448"/>
                </a:lnTo>
                <a:lnTo>
                  <a:pt x="370654" y="503636"/>
                </a:lnTo>
                <a:lnTo>
                  <a:pt x="418873" y="512445"/>
                </a:lnTo>
                <a:lnTo>
                  <a:pt x="469050" y="519805"/>
                </a:lnTo>
                <a:lnTo>
                  <a:pt x="521008" y="525650"/>
                </a:lnTo>
                <a:lnTo>
                  <a:pt x="574570" y="529910"/>
                </a:lnTo>
                <a:lnTo>
                  <a:pt x="629559" y="532516"/>
                </a:lnTo>
                <a:lnTo>
                  <a:pt x="685800" y="533400"/>
                </a:lnTo>
                <a:lnTo>
                  <a:pt x="742040" y="532516"/>
                </a:lnTo>
                <a:lnTo>
                  <a:pt x="797029" y="529910"/>
                </a:lnTo>
                <a:lnTo>
                  <a:pt x="850591" y="525650"/>
                </a:lnTo>
                <a:lnTo>
                  <a:pt x="902549" y="519805"/>
                </a:lnTo>
                <a:lnTo>
                  <a:pt x="952726" y="512444"/>
                </a:lnTo>
                <a:lnTo>
                  <a:pt x="1000945" y="503636"/>
                </a:lnTo>
                <a:lnTo>
                  <a:pt x="1047031" y="493448"/>
                </a:lnTo>
                <a:lnTo>
                  <a:pt x="1090806" y="481949"/>
                </a:lnTo>
                <a:lnTo>
                  <a:pt x="1132093" y="469209"/>
                </a:lnTo>
                <a:lnTo>
                  <a:pt x="1170717" y="455295"/>
                </a:lnTo>
                <a:lnTo>
                  <a:pt x="1206501" y="440275"/>
                </a:lnTo>
                <a:lnTo>
                  <a:pt x="1268841" y="407197"/>
                </a:lnTo>
                <a:lnTo>
                  <a:pt x="1317700" y="370522"/>
                </a:lnTo>
                <a:lnTo>
                  <a:pt x="1351666" y="330799"/>
                </a:lnTo>
                <a:lnTo>
                  <a:pt x="1369326" y="288577"/>
                </a:lnTo>
                <a:lnTo>
                  <a:pt x="1371600" y="266700"/>
                </a:lnTo>
                <a:lnTo>
                  <a:pt x="1369326" y="244822"/>
                </a:lnTo>
                <a:lnTo>
                  <a:pt x="1351666" y="202600"/>
                </a:lnTo>
                <a:lnTo>
                  <a:pt x="1317700" y="162877"/>
                </a:lnTo>
                <a:lnTo>
                  <a:pt x="1268841" y="126202"/>
                </a:lnTo>
                <a:lnTo>
                  <a:pt x="1206501" y="93124"/>
                </a:lnTo>
                <a:lnTo>
                  <a:pt x="1170717" y="78105"/>
                </a:lnTo>
                <a:lnTo>
                  <a:pt x="1132093" y="64190"/>
                </a:lnTo>
                <a:lnTo>
                  <a:pt x="1090806" y="51450"/>
                </a:lnTo>
                <a:lnTo>
                  <a:pt x="1047031" y="39951"/>
                </a:lnTo>
                <a:lnTo>
                  <a:pt x="1000945" y="29763"/>
                </a:lnTo>
                <a:lnTo>
                  <a:pt x="952726" y="20955"/>
                </a:lnTo>
                <a:lnTo>
                  <a:pt x="902549" y="13594"/>
                </a:lnTo>
                <a:lnTo>
                  <a:pt x="850591" y="7749"/>
                </a:lnTo>
                <a:lnTo>
                  <a:pt x="797029" y="3489"/>
                </a:lnTo>
                <a:lnTo>
                  <a:pt x="742040" y="883"/>
                </a:lnTo>
                <a:lnTo>
                  <a:pt x="685800" y="0"/>
                </a:lnTo>
                <a:lnTo>
                  <a:pt x="629559" y="883"/>
                </a:lnTo>
                <a:lnTo>
                  <a:pt x="574570" y="3489"/>
                </a:lnTo>
                <a:lnTo>
                  <a:pt x="521008" y="7749"/>
                </a:lnTo>
                <a:lnTo>
                  <a:pt x="469050" y="13594"/>
                </a:lnTo>
                <a:lnTo>
                  <a:pt x="418873" y="20954"/>
                </a:lnTo>
                <a:lnTo>
                  <a:pt x="370654" y="29763"/>
                </a:lnTo>
                <a:lnTo>
                  <a:pt x="324568" y="39951"/>
                </a:lnTo>
                <a:lnTo>
                  <a:pt x="280793" y="51450"/>
                </a:lnTo>
                <a:lnTo>
                  <a:pt x="239506" y="64190"/>
                </a:lnTo>
                <a:lnTo>
                  <a:pt x="200882" y="78105"/>
                </a:lnTo>
                <a:lnTo>
                  <a:pt x="165098" y="93124"/>
                </a:lnTo>
                <a:lnTo>
                  <a:pt x="102758" y="126202"/>
                </a:lnTo>
                <a:lnTo>
                  <a:pt x="53899" y="162877"/>
                </a:lnTo>
                <a:lnTo>
                  <a:pt x="19933" y="202600"/>
                </a:lnTo>
                <a:lnTo>
                  <a:pt x="2273" y="244822"/>
                </a:lnTo>
                <a:lnTo>
                  <a:pt x="0" y="2667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7068311" y="1429512"/>
            <a:ext cx="1371600" cy="533400"/>
          </a:xfrm>
          <a:custGeom>
            <a:avLst/>
            <a:gdLst/>
            <a:ahLst/>
            <a:cxnLst/>
            <a:rect l="l" t="t" r="r" b="b"/>
            <a:pathLst>
              <a:path w="1371600" h="533400">
                <a:moveTo>
                  <a:pt x="0" y="266700"/>
                </a:moveTo>
                <a:lnTo>
                  <a:pt x="8977" y="223433"/>
                </a:lnTo>
                <a:lnTo>
                  <a:pt x="34966" y="182392"/>
                </a:lnTo>
                <a:lnTo>
                  <a:pt x="76555" y="144124"/>
                </a:lnTo>
                <a:lnTo>
                  <a:pt x="132331" y="109179"/>
                </a:lnTo>
                <a:lnTo>
                  <a:pt x="200882" y="78105"/>
                </a:lnTo>
                <a:lnTo>
                  <a:pt x="239506" y="64190"/>
                </a:lnTo>
                <a:lnTo>
                  <a:pt x="280793" y="51450"/>
                </a:lnTo>
                <a:lnTo>
                  <a:pt x="324568" y="39951"/>
                </a:lnTo>
                <a:lnTo>
                  <a:pt x="370654" y="29763"/>
                </a:lnTo>
                <a:lnTo>
                  <a:pt x="418873" y="20954"/>
                </a:lnTo>
                <a:lnTo>
                  <a:pt x="469050" y="13594"/>
                </a:lnTo>
                <a:lnTo>
                  <a:pt x="521008" y="7749"/>
                </a:lnTo>
                <a:lnTo>
                  <a:pt x="574570" y="3489"/>
                </a:lnTo>
                <a:lnTo>
                  <a:pt x="629559" y="883"/>
                </a:lnTo>
                <a:lnTo>
                  <a:pt x="685800" y="0"/>
                </a:lnTo>
                <a:lnTo>
                  <a:pt x="742040" y="883"/>
                </a:lnTo>
                <a:lnTo>
                  <a:pt x="797029" y="3489"/>
                </a:lnTo>
                <a:lnTo>
                  <a:pt x="850591" y="7749"/>
                </a:lnTo>
                <a:lnTo>
                  <a:pt x="902549" y="13594"/>
                </a:lnTo>
                <a:lnTo>
                  <a:pt x="952726" y="20955"/>
                </a:lnTo>
                <a:lnTo>
                  <a:pt x="1000945" y="29763"/>
                </a:lnTo>
                <a:lnTo>
                  <a:pt x="1047031" y="39951"/>
                </a:lnTo>
                <a:lnTo>
                  <a:pt x="1090806" y="51450"/>
                </a:lnTo>
                <a:lnTo>
                  <a:pt x="1132093" y="64190"/>
                </a:lnTo>
                <a:lnTo>
                  <a:pt x="1170717" y="78105"/>
                </a:lnTo>
                <a:lnTo>
                  <a:pt x="1206501" y="93124"/>
                </a:lnTo>
                <a:lnTo>
                  <a:pt x="1268841" y="126202"/>
                </a:lnTo>
                <a:lnTo>
                  <a:pt x="1317700" y="162877"/>
                </a:lnTo>
                <a:lnTo>
                  <a:pt x="1351666" y="202600"/>
                </a:lnTo>
                <a:lnTo>
                  <a:pt x="1369326" y="244822"/>
                </a:lnTo>
                <a:lnTo>
                  <a:pt x="1371600" y="266700"/>
                </a:lnTo>
                <a:lnTo>
                  <a:pt x="1369326" y="288577"/>
                </a:lnTo>
                <a:lnTo>
                  <a:pt x="1351666" y="330799"/>
                </a:lnTo>
                <a:lnTo>
                  <a:pt x="1317700" y="370522"/>
                </a:lnTo>
                <a:lnTo>
                  <a:pt x="1268841" y="407197"/>
                </a:lnTo>
                <a:lnTo>
                  <a:pt x="1206501" y="440275"/>
                </a:lnTo>
                <a:lnTo>
                  <a:pt x="1170717" y="455295"/>
                </a:lnTo>
                <a:lnTo>
                  <a:pt x="1132093" y="469209"/>
                </a:lnTo>
                <a:lnTo>
                  <a:pt x="1090806" y="481949"/>
                </a:lnTo>
                <a:lnTo>
                  <a:pt x="1047031" y="493448"/>
                </a:lnTo>
                <a:lnTo>
                  <a:pt x="1000945" y="503636"/>
                </a:lnTo>
                <a:lnTo>
                  <a:pt x="952726" y="512444"/>
                </a:lnTo>
                <a:lnTo>
                  <a:pt x="902549" y="519805"/>
                </a:lnTo>
                <a:lnTo>
                  <a:pt x="850591" y="525650"/>
                </a:lnTo>
                <a:lnTo>
                  <a:pt x="797029" y="529910"/>
                </a:lnTo>
                <a:lnTo>
                  <a:pt x="742040" y="532516"/>
                </a:lnTo>
                <a:lnTo>
                  <a:pt x="685800" y="533400"/>
                </a:lnTo>
                <a:lnTo>
                  <a:pt x="629559" y="532516"/>
                </a:lnTo>
                <a:lnTo>
                  <a:pt x="574570" y="529910"/>
                </a:lnTo>
                <a:lnTo>
                  <a:pt x="521008" y="525650"/>
                </a:lnTo>
                <a:lnTo>
                  <a:pt x="469050" y="519805"/>
                </a:lnTo>
                <a:lnTo>
                  <a:pt x="418873" y="512445"/>
                </a:lnTo>
                <a:lnTo>
                  <a:pt x="370654" y="503636"/>
                </a:lnTo>
                <a:lnTo>
                  <a:pt x="324568" y="493448"/>
                </a:lnTo>
                <a:lnTo>
                  <a:pt x="280793" y="481949"/>
                </a:lnTo>
                <a:lnTo>
                  <a:pt x="239506" y="469209"/>
                </a:lnTo>
                <a:lnTo>
                  <a:pt x="200882" y="455295"/>
                </a:lnTo>
                <a:lnTo>
                  <a:pt x="165098" y="440275"/>
                </a:lnTo>
                <a:lnTo>
                  <a:pt x="102758" y="407197"/>
                </a:lnTo>
                <a:lnTo>
                  <a:pt x="53899" y="370522"/>
                </a:lnTo>
                <a:lnTo>
                  <a:pt x="19933" y="330799"/>
                </a:lnTo>
                <a:lnTo>
                  <a:pt x="2273" y="288577"/>
                </a:lnTo>
                <a:lnTo>
                  <a:pt x="0" y="2667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7716774" y="19636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228600"/>
                </a:moveTo>
                <a:lnTo>
                  <a:pt x="57150" y="228600"/>
                </a:lnTo>
                <a:lnTo>
                  <a:pt x="57150" y="57150"/>
                </a:lnTo>
                <a:lnTo>
                  <a:pt x="76200" y="76200"/>
                </a:lnTo>
                <a:lnTo>
                  <a:pt x="38100" y="0"/>
                </a:lnTo>
                <a:lnTo>
                  <a:pt x="19050" y="57150"/>
                </a:lnTo>
                <a:lnTo>
                  <a:pt x="19050" y="228600"/>
                </a:lnTo>
                <a:close/>
              </a:path>
              <a:path w="76200" h="228600">
                <a:moveTo>
                  <a:pt x="19050" y="57150"/>
                </a:moveTo>
                <a:lnTo>
                  <a:pt x="38100" y="0"/>
                </a:lnTo>
                <a:lnTo>
                  <a:pt x="0" y="76200"/>
                </a:lnTo>
                <a:lnTo>
                  <a:pt x="19050" y="76199"/>
                </a:lnTo>
                <a:lnTo>
                  <a:pt x="19050" y="57150"/>
                </a:lnTo>
                <a:close/>
              </a:path>
              <a:path w="76200" h="228600">
                <a:moveTo>
                  <a:pt x="76200" y="76200"/>
                </a:moveTo>
                <a:lnTo>
                  <a:pt x="57150" y="57150"/>
                </a:lnTo>
                <a:lnTo>
                  <a:pt x="57150" y="76199"/>
                </a:lnTo>
                <a:lnTo>
                  <a:pt x="76200" y="762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7068311" y="2191512"/>
            <a:ext cx="1371600" cy="838200"/>
          </a:xfrm>
          <a:custGeom>
            <a:avLst/>
            <a:gdLst/>
            <a:ahLst/>
            <a:cxnLst/>
            <a:rect l="l" t="t" r="r" b="b"/>
            <a:pathLst>
              <a:path w="1371600" h="838200">
                <a:moveTo>
                  <a:pt x="0" y="419100"/>
                </a:moveTo>
                <a:lnTo>
                  <a:pt x="2273" y="453480"/>
                </a:lnTo>
                <a:lnTo>
                  <a:pt x="8977" y="487094"/>
                </a:lnTo>
                <a:lnTo>
                  <a:pt x="34966" y="551590"/>
                </a:lnTo>
                <a:lnTo>
                  <a:pt x="76555" y="611726"/>
                </a:lnTo>
                <a:lnTo>
                  <a:pt x="102758" y="639889"/>
                </a:lnTo>
                <a:lnTo>
                  <a:pt x="132331" y="666640"/>
                </a:lnTo>
                <a:lnTo>
                  <a:pt x="165098" y="691869"/>
                </a:lnTo>
                <a:lnTo>
                  <a:pt x="200882" y="715470"/>
                </a:lnTo>
                <a:lnTo>
                  <a:pt x="239506" y="737334"/>
                </a:lnTo>
                <a:lnTo>
                  <a:pt x="280793" y="757354"/>
                </a:lnTo>
                <a:lnTo>
                  <a:pt x="324568" y="775423"/>
                </a:lnTo>
                <a:lnTo>
                  <a:pt x="370654" y="791431"/>
                </a:lnTo>
                <a:lnTo>
                  <a:pt x="418873" y="805273"/>
                </a:lnTo>
                <a:lnTo>
                  <a:pt x="469050" y="816839"/>
                </a:lnTo>
                <a:lnTo>
                  <a:pt x="521008" y="826023"/>
                </a:lnTo>
                <a:lnTo>
                  <a:pt x="574570" y="832716"/>
                </a:lnTo>
                <a:lnTo>
                  <a:pt x="629559" y="836811"/>
                </a:lnTo>
                <a:lnTo>
                  <a:pt x="685800" y="838200"/>
                </a:lnTo>
                <a:lnTo>
                  <a:pt x="742040" y="836811"/>
                </a:lnTo>
                <a:lnTo>
                  <a:pt x="797029" y="832716"/>
                </a:lnTo>
                <a:lnTo>
                  <a:pt x="850591" y="826023"/>
                </a:lnTo>
                <a:lnTo>
                  <a:pt x="902549" y="816839"/>
                </a:lnTo>
                <a:lnTo>
                  <a:pt x="952726" y="805273"/>
                </a:lnTo>
                <a:lnTo>
                  <a:pt x="1000945" y="791431"/>
                </a:lnTo>
                <a:lnTo>
                  <a:pt x="1047031" y="775423"/>
                </a:lnTo>
                <a:lnTo>
                  <a:pt x="1090806" y="757354"/>
                </a:lnTo>
                <a:lnTo>
                  <a:pt x="1132093" y="737334"/>
                </a:lnTo>
                <a:lnTo>
                  <a:pt x="1170717" y="715470"/>
                </a:lnTo>
                <a:lnTo>
                  <a:pt x="1206501" y="691869"/>
                </a:lnTo>
                <a:lnTo>
                  <a:pt x="1239268" y="666640"/>
                </a:lnTo>
                <a:lnTo>
                  <a:pt x="1268841" y="639889"/>
                </a:lnTo>
                <a:lnTo>
                  <a:pt x="1295044" y="611726"/>
                </a:lnTo>
                <a:lnTo>
                  <a:pt x="1336633" y="551590"/>
                </a:lnTo>
                <a:lnTo>
                  <a:pt x="1362622" y="487094"/>
                </a:lnTo>
                <a:lnTo>
                  <a:pt x="1371600" y="419100"/>
                </a:lnTo>
                <a:lnTo>
                  <a:pt x="1369326" y="384719"/>
                </a:lnTo>
                <a:lnTo>
                  <a:pt x="1351666" y="318366"/>
                </a:lnTo>
                <a:lnTo>
                  <a:pt x="1317700" y="255942"/>
                </a:lnTo>
                <a:lnTo>
                  <a:pt x="1268841" y="198310"/>
                </a:lnTo>
                <a:lnTo>
                  <a:pt x="1239268" y="171559"/>
                </a:lnTo>
                <a:lnTo>
                  <a:pt x="1206501" y="146330"/>
                </a:lnTo>
                <a:lnTo>
                  <a:pt x="1170717" y="122729"/>
                </a:lnTo>
                <a:lnTo>
                  <a:pt x="1132093" y="100865"/>
                </a:lnTo>
                <a:lnTo>
                  <a:pt x="1090806" y="80845"/>
                </a:lnTo>
                <a:lnTo>
                  <a:pt x="1047031" y="62776"/>
                </a:lnTo>
                <a:lnTo>
                  <a:pt x="1000945" y="46768"/>
                </a:lnTo>
                <a:lnTo>
                  <a:pt x="952726" y="32926"/>
                </a:lnTo>
                <a:lnTo>
                  <a:pt x="902549" y="21360"/>
                </a:lnTo>
                <a:lnTo>
                  <a:pt x="850591" y="12176"/>
                </a:lnTo>
                <a:lnTo>
                  <a:pt x="797029" y="5483"/>
                </a:lnTo>
                <a:lnTo>
                  <a:pt x="742040" y="1388"/>
                </a:lnTo>
                <a:lnTo>
                  <a:pt x="685800" y="0"/>
                </a:lnTo>
                <a:lnTo>
                  <a:pt x="629559" y="1388"/>
                </a:lnTo>
                <a:lnTo>
                  <a:pt x="574570" y="5483"/>
                </a:lnTo>
                <a:lnTo>
                  <a:pt x="521008" y="12176"/>
                </a:lnTo>
                <a:lnTo>
                  <a:pt x="469050" y="21360"/>
                </a:lnTo>
                <a:lnTo>
                  <a:pt x="418873" y="32926"/>
                </a:lnTo>
                <a:lnTo>
                  <a:pt x="370654" y="46768"/>
                </a:lnTo>
                <a:lnTo>
                  <a:pt x="324568" y="62776"/>
                </a:lnTo>
                <a:lnTo>
                  <a:pt x="280793" y="80845"/>
                </a:lnTo>
                <a:lnTo>
                  <a:pt x="239506" y="100865"/>
                </a:lnTo>
                <a:lnTo>
                  <a:pt x="200882" y="122729"/>
                </a:lnTo>
                <a:lnTo>
                  <a:pt x="165098" y="146330"/>
                </a:lnTo>
                <a:lnTo>
                  <a:pt x="132331" y="171559"/>
                </a:lnTo>
                <a:lnTo>
                  <a:pt x="102758" y="198310"/>
                </a:lnTo>
                <a:lnTo>
                  <a:pt x="76555" y="226473"/>
                </a:lnTo>
                <a:lnTo>
                  <a:pt x="34966" y="286609"/>
                </a:lnTo>
                <a:lnTo>
                  <a:pt x="8977" y="351105"/>
                </a:lnTo>
                <a:lnTo>
                  <a:pt x="2273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7068311" y="2191512"/>
            <a:ext cx="1371600" cy="838200"/>
          </a:xfrm>
          <a:custGeom>
            <a:avLst/>
            <a:gdLst/>
            <a:ahLst/>
            <a:cxnLst/>
            <a:rect l="l" t="t" r="r" b="b"/>
            <a:pathLst>
              <a:path w="1371600" h="838200">
                <a:moveTo>
                  <a:pt x="0" y="419100"/>
                </a:moveTo>
                <a:lnTo>
                  <a:pt x="8977" y="351105"/>
                </a:lnTo>
                <a:lnTo>
                  <a:pt x="34966" y="286609"/>
                </a:lnTo>
                <a:lnTo>
                  <a:pt x="76555" y="226473"/>
                </a:lnTo>
                <a:lnTo>
                  <a:pt x="102758" y="198310"/>
                </a:lnTo>
                <a:lnTo>
                  <a:pt x="132331" y="171559"/>
                </a:lnTo>
                <a:lnTo>
                  <a:pt x="165098" y="146330"/>
                </a:lnTo>
                <a:lnTo>
                  <a:pt x="200882" y="122729"/>
                </a:lnTo>
                <a:lnTo>
                  <a:pt x="239506" y="100865"/>
                </a:lnTo>
                <a:lnTo>
                  <a:pt x="280793" y="80845"/>
                </a:lnTo>
                <a:lnTo>
                  <a:pt x="324568" y="62776"/>
                </a:lnTo>
                <a:lnTo>
                  <a:pt x="370654" y="46768"/>
                </a:lnTo>
                <a:lnTo>
                  <a:pt x="418873" y="32926"/>
                </a:lnTo>
                <a:lnTo>
                  <a:pt x="469050" y="21360"/>
                </a:lnTo>
                <a:lnTo>
                  <a:pt x="521008" y="12176"/>
                </a:lnTo>
                <a:lnTo>
                  <a:pt x="574570" y="5483"/>
                </a:lnTo>
                <a:lnTo>
                  <a:pt x="629559" y="1388"/>
                </a:lnTo>
                <a:lnTo>
                  <a:pt x="685800" y="0"/>
                </a:lnTo>
                <a:lnTo>
                  <a:pt x="742040" y="1388"/>
                </a:lnTo>
                <a:lnTo>
                  <a:pt x="797029" y="5483"/>
                </a:lnTo>
                <a:lnTo>
                  <a:pt x="850591" y="12176"/>
                </a:lnTo>
                <a:lnTo>
                  <a:pt x="902549" y="21360"/>
                </a:lnTo>
                <a:lnTo>
                  <a:pt x="952726" y="32926"/>
                </a:lnTo>
                <a:lnTo>
                  <a:pt x="1000945" y="46768"/>
                </a:lnTo>
                <a:lnTo>
                  <a:pt x="1047031" y="62776"/>
                </a:lnTo>
                <a:lnTo>
                  <a:pt x="1090806" y="80845"/>
                </a:lnTo>
                <a:lnTo>
                  <a:pt x="1132093" y="100865"/>
                </a:lnTo>
                <a:lnTo>
                  <a:pt x="1170717" y="122729"/>
                </a:lnTo>
                <a:lnTo>
                  <a:pt x="1206501" y="146330"/>
                </a:lnTo>
                <a:lnTo>
                  <a:pt x="1239268" y="171559"/>
                </a:lnTo>
                <a:lnTo>
                  <a:pt x="1268841" y="198310"/>
                </a:lnTo>
                <a:lnTo>
                  <a:pt x="1295044" y="226473"/>
                </a:lnTo>
                <a:lnTo>
                  <a:pt x="1336633" y="286609"/>
                </a:lnTo>
                <a:lnTo>
                  <a:pt x="1362622" y="351105"/>
                </a:lnTo>
                <a:lnTo>
                  <a:pt x="1371600" y="419100"/>
                </a:lnTo>
                <a:lnTo>
                  <a:pt x="1369326" y="453480"/>
                </a:lnTo>
                <a:lnTo>
                  <a:pt x="1351666" y="519833"/>
                </a:lnTo>
                <a:lnTo>
                  <a:pt x="1317700" y="582257"/>
                </a:lnTo>
                <a:lnTo>
                  <a:pt x="1268841" y="639889"/>
                </a:lnTo>
                <a:lnTo>
                  <a:pt x="1239268" y="666640"/>
                </a:lnTo>
                <a:lnTo>
                  <a:pt x="1206501" y="691869"/>
                </a:lnTo>
                <a:lnTo>
                  <a:pt x="1170717" y="715470"/>
                </a:lnTo>
                <a:lnTo>
                  <a:pt x="1132093" y="737334"/>
                </a:lnTo>
                <a:lnTo>
                  <a:pt x="1090806" y="757354"/>
                </a:lnTo>
                <a:lnTo>
                  <a:pt x="1047031" y="775423"/>
                </a:lnTo>
                <a:lnTo>
                  <a:pt x="1000945" y="791431"/>
                </a:lnTo>
                <a:lnTo>
                  <a:pt x="952726" y="805273"/>
                </a:lnTo>
                <a:lnTo>
                  <a:pt x="902549" y="816839"/>
                </a:lnTo>
                <a:lnTo>
                  <a:pt x="850591" y="826023"/>
                </a:lnTo>
                <a:lnTo>
                  <a:pt x="797029" y="832716"/>
                </a:lnTo>
                <a:lnTo>
                  <a:pt x="742040" y="836811"/>
                </a:lnTo>
                <a:lnTo>
                  <a:pt x="685800" y="838200"/>
                </a:lnTo>
                <a:lnTo>
                  <a:pt x="629559" y="836811"/>
                </a:lnTo>
                <a:lnTo>
                  <a:pt x="574570" y="832716"/>
                </a:lnTo>
                <a:lnTo>
                  <a:pt x="521008" y="826023"/>
                </a:lnTo>
                <a:lnTo>
                  <a:pt x="469050" y="816839"/>
                </a:lnTo>
                <a:lnTo>
                  <a:pt x="418873" y="805273"/>
                </a:lnTo>
                <a:lnTo>
                  <a:pt x="370654" y="791431"/>
                </a:lnTo>
                <a:lnTo>
                  <a:pt x="324568" y="775423"/>
                </a:lnTo>
                <a:lnTo>
                  <a:pt x="280793" y="757354"/>
                </a:lnTo>
                <a:lnTo>
                  <a:pt x="239506" y="737334"/>
                </a:lnTo>
                <a:lnTo>
                  <a:pt x="200882" y="715470"/>
                </a:lnTo>
                <a:lnTo>
                  <a:pt x="165098" y="691869"/>
                </a:lnTo>
                <a:lnTo>
                  <a:pt x="132331" y="666640"/>
                </a:lnTo>
                <a:lnTo>
                  <a:pt x="102758" y="639889"/>
                </a:lnTo>
                <a:lnTo>
                  <a:pt x="76555" y="611726"/>
                </a:lnTo>
                <a:lnTo>
                  <a:pt x="34966" y="551590"/>
                </a:lnTo>
                <a:lnTo>
                  <a:pt x="8977" y="487094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7716774" y="30304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228600"/>
                </a:moveTo>
                <a:lnTo>
                  <a:pt x="57150" y="228600"/>
                </a:lnTo>
                <a:lnTo>
                  <a:pt x="57150" y="57150"/>
                </a:lnTo>
                <a:lnTo>
                  <a:pt x="76200" y="76200"/>
                </a:lnTo>
                <a:lnTo>
                  <a:pt x="38100" y="0"/>
                </a:lnTo>
                <a:lnTo>
                  <a:pt x="19050" y="57150"/>
                </a:lnTo>
                <a:lnTo>
                  <a:pt x="19050" y="228600"/>
                </a:lnTo>
                <a:close/>
              </a:path>
              <a:path w="76200" h="228600">
                <a:moveTo>
                  <a:pt x="19050" y="57150"/>
                </a:moveTo>
                <a:lnTo>
                  <a:pt x="38100" y="0"/>
                </a:lnTo>
                <a:lnTo>
                  <a:pt x="0" y="76200"/>
                </a:lnTo>
                <a:lnTo>
                  <a:pt x="19050" y="76199"/>
                </a:lnTo>
                <a:lnTo>
                  <a:pt x="19050" y="57150"/>
                </a:lnTo>
                <a:close/>
              </a:path>
              <a:path w="76200" h="228600">
                <a:moveTo>
                  <a:pt x="76200" y="76200"/>
                </a:moveTo>
                <a:lnTo>
                  <a:pt x="57150" y="57150"/>
                </a:lnTo>
                <a:lnTo>
                  <a:pt x="57150" y="76199"/>
                </a:lnTo>
                <a:lnTo>
                  <a:pt x="76200" y="762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6992111" y="3258312"/>
            <a:ext cx="1524000" cy="838200"/>
          </a:xfrm>
          <a:custGeom>
            <a:avLst/>
            <a:gdLst/>
            <a:ahLst/>
            <a:cxnLst/>
            <a:rect l="l" t="t" r="r" b="b"/>
            <a:pathLst>
              <a:path w="1524000" h="838200">
                <a:moveTo>
                  <a:pt x="0" y="419100"/>
                </a:moveTo>
                <a:lnTo>
                  <a:pt x="2525" y="453480"/>
                </a:lnTo>
                <a:lnTo>
                  <a:pt x="9972" y="487094"/>
                </a:lnTo>
                <a:lnTo>
                  <a:pt x="38843" y="551590"/>
                </a:lnTo>
                <a:lnTo>
                  <a:pt x="85046" y="611726"/>
                </a:lnTo>
                <a:lnTo>
                  <a:pt x="114156" y="639889"/>
                </a:lnTo>
                <a:lnTo>
                  <a:pt x="147011" y="666640"/>
                </a:lnTo>
                <a:lnTo>
                  <a:pt x="183414" y="691869"/>
                </a:lnTo>
                <a:lnTo>
                  <a:pt x="223170" y="715470"/>
                </a:lnTo>
                <a:lnTo>
                  <a:pt x="266083" y="737334"/>
                </a:lnTo>
                <a:lnTo>
                  <a:pt x="311956" y="757354"/>
                </a:lnTo>
                <a:lnTo>
                  <a:pt x="360594" y="775423"/>
                </a:lnTo>
                <a:lnTo>
                  <a:pt x="411800" y="791431"/>
                </a:lnTo>
                <a:lnTo>
                  <a:pt x="465379" y="805273"/>
                </a:lnTo>
                <a:lnTo>
                  <a:pt x="521134" y="816839"/>
                </a:lnTo>
                <a:lnTo>
                  <a:pt x="578870" y="826023"/>
                </a:lnTo>
                <a:lnTo>
                  <a:pt x="638390" y="832716"/>
                </a:lnTo>
                <a:lnTo>
                  <a:pt x="699499" y="836811"/>
                </a:lnTo>
                <a:lnTo>
                  <a:pt x="762000" y="838200"/>
                </a:lnTo>
                <a:lnTo>
                  <a:pt x="824500" y="836811"/>
                </a:lnTo>
                <a:lnTo>
                  <a:pt x="885609" y="832716"/>
                </a:lnTo>
                <a:lnTo>
                  <a:pt x="945129" y="826023"/>
                </a:lnTo>
                <a:lnTo>
                  <a:pt x="1002865" y="816839"/>
                </a:lnTo>
                <a:lnTo>
                  <a:pt x="1058620" y="805273"/>
                </a:lnTo>
                <a:lnTo>
                  <a:pt x="1112199" y="791431"/>
                </a:lnTo>
                <a:lnTo>
                  <a:pt x="1163405" y="775423"/>
                </a:lnTo>
                <a:lnTo>
                  <a:pt x="1212043" y="757354"/>
                </a:lnTo>
                <a:lnTo>
                  <a:pt x="1257916" y="737334"/>
                </a:lnTo>
                <a:lnTo>
                  <a:pt x="1300829" y="715470"/>
                </a:lnTo>
                <a:lnTo>
                  <a:pt x="1340585" y="691869"/>
                </a:lnTo>
                <a:lnTo>
                  <a:pt x="1376988" y="666640"/>
                </a:lnTo>
                <a:lnTo>
                  <a:pt x="1409843" y="639889"/>
                </a:lnTo>
                <a:lnTo>
                  <a:pt x="1438953" y="611726"/>
                </a:lnTo>
                <a:lnTo>
                  <a:pt x="1464123" y="582257"/>
                </a:lnTo>
                <a:lnTo>
                  <a:pt x="1501856" y="519833"/>
                </a:lnTo>
                <a:lnTo>
                  <a:pt x="1521474" y="453480"/>
                </a:lnTo>
                <a:lnTo>
                  <a:pt x="1524000" y="419100"/>
                </a:lnTo>
                <a:lnTo>
                  <a:pt x="1521474" y="384719"/>
                </a:lnTo>
                <a:lnTo>
                  <a:pt x="1501856" y="318366"/>
                </a:lnTo>
                <a:lnTo>
                  <a:pt x="1464123" y="255942"/>
                </a:lnTo>
                <a:lnTo>
                  <a:pt x="1438953" y="226473"/>
                </a:lnTo>
                <a:lnTo>
                  <a:pt x="1409843" y="198310"/>
                </a:lnTo>
                <a:lnTo>
                  <a:pt x="1376988" y="171559"/>
                </a:lnTo>
                <a:lnTo>
                  <a:pt x="1340585" y="146330"/>
                </a:lnTo>
                <a:lnTo>
                  <a:pt x="1300829" y="122729"/>
                </a:lnTo>
                <a:lnTo>
                  <a:pt x="1257916" y="100865"/>
                </a:lnTo>
                <a:lnTo>
                  <a:pt x="1212043" y="80845"/>
                </a:lnTo>
                <a:lnTo>
                  <a:pt x="1163405" y="62776"/>
                </a:lnTo>
                <a:lnTo>
                  <a:pt x="1112199" y="46768"/>
                </a:lnTo>
                <a:lnTo>
                  <a:pt x="1058620" y="32926"/>
                </a:lnTo>
                <a:lnTo>
                  <a:pt x="1002865" y="21360"/>
                </a:lnTo>
                <a:lnTo>
                  <a:pt x="945129" y="12176"/>
                </a:lnTo>
                <a:lnTo>
                  <a:pt x="885609" y="5483"/>
                </a:lnTo>
                <a:lnTo>
                  <a:pt x="824500" y="1388"/>
                </a:lnTo>
                <a:lnTo>
                  <a:pt x="762000" y="0"/>
                </a:lnTo>
                <a:lnTo>
                  <a:pt x="699499" y="1388"/>
                </a:lnTo>
                <a:lnTo>
                  <a:pt x="638390" y="5483"/>
                </a:lnTo>
                <a:lnTo>
                  <a:pt x="578870" y="12176"/>
                </a:lnTo>
                <a:lnTo>
                  <a:pt x="521134" y="21360"/>
                </a:lnTo>
                <a:lnTo>
                  <a:pt x="465379" y="32926"/>
                </a:lnTo>
                <a:lnTo>
                  <a:pt x="411800" y="46768"/>
                </a:lnTo>
                <a:lnTo>
                  <a:pt x="360594" y="62776"/>
                </a:lnTo>
                <a:lnTo>
                  <a:pt x="311956" y="80845"/>
                </a:lnTo>
                <a:lnTo>
                  <a:pt x="266083" y="100865"/>
                </a:lnTo>
                <a:lnTo>
                  <a:pt x="223170" y="122729"/>
                </a:lnTo>
                <a:lnTo>
                  <a:pt x="183414" y="146330"/>
                </a:lnTo>
                <a:lnTo>
                  <a:pt x="147011" y="171559"/>
                </a:lnTo>
                <a:lnTo>
                  <a:pt x="114156" y="198310"/>
                </a:lnTo>
                <a:lnTo>
                  <a:pt x="85046" y="226473"/>
                </a:lnTo>
                <a:lnTo>
                  <a:pt x="59876" y="255942"/>
                </a:lnTo>
                <a:lnTo>
                  <a:pt x="22143" y="318366"/>
                </a:lnTo>
                <a:lnTo>
                  <a:pt x="2525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992111" y="3258312"/>
            <a:ext cx="1524000" cy="838200"/>
          </a:xfrm>
          <a:custGeom>
            <a:avLst/>
            <a:gdLst/>
            <a:ahLst/>
            <a:cxnLst/>
            <a:rect l="l" t="t" r="r" b="b"/>
            <a:pathLst>
              <a:path w="1524000" h="838200">
                <a:moveTo>
                  <a:pt x="0" y="419100"/>
                </a:moveTo>
                <a:lnTo>
                  <a:pt x="9972" y="351105"/>
                </a:lnTo>
                <a:lnTo>
                  <a:pt x="38843" y="286609"/>
                </a:lnTo>
                <a:lnTo>
                  <a:pt x="85046" y="226473"/>
                </a:lnTo>
                <a:lnTo>
                  <a:pt x="114156" y="198310"/>
                </a:lnTo>
                <a:lnTo>
                  <a:pt x="147011" y="171559"/>
                </a:lnTo>
                <a:lnTo>
                  <a:pt x="183414" y="146330"/>
                </a:lnTo>
                <a:lnTo>
                  <a:pt x="223170" y="122729"/>
                </a:lnTo>
                <a:lnTo>
                  <a:pt x="266083" y="100865"/>
                </a:lnTo>
                <a:lnTo>
                  <a:pt x="311956" y="80845"/>
                </a:lnTo>
                <a:lnTo>
                  <a:pt x="360594" y="62776"/>
                </a:lnTo>
                <a:lnTo>
                  <a:pt x="411800" y="46768"/>
                </a:lnTo>
                <a:lnTo>
                  <a:pt x="465379" y="32926"/>
                </a:lnTo>
                <a:lnTo>
                  <a:pt x="521134" y="21360"/>
                </a:lnTo>
                <a:lnTo>
                  <a:pt x="578870" y="12176"/>
                </a:lnTo>
                <a:lnTo>
                  <a:pt x="638390" y="5483"/>
                </a:lnTo>
                <a:lnTo>
                  <a:pt x="699499" y="1388"/>
                </a:lnTo>
                <a:lnTo>
                  <a:pt x="762000" y="0"/>
                </a:lnTo>
                <a:lnTo>
                  <a:pt x="824500" y="1388"/>
                </a:lnTo>
                <a:lnTo>
                  <a:pt x="885609" y="5483"/>
                </a:lnTo>
                <a:lnTo>
                  <a:pt x="945129" y="12176"/>
                </a:lnTo>
                <a:lnTo>
                  <a:pt x="1002865" y="21360"/>
                </a:lnTo>
                <a:lnTo>
                  <a:pt x="1058620" y="32926"/>
                </a:lnTo>
                <a:lnTo>
                  <a:pt x="1112199" y="46768"/>
                </a:lnTo>
                <a:lnTo>
                  <a:pt x="1163405" y="62776"/>
                </a:lnTo>
                <a:lnTo>
                  <a:pt x="1212043" y="80845"/>
                </a:lnTo>
                <a:lnTo>
                  <a:pt x="1257916" y="100865"/>
                </a:lnTo>
                <a:lnTo>
                  <a:pt x="1300829" y="122729"/>
                </a:lnTo>
                <a:lnTo>
                  <a:pt x="1340585" y="146330"/>
                </a:lnTo>
                <a:lnTo>
                  <a:pt x="1376988" y="171559"/>
                </a:lnTo>
                <a:lnTo>
                  <a:pt x="1409843" y="198310"/>
                </a:lnTo>
                <a:lnTo>
                  <a:pt x="1438953" y="226473"/>
                </a:lnTo>
                <a:lnTo>
                  <a:pt x="1464123" y="255942"/>
                </a:lnTo>
                <a:lnTo>
                  <a:pt x="1501856" y="318366"/>
                </a:lnTo>
                <a:lnTo>
                  <a:pt x="1521474" y="384719"/>
                </a:lnTo>
                <a:lnTo>
                  <a:pt x="1524000" y="419100"/>
                </a:lnTo>
                <a:lnTo>
                  <a:pt x="1521474" y="453480"/>
                </a:lnTo>
                <a:lnTo>
                  <a:pt x="1501856" y="519833"/>
                </a:lnTo>
                <a:lnTo>
                  <a:pt x="1464123" y="582257"/>
                </a:lnTo>
                <a:lnTo>
                  <a:pt x="1438953" y="611726"/>
                </a:lnTo>
                <a:lnTo>
                  <a:pt x="1409843" y="639889"/>
                </a:lnTo>
                <a:lnTo>
                  <a:pt x="1376988" y="666640"/>
                </a:lnTo>
                <a:lnTo>
                  <a:pt x="1340585" y="691869"/>
                </a:lnTo>
                <a:lnTo>
                  <a:pt x="1300829" y="715470"/>
                </a:lnTo>
                <a:lnTo>
                  <a:pt x="1257916" y="737334"/>
                </a:lnTo>
                <a:lnTo>
                  <a:pt x="1212043" y="757354"/>
                </a:lnTo>
                <a:lnTo>
                  <a:pt x="1163405" y="775423"/>
                </a:lnTo>
                <a:lnTo>
                  <a:pt x="1112199" y="791431"/>
                </a:lnTo>
                <a:lnTo>
                  <a:pt x="1058620" y="805273"/>
                </a:lnTo>
                <a:lnTo>
                  <a:pt x="1002865" y="816839"/>
                </a:lnTo>
                <a:lnTo>
                  <a:pt x="945129" y="826023"/>
                </a:lnTo>
                <a:lnTo>
                  <a:pt x="885609" y="832716"/>
                </a:lnTo>
                <a:lnTo>
                  <a:pt x="824500" y="836811"/>
                </a:lnTo>
                <a:lnTo>
                  <a:pt x="762000" y="838200"/>
                </a:lnTo>
                <a:lnTo>
                  <a:pt x="699499" y="836811"/>
                </a:lnTo>
                <a:lnTo>
                  <a:pt x="638390" y="832716"/>
                </a:lnTo>
                <a:lnTo>
                  <a:pt x="578870" y="826023"/>
                </a:lnTo>
                <a:lnTo>
                  <a:pt x="521134" y="816839"/>
                </a:lnTo>
                <a:lnTo>
                  <a:pt x="465379" y="805273"/>
                </a:lnTo>
                <a:lnTo>
                  <a:pt x="411800" y="791431"/>
                </a:lnTo>
                <a:lnTo>
                  <a:pt x="360594" y="775423"/>
                </a:lnTo>
                <a:lnTo>
                  <a:pt x="311956" y="757354"/>
                </a:lnTo>
                <a:lnTo>
                  <a:pt x="266083" y="737334"/>
                </a:lnTo>
                <a:lnTo>
                  <a:pt x="223170" y="715470"/>
                </a:lnTo>
                <a:lnTo>
                  <a:pt x="183414" y="691869"/>
                </a:lnTo>
                <a:lnTo>
                  <a:pt x="147011" y="666640"/>
                </a:lnTo>
                <a:lnTo>
                  <a:pt x="114156" y="639889"/>
                </a:lnTo>
                <a:lnTo>
                  <a:pt x="85046" y="611726"/>
                </a:lnTo>
                <a:lnTo>
                  <a:pt x="59876" y="582257"/>
                </a:lnTo>
                <a:lnTo>
                  <a:pt x="22143" y="519833"/>
                </a:lnTo>
                <a:lnTo>
                  <a:pt x="2525" y="453480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7716774" y="4097274"/>
            <a:ext cx="76200" cy="228600"/>
          </a:xfrm>
          <a:custGeom>
            <a:avLst/>
            <a:gdLst/>
            <a:ahLst/>
            <a:cxnLst/>
            <a:rect l="l" t="t" r="r" b="b"/>
            <a:pathLst>
              <a:path w="76200" h="228600">
                <a:moveTo>
                  <a:pt x="19050" y="228600"/>
                </a:moveTo>
                <a:lnTo>
                  <a:pt x="57150" y="228600"/>
                </a:lnTo>
                <a:lnTo>
                  <a:pt x="57150" y="57150"/>
                </a:lnTo>
                <a:lnTo>
                  <a:pt x="76200" y="76200"/>
                </a:lnTo>
                <a:lnTo>
                  <a:pt x="38100" y="0"/>
                </a:lnTo>
                <a:lnTo>
                  <a:pt x="19050" y="57150"/>
                </a:lnTo>
                <a:lnTo>
                  <a:pt x="19050" y="228600"/>
                </a:lnTo>
                <a:close/>
              </a:path>
              <a:path w="76200" h="228600">
                <a:moveTo>
                  <a:pt x="19050" y="57150"/>
                </a:moveTo>
                <a:lnTo>
                  <a:pt x="38100" y="0"/>
                </a:lnTo>
                <a:lnTo>
                  <a:pt x="0" y="76200"/>
                </a:lnTo>
                <a:lnTo>
                  <a:pt x="19050" y="76199"/>
                </a:lnTo>
                <a:lnTo>
                  <a:pt x="19050" y="57150"/>
                </a:lnTo>
                <a:close/>
              </a:path>
              <a:path w="76200" h="228600">
                <a:moveTo>
                  <a:pt x="76200" y="76200"/>
                </a:moveTo>
                <a:lnTo>
                  <a:pt x="57150" y="57150"/>
                </a:lnTo>
                <a:lnTo>
                  <a:pt x="57150" y="76199"/>
                </a:lnTo>
                <a:lnTo>
                  <a:pt x="76200" y="762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6611111" y="43251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3662" y="453480"/>
                </a:lnTo>
                <a:lnTo>
                  <a:pt x="14460" y="487094"/>
                </a:lnTo>
                <a:lnTo>
                  <a:pt x="56327" y="551590"/>
                </a:lnTo>
                <a:lnTo>
                  <a:pt x="86826" y="582257"/>
                </a:lnTo>
                <a:lnTo>
                  <a:pt x="123323" y="611726"/>
                </a:lnTo>
                <a:lnTo>
                  <a:pt x="165535" y="639889"/>
                </a:lnTo>
                <a:lnTo>
                  <a:pt x="213177" y="666640"/>
                </a:lnTo>
                <a:lnTo>
                  <a:pt x="265963" y="691869"/>
                </a:lnTo>
                <a:lnTo>
                  <a:pt x="323611" y="715470"/>
                </a:lnTo>
                <a:lnTo>
                  <a:pt x="385836" y="737334"/>
                </a:lnTo>
                <a:lnTo>
                  <a:pt x="452353" y="757354"/>
                </a:lnTo>
                <a:lnTo>
                  <a:pt x="522878" y="775423"/>
                </a:lnTo>
                <a:lnTo>
                  <a:pt x="597127" y="791431"/>
                </a:lnTo>
                <a:lnTo>
                  <a:pt x="674816" y="805273"/>
                </a:lnTo>
                <a:lnTo>
                  <a:pt x="755660" y="816839"/>
                </a:lnTo>
                <a:lnTo>
                  <a:pt x="839374" y="826023"/>
                </a:lnTo>
                <a:lnTo>
                  <a:pt x="925675" y="832716"/>
                </a:lnTo>
                <a:lnTo>
                  <a:pt x="1014278" y="836811"/>
                </a:lnTo>
                <a:lnTo>
                  <a:pt x="1104900" y="838200"/>
                </a:lnTo>
                <a:lnTo>
                  <a:pt x="1195521" y="836811"/>
                </a:lnTo>
                <a:lnTo>
                  <a:pt x="1284124" y="832716"/>
                </a:lnTo>
                <a:lnTo>
                  <a:pt x="1370425" y="826023"/>
                </a:lnTo>
                <a:lnTo>
                  <a:pt x="1454139" y="816839"/>
                </a:lnTo>
                <a:lnTo>
                  <a:pt x="1534983" y="805273"/>
                </a:lnTo>
                <a:lnTo>
                  <a:pt x="1612672" y="791431"/>
                </a:lnTo>
                <a:lnTo>
                  <a:pt x="1686921" y="775423"/>
                </a:lnTo>
                <a:lnTo>
                  <a:pt x="1757446" y="757354"/>
                </a:lnTo>
                <a:lnTo>
                  <a:pt x="1823963" y="737334"/>
                </a:lnTo>
                <a:lnTo>
                  <a:pt x="1886188" y="715470"/>
                </a:lnTo>
                <a:lnTo>
                  <a:pt x="1943836" y="691869"/>
                </a:lnTo>
                <a:lnTo>
                  <a:pt x="1996622" y="666640"/>
                </a:lnTo>
                <a:lnTo>
                  <a:pt x="2044264" y="639889"/>
                </a:lnTo>
                <a:lnTo>
                  <a:pt x="2086476" y="611726"/>
                </a:lnTo>
                <a:lnTo>
                  <a:pt x="2122973" y="582257"/>
                </a:lnTo>
                <a:lnTo>
                  <a:pt x="2153472" y="551590"/>
                </a:lnTo>
                <a:lnTo>
                  <a:pt x="2177689" y="519833"/>
                </a:lnTo>
                <a:lnTo>
                  <a:pt x="2206137" y="453480"/>
                </a:lnTo>
                <a:lnTo>
                  <a:pt x="2209800" y="419100"/>
                </a:lnTo>
                <a:lnTo>
                  <a:pt x="2206137" y="384719"/>
                </a:lnTo>
                <a:lnTo>
                  <a:pt x="2177689" y="318366"/>
                </a:lnTo>
                <a:lnTo>
                  <a:pt x="2153472" y="286609"/>
                </a:lnTo>
                <a:lnTo>
                  <a:pt x="2122973" y="255942"/>
                </a:lnTo>
                <a:lnTo>
                  <a:pt x="2086476" y="226473"/>
                </a:lnTo>
                <a:lnTo>
                  <a:pt x="2044264" y="198310"/>
                </a:lnTo>
                <a:lnTo>
                  <a:pt x="1996622" y="171559"/>
                </a:lnTo>
                <a:lnTo>
                  <a:pt x="1943836" y="146330"/>
                </a:lnTo>
                <a:lnTo>
                  <a:pt x="1886188" y="122729"/>
                </a:lnTo>
                <a:lnTo>
                  <a:pt x="1823963" y="100865"/>
                </a:lnTo>
                <a:lnTo>
                  <a:pt x="1757446" y="80845"/>
                </a:lnTo>
                <a:lnTo>
                  <a:pt x="1686921" y="62776"/>
                </a:lnTo>
                <a:lnTo>
                  <a:pt x="1612672" y="46768"/>
                </a:lnTo>
                <a:lnTo>
                  <a:pt x="1534983" y="32926"/>
                </a:lnTo>
                <a:lnTo>
                  <a:pt x="1454139" y="21360"/>
                </a:lnTo>
                <a:lnTo>
                  <a:pt x="1370425" y="12176"/>
                </a:lnTo>
                <a:lnTo>
                  <a:pt x="1284124" y="5483"/>
                </a:lnTo>
                <a:lnTo>
                  <a:pt x="1195521" y="1388"/>
                </a:lnTo>
                <a:lnTo>
                  <a:pt x="1104900" y="0"/>
                </a:lnTo>
                <a:lnTo>
                  <a:pt x="1014278" y="1388"/>
                </a:lnTo>
                <a:lnTo>
                  <a:pt x="925675" y="5483"/>
                </a:lnTo>
                <a:lnTo>
                  <a:pt x="839374" y="12176"/>
                </a:lnTo>
                <a:lnTo>
                  <a:pt x="755660" y="21360"/>
                </a:lnTo>
                <a:lnTo>
                  <a:pt x="674816" y="32926"/>
                </a:lnTo>
                <a:lnTo>
                  <a:pt x="597127" y="46768"/>
                </a:lnTo>
                <a:lnTo>
                  <a:pt x="522878" y="62776"/>
                </a:lnTo>
                <a:lnTo>
                  <a:pt x="452353" y="80845"/>
                </a:lnTo>
                <a:lnTo>
                  <a:pt x="385836" y="100865"/>
                </a:lnTo>
                <a:lnTo>
                  <a:pt x="323611" y="122729"/>
                </a:lnTo>
                <a:lnTo>
                  <a:pt x="265963" y="146330"/>
                </a:lnTo>
                <a:lnTo>
                  <a:pt x="213177" y="171559"/>
                </a:lnTo>
                <a:lnTo>
                  <a:pt x="165535" y="198310"/>
                </a:lnTo>
                <a:lnTo>
                  <a:pt x="123323" y="226473"/>
                </a:lnTo>
                <a:lnTo>
                  <a:pt x="86826" y="255942"/>
                </a:lnTo>
                <a:lnTo>
                  <a:pt x="56327" y="286609"/>
                </a:lnTo>
                <a:lnTo>
                  <a:pt x="32110" y="318366"/>
                </a:lnTo>
                <a:lnTo>
                  <a:pt x="3662" y="384719"/>
                </a:lnTo>
                <a:lnTo>
                  <a:pt x="0" y="41910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6611111" y="4325112"/>
            <a:ext cx="2209800" cy="838200"/>
          </a:xfrm>
          <a:custGeom>
            <a:avLst/>
            <a:gdLst/>
            <a:ahLst/>
            <a:cxnLst/>
            <a:rect l="l" t="t" r="r" b="b"/>
            <a:pathLst>
              <a:path w="2209800" h="838200">
                <a:moveTo>
                  <a:pt x="0" y="419100"/>
                </a:moveTo>
                <a:lnTo>
                  <a:pt x="14460" y="351105"/>
                </a:lnTo>
                <a:lnTo>
                  <a:pt x="56327" y="286609"/>
                </a:lnTo>
                <a:lnTo>
                  <a:pt x="86826" y="255942"/>
                </a:lnTo>
                <a:lnTo>
                  <a:pt x="123323" y="226473"/>
                </a:lnTo>
                <a:lnTo>
                  <a:pt x="165535" y="198310"/>
                </a:lnTo>
                <a:lnTo>
                  <a:pt x="213177" y="171559"/>
                </a:lnTo>
                <a:lnTo>
                  <a:pt x="265963" y="146330"/>
                </a:lnTo>
                <a:lnTo>
                  <a:pt x="323611" y="122729"/>
                </a:lnTo>
                <a:lnTo>
                  <a:pt x="385836" y="100865"/>
                </a:lnTo>
                <a:lnTo>
                  <a:pt x="452353" y="80845"/>
                </a:lnTo>
                <a:lnTo>
                  <a:pt x="522878" y="62776"/>
                </a:lnTo>
                <a:lnTo>
                  <a:pt x="597127" y="46768"/>
                </a:lnTo>
                <a:lnTo>
                  <a:pt x="674816" y="32926"/>
                </a:lnTo>
                <a:lnTo>
                  <a:pt x="755660" y="21360"/>
                </a:lnTo>
                <a:lnTo>
                  <a:pt x="839374" y="12176"/>
                </a:lnTo>
                <a:lnTo>
                  <a:pt x="925675" y="5483"/>
                </a:lnTo>
                <a:lnTo>
                  <a:pt x="1014278" y="1388"/>
                </a:lnTo>
                <a:lnTo>
                  <a:pt x="1104900" y="0"/>
                </a:lnTo>
                <a:lnTo>
                  <a:pt x="1195521" y="1388"/>
                </a:lnTo>
                <a:lnTo>
                  <a:pt x="1284124" y="5483"/>
                </a:lnTo>
                <a:lnTo>
                  <a:pt x="1370425" y="12176"/>
                </a:lnTo>
                <a:lnTo>
                  <a:pt x="1454139" y="21360"/>
                </a:lnTo>
                <a:lnTo>
                  <a:pt x="1534983" y="32926"/>
                </a:lnTo>
                <a:lnTo>
                  <a:pt x="1612672" y="46768"/>
                </a:lnTo>
                <a:lnTo>
                  <a:pt x="1686921" y="62776"/>
                </a:lnTo>
                <a:lnTo>
                  <a:pt x="1757446" y="80845"/>
                </a:lnTo>
                <a:lnTo>
                  <a:pt x="1823963" y="100865"/>
                </a:lnTo>
                <a:lnTo>
                  <a:pt x="1886188" y="122729"/>
                </a:lnTo>
                <a:lnTo>
                  <a:pt x="1943836" y="146330"/>
                </a:lnTo>
                <a:lnTo>
                  <a:pt x="1996622" y="171559"/>
                </a:lnTo>
                <a:lnTo>
                  <a:pt x="2044264" y="198310"/>
                </a:lnTo>
                <a:lnTo>
                  <a:pt x="2086476" y="226473"/>
                </a:lnTo>
                <a:lnTo>
                  <a:pt x="2122973" y="255942"/>
                </a:lnTo>
                <a:lnTo>
                  <a:pt x="2153472" y="286609"/>
                </a:lnTo>
                <a:lnTo>
                  <a:pt x="2177689" y="318366"/>
                </a:lnTo>
                <a:lnTo>
                  <a:pt x="2206137" y="384719"/>
                </a:lnTo>
                <a:lnTo>
                  <a:pt x="2209800" y="419100"/>
                </a:lnTo>
                <a:lnTo>
                  <a:pt x="2206137" y="453480"/>
                </a:lnTo>
                <a:lnTo>
                  <a:pt x="2177689" y="519833"/>
                </a:lnTo>
                <a:lnTo>
                  <a:pt x="2153472" y="551590"/>
                </a:lnTo>
                <a:lnTo>
                  <a:pt x="2122973" y="582257"/>
                </a:lnTo>
                <a:lnTo>
                  <a:pt x="2086476" y="611726"/>
                </a:lnTo>
                <a:lnTo>
                  <a:pt x="2044264" y="639889"/>
                </a:lnTo>
                <a:lnTo>
                  <a:pt x="1996622" y="666640"/>
                </a:lnTo>
                <a:lnTo>
                  <a:pt x="1943836" y="691869"/>
                </a:lnTo>
                <a:lnTo>
                  <a:pt x="1886188" y="715470"/>
                </a:lnTo>
                <a:lnTo>
                  <a:pt x="1823963" y="737334"/>
                </a:lnTo>
                <a:lnTo>
                  <a:pt x="1757446" y="757354"/>
                </a:lnTo>
                <a:lnTo>
                  <a:pt x="1686921" y="775423"/>
                </a:lnTo>
                <a:lnTo>
                  <a:pt x="1612672" y="791431"/>
                </a:lnTo>
                <a:lnTo>
                  <a:pt x="1534983" y="805273"/>
                </a:lnTo>
                <a:lnTo>
                  <a:pt x="1454139" y="816839"/>
                </a:lnTo>
                <a:lnTo>
                  <a:pt x="1370425" y="826023"/>
                </a:lnTo>
                <a:lnTo>
                  <a:pt x="1284124" y="832716"/>
                </a:lnTo>
                <a:lnTo>
                  <a:pt x="1195521" y="836811"/>
                </a:lnTo>
                <a:lnTo>
                  <a:pt x="1104900" y="838200"/>
                </a:lnTo>
                <a:lnTo>
                  <a:pt x="1014278" y="836811"/>
                </a:lnTo>
                <a:lnTo>
                  <a:pt x="925675" y="832716"/>
                </a:lnTo>
                <a:lnTo>
                  <a:pt x="839374" y="826023"/>
                </a:lnTo>
                <a:lnTo>
                  <a:pt x="755660" y="816839"/>
                </a:lnTo>
                <a:lnTo>
                  <a:pt x="674816" y="805273"/>
                </a:lnTo>
                <a:lnTo>
                  <a:pt x="597127" y="791431"/>
                </a:lnTo>
                <a:lnTo>
                  <a:pt x="522878" y="775423"/>
                </a:lnTo>
                <a:lnTo>
                  <a:pt x="452353" y="757354"/>
                </a:lnTo>
                <a:lnTo>
                  <a:pt x="385836" y="737334"/>
                </a:lnTo>
                <a:lnTo>
                  <a:pt x="323611" y="715470"/>
                </a:lnTo>
                <a:lnTo>
                  <a:pt x="265963" y="691869"/>
                </a:lnTo>
                <a:lnTo>
                  <a:pt x="213177" y="666640"/>
                </a:lnTo>
                <a:lnTo>
                  <a:pt x="165535" y="639889"/>
                </a:lnTo>
                <a:lnTo>
                  <a:pt x="123323" y="611726"/>
                </a:lnTo>
                <a:lnTo>
                  <a:pt x="86826" y="582257"/>
                </a:lnTo>
                <a:lnTo>
                  <a:pt x="56327" y="551590"/>
                </a:lnTo>
                <a:lnTo>
                  <a:pt x="32110" y="519833"/>
                </a:lnTo>
                <a:lnTo>
                  <a:pt x="3662" y="453480"/>
                </a:lnTo>
                <a:lnTo>
                  <a:pt x="0" y="419100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6154674" y="4668774"/>
            <a:ext cx="457200" cy="76200"/>
          </a:xfrm>
          <a:custGeom>
            <a:avLst/>
            <a:gdLst/>
            <a:ahLst/>
            <a:cxnLst/>
            <a:rect l="l" t="t" r="r" b="b"/>
            <a:pathLst>
              <a:path w="457200" h="76200">
                <a:moveTo>
                  <a:pt x="400050" y="57150"/>
                </a:moveTo>
                <a:lnTo>
                  <a:pt x="381000" y="57149"/>
                </a:lnTo>
                <a:lnTo>
                  <a:pt x="381000" y="76200"/>
                </a:lnTo>
                <a:lnTo>
                  <a:pt x="457200" y="38100"/>
                </a:lnTo>
                <a:lnTo>
                  <a:pt x="400050" y="57150"/>
                </a:lnTo>
                <a:close/>
              </a:path>
              <a:path w="457200" h="76200">
                <a:moveTo>
                  <a:pt x="400050" y="19050"/>
                </a:moveTo>
                <a:lnTo>
                  <a:pt x="381000" y="0"/>
                </a:lnTo>
                <a:lnTo>
                  <a:pt x="381000" y="19049"/>
                </a:lnTo>
                <a:lnTo>
                  <a:pt x="400050" y="19050"/>
                </a:lnTo>
                <a:close/>
              </a:path>
              <a:path w="457200" h="76200">
                <a:moveTo>
                  <a:pt x="0" y="19050"/>
                </a:moveTo>
                <a:lnTo>
                  <a:pt x="0" y="57150"/>
                </a:lnTo>
                <a:lnTo>
                  <a:pt x="400050" y="57150"/>
                </a:lnTo>
                <a:lnTo>
                  <a:pt x="457200" y="38100"/>
                </a:lnTo>
                <a:lnTo>
                  <a:pt x="381000" y="0"/>
                </a:lnTo>
                <a:lnTo>
                  <a:pt x="400050" y="19050"/>
                </a:lnTo>
                <a:lnTo>
                  <a:pt x="0" y="1905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97765"/>
            <a:ext cx="3158495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A.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P</a:t>
            </a:r>
            <a:r>
              <a:rPr dirty="0" smtClean="0" sz="3200" spc="-3" b="1">
                <a:latin typeface="Arial"/>
                <a:cs typeface="Arial"/>
              </a:rPr>
              <a:t>e</a:t>
            </a:r>
            <a:r>
              <a:rPr dirty="0" smtClean="0" sz="3200" spc="-3" b="1">
                <a:latin typeface="Arial"/>
                <a:cs typeface="Arial"/>
              </a:rPr>
              <a:t>nd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hul</a:t>
            </a:r>
            <a:r>
              <a:rPr dirty="0" smtClean="0" sz="3200" spc="-3" b="1">
                <a:latin typeface="Arial"/>
                <a:cs typeface="Arial"/>
              </a:rPr>
              <a:t>u</a:t>
            </a:r>
            <a:r>
              <a:rPr dirty="0" smtClean="0" sz="3200" spc="-3" b="1"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9740" y="701085"/>
            <a:ext cx="1103459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 b="1">
                <a:latin typeface="Arial"/>
                <a:cs typeface="Arial"/>
              </a:rPr>
              <a:t>Mo</a:t>
            </a:r>
            <a:r>
              <a:rPr dirty="0" smtClean="0" sz="2800" spc="-1" b="1">
                <a:latin typeface="Arial"/>
                <a:cs typeface="Arial"/>
              </a:rPr>
              <a:t>d</a:t>
            </a:r>
            <a:r>
              <a:rPr dirty="0" smtClean="0" sz="2800" spc="-1" b="1">
                <a:latin typeface="Arial"/>
                <a:cs typeface="Arial"/>
              </a:rPr>
              <a:t>el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87157" y="701085"/>
            <a:ext cx="209061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0" b="1">
                <a:latin typeface="Arial"/>
                <a:cs typeface="Arial"/>
              </a:rPr>
              <a:t>Ko</a:t>
            </a:r>
            <a:r>
              <a:rPr dirty="0" smtClean="0" sz="2800" spc="0" b="1">
                <a:latin typeface="Arial"/>
                <a:cs typeface="Arial"/>
              </a:rPr>
              <a:t>m</a:t>
            </a:r>
            <a:r>
              <a:rPr dirty="0" smtClean="0" sz="2800" spc="0" b="1">
                <a:latin typeface="Arial"/>
                <a:cs typeface="Arial"/>
              </a:rPr>
              <a:t>u</a:t>
            </a:r>
            <a:r>
              <a:rPr dirty="0" smtClean="0" sz="2800" spc="0" b="1">
                <a:latin typeface="Arial"/>
                <a:cs typeface="Arial"/>
              </a:rPr>
              <a:t>n</a:t>
            </a:r>
            <a:r>
              <a:rPr dirty="0" smtClean="0" sz="2800" spc="0" b="1">
                <a:latin typeface="Arial"/>
                <a:cs typeface="Arial"/>
              </a:rPr>
              <a:t>ik</a:t>
            </a:r>
            <a:r>
              <a:rPr dirty="0" smtClean="0" sz="2800" spc="0" b="1">
                <a:latin typeface="Arial"/>
                <a:cs typeface="Arial"/>
              </a:rPr>
              <a:t>a</a:t>
            </a:r>
            <a:r>
              <a:rPr dirty="0" smtClean="0" sz="2800" spc="0" b="1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01729" y="701085"/>
            <a:ext cx="374810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b="1">
                <a:latin typeface="Arial"/>
                <a:cs typeface="Arial"/>
              </a:rPr>
              <a:t>...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28927" y="1579134"/>
            <a:ext cx="1152870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SOU</a:t>
            </a:r>
            <a:r>
              <a:rPr dirty="0" smtClean="0" sz="2000" spc="0" b="1">
                <a:latin typeface="Arial"/>
                <a:cs typeface="Arial"/>
              </a:rPr>
              <a:t>R</a:t>
            </a:r>
            <a:r>
              <a:rPr dirty="0" smtClean="0" sz="2000" spc="0" b="1">
                <a:latin typeface="Arial"/>
                <a:cs typeface="Arial"/>
              </a:rPr>
              <a:t>CE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450074" y="1579134"/>
            <a:ext cx="67032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 b="1">
                <a:latin typeface="Arial"/>
                <a:cs typeface="Arial"/>
              </a:rPr>
              <a:t>S</a:t>
            </a:r>
            <a:r>
              <a:rPr dirty="0" smtClean="0" sz="2000" spc="-2" b="1">
                <a:latin typeface="Arial"/>
                <a:cs typeface="Arial"/>
              </a:rPr>
              <a:t>I</a:t>
            </a:r>
            <a:r>
              <a:rPr dirty="0" smtClean="0" sz="2000" spc="-2" b="1">
                <a:latin typeface="Arial"/>
                <a:cs typeface="Arial"/>
              </a:rPr>
              <a:t>NK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75789" y="2341134"/>
            <a:ext cx="1152870" cy="58476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SOU</a:t>
            </a:r>
            <a:r>
              <a:rPr dirty="0" smtClean="0" sz="2000" spc="0" b="1">
                <a:latin typeface="Arial"/>
                <a:cs typeface="Arial"/>
              </a:rPr>
              <a:t>R</a:t>
            </a:r>
            <a:r>
              <a:rPr dirty="0" smtClean="0" sz="2000" spc="0" b="1">
                <a:latin typeface="Arial"/>
                <a:cs typeface="Arial"/>
              </a:rPr>
              <a:t>CE</a:t>
            </a:r>
            <a:endParaRPr sz="2000">
              <a:latin typeface="Arial"/>
              <a:cs typeface="Arial"/>
            </a:endParaRPr>
          </a:p>
          <a:p>
            <a:pPr marL="46228" marR="38176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CODING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10806" y="2341134"/>
            <a:ext cx="1152870" cy="58476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SOU</a:t>
            </a:r>
            <a:r>
              <a:rPr dirty="0" smtClean="0" sz="2000" spc="0" b="1">
                <a:latin typeface="Arial"/>
                <a:cs typeface="Arial"/>
              </a:rPr>
              <a:t>R</a:t>
            </a:r>
            <a:r>
              <a:rPr dirty="0" smtClean="0" sz="2000" spc="0" b="1">
                <a:latin typeface="Arial"/>
                <a:cs typeface="Arial"/>
              </a:rPr>
              <a:t>CE</a:t>
            </a:r>
            <a:endParaRPr sz="2000">
              <a:latin typeface="Arial"/>
              <a:cs typeface="Arial"/>
            </a:endParaRPr>
          </a:p>
          <a:p>
            <a:pPr marL="53848" marR="38176">
              <a:lnSpc>
                <a:spcPct val="95825"/>
              </a:lnSpc>
            </a:pPr>
            <a:r>
              <a:rPr dirty="0" smtClean="0" sz="2000" spc="0" b="1">
                <a:latin typeface="Arial"/>
                <a:cs typeface="Arial"/>
              </a:rPr>
              <a:t>D</a:t>
            </a:r>
            <a:r>
              <a:rPr dirty="0" smtClean="0" sz="2000" spc="0" b="1">
                <a:latin typeface="Arial"/>
                <a:cs typeface="Arial"/>
              </a:rPr>
              <a:t>E</a:t>
            </a:r>
            <a:r>
              <a:rPr dirty="0" smtClean="0" sz="2000" spc="0" b="1">
                <a:latin typeface="Arial"/>
                <a:cs typeface="Arial"/>
              </a:rPr>
              <a:t>-</a:t>
            </a:r>
            <a:r>
              <a:rPr dirty="0" smtClean="0" sz="2000" spc="0" b="1">
                <a:latin typeface="Arial"/>
                <a:cs typeface="Arial"/>
              </a:rPr>
              <a:t>COD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15845" y="3392313"/>
            <a:ext cx="1292340" cy="5847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algn="ctr">
              <a:lnSpc>
                <a:spcPts val="2150"/>
              </a:lnSpc>
            </a:pPr>
            <a:r>
              <a:rPr dirty="0" smtClean="0" sz="2000" spc="3" b="1">
                <a:latin typeface="Arial"/>
                <a:cs typeface="Arial"/>
              </a:rPr>
              <a:t>C</a:t>
            </a:r>
            <a:r>
              <a:rPr dirty="0" smtClean="0" sz="2000" spc="3" b="1">
                <a:latin typeface="Arial"/>
                <a:cs typeface="Arial"/>
              </a:rPr>
              <a:t>H</a:t>
            </a:r>
            <a:r>
              <a:rPr dirty="0" smtClean="0" sz="2000" spc="3" b="1">
                <a:latin typeface="Arial"/>
                <a:cs typeface="Arial"/>
              </a:rPr>
              <a:t>A</a:t>
            </a:r>
            <a:r>
              <a:rPr dirty="0" smtClean="0" sz="2000" spc="3" b="1">
                <a:latin typeface="Arial"/>
                <a:cs typeface="Arial"/>
              </a:rPr>
              <a:t>N</a:t>
            </a:r>
            <a:r>
              <a:rPr dirty="0" smtClean="0" sz="2000" spc="3" b="1">
                <a:latin typeface="Arial"/>
                <a:cs typeface="Arial"/>
              </a:rPr>
              <a:t>N</a:t>
            </a:r>
            <a:r>
              <a:rPr dirty="0" smtClean="0" sz="2000" spc="3" b="1">
                <a:latin typeface="Arial"/>
                <a:cs typeface="Arial"/>
              </a:rPr>
              <a:t>EL</a:t>
            </a:r>
            <a:endParaRPr sz="2000">
              <a:latin typeface="Arial"/>
              <a:cs typeface="Arial"/>
            </a:endParaRPr>
          </a:p>
          <a:p>
            <a:pPr marL="95465" marR="113994" algn="ctr">
              <a:lnSpc>
                <a:spcPct val="95825"/>
              </a:lnSpc>
            </a:pPr>
            <a:r>
              <a:rPr dirty="0" smtClean="0" sz="2000" spc="1" b="1">
                <a:latin typeface="Arial"/>
                <a:cs typeface="Arial"/>
              </a:rPr>
              <a:t>CO</a:t>
            </a:r>
            <a:r>
              <a:rPr dirty="0" smtClean="0" sz="2000" spc="1" b="1">
                <a:latin typeface="Arial"/>
                <a:cs typeface="Arial"/>
              </a:rPr>
              <a:t>D</a:t>
            </a:r>
            <a:r>
              <a:rPr dirty="0" smtClean="0" sz="2000" spc="1" b="1">
                <a:latin typeface="Arial"/>
                <a:cs typeface="Arial"/>
              </a:rPr>
              <a:t>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50734" y="3392313"/>
            <a:ext cx="1292340" cy="5847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algn="ctr">
              <a:lnSpc>
                <a:spcPts val="2150"/>
              </a:lnSpc>
            </a:pPr>
            <a:r>
              <a:rPr dirty="0" smtClean="0" sz="2000" spc="3" b="1">
                <a:latin typeface="Arial"/>
                <a:cs typeface="Arial"/>
              </a:rPr>
              <a:t>C</a:t>
            </a:r>
            <a:r>
              <a:rPr dirty="0" smtClean="0" sz="2000" spc="3" b="1">
                <a:latin typeface="Arial"/>
                <a:cs typeface="Arial"/>
              </a:rPr>
              <a:t>H</a:t>
            </a:r>
            <a:r>
              <a:rPr dirty="0" smtClean="0" sz="2000" spc="3" b="1">
                <a:latin typeface="Arial"/>
                <a:cs typeface="Arial"/>
              </a:rPr>
              <a:t>A</a:t>
            </a:r>
            <a:r>
              <a:rPr dirty="0" smtClean="0" sz="2000" spc="3" b="1">
                <a:latin typeface="Arial"/>
                <a:cs typeface="Arial"/>
              </a:rPr>
              <a:t>N</a:t>
            </a:r>
            <a:r>
              <a:rPr dirty="0" smtClean="0" sz="2000" spc="3" b="1">
                <a:latin typeface="Arial"/>
                <a:cs typeface="Arial"/>
              </a:rPr>
              <a:t>N</a:t>
            </a:r>
            <a:r>
              <a:rPr dirty="0" smtClean="0" sz="2000" spc="3" b="1">
                <a:latin typeface="Arial"/>
                <a:cs typeface="Arial"/>
              </a:rPr>
              <a:t>EL</a:t>
            </a:r>
            <a:endParaRPr sz="2000">
              <a:latin typeface="Arial"/>
              <a:cs typeface="Arial"/>
            </a:endParaRPr>
          </a:p>
          <a:p>
            <a:pPr marL="101561" marR="122773" algn="ctr">
              <a:lnSpc>
                <a:spcPct val="95825"/>
              </a:lnSpc>
            </a:pPr>
            <a:r>
              <a:rPr dirty="0" smtClean="0" sz="2000" spc="0" b="1">
                <a:latin typeface="Arial"/>
                <a:cs typeface="Arial"/>
              </a:rPr>
              <a:t>D</a:t>
            </a:r>
            <a:r>
              <a:rPr dirty="0" smtClean="0" sz="2000" spc="0" b="1">
                <a:latin typeface="Arial"/>
                <a:cs typeface="Arial"/>
              </a:rPr>
              <a:t>E</a:t>
            </a:r>
            <a:r>
              <a:rPr dirty="0" smtClean="0" sz="2000" spc="0" b="1">
                <a:latin typeface="Arial"/>
                <a:cs typeface="Arial"/>
              </a:rPr>
              <a:t>-</a:t>
            </a:r>
            <a:r>
              <a:rPr dirty="0" smtClean="0" sz="2000" spc="0" b="1">
                <a:latin typeface="Arial"/>
                <a:cs typeface="Arial"/>
              </a:rPr>
              <a:t>COD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64056" y="4551442"/>
            <a:ext cx="1868546" cy="5847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algn="ctr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TR</a:t>
            </a:r>
            <a:r>
              <a:rPr dirty="0" smtClean="0" sz="2000" spc="0" b="1">
                <a:latin typeface="Arial"/>
                <a:cs typeface="Arial"/>
              </a:rPr>
              <a:t>A</a:t>
            </a:r>
            <a:r>
              <a:rPr dirty="0" smtClean="0" sz="2000" spc="0" b="1">
                <a:latin typeface="Arial"/>
                <a:cs typeface="Arial"/>
              </a:rPr>
              <a:t>NSMI</a:t>
            </a:r>
            <a:r>
              <a:rPr dirty="0" smtClean="0" sz="2000" spc="0" b="1">
                <a:latin typeface="Arial"/>
                <a:cs typeface="Arial"/>
              </a:rPr>
              <a:t>T</a:t>
            </a:r>
            <a:r>
              <a:rPr dirty="0" smtClean="0" sz="2000" spc="0" b="1">
                <a:latin typeface="Arial"/>
                <a:cs typeface="Arial"/>
              </a:rPr>
              <a:t>TER</a:t>
            </a:r>
            <a:endParaRPr sz="2000">
              <a:latin typeface="Arial"/>
              <a:cs typeface="Arial"/>
            </a:endParaRPr>
          </a:p>
          <a:p>
            <a:pPr marL="744689" marR="763382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Tx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21505" y="4551442"/>
            <a:ext cx="1309647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2" b="1">
                <a:latin typeface="Arial"/>
                <a:cs typeface="Arial"/>
              </a:rPr>
              <a:t>C</a:t>
            </a:r>
            <a:r>
              <a:rPr dirty="0" smtClean="0" sz="2000" spc="2" b="1">
                <a:latin typeface="Arial"/>
                <a:cs typeface="Arial"/>
              </a:rPr>
              <a:t>H</a:t>
            </a:r>
            <a:r>
              <a:rPr dirty="0" smtClean="0" sz="2000" spc="2" b="1">
                <a:latin typeface="Arial"/>
                <a:cs typeface="Arial"/>
              </a:rPr>
              <a:t>A</a:t>
            </a:r>
            <a:r>
              <a:rPr dirty="0" smtClean="0" sz="2000" spc="2" b="1">
                <a:latin typeface="Arial"/>
                <a:cs typeface="Arial"/>
              </a:rPr>
              <a:t>N</a:t>
            </a:r>
            <a:r>
              <a:rPr dirty="0" smtClean="0" sz="2000" spc="2" b="1">
                <a:latin typeface="Arial"/>
                <a:cs typeface="Arial"/>
              </a:rPr>
              <a:t>NEL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63232" y="4551442"/>
            <a:ext cx="1344514" cy="5847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algn="ctr">
              <a:lnSpc>
                <a:spcPts val="2150"/>
              </a:lnSpc>
            </a:pPr>
            <a:r>
              <a:rPr dirty="0" smtClean="0" sz="2000" spc="-1" b="1">
                <a:latin typeface="Arial"/>
                <a:cs typeface="Arial"/>
              </a:rPr>
              <a:t>RECEI</a:t>
            </a:r>
            <a:r>
              <a:rPr dirty="0" smtClean="0" sz="2000" spc="-1" b="1">
                <a:latin typeface="Arial"/>
                <a:cs typeface="Arial"/>
              </a:rPr>
              <a:t>V</a:t>
            </a:r>
            <a:r>
              <a:rPr dirty="0" smtClean="0" sz="2000" spc="-1" b="1">
                <a:latin typeface="Arial"/>
                <a:cs typeface="Arial"/>
              </a:rPr>
              <a:t>ER</a:t>
            </a:r>
            <a:endParaRPr sz="2000">
              <a:latin typeface="Arial"/>
              <a:cs typeface="Arial"/>
            </a:endParaRPr>
          </a:p>
          <a:p>
            <a:pPr marL="468591" marR="485787" algn="ctr">
              <a:lnSpc>
                <a:spcPct val="95825"/>
              </a:lnSpc>
            </a:pPr>
            <a:r>
              <a:rPr dirty="0" smtClean="0" sz="2000" spc="4" b="1">
                <a:latin typeface="Arial"/>
                <a:cs typeface="Arial"/>
              </a:rPr>
              <a:t>Rx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612005" y="5450043"/>
            <a:ext cx="1109095" cy="58476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latin typeface="Arial"/>
                <a:cs typeface="Arial"/>
              </a:rPr>
              <a:t>NOISE</a:t>
            </a:r>
            <a:r>
              <a:rPr dirty="0" smtClean="0" sz="2000" b="1">
                <a:latin typeface="Arial"/>
                <a:cs typeface="Arial"/>
              </a:rPr>
              <a:t> </a:t>
            </a:r>
            <a:r>
              <a:rPr dirty="0" smtClean="0" sz="2000" b="1">
                <a:latin typeface="Arial"/>
                <a:cs typeface="Arial"/>
              </a:rPr>
              <a:t>&amp;</a:t>
            </a:r>
            <a:endParaRPr sz="2000">
              <a:latin typeface="Arial"/>
              <a:cs typeface="Arial"/>
            </a:endParaRPr>
          </a:p>
          <a:p>
            <a:pPr marL="55372" marR="38176">
              <a:lnSpc>
                <a:spcPct val="95825"/>
              </a:lnSpc>
            </a:pPr>
            <a:r>
              <a:rPr dirty="0" smtClean="0" sz="2000" spc="-32" b="1">
                <a:latin typeface="Arial"/>
                <a:cs typeface="Arial"/>
              </a:rPr>
              <a:t>INT</a:t>
            </a:r>
            <a:r>
              <a:rPr dirty="0" smtClean="0" sz="2000" spc="-32" b="1">
                <a:latin typeface="Arial"/>
                <a:cs typeface="Arial"/>
              </a:rPr>
              <a:t>E</a:t>
            </a:r>
            <a:r>
              <a:rPr dirty="0" smtClean="0" sz="2000" spc="-32" b="1">
                <a:latin typeface="Arial"/>
                <a:cs typeface="Arial"/>
              </a:rPr>
              <a:t>R</a:t>
            </a:r>
            <a:r>
              <a:rPr dirty="0" smtClean="0" sz="2000" spc="-32" b="1">
                <a:latin typeface="Arial"/>
                <a:cs typeface="Arial"/>
              </a:rPr>
              <a:t>F</a:t>
            </a:r>
            <a:r>
              <a:rPr dirty="0" smtClean="0" sz="2000" spc="-32" b="1"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588500" y="6471832"/>
            <a:ext cx="20245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3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8440674" y="1125474"/>
            <a:ext cx="114300" cy="57150"/>
          </a:xfrm>
          <a:custGeom>
            <a:avLst/>
            <a:gdLst/>
            <a:ahLst/>
            <a:cxnLst/>
            <a:rect l="l" t="t" r="r" b="b"/>
            <a:pathLst>
              <a:path w="114300" h="57150">
                <a:moveTo>
                  <a:pt x="19050" y="19050"/>
                </a:moveTo>
                <a:lnTo>
                  <a:pt x="0" y="19049"/>
                </a:lnTo>
                <a:lnTo>
                  <a:pt x="0" y="57150"/>
                </a:lnTo>
                <a:lnTo>
                  <a:pt x="114300" y="0"/>
                </a:lnTo>
                <a:lnTo>
                  <a:pt x="19050" y="1905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8440674" y="1068324"/>
            <a:ext cx="19050" cy="38100"/>
          </a:xfrm>
          <a:custGeom>
            <a:avLst/>
            <a:gdLst/>
            <a:ahLst/>
            <a:cxnLst/>
            <a:rect l="l" t="t" r="r" b="b"/>
            <a:pathLst>
              <a:path w="19050" h="38100">
                <a:moveTo>
                  <a:pt x="19050" y="38100"/>
                </a:moveTo>
                <a:lnTo>
                  <a:pt x="0" y="0"/>
                </a:lnTo>
                <a:lnTo>
                  <a:pt x="0" y="38099"/>
                </a:lnTo>
                <a:lnTo>
                  <a:pt x="1905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773174" y="1068324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0" y="38100"/>
                </a:moveTo>
                <a:lnTo>
                  <a:pt x="0" y="76200"/>
                </a:lnTo>
                <a:lnTo>
                  <a:pt x="6686550" y="76200"/>
                </a:lnTo>
                <a:lnTo>
                  <a:pt x="6781800" y="57150"/>
                </a:lnTo>
                <a:lnTo>
                  <a:pt x="6667500" y="0"/>
                </a:lnTo>
                <a:lnTo>
                  <a:pt x="668655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773174" y="1125474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38100">
            <a:solidFill>
              <a:srgbClr val="3333C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934974" y="973074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0" y="381000"/>
                </a:moveTo>
                <a:lnTo>
                  <a:pt x="7978" y="319195"/>
                </a:lnTo>
                <a:lnTo>
                  <a:pt x="31077" y="260567"/>
                </a:lnTo>
                <a:lnTo>
                  <a:pt x="68041" y="205900"/>
                </a:lnTo>
                <a:lnTo>
                  <a:pt x="117616" y="155978"/>
                </a:lnTo>
                <a:lnTo>
                  <a:pt x="178546" y="111585"/>
                </a:lnTo>
                <a:lnTo>
                  <a:pt x="212877" y="91707"/>
                </a:lnTo>
                <a:lnTo>
                  <a:pt x="249576" y="73505"/>
                </a:lnTo>
                <a:lnTo>
                  <a:pt x="288486" y="57078"/>
                </a:lnTo>
                <a:lnTo>
                  <a:pt x="329451" y="42523"/>
                </a:lnTo>
                <a:lnTo>
                  <a:pt x="372314" y="29938"/>
                </a:lnTo>
                <a:lnTo>
                  <a:pt x="416917" y="19421"/>
                </a:lnTo>
                <a:lnTo>
                  <a:pt x="463104" y="11071"/>
                </a:lnTo>
                <a:lnTo>
                  <a:pt x="510718" y="4986"/>
                </a:lnTo>
                <a:lnTo>
                  <a:pt x="559602" y="1262"/>
                </a:lnTo>
                <a:lnTo>
                  <a:pt x="609600" y="0"/>
                </a:lnTo>
                <a:lnTo>
                  <a:pt x="659597" y="1262"/>
                </a:lnTo>
                <a:lnTo>
                  <a:pt x="708481" y="4986"/>
                </a:lnTo>
                <a:lnTo>
                  <a:pt x="756095" y="11071"/>
                </a:lnTo>
                <a:lnTo>
                  <a:pt x="802282" y="19421"/>
                </a:lnTo>
                <a:lnTo>
                  <a:pt x="846885" y="29938"/>
                </a:lnTo>
                <a:lnTo>
                  <a:pt x="889748" y="42523"/>
                </a:lnTo>
                <a:lnTo>
                  <a:pt x="930713" y="57078"/>
                </a:lnTo>
                <a:lnTo>
                  <a:pt x="969623" y="73505"/>
                </a:lnTo>
                <a:lnTo>
                  <a:pt x="1006322" y="91707"/>
                </a:lnTo>
                <a:lnTo>
                  <a:pt x="1040653" y="111585"/>
                </a:lnTo>
                <a:lnTo>
                  <a:pt x="1072459" y="133041"/>
                </a:lnTo>
                <a:lnTo>
                  <a:pt x="1127868" y="180297"/>
                </a:lnTo>
                <a:lnTo>
                  <a:pt x="1171295" y="232689"/>
                </a:lnTo>
                <a:lnTo>
                  <a:pt x="1201483" y="289435"/>
                </a:lnTo>
                <a:lnTo>
                  <a:pt x="1217179" y="349749"/>
                </a:lnTo>
                <a:lnTo>
                  <a:pt x="1219200" y="381000"/>
                </a:lnTo>
                <a:lnTo>
                  <a:pt x="1217179" y="412250"/>
                </a:lnTo>
                <a:lnTo>
                  <a:pt x="1201483" y="472564"/>
                </a:lnTo>
                <a:lnTo>
                  <a:pt x="1171295" y="529310"/>
                </a:lnTo>
                <a:lnTo>
                  <a:pt x="1127868" y="581702"/>
                </a:lnTo>
                <a:lnTo>
                  <a:pt x="1072459" y="628958"/>
                </a:lnTo>
                <a:lnTo>
                  <a:pt x="1040653" y="650414"/>
                </a:lnTo>
                <a:lnTo>
                  <a:pt x="1006322" y="670292"/>
                </a:lnTo>
                <a:lnTo>
                  <a:pt x="969623" y="688494"/>
                </a:lnTo>
                <a:lnTo>
                  <a:pt x="930713" y="704921"/>
                </a:lnTo>
                <a:lnTo>
                  <a:pt x="889748" y="719476"/>
                </a:lnTo>
                <a:lnTo>
                  <a:pt x="846885" y="732061"/>
                </a:lnTo>
                <a:lnTo>
                  <a:pt x="802282" y="742578"/>
                </a:lnTo>
                <a:lnTo>
                  <a:pt x="756095" y="750928"/>
                </a:lnTo>
                <a:lnTo>
                  <a:pt x="708481" y="757013"/>
                </a:lnTo>
                <a:lnTo>
                  <a:pt x="659597" y="760737"/>
                </a:lnTo>
                <a:lnTo>
                  <a:pt x="609600" y="762000"/>
                </a:lnTo>
                <a:lnTo>
                  <a:pt x="559602" y="760737"/>
                </a:lnTo>
                <a:lnTo>
                  <a:pt x="510718" y="757013"/>
                </a:lnTo>
                <a:lnTo>
                  <a:pt x="463104" y="750928"/>
                </a:lnTo>
                <a:lnTo>
                  <a:pt x="416917" y="742578"/>
                </a:lnTo>
                <a:lnTo>
                  <a:pt x="372314" y="732061"/>
                </a:lnTo>
                <a:lnTo>
                  <a:pt x="329451" y="719476"/>
                </a:lnTo>
                <a:lnTo>
                  <a:pt x="288486" y="704921"/>
                </a:lnTo>
                <a:lnTo>
                  <a:pt x="249576" y="688494"/>
                </a:lnTo>
                <a:lnTo>
                  <a:pt x="212877" y="670292"/>
                </a:lnTo>
                <a:lnTo>
                  <a:pt x="178546" y="650414"/>
                </a:lnTo>
                <a:lnTo>
                  <a:pt x="146740" y="628958"/>
                </a:lnTo>
                <a:lnTo>
                  <a:pt x="91331" y="581702"/>
                </a:lnTo>
                <a:lnTo>
                  <a:pt x="47904" y="529310"/>
                </a:lnTo>
                <a:lnTo>
                  <a:pt x="17716" y="472564"/>
                </a:lnTo>
                <a:lnTo>
                  <a:pt x="2020" y="412250"/>
                </a:lnTo>
                <a:lnTo>
                  <a:pt x="0" y="3810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629662" y="2154174"/>
            <a:ext cx="2209800" cy="1295400"/>
          </a:xfrm>
          <a:custGeom>
            <a:avLst/>
            <a:gdLst/>
            <a:ahLst/>
            <a:cxnLst/>
            <a:rect l="l" t="t" r="r" b="b"/>
            <a:pathLst>
              <a:path w="2209800" h="1295400">
                <a:moveTo>
                  <a:pt x="0" y="1295400"/>
                </a:moveTo>
                <a:lnTo>
                  <a:pt x="2209800" y="1295400"/>
                </a:lnTo>
                <a:lnTo>
                  <a:pt x="2209800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1525524" y="1752980"/>
            <a:ext cx="1085850" cy="1097280"/>
          </a:xfrm>
          <a:custGeom>
            <a:avLst/>
            <a:gdLst/>
            <a:ahLst/>
            <a:cxnLst/>
            <a:rect l="l" t="t" r="r" b="b"/>
            <a:pathLst>
              <a:path w="1085850" h="1097280">
                <a:moveTo>
                  <a:pt x="38100" y="0"/>
                </a:moveTo>
                <a:lnTo>
                  <a:pt x="0" y="635"/>
                </a:lnTo>
                <a:lnTo>
                  <a:pt x="381" y="25781"/>
                </a:lnTo>
                <a:lnTo>
                  <a:pt x="1523" y="50800"/>
                </a:lnTo>
                <a:lnTo>
                  <a:pt x="6222" y="101092"/>
                </a:lnTo>
                <a:lnTo>
                  <a:pt x="13969" y="150876"/>
                </a:lnTo>
                <a:lnTo>
                  <a:pt x="24637" y="200533"/>
                </a:lnTo>
                <a:lnTo>
                  <a:pt x="37972" y="249555"/>
                </a:lnTo>
                <a:lnTo>
                  <a:pt x="53975" y="298196"/>
                </a:lnTo>
                <a:lnTo>
                  <a:pt x="72516" y="346202"/>
                </a:lnTo>
                <a:lnTo>
                  <a:pt x="93598" y="393446"/>
                </a:lnTo>
                <a:lnTo>
                  <a:pt x="117093" y="440055"/>
                </a:lnTo>
                <a:lnTo>
                  <a:pt x="142875" y="485648"/>
                </a:lnTo>
                <a:lnTo>
                  <a:pt x="170814" y="530098"/>
                </a:lnTo>
                <a:lnTo>
                  <a:pt x="200787" y="573532"/>
                </a:lnTo>
                <a:lnTo>
                  <a:pt x="232663" y="615823"/>
                </a:lnTo>
                <a:lnTo>
                  <a:pt x="266573" y="656844"/>
                </a:lnTo>
                <a:lnTo>
                  <a:pt x="302132" y="696468"/>
                </a:lnTo>
                <a:lnTo>
                  <a:pt x="339344" y="734568"/>
                </a:lnTo>
                <a:lnTo>
                  <a:pt x="378206" y="771144"/>
                </a:lnTo>
                <a:lnTo>
                  <a:pt x="418592" y="806069"/>
                </a:lnTo>
                <a:lnTo>
                  <a:pt x="460248" y="839343"/>
                </a:lnTo>
                <a:lnTo>
                  <a:pt x="503300" y="870585"/>
                </a:lnTo>
                <a:lnTo>
                  <a:pt x="547624" y="900049"/>
                </a:lnTo>
                <a:lnTo>
                  <a:pt x="592963" y="927354"/>
                </a:lnTo>
                <a:lnTo>
                  <a:pt x="639063" y="952500"/>
                </a:lnTo>
                <a:lnTo>
                  <a:pt x="686434" y="975487"/>
                </a:lnTo>
                <a:lnTo>
                  <a:pt x="734568" y="996188"/>
                </a:lnTo>
                <a:lnTo>
                  <a:pt x="783336" y="1014349"/>
                </a:lnTo>
                <a:lnTo>
                  <a:pt x="832738" y="1030097"/>
                </a:lnTo>
                <a:lnTo>
                  <a:pt x="882776" y="1043178"/>
                </a:lnTo>
                <a:lnTo>
                  <a:pt x="933323" y="1053592"/>
                </a:lnTo>
                <a:lnTo>
                  <a:pt x="970521" y="1058832"/>
                </a:lnTo>
                <a:lnTo>
                  <a:pt x="989076" y="1060577"/>
                </a:lnTo>
                <a:lnTo>
                  <a:pt x="1085850" y="1048131"/>
                </a:lnTo>
                <a:lnTo>
                  <a:pt x="975740" y="983234"/>
                </a:lnTo>
                <a:lnTo>
                  <a:pt x="992632" y="1022604"/>
                </a:lnTo>
                <a:lnTo>
                  <a:pt x="973148" y="1020780"/>
                </a:lnTo>
                <a:lnTo>
                  <a:pt x="939292" y="1016000"/>
                </a:lnTo>
                <a:lnTo>
                  <a:pt x="890905" y="1005967"/>
                </a:lnTo>
                <a:lnTo>
                  <a:pt x="842899" y="993394"/>
                </a:lnTo>
                <a:lnTo>
                  <a:pt x="795274" y="978281"/>
                </a:lnTo>
                <a:lnTo>
                  <a:pt x="748283" y="960628"/>
                </a:lnTo>
                <a:lnTo>
                  <a:pt x="701928" y="940689"/>
                </a:lnTo>
                <a:lnTo>
                  <a:pt x="656336" y="918464"/>
                </a:lnTo>
                <a:lnTo>
                  <a:pt x="611251" y="893826"/>
                </a:lnTo>
                <a:lnTo>
                  <a:pt x="567182" y="867410"/>
                </a:lnTo>
                <a:lnTo>
                  <a:pt x="524382" y="838962"/>
                </a:lnTo>
                <a:lnTo>
                  <a:pt x="482726" y="808482"/>
                </a:lnTo>
                <a:lnTo>
                  <a:pt x="442340" y="776224"/>
                </a:lnTo>
                <a:lnTo>
                  <a:pt x="403225" y="742315"/>
                </a:lnTo>
                <a:lnTo>
                  <a:pt x="365506" y="706755"/>
                </a:lnTo>
                <a:lnTo>
                  <a:pt x="329438" y="669798"/>
                </a:lnTo>
                <a:lnTo>
                  <a:pt x="294894" y="631317"/>
                </a:lnTo>
                <a:lnTo>
                  <a:pt x="262000" y="591566"/>
                </a:lnTo>
                <a:lnTo>
                  <a:pt x="231139" y="550545"/>
                </a:lnTo>
                <a:lnTo>
                  <a:pt x="202183" y="508508"/>
                </a:lnTo>
                <a:lnTo>
                  <a:pt x="175259" y="465328"/>
                </a:lnTo>
                <a:lnTo>
                  <a:pt x="150368" y="421386"/>
                </a:lnTo>
                <a:lnTo>
                  <a:pt x="127888" y="376809"/>
                </a:lnTo>
                <a:lnTo>
                  <a:pt x="107442" y="331089"/>
                </a:lnTo>
                <a:lnTo>
                  <a:pt x="89662" y="284988"/>
                </a:lnTo>
                <a:lnTo>
                  <a:pt x="74294" y="238125"/>
                </a:lnTo>
                <a:lnTo>
                  <a:pt x="61467" y="191008"/>
                </a:lnTo>
                <a:lnTo>
                  <a:pt x="51307" y="143383"/>
                </a:lnTo>
                <a:lnTo>
                  <a:pt x="44068" y="95758"/>
                </a:lnTo>
                <a:lnTo>
                  <a:pt x="39623" y="47879"/>
                </a:lnTo>
                <a:lnTo>
                  <a:pt x="38481" y="24003"/>
                </a:lnTo>
                <a:lnTo>
                  <a:pt x="38100" y="0"/>
                </a:lnTo>
                <a:close/>
              </a:path>
              <a:path w="1085850" h="1097280">
                <a:moveTo>
                  <a:pt x="989076" y="1060577"/>
                </a:moveTo>
                <a:lnTo>
                  <a:pt x="970521" y="1058832"/>
                </a:lnTo>
                <a:lnTo>
                  <a:pt x="967867" y="1097280"/>
                </a:lnTo>
                <a:lnTo>
                  <a:pt x="1085850" y="1048131"/>
                </a:lnTo>
                <a:lnTo>
                  <a:pt x="989076" y="1060577"/>
                </a:lnTo>
                <a:close/>
              </a:path>
              <a:path w="1085850" h="1097280">
                <a:moveTo>
                  <a:pt x="992632" y="1022604"/>
                </a:moveTo>
                <a:lnTo>
                  <a:pt x="975740" y="983234"/>
                </a:lnTo>
                <a:lnTo>
                  <a:pt x="973148" y="1020780"/>
                </a:lnTo>
                <a:lnTo>
                  <a:pt x="992632" y="1022604"/>
                </a:lnTo>
                <a:close/>
              </a:path>
            </a:pathLst>
          </a:custGeom>
          <a:solidFill>
            <a:srgbClr val="FF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6858381" y="1677162"/>
            <a:ext cx="1797685" cy="1143000"/>
          </a:xfrm>
          <a:custGeom>
            <a:avLst/>
            <a:gdLst/>
            <a:ahLst/>
            <a:cxnLst/>
            <a:rect l="l" t="t" r="r" b="b"/>
            <a:pathLst>
              <a:path w="1797685" h="1143000">
                <a:moveTo>
                  <a:pt x="0" y="1104900"/>
                </a:moveTo>
                <a:lnTo>
                  <a:pt x="762" y="1143000"/>
                </a:lnTo>
                <a:lnTo>
                  <a:pt x="82803" y="1141349"/>
                </a:lnTo>
                <a:lnTo>
                  <a:pt x="165608" y="1136523"/>
                </a:lnTo>
                <a:lnTo>
                  <a:pt x="247903" y="1128522"/>
                </a:lnTo>
                <a:lnTo>
                  <a:pt x="329819" y="1117600"/>
                </a:lnTo>
                <a:lnTo>
                  <a:pt x="410972" y="1103629"/>
                </a:lnTo>
                <a:lnTo>
                  <a:pt x="491363" y="1087120"/>
                </a:lnTo>
                <a:lnTo>
                  <a:pt x="570738" y="1067689"/>
                </a:lnTo>
                <a:lnTo>
                  <a:pt x="649097" y="1045717"/>
                </a:lnTo>
                <a:lnTo>
                  <a:pt x="726059" y="1021207"/>
                </a:lnTo>
                <a:lnTo>
                  <a:pt x="801497" y="994410"/>
                </a:lnTo>
                <a:lnTo>
                  <a:pt x="875538" y="965326"/>
                </a:lnTo>
                <a:lnTo>
                  <a:pt x="947547" y="933958"/>
                </a:lnTo>
                <a:lnTo>
                  <a:pt x="1017777" y="900557"/>
                </a:lnTo>
                <a:lnTo>
                  <a:pt x="1085977" y="865251"/>
                </a:lnTo>
                <a:lnTo>
                  <a:pt x="1151763" y="828039"/>
                </a:lnTo>
                <a:lnTo>
                  <a:pt x="1215263" y="789051"/>
                </a:lnTo>
                <a:lnTo>
                  <a:pt x="1276223" y="748157"/>
                </a:lnTo>
                <a:lnTo>
                  <a:pt x="1334389" y="705992"/>
                </a:lnTo>
                <a:lnTo>
                  <a:pt x="1389761" y="662177"/>
                </a:lnTo>
                <a:lnTo>
                  <a:pt x="1441958" y="616965"/>
                </a:lnTo>
                <a:lnTo>
                  <a:pt x="1490979" y="570611"/>
                </a:lnTo>
                <a:lnTo>
                  <a:pt x="1536700" y="522859"/>
                </a:lnTo>
                <a:lnTo>
                  <a:pt x="1578864" y="474090"/>
                </a:lnTo>
                <a:lnTo>
                  <a:pt x="1617472" y="424434"/>
                </a:lnTo>
                <a:lnTo>
                  <a:pt x="1652143" y="373634"/>
                </a:lnTo>
                <a:lnTo>
                  <a:pt x="1682750" y="322072"/>
                </a:lnTo>
                <a:lnTo>
                  <a:pt x="1709166" y="269875"/>
                </a:lnTo>
                <a:lnTo>
                  <a:pt x="1731264" y="216915"/>
                </a:lnTo>
                <a:lnTo>
                  <a:pt x="1748663" y="163575"/>
                </a:lnTo>
                <a:lnTo>
                  <a:pt x="1758232" y="115446"/>
                </a:lnTo>
                <a:lnTo>
                  <a:pt x="1797685" y="119634"/>
                </a:lnTo>
                <a:lnTo>
                  <a:pt x="1761617" y="98425"/>
                </a:lnTo>
                <a:lnTo>
                  <a:pt x="1724278" y="91059"/>
                </a:lnTo>
                <a:lnTo>
                  <a:pt x="1684020" y="107568"/>
                </a:lnTo>
                <a:lnTo>
                  <a:pt x="1720317" y="111421"/>
                </a:lnTo>
                <a:lnTo>
                  <a:pt x="1712468" y="151764"/>
                </a:lnTo>
                <a:lnTo>
                  <a:pt x="1696085" y="202311"/>
                </a:lnTo>
                <a:lnTo>
                  <a:pt x="1675129" y="252729"/>
                </a:lnTo>
                <a:lnTo>
                  <a:pt x="1649857" y="302767"/>
                </a:lnTo>
                <a:lnTo>
                  <a:pt x="1620647" y="352171"/>
                </a:lnTo>
                <a:lnTo>
                  <a:pt x="1587373" y="401065"/>
                </a:lnTo>
                <a:lnTo>
                  <a:pt x="1550035" y="449199"/>
                </a:lnTo>
                <a:lnTo>
                  <a:pt x="1509141" y="496570"/>
                </a:lnTo>
                <a:lnTo>
                  <a:pt x="1464818" y="542925"/>
                </a:lnTo>
                <a:lnTo>
                  <a:pt x="1417066" y="588137"/>
                </a:lnTo>
                <a:lnTo>
                  <a:pt x="1366012" y="632333"/>
                </a:lnTo>
                <a:lnTo>
                  <a:pt x="1312037" y="675132"/>
                </a:lnTo>
                <a:lnTo>
                  <a:pt x="1255014" y="716534"/>
                </a:lnTo>
                <a:lnTo>
                  <a:pt x="1195324" y="756538"/>
                </a:lnTo>
                <a:lnTo>
                  <a:pt x="1133094" y="794892"/>
                </a:lnTo>
                <a:lnTo>
                  <a:pt x="1068451" y="831341"/>
                </a:lnTo>
                <a:lnTo>
                  <a:pt x="1001522" y="866139"/>
                </a:lnTo>
                <a:lnTo>
                  <a:pt x="932434" y="899033"/>
                </a:lnTo>
                <a:lnTo>
                  <a:pt x="861441" y="929766"/>
                </a:lnTo>
                <a:lnTo>
                  <a:pt x="788797" y="958596"/>
                </a:lnTo>
                <a:lnTo>
                  <a:pt x="714501" y="984885"/>
                </a:lnTo>
                <a:lnTo>
                  <a:pt x="638683" y="1009014"/>
                </a:lnTo>
                <a:lnTo>
                  <a:pt x="561721" y="1030732"/>
                </a:lnTo>
                <a:lnTo>
                  <a:pt x="483616" y="1049782"/>
                </a:lnTo>
                <a:lnTo>
                  <a:pt x="404495" y="1066164"/>
                </a:lnTo>
                <a:lnTo>
                  <a:pt x="324739" y="1079880"/>
                </a:lnTo>
                <a:lnTo>
                  <a:pt x="244348" y="1090549"/>
                </a:lnTo>
                <a:lnTo>
                  <a:pt x="163322" y="1098423"/>
                </a:lnTo>
                <a:lnTo>
                  <a:pt x="82169" y="1103249"/>
                </a:lnTo>
                <a:lnTo>
                  <a:pt x="0" y="1104900"/>
                </a:lnTo>
                <a:close/>
              </a:path>
              <a:path w="1797685" h="1143000">
                <a:moveTo>
                  <a:pt x="1752980" y="0"/>
                </a:moveTo>
                <a:lnTo>
                  <a:pt x="1684020" y="107568"/>
                </a:lnTo>
                <a:lnTo>
                  <a:pt x="1724278" y="91059"/>
                </a:lnTo>
                <a:lnTo>
                  <a:pt x="1761617" y="98425"/>
                </a:lnTo>
                <a:lnTo>
                  <a:pt x="1797685" y="119634"/>
                </a:lnTo>
                <a:lnTo>
                  <a:pt x="1752980" y="0"/>
                </a:lnTo>
                <a:close/>
              </a:path>
            </a:pathLst>
          </a:custGeom>
          <a:solidFill>
            <a:srgbClr val="FF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5697474" y="2362962"/>
            <a:ext cx="1143000" cy="876300"/>
          </a:xfrm>
          <a:custGeom>
            <a:avLst/>
            <a:gdLst/>
            <a:ahLst/>
            <a:cxnLst/>
            <a:rect l="l" t="t" r="r" b="b"/>
            <a:pathLst>
              <a:path w="1143000" h="876300">
                <a:moveTo>
                  <a:pt x="0" y="876300"/>
                </a:moveTo>
                <a:lnTo>
                  <a:pt x="1143000" y="876300"/>
                </a:lnTo>
                <a:lnTo>
                  <a:pt x="1143000" y="0"/>
                </a:lnTo>
                <a:lnTo>
                  <a:pt x="0" y="0"/>
                </a:lnTo>
                <a:lnTo>
                  <a:pt x="0" y="8763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859274" y="2744724"/>
            <a:ext cx="819150" cy="114300"/>
          </a:xfrm>
          <a:custGeom>
            <a:avLst/>
            <a:gdLst/>
            <a:ahLst/>
            <a:cxnLst/>
            <a:rect l="l" t="t" r="r" b="b"/>
            <a:pathLst>
              <a:path w="819150" h="114300">
                <a:moveTo>
                  <a:pt x="723900" y="76200"/>
                </a:moveTo>
                <a:lnTo>
                  <a:pt x="704850" y="76199"/>
                </a:lnTo>
                <a:lnTo>
                  <a:pt x="704850" y="114300"/>
                </a:lnTo>
                <a:lnTo>
                  <a:pt x="819150" y="57150"/>
                </a:lnTo>
                <a:lnTo>
                  <a:pt x="723900" y="76200"/>
                </a:lnTo>
                <a:close/>
              </a:path>
              <a:path w="819150" h="114300">
                <a:moveTo>
                  <a:pt x="723900" y="38100"/>
                </a:moveTo>
                <a:lnTo>
                  <a:pt x="704850" y="0"/>
                </a:lnTo>
                <a:lnTo>
                  <a:pt x="704849" y="38100"/>
                </a:lnTo>
                <a:lnTo>
                  <a:pt x="723900" y="38100"/>
                </a:lnTo>
                <a:close/>
              </a:path>
              <a:path w="819150" h="114300">
                <a:moveTo>
                  <a:pt x="0" y="38100"/>
                </a:moveTo>
                <a:lnTo>
                  <a:pt x="0" y="76200"/>
                </a:lnTo>
                <a:lnTo>
                  <a:pt x="723900" y="76200"/>
                </a:lnTo>
                <a:lnTo>
                  <a:pt x="819150" y="57150"/>
                </a:lnTo>
                <a:lnTo>
                  <a:pt x="704850" y="0"/>
                </a:lnTo>
                <a:lnTo>
                  <a:pt x="72390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FF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8268461" y="1049274"/>
            <a:ext cx="685800" cy="609600"/>
          </a:xfrm>
          <a:custGeom>
            <a:avLst/>
            <a:gdLst/>
            <a:ahLst/>
            <a:cxnLst/>
            <a:rect l="l" t="t" r="r" b="b"/>
            <a:pathLst>
              <a:path w="685800" h="609600">
                <a:moveTo>
                  <a:pt x="0" y="304800"/>
                </a:moveTo>
                <a:lnTo>
                  <a:pt x="1136" y="279809"/>
                </a:lnTo>
                <a:lnTo>
                  <a:pt x="4488" y="255374"/>
                </a:lnTo>
                <a:lnTo>
                  <a:pt x="9966" y="231572"/>
                </a:lnTo>
                <a:lnTo>
                  <a:pt x="17483" y="208483"/>
                </a:lnTo>
                <a:lnTo>
                  <a:pt x="26949" y="186183"/>
                </a:lnTo>
                <a:lnTo>
                  <a:pt x="38277" y="164753"/>
                </a:lnTo>
                <a:lnTo>
                  <a:pt x="51379" y="144271"/>
                </a:lnTo>
                <a:lnTo>
                  <a:pt x="66165" y="124815"/>
                </a:lnTo>
                <a:lnTo>
                  <a:pt x="82549" y="106464"/>
                </a:lnTo>
                <a:lnTo>
                  <a:pt x="100441" y="89296"/>
                </a:lnTo>
                <a:lnTo>
                  <a:pt x="119753" y="73391"/>
                </a:lnTo>
                <a:lnTo>
                  <a:pt x="140396" y="58826"/>
                </a:lnTo>
                <a:lnTo>
                  <a:pt x="162284" y="45680"/>
                </a:lnTo>
                <a:lnTo>
                  <a:pt x="185327" y="34032"/>
                </a:lnTo>
                <a:lnTo>
                  <a:pt x="209436" y="23961"/>
                </a:lnTo>
                <a:lnTo>
                  <a:pt x="234525" y="15544"/>
                </a:lnTo>
                <a:lnTo>
                  <a:pt x="260504" y="8861"/>
                </a:lnTo>
                <a:lnTo>
                  <a:pt x="287285" y="3990"/>
                </a:lnTo>
                <a:lnTo>
                  <a:pt x="314779" y="1010"/>
                </a:lnTo>
                <a:lnTo>
                  <a:pt x="342900" y="0"/>
                </a:lnTo>
                <a:lnTo>
                  <a:pt x="371020" y="1010"/>
                </a:lnTo>
                <a:lnTo>
                  <a:pt x="398514" y="3990"/>
                </a:lnTo>
                <a:lnTo>
                  <a:pt x="425295" y="8861"/>
                </a:lnTo>
                <a:lnTo>
                  <a:pt x="451274" y="15544"/>
                </a:lnTo>
                <a:lnTo>
                  <a:pt x="476363" y="23961"/>
                </a:lnTo>
                <a:lnTo>
                  <a:pt x="500472" y="34032"/>
                </a:lnTo>
                <a:lnTo>
                  <a:pt x="523515" y="45680"/>
                </a:lnTo>
                <a:lnTo>
                  <a:pt x="545403" y="58826"/>
                </a:lnTo>
                <a:lnTo>
                  <a:pt x="566046" y="73391"/>
                </a:lnTo>
                <a:lnTo>
                  <a:pt x="585358" y="89296"/>
                </a:lnTo>
                <a:lnTo>
                  <a:pt x="603250" y="106464"/>
                </a:lnTo>
                <a:lnTo>
                  <a:pt x="619634" y="124815"/>
                </a:lnTo>
                <a:lnTo>
                  <a:pt x="634420" y="144271"/>
                </a:lnTo>
                <a:lnTo>
                  <a:pt x="647522" y="164753"/>
                </a:lnTo>
                <a:lnTo>
                  <a:pt x="658850" y="186183"/>
                </a:lnTo>
                <a:lnTo>
                  <a:pt x="668316" y="208483"/>
                </a:lnTo>
                <a:lnTo>
                  <a:pt x="675833" y="231572"/>
                </a:lnTo>
                <a:lnTo>
                  <a:pt x="681311" y="255374"/>
                </a:lnTo>
                <a:lnTo>
                  <a:pt x="684663" y="279809"/>
                </a:lnTo>
                <a:lnTo>
                  <a:pt x="685800" y="304800"/>
                </a:lnTo>
                <a:lnTo>
                  <a:pt x="684663" y="329790"/>
                </a:lnTo>
                <a:lnTo>
                  <a:pt x="681311" y="354225"/>
                </a:lnTo>
                <a:lnTo>
                  <a:pt x="675833" y="378027"/>
                </a:lnTo>
                <a:lnTo>
                  <a:pt x="668316" y="401116"/>
                </a:lnTo>
                <a:lnTo>
                  <a:pt x="658850" y="423416"/>
                </a:lnTo>
                <a:lnTo>
                  <a:pt x="647522" y="444846"/>
                </a:lnTo>
                <a:lnTo>
                  <a:pt x="634420" y="465328"/>
                </a:lnTo>
                <a:lnTo>
                  <a:pt x="619634" y="484784"/>
                </a:lnTo>
                <a:lnTo>
                  <a:pt x="603250" y="503135"/>
                </a:lnTo>
                <a:lnTo>
                  <a:pt x="585358" y="520303"/>
                </a:lnTo>
                <a:lnTo>
                  <a:pt x="566046" y="536208"/>
                </a:lnTo>
                <a:lnTo>
                  <a:pt x="545403" y="550773"/>
                </a:lnTo>
                <a:lnTo>
                  <a:pt x="523515" y="563919"/>
                </a:lnTo>
                <a:lnTo>
                  <a:pt x="500472" y="575567"/>
                </a:lnTo>
                <a:lnTo>
                  <a:pt x="476363" y="585638"/>
                </a:lnTo>
                <a:lnTo>
                  <a:pt x="451274" y="594055"/>
                </a:lnTo>
                <a:lnTo>
                  <a:pt x="425295" y="600738"/>
                </a:lnTo>
                <a:lnTo>
                  <a:pt x="398514" y="605609"/>
                </a:lnTo>
                <a:lnTo>
                  <a:pt x="371020" y="608589"/>
                </a:lnTo>
                <a:lnTo>
                  <a:pt x="342900" y="609600"/>
                </a:lnTo>
                <a:lnTo>
                  <a:pt x="314779" y="608589"/>
                </a:lnTo>
                <a:lnTo>
                  <a:pt x="287285" y="605609"/>
                </a:lnTo>
                <a:lnTo>
                  <a:pt x="260504" y="600738"/>
                </a:lnTo>
                <a:lnTo>
                  <a:pt x="234525" y="594055"/>
                </a:lnTo>
                <a:lnTo>
                  <a:pt x="209436" y="585638"/>
                </a:lnTo>
                <a:lnTo>
                  <a:pt x="185327" y="575567"/>
                </a:lnTo>
                <a:lnTo>
                  <a:pt x="162284" y="563919"/>
                </a:lnTo>
                <a:lnTo>
                  <a:pt x="140396" y="550773"/>
                </a:lnTo>
                <a:lnTo>
                  <a:pt x="119753" y="536208"/>
                </a:lnTo>
                <a:lnTo>
                  <a:pt x="100441" y="520303"/>
                </a:lnTo>
                <a:lnTo>
                  <a:pt x="82549" y="503135"/>
                </a:lnTo>
                <a:lnTo>
                  <a:pt x="66165" y="484784"/>
                </a:lnTo>
                <a:lnTo>
                  <a:pt x="51379" y="465328"/>
                </a:lnTo>
                <a:lnTo>
                  <a:pt x="38277" y="444846"/>
                </a:lnTo>
                <a:lnTo>
                  <a:pt x="26949" y="423416"/>
                </a:lnTo>
                <a:lnTo>
                  <a:pt x="17483" y="401116"/>
                </a:lnTo>
                <a:lnTo>
                  <a:pt x="9966" y="378027"/>
                </a:lnTo>
                <a:lnTo>
                  <a:pt x="4488" y="354225"/>
                </a:lnTo>
                <a:lnTo>
                  <a:pt x="1136" y="329790"/>
                </a:lnTo>
                <a:lnTo>
                  <a:pt x="0" y="3048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88212" y="1260776"/>
            <a:ext cx="813082" cy="20401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3" b="1">
                <a:latin typeface="Arial"/>
                <a:cs typeface="Arial"/>
              </a:rPr>
              <a:t>S</a:t>
            </a:r>
            <a:r>
              <a:rPr dirty="0" smtClean="0" sz="1400" spc="-3" b="1">
                <a:latin typeface="Arial"/>
                <a:cs typeface="Arial"/>
              </a:rPr>
              <a:t>O</a:t>
            </a:r>
            <a:r>
              <a:rPr dirty="0" smtClean="0" sz="1400" spc="-3" b="1">
                <a:latin typeface="Arial"/>
                <a:cs typeface="Arial"/>
              </a:rPr>
              <a:t>U</a:t>
            </a:r>
            <a:r>
              <a:rPr dirty="0" smtClean="0" sz="1400" spc="-3" b="1">
                <a:latin typeface="Arial"/>
                <a:cs typeface="Arial"/>
              </a:rPr>
              <a:t>R</a:t>
            </a:r>
            <a:r>
              <a:rPr dirty="0" smtClean="0" sz="1400" spc="-3" b="1">
                <a:latin typeface="Arial"/>
                <a:cs typeface="Arial"/>
              </a:rPr>
              <a:t>C</a:t>
            </a:r>
            <a:r>
              <a:rPr dirty="0" smtClean="0" sz="1400" spc="-3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79066" y="1260776"/>
            <a:ext cx="813082" cy="417695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3" b="1">
                <a:latin typeface="Arial"/>
                <a:cs typeface="Arial"/>
              </a:rPr>
              <a:t>S</a:t>
            </a:r>
            <a:r>
              <a:rPr dirty="0" smtClean="0" sz="1400" spc="-3" b="1">
                <a:latin typeface="Arial"/>
                <a:cs typeface="Arial"/>
              </a:rPr>
              <a:t>O</a:t>
            </a:r>
            <a:r>
              <a:rPr dirty="0" smtClean="0" sz="1400" spc="-3" b="1">
                <a:latin typeface="Arial"/>
                <a:cs typeface="Arial"/>
              </a:rPr>
              <a:t>U</a:t>
            </a:r>
            <a:r>
              <a:rPr dirty="0" smtClean="0" sz="1400" spc="-3" b="1">
                <a:latin typeface="Arial"/>
                <a:cs typeface="Arial"/>
              </a:rPr>
              <a:t>R</a:t>
            </a:r>
            <a:r>
              <a:rPr dirty="0" smtClean="0" sz="1400" spc="-3" b="1">
                <a:latin typeface="Arial"/>
                <a:cs typeface="Arial"/>
              </a:rPr>
              <a:t>C</a:t>
            </a:r>
            <a:r>
              <a:rPr dirty="0" smtClean="0" sz="1400" spc="-3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37083" marR="26791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94050" y="1260776"/>
            <a:ext cx="902746" cy="417695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9" b="1">
                <a:latin typeface="Arial"/>
                <a:cs typeface="Arial"/>
              </a:rPr>
              <a:t>C</a:t>
            </a:r>
            <a:r>
              <a:rPr dirty="0" smtClean="0" sz="1400" spc="-9" b="1">
                <a:latin typeface="Arial"/>
                <a:cs typeface="Arial"/>
              </a:rPr>
              <a:t>H</a:t>
            </a:r>
            <a:r>
              <a:rPr dirty="0" smtClean="0" sz="1400" spc="-9" b="1">
                <a:latin typeface="Arial"/>
                <a:cs typeface="Arial"/>
              </a:rPr>
              <a:t>A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2826" marR="76145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284091" y="1260776"/>
            <a:ext cx="258776" cy="20401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Tx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94631" y="1260776"/>
            <a:ext cx="916142" cy="20401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9" b="1">
                <a:latin typeface="Arial"/>
                <a:cs typeface="Arial"/>
              </a:rPr>
              <a:t>C</a:t>
            </a:r>
            <a:r>
              <a:rPr dirty="0" smtClean="0" sz="1400" spc="-9" b="1">
                <a:latin typeface="Arial"/>
                <a:cs typeface="Arial"/>
              </a:rPr>
              <a:t>H</a:t>
            </a:r>
            <a:r>
              <a:rPr dirty="0" smtClean="0" sz="1400" spc="-9" b="1">
                <a:latin typeface="Arial"/>
                <a:cs typeface="Arial"/>
              </a:rPr>
              <a:t>A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875401" y="1260776"/>
            <a:ext cx="278574" cy="20401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Rx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318885" y="1260776"/>
            <a:ext cx="902746" cy="417695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9" b="1">
                <a:latin typeface="Arial"/>
                <a:cs typeface="Arial"/>
              </a:rPr>
              <a:t>C</a:t>
            </a:r>
            <a:r>
              <a:rPr dirty="0" smtClean="0" sz="1400" spc="-9" b="1">
                <a:latin typeface="Arial"/>
                <a:cs typeface="Arial"/>
              </a:rPr>
              <a:t>H</a:t>
            </a:r>
            <a:r>
              <a:rPr dirty="0" smtClean="0" sz="1400" spc="-9" b="1">
                <a:latin typeface="Arial"/>
                <a:cs typeface="Arial"/>
              </a:rPr>
              <a:t>A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N</a:t>
            </a:r>
            <a:r>
              <a:rPr dirty="0" smtClean="0" sz="1400" spc="-9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7398" marR="81389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437882" y="1260776"/>
            <a:ext cx="813082" cy="417695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3" b="1">
                <a:latin typeface="Arial"/>
                <a:cs typeface="Arial"/>
              </a:rPr>
              <a:t>S</a:t>
            </a:r>
            <a:r>
              <a:rPr dirty="0" smtClean="0" sz="1400" spc="-3" b="1">
                <a:latin typeface="Arial"/>
                <a:cs typeface="Arial"/>
              </a:rPr>
              <a:t>O</a:t>
            </a:r>
            <a:r>
              <a:rPr dirty="0" smtClean="0" sz="1400" spc="-3" b="1">
                <a:latin typeface="Arial"/>
                <a:cs typeface="Arial"/>
              </a:rPr>
              <a:t>U</a:t>
            </a:r>
            <a:r>
              <a:rPr dirty="0" smtClean="0" sz="1400" spc="-3" b="1">
                <a:latin typeface="Arial"/>
                <a:cs typeface="Arial"/>
              </a:rPr>
              <a:t>R</a:t>
            </a:r>
            <a:r>
              <a:rPr dirty="0" smtClean="0" sz="1400" spc="-3" b="1">
                <a:latin typeface="Arial"/>
                <a:cs typeface="Arial"/>
              </a:rPr>
              <a:t>C</a:t>
            </a:r>
            <a:r>
              <a:rPr dirty="0" smtClean="0" sz="1400" spc="-3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41656" marR="26791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05622" y="1260776"/>
            <a:ext cx="478362" cy="20401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1" b="1">
                <a:latin typeface="Arial"/>
                <a:cs typeface="Arial"/>
              </a:rPr>
              <a:t>SI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930265" y="2741565"/>
            <a:ext cx="714607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lay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302095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Wire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ess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Di</a:t>
            </a:r>
            <a:r>
              <a:rPr dirty="0" smtClean="0" sz="1800" b="1">
                <a:latin typeface="Georgia"/>
                <a:cs typeface="Georgia"/>
              </a:rPr>
              <a:t>g</a:t>
            </a:r>
            <a:r>
              <a:rPr dirty="0" smtClean="0" sz="1800" b="1">
                <a:latin typeface="Georgia"/>
                <a:cs typeface="Georgia"/>
              </a:rPr>
              <a:t>ital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52089" y="6471832"/>
            <a:ext cx="286493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583928" y="6471832"/>
            <a:ext cx="20814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697474" y="2362962"/>
            <a:ext cx="1143000" cy="87630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75387">
              <a:lnSpc>
                <a:spcPct val="95825"/>
              </a:lnSpc>
            </a:pPr>
            <a:r>
              <a:rPr dirty="0" smtClean="0" sz="2000">
                <a:latin typeface="Arial"/>
                <a:cs typeface="Arial"/>
              </a:rPr>
              <a:t>Quality</a:t>
            </a:r>
            <a:endParaRPr sz="20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629662" y="2154174"/>
            <a:ext cx="2209800" cy="1295400"/>
          </a:xfrm>
          <a:prstGeom prst="rect">
            <a:avLst/>
          </a:prstGeom>
        </p:spPr>
        <p:txBody>
          <a:bodyPr wrap="square" lIns="0" tIns="53340" rIns="0" bIns="0" rtlCol="0">
            <a:noAutofit/>
          </a:bodyPr>
          <a:lstStyle/>
          <a:p>
            <a:pPr marL="91948">
              <a:lnSpc>
                <a:spcPct val="95825"/>
              </a:lnSpc>
            </a:pPr>
            <a:r>
              <a:rPr dirty="0" smtClean="0" sz="1500" spc="8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500" spc="8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2000" spc="8">
                <a:latin typeface="Arial"/>
                <a:cs typeface="Arial"/>
              </a:rPr>
              <a:t>H</a:t>
            </a:r>
            <a:r>
              <a:rPr dirty="0" smtClean="0" sz="2000" spc="8">
                <a:latin typeface="Arial"/>
                <a:cs typeface="Arial"/>
              </a:rPr>
              <a:t>u</a:t>
            </a:r>
            <a:r>
              <a:rPr dirty="0" smtClean="0" sz="2000" spc="8">
                <a:latin typeface="Arial"/>
                <a:cs typeface="Arial"/>
              </a:rPr>
              <a:t>man</a:t>
            </a:r>
            <a:r>
              <a:rPr dirty="0" smtClean="0" sz="2000" spc="8">
                <a:latin typeface="Arial"/>
                <a:cs typeface="Arial"/>
              </a:rPr>
              <a:t> </a:t>
            </a:r>
            <a:r>
              <a:rPr dirty="0" smtClean="0" sz="2000" spc="8">
                <a:latin typeface="Arial"/>
                <a:cs typeface="Arial"/>
              </a:rPr>
              <a:t>Spee</a:t>
            </a:r>
            <a:r>
              <a:rPr dirty="0" smtClean="0" sz="2000" spc="8">
                <a:latin typeface="Arial"/>
                <a:cs typeface="Arial"/>
              </a:rPr>
              <a:t>c</a:t>
            </a:r>
            <a:r>
              <a:rPr dirty="0" smtClean="0" sz="2000" spc="8">
                <a:latin typeface="Arial"/>
                <a:cs typeface="Arial"/>
              </a:rPr>
              <a:t>h</a:t>
            </a:r>
            <a:endParaRPr sz="2000">
              <a:latin typeface="Arial"/>
              <a:cs typeface="Arial"/>
            </a:endParaRPr>
          </a:p>
          <a:p>
            <a:pPr marL="91948">
              <a:lnSpc>
                <a:spcPct val="95825"/>
              </a:lnSpc>
              <a:spcBef>
                <a:spcPts val="580"/>
              </a:spcBef>
            </a:pPr>
            <a:r>
              <a:rPr dirty="0" smtClean="0" sz="1500" spc="8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500" spc="8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2000" spc="8">
                <a:latin typeface="Arial"/>
                <a:cs typeface="Arial"/>
              </a:rPr>
              <a:t>HiFi</a:t>
            </a:r>
            <a:r>
              <a:rPr dirty="0" smtClean="0" sz="2000" spc="8">
                <a:latin typeface="Arial"/>
                <a:cs typeface="Arial"/>
              </a:rPr>
              <a:t> </a:t>
            </a:r>
            <a:r>
              <a:rPr dirty="0" smtClean="0" sz="2000" spc="8">
                <a:latin typeface="Arial"/>
                <a:cs typeface="Arial"/>
              </a:rPr>
              <a:t>/</a:t>
            </a:r>
            <a:r>
              <a:rPr dirty="0" smtClean="0" sz="2000" spc="8">
                <a:latin typeface="Arial"/>
                <a:cs typeface="Arial"/>
              </a:rPr>
              <a:t> </a:t>
            </a:r>
            <a:r>
              <a:rPr dirty="0" smtClean="0" sz="2000" spc="8">
                <a:latin typeface="Arial"/>
                <a:cs typeface="Arial"/>
              </a:rPr>
              <a:t>TV</a:t>
            </a:r>
            <a:endParaRPr sz="2000">
              <a:latin typeface="Arial"/>
              <a:cs typeface="Arial"/>
            </a:endParaRPr>
          </a:p>
          <a:p>
            <a:pPr marL="91948">
              <a:lnSpc>
                <a:spcPct val="95825"/>
              </a:lnSpc>
              <a:spcBef>
                <a:spcPts val="582"/>
              </a:spcBef>
            </a:pPr>
            <a:r>
              <a:rPr dirty="0" smtClean="0" sz="1500" spc="24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500" spc="24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2000" spc="24">
                <a:latin typeface="Arial"/>
                <a:cs typeface="Arial"/>
              </a:rPr>
              <a:t>D</a:t>
            </a:r>
            <a:r>
              <a:rPr dirty="0" smtClean="0" sz="2000" spc="24">
                <a:latin typeface="Arial"/>
                <a:cs typeface="Arial"/>
              </a:rPr>
              <a:t>a</a:t>
            </a:r>
            <a:r>
              <a:rPr dirty="0" smtClean="0" sz="2000" spc="24">
                <a:latin typeface="Arial"/>
                <a:cs typeface="Arial"/>
              </a:rPr>
              <a:t>ta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5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7983474" y="724662"/>
            <a:ext cx="114300" cy="57150"/>
          </a:xfrm>
          <a:custGeom>
            <a:avLst/>
            <a:gdLst/>
            <a:ahLst/>
            <a:cxnLst/>
            <a:rect l="l" t="t" r="r" b="b"/>
            <a:pathLst>
              <a:path w="114300" h="57150">
                <a:moveTo>
                  <a:pt x="19050" y="19050"/>
                </a:moveTo>
                <a:lnTo>
                  <a:pt x="0" y="19049"/>
                </a:lnTo>
                <a:lnTo>
                  <a:pt x="0" y="57150"/>
                </a:lnTo>
                <a:lnTo>
                  <a:pt x="114300" y="0"/>
                </a:lnTo>
                <a:lnTo>
                  <a:pt x="19050" y="1905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7983474" y="667512"/>
            <a:ext cx="19050" cy="38100"/>
          </a:xfrm>
          <a:custGeom>
            <a:avLst/>
            <a:gdLst/>
            <a:ahLst/>
            <a:cxnLst/>
            <a:rect l="l" t="t" r="r" b="b"/>
            <a:pathLst>
              <a:path w="19050" h="38100">
                <a:moveTo>
                  <a:pt x="19050" y="38100"/>
                </a:moveTo>
                <a:lnTo>
                  <a:pt x="0" y="0"/>
                </a:lnTo>
                <a:lnTo>
                  <a:pt x="0" y="38099"/>
                </a:lnTo>
                <a:lnTo>
                  <a:pt x="1905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315974" y="667512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0" y="38100"/>
                </a:moveTo>
                <a:lnTo>
                  <a:pt x="0" y="76200"/>
                </a:lnTo>
                <a:lnTo>
                  <a:pt x="6686550" y="76200"/>
                </a:lnTo>
                <a:lnTo>
                  <a:pt x="6781800" y="57150"/>
                </a:lnTo>
                <a:lnTo>
                  <a:pt x="6667500" y="0"/>
                </a:lnTo>
                <a:lnTo>
                  <a:pt x="668655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315212" y="723900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12192">
            <a:solidFill>
              <a:srgbClr val="C0C0C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524762" y="592074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0" y="381000"/>
                </a:moveTo>
                <a:lnTo>
                  <a:pt x="7978" y="319195"/>
                </a:lnTo>
                <a:lnTo>
                  <a:pt x="31077" y="260567"/>
                </a:lnTo>
                <a:lnTo>
                  <a:pt x="68041" y="205900"/>
                </a:lnTo>
                <a:lnTo>
                  <a:pt x="117616" y="155978"/>
                </a:lnTo>
                <a:lnTo>
                  <a:pt x="178546" y="111585"/>
                </a:lnTo>
                <a:lnTo>
                  <a:pt x="212877" y="91707"/>
                </a:lnTo>
                <a:lnTo>
                  <a:pt x="249576" y="73505"/>
                </a:lnTo>
                <a:lnTo>
                  <a:pt x="288486" y="57078"/>
                </a:lnTo>
                <a:lnTo>
                  <a:pt x="329451" y="42523"/>
                </a:lnTo>
                <a:lnTo>
                  <a:pt x="372314" y="29938"/>
                </a:lnTo>
                <a:lnTo>
                  <a:pt x="416917" y="19421"/>
                </a:lnTo>
                <a:lnTo>
                  <a:pt x="463104" y="11071"/>
                </a:lnTo>
                <a:lnTo>
                  <a:pt x="510718" y="4986"/>
                </a:lnTo>
                <a:lnTo>
                  <a:pt x="559602" y="1262"/>
                </a:lnTo>
                <a:lnTo>
                  <a:pt x="609600" y="0"/>
                </a:lnTo>
                <a:lnTo>
                  <a:pt x="659597" y="1262"/>
                </a:lnTo>
                <a:lnTo>
                  <a:pt x="708481" y="4986"/>
                </a:lnTo>
                <a:lnTo>
                  <a:pt x="756095" y="11071"/>
                </a:lnTo>
                <a:lnTo>
                  <a:pt x="802282" y="19421"/>
                </a:lnTo>
                <a:lnTo>
                  <a:pt x="846885" y="29938"/>
                </a:lnTo>
                <a:lnTo>
                  <a:pt x="889748" y="42523"/>
                </a:lnTo>
                <a:lnTo>
                  <a:pt x="930713" y="57078"/>
                </a:lnTo>
                <a:lnTo>
                  <a:pt x="969623" y="73505"/>
                </a:lnTo>
                <a:lnTo>
                  <a:pt x="1006322" y="91707"/>
                </a:lnTo>
                <a:lnTo>
                  <a:pt x="1040653" y="111585"/>
                </a:lnTo>
                <a:lnTo>
                  <a:pt x="1072459" y="133041"/>
                </a:lnTo>
                <a:lnTo>
                  <a:pt x="1127868" y="180297"/>
                </a:lnTo>
                <a:lnTo>
                  <a:pt x="1171295" y="232689"/>
                </a:lnTo>
                <a:lnTo>
                  <a:pt x="1201483" y="289435"/>
                </a:lnTo>
                <a:lnTo>
                  <a:pt x="1217179" y="349749"/>
                </a:lnTo>
                <a:lnTo>
                  <a:pt x="1219200" y="381000"/>
                </a:lnTo>
                <a:lnTo>
                  <a:pt x="1217179" y="412250"/>
                </a:lnTo>
                <a:lnTo>
                  <a:pt x="1201483" y="472564"/>
                </a:lnTo>
                <a:lnTo>
                  <a:pt x="1171295" y="529310"/>
                </a:lnTo>
                <a:lnTo>
                  <a:pt x="1127868" y="581702"/>
                </a:lnTo>
                <a:lnTo>
                  <a:pt x="1072459" y="628958"/>
                </a:lnTo>
                <a:lnTo>
                  <a:pt x="1040653" y="650414"/>
                </a:lnTo>
                <a:lnTo>
                  <a:pt x="1006322" y="670292"/>
                </a:lnTo>
                <a:lnTo>
                  <a:pt x="969623" y="688494"/>
                </a:lnTo>
                <a:lnTo>
                  <a:pt x="930713" y="704921"/>
                </a:lnTo>
                <a:lnTo>
                  <a:pt x="889748" y="719476"/>
                </a:lnTo>
                <a:lnTo>
                  <a:pt x="846885" y="732061"/>
                </a:lnTo>
                <a:lnTo>
                  <a:pt x="802282" y="742578"/>
                </a:lnTo>
                <a:lnTo>
                  <a:pt x="756095" y="750928"/>
                </a:lnTo>
                <a:lnTo>
                  <a:pt x="708481" y="757013"/>
                </a:lnTo>
                <a:lnTo>
                  <a:pt x="659597" y="760737"/>
                </a:lnTo>
                <a:lnTo>
                  <a:pt x="609600" y="762000"/>
                </a:lnTo>
                <a:lnTo>
                  <a:pt x="559602" y="760737"/>
                </a:lnTo>
                <a:lnTo>
                  <a:pt x="510718" y="757013"/>
                </a:lnTo>
                <a:lnTo>
                  <a:pt x="463104" y="750928"/>
                </a:lnTo>
                <a:lnTo>
                  <a:pt x="416917" y="742578"/>
                </a:lnTo>
                <a:lnTo>
                  <a:pt x="372314" y="732061"/>
                </a:lnTo>
                <a:lnTo>
                  <a:pt x="329451" y="719476"/>
                </a:lnTo>
                <a:lnTo>
                  <a:pt x="288486" y="704921"/>
                </a:lnTo>
                <a:lnTo>
                  <a:pt x="249576" y="688494"/>
                </a:lnTo>
                <a:lnTo>
                  <a:pt x="212877" y="670292"/>
                </a:lnTo>
                <a:lnTo>
                  <a:pt x="178546" y="650414"/>
                </a:lnTo>
                <a:lnTo>
                  <a:pt x="146740" y="628958"/>
                </a:lnTo>
                <a:lnTo>
                  <a:pt x="91331" y="581702"/>
                </a:lnTo>
                <a:lnTo>
                  <a:pt x="47904" y="529310"/>
                </a:lnTo>
                <a:lnTo>
                  <a:pt x="17716" y="472564"/>
                </a:lnTo>
                <a:lnTo>
                  <a:pt x="2020" y="412250"/>
                </a:lnTo>
                <a:lnTo>
                  <a:pt x="0" y="3810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497074" y="592074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0" y="381000"/>
                </a:moveTo>
                <a:lnTo>
                  <a:pt x="7978" y="319195"/>
                </a:lnTo>
                <a:lnTo>
                  <a:pt x="31077" y="260567"/>
                </a:lnTo>
                <a:lnTo>
                  <a:pt x="68041" y="205900"/>
                </a:lnTo>
                <a:lnTo>
                  <a:pt x="117616" y="155978"/>
                </a:lnTo>
                <a:lnTo>
                  <a:pt x="178546" y="111585"/>
                </a:lnTo>
                <a:lnTo>
                  <a:pt x="212877" y="91707"/>
                </a:lnTo>
                <a:lnTo>
                  <a:pt x="249576" y="73505"/>
                </a:lnTo>
                <a:lnTo>
                  <a:pt x="288486" y="57078"/>
                </a:lnTo>
                <a:lnTo>
                  <a:pt x="329451" y="42523"/>
                </a:lnTo>
                <a:lnTo>
                  <a:pt x="372314" y="29938"/>
                </a:lnTo>
                <a:lnTo>
                  <a:pt x="416917" y="19421"/>
                </a:lnTo>
                <a:lnTo>
                  <a:pt x="463104" y="11071"/>
                </a:lnTo>
                <a:lnTo>
                  <a:pt x="510718" y="4986"/>
                </a:lnTo>
                <a:lnTo>
                  <a:pt x="559602" y="1262"/>
                </a:lnTo>
                <a:lnTo>
                  <a:pt x="609600" y="0"/>
                </a:lnTo>
                <a:lnTo>
                  <a:pt x="659597" y="1262"/>
                </a:lnTo>
                <a:lnTo>
                  <a:pt x="708481" y="4986"/>
                </a:lnTo>
                <a:lnTo>
                  <a:pt x="756095" y="11071"/>
                </a:lnTo>
                <a:lnTo>
                  <a:pt x="802282" y="19421"/>
                </a:lnTo>
                <a:lnTo>
                  <a:pt x="846885" y="29938"/>
                </a:lnTo>
                <a:lnTo>
                  <a:pt x="889748" y="42523"/>
                </a:lnTo>
                <a:lnTo>
                  <a:pt x="930713" y="57078"/>
                </a:lnTo>
                <a:lnTo>
                  <a:pt x="969623" y="73505"/>
                </a:lnTo>
                <a:lnTo>
                  <a:pt x="1006322" y="91707"/>
                </a:lnTo>
                <a:lnTo>
                  <a:pt x="1040653" y="111585"/>
                </a:lnTo>
                <a:lnTo>
                  <a:pt x="1072459" y="133041"/>
                </a:lnTo>
                <a:lnTo>
                  <a:pt x="1127868" y="180297"/>
                </a:lnTo>
                <a:lnTo>
                  <a:pt x="1171295" y="232689"/>
                </a:lnTo>
                <a:lnTo>
                  <a:pt x="1201483" y="289435"/>
                </a:lnTo>
                <a:lnTo>
                  <a:pt x="1217179" y="349749"/>
                </a:lnTo>
                <a:lnTo>
                  <a:pt x="1219200" y="381000"/>
                </a:lnTo>
                <a:lnTo>
                  <a:pt x="1217179" y="412250"/>
                </a:lnTo>
                <a:lnTo>
                  <a:pt x="1201483" y="472564"/>
                </a:lnTo>
                <a:lnTo>
                  <a:pt x="1171295" y="529310"/>
                </a:lnTo>
                <a:lnTo>
                  <a:pt x="1127868" y="581702"/>
                </a:lnTo>
                <a:lnTo>
                  <a:pt x="1072459" y="628958"/>
                </a:lnTo>
                <a:lnTo>
                  <a:pt x="1040653" y="650414"/>
                </a:lnTo>
                <a:lnTo>
                  <a:pt x="1006322" y="670292"/>
                </a:lnTo>
                <a:lnTo>
                  <a:pt x="969623" y="688494"/>
                </a:lnTo>
                <a:lnTo>
                  <a:pt x="930713" y="704921"/>
                </a:lnTo>
                <a:lnTo>
                  <a:pt x="889748" y="719476"/>
                </a:lnTo>
                <a:lnTo>
                  <a:pt x="846885" y="732061"/>
                </a:lnTo>
                <a:lnTo>
                  <a:pt x="802282" y="742578"/>
                </a:lnTo>
                <a:lnTo>
                  <a:pt x="756095" y="750928"/>
                </a:lnTo>
                <a:lnTo>
                  <a:pt x="708481" y="757013"/>
                </a:lnTo>
                <a:lnTo>
                  <a:pt x="659597" y="760737"/>
                </a:lnTo>
                <a:lnTo>
                  <a:pt x="609600" y="762000"/>
                </a:lnTo>
                <a:lnTo>
                  <a:pt x="559602" y="760737"/>
                </a:lnTo>
                <a:lnTo>
                  <a:pt x="510718" y="757013"/>
                </a:lnTo>
                <a:lnTo>
                  <a:pt x="463104" y="750928"/>
                </a:lnTo>
                <a:lnTo>
                  <a:pt x="416917" y="742578"/>
                </a:lnTo>
                <a:lnTo>
                  <a:pt x="372314" y="732061"/>
                </a:lnTo>
                <a:lnTo>
                  <a:pt x="329451" y="719476"/>
                </a:lnTo>
                <a:lnTo>
                  <a:pt x="288486" y="704921"/>
                </a:lnTo>
                <a:lnTo>
                  <a:pt x="249576" y="688494"/>
                </a:lnTo>
                <a:lnTo>
                  <a:pt x="212877" y="670292"/>
                </a:lnTo>
                <a:lnTo>
                  <a:pt x="178546" y="650414"/>
                </a:lnTo>
                <a:lnTo>
                  <a:pt x="146740" y="628958"/>
                </a:lnTo>
                <a:lnTo>
                  <a:pt x="91331" y="581702"/>
                </a:lnTo>
                <a:lnTo>
                  <a:pt x="47904" y="529310"/>
                </a:lnTo>
                <a:lnTo>
                  <a:pt x="17716" y="472564"/>
                </a:lnTo>
                <a:lnTo>
                  <a:pt x="2020" y="412250"/>
                </a:lnTo>
                <a:lnTo>
                  <a:pt x="0" y="3810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523488" y="1260728"/>
            <a:ext cx="718947" cy="644906"/>
          </a:xfrm>
          <a:custGeom>
            <a:avLst/>
            <a:gdLst/>
            <a:ahLst/>
            <a:cxnLst/>
            <a:rect l="l" t="t" r="r" b="b"/>
            <a:pathLst>
              <a:path w="718947" h="644906">
                <a:moveTo>
                  <a:pt x="28956" y="0"/>
                </a:moveTo>
                <a:lnTo>
                  <a:pt x="0" y="762"/>
                </a:lnTo>
                <a:lnTo>
                  <a:pt x="508" y="18923"/>
                </a:lnTo>
                <a:lnTo>
                  <a:pt x="2159" y="36830"/>
                </a:lnTo>
                <a:lnTo>
                  <a:pt x="4699" y="54737"/>
                </a:lnTo>
                <a:lnTo>
                  <a:pt x="8127" y="72517"/>
                </a:lnTo>
                <a:lnTo>
                  <a:pt x="12446" y="90170"/>
                </a:lnTo>
                <a:lnTo>
                  <a:pt x="17652" y="107569"/>
                </a:lnTo>
                <a:lnTo>
                  <a:pt x="23749" y="124841"/>
                </a:lnTo>
                <a:lnTo>
                  <a:pt x="30607" y="141605"/>
                </a:lnTo>
                <a:lnTo>
                  <a:pt x="38226" y="158369"/>
                </a:lnTo>
                <a:lnTo>
                  <a:pt x="46609" y="174625"/>
                </a:lnTo>
                <a:lnTo>
                  <a:pt x="55752" y="190626"/>
                </a:lnTo>
                <a:lnTo>
                  <a:pt x="65532" y="205994"/>
                </a:lnTo>
                <a:lnTo>
                  <a:pt x="75946" y="221234"/>
                </a:lnTo>
                <a:lnTo>
                  <a:pt x="87122" y="236093"/>
                </a:lnTo>
                <a:lnTo>
                  <a:pt x="110744" y="263779"/>
                </a:lnTo>
                <a:lnTo>
                  <a:pt x="123444" y="276733"/>
                </a:lnTo>
                <a:lnTo>
                  <a:pt x="136651" y="289306"/>
                </a:lnTo>
                <a:lnTo>
                  <a:pt x="150240" y="301117"/>
                </a:lnTo>
                <a:lnTo>
                  <a:pt x="164337" y="312420"/>
                </a:lnTo>
                <a:lnTo>
                  <a:pt x="178815" y="322961"/>
                </a:lnTo>
                <a:lnTo>
                  <a:pt x="193675" y="332867"/>
                </a:lnTo>
                <a:lnTo>
                  <a:pt x="208787" y="341884"/>
                </a:lnTo>
                <a:lnTo>
                  <a:pt x="224282" y="350138"/>
                </a:lnTo>
                <a:lnTo>
                  <a:pt x="240157" y="357632"/>
                </a:lnTo>
                <a:lnTo>
                  <a:pt x="256159" y="364236"/>
                </a:lnTo>
                <a:lnTo>
                  <a:pt x="272541" y="369824"/>
                </a:lnTo>
                <a:lnTo>
                  <a:pt x="288925" y="374523"/>
                </a:lnTo>
                <a:lnTo>
                  <a:pt x="305688" y="378333"/>
                </a:lnTo>
                <a:lnTo>
                  <a:pt x="322452" y="381000"/>
                </a:lnTo>
                <a:lnTo>
                  <a:pt x="339344" y="382650"/>
                </a:lnTo>
                <a:lnTo>
                  <a:pt x="355473" y="383159"/>
                </a:lnTo>
                <a:lnTo>
                  <a:pt x="370713" y="383540"/>
                </a:lnTo>
                <a:lnTo>
                  <a:pt x="386079" y="384683"/>
                </a:lnTo>
                <a:lnTo>
                  <a:pt x="401320" y="386461"/>
                </a:lnTo>
                <a:lnTo>
                  <a:pt x="416433" y="389000"/>
                </a:lnTo>
                <a:lnTo>
                  <a:pt x="431546" y="392303"/>
                </a:lnTo>
                <a:lnTo>
                  <a:pt x="446404" y="396113"/>
                </a:lnTo>
                <a:lnTo>
                  <a:pt x="461263" y="400685"/>
                </a:lnTo>
                <a:lnTo>
                  <a:pt x="475741" y="405892"/>
                </a:lnTo>
                <a:lnTo>
                  <a:pt x="490092" y="411607"/>
                </a:lnTo>
                <a:lnTo>
                  <a:pt x="503936" y="417830"/>
                </a:lnTo>
                <a:lnTo>
                  <a:pt x="531113" y="431926"/>
                </a:lnTo>
                <a:lnTo>
                  <a:pt x="556895" y="448056"/>
                </a:lnTo>
                <a:lnTo>
                  <a:pt x="580898" y="465836"/>
                </a:lnTo>
                <a:lnTo>
                  <a:pt x="603123" y="485394"/>
                </a:lnTo>
                <a:lnTo>
                  <a:pt x="613410" y="495681"/>
                </a:lnTo>
                <a:lnTo>
                  <a:pt x="623062" y="506095"/>
                </a:lnTo>
                <a:lnTo>
                  <a:pt x="632078" y="516890"/>
                </a:lnTo>
                <a:lnTo>
                  <a:pt x="640461" y="527812"/>
                </a:lnTo>
                <a:lnTo>
                  <a:pt x="648081" y="538988"/>
                </a:lnTo>
                <a:lnTo>
                  <a:pt x="655065" y="550418"/>
                </a:lnTo>
                <a:lnTo>
                  <a:pt x="661111" y="561483"/>
                </a:lnTo>
                <a:lnTo>
                  <a:pt x="661891" y="564104"/>
                </a:lnTo>
                <a:lnTo>
                  <a:pt x="666241" y="578738"/>
                </a:lnTo>
                <a:lnTo>
                  <a:pt x="693927" y="570484"/>
                </a:lnTo>
                <a:lnTo>
                  <a:pt x="690007" y="557297"/>
                </a:lnTo>
                <a:lnTo>
                  <a:pt x="688339" y="551688"/>
                </a:lnTo>
                <a:lnTo>
                  <a:pt x="687197" y="548894"/>
                </a:lnTo>
                <a:lnTo>
                  <a:pt x="680465" y="536575"/>
                </a:lnTo>
                <a:lnTo>
                  <a:pt x="672846" y="524001"/>
                </a:lnTo>
                <a:lnTo>
                  <a:pt x="664337" y="511556"/>
                </a:lnTo>
                <a:lnTo>
                  <a:pt x="661797" y="562737"/>
                </a:lnTo>
                <a:lnTo>
                  <a:pt x="660653" y="559943"/>
                </a:lnTo>
                <a:lnTo>
                  <a:pt x="655065" y="499363"/>
                </a:lnTo>
                <a:lnTo>
                  <a:pt x="645287" y="487553"/>
                </a:lnTo>
                <a:lnTo>
                  <a:pt x="634746" y="475996"/>
                </a:lnTo>
                <a:lnTo>
                  <a:pt x="623697" y="464947"/>
                </a:lnTo>
                <a:lnTo>
                  <a:pt x="600075" y="444119"/>
                </a:lnTo>
                <a:lnTo>
                  <a:pt x="574166" y="424815"/>
                </a:lnTo>
                <a:lnTo>
                  <a:pt x="546481" y="407416"/>
                </a:lnTo>
                <a:lnTo>
                  <a:pt x="517271" y="392175"/>
                </a:lnTo>
                <a:lnTo>
                  <a:pt x="501903" y="385191"/>
                </a:lnTo>
                <a:lnTo>
                  <a:pt x="486537" y="378968"/>
                </a:lnTo>
                <a:lnTo>
                  <a:pt x="470915" y="373507"/>
                </a:lnTo>
                <a:lnTo>
                  <a:pt x="455040" y="368554"/>
                </a:lnTo>
                <a:lnTo>
                  <a:pt x="438785" y="364363"/>
                </a:lnTo>
                <a:lnTo>
                  <a:pt x="422528" y="360807"/>
                </a:lnTo>
                <a:lnTo>
                  <a:pt x="406019" y="358013"/>
                </a:lnTo>
                <a:lnTo>
                  <a:pt x="389509" y="355981"/>
                </a:lnTo>
                <a:lnTo>
                  <a:pt x="372999" y="354711"/>
                </a:lnTo>
                <a:lnTo>
                  <a:pt x="356235" y="354203"/>
                </a:lnTo>
                <a:lnTo>
                  <a:pt x="340360" y="353695"/>
                </a:lnTo>
                <a:lnTo>
                  <a:pt x="325247" y="352171"/>
                </a:lnTo>
                <a:lnTo>
                  <a:pt x="310261" y="349758"/>
                </a:lnTo>
                <a:lnTo>
                  <a:pt x="295528" y="346329"/>
                </a:lnTo>
                <a:lnTo>
                  <a:pt x="280415" y="342011"/>
                </a:lnTo>
                <a:lnTo>
                  <a:pt x="265811" y="336804"/>
                </a:lnTo>
                <a:lnTo>
                  <a:pt x="251078" y="330835"/>
                </a:lnTo>
                <a:lnTo>
                  <a:pt x="236727" y="323976"/>
                </a:lnTo>
                <a:lnTo>
                  <a:pt x="222503" y="316357"/>
                </a:lnTo>
                <a:lnTo>
                  <a:pt x="208534" y="307975"/>
                </a:lnTo>
                <a:lnTo>
                  <a:pt x="194817" y="298831"/>
                </a:lnTo>
                <a:lnTo>
                  <a:pt x="181483" y="289051"/>
                </a:lnTo>
                <a:lnTo>
                  <a:pt x="168275" y="278511"/>
                </a:lnTo>
                <a:lnTo>
                  <a:pt x="155575" y="267462"/>
                </a:lnTo>
                <a:lnTo>
                  <a:pt x="143383" y="255905"/>
                </a:lnTo>
                <a:lnTo>
                  <a:pt x="131572" y="243586"/>
                </a:lnTo>
                <a:lnTo>
                  <a:pt x="109220" y="217297"/>
                </a:lnTo>
                <a:lnTo>
                  <a:pt x="99060" y="203835"/>
                </a:lnTo>
                <a:lnTo>
                  <a:pt x="89535" y="189737"/>
                </a:lnTo>
                <a:lnTo>
                  <a:pt x="80263" y="175133"/>
                </a:lnTo>
                <a:lnTo>
                  <a:pt x="71882" y="160274"/>
                </a:lnTo>
                <a:lnTo>
                  <a:pt x="64008" y="145161"/>
                </a:lnTo>
                <a:lnTo>
                  <a:pt x="57023" y="129667"/>
                </a:lnTo>
                <a:lnTo>
                  <a:pt x="50546" y="113919"/>
                </a:lnTo>
                <a:lnTo>
                  <a:pt x="44958" y="98044"/>
                </a:lnTo>
                <a:lnTo>
                  <a:pt x="40132" y="81787"/>
                </a:lnTo>
                <a:lnTo>
                  <a:pt x="36322" y="65659"/>
                </a:lnTo>
                <a:lnTo>
                  <a:pt x="33020" y="49275"/>
                </a:lnTo>
                <a:lnTo>
                  <a:pt x="30861" y="32893"/>
                </a:lnTo>
                <a:lnTo>
                  <a:pt x="29337" y="16383"/>
                </a:lnTo>
                <a:lnTo>
                  <a:pt x="28956" y="0"/>
                </a:lnTo>
                <a:close/>
              </a:path>
              <a:path w="718947" h="644906">
                <a:moveTo>
                  <a:pt x="664337" y="511556"/>
                </a:moveTo>
                <a:lnTo>
                  <a:pt x="655065" y="499363"/>
                </a:lnTo>
                <a:lnTo>
                  <a:pt x="660653" y="559943"/>
                </a:lnTo>
                <a:lnTo>
                  <a:pt x="661797" y="562737"/>
                </a:lnTo>
                <a:lnTo>
                  <a:pt x="664337" y="511556"/>
                </a:lnTo>
                <a:close/>
              </a:path>
              <a:path w="718947" h="644906">
                <a:moveTo>
                  <a:pt x="661891" y="564104"/>
                </a:moveTo>
                <a:lnTo>
                  <a:pt x="634491" y="570738"/>
                </a:lnTo>
                <a:lnTo>
                  <a:pt x="697102" y="644906"/>
                </a:lnTo>
                <a:lnTo>
                  <a:pt x="718947" y="550291"/>
                </a:lnTo>
                <a:lnTo>
                  <a:pt x="690007" y="557297"/>
                </a:lnTo>
                <a:lnTo>
                  <a:pt x="693927" y="570484"/>
                </a:lnTo>
                <a:lnTo>
                  <a:pt x="666241" y="578738"/>
                </a:lnTo>
                <a:lnTo>
                  <a:pt x="661891" y="564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029712" y="1905000"/>
            <a:ext cx="2380488" cy="2648712"/>
          </a:xfrm>
          <a:custGeom>
            <a:avLst/>
            <a:gdLst/>
            <a:ahLst/>
            <a:cxnLst/>
            <a:rect l="l" t="t" r="r" b="b"/>
            <a:pathLst>
              <a:path w="2380488" h="2648712">
                <a:moveTo>
                  <a:pt x="0" y="2648712"/>
                </a:moveTo>
                <a:lnTo>
                  <a:pt x="2380488" y="2648712"/>
                </a:lnTo>
                <a:lnTo>
                  <a:pt x="2380488" y="0"/>
                </a:lnTo>
                <a:lnTo>
                  <a:pt x="0" y="0"/>
                </a:lnTo>
                <a:lnTo>
                  <a:pt x="0" y="2648712"/>
                </a:lnTo>
                <a:close/>
              </a:path>
            </a:pathLst>
          </a:custGeom>
          <a:ln w="9144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655314" y="553974"/>
            <a:ext cx="571500" cy="800100"/>
          </a:xfrm>
          <a:custGeom>
            <a:avLst/>
            <a:gdLst/>
            <a:ahLst/>
            <a:cxnLst/>
            <a:rect l="l" t="t" r="r" b="b"/>
            <a:pathLst>
              <a:path w="571500" h="800100">
                <a:moveTo>
                  <a:pt x="0" y="400050"/>
                </a:moveTo>
                <a:lnTo>
                  <a:pt x="946" y="367234"/>
                </a:lnTo>
                <a:lnTo>
                  <a:pt x="3738" y="335150"/>
                </a:lnTo>
                <a:lnTo>
                  <a:pt x="8302" y="303900"/>
                </a:lnTo>
                <a:lnTo>
                  <a:pt x="14563" y="273588"/>
                </a:lnTo>
                <a:lnTo>
                  <a:pt x="22449" y="244316"/>
                </a:lnTo>
                <a:lnTo>
                  <a:pt x="31886" y="216187"/>
                </a:lnTo>
                <a:lnTo>
                  <a:pt x="42801" y="189303"/>
                </a:lnTo>
                <a:lnTo>
                  <a:pt x="55120" y="163769"/>
                </a:lnTo>
                <a:lnTo>
                  <a:pt x="68769" y="139686"/>
                </a:lnTo>
                <a:lnTo>
                  <a:pt x="83677" y="117157"/>
                </a:lnTo>
                <a:lnTo>
                  <a:pt x="116970" y="77175"/>
                </a:lnTo>
                <a:lnTo>
                  <a:pt x="154411" y="44645"/>
                </a:lnTo>
                <a:lnTo>
                  <a:pt x="195413" y="20391"/>
                </a:lnTo>
                <a:lnTo>
                  <a:pt x="239388" y="5234"/>
                </a:lnTo>
                <a:lnTo>
                  <a:pt x="285750" y="0"/>
                </a:lnTo>
                <a:lnTo>
                  <a:pt x="309192" y="1325"/>
                </a:lnTo>
                <a:lnTo>
                  <a:pt x="354433" y="11624"/>
                </a:lnTo>
                <a:lnTo>
                  <a:pt x="396996" y="31432"/>
                </a:lnTo>
                <a:lnTo>
                  <a:pt x="436291" y="59927"/>
                </a:lnTo>
                <a:lnTo>
                  <a:pt x="471731" y="96286"/>
                </a:lnTo>
                <a:lnTo>
                  <a:pt x="502730" y="139686"/>
                </a:lnTo>
                <a:lnTo>
                  <a:pt x="516379" y="163769"/>
                </a:lnTo>
                <a:lnTo>
                  <a:pt x="528698" y="189303"/>
                </a:lnTo>
                <a:lnTo>
                  <a:pt x="539613" y="216187"/>
                </a:lnTo>
                <a:lnTo>
                  <a:pt x="549050" y="244316"/>
                </a:lnTo>
                <a:lnTo>
                  <a:pt x="556936" y="273588"/>
                </a:lnTo>
                <a:lnTo>
                  <a:pt x="563197" y="303900"/>
                </a:lnTo>
                <a:lnTo>
                  <a:pt x="567761" y="335150"/>
                </a:lnTo>
                <a:lnTo>
                  <a:pt x="570553" y="367234"/>
                </a:lnTo>
                <a:lnTo>
                  <a:pt x="571500" y="400050"/>
                </a:lnTo>
                <a:lnTo>
                  <a:pt x="570553" y="432865"/>
                </a:lnTo>
                <a:lnTo>
                  <a:pt x="567761" y="464949"/>
                </a:lnTo>
                <a:lnTo>
                  <a:pt x="563197" y="496199"/>
                </a:lnTo>
                <a:lnTo>
                  <a:pt x="556936" y="526511"/>
                </a:lnTo>
                <a:lnTo>
                  <a:pt x="549050" y="555783"/>
                </a:lnTo>
                <a:lnTo>
                  <a:pt x="539613" y="583912"/>
                </a:lnTo>
                <a:lnTo>
                  <a:pt x="528698" y="610796"/>
                </a:lnTo>
                <a:lnTo>
                  <a:pt x="516379" y="636330"/>
                </a:lnTo>
                <a:lnTo>
                  <a:pt x="502730" y="660413"/>
                </a:lnTo>
                <a:lnTo>
                  <a:pt x="487822" y="682942"/>
                </a:lnTo>
                <a:lnTo>
                  <a:pt x="454529" y="722924"/>
                </a:lnTo>
                <a:lnTo>
                  <a:pt x="417088" y="755454"/>
                </a:lnTo>
                <a:lnTo>
                  <a:pt x="376086" y="779708"/>
                </a:lnTo>
                <a:lnTo>
                  <a:pt x="332111" y="794865"/>
                </a:lnTo>
                <a:lnTo>
                  <a:pt x="285750" y="800100"/>
                </a:lnTo>
                <a:lnTo>
                  <a:pt x="262307" y="798774"/>
                </a:lnTo>
                <a:lnTo>
                  <a:pt x="217066" y="788475"/>
                </a:lnTo>
                <a:lnTo>
                  <a:pt x="174503" y="768667"/>
                </a:lnTo>
                <a:lnTo>
                  <a:pt x="135208" y="740172"/>
                </a:lnTo>
                <a:lnTo>
                  <a:pt x="99768" y="703813"/>
                </a:lnTo>
                <a:lnTo>
                  <a:pt x="68769" y="660413"/>
                </a:lnTo>
                <a:lnTo>
                  <a:pt x="55120" y="636330"/>
                </a:lnTo>
                <a:lnTo>
                  <a:pt x="42801" y="610796"/>
                </a:lnTo>
                <a:lnTo>
                  <a:pt x="31886" y="583912"/>
                </a:lnTo>
                <a:lnTo>
                  <a:pt x="22449" y="555783"/>
                </a:lnTo>
                <a:lnTo>
                  <a:pt x="14563" y="526511"/>
                </a:lnTo>
                <a:lnTo>
                  <a:pt x="8302" y="496199"/>
                </a:lnTo>
                <a:lnTo>
                  <a:pt x="3738" y="464949"/>
                </a:lnTo>
                <a:lnTo>
                  <a:pt x="946" y="432865"/>
                </a:lnTo>
                <a:lnTo>
                  <a:pt x="0" y="40005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173474" y="553974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0" y="381000"/>
                </a:moveTo>
                <a:lnTo>
                  <a:pt x="7978" y="319195"/>
                </a:lnTo>
                <a:lnTo>
                  <a:pt x="31077" y="260567"/>
                </a:lnTo>
                <a:lnTo>
                  <a:pt x="68041" y="205900"/>
                </a:lnTo>
                <a:lnTo>
                  <a:pt x="117616" y="155978"/>
                </a:lnTo>
                <a:lnTo>
                  <a:pt x="178546" y="111585"/>
                </a:lnTo>
                <a:lnTo>
                  <a:pt x="212877" y="91707"/>
                </a:lnTo>
                <a:lnTo>
                  <a:pt x="249576" y="73505"/>
                </a:lnTo>
                <a:lnTo>
                  <a:pt x="288486" y="57078"/>
                </a:lnTo>
                <a:lnTo>
                  <a:pt x="329451" y="42523"/>
                </a:lnTo>
                <a:lnTo>
                  <a:pt x="372314" y="29938"/>
                </a:lnTo>
                <a:lnTo>
                  <a:pt x="416917" y="19421"/>
                </a:lnTo>
                <a:lnTo>
                  <a:pt x="463104" y="11071"/>
                </a:lnTo>
                <a:lnTo>
                  <a:pt x="510718" y="4986"/>
                </a:lnTo>
                <a:lnTo>
                  <a:pt x="559602" y="1262"/>
                </a:lnTo>
                <a:lnTo>
                  <a:pt x="609600" y="0"/>
                </a:lnTo>
                <a:lnTo>
                  <a:pt x="659597" y="1262"/>
                </a:lnTo>
                <a:lnTo>
                  <a:pt x="708481" y="4986"/>
                </a:lnTo>
                <a:lnTo>
                  <a:pt x="756095" y="11071"/>
                </a:lnTo>
                <a:lnTo>
                  <a:pt x="802282" y="19421"/>
                </a:lnTo>
                <a:lnTo>
                  <a:pt x="846885" y="29938"/>
                </a:lnTo>
                <a:lnTo>
                  <a:pt x="889748" y="42523"/>
                </a:lnTo>
                <a:lnTo>
                  <a:pt x="930713" y="57078"/>
                </a:lnTo>
                <a:lnTo>
                  <a:pt x="969623" y="73505"/>
                </a:lnTo>
                <a:lnTo>
                  <a:pt x="1006322" y="91707"/>
                </a:lnTo>
                <a:lnTo>
                  <a:pt x="1040653" y="111585"/>
                </a:lnTo>
                <a:lnTo>
                  <a:pt x="1072459" y="133041"/>
                </a:lnTo>
                <a:lnTo>
                  <a:pt x="1127868" y="180297"/>
                </a:lnTo>
                <a:lnTo>
                  <a:pt x="1171295" y="232689"/>
                </a:lnTo>
                <a:lnTo>
                  <a:pt x="1201483" y="289435"/>
                </a:lnTo>
                <a:lnTo>
                  <a:pt x="1217179" y="349749"/>
                </a:lnTo>
                <a:lnTo>
                  <a:pt x="1219200" y="381000"/>
                </a:lnTo>
                <a:lnTo>
                  <a:pt x="1217179" y="412250"/>
                </a:lnTo>
                <a:lnTo>
                  <a:pt x="1201483" y="472564"/>
                </a:lnTo>
                <a:lnTo>
                  <a:pt x="1171295" y="529310"/>
                </a:lnTo>
                <a:lnTo>
                  <a:pt x="1127868" y="581702"/>
                </a:lnTo>
                <a:lnTo>
                  <a:pt x="1072459" y="628958"/>
                </a:lnTo>
                <a:lnTo>
                  <a:pt x="1040653" y="650414"/>
                </a:lnTo>
                <a:lnTo>
                  <a:pt x="1006322" y="670292"/>
                </a:lnTo>
                <a:lnTo>
                  <a:pt x="969623" y="688494"/>
                </a:lnTo>
                <a:lnTo>
                  <a:pt x="930713" y="704921"/>
                </a:lnTo>
                <a:lnTo>
                  <a:pt x="889748" y="719476"/>
                </a:lnTo>
                <a:lnTo>
                  <a:pt x="846885" y="732061"/>
                </a:lnTo>
                <a:lnTo>
                  <a:pt x="802282" y="742578"/>
                </a:lnTo>
                <a:lnTo>
                  <a:pt x="756095" y="750928"/>
                </a:lnTo>
                <a:lnTo>
                  <a:pt x="708481" y="757013"/>
                </a:lnTo>
                <a:lnTo>
                  <a:pt x="659597" y="760737"/>
                </a:lnTo>
                <a:lnTo>
                  <a:pt x="609600" y="762000"/>
                </a:lnTo>
                <a:lnTo>
                  <a:pt x="559602" y="760737"/>
                </a:lnTo>
                <a:lnTo>
                  <a:pt x="510718" y="757013"/>
                </a:lnTo>
                <a:lnTo>
                  <a:pt x="463104" y="750928"/>
                </a:lnTo>
                <a:lnTo>
                  <a:pt x="416917" y="742578"/>
                </a:lnTo>
                <a:lnTo>
                  <a:pt x="372314" y="732061"/>
                </a:lnTo>
                <a:lnTo>
                  <a:pt x="329451" y="719476"/>
                </a:lnTo>
                <a:lnTo>
                  <a:pt x="288486" y="704921"/>
                </a:lnTo>
                <a:lnTo>
                  <a:pt x="249576" y="688494"/>
                </a:lnTo>
                <a:lnTo>
                  <a:pt x="212877" y="670292"/>
                </a:lnTo>
                <a:lnTo>
                  <a:pt x="178546" y="650414"/>
                </a:lnTo>
                <a:lnTo>
                  <a:pt x="146740" y="628958"/>
                </a:lnTo>
                <a:lnTo>
                  <a:pt x="91331" y="581702"/>
                </a:lnTo>
                <a:lnTo>
                  <a:pt x="47904" y="529310"/>
                </a:lnTo>
                <a:lnTo>
                  <a:pt x="17716" y="472564"/>
                </a:lnTo>
                <a:lnTo>
                  <a:pt x="2020" y="412250"/>
                </a:lnTo>
                <a:lnTo>
                  <a:pt x="0" y="381000"/>
                </a:lnTo>
                <a:close/>
              </a:path>
            </a:pathLst>
          </a:custGeom>
          <a:ln w="38100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768596" y="1336802"/>
            <a:ext cx="3116453" cy="553720"/>
          </a:xfrm>
          <a:custGeom>
            <a:avLst/>
            <a:gdLst/>
            <a:ahLst/>
            <a:cxnLst/>
            <a:rect l="l" t="t" r="r" b="b"/>
            <a:pathLst>
              <a:path w="3116453" h="553720">
                <a:moveTo>
                  <a:pt x="29844" y="3810"/>
                </a:moveTo>
                <a:lnTo>
                  <a:pt x="32512" y="52705"/>
                </a:lnTo>
                <a:lnTo>
                  <a:pt x="30733" y="6350"/>
                </a:lnTo>
                <a:lnTo>
                  <a:pt x="29844" y="3810"/>
                </a:lnTo>
                <a:close/>
              </a:path>
              <a:path w="3116453" h="553720">
                <a:moveTo>
                  <a:pt x="43941" y="24130"/>
                </a:moveTo>
                <a:lnTo>
                  <a:pt x="38734" y="18669"/>
                </a:lnTo>
                <a:lnTo>
                  <a:pt x="34670" y="13335"/>
                </a:lnTo>
                <a:lnTo>
                  <a:pt x="31876" y="8636"/>
                </a:lnTo>
                <a:lnTo>
                  <a:pt x="30442" y="5229"/>
                </a:lnTo>
                <a:lnTo>
                  <a:pt x="29463" y="2286"/>
                </a:lnTo>
                <a:lnTo>
                  <a:pt x="29082" y="0"/>
                </a:lnTo>
                <a:lnTo>
                  <a:pt x="29363" y="1078"/>
                </a:lnTo>
                <a:lnTo>
                  <a:pt x="28955" y="-3810"/>
                </a:lnTo>
                <a:lnTo>
                  <a:pt x="0" y="-1269"/>
                </a:lnTo>
                <a:lnTo>
                  <a:pt x="634" y="4952"/>
                </a:lnTo>
                <a:lnTo>
                  <a:pt x="1015" y="7238"/>
                </a:lnTo>
                <a:lnTo>
                  <a:pt x="2666" y="13588"/>
                </a:lnTo>
                <a:lnTo>
                  <a:pt x="3555" y="16001"/>
                </a:lnTo>
                <a:lnTo>
                  <a:pt x="7112" y="23622"/>
                </a:lnTo>
                <a:lnTo>
                  <a:pt x="12064" y="31496"/>
                </a:lnTo>
                <a:lnTo>
                  <a:pt x="17779" y="38608"/>
                </a:lnTo>
                <a:lnTo>
                  <a:pt x="24637" y="45720"/>
                </a:lnTo>
                <a:lnTo>
                  <a:pt x="32512" y="52705"/>
                </a:lnTo>
                <a:lnTo>
                  <a:pt x="29844" y="3810"/>
                </a:lnTo>
                <a:lnTo>
                  <a:pt x="30733" y="6350"/>
                </a:lnTo>
                <a:lnTo>
                  <a:pt x="32512" y="52705"/>
                </a:lnTo>
                <a:lnTo>
                  <a:pt x="72643" y="78486"/>
                </a:lnTo>
                <a:lnTo>
                  <a:pt x="112267" y="96900"/>
                </a:lnTo>
                <a:lnTo>
                  <a:pt x="159512" y="114935"/>
                </a:lnTo>
                <a:lnTo>
                  <a:pt x="213994" y="132334"/>
                </a:lnTo>
                <a:lnTo>
                  <a:pt x="254380" y="143637"/>
                </a:lnTo>
                <a:lnTo>
                  <a:pt x="297433" y="154559"/>
                </a:lnTo>
                <a:lnTo>
                  <a:pt x="343280" y="165226"/>
                </a:lnTo>
                <a:lnTo>
                  <a:pt x="391921" y="175640"/>
                </a:lnTo>
                <a:lnTo>
                  <a:pt x="443102" y="185547"/>
                </a:lnTo>
                <a:lnTo>
                  <a:pt x="496824" y="195199"/>
                </a:lnTo>
                <a:lnTo>
                  <a:pt x="552703" y="204343"/>
                </a:lnTo>
                <a:lnTo>
                  <a:pt x="610488" y="213106"/>
                </a:lnTo>
                <a:lnTo>
                  <a:pt x="670559" y="221614"/>
                </a:lnTo>
                <a:lnTo>
                  <a:pt x="732281" y="229362"/>
                </a:lnTo>
                <a:lnTo>
                  <a:pt x="795781" y="236855"/>
                </a:lnTo>
                <a:lnTo>
                  <a:pt x="860678" y="243712"/>
                </a:lnTo>
                <a:lnTo>
                  <a:pt x="927226" y="250062"/>
                </a:lnTo>
                <a:lnTo>
                  <a:pt x="994917" y="255777"/>
                </a:lnTo>
                <a:lnTo>
                  <a:pt x="1063752" y="260985"/>
                </a:lnTo>
                <a:lnTo>
                  <a:pt x="1133602" y="265557"/>
                </a:lnTo>
                <a:lnTo>
                  <a:pt x="1204214" y="269494"/>
                </a:lnTo>
                <a:lnTo>
                  <a:pt x="1275714" y="272669"/>
                </a:lnTo>
                <a:lnTo>
                  <a:pt x="1347724" y="275336"/>
                </a:lnTo>
                <a:lnTo>
                  <a:pt x="1419987" y="277240"/>
                </a:lnTo>
                <a:lnTo>
                  <a:pt x="1492757" y="278384"/>
                </a:lnTo>
                <a:lnTo>
                  <a:pt x="1565020" y="278511"/>
                </a:lnTo>
                <a:lnTo>
                  <a:pt x="1637538" y="278892"/>
                </a:lnTo>
                <a:lnTo>
                  <a:pt x="1709927" y="280162"/>
                </a:lnTo>
                <a:lnTo>
                  <a:pt x="1782190" y="282194"/>
                </a:lnTo>
                <a:lnTo>
                  <a:pt x="1853819" y="284988"/>
                </a:lnTo>
                <a:lnTo>
                  <a:pt x="1924938" y="288544"/>
                </a:lnTo>
                <a:lnTo>
                  <a:pt x="1995297" y="292735"/>
                </a:lnTo>
                <a:lnTo>
                  <a:pt x="2064893" y="297688"/>
                </a:lnTo>
                <a:lnTo>
                  <a:pt x="2133473" y="303149"/>
                </a:lnTo>
                <a:lnTo>
                  <a:pt x="2200909" y="309372"/>
                </a:lnTo>
                <a:lnTo>
                  <a:pt x="2267077" y="316102"/>
                </a:lnTo>
                <a:lnTo>
                  <a:pt x="2331847" y="323342"/>
                </a:lnTo>
                <a:lnTo>
                  <a:pt x="2394965" y="331215"/>
                </a:lnTo>
                <a:lnTo>
                  <a:pt x="2456433" y="339725"/>
                </a:lnTo>
                <a:lnTo>
                  <a:pt x="2515997" y="348614"/>
                </a:lnTo>
                <a:lnTo>
                  <a:pt x="2573654" y="358013"/>
                </a:lnTo>
                <a:lnTo>
                  <a:pt x="2629154" y="367792"/>
                </a:lnTo>
                <a:lnTo>
                  <a:pt x="2682239" y="377951"/>
                </a:lnTo>
                <a:lnTo>
                  <a:pt x="2732912" y="388493"/>
                </a:lnTo>
                <a:lnTo>
                  <a:pt x="2781046" y="399542"/>
                </a:lnTo>
                <a:lnTo>
                  <a:pt x="2826384" y="410718"/>
                </a:lnTo>
                <a:lnTo>
                  <a:pt x="2869056" y="422401"/>
                </a:lnTo>
                <a:lnTo>
                  <a:pt x="2908427" y="434086"/>
                </a:lnTo>
                <a:lnTo>
                  <a:pt x="2944749" y="446150"/>
                </a:lnTo>
                <a:lnTo>
                  <a:pt x="2992881" y="464565"/>
                </a:lnTo>
                <a:lnTo>
                  <a:pt x="3032886" y="483235"/>
                </a:lnTo>
                <a:lnTo>
                  <a:pt x="3048341" y="493439"/>
                </a:lnTo>
                <a:lnTo>
                  <a:pt x="3060954" y="504698"/>
                </a:lnTo>
                <a:lnTo>
                  <a:pt x="3080257" y="483235"/>
                </a:lnTo>
                <a:lnTo>
                  <a:pt x="3094989" y="455168"/>
                </a:lnTo>
                <a:lnTo>
                  <a:pt x="3070965" y="474878"/>
                </a:lnTo>
                <a:lnTo>
                  <a:pt x="3061334" y="466217"/>
                </a:lnTo>
                <a:lnTo>
                  <a:pt x="3058668" y="464312"/>
                </a:lnTo>
                <a:lnTo>
                  <a:pt x="3046729" y="457835"/>
                </a:lnTo>
                <a:lnTo>
                  <a:pt x="3044825" y="489712"/>
                </a:lnTo>
                <a:lnTo>
                  <a:pt x="3042030" y="487807"/>
                </a:lnTo>
                <a:lnTo>
                  <a:pt x="3033522" y="451103"/>
                </a:lnTo>
                <a:lnTo>
                  <a:pt x="3019298" y="444626"/>
                </a:lnTo>
                <a:lnTo>
                  <a:pt x="3004438" y="438023"/>
                </a:lnTo>
                <a:lnTo>
                  <a:pt x="2988690" y="431673"/>
                </a:lnTo>
                <a:lnTo>
                  <a:pt x="2972054" y="425196"/>
                </a:lnTo>
                <a:lnTo>
                  <a:pt x="2954654" y="418973"/>
                </a:lnTo>
                <a:lnTo>
                  <a:pt x="2936367" y="412750"/>
                </a:lnTo>
                <a:lnTo>
                  <a:pt x="2917444" y="406653"/>
                </a:lnTo>
                <a:lnTo>
                  <a:pt x="2897631" y="400558"/>
                </a:lnTo>
                <a:lnTo>
                  <a:pt x="2877057" y="394588"/>
                </a:lnTo>
                <a:lnTo>
                  <a:pt x="2855849" y="388620"/>
                </a:lnTo>
                <a:lnTo>
                  <a:pt x="2833878" y="382777"/>
                </a:lnTo>
                <a:lnTo>
                  <a:pt x="2811272" y="377063"/>
                </a:lnTo>
                <a:lnTo>
                  <a:pt x="2787904" y="371348"/>
                </a:lnTo>
                <a:lnTo>
                  <a:pt x="2763901" y="365760"/>
                </a:lnTo>
                <a:lnTo>
                  <a:pt x="2739262" y="360299"/>
                </a:lnTo>
                <a:lnTo>
                  <a:pt x="2713862" y="354838"/>
                </a:lnTo>
                <a:lnTo>
                  <a:pt x="2687954" y="349631"/>
                </a:lnTo>
                <a:lnTo>
                  <a:pt x="2661538" y="344297"/>
                </a:lnTo>
                <a:lnTo>
                  <a:pt x="2578607" y="329438"/>
                </a:lnTo>
                <a:lnTo>
                  <a:pt x="2520696" y="319913"/>
                </a:lnTo>
                <a:lnTo>
                  <a:pt x="2460625" y="311023"/>
                </a:lnTo>
                <a:lnTo>
                  <a:pt x="2398903" y="302640"/>
                </a:lnTo>
                <a:lnTo>
                  <a:pt x="2335403" y="294639"/>
                </a:lnTo>
                <a:lnTo>
                  <a:pt x="2270379" y="287274"/>
                </a:lnTo>
                <a:lnTo>
                  <a:pt x="2203830" y="280543"/>
                </a:lnTo>
                <a:lnTo>
                  <a:pt x="2136139" y="274320"/>
                </a:lnTo>
                <a:lnTo>
                  <a:pt x="2067178" y="268732"/>
                </a:lnTo>
                <a:lnTo>
                  <a:pt x="1997328" y="263778"/>
                </a:lnTo>
                <a:lnTo>
                  <a:pt x="1926717" y="259587"/>
                </a:lnTo>
                <a:lnTo>
                  <a:pt x="1855215" y="256032"/>
                </a:lnTo>
                <a:lnTo>
                  <a:pt x="1783206" y="253364"/>
                </a:lnTo>
                <a:lnTo>
                  <a:pt x="1710816" y="251206"/>
                </a:lnTo>
                <a:lnTo>
                  <a:pt x="1638045" y="249936"/>
                </a:lnTo>
                <a:lnTo>
                  <a:pt x="1565275" y="249555"/>
                </a:lnTo>
                <a:lnTo>
                  <a:pt x="1492884" y="249427"/>
                </a:lnTo>
                <a:lnTo>
                  <a:pt x="1420494" y="248285"/>
                </a:lnTo>
                <a:lnTo>
                  <a:pt x="1348486" y="246380"/>
                </a:lnTo>
                <a:lnTo>
                  <a:pt x="1276730" y="243839"/>
                </a:lnTo>
                <a:lnTo>
                  <a:pt x="1205611" y="240537"/>
                </a:lnTo>
                <a:lnTo>
                  <a:pt x="1135252" y="236600"/>
                </a:lnTo>
                <a:lnTo>
                  <a:pt x="1065656" y="232028"/>
                </a:lnTo>
                <a:lnTo>
                  <a:pt x="997076" y="226822"/>
                </a:lnTo>
                <a:lnTo>
                  <a:pt x="929639" y="221107"/>
                </a:lnTo>
                <a:lnTo>
                  <a:pt x="863473" y="214884"/>
                </a:lnTo>
                <a:lnTo>
                  <a:pt x="798702" y="208025"/>
                </a:lnTo>
                <a:lnTo>
                  <a:pt x="735711" y="200660"/>
                </a:lnTo>
                <a:lnTo>
                  <a:pt x="674242" y="192786"/>
                </a:lnTo>
                <a:lnTo>
                  <a:pt x="614552" y="184531"/>
                </a:lnTo>
                <a:lnTo>
                  <a:pt x="557021" y="175768"/>
                </a:lnTo>
                <a:lnTo>
                  <a:pt x="501523" y="166624"/>
                </a:lnTo>
                <a:lnTo>
                  <a:pt x="448437" y="157099"/>
                </a:lnTo>
                <a:lnTo>
                  <a:pt x="397637" y="147193"/>
                </a:lnTo>
                <a:lnTo>
                  <a:pt x="349503" y="136906"/>
                </a:lnTo>
                <a:lnTo>
                  <a:pt x="304164" y="126492"/>
                </a:lnTo>
                <a:lnTo>
                  <a:pt x="261492" y="115697"/>
                </a:lnTo>
                <a:lnTo>
                  <a:pt x="221995" y="104521"/>
                </a:lnTo>
                <a:lnTo>
                  <a:pt x="168782" y="87630"/>
                </a:lnTo>
                <a:lnTo>
                  <a:pt x="123189" y="70231"/>
                </a:lnTo>
                <a:lnTo>
                  <a:pt x="85851" y="52705"/>
                </a:lnTo>
                <a:lnTo>
                  <a:pt x="49911" y="29463"/>
                </a:lnTo>
                <a:lnTo>
                  <a:pt x="43941" y="24130"/>
                </a:lnTo>
                <a:close/>
              </a:path>
              <a:path w="3116453" h="553720">
                <a:moveTo>
                  <a:pt x="29463" y="2286"/>
                </a:moveTo>
                <a:lnTo>
                  <a:pt x="30442" y="5229"/>
                </a:lnTo>
                <a:lnTo>
                  <a:pt x="29363" y="1078"/>
                </a:lnTo>
                <a:lnTo>
                  <a:pt x="29082" y="0"/>
                </a:lnTo>
                <a:lnTo>
                  <a:pt x="29463" y="2286"/>
                </a:lnTo>
                <a:close/>
              </a:path>
              <a:path w="3116453" h="553720">
                <a:moveTo>
                  <a:pt x="3046729" y="457835"/>
                </a:moveTo>
                <a:lnTo>
                  <a:pt x="3033522" y="451103"/>
                </a:lnTo>
                <a:lnTo>
                  <a:pt x="3042030" y="487807"/>
                </a:lnTo>
                <a:lnTo>
                  <a:pt x="3044825" y="489712"/>
                </a:lnTo>
                <a:lnTo>
                  <a:pt x="3046729" y="457835"/>
                </a:lnTo>
                <a:close/>
              </a:path>
              <a:path w="3116453" h="553720">
                <a:moveTo>
                  <a:pt x="3048341" y="493439"/>
                </a:moveTo>
                <a:lnTo>
                  <a:pt x="3027806" y="510286"/>
                </a:lnTo>
                <a:lnTo>
                  <a:pt x="3116453" y="549910"/>
                </a:lnTo>
                <a:lnTo>
                  <a:pt x="3094989" y="455168"/>
                </a:lnTo>
                <a:lnTo>
                  <a:pt x="3080257" y="483235"/>
                </a:lnTo>
                <a:lnTo>
                  <a:pt x="3060954" y="504698"/>
                </a:lnTo>
                <a:lnTo>
                  <a:pt x="3048341" y="4934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6092952" y="1886712"/>
            <a:ext cx="3581400" cy="1008888"/>
          </a:xfrm>
          <a:custGeom>
            <a:avLst/>
            <a:gdLst/>
            <a:ahLst/>
            <a:cxnLst/>
            <a:rect l="l" t="t" r="r" b="b"/>
            <a:pathLst>
              <a:path w="3581400" h="1008888">
                <a:moveTo>
                  <a:pt x="0" y="1008888"/>
                </a:moveTo>
                <a:lnTo>
                  <a:pt x="3581400" y="1008888"/>
                </a:lnTo>
                <a:lnTo>
                  <a:pt x="3581400" y="0"/>
                </a:lnTo>
                <a:lnTo>
                  <a:pt x="0" y="0"/>
                </a:lnTo>
                <a:lnTo>
                  <a:pt x="0" y="1008888"/>
                </a:lnTo>
                <a:close/>
              </a:path>
            </a:pathLst>
          </a:custGeom>
          <a:ln w="9143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803392" y="4457700"/>
            <a:ext cx="3870960" cy="1790700"/>
          </a:xfrm>
          <a:custGeom>
            <a:avLst/>
            <a:gdLst/>
            <a:ahLst/>
            <a:cxnLst/>
            <a:rect l="l" t="t" r="r" b="b"/>
            <a:pathLst>
              <a:path w="3870960" h="1790700">
                <a:moveTo>
                  <a:pt x="0" y="1790700"/>
                </a:moveTo>
                <a:lnTo>
                  <a:pt x="3870960" y="1790700"/>
                </a:lnTo>
                <a:lnTo>
                  <a:pt x="3870960" y="0"/>
                </a:lnTo>
                <a:lnTo>
                  <a:pt x="0" y="0"/>
                </a:lnTo>
                <a:lnTo>
                  <a:pt x="0" y="1790700"/>
                </a:lnTo>
                <a:close/>
              </a:path>
            </a:pathLst>
          </a:custGeom>
          <a:ln w="9144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110228" y="1272794"/>
            <a:ext cx="2234184" cy="3166617"/>
          </a:xfrm>
          <a:custGeom>
            <a:avLst/>
            <a:gdLst/>
            <a:ahLst/>
            <a:cxnLst/>
            <a:rect l="l" t="t" r="r" b="b"/>
            <a:pathLst>
              <a:path w="2234184" h="3166617">
                <a:moveTo>
                  <a:pt x="2183765" y="3127501"/>
                </a:moveTo>
                <a:lnTo>
                  <a:pt x="2174368" y="3118850"/>
                </a:lnTo>
                <a:lnTo>
                  <a:pt x="2152650" y="3141725"/>
                </a:lnTo>
                <a:lnTo>
                  <a:pt x="2234184" y="3166617"/>
                </a:lnTo>
                <a:lnTo>
                  <a:pt x="2183765" y="3127501"/>
                </a:lnTo>
                <a:close/>
              </a:path>
              <a:path w="2234184" h="3166617">
                <a:moveTo>
                  <a:pt x="2205101" y="3086480"/>
                </a:moveTo>
                <a:lnTo>
                  <a:pt x="2183135" y="3109616"/>
                </a:lnTo>
                <a:lnTo>
                  <a:pt x="2192401" y="3118230"/>
                </a:lnTo>
                <a:lnTo>
                  <a:pt x="2205101" y="3086480"/>
                </a:lnTo>
                <a:close/>
              </a:path>
              <a:path w="2234184" h="3166617">
                <a:moveTo>
                  <a:pt x="1627124" y="2437256"/>
                </a:moveTo>
                <a:lnTo>
                  <a:pt x="1624330" y="2417698"/>
                </a:lnTo>
                <a:lnTo>
                  <a:pt x="1622298" y="2398013"/>
                </a:lnTo>
                <a:lnTo>
                  <a:pt x="1620774" y="2378201"/>
                </a:lnTo>
                <a:lnTo>
                  <a:pt x="1619631" y="2338450"/>
                </a:lnTo>
                <a:lnTo>
                  <a:pt x="1620266" y="2298191"/>
                </a:lnTo>
                <a:lnTo>
                  <a:pt x="1622425" y="2257552"/>
                </a:lnTo>
                <a:lnTo>
                  <a:pt x="1625727" y="2216277"/>
                </a:lnTo>
                <a:lnTo>
                  <a:pt x="1629791" y="2174493"/>
                </a:lnTo>
                <a:lnTo>
                  <a:pt x="1634363" y="2132203"/>
                </a:lnTo>
                <a:lnTo>
                  <a:pt x="1638935" y="2089150"/>
                </a:lnTo>
                <a:lnTo>
                  <a:pt x="1643126" y="2045334"/>
                </a:lnTo>
                <a:lnTo>
                  <a:pt x="1646555" y="2000757"/>
                </a:lnTo>
                <a:lnTo>
                  <a:pt x="1648968" y="1955418"/>
                </a:lnTo>
                <a:lnTo>
                  <a:pt x="1649730" y="1909317"/>
                </a:lnTo>
                <a:lnTo>
                  <a:pt x="1650238" y="1862073"/>
                </a:lnTo>
                <a:lnTo>
                  <a:pt x="1651508" y="1813052"/>
                </a:lnTo>
                <a:lnTo>
                  <a:pt x="1653539" y="1762505"/>
                </a:lnTo>
                <a:lnTo>
                  <a:pt x="1655826" y="1710689"/>
                </a:lnTo>
                <a:lnTo>
                  <a:pt x="1658747" y="1657984"/>
                </a:lnTo>
                <a:lnTo>
                  <a:pt x="1661668" y="1604517"/>
                </a:lnTo>
                <a:lnTo>
                  <a:pt x="1667637" y="1496567"/>
                </a:lnTo>
                <a:lnTo>
                  <a:pt x="1670304" y="1442465"/>
                </a:lnTo>
                <a:lnTo>
                  <a:pt x="1672589" y="1388871"/>
                </a:lnTo>
                <a:lnTo>
                  <a:pt x="1674241" y="1335913"/>
                </a:lnTo>
                <a:lnTo>
                  <a:pt x="1675257" y="1283842"/>
                </a:lnTo>
                <a:lnTo>
                  <a:pt x="1675257" y="1232789"/>
                </a:lnTo>
                <a:lnTo>
                  <a:pt x="1674495" y="1183258"/>
                </a:lnTo>
                <a:lnTo>
                  <a:pt x="1672209" y="1135379"/>
                </a:lnTo>
                <a:lnTo>
                  <a:pt x="1668780" y="1089659"/>
                </a:lnTo>
                <a:lnTo>
                  <a:pt x="1664970" y="1044828"/>
                </a:lnTo>
                <a:lnTo>
                  <a:pt x="1661668" y="999743"/>
                </a:lnTo>
                <a:lnTo>
                  <a:pt x="1655318" y="910081"/>
                </a:lnTo>
                <a:lnTo>
                  <a:pt x="1651762" y="865758"/>
                </a:lnTo>
                <a:lnTo>
                  <a:pt x="1647698" y="822070"/>
                </a:lnTo>
                <a:lnTo>
                  <a:pt x="1642618" y="779271"/>
                </a:lnTo>
                <a:lnTo>
                  <a:pt x="1636649" y="737869"/>
                </a:lnTo>
                <a:lnTo>
                  <a:pt x="1629156" y="697610"/>
                </a:lnTo>
                <a:lnTo>
                  <a:pt x="1619885" y="659002"/>
                </a:lnTo>
                <a:lnTo>
                  <a:pt x="1608836" y="622553"/>
                </a:lnTo>
                <a:lnTo>
                  <a:pt x="1595501" y="587882"/>
                </a:lnTo>
                <a:lnTo>
                  <a:pt x="1579626" y="555625"/>
                </a:lnTo>
                <a:lnTo>
                  <a:pt x="1560830" y="526033"/>
                </a:lnTo>
                <a:lnTo>
                  <a:pt x="1539113" y="499109"/>
                </a:lnTo>
                <a:lnTo>
                  <a:pt x="1513839" y="475488"/>
                </a:lnTo>
                <a:lnTo>
                  <a:pt x="1484376" y="455548"/>
                </a:lnTo>
                <a:lnTo>
                  <a:pt x="1450594" y="439927"/>
                </a:lnTo>
                <a:lnTo>
                  <a:pt x="1413256" y="427863"/>
                </a:lnTo>
                <a:lnTo>
                  <a:pt x="1372616" y="419100"/>
                </a:lnTo>
                <a:lnTo>
                  <a:pt x="1351280" y="415670"/>
                </a:lnTo>
                <a:lnTo>
                  <a:pt x="1329309" y="413003"/>
                </a:lnTo>
                <a:lnTo>
                  <a:pt x="1283716" y="409066"/>
                </a:lnTo>
                <a:lnTo>
                  <a:pt x="1236726" y="407034"/>
                </a:lnTo>
                <a:lnTo>
                  <a:pt x="1188466" y="406400"/>
                </a:lnTo>
                <a:lnTo>
                  <a:pt x="1139698" y="406653"/>
                </a:lnTo>
                <a:lnTo>
                  <a:pt x="1090676" y="407415"/>
                </a:lnTo>
                <a:lnTo>
                  <a:pt x="1042162" y="408177"/>
                </a:lnTo>
                <a:lnTo>
                  <a:pt x="994791" y="408558"/>
                </a:lnTo>
                <a:lnTo>
                  <a:pt x="948689" y="408177"/>
                </a:lnTo>
                <a:lnTo>
                  <a:pt x="904748" y="406653"/>
                </a:lnTo>
                <a:lnTo>
                  <a:pt x="863473" y="403351"/>
                </a:lnTo>
                <a:lnTo>
                  <a:pt x="825119" y="398144"/>
                </a:lnTo>
                <a:lnTo>
                  <a:pt x="788670" y="391667"/>
                </a:lnTo>
                <a:lnTo>
                  <a:pt x="752983" y="385063"/>
                </a:lnTo>
                <a:lnTo>
                  <a:pt x="718058" y="378586"/>
                </a:lnTo>
                <a:lnTo>
                  <a:pt x="684022" y="371982"/>
                </a:lnTo>
                <a:lnTo>
                  <a:pt x="650621" y="365251"/>
                </a:lnTo>
                <a:lnTo>
                  <a:pt x="618109" y="358266"/>
                </a:lnTo>
                <a:lnTo>
                  <a:pt x="555244" y="343407"/>
                </a:lnTo>
                <a:lnTo>
                  <a:pt x="495300" y="327278"/>
                </a:lnTo>
                <a:lnTo>
                  <a:pt x="438150" y="309117"/>
                </a:lnTo>
                <a:lnTo>
                  <a:pt x="383539" y="288670"/>
                </a:lnTo>
                <a:lnTo>
                  <a:pt x="331470" y="265302"/>
                </a:lnTo>
                <a:lnTo>
                  <a:pt x="282575" y="239140"/>
                </a:lnTo>
                <a:lnTo>
                  <a:pt x="237236" y="210184"/>
                </a:lnTo>
                <a:lnTo>
                  <a:pt x="194818" y="178688"/>
                </a:lnTo>
                <a:lnTo>
                  <a:pt x="154812" y="145414"/>
                </a:lnTo>
                <a:lnTo>
                  <a:pt x="116712" y="110616"/>
                </a:lnTo>
                <a:lnTo>
                  <a:pt x="80137" y="74421"/>
                </a:lnTo>
                <a:lnTo>
                  <a:pt x="44450" y="37337"/>
                </a:lnTo>
                <a:lnTo>
                  <a:pt x="9144" y="0"/>
                </a:lnTo>
                <a:lnTo>
                  <a:pt x="0" y="8635"/>
                </a:lnTo>
                <a:lnTo>
                  <a:pt x="35179" y="46100"/>
                </a:lnTo>
                <a:lnTo>
                  <a:pt x="70993" y="83184"/>
                </a:lnTo>
                <a:lnTo>
                  <a:pt x="107823" y="119633"/>
                </a:lnTo>
                <a:lnTo>
                  <a:pt x="146176" y="154812"/>
                </a:lnTo>
                <a:lnTo>
                  <a:pt x="166243" y="171957"/>
                </a:lnTo>
                <a:lnTo>
                  <a:pt x="186817" y="188594"/>
                </a:lnTo>
                <a:lnTo>
                  <a:pt x="208025" y="204850"/>
                </a:lnTo>
                <a:lnTo>
                  <a:pt x="229870" y="220471"/>
                </a:lnTo>
                <a:lnTo>
                  <a:pt x="252475" y="235584"/>
                </a:lnTo>
                <a:lnTo>
                  <a:pt x="275971" y="249935"/>
                </a:lnTo>
                <a:lnTo>
                  <a:pt x="300355" y="263651"/>
                </a:lnTo>
                <a:lnTo>
                  <a:pt x="325755" y="276732"/>
                </a:lnTo>
                <a:lnTo>
                  <a:pt x="351789" y="288925"/>
                </a:lnTo>
                <a:lnTo>
                  <a:pt x="378460" y="300227"/>
                </a:lnTo>
                <a:lnTo>
                  <a:pt x="405764" y="311022"/>
                </a:lnTo>
                <a:lnTo>
                  <a:pt x="433832" y="321055"/>
                </a:lnTo>
                <a:lnTo>
                  <a:pt x="462407" y="330453"/>
                </a:lnTo>
                <a:lnTo>
                  <a:pt x="491489" y="339343"/>
                </a:lnTo>
                <a:lnTo>
                  <a:pt x="521462" y="347852"/>
                </a:lnTo>
                <a:lnTo>
                  <a:pt x="552069" y="355726"/>
                </a:lnTo>
                <a:lnTo>
                  <a:pt x="583311" y="363346"/>
                </a:lnTo>
                <a:lnTo>
                  <a:pt x="615314" y="370713"/>
                </a:lnTo>
                <a:lnTo>
                  <a:pt x="647954" y="377570"/>
                </a:lnTo>
                <a:lnTo>
                  <a:pt x="681482" y="384428"/>
                </a:lnTo>
                <a:lnTo>
                  <a:pt x="715645" y="391032"/>
                </a:lnTo>
                <a:lnTo>
                  <a:pt x="750697" y="397509"/>
                </a:lnTo>
                <a:lnTo>
                  <a:pt x="786384" y="404113"/>
                </a:lnTo>
                <a:lnTo>
                  <a:pt x="822960" y="410590"/>
                </a:lnTo>
                <a:lnTo>
                  <a:pt x="841883" y="413638"/>
                </a:lnTo>
                <a:lnTo>
                  <a:pt x="861949" y="416051"/>
                </a:lnTo>
                <a:lnTo>
                  <a:pt x="882523" y="417956"/>
                </a:lnTo>
                <a:lnTo>
                  <a:pt x="903859" y="419353"/>
                </a:lnTo>
                <a:lnTo>
                  <a:pt x="925830" y="420369"/>
                </a:lnTo>
                <a:lnTo>
                  <a:pt x="948309" y="420877"/>
                </a:lnTo>
                <a:lnTo>
                  <a:pt x="994663" y="421258"/>
                </a:lnTo>
                <a:lnTo>
                  <a:pt x="1042288" y="420750"/>
                </a:lnTo>
                <a:lnTo>
                  <a:pt x="1090930" y="419988"/>
                </a:lnTo>
                <a:lnTo>
                  <a:pt x="1139825" y="419226"/>
                </a:lnTo>
                <a:lnTo>
                  <a:pt x="1188593" y="419100"/>
                </a:lnTo>
                <a:lnTo>
                  <a:pt x="1236599" y="419734"/>
                </a:lnTo>
                <a:lnTo>
                  <a:pt x="1283208" y="421766"/>
                </a:lnTo>
                <a:lnTo>
                  <a:pt x="1328166" y="425703"/>
                </a:lnTo>
                <a:lnTo>
                  <a:pt x="1349629" y="428243"/>
                </a:lnTo>
                <a:lnTo>
                  <a:pt x="1370584" y="431545"/>
                </a:lnTo>
                <a:lnTo>
                  <a:pt x="1390904" y="435609"/>
                </a:lnTo>
                <a:lnTo>
                  <a:pt x="1410335" y="440308"/>
                </a:lnTo>
                <a:lnTo>
                  <a:pt x="1446530" y="451865"/>
                </a:lnTo>
                <a:lnTo>
                  <a:pt x="1478661" y="466851"/>
                </a:lnTo>
                <a:lnTo>
                  <a:pt x="1506347" y="485647"/>
                </a:lnTo>
                <a:lnTo>
                  <a:pt x="1530096" y="508126"/>
                </a:lnTo>
                <a:lnTo>
                  <a:pt x="1550797" y="533653"/>
                </a:lnTo>
                <a:lnTo>
                  <a:pt x="1568577" y="562101"/>
                </a:lnTo>
                <a:lnTo>
                  <a:pt x="1583944" y="593216"/>
                </a:lnTo>
                <a:lnTo>
                  <a:pt x="1596898" y="626871"/>
                </a:lnTo>
                <a:lnTo>
                  <a:pt x="1607693" y="662685"/>
                </a:lnTo>
                <a:lnTo>
                  <a:pt x="1616837" y="700531"/>
                </a:lnTo>
                <a:lnTo>
                  <a:pt x="1624202" y="740155"/>
                </a:lnTo>
                <a:lnTo>
                  <a:pt x="1630172" y="781176"/>
                </a:lnTo>
                <a:lnTo>
                  <a:pt x="1634998" y="823594"/>
                </a:lnTo>
                <a:lnTo>
                  <a:pt x="1639062" y="866901"/>
                </a:lnTo>
                <a:lnTo>
                  <a:pt x="1642618" y="910970"/>
                </a:lnTo>
                <a:lnTo>
                  <a:pt x="1648968" y="1000759"/>
                </a:lnTo>
                <a:lnTo>
                  <a:pt x="1652397" y="1045717"/>
                </a:lnTo>
                <a:lnTo>
                  <a:pt x="1656207" y="1090676"/>
                </a:lnTo>
                <a:lnTo>
                  <a:pt x="1659636" y="1136395"/>
                </a:lnTo>
                <a:lnTo>
                  <a:pt x="1661795" y="1183893"/>
                </a:lnTo>
                <a:lnTo>
                  <a:pt x="1662684" y="1233042"/>
                </a:lnTo>
                <a:lnTo>
                  <a:pt x="1662557" y="1283842"/>
                </a:lnTo>
                <a:lnTo>
                  <a:pt x="1661541" y="1335658"/>
                </a:lnTo>
                <a:lnTo>
                  <a:pt x="1660017" y="1388490"/>
                </a:lnTo>
                <a:lnTo>
                  <a:pt x="1657731" y="1441957"/>
                </a:lnTo>
                <a:lnTo>
                  <a:pt x="1655064" y="1495932"/>
                </a:lnTo>
                <a:lnTo>
                  <a:pt x="1648968" y="1603755"/>
                </a:lnTo>
                <a:lnTo>
                  <a:pt x="1646047" y="1657222"/>
                </a:lnTo>
                <a:lnTo>
                  <a:pt x="1643252" y="1710054"/>
                </a:lnTo>
                <a:lnTo>
                  <a:pt x="1640839" y="1761870"/>
                </a:lnTo>
                <a:lnTo>
                  <a:pt x="1638808" y="1812543"/>
                </a:lnTo>
                <a:lnTo>
                  <a:pt x="1637538" y="1861692"/>
                </a:lnTo>
                <a:lnTo>
                  <a:pt x="1637030" y="1909190"/>
                </a:lnTo>
                <a:lnTo>
                  <a:pt x="1636268" y="1955164"/>
                </a:lnTo>
                <a:lnTo>
                  <a:pt x="1633855" y="2000122"/>
                </a:lnTo>
                <a:lnTo>
                  <a:pt x="1630426" y="2044318"/>
                </a:lnTo>
                <a:lnTo>
                  <a:pt x="1626235" y="2087879"/>
                </a:lnTo>
                <a:lnTo>
                  <a:pt x="1621663" y="2130805"/>
                </a:lnTo>
                <a:lnTo>
                  <a:pt x="1617218" y="2173096"/>
                </a:lnTo>
                <a:lnTo>
                  <a:pt x="1613154" y="2215006"/>
                </a:lnTo>
                <a:lnTo>
                  <a:pt x="1609725" y="2256408"/>
                </a:lnTo>
                <a:lnTo>
                  <a:pt x="1607566" y="2297556"/>
                </a:lnTo>
                <a:lnTo>
                  <a:pt x="1606931" y="2338197"/>
                </a:lnTo>
                <a:lnTo>
                  <a:pt x="1608201" y="2378582"/>
                </a:lnTo>
                <a:lnTo>
                  <a:pt x="1611757" y="2418968"/>
                </a:lnTo>
                <a:lnTo>
                  <a:pt x="1617980" y="2459100"/>
                </a:lnTo>
                <a:lnTo>
                  <a:pt x="1627251" y="2498979"/>
                </a:lnTo>
                <a:lnTo>
                  <a:pt x="1640077" y="2538856"/>
                </a:lnTo>
                <a:lnTo>
                  <a:pt x="1656714" y="2578607"/>
                </a:lnTo>
                <a:lnTo>
                  <a:pt x="1678559" y="2619374"/>
                </a:lnTo>
                <a:lnTo>
                  <a:pt x="1706372" y="2661157"/>
                </a:lnTo>
                <a:lnTo>
                  <a:pt x="1738884" y="2703956"/>
                </a:lnTo>
                <a:lnTo>
                  <a:pt x="1756918" y="2725419"/>
                </a:lnTo>
                <a:lnTo>
                  <a:pt x="1775587" y="2747136"/>
                </a:lnTo>
                <a:lnTo>
                  <a:pt x="1795272" y="2768726"/>
                </a:lnTo>
                <a:lnTo>
                  <a:pt x="1815464" y="2790443"/>
                </a:lnTo>
                <a:lnTo>
                  <a:pt x="1836420" y="2812033"/>
                </a:lnTo>
                <a:lnTo>
                  <a:pt x="1857883" y="2833497"/>
                </a:lnTo>
                <a:lnTo>
                  <a:pt x="1901698" y="2876041"/>
                </a:lnTo>
                <a:lnTo>
                  <a:pt x="1946402" y="2917697"/>
                </a:lnTo>
                <a:lnTo>
                  <a:pt x="1990979" y="2957956"/>
                </a:lnTo>
                <a:lnTo>
                  <a:pt x="2034667" y="2996437"/>
                </a:lnTo>
                <a:lnTo>
                  <a:pt x="2055749" y="3015106"/>
                </a:lnTo>
                <a:lnTo>
                  <a:pt x="2076450" y="3033013"/>
                </a:lnTo>
                <a:lnTo>
                  <a:pt x="2096516" y="3050412"/>
                </a:lnTo>
                <a:lnTo>
                  <a:pt x="2115693" y="3067049"/>
                </a:lnTo>
                <a:lnTo>
                  <a:pt x="2134108" y="3083051"/>
                </a:lnTo>
                <a:lnTo>
                  <a:pt x="2151380" y="3098291"/>
                </a:lnTo>
                <a:lnTo>
                  <a:pt x="2167763" y="3112769"/>
                </a:lnTo>
                <a:lnTo>
                  <a:pt x="2174368" y="3118850"/>
                </a:lnTo>
                <a:lnTo>
                  <a:pt x="2183765" y="3127501"/>
                </a:lnTo>
                <a:lnTo>
                  <a:pt x="2234184" y="3166617"/>
                </a:lnTo>
                <a:lnTo>
                  <a:pt x="2205101" y="3086480"/>
                </a:lnTo>
                <a:lnTo>
                  <a:pt x="2192401" y="3118230"/>
                </a:lnTo>
                <a:lnTo>
                  <a:pt x="2183135" y="3109616"/>
                </a:lnTo>
                <a:lnTo>
                  <a:pt x="2176145" y="3103117"/>
                </a:lnTo>
                <a:lnTo>
                  <a:pt x="2159762" y="3088766"/>
                </a:lnTo>
                <a:lnTo>
                  <a:pt x="2142490" y="3073526"/>
                </a:lnTo>
                <a:lnTo>
                  <a:pt x="2124075" y="3057524"/>
                </a:lnTo>
                <a:lnTo>
                  <a:pt x="2104771" y="3040760"/>
                </a:lnTo>
                <a:lnTo>
                  <a:pt x="2084832" y="3023361"/>
                </a:lnTo>
                <a:lnTo>
                  <a:pt x="2064131" y="3005581"/>
                </a:lnTo>
                <a:lnTo>
                  <a:pt x="2043049" y="2986912"/>
                </a:lnTo>
                <a:lnTo>
                  <a:pt x="1999488" y="2948558"/>
                </a:lnTo>
                <a:lnTo>
                  <a:pt x="1955038" y="2908426"/>
                </a:lnTo>
                <a:lnTo>
                  <a:pt x="1910588" y="2867024"/>
                </a:lnTo>
                <a:lnTo>
                  <a:pt x="1866773" y="2824606"/>
                </a:lnTo>
                <a:lnTo>
                  <a:pt x="1845564" y="2803143"/>
                </a:lnTo>
                <a:lnTo>
                  <a:pt x="1824736" y="2781807"/>
                </a:lnTo>
                <a:lnTo>
                  <a:pt x="1804670" y="2760217"/>
                </a:lnTo>
                <a:lnTo>
                  <a:pt x="1785239" y="2738754"/>
                </a:lnTo>
                <a:lnTo>
                  <a:pt x="1766570" y="2717418"/>
                </a:lnTo>
                <a:lnTo>
                  <a:pt x="1748917" y="2696082"/>
                </a:lnTo>
                <a:lnTo>
                  <a:pt x="1732280" y="2674873"/>
                </a:lnTo>
                <a:lnTo>
                  <a:pt x="1716786" y="2654045"/>
                </a:lnTo>
                <a:lnTo>
                  <a:pt x="1702562" y="2633344"/>
                </a:lnTo>
                <a:lnTo>
                  <a:pt x="1689608" y="2613024"/>
                </a:lnTo>
                <a:lnTo>
                  <a:pt x="1678177" y="2592958"/>
                </a:lnTo>
                <a:lnTo>
                  <a:pt x="1668272" y="2573528"/>
                </a:lnTo>
                <a:lnTo>
                  <a:pt x="1659763" y="2554097"/>
                </a:lnTo>
                <a:lnTo>
                  <a:pt x="1652143" y="2534666"/>
                </a:lnTo>
                <a:lnTo>
                  <a:pt x="1645285" y="2515361"/>
                </a:lnTo>
                <a:lnTo>
                  <a:pt x="1639570" y="2495804"/>
                </a:lnTo>
                <a:lnTo>
                  <a:pt x="1634617" y="2476372"/>
                </a:lnTo>
                <a:lnTo>
                  <a:pt x="1630426" y="2456814"/>
                </a:lnTo>
                <a:lnTo>
                  <a:pt x="1627124" y="2437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58163" y="1735709"/>
            <a:ext cx="591438" cy="447167"/>
          </a:xfrm>
          <a:custGeom>
            <a:avLst/>
            <a:gdLst/>
            <a:ahLst/>
            <a:cxnLst/>
            <a:rect l="l" t="t" r="r" b="b"/>
            <a:pathLst>
              <a:path w="591438" h="447167">
                <a:moveTo>
                  <a:pt x="56652" y="69717"/>
                </a:moveTo>
                <a:lnTo>
                  <a:pt x="56134" y="70865"/>
                </a:lnTo>
                <a:lnTo>
                  <a:pt x="53593" y="83312"/>
                </a:lnTo>
                <a:lnTo>
                  <a:pt x="84962" y="74929"/>
                </a:lnTo>
                <a:lnTo>
                  <a:pt x="56963" y="69028"/>
                </a:lnTo>
                <a:lnTo>
                  <a:pt x="56652" y="69717"/>
                </a:lnTo>
                <a:close/>
              </a:path>
              <a:path w="591438" h="447167">
                <a:moveTo>
                  <a:pt x="0" y="57023"/>
                </a:moveTo>
                <a:lnTo>
                  <a:pt x="25400" y="76962"/>
                </a:lnTo>
                <a:lnTo>
                  <a:pt x="28533" y="63036"/>
                </a:lnTo>
                <a:lnTo>
                  <a:pt x="0" y="57023"/>
                </a:lnTo>
                <a:close/>
              </a:path>
              <a:path w="591438" h="447167">
                <a:moveTo>
                  <a:pt x="0" y="57023"/>
                </a:moveTo>
                <a:lnTo>
                  <a:pt x="24511" y="151002"/>
                </a:lnTo>
                <a:lnTo>
                  <a:pt x="84962" y="74929"/>
                </a:lnTo>
                <a:lnTo>
                  <a:pt x="53593" y="83312"/>
                </a:lnTo>
                <a:lnTo>
                  <a:pt x="56134" y="70865"/>
                </a:lnTo>
                <a:lnTo>
                  <a:pt x="56652" y="69717"/>
                </a:lnTo>
                <a:lnTo>
                  <a:pt x="56963" y="69028"/>
                </a:lnTo>
                <a:lnTo>
                  <a:pt x="61468" y="59054"/>
                </a:lnTo>
                <a:lnTo>
                  <a:pt x="67056" y="48132"/>
                </a:lnTo>
                <a:lnTo>
                  <a:pt x="73406" y="37211"/>
                </a:lnTo>
                <a:lnTo>
                  <a:pt x="87503" y="16001"/>
                </a:lnTo>
                <a:lnTo>
                  <a:pt x="103505" y="-3810"/>
                </a:lnTo>
                <a:lnTo>
                  <a:pt x="121285" y="-22351"/>
                </a:lnTo>
                <a:lnTo>
                  <a:pt x="140588" y="-39370"/>
                </a:lnTo>
                <a:lnTo>
                  <a:pt x="161289" y="-54863"/>
                </a:lnTo>
                <a:lnTo>
                  <a:pt x="183134" y="-68453"/>
                </a:lnTo>
                <a:lnTo>
                  <a:pt x="194056" y="-74295"/>
                </a:lnTo>
                <a:lnTo>
                  <a:pt x="205486" y="-79629"/>
                </a:lnTo>
                <a:lnTo>
                  <a:pt x="217297" y="-84709"/>
                </a:lnTo>
                <a:lnTo>
                  <a:pt x="228981" y="-89026"/>
                </a:lnTo>
                <a:lnTo>
                  <a:pt x="240792" y="-92583"/>
                </a:lnTo>
                <a:lnTo>
                  <a:pt x="252730" y="-95631"/>
                </a:lnTo>
                <a:lnTo>
                  <a:pt x="264794" y="-98044"/>
                </a:lnTo>
                <a:lnTo>
                  <a:pt x="276987" y="-99822"/>
                </a:lnTo>
                <a:lnTo>
                  <a:pt x="289051" y="-100837"/>
                </a:lnTo>
                <a:lnTo>
                  <a:pt x="301117" y="-101219"/>
                </a:lnTo>
                <a:lnTo>
                  <a:pt x="314070" y="-101600"/>
                </a:lnTo>
                <a:lnTo>
                  <a:pt x="327787" y="-102743"/>
                </a:lnTo>
                <a:lnTo>
                  <a:pt x="341375" y="-104521"/>
                </a:lnTo>
                <a:lnTo>
                  <a:pt x="354964" y="-106934"/>
                </a:lnTo>
                <a:lnTo>
                  <a:pt x="368300" y="-110236"/>
                </a:lnTo>
                <a:lnTo>
                  <a:pt x="381635" y="-114046"/>
                </a:lnTo>
                <a:lnTo>
                  <a:pt x="394588" y="-118491"/>
                </a:lnTo>
                <a:lnTo>
                  <a:pt x="407416" y="-123444"/>
                </a:lnTo>
                <a:lnTo>
                  <a:pt x="432181" y="-135128"/>
                </a:lnTo>
                <a:lnTo>
                  <a:pt x="456056" y="-148844"/>
                </a:lnTo>
                <a:lnTo>
                  <a:pt x="478789" y="-164592"/>
                </a:lnTo>
                <a:lnTo>
                  <a:pt x="499872" y="-181863"/>
                </a:lnTo>
                <a:lnTo>
                  <a:pt x="519430" y="-200913"/>
                </a:lnTo>
                <a:lnTo>
                  <a:pt x="536956" y="-221107"/>
                </a:lnTo>
                <a:lnTo>
                  <a:pt x="552450" y="-242570"/>
                </a:lnTo>
                <a:lnTo>
                  <a:pt x="559562" y="-254000"/>
                </a:lnTo>
                <a:lnTo>
                  <a:pt x="565912" y="-265303"/>
                </a:lnTo>
                <a:lnTo>
                  <a:pt x="571626" y="-276987"/>
                </a:lnTo>
                <a:lnTo>
                  <a:pt x="576707" y="-288798"/>
                </a:lnTo>
                <a:lnTo>
                  <a:pt x="581025" y="-300989"/>
                </a:lnTo>
                <a:lnTo>
                  <a:pt x="584581" y="-312928"/>
                </a:lnTo>
                <a:lnTo>
                  <a:pt x="587501" y="-325247"/>
                </a:lnTo>
                <a:lnTo>
                  <a:pt x="589661" y="-337820"/>
                </a:lnTo>
                <a:lnTo>
                  <a:pt x="590931" y="-350138"/>
                </a:lnTo>
                <a:lnTo>
                  <a:pt x="591438" y="-362838"/>
                </a:lnTo>
                <a:lnTo>
                  <a:pt x="562482" y="-363855"/>
                </a:lnTo>
                <a:lnTo>
                  <a:pt x="562229" y="-353313"/>
                </a:lnTo>
                <a:lnTo>
                  <a:pt x="561086" y="-342519"/>
                </a:lnTo>
                <a:lnTo>
                  <a:pt x="559307" y="-331850"/>
                </a:lnTo>
                <a:lnTo>
                  <a:pt x="556894" y="-321310"/>
                </a:lnTo>
                <a:lnTo>
                  <a:pt x="553719" y="-310642"/>
                </a:lnTo>
                <a:lnTo>
                  <a:pt x="550037" y="-300228"/>
                </a:lnTo>
                <a:lnTo>
                  <a:pt x="545592" y="-289687"/>
                </a:lnTo>
                <a:lnTo>
                  <a:pt x="540638" y="-279400"/>
                </a:lnTo>
                <a:lnTo>
                  <a:pt x="534924" y="-269239"/>
                </a:lnTo>
                <a:lnTo>
                  <a:pt x="528955" y="-259461"/>
                </a:lnTo>
                <a:lnTo>
                  <a:pt x="515112" y="-240030"/>
                </a:lnTo>
                <a:lnTo>
                  <a:pt x="499110" y="-221614"/>
                </a:lnTo>
                <a:lnTo>
                  <a:pt x="481456" y="-204216"/>
                </a:lnTo>
                <a:lnTo>
                  <a:pt x="462153" y="-188341"/>
                </a:lnTo>
                <a:lnTo>
                  <a:pt x="441579" y="-173989"/>
                </a:lnTo>
                <a:lnTo>
                  <a:pt x="419862" y="-161289"/>
                </a:lnTo>
                <a:lnTo>
                  <a:pt x="397001" y="-150495"/>
                </a:lnTo>
                <a:lnTo>
                  <a:pt x="385191" y="-145923"/>
                </a:lnTo>
                <a:lnTo>
                  <a:pt x="373380" y="-141859"/>
                </a:lnTo>
                <a:lnTo>
                  <a:pt x="361569" y="-138303"/>
                </a:lnTo>
                <a:lnTo>
                  <a:pt x="349631" y="-135509"/>
                </a:lnTo>
                <a:lnTo>
                  <a:pt x="337566" y="-133223"/>
                </a:lnTo>
                <a:lnTo>
                  <a:pt x="325500" y="-131572"/>
                </a:lnTo>
                <a:lnTo>
                  <a:pt x="313309" y="-130556"/>
                </a:lnTo>
                <a:lnTo>
                  <a:pt x="300355" y="-130175"/>
                </a:lnTo>
                <a:lnTo>
                  <a:pt x="286512" y="-129794"/>
                </a:lnTo>
                <a:lnTo>
                  <a:pt x="272669" y="-128524"/>
                </a:lnTo>
                <a:lnTo>
                  <a:pt x="259080" y="-126492"/>
                </a:lnTo>
                <a:lnTo>
                  <a:pt x="245618" y="-123698"/>
                </a:lnTo>
                <a:lnTo>
                  <a:pt x="232282" y="-120269"/>
                </a:lnTo>
                <a:lnTo>
                  <a:pt x="218948" y="-116078"/>
                </a:lnTo>
                <a:lnTo>
                  <a:pt x="205867" y="-111251"/>
                </a:lnTo>
                <a:lnTo>
                  <a:pt x="193039" y="-105791"/>
                </a:lnTo>
                <a:lnTo>
                  <a:pt x="180467" y="-99822"/>
                </a:lnTo>
                <a:lnTo>
                  <a:pt x="167767" y="-92963"/>
                </a:lnTo>
                <a:lnTo>
                  <a:pt x="143891" y="-77978"/>
                </a:lnTo>
                <a:lnTo>
                  <a:pt x="121412" y="-61087"/>
                </a:lnTo>
                <a:lnTo>
                  <a:pt x="100330" y="-42291"/>
                </a:lnTo>
                <a:lnTo>
                  <a:pt x="80899" y="-21844"/>
                </a:lnTo>
                <a:lnTo>
                  <a:pt x="63373" y="0"/>
                </a:lnTo>
                <a:lnTo>
                  <a:pt x="57023" y="68071"/>
                </a:lnTo>
                <a:lnTo>
                  <a:pt x="56814" y="68997"/>
                </a:lnTo>
                <a:lnTo>
                  <a:pt x="28533" y="63036"/>
                </a:lnTo>
                <a:lnTo>
                  <a:pt x="25400" y="76962"/>
                </a:lnTo>
                <a:lnTo>
                  <a:pt x="0" y="57023"/>
                </a:lnTo>
                <a:close/>
              </a:path>
              <a:path w="591438" h="447167">
                <a:moveTo>
                  <a:pt x="56733" y="68980"/>
                </a:moveTo>
                <a:lnTo>
                  <a:pt x="57023" y="68071"/>
                </a:lnTo>
                <a:lnTo>
                  <a:pt x="63373" y="0"/>
                </a:lnTo>
                <a:lnTo>
                  <a:pt x="48259" y="22860"/>
                </a:lnTo>
                <a:lnTo>
                  <a:pt x="41402" y="34798"/>
                </a:lnTo>
                <a:lnTo>
                  <a:pt x="35052" y="47116"/>
                </a:lnTo>
                <a:lnTo>
                  <a:pt x="29718" y="58927"/>
                </a:lnTo>
                <a:lnTo>
                  <a:pt x="28828" y="61721"/>
                </a:lnTo>
                <a:lnTo>
                  <a:pt x="28533" y="63036"/>
                </a:lnTo>
                <a:lnTo>
                  <a:pt x="56733" y="68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66700" y="1886712"/>
            <a:ext cx="2628900" cy="2456688"/>
          </a:xfrm>
          <a:custGeom>
            <a:avLst/>
            <a:gdLst/>
            <a:ahLst/>
            <a:cxnLst/>
            <a:rect l="l" t="t" r="r" b="b"/>
            <a:pathLst>
              <a:path w="2628900" h="2456688">
                <a:moveTo>
                  <a:pt x="0" y="2456688"/>
                </a:moveTo>
                <a:lnTo>
                  <a:pt x="2628900" y="2456688"/>
                </a:lnTo>
                <a:lnTo>
                  <a:pt x="2628900" y="0"/>
                </a:lnTo>
                <a:lnTo>
                  <a:pt x="0" y="0"/>
                </a:lnTo>
                <a:lnTo>
                  <a:pt x="0" y="2456688"/>
                </a:lnTo>
                <a:close/>
              </a:path>
            </a:pathLst>
          </a:custGeom>
          <a:ln w="9144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7411211" y="3067812"/>
            <a:ext cx="94488" cy="1143000"/>
          </a:xfrm>
          <a:custGeom>
            <a:avLst/>
            <a:gdLst/>
            <a:ahLst/>
            <a:cxnLst/>
            <a:rect l="l" t="t" r="r" b="b"/>
            <a:pathLst>
              <a:path w="94488" h="1143000">
                <a:moveTo>
                  <a:pt x="0" y="0"/>
                </a:moveTo>
                <a:lnTo>
                  <a:pt x="17714" y="6884"/>
                </a:lnTo>
                <a:lnTo>
                  <a:pt x="32389" y="25737"/>
                </a:lnTo>
                <a:lnTo>
                  <a:pt x="42656" y="53857"/>
                </a:lnTo>
                <a:lnTo>
                  <a:pt x="45711" y="70548"/>
                </a:lnTo>
                <a:lnTo>
                  <a:pt x="47151" y="88543"/>
                </a:lnTo>
                <a:lnTo>
                  <a:pt x="47244" y="94487"/>
                </a:lnTo>
                <a:lnTo>
                  <a:pt x="47244" y="477012"/>
                </a:lnTo>
                <a:lnTo>
                  <a:pt x="48135" y="495351"/>
                </a:lnTo>
                <a:lnTo>
                  <a:pt x="50694" y="512494"/>
                </a:lnTo>
                <a:lnTo>
                  <a:pt x="54751" y="528102"/>
                </a:lnTo>
                <a:lnTo>
                  <a:pt x="60135" y="541839"/>
                </a:lnTo>
                <a:lnTo>
                  <a:pt x="66675" y="553366"/>
                </a:lnTo>
                <a:lnTo>
                  <a:pt x="74200" y="562347"/>
                </a:lnTo>
                <a:lnTo>
                  <a:pt x="82539" y="568442"/>
                </a:lnTo>
                <a:lnTo>
                  <a:pt x="91522" y="571316"/>
                </a:lnTo>
                <a:lnTo>
                  <a:pt x="94488" y="571500"/>
                </a:lnTo>
                <a:lnTo>
                  <a:pt x="85336" y="573277"/>
                </a:lnTo>
                <a:lnTo>
                  <a:pt x="68970" y="586483"/>
                </a:lnTo>
                <a:lnTo>
                  <a:pt x="56328" y="610307"/>
                </a:lnTo>
                <a:lnTo>
                  <a:pt x="48776" y="642048"/>
                </a:lnTo>
                <a:lnTo>
                  <a:pt x="47336" y="660043"/>
                </a:lnTo>
                <a:lnTo>
                  <a:pt x="47244" y="665988"/>
                </a:lnTo>
                <a:lnTo>
                  <a:pt x="47244" y="1048512"/>
                </a:lnTo>
                <a:lnTo>
                  <a:pt x="46352" y="1066851"/>
                </a:lnTo>
                <a:lnTo>
                  <a:pt x="43793" y="1083994"/>
                </a:lnTo>
                <a:lnTo>
                  <a:pt x="39736" y="1099602"/>
                </a:lnTo>
                <a:lnTo>
                  <a:pt x="34352" y="1113339"/>
                </a:lnTo>
                <a:lnTo>
                  <a:pt x="27812" y="1124866"/>
                </a:lnTo>
                <a:lnTo>
                  <a:pt x="20287" y="1133847"/>
                </a:lnTo>
                <a:lnTo>
                  <a:pt x="11948" y="1139942"/>
                </a:lnTo>
                <a:lnTo>
                  <a:pt x="2965" y="1142816"/>
                </a:lnTo>
                <a:lnTo>
                  <a:pt x="0" y="1143000"/>
                </a:lnTo>
              </a:path>
            </a:pathLst>
          </a:custGeom>
          <a:ln w="12192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31012" y="861100"/>
            <a:ext cx="812629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21866" y="861100"/>
            <a:ext cx="812629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37083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36850" y="861100"/>
            <a:ext cx="902140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2826" marR="75540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26891" y="861100"/>
            <a:ext cx="25874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Tx</a:t>
            </a:r>
            <a:endParaRPr sz="1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337431" y="861100"/>
            <a:ext cx="915513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18201" y="861100"/>
            <a:ext cx="27857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Rx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861685" y="861100"/>
            <a:ext cx="902140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7398" marR="80784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80301" y="861100"/>
            <a:ext cx="814234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0" b="1">
                <a:latin typeface="Arial"/>
                <a:cs typeface="Arial"/>
              </a:rPr>
              <a:t>SOUR</a:t>
            </a:r>
            <a:r>
              <a:rPr dirty="0" smtClean="0" sz="1400" spc="0" b="1">
                <a:latin typeface="Arial"/>
                <a:cs typeface="Arial"/>
              </a:rPr>
              <a:t>C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42037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48422" y="861100"/>
            <a:ext cx="477945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b="1">
                <a:latin typeface="Arial"/>
                <a:cs typeface="Arial"/>
              </a:rPr>
              <a:t>S</a:t>
            </a:r>
            <a:r>
              <a:rPr dirty="0" smtClean="0" sz="1400" b="1">
                <a:latin typeface="Arial"/>
                <a:cs typeface="Arial"/>
              </a:rPr>
              <a:t>I</a:t>
            </a:r>
            <a:r>
              <a:rPr dirty="0" smtClean="0" sz="1400" b="1">
                <a:latin typeface="Arial"/>
                <a:cs typeface="Arial"/>
              </a:rPr>
              <a:t>N</a:t>
            </a:r>
            <a:r>
              <a:rPr dirty="0" smtClean="0" sz="1400" b="1"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316470" y="2560255"/>
            <a:ext cx="1170152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9" b="1">
                <a:latin typeface="Arial"/>
                <a:cs typeface="Arial"/>
              </a:rPr>
              <a:t>C</a:t>
            </a:r>
            <a:r>
              <a:rPr dirty="0" smtClean="0" sz="1800" spc="-9" b="1">
                <a:latin typeface="Arial"/>
                <a:cs typeface="Arial"/>
              </a:rPr>
              <a:t>H</a:t>
            </a:r>
            <a:r>
              <a:rPr dirty="0" smtClean="0" sz="1800" spc="-9" b="1">
                <a:latin typeface="Arial"/>
                <a:cs typeface="Arial"/>
              </a:rPr>
              <a:t>A</a:t>
            </a:r>
            <a:r>
              <a:rPr dirty="0" smtClean="0" sz="1800" spc="-9" b="1">
                <a:latin typeface="Arial"/>
                <a:cs typeface="Arial"/>
              </a:rPr>
              <a:t>N</a:t>
            </a:r>
            <a:r>
              <a:rPr dirty="0" smtClean="0" sz="1800" spc="-9" b="1">
                <a:latin typeface="Arial"/>
                <a:cs typeface="Arial"/>
              </a:rPr>
              <a:t>N</a:t>
            </a:r>
            <a:r>
              <a:rPr dirty="0" smtClean="0" sz="1800" spc="-9" b="1">
                <a:latin typeface="Arial"/>
                <a:cs typeface="Arial"/>
              </a:rPr>
              <a:t>E</a:t>
            </a:r>
            <a:r>
              <a:rPr dirty="0" smtClean="0" sz="1800" spc="-9" b="1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585709" y="3015782"/>
            <a:ext cx="2161845" cy="1270762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 marR="17967">
              <a:lnSpc>
                <a:spcPts val="1535"/>
              </a:lnSpc>
            </a:pPr>
            <a:r>
              <a:rPr dirty="0" smtClean="0" sz="1400" spc="-2">
                <a:latin typeface="Arial"/>
                <a:cs typeface="Arial"/>
              </a:rPr>
              <a:t>Ea</a:t>
            </a:r>
            <a:r>
              <a:rPr dirty="0" smtClean="0" sz="1400" spc="-2">
                <a:latin typeface="Arial"/>
                <a:cs typeface="Arial"/>
              </a:rPr>
              <a:t>c</a:t>
            </a:r>
            <a:r>
              <a:rPr dirty="0" smtClean="0" sz="1400" spc="-2">
                <a:latin typeface="Arial"/>
                <a:cs typeface="Arial"/>
              </a:rPr>
              <a:t>h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of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t</a:t>
            </a:r>
            <a:r>
              <a:rPr dirty="0" smtClean="0" sz="1400" spc="-2">
                <a:latin typeface="Arial"/>
                <a:cs typeface="Arial"/>
              </a:rPr>
              <a:t>he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c</a:t>
            </a:r>
            <a:r>
              <a:rPr dirty="0" smtClean="0" sz="1400" spc="-2">
                <a:latin typeface="Arial"/>
                <a:cs typeface="Arial"/>
              </a:rPr>
              <a:t>hannels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has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41"/>
              </a:lnSpc>
            </a:pPr>
            <a:r>
              <a:rPr dirty="0" smtClean="0" sz="1400" spc="0">
                <a:latin typeface="Arial"/>
                <a:cs typeface="Arial"/>
              </a:rPr>
              <a:t>unique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f</a:t>
            </a:r>
            <a:r>
              <a:rPr dirty="0" smtClean="0" sz="1400" spc="0">
                <a:latin typeface="Arial"/>
                <a:cs typeface="Arial"/>
              </a:rPr>
              <a:t>ea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ures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w</a:t>
            </a:r>
            <a:r>
              <a:rPr dirty="0" smtClean="0" sz="1400" spc="0">
                <a:latin typeface="Arial"/>
                <a:cs typeface="Arial"/>
              </a:rPr>
              <a:t>i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h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re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pe</a:t>
            </a:r>
            <a:r>
              <a:rPr dirty="0" smtClean="0" sz="1400" spc="0">
                <a:latin typeface="Arial"/>
                <a:cs typeface="Arial"/>
              </a:rPr>
              <a:t>c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o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ignal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di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or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ion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and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noi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e.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hus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ea</a:t>
            </a:r>
            <a:r>
              <a:rPr dirty="0" smtClean="0" sz="1400" spc="0">
                <a:latin typeface="Arial"/>
                <a:cs typeface="Arial"/>
              </a:rPr>
              <a:t>c</a:t>
            </a:r>
            <a:r>
              <a:rPr dirty="0" smtClean="0" sz="1400" spc="0">
                <a:latin typeface="Arial"/>
                <a:cs typeface="Arial"/>
              </a:rPr>
              <a:t>h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is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re</a:t>
            </a:r>
            <a:r>
              <a:rPr dirty="0" smtClean="0" sz="1400" spc="0">
                <a:latin typeface="Arial"/>
                <a:cs typeface="Arial"/>
              </a:rPr>
              <a:t>a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ed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ep</a:t>
            </a:r>
            <a:r>
              <a:rPr dirty="0" smtClean="0" sz="1400" spc="0">
                <a:latin typeface="Arial"/>
                <a:cs typeface="Arial"/>
              </a:rPr>
              <a:t>a</a:t>
            </a:r>
            <a:r>
              <a:rPr dirty="0" smtClean="0" sz="1400" spc="0">
                <a:latin typeface="Arial"/>
                <a:cs typeface="Arial"/>
              </a:rPr>
              <a:t>ra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ely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and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he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m</a:t>
            </a:r>
            <a:r>
              <a:rPr dirty="0" smtClean="0" sz="1400" spc="0">
                <a:latin typeface="Arial"/>
                <a:cs typeface="Arial"/>
              </a:rPr>
              <a:t>odulation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c</a:t>
            </a:r>
            <a:r>
              <a:rPr dirty="0" smtClean="0" sz="1400" spc="0">
                <a:latin typeface="Arial"/>
                <a:cs typeface="Arial"/>
              </a:rPr>
              <a:t>he</a:t>
            </a:r>
            <a:r>
              <a:rPr dirty="0" smtClean="0" sz="1400" spc="0">
                <a:latin typeface="Arial"/>
                <a:cs typeface="Arial"/>
              </a:rPr>
              <a:t>m</a:t>
            </a:r>
            <a:r>
              <a:rPr dirty="0" smtClean="0" sz="1400" spc="0">
                <a:latin typeface="Arial"/>
                <a:cs typeface="Arial"/>
              </a:rPr>
              <a:t>es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di</a:t>
            </a:r>
            <a:r>
              <a:rPr dirty="0" smtClean="0" sz="1400" spc="0">
                <a:latin typeface="Arial"/>
                <a:cs typeface="Arial"/>
              </a:rPr>
              <a:t>f</a:t>
            </a:r>
            <a:r>
              <a:rPr dirty="0" smtClean="0" sz="1400" spc="0">
                <a:latin typeface="Arial"/>
                <a:cs typeface="Arial"/>
              </a:rPr>
              <a:t>f</a:t>
            </a:r>
            <a:r>
              <a:rPr dirty="0" smtClean="0" sz="1400" spc="0">
                <a:latin typeface="Arial"/>
                <a:cs typeface="Arial"/>
              </a:rPr>
              <a:t>er!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19241" y="3084669"/>
            <a:ext cx="1357252" cy="764539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 marR="30403">
              <a:lnSpc>
                <a:spcPts val="1730"/>
              </a:lnSpc>
            </a:pP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   </a:t>
            </a:r>
            <a:r>
              <a:rPr dirty="0" smtClean="0" sz="1200" spc="69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1600" spc="-4" b="1">
                <a:latin typeface="Arial"/>
                <a:cs typeface="Arial"/>
              </a:rPr>
              <a:t>W</a:t>
            </a:r>
            <a:r>
              <a:rPr dirty="0" smtClean="0" sz="1600" spc="0" b="1">
                <a:latin typeface="Arial"/>
                <a:cs typeface="Arial"/>
              </a:rPr>
              <a:t>irel</a:t>
            </a:r>
            <a:r>
              <a:rPr dirty="0" smtClean="0" sz="1600" spc="4" b="1">
                <a:latin typeface="Arial"/>
                <a:cs typeface="Arial"/>
              </a:rPr>
              <a:t>e</a:t>
            </a:r>
            <a:r>
              <a:rPr dirty="0" smtClean="0" sz="1600" spc="0" b="1">
                <a:latin typeface="Arial"/>
                <a:cs typeface="Arial"/>
              </a:rPr>
              <a:t>ss</a:t>
            </a:r>
            <a:endParaRPr sz="1600">
              <a:latin typeface="Arial"/>
              <a:cs typeface="Arial"/>
            </a:endParaRPr>
          </a:p>
          <a:p>
            <a:pPr marL="12700" marR="30403">
              <a:lnSpc>
                <a:spcPct val="95825"/>
              </a:lnSpc>
              <a:spcBef>
                <a:spcPts val="183"/>
              </a:spcBef>
            </a:pP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   </a:t>
            </a:r>
            <a:r>
              <a:rPr dirty="0" smtClean="0" sz="1200" spc="69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1600" spc="-125" b="1">
                <a:latin typeface="Arial"/>
                <a:cs typeface="Arial"/>
              </a:rPr>
              <a:t>T</a:t>
            </a:r>
            <a:r>
              <a:rPr dirty="0" smtClean="0" sz="1600" spc="0" b="1">
                <a:latin typeface="Arial"/>
                <a:cs typeface="Arial"/>
              </a:rPr>
              <a:t>eleph</a:t>
            </a:r>
            <a:r>
              <a:rPr dirty="0" smtClean="0" sz="1600" spc="-9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ne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270"/>
              </a:spcBef>
            </a:pP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-</a:t>
            </a:r>
            <a:r>
              <a:rPr dirty="0" smtClean="0" sz="1200" spc="0">
                <a:solidFill>
                  <a:srgbClr val="808080"/>
                </a:solidFill>
                <a:latin typeface="Arial"/>
                <a:cs typeface="Arial"/>
              </a:rPr>
              <a:t>   </a:t>
            </a:r>
            <a:r>
              <a:rPr dirty="0" smtClean="0" sz="1200" spc="69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Fi</a:t>
            </a:r>
            <a:r>
              <a:rPr dirty="0" smtClean="0" sz="1600" spc="-4" b="1">
                <a:latin typeface="Arial"/>
                <a:cs typeface="Arial"/>
              </a:rPr>
              <a:t>b</a:t>
            </a:r>
            <a:r>
              <a:rPr dirty="0" smtClean="0" sz="1600" spc="0" b="1">
                <a:latin typeface="Arial"/>
                <a:cs typeface="Arial"/>
              </a:rPr>
              <a:t>er</a:t>
            </a:r>
            <a:r>
              <a:rPr dirty="0" smtClean="0" sz="1600" spc="-9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cable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21893" y="4207057"/>
            <a:ext cx="103832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S</a:t>
            </a:r>
            <a:r>
              <a:rPr dirty="0" smtClean="0" sz="1800" spc="0" b="1">
                <a:latin typeface="Arial"/>
                <a:cs typeface="Arial"/>
              </a:rPr>
              <a:t>O</a:t>
            </a:r>
            <a:r>
              <a:rPr dirty="0" smtClean="0" sz="1800" spc="0" b="1">
                <a:latin typeface="Arial"/>
                <a:cs typeface="Arial"/>
              </a:rPr>
              <a:t>URCE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64081" y="4207057"/>
            <a:ext cx="97500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C</a:t>
            </a:r>
            <a:r>
              <a:rPr dirty="0" smtClean="0" sz="1800" spc="0" b="1">
                <a:latin typeface="Arial"/>
                <a:cs typeface="Arial"/>
              </a:rPr>
              <a:t>O</a:t>
            </a:r>
            <a:r>
              <a:rPr dirty="0" smtClean="0" sz="1800" spc="0" b="1">
                <a:latin typeface="Arial"/>
                <a:cs typeface="Arial"/>
              </a:rPr>
              <a:t>DING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0349" y="4501481"/>
            <a:ext cx="2077679" cy="1395676"/>
          </a:xfrm>
          <a:prstGeom prst="rect">
            <a:avLst/>
          </a:prstGeom>
        </p:spPr>
        <p:txBody>
          <a:bodyPr wrap="square" lIns="0" tIns="1225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-1">
                <a:latin typeface="Arial"/>
                <a:cs typeface="Arial"/>
              </a:rPr>
              <a:t>E</a:t>
            </a:r>
            <a:r>
              <a:rPr dirty="0" smtClean="0" sz="1600" spc="-1">
                <a:latin typeface="Arial"/>
                <a:cs typeface="Arial"/>
              </a:rPr>
              <a:t>l</a:t>
            </a:r>
            <a:r>
              <a:rPr dirty="0" smtClean="0" sz="1600" spc="-1">
                <a:latin typeface="Arial"/>
                <a:cs typeface="Arial"/>
              </a:rPr>
              <a:t>e</a:t>
            </a:r>
            <a:r>
              <a:rPr dirty="0" smtClean="0" sz="1600" spc="-1">
                <a:latin typeface="Arial"/>
                <a:cs typeface="Arial"/>
              </a:rPr>
              <a:t>c</a:t>
            </a:r>
            <a:r>
              <a:rPr dirty="0" smtClean="0" sz="1600" spc="-1">
                <a:latin typeface="Arial"/>
                <a:cs typeface="Arial"/>
              </a:rPr>
              <a:t>tromagnet</a:t>
            </a:r>
            <a:r>
              <a:rPr dirty="0" smtClean="0" sz="1600" spc="-1">
                <a:latin typeface="Arial"/>
                <a:cs typeface="Arial"/>
              </a:rPr>
              <a:t>i</a:t>
            </a:r>
            <a:r>
              <a:rPr dirty="0" smtClean="0" sz="1600" spc="-1">
                <a:latin typeface="Arial"/>
                <a:cs typeface="Arial"/>
              </a:rPr>
              <a:t>c</a:t>
            </a:r>
            <a:r>
              <a:rPr dirty="0" smtClean="0" sz="1600" spc="-1">
                <a:latin typeface="Arial"/>
                <a:cs typeface="Arial"/>
              </a:rPr>
              <a:t> </a:t>
            </a:r>
            <a:r>
              <a:rPr dirty="0" smtClean="0" sz="1600" spc="-1">
                <a:latin typeface="Arial"/>
                <a:cs typeface="Arial"/>
              </a:rPr>
              <a:t>rep</a:t>
            </a:r>
            <a:r>
              <a:rPr dirty="0" smtClean="0" sz="1600" spc="-1">
                <a:latin typeface="Arial"/>
                <a:cs typeface="Arial"/>
              </a:rPr>
              <a:t>r</a:t>
            </a:r>
            <a:r>
              <a:rPr dirty="0" smtClean="0" sz="1600" spc="-1">
                <a:latin typeface="Arial"/>
                <a:cs typeface="Arial"/>
              </a:rPr>
              <a:t>e</a:t>
            </a:r>
            <a:r>
              <a:rPr dirty="0" smtClean="0" sz="1600" spc="-1">
                <a:latin typeface="Arial"/>
                <a:cs typeface="Arial"/>
              </a:rPr>
              <a:t>s</a:t>
            </a:r>
            <a:r>
              <a:rPr dirty="0" smtClean="0" sz="1600" spc="-1">
                <a:latin typeface="Arial"/>
                <a:cs typeface="Arial"/>
              </a:rPr>
              <a:t>entat</a:t>
            </a:r>
            <a:r>
              <a:rPr dirty="0" smtClean="0" sz="1600" spc="-1">
                <a:latin typeface="Arial"/>
                <a:cs typeface="Arial"/>
              </a:rPr>
              <a:t>i</a:t>
            </a:r>
            <a:r>
              <a:rPr dirty="0" smtClean="0" sz="1600" spc="-1">
                <a:latin typeface="Arial"/>
                <a:cs typeface="Arial"/>
              </a:rPr>
              <a:t>on</a:t>
            </a:r>
            <a:r>
              <a:rPr dirty="0" smtClean="0" sz="1600" spc="-1">
                <a:latin typeface="Arial"/>
                <a:cs typeface="Arial"/>
              </a:rPr>
              <a:t> </a:t>
            </a:r>
            <a:r>
              <a:rPr dirty="0" smtClean="0" sz="1400" spc="-1">
                <a:latin typeface="Arial"/>
                <a:cs typeface="Arial"/>
              </a:rPr>
              <a:t>(</a:t>
            </a:r>
            <a:r>
              <a:rPr dirty="0" smtClean="0" sz="1400" spc="-1">
                <a:latin typeface="Arial"/>
                <a:cs typeface="Arial"/>
              </a:rPr>
              <a:t>c</a:t>
            </a:r>
            <a:r>
              <a:rPr dirty="0" smtClean="0" sz="1400" spc="-1">
                <a:latin typeface="Arial"/>
                <a:cs typeface="Arial"/>
              </a:rPr>
              <a:t>urre</a:t>
            </a:r>
            <a:r>
              <a:rPr dirty="0" smtClean="0" sz="1400" spc="-1">
                <a:latin typeface="Arial"/>
                <a:cs typeface="Arial"/>
              </a:rPr>
              <a:t>n</a:t>
            </a:r>
            <a:r>
              <a:rPr dirty="0" smtClean="0" sz="1400" spc="-1">
                <a:latin typeface="Arial"/>
                <a:cs typeface="Arial"/>
              </a:rPr>
              <a:t>t</a:t>
            </a:r>
            <a:r>
              <a:rPr dirty="0" smtClean="0" sz="1400" spc="-1"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  <a:p>
            <a:pPr marL="12700" marR="834452">
              <a:lnSpc>
                <a:spcPts val="1730"/>
              </a:lnSpc>
              <a:spcBef>
                <a:spcPts val="384"/>
              </a:spcBef>
            </a:pPr>
            <a:r>
              <a:rPr dirty="0" smtClean="0" sz="1600" spc="0">
                <a:latin typeface="Arial"/>
                <a:cs typeface="Arial"/>
              </a:rPr>
              <a:t>Q</a:t>
            </a:r>
            <a:r>
              <a:rPr dirty="0" smtClean="0" sz="1600" spc="0">
                <a:latin typeface="Arial"/>
                <a:cs typeface="Arial"/>
              </a:rPr>
              <a:t>uant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z</a:t>
            </a:r>
            <a:r>
              <a:rPr dirty="0" smtClean="0" sz="1600" spc="0">
                <a:latin typeface="Arial"/>
                <a:cs typeface="Arial"/>
              </a:rPr>
              <a:t>at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on/</a:t>
            </a:r>
            <a:r>
              <a:rPr dirty="0" smtClean="0" sz="1600" spc="0">
                <a:latin typeface="Arial"/>
                <a:cs typeface="Arial"/>
              </a:rPr>
              <a:t> </a:t>
            </a:r>
            <a:r>
              <a:rPr dirty="0" smtClean="0" sz="1600" spc="0">
                <a:latin typeface="Arial"/>
                <a:cs typeface="Arial"/>
              </a:rPr>
              <a:t>D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g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ta</a:t>
            </a:r>
            <a:r>
              <a:rPr dirty="0" smtClean="0" sz="1600" spc="0">
                <a:latin typeface="Arial"/>
                <a:cs typeface="Arial"/>
              </a:rPr>
              <a:t>l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z</a:t>
            </a:r>
            <a:r>
              <a:rPr dirty="0" smtClean="0" sz="1600" spc="0">
                <a:latin typeface="Arial"/>
                <a:cs typeface="Arial"/>
              </a:rPr>
              <a:t>at</a:t>
            </a:r>
            <a:r>
              <a:rPr dirty="0" smtClean="0" sz="1600" spc="0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on</a:t>
            </a:r>
            <a:endParaRPr sz="1600">
              <a:latin typeface="Arial"/>
              <a:cs typeface="Arial"/>
            </a:endParaRPr>
          </a:p>
          <a:p>
            <a:pPr marL="12700" marR="22349">
              <a:lnSpc>
                <a:spcPct val="95825"/>
              </a:lnSpc>
              <a:spcBef>
                <a:spcPts val="178"/>
              </a:spcBef>
            </a:pPr>
            <a:r>
              <a:rPr dirty="0" smtClean="0" sz="1600" spc="1">
                <a:latin typeface="Arial"/>
                <a:cs typeface="Arial"/>
              </a:rPr>
              <a:t>Compre</a:t>
            </a:r>
            <a:r>
              <a:rPr dirty="0" smtClean="0" sz="1600" spc="1">
                <a:latin typeface="Arial"/>
                <a:cs typeface="Arial"/>
              </a:rPr>
              <a:t>s</a:t>
            </a:r>
            <a:r>
              <a:rPr dirty="0" smtClean="0" sz="1600" spc="1">
                <a:latin typeface="Arial"/>
                <a:cs typeface="Arial"/>
              </a:rPr>
              <a:t>s</a:t>
            </a:r>
            <a:r>
              <a:rPr dirty="0" smtClean="0" sz="1600" spc="1">
                <a:latin typeface="Arial"/>
                <a:cs typeface="Arial"/>
              </a:rPr>
              <a:t>i</a:t>
            </a:r>
            <a:r>
              <a:rPr dirty="0" smtClean="0" sz="1600" spc="1">
                <a:latin typeface="Arial"/>
                <a:cs typeface="Arial"/>
              </a:rPr>
              <a:t>on</a:t>
            </a:r>
            <a:endParaRPr sz="1600">
              <a:latin typeface="Arial"/>
              <a:cs typeface="Arial"/>
            </a:endParaRPr>
          </a:p>
          <a:p>
            <a:pPr marL="12700" marR="22349">
              <a:lnSpc>
                <a:spcPts val="1505"/>
              </a:lnSpc>
              <a:spcBef>
                <a:spcPts val="75"/>
              </a:spcBef>
            </a:pPr>
            <a:r>
              <a:rPr dirty="0" smtClean="0" sz="1400" spc="-3">
                <a:latin typeface="Arial"/>
                <a:cs typeface="Arial"/>
              </a:rPr>
              <a:t>(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ini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i</a:t>
            </a:r>
            <a:r>
              <a:rPr dirty="0" smtClean="0" sz="1400" spc="-3">
                <a:latin typeface="Arial"/>
                <a:cs typeface="Arial"/>
              </a:rPr>
              <a:t>z</a:t>
            </a:r>
            <a:r>
              <a:rPr dirty="0" smtClean="0" sz="1400" spc="-3">
                <a:latin typeface="Arial"/>
                <a:cs typeface="Arial"/>
              </a:rPr>
              <a:t>e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redundan</a:t>
            </a:r>
            <a:r>
              <a:rPr dirty="0" smtClean="0" sz="1400" spc="-3">
                <a:latin typeface="Arial"/>
                <a:cs typeface="Arial"/>
              </a:rPr>
              <a:t>c</a:t>
            </a:r>
            <a:r>
              <a:rPr dirty="0" smtClean="0" sz="1400" spc="-3">
                <a:latin typeface="Arial"/>
                <a:cs typeface="Arial"/>
              </a:rPr>
              <a:t>y</a:t>
            </a:r>
            <a:r>
              <a:rPr dirty="0" smtClean="0" sz="1400" spc="-3"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1749" y="4542234"/>
            <a:ext cx="176580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4">
                <a:solidFill>
                  <a:srgbClr val="808080"/>
                </a:solidFill>
                <a:latin typeface="Arial"/>
                <a:cs typeface="Arial"/>
              </a:rPr>
              <a:t>1.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04210" y="4716365"/>
            <a:ext cx="2230548" cy="990292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 marR="46631" algn="just">
              <a:lnSpc>
                <a:spcPts val="1730"/>
              </a:lnSpc>
            </a:pPr>
            <a:r>
              <a:rPr dirty="0" smtClean="0" sz="1600" spc="-4">
                <a:latin typeface="Arial"/>
                <a:cs typeface="Arial"/>
              </a:rPr>
              <a:t>repetit</a:t>
            </a:r>
            <a:r>
              <a:rPr dirty="0" smtClean="0" sz="1600" spc="-4">
                <a:latin typeface="Arial"/>
                <a:cs typeface="Arial"/>
              </a:rPr>
              <a:t>i</a:t>
            </a:r>
            <a:r>
              <a:rPr dirty="0" smtClean="0" sz="1600" spc="-4">
                <a:latin typeface="Arial"/>
                <a:cs typeface="Arial"/>
              </a:rPr>
              <a:t>on</a:t>
            </a:r>
            <a:r>
              <a:rPr dirty="0" smtClean="0" sz="16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(no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in</a:t>
            </a:r>
            <a:r>
              <a:rPr dirty="0" smtClean="0" sz="1400" spc="-4">
                <a:latin typeface="Arial"/>
                <a:cs typeface="Arial"/>
              </a:rPr>
              <a:t>t</a:t>
            </a:r>
            <a:r>
              <a:rPr dirty="0" smtClean="0" sz="1400" spc="-4">
                <a:latin typeface="Arial"/>
                <a:cs typeface="Arial"/>
              </a:rPr>
              <a:t>elligen</a:t>
            </a:r>
            <a:r>
              <a:rPr dirty="0" smtClean="0" sz="1400" spc="-4">
                <a:latin typeface="Arial"/>
                <a:cs typeface="Arial"/>
              </a:rPr>
              <a:t>c</a:t>
            </a:r>
            <a:r>
              <a:rPr dirty="0" smtClean="0" sz="1400" spc="-4">
                <a:latin typeface="Arial"/>
                <a:cs typeface="Arial"/>
              </a:rPr>
              <a:t>e)</a:t>
            </a:r>
            <a:endParaRPr sz="1400">
              <a:latin typeface="Arial"/>
              <a:cs typeface="Arial"/>
            </a:endParaRPr>
          </a:p>
          <a:p>
            <a:pPr marL="12700" algn="just">
              <a:lnSpc>
                <a:spcPts val="1839"/>
              </a:lnSpc>
              <a:spcBef>
                <a:spcPts val="378"/>
              </a:spcBef>
            </a:pPr>
            <a:r>
              <a:rPr dirty="0" smtClean="0" sz="1600">
                <a:latin typeface="Arial"/>
                <a:cs typeface="Arial"/>
              </a:rPr>
              <a:t>other</a:t>
            </a:r>
            <a:r>
              <a:rPr dirty="0" smtClean="0" sz="1600" spc="-16">
                <a:latin typeface="Arial"/>
                <a:cs typeface="Arial"/>
              </a:rPr>
              <a:t> </a:t>
            </a:r>
            <a:r>
              <a:rPr dirty="0" smtClean="0" sz="1600" spc="4">
                <a:latin typeface="Arial"/>
                <a:cs typeface="Arial"/>
              </a:rPr>
              <a:t>c</a:t>
            </a:r>
            <a:r>
              <a:rPr dirty="0" smtClean="0" sz="1600" spc="0">
                <a:latin typeface="Arial"/>
                <a:cs typeface="Arial"/>
              </a:rPr>
              <a:t>od</a:t>
            </a:r>
            <a:r>
              <a:rPr dirty="0" smtClean="0" sz="1600" spc="4">
                <a:latin typeface="Arial"/>
                <a:cs typeface="Arial"/>
              </a:rPr>
              <a:t>i</a:t>
            </a:r>
            <a:r>
              <a:rPr dirty="0" smtClean="0" sz="1600" spc="0">
                <a:latin typeface="Arial"/>
                <a:cs typeface="Arial"/>
              </a:rPr>
              <a:t>ng</a:t>
            </a:r>
            <a:r>
              <a:rPr dirty="0" smtClean="0" sz="1600" spc="-47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(in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elligen</a:t>
            </a:r>
            <a:r>
              <a:rPr dirty="0" smtClean="0" sz="1400" spc="-4">
                <a:latin typeface="Arial"/>
                <a:cs typeface="Arial"/>
              </a:rPr>
              <a:t>c</a:t>
            </a:r>
            <a:r>
              <a:rPr dirty="0" smtClean="0" sz="1400" spc="0">
                <a:latin typeface="Arial"/>
                <a:cs typeface="Arial"/>
              </a:rPr>
              <a:t>e)</a:t>
            </a:r>
            <a:r>
              <a:rPr dirty="0" smtClean="0" sz="1400" spc="0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12700" algn="just">
              <a:lnSpc>
                <a:spcPts val="1641"/>
              </a:lnSpc>
              <a:spcBef>
                <a:spcPts val="239"/>
              </a:spcBef>
            </a:pPr>
            <a:r>
              <a:rPr dirty="0" smtClean="0" sz="1400" spc="4">
                <a:latin typeface="Arial"/>
                <a:cs typeface="Arial"/>
              </a:rPr>
              <a:t>I</a:t>
            </a:r>
            <a:r>
              <a:rPr dirty="0" smtClean="0" sz="1400" spc="0">
                <a:latin typeface="Arial"/>
                <a:cs typeface="Arial"/>
              </a:rPr>
              <a:t>nput</a:t>
            </a:r>
            <a:r>
              <a:rPr dirty="0" smtClean="0" sz="1400" spc="-25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k</a:t>
            </a:r>
            <a:r>
              <a:rPr dirty="0" smtClean="0" sz="1400" spc="-9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bi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s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0">
                <a:latin typeface="Wingdings"/>
                <a:cs typeface="Wingdings"/>
              </a:rPr>
              <a:t></a:t>
            </a:r>
            <a:r>
              <a:rPr dirty="0" smtClean="0" sz="1400" spc="39">
                <a:latin typeface="Times New Roman"/>
                <a:cs typeface="Times New Roman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Ou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put</a:t>
            </a:r>
            <a:r>
              <a:rPr dirty="0" smtClean="0" sz="1400" spc="-34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n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bi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4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:</a:t>
            </a:r>
            <a:r>
              <a:rPr dirty="0" smtClean="0" sz="1400" spc="0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12700" algn="just">
              <a:lnSpc>
                <a:spcPts val="1609"/>
              </a:lnSpc>
              <a:spcBef>
                <a:spcPts val="213"/>
              </a:spcBef>
            </a:pPr>
            <a:r>
              <a:rPr dirty="0" smtClean="0" sz="1400" spc="-1">
                <a:latin typeface="Arial"/>
                <a:cs typeface="Arial"/>
              </a:rPr>
              <a:t>k</a:t>
            </a:r>
            <a:r>
              <a:rPr dirty="0" smtClean="0" sz="1400" spc="-1">
                <a:latin typeface="Arial"/>
                <a:cs typeface="Arial"/>
              </a:rPr>
              <a:t>/</a:t>
            </a:r>
            <a:r>
              <a:rPr dirty="0" smtClean="0" sz="1400" spc="-1">
                <a:latin typeface="Arial"/>
                <a:cs typeface="Arial"/>
              </a:rPr>
              <a:t>n</a:t>
            </a:r>
            <a:r>
              <a:rPr dirty="0" smtClean="0" sz="1400" spc="-1">
                <a:latin typeface="Arial"/>
                <a:cs typeface="Arial"/>
              </a:rPr>
              <a:t> </a:t>
            </a:r>
            <a:r>
              <a:rPr dirty="0" smtClean="0" sz="1400" spc="-1">
                <a:latin typeface="Arial"/>
                <a:cs typeface="Arial"/>
              </a:rPr>
              <a:t>c</a:t>
            </a:r>
            <a:r>
              <a:rPr dirty="0" smtClean="0" sz="1400" spc="-1">
                <a:latin typeface="Arial"/>
                <a:cs typeface="Arial"/>
              </a:rPr>
              <a:t>ode</a:t>
            </a:r>
            <a:r>
              <a:rPr dirty="0" smtClean="0" sz="1400" spc="-1">
                <a:latin typeface="Arial"/>
                <a:cs typeface="Arial"/>
              </a:rPr>
              <a:t> </a:t>
            </a:r>
            <a:r>
              <a:rPr dirty="0" smtClean="0" sz="1400" spc="-1">
                <a:latin typeface="Arial"/>
                <a:cs typeface="Arial"/>
              </a:rPr>
              <a:t>ra</a:t>
            </a:r>
            <a:r>
              <a:rPr dirty="0" smtClean="0" sz="1400" spc="-1">
                <a:latin typeface="Arial"/>
                <a:cs typeface="Arial"/>
              </a:rPr>
              <a:t>t</a:t>
            </a:r>
            <a:r>
              <a:rPr dirty="0" smtClean="0" sz="1400" spc="-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75610" y="4757118"/>
            <a:ext cx="99009" cy="727797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859"/>
              </a:spcBef>
            </a:pPr>
            <a:r>
              <a:rPr dirty="0" smtClean="0" sz="120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marL="12700" marR="8833">
              <a:lnSpc>
                <a:spcPct val="95825"/>
              </a:lnSpc>
              <a:spcBef>
                <a:spcPts val="812"/>
              </a:spcBef>
            </a:pPr>
            <a:r>
              <a:rPr dirty="0" smtClean="0" sz="105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1749" y="5030168"/>
            <a:ext cx="176580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4">
                <a:solidFill>
                  <a:srgbClr val="808080"/>
                </a:solidFill>
                <a:latin typeface="Arial"/>
                <a:cs typeface="Arial"/>
              </a:rPr>
              <a:t>2.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1749" y="5517848"/>
            <a:ext cx="176580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4">
                <a:solidFill>
                  <a:srgbClr val="808080"/>
                </a:solidFill>
                <a:latin typeface="Arial"/>
                <a:cs typeface="Arial"/>
              </a:rPr>
              <a:t>3.</a:t>
            </a:r>
            <a:endParaRPr sz="1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033643" y="6230047"/>
            <a:ext cx="1518774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4" b="1">
                <a:latin typeface="Arial"/>
                <a:cs typeface="Arial"/>
              </a:rPr>
              <a:t>MOD</a:t>
            </a:r>
            <a:r>
              <a:rPr dirty="0" smtClean="0" sz="1800" spc="-24" b="1">
                <a:latin typeface="Arial"/>
                <a:cs typeface="Arial"/>
              </a:rPr>
              <a:t>U</a:t>
            </a:r>
            <a:r>
              <a:rPr dirty="0" smtClean="0" sz="1800" spc="-24" b="1">
                <a:latin typeface="Arial"/>
                <a:cs typeface="Arial"/>
              </a:rPr>
              <a:t>L</a:t>
            </a:r>
            <a:r>
              <a:rPr dirty="0" smtClean="0" sz="1800" spc="-24" b="1">
                <a:latin typeface="Arial"/>
                <a:cs typeface="Arial"/>
              </a:rPr>
              <a:t>A</a:t>
            </a:r>
            <a:r>
              <a:rPr dirty="0" smtClean="0" sz="1800" spc="-24" b="1">
                <a:latin typeface="Arial"/>
                <a:cs typeface="Arial"/>
              </a:rPr>
              <a:t>T</a:t>
            </a:r>
            <a:r>
              <a:rPr dirty="0" smtClean="0" sz="1800" spc="-24" b="1">
                <a:latin typeface="Arial"/>
                <a:cs typeface="Arial"/>
              </a:rPr>
              <a:t>OR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562040" y="6230047"/>
            <a:ext cx="1983909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4" b="1">
                <a:latin typeface="Arial"/>
                <a:cs typeface="Arial"/>
              </a:rPr>
              <a:t>or</a:t>
            </a:r>
            <a:r>
              <a:rPr dirty="0" smtClean="0" sz="1800" spc="-4" b="1">
                <a:latin typeface="Arial"/>
                <a:cs typeface="Arial"/>
              </a:rPr>
              <a:t> </a:t>
            </a:r>
            <a:r>
              <a:rPr dirty="0" smtClean="0" sz="1800" spc="-4" b="1">
                <a:latin typeface="Arial"/>
                <a:cs typeface="Arial"/>
              </a:rPr>
              <a:t>TR</a:t>
            </a:r>
            <a:r>
              <a:rPr dirty="0" smtClean="0" sz="1800" spc="-4" b="1">
                <a:latin typeface="Arial"/>
                <a:cs typeface="Arial"/>
              </a:rPr>
              <a:t>A</a:t>
            </a:r>
            <a:r>
              <a:rPr dirty="0" smtClean="0" sz="1800" spc="-4" b="1">
                <a:latin typeface="Arial"/>
                <a:cs typeface="Arial"/>
              </a:rPr>
              <a:t>N</a:t>
            </a:r>
            <a:r>
              <a:rPr dirty="0" smtClean="0" sz="1800" spc="-4" b="1">
                <a:latin typeface="Arial"/>
                <a:cs typeface="Arial"/>
              </a:rPr>
              <a:t>S</a:t>
            </a:r>
            <a:r>
              <a:rPr dirty="0" smtClean="0" sz="1800" spc="-4" b="1">
                <a:latin typeface="Arial"/>
                <a:cs typeface="Arial"/>
              </a:rPr>
              <a:t>MIT</a:t>
            </a:r>
            <a:r>
              <a:rPr dirty="0" smtClean="0" sz="1800" spc="-4" b="1">
                <a:latin typeface="Arial"/>
                <a:cs typeface="Arial"/>
              </a:rPr>
              <a:t>T</a:t>
            </a:r>
            <a:r>
              <a:rPr dirty="0" smtClean="0" sz="1800" spc="-4" b="1">
                <a:latin typeface="Arial"/>
                <a:cs typeface="Arial"/>
              </a:rPr>
              <a:t>ER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594596" y="6471832"/>
            <a:ext cx="19664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803392" y="4457700"/>
            <a:ext cx="3870960" cy="179070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97231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he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terface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ch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mo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the</a:t>
            </a:r>
            <a:endParaRPr sz="1800">
              <a:latin typeface="Arial"/>
              <a:cs typeface="Arial"/>
            </a:endParaRPr>
          </a:p>
          <a:p>
            <a:pPr marL="578327" marR="118867" indent="1689" algn="ctr">
              <a:lnSpc>
                <a:spcPct val="100041"/>
              </a:lnSpc>
              <a:spcBef>
                <a:spcPts val="90"/>
              </a:spcBef>
            </a:pPr>
            <a:r>
              <a:rPr dirty="0" smtClean="0" sz="1800">
                <a:latin typeface="Arial"/>
                <a:cs typeface="Arial"/>
              </a:rPr>
              <a:t>d</a:t>
            </a:r>
            <a:r>
              <a:rPr dirty="0" smtClean="0" sz="1800">
                <a:latin typeface="Arial"/>
                <a:cs typeface="Arial"/>
              </a:rPr>
              <a:t>i</a:t>
            </a:r>
            <a:r>
              <a:rPr dirty="0" smtClean="0" sz="1800">
                <a:latin typeface="Arial"/>
                <a:cs typeface="Arial"/>
              </a:rPr>
              <a:t>g</a:t>
            </a:r>
            <a:r>
              <a:rPr dirty="0" smtClean="0" sz="1800">
                <a:latin typeface="Arial"/>
                <a:cs typeface="Arial"/>
              </a:rPr>
              <a:t>it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b</a:t>
            </a:r>
            <a:r>
              <a:rPr dirty="0" smtClean="0" sz="1800">
                <a:latin typeface="Arial"/>
                <a:cs typeface="Arial"/>
              </a:rPr>
              <a:t>it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stre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m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o</a:t>
            </a:r>
            <a:r>
              <a:rPr dirty="0" smtClean="0" sz="1800">
                <a:latin typeface="Arial"/>
                <a:cs typeface="Arial"/>
              </a:rPr>
              <a:t>n</a:t>
            </a:r>
            <a:r>
              <a:rPr dirty="0" smtClean="0" sz="1800">
                <a:latin typeface="Arial"/>
                <a:cs typeface="Arial"/>
              </a:rPr>
              <a:t>to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n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p</a:t>
            </a:r>
            <a:r>
              <a:rPr dirty="0" smtClean="0" sz="1800">
                <a:latin typeface="Arial"/>
                <a:cs typeface="Arial"/>
              </a:rPr>
              <a:t>pr</a:t>
            </a:r>
            <a:r>
              <a:rPr dirty="0" smtClean="0" sz="1800">
                <a:latin typeface="Arial"/>
                <a:cs typeface="Arial"/>
              </a:rPr>
              <a:t>o</a:t>
            </a:r>
            <a:r>
              <a:rPr dirty="0" smtClean="0" sz="1800">
                <a:latin typeface="Arial"/>
                <a:cs typeface="Arial"/>
              </a:rPr>
              <a:t>pr</a:t>
            </a:r>
            <a:r>
              <a:rPr dirty="0" smtClean="0" sz="1800">
                <a:latin typeface="Arial"/>
                <a:cs typeface="Arial"/>
              </a:rPr>
              <a:t>i</a:t>
            </a:r>
            <a:r>
              <a:rPr dirty="0" smtClean="0" sz="1800">
                <a:latin typeface="Arial"/>
                <a:cs typeface="Arial"/>
              </a:rPr>
              <a:t>ate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w</a:t>
            </a:r>
            <a:r>
              <a:rPr dirty="0" smtClean="0" sz="1800">
                <a:latin typeface="Arial"/>
                <a:cs typeface="Arial"/>
              </a:rPr>
              <a:t>av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form,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ca</a:t>
            </a:r>
            <a:r>
              <a:rPr dirty="0" smtClean="0" sz="1800">
                <a:latin typeface="Arial"/>
                <a:cs typeface="Arial"/>
              </a:rPr>
              <a:t>p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b</a:t>
            </a:r>
            <a:r>
              <a:rPr dirty="0" smtClean="0" sz="1800">
                <a:latin typeface="Arial"/>
                <a:cs typeface="Arial"/>
              </a:rPr>
              <a:t>le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of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prop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gating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hrou</a:t>
            </a:r>
            <a:r>
              <a:rPr dirty="0" smtClean="0" sz="1800">
                <a:latin typeface="Arial"/>
                <a:cs typeface="Arial"/>
              </a:rPr>
              <a:t>g</a:t>
            </a:r>
            <a:r>
              <a:rPr dirty="0" smtClean="0" sz="1800">
                <a:latin typeface="Arial"/>
                <a:cs typeface="Arial"/>
              </a:rPr>
              <a:t>h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he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com</a:t>
            </a:r>
            <a:r>
              <a:rPr dirty="0" smtClean="0" sz="1800">
                <a:latin typeface="Arial"/>
                <a:cs typeface="Arial"/>
              </a:rPr>
              <a:t>m</a:t>
            </a:r>
            <a:r>
              <a:rPr dirty="0" smtClean="0" sz="1800">
                <a:latin typeface="Arial"/>
                <a:cs typeface="Arial"/>
              </a:rPr>
              <a:t>un</a:t>
            </a:r>
            <a:r>
              <a:rPr dirty="0" smtClean="0" sz="1800">
                <a:latin typeface="Arial"/>
                <a:cs typeface="Arial"/>
              </a:rPr>
              <a:t>i</a:t>
            </a:r>
            <a:r>
              <a:rPr dirty="0" smtClean="0" sz="1800">
                <a:latin typeface="Arial"/>
                <a:cs typeface="Arial"/>
              </a:rPr>
              <a:t>ca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i</a:t>
            </a:r>
            <a:r>
              <a:rPr dirty="0" smtClean="0" sz="1800">
                <a:latin typeface="Arial"/>
                <a:cs typeface="Arial"/>
              </a:rPr>
              <a:t>o</a:t>
            </a:r>
            <a:r>
              <a:rPr dirty="0" smtClean="0" sz="1800">
                <a:latin typeface="Arial"/>
                <a:cs typeface="Arial"/>
              </a:rPr>
              <a:t>n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chan</a:t>
            </a:r>
            <a:r>
              <a:rPr dirty="0" smtClean="0" sz="1800">
                <a:latin typeface="Arial"/>
                <a:cs typeface="Arial"/>
              </a:rPr>
              <a:t>n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,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is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ca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d: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92952" y="1886712"/>
            <a:ext cx="3581400" cy="1008888"/>
          </a:xfrm>
          <a:prstGeom prst="rect">
            <a:avLst/>
          </a:prstGeom>
        </p:spPr>
        <p:txBody>
          <a:bodyPr wrap="square" lIns="0" tIns="53340" rIns="0" bIns="0" rtlCol="0">
            <a:noAutofit/>
          </a:bodyPr>
          <a:lstStyle/>
          <a:p>
            <a:pPr marL="1576070" marR="101387" indent="-1432814">
              <a:lnSpc>
                <a:spcPct val="100041"/>
              </a:lnSpc>
            </a:pPr>
            <a:r>
              <a:rPr dirty="0" smtClean="0" sz="1800" spc="14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he</a:t>
            </a:r>
            <a:r>
              <a:rPr dirty="0" smtClean="0" sz="1800" spc="-1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</a:t>
            </a:r>
            <a:r>
              <a:rPr dirty="0" smtClean="0" sz="1800" spc="-9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-9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1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-34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25">
                <a:latin typeface="Arial"/>
                <a:cs typeface="Arial"/>
              </a:rPr>
              <a:t> </a:t>
            </a:r>
            <a:r>
              <a:rPr dirty="0" smtClean="0" sz="1800" spc="14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x</a:t>
            </a:r>
            <a:r>
              <a:rPr dirty="0" smtClean="0" sz="1800" spc="-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Rx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ca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d: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29712" y="1905000"/>
            <a:ext cx="2380488" cy="2648712"/>
          </a:xfrm>
          <a:prstGeom prst="rect">
            <a:avLst/>
          </a:prstGeom>
        </p:spPr>
        <p:txBody>
          <a:bodyPr wrap="square" lIns="0" tIns="27305" rIns="0" bIns="0" rtlCol="0">
            <a:noAutofit/>
          </a:bodyPr>
          <a:lstStyle/>
          <a:p>
            <a:pPr marL="175513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“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he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roduction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of</a:t>
            </a:r>
            <a:endParaRPr sz="1800">
              <a:latin typeface="Arial"/>
              <a:cs typeface="Arial"/>
            </a:endParaRPr>
          </a:p>
          <a:p>
            <a:pPr marL="569183" marR="109723" indent="380" algn="ctr">
              <a:lnSpc>
                <a:spcPts val="1939"/>
              </a:lnSpc>
              <a:spcBef>
                <a:spcPts val="107"/>
              </a:spcBef>
            </a:pPr>
            <a:r>
              <a:rPr dirty="0" smtClean="0" sz="1800" spc="0">
                <a:latin typeface="Arial"/>
                <a:cs typeface="Arial"/>
              </a:rPr>
              <a:t>co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trol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re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ncy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com-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ns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for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so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rces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of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ise</a:t>
            </a:r>
            <a:endParaRPr sz="1800">
              <a:latin typeface="Arial"/>
              <a:cs typeface="Arial"/>
            </a:endParaRPr>
          </a:p>
          <a:p>
            <a:pPr marL="562579" marR="103043" algn="ctr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terfer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nce</a:t>
            </a:r>
            <a:endParaRPr sz="1800">
              <a:latin typeface="Arial"/>
              <a:cs typeface="Arial"/>
            </a:endParaRPr>
          </a:p>
          <a:p>
            <a:pPr marL="874522" marR="418033" algn="ctr">
              <a:lnSpc>
                <a:spcPts val="1945"/>
              </a:lnSpc>
              <a:spcBef>
                <a:spcPts val="0"/>
              </a:spcBef>
            </a:pP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ca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d: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“</a:t>
            </a:r>
            <a:endParaRPr sz="1800">
              <a:latin typeface="Arial"/>
              <a:cs typeface="Arial"/>
            </a:endParaRPr>
          </a:p>
          <a:p>
            <a:pPr marL="177037">
              <a:lnSpc>
                <a:spcPct val="95825"/>
              </a:lnSpc>
              <a:spcBef>
                <a:spcPts val="207"/>
              </a:spcBef>
            </a:pPr>
            <a:r>
              <a:rPr dirty="0" smtClean="0" sz="1800" spc="0" b="1">
                <a:latin typeface="Arial"/>
                <a:cs typeface="Arial"/>
              </a:rPr>
              <a:t>CH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NNEL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COD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NG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66700" y="1886712"/>
            <a:ext cx="2628900" cy="2456688"/>
          </a:xfrm>
          <a:prstGeom prst="rect">
            <a:avLst/>
          </a:prstGeom>
        </p:spPr>
        <p:txBody>
          <a:bodyPr wrap="square" lIns="0" tIns="53340" rIns="0" bIns="0" rtlCol="0">
            <a:noAutofit/>
          </a:bodyPr>
          <a:lstStyle/>
          <a:p>
            <a:pPr marL="490118">
              <a:lnSpc>
                <a:spcPct val="95825"/>
              </a:lnSpc>
            </a:pPr>
            <a:r>
              <a:rPr dirty="0" smtClean="0" sz="1800" spc="-1">
                <a:latin typeface="Arial"/>
                <a:cs typeface="Arial"/>
              </a:rPr>
              <a:t>“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</a:t>
            </a:r>
            <a:r>
              <a:rPr dirty="0" smtClean="0" sz="1800" spc="-1">
                <a:latin typeface="Arial"/>
                <a:cs typeface="Arial"/>
              </a:rPr>
              <a:t>he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pr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cess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of</a:t>
            </a:r>
            <a:endParaRPr sz="1800">
              <a:latin typeface="Arial"/>
              <a:cs typeface="Arial"/>
            </a:endParaRPr>
          </a:p>
          <a:p>
            <a:pPr marL="560319" marR="101366" indent="482" algn="ctr">
              <a:lnSpc>
                <a:spcPct val="100041"/>
              </a:lnSpc>
              <a:spcBef>
                <a:spcPts val="90"/>
              </a:spcBef>
            </a:pP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f</a:t>
            </a:r>
            <a:r>
              <a:rPr dirty="0" smtClean="0" sz="1800" spc="-1">
                <a:latin typeface="Arial"/>
                <a:cs typeface="Arial"/>
              </a:rPr>
              <a:t>fici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ntly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c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v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rti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the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tp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of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th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ue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or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ital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so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rce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to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se</a:t>
            </a:r>
            <a:r>
              <a:rPr dirty="0" smtClean="0" sz="1800" spc="-1">
                <a:latin typeface="Arial"/>
                <a:cs typeface="Arial"/>
              </a:rPr>
              <a:t>q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nce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of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ry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ts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is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ca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d: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“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7658861" y="934974"/>
            <a:ext cx="114300" cy="57150"/>
          </a:xfrm>
          <a:custGeom>
            <a:avLst/>
            <a:gdLst/>
            <a:ahLst/>
            <a:cxnLst/>
            <a:rect l="l" t="t" r="r" b="b"/>
            <a:pathLst>
              <a:path w="114300" h="57150">
                <a:moveTo>
                  <a:pt x="19050" y="19050"/>
                </a:moveTo>
                <a:lnTo>
                  <a:pt x="0" y="19049"/>
                </a:lnTo>
                <a:lnTo>
                  <a:pt x="0" y="57150"/>
                </a:lnTo>
                <a:lnTo>
                  <a:pt x="114300" y="0"/>
                </a:lnTo>
                <a:lnTo>
                  <a:pt x="19050" y="1905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7658861" y="877824"/>
            <a:ext cx="19050" cy="38100"/>
          </a:xfrm>
          <a:custGeom>
            <a:avLst/>
            <a:gdLst/>
            <a:ahLst/>
            <a:cxnLst/>
            <a:rect l="l" t="t" r="r" b="b"/>
            <a:pathLst>
              <a:path w="19050" h="38100">
                <a:moveTo>
                  <a:pt x="19050" y="38100"/>
                </a:moveTo>
                <a:lnTo>
                  <a:pt x="0" y="0"/>
                </a:lnTo>
                <a:lnTo>
                  <a:pt x="0" y="38099"/>
                </a:lnTo>
                <a:lnTo>
                  <a:pt x="1905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991362" y="877824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0" y="38100"/>
                </a:moveTo>
                <a:lnTo>
                  <a:pt x="0" y="76200"/>
                </a:lnTo>
                <a:lnTo>
                  <a:pt x="6686550" y="76200"/>
                </a:lnTo>
                <a:lnTo>
                  <a:pt x="6781800" y="57150"/>
                </a:lnTo>
                <a:lnTo>
                  <a:pt x="6667500" y="0"/>
                </a:lnTo>
                <a:lnTo>
                  <a:pt x="668655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990600" y="934212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12192">
            <a:solidFill>
              <a:srgbClr val="C0C0C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810762" y="782574"/>
            <a:ext cx="1219200" cy="762000"/>
          </a:xfrm>
          <a:custGeom>
            <a:avLst/>
            <a:gdLst/>
            <a:ahLst/>
            <a:cxnLst/>
            <a:rect l="l" t="t" r="r" b="b"/>
            <a:pathLst>
              <a:path w="1219200" h="762000">
                <a:moveTo>
                  <a:pt x="0" y="381000"/>
                </a:moveTo>
                <a:lnTo>
                  <a:pt x="7978" y="319195"/>
                </a:lnTo>
                <a:lnTo>
                  <a:pt x="31077" y="260567"/>
                </a:lnTo>
                <a:lnTo>
                  <a:pt x="68041" y="205900"/>
                </a:lnTo>
                <a:lnTo>
                  <a:pt x="117616" y="155978"/>
                </a:lnTo>
                <a:lnTo>
                  <a:pt x="178546" y="111585"/>
                </a:lnTo>
                <a:lnTo>
                  <a:pt x="212877" y="91707"/>
                </a:lnTo>
                <a:lnTo>
                  <a:pt x="249576" y="73505"/>
                </a:lnTo>
                <a:lnTo>
                  <a:pt x="288486" y="57078"/>
                </a:lnTo>
                <a:lnTo>
                  <a:pt x="329451" y="42523"/>
                </a:lnTo>
                <a:lnTo>
                  <a:pt x="372314" y="29938"/>
                </a:lnTo>
                <a:lnTo>
                  <a:pt x="416917" y="19421"/>
                </a:lnTo>
                <a:lnTo>
                  <a:pt x="463104" y="11071"/>
                </a:lnTo>
                <a:lnTo>
                  <a:pt x="510718" y="4986"/>
                </a:lnTo>
                <a:lnTo>
                  <a:pt x="559602" y="1262"/>
                </a:lnTo>
                <a:lnTo>
                  <a:pt x="609600" y="0"/>
                </a:lnTo>
                <a:lnTo>
                  <a:pt x="659597" y="1262"/>
                </a:lnTo>
                <a:lnTo>
                  <a:pt x="708481" y="4986"/>
                </a:lnTo>
                <a:lnTo>
                  <a:pt x="756095" y="11071"/>
                </a:lnTo>
                <a:lnTo>
                  <a:pt x="802282" y="19421"/>
                </a:lnTo>
                <a:lnTo>
                  <a:pt x="846885" y="29938"/>
                </a:lnTo>
                <a:lnTo>
                  <a:pt x="889748" y="42523"/>
                </a:lnTo>
                <a:lnTo>
                  <a:pt x="930713" y="57078"/>
                </a:lnTo>
                <a:lnTo>
                  <a:pt x="969623" y="73505"/>
                </a:lnTo>
                <a:lnTo>
                  <a:pt x="1006322" y="91707"/>
                </a:lnTo>
                <a:lnTo>
                  <a:pt x="1040653" y="111585"/>
                </a:lnTo>
                <a:lnTo>
                  <a:pt x="1072459" y="133041"/>
                </a:lnTo>
                <a:lnTo>
                  <a:pt x="1127868" y="180297"/>
                </a:lnTo>
                <a:lnTo>
                  <a:pt x="1171295" y="232689"/>
                </a:lnTo>
                <a:lnTo>
                  <a:pt x="1201483" y="289435"/>
                </a:lnTo>
                <a:lnTo>
                  <a:pt x="1217179" y="349749"/>
                </a:lnTo>
                <a:lnTo>
                  <a:pt x="1219200" y="381000"/>
                </a:lnTo>
                <a:lnTo>
                  <a:pt x="1217179" y="412250"/>
                </a:lnTo>
                <a:lnTo>
                  <a:pt x="1201483" y="472564"/>
                </a:lnTo>
                <a:lnTo>
                  <a:pt x="1171295" y="529310"/>
                </a:lnTo>
                <a:lnTo>
                  <a:pt x="1127868" y="581702"/>
                </a:lnTo>
                <a:lnTo>
                  <a:pt x="1072459" y="628958"/>
                </a:lnTo>
                <a:lnTo>
                  <a:pt x="1040653" y="650414"/>
                </a:lnTo>
                <a:lnTo>
                  <a:pt x="1006322" y="670292"/>
                </a:lnTo>
                <a:lnTo>
                  <a:pt x="969623" y="688494"/>
                </a:lnTo>
                <a:lnTo>
                  <a:pt x="930713" y="704921"/>
                </a:lnTo>
                <a:lnTo>
                  <a:pt x="889748" y="719476"/>
                </a:lnTo>
                <a:lnTo>
                  <a:pt x="846885" y="732061"/>
                </a:lnTo>
                <a:lnTo>
                  <a:pt x="802282" y="742578"/>
                </a:lnTo>
                <a:lnTo>
                  <a:pt x="756095" y="750928"/>
                </a:lnTo>
                <a:lnTo>
                  <a:pt x="708481" y="757013"/>
                </a:lnTo>
                <a:lnTo>
                  <a:pt x="659597" y="760737"/>
                </a:lnTo>
                <a:lnTo>
                  <a:pt x="609600" y="762000"/>
                </a:lnTo>
                <a:lnTo>
                  <a:pt x="559602" y="760737"/>
                </a:lnTo>
                <a:lnTo>
                  <a:pt x="510718" y="757013"/>
                </a:lnTo>
                <a:lnTo>
                  <a:pt x="463104" y="750928"/>
                </a:lnTo>
                <a:lnTo>
                  <a:pt x="416917" y="742578"/>
                </a:lnTo>
                <a:lnTo>
                  <a:pt x="372314" y="732061"/>
                </a:lnTo>
                <a:lnTo>
                  <a:pt x="329451" y="719476"/>
                </a:lnTo>
                <a:lnTo>
                  <a:pt x="288486" y="704921"/>
                </a:lnTo>
                <a:lnTo>
                  <a:pt x="249576" y="688494"/>
                </a:lnTo>
                <a:lnTo>
                  <a:pt x="212877" y="670292"/>
                </a:lnTo>
                <a:lnTo>
                  <a:pt x="178546" y="650414"/>
                </a:lnTo>
                <a:lnTo>
                  <a:pt x="146740" y="628958"/>
                </a:lnTo>
                <a:lnTo>
                  <a:pt x="91331" y="581702"/>
                </a:lnTo>
                <a:lnTo>
                  <a:pt x="47904" y="529310"/>
                </a:lnTo>
                <a:lnTo>
                  <a:pt x="17716" y="472564"/>
                </a:lnTo>
                <a:lnTo>
                  <a:pt x="2020" y="412250"/>
                </a:lnTo>
                <a:lnTo>
                  <a:pt x="0" y="381000"/>
                </a:lnTo>
                <a:close/>
              </a:path>
            </a:pathLst>
          </a:custGeom>
          <a:ln w="381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363212" y="1524762"/>
            <a:ext cx="114300" cy="400812"/>
          </a:xfrm>
          <a:custGeom>
            <a:avLst/>
            <a:gdLst/>
            <a:ahLst/>
            <a:cxnLst/>
            <a:rect l="l" t="t" r="r" b="b"/>
            <a:pathLst>
              <a:path w="114300" h="400812">
                <a:moveTo>
                  <a:pt x="38100" y="400812"/>
                </a:moveTo>
                <a:lnTo>
                  <a:pt x="76200" y="400812"/>
                </a:lnTo>
                <a:lnTo>
                  <a:pt x="76200" y="95250"/>
                </a:lnTo>
                <a:lnTo>
                  <a:pt x="114300" y="114300"/>
                </a:lnTo>
                <a:lnTo>
                  <a:pt x="57150" y="0"/>
                </a:lnTo>
                <a:lnTo>
                  <a:pt x="38100" y="95250"/>
                </a:lnTo>
                <a:lnTo>
                  <a:pt x="38100" y="400812"/>
                </a:lnTo>
                <a:close/>
              </a:path>
              <a:path w="114300" h="400812">
                <a:moveTo>
                  <a:pt x="38100" y="95250"/>
                </a:moveTo>
                <a:lnTo>
                  <a:pt x="57150" y="0"/>
                </a:lnTo>
                <a:lnTo>
                  <a:pt x="0" y="114300"/>
                </a:lnTo>
                <a:lnTo>
                  <a:pt x="38100" y="114299"/>
                </a:lnTo>
                <a:lnTo>
                  <a:pt x="38100" y="95250"/>
                </a:lnTo>
                <a:close/>
              </a:path>
              <a:path w="114300" h="400812">
                <a:moveTo>
                  <a:pt x="114300" y="114300"/>
                </a:moveTo>
                <a:lnTo>
                  <a:pt x="76200" y="95250"/>
                </a:lnTo>
                <a:lnTo>
                  <a:pt x="76200" y="114299"/>
                </a:lnTo>
                <a:lnTo>
                  <a:pt x="114300" y="114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669031" y="2231009"/>
            <a:ext cx="1103757" cy="913256"/>
          </a:xfrm>
          <a:custGeom>
            <a:avLst/>
            <a:gdLst/>
            <a:ahLst/>
            <a:cxnLst/>
            <a:rect l="l" t="t" r="r" b="b"/>
            <a:pathLst>
              <a:path w="1103756" h="913256">
                <a:moveTo>
                  <a:pt x="69468" y="769619"/>
                </a:moveTo>
                <a:lnTo>
                  <a:pt x="80899" y="728979"/>
                </a:lnTo>
                <a:lnTo>
                  <a:pt x="94995" y="688848"/>
                </a:lnTo>
                <a:lnTo>
                  <a:pt x="111632" y="648842"/>
                </a:lnTo>
                <a:lnTo>
                  <a:pt x="130810" y="609600"/>
                </a:lnTo>
                <a:lnTo>
                  <a:pt x="152273" y="570738"/>
                </a:lnTo>
                <a:lnTo>
                  <a:pt x="188975" y="513714"/>
                </a:lnTo>
                <a:lnTo>
                  <a:pt x="216026" y="476630"/>
                </a:lnTo>
                <a:lnTo>
                  <a:pt x="244982" y="440436"/>
                </a:lnTo>
                <a:lnTo>
                  <a:pt x="275970" y="405256"/>
                </a:lnTo>
                <a:lnTo>
                  <a:pt x="308863" y="371220"/>
                </a:lnTo>
                <a:lnTo>
                  <a:pt x="343535" y="338074"/>
                </a:lnTo>
                <a:lnTo>
                  <a:pt x="379730" y="306324"/>
                </a:lnTo>
                <a:lnTo>
                  <a:pt x="417575" y="275716"/>
                </a:lnTo>
                <a:lnTo>
                  <a:pt x="456819" y="246506"/>
                </a:lnTo>
                <a:lnTo>
                  <a:pt x="497459" y="218820"/>
                </a:lnTo>
                <a:lnTo>
                  <a:pt x="539369" y="192658"/>
                </a:lnTo>
                <a:lnTo>
                  <a:pt x="582421" y="168148"/>
                </a:lnTo>
                <a:lnTo>
                  <a:pt x="626491" y="145287"/>
                </a:lnTo>
                <a:lnTo>
                  <a:pt x="671576" y="124332"/>
                </a:lnTo>
                <a:lnTo>
                  <a:pt x="717422" y="105155"/>
                </a:lnTo>
                <a:lnTo>
                  <a:pt x="764158" y="87883"/>
                </a:lnTo>
                <a:lnTo>
                  <a:pt x="811530" y="72643"/>
                </a:lnTo>
                <a:lnTo>
                  <a:pt x="859408" y="59562"/>
                </a:lnTo>
                <a:lnTo>
                  <a:pt x="907669" y="48767"/>
                </a:lnTo>
                <a:lnTo>
                  <a:pt x="956437" y="40258"/>
                </a:lnTo>
                <a:lnTo>
                  <a:pt x="1005332" y="33908"/>
                </a:lnTo>
                <a:lnTo>
                  <a:pt x="1054608" y="30225"/>
                </a:lnTo>
                <a:lnTo>
                  <a:pt x="1103757" y="28828"/>
                </a:lnTo>
                <a:lnTo>
                  <a:pt x="1103503" y="0"/>
                </a:lnTo>
                <a:lnTo>
                  <a:pt x="1052703" y="1269"/>
                </a:lnTo>
                <a:lnTo>
                  <a:pt x="1002030" y="5206"/>
                </a:lnTo>
                <a:lnTo>
                  <a:pt x="951738" y="11683"/>
                </a:lnTo>
                <a:lnTo>
                  <a:pt x="901572" y="20446"/>
                </a:lnTo>
                <a:lnTo>
                  <a:pt x="851789" y="31750"/>
                </a:lnTo>
                <a:lnTo>
                  <a:pt x="802640" y="45085"/>
                </a:lnTo>
                <a:lnTo>
                  <a:pt x="754253" y="60705"/>
                </a:lnTo>
                <a:lnTo>
                  <a:pt x="706246" y="78358"/>
                </a:lnTo>
                <a:lnTo>
                  <a:pt x="659383" y="98043"/>
                </a:lnTo>
                <a:lnTo>
                  <a:pt x="613156" y="119633"/>
                </a:lnTo>
                <a:lnTo>
                  <a:pt x="567944" y="143001"/>
                </a:lnTo>
                <a:lnTo>
                  <a:pt x="524001" y="168148"/>
                </a:lnTo>
                <a:lnTo>
                  <a:pt x="481075" y="194944"/>
                </a:lnTo>
                <a:lnTo>
                  <a:pt x="439547" y="223265"/>
                </a:lnTo>
                <a:lnTo>
                  <a:pt x="399415" y="253237"/>
                </a:lnTo>
                <a:lnTo>
                  <a:pt x="360680" y="284479"/>
                </a:lnTo>
                <a:lnTo>
                  <a:pt x="323469" y="317118"/>
                </a:lnTo>
                <a:lnTo>
                  <a:pt x="288036" y="351027"/>
                </a:lnTo>
                <a:lnTo>
                  <a:pt x="254254" y="386079"/>
                </a:lnTo>
                <a:lnTo>
                  <a:pt x="222376" y="422401"/>
                </a:lnTo>
                <a:lnTo>
                  <a:pt x="192531" y="459613"/>
                </a:lnTo>
                <a:lnTo>
                  <a:pt x="164719" y="497713"/>
                </a:lnTo>
                <a:lnTo>
                  <a:pt x="139192" y="536575"/>
                </a:lnTo>
                <a:lnTo>
                  <a:pt x="115697" y="576452"/>
                </a:lnTo>
                <a:lnTo>
                  <a:pt x="94742" y="616965"/>
                </a:lnTo>
                <a:lnTo>
                  <a:pt x="76200" y="657987"/>
                </a:lnTo>
                <a:lnTo>
                  <a:pt x="60198" y="699769"/>
                </a:lnTo>
                <a:lnTo>
                  <a:pt x="46862" y="741806"/>
                </a:lnTo>
                <a:lnTo>
                  <a:pt x="36194" y="784351"/>
                </a:lnTo>
                <a:lnTo>
                  <a:pt x="29627" y="825556"/>
                </a:lnTo>
                <a:lnTo>
                  <a:pt x="27940" y="839215"/>
                </a:lnTo>
                <a:lnTo>
                  <a:pt x="56642" y="842771"/>
                </a:lnTo>
                <a:lnTo>
                  <a:pt x="58502" y="827715"/>
                </a:lnTo>
                <a:lnTo>
                  <a:pt x="60706" y="809878"/>
                </a:lnTo>
                <a:lnTo>
                  <a:pt x="64643" y="789939"/>
                </a:lnTo>
                <a:lnTo>
                  <a:pt x="69468" y="769619"/>
                </a:lnTo>
                <a:close/>
              </a:path>
              <a:path w="1103756" h="913256">
                <a:moveTo>
                  <a:pt x="29627" y="825556"/>
                </a:moveTo>
                <a:lnTo>
                  <a:pt x="0" y="823340"/>
                </a:lnTo>
                <a:lnTo>
                  <a:pt x="36830" y="913256"/>
                </a:lnTo>
                <a:lnTo>
                  <a:pt x="86613" y="829817"/>
                </a:lnTo>
                <a:lnTo>
                  <a:pt x="58502" y="827715"/>
                </a:lnTo>
                <a:lnTo>
                  <a:pt x="56642" y="842771"/>
                </a:lnTo>
                <a:lnTo>
                  <a:pt x="27940" y="839215"/>
                </a:lnTo>
                <a:lnTo>
                  <a:pt x="29627" y="825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571500" y="3144012"/>
            <a:ext cx="4267200" cy="1676400"/>
          </a:xfrm>
          <a:custGeom>
            <a:avLst/>
            <a:gdLst/>
            <a:ahLst/>
            <a:cxnLst/>
            <a:rect l="l" t="t" r="r" b="b"/>
            <a:pathLst>
              <a:path w="4267200" h="1676400">
                <a:moveTo>
                  <a:pt x="0" y="1676400"/>
                </a:moveTo>
                <a:lnTo>
                  <a:pt x="4267200" y="1676400"/>
                </a:lnTo>
                <a:lnTo>
                  <a:pt x="4267200" y="0"/>
                </a:lnTo>
                <a:lnTo>
                  <a:pt x="0" y="0"/>
                </a:lnTo>
                <a:lnTo>
                  <a:pt x="0" y="1676400"/>
                </a:lnTo>
                <a:close/>
              </a:path>
            </a:pathLst>
          </a:custGeom>
          <a:ln w="9144">
            <a:solidFill>
              <a:srgbClr val="3333C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792474" y="1925574"/>
            <a:ext cx="1219200" cy="640079"/>
          </a:xfrm>
          <a:custGeom>
            <a:avLst/>
            <a:gdLst/>
            <a:ahLst/>
            <a:cxnLst/>
            <a:rect l="l" t="t" r="r" b="b"/>
            <a:pathLst>
              <a:path w="1219200" h="640079">
                <a:moveTo>
                  <a:pt x="0" y="320039"/>
                </a:moveTo>
                <a:lnTo>
                  <a:pt x="7978" y="268120"/>
                </a:lnTo>
                <a:lnTo>
                  <a:pt x="31077" y="218870"/>
                </a:lnTo>
                <a:lnTo>
                  <a:pt x="68041" y="172949"/>
                </a:lnTo>
                <a:lnTo>
                  <a:pt x="117616" y="131015"/>
                </a:lnTo>
                <a:lnTo>
                  <a:pt x="178546" y="93725"/>
                </a:lnTo>
                <a:lnTo>
                  <a:pt x="212877" y="77029"/>
                </a:lnTo>
                <a:lnTo>
                  <a:pt x="249576" y="61740"/>
                </a:lnTo>
                <a:lnTo>
                  <a:pt x="288486" y="47941"/>
                </a:lnTo>
                <a:lnTo>
                  <a:pt x="329451" y="35716"/>
                </a:lnTo>
                <a:lnTo>
                  <a:pt x="372314" y="25145"/>
                </a:lnTo>
                <a:lnTo>
                  <a:pt x="416917" y="16312"/>
                </a:lnTo>
                <a:lnTo>
                  <a:pt x="463104" y="9299"/>
                </a:lnTo>
                <a:lnTo>
                  <a:pt x="510718" y="4187"/>
                </a:lnTo>
                <a:lnTo>
                  <a:pt x="559602" y="1060"/>
                </a:lnTo>
                <a:lnTo>
                  <a:pt x="609600" y="0"/>
                </a:lnTo>
                <a:lnTo>
                  <a:pt x="659597" y="1060"/>
                </a:lnTo>
                <a:lnTo>
                  <a:pt x="708481" y="4187"/>
                </a:lnTo>
                <a:lnTo>
                  <a:pt x="756095" y="9299"/>
                </a:lnTo>
                <a:lnTo>
                  <a:pt x="802282" y="16312"/>
                </a:lnTo>
                <a:lnTo>
                  <a:pt x="846885" y="25145"/>
                </a:lnTo>
                <a:lnTo>
                  <a:pt x="889748" y="35716"/>
                </a:lnTo>
                <a:lnTo>
                  <a:pt x="930713" y="47941"/>
                </a:lnTo>
                <a:lnTo>
                  <a:pt x="969623" y="61740"/>
                </a:lnTo>
                <a:lnTo>
                  <a:pt x="1006322" y="77029"/>
                </a:lnTo>
                <a:lnTo>
                  <a:pt x="1040653" y="93726"/>
                </a:lnTo>
                <a:lnTo>
                  <a:pt x="1101583" y="131015"/>
                </a:lnTo>
                <a:lnTo>
                  <a:pt x="1151158" y="172949"/>
                </a:lnTo>
                <a:lnTo>
                  <a:pt x="1188122" y="218870"/>
                </a:lnTo>
                <a:lnTo>
                  <a:pt x="1211221" y="268120"/>
                </a:lnTo>
                <a:lnTo>
                  <a:pt x="1219200" y="320039"/>
                </a:lnTo>
                <a:lnTo>
                  <a:pt x="1217179" y="346292"/>
                </a:lnTo>
                <a:lnTo>
                  <a:pt x="1201483" y="396959"/>
                </a:lnTo>
                <a:lnTo>
                  <a:pt x="1171295" y="444626"/>
                </a:lnTo>
                <a:lnTo>
                  <a:pt x="1127868" y="488637"/>
                </a:lnTo>
                <a:lnTo>
                  <a:pt x="1072459" y="528331"/>
                </a:lnTo>
                <a:lnTo>
                  <a:pt x="1006322" y="563050"/>
                </a:lnTo>
                <a:lnTo>
                  <a:pt x="969623" y="578339"/>
                </a:lnTo>
                <a:lnTo>
                  <a:pt x="930713" y="592138"/>
                </a:lnTo>
                <a:lnTo>
                  <a:pt x="889748" y="604363"/>
                </a:lnTo>
                <a:lnTo>
                  <a:pt x="846885" y="614933"/>
                </a:lnTo>
                <a:lnTo>
                  <a:pt x="802282" y="623767"/>
                </a:lnTo>
                <a:lnTo>
                  <a:pt x="756095" y="630780"/>
                </a:lnTo>
                <a:lnTo>
                  <a:pt x="708481" y="635892"/>
                </a:lnTo>
                <a:lnTo>
                  <a:pt x="659597" y="639019"/>
                </a:lnTo>
                <a:lnTo>
                  <a:pt x="609600" y="640079"/>
                </a:lnTo>
                <a:lnTo>
                  <a:pt x="559602" y="639019"/>
                </a:lnTo>
                <a:lnTo>
                  <a:pt x="510718" y="635892"/>
                </a:lnTo>
                <a:lnTo>
                  <a:pt x="463104" y="630780"/>
                </a:lnTo>
                <a:lnTo>
                  <a:pt x="416917" y="623767"/>
                </a:lnTo>
                <a:lnTo>
                  <a:pt x="372314" y="614933"/>
                </a:lnTo>
                <a:lnTo>
                  <a:pt x="329451" y="604363"/>
                </a:lnTo>
                <a:lnTo>
                  <a:pt x="288486" y="592138"/>
                </a:lnTo>
                <a:lnTo>
                  <a:pt x="249576" y="578339"/>
                </a:lnTo>
                <a:lnTo>
                  <a:pt x="212877" y="563050"/>
                </a:lnTo>
                <a:lnTo>
                  <a:pt x="178546" y="546354"/>
                </a:lnTo>
                <a:lnTo>
                  <a:pt x="117616" y="509064"/>
                </a:lnTo>
                <a:lnTo>
                  <a:pt x="68041" y="467130"/>
                </a:lnTo>
                <a:lnTo>
                  <a:pt x="31077" y="421209"/>
                </a:lnTo>
                <a:lnTo>
                  <a:pt x="7978" y="371959"/>
                </a:lnTo>
                <a:lnTo>
                  <a:pt x="0" y="320039"/>
                </a:lnTo>
                <a:close/>
              </a:path>
            </a:pathLst>
          </a:custGeom>
          <a:ln w="381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78740" y="159169"/>
            <a:ext cx="2371655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A.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P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h</a:t>
            </a:r>
            <a:r>
              <a:rPr dirty="0" smtClean="0" sz="2400" spc="-1" b="1">
                <a:latin typeface="Arial"/>
                <a:cs typeface="Arial"/>
              </a:rPr>
              <a:t>ulu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7009" y="1070523"/>
            <a:ext cx="812629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97889" y="1070523"/>
            <a:ext cx="812629" cy="417449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37084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412873" y="1070523"/>
            <a:ext cx="903566" cy="417449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7" b="1">
                <a:latin typeface="Arial"/>
                <a:cs typeface="Arial"/>
              </a:rPr>
              <a:t>C</a:t>
            </a:r>
            <a:r>
              <a:rPr dirty="0" smtClean="0" sz="1400" spc="-7" b="1">
                <a:latin typeface="Arial"/>
                <a:cs typeface="Arial"/>
              </a:rPr>
              <a:t>H</a:t>
            </a:r>
            <a:r>
              <a:rPr dirty="0" smtClean="0" sz="1400" spc="-7" b="1">
                <a:latin typeface="Arial"/>
                <a:cs typeface="Arial"/>
              </a:rPr>
              <a:t>A</a:t>
            </a:r>
            <a:r>
              <a:rPr dirty="0" smtClean="0" sz="1400" spc="-7" b="1">
                <a:latin typeface="Arial"/>
                <a:cs typeface="Arial"/>
              </a:rPr>
              <a:t>N</a:t>
            </a:r>
            <a:r>
              <a:rPr dirty="0" smtClean="0" sz="1400" spc="-7" b="1">
                <a:latin typeface="Arial"/>
                <a:cs typeface="Arial"/>
              </a:rPr>
              <a:t>N</a:t>
            </a:r>
            <a:r>
              <a:rPr dirty="0" smtClean="0" sz="1400" spc="-7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2826" marR="75361" algn="ctr">
              <a:lnSpc>
                <a:spcPct val="95825"/>
              </a:lnSpc>
            </a:pPr>
            <a:r>
              <a:rPr dirty="0" smtClean="0" sz="1400" b="1">
                <a:latin typeface="Arial"/>
                <a:cs typeface="Arial"/>
              </a:rPr>
              <a:t>CO</a:t>
            </a:r>
            <a:r>
              <a:rPr dirty="0" smtClean="0" sz="1400" b="1">
                <a:latin typeface="Arial"/>
                <a:cs typeface="Arial"/>
              </a:rPr>
              <a:t>D</a:t>
            </a:r>
            <a:r>
              <a:rPr dirty="0" smtClean="0" sz="1400" b="1">
                <a:latin typeface="Arial"/>
                <a:cs typeface="Arial"/>
              </a:rPr>
              <a:t>I</a:t>
            </a:r>
            <a:r>
              <a:rPr dirty="0" smtClean="0" sz="1400" b="1">
                <a:latin typeface="Arial"/>
                <a:cs typeface="Arial"/>
              </a:rPr>
              <a:t>NG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02914" y="1070523"/>
            <a:ext cx="25874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Tx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13454" y="1070523"/>
            <a:ext cx="915513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94224" y="1070523"/>
            <a:ext cx="27857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Rx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537708" y="1070523"/>
            <a:ext cx="902140" cy="417449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7398" marR="80784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6578" y="1070523"/>
            <a:ext cx="812629" cy="417449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41655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624318" y="1070523"/>
            <a:ext cx="477945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b="1">
                <a:latin typeface="Arial"/>
                <a:cs typeface="Arial"/>
              </a:rPr>
              <a:t>S</a:t>
            </a:r>
            <a:r>
              <a:rPr dirty="0" smtClean="0" sz="1400" b="1">
                <a:latin typeface="Arial"/>
                <a:cs typeface="Arial"/>
              </a:rPr>
              <a:t>I</a:t>
            </a:r>
            <a:r>
              <a:rPr dirty="0" smtClean="0" sz="1400" b="1">
                <a:latin typeface="Arial"/>
                <a:cs typeface="Arial"/>
              </a:rPr>
              <a:t>N</a:t>
            </a:r>
            <a:r>
              <a:rPr dirty="0" smtClean="0" sz="1400" b="1"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120388" y="2129502"/>
            <a:ext cx="685770" cy="228091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0" b="1">
                <a:latin typeface="Arial"/>
                <a:cs typeface="Arial"/>
              </a:rPr>
              <a:t>N</a:t>
            </a:r>
            <a:r>
              <a:rPr dirty="0" smtClean="0" sz="1600" spc="0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ISE</a:t>
            </a:r>
            <a:endParaRPr sz="1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65529" y="4983319"/>
            <a:ext cx="798467" cy="228092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0">
                <a:latin typeface="Arial"/>
                <a:cs typeface="Arial"/>
              </a:rPr>
              <a:t>The</a:t>
            </a:r>
            <a:r>
              <a:rPr dirty="0" smtClean="0" sz="1600" spc="0">
                <a:latin typeface="Arial"/>
                <a:cs typeface="Arial"/>
              </a:rPr>
              <a:t>r</a:t>
            </a:r>
            <a:r>
              <a:rPr dirty="0" smtClean="0" sz="1600" spc="0">
                <a:latin typeface="Arial"/>
                <a:cs typeface="Arial"/>
              </a:rPr>
              <a:t>mal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66973" y="4983319"/>
            <a:ext cx="1747292" cy="228092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-4">
                <a:latin typeface="Arial"/>
                <a:cs typeface="Arial"/>
              </a:rPr>
              <a:t>no</a:t>
            </a:r>
            <a:r>
              <a:rPr dirty="0" smtClean="0" sz="1600" spc="-4">
                <a:latin typeface="Arial"/>
                <a:cs typeface="Arial"/>
              </a:rPr>
              <a:t>i</a:t>
            </a:r>
            <a:r>
              <a:rPr dirty="0" smtClean="0" sz="1600" spc="-4">
                <a:latin typeface="Arial"/>
                <a:cs typeface="Arial"/>
              </a:rPr>
              <a:t>s</a:t>
            </a:r>
            <a:r>
              <a:rPr dirty="0" smtClean="0" sz="1600" spc="-4">
                <a:latin typeface="Arial"/>
                <a:cs typeface="Arial"/>
              </a:rPr>
              <a:t>e</a:t>
            </a:r>
            <a:r>
              <a:rPr dirty="0" smtClean="0" sz="16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(</a:t>
            </a:r>
            <a:r>
              <a:rPr dirty="0" smtClean="0" sz="1400" spc="-4">
                <a:latin typeface="Arial"/>
                <a:cs typeface="Arial"/>
              </a:rPr>
              <a:t>T</a:t>
            </a:r>
            <a:r>
              <a:rPr dirty="0" smtClean="0" sz="1400" spc="-4">
                <a:latin typeface="Arial"/>
                <a:cs typeface="Arial"/>
              </a:rPr>
              <a:t>x</a:t>
            </a:r>
            <a:r>
              <a:rPr dirty="0" smtClean="0" sz="1400" spc="-4">
                <a:latin typeface="Arial"/>
                <a:cs typeface="Arial"/>
              </a:rPr>
              <a:t>,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c</a:t>
            </a:r>
            <a:r>
              <a:rPr dirty="0" smtClean="0" sz="1400" spc="-4">
                <a:latin typeface="Arial"/>
                <a:cs typeface="Arial"/>
              </a:rPr>
              <a:t>able,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R</a:t>
            </a:r>
            <a:r>
              <a:rPr dirty="0" smtClean="0" sz="1400" spc="-4">
                <a:latin typeface="Arial"/>
                <a:cs typeface="Arial"/>
              </a:rPr>
              <a:t>x</a:t>
            </a:r>
            <a:r>
              <a:rPr dirty="0" smtClean="0" sz="1400" spc="-4"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8354" y="5024072"/>
            <a:ext cx="99009" cy="763016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857"/>
              </a:spcBef>
            </a:pPr>
            <a:r>
              <a:rPr dirty="0" smtClean="0" sz="120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24"/>
              </a:spcBef>
            </a:pPr>
            <a:r>
              <a:rPr dirty="0" smtClean="0" sz="1200">
                <a:solidFill>
                  <a:srgbClr val="808080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65529" y="5275927"/>
            <a:ext cx="3149322" cy="734006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 marR="17967">
              <a:lnSpc>
                <a:spcPts val="1730"/>
              </a:lnSpc>
            </a:pPr>
            <a:r>
              <a:rPr dirty="0" smtClean="0" sz="1600" spc="-3">
                <a:latin typeface="Arial"/>
                <a:cs typeface="Arial"/>
              </a:rPr>
              <a:t>Natural</a:t>
            </a:r>
            <a:r>
              <a:rPr dirty="0" smtClean="0" sz="1600" spc="-3">
                <a:latin typeface="Arial"/>
                <a:cs typeface="Arial"/>
              </a:rPr>
              <a:t> </a:t>
            </a:r>
            <a:r>
              <a:rPr dirty="0" smtClean="0" sz="1600" spc="-3">
                <a:latin typeface="Arial"/>
                <a:cs typeface="Arial"/>
              </a:rPr>
              <a:t>and</a:t>
            </a:r>
            <a:r>
              <a:rPr dirty="0" smtClean="0" sz="1600" spc="-3">
                <a:latin typeface="Arial"/>
                <a:cs typeface="Arial"/>
              </a:rPr>
              <a:t> </a:t>
            </a:r>
            <a:r>
              <a:rPr dirty="0" smtClean="0" sz="1600" spc="-3">
                <a:latin typeface="Arial"/>
                <a:cs typeface="Arial"/>
              </a:rPr>
              <a:t>m</a:t>
            </a:r>
            <a:r>
              <a:rPr dirty="0" smtClean="0" sz="1600" spc="-3">
                <a:latin typeface="Arial"/>
                <a:cs typeface="Arial"/>
              </a:rPr>
              <a:t>a</a:t>
            </a:r>
            <a:r>
              <a:rPr dirty="0" smtClean="0" sz="1600" spc="-3">
                <a:latin typeface="Arial"/>
                <a:cs typeface="Arial"/>
              </a:rPr>
              <a:t>n</a:t>
            </a:r>
            <a:r>
              <a:rPr dirty="0" smtClean="0" sz="1600" spc="-3">
                <a:latin typeface="Arial"/>
                <a:cs typeface="Arial"/>
              </a:rPr>
              <a:t>-</a:t>
            </a:r>
            <a:r>
              <a:rPr dirty="0" smtClean="0" sz="1600" spc="-3">
                <a:latin typeface="Arial"/>
                <a:cs typeface="Arial"/>
              </a:rPr>
              <a:t>made</a:t>
            </a:r>
            <a:r>
              <a:rPr dirty="0" smtClean="0" sz="1600" spc="-3">
                <a:latin typeface="Arial"/>
                <a:cs typeface="Arial"/>
              </a:rPr>
              <a:t> </a:t>
            </a:r>
            <a:r>
              <a:rPr dirty="0" smtClean="0" sz="1600" spc="-3">
                <a:latin typeface="Arial"/>
                <a:cs typeface="Arial"/>
              </a:rPr>
              <a:t>no</a:t>
            </a:r>
            <a:r>
              <a:rPr dirty="0" smtClean="0" sz="1600" spc="-3">
                <a:latin typeface="Arial"/>
                <a:cs typeface="Arial"/>
              </a:rPr>
              <a:t>i</a:t>
            </a:r>
            <a:r>
              <a:rPr dirty="0" smtClean="0" sz="1600" spc="-3">
                <a:latin typeface="Arial"/>
                <a:cs typeface="Arial"/>
              </a:rPr>
              <a:t>s</a:t>
            </a:r>
            <a:r>
              <a:rPr dirty="0" smtClean="0" sz="1600" spc="-3">
                <a:latin typeface="Arial"/>
                <a:cs typeface="Arial"/>
              </a:rPr>
              <a:t>e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99179"/>
              </a:lnSpc>
              <a:spcBef>
                <a:spcPts val="378"/>
              </a:spcBef>
            </a:pPr>
            <a:r>
              <a:rPr dirty="0" smtClean="0" sz="1600">
                <a:latin typeface="Arial"/>
                <a:cs typeface="Arial"/>
              </a:rPr>
              <a:t>Interferences</a:t>
            </a:r>
            <a:r>
              <a:rPr dirty="0" smtClean="0" sz="1600" spc="-43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(u</a:t>
            </a:r>
            <a:r>
              <a:rPr dirty="0" smtClean="0" sz="1400" spc="4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ually</a:t>
            </a:r>
            <a:r>
              <a:rPr dirty="0" smtClean="0" sz="1400" spc="-34">
                <a:latin typeface="Arial"/>
                <a:cs typeface="Arial"/>
              </a:rPr>
              <a:t> </a:t>
            </a:r>
            <a:r>
              <a:rPr dirty="0" smtClean="0" sz="1400" spc="4">
                <a:latin typeface="Arial"/>
                <a:cs typeface="Arial"/>
              </a:rPr>
              <a:t>f</a:t>
            </a:r>
            <a:r>
              <a:rPr dirty="0" smtClean="0" sz="1400" spc="0">
                <a:latin typeface="Arial"/>
                <a:cs typeface="Arial"/>
              </a:rPr>
              <a:t>rom</a:t>
            </a:r>
            <a:r>
              <a:rPr dirty="0" smtClean="0" sz="1400" spc="-19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o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her</a:t>
            </a:r>
            <a:r>
              <a:rPr dirty="0" smtClean="0" sz="1400" spc="-39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m</a:t>
            </a:r>
            <a:r>
              <a:rPr dirty="0" smtClean="0" sz="1400" spc="0">
                <a:latin typeface="Arial"/>
                <a:cs typeface="Arial"/>
              </a:rPr>
              <a:t>an</a:t>
            </a:r>
            <a:r>
              <a:rPr dirty="0" smtClean="0" sz="1400" spc="0">
                <a:latin typeface="Arial"/>
                <a:cs typeface="Arial"/>
              </a:rPr>
              <a:t> </a:t>
            </a:r>
            <a:r>
              <a:rPr dirty="0" smtClean="0" sz="1400" spc="0">
                <a:latin typeface="Arial"/>
                <a:cs typeface="Arial"/>
              </a:rPr>
              <a:t>operated</a:t>
            </a:r>
            <a:r>
              <a:rPr dirty="0" smtClean="0" sz="1400" spc="-39">
                <a:latin typeface="Arial"/>
                <a:cs typeface="Arial"/>
              </a:rPr>
              <a:t> </a:t>
            </a:r>
            <a:r>
              <a:rPr dirty="0" smtClean="0" sz="1400" spc="4">
                <a:latin typeface="Arial"/>
                <a:cs typeface="Arial"/>
              </a:rPr>
              <a:t>s</a:t>
            </a:r>
            <a:r>
              <a:rPr dirty="0" smtClean="0" sz="1400" spc="-19">
                <a:latin typeface="Arial"/>
                <a:cs typeface="Arial"/>
              </a:rPr>
              <a:t>y</a:t>
            </a:r>
            <a:r>
              <a:rPr dirty="0" smtClean="0" sz="1400" spc="4">
                <a:latin typeface="Arial"/>
                <a:cs typeface="Arial"/>
              </a:rPr>
              <a:t>s</a:t>
            </a:r>
            <a:r>
              <a:rPr dirty="0" smtClean="0" sz="1400" spc="4">
                <a:latin typeface="Arial"/>
                <a:cs typeface="Arial"/>
              </a:rPr>
              <a:t>t</a:t>
            </a:r>
            <a:r>
              <a:rPr dirty="0" smtClean="0" sz="1400" spc="0">
                <a:latin typeface="Arial"/>
                <a:cs typeface="Arial"/>
              </a:rPr>
              <a:t>e</a:t>
            </a:r>
            <a:r>
              <a:rPr dirty="0" smtClean="0" sz="1400" spc="-4">
                <a:latin typeface="Arial"/>
                <a:cs typeface="Arial"/>
              </a:rPr>
              <a:t>m</a:t>
            </a:r>
            <a:r>
              <a:rPr dirty="0" smtClean="0" sz="1400" spc="4">
                <a:latin typeface="Arial"/>
                <a:cs typeface="Arial"/>
              </a:rPr>
              <a:t>s</a:t>
            </a:r>
            <a:r>
              <a:rPr dirty="0" smtClean="0" sz="1400" spc="0"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583928" y="6471832"/>
            <a:ext cx="20781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1500" y="3144012"/>
            <a:ext cx="4267200" cy="167640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779653" marR="263699" indent="-475462">
              <a:lnSpc>
                <a:spcPct val="100041"/>
              </a:lnSpc>
            </a:pPr>
            <a:r>
              <a:rPr dirty="0" smtClean="0" sz="2000" spc="-1">
                <a:latin typeface="Arial"/>
                <a:cs typeface="Arial"/>
              </a:rPr>
              <a:t>All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o</a:t>
            </a:r>
            <a:r>
              <a:rPr dirty="0" smtClean="0" sz="2000" spc="-1">
                <a:latin typeface="Arial"/>
                <a:cs typeface="Arial"/>
              </a:rPr>
              <a:t>c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ses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w</a:t>
            </a:r>
            <a:r>
              <a:rPr dirty="0" smtClean="0" sz="2000" spc="-1">
                <a:latin typeface="Arial"/>
                <a:cs typeface="Arial"/>
              </a:rPr>
              <a:t>h</a:t>
            </a:r>
            <a:r>
              <a:rPr dirty="0" smtClean="0" sz="2000" spc="-1">
                <a:latin typeface="Arial"/>
                <a:cs typeface="Arial"/>
              </a:rPr>
              <a:t>ich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deg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ade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the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si</a:t>
            </a:r>
            <a:r>
              <a:rPr dirty="0" smtClean="0" sz="2000" spc="-1">
                <a:latin typeface="Arial"/>
                <a:cs typeface="Arial"/>
              </a:rPr>
              <a:t>g</a:t>
            </a:r>
            <a:r>
              <a:rPr dirty="0" smtClean="0" sz="2000" spc="-1">
                <a:latin typeface="Arial"/>
                <a:cs typeface="Arial"/>
              </a:rPr>
              <a:t>nal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in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addi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v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manner</a:t>
            </a:r>
            <a:endParaRPr sz="2000">
              <a:latin typeface="Arial"/>
              <a:cs typeface="Arial"/>
            </a:endParaRPr>
          </a:p>
          <a:p>
            <a:pPr marL="560857" marR="104038" algn="ctr">
              <a:lnSpc>
                <a:spcPts val="2065"/>
              </a:lnSpc>
              <a:spcBef>
                <a:spcPts val="103"/>
              </a:spcBef>
            </a:pPr>
            <a:r>
              <a:rPr dirty="0" smtClean="0" sz="1800" spc="0">
                <a:latin typeface="Arial"/>
                <a:cs typeface="Arial"/>
              </a:rPr>
              <a:t>(a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ch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toc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rre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ati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ction</a:t>
            </a:r>
            <a:endParaRPr sz="1800">
              <a:latin typeface="Arial"/>
              <a:cs typeface="Arial"/>
            </a:endParaRPr>
          </a:p>
          <a:p>
            <a:pPr marL="912687" marR="454414" algn="ctr">
              <a:lnSpc>
                <a:spcPct val="95825"/>
              </a:lnSpc>
            </a:pPr>
            <a:r>
              <a:rPr dirty="0" smtClean="0" sz="1800" spc="1">
                <a:latin typeface="Arial"/>
                <a:cs typeface="Arial"/>
              </a:rPr>
              <a:t>is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a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D</a:t>
            </a:r>
            <a:r>
              <a:rPr dirty="0" smtClean="0" sz="1800" spc="1">
                <a:latin typeface="Arial"/>
                <a:cs typeface="Arial"/>
              </a:rPr>
              <a:t>i</a:t>
            </a:r>
            <a:r>
              <a:rPr dirty="0" smtClean="0" sz="1800" spc="1">
                <a:latin typeface="Arial"/>
                <a:cs typeface="Arial"/>
              </a:rPr>
              <a:t>r</a:t>
            </a:r>
            <a:r>
              <a:rPr dirty="0" smtClean="0" sz="1800" spc="1">
                <a:latin typeface="Arial"/>
                <a:cs typeface="Arial"/>
              </a:rPr>
              <a:t>a</a:t>
            </a:r>
            <a:r>
              <a:rPr dirty="0" smtClean="0" sz="1800" spc="1">
                <a:latin typeface="Arial"/>
                <a:cs typeface="Arial"/>
              </a:rPr>
              <a:t>c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d</a:t>
            </a:r>
            <a:r>
              <a:rPr dirty="0" smtClean="0" sz="1800" spc="1">
                <a:latin typeface="Arial"/>
                <a:cs typeface="Arial"/>
              </a:rPr>
              <a:t>e</a:t>
            </a:r>
            <a:r>
              <a:rPr dirty="0" smtClean="0" sz="1800" spc="1">
                <a:latin typeface="Arial"/>
                <a:cs typeface="Arial"/>
              </a:rPr>
              <a:t>lt</a:t>
            </a:r>
            <a:r>
              <a:rPr dirty="0" smtClean="0" sz="1800" spc="1">
                <a:latin typeface="Arial"/>
                <a:cs typeface="Arial"/>
              </a:rPr>
              <a:t>a</a:t>
            </a:r>
            <a:r>
              <a:rPr dirty="0" smtClean="0" sz="1800" spc="1">
                <a:latin typeface="Arial"/>
                <a:cs typeface="Arial"/>
              </a:rPr>
              <a:t>)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2000" spc="1">
                <a:latin typeface="Arial"/>
                <a:cs typeface="Arial"/>
              </a:rPr>
              <a:t>are</a:t>
            </a:r>
            <a:r>
              <a:rPr dirty="0" smtClean="0" sz="2000" spc="1">
                <a:latin typeface="Arial"/>
                <a:cs typeface="Arial"/>
              </a:rPr>
              <a:t> </a:t>
            </a:r>
            <a:r>
              <a:rPr dirty="0" smtClean="0" sz="2000" spc="1">
                <a:latin typeface="Arial"/>
                <a:cs typeface="Arial"/>
              </a:rPr>
              <a:t>called:</a:t>
            </a:r>
            <a:endParaRPr sz="2000">
              <a:latin typeface="Arial"/>
              <a:cs typeface="Arial"/>
            </a:endParaRPr>
          </a:p>
          <a:p>
            <a:pPr marL="1741512" marR="1670082" algn="ctr">
              <a:lnSpc>
                <a:spcPct val="95825"/>
              </a:lnSpc>
              <a:spcBef>
                <a:spcPts val="583"/>
              </a:spcBef>
            </a:pPr>
            <a:r>
              <a:rPr dirty="0" smtClean="0" sz="2000" b="1">
                <a:latin typeface="Arial"/>
                <a:cs typeface="Arial"/>
              </a:rPr>
              <a:t>N</a:t>
            </a:r>
            <a:r>
              <a:rPr dirty="0" smtClean="0" sz="2000" b="1">
                <a:latin typeface="Arial"/>
                <a:cs typeface="Arial"/>
              </a:rPr>
              <a:t>OI</a:t>
            </a:r>
            <a:r>
              <a:rPr dirty="0" smtClean="0" sz="2000" b="1">
                <a:latin typeface="Arial"/>
                <a:cs typeface="Arial"/>
              </a:rPr>
              <a:t>S</a:t>
            </a:r>
            <a:r>
              <a:rPr dirty="0" smtClean="0" sz="2000" b="1">
                <a:latin typeface="Arial"/>
                <a:cs typeface="Arial"/>
              </a:rPr>
              <a:t>E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457200" y="762000"/>
            <a:ext cx="8991600" cy="54864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0" y="762000"/>
            <a:ext cx="4953000" cy="518160"/>
          </a:xfrm>
          <a:custGeom>
            <a:avLst/>
            <a:gdLst/>
            <a:ahLst/>
            <a:cxnLst/>
            <a:rect l="l" t="t" r="r" b="b"/>
            <a:pathLst>
              <a:path w="4953000" h="518160">
                <a:moveTo>
                  <a:pt x="0" y="518160"/>
                </a:moveTo>
                <a:lnTo>
                  <a:pt x="4953000" y="518160"/>
                </a:lnTo>
                <a:lnTo>
                  <a:pt x="4953000" y="0"/>
                </a:lnTo>
                <a:lnTo>
                  <a:pt x="0" y="0"/>
                </a:lnTo>
                <a:lnTo>
                  <a:pt x="0" y="51816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8740" y="159169"/>
            <a:ext cx="2371655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A.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P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h</a:t>
            </a:r>
            <a:r>
              <a:rPr dirty="0" smtClean="0" sz="2400" spc="-1" b="1">
                <a:latin typeface="Arial"/>
                <a:cs typeface="Arial"/>
              </a:rPr>
              <a:t>ulu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8740" y="823000"/>
            <a:ext cx="4611859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Sk</a:t>
            </a:r>
            <a:r>
              <a:rPr dirty="0" smtClean="0" sz="1400" spc="-4" b="1">
                <a:latin typeface="Arial"/>
                <a:cs typeface="Arial"/>
              </a:rPr>
              <a:t>l</a:t>
            </a:r>
            <a:r>
              <a:rPr dirty="0" smtClean="0" sz="1400" spc="-4" b="1">
                <a:latin typeface="Arial"/>
                <a:cs typeface="Arial"/>
              </a:rPr>
              <a:t>a</a:t>
            </a:r>
            <a:r>
              <a:rPr dirty="0" smtClean="0" sz="1400" spc="-4" b="1">
                <a:latin typeface="Arial"/>
                <a:cs typeface="Arial"/>
              </a:rPr>
              <a:t>r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B</a:t>
            </a:r>
            <a:r>
              <a:rPr dirty="0" smtClean="0" sz="1400" spc="-4" b="1">
                <a:latin typeface="Arial"/>
                <a:cs typeface="Arial"/>
              </a:rPr>
              <a:t>.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“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g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tal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c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mm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cat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s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: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F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ame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tal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12700" marR="26746">
              <a:lnSpc>
                <a:spcPct val="95825"/>
              </a:lnSpc>
            </a:pPr>
            <a:r>
              <a:rPr dirty="0" smtClean="0" sz="1400" spc="-2" b="1" i="1">
                <a:latin typeface="Arial"/>
                <a:cs typeface="Arial"/>
              </a:rPr>
              <a:t>A</a:t>
            </a:r>
            <a:r>
              <a:rPr dirty="0" smtClean="0" sz="1400" spc="-2" b="1" i="1">
                <a:latin typeface="Arial"/>
                <a:cs typeface="Arial"/>
              </a:rPr>
              <a:t>p</a:t>
            </a:r>
            <a:r>
              <a:rPr dirty="0" smtClean="0" sz="1400" spc="-2" b="1" i="1">
                <a:latin typeface="Arial"/>
                <a:cs typeface="Arial"/>
              </a:rPr>
              <a:t>p</a:t>
            </a:r>
            <a:r>
              <a:rPr dirty="0" smtClean="0" sz="1400" spc="-2" b="1" i="1">
                <a:latin typeface="Arial"/>
                <a:cs typeface="Arial"/>
              </a:rPr>
              <a:t>l</a:t>
            </a:r>
            <a:r>
              <a:rPr dirty="0" smtClean="0" sz="1400" spc="-2" b="1" i="1">
                <a:latin typeface="Arial"/>
                <a:cs typeface="Arial"/>
              </a:rPr>
              <a:t>i</a:t>
            </a:r>
            <a:r>
              <a:rPr dirty="0" smtClean="0" sz="1400" spc="-2" b="1" i="1">
                <a:latin typeface="Arial"/>
                <a:cs typeface="Arial"/>
              </a:rPr>
              <a:t>cat</a:t>
            </a:r>
            <a:r>
              <a:rPr dirty="0" smtClean="0" sz="1400" spc="-2" b="1" i="1">
                <a:latin typeface="Arial"/>
                <a:cs typeface="Arial"/>
              </a:rPr>
              <a:t>i</a:t>
            </a:r>
            <a:r>
              <a:rPr dirty="0" smtClean="0" sz="1400" spc="-2" b="1" i="1">
                <a:latin typeface="Arial"/>
                <a:cs typeface="Arial"/>
              </a:rPr>
              <a:t>o</a:t>
            </a:r>
            <a:r>
              <a:rPr dirty="0" smtClean="0" sz="1400" spc="-2" b="1" i="1">
                <a:latin typeface="Arial"/>
                <a:cs typeface="Arial"/>
              </a:rPr>
              <a:t>n</a:t>
            </a:r>
            <a:r>
              <a:rPr dirty="0" smtClean="0" sz="1400" spc="-2" b="1" i="1">
                <a:latin typeface="Arial"/>
                <a:cs typeface="Arial"/>
              </a:rPr>
              <a:t>s</a:t>
            </a:r>
            <a:r>
              <a:rPr dirty="0" smtClean="0" sz="1400" spc="-2" b="1">
                <a:latin typeface="Arial"/>
                <a:cs typeface="Arial"/>
              </a:rPr>
              <a:t>”</a:t>
            </a:r>
            <a:r>
              <a:rPr dirty="0" smtClean="0" sz="1400" spc="-2" b="1">
                <a:latin typeface="Arial"/>
                <a:cs typeface="Arial"/>
              </a:rPr>
              <a:t>,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P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r>
              <a:rPr dirty="0" smtClean="0" sz="1400" spc="-2" b="1">
                <a:latin typeface="Arial"/>
                <a:cs typeface="Arial"/>
              </a:rPr>
              <a:t>n</a:t>
            </a:r>
            <a:r>
              <a:rPr dirty="0" smtClean="0" sz="1400" spc="-2" b="1">
                <a:latin typeface="Arial"/>
                <a:cs typeface="Arial"/>
              </a:rPr>
              <a:t>t</a:t>
            </a:r>
            <a:r>
              <a:rPr dirty="0" smtClean="0" sz="1400" spc="-2" b="1">
                <a:latin typeface="Arial"/>
                <a:cs typeface="Arial"/>
              </a:rPr>
              <a:t>i</a:t>
            </a:r>
            <a:r>
              <a:rPr dirty="0" smtClean="0" sz="1400" spc="-2" b="1">
                <a:latin typeface="Arial"/>
                <a:cs typeface="Arial"/>
              </a:rPr>
              <a:t>ce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H</a:t>
            </a:r>
            <a:r>
              <a:rPr dirty="0" smtClean="0" sz="1400" spc="-2" b="1">
                <a:latin typeface="Arial"/>
                <a:cs typeface="Arial"/>
              </a:rPr>
              <a:t>a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,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1988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605264" y="6471832"/>
            <a:ext cx="18637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381000" y="685800"/>
            <a:ext cx="9067800" cy="56388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6321552" y="5547360"/>
            <a:ext cx="3581400" cy="729995"/>
          </a:xfrm>
          <a:custGeom>
            <a:avLst/>
            <a:gdLst/>
            <a:ahLst/>
            <a:cxnLst/>
            <a:rect l="l" t="t" r="r" b="b"/>
            <a:pathLst>
              <a:path w="3581400" h="729995">
                <a:moveTo>
                  <a:pt x="0" y="729995"/>
                </a:moveTo>
                <a:lnTo>
                  <a:pt x="3581400" y="729995"/>
                </a:lnTo>
                <a:lnTo>
                  <a:pt x="3581400" y="0"/>
                </a:lnTo>
                <a:lnTo>
                  <a:pt x="0" y="0"/>
                </a:lnTo>
                <a:lnTo>
                  <a:pt x="0" y="729995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01181" y="5608716"/>
            <a:ext cx="3096317" cy="63042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5" b="1">
                <a:latin typeface="Arial"/>
                <a:cs typeface="Arial"/>
              </a:rPr>
              <a:t>Sk</a:t>
            </a:r>
            <a:r>
              <a:rPr dirty="0" smtClean="0" sz="1400" spc="-5" b="1">
                <a:latin typeface="Arial"/>
                <a:cs typeface="Arial"/>
              </a:rPr>
              <a:t>l</a:t>
            </a:r>
            <a:r>
              <a:rPr dirty="0" smtClean="0" sz="1400" spc="-5" b="1">
                <a:latin typeface="Arial"/>
                <a:cs typeface="Arial"/>
              </a:rPr>
              <a:t>a</a:t>
            </a:r>
            <a:r>
              <a:rPr dirty="0" smtClean="0" sz="1400" spc="-5" b="1">
                <a:latin typeface="Arial"/>
                <a:cs typeface="Arial"/>
              </a:rPr>
              <a:t>r</a:t>
            </a:r>
            <a:r>
              <a:rPr dirty="0" smtClean="0" sz="1400" spc="-5" b="1">
                <a:latin typeface="Arial"/>
                <a:cs typeface="Arial"/>
              </a:rPr>
              <a:t>,</a:t>
            </a:r>
            <a:r>
              <a:rPr dirty="0" smtClean="0" sz="1400" spc="-5" b="1">
                <a:latin typeface="Arial"/>
                <a:cs typeface="Arial"/>
              </a:rPr>
              <a:t> </a:t>
            </a:r>
            <a:r>
              <a:rPr dirty="0" smtClean="0" sz="1400" spc="-5" b="1">
                <a:latin typeface="Arial"/>
                <a:cs typeface="Arial"/>
              </a:rPr>
              <a:t>B</a:t>
            </a:r>
            <a:r>
              <a:rPr dirty="0" smtClean="0" sz="1400" spc="-5" b="1">
                <a:latin typeface="Arial"/>
                <a:cs typeface="Arial"/>
              </a:rPr>
              <a:t>.</a:t>
            </a:r>
            <a:r>
              <a:rPr dirty="0" smtClean="0" sz="1400" spc="-5" b="1">
                <a:latin typeface="Arial"/>
                <a:cs typeface="Arial"/>
              </a:rPr>
              <a:t>,</a:t>
            </a:r>
            <a:r>
              <a:rPr dirty="0" smtClean="0" sz="1400" spc="-5" b="1">
                <a:latin typeface="Arial"/>
                <a:cs typeface="Arial"/>
              </a:rPr>
              <a:t> </a:t>
            </a:r>
            <a:r>
              <a:rPr dirty="0" smtClean="0" sz="1400" spc="-5" b="1">
                <a:latin typeface="Arial"/>
                <a:cs typeface="Arial"/>
              </a:rPr>
              <a:t>“</a:t>
            </a:r>
            <a:r>
              <a:rPr dirty="0" smtClean="0" sz="1400" spc="-5" b="1">
                <a:latin typeface="Arial"/>
                <a:cs typeface="Arial"/>
              </a:rPr>
              <a:t> </a:t>
            </a:r>
            <a:r>
              <a:rPr dirty="0" smtClean="0" sz="1400" spc="-5" b="1" i="1">
                <a:latin typeface="Arial"/>
                <a:cs typeface="Arial"/>
              </a:rPr>
              <a:t>D</a:t>
            </a:r>
            <a:r>
              <a:rPr dirty="0" smtClean="0" sz="1400" spc="-5" b="1" i="1">
                <a:latin typeface="Arial"/>
                <a:cs typeface="Arial"/>
              </a:rPr>
              <a:t>i</a:t>
            </a:r>
            <a:r>
              <a:rPr dirty="0" smtClean="0" sz="1400" spc="-5" b="1" i="1">
                <a:latin typeface="Arial"/>
                <a:cs typeface="Arial"/>
              </a:rPr>
              <a:t>g</a:t>
            </a:r>
            <a:r>
              <a:rPr dirty="0" smtClean="0" sz="1400" spc="-5" b="1" i="1">
                <a:latin typeface="Arial"/>
                <a:cs typeface="Arial"/>
              </a:rPr>
              <a:t>i</a:t>
            </a:r>
            <a:r>
              <a:rPr dirty="0" smtClean="0" sz="1400" spc="-5" b="1" i="1">
                <a:latin typeface="Arial"/>
                <a:cs typeface="Arial"/>
              </a:rPr>
              <a:t>tal</a:t>
            </a:r>
            <a:r>
              <a:rPr dirty="0" smtClean="0" sz="1400" spc="-5" b="1" i="1">
                <a:latin typeface="Arial"/>
                <a:cs typeface="Arial"/>
              </a:rPr>
              <a:t> </a:t>
            </a:r>
            <a:r>
              <a:rPr dirty="0" smtClean="0" sz="1400" spc="-5" b="1" i="1">
                <a:latin typeface="Arial"/>
                <a:cs typeface="Arial"/>
              </a:rPr>
              <a:t>c</a:t>
            </a:r>
            <a:r>
              <a:rPr dirty="0" smtClean="0" sz="1400" spc="-5" b="1" i="1">
                <a:latin typeface="Arial"/>
                <a:cs typeface="Arial"/>
              </a:rPr>
              <a:t>o</a:t>
            </a:r>
            <a:r>
              <a:rPr dirty="0" smtClean="0" sz="1400" spc="-5" b="1" i="1">
                <a:latin typeface="Arial"/>
                <a:cs typeface="Arial"/>
              </a:rPr>
              <a:t>mm</a:t>
            </a:r>
            <a:r>
              <a:rPr dirty="0" smtClean="0" sz="1400" spc="-5" b="1" i="1">
                <a:latin typeface="Arial"/>
                <a:cs typeface="Arial"/>
              </a:rPr>
              <a:t>u</a:t>
            </a:r>
            <a:r>
              <a:rPr dirty="0" smtClean="0" sz="1400" spc="-5" b="1" i="1">
                <a:latin typeface="Arial"/>
                <a:cs typeface="Arial"/>
              </a:rPr>
              <a:t>n</a:t>
            </a:r>
            <a:r>
              <a:rPr dirty="0" smtClean="0" sz="1400" spc="-5" b="1" i="1">
                <a:latin typeface="Arial"/>
                <a:cs typeface="Arial"/>
              </a:rPr>
              <a:t>i</a:t>
            </a:r>
            <a:r>
              <a:rPr dirty="0" smtClean="0" sz="1400" spc="-5" b="1" i="1">
                <a:latin typeface="Arial"/>
                <a:cs typeface="Arial"/>
              </a:rPr>
              <a:t>cat</a:t>
            </a:r>
            <a:r>
              <a:rPr dirty="0" smtClean="0" sz="1400" spc="-5" b="1" i="1">
                <a:latin typeface="Arial"/>
                <a:cs typeface="Arial"/>
              </a:rPr>
              <a:t>i</a:t>
            </a:r>
            <a:r>
              <a:rPr dirty="0" smtClean="0" sz="1400" spc="-5" b="1" i="1">
                <a:latin typeface="Arial"/>
                <a:cs typeface="Arial"/>
              </a:rPr>
              <a:t>o</a:t>
            </a:r>
            <a:r>
              <a:rPr dirty="0" smtClean="0" sz="1400" spc="-5" b="1" i="1">
                <a:latin typeface="Arial"/>
                <a:cs typeface="Arial"/>
              </a:rPr>
              <a:t>n</a:t>
            </a:r>
            <a:r>
              <a:rPr dirty="0" smtClean="0" sz="1400" spc="-5" b="1" i="1">
                <a:latin typeface="Arial"/>
                <a:cs typeface="Arial"/>
              </a:rPr>
              <a:t>s</a:t>
            </a:r>
            <a:r>
              <a:rPr dirty="0" smtClean="0" sz="1400" spc="-5" b="1" i="1">
                <a:latin typeface="Arial"/>
                <a:cs typeface="Arial"/>
              </a:rPr>
              <a:t> </a:t>
            </a:r>
            <a:r>
              <a:rPr dirty="0" smtClean="0" sz="1400" spc="-5" b="1" i="1">
                <a:latin typeface="Arial"/>
                <a:cs typeface="Arial"/>
              </a:rPr>
              <a:t>:</a:t>
            </a:r>
            <a:endParaRPr sz="1400">
              <a:latin typeface="Arial"/>
              <a:cs typeface="Arial"/>
            </a:endParaRPr>
          </a:p>
          <a:p>
            <a:pPr marL="12700" marR="26746">
              <a:lnSpc>
                <a:spcPct val="95825"/>
              </a:lnSpc>
            </a:pPr>
            <a:r>
              <a:rPr dirty="0" smtClean="0" sz="1400" spc="-4" b="1" i="1">
                <a:latin typeface="Arial"/>
                <a:cs typeface="Arial"/>
              </a:rPr>
              <a:t>F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ame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tal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-4" b="1" i="1">
                <a:latin typeface="Arial"/>
                <a:cs typeface="Arial"/>
              </a:rPr>
              <a:t>l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cat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s</a:t>
            </a:r>
            <a:r>
              <a:rPr dirty="0" smtClean="0" sz="1400" spc="-4" b="1">
                <a:latin typeface="Arial"/>
                <a:cs typeface="Arial"/>
              </a:rPr>
              <a:t>”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endParaRPr sz="1400">
              <a:latin typeface="Arial"/>
              <a:cs typeface="Arial"/>
            </a:endParaRPr>
          </a:p>
          <a:p>
            <a:pPr marL="12700" marR="26746">
              <a:lnSpc>
                <a:spcPct val="95825"/>
              </a:lnSpc>
              <a:spcBef>
                <a:spcPts val="70"/>
              </a:spcBef>
            </a:pPr>
            <a:r>
              <a:rPr dirty="0" smtClean="0" sz="1400" spc="-2" b="1">
                <a:latin typeface="Arial"/>
                <a:cs typeface="Arial"/>
              </a:rPr>
              <a:t>P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r>
              <a:rPr dirty="0" smtClean="0" sz="1400" spc="-2" b="1">
                <a:latin typeface="Arial"/>
                <a:cs typeface="Arial"/>
              </a:rPr>
              <a:t>n</a:t>
            </a:r>
            <a:r>
              <a:rPr dirty="0" smtClean="0" sz="1400" spc="-2" b="1">
                <a:latin typeface="Arial"/>
                <a:cs typeface="Arial"/>
              </a:rPr>
              <a:t>t</a:t>
            </a:r>
            <a:r>
              <a:rPr dirty="0" smtClean="0" sz="1400" spc="-2" b="1">
                <a:latin typeface="Arial"/>
                <a:cs typeface="Arial"/>
              </a:rPr>
              <a:t>i</a:t>
            </a:r>
            <a:r>
              <a:rPr dirty="0" smtClean="0" sz="1400" spc="-2" b="1">
                <a:latin typeface="Arial"/>
                <a:cs typeface="Arial"/>
              </a:rPr>
              <a:t>ce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H</a:t>
            </a:r>
            <a:r>
              <a:rPr dirty="0" smtClean="0" sz="1400" spc="-2" b="1">
                <a:latin typeface="Arial"/>
                <a:cs typeface="Arial"/>
              </a:rPr>
              <a:t>a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,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1988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577832" y="6471832"/>
            <a:ext cx="21428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8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609600" y="1447800"/>
            <a:ext cx="8839200" cy="3512057"/>
          </a:xfrm>
          <a:custGeom>
            <a:avLst/>
            <a:gdLst/>
            <a:ahLst/>
            <a:cxnLst/>
            <a:rect l="l" t="t" r="r" b="b"/>
            <a:pathLst>
              <a:path w="8839200" h="3512057">
                <a:moveTo>
                  <a:pt x="0" y="0"/>
                </a:moveTo>
                <a:lnTo>
                  <a:pt x="0" y="2924556"/>
                </a:lnTo>
                <a:lnTo>
                  <a:pt x="1473200" y="2924556"/>
                </a:lnTo>
                <a:lnTo>
                  <a:pt x="914272" y="3512057"/>
                </a:lnTo>
                <a:lnTo>
                  <a:pt x="3683000" y="2924556"/>
                </a:lnTo>
                <a:lnTo>
                  <a:pt x="8839200" y="2924556"/>
                </a:lnTo>
                <a:lnTo>
                  <a:pt x="883920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609600" y="1447800"/>
            <a:ext cx="8839200" cy="3512057"/>
          </a:xfrm>
          <a:custGeom>
            <a:avLst/>
            <a:gdLst/>
            <a:ahLst/>
            <a:cxnLst/>
            <a:rect l="l" t="t" r="r" b="b"/>
            <a:pathLst>
              <a:path w="8839200" h="3512057">
                <a:moveTo>
                  <a:pt x="0" y="0"/>
                </a:moveTo>
                <a:lnTo>
                  <a:pt x="1473200" y="0"/>
                </a:lnTo>
                <a:lnTo>
                  <a:pt x="3683000" y="0"/>
                </a:lnTo>
                <a:lnTo>
                  <a:pt x="8839200" y="0"/>
                </a:lnTo>
                <a:lnTo>
                  <a:pt x="8839200" y="1705990"/>
                </a:lnTo>
                <a:lnTo>
                  <a:pt x="8839200" y="2437130"/>
                </a:lnTo>
                <a:lnTo>
                  <a:pt x="8839200" y="2924556"/>
                </a:lnTo>
                <a:lnTo>
                  <a:pt x="3683000" y="2924556"/>
                </a:lnTo>
                <a:lnTo>
                  <a:pt x="914272" y="3512057"/>
                </a:lnTo>
                <a:lnTo>
                  <a:pt x="1473200" y="2924556"/>
                </a:lnTo>
                <a:lnTo>
                  <a:pt x="0" y="2924556"/>
                </a:lnTo>
                <a:lnTo>
                  <a:pt x="0" y="2437130"/>
                </a:lnTo>
                <a:lnTo>
                  <a:pt x="0" y="1705990"/>
                </a:lnTo>
                <a:lnTo>
                  <a:pt x="0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811057" y="4884836"/>
            <a:ext cx="190319" cy="209232"/>
          </a:xfrm>
          <a:custGeom>
            <a:avLst/>
            <a:gdLst/>
            <a:ahLst/>
            <a:cxnLst/>
            <a:rect l="l" t="t" r="r" b="b"/>
            <a:pathLst>
              <a:path w="190319" h="209232">
                <a:moveTo>
                  <a:pt x="122617" y="3938"/>
                </a:moveTo>
                <a:lnTo>
                  <a:pt x="89417" y="0"/>
                </a:lnTo>
                <a:lnTo>
                  <a:pt x="57472" y="5522"/>
                </a:lnTo>
                <a:lnTo>
                  <a:pt x="21714" y="23687"/>
                </a:lnTo>
                <a:lnTo>
                  <a:pt x="2557" y="51312"/>
                </a:lnTo>
                <a:lnTo>
                  <a:pt x="0" y="73430"/>
                </a:lnTo>
                <a:lnTo>
                  <a:pt x="28108" y="107377"/>
                </a:lnTo>
                <a:lnTo>
                  <a:pt x="51102" y="129480"/>
                </a:lnTo>
                <a:lnTo>
                  <a:pt x="63866" y="155536"/>
                </a:lnTo>
                <a:lnTo>
                  <a:pt x="61308" y="189497"/>
                </a:lnTo>
                <a:lnTo>
                  <a:pt x="93253" y="209232"/>
                </a:lnTo>
                <a:lnTo>
                  <a:pt x="109853" y="195019"/>
                </a:lnTo>
                <a:lnTo>
                  <a:pt x="125174" y="175285"/>
                </a:lnTo>
                <a:lnTo>
                  <a:pt x="122617" y="155536"/>
                </a:lnTo>
                <a:lnTo>
                  <a:pt x="129011" y="131064"/>
                </a:lnTo>
                <a:lnTo>
                  <a:pt x="160956" y="97117"/>
                </a:lnTo>
                <a:lnTo>
                  <a:pt x="183949" y="75799"/>
                </a:lnTo>
                <a:lnTo>
                  <a:pt x="190319" y="51312"/>
                </a:lnTo>
                <a:lnTo>
                  <a:pt x="173719" y="27625"/>
                </a:lnTo>
                <a:lnTo>
                  <a:pt x="144332" y="11843"/>
                </a:lnTo>
                <a:lnTo>
                  <a:pt x="122617" y="393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805870" y="4881594"/>
            <a:ext cx="200791" cy="217330"/>
          </a:xfrm>
          <a:custGeom>
            <a:avLst/>
            <a:gdLst/>
            <a:ahLst/>
            <a:cxnLst/>
            <a:rect l="l" t="t" r="r" b="b"/>
            <a:pathLst>
              <a:path w="200791" h="217330">
                <a:moveTo>
                  <a:pt x="125159" y="177916"/>
                </a:moveTo>
                <a:lnTo>
                  <a:pt x="125271" y="178779"/>
                </a:lnTo>
                <a:lnTo>
                  <a:pt x="125753" y="177150"/>
                </a:lnTo>
                <a:lnTo>
                  <a:pt x="129300" y="133225"/>
                </a:lnTo>
                <a:lnTo>
                  <a:pt x="122665" y="158660"/>
                </a:lnTo>
                <a:lnTo>
                  <a:pt x="125159" y="177916"/>
                </a:lnTo>
                <a:close/>
              </a:path>
              <a:path w="200791" h="217330">
                <a:moveTo>
                  <a:pt x="95980" y="6277"/>
                </a:moveTo>
                <a:lnTo>
                  <a:pt x="125223" y="9904"/>
                </a:lnTo>
                <a:lnTo>
                  <a:pt x="129638" y="4189"/>
                </a:lnTo>
                <a:lnTo>
                  <a:pt x="94387" y="0"/>
                </a:lnTo>
                <a:lnTo>
                  <a:pt x="93639" y="6336"/>
                </a:lnTo>
                <a:lnTo>
                  <a:pt x="95980" y="6277"/>
                </a:lnTo>
                <a:close/>
              </a:path>
              <a:path w="200791" h="217330">
                <a:moveTo>
                  <a:pt x="132945" y="158907"/>
                </a:moveTo>
                <a:lnTo>
                  <a:pt x="132895" y="158526"/>
                </a:lnTo>
                <a:lnTo>
                  <a:pt x="132847" y="159281"/>
                </a:lnTo>
                <a:lnTo>
                  <a:pt x="135573" y="179119"/>
                </a:lnTo>
                <a:lnTo>
                  <a:pt x="132945" y="158907"/>
                </a:lnTo>
                <a:close/>
              </a:path>
              <a:path w="200791" h="217330">
                <a:moveTo>
                  <a:pt x="138613" y="135890"/>
                </a:moveTo>
                <a:lnTo>
                  <a:pt x="129300" y="133225"/>
                </a:lnTo>
                <a:lnTo>
                  <a:pt x="125753" y="177150"/>
                </a:lnTo>
                <a:lnTo>
                  <a:pt x="125271" y="178779"/>
                </a:lnTo>
                <a:lnTo>
                  <a:pt x="125159" y="177916"/>
                </a:lnTo>
                <a:lnTo>
                  <a:pt x="110654" y="196613"/>
                </a:lnTo>
                <a:lnTo>
                  <a:pt x="97799" y="207619"/>
                </a:lnTo>
                <a:lnTo>
                  <a:pt x="94291" y="210623"/>
                </a:lnTo>
                <a:lnTo>
                  <a:pt x="71715" y="191493"/>
                </a:lnTo>
                <a:lnTo>
                  <a:pt x="74192" y="158393"/>
                </a:lnTo>
                <a:lnTo>
                  <a:pt x="63962" y="158630"/>
                </a:lnTo>
                <a:lnTo>
                  <a:pt x="60970" y="131390"/>
                </a:lnTo>
                <a:lnTo>
                  <a:pt x="51392" y="133640"/>
                </a:lnTo>
                <a:lnTo>
                  <a:pt x="37832" y="109183"/>
                </a:lnTo>
                <a:lnTo>
                  <a:pt x="37692" y="109014"/>
                </a:lnTo>
                <a:lnTo>
                  <a:pt x="10383" y="75990"/>
                </a:lnTo>
                <a:lnTo>
                  <a:pt x="37591" y="108916"/>
                </a:lnTo>
                <a:lnTo>
                  <a:pt x="51595" y="134055"/>
                </a:lnTo>
                <a:lnTo>
                  <a:pt x="51995" y="134439"/>
                </a:lnTo>
                <a:lnTo>
                  <a:pt x="63918" y="159212"/>
                </a:lnTo>
                <a:lnTo>
                  <a:pt x="64155" y="159696"/>
                </a:lnTo>
                <a:lnTo>
                  <a:pt x="70115" y="190504"/>
                </a:lnTo>
                <a:lnTo>
                  <a:pt x="71611" y="192888"/>
                </a:lnTo>
                <a:lnTo>
                  <a:pt x="61284" y="193983"/>
                </a:lnTo>
                <a:lnTo>
                  <a:pt x="99068" y="217330"/>
                </a:lnTo>
                <a:lnTo>
                  <a:pt x="102036" y="210238"/>
                </a:lnTo>
                <a:lnTo>
                  <a:pt x="110432" y="196900"/>
                </a:lnTo>
                <a:lnTo>
                  <a:pt x="110891" y="196411"/>
                </a:lnTo>
                <a:lnTo>
                  <a:pt x="119456" y="199875"/>
                </a:lnTo>
                <a:lnTo>
                  <a:pt x="135573" y="179119"/>
                </a:lnTo>
                <a:lnTo>
                  <a:pt x="132847" y="159281"/>
                </a:lnTo>
                <a:lnTo>
                  <a:pt x="132895" y="158526"/>
                </a:lnTo>
                <a:lnTo>
                  <a:pt x="132945" y="158907"/>
                </a:lnTo>
                <a:lnTo>
                  <a:pt x="139091" y="135383"/>
                </a:lnTo>
                <a:lnTo>
                  <a:pt x="170513" y="101992"/>
                </a:lnTo>
                <a:lnTo>
                  <a:pt x="184094" y="78537"/>
                </a:lnTo>
                <a:lnTo>
                  <a:pt x="193987" y="80210"/>
                </a:lnTo>
                <a:lnTo>
                  <a:pt x="190826" y="55813"/>
                </a:lnTo>
                <a:lnTo>
                  <a:pt x="200791" y="54154"/>
                </a:lnTo>
                <a:lnTo>
                  <a:pt x="183129" y="28957"/>
                </a:lnTo>
                <a:lnTo>
                  <a:pt x="190464" y="54051"/>
                </a:lnTo>
                <a:lnTo>
                  <a:pt x="190228" y="54959"/>
                </a:lnTo>
                <a:lnTo>
                  <a:pt x="184866" y="77279"/>
                </a:lnTo>
                <a:lnTo>
                  <a:pt x="184280" y="77823"/>
                </a:lnTo>
                <a:lnTo>
                  <a:pt x="161800" y="98686"/>
                </a:lnTo>
                <a:lnTo>
                  <a:pt x="170390" y="102106"/>
                </a:lnTo>
                <a:lnTo>
                  <a:pt x="139241" y="134809"/>
                </a:lnTo>
                <a:lnTo>
                  <a:pt x="138613" y="135890"/>
                </a:lnTo>
                <a:close/>
              </a:path>
              <a:path w="200791" h="217330">
                <a:moveTo>
                  <a:pt x="139241" y="134809"/>
                </a:moveTo>
                <a:lnTo>
                  <a:pt x="170390" y="102106"/>
                </a:lnTo>
                <a:lnTo>
                  <a:pt x="161800" y="98686"/>
                </a:lnTo>
                <a:lnTo>
                  <a:pt x="129300" y="133225"/>
                </a:lnTo>
                <a:lnTo>
                  <a:pt x="138613" y="135890"/>
                </a:lnTo>
                <a:lnTo>
                  <a:pt x="139241" y="134809"/>
                </a:lnTo>
                <a:close/>
              </a:path>
              <a:path w="200791" h="217330">
                <a:moveTo>
                  <a:pt x="146509" y="17653"/>
                </a:moveTo>
                <a:lnTo>
                  <a:pt x="146937" y="17809"/>
                </a:lnTo>
                <a:lnTo>
                  <a:pt x="146165" y="17469"/>
                </a:lnTo>
                <a:lnTo>
                  <a:pt x="126839" y="10289"/>
                </a:lnTo>
                <a:lnTo>
                  <a:pt x="126008" y="10190"/>
                </a:lnTo>
                <a:lnTo>
                  <a:pt x="146509" y="17653"/>
                </a:lnTo>
                <a:close/>
              </a:path>
              <a:path w="200791" h="217330">
                <a:moveTo>
                  <a:pt x="170559" y="101943"/>
                </a:moveTo>
                <a:lnTo>
                  <a:pt x="193987" y="80210"/>
                </a:lnTo>
                <a:lnTo>
                  <a:pt x="184094" y="78537"/>
                </a:lnTo>
                <a:lnTo>
                  <a:pt x="170559" y="101943"/>
                </a:lnTo>
                <a:close/>
              </a:path>
              <a:path w="200791" h="217330">
                <a:moveTo>
                  <a:pt x="119456" y="199875"/>
                </a:moveTo>
                <a:lnTo>
                  <a:pt x="110891" y="196411"/>
                </a:lnTo>
                <a:lnTo>
                  <a:pt x="110432" y="196900"/>
                </a:lnTo>
                <a:lnTo>
                  <a:pt x="102036" y="210238"/>
                </a:lnTo>
                <a:lnTo>
                  <a:pt x="99068" y="217330"/>
                </a:lnTo>
                <a:lnTo>
                  <a:pt x="119456" y="199875"/>
                </a:lnTo>
                <a:close/>
              </a:path>
              <a:path w="200791" h="217330">
                <a:moveTo>
                  <a:pt x="70115" y="190504"/>
                </a:moveTo>
                <a:lnTo>
                  <a:pt x="64155" y="159696"/>
                </a:lnTo>
                <a:lnTo>
                  <a:pt x="63918" y="159212"/>
                </a:lnTo>
                <a:lnTo>
                  <a:pt x="61284" y="193983"/>
                </a:lnTo>
                <a:lnTo>
                  <a:pt x="71611" y="192888"/>
                </a:lnTo>
                <a:lnTo>
                  <a:pt x="70115" y="190504"/>
                </a:lnTo>
                <a:close/>
              </a:path>
              <a:path w="200791" h="217330">
                <a:moveTo>
                  <a:pt x="97799" y="207619"/>
                </a:moveTo>
                <a:lnTo>
                  <a:pt x="71715" y="191493"/>
                </a:lnTo>
                <a:lnTo>
                  <a:pt x="94291" y="210623"/>
                </a:lnTo>
                <a:lnTo>
                  <a:pt x="97799" y="207619"/>
                </a:lnTo>
                <a:close/>
              </a:path>
              <a:path w="200791" h="217330">
                <a:moveTo>
                  <a:pt x="183129" y="28957"/>
                </a:moveTo>
                <a:lnTo>
                  <a:pt x="174226" y="32125"/>
                </a:lnTo>
                <a:lnTo>
                  <a:pt x="175553" y="33250"/>
                </a:lnTo>
                <a:lnTo>
                  <a:pt x="183129" y="28957"/>
                </a:lnTo>
                <a:close/>
              </a:path>
              <a:path w="200791" h="217330">
                <a:moveTo>
                  <a:pt x="200791" y="54154"/>
                </a:moveTo>
                <a:lnTo>
                  <a:pt x="190826" y="55813"/>
                </a:lnTo>
                <a:lnTo>
                  <a:pt x="193987" y="80210"/>
                </a:lnTo>
                <a:lnTo>
                  <a:pt x="200791" y="54154"/>
                </a:lnTo>
                <a:close/>
              </a:path>
              <a:path w="200791" h="217330">
                <a:moveTo>
                  <a:pt x="190228" y="54959"/>
                </a:moveTo>
                <a:lnTo>
                  <a:pt x="184280" y="77823"/>
                </a:lnTo>
                <a:lnTo>
                  <a:pt x="184866" y="77279"/>
                </a:lnTo>
                <a:lnTo>
                  <a:pt x="190228" y="54959"/>
                </a:lnTo>
                <a:close/>
              </a:path>
              <a:path w="200791" h="217330">
                <a:moveTo>
                  <a:pt x="63918" y="159212"/>
                </a:moveTo>
                <a:lnTo>
                  <a:pt x="51995" y="134439"/>
                </a:lnTo>
                <a:lnTo>
                  <a:pt x="51595" y="134055"/>
                </a:lnTo>
                <a:lnTo>
                  <a:pt x="63918" y="159212"/>
                </a:lnTo>
                <a:close/>
              </a:path>
              <a:path w="200791" h="217330">
                <a:moveTo>
                  <a:pt x="60970" y="131390"/>
                </a:moveTo>
                <a:lnTo>
                  <a:pt x="63962" y="158630"/>
                </a:lnTo>
                <a:lnTo>
                  <a:pt x="74192" y="158393"/>
                </a:lnTo>
                <a:lnTo>
                  <a:pt x="60970" y="131390"/>
                </a:lnTo>
                <a:close/>
              </a:path>
              <a:path w="200791" h="217330">
                <a:moveTo>
                  <a:pt x="60246" y="5907"/>
                </a:moveTo>
                <a:lnTo>
                  <a:pt x="22704" y="24975"/>
                </a:lnTo>
                <a:lnTo>
                  <a:pt x="30135" y="29372"/>
                </a:lnTo>
                <a:lnTo>
                  <a:pt x="12835" y="54791"/>
                </a:lnTo>
                <a:lnTo>
                  <a:pt x="12449" y="55798"/>
                </a:lnTo>
                <a:lnTo>
                  <a:pt x="9747" y="75221"/>
                </a:lnTo>
                <a:lnTo>
                  <a:pt x="2702" y="53799"/>
                </a:lnTo>
                <a:lnTo>
                  <a:pt x="0" y="77323"/>
                </a:lnTo>
                <a:lnTo>
                  <a:pt x="10278" y="76894"/>
                </a:lnTo>
                <a:lnTo>
                  <a:pt x="10383" y="75990"/>
                </a:lnTo>
                <a:lnTo>
                  <a:pt x="12773" y="55331"/>
                </a:lnTo>
                <a:lnTo>
                  <a:pt x="31123" y="28870"/>
                </a:lnTo>
                <a:lnTo>
                  <a:pt x="65119" y="11611"/>
                </a:lnTo>
                <a:lnTo>
                  <a:pt x="94822" y="6477"/>
                </a:lnTo>
                <a:lnTo>
                  <a:pt x="65917" y="11207"/>
                </a:lnTo>
                <a:lnTo>
                  <a:pt x="64035" y="11799"/>
                </a:lnTo>
                <a:lnTo>
                  <a:pt x="31607" y="28172"/>
                </a:lnTo>
                <a:lnTo>
                  <a:pt x="60246" y="5907"/>
                </a:lnTo>
                <a:close/>
              </a:path>
              <a:path w="200791" h="217330">
                <a:moveTo>
                  <a:pt x="22704" y="24975"/>
                </a:moveTo>
                <a:lnTo>
                  <a:pt x="2702" y="53799"/>
                </a:lnTo>
                <a:lnTo>
                  <a:pt x="9747" y="75221"/>
                </a:lnTo>
                <a:lnTo>
                  <a:pt x="12449" y="55798"/>
                </a:lnTo>
                <a:lnTo>
                  <a:pt x="12835" y="54791"/>
                </a:lnTo>
                <a:lnTo>
                  <a:pt x="30135" y="29372"/>
                </a:lnTo>
                <a:lnTo>
                  <a:pt x="22704" y="24975"/>
                </a:lnTo>
                <a:close/>
              </a:path>
              <a:path w="200791" h="217330">
                <a:moveTo>
                  <a:pt x="28856" y="112203"/>
                </a:moveTo>
                <a:lnTo>
                  <a:pt x="51595" y="134055"/>
                </a:lnTo>
                <a:lnTo>
                  <a:pt x="37591" y="108916"/>
                </a:lnTo>
                <a:lnTo>
                  <a:pt x="10383" y="75990"/>
                </a:lnTo>
                <a:lnTo>
                  <a:pt x="10278" y="76894"/>
                </a:lnTo>
                <a:lnTo>
                  <a:pt x="0" y="77323"/>
                </a:lnTo>
                <a:lnTo>
                  <a:pt x="28856" y="112203"/>
                </a:lnTo>
                <a:close/>
              </a:path>
              <a:path w="200791" h="217330">
                <a:moveTo>
                  <a:pt x="60970" y="131390"/>
                </a:moveTo>
                <a:lnTo>
                  <a:pt x="37692" y="109014"/>
                </a:lnTo>
                <a:lnTo>
                  <a:pt x="37832" y="109183"/>
                </a:lnTo>
                <a:lnTo>
                  <a:pt x="51392" y="133640"/>
                </a:lnTo>
                <a:lnTo>
                  <a:pt x="60970" y="131390"/>
                </a:lnTo>
                <a:close/>
              </a:path>
              <a:path w="200791" h="217330">
                <a:moveTo>
                  <a:pt x="146509" y="17653"/>
                </a:moveTo>
                <a:lnTo>
                  <a:pt x="174689" y="32787"/>
                </a:lnTo>
                <a:lnTo>
                  <a:pt x="190228" y="54959"/>
                </a:lnTo>
                <a:lnTo>
                  <a:pt x="190464" y="54051"/>
                </a:lnTo>
                <a:lnTo>
                  <a:pt x="183129" y="28957"/>
                </a:lnTo>
                <a:lnTo>
                  <a:pt x="175553" y="33250"/>
                </a:lnTo>
                <a:lnTo>
                  <a:pt x="174226" y="32125"/>
                </a:lnTo>
                <a:lnTo>
                  <a:pt x="183129" y="28957"/>
                </a:lnTo>
                <a:lnTo>
                  <a:pt x="152535" y="12509"/>
                </a:lnTo>
                <a:lnTo>
                  <a:pt x="129638" y="4189"/>
                </a:lnTo>
                <a:lnTo>
                  <a:pt x="125223" y="9904"/>
                </a:lnTo>
                <a:lnTo>
                  <a:pt x="95980" y="6277"/>
                </a:lnTo>
                <a:lnTo>
                  <a:pt x="93639" y="6336"/>
                </a:lnTo>
                <a:lnTo>
                  <a:pt x="94387" y="0"/>
                </a:lnTo>
                <a:lnTo>
                  <a:pt x="60246" y="5907"/>
                </a:lnTo>
                <a:lnTo>
                  <a:pt x="31607" y="28172"/>
                </a:lnTo>
                <a:lnTo>
                  <a:pt x="64035" y="11799"/>
                </a:lnTo>
                <a:lnTo>
                  <a:pt x="65917" y="11207"/>
                </a:lnTo>
                <a:lnTo>
                  <a:pt x="94822" y="6477"/>
                </a:lnTo>
                <a:lnTo>
                  <a:pt x="126008" y="10190"/>
                </a:lnTo>
                <a:lnTo>
                  <a:pt x="126839" y="10289"/>
                </a:lnTo>
                <a:lnTo>
                  <a:pt x="146165" y="17469"/>
                </a:lnTo>
                <a:lnTo>
                  <a:pt x="146937" y="17809"/>
                </a:lnTo>
                <a:lnTo>
                  <a:pt x="146509" y="17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606683" y="4873777"/>
            <a:ext cx="139229" cy="40268"/>
          </a:xfrm>
          <a:custGeom>
            <a:avLst/>
            <a:gdLst/>
            <a:ahLst/>
            <a:cxnLst/>
            <a:rect l="l" t="t" r="r" b="b"/>
            <a:pathLst>
              <a:path w="139229" h="40268">
                <a:moveTo>
                  <a:pt x="139229" y="40268"/>
                </a:moveTo>
                <a:lnTo>
                  <a:pt x="35764" y="0"/>
                </a:lnTo>
                <a:lnTo>
                  <a:pt x="8939" y="1584"/>
                </a:lnTo>
                <a:lnTo>
                  <a:pt x="0" y="13427"/>
                </a:lnTo>
                <a:lnTo>
                  <a:pt x="22991" y="27640"/>
                </a:lnTo>
                <a:lnTo>
                  <a:pt x="139229" y="40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745912" y="4768769"/>
            <a:ext cx="61308" cy="66324"/>
          </a:xfrm>
          <a:custGeom>
            <a:avLst/>
            <a:gdLst/>
            <a:ahLst/>
            <a:cxnLst/>
            <a:rect l="l" t="t" r="r" b="b"/>
            <a:pathLst>
              <a:path w="61308" h="66324">
                <a:moveTo>
                  <a:pt x="61308" y="66324"/>
                </a:moveTo>
                <a:lnTo>
                  <a:pt x="52381" y="12628"/>
                </a:lnTo>
                <a:lnTo>
                  <a:pt x="35757" y="0"/>
                </a:lnTo>
                <a:lnTo>
                  <a:pt x="6393" y="6306"/>
                </a:lnTo>
                <a:lnTo>
                  <a:pt x="0" y="24471"/>
                </a:lnTo>
                <a:lnTo>
                  <a:pt x="61308" y="66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942626" y="4751388"/>
            <a:ext cx="52381" cy="79751"/>
          </a:xfrm>
          <a:custGeom>
            <a:avLst/>
            <a:gdLst/>
            <a:ahLst/>
            <a:cxnLst/>
            <a:rect l="l" t="t" r="r" b="b"/>
            <a:pathLst>
              <a:path w="52381" h="79751">
                <a:moveTo>
                  <a:pt x="7672" y="79751"/>
                </a:moveTo>
                <a:lnTo>
                  <a:pt x="48545" y="24486"/>
                </a:lnTo>
                <a:lnTo>
                  <a:pt x="52381" y="8690"/>
                </a:lnTo>
                <a:lnTo>
                  <a:pt x="28108" y="0"/>
                </a:lnTo>
                <a:lnTo>
                  <a:pt x="0" y="20533"/>
                </a:lnTo>
                <a:lnTo>
                  <a:pt x="7672" y="79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049922" y="4812975"/>
            <a:ext cx="125174" cy="49743"/>
          </a:xfrm>
          <a:custGeom>
            <a:avLst/>
            <a:gdLst/>
            <a:ahLst/>
            <a:cxnLst/>
            <a:rect l="l" t="t" r="r" b="b"/>
            <a:pathLst>
              <a:path w="125174" h="49743">
                <a:moveTo>
                  <a:pt x="0" y="49743"/>
                </a:moveTo>
                <a:lnTo>
                  <a:pt x="106017" y="33961"/>
                </a:lnTo>
                <a:lnTo>
                  <a:pt x="122617" y="26055"/>
                </a:lnTo>
                <a:lnTo>
                  <a:pt x="125174" y="9474"/>
                </a:lnTo>
                <a:lnTo>
                  <a:pt x="93253" y="0"/>
                </a:lnTo>
                <a:lnTo>
                  <a:pt x="0" y="497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645003" y="5170652"/>
            <a:ext cx="522445" cy="319777"/>
          </a:xfrm>
          <a:custGeom>
            <a:avLst/>
            <a:gdLst/>
            <a:ahLst/>
            <a:cxnLst/>
            <a:rect l="l" t="t" r="r" b="b"/>
            <a:pathLst>
              <a:path w="522445" h="319777">
                <a:moveTo>
                  <a:pt x="12773" y="56064"/>
                </a:moveTo>
                <a:lnTo>
                  <a:pt x="0" y="104223"/>
                </a:lnTo>
                <a:lnTo>
                  <a:pt x="12773" y="168179"/>
                </a:lnTo>
                <a:lnTo>
                  <a:pt x="63873" y="240040"/>
                </a:lnTo>
                <a:lnTo>
                  <a:pt x="154569" y="288199"/>
                </a:lnTo>
                <a:lnTo>
                  <a:pt x="224805" y="311886"/>
                </a:lnTo>
                <a:lnTo>
                  <a:pt x="296344" y="319777"/>
                </a:lnTo>
                <a:lnTo>
                  <a:pt x="353816" y="307933"/>
                </a:lnTo>
                <a:lnTo>
                  <a:pt x="385761" y="288199"/>
                </a:lnTo>
                <a:lnTo>
                  <a:pt x="406197" y="240040"/>
                </a:lnTo>
                <a:lnTo>
                  <a:pt x="399804" y="183975"/>
                </a:lnTo>
                <a:lnTo>
                  <a:pt x="379367" y="136601"/>
                </a:lnTo>
                <a:lnTo>
                  <a:pt x="508378" y="92380"/>
                </a:lnTo>
                <a:lnTo>
                  <a:pt x="522445" y="72645"/>
                </a:lnTo>
                <a:lnTo>
                  <a:pt x="508378" y="63955"/>
                </a:lnTo>
                <a:lnTo>
                  <a:pt x="366604" y="116067"/>
                </a:lnTo>
                <a:lnTo>
                  <a:pt x="341052" y="92380"/>
                </a:lnTo>
                <a:lnTo>
                  <a:pt x="277186" y="32377"/>
                </a:lnTo>
                <a:lnTo>
                  <a:pt x="212041" y="0"/>
                </a:lnTo>
                <a:lnTo>
                  <a:pt x="135388" y="0"/>
                </a:lnTo>
                <a:lnTo>
                  <a:pt x="51092" y="20533"/>
                </a:lnTo>
                <a:lnTo>
                  <a:pt x="12773" y="56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019255" y="4867456"/>
            <a:ext cx="464965" cy="714569"/>
          </a:xfrm>
          <a:custGeom>
            <a:avLst/>
            <a:gdLst/>
            <a:ahLst/>
            <a:cxnLst/>
            <a:rect l="l" t="t" r="r" b="b"/>
            <a:pathLst>
              <a:path w="464965" h="714569">
                <a:moveTo>
                  <a:pt x="329560" y="168179"/>
                </a:moveTo>
                <a:lnTo>
                  <a:pt x="355112" y="195819"/>
                </a:lnTo>
                <a:lnTo>
                  <a:pt x="380663" y="240040"/>
                </a:lnTo>
                <a:lnTo>
                  <a:pt x="399820" y="327683"/>
                </a:lnTo>
                <a:lnTo>
                  <a:pt x="399820" y="407420"/>
                </a:lnTo>
                <a:lnTo>
                  <a:pt x="387057" y="471375"/>
                </a:lnTo>
                <a:lnTo>
                  <a:pt x="361506" y="499015"/>
                </a:lnTo>
                <a:lnTo>
                  <a:pt x="270809" y="539284"/>
                </a:lnTo>
                <a:lnTo>
                  <a:pt x="173719" y="575599"/>
                </a:lnTo>
                <a:lnTo>
                  <a:pt x="129035" y="603239"/>
                </a:lnTo>
                <a:lnTo>
                  <a:pt x="44708" y="642723"/>
                </a:lnTo>
                <a:lnTo>
                  <a:pt x="19181" y="655351"/>
                </a:lnTo>
                <a:lnTo>
                  <a:pt x="0" y="682991"/>
                </a:lnTo>
                <a:lnTo>
                  <a:pt x="25551" y="710616"/>
                </a:lnTo>
                <a:lnTo>
                  <a:pt x="51102" y="714569"/>
                </a:lnTo>
                <a:lnTo>
                  <a:pt x="129035" y="698773"/>
                </a:lnTo>
                <a:lnTo>
                  <a:pt x="245258" y="642723"/>
                </a:lnTo>
                <a:lnTo>
                  <a:pt x="348718" y="575599"/>
                </a:lnTo>
                <a:lnTo>
                  <a:pt x="458571" y="499015"/>
                </a:lnTo>
                <a:lnTo>
                  <a:pt x="464965" y="467437"/>
                </a:lnTo>
                <a:lnTo>
                  <a:pt x="464965" y="379795"/>
                </a:lnTo>
                <a:lnTo>
                  <a:pt x="433044" y="243978"/>
                </a:lnTo>
                <a:lnTo>
                  <a:pt x="452202" y="164241"/>
                </a:lnTo>
                <a:lnTo>
                  <a:pt x="464965" y="131863"/>
                </a:lnTo>
                <a:lnTo>
                  <a:pt x="445808" y="116067"/>
                </a:lnTo>
                <a:lnTo>
                  <a:pt x="399820" y="100285"/>
                </a:lnTo>
                <a:lnTo>
                  <a:pt x="367899" y="88442"/>
                </a:lnTo>
                <a:lnTo>
                  <a:pt x="387057" y="16581"/>
                </a:lnTo>
                <a:lnTo>
                  <a:pt x="374269" y="0"/>
                </a:lnTo>
                <a:lnTo>
                  <a:pt x="348718" y="4737"/>
                </a:lnTo>
                <a:lnTo>
                  <a:pt x="335954" y="96332"/>
                </a:lnTo>
                <a:lnTo>
                  <a:pt x="323191" y="120020"/>
                </a:lnTo>
                <a:lnTo>
                  <a:pt x="316797" y="135816"/>
                </a:lnTo>
                <a:lnTo>
                  <a:pt x="264415" y="123973"/>
                </a:lnTo>
                <a:lnTo>
                  <a:pt x="226101" y="123973"/>
                </a:lnTo>
                <a:lnTo>
                  <a:pt x="226101" y="139754"/>
                </a:lnTo>
                <a:lnTo>
                  <a:pt x="251652" y="152397"/>
                </a:lnTo>
                <a:lnTo>
                  <a:pt x="297639" y="152397"/>
                </a:lnTo>
                <a:lnTo>
                  <a:pt x="329560" y="168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57232" y="5526760"/>
            <a:ext cx="420248" cy="431107"/>
          </a:xfrm>
          <a:custGeom>
            <a:avLst/>
            <a:gdLst/>
            <a:ahLst/>
            <a:cxnLst/>
            <a:rect l="l" t="t" r="r" b="b"/>
            <a:pathLst>
              <a:path w="420248" h="431107">
                <a:moveTo>
                  <a:pt x="31934" y="263712"/>
                </a:moveTo>
                <a:lnTo>
                  <a:pt x="102187" y="283447"/>
                </a:lnTo>
                <a:lnTo>
                  <a:pt x="192881" y="307134"/>
                </a:lnTo>
                <a:lnTo>
                  <a:pt x="264407" y="318978"/>
                </a:lnTo>
                <a:lnTo>
                  <a:pt x="296352" y="339511"/>
                </a:lnTo>
                <a:lnTo>
                  <a:pt x="277195" y="367152"/>
                </a:lnTo>
                <a:lnTo>
                  <a:pt x="226090" y="399514"/>
                </a:lnTo>
                <a:lnTo>
                  <a:pt x="160945" y="403467"/>
                </a:lnTo>
                <a:lnTo>
                  <a:pt x="116239" y="390839"/>
                </a:lnTo>
                <a:lnTo>
                  <a:pt x="89414" y="403467"/>
                </a:lnTo>
                <a:lnTo>
                  <a:pt x="95800" y="419263"/>
                </a:lnTo>
                <a:lnTo>
                  <a:pt x="148172" y="431107"/>
                </a:lnTo>
                <a:lnTo>
                  <a:pt x="226090" y="431107"/>
                </a:lnTo>
                <a:lnTo>
                  <a:pt x="296352" y="419263"/>
                </a:lnTo>
                <a:lnTo>
                  <a:pt x="335946" y="403467"/>
                </a:lnTo>
                <a:lnTo>
                  <a:pt x="361497" y="375042"/>
                </a:lnTo>
                <a:lnTo>
                  <a:pt x="374261" y="343464"/>
                </a:lnTo>
                <a:lnTo>
                  <a:pt x="342340" y="315040"/>
                </a:lnTo>
                <a:lnTo>
                  <a:pt x="264407" y="295290"/>
                </a:lnTo>
                <a:lnTo>
                  <a:pt x="173718" y="279509"/>
                </a:lnTo>
                <a:lnTo>
                  <a:pt x="95800" y="251869"/>
                </a:lnTo>
                <a:lnTo>
                  <a:pt x="76640" y="227397"/>
                </a:lnTo>
                <a:lnTo>
                  <a:pt x="89414" y="183960"/>
                </a:lnTo>
                <a:lnTo>
                  <a:pt x="148172" y="127911"/>
                </a:lnTo>
                <a:lnTo>
                  <a:pt x="219703" y="95533"/>
                </a:lnTo>
                <a:lnTo>
                  <a:pt x="329552" y="71846"/>
                </a:lnTo>
                <a:lnTo>
                  <a:pt x="420248" y="60002"/>
                </a:lnTo>
                <a:lnTo>
                  <a:pt x="420248" y="11843"/>
                </a:lnTo>
                <a:lnTo>
                  <a:pt x="374261" y="0"/>
                </a:lnTo>
                <a:lnTo>
                  <a:pt x="277195" y="3938"/>
                </a:lnTo>
                <a:lnTo>
                  <a:pt x="192881" y="44206"/>
                </a:lnTo>
                <a:lnTo>
                  <a:pt x="70254" y="127911"/>
                </a:lnTo>
                <a:lnTo>
                  <a:pt x="6386" y="195804"/>
                </a:lnTo>
                <a:lnTo>
                  <a:pt x="0" y="219491"/>
                </a:lnTo>
                <a:lnTo>
                  <a:pt x="31934" y="263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799572" y="5507011"/>
            <a:ext cx="393402" cy="530593"/>
          </a:xfrm>
          <a:custGeom>
            <a:avLst/>
            <a:gdLst/>
            <a:ahLst/>
            <a:cxnLst/>
            <a:rect l="l" t="t" r="r" b="b"/>
            <a:pathLst>
              <a:path w="393402" h="530593">
                <a:moveTo>
                  <a:pt x="51078" y="227397"/>
                </a:moveTo>
                <a:lnTo>
                  <a:pt x="51078" y="318992"/>
                </a:lnTo>
                <a:lnTo>
                  <a:pt x="19157" y="398744"/>
                </a:lnTo>
                <a:lnTo>
                  <a:pt x="0" y="442951"/>
                </a:lnTo>
                <a:lnTo>
                  <a:pt x="12763" y="482434"/>
                </a:lnTo>
                <a:lnTo>
                  <a:pt x="57472" y="502968"/>
                </a:lnTo>
                <a:lnTo>
                  <a:pt x="116223" y="522703"/>
                </a:lnTo>
                <a:lnTo>
                  <a:pt x="173719" y="530593"/>
                </a:lnTo>
                <a:lnTo>
                  <a:pt x="245234" y="530593"/>
                </a:lnTo>
                <a:lnTo>
                  <a:pt x="329536" y="490325"/>
                </a:lnTo>
                <a:lnTo>
                  <a:pt x="393402" y="406635"/>
                </a:lnTo>
                <a:lnTo>
                  <a:pt x="387033" y="330836"/>
                </a:lnTo>
                <a:lnTo>
                  <a:pt x="348718" y="243193"/>
                </a:lnTo>
                <a:lnTo>
                  <a:pt x="342324" y="167394"/>
                </a:lnTo>
                <a:lnTo>
                  <a:pt x="302730" y="67908"/>
                </a:lnTo>
                <a:lnTo>
                  <a:pt x="258022" y="19749"/>
                </a:lnTo>
                <a:lnTo>
                  <a:pt x="160932" y="0"/>
                </a:lnTo>
                <a:lnTo>
                  <a:pt x="63866" y="7905"/>
                </a:lnTo>
                <a:lnTo>
                  <a:pt x="19157" y="60017"/>
                </a:lnTo>
                <a:lnTo>
                  <a:pt x="25527" y="123973"/>
                </a:lnTo>
                <a:lnTo>
                  <a:pt x="51078" y="227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682046" y="5938119"/>
            <a:ext cx="298894" cy="766681"/>
          </a:xfrm>
          <a:custGeom>
            <a:avLst/>
            <a:gdLst/>
            <a:ahLst/>
            <a:cxnLst/>
            <a:rect l="l" t="t" r="r" b="b"/>
            <a:pathLst>
              <a:path w="298894" h="766681">
                <a:moveTo>
                  <a:pt x="162234" y="11843"/>
                </a:moveTo>
                <a:lnTo>
                  <a:pt x="143053" y="51327"/>
                </a:lnTo>
                <a:lnTo>
                  <a:pt x="162234" y="270833"/>
                </a:lnTo>
                <a:lnTo>
                  <a:pt x="162234" y="322945"/>
                </a:lnTo>
                <a:lnTo>
                  <a:pt x="136683" y="419263"/>
                </a:lnTo>
                <a:lnTo>
                  <a:pt x="130289" y="530593"/>
                </a:lnTo>
                <a:lnTo>
                  <a:pt x="143053" y="586658"/>
                </a:lnTo>
                <a:lnTo>
                  <a:pt x="130289" y="618236"/>
                </a:lnTo>
                <a:lnTo>
                  <a:pt x="39593" y="666406"/>
                </a:lnTo>
                <a:lnTo>
                  <a:pt x="0" y="726413"/>
                </a:lnTo>
                <a:lnTo>
                  <a:pt x="7662" y="746152"/>
                </a:lnTo>
                <a:lnTo>
                  <a:pt x="77908" y="766681"/>
                </a:lnTo>
                <a:lnTo>
                  <a:pt x="97090" y="757996"/>
                </a:lnTo>
                <a:lnTo>
                  <a:pt x="104738" y="722464"/>
                </a:lnTo>
                <a:lnTo>
                  <a:pt x="123895" y="670352"/>
                </a:lnTo>
                <a:lnTo>
                  <a:pt x="155841" y="646665"/>
                </a:lnTo>
                <a:lnTo>
                  <a:pt x="194155" y="630875"/>
                </a:lnTo>
                <a:lnTo>
                  <a:pt x="227379" y="610345"/>
                </a:lnTo>
                <a:lnTo>
                  <a:pt x="233749" y="594549"/>
                </a:lnTo>
                <a:lnTo>
                  <a:pt x="214592" y="574814"/>
                </a:lnTo>
                <a:lnTo>
                  <a:pt x="194155" y="562971"/>
                </a:lnTo>
                <a:lnTo>
                  <a:pt x="181392" y="514812"/>
                </a:lnTo>
                <a:lnTo>
                  <a:pt x="194155" y="414526"/>
                </a:lnTo>
                <a:lnTo>
                  <a:pt x="240143" y="299258"/>
                </a:lnTo>
                <a:lnTo>
                  <a:pt x="284852" y="206878"/>
                </a:lnTo>
                <a:lnTo>
                  <a:pt x="298894" y="95548"/>
                </a:lnTo>
                <a:lnTo>
                  <a:pt x="284852" y="11843"/>
                </a:lnTo>
                <a:lnTo>
                  <a:pt x="208198" y="0"/>
                </a:lnTo>
                <a:lnTo>
                  <a:pt x="162234" y="11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006492" y="5938119"/>
            <a:ext cx="490493" cy="646665"/>
          </a:xfrm>
          <a:custGeom>
            <a:avLst/>
            <a:gdLst/>
            <a:ahLst/>
            <a:cxnLst/>
            <a:rect l="l" t="t" r="r" b="b"/>
            <a:pathLst>
              <a:path w="490493" h="646665">
                <a:moveTo>
                  <a:pt x="464965" y="574814"/>
                </a:moveTo>
                <a:lnTo>
                  <a:pt x="355112" y="566124"/>
                </a:lnTo>
                <a:lnTo>
                  <a:pt x="232470" y="566124"/>
                </a:lnTo>
                <a:lnTo>
                  <a:pt x="180113" y="562186"/>
                </a:lnTo>
                <a:lnTo>
                  <a:pt x="167325" y="538499"/>
                </a:lnTo>
                <a:lnTo>
                  <a:pt x="180113" y="494278"/>
                </a:lnTo>
                <a:lnTo>
                  <a:pt x="187762" y="418479"/>
                </a:lnTo>
                <a:lnTo>
                  <a:pt x="173719" y="334789"/>
                </a:lnTo>
                <a:lnTo>
                  <a:pt x="154562" y="223459"/>
                </a:lnTo>
                <a:lnTo>
                  <a:pt x="160956" y="127126"/>
                </a:lnTo>
                <a:lnTo>
                  <a:pt x="160956" y="95548"/>
                </a:lnTo>
                <a:lnTo>
                  <a:pt x="148168" y="31592"/>
                </a:lnTo>
                <a:lnTo>
                  <a:pt x="90696" y="0"/>
                </a:lnTo>
                <a:lnTo>
                  <a:pt x="6393" y="3952"/>
                </a:lnTo>
                <a:lnTo>
                  <a:pt x="0" y="31592"/>
                </a:lnTo>
                <a:lnTo>
                  <a:pt x="6393" y="91595"/>
                </a:lnTo>
                <a:lnTo>
                  <a:pt x="51102" y="183191"/>
                </a:lnTo>
                <a:lnTo>
                  <a:pt x="84302" y="251084"/>
                </a:lnTo>
                <a:lnTo>
                  <a:pt x="122617" y="342680"/>
                </a:lnTo>
                <a:lnTo>
                  <a:pt x="135404" y="422432"/>
                </a:lnTo>
                <a:lnTo>
                  <a:pt x="135404" y="486387"/>
                </a:lnTo>
                <a:lnTo>
                  <a:pt x="116247" y="534546"/>
                </a:lnTo>
                <a:lnTo>
                  <a:pt x="97090" y="550343"/>
                </a:lnTo>
                <a:lnTo>
                  <a:pt x="97090" y="566124"/>
                </a:lnTo>
                <a:lnTo>
                  <a:pt x="122617" y="590611"/>
                </a:lnTo>
                <a:lnTo>
                  <a:pt x="167325" y="598502"/>
                </a:lnTo>
                <a:lnTo>
                  <a:pt x="238864" y="598502"/>
                </a:lnTo>
                <a:lnTo>
                  <a:pt x="367875" y="618236"/>
                </a:lnTo>
                <a:lnTo>
                  <a:pt x="406190" y="646665"/>
                </a:lnTo>
                <a:lnTo>
                  <a:pt x="464965" y="630084"/>
                </a:lnTo>
                <a:lnTo>
                  <a:pt x="490493" y="590611"/>
                </a:lnTo>
                <a:lnTo>
                  <a:pt x="464965" y="574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12140" y="814292"/>
            <a:ext cx="1465040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1" b="1">
                <a:latin typeface="Arial"/>
                <a:cs typeface="Arial"/>
              </a:rPr>
              <a:t>Idea</a:t>
            </a:r>
            <a:r>
              <a:rPr dirty="0" smtClean="0" sz="3200" spc="-1" b="1">
                <a:latin typeface="Arial"/>
                <a:cs typeface="Arial"/>
              </a:rPr>
              <a:t>s</a:t>
            </a:r>
            <a:r>
              <a:rPr dirty="0" smtClean="0" sz="3200" spc="-1" b="1">
                <a:latin typeface="Arial"/>
                <a:cs typeface="Arial"/>
              </a:rPr>
              <a:t>...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64540" y="1574562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07744" y="1574562"/>
            <a:ext cx="8054279" cy="1956561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43811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Sistem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ele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trik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mengg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na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varia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us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tegangan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untuk</a:t>
            </a:r>
            <a:endParaRPr sz="2000">
              <a:latin typeface="Arial"/>
              <a:cs typeface="Arial"/>
            </a:endParaRPr>
          </a:p>
          <a:p>
            <a:pPr marL="12700" marR="678373">
              <a:lnSpc>
                <a:spcPts val="2299"/>
              </a:lnSpc>
              <a:spcBef>
                <a:spcPts val="232"/>
              </a:spcBef>
            </a:pPr>
            <a:r>
              <a:rPr dirty="0" smtClean="0" sz="2000" spc="-2">
                <a:latin typeface="Arial"/>
                <a:cs typeface="Arial"/>
              </a:rPr>
              <a:t>menyimpan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menyalur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informa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atu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ti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ik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ti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ik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lain</a:t>
            </a:r>
            <a:r>
              <a:rPr dirty="0" smtClean="0" sz="2000" spc="-2">
                <a:latin typeface="Arial"/>
                <a:cs typeface="Arial"/>
              </a:rPr>
              <a:t> </a:t>
            </a:r>
            <a:endParaRPr sz="2000">
              <a:latin typeface="Arial"/>
              <a:cs typeface="Arial"/>
            </a:endParaRPr>
          </a:p>
          <a:p>
            <a:pPr marL="12700" marR="678373">
              <a:lnSpc>
                <a:spcPts val="2299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mengg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na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atu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jalur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/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link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atau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jari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gan</a:t>
            </a:r>
            <a:endParaRPr sz="2000">
              <a:latin typeface="Arial"/>
              <a:cs typeface="Arial"/>
            </a:endParaRPr>
          </a:p>
          <a:p>
            <a:pPr marL="12700" marR="43811">
              <a:lnSpc>
                <a:spcPct val="95825"/>
              </a:lnSpc>
              <a:spcBef>
                <a:spcPts val="350"/>
              </a:spcBef>
            </a:pPr>
            <a:r>
              <a:rPr dirty="0" smtClean="0" sz="2000" spc="-1">
                <a:latin typeface="Arial"/>
                <a:cs typeface="Arial"/>
              </a:rPr>
              <a:t>Pesa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-</a:t>
            </a:r>
            <a:r>
              <a:rPr dirty="0" smtClean="0" sz="2000" spc="-1">
                <a:latin typeface="Arial"/>
                <a:cs typeface="Arial"/>
              </a:rPr>
              <a:t>pe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telekomu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ik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si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ditran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misi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melalui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media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tran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misi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340"/>
              </a:spcBef>
            </a:pPr>
            <a:r>
              <a:rPr dirty="0" smtClean="0" sz="2000" spc="5">
                <a:latin typeface="Arial"/>
                <a:cs typeface="Arial"/>
              </a:rPr>
              <a:t>y</a:t>
            </a:r>
            <a:r>
              <a:rPr dirty="0" smtClean="0" sz="2000" spc="5">
                <a:latin typeface="Arial"/>
                <a:cs typeface="Arial"/>
              </a:rPr>
              <a:t>ang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berbe</a:t>
            </a:r>
            <a:r>
              <a:rPr dirty="0" smtClean="0" sz="2000" spc="5">
                <a:latin typeface="Arial"/>
                <a:cs typeface="Arial"/>
              </a:rPr>
              <a:t>d</a:t>
            </a:r>
            <a:r>
              <a:rPr dirty="0" smtClean="0" sz="2000" spc="5">
                <a:latin typeface="Arial"/>
                <a:cs typeface="Arial"/>
              </a:rPr>
              <a:t>a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seperti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kab</a:t>
            </a:r>
            <a:r>
              <a:rPr dirty="0" smtClean="0" sz="2000" spc="5">
                <a:latin typeface="Arial"/>
                <a:cs typeface="Arial"/>
              </a:rPr>
              <a:t>e</a:t>
            </a:r>
            <a:r>
              <a:rPr dirty="0" smtClean="0" sz="2000" spc="5">
                <a:latin typeface="Arial"/>
                <a:cs typeface="Arial"/>
              </a:rPr>
              <a:t>l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te</a:t>
            </a:r>
            <a:r>
              <a:rPr dirty="0" smtClean="0" sz="2000" spc="5">
                <a:latin typeface="Arial"/>
                <a:cs typeface="Arial"/>
              </a:rPr>
              <a:t>m</a:t>
            </a:r>
            <a:r>
              <a:rPr dirty="0" smtClean="0" sz="2000" spc="5">
                <a:latin typeface="Arial"/>
                <a:cs typeface="Arial"/>
              </a:rPr>
              <a:t>baga,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micro</a:t>
            </a:r>
            <a:r>
              <a:rPr dirty="0" smtClean="0" sz="2000" spc="5">
                <a:latin typeface="Arial"/>
                <a:cs typeface="Arial"/>
              </a:rPr>
              <a:t>w</a:t>
            </a:r>
            <a:r>
              <a:rPr dirty="0" smtClean="0" sz="2000" spc="5">
                <a:latin typeface="Arial"/>
                <a:cs typeface="Arial"/>
              </a:rPr>
              <a:t>a</a:t>
            </a:r>
            <a:r>
              <a:rPr dirty="0" smtClean="0" sz="2000" spc="5">
                <a:latin typeface="Arial"/>
                <a:cs typeface="Arial"/>
              </a:rPr>
              <a:t>v</a:t>
            </a:r>
            <a:r>
              <a:rPr dirty="0" smtClean="0" sz="2000" spc="5">
                <a:latin typeface="Arial"/>
                <a:cs typeface="Arial"/>
              </a:rPr>
              <a:t>e,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kan</a:t>
            </a:r>
            <a:r>
              <a:rPr dirty="0" smtClean="0" sz="2000" spc="5">
                <a:latin typeface="Arial"/>
                <a:cs typeface="Arial"/>
              </a:rPr>
              <a:t>a</a:t>
            </a:r>
            <a:r>
              <a:rPr dirty="0" smtClean="0" sz="2000" spc="5">
                <a:latin typeface="Arial"/>
                <a:cs typeface="Arial"/>
              </a:rPr>
              <a:t>l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radio,</a:t>
            </a:r>
            <a:r>
              <a:rPr dirty="0" smtClean="0" sz="2000" spc="5">
                <a:latin typeface="Arial"/>
                <a:cs typeface="Arial"/>
              </a:rPr>
              <a:t> </a:t>
            </a:r>
            <a:r>
              <a:rPr dirty="0" smtClean="0" sz="2000" spc="5">
                <a:latin typeface="Arial"/>
                <a:cs typeface="Arial"/>
              </a:rPr>
              <a:t>ataupun</a:t>
            </a:r>
            <a:endParaRPr sz="2000">
              <a:latin typeface="Arial"/>
              <a:cs typeface="Arial"/>
            </a:endParaRPr>
          </a:p>
          <a:p>
            <a:pPr marL="12700" marR="43811">
              <a:lnSpc>
                <a:spcPct val="95825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optik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64540" y="2580402"/>
            <a:ext cx="15265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64540" y="3586496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07744" y="3586496"/>
            <a:ext cx="7093850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Sin</a:t>
            </a:r>
            <a:r>
              <a:rPr dirty="0" smtClean="0" sz="2000" spc="-1">
                <a:latin typeface="Arial"/>
                <a:cs typeface="Arial"/>
              </a:rPr>
              <a:t>y</a:t>
            </a:r>
            <a:r>
              <a:rPr dirty="0" smtClean="0" sz="2000" spc="-1">
                <a:latin typeface="Arial"/>
                <a:cs typeface="Arial"/>
              </a:rPr>
              <a:t>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irim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ha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us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diad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ptasi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terha</a:t>
            </a: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ap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tran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misi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03936" y="3586496"/>
            <a:ext cx="488095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dan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07744" y="3921776"/>
            <a:ext cx="1166868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medianya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79754" y="3921776"/>
            <a:ext cx="913378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den</a:t>
            </a:r>
            <a:r>
              <a:rPr dirty="0" smtClean="0" sz="2000" spc="0">
                <a:latin typeface="Arial"/>
                <a:cs typeface="Arial"/>
              </a:rPr>
              <a:t>g</a:t>
            </a:r>
            <a:r>
              <a:rPr dirty="0" smtClean="0" sz="2000" spc="0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97000" y="3921776"/>
            <a:ext cx="167690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mengg</a:t>
            </a:r>
            <a:r>
              <a:rPr dirty="0" smtClean="0" sz="2000" spc="0">
                <a:latin typeface="Arial"/>
                <a:cs typeface="Arial"/>
              </a:rPr>
              <a:t>u</a:t>
            </a:r>
            <a:r>
              <a:rPr dirty="0" smtClean="0" sz="2000" spc="0">
                <a:latin typeface="Arial"/>
                <a:cs typeface="Arial"/>
              </a:rPr>
              <a:t>na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77181" y="3921776"/>
            <a:ext cx="118010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mo</a:t>
            </a:r>
            <a:r>
              <a:rPr dirty="0" smtClean="0" sz="2000" spc="0" b="1">
                <a:latin typeface="Arial"/>
                <a:cs typeface="Arial"/>
              </a:rPr>
              <a:t>d</a:t>
            </a:r>
            <a:r>
              <a:rPr dirty="0" smtClean="0" sz="2000" spc="0" b="1">
                <a:latin typeface="Arial"/>
                <a:cs typeface="Arial"/>
              </a:rPr>
              <a:t>ulasi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061329" y="3921776"/>
            <a:ext cx="48877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dan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55485" y="3921776"/>
            <a:ext cx="8978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latin typeface="Arial"/>
                <a:cs typeface="Arial"/>
              </a:rPr>
              <a:t>coding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82372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3185" y="6471832"/>
            <a:ext cx="506383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583928" y="6471832"/>
            <a:ext cx="20781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9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object 2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50876" y="685800"/>
            <a:ext cx="4191000" cy="457200"/>
          </a:xfrm>
          <a:custGeom>
            <a:avLst/>
            <a:gdLst/>
            <a:ahLst/>
            <a:cxnLst/>
            <a:rect l="l" t="t" r="r" b="b"/>
            <a:pathLst>
              <a:path w="4191000" h="457200">
                <a:moveTo>
                  <a:pt x="0" y="457200"/>
                </a:moveTo>
                <a:lnTo>
                  <a:pt x="4191000" y="457200"/>
                </a:lnTo>
                <a:lnTo>
                  <a:pt x="4191000" y="0"/>
                </a:lnTo>
                <a:lnTo>
                  <a:pt x="0" y="0"/>
                </a:lnTo>
                <a:lnTo>
                  <a:pt x="0" y="457200"/>
                </a:lnTo>
                <a:close/>
              </a:path>
            </a:pathLst>
          </a:custGeom>
          <a:solidFill>
            <a:srgbClr val="CCCC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6858000" y="1277112"/>
            <a:ext cx="2895600" cy="230428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6853428" y="1272540"/>
            <a:ext cx="2904744" cy="2313431"/>
          </a:xfrm>
          <a:custGeom>
            <a:avLst/>
            <a:gdLst/>
            <a:ahLst/>
            <a:cxnLst/>
            <a:rect l="l" t="t" r="r" b="b"/>
            <a:pathLst>
              <a:path w="2904744" h="2313431">
                <a:moveTo>
                  <a:pt x="0" y="2313431"/>
                </a:moveTo>
                <a:lnTo>
                  <a:pt x="2904744" y="2313431"/>
                </a:lnTo>
                <a:lnTo>
                  <a:pt x="2904744" y="0"/>
                </a:lnTo>
                <a:lnTo>
                  <a:pt x="0" y="0"/>
                </a:lnTo>
                <a:lnTo>
                  <a:pt x="0" y="2313431"/>
                </a:lnTo>
                <a:close/>
              </a:path>
            </a:pathLst>
          </a:custGeom>
          <a:ln w="9144">
            <a:solidFill>
              <a:srgbClr val="CCCC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57200" y="1246631"/>
            <a:ext cx="6172200" cy="4020312"/>
          </a:xfrm>
          <a:custGeom>
            <a:avLst/>
            <a:gdLst/>
            <a:ahLst/>
            <a:cxnLst/>
            <a:rect l="l" t="t" r="r" b="b"/>
            <a:pathLst>
              <a:path w="6172200" h="4020312">
                <a:moveTo>
                  <a:pt x="0" y="4020312"/>
                </a:moveTo>
                <a:lnTo>
                  <a:pt x="6172200" y="4020312"/>
                </a:lnTo>
                <a:lnTo>
                  <a:pt x="6172200" y="0"/>
                </a:lnTo>
                <a:lnTo>
                  <a:pt x="0" y="0"/>
                </a:lnTo>
                <a:lnTo>
                  <a:pt x="0" y="4020312"/>
                </a:lnTo>
                <a:close/>
              </a:path>
            </a:pathLst>
          </a:custGeom>
          <a:ln w="9144">
            <a:solidFill>
              <a:srgbClr val="CCCC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578352" y="5743956"/>
            <a:ext cx="6324600" cy="516636"/>
          </a:xfrm>
          <a:custGeom>
            <a:avLst/>
            <a:gdLst/>
            <a:ahLst/>
            <a:cxnLst/>
            <a:rect l="l" t="t" r="r" b="b"/>
            <a:pathLst>
              <a:path w="6324600" h="516636">
                <a:moveTo>
                  <a:pt x="0" y="516636"/>
                </a:moveTo>
                <a:lnTo>
                  <a:pt x="6324600" y="516636"/>
                </a:lnTo>
                <a:lnTo>
                  <a:pt x="6324600" y="0"/>
                </a:lnTo>
                <a:lnTo>
                  <a:pt x="0" y="0"/>
                </a:lnTo>
                <a:lnTo>
                  <a:pt x="0" y="516636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22044" y="2972236"/>
            <a:ext cx="167200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mem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umkan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01823" y="2972236"/>
            <a:ext cx="144813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2">
                <a:latin typeface="Arial"/>
                <a:cs typeface="Arial"/>
              </a:rPr>
              <a:t>ra</a:t>
            </a:r>
            <a:r>
              <a:rPr dirty="0" smtClean="0" sz="1800" spc="2">
                <a:latin typeface="Arial"/>
                <a:cs typeface="Arial"/>
              </a:rPr>
              <a:t>p</a:t>
            </a:r>
            <a:r>
              <a:rPr dirty="0" smtClean="0" sz="1800" spc="2">
                <a:latin typeface="Arial"/>
                <a:cs typeface="Arial"/>
              </a:rPr>
              <a:t>at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s</a:t>
            </a:r>
            <a:r>
              <a:rPr dirty="0" smtClean="0" sz="1800" spc="2">
                <a:latin typeface="Arial"/>
                <a:cs typeface="Arial"/>
              </a:rPr>
              <a:t>p</a:t>
            </a:r>
            <a:r>
              <a:rPr dirty="0" smtClean="0" sz="1800" spc="2">
                <a:latin typeface="Arial"/>
                <a:cs typeface="Arial"/>
              </a:rPr>
              <a:t>e</a:t>
            </a:r>
            <a:r>
              <a:rPr dirty="0" smtClean="0" sz="1800" spc="2">
                <a:latin typeface="Arial"/>
                <a:cs typeface="Arial"/>
              </a:rPr>
              <a:t>ktr</a:t>
            </a:r>
            <a:r>
              <a:rPr dirty="0" smtClean="0" sz="1800" spc="2">
                <a:latin typeface="Arial"/>
                <a:cs typeface="Arial"/>
              </a:rPr>
              <a:t>a</a:t>
            </a:r>
            <a:r>
              <a:rPr dirty="0" smtClean="0" sz="1800" spc="2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357243" y="2972236"/>
            <a:ext cx="125666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2">
                <a:latin typeface="Arial"/>
                <a:cs typeface="Arial"/>
              </a:rPr>
              <a:t>d</a:t>
            </a:r>
            <a:r>
              <a:rPr dirty="0" smtClean="0" sz="1800" spc="2">
                <a:latin typeface="Arial"/>
                <a:cs typeface="Arial"/>
              </a:rPr>
              <a:t>a</a:t>
            </a:r>
            <a:r>
              <a:rPr dirty="0" smtClean="0" sz="1800" spc="2">
                <a:latin typeface="Arial"/>
                <a:cs typeface="Arial"/>
              </a:rPr>
              <a:t>y</a:t>
            </a:r>
            <a:r>
              <a:rPr dirty="0" smtClean="0" sz="1800" spc="2">
                <a:latin typeface="Arial"/>
                <a:cs typeface="Arial"/>
              </a:rPr>
              <a:t>a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ener</a:t>
            </a:r>
            <a:r>
              <a:rPr dirty="0" smtClean="0" sz="1800" spc="2">
                <a:latin typeface="Arial"/>
                <a:cs typeface="Arial"/>
              </a:rPr>
              <a:t>g</a:t>
            </a:r>
            <a:r>
              <a:rPr dirty="0" smtClean="0" sz="1800" spc="2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620893" y="2972236"/>
            <a:ext cx="96266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er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adap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22044" y="4124133"/>
            <a:ext cx="985197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28418" y="4124133"/>
            <a:ext cx="651912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4">
                <a:latin typeface="Arial"/>
                <a:cs typeface="Arial"/>
              </a:rPr>
              <a:t>d</a:t>
            </a:r>
            <a:r>
              <a:rPr dirty="0" smtClean="0" sz="1800" spc="-24">
                <a:latin typeface="Arial"/>
                <a:cs typeface="Arial"/>
              </a:rPr>
              <a:t>e</a:t>
            </a:r>
            <a:r>
              <a:rPr dirty="0" smtClean="0" sz="1800" spc="-24">
                <a:latin typeface="Arial"/>
                <a:cs typeface="Arial"/>
              </a:rPr>
              <a:t>la</a:t>
            </a:r>
            <a:r>
              <a:rPr dirty="0" smtClean="0" sz="1800" spc="-24">
                <a:latin typeface="Arial"/>
                <a:cs typeface="Arial"/>
              </a:rPr>
              <a:t>y</a:t>
            </a:r>
            <a:r>
              <a:rPr dirty="0" smtClean="0" sz="1800" spc="-24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02991" y="4124133"/>
            <a:ext cx="1163285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ks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389247" y="4124133"/>
            <a:ext cx="1114300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ke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alan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22417" y="4124133"/>
            <a:ext cx="961162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ter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p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22044" y="4959913"/>
            <a:ext cx="171028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da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stem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cost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6316" y="5378415"/>
            <a:ext cx="856251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Pembaha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lanjutnya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on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entr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si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pada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S</a:t>
            </a:r>
            <a:r>
              <a:rPr dirty="0" smtClean="0" sz="2000" spc="-1" b="1" i="1">
                <a:latin typeface="Arial"/>
                <a:cs typeface="Arial"/>
              </a:rPr>
              <a:t>i</a:t>
            </a:r>
            <a:r>
              <a:rPr dirty="0" smtClean="0" sz="2000" spc="-1" b="1" i="1">
                <a:latin typeface="Arial"/>
                <a:cs typeface="Arial"/>
              </a:rPr>
              <a:t>s</a:t>
            </a:r>
            <a:r>
              <a:rPr dirty="0" smtClean="0" sz="2000" spc="-1" b="1" i="1">
                <a:latin typeface="Arial"/>
                <a:cs typeface="Arial"/>
              </a:rPr>
              <a:t>t</a:t>
            </a:r>
            <a:r>
              <a:rPr dirty="0" smtClean="0" sz="2000" spc="-1" b="1" i="1">
                <a:latin typeface="Arial"/>
                <a:cs typeface="Arial"/>
              </a:rPr>
              <a:t>em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Komun</a:t>
            </a:r>
            <a:r>
              <a:rPr dirty="0" smtClean="0" sz="2000" spc="-1" b="1" i="1">
                <a:latin typeface="Arial"/>
                <a:cs typeface="Arial"/>
              </a:rPr>
              <a:t>i</a:t>
            </a:r>
            <a:r>
              <a:rPr dirty="0" smtClean="0" sz="2000" spc="-1" b="1" i="1">
                <a:latin typeface="Arial"/>
                <a:cs typeface="Arial"/>
              </a:rPr>
              <a:t>kasi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6316" y="5652735"/>
            <a:ext cx="841352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 i="1">
                <a:latin typeface="Arial"/>
                <a:cs typeface="Arial"/>
              </a:rPr>
              <a:t>Digital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57727" y="5805616"/>
            <a:ext cx="5860049" cy="41706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Sk</a:t>
            </a:r>
            <a:r>
              <a:rPr dirty="0" smtClean="0" sz="1400" spc="-4" b="1">
                <a:latin typeface="Arial"/>
                <a:cs typeface="Arial"/>
              </a:rPr>
              <a:t>l</a:t>
            </a:r>
            <a:r>
              <a:rPr dirty="0" smtClean="0" sz="1400" spc="-4" b="1">
                <a:latin typeface="Arial"/>
                <a:cs typeface="Arial"/>
              </a:rPr>
              <a:t>a</a:t>
            </a:r>
            <a:r>
              <a:rPr dirty="0" smtClean="0" sz="1400" spc="-4" b="1">
                <a:latin typeface="Arial"/>
                <a:cs typeface="Arial"/>
              </a:rPr>
              <a:t>r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B</a:t>
            </a:r>
            <a:r>
              <a:rPr dirty="0" smtClean="0" sz="1400" spc="-4" b="1">
                <a:latin typeface="Arial"/>
                <a:cs typeface="Arial"/>
              </a:rPr>
              <a:t>.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“</a:t>
            </a:r>
            <a:r>
              <a:rPr dirty="0" smtClean="0" sz="1400" spc="-4" b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g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tal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c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mm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cat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s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: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F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ame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tal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-4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-4" b="1" i="1">
                <a:latin typeface="Arial"/>
                <a:cs typeface="Arial"/>
              </a:rPr>
              <a:t>l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cat</a:t>
            </a:r>
            <a:r>
              <a:rPr dirty="0" smtClean="0" sz="1400" spc="-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s</a:t>
            </a:r>
            <a:r>
              <a:rPr dirty="0" smtClean="0" sz="1400" spc="-4" b="1">
                <a:latin typeface="Arial"/>
                <a:cs typeface="Arial"/>
              </a:rPr>
              <a:t>”</a:t>
            </a:r>
            <a:r>
              <a:rPr dirty="0" smtClean="0" sz="1400" spc="-4" b="1">
                <a:latin typeface="Arial"/>
                <a:cs typeface="Arial"/>
              </a:rPr>
              <a:t>,</a:t>
            </a:r>
            <a:endParaRPr sz="1400">
              <a:latin typeface="Arial"/>
              <a:cs typeface="Arial"/>
            </a:endParaRPr>
          </a:p>
          <a:p>
            <a:pPr marL="12700" marR="26746">
              <a:lnSpc>
                <a:spcPct val="95825"/>
              </a:lnSpc>
            </a:pPr>
            <a:r>
              <a:rPr dirty="0" smtClean="0" sz="1400" spc="-2" b="1">
                <a:latin typeface="Arial"/>
                <a:cs typeface="Arial"/>
              </a:rPr>
              <a:t>P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r>
              <a:rPr dirty="0" smtClean="0" sz="1400" spc="-2" b="1">
                <a:latin typeface="Arial"/>
                <a:cs typeface="Arial"/>
              </a:rPr>
              <a:t>n</a:t>
            </a:r>
            <a:r>
              <a:rPr dirty="0" smtClean="0" sz="1400" spc="-2" b="1">
                <a:latin typeface="Arial"/>
                <a:cs typeface="Arial"/>
              </a:rPr>
              <a:t>t</a:t>
            </a:r>
            <a:r>
              <a:rPr dirty="0" smtClean="0" sz="1400" spc="-2" b="1">
                <a:latin typeface="Arial"/>
                <a:cs typeface="Arial"/>
              </a:rPr>
              <a:t>i</a:t>
            </a:r>
            <a:r>
              <a:rPr dirty="0" smtClean="0" sz="1400" spc="-2" b="1">
                <a:latin typeface="Arial"/>
                <a:cs typeface="Arial"/>
              </a:rPr>
              <a:t>ce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H</a:t>
            </a:r>
            <a:r>
              <a:rPr dirty="0" smtClean="0" sz="1400" spc="-2" b="1">
                <a:latin typeface="Arial"/>
                <a:cs typeface="Arial"/>
              </a:rPr>
              <a:t>a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l</a:t>
            </a:r>
            <a:r>
              <a:rPr dirty="0" smtClean="0" sz="1400" spc="-2" b="1">
                <a:latin typeface="Arial"/>
                <a:cs typeface="Arial"/>
              </a:rPr>
              <a:t>,</a:t>
            </a:r>
            <a:r>
              <a:rPr dirty="0" smtClean="0" sz="1400" spc="-2" b="1">
                <a:latin typeface="Arial"/>
                <a:cs typeface="Arial"/>
              </a:rPr>
              <a:t> </a:t>
            </a:r>
            <a:r>
              <a:rPr dirty="0" smtClean="0" sz="1400" spc="-2" b="1">
                <a:latin typeface="Arial"/>
                <a:cs typeface="Arial"/>
              </a:rPr>
              <a:t>1988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60484" y="6471832"/>
            <a:ext cx="33040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53428" y="1272540"/>
            <a:ext cx="2904744" cy="23134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57200" y="1246631"/>
            <a:ext cx="6172200" cy="4020312"/>
          </a:xfrm>
          <a:prstGeom prst="rect">
            <a:avLst/>
          </a:prstGeom>
        </p:spPr>
        <p:txBody>
          <a:bodyPr wrap="square" lIns="0" tIns="14287" rIns="0" bIns="0" rtlCol="0">
            <a:noAutofit/>
          </a:bodyPr>
          <a:lstStyle/>
          <a:p>
            <a:pPr marL="91440">
              <a:lnSpc>
                <a:spcPts val="2250"/>
              </a:lnSpc>
            </a:pPr>
            <a:r>
              <a:rPr dirty="0" smtClean="0" sz="2000" spc="7">
                <a:latin typeface="Arial"/>
                <a:cs typeface="Arial"/>
              </a:rPr>
              <a:t>•</a:t>
            </a:r>
            <a:r>
              <a:rPr dirty="0" smtClean="0" sz="2000" spc="7">
                <a:latin typeface="Arial"/>
                <a:cs typeface="Arial"/>
              </a:rPr>
              <a:t> </a:t>
            </a:r>
            <a:r>
              <a:rPr dirty="0" smtClean="0" sz="2000" spc="7">
                <a:latin typeface="Arial"/>
                <a:cs typeface="Arial"/>
              </a:rPr>
              <a:t> </a:t>
            </a:r>
            <a:r>
              <a:rPr dirty="0" smtClean="0" sz="2000" spc="7" b="1">
                <a:latin typeface="Arial"/>
                <a:cs typeface="Arial"/>
              </a:rPr>
              <a:t>T</a:t>
            </a:r>
            <a:r>
              <a:rPr dirty="0" smtClean="0" sz="2000" spc="7" b="1">
                <a:latin typeface="Arial"/>
                <a:cs typeface="Arial"/>
              </a:rPr>
              <a:t>r</a:t>
            </a:r>
            <a:r>
              <a:rPr dirty="0" smtClean="0" sz="2000" spc="7" b="1">
                <a:latin typeface="Arial"/>
                <a:cs typeface="Arial"/>
              </a:rPr>
              <a:t>a</a:t>
            </a:r>
            <a:r>
              <a:rPr dirty="0" smtClean="0" sz="2000" spc="7" b="1">
                <a:latin typeface="Arial"/>
                <a:cs typeface="Arial"/>
              </a:rPr>
              <a:t>de</a:t>
            </a:r>
            <a:r>
              <a:rPr dirty="0" smtClean="0" sz="2000" spc="7" b="1">
                <a:latin typeface="Arial"/>
                <a:cs typeface="Arial"/>
              </a:rPr>
              <a:t> </a:t>
            </a:r>
            <a:r>
              <a:rPr dirty="0" smtClean="0" sz="2000" spc="7" b="1">
                <a:latin typeface="Arial"/>
                <a:cs typeface="Arial"/>
              </a:rPr>
              <a:t>off</a:t>
            </a:r>
            <a:r>
              <a:rPr dirty="0" smtClean="0" sz="2000" spc="7" b="1">
                <a:latin typeface="Arial"/>
                <a:cs typeface="Arial"/>
              </a:rPr>
              <a:t> </a:t>
            </a:r>
            <a:r>
              <a:rPr dirty="0" smtClean="0" sz="2000" spc="7">
                <a:latin typeface="Arial"/>
                <a:cs typeface="Arial"/>
              </a:rPr>
              <a:t>antara</a:t>
            </a:r>
            <a:r>
              <a:rPr dirty="0" smtClean="0" sz="2000" spc="7">
                <a:latin typeface="Arial"/>
                <a:cs typeface="Arial"/>
              </a:rPr>
              <a:t> </a:t>
            </a:r>
            <a:r>
              <a:rPr dirty="0" smtClean="0" sz="2000" spc="7">
                <a:latin typeface="Arial"/>
                <a:cs typeface="Arial"/>
              </a:rPr>
              <a:t>k</a:t>
            </a:r>
            <a:r>
              <a:rPr dirty="0" smtClean="0" sz="2000" spc="7">
                <a:latin typeface="Arial"/>
                <a:cs typeface="Arial"/>
              </a:rPr>
              <a:t>e</a:t>
            </a:r>
            <a:r>
              <a:rPr dirty="0" smtClean="0" sz="2000" spc="7">
                <a:latin typeface="Arial"/>
                <a:cs typeface="Arial"/>
              </a:rPr>
              <a:t>tiga</a:t>
            </a:r>
            <a:r>
              <a:rPr dirty="0" smtClean="0" sz="2000" spc="7">
                <a:latin typeface="Arial"/>
                <a:cs typeface="Arial"/>
              </a:rPr>
              <a:t> </a:t>
            </a:r>
            <a:r>
              <a:rPr dirty="0" smtClean="0" sz="2000" spc="7">
                <a:latin typeface="Arial"/>
                <a:cs typeface="Arial"/>
              </a:rPr>
              <a:t>hal</a:t>
            </a:r>
            <a:r>
              <a:rPr dirty="0" smtClean="0" sz="2000" spc="7">
                <a:latin typeface="Arial"/>
                <a:cs typeface="Arial"/>
              </a:rPr>
              <a:t> </a:t>
            </a:r>
            <a:r>
              <a:rPr dirty="0" smtClean="0" sz="2000" spc="7">
                <a:latin typeface="Arial"/>
                <a:cs typeface="Arial"/>
              </a:rPr>
              <a:t>di</a:t>
            </a:r>
            <a:r>
              <a:rPr dirty="0" smtClean="0" sz="2000" spc="7">
                <a:latin typeface="Arial"/>
                <a:cs typeface="Arial"/>
              </a:rPr>
              <a:t>s</a:t>
            </a:r>
            <a:r>
              <a:rPr dirty="0" smtClean="0" sz="2000" spc="7">
                <a:latin typeface="Arial"/>
                <a:cs typeface="Arial"/>
              </a:rPr>
              <a:t>amping</a:t>
            </a:r>
            <a:endParaRPr sz="2000">
              <a:latin typeface="Arial"/>
              <a:cs typeface="Arial"/>
            </a:endParaRPr>
          </a:p>
          <a:p>
            <a:pPr marL="91440">
              <a:lnSpc>
                <a:spcPct val="95825"/>
              </a:lnSpc>
              <a:spcBef>
                <a:spcPts val="707"/>
              </a:spcBef>
            </a:pPr>
            <a:r>
              <a:rPr dirty="0" smtClean="0" sz="2000" spc="9">
                <a:latin typeface="Arial"/>
                <a:cs typeface="Arial"/>
              </a:rPr>
              <a:t>•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Se</a:t>
            </a:r>
            <a:r>
              <a:rPr dirty="0" smtClean="0" sz="2000" spc="9">
                <a:latin typeface="Arial"/>
                <a:cs typeface="Arial"/>
              </a:rPr>
              <a:t>c</a:t>
            </a:r>
            <a:r>
              <a:rPr dirty="0" smtClean="0" sz="2000" spc="9">
                <a:latin typeface="Arial"/>
                <a:cs typeface="Arial"/>
              </a:rPr>
              <a:t>a</a:t>
            </a:r>
            <a:r>
              <a:rPr dirty="0" smtClean="0" sz="2000" spc="9">
                <a:latin typeface="Arial"/>
                <a:cs typeface="Arial"/>
              </a:rPr>
              <a:t>r</a:t>
            </a:r>
            <a:r>
              <a:rPr dirty="0" smtClean="0" sz="2000" spc="9">
                <a:latin typeface="Arial"/>
                <a:cs typeface="Arial"/>
              </a:rPr>
              <a:t>a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teknis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memili</a:t>
            </a:r>
            <a:r>
              <a:rPr dirty="0" smtClean="0" sz="2000" spc="9">
                <a:latin typeface="Arial"/>
                <a:cs typeface="Arial"/>
              </a:rPr>
              <a:t>k</a:t>
            </a:r>
            <a:r>
              <a:rPr dirty="0" smtClean="0" sz="2000" spc="9">
                <a:latin typeface="Arial"/>
                <a:cs typeface="Arial"/>
              </a:rPr>
              <a:t>i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beb</a:t>
            </a:r>
            <a:r>
              <a:rPr dirty="0" smtClean="0" sz="2000" spc="9">
                <a:latin typeface="Arial"/>
                <a:cs typeface="Arial"/>
              </a:rPr>
              <a:t>e</a:t>
            </a:r>
            <a:r>
              <a:rPr dirty="0" smtClean="0" sz="2000" spc="9">
                <a:latin typeface="Arial"/>
                <a:cs typeface="Arial"/>
              </a:rPr>
              <a:t>r</a:t>
            </a:r>
            <a:r>
              <a:rPr dirty="0" smtClean="0" sz="2000" spc="9">
                <a:latin typeface="Arial"/>
                <a:cs typeface="Arial"/>
              </a:rPr>
              <a:t>a</a:t>
            </a:r>
            <a:r>
              <a:rPr dirty="0" smtClean="0" sz="2000" spc="9">
                <a:latin typeface="Arial"/>
                <a:cs typeface="Arial"/>
              </a:rPr>
              <a:t>pa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tujuan</a:t>
            </a:r>
            <a:r>
              <a:rPr dirty="0" smtClean="0" sz="2000" spc="9">
                <a:latin typeface="Arial"/>
                <a:cs typeface="Arial"/>
              </a:rPr>
              <a:t> </a:t>
            </a:r>
            <a:r>
              <a:rPr dirty="0" smtClean="0" sz="2000" spc="9">
                <a:latin typeface="Arial"/>
                <a:cs typeface="Arial"/>
              </a:rPr>
              <a:t>:</a:t>
            </a:r>
            <a:endParaRPr sz="2000">
              <a:latin typeface="Arial"/>
              <a:cs typeface="Arial"/>
            </a:endParaRPr>
          </a:p>
          <a:p>
            <a:pPr marL="492556" marR="1044235">
              <a:lnSpc>
                <a:spcPts val="2069"/>
              </a:lnSpc>
              <a:spcBef>
                <a:spcPts val="743"/>
              </a:spcBef>
            </a:pPr>
            <a:r>
              <a:rPr dirty="0" smtClean="0" sz="1800" spc="16">
                <a:latin typeface="Arial"/>
                <a:cs typeface="Arial"/>
              </a:rPr>
              <a:t>o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mem</a:t>
            </a:r>
            <a:r>
              <a:rPr dirty="0" smtClean="0" sz="1800" spc="16">
                <a:latin typeface="Arial"/>
                <a:cs typeface="Arial"/>
              </a:rPr>
              <a:t>a</a:t>
            </a:r>
            <a:r>
              <a:rPr dirty="0" smtClean="0" sz="1800" spc="16">
                <a:latin typeface="Arial"/>
                <a:cs typeface="Arial"/>
              </a:rPr>
              <a:t>ksim</a:t>
            </a:r>
            <a:r>
              <a:rPr dirty="0" smtClean="0" sz="1800" spc="16">
                <a:latin typeface="Arial"/>
                <a:cs typeface="Arial"/>
              </a:rPr>
              <a:t>u</a:t>
            </a:r>
            <a:r>
              <a:rPr dirty="0" smtClean="0" sz="1800" spc="16">
                <a:latin typeface="Arial"/>
                <a:cs typeface="Arial"/>
              </a:rPr>
              <a:t>mkan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b</a:t>
            </a:r>
            <a:r>
              <a:rPr dirty="0" smtClean="0" sz="1800" spc="16">
                <a:latin typeface="Arial"/>
                <a:cs typeface="Arial"/>
              </a:rPr>
              <a:t>i</a:t>
            </a:r>
            <a:r>
              <a:rPr dirty="0" smtClean="0" sz="1800" spc="16">
                <a:latin typeface="Arial"/>
                <a:cs typeface="Arial"/>
              </a:rPr>
              <a:t>t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rate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y</a:t>
            </a:r>
            <a:r>
              <a:rPr dirty="0" smtClean="0" sz="1800" spc="16">
                <a:latin typeface="Arial"/>
                <a:cs typeface="Arial"/>
              </a:rPr>
              <a:t>a</a:t>
            </a:r>
            <a:r>
              <a:rPr dirty="0" smtClean="0" sz="1800" spc="16">
                <a:latin typeface="Arial"/>
                <a:cs typeface="Arial"/>
              </a:rPr>
              <a:t>n</a:t>
            </a:r>
            <a:r>
              <a:rPr dirty="0" smtClean="0" sz="1800" spc="16">
                <a:latin typeface="Arial"/>
                <a:cs typeface="Arial"/>
              </a:rPr>
              <a:t>g</a:t>
            </a:r>
            <a:r>
              <a:rPr dirty="0" smtClean="0" sz="1800" spc="16">
                <a:latin typeface="Arial"/>
                <a:cs typeface="Arial"/>
              </a:rPr>
              <a:t> </a:t>
            </a:r>
            <a:r>
              <a:rPr dirty="0" smtClean="0" sz="1800" spc="16">
                <a:latin typeface="Arial"/>
                <a:cs typeface="Arial"/>
              </a:rPr>
              <a:t>d</a:t>
            </a:r>
            <a:r>
              <a:rPr dirty="0" smtClean="0" sz="1800" spc="16">
                <a:latin typeface="Arial"/>
                <a:cs typeface="Arial"/>
              </a:rPr>
              <a:t>i</a:t>
            </a:r>
            <a:r>
              <a:rPr dirty="0" smtClean="0" sz="1800" spc="16">
                <a:latin typeface="Arial"/>
                <a:cs typeface="Arial"/>
              </a:rPr>
              <a:t>l</a:t>
            </a:r>
            <a:r>
              <a:rPr dirty="0" smtClean="0" sz="1800" spc="16">
                <a:latin typeface="Arial"/>
                <a:cs typeface="Arial"/>
              </a:rPr>
              <a:t>e</a:t>
            </a:r>
            <a:r>
              <a:rPr dirty="0" smtClean="0" sz="1800" spc="16">
                <a:latin typeface="Arial"/>
                <a:cs typeface="Arial"/>
              </a:rPr>
              <a:t>w</a:t>
            </a:r>
            <a:r>
              <a:rPr dirty="0" smtClean="0" sz="1800" spc="16">
                <a:latin typeface="Arial"/>
                <a:cs typeface="Arial"/>
              </a:rPr>
              <a:t>atk</a:t>
            </a:r>
            <a:r>
              <a:rPr dirty="0" smtClean="0" sz="1800" spc="16">
                <a:latin typeface="Arial"/>
                <a:cs typeface="Arial"/>
              </a:rPr>
              <a:t>a</a:t>
            </a:r>
            <a:r>
              <a:rPr dirty="0" smtClean="0" sz="1800" spc="16">
                <a:latin typeface="Arial"/>
                <a:cs typeface="Arial"/>
              </a:rPr>
              <a:t>n</a:t>
            </a:r>
            <a:r>
              <a:rPr dirty="0" smtClean="0" sz="1800" spc="16">
                <a:latin typeface="Arial"/>
                <a:cs typeface="Arial"/>
              </a:rPr>
              <a:t> </a:t>
            </a:r>
            <a:endParaRPr sz="1800">
              <a:latin typeface="Arial"/>
              <a:cs typeface="Arial"/>
            </a:endParaRPr>
          </a:p>
          <a:p>
            <a:pPr marL="492556" marR="1044235">
              <a:lnSpc>
                <a:spcPts val="2069"/>
              </a:lnSpc>
              <a:spcBef>
                <a:spcPts val="738"/>
              </a:spcBef>
            </a:pPr>
            <a:r>
              <a:rPr dirty="0" smtClean="0" sz="1800" spc="6">
                <a:latin typeface="Arial"/>
                <a:cs typeface="Arial"/>
              </a:rPr>
              <a:t>o</a:t>
            </a:r>
            <a:r>
              <a:rPr dirty="0" smtClean="0" sz="1800" spc="6">
                <a:latin typeface="Arial"/>
                <a:cs typeface="Arial"/>
              </a:rPr>
              <a:t> </a:t>
            </a:r>
            <a:r>
              <a:rPr dirty="0" smtClean="0" sz="1800" spc="6">
                <a:latin typeface="Arial"/>
                <a:cs typeface="Arial"/>
              </a:rPr>
              <a:t> </a:t>
            </a:r>
            <a:r>
              <a:rPr dirty="0" smtClean="0" sz="1800" spc="6">
                <a:latin typeface="Arial"/>
                <a:cs typeface="Arial"/>
              </a:rPr>
              <a:t>mem</a:t>
            </a:r>
            <a:r>
              <a:rPr dirty="0" smtClean="0" sz="1800" spc="6">
                <a:latin typeface="Arial"/>
                <a:cs typeface="Arial"/>
              </a:rPr>
              <a:t>i</a:t>
            </a:r>
            <a:r>
              <a:rPr dirty="0" smtClean="0" sz="1800" spc="6">
                <a:latin typeface="Arial"/>
                <a:cs typeface="Arial"/>
              </a:rPr>
              <a:t>n</a:t>
            </a:r>
            <a:r>
              <a:rPr dirty="0" smtClean="0" sz="1800" spc="6">
                <a:latin typeface="Arial"/>
                <a:cs typeface="Arial"/>
              </a:rPr>
              <a:t>i</a:t>
            </a:r>
            <a:r>
              <a:rPr dirty="0" smtClean="0" sz="1800" spc="6">
                <a:latin typeface="Arial"/>
                <a:cs typeface="Arial"/>
              </a:rPr>
              <a:t>mumk</a:t>
            </a:r>
            <a:r>
              <a:rPr dirty="0" smtClean="0" sz="1800" spc="6">
                <a:latin typeface="Arial"/>
                <a:cs typeface="Arial"/>
              </a:rPr>
              <a:t>a</a:t>
            </a:r>
            <a:r>
              <a:rPr dirty="0" smtClean="0" sz="1800" spc="6">
                <a:latin typeface="Arial"/>
                <a:cs typeface="Arial"/>
              </a:rPr>
              <a:t>n</a:t>
            </a:r>
            <a:r>
              <a:rPr dirty="0" smtClean="0" sz="1800" spc="6">
                <a:latin typeface="Arial"/>
                <a:cs typeface="Arial"/>
              </a:rPr>
              <a:t> </a:t>
            </a:r>
            <a:r>
              <a:rPr dirty="0" smtClean="0" sz="1800" spc="6">
                <a:latin typeface="Arial"/>
                <a:cs typeface="Arial"/>
              </a:rPr>
              <a:t>pr</a:t>
            </a:r>
            <a:r>
              <a:rPr dirty="0" smtClean="0" sz="1800" spc="6">
                <a:latin typeface="Arial"/>
                <a:cs typeface="Arial"/>
              </a:rPr>
              <a:t>o</a:t>
            </a:r>
            <a:r>
              <a:rPr dirty="0" smtClean="0" sz="1800" spc="6">
                <a:latin typeface="Arial"/>
                <a:cs typeface="Arial"/>
              </a:rPr>
              <a:t>b</a:t>
            </a:r>
            <a:r>
              <a:rPr dirty="0" smtClean="0" sz="1800" spc="6">
                <a:latin typeface="Arial"/>
                <a:cs typeface="Arial"/>
              </a:rPr>
              <a:t>a</a:t>
            </a:r>
            <a:r>
              <a:rPr dirty="0" smtClean="0" sz="1800" spc="6">
                <a:latin typeface="Arial"/>
                <a:cs typeface="Arial"/>
              </a:rPr>
              <a:t>b</a:t>
            </a:r>
            <a:r>
              <a:rPr dirty="0" smtClean="0" sz="1800" spc="6">
                <a:latin typeface="Arial"/>
                <a:cs typeface="Arial"/>
              </a:rPr>
              <a:t>i</a:t>
            </a:r>
            <a:r>
              <a:rPr dirty="0" smtClean="0" sz="1800" spc="6">
                <a:latin typeface="Arial"/>
                <a:cs typeface="Arial"/>
              </a:rPr>
              <a:t>l</a:t>
            </a:r>
            <a:r>
              <a:rPr dirty="0" smtClean="0" sz="1800" spc="6">
                <a:latin typeface="Arial"/>
                <a:cs typeface="Arial"/>
              </a:rPr>
              <a:t>i</a:t>
            </a:r>
            <a:r>
              <a:rPr dirty="0" smtClean="0" sz="1800" spc="6">
                <a:latin typeface="Arial"/>
                <a:cs typeface="Arial"/>
              </a:rPr>
              <a:t>tas</a:t>
            </a:r>
            <a:r>
              <a:rPr dirty="0" smtClean="0" sz="1800" spc="6">
                <a:latin typeface="Arial"/>
                <a:cs typeface="Arial"/>
              </a:rPr>
              <a:t> </a:t>
            </a:r>
            <a:r>
              <a:rPr dirty="0" smtClean="0" sz="1800" spc="6">
                <a:latin typeface="Arial"/>
                <a:cs typeface="Arial"/>
              </a:rPr>
              <a:t>err</a:t>
            </a:r>
            <a:r>
              <a:rPr dirty="0" smtClean="0" sz="1800" spc="6">
                <a:latin typeface="Arial"/>
                <a:cs typeface="Arial"/>
              </a:rPr>
              <a:t>o</a:t>
            </a:r>
            <a:r>
              <a:rPr dirty="0" smtClean="0" sz="1800" spc="6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  <a:p>
            <a:pPr marL="492556">
              <a:lnSpc>
                <a:spcPct val="95825"/>
              </a:lnSpc>
              <a:spcBef>
                <a:spcPts val="758"/>
              </a:spcBef>
            </a:pP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24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mem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i</a:t>
            </a:r>
            <a:r>
              <a:rPr dirty="0" smtClean="0" sz="1800" spc="9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umkan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da</a:t>
            </a:r>
            <a:r>
              <a:rPr dirty="0" smtClean="0" sz="1800" spc="-9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24">
                <a:latin typeface="Arial"/>
                <a:cs typeface="Arial"/>
              </a:rPr>
              <a:t> </a:t>
            </a:r>
            <a:r>
              <a:rPr dirty="0" smtClean="0" sz="1800" spc="-14">
                <a:latin typeface="Arial"/>
                <a:cs typeface="Arial"/>
              </a:rPr>
              <a:t>y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ut</a:t>
            </a:r>
            <a:r>
              <a:rPr dirty="0" smtClean="0" sz="1800" spc="-4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hka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,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2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u</a:t>
            </a:r>
            <a:endParaRPr sz="1800">
              <a:latin typeface="Arial"/>
              <a:cs typeface="Arial"/>
            </a:endParaRPr>
          </a:p>
          <a:p>
            <a:pPr marL="777544">
              <a:lnSpc>
                <a:spcPct val="95825"/>
              </a:lnSpc>
              <a:spcBef>
                <a:spcPts val="1386"/>
              </a:spcBef>
            </a:pP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ise</a:t>
            </a:r>
            <a:endParaRPr sz="1800">
              <a:latin typeface="Arial"/>
              <a:cs typeface="Arial"/>
            </a:endParaRPr>
          </a:p>
          <a:p>
            <a:pPr marL="492556">
              <a:lnSpc>
                <a:spcPct val="95825"/>
              </a:lnSpc>
              <a:spcBef>
                <a:spcPts val="738"/>
              </a:spcBef>
            </a:pPr>
            <a:r>
              <a:rPr dirty="0" smtClean="0" sz="1800" spc="4">
                <a:latin typeface="Arial"/>
                <a:cs typeface="Arial"/>
              </a:rPr>
              <a:t>o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mem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mumk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b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w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th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sistem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y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g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b</a:t>
            </a:r>
            <a:r>
              <a:rPr dirty="0" smtClean="0" sz="1800" spc="4">
                <a:latin typeface="Arial"/>
                <a:cs typeface="Arial"/>
              </a:rPr>
              <a:t>u</a:t>
            </a:r>
            <a:r>
              <a:rPr dirty="0" smtClean="0" sz="1800" spc="4">
                <a:latin typeface="Arial"/>
                <a:cs typeface="Arial"/>
              </a:rPr>
              <a:t>tu</a:t>
            </a:r>
            <a:r>
              <a:rPr dirty="0" smtClean="0" sz="1800" spc="4">
                <a:latin typeface="Arial"/>
                <a:cs typeface="Arial"/>
              </a:rPr>
              <a:t>h</a:t>
            </a:r>
            <a:r>
              <a:rPr dirty="0" smtClean="0" sz="1800" spc="4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  <a:p>
            <a:pPr marL="777544" marR="51501" indent="-284988">
              <a:lnSpc>
                <a:spcPts val="2069"/>
              </a:lnSpc>
              <a:spcBef>
                <a:spcPts val="738"/>
              </a:spcBef>
              <a:tabLst>
                <a:tab pos="774700" algn="l"/>
              </a:tabLst>
            </a:pPr>
            <a:r>
              <a:rPr dirty="0" smtClean="0" sz="1800" spc="0">
                <a:latin typeface="Arial"/>
                <a:cs typeface="Arial"/>
              </a:rPr>
              <a:t>o	</a:t>
            </a:r>
            <a:r>
              <a:rPr dirty="0" smtClean="0" sz="1800" spc="0">
                <a:latin typeface="Arial"/>
                <a:cs typeface="Arial"/>
              </a:rPr>
              <a:t>maks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9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u</a:t>
            </a:r>
            <a:r>
              <a:rPr dirty="0" smtClean="0" sz="1800" spc="4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isasi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9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sist</a:t>
            </a:r>
            <a:r>
              <a:rPr dirty="0" smtClean="0" sz="1800" spc="4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20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(maks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r>
              <a:rPr dirty="0" smtClean="0" sz="1800" spc="0">
                <a:latin typeface="Arial"/>
                <a:cs typeface="Arial"/>
              </a:rPr>
              <a:t>   </a:t>
            </a:r>
            <a:r>
              <a:rPr dirty="0" smtClean="0" sz="1800" spc="19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us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-94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,</a:t>
            </a:r>
            <a:r>
              <a:rPr dirty="0" smtClean="0" sz="1800" spc="0">
                <a:latin typeface="Arial"/>
                <a:cs typeface="Arial"/>
              </a:rPr>
              <a:t> </a:t>
            </a:r>
            <a:endParaRPr sz="1800">
              <a:latin typeface="Arial"/>
              <a:cs typeface="Arial"/>
            </a:endParaRPr>
          </a:p>
          <a:p>
            <a:pPr marL="777544" marR="51501">
              <a:lnSpc>
                <a:spcPts val="2069"/>
              </a:lnSpc>
              <a:spcBef>
                <a:spcPts val="1388"/>
              </a:spcBef>
              <a:tabLst>
                <a:tab pos="774700" algn="l"/>
              </a:tabLst>
            </a:pP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terfer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  <a:p>
            <a:pPr marL="492556">
              <a:lnSpc>
                <a:spcPts val="1764"/>
              </a:lnSpc>
              <a:spcBef>
                <a:spcPts val="1477"/>
              </a:spcBef>
            </a:pPr>
            <a:r>
              <a:rPr dirty="0" smtClean="0" sz="1800" spc="13">
                <a:latin typeface="Arial"/>
                <a:cs typeface="Arial"/>
              </a:rPr>
              <a:t>o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mi</a:t>
            </a:r>
            <a:r>
              <a:rPr dirty="0" smtClean="0" sz="1800" spc="13">
                <a:latin typeface="Arial"/>
                <a:cs typeface="Arial"/>
              </a:rPr>
              <a:t>n</a:t>
            </a:r>
            <a:r>
              <a:rPr dirty="0" smtClean="0" sz="1800" spc="13">
                <a:latin typeface="Arial"/>
                <a:cs typeface="Arial"/>
              </a:rPr>
              <a:t>im</a:t>
            </a:r>
            <a:r>
              <a:rPr dirty="0" smtClean="0" sz="1800" spc="13">
                <a:latin typeface="Arial"/>
                <a:cs typeface="Arial"/>
              </a:rPr>
              <a:t>u</a:t>
            </a:r>
            <a:r>
              <a:rPr dirty="0" smtClean="0" sz="1800" spc="13">
                <a:latin typeface="Arial"/>
                <a:cs typeface="Arial"/>
              </a:rPr>
              <a:t>m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ko</a:t>
            </a:r>
            <a:r>
              <a:rPr dirty="0" smtClean="0" sz="1800" spc="13">
                <a:latin typeface="Arial"/>
                <a:cs typeface="Arial"/>
              </a:rPr>
              <a:t>m</a:t>
            </a:r>
            <a:r>
              <a:rPr dirty="0" smtClean="0" sz="1800" spc="13">
                <a:latin typeface="Arial"/>
                <a:cs typeface="Arial"/>
              </a:rPr>
              <a:t>p</a:t>
            </a:r>
            <a:r>
              <a:rPr dirty="0" smtClean="0" sz="1800" spc="13">
                <a:latin typeface="Arial"/>
                <a:cs typeface="Arial"/>
              </a:rPr>
              <a:t>l</a:t>
            </a:r>
            <a:r>
              <a:rPr dirty="0" smtClean="0" sz="1800" spc="13">
                <a:latin typeface="Arial"/>
                <a:cs typeface="Arial"/>
              </a:rPr>
              <a:t>eks</a:t>
            </a:r>
            <a:r>
              <a:rPr dirty="0" smtClean="0" sz="1800" spc="13">
                <a:latin typeface="Arial"/>
                <a:cs typeface="Arial"/>
              </a:rPr>
              <a:t>i</a:t>
            </a:r>
            <a:r>
              <a:rPr dirty="0" smtClean="0" sz="1800" spc="13">
                <a:latin typeface="Arial"/>
                <a:cs typeface="Arial"/>
              </a:rPr>
              <a:t>tas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sist</a:t>
            </a:r>
            <a:r>
              <a:rPr dirty="0" smtClean="0" sz="1800" spc="13">
                <a:latin typeface="Arial"/>
                <a:cs typeface="Arial"/>
              </a:rPr>
              <a:t>e</a:t>
            </a:r>
            <a:r>
              <a:rPr dirty="0" smtClean="0" sz="1800" spc="13">
                <a:latin typeface="Arial"/>
                <a:cs typeface="Arial"/>
              </a:rPr>
              <a:t>m</a:t>
            </a:r>
            <a:r>
              <a:rPr dirty="0" smtClean="0" sz="2000" spc="13">
                <a:latin typeface="Arial"/>
                <a:cs typeface="Arial"/>
              </a:rPr>
              <a:t>,</a:t>
            </a:r>
            <a:r>
              <a:rPr dirty="0" smtClean="0" sz="2000" spc="13">
                <a:latin typeface="Arial"/>
                <a:cs typeface="Arial"/>
              </a:rPr>
              <a:t> </a:t>
            </a:r>
            <a:r>
              <a:rPr dirty="0" smtClean="0" sz="20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b</a:t>
            </a:r>
            <a:r>
              <a:rPr dirty="0" smtClean="0" sz="1800" spc="13">
                <a:latin typeface="Arial"/>
                <a:cs typeface="Arial"/>
              </a:rPr>
              <a:t>e</a:t>
            </a:r>
            <a:r>
              <a:rPr dirty="0" smtClean="0" sz="1800" spc="13">
                <a:latin typeface="Arial"/>
                <a:cs typeface="Arial"/>
              </a:rPr>
              <a:t>ban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 </a:t>
            </a:r>
            <a:r>
              <a:rPr dirty="0" smtClean="0" sz="1800" spc="13">
                <a:latin typeface="Arial"/>
                <a:cs typeface="Arial"/>
              </a:rPr>
              <a:t>k</a:t>
            </a:r>
            <a:r>
              <a:rPr dirty="0" smtClean="0" sz="1800" spc="13">
                <a:latin typeface="Arial"/>
                <a:cs typeface="Arial"/>
              </a:rPr>
              <a:t>o</a:t>
            </a:r>
            <a:r>
              <a:rPr dirty="0" smtClean="0" sz="1800" spc="13">
                <a:latin typeface="Arial"/>
                <a:cs typeface="Arial"/>
              </a:rPr>
              <a:t>mp</a:t>
            </a:r>
            <a:r>
              <a:rPr dirty="0" smtClean="0" sz="1800" spc="13">
                <a:latin typeface="Arial"/>
                <a:cs typeface="Arial"/>
              </a:rPr>
              <a:t>u</a:t>
            </a:r>
            <a:r>
              <a:rPr dirty="0" smtClean="0" sz="1800" spc="13">
                <a:latin typeface="Arial"/>
                <a:cs typeface="Arial"/>
              </a:rPr>
              <a:t>tasi,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50876" y="685800"/>
            <a:ext cx="4191000" cy="457200"/>
          </a:xfrm>
          <a:prstGeom prst="rect">
            <a:avLst/>
          </a:prstGeom>
        </p:spPr>
        <p:txBody>
          <a:bodyPr wrap="square" lIns="0" tIns="57150" rIns="0" bIns="0" rtlCol="0">
            <a:noAutofit/>
          </a:bodyPr>
          <a:lstStyle/>
          <a:p>
            <a:pPr marL="189585">
              <a:lnSpc>
                <a:spcPct val="95825"/>
              </a:lnSpc>
            </a:pPr>
            <a:r>
              <a:rPr dirty="0" smtClean="0" sz="2400" b="1">
                <a:latin typeface="Arial"/>
                <a:cs typeface="Arial"/>
              </a:rPr>
              <a:t>D</a:t>
            </a:r>
            <a:r>
              <a:rPr dirty="0" smtClean="0" sz="2400" b="1">
                <a:latin typeface="Arial"/>
                <a:cs typeface="Arial"/>
              </a:rPr>
              <a:t>e</a:t>
            </a:r>
            <a:r>
              <a:rPr dirty="0" smtClean="0" sz="2400" b="1">
                <a:latin typeface="Arial"/>
                <a:cs typeface="Arial"/>
              </a:rPr>
              <a:t>sain</a:t>
            </a:r>
            <a:r>
              <a:rPr dirty="0" smtClean="0" sz="2400" b="1">
                <a:latin typeface="Arial"/>
                <a:cs typeface="Arial"/>
              </a:rPr>
              <a:t> </a:t>
            </a:r>
            <a:r>
              <a:rPr dirty="0" smtClean="0" sz="2400" b="1">
                <a:latin typeface="Arial"/>
                <a:cs typeface="Arial"/>
              </a:rPr>
              <a:t>sis</a:t>
            </a:r>
            <a:r>
              <a:rPr dirty="0" smtClean="0" sz="2400" b="1">
                <a:latin typeface="Arial"/>
                <a:cs typeface="Arial"/>
              </a:rPr>
              <a:t>t</a:t>
            </a:r>
            <a:r>
              <a:rPr dirty="0" smtClean="0" sz="2400" b="1">
                <a:latin typeface="Arial"/>
                <a:cs typeface="Arial"/>
              </a:rPr>
              <a:t>em</a:t>
            </a:r>
            <a:r>
              <a:rPr dirty="0" smtClean="0" sz="2400" b="1">
                <a:latin typeface="Arial"/>
                <a:cs typeface="Arial"/>
              </a:rPr>
              <a:t> </a:t>
            </a:r>
            <a:r>
              <a:rPr dirty="0" smtClean="0" sz="2400" b="1">
                <a:latin typeface="Arial"/>
                <a:cs typeface="Arial"/>
              </a:rPr>
              <a:t>komunikasi</a:t>
            </a:r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object 4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57200" y="1219200"/>
            <a:ext cx="3657600" cy="1143000"/>
          </a:xfrm>
          <a:custGeom>
            <a:avLst/>
            <a:gdLst/>
            <a:ahLst/>
            <a:cxnLst/>
            <a:rect l="l" t="t" r="r" b="b"/>
            <a:pathLst>
              <a:path w="3657600" h="1143000">
                <a:moveTo>
                  <a:pt x="0" y="571500"/>
                </a:moveTo>
                <a:lnTo>
                  <a:pt x="6062" y="618367"/>
                </a:lnTo>
                <a:lnTo>
                  <a:pt x="23935" y="664191"/>
                </a:lnTo>
                <a:lnTo>
                  <a:pt x="53149" y="708826"/>
                </a:lnTo>
                <a:lnTo>
                  <a:pt x="93232" y="752124"/>
                </a:lnTo>
                <a:lnTo>
                  <a:pt x="143714" y="793938"/>
                </a:lnTo>
                <a:lnTo>
                  <a:pt x="204124" y="834121"/>
                </a:lnTo>
                <a:lnTo>
                  <a:pt x="273993" y="872525"/>
                </a:lnTo>
                <a:lnTo>
                  <a:pt x="352848" y="909005"/>
                </a:lnTo>
                <a:lnTo>
                  <a:pt x="440220" y="943411"/>
                </a:lnTo>
                <a:lnTo>
                  <a:pt x="535638" y="975598"/>
                </a:lnTo>
                <a:lnTo>
                  <a:pt x="638631" y="1005417"/>
                </a:lnTo>
                <a:lnTo>
                  <a:pt x="748729" y="1032723"/>
                </a:lnTo>
                <a:lnTo>
                  <a:pt x="865460" y="1057367"/>
                </a:lnTo>
                <a:lnTo>
                  <a:pt x="988355" y="1079203"/>
                </a:lnTo>
                <a:lnTo>
                  <a:pt x="1116943" y="1098083"/>
                </a:lnTo>
                <a:lnTo>
                  <a:pt x="1250752" y="1113861"/>
                </a:lnTo>
                <a:lnTo>
                  <a:pt x="1389314" y="1126388"/>
                </a:lnTo>
                <a:lnTo>
                  <a:pt x="1532156" y="1135519"/>
                </a:lnTo>
                <a:lnTo>
                  <a:pt x="1678808" y="1141105"/>
                </a:lnTo>
                <a:lnTo>
                  <a:pt x="1828800" y="1143000"/>
                </a:lnTo>
                <a:lnTo>
                  <a:pt x="1978791" y="1141105"/>
                </a:lnTo>
                <a:lnTo>
                  <a:pt x="2125443" y="1135519"/>
                </a:lnTo>
                <a:lnTo>
                  <a:pt x="2268285" y="1126388"/>
                </a:lnTo>
                <a:lnTo>
                  <a:pt x="2406847" y="1113861"/>
                </a:lnTo>
                <a:lnTo>
                  <a:pt x="2540656" y="1098083"/>
                </a:lnTo>
                <a:lnTo>
                  <a:pt x="2669244" y="1079203"/>
                </a:lnTo>
                <a:lnTo>
                  <a:pt x="2792139" y="1057367"/>
                </a:lnTo>
                <a:lnTo>
                  <a:pt x="2908870" y="1032723"/>
                </a:lnTo>
                <a:lnTo>
                  <a:pt x="3018968" y="1005417"/>
                </a:lnTo>
                <a:lnTo>
                  <a:pt x="3121961" y="975598"/>
                </a:lnTo>
                <a:lnTo>
                  <a:pt x="3217379" y="943411"/>
                </a:lnTo>
                <a:lnTo>
                  <a:pt x="3304751" y="909005"/>
                </a:lnTo>
                <a:lnTo>
                  <a:pt x="3383606" y="872525"/>
                </a:lnTo>
                <a:lnTo>
                  <a:pt x="3453475" y="834121"/>
                </a:lnTo>
                <a:lnTo>
                  <a:pt x="3513885" y="793938"/>
                </a:lnTo>
                <a:lnTo>
                  <a:pt x="3564367" y="752124"/>
                </a:lnTo>
                <a:lnTo>
                  <a:pt x="3604450" y="708826"/>
                </a:lnTo>
                <a:lnTo>
                  <a:pt x="3633664" y="664191"/>
                </a:lnTo>
                <a:lnTo>
                  <a:pt x="3651537" y="618367"/>
                </a:lnTo>
                <a:lnTo>
                  <a:pt x="3657600" y="571500"/>
                </a:lnTo>
                <a:lnTo>
                  <a:pt x="3651537" y="524632"/>
                </a:lnTo>
                <a:lnTo>
                  <a:pt x="3633664" y="478808"/>
                </a:lnTo>
                <a:lnTo>
                  <a:pt x="3604450" y="434173"/>
                </a:lnTo>
                <a:lnTo>
                  <a:pt x="3564367" y="390875"/>
                </a:lnTo>
                <a:lnTo>
                  <a:pt x="3513885" y="349061"/>
                </a:lnTo>
                <a:lnTo>
                  <a:pt x="3453475" y="308878"/>
                </a:lnTo>
                <a:lnTo>
                  <a:pt x="3383606" y="270474"/>
                </a:lnTo>
                <a:lnTo>
                  <a:pt x="3304751" y="233994"/>
                </a:lnTo>
                <a:lnTo>
                  <a:pt x="3217379" y="199588"/>
                </a:lnTo>
                <a:lnTo>
                  <a:pt x="3121961" y="167401"/>
                </a:lnTo>
                <a:lnTo>
                  <a:pt x="3018968" y="137582"/>
                </a:lnTo>
                <a:lnTo>
                  <a:pt x="2908870" y="110276"/>
                </a:lnTo>
                <a:lnTo>
                  <a:pt x="2792139" y="85632"/>
                </a:lnTo>
                <a:lnTo>
                  <a:pt x="2669244" y="63796"/>
                </a:lnTo>
                <a:lnTo>
                  <a:pt x="2540656" y="44916"/>
                </a:lnTo>
                <a:lnTo>
                  <a:pt x="2406847" y="29138"/>
                </a:lnTo>
                <a:lnTo>
                  <a:pt x="2268285" y="16611"/>
                </a:lnTo>
                <a:lnTo>
                  <a:pt x="2125443" y="7480"/>
                </a:lnTo>
                <a:lnTo>
                  <a:pt x="1978791" y="1894"/>
                </a:lnTo>
                <a:lnTo>
                  <a:pt x="1828800" y="0"/>
                </a:lnTo>
                <a:lnTo>
                  <a:pt x="1678808" y="1894"/>
                </a:lnTo>
                <a:lnTo>
                  <a:pt x="1532156" y="7480"/>
                </a:lnTo>
                <a:lnTo>
                  <a:pt x="1389314" y="16611"/>
                </a:lnTo>
                <a:lnTo>
                  <a:pt x="1250752" y="29138"/>
                </a:lnTo>
                <a:lnTo>
                  <a:pt x="1116943" y="44916"/>
                </a:lnTo>
                <a:lnTo>
                  <a:pt x="988355" y="63796"/>
                </a:lnTo>
                <a:lnTo>
                  <a:pt x="865460" y="85632"/>
                </a:lnTo>
                <a:lnTo>
                  <a:pt x="748729" y="110276"/>
                </a:lnTo>
                <a:lnTo>
                  <a:pt x="638631" y="137582"/>
                </a:lnTo>
                <a:lnTo>
                  <a:pt x="535638" y="167401"/>
                </a:lnTo>
                <a:lnTo>
                  <a:pt x="440220" y="199588"/>
                </a:lnTo>
                <a:lnTo>
                  <a:pt x="352848" y="233994"/>
                </a:lnTo>
                <a:lnTo>
                  <a:pt x="273993" y="270474"/>
                </a:lnTo>
                <a:lnTo>
                  <a:pt x="204124" y="308878"/>
                </a:lnTo>
                <a:lnTo>
                  <a:pt x="143714" y="349061"/>
                </a:lnTo>
                <a:lnTo>
                  <a:pt x="93232" y="390875"/>
                </a:lnTo>
                <a:lnTo>
                  <a:pt x="53149" y="434173"/>
                </a:lnTo>
                <a:lnTo>
                  <a:pt x="23935" y="478808"/>
                </a:lnTo>
                <a:lnTo>
                  <a:pt x="6062" y="524632"/>
                </a:lnTo>
                <a:lnTo>
                  <a:pt x="0" y="57150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57200" y="1219200"/>
            <a:ext cx="3657600" cy="1143000"/>
          </a:xfrm>
          <a:custGeom>
            <a:avLst/>
            <a:gdLst/>
            <a:ahLst/>
            <a:cxnLst/>
            <a:rect l="l" t="t" r="r" b="b"/>
            <a:pathLst>
              <a:path w="3657600" h="1143000">
                <a:moveTo>
                  <a:pt x="0" y="571500"/>
                </a:moveTo>
                <a:lnTo>
                  <a:pt x="6062" y="524632"/>
                </a:lnTo>
                <a:lnTo>
                  <a:pt x="23935" y="478808"/>
                </a:lnTo>
                <a:lnTo>
                  <a:pt x="53149" y="434173"/>
                </a:lnTo>
                <a:lnTo>
                  <a:pt x="93232" y="390875"/>
                </a:lnTo>
                <a:lnTo>
                  <a:pt x="143714" y="349061"/>
                </a:lnTo>
                <a:lnTo>
                  <a:pt x="204124" y="308878"/>
                </a:lnTo>
                <a:lnTo>
                  <a:pt x="273993" y="270474"/>
                </a:lnTo>
                <a:lnTo>
                  <a:pt x="352848" y="233994"/>
                </a:lnTo>
                <a:lnTo>
                  <a:pt x="440220" y="199588"/>
                </a:lnTo>
                <a:lnTo>
                  <a:pt x="535638" y="167401"/>
                </a:lnTo>
                <a:lnTo>
                  <a:pt x="638631" y="137582"/>
                </a:lnTo>
                <a:lnTo>
                  <a:pt x="748729" y="110276"/>
                </a:lnTo>
                <a:lnTo>
                  <a:pt x="865460" y="85632"/>
                </a:lnTo>
                <a:lnTo>
                  <a:pt x="988355" y="63796"/>
                </a:lnTo>
                <a:lnTo>
                  <a:pt x="1116943" y="44916"/>
                </a:lnTo>
                <a:lnTo>
                  <a:pt x="1250752" y="29138"/>
                </a:lnTo>
                <a:lnTo>
                  <a:pt x="1389314" y="16611"/>
                </a:lnTo>
                <a:lnTo>
                  <a:pt x="1532156" y="7480"/>
                </a:lnTo>
                <a:lnTo>
                  <a:pt x="1678808" y="1894"/>
                </a:lnTo>
                <a:lnTo>
                  <a:pt x="1828800" y="0"/>
                </a:lnTo>
                <a:lnTo>
                  <a:pt x="1978791" y="1894"/>
                </a:lnTo>
                <a:lnTo>
                  <a:pt x="2125443" y="7480"/>
                </a:lnTo>
                <a:lnTo>
                  <a:pt x="2268285" y="16611"/>
                </a:lnTo>
                <a:lnTo>
                  <a:pt x="2406847" y="29138"/>
                </a:lnTo>
                <a:lnTo>
                  <a:pt x="2540656" y="44916"/>
                </a:lnTo>
                <a:lnTo>
                  <a:pt x="2669244" y="63796"/>
                </a:lnTo>
                <a:lnTo>
                  <a:pt x="2792139" y="85632"/>
                </a:lnTo>
                <a:lnTo>
                  <a:pt x="2908870" y="110276"/>
                </a:lnTo>
                <a:lnTo>
                  <a:pt x="3018968" y="137582"/>
                </a:lnTo>
                <a:lnTo>
                  <a:pt x="3121961" y="167401"/>
                </a:lnTo>
                <a:lnTo>
                  <a:pt x="3217379" y="199588"/>
                </a:lnTo>
                <a:lnTo>
                  <a:pt x="3304751" y="233994"/>
                </a:lnTo>
                <a:lnTo>
                  <a:pt x="3383606" y="270474"/>
                </a:lnTo>
                <a:lnTo>
                  <a:pt x="3453475" y="308878"/>
                </a:lnTo>
                <a:lnTo>
                  <a:pt x="3513885" y="349061"/>
                </a:lnTo>
                <a:lnTo>
                  <a:pt x="3564367" y="390875"/>
                </a:lnTo>
                <a:lnTo>
                  <a:pt x="3604450" y="434173"/>
                </a:lnTo>
                <a:lnTo>
                  <a:pt x="3633664" y="478808"/>
                </a:lnTo>
                <a:lnTo>
                  <a:pt x="3651537" y="524632"/>
                </a:lnTo>
                <a:lnTo>
                  <a:pt x="3657600" y="571500"/>
                </a:lnTo>
                <a:lnTo>
                  <a:pt x="3651537" y="618367"/>
                </a:lnTo>
                <a:lnTo>
                  <a:pt x="3633664" y="664191"/>
                </a:lnTo>
                <a:lnTo>
                  <a:pt x="3604450" y="708826"/>
                </a:lnTo>
                <a:lnTo>
                  <a:pt x="3564367" y="752124"/>
                </a:lnTo>
                <a:lnTo>
                  <a:pt x="3513885" y="793938"/>
                </a:lnTo>
                <a:lnTo>
                  <a:pt x="3453475" y="834121"/>
                </a:lnTo>
                <a:lnTo>
                  <a:pt x="3383606" y="872525"/>
                </a:lnTo>
                <a:lnTo>
                  <a:pt x="3304751" y="909005"/>
                </a:lnTo>
                <a:lnTo>
                  <a:pt x="3217379" y="943411"/>
                </a:lnTo>
                <a:lnTo>
                  <a:pt x="3121961" y="975598"/>
                </a:lnTo>
                <a:lnTo>
                  <a:pt x="3018968" y="1005417"/>
                </a:lnTo>
                <a:lnTo>
                  <a:pt x="2908870" y="1032723"/>
                </a:lnTo>
                <a:lnTo>
                  <a:pt x="2792139" y="1057367"/>
                </a:lnTo>
                <a:lnTo>
                  <a:pt x="2669244" y="1079203"/>
                </a:lnTo>
                <a:lnTo>
                  <a:pt x="2540656" y="1098083"/>
                </a:lnTo>
                <a:lnTo>
                  <a:pt x="2406847" y="1113861"/>
                </a:lnTo>
                <a:lnTo>
                  <a:pt x="2268285" y="1126388"/>
                </a:lnTo>
                <a:lnTo>
                  <a:pt x="2125443" y="1135519"/>
                </a:lnTo>
                <a:lnTo>
                  <a:pt x="1978791" y="1141105"/>
                </a:lnTo>
                <a:lnTo>
                  <a:pt x="1828800" y="1143000"/>
                </a:lnTo>
                <a:lnTo>
                  <a:pt x="1678808" y="1141105"/>
                </a:lnTo>
                <a:lnTo>
                  <a:pt x="1532156" y="1135519"/>
                </a:lnTo>
                <a:lnTo>
                  <a:pt x="1389314" y="1126388"/>
                </a:lnTo>
                <a:lnTo>
                  <a:pt x="1250752" y="1113861"/>
                </a:lnTo>
                <a:lnTo>
                  <a:pt x="1116943" y="1098083"/>
                </a:lnTo>
                <a:lnTo>
                  <a:pt x="988355" y="1079203"/>
                </a:lnTo>
                <a:lnTo>
                  <a:pt x="865460" y="1057367"/>
                </a:lnTo>
                <a:lnTo>
                  <a:pt x="748729" y="1032723"/>
                </a:lnTo>
                <a:lnTo>
                  <a:pt x="638631" y="1005417"/>
                </a:lnTo>
                <a:lnTo>
                  <a:pt x="535638" y="975598"/>
                </a:lnTo>
                <a:lnTo>
                  <a:pt x="440220" y="943411"/>
                </a:lnTo>
                <a:lnTo>
                  <a:pt x="352848" y="909005"/>
                </a:lnTo>
                <a:lnTo>
                  <a:pt x="273993" y="872525"/>
                </a:lnTo>
                <a:lnTo>
                  <a:pt x="204124" y="834121"/>
                </a:lnTo>
                <a:lnTo>
                  <a:pt x="143714" y="793938"/>
                </a:lnTo>
                <a:lnTo>
                  <a:pt x="93232" y="752124"/>
                </a:lnTo>
                <a:lnTo>
                  <a:pt x="53149" y="708826"/>
                </a:lnTo>
                <a:lnTo>
                  <a:pt x="23935" y="664191"/>
                </a:lnTo>
                <a:lnTo>
                  <a:pt x="6062" y="618367"/>
                </a:lnTo>
                <a:lnTo>
                  <a:pt x="0" y="5715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028700" y="2708148"/>
            <a:ext cx="8039100" cy="2244852"/>
          </a:xfrm>
          <a:custGeom>
            <a:avLst/>
            <a:gdLst/>
            <a:ahLst/>
            <a:cxnLst/>
            <a:rect l="l" t="t" r="r" b="b"/>
            <a:pathLst>
              <a:path w="8039100" h="2244852">
                <a:moveTo>
                  <a:pt x="0" y="2244852"/>
                </a:moveTo>
                <a:lnTo>
                  <a:pt x="8039100" y="2244852"/>
                </a:lnTo>
                <a:lnTo>
                  <a:pt x="8039100" y="0"/>
                </a:lnTo>
                <a:lnTo>
                  <a:pt x="0" y="0"/>
                </a:lnTo>
                <a:lnTo>
                  <a:pt x="0" y="224485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828800" y="2362200"/>
            <a:ext cx="685800" cy="533400"/>
          </a:xfrm>
          <a:custGeom>
            <a:avLst/>
            <a:gdLst/>
            <a:ahLst/>
            <a:cxnLst/>
            <a:rect l="l" t="t" r="r" b="b"/>
            <a:pathLst>
              <a:path w="685800" h="533400">
                <a:moveTo>
                  <a:pt x="342900" y="533400"/>
                </a:moveTo>
                <a:lnTo>
                  <a:pt x="685800" y="400050"/>
                </a:lnTo>
                <a:lnTo>
                  <a:pt x="514350" y="400050"/>
                </a:lnTo>
                <a:lnTo>
                  <a:pt x="514350" y="0"/>
                </a:lnTo>
                <a:lnTo>
                  <a:pt x="171450" y="0"/>
                </a:lnTo>
                <a:lnTo>
                  <a:pt x="171450" y="400050"/>
                </a:lnTo>
                <a:lnTo>
                  <a:pt x="0" y="400050"/>
                </a:lnTo>
                <a:lnTo>
                  <a:pt x="342900" y="53340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828800" y="2362200"/>
            <a:ext cx="685800" cy="533400"/>
          </a:xfrm>
          <a:custGeom>
            <a:avLst/>
            <a:gdLst/>
            <a:ahLst/>
            <a:cxnLst/>
            <a:rect l="l" t="t" r="r" b="b"/>
            <a:pathLst>
              <a:path w="685800" h="533400">
                <a:moveTo>
                  <a:pt x="0" y="400050"/>
                </a:moveTo>
                <a:lnTo>
                  <a:pt x="171450" y="400050"/>
                </a:lnTo>
                <a:lnTo>
                  <a:pt x="171450" y="0"/>
                </a:lnTo>
                <a:lnTo>
                  <a:pt x="514350" y="0"/>
                </a:lnTo>
                <a:lnTo>
                  <a:pt x="514350" y="400050"/>
                </a:lnTo>
                <a:lnTo>
                  <a:pt x="685800" y="400050"/>
                </a:lnTo>
                <a:lnTo>
                  <a:pt x="342900" y="533400"/>
                </a:lnTo>
                <a:lnTo>
                  <a:pt x="0" y="40005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5105400" y="1524000"/>
            <a:ext cx="3657600" cy="990600"/>
          </a:xfrm>
          <a:custGeom>
            <a:avLst/>
            <a:gdLst/>
            <a:ahLst/>
            <a:cxnLst/>
            <a:rect l="l" t="t" r="r" b="b"/>
            <a:pathLst>
              <a:path w="3657600" h="990600">
                <a:moveTo>
                  <a:pt x="0" y="495300"/>
                </a:moveTo>
                <a:lnTo>
                  <a:pt x="6062" y="535923"/>
                </a:lnTo>
                <a:lnTo>
                  <a:pt x="23935" y="575642"/>
                </a:lnTo>
                <a:lnTo>
                  <a:pt x="53149" y="614330"/>
                </a:lnTo>
                <a:lnTo>
                  <a:pt x="93232" y="651857"/>
                </a:lnTo>
                <a:lnTo>
                  <a:pt x="143714" y="688097"/>
                </a:lnTo>
                <a:lnTo>
                  <a:pt x="204124" y="722923"/>
                </a:lnTo>
                <a:lnTo>
                  <a:pt x="273993" y="756207"/>
                </a:lnTo>
                <a:lnTo>
                  <a:pt x="352848" y="787822"/>
                </a:lnTo>
                <a:lnTo>
                  <a:pt x="440220" y="817640"/>
                </a:lnTo>
                <a:lnTo>
                  <a:pt x="535638" y="845534"/>
                </a:lnTo>
                <a:lnTo>
                  <a:pt x="638631" y="871376"/>
                </a:lnTo>
                <a:lnTo>
                  <a:pt x="748729" y="895039"/>
                </a:lnTo>
                <a:lnTo>
                  <a:pt x="865460" y="916395"/>
                </a:lnTo>
                <a:lnTo>
                  <a:pt x="988355" y="935317"/>
                </a:lnTo>
                <a:lnTo>
                  <a:pt x="1116943" y="951678"/>
                </a:lnTo>
                <a:lnTo>
                  <a:pt x="1250752" y="965350"/>
                </a:lnTo>
                <a:lnTo>
                  <a:pt x="1389314" y="976205"/>
                </a:lnTo>
                <a:lnTo>
                  <a:pt x="1532156" y="984117"/>
                </a:lnTo>
                <a:lnTo>
                  <a:pt x="1678808" y="988958"/>
                </a:lnTo>
                <a:lnTo>
                  <a:pt x="1828800" y="990600"/>
                </a:lnTo>
                <a:lnTo>
                  <a:pt x="1978791" y="988958"/>
                </a:lnTo>
                <a:lnTo>
                  <a:pt x="2125443" y="984117"/>
                </a:lnTo>
                <a:lnTo>
                  <a:pt x="2268285" y="976205"/>
                </a:lnTo>
                <a:lnTo>
                  <a:pt x="2406847" y="965350"/>
                </a:lnTo>
                <a:lnTo>
                  <a:pt x="2540656" y="951678"/>
                </a:lnTo>
                <a:lnTo>
                  <a:pt x="2669244" y="935317"/>
                </a:lnTo>
                <a:lnTo>
                  <a:pt x="2792139" y="916395"/>
                </a:lnTo>
                <a:lnTo>
                  <a:pt x="2908870" y="895039"/>
                </a:lnTo>
                <a:lnTo>
                  <a:pt x="3018968" y="871376"/>
                </a:lnTo>
                <a:lnTo>
                  <a:pt x="3121961" y="845534"/>
                </a:lnTo>
                <a:lnTo>
                  <a:pt x="3217379" y="817640"/>
                </a:lnTo>
                <a:lnTo>
                  <a:pt x="3304751" y="787822"/>
                </a:lnTo>
                <a:lnTo>
                  <a:pt x="3383606" y="756207"/>
                </a:lnTo>
                <a:lnTo>
                  <a:pt x="3453475" y="722923"/>
                </a:lnTo>
                <a:lnTo>
                  <a:pt x="3513885" y="688097"/>
                </a:lnTo>
                <a:lnTo>
                  <a:pt x="3564367" y="651857"/>
                </a:lnTo>
                <a:lnTo>
                  <a:pt x="3604450" y="614330"/>
                </a:lnTo>
                <a:lnTo>
                  <a:pt x="3633664" y="575642"/>
                </a:lnTo>
                <a:lnTo>
                  <a:pt x="3651537" y="535923"/>
                </a:lnTo>
                <a:lnTo>
                  <a:pt x="3657600" y="495300"/>
                </a:lnTo>
                <a:lnTo>
                  <a:pt x="3651537" y="454676"/>
                </a:lnTo>
                <a:lnTo>
                  <a:pt x="3633664" y="414957"/>
                </a:lnTo>
                <a:lnTo>
                  <a:pt x="3604450" y="376269"/>
                </a:lnTo>
                <a:lnTo>
                  <a:pt x="3564367" y="338742"/>
                </a:lnTo>
                <a:lnTo>
                  <a:pt x="3513885" y="302502"/>
                </a:lnTo>
                <a:lnTo>
                  <a:pt x="3453475" y="267676"/>
                </a:lnTo>
                <a:lnTo>
                  <a:pt x="3383606" y="234392"/>
                </a:lnTo>
                <a:lnTo>
                  <a:pt x="3304751" y="202777"/>
                </a:lnTo>
                <a:lnTo>
                  <a:pt x="3217379" y="172959"/>
                </a:lnTo>
                <a:lnTo>
                  <a:pt x="3121961" y="145065"/>
                </a:lnTo>
                <a:lnTo>
                  <a:pt x="3018968" y="119223"/>
                </a:lnTo>
                <a:lnTo>
                  <a:pt x="2908870" y="95560"/>
                </a:lnTo>
                <a:lnTo>
                  <a:pt x="2792139" y="74204"/>
                </a:lnTo>
                <a:lnTo>
                  <a:pt x="2669244" y="55282"/>
                </a:lnTo>
                <a:lnTo>
                  <a:pt x="2540656" y="38921"/>
                </a:lnTo>
                <a:lnTo>
                  <a:pt x="2406847" y="25249"/>
                </a:lnTo>
                <a:lnTo>
                  <a:pt x="2268285" y="14394"/>
                </a:lnTo>
                <a:lnTo>
                  <a:pt x="2125443" y="6482"/>
                </a:lnTo>
                <a:lnTo>
                  <a:pt x="1978791" y="1641"/>
                </a:lnTo>
                <a:lnTo>
                  <a:pt x="1828800" y="0"/>
                </a:lnTo>
                <a:lnTo>
                  <a:pt x="1678808" y="1641"/>
                </a:lnTo>
                <a:lnTo>
                  <a:pt x="1532156" y="6482"/>
                </a:lnTo>
                <a:lnTo>
                  <a:pt x="1389314" y="14394"/>
                </a:lnTo>
                <a:lnTo>
                  <a:pt x="1250752" y="25249"/>
                </a:lnTo>
                <a:lnTo>
                  <a:pt x="1116943" y="38921"/>
                </a:lnTo>
                <a:lnTo>
                  <a:pt x="988355" y="55282"/>
                </a:lnTo>
                <a:lnTo>
                  <a:pt x="865460" y="74204"/>
                </a:lnTo>
                <a:lnTo>
                  <a:pt x="748729" y="95560"/>
                </a:lnTo>
                <a:lnTo>
                  <a:pt x="638631" y="119223"/>
                </a:lnTo>
                <a:lnTo>
                  <a:pt x="535638" y="145065"/>
                </a:lnTo>
                <a:lnTo>
                  <a:pt x="440220" y="172959"/>
                </a:lnTo>
                <a:lnTo>
                  <a:pt x="352848" y="202777"/>
                </a:lnTo>
                <a:lnTo>
                  <a:pt x="273993" y="234392"/>
                </a:lnTo>
                <a:lnTo>
                  <a:pt x="204124" y="267676"/>
                </a:lnTo>
                <a:lnTo>
                  <a:pt x="143714" y="302502"/>
                </a:lnTo>
                <a:lnTo>
                  <a:pt x="93232" y="338742"/>
                </a:lnTo>
                <a:lnTo>
                  <a:pt x="53149" y="376269"/>
                </a:lnTo>
                <a:lnTo>
                  <a:pt x="23935" y="414957"/>
                </a:lnTo>
                <a:lnTo>
                  <a:pt x="6062" y="454676"/>
                </a:lnTo>
                <a:lnTo>
                  <a:pt x="0" y="49530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5105400" y="1524000"/>
            <a:ext cx="3657600" cy="990600"/>
          </a:xfrm>
          <a:custGeom>
            <a:avLst/>
            <a:gdLst/>
            <a:ahLst/>
            <a:cxnLst/>
            <a:rect l="l" t="t" r="r" b="b"/>
            <a:pathLst>
              <a:path w="3657600" h="990600">
                <a:moveTo>
                  <a:pt x="0" y="495300"/>
                </a:moveTo>
                <a:lnTo>
                  <a:pt x="6062" y="454676"/>
                </a:lnTo>
                <a:lnTo>
                  <a:pt x="23935" y="414957"/>
                </a:lnTo>
                <a:lnTo>
                  <a:pt x="53149" y="376269"/>
                </a:lnTo>
                <a:lnTo>
                  <a:pt x="93232" y="338742"/>
                </a:lnTo>
                <a:lnTo>
                  <a:pt x="143714" y="302502"/>
                </a:lnTo>
                <a:lnTo>
                  <a:pt x="204124" y="267676"/>
                </a:lnTo>
                <a:lnTo>
                  <a:pt x="273993" y="234392"/>
                </a:lnTo>
                <a:lnTo>
                  <a:pt x="352848" y="202777"/>
                </a:lnTo>
                <a:lnTo>
                  <a:pt x="440220" y="172959"/>
                </a:lnTo>
                <a:lnTo>
                  <a:pt x="535638" y="145065"/>
                </a:lnTo>
                <a:lnTo>
                  <a:pt x="638631" y="119223"/>
                </a:lnTo>
                <a:lnTo>
                  <a:pt x="748729" y="95560"/>
                </a:lnTo>
                <a:lnTo>
                  <a:pt x="865460" y="74204"/>
                </a:lnTo>
                <a:lnTo>
                  <a:pt x="988355" y="55282"/>
                </a:lnTo>
                <a:lnTo>
                  <a:pt x="1116943" y="38921"/>
                </a:lnTo>
                <a:lnTo>
                  <a:pt x="1250752" y="25249"/>
                </a:lnTo>
                <a:lnTo>
                  <a:pt x="1389314" y="14394"/>
                </a:lnTo>
                <a:lnTo>
                  <a:pt x="1532156" y="6482"/>
                </a:lnTo>
                <a:lnTo>
                  <a:pt x="1678808" y="1641"/>
                </a:lnTo>
                <a:lnTo>
                  <a:pt x="1828800" y="0"/>
                </a:lnTo>
                <a:lnTo>
                  <a:pt x="1978791" y="1641"/>
                </a:lnTo>
                <a:lnTo>
                  <a:pt x="2125443" y="6482"/>
                </a:lnTo>
                <a:lnTo>
                  <a:pt x="2268285" y="14394"/>
                </a:lnTo>
                <a:lnTo>
                  <a:pt x="2406847" y="25249"/>
                </a:lnTo>
                <a:lnTo>
                  <a:pt x="2540656" y="38921"/>
                </a:lnTo>
                <a:lnTo>
                  <a:pt x="2669244" y="55282"/>
                </a:lnTo>
                <a:lnTo>
                  <a:pt x="2792139" y="74204"/>
                </a:lnTo>
                <a:lnTo>
                  <a:pt x="2908870" y="95560"/>
                </a:lnTo>
                <a:lnTo>
                  <a:pt x="3018968" y="119223"/>
                </a:lnTo>
                <a:lnTo>
                  <a:pt x="3121961" y="145065"/>
                </a:lnTo>
                <a:lnTo>
                  <a:pt x="3217379" y="172959"/>
                </a:lnTo>
                <a:lnTo>
                  <a:pt x="3304751" y="202777"/>
                </a:lnTo>
                <a:lnTo>
                  <a:pt x="3383606" y="234392"/>
                </a:lnTo>
                <a:lnTo>
                  <a:pt x="3453475" y="267676"/>
                </a:lnTo>
                <a:lnTo>
                  <a:pt x="3513885" y="302502"/>
                </a:lnTo>
                <a:lnTo>
                  <a:pt x="3564367" y="338742"/>
                </a:lnTo>
                <a:lnTo>
                  <a:pt x="3604450" y="376269"/>
                </a:lnTo>
                <a:lnTo>
                  <a:pt x="3633664" y="414957"/>
                </a:lnTo>
                <a:lnTo>
                  <a:pt x="3651537" y="454676"/>
                </a:lnTo>
                <a:lnTo>
                  <a:pt x="3657600" y="495300"/>
                </a:lnTo>
                <a:lnTo>
                  <a:pt x="3651537" y="535923"/>
                </a:lnTo>
                <a:lnTo>
                  <a:pt x="3633664" y="575642"/>
                </a:lnTo>
                <a:lnTo>
                  <a:pt x="3604450" y="614330"/>
                </a:lnTo>
                <a:lnTo>
                  <a:pt x="3564367" y="651857"/>
                </a:lnTo>
                <a:lnTo>
                  <a:pt x="3513885" y="688097"/>
                </a:lnTo>
                <a:lnTo>
                  <a:pt x="3453475" y="722923"/>
                </a:lnTo>
                <a:lnTo>
                  <a:pt x="3383606" y="756207"/>
                </a:lnTo>
                <a:lnTo>
                  <a:pt x="3304751" y="787822"/>
                </a:lnTo>
                <a:lnTo>
                  <a:pt x="3217379" y="817640"/>
                </a:lnTo>
                <a:lnTo>
                  <a:pt x="3121961" y="845534"/>
                </a:lnTo>
                <a:lnTo>
                  <a:pt x="3018968" y="871376"/>
                </a:lnTo>
                <a:lnTo>
                  <a:pt x="2908870" y="895039"/>
                </a:lnTo>
                <a:lnTo>
                  <a:pt x="2792139" y="916395"/>
                </a:lnTo>
                <a:lnTo>
                  <a:pt x="2669244" y="935317"/>
                </a:lnTo>
                <a:lnTo>
                  <a:pt x="2540656" y="951678"/>
                </a:lnTo>
                <a:lnTo>
                  <a:pt x="2406847" y="965350"/>
                </a:lnTo>
                <a:lnTo>
                  <a:pt x="2268285" y="976205"/>
                </a:lnTo>
                <a:lnTo>
                  <a:pt x="2125443" y="984117"/>
                </a:lnTo>
                <a:lnTo>
                  <a:pt x="1978791" y="988958"/>
                </a:lnTo>
                <a:lnTo>
                  <a:pt x="1828800" y="990600"/>
                </a:lnTo>
                <a:lnTo>
                  <a:pt x="1678808" y="988958"/>
                </a:lnTo>
                <a:lnTo>
                  <a:pt x="1532156" y="984117"/>
                </a:lnTo>
                <a:lnTo>
                  <a:pt x="1389314" y="976205"/>
                </a:lnTo>
                <a:lnTo>
                  <a:pt x="1250752" y="965350"/>
                </a:lnTo>
                <a:lnTo>
                  <a:pt x="1116943" y="951678"/>
                </a:lnTo>
                <a:lnTo>
                  <a:pt x="988355" y="935317"/>
                </a:lnTo>
                <a:lnTo>
                  <a:pt x="865460" y="916395"/>
                </a:lnTo>
                <a:lnTo>
                  <a:pt x="748729" y="895039"/>
                </a:lnTo>
                <a:lnTo>
                  <a:pt x="638631" y="871376"/>
                </a:lnTo>
                <a:lnTo>
                  <a:pt x="535638" y="845534"/>
                </a:lnTo>
                <a:lnTo>
                  <a:pt x="440220" y="817640"/>
                </a:lnTo>
                <a:lnTo>
                  <a:pt x="352848" y="787822"/>
                </a:lnTo>
                <a:lnTo>
                  <a:pt x="273993" y="756207"/>
                </a:lnTo>
                <a:lnTo>
                  <a:pt x="204124" y="722923"/>
                </a:lnTo>
                <a:lnTo>
                  <a:pt x="143714" y="688097"/>
                </a:lnTo>
                <a:lnTo>
                  <a:pt x="93232" y="651857"/>
                </a:lnTo>
                <a:lnTo>
                  <a:pt x="53149" y="614330"/>
                </a:lnTo>
                <a:lnTo>
                  <a:pt x="23935" y="575642"/>
                </a:lnTo>
                <a:lnTo>
                  <a:pt x="6062" y="535923"/>
                </a:lnTo>
                <a:lnTo>
                  <a:pt x="0" y="4953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6553200" y="2345436"/>
            <a:ext cx="685800" cy="685800"/>
          </a:xfrm>
          <a:custGeom>
            <a:avLst/>
            <a:gdLst/>
            <a:ahLst/>
            <a:cxnLst/>
            <a:rect l="l" t="t" r="r" b="b"/>
            <a:pathLst>
              <a:path w="685800" h="685800">
                <a:moveTo>
                  <a:pt x="342900" y="685800"/>
                </a:moveTo>
                <a:lnTo>
                  <a:pt x="685800" y="514350"/>
                </a:lnTo>
                <a:lnTo>
                  <a:pt x="514350" y="514350"/>
                </a:lnTo>
                <a:lnTo>
                  <a:pt x="514350" y="0"/>
                </a:lnTo>
                <a:lnTo>
                  <a:pt x="171450" y="0"/>
                </a:lnTo>
                <a:lnTo>
                  <a:pt x="171450" y="514350"/>
                </a:lnTo>
                <a:lnTo>
                  <a:pt x="0" y="514350"/>
                </a:lnTo>
                <a:lnTo>
                  <a:pt x="342900" y="68580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6553200" y="2345436"/>
            <a:ext cx="685800" cy="685800"/>
          </a:xfrm>
          <a:custGeom>
            <a:avLst/>
            <a:gdLst/>
            <a:ahLst/>
            <a:cxnLst/>
            <a:rect l="l" t="t" r="r" b="b"/>
            <a:pathLst>
              <a:path w="685800" h="685800">
                <a:moveTo>
                  <a:pt x="0" y="514350"/>
                </a:moveTo>
                <a:lnTo>
                  <a:pt x="171450" y="514350"/>
                </a:lnTo>
                <a:lnTo>
                  <a:pt x="171450" y="0"/>
                </a:lnTo>
                <a:lnTo>
                  <a:pt x="514350" y="0"/>
                </a:lnTo>
                <a:lnTo>
                  <a:pt x="514350" y="514350"/>
                </a:lnTo>
                <a:lnTo>
                  <a:pt x="685800" y="514350"/>
                </a:lnTo>
                <a:lnTo>
                  <a:pt x="342900" y="685800"/>
                </a:lnTo>
                <a:lnTo>
                  <a:pt x="0" y="51435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57200" y="5410200"/>
            <a:ext cx="2133600" cy="914400"/>
          </a:xfrm>
          <a:custGeom>
            <a:avLst/>
            <a:gdLst/>
            <a:ahLst/>
            <a:cxnLst/>
            <a:rect l="l" t="t" r="r" b="b"/>
            <a:pathLst>
              <a:path w="2133600" h="914400">
                <a:moveTo>
                  <a:pt x="0" y="457200"/>
                </a:moveTo>
                <a:lnTo>
                  <a:pt x="3536" y="494697"/>
                </a:lnTo>
                <a:lnTo>
                  <a:pt x="13962" y="531359"/>
                </a:lnTo>
                <a:lnTo>
                  <a:pt x="31003" y="567069"/>
                </a:lnTo>
                <a:lnTo>
                  <a:pt x="54386" y="601709"/>
                </a:lnTo>
                <a:lnTo>
                  <a:pt x="83834" y="635161"/>
                </a:lnTo>
                <a:lnTo>
                  <a:pt x="119074" y="667308"/>
                </a:lnTo>
                <a:lnTo>
                  <a:pt x="159830" y="698032"/>
                </a:lnTo>
                <a:lnTo>
                  <a:pt x="205830" y="727215"/>
                </a:lnTo>
                <a:lnTo>
                  <a:pt x="256797" y="754739"/>
                </a:lnTo>
                <a:lnTo>
                  <a:pt x="312458" y="780488"/>
                </a:lnTo>
                <a:lnTo>
                  <a:pt x="372537" y="804342"/>
                </a:lnTo>
                <a:lnTo>
                  <a:pt x="436761" y="826186"/>
                </a:lnTo>
                <a:lnTo>
                  <a:pt x="504854" y="845900"/>
                </a:lnTo>
                <a:lnTo>
                  <a:pt x="576543" y="863367"/>
                </a:lnTo>
                <a:lnTo>
                  <a:pt x="651552" y="878470"/>
                </a:lnTo>
                <a:lnTo>
                  <a:pt x="729608" y="891091"/>
                </a:lnTo>
                <a:lnTo>
                  <a:pt x="810435" y="901112"/>
                </a:lnTo>
                <a:lnTo>
                  <a:pt x="893759" y="908415"/>
                </a:lnTo>
                <a:lnTo>
                  <a:pt x="979305" y="912884"/>
                </a:lnTo>
                <a:lnTo>
                  <a:pt x="1066800" y="914400"/>
                </a:lnTo>
                <a:lnTo>
                  <a:pt x="1154290" y="912884"/>
                </a:lnTo>
                <a:lnTo>
                  <a:pt x="1239834" y="908415"/>
                </a:lnTo>
                <a:lnTo>
                  <a:pt x="1323156" y="901112"/>
                </a:lnTo>
                <a:lnTo>
                  <a:pt x="1403981" y="891091"/>
                </a:lnTo>
                <a:lnTo>
                  <a:pt x="1482036" y="878470"/>
                </a:lnTo>
                <a:lnTo>
                  <a:pt x="1557045" y="863367"/>
                </a:lnTo>
                <a:lnTo>
                  <a:pt x="1628733" y="845900"/>
                </a:lnTo>
                <a:lnTo>
                  <a:pt x="1696827" y="826186"/>
                </a:lnTo>
                <a:lnTo>
                  <a:pt x="1761052" y="804342"/>
                </a:lnTo>
                <a:lnTo>
                  <a:pt x="1821132" y="780488"/>
                </a:lnTo>
                <a:lnTo>
                  <a:pt x="1876794" y="754739"/>
                </a:lnTo>
                <a:lnTo>
                  <a:pt x="1927762" y="727215"/>
                </a:lnTo>
                <a:lnTo>
                  <a:pt x="1973763" y="698032"/>
                </a:lnTo>
                <a:lnTo>
                  <a:pt x="2014521" y="667308"/>
                </a:lnTo>
                <a:lnTo>
                  <a:pt x="2049762" y="635161"/>
                </a:lnTo>
                <a:lnTo>
                  <a:pt x="2079211" y="601709"/>
                </a:lnTo>
                <a:lnTo>
                  <a:pt x="2102594" y="567069"/>
                </a:lnTo>
                <a:lnTo>
                  <a:pt x="2119636" y="531359"/>
                </a:lnTo>
                <a:lnTo>
                  <a:pt x="2130063" y="494697"/>
                </a:lnTo>
                <a:lnTo>
                  <a:pt x="2133600" y="457200"/>
                </a:lnTo>
                <a:lnTo>
                  <a:pt x="2130063" y="419702"/>
                </a:lnTo>
                <a:lnTo>
                  <a:pt x="2119636" y="383040"/>
                </a:lnTo>
                <a:lnTo>
                  <a:pt x="2102594" y="347330"/>
                </a:lnTo>
                <a:lnTo>
                  <a:pt x="2079211" y="312690"/>
                </a:lnTo>
                <a:lnTo>
                  <a:pt x="2049762" y="279238"/>
                </a:lnTo>
                <a:lnTo>
                  <a:pt x="2014521" y="247091"/>
                </a:lnTo>
                <a:lnTo>
                  <a:pt x="1973763" y="216367"/>
                </a:lnTo>
                <a:lnTo>
                  <a:pt x="1927762" y="187184"/>
                </a:lnTo>
                <a:lnTo>
                  <a:pt x="1876794" y="159660"/>
                </a:lnTo>
                <a:lnTo>
                  <a:pt x="1821132" y="133911"/>
                </a:lnTo>
                <a:lnTo>
                  <a:pt x="1761052" y="110057"/>
                </a:lnTo>
                <a:lnTo>
                  <a:pt x="1696827" y="88213"/>
                </a:lnTo>
                <a:lnTo>
                  <a:pt x="1628733" y="68499"/>
                </a:lnTo>
                <a:lnTo>
                  <a:pt x="1557045" y="51032"/>
                </a:lnTo>
                <a:lnTo>
                  <a:pt x="1482036" y="35929"/>
                </a:lnTo>
                <a:lnTo>
                  <a:pt x="1403981" y="23308"/>
                </a:lnTo>
                <a:lnTo>
                  <a:pt x="1323156" y="13287"/>
                </a:lnTo>
                <a:lnTo>
                  <a:pt x="1239834" y="5984"/>
                </a:lnTo>
                <a:lnTo>
                  <a:pt x="1154290" y="1515"/>
                </a:lnTo>
                <a:lnTo>
                  <a:pt x="1066800" y="0"/>
                </a:lnTo>
                <a:lnTo>
                  <a:pt x="979305" y="1515"/>
                </a:lnTo>
                <a:lnTo>
                  <a:pt x="893759" y="5984"/>
                </a:lnTo>
                <a:lnTo>
                  <a:pt x="810435" y="13287"/>
                </a:lnTo>
                <a:lnTo>
                  <a:pt x="729608" y="23308"/>
                </a:lnTo>
                <a:lnTo>
                  <a:pt x="651552" y="35929"/>
                </a:lnTo>
                <a:lnTo>
                  <a:pt x="576543" y="51032"/>
                </a:lnTo>
                <a:lnTo>
                  <a:pt x="504854" y="68499"/>
                </a:lnTo>
                <a:lnTo>
                  <a:pt x="436761" y="88213"/>
                </a:lnTo>
                <a:lnTo>
                  <a:pt x="372537" y="110057"/>
                </a:lnTo>
                <a:lnTo>
                  <a:pt x="312458" y="133911"/>
                </a:lnTo>
                <a:lnTo>
                  <a:pt x="256797" y="159660"/>
                </a:lnTo>
                <a:lnTo>
                  <a:pt x="205830" y="187184"/>
                </a:lnTo>
                <a:lnTo>
                  <a:pt x="159830" y="216367"/>
                </a:lnTo>
                <a:lnTo>
                  <a:pt x="119074" y="247091"/>
                </a:lnTo>
                <a:lnTo>
                  <a:pt x="83834" y="279238"/>
                </a:lnTo>
                <a:lnTo>
                  <a:pt x="54386" y="312690"/>
                </a:lnTo>
                <a:lnTo>
                  <a:pt x="31003" y="347330"/>
                </a:lnTo>
                <a:lnTo>
                  <a:pt x="13962" y="383040"/>
                </a:lnTo>
                <a:lnTo>
                  <a:pt x="3536" y="419702"/>
                </a:lnTo>
                <a:lnTo>
                  <a:pt x="0" y="45720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57200" y="5410200"/>
            <a:ext cx="2133600" cy="914400"/>
          </a:xfrm>
          <a:custGeom>
            <a:avLst/>
            <a:gdLst/>
            <a:ahLst/>
            <a:cxnLst/>
            <a:rect l="l" t="t" r="r" b="b"/>
            <a:pathLst>
              <a:path w="2133600" h="914400">
                <a:moveTo>
                  <a:pt x="0" y="457200"/>
                </a:moveTo>
                <a:lnTo>
                  <a:pt x="13962" y="383040"/>
                </a:lnTo>
                <a:lnTo>
                  <a:pt x="31003" y="347330"/>
                </a:lnTo>
                <a:lnTo>
                  <a:pt x="54386" y="312690"/>
                </a:lnTo>
                <a:lnTo>
                  <a:pt x="83834" y="279238"/>
                </a:lnTo>
                <a:lnTo>
                  <a:pt x="119074" y="247091"/>
                </a:lnTo>
                <a:lnTo>
                  <a:pt x="159830" y="216367"/>
                </a:lnTo>
                <a:lnTo>
                  <a:pt x="205830" y="187184"/>
                </a:lnTo>
                <a:lnTo>
                  <a:pt x="256797" y="159660"/>
                </a:lnTo>
                <a:lnTo>
                  <a:pt x="312458" y="133911"/>
                </a:lnTo>
                <a:lnTo>
                  <a:pt x="372537" y="110057"/>
                </a:lnTo>
                <a:lnTo>
                  <a:pt x="436761" y="88213"/>
                </a:lnTo>
                <a:lnTo>
                  <a:pt x="504854" y="68499"/>
                </a:lnTo>
                <a:lnTo>
                  <a:pt x="576543" y="51032"/>
                </a:lnTo>
                <a:lnTo>
                  <a:pt x="651552" y="35929"/>
                </a:lnTo>
                <a:lnTo>
                  <a:pt x="729608" y="23308"/>
                </a:lnTo>
                <a:lnTo>
                  <a:pt x="810435" y="13287"/>
                </a:lnTo>
                <a:lnTo>
                  <a:pt x="893759" y="5984"/>
                </a:lnTo>
                <a:lnTo>
                  <a:pt x="979305" y="1515"/>
                </a:lnTo>
                <a:lnTo>
                  <a:pt x="1066800" y="0"/>
                </a:lnTo>
                <a:lnTo>
                  <a:pt x="1154290" y="1515"/>
                </a:lnTo>
                <a:lnTo>
                  <a:pt x="1239834" y="5984"/>
                </a:lnTo>
                <a:lnTo>
                  <a:pt x="1323156" y="13287"/>
                </a:lnTo>
                <a:lnTo>
                  <a:pt x="1403981" y="23308"/>
                </a:lnTo>
                <a:lnTo>
                  <a:pt x="1482036" y="35929"/>
                </a:lnTo>
                <a:lnTo>
                  <a:pt x="1557045" y="51032"/>
                </a:lnTo>
                <a:lnTo>
                  <a:pt x="1628733" y="68499"/>
                </a:lnTo>
                <a:lnTo>
                  <a:pt x="1696827" y="88213"/>
                </a:lnTo>
                <a:lnTo>
                  <a:pt x="1761052" y="110057"/>
                </a:lnTo>
                <a:lnTo>
                  <a:pt x="1821132" y="133911"/>
                </a:lnTo>
                <a:lnTo>
                  <a:pt x="1876794" y="159660"/>
                </a:lnTo>
                <a:lnTo>
                  <a:pt x="1927762" y="187184"/>
                </a:lnTo>
                <a:lnTo>
                  <a:pt x="1973763" y="216367"/>
                </a:lnTo>
                <a:lnTo>
                  <a:pt x="2014521" y="247091"/>
                </a:lnTo>
                <a:lnTo>
                  <a:pt x="2049762" y="279238"/>
                </a:lnTo>
                <a:lnTo>
                  <a:pt x="2079211" y="312690"/>
                </a:lnTo>
                <a:lnTo>
                  <a:pt x="2102594" y="347330"/>
                </a:lnTo>
                <a:lnTo>
                  <a:pt x="2119636" y="383040"/>
                </a:lnTo>
                <a:lnTo>
                  <a:pt x="2130063" y="419702"/>
                </a:lnTo>
                <a:lnTo>
                  <a:pt x="2133600" y="457200"/>
                </a:lnTo>
                <a:lnTo>
                  <a:pt x="2130063" y="494697"/>
                </a:lnTo>
                <a:lnTo>
                  <a:pt x="2119636" y="531359"/>
                </a:lnTo>
                <a:lnTo>
                  <a:pt x="2102594" y="567069"/>
                </a:lnTo>
                <a:lnTo>
                  <a:pt x="2079211" y="601709"/>
                </a:lnTo>
                <a:lnTo>
                  <a:pt x="2049762" y="635161"/>
                </a:lnTo>
                <a:lnTo>
                  <a:pt x="2014521" y="667308"/>
                </a:lnTo>
                <a:lnTo>
                  <a:pt x="1973763" y="698032"/>
                </a:lnTo>
                <a:lnTo>
                  <a:pt x="1927762" y="727215"/>
                </a:lnTo>
                <a:lnTo>
                  <a:pt x="1876794" y="754739"/>
                </a:lnTo>
                <a:lnTo>
                  <a:pt x="1821132" y="780488"/>
                </a:lnTo>
                <a:lnTo>
                  <a:pt x="1761052" y="804342"/>
                </a:lnTo>
                <a:lnTo>
                  <a:pt x="1696827" y="826186"/>
                </a:lnTo>
                <a:lnTo>
                  <a:pt x="1628733" y="845900"/>
                </a:lnTo>
                <a:lnTo>
                  <a:pt x="1557045" y="863367"/>
                </a:lnTo>
                <a:lnTo>
                  <a:pt x="1482036" y="878470"/>
                </a:lnTo>
                <a:lnTo>
                  <a:pt x="1403981" y="891091"/>
                </a:lnTo>
                <a:lnTo>
                  <a:pt x="1323156" y="901112"/>
                </a:lnTo>
                <a:lnTo>
                  <a:pt x="1239834" y="908415"/>
                </a:lnTo>
                <a:lnTo>
                  <a:pt x="1154290" y="912884"/>
                </a:lnTo>
                <a:lnTo>
                  <a:pt x="1066800" y="914400"/>
                </a:lnTo>
                <a:lnTo>
                  <a:pt x="979305" y="912884"/>
                </a:lnTo>
                <a:lnTo>
                  <a:pt x="893759" y="908415"/>
                </a:lnTo>
                <a:lnTo>
                  <a:pt x="810435" y="901112"/>
                </a:lnTo>
                <a:lnTo>
                  <a:pt x="729608" y="891091"/>
                </a:lnTo>
                <a:lnTo>
                  <a:pt x="651552" y="878470"/>
                </a:lnTo>
                <a:lnTo>
                  <a:pt x="576543" y="863367"/>
                </a:lnTo>
                <a:lnTo>
                  <a:pt x="504854" y="845900"/>
                </a:lnTo>
                <a:lnTo>
                  <a:pt x="436761" y="826186"/>
                </a:lnTo>
                <a:lnTo>
                  <a:pt x="372537" y="804342"/>
                </a:lnTo>
                <a:lnTo>
                  <a:pt x="312458" y="780488"/>
                </a:lnTo>
                <a:lnTo>
                  <a:pt x="256797" y="754739"/>
                </a:lnTo>
                <a:lnTo>
                  <a:pt x="205830" y="727215"/>
                </a:lnTo>
                <a:lnTo>
                  <a:pt x="159830" y="698032"/>
                </a:lnTo>
                <a:lnTo>
                  <a:pt x="119074" y="667308"/>
                </a:lnTo>
                <a:lnTo>
                  <a:pt x="83834" y="635161"/>
                </a:lnTo>
                <a:lnTo>
                  <a:pt x="54386" y="601709"/>
                </a:lnTo>
                <a:lnTo>
                  <a:pt x="31003" y="567069"/>
                </a:lnTo>
                <a:lnTo>
                  <a:pt x="13962" y="531359"/>
                </a:lnTo>
                <a:lnTo>
                  <a:pt x="3536" y="494697"/>
                </a:lnTo>
                <a:lnTo>
                  <a:pt x="0" y="457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143000" y="4876800"/>
            <a:ext cx="762000" cy="762000"/>
          </a:xfrm>
          <a:custGeom>
            <a:avLst/>
            <a:gdLst/>
            <a:ahLst/>
            <a:cxnLst/>
            <a:rect l="l" t="t" r="r" b="b"/>
            <a:pathLst>
              <a:path w="762000" h="762000">
                <a:moveTo>
                  <a:pt x="381000" y="0"/>
                </a:moveTo>
                <a:lnTo>
                  <a:pt x="0" y="190500"/>
                </a:lnTo>
                <a:lnTo>
                  <a:pt x="190500" y="190500"/>
                </a:lnTo>
                <a:lnTo>
                  <a:pt x="190500" y="762000"/>
                </a:lnTo>
                <a:lnTo>
                  <a:pt x="571500" y="762000"/>
                </a:lnTo>
                <a:lnTo>
                  <a:pt x="571500" y="190500"/>
                </a:lnTo>
                <a:lnTo>
                  <a:pt x="762000" y="190500"/>
                </a:lnTo>
                <a:lnTo>
                  <a:pt x="381000" y="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143000" y="4876800"/>
            <a:ext cx="762000" cy="762000"/>
          </a:xfrm>
          <a:custGeom>
            <a:avLst/>
            <a:gdLst/>
            <a:ahLst/>
            <a:cxnLst/>
            <a:rect l="l" t="t" r="r" b="b"/>
            <a:pathLst>
              <a:path w="762000" h="762000">
                <a:moveTo>
                  <a:pt x="0" y="190500"/>
                </a:moveTo>
                <a:lnTo>
                  <a:pt x="381000" y="0"/>
                </a:lnTo>
                <a:lnTo>
                  <a:pt x="762000" y="190500"/>
                </a:lnTo>
                <a:lnTo>
                  <a:pt x="571500" y="190500"/>
                </a:lnTo>
                <a:lnTo>
                  <a:pt x="571500" y="762000"/>
                </a:lnTo>
                <a:lnTo>
                  <a:pt x="190500" y="762000"/>
                </a:lnTo>
                <a:lnTo>
                  <a:pt x="190500" y="190500"/>
                </a:lnTo>
                <a:lnTo>
                  <a:pt x="0" y="1905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429000" y="5181600"/>
            <a:ext cx="2514600" cy="1143000"/>
          </a:xfrm>
          <a:custGeom>
            <a:avLst/>
            <a:gdLst/>
            <a:ahLst/>
            <a:cxnLst/>
            <a:rect l="l" t="t" r="r" b="b"/>
            <a:pathLst>
              <a:path w="2514600" h="1143000">
                <a:moveTo>
                  <a:pt x="0" y="571500"/>
                </a:moveTo>
                <a:lnTo>
                  <a:pt x="4167" y="618372"/>
                </a:lnTo>
                <a:lnTo>
                  <a:pt x="16454" y="664200"/>
                </a:lnTo>
                <a:lnTo>
                  <a:pt x="36537" y="708838"/>
                </a:lnTo>
                <a:lnTo>
                  <a:pt x="64093" y="752139"/>
                </a:lnTo>
                <a:lnTo>
                  <a:pt x="98798" y="793954"/>
                </a:lnTo>
                <a:lnTo>
                  <a:pt x="140328" y="834138"/>
                </a:lnTo>
                <a:lnTo>
                  <a:pt x="188360" y="872542"/>
                </a:lnTo>
                <a:lnTo>
                  <a:pt x="242572" y="909021"/>
                </a:lnTo>
                <a:lnTo>
                  <a:pt x="302638" y="943427"/>
                </a:lnTo>
                <a:lnTo>
                  <a:pt x="368236" y="975612"/>
                </a:lnTo>
                <a:lnTo>
                  <a:pt x="439042" y="1005430"/>
                </a:lnTo>
                <a:lnTo>
                  <a:pt x="514734" y="1032734"/>
                </a:lnTo>
                <a:lnTo>
                  <a:pt x="594986" y="1057376"/>
                </a:lnTo>
                <a:lnTo>
                  <a:pt x="679476" y="1079210"/>
                </a:lnTo>
                <a:lnTo>
                  <a:pt x="767881" y="1098089"/>
                </a:lnTo>
                <a:lnTo>
                  <a:pt x="859877" y="1113864"/>
                </a:lnTo>
                <a:lnTo>
                  <a:pt x="955140" y="1126390"/>
                </a:lnTo>
                <a:lnTo>
                  <a:pt x="1053347" y="1135520"/>
                </a:lnTo>
                <a:lnTo>
                  <a:pt x="1154175" y="1141105"/>
                </a:lnTo>
                <a:lnTo>
                  <a:pt x="1257300" y="1143000"/>
                </a:lnTo>
                <a:lnTo>
                  <a:pt x="1360424" y="1141105"/>
                </a:lnTo>
                <a:lnTo>
                  <a:pt x="1461252" y="1135520"/>
                </a:lnTo>
                <a:lnTo>
                  <a:pt x="1559459" y="1126390"/>
                </a:lnTo>
                <a:lnTo>
                  <a:pt x="1654722" y="1113864"/>
                </a:lnTo>
                <a:lnTo>
                  <a:pt x="1746718" y="1098089"/>
                </a:lnTo>
                <a:lnTo>
                  <a:pt x="1835123" y="1079210"/>
                </a:lnTo>
                <a:lnTo>
                  <a:pt x="1919613" y="1057376"/>
                </a:lnTo>
                <a:lnTo>
                  <a:pt x="1999865" y="1032734"/>
                </a:lnTo>
                <a:lnTo>
                  <a:pt x="2075557" y="1005430"/>
                </a:lnTo>
                <a:lnTo>
                  <a:pt x="2146363" y="975612"/>
                </a:lnTo>
                <a:lnTo>
                  <a:pt x="2211961" y="943427"/>
                </a:lnTo>
                <a:lnTo>
                  <a:pt x="2272027" y="909021"/>
                </a:lnTo>
                <a:lnTo>
                  <a:pt x="2326239" y="872542"/>
                </a:lnTo>
                <a:lnTo>
                  <a:pt x="2374271" y="834138"/>
                </a:lnTo>
                <a:lnTo>
                  <a:pt x="2415801" y="793954"/>
                </a:lnTo>
                <a:lnTo>
                  <a:pt x="2450506" y="752139"/>
                </a:lnTo>
                <a:lnTo>
                  <a:pt x="2478062" y="708838"/>
                </a:lnTo>
                <a:lnTo>
                  <a:pt x="2498145" y="664200"/>
                </a:lnTo>
                <a:lnTo>
                  <a:pt x="2510432" y="618372"/>
                </a:lnTo>
                <a:lnTo>
                  <a:pt x="2514600" y="571500"/>
                </a:lnTo>
                <a:lnTo>
                  <a:pt x="2510432" y="524632"/>
                </a:lnTo>
                <a:lnTo>
                  <a:pt x="2498145" y="478808"/>
                </a:lnTo>
                <a:lnTo>
                  <a:pt x="2478062" y="434173"/>
                </a:lnTo>
                <a:lnTo>
                  <a:pt x="2450506" y="390875"/>
                </a:lnTo>
                <a:lnTo>
                  <a:pt x="2415801" y="349061"/>
                </a:lnTo>
                <a:lnTo>
                  <a:pt x="2374271" y="308878"/>
                </a:lnTo>
                <a:lnTo>
                  <a:pt x="2326239" y="270474"/>
                </a:lnTo>
                <a:lnTo>
                  <a:pt x="2272027" y="233994"/>
                </a:lnTo>
                <a:lnTo>
                  <a:pt x="2211961" y="199588"/>
                </a:lnTo>
                <a:lnTo>
                  <a:pt x="2146363" y="167401"/>
                </a:lnTo>
                <a:lnTo>
                  <a:pt x="2075557" y="137582"/>
                </a:lnTo>
                <a:lnTo>
                  <a:pt x="1999865" y="110276"/>
                </a:lnTo>
                <a:lnTo>
                  <a:pt x="1919613" y="85632"/>
                </a:lnTo>
                <a:lnTo>
                  <a:pt x="1835123" y="63796"/>
                </a:lnTo>
                <a:lnTo>
                  <a:pt x="1746718" y="44916"/>
                </a:lnTo>
                <a:lnTo>
                  <a:pt x="1654722" y="29138"/>
                </a:lnTo>
                <a:lnTo>
                  <a:pt x="1559459" y="16611"/>
                </a:lnTo>
                <a:lnTo>
                  <a:pt x="1461252" y="7480"/>
                </a:lnTo>
                <a:lnTo>
                  <a:pt x="1360424" y="1894"/>
                </a:lnTo>
                <a:lnTo>
                  <a:pt x="1257300" y="0"/>
                </a:lnTo>
                <a:lnTo>
                  <a:pt x="1154175" y="1894"/>
                </a:lnTo>
                <a:lnTo>
                  <a:pt x="1053347" y="7480"/>
                </a:lnTo>
                <a:lnTo>
                  <a:pt x="955140" y="16611"/>
                </a:lnTo>
                <a:lnTo>
                  <a:pt x="859877" y="29138"/>
                </a:lnTo>
                <a:lnTo>
                  <a:pt x="767881" y="44916"/>
                </a:lnTo>
                <a:lnTo>
                  <a:pt x="679476" y="63796"/>
                </a:lnTo>
                <a:lnTo>
                  <a:pt x="594986" y="85632"/>
                </a:lnTo>
                <a:lnTo>
                  <a:pt x="514734" y="110276"/>
                </a:lnTo>
                <a:lnTo>
                  <a:pt x="439042" y="137582"/>
                </a:lnTo>
                <a:lnTo>
                  <a:pt x="368236" y="167401"/>
                </a:lnTo>
                <a:lnTo>
                  <a:pt x="302638" y="199588"/>
                </a:lnTo>
                <a:lnTo>
                  <a:pt x="242572" y="233994"/>
                </a:lnTo>
                <a:lnTo>
                  <a:pt x="188360" y="270474"/>
                </a:lnTo>
                <a:lnTo>
                  <a:pt x="140328" y="308878"/>
                </a:lnTo>
                <a:lnTo>
                  <a:pt x="98798" y="349061"/>
                </a:lnTo>
                <a:lnTo>
                  <a:pt x="64093" y="390875"/>
                </a:lnTo>
                <a:lnTo>
                  <a:pt x="36537" y="434173"/>
                </a:lnTo>
                <a:lnTo>
                  <a:pt x="16454" y="478808"/>
                </a:lnTo>
                <a:lnTo>
                  <a:pt x="4167" y="524632"/>
                </a:lnTo>
                <a:lnTo>
                  <a:pt x="0" y="57150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429000" y="5181600"/>
            <a:ext cx="2514600" cy="1143000"/>
          </a:xfrm>
          <a:custGeom>
            <a:avLst/>
            <a:gdLst/>
            <a:ahLst/>
            <a:cxnLst/>
            <a:rect l="l" t="t" r="r" b="b"/>
            <a:pathLst>
              <a:path w="2514600" h="1143000">
                <a:moveTo>
                  <a:pt x="0" y="571500"/>
                </a:moveTo>
                <a:lnTo>
                  <a:pt x="4167" y="524632"/>
                </a:lnTo>
                <a:lnTo>
                  <a:pt x="16454" y="478808"/>
                </a:lnTo>
                <a:lnTo>
                  <a:pt x="36537" y="434173"/>
                </a:lnTo>
                <a:lnTo>
                  <a:pt x="64093" y="390875"/>
                </a:lnTo>
                <a:lnTo>
                  <a:pt x="98798" y="349061"/>
                </a:lnTo>
                <a:lnTo>
                  <a:pt x="140328" y="308878"/>
                </a:lnTo>
                <a:lnTo>
                  <a:pt x="188360" y="270474"/>
                </a:lnTo>
                <a:lnTo>
                  <a:pt x="242572" y="233994"/>
                </a:lnTo>
                <a:lnTo>
                  <a:pt x="302638" y="199588"/>
                </a:lnTo>
                <a:lnTo>
                  <a:pt x="368236" y="167401"/>
                </a:lnTo>
                <a:lnTo>
                  <a:pt x="439042" y="137582"/>
                </a:lnTo>
                <a:lnTo>
                  <a:pt x="514734" y="110276"/>
                </a:lnTo>
                <a:lnTo>
                  <a:pt x="594986" y="85632"/>
                </a:lnTo>
                <a:lnTo>
                  <a:pt x="679476" y="63796"/>
                </a:lnTo>
                <a:lnTo>
                  <a:pt x="767881" y="44916"/>
                </a:lnTo>
                <a:lnTo>
                  <a:pt x="859877" y="29138"/>
                </a:lnTo>
                <a:lnTo>
                  <a:pt x="955140" y="16611"/>
                </a:lnTo>
                <a:lnTo>
                  <a:pt x="1053347" y="7480"/>
                </a:lnTo>
                <a:lnTo>
                  <a:pt x="1154175" y="1894"/>
                </a:lnTo>
                <a:lnTo>
                  <a:pt x="1257300" y="0"/>
                </a:lnTo>
                <a:lnTo>
                  <a:pt x="1360424" y="1894"/>
                </a:lnTo>
                <a:lnTo>
                  <a:pt x="1461252" y="7480"/>
                </a:lnTo>
                <a:lnTo>
                  <a:pt x="1559459" y="16611"/>
                </a:lnTo>
                <a:lnTo>
                  <a:pt x="1654722" y="29138"/>
                </a:lnTo>
                <a:lnTo>
                  <a:pt x="1746718" y="44916"/>
                </a:lnTo>
                <a:lnTo>
                  <a:pt x="1835123" y="63796"/>
                </a:lnTo>
                <a:lnTo>
                  <a:pt x="1919613" y="85632"/>
                </a:lnTo>
                <a:lnTo>
                  <a:pt x="1999865" y="110276"/>
                </a:lnTo>
                <a:lnTo>
                  <a:pt x="2075557" y="137582"/>
                </a:lnTo>
                <a:lnTo>
                  <a:pt x="2146363" y="167401"/>
                </a:lnTo>
                <a:lnTo>
                  <a:pt x="2211961" y="199588"/>
                </a:lnTo>
                <a:lnTo>
                  <a:pt x="2272027" y="233994"/>
                </a:lnTo>
                <a:lnTo>
                  <a:pt x="2326239" y="270474"/>
                </a:lnTo>
                <a:lnTo>
                  <a:pt x="2374271" y="308878"/>
                </a:lnTo>
                <a:lnTo>
                  <a:pt x="2415801" y="349061"/>
                </a:lnTo>
                <a:lnTo>
                  <a:pt x="2450506" y="390875"/>
                </a:lnTo>
                <a:lnTo>
                  <a:pt x="2478062" y="434173"/>
                </a:lnTo>
                <a:lnTo>
                  <a:pt x="2498145" y="478808"/>
                </a:lnTo>
                <a:lnTo>
                  <a:pt x="2510432" y="524632"/>
                </a:lnTo>
                <a:lnTo>
                  <a:pt x="2514600" y="571500"/>
                </a:lnTo>
                <a:lnTo>
                  <a:pt x="2510432" y="618372"/>
                </a:lnTo>
                <a:lnTo>
                  <a:pt x="2498145" y="664200"/>
                </a:lnTo>
                <a:lnTo>
                  <a:pt x="2478062" y="708838"/>
                </a:lnTo>
                <a:lnTo>
                  <a:pt x="2450506" y="752139"/>
                </a:lnTo>
                <a:lnTo>
                  <a:pt x="2415801" y="793954"/>
                </a:lnTo>
                <a:lnTo>
                  <a:pt x="2374271" y="834138"/>
                </a:lnTo>
                <a:lnTo>
                  <a:pt x="2326239" y="872542"/>
                </a:lnTo>
                <a:lnTo>
                  <a:pt x="2272027" y="909021"/>
                </a:lnTo>
                <a:lnTo>
                  <a:pt x="2211961" y="943427"/>
                </a:lnTo>
                <a:lnTo>
                  <a:pt x="2146363" y="975612"/>
                </a:lnTo>
                <a:lnTo>
                  <a:pt x="2075557" y="1005430"/>
                </a:lnTo>
                <a:lnTo>
                  <a:pt x="1999865" y="1032734"/>
                </a:lnTo>
                <a:lnTo>
                  <a:pt x="1919613" y="1057376"/>
                </a:lnTo>
                <a:lnTo>
                  <a:pt x="1835123" y="1079210"/>
                </a:lnTo>
                <a:lnTo>
                  <a:pt x="1746718" y="1098089"/>
                </a:lnTo>
                <a:lnTo>
                  <a:pt x="1654722" y="1113864"/>
                </a:lnTo>
                <a:lnTo>
                  <a:pt x="1559459" y="1126390"/>
                </a:lnTo>
                <a:lnTo>
                  <a:pt x="1461252" y="1135520"/>
                </a:lnTo>
                <a:lnTo>
                  <a:pt x="1360424" y="1141105"/>
                </a:lnTo>
                <a:lnTo>
                  <a:pt x="1257300" y="1143000"/>
                </a:lnTo>
                <a:lnTo>
                  <a:pt x="1154175" y="1141105"/>
                </a:lnTo>
                <a:lnTo>
                  <a:pt x="1053347" y="1135520"/>
                </a:lnTo>
                <a:lnTo>
                  <a:pt x="955140" y="1126390"/>
                </a:lnTo>
                <a:lnTo>
                  <a:pt x="859877" y="1113864"/>
                </a:lnTo>
                <a:lnTo>
                  <a:pt x="767881" y="1098089"/>
                </a:lnTo>
                <a:lnTo>
                  <a:pt x="679476" y="1079210"/>
                </a:lnTo>
                <a:lnTo>
                  <a:pt x="594986" y="1057376"/>
                </a:lnTo>
                <a:lnTo>
                  <a:pt x="514734" y="1032734"/>
                </a:lnTo>
                <a:lnTo>
                  <a:pt x="439042" y="1005430"/>
                </a:lnTo>
                <a:lnTo>
                  <a:pt x="368236" y="975612"/>
                </a:lnTo>
                <a:lnTo>
                  <a:pt x="302638" y="943427"/>
                </a:lnTo>
                <a:lnTo>
                  <a:pt x="242572" y="909021"/>
                </a:lnTo>
                <a:lnTo>
                  <a:pt x="188360" y="872542"/>
                </a:lnTo>
                <a:lnTo>
                  <a:pt x="140328" y="834138"/>
                </a:lnTo>
                <a:lnTo>
                  <a:pt x="98798" y="793954"/>
                </a:lnTo>
                <a:lnTo>
                  <a:pt x="64093" y="752139"/>
                </a:lnTo>
                <a:lnTo>
                  <a:pt x="36537" y="708838"/>
                </a:lnTo>
                <a:lnTo>
                  <a:pt x="16454" y="664200"/>
                </a:lnTo>
                <a:lnTo>
                  <a:pt x="4167" y="618372"/>
                </a:lnTo>
                <a:lnTo>
                  <a:pt x="0" y="5715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267200" y="4876800"/>
            <a:ext cx="762000" cy="609600"/>
          </a:xfrm>
          <a:custGeom>
            <a:avLst/>
            <a:gdLst/>
            <a:ahLst/>
            <a:cxnLst/>
            <a:rect l="l" t="t" r="r" b="b"/>
            <a:pathLst>
              <a:path w="762000" h="609600">
                <a:moveTo>
                  <a:pt x="381000" y="0"/>
                </a:moveTo>
                <a:lnTo>
                  <a:pt x="0" y="152400"/>
                </a:lnTo>
                <a:lnTo>
                  <a:pt x="190500" y="152400"/>
                </a:lnTo>
                <a:lnTo>
                  <a:pt x="190500" y="609600"/>
                </a:lnTo>
                <a:lnTo>
                  <a:pt x="571500" y="609600"/>
                </a:lnTo>
                <a:lnTo>
                  <a:pt x="571500" y="152400"/>
                </a:lnTo>
                <a:lnTo>
                  <a:pt x="762000" y="152400"/>
                </a:lnTo>
                <a:lnTo>
                  <a:pt x="381000" y="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267200" y="4876800"/>
            <a:ext cx="762000" cy="609600"/>
          </a:xfrm>
          <a:custGeom>
            <a:avLst/>
            <a:gdLst/>
            <a:ahLst/>
            <a:cxnLst/>
            <a:rect l="l" t="t" r="r" b="b"/>
            <a:pathLst>
              <a:path w="762000" h="609600">
                <a:moveTo>
                  <a:pt x="0" y="152400"/>
                </a:moveTo>
                <a:lnTo>
                  <a:pt x="381000" y="0"/>
                </a:lnTo>
                <a:lnTo>
                  <a:pt x="762000" y="152400"/>
                </a:lnTo>
                <a:lnTo>
                  <a:pt x="571500" y="152400"/>
                </a:lnTo>
                <a:lnTo>
                  <a:pt x="571500" y="609600"/>
                </a:lnTo>
                <a:lnTo>
                  <a:pt x="190500" y="609600"/>
                </a:lnTo>
                <a:lnTo>
                  <a:pt x="190500" y="152400"/>
                </a:lnTo>
                <a:lnTo>
                  <a:pt x="0" y="1524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6705600" y="5181600"/>
            <a:ext cx="2971800" cy="1143000"/>
          </a:xfrm>
          <a:custGeom>
            <a:avLst/>
            <a:gdLst/>
            <a:ahLst/>
            <a:cxnLst/>
            <a:rect l="l" t="t" r="r" b="b"/>
            <a:pathLst>
              <a:path w="2971800" h="1143000">
                <a:moveTo>
                  <a:pt x="0" y="571500"/>
                </a:moveTo>
                <a:lnTo>
                  <a:pt x="4925" y="618372"/>
                </a:lnTo>
                <a:lnTo>
                  <a:pt x="19447" y="664200"/>
                </a:lnTo>
                <a:lnTo>
                  <a:pt x="43182" y="708838"/>
                </a:lnTo>
                <a:lnTo>
                  <a:pt x="75748" y="752139"/>
                </a:lnTo>
                <a:lnTo>
                  <a:pt x="116764" y="793954"/>
                </a:lnTo>
                <a:lnTo>
                  <a:pt x="165847" y="834138"/>
                </a:lnTo>
                <a:lnTo>
                  <a:pt x="222613" y="872542"/>
                </a:lnTo>
                <a:lnTo>
                  <a:pt x="286682" y="909021"/>
                </a:lnTo>
                <a:lnTo>
                  <a:pt x="357671" y="943427"/>
                </a:lnTo>
                <a:lnTo>
                  <a:pt x="435197" y="975612"/>
                </a:lnTo>
                <a:lnTo>
                  <a:pt x="518878" y="1005430"/>
                </a:lnTo>
                <a:lnTo>
                  <a:pt x="608332" y="1032734"/>
                </a:lnTo>
                <a:lnTo>
                  <a:pt x="703176" y="1057376"/>
                </a:lnTo>
                <a:lnTo>
                  <a:pt x="803028" y="1079210"/>
                </a:lnTo>
                <a:lnTo>
                  <a:pt x="907506" y="1098089"/>
                </a:lnTo>
                <a:lnTo>
                  <a:pt x="1016227" y="1113864"/>
                </a:lnTo>
                <a:lnTo>
                  <a:pt x="1128809" y="1126390"/>
                </a:lnTo>
                <a:lnTo>
                  <a:pt x="1244871" y="1135520"/>
                </a:lnTo>
                <a:lnTo>
                  <a:pt x="1364028" y="1141105"/>
                </a:lnTo>
                <a:lnTo>
                  <a:pt x="1485900" y="1143000"/>
                </a:lnTo>
                <a:lnTo>
                  <a:pt x="1607771" y="1141105"/>
                </a:lnTo>
                <a:lnTo>
                  <a:pt x="1726928" y="1135520"/>
                </a:lnTo>
                <a:lnTo>
                  <a:pt x="1842990" y="1126390"/>
                </a:lnTo>
                <a:lnTo>
                  <a:pt x="1955572" y="1113864"/>
                </a:lnTo>
                <a:lnTo>
                  <a:pt x="2064293" y="1098089"/>
                </a:lnTo>
                <a:lnTo>
                  <a:pt x="2168771" y="1079210"/>
                </a:lnTo>
                <a:lnTo>
                  <a:pt x="2268623" y="1057376"/>
                </a:lnTo>
                <a:lnTo>
                  <a:pt x="2363467" y="1032734"/>
                </a:lnTo>
                <a:lnTo>
                  <a:pt x="2452921" y="1005430"/>
                </a:lnTo>
                <a:lnTo>
                  <a:pt x="2536602" y="975612"/>
                </a:lnTo>
                <a:lnTo>
                  <a:pt x="2614128" y="943427"/>
                </a:lnTo>
                <a:lnTo>
                  <a:pt x="2685117" y="909021"/>
                </a:lnTo>
                <a:lnTo>
                  <a:pt x="2749186" y="872542"/>
                </a:lnTo>
                <a:lnTo>
                  <a:pt x="2805952" y="834138"/>
                </a:lnTo>
                <a:lnTo>
                  <a:pt x="2855035" y="793954"/>
                </a:lnTo>
                <a:lnTo>
                  <a:pt x="2896051" y="752139"/>
                </a:lnTo>
                <a:lnTo>
                  <a:pt x="2928617" y="708838"/>
                </a:lnTo>
                <a:lnTo>
                  <a:pt x="2952352" y="664200"/>
                </a:lnTo>
                <a:lnTo>
                  <a:pt x="2966874" y="618372"/>
                </a:lnTo>
                <a:lnTo>
                  <a:pt x="2971800" y="571500"/>
                </a:lnTo>
                <a:lnTo>
                  <a:pt x="2966874" y="524632"/>
                </a:lnTo>
                <a:lnTo>
                  <a:pt x="2952352" y="478808"/>
                </a:lnTo>
                <a:lnTo>
                  <a:pt x="2928617" y="434173"/>
                </a:lnTo>
                <a:lnTo>
                  <a:pt x="2896051" y="390875"/>
                </a:lnTo>
                <a:lnTo>
                  <a:pt x="2855035" y="349061"/>
                </a:lnTo>
                <a:lnTo>
                  <a:pt x="2805952" y="308878"/>
                </a:lnTo>
                <a:lnTo>
                  <a:pt x="2749186" y="270474"/>
                </a:lnTo>
                <a:lnTo>
                  <a:pt x="2685117" y="233994"/>
                </a:lnTo>
                <a:lnTo>
                  <a:pt x="2614128" y="199588"/>
                </a:lnTo>
                <a:lnTo>
                  <a:pt x="2536602" y="167401"/>
                </a:lnTo>
                <a:lnTo>
                  <a:pt x="2452921" y="137582"/>
                </a:lnTo>
                <a:lnTo>
                  <a:pt x="2363467" y="110276"/>
                </a:lnTo>
                <a:lnTo>
                  <a:pt x="2268623" y="85632"/>
                </a:lnTo>
                <a:lnTo>
                  <a:pt x="2168771" y="63796"/>
                </a:lnTo>
                <a:lnTo>
                  <a:pt x="2064293" y="44916"/>
                </a:lnTo>
                <a:lnTo>
                  <a:pt x="1955572" y="29138"/>
                </a:lnTo>
                <a:lnTo>
                  <a:pt x="1842990" y="16611"/>
                </a:lnTo>
                <a:lnTo>
                  <a:pt x="1726928" y="7480"/>
                </a:lnTo>
                <a:lnTo>
                  <a:pt x="1607771" y="1894"/>
                </a:lnTo>
                <a:lnTo>
                  <a:pt x="1485900" y="0"/>
                </a:lnTo>
                <a:lnTo>
                  <a:pt x="1364028" y="1894"/>
                </a:lnTo>
                <a:lnTo>
                  <a:pt x="1244871" y="7480"/>
                </a:lnTo>
                <a:lnTo>
                  <a:pt x="1128809" y="16611"/>
                </a:lnTo>
                <a:lnTo>
                  <a:pt x="1016227" y="29138"/>
                </a:lnTo>
                <a:lnTo>
                  <a:pt x="907506" y="44916"/>
                </a:lnTo>
                <a:lnTo>
                  <a:pt x="803028" y="63796"/>
                </a:lnTo>
                <a:lnTo>
                  <a:pt x="703176" y="85632"/>
                </a:lnTo>
                <a:lnTo>
                  <a:pt x="608332" y="110276"/>
                </a:lnTo>
                <a:lnTo>
                  <a:pt x="518878" y="137582"/>
                </a:lnTo>
                <a:lnTo>
                  <a:pt x="435197" y="167401"/>
                </a:lnTo>
                <a:lnTo>
                  <a:pt x="357671" y="199588"/>
                </a:lnTo>
                <a:lnTo>
                  <a:pt x="286682" y="233994"/>
                </a:lnTo>
                <a:lnTo>
                  <a:pt x="222613" y="270474"/>
                </a:lnTo>
                <a:lnTo>
                  <a:pt x="165847" y="308878"/>
                </a:lnTo>
                <a:lnTo>
                  <a:pt x="116764" y="349061"/>
                </a:lnTo>
                <a:lnTo>
                  <a:pt x="75748" y="390875"/>
                </a:lnTo>
                <a:lnTo>
                  <a:pt x="43182" y="434173"/>
                </a:lnTo>
                <a:lnTo>
                  <a:pt x="19447" y="478808"/>
                </a:lnTo>
                <a:lnTo>
                  <a:pt x="4925" y="524632"/>
                </a:lnTo>
                <a:lnTo>
                  <a:pt x="0" y="57150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705600" y="5181600"/>
            <a:ext cx="2971800" cy="1143000"/>
          </a:xfrm>
          <a:custGeom>
            <a:avLst/>
            <a:gdLst/>
            <a:ahLst/>
            <a:cxnLst/>
            <a:rect l="l" t="t" r="r" b="b"/>
            <a:pathLst>
              <a:path w="2971800" h="1143000">
                <a:moveTo>
                  <a:pt x="0" y="571500"/>
                </a:moveTo>
                <a:lnTo>
                  <a:pt x="4925" y="524632"/>
                </a:lnTo>
                <a:lnTo>
                  <a:pt x="19447" y="478808"/>
                </a:lnTo>
                <a:lnTo>
                  <a:pt x="43182" y="434173"/>
                </a:lnTo>
                <a:lnTo>
                  <a:pt x="75748" y="390875"/>
                </a:lnTo>
                <a:lnTo>
                  <a:pt x="116764" y="349061"/>
                </a:lnTo>
                <a:lnTo>
                  <a:pt x="165847" y="308878"/>
                </a:lnTo>
                <a:lnTo>
                  <a:pt x="222613" y="270474"/>
                </a:lnTo>
                <a:lnTo>
                  <a:pt x="286682" y="233994"/>
                </a:lnTo>
                <a:lnTo>
                  <a:pt x="357671" y="199588"/>
                </a:lnTo>
                <a:lnTo>
                  <a:pt x="435197" y="167401"/>
                </a:lnTo>
                <a:lnTo>
                  <a:pt x="518878" y="137582"/>
                </a:lnTo>
                <a:lnTo>
                  <a:pt x="608332" y="110276"/>
                </a:lnTo>
                <a:lnTo>
                  <a:pt x="703176" y="85632"/>
                </a:lnTo>
                <a:lnTo>
                  <a:pt x="803028" y="63796"/>
                </a:lnTo>
                <a:lnTo>
                  <a:pt x="907506" y="44916"/>
                </a:lnTo>
                <a:lnTo>
                  <a:pt x="1016227" y="29138"/>
                </a:lnTo>
                <a:lnTo>
                  <a:pt x="1128809" y="16611"/>
                </a:lnTo>
                <a:lnTo>
                  <a:pt x="1244871" y="7480"/>
                </a:lnTo>
                <a:lnTo>
                  <a:pt x="1364028" y="1894"/>
                </a:lnTo>
                <a:lnTo>
                  <a:pt x="1485900" y="0"/>
                </a:lnTo>
                <a:lnTo>
                  <a:pt x="1607771" y="1894"/>
                </a:lnTo>
                <a:lnTo>
                  <a:pt x="1726928" y="7480"/>
                </a:lnTo>
                <a:lnTo>
                  <a:pt x="1842990" y="16611"/>
                </a:lnTo>
                <a:lnTo>
                  <a:pt x="1955572" y="29138"/>
                </a:lnTo>
                <a:lnTo>
                  <a:pt x="2064293" y="44916"/>
                </a:lnTo>
                <a:lnTo>
                  <a:pt x="2168771" y="63796"/>
                </a:lnTo>
                <a:lnTo>
                  <a:pt x="2268623" y="85632"/>
                </a:lnTo>
                <a:lnTo>
                  <a:pt x="2363467" y="110276"/>
                </a:lnTo>
                <a:lnTo>
                  <a:pt x="2452921" y="137582"/>
                </a:lnTo>
                <a:lnTo>
                  <a:pt x="2536602" y="167401"/>
                </a:lnTo>
                <a:lnTo>
                  <a:pt x="2614128" y="199588"/>
                </a:lnTo>
                <a:lnTo>
                  <a:pt x="2685117" y="233994"/>
                </a:lnTo>
                <a:lnTo>
                  <a:pt x="2749186" y="270474"/>
                </a:lnTo>
                <a:lnTo>
                  <a:pt x="2805952" y="308878"/>
                </a:lnTo>
                <a:lnTo>
                  <a:pt x="2855035" y="349061"/>
                </a:lnTo>
                <a:lnTo>
                  <a:pt x="2896051" y="390875"/>
                </a:lnTo>
                <a:lnTo>
                  <a:pt x="2928617" y="434173"/>
                </a:lnTo>
                <a:lnTo>
                  <a:pt x="2952352" y="478808"/>
                </a:lnTo>
                <a:lnTo>
                  <a:pt x="2966874" y="524632"/>
                </a:lnTo>
                <a:lnTo>
                  <a:pt x="2971800" y="571500"/>
                </a:lnTo>
                <a:lnTo>
                  <a:pt x="2966874" y="618372"/>
                </a:lnTo>
                <a:lnTo>
                  <a:pt x="2952352" y="664200"/>
                </a:lnTo>
                <a:lnTo>
                  <a:pt x="2928617" y="708838"/>
                </a:lnTo>
                <a:lnTo>
                  <a:pt x="2896051" y="752139"/>
                </a:lnTo>
                <a:lnTo>
                  <a:pt x="2855035" y="793954"/>
                </a:lnTo>
                <a:lnTo>
                  <a:pt x="2805952" y="834138"/>
                </a:lnTo>
                <a:lnTo>
                  <a:pt x="2749186" y="872542"/>
                </a:lnTo>
                <a:lnTo>
                  <a:pt x="2685117" y="909021"/>
                </a:lnTo>
                <a:lnTo>
                  <a:pt x="2614128" y="943427"/>
                </a:lnTo>
                <a:lnTo>
                  <a:pt x="2536602" y="975612"/>
                </a:lnTo>
                <a:lnTo>
                  <a:pt x="2452921" y="1005430"/>
                </a:lnTo>
                <a:lnTo>
                  <a:pt x="2363467" y="1032734"/>
                </a:lnTo>
                <a:lnTo>
                  <a:pt x="2268623" y="1057376"/>
                </a:lnTo>
                <a:lnTo>
                  <a:pt x="2168771" y="1079210"/>
                </a:lnTo>
                <a:lnTo>
                  <a:pt x="2064293" y="1098089"/>
                </a:lnTo>
                <a:lnTo>
                  <a:pt x="1955572" y="1113864"/>
                </a:lnTo>
                <a:lnTo>
                  <a:pt x="1842990" y="1126390"/>
                </a:lnTo>
                <a:lnTo>
                  <a:pt x="1726928" y="1135520"/>
                </a:lnTo>
                <a:lnTo>
                  <a:pt x="1607771" y="1141105"/>
                </a:lnTo>
                <a:lnTo>
                  <a:pt x="1485900" y="1143000"/>
                </a:lnTo>
                <a:lnTo>
                  <a:pt x="1364028" y="1141105"/>
                </a:lnTo>
                <a:lnTo>
                  <a:pt x="1244871" y="1135520"/>
                </a:lnTo>
                <a:lnTo>
                  <a:pt x="1128809" y="1126390"/>
                </a:lnTo>
                <a:lnTo>
                  <a:pt x="1016227" y="1113864"/>
                </a:lnTo>
                <a:lnTo>
                  <a:pt x="907506" y="1098089"/>
                </a:lnTo>
                <a:lnTo>
                  <a:pt x="803028" y="1079210"/>
                </a:lnTo>
                <a:lnTo>
                  <a:pt x="703176" y="1057376"/>
                </a:lnTo>
                <a:lnTo>
                  <a:pt x="608332" y="1032734"/>
                </a:lnTo>
                <a:lnTo>
                  <a:pt x="518878" y="1005430"/>
                </a:lnTo>
                <a:lnTo>
                  <a:pt x="435197" y="975612"/>
                </a:lnTo>
                <a:lnTo>
                  <a:pt x="357671" y="943427"/>
                </a:lnTo>
                <a:lnTo>
                  <a:pt x="286682" y="909021"/>
                </a:lnTo>
                <a:lnTo>
                  <a:pt x="222613" y="872542"/>
                </a:lnTo>
                <a:lnTo>
                  <a:pt x="165847" y="834138"/>
                </a:lnTo>
                <a:lnTo>
                  <a:pt x="116764" y="793954"/>
                </a:lnTo>
                <a:lnTo>
                  <a:pt x="75748" y="752139"/>
                </a:lnTo>
                <a:lnTo>
                  <a:pt x="43182" y="708838"/>
                </a:lnTo>
                <a:lnTo>
                  <a:pt x="19447" y="664200"/>
                </a:lnTo>
                <a:lnTo>
                  <a:pt x="4925" y="618372"/>
                </a:lnTo>
                <a:lnTo>
                  <a:pt x="0" y="5715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7696200" y="4876800"/>
            <a:ext cx="762000" cy="533400"/>
          </a:xfrm>
          <a:custGeom>
            <a:avLst/>
            <a:gdLst/>
            <a:ahLst/>
            <a:cxnLst/>
            <a:rect l="l" t="t" r="r" b="b"/>
            <a:pathLst>
              <a:path w="762000" h="533400">
                <a:moveTo>
                  <a:pt x="381000" y="0"/>
                </a:moveTo>
                <a:lnTo>
                  <a:pt x="0" y="133350"/>
                </a:lnTo>
                <a:lnTo>
                  <a:pt x="190500" y="133350"/>
                </a:lnTo>
                <a:lnTo>
                  <a:pt x="190500" y="533400"/>
                </a:lnTo>
                <a:lnTo>
                  <a:pt x="571500" y="533400"/>
                </a:lnTo>
                <a:lnTo>
                  <a:pt x="571500" y="133350"/>
                </a:lnTo>
                <a:lnTo>
                  <a:pt x="762000" y="133350"/>
                </a:lnTo>
                <a:lnTo>
                  <a:pt x="381000" y="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7696200" y="4876800"/>
            <a:ext cx="762000" cy="533400"/>
          </a:xfrm>
          <a:custGeom>
            <a:avLst/>
            <a:gdLst/>
            <a:ahLst/>
            <a:cxnLst/>
            <a:rect l="l" t="t" r="r" b="b"/>
            <a:pathLst>
              <a:path w="762000" h="533400">
                <a:moveTo>
                  <a:pt x="0" y="133350"/>
                </a:moveTo>
                <a:lnTo>
                  <a:pt x="381000" y="0"/>
                </a:lnTo>
                <a:lnTo>
                  <a:pt x="762000" y="133350"/>
                </a:lnTo>
                <a:lnTo>
                  <a:pt x="571500" y="133350"/>
                </a:lnTo>
                <a:lnTo>
                  <a:pt x="571500" y="533400"/>
                </a:lnTo>
                <a:lnTo>
                  <a:pt x="190500" y="533400"/>
                </a:lnTo>
                <a:lnTo>
                  <a:pt x="190500" y="133350"/>
                </a:lnTo>
                <a:lnTo>
                  <a:pt x="0" y="13335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789676" y="3124200"/>
            <a:ext cx="2133600" cy="396239"/>
          </a:xfrm>
          <a:custGeom>
            <a:avLst/>
            <a:gdLst/>
            <a:ahLst/>
            <a:cxnLst/>
            <a:rect l="l" t="t" r="r" b="b"/>
            <a:pathLst>
              <a:path w="2133600" h="396239">
                <a:moveTo>
                  <a:pt x="0" y="396239"/>
                </a:moveTo>
                <a:lnTo>
                  <a:pt x="2133600" y="396239"/>
                </a:lnTo>
                <a:lnTo>
                  <a:pt x="2133600" y="0"/>
                </a:lnTo>
                <a:lnTo>
                  <a:pt x="0" y="0"/>
                </a:lnTo>
                <a:lnTo>
                  <a:pt x="0" y="39623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5794248" y="699515"/>
            <a:ext cx="3959352" cy="731520"/>
          </a:xfrm>
          <a:custGeom>
            <a:avLst/>
            <a:gdLst/>
            <a:ahLst/>
            <a:cxnLst/>
            <a:rect l="l" t="t" r="r" b="b"/>
            <a:pathLst>
              <a:path w="3959352" h="731520">
                <a:moveTo>
                  <a:pt x="0" y="731520"/>
                </a:moveTo>
                <a:lnTo>
                  <a:pt x="3959352" y="731520"/>
                </a:lnTo>
                <a:lnTo>
                  <a:pt x="3959352" y="0"/>
                </a:lnTo>
                <a:lnTo>
                  <a:pt x="0" y="0"/>
                </a:lnTo>
                <a:lnTo>
                  <a:pt x="0" y="731520"/>
                </a:lnTo>
                <a:close/>
              </a:path>
            </a:pathLst>
          </a:custGeom>
          <a:solidFill>
            <a:srgbClr val="CCCC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52322" y="1539676"/>
            <a:ext cx="2666374" cy="473456"/>
          </a:xfrm>
          <a:prstGeom prst="rect">
            <a:avLst/>
          </a:prstGeom>
        </p:spPr>
        <p:txBody>
          <a:bodyPr wrap="square" lIns="0" tIns="33210" rIns="0" bIns="0" rtlCol="0">
            <a:noAutofit/>
          </a:bodyPr>
          <a:lstStyle/>
          <a:p>
            <a:pPr marL="24892" indent="-12192">
              <a:lnSpc>
                <a:spcPts val="1730"/>
              </a:lnSpc>
            </a:pPr>
            <a:r>
              <a:rPr dirty="0" smtClean="0" sz="1800">
                <a:latin typeface="Arial"/>
                <a:cs typeface="Arial"/>
              </a:rPr>
              <a:t>S</a:t>
            </a:r>
            <a:r>
              <a:rPr dirty="0" smtClean="0" sz="1800" spc="-4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o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-H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rtley</a:t>
            </a:r>
            <a:r>
              <a:rPr dirty="0" smtClean="0" sz="1800" spc="3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ca</a:t>
            </a:r>
            <a:r>
              <a:rPr dirty="0" smtClean="0" sz="1800" spc="-9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ac</a:t>
            </a:r>
            <a:r>
              <a:rPr dirty="0" smtClean="0" sz="1800" spc="-9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or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1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(b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Sh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557520" y="1692076"/>
            <a:ext cx="2849122" cy="473513"/>
          </a:xfrm>
          <a:prstGeom prst="rect">
            <a:avLst/>
          </a:prstGeom>
        </p:spPr>
        <p:txBody>
          <a:bodyPr wrap="square" lIns="0" tIns="11969" rIns="0" bIns="0" rtlCol="0">
            <a:noAutofit/>
          </a:bodyPr>
          <a:lstStyle/>
          <a:p>
            <a:pPr algn="ctr">
              <a:lnSpc>
                <a:spcPts val="1885"/>
              </a:lnSpc>
            </a:pP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q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ist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or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tical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im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  <a:p>
            <a:pPr marL="225148" marR="243373" algn="ctr">
              <a:lnSpc>
                <a:spcPts val="1785"/>
              </a:lnSpc>
            </a:pPr>
            <a:r>
              <a:rPr dirty="0" smtClean="0" sz="1800" spc="-2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w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th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r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q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ir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08506" y="325481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o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93494" y="3254811"/>
            <a:ext cx="116359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Maks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62325" y="3254811"/>
            <a:ext cx="29994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66820" y="3254811"/>
            <a:ext cx="45356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rate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17766" y="5426841"/>
            <a:ext cx="173487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rs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ar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757869" y="5426841"/>
            <a:ext cx="72011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sistem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774186" y="5503041"/>
            <a:ext cx="1776790" cy="473456"/>
          </a:xfrm>
          <a:prstGeom prst="rect">
            <a:avLst/>
          </a:prstGeom>
        </p:spPr>
        <p:txBody>
          <a:bodyPr wrap="square" lIns="0" tIns="33210" rIns="0" bIns="0" rtlCol="0">
            <a:noAutofit/>
          </a:bodyPr>
          <a:lstStyle/>
          <a:p>
            <a:pPr marL="418084" indent="-405384">
              <a:lnSpc>
                <a:spcPts val="1730"/>
              </a:lnSpc>
            </a:pPr>
            <a:r>
              <a:rPr dirty="0" smtClean="0" sz="1800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-b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tek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-9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228078" y="5646297"/>
            <a:ext cx="153278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in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(mis: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63812" y="5646297"/>
            <a:ext cx="50317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or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it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8814" y="5655441"/>
            <a:ext cx="1192844" cy="473456"/>
          </a:xfrm>
          <a:prstGeom prst="rect">
            <a:avLst/>
          </a:prstGeom>
        </p:spPr>
        <p:txBody>
          <a:bodyPr wrap="square" lIns="0" tIns="33210" rIns="0" bIns="0" rtlCol="0">
            <a:noAutofit/>
          </a:bodyPr>
          <a:lstStyle/>
          <a:p>
            <a:pPr marL="12700" indent="128015">
              <a:lnSpc>
                <a:spcPts val="1730"/>
              </a:lnSpc>
            </a:pPr>
            <a:r>
              <a:rPr dirty="0" smtClean="0" sz="1800" spc="-2">
                <a:latin typeface="Arial"/>
                <a:cs typeface="Arial"/>
              </a:rPr>
              <a:t>R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mer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nt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h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665466" y="5865753"/>
            <a:ext cx="116405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sat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t,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dst)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302095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Wire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ess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Di</a:t>
            </a:r>
            <a:r>
              <a:rPr dirty="0" smtClean="0" sz="1800" b="1">
                <a:latin typeface="Georgia"/>
                <a:cs typeface="Georgia"/>
              </a:rPr>
              <a:t>g</a:t>
            </a:r>
            <a:r>
              <a:rPr dirty="0" smtClean="0" sz="1800" b="1">
                <a:latin typeface="Georgia"/>
                <a:cs typeface="Georgia"/>
              </a:rPr>
              <a:t>ital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52089" y="6471832"/>
            <a:ext cx="286493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509252" y="6471832"/>
            <a:ext cx="28207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89676" y="3124200"/>
            <a:ext cx="2133600" cy="39624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489203">
              <a:lnSpc>
                <a:spcPct val="95825"/>
              </a:lnSpc>
            </a:pPr>
            <a:r>
              <a:rPr dirty="0" smtClean="0" sz="2000" spc="-14" b="1">
                <a:latin typeface="Arial"/>
                <a:cs typeface="Arial"/>
              </a:rPr>
              <a:t>T</a:t>
            </a:r>
            <a:r>
              <a:rPr dirty="0" smtClean="0" sz="2000" spc="-14" b="1">
                <a:latin typeface="Arial"/>
                <a:cs typeface="Arial"/>
              </a:rPr>
              <a:t>radeoff</a:t>
            </a:r>
            <a:r>
              <a:rPr dirty="0" smtClean="0" sz="2000" spc="-14" b="1">
                <a:latin typeface="Arial"/>
                <a:cs typeface="Arial"/>
              </a:rPr>
              <a:t> </a:t>
            </a:r>
            <a:r>
              <a:rPr dirty="0" smtClean="0" sz="2000" spc="-14" b="1">
                <a:latin typeface="Arial"/>
                <a:cs typeface="Arial"/>
              </a:rPr>
              <a:t>!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28700" y="2708148"/>
            <a:ext cx="8039100" cy="2244852"/>
          </a:xfrm>
          <a:prstGeom prst="rect">
            <a:avLst/>
          </a:prstGeom>
        </p:spPr>
        <p:txBody>
          <a:bodyPr wrap="square" lIns="0" tIns="5209" rIns="0" bIns="0" rtlCol="0">
            <a:noAutofit/>
          </a:bodyPr>
          <a:lstStyle/>
          <a:p>
            <a:pPr>
              <a:lnSpc>
                <a:spcPts val="750"/>
              </a:lnSpc>
            </a:pPr>
            <a:endParaRPr sz="750"/>
          </a:p>
          <a:p>
            <a:pPr marL="91744">
              <a:lnSpc>
                <a:spcPct val="95825"/>
              </a:lnSpc>
              <a:spcBef>
                <a:spcPts val="1000"/>
              </a:spcBef>
            </a:pPr>
            <a:r>
              <a:rPr dirty="0" smtClean="0" sz="2000" spc="17">
                <a:latin typeface="Arial"/>
                <a:cs typeface="Arial"/>
              </a:rPr>
              <a:t>•</a:t>
            </a:r>
            <a:r>
              <a:rPr dirty="0" smtClean="0" sz="2000" spc="17">
                <a:latin typeface="Arial"/>
                <a:cs typeface="Arial"/>
              </a:rPr>
              <a:t> </a:t>
            </a:r>
            <a:r>
              <a:rPr dirty="0" smtClean="0" sz="2000" spc="17">
                <a:latin typeface="Arial"/>
                <a:cs typeface="Arial"/>
              </a:rPr>
              <a:t> </a:t>
            </a:r>
            <a:r>
              <a:rPr dirty="0" smtClean="0" sz="2000" spc="17" b="1">
                <a:latin typeface="Arial"/>
                <a:cs typeface="Arial"/>
              </a:rPr>
              <a:t>T</a:t>
            </a:r>
            <a:r>
              <a:rPr dirty="0" smtClean="0" sz="2000" spc="17" b="1">
                <a:latin typeface="Arial"/>
                <a:cs typeface="Arial"/>
              </a:rPr>
              <a:t>ujuan</a:t>
            </a:r>
            <a:r>
              <a:rPr dirty="0" smtClean="0" sz="2000" spc="17" b="1">
                <a:latin typeface="Arial"/>
                <a:cs typeface="Arial"/>
              </a:rPr>
              <a:t> </a:t>
            </a:r>
            <a:r>
              <a:rPr dirty="0" smtClean="0" sz="2000" spc="17" b="1">
                <a:latin typeface="Arial"/>
                <a:cs typeface="Arial"/>
              </a:rPr>
              <a:t>D</a:t>
            </a:r>
            <a:r>
              <a:rPr dirty="0" smtClean="0" sz="2000" spc="17" b="1">
                <a:latin typeface="Arial"/>
                <a:cs typeface="Arial"/>
              </a:rPr>
              <a:t>e</a:t>
            </a:r>
            <a:r>
              <a:rPr dirty="0" smtClean="0" sz="2000" spc="17" b="1">
                <a:latin typeface="Arial"/>
                <a:cs typeface="Arial"/>
              </a:rPr>
              <a:t>sain</a:t>
            </a:r>
            <a:endParaRPr sz="2000">
              <a:latin typeface="Arial"/>
              <a:cs typeface="Arial"/>
            </a:endParaRPr>
          </a:p>
          <a:p>
            <a:pPr marL="492506">
              <a:lnSpc>
                <a:spcPct val="95825"/>
              </a:lnSpc>
              <a:spcBef>
                <a:spcPts val="2243"/>
              </a:spcBef>
            </a:pPr>
            <a:r>
              <a:rPr dirty="0" smtClean="0" sz="1800" spc="7">
                <a:latin typeface="Arial"/>
                <a:cs typeface="Arial"/>
              </a:rPr>
              <a:t>o</a:t>
            </a:r>
            <a:r>
              <a:rPr dirty="0" smtClean="0" sz="1800" spc="7">
                <a:latin typeface="Arial"/>
                <a:cs typeface="Arial"/>
              </a:rPr>
              <a:t> </a:t>
            </a:r>
            <a:r>
              <a:rPr dirty="0" smtClean="0" sz="1800" spc="7">
                <a:latin typeface="Arial"/>
                <a:cs typeface="Arial"/>
              </a:rPr>
              <a:t> </a:t>
            </a:r>
            <a:r>
              <a:rPr dirty="0" smtClean="0" sz="1800" spc="7">
                <a:latin typeface="Arial"/>
                <a:cs typeface="Arial"/>
              </a:rPr>
              <a:t>Mi</a:t>
            </a:r>
            <a:r>
              <a:rPr dirty="0" smtClean="0" sz="1800" spc="7">
                <a:latin typeface="Arial"/>
                <a:cs typeface="Arial"/>
              </a:rPr>
              <a:t>n</a:t>
            </a:r>
            <a:r>
              <a:rPr dirty="0" smtClean="0" sz="1800" spc="7">
                <a:latin typeface="Arial"/>
                <a:cs typeface="Arial"/>
              </a:rPr>
              <a:t>im</a:t>
            </a:r>
            <a:r>
              <a:rPr dirty="0" smtClean="0" sz="1800" spc="7">
                <a:latin typeface="Arial"/>
                <a:cs typeface="Arial"/>
              </a:rPr>
              <a:t>u</a:t>
            </a:r>
            <a:r>
              <a:rPr dirty="0" smtClean="0" sz="1800" spc="7">
                <a:latin typeface="Arial"/>
                <a:cs typeface="Arial"/>
              </a:rPr>
              <a:t>m</a:t>
            </a:r>
            <a:r>
              <a:rPr dirty="0" smtClean="0" sz="1800" spc="7">
                <a:latin typeface="Arial"/>
                <a:cs typeface="Arial"/>
              </a:rPr>
              <a:t> </a:t>
            </a:r>
            <a:r>
              <a:rPr dirty="0" smtClean="0" sz="1800" spc="7">
                <a:latin typeface="Arial"/>
                <a:cs typeface="Arial"/>
              </a:rPr>
              <a:t>pr</a:t>
            </a:r>
            <a:r>
              <a:rPr dirty="0" smtClean="0" sz="1800" spc="7">
                <a:latin typeface="Arial"/>
                <a:cs typeface="Arial"/>
              </a:rPr>
              <a:t>o</a:t>
            </a:r>
            <a:r>
              <a:rPr dirty="0" smtClean="0" sz="1800" spc="7">
                <a:latin typeface="Arial"/>
                <a:cs typeface="Arial"/>
              </a:rPr>
              <a:t>b</a:t>
            </a:r>
            <a:r>
              <a:rPr dirty="0" smtClean="0" sz="1800" spc="7">
                <a:latin typeface="Arial"/>
                <a:cs typeface="Arial"/>
              </a:rPr>
              <a:t>a</a:t>
            </a:r>
            <a:r>
              <a:rPr dirty="0" smtClean="0" sz="1800" spc="7">
                <a:latin typeface="Arial"/>
                <a:cs typeface="Arial"/>
              </a:rPr>
              <a:t>b</a:t>
            </a:r>
            <a:r>
              <a:rPr dirty="0" smtClean="0" sz="1800" spc="7">
                <a:latin typeface="Arial"/>
                <a:cs typeface="Arial"/>
              </a:rPr>
              <a:t>i</a:t>
            </a:r>
            <a:r>
              <a:rPr dirty="0" smtClean="0" sz="1800" spc="7">
                <a:latin typeface="Arial"/>
                <a:cs typeface="Arial"/>
              </a:rPr>
              <a:t>l</a:t>
            </a:r>
            <a:r>
              <a:rPr dirty="0" smtClean="0" sz="1800" spc="7">
                <a:latin typeface="Arial"/>
                <a:cs typeface="Arial"/>
              </a:rPr>
              <a:t>i</a:t>
            </a:r>
            <a:r>
              <a:rPr dirty="0" smtClean="0" sz="1800" spc="7">
                <a:latin typeface="Arial"/>
                <a:cs typeface="Arial"/>
              </a:rPr>
              <a:t>tas</a:t>
            </a:r>
            <a:r>
              <a:rPr dirty="0" smtClean="0" sz="1800" spc="7">
                <a:latin typeface="Arial"/>
                <a:cs typeface="Arial"/>
              </a:rPr>
              <a:t> </a:t>
            </a:r>
            <a:r>
              <a:rPr dirty="0" smtClean="0" sz="1800" spc="7">
                <a:latin typeface="Arial"/>
                <a:cs typeface="Arial"/>
              </a:rPr>
              <a:t>err</a:t>
            </a:r>
            <a:r>
              <a:rPr dirty="0" smtClean="0" sz="1800" spc="7">
                <a:latin typeface="Arial"/>
                <a:cs typeface="Arial"/>
              </a:rPr>
              <a:t>o</a:t>
            </a:r>
            <a:r>
              <a:rPr dirty="0" smtClean="0" sz="1800" spc="7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  <a:p>
            <a:pPr marL="492506" marR="403495">
              <a:lnSpc>
                <a:spcPct val="100041"/>
              </a:lnSpc>
              <a:spcBef>
                <a:spcPts val="90"/>
              </a:spcBef>
            </a:pPr>
            <a:r>
              <a:rPr dirty="0" smtClean="0" sz="1800" spc="4">
                <a:latin typeface="Arial"/>
                <a:cs typeface="Arial"/>
              </a:rPr>
              <a:t>o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Mi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im</a:t>
            </a:r>
            <a:r>
              <a:rPr dirty="0" smtClean="0" sz="1800" spc="4">
                <a:latin typeface="Arial"/>
                <a:cs typeface="Arial"/>
              </a:rPr>
              <a:t>u</a:t>
            </a:r>
            <a:r>
              <a:rPr dirty="0" smtClean="0" sz="1800" spc="4">
                <a:latin typeface="Arial"/>
                <a:cs typeface="Arial"/>
              </a:rPr>
              <a:t>m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y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/min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mum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ra</a:t>
            </a:r>
            <a:r>
              <a:rPr dirty="0" smtClean="0" sz="1800" spc="4">
                <a:latin typeface="Arial"/>
                <a:cs typeface="Arial"/>
              </a:rPr>
              <a:t>p</a:t>
            </a:r>
            <a:r>
              <a:rPr dirty="0" smtClean="0" sz="1800" spc="4">
                <a:latin typeface="Arial"/>
                <a:cs typeface="Arial"/>
              </a:rPr>
              <a:t>at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sp</a:t>
            </a:r>
            <a:r>
              <a:rPr dirty="0" smtClean="0" sz="1800" spc="4">
                <a:latin typeface="Arial"/>
                <a:cs typeface="Arial"/>
              </a:rPr>
              <a:t>e</a:t>
            </a:r>
            <a:r>
              <a:rPr dirty="0" smtClean="0" sz="1800" spc="4">
                <a:latin typeface="Arial"/>
                <a:cs typeface="Arial"/>
              </a:rPr>
              <a:t>ktral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y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e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er</a:t>
            </a:r>
            <a:r>
              <a:rPr dirty="0" smtClean="0" sz="1800" spc="4">
                <a:latin typeface="Arial"/>
                <a:cs typeface="Arial"/>
              </a:rPr>
              <a:t>g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ter</a:t>
            </a:r>
            <a:r>
              <a:rPr dirty="0" smtClean="0" sz="1800" spc="4">
                <a:latin typeface="Arial"/>
                <a:cs typeface="Arial"/>
              </a:rPr>
              <a:t>h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ap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o</a:t>
            </a:r>
            <a:r>
              <a:rPr dirty="0" smtClean="0" sz="1800" spc="4">
                <a:latin typeface="Arial"/>
                <a:cs typeface="Arial"/>
              </a:rPr>
              <a:t>ise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o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Mi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im</a:t>
            </a:r>
            <a:r>
              <a:rPr dirty="0" smtClean="0" sz="1800" spc="4">
                <a:latin typeface="Arial"/>
                <a:cs typeface="Arial"/>
              </a:rPr>
              <a:t>u</a:t>
            </a:r>
            <a:r>
              <a:rPr dirty="0" smtClean="0" sz="1800" spc="4">
                <a:latin typeface="Arial"/>
                <a:cs typeface="Arial"/>
              </a:rPr>
              <a:t>m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b</a:t>
            </a:r>
            <a:r>
              <a:rPr dirty="0" smtClean="0" sz="1800" spc="4">
                <a:latin typeface="Arial"/>
                <a:cs typeface="Arial"/>
              </a:rPr>
              <a:t>a</a:t>
            </a:r>
            <a:r>
              <a:rPr dirty="0" smtClean="0" sz="1800" spc="4">
                <a:latin typeface="Arial"/>
                <a:cs typeface="Arial"/>
              </a:rPr>
              <a:t>n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w</a:t>
            </a:r>
            <a:r>
              <a:rPr dirty="0" smtClean="0" sz="1800" spc="4">
                <a:latin typeface="Arial"/>
                <a:cs typeface="Arial"/>
              </a:rPr>
              <a:t>i</a:t>
            </a:r>
            <a:r>
              <a:rPr dirty="0" smtClean="0" sz="1800" spc="4">
                <a:latin typeface="Arial"/>
                <a:cs typeface="Arial"/>
              </a:rPr>
              <a:t>d</a:t>
            </a:r>
            <a:r>
              <a:rPr dirty="0" smtClean="0" sz="1800" spc="4">
                <a:latin typeface="Arial"/>
                <a:cs typeface="Arial"/>
              </a:rPr>
              <a:t>th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sistem</a:t>
            </a:r>
            <a:endParaRPr sz="1800">
              <a:latin typeface="Arial"/>
              <a:cs typeface="Arial"/>
            </a:endParaRPr>
          </a:p>
          <a:p>
            <a:pPr marL="492506">
              <a:lnSpc>
                <a:spcPct val="95825"/>
              </a:lnSpc>
              <a:spcBef>
                <a:spcPts val="5"/>
              </a:spcBef>
            </a:pPr>
            <a:r>
              <a:rPr dirty="0" smtClean="0" sz="1800" spc="8">
                <a:latin typeface="Arial"/>
                <a:cs typeface="Arial"/>
              </a:rPr>
              <a:t>o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Maks</a:t>
            </a:r>
            <a:r>
              <a:rPr dirty="0" smtClean="0" sz="1800" spc="8">
                <a:latin typeface="Arial"/>
                <a:cs typeface="Arial"/>
              </a:rPr>
              <a:t>i</a:t>
            </a:r>
            <a:r>
              <a:rPr dirty="0" smtClean="0" sz="1800" spc="8">
                <a:latin typeface="Arial"/>
                <a:cs typeface="Arial"/>
              </a:rPr>
              <a:t>mum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uti</a:t>
            </a:r>
            <a:r>
              <a:rPr dirty="0" smtClean="0" sz="1800" spc="8">
                <a:latin typeface="Arial"/>
                <a:cs typeface="Arial"/>
              </a:rPr>
              <a:t>l</a:t>
            </a:r>
            <a:r>
              <a:rPr dirty="0" smtClean="0" sz="1800" spc="8">
                <a:latin typeface="Arial"/>
                <a:cs typeface="Arial"/>
              </a:rPr>
              <a:t>is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si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sistem</a:t>
            </a:r>
            <a:endParaRPr sz="1800">
              <a:latin typeface="Arial"/>
              <a:cs typeface="Arial"/>
            </a:endParaRPr>
          </a:p>
          <a:p>
            <a:pPr marL="492506">
              <a:lnSpc>
                <a:spcPct val="95825"/>
              </a:lnSpc>
              <a:spcBef>
                <a:spcPts val="105"/>
              </a:spcBef>
            </a:pPr>
            <a:r>
              <a:rPr dirty="0" smtClean="0" sz="1800" spc="3">
                <a:latin typeface="Arial"/>
                <a:cs typeface="Arial"/>
              </a:rPr>
              <a:t>o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Mi</a:t>
            </a:r>
            <a:r>
              <a:rPr dirty="0" smtClean="0" sz="1800" spc="3">
                <a:latin typeface="Arial"/>
                <a:cs typeface="Arial"/>
              </a:rPr>
              <a:t>n</a:t>
            </a:r>
            <a:r>
              <a:rPr dirty="0" smtClean="0" sz="1800" spc="3">
                <a:latin typeface="Arial"/>
                <a:cs typeface="Arial"/>
              </a:rPr>
              <a:t>im</a:t>
            </a:r>
            <a:r>
              <a:rPr dirty="0" smtClean="0" sz="1800" spc="3">
                <a:latin typeface="Arial"/>
                <a:cs typeface="Arial"/>
              </a:rPr>
              <a:t>u</a:t>
            </a:r>
            <a:r>
              <a:rPr dirty="0" smtClean="0" sz="1800" spc="3">
                <a:latin typeface="Arial"/>
                <a:cs typeface="Arial"/>
              </a:rPr>
              <a:t>m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kom</a:t>
            </a:r>
            <a:r>
              <a:rPr dirty="0" smtClean="0" sz="1800" spc="3">
                <a:latin typeface="Arial"/>
                <a:cs typeface="Arial"/>
              </a:rPr>
              <a:t>p</a:t>
            </a:r>
            <a:r>
              <a:rPr dirty="0" smtClean="0" sz="1800" spc="3">
                <a:latin typeface="Arial"/>
                <a:cs typeface="Arial"/>
              </a:rPr>
              <a:t>l</a:t>
            </a:r>
            <a:r>
              <a:rPr dirty="0" smtClean="0" sz="1800" spc="3">
                <a:latin typeface="Arial"/>
                <a:cs typeface="Arial"/>
              </a:rPr>
              <a:t>e</a:t>
            </a:r>
            <a:r>
              <a:rPr dirty="0" smtClean="0" sz="1800" spc="3">
                <a:latin typeface="Arial"/>
                <a:cs typeface="Arial"/>
              </a:rPr>
              <a:t>ksitas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siste</a:t>
            </a:r>
            <a:r>
              <a:rPr dirty="0" smtClean="0" sz="1800" spc="3">
                <a:latin typeface="Arial"/>
                <a:cs typeface="Arial"/>
              </a:rPr>
              <a:t>m</a:t>
            </a:r>
            <a:r>
              <a:rPr dirty="0" smtClean="0" sz="2000" spc="3">
                <a:latin typeface="Arial"/>
                <a:cs typeface="Arial"/>
              </a:rPr>
              <a:t>,</a:t>
            </a:r>
            <a:r>
              <a:rPr dirty="0" smtClean="0" sz="20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b</a:t>
            </a:r>
            <a:r>
              <a:rPr dirty="0" smtClean="0" sz="1800" spc="3">
                <a:latin typeface="Arial"/>
                <a:cs typeface="Arial"/>
              </a:rPr>
              <a:t>e</a:t>
            </a:r>
            <a:r>
              <a:rPr dirty="0" smtClean="0" sz="1800" spc="3">
                <a:latin typeface="Arial"/>
                <a:cs typeface="Arial"/>
              </a:rPr>
              <a:t>b</a:t>
            </a:r>
            <a:r>
              <a:rPr dirty="0" smtClean="0" sz="1800" spc="3">
                <a:latin typeface="Arial"/>
                <a:cs typeface="Arial"/>
              </a:rPr>
              <a:t>a</a:t>
            </a:r>
            <a:r>
              <a:rPr dirty="0" smtClean="0" sz="1800" spc="3">
                <a:latin typeface="Arial"/>
                <a:cs typeface="Arial"/>
              </a:rPr>
              <a:t>n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kom</a:t>
            </a:r>
            <a:r>
              <a:rPr dirty="0" smtClean="0" sz="1800" spc="3">
                <a:latin typeface="Arial"/>
                <a:cs typeface="Arial"/>
              </a:rPr>
              <a:t>p</a:t>
            </a:r>
            <a:r>
              <a:rPr dirty="0" smtClean="0" sz="1800" spc="3">
                <a:latin typeface="Arial"/>
                <a:cs typeface="Arial"/>
              </a:rPr>
              <a:t>ut</a:t>
            </a:r>
            <a:r>
              <a:rPr dirty="0" smtClean="0" sz="1800" spc="3">
                <a:latin typeface="Arial"/>
                <a:cs typeface="Arial"/>
              </a:rPr>
              <a:t>a</a:t>
            </a:r>
            <a:r>
              <a:rPr dirty="0" smtClean="0" sz="1800" spc="3">
                <a:latin typeface="Arial"/>
                <a:cs typeface="Arial"/>
              </a:rPr>
              <a:t>si,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d</a:t>
            </a:r>
            <a:r>
              <a:rPr dirty="0" smtClean="0" sz="1800" spc="3">
                <a:latin typeface="Arial"/>
                <a:cs typeface="Arial"/>
              </a:rPr>
              <a:t>a</a:t>
            </a:r>
            <a:r>
              <a:rPr dirty="0" smtClean="0" sz="1800" spc="3">
                <a:latin typeface="Arial"/>
                <a:cs typeface="Arial"/>
              </a:rPr>
              <a:t>n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s</a:t>
            </a:r>
            <a:r>
              <a:rPr dirty="0" smtClean="0" sz="1800" spc="3">
                <a:latin typeface="Arial"/>
                <a:cs typeface="Arial"/>
              </a:rPr>
              <a:t>y</a:t>
            </a:r>
            <a:r>
              <a:rPr dirty="0" smtClean="0" sz="1800" spc="3">
                <a:latin typeface="Arial"/>
                <a:cs typeface="Arial"/>
              </a:rPr>
              <a:t>stem</a:t>
            </a:r>
            <a:r>
              <a:rPr dirty="0" smtClean="0" sz="1800" spc="3">
                <a:latin typeface="Arial"/>
                <a:cs typeface="Arial"/>
              </a:rPr>
              <a:t> </a:t>
            </a:r>
            <a:r>
              <a:rPr dirty="0" smtClean="0" sz="1800" spc="3">
                <a:latin typeface="Arial"/>
                <a:cs typeface="Arial"/>
              </a:rPr>
              <a:t>cost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94248" y="699515"/>
            <a:ext cx="3959352" cy="731520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92710" marR="375136">
              <a:lnSpc>
                <a:spcPct val="100041"/>
              </a:lnSpc>
            </a:pPr>
            <a:r>
              <a:rPr dirty="0" smtClean="0" sz="1400" b="1">
                <a:latin typeface="Arial"/>
                <a:cs typeface="Arial"/>
              </a:rPr>
              <a:t>Sk</a:t>
            </a:r>
            <a:r>
              <a:rPr dirty="0" smtClean="0" sz="1400" spc="4" b="1">
                <a:latin typeface="Arial"/>
                <a:cs typeface="Arial"/>
              </a:rPr>
              <a:t>l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-6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,</a:t>
            </a:r>
            <a:r>
              <a:rPr dirty="0" smtClean="0" sz="1400" spc="-25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B</a:t>
            </a:r>
            <a:r>
              <a:rPr dirty="0" smtClean="0" sz="1400" spc="4" b="1">
                <a:latin typeface="Arial"/>
                <a:cs typeface="Arial"/>
              </a:rPr>
              <a:t>.</a:t>
            </a:r>
            <a:r>
              <a:rPr dirty="0" smtClean="0" sz="1400" spc="0" b="1">
                <a:latin typeface="Arial"/>
                <a:cs typeface="Arial"/>
              </a:rPr>
              <a:t>,</a:t>
            </a:r>
            <a:r>
              <a:rPr dirty="0" smtClean="0" sz="1400" spc="-9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“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g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0" b="1" i="1">
                <a:latin typeface="Arial"/>
                <a:cs typeface="Arial"/>
              </a:rPr>
              <a:t>tal</a:t>
            </a:r>
            <a:r>
              <a:rPr dirty="0" smtClean="0" sz="1400" spc="-25" b="1" i="1">
                <a:latin typeface="Arial"/>
                <a:cs typeface="Arial"/>
              </a:rPr>
              <a:t> </a:t>
            </a:r>
            <a:r>
              <a:rPr dirty="0" smtClean="0" sz="1400" spc="0" b="1" i="1">
                <a:latin typeface="Arial"/>
                <a:cs typeface="Arial"/>
              </a:rPr>
              <a:t>c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0" b="1" i="1">
                <a:latin typeface="Arial"/>
                <a:cs typeface="Arial"/>
              </a:rPr>
              <a:t>mm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0" b="1" i="1">
                <a:latin typeface="Arial"/>
                <a:cs typeface="Arial"/>
              </a:rPr>
              <a:t>cat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19" b="1" i="1">
                <a:latin typeface="Arial"/>
                <a:cs typeface="Arial"/>
              </a:rPr>
              <a:t>n</a:t>
            </a:r>
            <a:r>
              <a:rPr dirty="0" smtClean="0" sz="1400" spc="0" b="1" i="1">
                <a:latin typeface="Arial"/>
                <a:cs typeface="Arial"/>
              </a:rPr>
              <a:t>s</a:t>
            </a:r>
            <a:r>
              <a:rPr dirty="0" smtClean="0" sz="1400" spc="-39" b="1" i="1">
                <a:latin typeface="Arial"/>
                <a:cs typeface="Arial"/>
              </a:rPr>
              <a:t> </a:t>
            </a:r>
            <a:r>
              <a:rPr dirty="0" smtClean="0" sz="1400" spc="0" b="1" i="1">
                <a:latin typeface="Arial"/>
                <a:cs typeface="Arial"/>
              </a:rPr>
              <a:t>:</a:t>
            </a:r>
            <a:r>
              <a:rPr dirty="0" smtClean="0" sz="1400" spc="0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F</a:t>
            </a:r>
            <a:r>
              <a:rPr dirty="0" smtClean="0" sz="1400" spc="-4" b="1" i="1">
                <a:latin typeface="Arial"/>
                <a:cs typeface="Arial"/>
              </a:rPr>
              <a:t>u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d</a:t>
            </a:r>
            <a:r>
              <a:rPr dirty="0" smtClean="0" sz="1400" spc="0" b="1" i="1">
                <a:latin typeface="Arial"/>
                <a:cs typeface="Arial"/>
              </a:rPr>
              <a:t>ame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0" b="1" i="1">
                <a:latin typeface="Arial"/>
                <a:cs typeface="Arial"/>
              </a:rPr>
              <a:t>tal</a:t>
            </a:r>
            <a:r>
              <a:rPr dirty="0" smtClean="0" sz="1400" spc="-34" b="1" i="1">
                <a:latin typeface="Arial"/>
                <a:cs typeface="Arial"/>
              </a:rPr>
              <a:t> </a:t>
            </a:r>
            <a:r>
              <a:rPr dirty="0" smtClean="0" sz="1400" spc="0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0" b="1" i="1">
                <a:latin typeface="Arial"/>
                <a:cs typeface="Arial"/>
              </a:rPr>
              <a:t>d</a:t>
            </a:r>
            <a:r>
              <a:rPr dirty="0" smtClean="0" sz="1400" spc="-69" b="1" i="1">
                <a:latin typeface="Arial"/>
                <a:cs typeface="Arial"/>
              </a:rPr>
              <a:t> </a:t>
            </a:r>
            <a:r>
              <a:rPr dirty="0" smtClean="0" sz="1400" spc="-4" b="1" i="1">
                <a:latin typeface="Arial"/>
                <a:cs typeface="Arial"/>
              </a:rPr>
              <a:t>A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-4" b="1" i="1">
                <a:latin typeface="Arial"/>
                <a:cs typeface="Arial"/>
              </a:rPr>
              <a:t>p</a:t>
            </a:r>
            <a:r>
              <a:rPr dirty="0" smtClean="0" sz="1400" spc="4" b="1" i="1">
                <a:latin typeface="Arial"/>
                <a:cs typeface="Arial"/>
              </a:rPr>
              <a:t>l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0" b="1" i="1">
                <a:latin typeface="Arial"/>
                <a:cs typeface="Arial"/>
              </a:rPr>
              <a:t>cat</a:t>
            </a:r>
            <a:r>
              <a:rPr dirty="0" smtClean="0" sz="1400" spc="4" b="1" i="1">
                <a:latin typeface="Arial"/>
                <a:cs typeface="Arial"/>
              </a:rPr>
              <a:t>i</a:t>
            </a:r>
            <a:r>
              <a:rPr dirty="0" smtClean="0" sz="1400" spc="-4" b="1" i="1">
                <a:latin typeface="Arial"/>
                <a:cs typeface="Arial"/>
              </a:rPr>
              <a:t>o</a:t>
            </a:r>
            <a:r>
              <a:rPr dirty="0" smtClean="0" sz="1400" spc="-4" b="1" i="1">
                <a:latin typeface="Arial"/>
                <a:cs typeface="Arial"/>
              </a:rPr>
              <a:t>n</a:t>
            </a:r>
            <a:r>
              <a:rPr dirty="0" smtClean="0" sz="1400" spc="-4" b="1" i="1">
                <a:latin typeface="Arial"/>
                <a:cs typeface="Arial"/>
              </a:rPr>
              <a:t>s</a:t>
            </a:r>
            <a:r>
              <a:rPr dirty="0" smtClean="0" sz="1400" spc="4" b="1">
                <a:latin typeface="Arial"/>
                <a:cs typeface="Arial"/>
              </a:rPr>
              <a:t>”</a:t>
            </a:r>
            <a:r>
              <a:rPr dirty="0" smtClean="0" sz="1400" spc="0" b="1">
                <a:latin typeface="Arial"/>
                <a:cs typeface="Arial"/>
              </a:rPr>
              <a:t>,</a:t>
            </a:r>
            <a:r>
              <a:rPr dirty="0" smtClean="0" sz="1400" spc="-44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P</a:t>
            </a:r>
            <a:r>
              <a:rPr dirty="0" smtClean="0" sz="1400" spc="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r>
              <a:rPr dirty="0" smtClean="0" sz="1400" spc="-4" b="1">
                <a:latin typeface="Arial"/>
                <a:cs typeface="Arial"/>
              </a:rPr>
              <a:t>n</a:t>
            </a:r>
            <a:r>
              <a:rPr dirty="0" smtClean="0" sz="1400" spc="0" b="1">
                <a:latin typeface="Arial"/>
                <a:cs typeface="Arial"/>
              </a:rPr>
              <a:t>t</a:t>
            </a:r>
            <a:r>
              <a:rPr dirty="0" smtClean="0" sz="1400" spc="4" b="1">
                <a:latin typeface="Arial"/>
                <a:cs typeface="Arial"/>
              </a:rPr>
              <a:t>i</a:t>
            </a:r>
            <a:r>
              <a:rPr dirty="0" smtClean="0" sz="1400" spc="0" b="1">
                <a:latin typeface="Arial"/>
                <a:cs typeface="Arial"/>
              </a:rPr>
              <a:t>ce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H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4" b="1">
                <a:latin typeface="Arial"/>
                <a:cs typeface="Arial"/>
              </a:rPr>
              <a:t>l</a:t>
            </a:r>
            <a:r>
              <a:rPr dirty="0" smtClean="0" sz="1400" spc="4" b="1">
                <a:latin typeface="Arial"/>
                <a:cs typeface="Arial"/>
              </a:rPr>
              <a:t>l</a:t>
            </a:r>
            <a:r>
              <a:rPr dirty="0" smtClean="0" sz="1400" spc="0" b="1">
                <a:latin typeface="Arial"/>
                <a:cs typeface="Arial"/>
              </a:rPr>
              <a:t>,</a:t>
            </a:r>
            <a:r>
              <a:rPr dirty="0" smtClean="0" sz="1400" spc="-25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1988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object 16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848008" y="4147105"/>
            <a:ext cx="22915" cy="66165"/>
          </a:xfrm>
          <a:custGeom>
            <a:avLst/>
            <a:gdLst/>
            <a:ahLst/>
            <a:cxnLst/>
            <a:rect l="l" t="t" r="r" b="b"/>
            <a:pathLst>
              <a:path w="22915" h="66165">
                <a:moveTo>
                  <a:pt x="14173" y="51401"/>
                </a:moveTo>
                <a:lnTo>
                  <a:pt x="13581" y="47007"/>
                </a:lnTo>
                <a:lnTo>
                  <a:pt x="13581" y="32786"/>
                </a:lnTo>
                <a:lnTo>
                  <a:pt x="14766" y="28490"/>
                </a:lnTo>
                <a:lnTo>
                  <a:pt x="17285" y="25379"/>
                </a:lnTo>
                <a:lnTo>
                  <a:pt x="19063" y="22269"/>
                </a:lnTo>
                <a:lnTo>
                  <a:pt x="20322" y="20121"/>
                </a:lnTo>
                <a:lnTo>
                  <a:pt x="21581" y="17973"/>
                </a:lnTo>
                <a:lnTo>
                  <a:pt x="22174" y="14171"/>
                </a:lnTo>
                <a:lnTo>
                  <a:pt x="22915" y="9282"/>
                </a:lnTo>
                <a:lnTo>
                  <a:pt x="22174" y="5579"/>
                </a:lnTo>
                <a:lnTo>
                  <a:pt x="20977" y="3086"/>
                </a:lnTo>
                <a:lnTo>
                  <a:pt x="20396" y="1876"/>
                </a:lnTo>
                <a:lnTo>
                  <a:pt x="16692" y="0"/>
                </a:lnTo>
                <a:lnTo>
                  <a:pt x="13581" y="0"/>
                </a:lnTo>
                <a:lnTo>
                  <a:pt x="9284" y="592"/>
                </a:lnTo>
                <a:lnTo>
                  <a:pt x="4378" y="2682"/>
                </a:lnTo>
                <a:lnTo>
                  <a:pt x="592" y="4295"/>
                </a:lnTo>
                <a:lnTo>
                  <a:pt x="0" y="66165"/>
                </a:lnTo>
                <a:lnTo>
                  <a:pt x="5630" y="64289"/>
                </a:lnTo>
                <a:lnTo>
                  <a:pt x="9284" y="61919"/>
                </a:lnTo>
                <a:lnTo>
                  <a:pt x="11704" y="59400"/>
                </a:lnTo>
                <a:lnTo>
                  <a:pt x="12955" y="56537"/>
                </a:lnTo>
                <a:lnTo>
                  <a:pt x="13581" y="55105"/>
                </a:lnTo>
                <a:lnTo>
                  <a:pt x="14173" y="51401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848008" y="4147105"/>
            <a:ext cx="22915" cy="66165"/>
          </a:xfrm>
          <a:custGeom>
            <a:avLst/>
            <a:gdLst/>
            <a:ahLst/>
            <a:cxnLst/>
            <a:rect l="l" t="t" r="r" b="b"/>
            <a:pathLst>
              <a:path w="22915" h="66165">
                <a:moveTo>
                  <a:pt x="16692" y="0"/>
                </a:moveTo>
                <a:lnTo>
                  <a:pt x="20396" y="1876"/>
                </a:lnTo>
                <a:lnTo>
                  <a:pt x="20977" y="3086"/>
                </a:lnTo>
                <a:lnTo>
                  <a:pt x="22174" y="5579"/>
                </a:lnTo>
                <a:lnTo>
                  <a:pt x="22915" y="9282"/>
                </a:lnTo>
                <a:lnTo>
                  <a:pt x="22174" y="14171"/>
                </a:lnTo>
                <a:lnTo>
                  <a:pt x="21581" y="17973"/>
                </a:lnTo>
                <a:lnTo>
                  <a:pt x="20322" y="20121"/>
                </a:lnTo>
                <a:lnTo>
                  <a:pt x="19063" y="22269"/>
                </a:lnTo>
                <a:lnTo>
                  <a:pt x="17285" y="25379"/>
                </a:lnTo>
                <a:lnTo>
                  <a:pt x="14766" y="28490"/>
                </a:lnTo>
                <a:lnTo>
                  <a:pt x="13581" y="32786"/>
                </a:lnTo>
                <a:lnTo>
                  <a:pt x="13581" y="35897"/>
                </a:lnTo>
                <a:lnTo>
                  <a:pt x="13581" y="42069"/>
                </a:lnTo>
                <a:lnTo>
                  <a:pt x="13581" y="47007"/>
                </a:lnTo>
                <a:lnTo>
                  <a:pt x="14173" y="51401"/>
                </a:lnTo>
                <a:lnTo>
                  <a:pt x="13581" y="55105"/>
                </a:lnTo>
                <a:lnTo>
                  <a:pt x="12955" y="56537"/>
                </a:lnTo>
                <a:lnTo>
                  <a:pt x="11704" y="59400"/>
                </a:lnTo>
                <a:lnTo>
                  <a:pt x="9284" y="61919"/>
                </a:lnTo>
                <a:lnTo>
                  <a:pt x="5630" y="64289"/>
                </a:lnTo>
                <a:lnTo>
                  <a:pt x="0" y="66165"/>
                </a:lnTo>
                <a:lnTo>
                  <a:pt x="592" y="4295"/>
                </a:lnTo>
                <a:lnTo>
                  <a:pt x="4378" y="2682"/>
                </a:lnTo>
                <a:lnTo>
                  <a:pt x="9284" y="592"/>
                </a:lnTo>
                <a:lnTo>
                  <a:pt x="13581" y="0"/>
                </a:lnTo>
                <a:lnTo>
                  <a:pt x="16692" y="0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613325" y="4147105"/>
            <a:ext cx="22174" cy="66165"/>
          </a:xfrm>
          <a:custGeom>
            <a:avLst/>
            <a:gdLst/>
            <a:ahLst/>
            <a:cxnLst/>
            <a:rect l="l" t="t" r="r" b="b"/>
            <a:pathLst>
              <a:path w="22174" h="66165">
                <a:moveTo>
                  <a:pt x="2481" y="21195"/>
                </a:moveTo>
                <a:lnTo>
                  <a:pt x="3111" y="22269"/>
                </a:lnTo>
                <a:lnTo>
                  <a:pt x="5481" y="25379"/>
                </a:lnTo>
                <a:lnTo>
                  <a:pt x="7407" y="28490"/>
                </a:lnTo>
                <a:lnTo>
                  <a:pt x="8593" y="32786"/>
                </a:lnTo>
                <a:lnTo>
                  <a:pt x="9284" y="35897"/>
                </a:lnTo>
                <a:lnTo>
                  <a:pt x="8593" y="42069"/>
                </a:lnTo>
                <a:lnTo>
                  <a:pt x="8593" y="47007"/>
                </a:lnTo>
                <a:lnTo>
                  <a:pt x="8000" y="51401"/>
                </a:lnTo>
                <a:lnTo>
                  <a:pt x="8593" y="55105"/>
                </a:lnTo>
                <a:lnTo>
                  <a:pt x="10469" y="59400"/>
                </a:lnTo>
                <a:lnTo>
                  <a:pt x="12988" y="61919"/>
                </a:lnTo>
                <a:lnTo>
                  <a:pt x="16692" y="64289"/>
                </a:lnTo>
                <a:lnTo>
                  <a:pt x="22174" y="66165"/>
                </a:lnTo>
                <a:lnTo>
                  <a:pt x="22174" y="4295"/>
                </a:lnTo>
                <a:lnTo>
                  <a:pt x="17030" y="2221"/>
                </a:lnTo>
                <a:lnTo>
                  <a:pt x="12988" y="592"/>
                </a:lnTo>
                <a:lnTo>
                  <a:pt x="9284" y="0"/>
                </a:lnTo>
                <a:lnTo>
                  <a:pt x="5481" y="0"/>
                </a:lnTo>
                <a:lnTo>
                  <a:pt x="1777" y="1876"/>
                </a:lnTo>
                <a:lnTo>
                  <a:pt x="592" y="5579"/>
                </a:lnTo>
                <a:lnTo>
                  <a:pt x="0" y="9282"/>
                </a:lnTo>
                <a:lnTo>
                  <a:pt x="0" y="14171"/>
                </a:lnTo>
                <a:lnTo>
                  <a:pt x="592" y="17973"/>
                </a:lnTo>
                <a:lnTo>
                  <a:pt x="2481" y="21195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613325" y="4147105"/>
            <a:ext cx="22174" cy="66165"/>
          </a:xfrm>
          <a:custGeom>
            <a:avLst/>
            <a:gdLst/>
            <a:ahLst/>
            <a:cxnLst/>
            <a:rect l="l" t="t" r="r" b="b"/>
            <a:pathLst>
              <a:path w="22174" h="66165">
                <a:moveTo>
                  <a:pt x="12988" y="592"/>
                </a:moveTo>
                <a:lnTo>
                  <a:pt x="17030" y="2221"/>
                </a:lnTo>
                <a:lnTo>
                  <a:pt x="22174" y="4295"/>
                </a:lnTo>
                <a:lnTo>
                  <a:pt x="22174" y="66165"/>
                </a:lnTo>
                <a:lnTo>
                  <a:pt x="16692" y="64289"/>
                </a:lnTo>
                <a:lnTo>
                  <a:pt x="12988" y="61919"/>
                </a:lnTo>
                <a:lnTo>
                  <a:pt x="10469" y="59400"/>
                </a:lnTo>
                <a:lnTo>
                  <a:pt x="8593" y="55105"/>
                </a:lnTo>
                <a:lnTo>
                  <a:pt x="8000" y="51401"/>
                </a:lnTo>
                <a:lnTo>
                  <a:pt x="8593" y="47007"/>
                </a:lnTo>
                <a:lnTo>
                  <a:pt x="8593" y="42069"/>
                </a:lnTo>
                <a:lnTo>
                  <a:pt x="9284" y="35897"/>
                </a:lnTo>
                <a:lnTo>
                  <a:pt x="8593" y="32786"/>
                </a:lnTo>
                <a:lnTo>
                  <a:pt x="7407" y="28490"/>
                </a:lnTo>
                <a:lnTo>
                  <a:pt x="5481" y="25379"/>
                </a:lnTo>
                <a:lnTo>
                  <a:pt x="3111" y="22269"/>
                </a:lnTo>
                <a:lnTo>
                  <a:pt x="2481" y="21195"/>
                </a:lnTo>
                <a:lnTo>
                  <a:pt x="592" y="17973"/>
                </a:lnTo>
                <a:lnTo>
                  <a:pt x="0" y="14171"/>
                </a:lnTo>
                <a:lnTo>
                  <a:pt x="0" y="9282"/>
                </a:lnTo>
                <a:lnTo>
                  <a:pt x="592" y="5579"/>
                </a:lnTo>
                <a:lnTo>
                  <a:pt x="1777" y="1876"/>
                </a:lnTo>
                <a:lnTo>
                  <a:pt x="5481" y="0"/>
                </a:lnTo>
                <a:lnTo>
                  <a:pt x="9284" y="0"/>
                </a:lnTo>
                <a:lnTo>
                  <a:pt x="12988" y="592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680589" y="4325317"/>
            <a:ext cx="125455" cy="74796"/>
          </a:xfrm>
          <a:custGeom>
            <a:avLst/>
            <a:gdLst/>
            <a:ahLst/>
            <a:cxnLst/>
            <a:rect l="l" t="t" r="r" b="b"/>
            <a:pathLst>
              <a:path w="125455" h="74796">
                <a:moveTo>
                  <a:pt x="0" y="74796"/>
                </a:moveTo>
                <a:lnTo>
                  <a:pt x="125455" y="74796"/>
                </a:lnTo>
                <a:lnTo>
                  <a:pt x="125455" y="0"/>
                </a:lnTo>
                <a:lnTo>
                  <a:pt x="0" y="0"/>
                </a:lnTo>
                <a:lnTo>
                  <a:pt x="0" y="74796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680589" y="4325317"/>
            <a:ext cx="125455" cy="74796"/>
          </a:xfrm>
          <a:custGeom>
            <a:avLst/>
            <a:gdLst/>
            <a:ahLst/>
            <a:cxnLst/>
            <a:rect l="l" t="t" r="r" b="b"/>
            <a:pathLst>
              <a:path w="125455" h="74796">
                <a:moveTo>
                  <a:pt x="0" y="74796"/>
                </a:moveTo>
                <a:lnTo>
                  <a:pt x="125455" y="74796"/>
                </a:lnTo>
                <a:lnTo>
                  <a:pt x="125455" y="0"/>
                </a:lnTo>
                <a:lnTo>
                  <a:pt x="0" y="0"/>
                </a:lnTo>
                <a:lnTo>
                  <a:pt x="0" y="74796"/>
                </a:lnTo>
                <a:close/>
              </a:path>
            </a:pathLst>
          </a:custGeom>
          <a:ln w="97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631203" y="4024599"/>
            <a:ext cx="224805" cy="331025"/>
          </a:xfrm>
          <a:custGeom>
            <a:avLst/>
            <a:gdLst/>
            <a:ahLst/>
            <a:cxnLst/>
            <a:rect l="l" t="t" r="r" b="b"/>
            <a:pathLst>
              <a:path w="224805" h="331025">
                <a:moveTo>
                  <a:pt x="124156" y="1876"/>
                </a:moveTo>
                <a:lnTo>
                  <a:pt x="112452" y="0"/>
                </a:lnTo>
                <a:lnTo>
                  <a:pt x="95759" y="1876"/>
                </a:lnTo>
                <a:lnTo>
                  <a:pt x="81585" y="6172"/>
                </a:lnTo>
                <a:lnTo>
                  <a:pt x="66671" y="12393"/>
                </a:lnTo>
                <a:lnTo>
                  <a:pt x="54374" y="19800"/>
                </a:lnTo>
                <a:lnTo>
                  <a:pt x="42570" y="28490"/>
                </a:lnTo>
                <a:lnTo>
                  <a:pt x="31508" y="40193"/>
                </a:lnTo>
                <a:lnTo>
                  <a:pt x="22174" y="53179"/>
                </a:lnTo>
                <a:lnTo>
                  <a:pt x="14766" y="67498"/>
                </a:lnTo>
                <a:lnTo>
                  <a:pt x="9284" y="82311"/>
                </a:lnTo>
                <a:lnTo>
                  <a:pt x="5630" y="96483"/>
                </a:lnTo>
                <a:lnTo>
                  <a:pt x="3111" y="114506"/>
                </a:lnTo>
                <a:lnTo>
                  <a:pt x="1185" y="134306"/>
                </a:lnTo>
                <a:lnTo>
                  <a:pt x="592" y="152180"/>
                </a:lnTo>
                <a:lnTo>
                  <a:pt x="0" y="170104"/>
                </a:lnTo>
                <a:lnTo>
                  <a:pt x="0" y="192374"/>
                </a:lnTo>
                <a:lnTo>
                  <a:pt x="1185" y="210396"/>
                </a:lnTo>
                <a:lnTo>
                  <a:pt x="3703" y="228320"/>
                </a:lnTo>
                <a:lnTo>
                  <a:pt x="6815" y="241306"/>
                </a:lnTo>
                <a:lnTo>
                  <a:pt x="12395" y="256712"/>
                </a:lnTo>
                <a:lnTo>
                  <a:pt x="19803" y="269106"/>
                </a:lnTo>
                <a:lnTo>
                  <a:pt x="26619" y="279574"/>
                </a:lnTo>
                <a:lnTo>
                  <a:pt x="37088" y="292017"/>
                </a:lnTo>
                <a:lnTo>
                  <a:pt x="48200" y="302485"/>
                </a:lnTo>
                <a:lnTo>
                  <a:pt x="61189" y="313002"/>
                </a:lnTo>
                <a:lnTo>
                  <a:pt x="74177" y="319816"/>
                </a:lnTo>
                <a:lnTo>
                  <a:pt x="87067" y="325396"/>
                </a:lnTo>
                <a:lnTo>
                  <a:pt x="101241" y="330433"/>
                </a:lnTo>
                <a:lnTo>
                  <a:pt x="111760" y="331025"/>
                </a:lnTo>
                <a:lnTo>
                  <a:pt x="117933" y="330433"/>
                </a:lnTo>
                <a:lnTo>
                  <a:pt x="127267" y="329099"/>
                </a:lnTo>
                <a:lnTo>
                  <a:pt x="137737" y="325989"/>
                </a:lnTo>
                <a:lnTo>
                  <a:pt x="146330" y="322878"/>
                </a:lnTo>
                <a:lnTo>
                  <a:pt x="147493" y="322266"/>
                </a:lnTo>
                <a:lnTo>
                  <a:pt x="155615" y="317989"/>
                </a:lnTo>
                <a:lnTo>
                  <a:pt x="163157" y="313002"/>
                </a:lnTo>
                <a:lnTo>
                  <a:pt x="164949" y="311817"/>
                </a:lnTo>
                <a:lnTo>
                  <a:pt x="172900" y="305596"/>
                </a:lnTo>
                <a:lnTo>
                  <a:pt x="181049" y="298189"/>
                </a:lnTo>
                <a:lnTo>
                  <a:pt x="187716" y="290783"/>
                </a:lnTo>
                <a:lnTo>
                  <a:pt x="193297" y="283277"/>
                </a:lnTo>
                <a:lnTo>
                  <a:pt x="201297" y="274093"/>
                </a:lnTo>
                <a:lnTo>
                  <a:pt x="206335" y="266588"/>
                </a:lnTo>
                <a:lnTo>
                  <a:pt x="211224" y="258589"/>
                </a:lnTo>
                <a:lnTo>
                  <a:pt x="213693" y="252416"/>
                </a:lnTo>
                <a:lnTo>
                  <a:pt x="216212" y="246195"/>
                </a:lnTo>
                <a:lnTo>
                  <a:pt x="218582" y="237603"/>
                </a:lnTo>
                <a:lnTo>
                  <a:pt x="221101" y="227086"/>
                </a:lnTo>
                <a:lnTo>
                  <a:pt x="223027" y="213408"/>
                </a:lnTo>
                <a:lnTo>
                  <a:pt x="224212" y="202298"/>
                </a:lnTo>
                <a:lnTo>
                  <a:pt x="224805" y="189905"/>
                </a:lnTo>
                <a:lnTo>
                  <a:pt x="224805" y="177610"/>
                </a:lnTo>
                <a:lnTo>
                  <a:pt x="224212" y="160180"/>
                </a:lnTo>
                <a:lnTo>
                  <a:pt x="223620" y="147292"/>
                </a:lnTo>
                <a:lnTo>
                  <a:pt x="222434" y="134898"/>
                </a:lnTo>
                <a:lnTo>
                  <a:pt x="221694" y="120678"/>
                </a:lnTo>
                <a:lnTo>
                  <a:pt x="221101" y="110062"/>
                </a:lnTo>
                <a:lnTo>
                  <a:pt x="219323" y="98408"/>
                </a:lnTo>
                <a:lnTo>
                  <a:pt x="217397" y="89076"/>
                </a:lnTo>
                <a:lnTo>
                  <a:pt x="214286" y="79201"/>
                </a:lnTo>
                <a:lnTo>
                  <a:pt x="211224" y="71202"/>
                </a:lnTo>
                <a:lnTo>
                  <a:pt x="208113" y="64980"/>
                </a:lnTo>
                <a:lnTo>
                  <a:pt x="205100" y="59400"/>
                </a:lnTo>
                <a:lnTo>
                  <a:pt x="199519" y="49476"/>
                </a:lnTo>
                <a:lnTo>
                  <a:pt x="195223" y="43303"/>
                </a:lnTo>
                <a:lnTo>
                  <a:pt x="190235" y="37773"/>
                </a:lnTo>
                <a:lnTo>
                  <a:pt x="184012" y="31601"/>
                </a:lnTo>
                <a:lnTo>
                  <a:pt x="178530" y="26564"/>
                </a:lnTo>
                <a:lnTo>
                  <a:pt x="172308" y="21676"/>
                </a:lnTo>
                <a:lnTo>
                  <a:pt x="164356" y="16689"/>
                </a:lnTo>
                <a:lnTo>
                  <a:pt x="156208" y="11801"/>
                </a:lnTo>
                <a:lnTo>
                  <a:pt x="146330" y="7505"/>
                </a:lnTo>
                <a:lnTo>
                  <a:pt x="135811" y="4394"/>
                </a:lnTo>
                <a:lnTo>
                  <a:pt x="124156" y="1876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631203" y="4024599"/>
            <a:ext cx="224805" cy="331025"/>
          </a:xfrm>
          <a:custGeom>
            <a:avLst/>
            <a:gdLst/>
            <a:ahLst/>
            <a:cxnLst/>
            <a:rect l="l" t="t" r="r" b="b"/>
            <a:pathLst>
              <a:path w="224805" h="331025">
                <a:moveTo>
                  <a:pt x="124156" y="1876"/>
                </a:moveTo>
                <a:lnTo>
                  <a:pt x="135811" y="4394"/>
                </a:lnTo>
                <a:lnTo>
                  <a:pt x="146330" y="7505"/>
                </a:lnTo>
                <a:lnTo>
                  <a:pt x="156208" y="11801"/>
                </a:lnTo>
                <a:lnTo>
                  <a:pt x="164356" y="16689"/>
                </a:lnTo>
                <a:lnTo>
                  <a:pt x="172308" y="21676"/>
                </a:lnTo>
                <a:lnTo>
                  <a:pt x="178530" y="26564"/>
                </a:lnTo>
                <a:lnTo>
                  <a:pt x="184012" y="31601"/>
                </a:lnTo>
                <a:lnTo>
                  <a:pt x="190235" y="37773"/>
                </a:lnTo>
                <a:lnTo>
                  <a:pt x="195223" y="43303"/>
                </a:lnTo>
                <a:lnTo>
                  <a:pt x="199519" y="49476"/>
                </a:lnTo>
                <a:lnTo>
                  <a:pt x="205100" y="59400"/>
                </a:lnTo>
                <a:lnTo>
                  <a:pt x="208113" y="64980"/>
                </a:lnTo>
                <a:lnTo>
                  <a:pt x="211224" y="71202"/>
                </a:lnTo>
                <a:lnTo>
                  <a:pt x="214286" y="79201"/>
                </a:lnTo>
                <a:lnTo>
                  <a:pt x="217397" y="89076"/>
                </a:lnTo>
                <a:lnTo>
                  <a:pt x="219323" y="98408"/>
                </a:lnTo>
                <a:lnTo>
                  <a:pt x="221101" y="110062"/>
                </a:lnTo>
                <a:lnTo>
                  <a:pt x="221694" y="120678"/>
                </a:lnTo>
                <a:lnTo>
                  <a:pt x="222434" y="134898"/>
                </a:lnTo>
                <a:lnTo>
                  <a:pt x="223620" y="147292"/>
                </a:lnTo>
                <a:lnTo>
                  <a:pt x="224212" y="160180"/>
                </a:lnTo>
                <a:lnTo>
                  <a:pt x="224805" y="177610"/>
                </a:lnTo>
                <a:lnTo>
                  <a:pt x="224805" y="189905"/>
                </a:lnTo>
                <a:lnTo>
                  <a:pt x="224212" y="202298"/>
                </a:lnTo>
                <a:lnTo>
                  <a:pt x="223027" y="213408"/>
                </a:lnTo>
                <a:lnTo>
                  <a:pt x="221101" y="227086"/>
                </a:lnTo>
                <a:lnTo>
                  <a:pt x="218582" y="237603"/>
                </a:lnTo>
                <a:lnTo>
                  <a:pt x="216212" y="246195"/>
                </a:lnTo>
                <a:lnTo>
                  <a:pt x="213693" y="252416"/>
                </a:lnTo>
                <a:lnTo>
                  <a:pt x="211224" y="258589"/>
                </a:lnTo>
                <a:lnTo>
                  <a:pt x="206335" y="266588"/>
                </a:lnTo>
                <a:lnTo>
                  <a:pt x="201297" y="274093"/>
                </a:lnTo>
                <a:lnTo>
                  <a:pt x="193297" y="283277"/>
                </a:lnTo>
                <a:lnTo>
                  <a:pt x="187716" y="290783"/>
                </a:lnTo>
                <a:lnTo>
                  <a:pt x="181049" y="298189"/>
                </a:lnTo>
                <a:lnTo>
                  <a:pt x="172900" y="305596"/>
                </a:lnTo>
                <a:lnTo>
                  <a:pt x="164949" y="311817"/>
                </a:lnTo>
                <a:lnTo>
                  <a:pt x="163157" y="313002"/>
                </a:lnTo>
                <a:lnTo>
                  <a:pt x="155615" y="317989"/>
                </a:lnTo>
                <a:lnTo>
                  <a:pt x="147493" y="322266"/>
                </a:lnTo>
                <a:lnTo>
                  <a:pt x="146330" y="322878"/>
                </a:lnTo>
                <a:lnTo>
                  <a:pt x="137737" y="325989"/>
                </a:lnTo>
                <a:lnTo>
                  <a:pt x="127267" y="329099"/>
                </a:lnTo>
                <a:lnTo>
                  <a:pt x="117933" y="330433"/>
                </a:lnTo>
                <a:lnTo>
                  <a:pt x="111760" y="331025"/>
                </a:lnTo>
                <a:lnTo>
                  <a:pt x="101241" y="330433"/>
                </a:lnTo>
                <a:lnTo>
                  <a:pt x="87067" y="325396"/>
                </a:lnTo>
                <a:lnTo>
                  <a:pt x="74177" y="319816"/>
                </a:lnTo>
                <a:lnTo>
                  <a:pt x="61189" y="313002"/>
                </a:lnTo>
                <a:lnTo>
                  <a:pt x="48200" y="302485"/>
                </a:lnTo>
                <a:lnTo>
                  <a:pt x="37088" y="292017"/>
                </a:lnTo>
                <a:lnTo>
                  <a:pt x="26619" y="279574"/>
                </a:lnTo>
                <a:lnTo>
                  <a:pt x="19803" y="269106"/>
                </a:lnTo>
                <a:lnTo>
                  <a:pt x="12395" y="256712"/>
                </a:lnTo>
                <a:lnTo>
                  <a:pt x="6815" y="241306"/>
                </a:lnTo>
                <a:lnTo>
                  <a:pt x="3703" y="228320"/>
                </a:lnTo>
                <a:lnTo>
                  <a:pt x="1185" y="210396"/>
                </a:lnTo>
                <a:lnTo>
                  <a:pt x="0" y="192374"/>
                </a:lnTo>
                <a:lnTo>
                  <a:pt x="0" y="170104"/>
                </a:lnTo>
                <a:lnTo>
                  <a:pt x="592" y="152180"/>
                </a:lnTo>
                <a:lnTo>
                  <a:pt x="1185" y="134306"/>
                </a:lnTo>
                <a:lnTo>
                  <a:pt x="3111" y="114506"/>
                </a:lnTo>
                <a:lnTo>
                  <a:pt x="5630" y="96483"/>
                </a:lnTo>
                <a:lnTo>
                  <a:pt x="9284" y="82311"/>
                </a:lnTo>
                <a:lnTo>
                  <a:pt x="14766" y="67498"/>
                </a:lnTo>
                <a:lnTo>
                  <a:pt x="22174" y="53179"/>
                </a:lnTo>
                <a:lnTo>
                  <a:pt x="31508" y="40193"/>
                </a:lnTo>
                <a:lnTo>
                  <a:pt x="42570" y="28490"/>
                </a:lnTo>
                <a:lnTo>
                  <a:pt x="54374" y="19800"/>
                </a:lnTo>
                <a:lnTo>
                  <a:pt x="66671" y="12393"/>
                </a:lnTo>
                <a:lnTo>
                  <a:pt x="81585" y="6172"/>
                </a:lnTo>
                <a:lnTo>
                  <a:pt x="95759" y="1876"/>
                </a:lnTo>
                <a:lnTo>
                  <a:pt x="112452" y="0"/>
                </a:lnTo>
                <a:lnTo>
                  <a:pt x="124156" y="1876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697874" y="4274498"/>
            <a:ext cx="91463" cy="19800"/>
          </a:xfrm>
          <a:custGeom>
            <a:avLst/>
            <a:gdLst/>
            <a:ahLst/>
            <a:cxnLst/>
            <a:rect l="l" t="t" r="r" b="b"/>
            <a:pathLst>
              <a:path w="91463" h="19800">
                <a:moveTo>
                  <a:pt x="0" y="13578"/>
                </a:moveTo>
                <a:lnTo>
                  <a:pt x="1926" y="16097"/>
                </a:lnTo>
                <a:lnTo>
                  <a:pt x="5580" y="17430"/>
                </a:lnTo>
                <a:lnTo>
                  <a:pt x="18618" y="18615"/>
                </a:lnTo>
                <a:lnTo>
                  <a:pt x="38274" y="19800"/>
                </a:lnTo>
                <a:lnTo>
                  <a:pt x="67362" y="19800"/>
                </a:lnTo>
                <a:lnTo>
                  <a:pt x="82178" y="18615"/>
                </a:lnTo>
                <a:lnTo>
                  <a:pt x="90870" y="16097"/>
                </a:lnTo>
                <a:lnTo>
                  <a:pt x="91463" y="14911"/>
                </a:lnTo>
                <a:lnTo>
                  <a:pt x="88944" y="11208"/>
                </a:lnTo>
                <a:lnTo>
                  <a:pt x="85833" y="8690"/>
                </a:lnTo>
                <a:lnTo>
                  <a:pt x="82178" y="6172"/>
                </a:lnTo>
                <a:lnTo>
                  <a:pt x="74770" y="3802"/>
                </a:lnTo>
                <a:lnTo>
                  <a:pt x="68547" y="1876"/>
                </a:lnTo>
                <a:lnTo>
                  <a:pt x="61782" y="691"/>
                </a:lnTo>
                <a:lnTo>
                  <a:pt x="56300" y="0"/>
                </a:lnTo>
                <a:lnTo>
                  <a:pt x="51855" y="0"/>
                </a:lnTo>
                <a:lnTo>
                  <a:pt x="47558" y="691"/>
                </a:lnTo>
                <a:lnTo>
                  <a:pt x="42076" y="0"/>
                </a:lnTo>
                <a:lnTo>
                  <a:pt x="33977" y="0"/>
                </a:lnTo>
                <a:lnTo>
                  <a:pt x="24791" y="1283"/>
                </a:lnTo>
                <a:lnTo>
                  <a:pt x="15507" y="3802"/>
                </a:lnTo>
                <a:lnTo>
                  <a:pt x="7506" y="7505"/>
                </a:lnTo>
                <a:lnTo>
                  <a:pt x="3111" y="11208"/>
                </a:lnTo>
                <a:lnTo>
                  <a:pt x="0" y="13578"/>
                </a:lnTo>
                <a:close/>
              </a:path>
            </a:pathLst>
          </a:custGeom>
          <a:solidFill>
            <a:srgbClr val="FFDF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697874" y="4274498"/>
            <a:ext cx="91463" cy="19800"/>
          </a:xfrm>
          <a:custGeom>
            <a:avLst/>
            <a:gdLst/>
            <a:ahLst/>
            <a:cxnLst/>
            <a:rect l="l" t="t" r="r" b="b"/>
            <a:pathLst>
              <a:path w="91463" h="19800">
                <a:moveTo>
                  <a:pt x="61782" y="691"/>
                </a:moveTo>
                <a:lnTo>
                  <a:pt x="68547" y="1876"/>
                </a:lnTo>
                <a:lnTo>
                  <a:pt x="74770" y="3802"/>
                </a:lnTo>
                <a:lnTo>
                  <a:pt x="82178" y="6172"/>
                </a:lnTo>
                <a:lnTo>
                  <a:pt x="85833" y="8690"/>
                </a:lnTo>
                <a:lnTo>
                  <a:pt x="88944" y="11208"/>
                </a:lnTo>
                <a:lnTo>
                  <a:pt x="91463" y="14911"/>
                </a:lnTo>
                <a:lnTo>
                  <a:pt x="90870" y="16097"/>
                </a:lnTo>
                <a:lnTo>
                  <a:pt x="82178" y="18615"/>
                </a:lnTo>
                <a:lnTo>
                  <a:pt x="67362" y="19800"/>
                </a:lnTo>
                <a:lnTo>
                  <a:pt x="38274" y="19800"/>
                </a:lnTo>
                <a:lnTo>
                  <a:pt x="18618" y="18615"/>
                </a:lnTo>
                <a:lnTo>
                  <a:pt x="5580" y="17430"/>
                </a:lnTo>
                <a:lnTo>
                  <a:pt x="1926" y="16097"/>
                </a:lnTo>
                <a:lnTo>
                  <a:pt x="0" y="13578"/>
                </a:lnTo>
                <a:lnTo>
                  <a:pt x="3111" y="11208"/>
                </a:lnTo>
                <a:lnTo>
                  <a:pt x="7506" y="7505"/>
                </a:lnTo>
                <a:lnTo>
                  <a:pt x="15507" y="3802"/>
                </a:lnTo>
                <a:lnTo>
                  <a:pt x="24791" y="1283"/>
                </a:lnTo>
                <a:lnTo>
                  <a:pt x="33977" y="0"/>
                </a:lnTo>
                <a:lnTo>
                  <a:pt x="42076" y="0"/>
                </a:lnTo>
                <a:lnTo>
                  <a:pt x="47558" y="691"/>
                </a:lnTo>
                <a:lnTo>
                  <a:pt x="51855" y="0"/>
                </a:lnTo>
                <a:lnTo>
                  <a:pt x="56300" y="0"/>
                </a:lnTo>
                <a:lnTo>
                  <a:pt x="61782" y="691"/>
                </a:lnTo>
                <a:close/>
              </a:path>
            </a:pathLst>
          </a:custGeom>
          <a:ln w="97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617029" y="3993689"/>
            <a:ext cx="259968" cy="178202"/>
          </a:xfrm>
          <a:custGeom>
            <a:avLst/>
            <a:gdLst/>
            <a:ahLst/>
            <a:cxnLst/>
            <a:rect l="l" t="t" r="r" b="b"/>
            <a:pathLst>
              <a:path w="259968" h="178202">
                <a:moveTo>
                  <a:pt x="11062" y="152822"/>
                </a:moveTo>
                <a:lnTo>
                  <a:pt x="4296" y="152822"/>
                </a:lnTo>
                <a:lnTo>
                  <a:pt x="5002" y="153866"/>
                </a:lnTo>
                <a:lnTo>
                  <a:pt x="6765" y="156476"/>
                </a:lnTo>
                <a:lnTo>
                  <a:pt x="9877" y="162105"/>
                </a:lnTo>
                <a:lnTo>
                  <a:pt x="12988" y="166994"/>
                </a:lnTo>
                <a:lnTo>
                  <a:pt x="10993" y="168001"/>
                </a:lnTo>
                <a:lnTo>
                  <a:pt x="8000" y="169512"/>
                </a:lnTo>
                <a:lnTo>
                  <a:pt x="12988" y="175091"/>
                </a:lnTo>
                <a:lnTo>
                  <a:pt x="15359" y="178202"/>
                </a:lnTo>
                <a:lnTo>
                  <a:pt x="20396" y="144083"/>
                </a:lnTo>
                <a:lnTo>
                  <a:pt x="22174" y="134898"/>
                </a:lnTo>
                <a:lnTo>
                  <a:pt x="24693" y="126800"/>
                </a:lnTo>
                <a:lnTo>
                  <a:pt x="28347" y="119986"/>
                </a:lnTo>
                <a:lnTo>
                  <a:pt x="32644" y="113814"/>
                </a:lnTo>
                <a:lnTo>
                  <a:pt x="36348" y="105223"/>
                </a:lnTo>
                <a:lnTo>
                  <a:pt x="40150" y="97668"/>
                </a:lnTo>
                <a:lnTo>
                  <a:pt x="41385" y="86607"/>
                </a:lnTo>
                <a:lnTo>
                  <a:pt x="46274" y="78608"/>
                </a:lnTo>
                <a:lnTo>
                  <a:pt x="50670" y="70510"/>
                </a:lnTo>
                <a:lnTo>
                  <a:pt x="54966" y="68683"/>
                </a:lnTo>
                <a:lnTo>
                  <a:pt x="58670" y="68683"/>
                </a:lnTo>
                <a:lnTo>
                  <a:pt x="63559" y="65622"/>
                </a:lnTo>
                <a:lnTo>
                  <a:pt x="68547" y="61919"/>
                </a:lnTo>
                <a:lnTo>
                  <a:pt x="72251" y="58215"/>
                </a:lnTo>
                <a:lnTo>
                  <a:pt x="103118" y="59400"/>
                </a:lnTo>
                <a:lnTo>
                  <a:pt x="119860" y="60585"/>
                </a:lnTo>
                <a:lnTo>
                  <a:pt x="137737" y="64980"/>
                </a:lnTo>
                <a:lnTo>
                  <a:pt x="153096" y="68683"/>
                </a:lnTo>
                <a:lnTo>
                  <a:pt x="171122" y="72979"/>
                </a:lnTo>
                <a:lnTo>
                  <a:pt x="187667" y="74214"/>
                </a:lnTo>
                <a:lnTo>
                  <a:pt x="203174" y="78608"/>
                </a:lnTo>
                <a:lnTo>
                  <a:pt x="213100" y="87200"/>
                </a:lnTo>
                <a:lnTo>
                  <a:pt x="224756" y="113222"/>
                </a:lnTo>
                <a:lnTo>
                  <a:pt x="230386" y="130504"/>
                </a:lnTo>
                <a:lnTo>
                  <a:pt x="235275" y="176918"/>
                </a:lnTo>
                <a:lnTo>
                  <a:pt x="238386" y="157118"/>
                </a:lnTo>
                <a:lnTo>
                  <a:pt x="240855" y="150897"/>
                </a:lnTo>
                <a:lnTo>
                  <a:pt x="247078" y="140972"/>
                </a:lnTo>
                <a:lnTo>
                  <a:pt x="242683" y="134207"/>
                </a:lnTo>
                <a:lnTo>
                  <a:pt x="243691" y="129911"/>
                </a:lnTo>
                <a:lnTo>
                  <a:pt x="244559" y="126208"/>
                </a:lnTo>
                <a:lnTo>
                  <a:pt x="246059" y="122505"/>
                </a:lnTo>
                <a:lnTo>
                  <a:pt x="247078" y="119986"/>
                </a:lnTo>
                <a:lnTo>
                  <a:pt x="240855" y="115691"/>
                </a:lnTo>
                <a:lnTo>
                  <a:pt x="241541" y="111987"/>
                </a:lnTo>
                <a:lnTo>
                  <a:pt x="241650" y="111395"/>
                </a:lnTo>
                <a:lnTo>
                  <a:pt x="242683" y="105815"/>
                </a:lnTo>
                <a:lnTo>
                  <a:pt x="247078" y="100186"/>
                </a:lnTo>
                <a:lnTo>
                  <a:pt x="259968" y="91594"/>
                </a:lnTo>
                <a:lnTo>
                  <a:pt x="245152" y="92187"/>
                </a:lnTo>
                <a:lnTo>
                  <a:pt x="249449" y="82904"/>
                </a:lnTo>
                <a:lnTo>
                  <a:pt x="248263" y="78016"/>
                </a:lnTo>
                <a:lnTo>
                  <a:pt x="246387" y="72387"/>
                </a:lnTo>
                <a:lnTo>
                  <a:pt x="243967" y="66214"/>
                </a:lnTo>
                <a:lnTo>
                  <a:pt x="245152" y="58808"/>
                </a:lnTo>
                <a:lnTo>
                  <a:pt x="247300" y="56290"/>
                </a:lnTo>
                <a:lnTo>
                  <a:pt x="248311" y="55105"/>
                </a:lnTo>
                <a:lnTo>
                  <a:pt x="249449" y="53771"/>
                </a:lnTo>
                <a:lnTo>
                  <a:pt x="243967" y="54364"/>
                </a:lnTo>
                <a:lnTo>
                  <a:pt x="236608" y="52586"/>
                </a:lnTo>
                <a:lnTo>
                  <a:pt x="231571" y="50117"/>
                </a:lnTo>
                <a:lnTo>
                  <a:pt x="226682" y="48291"/>
                </a:lnTo>
                <a:lnTo>
                  <a:pt x="221694" y="47599"/>
                </a:lnTo>
                <a:lnTo>
                  <a:pt x="222286" y="44587"/>
                </a:lnTo>
                <a:lnTo>
                  <a:pt x="225990" y="42118"/>
                </a:lnTo>
                <a:lnTo>
                  <a:pt x="230978" y="39600"/>
                </a:lnTo>
                <a:lnTo>
                  <a:pt x="237794" y="37674"/>
                </a:lnTo>
                <a:lnTo>
                  <a:pt x="226682" y="33971"/>
                </a:lnTo>
                <a:lnTo>
                  <a:pt x="219274" y="30268"/>
                </a:lnTo>
                <a:lnTo>
                  <a:pt x="213100" y="27898"/>
                </a:lnTo>
                <a:lnTo>
                  <a:pt x="208656" y="27206"/>
                </a:lnTo>
                <a:lnTo>
                  <a:pt x="202581" y="25972"/>
                </a:lnTo>
                <a:lnTo>
                  <a:pt x="194482" y="24787"/>
                </a:lnTo>
                <a:lnTo>
                  <a:pt x="198186" y="22911"/>
                </a:lnTo>
                <a:lnTo>
                  <a:pt x="204409" y="21726"/>
                </a:lnTo>
                <a:lnTo>
                  <a:pt x="211174" y="20392"/>
                </a:lnTo>
                <a:lnTo>
                  <a:pt x="199519" y="16689"/>
                </a:lnTo>
                <a:lnTo>
                  <a:pt x="192111" y="16097"/>
                </a:lnTo>
                <a:lnTo>
                  <a:pt x="187074" y="16689"/>
                </a:lnTo>
                <a:lnTo>
                  <a:pt x="181592" y="16097"/>
                </a:lnTo>
                <a:lnTo>
                  <a:pt x="187074" y="11801"/>
                </a:lnTo>
                <a:lnTo>
                  <a:pt x="193889" y="9282"/>
                </a:lnTo>
                <a:lnTo>
                  <a:pt x="183419" y="8690"/>
                </a:lnTo>
                <a:lnTo>
                  <a:pt x="177888" y="9875"/>
                </a:lnTo>
                <a:lnTo>
                  <a:pt x="171122" y="10467"/>
                </a:lnTo>
                <a:lnTo>
                  <a:pt x="163616" y="11109"/>
                </a:lnTo>
                <a:lnTo>
                  <a:pt x="156208" y="10467"/>
                </a:lnTo>
                <a:lnTo>
                  <a:pt x="149985" y="8690"/>
                </a:lnTo>
                <a:lnTo>
                  <a:pt x="151318" y="6814"/>
                </a:lnTo>
                <a:lnTo>
                  <a:pt x="155022" y="3110"/>
                </a:lnTo>
                <a:lnTo>
                  <a:pt x="161196" y="592"/>
                </a:lnTo>
                <a:lnTo>
                  <a:pt x="143911" y="0"/>
                </a:lnTo>
                <a:lnTo>
                  <a:pt x="134626" y="0"/>
                </a:lnTo>
                <a:lnTo>
                  <a:pt x="128403" y="592"/>
                </a:lnTo>
                <a:lnTo>
                  <a:pt x="120452" y="1283"/>
                </a:lnTo>
                <a:lnTo>
                  <a:pt x="111118" y="3110"/>
                </a:lnTo>
                <a:lnTo>
                  <a:pt x="96944" y="6814"/>
                </a:lnTo>
                <a:lnTo>
                  <a:pt x="87018" y="8690"/>
                </a:lnTo>
                <a:lnTo>
                  <a:pt x="79659" y="10467"/>
                </a:lnTo>
                <a:lnTo>
                  <a:pt x="73437" y="14171"/>
                </a:lnTo>
                <a:lnTo>
                  <a:pt x="68547" y="19207"/>
                </a:lnTo>
                <a:lnTo>
                  <a:pt x="62967" y="23503"/>
                </a:lnTo>
                <a:lnTo>
                  <a:pt x="59855" y="27898"/>
                </a:lnTo>
                <a:lnTo>
                  <a:pt x="57485" y="32194"/>
                </a:lnTo>
                <a:lnTo>
                  <a:pt x="53781" y="29675"/>
                </a:lnTo>
                <a:lnTo>
                  <a:pt x="51855" y="27206"/>
                </a:lnTo>
                <a:lnTo>
                  <a:pt x="49336" y="22911"/>
                </a:lnTo>
                <a:lnTo>
                  <a:pt x="46274" y="29083"/>
                </a:lnTo>
                <a:lnTo>
                  <a:pt x="45040" y="33971"/>
                </a:lnTo>
                <a:lnTo>
                  <a:pt x="45040" y="39008"/>
                </a:lnTo>
                <a:lnTo>
                  <a:pt x="40150" y="39008"/>
                </a:lnTo>
                <a:lnTo>
                  <a:pt x="35755" y="35897"/>
                </a:lnTo>
                <a:lnTo>
                  <a:pt x="32051" y="33971"/>
                </a:lnTo>
                <a:lnTo>
                  <a:pt x="23458" y="29675"/>
                </a:lnTo>
                <a:lnTo>
                  <a:pt x="27754" y="37082"/>
                </a:lnTo>
                <a:lnTo>
                  <a:pt x="28940" y="43303"/>
                </a:lnTo>
                <a:lnTo>
                  <a:pt x="29681" y="50117"/>
                </a:lnTo>
                <a:lnTo>
                  <a:pt x="28347" y="56290"/>
                </a:lnTo>
                <a:lnTo>
                  <a:pt x="23458" y="55105"/>
                </a:lnTo>
                <a:lnTo>
                  <a:pt x="17877" y="54364"/>
                </a:lnTo>
                <a:lnTo>
                  <a:pt x="19803" y="58215"/>
                </a:lnTo>
                <a:lnTo>
                  <a:pt x="22174" y="62511"/>
                </a:lnTo>
                <a:lnTo>
                  <a:pt x="24693" y="68683"/>
                </a:lnTo>
                <a:lnTo>
                  <a:pt x="19803" y="70510"/>
                </a:lnTo>
                <a:lnTo>
                  <a:pt x="24051" y="74214"/>
                </a:lnTo>
                <a:lnTo>
                  <a:pt x="27754" y="78016"/>
                </a:lnTo>
                <a:lnTo>
                  <a:pt x="23458" y="78608"/>
                </a:lnTo>
                <a:lnTo>
                  <a:pt x="18470" y="78608"/>
                </a:lnTo>
                <a:lnTo>
                  <a:pt x="13581" y="79201"/>
                </a:lnTo>
                <a:lnTo>
                  <a:pt x="17285" y="84089"/>
                </a:lnTo>
                <a:lnTo>
                  <a:pt x="19803" y="87891"/>
                </a:lnTo>
                <a:lnTo>
                  <a:pt x="24051" y="94014"/>
                </a:lnTo>
                <a:lnTo>
                  <a:pt x="19063" y="93372"/>
                </a:lnTo>
                <a:lnTo>
                  <a:pt x="12988" y="92779"/>
                </a:lnTo>
                <a:lnTo>
                  <a:pt x="16099" y="97668"/>
                </a:lnTo>
                <a:lnTo>
                  <a:pt x="11655" y="96483"/>
                </a:lnTo>
                <a:lnTo>
                  <a:pt x="7358" y="95298"/>
                </a:lnTo>
                <a:lnTo>
                  <a:pt x="10469" y="102704"/>
                </a:lnTo>
                <a:lnTo>
                  <a:pt x="11655" y="107000"/>
                </a:lnTo>
                <a:lnTo>
                  <a:pt x="11655" y="111987"/>
                </a:lnTo>
                <a:lnTo>
                  <a:pt x="11508" y="111964"/>
                </a:lnTo>
                <a:lnTo>
                  <a:pt x="8000" y="111395"/>
                </a:lnTo>
                <a:lnTo>
                  <a:pt x="9877" y="118209"/>
                </a:lnTo>
                <a:lnTo>
                  <a:pt x="6173" y="118209"/>
                </a:lnTo>
                <a:lnTo>
                  <a:pt x="8372" y="121246"/>
                </a:lnTo>
                <a:lnTo>
                  <a:pt x="9284" y="122505"/>
                </a:lnTo>
                <a:lnTo>
                  <a:pt x="10469" y="126208"/>
                </a:lnTo>
                <a:lnTo>
                  <a:pt x="8376" y="125538"/>
                </a:lnTo>
                <a:lnTo>
                  <a:pt x="6765" y="125023"/>
                </a:lnTo>
                <a:lnTo>
                  <a:pt x="2827" y="123801"/>
                </a:lnTo>
                <a:lnTo>
                  <a:pt x="2469" y="123690"/>
                </a:lnTo>
                <a:lnTo>
                  <a:pt x="5580" y="129911"/>
                </a:lnTo>
                <a:lnTo>
                  <a:pt x="7358" y="134898"/>
                </a:lnTo>
                <a:lnTo>
                  <a:pt x="0" y="135491"/>
                </a:lnTo>
                <a:lnTo>
                  <a:pt x="3348" y="138779"/>
                </a:lnTo>
                <a:lnTo>
                  <a:pt x="5580" y="140972"/>
                </a:lnTo>
                <a:lnTo>
                  <a:pt x="9284" y="147193"/>
                </a:lnTo>
                <a:lnTo>
                  <a:pt x="11062" y="152822"/>
                </a:lnTo>
                <a:close/>
              </a:path>
            </a:pathLst>
          </a:custGeom>
          <a:solidFill>
            <a:srgbClr val="1F0F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617029" y="3993689"/>
            <a:ext cx="259968" cy="178202"/>
          </a:xfrm>
          <a:custGeom>
            <a:avLst/>
            <a:gdLst/>
            <a:ahLst/>
            <a:cxnLst/>
            <a:rect l="l" t="t" r="r" b="b"/>
            <a:pathLst>
              <a:path w="259968" h="178202">
                <a:moveTo>
                  <a:pt x="161196" y="592"/>
                </a:moveTo>
                <a:lnTo>
                  <a:pt x="155022" y="3110"/>
                </a:lnTo>
                <a:lnTo>
                  <a:pt x="151318" y="6814"/>
                </a:lnTo>
                <a:lnTo>
                  <a:pt x="149985" y="8690"/>
                </a:lnTo>
                <a:lnTo>
                  <a:pt x="156208" y="10467"/>
                </a:lnTo>
                <a:lnTo>
                  <a:pt x="163616" y="11109"/>
                </a:lnTo>
                <a:lnTo>
                  <a:pt x="171122" y="10467"/>
                </a:lnTo>
                <a:lnTo>
                  <a:pt x="177888" y="9875"/>
                </a:lnTo>
                <a:lnTo>
                  <a:pt x="183419" y="8690"/>
                </a:lnTo>
                <a:lnTo>
                  <a:pt x="193889" y="9282"/>
                </a:lnTo>
                <a:lnTo>
                  <a:pt x="187074" y="11801"/>
                </a:lnTo>
                <a:lnTo>
                  <a:pt x="181592" y="16097"/>
                </a:lnTo>
                <a:lnTo>
                  <a:pt x="187074" y="16689"/>
                </a:lnTo>
                <a:lnTo>
                  <a:pt x="192111" y="16097"/>
                </a:lnTo>
                <a:lnTo>
                  <a:pt x="199519" y="16689"/>
                </a:lnTo>
                <a:lnTo>
                  <a:pt x="211174" y="20392"/>
                </a:lnTo>
                <a:lnTo>
                  <a:pt x="204409" y="21726"/>
                </a:lnTo>
                <a:lnTo>
                  <a:pt x="198186" y="22911"/>
                </a:lnTo>
                <a:lnTo>
                  <a:pt x="194482" y="24787"/>
                </a:lnTo>
                <a:lnTo>
                  <a:pt x="202581" y="25972"/>
                </a:lnTo>
                <a:lnTo>
                  <a:pt x="208656" y="27206"/>
                </a:lnTo>
                <a:lnTo>
                  <a:pt x="213100" y="27898"/>
                </a:lnTo>
                <a:lnTo>
                  <a:pt x="219274" y="30268"/>
                </a:lnTo>
                <a:lnTo>
                  <a:pt x="226682" y="33971"/>
                </a:lnTo>
                <a:lnTo>
                  <a:pt x="237794" y="37674"/>
                </a:lnTo>
                <a:lnTo>
                  <a:pt x="230978" y="39600"/>
                </a:lnTo>
                <a:lnTo>
                  <a:pt x="225990" y="42118"/>
                </a:lnTo>
                <a:lnTo>
                  <a:pt x="222286" y="44587"/>
                </a:lnTo>
                <a:lnTo>
                  <a:pt x="221694" y="47599"/>
                </a:lnTo>
                <a:lnTo>
                  <a:pt x="226682" y="48291"/>
                </a:lnTo>
                <a:lnTo>
                  <a:pt x="231571" y="50117"/>
                </a:lnTo>
                <a:lnTo>
                  <a:pt x="236608" y="52586"/>
                </a:lnTo>
                <a:lnTo>
                  <a:pt x="243967" y="54364"/>
                </a:lnTo>
                <a:lnTo>
                  <a:pt x="249449" y="53771"/>
                </a:lnTo>
                <a:lnTo>
                  <a:pt x="248311" y="55105"/>
                </a:lnTo>
                <a:lnTo>
                  <a:pt x="247300" y="56290"/>
                </a:lnTo>
                <a:lnTo>
                  <a:pt x="245152" y="58808"/>
                </a:lnTo>
                <a:lnTo>
                  <a:pt x="243967" y="66214"/>
                </a:lnTo>
                <a:lnTo>
                  <a:pt x="246387" y="72387"/>
                </a:lnTo>
                <a:lnTo>
                  <a:pt x="248263" y="78016"/>
                </a:lnTo>
                <a:lnTo>
                  <a:pt x="249449" y="82904"/>
                </a:lnTo>
                <a:lnTo>
                  <a:pt x="245152" y="92187"/>
                </a:lnTo>
                <a:lnTo>
                  <a:pt x="259968" y="91594"/>
                </a:lnTo>
                <a:lnTo>
                  <a:pt x="247078" y="100186"/>
                </a:lnTo>
                <a:lnTo>
                  <a:pt x="242683" y="105815"/>
                </a:lnTo>
                <a:lnTo>
                  <a:pt x="241650" y="111395"/>
                </a:lnTo>
                <a:lnTo>
                  <a:pt x="241541" y="111987"/>
                </a:lnTo>
                <a:lnTo>
                  <a:pt x="240855" y="115691"/>
                </a:lnTo>
                <a:lnTo>
                  <a:pt x="247078" y="119986"/>
                </a:lnTo>
                <a:lnTo>
                  <a:pt x="246059" y="122505"/>
                </a:lnTo>
                <a:lnTo>
                  <a:pt x="244559" y="126208"/>
                </a:lnTo>
                <a:lnTo>
                  <a:pt x="243691" y="129911"/>
                </a:lnTo>
                <a:lnTo>
                  <a:pt x="242683" y="134207"/>
                </a:lnTo>
                <a:lnTo>
                  <a:pt x="247078" y="140972"/>
                </a:lnTo>
                <a:lnTo>
                  <a:pt x="240855" y="150897"/>
                </a:lnTo>
                <a:lnTo>
                  <a:pt x="238386" y="157118"/>
                </a:lnTo>
                <a:lnTo>
                  <a:pt x="235275" y="176918"/>
                </a:lnTo>
                <a:lnTo>
                  <a:pt x="230386" y="130504"/>
                </a:lnTo>
                <a:lnTo>
                  <a:pt x="224756" y="113222"/>
                </a:lnTo>
                <a:lnTo>
                  <a:pt x="213100" y="87200"/>
                </a:lnTo>
                <a:lnTo>
                  <a:pt x="203174" y="78608"/>
                </a:lnTo>
                <a:lnTo>
                  <a:pt x="187667" y="74214"/>
                </a:lnTo>
                <a:lnTo>
                  <a:pt x="171122" y="72979"/>
                </a:lnTo>
                <a:lnTo>
                  <a:pt x="153096" y="68683"/>
                </a:lnTo>
                <a:lnTo>
                  <a:pt x="137737" y="64980"/>
                </a:lnTo>
                <a:lnTo>
                  <a:pt x="119860" y="60585"/>
                </a:lnTo>
                <a:lnTo>
                  <a:pt x="103118" y="59400"/>
                </a:lnTo>
                <a:lnTo>
                  <a:pt x="72251" y="58215"/>
                </a:lnTo>
                <a:lnTo>
                  <a:pt x="68547" y="61919"/>
                </a:lnTo>
                <a:lnTo>
                  <a:pt x="63559" y="65622"/>
                </a:lnTo>
                <a:lnTo>
                  <a:pt x="58670" y="68683"/>
                </a:lnTo>
                <a:lnTo>
                  <a:pt x="54966" y="68683"/>
                </a:lnTo>
                <a:lnTo>
                  <a:pt x="50670" y="70510"/>
                </a:lnTo>
                <a:lnTo>
                  <a:pt x="46274" y="78608"/>
                </a:lnTo>
                <a:lnTo>
                  <a:pt x="41385" y="86607"/>
                </a:lnTo>
                <a:lnTo>
                  <a:pt x="40150" y="97668"/>
                </a:lnTo>
                <a:lnTo>
                  <a:pt x="36348" y="105223"/>
                </a:lnTo>
                <a:lnTo>
                  <a:pt x="32644" y="113814"/>
                </a:lnTo>
                <a:lnTo>
                  <a:pt x="28347" y="119986"/>
                </a:lnTo>
                <a:lnTo>
                  <a:pt x="24693" y="126800"/>
                </a:lnTo>
                <a:lnTo>
                  <a:pt x="22174" y="134898"/>
                </a:lnTo>
                <a:lnTo>
                  <a:pt x="20396" y="144083"/>
                </a:lnTo>
                <a:lnTo>
                  <a:pt x="15359" y="178202"/>
                </a:lnTo>
                <a:lnTo>
                  <a:pt x="12988" y="175091"/>
                </a:lnTo>
                <a:lnTo>
                  <a:pt x="8000" y="169512"/>
                </a:lnTo>
                <a:lnTo>
                  <a:pt x="10993" y="168001"/>
                </a:lnTo>
                <a:lnTo>
                  <a:pt x="12988" y="166994"/>
                </a:lnTo>
                <a:lnTo>
                  <a:pt x="9877" y="162105"/>
                </a:lnTo>
                <a:lnTo>
                  <a:pt x="6765" y="156476"/>
                </a:lnTo>
                <a:lnTo>
                  <a:pt x="5002" y="153866"/>
                </a:lnTo>
                <a:lnTo>
                  <a:pt x="4296" y="152822"/>
                </a:lnTo>
                <a:lnTo>
                  <a:pt x="11062" y="152822"/>
                </a:lnTo>
                <a:lnTo>
                  <a:pt x="9284" y="147193"/>
                </a:lnTo>
                <a:lnTo>
                  <a:pt x="5580" y="140972"/>
                </a:lnTo>
                <a:lnTo>
                  <a:pt x="3348" y="138779"/>
                </a:lnTo>
                <a:lnTo>
                  <a:pt x="0" y="135491"/>
                </a:lnTo>
                <a:lnTo>
                  <a:pt x="7358" y="134898"/>
                </a:lnTo>
                <a:lnTo>
                  <a:pt x="5580" y="129911"/>
                </a:lnTo>
                <a:lnTo>
                  <a:pt x="2469" y="123690"/>
                </a:lnTo>
                <a:lnTo>
                  <a:pt x="2827" y="123801"/>
                </a:lnTo>
                <a:lnTo>
                  <a:pt x="6765" y="125023"/>
                </a:lnTo>
                <a:lnTo>
                  <a:pt x="8376" y="125538"/>
                </a:lnTo>
                <a:lnTo>
                  <a:pt x="10469" y="126208"/>
                </a:lnTo>
                <a:lnTo>
                  <a:pt x="9284" y="122505"/>
                </a:lnTo>
                <a:lnTo>
                  <a:pt x="8372" y="121246"/>
                </a:lnTo>
                <a:lnTo>
                  <a:pt x="6173" y="118209"/>
                </a:lnTo>
                <a:lnTo>
                  <a:pt x="9877" y="118209"/>
                </a:lnTo>
                <a:lnTo>
                  <a:pt x="8000" y="111395"/>
                </a:lnTo>
                <a:lnTo>
                  <a:pt x="11508" y="111964"/>
                </a:lnTo>
                <a:lnTo>
                  <a:pt x="11655" y="111987"/>
                </a:lnTo>
                <a:lnTo>
                  <a:pt x="11655" y="107000"/>
                </a:lnTo>
                <a:lnTo>
                  <a:pt x="10469" y="102704"/>
                </a:lnTo>
                <a:lnTo>
                  <a:pt x="7358" y="95298"/>
                </a:lnTo>
                <a:lnTo>
                  <a:pt x="11655" y="96483"/>
                </a:lnTo>
                <a:lnTo>
                  <a:pt x="16099" y="97668"/>
                </a:lnTo>
                <a:lnTo>
                  <a:pt x="12988" y="92779"/>
                </a:lnTo>
                <a:lnTo>
                  <a:pt x="19063" y="93372"/>
                </a:lnTo>
                <a:lnTo>
                  <a:pt x="24051" y="94014"/>
                </a:lnTo>
                <a:lnTo>
                  <a:pt x="19803" y="87891"/>
                </a:lnTo>
                <a:lnTo>
                  <a:pt x="17285" y="84089"/>
                </a:lnTo>
                <a:lnTo>
                  <a:pt x="13581" y="79201"/>
                </a:lnTo>
                <a:lnTo>
                  <a:pt x="18470" y="78608"/>
                </a:lnTo>
                <a:lnTo>
                  <a:pt x="23458" y="78608"/>
                </a:lnTo>
                <a:lnTo>
                  <a:pt x="27754" y="78016"/>
                </a:lnTo>
                <a:lnTo>
                  <a:pt x="24051" y="74214"/>
                </a:lnTo>
                <a:lnTo>
                  <a:pt x="19803" y="70510"/>
                </a:lnTo>
                <a:lnTo>
                  <a:pt x="24693" y="68683"/>
                </a:lnTo>
                <a:lnTo>
                  <a:pt x="22174" y="62511"/>
                </a:lnTo>
                <a:lnTo>
                  <a:pt x="19803" y="58215"/>
                </a:lnTo>
                <a:lnTo>
                  <a:pt x="17877" y="54364"/>
                </a:lnTo>
                <a:lnTo>
                  <a:pt x="23458" y="55105"/>
                </a:lnTo>
                <a:lnTo>
                  <a:pt x="28347" y="56290"/>
                </a:lnTo>
                <a:lnTo>
                  <a:pt x="29681" y="50117"/>
                </a:lnTo>
                <a:lnTo>
                  <a:pt x="28940" y="43303"/>
                </a:lnTo>
                <a:lnTo>
                  <a:pt x="27754" y="37082"/>
                </a:lnTo>
                <a:lnTo>
                  <a:pt x="23458" y="29675"/>
                </a:lnTo>
                <a:lnTo>
                  <a:pt x="32051" y="33971"/>
                </a:lnTo>
                <a:lnTo>
                  <a:pt x="35755" y="35897"/>
                </a:lnTo>
                <a:lnTo>
                  <a:pt x="40150" y="39008"/>
                </a:lnTo>
                <a:lnTo>
                  <a:pt x="45040" y="39008"/>
                </a:lnTo>
                <a:lnTo>
                  <a:pt x="45040" y="33971"/>
                </a:lnTo>
                <a:lnTo>
                  <a:pt x="46274" y="29083"/>
                </a:lnTo>
                <a:lnTo>
                  <a:pt x="49336" y="22911"/>
                </a:lnTo>
                <a:lnTo>
                  <a:pt x="51855" y="27206"/>
                </a:lnTo>
                <a:lnTo>
                  <a:pt x="53781" y="29675"/>
                </a:lnTo>
                <a:lnTo>
                  <a:pt x="57485" y="32194"/>
                </a:lnTo>
                <a:lnTo>
                  <a:pt x="59855" y="27898"/>
                </a:lnTo>
                <a:lnTo>
                  <a:pt x="62967" y="23503"/>
                </a:lnTo>
                <a:lnTo>
                  <a:pt x="68547" y="19207"/>
                </a:lnTo>
                <a:lnTo>
                  <a:pt x="73437" y="14171"/>
                </a:lnTo>
                <a:lnTo>
                  <a:pt x="79659" y="10467"/>
                </a:lnTo>
                <a:lnTo>
                  <a:pt x="87018" y="8690"/>
                </a:lnTo>
                <a:lnTo>
                  <a:pt x="96944" y="6814"/>
                </a:lnTo>
                <a:lnTo>
                  <a:pt x="111118" y="3110"/>
                </a:lnTo>
                <a:lnTo>
                  <a:pt x="120452" y="1283"/>
                </a:lnTo>
                <a:lnTo>
                  <a:pt x="128403" y="592"/>
                </a:lnTo>
                <a:lnTo>
                  <a:pt x="134626" y="0"/>
                </a:lnTo>
                <a:lnTo>
                  <a:pt x="143911" y="0"/>
                </a:lnTo>
                <a:lnTo>
                  <a:pt x="161196" y="592"/>
                </a:lnTo>
                <a:close/>
              </a:path>
            </a:pathLst>
          </a:custGeom>
          <a:ln w="97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683059" y="4165720"/>
            <a:ext cx="20396" cy="20392"/>
          </a:xfrm>
          <a:custGeom>
            <a:avLst/>
            <a:gdLst/>
            <a:ahLst/>
            <a:cxnLst/>
            <a:rect l="l" t="t" r="r" b="b"/>
            <a:pathLst>
              <a:path w="20396" h="20392">
                <a:moveTo>
                  <a:pt x="20396" y="4888"/>
                </a:moveTo>
                <a:lnTo>
                  <a:pt x="16099" y="0"/>
                </a:lnTo>
                <a:lnTo>
                  <a:pt x="5037" y="0"/>
                </a:lnTo>
                <a:lnTo>
                  <a:pt x="0" y="4888"/>
                </a:lnTo>
                <a:lnTo>
                  <a:pt x="0" y="16097"/>
                </a:lnTo>
                <a:lnTo>
                  <a:pt x="3778" y="19318"/>
                </a:lnTo>
                <a:lnTo>
                  <a:pt x="5037" y="20392"/>
                </a:lnTo>
                <a:lnTo>
                  <a:pt x="16099" y="20392"/>
                </a:lnTo>
                <a:lnTo>
                  <a:pt x="19322" y="17170"/>
                </a:lnTo>
                <a:lnTo>
                  <a:pt x="20396" y="16097"/>
                </a:lnTo>
                <a:lnTo>
                  <a:pt x="20396" y="4888"/>
                </a:lnTo>
                <a:close/>
              </a:path>
            </a:pathLst>
          </a:custGeom>
          <a:solidFill>
            <a:srgbClr val="404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683059" y="4165720"/>
            <a:ext cx="20396" cy="20392"/>
          </a:xfrm>
          <a:custGeom>
            <a:avLst/>
            <a:gdLst/>
            <a:ahLst/>
            <a:cxnLst/>
            <a:rect l="l" t="t" r="r" b="b"/>
            <a:pathLst>
              <a:path w="20396" h="20392">
                <a:moveTo>
                  <a:pt x="20396" y="4888"/>
                </a:moveTo>
                <a:lnTo>
                  <a:pt x="20396" y="16097"/>
                </a:lnTo>
                <a:lnTo>
                  <a:pt x="19322" y="17170"/>
                </a:lnTo>
                <a:lnTo>
                  <a:pt x="16099" y="20392"/>
                </a:lnTo>
                <a:lnTo>
                  <a:pt x="5037" y="20392"/>
                </a:lnTo>
                <a:lnTo>
                  <a:pt x="3778" y="19318"/>
                </a:lnTo>
                <a:lnTo>
                  <a:pt x="0" y="16097"/>
                </a:lnTo>
                <a:lnTo>
                  <a:pt x="0" y="10467"/>
                </a:lnTo>
                <a:lnTo>
                  <a:pt x="0" y="4888"/>
                </a:lnTo>
                <a:lnTo>
                  <a:pt x="5037" y="0"/>
                </a:lnTo>
                <a:lnTo>
                  <a:pt x="16099" y="0"/>
                </a:lnTo>
                <a:lnTo>
                  <a:pt x="20396" y="4888"/>
                </a:lnTo>
                <a:close/>
              </a:path>
            </a:pathLst>
          </a:custGeom>
          <a:ln w="977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690466" y="4170608"/>
            <a:ext cx="5630" cy="6764"/>
          </a:xfrm>
          <a:custGeom>
            <a:avLst/>
            <a:gdLst/>
            <a:ahLst/>
            <a:cxnLst/>
            <a:rect l="l" t="t" r="r" b="b"/>
            <a:pathLst>
              <a:path w="5630" h="6764">
                <a:moveTo>
                  <a:pt x="0" y="3653"/>
                </a:moveTo>
                <a:lnTo>
                  <a:pt x="0" y="5579"/>
                </a:lnTo>
                <a:lnTo>
                  <a:pt x="1333" y="6764"/>
                </a:lnTo>
                <a:lnTo>
                  <a:pt x="4296" y="6764"/>
                </a:lnTo>
                <a:lnTo>
                  <a:pt x="5630" y="5579"/>
                </a:lnTo>
                <a:lnTo>
                  <a:pt x="5630" y="1876"/>
                </a:lnTo>
                <a:lnTo>
                  <a:pt x="4296" y="0"/>
                </a:lnTo>
                <a:lnTo>
                  <a:pt x="1333" y="0"/>
                </a:lnTo>
                <a:lnTo>
                  <a:pt x="0" y="1876"/>
                </a:lnTo>
                <a:lnTo>
                  <a:pt x="0" y="365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774571" y="4165720"/>
            <a:ext cx="20347" cy="20392"/>
          </a:xfrm>
          <a:custGeom>
            <a:avLst/>
            <a:gdLst/>
            <a:ahLst/>
            <a:cxnLst/>
            <a:rect l="l" t="t" r="r" b="b"/>
            <a:pathLst>
              <a:path w="20347" h="20392">
                <a:moveTo>
                  <a:pt x="20347" y="4888"/>
                </a:moveTo>
                <a:lnTo>
                  <a:pt x="15951" y="0"/>
                </a:lnTo>
                <a:lnTo>
                  <a:pt x="4889" y="0"/>
                </a:lnTo>
                <a:lnTo>
                  <a:pt x="0" y="4888"/>
                </a:lnTo>
                <a:lnTo>
                  <a:pt x="0" y="16097"/>
                </a:lnTo>
                <a:lnTo>
                  <a:pt x="3666" y="19318"/>
                </a:lnTo>
                <a:lnTo>
                  <a:pt x="4889" y="20392"/>
                </a:lnTo>
                <a:lnTo>
                  <a:pt x="15951" y="20392"/>
                </a:lnTo>
                <a:lnTo>
                  <a:pt x="19248" y="17170"/>
                </a:lnTo>
                <a:lnTo>
                  <a:pt x="20347" y="16097"/>
                </a:lnTo>
                <a:lnTo>
                  <a:pt x="20347" y="4888"/>
                </a:lnTo>
                <a:close/>
              </a:path>
            </a:pathLst>
          </a:custGeom>
          <a:solidFill>
            <a:srgbClr val="404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774571" y="4165720"/>
            <a:ext cx="20347" cy="20392"/>
          </a:xfrm>
          <a:custGeom>
            <a:avLst/>
            <a:gdLst/>
            <a:ahLst/>
            <a:cxnLst/>
            <a:rect l="l" t="t" r="r" b="b"/>
            <a:pathLst>
              <a:path w="20347" h="20392">
                <a:moveTo>
                  <a:pt x="20347" y="4888"/>
                </a:moveTo>
                <a:lnTo>
                  <a:pt x="20347" y="16097"/>
                </a:lnTo>
                <a:lnTo>
                  <a:pt x="19248" y="17170"/>
                </a:lnTo>
                <a:lnTo>
                  <a:pt x="15951" y="20392"/>
                </a:lnTo>
                <a:lnTo>
                  <a:pt x="4889" y="20392"/>
                </a:lnTo>
                <a:lnTo>
                  <a:pt x="3666" y="19318"/>
                </a:lnTo>
                <a:lnTo>
                  <a:pt x="0" y="16097"/>
                </a:lnTo>
                <a:lnTo>
                  <a:pt x="0" y="10467"/>
                </a:lnTo>
                <a:lnTo>
                  <a:pt x="0" y="4888"/>
                </a:lnTo>
                <a:lnTo>
                  <a:pt x="4889" y="0"/>
                </a:lnTo>
                <a:lnTo>
                  <a:pt x="15951" y="0"/>
                </a:lnTo>
                <a:lnTo>
                  <a:pt x="20347" y="4888"/>
                </a:lnTo>
                <a:close/>
              </a:path>
            </a:pathLst>
          </a:custGeom>
          <a:ln w="977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781337" y="4170608"/>
            <a:ext cx="5481" cy="8097"/>
          </a:xfrm>
          <a:custGeom>
            <a:avLst/>
            <a:gdLst/>
            <a:ahLst/>
            <a:cxnLst/>
            <a:rect l="l" t="t" r="r" b="b"/>
            <a:pathLst>
              <a:path w="5481" h="8097">
                <a:moveTo>
                  <a:pt x="0" y="4394"/>
                </a:moveTo>
                <a:lnTo>
                  <a:pt x="0" y="6172"/>
                </a:lnTo>
                <a:lnTo>
                  <a:pt x="1185" y="8097"/>
                </a:lnTo>
                <a:lnTo>
                  <a:pt x="4296" y="8097"/>
                </a:lnTo>
                <a:lnTo>
                  <a:pt x="5481" y="6172"/>
                </a:lnTo>
                <a:lnTo>
                  <a:pt x="5481" y="1876"/>
                </a:lnTo>
                <a:lnTo>
                  <a:pt x="4296" y="0"/>
                </a:lnTo>
                <a:lnTo>
                  <a:pt x="1185" y="0"/>
                </a:lnTo>
                <a:lnTo>
                  <a:pt x="0" y="1876"/>
                </a:lnTo>
                <a:lnTo>
                  <a:pt x="0" y="43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714567" y="4227491"/>
            <a:ext cx="51855" cy="25429"/>
          </a:xfrm>
          <a:custGeom>
            <a:avLst/>
            <a:gdLst/>
            <a:ahLst/>
            <a:cxnLst/>
            <a:rect l="l" t="t" r="r" b="b"/>
            <a:pathLst>
              <a:path w="51855" h="25429">
                <a:moveTo>
                  <a:pt x="0" y="0"/>
                </a:moveTo>
                <a:lnTo>
                  <a:pt x="4182" y="13495"/>
                </a:lnTo>
                <a:lnTo>
                  <a:pt x="14182" y="22620"/>
                </a:lnTo>
                <a:lnTo>
                  <a:pt x="25977" y="25429"/>
                </a:lnTo>
                <a:lnTo>
                  <a:pt x="39437" y="21684"/>
                </a:lnTo>
                <a:lnTo>
                  <a:pt x="48694" y="11804"/>
                </a:lnTo>
                <a:lnTo>
                  <a:pt x="51855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665773" y="4108788"/>
            <a:ext cx="48200" cy="40785"/>
          </a:xfrm>
          <a:custGeom>
            <a:avLst/>
            <a:gdLst/>
            <a:ahLst/>
            <a:cxnLst/>
            <a:rect l="l" t="t" r="r" b="b"/>
            <a:pathLst>
              <a:path w="48200" h="40785">
                <a:moveTo>
                  <a:pt x="0" y="40785"/>
                </a:moveTo>
                <a:lnTo>
                  <a:pt x="6815" y="38909"/>
                </a:lnTo>
                <a:lnTo>
                  <a:pt x="11111" y="37724"/>
                </a:lnTo>
                <a:lnTo>
                  <a:pt x="15507" y="35206"/>
                </a:lnTo>
                <a:lnTo>
                  <a:pt x="20396" y="30910"/>
                </a:lnTo>
                <a:lnTo>
                  <a:pt x="22915" y="27799"/>
                </a:lnTo>
                <a:lnTo>
                  <a:pt x="26619" y="22911"/>
                </a:lnTo>
                <a:lnTo>
                  <a:pt x="28397" y="18516"/>
                </a:lnTo>
                <a:lnTo>
                  <a:pt x="30915" y="14813"/>
                </a:lnTo>
                <a:lnTo>
                  <a:pt x="34027" y="10517"/>
                </a:lnTo>
                <a:lnTo>
                  <a:pt x="37088" y="8591"/>
                </a:lnTo>
                <a:lnTo>
                  <a:pt x="41978" y="6221"/>
                </a:lnTo>
                <a:lnTo>
                  <a:pt x="45682" y="4295"/>
                </a:lnTo>
                <a:lnTo>
                  <a:pt x="48200" y="0"/>
                </a:lnTo>
                <a:lnTo>
                  <a:pt x="41385" y="3110"/>
                </a:lnTo>
                <a:lnTo>
                  <a:pt x="36496" y="4888"/>
                </a:lnTo>
                <a:lnTo>
                  <a:pt x="31508" y="7406"/>
                </a:lnTo>
                <a:lnTo>
                  <a:pt x="27804" y="9924"/>
                </a:lnTo>
                <a:lnTo>
                  <a:pt x="24693" y="12294"/>
                </a:lnTo>
                <a:lnTo>
                  <a:pt x="21581" y="17282"/>
                </a:lnTo>
                <a:lnTo>
                  <a:pt x="18519" y="22911"/>
                </a:lnTo>
                <a:lnTo>
                  <a:pt x="16099" y="27206"/>
                </a:lnTo>
                <a:lnTo>
                  <a:pt x="13630" y="30317"/>
                </a:lnTo>
                <a:lnTo>
                  <a:pt x="10519" y="34020"/>
                </a:lnTo>
                <a:lnTo>
                  <a:pt x="0" y="40785"/>
                </a:lnTo>
                <a:close/>
              </a:path>
            </a:pathLst>
          </a:custGeom>
          <a:solidFill>
            <a:srgbClr val="1F0F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775164" y="4111899"/>
            <a:ext cx="48151" cy="40785"/>
          </a:xfrm>
          <a:custGeom>
            <a:avLst/>
            <a:gdLst/>
            <a:ahLst/>
            <a:cxnLst/>
            <a:rect l="l" t="t" r="r" b="b"/>
            <a:pathLst>
              <a:path w="48151" h="40785">
                <a:moveTo>
                  <a:pt x="2370" y="4295"/>
                </a:moveTo>
                <a:lnTo>
                  <a:pt x="6173" y="6073"/>
                </a:lnTo>
                <a:lnTo>
                  <a:pt x="11062" y="8591"/>
                </a:lnTo>
                <a:lnTo>
                  <a:pt x="14173" y="10517"/>
                </a:lnTo>
                <a:lnTo>
                  <a:pt x="17285" y="14813"/>
                </a:lnTo>
                <a:lnTo>
                  <a:pt x="19754" y="18467"/>
                </a:lnTo>
                <a:lnTo>
                  <a:pt x="21581" y="22170"/>
                </a:lnTo>
                <a:lnTo>
                  <a:pt x="25285" y="27799"/>
                </a:lnTo>
                <a:lnTo>
                  <a:pt x="27754" y="30910"/>
                </a:lnTo>
                <a:lnTo>
                  <a:pt x="32644" y="34613"/>
                </a:lnTo>
                <a:lnTo>
                  <a:pt x="37088" y="37082"/>
                </a:lnTo>
                <a:lnTo>
                  <a:pt x="41385" y="38909"/>
                </a:lnTo>
                <a:lnTo>
                  <a:pt x="48151" y="40785"/>
                </a:lnTo>
                <a:lnTo>
                  <a:pt x="37681" y="34020"/>
                </a:lnTo>
                <a:lnTo>
                  <a:pt x="34570" y="30317"/>
                </a:lnTo>
                <a:lnTo>
                  <a:pt x="32051" y="27206"/>
                </a:lnTo>
                <a:lnTo>
                  <a:pt x="29532" y="22762"/>
                </a:lnTo>
                <a:lnTo>
                  <a:pt x="26470" y="17282"/>
                </a:lnTo>
                <a:lnTo>
                  <a:pt x="23458" y="12294"/>
                </a:lnTo>
                <a:lnTo>
                  <a:pt x="20396" y="9184"/>
                </a:lnTo>
                <a:lnTo>
                  <a:pt x="16692" y="6814"/>
                </a:lnTo>
                <a:lnTo>
                  <a:pt x="12247" y="4888"/>
                </a:lnTo>
                <a:lnTo>
                  <a:pt x="6765" y="3110"/>
                </a:lnTo>
                <a:lnTo>
                  <a:pt x="0" y="0"/>
                </a:lnTo>
                <a:lnTo>
                  <a:pt x="2370" y="4295"/>
                </a:lnTo>
                <a:close/>
              </a:path>
            </a:pathLst>
          </a:custGeom>
          <a:solidFill>
            <a:srgbClr val="1F0F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755360" y="4143401"/>
            <a:ext cx="66671" cy="66807"/>
          </a:xfrm>
          <a:custGeom>
            <a:avLst/>
            <a:gdLst/>
            <a:ahLst/>
            <a:cxnLst/>
            <a:rect l="l" t="t" r="r" b="b"/>
            <a:pathLst>
              <a:path w="66671" h="66807">
                <a:moveTo>
                  <a:pt x="43528" y="1564"/>
                </a:moveTo>
                <a:lnTo>
                  <a:pt x="55512" y="8400"/>
                </a:lnTo>
                <a:lnTo>
                  <a:pt x="63663" y="19449"/>
                </a:lnTo>
                <a:lnTo>
                  <a:pt x="66671" y="33379"/>
                </a:lnTo>
                <a:lnTo>
                  <a:pt x="65106" y="43621"/>
                </a:lnTo>
                <a:lnTo>
                  <a:pt x="58299" y="55643"/>
                </a:lnTo>
                <a:lnTo>
                  <a:pt x="47290" y="63801"/>
                </a:lnTo>
                <a:lnTo>
                  <a:pt x="39902" y="65398"/>
                </a:lnTo>
                <a:lnTo>
                  <a:pt x="33385" y="66807"/>
                </a:lnTo>
                <a:lnTo>
                  <a:pt x="27839" y="65954"/>
                </a:lnTo>
                <a:lnTo>
                  <a:pt x="23086" y="65222"/>
                </a:lnTo>
                <a:lnTo>
                  <a:pt x="14270" y="60197"/>
                </a:lnTo>
                <a:lnTo>
                  <a:pt x="11108" y="58395"/>
                </a:lnTo>
                <a:lnTo>
                  <a:pt x="2989" y="47353"/>
                </a:lnTo>
                <a:lnTo>
                  <a:pt x="0" y="33379"/>
                </a:lnTo>
                <a:lnTo>
                  <a:pt x="1570" y="23167"/>
                </a:lnTo>
                <a:lnTo>
                  <a:pt x="8378" y="11181"/>
                </a:lnTo>
                <a:lnTo>
                  <a:pt x="19407" y="3016"/>
                </a:lnTo>
                <a:lnTo>
                  <a:pt x="20752" y="2726"/>
                </a:lnTo>
                <a:lnTo>
                  <a:pt x="33385" y="0"/>
                </a:lnTo>
                <a:lnTo>
                  <a:pt x="43528" y="1564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660193" y="4143401"/>
            <a:ext cx="66770" cy="66807"/>
          </a:xfrm>
          <a:custGeom>
            <a:avLst/>
            <a:gdLst/>
            <a:ahLst/>
            <a:cxnLst/>
            <a:rect l="l" t="t" r="r" b="b"/>
            <a:pathLst>
              <a:path w="66770" h="66807">
                <a:moveTo>
                  <a:pt x="43654" y="1584"/>
                </a:moveTo>
                <a:lnTo>
                  <a:pt x="46163" y="3016"/>
                </a:lnTo>
                <a:lnTo>
                  <a:pt x="55646" y="8427"/>
                </a:lnTo>
                <a:lnTo>
                  <a:pt x="63776" y="19468"/>
                </a:lnTo>
                <a:lnTo>
                  <a:pt x="64572" y="23167"/>
                </a:lnTo>
                <a:lnTo>
                  <a:pt x="66770" y="33379"/>
                </a:lnTo>
                <a:lnTo>
                  <a:pt x="65189" y="43681"/>
                </a:lnTo>
                <a:lnTo>
                  <a:pt x="63103" y="47353"/>
                </a:lnTo>
                <a:lnTo>
                  <a:pt x="58378" y="55673"/>
                </a:lnTo>
                <a:lnTo>
                  <a:pt x="47352" y="63810"/>
                </a:lnTo>
                <a:lnTo>
                  <a:pt x="33385" y="66807"/>
                </a:lnTo>
                <a:lnTo>
                  <a:pt x="23142" y="65222"/>
                </a:lnTo>
                <a:lnTo>
                  <a:pt x="11167" y="58395"/>
                </a:lnTo>
                <a:lnTo>
                  <a:pt x="3012" y="47353"/>
                </a:lnTo>
                <a:lnTo>
                  <a:pt x="0" y="33379"/>
                </a:lnTo>
                <a:lnTo>
                  <a:pt x="1584" y="23167"/>
                </a:lnTo>
                <a:lnTo>
                  <a:pt x="8429" y="11181"/>
                </a:lnTo>
                <a:lnTo>
                  <a:pt x="19471" y="3016"/>
                </a:lnTo>
                <a:lnTo>
                  <a:pt x="26809" y="1425"/>
                </a:lnTo>
                <a:lnTo>
                  <a:pt x="33385" y="0"/>
                </a:lnTo>
                <a:lnTo>
                  <a:pt x="43654" y="1584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724444" y="4161276"/>
            <a:ext cx="32100" cy="9332"/>
          </a:xfrm>
          <a:custGeom>
            <a:avLst/>
            <a:gdLst/>
            <a:ahLst/>
            <a:cxnLst/>
            <a:rect l="l" t="t" r="r" b="b"/>
            <a:pathLst>
              <a:path w="32100" h="9332">
                <a:moveTo>
                  <a:pt x="32100" y="6814"/>
                </a:moveTo>
                <a:lnTo>
                  <a:pt x="28397" y="2518"/>
                </a:lnTo>
                <a:lnTo>
                  <a:pt x="22915" y="0"/>
                </a:lnTo>
                <a:lnTo>
                  <a:pt x="16692" y="0"/>
                </a:lnTo>
                <a:lnTo>
                  <a:pt x="9926" y="0"/>
                </a:lnTo>
                <a:lnTo>
                  <a:pt x="3111" y="3110"/>
                </a:lnTo>
                <a:lnTo>
                  <a:pt x="0" y="9332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631796" y="4162540"/>
            <a:ext cx="36491" cy="6450"/>
          </a:xfrm>
          <a:custGeom>
            <a:avLst/>
            <a:gdLst/>
            <a:ahLst/>
            <a:cxnLst/>
            <a:rect l="l" t="t" r="r" b="b"/>
            <a:pathLst>
              <a:path w="36491" h="6450">
                <a:moveTo>
                  <a:pt x="36491" y="6449"/>
                </a:moveTo>
                <a:lnTo>
                  <a:pt x="0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822031" y="4152169"/>
            <a:ext cx="38995" cy="14200"/>
          </a:xfrm>
          <a:custGeom>
            <a:avLst/>
            <a:gdLst/>
            <a:ahLst/>
            <a:cxnLst/>
            <a:rect l="l" t="t" r="r" b="b"/>
            <a:pathLst>
              <a:path w="38995" h="14200">
                <a:moveTo>
                  <a:pt x="38995" y="0"/>
                </a:moveTo>
                <a:lnTo>
                  <a:pt x="0" y="14200"/>
                </a:lnTo>
                <a:lnTo>
                  <a:pt x="38995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737482" y="4310395"/>
            <a:ext cx="12988" cy="1925"/>
          </a:xfrm>
          <a:custGeom>
            <a:avLst/>
            <a:gdLst/>
            <a:ahLst/>
            <a:cxnLst/>
            <a:rect l="l" t="t" r="r" b="b"/>
            <a:pathLst>
              <a:path w="12988" h="1925">
                <a:moveTo>
                  <a:pt x="0" y="1333"/>
                </a:moveTo>
                <a:lnTo>
                  <a:pt x="4889" y="0"/>
                </a:lnTo>
                <a:lnTo>
                  <a:pt x="9284" y="1333"/>
                </a:lnTo>
                <a:lnTo>
                  <a:pt x="12988" y="1925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55840" y="4345108"/>
            <a:ext cx="386594" cy="621611"/>
          </a:xfrm>
          <a:custGeom>
            <a:avLst/>
            <a:gdLst/>
            <a:ahLst/>
            <a:cxnLst/>
            <a:rect l="l" t="t" r="r" b="b"/>
            <a:pathLst>
              <a:path w="386594" h="621611">
                <a:moveTo>
                  <a:pt x="0" y="400203"/>
                </a:moveTo>
                <a:lnTo>
                  <a:pt x="12988" y="522609"/>
                </a:lnTo>
                <a:lnTo>
                  <a:pt x="24100" y="588231"/>
                </a:lnTo>
                <a:lnTo>
                  <a:pt x="37088" y="604921"/>
                </a:lnTo>
                <a:lnTo>
                  <a:pt x="62967" y="606847"/>
                </a:lnTo>
                <a:lnTo>
                  <a:pt x="135219" y="614204"/>
                </a:lnTo>
                <a:lnTo>
                  <a:pt x="189000" y="621611"/>
                </a:lnTo>
                <a:lnTo>
                  <a:pt x="192594" y="621274"/>
                </a:lnTo>
                <a:lnTo>
                  <a:pt x="268067" y="614204"/>
                </a:lnTo>
                <a:lnTo>
                  <a:pt x="345850" y="602995"/>
                </a:lnTo>
                <a:lnTo>
                  <a:pt x="368111" y="597477"/>
                </a:lnTo>
                <a:lnTo>
                  <a:pt x="375531" y="595638"/>
                </a:lnTo>
                <a:lnTo>
                  <a:pt x="373753" y="522609"/>
                </a:lnTo>
                <a:lnTo>
                  <a:pt x="386594" y="388994"/>
                </a:lnTo>
                <a:lnTo>
                  <a:pt x="382939" y="289400"/>
                </a:lnTo>
                <a:lnTo>
                  <a:pt x="368123" y="185510"/>
                </a:lnTo>
                <a:lnTo>
                  <a:pt x="342146" y="90903"/>
                </a:lnTo>
                <a:lnTo>
                  <a:pt x="332961" y="20392"/>
                </a:lnTo>
                <a:lnTo>
                  <a:pt x="329257" y="1777"/>
                </a:lnTo>
                <a:lnTo>
                  <a:pt x="324606" y="3012"/>
                </a:lnTo>
                <a:lnTo>
                  <a:pt x="266191" y="18516"/>
                </a:lnTo>
                <a:lnTo>
                  <a:pt x="230978" y="33428"/>
                </a:lnTo>
                <a:lnTo>
                  <a:pt x="179767" y="36956"/>
                </a:lnTo>
                <a:lnTo>
                  <a:pt x="177938" y="37082"/>
                </a:lnTo>
                <a:lnTo>
                  <a:pt x="137145" y="29577"/>
                </a:lnTo>
                <a:lnTo>
                  <a:pt x="114970" y="9184"/>
                </a:lnTo>
                <a:lnTo>
                  <a:pt x="77881" y="5480"/>
                </a:lnTo>
                <a:lnTo>
                  <a:pt x="51855" y="1777"/>
                </a:lnTo>
                <a:lnTo>
                  <a:pt x="37088" y="0"/>
                </a:lnTo>
                <a:lnTo>
                  <a:pt x="37088" y="96532"/>
                </a:lnTo>
                <a:lnTo>
                  <a:pt x="31458" y="181807"/>
                </a:lnTo>
                <a:lnTo>
                  <a:pt x="27804" y="202200"/>
                </a:lnTo>
                <a:lnTo>
                  <a:pt x="16692" y="326630"/>
                </a:lnTo>
                <a:lnTo>
                  <a:pt x="0" y="400203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55840" y="4345108"/>
            <a:ext cx="386594" cy="621611"/>
          </a:xfrm>
          <a:custGeom>
            <a:avLst/>
            <a:gdLst/>
            <a:ahLst/>
            <a:cxnLst/>
            <a:rect l="l" t="t" r="r" b="b"/>
            <a:pathLst>
              <a:path w="386594" h="621611">
                <a:moveTo>
                  <a:pt x="51855" y="1777"/>
                </a:moveTo>
                <a:lnTo>
                  <a:pt x="77881" y="5480"/>
                </a:lnTo>
                <a:lnTo>
                  <a:pt x="114970" y="9184"/>
                </a:lnTo>
                <a:lnTo>
                  <a:pt x="137145" y="29577"/>
                </a:lnTo>
                <a:lnTo>
                  <a:pt x="177938" y="37082"/>
                </a:lnTo>
                <a:lnTo>
                  <a:pt x="179767" y="36956"/>
                </a:lnTo>
                <a:lnTo>
                  <a:pt x="230978" y="33428"/>
                </a:lnTo>
                <a:lnTo>
                  <a:pt x="266191" y="18516"/>
                </a:lnTo>
                <a:lnTo>
                  <a:pt x="324606" y="3012"/>
                </a:lnTo>
                <a:lnTo>
                  <a:pt x="329257" y="1777"/>
                </a:lnTo>
                <a:lnTo>
                  <a:pt x="332961" y="20392"/>
                </a:lnTo>
                <a:lnTo>
                  <a:pt x="342146" y="90903"/>
                </a:lnTo>
                <a:lnTo>
                  <a:pt x="368123" y="185510"/>
                </a:lnTo>
                <a:lnTo>
                  <a:pt x="382939" y="289400"/>
                </a:lnTo>
                <a:lnTo>
                  <a:pt x="386594" y="388994"/>
                </a:lnTo>
                <a:lnTo>
                  <a:pt x="373753" y="522609"/>
                </a:lnTo>
                <a:lnTo>
                  <a:pt x="375531" y="595638"/>
                </a:lnTo>
                <a:lnTo>
                  <a:pt x="368111" y="597477"/>
                </a:lnTo>
                <a:lnTo>
                  <a:pt x="345850" y="602995"/>
                </a:lnTo>
                <a:lnTo>
                  <a:pt x="268067" y="614204"/>
                </a:lnTo>
                <a:lnTo>
                  <a:pt x="192594" y="621274"/>
                </a:lnTo>
                <a:lnTo>
                  <a:pt x="189000" y="621611"/>
                </a:lnTo>
                <a:lnTo>
                  <a:pt x="135219" y="614204"/>
                </a:lnTo>
                <a:lnTo>
                  <a:pt x="62967" y="606847"/>
                </a:lnTo>
                <a:lnTo>
                  <a:pt x="37088" y="604921"/>
                </a:lnTo>
                <a:lnTo>
                  <a:pt x="24100" y="588231"/>
                </a:lnTo>
                <a:lnTo>
                  <a:pt x="12988" y="522609"/>
                </a:lnTo>
                <a:lnTo>
                  <a:pt x="0" y="400203"/>
                </a:lnTo>
                <a:lnTo>
                  <a:pt x="16692" y="326630"/>
                </a:lnTo>
                <a:lnTo>
                  <a:pt x="27804" y="202200"/>
                </a:lnTo>
                <a:lnTo>
                  <a:pt x="31458" y="181807"/>
                </a:lnTo>
                <a:lnTo>
                  <a:pt x="37088" y="96532"/>
                </a:lnTo>
                <a:lnTo>
                  <a:pt x="37088" y="0"/>
                </a:lnTo>
                <a:lnTo>
                  <a:pt x="51855" y="1777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889986" y="5778980"/>
            <a:ext cx="267475" cy="163903"/>
          </a:xfrm>
          <a:custGeom>
            <a:avLst/>
            <a:gdLst/>
            <a:ahLst/>
            <a:cxnLst/>
            <a:rect l="l" t="t" r="r" b="b"/>
            <a:pathLst>
              <a:path w="267475" h="163903">
                <a:moveTo>
                  <a:pt x="592" y="20397"/>
                </a:moveTo>
                <a:lnTo>
                  <a:pt x="0" y="40795"/>
                </a:lnTo>
                <a:lnTo>
                  <a:pt x="592" y="54991"/>
                </a:lnTo>
                <a:lnTo>
                  <a:pt x="1926" y="67992"/>
                </a:lnTo>
                <a:lnTo>
                  <a:pt x="8000" y="86602"/>
                </a:lnTo>
                <a:lnTo>
                  <a:pt x="36496" y="101993"/>
                </a:lnTo>
                <a:lnTo>
                  <a:pt x="51262" y="101396"/>
                </a:lnTo>
                <a:lnTo>
                  <a:pt x="54374" y="114397"/>
                </a:lnTo>
                <a:lnTo>
                  <a:pt x="62967" y="121794"/>
                </a:lnTo>
                <a:lnTo>
                  <a:pt x="75955" y="130502"/>
                </a:lnTo>
                <a:lnTo>
                  <a:pt x="95759" y="139806"/>
                </a:lnTo>
                <a:lnTo>
                  <a:pt x="149442" y="154598"/>
                </a:lnTo>
                <a:lnTo>
                  <a:pt x="175419" y="160801"/>
                </a:lnTo>
                <a:lnTo>
                  <a:pt x="205100" y="163903"/>
                </a:lnTo>
                <a:lnTo>
                  <a:pt x="231571" y="161994"/>
                </a:lnTo>
                <a:lnTo>
                  <a:pt x="245794" y="157700"/>
                </a:lnTo>
                <a:lnTo>
                  <a:pt x="258190" y="148992"/>
                </a:lnTo>
                <a:lnTo>
                  <a:pt x="264956" y="137898"/>
                </a:lnTo>
                <a:lnTo>
                  <a:pt x="266783" y="124895"/>
                </a:lnTo>
                <a:lnTo>
                  <a:pt x="267475" y="118095"/>
                </a:lnTo>
                <a:lnTo>
                  <a:pt x="266783" y="111296"/>
                </a:lnTo>
                <a:lnTo>
                  <a:pt x="264363" y="105692"/>
                </a:lnTo>
                <a:lnTo>
                  <a:pt x="259968" y="99603"/>
                </a:lnTo>
                <a:lnTo>
                  <a:pt x="228509" y="82904"/>
                </a:lnTo>
                <a:lnTo>
                  <a:pt x="200705" y="64294"/>
                </a:lnTo>
                <a:lnTo>
                  <a:pt x="143960" y="0"/>
                </a:lnTo>
                <a:lnTo>
                  <a:pt x="592" y="20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09514" y="5744979"/>
            <a:ext cx="313152" cy="129788"/>
          </a:xfrm>
          <a:custGeom>
            <a:avLst/>
            <a:gdLst/>
            <a:ahLst/>
            <a:cxnLst/>
            <a:rect l="l" t="t" r="r" b="b"/>
            <a:pathLst>
              <a:path w="313152" h="129788">
                <a:moveTo>
                  <a:pt x="2385" y="107603"/>
                </a:moveTo>
                <a:lnTo>
                  <a:pt x="5486" y="116905"/>
                </a:lnTo>
                <a:lnTo>
                  <a:pt x="13595" y="121799"/>
                </a:lnTo>
                <a:lnTo>
                  <a:pt x="26475" y="126089"/>
                </a:lnTo>
                <a:lnTo>
                  <a:pt x="46867" y="128000"/>
                </a:lnTo>
                <a:lnTo>
                  <a:pt x="70360" y="129195"/>
                </a:lnTo>
                <a:lnTo>
                  <a:pt x="90766" y="129788"/>
                </a:lnTo>
                <a:lnTo>
                  <a:pt x="114225" y="129195"/>
                </a:lnTo>
                <a:lnTo>
                  <a:pt x="134621" y="128000"/>
                </a:lnTo>
                <a:lnTo>
                  <a:pt x="155018" y="124302"/>
                </a:lnTo>
                <a:lnTo>
                  <a:pt x="171710" y="119290"/>
                </a:lnTo>
                <a:lnTo>
                  <a:pt x="187118" y="113088"/>
                </a:lnTo>
                <a:lnTo>
                  <a:pt x="208108" y="108200"/>
                </a:lnTo>
                <a:lnTo>
                  <a:pt x="209984" y="115592"/>
                </a:lnTo>
                <a:lnTo>
                  <a:pt x="224800" y="116189"/>
                </a:lnTo>
                <a:lnTo>
                  <a:pt x="238974" y="116189"/>
                </a:lnTo>
                <a:lnTo>
                  <a:pt x="253790" y="115592"/>
                </a:lnTo>
                <a:lnTo>
                  <a:pt x="266186" y="114402"/>
                </a:lnTo>
                <a:lnTo>
                  <a:pt x="277841" y="112491"/>
                </a:lnTo>
                <a:lnTo>
                  <a:pt x="293348" y="108200"/>
                </a:lnTo>
                <a:lnTo>
                  <a:pt x="306979" y="101993"/>
                </a:lnTo>
                <a:lnTo>
                  <a:pt x="306979" y="86489"/>
                </a:lnTo>
                <a:lnTo>
                  <a:pt x="309349" y="80998"/>
                </a:lnTo>
                <a:lnTo>
                  <a:pt x="310633" y="75991"/>
                </a:lnTo>
                <a:lnTo>
                  <a:pt x="311275" y="45688"/>
                </a:lnTo>
                <a:lnTo>
                  <a:pt x="313152" y="15390"/>
                </a:lnTo>
                <a:lnTo>
                  <a:pt x="242678" y="22190"/>
                </a:lnTo>
                <a:lnTo>
                  <a:pt x="154425" y="0"/>
                </a:lnTo>
                <a:lnTo>
                  <a:pt x="123559" y="25888"/>
                </a:lnTo>
                <a:lnTo>
                  <a:pt x="90174" y="45091"/>
                </a:lnTo>
                <a:lnTo>
                  <a:pt x="61772" y="54398"/>
                </a:lnTo>
                <a:lnTo>
                  <a:pt x="13595" y="69784"/>
                </a:lnTo>
                <a:lnTo>
                  <a:pt x="6202" y="74199"/>
                </a:lnTo>
                <a:lnTo>
                  <a:pt x="2385" y="79092"/>
                </a:lnTo>
                <a:lnTo>
                  <a:pt x="0" y="86489"/>
                </a:lnTo>
                <a:lnTo>
                  <a:pt x="0" y="95194"/>
                </a:lnTo>
                <a:lnTo>
                  <a:pt x="2385" y="107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63939" y="4943808"/>
            <a:ext cx="488477" cy="874057"/>
          </a:xfrm>
          <a:custGeom>
            <a:avLst/>
            <a:gdLst/>
            <a:ahLst/>
            <a:cxnLst/>
            <a:rect l="l" t="t" r="r" b="b"/>
            <a:pathLst>
              <a:path w="488477" h="874057">
                <a:moveTo>
                  <a:pt x="194114" y="770755"/>
                </a:moveTo>
                <a:lnTo>
                  <a:pt x="195717" y="633451"/>
                </a:lnTo>
                <a:lnTo>
                  <a:pt x="195717" y="492439"/>
                </a:lnTo>
                <a:lnTo>
                  <a:pt x="184605" y="333445"/>
                </a:lnTo>
                <a:lnTo>
                  <a:pt x="188309" y="233209"/>
                </a:lnTo>
                <a:lnTo>
                  <a:pt x="192013" y="201755"/>
                </a:lnTo>
                <a:lnTo>
                  <a:pt x="229102" y="352060"/>
                </a:lnTo>
                <a:lnTo>
                  <a:pt x="262487" y="514758"/>
                </a:lnTo>
                <a:lnTo>
                  <a:pt x="284661" y="607444"/>
                </a:lnTo>
                <a:lnTo>
                  <a:pt x="299477" y="770755"/>
                </a:lnTo>
                <a:lnTo>
                  <a:pt x="320466" y="863564"/>
                </a:lnTo>
                <a:lnTo>
                  <a:pt x="341554" y="864873"/>
                </a:lnTo>
                <a:lnTo>
                  <a:pt x="362543" y="866665"/>
                </a:lnTo>
                <a:lnTo>
                  <a:pt x="383532" y="869766"/>
                </a:lnTo>
                <a:lnTo>
                  <a:pt x="411336" y="872867"/>
                </a:lnTo>
                <a:lnTo>
                  <a:pt x="430399" y="874057"/>
                </a:lnTo>
                <a:lnTo>
                  <a:pt x="449611" y="870364"/>
                </a:lnTo>
                <a:lnTo>
                  <a:pt x="451102" y="869766"/>
                </a:lnTo>
                <a:lnTo>
                  <a:pt x="468081" y="862967"/>
                </a:lnTo>
                <a:lnTo>
                  <a:pt x="474896" y="857358"/>
                </a:lnTo>
                <a:lnTo>
                  <a:pt x="482255" y="852469"/>
                </a:lnTo>
                <a:lnTo>
                  <a:pt x="488477" y="846263"/>
                </a:lnTo>
                <a:lnTo>
                  <a:pt x="477958" y="735564"/>
                </a:lnTo>
                <a:lnTo>
                  <a:pt x="450796" y="582158"/>
                </a:lnTo>
                <a:lnTo>
                  <a:pt x="435980" y="463949"/>
                </a:lnTo>
                <a:lnTo>
                  <a:pt x="391717" y="233209"/>
                </a:lnTo>
                <a:lnTo>
                  <a:pt x="384717" y="196719"/>
                </a:lnTo>
                <a:lnTo>
                  <a:pt x="362543" y="0"/>
                </a:lnTo>
                <a:lnTo>
                  <a:pt x="273598" y="16146"/>
                </a:lnTo>
                <a:lnTo>
                  <a:pt x="189642" y="21034"/>
                </a:lnTo>
                <a:lnTo>
                  <a:pt x="91364" y="16146"/>
                </a:lnTo>
                <a:lnTo>
                  <a:pt x="18470" y="0"/>
                </a:lnTo>
                <a:lnTo>
                  <a:pt x="3703" y="262934"/>
                </a:lnTo>
                <a:lnTo>
                  <a:pt x="7407" y="473824"/>
                </a:lnTo>
                <a:lnTo>
                  <a:pt x="14815" y="555554"/>
                </a:lnTo>
                <a:lnTo>
                  <a:pt x="25878" y="644665"/>
                </a:lnTo>
                <a:lnTo>
                  <a:pt x="18470" y="729959"/>
                </a:lnTo>
                <a:lnTo>
                  <a:pt x="0" y="800455"/>
                </a:lnTo>
                <a:lnTo>
                  <a:pt x="9778" y="811669"/>
                </a:lnTo>
                <a:lnTo>
                  <a:pt x="19112" y="819066"/>
                </a:lnTo>
                <a:lnTo>
                  <a:pt x="33878" y="825865"/>
                </a:lnTo>
                <a:lnTo>
                  <a:pt x="48052" y="832071"/>
                </a:lnTo>
                <a:lnTo>
                  <a:pt x="66078" y="838273"/>
                </a:lnTo>
                <a:lnTo>
                  <a:pt x="85141" y="842569"/>
                </a:lnTo>
                <a:lnTo>
                  <a:pt x="99364" y="845670"/>
                </a:lnTo>
                <a:lnTo>
                  <a:pt x="107050" y="846740"/>
                </a:lnTo>
                <a:lnTo>
                  <a:pt x="117341" y="848173"/>
                </a:lnTo>
                <a:lnTo>
                  <a:pt x="126788" y="850004"/>
                </a:lnTo>
                <a:lnTo>
                  <a:pt x="139515" y="852469"/>
                </a:lnTo>
                <a:lnTo>
                  <a:pt x="163616" y="858074"/>
                </a:lnTo>
                <a:lnTo>
                  <a:pt x="172950" y="859866"/>
                </a:lnTo>
                <a:lnTo>
                  <a:pt x="176604" y="848771"/>
                </a:lnTo>
                <a:lnTo>
                  <a:pt x="183419" y="827657"/>
                </a:lnTo>
                <a:lnTo>
                  <a:pt x="188901" y="811669"/>
                </a:lnTo>
                <a:lnTo>
                  <a:pt x="193889" y="789958"/>
                </a:lnTo>
                <a:lnTo>
                  <a:pt x="194114" y="770755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63939" y="4943808"/>
            <a:ext cx="488477" cy="874057"/>
          </a:xfrm>
          <a:custGeom>
            <a:avLst/>
            <a:gdLst/>
            <a:ahLst/>
            <a:cxnLst/>
            <a:rect l="l" t="t" r="r" b="b"/>
            <a:pathLst>
              <a:path w="488477" h="874057">
                <a:moveTo>
                  <a:pt x="384717" y="196719"/>
                </a:moveTo>
                <a:lnTo>
                  <a:pt x="391717" y="233209"/>
                </a:lnTo>
                <a:lnTo>
                  <a:pt x="435980" y="463949"/>
                </a:lnTo>
                <a:lnTo>
                  <a:pt x="450796" y="582158"/>
                </a:lnTo>
                <a:lnTo>
                  <a:pt x="477958" y="735564"/>
                </a:lnTo>
                <a:lnTo>
                  <a:pt x="488477" y="846263"/>
                </a:lnTo>
                <a:lnTo>
                  <a:pt x="482255" y="852469"/>
                </a:lnTo>
                <a:lnTo>
                  <a:pt x="474896" y="857358"/>
                </a:lnTo>
                <a:lnTo>
                  <a:pt x="468081" y="862967"/>
                </a:lnTo>
                <a:lnTo>
                  <a:pt x="451102" y="869766"/>
                </a:lnTo>
                <a:lnTo>
                  <a:pt x="449611" y="870364"/>
                </a:lnTo>
                <a:lnTo>
                  <a:pt x="430399" y="874057"/>
                </a:lnTo>
                <a:lnTo>
                  <a:pt x="411336" y="872867"/>
                </a:lnTo>
                <a:lnTo>
                  <a:pt x="383532" y="869766"/>
                </a:lnTo>
                <a:lnTo>
                  <a:pt x="362543" y="866665"/>
                </a:lnTo>
                <a:lnTo>
                  <a:pt x="341554" y="864873"/>
                </a:lnTo>
                <a:lnTo>
                  <a:pt x="320466" y="863564"/>
                </a:lnTo>
                <a:lnTo>
                  <a:pt x="299477" y="770755"/>
                </a:lnTo>
                <a:lnTo>
                  <a:pt x="284661" y="607444"/>
                </a:lnTo>
                <a:lnTo>
                  <a:pt x="262487" y="514758"/>
                </a:lnTo>
                <a:lnTo>
                  <a:pt x="229102" y="352060"/>
                </a:lnTo>
                <a:lnTo>
                  <a:pt x="192013" y="201755"/>
                </a:lnTo>
                <a:lnTo>
                  <a:pt x="188309" y="233209"/>
                </a:lnTo>
                <a:lnTo>
                  <a:pt x="184605" y="333445"/>
                </a:lnTo>
                <a:lnTo>
                  <a:pt x="195717" y="492439"/>
                </a:lnTo>
                <a:lnTo>
                  <a:pt x="195717" y="633451"/>
                </a:lnTo>
                <a:lnTo>
                  <a:pt x="194114" y="770755"/>
                </a:lnTo>
                <a:lnTo>
                  <a:pt x="193889" y="789958"/>
                </a:lnTo>
                <a:lnTo>
                  <a:pt x="188901" y="811669"/>
                </a:lnTo>
                <a:lnTo>
                  <a:pt x="183419" y="827657"/>
                </a:lnTo>
                <a:lnTo>
                  <a:pt x="176604" y="848771"/>
                </a:lnTo>
                <a:lnTo>
                  <a:pt x="172950" y="859866"/>
                </a:lnTo>
                <a:lnTo>
                  <a:pt x="163616" y="858074"/>
                </a:lnTo>
                <a:lnTo>
                  <a:pt x="139515" y="852469"/>
                </a:lnTo>
                <a:lnTo>
                  <a:pt x="126788" y="850004"/>
                </a:lnTo>
                <a:lnTo>
                  <a:pt x="117341" y="848173"/>
                </a:lnTo>
                <a:lnTo>
                  <a:pt x="107050" y="846740"/>
                </a:lnTo>
                <a:lnTo>
                  <a:pt x="99364" y="845670"/>
                </a:lnTo>
                <a:lnTo>
                  <a:pt x="85141" y="842569"/>
                </a:lnTo>
                <a:lnTo>
                  <a:pt x="66078" y="838273"/>
                </a:lnTo>
                <a:lnTo>
                  <a:pt x="48052" y="832071"/>
                </a:lnTo>
                <a:lnTo>
                  <a:pt x="33878" y="825865"/>
                </a:lnTo>
                <a:lnTo>
                  <a:pt x="19112" y="819066"/>
                </a:lnTo>
                <a:lnTo>
                  <a:pt x="9778" y="811669"/>
                </a:lnTo>
                <a:lnTo>
                  <a:pt x="0" y="800455"/>
                </a:lnTo>
                <a:lnTo>
                  <a:pt x="18470" y="729959"/>
                </a:lnTo>
                <a:lnTo>
                  <a:pt x="25878" y="644665"/>
                </a:lnTo>
                <a:lnTo>
                  <a:pt x="14815" y="555554"/>
                </a:lnTo>
                <a:lnTo>
                  <a:pt x="7407" y="473824"/>
                </a:lnTo>
                <a:lnTo>
                  <a:pt x="3703" y="262934"/>
                </a:lnTo>
                <a:lnTo>
                  <a:pt x="18470" y="0"/>
                </a:lnTo>
                <a:lnTo>
                  <a:pt x="91364" y="16146"/>
                </a:lnTo>
                <a:lnTo>
                  <a:pt x="189642" y="21034"/>
                </a:lnTo>
                <a:lnTo>
                  <a:pt x="273598" y="16146"/>
                </a:lnTo>
                <a:lnTo>
                  <a:pt x="362543" y="0"/>
                </a:lnTo>
                <a:lnTo>
                  <a:pt x="384717" y="196719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30395" y="4335232"/>
            <a:ext cx="477948" cy="744116"/>
          </a:xfrm>
          <a:custGeom>
            <a:avLst/>
            <a:gdLst/>
            <a:ahLst/>
            <a:cxnLst/>
            <a:rect l="l" t="t" r="r" b="b"/>
            <a:pathLst>
              <a:path w="477948" h="744116">
                <a:moveTo>
                  <a:pt x="597" y="340209"/>
                </a:moveTo>
                <a:lnTo>
                  <a:pt x="2503" y="355566"/>
                </a:lnTo>
                <a:lnTo>
                  <a:pt x="5486" y="368601"/>
                </a:lnTo>
                <a:lnTo>
                  <a:pt x="64157" y="386575"/>
                </a:lnTo>
                <a:lnTo>
                  <a:pt x="88964" y="398277"/>
                </a:lnTo>
                <a:lnTo>
                  <a:pt x="104945" y="407609"/>
                </a:lnTo>
                <a:lnTo>
                  <a:pt x="113439" y="412208"/>
                </a:lnTo>
                <a:lnTo>
                  <a:pt x="118536" y="414966"/>
                </a:lnTo>
                <a:lnTo>
                  <a:pt x="127983" y="418996"/>
                </a:lnTo>
                <a:lnTo>
                  <a:pt x="130344" y="420003"/>
                </a:lnTo>
                <a:lnTo>
                  <a:pt x="147634" y="424891"/>
                </a:lnTo>
                <a:lnTo>
                  <a:pt x="168008" y="430709"/>
                </a:lnTo>
                <a:lnTo>
                  <a:pt x="182219" y="434767"/>
                </a:lnTo>
                <a:lnTo>
                  <a:pt x="230958" y="445729"/>
                </a:lnTo>
                <a:lnTo>
                  <a:pt x="240179" y="447802"/>
                </a:lnTo>
                <a:lnTo>
                  <a:pt x="282873" y="455209"/>
                </a:lnTo>
                <a:lnTo>
                  <a:pt x="293343" y="452098"/>
                </a:lnTo>
                <a:lnTo>
                  <a:pt x="297296" y="447802"/>
                </a:lnTo>
                <a:lnTo>
                  <a:pt x="300158" y="444692"/>
                </a:lnTo>
                <a:lnTo>
                  <a:pt x="305048" y="432890"/>
                </a:lnTo>
                <a:lnTo>
                  <a:pt x="318629" y="403313"/>
                </a:lnTo>
                <a:lnTo>
                  <a:pt x="321740" y="421781"/>
                </a:lnTo>
                <a:lnTo>
                  <a:pt x="324851" y="469380"/>
                </a:lnTo>
                <a:lnTo>
                  <a:pt x="322925" y="506611"/>
                </a:lnTo>
                <a:lnTo>
                  <a:pt x="318629" y="525670"/>
                </a:lnTo>
                <a:lnTo>
                  <a:pt x="318036" y="546063"/>
                </a:lnTo>
                <a:lnTo>
                  <a:pt x="318036" y="565913"/>
                </a:lnTo>
                <a:lnTo>
                  <a:pt x="315567" y="590108"/>
                </a:lnTo>
                <a:lnTo>
                  <a:pt x="310678" y="612278"/>
                </a:lnTo>
                <a:lnTo>
                  <a:pt x="297047" y="677901"/>
                </a:lnTo>
                <a:lnTo>
                  <a:pt x="299380" y="680678"/>
                </a:lnTo>
                <a:lnTo>
                  <a:pt x="306381" y="689011"/>
                </a:lnTo>
                <a:lnTo>
                  <a:pt x="314941" y="694804"/>
                </a:lnTo>
                <a:lnTo>
                  <a:pt x="319221" y="697701"/>
                </a:lnTo>
                <a:lnTo>
                  <a:pt x="326906" y="700664"/>
                </a:lnTo>
                <a:lnTo>
                  <a:pt x="338433" y="705108"/>
                </a:lnTo>
                <a:lnTo>
                  <a:pt x="358236" y="709403"/>
                </a:lnTo>
                <a:lnTo>
                  <a:pt x="367570" y="712658"/>
                </a:lnTo>
                <a:lnTo>
                  <a:pt x="374237" y="714983"/>
                </a:lnTo>
                <a:lnTo>
                  <a:pt x="378968" y="716620"/>
                </a:lnTo>
                <a:lnTo>
                  <a:pt x="392214" y="721205"/>
                </a:lnTo>
                <a:lnTo>
                  <a:pt x="408215" y="727426"/>
                </a:lnTo>
                <a:lnTo>
                  <a:pt x="426093" y="732907"/>
                </a:lnTo>
                <a:lnTo>
                  <a:pt x="449008" y="739820"/>
                </a:lnTo>
                <a:lnTo>
                  <a:pt x="477948" y="744116"/>
                </a:lnTo>
                <a:lnTo>
                  <a:pt x="464367" y="657508"/>
                </a:lnTo>
                <a:lnTo>
                  <a:pt x="459478" y="629610"/>
                </a:lnTo>
                <a:lnTo>
                  <a:pt x="456959" y="612871"/>
                </a:lnTo>
                <a:lnTo>
                  <a:pt x="456367" y="594404"/>
                </a:lnTo>
                <a:lnTo>
                  <a:pt x="454589" y="554803"/>
                </a:lnTo>
                <a:lnTo>
                  <a:pt x="455774" y="499797"/>
                </a:lnTo>
                <a:lnTo>
                  <a:pt x="465108" y="359269"/>
                </a:lnTo>
                <a:lnTo>
                  <a:pt x="459478" y="140379"/>
                </a:lnTo>
                <a:lnTo>
                  <a:pt x="437896" y="20392"/>
                </a:lnTo>
                <a:lnTo>
                  <a:pt x="381596" y="10467"/>
                </a:lnTo>
                <a:lnTo>
                  <a:pt x="361940" y="6073"/>
                </a:lnTo>
                <a:lnTo>
                  <a:pt x="348359" y="1777"/>
                </a:lnTo>
                <a:lnTo>
                  <a:pt x="339618" y="0"/>
                </a:lnTo>
                <a:lnTo>
                  <a:pt x="329148" y="0"/>
                </a:lnTo>
                <a:lnTo>
                  <a:pt x="320555" y="1185"/>
                </a:lnTo>
                <a:lnTo>
                  <a:pt x="311863" y="3653"/>
                </a:lnTo>
                <a:lnTo>
                  <a:pt x="302677" y="7949"/>
                </a:lnTo>
                <a:lnTo>
                  <a:pt x="293343" y="15356"/>
                </a:lnTo>
                <a:lnTo>
                  <a:pt x="284651" y="25281"/>
                </a:lnTo>
                <a:lnTo>
                  <a:pt x="279762" y="34564"/>
                </a:lnTo>
                <a:lnTo>
                  <a:pt x="276651" y="47550"/>
                </a:lnTo>
                <a:lnTo>
                  <a:pt x="276651" y="64881"/>
                </a:lnTo>
                <a:lnTo>
                  <a:pt x="273589" y="87792"/>
                </a:lnTo>
                <a:lnTo>
                  <a:pt x="263662" y="137268"/>
                </a:lnTo>
                <a:lnTo>
                  <a:pt x="234095" y="259774"/>
                </a:lnTo>
                <a:lnTo>
                  <a:pt x="229684" y="276512"/>
                </a:lnTo>
                <a:lnTo>
                  <a:pt x="216088" y="278290"/>
                </a:lnTo>
                <a:lnTo>
                  <a:pt x="197603" y="278290"/>
                </a:lnTo>
                <a:lnTo>
                  <a:pt x="183415" y="277698"/>
                </a:lnTo>
                <a:lnTo>
                  <a:pt x="163616" y="274587"/>
                </a:lnTo>
                <a:lnTo>
                  <a:pt x="130344" y="261008"/>
                </a:lnTo>
                <a:lnTo>
                  <a:pt x="56764" y="234986"/>
                </a:lnTo>
                <a:lnTo>
                  <a:pt x="45677" y="236862"/>
                </a:lnTo>
                <a:lnTo>
                  <a:pt x="35182" y="241158"/>
                </a:lnTo>
                <a:lnTo>
                  <a:pt x="24090" y="247972"/>
                </a:lnTo>
                <a:lnTo>
                  <a:pt x="16697" y="255379"/>
                </a:lnTo>
                <a:lnTo>
                  <a:pt x="9896" y="266588"/>
                </a:lnTo>
                <a:lnTo>
                  <a:pt x="5486" y="278883"/>
                </a:lnTo>
                <a:lnTo>
                  <a:pt x="1787" y="295572"/>
                </a:lnTo>
                <a:lnTo>
                  <a:pt x="597" y="309200"/>
                </a:lnTo>
                <a:lnTo>
                  <a:pt x="0" y="323470"/>
                </a:lnTo>
                <a:lnTo>
                  <a:pt x="597" y="340209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30395" y="4335232"/>
            <a:ext cx="477948" cy="744116"/>
          </a:xfrm>
          <a:custGeom>
            <a:avLst/>
            <a:gdLst/>
            <a:ahLst/>
            <a:cxnLst/>
            <a:rect l="l" t="t" r="r" b="b"/>
            <a:pathLst>
              <a:path w="477948" h="744116">
                <a:moveTo>
                  <a:pt x="348359" y="1777"/>
                </a:moveTo>
                <a:lnTo>
                  <a:pt x="361940" y="6073"/>
                </a:lnTo>
                <a:lnTo>
                  <a:pt x="381596" y="10467"/>
                </a:lnTo>
                <a:lnTo>
                  <a:pt x="437896" y="20392"/>
                </a:lnTo>
                <a:lnTo>
                  <a:pt x="459478" y="140379"/>
                </a:lnTo>
                <a:lnTo>
                  <a:pt x="465108" y="359269"/>
                </a:lnTo>
                <a:lnTo>
                  <a:pt x="455774" y="499797"/>
                </a:lnTo>
                <a:lnTo>
                  <a:pt x="454589" y="554803"/>
                </a:lnTo>
                <a:lnTo>
                  <a:pt x="456367" y="594404"/>
                </a:lnTo>
                <a:lnTo>
                  <a:pt x="456959" y="612871"/>
                </a:lnTo>
                <a:lnTo>
                  <a:pt x="459478" y="629610"/>
                </a:lnTo>
                <a:lnTo>
                  <a:pt x="464367" y="657508"/>
                </a:lnTo>
                <a:lnTo>
                  <a:pt x="477948" y="744116"/>
                </a:lnTo>
                <a:lnTo>
                  <a:pt x="449008" y="739820"/>
                </a:lnTo>
                <a:lnTo>
                  <a:pt x="426093" y="732907"/>
                </a:lnTo>
                <a:lnTo>
                  <a:pt x="408215" y="727426"/>
                </a:lnTo>
                <a:lnTo>
                  <a:pt x="392214" y="721205"/>
                </a:lnTo>
                <a:lnTo>
                  <a:pt x="378968" y="716620"/>
                </a:lnTo>
                <a:lnTo>
                  <a:pt x="374237" y="714983"/>
                </a:lnTo>
                <a:lnTo>
                  <a:pt x="367570" y="712658"/>
                </a:lnTo>
                <a:lnTo>
                  <a:pt x="358236" y="709403"/>
                </a:lnTo>
                <a:lnTo>
                  <a:pt x="338433" y="705108"/>
                </a:lnTo>
                <a:lnTo>
                  <a:pt x="326906" y="700664"/>
                </a:lnTo>
                <a:lnTo>
                  <a:pt x="319221" y="697701"/>
                </a:lnTo>
                <a:lnTo>
                  <a:pt x="314941" y="694804"/>
                </a:lnTo>
                <a:lnTo>
                  <a:pt x="306381" y="689011"/>
                </a:lnTo>
                <a:lnTo>
                  <a:pt x="299380" y="680678"/>
                </a:lnTo>
                <a:lnTo>
                  <a:pt x="297047" y="677901"/>
                </a:lnTo>
                <a:lnTo>
                  <a:pt x="310678" y="612278"/>
                </a:lnTo>
                <a:lnTo>
                  <a:pt x="315567" y="590108"/>
                </a:lnTo>
                <a:lnTo>
                  <a:pt x="318036" y="565913"/>
                </a:lnTo>
                <a:lnTo>
                  <a:pt x="318036" y="546063"/>
                </a:lnTo>
                <a:lnTo>
                  <a:pt x="318629" y="525670"/>
                </a:lnTo>
                <a:lnTo>
                  <a:pt x="322925" y="506611"/>
                </a:lnTo>
                <a:lnTo>
                  <a:pt x="324851" y="469380"/>
                </a:lnTo>
                <a:lnTo>
                  <a:pt x="321740" y="421781"/>
                </a:lnTo>
                <a:lnTo>
                  <a:pt x="318629" y="403313"/>
                </a:lnTo>
                <a:lnTo>
                  <a:pt x="305048" y="432890"/>
                </a:lnTo>
                <a:lnTo>
                  <a:pt x="300158" y="444692"/>
                </a:lnTo>
                <a:lnTo>
                  <a:pt x="297296" y="447802"/>
                </a:lnTo>
                <a:lnTo>
                  <a:pt x="293343" y="452098"/>
                </a:lnTo>
                <a:lnTo>
                  <a:pt x="282873" y="455209"/>
                </a:lnTo>
                <a:lnTo>
                  <a:pt x="240179" y="447802"/>
                </a:lnTo>
                <a:lnTo>
                  <a:pt x="230958" y="445729"/>
                </a:lnTo>
                <a:lnTo>
                  <a:pt x="182219" y="434767"/>
                </a:lnTo>
                <a:lnTo>
                  <a:pt x="168008" y="430709"/>
                </a:lnTo>
                <a:lnTo>
                  <a:pt x="147634" y="424891"/>
                </a:lnTo>
                <a:lnTo>
                  <a:pt x="130344" y="420003"/>
                </a:lnTo>
                <a:lnTo>
                  <a:pt x="127983" y="418996"/>
                </a:lnTo>
                <a:lnTo>
                  <a:pt x="118536" y="414966"/>
                </a:lnTo>
                <a:lnTo>
                  <a:pt x="113439" y="412208"/>
                </a:lnTo>
                <a:lnTo>
                  <a:pt x="104945" y="407609"/>
                </a:lnTo>
                <a:lnTo>
                  <a:pt x="88964" y="398277"/>
                </a:lnTo>
                <a:lnTo>
                  <a:pt x="64157" y="386575"/>
                </a:lnTo>
                <a:lnTo>
                  <a:pt x="5486" y="368601"/>
                </a:lnTo>
                <a:lnTo>
                  <a:pt x="2503" y="355566"/>
                </a:lnTo>
                <a:lnTo>
                  <a:pt x="597" y="340209"/>
                </a:lnTo>
                <a:lnTo>
                  <a:pt x="0" y="323470"/>
                </a:lnTo>
                <a:lnTo>
                  <a:pt x="597" y="309200"/>
                </a:lnTo>
                <a:lnTo>
                  <a:pt x="1787" y="295572"/>
                </a:lnTo>
                <a:lnTo>
                  <a:pt x="5486" y="278883"/>
                </a:lnTo>
                <a:lnTo>
                  <a:pt x="9896" y="266588"/>
                </a:lnTo>
                <a:lnTo>
                  <a:pt x="16697" y="255379"/>
                </a:lnTo>
                <a:lnTo>
                  <a:pt x="24090" y="247972"/>
                </a:lnTo>
                <a:lnTo>
                  <a:pt x="35182" y="241158"/>
                </a:lnTo>
                <a:lnTo>
                  <a:pt x="45677" y="236862"/>
                </a:lnTo>
                <a:lnTo>
                  <a:pt x="56764" y="234986"/>
                </a:lnTo>
                <a:lnTo>
                  <a:pt x="130344" y="261008"/>
                </a:lnTo>
                <a:lnTo>
                  <a:pt x="163616" y="274587"/>
                </a:lnTo>
                <a:lnTo>
                  <a:pt x="183415" y="277698"/>
                </a:lnTo>
                <a:lnTo>
                  <a:pt x="197603" y="278290"/>
                </a:lnTo>
                <a:lnTo>
                  <a:pt x="216088" y="278290"/>
                </a:lnTo>
                <a:lnTo>
                  <a:pt x="229684" y="276512"/>
                </a:lnTo>
                <a:lnTo>
                  <a:pt x="234095" y="259774"/>
                </a:lnTo>
                <a:lnTo>
                  <a:pt x="263662" y="137268"/>
                </a:lnTo>
                <a:lnTo>
                  <a:pt x="273589" y="87792"/>
                </a:lnTo>
                <a:lnTo>
                  <a:pt x="276651" y="64881"/>
                </a:lnTo>
                <a:lnTo>
                  <a:pt x="276651" y="47550"/>
                </a:lnTo>
                <a:lnTo>
                  <a:pt x="279762" y="34564"/>
                </a:lnTo>
                <a:lnTo>
                  <a:pt x="284651" y="25281"/>
                </a:lnTo>
                <a:lnTo>
                  <a:pt x="293343" y="15356"/>
                </a:lnTo>
                <a:lnTo>
                  <a:pt x="302677" y="7949"/>
                </a:lnTo>
                <a:lnTo>
                  <a:pt x="311863" y="3653"/>
                </a:lnTo>
                <a:lnTo>
                  <a:pt x="320555" y="1185"/>
                </a:lnTo>
                <a:lnTo>
                  <a:pt x="329148" y="0"/>
                </a:lnTo>
                <a:lnTo>
                  <a:pt x="339618" y="0"/>
                </a:lnTo>
                <a:lnTo>
                  <a:pt x="348359" y="1777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552729" y="4534321"/>
            <a:ext cx="51904" cy="199780"/>
          </a:xfrm>
          <a:custGeom>
            <a:avLst/>
            <a:gdLst/>
            <a:ahLst/>
            <a:cxnLst/>
            <a:rect l="l" t="t" r="r" b="b"/>
            <a:pathLst>
              <a:path w="51904" h="199780">
                <a:moveTo>
                  <a:pt x="0" y="199780"/>
                </a:moveTo>
                <a:lnTo>
                  <a:pt x="18618" y="133565"/>
                </a:lnTo>
                <a:lnTo>
                  <a:pt x="37088" y="66807"/>
                </a:lnTo>
                <a:lnTo>
                  <a:pt x="33385" y="11208"/>
                </a:lnTo>
                <a:lnTo>
                  <a:pt x="51904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61389" y="4612338"/>
            <a:ext cx="43188" cy="40785"/>
          </a:xfrm>
          <a:custGeom>
            <a:avLst/>
            <a:gdLst/>
            <a:ahLst/>
            <a:cxnLst/>
            <a:rect l="l" t="t" r="r" b="b"/>
            <a:pathLst>
              <a:path w="43188" h="40785">
                <a:moveTo>
                  <a:pt x="0" y="1185"/>
                </a:moveTo>
                <a:lnTo>
                  <a:pt x="20391" y="0"/>
                </a:lnTo>
                <a:lnTo>
                  <a:pt x="31483" y="4888"/>
                </a:lnTo>
                <a:lnTo>
                  <a:pt x="39484" y="14763"/>
                </a:lnTo>
                <a:lnTo>
                  <a:pt x="43188" y="29675"/>
                </a:lnTo>
                <a:lnTo>
                  <a:pt x="42595" y="40785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606510" y="4356217"/>
            <a:ext cx="100056" cy="577714"/>
          </a:xfrm>
          <a:custGeom>
            <a:avLst/>
            <a:gdLst/>
            <a:ahLst/>
            <a:cxnLst/>
            <a:rect l="l" t="t" r="r" b="b"/>
            <a:pathLst>
              <a:path w="100056" h="577714">
                <a:moveTo>
                  <a:pt x="46274" y="107593"/>
                </a:moveTo>
                <a:lnTo>
                  <a:pt x="14815" y="150304"/>
                </a:lnTo>
                <a:lnTo>
                  <a:pt x="32100" y="193608"/>
                </a:lnTo>
                <a:lnTo>
                  <a:pt x="38866" y="212223"/>
                </a:lnTo>
                <a:lnTo>
                  <a:pt x="44496" y="231875"/>
                </a:lnTo>
                <a:lnTo>
                  <a:pt x="49386" y="256712"/>
                </a:lnTo>
                <a:lnTo>
                  <a:pt x="58670" y="314780"/>
                </a:lnTo>
                <a:lnTo>
                  <a:pt x="62967" y="347023"/>
                </a:lnTo>
                <a:lnTo>
                  <a:pt x="65485" y="380402"/>
                </a:lnTo>
                <a:lnTo>
                  <a:pt x="66671" y="405832"/>
                </a:lnTo>
                <a:lnTo>
                  <a:pt x="66671" y="476293"/>
                </a:lnTo>
                <a:lnTo>
                  <a:pt x="68004" y="495501"/>
                </a:lnTo>
                <a:lnTo>
                  <a:pt x="70967" y="520831"/>
                </a:lnTo>
                <a:lnTo>
                  <a:pt x="79067" y="577714"/>
                </a:lnTo>
                <a:lnTo>
                  <a:pt x="88993" y="440988"/>
                </a:lnTo>
                <a:lnTo>
                  <a:pt x="92055" y="405832"/>
                </a:lnTo>
                <a:lnTo>
                  <a:pt x="96352" y="355714"/>
                </a:lnTo>
                <a:lnTo>
                  <a:pt x="98179" y="329099"/>
                </a:lnTo>
                <a:lnTo>
                  <a:pt x="99463" y="303127"/>
                </a:lnTo>
                <a:lnTo>
                  <a:pt x="99463" y="269106"/>
                </a:lnTo>
                <a:lnTo>
                  <a:pt x="100056" y="230690"/>
                </a:lnTo>
                <a:lnTo>
                  <a:pt x="100056" y="193015"/>
                </a:lnTo>
                <a:lnTo>
                  <a:pt x="99463" y="170104"/>
                </a:lnTo>
                <a:lnTo>
                  <a:pt x="96944" y="131096"/>
                </a:lnTo>
                <a:lnTo>
                  <a:pt x="95759" y="110703"/>
                </a:lnTo>
                <a:lnTo>
                  <a:pt x="92648" y="87200"/>
                </a:lnTo>
                <a:lnTo>
                  <a:pt x="89586" y="73572"/>
                </a:lnTo>
                <a:lnTo>
                  <a:pt x="85882" y="58808"/>
                </a:lnTo>
                <a:lnTo>
                  <a:pt x="82178" y="47007"/>
                </a:lnTo>
                <a:lnTo>
                  <a:pt x="78474" y="35156"/>
                </a:lnTo>
                <a:lnTo>
                  <a:pt x="61189" y="0"/>
                </a:lnTo>
                <a:lnTo>
                  <a:pt x="45682" y="38267"/>
                </a:lnTo>
                <a:lnTo>
                  <a:pt x="39459" y="52586"/>
                </a:lnTo>
                <a:lnTo>
                  <a:pt x="33385" y="64881"/>
                </a:lnTo>
                <a:lnTo>
                  <a:pt x="24753" y="77275"/>
                </a:lnTo>
                <a:lnTo>
                  <a:pt x="22174" y="80978"/>
                </a:lnTo>
                <a:lnTo>
                  <a:pt x="19496" y="84089"/>
                </a:lnTo>
                <a:lnTo>
                  <a:pt x="13630" y="90903"/>
                </a:lnTo>
                <a:lnTo>
                  <a:pt x="3407" y="102087"/>
                </a:lnTo>
                <a:lnTo>
                  <a:pt x="0" y="105815"/>
                </a:lnTo>
                <a:lnTo>
                  <a:pt x="46274" y="107593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606510" y="4356217"/>
            <a:ext cx="100056" cy="577714"/>
          </a:xfrm>
          <a:custGeom>
            <a:avLst/>
            <a:gdLst/>
            <a:ahLst/>
            <a:cxnLst/>
            <a:rect l="l" t="t" r="r" b="b"/>
            <a:pathLst>
              <a:path w="100056" h="577714">
                <a:moveTo>
                  <a:pt x="78474" y="35156"/>
                </a:moveTo>
                <a:lnTo>
                  <a:pt x="82178" y="47007"/>
                </a:lnTo>
                <a:lnTo>
                  <a:pt x="85882" y="58808"/>
                </a:lnTo>
                <a:lnTo>
                  <a:pt x="89586" y="73572"/>
                </a:lnTo>
                <a:lnTo>
                  <a:pt x="92648" y="87200"/>
                </a:lnTo>
                <a:lnTo>
                  <a:pt x="95759" y="110703"/>
                </a:lnTo>
                <a:lnTo>
                  <a:pt x="96944" y="131096"/>
                </a:lnTo>
                <a:lnTo>
                  <a:pt x="99463" y="170104"/>
                </a:lnTo>
                <a:lnTo>
                  <a:pt x="100056" y="193015"/>
                </a:lnTo>
                <a:lnTo>
                  <a:pt x="100056" y="230690"/>
                </a:lnTo>
                <a:lnTo>
                  <a:pt x="99463" y="269106"/>
                </a:lnTo>
                <a:lnTo>
                  <a:pt x="99463" y="303127"/>
                </a:lnTo>
                <a:lnTo>
                  <a:pt x="98179" y="329099"/>
                </a:lnTo>
                <a:lnTo>
                  <a:pt x="96352" y="355714"/>
                </a:lnTo>
                <a:lnTo>
                  <a:pt x="92055" y="405832"/>
                </a:lnTo>
                <a:lnTo>
                  <a:pt x="88993" y="440988"/>
                </a:lnTo>
                <a:lnTo>
                  <a:pt x="79067" y="577714"/>
                </a:lnTo>
                <a:lnTo>
                  <a:pt x="70967" y="520831"/>
                </a:lnTo>
                <a:lnTo>
                  <a:pt x="68004" y="495501"/>
                </a:lnTo>
                <a:lnTo>
                  <a:pt x="66671" y="476293"/>
                </a:lnTo>
                <a:lnTo>
                  <a:pt x="66671" y="405832"/>
                </a:lnTo>
                <a:lnTo>
                  <a:pt x="65485" y="380402"/>
                </a:lnTo>
                <a:lnTo>
                  <a:pt x="62967" y="347023"/>
                </a:lnTo>
                <a:lnTo>
                  <a:pt x="58670" y="314780"/>
                </a:lnTo>
                <a:lnTo>
                  <a:pt x="49386" y="256712"/>
                </a:lnTo>
                <a:lnTo>
                  <a:pt x="44496" y="231875"/>
                </a:lnTo>
                <a:lnTo>
                  <a:pt x="38866" y="212223"/>
                </a:lnTo>
                <a:lnTo>
                  <a:pt x="32100" y="193608"/>
                </a:lnTo>
                <a:lnTo>
                  <a:pt x="14815" y="150304"/>
                </a:lnTo>
                <a:lnTo>
                  <a:pt x="46274" y="107593"/>
                </a:lnTo>
                <a:lnTo>
                  <a:pt x="0" y="105815"/>
                </a:lnTo>
                <a:lnTo>
                  <a:pt x="3407" y="102087"/>
                </a:lnTo>
                <a:lnTo>
                  <a:pt x="13630" y="90903"/>
                </a:lnTo>
                <a:lnTo>
                  <a:pt x="19496" y="84089"/>
                </a:lnTo>
                <a:lnTo>
                  <a:pt x="22174" y="80978"/>
                </a:lnTo>
                <a:lnTo>
                  <a:pt x="24753" y="77275"/>
                </a:lnTo>
                <a:lnTo>
                  <a:pt x="33385" y="64881"/>
                </a:lnTo>
                <a:lnTo>
                  <a:pt x="39459" y="52586"/>
                </a:lnTo>
                <a:lnTo>
                  <a:pt x="45682" y="38267"/>
                </a:lnTo>
                <a:lnTo>
                  <a:pt x="61189" y="0"/>
                </a:lnTo>
                <a:lnTo>
                  <a:pt x="78474" y="35156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707752" y="4405101"/>
            <a:ext cx="77881" cy="580232"/>
          </a:xfrm>
          <a:custGeom>
            <a:avLst/>
            <a:gdLst/>
            <a:ahLst/>
            <a:cxnLst/>
            <a:rect l="l" t="t" r="r" b="b"/>
            <a:pathLst>
              <a:path w="77881" h="580232">
                <a:moveTo>
                  <a:pt x="63115" y="74214"/>
                </a:moveTo>
                <a:lnTo>
                  <a:pt x="44496" y="0"/>
                </a:lnTo>
                <a:lnTo>
                  <a:pt x="24693" y="0"/>
                </a:lnTo>
                <a:lnTo>
                  <a:pt x="11803" y="83497"/>
                </a:lnTo>
                <a:lnTo>
                  <a:pt x="2518" y="192917"/>
                </a:lnTo>
                <a:lnTo>
                  <a:pt x="4444" y="415016"/>
                </a:lnTo>
                <a:lnTo>
                  <a:pt x="0" y="518906"/>
                </a:lnTo>
                <a:lnTo>
                  <a:pt x="37088" y="580232"/>
                </a:lnTo>
                <a:lnTo>
                  <a:pt x="75363" y="518906"/>
                </a:lnTo>
                <a:lnTo>
                  <a:pt x="74177" y="415016"/>
                </a:lnTo>
                <a:lnTo>
                  <a:pt x="77881" y="191139"/>
                </a:lnTo>
                <a:lnTo>
                  <a:pt x="63115" y="74214"/>
                </a:lnTo>
                <a:close/>
              </a:path>
            </a:pathLst>
          </a:custGeom>
          <a:solidFill>
            <a:srgbClr val="D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707752" y="4405101"/>
            <a:ext cx="77881" cy="580232"/>
          </a:xfrm>
          <a:custGeom>
            <a:avLst/>
            <a:gdLst/>
            <a:ahLst/>
            <a:cxnLst/>
            <a:rect l="l" t="t" r="r" b="b"/>
            <a:pathLst>
              <a:path w="77881" h="580232">
                <a:moveTo>
                  <a:pt x="63115" y="74214"/>
                </a:moveTo>
                <a:lnTo>
                  <a:pt x="77881" y="191139"/>
                </a:lnTo>
                <a:lnTo>
                  <a:pt x="74177" y="415016"/>
                </a:lnTo>
                <a:lnTo>
                  <a:pt x="75363" y="518906"/>
                </a:lnTo>
                <a:lnTo>
                  <a:pt x="37088" y="580232"/>
                </a:lnTo>
                <a:lnTo>
                  <a:pt x="0" y="518906"/>
                </a:lnTo>
                <a:lnTo>
                  <a:pt x="4444" y="415016"/>
                </a:lnTo>
                <a:lnTo>
                  <a:pt x="2518" y="192917"/>
                </a:lnTo>
                <a:lnTo>
                  <a:pt x="11803" y="83497"/>
                </a:lnTo>
                <a:lnTo>
                  <a:pt x="24693" y="0"/>
                </a:lnTo>
                <a:lnTo>
                  <a:pt x="44496" y="0"/>
                </a:lnTo>
                <a:lnTo>
                  <a:pt x="63115" y="74214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718271" y="4366685"/>
            <a:ext cx="46373" cy="40835"/>
          </a:xfrm>
          <a:custGeom>
            <a:avLst/>
            <a:gdLst/>
            <a:ahLst/>
            <a:cxnLst/>
            <a:rect l="l" t="t" r="r" b="b"/>
            <a:pathLst>
              <a:path w="46373" h="40835">
                <a:moveTo>
                  <a:pt x="3231" y="26863"/>
                </a:moveTo>
                <a:lnTo>
                  <a:pt x="11822" y="37335"/>
                </a:lnTo>
                <a:lnTo>
                  <a:pt x="22865" y="40835"/>
                </a:lnTo>
                <a:lnTo>
                  <a:pt x="34972" y="36705"/>
                </a:lnTo>
                <a:lnTo>
                  <a:pt x="42680" y="26863"/>
                </a:lnTo>
                <a:lnTo>
                  <a:pt x="43427" y="25910"/>
                </a:lnTo>
                <a:lnTo>
                  <a:pt x="46373" y="11850"/>
                </a:lnTo>
                <a:lnTo>
                  <a:pt x="45780" y="7406"/>
                </a:lnTo>
                <a:lnTo>
                  <a:pt x="45089" y="3703"/>
                </a:lnTo>
                <a:lnTo>
                  <a:pt x="43854" y="0"/>
                </a:lnTo>
                <a:lnTo>
                  <a:pt x="37799" y="3703"/>
                </a:lnTo>
                <a:lnTo>
                  <a:pt x="23507" y="12443"/>
                </a:lnTo>
                <a:lnTo>
                  <a:pt x="592" y="2518"/>
                </a:lnTo>
                <a:lnTo>
                  <a:pt x="0" y="5629"/>
                </a:lnTo>
                <a:lnTo>
                  <a:pt x="0" y="11850"/>
                </a:lnTo>
                <a:lnTo>
                  <a:pt x="3231" y="26863"/>
                </a:lnTo>
                <a:close/>
              </a:path>
            </a:pathLst>
          </a:custGeom>
          <a:solidFill>
            <a:srgbClr val="D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718271" y="4366685"/>
            <a:ext cx="46373" cy="40835"/>
          </a:xfrm>
          <a:custGeom>
            <a:avLst/>
            <a:gdLst/>
            <a:ahLst/>
            <a:cxnLst/>
            <a:rect l="l" t="t" r="r" b="b"/>
            <a:pathLst>
              <a:path w="46373" h="40835">
                <a:moveTo>
                  <a:pt x="45089" y="3703"/>
                </a:moveTo>
                <a:lnTo>
                  <a:pt x="45780" y="7406"/>
                </a:lnTo>
                <a:lnTo>
                  <a:pt x="46373" y="11850"/>
                </a:lnTo>
                <a:lnTo>
                  <a:pt x="43427" y="25910"/>
                </a:lnTo>
                <a:lnTo>
                  <a:pt x="42680" y="26863"/>
                </a:lnTo>
                <a:lnTo>
                  <a:pt x="34972" y="36705"/>
                </a:lnTo>
                <a:lnTo>
                  <a:pt x="22865" y="40835"/>
                </a:lnTo>
                <a:lnTo>
                  <a:pt x="11822" y="37335"/>
                </a:lnTo>
                <a:lnTo>
                  <a:pt x="3231" y="26863"/>
                </a:lnTo>
                <a:lnTo>
                  <a:pt x="0" y="11850"/>
                </a:lnTo>
                <a:lnTo>
                  <a:pt x="0" y="8739"/>
                </a:lnTo>
                <a:lnTo>
                  <a:pt x="0" y="5629"/>
                </a:lnTo>
                <a:lnTo>
                  <a:pt x="592" y="2518"/>
                </a:lnTo>
                <a:lnTo>
                  <a:pt x="23507" y="12443"/>
                </a:lnTo>
                <a:lnTo>
                  <a:pt x="37799" y="3703"/>
                </a:lnTo>
                <a:lnTo>
                  <a:pt x="43854" y="0"/>
                </a:lnTo>
                <a:lnTo>
                  <a:pt x="45089" y="3703"/>
                </a:lnTo>
                <a:close/>
              </a:path>
            </a:pathLst>
          </a:custGeom>
          <a:ln w="97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668292" y="4338886"/>
            <a:ext cx="150034" cy="89027"/>
          </a:xfrm>
          <a:custGeom>
            <a:avLst/>
            <a:gdLst/>
            <a:ahLst/>
            <a:cxnLst/>
            <a:rect l="l" t="t" r="r" b="b"/>
            <a:pathLst>
              <a:path w="150034" h="89027">
                <a:moveTo>
                  <a:pt x="42570" y="88434"/>
                </a:moveTo>
                <a:lnTo>
                  <a:pt x="74671" y="40835"/>
                </a:lnTo>
                <a:lnTo>
                  <a:pt x="108056" y="89027"/>
                </a:lnTo>
                <a:lnTo>
                  <a:pt x="150034" y="18516"/>
                </a:lnTo>
                <a:lnTo>
                  <a:pt x="138923" y="0"/>
                </a:lnTo>
                <a:lnTo>
                  <a:pt x="74671" y="38316"/>
                </a:lnTo>
                <a:lnTo>
                  <a:pt x="14173" y="0"/>
                </a:lnTo>
                <a:lnTo>
                  <a:pt x="0" y="17923"/>
                </a:lnTo>
                <a:lnTo>
                  <a:pt x="42570" y="8843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668292" y="4338886"/>
            <a:ext cx="150034" cy="89027"/>
          </a:xfrm>
          <a:custGeom>
            <a:avLst/>
            <a:gdLst/>
            <a:ahLst/>
            <a:cxnLst/>
            <a:rect l="l" t="t" r="r" b="b"/>
            <a:pathLst>
              <a:path w="150034" h="89027">
                <a:moveTo>
                  <a:pt x="74671" y="38316"/>
                </a:moveTo>
                <a:lnTo>
                  <a:pt x="138923" y="0"/>
                </a:lnTo>
                <a:lnTo>
                  <a:pt x="150034" y="18516"/>
                </a:lnTo>
                <a:lnTo>
                  <a:pt x="108056" y="89027"/>
                </a:lnTo>
                <a:lnTo>
                  <a:pt x="74671" y="40835"/>
                </a:lnTo>
                <a:lnTo>
                  <a:pt x="42570" y="88434"/>
                </a:lnTo>
                <a:lnTo>
                  <a:pt x="0" y="17923"/>
                </a:lnTo>
                <a:lnTo>
                  <a:pt x="14173" y="0"/>
                </a:lnTo>
                <a:lnTo>
                  <a:pt x="74671" y="38316"/>
                </a:lnTo>
                <a:close/>
              </a:path>
            </a:pathLst>
          </a:custGeom>
          <a:ln w="97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40292" y="4581329"/>
            <a:ext cx="42575" cy="118209"/>
          </a:xfrm>
          <a:custGeom>
            <a:avLst/>
            <a:gdLst/>
            <a:ahLst/>
            <a:cxnLst/>
            <a:rect l="l" t="t" r="r" b="b"/>
            <a:pathLst>
              <a:path w="42575" h="118209">
                <a:moveTo>
                  <a:pt x="38876" y="11801"/>
                </a:moveTo>
                <a:lnTo>
                  <a:pt x="35182" y="0"/>
                </a:lnTo>
                <a:lnTo>
                  <a:pt x="27789" y="1283"/>
                </a:lnTo>
                <a:lnTo>
                  <a:pt x="19082" y="6764"/>
                </a:lnTo>
                <a:lnTo>
                  <a:pt x="2385" y="59993"/>
                </a:lnTo>
                <a:lnTo>
                  <a:pt x="0" y="84780"/>
                </a:lnTo>
                <a:lnTo>
                  <a:pt x="0" y="94113"/>
                </a:lnTo>
                <a:lnTo>
                  <a:pt x="1195" y="104581"/>
                </a:lnTo>
                <a:lnTo>
                  <a:pt x="1792" y="110802"/>
                </a:lnTo>
                <a:lnTo>
                  <a:pt x="4296" y="118209"/>
                </a:lnTo>
                <a:lnTo>
                  <a:pt x="11092" y="117616"/>
                </a:lnTo>
                <a:lnTo>
                  <a:pt x="19082" y="113913"/>
                </a:lnTo>
                <a:lnTo>
                  <a:pt x="22185" y="110802"/>
                </a:lnTo>
                <a:lnTo>
                  <a:pt x="25878" y="107099"/>
                </a:lnTo>
                <a:lnTo>
                  <a:pt x="27898" y="103099"/>
                </a:lnTo>
                <a:lnTo>
                  <a:pt x="30891" y="97174"/>
                </a:lnTo>
                <a:lnTo>
                  <a:pt x="35182" y="86558"/>
                </a:lnTo>
                <a:lnTo>
                  <a:pt x="39474" y="71202"/>
                </a:lnTo>
                <a:lnTo>
                  <a:pt x="42575" y="56981"/>
                </a:lnTo>
                <a:lnTo>
                  <a:pt x="42575" y="36489"/>
                </a:lnTo>
                <a:lnTo>
                  <a:pt x="40787" y="22269"/>
                </a:lnTo>
                <a:lnTo>
                  <a:pt x="38876" y="11801"/>
                </a:lnTo>
                <a:close/>
              </a:path>
            </a:pathLst>
          </a:custGeom>
          <a:solidFill>
            <a:srgbClr val="1F1F1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40292" y="4581329"/>
            <a:ext cx="42575" cy="118209"/>
          </a:xfrm>
          <a:custGeom>
            <a:avLst/>
            <a:gdLst/>
            <a:ahLst/>
            <a:cxnLst/>
            <a:rect l="l" t="t" r="r" b="b"/>
            <a:pathLst>
              <a:path w="42575" h="118209">
                <a:moveTo>
                  <a:pt x="38876" y="11801"/>
                </a:moveTo>
                <a:lnTo>
                  <a:pt x="40787" y="22269"/>
                </a:lnTo>
                <a:lnTo>
                  <a:pt x="42575" y="36489"/>
                </a:lnTo>
                <a:lnTo>
                  <a:pt x="42575" y="45772"/>
                </a:lnTo>
                <a:lnTo>
                  <a:pt x="42575" y="56981"/>
                </a:lnTo>
                <a:lnTo>
                  <a:pt x="39474" y="71202"/>
                </a:lnTo>
                <a:lnTo>
                  <a:pt x="35182" y="86558"/>
                </a:lnTo>
                <a:lnTo>
                  <a:pt x="30891" y="97174"/>
                </a:lnTo>
                <a:lnTo>
                  <a:pt x="27898" y="103099"/>
                </a:lnTo>
                <a:lnTo>
                  <a:pt x="25878" y="107099"/>
                </a:lnTo>
                <a:lnTo>
                  <a:pt x="22185" y="110802"/>
                </a:lnTo>
                <a:lnTo>
                  <a:pt x="19082" y="113913"/>
                </a:lnTo>
                <a:lnTo>
                  <a:pt x="11092" y="117616"/>
                </a:lnTo>
                <a:lnTo>
                  <a:pt x="4296" y="118209"/>
                </a:lnTo>
                <a:lnTo>
                  <a:pt x="1792" y="110802"/>
                </a:lnTo>
                <a:lnTo>
                  <a:pt x="1195" y="104581"/>
                </a:lnTo>
                <a:lnTo>
                  <a:pt x="0" y="94113"/>
                </a:lnTo>
                <a:lnTo>
                  <a:pt x="0" y="84780"/>
                </a:lnTo>
                <a:lnTo>
                  <a:pt x="2385" y="59993"/>
                </a:lnTo>
                <a:lnTo>
                  <a:pt x="19082" y="6764"/>
                </a:lnTo>
                <a:lnTo>
                  <a:pt x="27789" y="1283"/>
                </a:lnTo>
                <a:lnTo>
                  <a:pt x="35182" y="0"/>
                </a:lnTo>
                <a:lnTo>
                  <a:pt x="38876" y="11801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783115" y="4338886"/>
            <a:ext cx="478106" cy="744165"/>
          </a:xfrm>
          <a:custGeom>
            <a:avLst/>
            <a:gdLst/>
            <a:ahLst/>
            <a:cxnLst/>
            <a:rect l="l" t="t" r="r" b="b"/>
            <a:pathLst>
              <a:path w="478106" h="744165">
                <a:moveTo>
                  <a:pt x="184753" y="452148"/>
                </a:moveTo>
                <a:lnTo>
                  <a:pt x="188243" y="453168"/>
                </a:lnTo>
                <a:lnTo>
                  <a:pt x="195223" y="455209"/>
                </a:lnTo>
                <a:lnTo>
                  <a:pt x="210723" y="452530"/>
                </a:lnTo>
                <a:lnTo>
                  <a:pt x="237794" y="447852"/>
                </a:lnTo>
                <a:lnTo>
                  <a:pt x="273762" y="439779"/>
                </a:lnTo>
                <a:lnTo>
                  <a:pt x="295872" y="434816"/>
                </a:lnTo>
                <a:lnTo>
                  <a:pt x="307265" y="431566"/>
                </a:lnTo>
                <a:lnTo>
                  <a:pt x="330491" y="424941"/>
                </a:lnTo>
                <a:lnTo>
                  <a:pt x="346205" y="420497"/>
                </a:lnTo>
                <a:lnTo>
                  <a:pt x="347776" y="420052"/>
                </a:lnTo>
                <a:lnTo>
                  <a:pt x="353604" y="417534"/>
                </a:lnTo>
                <a:lnTo>
                  <a:pt x="359431" y="415016"/>
                </a:lnTo>
                <a:lnTo>
                  <a:pt x="373062" y="407659"/>
                </a:lnTo>
                <a:lnTo>
                  <a:pt x="380473" y="403363"/>
                </a:lnTo>
                <a:lnTo>
                  <a:pt x="389162" y="398326"/>
                </a:lnTo>
                <a:lnTo>
                  <a:pt x="413806" y="386624"/>
                </a:lnTo>
                <a:lnTo>
                  <a:pt x="443166" y="377637"/>
                </a:lnTo>
                <a:lnTo>
                  <a:pt x="472526" y="368651"/>
                </a:lnTo>
                <a:lnTo>
                  <a:pt x="475588" y="355615"/>
                </a:lnTo>
                <a:lnTo>
                  <a:pt x="477514" y="340259"/>
                </a:lnTo>
                <a:lnTo>
                  <a:pt x="478106" y="323520"/>
                </a:lnTo>
                <a:lnTo>
                  <a:pt x="477514" y="309200"/>
                </a:lnTo>
                <a:lnTo>
                  <a:pt x="476180" y="295622"/>
                </a:lnTo>
                <a:lnTo>
                  <a:pt x="472526" y="278932"/>
                </a:lnTo>
                <a:lnTo>
                  <a:pt x="468229" y="266637"/>
                </a:lnTo>
                <a:lnTo>
                  <a:pt x="461414" y="255428"/>
                </a:lnTo>
                <a:lnTo>
                  <a:pt x="454006" y="248022"/>
                </a:lnTo>
                <a:lnTo>
                  <a:pt x="442943" y="241208"/>
                </a:lnTo>
                <a:lnTo>
                  <a:pt x="432325" y="236912"/>
                </a:lnTo>
                <a:lnTo>
                  <a:pt x="421214" y="235036"/>
                </a:lnTo>
                <a:lnTo>
                  <a:pt x="409835" y="239060"/>
                </a:lnTo>
                <a:lnTo>
                  <a:pt x="347776" y="261008"/>
                </a:lnTo>
                <a:lnTo>
                  <a:pt x="317657" y="273303"/>
                </a:lnTo>
                <a:lnTo>
                  <a:pt x="314391" y="274636"/>
                </a:lnTo>
                <a:lnTo>
                  <a:pt x="294686" y="277747"/>
                </a:lnTo>
                <a:lnTo>
                  <a:pt x="280364" y="278339"/>
                </a:lnTo>
                <a:lnTo>
                  <a:pt x="261894" y="278339"/>
                </a:lnTo>
                <a:lnTo>
                  <a:pt x="248313" y="276512"/>
                </a:lnTo>
                <a:lnTo>
                  <a:pt x="244016" y="259823"/>
                </a:lnTo>
                <a:lnTo>
                  <a:pt x="214335" y="137318"/>
                </a:lnTo>
                <a:lnTo>
                  <a:pt x="204409" y="87842"/>
                </a:lnTo>
                <a:lnTo>
                  <a:pt x="201297" y="64931"/>
                </a:lnTo>
                <a:lnTo>
                  <a:pt x="201297" y="47599"/>
                </a:lnTo>
                <a:lnTo>
                  <a:pt x="198334" y="34613"/>
                </a:lnTo>
                <a:lnTo>
                  <a:pt x="193346" y="25330"/>
                </a:lnTo>
                <a:lnTo>
                  <a:pt x="184753" y="15405"/>
                </a:lnTo>
                <a:lnTo>
                  <a:pt x="175419" y="7999"/>
                </a:lnTo>
                <a:lnTo>
                  <a:pt x="166134" y="3110"/>
                </a:lnTo>
                <a:lnTo>
                  <a:pt x="157541" y="1234"/>
                </a:lnTo>
                <a:lnTo>
                  <a:pt x="148849" y="0"/>
                </a:lnTo>
                <a:lnTo>
                  <a:pt x="138330" y="0"/>
                </a:lnTo>
                <a:lnTo>
                  <a:pt x="137849" y="102"/>
                </a:lnTo>
                <a:lnTo>
                  <a:pt x="129786" y="1826"/>
                </a:lnTo>
                <a:lnTo>
                  <a:pt x="117145" y="5261"/>
                </a:lnTo>
                <a:lnTo>
                  <a:pt x="116156" y="5530"/>
                </a:lnTo>
                <a:lnTo>
                  <a:pt x="96401" y="10517"/>
                </a:lnTo>
                <a:lnTo>
                  <a:pt x="40200" y="20442"/>
                </a:lnTo>
                <a:lnTo>
                  <a:pt x="18519" y="140429"/>
                </a:lnTo>
                <a:lnTo>
                  <a:pt x="13037" y="358726"/>
                </a:lnTo>
                <a:lnTo>
                  <a:pt x="22322" y="499846"/>
                </a:lnTo>
                <a:lnTo>
                  <a:pt x="23507" y="554852"/>
                </a:lnTo>
                <a:lnTo>
                  <a:pt x="21581" y="594453"/>
                </a:lnTo>
                <a:lnTo>
                  <a:pt x="20989" y="613068"/>
                </a:lnTo>
                <a:lnTo>
                  <a:pt x="18519" y="629758"/>
                </a:lnTo>
                <a:lnTo>
                  <a:pt x="13630" y="657557"/>
                </a:lnTo>
                <a:lnTo>
                  <a:pt x="0" y="744165"/>
                </a:lnTo>
                <a:lnTo>
                  <a:pt x="29137" y="739869"/>
                </a:lnTo>
                <a:lnTo>
                  <a:pt x="51904" y="733055"/>
                </a:lnTo>
                <a:lnTo>
                  <a:pt x="66802" y="728405"/>
                </a:lnTo>
                <a:lnTo>
                  <a:pt x="85882" y="721254"/>
                </a:lnTo>
                <a:lnTo>
                  <a:pt x="103760" y="715032"/>
                </a:lnTo>
                <a:lnTo>
                  <a:pt x="119860" y="709552"/>
                </a:lnTo>
                <a:lnTo>
                  <a:pt x="121383" y="709214"/>
                </a:lnTo>
                <a:lnTo>
                  <a:pt x="139663" y="705157"/>
                </a:lnTo>
                <a:lnTo>
                  <a:pt x="158726" y="697750"/>
                </a:lnTo>
                <a:lnTo>
                  <a:pt x="171764" y="689060"/>
                </a:lnTo>
                <a:lnTo>
                  <a:pt x="177954" y="681653"/>
                </a:lnTo>
                <a:lnTo>
                  <a:pt x="181049" y="677950"/>
                </a:lnTo>
                <a:lnTo>
                  <a:pt x="167468" y="612328"/>
                </a:lnTo>
                <a:lnTo>
                  <a:pt x="162430" y="590157"/>
                </a:lnTo>
                <a:lnTo>
                  <a:pt x="159961" y="565913"/>
                </a:lnTo>
                <a:lnTo>
                  <a:pt x="159961" y="546261"/>
                </a:lnTo>
                <a:lnTo>
                  <a:pt x="159319" y="525720"/>
                </a:lnTo>
                <a:lnTo>
                  <a:pt x="155072" y="506660"/>
                </a:lnTo>
                <a:lnTo>
                  <a:pt x="153245" y="469528"/>
                </a:lnTo>
                <a:lnTo>
                  <a:pt x="156257" y="421830"/>
                </a:lnTo>
                <a:lnTo>
                  <a:pt x="159319" y="403363"/>
                </a:lnTo>
                <a:lnTo>
                  <a:pt x="172950" y="433039"/>
                </a:lnTo>
                <a:lnTo>
                  <a:pt x="177938" y="444741"/>
                </a:lnTo>
                <a:lnTo>
                  <a:pt x="184753" y="452148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783115" y="4338886"/>
            <a:ext cx="478106" cy="744165"/>
          </a:xfrm>
          <a:custGeom>
            <a:avLst/>
            <a:gdLst/>
            <a:ahLst/>
            <a:cxnLst/>
            <a:rect l="l" t="t" r="r" b="b"/>
            <a:pathLst>
              <a:path w="478106" h="744165">
                <a:moveTo>
                  <a:pt x="157541" y="1234"/>
                </a:moveTo>
                <a:lnTo>
                  <a:pt x="166134" y="3110"/>
                </a:lnTo>
                <a:lnTo>
                  <a:pt x="175419" y="7999"/>
                </a:lnTo>
                <a:lnTo>
                  <a:pt x="184753" y="15405"/>
                </a:lnTo>
                <a:lnTo>
                  <a:pt x="193346" y="25330"/>
                </a:lnTo>
                <a:lnTo>
                  <a:pt x="198334" y="34613"/>
                </a:lnTo>
                <a:lnTo>
                  <a:pt x="201297" y="47599"/>
                </a:lnTo>
                <a:lnTo>
                  <a:pt x="201297" y="64931"/>
                </a:lnTo>
                <a:lnTo>
                  <a:pt x="204409" y="87842"/>
                </a:lnTo>
                <a:lnTo>
                  <a:pt x="214335" y="137318"/>
                </a:lnTo>
                <a:lnTo>
                  <a:pt x="244016" y="259823"/>
                </a:lnTo>
                <a:lnTo>
                  <a:pt x="248313" y="276512"/>
                </a:lnTo>
                <a:lnTo>
                  <a:pt x="261894" y="278339"/>
                </a:lnTo>
                <a:lnTo>
                  <a:pt x="280364" y="278339"/>
                </a:lnTo>
                <a:lnTo>
                  <a:pt x="294686" y="277747"/>
                </a:lnTo>
                <a:lnTo>
                  <a:pt x="314391" y="274636"/>
                </a:lnTo>
                <a:lnTo>
                  <a:pt x="317657" y="273303"/>
                </a:lnTo>
                <a:lnTo>
                  <a:pt x="347776" y="261008"/>
                </a:lnTo>
                <a:lnTo>
                  <a:pt x="409835" y="239060"/>
                </a:lnTo>
                <a:lnTo>
                  <a:pt x="421214" y="235036"/>
                </a:lnTo>
                <a:lnTo>
                  <a:pt x="432325" y="236912"/>
                </a:lnTo>
                <a:lnTo>
                  <a:pt x="442943" y="241208"/>
                </a:lnTo>
                <a:lnTo>
                  <a:pt x="454006" y="248022"/>
                </a:lnTo>
                <a:lnTo>
                  <a:pt x="461414" y="255428"/>
                </a:lnTo>
                <a:lnTo>
                  <a:pt x="468229" y="266637"/>
                </a:lnTo>
                <a:lnTo>
                  <a:pt x="472526" y="278932"/>
                </a:lnTo>
                <a:lnTo>
                  <a:pt x="476180" y="295622"/>
                </a:lnTo>
                <a:lnTo>
                  <a:pt x="477514" y="309200"/>
                </a:lnTo>
                <a:lnTo>
                  <a:pt x="478106" y="323520"/>
                </a:lnTo>
                <a:lnTo>
                  <a:pt x="477514" y="340259"/>
                </a:lnTo>
                <a:lnTo>
                  <a:pt x="475588" y="355615"/>
                </a:lnTo>
                <a:lnTo>
                  <a:pt x="472526" y="368651"/>
                </a:lnTo>
                <a:lnTo>
                  <a:pt x="443166" y="377637"/>
                </a:lnTo>
                <a:lnTo>
                  <a:pt x="413806" y="386624"/>
                </a:lnTo>
                <a:lnTo>
                  <a:pt x="389162" y="398326"/>
                </a:lnTo>
                <a:lnTo>
                  <a:pt x="380473" y="403363"/>
                </a:lnTo>
                <a:lnTo>
                  <a:pt x="373062" y="407659"/>
                </a:lnTo>
                <a:lnTo>
                  <a:pt x="359431" y="415016"/>
                </a:lnTo>
                <a:lnTo>
                  <a:pt x="353604" y="417534"/>
                </a:lnTo>
                <a:lnTo>
                  <a:pt x="347776" y="420052"/>
                </a:lnTo>
                <a:lnTo>
                  <a:pt x="346205" y="420497"/>
                </a:lnTo>
                <a:lnTo>
                  <a:pt x="330491" y="424941"/>
                </a:lnTo>
                <a:lnTo>
                  <a:pt x="307265" y="431566"/>
                </a:lnTo>
                <a:lnTo>
                  <a:pt x="295872" y="434816"/>
                </a:lnTo>
                <a:lnTo>
                  <a:pt x="273762" y="439779"/>
                </a:lnTo>
                <a:lnTo>
                  <a:pt x="237794" y="447852"/>
                </a:lnTo>
                <a:lnTo>
                  <a:pt x="210723" y="452530"/>
                </a:lnTo>
                <a:lnTo>
                  <a:pt x="195223" y="455209"/>
                </a:lnTo>
                <a:lnTo>
                  <a:pt x="188243" y="453168"/>
                </a:lnTo>
                <a:lnTo>
                  <a:pt x="184753" y="452148"/>
                </a:lnTo>
                <a:lnTo>
                  <a:pt x="177938" y="444741"/>
                </a:lnTo>
                <a:lnTo>
                  <a:pt x="172950" y="433039"/>
                </a:lnTo>
                <a:lnTo>
                  <a:pt x="159319" y="403363"/>
                </a:lnTo>
                <a:lnTo>
                  <a:pt x="156257" y="421830"/>
                </a:lnTo>
                <a:lnTo>
                  <a:pt x="153245" y="469528"/>
                </a:lnTo>
                <a:lnTo>
                  <a:pt x="155072" y="506660"/>
                </a:lnTo>
                <a:lnTo>
                  <a:pt x="159319" y="525720"/>
                </a:lnTo>
                <a:lnTo>
                  <a:pt x="159961" y="546261"/>
                </a:lnTo>
                <a:lnTo>
                  <a:pt x="159961" y="565913"/>
                </a:lnTo>
                <a:lnTo>
                  <a:pt x="162430" y="590157"/>
                </a:lnTo>
                <a:lnTo>
                  <a:pt x="167468" y="612328"/>
                </a:lnTo>
                <a:lnTo>
                  <a:pt x="181049" y="677950"/>
                </a:lnTo>
                <a:lnTo>
                  <a:pt x="177954" y="681653"/>
                </a:lnTo>
                <a:lnTo>
                  <a:pt x="171764" y="689060"/>
                </a:lnTo>
                <a:lnTo>
                  <a:pt x="158726" y="697750"/>
                </a:lnTo>
                <a:lnTo>
                  <a:pt x="139663" y="705157"/>
                </a:lnTo>
                <a:lnTo>
                  <a:pt x="121383" y="709214"/>
                </a:lnTo>
                <a:lnTo>
                  <a:pt x="119860" y="709552"/>
                </a:lnTo>
                <a:lnTo>
                  <a:pt x="103760" y="715032"/>
                </a:lnTo>
                <a:lnTo>
                  <a:pt x="85882" y="721254"/>
                </a:lnTo>
                <a:lnTo>
                  <a:pt x="69782" y="727476"/>
                </a:lnTo>
                <a:lnTo>
                  <a:pt x="66802" y="728405"/>
                </a:lnTo>
                <a:lnTo>
                  <a:pt x="51904" y="733055"/>
                </a:lnTo>
                <a:lnTo>
                  <a:pt x="32390" y="738896"/>
                </a:lnTo>
                <a:lnTo>
                  <a:pt x="29137" y="739869"/>
                </a:lnTo>
                <a:lnTo>
                  <a:pt x="0" y="744165"/>
                </a:lnTo>
                <a:lnTo>
                  <a:pt x="13630" y="657557"/>
                </a:lnTo>
                <a:lnTo>
                  <a:pt x="18519" y="629758"/>
                </a:lnTo>
                <a:lnTo>
                  <a:pt x="20989" y="613068"/>
                </a:lnTo>
                <a:lnTo>
                  <a:pt x="21581" y="594453"/>
                </a:lnTo>
                <a:lnTo>
                  <a:pt x="23507" y="554852"/>
                </a:lnTo>
                <a:lnTo>
                  <a:pt x="22322" y="499846"/>
                </a:lnTo>
                <a:lnTo>
                  <a:pt x="13037" y="358726"/>
                </a:lnTo>
                <a:lnTo>
                  <a:pt x="18519" y="140429"/>
                </a:lnTo>
                <a:lnTo>
                  <a:pt x="40200" y="20442"/>
                </a:lnTo>
                <a:lnTo>
                  <a:pt x="96401" y="10517"/>
                </a:lnTo>
                <a:lnTo>
                  <a:pt x="116156" y="5530"/>
                </a:lnTo>
                <a:lnTo>
                  <a:pt x="117145" y="5261"/>
                </a:lnTo>
                <a:lnTo>
                  <a:pt x="129786" y="1826"/>
                </a:lnTo>
                <a:lnTo>
                  <a:pt x="137849" y="102"/>
                </a:lnTo>
                <a:lnTo>
                  <a:pt x="138330" y="0"/>
                </a:lnTo>
                <a:lnTo>
                  <a:pt x="148849" y="0"/>
                </a:lnTo>
                <a:lnTo>
                  <a:pt x="157541" y="1234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886875" y="4538025"/>
            <a:ext cx="51904" cy="199780"/>
          </a:xfrm>
          <a:custGeom>
            <a:avLst/>
            <a:gdLst/>
            <a:ahLst/>
            <a:cxnLst/>
            <a:rect l="l" t="t" r="r" b="b"/>
            <a:pathLst>
              <a:path w="51904" h="199780">
                <a:moveTo>
                  <a:pt x="51904" y="199780"/>
                </a:moveTo>
                <a:lnTo>
                  <a:pt x="33385" y="133713"/>
                </a:lnTo>
                <a:lnTo>
                  <a:pt x="14815" y="66758"/>
                </a:lnTo>
                <a:lnTo>
                  <a:pt x="18618" y="11208"/>
                </a:lnTo>
                <a:lnTo>
                  <a:pt x="0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986931" y="4616041"/>
            <a:ext cx="43311" cy="40785"/>
          </a:xfrm>
          <a:custGeom>
            <a:avLst/>
            <a:gdLst/>
            <a:ahLst/>
            <a:cxnLst/>
            <a:rect l="l" t="t" r="r" b="b"/>
            <a:pathLst>
              <a:path w="43311" h="40785">
                <a:moveTo>
                  <a:pt x="43311" y="1185"/>
                </a:moveTo>
                <a:lnTo>
                  <a:pt x="22915" y="0"/>
                </a:lnTo>
                <a:lnTo>
                  <a:pt x="11803" y="4888"/>
                </a:lnTo>
                <a:lnTo>
                  <a:pt x="3703" y="14763"/>
                </a:lnTo>
                <a:lnTo>
                  <a:pt x="0" y="29675"/>
                </a:lnTo>
                <a:lnTo>
                  <a:pt x="592" y="40785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785041" y="4359921"/>
            <a:ext cx="100056" cy="577714"/>
          </a:xfrm>
          <a:custGeom>
            <a:avLst/>
            <a:gdLst/>
            <a:ahLst/>
            <a:cxnLst/>
            <a:rect l="l" t="t" r="r" b="b"/>
            <a:pathLst>
              <a:path w="100056" h="577714">
                <a:moveTo>
                  <a:pt x="65987" y="124299"/>
                </a:moveTo>
                <a:lnTo>
                  <a:pt x="53682" y="107593"/>
                </a:lnTo>
                <a:lnTo>
                  <a:pt x="77094" y="106695"/>
                </a:lnTo>
                <a:lnTo>
                  <a:pt x="100056" y="105815"/>
                </a:lnTo>
                <a:lnTo>
                  <a:pt x="86475" y="90903"/>
                </a:lnTo>
                <a:lnTo>
                  <a:pt x="77733" y="80978"/>
                </a:lnTo>
                <a:lnTo>
                  <a:pt x="66671" y="64881"/>
                </a:lnTo>
                <a:lnTo>
                  <a:pt x="60448" y="52586"/>
                </a:lnTo>
                <a:lnTo>
                  <a:pt x="54275" y="38415"/>
                </a:lnTo>
                <a:lnTo>
                  <a:pt x="38866" y="0"/>
                </a:lnTo>
                <a:lnTo>
                  <a:pt x="21581" y="35304"/>
                </a:lnTo>
                <a:lnTo>
                  <a:pt x="17877" y="46957"/>
                </a:lnTo>
                <a:lnTo>
                  <a:pt x="14173" y="58808"/>
                </a:lnTo>
                <a:lnTo>
                  <a:pt x="10519" y="73572"/>
                </a:lnTo>
                <a:lnTo>
                  <a:pt x="7407" y="87200"/>
                </a:lnTo>
                <a:lnTo>
                  <a:pt x="4296" y="110703"/>
                </a:lnTo>
                <a:lnTo>
                  <a:pt x="3111" y="131096"/>
                </a:lnTo>
                <a:lnTo>
                  <a:pt x="592" y="170104"/>
                </a:lnTo>
                <a:lnTo>
                  <a:pt x="0" y="193015"/>
                </a:lnTo>
                <a:lnTo>
                  <a:pt x="0" y="230690"/>
                </a:lnTo>
                <a:lnTo>
                  <a:pt x="592" y="269106"/>
                </a:lnTo>
                <a:lnTo>
                  <a:pt x="592" y="303077"/>
                </a:lnTo>
                <a:lnTo>
                  <a:pt x="1777" y="329099"/>
                </a:lnTo>
                <a:lnTo>
                  <a:pt x="3703" y="355714"/>
                </a:lnTo>
                <a:lnTo>
                  <a:pt x="8000" y="405782"/>
                </a:lnTo>
                <a:lnTo>
                  <a:pt x="11111" y="440988"/>
                </a:lnTo>
                <a:lnTo>
                  <a:pt x="20989" y="577714"/>
                </a:lnTo>
                <a:lnTo>
                  <a:pt x="28989" y="520782"/>
                </a:lnTo>
                <a:lnTo>
                  <a:pt x="32100" y="495501"/>
                </a:lnTo>
                <a:lnTo>
                  <a:pt x="33286" y="476293"/>
                </a:lnTo>
                <a:lnTo>
                  <a:pt x="33286" y="405782"/>
                </a:lnTo>
                <a:lnTo>
                  <a:pt x="34570" y="380402"/>
                </a:lnTo>
                <a:lnTo>
                  <a:pt x="36990" y="346974"/>
                </a:lnTo>
                <a:lnTo>
                  <a:pt x="41385" y="314780"/>
                </a:lnTo>
                <a:lnTo>
                  <a:pt x="50571" y="256712"/>
                </a:lnTo>
                <a:lnTo>
                  <a:pt x="55559" y="232024"/>
                </a:lnTo>
                <a:lnTo>
                  <a:pt x="61041" y="212174"/>
                </a:lnTo>
                <a:lnTo>
                  <a:pt x="67856" y="193608"/>
                </a:lnTo>
                <a:lnTo>
                  <a:pt x="85141" y="150304"/>
                </a:lnTo>
                <a:lnTo>
                  <a:pt x="65987" y="124299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785041" y="4359921"/>
            <a:ext cx="100056" cy="577714"/>
          </a:xfrm>
          <a:custGeom>
            <a:avLst/>
            <a:gdLst/>
            <a:ahLst/>
            <a:cxnLst/>
            <a:rect l="l" t="t" r="r" b="b"/>
            <a:pathLst>
              <a:path w="100056" h="577714">
                <a:moveTo>
                  <a:pt x="54275" y="38415"/>
                </a:moveTo>
                <a:lnTo>
                  <a:pt x="60448" y="52586"/>
                </a:lnTo>
                <a:lnTo>
                  <a:pt x="66671" y="64881"/>
                </a:lnTo>
                <a:lnTo>
                  <a:pt x="77733" y="80978"/>
                </a:lnTo>
                <a:lnTo>
                  <a:pt x="86475" y="90903"/>
                </a:lnTo>
                <a:lnTo>
                  <a:pt x="100056" y="105815"/>
                </a:lnTo>
                <a:lnTo>
                  <a:pt x="77094" y="106695"/>
                </a:lnTo>
                <a:lnTo>
                  <a:pt x="53682" y="107593"/>
                </a:lnTo>
                <a:lnTo>
                  <a:pt x="65987" y="124299"/>
                </a:lnTo>
                <a:lnTo>
                  <a:pt x="85141" y="150304"/>
                </a:lnTo>
                <a:lnTo>
                  <a:pt x="67856" y="193608"/>
                </a:lnTo>
                <a:lnTo>
                  <a:pt x="61041" y="212174"/>
                </a:lnTo>
                <a:lnTo>
                  <a:pt x="55559" y="232024"/>
                </a:lnTo>
                <a:lnTo>
                  <a:pt x="50571" y="256712"/>
                </a:lnTo>
                <a:lnTo>
                  <a:pt x="41385" y="314780"/>
                </a:lnTo>
                <a:lnTo>
                  <a:pt x="36990" y="346974"/>
                </a:lnTo>
                <a:lnTo>
                  <a:pt x="34570" y="380402"/>
                </a:lnTo>
                <a:lnTo>
                  <a:pt x="33286" y="405782"/>
                </a:lnTo>
                <a:lnTo>
                  <a:pt x="33286" y="476293"/>
                </a:lnTo>
                <a:lnTo>
                  <a:pt x="32100" y="495501"/>
                </a:lnTo>
                <a:lnTo>
                  <a:pt x="28989" y="520782"/>
                </a:lnTo>
                <a:lnTo>
                  <a:pt x="20989" y="577714"/>
                </a:lnTo>
                <a:lnTo>
                  <a:pt x="11111" y="440988"/>
                </a:lnTo>
                <a:lnTo>
                  <a:pt x="8000" y="405782"/>
                </a:lnTo>
                <a:lnTo>
                  <a:pt x="3703" y="355714"/>
                </a:lnTo>
                <a:lnTo>
                  <a:pt x="1777" y="329099"/>
                </a:lnTo>
                <a:lnTo>
                  <a:pt x="592" y="303077"/>
                </a:lnTo>
                <a:lnTo>
                  <a:pt x="592" y="269106"/>
                </a:lnTo>
                <a:lnTo>
                  <a:pt x="0" y="230690"/>
                </a:lnTo>
                <a:lnTo>
                  <a:pt x="0" y="193015"/>
                </a:lnTo>
                <a:lnTo>
                  <a:pt x="592" y="170104"/>
                </a:lnTo>
                <a:lnTo>
                  <a:pt x="3111" y="131096"/>
                </a:lnTo>
                <a:lnTo>
                  <a:pt x="4296" y="110703"/>
                </a:lnTo>
                <a:lnTo>
                  <a:pt x="7407" y="87200"/>
                </a:lnTo>
                <a:lnTo>
                  <a:pt x="10519" y="73572"/>
                </a:lnTo>
                <a:lnTo>
                  <a:pt x="14173" y="58808"/>
                </a:lnTo>
                <a:lnTo>
                  <a:pt x="17877" y="46957"/>
                </a:lnTo>
                <a:lnTo>
                  <a:pt x="21581" y="35304"/>
                </a:lnTo>
                <a:lnTo>
                  <a:pt x="38866" y="0"/>
                </a:lnTo>
                <a:lnTo>
                  <a:pt x="54275" y="38415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51926" y="4544197"/>
            <a:ext cx="131539" cy="137417"/>
          </a:xfrm>
          <a:custGeom>
            <a:avLst/>
            <a:gdLst/>
            <a:ahLst/>
            <a:cxnLst/>
            <a:rect l="l" t="t" r="r" b="b"/>
            <a:pathLst>
              <a:path w="131539" h="137417">
                <a:moveTo>
                  <a:pt x="125336" y="42711"/>
                </a:moveTo>
                <a:lnTo>
                  <a:pt x="0" y="0"/>
                </a:lnTo>
                <a:lnTo>
                  <a:pt x="20396" y="96532"/>
                </a:lnTo>
                <a:lnTo>
                  <a:pt x="70360" y="105815"/>
                </a:lnTo>
                <a:lnTo>
                  <a:pt x="114842" y="137417"/>
                </a:lnTo>
                <a:lnTo>
                  <a:pt x="126053" y="115147"/>
                </a:lnTo>
                <a:lnTo>
                  <a:pt x="131539" y="89126"/>
                </a:lnTo>
                <a:lnTo>
                  <a:pt x="129752" y="66807"/>
                </a:lnTo>
                <a:lnTo>
                  <a:pt x="125336" y="42711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51926" y="4544197"/>
            <a:ext cx="131539" cy="137417"/>
          </a:xfrm>
          <a:custGeom>
            <a:avLst/>
            <a:gdLst/>
            <a:ahLst/>
            <a:cxnLst/>
            <a:rect l="l" t="t" r="r" b="b"/>
            <a:pathLst>
              <a:path w="131539" h="137417">
                <a:moveTo>
                  <a:pt x="125336" y="42711"/>
                </a:moveTo>
                <a:lnTo>
                  <a:pt x="129752" y="66807"/>
                </a:lnTo>
                <a:lnTo>
                  <a:pt x="131539" y="89126"/>
                </a:lnTo>
                <a:lnTo>
                  <a:pt x="126053" y="115147"/>
                </a:lnTo>
                <a:lnTo>
                  <a:pt x="114842" y="137417"/>
                </a:lnTo>
                <a:lnTo>
                  <a:pt x="70360" y="105815"/>
                </a:lnTo>
                <a:lnTo>
                  <a:pt x="20396" y="96532"/>
                </a:lnTo>
                <a:lnTo>
                  <a:pt x="0" y="0"/>
                </a:lnTo>
                <a:lnTo>
                  <a:pt x="125336" y="42711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7393" y="4536198"/>
            <a:ext cx="214300" cy="210347"/>
          </a:xfrm>
          <a:custGeom>
            <a:avLst/>
            <a:gdLst/>
            <a:ahLst/>
            <a:cxnLst/>
            <a:rect l="l" t="t" r="r" b="b"/>
            <a:pathLst>
              <a:path w="214300" h="210347">
                <a:moveTo>
                  <a:pt x="146444" y="143539"/>
                </a:moveTo>
                <a:lnTo>
                  <a:pt x="145681" y="150304"/>
                </a:lnTo>
                <a:lnTo>
                  <a:pt x="145130" y="155192"/>
                </a:lnTo>
                <a:lnTo>
                  <a:pt x="145705" y="170104"/>
                </a:lnTo>
                <a:lnTo>
                  <a:pt x="145727" y="191139"/>
                </a:lnTo>
                <a:lnTo>
                  <a:pt x="146027" y="192670"/>
                </a:lnTo>
                <a:lnTo>
                  <a:pt x="146444" y="194793"/>
                </a:lnTo>
                <a:lnTo>
                  <a:pt x="148829" y="198496"/>
                </a:lnTo>
                <a:lnTo>
                  <a:pt x="153239" y="202348"/>
                </a:lnTo>
                <a:lnTo>
                  <a:pt x="158726" y="203533"/>
                </a:lnTo>
                <a:lnTo>
                  <a:pt x="164331" y="202940"/>
                </a:lnTo>
                <a:lnTo>
                  <a:pt x="168025" y="200422"/>
                </a:lnTo>
                <a:lnTo>
                  <a:pt x="169014" y="198496"/>
                </a:lnTo>
                <a:lnTo>
                  <a:pt x="170534" y="195534"/>
                </a:lnTo>
                <a:lnTo>
                  <a:pt x="170881" y="188621"/>
                </a:lnTo>
                <a:lnTo>
                  <a:pt x="171127" y="183733"/>
                </a:lnTo>
                <a:lnTo>
                  <a:pt x="170864" y="180622"/>
                </a:lnTo>
                <a:lnTo>
                  <a:pt x="169818" y="168228"/>
                </a:lnTo>
                <a:lnTo>
                  <a:pt x="169818" y="155192"/>
                </a:lnTo>
                <a:lnTo>
                  <a:pt x="172322" y="134207"/>
                </a:lnTo>
                <a:lnTo>
                  <a:pt x="174228" y="126208"/>
                </a:lnTo>
                <a:lnTo>
                  <a:pt x="177330" y="119443"/>
                </a:lnTo>
                <a:lnTo>
                  <a:pt x="198916" y="89718"/>
                </a:lnTo>
                <a:lnTo>
                  <a:pt x="213703" y="67992"/>
                </a:lnTo>
                <a:lnTo>
                  <a:pt x="214300" y="59400"/>
                </a:lnTo>
                <a:lnTo>
                  <a:pt x="210601" y="48932"/>
                </a:lnTo>
                <a:lnTo>
                  <a:pt x="203806" y="40193"/>
                </a:lnTo>
                <a:lnTo>
                  <a:pt x="197603" y="33428"/>
                </a:lnTo>
                <a:lnTo>
                  <a:pt x="189612" y="27799"/>
                </a:lnTo>
                <a:lnTo>
                  <a:pt x="180313" y="24688"/>
                </a:lnTo>
                <a:lnTo>
                  <a:pt x="168025" y="22318"/>
                </a:lnTo>
                <a:lnTo>
                  <a:pt x="162425" y="18516"/>
                </a:lnTo>
                <a:lnTo>
                  <a:pt x="153837" y="12443"/>
                </a:lnTo>
                <a:lnTo>
                  <a:pt x="142028" y="4888"/>
                </a:lnTo>
                <a:lnTo>
                  <a:pt x="135863" y="2732"/>
                </a:lnTo>
                <a:lnTo>
                  <a:pt x="129746" y="592"/>
                </a:lnTo>
                <a:lnTo>
                  <a:pt x="122951" y="0"/>
                </a:lnTo>
                <a:lnTo>
                  <a:pt x="116150" y="1185"/>
                </a:lnTo>
                <a:lnTo>
                  <a:pt x="106851" y="4888"/>
                </a:lnTo>
                <a:lnTo>
                  <a:pt x="98860" y="8591"/>
                </a:lnTo>
                <a:lnTo>
                  <a:pt x="91467" y="11109"/>
                </a:lnTo>
                <a:lnTo>
                  <a:pt x="80972" y="13035"/>
                </a:lnTo>
                <a:lnTo>
                  <a:pt x="64275" y="13035"/>
                </a:lnTo>
                <a:lnTo>
                  <a:pt x="53188" y="12443"/>
                </a:lnTo>
                <a:lnTo>
                  <a:pt x="41381" y="9924"/>
                </a:lnTo>
                <a:lnTo>
                  <a:pt x="30290" y="7406"/>
                </a:lnTo>
                <a:lnTo>
                  <a:pt x="23492" y="7406"/>
                </a:lnTo>
                <a:lnTo>
                  <a:pt x="15502" y="9332"/>
                </a:lnTo>
                <a:lnTo>
                  <a:pt x="7990" y="13035"/>
                </a:lnTo>
                <a:lnTo>
                  <a:pt x="6201" y="16738"/>
                </a:lnTo>
                <a:lnTo>
                  <a:pt x="6201" y="21034"/>
                </a:lnTo>
                <a:lnTo>
                  <a:pt x="6797" y="27206"/>
                </a:lnTo>
                <a:lnTo>
                  <a:pt x="11806" y="30910"/>
                </a:lnTo>
                <a:lnTo>
                  <a:pt x="30886" y="32243"/>
                </a:lnTo>
                <a:lnTo>
                  <a:pt x="46387" y="37724"/>
                </a:lnTo>
                <a:lnTo>
                  <a:pt x="71673" y="42711"/>
                </a:lnTo>
                <a:lnTo>
                  <a:pt x="75965" y="44488"/>
                </a:lnTo>
                <a:lnTo>
                  <a:pt x="80256" y="51303"/>
                </a:lnTo>
                <a:lnTo>
                  <a:pt x="80256" y="57524"/>
                </a:lnTo>
                <a:lnTo>
                  <a:pt x="73461" y="76139"/>
                </a:lnTo>
                <a:lnTo>
                  <a:pt x="64275" y="91496"/>
                </a:lnTo>
                <a:lnTo>
                  <a:pt x="51874" y="105815"/>
                </a:lnTo>
                <a:lnTo>
                  <a:pt x="32794" y="121221"/>
                </a:lnTo>
                <a:lnTo>
                  <a:pt x="19199" y="132429"/>
                </a:lnTo>
                <a:lnTo>
                  <a:pt x="13595" y="135540"/>
                </a:lnTo>
                <a:lnTo>
                  <a:pt x="10779" y="137400"/>
                </a:lnTo>
                <a:lnTo>
                  <a:pt x="7990" y="139244"/>
                </a:lnTo>
                <a:lnTo>
                  <a:pt x="3100" y="143539"/>
                </a:lnTo>
                <a:lnTo>
                  <a:pt x="38" y="148367"/>
                </a:lnTo>
                <a:lnTo>
                  <a:pt x="0" y="153415"/>
                </a:lnTo>
                <a:lnTo>
                  <a:pt x="1908" y="159044"/>
                </a:lnTo>
                <a:lnTo>
                  <a:pt x="2950" y="159840"/>
                </a:lnTo>
                <a:lnTo>
                  <a:pt x="5008" y="161414"/>
                </a:lnTo>
                <a:lnTo>
                  <a:pt x="9054" y="162301"/>
                </a:lnTo>
                <a:lnTo>
                  <a:pt x="11090" y="162747"/>
                </a:lnTo>
                <a:lnTo>
                  <a:pt x="18603" y="162155"/>
                </a:lnTo>
                <a:lnTo>
                  <a:pt x="25401" y="159044"/>
                </a:lnTo>
                <a:lnTo>
                  <a:pt x="37501" y="149070"/>
                </a:lnTo>
                <a:lnTo>
                  <a:pt x="38280" y="148428"/>
                </a:lnTo>
                <a:lnTo>
                  <a:pt x="61771" y="134207"/>
                </a:lnTo>
                <a:lnTo>
                  <a:pt x="80256" y="116925"/>
                </a:lnTo>
                <a:lnTo>
                  <a:pt x="82760" y="114407"/>
                </a:lnTo>
                <a:lnTo>
                  <a:pt x="85862" y="114999"/>
                </a:lnTo>
                <a:lnTo>
                  <a:pt x="84671" y="120036"/>
                </a:lnTo>
                <a:lnTo>
                  <a:pt x="66068" y="138503"/>
                </a:lnTo>
                <a:lnTo>
                  <a:pt x="59983" y="144724"/>
                </a:lnTo>
                <a:lnTo>
                  <a:pt x="53188" y="152230"/>
                </a:lnTo>
                <a:lnTo>
                  <a:pt x="45673" y="157441"/>
                </a:lnTo>
                <a:lnTo>
                  <a:pt x="38876" y="162155"/>
                </a:lnTo>
                <a:lnTo>
                  <a:pt x="31483" y="168919"/>
                </a:lnTo>
                <a:lnTo>
                  <a:pt x="29097" y="174400"/>
                </a:lnTo>
                <a:lnTo>
                  <a:pt x="29694" y="180622"/>
                </a:lnTo>
                <a:lnTo>
                  <a:pt x="32794" y="184918"/>
                </a:lnTo>
                <a:lnTo>
                  <a:pt x="37087" y="188028"/>
                </a:lnTo>
                <a:lnTo>
                  <a:pt x="43883" y="189312"/>
                </a:lnTo>
                <a:lnTo>
                  <a:pt x="51277" y="188028"/>
                </a:lnTo>
                <a:lnTo>
                  <a:pt x="56682" y="185029"/>
                </a:lnTo>
                <a:lnTo>
                  <a:pt x="56882" y="184918"/>
                </a:lnTo>
                <a:lnTo>
                  <a:pt x="74177" y="170104"/>
                </a:lnTo>
                <a:lnTo>
                  <a:pt x="85264" y="158303"/>
                </a:lnTo>
                <a:lnTo>
                  <a:pt x="113646" y="125615"/>
                </a:lnTo>
                <a:lnTo>
                  <a:pt x="103749" y="139244"/>
                </a:lnTo>
                <a:lnTo>
                  <a:pt x="99688" y="149712"/>
                </a:lnTo>
                <a:lnTo>
                  <a:pt x="99458" y="150304"/>
                </a:lnTo>
                <a:lnTo>
                  <a:pt x="96954" y="155933"/>
                </a:lnTo>
                <a:lnTo>
                  <a:pt x="92065" y="166401"/>
                </a:lnTo>
                <a:lnTo>
                  <a:pt x="90198" y="168919"/>
                </a:lnTo>
                <a:lnTo>
                  <a:pt x="79659" y="183140"/>
                </a:lnTo>
                <a:lnTo>
                  <a:pt x="75367" y="188621"/>
                </a:lnTo>
                <a:lnTo>
                  <a:pt x="72863" y="194200"/>
                </a:lnTo>
                <a:lnTo>
                  <a:pt x="72266" y="199237"/>
                </a:lnTo>
                <a:lnTo>
                  <a:pt x="72595" y="200422"/>
                </a:lnTo>
                <a:lnTo>
                  <a:pt x="73461" y="203533"/>
                </a:lnTo>
                <a:lnTo>
                  <a:pt x="77273" y="207829"/>
                </a:lnTo>
                <a:lnTo>
                  <a:pt x="82163" y="210347"/>
                </a:lnTo>
                <a:lnTo>
                  <a:pt x="89561" y="209705"/>
                </a:lnTo>
                <a:lnTo>
                  <a:pt x="95166" y="207829"/>
                </a:lnTo>
                <a:lnTo>
                  <a:pt x="107010" y="191139"/>
                </a:lnTo>
                <a:lnTo>
                  <a:pt x="117943" y="175733"/>
                </a:lnTo>
                <a:lnTo>
                  <a:pt x="130941" y="149712"/>
                </a:lnTo>
                <a:lnTo>
                  <a:pt x="141436" y="129319"/>
                </a:lnTo>
                <a:lnTo>
                  <a:pt x="143342" y="126208"/>
                </a:lnTo>
                <a:lnTo>
                  <a:pt x="147041" y="126208"/>
                </a:lnTo>
                <a:lnTo>
                  <a:pt x="148231" y="128627"/>
                </a:lnTo>
                <a:lnTo>
                  <a:pt x="146444" y="143539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7393" y="4536198"/>
            <a:ext cx="214300" cy="210347"/>
          </a:xfrm>
          <a:custGeom>
            <a:avLst/>
            <a:gdLst/>
            <a:ahLst/>
            <a:cxnLst/>
            <a:rect l="l" t="t" r="r" b="b"/>
            <a:pathLst>
              <a:path w="214300" h="210347">
                <a:moveTo>
                  <a:pt x="129746" y="592"/>
                </a:moveTo>
                <a:lnTo>
                  <a:pt x="135863" y="2732"/>
                </a:lnTo>
                <a:lnTo>
                  <a:pt x="142028" y="4888"/>
                </a:lnTo>
                <a:lnTo>
                  <a:pt x="153837" y="12443"/>
                </a:lnTo>
                <a:lnTo>
                  <a:pt x="162425" y="18516"/>
                </a:lnTo>
                <a:lnTo>
                  <a:pt x="168025" y="22318"/>
                </a:lnTo>
                <a:lnTo>
                  <a:pt x="180313" y="24688"/>
                </a:lnTo>
                <a:lnTo>
                  <a:pt x="189612" y="27799"/>
                </a:lnTo>
                <a:lnTo>
                  <a:pt x="197603" y="33428"/>
                </a:lnTo>
                <a:lnTo>
                  <a:pt x="203806" y="40193"/>
                </a:lnTo>
                <a:lnTo>
                  <a:pt x="210601" y="48932"/>
                </a:lnTo>
                <a:lnTo>
                  <a:pt x="214300" y="59400"/>
                </a:lnTo>
                <a:lnTo>
                  <a:pt x="213703" y="67992"/>
                </a:lnTo>
                <a:lnTo>
                  <a:pt x="198916" y="89718"/>
                </a:lnTo>
                <a:lnTo>
                  <a:pt x="177330" y="119443"/>
                </a:lnTo>
                <a:lnTo>
                  <a:pt x="174228" y="126208"/>
                </a:lnTo>
                <a:lnTo>
                  <a:pt x="172322" y="134207"/>
                </a:lnTo>
                <a:lnTo>
                  <a:pt x="169818" y="155192"/>
                </a:lnTo>
                <a:lnTo>
                  <a:pt x="169818" y="168228"/>
                </a:lnTo>
                <a:lnTo>
                  <a:pt x="170864" y="180622"/>
                </a:lnTo>
                <a:lnTo>
                  <a:pt x="171127" y="183733"/>
                </a:lnTo>
                <a:lnTo>
                  <a:pt x="170881" y="188621"/>
                </a:lnTo>
                <a:lnTo>
                  <a:pt x="170534" y="195534"/>
                </a:lnTo>
                <a:lnTo>
                  <a:pt x="169014" y="198496"/>
                </a:lnTo>
                <a:lnTo>
                  <a:pt x="168025" y="200422"/>
                </a:lnTo>
                <a:lnTo>
                  <a:pt x="164331" y="202940"/>
                </a:lnTo>
                <a:lnTo>
                  <a:pt x="158726" y="203533"/>
                </a:lnTo>
                <a:lnTo>
                  <a:pt x="153239" y="202348"/>
                </a:lnTo>
                <a:lnTo>
                  <a:pt x="148829" y="198496"/>
                </a:lnTo>
                <a:lnTo>
                  <a:pt x="146444" y="194793"/>
                </a:lnTo>
                <a:lnTo>
                  <a:pt x="146027" y="192670"/>
                </a:lnTo>
                <a:lnTo>
                  <a:pt x="145727" y="191139"/>
                </a:lnTo>
                <a:lnTo>
                  <a:pt x="145727" y="170697"/>
                </a:lnTo>
                <a:lnTo>
                  <a:pt x="145705" y="170104"/>
                </a:lnTo>
                <a:lnTo>
                  <a:pt x="145130" y="155192"/>
                </a:lnTo>
                <a:lnTo>
                  <a:pt x="145681" y="150304"/>
                </a:lnTo>
                <a:lnTo>
                  <a:pt x="146444" y="143539"/>
                </a:lnTo>
                <a:lnTo>
                  <a:pt x="148231" y="128627"/>
                </a:lnTo>
                <a:lnTo>
                  <a:pt x="147041" y="126208"/>
                </a:lnTo>
                <a:lnTo>
                  <a:pt x="143342" y="126208"/>
                </a:lnTo>
                <a:lnTo>
                  <a:pt x="141436" y="129319"/>
                </a:lnTo>
                <a:lnTo>
                  <a:pt x="130941" y="149712"/>
                </a:lnTo>
                <a:lnTo>
                  <a:pt x="117943" y="175733"/>
                </a:lnTo>
                <a:lnTo>
                  <a:pt x="107010" y="191139"/>
                </a:lnTo>
                <a:lnTo>
                  <a:pt x="95166" y="207829"/>
                </a:lnTo>
                <a:lnTo>
                  <a:pt x="89561" y="209705"/>
                </a:lnTo>
                <a:lnTo>
                  <a:pt x="82163" y="210347"/>
                </a:lnTo>
                <a:lnTo>
                  <a:pt x="77273" y="207829"/>
                </a:lnTo>
                <a:lnTo>
                  <a:pt x="73461" y="203533"/>
                </a:lnTo>
                <a:lnTo>
                  <a:pt x="72595" y="200422"/>
                </a:lnTo>
                <a:lnTo>
                  <a:pt x="72266" y="199237"/>
                </a:lnTo>
                <a:lnTo>
                  <a:pt x="72863" y="194200"/>
                </a:lnTo>
                <a:lnTo>
                  <a:pt x="75367" y="188621"/>
                </a:lnTo>
                <a:lnTo>
                  <a:pt x="79659" y="183140"/>
                </a:lnTo>
                <a:lnTo>
                  <a:pt x="90198" y="168919"/>
                </a:lnTo>
                <a:lnTo>
                  <a:pt x="92065" y="166401"/>
                </a:lnTo>
                <a:lnTo>
                  <a:pt x="96954" y="155933"/>
                </a:lnTo>
                <a:lnTo>
                  <a:pt x="99458" y="150304"/>
                </a:lnTo>
                <a:lnTo>
                  <a:pt x="99688" y="149712"/>
                </a:lnTo>
                <a:lnTo>
                  <a:pt x="103749" y="139244"/>
                </a:lnTo>
                <a:lnTo>
                  <a:pt x="113646" y="125615"/>
                </a:lnTo>
                <a:lnTo>
                  <a:pt x="85264" y="158303"/>
                </a:lnTo>
                <a:lnTo>
                  <a:pt x="74177" y="170104"/>
                </a:lnTo>
                <a:lnTo>
                  <a:pt x="56882" y="184918"/>
                </a:lnTo>
                <a:lnTo>
                  <a:pt x="56682" y="185029"/>
                </a:lnTo>
                <a:lnTo>
                  <a:pt x="51277" y="188028"/>
                </a:lnTo>
                <a:lnTo>
                  <a:pt x="43883" y="189312"/>
                </a:lnTo>
                <a:lnTo>
                  <a:pt x="37087" y="188028"/>
                </a:lnTo>
                <a:lnTo>
                  <a:pt x="32794" y="184918"/>
                </a:lnTo>
                <a:lnTo>
                  <a:pt x="29694" y="180622"/>
                </a:lnTo>
                <a:lnTo>
                  <a:pt x="29097" y="174400"/>
                </a:lnTo>
                <a:lnTo>
                  <a:pt x="31483" y="168919"/>
                </a:lnTo>
                <a:lnTo>
                  <a:pt x="38876" y="162155"/>
                </a:lnTo>
                <a:lnTo>
                  <a:pt x="45673" y="157441"/>
                </a:lnTo>
                <a:lnTo>
                  <a:pt x="53188" y="152230"/>
                </a:lnTo>
                <a:lnTo>
                  <a:pt x="59983" y="144724"/>
                </a:lnTo>
                <a:lnTo>
                  <a:pt x="66068" y="138503"/>
                </a:lnTo>
                <a:lnTo>
                  <a:pt x="84671" y="120036"/>
                </a:lnTo>
                <a:lnTo>
                  <a:pt x="85862" y="114999"/>
                </a:lnTo>
                <a:lnTo>
                  <a:pt x="82760" y="114407"/>
                </a:lnTo>
                <a:lnTo>
                  <a:pt x="80256" y="116925"/>
                </a:lnTo>
                <a:lnTo>
                  <a:pt x="61771" y="134207"/>
                </a:lnTo>
                <a:lnTo>
                  <a:pt x="38280" y="148428"/>
                </a:lnTo>
                <a:lnTo>
                  <a:pt x="37501" y="149070"/>
                </a:lnTo>
                <a:lnTo>
                  <a:pt x="25401" y="159044"/>
                </a:lnTo>
                <a:lnTo>
                  <a:pt x="18603" y="162155"/>
                </a:lnTo>
                <a:lnTo>
                  <a:pt x="11090" y="162747"/>
                </a:lnTo>
                <a:lnTo>
                  <a:pt x="9054" y="162301"/>
                </a:lnTo>
                <a:lnTo>
                  <a:pt x="5008" y="161414"/>
                </a:lnTo>
                <a:lnTo>
                  <a:pt x="2950" y="159840"/>
                </a:lnTo>
                <a:lnTo>
                  <a:pt x="1908" y="159044"/>
                </a:lnTo>
                <a:lnTo>
                  <a:pt x="0" y="153415"/>
                </a:lnTo>
                <a:lnTo>
                  <a:pt x="0" y="148428"/>
                </a:lnTo>
                <a:lnTo>
                  <a:pt x="3100" y="143539"/>
                </a:lnTo>
                <a:lnTo>
                  <a:pt x="7990" y="139244"/>
                </a:lnTo>
                <a:lnTo>
                  <a:pt x="10779" y="137400"/>
                </a:lnTo>
                <a:lnTo>
                  <a:pt x="13595" y="135540"/>
                </a:lnTo>
                <a:lnTo>
                  <a:pt x="19199" y="132429"/>
                </a:lnTo>
                <a:lnTo>
                  <a:pt x="32794" y="121221"/>
                </a:lnTo>
                <a:lnTo>
                  <a:pt x="51874" y="105815"/>
                </a:lnTo>
                <a:lnTo>
                  <a:pt x="64275" y="91496"/>
                </a:lnTo>
                <a:lnTo>
                  <a:pt x="73461" y="76139"/>
                </a:lnTo>
                <a:lnTo>
                  <a:pt x="80256" y="57524"/>
                </a:lnTo>
                <a:lnTo>
                  <a:pt x="80256" y="51303"/>
                </a:lnTo>
                <a:lnTo>
                  <a:pt x="75965" y="44488"/>
                </a:lnTo>
                <a:lnTo>
                  <a:pt x="71673" y="42711"/>
                </a:lnTo>
                <a:lnTo>
                  <a:pt x="46387" y="37724"/>
                </a:lnTo>
                <a:lnTo>
                  <a:pt x="30886" y="32243"/>
                </a:lnTo>
                <a:lnTo>
                  <a:pt x="11806" y="30910"/>
                </a:lnTo>
                <a:lnTo>
                  <a:pt x="6797" y="27206"/>
                </a:lnTo>
                <a:lnTo>
                  <a:pt x="6201" y="21034"/>
                </a:lnTo>
                <a:lnTo>
                  <a:pt x="6201" y="16738"/>
                </a:lnTo>
                <a:lnTo>
                  <a:pt x="7990" y="13035"/>
                </a:lnTo>
                <a:lnTo>
                  <a:pt x="15502" y="9332"/>
                </a:lnTo>
                <a:lnTo>
                  <a:pt x="23492" y="7406"/>
                </a:lnTo>
                <a:lnTo>
                  <a:pt x="30290" y="7406"/>
                </a:lnTo>
                <a:lnTo>
                  <a:pt x="41381" y="9924"/>
                </a:lnTo>
                <a:lnTo>
                  <a:pt x="53188" y="12443"/>
                </a:lnTo>
                <a:lnTo>
                  <a:pt x="64275" y="13035"/>
                </a:lnTo>
                <a:lnTo>
                  <a:pt x="80972" y="13035"/>
                </a:lnTo>
                <a:lnTo>
                  <a:pt x="91467" y="11109"/>
                </a:lnTo>
                <a:lnTo>
                  <a:pt x="98860" y="8591"/>
                </a:lnTo>
                <a:lnTo>
                  <a:pt x="106851" y="4888"/>
                </a:lnTo>
                <a:lnTo>
                  <a:pt x="116150" y="1185"/>
                </a:lnTo>
                <a:lnTo>
                  <a:pt x="122951" y="0"/>
                </a:lnTo>
                <a:lnTo>
                  <a:pt x="129746" y="592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32132" y="4568441"/>
            <a:ext cx="22302" cy="38267"/>
          </a:xfrm>
          <a:custGeom>
            <a:avLst/>
            <a:gdLst/>
            <a:ahLst/>
            <a:cxnLst/>
            <a:rect l="l" t="t" r="r" b="b"/>
            <a:pathLst>
              <a:path w="22302" h="38267">
                <a:moveTo>
                  <a:pt x="0" y="38267"/>
                </a:moveTo>
                <a:lnTo>
                  <a:pt x="716" y="38267"/>
                </a:lnTo>
                <a:lnTo>
                  <a:pt x="1906" y="38267"/>
                </a:lnTo>
                <a:lnTo>
                  <a:pt x="3101" y="38267"/>
                </a:lnTo>
                <a:lnTo>
                  <a:pt x="12431" y="34322"/>
                </a:lnTo>
                <a:lnTo>
                  <a:pt x="19278" y="23028"/>
                </a:lnTo>
                <a:lnTo>
                  <a:pt x="22268" y="6907"/>
                </a:lnTo>
                <a:lnTo>
                  <a:pt x="22302" y="4888"/>
                </a:lnTo>
                <a:lnTo>
                  <a:pt x="22302" y="2962"/>
                </a:lnTo>
                <a:lnTo>
                  <a:pt x="21705" y="1777"/>
                </a:lnTo>
                <a:lnTo>
                  <a:pt x="21705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208625" y="4585131"/>
            <a:ext cx="42718" cy="118110"/>
          </a:xfrm>
          <a:custGeom>
            <a:avLst/>
            <a:gdLst/>
            <a:ahLst/>
            <a:cxnLst/>
            <a:rect l="l" t="t" r="r" b="b"/>
            <a:pathLst>
              <a:path w="42718" h="118110">
                <a:moveTo>
                  <a:pt x="14914" y="1185"/>
                </a:moveTo>
                <a:lnTo>
                  <a:pt x="7506" y="0"/>
                </a:lnTo>
                <a:lnTo>
                  <a:pt x="3802" y="11702"/>
                </a:lnTo>
                <a:lnTo>
                  <a:pt x="1926" y="22170"/>
                </a:lnTo>
                <a:lnTo>
                  <a:pt x="0" y="36489"/>
                </a:lnTo>
                <a:lnTo>
                  <a:pt x="0" y="56882"/>
                </a:lnTo>
                <a:lnTo>
                  <a:pt x="3111" y="71103"/>
                </a:lnTo>
                <a:lnTo>
                  <a:pt x="7506" y="86607"/>
                </a:lnTo>
                <a:lnTo>
                  <a:pt x="11803" y="97075"/>
                </a:lnTo>
                <a:lnTo>
                  <a:pt x="16692" y="107000"/>
                </a:lnTo>
                <a:lnTo>
                  <a:pt x="23507" y="113222"/>
                </a:lnTo>
                <a:lnTo>
                  <a:pt x="31607" y="117468"/>
                </a:lnTo>
                <a:lnTo>
                  <a:pt x="38422" y="118110"/>
                </a:lnTo>
                <a:lnTo>
                  <a:pt x="39986" y="113222"/>
                </a:lnTo>
                <a:lnTo>
                  <a:pt x="40792" y="110703"/>
                </a:lnTo>
                <a:lnTo>
                  <a:pt x="41385" y="104482"/>
                </a:lnTo>
                <a:lnTo>
                  <a:pt x="42718" y="94014"/>
                </a:lnTo>
                <a:lnTo>
                  <a:pt x="42718" y="84682"/>
                </a:lnTo>
                <a:lnTo>
                  <a:pt x="40200" y="59993"/>
                </a:lnTo>
                <a:lnTo>
                  <a:pt x="23507" y="6814"/>
                </a:lnTo>
                <a:lnTo>
                  <a:pt x="14914" y="1185"/>
                </a:lnTo>
                <a:close/>
              </a:path>
            </a:pathLst>
          </a:custGeom>
          <a:solidFill>
            <a:srgbClr val="1F1F1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208625" y="4585131"/>
            <a:ext cx="42718" cy="118110"/>
          </a:xfrm>
          <a:custGeom>
            <a:avLst/>
            <a:gdLst/>
            <a:ahLst/>
            <a:cxnLst/>
            <a:rect l="l" t="t" r="r" b="b"/>
            <a:pathLst>
              <a:path w="42718" h="118110">
                <a:moveTo>
                  <a:pt x="14914" y="1185"/>
                </a:moveTo>
                <a:lnTo>
                  <a:pt x="23507" y="6814"/>
                </a:lnTo>
                <a:lnTo>
                  <a:pt x="40200" y="59993"/>
                </a:lnTo>
                <a:lnTo>
                  <a:pt x="42718" y="84682"/>
                </a:lnTo>
                <a:lnTo>
                  <a:pt x="42718" y="94014"/>
                </a:lnTo>
                <a:lnTo>
                  <a:pt x="41385" y="104482"/>
                </a:lnTo>
                <a:lnTo>
                  <a:pt x="40792" y="110703"/>
                </a:lnTo>
                <a:lnTo>
                  <a:pt x="39986" y="113222"/>
                </a:lnTo>
                <a:lnTo>
                  <a:pt x="38422" y="118110"/>
                </a:lnTo>
                <a:lnTo>
                  <a:pt x="31607" y="117468"/>
                </a:lnTo>
                <a:lnTo>
                  <a:pt x="23507" y="113222"/>
                </a:lnTo>
                <a:lnTo>
                  <a:pt x="16692" y="107000"/>
                </a:lnTo>
                <a:lnTo>
                  <a:pt x="11803" y="97075"/>
                </a:lnTo>
                <a:lnTo>
                  <a:pt x="7506" y="86607"/>
                </a:lnTo>
                <a:lnTo>
                  <a:pt x="3111" y="71103"/>
                </a:lnTo>
                <a:lnTo>
                  <a:pt x="0" y="56882"/>
                </a:lnTo>
                <a:lnTo>
                  <a:pt x="0" y="45674"/>
                </a:lnTo>
                <a:lnTo>
                  <a:pt x="0" y="36489"/>
                </a:lnTo>
                <a:lnTo>
                  <a:pt x="1926" y="22170"/>
                </a:lnTo>
                <a:lnTo>
                  <a:pt x="3802" y="11702"/>
                </a:lnTo>
                <a:lnTo>
                  <a:pt x="7506" y="0"/>
                </a:lnTo>
                <a:lnTo>
                  <a:pt x="14914" y="1185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208033" y="4547900"/>
            <a:ext cx="131515" cy="137417"/>
          </a:xfrm>
          <a:custGeom>
            <a:avLst/>
            <a:gdLst/>
            <a:ahLst/>
            <a:cxnLst/>
            <a:rect l="l" t="t" r="r" b="b"/>
            <a:pathLst>
              <a:path w="131515" h="137417">
                <a:moveTo>
                  <a:pt x="1926" y="66807"/>
                </a:moveTo>
                <a:lnTo>
                  <a:pt x="0" y="89126"/>
                </a:lnTo>
                <a:lnTo>
                  <a:pt x="5630" y="115098"/>
                </a:lnTo>
                <a:lnTo>
                  <a:pt x="16692" y="137417"/>
                </a:lnTo>
                <a:lnTo>
                  <a:pt x="61189" y="105815"/>
                </a:lnTo>
                <a:lnTo>
                  <a:pt x="65741" y="104971"/>
                </a:lnTo>
                <a:lnTo>
                  <a:pt x="111266" y="96532"/>
                </a:lnTo>
                <a:lnTo>
                  <a:pt x="131515" y="0"/>
                </a:lnTo>
                <a:lnTo>
                  <a:pt x="31281" y="34169"/>
                </a:lnTo>
                <a:lnTo>
                  <a:pt x="6222" y="42711"/>
                </a:lnTo>
                <a:lnTo>
                  <a:pt x="1926" y="66807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208033" y="4547900"/>
            <a:ext cx="131515" cy="137417"/>
          </a:xfrm>
          <a:custGeom>
            <a:avLst/>
            <a:gdLst/>
            <a:ahLst/>
            <a:cxnLst/>
            <a:rect l="l" t="t" r="r" b="b"/>
            <a:pathLst>
              <a:path w="131515" h="137417">
                <a:moveTo>
                  <a:pt x="111266" y="96532"/>
                </a:moveTo>
                <a:lnTo>
                  <a:pt x="65741" y="104971"/>
                </a:lnTo>
                <a:lnTo>
                  <a:pt x="61189" y="105815"/>
                </a:lnTo>
                <a:lnTo>
                  <a:pt x="16692" y="137417"/>
                </a:lnTo>
                <a:lnTo>
                  <a:pt x="5630" y="115098"/>
                </a:lnTo>
                <a:lnTo>
                  <a:pt x="0" y="89126"/>
                </a:lnTo>
                <a:lnTo>
                  <a:pt x="1926" y="66807"/>
                </a:lnTo>
                <a:lnTo>
                  <a:pt x="6222" y="42711"/>
                </a:lnTo>
                <a:lnTo>
                  <a:pt x="31281" y="34169"/>
                </a:lnTo>
                <a:lnTo>
                  <a:pt x="131515" y="0"/>
                </a:lnTo>
                <a:lnTo>
                  <a:pt x="111266" y="96532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269815" y="4539901"/>
            <a:ext cx="214286" cy="210297"/>
          </a:xfrm>
          <a:custGeom>
            <a:avLst/>
            <a:gdLst/>
            <a:ahLst/>
            <a:cxnLst/>
            <a:rect l="l" t="t" r="r" b="b"/>
            <a:pathLst>
              <a:path w="214286" h="210297">
                <a:moveTo>
                  <a:pt x="133441" y="13035"/>
                </a:moveTo>
                <a:lnTo>
                  <a:pt x="122921" y="11109"/>
                </a:lnTo>
                <a:lnTo>
                  <a:pt x="115563" y="8739"/>
                </a:lnTo>
                <a:lnTo>
                  <a:pt x="107464" y="4888"/>
                </a:lnTo>
                <a:lnTo>
                  <a:pt x="98278" y="1185"/>
                </a:lnTo>
                <a:lnTo>
                  <a:pt x="91463" y="0"/>
                </a:lnTo>
                <a:lnTo>
                  <a:pt x="90843" y="53"/>
                </a:lnTo>
                <a:lnTo>
                  <a:pt x="84647" y="592"/>
                </a:lnTo>
                <a:lnTo>
                  <a:pt x="72251" y="4888"/>
                </a:lnTo>
                <a:lnTo>
                  <a:pt x="68341" y="7406"/>
                </a:lnTo>
                <a:lnTo>
                  <a:pt x="60596" y="12393"/>
                </a:lnTo>
                <a:lnTo>
                  <a:pt x="51855" y="18615"/>
                </a:lnTo>
                <a:lnTo>
                  <a:pt x="46373" y="22318"/>
                </a:lnTo>
                <a:lnTo>
                  <a:pt x="33977" y="24688"/>
                </a:lnTo>
                <a:lnTo>
                  <a:pt x="24693" y="27799"/>
                </a:lnTo>
                <a:lnTo>
                  <a:pt x="16692" y="33428"/>
                </a:lnTo>
                <a:lnTo>
                  <a:pt x="10469" y="40193"/>
                </a:lnTo>
                <a:lnTo>
                  <a:pt x="3703" y="48932"/>
                </a:lnTo>
                <a:lnTo>
                  <a:pt x="0" y="59400"/>
                </a:lnTo>
                <a:lnTo>
                  <a:pt x="592" y="67992"/>
                </a:lnTo>
                <a:lnTo>
                  <a:pt x="15507" y="89718"/>
                </a:lnTo>
                <a:lnTo>
                  <a:pt x="37088" y="119443"/>
                </a:lnTo>
                <a:lnTo>
                  <a:pt x="40200" y="126208"/>
                </a:lnTo>
                <a:lnTo>
                  <a:pt x="41978" y="134207"/>
                </a:lnTo>
                <a:lnTo>
                  <a:pt x="44496" y="155341"/>
                </a:lnTo>
                <a:lnTo>
                  <a:pt x="44496" y="168228"/>
                </a:lnTo>
                <a:lnTo>
                  <a:pt x="43262" y="183733"/>
                </a:lnTo>
                <a:lnTo>
                  <a:pt x="43854" y="195534"/>
                </a:lnTo>
                <a:lnTo>
                  <a:pt x="46373" y="200422"/>
                </a:lnTo>
                <a:lnTo>
                  <a:pt x="50077" y="202940"/>
                </a:lnTo>
                <a:lnTo>
                  <a:pt x="55559" y="203533"/>
                </a:lnTo>
                <a:lnTo>
                  <a:pt x="61189" y="202348"/>
                </a:lnTo>
                <a:lnTo>
                  <a:pt x="63423" y="200422"/>
                </a:lnTo>
                <a:lnTo>
                  <a:pt x="64798" y="199237"/>
                </a:lnTo>
                <a:lnTo>
                  <a:pt x="65485" y="198644"/>
                </a:lnTo>
                <a:lnTo>
                  <a:pt x="67955" y="194793"/>
                </a:lnTo>
                <a:lnTo>
                  <a:pt x="68547" y="191090"/>
                </a:lnTo>
                <a:lnTo>
                  <a:pt x="68547" y="170697"/>
                </a:lnTo>
                <a:lnTo>
                  <a:pt x="69140" y="155341"/>
                </a:lnTo>
                <a:lnTo>
                  <a:pt x="67955" y="143539"/>
                </a:lnTo>
                <a:lnTo>
                  <a:pt x="66078" y="128726"/>
                </a:lnTo>
                <a:lnTo>
                  <a:pt x="67362" y="126208"/>
                </a:lnTo>
                <a:lnTo>
                  <a:pt x="71066" y="126208"/>
                </a:lnTo>
                <a:lnTo>
                  <a:pt x="72844" y="129319"/>
                </a:lnTo>
                <a:lnTo>
                  <a:pt x="83363" y="149712"/>
                </a:lnTo>
                <a:lnTo>
                  <a:pt x="96352" y="175733"/>
                </a:lnTo>
                <a:lnTo>
                  <a:pt x="119267" y="207829"/>
                </a:lnTo>
                <a:lnTo>
                  <a:pt x="124749" y="209705"/>
                </a:lnTo>
                <a:lnTo>
                  <a:pt x="132255" y="210297"/>
                </a:lnTo>
                <a:lnTo>
                  <a:pt x="137145" y="207829"/>
                </a:lnTo>
                <a:lnTo>
                  <a:pt x="140849" y="203533"/>
                </a:lnTo>
                <a:lnTo>
                  <a:pt x="142034" y="199237"/>
                </a:lnTo>
                <a:lnTo>
                  <a:pt x="141441" y="194200"/>
                </a:lnTo>
                <a:lnTo>
                  <a:pt x="139021" y="188720"/>
                </a:lnTo>
                <a:lnTo>
                  <a:pt x="134626" y="183140"/>
                </a:lnTo>
                <a:lnTo>
                  <a:pt x="122329" y="166401"/>
                </a:lnTo>
                <a:lnTo>
                  <a:pt x="117341" y="155933"/>
                </a:lnTo>
                <a:lnTo>
                  <a:pt x="114970" y="150304"/>
                </a:lnTo>
                <a:lnTo>
                  <a:pt x="114732" y="149712"/>
                </a:lnTo>
                <a:lnTo>
                  <a:pt x="114256" y="148526"/>
                </a:lnTo>
                <a:lnTo>
                  <a:pt x="110526" y="139244"/>
                </a:lnTo>
                <a:lnTo>
                  <a:pt x="100648" y="125615"/>
                </a:lnTo>
                <a:lnTo>
                  <a:pt x="129144" y="157711"/>
                </a:lnTo>
                <a:lnTo>
                  <a:pt x="140256" y="170104"/>
                </a:lnTo>
                <a:lnTo>
                  <a:pt x="157541" y="184918"/>
                </a:lnTo>
                <a:lnTo>
                  <a:pt x="163122" y="188028"/>
                </a:lnTo>
                <a:lnTo>
                  <a:pt x="170530" y="189312"/>
                </a:lnTo>
                <a:lnTo>
                  <a:pt x="177345" y="188028"/>
                </a:lnTo>
                <a:lnTo>
                  <a:pt x="181592" y="184918"/>
                </a:lnTo>
                <a:lnTo>
                  <a:pt x="184703" y="180622"/>
                </a:lnTo>
                <a:lnTo>
                  <a:pt x="185296" y="174400"/>
                </a:lnTo>
                <a:lnTo>
                  <a:pt x="182827" y="168919"/>
                </a:lnTo>
                <a:lnTo>
                  <a:pt x="175419" y="162105"/>
                </a:lnTo>
                <a:lnTo>
                  <a:pt x="161245" y="152230"/>
                </a:lnTo>
                <a:lnTo>
                  <a:pt x="154430" y="144724"/>
                </a:lnTo>
                <a:lnTo>
                  <a:pt x="148207" y="138602"/>
                </a:lnTo>
                <a:lnTo>
                  <a:pt x="138972" y="129319"/>
                </a:lnTo>
                <a:lnTo>
                  <a:pt x="138382" y="128726"/>
                </a:lnTo>
                <a:lnTo>
                  <a:pt x="129737" y="120036"/>
                </a:lnTo>
                <a:lnTo>
                  <a:pt x="128453" y="115147"/>
                </a:lnTo>
                <a:lnTo>
                  <a:pt x="130749" y="114592"/>
                </a:lnTo>
                <a:lnTo>
                  <a:pt x="131515" y="114407"/>
                </a:lnTo>
                <a:lnTo>
                  <a:pt x="134033" y="116925"/>
                </a:lnTo>
                <a:lnTo>
                  <a:pt x="152504" y="134207"/>
                </a:lnTo>
                <a:lnTo>
                  <a:pt x="176012" y="148526"/>
                </a:lnTo>
                <a:lnTo>
                  <a:pt x="189000" y="158451"/>
                </a:lnTo>
                <a:lnTo>
                  <a:pt x="195815" y="162105"/>
                </a:lnTo>
                <a:lnTo>
                  <a:pt x="203223" y="162698"/>
                </a:lnTo>
                <a:lnTo>
                  <a:pt x="209397" y="160821"/>
                </a:lnTo>
                <a:lnTo>
                  <a:pt x="212508" y="158451"/>
                </a:lnTo>
                <a:lnTo>
                  <a:pt x="214286" y="153415"/>
                </a:lnTo>
                <a:lnTo>
                  <a:pt x="214286" y="148526"/>
                </a:lnTo>
                <a:lnTo>
                  <a:pt x="211174" y="143539"/>
                </a:lnTo>
                <a:lnTo>
                  <a:pt x="206285" y="139244"/>
                </a:lnTo>
                <a:lnTo>
                  <a:pt x="200705" y="135540"/>
                </a:lnTo>
                <a:lnTo>
                  <a:pt x="195223" y="132429"/>
                </a:lnTo>
                <a:lnTo>
                  <a:pt x="181592" y="121221"/>
                </a:lnTo>
                <a:lnTo>
                  <a:pt x="162430" y="105815"/>
                </a:lnTo>
                <a:lnTo>
                  <a:pt x="150133" y="91496"/>
                </a:lnTo>
                <a:lnTo>
                  <a:pt x="140849" y="76139"/>
                </a:lnTo>
                <a:lnTo>
                  <a:pt x="134033" y="57524"/>
                </a:lnTo>
                <a:lnTo>
                  <a:pt x="134033" y="51303"/>
                </a:lnTo>
                <a:lnTo>
                  <a:pt x="138330" y="44488"/>
                </a:lnTo>
                <a:lnTo>
                  <a:pt x="142725" y="42711"/>
                </a:lnTo>
                <a:lnTo>
                  <a:pt x="145279" y="42207"/>
                </a:lnTo>
                <a:lnTo>
                  <a:pt x="168011" y="37724"/>
                </a:lnTo>
                <a:lnTo>
                  <a:pt x="179980" y="33428"/>
                </a:lnTo>
                <a:lnTo>
                  <a:pt x="183419" y="32194"/>
                </a:lnTo>
                <a:lnTo>
                  <a:pt x="202581" y="30910"/>
                </a:lnTo>
                <a:lnTo>
                  <a:pt x="207470" y="27206"/>
                </a:lnTo>
                <a:lnTo>
                  <a:pt x="208211" y="20985"/>
                </a:lnTo>
                <a:lnTo>
                  <a:pt x="208211" y="16689"/>
                </a:lnTo>
                <a:lnTo>
                  <a:pt x="206285" y="13035"/>
                </a:lnTo>
                <a:lnTo>
                  <a:pt x="198927" y="9332"/>
                </a:lnTo>
                <a:lnTo>
                  <a:pt x="190926" y="7406"/>
                </a:lnTo>
                <a:lnTo>
                  <a:pt x="184111" y="7406"/>
                </a:lnTo>
                <a:lnTo>
                  <a:pt x="172900" y="9924"/>
                </a:lnTo>
                <a:lnTo>
                  <a:pt x="161245" y="12393"/>
                </a:lnTo>
                <a:lnTo>
                  <a:pt x="150133" y="13035"/>
                </a:lnTo>
                <a:lnTo>
                  <a:pt x="133441" y="13035"/>
                </a:lnTo>
                <a:close/>
              </a:path>
            </a:pathLst>
          </a:custGeom>
          <a:solidFill>
            <a:srgbClr val="FFC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269815" y="4539901"/>
            <a:ext cx="214286" cy="210297"/>
          </a:xfrm>
          <a:custGeom>
            <a:avLst/>
            <a:gdLst/>
            <a:ahLst/>
            <a:cxnLst/>
            <a:rect l="l" t="t" r="r" b="b"/>
            <a:pathLst>
              <a:path w="214286" h="210297">
                <a:moveTo>
                  <a:pt x="98278" y="1185"/>
                </a:moveTo>
                <a:lnTo>
                  <a:pt x="107464" y="4888"/>
                </a:lnTo>
                <a:lnTo>
                  <a:pt x="115563" y="8739"/>
                </a:lnTo>
                <a:lnTo>
                  <a:pt x="122921" y="11109"/>
                </a:lnTo>
                <a:lnTo>
                  <a:pt x="133441" y="13035"/>
                </a:lnTo>
                <a:lnTo>
                  <a:pt x="150133" y="13035"/>
                </a:lnTo>
                <a:lnTo>
                  <a:pt x="161245" y="12393"/>
                </a:lnTo>
                <a:lnTo>
                  <a:pt x="172900" y="9924"/>
                </a:lnTo>
                <a:lnTo>
                  <a:pt x="184111" y="7406"/>
                </a:lnTo>
                <a:lnTo>
                  <a:pt x="190926" y="7406"/>
                </a:lnTo>
                <a:lnTo>
                  <a:pt x="198927" y="9332"/>
                </a:lnTo>
                <a:lnTo>
                  <a:pt x="206285" y="13035"/>
                </a:lnTo>
                <a:lnTo>
                  <a:pt x="208211" y="16689"/>
                </a:lnTo>
                <a:lnTo>
                  <a:pt x="208211" y="20985"/>
                </a:lnTo>
                <a:lnTo>
                  <a:pt x="207470" y="27206"/>
                </a:lnTo>
                <a:lnTo>
                  <a:pt x="202581" y="30910"/>
                </a:lnTo>
                <a:lnTo>
                  <a:pt x="183419" y="32194"/>
                </a:lnTo>
                <a:lnTo>
                  <a:pt x="179980" y="33428"/>
                </a:lnTo>
                <a:lnTo>
                  <a:pt x="168011" y="37724"/>
                </a:lnTo>
                <a:lnTo>
                  <a:pt x="145279" y="42207"/>
                </a:lnTo>
                <a:lnTo>
                  <a:pt x="142725" y="42711"/>
                </a:lnTo>
                <a:lnTo>
                  <a:pt x="138330" y="44488"/>
                </a:lnTo>
                <a:lnTo>
                  <a:pt x="134033" y="51303"/>
                </a:lnTo>
                <a:lnTo>
                  <a:pt x="134033" y="57524"/>
                </a:lnTo>
                <a:lnTo>
                  <a:pt x="140849" y="76139"/>
                </a:lnTo>
                <a:lnTo>
                  <a:pt x="150133" y="91496"/>
                </a:lnTo>
                <a:lnTo>
                  <a:pt x="162430" y="105815"/>
                </a:lnTo>
                <a:lnTo>
                  <a:pt x="181592" y="121221"/>
                </a:lnTo>
                <a:lnTo>
                  <a:pt x="195223" y="132429"/>
                </a:lnTo>
                <a:lnTo>
                  <a:pt x="200705" y="135540"/>
                </a:lnTo>
                <a:lnTo>
                  <a:pt x="206285" y="139244"/>
                </a:lnTo>
                <a:lnTo>
                  <a:pt x="211174" y="143539"/>
                </a:lnTo>
                <a:lnTo>
                  <a:pt x="214286" y="148526"/>
                </a:lnTo>
                <a:lnTo>
                  <a:pt x="214286" y="153415"/>
                </a:lnTo>
                <a:lnTo>
                  <a:pt x="212508" y="158451"/>
                </a:lnTo>
                <a:lnTo>
                  <a:pt x="209397" y="160821"/>
                </a:lnTo>
                <a:lnTo>
                  <a:pt x="203223" y="162698"/>
                </a:lnTo>
                <a:lnTo>
                  <a:pt x="195815" y="162105"/>
                </a:lnTo>
                <a:lnTo>
                  <a:pt x="189000" y="158451"/>
                </a:lnTo>
                <a:lnTo>
                  <a:pt x="176012" y="148526"/>
                </a:lnTo>
                <a:lnTo>
                  <a:pt x="152504" y="134207"/>
                </a:lnTo>
                <a:lnTo>
                  <a:pt x="134033" y="116925"/>
                </a:lnTo>
                <a:lnTo>
                  <a:pt x="131515" y="114407"/>
                </a:lnTo>
                <a:lnTo>
                  <a:pt x="130749" y="114592"/>
                </a:lnTo>
                <a:lnTo>
                  <a:pt x="128453" y="115147"/>
                </a:lnTo>
                <a:lnTo>
                  <a:pt x="129737" y="120036"/>
                </a:lnTo>
                <a:lnTo>
                  <a:pt x="138382" y="128726"/>
                </a:lnTo>
                <a:lnTo>
                  <a:pt x="138972" y="129319"/>
                </a:lnTo>
                <a:lnTo>
                  <a:pt x="148207" y="138602"/>
                </a:lnTo>
                <a:lnTo>
                  <a:pt x="154430" y="144724"/>
                </a:lnTo>
                <a:lnTo>
                  <a:pt x="161245" y="152230"/>
                </a:lnTo>
                <a:lnTo>
                  <a:pt x="175419" y="162105"/>
                </a:lnTo>
                <a:lnTo>
                  <a:pt x="182827" y="168919"/>
                </a:lnTo>
                <a:lnTo>
                  <a:pt x="185296" y="174400"/>
                </a:lnTo>
                <a:lnTo>
                  <a:pt x="184703" y="180622"/>
                </a:lnTo>
                <a:lnTo>
                  <a:pt x="181592" y="184918"/>
                </a:lnTo>
                <a:lnTo>
                  <a:pt x="177345" y="188028"/>
                </a:lnTo>
                <a:lnTo>
                  <a:pt x="170530" y="189312"/>
                </a:lnTo>
                <a:lnTo>
                  <a:pt x="163122" y="188028"/>
                </a:lnTo>
                <a:lnTo>
                  <a:pt x="157541" y="184918"/>
                </a:lnTo>
                <a:lnTo>
                  <a:pt x="140256" y="170104"/>
                </a:lnTo>
                <a:lnTo>
                  <a:pt x="129144" y="157711"/>
                </a:lnTo>
                <a:lnTo>
                  <a:pt x="100648" y="125615"/>
                </a:lnTo>
                <a:lnTo>
                  <a:pt x="110526" y="139244"/>
                </a:lnTo>
                <a:lnTo>
                  <a:pt x="114256" y="148526"/>
                </a:lnTo>
                <a:lnTo>
                  <a:pt x="114732" y="149712"/>
                </a:lnTo>
                <a:lnTo>
                  <a:pt x="114970" y="150304"/>
                </a:lnTo>
                <a:lnTo>
                  <a:pt x="117341" y="155933"/>
                </a:lnTo>
                <a:lnTo>
                  <a:pt x="122329" y="166401"/>
                </a:lnTo>
                <a:lnTo>
                  <a:pt x="134626" y="183140"/>
                </a:lnTo>
                <a:lnTo>
                  <a:pt x="139021" y="188720"/>
                </a:lnTo>
                <a:lnTo>
                  <a:pt x="141441" y="194200"/>
                </a:lnTo>
                <a:lnTo>
                  <a:pt x="142034" y="199237"/>
                </a:lnTo>
                <a:lnTo>
                  <a:pt x="140849" y="203533"/>
                </a:lnTo>
                <a:lnTo>
                  <a:pt x="137145" y="207829"/>
                </a:lnTo>
                <a:lnTo>
                  <a:pt x="132255" y="210297"/>
                </a:lnTo>
                <a:lnTo>
                  <a:pt x="124749" y="209705"/>
                </a:lnTo>
                <a:lnTo>
                  <a:pt x="119267" y="207829"/>
                </a:lnTo>
                <a:lnTo>
                  <a:pt x="96352" y="175733"/>
                </a:lnTo>
                <a:lnTo>
                  <a:pt x="83363" y="149712"/>
                </a:lnTo>
                <a:lnTo>
                  <a:pt x="72844" y="129319"/>
                </a:lnTo>
                <a:lnTo>
                  <a:pt x="71066" y="126208"/>
                </a:lnTo>
                <a:lnTo>
                  <a:pt x="67362" y="126208"/>
                </a:lnTo>
                <a:lnTo>
                  <a:pt x="66078" y="128726"/>
                </a:lnTo>
                <a:lnTo>
                  <a:pt x="67955" y="143539"/>
                </a:lnTo>
                <a:lnTo>
                  <a:pt x="69140" y="155341"/>
                </a:lnTo>
                <a:lnTo>
                  <a:pt x="68547" y="170697"/>
                </a:lnTo>
                <a:lnTo>
                  <a:pt x="68547" y="191090"/>
                </a:lnTo>
                <a:lnTo>
                  <a:pt x="67955" y="194793"/>
                </a:lnTo>
                <a:lnTo>
                  <a:pt x="65485" y="198644"/>
                </a:lnTo>
                <a:lnTo>
                  <a:pt x="64798" y="199237"/>
                </a:lnTo>
                <a:lnTo>
                  <a:pt x="63423" y="200422"/>
                </a:lnTo>
                <a:lnTo>
                  <a:pt x="61189" y="202348"/>
                </a:lnTo>
                <a:lnTo>
                  <a:pt x="55559" y="203533"/>
                </a:lnTo>
                <a:lnTo>
                  <a:pt x="50077" y="202940"/>
                </a:lnTo>
                <a:lnTo>
                  <a:pt x="46373" y="200422"/>
                </a:lnTo>
                <a:lnTo>
                  <a:pt x="43854" y="195534"/>
                </a:lnTo>
                <a:lnTo>
                  <a:pt x="43262" y="183733"/>
                </a:lnTo>
                <a:lnTo>
                  <a:pt x="44496" y="168228"/>
                </a:lnTo>
                <a:lnTo>
                  <a:pt x="44496" y="155341"/>
                </a:lnTo>
                <a:lnTo>
                  <a:pt x="41978" y="134207"/>
                </a:lnTo>
                <a:lnTo>
                  <a:pt x="40200" y="126208"/>
                </a:lnTo>
                <a:lnTo>
                  <a:pt x="37088" y="119443"/>
                </a:lnTo>
                <a:lnTo>
                  <a:pt x="15507" y="89718"/>
                </a:lnTo>
                <a:lnTo>
                  <a:pt x="592" y="67992"/>
                </a:lnTo>
                <a:lnTo>
                  <a:pt x="0" y="59400"/>
                </a:lnTo>
                <a:lnTo>
                  <a:pt x="3703" y="48932"/>
                </a:lnTo>
                <a:lnTo>
                  <a:pt x="10469" y="40193"/>
                </a:lnTo>
                <a:lnTo>
                  <a:pt x="16692" y="33428"/>
                </a:lnTo>
                <a:lnTo>
                  <a:pt x="24693" y="27799"/>
                </a:lnTo>
                <a:lnTo>
                  <a:pt x="33977" y="24688"/>
                </a:lnTo>
                <a:lnTo>
                  <a:pt x="46373" y="22318"/>
                </a:lnTo>
                <a:lnTo>
                  <a:pt x="51855" y="18615"/>
                </a:lnTo>
                <a:lnTo>
                  <a:pt x="60596" y="12393"/>
                </a:lnTo>
                <a:lnTo>
                  <a:pt x="68341" y="7406"/>
                </a:lnTo>
                <a:lnTo>
                  <a:pt x="72251" y="4888"/>
                </a:lnTo>
                <a:lnTo>
                  <a:pt x="84647" y="592"/>
                </a:lnTo>
                <a:lnTo>
                  <a:pt x="90843" y="53"/>
                </a:lnTo>
                <a:lnTo>
                  <a:pt x="91463" y="0"/>
                </a:lnTo>
                <a:lnTo>
                  <a:pt x="98278" y="1185"/>
                </a:lnTo>
                <a:close/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330411" y="4568441"/>
            <a:ext cx="23458" cy="39452"/>
          </a:xfrm>
          <a:custGeom>
            <a:avLst/>
            <a:gdLst/>
            <a:ahLst/>
            <a:cxnLst/>
            <a:rect l="l" t="t" r="r" b="b"/>
            <a:pathLst>
              <a:path w="23458" h="39452">
                <a:moveTo>
                  <a:pt x="0" y="0"/>
                </a:moveTo>
                <a:lnTo>
                  <a:pt x="0" y="1777"/>
                </a:lnTo>
                <a:lnTo>
                  <a:pt x="0" y="3653"/>
                </a:lnTo>
                <a:lnTo>
                  <a:pt x="0" y="5480"/>
                </a:lnTo>
                <a:lnTo>
                  <a:pt x="2382" y="22339"/>
                </a:lnTo>
                <a:lnTo>
                  <a:pt x="8766" y="34517"/>
                </a:lnTo>
                <a:lnTo>
                  <a:pt x="18008" y="39442"/>
                </a:lnTo>
                <a:lnTo>
                  <a:pt x="18470" y="39452"/>
                </a:lnTo>
                <a:lnTo>
                  <a:pt x="20347" y="38859"/>
                </a:lnTo>
                <a:lnTo>
                  <a:pt x="21581" y="38859"/>
                </a:lnTo>
                <a:lnTo>
                  <a:pt x="23458" y="38267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70575" y="4078441"/>
            <a:ext cx="58670" cy="20265"/>
          </a:xfrm>
          <a:custGeom>
            <a:avLst/>
            <a:gdLst/>
            <a:ahLst/>
            <a:cxnLst/>
            <a:rect l="l" t="t" r="r" b="b"/>
            <a:pathLst>
              <a:path w="58670" h="20265">
                <a:moveTo>
                  <a:pt x="58670" y="20265"/>
                </a:moveTo>
                <a:lnTo>
                  <a:pt x="0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957942" y="4105231"/>
            <a:ext cx="54976" cy="12223"/>
          </a:xfrm>
          <a:custGeom>
            <a:avLst/>
            <a:gdLst/>
            <a:ahLst/>
            <a:cxnLst/>
            <a:rect l="l" t="t" r="r" b="b"/>
            <a:pathLst>
              <a:path w="54976" h="12223">
                <a:moveTo>
                  <a:pt x="54976" y="0"/>
                </a:moveTo>
                <a:lnTo>
                  <a:pt x="0" y="12223"/>
                </a:lnTo>
                <a:lnTo>
                  <a:pt x="54976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75644" y="3853296"/>
            <a:ext cx="31934" cy="38379"/>
          </a:xfrm>
          <a:custGeom>
            <a:avLst/>
            <a:gdLst/>
            <a:ahLst/>
            <a:cxnLst/>
            <a:rect l="l" t="t" r="r" b="b"/>
            <a:pathLst>
              <a:path w="31934" h="38379">
                <a:moveTo>
                  <a:pt x="31934" y="38379"/>
                </a:moveTo>
                <a:lnTo>
                  <a:pt x="0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884406" y="3866283"/>
            <a:ext cx="25966" cy="31612"/>
          </a:xfrm>
          <a:custGeom>
            <a:avLst/>
            <a:gdLst/>
            <a:ahLst/>
            <a:cxnLst/>
            <a:rect l="l" t="t" r="r" b="b"/>
            <a:pathLst>
              <a:path w="25966" h="31612">
                <a:moveTo>
                  <a:pt x="0" y="31612"/>
                </a:moveTo>
                <a:lnTo>
                  <a:pt x="25966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746076" y="3812499"/>
            <a:ext cx="1360" cy="53204"/>
          </a:xfrm>
          <a:custGeom>
            <a:avLst/>
            <a:gdLst/>
            <a:ahLst/>
            <a:cxnLst/>
            <a:rect l="l" t="t" r="r" b="b"/>
            <a:pathLst>
              <a:path w="1360" h="53204">
                <a:moveTo>
                  <a:pt x="1360" y="53204"/>
                </a:moveTo>
                <a:lnTo>
                  <a:pt x="0" y="0"/>
                </a:lnTo>
              </a:path>
            </a:pathLst>
          </a:custGeom>
          <a:ln w="4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00281" y="3966503"/>
            <a:ext cx="43288" cy="14704"/>
          </a:xfrm>
          <a:custGeom>
            <a:avLst/>
            <a:gdLst/>
            <a:ahLst/>
            <a:cxnLst/>
            <a:rect l="l" t="t" r="r" b="b"/>
            <a:pathLst>
              <a:path w="43288" h="14704">
                <a:moveTo>
                  <a:pt x="43288" y="14703"/>
                </a:moveTo>
                <a:lnTo>
                  <a:pt x="0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965349" y="3980398"/>
            <a:ext cx="41977" cy="7737"/>
          </a:xfrm>
          <a:custGeom>
            <a:avLst/>
            <a:gdLst/>
            <a:ahLst/>
            <a:cxnLst/>
            <a:rect l="l" t="t" r="r" b="b"/>
            <a:pathLst>
              <a:path w="41977" h="7737">
                <a:moveTo>
                  <a:pt x="41977" y="0"/>
                </a:moveTo>
                <a:lnTo>
                  <a:pt x="0" y="7737"/>
                </a:lnTo>
                <a:lnTo>
                  <a:pt x="41977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05861" y="4214879"/>
            <a:ext cx="39472" cy="12697"/>
          </a:xfrm>
          <a:custGeom>
            <a:avLst/>
            <a:gdLst/>
            <a:ahLst/>
            <a:cxnLst/>
            <a:rect l="l" t="t" r="r" b="b"/>
            <a:pathLst>
              <a:path w="39472" h="12697">
                <a:moveTo>
                  <a:pt x="39472" y="0"/>
                </a:moveTo>
                <a:lnTo>
                  <a:pt x="0" y="12697"/>
                </a:lnTo>
                <a:lnTo>
                  <a:pt x="39472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952954" y="4212669"/>
            <a:ext cx="48774" cy="14467"/>
          </a:xfrm>
          <a:custGeom>
            <a:avLst/>
            <a:gdLst/>
            <a:ahLst/>
            <a:cxnLst/>
            <a:rect l="l" t="t" r="r" b="b"/>
            <a:pathLst>
              <a:path w="48774" h="14467">
                <a:moveTo>
                  <a:pt x="48774" y="14467"/>
                </a:moveTo>
                <a:lnTo>
                  <a:pt x="0" y="0"/>
                </a:lnTo>
              </a:path>
            </a:pathLst>
          </a:custGeom>
          <a:ln w="4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457200" y="1676400"/>
            <a:ext cx="2743200" cy="2073275"/>
          </a:xfrm>
          <a:custGeom>
            <a:avLst/>
            <a:gdLst/>
            <a:ahLst/>
            <a:cxnLst/>
            <a:rect l="l" t="t" r="r" b="b"/>
            <a:pathLst>
              <a:path w="2743200" h="2073275">
                <a:moveTo>
                  <a:pt x="2743200" y="533400"/>
                </a:moveTo>
                <a:lnTo>
                  <a:pt x="2743200" y="152400"/>
                </a:lnTo>
                <a:lnTo>
                  <a:pt x="2742540" y="138120"/>
                </a:lnTo>
                <a:lnTo>
                  <a:pt x="2732668" y="96595"/>
                </a:lnTo>
                <a:lnTo>
                  <a:pt x="2712299" y="60360"/>
                </a:lnTo>
                <a:lnTo>
                  <a:pt x="2683162" y="31146"/>
                </a:lnTo>
                <a:lnTo>
                  <a:pt x="2646988" y="10683"/>
                </a:lnTo>
                <a:lnTo>
                  <a:pt x="2605507" y="699"/>
                </a:lnTo>
                <a:lnTo>
                  <a:pt x="2590800" y="0"/>
                </a:lnTo>
                <a:lnTo>
                  <a:pt x="152400" y="0"/>
                </a:lnTo>
                <a:lnTo>
                  <a:pt x="109948" y="5988"/>
                </a:lnTo>
                <a:lnTo>
                  <a:pt x="71761" y="23051"/>
                </a:lnTo>
                <a:lnTo>
                  <a:pt x="40011" y="49457"/>
                </a:lnTo>
                <a:lnTo>
                  <a:pt x="16432" y="83478"/>
                </a:lnTo>
                <a:lnTo>
                  <a:pt x="2757" y="123382"/>
                </a:lnTo>
                <a:lnTo>
                  <a:pt x="0" y="152400"/>
                </a:lnTo>
                <a:lnTo>
                  <a:pt x="0" y="762000"/>
                </a:lnTo>
                <a:lnTo>
                  <a:pt x="5991" y="804465"/>
                </a:lnTo>
                <a:lnTo>
                  <a:pt x="23060" y="842655"/>
                </a:lnTo>
                <a:lnTo>
                  <a:pt x="49472" y="874401"/>
                </a:lnTo>
                <a:lnTo>
                  <a:pt x="83495" y="897974"/>
                </a:lnTo>
                <a:lnTo>
                  <a:pt x="123393" y="911643"/>
                </a:lnTo>
                <a:lnTo>
                  <a:pt x="152400" y="914400"/>
                </a:lnTo>
                <a:lnTo>
                  <a:pt x="457200" y="914400"/>
                </a:lnTo>
                <a:lnTo>
                  <a:pt x="309626" y="2073275"/>
                </a:lnTo>
                <a:lnTo>
                  <a:pt x="1143000" y="914400"/>
                </a:lnTo>
                <a:lnTo>
                  <a:pt x="2590800" y="914400"/>
                </a:lnTo>
                <a:lnTo>
                  <a:pt x="2605079" y="913740"/>
                </a:lnTo>
                <a:lnTo>
                  <a:pt x="2619402" y="911723"/>
                </a:lnTo>
                <a:lnTo>
                  <a:pt x="2633265" y="908411"/>
                </a:lnTo>
                <a:lnTo>
                  <a:pt x="2646604" y="903868"/>
                </a:lnTo>
                <a:lnTo>
                  <a:pt x="2659355" y="898159"/>
                </a:lnTo>
                <a:lnTo>
                  <a:pt x="2671455" y="891348"/>
                </a:lnTo>
                <a:lnTo>
                  <a:pt x="2682839" y="883499"/>
                </a:lnTo>
                <a:lnTo>
                  <a:pt x="2693442" y="874675"/>
                </a:lnTo>
                <a:lnTo>
                  <a:pt x="2703201" y="864942"/>
                </a:lnTo>
                <a:lnTo>
                  <a:pt x="2712053" y="854362"/>
                </a:lnTo>
                <a:lnTo>
                  <a:pt x="2719932" y="843001"/>
                </a:lnTo>
                <a:lnTo>
                  <a:pt x="2726774" y="830921"/>
                </a:lnTo>
                <a:lnTo>
                  <a:pt x="2732516" y="818188"/>
                </a:lnTo>
                <a:lnTo>
                  <a:pt x="2737094" y="804865"/>
                </a:lnTo>
                <a:lnTo>
                  <a:pt x="2740443" y="791017"/>
                </a:lnTo>
                <a:lnTo>
                  <a:pt x="2742500" y="776707"/>
                </a:lnTo>
                <a:lnTo>
                  <a:pt x="2743200" y="762000"/>
                </a:lnTo>
                <a:lnTo>
                  <a:pt x="2743200" y="5334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57200" y="1676400"/>
            <a:ext cx="2743200" cy="2073275"/>
          </a:xfrm>
          <a:custGeom>
            <a:avLst/>
            <a:gdLst/>
            <a:ahLst/>
            <a:cxnLst/>
            <a:rect l="l" t="t" r="r" b="b"/>
            <a:pathLst>
              <a:path w="2743200" h="2073275">
                <a:moveTo>
                  <a:pt x="0" y="152400"/>
                </a:moveTo>
                <a:lnTo>
                  <a:pt x="2757" y="123382"/>
                </a:lnTo>
                <a:lnTo>
                  <a:pt x="10687" y="96211"/>
                </a:lnTo>
                <a:lnTo>
                  <a:pt x="23277" y="71398"/>
                </a:lnTo>
                <a:lnTo>
                  <a:pt x="40011" y="49457"/>
                </a:lnTo>
                <a:lnTo>
                  <a:pt x="60377" y="30900"/>
                </a:lnTo>
                <a:lnTo>
                  <a:pt x="83860" y="16240"/>
                </a:lnTo>
                <a:lnTo>
                  <a:pt x="109948" y="5988"/>
                </a:lnTo>
                <a:lnTo>
                  <a:pt x="138125" y="659"/>
                </a:lnTo>
                <a:lnTo>
                  <a:pt x="152400" y="0"/>
                </a:lnTo>
                <a:lnTo>
                  <a:pt x="457200" y="0"/>
                </a:lnTo>
                <a:lnTo>
                  <a:pt x="1143000" y="0"/>
                </a:lnTo>
                <a:lnTo>
                  <a:pt x="2590800" y="0"/>
                </a:lnTo>
                <a:lnTo>
                  <a:pt x="2605507" y="699"/>
                </a:lnTo>
                <a:lnTo>
                  <a:pt x="2633665" y="6105"/>
                </a:lnTo>
                <a:lnTo>
                  <a:pt x="2659721" y="16425"/>
                </a:lnTo>
                <a:lnTo>
                  <a:pt x="2683162" y="31146"/>
                </a:lnTo>
                <a:lnTo>
                  <a:pt x="2703475" y="49757"/>
                </a:lnTo>
                <a:lnTo>
                  <a:pt x="2720148" y="71744"/>
                </a:lnTo>
                <a:lnTo>
                  <a:pt x="2732668" y="96595"/>
                </a:lnTo>
                <a:lnTo>
                  <a:pt x="2740523" y="123797"/>
                </a:lnTo>
                <a:lnTo>
                  <a:pt x="2743200" y="152400"/>
                </a:lnTo>
                <a:lnTo>
                  <a:pt x="2743200" y="533400"/>
                </a:lnTo>
                <a:lnTo>
                  <a:pt x="2743200" y="762000"/>
                </a:lnTo>
                <a:lnTo>
                  <a:pt x="2742500" y="776707"/>
                </a:lnTo>
                <a:lnTo>
                  <a:pt x="2740443" y="791017"/>
                </a:lnTo>
                <a:lnTo>
                  <a:pt x="2726774" y="830921"/>
                </a:lnTo>
                <a:lnTo>
                  <a:pt x="2703201" y="864942"/>
                </a:lnTo>
                <a:lnTo>
                  <a:pt x="2671455" y="891348"/>
                </a:lnTo>
                <a:lnTo>
                  <a:pt x="2633265" y="908411"/>
                </a:lnTo>
                <a:lnTo>
                  <a:pt x="2590800" y="914400"/>
                </a:lnTo>
                <a:lnTo>
                  <a:pt x="1143000" y="914400"/>
                </a:lnTo>
                <a:lnTo>
                  <a:pt x="309626" y="2073275"/>
                </a:lnTo>
                <a:lnTo>
                  <a:pt x="457200" y="914400"/>
                </a:lnTo>
                <a:lnTo>
                  <a:pt x="152400" y="914400"/>
                </a:lnTo>
                <a:lnTo>
                  <a:pt x="137698" y="913700"/>
                </a:lnTo>
                <a:lnTo>
                  <a:pt x="123393" y="911643"/>
                </a:lnTo>
                <a:lnTo>
                  <a:pt x="109547" y="908294"/>
                </a:lnTo>
                <a:lnTo>
                  <a:pt x="96227" y="903716"/>
                </a:lnTo>
                <a:lnTo>
                  <a:pt x="83495" y="897974"/>
                </a:lnTo>
                <a:lnTo>
                  <a:pt x="71415" y="891132"/>
                </a:lnTo>
                <a:lnTo>
                  <a:pt x="60053" y="883253"/>
                </a:lnTo>
                <a:lnTo>
                  <a:pt x="49472" y="874401"/>
                </a:lnTo>
                <a:lnTo>
                  <a:pt x="39737" y="864642"/>
                </a:lnTo>
                <a:lnTo>
                  <a:pt x="30912" y="854039"/>
                </a:lnTo>
                <a:lnTo>
                  <a:pt x="23060" y="842655"/>
                </a:lnTo>
                <a:lnTo>
                  <a:pt x="16247" y="830555"/>
                </a:lnTo>
                <a:lnTo>
                  <a:pt x="10536" y="817804"/>
                </a:lnTo>
                <a:lnTo>
                  <a:pt x="5991" y="804465"/>
                </a:lnTo>
                <a:lnTo>
                  <a:pt x="2678" y="790602"/>
                </a:lnTo>
                <a:lnTo>
                  <a:pt x="659" y="776279"/>
                </a:lnTo>
                <a:lnTo>
                  <a:pt x="0" y="762000"/>
                </a:lnTo>
                <a:lnTo>
                  <a:pt x="0" y="533400"/>
                </a:lnTo>
                <a:lnTo>
                  <a:pt x="0" y="1524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7080911" y="3663403"/>
            <a:ext cx="1648002" cy="1262664"/>
          </a:xfrm>
          <a:custGeom>
            <a:avLst/>
            <a:gdLst/>
            <a:ahLst/>
            <a:cxnLst/>
            <a:rect l="l" t="t" r="r" b="b"/>
            <a:pathLst>
              <a:path w="1648002" h="1262664">
                <a:moveTo>
                  <a:pt x="0" y="1262664"/>
                </a:moveTo>
                <a:lnTo>
                  <a:pt x="1648002" y="1262664"/>
                </a:lnTo>
                <a:lnTo>
                  <a:pt x="1648002" y="0"/>
                </a:lnTo>
                <a:lnTo>
                  <a:pt x="0" y="0"/>
                </a:lnTo>
                <a:lnTo>
                  <a:pt x="0" y="1262664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7314161" y="3799061"/>
            <a:ext cx="379737" cy="482625"/>
          </a:xfrm>
          <a:custGeom>
            <a:avLst/>
            <a:gdLst/>
            <a:ahLst/>
            <a:cxnLst/>
            <a:rect l="l" t="t" r="r" b="b"/>
            <a:pathLst>
              <a:path w="379737" h="482625">
                <a:moveTo>
                  <a:pt x="379737" y="482625"/>
                </a:moveTo>
                <a:lnTo>
                  <a:pt x="0" y="0"/>
                </a:lnTo>
              </a:path>
            </a:pathLst>
          </a:custGeom>
          <a:ln w="245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7779370" y="4448616"/>
            <a:ext cx="136520" cy="102204"/>
          </a:xfrm>
          <a:custGeom>
            <a:avLst/>
            <a:gdLst/>
            <a:ahLst/>
            <a:cxnLst/>
            <a:rect l="l" t="t" r="r" b="b"/>
            <a:pathLst>
              <a:path w="136520" h="102204">
                <a:moveTo>
                  <a:pt x="0" y="51964"/>
                </a:moveTo>
                <a:lnTo>
                  <a:pt x="1962" y="63856"/>
                </a:lnTo>
                <a:lnTo>
                  <a:pt x="7546" y="74797"/>
                </a:lnTo>
                <a:lnTo>
                  <a:pt x="16298" y="84412"/>
                </a:lnTo>
                <a:lnTo>
                  <a:pt x="27761" y="92321"/>
                </a:lnTo>
                <a:lnTo>
                  <a:pt x="41483" y="98147"/>
                </a:lnTo>
                <a:lnTo>
                  <a:pt x="57008" y="101513"/>
                </a:lnTo>
                <a:lnTo>
                  <a:pt x="68323" y="102204"/>
                </a:lnTo>
                <a:lnTo>
                  <a:pt x="84905" y="100716"/>
                </a:lnTo>
                <a:lnTo>
                  <a:pt x="99923" y="96506"/>
                </a:lnTo>
                <a:lnTo>
                  <a:pt x="112941" y="89953"/>
                </a:lnTo>
                <a:lnTo>
                  <a:pt x="123523" y="81436"/>
                </a:lnTo>
                <a:lnTo>
                  <a:pt x="131234" y="71333"/>
                </a:lnTo>
                <a:lnTo>
                  <a:pt x="135637" y="60023"/>
                </a:lnTo>
                <a:lnTo>
                  <a:pt x="136520" y="51964"/>
                </a:lnTo>
                <a:lnTo>
                  <a:pt x="134621" y="39576"/>
                </a:lnTo>
                <a:lnTo>
                  <a:pt x="129203" y="28283"/>
                </a:lnTo>
                <a:lnTo>
                  <a:pt x="120689" y="18423"/>
                </a:lnTo>
                <a:lnTo>
                  <a:pt x="109496" y="10337"/>
                </a:lnTo>
                <a:lnTo>
                  <a:pt x="96046" y="4360"/>
                </a:lnTo>
                <a:lnTo>
                  <a:pt x="80759" y="834"/>
                </a:lnTo>
                <a:lnTo>
                  <a:pt x="68323" y="0"/>
                </a:lnTo>
                <a:lnTo>
                  <a:pt x="52025" y="1461"/>
                </a:lnTo>
                <a:lnTo>
                  <a:pt x="37181" y="5620"/>
                </a:lnTo>
                <a:lnTo>
                  <a:pt x="24229" y="12139"/>
                </a:lnTo>
                <a:lnTo>
                  <a:pt x="13609" y="20681"/>
                </a:lnTo>
                <a:lnTo>
                  <a:pt x="5757" y="30909"/>
                </a:lnTo>
                <a:lnTo>
                  <a:pt x="1114" y="42485"/>
                </a:lnTo>
                <a:lnTo>
                  <a:pt x="0" y="519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8077888" y="3866201"/>
            <a:ext cx="325645" cy="291897"/>
          </a:xfrm>
          <a:custGeom>
            <a:avLst/>
            <a:gdLst/>
            <a:ahLst/>
            <a:cxnLst/>
            <a:rect l="l" t="t" r="r" b="b"/>
            <a:pathLst>
              <a:path w="325645" h="291897">
                <a:moveTo>
                  <a:pt x="0" y="146580"/>
                </a:moveTo>
                <a:lnTo>
                  <a:pt x="736" y="160524"/>
                </a:lnTo>
                <a:lnTo>
                  <a:pt x="2900" y="174084"/>
                </a:lnTo>
                <a:lnTo>
                  <a:pt x="6421" y="187204"/>
                </a:lnTo>
                <a:lnTo>
                  <a:pt x="11233" y="199824"/>
                </a:lnTo>
                <a:lnTo>
                  <a:pt x="17266" y="211886"/>
                </a:lnTo>
                <a:lnTo>
                  <a:pt x="24450" y="223332"/>
                </a:lnTo>
                <a:lnTo>
                  <a:pt x="32719" y="234103"/>
                </a:lnTo>
                <a:lnTo>
                  <a:pt x="42002" y="244142"/>
                </a:lnTo>
                <a:lnTo>
                  <a:pt x="52231" y="253389"/>
                </a:lnTo>
                <a:lnTo>
                  <a:pt x="63338" y="261787"/>
                </a:lnTo>
                <a:lnTo>
                  <a:pt x="75253" y="269277"/>
                </a:lnTo>
                <a:lnTo>
                  <a:pt x="87908" y="275801"/>
                </a:lnTo>
                <a:lnTo>
                  <a:pt x="101235" y="281300"/>
                </a:lnTo>
                <a:lnTo>
                  <a:pt x="115164" y="285717"/>
                </a:lnTo>
                <a:lnTo>
                  <a:pt x="129627" y="288992"/>
                </a:lnTo>
                <a:lnTo>
                  <a:pt x="144555" y="291068"/>
                </a:lnTo>
                <a:lnTo>
                  <a:pt x="159879" y="291886"/>
                </a:lnTo>
                <a:lnTo>
                  <a:pt x="161872" y="291897"/>
                </a:lnTo>
                <a:lnTo>
                  <a:pt x="177456" y="291253"/>
                </a:lnTo>
                <a:lnTo>
                  <a:pt x="192621" y="289360"/>
                </a:lnTo>
                <a:lnTo>
                  <a:pt x="207303" y="286274"/>
                </a:lnTo>
                <a:lnTo>
                  <a:pt x="221437" y="282054"/>
                </a:lnTo>
                <a:lnTo>
                  <a:pt x="234957" y="276756"/>
                </a:lnTo>
                <a:lnTo>
                  <a:pt x="247798" y="270437"/>
                </a:lnTo>
                <a:lnTo>
                  <a:pt x="259895" y="263155"/>
                </a:lnTo>
                <a:lnTo>
                  <a:pt x="271182" y="254967"/>
                </a:lnTo>
                <a:lnTo>
                  <a:pt x="281595" y="245930"/>
                </a:lnTo>
                <a:lnTo>
                  <a:pt x="291069" y="236101"/>
                </a:lnTo>
                <a:lnTo>
                  <a:pt x="299538" y="225538"/>
                </a:lnTo>
                <a:lnTo>
                  <a:pt x="306937" y="214297"/>
                </a:lnTo>
                <a:lnTo>
                  <a:pt x="313201" y="202437"/>
                </a:lnTo>
                <a:lnTo>
                  <a:pt x="318264" y="190013"/>
                </a:lnTo>
                <a:lnTo>
                  <a:pt x="322063" y="177084"/>
                </a:lnTo>
                <a:lnTo>
                  <a:pt x="324531" y="163706"/>
                </a:lnTo>
                <a:lnTo>
                  <a:pt x="325603" y="149938"/>
                </a:lnTo>
                <a:lnTo>
                  <a:pt x="325645" y="146580"/>
                </a:lnTo>
                <a:lnTo>
                  <a:pt x="324923" y="132784"/>
                </a:lnTo>
                <a:lnTo>
                  <a:pt x="322800" y="119336"/>
                </a:lnTo>
                <a:lnTo>
                  <a:pt x="319341" y="106295"/>
                </a:lnTo>
                <a:lnTo>
                  <a:pt x="314610" y="93721"/>
                </a:lnTo>
                <a:lnTo>
                  <a:pt x="308672" y="81675"/>
                </a:lnTo>
                <a:lnTo>
                  <a:pt x="301590" y="70217"/>
                </a:lnTo>
                <a:lnTo>
                  <a:pt x="293430" y="59405"/>
                </a:lnTo>
                <a:lnTo>
                  <a:pt x="284255" y="49301"/>
                </a:lnTo>
                <a:lnTo>
                  <a:pt x="274130" y="39964"/>
                </a:lnTo>
                <a:lnTo>
                  <a:pt x="263120" y="31453"/>
                </a:lnTo>
                <a:lnTo>
                  <a:pt x="251289" y="23829"/>
                </a:lnTo>
                <a:lnTo>
                  <a:pt x="238701" y="17152"/>
                </a:lnTo>
                <a:lnTo>
                  <a:pt x="225421" y="11481"/>
                </a:lnTo>
                <a:lnTo>
                  <a:pt x="211514" y="6877"/>
                </a:lnTo>
                <a:lnTo>
                  <a:pt x="197042" y="3399"/>
                </a:lnTo>
                <a:lnTo>
                  <a:pt x="182072" y="1107"/>
                </a:lnTo>
                <a:lnTo>
                  <a:pt x="166667" y="61"/>
                </a:lnTo>
                <a:lnTo>
                  <a:pt x="161872" y="0"/>
                </a:lnTo>
                <a:lnTo>
                  <a:pt x="146560" y="660"/>
                </a:lnTo>
                <a:lnTo>
                  <a:pt x="131633" y="2601"/>
                </a:lnTo>
                <a:lnTo>
                  <a:pt x="117158" y="5761"/>
                </a:lnTo>
                <a:lnTo>
                  <a:pt x="103203" y="10080"/>
                </a:lnTo>
                <a:lnTo>
                  <a:pt x="89837" y="15496"/>
                </a:lnTo>
                <a:lnTo>
                  <a:pt x="77126" y="21948"/>
                </a:lnTo>
                <a:lnTo>
                  <a:pt x="65139" y="29375"/>
                </a:lnTo>
                <a:lnTo>
                  <a:pt x="53944" y="37716"/>
                </a:lnTo>
                <a:lnTo>
                  <a:pt x="43609" y="46911"/>
                </a:lnTo>
                <a:lnTo>
                  <a:pt x="34202" y="56897"/>
                </a:lnTo>
                <a:lnTo>
                  <a:pt x="25790" y="67614"/>
                </a:lnTo>
                <a:lnTo>
                  <a:pt x="18441" y="79001"/>
                </a:lnTo>
                <a:lnTo>
                  <a:pt x="12224" y="90997"/>
                </a:lnTo>
                <a:lnTo>
                  <a:pt x="7206" y="103541"/>
                </a:lnTo>
                <a:lnTo>
                  <a:pt x="3455" y="116571"/>
                </a:lnTo>
                <a:lnTo>
                  <a:pt x="1040" y="130027"/>
                </a:lnTo>
                <a:lnTo>
                  <a:pt x="28" y="143848"/>
                </a:lnTo>
                <a:lnTo>
                  <a:pt x="0" y="1465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7561723" y="4152235"/>
            <a:ext cx="1119414" cy="1027123"/>
          </a:xfrm>
          <a:custGeom>
            <a:avLst/>
            <a:gdLst/>
            <a:ahLst/>
            <a:cxnLst/>
            <a:rect l="l" t="t" r="r" b="b"/>
            <a:pathLst>
              <a:path w="1119414" h="1027123">
                <a:moveTo>
                  <a:pt x="814557" y="395480"/>
                </a:moveTo>
                <a:lnTo>
                  <a:pt x="765628" y="433074"/>
                </a:lnTo>
                <a:lnTo>
                  <a:pt x="890740" y="569653"/>
                </a:lnTo>
                <a:lnTo>
                  <a:pt x="990880" y="507802"/>
                </a:lnTo>
                <a:lnTo>
                  <a:pt x="1113330" y="425831"/>
                </a:lnTo>
                <a:lnTo>
                  <a:pt x="1119414" y="319488"/>
                </a:lnTo>
                <a:lnTo>
                  <a:pt x="940049" y="80590"/>
                </a:lnTo>
                <a:lnTo>
                  <a:pt x="854359" y="37478"/>
                </a:lnTo>
                <a:lnTo>
                  <a:pt x="511475" y="37478"/>
                </a:lnTo>
                <a:lnTo>
                  <a:pt x="300293" y="154168"/>
                </a:lnTo>
                <a:lnTo>
                  <a:pt x="271519" y="126691"/>
                </a:lnTo>
                <a:lnTo>
                  <a:pt x="166815" y="0"/>
                </a:lnTo>
                <a:lnTo>
                  <a:pt x="0" y="102204"/>
                </a:lnTo>
                <a:lnTo>
                  <a:pt x="147928" y="273387"/>
                </a:lnTo>
                <a:lnTo>
                  <a:pt x="224111" y="369728"/>
                </a:lnTo>
                <a:lnTo>
                  <a:pt x="235139" y="382719"/>
                </a:lnTo>
                <a:lnTo>
                  <a:pt x="338321" y="382719"/>
                </a:lnTo>
                <a:lnTo>
                  <a:pt x="454306" y="315005"/>
                </a:lnTo>
                <a:lnTo>
                  <a:pt x="455827" y="1027123"/>
                </a:lnTo>
                <a:lnTo>
                  <a:pt x="960838" y="1027123"/>
                </a:lnTo>
                <a:lnTo>
                  <a:pt x="962359" y="552408"/>
                </a:lnTo>
                <a:lnTo>
                  <a:pt x="763727" y="686343"/>
                </a:lnTo>
                <a:lnTo>
                  <a:pt x="528968" y="395480"/>
                </a:lnTo>
                <a:lnTo>
                  <a:pt x="770191" y="247520"/>
                </a:lnTo>
                <a:lnTo>
                  <a:pt x="854360" y="366969"/>
                </a:lnTo>
                <a:lnTo>
                  <a:pt x="814557" y="3954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8568448" y="4451720"/>
            <a:ext cx="130182" cy="136348"/>
          </a:xfrm>
          <a:custGeom>
            <a:avLst/>
            <a:gdLst/>
            <a:ahLst/>
            <a:cxnLst/>
            <a:rect l="l" t="t" r="r" b="b"/>
            <a:pathLst>
              <a:path w="130182" h="136348">
                <a:moveTo>
                  <a:pt x="0" y="68864"/>
                </a:moveTo>
                <a:lnTo>
                  <a:pt x="1515" y="83606"/>
                </a:lnTo>
                <a:lnTo>
                  <a:pt x="5860" y="97193"/>
                </a:lnTo>
                <a:lnTo>
                  <a:pt x="12733" y="109291"/>
                </a:lnTo>
                <a:lnTo>
                  <a:pt x="21834" y="119565"/>
                </a:lnTo>
                <a:lnTo>
                  <a:pt x="32861" y="127681"/>
                </a:lnTo>
                <a:lnTo>
                  <a:pt x="45513" y="133303"/>
                </a:lnTo>
                <a:lnTo>
                  <a:pt x="59490" y="136097"/>
                </a:lnTo>
                <a:lnTo>
                  <a:pt x="65281" y="136348"/>
                </a:lnTo>
                <a:lnTo>
                  <a:pt x="79599" y="134748"/>
                </a:lnTo>
                <a:lnTo>
                  <a:pt x="92741" y="130173"/>
                </a:lnTo>
                <a:lnTo>
                  <a:pt x="104396" y="122961"/>
                </a:lnTo>
                <a:lnTo>
                  <a:pt x="114256" y="113448"/>
                </a:lnTo>
                <a:lnTo>
                  <a:pt x="122010" y="101972"/>
                </a:lnTo>
                <a:lnTo>
                  <a:pt x="127350" y="88871"/>
                </a:lnTo>
                <a:lnTo>
                  <a:pt x="129966" y="74482"/>
                </a:lnTo>
                <a:lnTo>
                  <a:pt x="130182" y="68864"/>
                </a:lnTo>
                <a:lnTo>
                  <a:pt x="128690" y="53748"/>
                </a:lnTo>
                <a:lnTo>
                  <a:pt x="124416" y="39895"/>
                </a:lnTo>
                <a:lnTo>
                  <a:pt x="117660" y="27613"/>
                </a:lnTo>
                <a:lnTo>
                  <a:pt x="108719" y="17208"/>
                </a:lnTo>
                <a:lnTo>
                  <a:pt x="97896" y="8987"/>
                </a:lnTo>
                <a:lnTo>
                  <a:pt x="85488" y="3257"/>
                </a:lnTo>
                <a:lnTo>
                  <a:pt x="71796" y="325"/>
                </a:lnTo>
                <a:lnTo>
                  <a:pt x="65281" y="0"/>
                </a:lnTo>
                <a:lnTo>
                  <a:pt x="51012" y="1561"/>
                </a:lnTo>
                <a:lnTo>
                  <a:pt x="37921" y="6044"/>
                </a:lnTo>
                <a:lnTo>
                  <a:pt x="26298" y="13143"/>
                </a:lnTo>
                <a:lnTo>
                  <a:pt x="16437" y="22554"/>
                </a:lnTo>
                <a:lnTo>
                  <a:pt x="8628" y="33973"/>
                </a:lnTo>
                <a:lnTo>
                  <a:pt x="3164" y="47095"/>
                </a:lnTo>
                <a:lnTo>
                  <a:pt x="335" y="61617"/>
                </a:lnTo>
                <a:lnTo>
                  <a:pt x="0" y="68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8163578" y="4188335"/>
            <a:ext cx="184181" cy="63345"/>
          </a:xfrm>
          <a:custGeom>
            <a:avLst/>
            <a:gdLst/>
            <a:ahLst/>
            <a:cxnLst/>
            <a:rect l="l" t="t" r="r" b="b"/>
            <a:pathLst>
              <a:path w="184181" h="63345">
                <a:moveTo>
                  <a:pt x="0" y="0"/>
                </a:moveTo>
                <a:lnTo>
                  <a:pt x="1959" y="11868"/>
                </a:lnTo>
                <a:lnTo>
                  <a:pt x="6642" y="22919"/>
                </a:lnTo>
                <a:lnTo>
                  <a:pt x="13808" y="32985"/>
                </a:lnTo>
                <a:lnTo>
                  <a:pt x="23218" y="41898"/>
                </a:lnTo>
                <a:lnTo>
                  <a:pt x="34632" y="49491"/>
                </a:lnTo>
                <a:lnTo>
                  <a:pt x="47811" y="55596"/>
                </a:lnTo>
                <a:lnTo>
                  <a:pt x="62516" y="60045"/>
                </a:lnTo>
                <a:lnTo>
                  <a:pt x="78506" y="62671"/>
                </a:lnTo>
                <a:lnTo>
                  <a:pt x="92154" y="63345"/>
                </a:lnTo>
                <a:lnTo>
                  <a:pt x="108982" y="62308"/>
                </a:lnTo>
                <a:lnTo>
                  <a:pt x="124724" y="59309"/>
                </a:lnTo>
                <a:lnTo>
                  <a:pt x="139138" y="54516"/>
                </a:lnTo>
                <a:lnTo>
                  <a:pt x="151983" y="48097"/>
                </a:lnTo>
                <a:lnTo>
                  <a:pt x="163018" y="40220"/>
                </a:lnTo>
                <a:lnTo>
                  <a:pt x="172001" y="31055"/>
                </a:lnTo>
                <a:lnTo>
                  <a:pt x="178690" y="20768"/>
                </a:lnTo>
                <a:lnTo>
                  <a:pt x="182846" y="9528"/>
                </a:lnTo>
                <a:lnTo>
                  <a:pt x="18418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8346239" y="4189714"/>
            <a:ext cx="158956" cy="107837"/>
          </a:xfrm>
          <a:custGeom>
            <a:avLst/>
            <a:gdLst/>
            <a:ahLst/>
            <a:cxnLst/>
            <a:rect l="l" t="t" r="r" b="b"/>
            <a:pathLst>
              <a:path w="158956" h="107837">
                <a:moveTo>
                  <a:pt x="133477" y="107837"/>
                </a:moveTo>
                <a:lnTo>
                  <a:pt x="144171" y="98386"/>
                </a:lnTo>
                <a:lnTo>
                  <a:pt x="152254" y="87643"/>
                </a:lnTo>
                <a:lnTo>
                  <a:pt x="157316" y="76048"/>
                </a:lnTo>
                <a:lnTo>
                  <a:pt x="158956" y="64725"/>
                </a:lnTo>
                <a:lnTo>
                  <a:pt x="157425" y="52919"/>
                </a:lnTo>
                <a:lnTo>
                  <a:pt x="153014" y="41822"/>
                </a:lnTo>
                <a:lnTo>
                  <a:pt x="145998" y="31624"/>
                </a:lnTo>
                <a:lnTo>
                  <a:pt x="136650" y="22516"/>
                </a:lnTo>
                <a:lnTo>
                  <a:pt x="125243" y="14690"/>
                </a:lnTo>
                <a:lnTo>
                  <a:pt x="112052" y="8337"/>
                </a:lnTo>
                <a:lnTo>
                  <a:pt x="97351" y="3646"/>
                </a:lnTo>
                <a:lnTo>
                  <a:pt x="81413" y="810"/>
                </a:lnTo>
                <a:lnTo>
                  <a:pt x="66802" y="0"/>
                </a:lnTo>
                <a:lnTo>
                  <a:pt x="52999" y="596"/>
                </a:lnTo>
                <a:lnTo>
                  <a:pt x="39700" y="2410"/>
                </a:lnTo>
                <a:lnTo>
                  <a:pt x="27079" y="5480"/>
                </a:lnTo>
                <a:lnTo>
                  <a:pt x="15307" y="9844"/>
                </a:lnTo>
                <a:lnTo>
                  <a:pt x="4559" y="15541"/>
                </a:lnTo>
                <a:lnTo>
                  <a:pt x="0" y="18624"/>
                </a:lnTo>
                <a:lnTo>
                  <a:pt x="66802" y="64725"/>
                </a:lnTo>
                <a:lnTo>
                  <a:pt x="133477" y="107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8676574" y="5080202"/>
            <a:ext cx="430057" cy="104986"/>
          </a:xfrm>
          <a:custGeom>
            <a:avLst/>
            <a:gdLst/>
            <a:ahLst/>
            <a:cxnLst/>
            <a:rect l="l" t="t" r="r" b="b"/>
            <a:pathLst>
              <a:path w="430057" h="104986">
                <a:moveTo>
                  <a:pt x="0" y="104986"/>
                </a:moveTo>
                <a:lnTo>
                  <a:pt x="430057" y="104986"/>
                </a:lnTo>
                <a:lnTo>
                  <a:pt x="430057" y="0"/>
                </a:lnTo>
                <a:lnTo>
                  <a:pt x="0" y="0"/>
                </a:lnTo>
                <a:lnTo>
                  <a:pt x="0" y="104986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9340161" y="5374892"/>
            <a:ext cx="428827" cy="103595"/>
          </a:xfrm>
          <a:custGeom>
            <a:avLst/>
            <a:gdLst/>
            <a:ahLst/>
            <a:cxnLst/>
            <a:rect l="l" t="t" r="r" b="b"/>
            <a:pathLst>
              <a:path w="428827" h="103595">
                <a:moveTo>
                  <a:pt x="0" y="103595"/>
                </a:moveTo>
                <a:lnTo>
                  <a:pt x="428827" y="103595"/>
                </a:lnTo>
                <a:lnTo>
                  <a:pt x="428827" y="0"/>
                </a:lnTo>
                <a:lnTo>
                  <a:pt x="0" y="0"/>
                </a:lnTo>
                <a:lnTo>
                  <a:pt x="0" y="103595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9230514" y="5478488"/>
            <a:ext cx="641556" cy="637149"/>
          </a:xfrm>
          <a:custGeom>
            <a:avLst/>
            <a:gdLst/>
            <a:ahLst/>
            <a:cxnLst/>
            <a:rect l="l" t="t" r="r" b="b"/>
            <a:pathLst>
              <a:path w="641556" h="637149">
                <a:moveTo>
                  <a:pt x="0" y="637149"/>
                </a:moveTo>
                <a:lnTo>
                  <a:pt x="641556" y="637149"/>
                </a:lnTo>
                <a:lnTo>
                  <a:pt x="641555" y="0"/>
                </a:lnTo>
                <a:lnTo>
                  <a:pt x="0" y="0"/>
                </a:lnTo>
                <a:lnTo>
                  <a:pt x="0" y="637149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9230514" y="5374892"/>
            <a:ext cx="116111" cy="126657"/>
          </a:xfrm>
          <a:custGeom>
            <a:avLst/>
            <a:gdLst/>
            <a:ahLst/>
            <a:cxnLst/>
            <a:rect l="l" t="t" r="r" b="b"/>
            <a:pathLst>
              <a:path w="116111" h="126657">
                <a:moveTo>
                  <a:pt x="116111" y="0"/>
                </a:moveTo>
                <a:lnTo>
                  <a:pt x="101804" y="912"/>
                </a:lnTo>
                <a:lnTo>
                  <a:pt x="88066" y="3580"/>
                </a:lnTo>
                <a:lnTo>
                  <a:pt x="74986" y="7896"/>
                </a:lnTo>
                <a:lnTo>
                  <a:pt x="62656" y="13755"/>
                </a:lnTo>
                <a:lnTo>
                  <a:pt x="51163" y="21051"/>
                </a:lnTo>
                <a:lnTo>
                  <a:pt x="40599" y="29676"/>
                </a:lnTo>
                <a:lnTo>
                  <a:pt x="31052" y="39526"/>
                </a:lnTo>
                <a:lnTo>
                  <a:pt x="22612" y="50493"/>
                </a:lnTo>
                <a:lnTo>
                  <a:pt x="15370" y="62473"/>
                </a:lnTo>
                <a:lnTo>
                  <a:pt x="9415" y="75357"/>
                </a:lnTo>
                <a:lnTo>
                  <a:pt x="4836" y="89042"/>
                </a:lnTo>
                <a:lnTo>
                  <a:pt x="1724" y="103419"/>
                </a:lnTo>
                <a:lnTo>
                  <a:pt x="168" y="118383"/>
                </a:lnTo>
                <a:lnTo>
                  <a:pt x="0" y="125266"/>
                </a:lnTo>
                <a:lnTo>
                  <a:pt x="116111" y="126657"/>
                </a:lnTo>
                <a:lnTo>
                  <a:pt x="116111" y="0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9753018" y="5376283"/>
            <a:ext cx="117632" cy="126645"/>
          </a:xfrm>
          <a:custGeom>
            <a:avLst/>
            <a:gdLst/>
            <a:ahLst/>
            <a:cxnLst/>
            <a:rect l="l" t="t" r="r" b="b"/>
            <a:pathLst>
              <a:path w="117632" h="126645">
                <a:moveTo>
                  <a:pt x="115731" y="126645"/>
                </a:moveTo>
                <a:lnTo>
                  <a:pt x="117632" y="126645"/>
                </a:lnTo>
                <a:lnTo>
                  <a:pt x="116814" y="111542"/>
                </a:lnTo>
                <a:lnTo>
                  <a:pt x="114417" y="96967"/>
                </a:lnTo>
                <a:lnTo>
                  <a:pt x="110531" y="83022"/>
                </a:lnTo>
                <a:lnTo>
                  <a:pt x="105242" y="69807"/>
                </a:lnTo>
                <a:lnTo>
                  <a:pt x="98640" y="57424"/>
                </a:lnTo>
                <a:lnTo>
                  <a:pt x="90813" y="45974"/>
                </a:lnTo>
                <a:lnTo>
                  <a:pt x="81848" y="35557"/>
                </a:lnTo>
                <a:lnTo>
                  <a:pt x="71833" y="26274"/>
                </a:lnTo>
                <a:lnTo>
                  <a:pt x="60858" y="18227"/>
                </a:lnTo>
                <a:lnTo>
                  <a:pt x="49010" y="11516"/>
                </a:lnTo>
                <a:lnTo>
                  <a:pt x="36377" y="6243"/>
                </a:lnTo>
                <a:lnTo>
                  <a:pt x="23047" y="2507"/>
                </a:lnTo>
                <a:lnTo>
                  <a:pt x="9109" y="411"/>
                </a:lnTo>
                <a:lnTo>
                  <a:pt x="1521" y="0"/>
                </a:lnTo>
                <a:lnTo>
                  <a:pt x="0" y="126645"/>
                </a:lnTo>
                <a:lnTo>
                  <a:pt x="115731" y="126645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9376541" y="5038274"/>
            <a:ext cx="344659" cy="304957"/>
          </a:xfrm>
          <a:custGeom>
            <a:avLst/>
            <a:gdLst/>
            <a:ahLst/>
            <a:cxnLst/>
            <a:rect l="l" t="t" r="r" b="b"/>
            <a:pathLst>
              <a:path w="344659" h="304957">
                <a:moveTo>
                  <a:pt x="0" y="152478"/>
                </a:moveTo>
                <a:lnTo>
                  <a:pt x="690" y="166407"/>
                </a:lnTo>
                <a:lnTo>
                  <a:pt x="2722" y="179964"/>
                </a:lnTo>
                <a:lnTo>
                  <a:pt x="6038" y="193098"/>
                </a:lnTo>
                <a:lnTo>
                  <a:pt x="10580" y="205760"/>
                </a:lnTo>
                <a:lnTo>
                  <a:pt x="16290" y="217898"/>
                </a:lnTo>
                <a:lnTo>
                  <a:pt x="23110" y="229462"/>
                </a:lnTo>
                <a:lnTo>
                  <a:pt x="30982" y="240400"/>
                </a:lnTo>
                <a:lnTo>
                  <a:pt x="39848" y="250663"/>
                </a:lnTo>
                <a:lnTo>
                  <a:pt x="49650" y="260199"/>
                </a:lnTo>
                <a:lnTo>
                  <a:pt x="60330" y="268957"/>
                </a:lnTo>
                <a:lnTo>
                  <a:pt x="71830" y="276888"/>
                </a:lnTo>
                <a:lnTo>
                  <a:pt x="84092" y="283939"/>
                </a:lnTo>
                <a:lnTo>
                  <a:pt x="97058" y="290061"/>
                </a:lnTo>
                <a:lnTo>
                  <a:pt x="110670" y="295203"/>
                </a:lnTo>
                <a:lnTo>
                  <a:pt x="124870" y="299314"/>
                </a:lnTo>
                <a:lnTo>
                  <a:pt x="139601" y="302343"/>
                </a:lnTo>
                <a:lnTo>
                  <a:pt x="154803" y="304239"/>
                </a:lnTo>
                <a:lnTo>
                  <a:pt x="170419" y="304952"/>
                </a:lnTo>
                <a:lnTo>
                  <a:pt x="171759" y="304957"/>
                </a:lnTo>
                <a:lnTo>
                  <a:pt x="187323" y="304351"/>
                </a:lnTo>
                <a:lnTo>
                  <a:pt x="202508" y="302565"/>
                </a:lnTo>
                <a:lnTo>
                  <a:pt x="217253" y="299652"/>
                </a:lnTo>
                <a:lnTo>
                  <a:pt x="231499" y="295659"/>
                </a:lnTo>
                <a:lnTo>
                  <a:pt x="245185" y="290638"/>
                </a:lnTo>
                <a:lnTo>
                  <a:pt x="258250" y="284639"/>
                </a:lnTo>
                <a:lnTo>
                  <a:pt x="270634" y="277712"/>
                </a:lnTo>
                <a:lnTo>
                  <a:pt x="282277" y="269907"/>
                </a:lnTo>
                <a:lnTo>
                  <a:pt x="293118" y="261274"/>
                </a:lnTo>
                <a:lnTo>
                  <a:pt x="303097" y="251864"/>
                </a:lnTo>
                <a:lnTo>
                  <a:pt x="312154" y="241726"/>
                </a:lnTo>
                <a:lnTo>
                  <a:pt x="320227" y="230911"/>
                </a:lnTo>
                <a:lnTo>
                  <a:pt x="327257" y="219469"/>
                </a:lnTo>
                <a:lnTo>
                  <a:pt x="333183" y="207450"/>
                </a:lnTo>
                <a:lnTo>
                  <a:pt x="337945" y="194905"/>
                </a:lnTo>
                <a:lnTo>
                  <a:pt x="341483" y="181882"/>
                </a:lnTo>
                <a:lnTo>
                  <a:pt x="343735" y="168434"/>
                </a:lnTo>
                <a:lnTo>
                  <a:pt x="344643" y="154609"/>
                </a:lnTo>
                <a:lnTo>
                  <a:pt x="344659" y="152478"/>
                </a:lnTo>
                <a:lnTo>
                  <a:pt x="343962" y="138640"/>
                </a:lnTo>
                <a:lnTo>
                  <a:pt x="341910" y="125161"/>
                </a:lnTo>
                <a:lnTo>
                  <a:pt x="338563" y="112093"/>
                </a:lnTo>
                <a:lnTo>
                  <a:pt x="333984" y="99486"/>
                </a:lnTo>
                <a:lnTo>
                  <a:pt x="328230" y="87393"/>
                </a:lnTo>
                <a:lnTo>
                  <a:pt x="321364" y="75862"/>
                </a:lnTo>
                <a:lnTo>
                  <a:pt x="313445" y="64947"/>
                </a:lnTo>
                <a:lnTo>
                  <a:pt x="304535" y="54697"/>
                </a:lnTo>
                <a:lnTo>
                  <a:pt x="294692" y="45163"/>
                </a:lnTo>
                <a:lnTo>
                  <a:pt x="283978" y="36397"/>
                </a:lnTo>
                <a:lnTo>
                  <a:pt x="272453" y="28450"/>
                </a:lnTo>
                <a:lnTo>
                  <a:pt x="260178" y="21371"/>
                </a:lnTo>
                <a:lnTo>
                  <a:pt x="247212" y="15214"/>
                </a:lnTo>
                <a:lnTo>
                  <a:pt x="233617" y="10027"/>
                </a:lnTo>
                <a:lnTo>
                  <a:pt x="219452" y="5863"/>
                </a:lnTo>
                <a:lnTo>
                  <a:pt x="204779" y="2772"/>
                </a:lnTo>
                <a:lnTo>
                  <a:pt x="189657" y="805"/>
                </a:lnTo>
                <a:lnTo>
                  <a:pt x="174146" y="14"/>
                </a:lnTo>
                <a:lnTo>
                  <a:pt x="171759" y="0"/>
                </a:lnTo>
                <a:lnTo>
                  <a:pt x="156110" y="612"/>
                </a:lnTo>
                <a:lnTo>
                  <a:pt x="140871" y="2417"/>
                </a:lnTo>
                <a:lnTo>
                  <a:pt x="126098" y="5362"/>
                </a:lnTo>
                <a:lnTo>
                  <a:pt x="111851" y="9395"/>
                </a:lnTo>
                <a:lnTo>
                  <a:pt x="98187" y="14465"/>
                </a:lnTo>
                <a:lnTo>
                  <a:pt x="85164" y="20520"/>
                </a:lnTo>
                <a:lnTo>
                  <a:pt x="72840" y="27509"/>
                </a:lnTo>
                <a:lnTo>
                  <a:pt x="61274" y="35381"/>
                </a:lnTo>
                <a:lnTo>
                  <a:pt x="50522" y="44083"/>
                </a:lnTo>
                <a:lnTo>
                  <a:pt x="40643" y="53565"/>
                </a:lnTo>
                <a:lnTo>
                  <a:pt x="31696" y="63775"/>
                </a:lnTo>
                <a:lnTo>
                  <a:pt x="23737" y="74660"/>
                </a:lnTo>
                <a:lnTo>
                  <a:pt x="16826" y="86171"/>
                </a:lnTo>
                <a:lnTo>
                  <a:pt x="11020" y="98254"/>
                </a:lnTo>
                <a:lnTo>
                  <a:pt x="6376" y="110859"/>
                </a:lnTo>
                <a:lnTo>
                  <a:pt x="2954" y="123934"/>
                </a:lnTo>
                <a:lnTo>
                  <a:pt x="811" y="137428"/>
                </a:lnTo>
                <a:lnTo>
                  <a:pt x="5" y="151289"/>
                </a:lnTo>
                <a:lnTo>
                  <a:pt x="0" y="152478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8566927" y="5185188"/>
            <a:ext cx="644623" cy="635482"/>
          </a:xfrm>
          <a:custGeom>
            <a:avLst/>
            <a:gdLst/>
            <a:ahLst/>
            <a:cxnLst/>
            <a:rect l="l" t="t" r="r" b="b"/>
            <a:pathLst>
              <a:path w="644623" h="635482">
                <a:moveTo>
                  <a:pt x="0" y="635482"/>
                </a:moveTo>
                <a:lnTo>
                  <a:pt x="644623" y="635482"/>
                </a:lnTo>
                <a:lnTo>
                  <a:pt x="644623" y="0"/>
                </a:lnTo>
                <a:lnTo>
                  <a:pt x="0" y="0"/>
                </a:lnTo>
                <a:lnTo>
                  <a:pt x="0" y="635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8566927" y="5080236"/>
            <a:ext cx="115731" cy="126346"/>
          </a:xfrm>
          <a:custGeom>
            <a:avLst/>
            <a:gdLst/>
            <a:ahLst/>
            <a:cxnLst/>
            <a:rect l="l" t="t" r="r" b="b"/>
            <a:pathLst>
              <a:path w="115731" h="126346">
                <a:moveTo>
                  <a:pt x="115731" y="0"/>
                </a:moveTo>
                <a:lnTo>
                  <a:pt x="101546" y="903"/>
                </a:lnTo>
                <a:lnTo>
                  <a:pt x="87915" y="3545"/>
                </a:lnTo>
                <a:lnTo>
                  <a:pt x="74927" y="7826"/>
                </a:lnTo>
                <a:lnTo>
                  <a:pt x="62673" y="13646"/>
                </a:lnTo>
                <a:lnTo>
                  <a:pt x="51241" y="20903"/>
                </a:lnTo>
                <a:lnTo>
                  <a:pt x="40723" y="29499"/>
                </a:lnTo>
                <a:lnTo>
                  <a:pt x="31207" y="39332"/>
                </a:lnTo>
                <a:lnTo>
                  <a:pt x="22784" y="50303"/>
                </a:lnTo>
                <a:lnTo>
                  <a:pt x="15543" y="62310"/>
                </a:lnTo>
                <a:lnTo>
                  <a:pt x="9575" y="75253"/>
                </a:lnTo>
                <a:lnTo>
                  <a:pt x="4968" y="89033"/>
                </a:lnTo>
                <a:lnTo>
                  <a:pt x="1813" y="103549"/>
                </a:lnTo>
                <a:lnTo>
                  <a:pt x="200" y="118700"/>
                </a:lnTo>
                <a:lnTo>
                  <a:pt x="0" y="126346"/>
                </a:lnTo>
                <a:lnTo>
                  <a:pt x="115731" y="126346"/>
                </a:lnTo>
                <a:lnTo>
                  <a:pt x="115731" y="0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9092473" y="5081616"/>
            <a:ext cx="117632" cy="128025"/>
          </a:xfrm>
          <a:custGeom>
            <a:avLst/>
            <a:gdLst/>
            <a:ahLst/>
            <a:cxnLst/>
            <a:rect l="l" t="t" r="r" b="b"/>
            <a:pathLst>
              <a:path w="117632" h="128025">
                <a:moveTo>
                  <a:pt x="115731" y="128025"/>
                </a:moveTo>
                <a:lnTo>
                  <a:pt x="117632" y="126358"/>
                </a:lnTo>
                <a:lnTo>
                  <a:pt x="116793" y="111097"/>
                </a:lnTo>
                <a:lnTo>
                  <a:pt x="114337" y="96397"/>
                </a:lnTo>
                <a:lnTo>
                  <a:pt x="110364" y="82358"/>
                </a:lnTo>
                <a:lnTo>
                  <a:pt x="104968" y="69079"/>
                </a:lnTo>
                <a:lnTo>
                  <a:pt x="98248" y="56660"/>
                </a:lnTo>
                <a:lnTo>
                  <a:pt x="90301" y="45203"/>
                </a:lnTo>
                <a:lnTo>
                  <a:pt x="81222" y="34807"/>
                </a:lnTo>
                <a:lnTo>
                  <a:pt x="71110" y="25572"/>
                </a:lnTo>
                <a:lnTo>
                  <a:pt x="60060" y="17598"/>
                </a:lnTo>
                <a:lnTo>
                  <a:pt x="48170" y="10985"/>
                </a:lnTo>
                <a:lnTo>
                  <a:pt x="35537" y="5834"/>
                </a:lnTo>
                <a:lnTo>
                  <a:pt x="22257" y="2245"/>
                </a:lnTo>
                <a:lnTo>
                  <a:pt x="8428" y="317"/>
                </a:lnTo>
                <a:lnTo>
                  <a:pt x="0" y="0"/>
                </a:lnTo>
                <a:lnTo>
                  <a:pt x="0" y="126358"/>
                </a:lnTo>
                <a:lnTo>
                  <a:pt x="115731" y="12802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8712954" y="4744997"/>
            <a:ext cx="347701" cy="301899"/>
          </a:xfrm>
          <a:custGeom>
            <a:avLst/>
            <a:gdLst/>
            <a:ahLst/>
            <a:cxnLst/>
            <a:rect l="l" t="t" r="r" b="b"/>
            <a:pathLst>
              <a:path w="347701" h="301899">
                <a:moveTo>
                  <a:pt x="0" y="151064"/>
                </a:moveTo>
                <a:lnTo>
                  <a:pt x="705" y="164750"/>
                </a:lnTo>
                <a:lnTo>
                  <a:pt x="2779" y="178092"/>
                </a:lnTo>
                <a:lnTo>
                  <a:pt x="6160" y="191037"/>
                </a:lnTo>
                <a:lnTo>
                  <a:pt x="10787" y="203532"/>
                </a:lnTo>
                <a:lnTo>
                  <a:pt x="16599" y="215526"/>
                </a:lnTo>
                <a:lnTo>
                  <a:pt x="23533" y="226966"/>
                </a:lnTo>
                <a:lnTo>
                  <a:pt x="31527" y="237799"/>
                </a:lnTo>
                <a:lnTo>
                  <a:pt x="40521" y="247973"/>
                </a:lnTo>
                <a:lnTo>
                  <a:pt x="50452" y="257435"/>
                </a:lnTo>
                <a:lnTo>
                  <a:pt x="61259" y="266133"/>
                </a:lnTo>
                <a:lnTo>
                  <a:pt x="72881" y="274014"/>
                </a:lnTo>
                <a:lnTo>
                  <a:pt x="85254" y="281025"/>
                </a:lnTo>
                <a:lnTo>
                  <a:pt x="98319" y="287115"/>
                </a:lnTo>
                <a:lnTo>
                  <a:pt x="112013" y="292230"/>
                </a:lnTo>
                <a:lnTo>
                  <a:pt x="126275" y="296318"/>
                </a:lnTo>
                <a:lnTo>
                  <a:pt x="141042" y="299327"/>
                </a:lnTo>
                <a:lnTo>
                  <a:pt x="156254" y="301204"/>
                </a:lnTo>
                <a:lnTo>
                  <a:pt x="171849" y="301896"/>
                </a:lnTo>
                <a:lnTo>
                  <a:pt x="172900" y="301899"/>
                </a:lnTo>
                <a:lnTo>
                  <a:pt x="188737" y="301295"/>
                </a:lnTo>
                <a:lnTo>
                  <a:pt x="204164" y="299517"/>
                </a:lnTo>
                <a:lnTo>
                  <a:pt x="219122" y="296618"/>
                </a:lnTo>
                <a:lnTo>
                  <a:pt x="233554" y="292647"/>
                </a:lnTo>
                <a:lnTo>
                  <a:pt x="247401" y="287658"/>
                </a:lnTo>
                <a:lnTo>
                  <a:pt x="260604" y="281702"/>
                </a:lnTo>
                <a:lnTo>
                  <a:pt x="273106" y="274830"/>
                </a:lnTo>
                <a:lnTo>
                  <a:pt x="284848" y="267093"/>
                </a:lnTo>
                <a:lnTo>
                  <a:pt x="295773" y="258544"/>
                </a:lnTo>
                <a:lnTo>
                  <a:pt x="305821" y="249233"/>
                </a:lnTo>
                <a:lnTo>
                  <a:pt x="314935" y="239213"/>
                </a:lnTo>
                <a:lnTo>
                  <a:pt x="323056" y="228535"/>
                </a:lnTo>
                <a:lnTo>
                  <a:pt x="330126" y="217250"/>
                </a:lnTo>
                <a:lnTo>
                  <a:pt x="336088" y="205410"/>
                </a:lnTo>
                <a:lnTo>
                  <a:pt x="340882" y="193067"/>
                </a:lnTo>
                <a:lnTo>
                  <a:pt x="344451" y="180271"/>
                </a:lnTo>
                <a:lnTo>
                  <a:pt x="346736" y="167076"/>
                </a:lnTo>
                <a:lnTo>
                  <a:pt x="347678" y="153531"/>
                </a:lnTo>
                <a:lnTo>
                  <a:pt x="347701" y="151064"/>
                </a:lnTo>
                <a:lnTo>
                  <a:pt x="347006" y="137435"/>
                </a:lnTo>
                <a:lnTo>
                  <a:pt x="344961" y="124149"/>
                </a:lnTo>
                <a:lnTo>
                  <a:pt x="341623" y="111258"/>
                </a:lnTo>
                <a:lnTo>
                  <a:pt x="337051" y="98812"/>
                </a:lnTo>
                <a:lnTo>
                  <a:pt x="331302" y="86862"/>
                </a:lnTo>
                <a:lnTo>
                  <a:pt x="324435" y="75461"/>
                </a:lnTo>
                <a:lnTo>
                  <a:pt x="316507" y="64658"/>
                </a:lnTo>
                <a:lnTo>
                  <a:pt x="307578" y="54506"/>
                </a:lnTo>
                <a:lnTo>
                  <a:pt x="297705" y="45056"/>
                </a:lnTo>
                <a:lnTo>
                  <a:pt x="286946" y="36358"/>
                </a:lnTo>
                <a:lnTo>
                  <a:pt x="275360" y="28464"/>
                </a:lnTo>
                <a:lnTo>
                  <a:pt x="263003" y="21426"/>
                </a:lnTo>
                <a:lnTo>
                  <a:pt x="249936" y="15294"/>
                </a:lnTo>
                <a:lnTo>
                  <a:pt x="236215" y="10119"/>
                </a:lnTo>
                <a:lnTo>
                  <a:pt x="221899" y="5953"/>
                </a:lnTo>
                <a:lnTo>
                  <a:pt x="207046" y="2848"/>
                </a:lnTo>
                <a:lnTo>
                  <a:pt x="191713" y="854"/>
                </a:lnTo>
                <a:lnTo>
                  <a:pt x="175960" y="22"/>
                </a:lnTo>
                <a:lnTo>
                  <a:pt x="172900" y="0"/>
                </a:lnTo>
                <a:lnTo>
                  <a:pt x="157292" y="610"/>
                </a:lnTo>
                <a:lnTo>
                  <a:pt x="142062" y="2408"/>
                </a:lnTo>
                <a:lnTo>
                  <a:pt x="127272" y="5340"/>
                </a:lnTo>
                <a:lnTo>
                  <a:pt x="112983" y="9354"/>
                </a:lnTo>
                <a:lnTo>
                  <a:pt x="99257" y="14398"/>
                </a:lnTo>
                <a:lnTo>
                  <a:pt x="86154" y="20421"/>
                </a:lnTo>
                <a:lnTo>
                  <a:pt x="73738" y="27369"/>
                </a:lnTo>
                <a:lnTo>
                  <a:pt x="62068" y="35191"/>
                </a:lnTo>
                <a:lnTo>
                  <a:pt x="51208" y="43834"/>
                </a:lnTo>
                <a:lnTo>
                  <a:pt x="41217" y="53246"/>
                </a:lnTo>
                <a:lnTo>
                  <a:pt x="32158" y="63376"/>
                </a:lnTo>
                <a:lnTo>
                  <a:pt x="24093" y="74170"/>
                </a:lnTo>
                <a:lnTo>
                  <a:pt x="17082" y="85577"/>
                </a:lnTo>
                <a:lnTo>
                  <a:pt x="11187" y="97545"/>
                </a:lnTo>
                <a:lnTo>
                  <a:pt x="6471" y="110020"/>
                </a:lnTo>
                <a:lnTo>
                  <a:pt x="2994" y="122952"/>
                </a:lnTo>
                <a:lnTo>
                  <a:pt x="818" y="136288"/>
                </a:lnTo>
                <a:lnTo>
                  <a:pt x="4" y="149976"/>
                </a:lnTo>
                <a:lnTo>
                  <a:pt x="0" y="1510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6739319" y="5080202"/>
            <a:ext cx="428827" cy="104986"/>
          </a:xfrm>
          <a:custGeom>
            <a:avLst/>
            <a:gdLst/>
            <a:ahLst/>
            <a:cxnLst/>
            <a:rect l="l" t="t" r="r" b="b"/>
            <a:pathLst>
              <a:path w="428827" h="104986">
                <a:moveTo>
                  <a:pt x="0" y="104986"/>
                </a:moveTo>
                <a:lnTo>
                  <a:pt x="428827" y="104986"/>
                </a:lnTo>
                <a:lnTo>
                  <a:pt x="428827" y="0"/>
                </a:lnTo>
                <a:lnTo>
                  <a:pt x="0" y="0"/>
                </a:lnTo>
                <a:lnTo>
                  <a:pt x="0" y="104986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6628215" y="5185188"/>
            <a:ext cx="643089" cy="635482"/>
          </a:xfrm>
          <a:custGeom>
            <a:avLst/>
            <a:gdLst/>
            <a:ahLst/>
            <a:cxnLst/>
            <a:rect l="l" t="t" r="r" b="b"/>
            <a:pathLst>
              <a:path w="643089" h="635482">
                <a:moveTo>
                  <a:pt x="0" y="635482"/>
                </a:moveTo>
                <a:lnTo>
                  <a:pt x="643089" y="635482"/>
                </a:lnTo>
                <a:lnTo>
                  <a:pt x="643089" y="0"/>
                </a:lnTo>
                <a:lnTo>
                  <a:pt x="0" y="0"/>
                </a:lnTo>
                <a:lnTo>
                  <a:pt x="0" y="635482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6628215" y="5080236"/>
            <a:ext cx="117531" cy="126346"/>
          </a:xfrm>
          <a:custGeom>
            <a:avLst/>
            <a:gdLst/>
            <a:ahLst/>
            <a:cxnLst/>
            <a:rect l="l" t="t" r="r" b="b"/>
            <a:pathLst>
              <a:path w="117531" h="126346">
                <a:moveTo>
                  <a:pt x="116010" y="0"/>
                </a:moveTo>
                <a:lnTo>
                  <a:pt x="101778" y="901"/>
                </a:lnTo>
                <a:lnTo>
                  <a:pt x="88109" y="3537"/>
                </a:lnTo>
                <a:lnTo>
                  <a:pt x="75090" y="7809"/>
                </a:lnTo>
                <a:lnTo>
                  <a:pt x="62811" y="13617"/>
                </a:lnTo>
                <a:lnTo>
                  <a:pt x="51360" y="20860"/>
                </a:lnTo>
                <a:lnTo>
                  <a:pt x="40827" y="29438"/>
                </a:lnTo>
                <a:lnTo>
                  <a:pt x="31298" y="39252"/>
                </a:lnTo>
                <a:lnTo>
                  <a:pt x="22864" y="50201"/>
                </a:lnTo>
                <a:lnTo>
                  <a:pt x="15613" y="62186"/>
                </a:lnTo>
                <a:lnTo>
                  <a:pt x="9634" y="75106"/>
                </a:lnTo>
                <a:lnTo>
                  <a:pt x="5015" y="88862"/>
                </a:lnTo>
                <a:lnTo>
                  <a:pt x="1844" y="103353"/>
                </a:lnTo>
                <a:lnTo>
                  <a:pt x="212" y="118480"/>
                </a:lnTo>
                <a:lnTo>
                  <a:pt x="0" y="126346"/>
                </a:lnTo>
                <a:lnTo>
                  <a:pt x="117531" y="126346"/>
                </a:lnTo>
                <a:lnTo>
                  <a:pt x="116010" y="0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7153760" y="5081616"/>
            <a:ext cx="116035" cy="128025"/>
          </a:xfrm>
          <a:custGeom>
            <a:avLst/>
            <a:gdLst/>
            <a:ahLst/>
            <a:cxnLst/>
            <a:rect l="l" t="t" r="r" b="b"/>
            <a:pathLst>
              <a:path w="116035" h="128025">
                <a:moveTo>
                  <a:pt x="114514" y="128025"/>
                </a:moveTo>
                <a:lnTo>
                  <a:pt x="116035" y="126358"/>
                </a:lnTo>
                <a:lnTo>
                  <a:pt x="115205" y="111196"/>
                </a:lnTo>
                <a:lnTo>
                  <a:pt x="112777" y="96565"/>
                </a:lnTo>
                <a:lnTo>
                  <a:pt x="108846" y="82567"/>
                </a:lnTo>
                <a:lnTo>
                  <a:pt x="103506" y="69306"/>
                </a:lnTo>
                <a:lnTo>
                  <a:pt x="96850" y="56887"/>
                </a:lnTo>
                <a:lnTo>
                  <a:pt x="88974" y="45413"/>
                </a:lnTo>
                <a:lnTo>
                  <a:pt x="79971" y="34989"/>
                </a:lnTo>
                <a:lnTo>
                  <a:pt x="69935" y="25718"/>
                </a:lnTo>
                <a:lnTo>
                  <a:pt x="58961" y="17704"/>
                </a:lnTo>
                <a:lnTo>
                  <a:pt x="47143" y="11050"/>
                </a:lnTo>
                <a:lnTo>
                  <a:pt x="34575" y="5862"/>
                </a:lnTo>
                <a:lnTo>
                  <a:pt x="21351" y="2242"/>
                </a:lnTo>
                <a:lnTo>
                  <a:pt x="7565" y="296"/>
                </a:lnTo>
                <a:lnTo>
                  <a:pt x="1533" y="0"/>
                </a:lnTo>
                <a:lnTo>
                  <a:pt x="0" y="126358"/>
                </a:lnTo>
                <a:lnTo>
                  <a:pt x="114514" y="128025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6776054" y="4744997"/>
            <a:ext cx="346180" cy="301899"/>
          </a:xfrm>
          <a:custGeom>
            <a:avLst/>
            <a:gdLst/>
            <a:ahLst/>
            <a:cxnLst/>
            <a:rect l="l" t="t" r="r" b="b"/>
            <a:pathLst>
              <a:path w="346180" h="301899">
                <a:moveTo>
                  <a:pt x="0" y="151064"/>
                </a:moveTo>
                <a:lnTo>
                  <a:pt x="704" y="164748"/>
                </a:lnTo>
                <a:lnTo>
                  <a:pt x="2775" y="178088"/>
                </a:lnTo>
                <a:lnTo>
                  <a:pt x="6153" y="191032"/>
                </a:lnTo>
                <a:lnTo>
                  <a:pt x="10775" y="203526"/>
                </a:lnTo>
                <a:lnTo>
                  <a:pt x="16581" y="215519"/>
                </a:lnTo>
                <a:lnTo>
                  <a:pt x="23509" y="226958"/>
                </a:lnTo>
                <a:lnTo>
                  <a:pt x="31498" y="237790"/>
                </a:lnTo>
                <a:lnTo>
                  <a:pt x="40486" y="247963"/>
                </a:lnTo>
                <a:lnTo>
                  <a:pt x="50412" y="257425"/>
                </a:lnTo>
                <a:lnTo>
                  <a:pt x="61215" y="266123"/>
                </a:lnTo>
                <a:lnTo>
                  <a:pt x="72834" y="274003"/>
                </a:lnTo>
                <a:lnTo>
                  <a:pt x="85207" y="281015"/>
                </a:lnTo>
                <a:lnTo>
                  <a:pt x="98273" y="287106"/>
                </a:lnTo>
                <a:lnTo>
                  <a:pt x="111970" y="292222"/>
                </a:lnTo>
                <a:lnTo>
                  <a:pt x="126238" y="296311"/>
                </a:lnTo>
                <a:lnTo>
                  <a:pt x="141015" y="299322"/>
                </a:lnTo>
                <a:lnTo>
                  <a:pt x="156239" y="301201"/>
                </a:lnTo>
                <a:lnTo>
                  <a:pt x="171850" y="301896"/>
                </a:lnTo>
                <a:lnTo>
                  <a:pt x="172938" y="301899"/>
                </a:lnTo>
                <a:lnTo>
                  <a:pt x="188560" y="301288"/>
                </a:lnTo>
                <a:lnTo>
                  <a:pt x="203806" y="299493"/>
                </a:lnTo>
                <a:lnTo>
                  <a:pt x="218614" y="296564"/>
                </a:lnTo>
                <a:lnTo>
                  <a:pt x="232922" y="292555"/>
                </a:lnTo>
                <a:lnTo>
                  <a:pt x="246668" y="287518"/>
                </a:lnTo>
                <a:lnTo>
                  <a:pt x="259792" y="281504"/>
                </a:lnTo>
                <a:lnTo>
                  <a:pt x="272230" y="274567"/>
                </a:lnTo>
                <a:lnTo>
                  <a:pt x="283921" y="266758"/>
                </a:lnTo>
                <a:lnTo>
                  <a:pt x="294804" y="258130"/>
                </a:lnTo>
                <a:lnTo>
                  <a:pt x="304816" y="248736"/>
                </a:lnTo>
                <a:lnTo>
                  <a:pt x="313897" y="238628"/>
                </a:lnTo>
                <a:lnTo>
                  <a:pt x="321983" y="227857"/>
                </a:lnTo>
                <a:lnTo>
                  <a:pt x="329014" y="216477"/>
                </a:lnTo>
                <a:lnTo>
                  <a:pt x="334928" y="204540"/>
                </a:lnTo>
                <a:lnTo>
                  <a:pt x="339663" y="192098"/>
                </a:lnTo>
                <a:lnTo>
                  <a:pt x="343156" y="179203"/>
                </a:lnTo>
                <a:lnTo>
                  <a:pt x="345348" y="165908"/>
                </a:lnTo>
                <a:lnTo>
                  <a:pt x="346175" y="152265"/>
                </a:lnTo>
                <a:lnTo>
                  <a:pt x="346180" y="151064"/>
                </a:lnTo>
                <a:lnTo>
                  <a:pt x="345476" y="137366"/>
                </a:lnTo>
                <a:lnTo>
                  <a:pt x="343403" y="124015"/>
                </a:lnTo>
                <a:lnTo>
                  <a:pt x="340024" y="111063"/>
                </a:lnTo>
                <a:lnTo>
                  <a:pt x="335401" y="98562"/>
                </a:lnTo>
                <a:lnTo>
                  <a:pt x="329595" y="86563"/>
                </a:lnTo>
                <a:lnTo>
                  <a:pt x="322667" y="75120"/>
                </a:lnTo>
                <a:lnTo>
                  <a:pt x="314679" y="64283"/>
                </a:lnTo>
                <a:lnTo>
                  <a:pt x="305693" y="54105"/>
                </a:lnTo>
                <a:lnTo>
                  <a:pt x="295771" y="44638"/>
                </a:lnTo>
                <a:lnTo>
                  <a:pt x="284974" y="35934"/>
                </a:lnTo>
                <a:lnTo>
                  <a:pt x="273363" y="28044"/>
                </a:lnTo>
                <a:lnTo>
                  <a:pt x="261001" y="21022"/>
                </a:lnTo>
                <a:lnTo>
                  <a:pt x="247949" y="14919"/>
                </a:lnTo>
                <a:lnTo>
                  <a:pt x="234269" y="9786"/>
                </a:lnTo>
                <a:lnTo>
                  <a:pt x="220022" y="5677"/>
                </a:lnTo>
                <a:lnTo>
                  <a:pt x="205269" y="2642"/>
                </a:lnTo>
                <a:lnTo>
                  <a:pt x="190073" y="734"/>
                </a:lnTo>
                <a:lnTo>
                  <a:pt x="174496" y="6"/>
                </a:lnTo>
                <a:lnTo>
                  <a:pt x="172938" y="0"/>
                </a:lnTo>
                <a:lnTo>
                  <a:pt x="157313" y="610"/>
                </a:lnTo>
                <a:lnTo>
                  <a:pt x="142070" y="2407"/>
                </a:lnTo>
                <a:lnTo>
                  <a:pt x="127269" y="5338"/>
                </a:lnTo>
                <a:lnTo>
                  <a:pt x="112972" y="9352"/>
                </a:lnTo>
                <a:lnTo>
                  <a:pt x="99241" y="14395"/>
                </a:lnTo>
                <a:lnTo>
                  <a:pt x="86136" y="20416"/>
                </a:lnTo>
                <a:lnTo>
                  <a:pt x="73718" y="27362"/>
                </a:lnTo>
                <a:lnTo>
                  <a:pt x="62050" y="35182"/>
                </a:lnTo>
                <a:lnTo>
                  <a:pt x="51191" y="43824"/>
                </a:lnTo>
                <a:lnTo>
                  <a:pt x="41203" y="53234"/>
                </a:lnTo>
                <a:lnTo>
                  <a:pt x="32147" y="63361"/>
                </a:lnTo>
                <a:lnTo>
                  <a:pt x="24085" y="74153"/>
                </a:lnTo>
                <a:lnTo>
                  <a:pt x="17078" y="85558"/>
                </a:lnTo>
                <a:lnTo>
                  <a:pt x="11187" y="97523"/>
                </a:lnTo>
                <a:lnTo>
                  <a:pt x="6472" y="109997"/>
                </a:lnTo>
                <a:lnTo>
                  <a:pt x="2996" y="122926"/>
                </a:lnTo>
                <a:lnTo>
                  <a:pt x="820" y="136259"/>
                </a:lnTo>
                <a:lnTo>
                  <a:pt x="4" y="149945"/>
                </a:lnTo>
                <a:lnTo>
                  <a:pt x="0" y="151064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6091641" y="5038274"/>
            <a:ext cx="344659" cy="304957"/>
          </a:xfrm>
          <a:custGeom>
            <a:avLst/>
            <a:gdLst/>
            <a:ahLst/>
            <a:cxnLst/>
            <a:rect l="l" t="t" r="r" b="b"/>
            <a:pathLst>
              <a:path w="344659" h="304957">
                <a:moveTo>
                  <a:pt x="0" y="152478"/>
                </a:moveTo>
                <a:lnTo>
                  <a:pt x="697" y="166354"/>
                </a:lnTo>
                <a:lnTo>
                  <a:pt x="2750" y="179861"/>
                </a:lnTo>
                <a:lnTo>
                  <a:pt x="6096" y="192950"/>
                </a:lnTo>
                <a:lnTo>
                  <a:pt x="10677" y="205570"/>
                </a:lnTo>
                <a:lnTo>
                  <a:pt x="16431" y="217671"/>
                </a:lnTo>
                <a:lnTo>
                  <a:pt x="23299" y="229203"/>
                </a:lnTo>
                <a:lnTo>
                  <a:pt x="31218" y="240116"/>
                </a:lnTo>
                <a:lnTo>
                  <a:pt x="40130" y="250359"/>
                </a:lnTo>
                <a:lnTo>
                  <a:pt x="49974" y="259883"/>
                </a:lnTo>
                <a:lnTo>
                  <a:pt x="60689" y="268637"/>
                </a:lnTo>
                <a:lnTo>
                  <a:pt x="72214" y="276571"/>
                </a:lnTo>
                <a:lnTo>
                  <a:pt x="84490" y="283635"/>
                </a:lnTo>
                <a:lnTo>
                  <a:pt x="97456" y="289779"/>
                </a:lnTo>
                <a:lnTo>
                  <a:pt x="111051" y="294953"/>
                </a:lnTo>
                <a:lnTo>
                  <a:pt x="125215" y="299106"/>
                </a:lnTo>
                <a:lnTo>
                  <a:pt x="139887" y="302189"/>
                </a:lnTo>
                <a:lnTo>
                  <a:pt x="155007" y="304151"/>
                </a:lnTo>
                <a:lnTo>
                  <a:pt x="170515" y="304942"/>
                </a:lnTo>
                <a:lnTo>
                  <a:pt x="172938" y="304957"/>
                </a:lnTo>
                <a:lnTo>
                  <a:pt x="188595" y="304346"/>
                </a:lnTo>
                <a:lnTo>
                  <a:pt x="203841" y="302547"/>
                </a:lnTo>
                <a:lnTo>
                  <a:pt x="218618" y="299612"/>
                </a:lnTo>
                <a:lnTo>
                  <a:pt x="232868" y="295590"/>
                </a:lnTo>
                <a:lnTo>
                  <a:pt x="246532" y="290532"/>
                </a:lnTo>
                <a:lnTo>
                  <a:pt x="259554" y="284490"/>
                </a:lnTo>
                <a:lnTo>
                  <a:pt x="271876" y="277513"/>
                </a:lnTo>
                <a:lnTo>
                  <a:pt x="283439" y="269654"/>
                </a:lnTo>
                <a:lnTo>
                  <a:pt x="294186" y="260961"/>
                </a:lnTo>
                <a:lnTo>
                  <a:pt x="304060" y="251487"/>
                </a:lnTo>
                <a:lnTo>
                  <a:pt x="313001" y="241282"/>
                </a:lnTo>
                <a:lnTo>
                  <a:pt x="320954" y="230397"/>
                </a:lnTo>
                <a:lnTo>
                  <a:pt x="327859" y="218882"/>
                </a:lnTo>
                <a:lnTo>
                  <a:pt x="333659" y="206788"/>
                </a:lnTo>
                <a:lnTo>
                  <a:pt x="338296" y="194166"/>
                </a:lnTo>
                <a:lnTo>
                  <a:pt x="341713" y="181067"/>
                </a:lnTo>
                <a:lnTo>
                  <a:pt x="343852" y="167541"/>
                </a:lnTo>
                <a:lnTo>
                  <a:pt x="344654" y="153640"/>
                </a:lnTo>
                <a:lnTo>
                  <a:pt x="344659" y="152478"/>
                </a:lnTo>
                <a:lnTo>
                  <a:pt x="343969" y="138587"/>
                </a:lnTo>
                <a:lnTo>
                  <a:pt x="341939" y="125059"/>
                </a:lnTo>
                <a:lnTo>
                  <a:pt x="338625" y="111945"/>
                </a:lnTo>
                <a:lnTo>
                  <a:pt x="334086" y="99296"/>
                </a:lnTo>
                <a:lnTo>
                  <a:pt x="328380" y="87165"/>
                </a:lnTo>
                <a:lnTo>
                  <a:pt x="321564" y="75603"/>
                </a:lnTo>
                <a:lnTo>
                  <a:pt x="313695" y="64662"/>
                </a:lnTo>
                <a:lnTo>
                  <a:pt x="304833" y="54393"/>
                </a:lnTo>
                <a:lnTo>
                  <a:pt x="295034" y="44847"/>
                </a:lnTo>
                <a:lnTo>
                  <a:pt x="284357" y="36076"/>
                </a:lnTo>
                <a:lnTo>
                  <a:pt x="272859" y="28132"/>
                </a:lnTo>
                <a:lnTo>
                  <a:pt x="260598" y="21067"/>
                </a:lnTo>
                <a:lnTo>
                  <a:pt x="247631" y="14931"/>
                </a:lnTo>
                <a:lnTo>
                  <a:pt x="234018" y="9777"/>
                </a:lnTo>
                <a:lnTo>
                  <a:pt x="219814" y="5655"/>
                </a:lnTo>
                <a:lnTo>
                  <a:pt x="205079" y="2618"/>
                </a:lnTo>
                <a:lnTo>
                  <a:pt x="189869" y="717"/>
                </a:lnTo>
                <a:lnTo>
                  <a:pt x="174243" y="4"/>
                </a:lnTo>
                <a:lnTo>
                  <a:pt x="172938" y="0"/>
                </a:lnTo>
                <a:lnTo>
                  <a:pt x="157375" y="608"/>
                </a:lnTo>
                <a:lnTo>
                  <a:pt x="142191" y="2399"/>
                </a:lnTo>
                <a:lnTo>
                  <a:pt x="127446" y="5321"/>
                </a:lnTo>
                <a:lnTo>
                  <a:pt x="113200" y="9325"/>
                </a:lnTo>
                <a:lnTo>
                  <a:pt x="99513" y="14358"/>
                </a:lnTo>
                <a:lnTo>
                  <a:pt x="86446" y="20370"/>
                </a:lnTo>
                <a:lnTo>
                  <a:pt x="74060" y="27310"/>
                </a:lnTo>
                <a:lnTo>
                  <a:pt x="62415" y="35127"/>
                </a:lnTo>
                <a:lnTo>
                  <a:pt x="51571" y="43770"/>
                </a:lnTo>
                <a:lnTo>
                  <a:pt x="41589" y="53188"/>
                </a:lnTo>
                <a:lnTo>
                  <a:pt x="32530" y="63331"/>
                </a:lnTo>
                <a:lnTo>
                  <a:pt x="24453" y="74146"/>
                </a:lnTo>
                <a:lnTo>
                  <a:pt x="17419" y="85584"/>
                </a:lnTo>
                <a:lnTo>
                  <a:pt x="11490" y="97593"/>
                </a:lnTo>
                <a:lnTo>
                  <a:pt x="6724" y="110122"/>
                </a:lnTo>
                <a:lnTo>
                  <a:pt x="3183" y="123121"/>
                </a:lnTo>
                <a:lnTo>
                  <a:pt x="927" y="136538"/>
                </a:lnTo>
                <a:lnTo>
                  <a:pt x="16" y="150323"/>
                </a:lnTo>
                <a:lnTo>
                  <a:pt x="0" y="152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6055210" y="5374892"/>
            <a:ext cx="426989" cy="103595"/>
          </a:xfrm>
          <a:custGeom>
            <a:avLst/>
            <a:gdLst/>
            <a:ahLst/>
            <a:cxnLst/>
            <a:rect l="l" t="t" r="r" b="b"/>
            <a:pathLst>
              <a:path w="426989" h="103595">
                <a:moveTo>
                  <a:pt x="0" y="103595"/>
                </a:moveTo>
                <a:lnTo>
                  <a:pt x="426989" y="103595"/>
                </a:lnTo>
                <a:lnTo>
                  <a:pt x="426989" y="0"/>
                </a:lnTo>
                <a:lnTo>
                  <a:pt x="0" y="0"/>
                </a:lnTo>
                <a:lnTo>
                  <a:pt x="0" y="10359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5944106" y="5478488"/>
            <a:ext cx="641251" cy="637149"/>
          </a:xfrm>
          <a:custGeom>
            <a:avLst/>
            <a:gdLst/>
            <a:ahLst/>
            <a:cxnLst/>
            <a:rect l="l" t="t" r="r" b="b"/>
            <a:pathLst>
              <a:path w="641251" h="637149">
                <a:moveTo>
                  <a:pt x="0" y="637149"/>
                </a:moveTo>
                <a:lnTo>
                  <a:pt x="641251" y="637149"/>
                </a:lnTo>
                <a:lnTo>
                  <a:pt x="641251" y="0"/>
                </a:lnTo>
                <a:lnTo>
                  <a:pt x="0" y="0"/>
                </a:lnTo>
                <a:lnTo>
                  <a:pt x="0" y="63714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944106" y="5374892"/>
            <a:ext cx="117227" cy="126657"/>
          </a:xfrm>
          <a:custGeom>
            <a:avLst/>
            <a:gdLst/>
            <a:ahLst/>
            <a:cxnLst/>
            <a:rect l="l" t="t" r="r" b="b"/>
            <a:pathLst>
              <a:path w="117227" h="126657">
                <a:moveTo>
                  <a:pt x="115706" y="0"/>
                </a:moveTo>
                <a:lnTo>
                  <a:pt x="101456" y="915"/>
                </a:lnTo>
                <a:lnTo>
                  <a:pt x="87766" y="3591"/>
                </a:lnTo>
                <a:lnTo>
                  <a:pt x="74727" y="7921"/>
                </a:lnTo>
                <a:lnTo>
                  <a:pt x="62429" y="13798"/>
                </a:lnTo>
                <a:lnTo>
                  <a:pt x="50965" y="21115"/>
                </a:lnTo>
                <a:lnTo>
                  <a:pt x="40424" y="29766"/>
                </a:lnTo>
                <a:lnTo>
                  <a:pt x="30898" y="39644"/>
                </a:lnTo>
                <a:lnTo>
                  <a:pt x="22478" y="50642"/>
                </a:lnTo>
                <a:lnTo>
                  <a:pt x="15255" y="62654"/>
                </a:lnTo>
                <a:lnTo>
                  <a:pt x="9320" y="75572"/>
                </a:lnTo>
                <a:lnTo>
                  <a:pt x="4764" y="89291"/>
                </a:lnTo>
                <a:lnTo>
                  <a:pt x="1678" y="103704"/>
                </a:lnTo>
                <a:lnTo>
                  <a:pt x="153" y="118703"/>
                </a:lnTo>
                <a:lnTo>
                  <a:pt x="0" y="125266"/>
                </a:lnTo>
                <a:lnTo>
                  <a:pt x="117227" y="126657"/>
                </a:lnTo>
                <a:lnTo>
                  <a:pt x="115706" y="0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6467826" y="5376283"/>
            <a:ext cx="115997" cy="126645"/>
          </a:xfrm>
          <a:custGeom>
            <a:avLst/>
            <a:gdLst/>
            <a:ahLst/>
            <a:cxnLst/>
            <a:rect l="l" t="t" r="r" b="b"/>
            <a:pathLst>
              <a:path w="115997" h="126645">
                <a:moveTo>
                  <a:pt x="114476" y="126645"/>
                </a:moveTo>
                <a:lnTo>
                  <a:pt x="115997" y="126645"/>
                </a:lnTo>
                <a:lnTo>
                  <a:pt x="115167" y="111427"/>
                </a:lnTo>
                <a:lnTo>
                  <a:pt x="112741" y="96747"/>
                </a:lnTo>
                <a:lnTo>
                  <a:pt x="108814" y="82708"/>
                </a:lnTo>
                <a:lnTo>
                  <a:pt x="103479" y="69413"/>
                </a:lnTo>
                <a:lnTo>
                  <a:pt x="96833" y="56966"/>
                </a:lnTo>
                <a:lnTo>
                  <a:pt x="88970" y="45469"/>
                </a:lnTo>
                <a:lnTo>
                  <a:pt x="79985" y="35027"/>
                </a:lnTo>
                <a:lnTo>
                  <a:pt x="69973" y="25742"/>
                </a:lnTo>
                <a:lnTo>
                  <a:pt x="59028" y="17718"/>
                </a:lnTo>
                <a:lnTo>
                  <a:pt x="47246" y="11058"/>
                </a:lnTo>
                <a:lnTo>
                  <a:pt x="34721" y="5865"/>
                </a:lnTo>
                <a:lnTo>
                  <a:pt x="21548" y="2243"/>
                </a:lnTo>
                <a:lnTo>
                  <a:pt x="7822" y="295"/>
                </a:lnTo>
                <a:lnTo>
                  <a:pt x="1837" y="0"/>
                </a:lnTo>
                <a:lnTo>
                  <a:pt x="0" y="126645"/>
                </a:lnTo>
                <a:lnTo>
                  <a:pt x="114476" y="12664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896355" y="5055519"/>
            <a:ext cx="4007252" cy="1064568"/>
          </a:xfrm>
          <a:custGeom>
            <a:avLst/>
            <a:gdLst/>
            <a:ahLst/>
            <a:cxnLst/>
            <a:rect l="l" t="t" r="r" b="b"/>
            <a:pathLst>
              <a:path w="4007252" h="1064568">
                <a:moveTo>
                  <a:pt x="4006596" y="1064098"/>
                </a:moveTo>
                <a:lnTo>
                  <a:pt x="2519727" y="0"/>
                </a:lnTo>
                <a:lnTo>
                  <a:pt x="1428834" y="0"/>
                </a:lnTo>
                <a:lnTo>
                  <a:pt x="0" y="1064568"/>
                </a:lnTo>
                <a:lnTo>
                  <a:pt x="4006596" y="1064568"/>
                </a:lnTo>
                <a:lnTo>
                  <a:pt x="4006596" y="1064098"/>
                </a:lnTo>
                <a:close/>
              </a:path>
            </a:pathLst>
          </a:custGeom>
          <a:solidFill>
            <a:srgbClr val="8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8060396" y="5141869"/>
            <a:ext cx="422363" cy="369671"/>
          </a:xfrm>
          <a:custGeom>
            <a:avLst/>
            <a:gdLst/>
            <a:ahLst/>
            <a:cxnLst/>
            <a:rect l="l" t="t" r="r" b="b"/>
            <a:pathLst>
              <a:path w="422363" h="369671">
                <a:moveTo>
                  <a:pt x="0" y="184140"/>
                </a:moveTo>
                <a:lnTo>
                  <a:pt x="704" y="199322"/>
                </a:lnTo>
                <a:lnTo>
                  <a:pt x="2781" y="214173"/>
                </a:lnTo>
                <a:lnTo>
                  <a:pt x="6174" y="228643"/>
                </a:lnTo>
                <a:lnTo>
                  <a:pt x="10828" y="242686"/>
                </a:lnTo>
                <a:lnTo>
                  <a:pt x="16686" y="256251"/>
                </a:lnTo>
                <a:lnTo>
                  <a:pt x="23694" y="269291"/>
                </a:lnTo>
                <a:lnTo>
                  <a:pt x="31794" y="281758"/>
                </a:lnTo>
                <a:lnTo>
                  <a:pt x="40932" y="293604"/>
                </a:lnTo>
                <a:lnTo>
                  <a:pt x="51051" y="304779"/>
                </a:lnTo>
                <a:lnTo>
                  <a:pt x="62096" y="315236"/>
                </a:lnTo>
                <a:lnTo>
                  <a:pt x="74011" y="324926"/>
                </a:lnTo>
                <a:lnTo>
                  <a:pt x="86740" y="333802"/>
                </a:lnTo>
                <a:lnTo>
                  <a:pt x="100227" y="341814"/>
                </a:lnTo>
                <a:lnTo>
                  <a:pt x="114416" y="348915"/>
                </a:lnTo>
                <a:lnTo>
                  <a:pt x="129253" y="355056"/>
                </a:lnTo>
                <a:lnTo>
                  <a:pt x="144680" y="360188"/>
                </a:lnTo>
                <a:lnTo>
                  <a:pt x="160642" y="364264"/>
                </a:lnTo>
                <a:lnTo>
                  <a:pt x="177084" y="367236"/>
                </a:lnTo>
                <a:lnTo>
                  <a:pt x="193949" y="369054"/>
                </a:lnTo>
                <a:lnTo>
                  <a:pt x="211181" y="369671"/>
                </a:lnTo>
                <a:lnTo>
                  <a:pt x="228414" y="369054"/>
                </a:lnTo>
                <a:lnTo>
                  <a:pt x="245279" y="367236"/>
                </a:lnTo>
                <a:lnTo>
                  <a:pt x="261720" y="364264"/>
                </a:lnTo>
                <a:lnTo>
                  <a:pt x="277682" y="360188"/>
                </a:lnTo>
                <a:lnTo>
                  <a:pt x="293109" y="355056"/>
                </a:lnTo>
                <a:lnTo>
                  <a:pt x="307946" y="348915"/>
                </a:lnTo>
                <a:lnTo>
                  <a:pt x="322135" y="341814"/>
                </a:lnTo>
                <a:lnTo>
                  <a:pt x="335623" y="333802"/>
                </a:lnTo>
                <a:lnTo>
                  <a:pt x="348351" y="324926"/>
                </a:lnTo>
                <a:lnTo>
                  <a:pt x="360266" y="315236"/>
                </a:lnTo>
                <a:lnTo>
                  <a:pt x="371311" y="304779"/>
                </a:lnTo>
                <a:lnTo>
                  <a:pt x="381430" y="293604"/>
                </a:lnTo>
                <a:lnTo>
                  <a:pt x="390568" y="281758"/>
                </a:lnTo>
                <a:lnTo>
                  <a:pt x="398669" y="269291"/>
                </a:lnTo>
                <a:lnTo>
                  <a:pt x="405676" y="256251"/>
                </a:lnTo>
                <a:lnTo>
                  <a:pt x="411534" y="242686"/>
                </a:lnTo>
                <a:lnTo>
                  <a:pt x="416188" y="228643"/>
                </a:lnTo>
                <a:lnTo>
                  <a:pt x="419581" y="214173"/>
                </a:lnTo>
                <a:lnTo>
                  <a:pt x="421658" y="199322"/>
                </a:lnTo>
                <a:lnTo>
                  <a:pt x="422363" y="184140"/>
                </a:lnTo>
                <a:lnTo>
                  <a:pt x="421658" y="168969"/>
                </a:lnTo>
                <a:lnTo>
                  <a:pt x="419581" y="154148"/>
                </a:lnTo>
                <a:lnTo>
                  <a:pt x="416188" y="139724"/>
                </a:lnTo>
                <a:lnTo>
                  <a:pt x="411534" y="125743"/>
                </a:lnTo>
                <a:lnTo>
                  <a:pt x="405676" y="112250"/>
                </a:lnTo>
                <a:lnTo>
                  <a:pt x="398669" y="99293"/>
                </a:lnTo>
                <a:lnTo>
                  <a:pt x="390568" y="86918"/>
                </a:lnTo>
                <a:lnTo>
                  <a:pt x="381430" y="75170"/>
                </a:lnTo>
                <a:lnTo>
                  <a:pt x="371311" y="64096"/>
                </a:lnTo>
                <a:lnTo>
                  <a:pt x="360266" y="53743"/>
                </a:lnTo>
                <a:lnTo>
                  <a:pt x="348351" y="44156"/>
                </a:lnTo>
                <a:lnTo>
                  <a:pt x="335622" y="35382"/>
                </a:lnTo>
                <a:lnTo>
                  <a:pt x="322135" y="27467"/>
                </a:lnTo>
                <a:lnTo>
                  <a:pt x="307946" y="20457"/>
                </a:lnTo>
                <a:lnTo>
                  <a:pt x="293109" y="14399"/>
                </a:lnTo>
                <a:lnTo>
                  <a:pt x="277682" y="9338"/>
                </a:lnTo>
                <a:lnTo>
                  <a:pt x="261720" y="5322"/>
                </a:lnTo>
                <a:lnTo>
                  <a:pt x="245278" y="2396"/>
                </a:lnTo>
                <a:lnTo>
                  <a:pt x="228414" y="606"/>
                </a:lnTo>
                <a:lnTo>
                  <a:pt x="211181" y="0"/>
                </a:lnTo>
                <a:lnTo>
                  <a:pt x="193948" y="606"/>
                </a:lnTo>
                <a:lnTo>
                  <a:pt x="177084" y="2396"/>
                </a:lnTo>
                <a:lnTo>
                  <a:pt x="160642" y="5322"/>
                </a:lnTo>
                <a:lnTo>
                  <a:pt x="144680" y="9338"/>
                </a:lnTo>
                <a:lnTo>
                  <a:pt x="129253" y="14399"/>
                </a:lnTo>
                <a:lnTo>
                  <a:pt x="114416" y="20457"/>
                </a:lnTo>
                <a:lnTo>
                  <a:pt x="100227" y="27467"/>
                </a:lnTo>
                <a:lnTo>
                  <a:pt x="86740" y="35382"/>
                </a:lnTo>
                <a:lnTo>
                  <a:pt x="74011" y="44156"/>
                </a:lnTo>
                <a:lnTo>
                  <a:pt x="62096" y="53743"/>
                </a:lnTo>
                <a:lnTo>
                  <a:pt x="51051" y="64096"/>
                </a:lnTo>
                <a:lnTo>
                  <a:pt x="40932" y="75170"/>
                </a:lnTo>
                <a:lnTo>
                  <a:pt x="31794" y="86918"/>
                </a:lnTo>
                <a:lnTo>
                  <a:pt x="23694" y="99293"/>
                </a:lnTo>
                <a:lnTo>
                  <a:pt x="16686" y="112250"/>
                </a:lnTo>
                <a:lnTo>
                  <a:pt x="10828" y="125743"/>
                </a:lnTo>
                <a:lnTo>
                  <a:pt x="6174" y="139724"/>
                </a:lnTo>
                <a:lnTo>
                  <a:pt x="2781" y="154148"/>
                </a:lnTo>
                <a:lnTo>
                  <a:pt x="704" y="168969"/>
                </a:lnTo>
                <a:lnTo>
                  <a:pt x="0" y="184140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8011086" y="5550433"/>
            <a:ext cx="524024" cy="129424"/>
          </a:xfrm>
          <a:custGeom>
            <a:avLst/>
            <a:gdLst/>
            <a:ahLst/>
            <a:cxnLst/>
            <a:rect l="l" t="t" r="r" b="b"/>
            <a:pathLst>
              <a:path w="524024" h="129424">
                <a:moveTo>
                  <a:pt x="0" y="129424"/>
                </a:moveTo>
                <a:lnTo>
                  <a:pt x="524024" y="129424"/>
                </a:lnTo>
                <a:lnTo>
                  <a:pt x="524024" y="0"/>
                </a:lnTo>
                <a:lnTo>
                  <a:pt x="0" y="0"/>
                </a:lnTo>
                <a:lnTo>
                  <a:pt x="0" y="12942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7877989" y="5679858"/>
            <a:ext cx="793680" cy="561042"/>
          </a:xfrm>
          <a:custGeom>
            <a:avLst/>
            <a:gdLst/>
            <a:ahLst/>
            <a:cxnLst/>
            <a:rect l="l" t="t" r="r" b="b"/>
            <a:pathLst>
              <a:path w="793680" h="561042">
                <a:moveTo>
                  <a:pt x="0" y="561042"/>
                </a:moveTo>
                <a:lnTo>
                  <a:pt x="793680" y="561042"/>
                </a:lnTo>
                <a:lnTo>
                  <a:pt x="793680" y="0"/>
                </a:lnTo>
                <a:lnTo>
                  <a:pt x="0" y="0"/>
                </a:lnTo>
                <a:lnTo>
                  <a:pt x="0" y="56104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7876087" y="5550433"/>
            <a:ext cx="142984" cy="153869"/>
          </a:xfrm>
          <a:custGeom>
            <a:avLst/>
            <a:gdLst/>
            <a:ahLst/>
            <a:cxnLst/>
            <a:rect l="l" t="t" r="r" b="b"/>
            <a:pathLst>
              <a:path w="142984" h="153869">
                <a:moveTo>
                  <a:pt x="142984" y="0"/>
                </a:moveTo>
                <a:lnTo>
                  <a:pt x="128658" y="742"/>
                </a:lnTo>
                <a:lnTo>
                  <a:pt x="114743" y="2924"/>
                </a:lnTo>
                <a:lnTo>
                  <a:pt x="101306" y="6475"/>
                </a:lnTo>
                <a:lnTo>
                  <a:pt x="88413" y="11325"/>
                </a:lnTo>
                <a:lnTo>
                  <a:pt x="76129" y="17404"/>
                </a:lnTo>
                <a:lnTo>
                  <a:pt x="64521" y="24641"/>
                </a:lnTo>
                <a:lnTo>
                  <a:pt x="53654" y="32966"/>
                </a:lnTo>
                <a:lnTo>
                  <a:pt x="43595" y="42310"/>
                </a:lnTo>
                <a:lnTo>
                  <a:pt x="34409" y="52602"/>
                </a:lnTo>
                <a:lnTo>
                  <a:pt x="26162" y="63772"/>
                </a:lnTo>
                <a:lnTo>
                  <a:pt x="18921" y="75750"/>
                </a:lnTo>
                <a:lnTo>
                  <a:pt x="12751" y="88465"/>
                </a:lnTo>
                <a:lnTo>
                  <a:pt x="7718" y="101849"/>
                </a:lnTo>
                <a:lnTo>
                  <a:pt x="3888" y="115829"/>
                </a:lnTo>
                <a:lnTo>
                  <a:pt x="1327" y="130337"/>
                </a:lnTo>
                <a:lnTo>
                  <a:pt x="102" y="145303"/>
                </a:lnTo>
                <a:lnTo>
                  <a:pt x="0" y="153869"/>
                </a:lnTo>
                <a:lnTo>
                  <a:pt x="142984" y="151087"/>
                </a:lnTo>
                <a:lnTo>
                  <a:pt x="142984" y="0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8522562" y="5553204"/>
            <a:ext cx="144505" cy="155536"/>
          </a:xfrm>
          <a:custGeom>
            <a:avLst/>
            <a:gdLst/>
            <a:ahLst/>
            <a:cxnLst/>
            <a:rect l="l" t="t" r="r" b="b"/>
            <a:pathLst>
              <a:path w="144505" h="155536">
                <a:moveTo>
                  <a:pt x="142604" y="155536"/>
                </a:moveTo>
                <a:lnTo>
                  <a:pt x="144505" y="152478"/>
                </a:lnTo>
                <a:lnTo>
                  <a:pt x="143805" y="137402"/>
                </a:lnTo>
                <a:lnTo>
                  <a:pt x="141749" y="122743"/>
                </a:lnTo>
                <a:lnTo>
                  <a:pt x="138404" y="108571"/>
                </a:lnTo>
                <a:lnTo>
                  <a:pt x="133838" y="94954"/>
                </a:lnTo>
                <a:lnTo>
                  <a:pt x="128119" y="81963"/>
                </a:lnTo>
                <a:lnTo>
                  <a:pt x="121314" y="69667"/>
                </a:lnTo>
                <a:lnTo>
                  <a:pt x="113491" y="58135"/>
                </a:lnTo>
                <a:lnTo>
                  <a:pt x="104717" y="47437"/>
                </a:lnTo>
                <a:lnTo>
                  <a:pt x="95060" y="37642"/>
                </a:lnTo>
                <a:lnTo>
                  <a:pt x="84587" y="28820"/>
                </a:lnTo>
                <a:lnTo>
                  <a:pt x="73366" y="21040"/>
                </a:lnTo>
                <a:lnTo>
                  <a:pt x="61464" y="14372"/>
                </a:lnTo>
                <a:lnTo>
                  <a:pt x="48949" y="8884"/>
                </a:lnTo>
                <a:lnTo>
                  <a:pt x="35889" y="4647"/>
                </a:lnTo>
                <a:lnTo>
                  <a:pt x="22350" y="1729"/>
                </a:lnTo>
                <a:lnTo>
                  <a:pt x="8401" y="201"/>
                </a:lnTo>
                <a:lnTo>
                  <a:pt x="3042" y="0"/>
                </a:lnTo>
                <a:lnTo>
                  <a:pt x="0" y="152478"/>
                </a:lnTo>
                <a:lnTo>
                  <a:pt x="142604" y="155536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7226951" y="5131867"/>
            <a:ext cx="420588" cy="369682"/>
          </a:xfrm>
          <a:custGeom>
            <a:avLst/>
            <a:gdLst/>
            <a:ahLst/>
            <a:cxnLst/>
            <a:rect l="l" t="t" r="r" b="b"/>
            <a:pathLst>
              <a:path w="420588" h="369682">
                <a:moveTo>
                  <a:pt x="0" y="184151"/>
                </a:moveTo>
                <a:lnTo>
                  <a:pt x="704" y="199295"/>
                </a:lnTo>
                <a:lnTo>
                  <a:pt x="2781" y="214115"/>
                </a:lnTo>
                <a:lnTo>
                  <a:pt x="6174" y="228562"/>
                </a:lnTo>
                <a:lnTo>
                  <a:pt x="10828" y="242587"/>
                </a:lnTo>
                <a:lnTo>
                  <a:pt x="16686" y="256141"/>
                </a:lnTo>
                <a:lnTo>
                  <a:pt x="23694" y="269176"/>
                </a:lnTo>
                <a:lnTo>
                  <a:pt x="31794" y="281642"/>
                </a:lnTo>
                <a:lnTo>
                  <a:pt x="40932" y="293491"/>
                </a:lnTo>
                <a:lnTo>
                  <a:pt x="51051" y="304673"/>
                </a:lnTo>
                <a:lnTo>
                  <a:pt x="62096" y="315140"/>
                </a:lnTo>
                <a:lnTo>
                  <a:pt x="74011" y="324842"/>
                </a:lnTo>
                <a:lnTo>
                  <a:pt x="86740" y="333731"/>
                </a:lnTo>
                <a:lnTo>
                  <a:pt x="100227" y="341757"/>
                </a:lnTo>
                <a:lnTo>
                  <a:pt x="114416" y="348872"/>
                </a:lnTo>
                <a:lnTo>
                  <a:pt x="129253" y="355027"/>
                </a:lnTo>
                <a:lnTo>
                  <a:pt x="144680" y="360172"/>
                </a:lnTo>
                <a:lnTo>
                  <a:pt x="160642" y="364259"/>
                </a:lnTo>
                <a:lnTo>
                  <a:pt x="177084" y="367239"/>
                </a:lnTo>
                <a:lnTo>
                  <a:pt x="193949" y="369063"/>
                </a:lnTo>
                <a:lnTo>
                  <a:pt x="211181" y="369682"/>
                </a:lnTo>
                <a:lnTo>
                  <a:pt x="228366" y="369063"/>
                </a:lnTo>
                <a:lnTo>
                  <a:pt x="245167" y="367239"/>
                </a:lnTo>
                <a:lnTo>
                  <a:pt x="261530" y="364259"/>
                </a:lnTo>
                <a:lnTo>
                  <a:pt x="277400" y="360172"/>
                </a:lnTo>
                <a:lnTo>
                  <a:pt x="292725" y="355027"/>
                </a:lnTo>
                <a:lnTo>
                  <a:pt x="307451" y="348872"/>
                </a:lnTo>
                <a:lnTo>
                  <a:pt x="321523" y="341757"/>
                </a:lnTo>
                <a:lnTo>
                  <a:pt x="334888" y="333731"/>
                </a:lnTo>
                <a:lnTo>
                  <a:pt x="347493" y="324842"/>
                </a:lnTo>
                <a:lnTo>
                  <a:pt x="359284" y="315140"/>
                </a:lnTo>
                <a:lnTo>
                  <a:pt x="370207" y="304673"/>
                </a:lnTo>
                <a:lnTo>
                  <a:pt x="380207" y="293491"/>
                </a:lnTo>
                <a:lnTo>
                  <a:pt x="389233" y="281642"/>
                </a:lnTo>
                <a:lnTo>
                  <a:pt x="397229" y="269176"/>
                </a:lnTo>
                <a:lnTo>
                  <a:pt x="404143" y="256141"/>
                </a:lnTo>
                <a:lnTo>
                  <a:pt x="409920" y="242587"/>
                </a:lnTo>
                <a:lnTo>
                  <a:pt x="414507" y="228562"/>
                </a:lnTo>
                <a:lnTo>
                  <a:pt x="417849" y="214115"/>
                </a:lnTo>
                <a:lnTo>
                  <a:pt x="419894" y="199295"/>
                </a:lnTo>
                <a:lnTo>
                  <a:pt x="420588" y="184151"/>
                </a:lnTo>
                <a:lnTo>
                  <a:pt x="419894" y="168979"/>
                </a:lnTo>
                <a:lnTo>
                  <a:pt x="417849" y="154156"/>
                </a:lnTo>
                <a:lnTo>
                  <a:pt x="414507" y="139731"/>
                </a:lnTo>
                <a:lnTo>
                  <a:pt x="409920" y="125748"/>
                </a:lnTo>
                <a:lnTo>
                  <a:pt x="404143" y="112255"/>
                </a:lnTo>
                <a:lnTo>
                  <a:pt x="397229" y="99297"/>
                </a:lnTo>
                <a:lnTo>
                  <a:pt x="389233" y="86921"/>
                </a:lnTo>
                <a:lnTo>
                  <a:pt x="380207" y="75173"/>
                </a:lnTo>
                <a:lnTo>
                  <a:pt x="370206" y="64098"/>
                </a:lnTo>
                <a:lnTo>
                  <a:pt x="359284" y="53744"/>
                </a:lnTo>
                <a:lnTo>
                  <a:pt x="347493" y="44157"/>
                </a:lnTo>
                <a:lnTo>
                  <a:pt x="334888" y="35383"/>
                </a:lnTo>
                <a:lnTo>
                  <a:pt x="321523" y="27467"/>
                </a:lnTo>
                <a:lnTo>
                  <a:pt x="307451" y="20457"/>
                </a:lnTo>
                <a:lnTo>
                  <a:pt x="292725" y="14399"/>
                </a:lnTo>
                <a:lnTo>
                  <a:pt x="277400" y="9339"/>
                </a:lnTo>
                <a:lnTo>
                  <a:pt x="261530" y="5322"/>
                </a:lnTo>
                <a:lnTo>
                  <a:pt x="245167" y="2396"/>
                </a:lnTo>
                <a:lnTo>
                  <a:pt x="228366" y="606"/>
                </a:lnTo>
                <a:lnTo>
                  <a:pt x="211181" y="0"/>
                </a:lnTo>
                <a:lnTo>
                  <a:pt x="193948" y="606"/>
                </a:lnTo>
                <a:lnTo>
                  <a:pt x="177084" y="2396"/>
                </a:lnTo>
                <a:lnTo>
                  <a:pt x="160642" y="5322"/>
                </a:lnTo>
                <a:lnTo>
                  <a:pt x="144680" y="9339"/>
                </a:lnTo>
                <a:lnTo>
                  <a:pt x="129253" y="14399"/>
                </a:lnTo>
                <a:lnTo>
                  <a:pt x="114416" y="20457"/>
                </a:lnTo>
                <a:lnTo>
                  <a:pt x="100227" y="27467"/>
                </a:lnTo>
                <a:lnTo>
                  <a:pt x="86740" y="35383"/>
                </a:lnTo>
                <a:lnTo>
                  <a:pt x="74011" y="44157"/>
                </a:lnTo>
                <a:lnTo>
                  <a:pt x="62096" y="53744"/>
                </a:lnTo>
                <a:lnTo>
                  <a:pt x="51051" y="64098"/>
                </a:lnTo>
                <a:lnTo>
                  <a:pt x="40932" y="75173"/>
                </a:lnTo>
                <a:lnTo>
                  <a:pt x="31794" y="86921"/>
                </a:lnTo>
                <a:lnTo>
                  <a:pt x="23694" y="99297"/>
                </a:lnTo>
                <a:lnTo>
                  <a:pt x="16686" y="112255"/>
                </a:lnTo>
                <a:lnTo>
                  <a:pt x="10828" y="125748"/>
                </a:lnTo>
                <a:lnTo>
                  <a:pt x="6174" y="139731"/>
                </a:lnTo>
                <a:lnTo>
                  <a:pt x="2781" y="154156"/>
                </a:lnTo>
                <a:lnTo>
                  <a:pt x="704" y="168979"/>
                </a:lnTo>
                <a:lnTo>
                  <a:pt x="0" y="184151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7177642" y="5540431"/>
            <a:ext cx="522490" cy="129425"/>
          </a:xfrm>
          <a:custGeom>
            <a:avLst/>
            <a:gdLst/>
            <a:ahLst/>
            <a:cxnLst/>
            <a:rect l="l" t="t" r="r" b="b"/>
            <a:pathLst>
              <a:path w="522490" h="129425">
                <a:moveTo>
                  <a:pt x="0" y="129425"/>
                </a:moveTo>
                <a:lnTo>
                  <a:pt x="522490" y="129425"/>
                </a:lnTo>
                <a:lnTo>
                  <a:pt x="522490" y="0"/>
                </a:lnTo>
                <a:lnTo>
                  <a:pt x="0" y="0"/>
                </a:lnTo>
                <a:lnTo>
                  <a:pt x="0" y="129425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7042655" y="5669857"/>
            <a:ext cx="795518" cy="560766"/>
          </a:xfrm>
          <a:custGeom>
            <a:avLst/>
            <a:gdLst/>
            <a:ahLst/>
            <a:cxnLst/>
            <a:rect l="l" t="t" r="r" b="b"/>
            <a:pathLst>
              <a:path w="795518" h="560766">
                <a:moveTo>
                  <a:pt x="0" y="560766"/>
                </a:moveTo>
                <a:lnTo>
                  <a:pt x="795518" y="560766"/>
                </a:lnTo>
                <a:lnTo>
                  <a:pt x="795518" y="0"/>
                </a:lnTo>
                <a:lnTo>
                  <a:pt x="0" y="0"/>
                </a:lnTo>
                <a:lnTo>
                  <a:pt x="0" y="560766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7041122" y="5540431"/>
            <a:ext cx="144505" cy="153869"/>
          </a:xfrm>
          <a:custGeom>
            <a:avLst/>
            <a:gdLst/>
            <a:ahLst/>
            <a:cxnLst/>
            <a:rect l="l" t="t" r="r" b="b"/>
            <a:pathLst>
              <a:path w="144505" h="153869">
                <a:moveTo>
                  <a:pt x="144505" y="0"/>
                </a:moveTo>
                <a:lnTo>
                  <a:pt x="142984" y="0"/>
                </a:lnTo>
                <a:lnTo>
                  <a:pt x="128581" y="744"/>
                </a:lnTo>
                <a:lnTo>
                  <a:pt x="114606" y="2930"/>
                </a:lnTo>
                <a:lnTo>
                  <a:pt x="101124" y="6487"/>
                </a:lnTo>
                <a:lnTo>
                  <a:pt x="88200" y="11344"/>
                </a:lnTo>
                <a:lnTo>
                  <a:pt x="75898" y="17430"/>
                </a:lnTo>
                <a:lnTo>
                  <a:pt x="64282" y="24675"/>
                </a:lnTo>
                <a:lnTo>
                  <a:pt x="53418" y="33008"/>
                </a:lnTo>
                <a:lnTo>
                  <a:pt x="43370" y="42358"/>
                </a:lnTo>
                <a:lnTo>
                  <a:pt x="34202" y="52654"/>
                </a:lnTo>
                <a:lnTo>
                  <a:pt x="25979" y="63826"/>
                </a:lnTo>
                <a:lnTo>
                  <a:pt x="18765" y="75802"/>
                </a:lnTo>
                <a:lnTo>
                  <a:pt x="12625" y="88513"/>
                </a:lnTo>
                <a:lnTo>
                  <a:pt x="7623" y="101886"/>
                </a:lnTo>
                <a:lnTo>
                  <a:pt x="3824" y="115853"/>
                </a:lnTo>
                <a:lnTo>
                  <a:pt x="1293" y="130341"/>
                </a:lnTo>
                <a:lnTo>
                  <a:pt x="93" y="145280"/>
                </a:lnTo>
                <a:lnTo>
                  <a:pt x="0" y="153869"/>
                </a:lnTo>
                <a:lnTo>
                  <a:pt x="144505" y="150811"/>
                </a:lnTo>
                <a:lnTo>
                  <a:pt x="144505" y="0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7693680" y="5540431"/>
            <a:ext cx="144505" cy="153869"/>
          </a:xfrm>
          <a:custGeom>
            <a:avLst/>
            <a:gdLst/>
            <a:ahLst/>
            <a:cxnLst/>
            <a:rect l="l" t="t" r="r" b="b"/>
            <a:pathLst>
              <a:path w="144505" h="153869">
                <a:moveTo>
                  <a:pt x="142984" y="153869"/>
                </a:moveTo>
                <a:lnTo>
                  <a:pt x="144505" y="150811"/>
                </a:lnTo>
                <a:lnTo>
                  <a:pt x="143804" y="135963"/>
                </a:lnTo>
                <a:lnTo>
                  <a:pt x="141741" y="121510"/>
                </a:lnTo>
                <a:lnTo>
                  <a:pt x="138384" y="107522"/>
                </a:lnTo>
                <a:lnTo>
                  <a:pt x="133799" y="94070"/>
                </a:lnTo>
                <a:lnTo>
                  <a:pt x="128049" y="81224"/>
                </a:lnTo>
                <a:lnTo>
                  <a:pt x="121202" y="69056"/>
                </a:lnTo>
                <a:lnTo>
                  <a:pt x="113323" y="57637"/>
                </a:lnTo>
                <a:lnTo>
                  <a:pt x="104477" y="47035"/>
                </a:lnTo>
                <a:lnTo>
                  <a:pt x="94731" y="37324"/>
                </a:lnTo>
                <a:lnTo>
                  <a:pt x="84148" y="28572"/>
                </a:lnTo>
                <a:lnTo>
                  <a:pt x="72797" y="20852"/>
                </a:lnTo>
                <a:lnTo>
                  <a:pt x="60741" y="14233"/>
                </a:lnTo>
                <a:lnTo>
                  <a:pt x="48046" y="8787"/>
                </a:lnTo>
                <a:lnTo>
                  <a:pt x="34779" y="4584"/>
                </a:lnTo>
                <a:lnTo>
                  <a:pt x="21004" y="1694"/>
                </a:lnTo>
                <a:lnTo>
                  <a:pt x="6788" y="190"/>
                </a:lnTo>
                <a:lnTo>
                  <a:pt x="1521" y="0"/>
                </a:lnTo>
                <a:lnTo>
                  <a:pt x="0" y="150811"/>
                </a:lnTo>
                <a:lnTo>
                  <a:pt x="142984" y="153869"/>
                </a:lnTo>
                <a:close/>
              </a:path>
            </a:pathLst>
          </a:custGeom>
          <a:solidFill>
            <a:srgbClr val="008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429000" y="1371600"/>
            <a:ext cx="4538599" cy="2743200"/>
          </a:xfrm>
          <a:custGeom>
            <a:avLst/>
            <a:gdLst/>
            <a:ahLst/>
            <a:cxnLst/>
            <a:rect l="l" t="t" r="r" b="b"/>
            <a:pathLst>
              <a:path w="4538599" h="2743200">
                <a:moveTo>
                  <a:pt x="0" y="457200"/>
                </a:moveTo>
                <a:lnTo>
                  <a:pt x="0" y="2286000"/>
                </a:lnTo>
                <a:lnTo>
                  <a:pt x="1515" y="2323493"/>
                </a:lnTo>
                <a:lnTo>
                  <a:pt x="13289" y="2395861"/>
                </a:lnTo>
                <a:lnTo>
                  <a:pt x="35933" y="2463950"/>
                </a:lnTo>
                <a:lnTo>
                  <a:pt x="68505" y="2526820"/>
                </a:lnTo>
                <a:lnTo>
                  <a:pt x="110065" y="2583529"/>
                </a:lnTo>
                <a:lnTo>
                  <a:pt x="159670" y="2633134"/>
                </a:lnTo>
                <a:lnTo>
                  <a:pt x="216379" y="2674694"/>
                </a:lnTo>
                <a:lnTo>
                  <a:pt x="279249" y="2707266"/>
                </a:lnTo>
                <a:lnTo>
                  <a:pt x="347338" y="2729910"/>
                </a:lnTo>
                <a:lnTo>
                  <a:pt x="419706" y="2741684"/>
                </a:lnTo>
                <a:lnTo>
                  <a:pt x="457200" y="2743200"/>
                </a:lnTo>
                <a:lnTo>
                  <a:pt x="3429000" y="2743200"/>
                </a:lnTo>
                <a:lnTo>
                  <a:pt x="3503153" y="2737215"/>
                </a:lnTo>
                <a:lnTo>
                  <a:pt x="3573499" y="2719888"/>
                </a:lnTo>
                <a:lnTo>
                  <a:pt x="3639097" y="2692162"/>
                </a:lnTo>
                <a:lnTo>
                  <a:pt x="3699004" y="2654978"/>
                </a:lnTo>
                <a:lnTo>
                  <a:pt x="3752278" y="2609278"/>
                </a:lnTo>
                <a:lnTo>
                  <a:pt x="3797978" y="2556004"/>
                </a:lnTo>
                <a:lnTo>
                  <a:pt x="3835162" y="2496097"/>
                </a:lnTo>
                <a:lnTo>
                  <a:pt x="3862888" y="2430499"/>
                </a:lnTo>
                <a:lnTo>
                  <a:pt x="3880215" y="2360153"/>
                </a:lnTo>
                <a:lnTo>
                  <a:pt x="3886200" y="2286000"/>
                </a:lnTo>
                <a:lnTo>
                  <a:pt x="4538599" y="2473325"/>
                </a:lnTo>
                <a:lnTo>
                  <a:pt x="3886200" y="1600200"/>
                </a:lnTo>
                <a:lnTo>
                  <a:pt x="3886200" y="457200"/>
                </a:lnTo>
                <a:lnTo>
                  <a:pt x="3880215" y="383046"/>
                </a:lnTo>
                <a:lnTo>
                  <a:pt x="3862888" y="312700"/>
                </a:lnTo>
                <a:lnTo>
                  <a:pt x="3835162" y="247102"/>
                </a:lnTo>
                <a:lnTo>
                  <a:pt x="3797978" y="187195"/>
                </a:lnTo>
                <a:lnTo>
                  <a:pt x="3752278" y="133921"/>
                </a:lnTo>
                <a:lnTo>
                  <a:pt x="3699004" y="88221"/>
                </a:lnTo>
                <a:lnTo>
                  <a:pt x="3639097" y="51037"/>
                </a:lnTo>
                <a:lnTo>
                  <a:pt x="3573499" y="23311"/>
                </a:lnTo>
                <a:lnTo>
                  <a:pt x="3503153" y="5984"/>
                </a:lnTo>
                <a:lnTo>
                  <a:pt x="3429000" y="0"/>
                </a:lnTo>
                <a:lnTo>
                  <a:pt x="457200" y="0"/>
                </a:lnTo>
                <a:lnTo>
                  <a:pt x="383046" y="5984"/>
                </a:lnTo>
                <a:lnTo>
                  <a:pt x="312700" y="23311"/>
                </a:lnTo>
                <a:lnTo>
                  <a:pt x="247102" y="51037"/>
                </a:lnTo>
                <a:lnTo>
                  <a:pt x="187195" y="88221"/>
                </a:lnTo>
                <a:lnTo>
                  <a:pt x="133921" y="133921"/>
                </a:lnTo>
                <a:lnTo>
                  <a:pt x="88221" y="187195"/>
                </a:lnTo>
                <a:lnTo>
                  <a:pt x="51037" y="247102"/>
                </a:lnTo>
                <a:lnTo>
                  <a:pt x="23311" y="312700"/>
                </a:lnTo>
                <a:lnTo>
                  <a:pt x="5984" y="383046"/>
                </a:lnTo>
                <a:lnTo>
                  <a:pt x="1515" y="419706"/>
                </a:lnTo>
                <a:lnTo>
                  <a:pt x="0" y="4572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429000" y="1371600"/>
            <a:ext cx="4538599" cy="2743200"/>
          </a:xfrm>
          <a:custGeom>
            <a:avLst/>
            <a:gdLst/>
            <a:ahLst/>
            <a:cxnLst/>
            <a:rect l="l" t="t" r="r" b="b"/>
            <a:pathLst>
              <a:path w="4538599" h="2743200">
                <a:moveTo>
                  <a:pt x="0" y="457200"/>
                </a:moveTo>
                <a:lnTo>
                  <a:pt x="5984" y="383046"/>
                </a:lnTo>
                <a:lnTo>
                  <a:pt x="23311" y="312700"/>
                </a:lnTo>
                <a:lnTo>
                  <a:pt x="51037" y="247102"/>
                </a:lnTo>
                <a:lnTo>
                  <a:pt x="88221" y="187195"/>
                </a:lnTo>
                <a:lnTo>
                  <a:pt x="133921" y="133921"/>
                </a:lnTo>
                <a:lnTo>
                  <a:pt x="187195" y="88221"/>
                </a:lnTo>
                <a:lnTo>
                  <a:pt x="247102" y="51037"/>
                </a:lnTo>
                <a:lnTo>
                  <a:pt x="312700" y="23311"/>
                </a:lnTo>
                <a:lnTo>
                  <a:pt x="383046" y="5984"/>
                </a:lnTo>
                <a:lnTo>
                  <a:pt x="457200" y="0"/>
                </a:lnTo>
                <a:lnTo>
                  <a:pt x="2266950" y="0"/>
                </a:lnTo>
                <a:lnTo>
                  <a:pt x="3238500" y="0"/>
                </a:lnTo>
                <a:lnTo>
                  <a:pt x="3429000" y="0"/>
                </a:lnTo>
                <a:lnTo>
                  <a:pt x="3466493" y="1515"/>
                </a:lnTo>
                <a:lnTo>
                  <a:pt x="3538861" y="13289"/>
                </a:lnTo>
                <a:lnTo>
                  <a:pt x="3606950" y="35933"/>
                </a:lnTo>
                <a:lnTo>
                  <a:pt x="3669820" y="68505"/>
                </a:lnTo>
                <a:lnTo>
                  <a:pt x="3726529" y="110065"/>
                </a:lnTo>
                <a:lnTo>
                  <a:pt x="3776134" y="159670"/>
                </a:lnTo>
                <a:lnTo>
                  <a:pt x="3817694" y="216379"/>
                </a:lnTo>
                <a:lnTo>
                  <a:pt x="3850266" y="279249"/>
                </a:lnTo>
                <a:lnTo>
                  <a:pt x="3872910" y="347338"/>
                </a:lnTo>
                <a:lnTo>
                  <a:pt x="3884684" y="419706"/>
                </a:lnTo>
                <a:lnTo>
                  <a:pt x="3886200" y="457200"/>
                </a:lnTo>
                <a:lnTo>
                  <a:pt x="3886200" y="1600200"/>
                </a:lnTo>
                <a:lnTo>
                  <a:pt x="4538599" y="2473325"/>
                </a:lnTo>
                <a:lnTo>
                  <a:pt x="3886200" y="2286000"/>
                </a:lnTo>
                <a:lnTo>
                  <a:pt x="3884684" y="2323493"/>
                </a:lnTo>
                <a:lnTo>
                  <a:pt x="3880215" y="2360153"/>
                </a:lnTo>
                <a:lnTo>
                  <a:pt x="3872910" y="2395861"/>
                </a:lnTo>
                <a:lnTo>
                  <a:pt x="3862888" y="2430499"/>
                </a:lnTo>
                <a:lnTo>
                  <a:pt x="3850266" y="2463950"/>
                </a:lnTo>
                <a:lnTo>
                  <a:pt x="3835162" y="2496097"/>
                </a:lnTo>
                <a:lnTo>
                  <a:pt x="3817694" y="2526820"/>
                </a:lnTo>
                <a:lnTo>
                  <a:pt x="3797978" y="2556004"/>
                </a:lnTo>
                <a:lnTo>
                  <a:pt x="3776134" y="2583529"/>
                </a:lnTo>
                <a:lnTo>
                  <a:pt x="3752278" y="2609278"/>
                </a:lnTo>
                <a:lnTo>
                  <a:pt x="3726529" y="2633134"/>
                </a:lnTo>
                <a:lnTo>
                  <a:pt x="3699004" y="2654978"/>
                </a:lnTo>
                <a:lnTo>
                  <a:pt x="3669820" y="2674694"/>
                </a:lnTo>
                <a:lnTo>
                  <a:pt x="3639097" y="2692162"/>
                </a:lnTo>
                <a:lnTo>
                  <a:pt x="3606950" y="2707266"/>
                </a:lnTo>
                <a:lnTo>
                  <a:pt x="3573499" y="2719888"/>
                </a:lnTo>
                <a:lnTo>
                  <a:pt x="3538861" y="2729910"/>
                </a:lnTo>
                <a:lnTo>
                  <a:pt x="3503153" y="2737215"/>
                </a:lnTo>
                <a:lnTo>
                  <a:pt x="3466493" y="2741684"/>
                </a:lnTo>
                <a:lnTo>
                  <a:pt x="3429000" y="2743200"/>
                </a:lnTo>
                <a:lnTo>
                  <a:pt x="3238500" y="2743200"/>
                </a:lnTo>
                <a:lnTo>
                  <a:pt x="2266950" y="2743200"/>
                </a:lnTo>
                <a:lnTo>
                  <a:pt x="457200" y="2743200"/>
                </a:lnTo>
                <a:lnTo>
                  <a:pt x="419706" y="2741684"/>
                </a:lnTo>
                <a:lnTo>
                  <a:pt x="383046" y="2737215"/>
                </a:lnTo>
                <a:lnTo>
                  <a:pt x="347338" y="2729910"/>
                </a:lnTo>
                <a:lnTo>
                  <a:pt x="312700" y="2719888"/>
                </a:lnTo>
                <a:lnTo>
                  <a:pt x="279249" y="2707266"/>
                </a:lnTo>
                <a:lnTo>
                  <a:pt x="247102" y="2692162"/>
                </a:lnTo>
                <a:lnTo>
                  <a:pt x="216379" y="2674694"/>
                </a:lnTo>
                <a:lnTo>
                  <a:pt x="187195" y="2654978"/>
                </a:lnTo>
                <a:lnTo>
                  <a:pt x="159670" y="2633134"/>
                </a:lnTo>
                <a:lnTo>
                  <a:pt x="133921" y="2609278"/>
                </a:lnTo>
                <a:lnTo>
                  <a:pt x="110065" y="2583529"/>
                </a:lnTo>
                <a:lnTo>
                  <a:pt x="88221" y="2556004"/>
                </a:lnTo>
                <a:lnTo>
                  <a:pt x="68505" y="2526820"/>
                </a:lnTo>
                <a:lnTo>
                  <a:pt x="51037" y="2496097"/>
                </a:lnTo>
                <a:lnTo>
                  <a:pt x="35933" y="2463950"/>
                </a:lnTo>
                <a:lnTo>
                  <a:pt x="23311" y="2430499"/>
                </a:lnTo>
                <a:lnTo>
                  <a:pt x="13289" y="2395861"/>
                </a:lnTo>
                <a:lnTo>
                  <a:pt x="5984" y="2360153"/>
                </a:lnTo>
                <a:lnTo>
                  <a:pt x="1515" y="2323493"/>
                </a:lnTo>
                <a:lnTo>
                  <a:pt x="0" y="2286000"/>
                </a:lnTo>
                <a:lnTo>
                  <a:pt x="0" y="1600200"/>
                </a:lnTo>
                <a:lnTo>
                  <a:pt x="0" y="457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A.</a:t>
            </a:r>
            <a:endParaRPr sz="24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67443" y="159169"/>
            <a:ext cx="1982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ulu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35940" y="853485"/>
            <a:ext cx="4939873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 b="1">
                <a:latin typeface="Arial"/>
                <a:cs typeface="Arial"/>
              </a:rPr>
              <a:t>Peng</a:t>
            </a:r>
            <a:r>
              <a:rPr dirty="0" smtClean="0" sz="2800" spc="-6" b="1">
                <a:latin typeface="Arial"/>
                <a:cs typeface="Arial"/>
              </a:rPr>
              <a:t>o</a:t>
            </a:r>
            <a:r>
              <a:rPr dirty="0" smtClean="0" sz="2800" spc="-6" b="1">
                <a:latin typeface="Arial"/>
                <a:cs typeface="Arial"/>
              </a:rPr>
              <a:t>lah</a:t>
            </a:r>
            <a:r>
              <a:rPr dirty="0" smtClean="0" sz="2800" spc="-6" b="1">
                <a:latin typeface="Arial"/>
                <a:cs typeface="Arial"/>
              </a:rPr>
              <a:t>a</a:t>
            </a:r>
            <a:r>
              <a:rPr dirty="0" smtClean="0" sz="2800" spc="-6" b="1">
                <a:latin typeface="Arial"/>
                <a:cs typeface="Arial"/>
              </a:rPr>
              <a:t>n</a:t>
            </a:r>
            <a:r>
              <a:rPr dirty="0" smtClean="0" sz="2800" spc="-6" b="1">
                <a:latin typeface="Arial"/>
                <a:cs typeface="Arial"/>
              </a:rPr>
              <a:t> </a:t>
            </a:r>
            <a:r>
              <a:rPr dirty="0" smtClean="0" sz="2800" spc="-6" b="1">
                <a:latin typeface="Arial"/>
                <a:cs typeface="Arial"/>
              </a:rPr>
              <a:t>Sin</a:t>
            </a:r>
            <a:r>
              <a:rPr dirty="0" smtClean="0" sz="2800" spc="-6" b="1">
                <a:latin typeface="Arial"/>
                <a:cs typeface="Arial"/>
              </a:rPr>
              <a:t>y</a:t>
            </a:r>
            <a:r>
              <a:rPr dirty="0" smtClean="0" sz="2800" spc="-6" b="1">
                <a:latin typeface="Arial"/>
                <a:cs typeface="Arial"/>
              </a:rPr>
              <a:t>al</a:t>
            </a:r>
            <a:r>
              <a:rPr dirty="0" smtClean="0" sz="2800" spc="-6" b="1">
                <a:latin typeface="Arial"/>
                <a:cs typeface="Arial"/>
              </a:rPr>
              <a:t> </a:t>
            </a:r>
            <a:r>
              <a:rPr dirty="0" smtClean="0" sz="2800" spc="-6" b="1">
                <a:latin typeface="Arial"/>
                <a:cs typeface="Arial"/>
              </a:rPr>
              <a:t>Inform</a:t>
            </a:r>
            <a:r>
              <a:rPr dirty="0" smtClean="0" sz="2800" spc="-6" b="1">
                <a:latin typeface="Arial"/>
                <a:cs typeface="Arial"/>
              </a:rPr>
              <a:t>a</a:t>
            </a:r>
            <a:r>
              <a:rPr dirty="0" smtClean="0" sz="2800" spc="-6" b="1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736975" y="1515292"/>
            <a:ext cx="1397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965575" y="1515292"/>
            <a:ext cx="3182375" cy="190030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2673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Me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ket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tas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41"/>
              </a:lnSpc>
            </a:pP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w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th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(at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im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ta)</a:t>
            </a:r>
            <a:r>
              <a:rPr dirty="0" smtClean="0" sz="1800" spc="0">
                <a:latin typeface="Wingdings"/>
                <a:cs typeface="Wingdings"/>
              </a:rPr>
              <a:t></a:t>
            </a:r>
            <a:r>
              <a:rPr dirty="0" smtClean="0" sz="1800" spc="54">
                <a:latin typeface="Times New Roman"/>
                <a:cs typeface="Times New Roman"/>
              </a:rPr>
              <a:t> </a:t>
            </a:r>
            <a:r>
              <a:rPr dirty="0" smtClean="0" sz="1800" spc="-1" b="1">
                <a:latin typeface="Arial"/>
                <a:cs typeface="Arial"/>
              </a:rPr>
              <a:t>kompr</a:t>
            </a:r>
            <a:r>
              <a:rPr dirty="0" smtClean="0" sz="1800" spc="-1" b="1">
                <a:latin typeface="Arial"/>
                <a:cs typeface="Arial"/>
              </a:rPr>
              <a:t>e</a:t>
            </a:r>
            <a:r>
              <a:rPr dirty="0" smtClean="0" sz="1800" spc="-1" b="1">
                <a:latin typeface="Arial"/>
                <a:cs typeface="Arial"/>
              </a:rPr>
              <a:t>s</a:t>
            </a:r>
            <a:r>
              <a:rPr dirty="0" smtClean="0" sz="1800" spc="-1" b="1">
                <a:latin typeface="Arial"/>
                <a:cs typeface="Arial"/>
              </a:rPr>
              <a:t>s</a:t>
            </a:r>
            <a:r>
              <a:rPr dirty="0" smtClean="0" sz="1800" spc="-1" b="1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  <a:p>
            <a:pPr marL="12700" marR="26730">
              <a:lnSpc>
                <a:spcPct val="95825"/>
              </a:lnSpc>
              <a:spcBef>
                <a:spcPts val="1081"/>
              </a:spcBef>
            </a:pP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form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0">
                <a:latin typeface="Wingdings"/>
                <a:cs typeface="Wingdings"/>
              </a:rPr>
              <a:t></a:t>
            </a:r>
            <a:endParaRPr sz="1800">
              <a:latin typeface="Wingdings"/>
              <a:cs typeface="Wingdings"/>
            </a:endParaRPr>
          </a:p>
          <a:p>
            <a:pPr marL="12700" marR="26730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 b="1">
                <a:latin typeface="Arial"/>
                <a:cs typeface="Arial"/>
              </a:rPr>
              <a:t>s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r>
              <a:rPr dirty="0" smtClean="0" sz="1800" spc="0" b="1">
                <a:latin typeface="Arial"/>
                <a:cs typeface="Arial"/>
              </a:rPr>
              <a:t>curity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&amp;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authent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k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  <a:p>
            <a:pPr marL="12700" marR="26730">
              <a:lnSpc>
                <a:spcPct val="95825"/>
              </a:lnSpc>
              <a:spcBef>
                <a:spcPts val="1170"/>
              </a:spcBef>
            </a:pP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tid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kp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stian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smis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17244" y="1988851"/>
            <a:ext cx="111993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K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na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053844" y="1988851"/>
            <a:ext cx="88249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o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ah</a:t>
            </a:r>
            <a:endParaRPr sz="24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952699" y="1988851"/>
            <a:ext cx="240588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?</a:t>
            </a:r>
            <a:endParaRPr sz="24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736975" y="2475165"/>
            <a:ext cx="139852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736975" y="3161593"/>
            <a:ext cx="1397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65575" y="3435913"/>
            <a:ext cx="2610637" cy="25399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me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kan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rst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err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82918" y="3435998"/>
            <a:ext cx="28348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Wingdings"/>
                <a:cs typeface="Wingdings"/>
              </a:rPr>
              <a:t></a:t>
            </a:r>
            <a:endParaRPr sz="1800">
              <a:latin typeface="Wingdings"/>
              <a:cs typeface="Wingding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65575" y="3710233"/>
            <a:ext cx="56672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rlu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537329" y="3710233"/>
            <a:ext cx="59209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b="1">
                <a:latin typeface="Arial"/>
                <a:cs typeface="Arial"/>
              </a:rPr>
              <a:t>e</a:t>
            </a:r>
            <a:r>
              <a:rPr dirty="0" smtClean="0" sz="1800" spc="-1" b="1">
                <a:latin typeface="Arial"/>
                <a:cs typeface="Arial"/>
              </a:rPr>
              <a:t>r</a:t>
            </a:r>
            <a:r>
              <a:rPr dirty="0" smtClean="0" sz="1800" spc="-1" b="1">
                <a:latin typeface="Arial"/>
                <a:cs typeface="Arial"/>
              </a:rPr>
              <a:t>ror</a:t>
            </a:r>
            <a:endParaRPr sz="1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134432" y="3710233"/>
            <a:ext cx="117617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b="1">
                <a:latin typeface="Arial"/>
                <a:cs typeface="Arial"/>
              </a:rPr>
              <a:t>cor</a:t>
            </a:r>
            <a:r>
              <a:rPr dirty="0" smtClean="0" sz="1800" spc="-1" b="1">
                <a:latin typeface="Arial"/>
                <a:cs typeface="Arial"/>
              </a:rPr>
              <a:t>r</a:t>
            </a:r>
            <a:r>
              <a:rPr dirty="0" smtClean="0" sz="1800" spc="-1" b="1">
                <a:latin typeface="Arial"/>
                <a:cs typeface="Arial"/>
              </a:rPr>
              <a:t>e</a:t>
            </a:r>
            <a:r>
              <a:rPr dirty="0" smtClean="0" sz="1800" spc="-1" b="1">
                <a:latin typeface="Arial"/>
                <a:cs typeface="Arial"/>
              </a:rPr>
              <a:t>c</a:t>
            </a:r>
            <a:r>
              <a:rPr dirty="0" smtClean="0" sz="1800" spc="-1" b="1">
                <a:latin typeface="Arial"/>
                <a:cs typeface="Arial"/>
              </a:rPr>
              <a:t>ti</a:t>
            </a:r>
            <a:r>
              <a:rPr dirty="0" smtClean="0" sz="1800" spc="-1" b="1">
                <a:latin typeface="Arial"/>
                <a:cs typeface="Arial"/>
              </a:rPr>
              <a:t>o</a:t>
            </a:r>
            <a:r>
              <a:rPr dirty="0" smtClean="0" sz="1800" spc="-1" b="1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477248" y="6471832"/>
            <a:ext cx="31333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40161" y="5374892"/>
            <a:ext cx="428827" cy="103595"/>
          </a:xfrm>
          <a:prstGeom prst="rect">
            <a:avLst/>
          </a:prstGeom>
        </p:spPr>
        <p:txBody>
          <a:bodyPr wrap="square" lIns="0" tIns="1995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5" name="object 25"/>
          <p:cNvSpPr txBox="1"/>
          <p:nvPr/>
        </p:nvSpPr>
        <p:spPr>
          <a:xfrm>
            <a:off x="5944106" y="5374892"/>
            <a:ext cx="111104" cy="103595"/>
          </a:xfrm>
          <a:prstGeom prst="rect">
            <a:avLst/>
          </a:prstGeom>
        </p:spPr>
        <p:txBody>
          <a:bodyPr wrap="square" lIns="0" tIns="1995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4" name="object 24"/>
          <p:cNvSpPr txBox="1"/>
          <p:nvPr/>
        </p:nvSpPr>
        <p:spPr>
          <a:xfrm>
            <a:off x="6055210" y="5374892"/>
            <a:ext cx="426989" cy="103595"/>
          </a:xfrm>
          <a:prstGeom prst="rect">
            <a:avLst/>
          </a:prstGeom>
        </p:spPr>
        <p:txBody>
          <a:bodyPr wrap="square" lIns="0" tIns="1995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3" name="object 23"/>
          <p:cNvSpPr txBox="1"/>
          <p:nvPr/>
        </p:nvSpPr>
        <p:spPr>
          <a:xfrm>
            <a:off x="5944106" y="5478488"/>
            <a:ext cx="641251" cy="6371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8566927" y="5080202"/>
            <a:ext cx="109647" cy="104986"/>
          </a:xfrm>
          <a:prstGeom prst="rect">
            <a:avLst/>
          </a:prstGeom>
        </p:spPr>
        <p:txBody>
          <a:bodyPr wrap="square" lIns="0" tIns="3386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1" name="object 21"/>
          <p:cNvSpPr txBox="1"/>
          <p:nvPr/>
        </p:nvSpPr>
        <p:spPr>
          <a:xfrm>
            <a:off x="8676574" y="5080202"/>
            <a:ext cx="430057" cy="104986"/>
          </a:xfrm>
          <a:prstGeom prst="rect">
            <a:avLst/>
          </a:prstGeom>
        </p:spPr>
        <p:txBody>
          <a:bodyPr wrap="square" lIns="0" tIns="3386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0" name="object 20"/>
          <p:cNvSpPr txBox="1"/>
          <p:nvPr/>
        </p:nvSpPr>
        <p:spPr>
          <a:xfrm>
            <a:off x="7877989" y="5185188"/>
            <a:ext cx="688938" cy="494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8566927" y="5185188"/>
            <a:ext cx="644623" cy="494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7877989" y="5550433"/>
            <a:ext cx="133097" cy="129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8011086" y="5550433"/>
            <a:ext cx="555840" cy="129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7877989" y="5679858"/>
            <a:ext cx="793680" cy="5610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8566927" y="5679858"/>
            <a:ext cx="104741" cy="1408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8671669" y="5679858"/>
            <a:ext cx="539881" cy="1408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6628215" y="5080202"/>
            <a:ext cx="111104" cy="104986"/>
          </a:xfrm>
          <a:prstGeom prst="rect">
            <a:avLst/>
          </a:prstGeom>
        </p:spPr>
        <p:txBody>
          <a:bodyPr wrap="square" lIns="0" tIns="3386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12" name="object 12"/>
          <p:cNvSpPr txBox="1"/>
          <p:nvPr/>
        </p:nvSpPr>
        <p:spPr>
          <a:xfrm>
            <a:off x="6739319" y="5080202"/>
            <a:ext cx="428827" cy="104986"/>
          </a:xfrm>
          <a:prstGeom prst="rect">
            <a:avLst/>
          </a:prstGeom>
        </p:spPr>
        <p:txBody>
          <a:bodyPr wrap="square" lIns="0" tIns="3386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11" name="object 11"/>
          <p:cNvSpPr txBox="1"/>
          <p:nvPr/>
        </p:nvSpPr>
        <p:spPr>
          <a:xfrm>
            <a:off x="6628215" y="5185188"/>
            <a:ext cx="414440" cy="6354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7271305" y="5185188"/>
            <a:ext cx="428827" cy="3552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7042655" y="5540431"/>
            <a:ext cx="134986" cy="129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7177642" y="5540431"/>
            <a:ext cx="93662" cy="129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7271305" y="5540431"/>
            <a:ext cx="428827" cy="129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6628215" y="5669857"/>
            <a:ext cx="414440" cy="1508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7042655" y="5669857"/>
            <a:ext cx="228649" cy="1508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7271305" y="5669857"/>
            <a:ext cx="566869" cy="1508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80589" y="4325317"/>
            <a:ext cx="125455" cy="74796"/>
          </a:xfrm>
          <a:prstGeom prst="rect">
            <a:avLst/>
          </a:prstGeom>
        </p:spPr>
        <p:txBody>
          <a:bodyPr wrap="square" lIns="0" tIns="4946" rIns="0" bIns="0" rtlCol="0">
            <a:noAutofit/>
          </a:bodyPr>
          <a:lstStyle/>
          <a:p>
            <a:pPr marL="25400">
              <a:lnSpc>
                <a:spcPts val="550"/>
              </a:lnSpc>
            </a:pPr>
            <a:endParaRPr sz="550"/>
          </a:p>
        </p:txBody>
      </p:sp>
      <p:sp>
        <p:nvSpPr>
          <p:cNvPr id="2" name="object 2"/>
          <p:cNvSpPr txBox="1"/>
          <p:nvPr/>
        </p:nvSpPr>
        <p:spPr>
          <a:xfrm>
            <a:off x="7080911" y="3663403"/>
            <a:ext cx="1648002" cy="12626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object 2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133600" y="838200"/>
            <a:ext cx="304800" cy="685800"/>
          </a:xfrm>
          <a:custGeom>
            <a:avLst/>
            <a:gdLst/>
            <a:ahLst/>
            <a:cxnLst/>
            <a:rect l="l" t="t" r="r" b="b"/>
            <a:pathLst>
              <a:path w="304800" h="685800">
                <a:moveTo>
                  <a:pt x="304800" y="685800"/>
                </a:moveTo>
                <a:lnTo>
                  <a:pt x="285407" y="685342"/>
                </a:lnTo>
                <a:lnTo>
                  <a:pt x="266747" y="684008"/>
                </a:lnTo>
                <a:lnTo>
                  <a:pt x="248970" y="681853"/>
                </a:lnTo>
                <a:lnTo>
                  <a:pt x="232223" y="678930"/>
                </a:lnTo>
                <a:lnTo>
                  <a:pt x="216656" y="675297"/>
                </a:lnTo>
                <a:lnTo>
                  <a:pt x="202418" y="671008"/>
                </a:lnTo>
                <a:lnTo>
                  <a:pt x="189656" y="666120"/>
                </a:lnTo>
                <a:lnTo>
                  <a:pt x="178521" y="660686"/>
                </a:lnTo>
                <a:lnTo>
                  <a:pt x="169161" y="654763"/>
                </a:lnTo>
                <a:lnTo>
                  <a:pt x="161724" y="648406"/>
                </a:lnTo>
                <a:lnTo>
                  <a:pt x="153215" y="634611"/>
                </a:lnTo>
                <a:lnTo>
                  <a:pt x="152400" y="628650"/>
                </a:lnTo>
                <a:lnTo>
                  <a:pt x="152400" y="400050"/>
                </a:lnTo>
                <a:lnTo>
                  <a:pt x="151179" y="392768"/>
                </a:lnTo>
                <a:lnTo>
                  <a:pt x="147615" y="385764"/>
                </a:lnTo>
                <a:lnTo>
                  <a:pt x="141858" y="379094"/>
                </a:lnTo>
                <a:lnTo>
                  <a:pt x="134056" y="372812"/>
                </a:lnTo>
                <a:lnTo>
                  <a:pt x="124358" y="366975"/>
                </a:lnTo>
                <a:lnTo>
                  <a:pt x="112912" y="361637"/>
                </a:lnTo>
                <a:lnTo>
                  <a:pt x="99868" y="356855"/>
                </a:lnTo>
                <a:lnTo>
                  <a:pt x="85374" y="352682"/>
                </a:lnTo>
                <a:lnTo>
                  <a:pt x="69579" y="349176"/>
                </a:lnTo>
                <a:lnTo>
                  <a:pt x="52631" y="346391"/>
                </a:lnTo>
                <a:lnTo>
                  <a:pt x="34681" y="344382"/>
                </a:lnTo>
                <a:lnTo>
                  <a:pt x="15875" y="343205"/>
                </a:lnTo>
                <a:lnTo>
                  <a:pt x="0" y="342900"/>
                </a:lnTo>
                <a:lnTo>
                  <a:pt x="19392" y="342442"/>
                </a:lnTo>
                <a:lnTo>
                  <a:pt x="38052" y="341108"/>
                </a:lnTo>
                <a:lnTo>
                  <a:pt x="55829" y="338953"/>
                </a:lnTo>
                <a:lnTo>
                  <a:pt x="72576" y="336030"/>
                </a:lnTo>
                <a:lnTo>
                  <a:pt x="88143" y="332397"/>
                </a:lnTo>
                <a:lnTo>
                  <a:pt x="102381" y="328108"/>
                </a:lnTo>
                <a:lnTo>
                  <a:pt x="115143" y="323220"/>
                </a:lnTo>
                <a:lnTo>
                  <a:pt x="126278" y="317786"/>
                </a:lnTo>
                <a:lnTo>
                  <a:pt x="135638" y="311863"/>
                </a:lnTo>
                <a:lnTo>
                  <a:pt x="143075" y="305506"/>
                </a:lnTo>
                <a:lnTo>
                  <a:pt x="151584" y="291711"/>
                </a:lnTo>
                <a:lnTo>
                  <a:pt x="152400" y="285750"/>
                </a:lnTo>
                <a:lnTo>
                  <a:pt x="152400" y="57150"/>
                </a:lnTo>
                <a:lnTo>
                  <a:pt x="153620" y="49868"/>
                </a:lnTo>
                <a:lnTo>
                  <a:pt x="157184" y="42864"/>
                </a:lnTo>
                <a:lnTo>
                  <a:pt x="162941" y="36194"/>
                </a:lnTo>
                <a:lnTo>
                  <a:pt x="170743" y="29912"/>
                </a:lnTo>
                <a:lnTo>
                  <a:pt x="180441" y="24075"/>
                </a:lnTo>
                <a:lnTo>
                  <a:pt x="191887" y="18737"/>
                </a:lnTo>
                <a:lnTo>
                  <a:pt x="204931" y="13955"/>
                </a:lnTo>
                <a:lnTo>
                  <a:pt x="219425" y="9782"/>
                </a:lnTo>
                <a:lnTo>
                  <a:pt x="235220" y="6276"/>
                </a:lnTo>
                <a:lnTo>
                  <a:pt x="252168" y="3491"/>
                </a:lnTo>
                <a:lnTo>
                  <a:pt x="270118" y="1482"/>
                </a:lnTo>
                <a:lnTo>
                  <a:pt x="288924" y="305"/>
                </a:lnTo>
                <a:lnTo>
                  <a:pt x="3048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581400" y="952500"/>
            <a:ext cx="1370076" cy="76200"/>
          </a:xfrm>
          <a:custGeom>
            <a:avLst/>
            <a:gdLst/>
            <a:ahLst/>
            <a:cxnLst/>
            <a:rect l="l" t="t" r="r" b="b"/>
            <a:pathLst>
              <a:path w="1370076" h="76200">
                <a:moveTo>
                  <a:pt x="1306576" y="44450"/>
                </a:moveTo>
                <a:lnTo>
                  <a:pt x="1293875" y="44450"/>
                </a:lnTo>
                <a:lnTo>
                  <a:pt x="1293876" y="76200"/>
                </a:lnTo>
                <a:lnTo>
                  <a:pt x="1370076" y="38100"/>
                </a:lnTo>
                <a:lnTo>
                  <a:pt x="1306576" y="44450"/>
                </a:lnTo>
                <a:close/>
              </a:path>
              <a:path w="1370076" h="76200">
                <a:moveTo>
                  <a:pt x="1306576" y="31750"/>
                </a:moveTo>
                <a:lnTo>
                  <a:pt x="1293876" y="0"/>
                </a:lnTo>
                <a:lnTo>
                  <a:pt x="1293875" y="31750"/>
                </a:lnTo>
                <a:lnTo>
                  <a:pt x="1306576" y="31750"/>
                </a:lnTo>
                <a:close/>
              </a:path>
              <a:path w="1370076" h="76200">
                <a:moveTo>
                  <a:pt x="0" y="31750"/>
                </a:moveTo>
                <a:lnTo>
                  <a:pt x="0" y="44450"/>
                </a:lnTo>
                <a:lnTo>
                  <a:pt x="1306576" y="44450"/>
                </a:lnTo>
                <a:lnTo>
                  <a:pt x="1370076" y="38100"/>
                </a:lnTo>
                <a:lnTo>
                  <a:pt x="1293876" y="0"/>
                </a:lnTo>
                <a:lnTo>
                  <a:pt x="1306576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78740" y="97765"/>
            <a:ext cx="5298805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B.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S</a:t>
            </a:r>
            <a:r>
              <a:rPr dirty="0" smtClean="0" sz="3200" spc="-3" b="1">
                <a:latin typeface="Arial"/>
                <a:cs typeface="Arial"/>
              </a:rPr>
              <a:t>o</a:t>
            </a:r>
            <a:r>
              <a:rPr dirty="0" smtClean="0" sz="3200" spc="-3" b="1">
                <a:latin typeface="Arial"/>
                <a:cs typeface="Arial"/>
              </a:rPr>
              <a:t>urce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Inp</a:t>
            </a:r>
            <a:r>
              <a:rPr dirty="0" smtClean="0" sz="3200" spc="-3" b="1">
                <a:latin typeface="Arial"/>
                <a:cs typeface="Arial"/>
              </a:rPr>
              <a:t>u</a:t>
            </a:r>
            <a:r>
              <a:rPr dirty="0" smtClean="0" sz="3200" spc="-3" b="1">
                <a:latin typeface="Arial"/>
                <a:cs typeface="Arial"/>
              </a:rPr>
              <a:t>t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(Infor</a:t>
            </a:r>
            <a:r>
              <a:rPr dirty="0" smtClean="0" sz="3200" spc="-3" b="1">
                <a:latin typeface="Arial"/>
                <a:cs typeface="Arial"/>
              </a:rPr>
              <a:t>m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s</a:t>
            </a:r>
            <a:r>
              <a:rPr dirty="0" smtClean="0" sz="3200" spc="-3" b="1">
                <a:latin typeface="Arial"/>
                <a:cs typeface="Arial"/>
              </a:rPr>
              <a:t>i)</a:t>
            </a:r>
            <a:endParaRPr sz="3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593594" y="759730"/>
            <a:ext cx="829136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a</a:t>
            </a:r>
            <a:r>
              <a:rPr dirty="0" smtClean="0" sz="2000" spc="1">
                <a:latin typeface="Arial"/>
                <a:cs typeface="Arial"/>
              </a:rPr>
              <a:t>n</a:t>
            </a:r>
            <a:r>
              <a:rPr dirty="0" smtClean="0" sz="2000" spc="1">
                <a:latin typeface="Arial"/>
                <a:cs typeface="Arial"/>
              </a:rPr>
              <a:t>al</a:t>
            </a:r>
            <a:r>
              <a:rPr dirty="0" smtClean="0" sz="2000" spc="1">
                <a:latin typeface="Arial"/>
                <a:cs typeface="Arial"/>
              </a:rPr>
              <a:t>o</a:t>
            </a:r>
            <a:r>
              <a:rPr dirty="0" smtClean="0" sz="2000" spc="1">
                <a:latin typeface="Arial"/>
                <a:cs typeface="Arial"/>
              </a:rPr>
              <a:t>g</a:t>
            </a:r>
            <a:endParaRPr sz="2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183505" y="759730"/>
            <a:ext cx="4084573" cy="63160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4290">
              <a:lnSpc>
                <a:spcPts val="2150"/>
              </a:lnSpc>
            </a:pPr>
            <a:r>
              <a:rPr dirty="0" smtClean="0" sz="2000" spc="-3" b="1">
                <a:latin typeface="Arial"/>
                <a:cs typeface="Arial"/>
              </a:rPr>
              <a:t>dig</a:t>
            </a:r>
            <a:r>
              <a:rPr dirty="0" smtClean="0" sz="2000" spc="-3" b="1">
                <a:latin typeface="Arial"/>
                <a:cs typeface="Arial"/>
              </a:rPr>
              <a:t>i</a:t>
            </a:r>
            <a:r>
              <a:rPr dirty="0" smtClean="0" sz="2000" spc="-3" b="1">
                <a:latin typeface="Arial"/>
                <a:cs typeface="Arial"/>
              </a:rPr>
              <a:t>t</a:t>
            </a:r>
            <a:r>
              <a:rPr dirty="0" smtClean="0" sz="2000" spc="-3" b="1">
                <a:latin typeface="Arial"/>
                <a:cs typeface="Arial"/>
              </a:rPr>
              <a:t>a</a:t>
            </a:r>
            <a:r>
              <a:rPr dirty="0" smtClean="0" sz="2000" spc="-3" b="1">
                <a:latin typeface="Arial"/>
                <a:cs typeface="Arial"/>
              </a:rPr>
              <a:t>l</a:t>
            </a:r>
            <a:r>
              <a:rPr dirty="0" smtClean="0" sz="2000" spc="-3" b="1">
                <a:latin typeface="Arial"/>
                <a:cs typeface="Arial"/>
              </a:rPr>
              <a:t>i</a:t>
            </a:r>
            <a:r>
              <a:rPr dirty="0" smtClean="0" sz="2000" spc="-3" b="1">
                <a:latin typeface="Arial"/>
                <a:cs typeface="Arial"/>
              </a:rPr>
              <a:t>sasi</a:t>
            </a:r>
            <a:r>
              <a:rPr dirty="0" smtClean="0" sz="2000" spc="-3" b="1">
                <a:latin typeface="Arial"/>
                <a:cs typeface="Arial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!</a:t>
            </a:r>
            <a:endParaRPr sz="2000">
              <a:latin typeface="Arial"/>
              <a:cs typeface="Arial"/>
            </a:endParaRPr>
          </a:p>
          <a:p>
            <a:pPr marL="14224">
              <a:lnSpc>
                <a:spcPct val="95825"/>
              </a:lnSpc>
              <a:spcBef>
                <a:spcPts val="588"/>
              </a:spcBef>
            </a:pPr>
            <a:r>
              <a:rPr dirty="0" smtClean="0" sz="1800" spc="0">
                <a:latin typeface="Arial"/>
                <a:cs typeface="Arial"/>
              </a:rPr>
              <a:t>Pri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sip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ut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ma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sam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ku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ntis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9740" y="929685"/>
            <a:ext cx="1677998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 b="1">
                <a:latin typeface="Arial"/>
                <a:cs typeface="Arial"/>
              </a:rPr>
              <a:t>Informa</a:t>
            </a:r>
            <a:r>
              <a:rPr dirty="0" smtClean="0" sz="2800" spc="1" b="1">
                <a:latin typeface="Arial"/>
                <a:cs typeface="Arial"/>
              </a:rPr>
              <a:t>s</a:t>
            </a:r>
            <a:r>
              <a:rPr dirty="0" smtClean="0" sz="2800" spc="1" b="1">
                <a:latin typeface="Arial"/>
                <a:cs typeface="Arial"/>
              </a:rPr>
              <a:t>i</a:t>
            </a:r>
            <a:endParaRPr sz="2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593594" y="1369330"/>
            <a:ext cx="729114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di</a:t>
            </a:r>
            <a:r>
              <a:rPr dirty="0" smtClean="0" sz="2000" spc="0">
                <a:latin typeface="Arial"/>
                <a:cs typeface="Arial"/>
              </a:rPr>
              <a:t>g</a:t>
            </a:r>
            <a:r>
              <a:rPr dirty="0" smtClean="0" sz="2000" spc="0">
                <a:latin typeface="Arial"/>
                <a:cs typeface="Arial"/>
              </a:rPr>
              <a:t>ital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9740" y="1920666"/>
            <a:ext cx="282565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4" b="1">
                <a:latin typeface="Arial"/>
                <a:cs typeface="Arial"/>
              </a:rPr>
              <a:t>Kenapa</a:t>
            </a:r>
            <a:r>
              <a:rPr dirty="0" smtClean="0" sz="2800" spc="-4" b="1">
                <a:latin typeface="Arial"/>
                <a:cs typeface="Arial"/>
              </a:rPr>
              <a:t> </a:t>
            </a:r>
            <a:r>
              <a:rPr dirty="0" smtClean="0" sz="2800" spc="-4" b="1">
                <a:latin typeface="Arial"/>
                <a:cs typeface="Arial"/>
              </a:rPr>
              <a:t>digital</a:t>
            </a:r>
            <a:r>
              <a:rPr dirty="0" smtClean="0" sz="2800" spc="-4" b="1">
                <a:latin typeface="Arial"/>
                <a:cs typeface="Arial"/>
              </a:rPr>
              <a:t> </a:t>
            </a:r>
            <a:r>
              <a:rPr dirty="0" smtClean="0" sz="2800" spc="-4" b="1">
                <a:latin typeface="Arial"/>
                <a:cs typeface="Arial"/>
              </a:rPr>
              <a:t>?</a:t>
            </a:r>
            <a:endParaRPr sz="2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41044" y="2399688"/>
            <a:ext cx="152806" cy="55472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  <a:p>
            <a:pPr marL="12700" marR="152">
              <a:lnSpc>
                <a:spcPts val="2160"/>
              </a:lnSpc>
              <a:spcBef>
                <a:spcPts val="0"/>
              </a:spcBef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83944" y="2399688"/>
            <a:ext cx="2720554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Lebih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handal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dapat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908912" y="2399688"/>
            <a:ext cx="4216815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diprodu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dengan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bia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l</a:t>
            </a:r>
            <a:r>
              <a:rPr dirty="0" smtClean="0" sz="2000" spc="-2">
                <a:latin typeface="Arial"/>
                <a:cs typeface="Arial"/>
              </a:rPr>
              <a:t>ebih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</a:t>
            </a:r>
            <a:r>
              <a:rPr dirty="0" smtClean="0" sz="2000" spc="-2">
                <a:latin typeface="Arial"/>
                <a:cs typeface="Arial"/>
              </a:rPr>
              <a:t>urah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83944" y="2674509"/>
            <a:ext cx="7501317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Lebih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flek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ibel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dalam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implementasi,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rta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fi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ur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lebih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agam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9740" y="3260269"/>
            <a:ext cx="5160883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 b="1">
                <a:latin typeface="Arial"/>
                <a:cs typeface="Arial"/>
              </a:rPr>
              <a:t>Repres</a:t>
            </a:r>
            <a:r>
              <a:rPr dirty="0" smtClean="0" sz="2800" spc="-1" b="1">
                <a:latin typeface="Arial"/>
                <a:cs typeface="Arial"/>
              </a:rPr>
              <a:t>e</a:t>
            </a:r>
            <a:r>
              <a:rPr dirty="0" smtClean="0" sz="2800" spc="-1" b="1">
                <a:latin typeface="Arial"/>
                <a:cs typeface="Arial"/>
              </a:rPr>
              <a:t>ntasi</a:t>
            </a:r>
            <a:r>
              <a:rPr dirty="0" smtClean="0" sz="2800" spc="-1" b="1">
                <a:latin typeface="Arial"/>
                <a:cs typeface="Arial"/>
              </a:rPr>
              <a:t> </a:t>
            </a:r>
            <a:r>
              <a:rPr dirty="0" smtClean="0" sz="2800" spc="-1" b="1">
                <a:latin typeface="Arial"/>
                <a:cs typeface="Arial"/>
              </a:rPr>
              <a:t>informasi</a:t>
            </a:r>
            <a:r>
              <a:rPr dirty="0" smtClean="0" sz="2800" spc="-1" b="1">
                <a:latin typeface="Arial"/>
                <a:cs typeface="Arial"/>
              </a:rPr>
              <a:t> </a:t>
            </a:r>
            <a:r>
              <a:rPr dirty="0" smtClean="0" sz="2800" spc="-1" b="1">
                <a:latin typeface="Arial"/>
                <a:cs typeface="Arial"/>
              </a:rPr>
              <a:t>di</a:t>
            </a:r>
            <a:r>
              <a:rPr dirty="0" smtClean="0" sz="2800" spc="-1" b="1">
                <a:latin typeface="Arial"/>
                <a:cs typeface="Arial"/>
              </a:rPr>
              <a:t>g</a:t>
            </a:r>
            <a:r>
              <a:rPr dirty="0" smtClean="0" sz="2800" spc="-1" b="1">
                <a:latin typeface="Arial"/>
                <a:cs typeface="Arial"/>
              </a:rPr>
              <a:t>it</a:t>
            </a:r>
            <a:r>
              <a:rPr dirty="0" smtClean="0" sz="2800" spc="-1" b="1">
                <a:latin typeface="Arial"/>
                <a:cs typeface="Arial"/>
              </a:rPr>
              <a:t>a</a:t>
            </a:r>
            <a:r>
              <a:rPr dirty="0" smtClean="0" sz="2800" spc="-1" b="1">
                <a:latin typeface="Arial"/>
                <a:cs typeface="Arial"/>
              </a:rPr>
              <a:t>l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4092" y="3771542"/>
            <a:ext cx="152806" cy="55485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  <a:p>
            <a:pPr marL="12700" marR="152">
              <a:lnSpc>
                <a:spcPts val="2165"/>
              </a:lnSpc>
              <a:spcBef>
                <a:spcPts val="0"/>
              </a:spcBef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86992" y="3771542"/>
            <a:ext cx="7315781" cy="55485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In</a:t>
            </a:r>
            <a:r>
              <a:rPr dirty="0" smtClean="0" sz="2000" spc="-2">
                <a:latin typeface="Arial"/>
                <a:cs typeface="Arial"/>
              </a:rPr>
              <a:t>f</a:t>
            </a:r>
            <a:r>
              <a:rPr dirty="0" smtClean="0" sz="2000" spc="-2">
                <a:latin typeface="Arial"/>
                <a:cs typeface="Arial"/>
              </a:rPr>
              <a:t>orma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analog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harus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didigi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alkan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ts val="2165"/>
              </a:lnSpc>
              <a:spcBef>
                <a:spcPts val="0"/>
              </a:spcBef>
            </a:pPr>
            <a:r>
              <a:rPr dirty="0" smtClean="0" sz="2000" spc="-1">
                <a:latin typeface="Arial"/>
                <a:cs typeface="Arial"/>
              </a:rPr>
              <a:t>H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nya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ada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2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simbol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mer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p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esen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asikan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informa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digital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…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29842" y="4396785"/>
            <a:ext cx="356788" cy="711504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12700">
              <a:lnSpc>
                <a:spcPts val="5600"/>
              </a:lnSpc>
            </a:pPr>
            <a:r>
              <a:rPr dirty="0" smtClean="0" sz="5400">
                <a:latin typeface="Arial"/>
                <a:cs typeface="Arial"/>
              </a:rPr>
              <a:t>“</a:t>
            </a:r>
            <a:endParaRPr sz="5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949052" y="4396785"/>
            <a:ext cx="2035687" cy="711504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12700">
              <a:lnSpc>
                <a:spcPts val="5600"/>
              </a:lnSpc>
            </a:pPr>
            <a:r>
              <a:rPr dirty="0" smtClean="0" sz="5400">
                <a:latin typeface="Arial"/>
                <a:cs typeface="Arial"/>
              </a:rPr>
              <a:t>0</a:t>
            </a:r>
            <a:r>
              <a:rPr dirty="0" smtClean="0" sz="5400">
                <a:latin typeface="Arial"/>
                <a:cs typeface="Arial"/>
              </a:rPr>
              <a:t> </a:t>
            </a:r>
            <a:r>
              <a:rPr dirty="0" smtClean="0" sz="5400">
                <a:latin typeface="Arial"/>
                <a:cs typeface="Arial"/>
              </a:rPr>
              <a:t>atau</a:t>
            </a:r>
            <a:endParaRPr sz="5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044416" y="4396785"/>
            <a:ext cx="509789" cy="711504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12700">
              <a:lnSpc>
                <a:spcPts val="5600"/>
              </a:lnSpc>
            </a:pPr>
            <a:r>
              <a:rPr dirty="0" smtClean="0" sz="5400">
                <a:latin typeface="Arial"/>
                <a:cs typeface="Arial"/>
              </a:rPr>
              <a:t>1</a:t>
            </a:r>
            <a:endParaRPr sz="5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16627" y="4396785"/>
            <a:ext cx="356788" cy="711504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12700">
              <a:lnSpc>
                <a:spcPts val="5600"/>
              </a:lnSpc>
            </a:pPr>
            <a:r>
              <a:rPr dirty="0" smtClean="0" sz="5400">
                <a:latin typeface="Arial"/>
                <a:cs typeface="Arial"/>
              </a:rPr>
              <a:t>“</a:t>
            </a:r>
            <a:endParaRPr sz="5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44092" y="5215017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6992" y="5215017"/>
            <a:ext cx="777076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J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mlah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bit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sema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in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banyak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merepresen</a:t>
            </a:r>
            <a:r>
              <a:rPr dirty="0" smtClean="0" sz="2000" spc="-1" b="1" i="1">
                <a:latin typeface="Arial"/>
                <a:cs typeface="Arial"/>
              </a:rPr>
              <a:t>t</a:t>
            </a:r>
            <a:r>
              <a:rPr dirty="0" smtClean="0" sz="2000" spc="-1" b="1" i="1">
                <a:latin typeface="Arial"/>
                <a:cs typeface="Arial"/>
              </a:rPr>
              <a:t>a</a:t>
            </a:r>
            <a:r>
              <a:rPr dirty="0" smtClean="0" sz="2000" spc="-1" b="1" i="1">
                <a:latin typeface="Arial"/>
                <a:cs typeface="Arial"/>
              </a:rPr>
              <a:t>s</a:t>
            </a:r>
            <a:r>
              <a:rPr dirty="0" smtClean="0" sz="2000" spc="-1" b="1" i="1">
                <a:latin typeface="Arial"/>
                <a:cs typeface="Arial"/>
              </a:rPr>
              <a:t>ik</a:t>
            </a:r>
            <a:r>
              <a:rPr dirty="0" smtClean="0" sz="2000" spc="-1" b="1" i="1">
                <a:latin typeface="Arial"/>
                <a:cs typeface="Arial"/>
              </a:rPr>
              <a:t>a</a:t>
            </a:r>
            <a:r>
              <a:rPr dirty="0" smtClean="0" sz="2000" spc="-1" b="1" i="1">
                <a:latin typeface="Arial"/>
                <a:cs typeface="Arial"/>
              </a:rPr>
              <a:t>n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jadian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63405" y="5215017"/>
            <a:ext cx="615349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yang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86992" y="5519595"/>
            <a:ext cx="8192405" cy="58525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sema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in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banyak,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sema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in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‘pre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isi’,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sema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in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baik,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te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api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kap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sitas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media</a:t>
            </a:r>
            <a:endParaRPr sz="2000">
              <a:latin typeface="Arial"/>
              <a:cs typeface="Arial"/>
            </a:endParaRPr>
          </a:p>
          <a:p>
            <a:pPr marL="12700" marR="38221">
              <a:lnSpc>
                <a:spcPct val="95825"/>
              </a:lnSpc>
            </a:pPr>
            <a:r>
              <a:rPr dirty="0" smtClean="0" sz="2000" spc="-1">
                <a:latin typeface="Arial"/>
                <a:cs typeface="Arial"/>
              </a:rPr>
              <a:t>penyimpan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ban</a:t>
            </a: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width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dibutuh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juga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ma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in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be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ar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77248" y="6471832"/>
            <a:ext cx="31288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13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743200" y="1260348"/>
            <a:ext cx="609600" cy="2057400"/>
          </a:xfrm>
          <a:custGeom>
            <a:avLst/>
            <a:gdLst/>
            <a:ahLst/>
            <a:cxnLst/>
            <a:rect l="l" t="t" r="r" b="b"/>
            <a:pathLst>
              <a:path w="609600" h="2057400">
                <a:moveTo>
                  <a:pt x="609600" y="2057400"/>
                </a:moveTo>
                <a:lnTo>
                  <a:pt x="560174" y="2055157"/>
                </a:lnTo>
                <a:lnTo>
                  <a:pt x="513283" y="2048664"/>
                </a:lnTo>
                <a:lnTo>
                  <a:pt x="469553" y="2038273"/>
                </a:lnTo>
                <a:lnTo>
                  <a:pt x="429615" y="2024335"/>
                </a:lnTo>
                <a:lnTo>
                  <a:pt x="394096" y="2007203"/>
                </a:lnTo>
                <a:lnTo>
                  <a:pt x="363626" y="1987228"/>
                </a:lnTo>
                <a:lnTo>
                  <a:pt x="338832" y="1964764"/>
                </a:lnTo>
                <a:lnTo>
                  <a:pt x="320344" y="1940161"/>
                </a:lnTo>
                <a:lnTo>
                  <a:pt x="308790" y="1913772"/>
                </a:lnTo>
                <a:lnTo>
                  <a:pt x="304800" y="1885950"/>
                </a:lnTo>
                <a:lnTo>
                  <a:pt x="304800" y="1200150"/>
                </a:lnTo>
                <a:lnTo>
                  <a:pt x="303789" y="1186081"/>
                </a:lnTo>
                <a:lnTo>
                  <a:pt x="300809" y="1172327"/>
                </a:lnTo>
                <a:lnTo>
                  <a:pt x="295938" y="1158931"/>
                </a:lnTo>
                <a:lnTo>
                  <a:pt x="289255" y="1145938"/>
                </a:lnTo>
                <a:lnTo>
                  <a:pt x="280838" y="1133391"/>
                </a:lnTo>
                <a:lnTo>
                  <a:pt x="270767" y="1121335"/>
                </a:lnTo>
                <a:lnTo>
                  <a:pt x="259119" y="1109814"/>
                </a:lnTo>
                <a:lnTo>
                  <a:pt x="245973" y="1098871"/>
                </a:lnTo>
                <a:lnTo>
                  <a:pt x="231408" y="1088550"/>
                </a:lnTo>
                <a:lnTo>
                  <a:pt x="215503" y="1078896"/>
                </a:lnTo>
                <a:lnTo>
                  <a:pt x="198335" y="1069953"/>
                </a:lnTo>
                <a:lnTo>
                  <a:pt x="179984" y="1061764"/>
                </a:lnTo>
                <a:lnTo>
                  <a:pt x="160528" y="1054374"/>
                </a:lnTo>
                <a:lnTo>
                  <a:pt x="140046" y="1047826"/>
                </a:lnTo>
                <a:lnTo>
                  <a:pt x="118616" y="1042165"/>
                </a:lnTo>
                <a:lnTo>
                  <a:pt x="96316" y="1037435"/>
                </a:lnTo>
                <a:lnTo>
                  <a:pt x="73227" y="1033679"/>
                </a:lnTo>
                <a:lnTo>
                  <a:pt x="49425" y="1030942"/>
                </a:lnTo>
                <a:lnTo>
                  <a:pt x="24990" y="1029267"/>
                </a:lnTo>
                <a:lnTo>
                  <a:pt x="0" y="1028700"/>
                </a:lnTo>
                <a:lnTo>
                  <a:pt x="24990" y="1028132"/>
                </a:lnTo>
                <a:lnTo>
                  <a:pt x="73227" y="1023720"/>
                </a:lnTo>
                <a:lnTo>
                  <a:pt x="118616" y="1015234"/>
                </a:lnTo>
                <a:lnTo>
                  <a:pt x="160528" y="1003025"/>
                </a:lnTo>
                <a:lnTo>
                  <a:pt x="198335" y="987446"/>
                </a:lnTo>
                <a:lnTo>
                  <a:pt x="231408" y="968849"/>
                </a:lnTo>
                <a:lnTo>
                  <a:pt x="259119" y="947585"/>
                </a:lnTo>
                <a:lnTo>
                  <a:pt x="280838" y="924008"/>
                </a:lnTo>
                <a:lnTo>
                  <a:pt x="295938" y="898468"/>
                </a:lnTo>
                <a:lnTo>
                  <a:pt x="304800" y="857250"/>
                </a:lnTo>
                <a:lnTo>
                  <a:pt x="304800" y="171450"/>
                </a:lnTo>
                <a:lnTo>
                  <a:pt x="305810" y="157381"/>
                </a:lnTo>
                <a:lnTo>
                  <a:pt x="308790" y="143627"/>
                </a:lnTo>
                <a:lnTo>
                  <a:pt x="313661" y="130231"/>
                </a:lnTo>
                <a:lnTo>
                  <a:pt x="320344" y="117238"/>
                </a:lnTo>
                <a:lnTo>
                  <a:pt x="328761" y="104691"/>
                </a:lnTo>
                <a:lnTo>
                  <a:pt x="338832" y="92635"/>
                </a:lnTo>
                <a:lnTo>
                  <a:pt x="350480" y="81114"/>
                </a:lnTo>
                <a:lnTo>
                  <a:pt x="363626" y="70171"/>
                </a:lnTo>
                <a:lnTo>
                  <a:pt x="378191" y="59850"/>
                </a:lnTo>
                <a:lnTo>
                  <a:pt x="394096" y="50196"/>
                </a:lnTo>
                <a:lnTo>
                  <a:pt x="411264" y="41253"/>
                </a:lnTo>
                <a:lnTo>
                  <a:pt x="429615" y="33064"/>
                </a:lnTo>
                <a:lnTo>
                  <a:pt x="449071" y="25674"/>
                </a:lnTo>
                <a:lnTo>
                  <a:pt x="469553" y="19126"/>
                </a:lnTo>
                <a:lnTo>
                  <a:pt x="490983" y="13465"/>
                </a:lnTo>
                <a:lnTo>
                  <a:pt x="513283" y="8735"/>
                </a:lnTo>
                <a:lnTo>
                  <a:pt x="536372" y="4979"/>
                </a:lnTo>
                <a:lnTo>
                  <a:pt x="560174" y="2242"/>
                </a:lnTo>
                <a:lnTo>
                  <a:pt x="584609" y="567"/>
                </a:lnTo>
                <a:lnTo>
                  <a:pt x="609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598676" y="3886200"/>
            <a:ext cx="8001000" cy="822960"/>
          </a:xfrm>
          <a:custGeom>
            <a:avLst/>
            <a:gdLst/>
            <a:ahLst/>
            <a:cxnLst/>
            <a:rect l="l" t="t" r="r" b="b"/>
            <a:pathLst>
              <a:path w="8001000" h="822960">
                <a:moveTo>
                  <a:pt x="0" y="822960"/>
                </a:moveTo>
                <a:lnTo>
                  <a:pt x="8001000" y="822960"/>
                </a:lnTo>
                <a:lnTo>
                  <a:pt x="8001000" y="0"/>
                </a:lnTo>
                <a:lnTo>
                  <a:pt x="0" y="0"/>
                </a:lnTo>
                <a:lnTo>
                  <a:pt x="0" y="822960"/>
                </a:lnTo>
                <a:close/>
              </a:path>
            </a:pathLst>
          </a:custGeom>
          <a:solidFill>
            <a:srgbClr val="CCCC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B.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7443" y="159169"/>
            <a:ext cx="359146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o</a:t>
            </a:r>
            <a:r>
              <a:rPr dirty="0" smtClean="0" sz="2400" spc="-1" b="1">
                <a:latin typeface="Arial"/>
                <a:cs typeface="Arial"/>
              </a:rPr>
              <a:t>urce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Inp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t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(</a:t>
            </a:r>
            <a:r>
              <a:rPr dirty="0" smtClean="0" sz="2400" spc="-1" b="1">
                <a:latin typeface="Arial"/>
                <a:cs typeface="Arial"/>
              </a:rPr>
              <a:t>I</a:t>
            </a:r>
            <a:r>
              <a:rPr dirty="0" smtClean="0" sz="2400" spc="-1" b="1">
                <a:latin typeface="Arial"/>
                <a:cs typeface="Arial"/>
              </a:rPr>
              <a:t>nforma</a:t>
            </a: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i)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59251" y="1074070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16451" y="1074070"/>
            <a:ext cx="883412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ara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659251" y="1759623"/>
            <a:ext cx="177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16451" y="1759623"/>
            <a:ext cx="207143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9">
                <a:latin typeface="Arial"/>
                <a:cs typeface="Arial"/>
              </a:rPr>
              <a:t>D</a:t>
            </a:r>
            <a:r>
              <a:rPr dirty="0" smtClean="0" sz="2400" spc="-9">
                <a:latin typeface="Arial"/>
                <a:cs typeface="Arial"/>
              </a:rPr>
              <a:t>a</a:t>
            </a:r>
            <a:r>
              <a:rPr dirty="0" smtClean="0" sz="2400" spc="-9">
                <a:latin typeface="Arial"/>
                <a:cs typeface="Arial"/>
              </a:rPr>
              <a:t>ta</a:t>
            </a:r>
            <a:r>
              <a:rPr dirty="0" smtClean="0" sz="2400" spc="-9">
                <a:latin typeface="Arial"/>
                <a:cs typeface="Arial"/>
              </a:rPr>
              <a:t> </a:t>
            </a:r>
            <a:r>
              <a:rPr dirty="0" smtClean="0" sz="2400" spc="-9">
                <a:latin typeface="Arial"/>
                <a:cs typeface="Arial"/>
              </a:rPr>
              <a:t>(</a:t>
            </a:r>
            <a:r>
              <a:rPr dirty="0" smtClean="0" sz="2400" spc="-9">
                <a:latin typeface="Arial"/>
                <a:cs typeface="Arial"/>
              </a:rPr>
              <a:t>karakte</a:t>
            </a:r>
            <a:r>
              <a:rPr dirty="0" smtClean="0" sz="2400" spc="-9">
                <a:latin typeface="Arial"/>
                <a:cs typeface="Arial"/>
              </a:rPr>
              <a:t>r</a:t>
            </a:r>
            <a:r>
              <a:rPr dirty="0" smtClean="0" sz="2400" spc="-9">
                <a:latin typeface="Arial"/>
                <a:cs typeface="Arial"/>
              </a:rPr>
              <a:t>,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99401" y="1759623"/>
            <a:ext cx="561469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>
                <a:latin typeface="Arial"/>
                <a:cs typeface="Arial"/>
              </a:rPr>
              <a:t>fa</a:t>
            </a:r>
            <a:r>
              <a:rPr dirty="0" smtClean="0" sz="2400" spc="-2">
                <a:latin typeface="Arial"/>
                <a:cs typeface="Arial"/>
              </a:rPr>
              <a:t>x</a:t>
            </a:r>
            <a:r>
              <a:rPr dirty="0" smtClean="0" sz="2400" spc="-2">
                <a:latin typeface="Arial"/>
                <a:cs typeface="Arial"/>
              </a:rPr>
              <a:t>,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74524" y="1759623"/>
            <a:ext cx="57886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st)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64540" y="1885614"/>
            <a:ext cx="1679418" cy="80721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53263">
              <a:lnSpc>
                <a:spcPts val="2960"/>
              </a:lnSpc>
            </a:pPr>
            <a:r>
              <a:rPr dirty="0" smtClean="0" sz="2800" b="1">
                <a:latin typeface="Arial"/>
                <a:cs typeface="Arial"/>
              </a:rPr>
              <a:t>Input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800" spc="2" b="1">
                <a:latin typeface="Arial"/>
                <a:cs typeface="Arial"/>
              </a:rPr>
              <a:t>in</a:t>
            </a:r>
            <a:r>
              <a:rPr dirty="0" smtClean="0" sz="2800" spc="2" b="1">
                <a:latin typeface="Arial"/>
                <a:cs typeface="Arial"/>
              </a:rPr>
              <a:t>f</a:t>
            </a:r>
            <a:r>
              <a:rPr dirty="0" smtClean="0" sz="2800" spc="2" b="1">
                <a:latin typeface="Arial"/>
                <a:cs typeface="Arial"/>
              </a:rPr>
              <a:t>orm</a:t>
            </a:r>
            <a:r>
              <a:rPr dirty="0" smtClean="0" sz="2800" spc="2" b="1">
                <a:latin typeface="Arial"/>
                <a:cs typeface="Arial"/>
              </a:rPr>
              <a:t>a</a:t>
            </a:r>
            <a:r>
              <a:rPr dirty="0" smtClean="0" sz="2800" spc="2" b="1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59251" y="2446051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16451" y="2446051"/>
            <a:ext cx="117266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Ga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bar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35451" y="3207804"/>
            <a:ext cx="177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192651" y="3207804"/>
            <a:ext cx="84308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2">
                <a:latin typeface="Arial"/>
                <a:cs typeface="Arial"/>
              </a:rPr>
              <a:t>V</a:t>
            </a:r>
            <a:r>
              <a:rPr dirty="0" smtClean="0" sz="2400" spc="-12">
                <a:latin typeface="Arial"/>
                <a:cs typeface="Arial"/>
              </a:rPr>
              <a:t>i</a:t>
            </a:r>
            <a:r>
              <a:rPr dirty="0" smtClean="0" sz="2400" spc="-12">
                <a:latin typeface="Arial"/>
                <a:cs typeface="Arial"/>
              </a:rPr>
              <a:t>d</a:t>
            </a:r>
            <a:r>
              <a:rPr dirty="0" smtClean="0" sz="2400" spc="-12">
                <a:latin typeface="Arial"/>
                <a:cs typeface="Arial"/>
              </a:rPr>
              <a:t>eo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72676" y="6471832"/>
            <a:ext cx="318578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598676" y="3886200"/>
            <a:ext cx="8001000" cy="822960"/>
          </a:xfrm>
          <a:prstGeom prst="rect">
            <a:avLst/>
          </a:prstGeom>
        </p:spPr>
        <p:txBody>
          <a:bodyPr wrap="square" lIns="0" tIns="57785" rIns="0" bIns="0" rtlCol="0">
            <a:noAutofit/>
          </a:bodyPr>
          <a:lstStyle/>
          <a:p>
            <a:pPr marL="91693" marR="434776">
              <a:lnSpc>
                <a:spcPct val="100041"/>
              </a:lnSpc>
            </a:pPr>
            <a:r>
              <a:rPr dirty="0" smtClean="0" sz="2400" spc="0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rak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eristik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asi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masing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fo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masi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as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berbed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standar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Q</a:t>
            </a:r>
            <a:r>
              <a:rPr dirty="0" smtClean="0" sz="2400" spc="0">
                <a:latin typeface="Arial"/>
                <a:cs typeface="Arial"/>
              </a:rPr>
              <a:t>oS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</a:t>
            </a:r>
            <a:r>
              <a:rPr dirty="0" smtClean="0" sz="2400" spc="0">
                <a:latin typeface="Arial"/>
                <a:cs typeface="Arial"/>
              </a:rPr>
              <a:t>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harus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dica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ai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berbeda</a:t>
            </a:r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990600" y="1371600"/>
            <a:ext cx="8305800" cy="493471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78740" y="159169"/>
            <a:ext cx="3980168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B.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o</a:t>
            </a:r>
            <a:r>
              <a:rPr dirty="0" smtClean="0" sz="2400" spc="-1" b="1">
                <a:latin typeface="Arial"/>
                <a:cs typeface="Arial"/>
              </a:rPr>
              <a:t>urce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Inp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t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(</a:t>
            </a:r>
            <a:r>
              <a:rPr dirty="0" smtClean="0" sz="2400" spc="-1" b="1">
                <a:latin typeface="Arial"/>
                <a:cs typeface="Arial"/>
              </a:rPr>
              <a:t>I</a:t>
            </a:r>
            <a:r>
              <a:rPr dirty="0" smtClean="0" sz="2400" spc="-1" b="1">
                <a:latin typeface="Arial"/>
                <a:cs typeface="Arial"/>
              </a:rPr>
              <a:t>nforma</a:t>
            </a: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i)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7340" y="783621"/>
            <a:ext cx="144302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S</a:t>
            </a:r>
            <a:r>
              <a:rPr dirty="0" smtClean="0" sz="2400" b="1">
                <a:latin typeface="Arial"/>
                <a:cs typeface="Arial"/>
              </a:rPr>
              <a:t>a</a:t>
            </a:r>
            <a:r>
              <a:rPr dirty="0" smtClean="0" sz="2400" b="1">
                <a:latin typeface="Arial"/>
                <a:cs typeface="Arial"/>
              </a:rPr>
              <a:t>mpl</a:t>
            </a:r>
            <a:r>
              <a:rPr dirty="0" smtClean="0" sz="2400" b="1">
                <a:latin typeface="Arial"/>
                <a:cs typeface="Arial"/>
              </a:rPr>
              <a:t>i</a:t>
            </a:r>
            <a:r>
              <a:rPr dirty="0" smtClean="0" sz="2400" b="1">
                <a:latin typeface="Arial"/>
                <a:cs typeface="Arial"/>
              </a:rPr>
              <a:t>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60931" y="783621"/>
            <a:ext cx="61305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dan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86685" y="783621"/>
            <a:ext cx="156189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kuantisasi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83344" y="6471832"/>
            <a:ext cx="3070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15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04800" y="1905000"/>
            <a:ext cx="9372600" cy="4419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B.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7443" y="159169"/>
            <a:ext cx="359146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o</a:t>
            </a:r>
            <a:r>
              <a:rPr dirty="0" smtClean="0" sz="2400" spc="-1" b="1">
                <a:latin typeface="Arial"/>
                <a:cs typeface="Arial"/>
              </a:rPr>
              <a:t>urce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Inp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t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(</a:t>
            </a:r>
            <a:r>
              <a:rPr dirty="0" smtClean="0" sz="2400" spc="-1" b="1">
                <a:latin typeface="Arial"/>
                <a:cs typeface="Arial"/>
              </a:rPr>
              <a:t>I</a:t>
            </a:r>
            <a:r>
              <a:rPr dirty="0" smtClean="0" sz="2400" spc="-1" b="1">
                <a:latin typeface="Arial"/>
                <a:cs typeface="Arial"/>
              </a:rPr>
              <a:t>nforma</a:t>
            </a: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i)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7840" y="667557"/>
            <a:ext cx="357667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Pengko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d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n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800" spc="-6" b="1">
                <a:solidFill>
                  <a:srgbClr val="008000"/>
                </a:solidFill>
                <a:latin typeface="Arial"/>
                <a:cs typeface="Arial"/>
              </a:rPr>
              <a:t>sumber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97840" y="1064273"/>
            <a:ext cx="283489" cy="80263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Wingdings"/>
                <a:cs typeface="Wingdings"/>
              </a:rPr>
              <a:t></a:t>
            </a:r>
            <a:endParaRPr sz="1800">
              <a:latin typeface="Wingdings"/>
              <a:cs typeface="Wingdings"/>
            </a:endParaRPr>
          </a:p>
          <a:p>
            <a:pPr marL="12700">
              <a:lnSpc>
                <a:spcPct val="92488"/>
              </a:lnSpc>
              <a:spcBef>
                <a:spcPts val="63"/>
              </a:spcBef>
            </a:pPr>
            <a:r>
              <a:rPr dirty="0" smtClean="0" sz="1800">
                <a:latin typeface="Wingdings"/>
                <a:cs typeface="Wingdings"/>
              </a:rPr>
              <a:t></a:t>
            </a:r>
            <a:endParaRPr sz="1800">
              <a:latin typeface="Wingdings"/>
              <a:cs typeface="Wingdings"/>
            </a:endParaRPr>
          </a:p>
          <a:p>
            <a:pPr marL="12700">
              <a:lnSpc>
                <a:spcPct val="92488"/>
              </a:lnSpc>
              <a:spcBef>
                <a:spcPts val="160"/>
              </a:spcBef>
            </a:pPr>
            <a:r>
              <a:rPr dirty="0" smtClean="0" sz="1800">
                <a:latin typeface="Wingdings"/>
                <a:cs typeface="Wingdings"/>
              </a:rPr>
              <a:t></a:t>
            </a:r>
            <a:endParaRPr sz="1800">
              <a:latin typeface="Wingdings"/>
              <a:cs typeface="Wingding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8956" y="1064188"/>
            <a:ext cx="7060793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9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tuk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ra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smisi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efis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en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nc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kem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ki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err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800" spc="-2">
                <a:latin typeface="Arial"/>
                <a:cs typeface="Arial"/>
              </a:rPr>
              <a:t>Pi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an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um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mn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ter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tu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ri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tip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kal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rst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ta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(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ko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tin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u,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rst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67268" y="1338508"/>
            <a:ext cx="56672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dsb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8956" y="1612828"/>
            <a:ext cx="123880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 b="1">
                <a:latin typeface="Arial"/>
                <a:cs typeface="Arial"/>
              </a:rPr>
              <a:t>Kompr</a:t>
            </a:r>
            <a:r>
              <a:rPr dirty="0" smtClean="0" sz="1800" spc="-2" b="1">
                <a:latin typeface="Arial"/>
                <a:cs typeface="Arial"/>
              </a:rPr>
              <a:t>e</a:t>
            </a:r>
            <a:r>
              <a:rPr dirty="0" smtClean="0" sz="1800" spc="-2" b="1">
                <a:latin typeface="Arial"/>
                <a:cs typeface="Arial"/>
              </a:rPr>
              <a:t>s</a:t>
            </a:r>
            <a:r>
              <a:rPr dirty="0" smtClean="0" sz="1800" spc="-2" b="1">
                <a:latin typeface="Arial"/>
                <a:cs typeface="Arial"/>
              </a:rPr>
              <a:t>s</a:t>
            </a:r>
            <a:r>
              <a:rPr dirty="0" smtClean="0" sz="1800" spc="-2" b="1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43912" y="1612828"/>
            <a:ext cx="113776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 b="1">
                <a:latin typeface="Arial"/>
                <a:cs typeface="Arial"/>
              </a:rPr>
              <a:t>umumn</a:t>
            </a:r>
            <a:r>
              <a:rPr dirty="0" smtClean="0" sz="1800" spc="-2" b="1">
                <a:latin typeface="Arial"/>
                <a:cs typeface="Arial"/>
              </a:rPr>
              <a:t>y</a:t>
            </a:r>
            <a:r>
              <a:rPr dirty="0" smtClean="0" sz="1800" spc="-2" b="1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86683" y="1612828"/>
            <a:ext cx="191272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m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suk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j</a:t>
            </a:r>
            <a:r>
              <a:rPr dirty="0" smtClean="0" sz="1800" spc="0" b="1">
                <a:latin typeface="Arial"/>
                <a:cs typeface="Arial"/>
              </a:rPr>
              <a:t>u</a:t>
            </a:r>
            <a:r>
              <a:rPr dirty="0" smtClean="0" sz="1800" spc="0" b="1">
                <a:latin typeface="Arial"/>
                <a:cs typeface="Arial"/>
              </a:rPr>
              <a:t>g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pada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203266" y="1612828"/>
            <a:ext cx="63073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k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r>
              <a:rPr dirty="0" smtClean="0" sz="1800" spc="0" b="1">
                <a:latin typeface="Arial"/>
                <a:cs typeface="Arial"/>
              </a:rPr>
              <a:t>las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39002" y="1612828"/>
            <a:ext cx="80858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sour</a:t>
            </a:r>
            <a:r>
              <a:rPr dirty="0" smtClean="0" sz="1800" spc="0" b="1">
                <a:latin typeface="Arial"/>
                <a:cs typeface="Arial"/>
              </a:rPr>
              <a:t>c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51447" y="1612828"/>
            <a:ext cx="80995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c</a:t>
            </a:r>
            <a:r>
              <a:rPr dirty="0" smtClean="0" sz="1800" spc="0" b="1">
                <a:latin typeface="Arial"/>
                <a:cs typeface="Arial"/>
              </a:rPr>
              <a:t>o</a:t>
            </a:r>
            <a:r>
              <a:rPr dirty="0" smtClean="0" sz="1800" spc="0" b="1">
                <a:latin typeface="Arial"/>
                <a:cs typeface="Arial"/>
              </a:rPr>
              <a:t>d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n</a:t>
            </a:r>
            <a:r>
              <a:rPr dirty="0" smtClean="0" sz="1800" spc="0" b="1"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497736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Wire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ess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Di</a:t>
            </a:r>
            <a:r>
              <a:rPr dirty="0" smtClean="0" sz="1800" b="1">
                <a:latin typeface="Georgia"/>
                <a:cs typeface="Georgia"/>
              </a:rPr>
              <a:t>g</a:t>
            </a:r>
            <a:r>
              <a:rPr dirty="0" smtClean="0" sz="1800" b="1">
                <a:latin typeface="Georgia"/>
                <a:cs typeface="Georgia"/>
              </a:rPr>
              <a:t>ital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C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n</a:t>
            </a:r>
            <a:r>
              <a:rPr dirty="0" smtClean="0" sz="1800" b="1">
                <a:latin typeface="Georgia"/>
                <a:cs typeface="Georgia"/>
              </a:rPr>
              <a:t>ication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210048" y="6471832"/>
            <a:ext cx="90697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S</a:t>
            </a:r>
            <a:r>
              <a:rPr dirty="0" smtClean="0" sz="1800" b="1">
                <a:latin typeface="Georgia"/>
                <a:cs typeface="Georgia"/>
              </a:rPr>
              <a:t>y</a:t>
            </a:r>
            <a:r>
              <a:rPr dirty="0" smtClean="0" sz="1800" b="1">
                <a:latin typeface="Georgia"/>
                <a:cs typeface="Georgia"/>
              </a:rPr>
              <a:t>s</a:t>
            </a:r>
            <a:r>
              <a:rPr dirty="0" smtClean="0" sz="1800" b="1">
                <a:latin typeface="Georgia"/>
                <a:cs typeface="Georgia"/>
              </a:rPr>
              <a:t>t</a:t>
            </a:r>
            <a:r>
              <a:rPr dirty="0" smtClean="0" sz="180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72676" y="6471832"/>
            <a:ext cx="31824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16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5257800" y="1219200"/>
            <a:ext cx="4191000" cy="126644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5257800" y="3352800"/>
            <a:ext cx="4191000" cy="12115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8740" y="97765"/>
            <a:ext cx="49369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b="1">
                <a:latin typeface="Arial"/>
                <a:cs typeface="Arial"/>
              </a:rPr>
              <a:t>C.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9157" y="97765"/>
            <a:ext cx="721555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I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form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si</a:t>
            </a:r>
            <a:r>
              <a:rPr dirty="0" smtClean="0" sz="3200" spc="-4" b="1">
                <a:latin typeface="Arial"/>
                <a:cs typeface="Arial"/>
              </a:rPr>
              <a:t> </a:t>
            </a:r>
            <a:r>
              <a:rPr dirty="0" smtClean="0" sz="3200" spc="-4" b="1">
                <a:latin typeface="Arial"/>
                <a:cs typeface="Arial"/>
              </a:rPr>
              <a:t>Su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ra</a:t>
            </a:r>
            <a:r>
              <a:rPr dirty="0" smtClean="0" sz="3200" spc="-4" b="1">
                <a:latin typeface="Arial"/>
                <a:cs typeface="Arial"/>
              </a:rPr>
              <a:t> </a:t>
            </a:r>
            <a:r>
              <a:rPr dirty="0" smtClean="0" sz="3200" spc="-4" b="1">
                <a:latin typeface="Arial"/>
                <a:cs typeface="Arial"/>
              </a:rPr>
              <a:t>d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 </a:t>
            </a:r>
            <a:r>
              <a:rPr dirty="0" smtClean="0" sz="3200" spc="-4" b="1">
                <a:latin typeface="Arial"/>
                <a:cs typeface="Arial"/>
              </a:rPr>
              <a:t>Pe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g</a:t>
            </a:r>
            <a:r>
              <a:rPr dirty="0" smtClean="0" sz="3200" spc="-4" b="1">
                <a:latin typeface="Arial"/>
                <a:cs typeface="Arial"/>
              </a:rPr>
              <a:t>k</a:t>
            </a:r>
            <a:r>
              <a:rPr dirty="0" smtClean="0" sz="3200" spc="-4" b="1">
                <a:latin typeface="Arial"/>
                <a:cs typeface="Arial"/>
              </a:rPr>
              <a:t>od</a:t>
            </a:r>
            <a:r>
              <a:rPr dirty="0" smtClean="0" sz="3200" spc="-4" b="1">
                <a:latin typeface="Arial"/>
                <a:cs typeface="Arial"/>
              </a:rPr>
              <a:t>e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y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2140" y="738092"/>
            <a:ext cx="121723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b="1" u="heavy">
                <a:solidFill>
                  <a:srgbClr val="008000"/>
                </a:solidFill>
                <a:latin typeface="Arial"/>
                <a:cs typeface="Arial"/>
              </a:rPr>
              <a:t>Suara</a:t>
            </a:r>
            <a:endParaRPr sz="3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1044" y="1300503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8120" y="1300503"/>
            <a:ext cx="3823993" cy="4426400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1111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uara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manusia,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seb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nar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ts val="2299"/>
              </a:lnSpc>
              <a:spcBef>
                <a:spcPts val="232"/>
              </a:spcBef>
            </a:pPr>
            <a:r>
              <a:rPr dirty="0" smtClean="0" sz="2000">
                <a:latin typeface="Arial"/>
                <a:cs typeface="Arial"/>
              </a:rPr>
              <a:t>terdi</a:t>
            </a:r>
            <a:r>
              <a:rPr dirty="0" smtClean="0" sz="2000" spc="4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-25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da</a:t>
            </a:r>
            <a:r>
              <a:rPr dirty="0" smtClean="0" sz="2000" spc="4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-14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gelomb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ng</a:t>
            </a:r>
            <a:r>
              <a:rPr dirty="0" smtClean="0" sz="2000" spc="-25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audio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yang</a:t>
            </a:r>
            <a:r>
              <a:rPr dirty="0" smtClean="0" sz="2000" spc="0">
                <a:latin typeface="Arial"/>
                <a:cs typeface="Arial"/>
              </a:rPr>
              <a:t> 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ts val="2299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terdi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beb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pa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o</a:t>
            </a:r>
            <a:r>
              <a:rPr dirty="0" smtClean="0" sz="2000" spc="-1">
                <a:latin typeface="Arial"/>
                <a:cs typeface="Arial"/>
              </a:rPr>
              <a:t>mponen</a:t>
            </a:r>
            <a:r>
              <a:rPr dirty="0" smtClean="0" sz="2000" spc="-1">
                <a:latin typeface="Arial"/>
                <a:cs typeface="Arial"/>
              </a:rPr>
              <a:t> 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ts val="2299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fre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uen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/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nada</a:t>
            </a:r>
            <a:endParaRPr sz="2000">
              <a:latin typeface="Arial"/>
              <a:cs typeface="Arial"/>
            </a:endParaRPr>
          </a:p>
          <a:p>
            <a:pPr marL="12700" marR="31111">
              <a:lnSpc>
                <a:spcPct val="95825"/>
              </a:lnSpc>
              <a:spcBef>
                <a:spcPts val="1549"/>
              </a:spcBef>
            </a:pPr>
            <a:r>
              <a:rPr dirty="0" smtClean="0" sz="2000" spc="-2">
                <a:latin typeface="Arial"/>
                <a:cs typeface="Arial"/>
              </a:rPr>
              <a:t>Dalam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domain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wa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tu,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antara</a:t>
            </a:r>
            <a:endParaRPr sz="2000">
              <a:latin typeface="Arial"/>
              <a:cs typeface="Arial"/>
            </a:endParaRPr>
          </a:p>
          <a:p>
            <a:pPr marL="12700" marR="31111">
              <a:lnSpc>
                <a:spcPct val="95825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nada</a:t>
            </a:r>
            <a:r>
              <a:rPr dirty="0" smtClean="0" sz="2000" spc="-1">
                <a:latin typeface="Arial"/>
                <a:cs typeface="Arial"/>
              </a:rPr>
              <a:t>-</a:t>
            </a:r>
            <a:r>
              <a:rPr dirty="0" smtClean="0" sz="2000" spc="-1">
                <a:latin typeface="Arial"/>
                <a:cs typeface="Arial"/>
              </a:rPr>
              <a:t>nada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tidak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bi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dipi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ah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  <a:p>
            <a:pPr marL="12700" marR="207732">
              <a:lnSpc>
                <a:spcPts val="2299"/>
              </a:lnSpc>
              <a:spcBef>
                <a:spcPts val="1540"/>
              </a:spcBef>
            </a:pP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lam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domain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fre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uensi,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antar</a:t>
            </a:r>
            <a:r>
              <a:rPr dirty="0" smtClean="0" sz="2000" spc="-1">
                <a:latin typeface="Arial"/>
                <a:cs typeface="Arial"/>
              </a:rPr>
              <a:t> </a:t>
            </a:r>
            <a:endParaRPr sz="2000">
              <a:latin typeface="Arial"/>
              <a:cs typeface="Arial"/>
            </a:endParaRPr>
          </a:p>
          <a:p>
            <a:pPr marL="12700" marR="207732">
              <a:lnSpc>
                <a:spcPts val="2299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o</a:t>
            </a:r>
            <a:r>
              <a:rPr dirty="0" smtClean="0" sz="2000" spc="-1">
                <a:latin typeface="Arial"/>
                <a:cs typeface="Arial"/>
              </a:rPr>
              <a:t>mpone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-</a:t>
            </a:r>
            <a:r>
              <a:rPr dirty="0" smtClean="0" sz="2000" spc="-1">
                <a:latin typeface="Arial"/>
                <a:cs typeface="Arial"/>
              </a:rPr>
              <a:t>komp</a:t>
            </a:r>
            <a:r>
              <a:rPr dirty="0" smtClean="0" sz="2000" spc="-1">
                <a:latin typeface="Arial"/>
                <a:cs typeface="Arial"/>
              </a:rPr>
              <a:t>o</a:t>
            </a:r>
            <a:r>
              <a:rPr dirty="0" smtClean="0" sz="2000" spc="-1">
                <a:latin typeface="Arial"/>
                <a:cs typeface="Arial"/>
              </a:rPr>
              <a:t>nen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fre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uen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endParaRPr sz="2000">
              <a:latin typeface="Arial"/>
              <a:cs typeface="Arial"/>
            </a:endParaRPr>
          </a:p>
          <a:p>
            <a:pPr marL="12700" marR="207732">
              <a:lnSpc>
                <a:spcPts val="2299"/>
              </a:lnSpc>
              <a:spcBef>
                <a:spcPts val="340"/>
              </a:spcBef>
            </a:pPr>
            <a:r>
              <a:rPr dirty="0" smtClean="0" sz="2000" spc="-1">
                <a:latin typeface="Arial"/>
                <a:cs typeface="Arial"/>
              </a:rPr>
              <a:t>dapat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dipisah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  <a:p>
            <a:pPr marL="12700" marR="206660">
              <a:lnSpc>
                <a:spcPts val="2640"/>
              </a:lnSpc>
              <a:spcBef>
                <a:spcPts val="1448"/>
              </a:spcBef>
            </a:pPr>
            <a:r>
              <a:rPr dirty="0" smtClean="0" sz="2000">
                <a:latin typeface="Arial"/>
                <a:cs typeface="Arial"/>
              </a:rPr>
              <a:t>J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di,</a:t>
            </a:r>
            <a:r>
              <a:rPr dirty="0" smtClean="0" sz="2000" spc="-1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pemi</a:t>
            </a:r>
            <a:r>
              <a:rPr dirty="0" smtClean="0" sz="2000" spc="4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ahan</a:t>
            </a:r>
            <a:r>
              <a:rPr dirty="0" smtClean="0" sz="2000" spc="523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sua</a:t>
            </a:r>
            <a:r>
              <a:rPr dirty="0" smtClean="0" sz="2000" spc="9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-25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4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li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den</a:t>
            </a:r>
            <a:r>
              <a:rPr dirty="0" smtClean="0" sz="2000" spc="4">
                <a:latin typeface="Arial"/>
                <a:cs typeface="Arial"/>
              </a:rPr>
              <a:t>g</a:t>
            </a:r>
            <a:r>
              <a:rPr dirty="0" smtClean="0" sz="2000" spc="0">
                <a:latin typeface="Arial"/>
                <a:cs typeface="Arial"/>
              </a:rPr>
              <a:t>an</a:t>
            </a:r>
            <a:r>
              <a:rPr dirty="0" smtClean="0" sz="2000" spc="-24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noi</a:t>
            </a:r>
            <a:r>
              <a:rPr dirty="0" smtClean="0" sz="2000" spc="4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-14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latar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umu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dila</a:t>
            </a:r>
            <a:r>
              <a:rPr dirty="0" smtClean="0" sz="2000" spc="4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u</a:t>
            </a:r>
            <a:r>
              <a:rPr dirty="0" smtClean="0" sz="2000" spc="4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an</a:t>
            </a:r>
            <a:r>
              <a:rPr dirty="0" smtClean="0" sz="2000" spc="-24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dlm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domain</a:t>
            </a:r>
            <a:r>
              <a:rPr dirty="0" smtClean="0" sz="2000" spc="-25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fre</a:t>
            </a:r>
            <a:r>
              <a:rPr dirty="0" smtClean="0" sz="2000" spc="4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uen</a:t>
            </a:r>
            <a:r>
              <a:rPr dirty="0" smtClean="0" sz="2000" spc="9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45909" y="2588911"/>
            <a:ext cx="176038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do</a:t>
            </a:r>
            <a:r>
              <a:rPr dirty="0" smtClean="0" sz="2000" spc="0" b="1">
                <a:latin typeface="Arial"/>
                <a:cs typeface="Arial"/>
              </a:rPr>
              <a:t>m</a:t>
            </a:r>
            <a:r>
              <a:rPr dirty="0" smtClean="0" sz="2000" spc="0" b="1">
                <a:latin typeface="Arial"/>
                <a:cs typeface="Arial"/>
              </a:rPr>
              <a:t>ain</a:t>
            </a:r>
            <a:r>
              <a:rPr dirty="0" smtClean="0" sz="2000" spc="0" b="1">
                <a:latin typeface="Arial"/>
                <a:cs typeface="Arial"/>
              </a:rPr>
              <a:t> </a:t>
            </a:r>
            <a:r>
              <a:rPr dirty="0" smtClean="0" sz="2000" spc="0" b="1">
                <a:latin typeface="Arial"/>
                <a:cs typeface="Arial"/>
              </a:rPr>
              <a:t>w</a:t>
            </a:r>
            <a:r>
              <a:rPr dirty="0" smtClean="0" sz="2000" spc="0" b="1">
                <a:latin typeface="Arial"/>
                <a:cs typeface="Arial"/>
              </a:rPr>
              <a:t>a</a:t>
            </a:r>
            <a:r>
              <a:rPr dirty="0" smtClean="0" sz="2000" spc="0" b="1">
                <a:latin typeface="Arial"/>
                <a:cs typeface="Arial"/>
              </a:rPr>
              <a:t>ktu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41044" y="2794404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41044" y="3617865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440170" y="4646565"/>
            <a:ext cx="2169629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latin typeface="Arial"/>
                <a:cs typeface="Arial"/>
              </a:rPr>
              <a:t>do</a:t>
            </a:r>
            <a:r>
              <a:rPr dirty="0" smtClean="0" sz="2000" b="1">
                <a:latin typeface="Arial"/>
                <a:cs typeface="Arial"/>
              </a:rPr>
              <a:t>m</a:t>
            </a:r>
            <a:r>
              <a:rPr dirty="0" smtClean="0" sz="2000" b="1">
                <a:latin typeface="Arial"/>
                <a:cs typeface="Arial"/>
              </a:rPr>
              <a:t>ain</a:t>
            </a:r>
            <a:r>
              <a:rPr dirty="0" smtClean="0" sz="2000" b="1">
                <a:latin typeface="Arial"/>
                <a:cs typeface="Arial"/>
              </a:rPr>
              <a:t> </a:t>
            </a:r>
            <a:r>
              <a:rPr dirty="0" smtClean="0" sz="2000" b="1">
                <a:latin typeface="Arial"/>
                <a:cs typeface="Arial"/>
              </a:rPr>
              <a:t>fr</a:t>
            </a:r>
            <a:r>
              <a:rPr dirty="0" smtClean="0" sz="2000" b="1">
                <a:latin typeface="Arial"/>
                <a:cs typeface="Arial"/>
              </a:rPr>
              <a:t>e</a:t>
            </a:r>
            <a:r>
              <a:rPr dirty="0" smtClean="0" sz="2000" b="1">
                <a:latin typeface="Arial"/>
                <a:cs typeface="Arial"/>
              </a:rPr>
              <a:t>kuensi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41044" y="4776486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94012" y="6471832"/>
            <a:ext cx="29681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17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8740" y="159169"/>
            <a:ext cx="580347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C.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2016" y="791636"/>
            <a:ext cx="143795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 b="1" u="heavy">
                <a:solidFill>
                  <a:srgbClr val="008000"/>
                </a:solidFill>
                <a:latin typeface="Arial"/>
                <a:cs typeface="Arial"/>
              </a:rPr>
              <a:t>Co</a:t>
            </a:r>
            <a:r>
              <a:rPr dirty="0" smtClean="0" sz="2800" spc="-1" b="1" u="heavy">
                <a:solidFill>
                  <a:srgbClr val="008000"/>
                </a:solidFill>
                <a:latin typeface="Arial"/>
                <a:cs typeface="Arial"/>
              </a:rPr>
              <a:t>n</a:t>
            </a:r>
            <a:r>
              <a:rPr dirty="0" smtClean="0" sz="2800" spc="-1" b="1" u="heavy">
                <a:solidFill>
                  <a:srgbClr val="008000"/>
                </a:solidFill>
                <a:latin typeface="Arial"/>
                <a:cs typeface="Arial"/>
              </a:rPr>
              <a:t>toh: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8216" y="1227994"/>
            <a:ext cx="177800" cy="879221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435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44728" y="1227994"/>
            <a:ext cx="7015831" cy="270827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52573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S</a:t>
            </a:r>
            <a:r>
              <a:rPr dirty="0" smtClean="0" sz="2400" spc="1">
                <a:latin typeface="Arial"/>
                <a:cs typeface="Arial"/>
              </a:rPr>
              <a:t>u</a:t>
            </a:r>
            <a:r>
              <a:rPr dirty="0" smtClean="0" sz="2400" spc="1">
                <a:latin typeface="Arial"/>
                <a:cs typeface="Arial"/>
              </a:rPr>
              <a:t>ara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yang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sa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de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gar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manusia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: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2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Hz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–</a:t>
            </a:r>
            <a:r>
              <a:rPr dirty="0" smtClean="0" sz="2400" spc="1">
                <a:latin typeface="Arial"/>
                <a:cs typeface="Arial"/>
              </a:rPr>
              <a:t>20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kHz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435"/>
              </a:spcBef>
            </a:pP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ara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percakap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manusia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: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maksimum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sampai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20"/>
              </a:spcBef>
            </a:pPr>
            <a:r>
              <a:rPr dirty="0" smtClean="0" sz="2400" spc="1">
                <a:latin typeface="Arial"/>
                <a:cs typeface="Arial"/>
              </a:rPr>
              <a:t>34</a:t>
            </a:r>
            <a:r>
              <a:rPr dirty="0" smtClean="0" sz="2400" spc="1">
                <a:latin typeface="Arial"/>
                <a:cs typeface="Arial"/>
              </a:rPr>
              <a:t>0</a:t>
            </a:r>
            <a:r>
              <a:rPr dirty="0" smtClean="0" sz="2400" spc="1">
                <a:latin typeface="Arial"/>
                <a:cs typeface="Arial"/>
              </a:rPr>
              <a:t>0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Hz,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bu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atkan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kir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kira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4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kHz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560"/>
              </a:spcBef>
            </a:pPr>
            <a:r>
              <a:rPr dirty="0" smtClean="0" sz="2400" spc="0">
                <a:latin typeface="Arial"/>
                <a:cs typeface="Arial"/>
              </a:rPr>
              <a:t>Maka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perl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: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2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x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4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kHz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=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8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kHz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05"/>
              </a:spcBef>
            </a:pPr>
            <a:r>
              <a:rPr dirty="0" smtClean="0" sz="2400" spc="0">
                <a:latin typeface="Arial"/>
                <a:cs typeface="Arial"/>
              </a:rPr>
              <a:t>(ar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ya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: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8</a:t>
            </a:r>
            <a:r>
              <a:rPr dirty="0" smtClean="0" sz="2400" spc="0">
                <a:latin typeface="Arial"/>
                <a:cs typeface="Arial"/>
              </a:rPr>
              <a:t>0</a:t>
            </a:r>
            <a:r>
              <a:rPr dirty="0" smtClean="0" sz="2400" spc="0">
                <a:latin typeface="Arial"/>
                <a:cs typeface="Arial"/>
              </a:rPr>
              <a:t>00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samp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tik)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Wingdings"/>
                <a:cs typeface="Wingdings"/>
              </a:rPr>
              <a:t></a:t>
            </a:r>
            <a:r>
              <a:rPr dirty="0" smtClean="0" sz="2400" spc="69">
                <a:latin typeface="Times New Roman"/>
                <a:cs typeface="Times New Roman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(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 i="1">
                <a:latin typeface="Arial"/>
                <a:cs typeface="Arial"/>
              </a:rPr>
              <a:t>N</a:t>
            </a:r>
            <a:r>
              <a:rPr dirty="0" smtClean="0" sz="2400" spc="0" i="1">
                <a:latin typeface="Arial"/>
                <a:cs typeface="Arial"/>
              </a:rPr>
              <a:t>i</a:t>
            </a:r>
            <a:r>
              <a:rPr dirty="0" smtClean="0" sz="2400" spc="0" i="1">
                <a:latin typeface="Arial"/>
                <a:cs typeface="Arial"/>
              </a:rPr>
              <a:t>q</a:t>
            </a:r>
            <a:r>
              <a:rPr dirty="0" smtClean="0" sz="2400" spc="0" i="1">
                <a:latin typeface="Arial"/>
                <a:cs typeface="Arial"/>
              </a:rPr>
              <a:t>u</a:t>
            </a:r>
            <a:r>
              <a:rPr dirty="0" smtClean="0" sz="2400" spc="0" i="1">
                <a:latin typeface="Arial"/>
                <a:cs typeface="Arial"/>
              </a:rPr>
              <a:t>ist</a:t>
            </a:r>
            <a:r>
              <a:rPr dirty="0" smtClean="0" sz="2400" spc="0" i="1">
                <a:latin typeface="Arial"/>
                <a:cs typeface="Arial"/>
              </a:rPr>
              <a:t> </a:t>
            </a:r>
            <a:r>
              <a:rPr dirty="0" smtClean="0" sz="2400" spc="0" i="1">
                <a:latin typeface="Arial"/>
                <a:cs typeface="Arial"/>
              </a:rPr>
              <a:t>rat</a:t>
            </a:r>
            <a:r>
              <a:rPr dirty="0" smtClean="0" sz="2400" spc="0" i="1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574"/>
              </a:spcBef>
            </a:pPr>
            <a:r>
              <a:rPr dirty="0" smtClean="0" sz="2400" spc="-2" b="1" u="heavy">
                <a:latin typeface="Arial"/>
                <a:cs typeface="Arial"/>
              </a:rPr>
              <a:t>C</a:t>
            </a:r>
            <a:r>
              <a:rPr dirty="0" smtClean="0" sz="2400" spc="-2" b="1" u="heavy">
                <a:latin typeface="Arial"/>
                <a:cs typeface="Arial"/>
              </a:rPr>
              <a:t>o</a:t>
            </a:r>
            <a:r>
              <a:rPr dirty="0" smtClean="0" sz="2400" spc="-2" b="1" u="heavy">
                <a:latin typeface="Arial"/>
                <a:cs typeface="Arial"/>
              </a:rPr>
              <a:t>ntoh</a:t>
            </a:r>
            <a:r>
              <a:rPr dirty="0" smtClean="0" sz="2400" spc="-2" b="1" u="heavy">
                <a:latin typeface="Arial"/>
                <a:cs typeface="Arial"/>
              </a:rPr>
              <a:t> </a:t>
            </a:r>
            <a:r>
              <a:rPr dirty="0" smtClean="0" sz="2400" spc="-2" b="1" u="heavy">
                <a:latin typeface="Arial"/>
                <a:cs typeface="Arial"/>
              </a:rPr>
              <a:t>la</a:t>
            </a:r>
            <a:r>
              <a:rPr dirty="0" smtClean="0" sz="2400" spc="-2" b="1" u="heavy">
                <a:latin typeface="Arial"/>
                <a:cs typeface="Arial"/>
              </a:rPr>
              <a:t>i</a:t>
            </a:r>
            <a:r>
              <a:rPr dirty="0" smtClean="0" sz="2400" spc="-2" b="1" u="heavy">
                <a:latin typeface="Arial"/>
                <a:cs typeface="Arial"/>
              </a:rPr>
              <a:t>n</a:t>
            </a:r>
            <a:r>
              <a:rPr dirty="0" smtClean="0" sz="2400" spc="-2" b="1" u="heavy">
                <a:latin typeface="Arial"/>
                <a:cs typeface="Arial"/>
              </a:rPr>
              <a:t> </a:t>
            </a:r>
            <a:r>
              <a:rPr dirty="0" smtClean="0" sz="2400" spc="-2" b="1" u="heavy">
                <a:latin typeface="Arial"/>
                <a:cs typeface="Arial"/>
              </a:rPr>
              <a:t>: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8216" y="2691415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8216" y="3606069"/>
            <a:ext cx="177800" cy="330199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26794" y="4033416"/>
            <a:ext cx="684979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Berapa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kapasitas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la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g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u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5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en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t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dengan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standar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CD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aud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o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82787" y="4033416"/>
            <a:ext cx="219312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solidFill>
                  <a:srgbClr val="3333CC"/>
                </a:solidFill>
                <a:latin typeface="Arial"/>
                <a:cs typeface="Arial"/>
              </a:rPr>
              <a:t>?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07794" y="4427402"/>
            <a:ext cx="113959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CD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36975" y="4427402"/>
            <a:ext cx="5213248" cy="66548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sam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,1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kHz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(arti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1</a:t>
            </a:r>
            <a:r>
              <a:rPr dirty="0" smtClean="0" sz="1800" spc="0">
                <a:latin typeface="Arial"/>
                <a:cs typeface="Arial"/>
              </a:rPr>
              <a:t>0</a:t>
            </a:r>
            <a:r>
              <a:rPr dirty="0" smtClean="0" sz="1800" spc="0">
                <a:latin typeface="Arial"/>
                <a:cs typeface="Arial"/>
              </a:rPr>
              <a:t>0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sam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le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rd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tik)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  <a:spcBef>
                <a:spcPts val="1073"/>
              </a:spcBef>
            </a:pPr>
            <a:r>
              <a:rPr dirty="0" smtClean="0" sz="1800" spc="0">
                <a:latin typeface="Arial"/>
                <a:cs typeface="Arial"/>
              </a:rPr>
              <a:t>1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mp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ak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li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16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bit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2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te)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07794" y="5195498"/>
            <a:ext cx="6429219" cy="939248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42008">
              <a:lnSpc>
                <a:spcPts val="1939"/>
              </a:lnSpc>
            </a:pPr>
            <a:r>
              <a:rPr dirty="0" smtClean="0" sz="1800" spc="0" b="1">
                <a:latin typeface="Arial"/>
                <a:cs typeface="Arial"/>
              </a:rPr>
              <a:t>J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d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,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k</a:t>
            </a:r>
            <a:r>
              <a:rPr dirty="0" smtClean="0" sz="1800" spc="0" b="1">
                <a:latin typeface="Arial"/>
                <a:cs typeface="Arial"/>
              </a:rPr>
              <a:t>ap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sit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s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data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lagu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=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2091"/>
              </a:lnSpc>
              <a:spcBef>
                <a:spcPts val="515"/>
              </a:spcBef>
            </a:pPr>
            <a:r>
              <a:rPr dirty="0" smtClean="0" sz="1800">
                <a:latin typeface="Arial"/>
                <a:cs typeface="Arial"/>
              </a:rPr>
              <a:t>(4</a:t>
            </a:r>
            <a:r>
              <a:rPr dirty="0" smtClean="0" sz="1800">
                <a:latin typeface="Arial"/>
                <a:cs typeface="Arial"/>
              </a:rPr>
              <a:t>4</a:t>
            </a:r>
            <a:r>
              <a:rPr dirty="0" smtClean="0" sz="1800">
                <a:latin typeface="Arial"/>
                <a:cs typeface="Arial"/>
              </a:rPr>
              <a:t>1</a:t>
            </a:r>
            <a:r>
              <a:rPr dirty="0" smtClean="0" sz="1800">
                <a:latin typeface="Arial"/>
                <a:cs typeface="Arial"/>
              </a:rPr>
              <a:t>0</a:t>
            </a:r>
            <a:r>
              <a:rPr dirty="0" smtClean="0" sz="1800">
                <a:latin typeface="Arial"/>
                <a:cs typeface="Arial"/>
              </a:rPr>
              <a:t>0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sam</a:t>
            </a:r>
            <a:r>
              <a:rPr dirty="0" smtClean="0" sz="1800">
                <a:latin typeface="Arial"/>
                <a:cs typeface="Arial"/>
              </a:rPr>
              <a:t>p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/d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tik)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x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(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2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b</a:t>
            </a:r>
            <a:r>
              <a:rPr dirty="0" smtClean="0" sz="1800">
                <a:latin typeface="Arial"/>
                <a:cs typeface="Arial"/>
              </a:rPr>
              <a:t>y</a:t>
            </a:r>
            <a:r>
              <a:rPr dirty="0" smtClean="0" sz="1800">
                <a:latin typeface="Arial"/>
                <a:cs typeface="Arial"/>
              </a:rPr>
              <a:t>te/sam</a:t>
            </a:r>
            <a:r>
              <a:rPr dirty="0" smtClean="0" sz="1800">
                <a:latin typeface="Arial"/>
                <a:cs typeface="Arial"/>
              </a:rPr>
              <a:t>p</a:t>
            </a:r>
            <a:r>
              <a:rPr dirty="0" smtClean="0" sz="1800">
                <a:latin typeface="Arial"/>
                <a:cs typeface="Arial"/>
              </a:rPr>
              <a:t>l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)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x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(5</a:t>
            </a:r>
            <a:r>
              <a:rPr dirty="0" smtClean="0" sz="1800">
                <a:latin typeface="Arial"/>
                <a:cs typeface="Arial"/>
              </a:rPr>
              <a:t>x</a:t>
            </a:r>
            <a:r>
              <a:rPr dirty="0" smtClean="0" sz="1800">
                <a:latin typeface="Arial"/>
                <a:cs typeface="Arial"/>
              </a:rPr>
              <a:t>60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d</a:t>
            </a:r>
            <a:r>
              <a:rPr dirty="0" smtClean="0" sz="1800">
                <a:latin typeface="Arial"/>
                <a:cs typeface="Arial"/>
              </a:rPr>
              <a:t>e</a:t>
            </a:r>
            <a:r>
              <a:rPr dirty="0" smtClean="0" sz="1800">
                <a:latin typeface="Arial"/>
                <a:cs typeface="Arial"/>
              </a:rPr>
              <a:t>tik)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Symbol"/>
                <a:cs typeface="Symbol"/>
              </a:rPr>
              <a:t></a:t>
            </a:r>
            <a:r>
              <a:rPr dirty="0" smtClean="0" sz="1800" spc="50">
                <a:latin typeface="Times New Roman"/>
                <a:cs typeface="Times New Roman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25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MB</a:t>
            </a:r>
            <a:endParaRPr sz="1800">
              <a:latin typeface="Arial"/>
              <a:cs typeface="Arial"/>
            </a:endParaRPr>
          </a:p>
          <a:p>
            <a:pPr marL="12700" marR="42008">
              <a:lnSpc>
                <a:spcPct val="102091"/>
              </a:lnSpc>
              <a:spcBef>
                <a:spcPts val="385"/>
              </a:spcBef>
            </a:pPr>
            <a:r>
              <a:rPr dirty="0" smtClean="0" sz="1800" spc="0">
                <a:latin typeface="Arial"/>
                <a:cs typeface="Arial"/>
              </a:rPr>
              <a:t>Ste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(2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;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Symbol"/>
                <a:cs typeface="Symbol"/>
              </a:rPr>
              <a:t></a:t>
            </a:r>
            <a:r>
              <a:rPr dirty="0" smtClean="0" sz="1800" spc="50">
                <a:latin typeface="Times New Roman"/>
                <a:cs typeface="Times New Roman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2</a:t>
            </a:r>
            <a:r>
              <a:rPr dirty="0" smtClean="0" sz="1800" spc="0">
                <a:latin typeface="Arial"/>
                <a:cs typeface="Arial"/>
              </a:rPr>
              <a:t>5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x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2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5</a:t>
            </a:r>
            <a:r>
              <a:rPr dirty="0" smtClean="0" sz="1800" spc="0" b="1">
                <a:latin typeface="Arial"/>
                <a:cs typeface="Arial"/>
              </a:rPr>
              <a:t>0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MB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66580" y="6471832"/>
            <a:ext cx="32471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18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23008" y="3726053"/>
            <a:ext cx="835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432304" y="3726053"/>
            <a:ext cx="8199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bject 3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447800" y="3275076"/>
            <a:ext cx="6934200" cy="17830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C.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67443" y="159169"/>
            <a:ext cx="541477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58216" y="902691"/>
            <a:ext cx="304325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Sp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c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h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Codi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n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g</a:t>
            </a:r>
            <a:endParaRPr sz="3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581527" y="985431"/>
            <a:ext cx="345508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d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lam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Sis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k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om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W</a:t>
            </a:r>
            <a:r>
              <a:rPr dirty="0" smtClean="0" sz="2400" spc="-2" b="1">
                <a:solidFill>
                  <a:srgbClr val="008000"/>
                </a:solidFill>
                <a:latin typeface="Arial"/>
                <a:cs typeface="Arial"/>
              </a:rPr>
              <a:t>ireless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17244" y="1521730"/>
            <a:ext cx="15265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08328" y="1521730"/>
            <a:ext cx="7099195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ujuan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adal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h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mendigitalk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mela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o</a:t>
            </a:r>
            <a:r>
              <a:rPr dirty="0" smtClean="0" sz="2000" spc="-2">
                <a:latin typeface="Arial"/>
                <a:cs typeface="Arial"/>
              </a:rPr>
              <a:t>mpr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ssi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a,</a:t>
            </a:r>
            <a:endParaRPr sz="2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08328" y="1826283"/>
            <a:ext cx="4666305" cy="58533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men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ran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m</a:t>
            </a:r>
            <a:r>
              <a:rPr dirty="0" smtClean="0" sz="2000" spc="-2">
                <a:latin typeface="Arial"/>
                <a:cs typeface="Arial"/>
              </a:rPr>
              <a:t>isi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dengan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kualitas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terbaik</a:t>
            </a:r>
            <a:endParaRPr sz="2000">
              <a:latin typeface="Arial"/>
              <a:cs typeface="Arial"/>
            </a:endParaRPr>
          </a:p>
          <a:p>
            <a:pPr marL="12700" marR="38221">
              <a:lnSpc>
                <a:spcPct val="95825"/>
              </a:lnSpc>
            </a:pPr>
            <a:r>
              <a:rPr dirty="0" smtClean="0" sz="2000" spc="0">
                <a:latin typeface="Arial"/>
                <a:cs typeface="Arial"/>
              </a:rPr>
              <a:t>mung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in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bit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p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ta</a:t>
            </a:r>
            <a:r>
              <a:rPr dirty="0" smtClean="0" sz="2000" spc="0">
                <a:latin typeface="Arial"/>
                <a:cs typeface="Arial"/>
              </a:rPr>
              <a:t>t</a:t>
            </a:r>
            <a:r>
              <a:rPr dirty="0" smtClean="0" sz="2000" spc="0">
                <a:latin typeface="Arial"/>
                <a:cs typeface="Arial"/>
              </a:rPr>
              <a:t>if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878537" y="1826283"/>
            <a:ext cx="61503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498752" y="1826283"/>
            <a:ext cx="1026559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mungkin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528960" y="1826283"/>
            <a:ext cx="488649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dan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022787" y="1826283"/>
            <a:ext cx="1055862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se</a:t>
            </a:r>
            <a:r>
              <a:rPr dirty="0" smtClean="0" sz="2000" spc="1">
                <a:latin typeface="Arial"/>
                <a:cs typeface="Arial"/>
              </a:rPr>
              <a:t>s</a:t>
            </a:r>
            <a:r>
              <a:rPr dirty="0" smtClean="0" sz="2000" spc="1">
                <a:latin typeface="Arial"/>
                <a:cs typeface="Arial"/>
              </a:rPr>
              <a:t>edikit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7244" y="2588911"/>
            <a:ext cx="15265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08328" y="2588911"/>
            <a:ext cx="54943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7">
                <a:latin typeface="Arial"/>
                <a:cs typeface="Arial"/>
              </a:rPr>
              <a:t>T</a:t>
            </a:r>
            <a:r>
              <a:rPr dirty="0" smtClean="0" sz="2000" spc="-17">
                <a:latin typeface="Arial"/>
                <a:cs typeface="Arial"/>
              </a:rPr>
              <a:t>iga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64937" y="2588911"/>
            <a:ext cx="96987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katego</a:t>
            </a:r>
            <a:r>
              <a:rPr dirty="0" smtClean="0" sz="2000" spc="1">
                <a:latin typeface="Arial"/>
                <a:cs typeface="Arial"/>
              </a:rPr>
              <a:t>r</a:t>
            </a:r>
            <a:r>
              <a:rPr dirty="0" smtClean="0" sz="2000" spc="1">
                <a:latin typeface="Arial"/>
                <a:cs typeface="Arial"/>
              </a:rPr>
              <a:t>i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36649" y="2588911"/>
            <a:ext cx="75660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dalam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98646" y="2588911"/>
            <a:ext cx="88589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2">
                <a:latin typeface="Arial"/>
                <a:cs typeface="Arial"/>
              </a:rPr>
              <a:t>s</a:t>
            </a:r>
            <a:r>
              <a:rPr dirty="0" smtClean="0" sz="2000" spc="2">
                <a:latin typeface="Arial"/>
                <a:cs typeface="Arial"/>
              </a:rPr>
              <a:t>p</a:t>
            </a:r>
            <a:r>
              <a:rPr dirty="0" smtClean="0" sz="2000" spc="2">
                <a:latin typeface="Arial"/>
                <a:cs typeface="Arial"/>
              </a:rPr>
              <a:t>ee</a:t>
            </a:r>
            <a:r>
              <a:rPr dirty="0" smtClean="0" sz="2000" spc="2">
                <a:latin typeface="Arial"/>
                <a:cs typeface="Arial"/>
              </a:rPr>
              <a:t>c</a:t>
            </a:r>
            <a:r>
              <a:rPr dirty="0" smtClean="0" sz="2000" spc="2">
                <a:latin typeface="Arial"/>
                <a:cs typeface="Arial"/>
              </a:rPr>
              <a:t>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88151" y="2588911"/>
            <a:ext cx="700864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0">
                <a:latin typeface="Arial"/>
                <a:cs typeface="Arial"/>
              </a:rPr>
              <a:t>o</a:t>
            </a:r>
            <a:r>
              <a:rPr dirty="0" smtClean="0" sz="2000" spc="0">
                <a:latin typeface="Arial"/>
                <a:cs typeface="Arial"/>
              </a:rPr>
              <a:t>der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91611" y="2588911"/>
            <a:ext cx="13432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: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1044" y="5223914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32128" y="5223914"/>
            <a:ext cx="4639295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Ma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oritas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si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tem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wir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less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menggunak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n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73289" y="5223914"/>
            <a:ext cx="2757248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7">
                <a:latin typeface="Arial"/>
                <a:cs typeface="Arial"/>
              </a:rPr>
              <a:t>h</a:t>
            </a:r>
            <a:r>
              <a:rPr dirty="0" smtClean="0" sz="2000" spc="-7">
                <a:latin typeface="Arial"/>
                <a:cs typeface="Arial"/>
              </a:rPr>
              <a:t>y</a:t>
            </a:r>
            <a:r>
              <a:rPr dirty="0" smtClean="0" sz="2000" spc="-7">
                <a:latin typeface="Arial"/>
                <a:cs typeface="Arial"/>
              </a:rPr>
              <a:t>brid</a:t>
            </a:r>
            <a:r>
              <a:rPr dirty="0" smtClean="0" sz="2000" spc="-7">
                <a:latin typeface="Arial"/>
                <a:cs typeface="Arial"/>
              </a:rPr>
              <a:t> </a:t>
            </a:r>
            <a:r>
              <a:rPr dirty="0" smtClean="0" sz="2000" spc="-7">
                <a:latin typeface="Arial"/>
                <a:cs typeface="Arial"/>
              </a:rPr>
              <a:t>cod</a:t>
            </a:r>
            <a:r>
              <a:rPr dirty="0" smtClean="0" sz="2000" spc="-7">
                <a:latin typeface="Arial"/>
                <a:cs typeface="Arial"/>
              </a:rPr>
              <a:t>e</a:t>
            </a:r>
            <a:r>
              <a:rPr dirty="0" smtClean="0" sz="2000" spc="-7">
                <a:latin typeface="Arial"/>
                <a:cs typeface="Arial"/>
              </a:rPr>
              <a:t>r</a:t>
            </a:r>
            <a:r>
              <a:rPr dirty="0" smtClean="0" sz="2000" spc="-7">
                <a:latin typeface="Arial"/>
                <a:cs typeface="Arial"/>
              </a:rPr>
              <a:t>,</a:t>
            </a:r>
            <a:r>
              <a:rPr dirty="0" smtClean="0" sz="2000" spc="-7">
                <a:latin typeface="Arial"/>
                <a:cs typeface="Arial"/>
              </a:rPr>
              <a:t> </a:t>
            </a:r>
            <a:r>
              <a:rPr dirty="0" smtClean="0" sz="2000" spc="-7">
                <a:latin typeface="Arial"/>
                <a:cs typeface="Arial"/>
              </a:rPr>
              <a:t>ka</a:t>
            </a:r>
            <a:r>
              <a:rPr dirty="0" smtClean="0" sz="2000" spc="-7">
                <a:latin typeface="Arial"/>
                <a:cs typeface="Arial"/>
              </a:rPr>
              <a:t>r</a:t>
            </a:r>
            <a:r>
              <a:rPr dirty="0" smtClean="0" sz="2000" spc="-7">
                <a:latin typeface="Arial"/>
                <a:cs typeface="Arial"/>
              </a:rPr>
              <a:t>ena</a:t>
            </a:r>
            <a:r>
              <a:rPr dirty="0" smtClean="0" sz="2000" spc="-7">
                <a:latin typeface="Arial"/>
                <a:cs typeface="Arial"/>
              </a:rPr>
              <a:t> </a:t>
            </a:r>
            <a:r>
              <a:rPr dirty="0" smtClean="0" sz="2000" spc="-7">
                <a:latin typeface="Arial"/>
                <a:cs typeface="Arial"/>
              </a:rPr>
              <a:t>isu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32128" y="5498811"/>
            <a:ext cx="7805486" cy="55422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ban</a:t>
            </a: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width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sang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it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0">
                <a:latin typeface="Wingdings"/>
                <a:cs typeface="Wingdings"/>
              </a:rPr>
              <a:t></a:t>
            </a:r>
            <a:r>
              <a:rPr dirty="0" smtClean="0" sz="2000" spc="50">
                <a:latin typeface="Times New Roman"/>
                <a:cs typeface="Times New Roman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api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ha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us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mempe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hati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alitas.</a:t>
            </a:r>
            <a:endParaRPr sz="2000">
              <a:latin typeface="Arial"/>
              <a:cs typeface="Arial"/>
            </a:endParaRPr>
          </a:p>
          <a:p>
            <a:pPr marL="12700" marR="38190">
              <a:lnSpc>
                <a:spcPts val="2160"/>
              </a:lnSpc>
              <a:spcBef>
                <a:spcPts val="0"/>
              </a:spcBef>
            </a:pPr>
            <a:r>
              <a:rPr dirty="0" smtClean="0" sz="2000" spc="-4">
                <a:latin typeface="Arial"/>
                <a:cs typeface="Arial"/>
              </a:rPr>
              <a:t>Low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tier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PCS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umumnya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mengg</a:t>
            </a:r>
            <a:r>
              <a:rPr dirty="0" smtClean="0" sz="2000" spc="-4">
                <a:latin typeface="Arial"/>
                <a:cs typeface="Arial"/>
              </a:rPr>
              <a:t>u</a:t>
            </a:r>
            <a:r>
              <a:rPr dirty="0" smtClean="0" sz="2000" spc="-4">
                <a:latin typeface="Arial"/>
                <a:cs typeface="Arial"/>
              </a:rPr>
              <a:t>na</a:t>
            </a:r>
            <a:r>
              <a:rPr dirty="0" smtClean="0" sz="2000" spc="-4">
                <a:latin typeface="Arial"/>
                <a:cs typeface="Arial"/>
              </a:rPr>
              <a:t>k</a:t>
            </a:r>
            <a:r>
              <a:rPr dirty="0" smtClean="0" sz="2000" spc="-4">
                <a:latin typeface="Arial"/>
                <a:cs typeface="Arial"/>
              </a:rPr>
              <a:t>a</a:t>
            </a:r>
            <a:r>
              <a:rPr dirty="0" smtClean="0" sz="2000" spc="-4">
                <a:latin typeface="Arial"/>
                <a:cs typeface="Arial"/>
              </a:rPr>
              <a:t>n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ADPCM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72676" y="6471832"/>
            <a:ext cx="31824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19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916114" y="1105662"/>
            <a:ext cx="11076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04800" y="1766316"/>
            <a:ext cx="4189476" cy="528827"/>
          </a:xfrm>
          <a:custGeom>
            <a:avLst/>
            <a:gdLst/>
            <a:ahLst/>
            <a:cxnLst/>
            <a:rect l="l" t="t" r="r" b="b"/>
            <a:pathLst>
              <a:path w="4189476" h="528827">
                <a:moveTo>
                  <a:pt x="0" y="528827"/>
                </a:moveTo>
                <a:lnTo>
                  <a:pt x="4189476" y="528827"/>
                </a:lnTo>
                <a:lnTo>
                  <a:pt x="4189476" y="0"/>
                </a:lnTo>
                <a:lnTo>
                  <a:pt x="0" y="0"/>
                </a:lnTo>
                <a:lnTo>
                  <a:pt x="0" y="52882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159169"/>
            <a:ext cx="580347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C.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2016" y="790797"/>
            <a:ext cx="834984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oco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d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er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(Spe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ch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4" b="1" i="1" u="heavy">
                <a:solidFill>
                  <a:srgbClr val="008000"/>
                </a:solidFill>
                <a:latin typeface="Arial"/>
                <a:cs typeface="Arial"/>
              </a:rPr>
              <a:t>Coding)</a:t>
            </a:r>
            <a:r>
              <a:rPr dirty="0" smtClean="0" sz="3200" spc="-4" b="1" i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da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l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am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berbag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i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400" spc="-4">
                <a:solidFill>
                  <a:srgbClr val="008000"/>
                </a:solidFill>
                <a:latin typeface="Arial"/>
                <a:cs typeface="Arial"/>
              </a:rPr>
              <a:t>standar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2016" y="1226858"/>
            <a:ext cx="159455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komu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n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ik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992664" y="1226858"/>
            <a:ext cx="123941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Wire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l</a:t>
            </a:r>
            <a:r>
              <a:rPr dirty="0" smtClean="0" sz="2400" spc="-1">
                <a:solidFill>
                  <a:srgbClr val="008000"/>
                </a:solidFill>
                <a:latin typeface="Arial"/>
                <a:cs typeface="Arial"/>
              </a:rPr>
              <a:t>ess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02994" y="2437909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96186" y="2437796"/>
            <a:ext cx="6880704" cy="3110611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39873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Menggu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akan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Qualcomm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C</a:t>
            </a:r>
            <a:r>
              <a:rPr dirty="0" smtClean="0" sz="2400" spc="0" b="1" i="1">
                <a:latin typeface="Arial"/>
                <a:cs typeface="Arial"/>
              </a:rPr>
              <a:t>ode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E</a:t>
            </a:r>
            <a:r>
              <a:rPr dirty="0" smtClean="0" sz="2400" spc="0" b="1" i="1">
                <a:latin typeface="Arial"/>
                <a:cs typeface="Arial"/>
              </a:rPr>
              <a:t>xcited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Linear</a:t>
            </a:r>
            <a:endParaRPr sz="2400">
              <a:latin typeface="Arial"/>
              <a:cs typeface="Arial"/>
            </a:endParaRPr>
          </a:p>
          <a:p>
            <a:pPr marL="12700" marR="39873">
              <a:lnSpc>
                <a:spcPct val="95825"/>
              </a:lnSpc>
              <a:spcBef>
                <a:spcPts val="277"/>
              </a:spcBef>
            </a:pPr>
            <a:r>
              <a:rPr dirty="0" smtClean="0" sz="2400" spc="-1" b="1" i="1">
                <a:latin typeface="Arial"/>
                <a:cs typeface="Arial"/>
              </a:rPr>
              <a:t>Pr</a:t>
            </a:r>
            <a:r>
              <a:rPr dirty="0" smtClean="0" sz="2400" spc="-1" b="1" i="1">
                <a:latin typeface="Arial"/>
                <a:cs typeface="Arial"/>
              </a:rPr>
              <a:t>e</a:t>
            </a:r>
            <a:r>
              <a:rPr dirty="0" smtClean="0" sz="2400" spc="-1" b="1" i="1">
                <a:latin typeface="Arial"/>
                <a:cs typeface="Arial"/>
              </a:rPr>
              <a:t>diction</a:t>
            </a:r>
            <a:r>
              <a:rPr dirty="0" smtClean="0" sz="2400" spc="-1" b="1" i="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(Q</a:t>
            </a:r>
            <a:r>
              <a:rPr dirty="0" smtClean="0" sz="2400" spc="-1">
                <a:latin typeface="Arial"/>
                <a:cs typeface="Arial"/>
              </a:rPr>
              <a:t>-</a:t>
            </a:r>
            <a:r>
              <a:rPr dirty="0" smtClean="0" sz="2400" spc="-1">
                <a:latin typeface="Arial"/>
                <a:cs typeface="Arial"/>
              </a:rPr>
              <a:t>C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759"/>
              </a:lnSpc>
              <a:spcBef>
                <a:spcPts val="1850"/>
              </a:spcBef>
            </a:pPr>
            <a:r>
              <a:rPr dirty="0" smtClean="0" sz="2400" spc="-6">
                <a:latin typeface="Arial"/>
                <a:cs typeface="Arial"/>
              </a:rPr>
              <a:t>T</a:t>
            </a:r>
            <a:r>
              <a:rPr dirty="0" smtClean="0" sz="2400" spc="-6">
                <a:latin typeface="Arial"/>
                <a:cs typeface="Arial"/>
              </a:rPr>
              <a:t>ekno</a:t>
            </a:r>
            <a:r>
              <a:rPr dirty="0" smtClean="0" sz="2400" spc="-6">
                <a:latin typeface="Arial"/>
                <a:cs typeface="Arial"/>
              </a:rPr>
              <a:t>l</a:t>
            </a:r>
            <a:r>
              <a:rPr dirty="0" smtClean="0" sz="2400" spc="-6">
                <a:latin typeface="Arial"/>
                <a:cs typeface="Arial"/>
              </a:rPr>
              <a:t>ogi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C</a:t>
            </a:r>
            <a:r>
              <a:rPr dirty="0" smtClean="0" sz="2400" spc="-6">
                <a:latin typeface="Arial"/>
                <a:cs typeface="Arial"/>
              </a:rPr>
              <a:t>E</a:t>
            </a:r>
            <a:r>
              <a:rPr dirty="0" smtClean="0" sz="2400" spc="-6">
                <a:latin typeface="Arial"/>
                <a:cs typeface="Arial"/>
              </a:rPr>
              <a:t>LP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menggu</a:t>
            </a:r>
            <a:r>
              <a:rPr dirty="0" smtClean="0" sz="2400" spc="-6">
                <a:latin typeface="Arial"/>
                <a:cs typeface="Arial"/>
              </a:rPr>
              <a:t>n</a:t>
            </a:r>
            <a:r>
              <a:rPr dirty="0" smtClean="0" sz="2400" spc="-6">
                <a:latin typeface="Arial"/>
                <a:cs typeface="Arial"/>
              </a:rPr>
              <a:t>akan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code</a:t>
            </a:r>
            <a:r>
              <a:rPr dirty="0" smtClean="0" sz="2400" spc="-6">
                <a:latin typeface="Arial"/>
                <a:cs typeface="Arial"/>
              </a:rPr>
              <a:t>b</a:t>
            </a:r>
            <a:r>
              <a:rPr dirty="0" smtClean="0" sz="2400" spc="-6">
                <a:latin typeface="Arial"/>
                <a:cs typeface="Arial"/>
              </a:rPr>
              <a:t>ook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untuk</a:t>
            </a:r>
            <a:r>
              <a:rPr dirty="0" smtClean="0" sz="2400" spc="-6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759"/>
              </a:lnSpc>
              <a:spcBef>
                <a:spcPts val="408"/>
              </a:spcBef>
            </a:pPr>
            <a:r>
              <a:rPr dirty="0" smtClean="0" sz="2400" spc="1">
                <a:latin typeface="Arial"/>
                <a:cs typeface="Arial"/>
              </a:rPr>
              <a:t>me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ih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entransmisik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vekto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vektor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yang</a:t>
            </a:r>
            <a:r>
              <a:rPr dirty="0" smtClean="0" sz="2400" spc="1">
                <a:latin typeface="Arial"/>
                <a:cs typeface="Arial"/>
              </a:rPr>
              <a:t> 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759"/>
              </a:lnSpc>
              <a:spcBef>
                <a:spcPts val="408"/>
              </a:spcBef>
            </a:pP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kat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merepres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ntas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samp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su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ra</a:t>
            </a:r>
            <a:endParaRPr sz="2400">
              <a:latin typeface="Arial"/>
              <a:cs typeface="Arial"/>
            </a:endParaRPr>
          </a:p>
          <a:p>
            <a:pPr marL="12700" marR="89409">
              <a:lnSpc>
                <a:spcPts val="3170"/>
              </a:lnSpc>
              <a:spcBef>
                <a:spcPts val="1736"/>
              </a:spcBef>
            </a:pP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mbangan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LP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suatu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vocod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baru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sebut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V</a:t>
            </a:r>
            <a:r>
              <a:rPr dirty="0" smtClean="0" sz="2400" spc="0">
                <a:latin typeface="Arial"/>
                <a:cs typeface="Arial"/>
              </a:rPr>
              <a:t>RC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(</a:t>
            </a:r>
            <a:r>
              <a:rPr dirty="0" smtClean="0" sz="2400" spc="0" b="1" i="1">
                <a:latin typeface="Arial"/>
                <a:cs typeface="Arial"/>
              </a:rPr>
              <a:t>En</a:t>
            </a:r>
            <a:r>
              <a:rPr dirty="0" smtClean="0" sz="2400" spc="0" b="1" i="1">
                <a:latin typeface="Arial"/>
                <a:cs typeface="Arial"/>
              </a:rPr>
              <a:t>h</a:t>
            </a:r>
            <a:r>
              <a:rPr dirty="0" smtClean="0" sz="2400" spc="0" b="1" i="1">
                <a:latin typeface="Arial"/>
                <a:cs typeface="Arial"/>
              </a:rPr>
              <a:t>an</a:t>
            </a:r>
            <a:r>
              <a:rPr dirty="0" smtClean="0" sz="2400" spc="0" b="1" i="1">
                <a:latin typeface="Arial"/>
                <a:cs typeface="Arial"/>
              </a:rPr>
              <a:t>c</a:t>
            </a:r>
            <a:r>
              <a:rPr dirty="0" smtClean="0" sz="2400" spc="0" b="1" i="1">
                <a:latin typeface="Arial"/>
                <a:cs typeface="Arial"/>
              </a:rPr>
              <a:t>ed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V</a:t>
            </a:r>
            <a:r>
              <a:rPr dirty="0" smtClean="0" sz="2400" spc="0" b="1" i="1">
                <a:latin typeface="Arial"/>
                <a:cs typeface="Arial"/>
              </a:rPr>
              <a:t>ariable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R</a:t>
            </a:r>
            <a:r>
              <a:rPr dirty="0" smtClean="0" sz="2400" spc="0" b="1" i="1">
                <a:latin typeface="Arial"/>
                <a:cs typeface="Arial"/>
              </a:rPr>
              <a:t>ate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02994" y="3425715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96436" y="4230027"/>
            <a:ext cx="52882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asli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02994" y="4815984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96186" y="5620270"/>
            <a:ext cx="293360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 b="1" i="1">
                <a:latin typeface="Arial"/>
                <a:cs typeface="Arial"/>
              </a:rPr>
              <a:t>C</a:t>
            </a:r>
            <a:r>
              <a:rPr dirty="0" smtClean="0" sz="2400" spc="0" b="1" i="1">
                <a:latin typeface="Arial"/>
                <a:cs typeface="Arial"/>
              </a:rPr>
              <a:t>o</a:t>
            </a:r>
            <a:r>
              <a:rPr dirty="0" smtClean="0" sz="2400" spc="0" b="1" i="1">
                <a:latin typeface="Arial"/>
                <a:cs typeface="Arial"/>
              </a:rPr>
              <a:t>d</a:t>
            </a:r>
            <a:r>
              <a:rPr dirty="0" smtClean="0" sz="2400" spc="0" b="1" i="1">
                <a:latin typeface="Arial"/>
                <a:cs typeface="Arial"/>
              </a:rPr>
              <a:t>e</a:t>
            </a:r>
            <a:r>
              <a:rPr dirty="0" smtClean="0" sz="2400" spc="0" b="1" i="1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),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atau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IS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1</a:t>
            </a:r>
            <a:r>
              <a:rPr dirty="0" smtClean="0" sz="2400" spc="0">
                <a:latin typeface="Arial"/>
                <a:cs typeface="Arial"/>
              </a:rPr>
              <a:t>2</a:t>
            </a:r>
            <a:r>
              <a:rPr dirty="0" smtClean="0" sz="2400" spc="0">
                <a:latin typeface="Arial"/>
                <a:cs typeface="Arial"/>
              </a:rPr>
              <a:t>7,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27344" y="5620270"/>
            <a:ext cx="245739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t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ah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di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u</a:t>
            </a:r>
            <a:r>
              <a:rPr dirty="0" smtClean="0" sz="2400" spc="-1">
                <a:latin typeface="Arial"/>
                <a:cs typeface="Arial"/>
              </a:rPr>
              <a:t>n</a:t>
            </a:r>
            <a:r>
              <a:rPr dirty="0" smtClean="0" sz="2400" spc="-1">
                <a:latin typeface="Arial"/>
                <a:cs typeface="Arial"/>
              </a:rPr>
              <a:t>curka</a:t>
            </a:r>
            <a:r>
              <a:rPr dirty="0" smtClean="0" sz="2400" spc="-1">
                <a:latin typeface="Arial"/>
                <a:cs typeface="Arial"/>
              </a:rPr>
              <a:t>n</a:t>
            </a:r>
            <a:r>
              <a:rPr dirty="0" smtClean="0" sz="2400" spc="-1">
                <a:latin typeface="Arial"/>
                <a:cs typeface="Arial"/>
              </a:rPr>
              <a:t>.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28480" y="6471832"/>
            <a:ext cx="36349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4800" y="1766316"/>
            <a:ext cx="4189476" cy="528827"/>
          </a:xfrm>
          <a:prstGeom prst="rect">
            <a:avLst/>
          </a:prstGeom>
        </p:spPr>
        <p:txBody>
          <a:bodyPr wrap="square" lIns="0" tIns="59054" rIns="0" bIns="0" rtlCol="0">
            <a:noAutofit/>
          </a:bodyPr>
          <a:lstStyle/>
          <a:p>
            <a:pPr marL="91439">
              <a:lnSpc>
                <a:spcPct val="95825"/>
              </a:lnSpc>
            </a:pPr>
            <a:r>
              <a:rPr dirty="0" smtClean="0" sz="2800" spc="0">
                <a:solidFill>
                  <a:srgbClr val="3333CC"/>
                </a:solidFill>
                <a:latin typeface="Arial"/>
                <a:cs typeface="Arial"/>
              </a:rPr>
              <a:t>•</a:t>
            </a:r>
            <a:r>
              <a:rPr dirty="0" smtClean="0" sz="2800" spc="0">
                <a:solidFill>
                  <a:srgbClr val="3333CC"/>
                </a:solidFill>
                <a:latin typeface="Arial"/>
                <a:cs typeface="Arial"/>
              </a:rPr>
              <a:t>    </a:t>
            </a:r>
            <a:r>
              <a:rPr dirty="0" smtClean="0" sz="2800" spc="510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0" b="1" i="1">
                <a:solidFill>
                  <a:srgbClr val="3333CC"/>
                </a:solidFill>
                <a:latin typeface="Arial"/>
                <a:cs typeface="Arial"/>
              </a:rPr>
              <a:t>TIA/</a:t>
            </a:r>
            <a:r>
              <a:rPr dirty="0" smtClean="0" sz="2800" spc="-14" b="1" i="1">
                <a:solidFill>
                  <a:srgbClr val="3333CC"/>
                </a:solidFill>
                <a:latin typeface="Arial"/>
                <a:cs typeface="Arial"/>
              </a:rPr>
              <a:t>E</a:t>
            </a:r>
            <a:r>
              <a:rPr dirty="0" smtClean="0" sz="2800" spc="0" b="1" i="1">
                <a:solidFill>
                  <a:srgbClr val="3333CC"/>
                </a:solidFill>
                <a:latin typeface="Arial"/>
                <a:cs typeface="Arial"/>
              </a:rPr>
              <a:t>IA</a:t>
            </a:r>
            <a:r>
              <a:rPr dirty="0" smtClean="0" sz="2800" spc="4" b="1" i="1">
                <a:solidFill>
                  <a:srgbClr val="3333CC"/>
                </a:solidFill>
                <a:latin typeface="Arial"/>
                <a:cs typeface="Arial"/>
              </a:rPr>
              <a:t>-</a:t>
            </a:r>
            <a:r>
              <a:rPr dirty="0" smtClean="0" sz="2800" spc="0" b="1" i="1">
                <a:solidFill>
                  <a:srgbClr val="3333CC"/>
                </a:solidFill>
                <a:latin typeface="Arial"/>
                <a:cs typeface="Arial"/>
              </a:rPr>
              <a:t>95</a:t>
            </a:r>
            <a:r>
              <a:rPr dirty="0" smtClean="0" sz="2800" spc="760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0" b="1" i="1">
                <a:solidFill>
                  <a:srgbClr val="3333CC"/>
                </a:solidFill>
                <a:latin typeface="Arial"/>
                <a:cs typeface="Arial"/>
              </a:rPr>
              <a:t>CD</a:t>
            </a:r>
            <a:r>
              <a:rPr dirty="0" smtClean="0" sz="2800" spc="-29" b="1" i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800" spc="0" b="1" i="1">
                <a:solidFill>
                  <a:srgbClr val="3333CC"/>
                </a:solidFill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06071" y="993521"/>
            <a:ext cx="11067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697995" y="993521"/>
            <a:ext cx="10864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object 24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914400" y="3657600"/>
            <a:ext cx="8228076" cy="271881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04800" y="775716"/>
            <a:ext cx="3960876" cy="528827"/>
          </a:xfrm>
          <a:custGeom>
            <a:avLst/>
            <a:gdLst/>
            <a:ahLst/>
            <a:cxnLst/>
            <a:rect l="l" t="t" r="r" b="b"/>
            <a:pathLst>
              <a:path w="3960876" h="528827">
                <a:moveTo>
                  <a:pt x="0" y="528827"/>
                </a:moveTo>
                <a:lnTo>
                  <a:pt x="3960876" y="528827"/>
                </a:lnTo>
                <a:lnTo>
                  <a:pt x="3960876" y="0"/>
                </a:lnTo>
                <a:lnTo>
                  <a:pt x="0" y="0"/>
                </a:lnTo>
                <a:lnTo>
                  <a:pt x="0" y="52882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C.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67443" y="159169"/>
            <a:ext cx="541477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67892" y="1369425"/>
            <a:ext cx="263619" cy="279908"/>
          </a:xfrm>
          <a:prstGeom prst="rect">
            <a:avLst/>
          </a:prstGeom>
        </p:spPr>
        <p:txBody>
          <a:bodyPr wrap="square" lIns="0" tIns="13620" rIns="0" bIns="0" rtlCol="0">
            <a:noAutofit/>
          </a:bodyPr>
          <a:lstStyle/>
          <a:p>
            <a:pPr marL="12700">
              <a:lnSpc>
                <a:spcPts val="2145"/>
              </a:lnSpc>
            </a:pPr>
            <a:r>
              <a:rPr dirty="0" smtClean="0" sz="2000">
                <a:latin typeface="Wingdings"/>
                <a:cs typeface="Wingdings"/>
              </a:rPr>
              <a:t></a:t>
            </a:r>
            <a:endParaRPr sz="2000">
              <a:latin typeface="Wingdings"/>
              <a:cs typeface="Wingding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61084" y="1369330"/>
            <a:ext cx="7956513" cy="134708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3">
                <a:latin typeface="Arial"/>
                <a:cs typeface="Arial"/>
              </a:rPr>
              <a:t>Mengg</a:t>
            </a:r>
            <a:r>
              <a:rPr dirty="0" smtClean="0" sz="2000" spc="-3">
                <a:latin typeface="Arial"/>
                <a:cs typeface="Arial"/>
              </a:rPr>
              <a:t>u</a:t>
            </a:r>
            <a:r>
              <a:rPr dirty="0" smtClean="0" sz="2000" spc="-3">
                <a:latin typeface="Arial"/>
                <a:cs typeface="Arial"/>
              </a:rPr>
              <a:t>na</a:t>
            </a:r>
            <a:r>
              <a:rPr dirty="0" smtClean="0" sz="2000" spc="-3">
                <a:latin typeface="Arial"/>
                <a:cs typeface="Arial"/>
              </a:rPr>
              <a:t>k</a:t>
            </a:r>
            <a:r>
              <a:rPr dirty="0" smtClean="0" sz="2000" spc="-3">
                <a:latin typeface="Arial"/>
                <a:cs typeface="Arial"/>
              </a:rPr>
              <a:t>an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 b="1" i="1">
                <a:latin typeface="Arial"/>
                <a:cs typeface="Arial"/>
              </a:rPr>
              <a:t>V</a:t>
            </a:r>
            <a:r>
              <a:rPr dirty="0" smtClean="0" sz="2000" spc="-3" b="1" i="1">
                <a:latin typeface="Arial"/>
                <a:cs typeface="Arial"/>
              </a:rPr>
              <a:t>ec</a:t>
            </a:r>
            <a:r>
              <a:rPr dirty="0" smtClean="0" sz="2000" spc="-3" b="1" i="1">
                <a:latin typeface="Arial"/>
                <a:cs typeface="Arial"/>
              </a:rPr>
              <a:t>t</a:t>
            </a:r>
            <a:r>
              <a:rPr dirty="0" smtClean="0" sz="2000" spc="-3" b="1" i="1">
                <a:latin typeface="Arial"/>
                <a:cs typeface="Arial"/>
              </a:rPr>
              <a:t>or</a:t>
            </a:r>
            <a:r>
              <a:rPr dirty="0" smtClean="0" sz="2000" spc="-3" b="1" i="1">
                <a:latin typeface="Arial"/>
                <a:cs typeface="Arial"/>
              </a:rPr>
              <a:t> </a:t>
            </a:r>
            <a:r>
              <a:rPr dirty="0" smtClean="0" sz="2000" spc="-3" b="1" i="1">
                <a:latin typeface="Arial"/>
                <a:cs typeface="Arial"/>
              </a:rPr>
              <a:t>Sum</a:t>
            </a:r>
            <a:r>
              <a:rPr dirty="0" smtClean="0" sz="2000" spc="-3" b="1" i="1">
                <a:latin typeface="Arial"/>
                <a:cs typeface="Arial"/>
              </a:rPr>
              <a:t> </a:t>
            </a:r>
            <a:r>
              <a:rPr dirty="0" smtClean="0" sz="2000" spc="-3" b="1" i="1">
                <a:latin typeface="Arial"/>
                <a:cs typeface="Arial"/>
              </a:rPr>
              <a:t>E</a:t>
            </a:r>
            <a:r>
              <a:rPr dirty="0" smtClean="0" sz="2000" spc="-3" b="1" i="1">
                <a:latin typeface="Arial"/>
                <a:cs typeface="Arial"/>
              </a:rPr>
              <a:t>xcited</a:t>
            </a:r>
            <a:r>
              <a:rPr dirty="0" smtClean="0" sz="2000" spc="-3" b="1" i="1">
                <a:latin typeface="Arial"/>
                <a:cs typeface="Arial"/>
              </a:rPr>
              <a:t> </a:t>
            </a:r>
            <a:r>
              <a:rPr dirty="0" smtClean="0" sz="2000" spc="-3" b="1" i="1">
                <a:latin typeface="Arial"/>
                <a:cs typeface="Arial"/>
              </a:rPr>
              <a:t>Linear</a:t>
            </a:r>
            <a:r>
              <a:rPr dirty="0" smtClean="0" sz="2000" spc="-3" b="1" i="1">
                <a:latin typeface="Arial"/>
                <a:cs typeface="Arial"/>
              </a:rPr>
              <a:t> </a:t>
            </a:r>
            <a:r>
              <a:rPr dirty="0" smtClean="0" sz="2000" spc="-3" b="1" i="1">
                <a:latin typeface="Arial"/>
                <a:cs typeface="Arial"/>
              </a:rPr>
              <a:t>Pred</a:t>
            </a:r>
            <a:r>
              <a:rPr dirty="0" smtClean="0" sz="2000" spc="-3" b="1" i="1">
                <a:latin typeface="Arial"/>
                <a:cs typeface="Arial"/>
              </a:rPr>
              <a:t>i</a:t>
            </a:r>
            <a:r>
              <a:rPr dirty="0" smtClean="0" sz="2000" spc="-3" b="1" i="1">
                <a:latin typeface="Arial"/>
                <a:cs typeface="Arial"/>
              </a:rPr>
              <a:t>c</a:t>
            </a:r>
            <a:r>
              <a:rPr dirty="0" smtClean="0" sz="2000" spc="-3" b="1" i="1">
                <a:latin typeface="Arial"/>
                <a:cs typeface="Arial"/>
              </a:rPr>
              <a:t>t</a:t>
            </a:r>
            <a:r>
              <a:rPr dirty="0" smtClean="0" sz="2000" spc="-3" b="1" i="1">
                <a:latin typeface="Arial"/>
                <a:cs typeface="Arial"/>
              </a:rPr>
              <a:t>ion</a:t>
            </a:r>
            <a:r>
              <a:rPr dirty="0" smtClean="0" sz="2000" spc="-3" b="1" i="1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(VS</a:t>
            </a:r>
            <a:r>
              <a:rPr dirty="0" smtClean="0" sz="2000" spc="-3">
                <a:latin typeface="Arial"/>
                <a:cs typeface="Arial"/>
              </a:rPr>
              <a:t>E</a:t>
            </a:r>
            <a:r>
              <a:rPr dirty="0" smtClean="0" sz="2000" spc="-3">
                <a:latin typeface="Arial"/>
                <a:cs typeface="Arial"/>
              </a:rPr>
              <a:t>LP)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pada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</a:pP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te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7,95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b</a:t>
            </a:r>
            <a:r>
              <a:rPr dirty="0" smtClean="0" sz="2000" spc="-2">
                <a:latin typeface="Arial"/>
                <a:cs typeface="Arial"/>
              </a:rPr>
              <a:t>ps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303"/>
              </a:spcBef>
            </a:pPr>
            <a:r>
              <a:rPr dirty="0" smtClean="0" sz="2000" spc="-1">
                <a:latin typeface="Arial"/>
                <a:cs typeface="Arial"/>
              </a:rPr>
              <a:t>Algoritma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ini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ditingk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tkan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menjadi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Algebraic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Code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Exc</a:t>
            </a:r>
            <a:r>
              <a:rPr dirty="0" smtClean="0" sz="2000" spc="-1" b="1" i="1">
                <a:latin typeface="Arial"/>
                <a:cs typeface="Arial"/>
              </a:rPr>
              <a:t>i</a:t>
            </a:r>
            <a:r>
              <a:rPr dirty="0" smtClean="0" sz="2000" spc="-1" b="1" i="1">
                <a:latin typeface="Arial"/>
                <a:cs typeface="Arial"/>
              </a:rPr>
              <a:t>t</a:t>
            </a:r>
            <a:r>
              <a:rPr dirty="0" smtClean="0" sz="2000" spc="-1" b="1" i="1">
                <a:latin typeface="Arial"/>
                <a:cs typeface="Arial"/>
              </a:rPr>
              <a:t>e</a:t>
            </a:r>
            <a:r>
              <a:rPr dirty="0" smtClean="0" sz="2000" spc="-1" b="1" i="1">
                <a:latin typeface="Arial"/>
                <a:cs typeface="Arial"/>
              </a:rPr>
              <a:t>d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00"/>
              </a:spcBef>
            </a:pPr>
            <a:r>
              <a:rPr dirty="0" smtClean="0" sz="2000" spc="-4" b="1" i="1">
                <a:latin typeface="Arial"/>
                <a:cs typeface="Arial"/>
              </a:rPr>
              <a:t>Linear</a:t>
            </a:r>
            <a:r>
              <a:rPr dirty="0" smtClean="0" sz="2000" spc="-4" b="1" i="1">
                <a:latin typeface="Arial"/>
                <a:cs typeface="Arial"/>
              </a:rPr>
              <a:t> </a:t>
            </a:r>
            <a:r>
              <a:rPr dirty="0" smtClean="0" sz="2000" spc="-4" b="1" i="1">
                <a:latin typeface="Arial"/>
                <a:cs typeface="Arial"/>
              </a:rPr>
              <a:t>Pred</a:t>
            </a:r>
            <a:r>
              <a:rPr dirty="0" smtClean="0" sz="2000" spc="-4" b="1" i="1">
                <a:latin typeface="Arial"/>
                <a:cs typeface="Arial"/>
              </a:rPr>
              <a:t>i</a:t>
            </a:r>
            <a:r>
              <a:rPr dirty="0" smtClean="0" sz="2000" spc="-4" b="1" i="1">
                <a:latin typeface="Arial"/>
                <a:cs typeface="Arial"/>
              </a:rPr>
              <a:t>c</a:t>
            </a:r>
            <a:r>
              <a:rPr dirty="0" smtClean="0" sz="2000" spc="-4" b="1" i="1">
                <a:latin typeface="Arial"/>
                <a:cs typeface="Arial"/>
              </a:rPr>
              <a:t>t</a:t>
            </a:r>
            <a:r>
              <a:rPr dirty="0" smtClean="0" sz="2000" spc="-4" b="1" i="1">
                <a:latin typeface="Arial"/>
                <a:cs typeface="Arial"/>
              </a:rPr>
              <a:t>ion</a:t>
            </a:r>
            <a:r>
              <a:rPr dirty="0" smtClean="0" sz="2000" spc="-4" b="1" i="1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(ACELP),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atau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I</a:t>
            </a:r>
            <a:r>
              <a:rPr dirty="0" smtClean="0" sz="2000" spc="-4">
                <a:latin typeface="Arial"/>
                <a:cs typeface="Arial"/>
              </a:rPr>
              <a:t>S</a:t>
            </a:r>
            <a:r>
              <a:rPr dirty="0" smtClean="0" sz="2000" spc="-4">
                <a:latin typeface="Arial"/>
                <a:cs typeface="Arial"/>
              </a:rPr>
              <a:t>-</a:t>
            </a:r>
            <a:r>
              <a:rPr dirty="0" smtClean="0" sz="2000" spc="-4">
                <a:latin typeface="Arial"/>
                <a:cs typeface="Arial"/>
              </a:rPr>
              <a:t>641.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ACELP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men</a:t>
            </a:r>
            <a:r>
              <a:rPr dirty="0" smtClean="0" sz="2000" spc="-4">
                <a:latin typeface="Arial"/>
                <a:cs typeface="Arial"/>
              </a:rPr>
              <a:t>g</a:t>
            </a:r>
            <a:r>
              <a:rPr dirty="0" smtClean="0" sz="2000" spc="-4">
                <a:latin typeface="Arial"/>
                <a:cs typeface="Arial"/>
              </a:rPr>
              <a:t>gun</a:t>
            </a:r>
            <a:r>
              <a:rPr dirty="0" smtClean="0" sz="2000" spc="-4">
                <a:latin typeface="Arial"/>
                <a:cs typeface="Arial"/>
              </a:rPr>
              <a:t>a</a:t>
            </a:r>
            <a:r>
              <a:rPr dirty="0" smtClean="0" sz="2000" spc="-4">
                <a:latin typeface="Arial"/>
                <a:cs typeface="Arial"/>
              </a:rPr>
              <a:t>kan</a:t>
            </a:r>
            <a:r>
              <a:rPr dirty="0" smtClean="0" sz="2000" spc="-4">
                <a:latin typeface="Arial"/>
                <a:cs typeface="Arial"/>
              </a:rPr>
              <a:t> </a:t>
            </a:r>
            <a:r>
              <a:rPr dirty="0" smtClean="0" sz="2000" spc="-4">
                <a:latin typeface="Arial"/>
                <a:cs typeface="Arial"/>
              </a:rPr>
              <a:t>r</a:t>
            </a:r>
            <a:r>
              <a:rPr dirty="0" smtClean="0" sz="2000" spc="-4">
                <a:latin typeface="Arial"/>
                <a:cs typeface="Arial"/>
              </a:rPr>
              <a:t>a</a:t>
            </a:r>
            <a:r>
              <a:rPr dirty="0" smtClean="0" sz="2000" spc="-4">
                <a:latin typeface="Arial"/>
                <a:cs typeface="Arial"/>
              </a:rPr>
              <a:t>te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67892" y="2131806"/>
            <a:ext cx="263619" cy="279908"/>
          </a:xfrm>
          <a:prstGeom prst="rect">
            <a:avLst/>
          </a:prstGeom>
        </p:spPr>
        <p:txBody>
          <a:bodyPr wrap="square" lIns="0" tIns="13620" rIns="0" bIns="0" rtlCol="0">
            <a:noAutofit/>
          </a:bodyPr>
          <a:lstStyle/>
          <a:p>
            <a:pPr marL="12700">
              <a:lnSpc>
                <a:spcPts val="2145"/>
              </a:lnSpc>
            </a:pPr>
            <a:r>
              <a:rPr dirty="0" smtClean="0" sz="2000">
                <a:latin typeface="Wingdings"/>
                <a:cs typeface="Wingdings"/>
              </a:rPr>
              <a:t></a:t>
            </a:r>
            <a:endParaRPr sz="2000">
              <a:latin typeface="Wingdings"/>
              <a:cs typeface="Wingding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61084" y="2741311"/>
            <a:ext cx="3678098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lebih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re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dah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7,4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b</a:t>
            </a:r>
            <a:r>
              <a:rPr dirty="0" smtClean="0" sz="2000" spc="-1">
                <a:latin typeface="Arial"/>
                <a:cs typeface="Arial"/>
              </a:rPr>
              <a:t>p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,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842034" y="2741311"/>
            <a:ext cx="1097642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s</a:t>
            </a:r>
            <a:r>
              <a:rPr dirty="0" smtClean="0" sz="2000" spc="1">
                <a:latin typeface="Arial"/>
                <a:cs typeface="Arial"/>
              </a:rPr>
              <a:t>e</a:t>
            </a:r>
            <a:r>
              <a:rPr dirty="0" smtClean="0" sz="2000" spc="1">
                <a:latin typeface="Arial"/>
                <a:cs typeface="Arial"/>
              </a:rPr>
              <a:t>hing</a:t>
            </a:r>
            <a:r>
              <a:rPr dirty="0" smtClean="0" sz="2000" spc="1">
                <a:latin typeface="Arial"/>
                <a:cs typeface="Arial"/>
              </a:rPr>
              <a:t>g</a:t>
            </a:r>
            <a:r>
              <a:rPr dirty="0" smtClean="0" sz="2000" spc="1">
                <a:latin typeface="Arial"/>
                <a:cs typeface="Arial"/>
              </a:rPr>
              <a:t>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943290" y="2741311"/>
            <a:ext cx="105412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membe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i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999243" y="2741311"/>
            <a:ext cx="1224387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ban</a:t>
            </a: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width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29026" y="2741311"/>
            <a:ext cx="61534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yang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49262" y="2741311"/>
            <a:ext cx="601097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lebih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61084" y="3046111"/>
            <a:ext cx="701118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be</a:t>
            </a:r>
            <a:r>
              <a:rPr dirty="0" smtClean="0" sz="2000" spc="1">
                <a:latin typeface="Arial"/>
                <a:cs typeface="Arial"/>
              </a:rPr>
              <a:t>s</a:t>
            </a:r>
            <a:r>
              <a:rPr dirty="0" smtClean="0" sz="2000" spc="1">
                <a:latin typeface="Arial"/>
                <a:cs typeface="Arial"/>
              </a:rPr>
              <a:t>ar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64544" y="3046111"/>
            <a:ext cx="544596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bagi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16318" y="3046111"/>
            <a:ext cx="956390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c</a:t>
            </a:r>
            <a:r>
              <a:rPr dirty="0" smtClean="0" sz="2000" spc="1">
                <a:latin typeface="Arial"/>
                <a:cs typeface="Arial"/>
              </a:rPr>
              <a:t>h</a:t>
            </a:r>
            <a:r>
              <a:rPr dirty="0" smtClean="0" sz="2000" spc="1">
                <a:latin typeface="Arial"/>
                <a:cs typeface="Arial"/>
              </a:rPr>
              <a:t>ann</a:t>
            </a:r>
            <a:r>
              <a:rPr dirty="0" smtClean="0" sz="2000" spc="1">
                <a:latin typeface="Arial"/>
                <a:cs typeface="Arial"/>
              </a:rPr>
              <a:t>e</a:t>
            </a:r>
            <a:r>
              <a:rPr dirty="0" smtClean="0" sz="2000" spc="1">
                <a:latin typeface="Arial"/>
                <a:cs typeface="Arial"/>
              </a:rPr>
              <a:t>l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76067" y="3046111"/>
            <a:ext cx="88487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0">
                <a:latin typeface="Arial"/>
                <a:cs typeface="Arial"/>
              </a:rPr>
              <a:t>o</a:t>
            </a:r>
            <a:r>
              <a:rPr dirty="0" smtClean="0" sz="2000" spc="0">
                <a:latin typeface="Arial"/>
                <a:cs typeface="Arial"/>
              </a:rPr>
              <a:t>ding.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217359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03297" y="6471832"/>
            <a:ext cx="371372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77248" y="6471832"/>
            <a:ext cx="31516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04800" y="775716"/>
            <a:ext cx="3960876" cy="528827"/>
          </a:xfrm>
          <a:prstGeom prst="rect">
            <a:avLst/>
          </a:prstGeom>
        </p:spPr>
        <p:txBody>
          <a:bodyPr wrap="square" lIns="0" tIns="59054" rIns="0" bIns="0" rtlCol="0">
            <a:noAutofit/>
          </a:bodyPr>
          <a:lstStyle/>
          <a:p>
            <a:pPr marL="91439">
              <a:lnSpc>
                <a:spcPct val="95825"/>
              </a:lnSpc>
            </a:pPr>
            <a:r>
              <a:rPr dirty="0" smtClean="0" sz="2800" spc="66">
                <a:solidFill>
                  <a:srgbClr val="3333CC"/>
                </a:solidFill>
                <a:latin typeface="Arial"/>
                <a:cs typeface="Arial"/>
              </a:rPr>
              <a:t>•</a:t>
            </a:r>
            <a:r>
              <a:rPr dirty="0" smtClean="0" sz="2800" spc="66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66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TIA/E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A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-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1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3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6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TD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800" spc="66" b="1" i="1">
                <a:solidFill>
                  <a:srgbClr val="3333CC"/>
                </a:solidFill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bject 1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04800" y="792480"/>
            <a:ext cx="8685276" cy="588263"/>
          </a:xfrm>
          <a:custGeom>
            <a:avLst/>
            <a:gdLst/>
            <a:ahLst/>
            <a:cxnLst/>
            <a:rect l="l" t="t" r="r" b="b"/>
            <a:pathLst>
              <a:path w="8685276" h="588263">
                <a:moveTo>
                  <a:pt x="0" y="588263"/>
                </a:moveTo>
                <a:lnTo>
                  <a:pt x="8685276" y="588263"/>
                </a:lnTo>
                <a:lnTo>
                  <a:pt x="8685276" y="0"/>
                </a:lnTo>
                <a:lnTo>
                  <a:pt x="0" y="0"/>
                </a:lnTo>
                <a:lnTo>
                  <a:pt x="0" y="58826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C.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7443" y="159169"/>
            <a:ext cx="541477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67892" y="1493283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1084" y="1493170"/>
            <a:ext cx="8289068" cy="2708275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39873">
              <a:lnSpc>
                <a:spcPts val="2555"/>
              </a:lnSpc>
            </a:pPr>
            <a:r>
              <a:rPr dirty="0" smtClean="0" sz="2400" spc="-3">
                <a:latin typeface="Arial"/>
                <a:cs typeface="Arial"/>
              </a:rPr>
              <a:t>Menggu</a:t>
            </a:r>
            <a:r>
              <a:rPr dirty="0" smtClean="0" sz="2400" spc="-3">
                <a:latin typeface="Arial"/>
                <a:cs typeface="Arial"/>
              </a:rPr>
              <a:t>n</a:t>
            </a:r>
            <a:r>
              <a:rPr dirty="0" smtClean="0" sz="2400" spc="-3">
                <a:latin typeface="Arial"/>
                <a:cs typeface="Arial"/>
              </a:rPr>
              <a:t>akan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R</a:t>
            </a:r>
            <a:r>
              <a:rPr dirty="0" smtClean="0" sz="2400" spc="-3" b="1">
                <a:latin typeface="Arial"/>
                <a:cs typeface="Arial"/>
              </a:rPr>
              <a:t>e</a:t>
            </a:r>
            <a:r>
              <a:rPr dirty="0" smtClean="0" sz="2400" spc="-3" b="1">
                <a:latin typeface="Arial"/>
                <a:cs typeface="Arial"/>
              </a:rPr>
              <a:t>gular</a:t>
            </a:r>
            <a:r>
              <a:rPr dirty="0" smtClean="0" sz="2400" spc="-3" b="1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Pulse</a:t>
            </a:r>
            <a:r>
              <a:rPr dirty="0" smtClean="0" sz="2400" spc="-3" b="1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Excitat</a:t>
            </a:r>
            <a:r>
              <a:rPr dirty="0" smtClean="0" sz="2400" spc="-3" b="1">
                <a:latin typeface="Arial"/>
                <a:cs typeface="Arial"/>
              </a:rPr>
              <a:t>i</a:t>
            </a:r>
            <a:r>
              <a:rPr dirty="0" smtClean="0" sz="2400" spc="-3" b="1">
                <a:latin typeface="Arial"/>
                <a:cs typeface="Arial"/>
              </a:rPr>
              <a:t>on</a:t>
            </a:r>
            <a:r>
              <a:rPr dirty="0" smtClean="0" sz="2400" spc="-3" b="1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–</a:t>
            </a:r>
            <a:r>
              <a:rPr dirty="0" smtClean="0" sz="2400" spc="-3" b="1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Long</a:t>
            </a:r>
            <a:r>
              <a:rPr dirty="0" smtClean="0" sz="2400" spc="-3" b="1">
                <a:latin typeface="Arial"/>
                <a:cs typeface="Arial"/>
              </a:rPr>
              <a:t> </a:t>
            </a:r>
            <a:r>
              <a:rPr dirty="0" smtClean="0" sz="2400" spc="-3" b="1">
                <a:latin typeface="Arial"/>
                <a:cs typeface="Arial"/>
              </a:rPr>
              <a:t>T</a:t>
            </a:r>
            <a:r>
              <a:rPr dirty="0" smtClean="0" sz="2400" spc="-3" b="1">
                <a:latin typeface="Arial"/>
                <a:cs typeface="Arial"/>
              </a:rPr>
              <a:t>erm</a:t>
            </a:r>
            <a:endParaRPr sz="2400">
              <a:latin typeface="Arial"/>
              <a:cs typeface="Arial"/>
            </a:endParaRPr>
          </a:p>
          <a:p>
            <a:pPr marL="12700" marR="39873">
              <a:lnSpc>
                <a:spcPct val="95825"/>
              </a:lnSpc>
            </a:pPr>
            <a:r>
              <a:rPr dirty="0" smtClean="0" sz="2400" spc="-4" b="1">
                <a:latin typeface="Arial"/>
                <a:cs typeface="Arial"/>
              </a:rPr>
              <a:t>Pr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diction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(R</a:t>
            </a: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-</a:t>
            </a:r>
            <a:r>
              <a:rPr dirty="0" smtClean="0" sz="2400" spc="-4" b="1">
                <a:latin typeface="Arial"/>
                <a:cs typeface="Arial"/>
              </a:rPr>
              <a:t>L</a:t>
            </a:r>
            <a:r>
              <a:rPr dirty="0" smtClean="0" sz="2400" spc="-4" b="1">
                <a:latin typeface="Arial"/>
                <a:cs typeface="Arial"/>
              </a:rPr>
              <a:t>TP)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p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-4">
                <a:latin typeface="Arial"/>
                <a:cs typeface="Arial"/>
              </a:rPr>
              <a:t>da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13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kbps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u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-4">
                <a:latin typeface="Arial"/>
                <a:cs typeface="Arial"/>
              </a:rPr>
              <a:t>tuk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full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rate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100041"/>
              </a:lnSpc>
              <a:spcBef>
                <a:spcPts val="1563"/>
              </a:spcBef>
            </a:pPr>
            <a:r>
              <a:rPr dirty="0" smtClean="0" sz="2400">
                <a:latin typeface="Arial"/>
                <a:cs typeface="Arial"/>
              </a:rPr>
              <a:t>GSM</a:t>
            </a:r>
            <a:r>
              <a:rPr dirty="0" smtClean="0" sz="2400" spc="-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ge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erasi</a:t>
            </a:r>
            <a:r>
              <a:rPr dirty="0" smtClean="0" sz="2400" spc="2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sekarang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menggu</a:t>
            </a:r>
            <a:r>
              <a:rPr dirty="0" smtClean="0" sz="2400" spc="-9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akan</a:t>
            </a:r>
            <a:r>
              <a:rPr dirty="0" smtClean="0" sz="2400" spc="50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En</a:t>
            </a:r>
            <a:r>
              <a:rPr dirty="0" smtClean="0" sz="2400" spc="-9" b="1" i="1">
                <a:latin typeface="Arial"/>
                <a:cs typeface="Arial"/>
              </a:rPr>
              <a:t>h</a:t>
            </a:r>
            <a:r>
              <a:rPr dirty="0" smtClean="0" sz="2400" spc="0" b="1" i="1">
                <a:latin typeface="Arial"/>
                <a:cs typeface="Arial"/>
              </a:rPr>
              <a:t>an</a:t>
            </a:r>
            <a:r>
              <a:rPr dirty="0" smtClean="0" sz="2400" spc="-4" b="1" i="1">
                <a:latin typeface="Arial"/>
                <a:cs typeface="Arial"/>
              </a:rPr>
              <a:t>c</a:t>
            </a:r>
            <a:r>
              <a:rPr dirty="0" smtClean="0" sz="2400" spc="0" b="1" i="1">
                <a:latin typeface="Arial"/>
                <a:cs typeface="Arial"/>
              </a:rPr>
              <a:t>ed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Full</a:t>
            </a:r>
            <a:r>
              <a:rPr dirty="0" smtClean="0" sz="2400" spc="-24" b="1" i="1">
                <a:latin typeface="Arial"/>
                <a:cs typeface="Arial"/>
              </a:rPr>
              <a:t> </a:t>
            </a:r>
            <a:r>
              <a:rPr dirty="0" smtClean="0" sz="2400" spc="0" b="1" i="1">
                <a:latin typeface="Arial"/>
                <a:cs typeface="Arial"/>
              </a:rPr>
              <a:t>R</a:t>
            </a:r>
            <a:r>
              <a:rPr dirty="0" smtClean="0" sz="2400" spc="-4" b="1" i="1">
                <a:latin typeface="Arial"/>
                <a:cs typeface="Arial"/>
              </a:rPr>
              <a:t>a</a:t>
            </a:r>
            <a:r>
              <a:rPr dirty="0" smtClean="0" sz="2400" spc="0" b="1" i="1">
                <a:latin typeface="Arial"/>
                <a:cs typeface="Arial"/>
              </a:rPr>
              <a:t>te</a:t>
            </a:r>
            <a:r>
              <a:rPr dirty="0" smtClean="0" sz="2400" spc="0" b="1" i="1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(EF</a:t>
            </a:r>
            <a:r>
              <a:rPr dirty="0" smtClean="0" sz="2400" spc="-4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)</a:t>
            </a:r>
            <a:r>
              <a:rPr dirty="0" smtClean="0" sz="2400" spc="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berb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sis</a:t>
            </a:r>
            <a:r>
              <a:rPr dirty="0" smtClean="0" sz="2400" spc="2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1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vocod</a:t>
            </a:r>
            <a:r>
              <a:rPr dirty="0" smtClean="0" sz="2400" spc="-9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-1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-9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-4">
                <a:latin typeface="Arial"/>
                <a:cs typeface="Arial"/>
              </a:rPr>
              <a:t>L</a:t>
            </a:r>
            <a:r>
              <a:rPr dirty="0" smtClean="0" sz="2400" spc="-314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.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pat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</a:t>
            </a:r>
            <a:r>
              <a:rPr dirty="0" smtClean="0" sz="2400" spc="-4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runk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2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rate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-9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-9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25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1</a:t>
            </a:r>
            <a:r>
              <a:rPr dirty="0" smtClean="0" sz="2400" spc="-4">
                <a:latin typeface="Arial"/>
                <a:cs typeface="Arial"/>
              </a:rPr>
              <a:t>2</a:t>
            </a:r>
            <a:r>
              <a:rPr dirty="0" smtClean="0" sz="2400" spc="0">
                <a:latin typeface="Arial"/>
                <a:cs typeface="Arial"/>
              </a:rPr>
              <a:t>,2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kbps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se</a:t>
            </a:r>
            <a:r>
              <a:rPr dirty="0" smtClean="0" sz="2400" spc="-9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-9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3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memberi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-4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stra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ba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-4">
                <a:latin typeface="Arial"/>
                <a:cs typeface="Arial"/>
              </a:rPr>
              <a:t>w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-4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th</a:t>
            </a:r>
            <a:r>
              <a:rPr dirty="0" smtClean="0" sz="2400" spc="4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pa</a:t>
            </a:r>
            <a:r>
              <a:rPr dirty="0" smtClean="0" sz="2400" spc="-4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1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chan</a:t>
            </a:r>
            <a:r>
              <a:rPr dirty="0" smtClean="0" sz="2400" spc="-9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el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cod</a:t>
            </a:r>
            <a:r>
              <a:rPr dirty="0" smtClean="0" sz="2400" spc="-9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ng</a:t>
            </a:r>
            <a:r>
              <a:rPr dirty="0" smtClean="0" sz="2400" spc="39">
                <a:latin typeface="Arial"/>
                <a:cs typeface="Arial"/>
              </a:rPr>
              <a:t> </a:t>
            </a:r>
            <a:r>
              <a:rPr dirty="0" smtClean="0" sz="2400" spc="0">
                <a:latin typeface="Wingdings"/>
                <a:cs typeface="Wingdings"/>
              </a:rPr>
              <a:t></a:t>
            </a:r>
            <a:r>
              <a:rPr dirty="0" smtClean="0" sz="2400" spc="59">
                <a:latin typeface="Times New Roman"/>
                <a:cs typeface="Times New Roman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kua</a:t>
            </a:r>
            <a:r>
              <a:rPr dirty="0" smtClean="0" sz="2400" spc="-9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itas</a:t>
            </a:r>
            <a:r>
              <a:rPr dirty="0" smtClean="0" sz="2400" spc="1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akan</a:t>
            </a:r>
            <a:r>
              <a:rPr dirty="0" smtClean="0" sz="2400" spc="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</a:t>
            </a:r>
            <a:r>
              <a:rPr dirty="0" smtClean="0" sz="2400" spc="4">
                <a:latin typeface="Arial"/>
                <a:cs typeface="Arial"/>
              </a:rPr>
              <a:t>j</a:t>
            </a:r>
            <a:r>
              <a:rPr dirty="0" smtClean="0" sz="2400" spc="0">
                <a:latin typeface="Arial"/>
                <a:cs typeface="Arial"/>
              </a:rPr>
              <a:t>adi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-4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-4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25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ba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us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67892" y="2408064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67892" y="4419998"/>
            <a:ext cx="310692" cy="330200"/>
          </a:xfrm>
          <a:prstGeom prst="rect">
            <a:avLst/>
          </a:prstGeom>
        </p:spPr>
        <p:txBody>
          <a:bodyPr wrap="square" lIns="0" tIns="16192" rIns="0" bIns="0" rtlCol="0">
            <a:noAutofit/>
          </a:bodyPr>
          <a:lstStyle/>
          <a:p>
            <a:pPr marL="12700">
              <a:lnSpc>
                <a:spcPts val="2550"/>
              </a:lnSpc>
            </a:pPr>
            <a:r>
              <a:rPr dirty="0" smtClean="0" sz="2400">
                <a:latin typeface="Wingdings"/>
                <a:cs typeface="Wingdings"/>
              </a:rPr>
              <a:t>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44904" y="4419885"/>
            <a:ext cx="4917465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se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riset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saat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ini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mengen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i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65926" y="4419885"/>
            <a:ext cx="271038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 i="1">
                <a:latin typeface="Arial"/>
                <a:cs typeface="Arial"/>
              </a:rPr>
              <a:t>A</a:t>
            </a:r>
            <a:r>
              <a:rPr dirty="0" smtClean="0" sz="2400" spc="-1" b="1" i="1">
                <a:latin typeface="Arial"/>
                <a:cs typeface="Arial"/>
              </a:rPr>
              <a:t>d</a:t>
            </a:r>
            <a:r>
              <a:rPr dirty="0" smtClean="0" sz="2400" spc="-1" b="1" i="1">
                <a:latin typeface="Arial"/>
                <a:cs typeface="Arial"/>
              </a:rPr>
              <a:t>aptive</a:t>
            </a:r>
            <a:r>
              <a:rPr dirty="0" smtClean="0" sz="2400" spc="-1" b="1" i="1">
                <a:latin typeface="Arial"/>
                <a:cs typeface="Arial"/>
              </a:rPr>
              <a:t> </a:t>
            </a:r>
            <a:r>
              <a:rPr dirty="0" smtClean="0" sz="2400" spc="-1" b="1" i="1">
                <a:latin typeface="Arial"/>
                <a:cs typeface="Arial"/>
              </a:rPr>
              <a:t>M</a:t>
            </a:r>
            <a:r>
              <a:rPr dirty="0" smtClean="0" sz="2400" spc="-1" b="1" i="1">
                <a:latin typeface="Arial"/>
                <a:cs typeface="Arial"/>
              </a:rPr>
              <a:t>ul</a:t>
            </a:r>
            <a:r>
              <a:rPr dirty="0" smtClean="0" sz="2400" spc="-1" b="1" i="1">
                <a:latin typeface="Arial"/>
                <a:cs typeface="Arial"/>
              </a:rPr>
              <a:t>t</a:t>
            </a:r>
            <a:r>
              <a:rPr dirty="0" smtClean="0" sz="2400" spc="-1" b="1" i="1">
                <a:latin typeface="Arial"/>
                <a:cs typeface="Arial"/>
              </a:rPr>
              <a:t>ira</a:t>
            </a:r>
            <a:r>
              <a:rPr dirty="0" smtClean="0" sz="2400" spc="-1" b="1" i="1">
                <a:latin typeface="Arial"/>
                <a:cs typeface="Arial"/>
              </a:rPr>
              <a:t>t</a:t>
            </a:r>
            <a:r>
              <a:rPr dirty="0" smtClean="0" sz="2400" spc="-1" b="1" i="1">
                <a:latin typeface="Arial"/>
                <a:cs typeface="Arial"/>
              </a:rPr>
              <a:t>e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61084" y="4785398"/>
            <a:ext cx="8371683" cy="142805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39873">
              <a:lnSpc>
                <a:spcPts val="2555"/>
              </a:lnSpc>
            </a:pPr>
            <a:r>
              <a:rPr dirty="0" smtClean="0" sz="2400" spc="-3" b="1" i="1">
                <a:latin typeface="Arial"/>
                <a:cs typeface="Arial"/>
              </a:rPr>
              <a:t>C</a:t>
            </a:r>
            <a:r>
              <a:rPr dirty="0" smtClean="0" sz="2400" spc="-3" b="1" i="1">
                <a:latin typeface="Arial"/>
                <a:cs typeface="Arial"/>
              </a:rPr>
              <a:t>o</a:t>
            </a:r>
            <a:r>
              <a:rPr dirty="0" smtClean="0" sz="2400" spc="-3" b="1" i="1">
                <a:latin typeface="Arial"/>
                <a:cs typeface="Arial"/>
              </a:rPr>
              <a:t>d</a:t>
            </a:r>
            <a:r>
              <a:rPr dirty="0" smtClean="0" sz="2400" spc="-3" b="1" i="1">
                <a:latin typeface="Arial"/>
                <a:cs typeface="Arial"/>
              </a:rPr>
              <a:t>e</a:t>
            </a:r>
            <a:r>
              <a:rPr dirty="0" smtClean="0" sz="2400" spc="-3" b="1" i="1">
                <a:latin typeface="Arial"/>
                <a:cs typeface="Arial"/>
              </a:rPr>
              <a:t>c</a:t>
            </a:r>
            <a:r>
              <a:rPr dirty="0" smtClean="0" sz="2400" spc="-3" b="1" i="1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(AMR).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AMR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akan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memberi</a:t>
            </a:r>
            <a:r>
              <a:rPr dirty="0" smtClean="0" sz="2400" spc="-3">
                <a:latin typeface="Arial"/>
                <a:cs typeface="Arial"/>
              </a:rPr>
              <a:t>k</a:t>
            </a:r>
            <a:r>
              <a:rPr dirty="0" smtClean="0" sz="2400" spc="-3">
                <a:latin typeface="Arial"/>
                <a:cs typeface="Arial"/>
              </a:rPr>
              <a:t>an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rate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p</a:t>
            </a:r>
            <a:r>
              <a:rPr dirty="0" smtClean="0" sz="2400" spc="-3">
                <a:latin typeface="Arial"/>
                <a:cs typeface="Arial"/>
              </a:rPr>
              <a:t>e</a:t>
            </a:r>
            <a:r>
              <a:rPr dirty="0" smtClean="0" sz="2400" spc="-3">
                <a:latin typeface="Arial"/>
                <a:cs typeface="Arial"/>
              </a:rPr>
              <a:t>n</a:t>
            </a:r>
            <a:r>
              <a:rPr dirty="0" smtClean="0" sz="2400" spc="-3">
                <a:latin typeface="Arial"/>
                <a:cs typeface="Arial"/>
              </a:rPr>
              <a:t>gk</a:t>
            </a:r>
            <a:r>
              <a:rPr dirty="0" smtClean="0" sz="2400" spc="-3">
                <a:latin typeface="Arial"/>
                <a:cs typeface="Arial"/>
              </a:rPr>
              <a:t>o</a:t>
            </a:r>
            <a:r>
              <a:rPr dirty="0" smtClean="0" sz="2400" spc="-3">
                <a:latin typeface="Arial"/>
                <a:cs typeface="Arial"/>
              </a:rPr>
              <a:t>d</a:t>
            </a:r>
            <a:r>
              <a:rPr dirty="0" smtClean="0" sz="2400" spc="-3">
                <a:latin typeface="Arial"/>
                <a:cs typeface="Arial"/>
              </a:rPr>
              <a:t>e</a:t>
            </a:r>
            <a:r>
              <a:rPr dirty="0" smtClean="0" sz="2400" spc="-3">
                <a:latin typeface="Arial"/>
                <a:cs typeface="Arial"/>
              </a:rPr>
              <a:t>an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9945"/>
              </a:lnSpc>
            </a:pPr>
            <a:r>
              <a:rPr dirty="0" smtClean="0" sz="2400">
                <a:latin typeface="Arial"/>
                <a:cs typeface="Arial"/>
              </a:rPr>
              <a:t>yang</a:t>
            </a:r>
            <a:r>
              <a:rPr dirty="0" smtClean="0" sz="2400" spc="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variab</a:t>
            </a:r>
            <a:r>
              <a:rPr dirty="0" smtClean="0" sz="2400" spc="-9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2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te</a:t>
            </a:r>
            <a:r>
              <a:rPr dirty="0" smtClean="0" sz="2400" spc="4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ga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tung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karak</a:t>
            </a:r>
            <a:r>
              <a:rPr dirty="0" smtClean="0" sz="2400" spc="4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eristik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informasi,</a:t>
            </a:r>
            <a:r>
              <a:rPr dirty="0" smtClean="0" sz="2400" spc="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seh</a:t>
            </a:r>
            <a:r>
              <a:rPr dirty="0" smtClean="0" sz="2400" spc="-9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ng</a:t>
            </a:r>
            <a:r>
              <a:rPr dirty="0" smtClean="0" sz="2400" spc="-4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kompressi</a:t>
            </a:r>
            <a:r>
              <a:rPr dirty="0" smtClean="0" sz="2400" spc="1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</a:t>
            </a:r>
            <a:r>
              <a:rPr dirty="0" smtClean="0" sz="2400" spc="4">
                <a:latin typeface="Arial"/>
                <a:cs typeface="Arial"/>
              </a:rPr>
              <a:t>j</a:t>
            </a:r>
            <a:r>
              <a:rPr dirty="0" smtClean="0" sz="2400" spc="0">
                <a:latin typeface="Arial"/>
                <a:cs typeface="Arial"/>
              </a:rPr>
              <a:t>adi</a:t>
            </a:r>
            <a:r>
              <a:rPr dirty="0" smtClean="0" sz="2400" spc="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-4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-4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25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efektif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dan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dikl</a:t>
            </a:r>
            <a:r>
              <a:rPr dirty="0" smtClean="0" sz="2400" spc="-9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im</a:t>
            </a:r>
            <a:r>
              <a:rPr dirty="0" smtClean="0" sz="2400" spc="2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akan</a:t>
            </a:r>
            <a:r>
              <a:rPr dirty="0" smtClean="0" sz="2400" spc="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</a:t>
            </a:r>
            <a:r>
              <a:rPr dirty="0" smtClean="0" sz="2400" spc="4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berikan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pe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-4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gkatan</a:t>
            </a:r>
            <a:r>
              <a:rPr dirty="0" smtClean="0" sz="2400" spc="3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kapas</a:t>
            </a:r>
            <a:r>
              <a:rPr dirty="0" smtClean="0" sz="2400" spc="-9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tas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5</a:t>
            </a:r>
            <a:r>
              <a:rPr dirty="0" smtClean="0" sz="2400" spc="4">
                <a:latin typeface="Arial"/>
                <a:cs typeface="Arial"/>
              </a:rPr>
              <a:t>0</a:t>
            </a:r>
            <a:r>
              <a:rPr dirty="0" smtClean="0" sz="2400" spc="4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100%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45244" y="6471832"/>
            <a:ext cx="34641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04800" y="792480"/>
            <a:ext cx="8685276" cy="588263"/>
          </a:xfrm>
          <a:prstGeom prst="rect">
            <a:avLst/>
          </a:prstGeom>
        </p:spPr>
        <p:txBody>
          <a:bodyPr wrap="square" lIns="0" tIns="59055" rIns="0" bIns="0" rtlCol="0">
            <a:noAutofit/>
          </a:bodyPr>
          <a:lstStyle/>
          <a:p>
            <a:pPr marL="91439">
              <a:lnSpc>
                <a:spcPct val="95825"/>
              </a:lnSpc>
            </a:pPr>
            <a:r>
              <a:rPr dirty="0" smtClean="0" sz="3200" spc="3">
                <a:solidFill>
                  <a:srgbClr val="3333CC"/>
                </a:solidFill>
                <a:latin typeface="Arial"/>
                <a:cs typeface="Arial"/>
              </a:rPr>
              <a:t>•</a:t>
            </a:r>
            <a:r>
              <a:rPr dirty="0" smtClean="0" sz="3200" spc="3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3200" spc="3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3200" spc="3" b="1">
                <a:solidFill>
                  <a:srgbClr val="3333CC"/>
                </a:solidFill>
                <a:latin typeface="Arial"/>
                <a:cs typeface="Arial"/>
              </a:rPr>
              <a:t>GSM</a:t>
            </a:r>
            <a:r>
              <a:rPr dirty="0" smtClean="0" sz="3200" spc="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400" spc="3" b="1">
                <a:solidFill>
                  <a:srgbClr val="3333CC"/>
                </a:solidFill>
                <a:latin typeface="Arial"/>
                <a:cs typeface="Arial"/>
              </a:rPr>
              <a:t>(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G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l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obal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S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y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stem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for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obile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C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o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mmunicat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o</a:t>
            </a:r>
            <a:r>
              <a:rPr dirty="0" smtClean="0" sz="2400" spc="3" b="1" i="1">
                <a:solidFill>
                  <a:srgbClr val="3333CC"/>
                </a:solidFill>
                <a:latin typeface="Arial"/>
                <a:cs typeface="Arial"/>
              </a:rPr>
              <a:t>n</a:t>
            </a:r>
            <a:r>
              <a:rPr dirty="0" smtClean="0" sz="2400" spc="3" b="1">
                <a:solidFill>
                  <a:srgbClr val="3333CC"/>
                </a:solidFill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457200" y="1371600"/>
            <a:ext cx="8991600" cy="317601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78740" y="159169"/>
            <a:ext cx="580347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C.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83540" y="944036"/>
            <a:ext cx="5014414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GSM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RP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E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-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L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TP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S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p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e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e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ch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Co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d</a:t>
            </a:r>
            <a:r>
              <a:rPr dirty="0" smtClean="0" sz="2800" spc="-19" b="1" i="1" u="heavy">
                <a:solidFill>
                  <a:srgbClr val="3333CC"/>
                </a:solidFill>
                <a:latin typeface="Arial"/>
                <a:cs typeface="Arial"/>
              </a:rPr>
              <a:t>ec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2140" y="4655858"/>
            <a:ext cx="4833924" cy="106229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45720">
              <a:lnSpc>
                <a:spcPts val="2555"/>
              </a:lnSpc>
            </a:pPr>
            <a:r>
              <a:rPr dirty="0" smtClean="0" sz="2400" spc="0" b="1" u="heavy">
                <a:latin typeface="Arial"/>
                <a:cs typeface="Arial"/>
              </a:rPr>
              <a:t>C</a:t>
            </a:r>
            <a:r>
              <a:rPr dirty="0" smtClean="0" sz="2400" spc="0" b="1" u="heavy">
                <a:latin typeface="Arial"/>
                <a:cs typeface="Arial"/>
              </a:rPr>
              <a:t>a</a:t>
            </a:r>
            <a:r>
              <a:rPr dirty="0" smtClean="0" sz="2400" spc="0" b="1" u="heavy">
                <a:latin typeface="Arial"/>
                <a:cs typeface="Arial"/>
              </a:rPr>
              <a:t>tatan:</a:t>
            </a:r>
            <a:r>
              <a:rPr dirty="0" smtClean="0" sz="2400" spc="0" b="1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co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mel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ti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te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po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asi,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filter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owp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ss,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converter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  <a:spcBef>
                <a:spcPts val="120"/>
              </a:spcBef>
            </a:pPr>
            <a:r>
              <a:rPr dirty="0" smtClean="0" sz="2400" spc="-5">
                <a:latin typeface="Arial"/>
                <a:cs typeface="Arial"/>
              </a:rPr>
              <a:t>13</a:t>
            </a:r>
            <a:r>
              <a:rPr dirty="0" smtClean="0" sz="2400" spc="-5">
                <a:latin typeface="Arial"/>
                <a:cs typeface="Arial"/>
              </a:rPr>
              <a:t>-</a:t>
            </a:r>
            <a:r>
              <a:rPr dirty="0" smtClean="0" sz="2400" spc="-5">
                <a:latin typeface="Arial"/>
                <a:cs typeface="Arial"/>
              </a:rPr>
              <a:t>8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bit,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dan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tidak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te</a:t>
            </a:r>
            <a:r>
              <a:rPr dirty="0" smtClean="0" sz="2400" spc="-5">
                <a:latin typeface="Arial"/>
                <a:cs typeface="Arial"/>
              </a:rPr>
              <a:t>r</a:t>
            </a:r>
            <a:r>
              <a:rPr dirty="0" smtClean="0" sz="2400" spc="-5">
                <a:latin typeface="Arial"/>
                <a:cs typeface="Arial"/>
              </a:rPr>
              <a:t>masuk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V</a:t>
            </a:r>
            <a:r>
              <a:rPr dirty="0" smtClean="0" sz="2400" spc="-5">
                <a:latin typeface="Arial"/>
                <a:cs typeface="Arial"/>
              </a:rPr>
              <a:t>AD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45244" y="6471832"/>
            <a:ext cx="345968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05139" y="1104773"/>
            <a:ext cx="9907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796278" y="1104773"/>
            <a:ext cx="8699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146338" y="1104773"/>
            <a:ext cx="10191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C.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7443" y="159169"/>
            <a:ext cx="541477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S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ara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9740" y="779240"/>
            <a:ext cx="6141634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oco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d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er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Quality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M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s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ure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m</a:t>
            </a:r>
            <a:r>
              <a:rPr dirty="0" smtClean="0" sz="3200" spc="-7" b="1" i="1">
                <a:solidFill>
                  <a:srgbClr val="008000"/>
                </a:solidFill>
                <a:latin typeface="Arial"/>
                <a:cs typeface="Arial"/>
              </a:rPr>
              <a:t>ents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88340" y="1364257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5720" y="1364257"/>
            <a:ext cx="5808125" cy="5852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5" b="1">
                <a:latin typeface="Arial"/>
                <a:cs typeface="Arial"/>
              </a:rPr>
              <a:t>V</a:t>
            </a:r>
            <a:r>
              <a:rPr dirty="0" smtClean="0" sz="2000" spc="-5" b="1">
                <a:latin typeface="Arial"/>
                <a:cs typeface="Arial"/>
              </a:rPr>
              <a:t>ocoder</a:t>
            </a:r>
            <a:r>
              <a:rPr dirty="0" smtClean="0" sz="2000" spc="-5" b="1">
                <a:latin typeface="Arial"/>
                <a:cs typeface="Arial"/>
              </a:rPr>
              <a:t> </a:t>
            </a:r>
            <a:r>
              <a:rPr dirty="0" smtClean="0" sz="2000" spc="-5" b="1">
                <a:latin typeface="Arial"/>
                <a:cs typeface="Arial"/>
              </a:rPr>
              <a:t>d</a:t>
            </a:r>
            <a:r>
              <a:rPr dirty="0" smtClean="0" sz="2000" spc="-5" b="1">
                <a:latin typeface="Arial"/>
                <a:cs typeface="Arial"/>
              </a:rPr>
              <a:t>i</a:t>
            </a:r>
            <a:r>
              <a:rPr dirty="0" smtClean="0" sz="2000" spc="-5" b="1">
                <a:latin typeface="Arial"/>
                <a:cs typeface="Arial"/>
              </a:rPr>
              <a:t>n</a:t>
            </a:r>
            <a:r>
              <a:rPr dirty="0" smtClean="0" sz="2000" spc="-5" b="1">
                <a:latin typeface="Arial"/>
                <a:cs typeface="Arial"/>
              </a:rPr>
              <a:t>i</a:t>
            </a:r>
            <a:r>
              <a:rPr dirty="0" smtClean="0" sz="2000" spc="-5" b="1">
                <a:latin typeface="Arial"/>
                <a:cs typeface="Arial"/>
              </a:rPr>
              <a:t>lai</a:t>
            </a:r>
            <a:r>
              <a:rPr dirty="0" smtClean="0" sz="2000" spc="-5" b="1">
                <a:latin typeface="Arial"/>
                <a:cs typeface="Arial"/>
              </a:rPr>
              <a:t> </a:t>
            </a:r>
            <a:r>
              <a:rPr dirty="0" smtClean="0" sz="2000" spc="-5" b="1">
                <a:latin typeface="Arial"/>
                <a:cs typeface="Arial"/>
              </a:rPr>
              <a:t>berdasarkan</a:t>
            </a:r>
            <a:r>
              <a:rPr dirty="0" smtClean="0" sz="2000" spc="-5" b="1">
                <a:latin typeface="Arial"/>
                <a:cs typeface="Arial"/>
              </a:rPr>
              <a:t> </a:t>
            </a:r>
            <a:r>
              <a:rPr dirty="0" smtClean="0" sz="2000" spc="-5" b="1">
                <a:latin typeface="Arial"/>
                <a:cs typeface="Arial"/>
              </a:rPr>
              <a:t>prosed</a:t>
            </a:r>
            <a:r>
              <a:rPr dirty="0" smtClean="0" sz="2000" spc="-5" b="1">
                <a:latin typeface="Arial"/>
                <a:cs typeface="Arial"/>
              </a:rPr>
              <a:t>u</a:t>
            </a:r>
            <a:r>
              <a:rPr dirty="0" smtClean="0" sz="2000" spc="-5" b="1">
                <a:latin typeface="Arial"/>
                <a:cs typeface="Arial"/>
              </a:rPr>
              <a:t>r</a:t>
            </a:r>
            <a:r>
              <a:rPr dirty="0" smtClean="0" sz="2000" spc="-5" b="1">
                <a:latin typeface="Arial"/>
                <a:cs typeface="Arial"/>
              </a:rPr>
              <a:t>-</a:t>
            </a:r>
            <a:r>
              <a:rPr dirty="0" smtClean="0" sz="2000" spc="-5" b="1">
                <a:latin typeface="Arial"/>
                <a:cs typeface="Arial"/>
              </a:rPr>
              <a:t>prosed</a:t>
            </a:r>
            <a:r>
              <a:rPr dirty="0" smtClean="0" sz="2000" spc="-5" b="1">
                <a:latin typeface="Arial"/>
                <a:cs typeface="Arial"/>
              </a:rPr>
              <a:t>u</a:t>
            </a:r>
            <a:r>
              <a:rPr dirty="0" smtClean="0" sz="2000" spc="-5" b="1">
                <a:latin typeface="Arial"/>
                <a:cs typeface="Arial"/>
              </a:rPr>
              <a:t>r</a:t>
            </a:r>
            <a:endParaRPr sz="2000">
              <a:latin typeface="Arial"/>
              <a:cs typeface="Arial"/>
            </a:endParaRPr>
          </a:p>
          <a:p>
            <a:pPr marL="12700" marR="38221">
              <a:lnSpc>
                <a:spcPct val="95825"/>
              </a:lnSpc>
            </a:pPr>
            <a:r>
              <a:rPr dirty="0" smtClean="0" sz="2000" spc="4" b="1">
                <a:latin typeface="Arial"/>
                <a:cs typeface="Arial"/>
              </a:rPr>
              <a:t>diber</a:t>
            </a:r>
            <a:r>
              <a:rPr dirty="0" smtClean="0" sz="2000" spc="4" b="1">
                <a:latin typeface="Arial"/>
                <a:cs typeface="Arial"/>
              </a:rPr>
              <a:t>i</a:t>
            </a:r>
            <a:r>
              <a:rPr dirty="0" smtClean="0" sz="2000" spc="4" b="1">
                <a:latin typeface="Arial"/>
                <a:cs typeface="Arial"/>
              </a:rPr>
              <a:t>kan</a:t>
            </a:r>
            <a:r>
              <a:rPr dirty="0" smtClean="0" sz="2000" spc="4" b="1">
                <a:latin typeface="Arial"/>
                <a:cs typeface="Arial"/>
              </a:rPr>
              <a:t> </a:t>
            </a:r>
            <a:r>
              <a:rPr dirty="0" smtClean="0" sz="2000" spc="4" b="1">
                <a:latin typeface="Arial"/>
                <a:cs typeface="Arial"/>
              </a:rPr>
              <a:t>di</a:t>
            </a:r>
            <a:r>
              <a:rPr dirty="0" smtClean="0" sz="2000" spc="4" b="1">
                <a:latin typeface="Arial"/>
                <a:cs typeface="Arial"/>
              </a:rPr>
              <a:t> </a:t>
            </a:r>
            <a:r>
              <a:rPr dirty="0" smtClean="0" sz="2000" spc="4" b="1">
                <a:latin typeface="Arial"/>
                <a:cs typeface="Arial"/>
              </a:rPr>
              <a:t>:</a:t>
            </a:r>
            <a:r>
              <a:rPr dirty="0" smtClean="0" sz="2000" spc="4" b="1">
                <a:latin typeface="Arial"/>
                <a:cs typeface="Arial"/>
              </a:rPr>
              <a:t> </a:t>
            </a:r>
            <a:r>
              <a:rPr dirty="0" smtClean="0" sz="2000" spc="4" b="1" u="heavy">
                <a:latin typeface="Arial"/>
                <a:cs typeface="Arial"/>
              </a:rPr>
              <a:t>IT</a:t>
            </a:r>
            <a:r>
              <a:rPr dirty="0" smtClean="0" sz="2000" spc="4" b="1" u="heavy">
                <a:latin typeface="Arial"/>
                <a:cs typeface="Arial"/>
              </a:rPr>
              <a:t>U</a:t>
            </a:r>
            <a:r>
              <a:rPr dirty="0" smtClean="0" sz="2000" spc="4" b="1" u="heavy">
                <a:latin typeface="Arial"/>
                <a:cs typeface="Arial"/>
              </a:rPr>
              <a:t>-</a:t>
            </a:r>
            <a:r>
              <a:rPr dirty="0" smtClean="0" sz="2000" spc="4" b="1" u="heavy">
                <a:latin typeface="Arial"/>
                <a:cs typeface="Arial"/>
              </a:rPr>
              <a:t>T</a:t>
            </a:r>
            <a:r>
              <a:rPr dirty="0" smtClean="0" sz="2000" spc="4" b="1" u="heavy">
                <a:latin typeface="Arial"/>
                <a:cs typeface="Arial"/>
              </a:rPr>
              <a:t> </a:t>
            </a:r>
            <a:r>
              <a:rPr dirty="0" smtClean="0" sz="2000" spc="4" b="1" u="heavy">
                <a:latin typeface="Arial"/>
                <a:cs typeface="Arial"/>
              </a:rPr>
              <a:t>R</a:t>
            </a:r>
            <a:r>
              <a:rPr dirty="0" smtClean="0" sz="2000" spc="4" b="1" u="heavy">
                <a:latin typeface="Arial"/>
                <a:cs typeface="Arial"/>
              </a:rPr>
              <a:t>e</a:t>
            </a:r>
            <a:r>
              <a:rPr dirty="0" smtClean="0" sz="2000" spc="4" b="1" u="heavy">
                <a:latin typeface="Arial"/>
                <a:cs typeface="Arial"/>
              </a:rPr>
              <a:t>com</a:t>
            </a:r>
            <a:r>
              <a:rPr dirty="0" smtClean="0" sz="2000" spc="4" b="1" u="heavy">
                <a:latin typeface="Arial"/>
                <a:cs typeface="Arial"/>
              </a:rPr>
              <a:t>m</a:t>
            </a:r>
            <a:r>
              <a:rPr dirty="0" smtClean="0" sz="2000" spc="4" b="1" u="heavy">
                <a:latin typeface="Arial"/>
                <a:cs typeface="Arial"/>
              </a:rPr>
              <a:t>enda</a:t>
            </a:r>
            <a:r>
              <a:rPr dirty="0" smtClean="0" sz="2000" spc="4" b="1" u="heavy">
                <a:latin typeface="Arial"/>
                <a:cs typeface="Arial"/>
              </a:rPr>
              <a:t>t</a:t>
            </a:r>
            <a:r>
              <a:rPr dirty="0" smtClean="0" sz="2000" spc="4" b="1" u="heavy">
                <a:latin typeface="Arial"/>
                <a:cs typeface="Arial"/>
              </a:rPr>
              <a:t>ion</a:t>
            </a:r>
            <a:r>
              <a:rPr dirty="0" smtClean="0" sz="2000" spc="4" b="1" u="heavy">
                <a:latin typeface="Arial"/>
                <a:cs typeface="Arial"/>
              </a:rPr>
              <a:t> </a:t>
            </a:r>
            <a:r>
              <a:rPr dirty="0" smtClean="0" sz="2000" spc="4" b="1" u="heavy">
                <a:latin typeface="Arial"/>
                <a:cs typeface="Arial"/>
              </a:rPr>
              <a:t>P</a:t>
            </a:r>
            <a:r>
              <a:rPr dirty="0" smtClean="0" sz="2000" spc="4" b="1" u="heavy">
                <a:latin typeface="Arial"/>
                <a:cs typeface="Arial"/>
              </a:rPr>
              <a:t>.830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25711" y="1364257"/>
            <a:ext cx="1177408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4" b="1">
                <a:latin typeface="Arial"/>
                <a:cs typeface="Arial"/>
              </a:rPr>
              <a:t>sub</a:t>
            </a:r>
            <a:r>
              <a:rPr dirty="0" smtClean="0" sz="2000" spc="-4" b="1">
                <a:latin typeface="Arial"/>
                <a:cs typeface="Arial"/>
              </a:rPr>
              <a:t>y</a:t>
            </a:r>
            <a:r>
              <a:rPr dirty="0" smtClean="0" sz="2000" spc="-4" b="1">
                <a:latin typeface="Arial"/>
                <a:cs typeface="Arial"/>
              </a:rPr>
              <a:t>ektif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10336" y="1364257"/>
            <a:ext cx="653513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9" b="1">
                <a:latin typeface="Arial"/>
                <a:cs typeface="Arial"/>
              </a:rPr>
              <a:t>y</a:t>
            </a:r>
            <a:r>
              <a:rPr dirty="0" smtClean="0" sz="2000" spc="-9" b="1">
                <a:latin typeface="Arial"/>
                <a:cs typeface="Arial"/>
              </a:rPr>
              <a:t>ang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88340" y="2126758"/>
            <a:ext cx="152654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5720" y="2126758"/>
            <a:ext cx="5704692" cy="210908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 spc="0" b="1">
                <a:latin typeface="Arial"/>
                <a:cs typeface="Arial"/>
              </a:rPr>
              <a:t>Dua</a:t>
            </a:r>
            <a:r>
              <a:rPr dirty="0" smtClean="0" sz="2000" spc="0" b="1">
                <a:latin typeface="Arial"/>
                <a:cs typeface="Arial"/>
              </a:rPr>
              <a:t> </a:t>
            </a:r>
            <a:r>
              <a:rPr dirty="0" smtClean="0" sz="2000" spc="0" b="1">
                <a:latin typeface="Arial"/>
                <a:cs typeface="Arial"/>
              </a:rPr>
              <a:t>prosedur</a:t>
            </a:r>
            <a:r>
              <a:rPr dirty="0" smtClean="0" sz="2000" spc="0" b="1">
                <a:latin typeface="Arial"/>
                <a:cs typeface="Arial"/>
              </a:rPr>
              <a:t> </a:t>
            </a:r>
            <a:r>
              <a:rPr dirty="0" smtClean="0" sz="2000" spc="0" b="1">
                <a:latin typeface="Arial"/>
                <a:cs typeface="Arial"/>
              </a:rPr>
              <a:t>utama: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192"/>
              </a:spcBef>
            </a:pPr>
            <a:r>
              <a:rPr dirty="0" smtClean="0" sz="2000" spc="0">
                <a:latin typeface="Arial"/>
                <a:cs typeface="Arial"/>
              </a:rPr>
              <a:t>-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Absolute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C</a:t>
            </a:r>
            <a:r>
              <a:rPr dirty="0" smtClean="0" sz="2000" spc="0" i="1">
                <a:latin typeface="Arial"/>
                <a:cs typeface="Arial"/>
              </a:rPr>
              <a:t>a</a:t>
            </a:r>
            <a:r>
              <a:rPr dirty="0" smtClean="0" sz="2000" spc="0" i="1">
                <a:latin typeface="Arial"/>
                <a:cs typeface="Arial"/>
              </a:rPr>
              <a:t>tegory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R</a:t>
            </a:r>
            <a:r>
              <a:rPr dirty="0" smtClean="0" sz="2000" spc="0" i="1">
                <a:latin typeface="Arial"/>
                <a:cs typeface="Arial"/>
              </a:rPr>
              <a:t>a</a:t>
            </a:r>
            <a:r>
              <a:rPr dirty="0" smtClean="0" sz="2000" spc="0" i="1">
                <a:latin typeface="Arial"/>
                <a:cs typeface="Arial"/>
              </a:rPr>
              <a:t>ting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(AC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)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303"/>
              </a:spcBef>
            </a:pPr>
            <a:r>
              <a:rPr dirty="0" smtClean="0" sz="2000" spc="0">
                <a:latin typeface="Arial"/>
                <a:cs typeface="Arial"/>
              </a:rPr>
              <a:t>-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C</a:t>
            </a:r>
            <a:r>
              <a:rPr dirty="0" smtClean="0" sz="2000" spc="0" i="1">
                <a:latin typeface="Arial"/>
                <a:cs typeface="Arial"/>
              </a:rPr>
              <a:t>o</a:t>
            </a:r>
            <a:r>
              <a:rPr dirty="0" smtClean="0" sz="2000" spc="0" i="1">
                <a:latin typeface="Arial"/>
                <a:cs typeface="Arial"/>
              </a:rPr>
              <a:t>m</a:t>
            </a:r>
            <a:r>
              <a:rPr dirty="0" smtClean="0" sz="2000" spc="0" i="1">
                <a:latin typeface="Arial"/>
                <a:cs typeface="Arial"/>
              </a:rPr>
              <a:t>pa</a:t>
            </a:r>
            <a:r>
              <a:rPr dirty="0" smtClean="0" sz="2000" spc="0" i="1">
                <a:latin typeface="Arial"/>
                <a:cs typeface="Arial"/>
              </a:rPr>
              <a:t>r</a:t>
            </a:r>
            <a:r>
              <a:rPr dirty="0" smtClean="0" sz="2000" spc="0" i="1">
                <a:latin typeface="Arial"/>
                <a:cs typeface="Arial"/>
              </a:rPr>
              <a:t>is</a:t>
            </a:r>
            <a:r>
              <a:rPr dirty="0" smtClean="0" sz="2000" spc="0" i="1">
                <a:latin typeface="Arial"/>
                <a:cs typeface="Arial"/>
              </a:rPr>
              <a:t>o</a:t>
            </a:r>
            <a:r>
              <a:rPr dirty="0" smtClean="0" sz="2000" spc="0" i="1">
                <a:latin typeface="Arial"/>
                <a:cs typeface="Arial"/>
              </a:rPr>
              <a:t>n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C</a:t>
            </a:r>
            <a:r>
              <a:rPr dirty="0" smtClean="0" sz="2000" spc="0" i="1">
                <a:latin typeface="Arial"/>
                <a:cs typeface="Arial"/>
              </a:rPr>
              <a:t>a</a:t>
            </a:r>
            <a:r>
              <a:rPr dirty="0" smtClean="0" sz="2000" spc="0" i="1">
                <a:latin typeface="Arial"/>
                <a:cs typeface="Arial"/>
              </a:rPr>
              <a:t>tegory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 i="1">
                <a:latin typeface="Arial"/>
                <a:cs typeface="Arial"/>
              </a:rPr>
              <a:t>R</a:t>
            </a:r>
            <a:r>
              <a:rPr dirty="0" smtClean="0" sz="2000" spc="0" i="1">
                <a:latin typeface="Arial"/>
                <a:cs typeface="Arial"/>
              </a:rPr>
              <a:t>a</a:t>
            </a:r>
            <a:r>
              <a:rPr dirty="0" smtClean="0" sz="2000" spc="0" i="1">
                <a:latin typeface="Arial"/>
                <a:cs typeface="Arial"/>
              </a:rPr>
              <a:t>ting</a:t>
            </a:r>
            <a:r>
              <a:rPr dirty="0" smtClean="0" sz="2000" spc="0" i="1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(CCR)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300"/>
              </a:spcBef>
            </a:pPr>
            <a:r>
              <a:rPr dirty="0" smtClean="0" sz="2000" spc="-1" b="1" i="1">
                <a:latin typeface="Arial"/>
                <a:cs typeface="Arial"/>
              </a:rPr>
              <a:t>Ab</a:t>
            </a:r>
            <a:r>
              <a:rPr dirty="0" smtClean="0" sz="2000" spc="-1" b="1" i="1">
                <a:latin typeface="Arial"/>
                <a:cs typeface="Arial"/>
              </a:rPr>
              <a:t>s</a:t>
            </a:r>
            <a:r>
              <a:rPr dirty="0" smtClean="0" sz="2000" spc="-1" b="1" i="1">
                <a:latin typeface="Arial"/>
                <a:cs typeface="Arial"/>
              </a:rPr>
              <a:t>olute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C</a:t>
            </a:r>
            <a:r>
              <a:rPr dirty="0" smtClean="0" sz="2000" spc="-1" b="1" i="1">
                <a:latin typeface="Arial"/>
                <a:cs typeface="Arial"/>
              </a:rPr>
              <a:t>a</a:t>
            </a:r>
            <a:r>
              <a:rPr dirty="0" smtClean="0" sz="2000" spc="-1" b="1" i="1">
                <a:latin typeface="Arial"/>
                <a:cs typeface="Arial"/>
              </a:rPr>
              <a:t>t</a:t>
            </a:r>
            <a:r>
              <a:rPr dirty="0" smtClean="0" sz="2000" spc="-1" b="1" i="1">
                <a:latin typeface="Arial"/>
                <a:cs typeface="Arial"/>
              </a:rPr>
              <a:t>e</a:t>
            </a:r>
            <a:r>
              <a:rPr dirty="0" smtClean="0" sz="2000" spc="-1" b="1" i="1">
                <a:latin typeface="Arial"/>
                <a:cs typeface="Arial"/>
              </a:rPr>
              <a:t>gory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R</a:t>
            </a:r>
            <a:r>
              <a:rPr dirty="0" smtClean="0" sz="2000" spc="-1" b="1" i="1">
                <a:latin typeface="Arial"/>
                <a:cs typeface="Arial"/>
              </a:rPr>
              <a:t>a</a:t>
            </a:r>
            <a:r>
              <a:rPr dirty="0" smtClean="0" sz="2000" spc="-1" b="1" i="1">
                <a:latin typeface="Arial"/>
                <a:cs typeface="Arial"/>
              </a:rPr>
              <a:t>ting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300"/>
              </a:spcBef>
            </a:pP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Partisipan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mende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gar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mple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ter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ode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88340" y="3498739"/>
            <a:ext cx="152654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26063" y="3955939"/>
            <a:ext cx="1803138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menilai</a:t>
            </a:r>
            <a:r>
              <a:rPr dirty="0" smtClean="0" sz="2000">
                <a:latin typeface="Arial"/>
                <a:cs typeface="Arial"/>
              </a:rPr>
              <a:t> </a:t>
            </a:r>
            <a:r>
              <a:rPr dirty="0" smtClean="0" sz="2000">
                <a:latin typeface="Arial"/>
                <a:cs typeface="Arial"/>
              </a:rPr>
              <a:t>kualitas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5720" y="4260492"/>
            <a:ext cx="8000587" cy="210953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242824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sua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pada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suatu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ala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abs</a:t>
            </a:r>
            <a:r>
              <a:rPr dirty="0" smtClean="0" sz="2000" spc="-2">
                <a:latin typeface="Arial"/>
                <a:cs typeface="Arial"/>
              </a:rPr>
              <a:t>o</a:t>
            </a:r>
            <a:r>
              <a:rPr dirty="0" smtClean="0" sz="2000" spc="-2">
                <a:latin typeface="Arial"/>
                <a:cs typeface="Arial"/>
              </a:rPr>
              <a:t>lu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.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Ha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iln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adalah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M</a:t>
            </a:r>
            <a:r>
              <a:rPr dirty="0" smtClean="0" sz="2000" spc="-2" b="1" i="1">
                <a:latin typeface="Arial"/>
                <a:cs typeface="Arial"/>
              </a:rPr>
              <a:t>ean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Op</a:t>
            </a:r>
            <a:r>
              <a:rPr dirty="0" smtClean="0" sz="2000" spc="-2" b="1" i="1">
                <a:latin typeface="Arial"/>
                <a:cs typeface="Arial"/>
              </a:rPr>
              <a:t>i</a:t>
            </a:r>
            <a:r>
              <a:rPr dirty="0" smtClean="0" sz="2000" spc="-2" b="1" i="1">
                <a:latin typeface="Arial"/>
                <a:cs typeface="Arial"/>
              </a:rPr>
              <a:t>n</a:t>
            </a:r>
            <a:r>
              <a:rPr dirty="0" smtClean="0" sz="2000" spc="-2" b="1" i="1">
                <a:latin typeface="Arial"/>
                <a:cs typeface="Arial"/>
              </a:rPr>
              <a:t>i</a:t>
            </a:r>
            <a:r>
              <a:rPr dirty="0" smtClean="0" sz="2000" spc="-2" b="1" i="1">
                <a:latin typeface="Arial"/>
                <a:cs typeface="Arial"/>
              </a:rPr>
              <a:t>on</a:t>
            </a:r>
            <a:endParaRPr sz="2000">
              <a:latin typeface="Arial"/>
              <a:cs typeface="Arial"/>
            </a:endParaRPr>
          </a:p>
          <a:p>
            <a:pPr marL="242824" marR="38221">
              <a:lnSpc>
                <a:spcPct val="95825"/>
              </a:lnSpc>
            </a:pPr>
            <a:r>
              <a:rPr dirty="0" smtClean="0" sz="2000" spc="-1" b="1" i="1">
                <a:latin typeface="Arial"/>
                <a:cs typeface="Arial"/>
              </a:rPr>
              <a:t>Score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(MOS)</a:t>
            </a:r>
            <a:endParaRPr sz="2000">
              <a:latin typeface="Arial"/>
              <a:cs typeface="Arial"/>
            </a:endParaRPr>
          </a:p>
          <a:p>
            <a:pPr marL="12700" marR="38221">
              <a:lnSpc>
                <a:spcPct val="95825"/>
              </a:lnSpc>
              <a:spcBef>
                <a:spcPts val="1300"/>
              </a:spcBef>
            </a:pPr>
            <a:r>
              <a:rPr dirty="0" smtClean="0" sz="2000" spc="0" b="1" i="1">
                <a:latin typeface="Arial"/>
                <a:cs typeface="Arial"/>
              </a:rPr>
              <a:t>Comparison</a:t>
            </a:r>
            <a:r>
              <a:rPr dirty="0" smtClean="0" sz="2000" spc="0" b="1" i="1">
                <a:latin typeface="Arial"/>
                <a:cs typeface="Arial"/>
              </a:rPr>
              <a:t> </a:t>
            </a:r>
            <a:r>
              <a:rPr dirty="0" smtClean="0" sz="2000" spc="0" b="1" i="1">
                <a:latin typeface="Arial"/>
                <a:cs typeface="Arial"/>
              </a:rPr>
              <a:t>C</a:t>
            </a:r>
            <a:r>
              <a:rPr dirty="0" smtClean="0" sz="2000" spc="0" b="1" i="1">
                <a:latin typeface="Arial"/>
                <a:cs typeface="Arial"/>
              </a:rPr>
              <a:t>a</a:t>
            </a:r>
            <a:r>
              <a:rPr dirty="0" smtClean="0" sz="2000" spc="0" b="1" i="1">
                <a:latin typeface="Arial"/>
                <a:cs typeface="Arial"/>
              </a:rPr>
              <a:t>t</a:t>
            </a:r>
            <a:r>
              <a:rPr dirty="0" smtClean="0" sz="2000" spc="0" b="1" i="1">
                <a:latin typeface="Arial"/>
                <a:cs typeface="Arial"/>
              </a:rPr>
              <a:t>e</a:t>
            </a:r>
            <a:r>
              <a:rPr dirty="0" smtClean="0" sz="2000" spc="0" b="1" i="1">
                <a:latin typeface="Arial"/>
                <a:cs typeface="Arial"/>
              </a:rPr>
              <a:t>gory</a:t>
            </a:r>
            <a:r>
              <a:rPr dirty="0" smtClean="0" sz="2000" spc="0" b="1" i="1">
                <a:latin typeface="Arial"/>
                <a:cs typeface="Arial"/>
              </a:rPr>
              <a:t> </a:t>
            </a:r>
            <a:r>
              <a:rPr dirty="0" smtClean="0" sz="2000" spc="0" b="1" i="1">
                <a:latin typeface="Arial"/>
                <a:cs typeface="Arial"/>
              </a:rPr>
              <a:t>R</a:t>
            </a:r>
            <a:r>
              <a:rPr dirty="0" smtClean="0" sz="2000" spc="0" b="1" i="1">
                <a:latin typeface="Arial"/>
                <a:cs typeface="Arial"/>
              </a:rPr>
              <a:t>a</a:t>
            </a:r>
            <a:r>
              <a:rPr dirty="0" smtClean="0" sz="2000" spc="0" b="1" i="1">
                <a:latin typeface="Arial"/>
                <a:cs typeface="Arial"/>
              </a:rPr>
              <a:t>ting</a:t>
            </a:r>
            <a:endParaRPr sz="2000">
              <a:latin typeface="Arial"/>
              <a:cs typeface="Arial"/>
            </a:endParaRPr>
          </a:p>
          <a:p>
            <a:pPr marL="242824" marR="117640" indent="-230124">
              <a:lnSpc>
                <a:spcPct val="100041"/>
              </a:lnSpc>
              <a:spcBef>
                <a:spcPts val="1300"/>
              </a:spcBef>
              <a:tabLst>
                <a:tab pos="228600" algn="l"/>
              </a:tabLst>
            </a:pPr>
            <a:r>
              <a:rPr dirty="0" smtClean="0" sz="2000">
                <a:latin typeface="Arial"/>
                <a:cs typeface="Arial"/>
              </a:rPr>
              <a:t>	</a:t>
            </a:r>
            <a:r>
              <a:rPr dirty="0" smtClean="0" sz="2000" spc="-2">
                <a:latin typeface="Arial"/>
                <a:cs typeface="Arial"/>
              </a:rPr>
              <a:t>Partisipan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mende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gar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mple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ter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ode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mple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u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li.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sample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tersebut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dibandingkan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pada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suatu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ala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relati</a:t>
            </a:r>
            <a:r>
              <a:rPr dirty="0" smtClean="0" sz="2000" spc="-2">
                <a:latin typeface="Arial"/>
                <a:cs typeface="Arial"/>
              </a:rPr>
              <a:t>f</a:t>
            </a:r>
            <a:r>
              <a:rPr dirty="0" smtClean="0" sz="2000" spc="-2">
                <a:latin typeface="Arial"/>
                <a:cs typeface="Arial"/>
              </a:rPr>
              <a:t>.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Ha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iln</a:t>
            </a:r>
            <a:r>
              <a:rPr dirty="0" smtClean="0" sz="2000" spc="-2">
                <a:latin typeface="Arial"/>
                <a:cs typeface="Arial"/>
              </a:rPr>
              <a:t>y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di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ebut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bag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Comparison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M</a:t>
            </a:r>
            <a:r>
              <a:rPr dirty="0" smtClean="0" sz="2000" spc="-2" b="1" i="1">
                <a:latin typeface="Arial"/>
                <a:cs typeface="Arial"/>
              </a:rPr>
              <a:t>ean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Op</a:t>
            </a:r>
            <a:r>
              <a:rPr dirty="0" smtClean="0" sz="2000" spc="-2" b="1" i="1">
                <a:latin typeface="Arial"/>
                <a:cs typeface="Arial"/>
              </a:rPr>
              <a:t>i</a:t>
            </a:r>
            <a:r>
              <a:rPr dirty="0" smtClean="0" sz="2000" spc="-2" b="1" i="1">
                <a:latin typeface="Arial"/>
                <a:cs typeface="Arial"/>
              </a:rPr>
              <a:t>nion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Score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</a:t>
            </a:r>
            <a:r>
              <a:rPr dirty="0" smtClean="0" sz="2000" spc="-2">
                <a:latin typeface="Arial"/>
                <a:cs typeface="Arial"/>
              </a:rPr>
              <a:t>C</a:t>
            </a:r>
            <a:r>
              <a:rPr dirty="0" smtClean="0" sz="2000" spc="-2">
                <a:latin typeface="Arial"/>
                <a:cs typeface="Arial"/>
              </a:rPr>
              <a:t>MOS)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8340" y="5022993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9464" y="5480218"/>
            <a:ext cx="530852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D</a:t>
            </a:r>
            <a:r>
              <a:rPr dirty="0" smtClean="0" sz="2000" spc="1">
                <a:latin typeface="Arial"/>
                <a:cs typeface="Arial"/>
              </a:rPr>
              <a:t>u</a:t>
            </a:r>
            <a:r>
              <a:rPr dirty="0" smtClean="0" sz="2000" spc="1">
                <a:latin typeface="Arial"/>
                <a:cs typeface="Arial"/>
              </a:rPr>
              <a:t>a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40672" y="6471832"/>
            <a:ext cx="35166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97103" y="1748789"/>
            <a:ext cx="6846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5500888" y="1748789"/>
            <a:ext cx="6617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1219200" y="1066800"/>
            <a:ext cx="3733800" cy="22250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5257800" y="1066800"/>
            <a:ext cx="3505200" cy="320649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C.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7443" y="159169"/>
            <a:ext cx="144444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Informasi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22793" y="159169"/>
            <a:ext cx="91783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S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ara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55193" y="159169"/>
            <a:ext cx="61272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80048" y="159169"/>
            <a:ext cx="240216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g</a:t>
            </a:r>
            <a:r>
              <a:rPr dirty="0" smtClean="0" sz="2400" spc="-4" b="1">
                <a:latin typeface="Arial"/>
                <a:cs typeface="Arial"/>
              </a:rPr>
              <a:t>k</a:t>
            </a:r>
            <a:r>
              <a:rPr dirty="0" smtClean="0" sz="2400" spc="-4" b="1">
                <a:latin typeface="Arial"/>
                <a:cs typeface="Arial"/>
              </a:rPr>
              <a:t>o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y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22044" y="4579905"/>
            <a:ext cx="493420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Mayoritas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vocod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w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reless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iki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38773" y="4579905"/>
            <a:ext cx="2055063" cy="696341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45923">
              <a:lnSpc>
                <a:spcPts val="2555"/>
              </a:lnSpc>
            </a:pPr>
            <a:r>
              <a:rPr dirty="0" smtClean="0" sz="2400" spc="2">
                <a:latin typeface="Arial"/>
                <a:cs typeface="Arial"/>
              </a:rPr>
              <a:t>rangk</a:t>
            </a:r>
            <a:r>
              <a:rPr dirty="0" smtClean="0" sz="2400" spc="2">
                <a:latin typeface="Arial"/>
                <a:cs typeface="Arial"/>
              </a:rPr>
              <a:t>i</a:t>
            </a:r>
            <a:r>
              <a:rPr dirty="0" smtClean="0" sz="2400" spc="2">
                <a:latin typeface="Arial"/>
                <a:cs typeface="Arial"/>
              </a:rPr>
              <a:t>ng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M</a:t>
            </a:r>
            <a:r>
              <a:rPr dirty="0" smtClean="0" sz="2400" spc="2">
                <a:latin typeface="Arial"/>
                <a:cs typeface="Arial"/>
              </a:rPr>
              <a:t>O</a:t>
            </a:r>
            <a:r>
              <a:rPr dirty="0" smtClean="0" sz="2400" spc="2">
                <a:latin typeface="Arial"/>
                <a:cs typeface="Arial"/>
              </a:rPr>
              <a:t>S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ba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k.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2044" y="4946046"/>
            <a:ext cx="200477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3,4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h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gga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3,9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25164" y="4946046"/>
            <a:ext cx="2800908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pa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li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gkun</a:t>
            </a:r>
            <a:r>
              <a:rPr dirty="0" smtClean="0" sz="2400" spc="1">
                <a:latin typeface="Arial"/>
                <a:cs typeface="Arial"/>
              </a:rPr>
              <a:t>g</a:t>
            </a:r>
            <a:r>
              <a:rPr dirty="0" smtClean="0" sz="2400" spc="1">
                <a:latin typeface="Arial"/>
                <a:cs typeface="Arial"/>
              </a:rPr>
              <a:t>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RF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2044" y="5494635"/>
            <a:ext cx="437398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64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kbps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memil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4,3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51340" y="6471832"/>
            <a:ext cx="34016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25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886200" y="685800"/>
            <a:ext cx="6019800" cy="551992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78740" y="97765"/>
            <a:ext cx="4082053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D.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I</a:t>
            </a:r>
            <a:r>
              <a:rPr dirty="0" smtClean="0" sz="3200" spc="-3" b="1">
                <a:latin typeface="Arial"/>
                <a:cs typeface="Arial"/>
              </a:rPr>
              <a:t>n</a:t>
            </a:r>
            <a:r>
              <a:rPr dirty="0" smtClean="0" sz="3200" spc="-3" b="1">
                <a:latin typeface="Arial"/>
                <a:cs typeface="Arial"/>
              </a:rPr>
              <a:t>form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si</a:t>
            </a:r>
            <a:r>
              <a:rPr dirty="0" smtClean="0" sz="3200" spc="-3" b="1">
                <a:latin typeface="Arial"/>
                <a:cs typeface="Arial"/>
              </a:rPr>
              <a:t> </a:t>
            </a:r>
            <a:r>
              <a:rPr dirty="0" smtClean="0" sz="3200" spc="-3" b="1">
                <a:latin typeface="Arial"/>
                <a:cs typeface="Arial"/>
              </a:rPr>
              <a:t>Ga</a:t>
            </a:r>
            <a:r>
              <a:rPr dirty="0" smtClean="0" sz="3200" spc="-3" b="1">
                <a:latin typeface="Arial"/>
                <a:cs typeface="Arial"/>
              </a:rPr>
              <a:t>m</a:t>
            </a:r>
            <a:r>
              <a:rPr dirty="0" smtClean="0" sz="3200" spc="-3" b="1">
                <a:latin typeface="Arial"/>
                <a:cs typeface="Arial"/>
              </a:rPr>
              <a:t>b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r</a:t>
            </a:r>
            <a:endParaRPr sz="32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85481" y="97765"/>
            <a:ext cx="80928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d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019045" y="97765"/>
            <a:ext cx="3201659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Pe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g</a:t>
            </a:r>
            <a:r>
              <a:rPr dirty="0" smtClean="0" sz="3200" spc="-4" b="1">
                <a:latin typeface="Arial"/>
                <a:cs typeface="Arial"/>
              </a:rPr>
              <a:t>k</a:t>
            </a:r>
            <a:r>
              <a:rPr dirty="0" smtClean="0" sz="3200" spc="-4" b="1">
                <a:latin typeface="Arial"/>
                <a:cs typeface="Arial"/>
              </a:rPr>
              <a:t>od</a:t>
            </a:r>
            <a:r>
              <a:rPr dirty="0" smtClean="0" sz="3200" spc="-4" b="1">
                <a:latin typeface="Arial"/>
                <a:cs typeface="Arial"/>
              </a:rPr>
              <a:t>e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ya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5940" y="838183"/>
            <a:ext cx="2889478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>
                <a:solidFill>
                  <a:srgbClr val="008000"/>
                </a:solidFill>
                <a:latin typeface="Arial"/>
                <a:cs typeface="Arial"/>
              </a:rPr>
              <a:t>Citra</a:t>
            </a:r>
            <a:r>
              <a:rPr dirty="0" smtClean="0" sz="3600" spc="0" b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8000"/>
                </a:solidFill>
                <a:latin typeface="Arial"/>
                <a:cs typeface="Arial"/>
              </a:rPr>
              <a:t>(</a:t>
            </a:r>
            <a:r>
              <a:rPr dirty="0" smtClean="0" sz="3600" spc="0" b="1" i="1">
                <a:solidFill>
                  <a:srgbClr val="008000"/>
                </a:solidFill>
                <a:latin typeface="Arial"/>
                <a:cs typeface="Arial"/>
              </a:rPr>
              <a:t>Imag</a:t>
            </a:r>
            <a:r>
              <a:rPr dirty="0" smtClean="0" sz="3600" spc="0" b="1" i="1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600" spc="0" b="1">
                <a:solidFill>
                  <a:srgbClr val="008000"/>
                </a:solidFill>
                <a:latin typeface="Arial"/>
                <a:cs typeface="Arial"/>
              </a:rPr>
              <a:t>)</a:t>
            </a:r>
            <a:endParaRPr sz="3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9740" y="1437798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46252" y="1437798"/>
            <a:ext cx="2790109" cy="215925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52573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age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ada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ah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590"/>
              </a:lnSpc>
              <a:spcBef>
                <a:spcPts val="1"/>
              </a:spcBef>
            </a:pPr>
            <a:r>
              <a:rPr dirty="0" smtClean="0" sz="2400" spc="0" b="1">
                <a:latin typeface="Arial"/>
                <a:cs typeface="Arial"/>
              </a:rPr>
              <a:t>kumpu</a:t>
            </a:r>
            <a:r>
              <a:rPr dirty="0" smtClean="0" sz="2400" spc="0" b="1">
                <a:latin typeface="Arial"/>
                <a:cs typeface="Arial"/>
              </a:rPr>
              <a:t>l</a:t>
            </a:r>
            <a:r>
              <a:rPr dirty="0" smtClean="0" sz="2400" spc="0" b="1">
                <a:latin typeface="Arial"/>
                <a:cs typeface="Arial"/>
              </a:rPr>
              <a:t>an</a:t>
            </a:r>
            <a:r>
              <a:rPr dirty="0" smtClean="0" sz="2400" spc="0" b="1">
                <a:latin typeface="Arial"/>
                <a:cs typeface="Arial"/>
              </a:rPr>
              <a:t> </a:t>
            </a:r>
            <a:r>
              <a:rPr dirty="0" smtClean="0" sz="2400" spc="0" b="1">
                <a:latin typeface="Arial"/>
                <a:cs typeface="Arial"/>
              </a:rPr>
              <a:t>t</a:t>
            </a:r>
            <a:r>
              <a:rPr dirty="0" smtClean="0" sz="2400" spc="0" b="1">
                <a:latin typeface="Arial"/>
                <a:cs typeface="Arial"/>
              </a:rPr>
              <a:t>i</a:t>
            </a:r>
            <a:r>
              <a:rPr dirty="0" smtClean="0" sz="2400" spc="0" b="1">
                <a:latin typeface="Arial"/>
                <a:cs typeface="Arial"/>
              </a:rPr>
              <a:t>t</a:t>
            </a:r>
            <a:r>
              <a:rPr dirty="0" smtClean="0" sz="2400" spc="0" b="1">
                <a:latin typeface="Arial"/>
                <a:cs typeface="Arial"/>
              </a:rPr>
              <a:t>i</a:t>
            </a:r>
            <a:r>
              <a:rPr dirty="0" smtClean="0" sz="2400" spc="0" b="1">
                <a:latin typeface="Arial"/>
                <a:cs typeface="Arial"/>
              </a:rPr>
              <a:t>k</a:t>
            </a:r>
            <a:r>
              <a:rPr dirty="0" smtClean="0" sz="2400" spc="0" b="1">
                <a:latin typeface="Arial"/>
                <a:cs typeface="Arial"/>
              </a:rPr>
              <a:t>-</a:t>
            </a:r>
            <a:r>
              <a:rPr dirty="0" smtClean="0" sz="2400" spc="0" b="1">
                <a:latin typeface="Arial"/>
                <a:cs typeface="Arial"/>
              </a:rPr>
              <a:t>t</a:t>
            </a:r>
            <a:r>
              <a:rPr dirty="0" smtClean="0" sz="2400" spc="0" b="1">
                <a:latin typeface="Arial"/>
                <a:cs typeface="Arial"/>
              </a:rPr>
              <a:t>i</a:t>
            </a:r>
            <a:r>
              <a:rPr dirty="0" smtClean="0" sz="2400" spc="0" b="1">
                <a:latin typeface="Arial"/>
                <a:cs typeface="Arial"/>
              </a:rPr>
              <a:t>tik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ts val="2590"/>
              </a:lnSpc>
            </a:pPr>
            <a:r>
              <a:rPr dirty="0" smtClean="0" sz="2400" spc="2" b="1">
                <a:latin typeface="Arial"/>
                <a:cs typeface="Arial"/>
              </a:rPr>
              <a:t>(</a:t>
            </a:r>
            <a:r>
              <a:rPr dirty="0" smtClean="0" sz="2400" spc="2" b="1">
                <a:latin typeface="Arial"/>
                <a:cs typeface="Arial"/>
              </a:rPr>
              <a:t>p</a:t>
            </a:r>
            <a:r>
              <a:rPr dirty="0" smtClean="0" sz="2400" spc="2" b="1">
                <a:latin typeface="Arial"/>
                <a:cs typeface="Arial"/>
              </a:rPr>
              <a:t>i</a:t>
            </a:r>
            <a:r>
              <a:rPr dirty="0" smtClean="0" sz="2400" spc="2" b="1">
                <a:latin typeface="Arial"/>
                <a:cs typeface="Arial"/>
              </a:rPr>
              <a:t>x</a:t>
            </a:r>
            <a:r>
              <a:rPr dirty="0" smtClean="0" sz="2400" spc="2" b="1">
                <a:latin typeface="Arial"/>
                <a:cs typeface="Arial"/>
              </a:rPr>
              <a:t>e</a:t>
            </a:r>
            <a:r>
              <a:rPr dirty="0" smtClean="0" sz="2400" spc="2" b="1">
                <a:latin typeface="Arial"/>
                <a:cs typeface="Arial"/>
              </a:rPr>
              <a:t>l</a:t>
            </a:r>
            <a:r>
              <a:rPr dirty="0" smtClean="0" sz="2400" spc="2" b="1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  <a:p>
            <a:pPr marL="12700" marR="107341">
              <a:lnSpc>
                <a:spcPts val="2590"/>
              </a:lnSpc>
              <a:spcBef>
                <a:spcPts val="1451"/>
              </a:spcBef>
            </a:pPr>
            <a:r>
              <a:rPr dirty="0" smtClean="0" sz="2400" spc="1">
                <a:latin typeface="Arial"/>
                <a:cs typeface="Arial"/>
              </a:rPr>
              <a:t>1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pi</a:t>
            </a:r>
            <a:r>
              <a:rPr dirty="0" smtClean="0" sz="2400" spc="1">
                <a:latin typeface="Arial"/>
                <a:cs typeface="Arial"/>
              </a:rPr>
              <a:t>x</a:t>
            </a:r>
            <a:r>
              <a:rPr dirty="0" smtClean="0" sz="2400" spc="1">
                <a:latin typeface="Arial"/>
                <a:cs typeface="Arial"/>
              </a:rPr>
              <a:t>el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di</a:t>
            </a:r>
            <a:r>
              <a:rPr dirty="0" smtClean="0" sz="2400" spc="1">
                <a:latin typeface="Arial"/>
                <a:cs typeface="Arial"/>
              </a:rPr>
              <a:t>w</a:t>
            </a:r>
            <a:r>
              <a:rPr dirty="0" smtClean="0" sz="2400" spc="1">
                <a:latin typeface="Arial"/>
                <a:cs typeface="Arial"/>
              </a:rPr>
              <a:t>akili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oleh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bit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b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t,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s</a:t>
            </a:r>
            <a:r>
              <a:rPr dirty="0" smtClean="0" sz="2400" spc="1">
                <a:latin typeface="Arial"/>
                <a:cs typeface="Arial"/>
              </a:rPr>
              <a:t>emakin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banyak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bit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yang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9740" y="2607983"/>
            <a:ext cx="177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46252" y="3594512"/>
            <a:ext cx="1240028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ewakili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88895" y="3594512"/>
            <a:ext cx="1334863" cy="330313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1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pi</a:t>
            </a:r>
            <a:r>
              <a:rPr dirty="0" smtClean="0" sz="2400">
                <a:latin typeface="Arial"/>
                <a:cs typeface="Arial"/>
              </a:rPr>
              <a:t>x</a:t>
            </a:r>
            <a:r>
              <a:rPr dirty="0" smtClean="0" sz="2400">
                <a:latin typeface="Arial"/>
                <a:cs typeface="Arial"/>
              </a:rPr>
              <a:t>el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Wingdings"/>
                <a:cs typeface="Wingdings"/>
              </a:rPr>
              <a:t></a:t>
            </a:r>
            <a:endParaRPr sz="2400">
              <a:latin typeface="Wingdings"/>
              <a:cs typeface="Wingding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46252" y="3924973"/>
            <a:ext cx="2474107" cy="1830425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39873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semakin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bagus</a:t>
            </a:r>
            <a:endParaRPr sz="2400">
              <a:latin typeface="Arial"/>
              <a:cs typeface="Arial"/>
            </a:endParaRPr>
          </a:p>
          <a:p>
            <a:pPr marL="12700" marR="39873">
              <a:lnSpc>
                <a:spcPts val="2595"/>
              </a:lnSpc>
              <a:spcBef>
                <a:spcPts val="2"/>
              </a:spcBef>
            </a:pPr>
            <a:r>
              <a:rPr dirty="0" smtClean="0" sz="2400">
                <a:latin typeface="Arial"/>
                <a:cs typeface="Arial"/>
              </a:rPr>
              <a:t>imag</a:t>
            </a:r>
            <a:r>
              <a:rPr dirty="0" smtClean="0" sz="2400">
                <a:latin typeface="Arial"/>
                <a:cs typeface="Arial"/>
              </a:rPr>
              <a:t>e</a:t>
            </a:r>
            <a:r>
              <a:rPr dirty="0" smtClean="0" sz="2400">
                <a:latin typeface="Arial"/>
                <a:cs typeface="Arial"/>
              </a:rPr>
              <a:t>-</a:t>
            </a:r>
            <a:r>
              <a:rPr dirty="0" smtClean="0" sz="2400">
                <a:latin typeface="Arial"/>
                <a:cs typeface="Arial"/>
              </a:rPr>
              <a:t>nya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590"/>
              </a:lnSpc>
              <a:spcBef>
                <a:spcPts val="1451"/>
              </a:spcBef>
            </a:pPr>
            <a:r>
              <a:rPr dirty="0" smtClean="0" sz="2400" spc="-264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4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al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9">
                <a:latin typeface="Arial"/>
                <a:cs typeface="Arial"/>
              </a:rPr>
              <a:t>j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4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lah</a:t>
            </a:r>
            <a:r>
              <a:rPr dirty="0" smtClean="0" sz="2400" spc="1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pi</a:t>
            </a:r>
            <a:r>
              <a:rPr dirty="0" smtClean="0" sz="2400" spc="-9">
                <a:latin typeface="Arial"/>
                <a:cs typeface="Arial"/>
              </a:rPr>
              <a:t>x</a:t>
            </a:r>
            <a:r>
              <a:rPr dirty="0" smtClean="0" sz="2400" spc="0">
                <a:latin typeface="Arial"/>
                <a:cs typeface="Arial"/>
              </a:rPr>
              <a:t>el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dalam</a:t>
            </a:r>
            <a:r>
              <a:rPr dirty="0" smtClean="0" sz="2400" spc="2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</a:t>
            </a:r>
            <a:r>
              <a:rPr dirty="0" smtClean="0" sz="2400" spc="4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i</a:t>
            </a:r>
            <a:r>
              <a:rPr dirty="0" smtClean="0" sz="2400" spc="4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age</a:t>
            </a:r>
            <a:endParaRPr sz="2400">
              <a:latin typeface="Arial"/>
              <a:cs typeface="Arial"/>
            </a:endParaRPr>
          </a:p>
          <a:p>
            <a:pPr marL="12700" marR="39873">
              <a:lnSpc>
                <a:spcPts val="2585"/>
              </a:lnSpc>
            </a:pPr>
            <a:r>
              <a:rPr dirty="0" smtClean="0" sz="2400">
                <a:latin typeface="Arial"/>
                <a:cs typeface="Arial"/>
              </a:rPr>
              <a:t>=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H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x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V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59740" y="4766722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5132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26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219200" y="754379"/>
            <a:ext cx="7923276" cy="54102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D.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67443" y="159169"/>
            <a:ext cx="144444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Informasi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22793" y="159169"/>
            <a:ext cx="122324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 b="1">
                <a:latin typeface="Arial"/>
                <a:cs typeface="Arial"/>
              </a:rPr>
              <a:t>Gamb</a:t>
            </a:r>
            <a:r>
              <a:rPr dirty="0" smtClean="0" sz="2400" spc="0" b="1">
                <a:latin typeface="Arial"/>
                <a:cs typeface="Arial"/>
              </a:rPr>
              <a:t>a</a:t>
            </a:r>
            <a:r>
              <a:rPr dirty="0" smtClean="0" sz="2400" spc="0" b="1">
                <a:latin typeface="Arial"/>
                <a:cs typeface="Arial"/>
              </a:rPr>
              <a:t>r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59688" y="159169"/>
            <a:ext cx="61364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dan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85153" y="159169"/>
            <a:ext cx="240216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g</a:t>
            </a:r>
            <a:r>
              <a:rPr dirty="0" smtClean="0" sz="2400" spc="-4" b="1">
                <a:latin typeface="Arial"/>
                <a:cs typeface="Arial"/>
              </a:rPr>
              <a:t>k</a:t>
            </a:r>
            <a:r>
              <a:rPr dirty="0" smtClean="0" sz="2400" spc="-4" b="1">
                <a:latin typeface="Arial"/>
                <a:cs typeface="Arial"/>
              </a:rPr>
              <a:t>o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y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62008" y="6471832"/>
            <a:ext cx="32989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27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00228" y="685800"/>
            <a:ext cx="2657856" cy="3276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352800" y="685800"/>
            <a:ext cx="2624328" cy="32766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6400800" y="685800"/>
            <a:ext cx="2622804" cy="3276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276600" y="4108704"/>
            <a:ext cx="5029200" cy="1741932"/>
          </a:xfrm>
          <a:custGeom>
            <a:avLst/>
            <a:gdLst/>
            <a:ahLst/>
            <a:cxnLst/>
            <a:rect l="l" t="t" r="r" b="b"/>
            <a:pathLst>
              <a:path w="5029200" h="1741931">
                <a:moveTo>
                  <a:pt x="0" y="1741932"/>
                </a:moveTo>
                <a:lnTo>
                  <a:pt x="5029200" y="1741932"/>
                </a:lnTo>
                <a:lnTo>
                  <a:pt x="5029200" y="0"/>
                </a:lnTo>
                <a:lnTo>
                  <a:pt x="0" y="0"/>
                </a:lnTo>
                <a:lnTo>
                  <a:pt x="0" y="174193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67000" y="4114800"/>
            <a:ext cx="381000" cy="1735836"/>
          </a:xfrm>
          <a:custGeom>
            <a:avLst/>
            <a:gdLst/>
            <a:ahLst/>
            <a:cxnLst/>
            <a:rect l="l" t="t" r="r" b="b"/>
            <a:pathLst>
              <a:path w="381000" h="1735836">
                <a:moveTo>
                  <a:pt x="381000" y="1735836"/>
                </a:moveTo>
                <a:lnTo>
                  <a:pt x="348244" y="1733704"/>
                </a:lnTo>
                <a:lnTo>
                  <a:pt x="317300" y="1727549"/>
                </a:lnTo>
                <a:lnTo>
                  <a:pt x="288639" y="1717726"/>
                </a:lnTo>
                <a:lnTo>
                  <a:pt x="262732" y="1704591"/>
                </a:lnTo>
                <a:lnTo>
                  <a:pt x="240050" y="1688502"/>
                </a:lnTo>
                <a:lnTo>
                  <a:pt x="221064" y="1669815"/>
                </a:lnTo>
                <a:lnTo>
                  <a:pt x="206245" y="1648886"/>
                </a:lnTo>
                <a:lnTo>
                  <a:pt x="196064" y="1626072"/>
                </a:lnTo>
                <a:lnTo>
                  <a:pt x="190993" y="1601729"/>
                </a:lnTo>
                <a:lnTo>
                  <a:pt x="190500" y="1591246"/>
                </a:lnTo>
                <a:lnTo>
                  <a:pt x="190500" y="1012570"/>
                </a:lnTo>
                <a:lnTo>
                  <a:pt x="189788" y="999982"/>
                </a:lnTo>
                <a:lnTo>
                  <a:pt x="187691" y="987693"/>
                </a:lnTo>
                <a:lnTo>
                  <a:pt x="184268" y="975749"/>
                </a:lnTo>
                <a:lnTo>
                  <a:pt x="179579" y="964195"/>
                </a:lnTo>
                <a:lnTo>
                  <a:pt x="173682" y="953075"/>
                </a:lnTo>
                <a:lnTo>
                  <a:pt x="166635" y="942433"/>
                </a:lnTo>
                <a:lnTo>
                  <a:pt x="158497" y="932314"/>
                </a:lnTo>
                <a:lnTo>
                  <a:pt x="149329" y="922763"/>
                </a:lnTo>
                <a:lnTo>
                  <a:pt x="139187" y="913825"/>
                </a:lnTo>
                <a:lnTo>
                  <a:pt x="128132" y="905544"/>
                </a:lnTo>
                <a:lnTo>
                  <a:pt x="116221" y="897964"/>
                </a:lnTo>
                <a:lnTo>
                  <a:pt x="103515" y="891130"/>
                </a:lnTo>
                <a:lnTo>
                  <a:pt x="90071" y="885087"/>
                </a:lnTo>
                <a:lnTo>
                  <a:pt x="75949" y="879879"/>
                </a:lnTo>
                <a:lnTo>
                  <a:pt x="61207" y="875552"/>
                </a:lnTo>
                <a:lnTo>
                  <a:pt x="45904" y="872149"/>
                </a:lnTo>
                <a:lnTo>
                  <a:pt x="30100" y="869715"/>
                </a:lnTo>
                <a:lnTo>
                  <a:pt x="13852" y="868294"/>
                </a:lnTo>
                <a:lnTo>
                  <a:pt x="0" y="867918"/>
                </a:lnTo>
                <a:lnTo>
                  <a:pt x="16572" y="867377"/>
                </a:lnTo>
                <a:lnTo>
                  <a:pt x="48476" y="863188"/>
                </a:lnTo>
                <a:lnTo>
                  <a:pt x="78333" y="855152"/>
                </a:lnTo>
                <a:lnTo>
                  <a:pt x="105673" y="843626"/>
                </a:lnTo>
                <a:lnTo>
                  <a:pt x="130024" y="828967"/>
                </a:lnTo>
                <a:lnTo>
                  <a:pt x="150916" y="811530"/>
                </a:lnTo>
                <a:lnTo>
                  <a:pt x="167879" y="791674"/>
                </a:lnTo>
                <a:lnTo>
                  <a:pt x="180441" y="769755"/>
                </a:lnTo>
                <a:lnTo>
                  <a:pt x="188131" y="746129"/>
                </a:lnTo>
                <a:lnTo>
                  <a:pt x="190500" y="723264"/>
                </a:lnTo>
                <a:lnTo>
                  <a:pt x="190500" y="144652"/>
                </a:lnTo>
                <a:lnTo>
                  <a:pt x="191211" y="132064"/>
                </a:lnTo>
                <a:lnTo>
                  <a:pt x="193308" y="119775"/>
                </a:lnTo>
                <a:lnTo>
                  <a:pt x="196731" y="107831"/>
                </a:lnTo>
                <a:lnTo>
                  <a:pt x="201420" y="96277"/>
                </a:lnTo>
                <a:lnTo>
                  <a:pt x="207317" y="85157"/>
                </a:lnTo>
                <a:lnTo>
                  <a:pt x="214364" y="74515"/>
                </a:lnTo>
                <a:lnTo>
                  <a:pt x="222502" y="64396"/>
                </a:lnTo>
                <a:lnTo>
                  <a:pt x="231670" y="54845"/>
                </a:lnTo>
                <a:lnTo>
                  <a:pt x="241812" y="45907"/>
                </a:lnTo>
                <a:lnTo>
                  <a:pt x="252867" y="37626"/>
                </a:lnTo>
                <a:lnTo>
                  <a:pt x="264778" y="30046"/>
                </a:lnTo>
                <a:lnTo>
                  <a:pt x="277484" y="23212"/>
                </a:lnTo>
                <a:lnTo>
                  <a:pt x="290928" y="17169"/>
                </a:lnTo>
                <a:lnTo>
                  <a:pt x="305050" y="11961"/>
                </a:lnTo>
                <a:lnTo>
                  <a:pt x="319792" y="7634"/>
                </a:lnTo>
                <a:lnTo>
                  <a:pt x="335095" y="4231"/>
                </a:lnTo>
                <a:lnTo>
                  <a:pt x="350899" y="1797"/>
                </a:lnTo>
                <a:lnTo>
                  <a:pt x="367147" y="376"/>
                </a:lnTo>
                <a:lnTo>
                  <a:pt x="3810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00228" y="5943600"/>
            <a:ext cx="9375648" cy="376428"/>
          </a:xfrm>
          <a:custGeom>
            <a:avLst/>
            <a:gdLst/>
            <a:ahLst/>
            <a:cxnLst/>
            <a:rect l="l" t="t" r="r" b="b"/>
            <a:pathLst>
              <a:path w="9375648" h="376427">
                <a:moveTo>
                  <a:pt x="0" y="376428"/>
                </a:moveTo>
                <a:lnTo>
                  <a:pt x="9375648" y="376428"/>
                </a:lnTo>
                <a:lnTo>
                  <a:pt x="9375648" y="0"/>
                </a:lnTo>
                <a:lnTo>
                  <a:pt x="0" y="0"/>
                </a:lnTo>
                <a:lnTo>
                  <a:pt x="0" y="376428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00228" y="5943600"/>
            <a:ext cx="9375648" cy="376428"/>
          </a:xfrm>
          <a:custGeom>
            <a:avLst/>
            <a:gdLst/>
            <a:ahLst/>
            <a:cxnLst/>
            <a:rect l="l" t="t" r="r" b="b"/>
            <a:pathLst>
              <a:path w="9375648" h="376427">
                <a:moveTo>
                  <a:pt x="0" y="376428"/>
                </a:moveTo>
                <a:lnTo>
                  <a:pt x="9375648" y="376428"/>
                </a:lnTo>
                <a:lnTo>
                  <a:pt x="9375648" y="0"/>
                </a:lnTo>
                <a:lnTo>
                  <a:pt x="0" y="0"/>
                </a:lnTo>
                <a:lnTo>
                  <a:pt x="0" y="376428"/>
                </a:lnTo>
                <a:close/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D.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7443" y="159169"/>
            <a:ext cx="144444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Informasi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22793" y="159169"/>
            <a:ext cx="122324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 b="1">
                <a:latin typeface="Arial"/>
                <a:cs typeface="Arial"/>
              </a:rPr>
              <a:t>Gamb</a:t>
            </a:r>
            <a:r>
              <a:rPr dirty="0" smtClean="0" sz="2400" spc="0" b="1">
                <a:latin typeface="Arial"/>
                <a:cs typeface="Arial"/>
              </a:rPr>
              <a:t>a</a:t>
            </a:r>
            <a:r>
              <a:rPr dirty="0" smtClean="0" sz="2400" spc="0" b="1">
                <a:latin typeface="Arial"/>
                <a:cs typeface="Arial"/>
              </a:rPr>
              <a:t>r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59688" y="159169"/>
            <a:ext cx="61364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dan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85153" y="159169"/>
            <a:ext cx="240216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g</a:t>
            </a:r>
            <a:r>
              <a:rPr dirty="0" smtClean="0" sz="2400" spc="-4" b="1">
                <a:latin typeface="Arial"/>
                <a:cs typeface="Arial"/>
              </a:rPr>
              <a:t>k</a:t>
            </a:r>
            <a:r>
              <a:rPr dirty="0" smtClean="0" sz="2400" spc="-4" b="1">
                <a:latin typeface="Arial"/>
                <a:cs typeface="Arial"/>
              </a:rPr>
              <a:t>o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y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8968" y="4594256"/>
            <a:ext cx="1880108" cy="988625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45719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1</a:t>
            </a:r>
            <a:r>
              <a:rPr dirty="0" smtClean="0" sz="2400" b="1">
                <a:latin typeface="Arial"/>
                <a:cs typeface="Arial"/>
              </a:rPr>
              <a:t> </a:t>
            </a:r>
            <a:r>
              <a:rPr dirty="0" smtClean="0" sz="2400" b="1">
                <a:latin typeface="Arial"/>
                <a:cs typeface="Arial"/>
              </a:rPr>
              <a:t>pixel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2590"/>
              </a:lnSpc>
              <a:spcBef>
                <a:spcPts val="1"/>
              </a:spcBef>
            </a:pPr>
            <a:r>
              <a:rPr dirty="0" smtClean="0" sz="2400" spc="-2" b="1">
                <a:latin typeface="Arial"/>
                <a:cs typeface="Arial"/>
              </a:rPr>
              <a:t>di</a:t>
            </a:r>
            <a:r>
              <a:rPr dirty="0" smtClean="0" sz="2400" spc="-2" b="1">
                <a:latin typeface="Arial"/>
                <a:cs typeface="Arial"/>
              </a:rPr>
              <a:t>w</a:t>
            </a:r>
            <a:r>
              <a:rPr dirty="0" smtClean="0" sz="2400" spc="-2" b="1">
                <a:latin typeface="Arial"/>
                <a:cs typeface="Arial"/>
              </a:rPr>
              <a:t>akili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oleh</a:t>
            </a:r>
            <a:endParaRPr sz="2400">
              <a:latin typeface="Arial"/>
              <a:cs typeface="Arial"/>
            </a:endParaRPr>
          </a:p>
          <a:p>
            <a:pPr marL="12700" marR="45719">
              <a:lnSpc>
                <a:spcPts val="2590"/>
              </a:lnSpc>
            </a:pPr>
            <a:r>
              <a:rPr dirty="0" smtClean="0" sz="2400" b="1">
                <a:latin typeface="Arial"/>
                <a:cs typeface="Arial"/>
              </a:rPr>
              <a:t>….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34576" y="6471832"/>
            <a:ext cx="35779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28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0228" y="5943600"/>
            <a:ext cx="9375648" cy="376428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346557">
              <a:lnSpc>
                <a:spcPct val="95825"/>
              </a:lnSpc>
            </a:pPr>
            <a:r>
              <a:rPr dirty="0" smtClean="0" sz="1800" spc="0" b="1">
                <a:latin typeface="Arial"/>
                <a:cs typeface="Arial"/>
              </a:rPr>
              <a:t>S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r>
              <a:rPr dirty="0" smtClean="0" sz="1800" spc="0" b="1">
                <a:latin typeface="Arial"/>
                <a:cs typeface="Arial"/>
              </a:rPr>
              <a:t>m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kin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ban</a:t>
            </a:r>
            <a:r>
              <a:rPr dirty="0" smtClean="0" sz="1800" spc="0" b="1">
                <a:latin typeface="Arial"/>
                <a:cs typeface="Arial"/>
              </a:rPr>
              <a:t>y</a:t>
            </a:r>
            <a:r>
              <a:rPr dirty="0" smtClean="0" sz="1800" spc="0" b="1">
                <a:latin typeface="Arial"/>
                <a:cs typeface="Arial"/>
              </a:rPr>
              <a:t>ak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b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t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y</a:t>
            </a:r>
            <a:r>
              <a:rPr dirty="0" smtClean="0" sz="1800" spc="0" b="1">
                <a:latin typeface="Arial"/>
                <a:cs typeface="Arial"/>
              </a:rPr>
              <a:t>g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m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r>
              <a:rPr dirty="0" smtClean="0" sz="1800" spc="0" b="1">
                <a:latin typeface="Arial"/>
                <a:cs typeface="Arial"/>
              </a:rPr>
              <a:t>w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k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l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w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r</a:t>
            </a:r>
            <a:r>
              <a:rPr dirty="0" smtClean="0" sz="1800" spc="0" b="1">
                <a:latin typeface="Arial"/>
                <a:cs typeface="Arial"/>
              </a:rPr>
              <a:t>na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gamb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r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>
                <a:latin typeface="Wingdings"/>
                <a:cs typeface="Wingdings"/>
              </a:rPr>
              <a:t></a:t>
            </a:r>
            <a:r>
              <a:rPr dirty="0" smtClean="0" sz="1800" spc="54">
                <a:latin typeface="Times New Roman"/>
                <a:cs typeface="Times New Roman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ku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l</a:t>
            </a:r>
            <a:r>
              <a:rPr dirty="0" smtClean="0" sz="1800" spc="0" b="1">
                <a:latin typeface="Arial"/>
                <a:cs typeface="Arial"/>
              </a:rPr>
              <a:t>i</a:t>
            </a:r>
            <a:r>
              <a:rPr dirty="0" smtClean="0" sz="1800" spc="0" b="1">
                <a:latin typeface="Arial"/>
                <a:cs typeface="Arial"/>
              </a:rPr>
              <a:t>tas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g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m</a:t>
            </a:r>
            <a:r>
              <a:rPr dirty="0" smtClean="0" sz="1800" spc="0" b="1">
                <a:latin typeface="Arial"/>
                <a:cs typeface="Arial"/>
              </a:rPr>
              <a:t>bar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s</a:t>
            </a:r>
            <a:r>
              <a:rPr dirty="0" smtClean="0" sz="1800" spc="0" b="1">
                <a:latin typeface="Arial"/>
                <a:cs typeface="Arial"/>
              </a:rPr>
              <a:t>e</a:t>
            </a:r>
            <a:r>
              <a:rPr dirty="0" smtClean="0" sz="1800" spc="0" b="1">
                <a:latin typeface="Arial"/>
                <a:cs typeface="Arial"/>
              </a:rPr>
              <a:t>m</a:t>
            </a:r>
            <a:r>
              <a:rPr dirty="0" smtClean="0" sz="1800" spc="0" b="1">
                <a:latin typeface="Arial"/>
                <a:cs typeface="Arial"/>
              </a:rPr>
              <a:t>a</a:t>
            </a:r>
            <a:r>
              <a:rPr dirty="0" smtClean="0" sz="1800" spc="0" b="1">
                <a:latin typeface="Arial"/>
                <a:cs typeface="Arial"/>
              </a:rPr>
              <a:t>k</a:t>
            </a:r>
            <a:r>
              <a:rPr dirty="0" smtClean="0" sz="1800" spc="0" b="1">
                <a:latin typeface="Arial"/>
                <a:cs typeface="Arial"/>
              </a:rPr>
              <a:t>in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baik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276600" y="4108704"/>
            <a:ext cx="5029200" cy="1741932"/>
          </a:xfrm>
          <a:prstGeom prst="rect">
            <a:avLst/>
          </a:prstGeom>
        </p:spPr>
        <p:txBody>
          <a:bodyPr wrap="square" lIns="0" tIns="10858" rIns="0" bIns="0" rtlCol="0">
            <a:noAutofit/>
          </a:bodyPr>
          <a:lstStyle/>
          <a:p>
            <a:pPr marL="92075">
              <a:lnSpc>
                <a:spcPts val="1710"/>
              </a:lnSpc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1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bit</a:t>
            </a:r>
            <a:r>
              <a:rPr dirty="0" smtClean="0" sz="1600" spc="0" b="1">
                <a:latin typeface="Arial"/>
                <a:cs typeface="Arial"/>
              </a:rPr>
              <a:t>                  </a:t>
            </a:r>
            <a:r>
              <a:rPr dirty="0" smtClean="0" sz="1600" spc="423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(</a:t>
            </a:r>
            <a:r>
              <a:rPr dirty="0" smtClean="0" sz="1600" spc="-4" b="1">
                <a:latin typeface="Arial"/>
                <a:cs typeface="Arial"/>
              </a:rPr>
              <a:t>b</a:t>
            </a:r>
            <a:r>
              <a:rPr dirty="0" smtClean="0" sz="1600" spc="0" b="1">
                <a:latin typeface="Arial"/>
                <a:cs typeface="Arial"/>
              </a:rPr>
              <a:t>lack</a:t>
            </a:r>
            <a:r>
              <a:rPr dirty="0" smtClean="0" sz="1600" spc="-21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and</a:t>
            </a:r>
            <a:r>
              <a:rPr dirty="0" smtClean="0" sz="1600" spc="-23" b="1">
                <a:latin typeface="Arial"/>
                <a:cs typeface="Arial"/>
              </a:rPr>
              <a:t> </a:t>
            </a:r>
            <a:r>
              <a:rPr dirty="0" smtClean="0" sz="1600" spc="39" b="1">
                <a:latin typeface="Arial"/>
                <a:cs typeface="Arial"/>
              </a:rPr>
              <a:t>w</a:t>
            </a:r>
            <a:r>
              <a:rPr dirty="0" smtClean="0" sz="1600" spc="0" b="1">
                <a:latin typeface="Arial"/>
                <a:cs typeface="Arial"/>
              </a:rPr>
              <a:t>hi</a:t>
            </a:r>
            <a:r>
              <a:rPr dirty="0" smtClean="0" sz="1600" spc="-4" b="1">
                <a:latin typeface="Arial"/>
                <a:cs typeface="Arial"/>
              </a:rPr>
              <a:t>t</a:t>
            </a:r>
            <a:r>
              <a:rPr dirty="0" smtClean="0" sz="1600" spc="0" b="1">
                <a:latin typeface="Arial"/>
                <a:cs typeface="Arial"/>
              </a:rPr>
              <a:t>e)</a:t>
            </a:r>
            <a:endParaRPr sz="1600">
              <a:latin typeface="Arial"/>
              <a:cs typeface="Arial"/>
            </a:endParaRPr>
          </a:p>
          <a:p>
            <a:pPr marL="92075">
              <a:lnSpc>
                <a:spcPct val="95825"/>
              </a:lnSpc>
              <a:spcBef>
                <a:spcPts val="379"/>
              </a:spcBef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1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b</a:t>
            </a:r>
            <a:r>
              <a:rPr dirty="0" smtClean="0" sz="1600" spc="-39" b="1">
                <a:latin typeface="Arial"/>
                <a:cs typeface="Arial"/>
              </a:rPr>
              <a:t>y</a:t>
            </a:r>
            <a:r>
              <a:rPr dirty="0" smtClean="0" sz="1600" spc="0" b="1">
                <a:latin typeface="Arial"/>
                <a:cs typeface="Arial"/>
              </a:rPr>
              <a:t>te</a:t>
            </a:r>
            <a:r>
              <a:rPr dirty="0" smtClean="0" sz="1600" spc="0" b="1">
                <a:latin typeface="Arial"/>
                <a:cs typeface="Arial"/>
              </a:rPr>
              <a:t>                </a:t>
            </a:r>
            <a:r>
              <a:rPr dirty="0" smtClean="0" sz="1600" spc="2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(</a:t>
            </a:r>
            <a:r>
              <a:rPr dirty="0" smtClean="0" sz="1600" spc="-4" b="1">
                <a:latin typeface="Arial"/>
                <a:cs typeface="Arial"/>
              </a:rPr>
              <a:t>g</a:t>
            </a:r>
            <a:r>
              <a:rPr dirty="0" smtClean="0" sz="1600" spc="0" b="1">
                <a:latin typeface="Arial"/>
                <a:cs typeface="Arial"/>
              </a:rPr>
              <a:t>ray</a:t>
            </a:r>
            <a:r>
              <a:rPr dirty="0" smtClean="0" sz="1600" spc="-9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scale)</a:t>
            </a:r>
            <a:endParaRPr sz="1600">
              <a:latin typeface="Arial"/>
              <a:cs typeface="Arial"/>
            </a:endParaRPr>
          </a:p>
          <a:p>
            <a:pPr marL="92075">
              <a:lnSpc>
                <a:spcPct val="95825"/>
              </a:lnSpc>
              <a:spcBef>
                <a:spcPts val="464"/>
              </a:spcBef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1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-4" b="1">
                <a:latin typeface="Arial"/>
                <a:cs typeface="Arial"/>
              </a:rPr>
              <a:t>b</a:t>
            </a:r>
            <a:r>
              <a:rPr dirty="0" smtClean="0" sz="1600" spc="-34" b="1">
                <a:latin typeface="Arial"/>
                <a:cs typeface="Arial"/>
              </a:rPr>
              <a:t>y</a:t>
            </a:r>
            <a:r>
              <a:rPr dirty="0" smtClean="0" sz="1600" spc="0" b="1">
                <a:latin typeface="Arial"/>
                <a:cs typeface="Arial"/>
              </a:rPr>
              <a:t>te</a:t>
            </a:r>
            <a:r>
              <a:rPr dirty="0" smtClean="0" sz="1600" spc="0" b="1">
                <a:latin typeface="Arial"/>
                <a:cs typeface="Arial"/>
              </a:rPr>
              <a:t>                </a:t>
            </a:r>
            <a:r>
              <a:rPr dirty="0" smtClean="0" sz="1600" spc="11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(</a:t>
            </a:r>
            <a:r>
              <a:rPr dirty="0" smtClean="0" sz="1600" spc="-4" b="1">
                <a:latin typeface="Arial"/>
                <a:cs typeface="Arial"/>
              </a:rPr>
              <a:t>2</a:t>
            </a:r>
            <a:r>
              <a:rPr dirty="0" smtClean="0" sz="1600" spc="0" b="1">
                <a:latin typeface="Arial"/>
                <a:cs typeface="Arial"/>
              </a:rPr>
              <a:t>56</a:t>
            </a:r>
            <a:r>
              <a:rPr dirty="0" smtClean="0" sz="1600" spc="-21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c</a:t>
            </a:r>
            <a:r>
              <a:rPr dirty="0" smtClean="0" sz="1600" spc="-4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l</a:t>
            </a:r>
            <a:r>
              <a:rPr dirty="0" smtClean="0" sz="1600" spc="-4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r)</a:t>
            </a:r>
            <a:endParaRPr sz="1600">
              <a:latin typeface="Arial"/>
              <a:cs typeface="Arial"/>
            </a:endParaRPr>
          </a:p>
          <a:p>
            <a:pPr marL="92075">
              <a:lnSpc>
                <a:spcPct val="95825"/>
              </a:lnSpc>
              <a:spcBef>
                <a:spcPts val="465"/>
              </a:spcBef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2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b</a:t>
            </a:r>
            <a:r>
              <a:rPr dirty="0" smtClean="0" sz="1600" spc="-39" b="1">
                <a:latin typeface="Arial"/>
                <a:cs typeface="Arial"/>
              </a:rPr>
              <a:t>y</a:t>
            </a:r>
            <a:r>
              <a:rPr dirty="0" smtClean="0" sz="1600" spc="0" b="1">
                <a:latin typeface="Arial"/>
                <a:cs typeface="Arial"/>
              </a:rPr>
              <a:t>te</a:t>
            </a:r>
            <a:r>
              <a:rPr dirty="0" smtClean="0" sz="1600" spc="0" b="1">
                <a:latin typeface="Arial"/>
                <a:cs typeface="Arial"/>
              </a:rPr>
              <a:t>                </a:t>
            </a:r>
            <a:r>
              <a:rPr dirty="0" smtClean="0" sz="1600" spc="2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(64k</a:t>
            </a:r>
            <a:r>
              <a:rPr dirty="0" smtClean="0" sz="1600" spc="-21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col</a:t>
            </a:r>
            <a:r>
              <a:rPr dirty="0" smtClean="0" sz="1600" spc="-4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r)</a:t>
            </a:r>
            <a:endParaRPr sz="1600">
              <a:latin typeface="Arial"/>
              <a:cs typeface="Arial"/>
            </a:endParaRPr>
          </a:p>
          <a:p>
            <a:pPr marL="92075">
              <a:lnSpc>
                <a:spcPct val="95825"/>
              </a:lnSpc>
              <a:spcBef>
                <a:spcPts val="464"/>
              </a:spcBef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3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b</a:t>
            </a:r>
            <a:r>
              <a:rPr dirty="0" smtClean="0" sz="1600" spc="-39" b="1">
                <a:latin typeface="Arial"/>
                <a:cs typeface="Arial"/>
              </a:rPr>
              <a:t>y</a:t>
            </a:r>
            <a:r>
              <a:rPr dirty="0" smtClean="0" sz="1600" spc="0" b="1">
                <a:latin typeface="Arial"/>
                <a:cs typeface="Arial"/>
              </a:rPr>
              <a:t>te</a:t>
            </a:r>
            <a:r>
              <a:rPr dirty="0" smtClean="0" sz="1600" spc="0" b="1">
                <a:latin typeface="Arial"/>
                <a:cs typeface="Arial"/>
              </a:rPr>
              <a:t>                </a:t>
            </a:r>
            <a:r>
              <a:rPr dirty="0" smtClean="0" sz="1600" spc="2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(16M</a:t>
            </a:r>
            <a:r>
              <a:rPr dirty="0" smtClean="0" sz="1600" spc="-11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col</a:t>
            </a:r>
            <a:r>
              <a:rPr dirty="0" smtClean="0" sz="1600" spc="-4" b="1">
                <a:latin typeface="Arial"/>
                <a:cs typeface="Arial"/>
              </a:rPr>
              <a:t>o</a:t>
            </a:r>
            <a:r>
              <a:rPr dirty="0" smtClean="0" sz="1600" spc="0" b="1">
                <a:latin typeface="Arial"/>
                <a:cs typeface="Arial"/>
              </a:rPr>
              <a:t>r)</a:t>
            </a:r>
            <a:endParaRPr sz="1600">
              <a:latin typeface="Arial"/>
              <a:cs typeface="Arial"/>
            </a:endParaRPr>
          </a:p>
          <a:p>
            <a:pPr marL="92075">
              <a:lnSpc>
                <a:spcPct val="95825"/>
              </a:lnSpc>
              <a:spcBef>
                <a:spcPts val="464"/>
              </a:spcBef>
            </a:pPr>
            <a:r>
              <a:rPr dirty="0" smtClean="0" sz="1600" spc="0">
                <a:latin typeface="Arial"/>
                <a:cs typeface="Arial"/>
              </a:rPr>
              <a:t>•</a:t>
            </a:r>
            <a:r>
              <a:rPr dirty="0" smtClean="0" sz="1600" spc="0">
                <a:latin typeface="Arial"/>
                <a:cs typeface="Arial"/>
              </a:rPr>
              <a:t>  </a:t>
            </a:r>
            <a:r>
              <a:rPr dirty="0" smtClean="0" sz="1600" spc="362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4</a:t>
            </a:r>
            <a:r>
              <a:rPr dirty="0" smtClean="0" sz="1600" spc="-8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b</a:t>
            </a:r>
            <a:r>
              <a:rPr dirty="0" smtClean="0" sz="1600" spc="-39" b="1">
                <a:latin typeface="Arial"/>
                <a:cs typeface="Arial"/>
              </a:rPr>
              <a:t>y</a:t>
            </a:r>
            <a:r>
              <a:rPr dirty="0" smtClean="0" sz="1600" spc="0" b="1">
                <a:latin typeface="Arial"/>
                <a:cs typeface="Arial"/>
              </a:rPr>
              <a:t>te</a:t>
            </a:r>
            <a:r>
              <a:rPr dirty="0" smtClean="0" sz="1600" spc="22" b="1">
                <a:latin typeface="Arial"/>
                <a:cs typeface="Arial"/>
              </a:rPr>
              <a:t> </a:t>
            </a:r>
            <a:r>
              <a:rPr dirty="0" smtClean="0" sz="1600" spc="0" b="1">
                <a:latin typeface="Arial"/>
                <a:cs typeface="Arial"/>
              </a:rPr>
              <a:t>….dst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8740" y="159169"/>
            <a:ext cx="6108579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D.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Informasi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Gamb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dan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P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g</a:t>
            </a:r>
            <a:r>
              <a:rPr dirty="0" smtClean="0" sz="2400" spc="-2" b="1">
                <a:latin typeface="Arial"/>
                <a:cs typeface="Arial"/>
              </a:rPr>
              <a:t>k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y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82016" y="793606"/>
            <a:ext cx="6801408" cy="1144063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 marR="45720">
              <a:lnSpc>
                <a:spcPts val="3779"/>
              </a:lnSpc>
            </a:pPr>
            <a:r>
              <a:rPr dirty="0" smtClean="0" sz="3600" b="1" i="1">
                <a:solidFill>
                  <a:srgbClr val="008000"/>
                </a:solidFill>
                <a:latin typeface="Arial"/>
                <a:cs typeface="Arial"/>
              </a:rPr>
              <a:t>Pengkodean</a:t>
            </a:r>
            <a:r>
              <a:rPr dirty="0" smtClean="0" sz="3600" b="1" i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600" b="1" i="1">
                <a:solidFill>
                  <a:srgbClr val="008000"/>
                </a:solidFill>
                <a:latin typeface="Arial"/>
                <a:cs typeface="Arial"/>
              </a:rPr>
              <a:t>Gambar</a:t>
            </a:r>
            <a:endParaRPr sz="3600">
              <a:latin typeface="Arial"/>
              <a:cs typeface="Arial"/>
            </a:endParaRPr>
          </a:p>
          <a:p>
            <a:pPr marL="165100">
              <a:lnSpc>
                <a:spcPct val="95825"/>
              </a:lnSpc>
              <a:spcBef>
                <a:spcPts val="2232"/>
              </a:spcBef>
            </a:pPr>
            <a:r>
              <a:rPr dirty="0" smtClean="0" sz="2400" spc="0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ta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sang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fa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de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berbag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isti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4416" y="1973611"/>
            <a:ext cx="2866136" cy="695959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me</a:t>
            </a:r>
            <a:r>
              <a:rPr dirty="0" smtClean="0" sz="2400">
                <a:latin typeface="Arial"/>
                <a:cs typeface="Arial"/>
              </a:rPr>
              <a:t>r</a:t>
            </a:r>
            <a:r>
              <a:rPr dirty="0" smtClean="0" sz="2400">
                <a:latin typeface="Arial"/>
                <a:cs typeface="Arial"/>
              </a:rPr>
              <a:t>up</a:t>
            </a:r>
            <a:r>
              <a:rPr dirty="0" smtClean="0" sz="2400">
                <a:latin typeface="Arial"/>
                <a:cs typeface="Arial"/>
              </a:rPr>
              <a:t>a</a:t>
            </a:r>
            <a:r>
              <a:rPr dirty="0" smtClean="0" sz="2400">
                <a:latin typeface="Arial"/>
                <a:cs typeface="Arial"/>
              </a:rPr>
              <a:t>kan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berbag</a:t>
            </a:r>
            <a:r>
              <a:rPr dirty="0" smtClean="0" sz="2400">
                <a:latin typeface="Arial"/>
                <a:cs typeface="Arial"/>
              </a:rPr>
              <a:t>a</a:t>
            </a:r>
            <a:r>
              <a:rPr dirty="0" smtClean="0" sz="2400">
                <a:latin typeface="Arial"/>
                <a:cs typeface="Arial"/>
              </a:rPr>
              <a:t>i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>
                <a:latin typeface="Arial"/>
                <a:cs typeface="Arial"/>
              </a:rPr>
              <a:t>berikut: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18433" y="1973611"/>
            <a:ext cx="697179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j</a:t>
            </a:r>
            <a:r>
              <a:rPr dirty="0" smtClean="0" sz="2400" spc="0">
                <a:latin typeface="Arial"/>
                <a:cs typeface="Arial"/>
              </a:rPr>
              <a:t>en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29227" y="1973611"/>
            <a:ext cx="866952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ekn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011623" y="1973611"/>
            <a:ext cx="1307388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kompresi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32626" y="1973611"/>
            <a:ext cx="64749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cit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93737" y="1973611"/>
            <a:ext cx="113731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sebag</a:t>
            </a:r>
            <a:r>
              <a:rPr dirty="0" smtClean="0" sz="2400" spc="-1">
                <a:latin typeface="Arial"/>
                <a:cs typeface="Arial"/>
              </a:rPr>
              <a:t>a</a:t>
            </a:r>
            <a:r>
              <a:rPr dirty="0" smtClean="0" sz="2400" spc="-1">
                <a:latin typeface="Arial"/>
                <a:cs typeface="Arial"/>
              </a:rPr>
              <a:t>i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72870" y="3055651"/>
            <a:ext cx="177952" cy="1976431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152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1434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1560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560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15770" y="3055651"/>
            <a:ext cx="866038" cy="1976431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>
                <a:latin typeface="Arial"/>
                <a:cs typeface="Arial"/>
              </a:rPr>
              <a:t>JP</a:t>
            </a:r>
            <a:r>
              <a:rPr dirty="0" smtClean="0" sz="2400" spc="-2">
                <a:latin typeface="Arial"/>
                <a:cs typeface="Arial"/>
              </a:rPr>
              <a:t>E</a:t>
            </a:r>
            <a:r>
              <a:rPr dirty="0" smtClean="0" sz="2400" spc="-2">
                <a:latin typeface="Arial"/>
                <a:cs typeface="Arial"/>
              </a:rPr>
              <a:t>G</a:t>
            </a:r>
            <a:endParaRPr sz="2400">
              <a:latin typeface="Arial"/>
              <a:cs typeface="Arial"/>
            </a:endParaRPr>
          </a:p>
          <a:p>
            <a:pPr marL="12700" marR="140263">
              <a:lnSpc>
                <a:spcPts val="4320"/>
              </a:lnSpc>
              <a:spcBef>
                <a:spcPts val="443"/>
              </a:spcBef>
            </a:pPr>
            <a:r>
              <a:rPr dirty="0" smtClean="0" sz="2400" spc="1">
                <a:latin typeface="Arial"/>
                <a:cs typeface="Arial"/>
              </a:rPr>
              <a:t>GIF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BMP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dst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5132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29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381000" y="2040636"/>
            <a:ext cx="9296400" cy="397916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78740" y="97765"/>
            <a:ext cx="471298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b="1">
                <a:latin typeface="Arial"/>
                <a:cs typeface="Arial"/>
              </a:rPr>
              <a:t>E.</a:t>
            </a:r>
            <a:endParaRPr sz="3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761" y="97765"/>
            <a:ext cx="1914460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I</a:t>
            </a:r>
            <a:r>
              <a:rPr dirty="0" smtClean="0" sz="3200" spc="-4" b="1">
                <a:latin typeface="Arial"/>
                <a:cs typeface="Arial"/>
              </a:rPr>
              <a:t>nfor</a:t>
            </a:r>
            <a:r>
              <a:rPr dirty="0" smtClean="0" sz="3200" spc="-4" b="1">
                <a:latin typeface="Arial"/>
                <a:cs typeface="Arial"/>
              </a:rPr>
              <a:t>m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s</a:t>
            </a:r>
            <a:r>
              <a:rPr dirty="0" smtClean="0" sz="3200" spc="-4" b="1">
                <a:latin typeface="Arial"/>
                <a:cs typeface="Arial"/>
              </a:rPr>
              <a:t>i</a:t>
            </a:r>
            <a:endParaRPr sz="3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15501" y="97765"/>
            <a:ext cx="1185549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15" b="1">
                <a:latin typeface="Arial"/>
                <a:cs typeface="Arial"/>
              </a:rPr>
              <a:t>V</a:t>
            </a:r>
            <a:r>
              <a:rPr dirty="0" smtClean="0" sz="3200" spc="-15" b="1">
                <a:latin typeface="Arial"/>
                <a:cs typeface="Arial"/>
              </a:rPr>
              <a:t>id</a:t>
            </a:r>
            <a:r>
              <a:rPr dirty="0" smtClean="0" sz="3200" spc="-15" b="1">
                <a:latin typeface="Arial"/>
                <a:cs typeface="Arial"/>
              </a:rPr>
              <a:t>e</a:t>
            </a:r>
            <a:r>
              <a:rPr dirty="0" smtClean="0" sz="3200" spc="-15" b="1">
                <a:latin typeface="Arial"/>
                <a:cs typeface="Arial"/>
              </a:rPr>
              <a:t>o</a:t>
            </a:r>
            <a:endParaRPr sz="3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25330" y="97765"/>
            <a:ext cx="80928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d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n</a:t>
            </a:r>
            <a:endParaRPr sz="32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58895" y="97765"/>
            <a:ext cx="320247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Pe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g</a:t>
            </a:r>
            <a:r>
              <a:rPr dirty="0" smtClean="0" sz="3200" spc="-4" b="1">
                <a:latin typeface="Arial"/>
                <a:cs typeface="Arial"/>
              </a:rPr>
              <a:t>k</a:t>
            </a:r>
            <a:r>
              <a:rPr dirty="0" smtClean="0" sz="3200" spc="-4" b="1">
                <a:latin typeface="Arial"/>
                <a:cs typeface="Arial"/>
              </a:rPr>
              <a:t>od</a:t>
            </a:r>
            <a:r>
              <a:rPr dirty="0" smtClean="0" sz="3200" spc="-4" b="1">
                <a:latin typeface="Arial"/>
                <a:cs typeface="Arial"/>
              </a:rPr>
              <a:t>e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y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endParaRPr sz="32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10616" y="886126"/>
            <a:ext cx="1622224" cy="584708"/>
          </a:xfrm>
          <a:prstGeom prst="rect">
            <a:avLst/>
          </a:prstGeom>
        </p:spPr>
        <p:txBody>
          <a:bodyPr wrap="square" lIns="0" tIns="29210" rIns="0" bIns="0" rtlCol="0">
            <a:noAutofit/>
          </a:bodyPr>
          <a:lstStyle/>
          <a:p>
            <a:pPr marL="12700">
              <a:lnSpc>
                <a:spcPts val="4600"/>
              </a:lnSpc>
            </a:pPr>
            <a:r>
              <a:rPr dirty="0" smtClean="0" sz="4400" spc="-15" b="1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4400" spc="-15" b="1">
                <a:solidFill>
                  <a:srgbClr val="008000"/>
                </a:solidFill>
                <a:latin typeface="Arial"/>
                <a:cs typeface="Arial"/>
              </a:rPr>
              <a:t>ideo</a:t>
            </a:r>
            <a:endParaRPr sz="4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28480" y="6471832"/>
            <a:ext cx="3635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30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78740" y="159169"/>
            <a:ext cx="359489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E.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0662" y="159169"/>
            <a:ext cx="5390667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 b="1">
                <a:latin typeface="Arial"/>
                <a:cs typeface="Arial"/>
              </a:rPr>
              <a:t>Informasi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V</a:t>
            </a:r>
            <a:r>
              <a:rPr dirty="0" smtClean="0" sz="2400" spc="-4" b="1">
                <a:latin typeface="Arial"/>
                <a:cs typeface="Arial"/>
              </a:rPr>
              <a:t>ideo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g</a:t>
            </a:r>
            <a:r>
              <a:rPr dirty="0" smtClean="0" sz="2400" spc="-4" b="1">
                <a:latin typeface="Arial"/>
                <a:cs typeface="Arial"/>
              </a:rPr>
              <a:t>k</a:t>
            </a:r>
            <a:r>
              <a:rPr dirty="0" smtClean="0" sz="2400" spc="-4" b="1">
                <a:latin typeface="Arial"/>
                <a:cs typeface="Arial"/>
              </a:rPr>
              <a:t>o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y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8340" y="867836"/>
            <a:ext cx="3267637" cy="380624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id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o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800" spc="0" u="heavy">
                <a:solidFill>
                  <a:srgbClr val="008000"/>
                </a:solidFill>
                <a:latin typeface="Wingdings"/>
                <a:cs typeface="Wingdings"/>
              </a:rPr>
              <a:t></a:t>
            </a:r>
            <a:r>
              <a:rPr dirty="0" smtClean="0" sz="2800" spc="0" u="heavy">
                <a:solidFill>
                  <a:srgbClr val="008000"/>
                </a:solidFill>
                <a:latin typeface="Wingdings"/>
                <a:cs typeface="Wingdings"/>
              </a:rPr>
              <a:t></a:t>
            </a:r>
            <a:r>
              <a:rPr dirty="0" smtClean="0" sz="2800" spc="89" u="heavy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Example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2800" spc="-11" b="1" u="heavy">
                <a:solidFill>
                  <a:srgbClr val="008000"/>
                </a:solidFill>
                <a:latin typeface="Arial"/>
                <a:cs typeface="Arial"/>
              </a:rPr>
              <a:t>:</a:t>
            </a:r>
            <a:endParaRPr sz="2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17244" y="1378870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03756" y="1378870"/>
            <a:ext cx="4835474" cy="69601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paya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tidak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pata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patah,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erdapat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 spc="-1">
                <a:latin typeface="Arial"/>
                <a:cs typeface="Arial"/>
              </a:rPr>
              <a:t>(</a:t>
            </a:r>
            <a:r>
              <a:rPr dirty="0" smtClean="0" sz="2400" spc="-1">
                <a:latin typeface="Arial"/>
                <a:cs typeface="Arial"/>
              </a:rPr>
              <a:t>f</a:t>
            </a:r>
            <a:r>
              <a:rPr dirty="0" smtClean="0" sz="2400" spc="-1">
                <a:latin typeface="Arial"/>
                <a:cs typeface="Arial"/>
              </a:rPr>
              <a:t>ps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=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f</a:t>
            </a:r>
            <a:r>
              <a:rPr dirty="0" smtClean="0" sz="2400" spc="-1">
                <a:latin typeface="Arial"/>
                <a:cs typeface="Arial"/>
              </a:rPr>
              <a:t>r</a:t>
            </a:r>
            <a:r>
              <a:rPr dirty="0" smtClean="0" sz="2400" spc="-1">
                <a:latin typeface="Arial"/>
                <a:cs typeface="Arial"/>
              </a:rPr>
              <a:t>ame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r</a:t>
            </a:r>
            <a:r>
              <a:rPr dirty="0" smtClean="0" sz="2400" spc="-1">
                <a:latin typeface="Arial"/>
                <a:cs typeface="Arial"/>
              </a:rPr>
              <a:t>-</a:t>
            </a:r>
            <a:r>
              <a:rPr dirty="0" smtClean="0" sz="2400" spc="-1">
                <a:latin typeface="Arial"/>
                <a:cs typeface="Arial"/>
              </a:rPr>
              <a:t>sec</a:t>
            </a:r>
            <a:r>
              <a:rPr dirty="0" smtClean="0" sz="2400" spc="-1">
                <a:latin typeface="Arial"/>
                <a:cs typeface="Arial"/>
              </a:rPr>
              <a:t>o</a:t>
            </a:r>
            <a:r>
              <a:rPr dirty="0" smtClean="0" sz="2400" spc="-1">
                <a:latin typeface="Arial"/>
                <a:cs typeface="Arial"/>
              </a:rPr>
              <a:t>n</a:t>
            </a: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051626" y="1378870"/>
            <a:ext cx="127264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konve</a:t>
            </a:r>
            <a:r>
              <a:rPr dirty="0" smtClean="0" sz="2400" spc="-1">
                <a:latin typeface="Arial"/>
                <a:cs typeface="Arial"/>
              </a:rPr>
              <a:t>n</a:t>
            </a:r>
            <a:r>
              <a:rPr dirty="0" smtClean="0" sz="2400" spc="-1">
                <a:latin typeface="Arial"/>
                <a:cs typeface="Arial"/>
              </a:rPr>
              <a:t>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340625" y="1378870"/>
            <a:ext cx="15585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: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510094" y="1378870"/>
            <a:ext cx="47772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fps</a:t>
            </a:r>
            <a:endParaRPr sz="2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000238" y="1378870"/>
            <a:ext cx="24912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u="heavy">
                <a:latin typeface="Arial"/>
                <a:cs typeface="Arial"/>
              </a:rPr>
              <a:t>&gt;</a:t>
            </a:r>
            <a:endParaRPr sz="2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262620" y="1378870"/>
            <a:ext cx="41005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25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86292" y="1378870"/>
            <a:ext cx="47772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fps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17244" y="2293651"/>
            <a:ext cx="202946" cy="96762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25146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681"/>
              </a:spcBef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03756" y="2293651"/>
            <a:ext cx="2077923" cy="96762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N</a:t>
            </a:r>
            <a:r>
              <a:rPr dirty="0" smtClean="0" sz="2400">
                <a:latin typeface="Arial"/>
                <a:cs typeface="Arial"/>
              </a:rPr>
              <a:t>T</a:t>
            </a:r>
            <a:r>
              <a:rPr dirty="0" smtClean="0" sz="2400">
                <a:latin typeface="Arial"/>
                <a:cs typeface="Arial"/>
              </a:rPr>
              <a:t>SC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=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3</a:t>
            </a:r>
            <a:r>
              <a:rPr dirty="0" smtClean="0" sz="2400">
                <a:latin typeface="Arial"/>
                <a:cs typeface="Arial"/>
              </a:rPr>
              <a:t>0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f</a:t>
            </a:r>
            <a:r>
              <a:rPr dirty="0" smtClean="0" sz="2400">
                <a:latin typeface="Arial"/>
                <a:cs typeface="Arial"/>
              </a:rPr>
              <a:t>ps</a:t>
            </a:r>
            <a:endParaRPr sz="2400">
              <a:latin typeface="Arial"/>
              <a:cs typeface="Arial"/>
            </a:endParaRPr>
          </a:p>
          <a:p>
            <a:pPr marL="12700" marR="45719">
              <a:lnSpc>
                <a:spcPct val="95825"/>
              </a:lnSpc>
              <a:spcBef>
                <a:spcPts val="1681"/>
              </a:spcBef>
            </a:pPr>
            <a:r>
              <a:rPr dirty="0" smtClean="0" sz="2800" spc="-9" b="1" u="heavy">
                <a:latin typeface="Arial"/>
                <a:cs typeface="Arial"/>
              </a:rPr>
              <a:t>Co</a:t>
            </a:r>
            <a:r>
              <a:rPr dirty="0" smtClean="0" sz="2800" spc="-9" b="1" u="heavy">
                <a:latin typeface="Arial"/>
                <a:cs typeface="Arial"/>
              </a:rPr>
              <a:t>n</a:t>
            </a:r>
            <a:r>
              <a:rPr dirty="0" smtClean="0" sz="2800" spc="-9" b="1" u="heavy">
                <a:latin typeface="Arial"/>
                <a:cs typeface="Arial"/>
              </a:rPr>
              <a:t>toh</a:t>
            </a:r>
            <a:r>
              <a:rPr dirty="0" smtClean="0" sz="2800" spc="-9" b="1" u="heavy">
                <a:latin typeface="Arial"/>
                <a:cs typeface="Arial"/>
              </a:rPr>
              <a:t> </a:t>
            </a:r>
            <a:r>
              <a:rPr dirty="0" smtClean="0" sz="2800" spc="-9" b="1" u="heavy">
                <a:latin typeface="Arial"/>
                <a:cs typeface="Arial"/>
              </a:rPr>
              <a:t>:</a:t>
            </a:r>
            <a:endParaRPr sz="2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60775" y="2293651"/>
            <a:ext cx="195752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0">
                <a:latin typeface="Arial"/>
                <a:cs typeface="Arial"/>
              </a:rPr>
              <a:t>;</a:t>
            </a:r>
            <a:r>
              <a:rPr dirty="0" smtClean="0" sz="2400" spc="-20">
                <a:latin typeface="Arial"/>
                <a:cs typeface="Arial"/>
              </a:rPr>
              <a:t> </a:t>
            </a:r>
            <a:r>
              <a:rPr dirty="0" smtClean="0" sz="2400" spc="-20">
                <a:latin typeface="Arial"/>
                <a:cs typeface="Arial"/>
              </a:rPr>
              <a:t>P</a:t>
            </a:r>
            <a:r>
              <a:rPr dirty="0" smtClean="0" sz="2400" spc="-20">
                <a:latin typeface="Arial"/>
                <a:cs typeface="Arial"/>
              </a:rPr>
              <a:t>AL</a:t>
            </a:r>
            <a:r>
              <a:rPr dirty="0" smtClean="0" sz="2400" spc="-20">
                <a:latin typeface="Arial"/>
                <a:cs typeface="Arial"/>
              </a:rPr>
              <a:t> </a:t>
            </a:r>
            <a:r>
              <a:rPr dirty="0" smtClean="0" sz="2400" spc="-20">
                <a:latin typeface="Arial"/>
                <a:cs typeface="Arial"/>
              </a:rPr>
              <a:t>=</a:t>
            </a:r>
            <a:r>
              <a:rPr dirty="0" smtClean="0" sz="2400" spc="-20">
                <a:latin typeface="Arial"/>
                <a:cs typeface="Arial"/>
              </a:rPr>
              <a:t> </a:t>
            </a:r>
            <a:r>
              <a:rPr dirty="0" smtClean="0" sz="2400" spc="-20">
                <a:latin typeface="Arial"/>
                <a:cs typeface="Arial"/>
              </a:rPr>
              <a:t>2</a:t>
            </a:r>
            <a:r>
              <a:rPr dirty="0" smtClean="0" sz="2400" spc="-20">
                <a:latin typeface="Arial"/>
                <a:cs typeface="Arial"/>
              </a:rPr>
              <a:t>5</a:t>
            </a:r>
            <a:r>
              <a:rPr dirty="0" smtClean="0" sz="2400" spc="-20">
                <a:latin typeface="Arial"/>
                <a:cs typeface="Arial"/>
              </a:rPr>
              <a:t> </a:t>
            </a:r>
            <a:r>
              <a:rPr dirty="0" smtClean="0" sz="2400" spc="-20">
                <a:latin typeface="Arial"/>
                <a:cs typeface="Arial"/>
              </a:rPr>
              <a:t>f</a:t>
            </a:r>
            <a:r>
              <a:rPr dirty="0" smtClean="0" sz="2400" spc="-20">
                <a:latin typeface="Arial"/>
                <a:cs typeface="Arial"/>
              </a:rPr>
              <a:t>ps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98194" y="3426483"/>
            <a:ext cx="2156144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 b="1">
                <a:latin typeface="Arial"/>
                <a:cs typeface="Arial"/>
              </a:rPr>
              <a:t>Berapa</a:t>
            </a:r>
            <a:r>
              <a:rPr dirty="0" smtClean="0" sz="2000" spc="-1" b="1">
                <a:latin typeface="Arial"/>
                <a:cs typeface="Arial"/>
              </a:rPr>
              <a:t> </a:t>
            </a:r>
            <a:r>
              <a:rPr dirty="0" smtClean="0" sz="2000" spc="-1" b="1">
                <a:latin typeface="Arial"/>
                <a:cs typeface="Arial"/>
              </a:rPr>
              <a:t>kapasitas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57732" y="3426483"/>
            <a:ext cx="4503034" cy="70725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 spc="-4" b="1">
                <a:latin typeface="Arial"/>
                <a:cs typeface="Arial"/>
              </a:rPr>
              <a:t>dari</a:t>
            </a:r>
            <a:r>
              <a:rPr dirty="0" smtClean="0" sz="2000" spc="-4" b="1">
                <a:latin typeface="Arial"/>
                <a:cs typeface="Arial"/>
              </a:rPr>
              <a:t> </a:t>
            </a:r>
            <a:r>
              <a:rPr dirty="0" smtClean="0" sz="2000" spc="-4" b="1">
                <a:latin typeface="Arial"/>
                <a:cs typeface="Arial"/>
              </a:rPr>
              <a:t>suatu</a:t>
            </a:r>
            <a:r>
              <a:rPr dirty="0" smtClean="0" sz="2000" spc="-4" b="1">
                <a:latin typeface="Arial"/>
                <a:cs typeface="Arial"/>
              </a:rPr>
              <a:t> </a:t>
            </a:r>
            <a:r>
              <a:rPr dirty="0" smtClean="0" sz="2000" spc="-4" b="1">
                <a:latin typeface="Arial"/>
                <a:cs typeface="Arial"/>
              </a:rPr>
              <a:t>v</a:t>
            </a:r>
            <a:r>
              <a:rPr dirty="0" smtClean="0" sz="2000" spc="-4" b="1">
                <a:latin typeface="Arial"/>
                <a:cs typeface="Arial"/>
              </a:rPr>
              <a:t>i</a:t>
            </a:r>
            <a:r>
              <a:rPr dirty="0" smtClean="0" sz="2000" spc="-4" b="1">
                <a:latin typeface="Arial"/>
                <a:cs typeface="Arial"/>
              </a:rPr>
              <a:t>d</a:t>
            </a:r>
            <a:r>
              <a:rPr dirty="0" smtClean="0" sz="2000" spc="-4" b="1">
                <a:latin typeface="Arial"/>
                <a:cs typeface="Arial"/>
              </a:rPr>
              <a:t>eo</a:t>
            </a:r>
            <a:r>
              <a:rPr dirty="0" smtClean="0" sz="2000" spc="-4" b="1">
                <a:latin typeface="Arial"/>
                <a:cs typeface="Arial"/>
              </a:rPr>
              <a:t> </a:t>
            </a:r>
            <a:r>
              <a:rPr dirty="0" smtClean="0" sz="2000" spc="-4" b="1">
                <a:latin typeface="Arial"/>
                <a:cs typeface="Arial"/>
              </a:rPr>
              <a:t>10</a:t>
            </a:r>
            <a:r>
              <a:rPr dirty="0" smtClean="0" sz="2000" spc="-4" b="1">
                <a:latin typeface="Arial"/>
                <a:cs typeface="Arial"/>
              </a:rPr>
              <a:t> </a:t>
            </a:r>
            <a:r>
              <a:rPr dirty="0" smtClean="0" sz="2000" spc="-4" b="1">
                <a:latin typeface="Arial"/>
                <a:cs typeface="Arial"/>
              </a:rPr>
              <a:t>m</a:t>
            </a:r>
            <a:r>
              <a:rPr dirty="0" smtClean="0" sz="2000" spc="-4" b="1">
                <a:latin typeface="Arial"/>
                <a:cs typeface="Arial"/>
              </a:rPr>
              <a:t>en</a:t>
            </a:r>
            <a:r>
              <a:rPr dirty="0" smtClean="0" sz="2000" spc="-4" b="1">
                <a:latin typeface="Arial"/>
                <a:cs typeface="Arial"/>
              </a:rPr>
              <a:t>i</a:t>
            </a:r>
            <a:r>
              <a:rPr dirty="0" smtClean="0" sz="2000" spc="-4" b="1">
                <a:latin typeface="Arial"/>
                <a:cs typeface="Arial"/>
              </a:rPr>
              <a:t>t</a:t>
            </a:r>
            <a:r>
              <a:rPr dirty="0" smtClean="0" sz="2000" spc="-4" b="1">
                <a:latin typeface="Arial"/>
                <a:cs typeface="Arial"/>
              </a:rPr>
              <a:t> </a:t>
            </a:r>
            <a:r>
              <a:rPr dirty="0" smtClean="0" sz="2000" spc="-4" b="1">
                <a:latin typeface="Arial"/>
                <a:cs typeface="Arial"/>
              </a:rPr>
              <a:t>!</a:t>
            </a:r>
            <a:endParaRPr sz="2000">
              <a:latin typeface="Arial"/>
              <a:cs typeface="Arial"/>
            </a:endParaRPr>
          </a:p>
          <a:p>
            <a:pPr marL="12713">
              <a:lnSpc>
                <a:spcPct val="95825"/>
              </a:lnSpc>
              <a:spcBef>
                <a:spcPts val="955"/>
              </a:spcBef>
            </a:pPr>
            <a:r>
              <a:rPr dirty="0" smtClean="0" sz="2000" spc="-2">
                <a:latin typeface="Arial"/>
                <a:cs typeface="Arial"/>
              </a:rPr>
              <a:t>pixel)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(3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by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pe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pixel)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25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fps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10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98194" y="3853831"/>
            <a:ext cx="20508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o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26794" y="3853831"/>
            <a:ext cx="192530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5">
                <a:latin typeface="Arial"/>
                <a:cs typeface="Arial"/>
              </a:rPr>
              <a:t>P</a:t>
            </a:r>
            <a:r>
              <a:rPr dirty="0" smtClean="0" sz="2000" spc="-15">
                <a:latin typeface="Arial"/>
                <a:cs typeface="Arial"/>
              </a:rPr>
              <a:t>AL</a:t>
            </a:r>
            <a:r>
              <a:rPr dirty="0" smtClean="0" sz="2000" spc="-15">
                <a:latin typeface="Arial"/>
                <a:cs typeface="Arial"/>
              </a:rPr>
              <a:t> </a:t>
            </a:r>
            <a:r>
              <a:rPr dirty="0" smtClean="0" sz="2000" spc="-15">
                <a:latin typeface="Arial"/>
                <a:cs typeface="Arial"/>
              </a:rPr>
              <a:t>;</a:t>
            </a:r>
            <a:r>
              <a:rPr dirty="0" smtClean="0" sz="2000" spc="-15">
                <a:latin typeface="Arial"/>
                <a:cs typeface="Arial"/>
              </a:rPr>
              <a:t> </a:t>
            </a:r>
            <a:r>
              <a:rPr dirty="0" smtClean="0" sz="2000" spc="-15">
                <a:latin typeface="Arial"/>
                <a:cs typeface="Arial"/>
              </a:rPr>
              <a:t>(353</a:t>
            </a:r>
            <a:r>
              <a:rPr dirty="0" smtClean="0" sz="2000" spc="-15">
                <a:latin typeface="Arial"/>
                <a:cs typeface="Arial"/>
              </a:rPr>
              <a:t> </a:t>
            </a:r>
            <a:r>
              <a:rPr dirty="0" smtClean="0" sz="2000" spc="-15">
                <a:latin typeface="Arial"/>
                <a:cs typeface="Arial"/>
              </a:rPr>
              <a:t>x</a:t>
            </a:r>
            <a:r>
              <a:rPr dirty="0" smtClean="0" sz="2000" spc="-15">
                <a:latin typeface="Arial"/>
                <a:cs typeface="Arial"/>
              </a:rPr>
              <a:t> </a:t>
            </a:r>
            <a:r>
              <a:rPr dirty="0" smtClean="0" sz="2000" spc="-15">
                <a:latin typeface="Arial"/>
                <a:cs typeface="Arial"/>
              </a:rPr>
              <a:t>288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66162" y="3853831"/>
            <a:ext cx="685848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menit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56643" y="3853831"/>
            <a:ext cx="544596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x</a:t>
            </a:r>
            <a:r>
              <a:rPr dirty="0" smtClean="0" sz="2000">
                <a:latin typeface="Arial"/>
                <a:cs typeface="Arial"/>
              </a:rPr>
              <a:t> </a:t>
            </a:r>
            <a:r>
              <a:rPr dirty="0" smtClean="0" sz="2000">
                <a:latin typeface="Arial"/>
                <a:cs typeface="Arial"/>
              </a:rPr>
              <a:t>60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26794" y="4128151"/>
            <a:ext cx="7492499" cy="1542873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detik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-</a:t>
            </a:r>
            <a:r>
              <a:rPr dirty="0" smtClean="0" sz="2000" spc="-1">
                <a:latin typeface="Arial"/>
                <a:cs typeface="Arial"/>
              </a:rPr>
              <a:t>me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it)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=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….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52"/>
              </a:spcBef>
            </a:pPr>
            <a:r>
              <a:rPr dirty="0" smtClean="0" sz="2000" spc="-2">
                <a:latin typeface="Arial"/>
                <a:cs typeface="Arial"/>
              </a:rPr>
              <a:t>NTSC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;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</a:t>
            </a:r>
            <a:r>
              <a:rPr dirty="0" smtClean="0" sz="2000" spc="-2">
                <a:latin typeface="Arial"/>
                <a:cs typeface="Arial"/>
              </a:rPr>
              <a:t>3</a:t>
            </a:r>
            <a:r>
              <a:rPr dirty="0" smtClean="0" sz="2000" spc="-2">
                <a:latin typeface="Arial"/>
                <a:cs typeface="Arial"/>
              </a:rPr>
              <a:t>52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240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pixel)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(3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by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pe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pixel)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(</a:t>
            </a:r>
            <a:r>
              <a:rPr dirty="0" smtClean="0" sz="2000" spc="-2">
                <a:latin typeface="Arial"/>
                <a:cs typeface="Arial"/>
              </a:rPr>
              <a:t>3</a:t>
            </a:r>
            <a:r>
              <a:rPr dirty="0" smtClean="0" sz="2000" spc="-2">
                <a:latin typeface="Arial"/>
                <a:cs typeface="Arial"/>
              </a:rPr>
              <a:t>0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fps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10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menit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x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ts val="2175"/>
              </a:lnSpc>
              <a:spcBef>
                <a:spcPts val="108"/>
              </a:spcBef>
            </a:pPr>
            <a:r>
              <a:rPr dirty="0" smtClean="0" sz="2000" spc="-3">
                <a:latin typeface="Arial"/>
                <a:cs typeface="Arial"/>
              </a:rPr>
              <a:t>60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det</a:t>
            </a:r>
            <a:r>
              <a:rPr dirty="0" smtClean="0" sz="2000" spc="-3">
                <a:latin typeface="Arial"/>
                <a:cs typeface="Arial"/>
              </a:rPr>
              <a:t>i</a:t>
            </a:r>
            <a:r>
              <a:rPr dirty="0" smtClean="0" sz="2000" spc="-3">
                <a:latin typeface="Arial"/>
                <a:cs typeface="Arial"/>
              </a:rPr>
              <a:t>k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pe</a:t>
            </a:r>
            <a:r>
              <a:rPr dirty="0" smtClean="0" sz="2000" spc="-3">
                <a:latin typeface="Arial"/>
                <a:cs typeface="Arial"/>
              </a:rPr>
              <a:t>r</a:t>
            </a:r>
            <a:r>
              <a:rPr dirty="0" smtClean="0" sz="2000" spc="-3">
                <a:latin typeface="Arial"/>
                <a:cs typeface="Arial"/>
              </a:rPr>
              <a:t>-</a:t>
            </a:r>
            <a:r>
              <a:rPr dirty="0" smtClean="0" sz="2000" spc="-3">
                <a:latin typeface="Arial"/>
                <a:cs typeface="Arial"/>
              </a:rPr>
              <a:t>meni</a:t>
            </a:r>
            <a:r>
              <a:rPr dirty="0" smtClean="0" sz="2000" spc="-3">
                <a:latin typeface="Arial"/>
                <a:cs typeface="Arial"/>
              </a:rPr>
              <a:t>t</a:t>
            </a:r>
            <a:r>
              <a:rPr dirty="0" smtClean="0" sz="2000" spc="-3">
                <a:latin typeface="Arial"/>
                <a:cs typeface="Arial"/>
              </a:rPr>
              <a:t>)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0">
                <a:latin typeface="Symbol"/>
                <a:cs typeface="Symbol"/>
              </a:rPr>
              <a:t></a:t>
            </a:r>
            <a:r>
              <a:rPr dirty="0" smtClean="0" sz="2000" spc="54">
                <a:latin typeface="Times New Roman"/>
                <a:cs typeface="Times New Roman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4,5</a:t>
            </a:r>
            <a:r>
              <a:rPr dirty="0" smtClean="0" sz="2000" spc="-3" b="1">
                <a:latin typeface="Arial"/>
                <a:cs typeface="Arial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GB</a:t>
            </a:r>
            <a:r>
              <a:rPr dirty="0" smtClean="0" sz="2000" spc="-3" b="1">
                <a:latin typeface="Arial"/>
                <a:cs typeface="Arial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!</a:t>
            </a:r>
            <a:r>
              <a:rPr dirty="0" smtClean="0" sz="2000" spc="-3" b="1">
                <a:latin typeface="Arial"/>
                <a:cs typeface="Arial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(</a:t>
            </a:r>
            <a:r>
              <a:rPr dirty="0" smtClean="0" sz="2000" spc="-3" b="1">
                <a:latin typeface="Arial"/>
                <a:cs typeface="Arial"/>
              </a:rPr>
              <a:t>t</a:t>
            </a:r>
            <a:r>
              <a:rPr dirty="0" smtClean="0" sz="2000" spc="-3" b="1">
                <a:latin typeface="Arial"/>
                <a:cs typeface="Arial"/>
              </a:rPr>
              <a:t>anpa</a:t>
            </a:r>
            <a:r>
              <a:rPr dirty="0" smtClean="0" sz="2000" spc="-3" b="1">
                <a:latin typeface="Arial"/>
                <a:cs typeface="Arial"/>
              </a:rPr>
              <a:t> </a:t>
            </a:r>
            <a:r>
              <a:rPr dirty="0" smtClean="0" sz="2000" spc="-3" b="1">
                <a:latin typeface="Arial"/>
                <a:cs typeface="Arial"/>
              </a:rPr>
              <a:t>ko</a:t>
            </a:r>
            <a:r>
              <a:rPr dirty="0" smtClean="0" sz="2000" spc="-3" b="1">
                <a:latin typeface="Arial"/>
                <a:cs typeface="Arial"/>
              </a:rPr>
              <a:t>m</a:t>
            </a:r>
            <a:r>
              <a:rPr dirty="0" smtClean="0" sz="2000" spc="-3" b="1">
                <a:latin typeface="Arial"/>
                <a:cs typeface="Arial"/>
              </a:rPr>
              <a:t>pres</a:t>
            </a:r>
            <a:r>
              <a:rPr dirty="0" smtClean="0" sz="2000" spc="-3" b="1">
                <a:latin typeface="Arial"/>
                <a:cs typeface="Arial"/>
              </a:rPr>
              <a:t>i</a:t>
            </a:r>
            <a:r>
              <a:rPr dirty="0" smtClean="0" sz="2000" spc="-3" b="1">
                <a:latin typeface="Arial"/>
                <a:cs typeface="Arial"/>
              </a:rPr>
              <a:t>)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1549"/>
              </a:spcBef>
            </a:pPr>
            <a:r>
              <a:rPr dirty="0" smtClean="0" sz="2400" spc="2">
                <a:latin typeface="Arial"/>
                <a:cs typeface="Arial"/>
              </a:rPr>
              <a:t>2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j</a:t>
            </a:r>
            <a:r>
              <a:rPr dirty="0" smtClean="0" sz="2400" spc="2">
                <a:latin typeface="Arial"/>
                <a:cs typeface="Arial"/>
              </a:rPr>
              <a:t>am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N</a:t>
            </a:r>
            <a:r>
              <a:rPr dirty="0" smtClean="0" sz="2400" spc="2">
                <a:latin typeface="Arial"/>
                <a:cs typeface="Arial"/>
              </a:rPr>
              <a:t>TSC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V</a:t>
            </a:r>
            <a:r>
              <a:rPr dirty="0" smtClean="0" sz="2400" spc="2">
                <a:latin typeface="Arial"/>
                <a:cs typeface="Arial"/>
              </a:rPr>
              <a:t>C</a:t>
            </a:r>
            <a:r>
              <a:rPr dirty="0" smtClean="0" sz="2400" spc="2">
                <a:latin typeface="Arial"/>
                <a:cs typeface="Arial"/>
              </a:rPr>
              <a:t>D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0">
                <a:latin typeface="Wingdings"/>
                <a:cs typeface="Wingdings"/>
              </a:rPr>
              <a:t></a:t>
            </a:r>
            <a:r>
              <a:rPr dirty="0" smtClean="0" sz="2400" spc="59">
                <a:latin typeface="Times New Roman"/>
                <a:cs typeface="Times New Roman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kalikan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sendi</a:t>
            </a:r>
            <a:r>
              <a:rPr dirty="0" smtClean="0" sz="2400" spc="2">
                <a:latin typeface="Arial"/>
                <a:cs typeface="Arial"/>
              </a:rPr>
              <a:t>r</a:t>
            </a:r>
            <a:r>
              <a:rPr dirty="0" smtClean="0" sz="2400" spc="2">
                <a:latin typeface="Arial"/>
                <a:cs typeface="Arial"/>
              </a:rPr>
              <a:t>i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!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98194" y="4554871"/>
            <a:ext cx="20508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o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77248" y="6471832"/>
            <a:ext cx="31517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62274" y="1028573"/>
            <a:ext cx="9972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109633" y="1028573"/>
            <a:ext cx="10042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670547" y="1028573"/>
            <a:ext cx="10120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457503" y="3041523"/>
            <a:ext cx="10262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8740" y="159169"/>
            <a:ext cx="576259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 b="1">
                <a:latin typeface="Arial"/>
                <a:cs typeface="Arial"/>
              </a:rPr>
              <a:t>E.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Informasi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V</a:t>
            </a:r>
            <a:r>
              <a:rPr dirty="0" smtClean="0" sz="2400" spc="-4" b="1">
                <a:latin typeface="Arial"/>
                <a:cs typeface="Arial"/>
              </a:rPr>
              <a:t>ideo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 </a:t>
            </a:r>
            <a:r>
              <a:rPr dirty="0" smtClean="0" sz="2400" spc="-4" b="1">
                <a:latin typeface="Arial"/>
                <a:cs typeface="Arial"/>
              </a:rPr>
              <a:t>P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g</a:t>
            </a:r>
            <a:r>
              <a:rPr dirty="0" smtClean="0" sz="2400" spc="-4" b="1">
                <a:latin typeface="Arial"/>
                <a:cs typeface="Arial"/>
              </a:rPr>
              <a:t>k</a:t>
            </a:r>
            <a:r>
              <a:rPr dirty="0" smtClean="0" sz="2400" spc="-4" b="1">
                <a:latin typeface="Arial"/>
                <a:cs typeface="Arial"/>
              </a:rPr>
              <a:t>o</a:t>
            </a:r>
            <a:r>
              <a:rPr dirty="0" smtClean="0" sz="2400" spc="-4" b="1">
                <a:latin typeface="Arial"/>
                <a:cs typeface="Arial"/>
              </a:rPr>
              <a:t>d</a:t>
            </a:r>
            <a:r>
              <a:rPr dirty="0" smtClean="0" sz="2400" spc="-4" b="1">
                <a:latin typeface="Arial"/>
                <a:cs typeface="Arial"/>
              </a:rPr>
              <a:t>e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n</a:t>
            </a:r>
            <a:r>
              <a:rPr dirty="0" smtClean="0" sz="2400" spc="-4" b="1">
                <a:latin typeface="Arial"/>
                <a:cs typeface="Arial"/>
              </a:rPr>
              <a:t>y</a:t>
            </a:r>
            <a:r>
              <a:rPr dirty="0" smtClean="0" sz="2400" spc="-4" b="1">
                <a:latin typeface="Arial"/>
                <a:cs typeface="Arial"/>
              </a:rPr>
              <a:t>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2016" y="793606"/>
            <a:ext cx="4167174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-8" b="1" i="1">
                <a:solidFill>
                  <a:srgbClr val="008000"/>
                </a:solidFill>
                <a:latin typeface="Arial"/>
                <a:cs typeface="Arial"/>
              </a:rPr>
              <a:t>Pengkodean</a:t>
            </a:r>
            <a:r>
              <a:rPr dirty="0" smtClean="0" sz="3600" spc="-8" b="1" i="1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600" spc="-8" b="1" i="1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3600" spc="-8" b="1" i="1">
                <a:solidFill>
                  <a:srgbClr val="008000"/>
                </a:solidFill>
                <a:latin typeface="Arial"/>
                <a:cs typeface="Arial"/>
              </a:rPr>
              <a:t>ideo</a:t>
            </a:r>
            <a:endParaRPr sz="3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2016" y="1683423"/>
            <a:ext cx="230941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P</a:t>
            </a:r>
            <a:r>
              <a:rPr dirty="0" smtClean="0" sz="2400">
                <a:latin typeface="Arial"/>
                <a:cs typeface="Arial"/>
              </a:rPr>
              <a:t>e</a:t>
            </a:r>
            <a:r>
              <a:rPr dirty="0" smtClean="0" sz="2400">
                <a:latin typeface="Arial"/>
                <a:cs typeface="Arial"/>
              </a:rPr>
              <a:t>rnah</a:t>
            </a:r>
            <a:r>
              <a:rPr dirty="0" smtClean="0" sz="2400">
                <a:latin typeface="Arial"/>
                <a:cs typeface="Arial"/>
              </a:rPr>
              <a:t>k</a:t>
            </a:r>
            <a:r>
              <a:rPr dirty="0" smtClean="0" sz="2400">
                <a:latin typeface="Arial"/>
                <a:cs typeface="Arial"/>
              </a:rPr>
              <a:t>ah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a</a:t>
            </a:r>
            <a:r>
              <a:rPr dirty="0" smtClean="0" sz="2400">
                <a:latin typeface="Arial"/>
                <a:cs typeface="Arial"/>
              </a:rPr>
              <a:t>n</a:t>
            </a:r>
            <a:r>
              <a:rPr dirty="0" smtClean="0" sz="2400">
                <a:latin typeface="Arial"/>
                <a:cs typeface="Arial"/>
              </a:rPr>
              <a:t>da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05999" y="1683423"/>
            <a:ext cx="1563128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menjumpai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283085" y="1683423"/>
            <a:ext cx="848877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>
                <a:latin typeface="Arial"/>
                <a:cs typeface="Arial"/>
              </a:rPr>
              <a:t>ist</a:t>
            </a:r>
            <a:r>
              <a:rPr dirty="0" smtClean="0" sz="2400" spc="-2">
                <a:latin typeface="Arial"/>
                <a:cs typeface="Arial"/>
              </a:rPr>
              <a:t>i</a:t>
            </a:r>
            <a:r>
              <a:rPr dirty="0" smtClean="0" sz="2400" spc="-2">
                <a:latin typeface="Arial"/>
                <a:cs typeface="Arial"/>
              </a:rPr>
              <a:t>l</a:t>
            </a:r>
            <a:r>
              <a:rPr dirty="0" smtClean="0" sz="2400" spc="-2">
                <a:latin typeface="Arial"/>
                <a:cs typeface="Arial"/>
              </a:rPr>
              <a:t>a</a:t>
            </a:r>
            <a:r>
              <a:rPr dirty="0" smtClean="0" sz="2400" spc="-2">
                <a:latin typeface="Arial"/>
                <a:cs typeface="Arial"/>
              </a:rPr>
              <a:t>h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148363" y="1683423"/>
            <a:ext cx="985869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rikut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47886" y="1683423"/>
            <a:ext cx="24080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?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7816" y="2522251"/>
            <a:ext cx="177800" cy="1427733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432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562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0970" y="2522251"/>
            <a:ext cx="975609" cy="1427733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6853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MPEG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432"/>
              </a:spcBef>
            </a:pPr>
            <a:r>
              <a:rPr dirty="0" smtClean="0" sz="2400">
                <a:latin typeface="Arial"/>
                <a:cs typeface="Arial"/>
              </a:rPr>
              <a:t>MPEG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562"/>
              </a:spcBef>
            </a:pPr>
            <a:r>
              <a:rPr dirty="0" smtClean="0" sz="2400">
                <a:latin typeface="Arial"/>
                <a:cs typeface="Arial"/>
              </a:rPr>
              <a:t>dst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92426" y="3070891"/>
            <a:ext cx="240588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4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12418" y="6471832"/>
            <a:ext cx="109231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03297" y="6471832"/>
            <a:ext cx="371372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5244" y="6471832"/>
            <a:ext cx="34642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32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object 3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7983474" y="953262"/>
            <a:ext cx="114300" cy="57150"/>
          </a:xfrm>
          <a:custGeom>
            <a:avLst/>
            <a:gdLst/>
            <a:ahLst/>
            <a:cxnLst/>
            <a:rect l="l" t="t" r="r" b="b"/>
            <a:pathLst>
              <a:path w="114300" h="57150">
                <a:moveTo>
                  <a:pt x="19050" y="19050"/>
                </a:moveTo>
                <a:lnTo>
                  <a:pt x="0" y="19049"/>
                </a:lnTo>
                <a:lnTo>
                  <a:pt x="0" y="57150"/>
                </a:lnTo>
                <a:lnTo>
                  <a:pt x="114300" y="0"/>
                </a:lnTo>
                <a:lnTo>
                  <a:pt x="19050" y="1905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7983474" y="896112"/>
            <a:ext cx="19050" cy="38100"/>
          </a:xfrm>
          <a:custGeom>
            <a:avLst/>
            <a:gdLst/>
            <a:ahLst/>
            <a:cxnLst/>
            <a:rect l="l" t="t" r="r" b="b"/>
            <a:pathLst>
              <a:path w="19050" h="38100">
                <a:moveTo>
                  <a:pt x="19050" y="38100"/>
                </a:moveTo>
                <a:lnTo>
                  <a:pt x="0" y="0"/>
                </a:lnTo>
                <a:lnTo>
                  <a:pt x="0" y="38099"/>
                </a:lnTo>
                <a:lnTo>
                  <a:pt x="1905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315974" y="896112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0" y="38100"/>
                </a:moveTo>
                <a:lnTo>
                  <a:pt x="0" y="76200"/>
                </a:lnTo>
                <a:lnTo>
                  <a:pt x="6686550" y="76200"/>
                </a:lnTo>
                <a:lnTo>
                  <a:pt x="6781800" y="57150"/>
                </a:lnTo>
                <a:lnTo>
                  <a:pt x="6667500" y="0"/>
                </a:lnTo>
                <a:lnTo>
                  <a:pt x="668655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315212" y="952500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12192">
            <a:solidFill>
              <a:srgbClr val="C0C0C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600962" y="762762"/>
            <a:ext cx="0" cy="990600"/>
          </a:xfrm>
          <a:custGeom>
            <a:avLst/>
            <a:gdLst/>
            <a:ahLst/>
            <a:cxnLst/>
            <a:rect l="l" t="t" r="r" b="b"/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591562" y="762762"/>
            <a:ext cx="0" cy="990600"/>
          </a:xfrm>
          <a:custGeom>
            <a:avLst/>
            <a:gdLst/>
            <a:ahLst/>
            <a:cxnLst/>
            <a:rect l="l" t="t" r="r" b="b"/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5140452" y="2895600"/>
            <a:ext cx="4460748" cy="2286000"/>
          </a:xfrm>
          <a:custGeom>
            <a:avLst/>
            <a:gdLst/>
            <a:ahLst/>
            <a:cxnLst/>
            <a:rect l="l" t="t" r="r" b="b"/>
            <a:pathLst>
              <a:path w="4460748" h="2286000">
                <a:moveTo>
                  <a:pt x="0" y="2286000"/>
                </a:moveTo>
                <a:lnTo>
                  <a:pt x="4460748" y="2286000"/>
                </a:lnTo>
                <a:lnTo>
                  <a:pt x="4460748" y="0"/>
                </a:lnTo>
                <a:lnTo>
                  <a:pt x="0" y="0"/>
                </a:lnTo>
                <a:lnTo>
                  <a:pt x="0" y="2286000"/>
                </a:lnTo>
                <a:close/>
              </a:path>
            </a:pathLst>
          </a:custGeom>
          <a:ln w="9144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591562" y="1753362"/>
            <a:ext cx="6781800" cy="1143000"/>
          </a:xfrm>
          <a:custGeom>
            <a:avLst/>
            <a:gdLst/>
            <a:ahLst/>
            <a:cxnLst/>
            <a:rect l="l" t="t" r="r" b="b"/>
            <a:pathLst>
              <a:path w="6781800" h="1143000">
                <a:moveTo>
                  <a:pt x="0" y="0"/>
                </a:moveTo>
                <a:lnTo>
                  <a:pt x="6781800" y="11430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600962" y="1753362"/>
            <a:ext cx="3581400" cy="1143000"/>
          </a:xfrm>
          <a:custGeom>
            <a:avLst/>
            <a:gdLst/>
            <a:ahLst/>
            <a:cxnLst/>
            <a:rect l="l" t="t" r="r" b="b"/>
            <a:pathLst>
              <a:path w="3581400" h="1143000">
                <a:moveTo>
                  <a:pt x="0" y="0"/>
                </a:moveTo>
                <a:lnTo>
                  <a:pt x="3581400" y="11430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524762" y="1753362"/>
            <a:ext cx="2819400" cy="1143000"/>
          </a:xfrm>
          <a:custGeom>
            <a:avLst/>
            <a:gdLst/>
            <a:ahLst/>
            <a:cxnLst/>
            <a:rect l="l" t="t" r="r" b="b"/>
            <a:pathLst>
              <a:path w="2819400" h="1143000">
                <a:moveTo>
                  <a:pt x="0" y="0"/>
                </a:moveTo>
                <a:lnTo>
                  <a:pt x="2819400" y="11430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524762" y="762762"/>
            <a:ext cx="0" cy="990600"/>
          </a:xfrm>
          <a:custGeom>
            <a:avLst/>
            <a:gdLst/>
            <a:ahLst/>
            <a:cxnLst/>
            <a:rect l="l" t="t" r="r" b="b"/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610362" y="762762"/>
            <a:ext cx="0" cy="990600"/>
          </a:xfrm>
          <a:custGeom>
            <a:avLst/>
            <a:gdLst/>
            <a:ahLst/>
            <a:cxnLst/>
            <a:rect l="l" t="t" r="r" b="b"/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29361" y="1753362"/>
            <a:ext cx="381000" cy="1143000"/>
          </a:xfrm>
          <a:custGeom>
            <a:avLst/>
            <a:gdLst/>
            <a:ahLst/>
            <a:cxnLst/>
            <a:rect l="l" t="t" r="r" b="b"/>
            <a:pathLst>
              <a:path w="381000" h="1143000">
                <a:moveTo>
                  <a:pt x="381000" y="0"/>
                </a:moveTo>
                <a:lnTo>
                  <a:pt x="0" y="1143000"/>
                </a:lnTo>
              </a:path>
            </a:pathLst>
          </a:custGeom>
          <a:ln w="198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28600" y="2895600"/>
            <a:ext cx="4191000" cy="2819400"/>
          </a:xfrm>
          <a:custGeom>
            <a:avLst/>
            <a:gdLst/>
            <a:ahLst/>
            <a:cxnLst/>
            <a:rect l="l" t="t" r="r" b="b"/>
            <a:pathLst>
              <a:path w="4191000" h="2819400">
                <a:moveTo>
                  <a:pt x="0" y="2819400"/>
                </a:moveTo>
                <a:lnTo>
                  <a:pt x="4191000" y="2819400"/>
                </a:lnTo>
                <a:lnTo>
                  <a:pt x="4191000" y="0"/>
                </a:lnTo>
                <a:lnTo>
                  <a:pt x="0" y="0"/>
                </a:lnTo>
                <a:lnTo>
                  <a:pt x="0" y="2819400"/>
                </a:lnTo>
                <a:close/>
              </a:path>
            </a:pathLst>
          </a:custGeom>
          <a:ln w="9144">
            <a:solidFill>
              <a:srgbClr val="FF33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191000" y="3505200"/>
            <a:ext cx="1143000" cy="762000"/>
          </a:xfrm>
          <a:custGeom>
            <a:avLst/>
            <a:gdLst/>
            <a:ahLst/>
            <a:cxnLst/>
            <a:rect l="l" t="t" r="r" b="b"/>
            <a:pathLst>
              <a:path w="1143000" h="762000">
                <a:moveTo>
                  <a:pt x="0" y="381000"/>
                </a:moveTo>
                <a:lnTo>
                  <a:pt x="228600" y="762000"/>
                </a:lnTo>
                <a:lnTo>
                  <a:pt x="228600" y="571500"/>
                </a:lnTo>
                <a:lnTo>
                  <a:pt x="914400" y="571500"/>
                </a:lnTo>
                <a:lnTo>
                  <a:pt x="914400" y="762000"/>
                </a:lnTo>
                <a:lnTo>
                  <a:pt x="1143000" y="381000"/>
                </a:lnTo>
                <a:lnTo>
                  <a:pt x="914400" y="0"/>
                </a:lnTo>
                <a:lnTo>
                  <a:pt x="914400" y="190500"/>
                </a:lnTo>
                <a:lnTo>
                  <a:pt x="228600" y="190500"/>
                </a:lnTo>
                <a:lnTo>
                  <a:pt x="228600" y="0"/>
                </a:lnTo>
                <a:lnTo>
                  <a:pt x="0" y="381000"/>
                </a:lnTo>
                <a:close/>
              </a:path>
            </a:pathLst>
          </a:custGeom>
          <a:solidFill>
            <a:srgbClr val="00CC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191000" y="3505200"/>
            <a:ext cx="1143000" cy="762000"/>
          </a:xfrm>
          <a:custGeom>
            <a:avLst/>
            <a:gdLst/>
            <a:ahLst/>
            <a:cxnLst/>
            <a:rect l="l" t="t" r="r" b="b"/>
            <a:pathLst>
              <a:path w="1143000" h="762000">
                <a:moveTo>
                  <a:pt x="0" y="381000"/>
                </a:moveTo>
                <a:lnTo>
                  <a:pt x="228600" y="0"/>
                </a:lnTo>
                <a:lnTo>
                  <a:pt x="228600" y="190500"/>
                </a:lnTo>
                <a:lnTo>
                  <a:pt x="914400" y="190500"/>
                </a:lnTo>
                <a:lnTo>
                  <a:pt x="914400" y="0"/>
                </a:lnTo>
                <a:lnTo>
                  <a:pt x="1143000" y="381000"/>
                </a:lnTo>
                <a:lnTo>
                  <a:pt x="914400" y="762000"/>
                </a:lnTo>
                <a:lnTo>
                  <a:pt x="914400" y="571500"/>
                </a:lnTo>
                <a:lnTo>
                  <a:pt x="228600" y="571500"/>
                </a:lnTo>
                <a:lnTo>
                  <a:pt x="228600" y="762000"/>
                </a:lnTo>
                <a:lnTo>
                  <a:pt x="0" y="3810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97765"/>
            <a:ext cx="402479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179" b="1">
                <a:latin typeface="Arial"/>
                <a:cs typeface="Arial"/>
              </a:rPr>
              <a:t>F</a:t>
            </a:r>
            <a:r>
              <a:rPr dirty="0" smtClean="0" sz="3200" spc="-179" b="1">
                <a:latin typeface="Arial"/>
                <a:cs typeface="Arial"/>
              </a:rPr>
              <a:t>.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07942" y="97765"/>
            <a:ext cx="211073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0" b="1">
                <a:latin typeface="Arial"/>
                <a:cs typeface="Arial"/>
              </a:rPr>
              <a:t>T</a:t>
            </a:r>
            <a:r>
              <a:rPr dirty="0" smtClean="0" sz="3200" spc="-30" b="1">
                <a:latin typeface="Arial"/>
                <a:cs typeface="Arial"/>
              </a:rPr>
              <a:t>a</a:t>
            </a:r>
            <a:r>
              <a:rPr dirty="0" smtClean="0" sz="3200" spc="-30" b="1">
                <a:latin typeface="Arial"/>
                <a:cs typeface="Arial"/>
              </a:rPr>
              <a:t>n</a:t>
            </a:r>
            <a:r>
              <a:rPr dirty="0" smtClean="0" sz="3200" spc="-30" b="1">
                <a:latin typeface="Arial"/>
                <a:cs typeface="Arial"/>
              </a:rPr>
              <a:t>tan</a:t>
            </a:r>
            <a:r>
              <a:rPr dirty="0" smtClean="0" sz="3200" spc="-30" b="1">
                <a:latin typeface="Arial"/>
                <a:cs typeface="Arial"/>
              </a:rPr>
              <a:t>g</a:t>
            </a:r>
            <a:r>
              <a:rPr dirty="0" smtClean="0" sz="3200" spc="-30" b="1"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39294" y="97765"/>
            <a:ext cx="1080081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>
                <a:latin typeface="Arial"/>
                <a:cs typeface="Arial"/>
              </a:rPr>
              <a:t>Ris</a:t>
            </a:r>
            <a:r>
              <a:rPr dirty="0" smtClean="0" sz="3200" spc="-2" b="1">
                <a:latin typeface="Arial"/>
                <a:cs typeface="Arial"/>
              </a:rPr>
              <a:t>e</a:t>
            </a:r>
            <a:r>
              <a:rPr dirty="0" smtClean="0" sz="3200" spc="-2" b="1">
                <a:latin typeface="Arial"/>
                <a:cs typeface="Arial"/>
              </a:rPr>
              <a:t>t</a:t>
            </a:r>
            <a:endParaRPr sz="32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12114" y="1089700"/>
            <a:ext cx="812629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21866" y="1089700"/>
            <a:ext cx="812629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 b="1">
                <a:latin typeface="Arial"/>
                <a:cs typeface="Arial"/>
              </a:rPr>
              <a:t>SO</a:t>
            </a:r>
            <a:r>
              <a:rPr dirty="0" smtClean="0" sz="1400" spc="-2" b="1">
                <a:latin typeface="Arial"/>
                <a:cs typeface="Arial"/>
              </a:rPr>
              <a:t>U</a:t>
            </a:r>
            <a:r>
              <a:rPr dirty="0" smtClean="0" sz="1400" spc="-2" b="1">
                <a:latin typeface="Arial"/>
                <a:cs typeface="Arial"/>
              </a:rPr>
              <a:t>R</a:t>
            </a:r>
            <a:r>
              <a:rPr dirty="0" smtClean="0" sz="1400" spc="-2" b="1">
                <a:latin typeface="Arial"/>
                <a:cs typeface="Arial"/>
              </a:rPr>
              <a:t>C</a:t>
            </a:r>
            <a:r>
              <a:rPr dirty="0" smtClean="0" sz="1400" spc="-2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37083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36850" y="1089700"/>
            <a:ext cx="902140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2826" marR="75540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26891" y="1089700"/>
            <a:ext cx="25874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Tx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37431" y="1089700"/>
            <a:ext cx="915513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18201" y="1089700"/>
            <a:ext cx="278578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 b="1">
                <a:latin typeface="Arial"/>
                <a:cs typeface="Arial"/>
              </a:rPr>
              <a:t>Rx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61685" y="1089700"/>
            <a:ext cx="902140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algn="ctr">
              <a:lnSpc>
                <a:spcPts val="1535"/>
              </a:lnSpc>
            </a:pPr>
            <a:r>
              <a:rPr dirty="0" smtClean="0" sz="1400" spc="-8" b="1">
                <a:latin typeface="Arial"/>
                <a:cs typeface="Arial"/>
              </a:rPr>
              <a:t>C</a:t>
            </a:r>
            <a:r>
              <a:rPr dirty="0" smtClean="0" sz="1400" spc="-8" b="1">
                <a:latin typeface="Arial"/>
                <a:cs typeface="Arial"/>
              </a:rPr>
              <a:t>H</a:t>
            </a:r>
            <a:r>
              <a:rPr dirty="0" smtClean="0" sz="1400" spc="-8" b="1">
                <a:latin typeface="Arial"/>
                <a:cs typeface="Arial"/>
              </a:rPr>
              <a:t>A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N</a:t>
            </a:r>
            <a:r>
              <a:rPr dirty="0" smtClean="0" sz="1400" spc="-8" b="1">
                <a:latin typeface="Arial"/>
                <a:cs typeface="Arial"/>
              </a:rPr>
              <a:t>EL</a:t>
            </a:r>
            <a:endParaRPr sz="1400">
              <a:latin typeface="Arial"/>
              <a:cs typeface="Arial"/>
            </a:endParaRPr>
          </a:p>
          <a:p>
            <a:pPr marL="67398" marR="80784" algn="ctr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980301" y="1089700"/>
            <a:ext cx="814234" cy="41706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0" b="1">
                <a:latin typeface="Arial"/>
                <a:cs typeface="Arial"/>
              </a:rPr>
              <a:t>SOUR</a:t>
            </a:r>
            <a:r>
              <a:rPr dirty="0" smtClean="0" sz="1400" spc="0" b="1">
                <a:latin typeface="Arial"/>
                <a:cs typeface="Arial"/>
              </a:rPr>
              <a:t>C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  <a:p>
            <a:pPr marL="42037" marR="26746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E-</a:t>
            </a: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OD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48422" y="1089700"/>
            <a:ext cx="477945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b="1">
                <a:latin typeface="Arial"/>
                <a:cs typeface="Arial"/>
              </a:rPr>
              <a:t>S</a:t>
            </a:r>
            <a:r>
              <a:rPr dirty="0" smtClean="0" sz="1400" b="1">
                <a:latin typeface="Arial"/>
                <a:cs typeface="Arial"/>
              </a:rPr>
              <a:t>I</a:t>
            </a:r>
            <a:r>
              <a:rPr dirty="0" smtClean="0" sz="1400" b="1">
                <a:latin typeface="Arial"/>
                <a:cs typeface="Arial"/>
              </a:rPr>
              <a:t>N</a:t>
            </a:r>
            <a:r>
              <a:rPr dirty="0" smtClean="0" sz="1400" b="1"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45244" y="6471832"/>
            <a:ext cx="345978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40452" y="2895600"/>
            <a:ext cx="4460748" cy="228600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92963">
              <a:lnSpc>
                <a:spcPct val="95825"/>
              </a:lnSpc>
            </a:pPr>
            <a:r>
              <a:rPr dirty="0" smtClean="0" sz="1800" spc="-6" b="1">
                <a:latin typeface="Arial"/>
                <a:cs typeface="Arial"/>
              </a:rPr>
              <a:t>T</a:t>
            </a:r>
            <a:r>
              <a:rPr dirty="0" smtClean="0" sz="1800" spc="-6" b="1">
                <a:latin typeface="Arial"/>
                <a:cs typeface="Arial"/>
              </a:rPr>
              <a:t>antangan</a:t>
            </a:r>
            <a:r>
              <a:rPr dirty="0" smtClean="0" sz="1800" spc="-6" b="1">
                <a:latin typeface="Arial"/>
                <a:cs typeface="Arial"/>
              </a:rPr>
              <a:t>n</a:t>
            </a:r>
            <a:r>
              <a:rPr dirty="0" smtClean="0" sz="1800" spc="-6" b="1">
                <a:latin typeface="Arial"/>
                <a:cs typeface="Arial"/>
              </a:rPr>
              <a:t>y</a:t>
            </a:r>
            <a:r>
              <a:rPr dirty="0" smtClean="0" sz="1800" spc="-6" b="1">
                <a:latin typeface="Arial"/>
                <a:cs typeface="Arial"/>
              </a:rPr>
              <a:t>a</a:t>
            </a:r>
            <a:r>
              <a:rPr dirty="0" smtClean="0" sz="1800" spc="-6" b="1">
                <a:latin typeface="Arial"/>
                <a:cs typeface="Arial"/>
              </a:rPr>
              <a:t> </a:t>
            </a:r>
            <a:r>
              <a:rPr dirty="0" smtClean="0" sz="1800" spc="-6" b="1">
                <a:latin typeface="Arial"/>
                <a:cs typeface="Arial"/>
              </a:rPr>
              <a:t>a</a:t>
            </a:r>
            <a:r>
              <a:rPr dirty="0" smtClean="0" sz="1800" spc="-6" b="1">
                <a:latin typeface="Arial"/>
                <a:cs typeface="Arial"/>
              </a:rPr>
              <a:t>dalah</a:t>
            </a:r>
            <a:r>
              <a:rPr dirty="0" smtClean="0" sz="1800" spc="-6" b="1">
                <a:latin typeface="Arial"/>
                <a:cs typeface="Arial"/>
              </a:rPr>
              <a:t> </a:t>
            </a:r>
            <a:r>
              <a:rPr dirty="0" smtClean="0" sz="1800" spc="-6" b="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  <a:p>
            <a:pPr marL="550163" marR="445811" indent="-457200">
              <a:lnSpc>
                <a:spcPct val="100041"/>
              </a:lnSpc>
              <a:spcBef>
                <a:spcPts val="522"/>
              </a:spcBef>
              <a:tabLst>
                <a:tab pos="546100" algn="l"/>
              </a:tabLst>
            </a:pPr>
            <a:r>
              <a:rPr dirty="0" smtClean="0" sz="1350" spc="-1">
                <a:solidFill>
                  <a:srgbClr val="808080"/>
                </a:solidFill>
                <a:latin typeface="Arial"/>
                <a:cs typeface="Arial"/>
              </a:rPr>
              <a:t>1</a:t>
            </a: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	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te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(b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as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sark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la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ke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at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formas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  <a:p>
            <a:pPr marL="550163" marR="89195" indent="-457200">
              <a:lnSpc>
                <a:spcPct val="100041"/>
              </a:lnSpc>
              <a:spcBef>
                <a:spcPts val="430"/>
              </a:spcBef>
              <a:tabLst>
                <a:tab pos="546100" algn="l"/>
              </a:tabLst>
            </a:pP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2</a:t>
            </a: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	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im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mem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kom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ressi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formas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,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teta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mas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sa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iter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penggun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in</a:t>
            </a:r>
            <a:r>
              <a:rPr dirty="0" smtClean="0" sz="1800" spc="0">
                <a:latin typeface="Arial"/>
                <a:cs typeface="Arial"/>
              </a:rPr>
              <a:t>f</a:t>
            </a:r>
            <a:r>
              <a:rPr dirty="0" smtClean="0" sz="1800" spc="0">
                <a:latin typeface="Arial"/>
                <a:cs typeface="Arial"/>
              </a:rPr>
              <a:t>orma</a:t>
            </a:r>
            <a:r>
              <a:rPr dirty="0" smtClean="0" sz="1800" spc="0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28600" y="2895600"/>
            <a:ext cx="4191000" cy="2819400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92049">
              <a:lnSpc>
                <a:spcPct val="95825"/>
              </a:lnSpc>
            </a:pPr>
            <a:r>
              <a:rPr dirty="0" smtClean="0" sz="1800" spc="-6" b="1">
                <a:latin typeface="Arial"/>
                <a:cs typeface="Arial"/>
              </a:rPr>
              <a:t>T</a:t>
            </a:r>
            <a:r>
              <a:rPr dirty="0" smtClean="0" sz="1800" spc="-6" b="1">
                <a:latin typeface="Arial"/>
                <a:cs typeface="Arial"/>
              </a:rPr>
              <a:t>antangan</a:t>
            </a:r>
            <a:r>
              <a:rPr dirty="0" smtClean="0" sz="1800" spc="-6" b="1">
                <a:latin typeface="Arial"/>
                <a:cs typeface="Arial"/>
              </a:rPr>
              <a:t>n</a:t>
            </a:r>
            <a:r>
              <a:rPr dirty="0" smtClean="0" sz="1800" spc="-6" b="1">
                <a:latin typeface="Arial"/>
                <a:cs typeface="Arial"/>
              </a:rPr>
              <a:t>y</a:t>
            </a:r>
            <a:r>
              <a:rPr dirty="0" smtClean="0" sz="1800" spc="-6" b="1">
                <a:latin typeface="Arial"/>
                <a:cs typeface="Arial"/>
              </a:rPr>
              <a:t>a</a:t>
            </a:r>
            <a:r>
              <a:rPr dirty="0" smtClean="0" sz="1800" spc="-6" b="1">
                <a:latin typeface="Arial"/>
                <a:cs typeface="Arial"/>
              </a:rPr>
              <a:t> </a:t>
            </a:r>
            <a:r>
              <a:rPr dirty="0" smtClean="0" sz="1800" spc="-6" b="1">
                <a:latin typeface="Arial"/>
                <a:cs typeface="Arial"/>
              </a:rPr>
              <a:t>a</a:t>
            </a:r>
            <a:r>
              <a:rPr dirty="0" smtClean="0" sz="1800" spc="-6" b="1">
                <a:latin typeface="Arial"/>
                <a:cs typeface="Arial"/>
              </a:rPr>
              <a:t>dalah</a:t>
            </a:r>
            <a:r>
              <a:rPr dirty="0" smtClean="0" sz="1800" spc="-6" b="1">
                <a:latin typeface="Arial"/>
                <a:cs typeface="Arial"/>
              </a:rPr>
              <a:t> </a:t>
            </a:r>
            <a:r>
              <a:rPr dirty="0" smtClean="0" sz="1800" spc="-6" b="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  <a:p>
            <a:pPr marL="92049">
              <a:lnSpc>
                <a:spcPct val="95825"/>
              </a:lnSpc>
              <a:spcBef>
                <a:spcPts val="522"/>
              </a:spcBef>
            </a:pP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1.</a:t>
            </a: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     </a:t>
            </a:r>
            <a:r>
              <a:rPr dirty="0" smtClean="0" sz="1350" spc="223">
                <a:solidFill>
                  <a:srgbClr val="808080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g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m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lk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19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la</a:t>
            </a:r>
            <a:endParaRPr sz="1800">
              <a:latin typeface="Arial"/>
              <a:cs typeface="Arial"/>
            </a:endParaRPr>
          </a:p>
          <a:p>
            <a:pPr marL="549554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>
                <a:latin typeface="Arial"/>
                <a:cs typeface="Arial"/>
              </a:rPr>
              <a:t>ke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formasi</a:t>
            </a:r>
            <a:endParaRPr sz="1800">
              <a:latin typeface="Arial"/>
              <a:cs typeface="Arial"/>
            </a:endParaRPr>
          </a:p>
          <a:p>
            <a:pPr marL="549554" marR="442077" indent="-457504">
              <a:lnSpc>
                <a:spcPct val="100041"/>
              </a:lnSpc>
              <a:spcBef>
                <a:spcPts val="522"/>
              </a:spcBef>
              <a:tabLst>
                <a:tab pos="546100" algn="l"/>
              </a:tabLst>
            </a:pPr>
            <a:r>
              <a:rPr dirty="0" smtClean="0" sz="1350" spc="-1">
                <a:solidFill>
                  <a:srgbClr val="808080"/>
                </a:solidFill>
                <a:latin typeface="Arial"/>
                <a:cs typeface="Arial"/>
              </a:rPr>
              <a:t>2</a:t>
            </a: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	</a:t>
            </a:r>
            <a:r>
              <a:rPr dirty="0" smtClean="0" sz="1800" spc="-1">
                <a:latin typeface="Arial"/>
                <a:cs typeface="Arial"/>
              </a:rPr>
              <a:t>Ma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ak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formasi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rmak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(b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gi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na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formas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  <a:p>
            <a:pPr marL="549554" marR="174166" indent="-457504">
              <a:lnSpc>
                <a:spcPct val="100041"/>
              </a:lnSpc>
              <a:spcBef>
                <a:spcPts val="430"/>
              </a:spcBef>
              <a:tabLst>
                <a:tab pos="546100" algn="l"/>
              </a:tabLst>
            </a:pPr>
            <a:r>
              <a:rPr dirty="0" smtClean="0" sz="1350" spc="-1">
                <a:solidFill>
                  <a:srgbClr val="808080"/>
                </a:solidFill>
                <a:latin typeface="Arial"/>
                <a:cs typeface="Arial"/>
              </a:rPr>
              <a:t>3</a:t>
            </a:r>
            <a:r>
              <a:rPr dirty="0" smtClean="0" sz="1350" spc="0">
                <a:solidFill>
                  <a:srgbClr val="808080"/>
                </a:solidFill>
                <a:latin typeface="Arial"/>
                <a:cs typeface="Arial"/>
              </a:rPr>
              <a:t>	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kter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stik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form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(mis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lk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tuk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ech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rec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iti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n)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object 2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81000" y="1600200"/>
            <a:ext cx="9066276" cy="1295400"/>
          </a:xfrm>
          <a:custGeom>
            <a:avLst/>
            <a:gdLst/>
            <a:ahLst/>
            <a:cxnLst/>
            <a:rect l="l" t="t" r="r" b="b"/>
            <a:pathLst>
              <a:path w="9066276" h="1295400">
                <a:moveTo>
                  <a:pt x="0" y="1295400"/>
                </a:moveTo>
                <a:lnTo>
                  <a:pt x="9066276" y="1295400"/>
                </a:lnTo>
                <a:lnTo>
                  <a:pt x="9066276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81000" y="1600200"/>
            <a:ext cx="9066276" cy="1295400"/>
          </a:xfrm>
          <a:custGeom>
            <a:avLst/>
            <a:gdLst/>
            <a:ahLst/>
            <a:cxnLst/>
            <a:rect l="l" t="t" r="r" b="b"/>
            <a:pathLst>
              <a:path w="9066276" h="1295400">
                <a:moveTo>
                  <a:pt x="0" y="1295400"/>
                </a:moveTo>
                <a:lnTo>
                  <a:pt x="9066276" y="1295400"/>
                </a:lnTo>
                <a:lnTo>
                  <a:pt x="9066276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78740" y="97765"/>
            <a:ext cx="374121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G.</a:t>
            </a:r>
            <a:r>
              <a:rPr dirty="0" smtClean="0" sz="3200" spc="-4" b="1">
                <a:latin typeface="Arial"/>
                <a:cs typeface="Arial"/>
              </a:rPr>
              <a:t> </a:t>
            </a:r>
            <a:r>
              <a:rPr dirty="0" smtClean="0" sz="3200" spc="-4" b="1">
                <a:latin typeface="Arial"/>
                <a:cs typeface="Arial"/>
              </a:rPr>
              <a:t>Cha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e</a:t>
            </a:r>
            <a:r>
              <a:rPr dirty="0" smtClean="0" sz="3200" spc="-4" b="1">
                <a:latin typeface="Arial"/>
                <a:cs typeface="Arial"/>
              </a:rPr>
              <a:t>l</a:t>
            </a:r>
            <a:r>
              <a:rPr dirty="0" smtClean="0" sz="3200" spc="-4" b="1">
                <a:latin typeface="Arial"/>
                <a:cs typeface="Arial"/>
              </a:rPr>
              <a:t> </a:t>
            </a:r>
            <a:r>
              <a:rPr dirty="0" smtClean="0" sz="3200" spc="-4" b="1">
                <a:latin typeface="Arial"/>
                <a:cs typeface="Arial"/>
              </a:rPr>
              <a:t>Codi</a:t>
            </a:r>
            <a:r>
              <a:rPr dirty="0" smtClean="0" sz="3200" spc="-4" b="1">
                <a:latin typeface="Arial"/>
                <a:cs typeface="Arial"/>
              </a:rPr>
              <a:t>n</a:t>
            </a:r>
            <a:r>
              <a:rPr dirty="0" smtClean="0" sz="3200" spc="-4" b="1">
                <a:latin typeface="Arial"/>
                <a:cs typeface="Arial"/>
              </a:rPr>
              <a:t>g</a:t>
            </a:r>
            <a:endParaRPr sz="32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83540" y="1012666"/>
            <a:ext cx="646593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Moti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s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i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m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nggun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k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n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cod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i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ng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8000"/>
                </a:solidFill>
                <a:latin typeface="Arial"/>
                <a:cs typeface="Arial"/>
              </a:rPr>
              <a:t>...</a:t>
            </a:r>
            <a:endParaRPr sz="32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9740" y="3187596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46252" y="3187596"/>
            <a:ext cx="6752255" cy="2803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 b="1" u="heavy">
                <a:latin typeface="Arial"/>
                <a:cs typeface="Arial"/>
              </a:rPr>
              <a:t>Prinsip</a:t>
            </a:r>
            <a:r>
              <a:rPr dirty="0" smtClean="0" sz="2000" spc="-2" b="1" u="heavy">
                <a:latin typeface="Arial"/>
                <a:cs typeface="Arial"/>
              </a:rPr>
              <a:t> </a:t>
            </a:r>
            <a:r>
              <a:rPr dirty="0" smtClean="0" sz="2000" spc="-2" b="1" i="1" u="heavy">
                <a:latin typeface="Arial"/>
                <a:cs typeface="Arial"/>
              </a:rPr>
              <a:t>Channel</a:t>
            </a:r>
            <a:r>
              <a:rPr dirty="0" smtClean="0" sz="2000" spc="-2" b="1" i="1" u="heavy">
                <a:latin typeface="Arial"/>
                <a:cs typeface="Arial"/>
              </a:rPr>
              <a:t> </a:t>
            </a:r>
            <a:r>
              <a:rPr dirty="0" smtClean="0" sz="2000" spc="-2" b="1" i="1" u="heavy">
                <a:latin typeface="Arial"/>
                <a:cs typeface="Arial"/>
              </a:rPr>
              <a:t>Co</a:t>
            </a:r>
            <a:r>
              <a:rPr dirty="0" smtClean="0" sz="2000" spc="-2" b="1" i="1" u="heavy">
                <a:latin typeface="Arial"/>
                <a:cs typeface="Arial"/>
              </a:rPr>
              <a:t>d</a:t>
            </a:r>
            <a:r>
              <a:rPr dirty="0" smtClean="0" sz="2000" spc="-2" b="1" i="1" u="heavy">
                <a:latin typeface="Arial"/>
                <a:cs typeface="Arial"/>
              </a:rPr>
              <a:t>i</a:t>
            </a:r>
            <a:r>
              <a:rPr dirty="0" smtClean="0" sz="2000" spc="-2" b="1" i="1" u="heavy">
                <a:latin typeface="Arial"/>
                <a:cs typeface="Arial"/>
              </a:rPr>
              <a:t>n</a:t>
            </a:r>
            <a:r>
              <a:rPr dirty="0" smtClean="0" sz="2000" spc="-2" b="1" i="1" u="heavy">
                <a:latin typeface="Arial"/>
                <a:cs typeface="Arial"/>
              </a:rPr>
              <a:t>g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0">
                <a:latin typeface="Wingdings"/>
                <a:cs typeface="Wingdings"/>
              </a:rPr>
              <a:t></a:t>
            </a:r>
            <a:r>
              <a:rPr dirty="0" smtClean="0" sz="2000" spc="54">
                <a:latin typeface="Times New Roman"/>
                <a:cs typeface="Times New Roman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</a:t>
            </a:r>
            <a:r>
              <a:rPr dirty="0" smtClean="0" sz="2000" spc="-2">
                <a:latin typeface="Arial"/>
                <a:cs typeface="Arial"/>
              </a:rPr>
              <a:t>enambahan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bi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bit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redun</a:t>
            </a:r>
            <a:r>
              <a:rPr dirty="0" smtClean="0" sz="2000" spc="-2">
                <a:latin typeface="Arial"/>
                <a:cs typeface="Arial"/>
              </a:rPr>
              <a:t>d</a:t>
            </a:r>
            <a:r>
              <a:rPr dirty="0" smtClean="0" sz="2000" spc="-2">
                <a:latin typeface="Arial"/>
                <a:cs typeface="Arial"/>
              </a:rPr>
              <a:t>ant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499848" y="3187596"/>
            <a:ext cx="1986439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untuk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menaik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46252" y="3584337"/>
            <a:ext cx="6287569" cy="67614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in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ja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p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da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p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o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es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te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inyal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(</a:t>
            </a:r>
            <a:r>
              <a:rPr dirty="0" smtClean="0" sz="2000" spc="0">
                <a:latin typeface="Arial"/>
                <a:cs typeface="Arial"/>
              </a:rPr>
              <a:t>Sh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on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the</a:t>
            </a:r>
            <a:r>
              <a:rPr dirty="0" smtClean="0" sz="2000" spc="0">
                <a:latin typeface="Arial"/>
                <a:cs typeface="Arial"/>
              </a:rPr>
              <a:t>o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em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)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712"/>
              </a:spcBef>
            </a:pPr>
            <a:r>
              <a:rPr dirty="0" smtClean="0" sz="2000" spc="0" b="1" u="heavy">
                <a:latin typeface="Arial"/>
                <a:cs typeface="Arial"/>
              </a:rPr>
              <a:t>D</a:t>
            </a:r>
            <a:r>
              <a:rPr dirty="0" smtClean="0" sz="2000" spc="0" b="1" u="heavy">
                <a:latin typeface="Arial"/>
                <a:cs typeface="Arial"/>
              </a:rPr>
              <a:t>ua</a:t>
            </a:r>
            <a:r>
              <a:rPr dirty="0" smtClean="0" sz="2000" spc="0" b="1" u="heavy">
                <a:latin typeface="Arial"/>
                <a:cs typeface="Arial"/>
              </a:rPr>
              <a:t> </a:t>
            </a:r>
            <a:r>
              <a:rPr dirty="0" smtClean="0" sz="2000" spc="0" b="1" u="heavy">
                <a:latin typeface="Arial"/>
                <a:cs typeface="Arial"/>
              </a:rPr>
              <a:t>k</a:t>
            </a:r>
            <a:r>
              <a:rPr dirty="0" smtClean="0" sz="2000" spc="0" b="1" u="heavy">
                <a:latin typeface="Arial"/>
                <a:cs typeface="Arial"/>
              </a:rPr>
              <a:t>a</a:t>
            </a:r>
            <a:r>
              <a:rPr dirty="0" smtClean="0" sz="2000" spc="0" b="1" u="heavy">
                <a:latin typeface="Arial"/>
                <a:cs typeface="Arial"/>
              </a:rPr>
              <a:t>t</a:t>
            </a:r>
            <a:r>
              <a:rPr dirty="0" smtClean="0" sz="2000" spc="0" b="1" u="heavy">
                <a:latin typeface="Arial"/>
                <a:cs typeface="Arial"/>
              </a:rPr>
              <a:t>e</a:t>
            </a:r>
            <a:r>
              <a:rPr dirty="0" smtClean="0" sz="2000" spc="0" b="1" u="heavy">
                <a:latin typeface="Arial"/>
                <a:cs typeface="Arial"/>
              </a:rPr>
              <a:t>g</a:t>
            </a:r>
            <a:r>
              <a:rPr dirty="0" smtClean="0" sz="2000" spc="0" b="1" u="heavy">
                <a:latin typeface="Arial"/>
                <a:cs typeface="Arial"/>
              </a:rPr>
              <a:t>ori</a:t>
            </a:r>
            <a:r>
              <a:rPr dirty="0" smtClean="0" sz="2000" spc="0" b="1" u="heavy">
                <a:latin typeface="Arial"/>
                <a:cs typeface="Arial"/>
              </a:rPr>
              <a:t> </a:t>
            </a:r>
            <a:r>
              <a:rPr dirty="0" smtClean="0" sz="2000" spc="0" b="1" u="heavy">
                <a:latin typeface="Arial"/>
                <a:cs typeface="Arial"/>
              </a:rPr>
              <a:t>c</a:t>
            </a:r>
            <a:r>
              <a:rPr dirty="0" smtClean="0" sz="2000" spc="0" b="1" u="heavy">
                <a:latin typeface="Arial"/>
                <a:cs typeface="Arial"/>
              </a:rPr>
              <a:t>h</a:t>
            </a:r>
            <a:r>
              <a:rPr dirty="0" smtClean="0" sz="2000" spc="0" b="1" u="heavy">
                <a:latin typeface="Arial"/>
                <a:cs typeface="Arial"/>
              </a:rPr>
              <a:t>a</a:t>
            </a:r>
            <a:r>
              <a:rPr dirty="0" smtClean="0" sz="2000" spc="0" b="1" u="heavy">
                <a:latin typeface="Arial"/>
                <a:cs typeface="Arial"/>
              </a:rPr>
              <a:t>n</a:t>
            </a:r>
            <a:r>
              <a:rPr dirty="0" smtClean="0" sz="2000" spc="0" b="1" u="heavy">
                <a:latin typeface="Arial"/>
                <a:cs typeface="Arial"/>
              </a:rPr>
              <a:t>n</a:t>
            </a:r>
            <a:r>
              <a:rPr dirty="0" smtClean="0" sz="2000" spc="0" b="1" u="heavy">
                <a:latin typeface="Arial"/>
                <a:cs typeface="Arial"/>
              </a:rPr>
              <a:t>e</a:t>
            </a:r>
            <a:r>
              <a:rPr dirty="0" smtClean="0" sz="2000" spc="0" b="1" u="heavy">
                <a:latin typeface="Arial"/>
                <a:cs typeface="Arial"/>
              </a:rPr>
              <a:t>l</a:t>
            </a:r>
            <a:r>
              <a:rPr dirty="0" smtClean="0" sz="2000" spc="0" b="1" u="heavy">
                <a:latin typeface="Arial"/>
                <a:cs typeface="Arial"/>
              </a:rPr>
              <a:t> </a:t>
            </a:r>
            <a:r>
              <a:rPr dirty="0" smtClean="0" sz="2000" spc="0" b="1" u="heavy">
                <a:latin typeface="Arial"/>
                <a:cs typeface="Arial"/>
              </a:rPr>
              <a:t>c</a:t>
            </a:r>
            <a:r>
              <a:rPr dirty="0" smtClean="0" sz="2000" spc="0" b="1" u="heavy">
                <a:latin typeface="Arial"/>
                <a:cs typeface="Arial"/>
              </a:rPr>
              <a:t>o</a:t>
            </a:r>
            <a:r>
              <a:rPr dirty="0" smtClean="0" sz="2000" spc="0" b="1" u="heavy">
                <a:latin typeface="Arial"/>
                <a:cs typeface="Arial"/>
              </a:rPr>
              <a:t>ding:</a:t>
            </a:r>
            <a:endParaRPr sz="2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9740" y="3980577"/>
            <a:ext cx="152654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46252" y="4376817"/>
            <a:ext cx="8097271" cy="107276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-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Error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det</a:t>
            </a:r>
            <a:r>
              <a:rPr dirty="0" smtClean="0" sz="2000" spc="-1" b="1" i="1">
                <a:latin typeface="Arial"/>
                <a:cs typeface="Arial"/>
              </a:rPr>
              <a:t>e</a:t>
            </a:r>
            <a:r>
              <a:rPr dirty="0" smtClean="0" sz="2000" spc="-1" b="1" i="1">
                <a:latin typeface="Arial"/>
                <a:cs typeface="Arial"/>
              </a:rPr>
              <a:t>c</a:t>
            </a:r>
            <a:r>
              <a:rPr dirty="0" smtClean="0" sz="2000" spc="-1" b="1" i="1">
                <a:latin typeface="Arial"/>
                <a:cs typeface="Arial"/>
              </a:rPr>
              <a:t>t</a:t>
            </a:r>
            <a:r>
              <a:rPr dirty="0" smtClean="0" sz="2000" spc="-1" b="1" i="1">
                <a:latin typeface="Arial"/>
                <a:cs typeface="Arial"/>
              </a:rPr>
              <a:t>ion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-1" b="1" i="1">
                <a:latin typeface="Arial"/>
                <a:cs typeface="Arial"/>
              </a:rPr>
              <a:t>coding</a:t>
            </a:r>
            <a:r>
              <a:rPr dirty="0" smtClean="0" sz="2000" spc="-1" b="1" i="1">
                <a:latin typeface="Arial"/>
                <a:cs typeface="Arial"/>
              </a:rPr>
              <a:t> </a:t>
            </a:r>
            <a:r>
              <a:rPr dirty="0" smtClean="0" sz="2000" spc="0">
                <a:latin typeface="Wingdings"/>
                <a:cs typeface="Wingdings"/>
              </a:rPr>
              <a:t></a:t>
            </a:r>
            <a:r>
              <a:rPr dirty="0" smtClean="0" sz="2000" spc="59">
                <a:latin typeface="Times New Roman"/>
                <a:cs typeface="Times New Roman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dete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si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o</a:t>
            </a:r>
            <a:r>
              <a:rPr dirty="0" smtClean="0" sz="2000" spc="-1">
                <a:latin typeface="Arial"/>
                <a:cs typeface="Arial"/>
              </a:rPr>
              <a:t>r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712"/>
              </a:spcBef>
            </a:pP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E</a:t>
            </a:r>
            <a:r>
              <a:rPr dirty="0" smtClean="0" sz="2000" spc="-2" b="1" i="1">
                <a:latin typeface="Arial"/>
                <a:cs typeface="Arial"/>
              </a:rPr>
              <a:t>rror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correction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-2" b="1" i="1">
                <a:latin typeface="Arial"/>
                <a:cs typeface="Arial"/>
              </a:rPr>
              <a:t>cod</a:t>
            </a:r>
            <a:r>
              <a:rPr dirty="0" smtClean="0" sz="2000" spc="-2" b="1" i="1">
                <a:latin typeface="Arial"/>
                <a:cs typeface="Arial"/>
              </a:rPr>
              <a:t>i</a:t>
            </a:r>
            <a:r>
              <a:rPr dirty="0" smtClean="0" sz="2000" spc="-2" b="1" i="1">
                <a:latin typeface="Arial"/>
                <a:cs typeface="Arial"/>
              </a:rPr>
              <a:t>ng</a:t>
            </a:r>
            <a:r>
              <a:rPr dirty="0" smtClean="0" sz="2000" spc="-2" b="1" i="1">
                <a:latin typeface="Arial"/>
                <a:cs typeface="Arial"/>
              </a:rPr>
              <a:t> </a:t>
            </a:r>
            <a:r>
              <a:rPr dirty="0" smtClean="0" sz="2000" spc="0">
                <a:latin typeface="Wingdings"/>
                <a:cs typeface="Wingdings"/>
              </a:rPr>
              <a:t></a:t>
            </a:r>
            <a:r>
              <a:rPr dirty="0" smtClean="0" sz="2000" spc="54">
                <a:latin typeface="Times New Roman"/>
                <a:cs typeface="Times New Roman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ko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eksi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er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or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823"/>
              </a:spcBef>
            </a:pPr>
            <a:r>
              <a:rPr dirty="0" smtClean="0" sz="2000" spc="-1" b="1" u="heavy">
                <a:latin typeface="Arial"/>
                <a:cs typeface="Arial"/>
              </a:rPr>
              <a:t>C</a:t>
            </a:r>
            <a:r>
              <a:rPr dirty="0" smtClean="0" sz="2000" spc="-1" b="1" u="heavy">
                <a:latin typeface="Arial"/>
                <a:cs typeface="Arial"/>
              </a:rPr>
              <a:t>oding</a:t>
            </a:r>
            <a:r>
              <a:rPr dirty="0" smtClean="0" sz="2000" spc="-1" b="1" u="heavy">
                <a:latin typeface="Arial"/>
                <a:cs typeface="Arial"/>
              </a:rPr>
              <a:t> </a:t>
            </a:r>
            <a:r>
              <a:rPr dirty="0" smtClean="0" sz="2000" spc="-1" b="1" u="heavy">
                <a:latin typeface="Arial"/>
                <a:cs typeface="Arial"/>
              </a:rPr>
              <a:t>G</a:t>
            </a:r>
            <a:r>
              <a:rPr dirty="0" smtClean="0" sz="2000" spc="-1" b="1" u="heavy">
                <a:latin typeface="Arial"/>
                <a:cs typeface="Arial"/>
              </a:rPr>
              <a:t>a</a:t>
            </a:r>
            <a:r>
              <a:rPr dirty="0" smtClean="0" sz="2000" spc="-1" b="1" u="heavy">
                <a:latin typeface="Arial"/>
                <a:cs typeface="Arial"/>
              </a:rPr>
              <a:t>in</a:t>
            </a:r>
            <a:r>
              <a:rPr dirty="0" smtClean="0" sz="2000" spc="-1" b="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adal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bed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/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dibe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ik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oleh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si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yal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ter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ode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9740" y="5169678"/>
            <a:ext cx="152654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46252" y="5565867"/>
            <a:ext cx="831777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te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h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p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inyal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yang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tidak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di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o</a:t>
            </a: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an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,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u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tuk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u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tu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Bit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or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ate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te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tentu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440672" y="6471832"/>
            <a:ext cx="35167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1000" y="1600200"/>
            <a:ext cx="9066276" cy="1295400"/>
          </a:xfrm>
          <a:prstGeom prst="rect">
            <a:avLst/>
          </a:prstGeom>
        </p:spPr>
        <p:txBody>
          <a:bodyPr wrap="square" lIns="0" tIns="57150" rIns="0" bIns="0" rtlCol="0">
            <a:noAutofit/>
          </a:bodyPr>
          <a:lstStyle/>
          <a:p>
            <a:pPr marL="377952" marR="69956" indent="-286511">
              <a:lnSpc>
                <a:spcPct val="100041"/>
              </a:lnSpc>
              <a:tabLst>
                <a:tab pos="368300" algn="l"/>
              </a:tabLst>
            </a:pPr>
            <a:r>
              <a:rPr dirty="0" smtClean="0" sz="2400">
                <a:solidFill>
                  <a:srgbClr val="FF0000"/>
                </a:solidFill>
                <a:latin typeface="Arial"/>
                <a:cs typeface="Arial"/>
              </a:rPr>
              <a:t>	</a:t>
            </a:r>
            <a:r>
              <a:rPr dirty="0" smtClean="0" sz="2400" b="1">
                <a:solidFill>
                  <a:srgbClr val="FF0000"/>
                </a:solidFill>
                <a:latin typeface="Arial"/>
                <a:cs typeface="Arial"/>
              </a:rPr>
              <a:t>Coding</a:t>
            </a:r>
            <a:r>
              <a:rPr dirty="0" smtClean="0" sz="240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b="1">
                <a:solidFill>
                  <a:srgbClr val="FF0000"/>
                </a:solidFill>
                <a:latin typeface="Arial"/>
                <a:cs typeface="Arial"/>
              </a:rPr>
              <a:t>di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akukan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(pengk</a:t>
            </a:r>
            <a:r>
              <a:rPr dirty="0" smtClean="0" sz="2400" spc="-4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dean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kanal)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mtClean="0" sz="2400" spc="-4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tuk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deteksi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dan/a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au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koreksi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or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-25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ang</a:t>
            </a:r>
            <a:r>
              <a:rPr dirty="0" smtClean="0" sz="2400" spc="29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di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ebabkan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se,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er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erens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,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ser</a:t>
            </a:r>
            <a:r>
              <a:rPr dirty="0" smtClean="0" sz="2400" spc="9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di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400" spc="4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2400" spc="0" b="1">
                <a:solidFill>
                  <a:srgbClr val="FF0000"/>
                </a:solidFill>
                <a:latin typeface="Arial"/>
                <a:cs typeface="Arial"/>
              </a:rPr>
              <a:t>rsi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21430" y="1215389"/>
            <a:ext cx="1110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886876" y="1215389"/>
            <a:ext cx="10783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326924" y="1215389"/>
            <a:ext cx="10945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622767" y="3267075"/>
            <a:ext cx="6607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694082" y="3267075"/>
            <a:ext cx="6981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240481" y="4059808"/>
            <a:ext cx="6948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302034" y="4059808"/>
            <a:ext cx="67699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333045" y="4059808"/>
            <a:ext cx="6846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636241" y="5248910"/>
            <a:ext cx="7075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838200" y="762000"/>
            <a:ext cx="8458200" cy="507492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40" y="159169"/>
            <a:ext cx="39335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G.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4224" y="159169"/>
            <a:ext cx="127175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l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9630" y="159169"/>
            <a:ext cx="111981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51340" y="6471832"/>
            <a:ext cx="34017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35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685800" y="838200"/>
            <a:ext cx="8458200" cy="487984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40" y="159169"/>
            <a:ext cx="39335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G.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4224" y="159169"/>
            <a:ext cx="127175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l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9630" y="159169"/>
            <a:ext cx="111981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5133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36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685800" y="1981200"/>
            <a:ext cx="8763000" cy="401269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762000" y="914400"/>
            <a:ext cx="7924800" cy="89153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40" y="159169"/>
            <a:ext cx="39335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G.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4224" y="159169"/>
            <a:ext cx="127175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l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9630" y="159169"/>
            <a:ext cx="111981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62008" y="6471832"/>
            <a:ext cx="32990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37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684276" y="2115312"/>
            <a:ext cx="8153400" cy="277825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40" y="159169"/>
            <a:ext cx="39335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G.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4224" y="159169"/>
            <a:ext cx="2405217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l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34416" y="936466"/>
            <a:ext cx="2140914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Inter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l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a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v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e</a:t>
            </a:r>
            <a:r>
              <a:rPr dirty="0" smtClean="0" sz="3200" spc="-2" b="1" u="heavy">
                <a:solidFill>
                  <a:srgbClr val="008000"/>
                </a:solidFill>
                <a:latin typeface="Arial"/>
                <a:cs typeface="Arial"/>
              </a:rPr>
              <a:t>r</a:t>
            </a:r>
            <a:endParaRPr sz="32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34576" y="6471832"/>
            <a:ext cx="35781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38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object 14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066800" y="795527"/>
            <a:ext cx="5105400" cy="0"/>
          </a:xfrm>
          <a:custGeom>
            <a:avLst/>
            <a:gdLst/>
            <a:ahLst/>
            <a:cxnLst/>
            <a:rect l="l" t="t" r="r" b="b"/>
            <a:pathLst>
              <a:path w="5105400" h="0">
                <a:moveTo>
                  <a:pt x="0" y="0"/>
                </a:moveTo>
                <a:lnTo>
                  <a:pt x="51054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066800" y="1066800"/>
            <a:ext cx="5105400" cy="0"/>
          </a:xfrm>
          <a:custGeom>
            <a:avLst/>
            <a:gdLst/>
            <a:ahLst/>
            <a:cxnLst/>
            <a:rect l="l" t="t" r="r" b="b"/>
            <a:pathLst>
              <a:path w="5105400" h="0">
                <a:moveTo>
                  <a:pt x="0" y="0"/>
                </a:moveTo>
                <a:lnTo>
                  <a:pt x="51054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752600" y="795527"/>
            <a:ext cx="0" cy="271272"/>
          </a:xfrm>
          <a:custGeom>
            <a:avLst/>
            <a:gdLst/>
            <a:ahLst/>
            <a:cxnLst/>
            <a:rect l="l" t="t" r="r" b="b"/>
            <a:pathLst>
              <a:path w="0" h="271272">
                <a:moveTo>
                  <a:pt x="0" y="0"/>
                </a:moveTo>
                <a:lnTo>
                  <a:pt x="0" y="2712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733800" y="795527"/>
            <a:ext cx="0" cy="271272"/>
          </a:xfrm>
          <a:custGeom>
            <a:avLst/>
            <a:gdLst/>
            <a:ahLst/>
            <a:cxnLst/>
            <a:rect l="l" t="t" r="r" b="b"/>
            <a:pathLst>
              <a:path w="0" h="271272">
                <a:moveTo>
                  <a:pt x="0" y="0"/>
                </a:moveTo>
                <a:lnTo>
                  <a:pt x="0" y="2712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715000" y="795527"/>
            <a:ext cx="0" cy="271272"/>
          </a:xfrm>
          <a:custGeom>
            <a:avLst/>
            <a:gdLst/>
            <a:ahLst/>
            <a:cxnLst/>
            <a:rect l="l" t="t" r="r" b="b"/>
            <a:pathLst>
              <a:path w="0" h="271272">
                <a:moveTo>
                  <a:pt x="0" y="0"/>
                </a:moveTo>
                <a:lnTo>
                  <a:pt x="0" y="2712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362200" y="1679448"/>
            <a:ext cx="609600" cy="347472"/>
          </a:xfrm>
          <a:custGeom>
            <a:avLst/>
            <a:gdLst/>
            <a:ahLst/>
            <a:cxnLst/>
            <a:rect l="l" t="t" r="r" b="b"/>
            <a:pathLst>
              <a:path w="609600" h="347472">
                <a:moveTo>
                  <a:pt x="0" y="347472"/>
                </a:moveTo>
                <a:lnTo>
                  <a:pt x="609600" y="347472"/>
                </a:lnTo>
                <a:lnTo>
                  <a:pt x="609600" y="0"/>
                </a:lnTo>
                <a:lnTo>
                  <a:pt x="0" y="0"/>
                </a:lnTo>
                <a:lnTo>
                  <a:pt x="0" y="34747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752600" y="1066800"/>
            <a:ext cx="609600" cy="612648"/>
          </a:xfrm>
          <a:custGeom>
            <a:avLst/>
            <a:gdLst/>
            <a:ahLst/>
            <a:cxnLst/>
            <a:rect l="l" t="t" r="r" b="b"/>
            <a:pathLst>
              <a:path w="609600" h="612648">
                <a:moveTo>
                  <a:pt x="0" y="0"/>
                </a:moveTo>
                <a:lnTo>
                  <a:pt x="609600" y="6126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971800" y="1066800"/>
            <a:ext cx="762000" cy="612648"/>
          </a:xfrm>
          <a:custGeom>
            <a:avLst/>
            <a:gdLst/>
            <a:ahLst/>
            <a:cxnLst/>
            <a:rect l="l" t="t" r="r" b="b"/>
            <a:pathLst>
              <a:path w="762000" h="612648">
                <a:moveTo>
                  <a:pt x="762000" y="0"/>
                </a:moveTo>
                <a:lnTo>
                  <a:pt x="0" y="6126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495800" y="1679448"/>
            <a:ext cx="609600" cy="347472"/>
          </a:xfrm>
          <a:custGeom>
            <a:avLst/>
            <a:gdLst/>
            <a:ahLst/>
            <a:cxnLst/>
            <a:rect l="l" t="t" r="r" b="b"/>
            <a:pathLst>
              <a:path w="609600" h="347472">
                <a:moveTo>
                  <a:pt x="0" y="347472"/>
                </a:moveTo>
                <a:lnTo>
                  <a:pt x="609600" y="347472"/>
                </a:lnTo>
                <a:lnTo>
                  <a:pt x="609600" y="0"/>
                </a:lnTo>
                <a:lnTo>
                  <a:pt x="0" y="0"/>
                </a:lnTo>
                <a:lnTo>
                  <a:pt x="0" y="34747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733800" y="1066800"/>
            <a:ext cx="762000" cy="612648"/>
          </a:xfrm>
          <a:custGeom>
            <a:avLst/>
            <a:gdLst/>
            <a:ahLst/>
            <a:cxnLst/>
            <a:rect l="l" t="t" r="r" b="b"/>
            <a:pathLst>
              <a:path w="762000" h="612648">
                <a:moveTo>
                  <a:pt x="0" y="0"/>
                </a:moveTo>
                <a:lnTo>
                  <a:pt x="762000" y="6126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105400" y="1066800"/>
            <a:ext cx="609600" cy="612648"/>
          </a:xfrm>
          <a:custGeom>
            <a:avLst/>
            <a:gdLst/>
            <a:ahLst/>
            <a:cxnLst/>
            <a:rect l="l" t="t" r="r" b="b"/>
            <a:pathLst>
              <a:path w="609600" h="612648">
                <a:moveTo>
                  <a:pt x="609600" y="0"/>
                </a:moveTo>
                <a:lnTo>
                  <a:pt x="0" y="6126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828800" y="2695955"/>
            <a:ext cx="1828800" cy="347472"/>
          </a:xfrm>
          <a:custGeom>
            <a:avLst/>
            <a:gdLst/>
            <a:ahLst/>
            <a:cxnLst/>
            <a:rect l="l" t="t" r="r" b="b"/>
            <a:pathLst>
              <a:path w="1828800" h="347472">
                <a:moveTo>
                  <a:pt x="0" y="347472"/>
                </a:moveTo>
                <a:lnTo>
                  <a:pt x="1828800" y="347472"/>
                </a:lnTo>
                <a:lnTo>
                  <a:pt x="1828800" y="0"/>
                </a:lnTo>
                <a:lnTo>
                  <a:pt x="0" y="0"/>
                </a:lnTo>
                <a:lnTo>
                  <a:pt x="0" y="347472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971800" y="1950720"/>
            <a:ext cx="685800" cy="748283"/>
          </a:xfrm>
          <a:custGeom>
            <a:avLst/>
            <a:gdLst/>
            <a:ahLst/>
            <a:cxnLst/>
            <a:rect l="l" t="t" r="r" b="b"/>
            <a:pathLst>
              <a:path w="685800" h="748283">
                <a:moveTo>
                  <a:pt x="0" y="0"/>
                </a:moveTo>
                <a:lnTo>
                  <a:pt x="685800" y="7482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828800" y="1950720"/>
            <a:ext cx="533400" cy="748283"/>
          </a:xfrm>
          <a:custGeom>
            <a:avLst/>
            <a:gdLst/>
            <a:ahLst/>
            <a:cxnLst/>
            <a:rect l="l" t="t" r="r" b="b"/>
            <a:pathLst>
              <a:path w="533400" h="748283">
                <a:moveTo>
                  <a:pt x="533400" y="0"/>
                </a:moveTo>
                <a:lnTo>
                  <a:pt x="0" y="7482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105400" y="1950720"/>
            <a:ext cx="685800" cy="748283"/>
          </a:xfrm>
          <a:custGeom>
            <a:avLst/>
            <a:gdLst/>
            <a:ahLst/>
            <a:cxnLst/>
            <a:rect l="l" t="t" r="r" b="b"/>
            <a:pathLst>
              <a:path w="685800" h="748283">
                <a:moveTo>
                  <a:pt x="0" y="0"/>
                </a:moveTo>
                <a:lnTo>
                  <a:pt x="685800" y="7482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962400" y="1950720"/>
            <a:ext cx="533400" cy="748283"/>
          </a:xfrm>
          <a:custGeom>
            <a:avLst/>
            <a:gdLst/>
            <a:ahLst/>
            <a:cxnLst/>
            <a:rect l="l" t="t" r="r" b="b"/>
            <a:pathLst>
              <a:path w="533400" h="748283">
                <a:moveTo>
                  <a:pt x="533400" y="0"/>
                </a:moveTo>
                <a:lnTo>
                  <a:pt x="0" y="7482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962400" y="2695955"/>
            <a:ext cx="1828800" cy="347472"/>
          </a:xfrm>
          <a:custGeom>
            <a:avLst/>
            <a:gdLst/>
            <a:ahLst/>
            <a:cxnLst/>
            <a:rect l="l" t="t" r="r" b="b"/>
            <a:pathLst>
              <a:path w="1828800" h="347472">
                <a:moveTo>
                  <a:pt x="0" y="347472"/>
                </a:moveTo>
                <a:lnTo>
                  <a:pt x="1828800" y="347472"/>
                </a:lnTo>
                <a:lnTo>
                  <a:pt x="1828800" y="0"/>
                </a:lnTo>
                <a:lnTo>
                  <a:pt x="0" y="0"/>
                </a:lnTo>
                <a:lnTo>
                  <a:pt x="0" y="347472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8288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0574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2860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5146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7432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9718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2004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4290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828800" y="2971800"/>
            <a:ext cx="0" cy="475488"/>
          </a:xfrm>
          <a:custGeom>
            <a:avLst/>
            <a:gdLst/>
            <a:ahLst/>
            <a:cxnLst/>
            <a:rect l="l" t="t" r="r" b="b"/>
            <a:pathLst>
              <a:path w="0" h="475488">
                <a:moveTo>
                  <a:pt x="0" y="0"/>
                </a:moveTo>
                <a:lnTo>
                  <a:pt x="0" y="4754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3657600" y="2971800"/>
            <a:ext cx="0" cy="544067"/>
          </a:xfrm>
          <a:custGeom>
            <a:avLst/>
            <a:gdLst/>
            <a:ahLst/>
            <a:cxnLst/>
            <a:rect l="l" t="t" r="r" b="b"/>
            <a:pathLst>
              <a:path w="0" h="544067">
                <a:moveTo>
                  <a:pt x="0" y="0"/>
                </a:moveTo>
                <a:lnTo>
                  <a:pt x="0" y="54406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39624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41910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44196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6482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8768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51054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3340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562600" y="3447288"/>
            <a:ext cx="228600" cy="507492"/>
          </a:xfrm>
          <a:custGeom>
            <a:avLst/>
            <a:gdLst/>
            <a:ahLst/>
            <a:cxnLst/>
            <a:rect l="l" t="t" r="r" b="b"/>
            <a:pathLst>
              <a:path w="228600" h="507491">
                <a:moveTo>
                  <a:pt x="0" y="507492"/>
                </a:moveTo>
                <a:lnTo>
                  <a:pt x="228600" y="507492"/>
                </a:lnTo>
                <a:lnTo>
                  <a:pt x="228600" y="0"/>
                </a:lnTo>
                <a:lnTo>
                  <a:pt x="0" y="0"/>
                </a:lnTo>
                <a:lnTo>
                  <a:pt x="0" y="50749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962400" y="2971800"/>
            <a:ext cx="0" cy="544067"/>
          </a:xfrm>
          <a:custGeom>
            <a:avLst/>
            <a:gdLst/>
            <a:ahLst/>
            <a:cxnLst/>
            <a:rect l="l" t="t" r="r" b="b"/>
            <a:pathLst>
              <a:path w="0" h="544067">
                <a:moveTo>
                  <a:pt x="0" y="0"/>
                </a:moveTo>
                <a:lnTo>
                  <a:pt x="0" y="54406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5791200" y="2971800"/>
            <a:ext cx="0" cy="544067"/>
          </a:xfrm>
          <a:custGeom>
            <a:avLst/>
            <a:gdLst/>
            <a:ahLst/>
            <a:cxnLst/>
            <a:rect l="l" t="t" r="r" b="b"/>
            <a:pathLst>
              <a:path w="0" h="544067">
                <a:moveTo>
                  <a:pt x="0" y="0"/>
                </a:moveTo>
                <a:lnTo>
                  <a:pt x="0" y="54406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0574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5146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9718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4290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8862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3434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8006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5257800" y="4604004"/>
            <a:ext cx="457200" cy="406907"/>
          </a:xfrm>
          <a:custGeom>
            <a:avLst/>
            <a:gdLst/>
            <a:ahLst/>
            <a:cxnLst/>
            <a:rect l="l" t="t" r="r" b="b"/>
            <a:pathLst>
              <a:path w="457200" h="406907">
                <a:moveTo>
                  <a:pt x="0" y="406908"/>
                </a:moveTo>
                <a:lnTo>
                  <a:pt x="457200" y="406908"/>
                </a:lnTo>
                <a:lnTo>
                  <a:pt x="457200" y="0"/>
                </a:lnTo>
                <a:lnTo>
                  <a:pt x="0" y="0"/>
                </a:lnTo>
                <a:lnTo>
                  <a:pt x="0" y="4069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899412" y="3919728"/>
            <a:ext cx="386588" cy="684276"/>
          </a:xfrm>
          <a:custGeom>
            <a:avLst/>
            <a:gdLst/>
            <a:ahLst/>
            <a:cxnLst/>
            <a:rect l="l" t="t" r="r" b="b"/>
            <a:pathLst>
              <a:path w="386588" h="684276">
                <a:moveTo>
                  <a:pt x="350012" y="631952"/>
                </a:moveTo>
                <a:lnTo>
                  <a:pt x="343827" y="620894"/>
                </a:lnTo>
                <a:lnTo>
                  <a:pt x="316102" y="636397"/>
                </a:lnTo>
                <a:lnTo>
                  <a:pt x="386588" y="684276"/>
                </a:lnTo>
                <a:lnTo>
                  <a:pt x="350012" y="631952"/>
                </a:lnTo>
                <a:close/>
              </a:path>
              <a:path w="386588" h="684276">
                <a:moveTo>
                  <a:pt x="382650" y="599186"/>
                </a:moveTo>
                <a:lnTo>
                  <a:pt x="354991" y="614651"/>
                </a:lnTo>
                <a:lnTo>
                  <a:pt x="361188" y="625729"/>
                </a:lnTo>
                <a:lnTo>
                  <a:pt x="382650" y="599186"/>
                </a:lnTo>
                <a:close/>
              </a:path>
              <a:path w="386588" h="684276">
                <a:moveTo>
                  <a:pt x="11175" y="0"/>
                </a:moveTo>
                <a:lnTo>
                  <a:pt x="0" y="6096"/>
                </a:lnTo>
                <a:lnTo>
                  <a:pt x="343827" y="620894"/>
                </a:lnTo>
                <a:lnTo>
                  <a:pt x="350012" y="631952"/>
                </a:lnTo>
                <a:lnTo>
                  <a:pt x="386588" y="684276"/>
                </a:lnTo>
                <a:lnTo>
                  <a:pt x="382650" y="599186"/>
                </a:lnTo>
                <a:lnTo>
                  <a:pt x="361188" y="625729"/>
                </a:lnTo>
                <a:lnTo>
                  <a:pt x="354991" y="614651"/>
                </a:lnTo>
                <a:lnTo>
                  <a:pt x="111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362200" y="3916933"/>
            <a:ext cx="1678813" cy="693674"/>
          </a:xfrm>
          <a:custGeom>
            <a:avLst/>
            <a:gdLst/>
            <a:ahLst/>
            <a:cxnLst/>
            <a:rect l="l" t="t" r="r" b="b"/>
            <a:pathLst>
              <a:path w="1678813" h="693674">
                <a:moveTo>
                  <a:pt x="68197" y="652426"/>
                </a:moveTo>
                <a:lnTo>
                  <a:pt x="56261" y="623062"/>
                </a:lnTo>
                <a:lnTo>
                  <a:pt x="0" y="687070"/>
                </a:lnTo>
                <a:lnTo>
                  <a:pt x="84962" y="693674"/>
                </a:lnTo>
                <a:lnTo>
                  <a:pt x="73001" y="664245"/>
                </a:lnTo>
                <a:lnTo>
                  <a:pt x="61213" y="669036"/>
                </a:lnTo>
                <a:lnTo>
                  <a:pt x="56387" y="657225"/>
                </a:lnTo>
                <a:lnTo>
                  <a:pt x="68197" y="652426"/>
                </a:lnTo>
                <a:close/>
              </a:path>
              <a:path w="1678813" h="693674">
                <a:moveTo>
                  <a:pt x="56387" y="657225"/>
                </a:moveTo>
                <a:lnTo>
                  <a:pt x="61213" y="669036"/>
                </a:lnTo>
                <a:lnTo>
                  <a:pt x="73001" y="664245"/>
                </a:lnTo>
                <a:lnTo>
                  <a:pt x="1678813" y="11684"/>
                </a:lnTo>
                <a:lnTo>
                  <a:pt x="1673987" y="0"/>
                </a:lnTo>
                <a:lnTo>
                  <a:pt x="68197" y="652426"/>
                </a:lnTo>
                <a:lnTo>
                  <a:pt x="56387" y="657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204847" y="3918839"/>
            <a:ext cx="538352" cy="685165"/>
          </a:xfrm>
          <a:custGeom>
            <a:avLst/>
            <a:gdLst/>
            <a:ahLst/>
            <a:cxnLst/>
            <a:rect l="l" t="t" r="r" b="b"/>
            <a:pathLst>
              <a:path w="538352" h="685164">
                <a:moveTo>
                  <a:pt x="494156" y="639063"/>
                </a:moveTo>
                <a:lnTo>
                  <a:pt x="486378" y="629128"/>
                </a:lnTo>
                <a:lnTo>
                  <a:pt x="461390" y="648716"/>
                </a:lnTo>
                <a:lnTo>
                  <a:pt x="538352" y="685165"/>
                </a:lnTo>
                <a:lnTo>
                  <a:pt x="494156" y="639063"/>
                </a:lnTo>
                <a:close/>
              </a:path>
              <a:path w="538352" h="685164">
                <a:moveTo>
                  <a:pt x="521334" y="601726"/>
                </a:moveTo>
                <a:lnTo>
                  <a:pt x="496414" y="621261"/>
                </a:lnTo>
                <a:lnTo>
                  <a:pt x="504189" y="631190"/>
                </a:lnTo>
                <a:lnTo>
                  <a:pt x="521334" y="601726"/>
                </a:lnTo>
                <a:close/>
              </a:path>
              <a:path w="538352" h="685164">
                <a:moveTo>
                  <a:pt x="9905" y="0"/>
                </a:moveTo>
                <a:lnTo>
                  <a:pt x="0" y="7874"/>
                </a:lnTo>
                <a:lnTo>
                  <a:pt x="486378" y="629128"/>
                </a:lnTo>
                <a:lnTo>
                  <a:pt x="494156" y="639063"/>
                </a:lnTo>
                <a:lnTo>
                  <a:pt x="538352" y="685165"/>
                </a:lnTo>
                <a:lnTo>
                  <a:pt x="521334" y="601726"/>
                </a:lnTo>
                <a:lnTo>
                  <a:pt x="504189" y="631190"/>
                </a:lnTo>
                <a:lnTo>
                  <a:pt x="496414" y="621261"/>
                </a:lnTo>
                <a:lnTo>
                  <a:pt x="99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743200" y="3916933"/>
            <a:ext cx="1602739" cy="692277"/>
          </a:xfrm>
          <a:custGeom>
            <a:avLst/>
            <a:gdLst/>
            <a:ahLst/>
            <a:cxnLst/>
            <a:rect l="l" t="t" r="r" b="b"/>
            <a:pathLst>
              <a:path w="1602739" h="692276">
                <a:moveTo>
                  <a:pt x="67654" y="651323"/>
                </a:moveTo>
                <a:lnTo>
                  <a:pt x="55244" y="622173"/>
                </a:lnTo>
                <a:lnTo>
                  <a:pt x="0" y="687070"/>
                </a:lnTo>
                <a:lnTo>
                  <a:pt x="85089" y="692277"/>
                </a:lnTo>
                <a:lnTo>
                  <a:pt x="72645" y="663045"/>
                </a:lnTo>
                <a:lnTo>
                  <a:pt x="60960" y="668020"/>
                </a:lnTo>
                <a:lnTo>
                  <a:pt x="55880" y="656336"/>
                </a:lnTo>
                <a:lnTo>
                  <a:pt x="67654" y="651323"/>
                </a:lnTo>
                <a:close/>
              </a:path>
              <a:path w="1602739" h="692276">
                <a:moveTo>
                  <a:pt x="55880" y="656336"/>
                </a:moveTo>
                <a:lnTo>
                  <a:pt x="60960" y="668020"/>
                </a:lnTo>
                <a:lnTo>
                  <a:pt x="72645" y="663045"/>
                </a:lnTo>
                <a:lnTo>
                  <a:pt x="1602739" y="11684"/>
                </a:lnTo>
                <a:lnTo>
                  <a:pt x="1597660" y="0"/>
                </a:lnTo>
                <a:lnTo>
                  <a:pt x="67654" y="651323"/>
                </a:lnTo>
                <a:lnTo>
                  <a:pt x="55880" y="656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200400" y="3917061"/>
            <a:ext cx="1374394" cy="687196"/>
          </a:xfrm>
          <a:custGeom>
            <a:avLst/>
            <a:gdLst/>
            <a:ahLst/>
            <a:cxnLst/>
            <a:rect l="l" t="t" r="r" b="b"/>
            <a:pathLst>
              <a:path w="1374394" h="687196">
                <a:moveTo>
                  <a:pt x="65462" y="647391"/>
                </a:moveTo>
                <a:lnTo>
                  <a:pt x="51308" y="618870"/>
                </a:lnTo>
                <a:lnTo>
                  <a:pt x="0" y="686943"/>
                </a:lnTo>
                <a:lnTo>
                  <a:pt x="85216" y="687196"/>
                </a:lnTo>
                <a:lnTo>
                  <a:pt x="71067" y="658686"/>
                </a:lnTo>
                <a:lnTo>
                  <a:pt x="59689" y="664337"/>
                </a:lnTo>
                <a:lnTo>
                  <a:pt x="54101" y="653033"/>
                </a:lnTo>
                <a:lnTo>
                  <a:pt x="65462" y="647391"/>
                </a:lnTo>
                <a:close/>
              </a:path>
              <a:path w="1374394" h="687196">
                <a:moveTo>
                  <a:pt x="54101" y="653033"/>
                </a:moveTo>
                <a:lnTo>
                  <a:pt x="59689" y="664337"/>
                </a:lnTo>
                <a:lnTo>
                  <a:pt x="71067" y="658686"/>
                </a:lnTo>
                <a:lnTo>
                  <a:pt x="1374394" y="11430"/>
                </a:lnTo>
                <a:lnTo>
                  <a:pt x="1368805" y="0"/>
                </a:lnTo>
                <a:lnTo>
                  <a:pt x="65462" y="647391"/>
                </a:lnTo>
                <a:lnTo>
                  <a:pt x="54101" y="653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434208" y="3918077"/>
            <a:ext cx="766191" cy="685927"/>
          </a:xfrm>
          <a:custGeom>
            <a:avLst/>
            <a:gdLst/>
            <a:ahLst/>
            <a:cxnLst/>
            <a:rect l="l" t="t" r="r" b="b"/>
            <a:pathLst>
              <a:path w="766191" h="685926">
                <a:moveTo>
                  <a:pt x="714629" y="648335"/>
                </a:moveTo>
                <a:lnTo>
                  <a:pt x="705175" y="639882"/>
                </a:lnTo>
                <a:lnTo>
                  <a:pt x="684022" y="663575"/>
                </a:lnTo>
                <a:lnTo>
                  <a:pt x="766191" y="685927"/>
                </a:lnTo>
                <a:lnTo>
                  <a:pt x="714629" y="648335"/>
                </a:lnTo>
                <a:close/>
              </a:path>
              <a:path w="766191" h="685926">
                <a:moveTo>
                  <a:pt x="734822" y="606679"/>
                </a:moveTo>
                <a:lnTo>
                  <a:pt x="713680" y="630357"/>
                </a:lnTo>
                <a:lnTo>
                  <a:pt x="723138" y="638810"/>
                </a:lnTo>
                <a:lnTo>
                  <a:pt x="734822" y="606679"/>
                </a:lnTo>
                <a:close/>
              </a:path>
              <a:path w="766191" h="685926">
                <a:moveTo>
                  <a:pt x="8382" y="0"/>
                </a:moveTo>
                <a:lnTo>
                  <a:pt x="0" y="9398"/>
                </a:lnTo>
                <a:lnTo>
                  <a:pt x="705175" y="639882"/>
                </a:lnTo>
                <a:lnTo>
                  <a:pt x="714629" y="648335"/>
                </a:lnTo>
                <a:lnTo>
                  <a:pt x="766191" y="685927"/>
                </a:lnTo>
                <a:lnTo>
                  <a:pt x="734822" y="606679"/>
                </a:lnTo>
                <a:lnTo>
                  <a:pt x="723138" y="638810"/>
                </a:lnTo>
                <a:lnTo>
                  <a:pt x="713680" y="630357"/>
                </a:lnTo>
                <a:lnTo>
                  <a:pt x="83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663443" y="3917569"/>
            <a:ext cx="994156" cy="686435"/>
          </a:xfrm>
          <a:custGeom>
            <a:avLst/>
            <a:gdLst/>
            <a:ahLst/>
            <a:cxnLst/>
            <a:rect l="l" t="t" r="r" b="b"/>
            <a:pathLst>
              <a:path w="994156" h="686435">
                <a:moveTo>
                  <a:pt x="938276" y="655700"/>
                </a:moveTo>
                <a:lnTo>
                  <a:pt x="927807" y="648501"/>
                </a:lnTo>
                <a:lnTo>
                  <a:pt x="909828" y="674623"/>
                </a:lnTo>
                <a:lnTo>
                  <a:pt x="994156" y="686434"/>
                </a:lnTo>
                <a:lnTo>
                  <a:pt x="938276" y="655700"/>
                </a:lnTo>
                <a:close/>
              </a:path>
              <a:path w="994156" h="686435">
                <a:moveTo>
                  <a:pt x="953007" y="611885"/>
                </a:moveTo>
                <a:lnTo>
                  <a:pt x="935015" y="638027"/>
                </a:lnTo>
                <a:lnTo>
                  <a:pt x="945388" y="645159"/>
                </a:lnTo>
                <a:lnTo>
                  <a:pt x="953007" y="611885"/>
                </a:lnTo>
                <a:close/>
              </a:path>
              <a:path w="994156" h="686435">
                <a:moveTo>
                  <a:pt x="7112" y="0"/>
                </a:moveTo>
                <a:lnTo>
                  <a:pt x="0" y="10413"/>
                </a:lnTo>
                <a:lnTo>
                  <a:pt x="927807" y="648501"/>
                </a:lnTo>
                <a:lnTo>
                  <a:pt x="938276" y="655700"/>
                </a:lnTo>
                <a:lnTo>
                  <a:pt x="994156" y="686434"/>
                </a:lnTo>
                <a:lnTo>
                  <a:pt x="953007" y="611885"/>
                </a:lnTo>
                <a:lnTo>
                  <a:pt x="945388" y="645159"/>
                </a:lnTo>
                <a:lnTo>
                  <a:pt x="935015" y="638027"/>
                </a:lnTo>
                <a:lnTo>
                  <a:pt x="7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657600" y="3917315"/>
            <a:ext cx="1146302" cy="686689"/>
          </a:xfrm>
          <a:custGeom>
            <a:avLst/>
            <a:gdLst/>
            <a:ahLst/>
            <a:cxnLst/>
            <a:rect l="l" t="t" r="r" b="b"/>
            <a:pathLst>
              <a:path w="1146302" h="686688">
                <a:moveTo>
                  <a:pt x="62207" y="642219"/>
                </a:moveTo>
                <a:lnTo>
                  <a:pt x="45974" y="614934"/>
                </a:lnTo>
                <a:lnTo>
                  <a:pt x="0" y="686689"/>
                </a:lnTo>
                <a:lnTo>
                  <a:pt x="84962" y="680466"/>
                </a:lnTo>
                <a:lnTo>
                  <a:pt x="68700" y="653132"/>
                </a:lnTo>
                <a:lnTo>
                  <a:pt x="57785" y="659638"/>
                </a:lnTo>
                <a:lnTo>
                  <a:pt x="51308" y="648716"/>
                </a:lnTo>
                <a:lnTo>
                  <a:pt x="62207" y="642219"/>
                </a:lnTo>
                <a:close/>
              </a:path>
              <a:path w="1146302" h="686688">
                <a:moveTo>
                  <a:pt x="51308" y="648716"/>
                </a:moveTo>
                <a:lnTo>
                  <a:pt x="57785" y="659638"/>
                </a:lnTo>
                <a:lnTo>
                  <a:pt x="68700" y="653132"/>
                </a:lnTo>
                <a:lnTo>
                  <a:pt x="1146302" y="10922"/>
                </a:lnTo>
                <a:lnTo>
                  <a:pt x="1139698" y="0"/>
                </a:lnTo>
                <a:lnTo>
                  <a:pt x="62207" y="642219"/>
                </a:lnTo>
                <a:lnTo>
                  <a:pt x="51308" y="648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892552" y="3917188"/>
            <a:ext cx="1222248" cy="686816"/>
          </a:xfrm>
          <a:custGeom>
            <a:avLst/>
            <a:gdLst/>
            <a:ahLst/>
            <a:cxnLst/>
            <a:rect l="l" t="t" r="r" b="b"/>
            <a:pathLst>
              <a:path w="1222248" h="686815">
                <a:moveTo>
                  <a:pt x="1163701" y="661416"/>
                </a:moveTo>
                <a:lnTo>
                  <a:pt x="1152621" y="655224"/>
                </a:lnTo>
                <a:lnTo>
                  <a:pt x="1137158" y="682879"/>
                </a:lnTo>
                <a:lnTo>
                  <a:pt x="1222248" y="686816"/>
                </a:lnTo>
                <a:lnTo>
                  <a:pt x="1163701" y="661416"/>
                </a:lnTo>
                <a:close/>
              </a:path>
              <a:path w="1222248" h="686815">
                <a:moveTo>
                  <a:pt x="1174369" y="616331"/>
                </a:moveTo>
                <a:lnTo>
                  <a:pt x="1158863" y="644060"/>
                </a:lnTo>
                <a:lnTo>
                  <a:pt x="1169924" y="650239"/>
                </a:lnTo>
                <a:lnTo>
                  <a:pt x="1174369" y="616331"/>
                </a:lnTo>
                <a:close/>
              </a:path>
              <a:path w="1222248" h="686815">
                <a:moveTo>
                  <a:pt x="6096" y="0"/>
                </a:moveTo>
                <a:lnTo>
                  <a:pt x="0" y="11175"/>
                </a:lnTo>
                <a:lnTo>
                  <a:pt x="1152621" y="655224"/>
                </a:lnTo>
                <a:lnTo>
                  <a:pt x="1163701" y="661416"/>
                </a:lnTo>
                <a:lnTo>
                  <a:pt x="1222248" y="686816"/>
                </a:lnTo>
                <a:lnTo>
                  <a:pt x="1174369" y="616331"/>
                </a:lnTo>
                <a:lnTo>
                  <a:pt x="1169924" y="650239"/>
                </a:lnTo>
                <a:lnTo>
                  <a:pt x="1158863" y="644060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4114800" y="3917696"/>
            <a:ext cx="918210" cy="686308"/>
          </a:xfrm>
          <a:custGeom>
            <a:avLst/>
            <a:gdLst/>
            <a:ahLst/>
            <a:cxnLst/>
            <a:rect l="l" t="t" r="r" b="b"/>
            <a:pathLst>
              <a:path w="918210" h="686308">
                <a:moveTo>
                  <a:pt x="57289" y="635676"/>
                </a:moveTo>
                <a:lnTo>
                  <a:pt x="38353" y="610234"/>
                </a:lnTo>
                <a:lnTo>
                  <a:pt x="0" y="686307"/>
                </a:lnTo>
                <a:lnTo>
                  <a:pt x="83820" y="671321"/>
                </a:lnTo>
                <a:lnTo>
                  <a:pt x="64872" y="645864"/>
                </a:lnTo>
                <a:lnTo>
                  <a:pt x="54737" y="653414"/>
                </a:lnTo>
                <a:lnTo>
                  <a:pt x="47116" y="643254"/>
                </a:lnTo>
                <a:lnTo>
                  <a:pt x="57289" y="635676"/>
                </a:lnTo>
                <a:close/>
              </a:path>
              <a:path w="918210" h="686308">
                <a:moveTo>
                  <a:pt x="47116" y="643254"/>
                </a:moveTo>
                <a:lnTo>
                  <a:pt x="54737" y="653414"/>
                </a:lnTo>
                <a:lnTo>
                  <a:pt x="64872" y="645864"/>
                </a:lnTo>
                <a:lnTo>
                  <a:pt x="918210" y="10159"/>
                </a:lnTo>
                <a:lnTo>
                  <a:pt x="910589" y="0"/>
                </a:lnTo>
                <a:lnTo>
                  <a:pt x="57289" y="635676"/>
                </a:lnTo>
                <a:lnTo>
                  <a:pt x="47116" y="643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121532" y="3917061"/>
            <a:ext cx="1450467" cy="688975"/>
          </a:xfrm>
          <a:custGeom>
            <a:avLst/>
            <a:gdLst/>
            <a:ahLst/>
            <a:cxnLst/>
            <a:rect l="l" t="t" r="r" b="b"/>
            <a:pathLst>
              <a:path w="1450467" h="688975">
                <a:moveTo>
                  <a:pt x="1390269" y="665607"/>
                </a:moveTo>
                <a:lnTo>
                  <a:pt x="1378809" y="660214"/>
                </a:lnTo>
                <a:lnTo>
                  <a:pt x="1365250" y="688975"/>
                </a:lnTo>
                <a:lnTo>
                  <a:pt x="1450467" y="686943"/>
                </a:lnTo>
                <a:lnTo>
                  <a:pt x="1390269" y="665607"/>
                </a:lnTo>
                <a:close/>
              </a:path>
              <a:path w="1450467" h="688975">
                <a:moveTo>
                  <a:pt x="1397762" y="620013"/>
                </a:moveTo>
                <a:lnTo>
                  <a:pt x="1384210" y="648757"/>
                </a:lnTo>
                <a:lnTo>
                  <a:pt x="1395730" y="654176"/>
                </a:lnTo>
                <a:lnTo>
                  <a:pt x="1397762" y="620013"/>
                </a:lnTo>
                <a:close/>
              </a:path>
              <a:path w="1450467" h="688975">
                <a:moveTo>
                  <a:pt x="5334" y="0"/>
                </a:moveTo>
                <a:lnTo>
                  <a:pt x="0" y="11430"/>
                </a:lnTo>
                <a:lnTo>
                  <a:pt x="1378809" y="660214"/>
                </a:lnTo>
                <a:lnTo>
                  <a:pt x="1390269" y="665607"/>
                </a:lnTo>
                <a:lnTo>
                  <a:pt x="1450467" y="686943"/>
                </a:lnTo>
                <a:lnTo>
                  <a:pt x="1397762" y="620013"/>
                </a:lnTo>
                <a:lnTo>
                  <a:pt x="1395730" y="654176"/>
                </a:lnTo>
                <a:lnTo>
                  <a:pt x="1384210" y="648757"/>
                </a:lnTo>
                <a:lnTo>
                  <a:pt x="53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572000" y="3918330"/>
            <a:ext cx="690245" cy="685673"/>
          </a:xfrm>
          <a:custGeom>
            <a:avLst/>
            <a:gdLst/>
            <a:ahLst/>
            <a:cxnLst/>
            <a:rect l="l" t="t" r="r" b="b"/>
            <a:pathLst>
              <a:path w="690245" h="685673">
                <a:moveTo>
                  <a:pt x="49545" y="627427"/>
                </a:moveTo>
                <a:lnTo>
                  <a:pt x="27177" y="604901"/>
                </a:lnTo>
                <a:lnTo>
                  <a:pt x="0" y="685673"/>
                </a:lnTo>
                <a:lnTo>
                  <a:pt x="80899" y="659003"/>
                </a:lnTo>
                <a:lnTo>
                  <a:pt x="58528" y="636474"/>
                </a:lnTo>
                <a:lnTo>
                  <a:pt x="49529" y="645414"/>
                </a:lnTo>
                <a:lnTo>
                  <a:pt x="40512" y="636397"/>
                </a:lnTo>
                <a:lnTo>
                  <a:pt x="49545" y="627427"/>
                </a:lnTo>
                <a:close/>
              </a:path>
              <a:path w="690245" h="685673">
                <a:moveTo>
                  <a:pt x="40512" y="636397"/>
                </a:moveTo>
                <a:lnTo>
                  <a:pt x="49529" y="645414"/>
                </a:lnTo>
                <a:lnTo>
                  <a:pt x="58528" y="636474"/>
                </a:lnTo>
                <a:lnTo>
                  <a:pt x="690245" y="8890"/>
                </a:lnTo>
                <a:lnTo>
                  <a:pt x="681354" y="0"/>
                </a:lnTo>
                <a:lnTo>
                  <a:pt x="49545" y="627427"/>
                </a:lnTo>
                <a:lnTo>
                  <a:pt x="40512" y="636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350387" y="3916933"/>
            <a:ext cx="1678813" cy="693674"/>
          </a:xfrm>
          <a:custGeom>
            <a:avLst/>
            <a:gdLst/>
            <a:ahLst/>
            <a:cxnLst/>
            <a:rect l="l" t="t" r="r" b="b"/>
            <a:pathLst>
              <a:path w="1678813" h="693674">
                <a:moveTo>
                  <a:pt x="1617599" y="669036"/>
                </a:moveTo>
                <a:lnTo>
                  <a:pt x="1605811" y="664245"/>
                </a:lnTo>
                <a:lnTo>
                  <a:pt x="1593850" y="693674"/>
                </a:lnTo>
                <a:lnTo>
                  <a:pt x="1678813" y="687070"/>
                </a:lnTo>
                <a:lnTo>
                  <a:pt x="1617599" y="669036"/>
                </a:lnTo>
                <a:close/>
              </a:path>
              <a:path w="1678813" h="693674">
                <a:moveTo>
                  <a:pt x="1622552" y="623062"/>
                </a:moveTo>
                <a:lnTo>
                  <a:pt x="1610616" y="652426"/>
                </a:lnTo>
                <a:lnTo>
                  <a:pt x="1622425" y="657225"/>
                </a:lnTo>
                <a:lnTo>
                  <a:pt x="1622552" y="623062"/>
                </a:lnTo>
                <a:close/>
              </a:path>
              <a:path w="1678813" h="693674">
                <a:moveTo>
                  <a:pt x="4825" y="0"/>
                </a:moveTo>
                <a:lnTo>
                  <a:pt x="0" y="11684"/>
                </a:lnTo>
                <a:lnTo>
                  <a:pt x="1605811" y="664245"/>
                </a:lnTo>
                <a:lnTo>
                  <a:pt x="1617599" y="669036"/>
                </a:lnTo>
                <a:lnTo>
                  <a:pt x="1678813" y="687070"/>
                </a:lnTo>
                <a:lnTo>
                  <a:pt x="1622552" y="623062"/>
                </a:lnTo>
                <a:lnTo>
                  <a:pt x="1622425" y="657225"/>
                </a:lnTo>
                <a:lnTo>
                  <a:pt x="1610616" y="652426"/>
                </a:lnTo>
                <a:lnTo>
                  <a:pt x="4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029200" y="3919220"/>
            <a:ext cx="462534" cy="684784"/>
          </a:xfrm>
          <a:custGeom>
            <a:avLst/>
            <a:gdLst/>
            <a:ahLst/>
            <a:cxnLst/>
            <a:rect l="l" t="t" r="r" b="b"/>
            <a:pathLst>
              <a:path w="462534" h="684784">
                <a:moveTo>
                  <a:pt x="37154" y="618008"/>
                </a:moveTo>
                <a:lnTo>
                  <a:pt x="10795" y="600328"/>
                </a:lnTo>
                <a:lnTo>
                  <a:pt x="0" y="684783"/>
                </a:lnTo>
                <a:lnTo>
                  <a:pt x="74040" y="642746"/>
                </a:lnTo>
                <a:lnTo>
                  <a:pt x="47716" y="625091"/>
                </a:lnTo>
                <a:lnTo>
                  <a:pt x="40639" y="635634"/>
                </a:lnTo>
                <a:lnTo>
                  <a:pt x="30099" y="628522"/>
                </a:lnTo>
                <a:lnTo>
                  <a:pt x="37154" y="618008"/>
                </a:lnTo>
                <a:close/>
              </a:path>
              <a:path w="462534" h="684784">
                <a:moveTo>
                  <a:pt x="30099" y="628522"/>
                </a:moveTo>
                <a:lnTo>
                  <a:pt x="40639" y="635634"/>
                </a:lnTo>
                <a:lnTo>
                  <a:pt x="47716" y="625091"/>
                </a:lnTo>
                <a:lnTo>
                  <a:pt x="462534" y="7111"/>
                </a:lnTo>
                <a:lnTo>
                  <a:pt x="451865" y="0"/>
                </a:lnTo>
                <a:lnTo>
                  <a:pt x="37154" y="618008"/>
                </a:lnTo>
                <a:lnTo>
                  <a:pt x="30099" y="628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579241" y="3916806"/>
            <a:ext cx="1907159" cy="697357"/>
          </a:xfrm>
          <a:custGeom>
            <a:avLst/>
            <a:gdLst/>
            <a:ahLst/>
            <a:cxnLst/>
            <a:rect l="l" t="t" r="r" b="b"/>
            <a:pathLst>
              <a:path w="1907159" h="697356">
                <a:moveTo>
                  <a:pt x="1845183" y="671830"/>
                </a:moveTo>
                <a:lnTo>
                  <a:pt x="1833231" y="667555"/>
                </a:lnTo>
                <a:lnTo>
                  <a:pt x="1822577" y="697357"/>
                </a:lnTo>
                <a:lnTo>
                  <a:pt x="1907159" y="687197"/>
                </a:lnTo>
                <a:lnTo>
                  <a:pt x="1845183" y="671830"/>
                </a:lnTo>
                <a:close/>
              </a:path>
              <a:path w="1907159" h="697356">
                <a:moveTo>
                  <a:pt x="1849501" y="659892"/>
                </a:moveTo>
                <a:lnTo>
                  <a:pt x="1848231" y="625602"/>
                </a:lnTo>
                <a:lnTo>
                  <a:pt x="1837505" y="655602"/>
                </a:lnTo>
                <a:lnTo>
                  <a:pt x="1849501" y="659892"/>
                </a:lnTo>
                <a:close/>
              </a:path>
              <a:path w="1907159" h="697356">
                <a:moveTo>
                  <a:pt x="4318" y="0"/>
                </a:moveTo>
                <a:lnTo>
                  <a:pt x="0" y="11938"/>
                </a:lnTo>
                <a:lnTo>
                  <a:pt x="1833231" y="667555"/>
                </a:lnTo>
                <a:lnTo>
                  <a:pt x="1845183" y="671830"/>
                </a:lnTo>
                <a:lnTo>
                  <a:pt x="1907159" y="687197"/>
                </a:lnTo>
                <a:lnTo>
                  <a:pt x="1848231" y="625602"/>
                </a:lnTo>
                <a:lnTo>
                  <a:pt x="1849501" y="659892"/>
                </a:lnTo>
                <a:lnTo>
                  <a:pt x="1837505" y="655602"/>
                </a:lnTo>
                <a:lnTo>
                  <a:pt x="43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5474462" y="3920744"/>
            <a:ext cx="246507" cy="683260"/>
          </a:xfrm>
          <a:custGeom>
            <a:avLst/>
            <a:gdLst/>
            <a:ahLst/>
            <a:cxnLst/>
            <a:rect l="l" t="t" r="r" b="b"/>
            <a:pathLst>
              <a:path w="246507" h="683260">
                <a:moveTo>
                  <a:pt x="0" y="598931"/>
                </a:moveTo>
                <a:lnTo>
                  <a:pt x="11937" y="683259"/>
                </a:lnTo>
                <a:lnTo>
                  <a:pt x="38100" y="625093"/>
                </a:lnTo>
                <a:lnTo>
                  <a:pt x="42133" y="613075"/>
                </a:lnTo>
                <a:lnTo>
                  <a:pt x="246507" y="4063"/>
                </a:lnTo>
                <a:lnTo>
                  <a:pt x="234568" y="0"/>
                </a:lnTo>
                <a:lnTo>
                  <a:pt x="30178" y="609062"/>
                </a:lnTo>
                <a:lnTo>
                  <a:pt x="26162" y="621029"/>
                </a:lnTo>
                <a:lnTo>
                  <a:pt x="0" y="598931"/>
                </a:lnTo>
                <a:close/>
              </a:path>
              <a:path w="246507" h="683260">
                <a:moveTo>
                  <a:pt x="38100" y="625093"/>
                </a:moveTo>
                <a:lnTo>
                  <a:pt x="11937" y="683259"/>
                </a:lnTo>
                <a:lnTo>
                  <a:pt x="72262" y="623188"/>
                </a:lnTo>
                <a:lnTo>
                  <a:pt x="42133" y="613075"/>
                </a:lnTo>
                <a:lnTo>
                  <a:pt x="38100" y="625093"/>
                </a:lnTo>
                <a:close/>
              </a:path>
              <a:path w="246507" h="683260">
                <a:moveTo>
                  <a:pt x="0" y="598931"/>
                </a:moveTo>
                <a:lnTo>
                  <a:pt x="26162" y="621029"/>
                </a:lnTo>
                <a:lnTo>
                  <a:pt x="30178" y="609062"/>
                </a:lnTo>
                <a:lnTo>
                  <a:pt x="0" y="598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609600" y="4604004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 h="0">
                <a:moveTo>
                  <a:pt x="14478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609600" y="4966716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 h="0">
                <a:moveTo>
                  <a:pt x="14478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5562600" y="4604004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 h="0">
                <a:moveTo>
                  <a:pt x="14478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5562600" y="4966716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 h="0">
                <a:moveTo>
                  <a:pt x="14478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533400" y="5625084"/>
            <a:ext cx="304800" cy="313944"/>
          </a:xfrm>
          <a:custGeom>
            <a:avLst/>
            <a:gdLst/>
            <a:ahLst/>
            <a:cxnLst/>
            <a:rect l="l" t="t" r="r" b="b"/>
            <a:pathLst>
              <a:path w="304800" h="313943">
                <a:moveTo>
                  <a:pt x="0" y="313943"/>
                </a:moveTo>
                <a:lnTo>
                  <a:pt x="304800" y="313943"/>
                </a:lnTo>
                <a:lnTo>
                  <a:pt x="3048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838200" y="5625084"/>
            <a:ext cx="1752600" cy="313944"/>
          </a:xfrm>
          <a:custGeom>
            <a:avLst/>
            <a:gdLst/>
            <a:ahLst/>
            <a:cxnLst/>
            <a:rect l="l" t="t" r="r" b="b"/>
            <a:pathLst>
              <a:path w="1752600" h="313943">
                <a:moveTo>
                  <a:pt x="0" y="313943"/>
                </a:moveTo>
                <a:lnTo>
                  <a:pt x="1752600" y="313943"/>
                </a:lnTo>
                <a:lnTo>
                  <a:pt x="17526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590800" y="5625084"/>
            <a:ext cx="304800" cy="313944"/>
          </a:xfrm>
          <a:custGeom>
            <a:avLst/>
            <a:gdLst/>
            <a:ahLst/>
            <a:cxnLst/>
            <a:rect l="l" t="t" r="r" b="b"/>
            <a:pathLst>
              <a:path w="304800" h="313943">
                <a:moveTo>
                  <a:pt x="0" y="313943"/>
                </a:moveTo>
                <a:lnTo>
                  <a:pt x="304800" y="313943"/>
                </a:lnTo>
                <a:lnTo>
                  <a:pt x="3048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895600" y="5625084"/>
            <a:ext cx="1600200" cy="313944"/>
          </a:xfrm>
          <a:custGeom>
            <a:avLst/>
            <a:gdLst/>
            <a:ahLst/>
            <a:cxnLst/>
            <a:rect l="l" t="t" r="r" b="b"/>
            <a:pathLst>
              <a:path w="1600200" h="313943">
                <a:moveTo>
                  <a:pt x="0" y="313943"/>
                </a:moveTo>
                <a:lnTo>
                  <a:pt x="1600200" y="313943"/>
                </a:lnTo>
                <a:lnTo>
                  <a:pt x="16002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495800" y="5625084"/>
            <a:ext cx="304800" cy="313944"/>
          </a:xfrm>
          <a:custGeom>
            <a:avLst/>
            <a:gdLst/>
            <a:ahLst/>
            <a:cxnLst/>
            <a:rect l="l" t="t" r="r" b="b"/>
            <a:pathLst>
              <a:path w="304800" h="313943">
                <a:moveTo>
                  <a:pt x="0" y="313943"/>
                </a:moveTo>
                <a:lnTo>
                  <a:pt x="304800" y="313943"/>
                </a:lnTo>
                <a:lnTo>
                  <a:pt x="3048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800600" y="5625084"/>
            <a:ext cx="1752600" cy="313944"/>
          </a:xfrm>
          <a:custGeom>
            <a:avLst/>
            <a:gdLst/>
            <a:ahLst/>
            <a:cxnLst/>
            <a:rect l="l" t="t" r="r" b="b"/>
            <a:pathLst>
              <a:path w="1752600" h="313943">
                <a:moveTo>
                  <a:pt x="0" y="313943"/>
                </a:moveTo>
                <a:lnTo>
                  <a:pt x="1752600" y="313943"/>
                </a:lnTo>
                <a:lnTo>
                  <a:pt x="17526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6553200" y="5625084"/>
            <a:ext cx="304800" cy="313944"/>
          </a:xfrm>
          <a:custGeom>
            <a:avLst/>
            <a:gdLst/>
            <a:ahLst/>
            <a:cxnLst/>
            <a:rect l="l" t="t" r="r" b="b"/>
            <a:pathLst>
              <a:path w="304800" h="313943">
                <a:moveTo>
                  <a:pt x="0" y="313943"/>
                </a:moveTo>
                <a:lnTo>
                  <a:pt x="304800" y="313943"/>
                </a:lnTo>
                <a:lnTo>
                  <a:pt x="3048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6858000" y="5625084"/>
            <a:ext cx="838200" cy="313944"/>
          </a:xfrm>
          <a:custGeom>
            <a:avLst/>
            <a:gdLst/>
            <a:ahLst/>
            <a:cxnLst/>
            <a:rect l="l" t="t" r="r" b="b"/>
            <a:pathLst>
              <a:path w="838200" h="313943">
                <a:moveTo>
                  <a:pt x="0" y="313943"/>
                </a:moveTo>
                <a:lnTo>
                  <a:pt x="838200" y="313943"/>
                </a:lnTo>
                <a:lnTo>
                  <a:pt x="838200" y="0"/>
                </a:lnTo>
                <a:lnTo>
                  <a:pt x="0" y="0"/>
                </a:lnTo>
                <a:lnTo>
                  <a:pt x="0" y="313943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33400" y="4966716"/>
            <a:ext cx="2438400" cy="656843"/>
          </a:xfrm>
          <a:custGeom>
            <a:avLst/>
            <a:gdLst/>
            <a:ahLst/>
            <a:cxnLst/>
            <a:rect l="l" t="t" r="r" b="b"/>
            <a:pathLst>
              <a:path w="2438400" h="656843">
                <a:moveTo>
                  <a:pt x="2438400" y="0"/>
                </a:moveTo>
                <a:lnTo>
                  <a:pt x="0" y="6568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429000" y="4966716"/>
            <a:ext cx="4267200" cy="656843"/>
          </a:xfrm>
          <a:custGeom>
            <a:avLst/>
            <a:gdLst/>
            <a:ahLst/>
            <a:cxnLst/>
            <a:rect l="l" t="t" r="r" b="b"/>
            <a:pathLst>
              <a:path w="4267200" h="656843">
                <a:moveTo>
                  <a:pt x="0" y="0"/>
                </a:moveTo>
                <a:lnTo>
                  <a:pt x="4267200" y="656843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 txBox="1"/>
          <p:nvPr/>
        </p:nvSpPr>
        <p:spPr>
          <a:xfrm>
            <a:off x="78740" y="159169"/>
            <a:ext cx="1677237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G.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h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l</a:t>
            </a:r>
            <a:endParaRPr sz="24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769630" y="159169"/>
            <a:ext cx="111981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C</a:t>
            </a:r>
            <a:r>
              <a:rPr dirty="0" smtClean="0" sz="2400" spc="-2" b="1">
                <a:latin typeface="Arial"/>
                <a:cs typeface="Arial"/>
              </a:rPr>
              <a:t>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83540" y="800878"/>
            <a:ext cx="96886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latin typeface="Arial"/>
                <a:cs typeface="Arial"/>
              </a:rPr>
              <a:t>Speech</a:t>
            </a:r>
            <a:endParaRPr sz="20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376678" y="1136690"/>
            <a:ext cx="676896" cy="353060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85852" indent="-73152">
              <a:lnSpc>
                <a:spcPts val="1609"/>
              </a:lnSpc>
            </a:pPr>
            <a:r>
              <a:rPr dirty="0" smtClean="0" sz="1400" b="1">
                <a:latin typeface="Arial"/>
                <a:cs typeface="Arial"/>
              </a:rPr>
              <a:t>S</a:t>
            </a:r>
            <a:r>
              <a:rPr dirty="0" smtClean="0" sz="1400" spc="-4" b="1">
                <a:latin typeface="Arial"/>
                <a:cs typeface="Arial"/>
              </a:rPr>
              <a:t>p</a:t>
            </a:r>
            <a:r>
              <a:rPr dirty="0" smtClean="0" sz="1400" spc="0" b="1">
                <a:latin typeface="Arial"/>
                <a:cs typeface="Arial"/>
              </a:rPr>
              <a:t>eech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85852">
              <a:lnSpc>
                <a:spcPts val="1609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510532" y="1136690"/>
            <a:ext cx="676896" cy="353060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85851" indent="-73151">
              <a:lnSpc>
                <a:spcPts val="1609"/>
              </a:lnSpc>
            </a:pPr>
            <a:r>
              <a:rPr dirty="0" smtClean="0" sz="1400" b="1">
                <a:latin typeface="Arial"/>
                <a:cs typeface="Arial"/>
              </a:rPr>
              <a:t>S</a:t>
            </a:r>
            <a:r>
              <a:rPr dirty="0" smtClean="0" sz="1400" spc="-4" b="1">
                <a:latin typeface="Arial"/>
                <a:cs typeface="Arial"/>
              </a:rPr>
              <a:t>p</a:t>
            </a:r>
            <a:r>
              <a:rPr dirty="0" smtClean="0" sz="1400" spc="0" b="1">
                <a:latin typeface="Arial"/>
                <a:cs typeface="Arial"/>
              </a:rPr>
              <a:t>eech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85851">
              <a:lnSpc>
                <a:spcPts val="1609"/>
              </a:lnSpc>
            </a:pPr>
            <a:r>
              <a:rPr dirty="0" smtClean="0" sz="1400" spc="-1" b="1">
                <a:latin typeface="Arial"/>
                <a:cs typeface="Arial"/>
              </a:rPr>
              <a:t>c</a:t>
            </a:r>
            <a:r>
              <a:rPr dirty="0" smtClean="0" sz="1400" spc="-1" b="1">
                <a:latin typeface="Arial"/>
                <a:cs typeface="Arial"/>
              </a:rPr>
              <a:t>o</a:t>
            </a:r>
            <a:r>
              <a:rPr dirty="0" smtClean="0" sz="1400" spc="-1" b="1">
                <a:latin typeface="Arial"/>
                <a:cs typeface="Arial"/>
              </a:rPr>
              <a:t>d</a:t>
            </a:r>
            <a:r>
              <a:rPr dirty="0" smtClean="0" sz="1400" spc="-1" b="1">
                <a:latin typeface="Arial"/>
                <a:cs typeface="Arial"/>
              </a:rPr>
              <a:t>er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337429" y="1704356"/>
            <a:ext cx="346589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13</a:t>
            </a:r>
            <a:endParaRPr sz="20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689413" y="1704356"/>
            <a:ext cx="601860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b</a:t>
            </a:r>
            <a:r>
              <a:rPr dirty="0" smtClean="0" sz="2000" spc="1">
                <a:latin typeface="Arial"/>
                <a:cs typeface="Arial"/>
              </a:rPr>
              <a:t>ps</a:t>
            </a:r>
            <a:endParaRPr sz="20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367534" y="2155611"/>
            <a:ext cx="694192" cy="353060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70612" indent="-57912">
              <a:lnSpc>
                <a:spcPts val="1609"/>
              </a:lnSpc>
            </a:pPr>
            <a:r>
              <a:rPr dirty="0" smtClean="0" sz="1400" spc="-4" b="1">
                <a:latin typeface="Arial"/>
                <a:cs typeface="Arial"/>
              </a:rPr>
              <a:t>C</a:t>
            </a:r>
            <a:r>
              <a:rPr dirty="0" smtClean="0" sz="1400" spc="-4" b="1">
                <a:latin typeface="Arial"/>
                <a:cs typeface="Arial"/>
              </a:rPr>
              <a:t>h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-4" b="1">
                <a:latin typeface="Arial"/>
                <a:cs typeface="Arial"/>
              </a:rPr>
              <a:t>n</a:t>
            </a:r>
            <a:r>
              <a:rPr dirty="0" smtClean="0" sz="1400" spc="-4" b="1">
                <a:latin typeface="Arial"/>
                <a:cs typeface="Arial"/>
              </a:rPr>
              <a:t>n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70612">
              <a:lnSpc>
                <a:spcPts val="1609"/>
              </a:lnSpc>
            </a:pPr>
            <a:r>
              <a:rPr dirty="0" smtClean="0" sz="1400" spc="0" b="1">
                <a:latin typeface="Arial"/>
                <a:cs typeface="Arial"/>
              </a:rPr>
              <a:t>l</a:t>
            </a:r>
            <a:r>
              <a:rPr dirty="0" smtClean="0" sz="1400" spc="0" b="1">
                <a:latin typeface="Arial"/>
                <a:cs typeface="Arial"/>
              </a:rPr>
              <a:t>c</a:t>
            </a:r>
            <a:r>
              <a:rPr dirty="0" smtClean="0" sz="1400" spc="0" b="1">
                <a:latin typeface="Arial"/>
                <a:cs typeface="Arial"/>
              </a:rPr>
              <a:t>o</a:t>
            </a:r>
            <a:r>
              <a:rPr dirty="0" smtClean="0" sz="1400" spc="0" b="1">
                <a:latin typeface="Arial"/>
                <a:cs typeface="Arial"/>
              </a:rPr>
              <a:t>d</a:t>
            </a:r>
            <a:r>
              <a:rPr dirty="0" smtClean="0" sz="1400" spc="0" b="1">
                <a:latin typeface="Arial"/>
                <a:cs typeface="Arial"/>
              </a:rPr>
              <a:t>er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501388" y="2155611"/>
            <a:ext cx="694192" cy="353060"/>
          </a:xfrm>
          <a:prstGeom prst="rect">
            <a:avLst/>
          </a:prstGeom>
        </p:spPr>
        <p:txBody>
          <a:bodyPr wrap="square" lIns="0" tIns="35560" rIns="0" bIns="0" rtlCol="0">
            <a:noAutofit/>
          </a:bodyPr>
          <a:lstStyle/>
          <a:p>
            <a:pPr marL="70612" indent="-57912">
              <a:lnSpc>
                <a:spcPts val="1609"/>
              </a:lnSpc>
            </a:pPr>
            <a:r>
              <a:rPr dirty="0" smtClean="0" sz="1400" spc="-4" b="1">
                <a:latin typeface="Arial"/>
                <a:cs typeface="Arial"/>
              </a:rPr>
              <a:t>C</a:t>
            </a:r>
            <a:r>
              <a:rPr dirty="0" smtClean="0" sz="1400" spc="-4" b="1">
                <a:latin typeface="Arial"/>
                <a:cs typeface="Arial"/>
              </a:rPr>
              <a:t>h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-4" b="1">
                <a:latin typeface="Arial"/>
                <a:cs typeface="Arial"/>
              </a:rPr>
              <a:t>n</a:t>
            </a:r>
            <a:r>
              <a:rPr dirty="0" smtClean="0" sz="1400" spc="-4" b="1">
                <a:latin typeface="Arial"/>
                <a:cs typeface="Arial"/>
              </a:rPr>
              <a:t>n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endParaRPr sz="1400">
              <a:latin typeface="Arial"/>
              <a:cs typeface="Arial"/>
            </a:endParaRPr>
          </a:p>
          <a:p>
            <a:pPr marL="70612">
              <a:lnSpc>
                <a:spcPts val="1609"/>
              </a:lnSpc>
            </a:pPr>
            <a:r>
              <a:rPr dirty="0" smtClean="0" sz="1400" spc="0" b="1">
                <a:latin typeface="Arial"/>
                <a:cs typeface="Arial"/>
              </a:rPr>
              <a:t>l</a:t>
            </a:r>
            <a:r>
              <a:rPr dirty="0" smtClean="0" sz="1400" spc="0" b="1">
                <a:latin typeface="Arial"/>
                <a:cs typeface="Arial"/>
              </a:rPr>
              <a:t>c</a:t>
            </a:r>
            <a:r>
              <a:rPr dirty="0" smtClean="0" sz="1400" spc="0" b="1">
                <a:latin typeface="Arial"/>
                <a:cs typeface="Arial"/>
              </a:rPr>
              <a:t>o</a:t>
            </a:r>
            <a:r>
              <a:rPr dirty="0" smtClean="0" sz="1400" spc="0" b="1">
                <a:latin typeface="Arial"/>
                <a:cs typeface="Arial"/>
              </a:rPr>
              <a:t>d</a:t>
            </a:r>
            <a:r>
              <a:rPr dirty="0" smtClean="0" sz="1400" spc="0" b="1">
                <a:latin typeface="Arial"/>
                <a:cs typeface="Arial"/>
              </a:rPr>
              <a:t>er</a:t>
            </a:r>
            <a:endParaRPr sz="14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908929" y="2724801"/>
            <a:ext cx="601860" cy="55422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8176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22.8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ts val="2160"/>
              </a:lnSpc>
              <a:spcBef>
                <a:spcPts val="0"/>
              </a:spcBef>
            </a:pP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b</a:t>
            </a:r>
            <a:r>
              <a:rPr dirty="0" smtClean="0" sz="2000" spc="1">
                <a:latin typeface="Arial"/>
                <a:cs typeface="Arial"/>
              </a:rPr>
              <a:t>ps</a:t>
            </a:r>
            <a:endParaRPr sz="2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5940" y="4263356"/>
            <a:ext cx="1190068" cy="228092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-2" b="1">
                <a:latin typeface="Arial"/>
                <a:cs typeface="Arial"/>
              </a:rPr>
              <a:t>In</a:t>
            </a:r>
            <a:r>
              <a:rPr dirty="0" smtClean="0" sz="1600" spc="-2" b="1">
                <a:latin typeface="Arial"/>
                <a:cs typeface="Arial"/>
              </a:rPr>
              <a:t>t</a:t>
            </a:r>
            <a:r>
              <a:rPr dirty="0" smtClean="0" sz="1600" spc="-2" b="1">
                <a:latin typeface="Arial"/>
                <a:cs typeface="Arial"/>
              </a:rPr>
              <a:t>erle</a:t>
            </a:r>
            <a:r>
              <a:rPr dirty="0" smtClean="0" sz="1600" spc="-2" b="1">
                <a:latin typeface="Arial"/>
                <a:cs typeface="Arial"/>
              </a:rPr>
              <a:t>a</a:t>
            </a:r>
            <a:r>
              <a:rPr dirty="0" smtClean="0" sz="1600" spc="-2" b="1">
                <a:latin typeface="Arial"/>
                <a:cs typeface="Arial"/>
              </a:rPr>
              <a:t>v</a:t>
            </a:r>
            <a:r>
              <a:rPr dirty="0" smtClean="0" sz="1600" spc="-2" b="1">
                <a:latin typeface="Arial"/>
                <a:cs typeface="Arial"/>
              </a:rPr>
              <a:t>i</a:t>
            </a:r>
            <a:r>
              <a:rPr dirty="0" smtClean="0" sz="1600" spc="-2" b="1">
                <a:latin typeface="Arial"/>
                <a:cs typeface="Arial"/>
              </a:rPr>
              <a:t>ng</a:t>
            </a:r>
            <a:endParaRPr sz="16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779014" y="5324695"/>
            <a:ext cx="1329925" cy="228092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 spc="-3" b="1">
                <a:latin typeface="Arial"/>
                <a:cs typeface="Arial"/>
              </a:rPr>
              <a:t>Single</a:t>
            </a:r>
            <a:r>
              <a:rPr dirty="0" smtClean="0" sz="1600" spc="-3" b="1">
                <a:latin typeface="Arial"/>
                <a:cs typeface="Arial"/>
              </a:rPr>
              <a:t> </a:t>
            </a:r>
            <a:r>
              <a:rPr dirty="0" smtClean="0" sz="1600" spc="-3" b="1">
                <a:latin typeface="Arial"/>
                <a:cs typeface="Arial"/>
              </a:rPr>
              <a:t>Frame</a:t>
            </a:r>
            <a:endParaRPr sz="1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262253" y="5944910"/>
            <a:ext cx="920999" cy="395732"/>
          </a:xfrm>
          <a:prstGeom prst="rect">
            <a:avLst/>
          </a:prstGeom>
        </p:spPr>
        <p:txBody>
          <a:bodyPr wrap="square" lIns="0" tIns="13398" rIns="0" bIns="0" rtlCol="0">
            <a:noAutofit/>
          </a:bodyPr>
          <a:lstStyle/>
          <a:p>
            <a:pPr marL="105663" indent="-92963">
              <a:lnSpc>
                <a:spcPts val="1510"/>
              </a:lnSpc>
            </a:pPr>
            <a:r>
              <a:rPr dirty="0" smtClean="0" sz="1400" spc="-4" b="1">
                <a:latin typeface="Arial"/>
                <a:cs typeface="Arial"/>
              </a:rPr>
              <a:t>d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i</a:t>
            </a:r>
            <a:r>
              <a:rPr dirty="0" smtClean="0" sz="1400" spc="-9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20</a:t>
            </a:r>
            <a:r>
              <a:rPr dirty="0" smtClean="0" sz="1400" spc="-14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ms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p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r>
              <a:rPr dirty="0" smtClean="0" sz="1400" spc="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tama</a:t>
            </a:r>
            <a:endParaRPr sz="14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263388" y="5944910"/>
            <a:ext cx="920999" cy="395732"/>
          </a:xfrm>
          <a:prstGeom prst="rect">
            <a:avLst/>
          </a:prstGeom>
        </p:spPr>
        <p:txBody>
          <a:bodyPr wrap="square" lIns="0" tIns="13398" rIns="0" bIns="0" rtlCol="0">
            <a:noAutofit/>
          </a:bodyPr>
          <a:lstStyle/>
          <a:p>
            <a:pPr marL="105663" indent="-92963">
              <a:lnSpc>
                <a:spcPts val="1510"/>
              </a:lnSpc>
            </a:pPr>
            <a:r>
              <a:rPr dirty="0" smtClean="0" sz="1400" spc="-4" b="1">
                <a:latin typeface="Arial"/>
                <a:cs typeface="Arial"/>
              </a:rPr>
              <a:t>d</a:t>
            </a:r>
            <a:r>
              <a:rPr dirty="0" smtClean="0" sz="1400" spc="0" b="1">
                <a:latin typeface="Arial"/>
                <a:cs typeface="Arial"/>
              </a:rPr>
              <a:t>a</a:t>
            </a:r>
            <a:r>
              <a:rPr dirty="0" smtClean="0" sz="1400" spc="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i</a:t>
            </a:r>
            <a:r>
              <a:rPr dirty="0" smtClean="0" sz="1400" spc="-9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20</a:t>
            </a:r>
            <a:r>
              <a:rPr dirty="0" smtClean="0" sz="1400" spc="-14" b="1">
                <a:latin typeface="Arial"/>
                <a:cs typeface="Arial"/>
              </a:rPr>
              <a:t> </a:t>
            </a:r>
            <a:r>
              <a:rPr dirty="0" smtClean="0" sz="1400" spc="0" b="1">
                <a:latin typeface="Arial"/>
                <a:cs typeface="Arial"/>
              </a:rPr>
              <a:t>ms</a:t>
            </a:r>
            <a:r>
              <a:rPr dirty="0" smtClean="0" sz="1400" spc="0" b="1">
                <a:latin typeface="Arial"/>
                <a:cs typeface="Arial"/>
              </a:rPr>
              <a:t> </a:t>
            </a:r>
            <a:r>
              <a:rPr dirty="0" smtClean="0" sz="1400" spc="-4" b="1">
                <a:latin typeface="Arial"/>
                <a:cs typeface="Arial"/>
              </a:rPr>
              <a:t>p</a:t>
            </a:r>
            <a:r>
              <a:rPr dirty="0" smtClean="0" sz="1400" spc="0" b="1">
                <a:latin typeface="Arial"/>
                <a:cs typeface="Arial"/>
              </a:rPr>
              <a:t>e</a:t>
            </a:r>
            <a:r>
              <a:rPr dirty="0" smtClean="0" sz="1400" spc="4" b="1">
                <a:latin typeface="Arial"/>
                <a:cs typeface="Arial"/>
              </a:rPr>
              <a:t>r</a:t>
            </a:r>
            <a:r>
              <a:rPr dirty="0" smtClean="0" sz="1400" spc="0" b="1">
                <a:latin typeface="Arial"/>
                <a:cs typeface="Arial"/>
              </a:rPr>
              <a:t>tama</a:t>
            </a:r>
            <a:endParaRPr sz="14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35940" y="5966246"/>
            <a:ext cx="345462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7" b="1">
                <a:latin typeface="Arial"/>
                <a:cs typeface="Arial"/>
              </a:rPr>
              <a:t>T</a:t>
            </a:r>
            <a:r>
              <a:rPr dirty="0" smtClean="0" sz="1400" spc="-27" b="1">
                <a:latin typeface="Arial"/>
                <a:cs typeface="Arial"/>
              </a:rPr>
              <a:t>a</a:t>
            </a:r>
            <a:r>
              <a:rPr dirty="0" smtClean="0" sz="1400" spc="-27" b="1">
                <a:latin typeface="Arial"/>
                <a:cs typeface="Arial"/>
              </a:rPr>
              <a:t>i</a:t>
            </a:r>
            <a:r>
              <a:rPr dirty="0" smtClean="0" sz="1400" spc="-27" b="1"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557009" y="5966246"/>
            <a:ext cx="345462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7" b="1">
                <a:latin typeface="Arial"/>
                <a:cs typeface="Arial"/>
              </a:rPr>
              <a:t>T</a:t>
            </a:r>
            <a:r>
              <a:rPr dirty="0" smtClean="0" sz="1400" spc="-27" b="1">
                <a:latin typeface="Arial"/>
                <a:cs typeface="Arial"/>
              </a:rPr>
              <a:t>a</a:t>
            </a:r>
            <a:r>
              <a:rPr dirty="0" smtClean="0" sz="1400" spc="-27" b="1">
                <a:latin typeface="Arial"/>
                <a:cs typeface="Arial"/>
              </a:rPr>
              <a:t>i</a:t>
            </a:r>
            <a:r>
              <a:rPr dirty="0" smtClean="0" sz="1400" spc="-27" b="1"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31140" y="6471832"/>
            <a:ext cx="497736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Wire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ess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Di</a:t>
            </a:r>
            <a:r>
              <a:rPr dirty="0" smtClean="0" sz="1800" b="1">
                <a:latin typeface="Georgia"/>
                <a:cs typeface="Georgia"/>
              </a:rPr>
              <a:t>g</a:t>
            </a:r>
            <a:r>
              <a:rPr dirty="0" smtClean="0" sz="1800" b="1">
                <a:latin typeface="Georgia"/>
                <a:cs typeface="Georgia"/>
              </a:rPr>
              <a:t>ital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C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n</a:t>
            </a:r>
            <a:r>
              <a:rPr dirty="0" smtClean="0" sz="1800" b="1">
                <a:latin typeface="Georgia"/>
                <a:cs typeface="Georgia"/>
              </a:rPr>
              <a:t>ication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210048" y="6471832"/>
            <a:ext cx="90697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S</a:t>
            </a:r>
            <a:r>
              <a:rPr dirty="0" smtClean="0" sz="1800" b="1">
                <a:latin typeface="Georgia"/>
                <a:cs typeface="Georgia"/>
              </a:rPr>
              <a:t>y</a:t>
            </a:r>
            <a:r>
              <a:rPr dirty="0" smtClean="0" sz="1800" b="1">
                <a:latin typeface="Georgia"/>
                <a:cs typeface="Georgia"/>
              </a:rPr>
              <a:t>s</a:t>
            </a:r>
            <a:r>
              <a:rPr dirty="0" smtClean="0" sz="1800" b="1">
                <a:latin typeface="Georgia"/>
                <a:cs typeface="Georgia"/>
              </a:rPr>
              <a:t>t</a:t>
            </a:r>
            <a:r>
              <a:rPr dirty="0" smtClean="0" sz="180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440672" y="6471832"/>
            <a:ext cx="35133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4" b="1">
                <a:latin typeface="Georgia"/>
                <a:cs typeface="Georgia"/>
              </a:rPr>
              <a:t>39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33400" y="5625084"/>
            <a:ext cx="3048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76644" marR="76870" algn="ctr">
              <a:lnSpc>
                <a:spcPct val="95825"/>
              </a:lnSpc>
            </a:pPr>
            <a:r>
              <a:rPr dirty="0" smtClean="0" sz="1400" b="1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38200" y="5625084"/>
            <a:ext cx="17526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438277">
              <a:lnSpc>
                <a:spcPct val="95825"/>
              </a:lnSpc>
            </a:pPr>
            <a:r>
              <a:rPr dirty="0" smtClean="0" sz="1400" spc="-3" b="1">
                <a:latin typeface="Arial"/>
                <a:cs typeface="Arial"/>
              </a:rPr>
              <a:t>57</a:t>
            </a:r>
            <a:r>
              <a:rPr dirty="0" smtClean="0" sz="1400" spc="-3" b="1">
                <a:latin typeface="Arial"/>
                <a:cs typeface="Arial"/>
              </a:rPr>
              <a:t> </a:t>
            </a:r>
            <a:r>
              <a:rPr dirty="0" smtClean="0" sz="1400" spc="-3" b="1">
                <a:latin typeface="Arial"/>
                <a:cs typeface="Arial"/>
              </a:rPr>
              <a:t>b</a:t>
            </a:r>
            <a:r>
              <a:rPr dirty="0" smtClean="0" sz="1400" spc="-3" b="1">
                <a:latin typeface="Arial"/>
                <a:cs typeface="Arial"/>
              </a:rPr>
              <a:t>i</a:t>
            </a:r>
            <a:r>
              <a:rPr dirty="0" smtClean="0" sz="1400" spc="-3" b="1">
                <a:latin typeface="Arial"/>
                <a:cs typeface="Arial"/>
              </a:rPr>
              <a:t>t</a:t>
            </a:r>
            <a:r>
              <a:rPr dirty="0" smtClean="0" sz="1400" spc="-3" b="1">
                <a:latin typeface="Arial"/>
                <a:cs typeface="Arial"/>
              </a:rPr>
              <a:t> </a:t>
            </a:r>
            <a:r>
              <a:rPr dirty="0" smtClean="0" sz="1400" spc="-3" b="1">
                <a:latin typeface="Arial"/>
                <a:cs typeface="Arial"/>
              </a:rPr>
              <a:t>d</a:t>
            </a:r>
            <a:r>
              <a:rPr dirty="0" smtClean="0" sz="1400" spc="-3" b="1">
                <a:latin typeface="Arial"/>
                <a:cs typeface="Arial"/>
              </a:rPr>
              <a:t>ata</a:t>
            </a:r>
            <a:endParaRPr sz="14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590800" y="5625084"/>
            <a:ext cx="3048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77304" marR="76209" algn="ctr">
              <a:lnSpc>
                <a:spcPct val="95825"/>
              </a:lnSpc>
            </a:pPr>
            <a:r>
              <a:rPr dirty="0" smtClean="0" sz="1400" b="1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895600" y="5625084"/>
            <a:ext cx="16002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158242">
              <a:lnSpc>
                <a:spcPct val="95825"/>
              </a:lnSpc>
            </a:pPr>
            <a:r>
              <a:rPr dirty="0" smtClean="0" sz="1400" spc="-1" b="1">
                <a:latin typeface="Arial"/>
                <a:cs typeface="Arial"/>
              </a:rPr>
              <a:t>26</a:t>
            </a:r>
            <a:r>
              <a:rPr dirty="0" smtClean="0" sz="1400" spc="-1" b="1">
                <a:latin typeface="Arial"/>
                <a:cs typeface="Arial"/>
              </a:rPr>
              <a:t> </a:t>
            </a:r>
            <a:r>
              <a:rPr dirty="0" smtClean="0" sz="1400" spc="-1" b="1">
                <a:latin typeface="Arial"/>
                <a:cs typeface="Arial"/>
              </a:rPr>
              <a:t>b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t</a:t>
            </a:r>
            <a:r>
              <a:rPr dirty="0" smtClean="0" sz="1400" spc="-1" b="1">
                <a:latin typeface="Arial"/>
                <a:cs typeface="Arial"/>
              </a:rPr>
              <a:t> </a:t>
            </a:r>
            <a:r>
              <a:rPr dirty="0" smtClean="0" sz="1400" spc="-1" b="1">
                <a:latin typeface="Arial"/>
                <a:cs typeface="Arial"/>
              </a:rPr>
              <a:t>(t</a:t>
            </a:r>
            <a:r>
              <a:rPr dirty="0" smtClean="0" sz="1400" spc="-1" b="1">
                <a:latin typeface="Arial"/>
                <a:cs typeface="Arial"/>
              </a:rPr>
              <a:t>r</a:t>
            </a:r>
            <a:r>
              <a:rPr dirty="0" smtClean="0" sz="1400" spc="-1" b="1">
                <a:latin typeface="Arial"/>
                <a:cs typeface="Arial"/>
              </a:rPr>
              <a:t>a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i</a:t>
            </a:r>
            <a:r>
              <a:rPr dirty="0" smtClean="0" sz="1400" spc="-1" b="1">
                <a:latin typeface="Arial"/>
                <a:cs typeface="Arial"/>
              </a:rPr>
              <a:t>n</a:t>
            </a:r>
            <a:r>
              <a:rPr dirty="0" smtClean="0" sz="1400" spc="-1" b="1">
                <a:latin typeface="Arial"/>
                <a:cs typeface="Arial"/>
              </a:rPr>
              <a:t>g</a:t>
            </a:r>
            <a:r>
              <a:rPr dirty="0" smtClean="0" sz="1400" spc="-1" b="1"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495800" y="5625084"/>
            <a:ext cx="3048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77558" marR="75955" algn="ctr">
              <a:lnSpc>
                <a:spcPct val="95825"/>
              </a:lnSpc>
            </a:pPr>
            <a:r>
              <a:rPr dirty="0" smtClean="0" sz="1400" b="1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800600" y="5625084"/>
            <a:ext cx="17526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438912">
              <a:lnSpc>
                <a:spcPct val="95825"/>
              </a:lnSpc>
            </a:pPr>
            <a:r>
              <a:rPr dirty="0" smtClean="0" sz="1400" spc="-3" b="1">
                <a:latin typeface="Arial"/>
                <a:cs typeface="Arial"/>
              </a:rPr>
              <a:t>57</a:t>
            </a:r>
            <a:r>
              <a:rPr dirty="0" smtClean="0" sz="1400" spc="-3" b="1">
                <a:latin typeface="Arial"/>
                <a:cs typeface="Arial"/>
              </a:rPr>
              <a:t> </a:t>
            </a:r>
            <a:r>
              <a:rPr dirty="0" smtClean="0" sz="1400" spc="-3" b="1">
                <a:latin typeface="Arial"/>
                <a:cs typeface="Arial"/>
              </a:rPr>
              <a:t>b</a:t>
            </a:r>
            <a:r>
              <a:rPr dirty="0" smtClean="0" sz="1400" spc="-3" b="1">
                <a:latin typeface="Arial"/>
                <a:cs typeface="Arial"/>
              </a:rPr>
              <a:t>i</a:t>
            </a:r>
            <a:r>
              <a:rPr dirty="0" smtClean="0" sz="1400" spc="-3" b="1">
                <a:latin typeface="Arial"/>
                <a:cs typeface="Arial"/>
              </a:rPr>
              <a:t>t</a:t>
            </a:r>
            <a:r>
              <a:rPr dirty="0" smtClean="0" sz="1400" spc="-3" b="1">
                <a:latin typeface="Arial"/>
                <a:cs typeface="Arial"/>
              </a:rPr>
              <a:t> </a:t>
            </a:r>
            <a:r>
              <a:rPr dirty="0" smtClean="0" sz="1400" spc="-3" b="1">
                <a:latin typeface="Arial"/>
                <a:cs typeface="Arial"/>
              </a:rPr>
              <a:t>d</a:t>
            </a:r>
            <a:r>
              <a:rPr dirty="0" smtClean="0" sz="1400" spc="-3" b="1">
                <a:latin typeface="Arial"/>
                <a:cs typeface="Arial"/>
              </a:rPr>
              <a:t>ata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553200" y="5625084"/>
            <a:ext cx="3048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77812" marR="75701" algn="ctr">
              <a:lnSpc>
                <a:spcPct val="95825"/>
              </a:lnSpc>
            </a:pPr>
            <a:r>
              <a:rPr dirty="0" smtClean="0" sz="1400" b="1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58000" y="5625084"/>
            <a:ext cx="838200" cy="313944"/>
          </a:xfrm>
          <a:prstGeom prst="rect">
            <a:avLst/>
          </a:prstGeom>
        </p:spPr>
        <p:txBody>
          <a:bodyPr wrap="square" lIns="0" tIns="52069" rIns="0" bIns="0" rtlCol="0">
            <a:noAutofit/>
          </a:bodyPr>
          <a:lstStyle/>
          <a:p>
            <a:pPr marL="94742">
              <a:lnSpc>
                <a:spcPct val="95825"/>
              </a:lnSpc>
            </a:pPr>
            <a:r>
              <a:rPr dirty="0" smtClean="0" sz="1400" spc="-3" b="1">
                <a:latin typeface="Arial"/>
                <a:cs typeface="Arial"/>
              </a:rPr>
              <a:t>8</a:t>
            </a:r>
            <a:r>
              <a:rPr dirty="0" smtClean="0" sz="1400" spc="-3" b="1">
                <a:latin typeface="Arial"/>
                <a:cs typeface="Arial"/>
              </a:rPr>
              <a:t>.</a:t>
            </a:r>
            <a:r>
              <a:rPr dirty="0" smtClean="0" sz="1400" spc="-3" b="1">
                <a:latin typeface="Arial"/>
                <a:cs typeface="Arial"/>
              </a:rPr>
              <a:t>25</a:t>
            </a:r>
            <a:r>
              <a:rPr dirty="0" smtClean="0" sz="1400" spc="-3" b="1">
                <a:latin typeface="Arial"/>
                <a:cs typeface="Arial"/>
              </a:rPr>
              <a:t> </a:t>
            </a:r>
            <a:r>
              <a:rPr dirty="0" smtClean="0" sz="1400" spc="-3" b="1"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09600" y="4604004"/>
            <a:ext cx="1447800" cy="362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20574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072" marR="126044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1</a:t>
            </a:r>
            <a:endParaRPr sz="20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5146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453" marR="125663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2</a:t>
            </a:r>
            <a:endParaRPr sz="20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9718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453" marR="125663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3</a:t>
            </a:r>
            <a:endParaRPr sz="20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290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453" marR="125663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4</a:t>
            </a:r>
            <a:endParaRPr sz="20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862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453" marR="125663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5</a:t>
            </a:r>
            <a:endParaRPr sz="20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3434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707" marR="125409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6</a:t>
            </a:r>
            <a:endParaRPr sz="20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800600" y="4604004"/>
            <a:ext cx="457200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26707" marR="125409" algn="ctr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7</a:t>
            </a:r>
            <a:endParaRPr sz="20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257800" y="4604004"/>
            <a:ext cx="350878" cy="406907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158496">
              <a:lnSpc>
                <a:spcPct val="95825"/>
              </a:lnSpc>
            </a:pPr>
            <a:r>
              <a:rPr dirty="0" smtClean="0" sz="2000" b="1">
                <a:latin typeface="Arial"/>
                <a:cs typeface="Arial"/>
              </a:rPr>
              <a:t>8</a:t>
            </a:r>
            <a:endParaRPr sz="20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562600" y="4604004"/>
            <a:ext cx="152400" cy="362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5715000" y="4604004"/>
            <a:ext cx="1295400" cy="362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609600" y="4966716"/>
            <a:ext cx="1447800" cy="441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5562600" y="4966716"/>
            <a:ext cx="152400" cy="441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5715000" y="4966716"/>
            <a:ext cx="1295400" cy="441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3962400" y="2695955"/>
            <a:ext cx="1828800" cy="347472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594360">
              <a:lnSpc>
                <a:spcPct val="95825"/>
              </a:lnSpc>
            </a:pPr>
            <a:r>
              <a:rPr dirty="0" smtClean="0" sz="1600" spc="-3" b="1">
                <a:latin typeface="Arial"/>
                <a:cs typeface="Arial"/>
              </a:rPr>
              <a:t>456</a:t>
            </a:r>
            <a:r>
              <a:rPr dirty="0" smtClean="0" sz="1600" spc="-3" b="1">
                <a:latin typeface="Arial"/>
                <a:cs typeface="Arial"/>
              </a:rPr>
              <a:t> </a:t>
            </a:r>
            <a:r>
              <a:rPr dirty="0" smtClean="0" sz="1600" spc="-3" b="1">
                <a:latin typeface="Arial"/>
                <a:cs typeface="Arial"/>
              </a:rPr>
              <a:t>bit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62400" y="3043428"/>
            <a:ext cx="1828800" cy="4038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9624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1910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4196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6482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8768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1054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6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340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7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5626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92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92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8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828800" y="2695955"/>
            <a:ext cx="1828800" cy="347472"/>
          </a:xfrm>
          <a:prstGeom prst="rect">
            <a:avLst/>
          </a:prstGeom>
        </p:spPr>
        <p:txBody>
          <a:bodyPr wrap="square" lIns="0" tIns="54610" rIns="0" bIns="0" rtlCol="0">
            <a:noAutofit/>
          </a:bodyPr>
          <a:lstStyle/>
          <a:p>
            <a:pPr marL="593725">
              <a:lnSpc>
                <a:spcPct val="95825"/>
              </a:lnSpc>
            </a:pPr>
            <a:r>
              <a:rPr dirty="0" smtClean="0" sz="1600" spc="-3" b="1">
                <a:latin typeface="Arial"/>
                <a:cs typeface="Arial"/>
              </a:rPr>
              <a:t>4</a:t>
            </a:r>
            <a:r>
              <a:rPr dirty="0" smtClean="0" sz="1600" spc="-3" b="1">
                <a:latin typeface="Arial"/>
                <a:cs typeface="Arial"/>
              </a:rPr>
              <a:t>5</a:t>
            </a:r>
            <a:r>
              <a:rPr dirty="0" smtClean="0" sz="1600" spc="-3" b="1">
                <a:latin typeface="Arial"/>
                <a:cs typeface="Arial"/>
              </a:rPr>
              <a:t>6</a:t>
            </a:r>
            <a:r>
              <a:rPr dirty="0" smtClean="0" sz="1600" spc="-3" b="1">
                <a:latin typeface="Arial"/>
                <a:cs typeface="Arial"/>
              </a:rPr>
              <a:t> </a:t>
            </a:r>
            <a:r>
              <a:rPr dirty="0" smtClean="0" sz="1600" spc="-3" b="1">
                <a:latin typeface="Arial"/>
                <a:cs typeface="Arial"/>
              </a:rPr>
              <a:t>bit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28800" y="3043428"/>
            <a:ext cx="1828800" cy="4038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8288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292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292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0574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292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292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2860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292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292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146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5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5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432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5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5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718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5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5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6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004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5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5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7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29000" y="3447288"/>
            <a:ext cx="228600" cy="507492"/>
          </a:xfrm>
          <a:prstGeom prst="rect">
            <a:avLst/>
          </a:prstGeom>
        </p:spPr>
        <p:txBody>
          <a:bodyPr wrap="square" lIns="0" tIns="9842" rIns="0" bIns="0" rtlCol="0">
            <a:noAutofit/>
          </a:bodyPr>
          <a:lstStyle/>
          <a:p>
            <a:pPr marL="50546">
              <a:lnSpc>
                <a:spcPts val="1550"/>
              </a:lnSpc>
            </a:pPr>
            <a:r>
              <a:rPr dirty="0" smtClean="0" sz="1400" b="1"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  <a:p>
            <a:pPr marL="50546">
              <a:lnSpc>
                <a:spcPct val="95825"/>
              </a:lnSpc>
              <a:spcBef>
                <a:spcPts val="327"/>
              </a:spcBef>
            </a:pPr>
            <a:r>
              <a:rPr dirty="0" smtClean="0" sz="1400" b="1">
                <a:latin typeface="Arial"/>
                <a:cs typeface="Arial"/>
              </a:rPr>
              <a:t>8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95800" y="1679448"/>
            <a:ext cx="609600" cy="347472"/>
          </a:xfrm>
          <a:prstGeom prst="rect">
            <a:avLst/>
          </a:prstGeom>
        </p:spPr>
        <p:txBody>
          <a:bodyPr wrap="square" lIns="0" tIns="53340" rIns="0" bIns="0" rtlCol="0">
            <a:noAutofit/>
          </a:bodyPr>
          <a:lstStyle/>
          <a:p>
            <a:pPr marL="135636">
              <a:lnSpc>
                <a:spcPct val="95825"/>
              </a:lnSpc>
            </a:pPr>
            <a:r>
              <a:rPr dirty="0" smtClean="0" sz="1600" b="1">
                <a:latin typeface="Arial"/>
                <a:cs typeface="Arial"/>
              </a:rPr>
              <a:t>260</a:t>
            </a:r>
            <a:endParaRPr sz="1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62200" y="1679448"/>
            <a:ext cx="609600" cy="347472"/>
          </a:xfrm>
          <a:prstGeom prst="rect">
            <a:avLst/>
          </a:prstGeom>
        </p:spPr>
        <p:txBody>
          <a:bodyPr wrap="square" lIns="0" tIns="53340" rIns="0" bIns="0" rtlCol="0">
            <a:noAutofit/>
          </a:bodyPr>
          <a:lstStyle/>
          <a:p>
            <a:pPr marL="135381">
              <a:lnSpc>
                <a:spcPct val="95825"/>
              </a:lnSpc>
            </a:pPr>
            <a:r>
              <a:rPr dirty="0" smtClean="0" sz="1600" b="1">
                <a:latin typeface="Arial"/>
                <a:cs typeface="Arial"/>
              </a:rPr>
              <a:t>260</a:t>
            </a:r>
            <a:endParaRPr sz="1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6800" y="795527"/>
            <a:ext cx="685800" cy="271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752600" y="795527"/>
            <a:ext cx="1981200" cy="271272"/>
          </a:xfrm>
          <a:prstGeom prst="rect">
            <a:avLst/>
          </a:prstGeom>
        </p:spPr>
        <p:txBody>
          <a:bodyPr wrap="square" lIns="0" tIns="13557" rIns="0" bIns="0" rtlCol="0">
            <a:noAutofit/>
          </a:bodyPr>
          <a:lstStyle/>
          <a:p>
            <a:pPr marL="701294">
              <a:lnSpc>
                <a:spcPts val="2135"/>
              </a:lnSpc>
            </a:pPr>
            <a:r>
              <a:rPr dirty="0" smtClean="0" sz="2000" spc="-1" b="1">
                <a:latin typeface="Arial"/>
                <a:cs typeface="Arial"/>
              </a:rPr>
              <a:t>20</a:t>
            </a:r>
            <a:r>
              <a:rPr dirty="0" smtClean="0" sz="2000" spc="-1" b="1">
                <a:latin typeface="Arial"/>
                <a:cs typeface="Arial"/>
              </a:rPr>
              <a:t> </a:t>
            </a:r>
            <a:r>
              <a:rPr dirty="0" smtClean="0" sz="2000" spc="-1" b="1">
                <a:latin typeface="Arial"/>
                <a:cs typeface="Arial"/>
              </a:rPr>
              <a:t>ms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33800" y="795527"/>
            <a:ext cx="1981200" cy="271272"/>
          </a:xfrm>
          <a:prstGeom prst="rect">
            <a:avLst/>
          </a:prstGeom>
        </p:spPr>
        <p:txBody>
          <a:bodyPr wrap="square" lIns="0" tIns="13557" rIns="0" bIns="0" rtlCol="0">
            <a:noAutofit/>
          </a:bodyPr>
          <a:lstStyle/>
          <a:p>
            <a:pPr marL="669036">
              <a:lnSpc>
                <a:spcPts val="2135"/>
              </a:lnSpc>
            </a:pPr>
            <a:r>
              <a:rPr dirty="0" smtClean="0" sz="2000" spc="-1" b="1">
                <a:latin typeface="Arial"/>
                <a:cs typeface="Arial"/>
              </a:rPr>
              <a:t>20</a:t>
            </a:r>
            <a:r>
              <a:rPr dirty="0" smtClean="0" sz="2000" spc="-1" b="1">
                <a:latin typeface="Arial"/>
                <a:cs typeface="Arial"/>
              </a:rPr>
              <a:t> </a:t>
            </a:r>
            <a:r>
              <a:rPr dirty="0" smtClean="0" sz="2000" spc="-1" b="1">
                <a:latin typeface="Arial"/>
                <a:cs typeface="Arial"/>
              </a:rPr>
              <a:t>ms</a:t>
            </a:r>
            <a:endParaRPr sz="20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15000" y="795527"/>
            <a:ext cx="457200" cy="271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object 24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79476" y="838200"/>
            <a:ext cx="8913876" cy="1524000"/>
          </a:xfrm>
          <a:custGeom>
            <a:avLst/>
            <a:gdLst/>
            <a:ahLst/>
            <a:cxnLst/>
            <a:rect l="l" t="t" r="r" b="b"/>
            <a:pathLst>
              <a:path w="8913876" h="1524000">
                <a:moveTo>
                  <a:pt x="0" y="1524000"/>
                </a:moveTo>
                <a:lnTo>
                  <a:pt x="8913876" y="1524000"/>
                </a:lnTo>
                <a:lnTo>
                  <a:pt x="8913876" y="0"/>
                </a:lnTo>
                <a:lnTo>
                  <a:pt x="0" y="0"/>
                </a:lnTo>
                <a:lnTo>
                  <a:pt x="0" y="15240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78740" y="97765"/>
            <a:ext cx="49369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b="1">
                <a:latin typeface="Arial"/>
                <a:cs typeface="Arial"/>
              </a:rPr>
              <a:t>H.</a:t>
            </a:r>
            <a:endParaRPr sz="32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99157" y="97765"/>
            <a:ext cx="2051283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M</a:t>
            </a:r>
            <a:r>
              <a:rPr dirty="0" smtClean="0" sz="3200" spc="-3" b="1">
                <a:latin typeface="Arial"/>
                <a:cs typeface="Arial"/>
              </a:rPr>
              <a:t>odu</a:t>
            </a:r>
            <a:r>
              <a:rPr dirty="0" smtClean="0" sz="3200" spc="-3" b="1">
                <a:latin typeface="Arial"/>
                <a:cs typeface="Arial"/>
              </a:rPr>
              <a:t>l</a:t>
            </a:r>
            <a:r>
              <a:rPr dirty="0" smtClean="0" sz="3200" spc="-3" b="1">
                <a:latin typeface="Arial"/>
                <a:cs typeface="Arial"/>
              </a:rPr>
              <a:t>ator</a:t>
            </a:r>
            <a:endParaRPr sz="32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671056" y="97765"/>
            <a:ext cx="80928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>
                <a:latin typeface="Arial"/>
                <a:cs typeface="Arial"/>
              </a:rPr>
              <a:t>d</a:t>
            </a:r>
            <a:r>
              <a:rPr dirty="0" smtClean="0" sz="3200" spc="-3" b="1">
                <a:latin typeface="Arial"/>
                <a:cs typeface="Arial"/>
              </a:rPr>
              <a:t>a</a:t>
            </a:r>
            <a:r>
              <a:rPr dirty="0" smtClean="0" sz="3200" spc="-3" b="1">
                <a:latin typeface="Arial"/>
                <a:cs typeface="Arial"/>
              </a:rPr>
              <a:t>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04621" y="97765"/>
            <a:ext cx="2594505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>
                <a:latin typeface="Arial"/>
                <a:cs typeface="Arial"/>
              </a:rPr>
              <a:t>De</a:t>
            </a:r>
            <a:r>
              <a:rPr dirty="0" smtClean="0" sz="3200" spc="-2" b="1">
                <a:latin typeface="Arial"/>
                <a:cs typeface="Arial"/>
              </a:rPr>
              <a:t>m</a:t>
            </a:r>
            <a:r>
              <a:rPr dirty="0" smtClean="0" sz="3200" spc="-2" b="1">
                <a:latin typeface="Arial"/>
                <a:cs typeface="Arial"/>
              </a:rPr>
              <a:t>odu</a:t>
            </a:r>
            <a:r>
              <a:rPr dirty="0" smtClean="0" sz="3200" spc="-2" b="1">
                <a:latin typeface="Arial"/>
                <a:cs typeface="Arial"/>
              </a:rPr>
              <a:t>l</a:t>
            </a:r>
            <a:r>
              <a:rPr dirty="0" smtClean="0" sz="3200" spc="-2" b="1">
                <a:latin typeface="Arial"/>
                <a:cs typeface="Arial"/>
              </a:rPr>
              <a:t>ator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5816" y="2518716"/>
            <a:ext cx="6071765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ti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v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asi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men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g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g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nakan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la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2" b="1">
                <a:solidFill>
                  <a:srgbClr val="006600"/>
                </a:solidFill>
                <a:latin typeface="Arial"/>
                <a:cs typeface="Arial"/>
              </a:rPr>
              <a:t>...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2016" y="3044602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68528" y="3044602"/>
            <a:ext cx="6022035" cy="695959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Modul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kukan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ag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sa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menggu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akan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 spc="1">
                <a:latin typeface="Arial"/>
                <a:cs typeface="Arial"/>
              </a:rPr>
              <a:t>untuk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pen</a:t>
            </a:r>
            <a:r>
              <a:rPr dirty="0" smtClean="0" sz="2400" spc="1">
                <a:latin typeface="Arial"/>
                <a:cs typeface="Arial"/>
              </a:rPr>
              <a:t>g</a:t>
            </a:r>
            <a:r>
              <a:rPr dirty="0" smtClean="0" sz="2400" spc="1">
                <a:latin typeface="Arial"/>
                <a:cs typeface="Arial"/>
              </a:rPr>
              <a:t>iriman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pes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08140" y="3044602"/>
            <a:ext cx="220685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media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ansmisi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82016" y="4083081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0616" y="4083081"/>
            <a:ext cx="514268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Sk</a:t>
            </a:r>
            <a:r>
              <a:rPr dirty="0" smtClean="0" sz="2400" spc="1">
                <a:latin typeface="Arial"/>
                <a:cs typeface="Arial"/>
              </a:rPr>
              <a:t>e</a:t>
            </a:r>
            <a:r>
              <a:rPr dirty="0" smtClean="0" sz="2400" spc="1">
                <a:latin typeface="Arial"/>
                <a:cs typeface="Arial"/>
              </a:rPr>
              <a:t>ma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modul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p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berdasarkan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: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5416" y="4551584"/>
            <a:ext cx="325323" cy="106172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1.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400">
                <a:latin typeface="Arial"/>
                <a:cs typeface="Arial"/>
              </a:rPr>
              <a:t>2.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120"/>
              </a:spcBef>
            </a:pPr>
            <a:r>
              <a:rPr dirty="0" smtClean="0" sz="2400">
                <a:latin typeface="Arial"/>
                <a:cs typeface="Arial"/>
              </a:rPr>
              <a:t>3.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54353" y="4551584"/>
            <a:ext cx="640943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J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pes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ansmis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(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vo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ce,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data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54353" y="4917344"/>
            <a:ext cx="477967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J</a:t>
            </a:r>
            <a:r>
              <a:rPr dirty="0" smtClean="0" sz="2400">
                <a:latin typeface="Arial"/>
                <a:cs typeface="Arial"/>
              </a:rPr>
              <a:t>e</a:t>
            </a:r>
            <a:r>
              <a:rPr dirty="0" smtClean="0" sz="2400">
                <a:latin typeface="Arial"/>
                <a:cs typeface="Arial"/>
              </a:rPr>
              <a:t>n</a:t>
            </a:r>
            <a:r>
              <a:rPr dirty="0" smtClean="0" sz="2400">
                <a:latin typeface="Arial"/>
                <a:cs typeface="Arial"/>
              </a:rPr>
              <a:t>i</a:t>
            </a:r>
            <a:r>
              <a:rPr dirty="0" smtClean="0" sz="2400">
                <a:latin typeface="Arial"/>
                <a:cs typeface="Arial"/>
              </a:rPr>
              <a:t>s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kedatan</a:t>
            </a:r>
            <a:r>
              <a:rPr dirty="0" smtClean="0" sz="2400">
                <a:latin typeface="Arial"/>
                <a:cs typeface="Arial"/>
              </a:rPr>
              <a:t>g</a:t>
            </a:r>
            <a:r>
              <a:rPr dirty="0" smtClean="0" sz="2400">
                <a:latin typeface="Arial"/>
                <a:cs typeface="Arial"/>
              </a:rPr>
              <a:t>an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t</a:t>
            </a:r>
            <a:r>
              <a:rPr dirty="0" smtClean="0" sz="2400">
                <a:latin typeface="Arial"/>
                <a:cs typeface="Arial"/>
              </a:rPr>
              <a:t>r</a:t>
            </a:r>
            <a:r>
              <a:rPr dirty="0" smtClean="0" sz="2400">
                <a:latin typeface="Arial"/>
                <a:cs typeface="Arial"/>
              </a:rPr>
              <a:t>afik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(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co</a:t>
            </a:r>
            <a:r>
              <a:rPr dirty="0" smtClean="0" sz="2400">
                <a:latin typeface="Arial"/>
                <a:cs typeface="Arial"/>
              </a:rPr>
              <a:t>n</a:t>
            </a:r>
            <a:r>
              <a:rPr dirty="0" smtClean="0" sz="2400">
                <a:latin typeface="Arial"/>
                <a:cs typeface="Arial"/>
              </a:rPr>
              <a:t>tinous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34811" y="4917344"/>
            <a:ext cx="258663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>
                <a:latin typeface="Arial"/>
                <a:cs typeface="Arial"/>
              </a:rPr>
              <a:t>a</a:t>
            </a:r>
            <a:r>
              <a:rPr dirty="0" smtClean="0" sz="2400" spc="-2">
                <a:latin typeface="Arial"/>
                <a:cs typeface="Arial"/>
              </a:rPr>
              <a:t>tau</a:t>
            </a:r>
            <a:r>
              <a:rPr dirty="0" smtClean="0" sz="2400" spc="-2">
                <a:latin typeface="Arial"/>
                <a:cs typeface="Arial"/>
              </a:rPr>
              <a:t> </a:t>
            </a:r>
            <a:r>
              <a:rPr dirty="0" smtClean="0" sz="2400" spc="-2">
                <a:latin typeface="Arial"/>
                <a:cs typeface="Arial"/>
              </a:rPr>
              <a:t>burs</a:t>
            </a:r>
            <a:r>
              <a:rPr dirty="0" smtClean="0" sz="2400" spc="-2">
                <a:latin typeface="Arial"/>
                <a:cs typeface="Arial"/>
              </a:rPr>
              <a:t>t</a:t>
            </a:r>
            <a:r>
              <a:rPr dirty="0" smtClean="0" sz="2400" spc="-2">
                <a:latin typeface="Arial"/>
                <a:cs typeface="Arial"/>
              </a:rPr>
              <a:t>y</a:t>
            </a:r>
            <a:r>
              <a:rPr dirty="0" smtClean="0" sz="2400" spc="-2">
                <a:latin typeface="Arial"/>
                <a:cs typeface="Arial"/>
              </a:rPr>
              <a:t> </a:t>
            </a:r>
            <a:r>
              <a:rPr dirty="0" smtClean="0" sz="2400" spc="-2">
                <a:latin typeface="Arial"/>
                <a:cs typeface="Arial"/>
              </a:rPr>
              <a:t>t</a:t>
            </a:r>
            <a:r>
              <a:rPr dirty="0" smtClean="0" sz="2400" spc="-2">
                <a:latin typeface="Arial"/>
                <a:cs typeface="Arial"/>
              </a:rPr>
              <a:t>r</a:t>
            </a:r>
            <a:r>
              <a:rPr dirty="0" smtClean="0" sz="2400" spc="-2">
                <a:latin typeface="Arial"/>
                <a:cs typeface="Arial"/>
              </a:rPr>
              <a:t>a</a:t>
            </a:r>
            <a:r>
              <a:rPr dirty="0" smtClean="0" sz="2400" spc="-2">
                <a:latin typeface="Arial"/>
                <a:cs typeface="Arial"/>
              </a:rPr>
              <a:t>f</a:t>
            </a:r>
            <a:r>
              <a:rPr dirty="0" smtClean="0" sz="2400" spc="-2">
                <a:latin typeface="Arial"/>
                <a:cs typeface="Arial"/>
              </a:rPr>
              <a:t>fic</a:t>
            </a:r>
            <a:r>
              <a:rPr dirty="0" smtClean="0" sz="2400" spc="-2">
                <a:latin typeface="Arial"/>
                <a:cs typeface="Arial"/>
              </a:rPr>
              <a:t> </a:t>
            </a:r>
            <a:r>
              <a:rPr dirty="0" smtClean="0" sz="2400" spc="-2">
                <a:latin typeface="Arial"/>
                <a:cs typeface="Arial"/>
              </a:rPr>
              <a:t>)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54353" y="5283104"/>
            <a:ext cx="7037324" cy="69596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Med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ansmisi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gu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akan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/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tipik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kanal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yang</a:t>
            </a:r>
            <a:endParaRPr sz="2400">
              <a:latin typeface="Arial"/>
              <a:cs typeface="Arial"/>
            </a:endParaRPr>
          </a:p>
          <a:p>
            <a:pPr marL="16916" marR="45720">
              <a:lnSpc>
                <a:spcPct val="95825"/>
              </a:lnSpc>
            </a:pP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gu</a:t>
            </a:r>
            <a:r>
              <a:rPr dirty="0" smtClean="0" sz="2400" spc="-1">
                <a:latin typeface="Arial"/>
                <a:cs typeface="Arial"/>
              </a:rPr>
              <a:t>n</a:t>
            </a:r>
            <a:r>
              <a:rPr dirty="0" smtClean="0" sz="2400" spc="-1">
                <a:latin typeface="Arial"/>
                <a:cs typeface="Arial"/>
              </a:rPr>
              <a:t>akan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23908" y="6471832"/>
            <a:ext cx="36736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79476" y="838200"/>
            <a:ext cx="8913876" cy="1524000"/>
          </a:xfrm>
          <a:prstGeom prst="rect">
            <a:avLst/>
          </a:prstGeom>
        </p:spPr>
        <p:txBody>
          <a:bodyPr wrap="square" lIns="0" tIns="58419" rIns="0" bIns="0" rtlCol="0">
            <a:noAutofit/>
          </a:bodyPr>
          <a:lstStyle/>
          <a:p>
            <a:pPr marL="91439" marR="528292">
              <a:lnSpc>
                <a:spcPct val="100041"/>
              </a:lnSpc>
            </a:pPr>
            <a:r>
              <a:rPr dirty="0" smtClean="0" sz="2800" spc="-4" b="1">
                <a:latin typeface="Arial"/>
                <a:cs typeface="Arial"/>
              </a:rPr>
              <a:t>Mo</a:t>
            </a:r>
            <a:r>
              <a:rPr dirty="0" smtClean="0" sz="2800" spc="-4" b="1">
                <a:latin typeface="Arial"/>
                <a:cs typeface="Arial"/>
              </a:rPr>
              <a:t>d</a:t>
            </a:r>
            <a:r>
              <a:rPr dirty="0" smtClean="0" sz="2800" spc="-4" b="1">
                <a:latin typeface="Arial"/>
                <a:cs typeface="Arial"/>
              </a:rPr>
              <a:t>ula</a:t>
            </a:r>
            <a:r>
              <a:rPr dirty="0" smtClean="0" sz="2800" spc="-4" b="1">
                <a:latin typeface="Arial"/>
                <a:cs typeface="Arial"/>
              </a:rPr>
              <a:t>s</a:t>
            </a:r>
            <a:r>
              <a:rPr dirty="0" smtClean="0" sz="2800" spc="-4" b="1">
                <a:latin typeface="Arial"/>
                <a:cs typeface="Arial"/>
              </a:rPr>
              <a:t>i</a:t>
            </a:r>
            <a:r>
              <a:rPr dirty="0" smtClean="0" sz="2800" spc="-4" b="1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ah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p</a:t>
            </a: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es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u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tuk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me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g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an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fo</a:t>
            </a: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ma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ri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u</a:t>
            </a:r>
            <a:r>
              <a:rPr dirty="0" smtClean="0" sz="2800" spc="-4">
                <a:latin typeface="Arial"/>
                <a:cs typeface="Arial"/>
              </a:rPr>
              <a:t>mb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p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am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b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nt</a:t>
            </a:r>
            <a:r>
              <a:rPr dirty="0" smtClean="0" sz="2800" spc="-4">
                <a:latin typeface="Arial"/>
                <a:cs typeface="Arial"/>
              </a:rPr>
              <a:t>u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yg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c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c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un</a:t>
            </a:r>
            <a:r>
              <a:rPr dirty="0" smtClean="0" sz="2800" spc="-4">
                <a:latin typeface="Arial"/>
                <a:cs typeface="Arial"/>
              </a:rPr>
              <a:t>t</a:t>
            </a:r>
            <a:r>
              <a:rPr dirty="0" smtClean="0" sz="2800" spc="-4">
                <a:latin typeface="Arial"/>
                <a:cs typeface="Arial"/>
              </a:rPr>
              <a:t>uk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tr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misi</a:t>
            </a:r>
            <a:endParaRPr sz="2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object 2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5940" y="801621"/>
            <a:ext cx="4012257" cy="532891"/>
          </a:xfrm>
          <a:prstGeom prst="rect">
            <a:avLst/>
          </a:prstGeom>
        </p:spPr>
        <p:txBody>
          <a:bodyPr wrap="square" lIns="0" tIns="26574" rIns="0" bIns="0" rtlCol="0">
            <a:noAutofit/>
          </a:bodyPr>
          <a:lstStyle/>
          <a:p>
            <a:pPr marL="12700">
              <a:lnSpc>
                <a:spcPts val="4185"/>
              </a:lnSpc>
            </a:pPr>
            <a:r>
              <a:rPr dirty="0" smtClean="0" sz="4000" spc="-27" b="1">
                <a:solidFill>
                  <a:srgbClr val="006600"/>
                </a:solidFill>
                <a:latin typeface="Arial"/>
                <a:cs typeface="Arial"/>
              </a:rPr>
              <a:t>T</a:t>
            </a:r>
            <a:r>
              <a:rPr dirty="0" smtClean="0" sz="4000" spc="-27" b="1">
                <a:solidFill>
                  <a:srgbClr val="006600"/>
                </a:solidFill>
                <a:latin typeface="Arial"/>
                <a:cs typeface="Arial"/>
              </a:rPr>
              <a:t>eknik</a:t>
            </a:r>
            <a:r>
              <a:rPr dirty="0" smtClean="0" sz="4000" spc="-27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27" b="1">
                <a:solidFill>
                  <a:srgbClr val="006600"/>
                </a:solidFill>
                <a:latin typeface="Arial"/>
                <a:cs typeface="Arial"/>
              </a:rPr>
              <a:t>Modulasi</a:t>
            </a:r>
            <a:endParaRPr sz="4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5940" y="1497051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79144" y="1497051"/>
            <a:ext cx="2839647" cy="87184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M</a:t>
            </a:r>
            <a:r>
              <a:rPr dirty="0" smtClean="0" sz="3200" spc="-4">
                <a:latin typeface="Arial"/>
                <a:cs typeface="Arial"/>
              </a:rPr>
              <a:t>o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u</a:t>
            </a:r>
            <a:r>
              <a:rPr dirty="0" smtClean="0" sz="3200" spc="-4">
                <a:latin typeface="Arial"/>
                <a:cs typeface="Arial"/>
              </a:rPr>
              <a:t>l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si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p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t</a:t>
            </a:r>
            <a:endParaRPr sz="3200">
              <a:latin typeface="Arial"/>
              <a:cs typeface="Arial"/>
            </a:endParaRPr>
          </a:p>
          <a:p>
            <a:pPr marL="12700" marR="61081">
              <a:lnSpc>
                <a:spcPts val="3460"/>
              </a:lnSpc>
              <a:spcBef>
                <a:spcPts val="4"/>
              </a:spcBef>
            </a:pPr>
            <a:r>
              <a:rPr dirty="0" smtClean="0" sz="3200">
                <a:latin typeface="Arial"/>
                <a:cs typeface="Arial"/>
              </a:rPr>
              <a:t>kan:</a:t>
            </a:r>
            <a:endParaRPr sz="32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743072" y="1497051"/>
            <a:ext cx="1804105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i</a:t>
            </a:r>
            <a:r>
              <a:rPr dirty="0" smtClean="0" sz="3200" spc="-2">
                <a:latin typeface="Arial"/>
                <a:cs typeface="Arial"/>
              </a:rPr>
              <a:t>l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kukan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570643" y="1497051"/>
            <a:ext cx="144168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e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g</a:t>
            </a:r>
            <a:r>
              <a:rPr dirty="0" smtClean="0" sz="3200" spc="-4"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37423" y="1497051"/>
            <a:ext cx="2434831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-vari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si-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80668" y="2460162"/>
            <a:ext cx="276094" cy="1319530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solidFill>
                  <a:srgbClr val="FF0000"/>
                </a:solidFill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326"/>
              </a:spcBef>
            </a:pPr>
            <a:r>
              <a:rPr dirty="0" smtClean="0" sz="2800">
                <a:solidFill>
                  <a:srgbClr val="FF0000"/>
                </a:solidFill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75"/>
              </a:spcBef>
            </a:pPr>
            <a:r>
              <a:rPr dirty="0" smtClean="0" sz="2800">
                <a:solidFill>
                  <a:srgbClr val="FF0000"/>
                </a:solidFill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76324" y="2460162"/>
            <a:ext cx="2215607" cy="178892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43180" marR="53263">
              <a:lnSpc>
                <a:spcPts val="2960"/>
              </a:lnSpc>
            </a:pPr>
            <a:r>
              <a:rPr dirty="0" smtClean="0" sz="2800" spc="1">
                <a:solidFill>
                  <a:srgbClr val="FF0000"/>
                </a:solidFill>
                <a:latin typeface="Arial"/>
                <a:cs typeface="Arial"/>
              </a:rPr>
              <a:t>Ampli</a:t>
            </a:r>
            <a:r>
              <a:rPr dirty="0" smtClean="0" sz="2800" spc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800" spc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mtClean="0" sz="2800" spc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mtClean="0" sz="2800" spc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  <a:p>
            <a:pPr marL="43180" marR="53263">
              <a:lnSpc>
                <a:spcPct val="95825"/>
              </a:lnSpc>
              <a:spcBef>
                <a:spcPts val="326"/>
              </a:spcBef>
            </a:pPr>
            <a:r>
              <a:rPr dirty="0" smtClean="0" sz="2800" spc="-4">
                <a:solidFill>
                  <a:srgbClr val="FF0000"/>
                </a:solidFill>
                <a:latin typeface="Arial"/>
                <a:cs typeface="Arial"/>
              </a:rPr>
              <a:t>Pha</a:t>
            </a:r>
            <a:r>
              <a:rPr dirty="0" smtClean="0" sz="2800" spc="-4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2800" spc="-4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,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tau</a:t>
            </a:r>
            <a:endParaRPr sz="2800">
              <a:latin typeface="Arial"/>
              <a:cs typeface="Arial"/>
            </a:endParaRPr>
          </a:p>
          <a:p>
            <a:pPr marL="43180" marR="53263">
              <a:lnSpc>
                <a:spcPct val="95825"/>
              </a:lnSpc>
              <a:spcBef>
                <a:spcPts val="475"/>
              </a:spcBef>
            </a:pP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Fre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2800" spc="3">
                <a:solidFill>
                  <a:srgbClr val="FF0000"/>
                </a:solidFill>
                <a:latin typeface="Arial"/>
                <a:cs typeface="Arial"/>
              </a:rPr>
              <a:t>i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75"/>
              </a:spcBef>
            </a:pPr>
            <a:r>
              <a:rPr dirty="0" smtClean="0" sz="2800" spc="0">
                <a:latin typeface="Arial"/>
                <a:cs typeface="Arial"/>
              </a:rPr>
              <a:t>d</a:t>
            </a:r>
            <a:r>
              <a:rPr dirty="0" smtClean="0" sz="2800" spc="0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ri</a:t>
            </a:r>
            <a:r>
              <a:rPr dirty="0" smtClean="0" sz="2800" spc="0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fr</a:t>
            </a:r>
            <a:r>
              <a:rPr dirty="0" smtClean="0" sz="2800" spc="0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k</a:t>
            </a:r>
            <a:r>
              <a:rPr dirty="0" smtClean="0" sz="2800" spc="0">
                <a:latin typeface="Arial"/>
                <a:cs typeface="Arial"/>
              </a:rPr>
              <a:t>u</a:t>
            </a:r>
            <a:r>
              <a:rPr dirty="0" smtClean="0" sz="2800" spc="0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n</a:t>
            </a:r>
            <a:r>
              <a:rPr dirty="0" smtClean="0" sz="2800" spc="0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12694" y="3868592"/>
            <a:ext cx="5725691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7">
                <a:latin typeface="Arial"/>
                <a:cs typeface="Arial"/>
              </a:rPr>
              <a:t>c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r</a:t>
            </a:r>
            <a:r>
              <a:rPr dirty="0" smtClean="0" sz="2800" spc="-7">
                <a:latin typeface="Arial"/>
                <a:cs typeface="Arial"/>
              </a:rPr>
              <a:t>ri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r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‘</a:t>
            </a:r>
            <a:r>
              <a:rPr dirty="0" smtClean="0" sz="2800" spc="-7">
                <a:latin typeface="Arial"/>
                <a:cs typeface="Arial"/>
              </a:rPr>
              <a:t>b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r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i</a:t>
            </a:r>
            <a:r>
              <a:rPr dirty="0" smtClean="0" sz="2800" spc="-7">
                <a:latin typeface="Arial"/>
                <a:cs typeface="Arial"/>
              </a:rPr>
              <a:t>ta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’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g</a:t>
            </a:r>
            <a:r>
              <a:rPr dirty="0" smtClean="0" sz="2800" spc="-7">
                <a:latin typeface="Arial"/>
                <a:cs typeface="Arial"/>
              </a:rPr>
              <a:t>an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am</a:t>
            </a:r>
            <a:r>
              <a:rPr dirty="0" smtClean="0" sz="2800" spc="-7">
                <a:latin typeface="Arial"/>
                <a:cs typeface="Arial"/>
              </a:rPr>
              <a:t>p</a:t>
            </a:r>
            <a:r>
              <a:rPr dirty="0" smtClean="0" sz="2800" spc="-7">
                <a:latin typeface="Arial"/>
                <a:cs typeface="Arial"/>
              </a:rPr>
              <a:t>li</a:t>
            </a:r>
            <a:r>
              <a:rPr dirty="0" smtClean="0" sz="2800" spc="-7">
                <a:latin typeface="Arial"/>
                <a:cs typeface="Arial"/>
              </a:rPr>
              <a:t>t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06804" y="4252640"/>
            <a:ext cx="2628579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>
                <a:latin typeface="Arial"/>
                <a:cs typeface="Arial"/>
              </a:rPr>
              <a:t>s</a:t>
            </a:r>
            <a:r>
              <a:rPr dirty="0" smtClean="0" sz="2800" spc="-1">
                <a:latin typeface="Arial"/>
                <a:cs typeface="Arial"/>
              </a:rPr>
              <a:t>i</a:t>
            </a:r>
            <a:r>
              <a:rPr dirty="0" smtClean="0" sz="2800" spc="-1">
                <a:latin typeface="Arial"/>
                <a:cs typeface="Arial"/>
              </a:rPr>
              <a:t>n</a:t>
            </a:r>
            <a:r>
              <a:rPr dirty="0" smtClean="0" sz="2800" spc="-1">
                <a:latin typeface="Arial"/>
                <a:cs typeface="Arial"/>
              </a:rPr>
              <a:t>y</a:t>
            </a:r>
            <a:r>
              <a:rPr dirty="0" smtClean="0" sz="2800" spc="-1">
                <a:latin typeface="Arial"/>
                <a:cs typeface="Arial"/>
              </a:rPr>
              <a:t>al</a:t>
            </a:r>
            <a:r>
              <a:rPr dirty="0" smtClean="0" sz="2800" spc="-1">
                <a:latin typeface="Arial"/>
                <a:cs typeface="Arial"/>
              </a:rPr>
              <a:t> </a:t>
            </a:r>
            <a:r>
              <a:rPr dirty="0" smtClean="0" sz="2800" spc="-1">
                <a:latin typeface="Arial"/>
                <a:cs typeface="Arial"/>
              </a:rPr>
              <a:t>i</a:t>
            </a:r>
            <a:r>
              <a:rPr dirty="0" smtClean="0" sz="2800" spc="-1">
                <a:latin typeface="Arial"/>
                <a:cs typeface="Arial"/>
              </a:rPr>
              <a:t>n</a:t>
            </a:r>
            <a:r>
              <a:rPr dirty="0" smtClean="0" sz="2800" spc="-1">
                <a:latin typeface="Arial"/>
                <a:cs typeface="Arial"/>
              </a:rPr>
              <a:t>fo</a:t>
            </a:r>
            <a:r>
              <a:rPr dirty="0" smtClean="0" sz="2800" spc="-1">
                <a:latin typeface="Arial"/>
                <a:cs typeface="Arial"/>
              </a:rPr>
              <a:t>r</a:t>
            </a:r>
            <a:r>
              <a:rPr dirty="0" smtClean="0" sz="2800" spc="-1">
                <a:latin typeface="Arial"/>
                <a:cs typeface="Arial"/>
              </a:rPr>
              <a:t>ma</a:t>
            </a:r>
            <a:r>
              <a:rPr dirty="0" smtClean="0" sz="2800" spc="-1">
                <a:latin typeface="Arial"/>
                <a:cs typeface="Arial"/>
              </a:rPr>
              <a:t>s</a:t>
            </a:r>
            <a:r>
              <a:rPr dirty="0" smtClean="0" sz="2800" spc="-1">
                <a:latin typeface="Arial"/>
                <a:cs typeface="Arial"/>
              </a:rPr>
              <a:t>i.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35940" y="4734662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9144" y="4734662"/>
            <a:ext cx="2389677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>
                <a:latin typeface="Arial"/>
                <a:cs typeface="Arial"/>
              </a:rPr>
              <a:t>De</a:t>
            </a:r>
            <a:r>
              <a:rPr dirty="0" smtClean="0" sz="3200" spc="-4" b="1">
                <a:latin typeface="Arial"/>
                <a:cs typeface="Arial"/>
              </a:rPr>
              <a:t>m</a:t>
            </a:r>
            <a:r>
              <a:rPr dirty="0" smtClean="0" sz="3200" spc="-4" b="1">
                <a:latin typeface="Arial"/>
                <a:cs typeface="Arial"/>
              </a:rPr>
              <a:t>odu</a:t>
            </a:r>
            <a:r>
              <a:rPr dirty="0" smtClean="0" sz="3200" spc="-4" b="1">
                <a:latin typeface="Arial"/>
                <a:cs typeface="Arial"/>
              </a:rPr>
              <a:t>l</a:t>
            </a:r>
            <a:r>
              <a:rPr dirty="0" smtClean="0" sz="3200" spc="-4" b="1">
                <a:latin typeface="Arial"/>
                <a:cs typeface="Arial"/>
              </a:rPr>
              <a:t>a</a:t>
            </a:r>
            <a:r>
              <a:rPr dirty="0" smtClean="0" sz="3200" spc="-4" b="1">
                <a:latin typeface="Arial"/>
                <a:cs typeface="Arial"/>
              </a:rPr>
              <a:t>s</a:t>
            </a:r>
            <a:r>
              <a:rPr dirty="0" smtClean="0" sz="3200" spc="-4" b="1">
                <a:latin typeface="Arial"/>
                <a:cs typeface="Arial"/>
              </a:rPr>
              <a:t>i</a:t>
            </a:r>
            <a:endParaRPr sz="3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04742" y="4734662"/>
            <a:ext cx="5410668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ah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rasi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i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versi: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g</a:t>
            </a:r>
            <a:r>
              <a:rPr dirty="0" smtClean="0" sz="3200" spc="-3">
                <a:latin typeface="Arial"/>
                <a:cs typeface="Arial"/>
              </a:rPr>
              <a:t>-</a:t>
            </a:r>
            <a:endParaRPr sz="3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9144" y="5174202"/>
            <a:ext cx="7458063" cy="432308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i="1" u="heavy">
                <a:latin typeface="Arial"/>
                <a:cs typeface="Arial"/>
              </a:rPr>
              <a:t>ekstrak</a:t>
            </a:r>
            <a:r>
              <a:rPr dirty="0" smtClean="0" sz="3200" spc="-4" i="1" u="heavy">
                <a:latin typeface="Arial"/>
                <a:cs typeface="Arial"/>
              </a:rPr>
              <a:t> </a:t>
            </a:r>
            <a:r>
              <a:rPr dirty="0" smtClean="0" sz="3200" spc="-4" i="1" u="heavy">
                <a:latin typeface="Arial"/>
                <a:cs typeface="Arial"/>
              </a:rPr>
              <a:t>p</a:t>
            </a:r>
            <a:r>
              <a:rPr dirty="0" smtClean="0" sz="3200" spc="-4" i="1" u="heavy">
                <a:latin typeface="Arial"/>
                <a:cs typeface="Arial"/>
              </a:rPr>
              <a:t>e</a:t>
            </a:r>
            <a:r>
              <a:rPr dirty="0" smtClean="0" sz="3200" spc="-4" i="1" u="heavy">
                <a:latin typeface="Arial"/>
                <a:cs typeface="Arial"/>
              </a:rPr>
              <a:t>san</a:t>
            </a:r>
            <a:r>
              <a:rPr dirty="0" smtClean="0" sz="3200" spc="-4" i="1" u="heavy">
                <a:latin typeface="Arial"/>
                <a:cs typeface="Arial"/>
              </a:rPr>
              <a:t> </a:t>
            </a:r>
            <a:r>
              <a:rPr dirty="0" smtClean="0" sz="3200" spc="-4" i="1" u="heavy">
                <a:latin typeface="Arial"/>
                <a:cs typeface="Arial"/>
              </a:rPr>
              <a:t>b</a:t>
            </a:r>
            <a:r>
              <a:rPr dirty="0" smtClean="0" sz="3200" spc="-4" i="1" u="heavy">
                <a:latin typeface="Arial"/>
                <a:cs typeface="Arial"/>
              </a:rPr>
              <a:t>a</a:t>
            </a:r>
            <a:r>
              <a:rPr dirty="0" smtClean="0" sz="3200" spc="-4" i="1" u="heavy">
                <a:latin typeface="Arial"/>
                <a:cs typeface="Arial"/>
              </a:rPr>
              <a:t>seb</a:t>
            </a:r>
            <a:r>
              <a:rPr dirty="0" smtClean="0" sz="3200" spc="-4" i="1" u="heavy">
                <a:latin typeface="Arial"/>
                <a:cs typeface="Arial"/>
              </a:rPr>
              <a:t>a</a:t>
            </a:r>
            <a:r>
              <a:rPr dirty="0" smtClean="0" sz="3200" spc="-4" i="1" u="heavy">
                <a:latin typeface="Arial"/>
                <a:cs typeface="Arial"/>
              </a:rPr>
              <a:t>nd</a:t>
            </a:r>
            <a:r>
              <a:rPr dirty="0" smtClean="0" sz="3200" spc="-4" i="1" u="heavy">
                <a:latin typeface="Arial"/>
                <a:cs typeface="Arial"/>
              </a:rPr>
              <a:t> </a:t>
            </a:r>
            <a:r>
              <a:rPr dirty="0" smtClean="0" sz="3200" spc="-4" i="1" u="heavy">
                <a:latin typeface="Arial"/>
                <a:cs typeface="Arial"/>
              </a:rPr>
              <a:t>d</a:t>
            </a:r>
            <a:r>
              <a:rPr dirty="0" smtClean="0" sz="3200" spc="-4" i="1" u="heavy">
                <a:latin typeface="Arial"/>
                <a:cs typeface="Arial"/>
              </a:rPr>
              <a:t>a</a:t>
            </a:r>
            <a:r>
              <a:rPr dirty="0" smtClean="0" sz="3200" spc="-4" i="1" u="heavy">
                <a:latin typeface="Arial"/>
                <a:cs typeface="Arial"/>
              </a:rPr>
              <a:t>ri</a:t>
            </a:r>
            <a:r>
              <a:rPr dirty="0" smtClean="0" sz="3200" spc="-4" i="1" u="heavy">
                <a:latin typeface="Arial"/>
                <a:cs typeface="Arial"/>
              </a:rPr>
              <a:t> </a:t>
            </a:r>
            <a:r>
              <a:rPr dirty="0" smtClean="0" sz="3200" spc="-4" i="1" u="heavy">
                <a:latin typeface="Arial"/>
                <a:cs typeface="Arial"/>
              </a:rPr>
              <a:t>carri</a:t>
            </a:r>
            <a:r>
              <a:rPr dirty="0" smtClean="0" sz="3200" spc="-4" i="1" u="heavy">
                <a:latin typeface="Arial"/>
                <a:cs typeface="Arial"/>
              </a:rPr>
              <a:t>e</a:t>
            </a:r>
            <a:r>
              <a:rPr dirty="0" smtClean="0" sz="3200" spc="-4" i="1" u="heavy">
                <a:latin typeface="Arial"/>
                <a:cs typeface="Arial"/>
              </a:rPr>
              <a:t>r</a:t>
            </a:r>
            <a:r>
              <a:rPr dirty="0" smtClean="0" sz="3200" spc="-4" i="1" u="heavy">
                <a:latin typeface="Arial"/>
                <a:cs typeface="Arial"/>
              </a:rPr>
              <a:t>-</a:t>
            </a:r>
            <a:r>
              <a:rPr dirty="0" smtClean="0" sz="3200" spc="-4" i="1" u="heavy">
                <a:latin typeface="Arial"/>
                <a:cs typeface="Arial"/>
              </a:rPr>
              <a:t>ny</a:t>
            </a:r>
            <a:r>
              <a:rPr dirty="0" smtClean="0" sz="3200" spc="-4" i="1" u="heavy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,</a:t>
            </a:r>
            <a:endParaRPr sz="3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79144" y="5613063"/>
            <a:ext cx="841177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sed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miki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g</a:t>
            </a:r>
            <a:r>
              <a:rPr dirty="0" smtClean="0" sz="3200" spc="-3">
                <a:latin typeface="Arial"/>
                <a:cs typeface="Arial"/>
              </a:rPr>
              <a:t>ar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t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ipr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ses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da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rece</a:t>
            </a:r>
            <a:r>
              <a:rPr dirty="0" smtClean="0" sz="3200" spc="-3">
                <a:latin typeface="Arial"/>
                <a:cs typeface="Arial"/>
              </a:rPr>
              <a:t>i</a:t>
            </a:r>
            <a:r>
              <a:rPr dirty="0" smtClean="0" sz="3200" spc="-3">
                <a:latin typeface="Arial"/>
                <a:cs typeface="Arial"/>
              </a:rPr>
              <a:t>ver</a:t>
            </a:r>
            <a:endParaRPr sz="3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72676" y="6471832"/>
            <a:ext cx="31903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03309" y="5376926"/>
            <a:ext cx="10905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419557" y="5376926"/>
            <a:ext cx="11067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314934" y="5376926"/>
            <a:ext cx="10986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101894" y="5376926"/>
            <a:ext cx="11312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8740" y="159169"/>
            <a:ext cx="452020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H.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Mod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lator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mo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2016" y="955531"/>
            <a:ext cx="5731255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Analog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/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Digital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Modulation</a:t>
            </a:r>
            <a:endParaRPr sz="3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5940" y="16982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9144" y="1698219"/>
            <a:ext cx="6263423" cy="2469253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 marR="61335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An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l</a:t>
            </a:r>
            <a:r>
              <a:rPr dirty="0" smtClean="0" sz="3200" spc="-4">
                <a:latin typeface="Arial"/>
                <a:cs typeface="Arial"/>
              </a:rPr>
              <a:t>o</a:t>
            </a:r>
            <a:r>
              <a:rPr dirty="0" smtClean="0" sz="3200" spc="-4">
                <a:latin typeface="Arial"/>
                <a:cs typeface="Arial"/>
              </a:rPr>
              <a:t>g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M</a:t>
            </a:r>
            <a:r>
              <a:rPr dirty="0" smtClean="0" sz="3200" spc="-4">
                <a:latin typeface="Arial"/>
                <a:cs typeface="Arial"/>
              </a:rPr>
              <a:t>o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u</a:t>
            </a:r>
            <a:r>
              <a:rPr dirty="0" smtClean="0" sz="3200" spc="-4">
                <a:latin typeface="Arial"/>
                <a:cs typeface="Arial"/>
              </a:rPr>
              <a:t>l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ti</a:t>
            </a:r>
            <a:r>
              <a:rPr dirty="0" smtClean="0" sz="3200" spc="-4">
                <a:latin typeface="Arial"/>
                <a:cs typeface="Arial"/>
              </a:rPr>
              <a:t>o</a:t>
            </a:r>
            <a:r>
              <a:rPr dirty="0" smtClean="0" sz="3200" spc="-4">
                <a:latin typeface="Arial"/>
                <a:cs typeface="Arial"/>
              </a:rPr>
              <a:t>n</a:t>
            </a:r>
            <a:endParaRPr sz="3200">
              <a:latin typeface="Arial"/>
              <a:cs typeface="Arial"/>
            </a:endParaRPr>
          </a:p>
          <a:p>
            <a:pPr marL="127000" marR="61335">
              <a:lnSpc>
                <a:spcPct val="95825"/>
              </a:lnSpc>
              <a:spcBef>
                <a:spcPts val="657"/>
              </a:spcBef>
            </a:pPr>
            <a:r>
              <a:rPr dirty="0" smtClean="0" sz="2800" spc="-8">
                <a:latin typeface="Arial"/>
                <a:cs typeface="Arial"/>
              </a:rPr>
              <a:t>–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In</a:t>
            </a:r>
            <a:r>
              <a:rPr dirty="0" smtClean="0" sz="2800" spc="-8">
                <a:latin typeface="Arial"/>
                <a:cs typeface="Arial"/>
              </a:rPr>
              <a:t>p</a:t>
            </a:r>
            <a:r>
              <a:rPr dirty="0" smtClean="0" sz="2800" spc="-8">
                <a:latin typeface="Arial"/>
                <a:cs typeface="Arial"/>
              </a:rPr>
              <a:t>ut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d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l</a:t>
            </a:r>
            <a:r>
              <a:rPr dirty="0" smtClean="0" sz="2800" spc="-8">
                <a:latin typeface="Arial"/>
                <a:cs typeface="Arial"/>
              </a:rPr>
              <a:t>ah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s</a:t>
            </a:r>
            <a:r>
              <a:rPr dirty="0" smtClean="0" sz="2800" spc="-8">
                <a:latin typeface="Arial"/>
                <a:cs typeface="Arial"/>
              </a:rPr>
              <a:t>i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y</a:t>
            </a:r>
            <a:r>
              <a:rPr dirty="0" smtClean="0" sz="2800" spc="-8">
                <a:latin typeface="Arial"/>
                <a:cs typeface="Arial"/>
              </a:rPr>
              <a:t>al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k</a:t>
            </a:r>
            <a:r>
              <a:rPr dirty="0" smtClean="0" sz="2800" spc="-8">
                <a:latin typeface="Arial"/>
                <a:cs typeface="Arial"/>
              </a:rPr>
              <a:t>o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ti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yu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l</a:t>
            </a:r>
            <a:r>
              <a:rPr dirty="0" smtClean="0" sz="2800" spc="-8">
                <a:latin typeface="Arial"/>
                <a:cs typeface="Arial"/>
              </a:rPr>
              <a:t>og</a:t>
            </a:r>
            <a:endParaRPr sz="2800">
              <a:latin typeface="Arial"/>
              <a:cs typeface="Arial"/>
            </a:endParaRPr>
          </a:p>
          <a:p>
            <a:pPr marL="127000">
              <a:lnSpc>
                <a:spcPct val="95825"/>
              </a:lnSpc>
              <a:spcBef>
                <a:spcPts val="812"/>
              </a:spcBef>
            </a:pPr>
            <a:r>
              <a:rPr dirty="0" smtClean="0" sz="2800" spc="-7">
                <a:latin typeface="Arial"/>
                <a:cs typeface="Arial"/>
              </a:rPr>
              <a:t>–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Dig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l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m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i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t</a:t>
            </a:r>
            <a:r>
              <a:rPr dirty="0" smtClean="0" sz="2800" spc="-7">
                <a:latin typeface="Arial"/>
                <a:cs typeface="Arial"/>
              </a:rPr>
              <a:t>em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om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i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  <a:p>
            <a:pPr marL="413461" marR="61335">
              <a:lnSpc>
                <a:spcPct val="95825"/>
              </a:lnSpc>
              <a:spcBef>
                <a:spcPts val="140"/>
              </a:spcBef>
            </a:pPr>
            <a:r>
              <a:rPr dirty="0" smtClean="0" sz="2800" spc="-9">
                <a:latin typeface="Arial"/>
                <a:cs typeface="Arial"/>
              </a:rPr>
              <a:t>generas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perta</a:t>
            </a:r>
            <a:r>
              <a:rPr dirty="0" smtClean="0" sz="2800" spc="-9">
                <a:latin typeface="Arial"/>
                <a:cs typeface="Arial"/>
              </a:rPr>
              <a:t>m</a:t>
            </a:r>
            <a:r>
              <a:rPr dirty="0" smtClean="0" sz="2800" spc="-9">
                <a:latin typeface="Arial"/>
                <a:cs typeface="Arial"/>
              </a:rPr>
              <a:t>a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sp</a:t>
            </a:r>
            <a:r>
              <a:rPr dirty="0" smtClean="0" sz="2800" spc="-9">
                <a:latin typeface="Arial"/>
                <a:cs typeface="Arial"/>
              </a:rPr>
              <a:t>t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A</a:t>
            </a:r>
            <a:r>
              <a:rPr dirty="0" smtClean="0" sz="2800" spc="-9">
                <a:latin typeface="Arial"/>
                <a:cs typeface="Arial"/>
              </a:rPr>
              <a:t>M</a:t>
            </a:r>
            <a:r>
              <a:rPr dirty="0" smtClean="0" sz="2800" spc="-9">
                <a:latin typeface="Arial"/>
                <a:cs typeface="Arial"/>
              </a:rPr>
              <a:t>P</a:t>
            </a:r>
            <a:r>
              <a:rPr dirty="0" smtClean="0" sz="2800" spc="-9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d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U</a:t>
            </a:r>
            <a:r>
              <a:rPr dirty="0" smtClean="0" sz="2800" spc="-9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A</a:t>
            </a:r>
            <a:r>
              <a:rPr dirty="0" smtClean="0" sz="2800" spc="-9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  <a:p>
            <a:pPr marL="12700" marR="61335">
              <a:lnSpc>
                <a:spcPct val="95825"/>
              </a:lnSpc>
              <a:spcBef>
                <a:spcPts val="919"/>
              </a:spcBef>
            </a:pPr>
            <a:r>
              <a:rPr dirty="0" smtClean="0" sz="3200" spc="-2">
                <a:latin typeface="Arial"/>
                <a:cs typeface="Arial"/>
              </a:rPr>
              <a:t>Digi</a:t>
            </a:r>
            <a:r>
              <a:rPr dirty="0" smtClean="0" sz="3200" spc="-2">
                <a:latin typeface="Arial"/>
                <a:cs typeface="Arial"/>
              </a:rPr>
              <a:t>t</a:t>
            </a:r>
            <a:r>
              <a:rPr dirty="0" smtClean="0" sz="3200" spc="-2">
                <a:latin typeface="Arial"/>
                <a:cs typeface="Arial"/>
              </a:rPr>
              <a:t>al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M</a:t>
            </a:r>
            <a:r>
              <a:rPr dirty="0" smtClean="0" sz="3200" spc="-2">
                <a:latin typeface="Arial"/>
                <a:cs typeface="Arial"/>
              </a:rPr>
              <a:t>o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u</a:t>
            </a:r>
            <a:r>
              <a:rPr dirty="0" smtClean="0" sz="3200" spc="-2">
                <a:latin typeface="Arial"/>
                <a:cs typeface="Arial"/>
              </a:rPr>
              <a:t>la</a:t>
            </a:r>
            <a:r>
              <a:rPr dirty="0" smtClean="0" sz="3200" spc="-2">
                <a:latin typeface="Arial"/>
                <a:cs typeface="Arial"/>
              </a:rPr>
              <a:t>t</a:t>
            </a:r>
            <a:r>
              <a:rPr dirty="0" smtClean="0" sz="3200" spc="-2">
                <a:latin typeface="Arial"/>
                <a:cs typeface="Arial"/>
              </a:rPr>
              <a:t>ion</a:t>
            </a:r>
            <a:endParaRPr sz="3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55258" y="2777154"/>
            <a:ext cx="148340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b</a:t>
            </a:r>
            <a:r>
              <a:rPr dirty="0" smtClean="0" sz="2800" spc="3">
                <a:latin typeface="Arial"/>
                <a:cs typeface="Arial"/>
              </a:rPr>
              <a:t>e</a:t>
            </a:r>
            <a:r>
              <a:rPr dirty="0" smtClean="0" sz="2800" spc="3">
                <a:latin typeface="Arial"/>
                <a:cs typeface="Arial"/>
              </a:rPr>
              <a:t>r</a:t>
            </a:r>
            <a:r>
              <a:rPr dirty="0" smtClean="0" sz="2800" spc="3">
                <a:latin typeface="Arial"/>
                <a:cs typeface="Arial"/>
              </a:rPr>
              <a:t>g</a:t>
            </a:r>
            <a:r>
              <a:rPr dirty="0" smtClean="0" sz="2800" spc="3">
                <a:latin typeface="Arial"/>
                <a:cs typeface="Arial"/>
              </a:rPr>
              <a:t>e</a:t>
            </a:r>
            <a:r>
              <a:rPr dirty="0" smtClean="0" sz="2800" spc="3">
                <a:latin typeface="Arial"/>
                <a:cs typeface="Arial"/>
              </a:rPr>
              <a:t>r</a:t>
            </a:r>
            <a:r>
              <a:rPr dirty="0" smtClean="0" sz="2800" spc="3">
                <a:latin typeface="Arial"/>
                <a:cs typeface="Arial"/>
              </a:rPr>
              <a:t>ak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5940" y="3735165"/>
            <a:ext cx="228854" cy="432308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93444" y="4301408"/>
            <a:ext cx="276310" cy="89261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215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64"/>
              </a:spcBef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79906" y="4301408"/>
            <a:ext cx="7242289" cy="1319657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>
                <a:latin typeface="Arial"/>
                <a:cs typeface="Arial"/>
              </a:rPr>
              <a:t>In</a:t>
            </a:r>
            <a:r>
              <a:rPr dirty="0" smtClean="0" sz="2800" spc="-6">
                <a:latin typeface="Arial"/>
                <a:cs typeface="Arial"/>
              </a:rPr>
              <a:t>p</a:t>
            </a:r>
            <a:r>
              <a:rPr dirty="0" smtClean="0" sz="2800" spc="-6">
                <a:latin typeface="Arial"/>
                <a:cs typeface="Arial"/>
              </a:rPr>
              <a:t>ut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d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ah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d</a:t>
            </a:r>
            <a:r>
              <a:rPr dirty="0" smtClean="0" sz="2800" spc="-6">
                <a:latin typeface="Arial"/>
                <a:cs typeface="Arial"/>
              </a:rPr>
              <a:t>e</a:t>
            </a:r>
            <a:r>
              <a:rPr dirty="0" smtClean="0" sz="2800" spc="-6">
                <a:latin typeface="Arial"/>
                <a:cs typeface="Arial"/>
              </a:rPr>
              <a:t>r</a:t>
            </a:r>
            <a:r>
              <a:rPr dirty="0" smtClean="0" sz="2800" spc="-6">
                <a:latin typeface="Arial"/>
                <a:cs typeface="Arial"/>
              </a:rPr>
              <a:t>e</a:t>
            </a:r>
            <a:r>
              <a:rPr dirty="0" smtClean="0" sz="2800" spc="-6">
                <a:latin typeface="Arial"/>
                <a:cs typeface="Arial"/>
              </a:rPr>
              <a:t>tan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wa</a:t>
            </a:r>
            <a:r>
              <a:rPr dirty="0" smtClean="0" sz="2800" spc="-6">
                <a:latin typeface="Arial"/>
                <a:cs typeface="Arial"/>
              </a:rPr>
              <a:t>k</a:t>
            </a:r>
            <a:r>
              <a:rPr dirty="0" smtClean="0" sz="2800" spc="-6">
                <a:latin typeface="Arial"/>
                <a:cs typeface="Arial"/>
              </a:rPr>
              <a:t>tu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mb</a:t>
            </a:r>
            <a:r>
              <a:rPr dirty="0" smtClean="0" sz="2800" spc="-6">
                <a:latin typeface="Arial"/>
                <a:cs typeface="Arial"/>
              </a:rPr>
              <a:t>o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d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p</a:t>
            </a:r>
            <a:r>
              <a:rPr dirty="0" smtClean="0" sz="2800" spc="-6">
                <a:latin typeface="Arial"/>
                <a:cs typeface="Arial"/>
              </a:rPr>
              <a:t>u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  <a:p>
            <a:pPr marL="12700" marR="53263">
              <a:lnSpc>
                <a:spcPct val="95825"/>
              </a:lnSpc>
              <a:spcBef>
                <a:spcPts val="664"/>
              </a:spcBef>
            </a:pPr>
            <a:r>
              <a:rPr dirty="0" smtClean="0" sz="2800" spc="-7">
                <a:latin typeface="Arial"/>
                <a:cs typeface="Arial"/>
              </a:rPr>
              <a:t>Digu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an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pa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ge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er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si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si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o</a:t>
            </a:r>
            <a:r>
              <a:rPr dirty="0" smtClean="0" sz="2800" spc="-7">
                <a:latin typeface="Arial"/>
                <a:cs typeface="Arial"/>
              </a:rPr>
              <a:t>mber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at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i</a:t>
            </a:r>
            <a:r>
              <a:rPr dirty="0" smtClean="0" sz="2800" spc="-7">
                <a:latin typeface="Arial"/>
                <a:cs typeface="Arial"/>
              </a:rPr>
              <a:t>ni</a:t>
            </a:r>
            <a:endParaRPr sz="2800">
              <a:latin typeface="Arial"/>
              <a:cs typeface="Arial"/>
            </a:endParaRPr>
          </a:p>
          <a:p>
            <a:pPr marL="12700" marR="53263">
              <a:lnSpc>
                <a:spcPct val="95825"/>
              </a:lnSpc>
              <a:spcBef>
                <a:spcPts val="140"/>
              </a:spcBef>
            </a:pPr>
            <a:r>
              <a:rPr dirty="0" smtClean="0" sz="2800" spc="-3">
                <a:latin typeface="Arial"/>
                <a:cs typeface="Arial"/>
              </a:rPr>
              <a:t>d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n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n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d</a:t>
            </a:r>
            <a:r>
              <a:rPr dirty="0" smtClean="0" sz="2800" spc="-3">
                <a:latin typeface="Arial"/>
                <a:cs typeface="Arial"/>
              </a:rPr>
              <a:t>at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ng</a:t>
            </a:r>
            <a:endParaRPr sz="2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5028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42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5940" y="858828"/>
            <a:ext cx="1353361" cy="585012"/>
          </a:xfrm>
          <a:prstGeom prst="rect">
            <a:avLst/>
          </a:prstGeom>
        </p:spPr>
        <p:txBody>
          <a:bodyPr wrap="square" lIns="0" tIns="29241" rIns="0" bIns="0" rtlCol="0">
            <a:noAutofit/>
          </a:bodyPr>
          <a:lstStyle/>
          <a:p>
            <a:pPr marL="12700">
              <a:lnSpc>
                <a:spcPts val="4605"/>
              </a:lnSpc>
            </a:pPr>
            <a:r>
              <a:rPr dirty="0" smtClean="0" sz="4400" b="1">
                <a:solidFill>
                  <a:srgbClr val="006600"/>
                </a:solidFill>
                <a:latin typeface="Arial"/>
                <a:cs typeface="Arial"/>
              </a:rPr>
              <a:t>Goal</a:t>
            </a:r>
            <a:endParaRPr sz="4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935531" y="858828"/>
            <a:ext cx="1135671" cy="585012"/>
          </a:xfrm>
          <a:prstGeom prst="rect">
            <a:avLst/>
          </a:prstGeom>
        </p:spPr>
        <p:txBody>
          <a:bodyPr wrap="square" lIns="0" tIns="29241" rIns="0" bIns="0" rtlCol="0">
            <a:noAutofit/>
          </a:bodyPr>
          <a:lstStyle/>
          <a:p>
            <a:pPr marL="12700">
              <a:lnSpc>
                <a:spcPts val="4605"/>
              </a:lnSpc>
            </a:pPr>
            <a:r>
              <a:rPr dirty="0" smtClean="0" sz="4400" b="1">
                <a:solidFill>
                  <a:srgbClr val="006600"/>
                </a:solidFill>
                <a:latin typeface="Arial"/>
                <a:cs typeface="Arial"/>
              </a:rPr>
              <a:t>dari</a:t>
            </a:r>
            <a:endParaRPr sz="4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17433" y="858828"/>
            <a:ext cx="2566042" cy="585012"/>
          </a:xfrm>
          <a:prstGeom prst="rect">
            <a:avLst/>
          </a:prstGeom>
        </p:spPr>
        <p:txBody>
          <a:bodyPr wrap="square" lIns="0" tIns="29241" rIns="0" bIns="0" rtlCol="0">
            <a:noAutofit/>
          </a:bodyPr>
          <a:lstStyle/>
          <a:p>
            <a:pPr marL="12700">
              <a:lnSpc>
                <a:spcPts val="4605"/>
              </a:lnSpc>
            </a:pPr>
            <a:r>
              <a:rPr dirty="0" smtClean="0" sz="4400" b="1">
                <a:solidFill>
                  <a:srgbClr val="006600"/>
                </a:solidFill>
                <a:latin typeface="Arial"/>
                <a:cs typeface="Arial"/>
              </a:rPr>
              <a:t>modulasi</a:t>
            </a:r>
            <a:endParaRPr sz="4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35940" y="17744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9144" y="1774419"/>
            <a:ext cx="7530739" cy="231075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u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si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ah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erso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yg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sulit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am</a:t>
            </a:r>
            <a:endParaRPr sz="3200">
              <a:latin typeface="Arial"/>
              <a:cs typeface="Arial"/>
            </a:endParaRPr>
          </a:p>
          <a:p>
            <a:pPr marL="12700" marR="61081">
              <a:lnSpc>
                <a:spcPct val="95825"/>
              </a:lnSpc>
            </a:pPr>
            <a:r>
              <a:rPr dirty="0" smtClean="0" sz="3200" spc="-2">
                <a:latin typeface="Arial"/>
                <a:cs typeface="Arial"/>
              </a:rPr>
              <a:t>kait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n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kan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l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r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dio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kom</a:t>
            </a:r>
            <a:r>
              <a:rPr dirty="0" smtClean="0" sz="3200" spc="-2">
                <a:latin typeface="Arial"/>
                <a:cs typeface="Arial"/>
              </a:rPr>
              <a:t>u</a:t>
            </a:r>
            <a:r>
              <a:rPr dirty="0" smtClean="0" sz="3200" spc="-2">
                <a:latin typeface="Arial"/>
                <a:cs typeface="Arial"/>
              </a:rPr>
              <a:t>nikasi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b</a:t>
            </a:r>
            <a:r>
              <a:rPr dirty="0" smtClean="0" sz="3200" spc="-2">
                <a:latin typeface="Arial"/>
                <a:cs typeface="Arial"/>
              </a:rPr>
              <a:t>e</a:t>
            </a:r>
            <a:r>
              <a:rPr dirty="0" smtClean="0" sz="3200" spc="-2">
                <a:latin typeface="Arial"/>
                <a:cs typeface="Arial"/>
              </a:rPr>
              <a:t>rg</a:t>
            </a:r>
            <a:r>
              <a:rPr dirty="0" smtClean="0" sz="3200" spc="-2">
                <a:latin typeface="Arial"/>
                <a:cs typeface="Arial"/>
              </a:rPr>
              <a:t>e</a:t>
            </a:r>
            <a:r>
              <a:rPr dirty="0" smtClean="0" sz="3200" spc="-2">
                <a:latin typeface="Arial"/>
                <a:cs typeface="Arial"/>
              </a:rPr>
              <a:t>rak</a:t>
            </a:r>
            <a:endParaRPr sz="3200">
              <a:latin typeface="Arial"/>
              <a:cs typeface="Arial"/>
            </a:endParaRPr>
          </a:p>
          <a:p>
            <a:pPr marL="545162" marR="495423" algn="ctr">
              <a:lnSpc>
                <a:spcPct val="95825"/>
              </a:lnSpc>
              <a:spcBef>
                <a:spcPts val="706"/>
              </a:spcBef>
            </a:pPr>
            <a:r>
              <a:rPr dirty="0" smtClean="0" sz="2400" spc="2">
                <a:latin typeface="Arial"/>
                <a:cs typeface="Arial"/>
              </a:rPr>
              <a:t>•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T</a:t>
            </a:r>
            <a:r>
              <a:rPr dirty="0" smtClean="0" sz="2400" spc="2">
                <a:latin typeface="Arial"/>
                <a:cs typeface="Arial"/>
              </a:rPr>
              <a:t>erdapat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kond</a:t>
            </a:r>
            <a:r>
              <a:rPr dirty="0" smtClean="0" sz="2400" spc="2">
                <a:latin typeface="Arial"/>
                <a:cs typeface="Arial"/>
              </a:rPr>
              <a:t>i</a:t>
            </a:r>
            <a:r>
              <a:rPr dirty="0" smtClean="0" sz="2400" spc="2">
                <a:latin typeface="Arial"/>
                <a:cs typeface="Arial"/>
              </a:rPr>
              <a:t>si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fadin</a:t>
            </a:r>
            <a:r>
              <a:rPr dirty="0" smtClean="0" sz="2400" spc="2">
                <a:latin typeface="Arial"/>
                <a:cs typeface="Arial"/>
              </a:rPr>
              <a:t>g</a:t>
            </a:r>
            <a:r>
              <a:rPr dirty="0" smtClean="0" sz="2400" spc="2">
                <a:latin typeface="Arial"/>
                <a:cs typeface="Arial"/>
              </a:rPr>
              <a:t>: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Small</a:t>
            </a:r>
            <a:r>
              <a:rPr dirty="0" smtClean="0" sz="2400" spc="2">
                <a:latin typeface="Arial"/>
                <a:cs typeface="Arial"/>
              </a:rPr>
              <a:t>-</a:t>
            </a:r>
            <a:r>
              <a:rPr dirty="0" smtClean="0" sz="2400" spc="2">
                <a:latin typeface="Arial"/>
                <a:cs typeface="Arial"/>
              </a:rPr>
              <a:t>scale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2">
                <a:latin typeface="Arial"/>
                <a:cs typeface="Arial"/>
              </a:rPr>
              <a:t>fading</a:t>
            </a:r>
            <a:r>
              <a:rPr dirty="0" smtClean="0" sz="2400" spc="2">
                <a:latin typeface="Arial"/>
                <a:cs typeface="Arial"/>
              </a:rPr>
              <a:t> </a:t>
            </a:r>
            <a:r>
              <a:rPr dirty="0" smtClean="0" sz="2400" spc="0">
                <a:latin typeface="Wingdings"/>
                <a:cs typeface="Wingdings"/>
              </a:rPr>
              <a:t></a:t>
            </a:r>
            <a:endParaRPr sz="2400">
              <a:latin typeface="Wingdings"/>
              <a:cs typeface="Wingdings"/>
            </a:endParaRPr>
          </a:p>
          <a:p>
            <a:pPr marL="812749" marR="61081">
              <a:lnSpc>
                <a:spcPct val="95825"/>
              </a:lnSpc>
              <a:spcBef>
                <a:spcPts val="130"/>
              </a:spcBef>
            </a:pPr>
            <a:r>
              <a:rPr dirty="0" smtClean="0" sz="2400" spc="-1">
                <a:latin typeface="Arial"/>
                <a:cs typeface="Arial"/>
              </a:rPr>
              <a:t>mult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a</a:t>
            </a:r>
            <a:r>
              <a:rPr dirty="0" smtClean="0" sz="2400" spc="-1">
                <a:latin typeface="Arial"/>
                <a:cs typeface="Arial"/>
              </a:rPr>
              <a:t>th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,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efek</a:t>
            </a:r>
            <a:r>
              <a:rPr dirty="0" smtClean="0" sz="2400" spc="-1">
                <a:latin typeface="Arial"/>
                <a:cs typeface="Arial"/>
              </a:rPr>
              <a:t> </a:t>
            </a: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o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p</a:t>
            </a:r>
            <a:r>
              <a:rPr dirty="0" smtClean="0" sz="2400" spc="-1">
                <a:latin typeface="Arial"/>
                <a:cs typeface="Arial"/>
              </a:rPr>
              <a:t>l</a:t>
            </a:r>
            <a:r>
              <a:rPr dirty="0" smtClean="0" sz="2400" spc="-1">
                <a:latin typeface="Arial"/>
                <a:cs typeface="Arial"/>
              </a:rPr>
              <a:t>e</a:t>
            </a:r>
            <a:r>
              <a:rPr dirty="0" smtClean="0" sz="2400" spc="-1">
                <a:latin typeface="Arial"/>
                <a:cs typeface="Arial"/>
              </a:rPr>
              <a:t>r</a:t>
            </a:r>
            <a:endParaRPr sz="2400">
              <a:latin typeface="Arial"/>
              <a:cs typeface="Arial"/>
            </a:endParaRPr>
          </a:p>
          <a:p>
            <a:pPr marL="12700" marR="61081">
              <a:lnSpc>
                <a:spcPct val="95825"/>
              </a:lnSpc>
              <a:spcBef>
                <a:spcPts val="907"/>
              </a:spcBef>
            </a:pPr>
            <a:r>
              <a:rPr dirty="0" smtClean="0" sz="3200" spc="-3">
                <a:latin typeface="Arial"/>
                <a:cs typeface="Arial"/>
              </a:rPr>
              <a:t>Goal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s</a:t>
            </a:r>
            <a:r>
              <a:rPr dirty="0" smtClean="0" sz="3200" spc="-3">
                <a:latin typeface="Arial"/>
                <a:cs typeface="Arial"/>
              </a:rPr>
              <a:t>k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u</a:t>
            </a:r>
            <a:r>
              <a:rPr dirty="0" smtClean="0" sz="3200" spc="-3">
                <a:latin typeface="Arial"/>
                <a:cs typeface="Arial"/>
              </a:rPr>
              <a:t>lasi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al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h:</a:t>
            </a:r>
            <a:endParaRPr sz="3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5940" y="3652869"/>
            <a:ext cx="228854" cy="432308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93444" y="4219112"/>
            <a:ext cx="276094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79906" y="4219112"/>
            <a:ext cx="2113696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Me</a:t>
            </a:r>
            <a:r>
              <a:rPr dirty="0" smtClean="0" sz="2800" spc="1">
                <a:latin typeface="Arial"/>
                <a:cs typeface="Arial"/>
              </a:rPr>
              <a:t>n</a:t>
            </a:r>
            <a:r>
              <a:rPr dirty="0" smtClean="0" sz="2800" spc="1">
                <a:latin typeface="Arial"/>
                <a:cs typeface="Arial"/>
              </a:rPr>
              <a:t>g</a:t>
            </a:r>
            <a:r>
              <a:rPr dirty="0" smtClean="0" sz="2800" spc="1">
                <a:latin typeface="Arial"/>
                <a:cs typeface="Arial"/>
              </a:rPr>
              <a:t>i</a:t>
            </a:r>
            <a:r>
              <a:rPr dirty="0" smtClean="0" sz="2800" spc="1">
                <a:latin typeface="Arial"/>
                <a:cs typeface="Arial"/>
              </a:rPr>
              <a:t>rim</a:t>
            </a:r>
            <a:r>
              <a:rPr dirty="0" smtClean="0" sz="2800" spc="1">
                <a:latin typeface="Arial"/>
                <a:cs typeface="Arial"/>
              </a:rPr>
              <a:t>k</a:t>
            </a:r>
            <a:r>
              <a:rPr dirty="0" smtClean="0" sz="2800" spc="1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16630" y="4219112"/>
            <a:ext cx="5125586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i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y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l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pe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an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me</a:t>
            </a:r>
            <a:r>
              <a:rPr dirty="0" smtClean="0" sz="2800" spc="-5">
                <a:latin typeface="Arial"/>
                <a:cs typeface="Arial"/>
              </a:rPr>
              <a:t>l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l</a:t>
            </a:r>
            <a:r>
              <a:rPr dirty="0" smtClean="0" sz="2800" spc="-5">
                <a:latin typeface="Arial"/>
                <a:cs typeface="Arial"/>
              </a:rPr>
              <a:t>ui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k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l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r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io</a:t>
            </a:r>
            <a:endParaRPr sz="2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79906" y="4645585"/>
            <a:ext cx="6964900" cy="131985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48635">
              <a:lnSpc>
                <a:spcPts val="2960"/>
              </a:lnSpc>
            </a:pPr>
            <a:r>
              <a:rPr dirty="0" smtClean="0" sz="2800" spc="-3">
                <a:latin typeface="Arial"/>
                <a:cs typeface="Arial"/>
              </a:rPr>
              <a:t>denga</a:t>
            </a:r>
            <a:r>
              <a:rPr dirty="0" smtClean="0" sz="2800" spc="-3">
                <a:latin typeface="Arial"/>
                <a:cs typeface="Arial"/>
              </a:rPr>
              <a:t>n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ku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2800" spc="-3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te</a:t>
            </a:r>
            <a:r>
              <a:rPr dirty="0" smtClean="0" sz="2800" spc="-3">
                <a:latin typeface="Arial"/>
                <a:cs typeface="Arial"/>
              </a:rPr>
              <a:t>r</a:t>
            </a:r>
            <a:r>
              <a:rPr dirty="0" smtClean="0" sz="2800" spc="-3">
                <a:latin typeface="Arial"/>
                <a:cs typeface="Arial"/>
              </a:rPr>
              <a:t>ba</a:t>
            </a:r>
            <a:r>
              <a:rPr dirty="0" smtClean="0" sz="2800" spc="-3">
                <a:latin typeface="Arial"/>
                <a:cs typeface="Arial"/>
              </a:rPr>
              <a:t>i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y</a:t>
            </a:r>
            <a:r>
              <a:rPr dirty="0" smtClean="0" sz="2800" spc="-3">
                <a:latin typeface="Arial"/>
                <a:cs typeface="Arial"/>
              </a:rPr>
              <a:t>ang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mun</a:t>
            </a:r>
            <a:r>
              <a:rPr dirty="0" smtClean="0" sz="2800" spc="-3">
                <a:latin typeface="Arial"/>
                <a:cs typeface="Arial"/>
              </a:rPr>
              <a:t>g</a:t>
            </a:r>
            <a:r>
              <a:rPr dirty="0" smtClean="0" sz="2800" spc="-3">
                <a:latin typeface="Arial"/>
                <a:cs typeface="Arial"/>
              </a:rPr>
              <a:t>kin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9945"/>
              </a:lnSpc>
              <a:spcBef>
                <a:spcPts val="667"/>
              </a:spcBef>
            </a:pPr>
            <a:r>
              <a:rPr dirty="0" smtClean="0" sz="2800">
                <a:latin typeface="Arial"/>
                <a:cs typeface="Arial"/>
              </a:rPr>
              <a:t>Me</a:t>
            </a:r>
            <a:r>
              <a:rPr dirty="0" smtClean="0" sz="2800" spc="4">
                <a:latin typeface="Arial"/>
                <a:cs typeface="Arial"/>
              </a:rPr>
              <a:t>n</a:t>
            </a:r>
            <a:r>
              <a:rPr dirty="0" smtClean="0" sz="2800" spc="0">
                <a:latin typeface="Arial"/>
                <a:cs typeface="Arial"/>
              </a:rPr>
              <a:t>g</a:t>
            </a:r>
            <a:r>
              <a:rPr dirty="0" smtClean="0" sz="2800" spc="9">
                <a:latin typeface="Arial"/>
                <a:cs typeface="Arial"/>
              </a:rPr>
              <a:t>g</a:t>
            </a:r>
            <a:r>
              <a:rPr dirty="0" smtClean="0" sz="2800" spc="0">
                <a:latin typeface="Arial"/>
                <a:cs typeface="Arial"/>
              </a:rPr>
              <a:t>u</a:t>
            </a:r>
            <a:r>
              <a:rPr dirty="0" smtClean="0" sz="2800" spc="9">
                <a:latin typeface="Arial"/>
                <a:cs typeface="Arial"/>
              </a:rPr>
              <a:t>n</a:t>
            </a:r>
            <a:r>
              <a:rPr dirty="0" smtClean="0" sz="2800" spc="0">
                <a:latin typeface="Arial"/>
                <a:cs typeface="Arial"/>
              </a:rPr>
              <a:t>a</a:t>
            </a:r>
            <a:r>
              <a:rPr dirty="0" smtClean="0" sz="2800" spc="9">
                <a:latin typeface="Arial"/>
                <a:cs typeface="Arial"/>
              </a:rPr>
              <a:t>k</a:t>
            </a:r>
            <a:r>
              <a:rPr dirty="0" smtClean="0" sz="2800" spc="0">
                <a:latin typeface="Arial"/>
                <a:cs typeface="Arial"/>
              </a:rPr>
              <a:t>an</a:t>
            </a:r>
            <a:r>
              <a:rPr dirty="0" smtClean="0" sz="2800" spc="-142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s</a:t>
            </a:r>
            <a:r>
              <a:rPr dirty="0" smtClean="0" sz="2800" spc="9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s</a:t>
            </a:r>
            <a:r>
              <a:rPr dirty="0" smtClean="0" sz="2800" spc="9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d</a:t>
            </a:r>
            <a:r>
              <a:rPr dirty="0" smtClean="0" sz="2800" spc="4">
                <a:latin typeface="Arial"/>
                <a:cs typeface="Arial"/>
              </a:rPr>
              <a:t>i</a:t>
            </a:r>
            <a:r>
              <a:rPr dirty="0" smtClean="0" sz="2800" spc="0">
                <a:latin typeface="Arial"/>
                <a:cs typeface="Arial"/>
              </a:rPr>
              <a:t>k</a:t>
            </a:r>
            <a:r>
              <a:rPr dirty="0" smtClean="0" sz="2800" spc="4">
                <a:latin typeface="Arial"/>
                <a:cs typeface="Arial"/>
              </a:rPr>
              <a:t>i</a:t>
            </a:r>
            <a:r>
              <a:rPr dirty="0" smtClean="0" sz="2800" spc="0">
                <a:latin typeface="Arial"/>
                <a:cs typeface="Arial"/>
              </a:rPr>
              <a:t>t</a:t>
            </a:r>
            <a:r>
              <a:rPr dirty="0" smtClean="0" sz="2800" spc="-101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mun</a:t>
            </a:r>
            <a:r>
              <a:rPr dirty="0" smtClean="0" sz="2800" spc="4">
                <a:latin typeface="Arial"/>
                <a:cs typeface="Arial"/>
              </a:rPr>
              <a:t>g</a:t>
            </a:r>
            <a:r>
              <a:rPr dirty="0" smtClean="0" sz="2800" spc="0">
                <a:latin typeface="Arial"/>
                <a:cs typeface="Arial"/>
              </a:rPr>
              <a:t>k</a:t>
            </a:r>
            <a:r>
              <a:rPr dirty="0" smtClean="0" sz="2800" spc="4">
                <a:latin typeface="Arial"/>
                <a:cs typeface="Arial"/>
              </a:rPr>
              <a:t>i</a:t>
            </a:r>
            <a:r>
              <a:rPr dirty="0" smtClean="0" sz="2800" spc="0">
                <a:latin typeface="Arial"/>
                <a:cs typeface="Arial"/>
              </a:rPr>
              <a:t>n</a:t>
            </a:r>
            <a:r>
              <a:rPr dirty="0" smtClean="0" sz="2800" spc="-40">
                <a:latin typeface="Arial"/>
                <a:cs typeface="Arial"/>
              </a:rPr>
              <a:t> 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spe</a:t>
            </a:r>
            <a:r>
              <a:rPr dirty="0" smtClean="0" sz="2800" spc="9" b="1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2800" spc="4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um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2800" spc="4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2800" spc="0" b="1">
                <a:solidFill>
                  <a:srgbClr val="FF0000"/>
                </a:solidFill>
                <a:latin typeface="Arial"/>
                <a:cs typeface="Arial"/>
              </a:rPr>
              <a:t>dio</a:t>
            </a:r>
            <a:endParaRPr sz="2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93444" y="5158277"/>
            <a:ext cx="276094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4984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43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bject 3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35940" y="720207"/>
            <a:ext cx="1390594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b="1">
                <a:solidFill>
                  <a:srgbClr val="006600"/>
                </a:solidFill>
                <a:latin typeface="Arial"/>
                <a:cs typeface="Arial"/>
              </a:rPr>
              <a:t>FM</a:t>
            </a:r>
            <a:r>
              <a:rPr dirty="0" smtClean="0" sz="360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b="1">
                <a:solidFill>
                  <a:srgbClr val="006600"/>
                </a:solidFill>
                <a:latin typeface="Arial"/>
                <a:cs typeface="Arial"/>
              </a:rPr>
              <a:t>vs</a:t>
            </a:r>
            <a:endParaRPr sz="36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069496" y="720207"/>
            <a:ext cx="805445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b="1">
                <a:solidFill>
                  <a:srgbClr val="006600"/>
                </a:solidFill>
                <a:latin typeface="Arial"/>
                <a:cs typeface="Arial"/>
              </a:rPr>
              <a:t>AM</a:t>
            </a:r>
            <a:endParaRPr sz="36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5940" y="1200657"/>
            <a:ext cx="190906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>
                <a:latin typeface="Arial"/>
                <a:cs typeface="Arial"/>
              </a:rPr>
              <a:t>•</a:t>
            </a:r>
            <a:endParaRPr sz="26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37056" y="1200657"/>
            <a:ext cx="4389472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 spc="-2" b="1" u="heavy">
                <a:latin typeface="Arial"/>
                <a:cs typeface="Arial"/>
              </a:rPr>
              <a:t>Frequ</a:t>
            </a:r>
            <a:r>
              <a:rPr dirty="0" smtClean="0" sz="2600" spc="-2" b="1" u="heavy">
                <a:latin typeface="Arial"/>
                <a:cs typeface="Arial"/>
              </a:rPr>
              <a:t>e</a:t>
            </a:r>
            <a:r>
              <a:rPr dirty="0" smtClean="0" sz="2600" spc="-2" b="1" u="heavy">
                <a:latin typeface="Arial"/>
                <a:cs typeface="Arial"/>
              </a:rPr>
              <a:t>ncy</a:t>
            </a:r>
            <a:r>
              <a:rPr dirty="0" smtClean="0" sz="2600" spc="-2" b="1" u="heavy">
                <a:latin typeface="Arial"/>
                <a:cs typeface="Arial"/>
              </a:rPr>
              <a:t> </a:t>
            </a:r>
            <a:r>
              <a:rPr dirty="0" smtClean="0" sz="2600" spc="-2" b="1" u="heavy">
                <a:latin typeface="Arial"/>
                <a:cs typeface="Arial"/>
              </a:rPr>
              <a:t>Mo</a:t>
            </a:r>
            <a:r>
              <a:rPr dirty="0" smtClean="0" sz="2600" spc="-2" b="1" u="heavy">
                <a:latin typeface="Arial"/>
                <a:cs typeface="Arial"/>
              </a:rPr>
              <a:t>d</a:t>
            </a:r>
            <a:r>
              <a:rPr dirty="0" smtClean="0" sz="2600" spc="-2" b="1" u="heavy">
                <a:latin typeface="Arial"/>
                <a:cs typeface="Arial"/>
              </a:rPr>
              <a:t>ulation</a:t>
            </a:r>
            <a:r>
              <a:rPr dirty="0" smtClean="0" sz="2600" spc="-2" b="1" u="heavy">
                <a:latin typeface="Arial"/>
                <a:cs typeface="Arial"/>
              </a:rPr>
              <a:t> </a:t>
            </a:r>
            <a:r>
              <a:rPr dirty="0" smtClean="0" sz="2600" spc="-2" b="1" u="heavy">
                <a:latin typeface="Arial"/>
                <a:cs typeface="Arial"/>
              </a:rPr>
              <a:t>(FM)</a:t>
            </a:r>
            <a:endParaRPr sz="26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80668" y="1679529"/>
            <a:ext cx="195399" cy="642620"/>
          </a:xfrm>
          <a:prstGeom prst="rect">
            <a:avLst/>
          </a:prstGeom>
        </p:spPr>
        <p:txBody>
          <a:bodyPr wrap="square" lIns="0" tIns="12954" rIns="0" bIns="0" rtlCol="0">
            <a:noAutofit/>
          </a:bodyPr>
          <a:lstStyle/>
          <a:p>
            <a:pPr marL="12700">
              <a:lnSpc>
                <a:spcPts val="2039"/>
              </a:lnSpc>
            </a:pPr>
            <a:r>
              <a:rPr dirty="0" smtClean="0" sz="1900">
                <a:latin typeface="Arial"/>
                <a:cs typeface="Arial"/>
              </a:rPr>
              <a:t>–</a:t>
            </a:r>
            <a:endParaRPr sz="19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77"/>
              </a:spcBef>
            </a:pPr>
            <a:r>
              <a:rPr dirty="0" smtClean="0" sz="1900">
                <a:latin typeface="Arial"/>
                <a:cs typeface="Arial"/>
              </a:rPr>
              <a:t>–</a:t>
            </a:r>
            <a:endParaRPr sz="19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61618" y="1679529"/>
            <a:ext cx="7966187" cy="1957297"/>
          </a:xfrm>
          <a:prstGeom prst="rect">
            <a:avLst/>
          </a:prstGeom>
        </p:spPr>
        <p:txBody>
          <a:bodyPr wrap="square" lIns="0" tIns="12954" rIns="0" bIns="0" rtlCol="0">
            <a:noAutofit/>
          </a:bodyPr>
          <a:lstStyle/>
          <a:p>
            <a:pPr marL="12700" marR="28920">
              <a:lnSpc>
                <a:spcPts val="2039"/>
              </a:lnSpc>
            </a:pPr>
            <a:r>
              <a:rPr dirty="0" smtClean="0" sz="1900" spc="-7">
                <a:latin typeface="Arial"/>
                <a:cs typeface="Arial"/>
              </a:rPr>
              <a:t>T</a:t>
            </a:r>
            <a:r>
              <a:rPr dirty="0" smtClean="0" sz="1900" spc="-7">
                <a:latin typeface="Arial"/>
                <a:cs typeface="Arial"/>
              </a:rPr>
              <a:t>eknik</a:t>
            </a:r>
            <a:r>
              <a:rPr dirty="0" smtClean="0" sz="1900" spc="-7">
                <a:latin typeface="Arial"/>
                <a:cs typeface="Arial"/>
              </a:rPr>
              <a:t> </a:t>
            </a:r>
            <a:r>
              <a:rPr dirty="0" smtClean="0" sz="1900" spc="-7">
                <a:latin typeface="Arial"/>
                <a:cs typeface="Arial"/>
              </a:rPr>
              <a:t>m</a:t>
            </a:r>
            <a:r>
              <a:rPr dirty="0" smtClean="0" sz="1900" spc="-7">
                <a:latin typeface="Arial"/>
                <a:cs typeface="Arial"/>
              </a:rPr>
              <a:t>o</a:t>
            </a:r>
            <a:r>
              <a:rPr dirty="0" smtClean="0" sz="1900" spc="-7">
                <a:latin typeface="Arial"/>
                <a:cs typeface="Arial"/>
              </a:rPr>
              <a:t>dulasi</a:t>
            </a:r>
            <a:r>
              <a:rPr dirty="0" smtClean="0" sz="1900" spc="-7">
                <a:latin typeface="Arial"/>
                <a:cs typeface="Arial"/>
              </a:rPr>
              <a:t> </a:t>
            </a:r>
            <a:r>
              <a:rPr dirty="0" smtClean="0" sz="1900" spc="-7">
                <a:latin typeface="Arial"/>
                <a:cs typeface="Arial"/>
              </a:rPr>
              <a:t>anal</a:t>
            </a:r>
            <a:r>
              <a:rPr dirty="0" smtClean="0" sz="1900" spc="-7">
                <a:latin typeface="Arial"/>
                <a:cs typeface="Arial"/>
              </a:rPr>
              <a:t>o</a:t>
            </a:r>
            <a:r>
              <a:rPr dirty="0" smtClean="0" sz="1900" spc="-7">
                <a:latin typeface="Arial"/>
                <a:cs typeface="Arial"/>
              </a:rPr>
              <a:t>g</a:t>
            </a:r>
            <a:r>
              <a:rPr dirty="0" smtClean="0" sz="1900" spc="-7">
                <a:latin typeface="Arial"/>
                <a:cs typeface="Arial"/>
              </a:rPr>
              <a:t> </a:t>
            </a:r>
            <a:r>
              <a:rPr dirty="0" smtClean="0" sz="1900" spc="-7">
                <a:latin typeface="Arial"/>
                <a:cs typeface="Arial"/>
              </a:rPr>
              <a:t>paling</a:t>
            </a:r>
            <a:r>
              <a:rPr dirty="0" smtClean="0" sz="1900" spc="-7">
                <a:latin typeface="Arial"/>
                <a:cs typeface="Arial"/>
              </a:rPr>
              <a:t> </a:t>
            </a:r>
            <a:r>
              <a:rPr dirty="0" smtClean="0" sz="1900" spc="-7">
                <a:latin typeface="Arial"/>
                <a:cs typeface="Arial"/>
              </a:rPr>
              <a:t>pop</a:t>
            </a:r>
            <a:r>
              <a:rPr dirty="0" smtClean="0" sz="1900" spc="-7">
                <a:latin typeface="Arial"/>
                <a:cs typeface="Arial"/>
              </a:rPr>
              <a:t>u</a:t>
            </a:r>
            <a:r>
              <a:rPr dirty="0" smtClean="0" sz="1900" spc="-7">
                <a:latin typeface="Arial"/>
                <a:cs typeface="Arial"/>
              </a:rPr>
              <a:t>ler</a:t>
            </a:r>
            <a:endParaRPr sz="1900">
              <a:latin typeface="Arial"/>
              <a:cs typeface="Arial"/>
            </a:endParaRPr>
          </a:p>
          <a:p>
            <a:pPr marL="12700">
              <a:lnSpc>
                <a:spcPts val="2184"/>
              </a:lnSpc>
              <a:spcBef>
                <a:spcPts val="677"/>
              </a:spcBef>
            </a:pPr>
            <a:r>
              <a:rPr dirty="0" smtClean="0" sz="1900" spc="-2">
                <a:latin typeface="Arial"/>
                <a:cs typeface="Arial"/>
              </a:rPr>
              <a:t>Amplitude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sinyal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ca</a:t>
            </a:r>
            <a:r>
              <a:rPr dirty="0" smtClean="0" sz="1900" spc="-2">
                <a:latin typeface="Arial"/>
                <a:cs typeface="Arial"/>
              </a:rPr>
              <a:t>r</a:t>
            </a:r>
            <a:r>
              <a:rPr dirty="0" smtClean="0" sz="1900" spc="-2">
                <a:latin typeface="Arial"/>
                <a:cs typeface="Arial"/>
              </a:rPr>
              <a:t>rier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dijaga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konst</a:t>
            </a:r>
            <a:r>
              <a:rPr dirty="0" smtClean="0" sz="1900" spc="-2">
                <a:latin typeface="Arial"/>
                <a:cs typeface="Arial"/>
              </a:rPr>
              <a:t>a</a:t>
            </a:r>
            <a:r>
              <a:rPr dirty="0" smtClean="0" sz="1900" spc="-2">
                <a:latin typeface="Arial"/>
                <a:cs typeface="Arial"/>
              </a:rPr>
              <a:t>n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(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const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nt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envel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pe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signa</a:t>
            </a:r>
            <a:r>
              <a:rPr dirty="0" smtClean="0" sz="1900" spc="-2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mtClean="0" sz="1900" spc="-2">
                <a:latin typeface="Arial"/>
                <a:cs typeface="Arial"/>
              </a:rPr>
              <a:t>),</a:t>
            </a:r>
            <a:r>
              <a:rPr dirty="0" smtClean="0" sz="1900" spc="-2">
                <a:latin typeface="Arial"/>
                <a:cs typeface="Arial"/>
              </a:rPr>
              <a:t> </a:t>
            </a:r>
            <a:endParaRPr sz="1900">
              <a:latin typeface="Arial"/>
              <a:cs typeface="Arial"/>
            </a:endParaRPr>
          </a:p>
          <a:p>
            <a:pPr marL="12700">
              <a:lnSpc>
                <a:spcPts val="2184"/>
              </a:lnSpc>
              <a:spcBef>
                <a:spcPts val="323"/>
              </a:spcBef>
            </a:pPr>
            <a:r>
              <a:rPr dirty="0" smtClean="0" sz="1900" spc="-2">
                <a:latin typeface="Arial"/>
                <a:cs typeface="Arial"/>
              </a:rPr>
              <a:t>fr</a:t>
            </a:r>
            <a:r>
              <a:rPr dirty="0" smtClean="0" sz="1900" spc="-2">
                <a:latin typeface="Arial"/>
                <a:cs typeface="Arial"/>
              </a:rPr>
              <a:t>e</a:t>
            </a:r>
            <a:r>
              <a:rPr dirty="0" smtClean="0" sz="1900" spc="-2">
                <a:latin typeface="Arial"/>
                <a:cs typeface="Arial"/>
              </a:rPr>
              <a:t>kuensi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sinyal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ca</a:t>
            </a:r>
            <a:r>
              <a:rPr dirty="0" smtClean="0" sz="1900" spc="-2">
                <a:latin typeface="Arial"/>
                <a:cs typeface="Arial"/>
              </a:rPr>
              <a:t>r</a:t>
            </a:r>
            <a:r>
              <a:rPr dirty="0" smtClean="0" sz="1900" spc="-2">
                <a:latin typeface="Arial"/>
                <a:cs typeface="Arial"/>
              </a:rPr>
              <a:t>rier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diub</a:t>
            </a:r>
            <a:r>
              <a:rPr dirty="0" smtClean="0" sz="1900" spc="-2">
                <a:latin typeface="Arial"/>
                <a:cs typeface="Arial"/>
              </a:rPr>
              <a:t>a</a:t>
            </a:r>
            <a:r>
              <a:rPr dirty="0" smtClean="0" sz="1900" spc="-2">
                <a:latin typeface="Arial"/>
                <a:cs typeface="Arial"/>
              </a:rPr>
              <a:t>h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be</a:t>
            </a:r>
            <a:r>
              <a:rPr dirty="0" smtClean="0" sz="1900" spc="-2">
                <a:latin typeface="Arial"/>
                <a:cs typeface="Arial"/>
              </a:rPr>
              <a:t>r</a:t>
            </a:r>
            <a:r>
              <a:rPr dirty="0" smtClean="0" sz="1900" spc="-2">
                <a:latin typeface="Arial"/>
                <a:cs typeface="Arial"/>
              </a:rPr>
              <a:t>dasa</a:t>
            </a:r>
            <a:r>
              <a:rPr dirty="0" smtClean="0" sz="1900" spc="-2">
                <a:latin typeface="Arial"/>
                <a:cs typeface="Arial"/>
              </a:rPr>
              <a:t>r</a:t>
            </a:r>
            <a:r>
              <a:rPr dirty="0" smtClean="0" sz="1900" spc="-2">
                <a:latin typeface="Arial"/>
                <a:cs typeface="Arial"/>
              </a:rPr>
              <a:t>kan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a</a:t>
            </a:r>
            <a:r>
              <a:rPr dirty="0" smtClean="0" sz="1900" spc="-2">
                <a:latin typeface="Arial"/>
                <a:cs typeface="Arial"/>
              </a:rPr>
              <a:t>m</a:t>
            </a:r>
            <a:r>
              <a:rPr dirty="0" smtClean="0" sz="1900" spc="-2">
                <a:latin typeface="Arial"/>
                <a:cs typeface="Arial"/>
              </a:rPr>
              <a:t>plitude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sinyal</a:t>
            </a:r>
            <a:r>
              <a:rPr dirty="0" smtClean="0" sz="1900" spc="-2">
                <a:latin typeface="Arial"/>
                <a:cs typeface="Arial"/>
              </a:rPr>
              <a:t> </a:t>
            </a:r>
            <a:r>
              <a:rPr dirty="0" smtClean="0" sz="1900" spc="-2">
                <a:latin typeface="Arial"/>
                <a:cs typeface="Arial"/>
              </a:rPr>
              <a:t>pesan</a:t>
            </a:r>
            <a:r>
              <a:rPr dirty="0" smtClean="0" sz="1900" spc="-2">
                <a:latin typeface="Arial"/>
                <a:cs typeface="Arial"/>
              </a:rPr>
              <a:t> </a:t>
            </a:r>
            <a:endParaRPr sz="1900">
              <a:latin typeface="Arial"/>
              <a:cs typeface="Arial"/>
            </a:endParaRPr>
          </a:p>
          <a:p>
            <a:pPr marL="12700">
              <a:lnSpc>
                <a:spcPts val="2239"/>
              </a:lnSpc>
              <a:spcBef>
                <a:spcPts val="323"/>
              </a:spcBef>
            </a:pPr>
            <a:r>
              <a:rPr dirty="0" smtClean="0" sz="1900" spc="4">
                <a:latin typeface="Arial"/>
                <a:cs typeface="Arial"/>
              </a:rPr>
              <a:t>pemodulasi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;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S</a:t>
            </a:r>
            <a:r>
              <a:rPr dirty="0" smtClean="0" sz="1900" spc="4">
                <a:latin typeface="Arial"/>
                <a:cs typeface="Arial"/>
              </a:rPr>
              <a:t>ehingga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info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diba</a:t>
            </a:r>
            <a:r>
              <a:rPr dirty="0" smtClean="0" sz="1900" spc="4">
                <a:latin typeface="Arial"/>
                <a:cs typeface="Arial"/>
              </a:rPr>
              <a:t>w</a:t>
            </a:r>
            <a:r>
              <a:rPr dirty="0" smtClean="0" sz="1900" spc="4">
                <a:latin typeface="Arial"/>
                <a:cs typeface="Arial"/>
              </a:rPr>
              <a:t>a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dalam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 b="1">
                <a:latin typeface="Arial"/>
                <a:cs typeface="Arial"/>
              </a:rPr>
              <a:t>p</a:t>
            </a:r>
            <a:r>
              <a:rPr dirty="0" smtClean="0" sz="1900" spc="4" b="1">
                <a:latin typeface="Arial"/>
                <a:cs typeface="Arial"/>
              </a:rPr>
              <a:t>h</a:t>
            </a:r>
            <a:r>
              <a:rPr dirty="0" smtClean="0" sz="1900" spc="4" b="1">
                <a:latin typeface="Arial"/>
                <a:cs typeface="Arial"/>
              </a:rPr>
              <a:t>ase</a:t>
            </a:r>
            <a:r>
              <a:rPr dirty="0" smtClean="0" sz="1900" spc="4" b="1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atau</a:t>
            </a:r>
            <a:r>
              <a:rPr dirty="0" smtClean="0" sz="1900" spc="4">
                <a:latin typeface="Arial"/>
                <a:cs typeface="Arial"/>
              </a:rPr>
              <a:t> </a:t>
            </a:r>
            <a:r>
              <a:rPr dirty="0" smtClean="0" sz="1900" spc="4" b="1">
                <a:latin typeface="Arial"/>
                <a:cs typeface="Arial"/>
              </a:rPr>
              <a:t>freq</a:t>
            </a:r>
            <a:r>
              <a:rPr dirty="0" smtClean="0" sz="1900" spc="4" b="1">
                <a:latin typeface="Arial"/>
                <a:cs typeface="Arial"/>
              </a:rPr>
              <a:t>u</a:t>
            </a:r>
            <a:r>
              <a:rPr dirty="0" smtClean="0" sz="1900" spc="4" b="1">
                <a:latin typeface="Arial"/>
                <a:cs typeface="Arial"/>
              </a:rPr>
              <a:t>ency</a:t>
            </a:r>
            <a:r>
              <a:rPr dirty="0" smtClean="0" sz="1900" spc="4" b="1">
                <a:latin typeface="Arial"/>
                <a:cs typeface="Arial"/>
              </a:rPr>
              <a:t> </a:t>
            </a:r>
            <a:r>
              <a:rPr dirty="0" smtClean="0" sz="1900" spc="4">
                <a:latin typeface="Arial"/>
                <a:cs typeface="Arial"/>
              </a:rPr>
              <a:t>car</a:t>
            </a:r>
            <a:r>
              <a:rPr dirty="0" smtClean="0" sz="1900" spc="4">
                <a:latin typeface="Arial"/>
                <a:cs typeface="Arial"/>
              </a:rPr>
              <a:t>r</a:t>
            </a:r>
            <a:r>
              <a:rPr dirty="0" smtClean="0" sz="1900" spc="4">
                <a:latin typeface="Arial"/>
                <a:cs typeface="Arial"/>
              </a:rPr>
              <a:t>ie</a:t>
            </a:r>
            <a:r>
              <a:rPr dirty="0" smtClean="0" sz="1900" spc="4">
                <a:latin typeface="Arial"/>
                <a:cs typeface="Arial"/>
              </a:rPr>
              <a:t>r</a:t>
            </a:r>
            <a:r>
              <a:rPr dirty="0" smtClean="0" sz="1900" spc="4">
                <a:latin typeface="Arial"/>
                <a:cs typeface="Arial"/>
              </a:rPr>
              <a:t>-</a:t>
            </a:r>
            <a:r>
              <a:rPr dirty="0" smtClean="0" sz="1900" spc="4">
                <a:latin typeface="Arial"/>
                <a:cs typeface="Arial"/>
              </a:rPr>
              <a:t> </a:t>
            </a:r>
            <a:endParaRPr sz="1900">
              <a:latin typeface="Arial"/>
              <a:cs typeface="Arial"/>
            </a:endParaRPr>
          </a:p>
          <a:p>
            <a:pPr marL="12700">
              <a:lnSpc>
                <a:spcPts val="2184"/>
              </a:lnSpc>
              <a:spcBef>
                <a:spcPts val="331"/>
              </a:spcBef>
            </a:pPr>
            <a:r>
              <a:rPr dirty="0" smtClean="0" sz="1900">
                <a:latin typeface="Arial"/>
                <a:cs typeface="Arial"/>
              </a:rPr>
              <a:t>nya.</a:t>
            </a:r>
            <a:endParaRPr sz="1900">
              <a:latin typeface="Arial"/>
              <a:cs typeface="Arial"/>
            </a:endParaRPr>
          </a:p>
          <a:p>
            <a:pPr marL="12700" marR="28920">
              <a:lnSpc>
                <a:spcPct val="95825"/>
              </a:lnSpc>
              <a:spcBef>
                <a:spcPts val="758"/>
              </a:spcBef>
            </a:pPr>
            <a:r>
              <a:rPr dirty="0" smtClean="0" sz="1800" spc="0">
                <a:latin typeface="Arial"/>
                <a:cs typeface="Arial"/>
              </a:rPr>
              <a:t>Mem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ket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ter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ap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ise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ik: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0668" y="3382827"/>
            <a:ext cx="186791" cy="25399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–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560322" y="3717711"/>
            <a:ext cx="151285" cy="20370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>
                <a:latin typeface="Arial"/>
                <a:cs typeface="Arial"/>
              </a:rPr>
              <a:t>–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75789" y="3717711"/>
            <a:ext cx="7141315" cy="438403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3">
                <a:latin typeface="Arial"/>
                <a:cs typeface="Arial"/>
              </a:rPr>
              <a:t>I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pul</a:t>
            </a:r>
            <a:r>
              <a:rPr dirty="0" smtClean="0" sz="1400" spc="-3">
                <a:latin typeface="Arial"/>
                <a:cs typeface="Arial"/>
              </a:rPr>
              <a:t>s</a:t>
            </a:r>
            <a:r>
              <a:rPr dirty="0" smtClean="0" sz="1400" spc="-3">
                <a:latin typeface="Arial"/>
                <a:cs typeface="Arial"/>
              </a:rPr>
              <a:t>e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noi</a:t>
            </a:r>
            <a:r>
              <a:rPr dirty="0" smtClean="0" sz="1400" spc="-3">
                <a:latin typeface="Arial"/>
                <a:cs typeface="Arial"/>
              </a:rPr>
              <a:t>s</a:t>
            </a:r>
            <a:r>
              <a:rPr dirty="0" smtClean="0" sz="1400" spc="-3">
                <a:latin typeface="Arial"/>
                <a:cs typeface="Arial"/>
              </a:rPr>
              <a:t>e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dan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a</a:t>
            </a:r>
            <a:r>
              <a:rPr dirty="0" smtClean="0" sz="1400" spc="-3">
                <a:latin typeface="Arial"/>
                <a:cs typeface="Arial"/>
              </a:rPr>
              <a:t>t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o</a:t>
            </a:r>
            <a:r>
              <a:rPr dirty="0" smtClean="0" sz="1400" spc="-3">
                <a:latin typeface="Arial"/>
                <a:cs typeface="Arial"/>
              </a:rPr>
              <a:t>s</a:t>
            </a:r>
            <a:r>
              <a:rPr dirty="0" smtClean="0" sz="1400" spc="-3">
                <a:latin typeface="Arial"/>
                <a:cs typeface="Arial"/>
              </a:rPr>
              <a:t>f</a:t>
            </a:r>
            <a:r>
              <a:rPr dirty="0" smtClean="0" sz="1400" spc="-3">
                <a:latin typeface="Arial"/>
                <a:cs typeface="Arial"/>
              </a:rPr>
              <a:t>ir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dapat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en</a:t>
            </a:r>
            <a:r>
              <a:rPr dirty="0" smtClean="0" sz="1400" spc="-3">
                <a:latin typeface="Arial"/>
                <a:cs typeface="Arial"/>
              </a:rPr>
              <a:t>y</a:t>
            </a:r>
            <a:r>
              <a:rPr dirty="0" smtClean="0" sz="1400" spc="-3">
                <a:latin typeface="Arial"/>
                <a:cs typeface="Arial"/>
              </a:rPr>
              <a:t>ebabkan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f</a:t>
            </a:r>
            <a:r>
              <a:rPr dirty="0" smtClean="0" sz="1400" spc="-3">
                <a:latin typeface="Arial"/>
                <a:cs typeface="Arial"/>
              </a:rPr>
              <a:t>lu</a:t>
            </a:r>
            <a:r>
              <a:rPr dirty="0" smtClean="0" sz="1400" spc="-3">
                <a:latin typeface="Arial"/>
                <a:cs typeface="Arial"/>
              </a:rPr>
              <a:t>k</a:t>
            </a:r>
            <a:r>
              <a:rPr dirty="0" smtClean="0" sz="1400" spc="-3">
                <a:latin typeface="Arial"/>
                <a:cs typeface="Arial"/>
              </a:rPr>
              <a:t>t</a:t>
            </a:r>
            <a:r>
              <a:rPr dirty="0" smtClean="0" sz="1400" spc="-3">
                <a:latin typeface="Arial"/>
                <a:cs typeface="Arial"/>
              </a:rPr>
              <a:t>ua</a:t>
            </a:r>
            <a:r>
              <a:rPr dirty="0" smtClean="0" sz="1400" spc="-3">
                <a:latin typeface="Arial"/>
                <a:cs typeface="Arial"/>
              </a:rPr>
              <a:t>s</a:t>
            </a:r>
            <a:r>
              <a:rPr dirty="0" smtClean="0" sz="1400" spc="-3">
                <a:latin typeface="Arial"/>
                <a:cs typeface="Arial"/>
              </a:rPr>
              <a:t>i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y</a:t>
            </a:r>
            <a:r>
              <a:rPr dirty="0" smtClean="0" sz="1400" spc="-3">
                <a:latin typeface="Arial"/>
                <a:cs typeface="Arial"/>
              </a:rPr>
              <a:t>g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c</a:t>
            </a:r>
            <a:r>
              <a:rPr dirty="0" smtClean="0" sz="1400" spc="-3">
                <a:latin typeface="Arial"/>
                <a:cs typeface="Arial"/>
              </a:rPr>
              <a:t>epat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dari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a</a:t>
            </a:r>
            <a:r>
              <a:rPr dirty="0" smtClean="0" sz="1400" spc="-3">
                <a:latin typeface="Arial"/>
                <a:cs typeface="Arial"/>
              </a:rPr>
              <a:t>m</a:t>
            </a:r>
            <a:r>
              <a:rPr dirty="0" smtClean="0" sz="1400" spc="-3">
                <a:latin typeface="Arial"/>
                <a:cs typeface="Arial"/>
              </a:rPr>
              <a:t>pli</a:t>
            </a:r>
            <a:r>
              <a:rPr dirty="0" smtClean="0" sz="1400" spc="-3">
                <a:latin typeface="Arial"/>
                <a:cs typeface="Arial"/>
              </a:rPr>
              <a:t>t</a:t>
            </a:r>
            <a:r>
              <a:rPr dirty="0" smtClean="0" sz="1400" spc="-3">
                <a:latin typeface="Arial"/>
                <a:cs typeface="Arial"/>
              </a:rPr>
              <a:t>udo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s</a:t>
            </a:r>
            <a:r>
              <a:rPr dirty="0" smtClean="0" sz="1400" spc="-3">
                <a:latin typeface="Arial"/>
                <a:cs typeface="Arial"/>
              </a:rPr>
              <a:t>in</a:t>
            </a:r>
            <a:r>
              <a:rPr dirty="0" smtClean="0" sz="1400" spc="-3">
                <a:latin typeface="Arial"/>
                <a:cs typeface="Arial"/>
              </a:rPr>
              <a:t>y</a:t>
            </a:r>
            <a:r>
              <a:rPr dirty="0" smtClean="0" sz="1400" spc="-3">
                <a:latin typeface="Arial"/>
                <a:cs typeface="Arial"/>
              </a:rPr>
              <a:t>al</a:t>
            </a:r>
            <a:r>
              <a:rPr dirty="0" smtClean="0" sz="1400" spc="-3">
                <a:latin typeface="Arial"/>
                <a:cs typeface="Arial"/>
              </a:rPr>
              <a:t> </a:t>
            </a:r>
            <a:r>
              <a:rPr dirty="0" smtClean="0" sz="1400" spc="-3">
                <a:latin typeface="Arial"/>
                <a:cs typeface="Arial"/>
              </a:rPr>
              <a:t>y</a:t>
            </a:r>
            <a:r>
              <a:rPr dirty="0" smtClean="0" sz="1400" spc="-3"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  <a:p>
            <a:pPr marL="12700" marR="26746">
              <a:lnSpc>
                <a:spcPct val="95825"/>
              </a:lnSpc>
              <a:spcBef>
                <a:spcPts val="158"/>
              </a:spcBef>
            </a:pPr>
            <a:r>
              <a:rPr dirty="0" smtClean="0" sz="1400">
                <a:latin typeface="Arial"/>
                <a:cs typeface="Arial"/>
              </a:rPr>
              <a:t>di</a:t>
            </a:r>
            <a:r>
              <a:rPr dirty="0" smtClean="0" sz="1400">
                <a:latin typeface="Arial"/>
                <a:cs typeface="Arial"/>
              </a:rPr>
              <a:t>t</a:t>
            </a:r>
            <a:r>
              <a:rPr dirty="0" smtClean="0" sz="1400">
                <a:latin typeface="Arial"/>
                <a:cs typeface="Arial"/>
              </a:rPr>
              <a:t>eri</a:t>
            </a:r>
            <a:r>
              <a:rPr dirty="0" smtClean="0" sz="1400">
                <a:latin typeface="Arial"/>
                <a:cs typeface="Arial"/>
              </a:rPr>
              <a:t>m</a:t>
            </a:r>
            <a:r>
              <a:rPr dirty="0" smtClean="0" sz="1400">
                <a:latin typeface="Arial"/>
                <a:cs typeface="Arial"/>
              </a:rPr>
              <a:t>a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80668" y="4251260"/>
            <a:ext cx="187006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–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61618" y="4251260"/>
            <a:ext cx="5264115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j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rja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ih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ik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lti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th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60322" y="4586772"/>
            <a:ext cx="151285" cy="20370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>
                <a:latin typeface="Arial"/>
                <a:cs typeface="Arial"/>
              </a:rPr>
              <a:t>–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75789" y="4586772"/>
            <a:ext cx="4233657" cy="20370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2">
                <a:latin typeface="Arial"/>
                <a:cs typeface="Arial"/>
              </a:rPr>
              <a:t>S</a:t>
            </a:r>
            <a:r>
              <a:rPr dirty="0" smtClean="0" sz="1400" spc="-2">
                <a:latin typeface="Arial"/>
                <a:cs typeface="Arial"/>
              </a:rPr>
              <a:t>m</a:t>
            </a:r>
            <a:r>
              <a:rPr dirty="0" smtClean="0" sz="1400" spc="-2">
                <a:latin typeface="Arial"/>
                <a:cs typeface="Arial"/>
              </a:rPr>
              <a:t>all-</a:t>
            </a:r>
            <a:r>
              <a:rPr dirty="0" smtClean="0" sz="1400" spc="-2">
                <a:latin typeface="Arial"/>
                <a:cs typeface="Arial"/>
              </a:rPr>
              <a:t>s</a:t>
            </a:r>
            <a:r>
              <a:rPr dirty="0" smtClean="0" sz="1400" spc="-2">
                <a:latin typeface="Arial"/>
                <a:cs typeface="Arial"/>
              </a:rPr>
              <a:t>c</a:t>
            </a:r>
            <a:r>
              <a:rPr dirty="0" smtClean="0" sz="1400" spc="-2">
                <a:latin typeface="Arial"/>
                <a:cs typeface="Arial"/>
              </a:rPr>
              <a:t>ale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f</a:t>
            </a:r>
            <a:r>
              <a:rPr dirty="0" smtClean="0" sz="1400" spc="-2">
                <a:latin typeface="Arial"/>
                <a:cs typeface="Arial"/>
              </a:rPr>
              <a:t>ading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m</a:t>
            </a:r>
            <a:r>
              <a:rPr dirty="0" smtClean="0" sz="1400" spc="-2">
                <a:latin typeface="Arial"/>
                <a:cs typeface="Arial"/>
              </a:rPr>
              <a:t>en</a:t>
            </a:r>
            <a:r>
              <a:rPr dirty="0" smtClean="0" sz="1400" spc="-2">
                <a:latin typeface="Arial"/>
                <a:cs typeface="Arial"/>
              </a:rPr>
              <a:t>y</a:t>
            </a:r>
            <a:r>
              <a:rPr dirty="0" smtClean="0" sz="1400" spc="-2">
                <a:latin typeface="Arial"/>
                <a:cs typeface="Arial"/>
              </a:rPr>
              <a:t>ebabkan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f</a:t>
            </a:r>
            <a:r>
              <a:rPr dirty="0" smtClean="0" sz="1400" spc="-2">
                <a:latin typeface="Arial"/>
                <a:cs typeface="Arial"/>
              </a:rPr>
              <a:t>lu</a:t>
            </a:r>
            <a:r>
              <a:rPr dirty="0" smtClean="0" sz="1400" spc="-2">
                <a:latin typeface="Arial"/>
                <a:cs typeface="Arial"/>
              </a:rPr>
              <a:t>k</a:t>
            </a:r>
            <a:r>
              <a:rPr dirty="0" smtClean="0" sz="1400" spc="-2">
                <a:latin typeface="Arial"/>
                <a:cs typeface="Arial"/>
              </a:rPr>
              <a:t>t</a:t>
            </a:r>
            <a:r>
              <a:rPr dirty="0" smtClean="0" sz="1400" spc="-2">
                <a:latin typeface="Arial"/>
                <a:cs typeface="Arial"/>
              </a:rPr>
              <a:t>ua</a:t>
            </a:r>
            <a:r>
              <a:rPr dirty="0" smtClean="0" sz="1400" spc="-2">
                <a:latin typeface="Arial"/>
                <a:cs typeface="Arial"/>
              </a:rPr>
              <a:t>s</a:t>
            </a:r>
            <a:r>
              <a:rPr dirty="0" smtClean="0" sz="1400" spc="-2">
                <a:latin typeface="Arial"/>
                <a:cs typeface="Arial"/>
              </a:rPr>
              <a:t>i</a:t>
            </a:r>
            <a:r>
              <a:rPr dirty="0" smtClean="0" sz="1400" spc="-2">
                <a:latin typeface="Arial"/>
                <a:cs typeface="Arial"/>
              </a:rPr>
              <a:t> </a:t>
            </a:r>
            <a:r>
              <a:rPr dirty="0" smtClean="0" sz="1400" spc="-2">
                <a:latin typeface="Arial"/>
                <a:cs typeface="Arial"/>
              </a:rPr>
              <a:t>a</a:t>
            </a:r>
            <a:r>
              <a:rPr dirty="0" smtClean="0" sz="1400" spc="-2">
                <a:latin typeface="Arial"/>
                <a:cs typeface="Arial"/>
              </a:rPr>
              <a:t>m</a:t>
            </a:r>
            <a:r>
              <a:rPr dirty="0" smtClean="0" sz="1400" spc="-2">
                <a:latin typeface="Arial"/>
                <a:cs typeface="Arial"/>
              </a:rPr>
              <a:t>pli</a:t>
            </a:r>
            <a:r>
              <a:rPr dirty="0" smtClean="0" sz="1400" spc="-2">
                <a:latin typeface="Arial"/>
                <a:cs typeface="Arial"/>
              </a:rPr>
              <a:t>t</a:t>
            </a:r>
            <a:r>
              <a:rPr dirty="0" smtClean="0" sz="1400" spc="-2">
                <a:latin typeface="Arial"/>
                <a:cs typeface="Arial"/>
              </a:rPr>
              <a:t>udo.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0668" y="4885872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–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1618" y="4885872"/>
            <a:ext cx="701621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sar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katk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rforma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si.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60322" y="5220756"/>
            <a:ext cx="151285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>
                <a:latin typeface="Arial"/>
                <a:cs typeface="Arial"/>
              </a:rPr>
              <a:t>–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75789" y="5220756"/>
            <a:ext cx="5328527" cy="203708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9">
                <a:latin typeface="Arial"/>
                <a:cs typeface="Arial"/>
              </a:rPr>
              <a:t>M</a:t>
            </a:r>
            <a:r>
              <a:rPr dirty="0" smtClean="0" sz="1400" spc="9">
                <a:latin typeface="Arial"/>
                <a:cs typeface="Arial"/>
              </a:rPr>
              <a:t>eningkatk</a:t>
            </a:r>
            <a:r>
              <a:rPr dirty="0" smtClean="0" sz="1400" spc="9">
                <a:latin typeface="Arial"/>
                <a:cs typeface="Arial"/>
              </a:rPr>
              <a:t>a</a:t>
            </a:r>
            <a:r>
              <a:rPr dirty="0" smtClean="0" sz="1400" spc="9">
                <a:latin typeface="Arial"/>
                <a:cs typeface="Arial"/>
              </a:rPr>
              <a:t>n</a:t>
            </a:r>
            <a:r>
              <a:rPr dirty="0" smtClean="0" sz="1400" spc="9">
                <a:latin typeface="Arial"/>
                <a:cs typeface="Arial"/>
              </a:rPr>
              <a:t> </a:t>
            </a:r>
            <a:r>
              <a:rPr dirty="0" smtClean="0" sz="1400" spc="9" u="heavy">
                <a:latin typeface="Arial"/>
                <a:cs typeface="Arial"/>
              </a:rPr>
              <a:t>band</a:t>
            </a:r>
            <a:r>
              <a:rPr dirty="0" smtClean="0" sz="1400" spc="9" u="heavy">
                <a:latin typeface="Arial"/>
                <a:cs typeface="Arial"/>
              </a:rPr>
              <a:t>w</a:t>
            </a:r>
            <a:r>
              <a:rPr dirty="0" smtClean="0" sz="1400" spc="9" u="heavy">
                <a:latin typeface="Arial"/>
                <a:cs typeface="Arial"/>
              </a:rPr>
              <a:t>id</a:t>
            </a:r>
            <a:r>
              <a:rPr dirty="0" smtClean="0" sz="1400" spc="9" u="heavy">
                <a:latin typeface="Arial"/>
                <a:cs typeface="Arial"/>
              </a:rPr>
              <a:t>t</a:t>
            </a:r>
            <a:r>
              <a:rPr dirty="0" smtClean="0" sz="1400" spc="9" u="heavy">
                <a:latin typeface="Arial"/>
                <a:cs typeface="Arial"/>
              </a:rPr>
              <a:t>h</a:t>
            </a:r>
            <a:r>
              <a:rPr dirty="0" smtClean="0" sz="1400" spc="9" u="heavy">
                <a:latin typeface="Arial"/>
                <a:cs typeface="Arial"/>
              </a:rPr>
              <a:t> </a:t>
            </a:r>
            <a:r>
              <a:rPr dirty="0" smtClean="0" sz="1400" spc="9" u="heavy">
                <a:latin typeface="Arial"/>
                <a:cs typeface="Arial"/>
              </a:rPr>
              <a:t>o</a:t>
            </a:r>
            <a:r>
              <a:rPr dirty="0" smtClean="0" sz="1400" spc="9" u="heavy">
                <a:latin typeface="Arial"/>
                <a:cs typeface="Arial"/>
              </a:rPr>
              <a:t>c</a:t>
            </a:r>
            <a:r>
              <a:rPr dirty="0" smtClean="0" sz="1400" spc="9" u="heavy">
                <a:latin typeface="Arial"/>
                <a:cs typeface="Arial"/>
              </a:rPr>
              <a:t>c</a:t>
            </a:r>
            <a:r>
              <a:rPr dirty="0" smtClean="0" sz="1400" spc="9" u="heavy">
                <a:latin typeface="Arial"/>
                <a:cs typeface="Arial"/>
              </a:rPr>
              <a:t>upied</a:t>
            </a:r>
            <a:r>
              <a:rPr dirty="0" smtClean="0" sz="1400" spc="9">
                <a:latin typeface="Arial"/>
                <a:cs typeface="Arial"/>
              </a:rPr>
              <a:t> </a:t>
            </a:r>
            <a:r>
              <a:rPr dirty="0" smtClean="0" sz="1400" spc="9">
                <a:latin typeface="Arial"/>
                <a:cs typeface="Arial"/>
              </a:rPr>
              <a:t>a</a:t>
            </a:r>
            <a:r>
              <a:rPr dirty="0" smtClean="0" sz="1400" spc="9">
                <a:latin typeface="Arial"/>
                <a:cs typeface="Arial"/>
              </a:rPr>
              <a:t>k</a:t>
            </a:r>
            <a:r>
              <a:rPr dirty="0" smtClean="0" sz="1400" spc="9">
                <a:latin typeface="Arial"/>
                <a:cs typeface="Arial"/>
              </a:rPr>
              <a:t>an</a:t>
            </a:r>
            <a:r>
              <a:rPr dirty="0" smtClean="0" sz="1400" spc="9">
                <a:latin typeface="Arial"/>
                <a:cs typeface="Arial"/>
              </a:rPr>
              <a:t> </a:t>
            </a:r>
            <a:r>
              <a:rPr dirty="0" smtClean="0" sz="1400" spc="9">
                <a:latin typeface="Arial"/>
                <a:cs typeface="Arial"/>
              </a:rPr>
              <a:t>m</a:t>
            </a:r>
            <a:r>
              <a:rPr dirty="0" smtClean="0" sz="1400" spc="9">
                <a:latin typeface="Arial"/>
                <a:cs typeface="Arial"/>
              </a:rPr>
              <a:t>eningka</a:t>
            </a:r>
            <a:r>
              <a:rPr dirty="0" smtClean="0" sz="1400" spc="9">
                <a:latin typeface="Arial"/>
                <a:cs typeface="Arial"/>
              </a:rPr>
              <a:t>t</a:t>
            </a:r>
            <a:r>
              <a:rPr dirty="0" smtClean="0" sz="1400" spc="9">
                <a:latin typeface="Arial"/>
                <a:cs typeface="Arial"/>
              </a:rPr>
              <a:t>k</a:t>
            </a:r>
            <a:r>
              <a:rPr dirty="0" smtClean="0" sz="1400" spc="9">
                <a:latin typeface="Arial"/>
                <a:cs typeface="Arial"/>
              </a:rPr>
              <a:t>an</a:t>
            </a:r>
            <a:r>
              <a:rPr dirty="0" smtClean="0" sz="1400" spc="9">
                <a:latin typeface="Arial"/>
                <a:cs typeface="Arial"/>
              </a:rPr>
              <a:t> </a:t>
            </a:r>
            <a:r>
              <a:rPr dirty="0" smtClean="0" sz="1400" spc="9" u="heavy">
                <a:latin typeface="Arial"/>
                <a:cs typeface="Arial"/>
              </a:rPr>
              <a:t>S</a:t>
            </a:r>
            <a:r>
              <a:rPr dirty="0" smtClean="0" sz="1400" spc="9" u="heavy">
                <a:latin typeface="Arial"/>
                <a:cs typeface="Arial"/>
              </a:rPr>
              <a:t>N</a:t>
            </a:r>
            <a:r>
              <a:rPr dirty="0" smtClean="0" sz="1400" spc="9" u="heavy">
                <a:latin typeface="Arial"/>
                <a:cs typeface="Arial"/>
              </a:rPr>
              <a:t>R</a:t>
            </a:r>
            <a:r>
              <a:rPr dirty="0" smtClean="0" sz="1400" spc="9" u="heavy">
                <a:latin typeface="Arial"/>
                <a:cs typeface="Arial"/>
              </a:rPr>
              <a:t> </a:t>
            </a:r>
            <a:r>
              <a:rPr dirty="0" smtClean="0" sz="1400" spc="9" u="heavy">
                <a:latin typeface="Arial"/>
                <a:cs typeface="Arial"/>
              </a:rPr>
              <a:t>ra</a:t>
            </a:r>
            <a:r>
              <a:rPr dirty="0" smtClean="0" sz="1400" spc="9" u="heavy">
                <a:latin typeface="Arial"/>
                <a:cs typeface="Arial"/>
              </a:rPr>
              <a:t>t</a:t>
            </a:r>
            <a:r>
              <a:rPr dirty="0" smtClean="0" sz="1400" spc="9" u="heavy">
                <a:latin typeface="Arial"/>
                <a:cs typeface="Arial"/>
              </a:rPr>
              <a:t>io</a:t>
            </a:r>
            <a:r>
              <a:rPr dirty="0" smtClean="0" sz="1400" spc="9">
                <a:latin typeface="Arial"/>
                <a:cs typeface="Arial"/>
              </a:rPr>
              <a:t>.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0668" y="5519805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–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61618" y="5519805"/>
            <a:ext cx="743546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tara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terima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ku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tas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rsifat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60322" y="5854442"/>
            <a:ext cx="151500" cy="48162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>
                <a:latin typeface="Arial"/>
                <a:cs typeface="Arial"/>
              </a:rPr>
              <a:t>–</a:t>
            </a:r>
            <a:endParaRPr sz="1400">
              <a:latin typeface="Arial"/>
              <a:cs typeface="Arial"/>
            </a:endParaRPr>
          </a:p>
          <a:p>
            <a:pPr marL="12700" marR="215">
              <a:lnSpc>
                <a:spcPct val="95825"/>
              </a:lnSpc>
              <a:spcBef>
                <a:spcPts val="499"/>
              </a:spcBef>
            </a:pPr>
            <a:r>
              <a:rPr dirty="0" smtClean="0" sz="1400">
                <a:latin typeface="Arial"/>
                <a:cs typeface="Arial"/>
              </a:rPr>
              <a:t>–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75789" y="5854442"/>
            <a:ext cx="6020895" cy="481627"/>
          </a:xfrm>
          <a:prstGeom prst="rect">
            <a:avLst/>
          </a:prstGeom>
        </p:spPr>
        <p:txBody>
          <a:bodyPr wrap="square" lIns="0" tIns="9747" rIns="0" bIns="0" rtlCol="0">
            <a:noAutofit/>
          </a:bodyPr>
          <a:lstStyle/>
          <a:p>
            <a:pPr marL="12700">
              <a:lnSpc>
                <a:spcPts val="1535"/>
              </a:lnSpc>
            </a:pPr>
            <a:r>
              <a:rPr dirty="0" smtClean="0" sz="1400" spc="-4">
                <a:latin typeface="Arial"/>
                <a:cs typeface="Arial"/>
              </a:rPr>
              <a:t>Pe</a:t>
            </a:r>
            <a:r>
              <a:rPr dirty="0" smtClean="0" sz="1400" spc="-4">
                <a:latin typeface="Arial"/>
                <a:cs typeface="Arial"/>
              </a:rPr>
              <a:t>n</a:t>
            </a:r>
            <a:r>
              <a:rPr dirty="0" smtClean="0" sz="1400" spc="-4">
                <a:latin typeface="Arial"/>
                <a:cs typeface="Arial"/>
              </a:rPr>
              <a:t>ingkat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n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dr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m</a:t>
            </a:r>
            <a:r>
              <a:rPr dirty="0" smtClean="0" sz="1400" spc="-4">
                <a:latin typeface="Arial"/>
                <a:cs typeface="Arial"/>
              </a:rPr>
              <a:t>atis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pa</a:t>
            </a:r>
            <a:r>
              <a:rPr dirty="0" smtClean="0" sz="1400" spc="-4">
                <a:latin typeface="Arial"/>
                <a:cs typeface="Arial"/>
              </a:rPr>
              <a:t>d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k</a:t>
            </a:r>
            <a:r>
              <a:rPr dirty="0" smtClean="0" sz="1400" spc="-4">
                <a:latin typeface="Arial"/>
                <a:cs typeface="Arial"/>
              </a:rPr>
              <a:t>ual</a:t>
            </a:r>
            <a:r>
              <a:rPr dirty="0" smtClean="0" sz="1400" spc="-4">
                <a:latin typeface="Arial"/>
                <a:cs typeface="Arial"/>
              </a:rPr>
              <a:t>i</a:t>
            </a:r>
            <a:r>
              <a:rPr dirty="0" smtClean="0" sz="1400" spc="-4">
                <a:latin typeface="Arial"/>
                <a:cs typeface="Arial"/>
              </a:rPr>
              <a:t>t</a:t>
            </a:r>
            <a:r>
              <a:rPr dirty="0" smtClean="0" sz="1400" spc="-4">
                <a:latin typeface="Arial"/>
                <a:cs typeface="Arial"/>
              </a:rPr>
              <a:t>as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did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pat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pa</a:t>
            </a:r>
            <a:r>
              <a:rPr dirty="0" smtClean="0" sz="1400" spc="-4">
                <a:latin typeface="Arial"/>
                <a:cs typeface="Arial"/>
              </a:rPr>
              <a:t>d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pe</a:t>
            </a:r>
            <a:r>
              <a:rPr dirty="0" smtClean="0" sz="1400" spc="-4">
                <a:latin typeface="Arial"/>
                <a:cs typeface="Arial"/>
              </a:rPr>
              <a:t>n</a:t>
            </a:r>
            <a:r>
              <a:rPr dirty="0" smtClean="0" sz="1400" spc="-4">
                <a:latin typeface="Arial"/>
                <a:cs typeface="Arial"/>
              </a:rPr>
              <a:t>ingka</a:t>
            </a:r>
            <a:r>
              <a:rPr dirty="0" smtClean="0" sz="1400" spc="-4">
                <a:latin typeface="Arial"/>
                <a:cs typeface="Arial"/>
              </a:rPr>
              <a:t>t</a:t>
            </a:r>
            <a:r>
              <a:rPr dirty="0" smtClean="0" sz="1400" spc="-4">
                <a:latin typeface="Arial"/>
                <a:cs typeface="Arial"/>
              </a:rPr>
              <a:t>an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da</a:t>
            </a:r>
            <a:r>
              <a:rPr dirty="0" smtClean="0" sz="1400" spc="-4">
                <a:latin typeface="Arial"/>
                <a:cs typeface="Arial"/>
              </a:rPr>
              <a:t>y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t</a:t>
            </a:r>
            <a:r>
              <a:rPr dirty="0" smtClean="0" sz="1400" spc="-4">
                <a:latin typeface="Arial"/>
                <a:cs typeface="Arial"/>
              </a:rPr>
              <a:t>eri</a:t>
            </a:r>
            <a:r>
              <a:rPr dirty="0" smtClean="0" sz="1400" spc="-4">
                <a:latin typeface="Arial"/>
                <a:cs typeface="Arial"/>
              </a:rPr>
              <a:t>m</a:t>
            </a:r>
            <a:r>
              <a:rPr dirty="0" smtClean="0" sz="1400" spc="-4">
                <a:latin typeface="Arial"/>
                <a:cs typeface="Arial"/>
              </a:rPr>
              <a:t>a</a:t>
            </a:r>
            <a:r>
              <a:rPr dirty="0" smtClean="0" sz="1400" spc="-4">
                <a:latin typeface="Arial"/>
                <a:cs typeface="Arial"/>
              </a:rPr>
              <a:t> </a:t>
            </a:r>
            <a:r>
              <a:rPr dirty="0" smtClean="0" sz="1400" spc="-4">
                <a:latin typeface="Arial"/>
                <a:cs typeface="Arial"/>
              </a:rPr>
              <a:t>.</a:t>
            </a:r>
            <a:endParaRPr sz="1400">
              <a:latin typeface="Arial"/>
              <a:cs typeface="Arial"/>
            </a:endParaRPr>
          </a:p>
          <a:p>
            <a:pPr marL="12700" marR="26791">
              <a:lnSpc>
                <a:spcPct val="95825"/>
              </a:lnSpc>
              <a:spcBef>
                <a:spcPts val="499"/>
              </a:spcBef>
            </a:pPr>
            <a:r>
              <a:rPr dirty="0" smtClean="0" sz="1400" spc="7">
                <a:latin typeface="Arial"/>
                <a:cs typeface="Arial"/>
              </a:rPr>
              <a:t>T</a:t>
            </a:r>
            <a:r>
              <a:rPr dirty="0" smtClean="0" sz="1400" spc="7">
                <a:latin typeface="Arial"/>
                <a:cs typeface="Arial"/>
              </a:rPr>
              <a:t>ahan</a:t>
            </a:r>
            <a:r>
              <a:rPr dirty="0" smtClean="0" sz="1400" spc="7">
                <a:latin typeface="Arial"/>
                <a:cs typeface="Arial"/>
              </a:rPr>
              <a:t> </a:t>
            </a:r>
            <a:r>
              <a:rPr dirty="0" smtClean="0" sz="1400" spc="7">
                <a:latin typeface="Arial"/>
                <a:cs typeface="Arial"/>
              </a:rPr>
              <a:t>t</a:t>
            </a:r>
            <a:r>
              <a:rPr dirty="0" smtClean="0" sz="1400" spc="7">
                <a:latin typeface="Arial"/>
                <a:cs typeface="Arial"/>
              </a:rPr>
              <a:t>erh</a:t>
            </a:r>
            <a:r>
              <a:rPr dirty="0" smtClean="0" sz="1400" spc="7">
                <a:latin typeface="Arial"/>
                <a:cs typeface="Arial"/>
              </a:rPr>
              <a:t>a</a:t>
            </a:r>
            <a:r>
              <a:rPr dirty="0" smtClean="0" sz="1400" spc="7">
                <a:latin typeface="Arial"/>
                <a:cs typeface="Arial"/>
              </a:rPr>
              <a:t>dap</a:t>
            </a:r>
            <a:r>
              <a:rPr dirty="0" smtClean="0" sz="1400" spc="7">
                <a:latin typeface="Arial"/>
                <a:cs typeface="Arial"/>
              </a:rPr>
              <a:t> </a:t>
            </a:r>
            <a:r>
              <a:rPr dirty="0" smtClean="0" sz="1400" spc="7">
                <a:latin typeface="Arial"/>
                <a:cs typeface="Arial"/>
              </a:rPr>
              <a:t>c</a:t>
            </a:r>
            <a:r>
              <a:rPr dirty="0" smtClean="0" sz="1400" spc="7">
                <a:latin typeface="Arial"/>
                <a:cs typeface="Arial"/>
              </a:rPr>
              <a:t>o</a:t>
            </a:r>
            <a:r>
              <a:rPr dirty="0" smtClean="0" sz="1400" spc="7">
                <a:latin typeface="Arial"/>
                <a:cs typeface="Arial"/>
              </a:rPr>
              <a:t>-</a:t>
            </a:r>
            <a:r>
              <a:rPr dirty="0" smtClean="0" sz="1400" spc="7">
                <a:latin typeface="Arial"/>
                <a:cs typeface="Arial"/>
              </a:rPr>
              <a:t>c</a:t>
            </a:r>
            <a:r>
              <a:rPr dirty="0" smtClean="0" sz="1400" spc="7">
                <a:latin typeface="Arial"/>
                <a:cs typeface="Arial"/>
              </a:rPr>
              <a:t>ha</a:t>
            </a:r>
            <a:r>
              <a:rPr dirty="0" smtClean="0" sz="1400" spc="7">
                <a:latin typeface="Arial"/>
                <a:cs typeface="Arial"/>
              </a:rPr>
              <a:t>n</a:t>
            </a:r>
            <a:r>
              <a:rPr dirty="0" smtClean="0" sz="1400" spc="7">
                <a:latin typeface="Arial"/>
                <a:cs typeface="Arial"/>
              </a:rPr>
              <a:t>n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l</a:t>
            </a:r>
            <a:r>
              <a:rPr dirty="0" smtClean="0" sz="1400" spc="7">
                <a:latin typeface="Arial"/>
                <a:cs typeface="Arial"/>
              </a:rPr>
              <a:t> </a:t>
            </a:r>
            <a:r>
              <a:rPr dirty="0" smtClean="0" sz="1400" spc="7">
                <a:latin typeface="Arial"/>
                <a:cs typeface="Arial"/>
              </a:rPr>
              <a:t>in</a:t>
            </a:r>
            <a:r>
              <a:rPr dirty="0" smtClean="0" sz="1400" spc="7">
                <a:latin typeface="Arial"/>
                <a:cs typeface="Arial"/>
              </a:rPr>
              <a:t>t</a:t>
            </a:r>
            <a:r>
              <a:rPr dirty="0" smtClean="0" sz="1400" spc="7">
                <a:latin typeface="Arial"/>
                <a:cs typeface="Arial"/>
              </a:rPr>
              <a:t>er</a:t>
            </a:r>
            <a:r>
              <a:rPr dirty="0" smtClean="0" sz="1400" spc="7">
                <a:latin typeface="Arial"/>
                <a:cs typeface="Arial"/>
              </a:rPr>
              <a:t>f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r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n</a:t>
            </a:r>
            <a:r>
              <a:rPr dirty="0" smtClean="0" sz="1400" spc="7">
                <a:latin typeface="Arial"/>
                <a:cs typeface="Arial"/>
              </a:rPr>
              <a:t>c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 </a:t>
            </a:r>
            <a:r>
              <a:rPr dirty="0" smtClean="0" sz="1400" spc="7">
                <a:latin typeface="Arial"/>
                <a:cs typeface="Arial"/>
              </a:rPr>
              <a:t>(</a:t>
            </a:r>
            <a:r>
              <a:rPr dirty="0" smtClean="0" sz="1400" spc="7">
                <a:latin typeface="Arial"/>
                <a:cs typeface="Arial"/>
              </a:rPr>
              <a:t>c</a:t>
            </a:r>
            <a:r>
              <a:rPr dirty="0" smtClean="0" sz="1400" spc="7">
                <a:latin typeface="Arial"/>
                <a:cs typeface="Arial"/>
              </a:rPr>
              <a:t>ap</a:t>
            </a:r>
            <a:r>
              <a:rPr dirty="0" smtClean="0" sz="1400" spc="7">
                <a:latin typeface="Arial"/>
                <a:cs typeface="Arial"/>
              </a:rPr>
              <a:t>t</a:t>
            </a:r>
            <a:r>
              <a:rPr dirty="0" smtClean="0" sz="1400" spc="7">
                <a:latin typeface="Arial"/>
                <a:cs typeface="Arial"/>
              </a:rPr>
              <a:t>u</a:t>
            </a:r>
            <a:r>
              <a:rPr dirty="0" smtClean="0" sz="1400" spc="7">
                <a:latin typeface="Arial"/>
                <a:cs typeface="Arial"/>
              </a:rPr>
              <a:t>r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 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f</a:t>
            </a:r>
            <a:r>
              <a:rPr dirty="0" smtClean="0" sz="1400" spc="7">
                <a:latin typeface="Arial"/>
                <a:cs typeface="Arial"/>
              </a:rPr>
              <a:t>f</a:t>
            </a:r>
            <a:r>
              <a:rPr dirty="0" smtClean="0" sz="1400" spc="7">
                <a:latin typeface="Arial"/>
                <a:cs typeface="Arial"/>
              </a:rPr>
              <a:t>e</a:t>
            </a:r>
            <a:r>
              <a:rPr dirty="0" smtClean="0" sz="1400" spc="7">
                <a:latin typeface="Arial"/>
                <a:cs typeface="Arial"/>
              </a:rPr>
              <a:t>c</a:t>
            </a:r>
            <a:r>
              <a:rPr dirty="0" smtClean="0" sz="1400" spc="7">
                <a:latin typeface="Arial"/>
                <a:cs typeface="Arial"/>
              </a:rPr>
              <a:t>t</a:t>
            </a:r>
            <a:r>
              <a:rPr dirty="0" smtClean="0" sz="1400" spc="7">
                <a:latin typeface="Arial"/>
                <a:cs typeface="Arial"/>
              </a:rPr>
              <a:t>).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36100" y="6471832"/>
            <a:ext cx="35553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624681" y="1341882"/>
            <a:ext cx="88049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478684" y="1341882"/>
            <a:ext cx="8705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5940" y="1077460"/>
            <a:ext cx="190753" cy="356107"/>
          </a:xfrm>
          <a:prstGeom prst="rect">
            <a:avLst/>
          </a:prstGeom>
        </p:spPr>
        <p:txBody>
          <a:bodyPr wrap="square" lIns="0" tIns="17526" rIns="0" bIns="0" rtlCol="0">
            <a:noAutofit/>
          </a:bodyPr>
          <a:lstStyle/>
          <a:p>
            <a:pPr marL="12700">
              <a:lnSpc>
                <a:spcPts val="2760"/>
              </a:lnSpc>
            </a:pPr>
            <a:r>
              <a:rPr dirty="0" smtClean="0" sz="2600">
                <a:latin typeface="Arial"/>
                <a:cs typeface="Arial"/>
              </a:rPr>
              <a:t>•</a:t>
            </a:r>
            <a:endParaRPr sz="2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07744" y="1077460"/>
            <a:ext cx="4366934" cy="356107"/>
          </a:xfrm>
          <a:prstGeom prst="rect">
            <a:avLst/>
          </a:prstGeom>
        </p:spPr>
        <p:txBody>
          <a:bodyPr wrap="square" lIns="0" tIns="17526" rIns="0" bIns="0" rtlCol="0">
            <a:noAutofit/>
          </a:bodyPr>
          <a:lstStyle/>
          <a:p>
            <a:pPr marL="12700">
              <a:lnSpc>
                <a:spcPts val="2760"/>
              </a:lnSpc>
            </a:pPr>
            <a:r>
              <a:rPr dirty="0" smtClean="0" sz="2600" spc="-1" b="1" u="heavy">
                <a:latin typeface="Arial"/>
                <a:cs typeface="Arial"/>
              </a:rPr>
              <a:t>Am</a:t>
            </a:r>
            <a:r>
              <a:rPr dirty="0" smtClean="0" sz="2600" spc="-1" b="1" u="heavy">
                <a:latin typeface="Arial"/>
                <a:cs typeface="Arial"/>
              </a:rPr>
              <a:t>p</a:t>
            </a:r>
            <a:r>
              <a:rPr dirty="0" smtClean="0" sz="2600" spc="-1" b="1" u="heavy">
                <a:latin typeface="Arial"/>
                <a:cs typeface="Arial"/>
              </a:rPr>
              <a:t>l</a:t>
            </a:r>
            <a:r>
              <a:rPr dirty="0" smtClean="0" sz="2600" spc="-1" b="1" u="heavy">
                <a:latin typeface="Arial"/>
                <a:cs typeface="Arial"/>
              </a:rPr>
              <a:t>i</a:t>
            </a:r>
            <a:r>
              <a:rPr dirty="0" smtClean="0" sz="2600" spc="-1" b="1" u="heavy">
                <a:latin typeface="Arial"/>
                <a:cs typeface="Arial"/>
              </a:rPr>
              <a:t>tude</a:t>
            </a:r>
            <a:r>
              <a:rPr dirty="0" smtClean="0" sz="2600" spc="-1" b="1" u="heavy">
                <a:latin typeface="Arial"/>
                <a:cs typeface="Arial"/>
              </a:rPr>
              <a:t> </a:t>
            </a:r>
            <a:r>
              <a:rPr dirty="0" smtClean="0" sz="2600" spc="-1" b="1" u="heavy">
                <a:latin typeface="Arial"/>
                <a:cs typeface="Arial"/>
              </a:rPr>
              <a:t>M</a:t>
            </a:r>
            <a:r>
              <a:rPr dirty="0" smtClean="0" sz="2600" spc="-1" b="1" u="heavy">
                <a:latin typeface="Arial"/>
                <a:cs typeface="Arial"/>
              </a:rPr>
              <a:t>o</a:t>
            </a:r>
            <a:r>
              <a:rPr dirty="0" smtClean="0" sz="2600" spc="-1" b="1" u="heavy">
                <a:latin typeface="Arial"/>
                <a:cs typeface="Arial"/>
              </a:rPr>
              <a:t>d</a:t>
            </a:r>
            <a:r>
              <a:rPr dirty="0" smtClean="0" sz="2600" spc="-1" b="1" u="heavy">
                <a:latin typeface="Arial"/>
                <a:cs typeface="Arial"/>
              </a:rPr>
              <a:t>u</a:t>
            </a:r>
            <a:r>
              <a:rPr dirty="0" smtClean="0" sz="2600" spc="-1" b="1" u="heavy">
                <a:latin typeface="Arial"/>
                <a:cs typeface="Arial"/>
              </a:rPr>
              <a:t>lation</a:t>
            </a:r>
            <a:r>
              <a:rPr dirty="0" smtClean="0" sz="2600" spc="-1" b="1" u="heavy">
                <a:latin typeface="Arial"/>
                <a:cs typeface="Arial"/>
              </a:rPr>
              <a:t> </a:t>
            </a:r>
            <a:r>
              <a:rPr dirty="0" smtClean="0" sz="2600" spc="-1" b="1" u="heavy">
                <a:latin typeface="Arial"/>
                <a:cs typeface="Arial"/>
              </a:rPr>
              <a:t>(AM)</a:t>
            </a:r>
            <a:endParaRPr sz="26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80668" y="1552701"/>
            <a:ext cx="259095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>
                <a:latin typeface="Arial"/>
                <a:cs typeface="Arial"/>
              </a:rPr>
              <a:t>–</a:t>
            </a:r>
            <a:endParaRPr sz="2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75918" y="1552701"/>
            <a:ext cx="4103477" cy="752975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 spc="0">
                <a:latin typeface="Arial"/>
                <a:cs typeface="Arial"/>
              </a:rPr>
              <a:t>Men</a:t>
            </a:r>
            <a:r>
              <a:rPr dirty="0" smtClean="0" sz="2600" spc="0">
                <a:latin typeface="Arial"/>
                <a:cs typeface="Arial"/>
              </a:rPr>
              <a:t>g</a:t>
            </a:r>
            <a:r>
              <a:rPr dirty="0" smtClean="0" sz="2600" spc="0">
                <a:latin typeface="Arial"/>
                <a:cs typeface="Arial"/>
              </a:rPr>
              <a:t>ub</a:t>
            </a:r>
            <a:r>
              <a:rPr dirty="0" smtClean="0" sz="2600" spc="0">
                <a:latin typeface="Arial"/>
                <a:cs typeface="Arial"/>
              </a:rPr>
              <a:t>a</a:t>
            </a:r>
            <a:r>
              <a:rPr dirty="0" smtClean="0" sz="2600" spc="0">
                <a:latin typeface="Arial"/>
                <a:cs typeface="Arial"/>
              </a:rPr>
              <a:t>h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amplitudo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sin</a:t>
            </a:r>
            <a:r>
              <a:rPr dirty="0" smtClean="0" sz="2600" spc="0">
                <a:latin typeface="Arial"/>
                <a:cs typeface="Arial"/>
              </a:rPr>
              <a:t>y</a:t>
            </a:r>
            <a:r>
              <a:rPr dirty="0" smtClean="0" sz="2600" spc="0">
                <a:latin typeface="Arial"/>
                <a:cs typeface="Arial"/>
              </a:rPr>
              <a:t>al</a:t>
            </a:r>
            <a:endParaRPr sz="2600">
              <a:latin typeface="Arial"/>
              <a:cs typeface="Arial"/>
            </a:endParaRPr>
          </a:p>
          <a:p>
            <a:pPr marL="12700" marR="49651">
              <a:lnSpc>
                <a:spcPct val="95825"/>
              </a:lnSpc>
            </a:pPr>
            <a:r>
              <a:rPr dirty="0" smtClean="0" sz="2600" spc="0">
                <a:latin typeface="Arial"/>
                <a:cs typeface="Arial"/>
              </a:rPr>
              <a:t>am</a:t>
            </a:r>
            <a:r>
              <a:rPr dirty="0" smtClean="0" sz="2600" spc="0">
                <a:latin typeface="Arial"/>
                <a:cs typeface="Arial"/>
              </a:rPr>
              <a:t>p</a:t>
            </a:r>
            <a:r>
              <a:rPr dirty="0" smtClean="0" sz="2600" spc="0">
                <a:latin typeface="Arial"/>
                <a:cs typeface="Arial"/>
              </a:rPr>
              <a:t>li</a:t>
            </a:r>
            <a:r>
              <a:rPr dirty="0" smtClean="0" sz="2600" spc="0">
                <a:latin typeface="Arial"/>
                <a:cs typeface="Arial"/>
              </a:rPr>
              <a:t>t</a:t>
            </a:r>
            <a:r>
              <a:rPr dirty="0" smtClean="0" sz="2600" spc="0">
                <a:latin typeface="Arial"/>
                <a:cs typeface="Arial"/>
              </a:rPr>
              <a:t>u</a:t>
            </a:r>
            <a:r>
              <a:rPr dirty="0" smtClean="0" sz="2600" spc="0">
                <a:latin typeface="Arial"/>
                <a:cs typeface="Arial"/>
              </a:rPr>
              <a:t>d</a:t>
            </a:r>
            <a:r>
              <a:rPr dirty="0" smtClean="0" sz="2600" spc="0">
                <a:latin typeface="Arial"/>
                <a:cs typeface="Arial"/>
              </a:rPr>
              <a:t>o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si</a:t>
            </a:r>
            <a:r>
              <a:rPr dirty="0" smtClean="0" sz="2600" spc="0">
                <a:latin typeface="Arial"/>
                <a:cs typeface="Arial"/>
              </a:rPr>
              <a:t>n</a:t>
            </a:r>
            <a:r>
              <a:rPr dirty="0" smtClean="0" sz="2600" spc="0">
                <a:latin typeface="Arial"/>
                <a:cs typeface="Arial"/>
              </a:rPr>
              <a:t>y</a:t>
            </a:r>
            <a:r>
              <a:rPr dirty="0" smtClean="0" sz="2600" spc="0">
                <a:latin typeface="Arial"/>
                <a:cs typeface="Arial"/>
              </a:rPr>
              <a:t>a</a:t>
            </a:r>
            <a:r>
              <a:rPr dirty="0" smtClean="0" sz="2600" spc="0">
                <a:latin typeface="Arial"/>
                <a:cs typeface="Arial"/>
              </a:rPr>
              <a:t>l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p</a:t>
            </a:r>
            <a:r>
              <a:rPr dirty="0" smtClean="0" sz="2600" spc="0">
                <a:latin typeface="Arial"/>
                <a:cs typeface="Arial"/>
              </a:rPr>
              <a:t>e</a:t>
            </a:r>
            <a:r>
              <a:rPr dirty="0" smtClean="0" sz="2600" spc="0">
                <a:latin typeface="Arial"/>
                <a:cs typeface="Arial"/>
              </a:rPr>
              <a:t>s</a:t>
            </a:r>
            <a:r>
              <a:rPr dirty="0" smtClean="0" sz="2600" spc="0">
                <a:latin typeface="Arial"/>
                <a:cs typeface="Arial"/>
              </a:rPr>
              <a:t>a</a:t>
            </a:r>
            <a:r>
              <a:rPr dirty="0" smtClean="0" sz="2600" spc="0">
                <a:latin typeface="Arial"/>
                <a:cs typeface="Arial"/>
              </a:rPr>
              <a:t>n</a:t>
            </a:r>
            <a:endParaRPr sz="2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92724" y="1552701"/>
            <a:ext cx="2943277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 spc="0">
                <a:latin typeface="Arial"/>
                <a:cs typeface="Arial"/>
              </a:rPr>
              <a:t>carrier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berda</a:t>
            </a:r>
            <a:r>
              <a:rPr dirty="0" smtClean="0" sz="2600" spc="0">
                <a:latin typeface="Arial"/>
                <a:cs typeface="Arial"/>
              </a:rPr>
              <a:t>s</a:t>
            </a:r>
            <a:r>
              <a:rPr dirty="0" smtClean="0" sz="2600" spc="0">
                <a:latin typeface="Arial"/>
                <a:cs typeface="Arial"/>
              </a:rPr>
              <a:t>arkan</a:t>
            </a:r>
            <a:endParaRPr sz="2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0668" y="2425057"/>
            <a:ext cx="258879" cy="831595"/>
          </a:xfrm>
          <a:prstGeom prst="rect">
            <a:avLst/>
          </a:prstGeom>
        </p:spPr>
        <p:txBody>
          <a:bodyPr wrap="square" lIns="0" tIns="17526" rIns="0" bIns="0" rtlCol="0">
            <a:noAutofit/>
          </a:bodyPr>
          <a:lstStyle/>
          <a:p>
            <a:pPr marL="12700">
              <a:lnSpc>
                <a:spcPts val="2760"/>
              </a:lnSpc>
            </a:pPr>
            <a:r>
              <a:rPr dirty="0" smtClean="0" sz="2600">
                <a:latin typeface="Arial"/>
                <a:cs typeface="Arial"/>
              </a:rPr>
              <a:t>–</a:t>
            </a:r>
            <a:endParaRPr sz="2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16"/>
              </a:spcBef>
            </a:pPr>
            <a:r>
              <a:rPr dirty="0" smtClean="0" sz="2600">
                <a:latin typeface="Arial"/>
                <a:cs typeface="Arial"/>
              </a:rPr>
              <a:t>–</a:t>
            </a:r>
            <a:endParaRPr sz="26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75918" y="2425057"/>
            <a:ext cx="7824629" cy="2099817"/>
          </a:xfrm>
          <a:prstGeom prst="rect">
            <a:avLst/>
          </a:prstGeom>
        </p:spPr>
        <p:txBody>
          <a:bodyPr wrap="square" lIns="0" tIns="17526" rIns="0" bIns="0" rtlCol="0">
            <a:noAutofit/>
          </a:bodyPr>
          <a:lstStyle/>
          <a:p>
            <a:pPr marL="12700" marR="56954">
              <a:lnSpc>
                <a:spcPts val="2760"/>
              </a:lnSpc>
            </a:pPr>
            <a:r>
              <a:rPr dirty="0" smtClean="0" sz="2600">
                <a:latin typeface="Arial"/>
                <a:cs typeface="Arial"/>
              </a:rPr>
              <a:t>Se</a:t>
            </a:r>
            <a:r>
              <a:rPr dirty="0" smtClean="0" sz="2600">
                <a:latin typeface="Arial"/>
                <a:cs typeface="Arial"/>
              </a:rPr>
              <a:t>m</a:t>
            </a:r>
            <a:r>
              <a:rPr dirty="0" smtClean="0" sz="2600">
                <a:latin typeface="Arial"/>
                <a:cs typeface="Arial"/>
              </a:rPr>
              <a:t>ua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informa</a:t>
            </a:r>
            <a:r>
              <a:rPr dirty="0" smtClean="0" sz="2600">
                <a:latin typeface="Arial"/>
                <a:cs typeface="Arial"/>
              </a:rPr>
              <a:t>s</a:t>
            </a:r>
            <a:r>
              <a:rPr dirty="0" smtClean="0" sz="2600">
                <a:latin typeface="Arial"/>
                <a:cs typeface="Arial"/>
              </a:rPr>
              <a:t>i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dib</a:t>
            </a:r>
            <a:r>
              <a:rPr dirty="0" smtClean="0" sz="2600">
                <a:latin typeface="Arial"/>
                <a:cs typeface="Arial"/>
              </a:rPr>
              <a:t>a</a:t>
            </a:r>
            <a:r>
              <a:rPr dirty="0" smtClean="0" sz="2600">
                <a:latin typeface="Arial"/>
                <a:cs typeface="Arial"/>
              </a:rPr>
              <a:t>wa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di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am</a:t>
            </a:r>
            <a:r>
              <a:rPr dirty="0" smtClean="0" sz="2600">
                <a:latin typeface="Arial"/>
                <a:cs typeface="Arial"/>
              </a:rPr>
              <a:t>p</a:t>
            </a:r>
            <a:r>
              <a:rPr dirty="0" smtClean="0" sz="2600">
                <a:latin typeface="Arial"/>
                <a:cs typeface="Arial"/>
              </a:rPr>
              <a:t>li</a:t>
            </a:r>
            <a:r>
              <a:rPr dirty="0" smtClean="0" sz="2600">
                <a:latin typeface="Arial"/>
                <a:cs typeface="Arial"/>
              </a:rPr>
              <a:t>t</a:t>
            </a:r>
            <a:r>
              <a:rPr dirty="0" smtClean="0" sz="2600">
                <a:latin typeface="Arial"/>
                <a:cs typeface="Arial"/>
              </a:rPr>
              <a:t>u</a:t>
            </a:r>
            <a:r>
              <a:rPr dirty="0" smtClean="0" sz="2600">
                <a:latin typeface="Arial"/>
                <a:cs typeface="Arial"/>
              </a:rPr>
              <a:t>d</a:t>
            </a:r>
            <a:r>
              <a:rPr dirty="0" smtClean="0" sz="2600">
                <a:latin typeface="Arial"/>
                <a:cs typeface="Arial"/>
              </a:rPr>
              <a:t>o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c</a:t>
            </a:r>
            <a:r>
              <a:rPr dirty="0" smtClean="0" sz="2600">
                <a:latin typeface="Arial"/>
                <a:cs typeface="Arial"/>
              </a:rPr>
              <a:t>a</a:t>
            </a:r>
            <a:r>
              <a:rPr dirty="0" smtClean="0" sz="2600">
                <a:latin typeface="Arial"/>
                <a:cs typeface="Arial"/>
              </a:rPr>
              <a:t>rr</a:t>
            </a:r>
            <a:r>
              <a:rPr dirty="0" smtClean="0" sz="2600">
                <a:latin typeface="Arial"/>
                <a:cs typeface="Arial"/>
              </a:rPr>
              <a:t>i</a:t>
            </a:r>
            <a:r>
              <a:rPr dirty="0" smtClean="0" sz="2600">
                <a:latin typeface="Arial"/>
                <a:cs typeface="Arial"/>
              </a:rPr>
              <a:t>er</a:t>
            </a:r>
            <a:endParaRPr sz="2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16"/>
              </a:spcBef>
            </a:pPr>
            <a:r>
              <a:rPr dirty="0" smtClean="0" sz="2600" spc="-4">
                <a:latin typeface="Arial"/>
                <a:cs typeface="Arial"/>
              </a:rPr>
              <a:t>T</a:t>
            </a:r>
            <a:r>
              <a:rPr dirty="0" smtClean="0" sz="2600" spc="-4">
                <a:latin typeface="Arial"/>
                <a:cs typeface="Arial"/>
              </a:rPr>
              <a:t>erd</a:t>
            </a:r>
            <a:r>
              <a:rPr dirty="0" smtClean="0" sz="2600" spc="-4">
                <a:latin typeface="Arial"/>
                <a:cs typeface="Arial"/>
              </a:rPr>
              <a:t>a</a:t>
            </a:r>
            <a:r>
              <a:rPr dirty="0" smtClean="0" sz="2600" spc="-4">
                <a:latin typeface="Arial"/>
                <a:cs typeface="Arial"/>
              </a:rPr>
              <a:t>p</a:t>
            </a:r>
            <a:r>
              <a:rPr dirty="0" smtClean="0" sz="2600" spc="-4">
                <a:latin typeface="Arial"/>
                <a:cs typeface="Arial"/>
              </a:rPr>
              <a:t>a</a:t>
            </a:r>
            <a:r>
              <a:rPr dirty="0" smtClean="0" sz="2600" spc="-4">
                <a:latin typeface="Arial"/>
                <a:cs typeface="Arial"/>
              </a:rPr>
              <a:t>t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>
                <a:latin typeface="Arial"/>
                <a:cs typeface="Arial"/>
              </a:rPr>
              <a:t>h</a:t>
            </a:r>
            <a:r>
              <a:rPr dirty="0" smtClean="0" sz="2600" spc="-4">
                <a:latin typeface="Arial"/>
                <a:cs typeface="Arial"/>
              </a:rPr>
              <a:t>u</a:t>
            </a:r>
            <a:r>
              <a:rPr dirty="0" smtClean="0" sz="2600" spc="-4">
                <a:latin typeface="Arial"/>
                <a:cs typeface="Arial"/>
              </a:rPr>
              <a:t>b</a:t>
            </a:r>
            <a:r>
              <a:rPr dirty="0" smtClean="0" sz="2600" spc="-4">
                <a:latin typeface="Arial"/>
                <a:cs typeface="Arial"/>
              </a:rPr>
              <a:t>u</a:t>
            </a:r>
            <a:r>
              <a:rPr dirty="0" smtClean="0" sz="2600" spc="-4">
                <a:latin typeface="Arial"/>
                <a:cs typeface="Arial"/>
              </a:rPr>
              <a:t>n</a:t>
            </a:r>
            <a:r>
              <a:rPr dirty="0" smtClean="0" sz="2600" spc="-4">
                <a:latin typeface="Arial"/>
                <a:cs typeface="Arial"/>
              </a:rPr>
              <a:t>g</a:t>
            </a:r>
            <a:r>
              <a:rPr dirty="0" smtClean="0" sz="2600" spc="-4">
                <a:latin typeface="Arial"/>
                <a:cs typeface="Arial"/>
              </a:rPr>
              <a:t>an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>
                <a:latin typeface="Arial"/>
                <a:cs typeface="Arial"/>
              </a:rPr>
              <a:t>line</a:t>
            </a:r>
            <a:r>
              <a:rPr dirty="0" smtClean="0" sz="2600" spc="-4">
                <a:latin typeface="Arial"/>
                <a:cs typeface="Arial"/>
              </a:rPr>
              <a:t>a</a:t>
            </a:r>
            <a:r>
              <a:rPr dirty="0" smtClean="0" sz="2600" spc="-4">
                <a:latin typeface="Arial"/>
                <a:cs typeface="Arial"/>
              </a:rPr>
              <a:t>r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>
                <a:latin typeface="Arial"/>
                <a:cs typeface="Arial"/>
              </a:rPr>
              <a:t>antara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 u="heavy">
                <a:latin typeface="Arial"/>
                <a:cs typeface="Arial"/>
              </a:rPr>
              <a:t>k</a:t>
            </a:r>
            <a:r>
              <a:rPr dirty="0" smtClean="0" sz="2600" spc="-4" u="heavy">
                <a:latin typeface="Arial"/>
                <a:cs typeface="Arial"/>
              </a:rPr>
              <a:t>u</a:t>
            </a:r>
            <a:r>
              <a:rPr dirty="0" smtClean="0" sz="2600" spc="-4" u="heavy">
                <a:latin typeface="Arial"/>
                <a:cs typeface="Arial"/>
              </a:rPr>
              <a:t>a</a:t>
            </a:r>
            <a:r>
              <a:rPr dirty="0" smtClean="0" sz="2600" spc="-4" u="heavy">
                <a:latin typeface="Arial"/>
                <a:cs typeface="Arial"/>
              </a:rPr>
              <a:t>litas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>
                <a:latin typeface="Arial"/>
                <a:cs typeface="Arial"/>
              </a:rPr>
              <a:t>si</a:t>
            </a:r>
            <a:r>
              <a:rPr dirty="0" smtClean="0" sz="2600" spc="-4">
                <a:latin typeface="Arial"/>
                <a:cs typeface="Arial"/>
              </a:rPr>
              <a:t>n</a:t>
            </a:r>
            <a:r>
              <a:rPr dirty="0" smtClean="0" sz="2600" spc="-4">
                <a:latin typeface="Arial"/>
                <a:cs typeface="Arial"/>
              </a:rPr>
              <a:t>y</a:t>
            </a:r>
            <a:r>
              <a:rPr dirty="0" smtClean="0" sz="2600" spc="-4">
                <a:latin typeface="Arial"/>
                <a:cs typeface="Arial"/>
              </a:rPr>
              <a:t>a</a:t>
            </a:r>
            <a:r>
              <a:rPr dirty="0" smtClean="0" sz="2600" spc="-4">
                <a:latin typeface="Arial"/>
                <a:cs typeface="Arial"/>
              </a:rPr>
              <a:t>l</a:t>
            </a:r>
            <a:r>
              <a:rPr dirty="0" smtClean="0" sz="2600" spc="-4">
                <a:latin typeface="Arial"/>
                <a:cs typeface="Arial"/>
              </a:rPr>
              <a:t> </a:t>
            </a:r>
            <a:r>
              <a:rPr dirty="0" smtClean="0" sz="2600" spc="-4">
                <a:latin typeface="Arial"/>
                <a:cs typeface="Arial"/>
              </a:rPr>
              <a:t>y</a:t>
            </a:r>
            <a:r>
              <a:rPr dirty="0" smtClean="0" sz="2600" spc="-4">
                <a:latin typeface="Arial"/>
                <a:cs typeface="Arial"/>
              </a:rPr>
              <a:t>a</a:t>
            </a:r>
            <a:r>
              <a:rPr dirty="0" smtClean="0" sz="2600" spc="-4">
                <a:latin typeface="Arial"/>
                <a:cs typeface="Arial"/>
              </a:rPr>
              <a:t>ng</a:t>
            </a:r>
            <a:endParaRPr sz="2600">
              <a:latin typeface="Arial"/>
              <a:cs typeface="Arial"/>
            </a:endParaRPr>
          </a:p>
          <a:p>
            <a:pPr marL="12700" marR="56954">
              <a:lnSpc>
                <a:spcPct val="95825"/>
              </a:lnSpc>
              <a:spcBef>
                <a:spcPts val="130"/>
              </a:spcBef>
            </a:pPr>
            <a:r>
              <a:rPr dirty="0" smtClean="0" sz="2600">
                <a:latin typeface="Arial"/>
                <a:cs typeface="Arial"/>
              </a:rPr>
              <a:t>diter</a:t>
            </a:r>
            <a:r>
              <a:rPr dirty="0" smtClean="0" sz="2600">
                <a:latin typeface="Arial"/>
                <a:cs typeface="Arial"/>
              </a:rPr>
              <a:t>i</a:t>
            </a:r>
            <a:r>
              <a:rPr dirty="0" smtClean="0" sz="2600">
                <a:latin typeface="Arial"/>
                <a:cs typeface="Arial"/>
              </a:rPr>
              <a:t>ma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>
                <a:latin typeface="Arial"/>
                <a:cs typeface="Arial"/>
              </a:rPr>
              <a:t>de</a:t>
            </a:r>
            <a:r>
              <a:rPr dirty="0" smtClean="0" sz="2600">
                <a:latin typeface="Arial"/>
                <a:cs typeface="Arial"/>
              </a:rPr>
              <a:t>n</a:t>
            </a:r>
            <a:r>
              <a:rPr dirty="0" smtClean="0" sz="2600">
                <a:latin typeface="Arial"/>
                <a:cs typeface="Arial"/>
              </a:rPr>
              <a:t>gan</a:t>
            </a:r>
            <a:r>
              <a:rPr dirty="0" smtClean="0" sz="2600">
                <a:latin typeface="Arial"/>
                <a:cs typeface="Arial"/>
              </a:rPr>
              <a:t> </a:t>
            </a:r>
            <a:r>
              <a:rPr dirty="0" smtClean="0" sz="2600" u="heavy">
                <a:latin typeface="Arial"/>
                <a:cs typeface="Arial"/>
              </a:rPr>
              <a:t>da</a:t>
            </a:r>
            <a:r>
              <a:rPr dirty="0" smtClean="0" sz="2600" u="heavy">
                <a:latin typeface="Arial"/>
                <a:cs typeface="Arial"/>
              </a:rPr>
              <a:t>y</a:t>
            </a:r>
            <a:r>
              <a:rPr dirty="0" smtClean="0" sz="2600" spc="0" u="heavy">
                <a:latin typeface="Arial"/>
                <a:cs typeface="Arial"/>
              </a:rPr>
              <a:t>a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sin</a:t>
            </a:r>
            <a:r>
              <a:rPr dirty="0" smtClean="0" sz="2600" spc="0">
                <a:latin typeface="Arial"/>
                <a:cs typeface="Arial"/>
              </a:rPr>
              <a:t>y</a:t>
            </a:r>
            <a:r>
              <a:rPr dirty="0" smtClean="0" sz="2600" spc="0">
                <a:latin typeface="Arial"/>
                <a:cs typeface="Arial"/>
              </a:rPr>
              <a:t>al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ya</a:t>
            </a:r>
            <a:r>
              <a:rPr dirty="0" smtClean="0" sz="2600" spc="0">
                <a:latin typeface="Arial"/>
                <a:cs typeface="Arial"/>
              </a:rPr>
              <a:t>n</a:t>
            </a:r>
            <a:r>
              <a:rPr dirty="0" smtClean="0" sz="2600" spc="0">
                <a:latin typeface="Arial"/>
                <a:cs typeface="Arial"/>
              </a:rPr>
              <a:t>g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diter</a:t>
            </a:r>
            <a:r>
              <a:rPr dirty="0" smtClean="0" sz="2600" spc="0">
                <a:latin typeface="Arial"/>
                <a:cs typeface="Arial"/>
              </a:rPr>
              <a:t>i</a:t>
            </a:r>
            <a:r>
              <a:rPr dirty="0" smtClean="0" sz="2600" spc="0">
                <a:latin typeface="Arial"/>
                <a:cs typeface="Arial"/>
              </a:rPr>
              <a:t>ma.</a:t>
            </a:r>
            <a:endParaRPr sz="2600">
              <a:latin typeface="Arial"/>
              <a:cs typeface="Arial"/>
            </a:endParaRPr>
          </a:p>
          <a:p>
            <a:pPr marL="12700" marR="551162">
              <a:lnSpc>
                <a:spcPct val="100041"/>
              </a:lnSpc>
              <a:spcBef>
                <a:spcPts val="756"/>
              </a:spcBef>
            </a:pPr>
            <a:r>
              <a:rPr dirty="0" smtClean="0" sz="2600" spc="-1">
                <a:latin typeface="Arial"/>
                <a:cs typeface="Arial"/>
              </a:rPr>
              <a:t>Sistem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AM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s</a:t>
            </a:r>
            <a:r>
              <a:rPr dirty="0" smtClean="0" sz="2600" spc="-1">
                <a:latin typeface="Arial"/>
                <a:cs typeface="Arial"/>
              </a:rPr>
              <a:t>e</a:t>
            </a:r>
            <a:r>
              <a:rPr dirty="0" smtClean="0" sz="2600" spc="-1">
                <a:latin typeface="Arial"/>
                <a:cs typeface="Arial"/>
              </a:rPr>
              <a:t>lalui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me</a:t>
            </a:r>
            <a:r>
              <a:rPr dirty="0" smtClean="0" sz="2600" spc="-1">
                <a:latin typeface="Arial"/>
                <a:cs typeface="Arial"/>
              </a:rPr>
              <a:t>n</a:t>
            </a:r>
            <a:r>
              <a:rPr dirty="0" smtClean="0" sz="2600" spc="-1">
                <a:latin typeface="Arial"/>
                <a:cs typeface="Arial"/>
              </a:rPr>
              <a:t>g</a:t>
            </a:r>
            <a:r>
              <a:rPr dirty="0" smtClean="0" sz="2600" spc="-1">
                <a:latin typeface="Arial"/>
                <a:cs typeface="Arial"/>
              </a:rPr>
              <a:t>g</a:t>
            </a:r>
            <a:r>
              <a:rPr dirty="0" smtClean="0" sz="2600" spc="-1">
                <a:latin typeface="Arial"/>
                <a:cs typeface="Arial"/>
              </a:rPr>
              <a:t>u</a:t>
            </a:r>
            <a:r>
              <a:rPr dirty="0" smtClean="0" sz="2600" spc="-1">
                <a:latin typeface="Arial"/>
                <a:cs typeface="Arial"/>
              </a:rPr>
              <a:t>n</a:t>
            </a:r>
            <a:r>
              <a:rPr dirty="0" smtClean="0" sz="2600" spc="-1">
                <a:latin typeface="Arial"/>
                <a:cs typeface="Arial"/>
              </a:rPr>
              <a:t>a</a:t>
            </a:r>
            <a:r>
              <a:rPr dirty="0" smtClean="0" sz="2600" spc="-1">
                <a:latin typeface="Arial"/>
                <a:cs typeface="Arial"/>
              </a:rPr>
              <a:t>k</a:t>
            </a:r>
            <a:r>
              <a:rPr dirty="0" smtClean="0" sz="2600" spc="-1">
                <a:latin typeface="Arial"/>
                <a:cs typeface="Arial"/>
              </a:rPr>
              <a:t>an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b</a:t>
            </a:r>
            <a:r>
              <a:rPr dirty="0" smtClean="0" sz="2600" spc="-1">
                <a:latin typeface="Arial"/>
                <a:cs typeface="Arial"/>
              </a:rPr>
              <a:t>a</a:t>
            </a:r>
            <a:r>
              <a:rPr dirty="0" smtClean="0" sz="2600" spc="-1">
                <a:latin typeface="Arial"/>
                <a:cs typeface="Arial"/>
              </a:rPr>
              <a:t>n</a:t>
            </a:r>
            <a:r>
              <a:rPr dirty="0" smtClean="0" sz="2600" spc="-1">
                <a:latin typeface="Arial"/>
                <a:cs typeface="Arial"/>
              </a:rPr>
              <a:t>d</a:t>
            </a:r>
            <a:r>
              <a:rPr dirty="0" smtClean="0" sz="2600" spc="-1">
                <a:latin typeface="Arial"/>
                <a:cs typeface="Arial"/>
              </a:rPr>
              <a:t>width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y</a:t>
            </a:r>
            <a:r>
              <a:rPr dirty="0" smtClean="0" sz="2600" spc="-1">
                <a:latin typeface="Arial"/>
                <a:cs typeface="Arial"/>
              </a:rPr>
              <a:t>a</a:t>
            </a:r>
            <a:r>
              <a:rPr dirty="0" smtClean="0" sz="2600" spc="-1">
                <a:latin typeface="Arial"/>
                <a:cs typeface="Arial"/>
              </a:rPr>
              <a:t>ng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lebih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ke</a:t>
            </a:r>
            <a:r>
              <a:rPr dirty="0" smtClean="0" sz="2600" spc="-1">
                <a:latin typeface="Arial"/>
                <a:cs typeface="Arial"/>
              </a:rPr>
              <a:t>c</a:t>
            </a:r>
            <a:r>
              <a:rPr dirty="0" smtClean="0" sz="2600" spc="-1">
                <a:latin typeface="Arial"/>
                <a:cs typeface="Arial"/>
              </a:rPr>
              <a:t>il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d</a:t>
            </a:r>
            <a:r>
              <a:rPr dirty="0" smtClean="0" sz="2600" spc="-1">
                <a:latin typeface="Arial"/>
                <a:cs typeface="Arial"/>
              </a:rPr>
              <a:t>a</a:t>
            </a:r>
            <a:r>
              <a:rPr dirty="0" smtClean="0" sz="2600" spc="-1">
                <a:latin typeface="Arial"/>
                <a:cs typeface="Arial"/>
              </a:rPr>
              <a:t>ripada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sistem</a:t>
            </a:r>
            <a:r>
              <a:rPr dirty="0" smtClean="0" sz="2600" spc="-1">
                <a:latin typeface="Arial"/>
                <a:cs typeface="Arial"/>
              </a:rPr>
              <a:t> </a:t>
            </a:r>
            <a:r>
              <a:rPr dirty="0" smtClean="0" sz="2600" spc="-1">
                <a:latin typeface="Arial"/>
                <a:cs typeface="Arial"/>
              </a:rPr>
              <a:t>F</a:t>
            </a:r>
            <a:r>
              <a:rPr dirty="0" smtClean="0" sz="2600" spc="-1">
                <a:latin typeface="Arial"/>
                <a:cs typeface="Arial"/>
              </a:rPr>
              <a:t>M</a:t>
            </a:r>
            <a:r>
              <a:rPr dirty="0" smtClean="0" sz="2600" spc="-1">
                <a:latin typeface="Arial"/>
                <a:cs typeface="Arial"/>
              </a:rPr>
              <a:t>.</a:t>
            </a:r>
            <a:endParaRPr sz="2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0668" y="3772527"/>
            <a:ext cx="258879" cy="356107"/>
          </a:xfrm>
          <a:prstGeom prst="rect">
            <a:avLst/>
          </a:prstGeom>
        </p:spPr>
        <p:txBody>
          <a:bodyPr wrap="square" lIns="0" tIns="17526" rIns="0" bIns="0" rtlCol="0">
            <a:noAutofit/>
          </a:bodyPr>
          <a:lstStyle/>
          <a:p>
            <a:pPr marL="12700">
              <a:lnSpc>
                <a:spcPts val="2760"/>
              </a:lnSpc>
            </a:pPr>
            <a:r>
              <a:rPr dirty="0" smtClean="0" sz="2600">
                <a:latin typeface="Arial"/>
                <a:cs typeface="Arial"/>
              </a:rPr>
              <a:t>–</a:t>
            </a:r>
            <a:endParaRPr sz="2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0668" y="4644008"/>
            <a:ext cx="259095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>
                <a:latin typeface="Arial"/>
                <a:cs typeface="Arial"/>
              </a:rPr>
              <a:t>–</a:t>
            </a:r>
            <a:endParaRPr sz="2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75918" y="4644008"/>
            <a:ext cx="5290489" cy="752975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 spc="-5">
                <a:latin typeface="Arial"/>
                <a:cs typeface="Arial"/>
              </a:rPr>
              <a:t>Siny</a:t>
            </a:r>
            <a:r>
              <a:rPr dirty="0" smtClean="0" sz="2600" spc="-5">
                <a:latin typeface="Arial"/>
                <a:cs typeface="Arial"/>
              </a:rPr>
              <a:t>a</a:t>
            </a:r>
            <a:r>
              <a:rPr dirty="0" smtClean="0" sz="2600" spc="-5">
                <a:latin typeface="Arial"/>
                <a:cs typeface="Arial"/>
              </a:rPr>
              <a:t>l</a:t>
            </a:r>
            <a:r>
              <a:rPr dirty="0" smtClean="0" sz="2600" spc="-5">
                <a:latin typeface="Arial"/>
                <a:cs typeface="Arial"/>
              </a:rPr>
              <a:t> </a:t>
            </a:r>
            <a:r>
              <a:rPr dirty="0" smtClean="0" sz="2600" spc="-5">
                <a:latin typeface="Arial"/>
                <a:cs typeface="Arial"/>
              </a:rPr>
              <a:t>carrier</a:t>
            </a:r>
            <a:r>
              <a:rPr dirty="0" smtClean="0" sz="2600" spc="-5">
                <a:latin typeface="Arial"/>
                <a:cs typeface="Arial"/>
              </a:rPr>
              <a:t> </a:t>
            </a:r>
            <a:r>
              <a:rPr dirty="0" smtClean="0" sz="2600" spc="-5">
                <a:latin typeface="Arial"/>
                <a:cs typeface="Arial"/>
              </a:rPr>
              <a:t>AM</a:t>
            </a:r>
            <a:r>
              <a:rPr dirty="0" smtClean="0" sz="2600" spc="-5">
                <a:latin typeface="Arial"/>
                <a:cs typeface="Arial"/>
              </a:rPr>
              <a:t> </a:t>
            </a:r>
            <a:r>
              <a:rPr dirty="0" smtClean="0" sz="2600" spc="-5">
                <a:latin typeface="Arial"/>
                <a:cs typeface="Arial"/>
              </a:rPr>
              <a:t>memiliki</a:t>
            </a:r>
            <a:r>
              <a:rPr dirty="0" smtClean="0" sz="2600" spc="-5">
                <a:latin typeface="Arial"/>
                <a:cs typeface="Arial"/>
              </a:rPr>
              <a:t> </a:t>
            </a:r>
            <a:r>
              <a:rPr dirty="0" smtClean="0" sz="2600" spc="-5">
                <a:latin typeface="Arial"/>
                <a:cs typeface="Arial"/>
              </a:rPr>
              <a:t>en</a:t>
            </a:r>
            <a:r>
              <a:rPr dirty="0" smtClean="0" sz="2600" spc="-5">
                <a:latin typeface="Arial"/>
                <a:cs typeface="Arial"/>
              </a:rPr>
              <a:t>v</a:t>
            </a:r>
            <a:r>
              <a:rPr dirty="0" smtClean="0" sz="2600" spc="-5">
                <a:latin typeface="Arial"/>
                <a:cs typeface="Arial"/>
              </a:rPr>
              <a:t>elope</a:t>
            </a:r>
            <a:endParaRPr sz="2600">
              <a:latin typeface="Arial"/>
              <a:cs typeface="Arial"/>
            </a:endParaRPr>
          </a:p>
          <a:p>
            <a:pPr marL="12700" marR="49651">
              <a:lnSpc>
                <a:spcPct val="95825"/>
              </a:lnSpc>
            </a:pPr>
            <a:r>
              <a:rPr dirty="0" smtClean="0" sz="2600" spc="1">
                <a:latin typeface="Arial"/>
                <a:cs typeface="Arial"/>
              </a:rPr>
              <a:t>terha</a:t>
            </a:r>
            <a:r>
              <a:rPr dirty="0" smtClean="0" sz="2600" spc="1">
                <a:latin typeface="Arial"/>
                <a:cs typeface="Arial"/>
              </a:rPr>
              <a:t>d</a:t>
            </a:r>
            <a:r>
              <a:rPr dirty="0" smtClean="0" sz="2600" spc="1">
                <a:latin typeface="Arial"/>
                <a:cs typeface="Arial"/>
              </a:rPr>
              <a:t>ap</a:t>
            </a:r>
            <a:r>
              <a:rPr dirty="0" smtClean="0" sz="2600" spc="1">
                <a:latin typeface="Arial"/>
                <a:cs typeface="Arial"/>
              </a:rPr>
              <a:t> </a:t>
            </a:r>
            <a:r>
              <a:rPr dirty="0" smtClean="0" sz="2600" spc="1">
                <a:latin typeface="Arial"/>
                <a:cs typeface="Arial"/>
              </a:rPr>
              <a:t>wa</a:t>
            </a:r>
            <a:r>
              <a:rPr dirty="0" smtClean="0" sz="2600" spc="1">
                <a:latin typeface="Arial"/>
                <a:cs typeface="Arial"/>
              </a:rPr>
              <a:t>k</a:t>
            </a:r>
            <a:r>
              <a:rPr dirty="0" smtClean="0" sz="2600" spc="1">
                <a:latin typeface="Arial"/>
                <a:cs typeface="Arial"/>
              </a:rPr>
              <a:t>tu.</a:t>
            </a:r>
            <a:endParaRPr sz="2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82053" y="4644008"/>
            <a:ext cx="2099526" cy="356412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600" spc="0">
                <a:latin typeface="Arial"/>
                <a:cs typeface="Arial"/>
              </a:rPr>
              <a:t>ya</a:t>
            </a:r>
            <a:r>
              <a:rPr dirty="0" smtClean="0" sz="2600" spc="0">
                <a:latin typeface="Arial"/>
                <a:cs typeface="Arial"/>
              </a:rPr>
              <a:t>n</a:t>
            </a:r>
            <a:r>
              <a:rPr dirty="0" smtClean="0" sz="2600" spc="0">
                <a:latin typeface="Arial"/>
                <a:cs typeface="Arial"/>
              </a:rPr>
              <a:t>g</a:t>
            </a:r>
            <a:r>
              <a:rPr dirty="0" smtClean="0" sz="2600" spc="0">
                <a:latin typeface="Arial"/>
                <a:cs typeface="Arial"/>
              </a:rPr>
              <a:t> </a:t>
            </a:r>
            <a:r>
              <a:rPr dirty="0" smtClean="0" sz="2600" spc="0">
                <a:latin typeface="Arial"/>
                <a:cs typeface="Arial"/>
              </a:rPr>
              <a:t>berub</a:t>
            </a:r>
            <a:r>
              <a:rPr dirty="0" smtClean="0" sz="2600" spc="0">
                <a:latin typeface="Arial"/>
                <a:cs typeface="Arial"/>
              </a:rPr>
              <a:t>a</a:t>
            </a:r>
            <a:r>
              <a:rPr dirty="0" smtClean="0" sz="2600" spc="0">
                <a:latin typeface="Arial"/>
                <a:cs typeface="Arial"/>
              </a:rPr>
              <a:t>h</a:t>
            </a:r>
            <a:endParaRPr sz="2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46768" y="6471832"/>
            <a:ext cx="344038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45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37276" y="1218438"/>
            <a:ext cx="8929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591886" y="1218438"/>
            <a:ext cx="8598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bject 30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970276" y="5321808"/>
            <a:ext cx="4953000" cy="609600"/>
          </a:xfrm>
          <a:custGeom>
            <a:avLst/>
            <a:gdLst/>
            <a:ahLst/>
            <a:cxnLst/>
            <a:rect l="l" t="t" r="r" b="b"/>
            <a:pathLst>
              <a:path w="4953000" h="609600">
                <a:moveTo>
                  <a:pt x="0" y="609599"/>
                </a:moveTo>
                <a:lnTo>
                  <a:pt x="4953000" y="609599"/>
                </a:lnTo>
                <a:lnTo>
                  <a:pt x="4953000" y="0"/>
                </a:lnTo>
                <a:lnTo>
                  <a:pt x="0" y="0"/>
                </a:lnTo>
                <a:lnTo>
                  <a:pt x="0" y="609599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817114" y="5322570"/>
            <a:ext cx="5106924" cy="609600"/>
          </a:xfrm>
          <a:custGeom>
            <a:avLst/>
            <a:gdLst/>
            <a:ahLst/>
            <a:cxnLst/>
            <a:rect l="l" t="t" r="r" b="b"/>
            <a:pathLst>
              <a:path w="5106924" h="609600">
                <a:moveTo>
                  <a:pt x="0" y="609599"/>
                </a:moveTo>
                <a:lnTo>
                  <a:pt x="5106924" y="609599"/>
                </a:lnTo>
                <a:lnTo>
                  <a:pt x="5106924" y="0"/>
                </a:lnTo>
                <a:lnTo>
                  <a:pt x="0" y="0"/>
                </a:lnTo>
                <a:lnTo>
                  <a:pt x="0" y="609599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56438" y="762762"/>
            <a:ext cx="5715000" cy="762000"/>
          </a:xfrm>
          <a:custGeom>
            <a:avLst/>
            <a:gdLst/>
            <a:ahLst/>
            <a:cxnLst/>
            <a:rect l="l" t="t" r="r" b="b"/>
            <a:pathLst>
              <a:path w="5715000" h="762000">
                <a:moveTo>
                  <a:pt x="0" y="762000"/>
                </a:moveTo>
                <a:lnTo>
                  <a:pt x="5715000" y="762000"/>
                </a:lnTo>
                <a:lnTo>
                  <a:pt x="5715000" y="0"/>
                </a:lnTo>
                <a:lnTo>
                  <a:pt x="0" y="0"/>
                </a:lnTo>
                <a:lnTo>
                  <a:pt x="0" y="762000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375660" y="3124200"/>
            <a:ext cx="2362200" cy="762000"/>
          </a:xfrm>
          <a:custGeom>
            <a:avLst/>
            <a:gdLst/>
            <a:ahLst/>
            <a:cxnLst/>
            <a:rect l="l" t="t" r="r" b="b"/>
            <a:pathLst>
              <a:path w="2362200" h="762000">
                <a:moveTo>
                  <a:pt x="0" y="762000"/>
                </a:moveTo>
                <a:lnTo>
                  <a:pt x="2362200" y="762000"/>
                </a:lnTo>
                <a:lnTo>
                  <a:pt x="2362200" y="0"/>
                </a:lnTo>
                <a:lnTo>
                  <a:pt x="0" y="0"/>
                </a:lnTo>
                <a:lnTo>
                  <a:pt x="0" y="762000"/>
                </a:lnTo>
                <a:close/>
              </a:path>
            </a:pathLst>
          </a:custGeom>
          <a:solidFill>
            <a:srgbClr val="00336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610612" y="3467100"/>
            <a:ext cx="762000" cy="76200"/>
          </a:xfrm>
          <a:custGeom>
            <a:avLst/>
            <a:gdLst/>
            <a:ahLst/>
            <a:cxnLst/>
            <a:rect l="l" t="t" r="r" b="b"/>
            <a:pathLst>
              <a:path w="762000" h="76200">
                <a:moveTo>
                  <a:pt x="698500" y="44450"/>
                </a:moveTo>
                <a:lnTo>
                  <a:pt x="685799" y="44450"/>
                </a:lnTo>
                <a:lnTo>
                  <a:pt x="685800" y="76200"/>
                </a:lnTo>
                <a:lnTo>
                  <a:pt x="762000" y="38100"/>
                </a:lnTo>
                <a:lnTo>
                  <a:pt x="698500" y="44450"/>
                </a:lnTo>
                <a:close/>
              </a:path>
              <a:path w="762000" h="76200">
                <a:moveTo>
                  <a:pt x="698500" y="31750"/>
                </a:moveTo>
                <a:lnTo>
                  <a:pt x="685800" y="0"/>
                </a:lnTo>
                <a:lnTo>
                  <a:pt x="685800" y="31749"/>
                </a:lnTo>
                <a:lnTo>
                  <a:pt x="698500" y="31750"/>
                </a:lnTo>
                <a:close/>
              </a:path>
              <a:path w="762000" h="76200">
                <a:moveTo>
                  <a:pt x="0" y="31750"/>
                </a:moveTo>
                <a:lnTo>
                  <a:pt x="0" y="44450"/>
                </a:lnTo>
                <a:lnTo>
                  <a:pt x="698500" y="44450"/>
                </a:lnTo>
                <a:lnTo>
                  <a:pt x="762000" y="38100"/>
                </a:lnTo>
                <a:lnTo>
                  <a:pt x="685800" y="0"/>
                </a:lnTo>
                <a:lnTo>
                  <a:pt x="6985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5734812" y="3467100"/>
            <a:ext cx="762000" cy="76200"/>
          </a:xfrm>
          <a:custGeom>
            <a:avLst/>
            <a:gdLst/>
            <a:ahLst/>
            <a:cxnLst/>
            <a:rect l="l" t="t" r="r" b="b"/>
            <a:pathLst>
              <a:path w="762000" h="76200">
                <a:moveTo>
                  <a:pt x="698500" y="44450"/>
                </a:moveTo>
                <a:lnTo>
                  <a:pt x="685799" y="44450"/>
                </a:lnTo>
                <a:lnTo>
                  <a:pt x="685800" y="76200"/>
                </a:lnTo>
                <a:lnTo>
                  <a:pt x="762000" y="38100"/>
                </a:lnTo>
                <a:lnTo>
                  <a:pt x="698500" y="44450"/>
                </a:lnTo>
                <a:close/>
              </a:path>
              <a:path w="762000" h="76200">
                <a:moveTo>
                  <a:pt x="698500" y="31750"/>
                </a:moveTo>
                <a:lnTo>
                  <a:pt x="685800" y="0"/>
                </a:lnTo>
                <a:lnTo>
                  <a:pt x="685800" y="31749"/>
                </a:lnTo>
                <a:lnTo>
                  <a:pt x="698500" y="31750"/>
                </a:lnTo>
                <a:close/>
              </a:path>
              <a:path w="762000" h="76200">
                <a:moveTo>
                  <a:pt x="0" y="31750"/>
                </a:moveTo>
                <a:lnTo>
                  <a:pt x="0" y="44450"/>
                </a:lnTo>
                <a:lnTo>
                  <a:pt x="698500" y="44450"/>
                </a:lnTo>
                <a:lnTo>
                  <a:pt x="762000" y="38100"/>
                </a:lnTo>
                <a:lnTo>
                  <a:pt x="685800" y="0"/>
                </a:lnTo>
                <a:lnTo>
                  <a:pt x="6985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5940" y="1843838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79144" y="1843838"/>
            <a:ext cx="3778367" cy="807839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687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A</a:t>
            </a:r>
            <a:r>
              <a:rPr dirty="0" smtClean="0" sz="2800" spc="-2">
                <a:latin typeface="Arial"/>
                <a:cs typeface="Arial"/>
              </a:rPr>
              <a:t>m</a:t>
            </a:r>
            <a:r>
              <a:rPr dirty="0" smtClean="0" sz="2800" spc="-2">
                <a:latin typeface="Arial"/>
                <a:cs typeface="Arial"/>
              </a:rPr>
              <a:t>pl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tu</a:t>
            </a:r>
            <a:r>
              <a:rPr dirty="0" smtClean="0" sz="2800" spc="-2">
                <a:latin typeface="Arial"/>
                <a:cs typeface="Arial"/>
              </a:rPr>
              <a:t>d</a:t>
            </a:r>
            <a:r>
              <a:rPr dirty="0" smtClean="0" sz="2800" spc="-2">
                <a:latin typeface="Arial"/>
                <a:cs typeface="Arial"/>
              </a:rPr>
              <a:t>o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si</a:t>
            </a:r>
            <a:r>
              <a:rPr dirty="0" smtClean="0" sz="2800" spc="-2">
                <a:latin typeface="Arial"/>
                <a:cs typeface="Arial"/>
              </a:rPr>
              <a:t>n</a:t>
            </a:r>
            <a:r>
              <a:rPr dirty="0" smtClean="0" sz="2800" spc="-2">
                <a:latin typeface="Arial"/>
                <a:cs typeface="Arial"/>
              </a:rPr>
              <a:t>y</a:t>
            </a:r>
            <a:r>
              <a:rPr dirty="0" smtClean="0" sz="2800" spc="-2">
                <a:latin typeface="Arial"/>
                <a:cs typeface="Arial"/>
              </a:rPr>
              <a:t>a</a:t>
            </a:r>
            <a:r>
              <a:rPr dirty="0" smtClean="0" sz="2800" spc="-2">
                <a:latin typeface="Arial"/>
                <a:cs typeface="Arial"/>
              </a:rPr>
              <a:t>l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c</a:t>
            </a:r>
            <a:r>
              <a:rPr dirty="0" smtClean="0" sz="2800" spc="-2">
                <a:latin typeface="Arial"/>
                <a:cs typeface="Arial"/>
              </a:rPr>
              <a:t>ar</a:t>
            </a:r>
            <a:r>
              <a:rPr dirty="0" smtClean="0" sz="2800" spc="-2">
                <a:latin typeface="Arial"/>
                <a:cs typeface="Arial"/>
              </a:rPr>
              <a:t>r</a:t>
            </a:r>
            <a:r>
              <a:rPr dirty="0" smtClean="0" sz="2800" spc="-2">
                <a:latin typeface="Arial"/>
                <a:cs typeface="Arial"/>
              </a:rPr>
              <a:t>ier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800" spc="-5">
                <a:latin typeface="Arial"/>
                <a:cs typeface="Arial"/>
              </a:rPr>
              <a:t>am</a:t>
            </a:r>
            <a:r>
              <a:rPr dirty="0" smtClean="0" sz="2800" spc="-5">
                <a:latin typeface="Arial"/>
                <a:cs typeface="Arial"/>
              </a:rPr>
              <a:t>p</a:t>
            </a:r>
            <a:r>
              <a:rPr dirty="0" smtClean="0" sz="2800" spc="-5">
                <a:latin typeface="Arial"/>
                <a:cs typeface="Arial"/>
              </a:rPr>
              <a:t>li</a:t>
            </a:r>
            <a:r>
              <a:rPr dirty="0" smtClean="0" sz="2800" spc="-5">
                <a:latin typeface="Arial"/>
                <a:cs typeface="Arial"/>
              </a:rPr>
              <a:t>t</a:t>
            </a:r>
            <a:r>
              <a:rPr dirty="0" smtClean="0" sz="2800" spc="-5">
                <a:latin typeface="Arial"/>
                <a:cs typeface="Arial"/>
              </a:rPr>
              <a:t>u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o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e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at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si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y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l</a:t>
            </a:r>
            <a:endParaRPr sz="2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77981" y="1843838"/>
            <a:ext cx="4037474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3">
                <a:latin typeface="Arial"/>
                <a:cs typeface="Arial"/>
              </a:rPr>
              <a:t>d</a:t>
            </a:r>
            <a:r>
              <a:rPr dirty="0" smtClean="0" sz="2800" spc="-3">
                <a:latin typeface="Arial"/>
                <a:cs typeface="Arial"/>
              </a:rPr>
              <a:t>i</a:t>
            </a:r>
            <a:r>
              <a:rPr dirty="0" smtClean="0" sz="2800" spc="-3">
                <a:latin typeface="Arial"/>
                <a:cs typeface="Arial"/>
              </a:rPr>
              <a:t>v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ri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si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an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be</a:t>
            </a:r>
            <a:r>
              <a:rPr dirty="0" smtClean="0" sz="2800" spc="-3">
                <a:latin typeface="Arial"/>
                <a:cs typeface="Arial"/>
              </a:rPr>
              <a:t>r</a:t>
            </a:r>
            <a:r>
              <a:rPr dirty="0" smtClean="0" sz="2800" spc="-3">
                <a:latin typeface="Arial"/>
                <a:cs typeface="Arial"/>
              </a:rPr>
              <a:t>da</a:t>
            </a:r>
            <a:r>
              <a:rPr dirty="0" smtClean="0" sz="2800" spc="-3">
                <a:latin typeface="Arial"/>
                <a:cs typeface="Arial"/>
              </a:rPr>
              <a:t>s</a:t>
            </a:r>
            <a:r>
              <a:rPr dirty="0" smtClean="0" sz="2800" spc="-3">
                <a:latin typeface="Arial"/>
                <a:cs typeface="Arial"/>
              </a:rPr>
              <a:t>ar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77563" y="2271186"/>
            <a:ext cx="1048064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p</a:t>
            </a:r>
            <a:r>
              <a:rPr dirty="0" smtClean="0" sz="2800" spc="3">
                <a:latin typeface="Arial"/>
                <a:cs typeface="Arial"/>
              </a:rPr>
              <a:t>e</a:t>
            </a:r>
            <a:r>
              <a:rPr dirty="0" smtClean="0" sz="2800" spc="3">
                <a:latin typeface="Arial"/>
                <a:cs typeface="Arial"/>
              </a:rPr>
              <a:t>s</a:t>
            </a:r>
            <a:r>
              <a:rPr dirty="0" smtClean="0" sz="2800" spc="3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746745" y="2271186"/>
            <a:ext cx="1996870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p</a:t>
            </a:r>
            <a:r>
              <a:rPr dirty="0" smtClean="0" sz="2800" spc="2">
                <a:latin typeface="Arial"/>
                <a:cs typeface="Arial"/>
              </a:rPr>
              <a:t>e</a:t>
            </a:r>
            <a:r>
              <a:rPr dirty="0" smtClean="0" sz="2800" spc="2">
                <a:latin typeface="Arial"/>
                <a:cs typeface="Arial"/>
              </a:rPr>
              <a:t>mo</a:t>
            </a:r>
            <a:r>
              <a:rPr dirty="0" smtClean="0" sz="2800" spc="2">
                <a:latin typeface="Arial"/>
                <a:cs typeface="Arial"/>
              </a:rPr>
              <a:t>d</a:t>
            </a:r>
            <a:r>
              <a:rPr dirty="0" smtClean="0" sz="2800" spc="2">
                <a:latin typeface="Arial"/>
                <a:cs typeface="Arial"/>
              </a:rPr>
              <a:t>u</a:t>
            </a:r>
            <a:r>
              <a:rPr dirty="0" smtClean="0" sz="2800" spc="2">
                <a:latin typeface="Arial"/>
                <a:cs typeface="Arial"/>
              </a:rPr>
              <a:t>l</a:t>
            </a: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s</a:t>
            </a:r>
            <a:r>
              <a:rPr dirty="0" smtClean="0" sz="2800" spc="2">
                <a:latin typeface="Arial"/>
                <a:cs typeface="Arial"/>
              </a:rPr>
              <a:t>i,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765799" y="2271186"/>
            <a:ext cx="809443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m(t</a:t>
            </a:r>
            <a:r>
              <a:rPr dirty="0" smtClean="0" sz="2800" spc="1">
                <a:latin typeface="Arial"/>
                <a:cs typeface="Arial"/>
              </a:rPr>
              <a:t>)</a:t>
            </a:r>
            <a:r>
              <a:rPr dirty="0" smtClean="0" sz="2800" spc="1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171446" y="3352347"/>
            <a:ext cx="46591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m(t)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75806" y="3368222"/>
            <a:ext cx="624678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>
                <a:latin typeface="Arial"/>
                <a:cs typeface="Arial"/>
              </a:rPr>
              <a:t>s</a:t>
            </a:r>
            <a:r>
              <a:rPr dirty="0" smtClean="0" baseline="-9662" sz="1800">
                <a:latin typeface="Arial"/>
                <a:cs typeface="Arial"/>
              </a:rPr>
              <a:t>A</a:t>
            </a:r>
            <a:r>
              <a:rPr dirty="0" smtClean="0" baseline="-9662" sz="1800">
                <a:latin typeface="Arial"/>
                <a:cs typeface="Arial"/>
              </a:rPr>
              <a:t>M</a:t>
            </a:r>
            <a:r>
              <a:rPr dirty="0" smtClean="0" baseline="8052" sz="2700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38072" y="4146204"/>
            <a:ext cx="3905896" cy="1054566"/>
          </a:xfrm>
          <a:prstGeom prst="rect">
            <a:avLst/>
          </a:prstGeom>
        </p:spPr>
        <p:txBody>
          <a:bodyPr wrap="square" lIns="0" tIns="25431" rIns="0" bIns="0" rtlCol="0">
            <a:noAutofit/>
          </a:bodyPr>
          <a:lstStyle/>
          <a:p>
            <a:pPr marL="12700" marR="11038">
              <a:lnSpc>
                <a:spcPts val="4004"/>
              </a:lnSpc>
            </a:pPr>
            <a:r>
              <a:rPr dirty="0" smtClean="0" baseline="9868" sz="3525" spc="6">
                <a:latin typeface="Times New Roman"/>
                <a:cs typeface="Times New Roman"/>
              </a:rPr>
              <a:t>S</a:t>
            </a:r>
            <a:r>
              <a:rPr dirty="0" smtClean="0" baseline="9868" sz="3525" spc="6">
                <a:latin typeface="Times New Roman"/>
                <a:cs typeface="Times New Roman"/>
              </a:rPr>
              <a:t>i</a:t>
            </a:r>
            <a:r>
              <a:rPr dirty="0" smtClean="0" baseline="9868" sz="3525" spc="6">
                <a:latin typeface="Times New Roman"/>
                <a:cs typeface="Times New Roman"/>
              </a:rPr>
              <a:t>g</a:t>
            </a:r>
            <a:r>
              <a:rPr dirty="0" smtClean="0" baseline="9868" sz="3525" spc="6">
                <a:latin typeface="Times New Roman"/>
                <a:cs typeface="Times New Roman"/>
              </a:rPr>
              <a:t>n</a:t>
            </a:r>
            <a:r>
              <a:rPr dirty="0" smtClean="0" baseline="9868" sz="3525" spc="6">
                <a:latin typeface="Times New Roman"/>
                <a:cs typeface="Times New Roman"/>
              </a:rPr>
              <a:t>a</a:t>
            </a:r>
            <a:r>
              <a:rPr dirty="0" smtClean="0" baseline="9868" sz="3525" spc="6">
                <a:latin typeface="Times New Roman"/>
                <a:cs typeface="Times New Roman"/>
              </a:rPr>
              <a:t>l</a:t>
            </a:r>
            <a:r>
              <a:rPr dirty="0" smtClean="0" baseline="9868" sz="3525" spc="6">
                <a:latin typeface="Times New Roman"/>
                <a:cs typeface="Times New Roman"/>
              </a:rPr>
              <a:t> </a:t>
            </a:r>
            <a:r>
              <a:rPr dirty="0" smtClean="0" baseline="9868" sz="3525" spc="6">
                <a:latin typeface="Times New Roman"/>
                <a:cs typeface="Times New Roman"/>
              </a:rPr>
              <a:t>c</a:t>
            </a:r>
            <a:r>
              <a:rPr dirty="0" smtClean="0" baseline="9868" sz="3525" spc="6">
                <a:latin typeface="Times New Roman"/>
                <a:cs typeface="Times New Roman"/>
              </a:rPr>
              <a:t>a</a:t>
            </a:r>
            <a:r>
              <a:rPr dirty="0" smtClean="0" baseline="9868" sz="3525" spc="6">
                <a:latin typeface="Times New Roman"/>
                <a:cs typeface="Times New Roman"/>
              </a:rPr>
              <a:t>r</a:t>
            </a:r>
            <a:r>
              <a:rPr dirty="0" smtClean="0" baseline="9868" sz="3525" spc="6">
                <a:latin typeface="Times New Roman"/>
                <a:cs typeface="Times New Roman"/>
              </a:rPr>
              <a:t>r</a:t>
            </a:r>
            <a:r>
              <a:rPr dirty="0" smtClean="0" baseline="9868" sz="3525" spc="6">
                <a:latin typeface="Times New Roman"/>
                <a:cs typeface="Times New Roman"/>
              </a:rPr>
              <a:t>i</a:t>
            </a:r>
            <a:r>
              <a:rPr dirty="0" smtClean="0" baseline="9868" sz="3525" spc="6">
                <a:latin typeface="Times New Roman"/>
                <a:cs typeface="Times New Roman"/>
              </a:rPr>
              <a:t>e</a:t>
            </a:r>
            <a:r>
              <a:rPr dirty="0" smtClean="0" baseline="9868" sz="3525" spc="6">
                <a:latin typeface="Times New Roman"/>
                <a:cs typeface="Times New Roman"/>
              </a:rPr>
              <a:t>r</a:t>
            </a:r>
            <a:r>
              <a:rPr dirty="0" smtClean="0" baseline="9868" sz="3525" spc="6">
                <a:latin typeface="Times New Roman"/>
                <a:cs typeface="Times New Roman"/>
              </a:rPr>
              <a:t> </a:t>
            </a:r>
            <a:r>
              <a:rPr dirty="0" smtClean="0" baseline="9868" sz="3525" spc="6">
                <a:latin typeface="Times New Roman"/>
                <a:cs typeface="Times New Roman"/>
              </a:rPr>
              <a:t>:</a:t>
            </a:r>
            <a:r>
              <a:rPr dirty="0" smtClean="0" baseline="9868" sz="3525" spc="6">
                <a:latin typeface="Times New Roman"/>
                <a:cs typeface="Times New Roman"/>
              </a:rPr>
              <a:t> </a:t>
            </a:r>
            <a:r>
              <a:rPr dirty="0" smtClean="0" sz="3150" spc="6" i="1">
                <a:latin typeface="Times New Roman"/>
                <a:cs typeface="Times New Roman"/>
              </a:rPr>
              <a:t>A</a:t>
            </a:r>
            <a:r>
              <a:rPr dirty="0" smtClean="0" baseline="-12535" sz="2775" spc="6" i="1">
                <a:latin typeface="Times New Roman"/>
                <a:cs typeface="Times New Roman"/>
              </a:rPr>
              <a:t>c</a:t>
            </a:r>
            <a:r>
              <a:rPr dirty="0" smtClean="0" baseline="-12535" sz="2775" spc="6" i="1">
                <a:latin typeface="Times New Roman"/>
                <a:cs typeface="Times New Roman"/>
              </a:rPr>
              <a:t> </a:t>
            </a:r>
            <a:r>
              <a:rPr dirty="0" smtClean="0" sz="3150" spc="6">
                <a:latin typeface="Times New Roman"/>
                <a:cs typeface="Times New Roman"/>
              </a:rPr>
              <a:t>c</a:t>
            </a:r>
            <a:r>
              <a:rPr dirty="0" smtClean="0" sz="3150" spc="6">
                <a:latin typeface="Times New Roman"/>
                <a:cs typeface="Times New Roman"/>
              </a:rPr>
              <a:t>o</a:t>
            </a:r>
            <a:r>
              <a:rPr dirty="0" smtClean="0" sz="3150" spc="6">
                <a:latin typeface="Times New Roman"/>
                <a:cs typeface="Times New Roman"/>
              </a:rPr>
              <a:t>s</a:t>
            </a:r>
            <a:r>
              <a:rPr dirty="0" smtClean="0" sz="3150" spc="6">
                <a:latin typeface="Times New Roman"/>
                <a:cs typeface="Times New Roman"/>
              </a:rPr>
              <a:t>(</a:t>
            </a:r>
            <a:r>
              <a:rPr dirty="0" smtClean="0" sz="3150" spc="6">
                <a:latin typeface="Times New Roman"/>
                <a:cs typeface="Times New Roman"/>
              </a:rPr>
              <a:t>2</a:t>
            </a:r>
            <a:r>
              <a:rPr dirty="0" smtClean="0" sz="3300" spc="-152">
                <a:latin typeface="Symbol"/>
                <a:cs typeface="Symbol"/>
              </a:rPr>
              <a:t></a:t>
            </a:r>
            <a:r>
              <a:rPr dirty="0" smtClean="0" sz="3150" spc="6" i="1">
                <a:latin typeface="Times New Roman"/>
                <a:cs typeface="Times New Roman"/>
              </a:rPr>
              <a:t>f</a:t>
            </a:r>
            <a:r>
              <a:rPr dirty="0" smtClean="0" baseline="-12535" sz="2775" spc="6" i="1">
                <a:latin typeface="Times New Roman"/>
                <a:cs typeface="Times New Roman"/>
              </a:rPr>
              <a:t>c</a:t>
            </a:r>
            <a:r>
              <a:rPr dirty="0" smtClean="0" sz="3150" spc="6" i="1">
                <a:latin typeface="Times New Roman"/>
                <a:cs typeface="Times New Roman"/>
              </a:rPr>
              <a:t>t</a:t>
            </a:r>
            <a:r>
              <a:rPr dirty="0" smtClean="0" sz="3150" spc="6">
                <a:latin typeface="Times New Roman"/>
                <a:cs typeface="Times New Roman"/>
              </a:rPr>
              <a:t>)</a:t>
            </a:r>
            <a:endParaRPr sz="3150">
              <a:latin typeface="Times New Roman"/>
              <a:cs typeface="Times New Roman"/>
            </a:endParaRPr>
          </a:p>
          <a:p>
            <a:pPr marL="12700">
              <a:lnSpc>
                <a:spcPct val="95825"/>
              </a:lnSpc>
              <a:spcBef>
                <a:spcPts val="491"/>
              </a:spcBef>
            </a:pPr>
            <a:r>
              <a:rPr dirty="0" smtClean="0" sz="2350" spc="-10">
                <a:latin typeface="Times New Roman"/>
                <a:cs typeface="Times New Roman"/>
              </a:rPr>
              <a:t>S</a:t>
            </a:r>
            <a:r>
              <a:rPr dirty="0" smtClean="0" sz="2350" spc="-10">
                <a:latin typeface="Times New Roman"/>
                <a:cs typeface="Times New Roman"/>
              </a:rPr>
              <a:t>i</a:t>
            </a:r>
            <a:r>
              <a:rPr dirty="0" smtClean="0" sz="2350" spc="-10">
                <a:latin typeface="Times New Roman"/>
                <a:cs typeface="Times New Roman"/>
              </a:rPr>
              <a:t>n</a:t>
            </a:r>
            <a:r>
              <a:rPr dirty="0" smtClean="0" sz="2350" spc="-10">
                <a:latin typeface="Times New Roman"/>
                <a:cs typeface="Times New Roman"/>
              </a:rPr>
              <a:t>y</a:t>
            </a:r>
            <a:r>
              <a:rPr dirty="0" smtClean="0" sz="2350" spc="-10">
                <a:latin typeface="Times New Roman"/>
                <a:cs typeface="Times New Roman"/>
              </a:rPr>
              <a:t>a</a:t>
            </a:r>
            <a:r>
              <a:rPr dirty="0" smtClean="0" sz="2350" spc="-10">
                <a:latin typeface="Times New Roman"/>
                <a:cs typeface="Times New Roman"/>
              </a:rPr>
              <a:t>l</a:t>
            </a:r>
            <a:r>
              <a:rPr dirty="0" smtClean="0" sz="2350" spc="-10">
                <a:latin typeface="Times New Roman"/>
                <a:cs typeface="Times New Roman"/>
              </a:rPr>
              <a:t> </a:t>
            </a:r>
            <a:r>
              <a:rPr dirty="0" smtClean="0" sz="2350" spc="-10">
                <a:latin typeface="Times New Roman"/>
                <a:cs typeface="Times New Roman"/>
              </a:rPr>
              <a:t>p</a:t>
            </a:r>
            <a:r>
              <a:rPr dirty="0" smtClean="0" sz="2350" spc="-10">
                <a:latin typeface="Times New Roman"/>
                <a:cs typeface="Times New Roman"/>
              </a:rPr>
              <a:t>e</a:t>
            </a:r>
            <a:r>
              <a:rPr dirty="0" smtClean="0" sz="2350" spc="-10">
                <a:latin typeface="Times New Roman"/>
                <a:cs typeface="Times New Roman"/>
              </a:rPr>
              <a:t>s</a:t>
            </a:r>
            <a:r>
              <a:rPr dirty="0" smtClean="0" sz="2350" spc="-10">
                <a:latin typeface="Times New Roman"/>
                <a:cs typeface="Times New Roman"/>
              </a:rPr>
              <a:t>a</a:t>
            </a:r>
            <a:r>
              <a:rPr dirty="0" smtClean="0" sz="2350" spc="-10">
                <a:latin typeface="Times New Roman"/>
                <a:cs typeface="Times New Roman"/>
              </a:rPr>
              <a:t>n</a:t>
            </a:r>
            <a:r>
              <a:rPr dirty="0" smtClean="0" sz="2350" spc="-10">
                <a:latin typeface="Times New Roman"/>
                <a:cs typeface="Times New Roman"/>
              </a:rPr>
              <a:t> </a:t>
            </a:r>
            <a:r>
              <a:rPr dirty="0" smtClean="0" sz="2350" spc="-10">
                <a:latin typeface="Times New Roman"/>
                <a:cs typeface="Times New Roman"/>
              </a:rPr>
              <a:t>p</a:t>
            </a:r>
            <a:r>
              <a:rPr dirty="0" smtClean="0" sz="2350" spc="-10">
                <a:latin typeface="Times New Roman"/>
                <a:cs typeface="Times New Roman"/>
              </a:rPr>
              <a:t>e</a:t>
            </a:r>
            <a:r>
              <a:rPr dirty="0" smtClean="0" sz="2350" spc="-10">
                <a:latin typeface="Times New Roman"/>
                <a:cs typeface="Times New Roman"/>
              </a:rPr>
              <a:t>m</a:t>
            </a:r>
            <a:r>
              <a:rPr dirty="0" smtClean="0" sz="2350" spc="-10">
                <a:latin typeface="Times New Roman"/>
                <a:cs typeface="Times New Roman"/>
              </a:rPr>
              <a:t>o</a:t>
            </a:r>
            <a:r>
              <a:rPr dirty="0" smtClean="0" sz="2350" spc="-10">
                <a:latin typeface="Times New Roman"/>
                <a:cs typeface="Times New Roman"/>
              </a:rPr>
              <a:t>d</a:t>
            </a:r>
            <a:r>
              <a:rPr dirty="0" smtClean="0" sz="2350" spc="-10">
                <a:latin typeface="Times New Roman"/>
                <a:cs typeface="Times New Roman"/>
              </a:rPr>
              <a:t>u</a:t>
            </a:r>
            <a:r>
              <a:rPr dirty="0" smtClean="0" sz="2350" spc="-10">
                <a:latin typeface="Times New Roman"/>
                <a:cs typeface="Times New Roman"/>
              </a:rPr>
              <a:t>l</a:t>
            </a:r>
            <a:r>
              <a:rPr dirty="0" smtClean="0" sz="2350" spc="-10">
                <a:latin typeface="Times New Roman"/>
                <a:cs typeface="Times New Roman"/>
              </a:rPr>
              <a:t>a</a:t>
            </a:r>
            <a:r>
              <a:rPr dirty="0" smtClean="0" sz="2350" spc="-10">
                <a:latin typeface="Times New Roman"/>
                <a:cs typeface="Times New Roman"/>
              </a:rPr>
              <a:t>s</a:t>
            </a:r>
            <a:r>
              <a:rPr dirty="0" smtClean="0" sz="2350" spc="-10">
                <a:latin typeface="Times New Roman"/>
                <a:cs typeface="Times New Roman"/>
              </a:rPr>
              <a:t>i</a:t>
            </a:r>
            <a:r>
              <a:rPr dirty="0" smtClean="0" sz="2350" spc="-10">
                <a:latin typeface="Times New Roman"/>
                <a:cs typeface="Times New Roman"/>
              </a:rPr>
              <a:t> </a:t>
            </a:r>
            <a:r>
              <a:rPr dirty="0" smtClean="0" sz="2350" spc="-10">
                <a:latin typeface="Times New Roman"/>
                <a:cs typeface="Times New Roman"/>
              </a:rPr>
              <a:t>:</a:t>
            </a:r>
            <a:r>
              <a:rPr dirty="0" smtClean="0" sz="2350" spc="-10">
                <a:latin typeface="Times New Roman"/>
                <a:cs typeface="Times New Roman"/>
              </a:rPr>
              <a:t> </a:t>
            </a:r>
            <a:r>
              <a:rPr dirty="0" smtClean="0" sz="3150" spc="-10" i="1">
                <a:latin typeface="Times New Roman"/>
                <a:cs typeface="Times New Roman"/>
              </a:rPr>
              <a:t>m</a:t>
            </a:r>
            <a:r>
              <a:rPr dirty="0" smtClean="0" sz="3150" spc="-10">
                <a:latin typeface="Times New Roman"/>
                <a:cs typeface="Times New Roman"/>
              </a:rPr>
              <a:t>(</a:t>
            </a:r>
            <a:r>
              <a:rPr dirty="0" smtClean="0" sz="3150" spc="-10" i="1">
                <a:latin typeface="Times New Roman"/>
                <a:cs typeface="Times New Roman"/>
              </a:rPr>
              <a:t>t</a:t>
            </a:r>
            <a:r>
              <a:rPr dirty="0" smtClean="0" sz="3150" spc="-10">
                <a:latin typeface="Times New Roman"/>
                <a:cs typeface="Times New Roman"/>
              </a:rPr>
              <a:t>)</a:t>
            </a:r>
            <a:endParaRPr sz="31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51164" y="5349614"/>
            <a:ext cx="4314554" cy="515702"/>
          </a:xfrm>
          <a:prstGeom prst="rect">
            <a:avLst/>
          </a:prstGeom>
        </p:spPr>
        <p:txBody>
          <a:bodyPr wrap="square" lIns="0" tIns="25431" rIns="0" bIns="0" rtlCol="0">
            <a:noAutofit/>
          </a:bodyPr>
          <a:lstStyle/>
          <a:p>
            <a:pPr marL="12700">
              <a:lnSpc>
                <a:spcPts val="4004"/>
              </a:lnSpc>
            </a:pPr>
            <a:r>
              <a:rPr dirty="0" smtClean="0" sz="3150" spc="21">
                <a:latin typeface="Times New Roman"/>
                <a:cs typeface="Times New Roman"/>
              </a:rPr>
              <a:t>(</a:t>
            </a:r>
            <a:r>
              <a:rPr dirty="0" smtClean="0" sz="3150" spc="21" i="1">
                <a:latin typeface="Times New Roman"/>
                <a:cs typeface="Times New Roman"/>
              </a:rPr>
              <a:t>t</a:t>
            </a:r>
            <a:r>
              <a:rPr dirty="0" smtClean="0" sz="3150" spc="21">
                <a:latin typeface="Times New Roman"/>
                <a:cs typeface="Times New Roman"/>
              </a:rPr>
              <a:t>)</a:t>
            </a:r>
            <a:r>
              <a:rPr dirty="0" smtClean="0" sz="3150" spc="21">
                <a:latin typeface="Times New Roman"/>
                <a:cs typeface="Times New Roman"/>
              </a:rPr>
              <a:t> </a:t>
            </a:r>
            <a:r>
              <a:rPr dirty="0" smtClean="0" sz="3150" spc="-50">
                <a:latin typeface="Symbol"/>
                <a:cs typeface="Symbol"/>
              </a:rPr>
              <a:t></a:t>
            </a:r>
            <a:r>
              <a:rPr dirty="0" smtClean="0" sz="3150" spc="21">
                <a:latin typeface="Times New Roman"/>
                <a:cs typeface="Times New Roman"/>
              </a:rPr>
              <a:t> </a:t>
            </a:r>
            <a:r>
              <a:rPr dirty="0" smtClean="0" sz="3150" spc="21" i="1">
                <a:latin typeface="Times New Roman"/>
                <a:cs typeface="Times New Roman"/>
              </a:rPr>
              <a:t>A</a:t>
            </a:r>
            <a:r>
              <a:rPr dirty="0" smtClean="0" baseline="-12535" sz="2775" spc="21" i="1">
                <a:latin typeface="Times New Roman"/>
                <a:cs typeface="Times New Roman"/>
              </a:rPr>
              <a:t>c</a:t>
            </a:r>
            <a:r>
              <a:rPr dirty="0" smtClean="0" baseline="-12535" sz="2775" spc="21" i="1">
                <a:latin typeface="Times New Roman"/>
                <a:cs typeface="Times New Roman"/>
              </a:rPr>
              <a:t> </a:t>
            </a:r>
            <a:r>
              <a:rPr dirty="0" smtClean="0" sz="3150" spc="21">
                <a:latin typeface="Times New Roman"/>
                <a:cs typeface="Times New Roman"/>
              </a:rPr>
              <a:t>[</a:t>
            </a:r>
            <a:r>
              <a:rPr dirty="0" smtClean="0" sz="3150" spc="21">
                <a:latin typeface="Times New Roman"/>
                <a:cs typeface="Times New Roman"/>
              </a:rPr>
              <a:t>1</a:t>
            </a:r>
            <a:r>
              <a:rPr dirty="0" smtClean="0" sz="3150" spc="-50">
                <a:latin typeface="Symbol"/>
                <a:cs typeface="Symbol"/>
              </a:rPr>
              <a:t></a:t>
            </a:r>
            <a:r>
              <a:rPr dirty="0" smtClean="0" sz="3150" spc="21">
                <a:latin typeface="Times New Roman"/>
                <a:cs typeface="Times New Roman"/>
              </a:rPr>
              <a:t> </a:t>
            </a:r>
            <a:r>
              <a:rPr dirty="0" smtClean="0" sz="3150" spc="21" i="1">
                <a:latin typeface="Times New Roman"/>
                <a:cs typeface="Times New Roman"/>
              </a:rPr>
              <a:t>m</a:t>
            </a:r>
            <a:r>
              <a:rPr dirty="0" smtClean="0" sz="3150" spc="21">
                <a:latin typeface="Times New Roman"/>
                <a:cs typeface="Times New Roman"/>
              </a:rPr>
              <a:t>(</a:t>
            </a:r>
            <a:r>
              <a:rPr dirty="0" smtClean="0" sz="3150" spc="21" i="1">
                <a:latin typeface="Times New Roman"/>
                <a:cs typeface="Times New Roman"/>
              </a:rPr>
              <a:t>t</a:t>
            </a:r>
            <a:r>
              <a:rPr dirty="0" smtClean="0" sz="3150" spc="21">
                <a:latin typeface="Times New Roman"/>
                <a:cs typeface="Times New Roman"/>
              </a:rPr>
              <a:t>)</a:t>
            </a:r>
            <a:r>
              <a:rPr dirty="0" smtClean="0" sz="3150" spc="21">
                <a:latin typeface="Times New Roman"/>
                <a:cs typeface="Times New Roman"/>
              </a:rPr>
              <a:t>]</a:t>
            </a:r>
            <a:r>
              <a:rPr dirty="0" smtClean="0" sz="3150" spc="21">
                <a:latin typeface="Times New Roman"/>
                <a:cs typeface="Times New Roman"/>
              </a:rPr>
              <a:t>c</a:t>
            </a:r>
            <a:r>
              <a:rPr dirty="0" smtClean="0" sz="3150" spc="21">
                <a:latin typeface="Times New Roman"/>
                <a:cs typeface="Times New Roman"/>
              </a:rPr>
              <a:t>o</a:t>
            </a:r>
            <a:r>
              <a:rPr dirty="0" smtClean="0" sz="3150" spc="21">
                <a:latin typeface="Times New Roman"/>
                <a:cs typeface="Times New Roman"/>
              </a:rPr>
              <a:t>s</a:t>
            </a:r>
            <a:r>
              <a:rPr dirty="0" smtClean="0" sz="3150" spc="21">
                <a:latin typeface="Times New Roman"/>
                <a:cs typeface="Times New Roman"/>
              </a:rPr>
              <a:t>(</a:t>
            </a:r>
            <a:r>
              <a:rPr dirty="0" smtClean="0" sz="3150" spc="21">
                <a:latin typeface="Times New Roman"/>
                <a:cs typeface="Times New Roman"/>
              </a:rPr>
              <a:t>2</a:t>
            </a:r>
            <a:r>
              <a:rPr dirty="0" smtClean="0" sz="3300" spc="-50">
                <a:latin typeface="Symbol"/>
                <a:cs typeface="Symbol"/>
              </a:rPr>
              <a:t></a:t>
            </a:r>
            <a:r>
              <a:rPr dirty="0" smtClean="0" sz="3150" spc="21" i="1">
                <a:latin typeface="Times New Roman"/>
                <a:cs typeface="Times New Roman"/>
              </a:rPr>
              <a:t>f</a:t>
            </a:r>
            <a:r>
              <a:rPr dirty="0" smtClean="0" baseline="-12535" sz="2775" spc="21" i="1">
                <a:latin typeface="Times New Roman"/>
                <a:cs typeface="Times New Roman"/>
              </a:rPr>
              <a:t>c</a:t>
            </a:r>
            <a:r>
              <a:rPr dirty="0" smtClean="0" sz="3150" spc="21" i="1">
                <a:latin typeface="Times New Roman"/>
                <a:cs typeface="Times New Roman"/>
              </a:rPr>
              <a:t>t</a:t>
            </a:r>
            <a:r>
              <a:rPr dirty="0" smtClean="0" sz="3150" spc="21">
                <a:latin typeface="Times New Roman"/>
                <a:cs typeface="Times New Roman"/>
              </a:rPr>
              <a:t>)</a:t>
            </a:r>
            <a:endParaRPr sz="31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57450" y="5374037"/>
            <a:ext cx="604986" cy="491279"/>
          </a:xfrm>
          <a:prstGeom prst="rect">
            <a:avLst/>
          </a:prstGeom>
        </p:spPr>
        <p:txBody>
          <a:bodyPr wrap="square" lIns="0" tIns="24130" rIns="0" bIns="0" rtlCol="0">
            <a:noAutofit/>
          </a:bodyPr>
          <a:lstStyle/>
          <a:p>
            <a:pPr marL="12700">
              <a:lnSpc>
                <a:spcPts val="3800"/>
              </a:lnSpc>
            </a:pPr>
            <a:r>
              <a:rPr dirty="0" smtClean="0" sz="3150" spc="63" i="1">
                <a:latin typeface="Times New Roman"/>
                <a:cs typeface="Times New Roman"/>
              </a:rPr>
              <a:t>s</a:t>
            </a:r>
            <a:r>
              <a:rPr dirty="0" smtClean="0" baseline="-10968" sz="2775" spc="63" i="1">
                <a:latin typeface="Times New Roman"/>
                <a:cs typeface="Times New Roman"/>
              </a:rPr>
              <a:t>AM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52400" y="5454469"/>
            <a:ext cx="1509419" cy="323742"/>
          </a:xfrm>
          <a:prstGeom prst="rect">
            <a:avLst/>
          </a:prstGeom>
        </p:spPr>
        <p:txBody>
          <a:bodyPr wrap="square" lIns="0" tIns="15875" rIns="0" bIns="0" rtlCol="0">
            <a:noAutofit/>
          </a:bodyPr>
          <a:lstStyle/>
          <a:p>
            <a:pPr marL="12700">
              <a:lnSpc>
                <a:spcPts val="2500"/>
              </a:lnSpc>
            </a:pPr>
            <a:r>
              <a:rPr dirty="0" smtClean="0" sz="2350" spc="-26">
                <a:latin typeface="Times New Roman"/>
                <a:cs typeface="Times New Roman"/>
              </a:rPr>
              <a:t>A</a:t>
            </a:r>
            <a:r>
              <a:rPr dirty="0" smtClean="0" sz="2350" spc="-26">
                <a:latin typeface="Times New Roman"/>
                <a:cs typeface="Times New Roman"/>
              </a:rPr>
              <a:t>M</a:t>
            </a:r>
            <a:r>
              <a:rPr dirty="0" smtClean="0" sz="2350" spc="-26">
                <a:latin typeface="Times New Roman"/>
                <a:cs typeface="Times New Roman"/>
              </a:rPr>
              <a:t> </a:t>
            </a:r>
            <a:r>
              <a:rPr dirty="0" smtClean="0" sz="2350" spc="-26">
                <a:latin typeface="Times New Roman"/>
                <a:cs typeface="Times New Roman"/>
              </a:rPr>
              <a:t>S</a:t>
            </a:r>
            <a:r>
              <a:rPr dirty="0" smtClean="0" sz="2350" spc="-26">
                <a:latin typeface="Times New Roman"/>
                <a:cs typeface="Times New Roman"/>
              </a:rPr>
              <a:t>i</a:t>
            </a:r>
            <a:r>
              <a:rPr dirty="0" smtClean="0" sz="2350" spc="-26">
                <a:latin typeface="Times New Roman"/>
                <a:cs typeface="Times New Roman"/>
              </a:rPr>
              <a:t>g</a:t>
            </a:r>
            <a:r>
              <a:rPr dirty="0" smtClean="0" sz="2350" spc="-26">
                <a:latin typeface="Times New Roman"/>
                <a:cs typeface="Times New Roman"/>
              </a:rPr>
              <a:t>n</a:t>
            </a:r>
            <a:r>
              <a:rPr dirty="0" smtClean="0" sz="2350" spc="-26">
                <a:latin typeface="Times New Roman"/>
                <a:cs typeface="Times New Roman"/>
              </a:rPr>
              <a:t>a</a:t>
            </a:r>
            <a:r>
              <a:rPr dirty="0" smtClean="0" sz="2350" spc="-26">
                <a:latin typeface="Times New Roman"/>
                <a:cs typeface="Times New Roman"/>
              </a:rPr>
              <a:t>l</a:t>
            </a:r>
            <a:r>
              <a:rPr dirty="0" smtClean="0" sz="2350" spc="-26">
                <a:latin typeface="Times New Roman"/>
                <a:cs typeface="Times New Roman"/>
              </a:rPr>
              <a:t> </a:t>
            </a:r>
            <a:r>
              <a:rPr dirty="0" smtClean="0" sz="2350" spc="-26">
                <a:latin typeface="Times New Roman"/>
                <a:cs typeface="Times New Roman"/>
              </a:rPr>
              <a:t>: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36100" y="6471832"/>
            <a:ext cx="35520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817114" y="5322570"/>
            <a:ext cx="1531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70276" y="5322570"/>
            <a:ext cx="49537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375660" y="3124200"/>
            <a:ext cx="2362200" cy="762000"/>
          </a:xfrm>
          <a:prstGeom prst="rect">
            <a:avLst/>
          </a:prstGeom>
        </p:spPr>
        <p:txBody>
          <a:bodyPr wrap="square" lIns="0" tIns="4904" rIns="0" bIns="0" rtlCol="0">
            <a:noAutofit/>
          </a:bodyPr>
          <a:lstStyle/>
          <a:p>
            <a:pPr>
              <a:lnSpc>
                <a:spcPts val="950"/>
              </a:lnSpc>
            </a:pPr>
            <a:endParaRPr sz="950"/>
          </a:p>
          <a:p>
            <a:pPr marL="470026">
              <a:lnSpc>
                <a:spcPct val="95825"/>
              </a:lnSpc>
              <a:spcBef>
                <a:spcPts val="1000"/>
              </a:spcBef>
            </a:pP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AM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M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o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u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l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a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tor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6438" y="762762"/>
            <a:ext cx="5715000" cy="762000"/>
          </a:xfrm>
          <a:prstGeom prst="rect">
            <a:avLst/>
          </a:prstGeom>
        </p:spPr>
        <p:txBody>
          <a:bodyPr wrap="square" lIns="0" tIns="6223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4000" b="1">
                <a:solidFill>
                  <a:srgbClr val="006600"/>
                </a:solidFill>
                <a:latin typeface="Arial"/>
                <a:cs typeface="Arial"/>
              </a:rPr>
              <a:t>Amplitude</a:t>
            </a:r>
            <a:r>
              <a:rPr dirty="0" smtClean="0" sz="400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b="1">
                <a:solidFill>
                  <a:srgbClr val="006600"/>
                </a:solidFill>
                <a:latin typeface="Arial"/>
                <a:cs typeface="Arial"/>
              </a:rPr>
              <a:t>Mo</a:t>
            </a:r>
            <a:r>
              <a:rPr dirty="0" smtClean="0" sz="4000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4000" b="1">
                <a:solidFill>
                  <a:srgbClr val="006600"/>
                </a:solidFill>
                <a:latin typeface="Arial"/>
                <a:cs typeface="Arial"/>
              </a:rPr>
              <a:t>ulation</a:t>
            </a:r>
            <a:endParaRPr sz="4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object 3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539996" y="2330196"/>
            <a:ext cx="1295400" cy="1143000"/>
          </a:xfrm>
          <a:custGeom>
            <a:avLst/>
            <a:gdLst/>
            <a:ahLst/>
            <a:cxnLst/>
            <a:rect l="l" t="t" r="r" b="b"/>
            <a:pathLst>
              <a:path w="1295400" h="1143000">
                <a:moveTo>
                  <a:pt x="0" y="1143000"/>
                </a:moveTo>
                <a:lnTo>
                  <a:pt x="1295400" y="1143000"/>
                </a:lnTo>
                <a:lnTo>
                  <a:pt x="12954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539996" y="2330196"/>
            <a:ext cx="1295400" cy="1143000"/>
          </a:xfrm>
          <a:custGeom>
            <a:avLst/>
            <a:gdLst/>
            <a:ahLst/>
            <a:cxnLst/>
            <a:rect l="l" t="t" r="r" b="b"/>
            <a:pathLst>
              <a:path w="1295400" h="1143000">
                <a:moveTo>
                  <a:pt x="0" y="1143000"/>
                </a:moveTo>
                <a:lnTo>
                  <a:pt x="1295400" y="1143000"/>
                </a:lnTo>
                <a:lnTo>
                  <a:pt x="12954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ln w="9144">
            <a:solidFill>
              <a:srgbClr val="0066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762000" y="3701796"/>
            <a:ext cx="7696200" cy="0"/>
          </a:xfrm>
          <a:custGeom>
            <a:avLst/>
            <a:gdLst/>
            <a:ahLst/>
            <a:cxnLst/>
            <a:rect l="l" t="t" r="r" b="b"/>
            <a:pathLst>
              <a:path w="7696200" h="0">
                <a:moveTo>
                  <a:pt x="0" y="0"/>
                </a:moveTo>
                <a:lnTo>
                  <a:pt x="76962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78740" y="159169"/>
            <a:ext cx="452020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H.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Mod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lator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mo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39318" y="793606"/>
            <a:ext cx="5919622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In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eks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modulasi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sinyal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5" b="1" u="heavy">
                <a:solidFill>
                  <a:srgbClr val="006600"/>
                </a:solidFill>
                <a:latin typeface="Arial"/>
                <a:cs typeface="Arial"/>
              </a:rPr>
              <a:t>AM</a:t>
            </a:r>
            <a:endParaRPr sz="3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208021" y="1547225"/>
            <a:ext cx="1513070" cy="358070"/>
          </a:xfrm>
          <a:prstGeom prst="rect">
            <a:avLst/>
          </a:prstGeom>
        </p:spPr>
        <p:txBody>
          <a:bodyPr wrap="square" lIns="0" tIns="17557" rIns="0" bIns="0" rtlCol="0">
            <a:noAutofit/>
          </a:bodyPr>
          <a:lstStyle/>
          <a:p>
            <a:pPr marL="12700">
              <a:lnSpc>
                <a:spcPts val="2765"/>
              </a:lnSpc>
            </a:pPr>
            <a:r>
              <a:rPr dirty="0" smtClean="0" sz="2150" spc="28" i="1">
                <a:latin typeface="Times New Roman"/>
                <a:cs typeface="Times New Roman"/>
              </a:rPr>
              <a:t>A</a:t>
            </a:r>
            <a:r>
              <a:rPr dirty="0" smtClean="0" baseline="-11595" sz="1875" spc="28" i="1">
                <a:latin typeface="Times New Roman"/>
                <a:cs typeface="Times New Roman"/>
              </a:rPr>
              <a:t>m</a:t>
            </a:r>
            <a:r>
              <a:rPr dirty="0" smtClean="0" baseline="-11595" sz="1875" spc="28" i="1">
                <a:latin typeface="Times New Roman"/>
                <a:cs typeface="Times New Roman"/>
              </a:rPr>
              <a:t> </a:t>
            </a:r>
            <a:r>
              <a:rPr dirty="0" smtClean="0" sz="2150" spc="28">
                <a:latin typeface="Times New Roman"/>
                <a:cs typeface="Times New Roman"/>
              </a:rPr>
              <a:t>c</a:t>
            </a:r>
            <a:r>
              <a:rPr dirty="0" smtClean="0" sz="2150" spc="28">
                <a:latin typeface="Times New Roman"/>
                <a:cs typeface="Times New Roman"/>
              </a:rPr>
              <a:t>o</a:t>
            </a:r>
            <a:r>
              <a:rPr dirty="0" smtClean="0" sz="2150" spc="28">
                <a:latin typeface="Times New Roman"/>
                <a:cs typeface="Times New Roman"/>
              </a:rPr>
              <a:t>s</a:t>
            </a:r>
            <a:r>
              <a:rPr dirty="0" smtClean="0" sz="2150" spc="28">
                <a:latin typeface="Times New Roman"/>
                <a:cs typeface="Times New Roman"/>
              </a:rPr>
              <a:t>(</a:t>
            </a:r>
            <a:r>
              <a:rPr dirty="0" smtClean="0" sz="2150" spc="28">
                <a:latin typeface="Times New Roman"/>
                <a:cs typeface="Times New Roman"/>
              </a:rPr>
              <a:t>2</a:t>
            </a:r>
            <a:r>
              <a:rPr dirty="0" smtClean="0" sz="2250" spc="-106">
                <a:latin typeface="Symbol"/>
                <a:cs typeface="Symbol"/>
              </a:rPr>
              <a:t></a:t>
            </a:r>
            <a:r>
              <a:rPr dirty="0" smtClean="0" sz="2150" spc="28" i="1">
                <a:latin typeface="Times New Roman"/>
                <a:cs typeface="Times New Roman"/>
              </a:rPr>
              <a:t>f</a:t>
            </a:r>
            <a:r>
              <a:rPr dirty="0" smtClean="0" baseline="-11595" sz="1875" spc="28" i="1">
                <a:latin typeface="Times New Roman"/>
                <a:cs typeface="Times New Roman"/>
              </a:rPr>
              <a:t>m</a:t>
            </a:r>
            <a:r>
              <a:rPr dirty="0" smtClean="0" sz="2150" spc="28" i="1">
                <a:latin typeface="Times New Roman"/>
                <a:cs typeface="Times New Roman"/>
              </a:rPr>
              <a:t>t</a:t>
            </a:r>
            <a:r>
              <a:rPr dirty="0" smtClean="0" sz="2150" spc="28">
                <a:latin typeface="Times New Roman"/>
                <a:cs typeface="Times New Roman"/>
              </a:rPr>
              <a:t>)</a:t>
            </a:r>
            <a:endParaRPr sz="21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447277" y="1559845"/>
            <a:ext cx="748547" cy="299703"/>
          </a:xfrm>
          <a:prstGeom prst="rect">
            <a:avLst/>
          </a:prstGeom>
        </p:spPr>
        <p:txBody>
          <a:bodyPr wrap="square" lIns="0" tIns="14636" rIns="0" bIns="0" rtlCol="0">
            <a:noAutofit/>
          </a:bodyPr>
          <a:lstStyle/>
          <a:p>
            <a:pPr marL="12700">
              <a:lnSpc>
                <a:spcPts val="2305"/>
              </a:lnSpc>
            </a:pPr>
            <a:r>
              <a:rPr dirty="0" smtClean="0" sz="2150" spc="21" i="1">
                <a:latin typeface="Times New Roman"/>
                <a:cs typeface="Times New Roman"/>
              </a:rPr>
              <a:t>m</a:t>
            </a:r>
            <a:r>
              <a:rPr dirty="0" smtClean="0" sz="2150" spc="21">
                <a:latin typeface="Times New Roman"/>
                <a:cs typeface="Times New Roman"/>
              </a:rPr>
              <a:t>(</a:t>
            </a:r>
            <a:r>
              <a:rPr dirty="0" smtClean="0" sz="2150" spc="21" i="1">
                <a:latin typeface="Times New Roman"/>
                <a:cs typeface="Times New Roman"/>
              </a:rPr>
              <a:t>t</a:t>
            </a:r>
            <a:r>
              <a:rPr dirty="0" smtClean="0" sz="2150" spc="21">
                <a:latin typeface="Times New Roman"/>
                <a:cs typeface="Times New Roman"/>
              </a:rPr>
              <a:t>)</a:t>
            </a:r>
            <a:r>
              <a:rPr dirty="0" smtClean="0" sz="2150" spc="21">
                <a:latin typeface="Times New Roman"/>
                <a:cs typeface="Times New Roman"/>
              </a:rPr>
              <a:t> </a:t>
            </a:r>
            <a:r>
              <a:rPr dirty="0" smtClean="0" sz="2150" spc="46">
                <a:latin typeface="Symbol"/>
                <a:cs typeface="Symbol"/>
              </a:rPr>
              <a:t></a:t>
            </a:r>
            <a:endParaRPr sz="2150">
              <a:latin typeface="Symbol"/>
              <a:cs typeface="Symbo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77290" y="1599493"/>
            <a:ext cx="65679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Untuk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8858" y="1599493"/>
            <a:ext cx="640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4">
                <a:latin typeface="Arial"/>
                <a:cs typeface="Arial"/>
              </a:rPr>
              <a:t>sin</a:t>
            </a:r>
            <a:r>
              <a:rPr dirty="0" smtClean="0" sz="1800" spc="-4">
                <a:latin typeface="Arial"/>
                <a:cs typeface="Arial"/>
              </a:rPr>
              <a:t>y</a:t>
            </a:r>
            <a:r>
              <a:rPr dirty="0" smtClean="0" sz="1800" spc="-4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287854" y="1599493"/>
            <a:ext cx="176207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pesan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sin</a:t>
            </a:r>
            <a:r>
              <a:rPr dirty="0" smtClean="0" sz="1800">
                <a:latin typeface="Arial"/>
                <a:cs typeface="Arial"/>
              </a:rPr>
              <a:t>u</a:t>
            </a:r>
            <a:r>
              <a:rPr dirty="0" smtClean="0" sz="1800">
                <a:latin typeface="Arial"/>
                <a:cs typeface="Arial"/>
              </a:rPr>
              <a:t>soi</a:t>
            </a:r>
            <a:r>
              <a:rPr dirty="0" smtClean="0" sz="1800">
                <a:latin typeface="Arial"/>
                <a:cs typeface="Arial"/>
              </a:rPr>
              <a:t>d</a:t>
            </a:r>
            <a:r>
              <a:rPr dirty="0" smtClean="0" sz="1800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338197" y="2742747"/>
            <a:ext cx="199821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In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ex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fin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sik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n: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211735" y="2947184"/>
            <a:ext cx="329214" cy="391675"/>
          </a:xfrm>
          <a:prstGeom prst="rect">
            <a:avLst/>
          </a:prstGeom>
        </p:spPr>
        <p:txBody>
          <a:bodyPr wrap="square" lIns="0" tIns="18954" rIns="0" bIns="0" rtlCol="0">
            <a:noAutofit/>
          </a:bodyPr>
          <a:lstStyle/>
          <a:p>
            <a:pPr marL="12700">
              <a:lnSpc>
                <a:spcPts val="2985"/>
              </a:lnSpc>
            </a:pPr>
            <a:r>
              <a:rPr dirty="0" smtClean="0" sz="2450" spc="-88" i="1">
                <a:latin typeface="Times New Roman"/>
                <a:cs typeface="Times New Roman"/>
              </a:rPr>
              <a:t>A</a:t>
            </a:r>
            <a:r>
              <a:rPr dirty="0" smtClean="0" baseline="-11995" sz="2175" spc="-88" i="1">
                <a:latin typeface="Times New Roman"/>
                <a:cs typeface="Times New Roman"/>
              </a:rPr>
              <a:t>c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7244" y="4001952"/>
            <a:ext cx="662727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>
                <a:latin typeface="Arial"/>
                <a:cs typeface="Arial"/>
              </a:rPr>
              <a:t>S</a:t>
            </a:r>
            <a:r>
              <a:rPr dirty="0" smtClean="0" baseline="-9662" sz="1800">
                <a:latin typeface="Arial"/>
                <a:cs typeface="Arial"/>
              </a:rPr>
              <a:t>A</a:t>
            </a:r>
            <a:r>
              <a:rPr dirty="0" smtClean="0" baseline="-9662" sz="1800">
                <a:latin typeface="Arial"/>
                <a:cs typeface="Arial"/>
              </a:rPr>
              <a:t>M</a:t>
            </a:r>
            <a:r>
              <a:rPr dirty="0" smtClean="0" baseline="8052" sz="2700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577543" y="4001952"/>
            <a:ext cx="62936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at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12365" y="4001952"/>
            <a:ext cx="287535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j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ga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eks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res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kan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65962" y="4436176"/>
            <a:ext cx="748476" cy="413419"/>
          </a:xfrm>
          <a:prstGeom prst="rect">
            <a:avLst/>
          </a:prstGeom>
        </p:spPr>
        <p:txBody>
          <a:bodyPr wrap="square" lIns="0" tIns="20256" rIns="0" bIns="0" rtlCol="0">
            <a:noAutofit/>
          </a:bodyPr>
          <a:lstStyle/>
          <a:p>
            <a:pPr marL="12700">
              <a:lnSpc>
                <a:spcPts val="3190"/>
              </a:lnSpc>
            </a:pPr>
            <a:r>
              <a:rPr dirty="0" smtClean="0" baseline="41144" sz="2325" spc="-18" i="1">
                <a:latin typeface="Times New Roman"/>
                <a:cs typeface="Times New Roman"/>
              </a:rPr>
              <a:t>j</a:t>
            </a:r>
            <a:r>
              <a:rPr dirty="0" smtClean="0" baseline="41144" sz="2325" spc="-18" i="1">
                <a:latin typeface="Times New Roman"/>
                <a:cs typeface="Times New Roman"/>
              </a:rPr>
              <a:t> </a:t>
            </a:r>
            <a:r>
              <a:rPr dirty="0" smtClean="0" baseline="41144" sz="2325" spc="-18">
                <a:latin typeface="Times New Roman"/>
                <a:cs typeface="Times New Roman"/>
              </a:rPr>
              <a:t>2</a:t>
            </a:r>
            <a:r>
              <a:rPr dirty="0" smtClean="0" baseline="37411" sz="2400" spc="-28">
                <a:latin typeface="Symbol"/>
                <a:cs typeface="Symbol"/>
              </a:rPr>
              <a:t></a:t>
            </a:r>
            <a:r>
              <a:rPr dirty="0" smtClean="0" baseline="41144" sz="2325" spc="-18" i="1">
                <a:latin typeface="Times New Roman"/>
                <a:cs typeface="Times New Roman"/>
              </a:rPr>
              <a:t>f</a:t>
            </a:r>
            <a:r>
              <a:rPr dirty="0" smtClean="0" baseline="39529" sz="1650" spc="-18" i="1">
                <a:latin typeface="Times New Roman"/>
                <a:cs typeface="Times New Roman"/>
              </a:rPr>
              <a:t>c</a:t>
            </a:r>
            <a:r>
              <a:rPr dirty="0" smtClean="0" baseline="41144" sz="2325" spc="-18" i="1">
                <a:latin typeface="Times New Roman"/>
                <a:cs typeface="Times New Roman"/>
              </a:rPr>
              <a:t>t</a:t>
            </a:r>
            <a:r>
              <a:rPr dirty="0" smtClean="0" baseline="41144" sz="2325" spc="-18" i="1">
                <a:latin typeface="Times New Roman"/>
                <a:cs typeface="Times New Roman"/>
              </a:rPr>
              <a:t> </a:t>
            </a:r>
            <a:r>
              <a:rPr dirty="0" smtClean="0" sz="2650" spc="-18">
                <a:latin typeface="Times New Roman"/>
                <a:cs typeface="Times New Roman"/>
              </a:rPr>
              <a:t>}</a:t>
            </a:r>
            <a:endParaRPr sz="26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11775" y="4485274"/>
            <a:ext cx="1977730" cy="364321"/>
          </a:xfrm>
          <a:prstGeom prst="rect">
            <a:avLst/>
          </a:prstGeom>
        </p:spPr>
        <p:txBody>
          <a:bodyPr wrap="square" lIns="0" tIns="17938" rIns="0" bIns="0" rtlCol="0">
            <a:noAutofit/>
          </a:bodyPr>
          <a:lstStyle/>
          <a:p>
            <a:pPr marL="12700">
              <a:lnSpc>
                <a:spcPts val="2825"/>
              </a:lnSpc>
            </a:pPr>
            <a:r>
              <a:rPr dirty="0" smtClean="0" sz="2650" spc="52">
                <a:latin typeface="Times New Roman"/>
                <a:cs typeface="Times New Roman"/>
              </a:rPr>
              <a:t>(</a:t>
            </a:r>
            <a:r>
              <a:rPr dirty="0" smtClean="0" sz="2650" spc="52" i="1">
                <a:latin typeface="Times New Roman"/>
                <a:cs typeface="Times New Roman"/>
              </a:rPr>
              <a:t>t</a:t>
            </a:r>
            <a:r>
              <a:rPr dirty="0" smtClean="0" sz="2650" spc="52">
                <a:latin typeface="Times New Roman"/>
                <a:cs typeface="Times New Roman"/>
              </a:rPr>
              <a:t>)</a:t>
            </a:r>
            <a:r>
              <a:rPr dirty="0" smtClean="0" sz="2650" spc="52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</a:t>
            </a:r>
            <a:r>
              <a:rPr dirty="0" smtClean="0" sz="2650" spc="52">
                <a:latin typeface="Times New Roman"/>
                <a:cs typeface="Times New Roman"/>
              </a:rPr>
              <a:t> </a:t>
            </a:r>
            <a:r>
              <a:rPr dirty="0" smtClean="0" sz="2650" spc="52">
                <a:latin typeface="Times New Roman"/>
                <a:cs typeface="Times New Roman"/>
              </a:rPr>
              <a:t>R</a:t>
            </a:r>
            <a:r>
              <a:rPr dirty="0" smtClean="0" sz="2650" spc="52">
                <a:latin typeface="Times New Roman"/>
                <a:cs typeface="Times New Roman"/>
              </a:rPr>
              <a:t>e</a:t>
            </a:r>
            <a:r>
              <a:rPr dirty="0" smtClean="0" sz="2650" spc="52">
                <a:latin typeface="Times New Roman"/>
                <a:cs typeface="Times New Roman"/>
              </a:rPr>
              <a:t>{</a:t>
            </a:r>
            <a:r>
              <a:rPr dirty="0" smtClean="0" sz="2650" spc="52" i="1">
                <a:latin typeface="Times New Roman"/>
                <a:cs typeface="Times New Roman"/>
              </a:rPr>
              <a:t>g</a:t>
            </a:r>
            <a:r>
              <a:rPr dirty="0" smtClean="0" sz="2650" spc="52">
                <a:latin typeface="Times New Roman"/>
                <a:cs typeface="Times New Roman"/>
              </a:rPr>
              <a:t>(</a:t>
            </a:r>
            <a:r>
              <a:rPr dirty="0" smtClean="0" sz="2650" spc="52" i="1">
                <a:latin typeface="Times New Roman"/>
                <a:cs typeface="Times New Roman"/>
              </a:rPr>
              <a:t>t</a:t>
            </a:r>
            <a:r>
              <a:rPr dirty="0" smtClean="0" sz="2650" spc="52">
                <a:latin typeface="Times New Roman"/>
                <a:cs typeface="Times New Roman"/>
              </a:rPr>
              <a:t>)</a:t>
            </a:r>
            <a:r>
              <a:rPr dirty="0" smtClean="0" sz="2650" spc="52" i="1">
                <a:latin typeface="Times New Roman"/>
                <a:cs typeface="Times New Roman"/>
              </a:rPr>
              <a:t>e</a:t>
            </a:r>
            <a:endParaRPr sz="26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08608" y="4490602"/>
            <a:ext cx="205491" cy="358993"/>
          </a:xfrm>
          <a:prstGeom prst="rect">
            <a:avLst/>
          </a:prstGeom>
        </p:spPr>
        <p:txBody>
          <a:bodyPr wrap="square" lIns="0" tIns="17621" rIns="0" bIns="0" rtlCol="0">
            <a:noAutofit/>
          </a:bodyPr>
          <a:lstStyle/>
          <a:p>
            <a:pPr marL="12700">
              <a:lnSpc>
                <a:spcPts val="2775"/>
              </a:lnSpc>
            </a:pPr>
            <a:r>
              <a:rPr dirty="0" smtClean="0" sz="2650" spc="9" i="1">
                <a:latin typeface="Times New Roman"/>
                <a:cs typeface="Times New Roman"/>
              </a:rPr>
              <a:t>s</a:t>
            </a:r>
            <a:endParaRPr sz="265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59293" y="4685682"/>
            <a:ext cx="336040" cy="220054"/>
          </a:xfrm>
          <a:prstGeom prst="rect">
            <a:avLst/>
          </a:prstGeom>
        </p:spPr>
        <p:txBody>
          <a:bodyPr wrap="square" lIns="0" tIns="10541" rIns="0" bIns="0" rtlCol="0">
            <a:noAutofit/>
          </a:bodyPr>
          <a:lstStyle/>
          <a:p>
            <a:pPr marL="12700">
              <a:lnSpc>
                <a:spcPts val="1660"/>
              </a:lnSpc>
            </a:pPr>
            <a:r>
              <a:rPr dirty="0" smtClean="0" sz="1550" spc="21" i="1">
                <a:latin typeface="Times New Roman"/>
                <a:cs typeface="Times New Roman"/>
              </a:rPr>
              <a:t>AM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98518" y="4990954"/>
            <a:ext cx="5196888" cy="1022481"/>
          </a:xfrm>
          <a:prstGeom prst="rect">
            <a:avLst/>
          </a:prstGeom>
        </p:spPr>
        <p:txBody>
          <a:bodyPr wrap="square" lIns="0" tIns="20510" rIns="0" bIns="0" rtlCol="0">
            <a:noAutofit/>
          </a:bodyPr>
          <a:lstStyle/>
          <a:p>
            <a:pPr marL="12700" marR="34335">
              <a:lnSpc>
                <a:spcPts val="3229"/>
              </a:lnSpc>
            </a:pPr>
            <a:r>
              <a:rPr dirty="0" smtClean="0" baseline="7657" sz="3975" spc="21">
                <a:latin typeface="Times New Roman"/>
                <a:cs typeface="Times New Roman"/>
              </a:rPr>
              <a:t>d</a:t>
            </a:r>
            <a:r>
              <a:rPr dirty="0" smtClean="0" baseline="7657" sz="3975" spc="21">
                <a:latin typeface="Times New Roman"/>
                <a:cs typeface="Times New Roman"/>
              </a:rPr>
              <a:t>i</a:t>
            </a:r>
            <a:r>
              <a:rPr dirty="0" smtClean="0" baseline="7657" sz="3975" spc="21">
                <a:latin typeface="Times New Roman"/>
                <a:cs typeface="Times New Roman"/>
              </a:rPr>
              <a:t>m</a:t>
            </a:r>
            <a:r>
              <a:rPr dirty="0" smtClean="0" baseline="7657" sz="3975" spc="21">
                <a:latin typeface="Times New Roman"/>
                <a:cs typeface="Times New Roman"/>
              </a:rPr>
              <a:t>a</a:t>
            </a:r>
            <a:r>
              <a:rPr dirty="0" smtClean="0" baseline="7657" sz="3975" spc="21">
                <a:latin typeface="Times New Roman"/>
                <a:cs typeface="Times New Roman"/>
              </a:rPr>
              <a:t>n</a:t>
            </a:r>
            <a:r>
              <a:rPr dirty="0" smtClean="0" baseline="7657" sz="3975" spc="21">
                <a:latin typeface="Times New Roman"/>
                <a:cs typeface="Times New Roman"/>
              </a:rPr>
              <a:t>a</a:t>
            </a:r>
            <a:r>
              <a:rPr dirty="0" smtClean="0" baseline="7657" sz="3975" spc="21">
                <a:latin typeface="Times New Roman"/>
                <a:cs typeface="Times New Roman"/>
              </a:rPr>
              <a:t> </a:t>
            </a:r>
            <a:r>
              <a:rPr dirty="0" smtClean="0" baseline="7657" sz="3975" spc="21" i="1">
                <a:latin typeface="Times New Roman"/>
                <a:cs typeface="Times New Roman"/>
              </a:rPr>
              <a:t>g</a:t>
            </a:r>
            <a:r>
              <a:rPr dirty="0" smtClean="0" baseline="7657" sz="3975" spc="21">
                <a:latin typeface="Times New Roman"/>
                <a:cs typeface="Times New Roman"/>
              </a:rPr>
              <a:t>(</a:t>
            </a:r>
            <a:r>
              <a:rPr dirty="0" smtClean="0" baseline="7657" sz="3975" spc="21" i="1">
                <a:latin typeface="Times New Roman"/>
                <a:cs typeface="Times New Roman"/>
              </a:rPr>
              <a:t>t</a:t>
            </a:r>
            <a:r>
              <a:rPr dirty="0" smtClean="0" baseline="7657" sz="3975" spc="21">
                <a:latin typeface="Times New Roman"/>
                <a:cs typeface="Times New Roman"/>
              </a:rPr>
              <a:t>)</a:t>
            </a:r>
            <a:r>
              <a:rPr dirty="0" smtClean="0" baseline="7657" sz="3975" spc="21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</a:t>
            </a:r>
            <a:r>
              <a:rPr dirty="0" smtClean="0" baseline="7657" sz="3975" spc="21">
                <a:latin typeface="Times New Roman"/>
                <a:cs typeface="Times New Roman"/>
              </a:rPr>
              <a:t> </a:t>
            </a:r>
            <a:r>
              <a:rPr dirty="0" smtClean="0" baseline="7657" sz="3975" spc="21" i="1">
                <a:latin typeface="Times New Roman"/>
                <a:cs typeface="Times New Roman"/>
              </a:rPr>
              <a:t>A</a:t>
            </a:r>
            <a:r>
              <a:rPr dirty="0" smtClean="0" baseline="-13091" sz="2325" spc="21" i="1">
                <a:latin typeface="Times New Roman"/>
                <a:cs typeface="Times New Roman"/>
              </a:rPr>
              <a:t>c</a:t>
            </a:r>
            <a:r>
              <a:rPr dirty="0" smtClean="0" baseline="-13091" sz="2325" spc="21" i="1">
                <a:latin typeface="Times New Roman"/>
                <a:cs typeface="Times New Roman"/>
              </a:rPr>
              <a:t> </a:t>
            </a:r>
            <a:r>
              <a:rPr dirty="0" smtClean="0" baseline="7657" sz="3975" spc="21">
                <a:latin typeface="Times New Roman"/>
                <a:cs typeface="Times New Roman"/>
              </a:rPr>
              <a:t>(</a:t>
            </a:r>
            <a:r>
              <a:rPr dirty="0" smtClean="0" baseline="7657" sz="3975" spc="21">
                <a:latin typeface="Times New Roman"/>
                <a:cs typeface="Times New Roman"/>
              </a:rPr>
              <a:t>1</a:t>
            </a:r>
            <a:r>
              <a:rPr dirty="0" smtClean="0" sz="2650" spc="0">
                <a:latin typeface="Symbol"/>
                <a:cs typeface="Symbol"/>
              </a:rPr>
              <a:t></a:t>
            </a:r>
            <a:r>
              <a:rPr dirty="0" smtClean="0" baseline="7657" sz="3975" spc="21">
                <a:latin typeface="Times New Roman"/>
                <a:cs typeface="Times New Roman"/>
              </a:rPr>
              <a:t> </a:t>
            </a:r>
            <a:r>
              <a:rPr dirty="0" smtClean="0" baseline="7657" sz="3975" spc="21" i="1">
                <a:latin typeface="Times New Roman"/>
                <a:cs typeface="Times New Roman"/>
              </a:rPr>
              <a:t>m</a:t>
            </a:r>
            <a:r>
              <a:rPr dirty="0" smtClean="0" baseline="7657" sz="3975" spc="21">
                <a:latin typeface="Times New Roman"/>
                <a:cs typeface="Times New Roman"/>
              </a:rPr>
              <a:t>(</a:t>
            </a:r>
            <a:r>
              <a:rPr dirty="0" smtClean="0" baseline="7657" sz="3975" spc="21" i="1">
                <a:latin typeface="Times New Roman"/>
                <a:cs typeface="Times New Roman"/>
              </a:rPr>
              <a:t>t</a:t>
            </a:r>
            <a:r>
              <a:rPr dirty="0" smtClean="0" baseline="7657" sz="3975" spc="21">
                <a:latin typeface="Times New Roman"/>
                <a:cs typeface="Times New Roman"/>
              </a:rPr>
              <a:t>)]</a:t>
            </a:r>
            <a:endParaRPr sz="2650">
              <a:latin typeface="Times New Roman"/>
              <a:cs typeface="Times New Roman"/>
            </a:endParaRPr>
          </a:p>
          <a:p>
            <a:pPr marL="60556">
              <a:lnSpc>
                <a:spcPct val="95825"/>
              </a:lnSpc>
              <a:spcBef>
                <a:spcPts val="2529"/>
              </a:spcBef>
            </a:pP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(t)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is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 u="heavy">
                <a:latin typeface="Arial"/>
                <a:cs typeface="Arial"/>
              </a:rPr>
              <a:t>s</a:t>
            </a:r>
            <a:r>
              <a:rPr dirty="0" smtClean="0" sz="1800" spc="-1" u="heavy">
                <a:latin typeface="Arial"/>
                <a:cs typeface="Arial"/>
              </a:rPr>
              <a:t>a</a:t>
            </a:r>
            <a:r>
              <a:rPr dirty="0" smtClean="0" sz="1800" spc="-1" u="heavy">
                <a:latin typeface="Arial"/>
                <a:cs typeface="Arial"/>
              </a:rPr>
              <a:t>m</a:t>
            </a:r>
            <a:r>
              <a:rPr dirty="0" smtClean="0" sz="1800" spc="-1" u="heavy">
                <a:latin typeface="Arial"/>
                <a:cs typeface="Arial"/>
              </a:rPr>
              <a:t>p</a:t>
            </a:r>
            <a:r>
              <a:rPr dirty="0" smtClean="0" sz="1800" spc="-1" u="heavy">
                <a:latin typeface="Arial"/>
                <a:cs typeface="Arial"/>
              </a:rPr>
              <a:t>u</a:t>
            </a:r>
            <a:r>
              <a:rPr dirty="0" smtClean="0" sz="1800" spc="-1" u="heavy">
                <a:latin typeface="Arial"/>
                <a:cs typeface="Arial"/>
              </a:rPr>
              <a:t>l</a:t>
            </a:r>
            <a:r>
              <a:rPr dirty="0" smtClean="0" sz="1800" spc="-1" u="heavy">
                <a:latin typeface="Arial"/>
                <a:cs typeface="Arial"/>
              </a:rPr>
              <a:t> </a:t>
            </a:r>
            <a:r>
              <a:rPr dirty="0" smtClean="0" sz="1800" spc="-1" u="heavy">
                <a:latin typeface="Arial"/>
                <a:cs typeface="Arial"/>
              </a:rPr>
              <a:t>k</a:t>
            </a:r>
            <a:r>
              <a:rPr dirty="0" smtClean="0" sz="1800" spc="-1" u="heavy">
                <a:latin typeface="Arial"/>
                <a:cs typeface="Arial"/>
              </a:rPr>
              <a:t>o</a:t>
            </a:r>
            <a:r>
              <a:rPr dirty="0" smtClean="0" sz="1800" spc="-1" u="heavy">
                <a:latin typeface="Arial"/>
                <a:cs typeface="Arial"/>
              </a:rPr>
              <a:t>m</a:t>
            </a:r>
            <a:r>
              <a:rPr dirty="0" smtClean="0" sz="1800" spc="-1" u="heavy">
                <a:latin typeface="Arial"/>
                <a:cs typeface="Arial"/>
              </a:rPr>
              <a:t>p</a:t>
            </a:r>
            <a:r>
              <a:rPr dirty="0" smtClean="0" sz="1800" spc="-1" u="heavy">
                <a:latin typeface="Arial"/>
                <a:cs typeface="Arial"/>
              </a:rPr>
              <a:t>l</a:t>
            </a:r>
            <a:r>
              <a:rPr dirty="0" smtClean="0" sz="1800" spc="-1" u="heavy">
                <a:latin typeface="Arial"/>
                <a:cs typeface="Arial"/>
              </a:rPr>
              <a:t>e</a:t>
            </a:r>
            <a:r>
              <a:rPr dirty="0" smtClean="0" sz="1800" spc="-1" u="heavy">
                <a:latin typeface="Arial"/>
                <a:cs typeface="Arial"/>
              </a:rPr>
              <a:t>ks</a:t>
            </a:r>
            <a:r>
              <a:rPr dirty="0" smtClean="0" sz="1800" spc="-1" u="heavy">
                <a:latin typeface="Arial"/>
                <a:cs typeface="Arial"/>
              </a:rPr>
              <a:t> </a:t>
            </a:r>
            <a:r>
              <a:rPr dirty="0" smtClean="0" sz="1800" spc="-1" u="heavy">
                <a:latin typeface="Arial"/>
                <a:cs typeface="Arial"/>
              </a:rPr>
              <a:t>(</a:t>
            </a:r>
            <a:r>
              <a:rPr dirty="0" smtClean="0" sz="1800" spc="-1" i="1" u="heavy">
                <a:latin typeface="Arial"/>
                <a:cs typeface="Arial"/>
              </a:rPr>
              <a:t>c</a:t>
            </a:r>
            <a:r>
              <a:rPr dirty="0" smtClean="0" sz="1800" spc="-1" i="1" u="heavy">
                <a:latin typeface="Arial"/>
                <a:cs typeface="Arial"/>
              </a:rPr>
              <a:t>o</a:t>
            </a:r>
            <a:r>
              <a:rPr dirty="0" smtClean="0" sz="1800" spc="-1" i="1" u="heavy">
                <a:latin typeface="Arial"/>
                <a:cs typeface="Arial"/>
              </a:rPr>
              <a:t>m</a:t>
            </a:r>
            <a:r>
              <a:rPr dirty="0" smtClean="0" sz="1800" spc="-1" i="1" u="heavy">
                <a:latin typeface="Arial"/>
                <a:cs typeface="Arial"/>
              </a:rPr>
              <a:t>p</a:t>
            </a:r>
            <a:r>
              <a:rPr dirty="0" smtClean="0" sz="1800" spc="-1" i="1" u="heavy">
                <a:latin typeface="Arial"/>
                <a:cs typeface="Arial"/>
              </a:rPr>
              <a:t>l</a:t>
            </a:r>
            <a:r>
              <a:rPr dirty="0" smtClean="0" sz="1800" spc="-1" i="1" u="heavy">
                <a:latin typeface="Arial"/>
                <a:cs typeface="Arial"/>
              </a:rPr>
              <a:t>e</a:t>
            </a:r>
            <a:r>
              <a:rPr dirty="0" smtClean="0" sz="1800" spc="-1" i="1" u="heavy">
                <a:latin typeface="Arial"/>
                <a:cs typeface="Arial"/>
              </a:rPr>
              <a:t>x</a:t>
            </a:r>
            <a:r>
              <a:rPr dirty="0" smtClean="0" sz="1800" spc="-1" i="1" u="heavy">
                <a:latin typeface="Arial"/>
                <a:cs typeface="Arial"/>
              </a:rPr>
              <a:t> </a:t>
            </a:r>
            <a:r>
              <a:rPr dirty="0" smtClean="0" sz="1800" spc="-1" i="1" u="heavy">
                <a:latin typeface="Arial"/>
                <a:cs typeface="Arial"/>
              </a:rPr>
              <a:t>e</a:t>
            </a:r>
            <a:r>
              <a:rPr dirty="0" smtClean="0" sz="1800" spc="-1" i="1" u="heavy">
                <a:latin typeface="Arial"/>
                <a:cs typeface="Arial"/>
              </a:rPr>
              <a:t>n</a:t>
            </a:r>
            <a:r>
              <a:rPr dirty="0" smtClean="0" sz="1800" spc="-1" i="1" u="heavy">
                <a:latin typeface="Arial"/>
                <a:cs typeface="Arial"/>
              </a:rPr>
              <a:t>v</a:t>
            </a:r>
            <a:r>
              <a:rPr dirty="0" smtClean="0" sz="1800" spc="-1" i="1" u="heavy">
                <a:latin typeface="Arial"/>
                <a:cs typeface="Arial"/>
              </a:rPr>
              <a:t>e</a:t>
            </a:r>
            <a:r>
              <a:rPr dirty="0" smtClean="0" sz="1800" spc="-1" i="1" u="heavy">
                <a:latin typeface="Arial"/>
                <a:cs typeface="Arial"/>
              </a:rPr>
              <a:t>l</a:t>
            </a:r>
            <a:r>
              <a:rPr dirty="0" smtClean="0" sz="1800" spc="-1" i="1" u="heavy">
                <a:latin typeface="Arial"/>
                <a:cs typeface="Arial"/>
              </a:rPr>
              <a:t>o</a:t>
            </a:r>
            <a:r>
              <a:rPr dirty="0" smtClean="0" sz="1800" spc="-1" i="1" u="heavy">
                <a:latin typeface="Arial"/>
                <a:cs typeface="Arial"/>
              </a:rPr>
              <a:t>p</a:t>
            </a:r>
            <a:r>
              <a:rPr dirty="0" smtClean="0" sz="1800" spc="-1" i="1" u="heavy">
                <a:latin typeface="Arial"/>
                <a:cs typeface="Arial"/>
              </a:rPr>
              <a:t>e</a:t>
            </a:r>
            <a:r>
              <a:rPr dirty="0" smtClean="0" sz="1800" spc="-1" u="heavy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02702" y="5759131"/>
            <a:ext cx="1547388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6">
                <a:latin typeface="Arial"/>
                <a:cs typeface="Arial"/>
              </a:rPr>
              <a:t>d</a:t>
            </a:r>
            <a:r>
              <a:rPr dirty="0" smtClean="0" sz="1800" spc="-6">
                <a:latin typeface="Arial"/>
                <a:cs typeface="Arial"/>
              </a:rPr>
              <a:t>a</a:t>
            </a:r>
            <a:r>
              <a:rPr dirty="0" smtClean="0" sz="1800" spc="-6">
                <a:latin typeface="Arial"/>
                <a:cs typeface="Arial"/>
              </a:rPr>
              <a:t>ri</a:t>
            </a:r>
            <a:r>
              <a:rPr dirty="0" smtClean="0" sz="1800" spc="-6">
                <a:latin typeface="Arial"/>
                <a:cs typeface="Arial"/>
              </a:rPr>
              <a:t> </a:t>
            </a:r>
            <a:r>
              <a:rPr dirty="0" smtClean="0" sz="1800" spc="-6">
                <a:latin typeface="Arial"/>
                <a:cs typeface="Arial"/>
              </a:rPr>
              <a:t>si</a:t>
            </a:r>
            <a:r>
              <a:rPr dirty="0" smtClean="0" sz="1800" spc="-6">
                <a:latin typeface="Arial"/>
                <a:cs typeface="Arial"/>
              </a:rPr>
              <a:t>n</a:t>
            </a:r>
            <a:r>
              <a:rPr dirty="0" smtClean="0" sz="1800" spc="-6">
                <a:latin typeface="Arial"/>
                <a:cs typeface="Arial"/>
              </a:rPr>
              <a:t>y</a:t>
            </a:r>
            <a:r>
              <a:rPr dirty="0" smtClean="0" sz="1800" spc="-6">
                <a:latin typeface="Arial"/>
                <a:cs typeface="Arial"/>
              </a:rPr>
              <a:t>a</a:t>
            </a:r>
            <a:r>
              <a:rPr dirty="0" smtClean="0" sz="1800" spc="-6">
                <a:latin typeface="Arial"/>
                <a:cs typeface="Arial"/>
              </a:rPr>
              <a:t>l</a:t>
            </a:r>
            <a:r>
              <a:rPr dirty="0" smtClean="0" sz="1800" spc="-6">
                <a:latin typeface="Arial"/>
                <a:cs typeface="Arial"/>
              </a:rPr>
              <a:t> </a:t>
            </a:r>
            <a:r>
              <a:rPr dirty="0" smtClean="0" sz="1800" spc="-6">
                <a:latin typeface="Arial"/>
                <a:cs typeface="Arial"/>
              </a:rPr>
              <a:t>AM.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457436" y="6471832"/>
            <a:ext cx="33376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47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39996" y="2330196"/>
            <a:ext cx="1295400" cy="1143000"/>
          </a:xfrm>
          <a:prstGeom prst="rect">
            <a:avLst/>
          </a:prstGeom>
        </p:spPr>
        <p:txBody>
          <a:bodyPr wrap="square" lIns="0" tIns="9373" rIns="0" bIns="0" rtlCol="0">
            <a:noAutofit/>
          </a:bodyPr>
          <a:lstStyle/>
          <a:p>
            <a:pPr>
              <a:lnSpc>
                <a:spcPts val="1100"/>
              </a:lnSpc>
            </a:pPr>
            <a:endParaRPr sz="1100"/>
          </a:p>
          <a:p>
            <a:pPr marL="132244">
              <a:lnSpc>
                <a:spcPct val="100000"/>
              </a:lnSpc>
            </a:pPr>
            <a:r>
              <a:rPr dirty="0" smtClean="0" baseline="-36678" sz="3675" spc="-41" i="1">
                <a:latin typeface="Times New Roman"/>
                <a:cs typeface="Times New Roman"/>
              </a:rPr>
              <a:t>k</a:t>
            </a:r>
            <a:r>
              <a:rPr dirty="0" smtClean="0" baseline="-36678" sz="3675" spc="-41" i="1">
                <a:latin typeface="Times New Roman"/>
                <a:cs typeface="Times New Roman"/>
              </a:rPr>
              <a:t> </a:t>
            </a:r>
            <a:r>
              <a:rPr dirty="0" smtClean="0" baseline="-34427" sz="3675" spc="12">
                <a:latin typeface="Symbol"/>
                <a:cs typeface="Symbol"/>
              </a:rPr>
              <a:t></a:t>
            </a:r>
            <a:r>
              <a:rPr dirty="0" smtClean="0" baseline="-36678" sz="3675" spc="-41">
                <a:latin typeface="Times New Roman"/>
                <a:cs typeface="Times New Roman"/>
              </a:rPr>
              <a:t> </a:t>
            </a:r>
            <a:r>
              <a:rPr dirty="0" smtClean="0" sz="2450" spc="-41" i="1" u="heavy">
                <a:latin typeface="Times New Roman"/>
                <a:cs typeface="Times New Roman"/>
              </a:rPr>
              <a:t> </a:t>
            </a:r>
            <a:r>
              <a:rPr dirty="0" smtClean="0" sz="2450" spc="-41" i="1" u="heavy">
                <a:latin typeface="Times New Roman"/>
                <a:cs typeface="Times New Roman"/>
              </a:rPr>
              <a:t>A</a:t>
            </a:r>
            <a:r>
              <a:rPr dirty="0" smtClean="0" baseline="-23990" sz="2175" spc="-41" i="1" u="heavy">
                <a:latin typeface="Times New Roman"/>
                <a:cs typeface="Times New Roman"/>
              </a:rPr>
              <a:t>m</a:t>
            </a:r>
            <a:r>
              <a:rPr dirty="0" smtClean="0" baseline="-23990" sz="2175" spc="-41" i="1" u="heavy">
                <a:latin typeface="Times New Roman"/>
                <a:cs typeface="Times New Roman"/>
              </a:rPr>
              <a:t> 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99056" y="1037082"/>
            <a:ext cx="12710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033266" y="1037082"/>
            <a:ext cx="12710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456529" y="1037082"/>
            <a:ext cx="1101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762000" y="3562096"/>
            <a:ext cx="769620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763809" y="5817616"/>
            <a:ext cx="6478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792049" y="5817616"/>
            <a:ext cx="6500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1455" y="5817616"/>
            <a:ext cx="6661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" name="object 153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546227" y="2919918"/>
            <a:ext cx="3211" cy="24675"/>
          </a:xfrm>
          <a:custGeom>
            <a:avLst/>
            <a:gdLst/>
            <a:ahLst/>
            <a:cxnLst/>
            <a:rect l="l" t="t" r="r" b="b"/>
            <a:pathLst>
              <a:path w="3211" h="24675">
                <a:moveTo>
                  <a:pt x="0" y="0"/>
                </a:moveTo>
                <a:lnTo>
                  <a:pt x="144" y="0"/>
                </a:lnTo>
                <a:lnTo>
                  <a:pt x="291" y="115"/>
                </a:lnTo>
                <a:lnTo>
                  <a:pt x="291" y="260"/>
                </a:lnTo>
                <a:lnTo>
                  <a:pt x="436" y="405"/>
                </a:lnTo>
                <a:lnTo>
                  <a:pt x="510" y="579"/>
                </a:lnTo>
                <a:lnTo>
                  <a:pt x="510" y="724"/>
                </a:lnTo>
                <a:lnTo>
                  <a:pt x="583" y="869"/>
                </a:lnTo>
                <a:lnTo>
                  <a:pt x="657" y="1043"/>
                </a:lnTo>
                <a:lnTo>
                  <a:pt x="657" y="1188"/>
                </a:lnTo>
                <a:lnTo>
                  <a:pt x="728" y="1333"/>
                </a:lnTo>
                <a:lnTo>
                  <a:pt x="802" y="1536"/>
                </a:lnTo>
                <a:lnTo>
                  <a:pt x="802" y="1710"/>
                </a:lnTo>
                <a:lnTo>
                  <a:pt x="875" y="1855"/>
                </a:lnTo>
                <a:lnTo>
                  <a:pt x="875" y="2000"/>
                </a:lnTo>
                <a:lnTo>
                  <a:pt x="949" y="2174"/>
                </a:lnTo>
                <a:lnTo>
                  <a:pt x="949" y="2319"/>
                </a:lnTo>
                <a:lnTo>
                  <a:pt x="1020" y="2464"/>
                </a:lnTo>
                <a:lnTo>
                  <a:pt x="1020" y="2667"/>
                </a:lnTo>
                <a:lnTo>
                  <a:pt x="1093" y="2841"/>
                </a:lnTo>
                <a:lnTo>
                  <a:pt x="1093" y="2986"/>
                </a:lnTo>
                <a:lnTo>
                  <a:pt x="1093" y="3131"/>
                </a:lnTo>
                <a:lnTo>
                  <a:pt x="1167" y="3392"/>
                </a:lnTo>
                <a:lnTo>
                  <a:pt x="1241" y="3595"/>
                </a:lnTo>
                <a:lnTo>
                  <a:pt x="1241" y="3856"/>
                </a:lnTo>
                <a:lnTo>
                  <a:pt x="1312" y="4059"/>
                </a:lnTo>
                <a:lnTo>
                  <a:pt x="1312" y="4262"/>
                </a:lnTo>
                <a:lnTo>
                  <a:pt x="1312" y="4436"/>
                </a:lnTo>
                <a:lnTo>
                  <a:pt x="1385" y="4581"/>
                </a:lnTo>
                <a:lnTo>
                  <a:pt x="1385" y="4784"/>
                </a:lnTo>
                <a:lnTo>
                  <a:pt x="1459" y="4987"/>
                </a:lnTo>
                <a:lnTo>
                  <a:pt x="1459" y="5248"/>
                </a:lnTo>
                <a:lnTo>
                  <a:pt x="1459" y="5393"/>
                </a:lnTo>
                <a:lnTo>
                  <a:pt x="1533" y="5567"/>
                </a:lnTo>
                <a:lnTo>
                  <a:pt x="1533" y="5712"/>
                </a:lnTo>
                <a:lnTo>
                  <a:pt x="1533" y="5857"/>
                </a:lnTo>
                <a:lnTo>
                  <a:pt x="1607" y="6031"/>
                </a:lnTo>
                <a:lnTo>
                  <a:pt x="1607" y="6176"/>
                </a:lnTo>
                <a:lnTo>
                  <a:pt x="1607" y="6321"/>
                </a:lnTo>
                <a:lnTo>
                  <a:pt x="1607" y="6581"/>
                </a:lnTo>
                <a:lnTo>
                  <a:pt x="1677" y="6842"/>
                </a:lnTo>
                <a:lnTo>
                  <a:pt x="1677" y="6987"/>
                </a:lnTo>
                <a:lnTo>
                  <a:pt x="1751" y="7248"/>
                </a:lnTo>
                <a:lnTo>
                  <a:pt x="1751" y="7509"/>
                </a:lnTo>
                <a:lnTo>
                  <a:pt x="1751" y="7654"/>
                </a:lnTo>
                <a:lnTo>
                  <a:pt x="1825" y="7915"/>
                </a:lnTo>
                <a:lnTo>
                  <a:pt x="1825" y="8234"/>
                </a:lnTo>
                <a:lnTo>
                  <a:pt x="1825" y="8379"/>
                </a:lnTo>
                <a:lnTo>
                  <a:pt x="1899" y="8640"/>
                </a:lnTo>
                <a:lnTo>
                  <a:pt x="1899" y="8785"/>
                </a:lnTo>
                <a:lnTo>
                  <a:pt x="1899" y="8959"/>
                </a:lnTo>
                <a:lnTo>
                  <a:pt x="1899" y="9104"/>
                </a:lnTo>
                <a:lnTo>
                  <a:pt x="1969" y="9249"/>
                </a:lnTo>
                <a:lnTo>
                  <a:pt x="1969" y="9423"/>
                </a:lnTo>
                <a:lnTo>
                  <a:pt x="1969" y="9568"/>
                </a:lnTo>
                <a:lnTo>
                  <a:pt x="1969" y="9713"/>
                </a:lnTo>
                <a:lnTo>
                  <a:pt x="2043" y="9887"/>
                </a:lnTo>
                <a:lnTo>
                  <a:pt x="2043" y="10032"/>
                </a:lnTo>
                <a:lnTo>
                  <a:pt x="2043" y="10177"/>
                </a:lnTo>
                <a:lnTo>
                  <a:pt x="2043" y="10380"/>
                </a:lnTo>
                <a:lnTo>
                  <a:pt x="2117" y="10699"/>
                </a:lnTo>
                <a:lnTo>
                  <a:pt x="2117" y="10844"/>
                </a:lnTo>
                <a:lnTo>
                  <a:pt x="2117" y="11018"/>
                </a:lnTo>
                <a:lnTo>
                  <a:pt x="2117" y="11163"/>
                </a:lnTo>
                <a:lnTo>
                  <a:pt x="2117" y="11366"/>
                </a:lnTo>
                <a:lnTo>
                  <a:pt x="2191" y="11511"/>
                </a:lnTo>
                <a:lnTo>
                  <a:pt x="2191" y="11685"/>
                </a:lnTo>
                <a:lnTo>
                  <a:pt x="2191" y="11830"/>
                </a:lnTo>
                <a:lnTo>
                  <a:pt x="2191" y="12033"/>
                </a:lnTo>
                <a:lnTo>
                  <a:pt x="2261" y="12236"/>
                </a:lnTo>
                <a:lnTo>
                  <a:pt x="2261" y="12555"/>
                </a:lnTo>
                <a:lnTo>
                  <a:pt x="2261" y="12758"/>
                </a:lnTo>
                <a:lnTo>
                  <a:pt x="2261" y="12903"/>
                </a:lnTo>
                <a:lnTo>
                  <a:pt x="2335" y="13105"/>
                </a:lnTo>
                <a:lnTo>
                  <a:pt x="2335" y="13279"/>
                </a:lnTo>
                <a:lnTo>
                  <a:pt x="2335" y="13424"/>
                </a:lnTo>
                <a:lnTo>
                  <a:pt x="2335" y="13627"/>
                </a:lnTo>
                <a:lnTo>
                  <a:pt x="2409" y="13830"/>
                </a:lnTo>
                <a:lnTo>
                  <a:pt x="2409" y="14033"/>
                </a:lnTo>
                <a:lnTo>
                  <a:pt x="2409" y="14236"/>
                </a:lnTo>
                <a:lnTo>
                  <a:pt x="2409" y="14555"/>
                </a:lnTo>
                <a:lnTo>
                  <a:pt x="2483" y="14758"/>
                </a:lnTo>
                <a:lnTo>
                  <a:pt x="2483" y="14961"/>
                </a:lnTo>
                <a:lnTo>
                  <a:pt x="2483" y="15164"/>
                </a:lnTo>
                <a:lnTo>
                  <a:pt x="2483" y="15367"/>
                </a:lnTo>
                <a:lnTo>
                  <a:pt x="2553" y="15541"/>
                </a:lnTo>
                <a:lnTo>
                  <a:pt x="2553" y="15744"/>
                </a:lnTo>
                <a:lnTo>
                  <a:pt x="2553" y="15947"/>
                </a:lnTo>
                <a:lnTo>
                  <a:pt x="2553" y="16150"/>
                </a:lnTo>
                <a:lnTo>
                  <a:pt x="2553" y="16353"/>
                </a:lnTo>
                <a:lnTo>
                  <a:pt x="2627" y="16556"/>
                </a:lnTo>
                <a:lnTo>
                  <a:pt x="2627" y="16759"/>
                </a:lnTo>
                <a:lnTo>
                  <a:pt x="2627" y="16962"/>
                </a:lnTo>
                <a:lnTo>
                  <a:pt x="2627" y="17136"/>
                </a:lnTo>
                <a:lnTo>
                  <a:pt x="2701" y="17339"/>
                </a:lnTo>
                <a:lnTo>
                  <a:pt x="2701" y="17629"/>
                </a:lnTo>
                <a:lnTo>
                  <a:pt x="2701" y="17803"/>
                </a:lnTo>
                <a:lnTo>
                  <a:pt x="2701" y="18006"/>
                </a:lnTo>
                <a:lnTo>
                  <a:pt x="2701" y="18209"/>
                </a:lnTo>
                <a:lnTo>
                  <a:pt x="2774" y="18412"/>
                </a:lnTo>
                <a:lnTo>
                  <a:pt x="2774" y="18673"/>
                </a:lnTo>
                <a:lnTo>
                  <a:pt x="2774" y="18876"/>
                </a:lnTo>
                <a:lnTo>
                  <a:pt x="2774" y="19079"/>
                </a:lnTo>
                <a:lnTo>
                  <a:pt x="2848" y="19282"/>
                </a:lnTo>
                <a:lnTo>
                  <a:pt x="2848" y="19543"/>
                </a:lnTo>
                <a:lnTo>
                  <a:pt x="2848" y="19745"/>
                </a:lnTo>
                <a:lnTo>
                  <a:pt x="2848" y="19948"/>
                </a:lnTo>
                <a:lnTo>
                  <a:pt x="2848" y="20209"/>
                </a:lnTo>
                <a:lnTo>
                  <a:pt x="2919" y="20412"/>
                </a:lnTo>
                <a:lnTo>
                  <a:pt x="2919" y="20615"/>
                </a:lnTo>
                <a:lnTo>
                  <a:pt x="2919" y="20876"/>
                </a:lnTo>
                <a:lnTo>
                  <a:pt x="2919" y="21079"/>
                </a:lnTo>
                <a:lnTo>
                  <a:pt x="2919" y="21340"/>
                </a:lnTo>
                <a:lnTo>
                  <a:pt x="2993" y="21543"/>
                </a:lnTo>
                <a:lnTo>
                  <a:pt x="2993" y="21804"/>
                </a:lnTo>
                <a:lnTo>
                  <a:pt x="2993" y="22007"/>
                </a:lnTo>
                <a:lnTo>
                  <a:pt x="2993" y="22268"/>
                </a:lnTo>
                <a:lnTo>
                  <a:pt x="3066" y="22471"/>
                </a:lnTo>
                <a:lnTo>
                  <a:pt x="3066" y="22732"/>
                </a:lnTo>
                <a:lnTo>
                  <a:pt x="3066" y="22935"/>
                </a:lnTo>
                <a:lnTo>
                  <a:pt x="3066" y="23196"/>
                </a:lnTo>
                <a:lnTo>
                  <a:pt x="3066" y="23457"/>
                </a:lnTo>
                <a:lnTo>
                  <a:pt x="3140" y="23660"/>
                </a:lnTo>
                <a:lnTo>
                  <a:pt x="3140" y="23921"/>
                </a:lnTo>
                <a:lnTo>
                  <a:pt x="3140" y="24211"/>
                </a:lnTo>
                <a:lnTo>
                  <a:pt x="3140" y="24385"/>
                </a:lnTo>
                <a:lnTo>
                  <a:pt x="3211" y="2467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549438" y="2944594"/>
            <a:ext cx="3140" cy="72256"/>
          </a:xfrm>
          <a:custGeom>
            <a:avLst/>
            <a:gdLst/>
            <a:ahLst/>
            <a:cxnLst/>
            <a:rect l="l" t="t" r="r" b="b"/>
            <a:pathLst>
              <a:path w="3140" h="72256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0" y="724"/>
                </a:lnTo>
                <a:lnTo>
                  <a:pt x="0" y="985"/>
                </a:lnTo>
                <a:lnTo>
                  <a:pt x="73" y="1246"/>
                </a:lnTo>
                <a:lnTo>
                  <a:pt x="73" y="1507"/>
                </a:lnTo>
                <a:lnTo>
                  <a:pt x="73" y="1797"/>
                </a:lnTo>
                <a:lnTo>
                  <a:pt x="73" y="1971"/>
                </a:lnTo>
                <a:lnTo>
                  <a:pt x="147" y="2261"/>
                </a:lnTo>
                <a:lnTo>
                  <a:pt x="147" y="2522"/>
                </a:lnTo>
                <a:lnTo>
                  <a:pt x="147" y="2783"/>
                </a:lnTo>
                <a:lnTo>
                  <a:pt x="147" y="3044"/>
                </a:lnTo>
                <a:lnTo>
                  <a:pt x="147" y="3305"/>
                </a:lnTo>
                <a:lnTo>
                  <a:pt x="221" y="3566"/>
                </a:lnTo>
                <a:lnTo>
                  <a:pt x="221" y="3856"/>
                </a:lnTo>
                <a:lnTo>
                  <a:pt x="221" y="4117"/>
                </a:lnTo>
                <a:lnTo>
                  <a:pt x="221" y="4378"/>
                </a:lnTo>
                <a:lnTo>
                  <a:pt x="291" y="4639"/>
                </a:lnTo>
                <a:lnTo>
                  <a:pt x="291" y="4900"/>
                </a:lnTo>
                <a:lnTo>
                  <a:pt x="291" y="5161"/>
                </a:lnTo>
                <a:lnTo>
                  <a:pt x="291" y="5451"/>
                </a:lnTo>
                <a:lnTo>
                  <a:pt x="291" y="5712"/>
                </a:lnTo>
                <a:lnTo>
                  <a:pt x="365" y="5973"/>
                </a:lnTo>
                <a:lnTo>
                  <a:pt x="365" y="6292"/>
                </a:lnTo>
                <a:lnTo>
                  <a:pt x="365" y="6581"/>
                </a:lnTo>
                <a:lnTo>
                  <a:pt x="365" y="6842"/>
                </a:lnTo>
                <a:lnTo>
                  <a:pt x="439" y="7103"/>
                </a:lnTo>
                <a:lnTo>
                  <a:pt x="439" y="7364"/>
                </a:lnTo>
                <a:lnTo>
                  <a:pt x="439" y="7712"/>
                </a:lnTo>
                <a:lnTo>
                  <a:pt x="439" y="7973"/>
                </a:lnTo>
                <a:lnTo>
                  <a:pt x="439" y="8234"/>
                </a:lnTo>
                <a:lnTo>
                  <a:pt x="513" y="8495"/>
                </a:lnTo>
                <a:lnTo>
                  <a:pt x="513" y="8843"/>
                </a:lnTo>
                <a:lnTo>
                  <a:pt x="513" y="9104"/>
                </a:lnTo>
                <a:lnTo>
                  <a:pt x="513" y="9365"/>
                </a:lnTo>
                <a:lnTo>
                  <a:pt x="513" y="9684"/>
                </a:lnTo>
                <a:lnTo>
                  <a:pt x="583" y="9974"/>
                </a:lnTo>
                <a:lnTo>
                  <a:pt x="583" y="10235"/>
                </a:lnTo>
                <a:lnTo>
                  <a:pt x="583" y="10554"/>
                </a:lnTo>
                <a:lnTo>
                  <a:pt x="583" y="10815"/>
                </a:lnTo>
                <a:lnTo>
                  <a:pt x="657" y="11163"/>
                </a:lnTo>
                <a:lnTo>
                  <a:pt x="657" y="11424"/>
                </a:lnTo>
                <a:lnTo>
                  <a:pt x="657" y="11772"/>
                </a:lnTo>
                <a:lnTo>
                  <a:pt x="657" y="12033"/>
                </a:lnTo>
                <a:lnTo>
                  <a:pt x="657" y="12352"/>
                </a:lnTo>
                <a:lnTo>
                  <a:pt x="731" y="12613"/>
                </a:lnTo>
                <a:lnTo>
                  <a:pt x="731" y="12961"/>
                </a:lnTo>
                <a:lnTo>
                  <a:pt x="731" y="13221"/>
                </a:lnTo>
                <a:lnTo>
                  <a:pt x="731" y="13540"/>
                </a:lnTo>
                <a:lnTo>
                  <a:pt x="805" y="13888"/>
                </a:lnTo>
                <a:lnTo>
                  <a:pt x="805" y="14149"/>
                </a:lnTo>
                <a:lnTo>
                  <a:pt x="805" y="14497"/>
                </a:lnTo>
                <a:lnTo>
                  <a:pt x="805" y="14816"/>
                </a:lnTo>
                <a:lnTo>
                  <a:pt x="805" y="15077"/>
                </a:lnTo>
                <a:lnTo>
                  <a:pt x="879" y="15425"/>
                </a:lnTo>
                <a:lnTo>
                  <a:pt x="879" y="15744"/>
                </a:lnTo>
                <a:lnTo>
                  <a:pt x="879" y="16005"/>
                </a:lnTo>
                <a:lnTo>
                  <a:pt x="879" y="16353"/>
                </a:lnTo>
                <a:lnTo>
                  <a:pt x="949" y="16672"/>
                </a:lnTo>
                <a:lnTo>
                  <a:pt x="949" y="17020"/>
                </a:lnTo>
                <a:lnTo>
                  <a:pt x="949" y="17339"/>
                </a:lnTo>
                <a:lnTo>
                  <a:pt x="949" y="17600"/>
                </a:lnTo>
                <a:lnTo>
                  <a:pt x="949" y="17948"/>
                </a:lnTo>
                <a:lnTo>
                  <a:pt x="1023" y="18267"/>
                </a:lnTo>
                <a:lnTo>
                  <a:pt x="1023" y="18615"/>
                </a:lnTo>
                <a:lnTo>
                  <a:pt x="1023" y="18934"/>
                </a:lnTo>
                <a:lnTo>
                  <a:pt x="1023" y="19282"/>
                </a:lnTo>
                <a:lnTo>
                  <a:pt x="1097" y="19600"/>
                </a:lnTo>
                <a:lnTo>
                  <a:pt x="1097" y="19948"/>
                </a:lnTo>
                <a:lnTo>
                  <a:pt x="1097" y="20267"/>
                </a:lnTo>
                <a:lnTo>
                  <a:pt x="1097" y="20615"/>
                </a:lnTo>
                <a:lnTo>
                  <a:pt x="1097" y="20934"/>
                </a:lnTo>
                <a:lnTo>
                  <a:pt x="1170" y="21253"/>
                </a:lnTo>
                <a:lnTo>
                  <a:pt x="1170" y="21601"/>
                </a:lnTo>
                <a:lnTo>
                  <a:pt x="1170" y="21920"/>
                </a:lnTo>
                <a:lnTo>
                  <a:pt x="1170" y="22268"/>
                </a:lnTo>
                <a:lnTo>
                  <a:pt x="1241" y="22587"/>
                </a:lnTo>
                <a:lnTo>
                  <a:pt x="1241" y="22935"/>
                </a:lnTo>
                <a:lnTo>
                  <a:pt x="1241" y="23254"/>
                </a:lnTo>
                <a:lnTo>
                  <a:pt x="1241" y="23602"/>
                </a:lnTo>
                <a:lnTo>
                  <a:pt x="1241" y="23921"/>
                </a:lnTo>
                <a:lnTo>
                  <a:pt x="1315" y="24269"/>
                </a:lnTo>
                <a:lnTo>
                  <a:pt x="1315" y="24646"/>
                </a:lnTo>
                <a:lnTo>
                  <a:pt x="1315" y="24994"/>
                </a:lnTo>
                <a:lnTo>
                  <a:pt x="1315" y="25313"/>
                </a:lnTo>
                <a:lnTo>
                  <a:pt x="1315" y="25661"/>
                </a:lnTo>
                <a:lnTo>
                  <a:pt x="1389" y="26067"/>
                </a:lnTo>
                <a:lnTo>
                  <a:pt x="1389" y="26385"/>
                </a:lnTo>
                <a:lnTo>
                  <a:pt x="1389" y="26733"/>
                </a:lnTo>
                <a:lnTo>
                  <a:pt x="1389" y="27052"/>
                </a:lnTo>
                <a:lnTo>
                  <a:pt x="1462" y="27458"/>
                </a:lnTo>
                <a:lnTo>
                  <a:pt x="1462" y="27777"/>
                </a:lnTo>
                <a:lnTo>
                  <a:pt x="1462" y="28183"/>
                </a:lnTo>
                <a:lnTo>
                  <a:pt x="1462" y="28502"/>
                </a:lnTo>
                <a:lnTo>
                  <a:pt x="1462" y="28850"/>
                </a:lnTo>
                <a:lnTo>
                  <a:pt x="1533" y="29256"/>
                </a:lnTo>
                <a:lnTo>
                  <a:pt x="1533" y="29575"/>
                </a:lnTo>
                <a:lnTo>
                  <a:pt x="1533" y="29981"/>
                </a:lnTo>
                <a:lnTo>
                  <a:pt x="1533" y="30300"/>
                </a:lnTo>
                <a:lnTo>
                  <a:pt x="1607" y="30706"/>
                </a:lnTo>
                <a:lnTo>
                  <a:pt x="1607" y="31054"/>
                </a:lnTo>
                <a:lnTo>
                  <a:pt x="1607" y="31431"/>
                </a:lnTo>
                <a:lnTo>
                  <a:pt x="1607" y="31779"/>
                </a:lnTo>
                <a:lnTo>
                  <a:pt x="1607" y="32185"/>
                </a:lnTo>
                <a:lnTo>
                  <a:pt x="1681" y="32504"/>
                </a:lnTo>
                <a:lnTo>
                  <a:pt x="1681" y="32909"/>
                </a:lnTo>
                <a:lnTo>
                  <a:pt x="1681" y="33228"/>
                </a:lnTo>
                <a:lnTo>
                  <a:pt x="1681" y="33634"/>
                </a:lnTo>
                <a:lnTo>
                  <a:pt x="1754" y="34040"/>
                </a:lnTo>
                <a:lnTo>
                  <a:pt x="1754" y="34359"/>
                </a:lnTo>
                <a:lnTo>
                  <a:pt x="1754" y="34765"/>
                </a:lnTo>
                <a:lnTo>
                  <a:pt x="1754" y="35171"/>
                </a:lnTo>
                <a:lnTo>
                  <a:pt x="1754" y="35490"/>
                </a:lnTo>
                <a:lnTo>
                  <a:pt x="1825" y="35896"/>
                </a:lnTo>
                <a:lnTo>
                  <a:pt x="1825" y="36302"/>
                </a:lnTo>
                <a:lnTo>
                  <a:pt x="1825" y="36708"/>
                </a:lnTo>
                <a:lnTo>
                  <a:pt x="1825" y="37027"/>
                </a:lnTo>
                <a:lnTo>
                  <a:pt x="1899" y="37433"/>
                </a:lnTo>
                <a:lnTo>
                  <a:pt x="1899" y="37839"/>
                </a:lnTo>
                <a:lnTo>
                  <a:pt x="1899" y="38216"/>
                </a:lnTo>
                <a:lnTo>
                  <a:pt x="1899" y="38622"/>
                </a:lnTo>
                <a:lnTo>
                  <a:pt x="1899" y="38970"/>
                </a:lnTo>
                <a:lnTo>
                  <a:pt x="1972" y="39346"/>
                </a:lnTo>
                <a:lnTo>
                  <a:pt x="1972" y="39752"/>
                </a:lnTo>
                <a:lnTo>
                  <a:pt x="1972" y="40158"/>
                </a:lnTo>
                <a:lnTo>
                  <a:pt x="1972" y="40564"/>
                </a:lnTo>
                <a:lnTo>
                  <a:pt x="2046" y="40941"/>
                </a:lnTo>
                <a:lnTo>
                  <a:pt x="2046" y="41347"/>
                </a:lnTo>
                <a:lnTo>
                  <a:pt x="2046" y="41753"/>
                </a:lnTo>
                <a:lnTo>
                  <a:pt x="2046" y="42159"/>
                </a:lnTo>
                <a:lnTo>
                  <a:pt x="2046" y="42536"/>
                </a:lnTo>
                <a:lnTo>
                  <a:pt x="2120" y="42942"/>
                </a:lnTo>
                <a:lnTo>
                  <a:pt x="2120" y="43348"/>
                </a:lnTo>
                <a:lnTo>
                  <a:pt x="2120" y="43754"/>
                </a:lnTo>
                <a:lnTo>
                  <a:pt x="2120" y="44131"/>
                </a:lnTo>
                <a:lnTo>
                  <a:pt x="2120" y="44537"/>
                </a:lnTo>
                <a:lnTo>
                  <a:pt x="2191" y="44943"/>
                </a:lnTo>
                <a:lnTo>
                  <a:pt x="2191" y="45407"/>
                </a:lnTo>
                <a:lnTo>
                  <a:pt x="2191" y="45812"/>
                </a:lnTo>
                <a:lnTo>
                  <a:pt x="2191" y="46189"/>
                </a:lnTo>
                <a:lnTo>
                  <a:pt x="2264" y="46595"/>
                </a:lnTo>
                <a:lnTo>
                  <a:pt x="2264" y="47001"/>
                </a:lnTo>
                <a:lnTo>
                  <a:pt x="2264" y="47407"/>
                </a:lnTo>
                <a:lnTo>
                  <a:pt x="2264" y="47871"/>
                </a:lnTo>
                <a:lnTo>
                  <a:pt x="2264" y="48277"/>
                </a:lnTo>
                <a:lnTo>
                  <a:pt x="2338" y="48654"/>
                </a:lnTo>
                <a:lnTo>
                  <a:pt x="2338" y="49060"/>
                </a:lnTo>
                <a:lnTo>
                  <a:pt x="2338" y="49524"/>
                </a:lnTo>
                <a:lnTo>
                  <a:pt x="2338" y="49930"/>
                </a:lnTo>
                <a:lnTo>
                  <a:pt x="2412" y="50336"/>
                </a:lnTo>
                <a:lnTo>
                  <a:pt x="2412" y="50800"/>
                </a:lnTo>
                <a:lnTo>
                  <a:pt x="2412" y="51177"/>
                </a:lnTo>
                <a:lnTo>
                  <a:pt x="2412" y="51583"/>
                </a:lnTo>
                <a:lnTo>
                  <a:pt x="2412" y="52047"/>
                </a:lnTo>
                <a:lnTo>
                  <a:pt x="2483" y="52452"/>
                </a:lnTo>
                <a:lnTo>
                  <a:pt x="2483" y="52916"/>
                </a:lnTo>
                <a:lnTo>
                  <a:pt x="2483" y="53322"/>
                </a:lnTo>
                <a:lnTo>
                  <a:pt x="2483" y="53786"/>
                </a:lnTo>
                <a:lnTo>
                  <a:pt x="2556" y="54192"/>
                </a:lnTo>
                <a:lnTo>
                  <a:pt x="2556" y="54569"/>
                </a:lnTo>
                <a:lnTo>
                  <a:pt x="2556" y="55033"/>
                </a:lnTo>
                <a:lnTo>
                  <a:pt x="2556" y="55526"/>
                </a:lnTo>
                <a:lnTo>
                  <a:pt x="2556" y="55903"/>
                </a:lnTo>
                <a:lnTo>
                  <a:pt x="2630" y="56367"/>
                </a:lnTo>
                <a:lnTo>
                  <a:pt x="2630" y="56773"/>
                </a:lnTo>
                <a:lnTo>
                  <a:pt x="2630" y="57237"/>
                </a:lnTo>
                <a:lnTo>
                  <a:pt x="2630" y="57643"/>
                </a:lnTo>
                <a:lnTo>
                  <a:pt x="2704" y="58107"/>
                </a:lnTo>
                <a:lnTo>
                  <a:pt x="2704" y="58571"/>
                </a:lnTo>
                <a:lnTo>
                  <a:pt x="2704" y="58976"/>
                </a:lnTo>
                <a:lnTo>
                  <a:pt x="2704" y="59440"/>
                </a:lnTo>
                <a:lnTo>
                  <a:pt x="2704" y="59904"/>
                </a:lnTo>
                <a:lnTo>
                  <a:pt x="2774" y="60310"/>
                </a:lnTo>
                <a:lnTo>
                  <a:pt x="2774" y="60774"/>
                </a:lnTo>
                <a:lnTo>
                  <a:pt x="2774" y="61238"/>
                </a:lnTo>
                <a:lnTo>
                  <a:pt x="2774" y="61702"/>
                </a:lnTo>
                <a:lnTo>
                  <a:pt x="2848" y="62108"/>
                </a:lnTo>
                <a:lnTo>
                  <a:pt x="2848" y="62572"/>
                </a:lnTo>
                <a:lnTo>
                  <a:pt x="2848" y="63036"/>
                </a:lnTo>
                <a:lnTo>
                  <a:pt x="2848" y="63500"/>
                </a:lnTo>
                <a:lnTo>
                  <a:pt x="2848" y="63964"/>
                </a:lnTo>
                <a:lnTo>
                  <a:pt x="2922" y="64370"/>
                </a:lnTo>
                <a:lnTo>
                  <a:pt x="2922" y="64834"/>
                </a:lnTo>
                <a:lnTo>
                  <a:pt x="2922" y="65297"/>
                </a:lnTo>
                <a:lnTo>
                  <a:pt x="2922" y="65761"/>
                </a:lnTo>
                <a:lnTo>
                  <a:pt x="2922" y="66225"/>
                </a:lnTo>
                <a:lnTo>
                  <a:pt x="2996" y="66689"/>
                </a:lnTo>
                <a:lnTo>
                  <a:pt x="2996" y="67153"/>
                </a:lnTo>
                <a:lnTo>
                  <a:pt x="2996" y="67617"/>
                </a:lnTo>
                <a:lnTo>
                  <a:pt x="2996" y="68081"/>
                </a:lnTo>
                <a:lnTo>
                  <a:pt x="3066" y="68545"/>
                </a:lnTo>
                <a:lnTo>
                  <a:pt x="3066" y="69009"/>
                </a:lnTo>
                <a:lnTo>
                  <a:pt x="3066" y="69473"/>
                </a:lnTo>
                <a:lnTo>
                  <a:pt x="3066" y="69937"/>
                </a:lnTo>
                <a:lnTo>
                  <a:pt x="3066" y="70401"/>
                </a:lnTo>
                <a:lnTo>
                  <a:pt x="3140" y="70865"/>
                </a:lnTo>
                <a:lnTo>
                  <a:pt x="3140" y="71329"/>
                </a:lnTo>
                <a:lnTo>
                  <a:pt x="3140" y="71792"/>
                </a:lnTo>
                <a:lnTo>
                  <a:pt x="3140" y="7225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552579" y="3016851"/>
            <a:ext cx="3214" cy="113401"/>
          </a:xfrm>
          <a:custGeom>
            <a:avLst/>
            <a:gdLst/>
            <a:ahLst/>
            <a:cxnLst/>
            <a:rect l="l" t="t" r="r" b="b"/>
            <a:pathLst>
              <a:path w="3214" h="113401">
                <a:moveTo>
                  <a:pt x="0" y="0"/>
                </a:moveTo>
                <a:lnTo>
                  <a:pt x="73" y="492"/>
                </a:lnTo>
                <a:lnTo>
                  <a:pt x="73" y="956"/>
                </a:lnTo>
                <a:lnTo>
                  <a:pt x="73" y="1478"/>
                </a:lnTo>
                <a:lnTo>
                  <a:pt x="73" y="1942"/>
                </a:lnTo>
                <a:lnTo>
                  <a:pt x="73" y="2406"/>
                </a:lnTo>
                <a:lnTo>
                  <a:pt x="147" y="2870"/>
                </a:lnTo>
                <a:lnTo>
                  <a:pt x="147" y="3334"/>
                </a:lnTo>
                <a:lnTo>
                  <a:pt x="147" y="3856"/>
                </a:lnTo>
                <a:lnTo>
                  <a:pt x="147" y="4349"/>
                </a:lnTo>
                <a:lnTo>
                  <a:pt x="221" y="4813"/>
                </a:lnTo>
                <a:lnTo>
                  <a:pt x="221" y="5277"/>
                </a:lnTo>
                <a:lnTo>
                  <a:pt x="221" y="5799"/>
                </a:lnTo>
                <a:lnTo>
                  <a:pt x="221" y="6263"/>
                </a:lnTo>
                <a:lnTo>
                  <a:pt x="221" y="6726"/>
                </a:lnTo>
                <a:lnTo>
                  <a:pt x="291" y="7248"/>
                </a:lnTo>
                <a:lnTo>
                  <a:pt x="291" y="7712"/>
                </a:lnTo>
                <a:lnTo>
                  <a:pt x="291" y="8263"/>
                </a:lnTo>
                <a:lnTo>
                  <a:pt x="291" y="8727"/>
                </a:lnTo>
                <a:lnTo>
                  <a:pt x="365" y="9191"/>
                </a:lnTo>
                <a:lnTo>
                  <a:pt x="365" y="9713"/>
                </a:lnTo>
                <a:lnTo>
                  <a:pt x="365" y="10177"/>
                </a:lnTo>
                <a:lnTo>
                  <a:pt x="365" y="10728"/>
                </a:lnTo>
                <a:lnTo>
                  <a:pt x="365" y="11192"/>
                </a:lnTo>
                <a:lnTo>
                  <a:pt x="439" y="11714"/>
                </a:lnTo>
                <a:lnTo>
                  <a:pt x="439" y="12178"/>
                </a:lnTo>
                <a:lnTo>
                  <a:pt x="439" y="12700"/>
                </a:lnTo>
                <a:lnTo>
                  <a:pt x="439" y="13192"/>
                </a:lnTo>
                <a:lnTo>
                  <a:pt x="513" y="13714"/>
                </a:lnTo>
                <a:lnTo>
                  <a:pt x="513" y="14178"/>
                </a:lnTo>
                <a:lnTo>
                  <a:pt x="513" y="14700"/>
                </a:lnTo>
                <a:lnTo>
                  <a:pt x="513" y="15164"/>
                </a:lnTo>
                <a:lnTo>
                  <a:pt x="513" y="15715"/>
                </a:lnTo>
                <a:lnTo>
                  <a:pt x="583" y="16237"/>
                </a:lnTo>
                <a:lnTo>
                  <a:pt x="583" y="16701"/>
                </a:lnTo>
                <a:lnTo>
                  <a:pt x="583" y="17223"/>
                </a:lnTo>
                <a:lnTo>
                  <a:pt x="583" y="17774"/>
                </a:lnTo>
                <a:lnTo>
                  <a:pt x="583" y="18238"/>
                </a:lnTo>
                <a:lnTo>
                  <a:pt x="657" y="18760"/>
                </a:lnTo>
                <a:lnTo>
                  <a:pt x="657" y="19311"/>
                </a:lnTo>
                <a:lnTo>
                  <a:pt x="657" y="19832"/>
                </a:lnTo>
                <a:lnTo>
                  <a:pt x="657" y="20296"/>
                </a:lnTo>
                <a:lnTo>
                  <a:pt x="731" y="20818"/>
                </a:lnTo>
                <a:lnTo>
                  <a:pt x="731" y="21369"/>
                </a:lnTo>
                <a:lnTo>
                  <a:pt x="731" y="21891"/>
                </a:lnTo>
                <a:lnTo>
                  <a:pt x="731" y="22355"/>
                </a:lnTo>
                <a:lnTo>
                  <a:pt x="731" y="22877"/>
                </a:lnTo>
                <a:lnTo>
                  <a:pt x="805" y="23428"/>
                </a:lnTo>
                <a:lnTo>
                  <a:pt x="805" y="23950"/>
                </a:lnTo>
                <a:lnTo>
                  <a:pt x="805" y="24472"/>
                </a:lnTo>
                <a:lnTo>
                  <a:pt x="805" y="25023"/>
                </a:lnTo>
                <a:lnTo>
                  <a:pt x="875" y="25545"/>
                </a:lnTo>
                <a:lnTo>
                  <a:pt x="875" y="26009"/>
                </a:lnTo>
                <a:lnTo>
                  <a:pt x="875" y="26559"/>
                </a:lnTo>
                <a:lnTo>
                  <a:pt x="875" y="27081"/>
                </a:lnTo>
                <a:lnTo>
                  <a:pt x="875" y="27603"/>
                </a:lnTo>
                <a:lnTo>
                  <a:pt x="949" y="28154"/>
                </a:lnTo>
                <a:lnTo>
                  <a:pt x="949" y="28676"/>
                </a:lnTo>
                <a:lnTo>
                  <a:pt x="949" y="29198"/>
                </a:lnTo>
                <a:lnTo>
                  <a:pt x="949" y="29749"/>
                </a:lnTo>
                <a:lnTo>
                  <a:pt x="1023" y="30271"/>
                </a:lnTo>
                <a:lnTo>
                  <a:pt x="1023" y="30793"/>
                </a:lnTo>
                <a:lnTo>
                  <a:pt x="1023" y="31344"/>
                </a:lnTo>
                <a:lnTo>
                  <a:pt x="1023" y="31866"/>
                </a:lnTo>
                <a:lnTo>
                  <a:pt x="1023" y="32475"/>
                </a:lnTo>
                <a:lnTo>
                  <a:pt x="1097" y="32996"/>
                </a:lnTo>
                <a:lnTo>
                  <a:pt x="1097" y="33518"/>
                </a:lnTo>
                <a:lnTo>
                  <a:pt x="1097" y="34069"/>
                </a:lnTo>
                <a:lnTo>
                  <a:pt x="1097" y="34591"/>
                </a:lnTo>
                <a:lnTo>
                  <a:pt x="1167" y="35113"/>
                </a:lnTo>
                <a:lnTo>
                  <a:pt x="1167" y="35664"/>
                </a:lnTo>
                <a:lnTo>
                  <a:pt x="1167" y="36244"/>
                </a:lnTo>
                <a:lnTo>
                  <a:pt x="1167" y="36795"/>
                </a:lnTo>
                <a:lnTo>
                  <a:pt x="1167" y="37317"/>
                </a:lnTo>
                <a:lnTo>
                  <a:pt x="1241" y="37839"/>
                </a:lnTo>
                <a:lnTo>
                  <a:pt x="1241" y="38390"/>
                </a:lnTo>
                <a:lnTo>
                  <a:pt x="1241" y="38970"/>
                </a:lnTo>
                <a:lnTo>
                  <a:pt x="1241" y="39520"/>
                </a:lnTo>
                <a:lnTo>
                  <a:pt x="1315" y="40042"/>
                </a:lnTo>
                <a:lnTo>
                  <a:pt x="1315" y="40651"/>
                </a:lnTo>
                <a:lnTo>
                  <a:pt x="1315" y="41173"/>
                </a:lnTo>
                <a:lnTo>
                  <a:pt x="1315" y="41695"/>
                </a:lnTo>
                <a:lnTo>
                  <a:pt x="1315" y="42304"/>
                </a:lnTo>
                <a:lnTo>
                  <a:pt x="1389" y="42826"/>
                </a:lnTo>
                <a:lnTo>
                  <a:pt x="1389" y="43377"/>
                </a:lnTo>
                <a:lnTo>
                  <a:pt x="1389" y="43957"/>
                </a:lnTo>
                <a:lnTo>
                  <a:pt x="1389" y="44508"/>
                </a:lnTo>
                <a:lnTo>
                  <a:pt x="1389" y="45088"/>
                </a:lnTo>
                <a:lnTo>
                  <a:pt x="1462" y="45638"/>
                </a:lnTo>
                <a:lnTo>
                  <a:pt x="1462" y="46160"/>
                </a:lnTo>
                <a:lnTo>
                  <a:pt x="1462" y="46769"/>
                </a:lnTo>
                <a:lnTo>
                  <a:pt x="1462" y="47291"/>
                </a:lnTo>
                <a:lnTo>
                  <a:pt x="1533" y="47900"/>
                </a:lnTo>
                <a:lnTo>
                  <a:pt x="1533" y="48422"/>
                </a:lnTo>
                <a:lnTo>
                  <a:pt x="1533" y="49031"/>
                </a:lnTo>
                <a:lnTo>
                  <a:pt x="1533" y="49553"/>
                </a:lnTo>
                <a:lnTo>
                  <a:pt x="1533" y="50162"/>
                </a:lnTo>
                <a:lnTo>
                  <a:pt x="1607" y="50742"/>
                </a:lnTo>
                <a:lnTo>
                  <a:pt x="1607" y="51293"/>
                </a:lnTo>
                <a:lnTo>
                  <a:pt x="1607" y="51873"/>
                </a:lnTo>
                <a:lnTo>
                  <a:pt x="1607" y="52423"/>
                </a:lnTo>
                <a:lnTo>
                  <a:pt x="1681" y="53003"/>
                </a:lnTo>
                <a:lnTo>
                  <a:pt x="1681" y="53612"/>
                </a:lnTo>
                <a:lnTo>
                  <a:pt x="1681" y="54134"/>
                </a:lnTo>
                <a:lnTo>
                  <a:pt x="1681" y="54743"/>
                </a:lnTo>
                <a:lnTo>
                  <a:pt x="1681" y="55265"/>
                </a:lnTo>
                <a:lnTo>
                  <a:pt x="1754" y="55874"/>
                </a:lnTo>
                <a:lnTo>
                  <a:pt x="1754" y="56483"/>
                </a:lnTo>
                <a:lnTo>
                  <a:pt x="1754" y="57063"/>
                </a:lnTo>
                <a:lnTo>
                  <a:pt x="1754" y="57585"/>
                </a:lnTo>
                <a:lnTo>
                  <a:pt x="1825" y="58194"/>
                </a:lnTo>
                <a:lnTo>
                  <a:pt x="1825" y="58802"/>
                </a:lnTo>
                <a:lnTo>
                  <a:pt x="1825" y="59382"/>
                </a:lnTo>
                <a:lnTo>
                  <a:pt x="1825" y="59933"/>
                </a:lnTo>
                <a:lnTo>
                  <a:pt x="1825" y="60513"/>
                </a:lnTo>
                <a:lnTo>
                  <a:pt x="1899" y="61122"/>
                </a:lnTo>
                <a:lnTo>
                  <a:pt x="1899" y="61731"/>
                </a:lnTo>
                <a:lnTo>
                  <a:pt x="1899" y="62311"/>
                </a:lnTo>
                <a:lnTo>
                  <a:pt x="1899" y="62862"/>
                </a:lnTo>
                <a:lnTo>
                  <a:pt x="1972" y="63442"/>
                </a:lnTo>
                <a:lnTo>
                  <a:pt x="1972" y="64051"/>
                </a:lnTo>
                <a:lnTo>
                  <a:pt x="1972" y="64660"/>
                </a:lnTo>
                <a:lnTo>
                  <a:pt x="1972" y="65239"/>
                </a:lnTo>
                <a:lnTo>
                  <a:pt x="1972" y="65848"/>
                </a:lnTo>
                <a:lnTo>
                  <a:pt x="2046" y="66457"/>
                </a:lnTo>
                <a:lnTo>
                  <a:pt x="2046" y="67037"/>
                </a:lnTo>
                <a:lnTo>
                  <a:pt x="2046" y="67646"/>
                </a:lnTo>
                <a:lnTo>
                  <a:pt x="2046" y="68226"/>
                </a:lnTo>
                <a:lnTo>
                  <a:pt x="2117" y="68835"/>
                </a:lnTo>
                <a:lnTo>
                  <a:pt x="2117" y="69444"/>
                </a:lnTo>
                <a:lnTo>
                  <a:pt x="2117" y="70024"/>
                </a:lnTo>
                <a:lnTo>
                  <a:pt x="2117" y="70633"/>
                </a:lnTo>
                <a:lnTo>
                  <a:pt x="2117" y="71242"/>
                </a:lnTo>
                <a:lnTo>
                  <a:pt x="2191" y="71821"/>
                </a:lnTo>
                <a:lnTo>
                  <a:pt x="2191" y="72430"/>
                </a:lnTo>
                <a:lnTo>
                  <a:pt x="2191" y="73039"/>
                </a:lnTo>
                <a:lnTo>
                  <a:pt x="2191" y="73619"/>
                </a:lnTo>
                <a:lnTo>
                  <a:pt x="2191" y="74228"/>
                </a:lnTo>
                <a:lnTo>
                  <a:pt x="2264" y="74808"/>
                </a:lnTo>
                <a:lnTo>
                  <a:pt x="2264" y="75417"/>
                </a:lnTo>
                <a:lnTo>
                  <a:pt x="2264" y="76084"/>
                </a:lnTo>
                <a:lnTo>
                  <a:pt x="2264" y="76693"/>
                </a:lnTo>
                <a:lnTo>
                  <a:pt x="2338" y="77273"/>
                </a:lnTo>
                <a:lnTo>
                  <a:pt x="2338" y="77882"/>
                </a:lnTo>
                <a:lnTo>
                  <a:pt x="2338" y="78490"/>
                </a:lnTo>
                <a:lnTo>
                  <a:pt x="2338" y="79070"/>
                </a:lnTo>
                <a:lnTo>
                  <a:pt x="2338" y="79737"/>
                </a:lnTo>
                <a:lnTo>
                  <a:pt x="2409" y="80346"/>
                </a:lnTo>
                <a:lnTo>
                  <a:pt x="2409" y="80926"/>
                </a:lnTo>
                <a:lnTo>
                  <a:pt x="2409" y="81535"/>
                </a:lnTo>
                <a:lnTo>
                  <a:pt x="2409" y="82202"/>
                </a:lnTo>
                <a:lnTo>
                  <a:pt x="2483" y="82811"/>
                </a:lnTo>
                <a:lnTo>
                  <a:pt x="2483" y="83391"/>
                </a:lnTo>
                <a:lnTo>
                  <a:pt x="2483" y="84058"/>
                </a:lnTo>
                <a:lnTo>
                  <a:pt x="2483" y="84667"/>
                </a:lnTo>
                <a:lnTo>
                  <a:pt x="2483" y="85275"/>
                </a:lnTo>
                <a:lnTo>
                  <a:pt x="2556" y="85913"/>
                </a:lnTo>
                <a:lnTo>
                  <a:pt x="2556" y="86522"/>
                </a:lnTo>
                <a:lnTo>
                  <a:pt x="2556" y="87131"/>
                </a:lnTo>
                <a:lnTo>
                  <a:pt x="2556" y="87798"/>
                </a:lnTo>
                <a:lnTo>
                  <a:pt x="2630" y="88378"/>
                </a:lnTo>
                <a:lnTo>
                  <a:pt x="2630" y="89045"/>
                </a:lnTo>
                <a:lnTo>
                  <a:pt x="2630" y="89654"/>
                </a:lnTo>
                <a:lnTo>
                  <a:pt x="2630" y="90263"/>
                </a:lnTo>
                <a:lnTo>
                  <a:pt x="2630" y="90901"/>
                </a:lnTo>
                <a:lnTo>
                  <a:pt x="2704" y="91509"/>
                </a:lnTo>
                <a:lnTo>
                  <a:pt x="2704" y="92176"/>
                </a:lnTo>
                <a:lnTo>
                  <a:pt x="2704" y="92785"/>
                </a:lnTo>
                <a:lnTo>
                  <a:pt x="2704" y="93452"/>
                </a:lnTo>
                <a:lnTo>
                  <a:pt x="2774" y="94032"/>
                </a:lnTo>
                <a:lnTo>
                  <a:pt x="2774" y="94699"/>
                </a:lnTo>
                <a:lnTo>
                  <a:pt x="2774" y="95308"/>
                </a:lnTo>
                <a:lnTo>
                  <a:pt x="2774" y="95975"/>
                </a:lnTo>
                <a:lnTo>
                  <a:pt x="2774" y="96555"/>
                </a:lnTo>
                <a:lnTo>
                  <a:pt x="2848" y="97222"/>
                </a:lnTo>
                <a:lnTo>
                  <a:pt x="2848" y="97888"/>
                </a:lnTo>
                <a:lnTo>
                  <a:pt x="2848" y="98497"/>
                </a:lnTo>
                <a:lnTo>
                  <a:pt x="2848" y="99164"/>
                </a:lnTo>
                <a:lnTo>
                  <a:pt x="2922" y="99744"/>
                </a:lnTo>
                <a:lnTo>
                  <a:pt x="2922" y="100411"/>
                </a:lnTo>
                <a:lnTo>
                  <a:pt x="2922" y="101078"/>
                </a:lnTo>
                <a:lnTo>
                  <a:pt x="2922" y="101687"/>
                </a:lnTo>
                <a:lnTo>
                  <a:pt x="2922" y="102354"/>
                </a:lnTo>
                <a:lnTo>
                  <a:pt x="2996" y="103021"/>
                </a:lnTo>
                <a:lnTo>
                  <a:pt x="2996" y="103601"/>
                </a:lnTo>
                <a:lnTo>
                  <a:pt x="2996" y="104268"/>
                </a:lnTo>
                <a:lnTo>
                  <a:pt x="2996" y="104934"/>
                </a:lnTo>
                <a:lnTo>
                  <a:pt x="2996" y="105601"/>
                </a:lnTo>
                <a:lnTo>
                  <a:pt x="3066" y="106210"/>
                </a:lnTo>
                <a:lnTo>
                  <a:pt x="3066" y="106877"/>
                </a:lnTo>
                <a:lnTo>
                  <a:pt x="3066" y="107544"/>
                </a:lnTo>
                <a:lnTo>
                  <a:pt x="3066" y="108211"/>
                </a:lnTo>
                <a:lnTo>
                  <a:pt x="3140" y="108878"/>
                </a:lnTo>
                <a:lnTo>
                  <a:pt x="3140" y="109458"/>
                </a:lnTo>
                <a:lnTo>
                  <a:pt x="3140" y="110125"/>
                </a:lnTo>
                <a:lnTo>
                  <a:pt x="3140" y="110792"/>
                </a:lnTo>
                <a:lnTo>
                  <a:pt x="3140" y="111458"/>
                </a:lnTo>
                <a:lnTo>
                  <a:pt x="3214" y="112125"/>
                </a:lnTo>
                <a:lnTo>
                  <a:pt x="3214" y="112792"/>
                </a:lnTo>
                <a:lnTo>
                  <a:pt x="3214" y="11340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555793" y="3130252"/>
            <a:ext cx="3214" cy="144281"/>
          </a:xfrm>
          <a:custGeom>
            <a:avLst/>
            <a:gdLst/>
            <a:ahLst/>
            <a:cxnLst/>
            <a:rect l="l" t="t" r="r" b="b"/>
            <a:pathLst>
              <a:path w="3214" h="144281">
                <a:moveTo>
                  <a:pt x="0" y="0"/>
                </a:moveTo>
                <a:lnTo>
                  <a:pt x="0" y="666"/>
                </a:lnTo>
                <a:lnTo>
                  <a:pt x="73" y="1304"/>
                </a:lnTo>
                <a:lnTo>
                  <a:pt x="73" y="1971"/>
                </a:lnTo>
                <a:lnTo>
                  <a:pt x="73" y="2638"/>
                </a:lnTo>
                <a:lnTo>
                  <a:pt x="73" y="3305"/>
                </a:lnTo>
                <a:lnTo>
                  <a:pt x="73" y="3972"/>
                </a:lnTo>
                <a:lnTo>
                  <a:pt x="144" y="4639"/>
                </a:lnTo>
                <a:lnTo>
                  <a:pt x="144" y="5306"/>
                </a:lnTo>
                <a:lnTo>
                  <a:pt x="144" y="5973"/>
                </a:lnTo>
                <a:lnTo>
                  <a:pt x="144" y="6639"/>
                </a:lnTo>
                <a:lnTo>
                  <a:pt x="218" y="7306"/>
                </a:lnTo>
                <a:lnTo>
                  <a:pt x="218" y="7973"/>
                </a:lnTo>
                <a:lnTo>
                  <a:pt x="218" y="8640"/>
                </a:lnTo>
                <a:lnTo>
                  <a:pt x="218" y="9307"/>
                </a:lnTo>
                <a:lnTo>
                  <a:pt x="218" y="9974"/>
                </a:lnTo>
                <a:lnTo>
                  <a:pt x="291" y="10641"/>
                </a:lnTo>
                <a:lnTo>
                  <a:pt x="291" y="11279"/>
                </a:lnTo>
                <a:lnTo>
                  <a:pt x="291" y="11946"/>
                </a:lnTo>
                <a:lnTo>
                  <a:pt x="291" y="12613"/>
                </a:lnTo>
                <a:lnTo>
                  <a:pt x="365" y="13279"/>
                </a:lnTo>
                <a:lnTo>
                  <a:pt x="365" y="14004"/>
                </a:lnTo>
                <a:lnTo>
                  <a:pt x="365" y="14671"/>
                </a:lnTo>
                <a:lnTo>
                  <a:pt x="365" y="15338"/>
                </a:lnTo>
                <a:lnTo>
                  <a:pt x="365" y="16005"/>
                </a:lnTo>
                <a:lnTo>
                  <a:pt x="436" y="16672"/>
                </a:lnTo>
                <a:lnTo>
                  <a:pt x="436" y="17339"/>
                </a:lnTo>
                <a:lnTo>
                  <a:pt x="436" y="18064"/>
                </a:lnTo>
                <a:lnTo>
                  <a:pt x="436" y="18731"/>
                </a:lnTo>
                <a:lnTo>
                  <a:pt x="510" y="19398"/>
                </a:lnTo>
                <a:lnTo>
                  <a:pt x="510" y="20064"/>
                </a:lnTo>
                <a:lnTo>
                  <a:pt x="510" y="20731"/>
                </a:lnTo>
                <a:lnTo>
                  <a:pt x="510" y="21456"/>
                </a:lnTo>
                <a:lnTo>
                  <a:pt x="510" y="22123"/>
                </a:lnTo>
                <a:lnTo>
                  <a:pt x="583" y="22790"/>
                </a:lnTo>
                <a:lnTo>
                  <a:pt x="583" y="23457"/>
                </a:lnTo>
                <a:lnTo>
                  <a:pt x="583" y="24182"/>
                </a:lnTo>
                <a:lnTo>
                  <a:pt x="583" y="24849"/>
                </a:lnTo>
                <a:lnTo>
                  <a:pt x="583" y="25516"/>
                </a:lnTo>
                <a:lnTo>
                  <a:pt x="657" y="26240"/>
                </a:lnTo>
                <a:lnTo>
                  <a:pt x="657" y="26907"/>
                </a:lnTo>
                <a:lnTo>
                  <a:pt x="657" y="27574"/>
                </a:lnTo>
                <a:lnTo>
                  <a:pt x="657" y="28328"/>
                </a:lnTo>
                <a:lnTo>
                  <a:pt x="731" y="28966"/>
                </a:lnTo>
                <a:lnTo>
                  <a:pt x="731" y="29633"/>
                </a:lnTo>
                <a:lnTo>
                  <a:pt x="731" y="30387"/>
                </a:lnTo>
                <a:lnTo>
                  <a:pt x="731" y="31054"/>
                </a:lnTo>
                <a:lnTo>
                  <a:pt x="731" y="31779"/>
                </a:lnTo>
                <a:lnTo>
                  <a:pt x="802" y="32446"/>
                </a:lnTo>
                <a:lnTo>
                  <a:pt x="802" y="33170"/>
                </a:lnTo>
                <a:lnTo>
                  <a:pt x="802" y="33837"/>
                </a:lnTo>
                <a:lnTo>
                  <a:pt x="802" y="34504"/>
                </a:lnTo>
                <a:lnTo>
                  <a:pt x="875" y="35229"/>
                </a:lnTo>
                <a:lnTo>
                  <a:pt x="875" y="35896"/>
                </a:lnTo>
                <a:lnTo>
                  <a:pt x="875" y="36621"/>
                </a:lnTo>
                <a:lnTo>
                  <a:pt x="875" y="37288"/>
                </a:lnTo>
                <a:lnTo>
                  <a:pt x="875" y="38013"/>
                </a:lnTo>
                <a:lnTo>
                  <a:pt x="949" y="38680"/>
                </a:lnTo>
                <a:lnTo>
                  <a:pt x="949" y="39433"/>
                </a:lnTo>
                <a:lnTo>
                  <a:pt x="949" y="40071"/>
                </a:lnTo>
                <a:lnTo>
                  <a:pt x="949" y="40825"/>
                </a:lnTo>
                <a:lnTo>
                  <a:pt x="1023" y="41550"/>
                </a:lnTo>
                <a:lnTo>
                  <a:pt x="1023" y="42217"/>
                </a:lnTo>
                <a:lnTo>
                  <a:pt x="1023" y="42942"/>
                </a:lnTo>
                <a:lnTo>
                  <a:pt x="1023" y="43609"/>
                </a:lnTo>
                <a:lnTo>
                  <a:pt x="1023" y="44334"/>
                </a:lnTo>
                <a:lnTo>
                  <a:pt x="1093" y="45001"/>
                </a:lnTo>
                <a:lnTo>
                  <a:pt x="1093" y="45725"/>
                </a:lnTo>
                <a:lnTo>
                  <a:pt x="1093" y="46479"/>
                </a:lnTo>
                <a:lnTo>
                  <a:pt x="1093" y="47146"/>
                </a:lnTo>
                <a:lnTo>
                  <a:pt x="1167" y="47871"/>
                </a:lnTo>
                <a:lnTo>
                  <a:pt x="1167" y="48596"/>
                </a:lnTo>
                <a:lnTo>
                  <a:pt x="1167" y="49263"/>
                </a:lnTo>
                <a:lnTo>
                  <a:pt x="1167" y="49988"/>
                </a:lnTo>
                <a:lnTo>
                  <a:pt x="1167" y="50713"/>
                </a:lnTo>
                <a:lnTo>
                  <a:pt x="1241" y="51380"/>
                </a:lnTo>
                <a:lnTo>
                  <a:pt x="1241" y="52134"/>
                </a:lnTo>
                <a:lnTo>
                  <a:pt x="1241" y="52858"/>
                </a:lnTo>
                <a:lnTo>
                  <a:pt x="1241" y="53583"/>
                </a:lnTo>
                <a:lnTo>
                  <a:pt x="1315" y="54250"/>
                </a:lnTo>
                <a:lnTo>
                  <a:pt x="1315" y="54975"/>
                </a:lnTo>
                <a:lnTo>
                  <a:pt x="1315" y="55700"/>
                </a:lnTo>
                <a:lnTo>
                  <a:pt x="1315" y="56454"/>
                </a:lnTo>
                <a:lnTo>
                  <a:pt x="1315" y="57121"/>
                </a:lnTo>
                <a:lnTo>
                  <a:pt x="1385" y="57846"/>
                </a:lnTo>
                <a:lnTo>
                  <a:pt x="1385" y="58571"/>
                </a:lnTo>
                <a:lnTo>
                  <a:pt x="1385" y="59295"/>
                </a:lnTo>
                <a:lnTo>
                  <a:pt x="1385" y="60020"/>
                </a:lnTo>
                <a:lnTo>
                  <a:pt x="1385" y="60687"/>
                </a:lnTo>
                <a:lnTo>
                  <a:pt x="1459" y="61441"/>
                </a:lnTo>
                <a:lnTo>
                  <a:pt x="1459" y="62166"/>
                </a:lnTo>
                <a:lnTo>
                  <a:pt x="1459" y="62891"/>
                </a:lnTo>
                <a:lnTo>
                  <a:pt x="1459" y="63616"/>
                </a:lnTo>
                <a:lnTo>
                  <a:pt x="1533" y="64370"/>
                </a:lnTo>
                <a:lnTo>
                  <a:pt x="1533" y="65095"/>
                </a:lnTo>
                <a:lnTo>
                  <a:pt x="1533" y="65761"/>
                </a:lnTo>
                <a:lnTo>
                  <a:pt x="1533" y="66486"/>
                </a:lnTo>
                <a:lnTo>
                  <a:pt x="1533" y="67211"/>
                </a:lnTo>
                <a:lnTo>
                  <a:pt x="1607" y="67936"/>
                </a:lnTo>
                <a:lnTo>
                  <a:pt x="1607" y="68690"/>
                </a:lnTo>
                <a:lnTo>
                  <a:pt x="1607" y="69415"/>
                </a:lnTo>
                <a:lnTo>
                  <a:pt x="1607" y="70140"/>
                </a:lnTo>
                <a:lnTo>
                  <a:pt x="1677" y="70865"/>
                </a:lnTo>
                <a:lnTo>
                  <a:pt x="1677" y="71619"/>
                </a:lnTo>
                <a:lnTo>
                  <a:pt x="1677" y="72343"/>
                </a:lnTo>
                <a:lnTo>
                  <a:pt x="1677" y="73068"/>
                </a:lnTo>
                <a:lnTo>
                  <a:pt x="1677" y="73793"/>
                </a:lnTo>
                <a:lnTo>
                  <a:pt x="1751" y="74518"/>
                </a:lnTo>
                <a:lnTo>
                  <a:pt x="1751" y="75272"/>
                </a:lnTo>
                <a:lnTo>
                  <a:pt x="1751" y="75997"/>
                </a:lnTo>
                <a:lnTo>
                  <a:pt x="1751" y="76722"/>
                </a:lnTo>
                <a:lnTo>
                  <a:pt x="1825" y="77447"/>
                </a:lnTo>
                <a:lnTo>
                  <a:pt x="1825" y="78201"/>
                </a:lnTo>
                <a:lnTo>
                  <a:pt x="1825" y="78925"/>
                </a:lnTo>
                <a:lnTo>
                  <a:pt x="1825" y="79650"/>
                </a:lnTo>
                <a:lnTo>
                  <a:pt x="1825" y="80375"/>
                </a:lnTo>
                <a:lnTo>
                  <a:pt x="1899" y="81187"/>
                </a:lnTo>
                <a:lnTo>
                  <a:pt x="1899" y="81912"/>
                </a:lnTo>
                <a:lnTo>
                  <a:pt x="1899" y="82637"/>
                </a:lnTo>
                <a:lnTo>
                  <a:pt x="1899" y="83362"/>
                </a:lnTo>
                <a:lnTo>
                  <a:pt x="1972" y="84116"/>
                </a:lnTo>
                <a:lnTo>
                  <a:pt x="1972" y="84840"/>
                </a:lnTo>
                <a:lnTo>
                  <a:pt x="1972" y="85565"/>
                </a:lnTo>
                <a:lnTo>
                  <a:pt x="1972" y="86290"/>
                </a:lnTo>
                <a:lnTo>
                  <a:pt x="1972" y="87102"/>
                </a:lnTo>
                <a:lnTo>
                  <a:pt x="2043" y="87827"/>
                </a:lnTo>
                <a:lnTo>
                  <a:pt x="2043" y="88552"/>
                </a:lnTo>
                <a:lnTo>
                  <a:pt x="2043" y="89306"/>
                </a:lnTo>
                <a:lnTo>
                  <a:pt x="2043" y="90031"/>
                </a:lnTo>
                <a:lnTo>
                  <a:pt x="2117" y="90814"/>
                </a:lnTo>
                <a:lnTo>
                  <a:pt x="2117" y="91567"/>
                </a:lnTo>
                <a:lnTo>
                  <a:pt x="2117" y="92292"/>
                </a:lnTo>
                <a:lnTo>
                  <a:pt x="2117" y="93017"/>
                </a:lnTo>
                <a:lnTo>
                  <a:pt x="2117" y="93742"/>
                </a:lnTo>
                <a:lnTo>
                  <a:pt x="2191" y="94554"/>
                </a:lnTo>
                <a:lnTo>
                  <a:pt x="2191" y="95279"/>
                </a:lnTo>
                <a:lnTo>
                  <a:pt x="2191" y="96004"/>
                </a:lnTo>
                <a:lnTo>
                  <a:pt x="2191" y="96729"/>
                </a:lnTo>
                <a:lnTo>
                  <a:pt x="2191" y="97541"/>
                </a:lnTo>
                <a:lnTo>
                  <a:pt x="2264" y="98265"/>
                </a:lnTo>
                <a:lnTo>
                  <a:pt x="2264" y="98990"/>
                </a:lnTo>
                <a:lnTo>
                  <a:pt x="2264" y="99802"/>
                </a:lnTo>
                <a:lnTo>
                  <a:pt x="2264" y="100527"/>
                </a:lnTo>
                <a:lnTo>
                  <a:pt x="2335" y="101252"/>
                </a:lnTo>
                <a:lnTo>
                  <a:pt x="2335" y="102064"/>
                </a:lnTo>
                <a:lnTo>
                  <a:pt x="2335" y="102789"/>
                </a:lnTo>
                <a:lnTo>
                  <a:pt x="2335" y="103514"/>
                </a:lnTo>
                <a:lnTo>
                  <a:pt x="2335" y="104325"/>
                </a:lnTo>
                <a:lnTo>
                  <a:pt x="2409" y="105050"/>
                </a:lnTo>
                <a:lnTo>
                  <a:pt x="2409" y="105775"/>
                </a:lnTo>
                <a:lnTo>
                  <a:pt x="2409" y="106587"/>
                </a:lnTo>
                <a:lnTo>
                  <a:pt x="2409" y="107312"/>
                </a:lnTo>
                <a:lnTo>
                  <a:pt x="2483" y="108124"/>
                </a:lnTo>
                <a:lnTo>
                  <a:pt x="2483" y="108849"/>
                </a:lnTo>
                <a:lnTo>
                  <a:pt x="2483" y="109574"/>
                </a:lnTo>
                <a:lnTo>
                  <a:pt x="2483" y="110386"/>
                </a:lnTo>
                <a:lnTo>
                  <a:pt x="2483" y="111110"/>
                </a:lnTo>
                <a:lnTo>
                  <a:pt x="2556" y="111893"/>
                </a:lnTo>
                <a:lnTo>
                  <a:pt x="2556" y="112647"/>
                </a:lnTo>
                <a:lnTo>
                  <a:pt x="2556" y="113430"/>
                </a:lnTo>
                <a:lnTo>
                  <a:pt x="2556" y="114155"/>
                </a:lnTo>
                <a:lnTo>
                  <a:pt x="2627" y="114967"/>
                </a:lnTo>
                <a:lnTo>
                  <a:pt x="2627" y="115692"/>
                </a:lnTo>
                <a:lnTo>
                  <a:pt x="2627" y="116504"/>
                </a:lnTo>
                <a:lnTo>
                  <a:pt x="2627" y="117229"/>
                </a:lnTo>
                <a:lnTo>
                  <a:pt x="2627" y="118011"/>
                </a:lnTo>
                <a:lnTo>
                  <a:pt x="2701" y="118736"/>
                </a:lnTo>
                <a:lnTo>
                  <a:pt x="2701" y="119548"/>
                </a:lnTo>
                <a:lnTo>
                  <a:pt x="2701" y="120273"/>
                </a:lnTo>
                <a:lnTo>
                  <a:pt x="2701" y="121085"/>
                </a:lnTo>
                <a:lnTo>
                  <a:pt x="2774" y="121810"/>
                </a:lnTo>
                <a:lnTo>
                  <a:pt x="2774" y="122622"/>
                </a:lnTo>
                <a:lnTo>
                  <a:pt x="2774" y="123347"/>
                </a:lnTo>
                <a:lnTo>
                  <a:pt x="2774" y="124129"/>
                </a:lnTo>
                <a:lnTo>
                  <a:pt x="2774" y="124854"/>
                </a:lnTo>
                <a:lnTo>
                  <a:pt x="2848" y="125666"/>
                </a:lnTo>
                <a:lnTo>
                  <a:pt x="2848" y="126478"/>
                </a:lnTo>
                <a:lnTo>
                  <a:pt x="2848" y="127203"/>
                </a:lnTo>
                <a:lnTo>
                  <a:pt x="2848" y="127986"/>
                </a:lnTo>
                <a:lnTo>
                  <a:pt x="2919" y="128711"/>
                </a:lnTo>
                <a:lnTo>
                  <a:pt x="2919" y="129523"/>
                </a:lnTo>
                <a:lnTo>
                  <a:pt x="2919" y="130335"/>
                </a:lnTo>
                <a:lnTo>
                  <a:pt x="2919" y="131059"/>
                </a:lnTo>
                <a:lnTo>
                  <a:pt x="2919" y="131842"/>
                </a:lnTo>
                <a:lnTo>
                  <a:pt x="2993" y="132654"/>
                </a:lnTo>
                <a:lnTo>
                  <a:pt x="2993" y="133379"/>
                </a:lnTo>
                <a:lnTo>
                  <a:pt x="2993" y="134191"/>
                </a:lnTo>
                <a:lnTo>
                  <a:pt x="2993" y="134974"/>
                </a:lnTo>
                <a:lnTo>
                  <a:pt x="2993" y="135699"/>
                </a:lnTo>
                <a:lnTo>
                  <a:pt x="3066" y="136511"/>
                </a:lnTo>
                <a:lnTo>
                  <a:pt x="3066" y="137293"/>
                </a:lnTo>
                <a:lnTo>
                  <a:pt x="3066" y="138047"/>
                </a:lnTo>
                <a:lnTo>
                  <a:pt x="3066" y="138830"/>
                </a:lnTo>
                <a:lnTo>
                  <a:pt x="3140" y="139642"/>
                </a:lnTo>
                <a:lnTo>
                  <a:pt x="3140" y="140367"/>
                </a:lnTo>
                <a:lnTo>
                  <a:pt x="3140" y="141150"/>
                </a:lnTo>
                <a:lnTo>
                  <a:pt x="3140" y="141962"/>
                </a:lnTo>
                <a:lnTo>
                  <a:pt x="3140" y="142745"/>
                </a:lnTo>
                <a:lnTo>
                  <a:pt x="3214" y="143498"/>
                </a:lnTo>
                <a:lnTo>
                  <a:pt x="3214" y="14428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559007" y="3274534"/>
            <a:ext cx="3211" cy="162201"/>
          </a:xfrm>
          <a:custGeom>
            <a:avLst/>
            <a:gdLst/>
            <a:ahLst/>
            <a:cxnLst/>
            <a:rect l="l" t="t" r="r" b="b"/>
            <a:pathLst>
              <a:path w="3211" h="162201">
                <a:moveTo>
                  <a:pt x="0" y="0"/>
                </a:moveTo>
                <a:lnTo>
                  <a:pt x="0" y="811"/>
                </a:lnTo>
                <a:lnTo>
                  <a:pt x="0" y="1594"/>
                </a:lnTo>
                <a:lnTo>
                  <a:pt x="70" y="2406"/>
                </a:lnTo>
                <a:lnTo>
                  <a:pt x="70" y="3131"/>
                </a:lnTo>
                <a:lnTo>
                  <a:pt x="70" y="3914"/>
                </a:lnTo>
                <a:lnTo>
                  <a:pt x="70" y="4726"/>
                </a:lnTo>
                <a:lnTo>
                  <a:pt x="70" y="5509"/>
                </a:lnTo>
                <a:lnTo>
                  <a:pt x="144" y="6263"/>
                </a:lnTo>
                <a:lnTo>
                  <a:pt x="144" y="7045"/>
                </a:lnTo>
                <a:lnTo>
                  <a:pt x="144" y="7857"/>
                </a:lnTo>
                <a:lnTo>
                  <a:pt x="144" y="8640"/>
                </a:lnTo>
                <a:lnTo>
                  <a:pt x="218" y="9452"/>
                </a:lnTo>
                <a:lnTo>
                  <a:pt x="218" y="10235"/>
                </a:lnTo>
                <a:lnTo>
                  <a:pt x="218" y="10989"/>
                </a:lnTo>
                <a:lnTo>
                  <a:pt x="218" y="11772"/>
                </a:lnTo>
                <a:lnTo>
                  <a:pt x="218" y="12584"/>
                </a:lnTo>
                <a:lnTo>
                  <a:pt x="291" y="13366"/>
                </a:lnTo>
                <a:lnTo>
                  <a:pt x="291" y="14178"/>
                </a:lnTo>
                <a:lnTo>
                  <a:pt x="291" y="14961"/>
                </a:lnTo>
                <a:lnTo>
                  <a:pt x="291" y="15773"/>
                </a:lnTo>
                <a:lnTo>
                  <a:pt x="362" y="16556"/>
                </a:lnTo>
                <a:lnTo>
                  <a:pt x="362" y="17281"/>
                </a:lnTo>
                <a:lnTo>
                  <a:pt x="362" y="18093"/>
                </a:lnTo>
                <a:lnTo>
                  <a:pt x="362" y="18876"/>
                </a:lnTo>
                <a:lnTo>
                  <a:pt x="362" y="19687"/>
                </a:lnTo>
                <a:lnTo>
                  <a:pt x="436" y="20470"/>
                </a:lnTo>
                <a:lnTo>
                  <a:pt x="436" y="21282"/>
                </a:lnTo>
                <a:lnTo>
                  <a:pt x="436" y="22094"/>
                </a:lnTo>
                <a:lnTo>
                  <a:pt x="436" y="22877"/>
                </a:lnTo>
                <a:lnTo>
                  <a:pt x="510" y="23689"/>
                </a:lnTo>
                <a:lnTo>
                  <a:pt x="510" y="24472"/>
                </a:lnTo>
                <a:lnTo>
                  <a:pt x="510" y="25284"/>
                </a:lnTo>
                <a:lnTo>
                  <a:pt x="510" y="26067"/>
                </a:lnTo>
                <a:lnTo>
                  <a:pt x="510" y="26878"/>
                </a:lnTo>
                <a:lnTo>
                  <a:pt x="583" y="27661"/>
                </a:lnTo>
                <a:lnTo>
                  <a:pt x="583" y="28473"/>
                </a:lnTo>
                <a:lnTo>
                  <a:pt x="583" y="29256"/>
                </a:lnTo>
                <a:lnTo>
                  <a:pt x="583" y="30068"/>
                </a:lnTo>
                <a:lnTo>
                  <a:pt x="583" y="30851"/>
                </a:lnTo>
                <a:lnTo>
                  <a:pt x="654" y="31663"/>
                </a:lnTo>
                <a:lnTo>
                  <a:pt x="654" y="32446"/>
                </a:lnTo>
                <a:lnTo>
                  <a:pt x="654" y="33257"/>
                </a:lnTo>
                <a:lnTo>
                  <a:pt x="654" y="34040"/>
                </a:lnTo>
                <a:lnTo>
                  <a:pt x="728" y="34852"/>
                </a:lnTo>
                <a:lnTo>
                  <a:pt x="728" y="35635"/>
                </a:lnTo>
                <a:lnTo>
                  <a:pt x="728" y="36447"/>
                </a:lnTo>
                <a:lnTo>
                  <a:pt x="728" y="37230"/>
                </a:lnTo>
                <a:lnTo>
                  <a:pt x="728" y="38042"/>
                </a:lnTo>
                <a:lnTo>
                  <a:pt x="802" y="38825"/>
                </a:lnTo>
                <a:lnTo>
                  <a:pt x="802" y="39636"/>
                </a:lnTo>
                <a:lnTo>
                  <a:pt x="802" y="40419"/>
                </a:lnTo>
                <a:lnTo>
                  <a:pt x="802" y="41231"/>
                </a:lnTo>
                <a:lnTo>
                  <a:pt x="875" y="42043"/>
                </a:lnTo>
                <a:lnTo>
                  <a:pt x="875" y="42826"/>
                </a:lnTo>
                <a:lnTo>
                  <a:pt x="875" y="43638"/>
                </a:lnTo>
                <a:lnTo>
                  <a:pt x="875" y="44479"/>
                </a:lnTo>
                <a:lnTo>
                  <a:pt x="875" y="45291"/>
                </a:lnTo>
                <a:lnTo>
                  <a:pt x="946" y="46073"/>
                </a:lnTo>
                <a:lnTo>
                  <a:pt x="946" y="46885"/>
                </a:lnTo>
                <a:lnTo>
                  <a:pt x="946" y="47668"/>
                </a:lnTo>
                <a:lnTo>
                  <a:pt x="946" y="48480"/>
                </a:lnTo>
                <a:lnTo>
                  <a:pt x="1020" y="49263"/>
                </a:lnTo>
                <a:lnTo>
                  <a:pt x="1020" y="50075"/>
                </a:lnTo>
                <a:lnTo>
                  <a:pt x="1020" y="50945"/>
                </a:lnTo>
                <a:lnTo>
                  <a:pt x="1020" y="51728"/>
                </a:lnTo>
                <a:lnTo>
                  <a:pt x="1020" y="52539"/>
                </a:lnTo>
                <a:lnTo>
                  <a:pt x="1093" y="53322"/>
                </a:lnTo>
                <a:lnTo>
                  <a:pt x="1093" y="54134"/>
                </a:lnTo>
                <a:lnTo>
                  <a:pt x="1093" y="54917"/>
                </a:lnTo>
                <a:lnTo>
                  <a:pt x="1093" y="55729"/>
                </a:lnTo>
                <a:lnTo>
                  <a:pt x="1167" y="56599"/>
                </a:lnTo>
                <a:lnTo>
                  <a:pt x="1167" y="57382"/>
                </a:lnTo>
                <a:lnTo>
                  <a:pt x="1167" y="58194"/>
                </a:lnTo>
                <a:lnTo>
                  <a:pt x="1167" y="58976"/>
                </a:lnTo>
                <a:lnTo>
                  <a:pt x="1167" y="59788"/>
                </a:lnTo>
                <a:lnTo>
                  <a:pt x="1241" y="60658"/>
                </a:lnTo>
                <a:lnTo>
                  <a:pt x="1241" y="61441"/>
                </a:lnTo>
                <a:lnTo>
                  <a:pt x="1241" y="62253"/>
                </a:lnTo>
                <a:lnTo>
                  <a:pt x="1241" y="63036"/>
                </a:lnTo>
                <a:lnTo>
                  <a:pt x="1312" y="63848"/>
                </a:lnTo>
                <a:lnTo>
                  <a:pt x="1312" y="64718"/>
                </a:lnTo>
                <a:lnTo>
                  <a:pt x="1312" y="65500"/>
                </a:lnTo>
                <a:lnTo>
                  <a:pt x="1312" y="66312"/>
                </a:lnTo>
                <a:lnTo>
                  <a:pt x="1312" y="67095"/>
                </a:lnTo>
                <a:lnTo>
                  <a:pt x="1385" y="67965"/>
                </a:lnTo>
                <a:lnTo>
                  <a:pt x="1385" y="68748"/>
                </a:lnTo>
                <a:lnTo>
                  <a:pt x="1385" y="69560"/>
                </a:lnTo>
                <a:lnTo>
                  <a:pt x="1385" y="70343"/>
                </a:lnTo>
                <a:lnTo>
                  <a:pt x="1385" y="71213"/>
                </a:lnTo>
                <a:lnTo>
                  <a:pt x="1459" y="72024"/>
                </a:lnTo>
                <a:lnTo>
                  <a:pt x="1459" y="72807"/>
                </a:lnTo>
                <a:lnTo>
                  <a:pt x="1459" y="73619"/>
                </a:lnTo>
                <a:lnTo>
                  <a:pt x="1459" y="74489"/>
                </a:lnTo>
                <a:lnTo>
                  <a:pt x="1533" y="75272"/>
                </a:lnTo>
                <a:lnTo>
                  <a:pt x="1533" y="76084"/>
                </a:lnTo>
                <a:lnTo>
                  <a:pt x="1533" y="76867"/>
                </a:lnTo>
                <a:lnTo>
                  <a:pt x="1533" y="77737"/>
                </a:lnTo>
                <a:lnTo>
                  <a:pt x="1533" y="78548"/>
                </a:lnTo>
                <a:lnTo>
                  <a:pt x="1604" y="79331"/>
                </a:lnTo>
                <a:lnTo>
                  <a:pt x="1604" y="80201"/>
                </a:lnTo>
                <a:lnTo>
                  <a:pt x="1604" y="80984"/>
                </a:lnTo>
                <a:lnTo>
                  <a:pt x="1604" y="81796"/>
                </a:lnTo>
                <a:lnTo>
                  <a:pt x="1677" y="82666"/>
                </a:lnTo>
                <a:lnTo>
                  <a:pt x="1677" y="83449"/>
                </a:lnTo>
                <a:lnTo>
                  <a:pt x="1677" y="84261"/>
                </a:lnTo>
                <a:lnTo>
                  <a:pt x="1677" y="85130"/>
                </a:lnTo>
                <a:lnTo>
                  <a:pt x="1677" y="85913"/>
                </a:lnTo>
                <a:lnTo>
                  <a:pt x="1751" y="86725"/>
                </a:lnTo>
                <a:lnTo>
                  <a:pt x="1751" y="87566"/>
                </a:lnTo>
                <a:lnTo>
                  <a:pt x="1751" y="88378"/>
                </a:lnTo>
                <a:lnTo>
                  <a:pt x="1751" y="89161"/>
                </a:lnTo>
                <a:lnTo>
                  <a:pt x="1825" y="90031"/>
                </a:lnTo>
                <a:lnTo>
                  <a:pt x="1825" y="90843"/>
                </a:lnTo>
                <a:lnTo>
                  <a:pt x="1825" y="91625"/>
                </a:lnTo>
                <a:lnTo>
                  <a:pt x="1825" y="92495"/>
                </a:lnTo>
                <a:lnTo>
                  <a:pt x="1825" y="93307"/>
                </a:lnTo>
                <a:lnTo>
                  <a:pt x="1895" y="94090"/>
                </a:lnTo>
                <a:lnTo>
                  <a:pt x="1895" y="94960"/>
                </a:lnTo>
                <a:lnTo>
                  <a:pt x="1895" y="95772"/>
                </a:lnTo>
                <a:lnTo>
                  <a:pt x="1895" y="96613"/>
                </a:lnTo>
                <a:lnTo>
                  <a:pt x="1969" y="97425"/>
                </a:lnTo>
                <a:lnTo>
                  <a:pt x="1969" y="98207"/>
                </a:lnTo>
                <a:lnTo>
                  <a:pt x="1969" y="99077"/>
                </a:lnTo>
                <a:lnTo>
                  <a:pt x="1969" y="99889"/>
                </a:lnTo>
                <a:lnTo>
                  <a:pt x="1969" y="100759"/>
                </a:lnTo>
                <a:lnTo>
                  <a:pt x="2043" y="101542"/>
                </a:lnTo>
                <a:lnTo>
                  <a:pt x="2043" y="102354"/>
                </a:lnTo>
                <a:lnTo>
                  <a:pt x="2043" y="103195"/>
                </a:lnTo>
                <a:lnTo>
                  <a:pt x="2043" y="104007"/>
                </a:lnTo>
                <a:lnTo>
                  <a:pt x="2117" y="104876"/>
                </a:lnTo>
                <a:lnTo>
                  <a:pt x="2117" y="105659"/>
                </a:lnTo>
                <a:lnTo>
                  <a:pt x="2117" y="106471"/>
                </a:lnTo>
                <a:lnTo>
                  <a:pt x="2117" y="107341"/>
                </a:lnTo>
                <a:lnTo>
                  <a:pt x="2117" y="108124"/>
                </a:lnTo>
                <a:lnTo>
                  <a:pt x="2187" y="108994"/>
                </a:lnTo>
                <a:lnTo>
                  <a:pt x="2187" y="109777"/>
                </a:lnTo>
                <a:lnTo>
                  <a:pt x="2187" y="110647"/>
                </a:lnTo>
                <a:lnTo>
                  <a:pt x="2187" y="111458"/>
                </a:lnTo>
                <a:lnTo>
                  <a:pt x="2187" y="112241"/>
                </a:lnTo>
                <a:lnTo>
                  <a:pt x="2261" y="113111"/>
                </a:lnTo>
                <a:lnTo>
                  <a:pt x="2261" y="113923"/>
                </a:lnTo>
                <a:lnTo>
                  <a:pt x="2261" y="114764"/>
                </a:lnTo>
                <a:lnTo>
                  <a:pt x="2261" y="115576"/>
                </a:lnTo>
                <a:lnTo>
                  <a:pt x="2335" y="116446"/>
                </a:lnTo>
                <a:lnTo>
                  <a:pt x="2335" y="117229"/>
                </a:lnTo>
                <a:lnTo>
                  <a:pt x="2335" y="118098"/>
                </a:lnTo>
                <a:lnTo>
                  <a:pt x="2335" y="118910"/>
                </a:lnTo>
                <a:lnTo>
                  <a:pt x="2335" y="119751"/>
                </a:lnTo>
                <a:lnTo>
                  <a:pt x="2409" y="120563"/>
                </a:lnTo>
                <a:lnTo>
                  <a:pt x="2409" y="121346"/>
                </a:lnTo>
                <a:lnTo>
                  <a:pt x="2409" y="122216"/>
                </a:lnTo>
                <a:lnTo>
                  <a:pt x="2409" y="123028"/>
                </a:lnTo>
                <a:lnTo>
                  <a:pt x="2483" y="123897"/>
                </a:lnTo>
                <a:lnTo>
                  <a:pt x="2483" y="124680"/>
                </a:lnTo>
                <a:lnTo>
                  <a:pt x="2483" y="125550"/>
                </a:lnTo>
                <a:lnTo>
                  <a:pt x="2483" y="126333"/>
                </a:lnTo>
                <a:lnTo>
                  <a:pt x="2483" y="127203"/>
                </a:lnTo>
                <a:lnTo>
                  <a:pt x="2553" y="128015"/>
                </a:lnTo>
                <a:lnTo>
                  <a:pt x="2553" y="128885"/>
                </a:lnTo>
                <a:lnTo>
                  <a:pt x="2553" y="129668"/>
                </a:lnTo>
                <a:lnTo>
                  <a:pt x="2553" y="130537"/>
                </a:lnTo>
                <a:lnTo>
                  <a:pt x="2627" y="131320"/>
                </a:lnTo>
                <a:lnTo>
                  <a:pt x="2627" y="132190"/>
                </a:lnTo>
                <a:lnTo>
                  <a:pt x="2627" y="133002"/>
                </a:lnTo>
                <a:lnTo>
                  <a:pt x="2627" y="133872"/>
                </a:lnTo>
                <a:lnTo>
                  <a:pt x="2627" y="134655"/>
                </a:lnTo>
                <a:lnTo>
                  <a:pt x="2701" y="135525"/>
                </a:lnTo>
                <a:lnTo>
                  <a:pt x="2701" y="136308"/>
                </a:lnTo>
                <a:lnTo>
                  <a:pt x="2701" y="137177"/>
                </a:lnTo>
                <a:lnTo>
                  <a:pt x="2701" y="138047"/>
                </a:lnTo>
                <a:lnTo>
                  <a:pt x="2774" y="138859"/>
                </a:lnTo>
                <a:lnTo>
                  <a:pt x="2774" y="139700"/>
                </a:lnTo>
                <a:lnTo>
                  <a:pt x="2774" y="140512"/>
                </a:lnTo>
                <a:lnTo>
                  <a:pt x="2774" y="141382"/>
                </a:lnTo>
                <a:lnTo>
                  <a:pt x="2774" y="142165"/>
                </a:lnTo>
                <a:lnTo>
                  <a:pt x="2845" y="143035"/>
                </a:lnTo>
                <a:lnTo>
                  <a:pt x="2845" y="143846"/>
                </a:lnTo>
                <a:lnTo>
                  <a:pt x="2845" y="144687"/>
                </a:lnTo>
                <a:lnTo>
                  <a:pt x="2845" y="145499"/>
                </a:lnTo>
                <a:lnTo>
                  <a:pt x="2919" y="146369"/>
                </a:lnTo>
                <a:lnTo>
                  <a:pt x="2919" y="147152"/>
                </a:lnTo>
                <a:lnTo>
                  <a:pt x="2919" y="148022"/>
                </a:lnTo>
                <a:lnTo>
                  <a:pt x="2919" y="148834"/>
                </a:lnTo>
                <a:lnTo>
                  <a:pt x="2919" y="149675"/>
                </a:lnTo>
                <a:lnTo>
                  <a:pt x="2993" y="150544"/>
                </a:lnTo>
                <a:lnTo>
                  <a:pt x="2993" y="151356"/>
                </a:lnTo>
                <a:lnTo>
                  <a:pt x="2993" y="152226"/>
                </a:lnTo>
                <a:lnTo>
                  <a:pt x="2993" y="153009"/>
                </a:lnTo>
                <a:lnTo>
                  <a:pt x="2993" y="153879"/>
                </a:lnTo>
                <a:lnTo>
                  <a:pt x="3066" y="154662"/>
                </a:lnTo>
                <a:lnTo>
                  <a:pt x="3066" y="155532"/>
                </a:lnTo>
                <a:lnTo>
                  <a:pt x="3066" y="156344"/>
                </a:lnTo>
                <a:lnTo>
                  <a:pt x="3066" y="157213"/>
                </a:lnTo>
                <a:lnTo>
                  <a:pt x="3137" y="158054"/>
                </a:lnTo>
                <a:lnTo>
                  <a:pt x="3137" y="158866"/>
                </a:lnTo>
                <a:lnTo>
                  <a:pt x="3137" y="159736"/>
                </a:lnTo>
                <a:lnTo>
                  <a:pt x="3137" y="160519"/>
                </a:lnTo>
                <a:lnTo>
                  <a:pt x="3137" y="161389"/>
                </a:lnTo>
                <a:lnTo>
                  <a:pt x="3211" y="16220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562219" y="3436735"/>
            <a:ext cx="3140" cy="165506"/>
          </a:xfrm>
          <a:custGeom>
            <a:avLst/>
            <a:gdLst/>
            <a:ahLst/>
            <a:cxnLst/>
            <a:rect l="l" t="t" r="r" b="b"/>
            <a:pathLst>
              <a:path w="3140" h="165506">
                <a:moveTo>
                  <a:pt x="0" y="0"/>
                </a:moveTo>
                <a:lnTo>
                  <a:pt x="0" y="840"/>
                </a:lnTo>
                <a:lnTo>
                  <a:pt x="0" y="1710"/>
                </a:lnTo>
                <a:lnTo>
                  <a:pt x="0" y="2522"/>
                </a:lnTo>
                <a:lnTo>
                  <a:pt x="73" y="3392"/>
                </a:lnTo>
                <a:lnTo>
                  <a:pt x="73" y="4175"/>
                </a:lnTo>
                <a:lnTo>
                  <a:pt x="73" y="5045"/>
                </a:lnTo>
                <a:lnTo>
                  <a:pt x="73" y="5915"/>
                </a:lnTo>
                <a:lnTo>
                  <a:pt x="73" y="6697"/>
                </a:lnTo>
                <a:lnTo>
                  <a:pt x="147" y="7567"/>
                </a:lnTo>
                <a:lnTo>
                  <a:pt x="147" y="8379"/>
                </a:lnTo>
                <a:lnTo>
                  <a:pt x="147" y="9220"/>
                </a:lnTo>
                <a:lnTo>
                  <a:pt x="147" y="10032"/>
                </a:lnTo>
                <a:lnTo>
                  <a:pt x="218" y="10902"/>
                </a:lnTo>
                <a:lnTo>
                  <a:pt x="218" y="11743"/>
                </a:lnTo>
                <a:lnTo>
                  <a:pt x="218" y="12555"/>
                </a:lnTo>
                <a:lnTo>
                  <a:pt x="218" y="13424"/>
                </a:lnTo>
                <a:lnTo>
                  <a:pt x="218" y="14207"/>
                </a:lnTo>
                <a:lnTo>
                  <a:pt x="291" y="15077"/>
                </a:lnTo>
                <a:lnTo>
                  <a:pt x="291" y="15947"/>
                </a:lnTo>
                <a:lnTo>
                  <a:pt x="291" y="16730"/>
                </a:lnTo>
                <a:lnTo>
                  <a:pt x="291" y="17600"/>
                </a:lnTo>
                <a:lnTo>
                  <a:pt x="365" y="18412"/>
                </a:lnTo>
                <a:lnTo>
                  <a:pt x="365" y="19282"/>
                </a:lnTo>
                <a:lnTo>
                  <a:pt x="365" y="20122"/>
                </a:lnTo>
                <a:lnTo>
                  <a:pt x="365" y="20934"/>
                </a:lnTo>
                <a:lnTo>
                  <a:pt x="365" y="21804"/>
                </a:lnTo>
                <a:lnTo>
                  <a:pt x="439" y="22587"/>
                </a:lnTo>
                <a:lnTo>
                  <a:pt x="439" y="23457"/>
                </a:lnTo>
                <a:lnTo>
                  <a:pt x="439" y="24327"/>
                </a:lnTo>
                <a:lnTo>
                  <a:pt x="439" y="25110"/>
                </a:lnTo>
                <a:lnTo>
                  <a:pt x="513" y="25980"/>
                </a:lnTo>
                <a:lnTo>
                  <a:pt x="513" y="26791"/>
                </a:lnTo>
                <a:lnTo>
                  <a:pt x="513" y="27661"/>
                </a:lnTo>
                <a:lnTo>
                  <a:pt x="513" y="28502"/>
                </a:lnTo>
                <a:lnTo>
                  <a:pt x="513" y="29314"/>
                </a:lnTo>
                <a:lnTo>
                  <a:pt x="583" y="30184"/>
                </a:lnTo>
                <a:lnTo>
                  <a:pt x="583" y="30967"/>
                </a:lnTo>
                <a:lnTo>
                  <a:pt x="583" y="31837"/>
                </a:lnTo>
                <a:lnTo>
                  <a:pt x="583" y="32706"/>
                </a:lnTo>
                <a:lnTo>
                  <a:pt x="583" y="33489"/>
                </a:lnTo>
                <a:lnTo>
                  <a:pt x="657" y="34359"/>
                </a:lnTo>
                <a:lnTo>
                  <a:pt x="657" y="35171"/>
                </a:lnTo>
                <a:lnTo>
                  <a:pt x="657" y="36041"/>
                </a:lnTo>
                <a:lnTo>
                  <a:pt x="657" y="36882"/>
                </a:lnTo>
                <a:lnTo>
                  <a:pt x="731" y="37694"/>
                </a:lnTo>
                <a:lnTo>
                  <a:pt x="731" y="38564"/>
                </a:lnTo>
                <a:lnTo>
                  <a:pt x="731" y="39288"/>
                </a:lnTo>
                <a:lnTo>
                  <a:pt x="731" y="40158"/>
                </a:lnTo>
                <a:lnTo>
                  <a:pt x="731" y="41028"/>
                </a:lnTo>
                <a:lnTo>
                  <a:pt x="805" y="41811"/>
                </a:lnTo>
                <a:lnTo>
                  <a:pt x="805" y="42681"/>
                </a:lnTo>
                <a:lnTo>
                  <a:pt x="805" y="43464"/>
                </a:lnTo>
                <a:lnTo>
                  <a:pt x="805" y="44334"/>
                </a:lnTo>
                <a:lnTo>
                  <a:pt x="875" y="45204"/>
                </a:lnTo>
                <a:lnTo>
                  <a:pt x="875" y="46015"/>
                </a:lnTo>
                <a:lnTo>
                  <a:pt x="875" y="46856"/>
                </a:lnTo>
                <a:lnTo>
                  <a:pt x="875" y="47668"/>
                </a:lnTo>
                <a:lnTo>
                  <a:pt x="875" y="48538"/>
                </a:lnTo>
                <a:lnTo>
                  <a:pt x="949" y="49408"/>
                </a:lnTo>
                <a:lnTo>
                  <a:pt x="949" y="50191"/>
                </a:lnTo>
                <a:lnTo>
                  <a:pt x="949" y="51061"/>
                </a:lnTo>
                <a:lnTo>
                  <a:pt x="949" y="51844"/>
                </a:lnTo>
                <a:lnTo>
                  <a:pt x="1023" y="52713"/>
                </a:lnTo>
                <a:lnTo>
                  <a:pt x="1023" y="53583"/>
                </a:lnTo>
                <a:lnTo>
                  <a:pt x="1023" y="54395"/>
                </a:lnTo>
                <a:lnTo>
                  <a:pt x="1023" y="55236"/>
                </a:lnTo>
                <a:lnTo>
                  <a:pt x="1023" y="56048"/>
                </a:lnTo>
                <a:lnTo>
                  <a:pt x="1097" y="56918"/>
                </a:lnTo>
                <a:lnTo>
                  <a:pt x="1097" y="57759"/>
                </a:lnTo>
                <a:lnTo>
                  <a:pt x="1097" y="58571"/>
                </a:lnTo>
                <a:lnTo>
                  <a:pt x="1097" y="59440"/>
                </a:lnTo>
                <a:lnTo>
                  <a:pt x="1167" y="60223"/>
                </a:lnTo>
                <a:lnTo>
                  <a:pt x="1167" y="61093"/>
                </a:lnTo>
                <a:lnTo>
                  <a:pt x="1167" y="61905"/>
                </a:lnTo>
                <a:lnTo>
                  <a:pt x="1167" y="62746"/>
                </a:lnTo>
                <a:lnTo>
                  <a:pt x="1167" y="63616"/>
                </a:lnTo>
                <a:lnTo>
                  <a:pt x="1241" y="64428"/>
                </a:lnTo>
                <a:lnTo>
                  <a:pt x="1241" y="65297"/>
                </a:lnTo>
                <a:lnTo>
                  <a:pt x="1241" y="66080"/>
                </a:lnTo>
                <a:lnTo>
                  <a:pt x="1241" y="66950"/>
                </a:lnTo>
                <a:lnTo>
                  <a:pt x="1315" y="67820"/>
                </a:lnTo>
                <a:lnTo>
                  <a:pt x="1315" y="68603"/>
                </a:lnTo>
                <a:lnTo>
                  <a:pt x="1315" y="69473"/>
                </a:lnTo>
                <a:lnTo>
                  <a:pt x="1315" y="70285"/>
                </a:lnTo>
                <a:lnTo>
                  <a:pt x="1315" y="71126"/>
                </a:lnTo>
                <a:lnTo>
                  <a:pt x="1389" y="71937"/>
                </a:lnTo>
                <a:lnTo>
                  <a:pt x="1389" y="72807"/>
                </a:lnTo>
                <a:lnTo>
                  <a:pt x="1389" y="73677"/>
                </a:lnTo>
                <a:lnTo>
                  <a:pt x="1389" y="74460"/>
                </a:lnTo>
                <a:lnTo>
                  <a:pt x="1389" y="75330"/>
                </a:lnTo>
                <a:lnTo>
                  <a:pt x="1459" y="76113"/>
                </a:lnTo>
                <a:lnTo>
                  <a:pt x="1459" y="76983"/>
                </a:lnTo>
                <a:lnTo>
                  <a:pt x="1459" y="77853"/>
                </a:lnTo>
                <a:lnTo>
                  <a:pt x="1459" y="78664"/>
                </a:lnTo>
                <a:lnTo>
                  <a:pt x="1533" y="79505"/>
                </a:lnTo>
                <a:lnTo>
                  <a:pt x="1533" y="80317"/>
                </a:lnTo>
                <a:lnTo>
                  <a:pt x="1533" y="81187"/>
                </a:lnTo>
                <a:lnTo>
                  <a:pt x="1533" y="81970"/>
                </a:lnTo>
                <a:lnTo>
                  <a:pt x="1533" y="82840"/>
                </a:lnTo>
                <a:lnTo>
                  <a:pt x="1607" y="83652"/>
                </a:lnTo>
                <a:lnTo>
                  <a:pt x="1607" y="84493"/>
                </a:lnTo>
                <a:lnTo>
                  <a:pt x="1607" y="85362"/>
                </a:lnTo>
                <a:lnTo>
                  <a:pt x="1607" y="86174"/>
                </a:lnTo>
                <a:lnTo>
                  <a:pt x="1681" y="87044"/>
                </a:lnTo>
                <a:lnTo>
                  <a:pt x="1681" y="87827"/>
                </a:lnTo>
                <a:lnTo>
                  <a:pt x="1681" y="88697"/>
                </a:lnTo>
                <a:lnTo>
                  <a:pt x="1681" y="89480"/>
                </a:lnTo>
                <a:lnTo>
                  <a:pt x="1681" y="90350"/>
                </a:lnTo>
                <a:lnTo>
                  <a:pt x="1754" y="91162"/>
                </a:lnTo>
                <a:lnTo>
                  <a:pt x="1754" y="92031"/>
                </a:lnTo>
                <a:lnTo>
                  <a:pt x="1754" y="92872"/>
                </a:lnTo>
                <a:lnTo>
                  <a:pt x="1754" y="93684"/>
                </a:lnTo>
                <a:lnTo>
                  <a:pt x="1825" y="94554"/>
                </a:lnTo>
                <a:lnTo>
                  <a:pt x="1825" y="95337"/>
                </a:lnTo>
                <a:lnTo>
                  <a:pt x="1825" y="96207"/>
                </a:lnTo>
                <a:lnTo>
                  <a:pt x="1825" y="97019"/>
                </a:lnTo>
                <a:lnTo>
                  <a:pt x="1825" y="97859"/>
                </a:lnTo>
                <a:lnTo>
                  <a:pt x="1899" y="98671"/>
                </a:lnTo>
                <a:lnTo>
                  <a:pt x="1899" y="99541"/>
                </a:lnTo>
                <a:lnTo>
                  <a:pt x="1899" y="100324"/>
                </a:lnTo>
                <a:lnTo>
                  <a:pt x="1899" y="101194"/>
                </a:lnTo>
                <a:lnTo>
                  <a:pt x="1972" y="102006"/>
                </a:lnTo>
                <a:lnTo>
                  <a:pt x="1972" y="102847"/>
                </a:lnTo>
                <a:lnTo>
                  <a:pt x="1972" y="103659"/>
                </a:lnTo>
                <a:lnTo>
                  <a:pt x="1972" y="104528"/>
                </a:lnTo>
                <a:lnTo>
                  <a:pt x="1972" y="105311"/>
                </a:lnTo>
                <a:lnTo>
                  <a:pt x="2046" y="106181"/>
                </a:lnTo>
                <a:lnTo>
                  <a:pt x="2046" y="106993"/>
                </a:lnTo>
                <a:lnTo>
                  <a:pt x="2046" y="107834"/>
                </a:lnTo>
                <a:lnTo>
                  <a:pt x="2046" y="108646"/>
                </a:lnTo>
                <a:lnTo>
                  <a:pt x="2117" y="109516"/>
                </a:lnTo>
                <a:lnTo>
                  <a:pt x="2117" y="110299"/>
                </a:lnTo>
                <a:lnTo>
                  <a:pt x="2117" y="111168"/>
                </a:lnTo>
                <a:lnTo>
                  <a:pt x="2117" y="111980"/>
                </a:lnTo>
                <a:lnTo>
                  <a:pt x="2117" y="112821"/>
                </a:lnTo>
                <a:lnTo>
                  <a:pt x="2191" y="113633"/>
                </a:lnTo>
                <a:lnTo>
                  <a:pt x="2191" y="114503"/>
                </a:lnTo>
                <a:lnTo>
                  <a:pt x="2191" y="115286"/>
                </a:lnTo>
                <a:lnTo>
                  <a:pt x="2191" y="116156"/>
                </a:lnTo>
                <a:lnTo>
                  <a:pt x="2191" y="116968"/>
                </a:lnTo>
                <a:lnTo>
                  <a:pt x="2264" y="117808"/>
                </a:lnTo>
                <a:lnTo>
                  <a:pt x="2264" y="118620"/>
                </a:lnTo>
                <a:lnTo>
                  <a:pt x="2264" y="119490"/>
                </a:lnTo>
                <a:lnTo>
                  <a:pt x="2264" y="120273"/>
                </a:lnTo>
                <a:lnTo>
                  <a:pt x="2338" y="121143"/>
                </a:lnTo>
                <a:lnTo>
                  <a:pt x="2338" y="121955"/>
                </a:lnTo>
                <a:lnTo>
                  <a:pt x="2338" y="122738"/>
                </a:lnTo>
                <a:lnTo>
                  <a:pt x="2338" y="123608"/>
                </a:lnTo>
                <a:lnTo>
                  <a:pt x="2338" y="124390"/>
                </a:lnTo>
                <a:lnTo>
                  <a:pt x="2409" y="125260"/>
                </a:lnTo>
                <a:lnTo>
                  <a:pt x="2409" y="126072"/>
                </a:lnTo>
                <a:lnTo>
                  <a:pt x="2409" y="126942"/>
                </a:lnTo>
                <a:lnTo>
                  <a:pt x="2409" y="127725"/>
                </a:lnTo>
                <a:lnTo>
                  <a:pt x="2483" y="128595"/>
                </a:lnTo>
                <a:lnTo>
                  <a:pt x="2483" y="129378"/>
                </a:lnTo>
                <a:lnTo>
                  <a:pt x="2483" y="130190"/>
                </a:lnTo>
                <a:lnTo>
                  <a:pt x="2483" y="131059"/>
                </a:lnTo>
                <a:lnTo>
                  <a:pt x="2483" y="131842"/>
                </a:lnTo>
                <a:lnTo>
                  <a:pt x="2556" y="132712"/>
                </a:lnTo>
                <a:lnTo>
                  <a:pt x="2556" y="133524"/>
                </a:lnTo>
                <a:lnTo>
                  <a:pt x="2556" y="134365"/>
                </a:lnTo>
                <a:lnTo>
                  <a:pt x="2556" y="135177"/>
                </a:lnTo>
                <a:lnTo>
                  <a:pt x="2630" y="135960"/>
                </a:lnTo>
                <a:lnTo>
                  <a:pt x="2630" y="136830"/>
                </a:lnTo>
                <a:lnTo>
                  <a:pt x="2630" y="137641"/>
                </a:lnTo>
                <a:lnTo>
                  <a:pt x="2630" y="138511"/>
                </a:lnTo>
                <a:lnTo>
                  <a:pt x="2630" y="139294"/>
                </a:lnTo>
                <a:lnTo>
                  <a:pt x="2701" y="140106"/>
                </a:lnTo>
                <a:lnTo>
                  <a:pt x="2701" y="140947"/>
                </a:lnTo>
                <a:lnTo>
                  <a:pt x="2701" y="141759"/>
                </a:lnTo>
                <a:lnTo>
                  <a:pt x="2701" y="142542"/>
                </a:lnTo>
                <a:lnTo>
                  <a:pt x="2774" y="143412"/>
                </a:lnTo>
                <a:lnTo>
                  <a:pt x="2774" y="144223"/>
                </a:lnTo>
                <a:lnTo>
                  <a:pt x="2774" y="145093"/>
                </a:lnTo>
                <a:lnTo>
                  <a:pt x="2774" y="145876"/>
                </a:lnTo>
                <a:lnTo>
                  <a:pt x="2774" y="146688"/>
                </a:lnTo>
                <a:lnTo>
                  <a:pt x="2848" y="147529"/>
                </a:lnTo>
                <a:lnTo>
                  <a:pt x="2848" y="148341"/>
                </a:lnTo>
                <a:lnTo>
                  <a:pt x="2848" y="149153"/>
                </a:lnTo>
                <a:lnTo>
                  <a:pt x="2848" y="149993"/>
                </a:lnTo>
                <a:lnTo>
                  <a:pt x="2922" y="150805"/>
                </a:lnTo>
                <a:lnTo>
                  <a:pt x="2922" y="151588"/>
                </a:lnTo>
                <a:lnTo>
                  <a:pt x="2922" y="152458"/>
                </a:lnTo>
                <a:lnTo>
                  <a:pt x="2922" y="153270"/>
                </a:lnTo>
                <a:lnTo>
                  <a:pt x="2922" y="154053"/>
                </a:lnTo>
                <a:lnTo>
                  <a:pt x="2996" y="154923"/>
                </a:lnTo>
                <a:lnTo>
                  <a:pt x="2996" y="155735"/>
                </a:lnTo>
                <a:lnTo>
                  <a:pt x="2996" y="156517"/>
                </a:lnTo>
                <a:lnTo>
                  <a:pt x="2996" y="157387"/>
                </a:lnTo>
                <a:lnTo>
                  <a:pt x="2996" y="158170"/>
                </a:lnTo>
                <a:lnTo>
                  <a:pt x="3066" y="158982"/>
                </a:lnTo>
                <a:lnTo>
                  <a:pt x="3066" y="159765"/>
                </a:lnTo>
                <a:lnTo>
                  <a:pt x="3066" y="160635"/>
                </a:lnTo>
                <a:lnTo>
                  <a:pt x="3066" y="161447"/>
                </a:lnTo>
                <a:lnTo>
                  <a:pt x="3140" y="162230"/>
                </a:lnTo>
                <a:lnTo>
                  <a:pt x="3140" y="163099"/>
                </a:lnTo>
                <a:lnTo>
                  <a:pt x="3140" y="163911"/>
                </a:lnTo>
                <a:lnTo>
                  <a:pt x="3140" y="164694"/>
                </a:lnTo>
                <a:lnTo>
                  <a:pt x="3140" y="16550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565359" y="3602242"/>
            <a:ext cx="3214" cy="154198"/>
          </a:xfrm>
          <a:custGeom>
            <a:avLst/>
            <a:gdLst/>
            <a:ahLst/>
            <a:cxnLst/>
            <a:rect l="l" t="t" r="r" b="b"/>
            <a:pathLst>
              <a:path w="3214" h="154198">
                <a:moveTo>
                  <a:pt x="0" y="0"/>
                </a:moveTo>
                <a:lnTo>
                  <a:pt x="73" y="840"/>
                </a:lnTo>
                <a:lnTo>
                  <a:pt x="73" y="1652"/>
                </a:lnTo>
                <a:lnTo>
                  <a:pt x="73" y="2464"/>
                </a:lnTo>
                <a:lnTo>
                  <a:pt x="73" y="3247"/>
                </a:lnTo>
                <a:lnTo>
                  <a:pt x="147" y="4117"/>
                </a:lnTo>
                <a:lnTo>
                  <a:pt x="147" y="4900"/>
                </a:lnTo>
                <a:lnTo>
                  <a:pt x="147" y="5712"/>
                </a:lnTo>
                <a:lnTo>
                  <a:pt x="147" y="6495"/>
                </a:lnTo>
                <a:lnTo>
                  <a:pt x="147" y="7364"/>
                </a:lnTo>
                <a:lnTo>
                  <a:pt x="218" y="8176"/>
                </a:lnTo>
                <a:lnTo>
                  <a:pt x="218" y="8959"/>
                </a:lnTo>
                <a:lnTo>
                  <a:pt x="218" y="9771"/>
                </a:lnTo>
                <a:lnTo>
                  <a:pt x="218" y="10554"/>
                </a:lnTo>
                <a:lnTo>
                  <a:pt x="291" y="11424"/>
                </a:lnTo>
                <a:lnTo>
                  <a:pt x="291" y="12236"/>
                </a:lnTo>
                <a:lnTo>
                  <a:pt x="291" y="13019"/>
                </a:lnTo>
                <a:lnTo>
                  <a:pt x="291" y="13830"/>
                </a:lnTo>
                <a:lnTo>
                  <a:pt x="291" y="14613"/>
                </a:lnTo>
                <a:lnTo>
                  <a:pt x="365" y="15483"/>
                </a:lnTo>
                <a:lnTo>
                  <a:pt x="365" y="16295"/>
                </a:lnTo>
                <a:lnTo>
                  <a:pt x="365" y="17078"/>
                </a:lnTo>
                <a:lnTo>
                  <a:pt x="365" y="17890"/>
                </a:lnTo>
                <a:lnTo>
                  <a:pt x="439" y="18673"/>
                </a:lnTo>
                <a:lnTo>
                  <a:pt x="439" y="19485"/>
                </a:lnTo>
                <a:lnTo>
                  <a:pt x="439" y="20325"/>
                </a:lnTo>
                <a:lnTo>
                  <a:pt x="439" y="21137"/>
                </a:lnTo>
                <a:lnTo>
                  <a:pt x="439" y="21920"/>
                </a:lnTo>
                <a:lnTo>
                  <a:pt x="510" y="22732"/>
                </a:lnTo>
                <a:lnTo>
                  <a:pt x="510" y="23544"/>
                </a:lnTo>
                <a:lnTo>
                  <a:pt x="510" y="24327"/>
                </a:lnTo>
                <a:lnTo>
                  <a:pt x="510" y="25139"/>
                </a:lnTo>
                <a:lnTo>
                  <a:pt x="583" y="25922"/>
                </a:lnTo>
                <a:lnTo>
                  <a:pt x="583" y="26791"/>
                </a:lnTo>
                <a:lnTo>
                  <a:pt x="583" y="27574"/>
                </a:lnTo>
                <a:lnTo>
                  <a:pt x="583" y="28386"/>
                </a:lnTo>
                <a:lnTo>
                  <a:pt x="583" y="29169"/>
                </a:lnTo>
                <a:lnTo>
                  <a:pt x="657" y="29981"/>
                </a:lnTo>
                <a:lnTo>
                  <a:pt x="657" y="30764"/>
                </a:lnTo>
                <a:lnTo>
                  <a:pt x="657" y="31576"/>
                </a:lnTo>
                <a:lnTo>
                  <a:pt x="657" y="32388"/>
                </a:lnTo>
                <a:lnTo>
                  <a:pt x="657" y="33170"/>
                </a:lnTo>
                <a:lnTo>
                  <a:pt x="731" y="33982"/>
                </a:lnTo>
                <a:lnTo>
                  <a:pt x="731" y="34765"/>
                </a:lnTo>
                <a:lnTo>
                  <a:pt x="731" y="35577"/>
                </a:lnTo>
                <a:lnTo>
                  <a:pt x="731" y="36360"/>
                </a:lnTo>
                <a:lnTo>
                  <a:pt x="802" y="37172"/>
                </a:lnTo>
                <a:lnTo>
                  <a:pt x="802" y="38013"/>
                </a:lnTo>
                <a:lnTo>
                  <a:pt x="802" y="38825"/>
                </a:lnTo>
                <a:lnTo>
                  <a:pt x="802" y="39636"/>
                </a:lnTo>
                <a:lnTo>
                  <a:pt x="802" y="40419"/>
                </a:lnTo>
                <a:lnTo>
                  <a:pt x="875" y="41231"/>
                </a:lnTo>
                <a:lnTo>
                  <a:pt x="875" y="42014"/>
                </a:lnTo>
                <a:lnTo>
                  <a:pt x="875" y="42826"/>
                </a:lnTo>
                <a:lnTo>
                  <a:pt x="875" y="43609"/>
                </a:lnTo>
                <a:lnTo>
                  <a:pt x="949" y="44421"/>
                </a:lnTo>
                <a:lnTo>
                  <a:pt x="949" y="45204"/>
                </a:lnTo>
                <a:lnTo>
                  <a:pt x="949" y="45928"/>
                </a:lnTo>
                <a:lnTo>
                  <a:pt x="949" y="46740"/>
                </a:lnTo>
                <a:lnTo>
                  <a:pt x="949" y="47523"/>
                </a:lnTo>
                <a:lnTo>
                  <a:pt x="1023" y="48335"/>
                </a:lnTo>
                <a:lnTo>
                  <a:pt x="1023" y="49118"/>
                </a:lnTo>
                <a:lnTo>
                  <a:pt x="1023" y="49930"/>
                </a:lnTo>
                <a:lnTo>
                  <a:pt x="1023" y="50713"/>
                </a:lnTo>
                <a:lnTo>
                  <a:pt x="1097" y="51525"/>
                </a:lnTo>
                <a:lnTo>
                  <a:pt x="1097" y="52336"/>
                </a:lnTo>
                <a:lnTo>
                  <a:pt x="1097" y="53119"/>
                </a:lnTo>
                <a:lnTo>
                  <a:pt x="1097" y="53931"/>
                </a:lnTo>
                <a:lnTo>
                  <a:pt x="1097" y="54714"/>
                </a:lnTo>
                <a:lnTo>
                  <a:pt x="1167" y="55526"/>
                </a:lnTo>
                <a:lnTo>
                  <a:pt x="1167" y="56309"/>
                </a:lnTo>
                <a:lnTo>
                  <a:pt x="1167" y="57034"/>
                </a:lnTo>
                <a:lnTo>
                  <a:pt x="1167" y="57846"/>
                </a:lnTo>
                <a:lnTo>
                  <a:pt x="1241" y="58629"/>
                </a:lnTo>
                <a:lnTo>
                  <a:pt x="1241" y="59440"/>
                </a:lnTo>
                <a:lnTo>
                  <a:pt x="1241" y="60223"/>
                </a:lnTo>
                <a:lnTo>
                  <a:pt x="1241" y="61035"/>
                </a:lnTo>
                <a:lnTo>
                  <a:pt x="1241" y="61818"/>
                </a:lnTo>
                <a:lnTo>
                  <a:pt x="1315" y="62572"/>
                </a:lnTo>
                <a:lnTo>
                  <a:pt x="1315" y="63355"/>
                </a:lnTo>
                <a:lnTo>
                  <a:pt x="1315" y="64167"/>
                </a:lnTo>
                <a:lnTo>
                  <a:pt x="1315" y="64950"/>
                </a:lnTo>
                <a:lnTo>
                  <a:pt x="1389" y="65761"/>
                </a:lnTo>
                <a:lnTo>
                  <a:pt x="1389" y="66544"/>
                </a:lnTo>
                <a:lnTo>
                  <a:pt x="1389" y="67298"/>
                </a:lnTo>
                <a:lnTo>
                  <a:pt x="1389" y="68081"/>
                </a:lnTo>
                <a:lnTo>
                  <a:pt x="1389" y="68893"/>
                </a:lnTo>
                <a:lnTo>
                  <a:pt x="1459" y="69676"/>
                </a:lnTo>
                <a:lnTo>
                  <a:pt x="1459" y="70488"/>
                </a:lnTo>
                <a:lnTo>
                  <a:pt x="1459" y="71213"/>
                </a:lnTo>
                <a:lnTo>
                  <a:pt x="1459" y="71995"/>
                </a:lnTo>
                <a:lnTo>
                  <a:pt x="1459" y="72807"/>
                </a:lnTo>
                <a:lnTo>
                  <a:pt x="1533" y="73590"/>
                </a:lnTo>
                <a:lnTo>
                  <a:pt x="1533" y="74344"/>
                </a:lnTo>
                <a:lnTo>
                  <a:pt x="1533" y="75127"/>
                </a:lnTo>
                <a:lnTo>
                  <a:pt x="1533" y="75939"/>
                </a:lnTo>
                <a:lnTo>
                  <a:pt x="1607" y="76664"/>
                </a:lnTo>
                <a:lnTo>
                  <a:pt x="1607" y="77447"/>
                </a:lnTo>
                <a:lnTo>
                  <a:pt x="1607" y="78258"/>
                </a:lnTo>
                <a:lnTo>
                  <a:pt x="1607" y="79041"/>
                </a:lnTo>
                <a:lnTo>
                  <a:pt x="1607" y="79795"/>
                </a:lnTo>
                <a:lnTo>
                  <a:pt x="1681" y="80578"/>
                </a:lnTo>
                <a:lnTo>
                  <a:pt x="1681" y="81390"/>
                </a:lnTo>
                <a:lnTo>
                  <a:pt x="1681" y="82115"/>
                </a:lnTo>
                <a:lnTo>
                  <a:pt x="1681" y="82898"/>
                </a:lnTo>
                <a:lnTo>
                  <a:pt x="1751" y="83710"/>
                </a:lnTo>
                <a:lnTo>
                  <a:pt x="1751" y="84435"/>
                </a:lnTo>
                <a:lnTo>
                  <a:pt x="1751" y="85246"/>
                </a:lnTo>
                <a:lnTo>
                  <a:pt x="1751" y="86029"/>
                </a:lnTo>
                <a:lnTo>
                  <a:pt x="1751" y="86754"/>
                </a:lnTo>
                <a:lnTo>
                  <a:pt x="1825" y="87566"/>
                </a:lnTo>
                <a:lnTo>
                  <a:pt x="1825" y="88291"/>
                </a:lnTo>
                <a:lnTo>
                  <a:pt x="1825" y="89103"/>
                </a:lnTo>
                <a:lnTo>
                  <a:pt x="1825" y="89886"/>
                </a:lnTo>
                <a:lnTo>
                  <a:pt x="1899" y="90611"/>
                </a:lnTo>
                <a:lnTo>
                  <a:pt x="1899" y="91422"/>
                </a:lnTo>
                <a:lnTo>
                  <a:pt x="1899" y="92147"/>
                </a:lnTo>
                <a:lnTo>
                  <a:pt x="1899" y="92959"/>
                </a:lnTo>
                <a:lnTo>
                  <a:pt x="1899" y="93742"/>
                </a:lnTo>
                <a:lnTo>
                  <a:pt x="1972" y="94496"/>
                </a:lnTo>
                <a:lnTo>
                  <a:pt x="1972" y="95279"/>
                </a:lnTo>
                <a:lnTo>
                  <a:pt x="1972" y="96004"/>
                </a:lnTo>
                <a:lnTo>
                  <a:pt x="1972" y="96816"/>
                </a:lnTo>
                <a:lnTo>
                  <a:pt x="2043" y="97541"/>
                </a:lnTo>
                <a:lnTo>
                  <a:pt x="2043" y="98352"/>
                </a:lnTo>
                <a:lnTo>
                  <a:pt x="2043" y="99077"/>
                </a:lnTo>
                <a:lnTo>
                  <a:pt x="2043" y="99860"/>
                </a:lnTo>
                <a:lnTo>
                  <a:pt x="2043" y="100585"/>
                </a:lnTo>
                <a:lnTo>
                  <a:pt x="2117" y="101397"/>
                </a:lnTo>
                <a:lnTo>
                  <a:pt x="2117" y="102122"/>
                </a:lnTo>
                <a:lnTo>
                  <a:pt x="2117" y="102934"/>
                </a:lnTo>
                <a:lnTo>
                  <a:pt x="2117" y="103659"/>
                </a:lnTo>
                <a:lnTo>
                  <a:pt x="2191" y="104470"/>
                </a:lnTo>
                <a:lnTo>
                  <a:pt x="2191" y="105195"/>
                </a:lnTo>
                <a:lnTo>
                  <a:pt x="2191" y="105920"/>
                </a:lnTo>
                <a:lnTo>
                  <a:pt x="2191" y="106703"/>
                </a:lnTo>
                <a:lnTo>
                  <a:pt x="2191" y="107457"/>
                </a:lnTo>
                <a:lnTo>
                  <a:pt x="2264" y="108240"/>
                </a:lnTo>
                <a:lnTo>
                  <a:pt x="2264" y="108965"/>
                </a:lnTo>
                <a:lnTo>
                  <a:pt x="2264" y="109777"/>
                </a:lnTo>
                <a:lnTo>
                  <a:pt x="2264" y="110502"/>
                </a:lnTo>
                <a:lnTo>
                  <a:pt x="2264" y="111226"/>
                </a:lnTo>
                <a:lnTo>
                  <a:pt x="2338" y="112038"/>
                </a:lnTo>
                <a:lnTo>
                  <a:pt x="2338" y="112763"/>
                </a:lnTo>
                <a:lnTo>
                  <a:pt x="2338" y="113488"/>
                </a:lnTo>
                <a:lnTo>
                  <a:pt x="2338" y="114300"/>
                </a:lnTo>
                <a:lnTo>
                  <a:pt x="2409" y="115025"/>
                </a:lnTo>
                <a:lnTo>
                  <a:pt x="2409" y="115750"/>
                </a:lnTo>
                <a:lnTo>
                  <a:pt x="2409" y="116562"/>
                </a:lnTo>
                <a:lnTo>
                  <a:pt x="2409" y="117287"/>
                </a:lnTo>
                <a:lnTo>
                  <a:pt x="2409" y="118011"/>
                </a:lnTo>
                <a:lnTo>
                  <a:pt x="2483" y="118823"/>
                </a:lnTo>
                <a:lnTo>
                  <a:pt x="2483" y="119548"/>
                </a:lnTo>
                <a:lnTo>
                  <a:pt x="2483" y="120273"/>
                </a:lnTo>
                <a:lnTo>
                  <a:pt x="2483" y="121027"/>
                </a:lnTo>
                <a:lnTo>
                  <a:pt x="2556" y="121810"/>
                </a:lnTo>
                <a:lnTo>
                  <a:pt x="2556" y="122535"/>
                </a:lnTo>
                <a:lnTo>
                  <a:pt x="2556" y="123289"/>
                </a:lnTo>
                <a:lnTo>
                  <a:pt x="2556" y="124013"/>
                </a:lnTo>
                <a:lnTo>
                  <a:pt x="2556" y="124796"/>
                </a:lnTo>
                <a:lnTo>
                  <a:pt x="2630" y="125521"/>
                </a:lnTo>
                <a:lnTo>
                  <a:pt x="2630" y="126275"/>
                </a:lnTo>
                <a:lnTo>
                  <a:pt x="2630" y="127000"/>
                </a:lnTo>
                <a:lnTo>
                  <a:pt x="2630" y="127783"/>
                </a:lnTo>
                <a:lnTo>
                  <a:pt x="2701" y="128537"/>
                </a:lnTo>
                <a:lnTo>
                  <a:pt x="2701" y="129262"/>
                </a:lnTo>
                <a:lnTo>
                  <a:pt x="2701" y="129987"/>
                </a:lnTo>
                <a:lnTo>
                  <a:pt x="2701" y="130711"/>
                </a:lnTo>
                <a:lnTo>
                  <a:pt x="2701" y="131465"/>
                </a:lnTo>
                <a:lnTo>
                  <a:pt x="2774" y="132248"/>
                </a:lnTo>
                <a:lnTo>
                  <a:pt x="2774" y="132973"/>
                </a:lnTo>
                <a:lnTo>
                  <a:pt x="2774" y="133727"/>
                </a:lnTo>
                <a:lnTo>
                  <a:pt x="2774" y="134452"/>
                </a:lnTo>
                <a:lnTo>
                  <a:pt x="2848" y="135177"/>
                </a:lnTo>
                <a:lnTo>
                  <a:pt x="2848" y="135902"/>
                </a:lnTo>
                <a:lnTo>
                  <a:pt x="2848" y="136627"/>
                </a:lnTo>
                <a:lnTo>
                  <a:pt x="2848" y="137380"/>
                </a:lnTo>
                <a:lnTo>
                  <a:pt x="2848" y="138105"/>
                </a:lnTo>
                <a:lnTo>
                  <a:pt x="2922" y="138830"/>
                </a:lnTo>
                <a:lnTo>
                  <a:pt x="2922" y="139555"/>
                </a:lnTo>
                <a:lnTo>
                  <a:pt x="2922" y="140309"/>
                </a:lnTo>
                <a:lnTo>
                  <a:pt x="2922" y="141092"/>
                </a:lnTo>
                <a:lnTo>
                  <a:pt x="2993" y="141817"/>
                </a:lnTo>
                <a:lnTo>
                  <a:pt x="2993" y="142571"/>
                </a:lnTo>
                <a:lnTo>
                  <a:pt x="2993" y="143296"/>
                </a:lnTo>
                <a:lnTo>
                  <a:pt x="2993" y="144020"/>
                </a:lnTo>
                <a:lnTo>
                  <a:pt x="2993" y="144745"/>
                </a:lnTo>
                <a:lnTo>
                  <a:pt x="3066" y="145470"/>
                </a:lnTo>
                <a:lnTo>
                  <a:pt x="3066" y="146137"/>
                </a:lnTo>
                <a:lnTo>
                  <a:pt x="3066" y="146891"/>
                </a:lnTo>
                <a:lnTo>
                  <a:pt x="3066" y="147616"/>
                </a:lnTo>
                <a:lnTo>
                  <a:pt x="3066" y="148341"/>
                </a:lnTo>
                <a:lnTo>
                  <a:pt x="3140" y="149066"/>
                </a:lnTo>
                <a:lnTo>
                  <a:pt x="3140" y="149820"/>
                </a:lnTo>
                <a:lnTo>
                  <a:pt x="3140" y="150544"/>
                </a:lnTo>
                <a:lnTo>
                  <a:pt x="3140" y="151269"/>
                </a:lnTo>
                <a:lnTo>
                  <a:pt x="3214" y="151994"/>
                </a:lnTo>
                <a:lnTo>
                  <a:pt x="3214" y="152719"/>
                </a:lnTo>
                <a:lnTo>
                  <a:pt x="3214" y="153473"/>
                </a:lnTo>
                <a:lnTo>
                  <a:pt x="3214" y="15419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568574" y="3756440"/>
            <a:ext cx="3211" cy="129001"/>
          </a:xfrm>
          <a:custGeom>
            <a:avLst/>
            <a:gdLst/>
            <a:ahLst/>
            <a:cxnLst/>
            <a:rect l="l" t="t" r="r" b="b"/>
            <a:pathLst>
              <a:path w="3211" h="129001">
                <a:moveTo>
                  <a:pt x="0" y="0"/>
                </a:moveTo>
                <a:lnTo>
                  <a:pt x="0" y="666"/>
                </a:lnTo>
                <a:lnTo>
                  <a:pt x="70" y="1391"/>
                </a:lnTo>
                <a:lnTo>
                  <a:pt x="70" y="2116"/>
                </a:lnTo>
                <a:lnTo>
                  <a:pt x="70" y="2870"/>
                </a:lnTo>
                <a:lnTo>
                  <a:pt x="70" y="3595"/>
                </a:lnTo>
                <a:lnTo>
                  <a:pt x="144" y="4262"/>
                </a:lnTo>
                <a:lnTo>
                  <a:pt x="144" y="4987"/>
                </a:lnTo>
                <a:lnTo>
                  <a:pt x="144" y="5712"/>
                </a:lnTo>
                <a:lnTo>
                  <a:pt x="144" y="6437"/>
                </a:lnTo>
                <a:lnTo>
                  <a:pt x="144" y="7190"/>
                </a:lnTo>
                <a:lnTo>
                  <a:pt x="218" y="7857"/>
                </a:lnTo>
                <a:lnTo>
                  <a:pt x="218" y="8582"/>
                </a:lnTo>
                <a:lnTo>
                  <a:pt x="218" y="9307"/>
                </a:lnTo>
                <a:lnTo>
                  <a:pt x="218" y="10032"/>
                </a:lnTo>
                <a:lnTo>
                  <a:pt x="291" y="10699"/>
                </a:lnTo>
                <a:lnTo>
                  <a:pt x="291" y="11424"/>
                </a:lnTo>
                <a:lnTo>
                  <a:pt x="291" y="12178"/>
                </a:lnTo>
                <a:lnTo>
                  <a:pt x="291" y="12845"/>
                </a:lnTo>
                <a:lnTo>
                  <a:pt x="291" y="13569"/>
                </a:lnTo>
                <a:lnTo>
                  <a:pt x="365" y="14294"/>
                </a:lnTo>
                <a:lnTo>
                  <a:pt x="365" y="14961"/>
                </a:lnTo>
                <a:lnTo>
                  <a:pt x="365" y="15686"/>
                </a:lnTo>
                <a:lnTo>
                  <a:pt x="365" y="16411"/>
                </a:lnTo>
                <a:lnTo>
                  <a:pt x="436" y="17078"/>
                </a:lnTo>
                <a:lnTo>
                  <a:pt x="436" y="17832"/>
                </a:lnTo>
                <a:lnTo>
                  <a:pt x="436" y="18557"/>
                </a:lnTo>
                <a:lnTo>
                  <a:pt x="436" y="19224"/>
                </a:lnTo>
                <a:lnTo>
                  <a:pt x="436" y="19948"/>
                </a:lnTo>
                <a:lnTo>
                  <a:pt x="510" y="20615"/>
                </a:lnTo>
                <a:lnTo>
                  <a:pt x="510" y="21340"/>
                </a:lnTo>
                <a:lnTo>
                  <a:pt x="510" y="22007"/>
                </a:lnTo>
                <a:lnTo>
                  <a:pt x="510" y="22732"/>
                </a:lnTo>
                <a:lnTo>
                  <a:pt x="583" y="23399"/>
                </a:lnTo>
                <a:lnTo>
                  <a:pt x="583" y="24124"/>
                </a:lnTo>
                <a:lnTo>
                  <a:pt x="583" y="24878"/>
                </a:lnTo>
                <a:lnTo>
                  <a:pt x="583" y="25545"/>
                </a:lnTo>
                <a:lnTo>
                  <a:pt x="583" y="26269"/>
                </a:lnTo>
                <a:lnTo>
                  <a:pt x="657" y="26936"/>
                </a:lnTo>
                <a:lnTo>
                  <a:pt x="657" y="27595"/>
                </a:lnTo>
                <a:lnTo>
                  <a:pt x="657" y="28325"/>
                </a:lnTo>
                <a:lnTo>
                  <a:pt x="657" y="28989"/>
                </a:lnTo>
                <a:lnTo>
                  <a:pt x="657" y="29720"/>
                </a:lnTo>
                <a:lnTo>
                  <a:pt x="728" y="30387"/>
                </a:lnTo>
                <a:lnTo>
                  <a:pt x="728" y="31118"/>
                </a:lnTo>
                <a:lnTo>
                  <a:pt x="728" y="31782"/>
                </a:lnTo>
                <a:lnTo>
                  <a:pt x="728" y="32448"/>
                </a:lnTo>
                <a:lnTo>
                  <a:pt x="802" y="33179"/>
                </a:lnTo>
                <a:lnTo>
                  <a:pt x="802" y="33843"/>
                </a:lnTo>
                <a:lnTo>
                  <a:pt x="802" y="34577"/>
                </a:lnTo>
                <a:lnTo>
                  <a:pt x="802" y="35241"/>
                </a:lnTo>
                <a:lnTo>
                  <a:pt x="802" y="35905"/>
                </a:lnTo>
                <a:lnTo>
                  <a:pt x="875" y="36635"/>
                </a:lnTo>
                <a:lnTo>
                  <a:pt x="875" y="37302"/>
                </a:lnTo>
                <a:lnTo>
                  <a:pt x="875" y="37966"/>
                </a:lnTo>
                <a:lnTo>
                  <a:pt x="875" y="38697"/>
                </a:lnTo>
                <a:lnTo>
                  <a:pt x="949" y="39364"/>
                </a:lnTo>
                <a:lnTo>
                  <a:pt x="949" y="40028"/>
                </a:lnTo>
                <a:lnTo>
                  <a:pt x="949" y="40692"/>
                </a:lnTo>
                <a:lnTo>
                  <a:pt x="949" y="41425"/>
                </a:lnTo>
                <a:lnTo>
                  <a:pt x="949" y="42089"/>
                </a:lnTo>
                <a:lnTo>
                  <a:pt x="1020" y="42753"/>
                </a:lnTo>
                <a:lnTo>
                  <a:pt x="1020" y="43420"/>
                </a:lnTo>
                <a:lnTo>
                  <a:pt x="1020" y="44151"/>
                </a:lnTo>
                <a:lnTo>
                  <a:pt x="1020" y="44815"/>
                </a:lnTo>
                <a:lnTo>
                  <a:pt x="1093" y="45482"/>
                </a:lnTo>
                <a:lnTo>
                  <a:pt x="1093" y="46146"/>
                </a:lnTo>
                <a:lnTo>
                  <a:pt x="1093" y="46810"/>
                </a:lnTo>
                <a:lnTo>
                  <a:pt x="1093" y="47477"/>
                </a:lnTo>
                <a:lnTo>
                  <a:pt x="1093" y="48208"/>
                </a:lnTo>
                <a:lnTo>
                  <a:pt x="1167" y="48872"/>
                </a:lnTo>
                <a:lnTo>
                  <a:pt x="1167" y="49538"/>
                </a:lnTo>
                <a:lnTo>
                  <a:pt x="1167" y="50202"/>
                </a:lnTo>
                <a:lnTo>
                  <a:pt x="1167" y="50866"/>
                </a:lnTo>
                <a:lnTo>
                  <a:pt x="1241" y="51533"/>
                </a:lnTo>
                <a:lnTo>
                  <a:pt x="1241" y="52197"/>
                </a:lnTo>
                <a:lnTo>
                  <a:pt x="1241" y="52861"/>
                </a:lnTo>
                <a:lnTo>
                  <a:pt x="1241" y="53528"/>
                </a:lnTo>
                <a:lnTo>
                  <a:pt x="1241" y="54192"/>
                </a:lnTo>
                <a:lnTo>
                  <a:pt x="1312" y="54856"/>
                </a:lnTo>
                <a:lnTo>
                  <a:pt x="1312" y="55523"/>
                </a:lnTo>
                <a:lnTo>
                  <a:pt x="1312" y="56187"/>
                </a:lnTo>
                <a:lnTo>
                  <a:pt x="1312" y="56851"/>
                </a:lnTo>
                <a:lnTo>
                  <a:pt x="1385" y="57518"/>
                </a:lnTo>
                <a:lnTo>
                  <a:pt x="1385" y="58182"/>
                </a:lnTo>
                <a:lnTo>
                  <a:pt x="1385" y="58846"/>
                </a:lnTo>
                <a:lnTo>
                  <a:pt x="1385" y="59513"/>
                </a:lnTo>
                <a:lnTo>
                  <a:pt x="1385" y="60177"/>
                </a:lnTo>
                <a:lnTo>
                  <a:pt x="1459" y="60841"/>
                </a:lnTo>
                <a:lnTo>
                  <a:pt x="1459" y="61508"/>
                </a:lnTo>
                <a:lnTo>
                  <a:pt x="1459" y="62172"/>
                </a:lnTo>
                <a:lnTo>
                  <a:pt x="1459" y="62836"/>
                </a:lnTo>
                <a:lnTo>
                  <a:pt x="1459" y="63503"/>
                </a:lnTo>
                <a:lnTo>
                  <a:pt x="1533" y="64167"/>
                </a:lnTo>
                <a:lnTo>
                  <a:pt x="1533" y="64764"/>
                </a:lnTo>
                <a:lnTo>
                  <a:pt x="1533" y="65431"/>
                </a:lnTo>
                <a:lnTo>
                  <a:pt x="1533" y="66095"/>
                </a:lnTo>
                <a:lnTo>
                  <a:pt x="1607" y="66759"/>
                </a:lnTo>
                <a:lnTo>
                  <a:pt x="1607" y="67426"/>
                </a:lnTo>
                <a:lnTo>
                  <a:pt x="1607" y="68090"/>
                </a:lnTo>
                <a:lnTo>
                  <a:pt x="1607" y="68687"/>
                </a:lnTo>
                <a:lnTo>
                  <a:pt x="1607" y="69354"/>
                </a:lnTo>
                <a:lnTo>
                  <a:pt x="1677" y="70018"/>
                </a:lnTo>
                <a:lnTo>
                  <a:pt x="1677" y="70682"/>
                </a:lnTo>
                <a:lnTo>
                  <a:pt x="1677" y="71282"/>
                </a:lnTo>
                <a:lnTo>
                  <a:pt x="1677" y="71946"/>
                </a:lnTo>
                <a:lnTo>
                  <a:pt x="1751" y="72610"/>
                </a:lnTo>
                <a:lnTo>
                  <a:pt x="1751" y="73277"/>
                </a:lnTo>
                <a:lnTo>
                  <a:pt x="1751" y="73874"/>
                </a:lnTo>
                <a:lnTo>
                  <a:pt x="1751" y="74538"/>
                </a:lnTo>
                <a:lnTo>
                  <a:pt x="1751" y="75205"/>
                </a:lnTo>
                <a:lnTo>
                  <a:pt x="1825" y="75803"/>
                </a:lnTo>
                <a:lnTo>
                  <a:pt x="1825" y="76469"/>
                </a:lnTo>
                <a:lnTo>
                  <a:pt x="1825" y="77067"/>
                </a:lnTo>
                <a:lnTo>
                  <a:pt x="1825" y="77731"/>
                </a:lnTo>
                <a:lnTo>
                  <a:pt x="1899" y="78398"/>
                </a:lnTo>
                <a:lnTo>
                  <a:pt x="1899" y="78995"/>
                </a:lnTo>
                <a:lnTo>
                  <a:pt x="1899" y="79659"/>
                </a:lnTo>
                <a:lnTo>
                  <a:pt x="1899" y="80259"/>
                </a:lnTo>
                <a:lnTo>
                  <a:pt x="1899" y="80923"/>
                </a:lnTo>
                <a:lnTo>
                  <a:pt x="1969" y="81587"/>
                </a:lnTo>
                <a:lnTo>
                  <a:pt x="1969" y="82187"/>
                </a:lnTo>
                <a:lnTo>
                  <a:pt x="1969" y="82851"/>
                </a:lnTo>
                <a:lnTo>
                  <a:pt x="1969" y="83452"/>
                </a:lnTo>
                <a:lnTo>
                  <a:pt x="2043" y="84116"/>
                </a:lnTo>
                <a:lnTo>
                  <a:pt x="2043" y="84713"/>
                </a:lnTo>
                <a:lnTo>
                  <a:pt x="2043" y="85380"/>
                </a:lnTo>
                <a:lnTo>
                  <a:pt x="2043" y="85977"/>
                </a:lnTo>
                <a:lnTo>
                  <a:pt x="2043" y="86574"/>
                </a:lnTo>
                <a:lnTo>
                  <a:pt x="2117" y="87241"/>
                </a:lnTo>
                <a:lnTo>
                  <a:pt x="2117" y="87839"/>
                </a:lnTo>
                <a:lnTo>
                  <a:pt x="2117" y="88503"/>
                </a:lnTo>
                <a:lnTo>
                  <a:pt x="2117" y="89103"/>
                </a:lnTo>
                <a:lnTo>
                  <a:pt x="2191" y="89700"/>
                </a:lnTo>
                <a:lnTo>
                  <a:pt x="2191" y="90367"/>
                </a:lnTo>
                <a:lnTo>
                  <a:pt x="2191" y="90964"/>
                </a:lnTo>
                <a:lnTo>
                  <a:pt x="2191" y="91628"/>
                </a:lnTo>
                <a:lnTo>
                  <a:pt x="2191" y="92229"/>
                </a:lnTo>
                <a:lnTo>
                  <a:pt x="2261" y="92826"/>
                </a:lnTo>
                <a:lnTo>
                  <a:pt x="2261" y="93426"/>
                </a:lnTo>
                <a:lnTo>
                  <a:pt x="2261" y="94090"/>
                </a:lnTo>
                <a:lnTo>
                  <a:pt x="2261" y="94687"/>
                </a:lnTo>
                <a:lnTo>
                  <a:pt x="2261" y="95288"/>
                </a:lnTo>
                <a:lnTo>
                  <a:pt x="2335" y="95952"/>
                </a:lnTo>
                <a:lnTo>
                  <a:pt x="2335" y="96549"/>
                </a:lnTo>
                <a:lnTo>
                  <a:pt x="2335" y="97149"/>
                </a:lnTo>
                <a:lnTo>
                  <a:pt x="2335" y="97746"/>
                </a:lnTo>
                <a:lnTo>
                  <a:pt x="2409" y="98347"/>
                </a:lnTo>
                <a:lnTo>
                  <a:pt x="2409" y="99011"/>
                </a:lnTo>
                <a:lnTo>
                  <a:pt x="2409" y="99608"/>
                </a:lnTo>
                <a:lnTo>
                  <a:pt x="2409" y="100208"/>
                </a:lnTo>
                <a:lnTo>
                  <a:pt x="2409" y="100805"/>
                </a:lnTo>
                <a:lnTo>
                  <a:pt x="2483" y="101406"/>
                </a:lnTo>
                <a:lnTo>
                  <a:pt x="2483" y="102003"/>
                </a:lnTo>
                <a:lnTo>
                  <a:pt x="2483" y="102600"/>
                </a:lnTo>
                <a:lnTo>
                  <a:pt x="2483" y="103267"/>
                </a:lnTo>
                <a:lnTo>
                  <a:pt x="2553" y="103864"/>
                </a:lnTo>
                <a:lnTo>
                  <a:pt x="2553" y="104462"/>
                </a:lnTo>
                <a:lnTo>
                  <a:pt x="2553" y="105062"/>
                </a:lnTo>
                <a:lnTo>
                  <a:pt x="2553" y="105659"/>
                </a:lnTo>
                <a:lnTo>
                  <a:pt x="2553" y="106259"/>
                </a:lnTo>
                <a:lnTo>
                  <a:pt x="2627" y="106857"/>
                </a:lnTo>
                <a:lnTo>
                  <a:pt x="2627" y="107454"/>
                </a:lnTo>
                <a:lnTo>
                  <a:pt x="2627" y="108054"/>
                </a:lnTo>
                <a:lnTo>
                  <a:pt x="2627" y="108652"/>
                </a:lnTo>
                <a:lnTo>
                  <a:pt x="2701" y="109252"/>
                </a:lnTo>
                <a:lnTo>
                  <a:pt x="2701" y="109849"/>
                </a:lnTo>
                <a:lnTo>
                  <a:pt x="2701" y="110446"/>
                </a:lnTo>
                <a:lnTo>
                  <a:pt x="2701" y="111047"/>
                </a:lnTo>
                <a:lnTo>
                  <a:pt x="2701" y="111644"/>
                </a:lnTo>
                <a:lnTo>
                  <a:pt x="2774" y="112177"/>
                </a:lnTo>
                <a:lnTo>
                  <a:pt x="2774" y="112775"/>
                </a:lnTo>
                <a:lnTo>
                  <a:pt x="2774" y="113375"/>
                </a:lnTo>
                <a:lnTo>
                  <a:pt x="2774" y="113972"/>
                </a:lnTo>
                <a:lnTo>
                  <a:pt x="2848" y="114570"/>
                </a:lnTo>
                <a:lnTo>
                  <a:pt x="2848" y="115170"/>
                </a:lnTo>
                <a:lnTo>
                  <a:pt x="2848" y="115767"/>
                </a:lnTo>
                <a:lnTo>
                  <a:pt x="2848" y="116301"/>
                </a:lnTo>
                <a:lnTo>
                  <a:pt x="2848" y="116898"/>
                </a:lnTo>
                <a:lnTo>
                  <a:pt x="2919" y="117495"/>
                </a:lnTo>
                <a:lnTo>
                  <a:pt x="2919" y="118095"/>
                </a:lnTo>
                <a:lnTo>
                  <a:pt x="2919" y="118626"/>
                </a:lnTo>
                <a:lnTo>
                  <a:pt x="2919" y="119226"/>
                </a:lnTo>
                <a:lnTo>
                  <a:pt x="2993" y="119824"/>
                </a:lnTo>
                <a:lnTo>
                  <a:pt x="2993" y="120421"/>
                </a:lnTo>
                <a:lnTo>
                  <a:pt x="2993" y="120954"/>
                </a:lnTo>
                <a:lnTo>
                  <a:pt x="2993" y="121552"/>
                </a:lnTo>
                <a:lnTo>
                  <a:pt x="2993" y="122152"/>
                </a:lnTo>
                <a:lnTo>
                  <a:pt x="3066" y="122683"/>
                </a:lnTo>
                <a:lnTo>
                  <a:pt x="3066" y="123283"/>
                </a:lnTo>
                <a:lnTo>
                  <a:pt x="3066" y="123880"/>
                </a:lnTo>
                <a:lnTo>
                  <a:pt x="3066" y="124411"/>
                </a:lnTo>
                <a:lnTo>
                  <a:pt x="3066" y="125011"/>
                </a:lnTo>
                <a:lnTo>
                  <a:pt x="3140" y="125542"/>
                </a:lnTo>
                <a:lnTo>
                  <a:pt x="3140" y="126142"/>
                </a:lnTo>
                <a:lnTo>
                  <a:pt x="3140" y="126672"/>
                </a:lnTo>
                <a:lnTo>
                  <a:pt x="3140" y="127273"/>
                </a:lnTo>
                <a:lnTo>
                  <a:pt x="3211" y="127803"/>
                </a:lnTo>
                <a:lnTo>
                  <a:pt x="3211" y="128401"/>
                </a:lnTo>
                <a:lnTo>
                  <a:pt x="3211" y="12900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571785" y="3885441"/>
            <a:ext cx="3214" cy="92429"/>
          </a:xfrm>
          <a:custGeom>
            <a:avLst/>
            <a:gdLst/>
            <a:ahLst/>
            <a:cxnLst/>
            <a:rect l="l" t="t" r="r" b="b"/>
            <a:pathLst>
              <a:path w="3214" h="92429">
                <a:moveTo>
                  <a:pt x="0" y="0"/>
                </a:moveTo>
                <a:lnTo>
                  <a:pt x="0" y="530"/>
                </a:lnTo>
                <a:lnTo>
                  <a:pt x="0" y="1064"/>
                </a:lnTo>
                <a:lnTo>
                  <a:pt x="73" y="1661"/>
                </a:lnTo>
                <a:lnTo>
                  <a:pt x="73" y="2194"/>
                </a:lnTo>
                <a:lnTo>
                  <a:pt x="73" y="2792"/>
                </a:lnTo>
                <a:lnTo>
                  <a:pt x="73" y="3325"/>
                </a:lnTo>
                <a:lnTo>
                  <a:pt x="147" y="3923"/>
                </a:lnTo>
                <a:lnTo>
                  <a:pt x="147" y="4453"/>
                </a:lnTo>
                <a:lnTo>
                  <a:pt x="147" y="4987"/>
                </a:lnTo>
                <a:lnTo>
                  <a:pt x="147" y="5584"/>
                </a:lnTo>
                <a:lnTo>
                  <a:pt x="147" y="6118"/>
                </a:lnTo>
                <a:lnTo>
                  <a:pt x="221" y="6648"/>
                </a:lnTo>
                <a:lnTo>
                  <a:pt x="221" y="7248"/>
                </a:lnTo>
                <a:lnTo>
                  <a:pt x="221" y="7779"/>
                </a:lnTo>
                <a:lnTo>
                  <a:pt x="221" y="8313"/>
                </a:lnTo>
                <a:lnTo>
                  <a:pt x="291" y="8910"/>
                </a:lnTo>
                <a:lnTo>
                  <a:pt x="291" y="9440"/>
                </a:lnTo>
                <a:lnTo>
                  <a:pt x="291" y="9974"/>
                </a:lnTo>
                <a:lnTo>
                  <a:pt x="291" y="10505"/>
                </a:lnTo>
                <a:lnTo>
                  <a:pt x="291" y="11105"/>
                </a:lnTo>
                <a:lnTo>
                  <a:pt x="365" y="11635"/>
                </a:lnTo>
                <a:lnTo>
                  <a:pt x="365" y="12169"/>
                </a:lnTo>
                <a:lnTo>
                  <a:pt x="365" y="12700"/>
                </a:lnTo>
                <a:lnTo>
                  <a:pt x="365" y="13233"/>
                </a:lnTo>
                <a:lnTo>
                  <a:pt x="439" y="13764"/>
                </a:lnTo>
                <a:lnTo>
                  <a:pt x="439" y="14361"/>
                </a:lnTo>
                <a:lnTo>
                  <a:pt x="439" y="14895"/>
                </a:lnTo>
                <a:lnTo>
                  <a:pt x="439" y="15425"/>
                </a:lnTo>
                <a:lnTo>
                  <a:pt x="439" y="15959"/>
                </a:lnTo>
                <a:lnTo>
                  <a:pt x="513" y="16489"/>
                </a:lnTo>
                <a:lnTo>
                  <a:pt x="513" y="17023"/>
                </a:lnTo>
                <a:lnTo>
                  <a:pt x="513" y="17553"/>
                </a:lnTo>
                <a:lnTo>
                  <a:pt x="513" y="18087"/>
                </a:lnTo>
                <a:lnTo>
                  <a:pt x="583" y="18618"/>
                </a:lnTo>
                <a:lnTo>
                  <a:pt x="583" y="19151"/>
                </a:lnTo>
                <a:lnTo>
                  <a:pt x="583" y="19682"/>
                </a:lnTo>
                <a:lnTo>
                  <a:pt x="583" y="20215"/>
                </a:lnTo>
                <a:lnTo>
                  <a:pt x="583" y="20746"/>
                </a:lnTo>
                <a:lnTo>
                  <a:pt x="657" y="21279"/>
                </a:lnTo>
                <a:lnTo>
                  <a:pt x="657" y="21810"/>
                </a:lnTo>
                <a:lnTo>
                  <a:pt x="657" y="22341"/>
                </a:lnTo>
                <a:lnTo>
                  <a:pt x="657" y="22874"/>
                </a:lnTo>
                <a:lnTo>
                  <a:pt x="657" y="23405"/>
                </a:lnTo>
                <a:lnTo>
                  <a:pt x="731" y="23872"/>
                </a:lnTo>
                <a:lnTo>
                  <a:pt x="731" y="24402"/>
                </a:lnTo>
                <a:lnTo>
                  <a:pt x="731" y="24936"/>
                </a:lnTo>
                <a:lnTo>
                  <a:pt x="731" y="25466"/>
                </a:lnTo>
                <a:lnTo>
                  <a:pt x="805" y="26000"/>
                </a:lnTo>
                <a:lnTo>
                  <a:pt x="805" y="26530"/>
                </a:lnTo>
                <a:lnTo>
                  <a:pt x="805" y="26997"/>
                </a:lnTo>
                <a:lnTo>
                  <a:pt x="805" y="27528"/>
                </a:lnTo>
                <a:lnTo>
                  <a:pt x="805" y="28061"/>
                </a:lnTo>
                <a:lnTo>
                  <a:pt x="879" y="28592"/>
                </a:lnTo>
                <a:lnTo>
                  <a:pt x="879" y="29059"/>
                </a:lnTo>
                <a:lnTo>
                  <a:pt x="879" y="29589"/>
                </a:lnTo>
                <a:lnTo>
                  <a:pt x="879" y="30123"/>
                </a:lnTo>
                <a:lnTo>
                  <a:pt x="949" y="30587"/>
                </a:lnTo>
                <a:lnTo>
                  <a:pt x="949" y="31120"/>
                </a:lnTo>
                <a:lnTo>
                  <a:pt x="949" y="31651"/>
                </a:lnTo>
                <a:lnTo>
                  <a:pt x="949" y="32118"/>
                </a:lnTo>
                <a:lnTo>
                  <a:pt x="949" y="32648"/>
                </a:lnTo>
                <a:lnTo>
                  <a:pt x="1023" y="33115"/>
                </a:lnTo>
                <a:lnTo>
                  <a:pt x="1023" y="33646"/>
                </a:lnTo>
                <a:lnTo>
                  <a:pt x="1023" y="34179"/>
                </a:lnTo>
                <a:lnTo>
                  <a:pt x="1023" y="34643"/>
                </a:lnTo>
                <a:lnTo>
                  <a:pt x="1097" y="35177"/>
                </a:lnTo>
                <a:lnTo>
                  <a:pt x="1097" y="35641"/>
                </a:lnTo>
                <a:lnTo>
                  <a:pt x="1097" y="36174"/>
                </a:lnTo>
                <a:lnTo>
                  <a:pt x="1097" y="36638"/>
                </a:lnTo>
                <a:lnTo>
                  <a:pt x="1097" y="37172"/>
                </a:lnTo>
                <a:lnTo>
                  <a:pt x="1170" y="37636"/>
                </a:lnTo>
                <a:lnTo>
                  <a:pt x="1170" y="38169"/>
                </a:lnTo>
                <a:lnTo>
                  <a:pt x="1170" y="38633"/>
                </a:lnTo>
                <a:lnTo>
                  <a:pt x="1170" y="39167"/>
                </a:lnTo>
                <a:lnTo>
                  <a:pt x="1241" y="39631"/>
                </a:lnTo>
                <a:lnTo>
                  <a:pt x="1241" y="40097"/>
                </a:lnTo>
                <a:lnTo>
                  <a:pt x="1241" y="40628"/>
                </a:lnTo>
                <a:lnTo>
                  <a:pt x="1241" y="41095"/>
                </a:lnTo>
                <a:lnTo>
                  <a:pt x="1241" y="41559"/>
                </a:lnTo>
                <a:lnTo>
                  <a:pt x="1315" y="42092"/>
                </a:lnTo>
                <a:lnTo>
                  <a:pt x="1315" y="42556"/>
                </a:lnTo>
                <a:lnTo>
                  <a:pt x="1315" y="43023"/>
                </a:lnTo>
                <a:lnTo>
                  <a:pt x="1315" y="43554"/>
                </a:lnTo>
                <a:lnTo>
                  <a:pt x="1389" y="44021"/>
                </a:lnTo>
                <a:lnTo>
                  <a:pt x="1389" y="44484"/>
                </a:lnTo>
                <a:lnTo>
                  <a:pt x="1389" y="44951"/>
                </a:lnTo>
                <a:lnTo>
                  <a:pt x="1389" y="45482"/>
                </a:lnTo>
                <a:lnTo>
                  <a:pt x="1389" y="45949"/>
                </a:lnTo>
                <a:lnTo>
                  <a:pt x="1462" y="46413"/>
                </a:lnTo>
                <a:lnTo>
                  <a:pt x="1462" y="46880"/>
                </a:lnTo>
                <a:lnTo>
                  <a:pt x="1462" y="47343"/>
                </a:lnTo>
                <a:lnTo>
                  <a:pt x="1462" y="47810"/>
                </a:lnTo>
                <a:lnTo>
                  <a:pt x="1462" y="48341"/>
                </a:lnTo>
                <a:lnTo>
                  <a:pt x="1533" y="48808"/>
                </a:lnTo>
                <a:lnTo>
                  <a:pt x="1533" y="49272"/>
                </a:lnTo>
                <a:lnTo>
                  <a:pt x="1533" y="49738"/>
                </a:lnTo>
                <a:lnTo>
                  <a:pt x="1533" y="50205"/>
                </a:lnTo>
                <a:lnTo>
                  <a:pt x="1607" y="50669"/>
                </a:lnTo>
                <a:lnTo>
                  <a:pt x="1607" y="51136"/>
                </a:lnTo>
                <a:lnTo>
                  <a:pt x="1607" y="51600"/>
                </a:lnTo>
                <a:lnTo>
                  <a:pt x="1607" y="52067"/>
                </a:lnTo>
                <a:lnTo>
                  <a:pt x="1607" y="52531"/>
                </a:lnTo>
                <a:lnTo>
                  <a:pt x="1681" y="52998"/>
                </a:lnTo>
                <a:lnTo>
                  <a:pt x="1681" y="53461"/>
                </a:lnTo>
                <a:lnTo>
                  <a:pt x="1681" y="53928"/>
                </a:lnTo>
                <a:lnTo>
                  <a:pt x="1681" y="54392"/>
                </a:lnTo>
                <a:lnTo>
                  <a:pt x="1754" y="54859"/>
                </a:lnTo>
                <a:lnTo>
                  <a:pt x="1754" y="55256"/>
                </a:lnTo>
                <a:lnTo>
                  <a:pt x="1754" y="55723"/>
                </a:lnTo>
                <a:lnTo>
                  <a:pt x="1754" y="56190"/>
                </a:lnTo>
                <a:lnTo>
                  <a:pt x="1754" y="56654"/>
                </a:lnTo>
                <a:lnTo>
                  <a:pt x="1825" y="57121"/>
                </a:lnTo>
                <a:lnTo>
                  <a:pt x="1825" y="57585"/>
                </a:lnTo>
                <a:lnTo>
                  <a:pt x="1825" y="57985"/>
                </a:lnTo>
                <a:lnTo>
                  <a:pt x="1825" y="58449"/>
                </a:lnTo>
                <a:lnTo>
                  <a:pt x="1899" y="58916"/>
                </a:lnTo>
                <a:lnTo>
                  <a:pt x="1899" y="59379"/>
                </a:lnTo>
                <a:lnTo>
                  <a:pt x="1899" y="59780"/>
                </a:lnTo>
                <a:lnTo>
                  <a:pt x="1899" y="60244"/>
                </a:lnTo>
                <a:lnTo>
                  <a:pt x="1899" y="60710"/>
                </a:lnTo>
                <a:lnTo>
                  <a:pt x="1972" y="61177"/>
                </a:lnTo>
                <a:lnTo>
                  <a:pt x="1972" y="61574"/>
                </a:lnTo>
                <a:lnTo>
                  <a:pt x="1972" y="62041"/>
                </a:lnTo>
                <a:lnTo>
                  <a:pt x="1972" y="62505"/>
                </a:lnTo>
                <a:lnTo>
                  <a:pt x="2046" y="62905"/>
                </a:lnTo>
                <a:lnTo>
                  <a:pt x="2046" y="63369"/>
                </a:lnTo>
                <a:lnTo>
                  <a:pt x="2046" y="63769"/>
                </a:lnTo>
                <a:lnTo>
                  <a:pt x="2046" y="64233"/>
                </a:lnTo>
                <a:lnTo>
                  <a:pt x="2046" y="64633"/>
                </a:lnTo>
                <a:lnTo>
                  <a:pt x="2120" y="65100"/>
                </a:lnTo>
                <a:lnTo>
                  <a:pt x="2120" y="65564"/>
                </a:lnTo>
                <a:lnTo>
                  <a:pt x="2120" y="65964"/>
                </a:lnTo>
                <a:lnTo>
                  <a:pt x="2120" y="66428"/>
                </a:lnTo>
                <a:lnTo>
                  <a:pt x="2191" y="66828"/>
                </a:lnTo>
                <a:lnTo>
                  <a:pt x="2191" y="67226"/>
                </a:lnTo>
                <a:lnTo>
                  <a:pt x="2191" y="67693"/>
                </a:lnTo>
                <a:lnTo>
                  <a:pt x="2191" y="68093"/>
                </a:lnTo>
                <a:lnTo>
                  <a:pt x="2191" y="68557"/>
                </a:lnTo>
                <a:lnTo>
                  <a:pt x="2264" y="68957"/>
                </a:lnTo>
                <a:lnTo>
                  <a:pt x="2264" y="69354"/>
                </a:lnTo>
                <a:lnTo>
                  <a:pt x="2264" y="69821"/>
                </a:lnTo>
                <a:lnTo>
                  <a:pt x="2264" y="70218"/>
                </a:lnTo>
                <a:lnTo>
                  <a:pt x="2264" y="70685"/>
                </a:lnTo>
                <a:lnTo>
                  <a:pt x="2338" y="71085"/>
                </a:lnTo>
                <a:lnTo>
                  <a:pt x="2338" y="71482"/>
                </a:lnTo>
                <a:lnTo>
                  <a:pt x="2338" y="71882"/>
                </a:lnTo>
                <a:lnTo>
                  <a:pt x="2338" y="72346"/>
                </a:lnTo>
                <a:lnTo>
                  <a:pt x="2412" y="72746"/>
                </a:lnTo>
                <a:lnTo>
                  <a:pt x="2412" y="73147"/>
                </a:lnTo>
                <a:lnTo>
                  <a:pt x="2412" y="73544"/>
                </a:lnTo>
                <a:lnTo>
                  <a:pt x="2412" y="74011"/>
                </a:lnTo>
                <a:lnTo>
                  <a:pt x="2412" y="74408"/>
                </a:lnTo>
                <a:lnTo>
                  <a:pt x="2483" y="74808"/>
                </a:lnTo>
                <a:lnTo>
                  <a:pt x="2483" y="75205"/>
                </a:lnTo>
                <a:lnTo>
                  <a:pt x="2483" y="75605"/>
                </a:lnTo>
                <a:lnTo>
                  <a:pt x="2483" y="76006"/>
                </a:lnTo>
                <a:lnTo>
                  <a:pt x="2556" y="76403"/>
                </a:lnTo>
                <a:lnTo>
                  <a:pt x="2556" y="76803"/>
                </a:lnTo>
                <a:lnTo>
                  <a:pt x="2556" y="77200"/>
                </a:lnTo>
                <a:lnTo>
                  <a:pt x="2556" y="77667"/>
                </a:lnTo>
                <a:lnTo>
                  <a:pt x="2556" y="78067"/>
                </a:lnTo>
                <a:lnTo>
                  <a:pt x="2630" y="78464"/>
                </a:lnTo>
                <a:lnTo>
                  <a:pt x="2630" y="78865"/>
                </a:lnTo>
                <a:lnTo>
                  <a:pt x="2630" y="79262"/>
                </a:lnTo>
                <a:lnTo>
                  <a:pt x="2630" y="79662"/>
                </a:lnTo>
                <a:lnTo>
                  <a:pt x="2704" y="79995"/>
                </a:lnTo>
                <a:lnTo>
                  <a:pt x="2704" y="80393"/>
                </a:lnTo>
                <a:lnTo>
                  <a:pt x="2704" y="80793"/>
                </a:lnTo>
                <a:lnTo>
                  <a:pt x="2704" y="81190"/>
                </a:lnTo>
                <a:lnTo>
                  <a:pt x="2704" y="81590"/>
                </a:lnTo>
                <a:lnTo>
                  <a:pt x="2774" y="81990"/>
                </a:lnTo>
                <a:lnTo>
                  <a:pt x="2774" y="82387"/>
                </a:lnTo>
                <a:lnTo>
                  <a:pt x="2774" y="82788"/>
                </a:lnTo>
                <a:lnTo>
                  <a:pt x="2774" y="83121"/>
                </a:lnTo>
                <a:lnTo>
                  <a:pt x="2848" y="83518"/>
                </a:lnTo>
                <a:lnTo>
                  <a:pt x="2848" y="83918"/>
                </a:lnTo>
                <a:lnTo>
                  <a:pt x="2848" y="84316"/>
                </a:lnTo>
                <a:lnTo>
                  <a:pt x="2848" y="84716"/>
                </a:lnTo>
                <a:lnTo>
                  <a:pt x="2848" y="85049"/>
                </a:lnTo>
                <a:lnTo>
                  <a:pt x="2922" y="85446"/>
                </a:lnTo>
                <a:lnTo>
                  <a:pt x="2922" y="85847"/>
                </a:lnTo>
                <a:lnTo>
                  <a:pt x="2922" y="86177"/>
                </a:lnTo>
                <a:lnTo>
                  <a:pt x="2922" y="86577"/>
                </a:lnTo>
                <a:lnTo>
                  <a:pt x="2996" y="86977"/>
                </a:lnTo>
                <a:lnTo>
                  <a:pt x="2996" y="87308"/>
                </a:lnTo>
                <a:lnTo>
                  <a:pt x="2996" y="87708"/>
                </a:lnTo>
                <a:lnTo>
                  <a:pt x="2996" y="88042"/>
                </a:lnTo>
                <a:lnTo>
                  <a:pt x="2996" y="88439"/>
                </a:lnTo>
                <a:lnTo>
                  <a:pt x="3066" y="88839"/>
                </a:lnTo>
                <a:lnTo>
                  <a:pt x="3066" y="89170"/>
                </a:lnTo>
                <a:lnTo>
                  <a:pt x="3066" y="89570"/>
                </a:lnTo>
                <a:lnTo>
                  <a:pt x="3066" y="89903"/>
                </a:lnTo>
                <a:lnTo>
                  <a:pt x="3066" y="90300"/>
                </a:lnTo>
                <a:lnTo>
                  <a:pt x="3140" y="90634"/>
                </a:lnTo>
                <a:lnTo>
                  <a:pt x="3140" y="91034"/>
                </a:lnTo>
                <a:lnTo>
                  <a:pt x="3140" y="91364"/>
                </a:lnTo>
                <a:lnTo>
                  <a:pt x="3140" y="91698"/>
                </a:lnTo>
                <a:lnTo>
                  <a:pt x="3214" y="92098"/>
                </a:lnTo>
                <a:lnTo>
                  <a:pt x="3214" y="9242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575000" y="3977871"/>
            <a:ext cx="3214" cy="47944"/>
          </a:xfrm>
          <a:custGeom>
            <a:avLst/>
            <a:gdLst/>
            <a:ahLst/>
            <a:cxnLst/>
            <a:rect l="l" t="t" r="r" b="b"/>
            <a:pathLst>
              <a:path w="3214" h="47944">
                <a:moveTo>
                  <a:pt x="0" y="0"/>
                </a:moveTo>
                <a:lnTo>
                  <a:pt x="0" y="400"/>
                </a:lnTo>
                <a:lnTo>
                  <a:pt x="0" y="730"/>
                </a:lnTo>
                <a:lnTo>
                  <a:pt x="0" y="1064"/>
                </a:lnTo>
                <a:lnTo>
                  <a:pt x="73" y="1464"/>
                </a:lnTo>
                <a:lnTo>
                  <a:pt x="73" y="1794"/>
                </a:lnTo>
                <a:lnTo>
                  <a:pt x="73" y="2128"/>
                </a:lnTo>
                <a:lnTo>
                  <a:pt x="73" y="2528"/>
                </a:lnTo>
                <a:lnTo>
                  <a:pt x="147" y="2858"/>
                </a:lnTo>
                <a:lnTo>
                  <a:pt x="147" y="3192"/>
                </a:lnTo>
                <a:lnTo>
                  <a:pt x="147" y="3525"/>
                </a:lnTo>
                <a:lnTo>
                  <a:pt x="147" y="3856"/>
                </a:lnTo>
                <a:lnTo>
                  <a:pt x="147" y="4256"/>
                </a:lnTo>
                <a:lnTo>
                  <a:pt x="218" y="4589"/>
                </a:lnTo>
                <a:lnTo>
                  <a:pt x="218" y="4920"/>
                </a:lnTo>
                <a:lnTo>
                  <a:pt x="218" y="5253"/>
                </a:lnTo>
                <a:lnTo>
                  <a:pt x="218" y="5587"/>
                </a:lnTo>
                <a:lnTo>
                  <a:pt x="291" y="5917"/>
                </a:lnTo>
                <a:lnTo>
                  <a:pt x="291" y="6251"/>
                </a:lnTo>
                <a:lnTo>
                  <a:pt x="291" y="6584"/>
                </a:lnTo>
                <a:lnTo>
                  <a:pt x="291" y="6982"/>
                </a:lnTo>
                <a:lnTo>
                  <a:pt x="291" y="7315"/>
                </a:lnTo>
                <a:lnTo>
                  <a:pt x="365" y="7649"/>
                </a:lnTo>
                <a:lnTo>
                  <a:pt x="365" y="7979"/>
                </a:lnTo>
                <a:lnTo>
                  <a:pt x="365" y="8313"/>
                </a:lnTo>
                <a:lnTo>
                  <a:pt x="365" y="8579"/>
                </a:lnTo>
                <a:lnTo>
                  <a:pt x="439" y="8910"/>
                </a:lnTo>
                <a:lnTo>
                  <a:pt x="439" y="9243"/>
                </a:lnTo>
                <a:lnTo>
                  <a:pt x="439" y="9577"/>
                </a:lnTo>
                <a:lnTo>
                  <a:pt x="439" y="9907"/>
                </a:lnTo>
                <a:lnTo>
                  <a:pt x="439" y="10241"/>
                </a:lnTo>
                <a:lnTo>
                  <a:pt x="510" y="10574"/>
                </a:lnTo>
                <a:lnTo>
                  <a:pt x="510" y="10905"/>
                </a:lnTo>
                <a:lnTo>
                  <a:pt x="510" y="11238"/>
                </a:lnTo>
                <a:lnTo>
                  <a:pt x="510" y="11505"/>
                </a:lnTo>
                <a:lnTo>
                  <a:pt x="583" y="11835"/>
                </a:lnTo>
                <a:lnTo>
                  <a:pt x="583" y="12169"/>
                </a:lnTo>
                <a:lnTo>
                  <a:pt x="583" y="12502"/>
                </a:lnTo>
                <a:lnTo>
                  <a:pt x="583" y="12766"/>
                </a:lnTo>
                <a:lnTo>
                  <a:pt x="583" y="13100"/>
                </a:lnTo>
                <a:lnTo>
                  <a:pt x="657" y="13433"/>
                </a:lnTo>
                <a:lnTo>
                  <a:pt x="657" y="13764"/>
                </a:lnTo>
                <a:lnTo>
                  <a:pt x="657" y="14030"/>
                </a:lnTo>
                <a:lnTo>
                  <a:pt x="657" y="14364"/>
                </a:lnTo>
                <a:lnTo>
                  <a:pt x="657" y="14631"/>
                </a:lnTo>
                <a:lnTo>
                  <a:pt x="731" y="14961"/>
                </a:lnTo>
                <a:lnTo>
                  <a:pt x="731" y="15295"/>
                </a:lnTo>
                <a:lnTo>
                  <a:pt x="731" y="15561"/>
                </a:lnTo>
                <a:lnTo>
                  <a:pt x="731" y="15892"/>
                </a:lnTo>
                <a:lnTo>
                  <a:pt x="802" y="16159"/>
                </a:lnTo>
                <a:lnTo>
                  <a:pt x="802" y="16492"/>
                </a:lnTo>
                <a:lnTo>
                  <a:pt x="802" y="16756"/>
                </a:lnTo>
                <a:lnTo>
                  <a:pt x="802" y="17089"/>
                </a:lnTo>
                <a:lnTo>
                  <a:pt x="802" y="17356"/>
                </a:lnTo>
                <a:lnTo>
                  <a:pt x="875" y="17687"/>
                </a:lnTo>
                <a:lnTo>
                  <a:pt x="875" y="17954"/>
                </a:lnTo>
                <a:lnTo>
                  <a:pt x="875" y="18287"/>
                </a:lnTo>
                <a:lnTo>
                  <a:pt x="875" y="18554"/>
                </a:lnTo>
                <a:lnTo>
                  <a:pt x="949" y="18818"/>
                </a:lnTo>
                <a:lnTo>
                  <a:pt x="949" y="19151"/>
                </a:lnTo>
                <a:lnTo>
                  <a:pt x="949" y="19418"/>
                </a:lnTo>
                <a:lnTo>
                  <a:pt x="949" y="19682"/>
                </a:lnTo>
                <a:lnTo>
                  <a:pt x="949" y="20015"/>
                </a:lnTo>
                <a:lnTo>
                  <a:pt x="1023" y="20282"/>
                </a:lnTo>
                <a:lnTo>
                  <a:pt x="1023" y="20549"/>
                </a:lnTo>
                <a:lnTo>
                  <a:pt x="1023" y="20879"/>
                </a:lnTo>
                <a:lnTo>
                  <a:pt x="1023" y="21146"/>
                </a:lnTo>
                <a:lnTo>
                  <a:pt x="1093" y="21413"/>
                </a:lnTo>
                <a:lnTo>
                  <a:pt x="1093" y="21677"/>
                </a:lnTo>
                <a:lnTo>
                  <a:pt x="1093" y="21943"/>
                </a:lnTo>
                <a:lnTo>
                  <a:pt x="1093" y="22277"/>
                </a:lnTo>
                <a:lnTo>
                  <a:pt x="1093" y="22544"/>
                </a:lnTo>
                <a:lnTo>
                  <a:pt x="1167" y="22807"/>
                </a:lnTo>
                <a:lnTo>
                  <a:pt x="1167" y="23074"/>
                </a:lnTo>
                <a:lnTo>
                  <a:pt x="1167" y="23341"/>
                </a:lnTo>
                <a:lnTo>
                  <a:pt x="1167" y="23608"/>
                </a:lnTo>
                <a:lnTo>
                  <a:pt x="1241" y="23872"/>
                </a:lnTo>
                <a:lnTo>
                  <a:pt x="1241" y="24138"/>
                </a:lnTo>
                <a:lnTo>
                  <a:pt x="1241" y="24405"/>
                </a:lnTo>
                <a:lnTo>
                  <a:pt x="1241" y="24669"/>
                </a:lnTo>
                <a:lnTo>
                  <a:pt x="1241" y="24936"/>
                </a:lnTo>
                <a:lnTo>
                  <a:pt x="1315" y="25202"/>
                </a:lnTo>
                <a:lnTo>
                  <a:pt x="1315" y="25469"/>
                </a:lnTo>
                <a:lnTo>
                  <a:pt x="1315" y="25733"/>
                </a:lnTo>
                <a:lnTo>
                  <a:pt x="1315" y="26000"/>
                </a:lnTo>
                <a:lnTo>
                  <a:pt x="1389" y="26267"/>
                </a:lnTo>
                <a:lnTo>
                  <a:pt x="1389" y="26533"/>
                </a:lnTo>
                <a:lnTo>
                  <a:pt x="1389" y="26797"/>
                </a:lnTo>
                <a:lnTo>
                  <a:pt x="1389" y="27064"/>
                </a:lnTo>
                <a:lnTo>
                  <a:pt x="1389" y="27331"/>
                </a:lnTo>
                <a:lnTo>
                  <a:pt x="1459" y="27531"/>
                </a:lnTo>
                <a:lnTo>
                  <a:pt x="1459" y="27795"/>
                </a:lnTo>
                <a:lnTo>
                  <a:pt x="1459" y="28061"/>
                </a:lnTo>
                <a:lnTo>
                  <a:pt x="1459" y="28328"/>
                </a:lnTo>
                <a:lnTo>
                  <a:pt x="1459" y="28528"/>
                </a:lnTo>
                <a:lnTo>
                  <a:pt x="1533" y="28792"/>
                </a:lnTo>
                <a:lnTo>
                  <a:pt x="1533" y="29059"/>
                </a:lnTo>
                <a:lnTo>
                  <a:pt x="1533" y="29326"/>
                </a:lnTo>
                <a:lnTo>
                  <a:pt x="1533" y="29526"/>
                </a:lnTo>
                <a:lnTo>
                  <a:pt x="1607" y="29790"/>
                </a:lnTo>
                <a:lnTo>
                  <a:pt x="1607" y="29990"/>
                </a:lnTo>
                <a:lnTo>
                  <a:pt x="1607" y="30256"/>
                </a:lnTo>
                <a:lnTo>
                  <a:pt x="1607" y="30523"/>
                </a:lnTo>
                <a:lnTo>
                  <a:pt x="1607" y="30720"/>
                </a:lnTo>
                <a:lnTo>
                  <a:pt x="1681" y="30987"/>
                </a:lnTo>
                <a:lnTo>
                  <a:pt x="1681" y="31187"/>
                </a:lnTo>
                <a:lnTo>
                  <a:pt x="1681" y="31454"/>
                </a:lnTo>
                <a:lnTo>
                  <a:pt x="1681" y="31651"/>
                </a:lnTo>
                <a:lnTo>
                  <a:pt x="1751" y="31918"/>
                </a:lnTo>
                <a:lnTo>
                  <a:pt x="1751" y="32118"/>
                </a:lnTo>
                <a:lnTo>
                  <a:pt x="1751" y="32385"/>
                </a:lnTo>
                <a:lnTo>
                  <a:pt x="1751" y="32585"/>
                </a:lnTo>
                <a:lnTo>
                  <a:pt x="1751" y="32849"/>
                </a:lnTo>
                <a:lnTo>
                  <a:pt x="1825" y="33049"/>
                </a:lnTo>
                <a:lnTo>
                  <a:pt x="1825" y="33249"/>
                </a:lnTo>
                <a:lnTo>
                  <a:pt x="1825" y="33515"/>
                </a:lnTo>
                <a:lnTo>
                  <a:pt x="1825" y="33713"/>
                </a:lnTo>
                <a:lnTo>
                  <a:pt x="1899" y="33979"/>
                </a:lnTo>
                <a:lnTo>
                  <a:pt x="1899" y="34179"/>
                </a:lnTo>
                <a:lnTo>
                  <a:pt x="1899" y="34380"/>
                </a:lnTo>
                <a:lnTo>
                  <a:pt x="1899" y="34580"/>
                </a:lnTo>
                <a:lnTo>
                  <a:pt x="1899" y="34843"/>
                </a:lnTo>
                <a:lnTo>
                  <a:pt x="1972" y="35044"/>
                </a:lnTo>
                <a:lnTo>
                  <a:pt x="1972" y="35244"/>
                </a:lnTo>
                <a:lnTo>
                  <a:pt x="1972" y="35444"/>
                </a:lnTo>
                <a:lnTo>
                  <a:pt x="1972" y="35641"/>
                </a:lnTo>
                <a:lnTo>
                  <a:pt x="2043" y="35908"/>
                </a:lnTo>
                <a:lnTo>
                  <a:pt x="2043" y="36108"/>
                </a:lnTo>
                <a:lnTo>
                  <a:pt x="2043" y="36308"/>
                </a:lnTo>
                <a:lnTo>
                  <a:pt x="2043" y="36508"/>
                </a:lnTo>
                <a:lnTo>
                  <a:pt x="2043" y="36705"/>
                </a:lnTo>
                <a:lnTo>
                  <a:pt x="2117" y="36905"/>
                </a:lnTo>
                <a:lnTo>
                  <a:pt x="2117" y="37105"/>
                </a:lnTo>
                <a:lnTo>
                  <a:pt x="2117" y="37305"/>
                </a:lnTo>
                <a:lnTo>
                  <a:pt x="2117" y="37505"/>
                </a:lnTo>
                <a:lnTo>
                  <a:pt x="2191" y="37702"/>
                </a:lnTo>
                <a:lnTo>
                  <a:pt x="2191" y="37902"/>
                </a:lnTo>
                <a:lnTo>
                  <a:pt x="2191" y="38103"/>
                </a:lnTo>
                <a:lnTo>
                  <a:pt x="2191" y="38303"/>
                </a:lnTo>
                <a:lnTo>
                  <a:pt x="2191" y="38503"/>
                </a:lnTo>
                <a:lnTo>
                  <a:pt x="2264" y="38700"/>
                </a:lnTo>
                <a:lnTo>
                  <a:pt x="2264" y="38900"/>
                </a:lnTo>
                <a:lnTo>
                  <a:pt x="2264" y="39100"/>
                </a:lnTo>
                <a:lnTo>
                  <a:pt x="2264" y="39300"/>
                </a:lnTo>
                <a:lnTo>
                  <a:pt x="2264" y="39433"/>
                </a:lnTo>
                <a:lnTo>
                  <a:pt x="2335" y="39631"/>
                </a:lnTo>
                <a:lnTo>
                  <a:pt x="2335" y="39831"/>
                </a:lnTo>
                <a:lnTo>
                  <a:pt x="2335" y="40031"/>
                </a:lnTo>
                <a:lnTo>
                  <a:pt x="2335" y="40231"/>
                </a:lnTo>
                <a:lnTo>
                  <a:pt x="2409" y="40364"/>
                </a:lnTo>
                <a:lnTo>
                  <a:pt x="2409" y="40564"/>
                </a:lnTo>
                <a:lnTo>
                  <a:pt x="2409" y="40761"/>
                </a:lnTo>
                <a:lnTo>
                  <a:pt x="2409" y="40895"/>
                </a:lnTo>
                <a:lnTo>
                  <a:pt x="2409" y="41095"/>
                </a:lnTo>
                <a:lnTo>
                  <a:pt x="2483" y="41295"/>
                </a:lnTo>
                <a:lnTo>
                  <a:pt x="2483" y="41428"/>
                </a:lnTo>
                <a:lnTo>
                  <a:pt x="2483" y="41626"/>
                </a:lnTo>
                <a:lnTo>
                  <a:pt x="2483" y="41826"/>
                </a:lnTo>
                <a:lnTo>
                  <a:pt x="2556" y="41959"/>
                </a:lnTo>
                <a:lnTo>
                  <a:pt x="2556" y="42159"/>
                </a:lnTo>
                <a:lnTo>
                  <a:pt x="2556" y="42292"/>
                </a:lnTo>
                <a:lnTo>
                  <a:pt x="2556" y="42492"/>
                </a:lnTo>
                <a:lnTo>
                  <a:pt x="2556" y="42623"/>
                </a:lnTo>
                <a:lnTo>
                  <a:pt x="2630" y="42823"/>
                </a:lnTo>
                <a:lnTo>
                  <a:pt x="2630" y="42956"/>
                </a:lnTo>
                <a:lnTo>
                  <a:pt x="2630" y="43156"/>
                </a:lnTo>
                <a:lnTo>
                  <a:pt x="2630" y="43290"/>
                </a:lnTo>
                <a:lnTo>
                  <a:pt x="2701" y="43490"/>
                </a:lnTo>
                <a:lnTo>
                  <a:pt x="2701" y="43620"/>
                </a:lnTo>
                <a:lnTo>
                  <a:pt x="2701" y="43754"/>
                </a:lnTo>
                <a:lnTo>
                  <a:pt x="2701" y="43954"/>
                </a:lnTo>
                <a:lnTo>
                  <a:pt x="2701" y="44087"/>
                </a:lnTo>
                <a:lnTo>
                  <a:pt x="2774" y="44221"/>
                </a:lnTo>
                <a:lnTo>
                  <a:pt x="2774" y="44421"/>
                </a:lnTo>
                <a:lnTo>
                  <a:pt x="2774" y="44554"/>
                </a:lnTo>
                <a:lnTo>
                  <a:pt x="2774" y="44685"/>
                </a:lnTo>
                <a:lnTo>
                  <a:pt x="2848" y="44818"/>
                </a:lnTo>
                <a:lnTo>
                  <a:pt x="2848" y="45018"/>
                </a:lnTo>
                <a:lnTo>
                  <a:pt x="2848" y="45151"/>
                </a:lnTo>
                <a:lnTo>
                  <a:pt x="2848" y="45285"/>
                </a:lnTo>
                <a:lnTo>
                  <a:pt x="2848" y="45418"/>
                </a:lnTo>
                <a:lnTo>
                  <a:pt x="2922" y="45552"/>
                </a:lnTo>
                <a:lnTo>
                  <a:pt x="2922" y="45749"/>
                </a:lnTo>
                <a:lnTo>
                  <a:pt x="2922" y="45882"/>
                </a:lnTo>
                <a:lnTo>
                  <a:pt x="2922" y="46015"/>
                </a:lnTo>
                <a:lnTo>
                  <a:pt x="2993" y="46149"/>
                </a:lnTo>
                <a:lnTo>
                  <a:pt x="2993" y="46282"/>
                </a:lnTo>
                <a:lnTo>
                  <a:pt x="2993" y="46416"/>
                </a:lnTo>
                <a:lnTo>
                  <a:pt x="2993" y="46549"/>
                </a:lnTo>
                <a:lnTo>
                  <a:pt x="2993" y="46679"/>
                </a:lnTo>
                <a:lnTo>
                  <a:pt x="3066" y="46813"/>
                </a:lnTo>
                <a:lnTo>
                  <a:pt x="3066" y="46946"/>
                </a:lnTo>
                <a:lnTo>
                  <a:pt x="3066" y="47080"/>
                </a:lnTo>
                <a:lnTo>
                  <a:pt x="3066" y="47213"/>
                </a:lnTo>
                <a:lnTo>
                  <a:pt x="3066" y="47346"/>
                </a:lnTo>
                <a:lnTo>
                  <a:pt x="3140" y="47480"/>
                </a:lnTo>
                <a:lnTo>
                  <a:pt x="3140" y="47610"/>
                </a:lnTo>
                <a:lnTo>
                  <a:pt x="3140" y="47810"/>
                </a:lnTo>
                <a:lnTo>
                  <a:pt x="3214" y="4794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578214" y="4025217"/>
            <a:ext cx="3140" cy="6448"/>
          </a:xfrm>
          <a:custGeom>
            <a:avLst/>
            <a:gdLst/>
            <a:ahLst/>
            <a:cxnLst/>
            <a:rect l="l" t="t" r="r" b="b"/>
            <a:pathLst>
              <a:path w="3140" h="6448">
                <a:moveTo>
                  <a:pt x="0" y="597"/>
                </a:moveTo>
                <a:lnTo>
                  <a:pt x="0" y="730"/>
                </a:lnTo>
                <a:lnTo>
                  <a:pt x="0" y="864"/>
                </a:lnTo>
                <a:lnTo>
                  <a:pt x="0" y="1064"/>
                </a:lnTo>
                <a:lnTo>
                  <a:pt x="70" y="1197"/>
                </a:lnTo>
                <a:lnTo>
                  <a:pt x="70" y="1327"/>
                </a:lnTo>
                <a:lnTo>
                  <a:pt x="70" y="1528"/>
                </a:lnTo>
                <a:lnTo>
                  <a:pt x="144" y="1661"/>
                </a:lnTo>
                <a:lnTo>
                  <a:pt x="144" y="1861"/>
                </a:lnTo>
                <a:lnTo>
                  <a:pt x="144" y="2061"/>
                </a:lnTo>
                <a:lnTo>
                  <a:pt x="218" y="2194"/>
                </a:lnTo>
                <a:lnTo>
                  <a:pt x="218" y="2392"/>
                </a:lnTo>
                <a:lnTo>
                  <a:pt x="291" y="2592"/>
                </a:lnTo>
                <a:lnTo>
                  <a:pt x="291" y="2792"/>
                </a:lnTo>
                <a:lnTo>
                  <a:pt x="291" y="2925"/>
                </a:lnTo>
                <a:lnTo>
                  <a:pt x="362" y="3059"/>
                </a:lnTo>
                <a:lnTo>
                  <a:pt x="362" y="3256"/>
                </a:lnTo>
                <a:lnTo>
                  <a:pt x="436" y="3389"/>
                </a:lnTo>
                <a:lnTo>
                  <a:pt x="436" y="3589"/>
                </a:lnTo>
                <a:lnTo>
                  <a:pt x="436" y="3723"/>
                </a:lnTo>
                <a:lnTo>
                  <a:pt x="510" y="3923"/>
                </a:lnTo>
                <a:lnTo>
                  <a:pt x="510" y="4056"/>
                </a:lnTo>
                <a:lnTo>
                  <a:pt x="583" y="4189"/>
                </a:lnTo>
                <a:lnTo>
                  <a:pt x="583" y="4387"/>
                </a:lnTo>
                <a:lnTo>
                  <a:pt x="657" y="4520"/>
                </a:lnTo>
                <a:lnTo>
                  <a:pt x="657" y="4653"/>
                </a:lnTo>
                <a:lnTo>
                  <a:pt x="657" y="4787"/>
                </a:lnTo>
                <a:lnTo>
                  <a:pt x="728" y="4920"/>
                </a:lnTo>
                <a:lnTo>
                  <a:pt x="802" y="5053"/>
                </a:lnTo>
                <a:lnTo>
                  <a:pt x="802" y="5187"/>
                </a:lnTo>
                <a:lnTo>
                  <a:pt x="802" y="5317"/>
                </a:lnTo>
                <a:lnTo>
                  <a:pt x="875" y="5451"/>
                </a:lnTo>
                <a:lnTo>
                  <a:pt x="949" y="5584"/>
                </a:lnTo>
                <a:lnTo>
                  <a:pt x="949" y="5717"/>
                </a:lnTo>
                <a:lnTo>
                  <a:pt x="1020" y="5851"/>
                </a:lnTo>
                <a:lnTo>
                  <a:pt x="1093" y="5984"/>
                </a:lnTo>
                <a:lnTo>
                  <a:pt x="1167" y="6118"/>
                </a:lnTo>
                <a:lnTo>
                  <a:pt x="1241" y="6248"/>
                </a:lnTo>
                <a:lnTo>
                  <a:pt x="1312" y="6381"/>
                </a:lnTo>
                <a:lnTo>
                  <a:pt x="1459" y="6448"/>
                </a:lnTo>
                <a:lnTo>
                  <a:pt x="1459" y="6448"/>
                </a:lnTo>
                <a:lnTo>
                  <a:pt x="1604" y="6448"/>
                </a:lnTo>
                <a:lnTo>
                  <a:pt x="1751" y="6381"/>
                </a:lnTo>
                <a:lnTo>
                  <a:pt x="1825" y="6248"/>
                </a:lnTo>
                <a:lnTo>
                  <a:pt x="1899" y="6118"/>
                </a:lnTo>
                <a:lnTo>
                  <a:pt x="1969" y="5984"/>
                </a:lnTo>
                <a:lnTo>
                  <a:pt x="2043" y="5851"/>
                </a:lnTo>
                <a:lnTo>
                  <a:pt x="2043" y="5717"/>
                </a:lnTo>
                <a:lnTo>
                  <a:pt x="2117" y="5584"/>
                </a:lnTo>
                <a:lnTo>
                  <a:pt x="2191" y="5451"/>
                </a:lnTo>
                <a:lnTo>
                  <a:pt x="2191" y="5317"/>
                </a:lnTo>
                <a:lnTo>
                  <a:pt x="2261" y="5187"/>
                </a:lnTo>
                <a:lnTo>
                  <a:pt x="2261" y="5053"/>
                </a:lnTo>
                <a:lnTo>
                  <a:pt x="2335" y="4920"/>
                </a:lnTo>
                <a:lnTo>
                  <a:pt x="2335" y="4787"/>
                </a:lnTo>
                <a:lnTo>
                  <a:pt x="2409" y="4653"/>
                </a:lnTo>
                <a:lnTo>
                  <a:pt x="2409" y="4520"/>
                </a:lnTo>
                <a:lnTo>
                  <a:pt x="2483" y="4387"/>
                </a:lnTo>
                <a:lnTo>
                  <a:pt x="2483" y="4253"/>
                </a:lnTo>
                <a:lnTo>
                  <a:pt x="2483" y="4123"/>
                </a:lnTo>
                <a:lnTo>
                  <a:pt x="2553" y="3989"/>
                </a:lnTo>
                <a:lnTo>
                  <a:pt x="2553" y="3856"/>
                </a:lnTo>
                <a:lnTo>
                  <a:pt x="2553" y="3723"/>
                </a:lnTo>
                <a:lnTo>
                  <a:pt x="2627" y="3589"/>
                </a:lnTo>
                <a:lnTo>
                  <a:pt x="2627" y="3389"/>
                </a:lnTo>
                <a:lnTo>
                  <a:pt x="2701" y="3256"/>
                </a:lnTo>
                <a:lnTo>
                  <a:pt x="2701" y="3125"/>
                </a:lnTo>
                <a:lnTo>
                  <a:pt x="2701" y="2992"/>
                </a:lnTo>
                <a:lnTo>
                  <a:pt x="2774" y="2858"/>
                </a:lnTo>
                <a:lnTo>
                  <a:pt x="2774" y="2658"/>
                </a:lnTo>
                <a:lnTo>
                  <a:pt x="2845" y="2458"/>
                </a:lnTo>
                <a:lnTo>
                  <a:pt x="2845" y="2258"/>
                </a:lnTo>
                <a:lnTo>
                  <a:pt x="2845" y="2061"/>
                </a:lnTo>
                <a:lnTo>
                  <a:pt x="2919" y="1861"/>
                </a:lnTo>
                <a:lnTo>
                  <a:pt x="2919" y="1728"/>
                </a:lnTo>
                <a:lnTo>
                  <a:pt x="2993" y="1528"/>
                </a:lnTo>
                <a:lnTo>
                  <a:pt x="2993" y="1394"/>
                </a:lnTo>
                <a:lnTo>
                  <a:pt x="2993" y="1197"/>
                </a:lnTo>
                <a:lnTo>
                  <a:pt x="2993" y="1064"/>
                </a:lnTo>
                <a:lnTo>
                  <a:pt x="3066" y="864"/>
                </a:lnTo>
                <a:lnTo>
                  <a:pt x="3066" y="730"/>
                </a:lnTo>
                <a:lnTo>
                  <a:pt x="3066" y="597"/>
                </a:lnTo>
                <a:lnTo>
                  <a:pt x="3066" y="463"/>
                </a:lnTo>
                <a:lnTo>
                  <a:pt x="3140" y="263"/>
                </a:lnTo>
                <a:lnTo>
                  <a:pt x="3140" y="133"/>
                </a:lnTo>
                <a:lnTo>
                  <a:pt x="3140" y="0"/>
                </a:lnTo>
              </a:path>
            </a:pathLst>
          </a:custGeom>
          <a:ln w="4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581355" y="3976476"/>
            <a:ext cx="3211" cy="48741"/>
          </a:xfrm>
          <a:custGeom>
            <a:avLst/>
            <a:gdLst/>
            <a:ahLst/>
            <a:cxnLst/>
            <a:rect l="l" t="t" r="r" b="b"/>
            <a:pathLst>
              <a:path w="3211" h="48741">
                <a:moveTo>
                  <a:pt x="0" y="48741"/>
                </a:moveTo>
                <a:lnTo>
                  <a:pt x="70" y="48608"/>
                </a:lnTo>
                <a:lnTo>
                  <a:pt x="70" y="48474"/>
                </a:lnTo>
                <a:lnTo>
                  <a:pt x="70" y="48341"/>
                </a:lnTo>
                <a:lnTo>
                  <a:pt x="70" y="48208"/>
                </a:lnTo>
                <a:lnTo>
                  <a:pt x="70" y="48074"/>
                </a:lnTo>
                <a:lnTo>
                  <a:pt x="144" y="47944"/>
                </a:lnTo>
                <a:lnTo>
                  <a:pt x="144" y="47810"/>
                </a:lnTo>
                <a:lnTo>
                  <a:pt x="144" y="47677"/>
                </a:lnTo>
                <a:lnTo>
                  <a:pt x="144" y="47544"/>
                </a:lnTo>
                <a:lnTo>
                  <a:pt x="218" y="47410"/>
                </a:lnTo>
                <a:lnTo>
                  <a:pt x="218" y="47277"/>
                </a:lnTo>
                <a:lnTo>
                  <a:pt x="218" y="47143"/>
                </a:lnTo>
                <a:lnTo>
                  <a:pt x="218" y="47010"/>
                </a:lnTo>
                <a:lnTo>
                  <a:pt x="218" y="46880"/>
                </a:lnTo>
                <a:lnTo>
                  <a:pt x="291" y="46746"/>
                </a:lnTo>
                <a:lnTo>
                  <a:pt x="291" y="46546"/>
                </a:lnTo>
                <a:lnTo>
                  <a:pt x="291" y="46413"/>
                </a:lnTo>
                <a:lnTo>
                  <a:pt x="291" y="46279"/>
                </a:lnTo>
                <a:lnTo>
                  <a:pt x="362" y="46146"/>
                </a:lnTo>
                <a:lnTo>
                  <a:pt x="362" y="45949"/>
                </a:lnTo>
                <a:lnTo>
                  <a:pt x="362" y="45815"/>
                </a:lnTo>
                <a:lnTo>
                  <a:pt x="362" y="45682"/>
                </a:lnTo>
                <a:lnTo>
                  <a:pt x="362" y="45549"/>
                </a:lnTo>
                <a:lnTo>
                  <a:pt x="436" y="45349"/>
                </a:lnTo>
                <a:lnTo>
                  <a:pt x="436" y="45215"/>
                </a:lnTo>
                <a:lnTo>
                  <a:pt x="436" y="45082"/>
                </a:lnTo>
                <a:lnTo>
                  <a:pt x="436" y="44885"/>
                </a:lnTo>
                <a:lnTo>
                  <a:pt x="510" y="44751"/>
                </a:lnTo>
                <a:lnTo>
                  <a:pt x="510" y="44551"/>
                </a:lnTo>
                <a:lnTo>
                  <a:pt x="510" y="44418"/>
                </a:lnTo>
                <a:lnTo>
                  <a:pt x="510" y="44218"/>
                </a:lnTo>
                <a:lnTo>
                  <a:pt x="510" y="44084"/>
                </a:lnTo>
                <a:lnTo>
                  <a:pt x="583" y="43887"/>
                </a:lnTo>
                <a:lnTo>
                  <a:pt x="583" y="43754"/>
                </a:lnTo>
                <a:lnTo>
                  <a:pt x="583" y="43554"/>
                </a:lnTo>
                <a:lnTo>
                  <a:pt x="583" y="43420"/>
                </a:lnTo>
                <a:lnTo>
                  <a:pt x="654" y="43220"/>
                </a:lnTo>
                <a:lnTo>
                  <a:pt x="654" y="43087"/>
                </a:lnTo>
                <a:lnTo>
                  <a:pt x="654" y="42890"/>
                </a:lnTo>
                <a:lnTo>
                  <a:pt x="654" y="42756"/>
                </a:lnTo>
                <a:lnTo>
                  <a:pt x="654" y="42556"/>
                </a:lnTo>
                <a:lnTo>
                  <a:pt x="728" y="42356"/>
                </a:lnTo>
                <a:lnTo>
                  <a:pt x="728" y="42223"/>
                </a:lnTo>
                <a:lnTo>
                  <a:pt x="728" y="42023"/>
                </a:lnTo>
                <a:lnTo>
                  <a:pt x="728" y="41826"/>
                </a:lnTo>
                <a:lnTo>
                  <a:pt x="728" y="41626"/>
                </a:lnTo>
                <a:lnTo>
                  <a:pt x="802" y="41492"/>
                </a:lnTo>
                <a:lnTo>
                  <a:pt x="802" y="41292"/>
                </a:lnTo>
                <a:lnTo>
                  <a:pt x="802" y="41092"/>
                </a:lnTo>
                <a:lnTo>
                  <a:pt x="802" y="40895"/>
                </a:lnTo>
                <a:lnTo>
                  <a:pt x="875" y="40695"/>
                </a:lnTo>
                <a:lnTo>
                  <a:pt x="875" y="40561"/>
                </a:lnTo>
                <a:lnTo>
                  <a:pt x="875" y="40361"/>
                </a:lnTo>
                <a:lnTo>
                  <a:pt x="875" y="40161"/>
                </a:lnTo>
                <a:lnTo>
                  <a:pt x="875" y="39964"/>
                </a:lnTo>
                <a:lnTo>
                  <a:pt x="946" y="39764"/>
                </a:lnTo>
                <a:lnTo>
                  <a:pt x="946" y="39564"/>
                </a:lnTo>
                <a:lnTo>
                  <a:pt x="946" y="39364"/>
                </a:lnTo>
                <a:lnTo>
                  <a:pt x="946" y="39164"/>
                </a:lnTo>
                <a:lnTo>
                  <a:pt x="1020" y="38964"/>
                </a:lnTo>
                <a:lnTo>
                  <a:pt x="1020" y="38767"/>
                </a:lnTo>
                <a:lnTo>
                  <a:pt x="1020" y="38566"/>
                </a:lnTo>
                <a:lnTo>
                  <a:pt x="1020" y="38366"/>
                </a:lnTo>
                <a:lnTo>
                  <a:pt x="1020" y="38166"/>
                </a:lnTo>
                <a:lnTo>
                  <a:pt x="1093" y="37969"/>
                </a:lnTo>
                <a:lnTo>
                  <a:pt x="1093" y="37769"/>
                </a:lnTo>
                <a:lnTo>
                  <a:pt x="1093" y="37569"/>
                </a:lnTo>
                <a:lnTo>
                  <a:pt x="1093" y="37369"/>
                </a:lnTo>
                <a:lnTo>
                  <a:pt x="1167" y="37169"/>
                </a:lnTo>
                <a:lnTo>
                  <a:pt x="1167" y="36972"/>
                </a:lnTo>
                <a:lnTo>
                  <a:pt x="1167" y="36705"/>
                </a:lnTo>
                <a:lnTo>
                  <a:pt x="1167" y="36505"/>
                </a:lnTo>
                <a:lnTo>
                  <a:pt x="1167" y="36305"/>
                </a:lnTo>
                <a:lnTo>
                  <a:pt x="1241" y="36105"/>
                </a:lnTo>
                <a:lnTo>
                  <a:pt x="1241" y="35841"/>
                </a:lnTo>
                <a:lnTo>
                  <a:pt x="1241" y="35641"/>
                </a:lnTo>
                <a:lnTo>
                  <a:pt x="1241" y="35441"/>
                </a:lnTo>
                <a:lnTo>
                  <a:pt x="1312" y="35241"/>
                </a:lnTo>
                <a:lnTo>
                  <a:pt x="1312" y="34977"/>
                </a:lnTo>
                <a:lnTo>
                  <a:pt x="1312" y="34777"/>
                </a:lnTo>
                <a:lnTo>
                  <a:pt x="1312" y="34577"/>
                </a:lnTo>
                <a:lnTo>
                  <a:pt x="1312" y="34310"/>
                </a:lnTo>
                <a:lnTo>
                  <a:pt x="1385" y="34110"/>
                </a:lnTo>
                <a:lnTo>
                  <a:pt x="1385" y="33846"/>
                </a:lnTo>
                <a:lnTo>
                  <a:pt x="1385" y="33646"/>
                </a:lnTo>
                <a:lnTo>
                  <a:pt x="1385" y="33379"/>
                </a:lnTo>
                <a:lnTo>
                  <a:pt x="1459" y="33179"/>
                </a:lnTo>
                <a:lnTo>
                  <a:pt x="1459" y="32982"/>
                </a:lnTo>
                <a:lnTo>
                  <a:pt x="1459" y="32715"/>
                </a:lnTo>
                <a:lnTo>
                  <a:pt x="1459" y="32515"/>
                </a:lnTo>
                <a:lnTo>
                  <a:pt x="1459" y="32248"/>
                </a:lnTo>
                <a:lnTo>
                  <a:pt x="1533" y="31984"/>
                </a:lnTo>
                <a:lnTo>
                  <a:pt x="1533" y="31784"/>
                </a:lnTo>
                <a:lnTo>
                  <a:pt x="1533" y="31518"/>
                </a:lnTo>
                <a:lnTo>
                  <a:pt x="1533" y="31318"/>
                </a:lnTo>
                <a:lnTo>
                  <a:pt x="1533" y="31051"/>
                </a:lnTo>
                <a:lnTo>
                  <a:pt x="1604" y="30787"/>
                </a:lnTo>
                <a:lnTo>
                  <a:pt x="1604" y="30587"/>
                </a:lnTo>
                <a:lnTo>
                  <a:pt x="1604" y="30320"/>
                </a:lnTo>
                <a:lnTo>
                  <a:pt x="1604" y="30053"/>
                </a:lnTo>
                <a:lnTo>
                  <a:pt x="1677" y="29856"/>
                </a:lnTo>
                <a:lnTo>
                  <a:pt x="1677" y="29589"/>
                </a:lnTo>
                <a:lnTo>
                  <a:pt x="1677" y="29323"/>
                </a:lnTo>
                <a:lnTo>
                  <a:pt x="1677" y="29056"/>
                </a:lnTo>
                <a:lnTo>
                  <a:pt x="1677" y="28859"/>
                </a:lnTo>
                <a:lnTo>
                  <a:pt x="1751" y="28592"/>
                </a:lnTo>
                <a:lnTo>
                  <a:pt x="1751" y="28325"/>
                </a:lnTo>
                <a:lnTo>
                  <a:pt x="1751" y="28058"/>
                </a:lnTo>
                <a:lnTo>
                  <a:pt x="1751" y="27795"/>
                </a:lnTo>
                <a:lnTo>
                  <a:pt x="1825" y="27528"/>
                </a:lnTo>
                <a:lnTo>
                  <a:pt x="1825" y="27328"/>
                </a:lnTo>
                <a:lnTo>
                  <a:pt x="1825" y="27061"/>
                </a:lnTo>
                <a:lnTo>
                  <a:pt x="1825" y="26797"/>
                </a:lnTo>
                <a:lnTo>
                  <a:pt x="1825" y="26530"/>
                </a:lnTo>
                <a:lnTo>
                  <a:pt x="1895" y="26264"/>
                </a:lnTo>
                <a:lnTo>
                  <a:pt x="1895" y="26000"/>
                </a:lnTo>
                <a:lnTo>
                  <a:pt x="1895" y="25733"/>
                </a:lnTo>
                <a:lnTo>
                  <a:pt x="1895" y="25466"/>
                </a:lnTo>
                <a:lnTo>
                  <a:pt x="1969" y="25200"/>
                </a:lnTo>
                <a:lnTo>
                  <a:pt x="1969" y="24936"/>
                </a:lnTo>
                <a:lnTo>
                  <a:pt x="1969" y="24669"/>
                </a:lnTo>
                <a:lnTo>
                  <a:pt x="1969" y="24402"/>
                </a:lnTo>
                <a:lnTo>
                  <a:pt x="1969" y="24069"/>
                </a:lnTo>
                <a:lnTo>
                  <a:pt x="2043" y="23805"/>
                </a:lnTo>
                <a:lnTo>
                  <a:pt x="2043" y="23538"/>
                </a:lnTo>
                <a:lnTo>
                  <a:pt x="2043" y="23271"/>
                </a:lnTo>
                <a:lnTo>
                  <a:pt x="2043" y="23007"/>
                </a:lnTo>
                <a:lnTo>
                  <a:pt x="2117" y="22741"/>
                </a:lnTo>
                <a:lnTo>
                  <a:pt x="2117" y="22407"/>
                </a:lnTo>
                <a:lnTo>
                  <a:pt x="2117" y="22141"/>
                </a:lnTo>
                <a:lnTo>
                  <a:pt x="2117" y="21877"/>
                </a:lnTo>
                <a:lnTo>
                  <a:pt x="2117" y="21610"/>
                </a:lnTo>
                <a:lnTo>
                  <a:pt x="2187" y="21276"/>
                </a:lnTo>
                <a:lnTo>
                  <a:pt x="2187" y="21013"/>
                </a:lnTo>
                <a:lnTo>
                  <a:pt x="2187" y="20746"/>
                </a:lnTo>
                <a:lnTo>
                  <a:pt x="2187" y="20479"/>
                </a:lnTo>
                <a:lnTo>
                  <a:pt x="2261" y="20146"/>
                </a:lnTo>
                <a:lnTo>
                  <a:pt x="2261" y="19882"/>
                </a:lnTo>
                <a:lnTo>
                  <a:pt x="2261" y="19548"/>
                </a:lnTo>
                <a:lnTo>
                  <a:pt x="2261" y="19282"/>
                </a:lnTo>
                <a:lnTo>
                  <a:pt x="2261" y="19018"/>
                </a:lnTo>
                <a:lnTo>
                  <a:pt x="2335" y="18684"/>
                </a:lnTo>
                <a:lnTo>
                  <a:pt x="2335" y="18417"/>
                </a:lnTo>
                <a:lnTo>
                  <a:pt x="2335" y="18084"/>
                </a:lnTo>
                <a:lnTo>
                  <a:pt x="2335" y="17820"/>
                </a:lnTo>
                <a:lnTo>
                  <a:pt x="2335" y="17487"/>
                </a:lnTo>
                <a:lnTo>
                  <a:pt x="2409" y="17220"/>
                </a:lnTo>
                <a:lnTo>
                  <a:pt x="2409" y="16889"/>
                </a:lnTo>
                <a:lnTo>
                  <a:pt x="2409" y="16623"/>
                </a:lnTo>
                <a:lnTo>
                  <a:pt x="2409" y="16289"/>
                </a:lnTo>
                <a:lnTo>
                  <a:pt x="2483" y="16025"/>
                </a:lnTo>
                <a:lnTo>
                  <a:pt x="2483" y="15692"/>
                </a:lnTo>
                <a:lnTo>
                  <a:pt x="2483" y="15358"/>
                </a:lnTo>
                <a:lnTo>
                  <a:pt x="2483" y="15092"/>
                </a:lnTo>
                <a:lnTo>
                  <a:pt x="2483" y="14761"/>
                </a:lnTo>
                <a:lnTo>
                  <a:pt x="2553" y="14428"/>
                </a:lnTo>
                <a:lnTo>
                  <a:pt x="2553" y="14161"/>
                </a:lnTo>
                <a:lnTo>
                  <a:pt x="2553" y="13830"/>
                </a:lnTo>
                <a:lnTo>
                  <a:pt x="2553" y="13497"/>
                </a:lnTo>
                <a:lnTo>
                  <a:pt x="2627" y="13230"/>
                </a:lnTo>
                <a:lnTo>
                  <a:pt x="2627" y="12900"/>
                </a:lnTo>
                <a:lnTo>
                  <a:pt x="2627" y="12566"/>
                </a:lnTo>
                <a:lnTo>
                  <a:pt x="2627" y="12233"/>
                </a:lnTo>
                <a:lnTo>
                  <a:pt x="2627" y="11902"/>
                </a:lnTo>
                <a:lnTo>
                  <a:pt x="2701" y="11635"/>
                </a:lnTo>
                <a:lnTo>
                  <a:pt x="2701" y="11302"/>
                </a:lnTo>
                <a:lnTo>
                  <a:pt x="2701" y="10971"/>
                </a:lnTo>
                <a:lnTo>
                  <a:pt x="2701" y="10638"/>
                </a:lnTo>
                <a:lnTo>
                  <a:pt x="2774" y="10305"/>
                </a:lnTo>
                <a:lnTo>
                  <a:pt x="2774" y="9974"/>
                </a:lnTo>
                <a:lnTo>
                  <a:pt x="2774" y="9641"/>
                </a:lnTo>
                <a:lnTo>
                  <a:pt x="2774" y="9307"/>
                </a:lnTo>
                <a:lnTo>
                  <a:pt x="2774" y="8977"/>
                </a:lnTo>
                <a:lnTo>
                  <a:pt x="2845" y="8643"/>
                </a:lnTo>
                <a:lnTo>
                  <a:pt x="2845" y="8310"/>
                </a:lnTo>
                <a:lnTo>
                  <a:pt x="2845" y="7979"/>
                </a:lnTo>
                <a:lnTo>
                  <a:pt x="2845" y="7646"/>
                </a:lnTo>
                <a:lnTo>
                  <a:pt x="2919" y="7312"/>
                </a:lnTo>
                <a:lnTo>
                  <a:pt x="2919" y="6982"/>
                </a:lnTo>
                <a:lnTo>
                  <a:pt x="2919" y="6648"/>
                </a:lnTo>
                <a:lnTo>
                  <a:pt x="2919" y="6315"/>
                </a:lnTo>
                <a:lnTo>
                  <a:pt x="2919" y="5984"/>
                </a:lnTo>
                <a:lnTo>
                  <a:pt x="2993" y="5651"/>
                </a:lnTo>
                <a:lnTo>
                  <a:pt x="2993" y="5317"/>
                </a:lnTo>
                <a:lnTo>
                  <a:pt x="2993" y="4920"/>
                </a:lnTo>
                <a:lnTo>
                  <a:pt x="2993" y="4587"/>
                </a:lnTo>
                <a:lnTo>
                  <a:pt x="3066" y="4253"/>
                </a:lnTo>
                <a:lnTo>
                  <a:pt x="3066" y="3923"/>
                </a:lnTo>
                <a:lnTo>
                  <a:pt x="3066" y="3589"/>
                </a:lnTo>
                <a:lnTo>
                  <a:pt x="3066" y="3189"/>
                </a:lnTo>
                <a:lnTo>
                  <a:pt x="3066" y="2858"/>
                </a:lnTo>
                <a:lnTo>
                  <a:pt x="3137" y="2525"/>
                </a:lnTo>
                <a:lnTo>
                  <a:pt x="3137" y="2192"/>
                </a:lnTo>
                <a:lnTo>
                  <a:pt x="3137" y="1794"/>
                </a:lnTo>
                <a:lnTo>
                  <a:pt x="3137" y="1461"/>
                </a:lnTo>
                <a:lnTo>
                  <a:pt x="3137" y="1127"/>
                </a:lnTo>
                <a:lnTo>
                  <a:pt x="3211" y="730"/>
                </a:lnTo>
                <a:lnTo>
                  <a:pt x="3211" y="397"/>
                </a:lnTo>
                <a:lnTo>
                  <a:pt x="32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584566" y="3884444"/>
            <a:ext cx="3214" cy="92031"/>
          </a:xfrm>
          <a:custGeom>
            <a:avLst/>
            <a:gdLst/>
            <a:ahLst/>
            <a:cxnLst/>
            <a:rect l="l" t="t" r="r" b="b"/>
            <a:pathLst>
              <a:path w="3214" h="92031">
                <a:moveTo>
                  <a:pt x="0" y="92031"/>
                </a:moveTo>
                <a:lnTo>
                  <a:pt x="0" y="91698"/>
                </a:lnTo>
                <a:lnTo>
                  <a:pt x="73" y="91364"/>
                </a:lnTo>
                <a:lnTo>
                  <a:pt x="73" y="90967"/>
                </a:lnTo>
                <a:lnTo>
                  <a:pt x="73" y="90634"/>
                </a:lnTo>
                <a:lnTo>
                  <a:pt x="73" y="90234"/>
                </a:lnTo>
                <a:lnTo>
                  <a:pt x="73" y="89903"/>
                </a:lnTo>
                <a:lnTo>
                  <a:pt x="147" y="89503"/>
                </a:lnTo>
                <a:lnTo>
                  <a:pt x="147" y="89170"/>
                </a:lnTo>
                <a:lnTo>
                  <a:pt x="147" y="88772"/>
                </a:lnTo>
                <a:lnTo>
                  <a:pt x="147" y="88439"/>
                </a:lnTo>
                <a:lnTo>
                  <a:pt x="218" y="88042"/>
                </a:lnTo>
                <a:lnTo>
                  <a:pt x="218" y="87641"/>
                </a:lnTo>
                <a:lnTo>
                  <a:pt x="218" y="87308"/>
                </a:lnTo>
                <a:lnTo>
                  <a:pt x="218" y="86911"/>
                </a:lnTo>
                <a:lnTo>
                  <a:pt x="218" y="86511"/>
                </a:lnTo>
                <a:lnTo>
                  <a:pt x="291" y="86177"/>
                </a:lnTo>
                <a:lnTo>
                  <a:pt x="291" y="85780"/>
                </a:lnTo>
                <a:lnTo>
                  <a:pt x="291" y="85380"/>
                </a:lnTo>
                <a:lnTo>
                  <a:pt x="291" y="85049"/>
                </a:lnTo>
                <a:lnTo>
                  <a:pt x="365" y="84649"/>
                </a:lnTo>
                <a:lnTo>
                  <a:pt x="365" y="84249"/>
                </a:lnTo>
                <a:lnTo>
                  <a:pt x="365" y="83918"/>
                </a:lnTo>
                <a:lnTo>
                  <a:pt x="365" y="83518"/>
                </a:lnTo>
                <a:lnTo>
                  <a:pt x="365" y="83121"/>
                </a:lnTo>
                <a:lnTo>
                  <a:pt x="439" y="82721"/>
                </a:lnTo>
                <a:lnTo>
                  <a:pt x="439" y="82321"/>
                </a:lnTo>
                <a:lnTo>
                  <a:pt x="439" y="81924"/>
                </a:lnTo>
                <a:lnTo>
                  <a:pt x="439" y="81590"/>
                </a:lnTo>
                <a:lnTo>
                  <a:pt x="513" y="81190"/>
                </a:lnTo>
                <a:lnTo>
                  <a:pt x="513" y="80793"/>
                </a:lnTo>
                <a:lnTo>
                  <a:pt x="513" y="80393"/>
                </a:lnTo>
                <a:lnTo>
                  <a:pt x="513" y="79995"/>
                </a:lnTo>
                <a:lnTo>
                  <a:pt x="513" y="79595"/>
                </a:lnTo>
                <a:lnTo>
                  <a:pt x="583" y="79195"/>
                </a:lnTo>
                <a:lnTo>
                  <a:pt x="583" y="78798"/>
                </a:lnTo>
                <a:lnTo>
                  <a:pt x="583" y="78398"/>
                </a:lnTo>
                <a:lnTo>
                  <a:pt x="583" y="78000"/>
                </a:lnTo>
                <a:lnTo>
                  <a:pt x="657" y="77600"/>
                </a:lnTo>
                <a:lnTo>
                  <a:pt x="657" y="77200"/>
                </a:lnTo>
                <a:lnTo>
                  <a:pt x="657" y="76803"/>
                </a:lnTo>
                <a:lnTo>
                  <a:pt x="657" y="76403"/>
                </a:lnTo>
                <a:lnTo>
                  <a:pt x="657" y="76006"/>
                </a:lnTo>
                <a:lnTo>
                  <a:pt x="731" y="75605"/>
                </a:lnTo>
                <a:lnTo>
                  <a:pt x="731" y="75205"/>
                </a:lnTo>
                <a:lnTo>
                  <a:pt x="731" y="74808"/>
                </a:lnTo>
                <a:lnTo>
                  <a:pt x="731" y="74341"/>
                </a:lnTo>
                <a:lnTo>
                  <a:pt x="731" y="73944"/>
                </a:lnTo>
                <a:lnTo>
                  <a:pt x="805" y="73544"/>
                </a:lnTo>
                <a:lnTo>
                  <a:pt x="805" y="73147"/>
                </a:lnTo>
                <a:lnTo>
                  <a:pt x="805" y="72746"/>
                </a:lnTo>
                <a:lnTo>
                  <a:pt x="805" y="72280"/>
                </a:lnTo>
                <a:lnTo>
                  <a:pt x="875" y="71882"/>
                </a:lnTo>
                <a:lnTo>
                  <a:pt x="875" y="71482"/>
                </a:lnTo>
                <a:lnTo>
                  <a:pt x="875" y="71085"/>
                </a:lnTo>
                <a:lnTo>
                  <a:pt x="875" y="70618"/>
                </a:lnTo>
                <a:lnTo>
                  <a:pt x="875" y="70218"/>
                </a:lnTo>
                <a:lnTo>
                  <a:pt x="949" y="69821"/>
                </a:lnTo>
                <a:lnTo>
                  <a:pt x="949" y="69354"/>
                </a:lnTo>
                <a:lnTo>
                  <a:pt x="949" y="68957"/>
                </a:lnTo>
                <a:lnTo>
                  <a:pt x="949" y="68557"/>
                </a:lnTo>
                <a:lnTo>
                  <a:pt x="1023" y="68093"/>
                </a:lnTo>
                <a:lnTo>
                  <a:pt x="1023" y="67693"/>
                </a:lnTo>
                <a:lnTo>
                  <a:pt x="1023" y="67226"/>
                </a:lnTo>
                <a:lnTo>
                  <a:pt x="1023" y="66828"/>
                </a:lnTo>
                <a:lnTo>
                  <a:pt x="1023" y="66428"/>
                </a:lnTo>
                <a:lnTo>
                  <a:pt x="1097" y="65964"/>
                </a:lnTo>
                <a:lnTo>
                  <a:pt x="1097" y="65564"/>
                </a:lnTo>
                <a:lnTo>
                  <a:pt x="1097" y="65100"/>
                </a:lnTo>
                <a:lnTo>
                  <a:pt x="1097" y="64700"/>
                </a:lnTo>
                <a:lnTo>
                  <a:pt x="1167" y="64233"/>
                </a:lnTo>
                <a:lnTo>
                  <a:pt x="1167" y="63836"/>
                </a:lnTo>
                <a:lnTo>
                  <a:pt x="1167" y="63369"/>
                </a:lnTo>
                <a:lnTo>
                  <a:pt x="1167" y="62905"/>
                </a:lnTo>
                <a:lnTo>
                  <a:pt x="1167" y="62505"/>
                </a:lnTo>
                <a:lnTo>
                  <a:pt x="1241" y="62041"/>
                </a:lnTo>
                <a:lnTo>
                  <a:pt x="1241" y="61641"/>
                </a:lnTo>
                <a:lnTo>
                  <a:pt x="1241" y="61177"/>
                </a:lnTo>
                <a:lnTo>
                  <a:pt x="1241" y="60710"/>
                </a:lnTo>
                <a:lnTo>
                  <a:pt x="1315" y="60310"/>
                </a:lnTo>
                <a:lnTo>
                  <a:pt x="1315" y="59846"/>
                </a:lnTo>
                <a:lnTo>
                  <a:pt x="1315" y="59379"/>
                </a:lnTo>
                <a:lnTo>
                  <a:pt x="1315" y="58982"/>
                </a:lnTo>
                <a:lnTo>
                  <a:pt x="1315" y="58515"/>
                </a:lnTo>
                <a:lnTo>
                  <a:pt x="1389" y="58051"/>
                </a:lnTo>
                <a:lnTo>
                  <a:pt x="1389" y="57585"/>
                </a:lnTo>
                <a:lnTo>
                  <a:pt x="1389" y="57187"/>
                </a:lnTo>
                <a:lnTo>
                  <a:pt x="1389" y="56721"/>
                </a:lnTo>
                <a:lnTo>
                  <a:pt x="1459" y="56254"/>
                </a:lnTo>
                <a:lnTo>
                  <a:pt x="1459" y="55790"/>
                </a:lnTo>
                <a:lnTo>
                  <a:pt x="1459" y="55323"/>
                </a:lnTo>
                <a:lnTo>
                  <a:pt x="1459" y="54926"/>
                </a:lnTo>
                <a:lnTo>
                  <a:pt x="1459" y="54459"/>
                </a:lnTo>
                <a:lnTo>
                  <a:pt x="1533" y="53995"/>
                </a:lnTo>
                <a:lnTo>
                  <a:pt x="1533" y="53528"/>
                </a:lnTo>
                <a:lnTo>
                  <a:pt x="1533" y="53064"/>
                </a:lnTo>
                <a:lnTo>
                  <a:pt x="1533" y="52597"/>
                </a:lnTo>
                <a:lnTo>
                  <a:pt x="1533" y="52134"/>
                </a:lnTo>
                <a:lnTo>
                  <a:pt x="1607" y="51667"/>
                </a:lnTo>
                <a:lnTo>
                  <a:pt x="1607" y="51203"/>
                </a:lnTo>
                <a:lnTo>
                  <a:pt x="1607" y="50736"/>
                </a:lnTo>
                <a:lnTo>
                  <a:pt x="1607" y="50269"/>
                </a:lnTo>
                <a:lnTo>
                  <a:pt x="1681" y="49805"/>
                </a:lnTo>
                <a:lnTo>
                  <a:pt x="1681" y="49338"/>
                </a:lnTo>
                <a:lnTo>
                  <a:pt x="1681" y="48874"/>
                </a:lnTo>
                <a:lnTo>
                  <a:pt x="1681" y="48408"/>
                </a:lnTo>
                <a:lnTo>
                  <a:pt x="1681" y="47944"/>
                </a:lnTo>
                <a:lnTo>
                  <a:pt x="1754" y="47477"/>
                </a:lnTo>
                <a:lnTo>
                  <a:pt x="1754" y="47013"/>
                </a:lnTo>
                <a:lnTo>
                  <a:pt x="1754" y="46546"/>
                </a:lnTo>
                <a:lnTo>
                  <a:pt x="1754" y="46015"/>
                </a:lnTo>
                <a:lnTo>
                  <a:pt x="1825" y="45549"/>
                </a:lnTo>
                <a:lnTo>
                  <a:pt x="1825" y="45085"/>
                </a:lnTo>
                <a:lnTo>
                  <a:pt x="1825" y="44618"/>
                </a:lnTo>
                <a:lnTo>
                  <a:pt x="1825" y="44154"/>
                </a:lnTo>
                <a:lnTo>
                  <a:pt x="1825" y="43687"/>
                </a:lnTo>
                <a:lnTo>
                  <a:pt x="1899" y="43156"/>
                </a:lnTo>
                <a:lnTo>
                  <a:pt x="1899" y="42690"/>
                </a:lnTo>
                <a:lnTo>
                  <a:pt x="1899" y="42226"/>
                </a:lnTo>
                <a:lnTo>
                  <a:pt x="1899" y="41759"/>
                </a:lnTo>
                <a:lnTo>
                  <a:pt x="1972" y="41228"/>
                </a:lnTo>
                <a:lnTo>
                  <a:pt x="1972" y="40761"/>
                </a:lnTo>
                <a:lnTo>
                  <a:pt x="1972" y="40295"/>
                </a:lnTo>
                <a:lnTo>
                  <a:pt x="1972" y="39764"/>
                </a:lnTo>
                <a:lnTo>
                  <a:pt x="1972" y="39297"/>
                </a:lnTo>
                <a:lnTo>
                  <a:pt x="2046" y="38833"/>
                </a:lnTo>
                <a:lnTo>
                  <a:pt x="2046" y="38300"/>
                </a:lnTo>
                <a:lnTo>
                  <a:pt x="2046" y="37836"/>
                </a:lnTo>
                <a:lnTo>
                  <a:pt x="2046" y="37302"/>
                </a:lnTo>
                <a:lnTo>
                  <a:pt x="2117" y="36838"/>
                </a:lnTo>
                <a:lnTo>
                  <a:pt x="2117" y="36372"/>
                </a:lnTo>
                <a:lnTo>
                  <a:pt x="2117" y="35841"/>
                </a:lnTo>
                <a:lnTo>
                  <a:pt x="2117" y="35374"/>
                </a:lnTo>
                <a:lnTo>
                  <a:pt x="2117" y="34843"/>
                </a:lnTo>
                <a:lnTo>
                  <a:pt x="2191" y="34377"/>
                </a:lnTo>
                <a:lnTo>
                  <a:pt x="2191" y="33846"/>
                </a:lnTo>
                <a:lnTo>
                  <a:pt x="2191" y="33379"/>
                </a:lnTo>
                <a:lnTo>
                  <a:pt x="2191" y="32849"/>
                </a:lnTo>
                <a:lnTo>
                  <a:pt x="2264" y="32382"/>
                </a:lnTo>
                <a:lnTo>
                  <a:pt x="2264" y="31851"/>
                </a:lnTo>
                <a:lnTo>
                  <a:pt x="2264" y="31384"/>
                </a:lnTo>
                <a:lnTo>
                  <a:pt x="2264" y="30854"/>
                </a:lnTo>
                <a:lnTo>
                  <a:pt x="2264" y="30320"/>
                </a:lnTo>
                <a:lnTo>
                  <a:pt x="2338" y="29856"/>
                </a:lnTo>
                <a:lnTo>
                  <a:pt x="2338" y="29323"/>
                </a:lnTo>
                <a:lnTo>
                  <a:pt x="2338" y="28792"/>
                </a:lnTo>
                <a:lnTo>
                  <a:pt x="2338" y="28325"/>
                </a:lnTo>
                <a:lnTo>
                  <a:pt x="2338" y="27795"/>
                </a:lnTo>
                <a:lnTo>
                  <a:pt x="2409" y="27264"/>
                </a:lnTo>
                <a:lnTo>
                  <a:pt x="2409" y="26797"/>
                </a:lnTo>
                <a:lnTo>
                  <a:pt x="2409" y="26267"/>
                </a:lnTo>
                <a:lnTo>
                  <a:pt x="2409" y="25733"/>
                </a:lnTo>
                <a:lnTo>
                  <a:pt x="2483" y="25202"/>
                </a:lnTo>
                <a:lnTo>
                  <a:pt x="2483" y="24736"/>
                </a:lnTo>
                <a:lnTo>
                  <a:pt x="2483" y="24205"/>
                </a:lnTo>
                <a:lnTo>
                  <a:pt x="2483" y="23671"/>
                </a:lnTo>
                <a:lnTo>
                  <a:pt x="2483" y="23141"/>
                </a:lnTo>
                <a:lnTo>
                  <a:pt x="2556" y="22607"/>
                </a:lnTo>
                <a:lnTo>
                  <a:pt x="2556" y="22143"/>
                </a:lnTo>
                <a:lnTo>
                  <a:pt x="2556" y="21610"/>
                </a:lnTo>
                <a:lnTo>
                  <a:pt x="2556" y="21079"/>
                </a:lnTo>
                <a:lnTo>
                  <a:pt x="2630" y="20546"/>
                </a:lnTo>
                <a:lnTo>
                  <a:pt x="2630" y="20015"/>
                </a:lnTo>
                <a:lnTo>
                  <a:pt x="2630" y="19482"/>
                </a:lnTo>
                <a:lnTo>
                  <a:pt x="2630" y="18951"/>
                </a:lnTo>
                <a:lnTo>
                  <a:pt x="2630" y="18417"/>
                </a:lnTo>
                <a:lnTo>
                  <a:pt x="2701" y="17887"/>
                </a:lnTo>
                <a:lnTo>
                  <a:pt x="2701" y="17420"/>
                </a:lnTo>
                <a:lnTo>
                  <a:pt x="2701" y="16889"/>
                </a:lnTo>
                <a:lnTo>
                  <a:pt x="2701" y="16356"/>
                </a:lnTo>
                <a:lnTo>
                  <a:pt x="2774" y="15825"/>
                </a:lnTo>
                <a:lnTo>
                  <a:pt x="2774" y="15295"/>
                </a:lnTo>
                <a:lnTo>
                  <a:pt x="2774" y="14694"/>
                </a:lnTo>
                <a:lnTo>
                  <a:pt x="2774" y="14164"/>
                </a:lnTo>
                <a:lnTo>
                  <a:pt x="2774" y="13630"/>
                </a:lnTo>
                <a:lnTo>
                  <a:pt x="2848" y="13100"/>
                </a:lnTo>
                <a:lnTo>
                  <a:pt x="2848" y="12566"/>
                </a:lnTo>
                <a:lnTo>
                  <a:pt x="2848" y="12036"/>
                </a:lnTo>
                <a:lnTo>
                  <a:pt x="2848" y="11502"/>
                </a:lnTo>
                <a:lnTo>
                  <a:pt x="2922" y="10971"/>
                </a:lnTo>
                <a:lnTo>
                  <a:pt x="2922" y="10438"/>
                </a:lnTo>
                <a:lnTo>
                  <a:pt x="2922" y="9907"/>
                </a:lnTo>
                <a:lnTo>
                  <a:pt x="2922" y="9310"/>
                </a:lnTo>
                <a:lnTo>
                  <a:pt x="2922" y="8776"/>
                </a:lnTo>
                <a:lnTo>
                  <a:pt x="2996" y="8246"/>
                </a:lnTo>
                <a:lnTo>
                  <a:pt x="2996" y="7712"/>
                </a:lnTo>
                <a:lnTo>
                  <a:pt x="2996" y="7182"/>
                </a:lnTo>
                <a:lnTo>
                  <a:pt x="2996" y="6581"/>
                </a:lnTo>
                <a:lnTo>
                  <a:pt x="3066" y="6051"/>
                </a:lnTo>
                <a:lnTo>
                  <a:pt x="3066" y="5517"/>
                </a:lnTo>
                <a:lnTo>
                  <a:pt x="3066" y="4987"/>
                </a:lnTo>
                <a:lnTo>
                  <a:pt x="3066" y="4387"/>
                </a:lnTo>
                <a:lnTo>
                  <a:pt x="3066" y="3856"/>
                </a:lnTo>
                <a:lnTo>
                  <a:pt x="3140" y="3325"/>
                </a:lnTo>
                <a:lnTo>
                  <a:pt x="3140" y="2725"/>
                </a:lnTo>
                <a:lnTo>
                  <a:pt x="3140" y="2194"/>
                </a:lnTo>
                <a:lnTo>
                  <a:pt x="3140" y="1661"/>
                </a:lnTo>
                <a:lnTo>
                  <a:pt x="3140" y="1064"/>
                </a:lnTo>
                <a:lnTo>
                  <a:pt x="3214" y="530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587780" y="3757513"/>
            <a:ext cx="3211" cy="126930"/>
          </a:xfrm>
          <a:custGeom>
            <a:avLst/>
            <a:gdLst/>
            <a:ahLst/>
            <a:cxnLst/>
            <a:rect l="l" t="t" r="r" b="b"/>
            <a:pathLst>
              <a:path w="3211" h="126930">
                <a:moveTo>
                  <a:pt x="0" y="126930"/>
                </a:moveTo>
                <a:lnTo>
                  <a:pt x="0" y="126330"/>
                </a:lnTo>
                <a:lnTo>
                  <a:pt x="0" y="125800"/>
                </a:lnTo>
                <a:lnTo>
                  <a:pt x="73" y="125202"/>
                </a:lnTo>
                <a:lnTo>
                  <a:pt x="73" y="124669"/>
                </a:lnTo>
                <a:lnTo>
                  <a:pt x="73" y="124071"/>
                </a:lnTo>
                <a:lnTo>
                  <a:pt x="73" y="123538"/>
                </a:lnTo>
                <a:lnTo>
                  <a:pt x="73" y="122941"/>
                </a:lnTo>
                <a:lnTo>
                  <a:pt x="144" y="122407"/>
                </a:lnTo>
                <a:lnTo>
                  <a:pt x="144" y="121810"/>
                </a:lnTo>
                <a:lnTo>
                  <a:pt x="144" y="121279"/>
                </a:lnTo>
                <a:lnTo>
                  <a:pt x="144" y="120679"/>
                </a:lnTo>
                <a:lnTo>
                  <a:pt x="218" y="120148"/>
                </a:lnTo>
                <a:lnTo>
                  <a:pt x="218" y="119548"/>
                </a:lnTo>
                <a:lnTo>
                  <a:pt x="218" y="119018"/>
                </a:lnTo>
                <a:lnTo>
                  <a:pt x="218" y="118417"/>
                </a:lnTo>
                <a:lnTo>
                  <a:pt x="218" y="117820"/>
                </a:lnTo>
                <a:lnTo>
                  <a:pt x="291" y="117287"/>
                </a:lnTo>
                <a:lnTo>
                  <a:pt x="291" y="116689"/>
                </a:lnTo>
                <a:lnTo>
                  <a:pt x="291" y="116092"/>
                </a:lnTo>
                <a:lnTo>
                  <a:pt x="291" y="115558"/>
                </a:lnTo>
                <a:lnTo>
                  <a:pt x="365" y="114961"/>
                </a:lnTo>
                <a:lnTo>
                  <a:pt x="365" y="114361"/>
                </a:lnTo>
                <a:lnTo>
                  <a:pt x="365" y="113830"/>
                </a:lnTo>
                <a:lnTo>
                  <a:pt x="365" y="113233"/>
                </a:lnTo>
                <a:lnTo>
                  <a:pt x="365" y="112633"/>
                </a:lnTo>
                <a:lnTo>
                  <a:pt x="436" y="112102"/>
                </a:lnTo>
                <a:lnTo>
                  <a:pt x="436" y="111502"/>
                </a:lnTo>
                <a:lnTo>
                  <a:pt x="436" y="110905"/>
                </a:lnTo>
                <a:lnTo>
                  <a:pt x="436" y="110307"/>
                </a:lnTo>
                <a:lnTo>
                  <a:pt x="510" y="109707"/>
                </a:lnTo>
                <a:lnTo>
                  <a:pt x="510" y="109176"/>
                </a:lnTo>
                <a:lnTo>
                  <a:pt x="510" y="108576"/>
                </a:lnTo>
                <a:lnTo>
                  <a:pt x="510" y="107979"/>
                </a:lnTo>
                <a:lnTo>
                  <a:pt x="510" y="107379"/>
                </a:lnTo>
                <a:lnTo>
                  <a:pt x="583" y="106781"/>
                </a:lnTo>
                <a:lnTo>
                  <a:pt x="583" y="106251"/>
                </a:lnTo>
                <a:lnTo>
                  <a:pt x="583" y="105651"/>
                </a:lnTo>
                <a:lnTo>
                  <a:pt x="583" y="105053"/>
                </a:lnTo>
                <a:lnTo>
                  <a:pt x="657" y="104453"/>
                </a:lnTo>
                <a:lnTo>
                  <a:pt x="657" y="103856"/>
                </a:lnTo>
                <a:lnTo>
                  <a:pt x="657" y="103258"/>
                </a:lnTo>
                <a:lnTo>
                  <a:pt x="657" y="102658"/>
                </a:lnTo>
                <a:lnTo>
                  <a:pt x="657" y="102061"/>
                </a:lnTo>
                <a:lnTo>
                  <a:pt x="728" y="101461"/>
                </a:lnTo>
                <a:lnTo>
                  <a:pt x="728" y="100863"/>
                </a:lnTo>
                <a:lnTo>
                  <a:pt x="728" y="100266"/>
                </a:lnTo>
                <a:lnTo>
                  <a:pt x="728" y="99666"/>
                </a:lnTo>
                <a:lnTo>
                  <a:pt x="728" y="99069"/>
                </a:lnTo>
                <a:lnTo>
                  <a:pt x="802" y="98468"/>
                </a:lnTo>
                <a:lnTo>
                  <a:pt x="802" y="97871"/>
                </a:lnTo>
                <a:lnTo>
                  <a:pt x="802" y="97274"/>
                </a:lnTo>
                <a:lnTo>
                  <a:pt x="802" y="96674"/>
                </a:lnTo>
                <a:lnTo>
                  <a:pt x="875" y="96076"/>
                </a:lnTo>
                <a:lnTo>
                  <a:pt x="875" y="95476"/>
                </a:lnTo>
                <a:lnTo>
                  <a:pt x="875" y="94879"/>
                </a:lnTo>
                <a:lnTo>
                  <a:pt x="875" y="94281"/>
                </a:lnTo>
                <a:lnTo>
                  <a:pt x="875" y="93615"/>
                </a:lnTo>
                <a:lnTo>
                  <a:pt x="949" y="93017"/>
                </a:lnTo>
                <a:lnTo>
                  <a:pt x="949" y="92417"/>
                </a:lnTo>
                <a:lnTo>
                  <a:pt x="949" y="91820"/>
                </a:lnTo>
                <a:lnTo>
                  <a:pt x="949" y="91222"/>
                </a:lnTo>
                <a:lnTo>
                  <a:pt x="1023" y="90622"/>
                </a:lnTo>
                <a:lnTo>
                  <a:pt x="1023" y="89958"/>
                </a:lnTo>
                <a:lnTo>
                  <a:pt x="1023" y="89361"/>
                </a:lnTo>
                <a:lnTo>
                  <a:pt x="1023" y="88761"/>
                </a:lnTo>
                <a:lnTo>
                  <a:pt x="1023" y="88163"/>
                </a:lnTo>
                <a:lnTo>
                  <a:pt x="1093" y="87563"/>
                </a:lnTo>
                <a:lnTo>
                  <a:pt x="1093" y="86899"/>
                </a:lnTo>
                <a:lnTo>
                  <a:pt x="1093" y="86302"/>
                </a:lnTo>
                <a:lnTo>
                  <a:pt x="1093" y="85702"/>
                </a:lnTo>
                <a:lnTo>
                  <a:pt x="1167" y="85104"/>
                </a:lnTo>
                <a:lnTo>
                  <a:pt x="1167" y="84437"/>
                </a:lnTo>
                <a:lnTo>
                  <a:pt x="1167" y="83840"/>
                </a:lnTo>
                <a:lnTo>
                  <a:pt x="1167" y="83243"/>
                </a:lnTo>
                <a:lnTo>
                  <a:pt x="1167" y="82576"/>
                </a:lnTo>
                <a:lnTo>
                  <a:pt x="1241" y="81979"/>
                </a:lnTo>
                <a:lnTo>
                  <a:pt x="1241" y="81381"/>
                </a:lnTo>
                <a:lnTo>
                  <a:pt x="1241" y="80714"/>
                </a:lnTo>
                <a:lnTo>
                  <a:pt x="1241" y="80117"/>
                </a:lnTo>
                <a:lnTo>
                  <a:pt x="1315" y="79450"/>
                </a:lnTo>
                <a:lnTo>
                  <a:pt x="1315" y="78853"/>
                </a:lnTo>
                <a:lnTo>
                  <a:pt x="1315" y="78256"/>
                </a:lnTo>
                <a:lnTo>
                  <a:pt x="1315" y="77589"/>
                </a:lnTo>
                <a:lnTo>
                  <a:pt x="1315" y="76991"/>
                </a:lnTo>
                <a:lnTo>
                  <a:pt x="1385" y="76327"/>
                </a:lnTo>
                <a:lnTo>
                  <a:pt x="1385" y="75727"/>
                </a:lnTo>
                <a:lnTo>
                  <a:pt x="1385" y="75063"/>
                </a:lnTo>
                <a:lnTo>
                  <a:pt x="1385" y="74463"/>
                </a:lnTo>
                <a:lnTo>
                  <a:pt x="1459" y="73799"/>
                </a:lnTo>
                <a:lnTo>
                  <a:pt x="1459" y="73202"/>
                </a:lnTo>
                <a:lnTo>
                  <a:pt x="1459" y="72535"/>
                </a:lnTo>
                <a:lnTo>
                  <a:pt x="1459" y="71937"/>
                </a:lnTo>
                <a:lnTo>
                  <a:pt x="1459" y="71273"/>
                </a:lnTo>
                <a:lnTo>
                  <a:pt x="1533" y="70673"/>
                </a:lnTo>
                <a:lnTo>
                  <a:pt x="1533" y="70009"/>
                </a:lnTo>
                <a:lnTo>
                  <a:pt x="1533" y="69345"/>
                </a:lnTo>
                <a:lnTo>
                  <a:pt x="1533" y="68745"/>
                </a:lnTo>
                <a:lnTo>
                  <a:pt x="1533" y="68081"/>
                </a:lnTo>
                <a:lnTo>
                  <a:pt x="1607" y="67481"/>
                </a:lnTo>
                <a:lnTo>
                  <a:pt x="1607" y="66817"/>
                </a:lnTo>
                <a:lnTo>
                  <a:pt x="1607" y="66153"/>
                </a:lnTo>
                <a:lnTo>
                  <a:pt x="1607" y="65553"/>
                </a:lnTo>
                <a:lnTo>
                  <a:pt x="1677" y="64889"/>
                </a:lnTo>
                <a:lnTo>
                  <a:pt x="1677" y="64225"/>
                </a:lnTo>
                <a:lnTo>
                  <a:pt x="1677" y="63624"/>
                </a:lnTo>
                <a:lnTo>
                  <a:pt x="1677" y="62960"/>
                </a:lnTo>
                <a:lnTo>
                  <a:pt x="1677" y="62296"/>
                </a:lnTo>
                <a:lnTo>
                  <a:pt x="1751" y="61696"/>
                </a:lnTo>
                <a:lnTo>
                  <a:pt x="1751" y="61032"/>
                </a:lnTo>
                <a:lnTo>
                  <a:pt x="1751" y="60368"/>
                </a:lnTo>
                <a:lnTo>
                  <a:pt x="1751" y="59701"/>
                </a:lnTo>
                <a:lnTo>
                  <a:pt x="1825" y="59104"/>
                </a:lnTo>
                <a:lnTo>
                  <a:pt x="1825" y="58440"/>
                </a:lnTo>
                <a:lnTo>
                  <a:pt x="1825" y="57773"/>
                </a:lnTo>
                <a:lnTo>
                  <a:pt x="1825" y="57109"/>
                </a:lnTo>
                <a:lnTo>
                  <a:pt x="1825" y="56445"/>
                </a:lnTo>
                <a:lnTo>
                  <a:pt x="1899" y="55845"/>
                </a:lnTo>
                <a:lnTo>
                  <a:pt x="1899" y="55181"/>
                </a:lnTo>
                <a:lnTo>
                  <a:pt x="1899" y="54514"/>
                </a:lnTo>
                <a:lnTo>
                  <a:pt x="1899" y="53850"/>
                </a:lnTo>
                <a:lnTo>
                  <a:pt x="1969" y="53186"/>
                </a:lnTo>
                <a:lnTo>
                  <a:pt x="1969" y="52519"/>
                </a:lnTo>
                <a:lnTo>
                  <a:pt x="1969" y="51922"/>
                </a:lnTo>
                <a:lnTo>
                  <a:pt x="1969" y="51258"/>
                </a:lnTo>
                <a:lnTo>
                  <a:pt x="1969" y="50591"/>
                </a:lnTo>
                <a:lnTo>
                  <a:pt x="2043" y="49927"/>
                </a:lnTo>
                <a:lnTo>
                  <a:pt x="2043" y="49263"/>
                </a:lnTo>
                <a:lnTo>
                  <a:pt x="2043" y="48596"/>
                </a:lnTo>
                <a:lnTo>
                  <a:pt x="2043" y="47932"/>
                </a:lnTo>
                <a:lnTo>
                  <a:pt x="2117" y="47268"/>
                </a:lnTo>
                <a:lnTo>
                  <a:pt x="2117" y="46601"/>
                </a:lnTo>
                <a:lnTo>
                  <a:pt x="2117" y="45937"/>
                </a:lnTo>
                <a:lnTo>
                  <a:pt x="2117" y="45273"/>
                </a:lnTo>
                <a:lnTo>
                  <a:pt x="2117" y="44606"/>
                </a:lnTo>
                <a:lnTo>
                  <a:pt x="2191" y="43942"/>
                </a:lnTo>
                <a:lnTo>
                  <a:pt x="2191" y="43278"/>
                </a:lnTo>
                <a:lnTo>
                  <a:pt x="2191" y="42611"/>
                </a:lnTo>
                <a:lnTo>
                  <a:pt x="2191" y="41947"/>
                </a:lnTo>
                <a:lnTo>
                  <a:pt x="2264" y="41283"/>
                </a:lnTo>
                <a:lnTo>
                  <a:pt x="2264" y="40616"/>
                </a:lnTo>
                <a:lnTo>
                  <a:pt x="2264" y="39952"/>
                </a:lnTo>
                <a:lnTo>
                  <a:pt x="2264" y="39288"/>
                </a:lnTo>
                <a:lnTo>
                  <a:pt x="2264" y="38622"/>
                </a:lnTo>
                <a:lnTo>
                  <a:pt x="2335" y="37958"/>
                </a:lnTo>
                <a:lnTo>
                  <a:pt x="2335" y="37294"/>
                </a:lnTo>
                <a:lnTo>
                  <a:pt x="2335" y="36627"/>
                </a:lnTo>
                <a:lnTo>
                  <a:pt x="2335" y="35896"/>
                </a:lnTo>
                <a:lnTo>
                  <a:pt x="2335" y="35232"/>
                </a:lnTo>
                <a:lnTo>
                  <a:pt x="2409" y="34565"/>
                </a:lnTo>
                <a:lnTo>
                  <a:pt x="2409" y="33901"/>
                </a:lnTo>
                <a:lnTo>
                  <a:pt x="2409" y="33237"/>
                </a:lnTo>
                <a:lnTo>
                  <a:pt x="2409" y="32570"/>
                </a:lnTo>
                <a:lnTo>
                  <a:pt x="2483" y="31840"/>
                </a:lnTo>
                <a:lnTo>
                  <a:pt x="2483" y="31176"/>
                </a:lnTo>
                <a:lnTo>
                  <a:pt x="2483" y="30512"/>
                </a:lnTo>
                <a:lnTo>
                  <a:pt x="2483" y="29845"/>
                </a:lnTo>
                <a:lnTo>
                  <a:pt x="2483" y="29181"/>
                </a:lnTo>
                <a:lnTo>
                  <a:pt x="2556" y="28450"/>
                </a:lnTo>
                <a:lnTo>
                  <a:pt x="2556" y="27783"/>
                </a:lnTo>
                <a:lnTo>
                  <a:pt x="2556" y="27119"/>
                </a:lnTo>
                <a:lnTo>
                  <a:pt x="2556" y="26455"/>
                </a:lnTo>
                <a:lnTo>
                  <a:pt x="2627" y="25719"/>
                </a:lnTo>
                <a:lnTo>
                  <a:pt x="2627" y="25052"/>
                </a:lnTo>
                <a:lnTo>
                  <a:pt x="2627" y="24385"/>
                </a:lnTo>
                <a:lnTo>
                  <a:pt x="2627" y="23660"/>
                </a:lnTo>
                <a:lnTo>
                  <a:pt x="2627" y="22993"/>
                </a:lnTo>
                <a:lnTo>
                  <a:pt x="2701" y="22326"/>
                </a:lnTo>
                <a:lnTo>
                  <a:pt x="2701" y="21601"/>
                </a:lnTo>
                <a:lnTo>
                  <a:pt x="2701" y="20934"/>
                </a:lnTo>
                <a:lnTo>
                  <a:pt x="2701" y="20267"/>
                </a:lnTo>
                <a:lnTo>
                  <a:pt x="2774" y="19543"/>
                </a:lnTo>
                <a:lnTo>
                  <a:pt x="2774" y="18876"/>
                </a:lnTo>
                <a:lnTo>
                  <a:pt x="2774" y="18209"/>
                </a:lnTo>
                <a:lnTo>
                  <a:pt x="2774" y="17484"/>
                </a:lnTo>
                <a:lnTo>
                  <a:pt x="2774" y="16817"/>
                </a:lnTo>
                <a:lnTo>
                  <a:pt x="2848" y="16092"/>
                </a:lnTo>
                <a:lnTo>
                  <a:pt x="2848" y="15425"/>
                </a:lnTo>
                <a:lnTo>
                  <a:pt x="2848" y="14758"/>
                </a:lnTo>
                <a:lnTo>
                  <a:pt x="2848" y="14033"/>
                </a:lnTo>
                <a:lnTo>
                  <a:pt x="2919" y="13366"/>
                </a:lnTo>
                <a:lnTo>
                  <a:pt x="2919" y="12613"/>
                </a:lnTo>
                <a:lnTo>
                  <a:pt x="2919" y="11946"/>
                </a:lnTo>
                <a:lnTo>
                  <a:pt x="2919" y="11221"/>
                </a:lnTo>
                <a:lnTo>
                  <a:pt x="2919" y="10554"/>
                </a:lnTo>
                <a:lnTo>
                  <a:pt x="2993" y="9829"/>
                </a:lnTo>
                <a:lnTo>
                  <a:pt x="2993" y="9162"/>
                </a:lnTo>
                <a:lnTo>
                  <a:pt x="2993" y="8437"/>
                </a:lnTo>
                <a:lnTo>
                  <a:pt x="2993" y="7770"/>
                </a:lnTo>
                <a:lnTo>
                  <a:pt x="3066" y="7045"/>
                </a:lnTo>
                <a:lnTo>
                  <a:pt x="3066" y="6379"/>
                </a:lnTo>
                <a:lnTo>
                  <a:pt x="3066" y="5654"/>
                </a:lnTo>
                <a:lnTo>
                  <a:pt x="3066" y="4987"/>
                </a:lnTo>
                <a:lnTo>
                  <a:pt x="3066" y="4233"/>
                </a:lnTo>
                <a:lnTo>
                  <a:pt x="3140" y="3508"/>
                </a:lnTo>
                <a:lnTo>
                  <a:pt x="3140" y="2841"/>
                </a:lnTo>
                <a:lnTo>
                  <a:pt x="3140" y="2116"/>
                </a:lnTo>
                <a:lnTo>
                  <a:pt x="3140" y="1449"/>
                </a:lnTo>
                <a:lnTo>
                  <a:pt x="3140" y="724"/>
                </a:lnTo>
                <a:lnTo>
                  <a:pt x="32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590992" y="3607490"/>
            <a:ext cx="3140" cy="150022"/>
          </a:xfrm>
          <a:custGeom>
            <a:avLst/>
            <a:gdLst/>
            <a:ahLst/>
            <a:cxnLst/>
            <a:rect l="l" t="t" r="r" b="b"/>
            <a:pathLst>
              <a:path w="3140" h="150022">
                <a:moveTo>
                  <a:pt x="0" y="150022"/>
                </a:moveTo>
                <a:lnTo>
                  <a:pt x="0" y="149356"/>
                </a:lnTo>
                <a:lnTo>
                  <a:pt x="0" y="148602"/>
                </a:lnTo>
                <a:lnTo>
                  <a:pt x="0" y="147964"/>
                </a:lnTo>
                <a:lnTo>
                  <a:pt x="73" y="147210"/>
                </a:lnTo>
                <a:lnTo>
                  <a:pt x="73" y="146485"/>
                </a:lnTo>
                <a:lnTo>
                  <a:pt x="73" y="145818"/>
                </a:lnTo>
                <a:lnTo>
                  <a:pt x="73" y="145093"/>
                </a:lnTo>
                <a:lnTo>
                  <a:pt x="73" y="144368"/>
                </a:lnTo>
                <a:lnTo>
                  <a:pt x="147" y="143614"/>
                </a:lnTo>
                <a:lnTo>
                  <a:pt x="147" y="142977"/>
                </a:lnTo>
                <a:lnTo>
                  <a:pt x="147" y="142223"/>
                </a:lnTo>
                <a:lnTo>
                  <a:pt x="147" y="141498"/>
                </a:lnTo>
                <a:lnTo>
                  <a:pt x="221" y="140831"/>
                </a:lnTo>
                <a:lnTo>
                  <a:pt x="221" y="140106"/>
                </a:lnTo>
                <a:lnTo>
                  <a:pt x="221" y="139381"/>
                </a:lnTo>
                <a:lnTo>
                  <a:pt x="221" y="138627"/>
                </a:lnTo>
                <a:lnTo>
                  <a:pt x="221" y="137989"/>
                </a:lnTo>
                <a:lnTo>
                  <a:pt x="295" y="137235"/>
                </a:lnTo>
                <a:lnTo>
                  <a:pt x="295" y="136511"/>
                </a:lnTo>
                <a:lnTo>
                  <a:pt x="295" y="135786"/>
                </a:lnTo>
                <a:lnTo>
                  <a:pt x="295" y="135061"/>
                </a:lnTo>
                <a:lnTo>
                  <a:pt x="365" y="134394"/>
                </a:lnTo>
                <a:lnTo>
                  <a:pt x="365" y="133640"/>
                </a:lnTo>
                <a:lnTo>
                  <a:pt x="365" y="132915"/>
                </a:lnTo>
                <a:lnTo>
                  <a:pt x="365" y="132190"/>
                </a:lnTo>
                <a:lnTo>
                  <a:pt x="365" y="131465"/>
                </a:lnTo>
                <a:lnTo>
                  <a:pt x="439" y="130740"/>
                </a:lnTo>
                <a:lnTo>
                  <a:pt x="439" y="130074"/>
                </a:lnTo>
                <a:lnTo>
                  <a:pt x="439" y="129320"/>
                </a:lnTo>
                <a:lnTo>
                  <a:pt x="439" y="128595"/>
                </a:lnTo>
                <a:lnTo>
                  <a:pt x="513" y="127870"/>
                </a:lnTo>
                <a:lnTo>
                  <a:pt x="513" y="127145"/>
                </a:lnTo>
                <a:lnTo>
                  <a:pt x="513" y="126391"/>
                </a:lnTo>
                <a:lnTo>
                  <a:pt x="513" y="125666"/>
                </a:lnTo>
                <a:lnTo>
                  <a:pt x="513" y="124941"/>
                </a:lnTo>
                <a:lnTo>
                  <a:pt x="587" y="124216"/>
                </a:lnTo>
                <a:lnTo>
                  <a:pt x="587" y="123492"/>
                </a:lnTo>
                <a:lnTo>
                  <a:pt x="587" y="122738"/>
                </a:lnTo>
                <a:lnTo>
                  <a:pt x="587" y="122071"/>
                </a:lnTo>
                <a:lnTo>
                  <a:pt x="657" y="121346"/>
                </a:lnTo>
                <a:lnTo>
                  <a:pt x="657" y="120621"/>
                </a:lnTo>
                <a:lnTo>
                  <a:pt x="657" y="119896"/>
                </a:lnTo>
                <a:lnTo>
                  <a:pt x="657" y="119171"/>
                </a:lnTo>
                <a:lnTo>
                  <a:pt x="657" y="118417"/>
                </a:lnTo>
                <a:lnTo>
                  <a:pt x="731" y="117692"/>
                </a:lnTo>
                <a:lnTo>
                  <a:pt x="731" y="116968"/>
                </a:lnTo>
                <a:lnTo>
                  <a:pt x="731" y="116243"/>
                </a:lnTo>
                <a:lnTo>
                  <a:pt x="731" y="115489"/>
                </a:lnTo>
                <a:lnTo>
                  <a:pt x="731" y="114764"/>
                </a:lnTo>
                <a:lnTo>
                  <a:pt x="805" y="114039"/>
                </a:lnTo>
                <a:lnTo>
                  <a:pt x="805" y="113314"/>
                </a:lnTo>
                <a:lnTo>
                  <a:pt x="805" y="112560"/>
                </a:lnTo>
                <a:lnTo>
                  <a:pt x="805" y="111777"/>
                </a:lnTo>
                <a:lnTo>
                  <a:pt x="879" y="111052"/>
                </a:lnTo>
                <a:lnTo>
                  <a:pt x="879" y="110299"/>
                </a:lnTo>
                <a:lnTo>
                  <a:pt x="879" y="109574"/>
                </a:lnTo>
                <a:lnTo>
                  <a:pt x="879" y="108849"/>
                </a:lnTo>
                <a:lnTo>
                  <a:pt x="879" y="108124"/>
                </a:lnTo>
                <a:lnTo>
                  <a:pt x="949" y="107399"/>
                </a:lnTo>
                <a:lnTo>
                  <a:pt x="949" y="106645"/>
                </a:lnTo>
                <a:lnTo>
                  <a:pt x="949" y="105920"/>
                </a:lnTo>
                <a:lnTo>
                  <a:pt x="949" y="105195"/>
                </a:lnTo>
                <a:lnTo>
                  <a:pt x="1023" y="104470"/>
                </a:lnTo>
                <a:lnTo>
                  <a:pt x="1023" y="103659"/>
                </a:lnTo>
                <a:lnTo>
                  <a:pt x="1023" y="102934"/>
                </a:lnTo>
                <a:lnTo>
                  <a:pt x="1023" y="102209"/>
                </a:lnTo>
                <a:lnTo>
                  <a:pt x="1023" y="101455"/>
                </a:lnTo>
                <a:lnTo>
                  <a:pt x="1097" y="100730"/>
                </a:lnTo>
                <a:lnTo>
                  <a:pt x="1097" y="100005"/>
                </a:lnTo>
                <a:lnTo>
                  <a:pt x="1097" y="99222"/>
                </a:lnTo>
                <a:lnTo>
                  <a:pt x="1097" y="98468"/>
                </a:lnTo>
                <a:lnTo>
                  <a:pt x="1170" y="97744"/>
                </a:lnTo>
                <a:lnTo>
                  <a:pt x="1170" y="97019"/>
                </a:lnTo>
                <a:lnTo>
                  <a:pt x="1170" y="96294"/>
                </a:lnTo>
                <a:lnTo>
                  <a:pt x="1170" y="95482"/>
                </a:lnTo>
                <a:lnTo>
                  <a:pt x="1170" y="94757"/>
                </a:lnTo>
                <a:lnTo>
                  <a:pt x="1241" y="94032"/>
                </a:lnTo>
                <a:lnTo>
                  <a:pt x="1241" y="93278"/>
                </a:lnTo>
                <a:lnTo>
                  <a:pt x="1241" y="92495"/>
                </a:lnTo>
                <a:lnTo>
                  <a:pt x="1241" y="91770"/>
                </a:lnTo>
                <a:lnTo>
                  <a:pt x="1315" y="91017"/>
                </a:lnTo>
                <a:lnTo>
                  <a:pt x="1315" y="90292"/>
                </a:lnTo>
                <a:lnTo>
                  <a:pt x="1315" y="89509"/>
                </a:lnTo>
                <a:lnTo>
                  <a:pt x="1315" y="88755"/>
                </a:lnTo>
                <a:lnTo>
                  <a:pt x="1315" y="88030"/>
                </a:lnTo>
                <a:lnTo>
                  <a:pt x="1389" y="87305"/>
                </a:lnTo>
                <a:lnTo>
                  <a:pt x="1389" y="86493"/>
                </a:lnTo>
                <a:lnTo>
                  <a:pt x="1389" y="85768"/>
                </a:lnTo>
                <a:lnTo>
                  <a:pt x="1389" y="85043"/>
                </a:lnTo>
                <a:lnTo>
                  <a:pt x="1462" y="84261"/>
                </a:lnTo>
                <a:lnTo>
                  <a:pt x="1462" y="83507"/>
                </a:lnTo>
                <a:lnTo>
                  <a:pt x="1462" y="82782"/>
                </a:lnTo>
                <a:lnTo>
                  <a:pt x="1462" y="81999"/>
                </a:lnTo>
                <a:lnTo>
                  <a:pt x="1462" y="81245"/>
                </a:lnTo>
                <a:lnTo>
                  <a:pt x="1536" y="80520"/>
                </a:lnTo>
                <a:lnTo>
                  <a:pt x="1536" y="79737"/>
                </a:lnTo>
                <a:lnTo>
                  <a:pt x="1536" y="78983"/>
                </a:lnTo>
                <a:lnTo>
                  <a:pt x="1536" y="78258"/>
                </a:lnTo>
                <a:lnTo>
                  <a:pt x="1536" y="77476"/>
                </a:lnTo>
                <a:lnTo>
                  <a:pt x="1607" y="76722"/>
                </a:lnTo>
                <a:lnTo>
                  <a:pt x="1607" y="75939"/>
                </a:lnTo>
                <a:lnTo>
                  <a:pt x="1607" y="75214"/>
                </a:lnTo>
                <a:lnTo>
                  <a:pt x="1607" y="74460"/>
                </a:lnTo>
                <a:lnTo>
                  <a:pt x="1681" y="73677"/>
                </a:lnTo>
                <a:lnTo>
                  <a:pt x="1681" y="72952"/>
                </a:lnTo>
                <a:lnTo>
                  <a:pt x="1681" y="72140"/>
                </a:lnTo>
                <a:lnTo>
                  <a:pt x="1681" y="71416"/>
                </a:lnTo>
                <a:lnTo>
                  <a:pt x="1681" y="70691"/>
                </a:lnTo>
                <a:lnTo>
                  <a:pt x="1754" y="69879"/>
                </a:lnTo>
                <a:lnTo>
                  <a:pt x="1754" y="69154"/>
                </a:lnTo>
                <a:lnTo>
                  <a:pt x="1754" y="68342"/>
                </a:lnTo>
                <a:lnTo>
                  <a:pt x="1754" y="67617"/>
                </a:lnTo>
                <a:lnTo>
                  <a:pt x="1828" y="66834"/>
                </a:lnTo>
                <a:lnTo>
                  <a:pt x="1828" y="66080"/>
                </a:lnTo>
                <a:lnTo>
                  <a:pt x="1828" y="65297"/>
                </a:lnTo>
                <a:lnTo>
                  <a:pt x="1828" y="64573"/>
                </a:lnTo>
                <a:lnTo>
                  <a:pt x="1828" y="63761"/>
                </a:lnTo>
                <a:lnTo>
                  <a:pt x="1899" y="63036"/>
                </a:lnTo>
                <a:lnTo>
                  <a:pt x="1899" y="62224"/>
                </a:lnTo>
                <a:lnTo>
                  <a:pt x="1899" y="61499"/>
                </a:lnTo>
                <a:lnTo>
                  <a:pt x="1899" y="60716"/>
                </a:lnTo>
                <a:lnTo>
                  <a:pt x="1972" y="59962"/>
                </a:lnTo>
                <a:lnTo>
                  <a:pt x="1972" y="59179"/>
                </a:lnTo>
                <a:lnTo>
                  <a:pt x="1972" y="58455"/>
                </a:lnTo>
                <a:lnTo>
                  <a:pt x="1972" y="57643"/>
                </a:lnTo>
                <a:lnTo>
                  <a:pt x="1972" y="56918"/>
                </a:lnTo>
                <a:lnTo>
                  <a:pt x="2046" y="56106"/>
                </a:lnTo>
                <a:lnTo>
                  <a:pt x="2046" y="55381"/>
                </a:lnTo>
                <a:lnTo>
                  <a:pt x="2046" y="54598"/>
                </a:lnTo>
                <a:lnTo>
                  <a:pt x="2046" y="53844"/>
                </a:lnTo>
                <a:lnTo>
                  <a:pt x="2120" y="53061"/>
                </a:lnTo>
                <a:lnTo>
                  <a:pt x="2120" y="52249"/>
                </a:lnTo>
                <a:lnTo>
                  <a:pt x="2120" y="51525"/>
                </a:lnTo>
                <a:lnTo>
                  <a:pt x="2120" y="50742"/>
                </a:lnTo>
                <a:lnTo>
                  <a:pt x="2120" y="49988"/>
                </a:lnTo>
                <a:lnTo>
                  <a:pt x="2191" y="49205"/>
                </a:lnTo>
                <a:lnTo>
                  <a:pt x="2191" y="48480"/>
                </a:lnTo>
                <a:lnTo>
                  <a:pt x="2191" y="47668"/>
                </a:lnTo>
                <a:lnTo>
                  <a:pt x="2191" y="46885"/>
                </a:lnTo>
                <a:lnTo>
                  <a:pt x="2264" y="46131"/>
                </a:lnTo>
                <a:lnTo>
                  <a:pt x="2264" y="45349"/>
                </a:lnTo>
                <a:lnTo>
                  <a:pt x="2264" y="44537"/>
                </a:lnTo>
                <a:lnTo>
                  <a:pt x="2264" y="43812"/>
                </a:lnTo>
                <a:lnTo>
                  <a:pt x="2264" y="43029"/>
                </a:lnTo>
                <a:lnTo>
                  <a:pt x="2338" y="42275"/>
                </a:lnTo>
                <a:lnTo>
                  <a:pt x="2338" y="41492"/>
                </a:lnTo>
                <a:lnTo>
                  <a:pt x="2338" y="40680"/>
                </a:lnTo>
                <a:lnTo>
                  <a:pt x="2338" y="39955"/>
                </a:lnTo>
                <a:lnTo>
                  <a:pt x="2338" y="39172"/>
                </a:lnTo>
                <a:lnTo>
                  <a:pt x="2412" y="38361"/>
                </a:lnTo>
                <a:lnTo>
                  <a:pt x="2412" y="37636"/>
                </a:lnTo>
                <a:lnTo>
                  <a:pt x="2412" y="36824"/>
                </a:lnTo>
                <a:lnTo>
                  <a:pt x="2412" y="36041"/>
                </a:lnTo>
                <a:lnTo>
                  <a:pt x="2483" y="35316"/>
                </a:lnTo>
                <a:lnTo>
                  <a:pt x="2483" y="34504"/>
                </a:lnTo>
                <a:lnTo>
                  <a:pt x="2483" y="33721"/>
                </a:lnTo>
                <a:lnTo>
                  <a:pt x="2483" y="32909"/>
                </a:lnTo>
                <a:lnTo>
                  <a:pt x="2483" y="32185"/>
                </a:lnTo>
                <a:lnTo>
                  <a:pt x="2556" y="31373"/>
                </a:lnTo>
                <a:lnTo>
                  <a:pt x="2556" y="30590"/>
                </a:lnTo>
                <a:lnTo>
                  <a:pt x="2556" y="29865"/>
                </a:lnTo>
                <a:lnTo>
                  <a:pt x="2556" y="29053"/>
                </a:lnTo>
                <a:lnTo>
                  <a:pt x="2630" y="28270"/>
                </a:lnTo>
                <a:lnTo>
                  <a:pt x="2630" y="27458"/>
                </a:lnTo>
                <a:lnTo>
                  <a:pt x="2630" y="26733"/>
                </a:lnTo>
                <a:lnTo>
                  <a:pt x="2630" y="25922"/>
                </a:lnTo>
                <a:lnTo>
                  <a:pt x="2630" y="25139"/>
                </a:lnTo>
                <a:lnTo>
                  <a:pt x="2704" y="24414"/>
                </a:lnTo>
                <a:lnTo>
                  <a:pt x="2704" y="23602"/>
                </a:lnTo>
                <a:lnTo>
                  <a:pt x="2704" y="22790"/>
                </a:lnTo>
                <a:lnTo>
                  <a:pt x="2704" y="22007"/>
                </a:lnTo>
                <a:lnTo>
                  <a:pt x="2778" y="21195"/>
                </a:lnTo>
                <a:lnTo>
                  <a:pt x="2778" y="20470"/>
                </a:lnTo>
                <a:lnTo>
                  <a:pt x="2778" y="19687"/>
                </a:lnTo>
                <a:lnTo>
                  <a:pt x="2778" y="18876"/>
                </a:lnTo>
                <a:lnTo>
                  <a:pt x="2778" y="18093"/>
                </a:lnTo>
                <a:lnTo>
                  <a:pt x="2848" y="17339"/>
                </a:lnTo>
                <a:lnTo>
                  <a:pt x="2848" y="16556"/>
                </a:lnTo>
                <a:lnTo>
                  <a:pt x="2848" y="15744"/>
                </a:lnTo>
                <a:lnTo>
                  <a:pt x="2848" y="14961"/>
                </a:lnTo>
                <a:lnTo>
                  <a:pt x="2922" y="14149"/>
                </a:lnTo>
                <a:lnTo>
                  <a:pt x="2922" y="13424"/>
                </a:lnTo>
                <a:lnTo>
                  <a:pt x="2922" y="12642"/>
                </a:lnTo>
                <a:lnTo>
                  <a:pt x="2922" y="11830"/>
                </a:lnTo>
                <a:lnTo>
                  <a:pt x="2922" y="11047"/>
                </a:lnTo>
                <a:lnTo>
                  <a:pt x="2996" y="10235"/>
                </a:lnTo>
                <a:lnTo>
                  <a:pt x="2996" y="9452"/>
                </a:lnTo>
                <a:lnTo>
                  <a:pt x="2996" y="8698"/>
                </a:lnTo>
                <a:lnTo>
                  <a:pt x="2996" y="7915"/>
                </a:lnTo>
                <a:lnTo>
                  <a:pt x="3070" y="7103"/>
                </a:lnTo>
                <a:lnTo>
                  <a:pt x="3070" y="6321"/>
                </a:lnTo>
                <a:lnTo>
                  <a:pt x="3070" y="5509"/>
                </a:lnTo>
                <a:lnTo>
                  <a:pt x="3070" y="4726"/>
                </a:lnTo>
                <a:lnTo>
                  <a:pt x="3070" y="3972"/>
                </a:lnTo>
                <a:lnTo>
                  <a:pt x="3140" y="3189"/>
                </a:lnTo>
                <a:lnTo>
                  <a:pt x="3140" y="2377"/>
                </a:lnTo>
                <a:lnTo>
                  <a:pt x="3140" y="1594"/>
                </a:lnTo>
                <a:lnTo>
                  <a:pt x="3140" y="782"/>
                </a:lnTo>
                <a:lnTo>
                  <a:pt x="31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594132" y="3447956"/>
            <a:ext cx="3214" cy="159533"/>
          </a:xfrm>
          <a:custGeom>
            <a:avLst/>
            <a:gdLst/>
            <a:ahLst/>
            <a:cxnLst/>
            <a:rect l="l" t="t" r="r" b="b"/>
            <a:pathLst>
              <a:path w="3214" h="159533">
                <a:moveTo>
                  <a:pt x="0" y="159533"/>
                </a:moveTo>
                <a:lnTo>
                  <a:pt x="73" y="158721"/>
                </a:lnTo>
                <a:lnTo>
                  <a:pt x="73" y="157938"/>
                </a:lnTo>
                <a:lnTo>
                  <a:pt x="73" y="157213"/>
                </a:lnTo>
                <a:lnTo>
                  <a:pt x="73" y="156402"/>
                </a:lnTo>
                <a:lnTo>
                  <a:pt x="147" y="155619"/>
                </a:lnTo>
                <a:lnTo>
                  <a:pt x="147" y="154807"/>
                </a:lnTo>
                <a:lnTo>
                  <a:pt x="147" y="154024"/>
                </a:lnTo>
                <a:lnTo>
                  <a:pt x="147" y="153212"/>
                </a:lnTo>
                <a:lnTo>
                  <a:pt x="147" y="152400"/>
                </a:lnTo>
                <a:lnTo>
                  <a:pt x="221" y="151617"/>
                </a:lnTo>
                <a:lnTo>
                  <a:pt x="221" y="150805"/>
                </a:lnTo>
                <a:lnTo>
                  <a:pt x="221" y="150022"/>
                </a:lnTo>
                <a:lnTo>
                  <a:pt x="221" y="149211"/>
                </a:lnTo>
                <a:lnTo>
                  <a:pt x="291" y="148486"/>
                </a:lnTo>
                <a:lnTo>
                  <a:pt x="291" y="147703"/>
                </a:lnTo>
                <a:lnTo>
                  <a:pt x="291" y="146891"/>
                </a:lnTo>
                <a:lnTo>
                  <a:pt x="291" y="146108"/>
                </a:lnTo>
                <a:lnTo>
                  <a:pt x="291" y="145296"/>
                </a:lnTo>
                <a:lnTo>
                  <a:pt x="365" y="144513"/>
                </a:lnTo>
                <a:lnTo>
                  <a:pt x="365" y="143701"/>
                </a:lnTo>
                <a:lnTo>
                  <a:pt x="365" y="142919"/>
                </a:lnTo>
                <a:lnTo>
                  <a:pt x="365" y="142107"/>
                </a:lnTo>
                <a:lnTo>
                  <a:pt x="439" y="141295"/>
                </a:lnTo>
                <a:lnTo>
                  <a:pt x="439" y="140512"/>
                </a:lnTo>
                <a:lnTo>
                  <a:pt x="439" y="139700"/>
                </a:lnTo>
                <a:lnTo>
                  <a:pt x="439" y="138917"/>
                </a:lnTo>
                <a:lnTo>
                  <a:pt x="439" y="138105"/>
                </a:lnTo>
                <a:lnTo>
                  <a:pt x="513" y="137322"/>
                </a:lnTo>
                <a:lnTo>
                  <a:pt x="513" y="136511"/>
                </a:lnTo>
                <a:lnTo>
                  <a:pt x="513" y="135728"/>
                </a:lnTo>
                <a:lnTo>
                  <a:pt x="513" y="134916"/>
                </a:lnTo>
                <a:lnTo>
                  <a:pt x="583" y="134133"/>
                </a:lnTo>
                <a:lnTo>
                  <a:pt x="583" y="133321"/>
                </a:lnTo>
                <a:lnTo>
                  <a:pt x="583" y="132538"/>
                </a:lnTo>
                <a:lnTo>
                  <a:pt x="583" y="131726"/>
                </a:lnTo>
                <a:lnTo>
                  <a:pt x="583" y="130943"/>
                </a:lnTo>
                <a:lnTo>
                  <a:pt x="657" y="130132"/>
                </a:lnTo>
                <a:lnTo>
                  <a:pt x="657" y="129349"/>
                </a:lnTo>
                <a:lnTo>
                  <a:pt x="657" y="128537"/>
                </a:lnTo>
                <a:lnTo>
                  <a:pt x="657" y="127754"/>
                </a:lnTo>
                <a:lnTo>
                  <a:pt x="731" y="126942"/>
                </a:lnTo>
                <a:lnTo>
                  <a:pt x="731" y="126159"/>
                </a:lnTo>
                <a:lnTo>
                  <a:pt x="731" y="125347"/>
                </a:lnTo>
                <a:lnTo>
                  <a:pt x="731" y="124564"/>
                </a:lnTo>
                <a:lnTo>
                  <a:pt x="731" y="123753"/>
                </a:lnTo>
                <a:lnTo>
                  <a:pt x="805" y="122970"/>
                </a:lnTo>
                <a:lnTo>
                  <a:pt x="805" y="122158"/>
                </a:lnTo>
                <a:lnTo>
                  <a:pt x="805" y="121346"/>
                </a:lnTo>
                <a:lnTo>
                  <a:pt x="805" y="120563"/>
                </a:lnTo>
                <a:lnTo>
                  <a:pt x="805" y="119751"/>
                </a:lnTo>
                <a:lnTo>
                  <a:pt x="879" y="118968"/>
                </a:lnTo>
                <a:lnTo>
                  <a:pt x="879" y="118156"/>
                </a:lnTo>
                <a:lnTo>
                  <a:pt x="879" y="117373"/>
                </a:lnTo>
                <a:lnTo>
                  <a:pt x="879" y="116562"/>
                </a:lnTo>
                <a:lnTo>
                  <a:pt x="949" y="115779"/>
                </a:lnTo>
                <a:lnTo>
                  <a:pt x="949" y="114967"/>
                </a:lnTo>
                <a:lnTo>
                  <a:pt x="949" y="114184"/>
                </a:lnTo>
                <a:lnTo>
                  <a:pt x="949" y="113372"/>
                </a:lnTo>
                <a:lnTo>
                  <a:pt x="949" y="112589"/>
                </a:lnTo>
                <a:lnTo>
                  <a:pt x="1023" y="111777"/>
                </a:lnTo>
                <a:lnTo>
                  <a:pt x="1023" y="110994"/>
                </a:lnTo>
                <a:lnTo>
                  <a:pt x="1023" y="110183"/>
                </a:lnTo>
                <a:lnTo>
                  <a:pt x="1023" y="109400"/>
                </a:lnTo>
                <a:lnTo>
                  <a:pt x="1097" y="108588"/>
                </a:lnTo>
                <a:lnTo>
                  <a:pt x="1097" y="107805"/>
                </a:lnTo>
                <a:lnTo>
                  <a:pt x="1097" y="106993"/>
                </a:lnTo>
                <a:lnTo>
                  <a:pt x="1097" y="106210"/>
                </a:lnTo>
                <a:lnTo>
                  <a:pt x="1097" y="105340"/>
                </a:lnTo>
                <a:lnTo>
                  <a:pt x="1170" y="104528"/>
                </a:lnTo>
                <a:lnTo>
                  <a:pt x="1170" y="103746"/>
                </a:lnTo>
                <a:lnTo>
                  <a:pt x="1170" y="102934"/>
                </a:lnTo>
                <a:lnTo>
                  <a:pt x="1170" y="102151"/>
                </a:lnTo>
                <a:lnTo>
                  <a:pt x="1241" y="101339"/>
                </a:lnTo>
                <a:lnTo>
                  <a:pt x="1241" y="100556"/>
                </a:lnTo>
                <a:lnTo>
                  <a:pt x="1241" y="99744"/>
                </a:lnTo>
                <a:lnTo>
                  <a:pt x="1241" y="98961"/>
                </a:lnTo>
                <a:lnTo>
                  <a:pt x="1241" y="98149"/>
                </a:lnTo>
                <a:lnTo>
                  <a:pt x="1315" y="97367"/>
                </a:lnTo>
                <a:lnTo>
                  <a:pt x="1315" y="96555"/>
                </a:lnTo>
                <a:lnTo>
                  <a:pt x="1315" y="95772"/>
                </a:lnTo>
                <a:lnTo>
                  <a:pt x="1315" y="94960"/>
                </a:lnTo>
                <a:lnTo>
                  <a:pt x="1389" y="94090"/>
                </a:lnTo>
                <a:lnTo>
                  <a:pt x="1389" y="93307"/>
                </a:lnTo>
                <a:lnTo>
                  <a:pt x="1389" y="92495"/>
                </a:lnTo>
                <a:lnTo>
                  <a:pt x="1389" y="91712"/>
                </a:lnTo>
                <a:lnTo>
                  <a:pt x="1389" y="90901"/>
                </a:lnTo>
                <a:lnTo>
                  <a:pt x="1462" y="90118"/>
                </a:lnTo>
                <a:lnTo>
                  <a:pt x="1462" y="89306"/>
                </a:lnTo>
                <a:lnTo>
                  <a:pt x="1462" y="88523"/>
                </a:lnTo>
                <a:lnTo>
                  <a:pt x="1462" y="87711"/>
                </a:lnTo>
                <a:lnTo>
                  <a:pt x="1533" y="86928"/>
                </a:lnTo>
                <a:lnTo>
                  <a:pt x="1533" y="86116"/>
                </a:lnTo>
                <a:lnTo>
                  <a:pt x="1533" y="85246"/>
                </a:lnTo>
                <a:lnTo>
                  <a:pt x="1533" y="84464"/>
                </a:lnTo>
                <a:lnTo>
                  <a:pt x="1533" y="83652"/>
                </a:lnTo>
                <a:lnTo>
                  <a:pt x="1607" y="82869"/>
                </a:lnTo>
                <a:lnTo>
                  <a:pt x="1607" y="82057"/>
                </a:lnTo>
                <a:lnTo>
                  <a:pt x="1607" y="81274"/>
                </a:lnTo>
                <a:lnTo>
                  <a:pt x="1607" y="80462"/>
                </a:lnTo>
                <a:lnTo>
                  <a:pt x="1607" y="79679"/>
                </a:lnTo>
                <a:lnTo>
                  <a:pt x="1681" y="78867"/>
                </a:lnTo>
                <a:lnTo>
                  <a:pt x="1681" y="78085"/>
                </a:lnTo>
                <a:lnTo>
                  <a:pt x="1681" y="77215"/>
                </a:lnTo>
                <a:lnTo>
                  <a:pt x="1681" y="76403"/>
                </a:lnTo>
                <a:lnTo>
                  <a:pt x="1754" y="75620"/>
                </a:lnTo>
                <a:lnTo>
                  <a:pt x="1754" y="74808"/>
                </a:lnTo>
                <a:lnTo>
                  <a:pt x="1754" y="74025"/>
                </a:lnTo>
                <a:lnTo>
                  <a:pt x="1754" y="73213"/>
                </a:lnTo>
                <a:lnTo>
                  <a:pt x="1754" y="72430"/>
                </a:lnTo>
                <a:lnTo>
                  <a:pt x="1825" y="71619"/>
                </a:lnTo>
                <a:lnTo>
                  <a:pt x="1825" y="70836"/>
                </a:lnTo>
                <a:lnTo>
                  <a:pt x="1825" y="69966"/>
                </a:lnTo>
                <a:lnTo>
                  <a:pt x="1825" y="69154"/>
                </a:lnTo>
                <a:lnTo>
                  <a:pt x="1899" y="68371"/>
                </a:lnTo>
                <a:lnTo>
                  <a:pt x="1899" y="67559"/>
                </a:lnTo>
                <a:lnTo>
                  <a:pt x="1899" y="66776"/>
                </a:lnTo>
                <a:lnTo>
                  <a:pt x="1899" y="65964"/>
                </a:lnTo>
                <a:lnTo>
                  <a:pt x="1899" y="65182"/>
                </a:lnTo>
                <a:lnTo>
                  <a:pt x="1972" y="64370"/>
                </a:lnTo>
                <a:lnTo>
                  <a:pt x="1972" y="63500"/>
                </a:lnTo>
                <a:lnTo>
                  <a:pt x="1972" y="62717"/>
                </a:lnTo>
                <a:lnTo>
                  <a:pt x="1972" y="61905"/>
                </a:lnTo>
                <a:lnTo>
                  <a:pt x="2046" y="61122"/>
                </a:lnTo>
                <a:lnTo>
                  <a:pt x="2046" y="60310"/>
                </a:lnTo>
                <a:lnTo>
                  <a:pt x="2046" y="59527"/>
                </a:lnTo>
                <a:lnTo>
                  <a:pt x="2046" y="58715"/>
                </a:lnTo>
                <a:lnTo>
                  <a:pt x="2046" y="57933"/>
                </a:lnTo>
                <a:lnTo>
                  <a:pt x="2120" y="57121"/>
                </a:lnTo>
                <a:lnTo>
                  <a:pt x="2120" y="56251"/>
                </a:lnTo>
                <a:lnTo>
                  <a:pt x="2120" y="55468"/>
                </a:lnTo>
                <a:lnTo>
                  <a:pt x="2120" y="54656"/>
                </a:lnTo>
                <a:lnTo>
                  <a:pt x="2191" y="53873"/>
                </a:lnTo>
                <a:lnTo>
                  <a:pt x="2191" y="53061"/>
                </a:lnTo>
                <a:lnTo>
                  <a:pt x="2191" y="52278"/>
                </a:lnTo>
                <a:lnTo>
                  <a:pt x="2191" y="51467"/>
                </a:lnTo>
                <a:lnTo>
                  <a:pt x="2191" y="50684"/>
                </a:lnTo>
                <a:lnTo>
                  <a:pt x="2264" y="49814"/>
                </a:lnTo>
                <a:lnTo>
                  <a:pt x="2264" y="49002"/>
                </a:lnTo>
                <a:lnTo>
                  <a:pt x="2264" y="48219"/>
                </a:lnTo>
                <a:lnTo>
                  <a:pt x="2264" y="47407"/>
                </a:lnTo>
                <a:lnTo>
                  <a:pt x="2338" y="46624"/>
                </a:lnTo>
                <a:lnTo>
                  <a:pt x="2338" y="45812"/>
                </a:lnTo>
                <a:lnTo>
                  <a:pt x="2338" y="45030"/>
                </a:lnTo>
                <a:lnTo>
                  <a:pt x="2338" y="44218"/>
                </a:lnTo>
                <a:lnTo>
                  <a:pt x="2338" y="43348"/>
                </a:lnTo>
                <a:lnTo>
                  <a:pt x="2412" y="42565"/>
                </a:lnTo>
                <a:lnTo>
                  <a:pt x="2412" y="41753"/>
                </a:lnTo>
                <a:lnTo>
                  <a:pt x="2412" y="40970"/>
                </a:lnTo>
                <a:lnTo>
                  <a:pt x="2412" y="40158"/>
                </a:lnTo>
                <a:lnTo>
                  <a:pt x="2412" y="39375"/>
                </a:lnTo>
                <a:lnTo>
                  <a:pt x="2483" y="38564"/>
                </a:lnTo>
                <a:lnTo>
                  <a:pt x="2483" y="37781"/>
                </a:lnTo>
                <a:lnTo>
                  <a:pt x="2483" y="36969"/>
                </a:lnTo>
                <a:lnTo>
                  <a:pt x="2483" y="36099"/>
                </a:lnTo>
                <a:lnTo>
                  <a:pt x="2556" y="35316"/>
                </a:lnTo>
                <a:lnTo>
                  <a:pt x="2556" y="34504"/>
                </a:lnTo>
                <a:lnTo>
                  <a:pt x="2556" y="33721"/>
                </a:lnTo>
                <a:lnTo>
                  <a:pt x="2556" y="32909"/>
                </a:lnTo>
                <a:lnTo>
                  <a:pt x="2556" y="32127"/>
                </a:lnTo>
                <a:lnTo>
                  <a:pt x="2630" y="31315"/>
                </a:lnTo>
                <a:lnTo>
                  <a:pt x="2630" y="30532"/>
                </a:lnTo>
                <a:lnTo>
                  <a:pt x="2630" y="29720"/>
                </a:lnTo>
                <a:lnTo>
                  <a:pt x="2630" y="28850"/>
                </a:lnTo>
                <a:lnTo>
                  <a:pt x="2704" y="28067"/>
                </a:lnTo>
                <a:lnTo>
                  <a:pt x="2704" y="27342"/>
                </a:lnTo>
                <a:lnTo>
                  <a:pt x="2704" y="26530"/>
                </a:lnTo>
                <a:lnTo>
                  <a:pt x="2704" y="25748"/>
                </a:lnTo>
                <a:lnTo>
                  <a:pt x="2704" y="24936"/>
                </a:lnTo>
                <a:lnTo>
                  <a:pt x="2774" y="24153"/>
                </a:lnTo>
                <a:lnTo>
                  <a:pt x="2774" y="23341"/>
                </a:lnTo>
                <a:lnTo>
                  <a:pt x="2774" y="22558"/>
                </a:lnTo>
                <a:lnTo>
                  <a:pt x="2774" y="21746"/>
                </a:lnTo>
                <a:lnTo>
                  <a:pt x="2848" y="20876"/>
                </a:lnTo>
                <a:lnTo>
                  <a:pt x="2848" y="20093"/>
                </a:lnTo>
                <a:lnTo>
                  <a:pt x="2848" y="19282"/>
                </a:lnTo>
                <a:lnTo>
                  <a:pt x="2848" y="18499"/>
                </a:lnTo>
                <a:lnTo>
                  <a:pt x="2848" y="17687"/>
                </a:lnTo>
                <a:lnTo>
                  <a:pt x="2922" y="16904"/>
                </a:lnTo>
                <a:lnTo>
                  <a:pt x="2922" y="16092"/>
                </a:lnTo>
                <a:lnTo>
                  <a:pt x="2922" y="15309"/>
                </a:lnTo>
                <a:lnTo>
                  <a:pt x="2922" y="14497"/>
                </a:lnTo>
                <a:lnTo>
                  <a:pt x="2996" y="13714"/>
                </a:lnTo>
                <a:lnTo>
                  <a:pt x="2996" y="12903"/>
                </a:lnTo>
                <a:lnTo>
                  <a:pt x="2996" y="12033"/>
                </a:lnTo>
                <a:lnTo>
                  <a:pt x="2996" y="11250"/>
                </a:lnTo>
                <a:lnTo>
                  <a:pt x="2996" y="10438"/>
                </a:lnTo>
                <a:lnTo>
                  <a:pt x="3066" y="9655"/>
                </a:lnTo>
                <a:lnTo>
                  <a:pt x="3066" y="8843"/>
                </a:lnTo>
                <a:lnTo>
                  <a:pt x="3066" y="8060"/>
                </a:lnTo>
                <a:lnTo>
                  <a:pt x="3066" y="7248"/>
                </a:lnTo>
                <a:lnTo>
                  <a:pt x="3140" y="6466"/>
                </a:lnTo>
                <a:lnTo>
                  <a:pt x="3140" y="5654"/>
                </a:lnTo>
                <a:lnTo>
                  <a:pt x="3140" y="4871"/>
                </a:lnTo>
                <a:lnTo>
                  <a:pt x="3140" y="4059"/>
                </a:lnTo>
                <a:lnTo>
                  <a:pt x="3140" y="3276"/>
                </a:lnTo>
                <a:lnTo>
                  <a:pt x="3214" y="2464"/>
                </a:lnTo>
                <a:lnTo>
                  <a:pt x="3214" y="1594"/>
                </a:lnTo>
                <a:lnTo>
                  <a:pt x="3214" y="811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597347" y="3293149"/>
            <a:ext cx="3214" cy="154807"/>
          </a:xfrm>
          <a:custGeom>
            <a:avLst/>
            <a:gdLst/>
            <a:ahLst/>
            <a:cxnLst/>
            <a:rect l="l" t="t" r="r" b="b"/>
            <a:pathLst>
              <a:path w="3214" h="154807">
                <a:moveTo>
                  <a:pt x="0" y="154807"/>
                </a:moveTo>
                <a:lnTo>
                  <a:pt x="0" y="154024"/>
                </a:lnTo>
                <a:lnTo>
                  <a:pt x="73" y="153212"/>
                </a:lnTo>
                <a:lnTo>
                  <a:pt x="73" y="152429"/>
                </a:lnTo>
                <a:lnTo>
                  <a:pt x="73" y="151617"/>
                </a:lnTo>
                <a:lnTo>
                  <a:pt x="73" y="150834"/>
                </a:lnTo>
                <a:lnTo>
                  <a:pt x="147" y="150022"/>
                </a:lnTo>
                <a:lnTo>
                  <a:pt x="147" y="149240"/>
                </a:lnTo>
                <a:lnTo>
                  <a:pt x="147" y="148428"/>
                </a:lnTo>
                <a:lnTo>
                  <a:pt x="147" y="147616"/>
                </a:lnTo>
                <a:lnTo>
                  <a:pt x="147" y="146833"/>
                </a:lnTo>
                <a:lnTo>
                  <a:pt x="218" y="146021"/>
                </a:lnTo>
                <a:lnTo>
                  <a:pt x="218" y="145238"/>
                </a:lnTo>
                <a:lnTo>
                  <a:pt x="218" y="144426"/>
                </a:lnTo>
                <a:lnTo>
                  <a:pt x="218" y="143643"/>
                </a:lnTo>
                <a:lnTo>
                  <a:pt x="291" y="142832"/>
                </a:lnTo>
                <a:lnTo>
                  <a:pt x="291" y="142049"/>
                </a:lnTo>
                <a:lnTo>
                  <a:pt x="291" y="141237"/>
                </a:lnTo>
                <a:lnTo>
                  <a:pt x="291" y="140454"/>
                </a:lnTo>
                <a:lnTo>
                  <a:pt x="291" y="139642"/>
                </a:lnTo>
                <a:lnTo>
                  <a:pt x="365" y="138859"/>
                </a:lnTo>
                <a:lnTo>
                  <a:pt x="365" y="138047"/>
                </a:lnTo>
                <a:lnTo>
                  <a:pt x="365" y="137264"/>
                </a:lnTo>
                <a:lnTo>
                  <a:pt x="365" y="136453"/>
                </a:lnTo>
                <a:lnTo>
                  <a:pt x="439" y="135670"/>
                </a:lnTo>
                <a:lnTo>
                  <a:pt x="439" y="134858"/>
                </a:lnTo>
                <a:lnTo>
                  <a:pt x="439" y="134075"/>
                </a:lnTo>
                <a:lnTo>
                  <a:pt x="439" y="133263"/>
                </a:lnTo>
                <a:lnTo>
                  <a:pt x="439" y="132480"/>
                </a:lnTo>
                <a:lnTo>
                  <a:pt x="510" y="131668"/>
                </a:lnTo>
                <a:lnTo>
                  <a:pt x="510" y="130885"/>
                </a:lnTo>
                <a:lnTo>
                  <a:pt x="510" y="130074"/>
                </a:lnTo>
                <a:lnTo>
                  <a:pt x="510" y="129291"/>
                </a:lnTo>
                <a:lnTo>
                  <a:pt x="583" y="128479"/>
                </a:lnTo>
                <a:lnTo>
                  <a:pt x="583" y="127667"/>
                </a:lnTo>
                <a:lnTo>
                  <a:pt x="583" y="126884"/>
                </a:lnTo>
                <a:lnTo>
                  <a:pt x="583" y="126072"/>
                </a:lnTo>
                <a:lnTo>
                  <a:pt x="583" y="125289"/>
                </a:lnTo>
                <a:lnTo>
                  <a:pt x="657" y="124477"/>
                </a:lnTo>
                <a:lnTo>
                  <a:pt x="657" y="123695"/>
                </a:lnTo>
                <a:lnTo>
                  <a:pt x="657" y="122883"/>
                </a:lnTo>
                <a:lnTo>
                  <a:pt x="657" y="122100"/>
                </a:lnTo>
                <a:lnTo>
                  <a:pt x="731" y="121288"/>
                </a:lnTo>
                <a:lnTo>
                  <a:pt x="731" y="120505"/>
                </a:lnTo>
                <a:lnTo>
                  <a:pt x="731" y="119693"/>
                </a:lnTo>
                <a:lnTo>
                  <a:pt x="731" y="118910"/>
                </a:lnTo>
                <a:lnTo>
                  <a:pt x="731" y="118098"/>
                </a:lnTo>
                <a:lnTo>
                  <a:pt x="802" y="117316"/>
                </a:lnTo>
                <a:lnTo>
                  <a:pt x="802" y="116504"/>
                </a:lnTo>
                <a:lnTo>
                  <a:pt x="802" y="115721"/>
                </a:lnTo>
                <a:lnTo>
                  <a:pt x="802" y="114909"/>
                </a:lnTo>
                <a:lnTo>
                  <a:pt x="802" y="114126"/>
                </a:lnTo>
                <a:lnTo>
                  <a:pt x="875" y="113314"/>
                </a:lnTo>
                <a:lnTo>
                  <a:pt x="875" y="112531"/>
                </a:lnTo>
                <a:lnTo>
                  <a:pt x="875" y="111777"/>
                </a:lnTo>
                <a:lnTo>
                  <a:pt x="875" y="110994"/>
                </a:lnTo>
                <a:lnTo>
                  <a:pt x="949" y="110183"/>
                </a:lnTo>
                <a:lnTo>
                  <a:pt x="949" y="109400"/>
                </a:lnTo>
                <a:lnTo>
                  <a:pt x="949" y="108588"/>
                </a:lnTo>
                <a:lnTo>
                  <a:pt x="949" y="107805"/>
                </a:lnTo>
                <a:lnTo>
                  <a:pt x="949" y="106993"/>
                </a:lnTo>
                <a:lnTo>
                  <a:pt x="1023" y="106210"/>
                </a:lnTo>
                <a:lnTo>
                  <a:pt x="1023" y="105398"/>
                </a:lnTo>
                <a:lnTo>
                  <a:pt x="1023" y="104615"/>
                </a:lnTo>
                <a:lnTo>
                  <a:pt x="1023" y="103804"/>
                </a:lnTo>
                <a:lnTo>
                  <a:pt x="1093" y="103079"/>
                </a:lnTo>
                <a:lnTo>
                  <a:pt x="1093" y="102267"/>
                </a:lnTo>
                <a:lnTo>
                  <a:pt x="1093" y="101484"/>
                </a:lnTo>
                <a:lnTo>
                  <a:pt x="1093" y="100672"/>
                </a:lnTo>
                <a:lnTo>
                  <a:pt x="1093" y="99889"/>
                </a:lnTo>
                <a:lnTo>
                  <a:pt x="1167" y="99077"/>
                </a:lnTo>
                <a:lnTo>
                  <a:pt x="1167" y="98294"/>
                </a:lnTo>
                <a:lnTo>
                  <a:pt x="1167" y="97570"/>
                </a:lnTo>
                <a:lnTo>
                  <a:pt x="1167" y="96758"/>
                </a:lnTo>
                <a:lnTo>
                  <a:pt x="1241" y="95975"/>
                </a:lnTo>
                <a:lnTo>
                  <a:pt x="1241" y="95163"/>
                </a:lnTo>
                <a:lnTo>
                  <a:pt x="1241" y="94380"/>
                </a:lnTo>
                <a:lnTo>
                  <a:pt x="1241" y="93568"/>
                </a:lnTo>
                <a:lnTo>
                  <a:pt x="1241" y="92756"/>
                </a:lnTo>
                <a:lnTo>
                  <a:pt x="1315" y="92031"/>
                </a:lnTo>
                <a:lnTo>
                  <a:pt x="1315" y="91249"/>
                </a:lnTo>
                <a:lnTo>
                  <a:pt x="1315" y="90437"/>
                </a:lnTo>
                <a:lnTo>
                  <a:pt x="1315" y="89654"/>
                </a:lnTo>
                <a:lnTo>
                  <a:pt x="1389" y="88842"/>
                </a:lnTo>
                <a:lnTo>
                  <a:pt x="1389" y="88117"/>
                </a:lnTo>
                <a:lnTo>
                  <a:pt x="1389" y="87305"/>
                </a:lnTo>
                <a:lnTo>
                  <a:pt x="1389" y="86522"/>
                </a:lnTo>
                <a:lnTo>
                  <a:pt x="1389" y="85710"/>
                </a:lnTo>
                <a:lnTo>
                  <a:pt x="1459" y="84927"/>
                </a:lnTo>
                <a:lnTo>
                  <a:pt x="1459" y="84203"/>
                </a:lnTo>
                <a:lnTo>
                  <a:pt x="1459" y="83391"/>
                </a:lnTo>
                <a:lnTo>
                  <a:pt x="1459" y="82608"/>
                </a:lnTo>
                <a:lnTo>
                  <a:pt x="1533" y="81796"/>
                </a:lnTo>
                <a:lnTo>
                  <a:pt x="1533" y="81013"/>
                </a:lnTo>
                <a:lnTo>
                  <a:pt x="1533" y="80259"/>
                </a:lnTo>
                <a:lnTo>
                  <a:pt x="1533" y="79476"/>
                </a:lnTo>
                <a:lnTo>
                  <a:pt x="1533" y="78664"/>
                </a:lnTo>
                <a:lnTo>
                  <a:pt x="1607" y="77882"/>
                </a:lnTo>
                <a:lnTo>
                  <a:pt x="1607" y="77157"/>
                </a:lnTo>
                <a:lnTo>
                  <a:pt x="1607" y="76345"/>
                </a:lnTo>
                <a:lnTo>
                  <a:pt x="1607" y="75533"/>
                </a:lnTo>
                <a:lnTo>
                  <a:pt x="1607" y="74750"/>
                </a:lnTo>
                <a:lnTo>
                  <a:pt x="1681" y="74025"/>
                </a:lnTo>
                <a:lnTo>
                  <a:pt x="1681" y="73213"/>
                </a:lnTo>
                <a:lnTo>
                  <a:pt x="1681" y="72430"/>
                </a:lnTo>
                <a:lnTo>
                  <a:pt x="1681" y="71619"/>
                </a:lnTo>
                <a:lnTo>
                  <a:pt x="1751" y="70894"/>
                </a:lnTo>
                <a:lnTo>
                  <a:pt x="1751" y="70082"/>
                </a:lnTo>
                <a:lnTo>
                  <a:pt x="1751" y="69299"/>
                </a:lnTo>
                <a:lnTo>
                  <a:pt x="1751" y="68574"/>
                </a:lnTo>
                <a:lnTo>
                  <a:pt x="1751" y="67762"/>
                </a:lnTo>
                <a:lnTo>
                  <a:pt x="1825" y="66979"/>
                </a:lnTo>
                <a:lnTo>
                  <a:pt x="1825" y="66225"/>
                </a:lnTo>
                <a:lnTo>
                  <a:pt x="1825" y="65442"/>
                </a:lnTo>
                <a:lnTo>
                  <a:pt x="1825" y="64631"/>
                </a:lnTo>
                <a:lnTo>
                  <a:pt x="1899" y="63906"/>
                </a:lnTo>
                <a:lnTo>
                  <a:pt x="1899" y="63123"/>
                </a:lnTo>
                <a:lnTo>
                  <a:pt x="1899" y="62311"/>
                </a:lnTo>
                <a:lnTo>
                  <a:pt x="1899" y="61586"/>
                </a:lnTo>
                <a:lnTo>
                  <a:pt x="1899" y="60774"/>
                </a:lnTo>
                <a:lnTo>
                  <a:pt x="1972" y="59991"/>
                </a:lnTo>
                <a:lnTo>
                  <a:pt x="1972" y="59266"/>
                </a:lnTo>
                <a:lnTo>
                  <a:pt x="1972" y="58455"/>
                </a:lnTo>
                <a:lnTo>
                  <a:pt x="1972" y="57672"/>
                </a:lnTo>
                <a:lnTo>
                  <a:pt x="2043" y="56918"/>
                </a:lnTo>
                <a:lnTo>
                  <a:pt x="2043" y="56135"/>
                </a:lnTo>
                <a:lnTo>
                  <a:pt x="2043" y="55323"/>
                </a:lnTo>
                <a:lnTo>
                  <a:pt x="2043" y="54598"/>
                </a:lnTo>
                <a:lnTo>
                  <a:pt x="2043" y="53815"/>
                </a:lnTo>
                <a:lnTo>
                  <a:pt x="2117" y="53061"/>
                </a:lnTo>
                <a:lnTo>
                  <a:pt x="2117" y="52278"/>
                </a:lnTo>
                <a:lnTo>
                  <a:pt x="2117" y="51467"/>
                </a:lnTo>
                <a:lnTo>
                  <a:pt x="2117" y="50742"/>
                </a:lnTo>
                <a:lnTo>
                  <a:pt x="2191" y="49959"/>
                </a:lnTo>
                <a:lnTo>
                  <a:pt x="2191" y="49205"/>
                </a:lnTo>
                <a:lnTo>
                  <a:pt x="2191" y="48422"/>
                </a:lnTo>
                <a:lnTo>
                  <a:pt x="2191" y="47697"/>
                </a:lnTo>
                <a:lnTo>
                  <a:pt x="2191" y="46885"/>
                </a:lnTo>
                <a:lnTo>
                  <a:pt x="2264" y="46102"/>
                </a:lnTo>
                <a:lnTo>
                  <a:pt x="2264" y="45349"/>
                </a:lnTo>
                <a:lnTo>
                  <a:pt x="2264" y="44566"/>
                </a:lnTo>
                <a:lnTo>
                  <a:pt x="2264" y="43841"/>
                </a:lnTo>
                <a:lnTo>
                  <a:pt x="2335" y="43029"/>
                </a:lnTo>
                <a:lnTo>
                  <a:pt x="2335" y="42304"/>
                </a:lnTo>
                <a:lnTo>
                  <a:pt x="2335" y="41492"/>
                </a:lnTo>
                <a:lnTo>
                  <a:pt x="2335" y="40767"/>
                </a:lnTo>
                <a:lnTo>
                  <a:pt x="2335" y="39984"/>
                </a:lnTo>
                <a:lnTo>
                  <a:pt x="2409" y="39230"/>
                </a:lnTo>
                <a:lnTo>
                  <a:pt x="2409" y="38448"/>
                </a:lnTo>
                <a:lnTo>
                  <a:pt x="2409" y="37723"/>
                </a:lnTo>
                <a:lnTo>
                  <a:pt x="2409" y="36911"/>
                </a:lnTo>
                <a:lnTo>
                  <a:pt x="2409" y="36186"/>
                </a:lnTo>
                <a:lnTo>
                  <a:pt x="2483" y="35374"/>
                </a:lnTo>
                <a:lnTo>
                  <a:pt x="2483" y="34649"/>
                </a:lnTo>
                <a:lnTo>
                  <a:pt x="2483" y="33866"/>
                </a:lnTo>
                <a:lnTo>
                  <a:pt x="2483" y="33112"/>
                </a:lnTo>
                <a:lnTo>
                  <a:pt x="2556" y="32330"/>
                </a:lnTo>
                <a:lnTo>
                  <a:pt x="2556" y="31605"/>
                </a:lnTo>
                <a:lnTo>
                  <a:pt x="2556" y="30851"/>
                </a:lnTo>
                <a:lnTo>
                  <a:pt x="2556" y="30068"/>
                </a:lnTo>
                <a:lnTo>
                  <a:pt x="2556" y="29343"/>
                </a:lnTo>
                <a:lnTo>
                  <a:pt x="2630" y="28531"/>
                </a:lnTo>
                <a:lnTo>
                  <a:pt x="2630" y="27806"/>
                </a:lnTo>
                <a:lnTo>
                  <a:pt x="2630" y="26994"/>
                </a:lnTo>
                <a:lnTo>
                  <a:pt x="2630" y="26269"/>
                </a:lnTo>
                <a:lnTo>
                  <a:pt x="2701" y="25545"/>
                </a:lnTo>
                <a:lnTo>
                  <a:pt x="2701" y="24733"/>
                </a:lnTo>
                <a:lnTo>
                  <a:pt x="2701" y="24008"/>
                </a:lnTo>
                <a:lnTo>
                  <a:pt x="2701" y="23283"/>
                </a:lnTo>
                <a:lnTo>
                  <a:pt x="2701" y="22471"/>
                </a:lnTo>
                <a:lnTo>
                  <a:pt x="2774" y="21746"/>
                </a:lnTo>
                <a:lnTo>
                  <a:pt x="2774" y="20963"/>
                </a:lnTo>
                <a:lnTo>
                  <a:pt x="2774" y="20209"/>
                </a:lnTo>
                <a:lnTo>
                  <a:pt x="2774" y="19485"/>
                </a:lnTo>
                <a:lnTo>
                  <a:pt x="2848" y="18702"/>
                </a:lnTo>
                <a:lnTo>
                  <a:pt x="2848" y="17948"/>
                </a:lnTo>
                <a:lnTo>
                  <a:pt x="2848" y="17223"/>
                </a:lnTo>
                <a:lnTo>
                  <a:pt x="2848" y="16440"/>
                </a:lnTo>
                <a:lnTo>
                  <a:pt x="2848" y="15686"/>
                </a:lnTo>
                <a:lnTo>
                  <a:pt x="2922" y="14961"/>
                </a:lnTo>
                <a:lnTo>
                  <a:pt x="2922" y="14236"/>
                </a:lnTo>
                <a:lnTo>
                  <a:pt x="2922" y="13453"/>
                </a:lnTo>
                <a:lnTo>
                  <a:pt x="2922" y="12700"/>
                </a:lnTo>
                <a:lnTo>
                  <a:pt x="2993" y="11975"/>
                </a:lnTo>
                <a:lnTo>
                  <a:pt x="2993" y="11192"/>
                </a:lnTo>
                <a:lnTo>
                  <a:pt x="2993" y="10438"/>
                </a:lnTo>
                <a:lnTo>
                  <a:pt x="2993" y="9713"/>
                </a:lnTo>
                <a:lnTo>
                  <a:pt x="2993" y="8988"/>
                </a:lnTo>
                <a:lnTo>
                  <a:pt x="3066" y="8176"/>
                </a:lnTo>
                <a:lnTo>
                  <a:pt x="3066" y="7451"/>
                </a:lnTo>
                <a:lnTo>
                  <a:pt x="3066" y="6726"/>
                </a:lnTo>
                <a:lnTo>
                  <a:pt x="3066" y="6002"/>
                </a:lnTo>
                <a:lnTo>
                  <a:pt x="3140" y="5190"/>
                </a:lnTo>
                <a:lnTo>
                  <a:pt x="3140" y="4465"/>
                </a:lnTo>
                <a:lnTo>
                  <a:pt x="3140" y="3740"/>
                </a:lnTo>
                <a:lnTo>
                  <a:pt x="3140" y="2986"/>
                </a:lnTo>
                <a:lnTo>
                  <a:pt x="3140" y="2261"/>
                </a:lnTo>
                <a:lnTo>
                  <a:pt x="3214" y="1536"/>
                </a:lnTo>
                <a:lnTo>
                  <a:pt x="3214" y="724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600561" y="3156841"/>
            <a:ext cx="3211" cy="136308"/>
          </a:xfrm>
          <a:custGeom>
            <a:avLst/>
            <a:gdLst/>
            <a:ahLst/>
            <a:cxnLst/>
            <a:rect l="l" t="t" r="r" b="b"/>
            <a:pathLst>
              <a:path w="3211" h="136308">
                <a:moveTo>
                  <a:pt x="0" y="136308"/>
                </a:moveTo>
                <a:lnTo>
                  <a:pt x="0" y="135583"/>
                </a:lnTo>
                <a:lnTo>
                  <a:pt x="0" y="134858"/>
                </a:lnTo>
                <a:lnTo>
                  <a:pt x="70" y="134133"/>
                </a:lnTo>
                <a:lnTo>
                  <a:pt x="70" y="133379"/>
                </a:lnTo>
                <a:lnTo>
                  <a:pt x="70" y="132596"/>
                </a:lnTo>
                <a:lnTo>
                  <a:pt x="70" y="131871"/>
                </a:lnTo>
                <a:lnTo>
                  <a:pt x="144" y="131117"/>
                </a:lnTo>
                <a:lnTo>
                  <a:pt x="144" y="130392"/>
                </a:lnTo>
                <a:lnTo>
                  <a:pt x="144" y="129668"/>
                </a:lnTo>
                <a:lnTo>
                  <a:pt x="144" y="128943"/>
                </a:lnTo>
                <a:lnTo>
                  <a:pt x="144" y="128189"/>
                </a:lnTo>
                <a:lnTo>
                  <a:pt x="218" y="127464"/>
                </a:lnTo>
                <a:lnTo>
                  <a:pt x="218" y="126739"/>
                </a:lnTo>
                <a:lnTo>
                  <a:pt x="218" y="126014"/>
                </a:lnTo>
                <a:lnTo>
                  <a:pt x="218" y="125202"/>
                </a:lnTo>
                <a:lnTo>
                  <a:pt x="291" y="124477"/>
                </a:lnTo>
                <a:lnTo>
                  <a:pt x="291" y="123753"/>
                </a:lnTo>
                <a:lnTo>
                  <a:pt x="291" y="123028"/>
                </a:lnTo>
                <a:lnTo>
                  <a:pt x="291" y="122274"/>
                </a:lnTo>
                <a:lnTo>
                  <a:pt x="291" y="121549"/>
                </a:lnTo>
                <a:lnTo>
                  <a:pt x="362" y="120824"/>
                </a:lnTo>
                <a:lnTo>
                  <a:pt x="362" y="120099"/>
                </a:lnTo>
                <a:lnTo>
                  <a:pt x="362" y="119345"/>
                </a:lnTo>
                <a:lnTo>
                  <a:pt x="362" y="118620"/>
                </a:lnTo>
                <a:lnTo>
                  <a:pt x="436" y="117895"/>
                </a:lnTo>
                <a:lnTo>
                  <a:pt x="436" y="117171"/>
                </a:lnTo>
                <a:lnTo>
                  <a:pt x="436" y="116446"/>
                </a:lnTo>
                <a:lnTo>
                  <a:pt x="436" y="115692"/>
                </a:lnTo>
                <a:lnTo>
                  <a:pt x="436" y="114967"/>
                </a:lnTo>
                <a:lnTo>
                  <a:pt x="510" y="114300"/>
                </a:lnTo>
                <a:lnTo>
                  <a:pt x="510" y="113575"/>
                </a:lnTo>
                <a:lnTo>
                  <a:pt x="510" y="112850"/>
                </a:lnTo>
                <a:lnTo>
                  <a:pt x="510" y="112096"/>
                </a:lnTo>
                <a:lnTo>
                  <a:pt x="583" y="111371"/>
                </a:lnTo>
                <a:lnTo>
                  <a:pt x="583" y="110647"/>
                </a:lnTo>
                <a:lnTo>
                  <a:pt x="583" y="109922"/>
                </a:lnTo>
                <a:lnTo>
                  <a:pt x="583" y="109197"/>
                </a:lnTo>
                <a:lnTo>
                  <a:pt x="583" y="108443"/>
                </a:lnTo>
                <a:lnTo>
                  <a:pt x="657" y="107718"/>
                </a:lnTo>
                <a:lnTo>
                  <a:pt x="657" y="106993"/>
                </a:lnTo>
                <a:lnTo>
                  <a:pt x="657" y="106326"/>
                </a:lnTo>
                <a:lnTo>
                  <a:pt x="657" y="105601"/>
                </a:lnTo>
                <a:lnTo>
                  <a:pt x="728" y="104876"/>
                </a:lnTo>
                <a:lnTo>
                  <a:pt x="728" y="104123"/>
                </a:lnTo>
                <a:lnTo>
                  <a:pt x="728" y="103398"/>
                </a:lnTo>
                <a:lnTo>
                  <a:pt x="728" y="102673"/>
                </a:lnTo>
                <a:lnTo>
                  <a:pt x="728" y="102006"/>
                </a:lnTo>
                <a:lnTo>
                  <a:pt x="802" y="101281"/>
                </a:lnTo>
                <a:lnTo>
                  <a:pt x="802" y="100527"/>
                </a:lnTo>
                <a:lnTo>
                  <a:pt x="802" y="99802"/>
                </a:lnTo>
                <a:lnTo>
                  <a:pt x="802" y="99077"/>
                </a:lnTo>
                <a:lnTo>
                  <a:pt x="802" y="98410"/>
                </a:lnTo>
                <a:lnTo>
                  <a:pt x="875" y="97686"/>
                </a:lnTo>
                <a:lnTo>
                  <a:pt x="875" y="96961"/>
                </a:lnTo>
                <a:lnTo>
                  <a:pt x="875" y="96207"/>
                </a:lnTo>
                <a:lnTo>
                  <a:pt x="875" y="95540"/>
                </a:lnTo>
                <a:lnTo>
                  <a:pt x="949" y="94815"/>
                </a:lnTo>
                <a:lnTo>
                  <a:pt x="949" y="94090"/>
                </a:lnTo>
                <a:lnTo>
                  <a:pt x="949" y="93423"/>
                </a:lnTo>
                <a:lnTo>
                  <a:pt x="949" y="92698"/>
                </a:lnTo>
                <a:lnTo>
                  <a:pt x="949" y="91973"/>
                </a:lnTo>
                <a:lnTo>
                  <a:pt x="1020" y="91306"/>
                </a:lnTo>
                <a:lnTo>
                  <a:pt x="1020" y="90553"/>
                </a:lnTo>
                <a:lnTo>
                  <a:pt x="1020" y="89828"/>
                </a:lnTo>
                <a:lnTo>
                  <a:pt x="1020" y="89161"/>
                </a:lnTo>
                <a:lnTo>
                  <a:pt x="1093" y="88436"/>
                </a:lnTo>
                <a:lnTo>
                  <a:pt x="1093" y="87711"/>
                </a:lnTo>
                <a:lnTo>
                  <a:pt x="1093" y="87044"/>
                </a:lnTo>
                <a:lnTo>
                  <a:pt x="1093" y="86319"/>
                </a:lnTo>
                <a:lnTo>
                  <a:pt x="1093" y="85565"/>
                </a:lnTo>
                <a:lnTo>
                  <a:pt x="1167" y="84927"/>
                </a:lnTo>
                <a:lnTo>
                  <a:pt x="1167" y="84174"/>
                </a:lnTo>
                <a:lnTo>
                  <a:pt x="1167" y="83507"/>
                </a:lnTo>
                <a:lnTo>
                  <a:pt x="1167" y="82782"/>
                </a:lnTo>
                <a:lnTo>
                  <a:pt x="1241" y="82057"/>
                </a:lnTo>
                <a:lnTo>
                  <a:pt x="1241" y="81390"/>
                </a:lnTo>
                <a:lnTo>
                  <a:pt x="1241" y="80665"/>
                </a:lnTo>
                <a:lnTo>
                  <a:pt x="1241" y="79998"/>
                </a:lnTo>
                <a:lnTo>
                  <a:pt x="1241" y="79273"/>
                </a:lnTo>
                <a:lnTo>
                  <a:pt x="1312" y="78606"/>
                </a:lnTo>
                <a:lnTo>
                  <a:pt x="1312" y="77853"/>
                </a:lnTo>
                <a:lnTo>
                  <a:pt x="1312" y="77186"/>
                </a:lnTo>
                <a:lnTo>
                  <a:pt x="1312" y="76461"/>
                </a:lnTo>
                <a:lnTo>
                  <a:pt x="1385" y="75794"/>
                </a:lnTo>
                <a:lnTo>
                  <a:pt x="1385" y="75069"/>
                </a:lnTo>
                <a:lnTo>
                  <a:pt x="1385" y="74402"/>
                </a:lnTo>
                <a:lnTo>
                  <a:pt x="1385" y="73677"/>
                </a:lnTo>
                <a:lnTo>
                  <a:pt x="1385" y="73010"/>
                </a:lnTo>
                <a:lnTo>
                  <a:pt x="1459" y="72285"/>
                </a:lnTo>
                <a:lnTo>
                  <a:pt x="1459" y="71619"/>
                </a:lnTo>
                <a:lnTo>
                  <a:pt x="1459" y="70952"/>
                </a:lnTo>
                <a:lnTo>
                  <a:pt x="1459" y="70227"/>
                </a:lnTo>
                <a:lnTo>
                  <a:pt x="1533" y="69560"/>
                </a:lnTo>
                <a:lnTo>
                  <a:pt x="1533" y="68835"/>
                </a:lnTo>
                <a:lnTo>
                  <a:pt x="1533" y="68168"/>
                </a:lnTo>
                <a:lnTo>
                  <a:pt x="1533" y="67501"/>
                </a:lnTo>
                <a:lnTo>
                  <a:pt x="1533" y="66747"/>
                </a:lnTo>
                <a:lnTo>
                  <a:pt x="1604" y="66109"/>
                </a:lnTo>
                <a:lnTo>
                  <a:pt x="1604" y="65355"/>
                </a:lnTo>
                <a:lnTo>
                  <a:pt x="1604" y="64689"/>
                </a:lnTo>
                <a:lnTo>
                  <a:pt x="1604" y="64022"/>
                </a:lnTo>
                <a:lnTo>
                  <a:pt x="1604" y="63297"/>
                </a:lnTo>
                <a:lnTo>
                  <a:pt x="1677" y="62630"/>
                </a:lnTo>
                <a:lnTo>
                  <a:pt x="1677" y="61963"/>
                </a:lnTo>
                <a:lnTo>
                  <a:pt x="1677" y="61296"/>
                </a:lnTo>
                <a:lnTo>
                  <a:pt x="1677" y="60571"/>
                </a:lnTo>
                <a:lnTo>
                  <a:pt x="1751" y="59904"/>
                </a:lnTo>
                <a:lnTo>
                  <a:pt x="1751" y="59237"/>
                </a:lnTo>
                <a:lnTo>
                  <a:pt x="1751" y="58571"/>
                </a:lnTo>
                <a:lnTo>
                  <a:pt x="1751" y="57846"/>
                </a:lnTo>
                <a:lnTo>
                  <a:pt x="1751" y="57179"/>
                </a:lnTo>
                <a:lnTo>
                  <a:pt x="1825" y="56512"/>
                </a:lnTo>
                <a:lnTo>
                  <a:pt x="1825" y="55845"/>
                </a:lnTo>
                <a:lnTo>
                  <a:pt x="1825" y="55120"/>
                </a:lnTo>
                <a:lnTo>
                  <a:pt x="1825" y="54453"/>
                </a:lnTo>
                <a:lnTo>
                  <a:pt x="1899" y="53786"/>
                </a:lnTo>
                <a:lnTo>
                  <a:pt x="1899" y="53119"/>
                </a:lnTo>
                <a:lnTo>
                  <a:pt x="1899" y="52452"/>
                </a:lnTo>
                <a:lnTo>
                  <a:pt x="1899" y="51786"/>
                </a:lnTo>
                <a:lnTo>
                  <a:pt x="1899" y="51061"/>
                </a:lnTo>
                <a:lnTo>
                  <a:pt x="1969" y="50394"/>
                </a:lnTo>
                <a:lnTo>
                  <a:pt x="1969" y="49727"/>
                </a:lnTo>
                <a:lnTo>
                  <a:pt x="1969" y="49060"/>
                </a:lnTo>
                <a:lnTo>
                  <a:pt x="1969" y="48393"/>
                </a:lnTo>
                <a:lnTo>
                  <a:pt x="2043" y="47755"/>
                </a:lnTo>
                <a:lnTo>
                  <a:pt x="2043" y="47088"/>
                </a:lnTo>
                <a:lnTo>
                  <a:pt x="2043" y="46421"/>
                </a:lnTo>
                <a:lnTo>
                  <a:pt x="2043" y="45754"/>
                </a:lnTo>
                <a:lnTo>
                  <a:pt x="2043" y="45030"/>
                </a:lnTo>
                <a:lnTo>
                  <a:pt x="2117" y="44363"/>
                </a:lnTo>
                <a:lnTo>
                  <a:pt x="2117" y="43696"/>
                </a:lnTo>
                <a:lnTo>
                  <a:pt x="2117" y="43029"/>
                </a:lnTo>
                <a:lnTo>
                  <a:pt x="2117" y="42362"/>
                </a:lnTo>
                <a:lnTo>
                  <a:pt x="2191" y="41695"/>
                </a:lnTo>
                <a:lnTo>
                  <a:pt x="2191" y="41028"/>
                </a:lnTo>
                <a:lnTo>
                  <a:pt x="2191" y="40361"/>
                </a:lnTo>
                <a:lnTo>
                  <a:pt x="2191" y="39694"/>
                </a:lnTo>
                <a:lnTo>
                  <a:pt x="2191" y="39028"/>
                </a:lnTo>
                <a:lnTo>
                  <a:pt x="2261" y="38361"/>
                </a:lnTo>
                <a:lnTo>
                  <a:pt x="2261" y="37781"/>
                </a:lnTo>
                <a:lnTo>
                  <a:pt x="2261" y="37114"/>
                </a:lnTo>
                <a:lnTo>
                  <a:pt x="2261" y="36447"/>
                </a:lnTo>
                <a:lnTo>
                  <a:pt x="2335" y="35780"/>
                </a:lnTo>
                <a:lnTo>
                  <a:pt x="2335" y="35113"/>
                </a:lnTo>
                <a:lnTo>
                  <a:pt x="2335" y="34446"/>
                </a:lnTo>
                <a:lnTo>
                  <a:pt x="2335" y="33779"/>
                </a:lnTo>
                <a:lnTo>
                  <a:pt x="2335" y="33112"/>
                </a:lnTo>
                <a:lnTo>
                  <a:pt x="2409" y="32446"/>
                </a:lnTo>
                <a:lnTo>
                  <a:pt x="2409" y="31837"/>
                </a:lnTo>
                <a:lnTo>
                  <a:pt x="2409" y="31199"/>
                </a:lnTo>
                <a:lnTo>
                  <a:pt x="2409" y="30532"/>
                </a:lnTo>
                <a:lnTo>
                  <a:pt x="2409" y="29865"/>
                </a:lnTo>
                <a:lnTo>
                  <a:pt x="2483" y="29198"/>
                </a:lnTo>
                <a:lnTo>
                  <a:pt x="2483" y="28531"/>
                </a:lnTo>
                <a:lnTo>
                  <a:pt x="2483" y="27922"/>
                </a:lnTo>
                <a:lnTo>
                  <a:pt x="2483" y="27255"/>
                </a:lnTo>
                <a:lnTo>
                  <a:pt x="2553" y="26588"/>
                </a:lnTo>
                <a:lnTo>
                  <a:pt x="2553" y="25922"/>
                </a:lnTo>
                <a:lnTo>
                  <a:pt x="2553" y="25342"/>
                </a:lnTo>
                <a:lnTo>
                  <a:pt x="2553" y="24675"/>
                </a:lnTo>
                <a:lnTo>
                  <a:pt x="2553" y="24008"/>
                </a:lnTo>
                <a:lnTo>
                  <a:pt x="2627" y="23341"/>
                </a:lnTo>
                <a:lnTo>
                  <a:pt x="2627" y="22732"/>
                </a:lnTo>
                <a:lnTo>
                  <a:pt x="2627" y="22065"/>
                </a:lnTo>
                <a:lnTo>
                  <a:pt x="2627" y="21398"/>
                </a:lnTo>
                <a:lnTo>
                  <a:pt x="2701" y="20818"/>
                </a:lnTo>
                <a:lnTo>
                  <a:pt x="2701" y="20151"/>
                </a:lnTo>
                <a:lnTo>
                  <a:pt x="2701" y="19485"/>
                </a:lnTo>
                <a:lnTo>
                  <a:pt x="2701" y="18876"/>
                </a:lnTo>
                <a:lnTo>
                  <a:pt x="2701" y="18209"/>
                </a:lnTo>
                <a:lnTo>
                  <a:pt x="2774" y="17629"/>
                </a:lnTo>
                <a:lnTo>
                  <a:pt x="2774" y="16962"/>
                </a:lnTo>
                <a:lnTo>
                  <a:pt x="2774" y="16295"/>
                </a:lnTo>
                <a:lnTo>
                  <a:pt x="2774" y="15686"/>
                </a:lnTo>
                <a:lnTo>
                  <a:pt x="2845" y="15019"/>
                </a:lnTo>
                <a:lnTo>
                  <a:pt x="2845" y="14439"/>
                </a:lnTo>
                <a:lnTo>
                  <a:pt x="2845" y="13772"/>
                </a:lnTo>
                <a:lnTo>
                  <a:pt x="2845" y="13163"/>
                </a:lnTo>
                <a:lnTo>
                  <a:pt x="2845" y="12497"/>
                </a:lnTo>
                <a:lnTo>
                  <a:pt x="2919" y="11888"/>
                </a:lnTo>
                <a:lnTo>
                  <a:pt x="2919" y="11250"/>
                </a:lnTo>
                <a:lnTo>
                  <a:pt x="2919" y="10641"/>
                </a:lnTo>
                <a:lnTo>
                  <a:pt x="2919" y="9974"/>
                </a:lnTo>
                <a:lnTo>
                  <a:pt x="2993" y="9365"/>
                </a:lnTo>
                <a:lnTo>
                  <a:pt x="2993" y="8698"/>
                </a:lnTo>
                <a:lnTo>
                  <a:pt x="2993" y="8118"/>
                </a:lnTo>
                <a:lnTo>
                  <a:pt x="2993" y="7451"/>
                </a:lnTo>
                <a:lnTo>
                  <a:pt x="2993" y="6842"/>
                </a:lnTo>
                <a:lnTo>
                  <a:pt x="3066" y="6176"/>
                </a:lnTo>
                <a:lnTo>
                  <a:pt x="3066" y="5596"/>
                </a:lnTo>
                <a:lnTo>
                  <a:pt x="3066" y="4987"/>
                </a:lnTo>
                <a:lnTo>
                  <a:pt x="3066" y="4320"/>
                </a:lnTo>
                <a:lnTo>
                  <a:pt x="3140" y="3711"/>
                </a:lnTo>
                <a:lnTo>
                  <a:pt x="3140" y="3131"/>
                </a:lnTo>
                <a:lnTo>
                  <a:pt x="3140" y="2464"/>
                </a:lnTo>
                <a:lnTo>
                  <a:pt x="3140" y="1855"/>
                </a:lnTo>
                <a:lnTo>
                  <a:pt x="3140" y="1275"/>
                </a:lnTo>
                <a:lnTo>
                  <a:pt x="3211" y="608"/>
                </a:lnTo>
                <a:lnTo>
                  <a:pt x="32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603773" y="3050920"/>
            <a:ext cx="3214" cy="105920"/>
          </a:xfrm>
          <a:custGeom>
            <a:avLst/>
            <a:gdLst/>
            <a:ahLst/>
            <a:cxnLst/>
            <a:rect l="l" t="t" r="r" b="b"/>
            <a:pathLst>
              <a:path w="3214" h="105920">
                <a:moveTo>
                  <a:pt x="0" y="105920"/>
                </a:moveTo>
                <a:lnTo>
                  <a:pt x="0" y="105311"/>
                </a:lnTo>
                <a:lnTo>
                  <a:pt x="0" y="104644"/>
                </a:lnTo>
                <a:lnTo>
                  <a:pt x="0" y="104065"/>
                </a:lnTo>
                <a:lnTo>
                  <a:pt x="73" y="103456"/>
                </a:lnTo>
                <a:lnTo>
                  <a:pt x="73" y="102847"/>
                </a:lnTo>
                <a:lnTo>
                  <a:pt x="73" y="102267"/>
                </a:lnTo>
                <a:lnTo>
                  <a:pt x="73" y="101600"/>
                </a:lnTo>
                <a:lnTo>
                  <a:pt x="147" y="100991"/>
                </a:lnTo>
                <a:lnTo>
                  <a:pt x="147" y="100411"/>
                </a:lnTo>
                <a:lnTo>
                  <a:pt x="147" y="99802"/>
                </a:lnTo>
                <a:lnTo>
                  <a:pt x="147" y="99193"/>
                </a:lnTo>
                <a:lnTo>
                  <a:pt x="147" y="98526"/>
                </a:lnTo>
                <a:lnTo>
                  <a:pt x="221" y="97946"/>
                </a:lnTo>
                <a:lnTo>
                  <a:pt x="221" y="97338"/>
                </a:lnTo>
                <a:lnTo>
                  <a:pt x="221" y="96729"/>
                </a:lnTo>
                <a:lnTo>
                  <a:pt x="221" y="96149"/>
                </a:lnTo>
                <a:lnTo>
                  <a:pt x="291" y="95540"/>
                </a:lnTo>
                <a:lnTo>
                  <a:pt x="291" y="94960"/>
                </a:lnTo>
                <a:lnTo>
                  <a:pt x="291" y="94351"/>
                </a:lnTo>
                <a:lnTo>
                  <a:pt x="291" y="93742"/>
                </a:lnTo>
                <a:lnTo>
                  <a:pt x="291" y="93162"/>
                </a:lnTo>
                <a:lnTo>
                  <a:pt x="365" y="92553"/>
                </a:lnTo>
                <a:lnTo>
                  <a:pt x="365" y="91944"/>
                </a:lnTo>
                <a:lnTo>
                  <a:pt x="365" y="91364"/>
                </a:lnTo>
                <a:lnTo>
                  <a:pt x="365" y="90756"/>
                </a:lnTo>
                <a:lnTo>
                  <a:pt x="439" y="90147"/>
                </a:lnTo>
                <a:lnTo>
                  <a:pt x="439" y="89567"/>
                </a:lnTo>
                <a:lnTo>
                  <a:pt x="439" y="88958"/>
                </a:lnTo>
                <a:lnTo>
                  <a:pt x="439" y="88349"/>
                </a:lnTo>
                <a:lnTo>
                  <a:pt x="439" y="87769"/>
                </a:lnTo>
                <a:lnTo>
                  <a:pt x="513" y="87160"/>
                </a:lnTo>
                <a:lnTo>
                  <a:pt x="513" y="86580"/>
                </a:lnTo>
                <a:lnTo>
                  <a:pt x="513" y="85971"/>
                </a:lnTo>
                <a:lnTo>
                  <a:pt x="513" y="85362"/>
                </a:lnTo>
                <a:lnTo>
                  <a:pt x="583" y="84782"/>
                </a:lnTo>
                <a:lnTo>
                  <a:pt x="583" y="84174"/>
                </a:lnTo>
                <a:lnTo>
                  <a:pt x="583" y="83652"/>
                </a:lnTo>
                <a:lnTo>
                  <a:pt x="583" y="83043"/>
                </a:lnTo>
                <a:lnTo>
                  <a:pt x="583" y="82434"/>
                </a:lnTo>
                <a:lnTo>
                  <a:pt x="657" y="81854"/>
                </a:lnTo>
                <a:lnTo>
                  <a:pt x="657" y="81245"/>
                </a:lnTo>
                <a:lnTo>
                  <a:pt x="657" y="80636"/>
                </a:lnTo>
                <a:lnTo>
                  <a:pt x="657" y="80114"/>
                </a:lnTo>
                <a:lnTo>
                  <a:pt x="731" y="79505"/>
                </a:lnTo>
                <a:lnTo>
                  <a:pt x="731" y="78925"/>
                </a:lnTo>
                <a:lnTo>
                  <a:pt x="731" y="78316"/>
                </a:lnTo>
                <a:lnTo>
                  <a:pt x="731" y="77795"/>
                </a:lnTo>
                <a:lnTo>
                  <a:pt x="731" y="77186"/>
                </a:lnTo>
                <a:lnTo>
                  <a:pt x="805" y="76606"/>
                </a:lnTo>
                <a:lnTo>
                  <a:pt x="805" y="76055"/>
                </a:lnTo>
                <a:lnTo>
                  <a:pt x="805" y="75475"/>
                </a:lnTo>
                <a:lnTo>
                  <a:pt x="805" y="74866"/>
                </a:lnTo>
                <a:lnTo>
                  <a:pt x="805" y="74344"/>
                </a:lnTo>
                <a:lnTo>
                  <a:pt x="875" y="73735"/>
                </a:lnTo>
                <a:lnTo>
                  <a:pt x="875" y="73126"/>
                </a:lnTo>
                <a:lnTo>
                  <a:pt x="875" y="72604"/>
                </a:lnTo>
                <a:lnTo>
                  <a:pt x="875" y="71995"/>
                </a:lnTo>
                <a:lnTo>
                  <a:pt x="949" y="71474"/>
                </a:lnTo>
                <a:lnTo>
                  <a:pt x="949" y="70865"/>
                </a:lnTo>
                <a:lnTo>
                  <a:pt x="949" y="70285"/>
                </a:lnTo>
                <a:lnTo>
                  <a:pt x="949" y="69734"/>
                </a:lnTo>
                <a:lnTo>
                  <a:pt x="949" y="69154"/>
                </a:lnTo>
                <a:lnTo>
                  <a:pt x="1023" y="68603"/>
                </a:lnTo>
                <a:lnTo>
                  <a:pt x="1023" y="68023"/>
                </a:lnTo>
                <a:lnTo>
                  <a:pt x="1023" y="67472"/>
                </a:lnTo>
                <a:lnTo>
                  <a:pt x="1023" y="66892"/>
                </a:lnTo>
                <a:lnTo>
                  <a:pt x="1097" y="66341"/>
                </a:lnTo>
                <a:lnTo>
                  <a:pt x="1097" y="65761"/>
                </a:lnTo>
                <a:lnTo>
                  <a:pt x="1097" y="65210"/>
                </a:lnTo>
                <a:lnTo>
                  <a:pt x="1097" y="64689"/>
                </a:lnTo>
                <a:lnTo>
                  <a:pt x="1097" y="64080"/>
                </a:lnTo>
                <a:lnTo>
                  <a:pt x="1170" y="63558"/>
                </a:lnTo>
                <a:lnTo>
                  <a:pt x="1170" y="62949"/>
                </a:lnTo>
                <a:lnTo>
                  <a:pt x="1170" y="62427"/>
                </a:lnTo>
                <a:lnTo>
                  <a:pt x="1170" y="61905"/>
                </a:lnTo>
                <a:lnTo>
                  <a:pt x="1241" y="61296"/>
                </a:lnTo>
                <a:lnTo>
                  <a:pt x="1241" y="60774"/>
                </a:lnTo>
                <a:lnTo>
                  <a:pt x="1241" y="60223"/>
                </a:lnTo>
                <a:lnTo>
                  <a:pt x="1241" y="59643"/>
                </a:lnTo>
                <a:lnTo>
                  <a:pt x="1241" y="59092"/>
                </a:lnTo>
                <a:lnTo>
                  <a:pt x="1315" y="58571"/>
                </a:lnTo>
                <a:lnTo>
                  <a:pt x="1315" y="57962"/>
                </a:lnTo>
                <a:lnTo>
                  <a:pt x="1315" y="57440"/>
                </a:lnTo>
                <a:lnTo>
                  <a:pt x="1315" y="56918"/>
                </a:lnTo>
                <a:lnTo>
                  <a:pt x="1389" y="56367"/>
                </a:lnTo>
                <a:lnTo>
                  <a:pt x="1389" y="55787"/>
                </a:lnTo>
                <a:lnTo>
                  <a:pt x="1389" y="55236"/>
                </a:lnTo>
                <a:lnTo>
                  <a:pt x="1389" y="54714"/>
                </a:lnTo>
                <a:lnTo>
                  <a:pt x="1389" y="54192"/>
                </a:lnTo>
                <a:lnTo>
                  <a:pt x="1462" y="53641"/>
                </a:lnTo>
                <a:lnTo>
                  <a:pt x="1462" y="53061"/>
                </a:lnTo>
                <a:lnTo>
                  <a:pt x="1462" y="52510"/>
                </a:lnTo>
                <a:lnTo>
                  <a:pt x="1462" y="51989"/>
                </a:lnTo>
                <a:lnTo>
                  <a:pt x="1533" y="51467"/>
                </a:lnTo>
                <a:lnTo>
                  <a:pt x="1533" y="50916"/>
                </a:lnTo>
                <a:lnTo>
                  <a:pt x="1533" y="50394"/>
                </a:lnTo>
                <a:lnTo>
                  <a:pt x="1533" y="49872"/>
                </a:lnTo>
                <a:lnTo>
                  <a:pt x="1533" y="49321"/>
                </a:lnTo>
                <a:lnTo>
                  <a:pt x="1607" y="48799"/>
                </a:lnTo>
                <a:lnTo>
                  <a:pt x="1607" y="48277"/>
                </a:lnTo>
                <a:lnTo>
                  <a:pt x="1607" y="47726"/>
                </a:lnTo>
                <a:lnTo>
                  <a:pt x="1607" y="47204"/>
                </a:lnTo>
                <a:lnTo>
                  <a:pt x="1607" y="46682"/>
                </a:lnTo>
                <a:lnTo>
                  <a:pt x="1681" y="46131"/>
                </a:lnTo>
                <a:lnTo>
                  <a:pt x="1681" y="45610"/>
                </a:lnTo>
                <a:lnTo>
                  <a:pt x="1681" y="45088"/>
                </a:lnTo>
                <a:lnTo>
                  <a:pt x="1681" y="44537"/>
                </a:lnTo>
                <a:lnTo>
                  <a:pt x="1754" y="44015"/>
                </a:lnTo>
                <a:lnTo>
                  <a:pt x="1754" y="43464"/>
                </a:lnTo>
                <a:lnTo>
                  <a:pt x="1754" y="42942"/>
                </a:lnTo>
                <a:lnTo>
                  <a:pt x="1754" y="42420"/>
                </a:lnTo>
                <a:lnTo>
                  <a:pt x="1754" y="41869"/>
                </a:lnTo>
                <a:lnTo>
                  <a:pt x="1825" y="41347"/>
                </a:lnTo>
                <a:lnTo>
                  <a:pt x="1825" y="40883"/>
                </a:lnTo>
                <a:lnTo>
                  <a:pt x="1825" y="40361"/>
                </a:lnTo>
                <a:lnTo>
                  <a:pt x="1825" y="39810"/>
                </a:lnTo>
                <a:lnTo>
                  <a:pt x="1899" y="39288"/>
                </a:lnTo>
                <a:lnTo>
                  <a:pt x="1899" y="38767"/>
                </a:lnTo>
                <a:lnTo>
                  <a:pt x="1899" y="38303"/>
                </a:lnTo>
                <a:lnTo>
                  <a:pt x="1899" y="37752"/>
                </a:lnTo>
                <a:lnTo>
                  <a:pt x="1899" y="37230"/>
                </a:lnTo>
                <a:lnTo>
                  <a:pt x="1972" y="36708"/>
                </a:lnTo>
                <a:lnTo>
                  <a:pt x="1972" y="36244"/>
                </a:lnTo>
                <a:lnTo>
                  <a:pt x="1972" y="35693"/>
                </a:lnTo>
                <a:lnTo>
                  <a:pt x="1972" y="35171"/>
                </a:lnTo>
                <a:lnTo>
                  <a:pt x="2046" y="34707"/>
                </a:lnTo>
                <a:lnTo>
                  <a:pt x="2046" y="34156"/>
                </a:lnTo>
                <a:lnTo>
                  <a:pt x="2046" y="33634"/>
                </a:lnTo>
                <a:lnTo>
                  <a:pt x="2046" y="33170"/>
                </a:lnTo>
                <a:lnTo>
                  <a:pt x="2046" y="32648"/>
                </a:lnTo>
                <a:lnTo>
                  <a:pt x="2117" y="32098"/>
                </a:lnTo>
                <a:lnTo>
                  <a:pt x="2117" y="31634"/>
                </a:lnTo>
                <a:lnTo>
                  <a:pt x="2117" y="31112"/>
                </a:lnTo>
                <a:lnTo>
                  <a:pt x="2117" y="30648"/>
                </a:lnTo>
                <a:lnTo>
                  <a:pt x="2191" y="30126"/>
                </a:lnTo>
                <a:lnTo>
                  <a:pt x="2191" y="29633"/>
                </a:lnTo>
                <a:lnTo>
                  <a:pt x="2191" y="29111"/>
                </a:lnTo>
                <a:lnTo>
                  <a:pt x="2191" y="28647"/>
                </a:lnTo>
                <a:lnTo>
                  <a:pt x="2191" y="28125"/>
                </a:lnTo>
                <a:lnTo>
                  <a:pt x="2264" y="27661"/>
                </a:lnTo>
                <a:lnTo>
                  <a:pt x="2264" y="27110"/>
                </a:lnTo>
                <a:lnTo>
                  <a:pt x="2264" y="26646"/>
                </a:lnTo>
                <a:lnTo>
                  <a:pt x="2264" y="26124"/>
                </a:lnTo>
                <a:lnTo>
                  <a:pt x="2338" y="25661"/>
                </a:lnTo>
                <a:lnTo>
                  <a:pt x="2338" y="25139"/>
                </a:lnTo>
                <a:lnTo>
                  <a:pt x="2338" y="24646"/>
                </a:lnTo>
                <a:lnTo>
                  <a:pt x="2338" y="24182"/>
                </a:lnTo>
                <a:lnTo>
                  <a:pt x="2338" y="23660"/>
                </a:lnTo>
                <a:lnTo>
                  <a:pt x="2412" y="23196"/>
                </a:lnTo>
                <a:lnTo>
                  <a:pt x="2412" y="22732"/>
                </a:lnTo>
                <a:lnTo>
                  <a:pt x="2412" y="22210"/>
                </a:lnTo>
                <a:lnTo>
                  <a:pt x="2412" y="21746"/>
                </a:lnTo>
                <a:lnTo>
                  <a:pt x="2412" y="21282"/>
                </a:lnTo>
                <a:lnTo>
                  <a:pt x="2483" y="20731"/>
                </a:lnTo>
                <a:lnTo>
                  <a:pt x="2483" y="20267"/>
                </a:lnTo>
                <a:lnTo>
                  <a:pt x="2483" y="19803"/>
                </a:lnTo>
                <a:lnTo>
                  <a:pt x="2483" y="19340"/>
                </a:lnTo>
                <a:lnTo>
                  <a:pt x="2556" y="18818"/>
                </a:lnTo>
                <a:lnTo>
                  <a:pt x="2556" y="18354"/>
                </a:lnTo>
                <a:lnTo>
                  <a:pt x="2556" y="17890"/>
                </a:lnTo>
                <a:lnTo>
                  <a:pt x="2556" y="17426"/>
                </a:lnTo>
                <a:lnTo>
                  <a:pt x="2556" y="16933"/>
                </a:lnTo>
                <a:lnTo>
                  <a:pt x="2630" y="16469"/>
                </a:lnTo>
                <a:lnTo>
                  <a:pt x="2630" y="15947"/>
                </a:lnTo>
                <a:lnTo>
                  <a:pt x="2630" y="15483"/>
                </a:lnTo>
                <a:lnTo>
                  <a:pt x="2630" y="15019"/>
                </a:lnTo>
                <a:lnTo>
                  <a:pt x="2704" y="14555"/>
                </a:lnTo>
                <a:lnTo>
                  <a:pt x="2704" y="14091"/>
                </a:lnTo>
                <a:lnTo>
                  <a:pt x="2704" y="13627"/>
                </a:lnTo>
                <a:lnTo>
                  <a:pt x="2704" y="13163"/>
                </a:lnTo>
                <a:lnTo>
                  <a:pt x="2704" y="12700"/>
                </a:lnTo>
                <a:lnTo>
                  <a:pt x="2774" y="12236"/>
                </a:lnTo>
                <a:lnTo>
                  <a:pt x="2774" y="11772"/>
                </a:lnTo>
                <a:lnTo>
                  <a:pt x="2774" y="11308"/>
                </a:lnTo>
                <a:lnTo>
                  <a:pt x="2774" y="10815"/>
                </a:lnTo>
                <a:lnTo>
                  <a:pt x="2848" y="10351"/>
                </a:lnTo>
                <a:lnTo>
                  <a:pt x="2848" y="9887"/>
                </a:lnTo>
                <a:lnTo>
                  <a:pt x="2848" y="9423"/>
                </a:lnTo>
                <a:lnTo>
                  <a:pt x="2848" y="8959"/>
                </a:lnTo>
                <a:lnTo>
                  <a:pt x="2848" y="8495"/>
                </a:lnTo>
                <a:lnTo>
                  <a:pt x="2922" y="8031"/>
                </a:lnTo>
                <a:lnTo>
                  <a:pt x="2922" y="7567"/>
                </a:lnTo>
                <a:lnTo>
                  <a:pt x="2922" y="7161"/>
                </a:lnTo>
                <a:lnTo>
                  <a:pt x="2922" y="6697"/>
                </a:lnTo>
                <a:lnTo>
                  <a:pt x="2996" y="6234"/>
                </a:lnTo>
                <a:lnTo>
                  <a:pt x="2996" y="5770"/>
                </a:lnTo>
                <a:lnTo>
                  <a:pt x="2996" y="5306"/>
                </a:lnTo>
                <a:lnTo>
                  <a:pt x="2996" y="4900"/>
                </a:lnTo>
                <a:lnTo>
                  <a:pt x="2996" y="4436"/>
                </a:lnTo>
                <a:lnTo>
                  <a:pt x="3066" y="3972"/>
                </a:lnTo>
                <a:lnTo>
                  <a:pt x="3066" y="3508"/>
                </a:lnTo>
                <a:lnTo>
                  <a:pt x="3066" y="3102"/>
                </a:lnTo>
                <a:lnTo>
                  <a:pt x="3066" y="2638"/>
                </a:lnTo>
                <a:lnTo>
                  <a:pt x="3140" y="2174"/>
                </a:lnTo>
                <a:lnTo>
                  <a:pt x="3140" y="1710"/>
                </a:lnTo>
                <a:lnTo>
                  <a:pt x="3140" y="1333"/>
                </a:lnTo>
                <a:lnTo>
                  <a:pt x="3140" y="840"/>
                </a:lnTo>
                <a:lnTo>
                  <a:pt x="3140" y="463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606987" y="2984405"/>
            <a:ext cx="3140" cy="66515"/>
          </a:xfrm>
          <a:custGeom>
            <a:avLst/>
            <a:gdLst/>
            <a:ahLst/>
            <a:cxnLst/>
            <a:rect l="l" t="t" r="r" b="b"/>
            <a:pathLst>
              <a:path w="3140" h="66515">
                <a:moveTo>
                  <a:pt x="0" y="66515"/>
                </a:moveTo>
                <a:lnTo>
                  <a:pt x="0" y="66051"/>
                </a:lnTo>
                <a:lnTo>
                  <a:pt x="0" y="65645"/>
                </a:lnTo>
                <a:lnTo>
                  <a:pt x="0" y="65182"/>
                </a:lnTo>
                <a:lnTo>
                  <a:pt x="0" y="64776"/>
                </a:lnTo>
                <a:lnTo>
                  <a:pt x="73" y="64312"/>
                </a:lnTo>
                <a:lnTo>
                  <a:pt x="73" y="63906"/>
                </a:lnTo>
                <a:lnTo>
                  <a:pt x="73" y="63442"/>
                </a:lnTo>
                <a:lnTo>
                  <a:pt x="73" y="63036"/>
                </a:lnTo>
                <a:lnTo>
                  <a:pt x="144" y="62572"/>
                </a:lnTo>
                <a:lnTo>
                  <a:pt x="144" y="62195"/>
                </a:lnTo>
                <a:lnTo>
                  <a:pt x="144" y="61731"/>
                </a:lnTo>
                <a:lnTo>
                  <a:pt x="144" y="61325"/>
                </a:lnTo>
                <a:lnTo>
                  <a:pt x="144" y="60861"/>
                </a:lnTo>
                <a:lnTo>
                  <a:pt x="218" y="60455"/>
                </a:lnTo>
                <a:lnTo>
                  <a:pt x="218" y="60049"/>
                </a:lnTo>
                <a:lnTo>
                  <a:pt x="218" y="59585"/>
                </a:lnTo>
                <a:lnTo>
                  <a:pt x="218" y="59179"/>
                </a:lnTo>
                <a:lnTo>
                  <a:pt x="291" y="58715"/>
                </a:lnTo>
                <a:lnTo>
                  <a:pt x="291" y="58339"/>
                </a:lnTo>
                <a:lnTo>
                  <a:pt x="291" y="57933"/>
                </a:lnTo>
                <a:lnTo>
                  <a:pt x="291" y="57527"/>
                </a:lnTo>
                <a:lnTo>
                  <a:pt x="291" y="57063"/>
                </a:lnTo>
                <a:lnTo>
                  <a:pt x="365" y="56657"/>
                </a:lnTo>
                <a:lnTo>
                  <a:pt x="365" y="56251"/>
                </a:lnTo>
                <a:lnTo>
                  <a:pt x="365" y="55787"/>
                </a:lnTo>
                <a:lnTo>
                  <a:pt x="365" y="55410"/>
                </a:lnTo>
                <a:lnTo>
                  <a:pt x="439" y="55004"/>
                </a:lnTo>
                <a:lnTo>
                  <a:pt x="439" y="54598"/>
                </a:lnTo>
                <a:lnTo>
                  <a:pt x="439" y="54192"/>
                </a:lnTo>
                <a:lnTo>
                  <a:pt x="439" y="53815"/>
                </a:lnTo>
                <a:lnTo>
                  <a:pt x="439" y="53351"/>
                </a:lnTo>
                <a:lnTo>
                  <a:pt x="510" y="52945"/>
                </a:lnTo>
                <a:lnTo>
                  <a:pt x="510" y="52539"/>
                </a:lnTo>
                <a:lnTo>
                  <a:pt x="510" y="52134"/>
                </a:lnTo>
                <a:lnTo>
                  <a:pt x="510" y="51757"/>
                </a:lnTo>
                <a:lnTo>
                  <a:pt x="583" y="51351"/>
                </a:lnTo>
                <a:lnTo>
                  <a:pt x="583" y="50945"/>
                </a:lnTo>
                <a:lnTo>
                  <a:pt x="583" y="50539"/>
                </a:lnTo>
                <a:lnTo>
                  <a:pt x="583" y="50133"/>
                </a:lnTo>
                <a:lnTo>
                  <a:pt x="583" y="49756"/>
                </a:lnTo>
                <a:lnTo>
                  <a:pt x="657" y="49350"/>
                </a:lnTo>
                <a:lnTo>
                  <a:pt x="657" y="48944"/>
                </a:lnTo>
                <a:lnTo>
                  <a:pt x="657" y="48538"/>
                </a:lnTo>
                <a:lnTo>
                  <a:pt x="657" y="48161"/>
                </a:lnTo>
                <a:lnTo>
                  <a:pt x="731" y="47755"/>
                </a:lnTo>
                <a:lnTo>
                  <a:pt x="731" y="47349"/>
                </a:lnTo>
                <a:lnTo>
                  <a:pt x="731" y="46943"/>
                </a:lnTo>
                <a:lnTo>
                  <a:pt x="731" y="46566"/>
                </a:lnTo>
                <a:lnTo>
                  <a:pt x="731" y="46218"/>
                </a:lnTo>
                <a:lnTo>
                  <a:pt x="802" y="45812"/>
                </a:lnTo>
                <a:lnTo>
                  <a:pt x="802" y="45436"/>
                </a:lnTo>
                <a:lnTo>
                  <a:pt x="802" y="45030"/>
                </a:lnTo>
                <a:lnTo>
                  <a:pt x="802" y="44624"/>
                </a:lnTo>
                <a:lnTo>
                  <a:pt x="802" y="44218"/>
                </a:lnTo>
                <a:lnTo>
                  <a:pt x="875" y="43899"/>
                </a:lnTo>
                <a:lnTo>
                  <a:pt x="875" y="43493"/>
                </a:lnTo>
                <a:lnTo>
                  <a:pt x="875" y="43087"/>
                </a:lnTo>
                <a:lnTo>
                  <a:pt x="875" y="42710"/>
                </a:lnTo>
                <a:lnTo>
                  <a:pt x="949" y="42362"/>
                </a:lnTo>
                <a:lnTo>
                  <a:pt x="949" y="41956"/>
                </a:lnTo>
                <a:lnTo>
                  <a:pt x="949" y="41579"/>
                </a:lnTo>
                <a:lnTo>
                  <a:pt x="949" y="41231"/>
                </a:lnTo>
                <a:lnTo>
                  <a:pt x="949" y="40825"/>
                </a:lnTo>
                <a:lnTo>
                  <a:pt x="1023" y="40448"/>
                </a:lnTo>
                <a:lnTo>
                  <a:pt x="1023" y="40100"/>
                </a:lnTo>
                <a:lnTo>
                  <a:pt x="1023" y="39694"/>
                </a:lnTo>
                <a:lnTo>
                  <a:pt x="1023" y="39375"/>
                </a:lnTo>
                <a:lnTo>
                  <a:pt x="1093" y="38970"/>
                </a:lnTo>
                <a:lnTo>
                  <a:pt x="1093" y="38651"/>
                </a:lnTo>
                <a:lnTo>
                  <a:pt x="1093" y="38245"/>
                </a:lnTo>
                <a:lnTo>
                  <a:pt x="1093" y="37926"/>
                </a:lnTo>
                <a:lnTo>
                  <a:pt x="1093" y="37520"/>
                </a:lnTo>
                <a:lnTo>
                  <a:pt x="1167" y="37172"/>
                </a:lnTo>
                <a:lnTo>
                  <a:pt x="1167" y="36795"/>
                </a:lnTo>
                <a:lnTo>
                  <a:pt x="1167" y="36447"/>
                </a:lnTo>
                <a:lnTo>
                  <a:pt x="1167" y="36041"/>
                </a:lnTo>
                <a:lnTo>
                  <a:pt x="1241" y="35722"/>
                </a:lnTo>
                <a:lnTo>
                  <a:pt x="1241" y="35316"/>
                </a:lnTo>
                <a:lnTo>
                  <a:pt x="1241" y="34997"/>
                </a:lnTo>
                <a:lnTo>
                  <a:pt x="1241" y="34649"/>
                </a:lnTo>
                <a:lnTo>
                  <a:pt x="1241" y="34243"/>
                </a:lnTo>
                <a:lnTo>
                  <a:pt x="1315" y="33924"/>
                </a:lnTo>
                <a:lnTo>
                  <a:pt x="1315" y="33576"/>
                </a:lnTo>
                <a:lnTo>
                  <a:pt x="1315" y="33199"/>
                </a:lnTo>
                <a:lnTo>
                  <a:pt x="1315" y="32851"/>
                </a:lnTo>
                <a:lnTo>
                  <a:pt x="1385" y="32533"/>
                </a:lnTo>
                <a:lnTo>
                  <a:pt x="1385" y="32185"/>
                </a:lnTo>
                <a:lnTo>
                  <a:pt x="1385" y="31808"/>
                </a:lnTo>
                <a:lnTo>
                  <a:pt x="1385" y="31460"/>
                </a:lnTo>
                <a:lnTo>
                  <a:pt x="1385" y="31141"/>
                </a:lnTo>
                <a:lnTo>
                  <a:pt x="1459" y="30793"/>
                </a:lnTo>
                <a:lnTo>
                  <a:pt x="1459" y="30474"/>
                </a:lnTo>
                <a:lnTo>
                  <a:pt x="1459" y="30068"/>
                </a:lnTo>
                <a:lnTo>
                  <a:pt x="1459" y="29720"/>
                </a:lnTo>
                <a:lnTo>
                  <a:pt x="1533" y="29401"/>
                </a:lnTo>
                <a:lnTo>
                  <a:pt x="1533" y="29082"/>
                </a:lnTo>
                <a:lnTo>
                  <a:pt x="1533" y="28734"/>
                </a:lnTo>
                <a:lnTo>
                  <a:pt x="1533" y="28415"/>
                </a:lnTo>
                <a:lnTo>
                  <a:pt x="1533" y="28067"/>
                </a:lnTo>
                <a:lnTo>
                  <a:pt x="1607" y="27748"/>
                </a:lnTo>
                <a:lnTo>
                  <a:pt x="1607" y="27400"/>
                </a:lnTo>
                <a:lnTo>
                  <a:pt x="1607" y="27081"/>
                </a:lnTo>
                <a:lnTo>
                  <a:pt x="1607" y="26733"/>
                </a:lnTo>
                <a:lnTo>
                  <a:pt x="1607" y="26414"/>
                </a:lnTo>
                <a:lnTo>
                  <a:pt x="1681" y="26067"/>
                </a:lnTo>
                <a:lnTo>
                  <a:pt x="1681" y="25748"/>
                </a:lnTo>
                <a:lnTo>
                  <a:pt x="1681" y="25400"/>
                </a:lnTo>
                <a:lnTo>
                  <a:pt x="1681" y="25081"/>
                </a:lnTo>
                <a:lnTo>
                  <a:pt x="1751" y="24733"/>
                </a:lnTo>
                <a:lnTo>
                  <a:pt x="1751" y="24414"/>
                </a:lnTo>
                <a:lnTo>
                  <a:pt x="1751" y="24095"/>
                </a:lnTo>
                <a:lnTo>
                  <a:pt x="1751" y="23747"/>
                </a:lnTo>
                <a:lnTo>
                  <a:pt x="1751" y="23486"/>
                </a:lnTo>
                <a:lnTo>
                  <a:pt x="1825" y="23138"/>
                </a:lnTo>
                <a:lnTo>
                  <a:pt x="1825" y="22819"/>
                </a:lnTo>
                <a:lnTo>
                  <a:pt x="1825" y="22471"/>
                </a:lnTo>
                <a:lnTo>
                  <a:pt x="1825" y="22152"/>
                </a:lnTo>
                <a:lnTo>
                  <a:pt x="1899" y="21891"/>
                </a:lnTo>
                <a:lnTo>
                  <a:pt x="1899" y="21543"/>
                </a:lnTo>
                <a:lnTo>
                  <a:pt x="1899" y="21224"/>
                </a:lnTo>
                <a:lnTo>
                  <a:pt x="1899" y="20963"/>
                </a:lnTo>
                <a:lnTo>
                  <a:pt x="1899" y="20615"/>
                </a:lnTo>
                <a:lnTo>
                  <a:pt x="1972" y="20296"/>
                </a:lnTo>
                <a:lnTo>
                  <a:pt x="1972" y="20035"/>
                </a:lnTo>
                <a:lnTo>
                  <a:pt x="1972" y="19687"/>
                </a:lnTo>
                <a:lnTo>
                  <a:pt x="1972" y="19369"/>
                </a:lnTo>
                <a:lnTo>
                  <a:pt x="2043" y="19108"/>
                </a:lnTo>
                <a:lnTo>
                  <a:pt x="2043" y="18760"/>
                </a:lnTo>
                <a:lnTo>
                  <a:pt x="2043" y="18499"/>
                </a:lnTo>
                <a:lnTo>
                  <a:pt x="2043" y="18151"/>
                </a:lnTo>
                <a:lnTo>
                  <a:pt x="2043" y="17832"/>
                </a:lnTo>
                <a:lnTo>
                  <a:pt x="2117" y="17571"/>
                </a:lnTo>
                <a:lnTo>
                  <a:pt x="2117" y="17223"/>
                </a:lnTo>
                <a:lnTo>
                  <a:pt x="2117" y="16962"/>
                </a:lnTo>
                <a:lnTo>
                  <a:pt x="2117" y="16701"/>
                </a:lnTo>
                <a:lnTo>
                  <a:pt x="2191" y="16353"/>
                </a:lnTo>
                <a:lnTo>
                  <a:pt x="2191" y="16092"/>
                </a:lnTo>
                <a:lnTo>
                  <a:pt x="2191" y="15773"/>
                </a:lnTo>
                <a:lnTo>
                  <a:pt x="2191" y="15512"/>
                </a:lnTo>
                <a:lnTo>
                  <a:pt x="2191" y="15164"/>
                </a:lnTo>
                <a:lnTo>
                  <a:pt x="2264" y="14903"/>
                </a:lnTo>
                <a:lnTo>
                  <a:pt x="2264" y="14642"/>
                </a:lnTo>
                <a:lnTo>
                  <a:pt x="2264" y="14294"/>
                </a:lnTo>
                <a:lnTo>
                  <a:pt x="2264" y="14033"/>
                </a:lnTo>
                <a:lnTo>
                  <a:pt x="2335" y="13772"/>
                </a:lnTo>
                <a:lnTo>
                  <a:pt x="2335" y="13453"/>
                </a:lnTo>
                <a:lnTo>
                  <a:pt x="2335" y="13163"/>
                </a:lnTo>
                <a:lnTo>
                  <a:pt x="2335" y="12903"/>
                </a:lnTo>
                <a:lnTo>
                  <a:pt x="2335" y="12642"/>
                </a:lnTo>
                <a:lnTo>
                  <a:pt x="2409" y="12381"/>
                </a:lnTo>
                <a:lnTo>
                  <a:pt x="2409" y="12033"/>
                </a:lnTo>
                <a:lnTo>
                  <a:pt x="2409" y="11772"/>
                </a:lnTo>
                <a:lnTo>
                  <a:pt x="2409" y="11511"/>
                </a:lnTo>
                <a:lnTo>
                  <a:pt x="2409" y="11250"/>
                </a:lnTo>
                <a:lnTo>
                  <a:pt x="2483" y="10989"/>
                </a:lnTo>
                <a:lnTo>
                  <a:pt x="2483" y="10728"/>
                </a:lnTo>
                <a:lnTo>
                  <a:pt x="2483" y="10380"/>
                </a:lnTo>
                <a:lnTo>
                  <a:pt x="2483" y="10119"/>
                </a:lnTo>
                <a:lnTo>
                  <a:pt x="2556" y="9858"/>
                </a:lnTo>
                <a:lnTo>
                  <a:pt x="2556" y="9597"/>
                </a:lnTo>
                <a:lnTo>
                  <a:pt x="2556" y="9307"/>
                </a:lnTo>
                <a:lnTo>
                  <a:pt x="2556" y="9046"/>
                </a:lnTo>
                <a:lnTo>
                  <a:pt x="2556" y="8785"/>
                </a:lnTo>
                <a:lnTo>
                  <a:pt x="2627" y="8524"/>
                </a:lnTo>
                <a:lnTo>
                  <a:pt x="2627" y="8263"/>
                </a:lnTo>
                <a:lnTo>
                  <a:pt x="2627" y="8002"/>
                </a:lnTo>
                <a:lnTo>
                  <a:pt x="2627" y="7712"/>
                </a:lnTo>
                <a:lnTo>
                  <a:pt x="2701" y="7451"/>
                </a:lnTo>
                <a:lnTo>
                  <a:pt x="2701" y="7248"/>
                </a:lnTo>
                <a:lnTo>
                  <a:pt x="2701" y="6987"/>
                </a:lnTo>
                <a:lnTo>
                  <a:pt x="2701" y="6726"/>
                </a:lnTo>
                <a:lnTo>
                  <a:pt x="2701" y="6466"/>
                </a:lnTo>
                <a:lnTo>
                  <a:pt x="2774" y="6205"/>
                </a:lnTo>
                <a:lnTo>
                  <a:pt x="2774" y="5915"/>
                </a:lnTo>
                <a:lnTo>
                  <a:pt x="2774" y="5741"/>
                </a:lnTo>
                <a:lnTo>
                  <a:pt x="2774" y="5451"/>
                </a:lnTo>
                <a:lnTo>
                  <a:pt x="2848" y="5190"/>
                </a:lnTo>
                <a:lnTo>
                  <a:pt x="2848" y="4929"/>
                </a:lnTo>
                <a:lnTo>
                  <a:pt x="2848" y="4726"/>
                </a:lnTo>
                <a:lnTo>
                  <a:pt x="2848" y="4465"/>
                </a:lnTo>
                <a:lnTo>
                  <a:pt x="2848" y="4204"/>
                </a:lnTo>
                <a:lnTo>
                  <a:pt x="2922" y="3943"/>
                </a:lnTo>
                <a:lnTo>
                  <a:pt x="2922" y="3740"/>
                </a:lnTo>
                <a:lnTo>
                  <a:pt x="2922" y="3479"/>
                </a:lnTo>
                <a:lnTo>
                  <a:pt x="2922" y="3276"/>
                </a:lnTo>
                <a:lnTo>
                  <a:pt x="2993" y="3015"/>
                </a:lnTo>
                <a:lnTo>
                  <a:pt x="2993" y="2725"/>
                </a:lnTo>
                <a:lnTo>
                  <a:pt x="2993" y="2522"/>
                </a:lnTo>
                <a:lnTo>
                  <a:pt x="2993" y="2261"/>
                </a:lnTo>
                <a:lnTo>
                  <a:pt x="2993" y="2058"/>
                </a:lnTo>
                <a:lnTo>
                  <a:pt x="3066" y="1797"/>
                </a:lnTo>
                <a:lnTo>
                  <a:pt x="3066" y="1594"/>
                </a:lnTo>
                <a:lnTo>
                  <a:pt x="3066" y="1333"/>
                </a:lnTo>
                <a:lnTo>
                  <a:pt x="3066" y="1130"/>
                </a:lnTo>
                <a:lnTo>
                  <a:pt x="3140" y="869"/>
                </a:lnTo>
                <a:lnTo>
                  <a:pt x="3140" y="666"/>
                </a:lnTo>
                <a:lnTo>
                  <a:pt x="3140" y="405"/>
                </a:lnTo>
                <a:lnTo>
                  <a:pt x="3140" y="202"/>
                </a:lnTo>
                <a:lnTo>
                  <a:pt x="31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610128" y="2962600"/>
            <a:ext cx="3211" cy="21804"/>
          </a:xfrm>
          <a:custGeom>
            <a:avLst/>
            <a:gdLst/>
            <a:ahLst/>
            <a:cxnLst/>
            <a:rect l="l" t="t" r="r" b="b"/>
            <a:pathLst>
              <a:path w="3211" h="21804">
                <a:moveTo>
                  <a:pt x="0" y="21804"/>
                </a:moveTo>
                <a:lnTo>
                  <a:pt x="73" y="21543"/>
                </a:lnTo>
                <a:lnTo>
                  <a:pt x="73" y="21340"/>
                </a:lnTo>
                <a:lnTo>
                  <a:pt x="73" y="21137"/>
                </a:lnTo>
                <a:lnTo>
                  <a:pt x="73" y="20876"/>
                </a:lnTo>
                <a:lnTo>
                  <a:pt x="73" y="20673"/>
                </a:lnTo>
                <a:lnTo>
                  <a:pt x="144" y="20470"/>
                </a:lnTo>
                <a:lnTo>
                  <a:pt x="144" y="20209"/>
                </a:lnTo>
                <a:lnTo>
                  <a:pt x="144" y="20006"/>
                </a:lnTo>
                <a:lnTo>
                  <a:pt x="144" y="19832"/>
                </a:lnTo>
                <a:lnTo>
                  <a:pt x="218" y="19629"/>
                </a:lnTo>
                <a:lnTo>
                  <a:pt x="218" y="19340"/>
                </a:lnTo>
                <a:lnTo>
                  <a:pt x="218" y="19166"/>
                </a:lnTo>
                <a:lnTo>
                  <a:pt x="218" y="18963"/>
                </a:lnTo>
                <a:lnTo>
                  <a:pt x="218" y="18760"/>
                </a:lnTo>
                <a:lnTo>
                  <a:pt x="291" y="18557"/>
                </a:lnTo>
                <a:lnTo>
                  <a:pt x="291" y="18354"/>
                </a:lnTo>
                <a:lnTo>
                  <a:pt x="291" y="18151"/>
                </a:lnTo>
                <a:lnTo>
                  <a:pt x="291" y="17948"/>
                </a:lnTo>
                <a:lnTo>
                  <a:pt x="365" y="17745"/>
                </a:lnTo>
                <a:lnTo>
                  <a:pt x="365" y="17484"/>
                </a:lnTo>
                <a:lnTo>
                  <a:pt x="365" y="17281"/>
                </a:lnTo>
                <a:lnTo>
                  <a:pt x="365" y="17078"/>
                </a:lnTo>
                <a:lnTo>
                  <a:pt x="365" y="16904"/>
                </a:lnTo>
                <a:lnTo>
                  <a:pt x="436" y="16759"/>
                </a:lnTo>
                <a:lnTo>
                  <a:pt x="436" y="16556"/>
                </a:lnTo>
                <a:lnTo>
                  <a:pt x="436" y="16353"/>
                </a:lnTo>
                <a:lnTo>
                  <a:pt x="436" y="16150"/>
                </a:lnTo>
                <a:lnTo>
                  <a:pt x="510" y="15976"/>
                </a:lnTo>
                <a:lnTo>
                  <a:pt x="510" y="15773"/>
                </a:lnTo>
                <a:lnTo>
                  <a:pt x="510" y="15570"/>
                </a:lnTo>
                <a:lnTo>
                  <a:pt x="510" y="15367"/>
                </a:lnTo>
                <a:lnTo>
                  <a:pt x="510" y="15164"/>
                </a:lnTo>
                <a:lnTo>
                  <a:pt x="583" y="15019"/>
                </a:lnTo>
                <a:lnTo>
                  <a:pt x="583" y="14845"/>
                </a:lnTo>
                <a:lnTo>
                  <a:pt x="583" y="14642"/>
                </a:lnTo>
                <a:lnTo>
                  <a:pt x="583" y="14439"/>
                </a:lnTo>
                <a:lnTo>
                  <a:pt x="657" y="14236"/>
                </a:lnTo>
                <a:lnTo>
                  <a:pt x="657" y="14091"/>
                </a:lnTo>
                <a:lnTo>
                  <a:pt x="657" y="13888"/>
                </a:lnTo>
                <a:lnTo>
                  <a:pt x="657" y="13714"/>
                </a:lnTo>
                <a:lnTo>
                  <a:pt x="657" y="13569"/>
                </a:lnTo>
                <a:lnTo>
                  <a:pt x="728" y="13366"/>
                </a:lnTo>
                <a:lnTo>
                  <a:pt x="728" y="13163"/>
                </a:lnTo>
                <a:lnTo>
                  <a:pt x="728" y="12845"/>
                </a:lnTo>
                <a:lnTo>
                  <a:pt x="802" y="12642"/>
                </a:lnTo>
                <a:lnTo>
                  <a:pt x="802" y="12497"/>
                </a:lnTo>
                <a:lnTo>
                  <a:pt x="802" y="12294"/>
                </a:lnTo>
                <a:lnTo>
                  <a:pt x="802" y="11975"/>
                </a:lnTo>
                <a:lnTo>
                  <a:pt x="875" y="11830"/>
                </a:lnTo>
                <a:lnTo>
                  <a:pt x="875" y="11627"/>
                </a:lnTo>
                <a:lnTo>
                  <a:pt x="875" y="11308"/>
                </a:lnTo>
                <a:lnTo>
                  <a:pt x="875" y="11163"/>
                </a:lnTo>
                <a:lnTo>
                  <a:pt x="949" y="10844"/>
                </a:lnTo>
                <a:lnTo>
                  <a:pt x="949" y="10699"/>
                </a:lnTo>
                <a:lnTo>
                  <a:pt x="949" y="10496"/>
                </a:lnTo>
                <a:lnTo>
                  <a:pt x="1023" y="10235"/>
                </a:lnTo>
                <a:lnTo>
                  <a:pt x="1023" y="10032"/>
                </a:lnTo>
                <a:lnTo>
                  <a:pt x="1023" y="9771"/>
                </a:lnTo>
                <a:lnTo>
                  <a:pt x="1093" y="9452"/>
                </a:lnTo>
                <a:lnTo>
                  <a:pt x="1093" y="9307"/>
                </a:lnTo>
                <a:lnTo>
                  <a:pt x="1167" y="9046"/>
                </a:lnTo>
                <a:lnTo>
                  <a:pt x="1167" y="8901"/>
                </a:lnTo>
                <a:lnTo>
                  <a:pt x="1167" y="8727"/>
                </a:lnTo>
                <a:lnTo>
                  <a:pt x="1167" y="8582"/>
                </a:lnTo>
                <a:lnTo>
                  <a:pt x="1167" y="8437"/>
                </a:lnTo>
                <a:lnTo>
                  <a:pt x="1241" y="8176"/>
                </a:lnTo>
                <a:lnTo>
                  <a:pt x="1241" y="7915"/>
                </a:lnTo>
                <a:lnTo>
                  <a:pt x="1315" y="7770"/>
                </a:lnTo>
                <a:lnTo>
                  <a:pt x="1315" y="7509"/>
                </a:lnTo>
                <a:lnTo>
                  <a:pt x="1315" y="7248"/>
                </a:lnTo>
                <a:lnTo>
                  <a:pt x="1385" y="7103"/>
                </a:lnTo>
                <a:lnTo>
                  <a:pt x="1385" y="6842"/>
                </a:lnTo>
                <a:lnTo>
                  <a:pt x="1459" y="6581"/>
                </a:lnTo>
                <a:lnTo>
                  <a:pt x="1459" y="6379"/>
                </a:lnTo>
                <a:lnTo>
                  <a:pt x="1459" y="6118"/>
                </a:lnTo>
                <a:lnTo>
                  <a:pt x="1533" y="5857"/>
                </a:lnTo>
                <a:lnTo>
                  <a:pt x="1533" y="5654"/>
                </a:lnTo>
                <a:lnTo>
                  <a:pt x="1607" y="5509"/>
                </a:lnTo>
                <a:lnTo>
                  <a:pt x="1607" y="5335"/>
                </a:lnTo>
                <a:lnTo>
                  <a:pt x="1607" y="5190"/>
                </a:lnTo>
                <a:lnTo>
                  <a:pt x="1607" y="5045"/>
                </a:lnTo>
                <a:lnTo>
                  <a:pt x="1677" y="4871"/>
                </a:lnTo>
                <a:lnTo>
                  <a:pt x="1677" y="4668"/>
                </a:lnTo>
                <a:lnTo>
                  <a:pt x="1751" y="4465"/>
                </a:lnTo>
                <a:lnTo>
                  <a:pt x="1751" y="4320"/>
                </a:lnTo>
                <a:lnTo>
                  <a:pt x="1751" y="4117"/>
                </a:lnTo>
                <a:lnTo>
                  <a:pt x="1825" y="3856"/>
                </a:lnTo>
                <a:lnTo>
                  <a:pt x="1825" y="3653"/>
                </a:lnTo>
                <a:lnTo>
                  <a:pt x="1899" y="3392"/>
                </a:lnTo>
                <a:lnTo>
                  <a:pt x="1969" y="3247"/>
                </a:lnTo>
                <a:lnTo>
                  <a:pt x="1969" y="3073"/>
                </a:lnTo>
                <a:lnTo>
                  <a:pt x="1969" y="2870"/>
                </a:lnTo>
                <a:lnTo>
                  <a:pt x="2043" y="2725"/>
                </a:lnTo>
                <a:lnTo>
                  <a:pt x="2117" y="2522"/>
                </a:lnTo>
                <a:lnTo>
                  <a:pt x="2117" y="2319"/>
                </a:lnTo>
                <a:lnTo>
                  <a:pt x="2191" y="2116"/>
                </a:lnTo>
                <a:lnTo>
                  <a:pt x="2191" y="1942"/>
                </a:lnTo>
                <a:lnTo>
                  <a:pt x="2264" y="1797"/>
                </a:lnTo>
                <a:lnTo>
                  <a:pt x="2264" y="1652"/>
                </a:lnTo>
                <a:lnTo>
                  <a:pt x="2335" y="1478"/>
                </a:lnTo>
                <a:lnTo>
                  <a:pt x="2409" y="1333"/>
                </a:lnTo>
                <a:lnTo>
                  <a:pt x="2409" y="1188"/>
                </a:lnTo>
                <a:lnTo>
                  <a:pt x="2483" y="1014"/>
                </a:lnTo>
                <a:lnTo>
                  <a:pt x="2483" y="869"/>
                </a:lnTo>
                <a:lnTo>
                  <a:pt x="2556" y="724"/>
                </a:lnTo>
                <a:lnTo>
                  <a:pt x="2627" y="521"/>
                </a:lnTo>
                <a:lnTo>
                  <a:pt x="2701" y="463"/>
                </a:lnTo>
                <a:lnTo>
                  <a:pt x="2774" y="260"/>
                </a:lnTo>
                <a:lnTo>
                  <a:pt x="2919" y="144"/>
                </a:lnTo>
                <a:lnTo>
                  <a:pt x="3066" y="57"/>
                </a:lnTo>
                <a:lnTo>
                  <a:pt x="3066" y="0"/>
                </a:lnTo>
                <a:lnTo>
                  <a:pt x="3211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613339" y="2962658"/>
            <a:ext cx="3214" cy="24356"/>
          </a:xfrm>
          <a:custGeom>
            <a:avLst/>
            <a:gdLst/>
            <a:ahLst/>
            <a:cxnLst/>
            <a:rect l="l" t="t" r="r" b="b"/>
            <a:pathLst>
              <a:path w="3214" h="24356">
                <a:moveTo>
                  <a:pt x="0" y="0"/>
                </a:moveTo>
                <a:lnTo>
                  <a:pt x="73" y="0"/>
                </a:lnTo>
                <a:lnTo>
                  <a:pt x="147" y="86"/>
                </a:lnTo>
                <a:lnTo>
                  <a:pt x="221" y="202"/>
                </a:lnTo>
                <a:lnTo>
                  <a:pt x="295" y="347"/>
                </a:lnTo>
                <a:lnTo>
                  <a:pt x="365" y="347"/>
                </a:lnTo>
                <a:lnTo>
                  <a:pt x="439" y="550"/>
                </a:lnTo>
                <a:lnTo>
                  <a:pt x="513" y="753"/>
                </a:lnTo>
                <a:lnTo>
                  <a:pt x="587" y="956"/>
                </a:lnTo>
                <a:lnTo>
                  <a:pt x="657" y="1130"/>
                </a:lnTo>
                <a:lnTo>
                  <a:pt x="657" y="1275"/>
                </a:lnTo>
                <a:lnTo>
                  <a:pt x="731" y="1420"/>
                </a:lnTo>
                <a:lnTo>
                  <a:pt x="805" y="1594"/>
                </a:lnTo>
                <a:lnTo>
                  <a:pt x="805" y="1739"/>
                </a:lnTo>
                <a:lnTo>
                  <a:pt x="805" y="1884"/>
                </a:lnTo>
                <a:lnTo>
                  <a:pt x="879" y="2058"/>
                </a:lnTo>
                <a:lnTo>
                  <a:pt x="879" y="2203"/>
                </a:lnTo>
                <a:lnTo>
                  <a:pt x="949" y="2406"/>
                </a:lnTo>
                <a:lnTo>
                  <a:pt x="949" y="2551"/>
                </a:lnTo>
                <a:lnTo>
                  <a:pt x="1023" y="2725"/>
                </a:lnTo>
                <a:lnTo>
                  <a:pt x="1023" y="2870"/>
                </a:lnTo>
                <a:lnTo>
                  <a:pt x="1097" y="3015"/>
                </a:lnTo>
                <a:lnTo>
                  <a:pt x="1097" y="3189"/>
                </a:lnTo>
                <a:lnTo>
                  <a:pt x="1170" y="3334"/>
                </a:lnTo>
                <a:lnTo>
                  <a:pt x="1170" y="3479"/>
                </a:lnTo>
                <a:lnTo>
                  <a:pt x="1170" y="3740"/>
                </a:lnTo>
                <a:lnTo>
                  <a:pt x="1241" y="3943"/>
                </a:lnTo>
                <a:lnTo>
                  <a:pt x="1241" y="4146"/>
                </a:lnTo>
                <a:lnTo>
                  <a:pt x="1315" y="4320"/>
                </a:lnTo>
                <a:lnTo>
                  <a:pt x="1315" y="4523"/>
                </a:lnTo>
                <a:lnTo>
                  <a:pt x="1389" y="4726"/>
                </a:lnTo>
                <a:lnTo>
                  <a:pt x="1389" y="4929"/>
                </a:lnTo>
                <a:lnTo>
                  <a:pt x="1389" y="5074"/>
                </a:lnTo>
                <a:lnTo>
                  <a:pt x="1462" y="5277"/>
                </a:lnTo>
                <a:lnTo>
                  <a:pt x="1462" y="5451"/>
                </a:lnTo>
                <a:lnTo>
                  <a:pt x="1462" y="5596"/>
                </a:lnTo>
                <a:lnTo>
                  <a:pt x="1536" y="5741"/>
                </a:lnTo>
                <a:lnTo>
                  <a:pt x="1536" y="5944"/>
                </a:lnTo>
                <a:lnTo>
                  <a:pt x="1607" y="6205"/>
                </a:lnTo>
                <a:lnTo>
                  <a:pt x="1607" y="6408"/>
                </a:lnTo>
                <a:lnTo>
                  <a:pt x="1607" y="6668"/>
                </a:lnTo>
                <a:lnTo>
                  <a:pt x="1681" y="6929"/>
                </a:lnTo>
                <a:lnTo>
                  <a:pt x="1681" y="7190"/>
                </a:lnTo>
                <a:lnTo>
                  <a:pt x="1681" y="7335"/>
                </a:lnTo>
                <a:lnTo>
                  <a:pt x="1754" y="7596"/>
                </a:lnTo>
                <a:lnTo>
                  <a:pt x="1754" y="7857"/>
                </a:lnTo>
                <a:lnTo>
                  <a:pt x="1828" y="8002"/>
                </a:lnTo>
                <a:lnTo>
                  <a:pt x="1828" y="8263"/>
                </a:lnTo>
                <a:lnTo>
                  <a:pt x="1828" y="8524"/>
                </a:lnTo>
                <a:lnTo>
                  <a:pt x="1899" y="8669"/>
                </a:lnTo>
                <a:lnTo>
                  <a:pt x="1899" y="8930"/>
                </a:lnTo>
                <a:lnTo>
                  <a:pt x="1899" y="9133"/>
                </a:lnTo>
                <a:lnTo>
                  <a:pt x="1972" y="9394"/>
                </a:lnTo>
                <a:lnTo>
                  <a:pt x="1972" y="9713"/>
                </a:lnTo>
                <a:lnTo>
                  <a:pt x="1972" y="9858"/>
                </a:lnTo>
                <a:lnTo>
                  <a:pt x="2046" y="10119"/>
                </a:lnTo>
                <a:lnTo>
                  <a:pt x="2046" y="10322"/>
                </a:lnTo>
                <a:lnTo>
                  <a:pt x="2120" y="10583"/>
                </a:lnTo>
                <a:lnTo>
                  <a:pt x="2120" y="10786"/>
                </a:lnTo>
                <a:lnTo>
                  <a:pt x="2120" y="10931"/>
                </a:lnTo>
                <a:lnTo>
                  <a:pt x="2120" y="11250"/>
                </a:lnTo>
                <a:lnTo>
                  <a:pt x="2191" y="11395"/>
                </a:lnTo>
                <a:lnTo>
                  <a:pt x="2191" y="11569"/>
                </a:lnTo>
                <a:lnTo>
                  <a:pt x="2191" y="11714"/>
                </a:lnTo>
                <a:lnTo>
                  <a:pt x="2191" y="11917"/>
                </a:lnTo>
                <a:lnTo>
                  <a:pt x="2264" y="12236"/>
                </a:lnTo>
                <a:lnTo>
                  <a:pt x="2264" y="12381"/>
                </a:lnTo>
                <a:lnTo>
                  <a:pt x="2264" y="12584"/>
                </a:lnTo>
                <a:lnTo>
                  <a:pt x="2338" y="12903"/>
                </a:lnTo>
                <a:lnTo>
                  <a:pt x="2338" y="13105"/>
                </a:lnTo>
                <a:lnTo>
                  <a:pt x="2338" y="13250"/>
                </a:lnTo>
                <a:lnTo>
                  <a:pt x="2338" y="13453"/>
                </a:lnTo>
                <a:lnTo>
                  <a:pt x="2412" y="13656"/>
                </a:lnTo>
                <a:lnTo>
                  <a:pt x="2412" y="13975"/>
                </a:lnTo>
                <a:lnTo>
                  <a:pt x="2412" y="14178"/>
                </a:lnTo>
                <a:lnTo>
                  <a:pt x="2483" y="14497"/>
                </a:lnTo>
                <a:lnTo>
                  <a:pt x="2483" y="14700"/>
                </a:lnTo>
                <a:lnTo>
                  <a:pt x="2483" y="14903"/>
                </a:lnTo>
                <a:lnTo>
                  <a:pt x="2483" y="15048"/>
                </a:lnTo>
                <a:lnTo>
                  <a:pt x="2483" y="15251"/>
                </a:lnTo>
                <a:lnTo>
                  <a:pt x="2556" y="15425"/>
                </a:lnTo>
                <a:lnTo>
                  <a:pt x="2556" y="15628"/>
                </a:lnTo>
                <a:lnTo>
                  <a:pt x="2556" y="15831"/>
                </a:lnTo>
                <a:lnTo>
                  <a:pt x="2556" y="16034"/>
                </a:lnTo>
                <a:lnTo>
                  <a:pt x="2630" y="16179"/>
                </a:lnTo>
                <a:lnTo>
                  <a:pt x="2630" y="16382"/>
                </a:lnTo>
                <a:lnTo>
                  <a:pt x="2630" y="16556"/>
                </a:lnTo>
                <a:lnTo>
                  <a:pt x="2630" y="16759"/>
                </a:lnTo>
                <a:lnTo>
                  <a:pt x="2630" y="16962"/>
                </a:lnTo>
                <a:lnTo>
                  <a:pt x="2704" y="17165"/>
                </a:lnTo>
                <a:lnTo>
                  <a:pt x="2704" y="17368"/>
                </a:lnTo>
                <a:lnTo>
                  <a:pt x="2704" y="17571"/>
                </a:lnTo>
                <a:lnTo>
                  <a:pt x="2704" y="17774"/>
                </a:lnTo>
                <a:lnTo>
                  <a:pt x="2778" y="17977"/>
                </a:lnTo>
                <a:lnTo>
                  <a:pt x="2778" y="18151"/>
                </a:lnTo>
                <a:lnTo>
                  <a:pt x="2778" y="18354"/>
                </a:lnTo>
                <a:lnTo>
                  <a:pt x="2778" y="18557"/>
                </a:lnTo>
                <a:lnTo>
                  <a:pt x="2778" y="18818"/>
                </a:lnTo>
                <a:lnTo>
                  <a:pt x="2848" y="19021"/>
                </a:lnTo>
                <a:lnTo>
                  <a:pt x="2848" y="19224"/>
                </a:lnTo>
                <a:lnTo>
                  <a:pt x="2848" y="19427"/>
                </a:lnTo>
                <a:lnTo>
                  <a:pt x="2848" y="19629"/>
                </a:lnTo>
                <a:lnTo>
                  <a:pt x="2922" y="19832"/>
                </a:lnTo>
                <a:lnTo>
                  <a:pt x="2922" y="20093"/>
                </a:lnTo>
                <a:lnTo>
                  <a:pt x="2922" y="20296"/>
                </a:lnTo>
                <a:lnTo>
                  <a:pt x="2922" y="20499"/>
                </a:lnTo>
                <a:lnTo>
                  <a:pt x="2922" y="20702"/>
                </a:lnTo>
                <a:lnTo>
                  <a:pt x="2996" y="20963"/>
                </a:lnTo>
                <a:lnTo>
                  <a:pt x="2996" y="21166"/>
                </a:lnTo>
                <a:lnTo>
                  <a:pt x="2996" y="21369"/>
                </a:lnTo>
                <a:lnTo>
                  <a:pt x="2996" y="21543"/>
                </a:lnTo>
                <a:lnTo>
                  <a:pt x="3070" y="21833"/>
                </a:lnTo>
                <a:lnTo>
                  <a:pt x="3070" y="22007"/>
                </a:lnTo>
                <a:lnTo>
                  <a:pt x="3070" y="22297"/>
                </a:lnTo>
                <a:lnTo>
                  <a:pt x="3070" y="22500"/>
                </a:lnTo>
                <a:lnTo>
                  <a:pt x="3070" y="22674"/>
                </a:lnTo>
                <a:lnTo>
                  <a:pt x="3140" y="22964"/>
                </a:lnTo>
                <a:lnTo>
                  <a:pt x="3140" y="23138"/>
                </a:lnTo>
                <a:lnTo>
                  <a:pt x="3140" y="23428"/>
                </a:lnTo>
                <a:lnTo>
                  <a:pt x="3140" y="23631"/>
                </a:lnTo>
                <a:lnTo>
                  <a:pt x="3214" y="23892"/>
                </a:lnTo>
                <a:lnTo>
                  <a:pt x="3214" y="24095"/>
                </a:lnTo>
                <a:lnTo>
                  <a:pt x="3214" y="2435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616553" y="2987014"/>
            <a:ext cx="3214" cy="67472"/>
          </a:xfrm>
          <a:custGeom>
            <a:avLst/>
            <a:gdLst/>
            <a:ahLst/>
            <a:cxnLst/>
            <a:rect l="l" t="t" r="r" b="b"/>
            <a:pathLst>
              <a:path w="3214" h="67472">
                <a:moveTo>
                  <a:pt x="0" y="0"/>
                </a:moveTo>
                <a:lnTo>
                  <a:pt x="0" y="202"/>
                </a:lnTo>
                <a:lnTo>
                  <a:pt x="0" y="463"/>
                </a:lnTo>
                <a:lnTo>
                  <a:pt x="73" y="666"/>
                </a:lnTo>
                <a:lnTo>
                  <a:pt x="73" y="927"/>
                </a:lnTo>
                <a:lnTo>
                  <a:pt x="73" y="1130"/>
                </a:lnTo>
                <a:lnTo>
                  <a:pt x="73" y="1391"/>
                </a:lnTo>
                <a:lnTo>
                  <a:pt x="73" y="1652"/>
                </a:lnTo>
                <a:lnTo>
                  <a:pt x="147" y="1855"/>
                </a:lnTo>
                <a:lnTo>
                  <a:pt x="147" y="2116"/>
                </a:lnTo>
                <a:lnTo>
                  <a:pt x="147" y="2377"/>
                </a:lnTo>
                <a:lnTo>
                  <a:pt x="147" y="2580"/>
                </a:lnTo>
                <a:lnTo>
                  <a:pt x="218" y="2841"/>
                </a:lnTo>
                <a:lnTo>
                  <a:pt x="218" y="3131"/>
                </a:lnTo>
                <a:lnTo>
                  <a:pt x="218" y="3392"/>
                </a:lnTo>
                <a:lnTo>
                  <a:pt x="218" y="3595"/>
                </a:lnTo>
                <a:lnTo>
                  <a:pt x="218" y="3856"/>
                </a:lnTo>
                <a:lnTo>
                  <a:pt x="291" y="4117"/>
                </a:lnTo>
                <a:lnTo>
                  <a:pt x="291" y="4378"/>
                </a:lnTo>
                <a:lnTo>
                  <a:pt x="291" y="4639"/>
                </a:lnTo>
                <a:lnTo>
                  <a:pt x="291" y="4900"/>
                </a:lnTo>
                <a:lnTo>
                  <a:pt x="365" y="5103"/>
                </a:lnTo>
                <a:lnTo>
                  <a:pt x="365" y="5393"/>
                </a:lnTo>
                <a:lnTo>
                  <a:pt x="365" y="5654"/>
                </a:lnTo>
                <a:lnTo>
                  <a:pt x="365" y="5915"/>
                </a:lnTo>
                <a:lnTo>
                  <a:pt x="365" y="6176"/>
                </a:lnTo>
                <a:lnTo>
                  <a:pt x="439" y="6437"/>
                </a:lnTo>
                <a:lnTo>
                  <a:pt x="439" y="6697"/>
                </a:lnTo>
                <a:lnTo>
                  <a:pt x="439" y="6987"/>
                </a:lnTo>
                <a:lnTo>
                  <a:pt x="439" y="7248"/>
                </a:lnTo>
                <a:lnTo>
                  <a:pt x="510" y="7509"/>
                </a:lnTo>
                <a:lnTo>
                  <a:pt x="510" y="7770"/>
                </a:lnTo>
                <a:lnTo>
                  <a:pt x="510" y="8031"/>
                </a:lnTo>
                <a:lnTo>
                  <a:pt x="510" y="8292"/>
                </a:lnTo>
                <a:lnTo>
                  <a:pt x="510" y="8582"/>
                </a:lnTo>
                <a:lnTo>
                  <a:pt x="583" y="8843"/>
                </a:lnTo>
                <a:lnTo>
                  <a:pt x="583" y="9104"/>
                </a:lnTo>
                <a:lnTo>
                  <a:pt x="583" y="9423"/>
                </a:lnTo>
                <a:lnTo>
                  <a:pt x="583" y="9713"/>
                </a:lnTo>
                <a:lnTo>
                  <a:pt x="657" y="9974"/>
                </a:lnTo>
                <a:lnTo>
                  <a:pt x="657" y="10235"/>
                </a:lnTo>
                <a:lnTo>
                  <a:pt x="657" y="10496"/>
                </a:lnTo>
                <a:lnTo>
                  <a:pt x="657" y="10757"/>
                </a:lnTo>
                <a:lnTo>
                  <a:pt x="657" y="11105"/>
                </a:lnTo>
                <a:lnTo>
                  <a:pt x="731" y="11366"/>
                </a:lnTo>
                <a:lnTo>
                  <a:pt x="731" y="11627"/>
                </a:lnTo>
                <a:lnTo>
                  <a:pt x="731" y="11888"/>
                </a:lnTo>
                <a:lnTo>
                  <a:pt x="731" y="12236"/>
                </a:lnTo>
                <a:lnTo>
                  <a:pt x="805" y="12497"/>
                </a:lnTo>
                <a:lnTo>
                  <a:pt x="805" y="12758"/>
                </a:lnTo>
                <a:lnTo>
                  <a:pt x="805" y="13105"/>
                </a:lnTo>
                <a:lnTo>
                  <a:pt x="805" y="13366"/>
                </a:lnTo>
                <a:lnTo>
                  <a:pt x="805" y="13627"/>
                </a:lnTo>
                <a:lnTo>
                  <a:pt x="875" y="13946"/>
                </a:lnTo>
                <a:lnTo>
                  <a:pt x="875" y="14236"/>
                </a:lnTo>
                <a:lnTo>
                  <a:pt x="875" y="14555"/>
                </a:lnTo>
                <a:lnTo>
                  <a:pt x="875" y="14816"/>
                </a:lnTo>
                <a:lnTo>
                  <a:pt x="875" y="15077"/>
                </a:lnTo>
                <a:lnTo>
                  <a:pt x="949" y="15425"/>
                </a:lnTo>
                <a:lnTo>
                  <a:pt x="949" y="15686"/>
                </a:lnTo>
                <a:lnTo>
                  <a:pt x="949" y="16005"/>
                </a:lnTo>
                <a:lnTo>
                  <a:pt x="949" y="16295"/>
                </a:lnTo>
                <a:lnTo>
                  <a:pt x="1023" y="16614"/>
                </a:lnTo>
                <a:lnTo>
                  <a:pt x="1023" y="16962"/>
                </a:lnTo>
                <a:lnTo>
                  <a:pt x="1023" y="17223"/>
                </a:lnTo>
                <a:lnTo>
                  <a:pt x="1023" y="17542"/>
                </a:lnTo>
                <a:lnTo>
                  <a:pt x="1023" y="17803"/>
                </a:lnTo>
                <a:lnTo>
                  <a:pt x="1097" y="18151"/>
                </a:lnTo>
                <a:lnTo>
                  <a:pt x="1097" y="18412"/>
                </a:lnTo>
                <a:lnTo>
                  <a:pt x="1097" y="18731"/>
                </a:lnTo>
                <a:lnTo>
                  <a:pt x="1097" y="19079"/>
                </a:lnTo>
                <a:lnTo>
                  <a:pt x="1167" y="19340"/>
                </a:lnTo>
                <a:lnTo>
                  <a:pt x="1167" y="19687"/>
                </a:lnTo>
                <a:lnTo>
                  <a:pt x="1167" y="20006"/>
                </a:lnTo>
                <a:lnTo>
                  <a:pt x="1167" y="20354"/>
                </a:lnTo>
                <a:lnTo>
                  <a:pt x="1167" y="20615"/>
                </a:lnTo>
                <a:lnTo>
                  <a:pt x="1241" y="20934"/>
                </a:lnTo>
                <a:lnTo>
                  <a:pt x="1241" y="21282"/>
                </a:lnTo>
                <a:lnTo>
                  <a:pt x="1241" y="21601"/>
                </a:lnTo>
                <a:lnTo>
                  <a:pt x="1241" y="21862"/>
                </a:lnTo>
                <a:lnTo>
                  <a:pt x="1315" y="22210"/>
                </a:lnTo>
                <a:lnTo>
                  <a:pt x="1315" y="22529"/>
                </a:lnTo>
                <a:lnTo>
                  <a:pt x="1315" y="22877"/>
                </a:lnTo>
                <a:lnTo>
                  <a:pt x="1315" y="23196"/>
                </a:lnTo>
                <a:lnTo>
                  <a:pt x="1315" y="23544"/>
                </a:lnTo>
                <a:lnTo>
                  <a:pt x="1389" y="23863"/>
                </a:lnTo>
                <a:lnTo>
                  <a:pt x="1389" y="24124"/>
                </a:lnTo>
                <a:lnTo>
                  <a:pt x="1389" y="24472"/>
                </a:lnTo>
                <a:lnTo>
                  <a:pt x="1389" y="24791"/>
                </a:lnTo>
                <a:lnTo>
                  <a:pt x="1459" y="25139"/>
                </a:lnTo>
                <a:lnTo>
                  <a:pt x="1459" y="25458"/>
                </a:lnTo>
                <a:lnTo>
                  <a:pt x="1459" y="25806"/>
                </a:lnTo>
                <a:lnTo>
                  <a:pt x="1459" y="26124"/>
                </a:lnTo>
                <a:lnTo>
                  <a:pt x="1459" y="26472"/>
                </a:lnTo>
                <a:lnTo>
                  <a:pt x="1533" y="26791"/>
                </a:lnTo>
                <a:lnTo>
                  <a:pt x="1533" y="27110"/>
                </a:lnTo>
                <a:lnTo>
                  <a:pt x="1533" y="27458"/>
                </a:lnTo>
                <a:lnTo>
                  <a:pt x="1533" y="27777"/>
                </a:lnTo>
                <a:lnTo>
                  <a:pt x="1607" y="28183"/>
                </a:lnTo>
                <a:lnTo>
                  <a:pt x="1607" y="28531"/>
                </a:lnTo>
                <a:lnTo>
                  <a:pt x="1607" y="28850"/>
                </a:lnTo>
                <a:lnTo>
                  <a:pt x="1607" y="29198"/>
                </a:lnTo>
                <a:lnTo>
                  <a:pt x="1607" y="29517"/>
                </a:lnTo>
                <a:lnTo>
                  <a:pt x="1681" y="29836"/>
                </a:lnTo>
                <a:lnTo>
                  <a:pt x="1681" y="30184"/>
                </a:lnTo>
                <a:lnTo>
                  <a:pt x="1681" y="30590"/>
                </a:lnTo>
                <a:lnTo>
                  <a:pt x="1681" y="30909"/>
                </a:lnTo>
                <a:lnTo>
                  <a:pt x="1681" y="31257"/>
                </a:lnTo>
                <a:lnTo>
                  <a:pt x="1751" y="31576"/>
                </a:lnTo>
                <a:lnTo>
                  <a:pt x="1751" y="31982"/>
                </a:lnTo>
                <a:lnTo>
                  <a:pt x="1751" y="32301"/>
                </a:lnTo>
                <a:lnTo>
                  <a:pt x="1751" y="32648"/>
                </a:lnTo>
                <a:lnTo>
                  <a:pt x="1825" y="32967"/>
                </a:lnTo>
                <a:lnTo>
                  <a:pt x="1825" y="33373"/>
                </a:lnTo>
                <a:lnTo>
                  <a:pt x="1825" y="33692"/>
                </a:lnTo>
                <a:lnTo>
                  <a:pt x="1825" y="34040"/>
                </a:lnTo>
                <a:lnTo>
                  <a:pt x="1825" y="34446"/>
                </a:lnTo>
                <a:lnTo>
                  <a:pt x="1899" y="34765"/>
                </a:lnTo>
                <a:lnTo>
                  <a:pt x="1899" y="35171"/>
                </a:lnTo>
                <a:lnTo>
                  <a:pt x="1899" y="35490"/>
                </a:lnTo>
                <a:lnTo>
                  <a:pt x="1899" y="35838"/>
                </a:lnTo>
                <a:lnTo>
                  <a:pt x="1972" y="36244"/>
                </a:lnTo>
                <a:lnTo>
                  <a:pt x="1972" y="36563"/>
                </a:lnTo>
                <a:lnTo>
                  <a:pt x="1972" y="36969"/>
                </a:lnTo>
                <a:lnTo>
                  <a:pt x="1972" y="37288"/>
                </a:lnTo>
                <a:lnTo>
                  <a:pt x="1972" y="37694"/>
                </a:lnTo>
                <a:lnTo>
                  <a:pt x="2046" y="38042"/>
                </a:lnTo>
                <a:lnTo>
                  <a:pt x="2046" y="38419"/>
                </a:lnTo>
                <a:lnTo>
                  <a:pt x="2046" y="38767"/>
                </a:lnTo>
                <a:lnTo>
                  <a:pt x="2046" y="39172"/>
                </a:lnTo>
                <a:lnTo>
                  <a:pt x="2117" y="39549"/>
                </a:lnTo>
                <a:lnTo>
                  <a:pt x="2117" y="39897"/>
                </a:lnTo>
                <a:lnTo>
                  <a:pt x="2117" y="40303"/>
                </a:lnTo>
                <a:lnTo>
                  <a:pt x="2117" y="40622"/>
                </a:lnTo>
                <a:lnTo>
                  <a:pt x="2117" y="41028"/>
                </a:lnTo>
                <a:lnTo>
                  <a:pt x="2191" y="41434"/>
                </a:lnTo>
                <a:lnTo>
                  <a:pt x="2191" y="41753"/>
                </a:lnTo>
                <a:lnTo>
                  <a:pt x="2191" y="42159"/>
                </a:lnTo>
                <a:lnTo>
                  <a:pt x="2191" y="42536"/>
                </a:lnTo>
                <a:lnTo>
                  <a:pt x="2264" y="42884"/>
                </a:lnTo>
                <a:lnTo>
                  <a:pt x="2264" y="43290"/>
                </a:lnTo>
                <a:lnTo>
                  <a:pt x="2264" y="43667"/>
                </a:lnTo>
                <a:lnTo>
                  <a:pt x="2264" y="44073"/>
                </a:lnTo>
                <a:lnTo>
                  <a:pt x="2264" y="44421"/>
                </a:lnTo>
                <a:lnTo>
                  <a:pt x="2338" y="44798"/>
                </a:lnTo>
                <a:lnTo>
                  <a:pt x="2338" y="45204"/>
                </a:lnTo>
                <a:lnTo>
                  <a:pt x="2338" y="45610"/>
                </a:lnTo>
                <a:lnTo>
                  <a:pt x="2338" y="46015"/>
                </a:lnTo>
                <a:lnTo>
                  <a:pt x="2409" y="46421"/>
                </a:lnTo>
                <a:lnTo>
                  <a:pt x="2409" y="46740"/>
                </a:lnTo>
                <a:lnTo>
                  <a:pt x="2409" y="47146"/>
                </a:lnTo>
                <a:lnTo>
                  <a:pt x="2409" y="47523"/>
                </a:lnTo>
                <a:lnTo>
                  <a:pt x="2409" y="47929"/>
                </a:lnTo>
                <a:lnTo>
                  <a:pt x="2483" y="48335"/>
                </a:lnTo>
                <a:lnTo>
                  <a:pt x="2483" y="48741"/>
                </a:lnTo>
                <a:lnTo>
                  <a:pt x="2483" y="49147"/>
                </a:lnTo>
                <a:lnTo>
                  <a:pt x="2483" y="49524"/>
                </a:lnTo>
                <a:lnTo>
                  <a:pt x="2483" y="49930"/>
                </a:lnTo>
                <a:lnTo>
                  <a:pt x="2556" y="50336"/>
                </a:lnTo>
                <a:lnTo>
                  <a:pt x="2556" y="50742"/>
                </a:lnTo>
                <a:lnTo>
                  <a:pt x="2556" y="51119"/>
                </a:lnTo>
                <a:lnTo>
                  <a:pt x="2556" y="51525"/>
                </a:lnTo>
                <a:lnTo>
                  <a:pt x="2630" y="51931"/>
                </a:lnTo>
                <a:lnTo>
                  <a:pt x="2630" y="52336"/>
                </a:lnTo>
                <a:lnTo>
                  <a:pt x="2630" y="52713"/>
                </a:lnTo>
                <a:lnTo>
                  <a:pt x="2630" y="53119"/>
                </a:lnTo>
                <a:lnTo>
                  <a:pt x="2630" y="53525"/>
                </a:lnTo>
                <a:lnTo>
                  <a:pt x="2701" y="53931"/>
                </a:lnTo>
                <a:lnTo>
                  <a:pt x="2701" y="54395"/>
                </a:lnTo>
                <a:lnTo>
                  <a:pt x="2701" y="54772"/>
                </a:lnTo>
                <a:lnTo>
                  <a:pt x="2701" y="55178"/>
                </a:lnTo>
                <a:lnTo>
                  <a:pt x="2774" y="55584"/>
                </a:lnTo>
                <a:lnTo>
                  <a:pt x="2774" y="55990"/>
                </a:lnTo>
                <a:lnTo>
                  <a:pt x="2774" y="56454"/>
                </a:lnTo>
                <a:lnTo>
                  <a:pt x="2774" y="56860"/>
                </a:lnTo>
                <a:lnTo>
                  <a:pt x="2774" y="57237"/>
                </a:lnTo>
                <a:lnTo>
                  <a:pt x="2848" y="57643"/>
                </a:lnTo>
                <a:lnTo>
                  <a:pt x="2848" y="58107"/>
                </a:lnTo>
                <a:lnTo>
                  <a:pt x="2848" y="58513"/>
                </a:lnTo>
                <a:lnTo>
                  <a:pt x="2848" y="58918"/>
                </a:lnTo>
                <a:lnTo>
                  <a:pt x="2922" y="59295"/>
                </a:lnTo>
                <a:lnTo>
                  <a:pt x="2922" y="59759"/>
                </a:lnTo>
                <a:lnTo>
                  <a:pt x="2922" y="60165"/>
                </a:lnTo>
                <a:lnTo>
                  <a:pt x="2922" y="60571"/>
                </a:lnTo>
                <a:lnTo>
                  <a:pt x="2922" y="61035"/>
                </a:lnTo>
                <a:lnTo>
                  <a:pt x="2993" y="61441"/>
                </a:lnTo>
                <a:lnTo>
                  <a:pt x="2993" y="61905"/>
                </a:lnTo>
                <a:lnTo>
                  <a:pt x="2993" y="62311"/>
                </a:lnTo>
                <a:lnTo>
                  <a:pt x="2993" y="62688"/>
                </a:lnTo>
                <a:lnTo>
                  <a:pt x="3066" y="63152"/>
                </a:lnTo>
                <a:lnTo>
                  <a:pt x="3066" y="63558"/>
                </a:lnTo>
                <a:lnTo>
                  <a:pt x="3066" y="64022"/>
                </a:lnTo>
                <a:lnTo>
                  <a:pt x="3066" y="64428"/>
                </a:lnTo>
                <a:lnTo>
                  <a:pt x="3066" y="64892"/>
                </a:lnTo>
                <a:lnTo>
                  <a:pt x="3140" y="65297"/>
                </a:lnTo>
                <a:lnTo>
                  <a:pt x="3140" y="65761"/>
                </a:lnTo>
                <a:lnTo>
                  <a:pt x="3140" y="66167"/>
                </a:lnTo>
                <a:lnTo>
                  <a:pt x="3140" y="66631"/>
                </a:lnTo>
                <a:lnTo>
                  <a:pt x="3214" y="67008"/>
                </a:lnTo>
                <a:lnTo>
                  <a:pt x="3214" y="6747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619768" y="3054487"/>
            <a:ext cx="3211" cy="104007"/>
          </a:xfrm>
          <a:custGeom>
            <a:avLst/>
            <a:gdLst/>
            <a:ahLst/>
            <a:cxnLst/>
            <a:rect l="l" t="t" r="r" b="b"/>
            <a:pathLst>
              <a:path w="3211" h="104007">
                <a:moveTo>
                  <a:pt x="0" y="0"/>
                </a:moveTo>
                <a:lnTo>
                  <a:pt x="0" y="492"/>
                </a:lnTo>
                <a:lnTo>
                  <a:pt x="0" y="869"/>
                </a:lnTo>
                <a:lnTo>
                  <a:pt x="0" y="1333"/>
                </a:lnTo>
                <a:lnTo>
                  <a:pt x="73" y="1797"/>
                </a:lnTo>
                <a:lnTo>
                  <a:pt x="73" y="2203"/>
                </a:lnTo>
                <a:lnTo>
                  <a:pt x="73" y="2667"/>
                </a:lnTo>
                <a:lnTo>
                  <a:pt x="73" y="3131"/>
                </a:lnTo>
                <a:lnTo>
                  <a:pt x="73" y="3537"/>
                </a:lnTo>
                <a:lnTo>
                  <a:pt x="144" y="4001"/>
                </a:lnTo>
                <a:lnTo>
                  <a:pt x="144" y="4465"/>
                </a:lnTo>
                <a:lnTo>
                  <a:pt x="144" y="4871"/>
                </a:lnTo>
                <a:lnTo>
                  <a:pt x="144" y="5335"/>
                </a:lnTo>
                <a:lnTo>
                  <a:pt x="218" y="5799"/>
                </a:lnTo>
                <a:lnTo>
                  <a:pt x="218" y="6263"/>
                </a:lnTo>
                <a:lnTo>
                  <a:pt x="218" y="6668"/>
                </a:lnTo>
                <a:lnTo>
                  <a:pt x="218" y="7132"/>
                </a:lnTo>
                <a:lnTo>
                  <a:pt x="218" y="7596"/>
                </a:lnTo>
                <a:lnTo>
                  <a:pt x="291" y="8060"/>
                </a:lnTo>
                <a:lnTo>
                  <a:pt x="291" y="8524"/>
                </a:lnTo>
                <a:lnTo>
                  <a:pt x="291" y="8988"/>
                </a:lnTo>
                <a:lnTo>
                  <a:pt x="291" y="9394"/>
                </a:lnTo>
                <a:lnTo>
                  <a:pt x="365" y="9858"/>
                </a:lnTo>
                <a:lnTo>
                  <a:pt x="365" y="10322"/>
                </a:lnTo>
                <a:lnTo>
                  <a:pt x="365" y="10786"/>
                </a:lnTo>
                <a:lnTo>
                  <a:pt x="365" y="11250"/>
                </a:lnTo>
                <a:lnTo>
                  <a:pt x="365" y="11714"/>
                </a:lnTo>
                <a:lnTo>
                  <a:pt x="436" y="12178"/>
                </a:lnTo>
                <a:lnTo>
                  <a:pt x="436" y="12642"/>
                </a:lnTo>
                <a:lnTo>
                  <a:pt x="436" y="13105"/>
                </a:lnTo>
                <a:lnTo>
                  <a:pt x="436" y="13569"/>
                </a:lnTo>
                <a:lnTo>
                  <a:pt x="510" y="14033"/>
                </a:lnTo>
                <a:lnTo>
                  <a:pt x="510" y="14497"/>
                </a:lnTo>
                <a:lnTo>
                  <a:pt x="510" y="14961"/>
                </a:lnTo>
                <a:lnTo>
                  <a:pt x="510" y="15454"/>
                </a:lnTo>
                <a:lnTo>
                  <a:pt x="510" y="15918"/>
                </a:lnTo>
                <a:lnTo>
                  <a:pt x="583" y="16382"/>
                </a:lnTo>
                <a:lnTo>
                  <a:pt x="583" y="16846"/>
                </a:lnTo>
                <a:lnTo>
                  <a:pt x="583" y="17310"/>
                </a:lnTo>
                <a:lnTo>
                  <a:pt x="583" y="17774"/>
                </a:lnTo>
                <a:lnTo>
                  <a:pt x="657" y="18296"/>
                </a:lnTo>
                <a:lnTo>
                  <a:pt x="657" y="18760"/>
                </a:lnTo>
                <a:lnTo>
                  <a:pt x="657" y="19224"/>
                </a:lnTo>
                <a:lnTo>
                  <a:pt x="657" y="19687"/>
                </a:lnTo>
                <a:lnTo>
                  <a:pt x="657" y="20151"/>
                </a:lnTo>
                <a:lnTo>
                  <a:pt x="728" y="20615"/>
                </a:lnTo>
                <a:lnTo>
                  <a:pt x="728" y="21166"/>
                </a:lnTo>
                <a:lnTo>
                  <a:pt x="728" y="21630"/>
                </a:lnTo>
                <a:lnTo>
                  <a:pt x="728" y="22094"/>
                </a:lnTo>
                <a:lnTo>
                  <a:pt x="802" y="22558"/>
                </a:lnTo>
                <a:lnTo>
                  <a:pt x="802" y="23080"/>
                </a:lnTo>
                <a:lnTo>
                  <a:pt x="802" y="23544"/>
                </a:lnTo>
                <a:lnTo>
                  <a:pt x="802" y="24008"/>
                </a:lnTo>
                <a:lnTo>
                  <a:pt x="802" y="24472"/>
                </a:lnTo>
                <a:lnTo>
                  <a:pt x="875" y="25023"/>
                </a:lnTo>
                <a:lnTo>
                  <a:pt x="875" y="25487"/>
                </a:lnTo>
                <a:lnTo>
                  <a:pt x="875" y="25951"/>
                </a:lnTo>
                <a:lnTo>
                  <a:pt x="875" y="26472"/>
                </a:lnTo>
                <a:lnTo>
                  <a:pt x="875" y="26936"/>
                </a:lnTo>
                <a:lnTo>
                  <a:pt x="949" y="27400"/>
                </a:lnTo>
                <a:lnTo>
                  <a:pt x="949" y="27951"/>
                </a:lnTo>
                <a:lnTo>
                  <a:pt x="949" y="28415"/>
                </a:lnTo>
                <a:lnTo>
                  <a:pt x="949" y="28937"/>
                </a:lnTo>
                <a:lnTo>
                  <a:pt x="1020" y="29401"/>
                </a:lnTo>
                <a:lnTo>
                  <a:pt x="1020" y="29923"/>
                </a:lnTo>
                <a:lnTo>
                  <a:pt x="1020" y="30416"/>
                </a:lnTo>
                <a:lnTo>
                  <a:pt x="1020" y="30880"/>
                </a:lnTo>
                <a:lnTo>
                  <a:pt x="1020" y="31402"/>
                </a:lnTo>
                <a:lnTo>
                  <a:pt x="1093" y="31866"/>
                </a:lnTo>
                <a:lnTo>
                  <a:pt x="1093" y="32388"/>
                </a:lnTo>
                <a:lnTo>
                  <a:pt x="1093" y="32851"/>
                </a:lnTo>
                <a:lnTo>
                  <a:pt x="1093" y="33402"/>
                </a:lnTo>
                <a:lnTo>
                  <a:pt x="1167" y="33924"/>
                </a:lnTo>
                <a:lnTo>
                  <a:pt x="1167" y="34388"/>
                </a:lnTo>
                <a:lnTo>
                  <a:pt x="1167" y="34910"/>
                </a:lnTo>
                <a:lnTo>
                  <a:pt x="1167" y="35403"/>
                </a:lnTo>
                <a:lnTo>
                  <a:pt x="1167" y="35925"/>
                </a:lnTo>
                <a:lnTo>
                  <a:pt x="1241" y="36389"/>
                </a:lnTo>
                <a:lnTo>
                  <a:pt x="1241" y="36911"/>
                </a:lnTo>
                <a:lnTo>
                  <a:pt x="1241" y="37462"/>
                </a:lnTo>
                <a:lnTo>
                  <a:pt x="1241" y="37926"/>
                </a:lnTo>
                <a:lnTo>
                  <a:pt x="1315" y="38448"/>
                </a:lnTo>
                <a:lnTo>
                  <a:pt x="1315" y="38970"/>
                </a:lnTo>
                <a:lnTo>
                  <a:pt x="1315" y="39433"/>
                </a:lnTo>
                <a:lnTo>
                  <a:pt x="1315" y="39984"/>
                </a:lnTo>
                <a:lnTo>
                  <a:pt x="1315" y="40506"/>
                </a:lnTo>
                <a:lnTo>
                  <a:pt x="1385" y="40970"/>
                </a:lnTo>
                <a:lnTo>
                  <a:pt x="1385" y="41521"/>
                </a:lnTo>
                <a:lnTo>
                  <a:pt x="1385" y="42043"/>
                </a:lnTo>
                <a:lnTo>
                  <a:pt x="1385" y="42565"/>
                </a:lnTo>
                <a:lnTo>
                  <a:pt x="1459" y="43029"/>
                </a:lnTo>
                <a:lnTo>
                  <a:pt x="1459" y="43580"/>
                </a:lnTo>
                <a:lnTo>
                  <a:pt x="1459" y="44102"/>
                </a:lnTo>
                <a:lnTo>
                  <a:pt x="1459" y="44624"/>
                </a:lnTo>
                <a:lnTo>
                  <a:pt x="1459" y="45175"/>
                </a:lnTo>
                <a:lnTo>
                  <a:pt x="1533" y="45696"/>
                </a:lnTo>
                <a:lnTo>
                  <a:pt x="1533" y="46160"/>
                </a:lnTo>
                <a:lnTo>
                  <a:pt x="1533" y="46682"/>
                </a:lnTo>
                <a:lnTo>
                  <a:pt x="1533" y="47233"/>
                </a:lnTo>
                <a:lnTo>
                  <a:pt x="1607" y="47755"/>
                </a:lnTo>
                <a:lnTo>
                  <a:pt x="1607" y="48277"/>
                </a:lnTo>
                <a:lnTo>
                  <a:pt x="1607" y="48828"/>
                </a:lnTo>
                <a:lnTo>
                  <a:pt x="1607" y="49350"/>
                </a:lnTo>
                <a:lnTo>
                  <a:pt x="1607" y="49872"/>
                </a:lnTo>
                <a:lnTo>
                  <a:pt x="1677" y="50423"/>
                </a:lnTo>
                <a:lnTo>
                  <a:pt x="1677" y="50945"/>
                </a:lnTo>
                <a:lnTo>
                  <a:pt x="1677" y="51409"/>
                </a:lnTo>
                <a:lnTo>
                  <a:pt x="1677" y="51960"/>
                </a:lnTo>
                <a:lnTo>
                  <a:pt x="1677" y="52481"/>
                </a:lnTo>
                <a:lnTo>
                  <a:pt x="1751" y="53003"/>
                </a:lnTo>
                <a:lnTo>
                  <a:pt x="1751" y="53554"/>
                </a:lnTo>
                <a:lnTo>
                  <a:pt x="1751" y="54076"/>
                </a:lnTo>
                <a:lnTo>
                  <a:pt x="1751" y="54685"/>
                </a:lnTo>
                <a:lnTo>
                  <a:pt x="1825" y="55207"/>
                </a:lnTo>
                <a:lnTo>
                  <a:pt x="1825" y="55729"/>
                </a:lnTo>
                <a:lnTo>
                  <a:pt x="1825" y="56280"/>
                </a:lnTo>
                <a:lnTo>
                  <a:pt x="1825" y="56802"/>
                </a:lnTo>
                <a:lnTo>
                  <a:pt x="1825" y="57324"/>
                </a:lnTo>
                <a:lnTo>
                  <a:pt x="1899" y="57875"/>
                </a:lnTo>
                <a:lnTo>
                  <a:pt x="1899" y="58397"/>
                </a:lnTo>
                <a:lnTo>
                  <a:pt x="1899" y="58918"/>
                </a:lnTo>
                <a:lnTo>
                  <a:pt x="1899" y="59469"/>
                </a:lnTo>
                <a:lnTo>
                  <a:pt x="1969" y="60049"/>
                </a:lnTo>
                <a:lnTo>
                  <a:pt x="1969" y="60600"/>
                </a:lnTo>
                <a:lnTo>
                  <a:pt x="1969" y="61122"/>
                </a:lnTo>
                <a:lnTo>
                  <a:pt x="1969" y="61644"/>
                </a:lnTo>
                <a:lnTo>
                  <a:pt x="1969" y="62195"/>
                </a:lnTo>
                <a:lnTo>
                  <a:pt x="2043" y="62775"/>
                </a:lnTo>
                <a:lnTo>
                  <a:pt x="2043" y="63326"/>
                </a:lnTo>
                <a:lnTo>
                  <a:pt x="2043" y="63848"/>
                </a:lnTo>
                <a:lnTo>
                  <a:pt x="2043" y="64370"/>
                </a:lnTo>
                <a:lnTo>
                  <a:pt x="2117" y="64921"/>
                </a:lnTo>
                <a:lnTo>
                  <a:pt x="2117" y="65500"/>
                </a:lnTo>
                <a:lnTo>
                  <a:pt x="2117" y="66051"/>
                </a:lnTo>
                <a:lnTo>
                  <a:pt x="2117" y="66573"/>
                </a:lnTo>
                <a:lnTo>
                  <a:pt x="2117" y="67182"/>
                </a:lnTo>
                <a:lnTo>
                  <a:pt x="2191" y="67704"/>
                </a:lnTo>
                <a:lnTo>
                  <a:pt x="2191" y="68226"/>
                </a:lnTo>
                <a:lnTo>
                  <a:pt x="2191" y="68835"/>
                </a:lnTo>
                <a:lnTo>
                  <a:pt x="2191" y="69357"/>
                </a:lnTo>
                <a:lnTo>
                  <a:pt x="2261" y="69908"/>
                </a:lnTo>
                <a:lnTo>
                  <a:pt x="2261" y="70488"/>
                </a:lnTo>
                <a:lnTo>
                  <a:pt x="2261" y="71039"/>
                </a:lnTo>
                <a:lnTo>
                  <a:pt x="2261" y="71619"/>
                </a:lnTo>
                <a:lnTo>
                  <a:pt x="2261" y="72169"/>
                </a:lnTo>
                <a:lnTo>
                  <a:pt x="2335" y="72691"/>
                </a:lnTo>
                <a:lnTo>
                  <a:pt x="2335" y="73300"/>
                </a:lnTo>
                <a:lnTo>
                  <a:pt x="2335" y="73822"/>
                </a:lnTo>
                <a:lnTo>
                  <a:pt x="2335" y="74431"/>
                </a:lnTo>
                <a:lnTo>
                  <a:pt x="2409" y="74953"/>
                </a:lnTo>
                <a:lnTo>
                  <a:pt x="2409" y="75562"/>
                </a:lnTo>
                <a:lnTo>
                  <a:pt x="2409" y="76084"/>
                </a:lnTo>
                <a:lnTo>
                  <a:pt x="2409" y="76693"/>
                </a:lnTo>
                <a:lnTo>
                  <a:pt x="2409" y="77215"/>
                </a:lnTo>
                <a:lnTo>
                  <a:pt x="2483" y="77824"/>
                </a:lnTo>
                <a:lnTo>
                  <a:pt x="2483" y="78345"/>
                </a:lnTo>
                <a:lnTo>
                  <a:pt x="2483" y="78954"/>
                </a:lnTo>
                <a:lnTo>
                  <a:pt x="2483" y="79476"/>
                </a:lnTo>
                <a:lnTo>
                  <a:pt x="2483" y="80085"/>
                </a:lnTo>
                <a:lnTo>
                  <a:pt x="2556" y="80607"/>
                </a:lnTo>
                <a:lnTo>
                  <a:pt x="2556" y="81216"/>
                </a:lnTo>
                <a:lnTo>
                  <a:pt x="2556" y="81796"/>
                </a:lnTo>
                <a:lnTo>
                  <a:pt x="2556" y="82347"/>
                </a:lnTo>
                <a:lnTo>
                  <a:pt x="2627" y="82927"/>
                </a:lnTo>
                <a:lnTo>
                  <a:pt x="2627" y="83478"/>
                </a:lnTo>
                <a:lnTo>
                  <a:pt x="2627" y="84058"/>
                </a:lnTo>
                <a:lnTo>
                  <a:pt x="2627" y="84667"/>
                </a:lnTo>
                <a:lnTo>
                  <a:pt x="2627" y="85188"/>
                </a:lnTo>
                <a:lnTo>
                  <a:pt x="2701" y="85797"/>
                </a:lnTo>
                <a:lnTo>
                  <a:pt x="2701" y="86406"/>
                </a:lnTo>
                <a:lnTo>
                  <a:pt x="2701" y="86986"/>
                </a:lnTo>
                <a:lnTo>
                  <a:pt x="2701" y="87537"/>
                </a:lnTo>
                <a:lnTo>
                  <a:pt x="2774" y="88117"/>
                </a:lnTo>
                <a:lnTo>
                  <a:pt x="2774" y="88726"/>
                </a:lnTo>
                <a:lnTo>
                  <a:pt x="2774" y="89248"/>
                </a:lnTo>
                <a:lnTo>
                  <a:pt x="2774" y="89857"/>
                </a:lnTo>
                <a:lnTo>
                  <a:pt x="2774" y="90437"/>
                </a:lnTo>
                <a:lnTo>
                  <a:pt x="2848" y="91046"/>
                </a:lnTo>
                <a:lnTo>
                  <a:pt x="2848" y="91654"/>
                </a:lnTo>
                <a:lnTo>
                  <a:pt x="2848" y="92176"/>
                </a:lnTo>
                <a:lnTo>
                  <a:pt x="2848" y="92785"/>
                </a:lnTo>
                <a:lnTo>
                  <a:pt x="2919" y="93365"/>
                </a:lnTo>
                <a:lnTo>
                  <a:pt x="2919" y="93974"/>
                </a:lnTo>
                <a:lnTo>
                  <a:pt x="2919" y="94583"/>
                </a:lnTo>
                <a:lnTo>
                  <a:pt x="2919" y="95105"/>
                </a:lnTo>
                <a:lnTo>
                  <a:pt x="2919" y="95714"/>
                </a:lnTo>
                <a:lnTo>
                  <a:pt x="2993" y="96294"/>
                </a:lnTo>
                <a:lnTo>
                  <a:pt x="2993" y="96903"/>
                </a:lnTo>
                <a:lnTo>
                  <a:pt x="2993" y="97512"/>
                </a:lnTo>
                <a:lnTo>
                  <a:pt x="2993" y="98091"/>
                </a:lnTo>
                <a:lnTo>
                  <a:pt x="3066" y="98700"/>
                </a:lnTo>
                <a:lnTo>
                  <a:pt x="3066" y="99280"/>
                </a:lnTo>
                <a:lnTo>
                  <a:pt x="3066" y="99889"/>
                </a:lnTo>
                <a:lnTo>
                  <a:pt x="3066" y="100498"/>
                </a:lnTo>
                <a:lnTo>
                  <a:pt x="3066" y="101020"/>
                </a:lnTo>
                <a:lnTo>
                  <a:pt x="3140" y="101629"/>
                </a:lnTo>
                <a:lnTo>
                  <a:pt x="3140" y="102209"/>
                </a:lnTo>
                <a:lnTo>
                  <a:pt x="3140" y="102818"/>
                </a:lnTo>
                <a:lnTo>
                  <a:pt x="3140" y="103427"/>
                </a:lnTo>
                <a:lnTo>
                  <a:pt x="3211" y="10400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622979" y="3158494"/>
            <a:ext cx="3140" cy="130682"/>
          </a:xfrm>
          <a:custGeom>
            <a:avLst/>
            <a:gdLst/>
            <a:ahLst/>
            <a:cxnLst/>
            <a:rect l="l" t="t" r="r" b="b"/>
            <a:pathLst>
              <a:path w="3140" h="130682">
                <a:moveTo>
                  <a:pt x="0" y="0"/>
                </a:moveTo>
                <a:lnTo>
                  <a:pt x="0" y="608"/>
                </a:lnTo>
                <a:lnTo>
                  <a:pt x="0" y="1217"/>
                </a:lnTo>
                <a:lnTo>
                  <a:pt x="0" y="1797"/>
                </a:lnTo>
                <a:lnTo>
                  <a:pt x="0" y="2464"/>
                </a:lnTo>
                <a:lnTo>
                  <a:pt x="73" y="3073"/>
                </a:lnTo>
                <a:lnTo>
                  <a:pt x="73" y="3653"/>
                </a:lnTo>
                <a:lnTo>
                  <a:pt x="73" y="4262"/>
                </a:lnTo>
                <a:lnTo>
                  <a:pt x="73" y="4871"/>
                </a:lnTo>
                <a:lnTo>
                  <a:pt x="73" y="5451"/>
                </a:lnTo>
                <a:lnTo>
                  <a:pt x="147" y="6060"/>
                </a:lnTo>
                <a:lnTo>
                  <a:pt x="147" y="6668"/>
                </a:lnTo>
                <a:lnTo>
                  <a:pt x="147" y="7248"/>
                </a:lnTo>
                <a:lnTo>
                  <a:pt x="147" y="7857"/>
                </a:lnTo>
                <a:lnTo>
                  <a:pt x="221" y="8524"/>
                </a:lnTo>
                <a:lnTo>
                  <a:pt x="221" y="9104"/>
                </a:lnTo>
                <a:lnTo>
                  <a:pt x="221" y="9713"/>
                </a:lnTo>
                <a:lnTo>
                  <a:pt x="221" y="10322"/>
                </a:lnTo>
                <a:lnTo>
                  <a:pt x="221" y="10902"/>
                </a:lnTo>
                <a:lnTo>
                  <a:pt x="291" y="11511"/>
                </a:lnTo>
                <a:lnTo>
                  <a:pt x="291" y="12178"/>
                </a:lnTo>
                <a:lnTo>
                  <a:pt x="291" y="12787"/>
                </a:lnTo>
                <a:lnTo>
                  <a:pt x="291" y="13366"/>
                </a:lnTo>
                <a:lnTo>
                  <a:pt x="365" y="13975"/>
                </a:lnTo>
                <a:lnTo>
                  <a:pt x="365" y="14584"/>
                </a:lnTo>
                <a:lnTo>
                  <a:pt x="365" y="15222"/>
                </a:lnTo>
                <a:lnTo>
                  <a:pt x="365" y="15831"/>
                </a:lnTo>
                <a:lnTo>
                  <a:pt x="365" y="16440"/>
                </a:lnTo>
                <a:lnTo>
                  <a:pt x="439" y="17107"/>
                </a:lnTo>
                <a:lnTo>
                  <a:pt x="439" y="17687"/>
                </a:lnTo>
                <a:lnTo>
                  <a:pt x="439" y="18296"/>
                </a:lnTo>
                <a:lnTo>
                  <a:pt x="439" y="18905"/>
                </a:lnTo>
                <a:lnTo>
                  <a:pt x="513" y="19571"/>
                </a:lnTo>
                <a:lnTo>
                  <a:pt x="513" y="20151"/>
                </a:lnTo>
                <a:lnTo>
                  <a:pt x="513" y="20760"/>
                </a:lnTo>
                <a:lnTo>
                  <a:pt x="513" y="21427"/>
                </a:lnTo>
                <a:lnTo>
                  <a:pt x="513" y="22007"/>
                </a:lnTo>
                <a:lnTo>
                  <a:pt x="587" y="22674"/>
                </a:lnTo>
                <a:lnTo>
                  <a:pt x="587" y="23283"/>
                </a:lnTo>
                <a:lnTo>
                  <a:pt x="587" y="23892"/>
                </a:lnTo>
                <a:lnTo>
                  <a:pt x="587" y="24559"/>
                </a:lnTo>
                <a:lnTo>
                  <a:pt x="657" y="25139"/>
                </a:lnTo>
                <a:lnTo>
                  <a:pt x="657" y="25748"/>
                </a:lnTo>
                <a:lnTo>
                  <a:pt x="657" y="26414"/>
                </a:lnTo>
                <a:lnTo>
                  <a:pt x="657" y="26994"/>
                </a:lnTo>
                <a:lnTo>
                  <a:pt x="657" y="27661"/>
                </a:lnTo>
                <a:lnTo>
                  <a:pt x="731" y="28270"/>
                </a:lnTo>
                <a:lnTo>
                  <a:pt x="731" y="28937"/>
                </a:lnTo>
                <a:lnTo>
                  <a:pt x="731" y="29546"/>
                </a:lnTo>
                <a:lnTo>
                  <a:pt x="731" y="30184"/>
                </a:lnTo>
                <a:lnTo>
                  <a:pt x="805" y="30793"/>
                </a:lnTo>
                <a:lnTo>
                  <a:pt x="805" y="31460"/>
                </a:lnTo>
                <a:lnTo>
                  <a:pt x="805" y="32069"/>
                </a:lnTo>
                <a:lnTo>
                  <a:pt x="805" y="32735"/>
                </a:lnTo>
                <a:lnTo>
                  <a:pt x="805" y="33315"/>
                </a:lnTo>
                <a:lnTo>
                  <a:pt x="879" y="33982"/>
                </a:lnTo>
                <a:lnTo>
                  <a:pt x="879" y="34591"/>
                </a:lnTo>
                <a:lnTo>
                  <a:pt x="879" y="35258"/>
                </a:lnTo>
                <a:lnTo>
                  <a:pt x="879" y="35838"/>
                </a:lnTo>
                <a:lnTo>
                  <a:pt x="879" y="36505"/>
                </a:lnTo>
                <a:lnTo>
                  <a:pt x="949" y="37114"/>
                </a:lnTo>
                <a:lnTo>
                  <a:pt x="949" y="37781"/>
                </a:lnTo>
                <a:lnTo>
                  <a:pt x="949" y="38448"/>
                </a:lnTo>
                <a:lnTo>
                  <a:pt x="949" y="39028"/>
                </a:lnTo>
                <a:lnTo>
                  <a:pt x="1023" y="39694"/>
                </a:lnTo>
                <a:lnTo>
                  <a:pt x="1023" y="40303"/>
                </a:lnTo>
                <a:lnTo>
                  <a:pt x="1023" y="40970"/>
                </a:lnTo>
                <a:lnTo>
                  <a:pt x="1023" y="41637"/>
                </a:lnTo>
                <a:lnTo>
                  <a:pt x="1023" y="42246"/>
                </a:lnTo>
                <a:lnTo>
                  <a:pt x="1097" y="42884"/>
                </a:lnTo>
                <a:lnTo>
                  <a:pt x="1097" y="43551"/>
                </a:lnTo>
                <a:lnTo>
                  <a:pt x="1097" y="44160"/>
                </a:lnTo>
                <a:lnTo>
                  <a:pt x="1097" y="44827"/>
                </a:lnTo>
                <a:lnTo>
                  <a:pt x="1170" y="45494"/>
                </a:lnTo>
                <a:lnTo>
                  <a:pt x="1170" y="46102"/>
                </a:lnTo>
                <a:lnTo>
                  <a:pt x="1170" y="46740"/>
                </a:lnTo>
                <a:lnTo>
                  <a:pt x="1170" y="47407"/>
                </a:lnTo>
                <a:lnTo>
                  <a:pt x="1170" y="48074"/>
                </a:lnTo>
                <a:lnTo>
                  <a:pt x="1241" y="48683"/>
                </a:lnTo>
                <a:lnTo>
                  <a:pt x="1241" y="49350"/>
                </a:lnTo>
                <a:lnTo>
                  <a:pt x="1241" y="50017"/>
                </a:lnTo>
                <a:lnTo>
                  <a:pt x="1241" y="50684"/>
                </a:lnTo>
                <a:lnTo>
                  <a:pt x="1315" y="51264"/>
                </a:lnTo>
                <a:lnTo>
                  <a:pt x="1315" y="51931"/>
                </a:lnTo>
                <a:lnTo>
                  <a:pt x="1315" y="52597"/>
                </a:lnTo>
                <a:lnTo>
                  <a:pt x="1315" y="53264"/>
                </a:lnTo>
                <a:lnTo>
                  <a:pt x="1315" y="53873"/>
                </a:lnTo>
                <a:lnTo>
                  <a:pt x="1389" y="54540"/>
                </a:lnTo>
                <a:lnTo>
                  <a:pt x="1389" y="55207"/>
                </a:lnTo>
                <a:lnTo>
                  <a:pt x="1389" y="55874"/>
                </a:lnTo>
                <a:lnTo>
                  <a:pt x="1389" y="56541"/>
                </a:lnTo>
                <a:lnTo>
                  <a:pt x="1462" y="57208"/>
                </a:lnTo>
                <a:lnTo>
                  <a:pt x="1462" y="57788"/>
                </a:lnTo>
                <a:lnTo>
                  <a:pt x="1462" y="58455"/>
                </a:lnTo>
                <a:lnTo>
                  <a:pt x="1462" y="59121"/>
                </a:lnTo>
                <a:lnTo>
                  <a:pt x="1462" y="59788"/>
                </a:lnTo>
                <a:lnTo>
                  <a:pt x="1533" y="60455"/>
                </a:lnTo>
                <a:lnTo>
                  <a:pt x="1533" y="61122"/>
                </a:lnTo>
                <a:lnTo>
                  <a:pt x="1533" y="61789"/>
                </a:lnTo>
                <a:lnTo>
                  <a:pt x="1533" y="62456"/>
                </a:lnTo>
                <a:lnTo>
                  <a:pt x="1607" y="63123"/>
                </a:lnTo>
                <a:lnTo>
                  <a:pt x="1607" y="63703"/>
                </a:lnTo>
                <a:lnTo>
                  <a:pt x="1607" y="64370"/>
                </a:lnTo>
                <a:lnTo>
                  <a:pt x="1607" y="65037"/>
                </a:lnTo>
                <a:lnTo>
                  <a:pt x="1607" y="65703"/>
                </a:lnTo>
                <a:lnTo>
                  <a:pt x="1681" y="66370"/>
                </a:lnTo>
                <a:lnTo>
                  <a:pt x="1681" y="67037"/>
                </a:lnTo>
                <a:lnTo>
                  <a:pt x="1681" y="67704"/>
                </a:lnTo>
                <a:lnTo>
                  <a:pt x="1681" y="68371"/>
                </a:lnTo>
                <a:lnTo>
                  <a:pt x="1681" y="69038"/>
                </a:lnTo>
                <a:lnTo>
                  <a:pt x="1754" y="69705"/>
                </a:lnTo>
                <a:lnTo>
                  <a:pt x="1754" y="70372"/>
                </a:lnTo>
                <a:lnTo>
                  <a:pt x="1754" y="71039"/>
                </a:lnTo>
                <a:lnTo>
                  <a:pt x="1754" y="71677"/>
                </a:lnTo>
                <a:lnTo>
                  <a:pt x="1828" y="72343"/>
                </a:lnTo>
                <a:lnTo>
                  <a:pt x="1828" y="73010"/>
                </a:lnTo>
                <a:lnTo>
                  <a:pt x="1828" y="73677"/>
                </a:lnTo>
                <a:lnTo>
                  <a:pt x="1828" y="74344"/>
                </a:lnTo>
                <a:lnTo>
                  <a:pt x="1828" y="75011"/>
                </a:lnTo>
                <a:lnTo>
                  <a:pt x="1899" y="75678"/>
                </a:lnTo>
                <a:lnTo>
                  <a:pt x="1899" y="76345"/>
                </a:lnTo>
                <a:lnTo>
                  <a:pt x="1899" y="77070"/>
                </a:lnTo>
                <a:lnTo>
                  <a:pt x="1899" y="77737"/>
                </a:lnTo>
                <a:lnTo>
                  <a:pt x="1972" y="78403"/>
                </a:lnTo>
                <a:lnTo>
                  <a:pt x="1972" y="79070"/>
                </a:lnTo>
                <a:lnTo>
                  <a:pt x="1972" y="79737"/>
                </a:lnTo>
                <a:lnTo>
                  <a:pt x="1972" y="80404"/>
                </a:lnTo>
                <a:lnTo>
                  <a:pt x="1972" y="81071"/>
                </a:lnTo>
                <a:lnTo>
                  <a:pt x="2046" y="81738"/>
                </a:lnTo>
                <a:lnTo>
                  <a:pt x="2046" y="82405"/>
                </a:lnTo>
                <a:lnTo>
                  <a:pt x="2046" y="83130"/>
                </a:lnTo>
                <a:lnTo>
                  <a:pt x="2046" y="83797"/>
                </a:lnTo>
                <a:lnTo>
                  <a:pt x="2120" y="84464"/>
                </a:lnTo>
                <a:lnTo>
                  <a:pt x="2120" y="85130"/>
                </a:lnTo>
                <a:lnTo>
                  <a:pt x="2120" y="85797"/>
                </a:lnTo>
                <a:lnTo>
                  <a:pt x="2120" y="86464"/>
                </a:lnTo>
                <a:lnTo>
                  <a:pt x="2120" y="87189"/>
                </a:lnTo>
                <a:lnTo>
                  <a:pt x="2191" y="87856"/>
                </a:lnTo>
                <a:lnTo>
                  <a:pt x="2191" y="88523"/>
                </a:lnTo>
                <a:lnTo>
                  <a:pt x="2191" y="89190"/>
                </a:lnTo>
                <a:lnTo>
                  <a:pt x="2191" y="89857"/>
                </a:lnTo>
                <a:lnTo>
                  <a:pt x="2264" y="90582"/>
                </a:lnTo>
                <a:lnTo>
                  <a:pt x="2264" y="91249"/>
                </a:lnTo>
                <a:lnTo>
                  <a:pt x="2264" y="91915"/>
                </a:lnTo>
                <a:lnTo>
                  <a:pt x="2264" y="92582"/>
                </a:lnTo>
                <a:lnTo>
                  <a:pt x="2264" y="93307"/>
                </a:lnTo>
                <a:lnTo>
                  <a:pt x="2338" y="93974"/>
                </a:lnTo>
                <a:lnTo>
                  <a:pt x="2338" y="94641"/>
                </a:lnTo>
                <a:lnTo>
                  <a:pt x="2338" y="95308"/>
                </a:lnTo>
                <a:lnTo>
                  <a:pt x="2338" y="96033"/>
                </a:lnTo>
                <a:lnTo>
                  <a:pt x="2412" y="96700"/>
                </a:lnTo>
                <a:lnTo>
                  <a:pt x="2412" y="97367"/>
                </a:lnTo>
                <a:lnTo>
                  <a:pt x="2412" y="98033"/>
                </a:lnTo>
                <a:lnTo>
                  <a:pt x="2412" y="98758"/>
                </a:lnTo>
                <a:lnTo>
                  <a:pt x="2412" y="99425"/>
                </a:lnTo>
                <a:lnTo>
                  <a:pt x="2483" y="100092"/>
                </a:lnTo>
                <a:lnTo>
                  <a:pt x="2483" y="100817"/>
                </a:lnTo>
                <a:lnTo>
                  <a:pt x="2483" y="101484"/>
                </a:lnTo>
                <a:lnTo>
                  <a:pt x="2483" y="102151"/>
                </a:lnTo>
                <a:lnTo>
                  <a:pt x="2483" y="102876"/>
                </a:lnTo>
                <a:lnTo>
                  <a:pt x="2556" y="103543"/>
                </a:lnTo>
                <a:lnTo>
                  <a:pt x="2556" y="104210"/>
                </a:lnTo>
                <a:lnTo>
                  <a:pt x="2556" y="104934"/>
                </a:lnTo>
                <a:lnTo>
                  <a:pt x="2556" y="105601"/>
                </a:lnTo>
                <a:lnTo>
                  <a:pt x="2630" y="106268"/>
                </a:lnTo>
                <a:lnTo>
                  <a:pt x="2630" y="106993"/>
                </a:lnTo>
                <a:lnTo>
                  <a:pt x="2630" y="107660"/>
                </a:lnTo>
                <a:lnTo>
                  <a:pt x="2630" y="108385"/>
                </a:lnTo>
                <a:lnTo>
                  <a:pt x="2630" y="109052"/>
                </a:lnTo>
                <a:lnTo>
                  <a:pt x="2704" y="109719"/>
                </a:lnTo>
                <a:lnTo>
                  <a:pt x="2704" y="110444"/>
                </a:lnTo>
                <a:lnTo>
                  <a:pt x="2704" y="111110"/>
                </a:lnTo>
                <a:lnTo>
                  <a:pt x="2704" y="111864"/>
                </a:lnTo>
                <a:lnTo>
                  <a:pt x="2774" y="112531"/>
                </a:lnTo>
                <a:lnTo>
                  <a:pt x="2774" y="113256"/>
                </a:lnTo>
                <a:lnTo>
                  <a:pt x="2774" y="113923"/>
                </a:lnTo>
                <a:lnTo>
                  <a:pt x="2774" y="114590"/>
                </a:lnTo>
                <a:lnTo>
                  <a:pt x="2774" y="115315"/>
                </a:lnTo>
                <a:lnTo>
                  <a:pt x="2848" y="115982"/>
                </a:lnTo>
                <a:lnTo>
                  <a:pt x="2848" y="116707"/>
                </a:lnTo>
                <a:lnTo>
                  <a:pt x="2848" y="117373"/>
                </a:lnTo>
                <a:lnTo>
                  <a:pt x="2848" y="118098"/>
                </a:lnTo>
                <a:lnTo>
                  <a:pt x="2922" y="118765"/>
                </a:lnTo>
                <a:lnTo>
                  <a:pt x="2922" y="119490"/>
                </a:lnTo>
                <a:lnTo>
                  <a:pt x="2922" y="120157"/>
                </a:lnTo>
                <a:lnTo>
                  <a:pt x="2922" y="120911"/>
                </a:lnTo>
                <a:lnTo>
                  <a:pt x="2922" y="121549"/>
                </a:lnTo>
                <a:lnTo>
                  <a:pt x="2996" y="122303"/>
                </a:lnTo>
                <a:lnTo>
                  <a:pt x="2996" y="122970"/>
                </a:lnTo>
                <a:lnTo>
                  <a:pt x="2996" y="123695"/>
                </a:lnTo>
                <a:lnTo>
                  <a:pt x="2996" y="124361"/>
                </a:lnTo>
                <a:lnTo>
                  <a:pt x="3070" y="125086"/>
                </a:lnTo>
                <a:lnTo>
                  <a:pt x="3070" y="125753"/>
                </a:lnTo>
                <a:lnTo>
                  <a:pt x="3070" y="126478"/>
                </a:lnTo>
                <a:lnTo>
                  <a:pt x="3070" y="127203"/>
                </a:lnTo>
                <a:lnTo>
                  <a:pt x="3070" y="127870"/>
                </a:lnTo>
                <a:lnTo>
                  <a:pt x="3140" y="128624"/>
                </a:lnTo>
                <a:lnTo>
                  <a:pt x="3140" y="129291"/>
                </a:lnTo>
                <a:lnTo>
                  <a:pt x="3140" y="130016"/>
                </a:lnTo>
                <a:lnTo>
                  <a:pt x="3140" y="13068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626120" y="3289177"/>
            <a:ext cx="3214" cy="145296"/>
          </a:xfrm>
          <a:custGeom>
            <a:avLst/>
            <a:gdLst/>
            <a:ahLst/>
            <a:cxnLst/>
            <a:rect l="l" t="t" r="r" b="b"/>
            <a:pathLst>
              <a:path w="3214" h="145296">
                <a:moveTo>
                  <a:pt x="0" y="0"/>
                </a:moveTo>
                <a:lnTo>
                  <a:pt x="73" y="724"/>
                </a:lnTo>
                <a:lnTo>
                  <a:pt x="73" y="1449"/>
                </a:lnTo>
                <a:lnTo>
                  <a:pt x="73" y="2116"/>
                </a:lnTo>
                <a:lnTo>
                  <a:pt x="73" y="2841"/>
                </a:lnTo>
                <a:lnTo>
                  <a:pt x="73" y="3508"/>
                </a:lnTo>
                <a:lnTo>
                  <a:pt x="147" y="4233"/>
                </a:lnTo>
                <a:lnTo>
                  <a:pt x="147" y="4987"/>
                </a:lnTo>
                <a:lnTo>
                  <a:pt x="147" y="5654"/>
                </a:lnTo>
                <a:lnTo>
                  <a:pt x="147" y="6379"/>
                </a:lnTo>
                <a:lnTo>
                  <a:pt x="147" y="7103"/>
                </a:lnTo>
                <a:lnTo>
                  <a:pt x="221" y="7770"/>
                </a:lnTo>
                <a:lnTo>
                  <a:pt x="221" y="8495"/>
                </a:lnTo>
                <a:lnTo>
                  <a:pt x="221" y="9220"/>
                </a:lnTo>
                <a:lnTo>
                  <a:pt x="221" y="9887"/>
                </a:lnTo>
                <a:lnTo>
                  <a:pt x="291" y="10641"/>
                </a:lnTo>
                <a:lnTo>
                  <a:pt x="291" y="11366"/>
                </a:lnTo>
                <a:lnTo>
                  <a:pt x="291" y="12033"/>
                </a:lnTo>
                <a:lnTo>
                  <a:pt x="291" y="12758"/>
                </a:lnTo>
                <a:lnTo>
                  <a:pt x="291" y="13482"/>
                </a:lnTo>
                <a:lnTo>
                  <a:pt x="365" y="14149"/>
                </a:lnTo>
                <a:lnTo>
                  <a:pt x="365" y="14874"/>
                </a:lnTo>
                <a:lnTo>
                  <a:pt x="365" y="15628"/>
                </a:lnTo>
                <a:lnTo>
                  <a:pt x="365" y="16295"/>
                </a:lnTo>
                <a:lnTo>
                  <a:pt x="439" y="17020"/>
                </a:lnTo>
                <a:lnTo>
                  <a:pt x="439" y="17745"/>
                </a:lnTo>
                <a:lnTo>
                  <a:pt x="439" y="18470"/>
                </a:lnTo>
                <a:lnTo>
                  <a:pt x="439" y="19137"/>
                </a:lnTo>
                <a:lnTo>
                  <a:pt x="439" y="19861"/>
                </a:lnTo>
                <a:lnTo>
                  <a:pt x="513" y="20615"/>
                </a:lnTo>
                <a:lnTo>
                  <a:pt x="513" y="21282"/>
                </a:lnTo>
                <a:lnTo>
                  <a:pt x="513" y="22007"/>
                </a:lnTo>
                <a:lnTo>
                  <a:pt x="513" y="22732"/>
                </a:lnTo>
                <a:lnTo>
                  <a:pt x="583" y="23457"/>
                </a:lnTo>
                <a:lnTo>
                  <a:pt x="583" y="24124"/>
                </a:lnTo>
                <a:lnTo>
                  <a:pt x="583" y="24849"/>
                </a:lnTo>
                <a:lnTo>
                  <a:pt x="583" y="25603"/>
                </a:lnTo>
                <a:lnTo>
                  <a:pt x="583" y="26327"/>
                </a:lnTo>
                <a:lnTo>
                  <a:pt x="657" y="27052"/>
                </a:lnTo>
                <a:lnTo>
                  <a:pt x="657" y="27719"/>
                </a:lnTo>
                <a:lnTo>
                  <a:pt x="657" y="28444"/>
                </a:lnTo>
                <a:lnTo>
                  <a:pt x="657" y="29169"/>
                </a:lnTo>
                <a:lnTo>
                  <a:pt x="731" y="29923"/>
                </a:lnTo>
                <a:lnTo>
                  <a:pt x="731" y="30648"/>
                </a:lnTo>
                <a:lnTo>
                  <a:pt x="731" y="31315"/>
                </a:lnTo>
                <a:lnTo>
                  <a:pt x="731" y="32040"/>
                </a:lnTo>
                <a:lnTo>
                  <a:pt x="731" y="32764"/>
                </a:lnTo>
                <a:lnTo>
                  <a:pt x="805" y="33518"/>
                </a:lnTo>
                <a:lnTo>
                  <a:pt x="805" y="34243"/>
                </a:lnTo>
                <a:lnTo>
                  <a:pt x="805" y="34910"/>
                </a:lnTo>
                <a:lnTo>
                  <a:pt x="805" y="35635"/>
                </a:lnTo>
                <a:lnTo>
                  <a:pt x="875" y="36360"/>
                </a:lnTo>
                <a:lnTo>
                  <a:pt x="875" y="37085"/>
                </a:lnTo>
                <a:lnTo>
                  <a:pt x="875" y="37839"/>
                </a:lnTo>
                <a:lnTo>
                  <a:pt x="875" y="38564"/>
                </a:lnTo>
                <a:lnTo>
                  <a:pt x="875" y="39230"/>
                </a:lnTo>
                <a:lnTo>
                  <a:pt x="949" y="39955"/>
                </a:lnTo>
                <a:lnTo>
                  <a:pt x="949" y="40680"/>
                </a:lnTo>
                <a:lnTo>
                  <a:pt x="949" y="41405"/>
                </a:lnTo>
                <a:lnTo>
                  <a:pt x="949" y="42159"/>
                </a:lnTo>
                <a:lnTo>
                  <a:pt x="949" y="42884"/>
                </a:lnTo>
                <a:lnTo>
                  <a:pt x="1023" y="43609"/>
                </a:lnTo>
                <a:lnTo>
                  <a:pt x="1023" y="44334"/>
                </a:lnTo>
                <a:lnTo>
                  <a:pt x="1023" y="45001"/>
                </a:lnTo>
                <a:lnTo>
                  <a:pt x="1023" y="45725"/>
                </a:lnTo>
                <a:lnTo>
                  <a:pt x="1097" y="46479"/>
                </a:lnTo>
                <a:lnTo>
                  <a:pt x="1097" y="47204"/>
                </a:lnTo>
                <a:lnTo>
                  <a:pt x="1097" y="47929"/>
                </a:lnTo>
                <a:lnTo>
                  <a:pt x="1097" y="48654"/>
                </a:lnTo>
                <a:lnTo>
                  <a:pt x="1097" y="49408"/>
                </a:lnTo>
                <a:lnTo>
                  <a:pt x="1170" y="50133"/>
                </a:lnTo>
                <a:lnTo>
                  <a:pt x="1170" y="50858"/>
                </a:lnTo>
                <a:lnTo>
                  <a:pt x="1170" y="51583"/>
                </a:lnTo>
                <a:lnTo>
                  <a:pt x="1170" y="52336"/>
                </a:lnTo>
                <a:lnTo>
                  <a:pt x="1241" y="52974"/>
                </a:lnTo>
                <a:lnTo>
                  <a:pt x="1241" y="53728"/>
                </a:lnTo>
                <a:lnTo>
                  <a:pt x="1241" y="54453"/>
                </a:lnTo>
                <a:lnTo>
                  <a:pt x="1241" y="55178"/>
                </a:lnTo>
                <a:lnTo>
                  <a:pt x="1241" y="55903"/>
                </a:lnTo>
                <a:lnTo>
                  <a:pt x="1315" y="56657"/>
                </a:lnTo>
                <a:lnTo>
                  <a:pt x="1315" y="57382"/>
                </a:lnTo>
                <a:lnTo>
                  <a:pt x="1315" y="58107"/>
                </a:lnTo>
                <a:lnTo>
                  <a:pt x="1315" y="58831"/>
                </a:lnTo>
                <a:lnTo>
                  <a:pt x="1389" y="59556"/>
                </a:lnTo>
                <a:lnTo>
                  <a:pt x="1389" y="60310"/>
                </a:lnTo>
                <a:lnTo>
                  <a:pt x="1389" y="61035"/>
                </a:lnTo>
                <a:lnTo>
                  <a:pt x="1389" y="61760"/>
                </a:lnTo>
                <a:lnTo>
                  <a:pt x="1389" y="62485"/>
                </a:lnTo>
                <a:lnTo>
                  <a:pt x="1462" y="63239"/>
                </a:lnTo>
                <a:lnTo>
                  <a:pt x="1462" y="63964"/>
                </a:lnTo>
                <a:lnTo>
                  <a:pt x="1462" y="64689"/>
                </a:lnTo>
                <a:lnTo>
                  <a:pt x="1462" y="65413"/>
                </a:lnTo>
                <a:lnTo>
                  <a:pt x="1533" y="66167"/>
                </a:lnTo>
                <a:lnTo>
                  <a:pt x="1533" y="66892"/>
                </a:lnTo>
                <a:lnTo>
                  <a:pt x="1533" y="67617"/>
                </a:lnTo>
                <a:lnTo>
                  <a:pt x="1533" y="68342"/>
                </a:lnTo>
                <a:lnTo>
                  <a:pt x="1533" y="69067"/>
                </a:lnTo>
                <a:lnTo>
                  <a:pt x="1607" y="69821"/>
                </a:lnTo>
                <a:lnTo>
                  <a:pt x="1607" y="70546"/>
                </a:lnTo>
                <a:lnTo>
                  <a:pt x="1607" y="71271"/>
                </a:lnTo>
                <a:lnTo>
                  <a:pt x="1607" y="71995"/>
                </a:lnTo>
                <a:lnTo>
                  <a:pt x="1681" y="72749"/>
                </a:lnTo>
                <a:lnTo>
                  <a:pt x="1681" y="73474"/>
                </a:lnTo>
                <a:lnTo>
                  <a:pt x="1681" y="74199"/>
                </a:lnTo>
                <a:lnTo>
                  <a:pt x="1681" y="74924"/>
                </a:lnTo>
                <a:lnTo>
                  <a:pt x="1681" y="75649"/>
                </a:lnTo>
                <a:lnTo>
                  <a:pt x="1754" y="76403"/>
                </a:lnTo>
                <a:lnTo>
                  <a:pt x="1754" y="77128"/>
                </a:lnTo>
                <a:lnTo>
                  <a:pt x="1754" y="77853"/>
                </a:lnTo>
                <a:lnTo>
                  <a:pt x="1754" y="78577"/>
                </a:lnTo>
                <a:lnTo>
                  <a:pt x="1754" y="79331"/>
                </a:lnTo>
                <a:lnTo>
                  <a:pt x="1825" y="80056"/>
                </a:lnTo>
                <a:lnTo>
                  <a:pt x="1825" y="80781"/>
                </a:lnTo>
                <a:lnTo>
                  <a:pt x="1825" y="81506"/>
                </a:lnTo>
                <a:lnTo>
                  <a:pt x="1825" y="82260"/>
                </a:lnTo>
                <a:lnTo>
                  <a:pt x="1899" y="82985"/>
                </a:lnTo>
                <a:lnTo>
                  <a:pt x="1899" y="83768"/>
                </a:lnTo>
                <a:lnTo>
                  <a:pt x="1899" y="84493"/>
                </a:lnTo>
                <a:lnTo>
                  <a:pt x="1899" y="85246"/>
                </a:lnTo>
                <a:lnTo>
                  <a:pt x="1899" y="85971"/>
                </a:lnTo>
                <a:lnTo>
                  <a:pt x="1972" y="86696"/>
                </a:lnTo>
                <a:lnTo>
                  <a:pt x="1972" y="87421"/>
                </a:lnTo>
                <a:lnTo>
                  <a:pt x="1972" y="88175"/>
                </a:lnTo>
                <a:lnTo>
                  <a:pt x="1972" y="88900"/>
                </a:lnTo>
                <a:lnTo>
                  <a:pt x="2046" y="89625"/>
                </a:lnTo>
                <a:lnTo>
                  <a:pt x="2046" y="90350"/>
                </a:lnTo>
                <a:lnTo>
                  <a:pt x="2046" y="91104"/>
                </a:lnTo>
                <a:lnTo>
                  <a:pt x="2046" y="91828"/>
                </a:lnTo>
                <a:lnTo>
                  <a:pt x="2046" y="92553"/>
                </a:lnTo>
                <a:lnTo>
                  <a:pt x="2117" y="93365"/>
                </a:lnTo>
                <a:lnTo>
                  <a:pt x="2117" y="94090"/>
                </a:lnTo>
                <a:lnTo>
                  <a:pt x="2117" y="94815"/>
                </a:lnTo>
                <a:lnTo>
                  <a:pt x="2117" y="95540"/>
                </a:lnTo>
                <a:lnTo>
                  <a:pt x="2191" y="96265"/>
                </a:lnTo>
                <a:lnTo>
                  <a:pt x="2191" y="97019"/>
                </a:lnTo>
                <a:lnTo>
                  <a:pt x="2191" y="97744"/>
                </a:lnTo>
                <a:lnTo>
                  <a:pt x="2191" y="98468"/>
                </a:lnTo>
                <a:lnTo>
                  <a:pt x="2191" y="99193"/>
                </a:lnTo>
                <a:lnTo>
                  <a:pt x="2264" y="100005"/>
                </a:lnTo>
                <a:lnTo>
                  <a:pt x="2264" y="100730"/>
                </a:lnTo>
                <a:lnTo>
                  <a:pt x="2264" y="101455"/>
                </a:lnTo>
                <a:lnTo>
                  <a:pt x="2264" y="102209"/>
                </a:lnTo>
                <a:lnTo>
                  <a:pt x="2338" y="102934"/>
                </a:lnTo>
                <a:lnTo>
                  <a:pt x="2338" y="103659"/>
                </a:lnTo>
                <a:lnTo>
                  <a:pt x="2338" y="104383"/>
                </a:lnTo>
                <a:lnTo>
                  <a:pt x="2338" y="105108"/>
                </a:lnTo>
                <a:lnTo>
                  <a:pt x="2338" y="105920"/>
                </a:lnTo>
                <a:lnTo>
                  <a:pt x="2412" y="106645"/>
                </a:lnTo>
                <a:lnTo>
                  <a:pt x="2412" y="107370"/>
                </a:lnTo>
                <a:lnTo>
                  <a:pt x="2412" y="108124"/>
                </a:lnTo>
                <a:lnTo>
                  <a:pt x="2412" y="108849"/>
                </a:lnTo>
                <a:lnTo>
                  <a:pt x="2483" y="109574"/>
                </a:lnTo>
                <a:lnTo>
                  <a:pt x="2483" y="110299"/>
                </a:lnTo>
                <a:lnTo>
                  <a:pt x="2483" y="111110"/>
                </a:lnTo>
                <a:lnTo>
                  <a:pt x="2483" y="111835"/>
                </a:lnTo>
                <a:lnTo>
                  <a:pt x="2483" y="112560"/>
                </a:lnTo>
                <a:lnTo>
                  <a:pt x="2556" y="113314"/>
                </a:lnTo>
                <a:lnTo>
                  <a:pt x="2556" y="114039"/>
                </a:lnTo>
                <a:lnTo>
                  <a:pt x="2556" y="114764"/>
                </a:lnTo>
                <a:lnTo>
                  <a:pt x="2556" y="115489"/>
                </a:lnTo>
                <a:lnTo>
                  <a:pt x="2556" y="116301"/>
                </a:lnTo>
                <a:lnTo>
                  <a:pt x="2630" y="117026"/>
                </a:lnTo>
                <a:lnTo>
                  <a:pt x="2630" y="117750"/>
                </a:lnTo>
                <a:lnTo>
                  <a:pt x="2630" y="118475"/>
                </a:lnTo>
                <a:lnTo>
                  <a:pt x="2630" y="119229"/>
                </a:lnTo>
                <a:lnTo>
                  <a:pt x="2704" y="119954"/>
                </a:lnTo>
                <a:lnTo>
                  <a:pt x="2704" y="120737"/>
                </a:lnTo>
                <a:lnTo>
                  <a:pt x="2704" y="121491"/>
                </a:lnTo>
                <a:lnTo>
                  <a:pt x="2704" y="122216"/>
                </a:lnTo>
                <a:lnTo>
                  <a:pt x="2704" y="122941"/>
                </a:lnTo>
                <a:lnTo>
                  <a:pt x="2774" y="123666"/>
                </a:lnTo>
                <a:lnTo>
                  <a:pt x="2774" y="124390"/>
                </a:lnTo>
                <a:lnTo>
                  <a:pt x="2774" y="125202"/>
                </a:lnTo>
                <a:lnTo>
                  <a:pt x="2774" y="125927"/>
                </a:lnTo>
                <a:lnTo>
                  <a:pt x="2848" y="126652"/>
                </a:lnTo>
                <a:lnTo>
                  <a:pt x="2848" y="127406"/>
                </a:lnTo>
                <a:lnTo>
                  <a:pt x="2848" y="128131"/>
                </a:lnTo>
                <a:lnTo>
                  <a:pt x="2848" y="128856"/>
                </a:lnTo>
                <a:lnTo>
                  <a:pt x="2848" y="129668"/>
                </a:lnTo>
                <a:lnTo>
                  <a:pt x="2922" y="130392"/>
                </a:lnTo>
                <a:lnTo>
                  <a:pt x="2922" y="131117"/>
                </a:lnTo>
                <a:lnTo>
                  <a:pt x="2922" y="131842"/>
                </a:lnTo>
                <a:lnTo>
                  <a:pt x="2922" y="132596"/>
                </a:lnTo>
                <a:lnTo>
                  <a:pt x="2996" y="133379"/>
                </a:lnTo>
                <a:lnTo>
                  <a:pt x="2996" y="134104"/>
                </a:lnTo>
                <a:lnTo>
                  <a:pt x="2996" y="134858"/>
                </a:lnTo>
                <a:lnTo>
                  <a:pt x="2996" y="135583"/>
                </a:lnTo>
                <a:lnTo>
                  <a:pt x="2996" y="136308"/>
                </a:lnTo>
                <a:lnTo>
                  <a:pt x="3066" y="137032"/>
                </a:lnTo>
                <a:lnTo>
                  <a:pt x="3066" y="137844"/>
                </a:lnTo>
                <a:lnTo>
                  <a:pt x="3066" y="138569"/>
                </a:lnTo>
                <a:lnTo>
                  <a:pt x="3066" y="139294"/>
                </a:lnTo>
                <a:lnTo>
                  <a:pt x="3140" y="140019"/>
                </a:lnTo>
                <a:lnTo>
                  <a:pt x="3140" y="140773"/>
                </a:lnTo>
                <a:lnTo>
                  <a:pt x="3140" y="141556"/>
                </a:lnTo>
                <a:lnTo>
                  <a:pt x="3140" y="142281"/>
                </a:lnTo>
                <a:lnTo>
                  <a:pt x="3140" y="143035"/>
                </a:lnTo>
                <a:lnTo>
                  <a:pt x="3214" y="143759"/>
                </a:lnTo>
                <a:lnTo>
                  <a:pt x="3214" y="144484"/>
                </a:lnTo>
                <a:lnTo>
                  <a:pt x="3214" y="14529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3629334" y="3434474"/>
            <a:ext cx="3214" cy="146543"/>
          </a:xfrm>
          <a:custGeom>
            <a:avLst/>
            <a:gdLst/>
            <a:ahLst/>
            <a:cxnLst/>
            <a:rect l="l" t="t" r="r" b="b"/>
            <a:pathLst>
              <a:path w="3214" h="146543">
                <a:moveTo>
                  <a:pt x="0" y="0"/>
                </a:moveTo>
                <a:lnTo>
                  <a:pt x="0" y="724"/>
                </a:lnTo>
                <a:lnTo>
                  <a:pt x="73" y="1449"/>
                </a:lnTo>
                <a:lnTo>
                  <a:pt x="73" y="2174"/>
                </a:lnTo>
                <a:lnTo>
                  <a:pt x="73" y="2928"/>
                </a:lnTo>
                <a:lnTo>
                  <a:pt x="73" y="3711"/>
                </a:lnTo>
                <a:lnTo>
                  <a:pt x="73" y="4436"/>
                </a:lnTo>
                <a:lnTo>
                  <a:pt x="144" y="5161"/>
                </a:lnTo>
                <a:lnTo>
                  <a:pt x="144" y="5915"/>
                </a:lnTo>
                <a:lnTo>
                  <a:pt x="144" y="6639"/>
                </a:lnTo>
                <a:lnTo>
                  <a:pt x="144" y="7422"/>
                </a:lnTo>
                <a:lnTo>
                  <a:pt x="144" y="8176"/>
                </a:lnTo>
                <a:lnTo>
                  <a:pt x="218" y="8901"/>
                </a:lnTo>
                <a:lnTo>
                  <a:pt x="218" y="9626"/>
                </a:lnTo>
                <a:lnTo>
                  <a:pt x="218" y="10351"/>
                </a:lnTo>
                <a:lnTo>
                  <a:pt x="218" y="11163"/>
                </a:lnTo>
                <a:lnTo>
                  <a:pt x="291" y="11888"/>
                </a:lnTo>
                <a:lnTo>
                  <a:pt x="291" y="12613"/>
                </a:lnTo>
                <a:lnTo>
                  <a:pt x="291" y="13366"/>
                </a:lnTo>
                <a:lnTo>
                  <a:pt x="291" y="14091"/>
                </a:lnTo>
                <a:lnTo>
                  <a:pt x="291" y="14874"/>
                </a:lnTo>
                <a:lnTo>
                  <a:pt x="365" y="15628"/>
                </a:lnTo>
                <a:lnTo>
                  <a:pt x="365" y="16353"/>
                </a:lnTo>
                <a:lnTo>
                  <a:pt x="365" y="17078"/>
                </a:lnTo>
                <a:lnTo>
                  <a:pt x="365" y="17803"/>
                </a:lnTo>
                <a:lnTo>
                  <a:pt x="439" y="18615"/>
                </a:lnTo>
                <a:lnTo>
                  <a:pt x="439" y="19340"/>
                </a:lnTo>
                <a:lnTo>
                  <a:pt x="439" y="20064"/>
                </a:lnTo>
                <a:lnTo>
                  <a:pt x="439" y="20789"/>
                </a:lnTo>
                <a:lnTo>
                  <a:pt x="439" y="21543"/>
                </a:lnTo>
                <a:lnTo>
                  <a:pt x="510" y="22326"/>
                </a:lnTo>
                <a:lnTo>
                  <a:pt x="510" y="23051"/>
                </a:lnTo>
                <a:lnTo>
                  <a:pt x="510" y="23805"/>
                </a:lnTo>
                <a:lnTo>
                  <a:pt x="510" y="24530"/>
                </a:lnTo>
                <a:lnTo>
                  <a:pt x="583" y="25255"/>
                </a:lnTo>
                <a:lnTo>
                  <a:pt x="583" y="26067"/>
                </a:lnTo>
                <a:lnTo>
                  <a:pt x="583" y="26791"/>
                </a:lnTo>
                <a:lnTo>
                  <a:pt x="583" y="27516"/>
                </a:lnTo>
                <a:lnTo>
                  <a:pt x="583" y="28241"/>
                </a:lnTo>
                <a:lnTo>
                  <a:pt x="657" y="28966"/>
                </a:lnTo>
                <a:lnTo>
                  <a:pt x="657" y="29778"/>
                </a:lnTo>
                <a:lnTo>
                  <a:pt x="657" y="30503"/>
                </a:lnTo>
                <a:lnTo>
                  <a:pt x="657" y="31228"/>
                </a:lnTo>
                <a:lnTo>
                  <a:pt x="731" y="31982"/>
                </a:lnTo>
                <a:lnTo>
                  <a:pt x="731" y="32706"/>
                </a:lnTo>
                <a:lnTo>
                  <a:pt x="731" y="33489"/>
                </a:lnTo>
                <a:lnTo>
                  <a:pt x="731" y="34243"/>
                </a:lnTo>
                <a:lnTo>
                  <a:pt x="731" y="34968"/>
                </a:lnTo>
                <a:lnTo>
                  <a:pt x="802" y="35693"/>
                </a:lnTo>
                <a:lnTo>
                  <a:pt x="802" y="36418"/>
                </a:lnTo>
                <a:lnTo>
                  <a:pt x="802" y="37230"/>
                </a:lnTo>
                <a:lnTo>
                  <a:pt x="802" y="37955"/>
                </a:lnTo>
                <a:lnTo>
                  <a:pt x="875" y="38680"/>
                </a:lnTo>
                <a:lnTo>
                  <a:pt x="875" y="39433"/>
                </a:lnTo>
                <a:lnTo>
                  <a:pt x="875" y="40158"/>
                </a:lnTo>
                <a:lnTo>
                  <a:pt x="875" y="40941"/>
                </a:lnTo>
                <a:lnTo>
                  <a:pt x="875" y="41608"/>
                </a:lnTo>
                <a:lnTo>
                  <a:pt x="949" y="42333"/>
                </a:lnTo>
                <a:lnTo>
                  <a:pt x="949" y="43087"/>
                </a:lnTo>
                <a:lnTo>
                  <a:pt x="949" y="43812"/>
                </a:lnTo>
                <a:lnTo>
                  <a:pt x="949" y="44537"/>
                </a:lnTo>
                <a:lnTo>
                  <a:pt x="949" y="45349"/>
                </a:lnTo>
                <a:lnTo>
                  <a:pt x="1023" y="46073"/>
                </a:lnTo>
                <a:lnTo>
                  <a:pt x="1023" y="46798"/>
                </a:lnTo>
                <a:lnTo>
                  <a:pt x="1023" y="47523"/>
                </a:lnTo>
                <a:lnTo>
                  <a:pt x="1023" y="48277"/>
                </a:lnTo>
                <a:lnTo>
                  <a:pt x="1093" y="49060"/>
                </a:lnTo>
                <a:lnTo>
                  <a:pt x="1093" y="49785"/>
                </a:lnTo>
                <a:lnTo>
                  <a:pt x="1093" y="50539"/>
                </a:lnTo>
                <a:lnTo>
                  <a:pt x="1093" y="51264"/>
                </a:lnTo>
                <a:lnTo>
                  <a:pt x="1093" y="51989"/>
                </a:lnTo>
                <a:lnTo>
                  <a:pt x="1167" y="52713"/>
                </a:lnTo>
                <a:lnTo>
                  <a:pt x="1167" y="53525"/>
                </a:lnTo>
                <a:lnTo>
                  <a:pt x="1167" y="54250"/>
                </a:lnTo>
                <a:lnTo>
                  <a:pt x="1167" y="54975"/>
                </a:lnTo>
                <a:lnTo>
                  <a:pt x="1241" y="55700"/>
                </a:lnTo>
                <a:lnTo>
                  <a:pt x="1241" y="56454"/>
                </a:lnTo>
                <a:lnTo>
                  <a:pt x="1241" y="57179"/>
                </a:lnTo>
                <a:lnTo>
                  <a:pt x="1241" y="57962"/>
                </a:lnTo>
                <a:lnTo>
                  <a:pt x="1241" y="58715"/>
                </a:lnTo>
                <a:lnTo>
                  <a:pt x="1315" y="59440"/>
                </a:lnTo>
                <a:lnTo>
                  <a:pt x="1315" y="60165"/>
                </a:lnTo>
                <a:lnTo>
                  <a:pt x="1315" y="60890"/>
                </a:lnTo>
                <a:lnTo>
                  <a:pt x="1315" y="61644"/>
                </a:lnTo>
                <a:lnTo>
                  <a:pt x="1385" y="62427"/>
                </a:lnTo>
                <a:lnTo>
                  <a:pt x="1385" y="63152"/>
                </a:lnTo>
                <a:lnTo>
                  <a:pt x="1385" y="63877"/>
                </a:lnTo>
                <a:lnTo>
                  <a:pt x="1385" y="64631"/>
                </a:lnTo>
                <a:lnTo>
                  <a:pt x="1385" y="65355"/>
                </a:lnTo>
                <a:lnTo>
                  <a:pt x="1459" y="66080"/>
                </a:lnTo>
                <a:lnTo>
                  <a:pt x="1459" y="66805"/>
                </a:lnTo>
                <a:lnTo>
                  <a:pt x="1459" y="67617"/>
                </a:lnTo>
                <a:lnTo>
                  <a:pt x="1459" y="68342"/>
                </a:lnTo>
                <a:lnTo>
                  <a:pt x="1533" y="69067"/>
                </a:lnTo>
                <a:lnTo>
                  <a:pt x="1533" y="69821"/>
                </a:lnTo>
                <a:lnTo>
                  <a:pt x="1533" y="70546"/>
                </a:lnTo>
                <a:lnTo>
                  <a:pt x="1533" y="71271"/>
                </a:lnTo>
                <a:lnTo>
                  <a:pt x="1533" y="71995"/>
                </a:lnTo>
                <a:lnTo>
                  <a:pt x="1607" y="72749"/>
                </a:lnTo>
                <a:lnTo>
                  <a:pt x="1607" y="73532"/>
                </a:lnTo>
                <a:lnTo>
                  <a:pt x="1607" y="74257"/>
                </a:lnTo>
                <a:lnTo>
                  <a:pt x="1607" y="74982"/>
                </a:lnTo>
                <a:lnTo>
                  <a:pt x="1681" y="75736"/>
                </a:lnTo>
                <a:lnTo>
                  <a:pt x="1681" y="76461"/>
                </a:lnTo>
                <a:lnTo>
                  <a:pt x="1681" y="77186"/>
                </a:lnTo>
                <a:lnTo>
                  <a:pt x="1681" y="77911"/>
                </a:lnTo>
                <a:lnTo>
                  <a:pt x="1681" y="78664"/>
                </a:lnTo>
                <a:lnTo>
                  <a:pt x="1751" y="79447"/>
                </a:lnTo>
                <a:lnTo>
                  <a:pt x="1751" y="80172"/>
                </a:lnTo>
                <a:lnTo>
                  <a:pt x="1751" y="80926"/>
                </a:lnTo>
                <a:lnTo>
                  <a:pt x="1751" y="81651"/>
                </a:lnTo>
                <a:lnTo>
                  <a:pt x="1751" y="82376"/>
                </a:lnTo>
                <a:lnTo>
                  <a:pt x="1825" y="83101"/>
                </a:lnTo>
                <a:lnTo>
                  <a:pt x="1825" y="83826"/>
                </a:lnTo>
                <a:lnTo>
                  <a:pt x="1825" y="84580"/>
                </a:lnTo>
                <a:lnTo>
                  <a:pt x="1825" y="85304"/>
                </a:lnTo>
                <a:lnTo>
                  <a:pt x="1899" y="86029"/>
                </a:lnTo>
                <a:lnTo>
                  <a:pt x="1899" y="86841"/>
                </a:lnTo>
                <a:lnTo>
                  <a:pt x="1899" y="87566"/>
                </a:lnTo>
                <a:lnTo>
                  <a:pt x="1899" y="88291"/>
                </a:lnTo>
                <a:lnTo>
                  <a:pt x="1899" y="89016"/>
                </a:lnTo>
                <a:lnTo>
                  <a:pt x="1972" y="89770"/>
                </a:lnTo>
                <a:lnTo>
                  <a:pt x="1972" y="90495"/>
                </a:lnTo>
                <a:lnTo>
                  <a:pt x="1972" y="91220"/>
                </a:lnTo>
                <a:lnTo>
                  <a:pt x="1972" y="91944"/>
                </a:lnTo>
                <a:lnTo>
                  <a:pt x="2043" y="92698"/>
                </a:lnTo>
                <a:lnTo>
                  <a:pt x="2043" y="93423"/>
                </a:lnTo>
                <a:lnTo>
                  <a:pt x="2043" y="94148"/>
                </a:lnTo>
                <a:lnTo>
                  <a:pt x="2043" y="94873"/>
                </a:lnTo>
                <a:lnTo>
                  <a:pt x="2043" y="95598"/>
                </a:lnTo>
                <a:lnTo>
                  <a:pt x="2117" y="96352"/>
                </a:lnTo>
                <a:lnTo>
                  <a:pt x="2117" y="97077"/>
                </a:lnTo>
                <a:lnTo>
                  <a:pt x="2117" y="97801"/>
                </a:lnTo>
                <a:lnTo>
                  <a:pt x="2117" y="98613"/>
                </a:lnTo>
                <a:lnTo>
                  <a:pt x="2191" y="99338"/>
                </a:lnTo>
                <a:lnTo>
                  <a:pt x="2191" y="100063"/>
                </a:lnTo>
                <a:lnTo>
                  <a:pt x="2191" y="100788"/>
                </a:lnTo>
                <a:lnTo>
                  <a:pt x="2191" y="101542"/>
                </a:lnTo>
                <a:lnTo>
                  <a:pt x="2191" y="102267"/>
                </a:lnTo>
                <a:lnTo>
                  <a:pt x="2264" y="102992"/>
                </a:lnTo>
                <a:lnTo>
                  <a:pt x="2264" y="103717"/>
                </a:lnTo>
                <a:lnTo>
                  <a:pt x="2264" y="104441"/>
                </a:lnTo>
                <a:lnTo>
                  <a:pt x="2264" y="105195"/>
                </a:lnTo>
                <a:lnTo>
                  <a:pt x="2335" y="105920"/>
                </a:lnTo>
                <a:lnTo>
                  <a:pt x="2335" y="106645"/>
                </a:lnTo>
                <a:lnTo>
                  <a:pt x="2335" y="107370"/>
                </a:lnTo>
                <a:lnTo>
                  <a:pt x="2335" y="108124"/>
                </a:lnTo>
                <a:lnTo>
                  <a:pt x="2335" y="108849"/>
                </a:lnTo>
                <a:lnTo>
                  <a:pt x="2409" y="109574"/>
                </a:lnTo>
                <a:lnTo>
                  <a:pt x="2409" y="110299"/>
                </a:lnTo>
                <a:lnTo>
                  <a:pt x="2409" y="111023"/>
                </a:lnTo>
                <a:lnTo>
                  <a:pt x="2409" y="111777"/>
                </a:lnTo>
                <a:lnTo>
                  <a:pt x="2483" y="112502"/>
                </a:lnTo>
                <a:lnTo>
                  <a:pt x="2483" y="113227"/>
                </a:lnTo>
                <a:lnTo>
                  <a:pt x="2483" y="113952"/>
                </a:lnTo>
                <a:lnTo>
                  <a:pt x="2483" y="114706"/>
                </a:lnTo>
                <a:lnTo>
                  <a:pt x="2483" y="115431"/>
                </a:lnTo>
                <a:lnTo>
                  <a:pt x="2556" y="116156"/>
                </a:lnTo>
                <a:lnTo>
                  <a:pt x="2556" y="116881"/>
                </a:lnTo>
                <a:lnTo>
                  <a:pt x="2556" y="117634"/>
                </a:lnTo>
                <a:lnTo>
                  <a:pt x="2556" y="118359"/>
                </a:lnTo>
                <a:lnTo>
                  <a:pt x="2556" y="119084"/>
                </a:lnTo>
                <a:lnTo>
                  <a:pt x="2627" y="119751"/>
                </a:lnTo>
                <a:lnTo>
                  <a:pt x="2627" y="120476"/>
                </a:lnTo>
                <a:lnTo>
                  <a:pt x="2627" y="121201"/>
                </a:lnTo>
                <a:lnTo>
                  <a:pt x="2627" y="121955"/>
                </a:lnTo>
                <a:lnTo>
                  <a:pt x="2701" y="122680"/>
                </a:lnTo>
                <a:lnTo>
                  <a:pt x="2701" y="123405"/>
                </a:lnTo>
                <a:lnTo>
                  <a:pt x="2701" y="124129"/>
                </a:lnTo>
                <a:lnTo>
                  <a:pt x="2701" y="124854"/>
                </a:lnTo>
                <a:lnTo>
                  <a:pt x="2701" y="125608"/>
                </a:lnTo>
                <a:lnTo>
                  <a:pt x="2774" y="126333"/>
                </a:lnTo>
                <a:lnTo>
                  <a:pt x="2774" y="127058"/>
                </a:lnTo>
                <a:lnTo>
                  <a:pt x="2774" y="127783"/>
                </a:lnTo>
                <a:lnTo>
                  <a:pt x="2774" y="128537"/>
                </a:lnTo>
                <a:lnTo>
                  <a:pt x="2848" y="129262"/>
                </a:lnTo>
                <a:lnTo>
                  <a:pt x="2848" y="129929"/>
                </a:lnTo>
                <a:lnTo>
                  <a:pt x="2848" y="130653"/>
                </a:lnTo>
                <a:lnTo>
                  <a:pt x="2848" y="131378"/>
                </a:lnTo>
                <a:lnTo>
                  <a:pt x="2848" y="132103"/>
                </a:lnTo>
                <a:lnTo>
                  <a:pt x="2922" y="132857"/>
                </a:lnTo>
                <a:lnTo>
                  <a:pt x="2922" y="133582"/>
                </a:lnTo>
                <a:lnTo>
                  <a:pt x="2922" y="134307"/>
                </a:lnTo>
                <a:lnTo>
                  <a:pt x="2922" y="135032"/>
                </a:lnTo>
                <a:lnTo>
                  <a:pt x="2993" y="135699"/>
                </a:lnTo>
                <a:lnTo>
                  <a:pt x="2993" y="136453"/>
                </a:lnTo>
                <a:lnTo>
                  <a:pt x="2993" y="137177"/>
                </a:lnTo>
                <a:lnTo>
                  <a:pt x="2993" y="137902"/>
                </a:lnTo>
                <a:lnTo>
                  <a:pt x="2993" y="138627"/>
                </a:lnTo>
                <a:lnTo>
                  <a:pt x="3066" y="139352"/>
                </a:lnTo>
                <a:lnTo>
                  <a:pt x="3066" y="140106"/>
                </a:lnTo>
                <a:lnTo>
                  <a:pt x="3066" y="140773"/>
                </a:lnTo>
                <a:lnTo>
                  <a:pt x="3066" y="141498"/>
                </a:lnTo>
                <a:lnTo>
                  <a:pt x="3140" y="142223"/>
                </a:lnTo>
                <a:lnTo>
                  <a:pt x="3140" y="142948"/>
                </a:lnTo>
                <a:lnTo>
                  <a:pt x="3140" y="143672"/>
                </a:lnTo>
                <a:lnTo>
                  <a:pt x="3140" y="144426"/>
                </a:lnTo>
                <a:lnTo>
                  <a:pt x="3140" y="145093"/>
                </a:lnTo>
                <a:lnTo>
                  <a:pt x="3214" y="145818"/>
                </a:lnTo>
                <a:lnTo>
                  <a:pt x="3214" y="14654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3632549" y="3581017"/>
            <a:ext cx="3211" cy="135003"/>
          </a:xfrm>
          <a:custGeom>
            <a:avLst/>
            <a:gdLst/>
            <a:ahLst/>
            <a:cxnLst/>
            <a:rect l="l" t="t" r="r" b="b"/>
            <a:pathLst>
              <a:path w="3211" h="135003">
                <a:moveTo>
                  <a:pt x="0" y="0"/>
                </a:moveTo>
                <a:lnTo>
                  <a:pt x="0" y="724"/>
                </a:lnTo>
                <a:lnTo>
                  <a:pt x="0" y="1478"/>
                </a:lnTo>
                <a:lnTo>
                  <a:pt x="70" y="2116"/>
                </a:lnTo>
                <a:lnTo>
                  <a:pt x="70" y="2870"/>
                </a:lnTo>
                <a:lnTo>
                  <a:pt x="70" y="3595"/>
                </a:lnTo>
                <a:lnTo>
                  <a:pt x="70" y="4320"/>
                </a:lnTo>
                <a:lnTo>
                  <a:pt x="70" y="4987"/>
                </a:lnTo>
                <a:lnTo>
                  <a:pt x="144" y="5712"/>
                </a:lnTo>
                <a:lnTo>
                  <a:pt x="144" y="6466"/>
                </a:lnTo>
                <a:lnTo>
                  <a:pt x="144" y="7190"/>
                </a:lnTo>
                <a:lnTo>
                  <a:pt x="144" y="7915"/>
                </a:lnTo>
                <a:lnTo>
                  <a:pt x="144" y="8582"/>
                </a:lnTo>
                <a:lnTo>
                  <a:pt x="218" y="9307"/>
                </a:lnTo>
                <a:lnTo>
                  <a:pt x="218" y="10032"/>
                </a:lnTo>
                <a:lnTo>
                  <a:pt x="218" y="10699"/>
                </a:lnTo>
                <a:lnTo>
                  <a:pt x="218" y="11453"/>
                </a:lnTo>
                <a:lnTo>
                  <a:pt x="291" y="12178"/>
                </a:lnTo>
                <a:lnTo>
                  <a:pt x="291" y="12903"/>
                </a:lnTo>
                <a:lnTo>
                  <a:pt x="291" y="13569"/>
                </a:lnTo>
                <a:lnTo>
                  <a:pt x="291" y="14294"/>
                </a:lnTo>
                <a:lnTo>
                  <a:pt x="291" y="15019"/>
                </a:lnTo>
                <a:lnTo>
                  <a:pt x="362" y="15773"/>
                </a:lnTo>
                <a:lnTo>
                  <a:pt x="362" y="16440"/>
                </a:lnTo>
                <a:lnTo>
                  <a:pt x="362" y="17165"/>
                </a:lnTo>
                <a:lnTo>
                  <a:pt x="362" y="17890"/>
                </a:lnTo>
                <a:lnTo>
                  <a:pt x="436" y="18557"/>
                </a:lnTo>
                <a:lnTo>
                  <a:pt x="436" y="19282"/>
                </a:lnTo>
                <a:lnTo>
                  <a:pt x="436" y="20006"/>
                </a:lnTo>
                <a:lnTo>
                  <a:pt x="436" y="20673"/>
                </a:lnTo>
                <a:lnTo>
                  <a:pt x="436" y="21427"/>
                </a:lnTo>
                <a:lnTo>
                  <a:pt x="510" y="22152"/>
                </a:lnTo>
                <a:lnTo>
                  <a:pt x="510" y="22819"/>
                </a:lnTo>
                <a:lnTo>
                  <a:pt x="510" y="23544"/>
                </a:lnTo>
                <a:lnTo>
                  <a:pt x="510" y="24269"/>
                </a:lnTo>
                <a:lnTo>
                  <a:pt x="583" y="24936"/>
                </a:lnTo>
                <a:lnTo>
                  <a:pt x="583" y="25661"/>
                </a:lnTo>
                <a:lnTo>
                  <a:pt x="583" y="26327"/>
                </a:lnTo>
                <a:lnTo>
                  <a:pt x="583" y="27052"/>
                </a:lnTo>
                <a:lnTo>
                  <a:pt x="583" y="27806"/>
                </a:lnTo>
                <a:lnTo>
                  <a:pt x="654" y="28473"/>
                </a:lnTo>
                <a:lnTo>
                  <a:pt x="654" y="29198"/>
                </a:lnTo>
                <a:lnTo>
                  <a:pt x="654" y="29865"/>
                </a:lnTo>
                <a:lnTo>
                  <a:pt x="654" y="30590"/>
                </a:lnTo>
                <a:lnTo>
                  <a:pt x="728" y="31315"/>
                </a:lnTo>
                <a:lnTo>
                  <a:pt x="728" y="31982"/>
                </a:lnTo>
                <a:lnTo>
                  <a:pt x="728" y="32706"/>
                </a:lnTo>
                <a:lnTo>
                  <a:pt x="728" y="33373"/>
                </a:lnTo>
                <a:lnTo>
                  <a:pt x="728" y="34127"/>
                </a:lnTo>
                <a:lnTo>
                  <a:pt x="802" y="34794"/>
                </a:lnTo>
                <a:lnTo>
                  <a:pt x="802" y="35519"/>
                </a:lnTo>
                <a:lnTo>
                  <a:pt x="802" y="36244"/>
                </a:lnTo>
                <a:lnTo>
                  <a:pt x="802" y="36911"/>
                </a:lnTo>
                <a:lnTo>
                  <a:pt x="875" y="37636"/>
                </a:lnTo>
                <a:lnTo>
                  <a:pt x="875" y="38303"/>
                </a:lnTo>
                <a:lnTo>
                  <a:pt x="875" y="39028"/>
                </a:lnTo>
                <a:lnTo>
                  <a:pt x="875" y="39694"/>
                </a:lnTo>
                <a:lnTo>
                  <a:pt x="875" y="40419"/>
                </a:lnTo>
                <a:lnTo>
                  <a:pt x="949" y="41086"/>
                </a:lnTo>
                <a:lnTo>
                  <a:pt x="949" y="41840"/>
                </a:lnTo>
                <a:lnTo>
                  <a:pt x="949" y="42507"/>
                </a:lnTo>
                <a:lnTo>
                  <a:pt x="949" y="43232"/>
                </a:lnTo>
                <a:lnTo>
                  <a:pt x="949" y="43899"/>
                </a:lnTo>
                <a:lnTo>
                  <a:pt x="1020" y="44624"/>
                </a:lnTo>
                <a:lnTo>
                  <a:pt x="1020" y="45291"/>
                </a:lnTo>
                <a:lnTo>
                  <a:pt x="1020" y="46015"/>
                </a:lnTo>
                <a:lnTo>
                  <a:pt x="1020" y="46682"/>
                </a:lnTo>
                <a:lnTo>
                  <a:pt x="1093" y="47349"/>
                </a:lnTo>
                <a:lnTo>
                  <a:pt x="1093" y="48074"/>
                </a:lnTo>
                <a:lnTo>
                  <a:pt x="1093" y="48741"/>
                </a:lnTo>
                <a:lnTo>
                  <a:pt x="1093" y="49466"/>
                </a:lnTo>
                <a:lnTo>
                  <a:pt x="1093" y="50133"/>
                </a:lnTo>
                <a:lnTo>
                  <a:pt x="1167" y="50887"/>
                </a:lnTo>
                <a:lnTo>
                  <a:pt x="1167" y="51525"/>
                </a:lnTo>
                <a:lnTo>
                  <a:pt x="1167" y="52191"/>
                </a:lnTo>
                <a:lnTo>
                  <a:pt x="1167" y="52945"/>
                </a:lnTo>
                <a:lnTo>
                  <a:pt x="1241" y="53612"/>
                </a:lnTo>
                <a:lnTo>
                  <a:pt x="1241" y="54337"/>
                </a:lnTo>
                <a:lnTo>
                  <a:pt x="1241" y="55004"/>
                </a:lnTo>
                <a:lnTo>
                  <a:pt x="1241" y="55671"/>
                </a:lnTo>
                <a:lnTo>
                  <a:pt x="1241" y="56396"/>
                </a:lnTo>
                <a:lnTo>
                  <a:pt x="1312" y="57063"/>
                </a:lnTo>
                <a:lnTo>
                  <a:pt x="1312" y="57788"/>
                </a:lnTo>
                <a:lnTo>
                  <a:pt x="1312" y="58455"/>
                </a:lnTo>
                <a:lnTo>
                  <a:pt x="1312" y="59121"/>
                </a:lnTo>
                <a:lnTo>
                  <a:pt x="1385" y="59846"/>
                </a:lnTo>
                <a:lnTo>
                  <a:pt x="1385" y="60513"/>
                </a:lnTo>
                <a:lnTo>
                  <a:pt x="1385" y="61180"/>
                </a:lnTo>
                <a:lnTo>
                  <a:pt x="1385" y="61905"/>
                </a:lnTo>
                <a:lnTo>
                  <a:pt x="1385" y="62572"/>
                </a:lnTo>
                <a:lnTo>
                  <a:pt x="1459" y="63239"/>
                </a:lnTo>
                <a:lnTo>
                  <a:pt x="1459" y="63906"/>
                </a:lnTo>
                <a:lnTo>
                  <a:pt x="1459" y="64631"/>
                </a:lnTo>
                <a:lnTo>
                  <a:pt x="1459" y="65297"/>
                </a:lnTo>
                <a:lnTo>
                  <a:pt x="1533" y="65964"/>
                </a:lnTo>
                <a:lnTo>
                  <a:pt x="1533" y="66689"/>
                </a:lnTo>
                <a:lnTo>
                  <a:pt x="1533" y="67356"/>
                </a:lnTo>
                <a:lnTo>
                  <a:pt x="1533" y="68023"/>
                </a:lnTo>
                <a:lnTo>
                  <a:pt x="1533" y="68690"/>
                </a:lnTo>
                <a:lnTo>
                  <a:pt x="1604" y="69415"/>
                </a:lnTo>
                <a:lnTo>
                  <a:pt x="1604" y="70082"/>
                </a:lnTo>
                <a:lnTo>
                  <a:pt x="1604" y="70749"/>
                </a:lnTo>
                <a:lnTo>
                  <a:pt x="1604" y="71416"/>
                </a:lnTo>
                <a:lnTo>
                  <a:pt x="1677" y="72140"/>
                </a:lnTo>
                <a:lnTo>
                  <a:pt x="1677" y="72807"/>
                </a:lnTo>
                <a:lnTo>
                  <a:pt x="1677" y="73474"/>
                </a:lnTo>
                <a:lnTo>
                  <a:pt x="1677" y="74141"/>
                </a:lnTo>
                <a:lnTo>
                  <a:pt x="1677" y="74808"/>
                </a:lnTo>
                <a:lnTo>
                  <a:pt x="1751" y="75533"/>
                </a:lnTo>
                <a:lnTo>
                  <a:pt x="1751" y="76200"/>
                </a:lnTo>
                <a:lnTo>
                  <a:pt x="1751" y="76867"/>
                </a:lnTo>
                <a:lnTo>
                  <a:pt x="1751" y="77534"/>
                </a:lnTo>
                <a:lnTo>
                  <a:pt x="1751" y="78201"/>
                </a:lnTo>
                <a:lnTo>
                  <a:pt x="1825" y="78867"/>
                </a:lnTo>
                <a:lnTo>
                  <a:pt x="1825" y="79592"/>
                </a:lnTo>
                <a:lnTo>
                  <a:pt x="1825" y="80259"/>
                </a:lnTo>
                <a:lnTo>
                  <a:pt x="1825" y="80926"/>
                </a:lnTo>
                <a:lnTo>
                  <a:pt x="1895" y="81593"/>
                </a:lnTo>
                <a:lnTo>
                  <a:pt x="1895" y="82260"/>
                </a:lnTo>
                <a:lnTo>
                  <a:pt x="1895" y="82927"/>
                </a:lnTo>
                <a:lnTo>
                  <a:pt x="1895" y="83594"/>
                </a:lnTo>
                <a:lnTo>
                  <a:pt x="1895" y="84261"/>
                </a:lnTo>
                <a:lnTo>
                  <a:pt x="1969" y="84927"/>
                </a:lnTo>
                <a:lnTo>
                  <a:pt x="1969" y="85594"/>
                </a:lnTo>
                <a:lnTo>
                  <a:pt x="1969" y="86319"/>
                </a:lnTo>
                <a:lnTo>
                  <a:pt x="1969" y="86986"/>
                </a:lnTo>
                <a:lnTo>
                  <a:pt x="2043" y="87653"/>
                </a:lnTo>
                <a:lnTo>
                  <a:pt x="2043" y="88320"/>
                </a:lnTo>
                <a:lnTo>
                  <a:pt x="2043" y="88987"/>
                </a:lnTo>
                <a:lnTo>
                  <a:pt x="2043" y="89654"/>
                </a:lnTo>
                <a:lnTo>
                  <a:pt x="2043" y="90292"/>
                </a:lnTo>
                <a:lnTo>
                  <a:pt x="2117" y="90959"/>
                </a:lnTo>
                <a:lnTo>
                  <a:pt x="2117" y="91625"/>
                </a:lnTo>
                <a:lnTo>
                  <a:pt x="2117" y="92292"/>
                </a:lnTo>
                <a:lnTo>
                  <a:pt x="2117" y="92959"/>
                </a:lnTo>
                <a:lnTo>
                  <a:pt x="2191" y="93626"/>
                </a:lnTo>
                <a:lnTo>
                  <a:pt x="2191" y="94293"/>
                </a:lnTo>
                <a:lnTo>
                  <a:pt x="2191" y="94960"/>
                </a:lnTo>
                <a:lnTo>
                  <a:pt x="2191" y="95627"/>
                </a:lnTo>
                <a:lnTo>
                  <a:pt x="2191" y="96294"/>
                </a:lnTo>
                <a:lnTo>
                  <a:pt x="2261" y="96961"/>
                </a:lnTo>
                <a:lnTo>
                  <a:pt x="2261" y="97628"/>
                </a:lnTo>
                <a:lnTo>
                  <a:pt x="2261" y="98294"/>
                </a:lnTo>
                <a:lnTo>
                  <a:pt x="2261" y="98874"/>
                </a:lnTo>
                <a:lnTo>
                  <a:pt x="2335" y="99541"/>
                </a:lnTo>
                <a:lnTo>
                  <a:pt x="2335" y="100208"/>
                </a:lnTo>
                <a:lnTo>
                  <a:pt x="2335" y="100875"/>
                </a:lnTo>
                <a:lnTo>
                  <a:pt x="2335" y="101542"/>
                </a:lnTo>
                <a:lnTo>
                  <a:pt x="2335" y="102209"/>
                </a:lnTo>
                <a:lnTo>
                  <a:pt x="2409" y="102876"/>
                </a:lnTo>
                <a:lnTo>
                  <a:pt x="2409" y="103543"/>
                </a:lnTo>
                <a:lnTo>
                  <a:pt x="2409" y="104210"/>
                </a:lnTo>
                <a:lnTo>
                  <a:pt x="2409" y="104789"/>
                </a:lnTo>
                <a:lnTo>
                  <a:pt x="2483" y="105456"/>
                </a:lnTo>
                <a:lnTo>
                  <a:pt x="2483" y="106123"/>
                </a:lnTo>
                <a:lnTo>
                  <a:pt x="2483" y="106790"/>
                </a:lnTo>
                <a:lnTo>
                  <a:pt x="2483" y="107457"/>
                </a:lnTo>
                <a:lnTo>
                  <a:pt x="2483" y="108124"/>
                </a:lnTo>
                <a:lnTo>
                  <a:pt x="2553" y="108733"/>
                </a:lnTo>
                <a:lnTo>
                  <a:pt x="2553" y="109400"/>
                </a:lnTo>
                <a:lnTo>
                  <a:pt x="2553" y="110067"/>
                </a:lnTo>
                <a:lnTo>
                  <a:pt x="2553" y="110734"/>
                </a:lnTo>
                <a:lnTo>
                  <a:pt x="2553" y="111371"/>
                </a:lnTo>
                <a:lnTo>
                  <a:pt x="2627" y="111980"/>
                </a:lnTo>
                <a:lnTo>
                  <a:pt x="2627" y="112647"/>
                </a:lnTo>
                <a:lnTo>
                  <a:pt x="2627" y="113314"/>
                </a:lnTo>
                <a:lnTo>
                  <a:pt x="2627" y="113981"/>
                </a:lnTo>
                <a:lnTo>
                  <a:pt x="2701" y="114590"/>
                </a:lnTo>
                <a:lnTo>
                  <a:pt x="2701" y="115228"/>
                </a:lnTo>
                <a:lnTo>
                  <a:pt x="2701" y="115895"/>
                </a:lnTo>
                <a:lnTo>
                  <a:pt x="2701" y="116504"/>
                </a:lnTo>
                <a:lnTo>
                  <a:pt x="2701" y="117171"/>
                </a:lnTo>
                <a:lnTo>
                  <a:pt x="2774" y="117837"/>
                </a:lnTo>
                <a:lnTo>
                  <a:pt x="2774" y="118504"/>
                </a:lnTo>
                <a:lnTo>
                  <a:pt x="2774" y="119084"/>
                </a:lnTo>
                <a:lnTo>
                  <a:pt x="2774" y="119751"/>
                </a:lnTo>
                <a:lnTo>
                  <a:pt x="2845" y="120418"/>
                </a:lnTo>
                <a:lnTo>
                  <a:pt x="2845" y="121027"/>
                </a:lnTo>
                <a:lnTo>
                  <a:pt x="2845" y="121694"/>
                </a:lnTo>
                <a:lnTo>
                  <a:pt x="2845" y="122303"/>
                </a:lnTo>
                <a:lnTo>
                  <a:pt x="2845" y="122941"/>
                </a:lnTo>
                <a:lnTo>
                  <a:pt x="2919" y="123608"/>
                </a:lnTo>
                <a:lnTo>
                  <a:pt x="2919" y="124216"/>
                </a:lnTo>
                <a:lnTo>
                  <a:pt x="2919" y="124883"/>
                </a:lnTo>
                <a:lnTo>
                  <a:pt x="2919" y="125550"/>
                </a:lnTo>
                <a:lnTo>
                  <a:pt x="2993" y="126159"/>
                </a:lnTo>
                <a:lnTo>
                  <a:pt x="2993" y="126797"/>
                </a:lnTo>
                <a:lnTo>
                  <a:pt x="2993" y="127406"/>
                </a:lnTo>
                <a:lnTo>
                  <a:pt x="2993" y="128073"/>
                </a:lnTo>
                <a:lnTo>
                  <a:pt x="2993" y="128682"/>
                </a:lnTo>
                <a:lnTo>
                  <a:pt x="3066" y="129349"/>
                </a:lnTo>
                <a:lnTo>
                  <a:pt x="3066" y="129929"/>
                </a:lnTo>
                <a:lnTo>
                  <a:pt x="3066" y="130595"/>
                </a:lnTo>
                <a:lnTo>
                  <a:pt x="3066" y="131204"/>
                </a:lnTo>
                <a:lnTo>
                  <a:pt x="3137" y="131871"/>
                </a:lnTo>
                <a:lnTo>
                  <a:pt x="3137" y="132451"/>
                </a:lnTo>
                <a:lnTo>
                  <a:pt x="3137" y="133118"/>
                </a:lnTo>
                <a:lnTo>
                  <a:pt x="3137" y="133727"/>
                </a:lnTo>
                <a:lnTo>
                  <a:pt x="3137" y="134394"/>
                </a:lnTo>
                <a:lnTo>
                  <a:pt x="3211" y="13500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635760" y="3716020"/>
            <a:ext cx="3140" cy="111635"/>
          </a:xfrm>
          <a:custGeom>
            <a:avLst/>
            <a:gdLst/>
            <a:ahLst/>
            <a:cxnLst/>
            <a:rect l="l" t="t" r="r" b="b"/>
            <a:pathLst>
              <a:path w="3140" h="111635">
                <a:moveTo>
                  <a:pt x="0" y="0"/>
                </a:moveTo>
                <a:lnTo>
                  <a:pt x="0" y="666"/>
                </a:lnTo>
                <a:lnTo>
                  <a:pt x="0" y="1246"/>
                </a:lnTo>
                <a:lnTo>
                  <a:pt x="0" y="1913"/>
                </a:lnTo>
                <a:lnTo>
                  <a:pt x="73" y="2522"/>
                </a:lnTo>
                <a:lnTo>
                  <a:pt x="73" y="3189"/>
                </a:lnTo>
                <a:lnTo>
                  <a:pt x="73" y="3769"/>
                </a:lnTo>
                <a:lnTo>
                  <a:pt x="73" y="4378"/>
                </a:lnTo>
                <a:lnTo>
                  <a:pt x="73" y="5045"/>
                </a:lnTo>
                <a:lnTo>
                  <a:pt x="147" y="5654"/>
                </a:lnTo>
                <a:lnTo>
                  <a:pt x="147" y="6234"/>
                </a:lnTo>
                <a:lnTo>
                  <a:pt x="147" y="6900"/>
                </a:lnTo>
                <a:lnTo>
                  <a:pt x="147" y="7509"/>
                </a:lnTo>
                <a:lnTo>
                  <a:pt x="147" y="8089"/>
                </a:lnTo>
                <a:lnTo>
                  <a:pt x="221" y="8756"/>
                </a:lnTo>
                <a:lnTo>
                  <a:pt x="221" y="9365"/>
                </a:lnTo>
                <a:lnTo>
                  <a:pt x="221" y="9974"/>
                </a:lnTo>
                <a:lnTo>
                  <a:pt x="221" y="10641"/>
                </a:lnTo>
                <a:lnTo>
                  <a:pt x="291" y="11221"/>
                </a:lnTo>
                <a:lnTo>
                  <a:pt x="291" y="11830"/>
                </a:lnTo>
                <a:lnTo>
                  <a:pt x="291" y="12497"/>
                </a:lnTo>
                <a:lnTo>
                  <a:pt x="291" y="13076"/>
                </a:lnTo>
                <a:lnTo>
                  <a:pt x="291" y="13685"/>
                </a:lnTo>
                <a:lnTo>
                  <a:pt x="365" y="14294"/>
                </a:lnTo>
                <a:lnTo>
                  <a:pt x="365" y="14961"/>
                </a:lnTo>
                <a:lnTo>
                  <a:pt x="365" y="15541"/>
                </a:lnTo>
                <a:lnTo>
                  <a:pt x="365" y="16150"/>
                </a:lnTo>
                <a:lnTo>
                  <a:pt x="439" y="16730"/>
                </a:lnTo>
                <a:lnTo>
                  <a:pt x="439" y="17339"/>
                </a:lnTo>
                <a:lnTo>
                  <a:pt x="439" y="18006"/>
                </a:lnTo>
                <a:lnTo>
                  <a:pt x="439" y="18615"/>
                </a:lnTo>
                <a:lnTo>
                  <a:pt x="439" y="19195"/>
                </a:lnTo>
                <a:lnTo>
                  <a:pt x="513" y="19803"/>
                </a:lnTo>
                <a:lnTo>
                  <a:pt x="513" y="20412"/>
                </a:lnTo>
                <a:lnTo>
                  <a:pt x="513" y="20992"/>
                </a:lnTo>
                <a:lnTo>
                  <a:pt x="513" y="21659"/>
                </a:lnTo>
                <a:lnTo>
                  <a:pt x="583" y="22268"/>
                </a:lnTo>
                <a:lnTo>
                  <a:pt x="583" y="22848"/>
                </a:lnTo>
                <a:lnTo>
                  <a:pt x="583" y="23457"/>
                </a:lnTo>
                <a:lnTo>
                  <a:pt x="583" y="24066"/>
                </a:lnTo>
                <a:lnTo>
                  <a:pt x="583" y="24646"/>
                </a:lnTo>
                <a:lnTo>
                  <a:pt x="657" y="25255"/>
                </a:lnTo>
                <a:lnTo>
                  <a:pt x="657" y="25864"/>
                </a:lnTo>
                <a:lnTo>
                  <a:pt x="657" y="26443"/>
                </a:lnTo>
                <a:lnTo>
                  <a:pt x="657" y="27052"/>
                </a:lnTo>
                <a:lnTo>
                  <a:pt x="731" y="27661"/>
                </a:lnTo>
                <a:lnTo>
                  <a:pt x="731" y="28241"/>
                </a:lnTo>
                <a:lnTo>
                  <a:pt x="731" y="28850"/>
                </a:lnTo>
                <a:lnTo>
                  <a:pt x="731" y="29459"/>
                </a:lnTo>
                <a:lnTo>
                  <a:pt x="731" y="30039"/>
                </a:lnTo>
                <a:lnTo>
                  <a:pt x="805" y="30648"/>
                </a:lnTo>
                <a:lnTo>
                  <a:pt x="805" y="31228"/>
                </a:lnTo>
                <a:lnTo>
                  <a:pt x="805" y="31837"/>
                </a:lnTo>
                <a:lnTo>
                  <a:pt x="805" y="32446"/>
                </a:lnTo>
                <a:lnTo>
                  <a:pt x="875" y="33025"/>
                </a:lnTo>
                <a:lnTo>
                  <a:pt x="875" y="33634"/>
                </a:lnTo>
                <a:lnTo>
                  <a:pt x="875" y="34243"/>
                </a:lnTo>
                <a:lnTo>
                  <a:pt x="875" y="34823"/>
                </a:lnTo>
                <a:lnTo>
                  <a:pt x="875" y="35432"/>
                </a:lnTo>
                <a:lnTo>
                  <a:pt x="949" y="36041"/>
                </a:lnTo>
                <a:lnTo>
                  <a:pt x="949" y="36621"/>
                </a:lnTo>
                <a:lnTo>
                  <a:pt x="949" y="37230"/>
                </a:lnTo>
                <a:lnTo>
                  <a:pt x="949" y="37810"/>
                </a:lnTo>
                <a:lnTo>
                  <a:pt x="949" y="38361"/>
                </a:lnTo>
                <a:lnTo>
                  <a:pt x="1023" y="38941"/>
                </a:lnTo>
                <a:lnTo>
                  <a:pt x="1023" y="39549"/>
                </a:lnTo>
                <a:lnTo>
                  <a:pt x="1023" y="40158"/>
                </a:lnTo>
                <a:lnTo>
                  <a:pt x="1023" y="40738"/>
                </a:lnTo>
                <a:lnTo>
                  <a:pt x="1097" y="41289"/>
                </a:lnTo>
                <a:lnTo>
                  <a:pt x="1097" y="41869"/>
                </a:lnTo>
                <a:lnTo>
                  <a:pt x="1097" y="42478"/>
                </a:lnTo>
                <a:lnTo>
                  <a:pt x="1097" y="43087"/>
                </a:lnTo>
                <a:lnTo>
                  <a:pt x="1097" y="43667"/>
                </a:lnTo>
                <a:lnTo>
                  <a:pt x="1167" y="44218"/>
                </a:lnTo>
                <a:lnTo>
                  <a:pt x="1167" y="44798"/>
                </a:lnTo>
                <a:lnTo>
                  <a:pt x="1167" y="45407"/>
                </a:lnTo>
                <a:lnTo>
                  <a:pt x="1167" y="46015"/>
                </a:lnTo>
                <a:lnTo>
                  <a:pt x="1241" y="46537"/>
                </a:lnTo>
                <a:lnTo>
                  <a:pt x="1241" y="47146"/>
                </a:lnTo>
                <a:lnTo>
                  <a:pt x="1241" y="47726"/>
                </a:lnTo>
                <a:lnTo>
                  <a:pt x="1241" y="48277"/>
                </a:lnTo>
                <a:lnTo>
                  <a:pt x="1241" y="48857"/>
                </a:lnTo>
                <a:lnTo>
                  <a:pt x="1315" y="49466"/>
                </a:lnTo>
                <a:lnTo>
                  <a:pt x="1315" y="49988"/>
                </a:lnTo>
                <a:lnTo>
                  <a:pt x="1315" y="50597"/>
                </a:lnTo>
                <a:lnTo>
                  <a:pt x="1315" y="51177"/>
                </a:lnTo>
                <a:lnTo>
                  <a:pt x="1389" y="51728"/>
                </a:lnTo>
                <a:lnTo>
                  <a:pt x="1389" y="52307"/>
                </a:lnTo>
                <a:lnTo>
                  <a:pt x="1389" y="52858"/>
                </a:lnTo>
                <a:lnTo>
                  <a:pt x="1389" y="53438"/>
                </a:lnTo>
                <a:lnTo>
                  <a:pt x="1389" y="54047"/>
                </a:lnTo>
                <a:lnTo>
                  <a:pt x="1462" y="54569"/>
                </a:lnTo>
                <a:lnTo>
                  <a:pt x="1462" y="55178"/>
                </a:lnTo>
                <a:lnTo>
                  <a:pt x="1462" y="55700"/>
                </a:lnTo>
                <a:lnTo>
                  <a:pt x="1462" y="56309"/>
                </a:lnTo>
                <a:lnTo>
                  <a:pt x="1533" y="56831"/>
                </a:lnTo>
                <a:lnTo>
                  <a:pt x="1533" y="57440"/>
                </a:lnTo>
                <a:lnTo>
                  <a:pt x="1533" y="57962"/>
                </a:lnTo>
                <a:lnTo>
                  <a:pt x="1533" y="58571"/>
                </a:lnTo>
                <a:lnTo>
                  <a:pt x="1533" y="59092"/>
                </a:lnTo>
                <a:lnTo>
                  <a:pt x="1607" y="59701"/>
                </a:lnTo>
                <a:lnTo>
                  <a:pt x="1607" y="60223"/>
                </a:lnTo>
                <a:lnTo>
                  <a:pt x="1607" y="60832"/>
                </a:lnTo>
                <a:lnTo>
                  <a:pt x="1607" y="61354"/>
                </a:lnTo>
                <a:lnTo>
                  <a:pt x="1681" y="61905"/>
                </a:lnTo>
                <a:lnTo>
                  <a:pt x="1681" y="62485"/>
                </a:lnTo>
                <a:lnTo>
                  <a:pt x="1681" y="63036"/>
                </a:lnTo>
                <a:lnTo>
                  <a:pt x="1681" y="63616"/>
                </a:lnTo>
                <a:lnTo>
                  <a:pt x="1681" y="64167"/>
                </a:lnTo>
                <a:lnTo>
                  <a:pt x="1754" y="64689"/>
                </a:lnTo>
                <a:lnTo>
                  <a:pt x="1754" y="65297"/>
                </a:lnTo>
                <a:lnTo>
                  <a:pt x="1754" y="65819"/>
                </a:lnTo>
                <a:lnTo>
                  <a:pt x="1754" y="66341"/>
                </a:lnTo>
                <a:lnTo>
                  <a:pt x="1754" y="66950"/>
                </a:lnTo>
                <a:lnTo>
                  <a:pt x="1825" y="67472"/>
                </a:lnTo>
                <a:lnTo>
                  <a:pt x="1825" y="68014"/>
                </a:lnTo>
                <a:lnTo>
                  <a:pt x="1825" y="68612"/>
                </a:lnTo>
                <a:lnTo>
                  <a:pt x="1825" y="69142"/>
                </a:lnTo>
                <a:lnTo>
                  <a:pt x="1899" y="69676"/>
                </a:lnTo>
                <a:lnTo>
                  <a:pt x="1899" y="70206"/>
                </a:lnTo>
                <a:lnTo>
                  <a:pt x="1899" y="70807"/>
                </a:lnTo>
                <a:lnTo>
                  <a:pt x="1899" y="71337"/>
                </a:lnTo>
                <a:lnTo>
                  <a:pt x="1899" y="71871"/>
                </a:lnTo>
                <a:lnTo>
                  <a:pt x="1972" y="72401"/>
                </a:lnTo>
                <a:lnTo>
                  <a:pt x="1972" y="73002"/>
                </a:lnTo>
                <a:lnTo>
                  <a:pt x="1972" y="73532"/>
                </a:lnTo>
                <a:lnTo>
                  <a:pt x="1972" y="74063"/>
                </a:lnTo>
                <a:lnTo>
                  <a:pt x="2046" y="74596"/>
                </a:lnTo>
                <a:lnTo>
                  <a:pt x="2046" y="75127"/>
                </a:lnTo>
                <a:lnTo>
                  <a:pt x="2046" y="75660"/>
                </a:lnTo>
                <a:lnTo>
                  <a:pt x="2046" y="76191"/>
                </a:lnTo>
                <a:lnTo>
                  <a:pt x="2046" y="76791"/>
                </a:lnTo>
                <a:lnTo>
                  <a:pt x="2117" y="77322"/>
                </a:lnTo>
                <a:lnTo>
                  <a:pt x="2117" y="77855"/>
                </a:lnTo>
                <a:lnTo>
                  <a:pt x="2117" y="78386"/>
                </a:lnTo>
                <a:lnTo>
                  <a:pt x="2117" y="78920"/>
                </a:lnTo>
                <a:lnTo>
                  <a:pt x="2191" y="79450"/>
                </a:lnTo>
                <a:lnTo>
                  <a:pt x="2191" y="79984"/>
                </a:lnTo>
                <a:lnTo>
                  <a:pt x="2191" y="80514"/>
                </a:lnTo>
                <a:lnTo>
                  <a:pt x="2191" y="81045"/>
                </a:lnTo>
                <a:lnTo>
                  <a:pt x="2191" y="81578"/>
                </a:lnTo>
                <a:lnTo>
                  <a:pt x="2264" y="82109"/>
                </a:lnTo>
                <a:lnTo>
                  <a:pt x="2264" y="82643"/>
                </a:lnTo>
                <a:lnTo>
                  <a:pt x="2264" y="83173"/>
                </a:lnTo>
                <a:lnTo>
                  <a:pt x="2264" y="83707"/>
                </a:lnTo>
                <a:lnTo>
                  <a:pt x="2338" y="84237"/>
                </a:lnTo>
                <a:lnTo>
                  <a:pt x="2338" y="84771"/>
                </a:lnTo>
                <a:lnTo>
                  <a:pt x="2338" y="85302"/>
                </a:lnTo>
                <a:lnTo>
                  <a:pt x="2338" y="85835"/>
                </a:lnTo>
                <a:lnTo>
                  <a:pt x="2338" y="86366"/>
                </a:lnTo>
                <a:lnTo>
                  <a:pt x="2409" y="86899"/>
                </a:lnTo>
                <a:lnTo>
                  <a:pt x="2409" y="87430"/>
                </a:lnTo>
                <a:lnTo>
                  <a:pt x="2409" y="87897"/>
                </a:lnTo>
                <a:lnTo>
                  <a:pt x="2409" y="88427"/>
                </a:lnTo>
                <a:lnTo>
                  <a:pt x="2483" y="88961"/>
                </a:lnTo>
                <a:lnTo>
                  <a:pt x="2483" y="89491"/>
                </a:lnTo>
                <a:lnTo>
                  <a:pt x="2483" y="90022"/>
                </a:lnTo>
                <a:lnTo>
                  <a:pt x="2483" y="90556"/>
                </a:lnTo>
                <a:lnTo>
                  <a:pt x="2483" y="91019"/>
                </a:lnTo>
                <a:lnTo>
                  <a:pt x="2556" y="91553"/>
                </a:lnTo>
                <a:lnTo>
                  <a:pt x="2556" y="92084"/>
                </a:lnTo>
                <a:lnTo>
                  <a:pt x="2556" y="92617"/>
                </a:lnTo>
                <a:lnTo>
                  <a:pt x="2556" y="93148"/>
                </a:lnTo>
                <a:lnTo>
                  <a:pt x="2556" y="93615"/>
                </a:lnTo>
                <a:lnTo>
                  <a:pt x="2630" y="94145"/>
                </a:lnTo>
                <a:lnTo>
                  <a:pt x="2630" y="94679"/>
                </a:lnTo>
                <a:lnTo>
                  <a:pt x="2630" y="95143"/>
                </a:lnTo>
                <a:lnTo>
                  <a:pt x="2630" y="95676"/>
                </a:lnTo>
                <a:lnTo>
                  <a:pt x="2704" y="96207"/>
                </a:lnTo>
                <a:lnTo>
                  <a:pt x="2704" y="96674"/>
                </a:lnTo>
                <a:lnTo>
                  <a:pt x="2704" y="97204"/>
                </a:lnTo>
                <a:lnTo>
                  <a:pt x="2704" y="97738"/>
                </a:lnTo>
                <a:lnTo>
                  <a:pt x="2704" y="98202"/>
                </a:lnTo>
                <a:lnTo>
                  <a:pt x="2774" y="98735"/>
                </a:lnTo>
                <a:lnTo>
                  <a:pt x="2774" y="99266"/>
                </a:lnTo>
                <a:lnTo>
                  <a:pt x="2774" y="99733"/>
                </a:lnTo>
                <a:lnTo>
                  <a:pt x="2774" y="100263"/>
                </a:lnTo>
                <a:lnTo>
                  <a:pt x="2848" y="100730"/>
                </a:lnTo>
                <a:lnTo>
                  <a:pt x="2848" y="101261"/>
                </a:lnTo>
                <a:lnTo>
                  <a:pt x="2848" y="101794"/>
                </a:lnTo>
                <a:lnTo>
                  <a:pt x="2848" y="102258"/>
                </a:lnTo>
                <a:lnTo>
                  <a:pt x="2848" y="102792"/>
                </a:lnTo>
                <a:lnTo>
                  <a:pt x="2922" y="103256"/>
                </a:lnTo>
                <a:lnTo>
                  <a:pt x="2922" y="103789"/>
                </a:lnTo>
                <a:lnTo>
                  <a:pt x="2922" y="104253"/>
                </a:lnTo>
                <a:lnTo>
                  <a:pt x="2922" y="104787"/>
                </a:lnTo>
                <a:lnTo>
                  <a:pt x="2996" y="105250"/>
                </a:lnTo>
                <a:lnTo>
                  <a:pt x="2996" y="105717"/>
                </a:lnTo>
                <a:lnTo>
                  <a:pt x="2996" y="106248"/>
                </a:lnTo>
                <a:lnTo>
                  <a:pt x="2996" y="106715"/>
                </a:lnTo>
                <a:lnTo>
                  <a:pt x="2996" y="107245"/>
                </a:lnTo>
                <a:lnTo>
                  <a:pt x="3066" y="107712"/>
                </a:lnTo>
                <a:lnTo>
                  <a:pt x="3066" y="108243"/>
                </a:lnTo>
                <a:lnTo>
                  <a:pt x="3066" y="108710"/>
                </a:lnTo>
                <a:lnTo>
                  <a:pt x="3066" y="109174"/>
                </a:lnTo>
                <a:lnTo>
                  <a:pt x="3140" y="109707"/>
                </a:lnTo>
                <a:lnTo>
                  <a:pt x="3140" y="110171"/>
                </a:lnTo>
                <a:lnTo>
                  <a:pt x="3140" y="110638"/>
                </a:lnTo>
                <a:lnTo>
                  <a:pt x="3140" y="111168"/>
                </a:lnTo>
                <a:lnTo>
                  <a:pt x="3140" y="11163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638901" y="3827656"/>
            <a:ext cx="3214" cy="78798"/>
          </a:xfrm>
          <a:custGeom>
            <a:avLst/>
            <a:gdLst/>
            <a:ahLst/>
            <a:cxnLst/>
            <a:rect l="l" t="t" r="r" b="b"/>
            <a:pathLst>
              <a:path w="3214" h="78798">
                <a:moveTo>
                  <a:pt x="0" y="0"/>
                </a:moveTo>
                <a:lnTo>
                  <a:pt x="73" y="463"/>
                </a:lnTo>
                <a:lnTo>
                  <a:pt x="73" y="997"/>
                </a:lnTo>
                <a:lnTo>
                  <a:pt x="73" y="1461"/>
                </a:lnTo>
                <a:lnTo>
                  <a:pt x="73" y="1928"/>
                </a:lnTo>
                <a:lnTo>
                  <a:pt x="147" y="2392"/>
                </a:lnTo>
                <a:lnTo>
                  <a:pt x="147" y="2858"/>
                </a:lnTo>
                <a:lnTo>
                  <a:pt x="147" y="3389"/>
                </a:lnTo>
                <a:lnTo>
                  <a:pt x="147" y="3856"/>
                </a:lnTo>
                <a:lnTo>
                  <a:pt x="147" y="4320"/>
                </a:lnTo>
                <a:lnTo>
                  <a:pt x="218" y="4787"/>
                </a:lnTo>
                <a:lnTo>
                  <a:pt x="218" y="5253"/>
                </a:lnTo>
                <a:lnTo>
                  <a:pt x="218" y="5784"/>
                </a:lnTo>
                <a:lnTo>
                  <a:pt x="218" y="6251"/>
                </a:lnTo>
                <a:lnTo>
                  <a:pt x="218" y="6715"/>
                </a:lnTo>
                <a:lnTo>
                  <a:pt x="291" y="7182"/>
                </a:lnTo>
                <a:lnTo>
                  <a:pt x="291" y="7646"/>
                </a:lnTo>
                <a:lnTo>
                  <a:pt x="291" y="8112"/>
                </a:lnTo>
                <a:lnTo>
                  <a:pt x="291" y="8576"/>
                </a:lnTo>
                <a:lnTo>
                  <a:pt x="365" y="9043"/>
                </a:lnTo>
                <a:lnTo>
                  <a:pt x="365" y="9507"/>
                </a:lnTo>
                <a:lnTo>
                  <a:pt x="365" y="9974"/>
                </a:lnTo>
                <a:lnTo>
                  <a:pt x="365" y="10438"/>
                </a:lnTo>
                <a:lnTo>
                  <a:pt x="365" y="10905"/>
                </a:lnTo>
                <a:lnTo>
                  <a:pt x="439" y="11369"/>
                </a:lnTo>
                <a:lnTo>
                  <a:pt x="439" y="11835"/>
                </a:lnTo>
                <a:lnTo>
                  <a:pt x="439" y="12299"/>
                </a:lnTo>
                <a:lnTo>
                  <a:pt x="439" y="12766"/>
                </a:lnTo>
                <a:lnTo>
                  <a:pt x="510" y="13233"/>
                </a:lnTo>
                <a:lnTo>
                  <a:pt x="510" y="13697"/>
                </a:lnTo>
                <a:lnTo>
                  <a:pt x="510" y="14164"/>
                </a:lnTo>
                <a:lnTo>
                  <a:pt x="510" y="14628"/>
                </a:lnTo>
                <a:lnTo>
                  <a:pt x="510" y="15095"/>
                </a:lnTo>
                <a:lnTo>
                  <a:pt x="583" y="15559"/>
                </a:lnTo>
                <a:lnTo>
                  <a:pt x="583" y="16025"/>
                </a:lnTo>
                <a:lnTo>
                  <a:pt x="583" y="16423"/>
                </a:lnTo>
                <a:lnTo>
                  <a:pt x="583" y="16889"/>
                </a:lnTo>
                <a:lnTo>
                  <a:pt x="657" y="17353"/>
                </a:lnTo>
                <a:lnTo>
                  <a:pt x="657" y="17820"/>
                </a:lnTo>
                <a:lnTo>
                  <a:pt x="657" y="18284"/>
                </a:lnTo>
                <a:lnTo>
                  <a:pt x="657" y="18751"/>
                </a:lnTo>
                <a:lnTo>
                  <a:pt x="657" y="19151"/>
                </a:lnTo>
                <a:lnTo>
                  <a:pt x="731" y="19615"/>
                </a:lnTo>
                <a:lnTo>
                  <a:pt x="731" y="20082"/>
                </a:lnTo>
                <a:lnTo>
                  <a:pt x="731" y="20546"/>
                </a:lnTo>
                <a:lnTo>
                  <a:pt x="731" y="20946"/>
                </a:lnTo>
                <a:lnTo>
                  <a:pt x="805" y="21410"/>
                </a:lnTo>
                <a:lnTo>
                  <a:pt x="805" y="21877"/>
                </a:lnTo>
                <a:lnTo>
                  <a:pt x="805" y="22274"/>
                </a:lnTo>
                <a:lnTo>
                  <a:pt x="805" y="22741"/>
                </a:lnTo>
                <a:lnTo>
                  <a:pt x="805" y="23208"/>
                </a:lnTo>
                <a:lnTo>
                  <a:pt x="875" y="23605"/>
                </a:lnTo>
                <a:lnTo>
                  <a:pt x="875" y="24072"/>
                </a:lnTo>
                <a:lnTo>
                  <a:pt x="875" y="24536"/>
                </a:lnTo>
                <a:lnTo>
                  <a:pt x="875" y="24936"/>
                </a:lnTo>
                <a:lnTo>
                  <a:pt x="949" y="25400"/>
                </a:lnTo>
                <a:lnTo>
                  <a:pt x="949" y="25800"/>
                </a:lnTo>
                <a:lnTo>
                  <a:pt x="949" y="26264"/>
                </a:lnTo>
                <a:lnTo>
                  <a:pt x="949" y="26664"/>
                </a:lnTo>
                <a:lnTo>
                  <a:pt x="949" y="27131"/>
                </a:lnTo>
                <a:lnTo>
                  <a:pt x="1023" y="27595"/>
                </a:lnTo>
                <a:lnTo>
                  <a:pt x="1023" y="27995"/>
                </a:lnTo>
                <a:lnTo>
                  <a:pt x="1023" y="28459"/>
                </a:lnTo>
                <a:lnTo>
                  <a:pt x="1023" y="28859"/>
                </a:lnTo>
                <a:lnTo>
                  <a:pt x="1023" y="29323"/>
                </a:lnTo>
                <a:lnTo>
                  <a:pt x="1097" y="29723"/>
                </a:lnTo>
                <a:lnTo>
                  <a:pt x="1097" y="30123"/>
                </a:lnTo>
                <a:lnTo>
                  <a:pt x="1097" y="30587"/>
                </a:lnTo>
                <a:lnTo>
                  <a:pt x="1097" y="30987"/>
                </a:lnTo>
                <a:lnTo>
                  <a:pt x="1167" y="31451"/>
                </a:lnTo>
                <a:lnTo>
                  <a:pt x="1167" y="31851"/>
                </a:lnTo>
                <a:lnTo>
                  <a:pt x="1167" y="32248"/>
                </a:lnTo>
                <a:lnTo>
                  <a:pt x="1167" y="32715"/>
                </a:lnTo>
                <a:lnTo>
                  <a:pt x="1167" y="33115"/>
                </a:lnTo>
                <a:lnTo>
                  <a:pt x="1241" y="33513"/>
                </a:lnTo>
                <a:lnTo>
                  <a:pt x="1241" y="33979"/>
                </a:lnTo>
                <a:lnTo>
                  <a:pt x="1241" y="34377"/>
                </a:lnTo>
                <a:lnTo>
                  <a:pt x="1241" y="34777"/>
                </a:lnTo>
                <a:lnTo>
                  <a:pt x="1315" y="35241"/>
                </a:lnTo>
                <a:lnTo>
                  <a:pt x="1315" y="35641"/>
                </a:lnTo>
                <a:lnTo>
                  <a:pt x="1315" y="36041"/>
                </a:lnTo>
                <a:lnTo>
                  <a:pt x="1315" y="36438"/>
                </a:lnTo>
                <a:lnTo>
                  <a:pt x="1315" y="36905"/>
                </a:lnTo>
                <a:lnTo>
                  <a:pt x="1389" y="37302"/>
                </a:lnTo>
                <a:lnTo>
                  <a:pt x="1389" y="37702"/>
                </a:lnTo>
                <a:lnTo>
                  <a:pt x="1389" y="38103"/>
                </a:lnTo>
                <a:lnTo>
                  <a:pt x="1389" y="38500"/>
                </a:lnTo>
                <a:lnTo>
                  <a:pt x="1459" y="38967"/>
                </a:lnTo>
                <a:lnTo>
                  <a:pt x="1459" y="39364"/>
                </a:lnTo>
                <a:lnTo>
                  <a:pt x="1459" y="39764"/>
                </a:lnTo>
                <a:lnTo>
                  <a:pt x="1459" y="40164"/>
                </a:lnTo>
                <a:lnTo>
                  <a:pt x="1459" y="40561"/>
                </a:lnTo>
                <a:lnTo>
                  <a:pt x="1533" y="40962"/>
                </a:lnTo>
                <a:lnTo>
                  <a:pt x="1533" y="41359"/>
                </a:lnTo>
                <a:lnTo>
                  <a:pt x="1533" y="41759"/>
                </a:lnTo>
                <a:lnTo>
                  <a:pt x="1533" y="42159"/>
                </a:lnTo>
                <a:lnTo>
                  <a:pt x="1607" y="42556"/>
                </a:lnTo>
                <a:lnTo>
                  <a:pt x="1607" y="42956"/>
                </a:lnTo>
                <a:lnTo>
                  <a:pt x="1607" y="43354"/>
                </a:lnTo>
                <a:lnTo>
                  <a:pt x="1607" y="43754"/>
                </a:lnTo>
                <a:lnTo>
                  <a:pt x="1607" y="44154"/>
                </a:lnTo>
                <a:lnTo>
                  <a:pt x="1681" y="44551"/>
                </a:lnTo>
                <a:lnTo>
                  <a:pt x="1681" y="44951"/>
                </a:lnTo>
                <a:lnTo>
                  <a:pt x="1681" y="45349"/>
                </a:lnTo>
                <a:lnTo>
                  <a:pt x="1681" y="45749"/>
                </a:lnTo>
                <a:lnTo>
                  <a:pt x="1751" y="46149"/>
                </a:lnTo>
                <a:lnTo>
                  <a:pt x="1751" y="46546"/>
                </a:lnTo>
                <a:lnTo>
                  <a:pt x="1751" y="46946"/>
                </a:lnTo>
                <a:lnTo>
                  <a:pt x="1751" y="47343"/>
                </a:lnTo>
                <a:lnTo>
                  <a:pt x="1751" y="47677"/>
                </a:lnTo>
                <a:lnTo>
                  <a:pt x="1825" y="48077"/>
                </a:lnTo>
                <a:lnTo>
                  <a:pt x="1825" y="48474"/>
                </a:lnTo>
                <a:lnTo>
                  <a:pt x="1825" y="48874"/>
                </a:lnTo>
                <a:lnTo>
                  <a:pt x="1825" y="49272"/>
                </a:lnTo>
                <a:lnTo>
                  <a:pt x="1825" y="49605"/>
                </a:lnTo>
                <a:lnTo>
                  <a:pt x="1899" y="50005"/>
                </a:lnTo>
                <a:lnTo>
                  <a:pt x="1899" y="50402"/>
                </a:lnTo>
                <a:lnTo>
                  <a:pt x="1899" y="50803"/>
                </a:lnTo>
                <a:lnTo>
                  <a:pt x="1899" y="51136"/>
                </a:lnTo>
                <a:lnTo>
                  <a:pt x="1972" y="51533"/>
                </a:lnTo>
                <a:lnTo>
                  <a:pt x="1972" y="51933"/>
                </a:lnTo>
                <a:lnTo>
                  <a:pt x="1972" y="52331"/>
                </a:lnTo>
                <a:lnTo>
                  <a:pt x="1972" y="52664"/>
                </a:lnTo>
                <a:lnTo>
                  <a:pt x="1972" y="53064"/>
                </a:lnTo>
                <a:lnTo>
                  <a:pt x="2046" y="53395"/>
                </a:lnTo>
                <a:lnTo>
                  <a:pt x="2046" y="53795"/>
                </a:lnTo>
                <a:lnTo>
                  <a:pt x="2046" y="54192"/>
                </a:lnTo>
                <a:lnTo>
                  <a:pt x="2046" y="54526"/>
                </a:lnTo>
                <a:lnTo>
                  <a:pt x="2117" y="54926"/>
                </a:lnTo>
                <a:lnTo>
                  <a:pt x="2117" y="55256"/>
                </a:lnTo>
                <a:lnTo>
                  <a:pt x="2117" y="55656"/>
                </a:lnTo>
                <a:lnTo>
                  <a:pt x="2117" y="56057"/>
                </a:lnTo>
                <a:lnTo>
                  <a:pt x="2117" y="56387"/>
                </a:lnTo>
                <a:lnTo>
                  <a:pt x="2191" y="56787"/>
                </a:lnTo>
                <a:lnTo>
                  <a:pt x="2191" y="57121"/>
                </a:lnTo>
                <a:lnTo>
                  <a:pt x="2191" y="57518"/>
                </a:lnTo>
                <a:lnTo>
                  <a:pt x="2191" y="57851"/>
                </a:lnTo>
                <a:lnTo>
                  <a:pt x="2264" y="58182"/>
                </a:lnTo>
                <a:lnTo>
                  <a:pt x="2264" y="58582"/>
                </a:lnTo>
                <a:lnTo>
                  <a:pt x="2264" y="58916"/>
                </a:lnTo>
                <a:lnTo>
                  <a:pt x="2264" y="59313"/>
                </a:lnTo>
                <a:lnTo>
                  <a:pt x="2264" y="59646"/>
                </a:lnTo>
                <a:lnTo>
                  <a:pt x="2338" y="60046"/>
                </a:lnTo>
                <a:lnTo>
                  <a:pt x="2338" y="60377"/>
                </a:lnTo>
                <a:lnTo>
                  <a:pt x="2338" y="60710"/>
                </a:lnTo>
                <a:lnTo>
                  <a:pt x="2338" y="61111"/>
                </a:lnTo>
                <a:lnTo>
                  <a:pt x="2409" y="61441"/>
                </a:lnTo>
                <a:lnTo>
                  <a:pt x="2409" y="61775"/>
                </a:lnTo>
                <a:lnTo>
                  <a:pt x="2409" y="62108"/>
                </a:lnTo>
                <a:lnTo>
                  <a:pt x="2409" y="62505"/>
                </a:lnTo>
                <a:lnTo>
                  <a:pt x="2409" y="62839"/>
                </a:lnTo>
                <a:lnTo>
                  <a:pt x="2483" y="63169"/>
                </a:lnTo>
                <a:lnTo>
                  <a:pt x="2483" y="63569"/>
                </a:lnTo>
                <a:lnTo>
                  <a:pt x="2483" y="63903"/>
                </a:lnTo>
                <a:lnTo>
                  <a:pt x="2483" y="64233"/>
                </a:lnTo>
                <a:lnTo>
                  <a:pt x="2556" y="64567"/>
                </a:lnTo>
                <a:lnTo>
                  <a:pt x="2556" y="64900"/>
                </a:lnTo>
                <a:lnTo>
                  <a:pt x="2556" y="65231"/>
                </a:lnTo>
                <a:lnTo>
                  <a:pt x="2556" y="65631"/>
                </a:lnTo>
                <a:lnTo>
                  <a:pt x="2556" y="65964"/>
                </a:lnTo>
                <a:lnTo>
                  <a:pt x="2630" y="66295"/>
                </a:lnTo>
                <a:lnTo>
                  <a:pt x="2630" y="66628"/>
                </a:lnTo>
                <a:lnTo>
                  <a:pt x="2630" y="66962"/>
                </a:lnTo>
                <a:lnTo>
                  <a:pt x="2630" y="67292"/>
                </a:lnTo>
                <a:lnTo>
                  <a:pt x="2630" y="67626"/>
                </a:lnTo>
                <a:lnTo>
                  <a:pt x="2701" y="67959"/>
                </a:lnTo>
                <a:lnTo>
                  <a:pt x="2701" y="68290"/>
                </a:lnTo>
                <a:lnTo>
                  <a:pt x="2701" y="68623"/>
                </a:lnTo>
                <a:lnTo>
                  <a:pt x="2701" y="68957"/>
                </a:lnTo>
                <a:lnTo>
                  <a:pt x="2774" y="69287"/>
                </a:lnTo>
                <a:lnTo>
                  <a:pt x="2774" y="69621"/>
                </a:lnTo>
                <a:lnTo>
                  <a:pt x="2774" y="69954"/>
                </a:lnTo>
                <a:lnTo>
                  <a:pt x="2774" y="70285"/>
                </a:lnTo>
                <a:lnTo>
                  <a:pt x="2774" y="70618"/>
                </a:lnTo>
                <a:lnTo>
                  <a:pt x="2848" y="70952"/>
                </a:lnTo>
                <a:lnTo>
                  <a:pt x="2848" y="71282"/>
                </a:lnTo>
                <a:lnTo>
                  <a:pt x="2848" y="71616"/>
                </a:lnTo>
                <a:lnTo>
                  <a:pt x="2848" y="71949"/>
                </a:lnTo>
                <a:lnTo>
                  <a:pt x="2922" y="72280"/>
                </a:lnTo>
                <a:lnTo>
                  <a:pt x="2922" y="72546"/>
                </a:lnTo>
                <a:lnTo>
                  <a:pt x="2922" y="72880"/>
                </a:lnTo>
                <a:lnTo>
                  <a:pt x="2922" y="73210"/>
                </a:lnTo>
                <a:lnTo>
                  <a:pt x="2922" y="73544"/>
                </a:lnTo>
                <a:lnTo>
                  <a:pt x="2993" y="73877"/>
                </a:lnTo>
                <a:lnTo>
                  <a:pt x="2993" y="74141"/>
                </a:lnTo>
                <a:lnTo>
                  <a:pt x="2993" y="74475"/>
                </a:lnTo>
                <a:lnTo>
                  <a:pt x="2993" y="74808"/>
                </a:lnTo>
                <a:lnTo>
                  <a:pt x="3066" y="75139"/>
                </a:lnTo>
                <a:lnTo>
                  <a:pt x="3066" y="75405"/>
                </a:lnTo>
                <a:lnTo>
                  <a:pt x="3066" y="75739"/>
                </a:lnTo>
                <a:lnTo>
                  <a:pt x="3066" y="76072"/>
                </a:lnTo>
                <a:lnTo>
                  <a:pt x="3066" y="76336"/>
                </a:lnTo>
                <a:lnTo>
                  <a:pt x="3140" y="76670"/>
                </a:lnTo>
                <a:lnTo>
                  <a:pt x="3140" y="77003"/>
                </a:lnTo>
                <a:lnTo>
                  <a:pt x="3140" y="77267"/>
                </a:lnTo>
                <a:lnTo>
                  <a:pt x="3140" y="77600"/>
                </a:lnTo>
                <a:lnTo>
                  <a:pt x="3214" y="77867"/>
                </a:lnTo>
                <a:lnTo>
                  <a:pt x="3214" y="78198"/>
                </a:lnTo>
                <a:lnTo>
                  <a:pt x="3214" y="78464"/>
                </a:lnTo>
                <a:lnTo>
                  <a:pt x="3214" y="7879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642115" y="3906454"/>
            <a:ext cx="3211" cy="39697"/>
          </a:xfrm>
          <a:custGeom>
            <a:avLst/>
            <a:gdLst/>
            <a:ahLst/>
            <a:cxnLst/>
            <a:rect l="l" t="t" r="r" b="b"/>
            <a:pathLst>
              <a:path w="3211" h="39697">
                <a:moveTo>
                  <a:pt x="0" y="0"/>
                </a:moveTo>
                <a:lnTo>
                  <a:pt x="0" y="330"/>
                </a:lnTo>
                <a:lnTo>
                  <a:pt x="73" y="597"/>
                </a:lnTo>
                <a:lnTo>
                  <a:pt x="73" y="930"/>
                </a:lnTo>
                <a:lnTo>
                  <a:pt x="73" y="1197"/>
                </a:lnTo>
                <a:lnTo>
                  <a:pt x="73" y="1528"/>
                </a:lnTo>
                <a:lnTo>
                  <a:pt x="144" y="1794"/>
                </a:lnTo>
                <a:lnTo>
                  <a:pt x="144" y="2061"/>
                </a:lnTo>
                <a:lnTo>
                  <a:pt x="144" y="2392"/>
                </a:lnTo>
                <a:lnTo>
                  <a:pt x="144" y="2658"/>
                </a:lnTo>
                <a:lnTo>
                  <a:pt x="144" y="2992"/>
                </a:lnTo>
                <a:lnTo>
                  <a:pt x="218" y="3259"/>
                </a:lnTo>
                <a:lnTo>
                  <a:pt x="218" y="3522"/>
                </a:lnTo>
                <a:lnTo>
                  <a:pt x="218" y="3856"/>
                </a:lnTo>
                <a:lnTo>
                  <a:pt x="218" y="4123"/>
                </a:lnTo>
                <a:lnTo>
                  <a:pt x="218" y="4387"/>
                </a:lnTo>
                <a:lnTo>
                  <a:pt x="291" y="4720"/>
                </a:lnTo>
                <a:lnTo>
                  <a:pt x="291" y="4987"/>
                </a:lnTo>
                <a:lnTo>
                  <a:pt x="291" y="5253"/>
                </a:lnTo>
                <a:lnTo>
                  <a:pt x="291" y="5517"/>
                </a:lnTo>
                <a:lnTo>
                  <a:pt x="365" y="5851"/>
                </a:lnTo>
                <a:lnTo>
                  <a:pt x="365" y="6118"/>
                </a:lnTo>
                <a:lnTo>
                  <a:pt x="365" y="6381"/>
                </a:lnTo>
                <a:lnTo>
                  <a:pt x="365" y="6648"/>
                </a:lnTo>
                <a:lnTo>
                  <a:pt x="365" y="6982"/>
                </a:lnTo>
                <a:lnTo>
                  <a:pt x="436" y="7248"/>
                </a:lnTo>
                <a:lnTo>
                  <a:pt x="436" y="7512"/>
                </a:lnTo>
                <a:lnTo>
                  <a:pt x="436" y="7779"/>
                </a:lnTo>
                <a:lnTo>
                  <a:pt x="436" y="8046"/>
                </a:lnTo>
                <a:lnTo>
                  <a:pt x="510" y="8310"/>
                </a:lnTo>
                <a:lnTo>
                  <a:pt x="510" y="8576"/>
                </a:lnTo>
                <a:lnTo>
                  <a:pt x="510" y="8843"/>
                </a:lnTo>
                <a:lnTo>
                  <a:pt x="510" y="9110"/>
                </a:lnTo>
                <a:lnTo>
                  <a:pt x="510" y="9374"/>
                </a:lnTo>
                <a:lnTo>
                  <a:pt x="583" y="9641"/>
                </a:lnTo>
                <a:lnTo>
                  <a:pt x="583" y="9974"/>
                </a:lnTo>
                <a:lnTo>
                  <a:pt x="583" y="10241"/>
                </a:lnTo>
                <a:lnTo>
                  <a:pt x="583" y="10438"/>
                </a:lnTo>
                <a:lnTo>
                  <a:pt x="657" y="10705"/>
                </a:lnTo>
                <a:lnTo>
                  <a:pt x="657" y="10971"/>
                </a:lnTo>
                <a:lnTo>
                  <a:pt x="657" y="11238"/>
                </a:lnTo>
                <a:lnTo>
                  <a:pt x="657" y="11502"/>
                </a:lnTo>
                <a:lnTo>
                  <a:pt x="657" y="11769"/>
                </a:lnTo>
                <a:lnTo>
                  <a:pt x="728" y="12036"/>
                </a:lnTo>
                <a:lnTo>
                  <a:pt x="728" y="12299"/>
                </a:lnTo>
                <a:lnTo>
                  <a:pt x="728" y="12566"/>
                </a:lnTo>
                <a:lnTo>
                  <a:pt x="728" y="12833"/>
                </a:lnTo>
                <a:lnTo>
                  <a:pt x="802" y="13033"/>
                </a:lnTo>
                <a:lnTo>
                  <a:pt x="802" y="13297"/>
                </a:lnTo>
                <a:lnTo>
                  <a:pt x="802" y="13564"/>
                </a:lnTo>
                <a:lnTo>
                  <a:pt x="802" y="13830"/>
                </a:lnTo>
                <a:lnTo>
                  <a:pt x="802" y="14097"/>
                </a:lnTo>
                <a:lnTo>
                  <a:pt x="875" y="14294"/>
                </a:lnTo>
                <a:lnTo>
                  <a:pt x="875" y="14561"/>
                </a:lnTo>
                <a:lnTo>
                  <a:pt x="875" y="14828"/>
                </a:lnTo>
                <a:lnTo>
                  <a:pt x="875" y="15095"/>
                </a:lnTo>
                <a:lnTo>
                  <a:pt x="949" y="15292"/>
                </a:lnTo>
                <a:lnTo>
                  <a:pt x="949" y="15559"/>
                </a:lnTo>
                <a:lnTo>
                  <a:pt x="949" y="15825"/>
                </a:lnTo>
                <a:lnTo>
                  <a:pt x="949" y="16025"/>
                </a:lnTo>
                <a:lnTo>
                  <a:pt x="949" y="16289"/>
                </a:lnTo>
                <a:lnTo>
                  <a:pt x="1020" y="16489"/>
                </a:lnTo>
                <a:lnTo>
                  <a:pt x="1020" y="16756"/>
                </a:lnTo>
                <a:lnTo>
                  <a:pt x="1020" y="17023"/>
                </a:lnTo>
                <a:lnTo>
                  <a:pt x="1020" y="17223"/>
                </a:lnTo>
                <a:lnTo>
                  <a:pt x="1020" y="17487"/>
                </a:lnTo>
                <a:lnTo>
                  <a:pt x="1093" y="17687"/>
                </a:lnTo>
                <a:lnTo>
                  <a:pt x="1093" y="17954"/>
                </a:lnTo>
                <a:lnTo>
                  <a:pt x="1093" y="18154"/>
                </a:lnTo>
                <a:lnTo>
                  <a:pt x="1093" y="18417"/>
                </a:lnTo>
                <a:lnTo>
                  <a:pt x="1167" y="18618"/>
                </a:lnTo>
                <a:lnTo>
                  <a:pt x="1167" y="18884"/>
                </a:lnTo>
                <a:lnTo>
                  <a:pt x="1167" y="19084"/>
                </a:lnTo>
                <a:lnTo>
                  <a:pt x="1167" y="19348"/>
                </a:lnTo>
                <a:lnTo>
                  <a:pt x="1167" y="19548"/>
                </a:lnTo>
                <a:lnTo>
                  <a:pt x="1241" y="19748"/>
                </a:lnTo>
                <a:lnTo>
                  <a:pt x="1241" y="20015"/>
                </a:lnTo>
                <a:lnTo>
                  <a:pt x="1241" y="20215"/>
                </a:lnTo>
                <a:lnTo>
                  <a:pt x="1241" y="20479"/>
                </a:lnTo>
                <a:lnTo>
                  <a:pt x="1315" y="20679"/>
                </a:lnTo>
                <a:lnTo>
                  <a:pt x="1315" y="20879"/>
                </a:lnTo>
                <a:lnTo>
                  <a:pt x="1315" y="21146"/>
                </a:lnTo>
                <a:lnTo>
                  <a:pt x="1315" y="21343"/>
                </a:lnTo>
                <a:lnTo>
                  <a:pt x="1315" y="21543"/>
                </a:lnTo>
                <a:lnTo>
                  <a:pt x="1385" y="21743"/>
                </a:lnTo>
                <a:lnTo>
                  <a:pt x="1385" y="22010"/>
                </a:lnTo>
                <a:lnTo>
                  <a:pt x="1385" y="22210"/>
                </a:lnTo>
                <a:lnTo>
                  <a:pt x="1385" y="22407"/>
                </a:lnTo>
                <a:lnTo>
                  <a:pt x="1459" y="22607"/>
                </a:lnTo>
                <a:lnTo>
                  <a:pt x="1459" y="22807"/>
                </a:lnTo>
                <a:lnTo>
                  <a:pt x="1459" y="23074"/>
                </a:lnTo>
                <a:lnTo>
                  <a:pt x="1459" y="23271"/>
                </a:lnTo>
                <a:lnTo>
                  <a:pt x="1459" y="23471"/>
                </a:lnTo>
                <a:lnTo>
                  <a:pt x="1533" y="23671"/>
                </a:lnTo>
                <a:lnTo>
                  <a:pt x="1533" y="23872"/>
                </a:lnTo>
                <a:lnTo>
                  <a:pt x="1533" y="24072"/>
                </a:lnTo>
                <a:lnTo>
                  <a:pt x="1533" y="24269"/>
                </a:lnTo>
                <a:lnTo>
                  <a:pt x="1607" y="24469"/>
                </a:lnTo>
                <a:lnTo>
                  <a:pt x="1607" y="24669"/>
                </a:lnTo>
                <a:lnTo>
                  <a:pt x="1607" y="24869"/>
                </a:lnTo>
                <a:lnTo>
                  <a:pt x="1607" y="25069"/>
                </a:lnTo>
                <a:lnTo>
                  <a:pt x="1607" y="25266"/>
                </a:lnTo>
                <a:lnTo>
                  <a:pt x="1677" y="25466"/>
                </a:lnTo>
                <a:lnTo>
                  <a:pt x="1677" y="25666"/>
                </a:lnTo>
                <a:lnTo>
                  <a:pt x="1677" y="25866"/>
                </a:lnTo>
                <a:lnTo>
                  <a:pt x="1677" y="26067"/>
                </a:lnTo>
                <a:lnTo>
                  <a:pt x="1751" y="26264"/>
                </a:lnTo>
                <a:lnTo>
                  <a:pt x="1751" y="26464"/>
                </a:lnTo>
                <a:lnTo>
                  <a:pt x="1751" y="26664"/>
                </a:lnTo>
                <a:lnTo>
                  <a:pt x="1751" y="26864"/>
                </a:lnTo>
                <a:lnTo>
                  <a:pt x="1751" y="27064"/>
                </a:lnTo>
                <a:lnTo>
                  <a:pt x="1825" y="27197"/>
                </a:lnTo>
                <a:lnTo>
                  <a:pt x="1825" y="27394"/>
                </a:lnTo>
                <a:lnTo>
                  <a:pt x="1825" y="27595"/>
                </a:lnTo>
                <a:lnTo>
                  <a:pt x="1825" y="27795"/>
                </a:lnTo>
                <a:lnTo>
                  <a:pt x="1825" y="27995"/>
                </a:lnTo>
                <a:lnTo>
                  <a:pt x="1899" y="28128"/>
                </a:lnTo>
                <a:lnTo>
                  <a:pt x="1899" y="28325"/>
                </a:lnTo>
                <a:lnTo>
                  <a:pt x="1899" y="28525"/>
                </a:lnTo>
                <a:lnTo>
                  <a:pt x="1899" y="28725"/>
                </a:lnTo>
                <a:lnTo>
                  <a:pt x="1969" y="28859"/>
                </a:lnTo>
                <a:lnTo>
                  <a:pt x="1969" y="29059"/>
                </a:lnTo>
                <a:lnTo>
                  <a:pt x="1969" y="29256"/>
                </a:lnTo>
                <a:lnTo>
                  <a:pt x="1969" y="29389"/>
                </a:lnTo>
                <a:lnTo>
                  <a:pt x="1969" y="29589"/>
                </a:lnTo>
                <a:lnTo>
                  <a:pt x="2043" y="29723"/>
                </a:lnTo>
                <a:lnTo>
                  <a:pt x="2043" y="29923"/>
                </a:lnTo>
                <a:lnTo>
                  <a:pt x="2043" y="30123"/>
                </a:lnTo>
                <a:lnTo>
                  <a:pt x="2043" y="30253"/>
                </a:lnTo>
                <a:lnTo>
                  <a:pt x="2117" y="30454"/>
                </a:lnTo>
                <a:lnTo>
                  <a:pt x="2117" y="30587"/>
                </a:lnTo>
                <a:lnTo>
                  <a:pt x="2117" y="30787"/>
                </a:lnTo>
                <a:lnTo>
                  <a:pt x="2117" y="30920"/>
                </a:lnTo>
                <a:lnTo>
                  <a:pt x="2117" y="31120"/>
                </a:lnTo>
                <a:lnTo>
                  <a:pt x="2191" y="31251"/>
                </a:lnTo>
                <a:lnTo>
                  <a:pt x="2191" y="31451"/>
                </a:lnTo>
                <a:lnTo>
                  <a:pt x="2191" y="31584"/>
                </a:lnTo>
                <a:lnTo>
                  <a:pt x="2191" y="31784"/>
                </a:lnTo>
                <a:lnTo>
                  <a:pt x="2261" y="31918"/>
                </a:lnTo>
                <a:lnTo>
                  <a:pt x="2261" y="32051"/>
                </a:lnTo>
                <a:lnTo>
                  <a:pt x="2261" y="32248"/>
                </a:lnTo>
                <a:lnTo>
                  <a:pt x="2261" y="32382"/>
                </a:lnTo>
                <a:lnTo>
                  <a:pt x="2261" y="32515"/>
                </a:lnTo>
                <a:lnTo>
                  <a:pt x="2335" y="32715"/>
                </a:lnTo>
                <a:lnTo>
                  <a:pt x="2335" y="32849"/>
                </a:lnTo>
                <a:lnTo>
                  <a:pt x="2335" y="32982"/>
                </a:lnTo>
                <a:lnTo>
                  <a:pt x="2335" y="33182"/>
                </a:lnTo>
                <a:lnTo>
                  <a:pt x="2409" y="33312"/>
                </a:lnTo>
                <a:lnTo>
                  <a:pt x="2409" y="33446"/>
                </a:lnTo>
                <a:lnTo>
                  <a:pt x="2409" y="33579"/>
                </a:lnTo>
                <a:lnTo>
                  <a:pt x="2409" y="33779"/>
                </a:lnTo>
                <a:lnTo>
                  <a:pt x="2409" y="33913"/>
                </a:lnTo>
                <a:lnTo>
                  <a:pt x="2483" y="34046"/>
                </a:lnTo>
                <a:lnTo>
                  <a:pt x="2483" y="34179"/>
                </a:lnTo>
                <a:lnTo>
                  <a:pt x="2483" y="34310"/>
                </a:lnTo>
                <a:lnTo>
                  <a:pt x="2483" y="34510"/>
                </a:lnTo>
                <a:lnTo>
                  <a:pt x="2556" y="34643"/>
                </a:lnTo>
                <a:lnTo>
                  <a:pt x="2556" y="34777"/>
                </a:lnTo>
                <a:lnTo>
                  <a:pt x="2556" y="34910"/>
                </a:lnTo>
                <a:lnTo>
                  <a:pt x="2556" y="35044"/>
                </a:lnTo>
                <a:lnTo>
                  <a:pt x="2556" y="35177"/>
                </a:lnTo>
                <a:lnTo>
                  <a:pt x="2627" y="35307"/>
                </a:lnTo>
                <a:lnTo>
                  <a:pt x="2627" y="35441"/>
                </a:lnTo>
                <a:lnTo>
                  <a:pt x="2627" y="35574"/>
                </a:lnTo>
                <a:lnTo>
                  <a:pt x="2627" y="35708"/>
                </a:lnTo>
                <a:lnTo>
                  <a:pt x="2627" y="35841"/>
                </a:lnTo>
                <a:lnTo>
                  <a:pt x="2701" y="35974"/>
                </a:lnTo>
                <a:lnTo>
                  <a:pt x="2701" y="36108"/>
                </a:lnTo>
                <a:lnTo>
                  <a:pt x="2701" y="36238"/>
                </a:lnTo>
                <a:lnTo>
                  <a:pt x="2701" y="36372"/>
                </a:lnTo>
                <a:lnTo>
                  <a:pt x="2774" y="36505"/>
                </a:lnTo>
                <a:lnTo>
                  <a:pt x="2774" y="36638"/>
                </a:lnTo>
                <a:lnTo>
                  <a:pt x="2774" y="36838"/>
                </a:lnTo>
                <a:lnTo>
                  <a:pt x="2774" y="36972"/>
                </a:lnTo>
                <a:lnTo>
                  <a:pt x="2848" y="37105"/>
                </a:lnTo>
                <a:lnTo>
                  <a:pt x="2848" y="37236"/>
                </a:lnTo>
                <a:lnTo>
                  <a:pt x="2848" y="37369"/>
                </a:lnTo>
                <a:lnTo>
                  <a:pt x="2919" y="37569"/>
                </a:lnTo>
                <a:lnTo>
                  <a:pt x="2919" y="37702"/>
                </a:lnTo>
                <a:lnTo>
                  <a:pt x="2919" y="37836"/>
                </a:lnTo>
                <a:lnTo>
                  <a:pt x="2919" y="38036"/>
                </a:lnTo>
                <a:lnTo>
                  <a:pt x="2993" y="38169"/>
                </a:lnTo>
                <a:lnTo>
                  <a:pt x="2993" y="38366"/>
                </a:lnTo>
                <a:lnTo>
                  <a:pt x="2993" y="38500"/>
                </a:lnTo>
                <a:lnTo>
                  <a:pt x="3066" y="38700"/>
                </a:lnTo>
                <a:lnTo>
                  <a:pt x="3066" y="38900"/>
                </a:lnTo>
                <a:lnTo>
                  <a:pt x="3066" y="39033"/>
                </a:lnTo>
                <a:lnTo>
                  <a:pt x="3140" y="39230"/>
                </a:lnTo>
                <a:lnTo>
                  <a:pt x="3140" y="39431"/>
                </a:lnTo>
                <a:lnTo>
                  <a:pt x="3211" y="39564"/>
                </a:lnTo>
                <a:lnTo>
                  <a:pt x="3211" y="3969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645326" y="3944091"/>
            <a:ext cx="3214" cy="6318"/>
          </a:xfrm>
          <a:custGeom>
            <a:avLst/>
            <a:gdLst/>
            <a:ahLst/>
            <a:cxnLst/>
            <a:rect l="l" t="t" r="r" b="b"/>
            <a:pathLst>
              <a:path w="3214" h="6318">
                <a:moveTo>
                  <a:pt x="0" y="2061"/>
                </a:moveTo>
                <a:lnTo>
                  <a:pt x="0" y="2261"/>
                </a:lnTo>
                <a:lnTo>
                  <a:pt x="73" y="2461"/>
                </a:lnTo>
                <a:lnTo>
                  <a:pt x="73" y="2592"/>
                </a:lnTo>
                <a:lnTo>
                  <a:pt x="147" y="2725"/>
                </a:lnTo>
                <a:lnTo>
                  <a:pt x="147" y="2858"/>
                </a:lnTo>
                <a:lnTo>
                  <a:pt x="147" y="3059"/>
                </a:lnTo>
                <a:lnTo>
                  <a:pt x="221" y="3192"/>
                </a:lnTo>
                <a:lnTo>
                  <a:pt x="221" y="3392"/>
                </a:lnTo>
                <a:lnTo>
                  <a:pt x="291" y="3525"/>
                </a:lnTo>
                <a:lnTo>
                  <a:pt x="291" y="3656"/>
                </a:lnTo>
                <a:lnTo>
                  <a:pt x="365" y="3789"/>
                </a:lnTo>
                <a:lnTo>
                  <a:pt x="365" y="3923"/>
                </a:lnTo>
                <a:lnTo>
                  <a:pt x="365" y="4056"/>
                </a:lnTo>
                <a:lnTo>
                  <a:pt x="439" y="4189"/>
                </a:lnTo>
                <a:lnTo>
                  <a:pt x="439" y="4323"/>
                </a:lnTo>
                <a:lnTo>
                  <a:pt x="513" y="4456"/>
                </a:lnTo>
                <a:lnTo>
                  <a:pt x="513" y="4587"/>
                </a:lnTo>
                <a:lnTo>
                  <a:pt x="587" y="4720"/>
                </a:lnTo>
                <a:lnTo>
                  <a:pt x="587" y="4853"/>
                </a:lnTo>
                <a:lnTo>
                  <a:pt x="657" y="4987"/>
                </a:lnTo>
                <a:lnTo>
                  <a:pt x="657" y="5120"/>
                </a:lnTo>
                <a:lnTo>
                  <a:pt x="731" y="5253"/>
                </a:lnTo>
                <a:lnTo>
                  <a:pt x="805" y="5387"/>
                </a:lnTo>
                <a:lnTo>
                  <a:pt x="805" y="5520"/>
                </a:lnTo>
                <a:lnTo>
                  <a:pt x="879" y="5651"/>
                </a:lnTo>
                <a:lnTo>
                  <a:pt x="949" y="5784"/>
                </a:lnTo>
                <a:lnTo>
                  <a:pt x="949" y="5851"/>
                </a:lnTo>
                <a:lnTo>
                  <a:pt x="1023" y="5984"/>
                </a:lnTo>
                <a:lnTo>
                  <a:pt x="1097" y="6118"/>
                </a:lnTo>
                <a:lnTo>
                  <a:pt x="1241" y="6184"/>
                </a:lnTo>
                <a:lnTo>
                  <a:pt x="1241" y="6251"/>
                </a:lnTo>
                <a:lnTo>
                  <a:pt x="1389" y="6318"/>
                </a:lnTo>
                <a:lnTo>
                  <a:pt x="1533" y="6318"/>
                </a:lnTo>
                <a:lnTo>
                  <a:pt x="1607" y="6251"/>
                </a:lnTo>
                <a:lnTo>
                  <a:pt x="1754" y="6118"/>
                </a:lnTo>
                <a:lnTo>
                  <a:pt x="1754" y="6051"/>
                </a:lnTo>
                <a:lnTo>
                  <a:pt x="1828" y="5917"/>
                </a:lnTo>
                <a:lnTo>
                  <a:pt x="1899" y="5784"/>
                </a:lnTo>
                <a:lnTo>
                  <a:pt x="1972" y="5651"/>
                </a:lnTo>
                <a:lnTo>
                  <a:pt x="2046" y="5520"/>
                </a:lnTo>
                <a:lnTo>
                  <a:pt x="2120" y="5387"/>
                </a:lnTo>
                <a:lnTo>
                  <a:pt x="2120" y="5253"/>
                </a:lnTo>
                <a:lnTo>
                  <a:pt x="2191" y="5120"/>
                </a:lnTo>
                <a:lnTo>
                  <a:pt x="2264" y="4987"/>
                </a:lnTo>
                <a:lnTo>
                  <a:pt x="2264" y="4853"/>
                </a:lnTo>
                <a:lnTo>
                  <a:pt x="2338" y="4720"/>
                </a:lnTo>
                <a:lnTo>
                  <a:pt x="2338" y="4587"/>
                </a:lnTo>
                <a:lnTo>
                  <a:pt x="2412" y="4456"/>
                </a:lnTo>
                <a:lnTo>
                  <a:pt x="2412" y="4323"/>
                </a:lnTo>
                <a:lnTo>
                  <a:pt x="2483" y="4189"/>
                </a:lnTo>
                <a:lnTo>
                  <a:pt x="2483" y="4056"/>
                </a:lnTo>
                <a:lnTo>
                  <a:pt x="2556" y="3923"/>
                </a:lnTo>
                <a:lnTo>
                  <a:pt x="2556" y="3789"/>
                </a:lnTo>
                <a:lnTo>
                  <a:pt x="2556" y="3656"/>
                </a:lnTo>
                <a:lnTo>
                  <a:pt x="2630" y="3525"/>
                </a:lnTo>
                <a:lnTo>
                  <a:pt x="2630" y="3392"/>
                </a:lnTo>
                <a:lnTo>
                  <a:pt x="2630" y="3259"/>
                </a:lnTo>
                <a:lnTo>
                  <a:pt x="2704" y="3125"/>
                </a:lnTo>
                <a:lnTo>
                  <a:pt x="2704" y="2992"/>
                </a:lnTo>
                <a:lnTo>
                  <a:pt x="2704" y="2858"/>
                </a:lnTo>
                <a:lnTo>
                  <a:pt x="2774" y="2725"/>
                </a:lnTo>
                <a:lnTo>
                  <a:pt x="2774" y="2592"/>
                </a:lnTo>
                <a:lnTo>
                  <a:pt x="2774" y="2461"/>
                </a:lnTo>
                <a:lnTo>
                  <a:pt x="2848" y="2328"/>
                </a:lnTo>
                <a:lnTo>
                  <a:pt x="2848" y="2194"/>
                </a:lnTo>
                <a:lnTo>
                  <a:pt x="2848" y="2061"/>
                </a:lnTo>
                <a:lnTo>
                  <a:pt x="2922" y="1861"/>
                </a:lnTo>
                <a:lnTo>
                  <a:pt x="2922" y="1661"/>
                </a:lnTo>
                <a:lnTo>
                  <a:pt x="2996" y="1464"/>
                </a:lnTo>
                <a:lnTo>
                  <a:pt x="2996" y="1264"/>
                </a:lnTo>
                <a:lnTo>
                  <a:pt x="3070" y="1064"/>
                </a:lnTo>
                <a:lnTo>
                  <a:pt x="3070" y="864"/>
                </a:lnTo>
                <a:lnTo>
                  <a:pt x="3070" y="730"/>
                </a:lnTo>
                <a:lnTo>
                  <a:pt x="3140" y="533"/>
                </a:lnTo>
                <a:lnTo>
                  <a:pt x="3140" y="400"/>
                </a:lnTo>
                <a:lnTo>
                  <a:pt x="3140" y="200"/>
                </a:lnTo>
                <a:lnTo>
                  <a:pt x="3214" y="66"/>
                </a:lnTo>
              </a:path>
            </a:pathLst>
          </a:custGeom>
          <a:ln w="4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648541" y="3901334"/>
            <a:ext cx="3214" cy="42756"/>
          </a:xfrm>
          <a:custGeom>
            <a:avLst/>
            <a:gdLst/>
            <a:ahLst/>
            <a:cxnLst/>
            <a:rect l="l" t="t" r="r" b="b"/>
            <a:pathLst>
              <a:path w="3214" h="42756">
                <a:moveTo>
                  <a:pt x="0" y="42756"/>
                </a:moveTo>
                <a:lnTo>
                  <a:pt x="0" y="42623"/>
                </a:lnTo>
                <a:lnTo>
                  <a:pt x="0" y="42490"/>
                </a:lnTo>
                <a:lnTo>
                  <a:pt x="0" y="42356"/>
                </a:lnTo>
                <a:lnTo>
                  <a:pt x="73" y="42159"/>
                </a:lnTo>
                <a:lnTo>
                  <a:pt x="73" y="42026"/>
                </a:lnTo>
                <a:lnTo>
                  <a:pt x="73" y="41892"/>
                </a:lnTo>
                <a:lnTo>
                  <a:pt x="147" y="41759"/>
                </a:lnTo>
                <a:lnTo>
                  <a:pt x="147" y="41626"/>
                </a:lnTo>
                <a:lnTo>
                  <a:pt x="147" y="41425"/>
                </a:lnTo>
                <a:lnTo>
                  <a:pt x="147" y="41295"/>
                </a:lnTo>
                <a:lnTo>
                  <a:pt x="218" y="41162"/>
                </a:lnTo>
                <a:lnTo>
                  <a:pt x="218" y="41028"/>
                </a:lnTo>
                <a:lnTo>
                  <a:pt x="218" y="40895"/>
                </a:lnTo>
                <a:lnTo>
                  <a:pt x="218" y="40761"/>
                </a:lnTo>
                <a:lnTo>
                  <a:pt x="218" y="40628"/>
                </a:lnTo>
                <a:lnTo>
                  <a:pt x="291" y="40495"/>
                </a:lnTo>
                <a:lnTo>
                  <a:pt x="291" y="40361"/>
                </a:lnTo>
                <a:lnTo>
                  <a:pt x="291" y="40231"/>
                </a:lnTo>
                <a:lnTo>
                  <a:pt x="291" y="40097"/>
                </a:lnTo>
                <a:lnTo>
                  <a:pt x="365" y="39964"/>
                </a:lnTo>
                <a:lnTo>
                  <a:pt x="365" y="39831"/>
                </a:lnTo>
                <a:lnTo>
                  <a:pt x="365" y="39697"/>
                </a:lnTo>
                <a:lnTo>
                  <a:pt x="365" y="39564"/>
                </a:lnTo>
                <a:lnTo>
                  <a:pt x="365" y="39364"/>
                </a:lnTo>
                <a:lnTo>
                  <a:pt x="439" y="39233"/>
                </a:lnTo>
                <a:lnTo>
                  <a:pt x="439" y="39100"/>
                </a:lnTo>
                <a:lnTo>
                  <a:pt x="439" y="38967"/>
                </a:lnTo>
                <a:lnTo>
                  <a:pt x="439" y="38833"/>
                </a:lnTo>
                <a:lnTo>
                  <a:pt x="510" y="38700"/>
                </a:lnTo>
                <a:lnTo>
                  <a:pt x="510" y="38500"/>
                </a:lnTo>
                <a:lnTo>
                  <a:pt x="510" y="38366"/>
                </a:lnTo>
                <a:lnTo>
                  <a:pt x="510" y="38236"/>
                </a:lnTo>
                <a:lnTo>
                  <a:pt x="510" y="38103"/>
                </a:lnTo>
                <a:lnTo>
                  <a:pt x="583" y="37902"/>
                </a:lnTo>
                <a:lnTo>
                  <a:pt x="583" y="37769"/>
                </a:lnTo>
                <a:lnTo>
                  <a:pt x="583" y="37636"/>
                </a:lnTo>
                <a:lnTo>
                  <a:pt x="583" y="37436"/>
                </a:lnTo>
                <a:lnTo>
                  <a:pt x="657" y="37305"/>
                </a:lnTo>
                <a:lnTo>
                  <a:pt x="657" y="37172"/>
                </a:lnTo>
                <a:lnTo>
                  <a:pt x="657" y="36972"/>
                </a:lnTo>
                <a:lnTo>
                  <a:pt x="657" y="36838"/>
                </a:lnTo>
                <a:lnTo>
                  <a:pt x="657" y="36638"/>
                </a:lnTo>
                <a:lnTo>
                  <a:pt x="731" y="36505"/>
                </a:lnTo>
                <a:lnTo>
                  <a:pt x="731" y="36372"/>
                </a:lnTo>
                <a:lnTo>
                  <a:pt x="731" y="36174"/>
                </a:lnTo>
                <a:lnTo>
                  <a:pt x="731" y="36041"/>
                </a:lnTo>
                <a:lnTo>
                  <a:pt x="802" y="35841"/>
                </a:lnTo>
                <a:lnTo>
                  <a:pt x="802" y="35708"/>
                </a:lnTo>
                <a:lnTo>
                  <a:pt x="802" y="35507"/>
                </a:lnTo>
                <a:lnTo>
                  <a:pt x="802" y="35374"/>
                </a:lnTo>
                <a:lnTo>
                  <a:pt x="802" y="35177"/>
                </a:lnTo>
                <a:lnTo>
                  <a:pt x="875" y="35044"/>
                </a:lnTo>
                <a:lnTo>
                  <a:pt x="875" y="34843"/>
                </a:lnTo>
                <a:lnTo>
                  <a:pt x="875" y="34643"/>
                </a:lnTo>
                <a:lnTo>
                  <a:pt x="875" y="34510"/>
                </a:lnTo>
                <a:lnTo>
                  <a:pt x="949" y="34313"/>
                </a:lnTo>
                <a:lnTo>
                  <a:pt x="949" y="34179"/>
                </a:lnTo>
                <a:lnTo>
                  <a:pt x="949" y="33979"/>
                </a:lnTo>
                <a:lnTo>
                  <a:pt x="949" y="33779"/>
                </a:lnTo>
                <a:lnTo>
                  <a:pt x="949" y="33646"/>
                </a:lnTo>
                <a:lnTo>
                  <a:pt x="1023" y="33446"/>
                </a:lnTo>
                <a:lnTo>
                  <a:pt x="1023" y="33249"/>
                </a:lnTo>
                <a:lnTo>
                  <a:pt x="1023" y="33115"/>
                </a:lnTo>
                <a:lnTo>
                  <a:pt x="1023" y="32915"/>
                </a:lnTo>
                <a:lnTo>
                  <a:pt x="1023" y="32715"/>
                </a:lnTo>
                <a:lnTo>
                  <a:pt x="1097" y="32515"/>
                </a:lnTo>
                <a:lnTo>
                  <a:pt x="1097" y="32382"/>
                </a:lnTo>
                <a:lnTo>
                  <a:pt x="1097" y="32185"/>
                </a:lnTo>
                <a:lnTo>
                  <a:pt x="1097" y="31984"/>
                </a:lnTo>
                <a:lnTo>
                  <a:pt x="1167" y="31784"/>
                </a:lnTo>
                <a:lnTo>
                  <a:pt x="1167" y="31584"/>
                </a:lnTo>
                <a:lnTo>
                  <a:pt x="1167" y="31384"/>
                </a:lnTo>
                <a:lnTo>
                  <a:pt x="1167" y="31254"/>
                </a:lnTo>
                <a:lnTo>
                  <a:pt x="1167" y="31054"/>
                </a:lnTo>
                <a:lnTo>
                  <a:pt x="1241" y="30854"/>
                </a:lnTo>
                <a:lnTo>
                  <a:pt x="1241" y="30654"/>
                </a:lnTo>
                <a:lnTo>
                  <a:pt x="1241" y="30454"/>
                </a:lnTo>
                <a:lnTo>
                  <a:pt x="1241" y="30256"/>
                </a:lnTo>
                <a:lnTo>
                  <a:pt x="1315" y="30056"/>
                </a:lnTo>
                <a:lnTo>
                  <a:pt x="1315" y="29856"/>
                </a:lnTo>
                <a:lnTo>
                  <a:pt x="1315" y="29656"/>
                </a:lnTo>
                <a:lnTo>
                  <a:pt x="1315" y="29456"/>
                </a:lnTo>
                <a:lnTo>
                  <a:pt x="1315" y="29259"/>
                </a:lnTo>
                <a:lnTo>
                  <a:pt x="1389" y="29059"/>
                </a:lnTo>
                <a:lnTo>
                  <a:pt x="1389" y="28859"/>
                </a:lnTo>
                <a:lnTo>
                  <a:pt x="1389" y="28659"/>
                </a:lnTo>
                <a:lnTo>
                  <a:pt x="1389" y="28459"/>
                </a:lnTo>
                <a:lnTo>
                  <a:pt x="1459" y="28261"/>
                </a:lnTo>
                <a:lnTo>
                  <a:pt x="1459" y="28061"/>
                </a:lnTo>
                <a:lnTo>
                  <a:pt x="1459" y="27795"/>
                </a:lnTo>
                <a:lnTo>
                  <a:pt x="1459" y="27595"/>
                </a:lnTo>
                <a:lnTo>
                  <a:pt x="1459" y="27394"/>
                </a:lnTo>
                <a:lnTo>
                  <a:pt x="1533" y="27197"/>
                </a:lnTo>
                <a:lnTo>
                  <a:pt x="1533" y="26997"/>
                </a:lnTo>
                <a:lnTo>
                  <a:pt x="1533" y="26797"/>
                </a:lnTo>
                <a:lnTo>
                  <a:pt x="1533" y="26530"/>
                </a:lnTo>
                <a:lnTo>
                  <a:pt x="1607" y="26333"/>
                </a:lnTo>
                <a:lnTo>
                  <a:pt x="1607" y="26133"/>
                </a:lnTo>
                <a:lnTo>
                  <a:pt x="1607" y="25933"/>
                </a:lnTo>
                <a:lnTo>
                  <a:pt x="1607" y="25666"/>
                </a:lnTo>
                <a:lnTo>
                  <a:pt x="1607" y="25466"/>
                </a:lnTo>
                <a:lnTo>
                  <a:pt x="1681" y="25269"/>
                </a:lnTo>
                <a:lnTo>
                  <a:pt x="1681" y="25002"/>
                </a:lnTo>
                <a:lnTo>
                  <a:pt x="1681" y="24802"/>
                </a:lnTo>
                <a:lnTo>
                  <a:pt x="1681" y="24602"/>
                </a:lnTo>
                <a:lnTo>
                  <a:pt x="1751" y="24338"/>
                </a:lnTo>
                <a:lnTo>
                  <a:pt x="1751" y="24138"/>
                </a:lnTo>
                <a:lnTo>
                  <a:pt x="1751" y="23938"/>
                </a:lnTo>
                <a:lnTo>
                  <a:pt x="1751" y="23671"/>
                </a:lnTo>
                <a:lnTo>
                  <a:pt x="1751" y="23471"/>
                </a:lnTo>
                <a:lnTo>
                  <a:pt x="1825" y="23208"/>
                </a:lnTo>
                <a:lnTo>
                  <a:pt x="1825" y="23007"/>
                </a:lnTo>
                <a:lnTo>
                  <a:pt x="1825" y="22741"/>
                </a:lnTo>
                <a:lnTo>
                  <a:pt x="1825" y="22541"/>
                </a:lnTo>
                <a:lnTo>
                  <a:pt x="1825" y="22277"/>
                </a:lnTo>
                <a:lnTo>
                  <a:pt x="1899" y="22077"/>
                </a:lnTo>
                <a:lnTo>
                  <a:pt x="1899" y="21810"/>
                </a:lnTo>
                <a:lnTo>
                  <a:pt x="1899" y="21610"/>
                </a:lnTo>
                <a:lnTo>
                  <a:pt x="1899" y="21346"/>
                </a:lnTo>
                <a:lnTo>
                  <a:pt x="1972" y="21146"/>
                </a:lnTo>
                <a:lnTo>
                  <a:pt x="1972" y="20879"/>
                </a:lnTo>
                <a:lnTo>
                  <a:pt x="1972" y="20679"/>
                </a:lnTo>
                <a:lnTo>
                  <a:pt x="1972" y="20412"/>
                </a:lnTo>
                <a:lnTo>
                  <a:pt x="1972" y="20149"/>
                </a:lnTo>
                <a:lnTo>
                  <a:pt x="2043" y="19948"/>
                </a:lnTo>
                <a:lnTo>
                  <a:pt x="2043" y="19682"/>
                </a:lnTo>
                <a:lnTo>
                  <a:pt x="2043" y="19415"/>
                </a:lnTo>
                <a:lnTo>
                  <a:pt x="2043" y="19218"/>
                </a:lnTo>
                <a:lnTo>
                  <a:pt x="2117" y="18951"/>
                </a:lnTo>
                <a:lnTo>
                  <a:pt x="2117" y="18684"/>
                </a:lnTo>
                <a:lnTo>
                  <a:pt x="2117" y="18484"/>
                </a:lnTo>
                <a:lnTo>
                  <a:pt x="2117" y="18220"/>
                </a:lnTo>
                <a:lnTo>
                  <a:pt x="2117" y="17954"/>
                </a:lnTo>
                <a:lnTo>
                  <a:pt x="2191" y="17687"/>
                </a:lnTo>
                <a:lnTo>
                  <a:pt x="2191" y="17487"/>
                </a:lnTo>
                <a:lnTo>
                  <a:pt x="2191" y="17223"/>
                </a:lnTo>
                <a:lnTo>
                  <a:pt x="2191" y="16956"/>
                </a:lnTo>
                <a:lnTo>
                  <a:pt x="2264" y="16689"/>
                </a:lnTo>
                <a:lnTo>
                  <a:pt x="2264" y="16423"/>
                </a:lnTo>
                <a:lnTo>
                  <a:pt x="2264" y="16159"/>
                </a:lnTo>
                <a:lnTo>
                  <a:pt x="2264" y="15959"/>
                </a:lnTo>
                <a:lnTo>
                  <a:pt x="2264" y="15692"/>
                </a:lnTo>
                <a:lnTo>
                  <a:pt x="2338" y="15425"/>
                </a:lnTo>
                <a:lnTo>
                  <a:pt x="2338" y="15161"/>
                </a:lnTo>
                <a:lnTo>
                  <a:pt x="2338" y="14895"/>
                </a:lnTo>
                <a:lnTo>
                  <a:pt x="2338" y="14628"/>
                </a:lnTo>
                <a:lnTo>
                  <a:pt x="2409" y="14364"/>
                </a:lnTo>
                <a:lnTo>
                  <a:pt x="2409" y="14097"/>
                </a:lnTo>
                <a:lnTo>
                  <a:pt x="2409" y="13830"/>
                </a:lnTo>
                <a:lnTo>
                  <a:pt x="2409" y="13564"/>
                </a:lnTo>
                <a:lnTo>
                  <a:pt x="2409" y="13300"/>
                </a:lnTo>
                <a:lnTo>
                  <a:pt x="2483" y="13033"/>
                </a:lnTo>
                <a:lnTo>
                  <a:pt x="2483" y="12766"/>
                </a:lnTo>
                <a:lnTo>
                  <a:pt x="2483" y="12499"/>
                </a:lnTo>
                <a:lnTo>
                  <a:pt x="2483" y="12236"/>
                </a:lnTo>
                <a:lnTo>
                  <a:pt x="2556" y="11969"/>
                </a:lnTo>
                <a:lnTo>
                  <a:pt x="2556" y="11702"/>
                </a:lnTo>
                <a:lnTo>
                  <a:pt x="2556" y="11435"/>
                </a:lnTo>
                <a:lnTo>
                  <a:pt x="2556" y="11105"/>
                </a:lnTo>
                <a:lnTo>
                  <a:pt x="2556" y="10838"/>
                </a:lnTo>
                <a:lnTo>
                  <a:pt x="2630" y="10571"/>
                </a:lnTo>
                <a:lnTo>
                  <a:pt x="2630" y="10307"/>
                </a:lnTo>
                <a:lnTo>
                  <a:pt x="2630" y="10041"/>
                </a:lnTo>
                <a:lnTo>
                  <a:pt x="2630" y="9774"/>
                </a:lnTo>
                <a:lnTo>
                  <a:pt x="2630" y="9440"/>
                </a:lnTo>
                <a:lnTo>
                  <a:pt x="2701" y="9177"/>
                </a:lnTo>
                <a:lnTo>
                  <a:pt x="2701" y="8910"/>
                </a:lnTo>
                <a:lnTo>
                  <a:pt x="2701" y="8643"/>
                </a:lnTo>
                <a:lnTo>
                  <a:pt x="2701" y="8313"/>
                </a:lnTo>
                <a:lnTo>
                  <a:pt x="2774" y="8046"/>
                </a:lnTo>
                <a:lnTo>
                  <a:pt x="2774" y="7779"/>
                </a:lnTo>
                <a:lnTo>
                  <a:pt x="2774" y="7446"/>
                </a:lnTo>
                <a:lnTo>
                  <a:pt x="2774" y="7182"/>
                </a:lnTo>
                <a:lnTo>
                  <a:pt x="2774" y="6915"/>
                </a:lnTo>
                <a:lnTo>
                  <a:pt x="2848" y="6581"/>
                </a:lnTo>
                <a:lnTo>
                  <a:pt x="2848" y="6318"/>
                </a:lnTo>
                <a:lnTo>
                  <a:pt x="2848" y="6051"/>
                </a:lnTo>
                <a:lnTo>
                  <a:pt x="2848" y="5717"/>
                </a:lnTo>
                <a:lnTo>
                  <a:pt x="2922" y="5451"/>
                </a:lnTo>
                <a:lnTo>
                  <a:pt x="2922" y="5120"/>
                </a:lnTo>
                <a:lnTo>
                  <a:pt x="2922" y="4853"/>
                </a:lnTo>
                <a:lnTo>
                  <a:pt x="2922" y="4587"/>
                </a:lnTo>
                <a:lnTo>
                  <a:pt x="2922" y="4256"/>
                </a:lnTo>
                <a:lnTo>
                  <a:pt x="2993" y="3989"/>
                </a:lnTo>
                <a:lnTo>
                  <a:pt x="2993" y="3656"/>
                </a:lnTo>
                <a:lnTo>
                  <a:pt x="2993" y="3392"/>
                </a:lnTo>
                <a:lnTo>
                  <a:pt x="2993" y="3059"/>
                </a:lnTo>
                <a:lnTo>
                  <a:pt x="3066" y="2792"/>
                </a:lnTo>
                <a:lnTo>
                  <a:pt x="3066" y="2458"/>
                </a:lnTo>
                <a:lnTo>
                  <a:pt x="3066" y="2128"/>
                </a:lnTo>
                <a:lnTo>
                  <a:pt x="3066" y="1861"/>
                </a:lnTo>
                <a:lnTo>
                  <a:pt x="3066" y="1528"/>
                </a:lnTo>
                <a:lnTo>
                  <a:pt x="3140" y="1264"/>
                </a:lnTo>
                <a:lnTo>
                  <a:pt x="3140" y="930"/>
                </a:lnTo>
                <a:lnTo>
                  <a:pt x="3140" y="597"/>
                </a:lnTo>
                <a:lnTo>
                  <a:pt x="3140" y="333"/>
                </a:lnTo>
                <a:lnTo>
                  <a:pt x="3214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651755" y="3822736"/>
            <a:ext cx="3140" cy="78598"/>
          </a:xfrm>
          <a:custGeom>
            <a:avLst/>
            <a:gdLst/>
            <a:ahLst/>
            <a:cxnLst/>
            <a:rect l="l" t="t" r="r" b="b"/>
            <a:pathLst>
              <a:path w="3140" h="78598">
                <a:moveTo>
                  <a:pt x="0" y="78598"/>
                </a:moveTo>
                <a:lnTo>
                  <a:pt x="0" y="78264"/>
                </a:lnTo>
                <a:lnTo>
                  <a:pt x="0" y="78000"/>
                </a:lnTo>
                <a:lnTo>
                  <a:pt x="0" y="77667"/>
                </a:lnTo>
                <a:lnTo>
                  <a:pt x="0" y="77334"/>
                </a:lnTo>
                <a:lnTo>
                  <a:pt x="70" y="77067"/>
                </a:lnTo>
                <a:lnTo>
                  <a:pt x="70" y="76736"/>
                </a:lnTo>
                <a:lnTo>
                  <a:pt x="70" y="76403"/>
                </a:lnTo>
                <a:lnTo>
                  <a:pt x="70" y="76069"/>
                </a:lnTo>
                <a:lnTo>
                  <a:pt x="144" y="75805"/>
                </a:lnTo>
                <a:lnTo>
                  <a:pt x="144" y="75472"/>
                </a:lnTo>
                <a:lnTo>
                  <a:pt x="144" y="75139"/>
                </a:lnTo>
                <a:lnTo>
                  <a:pt x="144" y="74808"/>
                </a:lnTo>
                <a:lnTo>
                  <a:pt x="144" y="74475"/>
                </a:lnTo>
                <a:lnTo>
                  <a:pt x="218" y="74141"/>
                </a:lnTo>
                <a:lnTo>
                  <a:pt x="218" y="73877"/>
                </a:lnTo>
                <a:lnTo>
                  <a:pt x="218" y="73544"/>
                </a:lnTo>
                <a:lnTo>
                  <a:pt x="218" y="73210"/>
                </a:lnTo>
                <a:lnTo>
                  <a:pt x="218" y="72880"/>
                </a:lnTo>
                <a:lnTo>
                  <a:pt x="291" y="72546"/>
                </a:lnTo>
                <a:lnTo>
                  <a:pt x="291" y="72213"/>
                </a:lnTo>
                <a:lnTo>
                  <a:pt x="291" y="71882"/>
                </a:lnTo>
                <a:lnTo>
                  <a:pt x="291" y="71549"/>
                </a:lnTo>
                <a:lnTo>
                  <a:pt x="365" y="71215"/>
                </a:lnTo>
                <a:lnTo>
                  <a:pt x="365" y="70885"/>
                </a:lnTo>
                <a:lnTo>
                  <a:pt x="365" y="70551"/>
                </a:lnTo>
                <a:lnTo>
                  <a:pt x="365" y="70218"/>
                </a:lnTo>
                <a:lnTo>
                  <a:pt x="365" y="69887"/>
                </a:lnTo>
                <a:lnTo>
                  <a:pt x="436" y="69554"/>
                </a:lnTo>
                <a:lnTo>
                  <a:pt x="436" y="69221"/>
                </a:lnTo>
                <a:lnTo>
                  <a:pt x="436" y="68890"/>
                </a:lnTo>
                <a:lnTo>
                  <a:pt x="436" y="68557"/>
                </a:lnTo>
                <a:lnTo>
                  <a:pt x="510" y="68223"/>
                </a:lnTo>
                <a:lnTo>
                  <a:pt x="510" y="67893"/>
                </a:lnTo>
                <a:lnTo>
                  <a:pt x="510" y="67559"/>
                </a:lnTo>
                <a:lnTo>
                  <a:pt x="510" y="67226"/>
                </a:lnTo>
                <a:lnTo>
                  <a:pt x="510" y="66828"/>
                </a:lnTo>
                <a:lnTo>
                  <a:pt x="583" y="66495"/>
                </a:lnTo>
                <a:lnTo>
                  <a:pt x="583" y="66162"/>
                </a:lnTo>
                <a:lnTo>
                  <a:pt x="583" y="65831"/>
                </a:lnTo>
                <a:lnTo>
                  <a:pt x="583" y="65498"/>
                </a:lnTo>
                <a:lnTo>
                  <a:pt x="657" y="65097"/>
                </a:lnTo>
                <a:lnTo>
                  <a:pt x="657" y="64767"/>
                </a:lnTo>
                <a:lnTo>
                  <a:pt x="657" y="64433"/>
                </a:lnTo>
                <a:lnTo>
                  <a:pt x="657" y="64100"/>
                </a:lnTo>
                <a:lnTo>
                  <a:pt x="657" y="63703"/>
                </a:lnTo>
                <a:lnTo>
                  <a:pt x="728" y="63369"/>
                </a:lnTo>
                <a:lnTo>
                  <a:pt x="728" y="63039"/>
                </a:lnTo>
                <a:lnTo>
                  <a:pt x="728" y="62705"/>
                </a:lnTo>
                <a:lnTo>
                  <a:pt x="728" y="62305"/>
                </a:lnTo>
                <a:lnTo>
                  <a:pt x="802" y="61975"/>
                </a:lnTo>
                <a:lnTo>
                  <a:pt x="802" y="61641"/>
                </a:lnTo>
                <a:lnTo>
                  <a:pt x="802" y="61241"/>
                </a:lnTo>
                <a:lnTo>
                  <a:pt x="802" y="60910"/>
                </a:lnTo>
                <a:lnTo>
                  <a:pt x="802" y="60510"/>
                </a:lnTo>
                <a:lnTo>
                  <a:pt x="875" y="60177"/>
                </a:lnTo>
                <a:lnTo>
                  <a:pt x="875" y="59846"/>
                </a:lnTo>
                <a:lnTo>
                  <a:pt x="875" y="59446"/>
                </a:lnTo>
                <a:lnTo>
                  <a:pt x="875" y="59113"/>
                </a:lnTo>
                <a:lnTo>
                  <a:pt x="949" y="58715"/>
                </a:lnTo>
                <a:lnTo>
                  <a:pt x="949" y="58382"/>
                </a:lnTo>
                <a:lnTo>
                  <a:pt x="949" y="57985"/>
                </a:lnTo>
                <a:lnTo>
                  <a:pt x="949" y="57651"/>
                </a:lnTo>
                <a:lnTo>
                  <a:pt x="949" y="57251"/>
                </a:lnTo>
                <a:lnTo>
                  <a:pt x="1020" y="56921"/>
                </a:lnTo>
                <a:lnTo>
                  <a:pt x="1020" y="56521"/>
                </a:lnTo>
                <a:lnTo>
                  <a:pt x="1020" y="56187"/>
                </a:lnTo>
                <a:lnTo>
                  <a:pt x="1020" y="55790"/>
                </a:lnTo>
                <a:lnTo>
                  <a:pt x="1020" y="55456"/>
                </a:lnTo>
                <a:lnTo>
                  <a:pt x="1093" y="55059"/>
                </a:lnTo>
                <a:lnTo>
                  <a:pt x="1093" y="54726"/>
                </a:lnTo>
                <a:lnTo>
                  <a:pt x="1093" y="54326"/>
                </a:lnTo>
                <a:lnTo>
                  <a:pt x="1093" y="53928"/>
                </a:lnTo>
                <a:lnTo>
                  <a:pt x="1167" y="53595"/>
                </a:lnTo>
                <a:lnTo>
                  <a:pt x="1167" y="53195"/>
                </a:lnTo>
                <a:lnTo>
                  <a:pt x="1167" y="52798"/>
                </a:lnTo>
                <a:lnTo>
                  <a:pt x="1167" y="52464"/>
                </a:lnTo>
                <a:lnTo>
                  <a:pt x="1167" y="52064"/>
                </a:lnTo>
                <a:lnTo>
                  <a:pt x="1241" y="51667"/>
                </a:lnTo>
                <a:lnTo>
                  <a:pt x="1241" y="51333"/>
                </a:lnTo>
                <a:lnTo>
                  <a:pt x="1241" y="50936"/>
                </a:lnTo>
                <a:lnTo>
                  <a:pt x="1241" y="50536"/>
                </a:lnTo>
                <a:lnTo>
                  <a:pt x="1312" y="50202"/>
                </a:lnTo>
                <a:lnTo>
                  <a:pt x="1312" y="49805"/>
                </a:lnTo>
                <a:lnTo>
                  <a:pt x="1312" y="49405"/>
                </a:lnTo>
                <a:lnTo>
                  <a:pt x="1312" y="49008"/>
                </a:lnTo>
                <a:lnTo>
                  <a:pt x="1312" y="48608"/>
                </a:lnTo>
                <a:lnTo>
                  <a:pt x="1385" y="48274"/>
                </a:lnTo>
                <a:lnTo>
                  <a:pt x="1385" y="47877"/>
                </a:lnTo>
                <a:lnTo>
                  <a:pt x="1385" y="47477"/>
                </a:lnTo>
                <a:lnTo>
                  <a:pt x="1385" y="47080"/>
                </a:lnTo>
                <a:lnTo>
                  <a:pt x="1459" y="46679"/>
                </a:lnTo>
                <a:lnTo>
                  <a:pt x="1459" y="46279"/>
                </a:lnTo>
                <a:lnTo>
                  <a:pt x="1459" y="45949"/>
                </a:lnTo>
                <a:lnTo>
                  <a:pt x="1459" y="45549"/>
                </a:lnTo>
                <a:lnTo>
                  <a:pt x="1459" y="45148"/>
                </a:lnTo>
                <a:lnTo>
                  <a:pt x="1533" y="44751"/>
                </a:lnTo>
                <a:lnTo>
                  <a:pt x="1533" y="44351"/>
                </a:lnTo>
                <a:lnTo>
                  <a:pt x="1533" y="43954"/>
                </a:lnTo>
                <a:lnTo>
                  <a:pt x="1533" y="43554"/>
                </a:lnTo>
                <a:lnTo>
                  <a:pt x="1607" y="43154"/>
                </a:lnTo>
                <a:lnTo>
                  <a:pt x="1607" y="42756"/>
                </a:lnTo>
                <a:lnTo>
                  <a:pt x="1607" y="42356"/>
                </a:lnTo>
                <a:lnTo>
                  <a:pt x="1607" y="41959"/>
                </a:lnTo>
                <a:lnTo>
                  <a:pt x="1607" y="41559"/>
                </a:lnTo>
                <a:lnTo>
                  <a:pt x="1677" y="41159"/>
                </a:lnTo>
                <a:lnTo>
                  <a:pt x="1677" y="40761"/>
                </a:lnTo>
                <a:lnTo>
                  <a:pt x="1677" y="40361"/>
                </a:lnTo>
                <a:lnTo>
                  <a:pt x="1677" y="39964"/>
                </a:lnTo>
                <a:lnTo>
                  <a:pt x="1751" y="39564"/>
                </a:lnTo>
                <a:lnTo>
                  <a:pt x="1751" y="39164"/>
                </a:lnTo>
                <a:lnTo>
                  <a:pt x="1751" y="38767"/>
                </a:lnTo>
                <a:lnTo>
                  <a:pt x="1751" y="38300"/>
                </a:lnTo>
                <a:lnTo>
                  <a:pt x="1751" y="37902"/>
                </a:lnTo>
                <a:lnTo>
                  <a:pt x="1825" y="37502"/>
                </a:lnTo>
                <a:lnTo>
                  <a:pt x="1825" y="37105"/>
                </a:lnTo>
                <a:lnTo>
                  <a:pt x="1825" y="36705"/>
                </a:lnTo>
                <a:lnTo>
                  <a:pt x="1825" y="36305"/>
                </a:lnTo>
                <a:lnTo>
                  <a:pt x="1825" y="35908"/>
                </a:lnTo>
                <a:lnTo>
                  <a:pt x="1899" y="35441"/>
                </a:lnTo>
                <a:lnTo>
                  <a:pt x="1899" y="35044"/>
                </a:lnTo>
                <a:lnTo>
                  <a:pt x="1899" y="34643"/>
                </a:lnTo>
                <a:lnTo>
                  <a:pt x="1899" y="34243"/>
                </a:lnTo>
                <a:lnTo>
                  <a:pt x="1969" y="33779"/>
                </a:lnTo>
                <a:lnTo>
                  <a:pt x="1969" y="33379"/>
                </a:lnTo>
                <a:lnTo>
                  <a:pt x="1969" y="32982"/>
                </a:lnTo>
                <a:lnTo>
                  <a:pt x="1969" y="32582"/>
                </a:lnTo>
                <a:lnTo>
                  <a:pt x="1969" y="32118"/>
                </a:lnTo>
                <a:lnTo>
                  <a:pt x="2043" y="31718"/>
                </a:lnTo>
                <a:lnTo>
                  <a:pt x="2043" y="31318"/>
                </a:lnTo>
                <a:lnTo>
                  <a:pt x="2043" y="30854"/>
                </a:lnTo>
                <a:lnTo>
                  <a:pt x="2043" y="30454"/>
                </a:lnTo>
                <a:lnTo>
                  <a:pt x="2117" y="30056"/>
                </a:lnTo>
                <a:lnTo>
                  <a:pt x="2117" y="29589"/>
                </a:lnTo>
                <a:lnTo>
                  <a:pt x="2117" y="29189"/>
                </a:lnTo>
                <a:lnTo>
                  <a:pt x="2117" y="28792"/>
                </a:lnTo>
                <a:lnTo>
                  <a:pt x="2117" y="28325"/>
                </a:lnTo>
                <a:lnTo>
                  <a:pt x="2191" y="27928"/>
                </a:lnTo>
                <a:lnTo>
                  <a:pt x="2191" y="27461"/>
                </a:lnTo>
                <a:lnTo>
                  <a:pt x="2191" y="27064"/>
                </a:lnTo>
                <a:lnTo>
                  <a:pt x="2191" y="26597"/>
                </a:lnTo>
                <a:lnTo>
                  <a:pt x="2261" y="26197"/>
                </a:lnTo>
                <a:lnTo>
                  <a:pt x="2261" y="25733"/>
                </a:lnTo>
                <a:lnTo>
                  <a:pt x="2261" y="25333"/>
                </a:lnTo>
                <a:lnTo>
                  <a:pt x="2261" y="24936"/>
                </a:lnTo>
                <a:lnTo>
                  <a:pt x="2261" y="24469"/>
                </a:lnTo>
                <a:lnTo>
                  <a:pt x="2335" y="24005"/>
                </a:lnTo>
                <a:lnTo>
                  <a:pt x="2335" y="23605"/>
                </a:lnTo>
                <a:lnTo>
                  <a:pt x="2335" y="23141"/>
                </a:lnTo>
                <a:lnTo>
                  <a:pt x="2335" y="22741"/>
                </a:lnTo>
                <a:lnTo>
                  <a:pt x="2409" y="22274"/>
                </a:lnTo>
                <a:lnTo>
                  <a:pt x="2409" y="21877"/>
                </a:lnTo>
                <a:lnTo>
                  <a:pt x="2409" y="21410"/>
                </a:lnTo>
                <a:lnTo>
                  <a:pt x="2409" y="21013"/>
                </a:lnTo>
                <a:lnTo>
                  <a:pt x="2409" y="20546"/>
                </a:lnTo>
                <a:lnTo>
                  <a:pt x="2483" y="20082"/>
                </a:lnTo>
                <a:lnTo>
                  <a:pt x="2483" y="19682"/>
                </a:lnTo>
                <a:lnTo>
                  <a:pt x="2483" y="19215"/>
                </a:lnTo>
                <a:lnTo>
                  <a:pt x="2483" y="18751"/>
                </a:lnTo>
                <a:lnTo>
                  <a:pt x="2553" y="18351"/>
                </a:lnTo>
                <a:lnTo>
                  <a:pt x="2553" y="17887"/>
                </a:lnTo>
                <a:lnTo>
                  <a:pt x="2553" y="17420"/>
                </a:lnTo>
                <a:lnTo>
                  <a:pt x="2553" y="17023"/>
                </a:lnTo>
                <a:lnTo>
                  <a:pt x="2553" y="16556"/>
                </a:lnTo>
                <a:lnTo>
                  <a:pt x="2627" y="16092"/>
                </a:lnTo>
                <a:lnTo>
                  <a:pt x="2627" y="15625"/>
                </a:lnTo>
                <a:lnTo>
                  <a:pt x="2627" y="15225"/>
                </a:lnTo>
                <a:lnTo>
                  <a:pt x="2627" y="14761"/>
                </a:lnTo>
                <a:lnTo>
                  <a:pt x="2627" y="14294"/>
                </a:lnTo>
                <a:lnTo>
                  <a:pt x="2701" y="13830"/>
                </a:lnTo>
                <a:lnTo>
                  <a:pt x="2701" y="13430"/>
                </a:lnTo>
                <a:lnTo>
                  <a:pt x="2701" y="12966"/>
                </a:lnTo>
                <a:lnTo>
                  <a:pt x="2701" y="12499"/>
                </a:lnTo>
                <a:lnTo>
                  <a:pt x="2774" y="12036"/>
                </a:lnTo>
                <a:lnTo>
                  <a:pt x="2774" y="11569"/>
                </a:lnTo>
                <a:lnTo>
                  <a:pt x="2774" y="11105"/>
                </a:lnTo>
                <a:lnTo>
                  <a:pt x="2774" y="10705"/>
                </a:lnTo>
                <a:lnTo>
                  <a:pt x="2774" y="10238"/>
                </a:lnTo>
                <a:lnTo>
                  <a:pt x="2848" y="9774"/>
                </a:lnTo>
                <a:lnTo>
                  <a:pt x="2848" y="9307"/>
                </a:lnTo>
                <a:lnTo>
                  <a:pt x="2848" y="8843"/>
                </a:lnTo>
                <a:lnTo>
                  <a:pt x="2848" y="8376"/>
                </a:lnTo>
                <a:lnTo>
                  <a:pt x="2919" y="7912"/>
                </a:lnTo>
                <a:lnTo>
                  <a:pt x="2919" y="7446"/>
                </a:lnTo>
                <a:lnTo>
                  <a:pt x="2919" y="6982"/>
                </a:lnTo>
                <a:lnTo>
                  <a:pt x="2919" y="6515"/>
                </a:lnTo>
                <a:lnTo>
                  <a:pt x="2919" y="6051"/>
                </a:lnTo>
                <a:lnTo>
                  <a:pt x="2993" y="5584"/>
                </a:lnTo>
                <a:lnTo>
                  <a:pt x="2993" y="5120"/>
                </a:lnTo>
                <a:lnTo>
                  <a:pt x="2993" y="4653"/>
                </a:lnTo>
                <a:lnTo>
                  <a:pt x="2993" y="4189"/>
                </a:lnTo>
                <a:lnTo>
                  <a:pt x="3066" y="3723"/>
                </a:lnTo>
                <a:lnTo>
                  <a:pt x="3066" y="3256"/>
                </a:lnTo>
                <a:lnTo>
                  <a:pt x="3066" y="2792"/>
                </a:lnTo>
                <a:lnTo>
                  <a:pt x="3066" y="2325"/>
                </a:lnTo>
                <a:lnTo>
                  <a:pt x="3066" y="1861"/>
                </a:lnTo>
                <a:lnTo>
                  <a:pt x="3140" y="1394"/>
                </a:lnTo>
                <a:lnTo>
                  <a:pt x="3140" y="930"/>
                </a:lnTo>
                <a:lnTo>
                  <a:pt x="3140" y="463"/>
                </a:lnTo>
                <a:lnTo>
                  <a:pt x="31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654896" y="3716020"/>
            <a:ext cx="3211" cy="106715"/>
          </a:xfrm>
          <a:custGeom>
            <a:avLst/>
            <a:gdLst/>
            <a:ahLst/>
            <a:cxnLst/>
            <a:rect l="l" t="t" r="r" b="b"/>
            <a:pathLst>
              <a:path w="3211" h="106715">
                <a:moveTo>
                  <a:pt x="0" y="106715"/>
                </a:moveTo>
                <a:lnTo>
                  <a:pt x="70" y="106248"/>
                </a:lnTo>
                <a:lnTo>
                  <a:pt x="70" y="105784"/>
                </a:lnTo>
                <a:lnTo>
                  <a:pt x="70" y="105250"/>
                </a:lnTo>
                <a:lnTo>
                  <a:pt x="70" y="104787"/>
                </a:lnTo>
                <a:lnTo>
                  <a:pt x="70" y="104320"/>
                </a:lnTo>
                <a:lnTo>
                  <a:pt x="144" y="103856"/>
                </a:lnTo>
                <a:lnTo>
                  <a:pt x="144" y="103389"/>
                </a:lnTo>
                <a:lnTo>
                  <a:pt x="144" y="102858"/>
                </a:lnTo>
                <a:lnTo>
                  <a:pt x="144" y="102391"/>
                </a:lnTo>
                <a:lnTo>
                  <a:pt x="218" y="101928"/>
                </a:lnTo>
                <a:lnTo>
                  <a:pt x="218" y="101461"/>
                </a:lnTo>
                <a:lnTo>
                  <a:pt x="218" y="100994"/>
                </a:lnTo>
                <a:lnTo>
                  <a:pt x="218" y="100463"/>
                </a:lnTo>
                <a:lnTo>
                  <a:pt x="218" y="99996"/>
                </a:lnTo>
                <a:lnTo>
                  <a:pt x="291" y="99533"/>
                </a:lnTo>
                <a:lnTo>
                  <a:pt x="291" y="99066"/>
                </a:lnTo>
                <a:lnTo>
                  <a:pt x="291" y="98535"/>
                </a:lnTo>
                <a:lnTo>
                  <a:pt x="291" y="98068"/>
                </a:lnTo>
                <a:lnTo>
                  <a:pt x="291" y="97604"/>
                </a:lnTo>
                <a:lnTo>
                  <a:pt x="362" y="97071"/>
                </a:lnTo>
                <a:lnTo>
                  <a:pt x="362" y="96607"/>
                </a:lnTo>
                <a:lnTo>
                  <a:pt x="362" y="96140"/>
                </a:lnTo>
                <a:lnTo>
                  <a:pt x="362" y="95609"/>
                </a:lnTo>
                <a:lnTo>
                  <a:pt x="436" y="95143"/>
                </a:lnTo>
                <a:lnTo>
                  <a:pt x="436" y="94679"/>
                </a:lnTo>
                <a:lnTo>
                  <a:pt x="436" y="94145"/>
                </a:lnTo>
                <a:lnTo>
                  <a:pt x="436" y="93681"/>
                </a:lnTo>
                <a:lnTo>
                  <a:pt x="436" y="93148"/>
                </a:lnTo>
                <a:lnTo>
                  <a:pt x="510" y="92684"/>
                </a:lnTo>
                <a:lnTo>
                  <a:pt x="510" y="92150"/>
                </a:lnTo>
                <a:lnTo>
                  <a:pt x="510" y="91686"/>
                </a:lnTo>
                <a:lnTo>
                  <a:pt x="510" y="91220"/>
                </a:lnTo>
                <a:lnTo>
                  <a:pt x="583" y="90689"/>
                </a:lnTo>
                <a:lnTo>
                  <a:pt x="583" y="90222"/>
                </a:lnTo>
                <a:lnTo>
                  <a:pt x="583" y="89691"/>
                </a:lnTo>
                <a:lnTo>
                  <a:pt x="583" y="89225"/>
                </a:lnTo>
                <a:lnTo>
                  <a:pt x="583" y="88694"/>
                </a:lnTo>
                <a:lnTo>
                  <a:pt x="654" y="88227"/>
                </a:lnTo>
                <a:lnTo>
                  <a:pt x="654" y="87697"/>
                </a:lnTo>
                <a:lnTo>
                  <a:pt x="654" y="87230"/>
                </a:lnTo>
                <a:lnTo>
                  <a:pt x="654" y="86699"/>
                </a:lnTo>
                <a:lnTo>
                  <a:pt x="728" y="86232"/>
                </a:lnTo>
                <a:lnTo>
                  <a:pt x="728" y="85702"/>
                </a:lnTo>
                <a:lnTo>
                  <a:pt x="728" y="85168"/>
                </a:lnTo>
                <a:lnTo>
                  <a:pt x="728" y="84704"/>
                </a:lnTo>
                <a:lnTo>
                  <a:pt x="728" y="84171"/>
                </a:lnTo>
                <a:lnTo>
                  <a:pt x="802" y="83707"/>
                </a:lnTo>
                <a:lnTo>
                  <a:pt x="802" y="83173"/>
                </a:lnTo>
                <a:lnTo>
                  <a:pt x="802" y="82643"/>
                </a:lnTo>
                <a:lnTo>
                  <a:pt x="802" y="82176"/>
                </a:lnTo>
                <a:lnTo>
                  <a:pt x="875" y="81645"/>
                </a:lnTo>
                <a:lnTo>
                  <a:pt x="875" y="81178"/>
                </a:lnTo>
                <a:lnTo>
                  <a:pt x="875" y="80648"/>
                </a:lnTo>
                <a:lnTo>
                  <a:pt x="875" y="80114"/>
                </a:lnTo>
                <a:lnTo>
                  <a:pt x="875" y="79650"/>
                </a:lnTo>
                <a:lnTo>
                  <a:pt x="949" y="79117"/>
                </a:lnTo>
                <a:lnTo>
                  <a:pt x="949" y="78586"/>
                </a:lnTo>
                <a:lnTo>
                  <a:pt x="949" y="78053"/>
                </a:lnTo>
                <a:lnTo>
                  <a:pt x="949" y="77589"/>
                </a:lnTo>
                <a:lnTo>
                  <a:pt x="1020" y="77055"/>
                </a:lnTo>
                <a:lnTo>
                  <a:pt x="1020" y="76525"/>
                </a:lnTo>
                <a:lnTo>
                  <a:pt x="1020" y="76058"/>
                </a:lnTo>
                <a:lnTo>
                  <a:pt x="1020" y="75527"/>
                </a:lnTo>
                <a:lnTo>
                  <a:pt x="1020" y="74996"/>
                </a:lnTo>
                <a:lnTo>
                  <a:pt x="1093" y="74463"/>
                </a:lnTo>
                <a:lnTo>
                  <a:pt x="1093" y="73932"/>
                </a:lnTo>
                <a:lnTo>
                  <a:pt x="1093" y="73466"/>
                </a:lnTo>
                <a:lnTo>
                  <a:pt x="1093" y="72935"/>
                </a:lnTo>
                <a:lnTo>
                  <a:pt x="1093" y="72401"/>
                </a:lnTo>
                <a:lnTo>
                  <a:pt x="1167" y="71871"/>
                </a:lnTo>
                <a:lnTo>
                  <a:pt x="1167" y="71337"/>
                </a:lnTo>
                <a:lnTo>
                  <a:pt x="1167" y="70873"/>
                </a:lnTo>
                <a:lnTo>
                  <a:pt x="1167" y="70340"/>
                </a:lnTo>
                <a:lnTo>
                  <a:pt x="1241" y="69809"/>
                </a:lnTo>
                <a:lnTo>
                  <a:pt x="1241" y="69276"/>
                </a:lnTo>
                <a:lnTo>
                  <a:pt x="1241" y="68745"/>
                </a:lnTo>
                <a:lnTo>
                  <a:pt x="1241" y="68212"/>
                </a:lnTo>
                <a:lnTo>
                  <a:pt x="1241" y="67681"/>
                </a:lnTo>
                <a:lnTo>
                  <a:pt x="1312" y="67153"/>
                </a:lnTo>
                <a:lnTo>
                  <a:pt x="1312" y="66689"/>
                </a:lnTo>
                <a:lnTo>
                  <a:pt x="1312" y="66138"/>
                </a:lnTo>
                <a:lnTo>
                  <a:pt x="1312" y="65616"/>
                </a:lnTo>
                <a:lnTo>
                  <a:pt x="1385" y="65095"/>
                </a:lnTo>
                <a:lnTo>
                  <a:pt x="1385" y="64544"/>
                </a:lnTo>
                <a:lnTo>
                  <a:pt x="1385" y="64022"/>
                </a:lnTo>
                <a:lnTo>
                  <a:pt x="1385" y="63500"/>
                </a:lnTo>
                <a:lnTo>
                  <a:pt x="1385" y="62949"/>
                </a:lnTo>
                <a:lnTo>
                  <a:pt x="1459" y="62427"/>
                </a:lnTo>
                <a:lnTo>
                  <a:pt x="1459" y="61905"/>
                </a:lnTo>
                <a:lnTo>
                  <a:pt x="1459" y="61354"/>
                </a:lnTo>
                <a:lnTo>
                  <a:pt x="1459" y="60832"/>
                </a:lnTo>
                <a:lnTo>
                  <a:pt x="1533" y="60310"/>
                </a:lnTo>
                <a:lnTo>
                  <a:pt x="1533" y="59759"/>
                </a:lnTo>
                <a:lnTo>
                  <a:pt x="1533" y="59237"/>
                </a:lnTo>
                <a:lnTo>
                  <a:pt x="1533" y="58715"/>
                </a:lnTo>
                <a:lnTo>
                  <a:pt x="1533" y="58165"/>
                </a:lnTo>
                <a:lnTo>
                  <a:pt x="1604" y="57643"/>
                </a:lnTo>
                <a:lnTo>
                  <a:pt x="1604" y="57121"/>
                </a:lnTo>
                <a:lnTo>
                  <a:pt x="1604" y="56512"/>
                </a:lnTo>
                <a:lnTo>
                  <a:pt x="1604" y="55990"/>
                </a:lnTo>
                <a:lnTo>
                  <a:pt x="1677" y="55439"/>
                </a:lnTo>
                <a:lnTo>
                  <a:pt x="1677" y="54917"/>
                </a:lnTo>
                <a:lnTo>
                  <a:pt x="1677" y="54395"/>
                </a:lnTo>
                <a:lnTo>
                  <a:pt x="1677" y="53844"/>
                </a:lnTo>
                <a:lnTo>
                  <a:pt x="1677" y="53322"/>
                </a:lnTo>
                <a:lnTo>
                  <a:pt x="1751" y="52771"/>
                </a:lnTo>
                <a:lnTo>
                  <a:pt x="1751" y="52191"/>
                </a:lnTo>
                <a:lnTo>
                  <a:pt x="1751" y="51641"/>
                </a:lnTo>
                <a:lnTo>
                  <a:pt x="1751" y="51119"/>
                </a:lnTo>
                <a:lnTo>
                  <a:pt x="1825" y="50597"/>
                </a:lnTo>
                <a:lnTo>
                  <a:pt x="1825" y="50046"/>
                </a:lnTo>
                <a:lnTo>
                  <a:pt x="1825" y="49524"/>
                </a:lnTo>
                <a:lnTo>
                  <a:pt x="1825" y="48915"/>
                </a:lnTo>
                <a:lnTo>
                  <a:pt x="1825" y="48393"/>
                </a:lnTo>
                <a:lnTo>
                  <a:pt x="1895" y="47871"/>
                </a:lnTo>
                <a:lnTo>
                  <a:pt x="1895" y="47320"/>
                </a:lnTo>
                <a:lnTo>
                  <a:pt x="1895" y="46740"/>
                </a:lnTo>
                <a:lnTo>
                  <a:pt x="1895" y="46189"/>
                </a:lnTo>
                <a:lnTo>
                  <a:pt x="1895" y="45667"/>
                </a:lnTo>
                <a:lnTo>
                  <a:pt x="1969" y="45146"/>
                </a:lnTo>
                <a:lnTo>
                  <a:pt x="1969" y="44537"/>
                </a:lnTo>
                <a:lnTo>
                  <a:pt x="1969" y="44015"/>
                </a:lnTo>
                <a:lnTo>
                  <a:pt x="1969" y="43464"/>
                </a:lnTo>
                <a:lnTo>
                  <a:pt x="2043" y="42884"/>
                </a:lnTo>
                <a:lnTo>
                  <a:pt x="2043" y="42333"/>
                </a:lnTo>
                <a:lnTo>
                  <a:pt x="2043" y="41811"/>
                </a:lnTo>
                <a:lnTo>
                  <a:pt x="2043" y="41289"/>
                </a:lnTo>
                <a:lnTo>
                  <a:pt x="2043" y="40680"/>
                </a:lnTo>
                <a:lnTo>
                  <a:pt x="2117" y="40158"/>
                </a:lnTo>
                <a:lnTo>
                  <a:pt x="2117" y="39607"/>
                </a:lnTo>
                <a:lnTo>
                  <a:pt x="2117" y="39028"/>
                </a:lnTo>
                <a:lnTo>
                  <a:pt x="2117" y="38477"/>
                </a:lnTo>
                <a:lnTo>
                  <a:pt x="2191" y="37897"/>
                </a:lnTo>
                <a:lnTo>
                  <a:pt x="2191" y="37346"/>
                </a:lnTo>
                <a:lnTo>
                  <a:pt x="2191" y="36824"/>
                </a:lnTo>
                <a:lnTo>
                  <a:pt x="2191" y="36215"/>
                </a:lnTo>
                <a:lnTo>
                  <a:pt x="2191" y="35693"/>
                </a:lnTo>
                <a:lnTo>
                  <a:pt x="2261" y="35084"/>
                </a:lnTo>
                <a:lnTo>
                  <a:pt x="2261" y="34562"/>
                </a:lnTo>
                <a:lnTo>
                  <a:pt x="2261" y="34040"/>
                </a:lnTo>
                <a:lnTo>
                  <a:pt x="2261" y="33431"/>
                </a:lnTo>
                <a:lnTo>
                  <a:pt x="2335" y="32909"/>
                </a:lnTo>
                <a:lnTo>
                  <a:pt x="2335" y="32301"/>
                </a:lnTo>
                <a:lnTo>
                  <a:pt x="2335" y="31779"/>
                </a:lnTo>
                <a:lnTo>
                  <a:pt x="2335" y="31170"/>
                </a:lnTo>
                <a:lnTo>
                  <a:pt x="2335" y="30648"/>
                </a:lnTo>
                <a:lnTo>
                  <a:pt x="2409" y="30039"/>
                </a:lnTo>
                <a:lnTo>
                  <a:pt x="2409" y="29517"/>
                </a:lnTo>
                <a:lnTo>
                  <a:pt x="2409" y="28908"/>
                </a:lnTo>
                <a:lnTo>
                  <a:pt x="2409" y="28386"/>
                </a:lnTo>
                <a:lnTo>
                  <a:pt x="2483" y="27777"/>
                </a:lnTo>
                <a:lnTo>
                  <a:pt x="2483" y="27255"/>
                </a:lnTo>
                <a:lnTo>
                  <a:pt x="2483" y="26646"/>
                </a:lnTo>
                <a:lnTo>
                  <a:pt x="2483" y="26124"/>
                </a:lnTo>
                <a:lnTo>
                  <a:pt x="2483" y="25516"/>
                </a:lnTo>
                <a:lnTo>
                  <a:pt x="2553" y="24994"/>
                </a:lnTo>
                <a:lnTo>
                  <a:pt x="2553" y="24385"/>
                </a:lnTo>
                <a:lnTo>
                  <a:pt x="2553" y="23805"/>
                </a:lnTo>
                <a:lnTo>
                  <a:pt x="2553" y="23254"/>
                </a:lnTo>
                <a:lnTo>
                  <a:pt x="2627" y="22674"/>
                </a:lnTo>
                <a:lnTo>
                  <a:pt x="2627" y="22123"/>
                </a:lnTo>
                <a:lnTo>
                  <a:pt x="2627" y="21543"/>
                </a:lnTo>
                <a:lnTo>
                  <a:pt x="2627" y="20934"/>
                </a:lnTo>
                <a:lnTo>
                  <a:pt x="2627" y="20412"/>
                </a:lnTo>
                <a:lnTo>
                  <a:pt x="2701" y="19803"/>
                </a:lnTo>
                <a:lnTo>
                  <a:pt x="2701" y="19195"/>
                </a:lnTo>
                <a:lnTo>
                  <a:pt x="2701" y="18673"/>
                </a:lnTo>
                <a:lnTo>
                  <a:pt x="2701" y="18064"/>
                </a:lnTo>
                <a:lnTo>
                  <a:pt x="2701" y="17542"/>
                </a:lnTo>
                <a:lnTo>
                  <a:pt x="2774" y="16933"/>
                </a:lnTo>
                <a:lnTo>
                  <a:pt x="2774" y="16353"/>
                </a:lnTo>
                <a:lnTo>
                  <a:pt x="2774" y="15802"/>
                </a:lnTo>
                <a:lnTo>
                  <a:pt x="2774" y="15222"/>
                </a:lnTo>
                <a:lnTo>
                  <a:pt x="2845" y="14613"/>
                </a:lnTo>
                <a:lnTo>
                  <a:pt x="2845" y="14004"/>
                </a:lnTo>
                <a:lnTo>
                  <a:pt x="2845" y="13482"/>
                </a:lnTo>
                <a:lnTo>
                  <a:pt x="2845" y="12874"/>
                </a:lnTo>
                <a:lnTo>
                  <a:pt x="2845" y="12294"/>
                </a:lnTo>
                <a:lnTo>
                  <a:pt x="2919" y="11743"/>
                </a:lnTo>
                <a:lnTo>
                  <a:pt x="2919" y="11163"/>
                </a:lnTo>
                <a:lnTo>
                  <a:pt x="2919" y="10554"/>
                </a:lnTo>
                <a:lnTo>
                  <a:pt x="2919" y="9974"/>
                </a:lnTo>
                <a:lnTo>
                  <a:pt x="2993" y="9423"/>
                </a:lnTo>
                <a:lnTo>
                  <a:pt x="2993" y="8843"/>
                </a:lnTo>
                <a:lnTo>
                  <a:pt x="2993" y="8234"/>
                </a:lnTo>
                <a:lnTo>
                  <a:pt x="2993" y="7625"/>
                </a:lnTo>
                <a:lnTo>
                  <a:pt x="2993" y="7045"/>
                </a:lnTo>
                <a:lnTo>
                  <a:pt x="3066" y="6495"/>
                </a:lnTo>
                <a:lnTo>
                  <a:pt x="3066" y="5915"/>
                </a:lnTo>
                <a:lnTo>
                  <a:pt x="3066" y="5306"/>
                </a:lnTo>
                <a:lnTo>
                  <a:pt x="3066" y="4697"/>
                </a:lnTo>
                <a:lnTo>
                  <a:pt x="3137" y="4117"/>
                </a:lnTo>
                <a:lnTo>
                  <a:pt x="3137" y="3566"/>
                </a:lnTo>
                <a:lnTo>
                  <a:pt x="3137" y="2986"/>
                </a:lnTo>
                <a:lnTo>
                  <a:pt x="3137" y="2377"/>
                </a:lnTo>
                <a:lnTo>
                  <a:pt x="3137" y="1768"/>
                </a:lnTo>
                <a:lnTo>
                  <a:pt x="3211" y="1188"/>
                </a:lnTo>
                <a:lnTo>
                  <a:pt x="3211" y="579"/>
                </a:lnTo>
                <a:lnTo>
                  <a:pt x="32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658107" y="3591455"/>
            <a:ext cx="3214" cy="124564"/>
          </a:xfrm>
          <a:custGeom>
            <a:avLst/>
            <a:gdLst/>
            <a:ahLst/>
            <a:cxnLst/>
            <a:rect l="l" t="t" r="r" b="b"/>
            <a:pathLst>
              <a:path w="3214" h="124564">
                <a:moveTo>
                  <a:pt x="0" y="124564"/>
                </a:moveTo>
                <a:lnTo>
                  <a:pt x="0" y="123955"/>
                </a:lnTo>
                <a:lnTo>
                  <a:pt x="73" y="123434"/>
                </a:lnTo>
                <a:lnTo>
                  <a:pt x="73" y="122825"/>
                </a:lnTo>
                <a:lnTo>
                  <a:pt x="73" y="122216"/>
                </a:lnTo>
                <a:lnTo>
                  <a:pt x="73" y="121636"/>
                </a:lnTo>
                <a:lnTo>
                  <a:pt x="73" y="121027"/>
                </a:lnTo>
                <a:lnTo>
                  <a:pt x="147" y="120418"/>
                </a:lnTo>
                <a:lnTo>
                  <a:pt x="147" y="119838"/>
                </a:lnTo>
                <a:lnTo>
                  <a:pt x="147" y="119229"/>
                </a:lnTo>
                <a:lnTo>
                  <a:pt x="147" y="118620"/>
                </a:lnTo>
                <a:lnTo>
                  <a:pt x="221" y="118040"/>
                </a:lnTo>
                <a:lnTo>
                  <a:pt x="221" y="117431"/>
                </a:lnTo>
                <a:lnTo>
                  <a:pt x="221" y="116852"/>
                </a:lnTo>
                <a:lnTo>
                  <a:pt x="221" y="116243"/>
                </a:lnTo>
                <a:lnTo>
                  <a:pt x="221" y="115634"/>
                </a:lnTo>
                <a:lnTo>
                  <a:pt x="291" y="115054"/>
                </a:lnTo>
                <a:lnTo>
                  <a:pt x="291" y="114445"/>
                </a:lnTo>
                <a:lnTo>
                  <a:pt x="291" y="113836"/>
                </a:lnTo>
                <a:lnTo>
                  <a:pt x="291" y="113256"/>
                </a:lnTo>
                <a:lnTo>
                  <a:pt x="291" y="112647"/>
                </a:lnTo>
                <a:lnTo>
                  <a:pt x="365" y="112038"/>
                </a:lnTo>
                <a:lnTo>
                  <a:pt x="365" y="111458"/>
                </a:lnTo>
                <a:lnTo>
                  <a:pt x="365" y="110849"/>
                </a:lnTo>
                <a:lnTo>
                  <a:pt x="365" y="110270"/>
                </a:lnTo>
                <a:lnTo>
                  <a:pt x="439" y="109661"/>
                </a:lnTo>
                <a:lnTo>
                  <a:pt x="439" y="109052"/>
                </a:lnTo>
                <a:lnTo>
                  <a:pt x="439" y="108472"/>
                </a:lnTo>
                <a:lnTo>
                  <a:pt x="439" y="107863"/>
                </a:lnTo>
                <a:lnTo>
                  <a:pt x="439" y="107254"/>
                </a:lnTo>
                <a:lnTo>
                  <a:pt x="513" y="106674"/>
                </a:lnTo>
                <a:lnTo>
                  <a:pt x="513" y="106065"/>
                </a:lnTo>
                <a:lnTo>
                  <a:pt x="513" y="105456"/>
                </a:lnTo>
                <a:lnTo>
                  <a:pt x="513" y="104876"/>
                </a:lnTo>
                <a:lnTo>
                  <a:pt x="583" y="104268"/>
                </a:lnTo>
                <a:lnTo>
                  <a:pt x="583" y="103659"/>
                </a:lnTo>
                <a:lnTo>
                  <a:pt x="583" y="103021"/>
                </a:lnTo>
                <a:lnTo>
                  <a:pt x="583" y="102412"/>
                </a:lnTo>
                <a:lnTo>
                  <a:pt x="583" y="101803"/>
                </a:lnTo>
                <a:lnTo>
                  <a:pt x="657" y="101223"/>
                </a:lnTo>
                <a:lnTo>
                  <a:pt x="657" y="100614"/>
                </a:lnTo>
                <a:lnTo>
                  <a:pt x="657" y="100005"/>
                </a:lnTo>
                <a:lnTo>
                  <a:pt x="657" y="99425"/>
                </a:lnTo>
                <a:lnTo>
                  <a:pt x="731" y="98816"/>
                </a:lnTo>
                <a:lnTo>
                  <a:pt x="731" y="98149"/>
                </a:lnTo>
                <a:lnTo>
                  <a:pt x="731" y="97541"/>
                </a:lnTo>
                <a:lnTo>
                  <a:pt x="731" y="96961"/>
                </a:lnTo>
                <a:lnTo>
                  <a:pt x="731" y="96352"/>
                </a:lnTo>
                <a:lnTo>
                  <a:pt x="805" y="95772"/>
                </a:lnTo>
                <a:lnTo>
                  <a:pt x="805" y="95163"/>
                </a:lnTo>
                <a:lnTo>
                  <a:pt x="805" y="94496"/>
                </a:lnTo>
                <a:lnTo>
                  <a:pt x="805" y="93887"/>
                </a:lnTo>
                <a:lnTo>
                  <a:pt x="875" y="93307"/>
                </a:lnTo>
                <a:lnTo>
                  <a:pt x="875" y="92698"/>
                </a:lnTo>
                <a:lnTo>
                  <a:pt x="875" y="92089"/>
                </a:lnTo>
                <a:lnTo>
                  <a:pt x="875" y="91422"/>
                </a:lnTo>
                <a:lnTo>
                  <a:pt x="875" y="90843"/>
                </a:lnTo>
                <a:lnTo>
                  <a:pt x="949" y="90234"/>
                </a:lnTo>
                <a:lnTo>
                  <a:pt x="949" y="89654"/>
                </a:lnTo>
                <a:lnTo>
                  <a:pt x="949" y="88987"/>
                </a:lnTo>
                <a:lnTo>
                  <a:pt x="949" y="88378"/>
                </a:lnTo>
                <a:lnTo>
                  <a:pt x="1023" y="87769"/>
                </a:lnTo>
                <a:lnTo>
                  <a:pt x="1023" y="87189"/>
                </a:lnTo>
                <a:lnTo>
                  <a:pt x="1023" y="86522"/>
                </a:lnTo>
                <a:lnTo>
                  <a:pt x="1023" y="85913"/>
                </a:lnTo>
                <a:lnTo>
                  <a:pt x="1023" y="85333"/>
                </a:lnTo>
                <a:lnTo>
                  <a:pt x="1097" y="84725"/>
                </a:lnTo>
                <a:lnTo>
                  <a:pt x="1097" y="84058"/>
                </a:lnTo>
                <a:lnTo>
                  <a:pt x="1097" y="83449"/>
                </a:lnTo>
                <a:lnTo>
                  <a:pt x="1097" y="82869"/>
                </a:lnTo>
                <a:lnTo>
                  <a:pt x="1097" y="82202"/>
                </a:lnTo>
                <a:lnTo>
                  <a:pt x="1167" y="81593"/>
                </a:lnTo>
                <a:lnTo>
                  <a:pt x="1167" y="80984"/>
                </a:lnTo>
                <a:lnTo>
                  <a:pt x="1167" y="80346"/>
                </a:lnTo>
                <a:lnTo>
                  <a:pt x="1167" y="79737"/>
                </a:lnTo>
                <a:lnTo>
                  <a:pt x="1241" y="79128"/>
                </a:lnTo>
                <a:lnTo>
                  <a:pt x="1241" y="78461"/>
                </a:lnTo>
                <a:lnTo>
                  <a:pt x="1241" y="77882"/>
                </a:lnTo>
                <a:lnTo>
                  <a:pt x="1241" y="77273"/>
                </a:lnTo>
                <a:lnTo>
                  <a:pt x="1241" y="76606"/>
                </a:lnTo>
                <a:lnTo>
                  <a:pt x="1315" y="75997"/>
                </a:lnTo>
                <a:lnTo>
                  <a:pt x="1315" y="75417"/>
                </a:lnTo>
                <a:lnTo>
                  <a:pt x="1315" y="74750"/>
                </a:lnTo>
                <a:lnTo>
                  <a:pt x="1315" y="74141"/>
                </a:lnTo>
                <a:lnTo>
                  <a:pt x="1389" y="73561"/>
                </a:lnTo>
                <a:lnTo>
                  <a:pt x="1389" y="72894"/>
                </a:lnTo>
                <a:lnTo>
                  <a:pt x="1389" y="72285"/>
                </a:lnTo>
                <a:lnTo>
                  <a:pt x="1389" y="71619"/>
                </a:lnTo>
                <a:lnTo>
                  <a:pt x="1389" y="71010"/>
                </a:lnTo>
                <a:lnTo>
                  <a:pt x="1462" y="70430"/>
                </a:lnTo>
                <a:lnTo>
                  <a:pt x="1462" y="69763"/>
                </a:lnTo>
                <a:lnTo>
                  <a:pt x="1462" y="69154"/>
                </a:lnTo>
                <a:lnTo>
                  <a:pt x="1462" y="68487"/>
                </a:lnTo>
                <a:lnTo>
                  <a:pt x="1533" y="67907"/>
                </a:lnTo>
                <a:lnTo>
                  <a:pt x="1533" y="67298"/>
                </a:lnTo>
                <a:lnTo>
                  <a:pt x="1533" y="66631"/>
                </a:lnTo>
                <a:lnTo>
                  <a:pt x="1533" y="66022"/>
                </a:lnTo>
                <a:lnTo>
                  <a:pt x="1533" y="65384"/>
                </a:lnTo>
                <a:lnTo>
                  <a:pt x="1607" y="64776"/>
                </a:lnTo>
                <a:lnTo>
                  <a:pt x="1607" y="64109"/>
                </a:lnTo>
                <a:lnTo>
                  <a:pt x="1607" y="63500"/>
                </a:lnTo>
                <a:lnTo>
                  <a:pt x="1607" y="62833"/>
                </a:lnTo>
                <a:lnTo>
                  <a:pt x="1681" y="62253"/>
                </a:lnTo>
                <a:lnTo>
                  <a:pt x="1681" y="61644"/>
                </a:lnTo>
                <a:lnTo>
                  <a:pt x="1681" y="60977"/>
                </a:lnTo>
                <a:lnTo>
                  <a:pt x="1681" y="60397"/>
                </a:lnTo>
                <a:lnTo>
                  <a:pt x="1681" y="59730"/>
                </a:lnTo>
                <a:lnTo>
                  <a:pt x="1754" y="59121"/>
                </a:lnTo>
                <a:lnTo>
                  <a:pt x="1754" y="58455"/>
                </a:lnTo>
                <a:lnTo>
                  <a:pt x="1754" y="57846"/>
                </a:lnTo>
                <a:lnTo>
                  <a:pt x="1754" y="57179"/>
                </a:lnTo>
                <a:lnTo>
                  <a:pt x="1825" y="56599"/>
                </a:lnTo>
                <a:lnTo>
                  <a:pt x="1825" y="55932"/>
                </a:lnTo>
                <a:lnTo>
                  <a:pt x="1825" y="55323"/>
                </a:lnTo>
                <a:lnTo>
                  <a:pt x="1825" y="54656"/>
                </a:lnTo>
                <a:lnTo>
                  <a:pt x="1825" y="54076"/>
                </a:lnTo>
                <a:lnTo>
                  <a:pt x="1899" y="53409"/>
                </a:lnTo>
                <a:lnTo>
                  <a:pt x="1899" y="52800"/>
                </a:lnTo>
                <a:lnTo>
                  <a:pt x="1899" y="52134"/>
                </a:lnTo>
                <a:lnTo>
                  <a:pt x="1899" y="51467"/>
                </a:lnTo>
                <a:lnTo>
                  <a:pt x="1899" y="50887"/>
                </a:lnTo>
                <a:lnTo>
                  <a:pt x="1972" y="50220"/>
                </a:lnTo>
                <a:lnTo>
                  <a:pt x="1972" y="49611"/>
                </a:lnTo>
                <a:lnTo>
                  <a:pt x="1972" y="48944"/>
                </a:lnTo>
                <a:lnTo>
                  <a:pt x="1972" y="48335"/>
                </a:lnTo>
                <a:lnTo>
                  <a:pt x="2046" y="47668"/>
                </a:lnTo>
                <a:lnTo>
                  <a:pt x="2046" y="47088"/>
                </a:lnTo>
                <a:lnTo>
                  <a:pt x="2046" y="46421"/>
                </a:lnTo>
                <a:lnTo>
                  <a:pt x="2046" y="45754"/>
                </a:lnTo>
                <a:lnTo>
                  <a:pt x="2046" y="45146"/>
                </a:lnTo>
                <a:lnTo>
                  <a:pt x="2117" y="44479"/>
                </a:lnTo>
                <a:lnTo>
                  <a:pt x="2117" y="43899"/>
                </a:lnTo>
                <a:lnTo>
                  <a:pt x="2117" y="43232"/>
                </a:lnTo>
                <a:lnTo>
                  <a:pt x="2117" y="42565"/>
                </a:lnTo>
                <a:lnTo>
                  <a:pt x="2191" y="41956"/>
                </a:lnTo>
                <a:lnTo>
                  <a:pt x="2191" y="41289"/>
                </a:lnTo>
                <a:lnTo>
                  <a:pt x="2191" y="40709"/>
                </a:lnTo>
                <a:lnTo>
                  <a:pt x="2191" y="40042"/>
                </a:lnTo>
                <a:lnTo>
                  <a:pt x="2191" y="39375"/>
                </a:lnTo>
                <a:lnTo>
                  <a:pt x="2264" y="38767"/>
                </a:lnTo>
                <a:lnTo>
                  <a:pt x="2264" y="38100"/>
                </a:lnTo>
                <a:lnTo>
                  <a:pt x="2264" y="37520"/>
                </a:lnTo>
                <a:lnTo>
                  <a:pt x="2264" y="36853"/>
                </a:lnTo>
                <a:lnTo>
                  <a:pt x="2338" y="36186"/>
                </a:lnTo>
                <a:lnTo>
                  <a:pt x="2338" y="35577"/>
                </a:lnTo>
                <a:lnTo>
                  <a:pt x="2338" y="34910"/>
                </a:lnTo>
                <a:lnTo>
                  <a:pt x="2338" y="34243"/>
                </a:lnTo>
                <a:lnTo>
                  <a:pt x="2338" y="33663"/>
                </a:lnTo>
                <a:lnTo>
                  <a:pt x="2409" y="32996"/>
                </a:lnTo>
                <a:lnTo>
                  <a:pt x="2409" y="32330"/>
                </a:lnTo>
                <a:lnTo>
                  <a:pt x="2409" y="31721"/>
                </a:lnTo>
                <a:lnTo>
                  <a:pt x="2409" y="31054"/>
                </a:lnTo>
                <a:lnTo>
                  <a:pt x="2483" y="30387"/>
                </a:lnTo>
                <a:lnTo>
                  <a:pt x="2483" y="29807"/>
                </a:lnTo>
                <a:lnTo>
                  <a:pt x="2483" y="29140"/>
                </a:lnTo>
                <a:lnTo>
                  <a:pt x="2483" y="28473"/>
                </a:lnTo>
                <a:lnTo>
                  <a:pt x="2483" y="27864"/>
                </a:lnTo>
                <a:lnTo>
                  <a:pt x="2556" y="27197"/>
                </a:lnTo>
                <a:lnTo>
                  <a:pt x="2556" y="26530"/>
                </a:lnTo>
                <a:lnTo>
                  <a:pt x="2556" y="25951"/>
                </a:lnTo>
                <a:lnTo>
                  <a:pt x="2556" y="25284"/>
                </a:lnTo>
                <a:lnTo>
                  <a:pt x="2630" y="24617"/>
                </a:lnTo>
                <a:lnTo>
                  <a:pt x="2630" y="24008"/>
                </a:lnTo>
                <a:lnTo>
                  <a:pt x="2630" y="23341"/>
                </a:lnTo>
                <a:lnTo>
                  <a:pt x="2630" y="22674"/>
                </a:lnTo>
                <a:lnTo>
                  <a:pt x="2630" y="22094"/>
                </a:lnTo>
                <a:lnTo>
                  <a:pt x="2704" y="21427"/>
                </a:lnTo>
                <a:lnTo>
                  <a:pt x="2704" y="20760"/>
                </a:lnTo>
                <a:lnTo>
                  <a:pt x="2704" y="20093"/>
                </a:lnTo>
                <a:lnTo>
                  <a:pt x="2704" y="19485"/>
                </a:lnTo>
                <a:lnTo>
                  <a:pt x="2704" y="18818"/>
                </a:lnTo>
                <a:lnTo>
                  <a:pt x="2774" y="18151"/>
                </a:lnTo>
                <a:lnTo>
                  <a:pt x="2774" y="17484"/>
                </a:lnTo>
                <a:lnTo>
                  <a:pt x="2774" y="16904"/>
                </a:lnTo>
                <a:lnTo>
                  <a:pt x="2774" y="16237"/>
                </a:lnTo>
                <a:lnTo>
                  <a:pt x="2848" y="15570"/>
                </a:lnTo>
                <a:lnTo>
                  <a:pt x="2848" y="14903"/>
                </a:lnTo>
                <a:lnTo>
                  <a:pt x="2848" y="14294"/>
                </a:lnTo>
                <a:lnTo>
                  <a:pt x="2848" y="13627"/>
                </a:lnTo>
                <a:lnTo>
                  <a:pt x="2848" y="12961"/>
                </a:lnTo>
                <a:lnTo>
                  <a:pt x="2922" y="12294"/>
                </a:lnTo>
                <a:lnTo>
                  <a:pt x="2922" y="11714"/>
                </a:lnTo>
                <a:lnTo>
                  <a:pt x="2922" y="11047"/>
                </a:lnTo>
                <a:lnTo>
                  <a:pt x="2922" y="10380"/>
                </a:lnTo>
                <a:lnTo>
                  <a:pt x="2996" y="9713"/>
                </a:lnTo>
                <a:lnTo>
                  <a:pt x="2996" y="9104"/>
                </a:lnTo>
                <a:lnTo>
                  <a:pt x="2996" y="8437"/>
                </a:lnTo>
                <a:lnTo>
                  <a:pt x="2996" y="7770"/>
                </a:lnTo>
                <a:lnTo>
                  <a:pt x="2996" y="7132"/>
                </a:lnTo>
                <a:lnTo>
                  <a:pt x="3066" y="6523"/>
                </a:lnTo>
                <a:lnTo>
                  <a:pt x="3066" y="5857"/>
                </a:lnTo>
                <a:lnTo>
                  <a:pt x="3066" y="5190"/>
                </a:lnTo>
                <a:lnTo>
                  <a:pt x="3066" y="4523"/>
                </a:lnTo>
                <a:lnTo>
                  <a:pt x="3140" y="3856"/>
                </a:lnTo>
                <a:lnTo>
                  <a:pt x="3140" y="3276"/>
                </a:lnTo>
                <a:lnTo>
                  <a:pt x="3140" y="2609"/>
                </a:lnTo>
                <a:lnTo>
                  <a:pt x="3140" y="1942"/>
                </a:lnTo>
                <a:lnTo>
                  <a:pt x="3140" y="1275"/>
                </a:lnTo>
                <a:lnTo>
                  <a:pt x="3214" y="608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661322" y="3460454"/>
            <a:ext cx="3214" cy="131001"/>
          </a:xfrm>
          <a:custGeom>
            <a:avLst/>
            <a:gdLst/>
            <a:ahLst/>
            <a:cxnLst/>
            <a:rect l="l" t="t" r="r" b="b"/>
            <a:pathLst>
              <a:path w="3214" h="131001">
                <a:moveTo>
                  <a:pt x="0" y="131001"/>
                </a:moveTo>
                <a:lnTo>
                  <a:pt x="0" y="130335"/>
                </a:lnTo>
                <a:lnTo>
                  <a:pt x="0" y="129668"/>
                </a:lnTo>
                <a:lnTo>
                  <a:pt x="73" y="129001"/>
                </a:lnTo>
                <a:lnTo>
                  <a:pt x="73" y="128334"/>
                </a:lnTo>
                <a:lnTo>
                  <a:pt x="73" y="127754"/>
                </a:lnTo>
                <a:lnTo>
                  <a:pt x="73" y="127087"/>
                </a:lnTo>
                <a:lnTo>
                  <a:pt x="73" y="126420"/>
                </a:lnTo>
                <a:lnTo>
                  <a:pt x="144" y="125753"/>
                </a:lnTo>
                <a:lnTo>
                  <a:pt x="144" y="125086"/>
                </a:lnTo>
                <a:lnTo>
                  <a:pt x="144" y="124419"/>
                </a:lnTo>
                <a:lnTo>
                  <a:pt x="144" y="123811"/>
                </a:lnTo>
                <a:lnTo>
                  <a:pt x="218" y="123173"/>
                </a:lnTo>
                <a:lnTo>
                  <a:pt x="218" y="122506"/>
                </a:lnTo>
                <a:lnTo>
                  <a:pt x="218" y="121839"/>
                </a:lnTo>
                <a:lnTo>
                  <a:pt x="218" y="121172"/>
                </a:lnTo>
                <a:lnTo>
                  <a:pt x="218" y="120505"/>
                </a:lnTo>
                <a:lnTo>
                  <a:pt x="291" y="119896"/>
                </a:lnTo>
                <a:lnTo>
                  <a:pt x="291" y="119229"/>
                </a:lnTo>
                <a:lnTo>
                  <a:pt x="291" y="118562"/>
                </a:lnTo>
                <a:lnTo>
                  <a:pt x="291" y="117895"/>
                </a:lnTo>
                <a:lnTo>
                  <a:pt x="291" y="117229"/>
                </a:lnTo>
                <a:lnTo>
                  <a:pt x="365" y="116591"/>
                </a:lnTo>
                <a:lnTo>
                  <a:pt x="365" y="115924"/>
                </a:lnTo>
                <a:lnTo>
                  <a:pt x="365" y="115315"/>
                </a:lnTo>
                <a:lnTo>
                  <a:pt x="365" y="114648"/>
                </a:lnTo>
                <a:lnTo>
                  <a:pt x="436" y="113981"/>
                </a:lnTo>
                <a:lnTo>
                  <a:pt x="436" y="113314"/>
                </a:lnTo>
                <a:lnTo>
                  <a:pt x="436" y="112647"/>
                </a:lnTo>
                <a:lnTo>
                  <a:pt x="436" y="111980"/>
                </a:lnTo>
                <a:lnTo>
                  <a:pt x="436" y="111313"/>
                </a:lnTo>
                <a:lnTo>
                  <a:pt x="510" y="110734"/>
                </a:lnTo>
                <a:lnTo>
                  <a:pt x="510" y="110067"/>
                </a:lnTo>
                <a:lnTo>
                  <a:pt x="510" y="109400"/>
                </a:lnTo>
                <a:lnTo>
                  <a:pt x="510" y="108733"/>
                </a:lnTo>
                <a:lnTo>
                  <a:pt x="583" y="108066"/>
                </a:lnTo>
                <a:lnTo>
                  <a:pt x="583" y="107399"/>
                </a:lnTo>
                <a:lnTo>
                  <a:pt x="583" y="106732"/>
                </a:lnTo>
                <a:lnTo>
                  <a:pt x="583" y="106065"/>
                </a:lnTo>
                <a:lnTo>
                  <a:pt x="583" y="105398"/>
                </a:lnTo>
                <a:lnTo>
                  <a:pt x="657" y="104818"/>
                </a:lnTo>
                <a:lnTo>
                  <a:pt x="657" y="104152"/>
                </a:lnTo>
                <a:lnTo>
                  <a:pt x="657" y="103485"/>
                </a:lnTo>
                <a:lnTo>
                  <a:pt x="657" y="102818"/>
                </a:lnTo>
                <a:lnTo>
                  <a:pt x="731" y="102151"/>
                </a:lnTo>
                <a:lnTo>
                  <a:pt x="731" y="101484"/>
                </a:lnTo>
                <a:lnTo>
                  <a:pt x="731" y="100817"/>
                </a:lnTo>
                <a:lnTo>
                  <a:pt x="731" y="100150"/>
                </a:lnTo>
                <a:lnTo>
                  <a:pt x="731" y="99483"/>
                </a:lnTo>
                <a:lnTo>
                  <a:pt x="802" y="98874"/>
                </a:lnTo>
                <a:lnTo>
                  <a:pt x="802" y="98236"/>
                </a:lnTo>
                <a:lnTo>
                  <a:pt x="802" y="97570"/>
                </a:lnTo>
                <a:lnTo>
                  <a:pt x="802" y="96903"/>
                </a:lnTo>
                <a:lnTo>
                  <a:pt x="875" y="96236"/>
                </a:lnTo>
                <a:lnTo>
                  <a:pt x="875" y="95569"/>
                </a:lnTo>
                <a:lnTo>
                  <a:pt x="875" y="94902"/>
                </a:lnTo>
                <a:lnTo>
                  <a:pt x="875" y="94235"/>
                </a:lnTo>
                <a:lnTo>
                  <a:pt x="875" y="93568"/>
                </a:lnTo>
                <a:lnTo>
                  <a:pt x="949" y="92901"/>
                </a:lnTo>
                <a:lnTo>
                  <a:pt x="949" y="92292"/>
                </a:lnTo>
                <a:lnTo>
                  <a:pt x="949" y="91654"/>
                </a:lnTo>
                <a:lnTo>
                  <a:pt x="949" y="90988"/>
                </a:lnTo>
                <a:lnTo>
                  <a:pt x="1023" y="90321"/>
                </a:lnTo>
                <a:lnTo>
                  <a:pt x="1023" y="89654"/>
                </a:lnTo>
                <a:lnTo>
                  <a:pt x="1023" y="88987"/>
                </a:lnTo>
                <a:lnTo>
                  <a:pt x="1023" y="88320"/>
                </a:lnTo>
                <a:lnTo>
                  <a:pt x="1023" y="87653"/>
                </a:lnTo>
                <a:lnTo>
                  <a:pt x="1093" y="86986"/>
                </a:lnTo>
                <a:lnTo>
                  <a:pt x="1093" y="86319"/>
                </a:lnTo>
                <a:lnTo>
                  <a:pt x="1093" y="85652"/>
                </a:lnTo>
                <a:lnTo>
                  <a:pt x="1093" y="84985"/>
                </a:lnTo>
                <a:lnTo>
                  <a:pt x="1093" y="84319"/>
                </a:lnTo>
                <a:lnTo>
                  <a:pt x="1167" y="83739"/>
                </a:lnTo>
                <a:lnTo>
                  <a:pt x="1167" y="83072"/>
                </a:lnTo>
                <a:lnTo>
                  <a:pt x="1167" y="82405"/>
                </a:lnTo>
                <a:lnTo>
                  <a:pt x="1167" y="81738"/>
                </a:lnTo>
                <a:lnTo>
                  <a:pt x="1241" y="81071"/>
                </a:lnTo>
                <a:lnTo>
                  <a:pt x="1241" y="80404"/>
                </a:lnTo>
                <a:lnTo>
                  <a:pt x="1241" y="79737"/>
                </a:lnTo>
                <a:lnTo>
                  <a:pt x="1241" y="79070"/>
                </a:lnTo>
                <a:lnTo>
                  <a:pt x="1241" y="78403"/>
                </a:lnTo>
                <a:lnTo>
                  <a:pt x="1315" y="77737"/>
                </a:lnTo>
                <a:lnTo>
                  <a:pt x="1315" y="77070"/>
                </a:lnTo>
                <a:lnTo>
                  <a:pt x="1315" y="76403"/>
                </a:lnTo>
                <a:lnTo>
                  <a:pt x="1315" y="75736"/>
                </a:lnTo>
                <a:lnTo>
                  <a:pt x="1385" y="75069"/>
                </a:lnTo>
                <a:lnTo>
                  <a:pt x="1385" y="74489"/>
                </a:lnTo>
                <a:lnTo>
                  <a:pt x="1385" y="73822"/>
                </a:lnTo>
                <a:lnTo>
                  <a:pt x="1385" y="73155"/>
                </a:lnTo>
                <a:lnTo>
                  <a:pt x="1385" y="72488"/>
                </a:lnTo>
                <a:lnTo>
                  <a:pt x="1459" y="71821"/>
                </a:lnTo>
                <a:lnTo>
                  <a:pt x="1459" y="71155"/>
                </a:lnTo>
                <a:lnTo>
                  <a:pt x="1459" y="70488"/>
                </a:lnTo>
                <a:lnTo>
                  <a:pt x="1459" y="69821"/>
                </a:lnTo>
                <a:lnTo>
                  <a:pt x="1533" y="69154"/>
                </a:lnTo>
                <a:lnTo>
                  <a:pt x="1533" y="68487"/>
                </a:lnTo>
                <a:lnTo>
                  <a:pt x="1533" y="67820"/>
                </a:lnTo>
                <a:lnTo>
                  <a:pt x="1533" y="67182"/>
                </a:lnTo>
                <a:lnTo>
                  <a:pt x="1533" y="66515"/>
                </a:lnTo>
                <a:lnTo>
                  <a:pt x="1607" y="65848"/>
                </a:lnTo>
                <a:lnTo>
                  <a:pt x="1607" y="65182"/>
                </a:lnTo>
                <a:lnTo>
                  <a:pt x="1607" y="64573"/>
                </a:lnTo>
                <a:lnTo>
                  <a:pt x="1607" y="63906"/>
                </a:lnTo>
                <a:lnTo>
                  <a:pt x="1677" y="63239"/>
                </a:lnTo>
                <a:lnTo>
                  <a:pt x="1677" y="62572"/>
                </a:lnTo>
                <a:lnTo>
                  <a:pt x="1677" y="61905"/>
                </a:lnTo>
                <a:lnTo>
                  <a:pt x="1677" y="61238"/>
                </a:lnTo>
                <a:lnTo>
                  <a:pt x="1677" y="60600"/>
                </a:lnTo>
                <a:lnTo>
                  <a:pt x="1751" y="59933"/>
                </a:lnTo>
                <a:lnTo>
                  <a:pt x="1751" y="59266"/>
                </a:lnTo>
                <a:lnTo>
                  <a:pt x="1751" y="58600"/>
                </a:lnTo>
                <a:lnTo>
                  <a:pt x="1751" y="57933"/>
                </a:lnTo>
                <a:lnTo>
                  <a:pt x="1825" y="57266"/>
                </a:lnTo>
                <a:lnTo>
                  <a:pt x="1825" y="56599"/>
                </a:lnTo>
                <a:lnTo>
                  <a:pt x="1825" y="55932"/>
                </a:lnTo>
                <a:lnTo>
                  <a:pt x="1825" y="55265"/>
                </a:lnTo>
                <a:lnTo>
                  <a:pt x="1825" y="54598"/>
                </a:lnTo>
                <a:lnTo>
                  <a:pt x="1899" y="53989"/>
                </a:lnTo>
                <a:lnTo>
                  <a:pt x="1899" y="53351"/>
                </a:lnTo>
                <a:lnTo>
                  <a:pt x="1899" y="52684"/>
                </a:lnTo>
                <a:lnTo>
                  <a:pt x="1899" y="52018"/>
                </a:lnTo>
                <a:lnTo>
                  <a:pt x="1899" y="51351"/>
                </a:lnTo>
                <a:lnTo>
                  <a:pt x="1972" y="50684"/>
                </a:lnTo>
                <a:lnTo>
                  <a:pt x="1972" y="50017"/>
                </a:lnTo>
                <a:lnTo>
                  <a:pt x="1972" y="49350"/>
                </a:lnTo>
                <a:lnTo>
                  <a:pt x="1972" y="48683"/>
                </a:lnTo>
                <a:lnTo>
                  <a:pt x="2043" y="48016"/>
                </a:lnTo>
                <a:lnTo>
                  <a:pt x="2043" y="47349"/>
                </a:lnTo>
                <a:lnTo>
                  <a:pt x="2043" y="46682"/>
                </a:lnTo>
                <a:lnTo>
                  <a:pt x="2043" y="46015"/>
                </a:lnTo>
                <a:lnTo>
                  <a:pt x="2043" y="45349"/>
                </a:lnTo>
                <a:lnTo>
                  <a:pt x="2117" y="44682"/>
                </a:lnTo>
                <a:lnTo>
                  <a:pt x="2117" y="44015"/>
                </a:lnTo>
                <a:lnTo>
                  <a:pt x="2117" y="43435"/>
                </a:lnTo>
                <a:lnTo>
                  <a:pt x="2117" y="42768"/>
                </a:lnTo>
                <a:lnTo>
                  <a:pt x="2191" y="42101"/>
                </a:lnTo>
                <a:lnTo>
                  <a:pt x="2191" y="41434"/>
                </a:lnTo>
                <a:lnTo>
                  <a:pt x="2191" y="40767"/>
                </a:lnTo>
                <a:lnTo>
                  <a:pt x="2191" y="40100"/>
                </a:lnTo>
                <a:lnTo>
                  <a:pt x="2191" y="39433"/>
                </a:lnTo>
                <a:lnTo>
                  <a:pt x="2264" y="38767"/>
                </a:lnTo>
                <a:lnTo>
                  <a:pt x="2264" y="38100"/>
                </a:lnTo>
                <a:lnTo>
                  <a:pt x="2264" y="37433"/>
                </a:lnTo>
                <a:lnTo>
                  <a:pt x="2264" y="36795"/>
                </a:lnTo>
                <a:lnTo>
                  <a:pt x="2335" y="36128"/>
                </a:lnTo>
                <a:lnTo>
                  <a:pt x="2335" y="35461"/>
                </a:lnTo>
                <a:lnTo>
                  <a:pt x="2335" y="34852"/>
                </a:lnTo>
                <a:lnTo>
                  <a:pt x="2335" y="34185"/>
                </a:lnTo>
                <a:lnTo>
                  <a:pt x="2335" y="33518"/>
                </a:lnTo>
                <a:lnTo>
                  <a:pt x="2409" y="32851"/>
                </a:lnTo>
                <a:lnTo>
                  <a:pt x="2409" y="32185"/>
                </a:lnTo>
                <a:lnTo>
                  <a:pt x="2409" y="31518"/>
                </a:lnTo>
                <a:lnTo>
                  <a:pt x="2409" y="30851"/>
                </a:lnTo>
                <a:lnTo>
                  <a:pt x="2483" y="30184"/>
                </a:lnTo>
                <a:lnTo>
                  <a:pt x="2483" y="29546"/>
                </a:lnTo>
                <a:lnTo>
                  <a:pt x="2483" y="28879"/>
                </a:lnTo>
                <a:lnTo>
                  <a:pt x="2483" y="28212"/>
                </a:lnTo>
                <a:lnTo>
                  <a:pt x="2483" y="27545"/>
                </a:lnTo>
                <a:lnTo>
                  <a:pt x="2556" y="26936"/>
                </a:lnTo>
                <a:lnTo>
                  <a:pt x="2556" y="26269"/>
                </a:lnTo>
                <a:lnTo>
                  <a:pt x="2556" y="25603"/>
                </a:lnTo>
                <a:lnTo>
                  <a:pt x="2556" y="24936"/>
                </a:lnTo>
                <a:lnTo>
                  <a:pt x="2627" y="24269"/>
                </a:lnTo>
                <a:lnTo>
                  <a:pt x="2627" y="23602"/>
                </a:lnTo>
                <a:lnTo>
                  <a:pt x="2627" y="22935"/>
                </a:lnTo>
                <a:lnTo>
                  <a:pt x="2627" y="22297"/>
                </a:lnTo>
                <a:lnTo>
                  <a:pt x="2627" y="21630"/>
                </a:lnTo>
                <a:lnTo>
                  <a:pt x="2701" y="20963"/>
                </a:lnTo>
                <a:lnTo>
                  <a:pt x="2701" y="20296"/>
                </a:lnTo>
                <a:lnTo>
                  <a:pt x="2701" y="19687"/>
                </a:lnTo>
                <a:lnTo>
                  <a:pt x="2701" y="19021"/>
                </a:lnTo>
                <a:lnTo>
                  <a:pt x="2701" y="18354"/>
                </a:lnTo>
                <a:lnTo>
                  <a:pt x="2774" y="17687"/>
                </a:lnTo>
                <a:lnTo>
                  <a:pt x="2774" y="17020"/>
                </a:lnTo>
                <a:lnTo>
                  <a:pt x="2774" y="16353"/>
                </a:lnTo>
                <a:lnTo>
                  <a:pt x="2774" y="15715"/>
                </a:lnTo>
                <a:lnTo>
                  <a:pt x="2848" y="15106"/>
                </a:lnTo>
                <a:lnTo>
                  <a:pt x="2848" y="14439"/>
                </a:lnTo>
                <a:lnTo>
                  <a:pt x="2848" y="13830"/>
                </a:lnTo>
                <a:lnTo>
                  <a:pt x="2848" y="13163"/>
                </a:lnTo>
                <a:lnTo>
                  <a:pt x="2848" y="12497"/>
                </a:lnTo>
                <a:lnTo>
                  <a:pt x="2919" y="11859"/>
                </a:lnTo>
                <a:lnTo>
                  <a:pt x="2919" y="11192"/>
                </a:lnTo>
                <a:lnTo>
                  <a:pt x="2919" y="10525"/>
                </a:lnTo>
                <a:lnTo>
                  <a:pt x="2919" y="9858"/>
                </a:lnTo>
                <a:lnTo>
                  <a:pt x="2993" y="9191"/>
                </a:lnTo>
                <a:lnTo>
                  <a:pt x="2993" y="8582"/>
                </a:lnTo>
                <a:lnTo>
                  <a:pt x="2993" y="7915"/>
                </a:lnTo>
                <a:lnTo>
                  <a:pt x="2993" y="7248"/>
                </a:lnTo>
                <a:lnTo>
                  <a:pt x="2993" y="6581"/>
                </a:lnTo>
                <a:lnTo>
                  <a:pt x="3066" y="5915"/>
                </a:lnTo>
                <a:lnTo>
                  <a:pt x="3066" y="5248"/>
                </a:lnTo>
                <a:lnTo>
                  <a:pt x="3066" y="4610"/>
                </a:lnTo>
                <a:lnTo>
                  <a:pt x="3066" y="4001"/>
                </a:lnTo>
                <a:lnTo>
                  <a:pt x="3140" y="3334"/>
                </a:lnTo>
                <a:lnTo>
                  <a:pt x="3140" y="2667"/>
                </a:lnTo>
                <a:lnTo>
                  <a:pt x="3140" y="2000"/>
                </a:lnTo>
                <a:lnTo>
                  <a:pt x="3140" y="1333"/>
                </a:lnTo>
                <a:lnTo>
                  <a:pt x="3140" y="666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664536" y="3334845"/>
            <a:ext cx="3137" cy="125608"/>
          </a:xfrm>
          <a:custGeom>
            <a:avLst/>
            <a:gdLst/>
            <a:ahLst/>
            <a:cxnLst/>
            <a:rect l="l" t="t" r="r" b="b"/>
            <a:pathLst>
              <a:path w="3137" h="125608">
                <a:moveTo>
                  <a:pt x="0" y="125608"/>
                </a:moveTo>
                <a:lnTo>
                  <a:pt x="0" y="125028"/>
                </a:lnTo>
                <a:lnTo>
                  <a:pt x="0" y="124361"/>
                </a:lnTo>
                <a:lnTo>
                  <a:pt x="0" y="123695"/>
                </a:lnTo>
                <a:lnTo>
                  <a:pt x="70" y="123028"/>
                </a:lnTo>
                <a:lnTo>
                  <a:pt x="70" y="122361"/>
                </a:lnTo>
                <a:lnTo>
                  <a:pt x="70" y="121694"/>
                </a:lnTo>
                <a:lnTo>
                  <a:pt x="70" y="121085"/>
                </a:lnTo>
                <a:lnTo>
                  <a:pt x="70" y="120418"/>
                </a:lnTo>
                <a:lnTo>
                  <a:pt x="144" y="119751"/>
                </a:lnTo>
                <a:lnTo>
                  <a:pt x="144" y="119113"/>
                </a:lnTo>
                <a:lnTo>
                  <a:pt x="144" y="118446"/>
                </a:lnTo>
                <a:lnTo>
                  <a:pt x="144" y="117779"/>
                </a:lnTo>
                <a:lnTo>
                  <a:pt x="218" y="117171"/>
                </a:lnTo>
                <a:lnTo>
                  <a:pt x="218" y="116504"/>
                </a:lnTo>
                <a:lnTo>
                  <a:pt x="218" y="115837"/>
                </a:lnTo>
                <a:lnTo>
                  <a:pt x="218" y="115170"/>
                </a:lnTo>
                <a:lnTo>
                  <a:pt x="218" y="114503"/>
                </a:lnTo>
                <a:lnTo>
                  <a:pt x="291" y="113923"/>
                </a:lnTo>
                <a:lnTo>
                  <a:pt x="291" y="113256"/>
                </a:lnTo>
                <a:lnTo>
                  <a:pt x="291" y="112589"/>
                </a:lnTo>
                <a:lnTo>
                  <a:pt x="291" y="111922"/>
                </a:lnTo>
                <a:lnTo>
                  <a:pt x="291" y="111255"/>
                </a:lnTo>
                <a:lnTo>
                  <a:pt x="362" y="110647"/>
                </a:lnTo>
                <a:lnTo>
                  <a:pt x="362" y="109980"/>
                </a:lnTo>
                <a:lnTo>
                  <a:pt x="362" y="109313"/>
                </a:lnTo>
                <a:lnTo>
                  <a:pt x="362" y="108646"/>
                </a:lnTo>
                <a:lnTo>
                  <a:pt x="436" y="108008"/>
                </a:lnTo>
                <a:lnTo>
                  <a:pt x="436" y="107399"/>
                </a:lnTo>
                <a:lnTo>
                  <a:pt x="436" y="106732"/>
                </a:lnTo>
                <a:lnTo>
                  <a:pt x="436" y="106065"/>
                </a:lnTo>
                <a:lnTo>
                  <a:pt x="436" y="105398"/>
                </a:lnTo>
                <a:lnTo>
                  <a:pt x="510" y="104789"/>
                </a:lnTo>
                <a:lnTo>
                  <a:pt x="510" y="104152"/>
                </a:lnTo>
                <a:lnTo>
                  <a:pt x="510" y="103485"/>
                </a:lnTo>
                <a:lnTo>
                  <a:pt x="510" y="102818"/>
                </a:lnTo>
                <a:lnTo>
                  <a:pt x="583" y="102209"/>
                </a:lnTo>
                <a:lnTo>
                  <a:pt x="583" y="101542"/>
                </a:lnTo>
                <a:lnTo>
                  <a:pt x="583" y="100875"/>
                </a:lnTo>
                <a:lnTo>
                  <a:pt x="583" y="100208"/>
                </a:lnTo>
                <a:lnTo>
                  <a:pt x="583" y="99628"/>
                </a:lnTo>
                <a:lnTo>
                  <a:pt x="654" y="98961"/>
                </a:lnTo>
                <a:lnTo>
                  <a:pt x="654" y="98294"/>
                </a:lnTo>
                <a:lnTo>
                  <a:pt x="654" y="97628"/>
                </a:lnTo>
                <a:lnTo>
                  <a:pt x="654" y="97019"/>
                </a:lnTo>
                <a:lnTo>
                  <a:pt x="728" y="96352"/>
                </a:lnTo>
                <a:lnTo>
                  <a:pt x="728" y="95685"/>
                </a:lnTo>
                <a:lnTo>
                  <a:pt x="728" y="95018"/>
                </a:lnTo>
                <a:lnTo>
                  <a:pt x="728" y="94438"/>
                </a:lnTo>
                <a:lnTo>
                  <a:pt x="728" y="93771"/>
                </a:lnTo>
                <a:lnTo>
                  <a:pt x="802" y="93104"/>
                </a:lnTo>
                <a:lnTo>
                  <a:pt x="802" y="92495"/>
                </a:lnTo>
                <a:lnTo>
                  <a:pt x="802" y="91828"/>
                </a:lnTo>
                <a:lnTo>
                  <a:pt x="802" y="91162"/>
                </a:lnTo>
                <a:lnTo>
                  <a:pt x="875" y="90495"/>
                </a:lnTo>
                <a:lnTo>
                  <a:pt x="875" y="89915"/>
                </a:lnTo>
                <a:lnTo>
                  <a:pt x="875" y="89248"/>
                </a:lnTo>
                <a:lnTo>
                  <a:pt x="875" y="88581"/>
                </a:lnTo>
                <a:lnTo>
                  <a:pt x="875" y="87972"/>
                </a:lnTo>
                <a:lnTo>
                  <a:pt x="946" y="87305"/>
                </a:lnTo>
                <a:lnTo>
                  <a:pt x="946" y="86638"/>
                </a:lnTo>
                <a:lnTo>
                  <a:pt x="946" y="86058"/>
                </a:lnTo>
                <a:lnTo>
                  <a:pt x="946" y="85391"/>
                </a:lnTo>
                <a:lnTo>
                  <a:pt x="1020" y="84725"/>
                </a:lnTo>
                <a:lnTo>
                  <a:pt x="1020" y="84116"/>
                </a:lnTo>
                <a:lnTo>
                  <a:pt x="1020" y="83449"/>
                </a:lnTo>
                <a:lnTo>
                  <a:pt x="1020" y="82782"/>
                </a:lnTo>
                <a:lnTo>
                  <a:pt x="1020" y="82202"/>
                </a:lnTo>
                <a:lnTo>
                  <a:pt x="1093" y="81535"/>
                </a:lnTo>
                <a:lnTo>
                  <a:pt x="1093" y="80868"/>
                </a:lnTo>
                <a:lnTo>
                  <a:pt x="1093" y="80259"/>
                </a:lnTo>
                <a:lnTo>
                  <a:pt x="1093" y="79592"/>
                </a:lnTo>
                <a:lnTo>
                  <a:pt x="1093" y="78925"/>
                </a:lnTo>
                <a:lnTo>
                  <a:pt x="1167" y="78345"/>
                </a:lnTo>
                <a:lnTo>
                  <a:pt x="1167" y="77679"/>
                </a:lnTo>
                <a:lnTo>
                  <a:pt x="1167" y="77070"/>
                </a:lnTo>
                <a:lnTo>
                  <a:pt x="1167" y="76403"/>
                </a:lnTo>
                <a:lnTo>
                  <a:pt x="1241" y="75736"/>
                </a:lnTo>
                <a:lnTo>
                  <a:pt x="1241" y="75156"/>
                </a:lnTo>
                <a:lnTo>
                  <a:pt x="1241" y="74489"/>
                </a:lnTo>
                <a:lnTo>
                  <a:pt x="1241" y="73822"/>
                </a:lnTo>
                <a:lnTo>
                  <a:pt x="1241" y="73213"/>
                </a:lnTo>
                <a:lnTo>
                  <a:pt x="1312" y="72546"/>
                </a:lnTo>
                <a:lnTo>
                  <a:pt x="1312" y="71966"/>
                </a:lnTo>
                <a:lnTo>
                  <a:pt x="1312" y="71300"/>
                </a:lnTo>
                <a:lnTo>
                  <a:pt x="1312" y="70633"/>
                </a:lnTo>
                <a:lnTo>
                  <a:pt x="1385" y="70024"/>
                </a:lnTo>
                <a:lnTo>
                  <a:pt x="1385" y="69357"/>
                </a:lnTo>
                <a:lnTo>
                  <a:pt x="1385" y="68748"/>
                </a:lnTo>
                <a:lnTo>
                  <a:pt x="1385" y="68110"/>
                </a:lnTo>
                <a:lnTo>
                  <a:pt x="1385" y="67501"/>
                </a:lnTo>
                <a:lnTo>
                  <a:pt x="1459" y="66834"/>
                </a:lnTo>
                <a:lnTo>
                  <a:pt x="1459" y="66167"/>
                </a:lnTo>
                <a:lnTo>
                  <a:pt x="1459" y="65558"/>
                </a:lnTo>
                <a:lnTo>
                  <a:pt x="1459" y="64892"/>
                </a:lnTo>
                <a:lnTo>
                  <a:pt x="1533" y="64312"/>
                </a:lnTo>
                <a:lnTo>
                  <a:pt x="1533" y="63645"/>
                </a:lnTo>
                <a:lnTo>
                  <a:pt x="1533" y="63036"/>
                </a:lnTo>
                <a:lnTo>
                  <a:pt x="1533" y="62369"/>
                </a:lnTo>
                <a:lnTo>
                  <a:pt x="1533" y="61789"/>
                </a:lnTo>
                <a:lnTo>
                  <a:pt x="1604" y="61122"/>
                </a:lnTo>
                <a:lnTo>
                  <a:pt x="1604" y="60513"/>
                </a:lnTo>
                <a:lnTo>
                  <a:pt x="1604" y="59846"/>
                </a:lnTo>
                <a:lnTo>
                  <a:pt x="1604" y="59179"/>
                </a:lnTo>
                <a:lnTo>
                  <a:pt x="1677" y="58600"/>
                </a:lnTo>
                <a:lnTo>
                  <a:pt x="1677" y="57933"/>
                </a:lnTo>
                <a:lnTo>
                  <a:pt x="1677" y="57324"/>
                </a:lnTo>
                <a:lnTo>
                  <a:pt x="1677" y="56657"/>
                </a:lnTo>
                <a:lnTo>
                  <a:pt x="1677" y="56048"/>
                </a:lnTo>
                <a:lnTo>
                  <a:pt x="1751" y="55410"/>
                </a:lnTo>
                <a:lnTo>
                  <a:pt x="1751" y="54801"/>
                </a:lnTo>
                <a:lnTo>
                  <a:pt x="1751" y="54134"/>
                </a:lnTo>
                <a:lnTo>
                  <a:pt x="1751" y="53525"/>
                </a:lnTo>
                <a:lnTo>
                  <a:pt x="1825" y="52945"/>
                </a:lnTo>
                <a:lnTo>
                  <a:pt x="1825" y="52278"/>
                </a:lnTo>
                <a:lnTo>
                  <a:pt x="1825" y="51670"/>
                </a:lnTo>
                <a:lnTo>
                  <a:pt x="1825" y="51003"/>
                </a:lnTo>
                <a:lnTo>
                  <a:pt x="1825" y="50423"/>
                </a:lnTo>
                <a:lnTo>
                  <a:pt x="1895" y="49756"/>
                </a:lnTo>
                <a:lnTo>
                  <a:pt x="1895" y="49147"/>
                </a:lnTo>
                <a:lnTo>
                  <a:pt x="1895" y="48480"/>
                </a:lnTo>
                <a:lnTo>
                  <a:pt x="1895" y="47871"/>
                </a:lnTo>
                <a:lnTo>
                  <a:pt x="1895" y="47204"/>
                </a:lnTo>
                <a:lnTo>
                  <a:pt x="1969" y="46624"/>
                </a:lnTo>
                <a:lnTo>
                  <a:pt x="1969" y="46015"/>
                </a:lnTo>
                <a:lnTo>
                  <a:pt x="1969" y="45349"/>
                </a:lnTo>
                <a:lnTo>
                  <a:pt x="1969" y="44769"/>
                </a:lnTo>
                <a:lnTo>
                  <a:pt x="2043" y="44102"/>
                </a:lnTo>
                <a:lnTo>
                  <a:pt x="2043" y="43493"/>
                </a:lnTo>
                <a:lnTo>
                  <a:pt x="2043" y="42884"/>
                </a:lnTo>
                <a:lnTo>
                  <a:pt x="2043" y="42217"/>
                </a:lnTo>
                <a:lnTo>
                  <a:pt x="2043" y="41637"/>
                </a:lnTo>
                <a:lnTo>
                  <a:pt x="2117" y="40970"/>
                </a:lnTo>
                <a:lnTo>
                  <a:pt x="2117" y="40361"/>
                </a:lnTo>
                <a:lnTo>
                  <a:pt x="2117" y="39781"/>
                </a:lnTo>
                <a:lnTo>
                  <a:pt x="2117" y="39114"/>
                </a:lnTo>
                <a:lnTo>
                  <a:pt x="2187" y="38506"/>
                </a:lnTo>
                <a:lnTo>
                  <a:pt x="2187" y="37897"/>
                </a:lnTo>
                <a:lnTo>
                  <a:pt x="2187" y="37230"/>
                </a:lnTo>
                <a:lnTo>
                  <a:pt x="2187" y="36650"/>
                </a:lnTo>
                <a:lnTo>
                  <a:pt x="2187" y="36041"/>
                </a:lnTo>
                <a:lnTo>
                  <a:pt x="2261" y="35374"/>
                </a:lnTo>
                <a:lnTo>
                  <a:pt x="2261" y="34794"/>
                </a:lnTo>
                <a:lnTo>
                  <a:pt x="2261" y="34185"/>
                </a:lnTo>
                <a:lnTo>
                  <a:pt x="2261" y="33518"/>
                </a:lnTo>
                <a:lnTo>
                  <a:pt x="2335" y="32909"/>
                </a:lnTo>
                <a:lnTo>
                  <a:pt x="2335" y="32330"/>
                </a:lnTo>
                <a:lnTo>
                  <a:pt x="2335" y="31663"/>
                </a:lnTo>
                <a:lnTo>
                  <a:pt x="2335" y="31054"/>
                </a:lnTo>
                <a:lnTo>
                  <a:pt x="2335" y="30474"/>
                </a:lnTo>
                <a:lnTo>
                  <a:pt x="2409" y="29807"/>
                </a:lnTo>
                <a:lnTo>
                  <a:pt x="2409" y="29198"/>
                </a:lnTo>
                <a:lnTo>
                  <a:pt x="2409" y="28589"/>
                </a:lnTo>
                <a:lnTo>
                  <a:pt x="2409" y="28009"/>
                </a:lnTo>
                <a:lnTo>
                  <a:pt x="2483" y="27342"/>
                </a:lnTo>
                <a:lnTo>
                  <a:pt x="2483" y="26733"/>
                </a:lnTo>
                <a:lnTo>
                  <a:pt x="2483" y="26124"/>
                </a:lnTo>
                <a:lnTo>
                  <a:pt x="2483" y="25487"/>
                </a:lnTo>
                <a:lnTo>
                  <a:pt x="2483" y="24878"/>
                </a:lnTo>
                <a:lnTo>
                  <a:pt x="2553" y="24269"/>
                </a:lnTo>
                <a:lnTo>
                  <a:pt x="2553" y="23689"/>
                </a:lnTo>
                <a:lnTo>
                  <a:pt x="2553" y="23080"/>
                </a:lnTo>
                <a:lnTo>
                  <a:pt x="2553" y="22413"/>
                </a:lnTo>
                <a:lnTo>
                  <a:pt x="2627" y="21804"/>
                </a:lnTo>
                <a:lnTo>
                  <a:pt x="2627" y="21224"/>
                </a:lnTo>
                <a:lnTo>
                  <a:pt x="2627" y="20615"/>
                </a:lnTo>
                <a:lnTo>
                  <a:pt x="2627" y="19948"/>
                </a:lnTo>
                <a:lnTo>
                  <a:pt x="2627" y="19369"/>
                </a:lnTo>
                <a:lnTo>
                  <a:pt x="2701" y="18760"/>
                </a:lnTo>
                <a:lnTo>
                  <a:pt x="2701" y="18151"/>
                </a:lnTo>
                <a:lnTo>
                  <a:pt x="2701" y="17571"/>
                </a:lnTo>
                <a:lnTo>
                  <a:pt x="2701" y="16904"/>
                </a:lnTo>
                <a:lnTo>
                  <a:pt x="2701" y="16295"/>
                </a:lnTo>
                <a:lnTo>
                  <a:pt x="2774" y="15686"/>
                </a:lnTo>
                <a:lnTo>
                  <a:pt x="2774" y="15106"/>
                </a:lnTo>
                <a:lnTo>
                  <a:pt x="2774" y="14497"/>
                </a:lnTo>
                <a:lnTo>
                  <a:pt x="2774" y="13888"/>
                </a:lnTo>
                <a:lnTo>
                  <a:pt x="2845" y="13308"/>
                </a:lnTo>
                <a:lnTo>
                  <a:pt x="2845" y="12642"/>
                </a:lnTo>
                <a:lnTo>
                  <a:pt x="2845" y="12033"/>
                </a:lnTo>
                <a:lnTo>
                  <a:pt x="2845" y="11453"/>
                </a:lnTo>
                <a:lnTo>
                  <a:pt x="2845" y="10844"/>
                </a:lnTo>
                <a:lnTo>
                  <a:pt x="2919" y="10235"/>
                </a:lnTo>
                <a:lnTo>
                  <a:pt x="2919" y="9655"/>
                </a:lnTo>
                <a:lnTo>
                  <a:pt x="2919" y="9046"/>
                </a:lnTo>
                <a:lnTo>
                  <a:pt x="2919" y="8437"/>
                </a:lnTo>
                <a:lnTo>
                  <a:pt x="2993" y="7857"/>
                </a:lnTo>
                <a:lnTo>
                  <a:pt x="2993" y="7190"/>
                </a:lnTo>
                <a:lnTo>
                  <a:pt x="2993" y="6581"/>
                </a:lnTo>
                <a:lnTo>
                  <a:pt x="2993" y="6002"/>
                </a:lnTo>
                <a:lnTo>
                  <a:pt x="2993" y="5393"/>
                </a:lnTo>
                <a:lnTo>
                  <a:pt x="3066" y="4784"/>
                </a:lnTo>
                <a:lnTo>
                  <a:pt x="3066" y="4204"/>
                </a:lnTo>
                <a:lnTo>
                  <a:pt x="3066" y="3595"/>
                </a:lnTo>
                <a:lnTo>
                  <a:pt x="3066" y="2986"/>
                </a:lnTo>
                <a:lnTo>
                  <a:pt x="3137" y="2406"/>
                </a:lnTo>
                <a:lnTo>
                  <a:pt x="3137" y="1797"/>
                </a:lnTo>
                <a:lnTo>
                  <a:pt x="3137" y="1188"/>
                </a:lnTo>
                <a:lnTo>
                  <a:pt x="3137" y="608"/>
                </a:lnTo>
                <a:lnTo>
                  <a:pt x="3137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667674" y="3225532"/>
            <a:ext cx="3214" cy="109313"/>
          </a:xfrm>
          <a:custGeom>
            <a:avLst/>
            <a:gdLst/>
            <a:ahLst/>
            <a:cxnLst/>
            <a:rect l="l" t="t" r="r" b="b"/>
            <a:pathLst>
              <a:path w="3214" h="109313">
                <a:moveTo>
                  <a:pt x="0" y="109313"/>
                </a:moveTo>
                <a:lnTo>
                  <a:pt x="73" y="108733"/>
                </a:lnTo>
                <a:lnTo>
                  <a:pt x="73" y="108124"/>
                </a:lnTo>
                <a:lnTo>
                  <a:pt x="73" y="107515"/>
                </a:lnTo>
                <a:lnTo>
                  <a:pt x="73" y="106935"/>
                </a:lnTo>
                <a:lnTo>
                  <a:pt x="147" y="106326"/>
                </a:lnTo>
                <a:lnTo>
                  <a:pt x="147" y="105717"/>
                </a:lnTo>
                <a:lnTo>
                  <a:pt x="147" y="105137"/>
                </a:lnTo>
                <a:lnTo>
                  <a:pt x="147" y="104528"/>
                </a:lnTo>
                <a:lnTo>
                  <a:pt x="147" y="103920"/>
                </a:lnTo>
                <a:lnTo>
                  <a:pt x="221" y="103340"/>
                </a:lnTo>
                <a:lnTo>
                  <a:pt x="221" y="102731"/>
                </a:lnTo>
                <a:lnTo>
                  <a:pt x="221" y="102151"/>
                </a:lnTo>
                <a:lnTo>
                  <a:pt x="221" y="101542"/>
                </a:lnTo>
                <a:lnTo>
                  <a:pt x="291" y="100933"/>
                </a:lnTo>
                <a:lnTo>
                  <a:pt x="291" y="100411"/>
                </a:lnTo>
                <a:lnTo>
                  <a:pt x="291" y="99802"/>
                </a:lnTo>
                <a:lnTo>
                  <a:pt x="291" y="99222"/>
                </a:lnTo>
                <a:lnTo>
                  <a:pt x="291" y="98613"/>
                </a:lnTo>
                <a:lnTo>
                  <a:pt x="365" y="98004"/>
                </a:lnTo>
                <a:lnTo>
                  <a:pt x="365" y="97425"/>
                </a:lnTo>
                <a:lnTo>
                  <a:pt x="365" y="96816"/>
                </a:lnTo>
                <a:lnTo>
                  <a:pt x="365" y="96207"/>
                </a:lnTo>
                <a:lnTo>
                  <a:pt x="365" y="95627"/>
                </a:lnTo>
                <a:lnTo>
                  <a:pt x="439" y="95076"/>
                </a:lnTo>
                <a:lnTo>
                  <a:pt x="439" y="94496"/>
                </a:lnTo>
                <a:lnTo>
                  <a:pt x="439" y="93887"/>
                </a:lnTo>
                <a:lnTo>
                  <a:pt x="439" y="93278"/>
                </a:lnTo>
                <a:lnTo>
                  <a:pt x="513" y="92698"/>
                </a:lnTo>
                <a:lnTo>
                  <a:pt x="513" y="92089"/>
                </a:lnTo>
                <a:lnTo>
                  <a:pt x="513" y="91567"/>
                </a:lnTo>
                <a:lnTo>
                  <a:pt x="513" y="90959"/>
                </a:lnTo>
                <a:lnTo>
                  <a:pt x="513" y="90379"/>
                </a:lnTo>
                <a:lnTo>
                  <a:pt x="587" y="89770"/>
                </a:lnTo>
                <a:lnTo>
                  <a:pt x="587" y="89161"/>
                </a:lnTo>
                <a:lnTo>
                  <a:pt x="587" y="88639"/>
                </a:lnTo>
                <a:lnTo>
                  <a:pt x="587" y="88030"/>
                </a:lnTo>
                <a:lnTo>
                  <a:pt x="657" y="87450"/>
                </a:lnTo>
                <a:lnTo>
                  <a:pt x="657" y="86841"/>
                </a:lnTo>
                <a:lnTo>
                  <a:pt x="657" y="86319"/>
                </a:lnTo>
                <a:lnTo>
                  <a:pt x="657" y="85710"/>
                </a:lnTo>
                <a:lnTo>
                  <a:pt x="657" y="85101"/>
                </a:lnTo>
                <a:lnTo>
                  <a:pt x="731" y="84522"/>
                </a:lnTo>
                <a:lnTo>
                  <a:pt x="731" y="83971"/>
                </a:lnTo>
                <a:lnTo>
                  <a:pt x="731" y="83391"/>
                </a:lnTo>
                <a:lnTo>
                  <a:pt x="731" y="82782"/>
                </a:lnTo>
                <a:lnTo>
                  <a:pt x="805" y="82260"/>
                </a:lnTo>
                <a:lnTo>
                  <a:pt x="805" y="81651"/>
                </a:lnTo>
                <a:lnTo>
                  <a:pt x="805" y="81071"/>
                </a:lnTo>
                <a:lnTo>
                  <a:pt x="805" y="80462"/>
                </a:lnTo>
                <a:lnTo>
                  <a:pt x="805" y="79940"/>
                </a:lnTo>
                <a:lnTo>
                  <a:pt x="879" y="79331"/>
                </a:lnTo>
                <a:lnTo>
                  <a:pt x="879" y="78722"/>
                </a:lnTo>
                <a:lnTo>
                  <a:pt x="879" y="78201"/>
                </a:lnTo>
                <a:lnTo>
                  <a:pt x="879" y="77592"/>
                </a:lnTo>
                <a:lnTo>
                  <a:pt x="949" y="77070"/>
                </a:lnTo>
                <a:lnTo>
                  <a:pt x="949" y="76461"/>
                </a:lnTo>
                <a:lnTo>
                  <a:pt x="949" y="75881"/>
                </a:lnTo>
                <a:lnTo>
                  <a:pt x="949" y="75330"/>
                </a:lnTo>
                <a:lnTo>
                  <a:pt x="949" y="74750"/>
                </a:lnTo>
                <a:lnTo>
                  <a:pt x="1023" y="74141"/>
                </a:lnTo>
                <a:lnTo>
                  <a:pt x="1023" y="73619"/>
                </a:lnTo>
                <a:lnTo>
                  <a:pt x="1023" y="73010"/>
                </a:lnTo>
                <a:lnTo>
                  <a:pt x="1023" y="72488"/>
                </a:lnTo>
                <a:lnTo>
                  <a:pt x="1097" y="71879"/>
                </a:lnTo>
                <a:lnTo>
                  <a:pt x="1097" y="71358"/>
                </a:lnTo>
                <a:lnTo>
                  <a:pt x="1097" y="70749"/>
                </a:lnTo>
                <a:lnTo>
                  <a:pt x="1097" y="70140"/>
                </a:lnTo>
                <a:lnTo>
                  <a:pt x="1097" y="69618"/>
                </a:lnTo>
                <a:lnTo>
                  <a:pt x="1170" y="69009"/>
                </a:lnTo>
                <a:lnTo>
                  <a:pt x="1170" y="68487"/>
                </a:lnTo>
                <a:lnTo>
                  <a:pt x="1170" y="67878"/>
                </a:lnTo>
                <a:lnTo>
                  <a:pt x="1170" y="67356"/>
                </a:lnTo>
                <a:lnTo>
                  <a:pt x="1170" y="66747"/>
                </a:lnTo>
                <a:lnTo>
                  <a:pt x="1241" y="66225"/>
                </a:lnTo>
                <a:lnTo>
                  <a:pt x="1241" y="65616"/>
                </a:lnTo>
                <a:lnTo>
                  <a:pt x="1241" y="65095"/>
                </a:lnTo>
                <a:lnTo>
                  <a:pt x="1241" y="64486"/>
                </a:lnTo>
                <a:lnTo>
                  <a:pt x="1315" y="63964"/>
                </a:lnTo>
                <a:lnTo>
                  <a:pt x="1315" y="63355"/>
                </a:lnTo>
                <a:lnTo>
                  <a:pt x="1315" y="62833"/>
                </a:lnTo>
                <a:lnTo>
                  <a:pt x="1315" y="62311"/>
                </a:lnTo>
                <a:lnTo>
                  <a:pt x="1315" y="61702"/>
                </a:lnTo>
                <a:lnTo>
                  <a:pt x="1389" y="61180"/>
                </a:lnTo>
                <a:lnTo>
                  <a:pt x="1389" y="60571"/>
                </a:lnTo>
                <a:lnTo>
                  <a:pt x="1389" y="60049"/>
                </a:lnTo>
                <a:lnTo>
                  <a:pt x="1389" y="59440"/>
                </a:lnTo>
                <a:lnTo>
                  <a:pt x="1462" y="58918"/>
                </a:lnTo>
                <a:lnTo>
                  <a:pt x="1462" y="58368"/>
                </a:lnTo>
                <a:lnTo>
                  <a:pt x="1462" y="57788"/>
                </a:lnTo>
                <a:lnTo>
                  <a:pt x="1462" y="57266"/>
                </a:lnTo>
                <a:lnTo>
                  <a:pt x="1462" y="56715"/>
                </a:lnTo>
                <a:lnTo>
                  <a:pt x="1533" y="56135"/>
                </a:lnTo>
                <a:lnTo>
                  <a:pt x="1533" y="55584"/>
                </a:lnTo>
                <a:lnTo>
                  <a:pt x="1533" y="55062"/>
                </a:lnTo>
                <a:lnTo>
                  <a:pt x="1533" y="54453"/>
                </a:lnTo>
                <a:lnTo>
                  <a:pt x="1607" y="53931"/>
                </a:lnTo>
                <a:lnTo>
                  <a:pt x="1607" y="53380"/>
                </a:lnTo>
                <a:lnTo>
                  <a:pt x="1607" y="52800"/>
                </a:lnTo>
                <a:lnTo>
                  <a:pt x="1607" y="52278"/>
                </a:lnTo>
                <a:lnTo>
                  <a:pt x="1607" y="51728"/>
                </a:lnTo>
                <a:lnTo>
                  <a:pt x="1681" y="51148"/>
                </a:lnTo>
                <a:lnTo>
                  <a:pt x="1681" y="50597"/>
                </a:lnTo>
                <a:lnTo>
                  <a:pt x="1681" y="50075"/>
                </a:lnTo>
                <a:lnTo>
                  <a:pt x="1681" y="49524"/>
                </a:lnTo>
                <a:lnTo>
                  <a:pt x="1754" y="48944"/>
                </a:lnTo>
                <a:lnTo>
                  <a:pt x="1754" y="48393"/>
                </a:lnTo>
                <a:lnTo>
                  <a:pt x="1754" y="47871"/>
                </a:lnTo>
                <a:lnTo>
                  <a:pt x="1754" y="47349"/>
                </a:lnTo>
                <a:lnTo>
                  <a:pt x="1754" y="46740"/>
                </a:lnTo>
                <a:lnTo>
                  <a:pt x="1828" y="46218"/>
                </a:lnTo>
                <a:lnTo>
                  <a:pt x="1828" y="45667"/>
                </a:lnTo>
                <a:lnTo>
                  <a:pt x="1828" y="45146"/>
                </a:lnTo>
                <a:lnTo>
                  <a:pt x="1828" y="44624"/>
                </a:lnTo>
                <a:lnTo>
                  <a:pt x="1899" y="44015"/>
                </a:lnTo>
                <a:lnTo>
                  <a:pt x="1899" y="43493"/>
                </a:lnTo>
                <a:lnTo>
                  <a:pt x="1899" y="42942"/>
                </a:lnTo>
                <a:lnTo>
                  <a:pt x="1899" y="42420"/>
                </a:lnTo>
                <a:lnTo>
                  <a:pt x="1899" y="41898"/>
                </a:lnTo>
                <a:lnTo>
                  <a:pt x="1972" y="41347"/>
                </a:lnTo>
                <a:lnTo>
                  <a:pt x="1972" y="40825"/>
                </a:lnTo>
                <a:lnTo>
                  <a:pt x="1972" y="40303"/>
                </a:lnTo>
                <a:lnTo>
                  <a:pt x="1972" y="39694"/>
                </a:lnTo>
                <a:lnTo>
                  <a:pt x="1972" y="39172"/>
                </a:lnTo>
                <a:lnTo>
                  <a:pt x="2046" y="38622"/>
                </a:lnTo>
                <a:lnTo>
                  <a:pt x="2046" y="38100"/>
                </a:lnTo>
                <a:lnTo>
                  <a:pt x="2046" y="37578"/>
                </a:lnTo>
                <a:lnTo>
                  <a:pt x="2046" y="37027"/>
                </a:lnTo>
                <a:lnTo>
                  <a:pt x="2120" y="36505"/>
                </a:lnTo>
                <a:lnTo>
                  <a:pt x="2120" y="35983"/>
                </a:lnTo>
                <a:lnTo>
                  <a:pt x="2120" y="35432"/>
                </a:lnTo>
                <a:lnTo>
                  <a:pt x="2120" y="34910"/>
                </a:lnTo>
                <a:lnTo>
                  <a:pt x="2120" y="34388"/>
                </a:lnTo>
                <a:lnTo>
                  <a:pt x="2191" y="33837"/>
                </a:lnTo>
                <a:lnTo>
                  <a:pt x="2191" y="33315"/>
                </a:lnTo>
                <a:lnTo>
                  <a:pt x="2191" y="32793"/>
                </a:lnTo>
                <a:lnTo>
                  <a:pt x="2191" y="32243"/>
                </a:lnTo>
                <a:lnTo>
                  <a:pt x="2264" y="31721"/>
                </a:lnTo>
                <a:lnTo>
                  <a:pt x="2264" y="31199"/>
                </a:lnTo>
                <a:lnTo>
                  <a:pt x="2264" y="30648"/>
                </a:lnTo>
                <a:lnTo>
                  <a:pt x="2264" y="30126"/>
                </a:lnTo>
                <a:lnTo>
                  <a:pt x="2264" y="29575"/>
                </a:lnTo>
                <a:lnTo>
                  <a:pt x="2338" y="29053"/>
                </a:lnTo>
                <a:lnTo>
                  <a:pt x="2338" y="28531"/>
                </a:lnTo>
                <a:lnTo>
                  <a:pt x="2338" y="27980"/>
                </a:lnTo>
                <a:lnTo>
                  <a:pt x="2338" y="27458"/>
                </a:lnTo>
                <a:lnTo>
                  <a:pt x="2412" y="26936"/>
                </a:lnTo>
                <a:lnTo>
                  <a:pt x="2412" y="26472"/>
                </a:lnTo>
                <a:lnTo>
                  <a:pt x="2412" y="25922"/>
                </a:lnTo>
                <a:lnTo>
                  <a:pt x="2412" y="25400"/>
                </a:lnTo>
                <a:lnTo>
                  <a:pt x="2412" y="24878"/>
                </a:lnTo>
                <a:lnTo>
                  <a:pt x="2483" y="24327"/>
                </a:lnTo>
                <a:lnTo>
                  <a:pt x="2483" y="23805"/>
                </a:lnTo>
                <a:lnTo>
                  <a:pt x="2483" y="23283"/>
                </a:lnTo>
                <a:lnTo>
                  <a:pt x="2483" y="22819"/>
                </a:lnTo>
                <a:lnTo>
                  <a:pt x="2556" y="22268"/>
                </a:lnTo>
                <a:lnTo>
                  <a:pt x="2556" y="21746"/>
                </a:lnTo>
                <a:lnTo>
                  <a:pt x="2556" y="21224"/>
                </a:lnTo>
                <a:lnTo>
                  <a:pt x="2556" y="20673"/>
                </a:lnTo>
                <a:lnTo>
                  <a:pt x="2556" y="20209"/>
                </a:lnTo>
                <a:lnTo>
                  <a:pt x="2630" y="19687"/>
                </a:lnTo>
                <a:lnTo>
                  <a:pt x="2630" y="19137"/>
                </a:lnTo>
                <a:lnTo>
                  <a:pt x="2630" y="18615"/>
                </a:lnTo>
                <a:lnTo>
                  <a:pt x="2630" y="18151"/>
                </a:lnTo>
                <a:lnTo>
                  <a:pt x="2704" y="17629"/>
                </a:lnTo>
                <a:lnTo>
                  <a:pt x="2704" y="17078"/>
                </a:lnTo>
                <a:lnTo>
                  <a:pt x="2704" y="16556"/>
                </a:lnTo>
                <a:lnTo>
                  <a:pt x="2704" y="16092"/>
                </a:lnTo>
                <a:lnTo>
                  <a:pt x="2704" y="15570"/>
                </a:lnTo>
                <a:lnTo>
                  <a:pt x="2774" y="15019"/>
                </a:lnTo>
                <a:lnTo>
                  <a:pt x="2774" y="14555"/>
                </a:lnTo>
                <a:lnTo>
                  <a:pt x="2774" y="14033"/>
                </a:lnTo>
                <a:lnTo>
                  <a:pt x="2774" y="13482"/>
                </a:lnTo>
                <a:lnTo>
                  <a:pt x="2774" y="13019"/>
                </a:lnTo>
                <a:lnTo>
                  <a:pt x="2848" y="12497"/>
                </a:lnTo>
                <a:lnTo>
                  <a:pt x="2848" y="11975"/>
                </a:lnTo>
                <a:lnTo>
                  <a:pt x="2848" y="11511"/>
                </a:lnTo>
                <a:lnTo>
                  <a:pt x="2848" y="10960"/>
                </a:lnTo>
                <a:lnTo>
                  <a:pt x="2922" y="10496"/>
                </a:lnTo>
                <a:lnTo>
                  <a:pt x="2922" y="9974"/>
                </a:lnTo>
                <a:lnTo>
                  <a:pt x="2922" y="9452"/>
                </a:lnTo>
                <a:lnTo>
                  <a:pt x="2922" y="8988"/>
                </a:lnTo>
                <a:lnTo>
                  <a:pt x="2922" y="8437"/>
                </a:lnTo>
                <a:lnTo>
                  <a:pt x="2996" y="7973"/>
                </a:lnTo>
                <a:lnTo>
                  <a:pt x="2996" y="7451"/>
                </a:lnTo>
                <a:lnTo>
                  <a:pt x="2996" y="6987"/>
                </a:lnTo>
                <a:lnTo>
                  <a:pt x="2996" y="6437"/>
                </a:lnTo>
                <a:lnTo>
                  <a:pt x="3070" y="5973"/>
                </a:lnTo>
                <a:lnTo>
                  <a:pt x="3070" y="5451"/>
                </a:lnTo>
                <a:lnTo>
                  <a:pt x="3070" y="4987"/>
                </a:lnTo>
                <a:lnTo>
                  <a:pt x="3070" y="4465"/>
                </a:lnTo>
                <a:lnTo>
                  <a:pt x="3070" y="4001"/>
                </a:lnTo>
                <a:lnTo>
                  <a:pt x="3140" y="3450"/>
                </a:lnTo>
                <a:lnTo>
                  <a:pt x="3140" y="2986"/>
                </a:lnTo>
                <a:lnTo>
                  <a:pt x="3140" y="2464"/>
                </a:lnTo>
                <a:lnTo>
                  <a:pt x="3140" y="2000"/>
                </a:lnTo>
                <a:lnTo>
                  <a:pt x="3214" y="1449"/>
                </a:lnTo>
                <a:lnTo>
                  <a:pt x="3214" y="985"/>
                </a:lnTo>
                <a:lnTo>
                  <a:pt x="3214" y="463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670888" y="3141821"/>
            <a:ext cx="3214" cy="83710"/>
          </a:xfrm>
          <a:custGeom>
            <a:avLst/>
            <a:gdLst/>
            <a:ahLst/>
            <a:cxnLst/>
            <a:rect l="l" t="t" r="r" b="b"/>
            <a:pathLst>
              <a:path w="3214" h="83710">
                <a:moveTo>
                  <a:pt x="0" y="83710"/>
                </a:moveTo>
                <a:lnTo>
                  <a:pt x="0" y="83246"/>
                </a:lnTo>
                <a:lnTo>
                  <a:pt x="73" y="82724"/>
                </a:lnTo>
                <a:lnTo>
                  <a:pt x="73" y="82231"/>
                </a:lnTo>
                <a:lnTo>
                  <a:pt x="73" y="81767"/>
                </a:lnTo>
                <a:lnTo>
                  <a:pt x="73" y="81245"/>
                </a:lnTo>
                <a:lnTo>
                  <a:pt x="147" y="80781"/>
                </a:lnTo>
                <a:lnTo>
                  <a:pt x="147" y="80317"/>
                </a:lnTo>
                <a:lnTo>
                  <a:pt x="147" y="79795"/>
                </a:lnTo>
                <a:lnTo>
                  <a:pt x="147" y="79331"/>
                </a:lnTo>
                <a:lnTo>
                  <a:pt x="147" y="78867"/>
                </a:lnTo>
                <a:lnTo>
                  <a:pt x="218" y="78316"/>
                </a:lnTo>
                <a:lnTo>
                  <a:pt x="218" y="77853"/>
                </a:lnTo>
                <a:lnTo>
                  <a:pt x="218" y="77389"/>
                </a:lnTo>
                <a:lnTo>
                  <a:pt x="218" y="76925"/>
                </a:lnTo>
                <a:lnTo>
                  <a:pt x="291" y="76403"/>
                </a:lnTo>
                <a:lnTo>
                  <a:pt x="291" y="75939"/>
                </a:lnTo>
                <a:lnTo>
                  <a:pt x="291" y="75475"/>
                </a:lnTo>
                <a:lnTo>
                  <a:pt x="291" y="75011"/>
                </a:lnTo>
                <a:lnTo>
                  <a:pt x="291" y="74460"/>
                </a:lnTo>
                <a:lnTo>
                  <a:pt x="365" y="73996"/>
                </a:lnTo>
                <a:lnTo>
                  <a:pt x="365" y="73532"/>
                </a:lnTo>
                <a:lnTo>
                  <a:pt x="365" y="73068"/>
                </a:lnTo>
                <a:lnTo>
                  <a:pt x="365" y="72604"/>
                </a:lnTo>
                <a:lnTo>
                  <a:pt x="365" y="72082"/>
                </a:lnTo>
                <a:lnTo>
                  <a:pt x="439" y="71619"/>
                </a:lnTo>
                <a:lnTo>
                  <a:pt x="439" y="71155"/>
                </a:lnTo>
                <a:lnTo>
                  <a:pt x="439" y="70662"/>
                </a:lnTo>
                <a:lnTo>
                  <a:pt x="439" y="70198"/>
                </a:lnTo>
                <a:lnTo>
                  <a:pt x="510" y="69734"/>
                </a:lnTo>
                <a:lnTo>
                  <a:pt x="510" y="69270"/>
                </a:lnTo>
                <a:lnTo>
                  <a:pt x="510" y="68806"/>
                </a:lnTo>
                <a:lnTo>
                  <a:pt x="510" y="68284"/>
                </a:lnTo>
                <a:lnTo>
                  <a:pt x="510" y="67820"/>
                </a:lnTo>
                <a:lnTo>
                  <a:pt x="583" y="67356"/>
                </a:lnTo>
                <a:lnTo>
                  <a:pt x="583" y="66892"/>
                </a:lnTo>
                <a:lnTo>
                  <a:pt x="583" y="66428"/>
                </a:lnTo>
                <a:lnTo>
                  <a:pt x="583" y="65964"/>
                </a:lnTo>
                <a:lnTo>
                  <a:pt x="657" y="65500"/>
                </a:lnTo>
                <a:lnTo>
                  <a:pt x="657" y="65037"/>
                </a:lnTo>
                <a:lnTo>
                  <a:pt x="657" y="64544"/>
                </a:lnTo>
                <a:lnTo>
                  <a:pt x="657" y="64080"/>
                </a:lnTo>
                <a:lnTo>
                  <a:pt x="657" y="63616"/>
                </a:lnTo>
                <a:lnTo>
                  <a:pt x="731" y="63152"/>
                </a:lnTo>
                <a:lnTo>
                  <a:pt x="731" y="62688"/>
                </a:lnTo>
                <a:lnTo>
                  <a:pt x="731" y="62224"/>
                </a:lnTo>
                <a:lnTo>
                  <a:pt x="731" y="61760"/>
                </a:lnTo>
                <a:lnTo>
                  <a:pt x="802" y="61354"/>
                </a:lnTo>
                <a:lnTo>
                  <a:pt x="802" y="60890"/>
                </a:lnTo>
                <a:lnTo>
                  <a:pt x="802" y="60426"/>
                </a:lnTo>
                <a:lnTo>
                  <a:pt x="802" y="59962"/>
                </a:lnTo>
                <a:lnTo>
                  <a:pt x="802" y="59498"/>
                </a:lnTo>
                <a:lnTo>
                  <a:pt x="875" y="59034"/>
                </a:lnTo>
                <a:lnTo>
                  <a:pt x="875" y="58571"/>
                </a:lnTo>
                <a:lnTo>
                  <a:pt x="875" y="58107"/>
                </a:lnTo>
                <a:lnTo>
                  <a:pt x="875" y="57701"/>
                </a:lnTo>
                <a:lnTo>
                  <a:pt x="949" y="57237"/>
                </a:lnTo>
                <a:lnTo>
                  <a:pt x="949" y="56773"/>
                </a:lnTo>
                <a:lnTo>
                  <a:pt x="949" y="56309"/>
                </a:lnTo>
                <a:lnTo>
                  <a:pt x="949" y="55845"/>
                </a:lnTo>
                <a:lnTo>
                  <a:pt x="949" y="55381"/>
                </a:lnTo>
                <a:lnTo>
                  <a:pt x="1023" y="54975"/>
                </a:lnTo>
                <a:lnTo>
                  <a:pt x="1023" y="54511"/>
                </a:lnTo>
                <a:lnTo>
                  <a:pt x="1023" y="54047"/>
                </a:lnTo>
                <a:lnTo>
                  <a:pt x="1023" y="53583"/>
                </a:lnTo>
                <a:lnTo>
                  <a:pt x="1097" y="53177"/>
                </a:lnTo>
                <a:lnTo>
                  <a:pt x="1097" y="52713"/>
                </a:lnTo>
                <a:lnTo>
                  <a:pt x="1097" y="52249"/>
                </a:lnTo>
                <a:lnTo>
                  <a:pt x="1097" y="51844"/>
                </a:lnTo>
                <a:lnTo>
                  <a:pt x="1097" y="51380"/>
                </a:lnTo>
                <a:lnTo>
                  <a:pt x="1167" y="50916"/>
                </a:lnTo>
                <a:lnTo>
                  <a:pt x="1167" y="50539"/>
                </a:lnTo>
                <a:lnTo>
                  <a:pt x="1167" y="50075"/>
                </a:lnTo>
                <a:lnTo>
                  <a:pt x="1167" y="49582"/>
                </a:lnTo>
                <a:lnTo>
                  <a:pt x="1167" y="49205"/>
                </a:lnTo>
                <a:lnTo>
                  <a:pt x="1241" y="48741"/>
                </a:lnTo>
                <a:lnTo>
                  <a:pt x="1241" y="48277"/>
                </a:lnTo>
                <a:lnTo>
                  <a:pt x="1241" y="47871"/>
                </a:lnTo>
                <a:lnTo>
                  <a:pt x="1241" y="47407"/>
                </a:lnTo>
                <a:lnTo>
                  <a:pt x="1315" y="47001"/>
                </a:lnTo>
                <a:lnTo>
                  <a:pt x="1315" y="46537"/>
                </a:lnTo>
                <a:lnTo>
                  <a:pt x="1315" y="46073"/>
                </a:lnTo>
                <a:lnTo>
                  <a:pt x="1315" y="45667"/>
                </a:lnTo>
                <a:lnTo>
                  <a:pt x="1315" y="45204"/>
                </a:lnTo>
                <a:lnTo>
                  <a:pt x="1389" y="44798"/>
                </a:lnTo>
                <a:lnTo>
                  <a:pt x="1389" y="44334"/>
                </a:lnTo>
                <a:lnTo>
                  <a:pt x="1389" y="43957"/>
                </a:lnTo>
                <a:lnTo>
                  <a:pt x="1389" y="43464"/>
                </a:lnTo>
                <a:lnTo>
                  <a:pt x="1459" y="43087"/>
                </a:lnTo>
                <a:lnTo>
                  <a:pt x="1459" y="42623"/>
                </a:lnTo>
                <a:lnTo>
                  <a:pt x="1459" y="42217"/>
                </a:lnTo>
                <a:lnTo>
                  <a:pt x="1459" y="41753"/>
                </a:lnTo>
                <a:lnTo>
                  <a:pt x="1459" y="41347"/>
                </a:lnTo>
                <a:lnTo>
                  <a:pt x="1533" y="40941"/>
                </a:lnTo>
                <a:lnTo>
                  <a:pt x="1533" y="40477"/>
                </a:lnTo>
                <a:lnTo>
                  <a:pt x="1533" y="40100"/>
                </a:lnTo>
                <a:lnTo>
                  <a:pt x="1533" y="39607"/>
                </a:lnTo>
                <a:lnTo>
                  <a:pt x="1607" y="39230"/>
                </a:lnTo>
                <a:lnTo>
                  <a:pt x="1607" y="38825"/>
                </a:lnTo>
                <a:lnTo>
                  <a:pt x="1607" y="38361"/>
                </a:lnTo>
                <a:lnTo>
                  <a:pt x="1607" y="37955"/>
                </a:lnTo>
                <a:lnTo>
                  <a:pt x="1607" y="37549"/>
                </a:lnTo>
                <a:lnTo>
                  <a:pt x="1681" y="37085"/>
                </a:lnTo>
                <a:lnTo>
                  <a:pt x="1681" y="36708"/>
                </a:lnTo>
                <a:lnTo>
                  <a:pt x="1681" y="36302"/>
                </a:lnTo>
                <a:lnTo>
                  <a:pt x="1681" y="35838"/>
                </a:lnTo>
                <a:lnTo>
                  <a:pt x="1751" y="35432"/>
                </a:lnTo>
                <a:lnTo>
                  <a:pt x="1751" y="35026"/>
                </a:lnTo>
                <a:lnTo>
                  <a:pt x="1751" y="34562"/>
                </a:lnTo>
                <a:lnTo>
                  <a:pt x="1751" y="34156"/>
                </a:lnTo>
                <a:lnTo>
                  <a:pt x="1751" y="33779"/>
                </a:lnTo>
                <a:lnTo>
                  <a:pt x="1825" y="33373"/>
                </a:lnTo>
                <a:lnTo>
                  <a:pt x="1825" y="32967"/>
                </a:lnTo>
                <a:lnTo>
                  <a:pt x="1825" y="32504"/>
                </a:lnTo>
                <a:lnTo>
                  <a:pt x="1825" y="32098"/>
                </a:lnTo>
                <a:lnTo>
                  <a:pt x="1899" y="31721"/>
                </a:lnTo>
                <a:lnTo>
                  <a:pt x="1899" y="31315"/>
                </a:lnTo>
                <a:lnTo>
                  <a:pt x="1899" y="30909"/>
                </a:lnTo>
                <a:lnTo>
                  <a:pt x="1899" y="30445"/>
                </a:lnTo>
                <a:lnTo>
                  <a:pt x="1899" y="30039"/>
                </a:lnTo>
                <a:lnTo>
                  <a:pt x="1972" y="29633"/>
                </a:lnTo>
                <a:lnTo>
                  <a:pt x="1972" y="29256"/>
                </a:lnTo>
                <a:lnTo>
                  <a:pt x="1972" y="28850"/>
                </a:lnTo>
                <a:lnTo>
                  <a:pt x="1972" y="28444"/>
                </a:lnTo>
                <a:lnTo>
                  <a:pt x="1972" y="28038"/>
                </a:lnTo>
                <a:lnTo>
                  <a:pt x="2043" y="27661"/>
                </a:lnTo>
                <a:lnTo>
                  <a:pt x="2043" y="27255"/>
                </a:lnTo>
                <a:lnTo>
                  <a:pt x="2043" y="26849"/>
                </a:lnTo>
                <a:lnTo>
                  <a:pt x="2043" y="26443"/>
                </a:lnTo>
                <a:lnTo>
                  <a:pt x="2117" y="26067"/>
                </a:lnTo>
                <a:lnTo>
                  <a:pt x="2117" y="25661"/>
                </a:lnTo>
                <a:lnTo>
                  <a:pt x="2117" y="25255"/>
                </a:lnTo>
                <a:lnTo>
                  <a:pt x="2117" y="24849"/>
                </a:lnTo>
                <a:lnTo>
                  <a:pt x="2117" y="24472"/>
                </a:lnTo>
                <a:lnTo>
                  <a:pt x="2191" y="24066"/>
                </a:lnTo>
                <a:lnTo>
                  <a:pt x="2191" y="23660"/>
                </a:lnTo>
                <a:lnTo>
                  <a:pt x="2191" y="23254"/>
                </a:lnTo>
                <a:lnTo>
                  <a:pt x="2191" y="22877"/>
                </a:lnTo>
                <a:lnTo>
                  <a:pt x="2264" y="22471"/>
                </a:lnTo>
                <a:lnTo>
                  <a:pt x="2264" y="22065"/>
                </a:lnTo>
                <a:lnTo>
                  <a:pt x="2264" y="21659"/>
                </a:lnTo>
                <a:lnTo>
                  <a:pt x="2264" y="21282"/>
                </a:lnTo>
                <a:lnTo>
                  <a:pt x="2264" y="20876"/>
                </a:lnTo>
                <a:lnTo>
                  <a:pt x="2338" y="20528"/>
                </a:lnTo>
                <a:lnTo>
                  <a:pt x="2338" y="20151"/>
                </a:lnTo>
                <a:lnTo>
                  <a:pt x="2338" y="19745"/>
                </a:lnTo>
                <a:lnTo>
                  <a:pt x="2338" y="19340"/>
                </a:lnTo>
                <a:lnTo>
                  <a:pt x="2409" y="18934"/>
                </a:lnTo>
                <a:lnTo>
                  <a:pt x="2409" y="18528"/>
                </a:lnTo>
                <a:lnTo>
                  <a:pt x="2409" y="18209"/>
                </a:lnTo>
                <a:lnTo>
                  <a:pt x="2409" y="17803"/>
                </a:lnTo>
                <a:lnTo>
                  <a:pt x="2409" y="17397"/>
                </a:lnTo>
                <a:lnTo>
                  <a:pt x="2483" y="17020"/>
                </a:lnTo>
                <a:lnTo>
                  <a:pt x="2483" y="16672"/>
                </a:lnTo>
                <a:lnTo>
                  <a:pt x="2483" y="16295"/>
                </a:lnTo>
                <a:lnTo>
                  <a:pt x="2483" y="15889"/>
                </a:lnTo>
                <a:lnTo>
                  <a:pt x="2556" y="15541"/>
                </a:lnTo>
                <a:lnTo>
                  <a:pt x="2556" y="15164"/>
                </a:lnTo>
                <a:lnTo>
                  <a:pt x="2556" y="14758"/>
                </a:lnTo>
                <a:lnTo>
                  <a:pt x="2556" y="14352"/>
                </a:lnTo>
                <a:lnTo>
                  <a:pt x="2556" y="14033"/>
                </a:lnTo>
                <a:lnTo>
                  <a:pt x="2630" y="13627"/>
                </a:lnTo>
                <a:lnTo>
                  <a:pt x="2630" y="13279"/>
                </a:lnTo>
                <a:lnTo>
                  <a:pt x="2630" y="12903"/>
                </a:lnTo>
                <a:lnTo>
                  <a:pt x="2630" y="12497"/>
                </a:lnTo>
                <a:lnTo>
                  <a:pt x="2701" y="12149"/>
                </a:lnTo>
                <a:lnTo>
                  <a:pt x="2701" y="11772"/>
                </a:lnTo>
                <a:lnTo>
                  <a:pt x="2701" y="11424"/>
                </a:lnTo>
                <a:lnTo>
                  <a:pt x="2701" y="11018"/>
                </a:lnTo>
                <a:lnTo>
                  <a:pt x="2701" y="10641"/>
                </a:lnTo>
                <a:lnTo>
                  <a:pt x="2774" y="10293"/>
                </a:lnTo>
                <a:lnTo>
                  <a:pt x="2774" y="9887"/>
                </a:lnTo>
                <a:lnTo>
                  <a:pt x="2774" y="9568"/>
                </a:lnTo>
                <a:lnTo>
                  <a:pt x="2774" y="9162"/>
                </a:lnTo>
                <a:lnTo>
                  <a:pt x="2774" y="8843"/>
                </a:lnTo>
                <a:lnTo>
                  <a:pt x="2848" y="8437"/>
                </a:lnTo>
                <a:lnTo>
                  <a:pt x="2848" y="8089"/>
                </a:lnTo>
                <a:lnTo>
                  <a:pt x="2848" y="7770"/>
                </a:lnTo>
                <a:lnTo>
                  <a:pt x="2848" y="7364"/>
                </a:lnTo>
                <a:lnTo>
                  <a:pt x="2922" y="7045"/>
                </a:lnTo>
                <a:lnTo>
                  <a:pt x="2922" y="6639"/>
                </a:lnTo>
                <a:lnTo>
                  <a:pt x="2922" y="6321"/>
                </a:lnTo>
                <a:lnTo>
                  <a:pt x="2922" y="5915"/>
                </a:lnTo>
                <a:lnTo>
                  <a:pt x="2922" y="5567"/>
                </a:lnTo>
                <a:lnTo>
                  <a:pt x="2993" y="5248"/>
                </a:lnTo>
                <a:lnTo>
                  <a:pt x="2993" y="4842"/>
                </a:lnTo>
                <a:lnTo>
                  <a:pt x="2993" y="4523"/>
                </a:lnTo>
                <a:lnTo>
                  <a:pt x="2993" y="4175"/>
                </a:lnTo>
                <a:lnTo>
                  <a:pt x="3066" y="3769"/>
                </a:lnTo>
                <a:lnTo>
                  <a:pt x="3066" y="3450"/>
                </a:lnTo>
                <a:lnTo>
                  <a:pt x="3066" y="3102"/>
                </a:lnTo>
                <a:lnTo>
                  <a:pt x="3066" y="2725"/>
                </a:lnTo>
                <a:lnTo>
                  <a:pt x="3066" y="2377"/>
                </a:lnTo>
                <a:lnTo>
                  <a:pt x="3140" y="2058"/>
                </a:lnTo>
                <a:lnTo>
                  <a:pt x="3140" y="1710"/>
                </a:lnTo>
                <a:lnTo>
                  <a:pt x="3140" y="1333"/>
                </a:lnTo>
                <a:lnTo>
                  <a:pt x="3140" y="985"/>
                </a:lnTo>
                <a:lnTo>
                  <a:pt x="3214" y="666"/>
                </a:lnTo>
                <a:lnTo>
                  <a:pt x="3214" y="318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674102" y="3090267"/>
            <a:ext cx="3211" cy="51554"/>
          </a:xfrm>
          <a:custGeom>
            <a:avLst/>
            <a:gdLst/>
            <a:ahLst/>
            <a:cxnLst/>
            <a:rect l="l" t="t" r="r" b="b"/>
            <a:pathLst>
              <a:path w="3211" h="51554">
                <a:moveTo>
                  <a:pt x="0" y="51554"/>
                </a:moveTo>
                <a:lnTo>
                  <a:pt x="0" y="51148"/>
                </a:lnTo>
                <a:lnTo>
                  <a:pt x="0" y="50800"/>
                </a:lnTo>
                <a:lnTo>
                  <a:pt x="70" y="50481"/>
                </a:lnTo>
                <a:lnTo>
                  <a:pt x="70" y="50133"/>
                </a:lnTo>
                <a:lnTo>
                  <a:pt x="70" y="49814"/>
                </a:lnTo>
                <a:lnTo>
                  <a:pt x="70" y="49495"/>
                </a:lnTo>
                <a:lnTo>
                  <a:pt x="144" y="49147"/>
                </a:lnTo>
                <a:lnTo>
                  <a:pt x="144" y="48828"/>
                </a:lnTo>
                <a:lnTo>
                  <a:pt x="144" y="48480"/>
                </a:lnTo>
                <a:lnTo>
                  <a:pt x="144" y="48161"/>
                </a:lnTo>
                <a:lnTo>
                  <a:pt x="144" y="47755"/>
                </a:lnTo>
                <a:lnTo>
                  <a:pt x="218" y="47407"/>
                </a:lnTo>
                <a:lnTo>
                  <a:pt x="218" y="47088"/>
                </a:lnTo>
                <a:lnTo>
                  <a:pt x="218" y="46769"/>
                </a:lnTo>
                <a:lnTo>
                  <a:pt x="218" y="46421"/>
                </a:lnTo>
                <a:lnTo>
                  <a:pt x="291" y="46102"/>
                </a:lnTo>
                <a:lnTo>
                  <a:pt x="291" y="45754"/>
                </a:lnTo>
                <a:lnTo>
                  <a:pt x="291" y="45436"/>
                </a:lnTo>
                <a:lnTo>
                  <a:pt x="291" y="45146"/>
                </a:lnTo>
                <a:lnTo>
                  <a:pt x="291" y="44827"/>
                </a:lnTo>
                <a:lnTo>
                  <a:pt x="365" y="44508"/>
                </a:lnTo>
                <a:lnTo>
                  <a:pt x="365" y="44160"/>
                </a:lnTo>
                <a:lnTo>
                  <a:pt x="365" y="43841"/>
                </a:lnTo>
                <a:lnTo>
                  <a:pt x="365" y="43493"/>
                </a:lnTo>
                <a:lnTo>
                  <a:pt x="365" y="43174"/>
                </a:lnTo>
                <a:lnTo>
                  <a:pt x="436" y="42826"/>
                </a:lnTo>
                <a:lnTo>
                  <a:pt x="436" y="42507"/>
                </a:lnTo>
                <a:lnTo>
                  <a:pt x="436" y="42246"/>
                </a:lnTo>
                <a:lnTo>
                  <a:pt x="436" y="41898"/>
                </a:lnTo>
                <a:lnTo>
                  <a:pt x="510" y="41579"/>
                </a:lnTo>
                <a:lnTo>
                  <a:pt x="510" y="41231"/>
                </a:lnTo>
                <a:lnTo>
                  <a:pt x="510" y="40912"/>
                </a:lnTo>
                <a:lnTo>
                  <a:pt x="510" y="40651"/>
                </a:lnTo>
                <a:lnTo>
                  <a:pt x="510" y="40303"/>
                </a:lnTo>
                <a:lnTo>
                  <a:pt x="583" y="39984"/>
                </a:lnTo>
                <a:lnTo>
                  <a:pt x="583" y="39636"/>
                </a:lnTo>
                <a:lnTo>
                  <a:pt x="583" y="39375"/>
                </a:lnTo>
                <a:lnTo>
                  <a:pt x="583" y="39028"/>
                </a:lnTo>
                <a:lnTo>
                  <a:pt x="657" y="38709"/>
                </a:lnTo>
                <a:lnTo>
                  <a:pt x="657" y="38448"/>
                </a:lnTo>
                <a:lnTo>
                  <a:pt x="657" y="38100"/>
                </a:lnTo>
                <a:lnTo>
                  <a:pt x="657" y="37781"/>
                </a:lnTo>
                <a:lnTo>
                  <a:pt x="657" y="37520"/>
                </a:lnTo>
                <a:lnTo>
                  <a:pt x="728" y="37172"/>
                </a:lnTo>
                <a:lnTo>
                  <a:pt x="728" y="36853"/>
                </a:lnTo>
                <a:lnTo>
                  <a:pt x="728" y="36592"/>
                </a:lnTo>
                <a:lnTo>
                  <a:pt x="728" y="36244"/>
                </a:lnTo>
                <a:lnTo>
                  <a:pt x="802" y="35983"/>
                </a:lnTo>
                <a:lnTo>
                  <a:pt x="802" y="35664"/>
                </a:lnTo>
                <a:lnTo>
                  <a:pt x="802" y="35316"/>
                </a:lnTo>
                <a:lnTo>
                  <a:pt x="802" y="35055"/>
                </a:lnTo>
                <a:lnTo>
                  <a:pt x="802" y="34707"/>
                </a:lnTo>
                <a:lnTo>
                  <a:pt x="875" y="34446"/>
                </a:lnTo>
                <a:lnTo>
                  <a:pt x="875" y="34127"/>
                </a:lnTo>
                <a:lnTo>
                  <a:pt x="875" y="33866"/>
                </a:lnTo>
                <a:lnTo>
                  <a:pt x="875" y="33518"/>
                </a:lnTo>
                <a:lnTo>
                  <a:pt x="949" y="33257"/>
                </a:lnTo>
                <a:lnTo>
                  <a:pt x="949" y="32938"/>
                </a:lnTo>
                <a:lnTo>
                  <a:pt x="949" y="32648"/>
                </a:lnTo>
                <a:lnTo>
                  <a:pt x="949" y="32388"/>
                </a:lnTo>
                <a:lnTo>
                  <a:pt x="949" y="32069"/>
                </a:lnTo>
                <a:lnTo>
                  <a:pt x="1020" y="31808"/>
                </a:lnTo>
                <a:lnTo>
                  <a:pt x="1020" y="31460"/>
                </a:lnTo>
                <a:lnTo>
                  <a:pt x="1020" y="31199"/>
                </a:lnTo>
                <a:lnTo>
                  <a:pt x="1020" y="30938"/>
                </a:lnTo>
                <a:lnTo>
                  <a:pt x="1093" y="30590"/>
                </a:lnTo>
                <a:lnTo>
                  <a:pt x="1093" y="30329"/>
                </a:lnTo>
                <a:lnTo>
                  <a:pt x="1093" y="30068"/>
                </a:lnTo>
                <a:lnTo>
                  <a:pt x="1093" y="29720"/>
                </a:lnTo>
                <a:lnTo>
                  <a:pt x="1093" y="29459"/>
                </a:lnTo>
                <a:lnTo>
                  <a:pt x="1167" y="29198"/>
                </a:lnTo>
                <a:lnTo>
                  <a:pt x="1167" y="28937"/>
                </a:lnTo>
                <a:lnTo>
                  <a:pt x="1167" y="28589"/>
                </a:lnTo>
                <a:lnTo>
                  <a:pt x="1167" y="28328"/>
                </a:lnTo>
                <a:lnTo>
                  <a:pt x="1167" y="28067"/>
                </a:lnTo>
                <a:lnTo>
                  <a:pt x="1241" y="27806"/>
                </a:lnTo>
                <a:lnTo>
                  <a:pt x="1241" y="27458"/>
                </a:lnTo>
                <a:lnTo>
                  <a:pt x="1241" y="27197"/>
                </a:lnTo>
                <a:lnTo>
                  <a:pt x="1241" y="26936"/>
                </a:lnTo>
                <a:lnTo>
                  <a:pt x="1312" y="26675"/>
                </a:lnTo>
                <a:lnTo>
                  <a:pt x="1312" y="26414"/>
                </a:lnTo>
                <a:lnTo>
                  <a:pt x="1312" y="26153"/>
                </a:lnTo>
                <a:lnTo>
                  <a:pt x="1312" y="25806"/>
                </a:lnTo>
                <a:lnTo>
                  <a:pt x="1312" y="25545"/>
                </a:lnTo>
                <a:lnTo>
                  <a:pt x="1385" y="25284"/>
                </a:lnTo>
                <a:lnTo>
                  <a:pt x="1385" y="25023"/>
                </a:lnTo>
                <a:lnTo>
                  <a:pt x="1385" y="24733"/>
                </a:lnTo>
                <a:lnTo>
                  <a:pt x="1385" y="24472"/>
                </a:lnTo>
                <a:lnTo>
                  <a:pt x="1459" y="24211"/>
                </a:lnTo>
                <a:lnTo>
                  <a:pt x="1459" y="23950"/>
                </a:lnTo>
                <a:lnTo>
                  <a:pt x="1459" y="23689"/>
                </a:lnTo>
                <a:lnTo>
                  <a:pt x="1459" y="23428"/>
                </a:lnTo>
                <a:lnTo>
                  <a:pt x="1459" y="23138"/>
                </a:lnTo>
                <a:lnTo>
                  <a:pt x="1533" y="22877"/>
                </a:lnTo>
                <a:lnTo>
                  <a:pt x="1533" y="22616"/>
                </a:lnTo>
                <a:lnTo>
                  <a:pt x="1533" y="22355"/>
                </a:lnTo>
                <a:lnTo>
                  <a:pt x="1533" y="22094"/>
                </a:lnTo>
                <a:lnTo>
                  <a:pt x="1607" y="21833"/>
                </a:lnTo>
                <a:lnTo>
                  <a:pt x="1607" y="21543"/>
                </a:lnTo>
                <a:lnTo>
                  <a:pt x="1607" y="21282"/>
                </a:lnTo>
                <a:lnTo>
                  <a:pt x="1607" y="21021"/>
                </a:lnTo>
                <a:lnTo>
                  <a:pt x="1607" y="20760"/>
                </a:lnTo>
                <a:lnTo>
                  <a:pt x="1677" y="20557"/>
                </a:lnTo>
                <a:lnTo>
                  <a:pt x="1677" y="20296"/>
                </a:lnTo>
                <a:lnTo>
                  <a:pt x="1677" y="20035"/>
                </a:lnTo>
                <a:lnTo>
                  <a:pt x="1677" y="19745"/>
                </a:lnTo>
                <a:lnTo>
                  <a:pt x="1751" y="19485"/>
                </a:lnTo>
                <a:lnTo>
                  <a:pt x="1751" y="19224"/>
                </a:lnTo>
                <a:lnTo>
                  <a:pt x="1751" y="19021"/>
                </a:lnTo>
                <a:lnTo>
                  <a:pt x="1751" y="18760"/>
                </a:lnTo>
                <a:lnTo>
                  <a:pt x="1751" y="18499"/>
                </a:lnTo>
                <a:lnTo>
                  <a:pt x="1825" y="18238"/>
                </a:lnTo>
                <a:lnTo>
                  <a:pt x="1825" y="18035"/>
                </a:lnTo>
                <a:lnTo>
                  <a:pt x="1825" y="17774"/>
                </a:lnTo>
                <a:lnTo>
                  <a:pt x="1825" y="17484"/>
                </a:lnTo>
                <a:lnTo>
                  <a:pt x="1899" y="17310"/>
                </a:lnTo>
                <a:lnTo>
                  <a:pt x="1899" y="17020"/>
                </a:lnTo>
                <a:lnTo>
                  <a:pt x="1899" y="16759"/>
                </a:lnTo>
                <a:lnTo>
                  <a:pt x="1899" y="16556"/>
                </a:lnTo>
                <a:lnTo>
                  <a:pt x="1899" y="16295"/>
                </a:lnTo>
                <a:lnTo>
                  <a:pt x="1969" y="16034"/>
                </a:lnTo>
                <a:lnTo>
                  <a:pt x="1969" y="15831"/>
                </a:lnTo>
                <a:lnTo>
                  <a:pt x="1969" y="15570"/>
                </a:lnTo>
                <a:lnTo>
                  <a:pt x="1969" y="15367"/>
                </a:lnTo>
                <a:lnTo>
                  <a:pt x="1969" y="15106"/>
                </a:lnTo>
                <a:lnTo>
                  <a:pt x="2043" y="14845"/>
                </a:lnTo>
                <a:lnTo>
                  <a:pt x="2043" y="14642"/>
                </a:lnTo>
                <a:lnTo>
                  <a:pt x="2043" y="14381"/>
                </a:lnTo>
                <a:lnTo>
                  <a:pt x="2043" y="14178"/>
                </a:lnTo>
                <a:lnTo>
                  <a:pt x="2117" y="13917"/>
                </a:lnTo>
                <a:lnTo>
                  <a:pt x="2117" y="13714"/>
                </a:lnTo>
                <a:lnTo>
                  <a:pt x="2117" y="13453"/>
                </a:lnTo>
                <a:lnTo>
                  <a:pt x="2117" y="13250"/>
                </a:lnTo>
                <a:lnTo>
                  <a:pt x="2117" y="12990"/>
                </a:lnTo>
                <a:lnTo>
                  <a:pt x="2191" y="12787"/>
                </a:lnTo>
                <a:lnTo>
                  <a:pt x="2191" y="12584"/>
                </a:lnTo>
                <a:lnTo>
                  <a:pt x="2191" y="12323"/>
                </a:lnTo>
                <a:lnTo>
                  <a:pt x="2191" y="12120"/>
                </a:lnTo>
                <a:lnTo>
                  <a:pt x="2261" y="11859"/>
                </a:lnTo>
                <a:lnTo>
                  <a:pt x="2261" y="11656"/>
                </a:lnTo>
                <a:lnTo>
                  <a:pt x="2261" y="11453"/>
                </a:lnTo>
                <a:lnTo>
                  <a:pt x="2261" y="11192"/>
                </a:lnTo>
                <a:lnTo>
                  <a:pt x="2261" y="10989"/>
                </a:lnTo>
                <a:lnTo>
                  <a:pt x="2335" y="10786"/>
                </a:lnTo>
                <a:lnTo>
                  <a:pt x="2335" y="10525"/>
                </a:lnTo>
                <a:lnTo>
                  <a:pt x="2335" y="10322"/>
                </a:lnTo>
                <a:lnTo>
                  <a:pt x="2335" y="10119"/>
                </a:lnTo>
                <a:lnTo>
                  <a:pt x="2409" y="9858"/>
                </a:lnTo>
                <a:lnTo>
                  <a:pt x="2409" y="9655"/>
                </a:lnTo>
                <a:lnTo>
                  <a:pt x="2409" y="9452"/>
                </a:lnTo>
                <a:lnTo>
                  <a:pt x="2409" y="9249"/>
                </a:lnTo>
                <a:lnTo>
                  <a:pt x="2409" y="9046"/>
                </a:lnTo>
                <a:lnTo>
                  <a:pt x="2483" y="8785"/>
                </a:lnTo>
                <a:lnTo>
                  <a:pt x="2483" y="8582"/>
                </a:lnTo>
                <a:lnTo>
                  <a:pt x="2483" y="8379"/>
                </a:lnTo>
                <a:lnTo>
                  <a:pt x="2483" y="8176"/>
                </a:lnTo>
                <a:lnTo>
                  <a:pt x="2553" y="8002"/>
                </a:lnTo>
                <a:lnTo>
                  <a:pt x="2553" y="7799"/>
                </a:lnTo>
                <a:lnTo>
                  <a:pt x="2553" y="7509"/>
                </a:lnTo>
                <a:lnTo>
                  <a:pt x="2553" y="7335"/>
                </a:lnTo>
                <a:lnTo>
                  <a:pt x="2553" y="7132"/>
                </a:lnTo>
                <a:lnTo>
                  <a:pt x="2627" y="6929"/>
                </a:lnTo>
                <a:lnTo>
                  <a:pt x="2627" y="6726"/>
                </a:lnTo>
                <a:lnTo>
                  <a:pt x="2627" y="6523"/>
                </a:lnTo>
                <a:lnTo>
                  <a:pt x="2627" y="6321"/>
                </a:lnTo>
                <a:lnTo>
                  <a:pt x="2701" y="6118"/>
                </a:lnTo>
                <a:lnTo>
                  <a:pt x="2701" y="5915"/>
                </a:lnTo>
                <a:lnTo>
                  <a:pt x="2701" y="5741"/>
                </a:lnTo>
                <a:lnTo>
                  <a:pt x="2701" y="5538"/>
                </a:lnTo>
                <a:lnTo>
                  <a:pt x="2701" y="5335"/>
                </a:lnTo>
                <a:lnTo>
                  <a:pt x="2774" y="5132"/>
                </a:lnTo>
                <a:lnTo>
                  <a:pt x="2774" y="4929"/>
                </a:lnTo>
                <a:lnTo>
                  <a:pt x="2774" y="4726"/>
                </a:lnTo>
                <a:lnTo>
                  <a:pt x="2774" y="4523"/>
                </a:lnTo>
                <a:lnTo>
                  <a:pt x="2774" y="4320"/>
                </a:lnTo>
                <a:lnTo>
                  <a:pt x="2848" y="4001"/>
                </a:lnTo>
                <a:lnTo>
                  <a:pt x="2848" y="3798"/>
                </a:lnTo>
                <a:lnTo>
                  <a:pt x="2848" y="3595"/>
                </a:lnTo>
                <a:lnTo>
                  <a:pt x="2919" y="3392"/>
                </a:lnTo>
                <a:lnTo>
                  <a:pt x="2919" y="3189"/>
                </a:lnTo>
                <a:lnTo>
                  <a:pt x="2919" y="2870"/>
                </a:lnTo>
                <a:lnTo>
                  <a:pt x="2919" y="2667"/>
                </a:lnTo>
                <a:lnTo>
                  <a:pt x="2993" y="2464"/>
                </a:lnTo>
                <a:lnTo>
                  <a:pt x="2993" y="2145"/>
                </a:lnTo>
                <a:lnTo>
                  <a:pt x="2993" y="1942"/>
                </a:lnTo>
                <a:lnTo>
                  <a:pt x="3066" y="1739"/>
                </a:lnTo>
                <a:lnTo>
                  <a:pt x="3066" y="1594"/>
                </a:lnTo>
                <a:lnTo>
                  <a:pt x="3066" y="1391"/>
                </a:lnTo>
                <a:lnTo>
                  <a:pt x="3066" y="1217"/>
                </a:lnTo>
                <a:lnTo>
                  <a:pt x="3066" y="1072"/>
                </a:lnTo>
                <a:lnTo>
                  <a:pt x="3140" y="869"/>
                </a:lnTo>
                <a:lnTo>
                  <a:pt x="3140" y="666"/>
                </a:lnTo>
                <a:lnTo>
                  <a:pt x="3140" y="347"/>
                </a:lnTo>
                <a:lnTo>
                  <a:pt x="3211" y="202"/>
                </a:lnTo>
                <a:lnTo>
                  <a:pt x="32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677314" y="3074523"/>
            <a:ext cx="3214" cy="15744"/>
          </a:xfrm>
          <a:custGeom>
            <a:avLst/>
            <a:gdLst/>
            <a:ahLst/>
            <a:cxnLst/>
            <a:rect l="l" t="t" r="r" b="b"/>
            <a:pathLst>
              <a:path w="3214" h="15744">
                <a:moveTo>
                  <a:pt x="0" y="15744"/>
                </a:moveTo>
                <a:lnTo>
                  <a:pt x="0" y="15541"/>
                </a:lnTo>
                <a:lnTo>
                  <a:pt x="0" y="15222"/>
                </a:lnTo>
                <a:lnTo>
                  <a:pt x="73" y="15077"/>
                </a:lnTo>
                <a:lnTo>
                  <a:pt x="73" y="14874"/>
                </a:lnTo>
                <a:lnTo>
                  <a:pt x="73" y="14555"/>
                </a:lnTo>
                <a:lnTo>
                  <a:pt x="147" y="14410"/>
                </a:lnTo>
                <a:lnTo>
                  <a:pt x="147" y="14091"/>
                </a:lnTo>
                <a:lnTo>
                  <a:pt x="147" y="13946"/>
                </a:lnTo>
                <a:lnTo>
                  <a:pt x="147" y="13772"/>
                </a:lnTo>
                <a:lnTo>
                  <a:pt x="221" y="13627"/>
                </a:lnTo>
                <a:lnTo>
                  <a:pt x="221" y="13424"/>
                </a:lnTo>
                <a:lnTo>
                  <a:pt x="221" y="13279"/>
                </a:lnTo>
                <a:lnTo>
                  <a:pt x="291" y="12961"/>
                </a:lnTo>
                <a:lnTo>
                  <a:pt x="291" y="12816"/>
                </a:lnTo>
                <a:lnTo>
                  <a:pt x="291" y="12555"/>
                </a:lnTo>
                <a:lnTo>
                  <a:pt x="291" y="12352"/>
                </a:lnTo>
                <a:lnTo>
                  <a:pt x="365" y="12091"/>
                </a:lnTo>
                <a:lnTo>
                  <a:pt x="365" y="11888"/>
                </a:lnTo>
                <a:lnTo>
                  <a:pt x="365" y="11627"/>
                </a:lnTo>
                <a:lnTo>
                  <a:pt x="439" y="11366"/>
                </a:lnTo>
                <a:lnTo>
                  <a:pt x="439" y="11163"/>
                </a:lnTo>
                <a:lnTo>
                  <a:pt x="439" y="11018"/>
                </a:lnTo>
                <a:lnTo>
                  <a:pt x="513" y="10757"/>
                </a:lnTo>
                <a:lnTo>
                  <a:pt x="513" y="10496"/>
                </a:lnTo>
                <a:lnTo>
                  <a:pt x="583" y="10235"/>
                </a:lnTo>
                <a:lnTo>
                  <a:pt x="583" y="10090"/>
                </a:lnTo>
                <a:lnTo>
                  <a:pt x="583" y="9829"/>
                </a:lnTo>
                <a:lnTo>
                  <a:pt x="657" y="9568"/>
                </a:lnTo>
                <a:lnTo>
                  <a:pt x="657" y="9423"/>
                </a:lnTo>
                <a:lnTo>
                  <a:pt x="657" y="9162"/>
                </a:lnTo>
                <a:lnTo>
                  <a:pt x="731" y="8901"/>
                </a:lnTo>
                <a:lnTo>
                  <a:pt x="731" y="8640"/>
                </a:lnTo>
                <a:lnTo>
                  <a:pt x="805" y="8495"/>
                </a:lnTo>
                <a:lnTo>
                  <a:pt x="805" y="8234"/>
                </a:lnTo>
                <a:lnTo>
                  <a:pt x="805" y="8031"/>
                </a:lnTo>
                <a:lnTo>
                  <a:pt x="879" y="7770"/>
                </a:lnTo>
                <a:lnTo>
                  <a:pt x="879" y="7509"/>
                </a:lnTo>
                <a:lnTo>
                  <a:pt x="949" y="7306"/>
                </a:lnTo>
                <a:lnTo>
                  <a:pt x="949" y="7161"/>
                </a:lnTo>
                <a:lnTo>
                  <a:pt x="949" y="6987"/>
                </a:lnTo>
                <a:lnTo>
                  <a:pt x="1023" y="6842"/>
                </a:lnTo>
                <a:lnTo>
                  <a:pt x="1023" y="6697"/>
                </a:lnTo>
                <a:lnTo>
                  <a:pt x="1023" y="6523"/>
                </a:lnTo>
                <a:lnTo>
                  <a:pt x="1097" y="6379"/>
                </a:lnTo>
                <a:lnTo>
                  <a:pt x="1097" y="6176"/>
                </a:lnTo>
                <a:lnTo>
                  <a:pt x="1097" y="6031"/>
                </a:lnTo>
                <a:lnTo>
                  <a:pt x="1170" y="5857"/>
                </a:lnTo>
                <a:lnTo>
                  <a:pt x="1170" y="5654"/>
                </a:lnTo>
                <a:lnTo>
                  <a:pt x="1170" y="5451"/>
                </a:lnTo>
                <a:lnTo>
                  <a:pt x="1241" y="5248"/>
                </a:lnTo>
                <a:lnTo>
                  <a:pt x="1241" y="5045"/>
                </a:lnTo>
                <a:lnTo>
                  <a:pt x="1315" y="4842"/>
                </a:lnTo>
                <a:lnTo>
                  <a:pt x="1315" y="4639"/>
                </a:lnTo>
                <a:lnTo>
                  <a:pt x="1389" y="4378"/>
                </a:lnTo>
                <a:lnTo>
                  <a:pt x="1462" y="4117"/>
                </a:lnTo>
                <a:lnTo>
                  <a:pt x="1462" y="3972"/>
                </a:lnTo>
                <a:lnTo>
                  <a:pt x="1462" y="3798"/>
                </a:lnTo>
                <a:lnTo>
                  <a:pt x="1533" y="3653"/>
                </a:lnTo>
                <a:lnTo>
                  <a:pt x="1533" y="3508"/>
                </a:lnTo>
                <a:lnTo>
                  <a:pt x="1607" y="3305"/>
                </a:lnTo>
                <a:lnTo>
                  <a:pt x="1607" y="3131"/>
                </a:lnTo>
                <a:lnTo>
                  <a:pt x="1681" y="2986"/>
                </a:lnTo>
                <a:lnTo>
                  <a:pt x="1681" y="2841"/>
                </a:lnTo>
                <a:lnTo>
                  <a:pt x="1754" y="2667"/>
                </a:lnTo>
                <a:lnTo>
                  <a:pt x="1754" y="2522"/>
                </a:lnTo>
                <a:lnTo>
                  <a:pt x="1825" y="2377"/>
                </a:lnTo>
                <a:lnTo>
                  <a:pt x="1825" y="2174"/>
                </a:lnTo>
                <a:lnTo>
                  <a:pt x="1899" y="2000"/>
                </a:lnTo>
                <a:lnTo>
                  <a:pt x="1899" y="1855"/>
                </a:lnTo>
                <a:lnTo>
                  <a:pt x="1972" y="1710"/>
                </a:lnTo>
                <a:lnTo>
                  <a:pt x="2046" y="1536"/>
                </a:lnTo>
                <a:lnTo>
                  <a:pt x="2046" y="1391"/>
                </a:lnTo>
                <a:lnTo>
                  <a:pt x="2120" y="1246"/>
                </a:lnTo>
                <a:lnTo>
                  <a:pt x="2191" y="1043"/>
                </a:lnTo>
                <a:lnTo>
                  <a:pt x="2264" y="869"/>
                </a:lnTo>
                <a:lnTo>
                  <a:pt x="2264" y="724"/>
                </a:lnTo>
                <a:lnTo>
                  <a:pt x="2338" y="579"/>
                </a:lnTo>
                <a:lnTo>
                  <a:pt x="2483" y="463"/>
                </a:lnTo>
                <a:lnTo>
                  <a:pt x="2483" y="318"/>
                </a:lnTo>
                <a:lnTo>
                  <a:pt x="2630" y="202"/>
                </a:lnTo>
                <a:lnTo>
                  <a:pt x="2704" y="57"/>
                </a:lnTo>
                <a:lnTo>
                  <a:pt x="2704" y="57"/>
                </a:lnTo>
                <a:lnTo>
                  <a:pt x="2848" y="0"/>
                </a:lnTo>
                <a:lnTo>
                  <a:pt x="2848" y="0"/>
                </a:lnTo>
                <a:lnTo>
                  <a:pt x="2996" y="0"/>
                </a:lnTo>
                <a:lnTo>
                  <a:pt x="3066" y="0"/>
                </a:lnTo>
                <a:lnTo>
                  <a:pt x="3214" y="57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680528" y="3074581"/>
            <a:ext cx="3140" cy="20470"/>
          </a:xfrm>
          <a:custGeom>
            <a:avLst/>
            <a:gdLst/>
            <a:ahLst/>
            <a:cxnLst/>
            <a:rect l="l" t="t" r="r" b="b"/>
            <a:pathLst>
              <a:path w="3140" h="20470">
                <a:moveTo>
                  <a:pt x="0" y="0"/>
                </a:moveTo>
                <a:lnTo>
                  <a:pt x="0" y="57"/>
                </a:lnTo>
                <a:lnTo>
                  <a:pt x="147" y="202"/>
                </a:lnTo>
                <a:lnTo>
                  <a:pt x="218" y="347"/>
                </a:lnTo>
                <a:lnTo>
                  <a:pt x="291" y="521"/>
                </a:lnTo>
                <a:lnTo>
                  <a:pt x="365" y="666"/>
                </a:lnTo>
                <a:lnTo>
                  <a:pt x="439" y="811"/>
                </a:lnTo>
                <a:lnTo>
                  <a:pt x="510" y="985"/>
                </a:lnTo>
                <a:lnTo>
                  <a:pt x="510" y="1130"/>
                </a:lnTo>
                <a:lnTo>
                  <a:pt x="583" y="1275"/>
                </a:lnTo>
                <a:lnTo>
                  <a:pt x="657" y="1478"/>
                </a:lnTo>
                <a:lnTo>
                  <a:pt x="731" y="1652"/>
                </a:lnTo>
                <a:lnTo>
                  <a:pt x="731" y="1797"/>
                </a:lnTo>
                <a:lnTo>
                  <a:pt x="802" y="1942"/>
                </a:lnTo>
                <a:lnTo>
                  <a:pt x="875" y="2116"/>
                </a:lnTo>
                <a:lnTo>
                  <a:pt x="875" y="2261"/>
                </a:lnTo>
                <a:lnTo>
                  <a:pt x="949" y="2406"/>
                </a:lnTo>
                <a:lnTo>
                  <a:pt x="949" y="2609"/>
                </a:lnTo>
                <a:lnTo>
                  <a:pt x="1023" y="2783"/>
                </a:lnTo>
                <a:lnTo>
                  <a:pt x="1023" y="2928"/>
                </a:lnTo>
                <a:lnTo>
                  <a:pt x="1093" y="3073"/>
                </a:lnTo>
                <a:lnTo>
                  <a:pt x="1093" y="3247"/>
                </a:lnTo>
                <a:lnTo>
                  <a:pt x="1167" y="3450"/>
                </a:lnTo>
                <a:lnTo>
                  <a:pt x="1167" y="3595"/>
                </a:lnTo>
                <a:lnTo>
                  <a:pt x="1167" y="3740"/>
                </a:lnTo>
                <a:lnTo>
                  <a:pt x="1241" y="3914"/>
                </a:lnTo>
                <a:lnTo>
                  <a:pt x="1241" y="4117"/>
                </a:lnTo>
                <a:lnTo>
                  <a:pt x="1315" y="4262"/>
                </a:lnTo>
                <a:lnTo>
                  <a:pt x="1315" y="4465"/>
                </a:lnTo>
                <a:lnTo>
                  <a:pt x="1389" y="4668"/>
                </a:lnTo>
                <a:lnTo>
                  <a:pt x="1389" y="4842"/>
                </a:lnTo>
                <a:lnTo>
                  <a:pt x="1459" y="4987"/>
                </a:lnTo>
                <a:lnTo>
                  <a:pt x="1459" y="5132"/>
                </a:lnTo>
                <a:lnTo>
                  <a:pt x="1459" y="5335"/>
                </a:lnTo>
                <a:lnTo>
                  <a:pt x="1533" y="5509"/>
                </a:lnTo>
                <a:lnTo>
                  <a:pt x="1533" y="5712"/>
                </a:lnTo>
                <a:lnTo>
                  <a:pt x="1607" y="5915"/>
                </a:lnTo>
                <a:lnTo>
                  <a:pt x="1607" y="6118"/>
                </a:lnTo>
                <a:lnTo>
                  <a:pt x="1607" y="6263"/>
                </a:lnTo>
                <a:lnTo>
                  <a:pt x="1681" y="6466"/>
                </a:lnTo>
                <a:lnTo>
                  <a:pt x="1681" y="6639"/>
                </a:lnTo>
                <a:lnTo>
                  <a:pt x="1681" y="6784"/>
                </a:lnTo>
                <a:lnTo>
                  <a:pt x="1751" y="6929"/>
                </a:lnTo>
                <a:lnTo>
                  <a:pt x="1751" y="7103"/>
                </a:lnTo>
                <a:lnTo>
                  <a:pt x="1751" y="7248"/>
                </a:lnTo>
                <a:lnTo>
                  <a:pt x="1825" y="7451"/>
                </a:lnTo>
                <a:lnTo>
                  <a:pt x="1825" y="7596"/>
                </a:lnTo>
                <a:lnTo>
                  <a:pt x="1825" y="7770"/>
                </a:lnTo>
                <a:lnTo>
                  <a:pt x="1899" y="7915"/>
                </a:lnTo>
                <a:lnTo>
                  <a:pt x="1899" y="8060"/>
                </a:lnTo>
                <a:lnTo>
                  <a:pt x="1899" y="8321"/>
                </a:lnTo>
                <a:lnTo>
                  <a:pt x="1972" y="8524"/>
                </a:lnTo>
                <a:lnTo>
                  <a:pt x="1972" y="8785"/>
                </a:lnTo>
                <a:lnTo>
                  <a:pt x="1972" y="9046"/>
                </a:lnTo>
                <a:lnTo>
                  <a:pt x="2043" y="9191"/>
                </a:lnTo>
                <a:lnTo>
                  <a:pt x="2043" y="9452"/>
                </a:lnTo>
                <a:lnTo>
                  <a:pt x="2117" y="9713"/>
                </a:lnTo>
                <a:lnTo>
                  <a:pt x="2117" y="9974"/>
                </a:lnTo>
                <a:lnTo>
                  <a:pt x="2117" y="10119"/>
                </a:lnTo>
                <a:lnTo>
                  <a:pt x="2191" y="10380"/>
                </a:lnTo>
                <a:lnTo>
                  <a:pt x="2191" y="10641"/>
                </a:lnTo>
                <a:lnTo>
                  <a:pt x="2191" y="10786"/>
                </a:lnTo>
                <a:lnTo>
                  <a:pt x="2264" y="11047"/>
                </a:lnTo>
                <a:lnTo>
                  <a:pt x="2264" y="11366"/>
                </a:lnTo>
                <a:lnTo>
                  <a:pt x="2264" y="11511"/>
                </a:lnTo>
                <a:lnTo>
                  <a:pt x="2335" y="11772"/>
                </a:lnTo>
                <a:lnTo>
                  <a:pt x="2335" y="11917"/>
                </a:lnTo>
                <a:lnTo>
                  <a:pt x="2409" y="12236"/>
                </a:lnTo>
                <a:lnTo>
                  <a:pt x="2409" y="12381"/>
                </a:lnTo>
                <a:lnTo>
                  <a:pt x="2409" y="12642"/>
                </a:lnTo>
                <a:lnTo>
                  <a:pt x="2409" y="12845"/>
                </a:lnTo>
                <a:lnTo>
                  <a:pt x="2483" y="13105"/>
                </a:lnTo>
                <a:lnTo>
                  <a:pt x="2483" y="13308"/>
                </a:lnTo>
                <a:lnTo>
                  <a:pt x="2556" y="13569"/>
                </a:lnTo>
                <a:lnTo>
                  <a:pt x="2556" y="13772"/>
                </a:lnTo>
                <a:lnTo>
                  <a:pt x="2556" y="14033"/>
                </a:lnTo>
                <a:lnTo>
                  <a:pt x="2556" y="14236"/>
                </a:lnTo>
                <a:lnTo>
                  <a:pt x="2630" y="14555"/>
                </a:lnTo>
                <a:lnTo>
                  <a:pt x="2630" y="14700"/>
                </a:lnTo>
                <a:lnTo>
                  <a:pt x="2701" y="15019"/>
                </a:lnTo>
                <a:lnTo>
                  <a:pt x="2701" y="15164"/>
                </a:lnTo>
                <a:lnTo>
                  <a:pt x="2701" y="15367"/>
                </a:lnTo>
                <a:lnTo>
                  <a:pt x="2701" y="15686"/>
                </a:lnTo>
                <a:lnTo>
                  <a:pt x="2774" y="15831"/>
                </a:lnTo>
                <a:lnTo>
                  <a:pt x="2774" y="16034"/>
                </a:lnTo>
                <a:lnTo>
                  <a:pt x="2774" y="16353"/>
                </a:lnTo>
                <a:lnTo>
                  <a:pt x="2774" y="16556"/>
                </a:lnTo>
                <a:lnTo>
                  <a:pt x="2848" y="16701"/>
                </a:lnTo>
                <a:lnTo>
                  <a:pt x="2848" y="16904"/>
                </a:lnTo>
                <a:lnTo>
                  <a:pt x="2848" y="17223"/>
                </a:lnTo>
                <a:lnTo>
                  <a:pt x="2922" y="17426"/>
                </a:lnTo>
                <a:lnTo>
                  <a:pt x="2922" y="17571"/>
                </a:lnTo>
                <a:lnTo>
                  <a:pt x="2922" y="17745"/>
                </a:lnTo>
                <a:lnTo>
                  <a:pt x="2922" y="17948"/>
                </a:lnTo>
                <a:lnTo>
                  <a:pt x="2922" y="18093"/>
                </a:lnTo>
                <a:lnTo>
                  <a:pt x="2993" y="18296"/>
                </a:lnTo>
                <a:lnTo>
                  <a:pt x="2993" y="18499"/>
                </a:lnTo>
                <a:lnTo>
                  <a:pt x="2993" y="18818"/>
                </a:lnTo>
                <a:lnTo>
                  <a:pt x="3066" y="19021"/>
                </a:lnTo>
                <a:lnTo>
                  <a:pt x="3066" y="19224"/>
                </a:lnTo>
                <a:lnTo>
                  <a:pt x="3066" y="19543"/>
                </a:lnTo>
                <a:lnTo>
                  <a:pt x="3066" y="19745"/>
                </a:lnTo>
                <a:lnTo>
                  <a:pt x="3140" y="19948"/>
                </a:lnTo>
                <a:lnTo>
                  <a:pt x="3140" y="20151"/>
                </a:lnTo>
                <a:lnTo>
                  <a:pt x="3140" y="2035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683669" y="3095052"/>
            <a:ext cx="3214" cy="53728"/>
          </a:xfrm>
          <a:custGeom>
            <a:avLst/>
            <a:gdLst/>
            <a:ahLst/>
            <a:cxnLst/>
            <a:rect l="l" t="t" r="r" b="b"/>
            <a:pathLst>
              <a:path w="3214" h="53728">
                <a:moveTo>
                  <a:pt x="0" y="0"/>
                </a:moveTo>
                <a:lnTo>
                  <a:pt x="73" y="202"/>
                </a:lnTo>
                <a:lnTo>
                  <a:pt x="73" y="405"/>
                </a:lnTo>
                <a:lnTo>
                  <a:pt x="73" y="608"/>
                </a:lnTo>
                <a:lnTo>
                  <a:pt x="73" y="811"/>
                </a:lnTo>
                <a:lnTo>
                  <a:pt x="73" y="1014"/>
                </a:lnTo>
                <a:lnTo>
                  <a:pt x="144" y="1217"/>
                </a:lnTo>
                <a:lnTo>
                  <a:pt x="144" y="1420"/>
                </a:lnTo>
                <a:lnTo>
                  <a:pt x="144" y="1594"/>
                </a:lnTo>
                <a:lnTo>
                  <a:pt x="144" y="1797"/>
                </a:lnTo>
                <a:lnTo>
                  <a:pt x="218" y="2000"/>
                </a:lnTo>
                <a:lnTo>
                  <a:pt x="218" y="2203"/>
                </a:lnTo>
                <a:lnTo>
                  <a:pt x="218" y="2406"/>
                </a:lnTo>
                <a:lnTo>
                  <a:pt x="218" y="2609"/>
                </a:lnTo>
                <a:lnTo>
                  <a:pt x="218" y="2812"/>
                </a:lnTo>
                <a:lnTo>
                  <a:pt x="291" y="3015"/>
                </a:lnTo>
                <a:lnTo>
                  <a:pt x="291" y="3218"/>
                </a:lnTo>
                <a:lnTo>
                  <a:pt x="291" y="3392"/>
                </a:lnTo>
                <a:lnTo>
                  <a:pt x="291" y="3595"/>
                </a:lnTo>
                <a:lnTo>
                  <a:pt x="365" y="3798"/>
                </a:lnTo>
                <a:lnTo>
                  <a:pt x="365" y="4001"/>
                </a:lnTo>
                <a:lnTo>
                  <a:pt x="365" y="4204"/>
                </a:lnTo>
                <a:lnTo>
                  <a:pt x="365" y="4407"/>
                </a:lnTo>
                <a:lnTo>
                  <a:pt x="365" y="4610"/>
                </a:lnTo>
                <a:lnTo>
                  <a:pt x="436" y="4871"/>
                </a:lnTo>
                <a:lnTo>
                  <a:pt x="436" y="5074"/>
                </a:lnTo>
                <a:lnTo>
                  <a:pt x="436" y="5277"/>
                </a:lnTo>
                <a:lnTo>
                  <a:pt x="436" y="5451"/>
                </a:lnTo>
                <a:lnTo>
                  <a:pt x="436" y="5654"/>
                </a:lnTo>
                <a:lnTo>
                  <a:pt x="510" y="5944"/>
                </a:lnTo>
                <a:lnTo>
                  <a:pt x="510" y="6118"/>
                </a:lnTo>
                <a:lnTo>
                  <a:pt x="510" y="6321"/>
                </a:lnTo>
                <a:lnTo>
                  <a:pt x="510" y="6523"/>
                </a:lnTo>
                <a:lnTo>
                  <a:pt x="583" y="6784"/>
                </a:lnTo>
                <a:lnTo>
                  <a:pt x="583" y="6987"/>
                </a:lnTo>
                <a:lnTo>
                  <a:pt x="583" y="7190"/>
                </a:lnTo>
                <a:lnTo>
                  <a:pt x="583" y="7393"/>
                </a:lnTo>
                <a:lnTo>
                  <a:pt x="583" y="7654"/>
                </a:lnTo>
                <a:lnTo>
                  <a:pt x="657" y="7857"/>
                </a:lnTo>
                <a:lnTo>
                  <a:pt x="657" y="8060"/>
                </a:lnTo>
                <a:lnTo>
                  <a:pt x="657" y="8321"/>
                </a:lnTo>
                <a:lnTo>
                  <a:pt x="657" y="8524"/>
                </a:lnTo>
                <a:lnTo>
                  <a:pt x="731" y="8785"/>
                </a:lnTo>
                <a:lnTo>
                  <a:pt x="731" y="8988"/>
                </a:lnTo>
                <a:lnTo>
                  <a:pt x="731" y="9191"/>
                </a:lnTo>
                <a:lnTo>
                  <a:pt x="731" y="9452"/>
                </a:lnTo>
                <a:lnTo>
                  <a:pt x="731" y="9655"/>
                </a:lnTo>
                <a:lnTo>
                  <a:pt x="802" y="9916"/>
                </a:lnTo>
                <a:lnTo>
                  <a:pt x="802" y="10119"/>
                </a:lnTo>
                <a:lnTo>
                  <a:pt x="802" y="10380"/>
                </a:lnTo>
                <a:lnTo>
                  <a:pt x="802" y="10583"/>
                </a:lnTo>
                <a:lnTo>
                  <a:pt x="875" y="10786"/>
                </a:lnTo>
                <a:lnTo>
                  <a:pt x="875" y="11047"/>
                </a:lnTo>
                <a:lnTo>
                  <a:pt x="875" y="11250"/>
                </a:lnTo>
                <a:lnTo>
                  <a:pt x="875" y="11511"/>
                </a:lnTo>
                <a:lnTo>
                  <a:pt x="875" y="11772"/>
                </a:lnTo>
                <a:lnTo>
                  <a:pt x="949" y="11975"/>
                </a:lnTo>
                <a:lnTo>
                  <a:pt x="949" y="12236"/>
                </a:lnTo>
                <a:lnTo>
                  <a:pt x="949" y="12439"/>
                </a:lnTo>
                <a:lnTo>
                  <a:pt x="949" y="12700"/>
                </a:lnTo>
                <a:lnTo>
                  <a:pt x="1023" y="12903"/>
                </a:lnTo>
                <a:lnTo>
                  <a:pt x="1023" y="13192"/>
                </a:lnTo>
                <a:lnTo>
                  <a:pt x="1023" y="13453"/>
                </a:lnTo>
                <a:lnTo>
                  <a:pt x="1023" y="13656"/>
                </a:lnTo>
                <a:lnTo>
                  <a:pt x="1023" y="13917"/>
                </a:lnTo>
                <a:lnTo>
                  <a:pt x="1093" y="14178"/>
                </a:lnTo>
                <a:lnTo>
                  <a:pt x="1093" y="14381"/>
                </a:lnTo>
                <a:lnTo>
                  <a:pt x="1093" y="14642"/>
                </a:lnTo>
                <a:lnTo>
                  <a:pt x="1093" y="14903"/>
                </a:lnTo>
                <a:lnTo>
                  <a:pt x="1167" y="15106"/>
                </a:lnTo>
                <a:lnTo>
                  <a:pt x="1167" y="15367"/>
                </a:lnTo>
                <a:lnTo>
                  <a:pt x="1167" y="15628"/>
                </a:lnTo>
                <a:lnTo>
                  <a:pt x="1167" y="15918"/>
                </a:lnTo>
                <a:lnTo>
                  <a:pt x="1167" y="16092"/>
                </a:lnTo>
                <a:lnTo>
                  <a:pt x="1241" y="16382"/>
                </a:lnTo>
                <a:lnTo>
                  <a:pt x="1241" y="16643"/>
                </a:lnTo>
                <a:lnTo>
                  <a:pt x="1241" y="16904"/>
                </a:lnTo>
                <a:lnTo>
                  <a:pt x="1241" y="17107"/>
                </a:lnTo>
                <a:lnTo>
                  <a:pt x="1241" y="17368"/>
                </a:lnTo>
                <a:lnTo>
                  <a:pt x="1315" y="17629"/>
                </a:lnTo>
                <a:lnTo>
                  <a:pt x="1315" y="17890"/>
                </a:lnTo>
                <a:lnTo>
                  <a:pt x="1315" y="18180"/>
                </a:lnTo>
                <a:lnTo>
                  <a:pt x="1315" y="18441"/>
                </a:lnTo>
                <a:lnTo>
                  <a:pt x="1385" y="18702"/>
                </a:lnTo>
                <a:lnTo>
                  <a:pt x="1385" y="18905"/>
                </a:lnTo>
                <a:lnTo>
                  <a:pt x="1385" y="19166"/>
                </a:lnTo>
                <a:lnTo>
                  <a:pt x="1385" y="19427"/>
                </a:lnTo>
                <a:lnTo>
                  <a:pt x="1385" y="19687"/>
                </a:lnTo>
                <a:lnTo>
                  <a:pt x="1459" y="19948"/>
                </a:lnTo>
                <a:lnTo>
                  <a:pt x="1459" y="20238"/>
                </a:lnTo>
                <a:lnTo>
                  <a:pt x="1459" y="20499"/>
                </a:lnTo>
                <a:lnTo>
                  <a:pt x="1459" y="20760"/>
                </a:lnTo>
                <a:lnTo>
                  <a:pt x="1533" y="21021"/>
                </a:lnTo>
                <a:lnTo>
                  <a:pt x="1533" y="21282"/>
                </a:lnTo>
                <a:lnTo>
                  <a:pt x="1533" y="21543"/>
                </a:lnTo>
                <a:lnTo>
                  <a:pt x="1533" y="21833"/>
                </a:lnTo>
                <a:lnTo>
                  <a:pt x="1533" y="22094"/>
                </a:lnTo>
                <a:lnTo>
                  <a:pt x="1607" y="22355"/>
                </a:lnTo>
                <a:lnTo>
                  <a:pt x="1607" y="22616"/>
                </a:lnTo>
                <a:lnTo>
                  <a:pt x="1607" y="22877"/>
                </a:lnTo>
                <a:lnTo>
                  <a:pt x="1607" y="23167"/>
                </a:lnTo>
                <a:lnTo>
                  <a:pt x="1677" y="23428"/>
                </a:lnTo>
                <a:lnTo>
                  <a:pt x="1677" y="23689"/>
                </a:lnTo>
                <a:lnTo>
                  <a:pt x="1677" y="23950"/>
                </a:lnTo>
                <a:lnTo>
                  <a:pt x="1677" y="24269"/>
                </a:lnTo>
                <a:lnTo>
                  <a:pt x="1677" y="24559"/>
                </a:lnTo>
                <a:lnTo>
                  <a:pt x="1751" y="24820"/>
                </a:lnTo>
                <a:lnTo>
                  <a:pt x="1751" y="25081"/>
                </a:lnTo>
                <a:lnTo>
                  <a:pt x="1751" y="25342"/>
                </a:lnTo>
                <a:lnTo>
                  <a:pt x="1751" y="25603"/>
                </a:lnTo>
                <a:lnTo>
                  <a:pt x="1825" y="25951"/>
                </a:lnTo>
                <a:lnTo>
                  <a:pt x="1825" y="26211"/>
                </a:lnTo>
                <a:lnTo>
                  <a:pt x="1825" y="26472"/>
                </a:lnTo>
                <a:lnTo>
                  <a:pt x="1825" y="26733"/>
                </a:lnTo>
                <a:lnTo>
                  <a:pt x="1825" y="27023"/>
                </a:lnTo>
                <a:lnTo>
                  <a:pt x="1899" y="27342"/>
                </a:lnTo>
                <a:lnTo>
                  <a:pt x="1899" y="27603"/>
                </a:lnTo>
                <a:lnTo>
                  <a:pt x="1899" y="27864"/>
                </a:lnTo>
                <a:lnTo>
                  <a:pt x="1899" y="28212"/>
                </a:lnTo>
                <a:lnTo>
                  <a:pt x="1972" y="28473"/>
                </a:lnTo>
                <a:lnTo>
                  <a:pt x="1972" y="28734"/>
                </a:lnTo>
                <a:lnTo>
                  <a:pt x="1972" y="28995"/>
                </a:lnTo>
                <a:lnTo>
                  <a:pt x="1972" y="29343"/>
                </a:lnTo>
                <a:lnTo>
                  <a:pt x="1972" y="29604"/>
                </a:lnTo>
                <a:lnTo>
                  <a:pt x="2043" y="29865"/>
                </a:lnTo>
                <a:lnTo>
                  <a:pt x="2043" y="30213"/>
                </a:lnTo>
                <a:lnTo>
                  <a:pt x="2043" y="30474"/>
                </a:lnTo>
                <a:lnTo>
                  <a:pt x="2043" y="30793"/>
                </a:lnTo>
                <a:lnTo>
                  <a:pt x="2043" y="31054"/>
                </a:lnTo>
                <a:lnTo>
                  <a:pt x="2117" y="31344"/>
                </a:lnTo>
                <a:lnTo>
                  <a:pt x="2117" y="31663"/>
                </a:lnTo>
                <a:lnTo>
                  <a:pt x="2117" y="31924"/>
                </a:lnTo>
                <a:lnTo>
                  <a:pt x="2117" y="32272"/>
                </a:lnTo>
                <a:lnTo>
                  <a:pt x="2191" y="32533"/>
                </a:lnTo>
                <a:lnTo>
                  <a:pt x="2191" y="32851"/>
                </a:lnTo>
                <a:lnTo>
                  <a:pt x="2191" y="33141"/>
                </a:lnTo>
                <a:lnTo>
                  <a:pt x="2191" y="33460"/>
                </a:lnTo>
                <a:lnTo>
                  <a:pt x="2191" y="33721"/>
                </a:lnTo>
                <a:lnTo>
                  <a:pt x="2264" y="34069"/>
                </a:lnTo>
                <a:lnTo>
                  <a:pt x="2264" y="34330"/>
                </a:lnTo>
                <a:lnTo>
                  <a:pt x="2264" y="34649"/>
                </a:lnTo>
                <a:lnTo>
                  <a:pt x="2264" y="34910"/>
                </a:lnTo>
                <a:lnTo>
                  <a:pt x="2335" y="35258"/>
                </a:lnTo>
                <a:lnTo>
                  <a:pt x="2335" y="35519"/>
                </a:lnTo>
                <a:lnTo>
                  <a:pt x="2335" y="35867"/>
                </a:lnTo>
                <a:lnTo>
                  <a:pt x="2335" y="36186"/>
                </a:lnTo>
                <a:lnTo>
                  <a:pt x="2335" y="36447"/>
                </a:lnTo>
                <a:lnTo>
                  <a:pt x="2409" y="36795"/>
                </a:lnTo>
                <a:lnTo>
                  <a:pt x="2409" y="37056"/>
                </a:lnTo>
                <a:lnTo>
                  <a:pt x="2409" y="37375"/>
                </a:lnTo>
                <a:lnTo>
                  <a:pt x="2409" y="37723"/>
                </a:lnTo>
                <a:lnTo>
                  <a:pt x="2483" y="37984"/>
                </a:lnTo>
                <a:lnTo>
                  <a:pt x="2483" y="38303"/>
                </a:lnTo>
                <a:lnTo>
                  <a:pt x="2483" y="38651"/>
                </a:lnTo>
                <a:lnTo>
                  <a:pt x="2483" y="38912"/>
                </a:lnTo>
                <a:lnTo>
                  <a:pt x="2483" y="39230"/>
                </a:lnTo>
                <a:lnTo>
                  <a:pt x="2556" y="39578"/>
                </a:lnTo>
                <a:lnTo>
                  <a:pt x="2556" y="39839"/>
                </a:lnTo>
                <a:lnTo>
                  <a:pt x="2556" y="40187"/>
                </a:lnTo>
                <a:lnTo>
                  <a:pt x="2556" y="40506"/>
                </a:lnTo>
                <a:lnTo>
                  <a:pt x="2627" y="40854"/>
                </a:lnTo>
                <a:lnTo>
                  <a:pt x="2627" y="41173"/>
                </a:lnTo>
                <a:lnTo>
                  <a:pt x="2627" y="41434"/>
                </a:lnTo>
                <a:lnTo>
                  <a:pt x="2627" y="41782"/>
                </a:lnTo>
                <a:lnTo>
                  <a:pt x="2627" y="42101"/>
                </a:lnTo>
                <a:lnTo>
                  <a:pt x="2701" y="42449"/>
                </a:lnTo>
                <a:lnTo>
                  <a:pt x="2701" y="42768"/>
                </a:lnTo>
                <a:lnTo>
                  <a:pt x="2701" y="43029"/>
                </a:lnTo>
                <a:lnTo>
                  <a:pt x="2701" y="43377"/>
                </a:lnTo>
                <a:lnTo>
                  <a:pt x="2774" y="43696"/>
                </a:lnTo>
                <a:lnTo>
                  <a:pt x="2774" y="44044"/>
                </a:lnTo>
                <a:lnTo>
                  <a:pt x="2774" y="44363"/>
                </a:lnTo>
                <a:lnTo>
                  <a:pt x="2774" y="44711"/>
                </a:lnTo>
                <a:lnTo>
                  <a:pt x="2774" y="45030"/>
                </a:lnTo>
                <a:lnTo>
                  <a:pt x="2848" y="45291"/>
                </a:lnTo>
                <a:lnTo>
                  <a:pt x="2848" y="45638"/>
                </a:lnTo>
                <a:lnTo>
                  <a:pt x="2848" y="45957"/>
                </a:lnTo>
                <a:lnTo>
                  <a:pt x="2848" y="46305"/>
                </a:lnTo>
                <a:lnTo>
                  <a:pt x="2848" y="46624"/>
                </a:lnTo>
                <a:lnTo>
                  <a:pt x="2919" y="46972"/>
                </a:lnTo>
                <a:lnTo>
                  <a:pt x="2919" y="47291"/>
                </a:lnTo>
                <a:lnTo>
                  <a:pt x="2919" y="47610"/>
                </a:lnTo>
                <a:lnTo>
                  <a:pt x="2919" y="47958"/>
                </a:lnTo>
                <a:lnTo>
                  <a:pt x="2993" y="48277"/>
                </a:lnTo>
                <a:lnTo>
                  <a:pt x="2993" y="48625"/>
                </a:lnTo>
                <a:lnTo>
                  <a:pt x="2993" y="48944"/>
                </a:lnTo>
                <a:lnTo>
                  <a:pt x="2993" y="49292"/>
                </a:lnTo>
                <a:lnTo>
                  <a:pt x="2993" y="49611"/>
                </a:lnTo>
                <a:lnTo>
                  <a:pt x="3066" y="49959"/>
                </a:lnTo>
                <a:lnTo>
                  <a:pt x="3066" y="50278"/>
                </a:lnTo>
                <a:lnTo>
                  <a:pt x="3066" y="50684"/>
                </a:lnTo>
                <a:lnTo>
                  <a:pt x="3066" y="51003"/>
                </a:lnTo>
                <a:lnTo>
                  <a:pt x="3140" y="51351"/>
                </a:lnTo>
                <a:lnTo>
                  <a:pt x="3140" y="51670"/>
                </a:lnTo>
                <a:lnTo>
                  <a:pt x="3140" y="52018"/>
                </a:lnTo>
                <a:lnTo>
                  <a:pt x="3140" y="52336"/>
                </a:lnTo>
                <a:lnTo>
                  <a:pt x="3140" y="52684"/>
                </a:lnTo>
                <a:lnTo>
                  <a:pt x="3214" y="53003"/>
                </a:lnTo>
                <a:lnTo>
                  <a:pt x="3214" y="53409"/>
                </a:lnTo>
                <a:lnTo>
                  <a:pt x="3214" y="5372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686883" y="3148780"/>
            <a:ext cx="3211" cy="81071"/>
          </a:xfrm>
          <a:custGeom>
            <a:avLst/>
            <a:gdLst/>
            <a:ahLst/>
            <a:cxnLst/>
            <a:rect l="l" t="t" r="r" b="b"/>
            <a:pathLst>
              <a:path w="3211" h="81071">
                <a:moveTo>
                  <a:pt x="0" y="0"/>
                </a:moveTo>
                <a:lnTo>
                  <a:pt x="0" y="347"/>
                </a:lnTo>
                <a:lnTo>
                  <a:pt x="70" y="666"/>
                </a:lnTo>
                <a:lnTo>
                  <a:pt x="70" y="1014"/>
                </a:lnTo>
                <a:lnTo>
                  <a:pt x="70" y="1420"/>
                </a:lnTo>
                <a:lnTo>
                  <a:pt x="70" y="1739"/>
                </a:lnTo>
                <a:lnTo>
                  <a:pt x="70" y="2087"/>
                </a:lnTo>
                <a:lnTo>
                  <a:pt x="144" y="2406"/>
                </a:lnTo>
                <a:lnTo>
                  <a:pt x="144" y="2812"/>
                </a:lnTo>
                <a:lnTo>
                  <a:pt x="144" y="3131"/>
                </a:lnTo>
                <a:lnTo>
                  <a:pt x="144" y="3479"/>
                </a:lnTo>
                <a:lnTo>
                  <a:pt x="218" y="3798"/>
                </a:lnTo>
                <a:lnTo>
                  <a:pt x="218" y="4204"/>
                </a:lnTo>
                <a:lnTo>
                  <a:pt x="218" y="4523"/>
                </a:lnTo>
                <a:lnTo>
                  <a:pt x="218" y="4871"/>
                </a:lnTo>
                <a:lnTo>
                  <a:pt x="218" y="5277"/>
                </a:lnTo>
                <a:lnTo>
                  <a:pt x="291" y="5596"/>
                </a:lnTo>
                <a:lnTo>
                  <a:pt x="291" y="5944"/>
                </a:lnTo>
                <a:lnTo>
                  <a:pt x="291" y="6321"/>
                </a:lnTo>
                <a:lnTo>
                  <a:pt x="291" y="6668"/>
                </a:lnTo>
                <a:lnTo>
                  <a:pt x="362" y="6987"/>
                </a:lnTo>
                <a:lnTo>
                  <a:pt x="362" y="7393"/>
                </a:lnTo>
                <a:lnTo>
                  <a:pt x="362" y="7712"/>
                </a:lnTo>
                <a:lnTo>
                  <a:pt x="362" y="8118"/>
                </a:lnTo>
                <a:lnTo>
                  <a:pt x="362" y="8466"/>
                </a:lnTo>
                <a:lnTo>
                  <a:pt x="436" y="8843"/>
                </a:lnTo>
                <a:lnTo>
                  <a:pt x="436" y="9191"/>
                </a:lnTo>
                <a:lnTo>
                  <a:pt x="436" y="9510"/>
                </a:lnTo>
                <a:lnTo>
                  <a:pt x="436" y="9916"/>
                </a:lnTo>
                <a:lnTo>
                  <a:pt x="436" y="10264"/>
                </a:lnTo>
                <a:lnTo>
                  <a:pt x="510" y="10641"/>
                </a:lnTo>
                <a:lnTo>
                  <a:pt x="510" y="10989"/>
                </a:lnTo>
                <a:lnTo>
                  <a:pt x="510" y="11395"/>
                </a:lnTo>
                <a:lnTo>
                  <a:pt x="510" y="11714"/>
                </a:lnTo>
                <a:lnTo>
                  <a:pt x="583" y="12120"/>
                </a:lnTo>
                <a:lnTo>
                  <a:pt x="583" y="12439"/>
                </a:lnTo>
                <a:lnTo>
                  <a:pt x="583" y="12845"/>
                </a:lnTo>
                <a:lnTo>
                  <a:pt x="583" y="13250"/>
                </a:lnTo>
                <a:lnTo>
                  <a:pt x="583" y="13569"/>
                </a:lnTo>
                <a:lnTo>
                  <a:pt x="654" y="13975"/>
                </a:lnTo>
                <a:lnTo>
                  <a:pt x="654" y="14323"/>
                </a:lnTo>
                <a:lnTo>
                  <a:pt x="654" y="14700"/>
                </a:lnTo>
                <a:lnTo>
                  <a:pt x="654" y="15048"/>
                </a:lnTo>
                <a:lnTo>
                  <a:pt x="728" y="15425"/>
                </a:lnTo>
                <a:lnTo>
                  <a:pt x="728" y="15831"/>
                </a:lnTo>
                <a:lnTo>
                  <a:pt x="728" y="16179"/>
                </a:lnTo>
                <a:lnTo>
                  <a:pt x="728" y="16556"/>
                </a:lnTo>
                <a:lnTo>
                  <a:pt x="728" y="16962"/>
                </a:lnTo>
                <a:lnTo>
                  <a:pt x="802" y="17310"/>
                </a:lnTo>
                <a:lnTo>
                  <a:pt x="802" y="17687"/>
                </a:lnTo>
                <a:lnTo>
                  <a:pt x="802" y="18093"/>
                </a:lnTo>
                <a:lnTo>
                  <a:pt x="802" y="18441"/>
                </a:lnTo>
                <a:lnTo>
                  <a:pt x="875" y="18818"/>
                </a:lnTo>
                <a:lnTo>
                  <a:pt x="875" y="19224"/>
                </a:lnTo>
                <a:lnTo>
                  <a:pt x="875" y="19571"/>
                </a:lnTo>
                <a:lnTo>
                  <a:pt x="875" y="19948"/>
                </a:lnTo>
                <a:lnTo>
                  <a:pt x="875" y="20354"/>
                </a:lnTo>
                <a:lnTo>
                  <a:pt x="946" y="20760"/>
                </a:lnTo>
                <a:lnTo>
                  <a:pt x="946" y="21079"/>
                </a:lnTo>
                <a:lnTo>
                  <a:pt x="946" y="21485"/>
                </a:lnTo>
                <a:lnTo>
                  <a:pt x="946" y="21891"/>
                </a:lnTo>
                <a:lnTo>
                  <a:pt x="1020" y="22297"/>
                </a:lnTo>
                <a:lnTo>
                  <a:pt x="1020" y="22674"/>
                </a:lnTo>
                <a:lnTo>
                  <a:pt x="1020" y="23022"/>
                </a:lnTo>
                <a:lnTo>
                  <a:pt x="1020" y="23428"/>
                </a:lnTo>
                <a:lnTo>
                  <a:pt x="1020" y="23805"/>
                </a:lnTo>
                <a:lnTo>
                  <a:pt x="1093" y="24211"/>
                </a:lnTo>
                <a:lnTo>
                  <a:pt x="1093" y="24617"/>
                </a:lnTo>
                <a:lnTo>
                  <a:pt x="1093" y="25023"/>
                </a:lnTo>
                <a:lnTo>
                  <a:pt x="1093" y="25342"/>
                </a:lnTo>
                <a:lnTo>
                  <a:pt x="1167" y="25748"/>
                </a:lnTo>
                <a:lnTo>
                  <a:pt x="1167" y="26153"/>
                </a:lnTo>
                <a:lnTo>
                  <a:pt x="1167" y="26530"/>
                </a:lnTo>
                <a:lnTo>
                  <a:pt x="1167" y="26936"/>
                </a:lnTo>
                <a:lnTo>
                  <a:pt x="1167" y="27342"/>
                </a:lnTo>
                <a:lnTo>
                  <a:pt x="1241" y="27748"/>
                </a:lnTo>
                <a:lnTo>
                  <a:pt x="1241" y="28154"/>
                </a:lnTo>
                <a:lnTo>
                  <a:pt x="1241" y="28531"/>
                </a:lnTo>
                <a:lnTo>
                  <a:pt x="1241" y="28937"/>
                </a:lnTo>
                <a:lnTo>
                  <a:pt x="1241" y="29343"/>
                </a:lnTo>
                <a:lnTo>
                  <a:pt x="1312" y="29749"/>
                </a:lnTo>
                <a:lnTo>
                  <a:pt x="1312" y="30126"/>
                </a:lnTo>
                <a:lnTo>
                  <a:pt x="1312" y="30532"/>
                </a:lnTo>
                <a:lnTo>
                  <a:pt x="1312" y="30938"/>
                </a:lnTo>
                <a:lnTo>
                  <a:pt x="1385" y="31344"/>
                </a:lnTo>
                <a:lnTo>
                  <a:pt x="1385" y="31721"/>
                </a:lnTo>
                <a:lnTo>
                  <a:pt x="1385" y="32127"/>
                </a:lnTo>
                <a:lnTo>
                  <a:pt x="1385" y="32533"/>
                </a:lnTo>
                <a:lnTo>
                  <a:pt x="1385" y="32938"/>
                </a:lnTo>
                <a:lnTo>
                  <a:pt x="1459" y="33315"/>
                </a:lnTo>
                <a:lnTo>
                  <a:pt x="1459" y="33721"/>
                </a:lnTo>
                <a:lnTo>
                  <a:pt x="1459" y="34127"/>
                </a:lnTo>
                <a:lnTo>
                  <a:pt x="1459" y="34533"/>
                </a:lnTo>
                <a:lnTo>
                  <a:pt x="1533" y="34910"/>
                </a:lnTo>
                <a:lnTo>
                  <a:pt x="1533" y="35316"/>
                </a:lnTo>
                <a:lnTo>
                  <a:pt x="1533" y="35722"/>
                </a:lnTo>
                <a:lnTo>
                  <a:pt x="1533" y="36128"/>
                </a:lnTo>
                <a:lnTo>
                  <a:pt x="1533" y="36592"/>
                </a:lnTo>
                <a:lnTo>
                  <a:pt x="1604" y="36998"/>
                </a:lnTo>
                <a:lnTo>
                  <a:pt x="1604" y="37375"/>
                </a:lnTo>
                <a:lnTo>
                  <a:pt x="1604" y="37781"/>
                </a:lnTo>
                <a:lnTo>
                  <a:pt x="1604" y="38187"/>
                </a:lnTo>
                <a:lnTo>
                  <a:pt x="1677" y="38593"/>
                </a:lnTo>
                <a:lnTo>
                  <a:pt x="1677" y="38970"/>
                </a:lnTo>
                <a:lnTo>
                  <a:pt x="1677" y="39433"/>
                </a:lnTo>
                <a:lnTo>
                  <a:pt x="1677" y="39839"/>
                </a:lnTo>
                <a:lnTo>
                  <a:pt x="1677" y="40245"/>
                </a:lnTo>
                <a:lnTo>
                  <a:pt x="1751" y="40651"/>
                </a:lnTo>
                <a:lnTo>
                  <a:pt x="1751" y="41115"/>
                </a:lnTo>
                <a:lnTo>
                  <a:pt x="1751" y="41492"/>
                </a:lnTo>
                <a:lnTo>
                  <a:pt x="1751" y="41898"/>
                </a:lnTo>
                <a:lnTo>
                  <a:pt x="1825" y="42304"/>
                </a:lnTo>
                <a:lnTo>
                  <a:pt x="1825" y="42710"/>
                </a:lnTo>
                <a:lnTo>
                  <a:pt x="1825" y="43174"/>
                </a:lnTo>
                <a:lnTo>
                  <a:pt x="1825" y="43580"/>
                </a:lnTo>
                <a:lnTo>
                  <a:pt x="1825" y="43957"/>
                </a:lnTo>
                <a:lnTo>
                  <a:pt x="1895" y="44421"/>
                </a:lnTo>
                <a:lnTo>
                  <a:pt x="1895" y="44827"/>
                </a:lnTo>
                <a:lnTo>
                  <a:pt x="1895" y="45233"/>
                </a:lnTo>
                <a:lnTo>
                  <a:pt x="1895" y="45696"/>
                </a:lnTo>
                <a:lnTo>
                  <a:pt x="1969" y="46102"/>
                </a:lnTo>
                <a:lnTo>
                  <a:pt x="1969" y="46479"/>
                </a:lnTo>
                <a:lnTo>
                  <a:pt x="1969" y="46972"/>
                </a:lnTo>
                <a:lnTo>
                  <a:pt x="1969" y="47349"/>
                </a:lnTo>
                <a:lnTo>
                  <a:pt x="1969" y="47755"/>
                </a:lnTo>
                <a:lnTo>
                  <a:pt x="2043" y="48219"/>
                </a:lnTo>
                <a:lnTo>
                  <a:pt x="2043" y="48625"/>
                </a:lnTo>
                <a:lnTo>
                  <a:pt x="2043" y="49031"/>
                </a:lnTo>
                <a:lnTo>
                  <a:pt x="2043" y="49495"/>
                </a:lnTo>
                <a:lnTo>
                  <a:pt x="2043" y="49872"/>
                </a:lnTo>
                <a:lnTo>
                  <a:pt x="2117" y="50336"/>
                </a:lnTo>
                <a:lnTo>
                  <a:pt x="2117" y="50742"/>
                </a:lnTo>
                <a:lnTo>
                  <a:pt x="2117" y="51206"/>
                </a:lnTo>
                <a:lnTo>
                  <a:pt x="2117" y="51612"/>
                </a:lnTo>
                <a:lnTo>
                  <a:pt x="2187" y="52018"/>
                </a:lnTo>
                <a:lnTo>
                  <a:pt x="2187" y="52481"/>
                </a:lnTo>
                <a:lnTo>
                  <a:pt x="2187" y="52887"/>
                </a:lnTo>
                <a:lnTo>
                  <a:pt x="2187" y="53351"/>
                </a:lnTo>
                <a:lnTo>
                  <a:pt x="2187" y="53728"/>
                </a:lnTo>
                <a:lnTo>
                  <a:pt x="2261" y="54221"/>
                </a:lnTo>
                <a:lnTo>
                  <a:pt x="2261" y="54598"/>
                </a:lnTo>
                <a:lnTo>
                  <a:pt x="2261" y="55062"/>
                </a:lnTo>
                <a:lnTo>
                  <a:pt x="2261" y="55468"/>
                </a:lnTo>
                <a:lnTo>
                  <a:pt x="2335" y="55932"/>
                </a:lnTo>
                <a:lnTo>
                  <a:pt x="2335" y="56338"/>
                </a:lnTo>
                <a:lnTo>
                  <a:pt x="2335" y="56802"/>
                </a:lnTo>
                <a:lnTo>
                  <a:pt x="2335" y="57266"/>
                </a:lnTo>
                <a:lnTo>
                  <a:pt x="2335" y="57672"/>
                </a:lnTo>
                <a:lnTo>
                  <a:pt x="2409" y="58136"/>
                </a:lnTo>
                <a:lnTo>
                  <a:pt x="2409" y="58542"/>
                </a:lnTo>
                <a:lnTo>
                  <a:pt x="2409" y="59005"/>
                </a:lnTo>
                <a:lnTo>
                  <a:pt x="2409" y="59382"/>
                </a:lnTo>
                <a:lnTo>
                  <a:pt x="2483" y="59846"/>
                </a:lnTo>
                <a:lnTo>
                  <a:pt x="2483" y="60310"/>
                </a:lnTo>
                <a:lnTo>
                  <a:pt x="2483" y="60716"/>
                </a:lnTo>
                <a:lnTo>
                  <a:pt x="2483" y="61180"/>
                </a:lnTo>
                <a:lnTo>
                  <a:pt x="2483" y="61586"/>
                </a:lnTo>
                <a:lnTo>
                  <a:pt x="2553" y="62050"/>
                </a:lnTo>
                <a:lnTo>
                  <a:pt x="2553" y="62514"/>
                </a:lnTo>
                <a:lnTo>
                  <a:pt x="2553" y="62920"/>
                </a:lnTo>
                <a:lnTo>
                  <a:pt x="2553" y="63384"/>
                </a:lnTo>
                <a:lnTo>
                  <a:pt x="2627" y="63848"/>
                </a:lnTo>
                <a:lnTo>
                  <a:pt x="2627" y="64254"/>
                </a:lnTo>
                <a:lnTo>
                  <a:pt x="2627" y="64718"/>
                </a:lnTo>
                <a:lnTo>
                  <a:pt x="2627" y="65182"/>
                </a:lnTo>
                <a:lnTo>
                  <a:pt x="2627" y="65645"/>
                </a:lnTo>
                <a:lnTo>
                  <a:pt x="2701" y="66051"/>
                </a:lnTo>
                <a:lnTo>
                  <a:pt x="2701" y="66515"/>
                </a:lnTo>
                <a:lnTo>
                  <a:pt x="2701" y="66979"/>
                </a:lnTo>
                <a:lnTo>
                  <a:pt x="2701" y="67385"/>
                </a:lnTo>
                <a:lnTo>
                  <a:pt x="2774" y="67849"/>
                </a:lnTo>
                <a:lnTo>
                  <a:pt x="2774" y="68313"/>
                </a:lnTo>
                <a:lnTo>
                  <a:pt x="2774" y="68777"/>
                </a:lnTo>
                <a:lnTo>
                  <a:pt x="2774" y="69241"/>
                </a:lnTo>
                <a:lnTo>
                  <a:pt x="2774" y="69647"/>
                </a:lnTo>
                <a:lnTo>
                  <a:pt x="2845" y="70111"/>
                </a:lnTo>
                <a:lnTo>
                  <a:pt x="2845" y="70575"/>
                </a:lnTo>
                <a:lnTo>
                  <a:pt x="2845" y="71039"/>
                </a:lnTo>
                <a:lnTo>
                  <a:pt x="2845" y="71416"/>
                </a:lnTo>
                <a:lnTo>
                  <a:pt x="2845" y="71908"/>
                </a:lnTo>
                <a:lnTo>
                  <a:pt x="2919" y="72372"/>
                </a:lnTo>
                <a:lnTo>
                  <a:pt x="2919" y="72836"/>
                </a:lnTo>
                <a:lnTo>
                  <a:pt x="2919" y="73300"/>
                </a:lnTo>
                <a:lnTo>
                  <a:pt x="2919" y="73764"/>
                </a:lnTo>
                <a:lnTo>
                  <a:pt x="2993" y="74170"/>
                </a:lnTo>
                <a:lnTo>
                  <a:pt x="2993" y="74634"/>
                </a:lnTo>
                <a:lnTo>
                  <a:pt x="2993" y="75098"/>
                </a:lnTo>
                <a:lnTo>
                  <a:pt x="2993" y="75562"/>
                </a:lnTo>
                <a:lnTo>
                  <a:pt x="2993" y="76026"/>
                </a:lnTo>
                <a:lnTo>
                  <a:pt x="3066" y="76490"/>
                </a:lnTo>
                <a:lnTo>
                  <a:pt x="3066" y="76954"/>
                </a:lnTo>
                <a:lnTo>
                  <a:pt x="3066" y="77418"/>
                </a:lnTo>
                <a:lnTo>
                  <a:pt x="3066" y="77882"/>
                </a:lnTo>
                <a:lnTo>
                  <a:pt x="3137" y="78345"/>
                </a:lnTo>
                <a:lnTo>
                  <a:pt x="3137" y="78751"/>
                </a:lnTo>
                <a:lnTo>
                  <a:pt x="3137" y="79215"/>
                </a:lnTo>
                <a:lnTo>
                  <a:pt x="3137" y="79679"/>
                </a:lnTo>
                <a:lnTo>
                  <a:pt x="3137" y="80143"/>
                </a:lnTo>
                <a:lnTo>
                  <a:pt x="3211" y="80607"/>
                </a:lnTo>
                <a:lnTo>
                  <a:pt x="3211" y="8107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690095" y="3229852"/>
            <a:ext cx="3214" cy="100469"/>
          </a:xfrm>
          <a:custGeom>
            <a:avLst/>
            <a:gdLst/>
            <a:ahLst/>
            <a:cxnLst/>
            <a:rect l="l" t="t" r="r" b="b"/>
            <a:pathLst>
              <a:path w="3214" h="100469">
                <a:moveTo>
                  <a:pt x="0" y="0"/>
                </a:moveTo>
                <a:lnTo>
                  <a:pt x="0" y="463"/>
                </a:lnTo>
                <a:lnTo>
                  <a:pt x="0" y="927"/>
                </a:lnTo>
                <a:lnTo>
                  <a:pt x="73" y="1391"/>
                </a:lnTo>
                <a:lnTo>
                  <a:pt x="73" y="1855"/>
                </a:lnTo>
                <a:lnTo>
                  <a:pt x="73" y="2319"/>
                </a:lnTo>
                <a:lnTo>
                  <a:pt x="73" y="2783"/>
                </a:lnTo>
                <a:lnTo>
                  <a:pt x="73" y="3247"/>
                </a:lnTo>
                <a:lnTo>
                  <a:pt x="147" y="3711"/>
                </a:lnTo>
                <a:lnTo>
                  <a:pt x="147" y="4175"/>
                </a:lnTo>
                <a:lnTo>
                  <a:pt x="147" y="4668"/>
                </a:lnTo>
                <a:lnTo>
                  <a:pt x="147" y="5132"/>
                </a:lnTo>
                <a:lnTo>
                  <a:pt x="218" y="5596"/>
                </a:lnTo>
                <a:lnTo>
                  <a:pt x="218" y="6060"/>
                </a:lnTo>
                <a:lnTo>
                  <a:pt x="218" y="6581"/>
                </a:lnTo>
                <a:lnTo>
                  <a:pt x="218" y="7045"/>
                </a:lnTo>
                <a:lnTo>
                  <a:pt x="218" y="7509"/>
                </a:lnTo>
                <a:lnTo>
                  <a:pt x="291" y="7973"/>
                </a:lnTo>
                <a:lnTo>
                  <a:pt x="291" y="8437"/>
                </a:lnTo>
                <a:lnTo>
                  <a:pt x="291" y="8901"/>
                </a:lnTo>
                <a:lnTo>
                  <a:pt x="291" y="9365"/>
                </a:lnTo>
                <a:lnTo>
                  <a:pt x="365" y="9829"/>
                </a:lnTo>
                <a:lnTo>
                  <a:pt x="365" y="10293"/>
                </a:lnTo>
                <a:lnTo>
                  <a:pt x="365" y="10844"/>
                </a:lnTo>
                <a:lnTo>
                  <a:pt x="365" y="11308"/>
                </a:lnTo>
                <a:lnTo>
                  <a:pt x="365" y="11772"/>
                </a:lnTo>
                <a:lnTo>
                  <a:pt x="439" y="12236"/>
                </a:lnTo>
                <a:lnTo>
                  <a:pt x="439" y="12700"/>
                </a:lnTo>
                <a:lnTo>
                  <a:pt x="439" y="13163"/>
                </a:lnTo>
                <a:lnTo>
                  <a:pt x="439" y="13627"/>
                </a:lnTo>
                <a:lnTo>
                  <a:pt x="439" y="14149"/>
                </a:lnTo>
                <a:lnTo>
                  <a:pt x="513" y="14642"/>
                </a:lnTo>
                <a:lnTo>
                  <a:pt x="513" y="15106"/>
                </a:lnTo>
                <a:lnTo>
                  <a:pt x="513" y="15570"/>
                </a:lnTo>
                <a:lnTo>
                  <a:pt x="513" y="16034"/>
                </a:lnTo>
                <a:lnTo>
                  <a:pt x="583" y="16556"/>
                </a:lnTo>
                <a:lnTo>
                  <a:pt x="583" y="17020"/>
                </a:lnTo>
                <a:lnTo>
                  <a:pt x="583" y="17484"/>
                </a:lnTo>
                <a:lnTo>
                  <a:pt x="583" y="17948"/>
                </a:lnTo>
                <a:lnTo>
                  <a:pt x="583" y="18499"/>
                </a:lnTo>
                <a:lnTo>
                  <a:pt x="657" y="18963"/>
                </a:lnTo>
                <a:lnTo>
                  <a:pt x="657" y="19427"/>
                </a:lnTo>
                <a:lnTo>
                  <a:pt x="657" y="19890"/>
                </a:lnTo>
                <a:lnTo>
                  <a:pt x="657" y="20412"/>
                </a:lnTo>
                <a:lnTo>
                  <a:pt x="731" y="20876"/>
                </a:lnTo>
                <a:lnTo>
                  <a:pt x="731" y="21340"/>
                </a:lnTo>
                <a:lnTo>
                  <a:pt x="731" y="21804"/>
                </a:lnTo>
                <a:lnTo>
                  <a:pt x="731" y="22355"/>
                </a:lnTo>
                <a:lnTo>
                  <a:pt x="731" y="22819"/>
                </a:lnTo>
                <a:lnTo>
                  <a:pt x="805" y="23283"/>
                </a:lnTo>
                <a:lnTo>
                  <a:pt x="805" y="23805"/>
                </a:lnTo>
                <a:lnTo>
                  <a:pt x="805" y="24269"/>
                </a:lnTo>
                <a:lnTo>
                  <a:pt x="805" y="24733"/>
                </a:lnTo>
                <a:lnTo>
                  <a:pt x="875" y="25255"/>
                </a:lnTo>
                <a:lnTo>
                  <a:pt x="875" y="25748"/>
                </a:lnTo>
                <a:lnTo>
                  <a:pt x="875" y="26211"/>
                </a:lnTo>
                <a:lnTo>
                  <a:pt x="875" y="26733"/>
                </a:lnTo>
                <a:lnTo>
                  <a:pt x="875" y="27197"/>
                </a:lnTo>
                <a:lnTo>
                  <a:pt x="949" y="27661"/>
                </a:lnTo>
                <a:lnTo>
                  <a:pt x="949" y="28183"/>
                </a:lnTo>
                <a:lnTo>
                  <a:pt x="949" y="28647"/>
                </a:lnTo>
                <a:lnTo>
                  <a:pt x="949" y="29198"/>
                </a:lnTo>
                <a:lnTo>
                  <a:pt x="1023" y="29662"/>
                </a:lnTo>
                <a:lnTo>
                  <a:pt x="1023" y="30126"/>
                </a:lnTo>
                <a:lnTo>
                  <a:pt x="1023" y="30648"/>
                </a:lnTo>
                <a:lnTo>
                  <a:pt x="1023" y="31112"/>
                </a:lnTo>
                <a:lnTo>
                  <a:pt x="1023" y="31663"/>
                </a:lnTo>
                <a:lnTo>
                  <a:pt x="1097" y="32127"/>
                </a:lnTo>
                <a:lnTo>
                  <a:pt x="1097" y="32648"/>
                </a:lnTo>
                <a:lnTo>
                  <a:pt x="1097" y="33112"/>
                </a:lnTo>
                <a:lnTo>
                  <a:pt x="1097" y="33576"/>
                </a:lnTo>
                <a:lnTo>
                  <a:pt x="1167" y="34098"/>
                </a:lnTo>
                <a:lnTo>
                  <a:pt x="1167" y="34591"/>
                </a:lnTo>
                <a:lnTo>
                  <a:pt x="1167" y="35113"/>
                </a:lnTo>
                <a:lnTo>
                  <a:pt x="1167" y="35577"/>
                </a:lnTo>
                <a:lnTo>
                  <a:pt x="1167" y="36099"/>
                </a:lnTo>
                <a:lnTo>
                  <a:pt x="1241" y="36563"/>
                </a:lnTo>
                <a:lnTo>
                  <a:pt x="1241" y="37114"/>
                </a:lnTo>
                <a:lnTo>
                  <a:pt x="1241" y="37578"/>
                </a:lnTo>
                <a:lnTo>
                  <a:pt x="1241" y="38100"/>
                </a:lnTo>
                <a:lnTo>
                  <a:pt x="1241" y="38564"/>
                </a:lnTo>
                <a:lnTo>
                  <a:pt x="1315" y="39086"/>
                </a:lnTo>
                <a:lnTo>
                  <a:pt x="1315" y="39578"/>
                </a:lnTo>
                <a:lnTo>
                  <a:pt x="1315" y="40100"/>
                </a:lnTo>
                <a:lnTo>
                  <a:pt x="1315" y="40564"/>
                </a:lnTo>
                <a:lnTo>
                  <a:pt x="1389" y="41086"/>
                </a:lnTo>
                <a:lnTo>
                  <a:pt x="1389" y="41550"/>
                </a:lnTo>
                <a:lnTo>
                  <a:pt x="1389" y="42101"/>
                </a:lnTo>
                <a:lnTo>
                  <a:pt x="1389" y="42565"/>
                </a:lnTo>
                <a:lnTo>
                  <a:pt x="1389" y="43087"/>
                </a:lnTo>
                <a:lnTo>
                  <a:pt x="1459" y="43609"/>
                </a:lnTo>
                <a:lnTo>
                  <a:pt x="1459" y="44073"/>
                </a:lnTo>
                <a:lnTo>
                  <a:pt x="1459" y="44624"/>
                </a:lnTo>
                <a:lnTo>
                  <a:pt x="1459" y="45088"/>
                </a:lnTo>
                <a:lnTo>
                  <a:pt x="1533" y="45610"/>
                </a:lnTo>
                <a:lnTo>
                  <a:pt x="1533" y="46073"/>
                </a:lnTo>
                <a:lnTo>
                  <a:pt x="1533" y="46624"/>
                </a:lnTo>
                <a:lnTo>
                  <a:pt x="1533" y="47146"/>
                </a:lnTo>
                <a:lnTo>
                  <a:pt x="1533" y="47610"/>
                </a:lnTo>
                <a:lnTo>
                  <a:pt x="1607" y="48132"/>
                </a:lnTo>
                <a:lnTo>
                  <a:pt x="1607" y="48596"/>
                </a:lnTo>
                <a:lnTo>
                  <a:pt x="1607" y="49147"/>
                </a:lnTo>
                <a:lnTo>
                  <a:pt x="1607" y="49669"/>
                </a:lnTo>
                <a:lnTo>
                  <a:pt x="1681" y="50133"/>
                </a:lnTo>
                <a:lnTo>
                  <a:pt x="1681" y="50684"/>
                </a:lnTo>
                <a:lnTo>
                  <a:pt x="1681" y="51206"/>
                </a:lnTo>
                <a:lnTo>
                  <a:pt x="1681" y="51670"/>
                </a:lnTo>
                <a:lnTo>
                  <a:pt x="1681" y="52191"/>
                </a:lnTo>
                <a:lnTo>
                  <a:pt x="1754" y="52742"/>
                </a:lnTo>
                <a:lnTo>
                  <a:pt x="1754" y="53206"/>
                </a:lnTo>
                <a:lnTo>
                  <a:pt x="1754" y="53728"/>
                </a:lnTo>
                <a:lnTo>
                  <a:pt x="1754" y="54250"/>
                </a:lnTo>
                <a:lnTo>
                  <a:pt x="1825" y="54714"/>
                </a:lnTo>
                <a:lnTo>
                  <a:pt x="1825" y="55265"/>
                </a:lnTo>
                <a:lnTo>
                  <a:pt x="1825" y="55787"/>
                </a:lnTo>
                <a:lnTo>
                  <a:pt x="1825" y="56251"/>
                </a:lnTo>
                <a:lnTo>
                  <a:pt x="1825" y="56802"/>
                </a:lnTo>
                <a:lnTo>
                  <a:pt x="1899" y="57324"/>
                </a:lnTo>
                <a:lnTo>
                  <a:pt x="1899" y="57846"/>
                </a:lnTo>
                <a:lnTo>
                  <a:pt x="1899" y="58310"/>
                </a:lnTo>
                <a:lnTo>
                  <a:pt x="1899" y="58860"/>
                </a:lnTo>
                <a:lnTo>
                  <a:pt x="1972" y="59382"/>
                </a:lnTo>
                <a:lnTo>
                  <a:pt x="1972" y="59846"/>
                </a:lnTo>
                <a:lnTo>
                  <a:pt x="1972" y="60368"/>
                </a:lnTo>
                <a:lnTo>
                  <a:pt x="1972" y="60919"/>
                </a:lnTo>
                <a:lnTo>
                  <a:pt x="1972" y="61441"/>
                </a:lnTo>
                <a:lnTo>
                  <a:pt x="2046" y="61963"/>
                </a:lnTo>
                <a:lnTo>
                  <a:pt x="2046" y="62427"/>
                </a:lnTo>
                <a:lnTo>
                  <a:pt x="2046" y="62978"/>
                </a:lnTo>
                <a:lnTo>
                  <a:pt x="2046" y="63500"/>
                </a:lnTo>
                <a:lnTo>
                  <a:pt x="2046" y="64022"/>
                </a:lnTo>
                <a:lnTo>
                  <a:pt x="2117" y="64515"/>
                </a:lnTo>
                <a:lnTo>
                  <a:pt x="2117" y="65037"/>
                </a:lnTo>
                <a:lnTo>
                  <a:pt x="2117" y="65558"/>
                </a:lnTo>
                <a:lnTo>
                  <a:pt x="2117" y="66109"/>
                </a:lnTo>
                <a:lnTo>
                  <a:pt x="2191" y="66631"/>
                </a:lnTo>
                <a:lnTo>
                  <a:pt x="2191" y="67095"/>
                </a:lnTo>
                <a:lnTo>
                  <a:pt x="2191" y="67617"/>
                </a:lnTo>
                <a:lnTo>
                  <a:pt x="2191" y="68168"/>
                </a:lnTo>
                <a:lnTo>
                  <a:pt x="2191" y="68690"/>
                </a:lnTo>
                <a:lnTo>
                  <a:pt x="2264" y="69212"/>
                </a:lnTo>
                <a:lnTo>
                  <a:pt x="2264" y="69763"/>
                </a:lnTo>
                <a:lnTo>
                  <a:pt x="2264" y="70227"/>
                </a:lnTo>
                <a:lnTo>
                  <a:pt x="2264" y="70749"/>
                </a:lnTo>
                <a:lnTo>
                  <a:pt x="2338" y="71271"/>
                </a:lnTo>
                <a:lnTo>
                  <a:pt x="2338" y="71821"/>
                </a:lnTo>
                <a:lnTo>
                  <a:pt x="2338" y="72343"/>
                </a:lnTo>
                <a:lnTo>
                  <a:pt x="2338" y="72894"/>
                </a:lnTo>
                <a:lnTo>
                  <a:pt x="2338" y="73358"/>
                </a:lnTo>
                <a:lnTo>
                  <a:pt x="2409" y="73880"/>
                </a:lnTo>
                <a:lnTo>
                  <a:pt x="2409" y="74402"/>
                </a:lnTo>
                <a:lnTo>
                  <a:pt x="2409" y="74953"/>
                </a:lnTo>
                <a:lnTo>
                  <a:pt x="2409" y="75475"/>
                </a:lnTo>
                <a:lnTo>
                  <a:pt x="2483" y="75997"/>
                </a:lnTo>
                <a:lnTo>
                  <a:pt x="2483" y="76548"/>
                </a:lnTo>
                <a:lnTo>
                  <a:pt x="2483" y="77070"/>
                </a:lnTo>
                <a:lnTo>
                  <a:pt x="2483" y="77592"/>
                </a:lnTo>
                <a:lnTo>
                  <a:pt x="2483" y="78143"/>
                </a:lnTo>
                <a:lnTo>
                  <a:pt x="2556" y="78606"/>
                </a:lnTo>
                <a:lnTo>
                  <a:pt x="2556" y="79128"/>
                </a:lnTo>
                <a:lnTo>
                  <a:pt x="2556" y="79650"/>
                </a:lnTo>
                <a:lnTo>
                  <a:pt x="2556" y="80201"/>
                </a:lnTo>
                <a:lnTo>
                  <a:pt x="2630" y="80723"/>
                </a:lnTo>
                <a:lnTo>
                  <a:pt x="2630" y="81245"/>
                </a:lnTo>
                <a:lnTo>
                  <a:pt x="2630" y="81796"/>
                </a:lnTo>
                <a:lnTo>
                  <a:pt x="2630" y="82318"/>
                </a:lnTo>
                <a:lnTo>
                  <a:pt x="2630" y="82869"/>
                </a:lnTo>
                <a:lnTo>
                  <a:pt x="2701" y="83391"/>
                </a:lnTo>
                <a:lnTo>
                  <a:pt x="2701" y="83913"/>
                </a:lnTo>
                <a:lnTo>
                  <a:pt x="2701" y="84464"/>
                </a:lnTo>
                <a:lnTo>
                  <a:pt x="2701" y="84985"/>
                </a:lnTo>
                <a:lnTo>
                  <a:pt x="2774" y="85507"/>
                </a:lnTo>
                <a:lnTo>
                  <a:pt x="2774" y="86058"/>
                </a:lnTo>
                <a:lnTo>
                  <a:pt x="2774" y="86580"/>
                </a:lnTo>
                <a:lnTo>
                  <a:pt x="2774" y="87102"/>
                </a:lnTo>
                <a:lnTo>
                  <a:pt x="2774" y="87653"/>
                </a:lnTo>
                <a:lnTo>
                  <a:pt x="2848" y="88175"/>
                </a:lnTo>
                <a:lnTo>
                  <a:pt x="2848" y="88697"/>
                </a:lnTo>
                <a:lnTo>
                  <a:pt x="2848" y="89248"/>
                </a:lnTo>
                <a:lnTo>
                  <a:pt x="2848" y="89770"/>
                </a:lnTo>
                <a:lnTo>
                  <a:pt x="2922" y="90292"/>
                </a:lnTo>
                <a:lnTo>
                  <a:pt x="2922" y="90843"/>
                </a:lnTo>
                <a:lnTo>
                  <a:pt x="2922" y="91364"/>
                </a:lnTo>
                <a:lnTo>
                  <a:pt x="2922" y="91886"/>
                </a:lnTo>
                <a:lnTo>
                  <a:pt x="2922" y="92437"/>
                </a:lnTo>
                <a:lnTo>
                  <a:pt x="2996" y="92959"/>
                </a:lnTo>
                <a:lnTo>
                  <a:pt x="2996" y="93481"/>
                </a:lnTo>
                <a:lnTo>
                  <a:pt x="2996" y="94032"/>
                </a:lnTo>
                <a:lnTo>
                  <a:pt x="2996" y="94554"/>
                </a:lnTo>
                <a:lnTo>
                  <a:pt x="2996" y="95076"/>
                </a:lnTo>
                <a:lnTo>
                  <a:pt x="3066" y="95627"/>
                </a:lnTo>
                <a:lnTo>
                  <a:pt x="3066" y="96149"/>
                </a:lnTo>
                <a:lnTo>
                  <a:pt x="3066" y="96700"/>
                </a:lnTo>
                <a:lnTo>
                  <a:pt x="3066" y="97222"/>
                </a:lnTo>
                <a:lnTo>
                  <a:pt x="3140" y="97744"/>
                </a:lnTo>
                <a:lnTo>
                  <a:pt x="3140" y="98294"/>
                </a:lnTo>
                <a:lnTo>
                  <a:pt x="3140" y="98816"/>
                </a:lnTo>
                <a:lnTo>
                  <a:pt x="3140" y="99338"/>
                </a:lnTo>
                <a:lnTo>
                  <a:pt x="3140" y="99947"/>
                </a:lnTo>
                <a:lnTo>
                  <a:pt x="3214" y="10046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693309" y="3330322"/>
            <a:ext cx="3140" cy="110270"/>
          </a:xfrm>
          <a:custGeom>
            <a:avLst/>
            <a:gdLst/>
            <a:ahLst/>
            <a:cxnLst/>
            <a:rect l="l" t="t" r="r" b="b"/>
            <a:pathLst>
              <a:path w="3140" h="110270">
                <a:moveTo>
                  <a:pt x="0" y="0"/>
                </a:moveTo>
                <a:lnTo>
                  <a:pt x="0" y="550"/>
                </a:lnTo>
                <a:lnTo>
                  <a:pt x="0" y="1072"/>
                </a:lnTo>
                <a:lnTo>
                  <a:pt x="0" y="1594"/>
                </a:lnTo>
                <a:lnTo>
                  <a:pt x="73" y="2145"/>
                </a:lnTo>
                <a:lnTo>
                  <a:pt x="73" y="2667"/>
                </a:lnTo>
                <a:lnTo>
                  <a:pt x="73" y="3189"/>
                </a:lnTo>
                <a:lnTo>
                  <a:pt x="73" y="3740"/>
                </a:lnTo>
                <a:lnTo>
                  <a:pt x="73" y="4262"/>
                </a:lnTo>
                <a:lnTo>
                  <a:pt x="144" y="4871"/>
                </a:lnTo>
                <a:lnTo>
                  <a:pt x="144" y="5393"/>
                </a:lnTo>
                <a:lnTo>
                  <a:pt x="144" y="5915"/>
                </a:lnTo>
                <a:lnTo>
                  <a:pt x="144" y="6466"/>
                </a:lnTo>
                <a:lnTo>
                  <a:pt x="218" y="6987"/>
                </a:lnTo>
                <a:lnTo>
                  <a:pt x="218" y="7509"/>
                </a:lnTo>
                <a:lnTo>
                  <a:pt x="218" y="8060"/>
                </a:lnTo>
                <a:lnTo>
                  <a:pt x="218" y="8582"/>
                </a:lnTo>
                <a:lnTo>
                  <a:pt x="218" y="9191"/>
                </a:lnTo>
                <a:lnTo>
                  <a:pt x="291" y="9713"/>
                </a:lnTo>
                <a:lnTo>
                  <a:pt x="291" y="10235"/>
                </a:lnTo>
                <a:lnTo>
                  <a:pt x="291" y="10786"/>
                </a:lnTo>
                <a:lnTo>
                  <a:pt x="291" y="11308"/>
                </a:lnTo>
                <a:lnTo>
                  <a:pt x="365" y="11830"/>
                </a:lnTo>
                <a:lnTo>
                  <a:pt x="365" y="12439"/>
                </a:lnTo>
                <a:lnTo>
                  <a:pt x="365" y="12961"/>
                </a:lnTo>
                <a:lnTo>
                  <a:pt x="365" y="13511"/>
                </a:lnTo>
                <a:lnTo>
                  <a:pt x="365" y="14033"/>
                </a:lnTo>
                <a:lnTo>
                  <a:pt x="436" y="14555"/>
                </a:lnTo>
                <a:lnTo>
                  <a:pt x="436" y="15106"/>
                </a:lnTo>
                <a:lnTo>
                  <a:pt x="436" y="15686"/>
                </a:lnTo>
                <a:lnTo>
                  <a:pt x="436" y="16237"/>
                </a:lnTo>
                <a:lnTo>
                  <a:pt x="510" y="16759"/>
                </a:lnTo>
                <a:lnTo>
                  <a:pt x="510" y="17310"/>
                </a:lnTo>
                <a:lnTo>
                  <a:pt x="510" y="17832"/>
                </a:lnTo>
                <a:lnTo>
                  <a:pt x="510" y="18412"/>
                </a:lnTo>
                <a:lnTo>
                  <a:pt x="510" y="18963"/>
                </a:lnTo>
                <a:lnTo>
                  <a:pt x="583" y="19485"/>
                </a:lnTo>
                <a:lnTo>
                  <a:pt x="583" y="20035"/>
                </a:lnTo>
                <a:lnTo>
                  <a:pt x="583" y="20557"/>
                </a:lnTo>
                <a:lnTo>
                  <a:pt x="583" y="21166"/>
                </a:lnTo>
                <a:lnTo>
                  <a:pt x="583" y="21688"/>
                </a:lnTo>
                <a:lnTo>
                  <a:pt x="657" y="22210"/>
                </a:lnTo>
                <a:lnTo>
                  <a:pt x="657" y="22761"/>
                </a:lnTo>
                <a:lnTo>
                  <a:pt x="657" y="23341"/>
                </a:lnTo>
                <a:lnTo>
                  <a:pt x="657" y="23892"/>
                </a:lnTo>
                <a:lnTo>
                  <a:pt x="728" y="24414"/>
                </a:lnTo>
                <a:lnTo>
                  <a:pt x="728" y="24936"/>
                </a:lnTo>
                <a:lnTo>
                  <a:pt x="728" y="25545"/>
                </a:lnTo>
                <a:lnTo>
                  <a:pt x="728" y="26067"/>
                </a:lnTo>
                <a:lnTo>
                  <a:pt x="728" y="26617"/>
                </a:lnTo>
                <a:lnTo>
                  <a:pt x="802" y="27139"/>
                </a:lnTo>
                <a:lnTo>
                  <a:pt x="802" y="27661"/>
                </a:lnTo>
                <a:lnTo>
                  <a:pt x="802" y="28270"/>
                </a:lnTo>
                <a:lnTo>
                  <a:pt x="802" y="28792"/>
                </a:lnTo>
                <a:lnTo>
                  <a:pt x="875" y="29343"/>
                </a:lnTo>
                <a:lnTo>
                  <a:pt x="875" y="29923"/>
                </a:lnTo>
                <a:lnTo>
                  <a:pt x="875" y="30474"/>
                </a:lnTo>
                <a:lnTo>
                  <a:pt x="875" y="30996"/>
                </a:lnTo>
                <a:lnTo>
                  <a:pt x="875" y="31518"/>
                </a:lnTo>
                <a:lnTo>
                  <a:pt x="949" y="32127"/>
                </a:lnTo>
                <a:lnTo>
                  <a:pt x="949" y="32648"/>
                </a:lnTo>
                <a:lnTo>
                  <a:pt x="949" y="33199"/>
                </a:lnTo>
                <a:lnTo>
                  <a:pt x="949" y="33721"/>
                </a:lnTo>
                <a:lnTo>
                  <a:pt x="1023" y="34330"/>
                </a:lnTo>
                <a:lnTo>
                  <a:pt x="1023" y="34852"/>
                </a:lnTo>
                <a:lnTo>
                  <a:pt x="1023" y="35374"/>
                </a:lnTo>
                <a:lnTo>
                  <a:pt x="1023" y="35983"/>
                </a:lnTo>
                <a:lnTo>
                  <a:pt x="1023" y="36505"/>
                </a:lnTo>
                <a:lnTo>
                  <a:pt x="1093" y="37056"/>
                </a:lnTo>
                <a:lnTo>
                  <a:pt x="1093" y="37578"/>
                </a:lnTo>
                <a:lnTo>
                  <a:pt x="1093" y="38187"/>
                </a:lnTo>
                <a:lnTo>
                  <a:pt x="1093" y="38709"/>
                </a:lnTo>
                <a:lnTo>
                  <a:pt x="1167" y="39230"/>
                </a:lnTo>
                <a:lnTo>
                  <a:pt x="1167" y="39839"/>
                </a:lnTo>
                <a:lnTo>
                  <a:pt x="1167" y="40361"/>
                </a:lnTo>
                <a:lnTo>
                  <a:pt x="1167" y="40912"/>
                </a:lnTo>
                <a:lnTo>
                  <a:pt x="1167" y="41492"/>
                </a:lnTo>
                <a:lnTo>
                  <a:pt x="1241" y="42043"/>
                </a:lnTo>
                <a:lnTo>
                  <a:pt x="1241" y="42565"/>
                </a:lnTo>
                <a:lnTo>
                  <a:pt x="1241" y="43174"/>
                </a:lnTo>
                <a:lnTo>
                  <a:pt x="1241" y="43696"/>
                </a:lnTo>
                <a:lnTo>
                  <a:pt x="1315" y="44218"/>
                </a:lnTo>
                <a:lnTo>
                  <a:pt x="1315" y="44827"/>
                </a:lnTo>
                <a:lnTo>
                  <a:pt x="1315" y="45349"/>
                </a:lnTo>
                <a:lnTo>
                  <a:pt x="1315" y="45899"/>
                </a:lnTo>
                <a:lnTo>
                  <a:pt x="1315" y="46479"/>
                </a:lnTo>
                <a:lnTo>
                  <a:pt x="1385" y="47030"/>
                </a:lnTo>
                <a:lnTo>
                  <a:pt x="1385" y="47552"/>
                </a:lnTo>
                <a:lnTo>
                  <a:pt x="1385" y="48161"/>
                </a:lnTo>
                <a:lnTo>
                  <a:pt x="1385" y="48683"/>
                </a:lnTo>
                <a:lnTo>
                  <a:pt x="1385" y="49205"/>
                </a:lnTo>
                <a:lnTo>
                  <a:pt x="1459" y="49814"/>
                </a:lnTo>
                <a:lnTo>
                  <a:pt x="1459" y="50336"/>
                </a:lnTo>
                <a:lnTo>
                  <a:pt x="1459" y="50887"/>
                </a:lnTo>
                <a:lnTo>
                  <a:pt x="1459" y="51467"/>
                </a:lnTo>
                <a:lnTo>
                  <a:pt x="1533" y="52018"/>
                </a:lnTo>
                <a:lnTo>
                  <a:pt x="1533" y="52539"/>
                </a:lnTo>
                <a:lnTo>
                  <a:pt x="1533" y="53148"/>
                </a:lnTo>
                <a:lnTo>
                  <a:pt x="1533" y="53670"/>
                </a:lnTo>
                <a:lnTo>
                  <a:pt x="1533" y="54192"/>
                </a:lnTo>
                <a:lnTo>
                  <a:pt x="1607" y="54801"/>
                </a:lnTo>
                <a:lnTo>
                  <a:pt x="1607" y="55323"/>
                </a:lnTo>
                <a:lnTo>
                  <a:pt x="1607" y="55932"/>
                </a:lnTo>
                <a:lnTo>
                  <a:pt x="1607" y="56454"/>
                </a:lnTo>
                <a:lnTo>
                  <a:pt x="1677" y="57005"/>
                </a:lnTo>
                <a:lnTo>
                  <a:pt x="1677" y="57585"/>
                </a:lnTo>
                <a:lnTo>
                  <a:pt x="1677" y="58136"/>
                </a:lnTo>
                <a:lnTo>
                  <a:pt x="1677" y="58658"/>
                </a:lnTo>
                <a:lnTo>
                  <a:pt x="1677" y="59266"/>
                </a:lnTo>
                <a:lnTo>
                  <a:pt x="1751" y="59788"/>
                </a:lnTo>
                <a:lnTo>
                  <a:pt x="1751" y="60397"/>
                </a:lnTo>
                <a:lnTo>
                  <a:pt x="1751" y="60919"/>
                </a:lnTo>
                <a:lnTo>
                  <a:pt x="1751" y="61441"/>
                </a:lnTo>
                <a:lnTo>
                  <a:pt x="1825" y="62050"/>
                </a:lnTo>
                <a:lnTo>
                  <a:pt x="1825" y="62572"/>
                </a:lnTo>
                <a:lnTo>
                  <a:pt x="1825" y="63123"/>
                </a:lnTo>
                <a:lnTo>
                  <a:pt x="1825" y="63703"/>
                </a:lnTo>
                <a:lnTo>
                  <a:pt x="1825" y="64254"/>
                </a:lnTo>
                <a:lnTo>
                  <a:pt x="1899" y="64834"/>
                </a:lnTo>
                <a:lnTo>
                  <a:pt x="1899" y="65384"/>
                </a:lnTo>
                <a:lnTo>
                  <a:pt x="1899" y="65906"/>
                </a:lnTo>
                <a:lnTo>
                  <a:pt x="1899" y="66515"/>
                </a:lnTo>
                <a:lnTo>
                  <a:pt x="1969" y="67037"/>
                </a:lnTo>
                <a:lnTo>
                  <a:pt x="1969" y="67646"/>
                </a:lnTo>
                <a:lnTo>
                  <a:pt x="1969" y="68168"/>
                </a:lnTo>
                <a:lnTo>
                  <a:pt x="1969" y="68690"/>
                </a:lnTo>
                <a:lnTo>
                  <a:pt x="1969" y="69299"/>
                </a:lnTo>
                <a:lnTo>
                  <a:pt x="2043" y="69821"/>
                </a:lnTo>
                <a:lnTo>
                  <a:pt x="2043" y="70430"/>
                </a:lnTo>
                <a:lnTo>
                  <a:pt x="2043" y="70952"/>
                </a:lnTo>
                <a:lnTo>
                  <a:pt x="2043" y="71561"/>
                </a:lnTo>
                <a:lnTo>
                  <a:pt x="2117" y="72082"/>
                </a:lnTo>
                <a:lnTo>
                  <a:pt x="2117" y="72633"/>
                </a:lnTo>
                <a:lnTo>
                  <a:pt x="2117" y="73213"/>
                </a:lnTo>
                <a:lnTo>
                  <a:pt x="2117" y="73764"/>
                </a:lnTo>
                <a:lnTo>
                  <a:pt x="2117" y="74344"/>
                </a:lnTo>
                <a:lnTo>
                  <a:pt x="2191" y="74895"/>
                </a:lnTo>
                <a:lnTo>
                  <a:pt x="2191" y="75417"/>
                </a:lnTo>
                <a:lnTo>
                  <a:pt x="2191" y="76026"/>
                </a:lnTo>
                <a:lnTo>
                  <a:pt x="2191" y="76548"/>
                </a:lnTo>
                <a:lnTo>
                  <a:pt x="2191" y="77157"/>
                </a:lnTo>
                <a:lnTo>
                  <a:pt x="2264" y="77679"/>
                </a:lnTo>
                <a:lnTo>
                  <a:pt x="2264" y="78258"/>
                </a:lnTo>
                <a:lnTo>
                  <a:pt x="2264" y="78809"/>
                </a:lnTo>
                <a:lnTo>
                  <a:pt x="2264" y="79331"/>
                </a:lnTo>
                <a:lnTo>
                  <a:pt x="2335" y="79940"/>
                </a:lnTo>
                <a:lnTo>
                  <a:pt x="2335" y="80462"/>
                </a:lnTo>
                <a:lnTo>
                  <a:pt x="2335" y="81071"/>
                </a:lnTo>
                <a:lnTo>
                  <a:pt x="2335" y="81593"/>
                </a:lnTo>
                <a:lnTo>
                  <a:pt x="2335" y="82202"/>
                </a:lnTo>
                <a:lnTo>
                  <a:pt x="2409" y="82724"/>
                </a:lnTo>
                <a:lnTo>
                  <a:pt x="2409" y="83246"/>
                </a:lnTo>
                <a:lnTo>
                  <a:pt x="2409" y="83855"/>
                </a:lnTo>
                <a:lnTo>
                  <a:pt x="2409" y="84377"/>
                </a:lnTo>
                <a:lnTo>
                  <a:pt x="2483" y="84985"/>
                </a:lnTo>
                <a:lnTo>
                  <a:pt x="2483" y="85507"/>
                </a:lnTo>
                <a:lnTo>
                  <a:pt x="2483" y="86116"/>
                </a:lnTo>
                <a:lnTo>
                  <a:pt x="2483" y="86638"/>
                </a:lnTo>
                <a:lnTo>
                  <a:pt x="2483" y="87189"/>
                </a:lnTo>
                <a:lnTo>
                  <a:pt x="2556" y="87769"/>
                </a:lnTo>
                <a:lnTo>
                  <a:pt x="2556" y="88320"/>
                </a:lnTo>
                <a:lnTo>
                  <a:pt x="2556" y="88900"/>
                </a:lnTo>
                <a:lnTo>
                  <a:pt x="2556" y="89451"/>
                </a:lnTo>
                <a:lnTo>
                  <a:pt x="2627" y="90031"/>
                </a:lnTo>
                <a:lnTo>
                  <a:pt x="2627" y="90582"/>
                </a:lnTo>
                <a:lnTo>
                  <a:pt x="2627" y="91104"/>
                </a:lnTo>
                <a:lnTo>
                  <a:pt x="2627" y="91712"/>
                </a:lnTo>
                <a:lnTo>
                  <a:pt x="2627" y="92234"/>
                </a:lnTo>
                <a:lnTo>
                  <a:pt x="2701" y="92843"/>
                </a:lnTo>
                <a:lnTo>
                  <a:pt x="2701" y="93365"/>
                </a:lnTo>
                <a:lnTo>
                  <a:pt x="2701" y="93974"/>
                </a:lnTo>
                <a:lnTo>
                  <a:pt x="2701" y="94496"/>
                </a:lnTo>
                <a:lnTo>
                  <a:pt x="2774" y="95105"/>
                </a:lnTo>
                <a:lnTo>
                  <a:pt x="2774" y="95627"/>
                </a:lnTo>
                <a:lnTo>
                  <a:pt x="2774" y="96149"/>
                </a:lnTo>
                <a:lnTo>
                  <a:pt x="2774" y="96758"/>
                </a:lnTo>
                <a:lnTo>
                  <a:pt x="2774" y="97280"/>
                </a:lnTo>
                <a:lnTo>
                  <a:pt x="2848" y="97888"/>
                </a:lnTo>
                <a:lnTo>
                  <a:pt x="2848" y="98410"/>
                </a:lnTo>
                <a:lnTo>
                  <a:pt x="2848" y="99019"/>
                </a:lnTo>
                <a:lnTo>
                  <a:pt x="2848" y="99541"/>
                </a:lnTo>
                <a:lnTo>
                  <a:pt x="2919" y="100150"/>
                </a:lnTo>
                <a:lnTo>
                  <a:pt x="2919" y="100672"/>
                </a:lnTo>
                <a:lnTo>
                  <a:pt x="2919" y="101281"/>
                </a:lnTo>
                <a:lnTo>
                  <a:pt x="2919" y="101803"/>
                </a:lnTo>
                <a:lnTo>
                  <a:pt x="2919" y="102354"/>
                </a:lnTo>
                <a:lnTo>
                  <a:pt x="2993" y="102934"/>
                </a:lnTo>
                <a:lnTo>
                  <a:pt x="2993" y="103485"/>
                </a:lnTo>
                <a:lnTo>
                  <a:pt x="2993" y="104065"/>
                </a:lnTo>
                <a:lnTo>
                  <a:pt x="2993" y="104615"/>
                </a:lnTo>
                <a:lnTo>
                  <a:pt x="2993" y="105195"/>
                </a:lnTo>
                <a:lnTo>
                  <a:pt x="3066" y="105746"/>
                </a:lnTo>
                <a:lnTo>
                  <a:pt x="3066" y="106326"/>
                </a:lnTo>
                <a:lnTo>
                  <a:pt x="3066" y="106877"/>
                </a:lnTo>
                <a:lnTo>
                  <a:pt x="3066" y="107399"/>
                </a:lnTo>
                <a:lnTo>
                  <a:pt x="3140" y="108008"/>
                </a:lnTo>
                <a:lnTo>
                  <a:pt x="3140" y="108530"/>
                </a:lnTo>
                <a:lnTo>
                  <a:pt x="3140" y="109139"/>
                </a:lnTo>
                <a:lnTo>
                  <a:pt x="3140" y="109661"/>
                </a:lnTo>
                <a:lnTo>
                  <a:pt x="3140" y="11027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696450" y="3440592"/>
            <a:ext cx="3211" cy="109893"/>
          </a:xfrm>
          <a:custGeom>
            <a:avLst/>
            <a:gdLst/>
            <a:ahLst/>
            <a:cxnLst/>
            <a:rect l="l" t="t" r="r" b="b"/>
            <a:pathLst>
              <a:path w="3211" h="109893">
                <a:moveTo>
                  <a:pt x="0" y="0"/>
                </a:moveTo>
                <a:lnTo>
                  <a:pt x="70" y="521"/>
                </a:lnTo>
                <a:lnTo>
                  <a:pt x="70" y="1130"/>
                </a:lnTo>
                <a:lnTo>
                  <a:pt x="70" y="1652"/>
                </a:lnTo>
                <a:lnTo>
                  <a:pt x="70" y="2261"/>
                </a:lnTo>
                <a:lnTo>
                  <a:pt x="144" y="2783"/>
                </a:lnTo>
                <a:lnTo>
                  <a:pt x="144" y="3305"/>
                </a:lnTo>
                <a:lnTo>
                  <a:pt x="144" y="3914"/>
                </a:lnTo>
                <a:lnTo>
                  <a:pt x="144" y="4436"/>
                </a:lnTo>
                <a:lnTo>
                  <a:pt x="144" y="5045"/>
                </a:lnTo>
                <a:lnTo>
                  <a:pt x="218" y="5567"/>
                </a:lnTo>
                <a:lnTo>
                  <a:pt x="218" y="6176"/>
                </a:lnTo>
                <a:lnTo>
                  <a:pt x="218" y="6697"/>
                </a:lnTo>
                <a:lnTo>
                  <a:pt x="218" y="7306"/>
                </a:lnTo>
                <a:lnTo>
                  <a:pt x="291" y="7828"/>
                </a:lnTo>
                <a:lnTo>
                  <a:pt x="291" y="8379"/>
                </a:lnTo>
                <a:lnTo>
                  <a:pt x="291" y="8959"/>
                </a:lnTo>
                <a:lnTo>
                  <a:pt x="291" y="9510"/>
                </a:lnTo>
                <a:lnTo>
                  <a:pt x="291" y="10090"/>
                </a:lnTo>
                <a:lnTo>
                  <a:pt x="365" y="10641"/>
                </a:lnTo>
                <a:lnTo>
                  <a:pt x="365" y="11221"/>
                </a:lnTo>
                <a:lnTo>
                  <a:pt x="365" y="11772"/>
                </a:lnTo>
                <a:lnTo>
                  <a:pt x="365" y="12352"/>
                </a:lnTo>
                <a:lnTo>
                  <a:pt x="436" y="12874"/>
                </a:lnTo>
                <a:lnTo>
                  <a:pt x="436" y="13424"/>
                </a:lnTo>
                <a:lnTo>
                  <a:pt x="436" y="14004"/>
                </a:lnTo>
                <a:lnTo>
                  <a:pt x="436" y="14555"/>
                </a:lnTo>
                <a:lnTo>
                  <a:pt x="436" y="15135"/>
                </a:lnTo>
                <a:lnTo>
                  <a:pt x="510" y="15686"/>
                </a:lnTo>
                <a:lnTo>
                  <a:pt x="510" y="16266"/>
                </a:lnTo>
                <a:lnTo>
                  <a:pt x="510" y="16817"/>
                </a:lnTo>
                <a:lnTo>
                  <a:pt x="510" y="17339"/>
                </a:lnTo>
                <a:lnTo>
                  <a:pt x="583" y="17948"/>
                </a:lnTo>
                <a:lnTo>
                  <a:pt x="583" y="18470"/>
                </a:lnTo>
                <a:lnTo>
                  <a:pt x="583" y="19079"/>
                </a:lnTo>
                <a:lnTo>
                  <a:pt x="583" y="19600"/>
                </a:lnTo>
                <a:lnTo>
                  <a:pt x="583" y="20209"/>
                </a:lnTo>
                <a:lnTo>
                  <a:pt x="657" y="20731"/>
                </a:lnTo>
                <a:lnTo>
                  <a:pt x="657" y="21340"/>
                </a:lnTo>
                <a:lnTo>
                  <a:pt x="657" y="21862"/>
                </a:lnTo>
                <a:lnTo>
                  <a:pt x="657" y="22384"/>
                </a:lnTo>
                <a:lnTo>
                  <a:pt x="657" y="22993"/>
                </a:lnTo>
                <a:lnTo>
                  <a:pt x="728" y="23515"/>
                </a:lnTo>
                <a:lnTo>
                  <a:pt x="728" y="24124"/>
                </a:lnTo>
                <a:lnTo>
                  <a:pt x="728" y="24646"/>
                </a:lnTo>
                <a:lnTo>
                  <a:pt x="728" y="25255"/>
                </a:lnTo>
                <a:lnTo>
                  <a:pt x="802" y="25777"/>
                </a:lnTo>
                <a:lnTo>
                  <a:pt x="802" y="26327"/>
                </a:lnTo>
                <a:lnTo>
                  <a:pt x="802" y="26907"/>
                </a:lnTo>
                <a:lnTo>
                  <a:pt x="802" y="27458"/>
                </a:lnTo>
                <a:lnTo>
                  <a:pt x="802" y="28038"/>
                </a:lnTo>
                <a:lnTo>
                  <a:pt x="875" y="28589"/>
                </a:lnTo>
                <a:lnTo>
                  <a:pt x="875" y="29111"/>
                </a:lnTo>
                <a:lnTo>
                  <a:pt x="875" y="29720"/>
                </a:lnTo>
                <a:lnTo>
                  <a:pt x="875" y="30242"/>
                </a:lnTo>
                <a:lnTo>
                  <a:pt x="949" y="30851"/>
                </a:lnTo>
                <a:lnTo>
                  <a:pt x="949" y="31373"/>
                </a:lnTo>
                <a:lnTo>
                  <a:pt x="949" y="31982"/>
                </a:lnTo>
                <a:lnTo>
                  <a:pt x="949" y="32504"/>
                </a:lnTo>
                <a:lnTo>
                  <a:pt x="949" y="33025"/>
                </a:lnTo>
                <a:lnTo>
                  <a:pt x="1020" y="33634"/>
                </a:lnTo>
                <a:lnTo>
                  <a:pt x="1020" y="34156"/>
                </a:lnTo>
                <a:lnTo>
                  <a:pt x="1020" y="34765"/>
                </a:lnTo>
                <a:lnTo>
                  <a:pt x="1020" y="35229"/>
                </a:lnTo>
                <a:lnTo>
                  <a:pt x="1093" y="35751"/>
                </a:lnTo>
                <a:lnTo>
                  <a:pt x="1093" y="36360"/>
                </a:lnTo>
                <a:lnTo>
                  <a:pt x="1093" y="36882"/>
                </a:lnTo>
                <a:lnTo>
                  <a:pt x="1093" y="37491"/>
                </a:lnTo>
                <a:lnTo>
                  <a:pt x="1093" y="38013"/>
                </a:lnTo>
                <a:lnTo>
                  <a:pt x="1167" y="38564"/>
                </a:lnTo>
                <a:lnTo>
                  <a:pt x="1167" y="39143"/>
                </a:lnTo>
                <a:lnTo>
                  <a:pt x="1167" y="39694"/>
                </a:lnTo>
                <a:lnTo>
                  <a:pt x="1167" y="40274"/>
                </a:lnTo>
                <a:lnTo>
                  <a:pt x="1241" y="40825"/>
                </a:lnTo>
                <a:lnTo>
                  <a:pt x="1241" y="41347"/>
                </a:lnTo>
                <a:lnTo>
                  <a:pt x="1241" y="41956"/>
                </a:lnTo>
                <a:lnTo>
                  <a:pt x="1241" y="42478"/>
                </a:lnTo>
                <a:lnTo>
                  <a:pt x="1241" y="43087"/>
                </a:lnTo>
                <a:lnTo>
                  <a:pt x="1312" y="43609"/>
                </a:lnTo>
                <a:lnTo>
                  <a:pt x="1312" y="44131"/>
                </a:lnTo>
                <a:lnTo>
                  <a:pt x="1312" y="44740"/>
                </a:lnTo>
                <a:lnTo>
                  <a:pt x="1312" y="45262"/>
                </a:lnTo>
                <a:lnTo>
                  <a:pt x="1385" y="45812"/>
                </a:lnTo>
                <a:lnTo>
                  <a:pt x="1385" y="46392"/>
                </a:lnTo>
                <a:lnTo>
                  <a:pt x="1385" y="46943"/>
                </a:lnTo>
                <a:lnTo>
                  <a:pt x="1385" y="47523"/>
                </a:lnTo>
                <a:lnTo>
                  <a:pt x="1385" y="48074"/>
                </a:lnTo>
                <a:lnTo>
                  <a:pt x="1459" y="48596"/>
                </a:lnTo>
                <a:lnTo>
                  <a:pt x="1459" y="49205"/>
                </a:lnTo>
                <a:lnTo>
                  <a:pt x="1459" y="49727"/>
                </a:lnTo>
                <a:lnTo>
                  <a:pt x="1459" y="50249"/>
                </a:lnTo>
                <a:lnTo>
                  <a:pt x="1459" y="50858"/>
                </a:lnTo>
                <a:lnTo>
                  <a:pt x="1533" y="51380"/>
                </a:lnTo>
                <a:lnTo>
                  <a:pt x="1533" y="51931"/>
                </a:lnTo>
                <a:lnTo>
                  <a:pt x="1533" y="52510"/>
                </a:lnTo>
                <a:lnTo>
                  <a:pt x="1533" y="53061"/>
                </a:lnTo>
                <a:lnTo>
                  <a:pt x="1607" y="53641"/>
                </a:lnTo>
                <a:lnTo>
                  <a:pt x="1607" y="54192"/>
                </a:lnTo>
                <a:lnTo>
                  <a:pt x="1607" y="54714"/>
                </a:lnTo>
                <a:lnTo>
                  <a:pt x="1607" y="55323"/>
                </a:lnTo>
                <a:lnTo>
                  <a:pt x="1607" y="55845"/>
                </a:lnTo>
                <a:lnTo>
                  <a:pt x="1677" y="56367"/>
                </a:lnTo>
                <a:lnTo>
                  <a:pt x="1677" y="56976"/>
                </a:lnTo>
                <a:lnTo>
                  <a:pt x="1677" y="57498"/>
                </a:lnTo>
                <a:lnTo>
                  <a:pt x="1677" y="58049"/>
                </a:lnTo>
                <a:lnTo>
                  <a:pt x="1751" y="58629"/>
                </a:lnTo>
                <a:lnTo>
                  <a:pt x="1751" y="59179"/>
                </a:lnTo>
                <a:lnTo>
                  <a:pt x="1751" y="59701"/>
                </a:lnTo>
                <a:lnTo>
                  <a:pt x="1751" y="60310"/>
                </a:lnTo>
                <a:lnTo>
                  <a:pt x="1751" y="60832"/>
                </a:lnTo>
                <a:lnTo>
                  <a:pt x="1825" y="61354"/>
                </a:lnTo>
                <a:lnTo>
                  <a:pt x="1825" y="61963"/>
                </a:lnTo>
                <a:lnTo>
                  <a:pt x="1825" y="62485"/>
                </a:lnTo>
                <a:lnTo>
                  <a:pt x="1825" y="63036"/>
                </a:lnTo>
                <a:lnTo>
                  <a:pt x="1899" y="63558"/>
                </a:lnTo>
                <a:lnTo>
                  <a:pt x="1899" y="64167"/>
                </a:lnTo>
                <a:lnTo>
                  <a:pt x="1899" y="64689"/>
                </a:lnTo>
                <a:lnTo>
                  <a:pt x="1899" y="65210"/>
                </a:lnTo>
                <a:lnTo>
                  <a:pt x="1899" y="65819"/>
                </a:lnTo>
                <a:lnTo>
                  <a:pt x="1969" y="66341"/>
                </a:lnTo>
                <a:lnTo>
                  <a:pt x="1969" y="66892"/>
                </a:lnTo>
                <a:lnTo>
                  <a:pt x="1969" y="67472"/>
                </a:lnTo>
                <a:lnTo>
                  <a:pt x="1969" y="68023"/>
                </a:lnTo>
                <a:lnTo>
                  <a:pt x="2043" y="68545"/>
                </a:lnTo>
                <a:lnTo>
                  <a:pt x="2043" y="69067"/>
                </a:lnTo>
                <a:lnTo>
                  <a:pt x="2043" y="69676"/>
                </a:lnTo>
                <a:lnTo>
                  <a:pt x="2043" y="70198"/>
                </a:lnTo>
                <a:lnTo>
                  <a:pt x="2043" y="70749"/>
                </a:lnTo>
                <a:lnTo>
                  <a:pt x="2117" y="71329"/>
                </a:lnTo>
                <a:lnTo>
                  <a:pt x="2117" y="71879"/>
                </a:lnTo>
                <a:lnTo>
                  <a:pt x="2117" y="72401"/>
                </a:lnTo>
                <a:lnTo>
                  <a:pt x="2117" y="72923"/>
                </a:lnTo>
                <a:lnTo>
                  <a:pt x="2191" y="73532"/>
                </a:lnTo>
                <a:lnTo>
                  <a:pt x="2191" y="74054"/>
                </a:lnTo>
                <a:lnTo>
                  <a:pt x="2191" y="74605"/>
                </a:lnTo>
                <a:lnTo>
                  <a:pt x="2191" y="75185"/>
                </a:lnTo>
                <a:lnTo>
                  <a:pt x="2191" y="75736"/>
                </a:lnTo>
                <a:lnTo>
                  <a:pt x="2261" y="76258"/>
                </a:lnTo>
                <a:lnTo>
                  <a:pt x="2261" y="76780"/>
                </a:lnTo>
                <a:lnTo>
                  <a:pt x="2261" y="77389"/>
                </a:lnTo>
                <a:lnTo>
                  <a:pt x="2261" y="77911"/>
                </a:lnTo>
                <a:lnTo>
                  <a:pt x="2261" y="78461"/>
                </a:lnTo>
                <a:lnTo>
                  <a:pt x="2335" y="78983"/>
                </a:lnTo>
                <a:lnTo>
                  <a:pt x="2335" y="79592"/>
                </a:lnTo>
                <a:lnTo>
                  <a:pt x="2335" y="80114"/>
                </a:lnTo>
                <a:lnTo>
                  <a:pt x="2335" y="80636"/>
                </a:lnTo>
                <a:lnTo>
                  <a:pt x="2409" y="81187"/>
                </a:lnTo>
                <a:lnTo>
                  <a:pt x="2409" y="81709"/>
                </a:lnTo>
                <a:lnTo>
                  <a:pt x="2409" y="82318"/>
                </a:lnTo>
                <a:lnTo>
                  <a:pt x="2409" y="82840"/>
                </a:lnTo>
                <a:lnTo>
                  <a:pt x="2409" y="83362"/>
                </a:lnTo>
                <a:lnTo>
                  <a:pt x="2483" y="83913"/>
                </a:lnTo>
                <a:lnTo>
                  <a:pt x="2483" y="84493"/>
                </a:lnTo>
                <a:lnTo>
                  <a:pt x="2483" y="85043"/>
                </a:lnTo>
                <a:lnTo>
                  <a:pt x="2483" y="85565"/>
                </a:lnTo>
                <a:lnTo>
                  <a:pt x="2553" y="86087"/>
                </a:lnTo>
                <a:lnTo>
                  <a:pt x="2553" y="86638"/>
                </a:lnTo>
                <a:lnTo>
                  <a:pt x="2553" y="87218"/>
                </a:lnTo>
                <a:lnTo>
                  <a:pt x="2553" y="87769"/>
                </a:lnTo>
                <a:lnTo>
                  <a:pt x="2553" y="88291"/>
                </a:lnTo>
                <a:lnTo>
                  <a:pt x="2627" y="88813"/>
                </a:lnTo>
                <a:lnTo>
                  <a:pt x="2627" y="89364"/>
                </a:lnTo>
                <a:lnTo>
                  <a:pt x="2627" y="89944"/>
                </a:lnTo>
                <a:lnTo>
                  <a:pt x="2627" y="90495"/>
                </a:lnTo>
                <a:lnTo>
                  <a:pt x="2701" y="91017"/>
                </a:lnTo>
                <a:lnTo>
                  <a:pt x="2701" y="91567"/>
                </a:lnTo>
                <a:lnTo>
                  <a:pt x="2701" y="92089"/>
                </a:lnTo>
                <a:lnTo>
                  <a:pt x="2701" y="92611"/>
                </a:lnTo>
                <a:lnTo>
                  <a:pt x="2701" y="93220"/>
                </a:lnTo>
                <a:lnTo>
                  <a:pt x="2774" y="93742"/>
                </a:lnTo>
                <a:lnTo>
                  <a:pt x="2774" y="94293"/>
                </a:lnTo>
                <a:lnTo>
                  <a:pt x="2774" y="94815"/>
                </a:lnTo>
                <a:lnTo>
                  <a:pt x="2774" y="95337"/>
                </a:lnTo>
                <a:lnTo>
                  <a:pt x="2848" y="95888"/>
                </a:lnTo>
                <a:lnTo>
                  <a:pt x="2848" y="96410"/>
                </a:lnTo>
                <a:lnTo>
                  <a:pt x="2848" y="97019"/>
                </a:lnTo>
                <a:lnTo>
                  <a:pt x="2848" y="97541"/>
                </a:lnTo>
                <a:lnTo>
                  <a:pt x="2848" y="98062"/>
                </a:lnTo>
                <a:lnTo>
                  <a:pt x="2919" y="98613"/>
                </a:lnTo>
                <a:lnTo>
                  <a:pt x="2919" y="99135"/>
                </a:lnTo>
                <a:lnTo>
                  <a:pt x="2919" y="99657"/>
                </a:lnTo>
                <a:lnTo>
                  <a:pt x="2919" y="100208"/>
                </a:lnTo>
                <a:lnTo>
                  <a:pt x="2993" y="100730"/>
                </a:lnTo>
                <a:lnTo>
                  <a:pt x="2993" y="101339"/>
                </a:lnTo>
                <a:lnTo>
                  <a:pt x="2993" y="101861"/>
                </a:lnTo>
                <a:lnTo>
                  <a:pt x="2993" y="102383"/>
                </a:lnTo>
                <a:lnTo>
                  <a:pt x="2993" y="102934"/>
                </a:lnTo>
                <a:lnTo>
                  <a:pt x="3066" y="103456"/>
                </a:lnTo>
                <a:lnTo>
                  <a:pt x="3066" y="103978"/>
                </a:lnTo>
                <a:lnTo>
                  <a:pt x="3066" y="104528"/>
                </a:lnTo>
                <a:lnTo>
                  <a:pt x="3066" y="105050"/>
                </a:lnTo>
                <a:lnTo>
                  <a:pt x="3066" y="105572"/>
                </a:lnTo>
                <a:lnTo>
                  <a:pt x="3140" y="106123"/>
                </a:lnTo>
                <a:lnTo>
                  <a:pt x="3140" y="106703"/>
                </a:lnTo>
                <a:lnTo>
                  <a:pt x="3140" y="107254"/>
                </a:lnTo>
                <a:lnTo>
                  <a:pt x="3140" y="107776"/>
                </a:lnTo>
                <a:lnTo>
                  <a:pt x="3211" y="108298"/>
                </a:lnTo>
                <a:lnTo>
                  <a:pt x="3211" y="108849"/>
                </a:lnTo>
                <a:lnTo>
                  <a:pt x="3211" y="109371"/>
                </a:lnTo>
                <a:lnTo>
                  <a:pt x="3211" y="10989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699661" y="3550485"/>
            <a:ext cx="3214" cy="100034"/>
          </a:xfrm>
          <a:custGeom>
            <a:avLst/>
            <a:gdLst/>
            <a:ahLst/>
            <a:cxnLst/>
            <a:rect l="l" t="t" r="r" b="b"/>
            <a:pathLst>
              <a:path w="3214" h="100034">
                <a:moveTo>
                  <a:pt x="0" y="0"/>
                </a:moveTo>
                <a:lnTo>
                  <a:pt x="0" y="550"/>
                </a:lnTo>
                <a:lnTo>
                  <a:pt x="73" y="1072"/>
                </a:lnTo>
                <a:lnTo>
                  <a:pt x="73" y="1623"/>
                </a:lnTo>
                <a:lnTo>
                  <a:pt x="73" y="2145"/>
                </a:lnTo>
                <a:lnTo>
                  <a:pt x="73" y="2667"/>
                </a:lnTo>
                <a:lnTo>
                  <a:pt x="147" y="3218"/>
                </a:lnTo>
                <a:lnTo>
                  <a:pt x="147" y="3740"/>
                </a:lnTo>
                <a:lnTo>
                  <a:pt x="147" y="4262"/>
                </a:lnTo>
                <a:lnTo>
                  <a:pt x="147" y="4813"/>
                </a:lnTo>
                <a:lnTo>
                  <a:pt x="147" y="5335"/>
                </a:lnTo>
                <a:lnTo>
                  <a:pt x="221" y="5857"/>
                </a:lnTo>
                <a:lnTo>
                  <a:pt x="221" y="6408"/>
                </a:lnTo>
                <a:lnTo>
                  <a:pt x="221" y="6929"/>
                </a:lnTo>
                <a:lnTo>
                  <a:pt x="221" y="7451"/>
                </a:lnTo>
                <a:lnTo>
                  <a:pt x="291" y="8002"/>
                </a:lnTo>
                <a:lnTo>
                  <a:pt x="291" y="8524"/>
                </a:lnTo>
                <a:lnTo>
                  <a:pt x="291" y="9046"/>
                </a:lnTo>
                <a:lnTo>
                  <a:pt x="291" y="9597"/>
                </a:lnTo>
                <a:lnTo>
                  <a:pt x="291" y="10119"/>
                </a:lnTo>
                <a:lnTo>
                  <a:pt x="365" y="10641"/>
                </a:lnTo>
                <a:lnTo>
                  <a:pt x="365" y="11192"/>
                </a:lnTo>
                <a:lnTo>
                  <a:pt x="365" y="11714"/>
                </a:lnTo>
                <a:lnTo>
                  <a:pt x="365" y="12236"/>
                </a:lnTo>
                <a:lnTo>
                  <a:pt x="439" y="12787"/>
                </a:lnTo>
                <a:lnTo>
                  <a:pt x="439" y="13308"/>
                </a:lnTo>
                <a:lnTo>
                  <a:pt x="439" y="13830"/>
                </a:lnTo>
                <a:lnTo>
                  <a:pt x="439" y="14381"/>
                </a:lnTo>
                <a:lnTo>
                  <a:pt x="439" y="14903"/>
                </a:lnTo>
                <a:lnTo>
                  <a:pt x="513" y="15454"/>
                </a:lnTo>
                <a:lnTo>
                  <a:pt x="513" y="15976"/>
                </a:lnTo>
                <a:lnTo>
                  <a:pt x="513" y="16498"/>
                </a:lnTo>
                <a:lnTo>
                  <a:pt x="513" y="17049"/>
                </a:lnTo>
                <a:lnTo>
                  <a:pt x="583" y="17513"/>
                </a:lnTo>
                <a:lnTo>
                  <a:pt x="583" y="18035"/>
                </a:lnTo>
                <a:lnTo>
                  <a:pt x="583" y="18557"/>
                </a:lnTo>
                <a:lnTo>
                  <a:pt x="583" y="19108"/>
                </a:lnTo>
                <a:lnTo>
                  <a:pt x="583" y="19629"/>
                </a:lnTo>
                <a:lnTo>
                  <a:pt x="657" y="20151"/>
                </a:lnTo>
                <a:lnTo>
                  <a:pt x="657" y="20702"/>
                </a:lnTo>
                <a:lnTo>
                  <a:pt x="657" y="21224"/>
                </a:lnTo>
                <a:lnTo>
                  <a:pt x="657" y="21746"/>
                </a:lnTo>
                <a:lnTo>
                  <a:pt x="657" y="22297"/>
                </a:lnTo>
                <a:lnTo>
                  <a:pt x="731" y="22761"/>
                </a:lnTo>
                <a:lnTo>
                  <a:pt x="731" y="23283"/>
                </a:lnTo>
                <a:lnTo>
                  <a:pt x="731" y="23805"/>
                </a:lnTo>
                <a:lnTo>
                  <a:pt x="731" y="24356"/>
                </a:lnTo>
                <a:lnTo>
                  <a:pt x="805" y="24878"/>
                </a:lnTo>
                <a:lnTo>
                  <a:pt x="805" y="25429"/>
                </a:lnTo>
                <a:lnTo>
                  <a:pt x="805" y="25951"/>
                </a:lnTo>
                <a:lnTo>
                  <a:pt x="805" y="26414"/>
                </a:lnTo>
                <a:lnTo>
                  <a:pt x="805" y="26936"/>
                </a:lnTo>
                <a:lnTo>
                  <a:pt x="879" y="27487"/>
                </a:lnTo>
                <a:lnTo>
                  <a:pt x="879" y="28009"/>
                </a:lnTo>
                <a:lnTo>
                  <a:pt x="879" y="28531"/>
                </a:lnTo>
                <a:lnTo>
                  <a:pt x="879" y="29082"/>
                </a:lnTo>
                <a:lnTo>
                  <a:pt x="949" y="29546"/>
                </a:lnTo>
                <a:lnTo>
                  <a:pt x="949" y="30068"/>
                </a:lnTo>
                <a:lnTo>
                  <a:pt x="949" y="30590"/>
                </a:lnTo>
                <a:lnTo>
                  <a:pt x="949" y="31141"/>
                </a:lnTo>
                <a:lnTo>
                  <a:pt x="949" y="31663"/>
                </a:lnTo>
                <a:lnTo>
                  <a:pt x="1023" y="32127"/>
                </a:lnTo>
                <a:lnTo>
                  <a:pt x="1023" y="32648"/>
                </a:lnTo>
                <a:lnTo>
                  <a:pt x="1023" y="33199"/>
                </a:lnTo>
                <a:lnTo>
                  <a:pt x="1023" y="33721"/>
                </a:lnTo>
                <a:lnTo>
                  <a:pt x="1097" y="34185"/>
                </a:lnTo>
                <a:lnTo>
                  <a:pt x="1097" y="34736"/>
                </a:lnTo>
                <a:lnTo>
                  <a:pt x="1097" y="35258"/>
                </a:lnTo>
                <a:lnTo>
                  <a:pt x="1097" y="35780"/>
                </a:lnTo>
                <a:lnTo>
                  <a:pt x="1097" y="36244"/>
                </a:lnTo>
                <a:lnTo>
                  <a:pt x="1170" y="36795"/>
                </a:lnTo>
                <a:lnTo>
                  <a:pt x="1170" y="37317"/>
                </a:lnTo>
                <a:lnTo>
                  <a:pt x="1170" y="37839"/>
                </a:lnTo>
                <a:lnTo>
                  <a:pt x="1170" y="38303"/>
                </a:lnTo>
                <a:lnTo>
                  <a:pt x="1241" y="38854"/>
                </a:lnTo>
                <a:lnTo>
                  <a:pt x="1241" y="39375"/>
                </a:lnTo>
                <a:lnTo>
                  <a:pt x="1241" y="39897"/>
                </a:lnTo>
                <a:lnTo>
                  <a:pt x="1241" y="40390"/>
                </a:lnTo>
                <a:lnTo>
                  <a:pt x="1241" y="40912"/>
                </a:lnTo>
                <a:lnTo>
                  <a:pt x="1315" y="41434"/>
                </a:lnTo>
                <a:lnTo>
                  <a:pt x="1315" y="41898"/>
                </a:lnTo>
                <a:lnTo>
                  <a:pt x="1315" y="42449"/>
                </a:lnTo>
                <a:lnTo>
                  <a:pt x="1315" y="42971"/>
                </a:lnTo>
                <a:lnTo>
                  <a:pt x="1389" y="43435"/>
                </a:lnTo>
                <a:lnTo>
                  <a:pt x="1389" y="43957"/>
                </a:lnTo>
                <a:lnTo>
                  <a:pt x="1389" y="44508"/>
                </a:lnTo>
                <a:lnTo>
                  <a:pt x="1389" y="44972"/>
                </a:lnTo>
                <a:lnTo>
                  <a:pt x="1389" y="45494"/>
                </a:lnTo>
                <a:lnTo>
                  <a:pt x="1462" y="46015"/>
                </a:lnTo>
                <a:lnTo>
                  <a:pt x="1462" y="46508"/>
                </a:lnTo>
                <a:lnTo>
                  <a:pt x="1462" y="47030"/>
                </a:lnTo>
                <a:lnTo>
                  <a:pt x="1462" y="47552"/>
                </a:lnTo>
                <a:lnTo>
                  <a:pt x="1462" y="48016"/>
                </a:lnTo>
                <a:lnTo>
                  <a:pt x="1533" y="48567"/>
                </a:lnTo>
                <a:lnTo>
                  <a:pt x="1533" y="49089"/>
                </a:lnTo>
                <a:lnTo>
                  <a:pt x="1533" y="49553"/>
                </a:lnTo>
                <a:lnTo>
                  <a:pt x="1533" y="50075"/>
                </a:lnTo>
                <a:lnTo>
                  <a:pt x="1607" y="50539"/>
                </a:lnTo>
                <a:lnTo>
                  <a:pt x="1607" y="51090"/>
                </a:lnTo>
                <a:lnTo>
                  <a:pt x="1607" y="51612"/>
                </a:lnTo>
                <a:lnTo>
                  <a:pt x="1607" y="52076"/>
                </a:lnTo>
                <a:lnTo>
                  <a:pt x="1607" y="52597"/>
                </a:lnTo>
                <a:lnTo>
                  <a:pt x="1681" y="53090"/>
                </a:lnTo>
                <a:lnTo>
                  <a:pt x="1681" y="53612"/>
                </a:lnTo>
                <a:lnTo>
                  <a:pt x="1681" y="54076"/>
                </a:lnTo>
                <a:lnTo>
                  <a:pt x="1681" y="54598"/>
                </a:lnTo>
                <a:lnTo>
                  <a:pt x="1754" y="55149"/>
                </a:lnTo>
                <a:lnTo>
                  <a:pt x="1754" y="55613"/>
                </a:lnTo>
                <a:lnTo>
                  <a:pt x="1754" y="56135"/>
                </a:lnTo>
                <a:lnTo>
                  <a:pt x="1754" y="56599"/>
                </a:lnTo>
                <a:lnTo>
                  <a:pt x="1754" y="57121"/>
                </a:lnTo>
                <a:lnTo>
                  <a:pt x="1825" y="57585"/>
                </a:lnTo>
                <a:lnTo>
                  <a:pt x="1825" y="58136"/>
                </a:lnTo>
                <a:lnTo>
                  <a:pt x="1825" y="58600"/>
                </a:lnTo>
                <a:lnTo>
                  <a:pt x="1825" y="59121"/>
                </a:lnTo>
                <a:lnTo>
                  <a:pt x="1899" y="59585"/>
                </a:lnTo>
                <a:lnTo>
                  <a:pt x="1899" y="60136"/>
                </a:lnTo>
                <a:lnTo>
                  <a:pt x="1899" y="60600"/>
                </a:lnTo>
                <a:lnTo>
                  <a:pt x="1899" y="61122"/>
                </a:lnTo>
                <a:lnTo>
                  <a:pt x="1899" y="61586"/>
                </a:lnTo>
                <a:lnTo>
                  <a:pt x="1972" y="62108"/>
                </a:lnTo>
                <a:lnTo>
                  <a:pt x="1972" y="62572"/>
                </a:lnTo>
                <a:lnTo>
                  <a:pt x="1972" y="63123"/>
                </a:lnTo>
                <a:lnTo>
                  <a:pt x="1972" y="63587"/>
                </a:lnTo>
                <a:lnTo>
                  <a:pt x="2046" y="64109"/>
                </a:lnTo>
                <a:lnTo>
                  <a:pt x="2046" y="64573"/>
                </a:lnTo>
                <a:lnTo>
                  <a:pt x="2046" y="65037"/>
                </a:lnTo>
                <a:lnTo>
                  <a:pt x="2046" y="65587"/>
                </a:lnTo>
                <a:lnTo>
                  <a:pt x="2046" y="66051"/>
                </a:lnTo>
                <a:lnTo>
                  <a:pt x="2120" y="66573"/>
                </a:lnTo>
                <a:lnTo>
                  <a:pt x="2120" y="67037"/>
                </a:lnTo>
                <a:lnTo>
                  <a:pt x="2120" y="67559"/>
                </a:lnTo>
                <a:lnTo>
                  <a:pt x="2120" y="68052"/>
                </a:lnTo>
                <a:lnTo>
                  <a:pt x="2191" y="68516"/>
                </a:lnTo>
                <a:lnTo>
                  <a:pt x="2191" y="69038"/>
                </a:lnTo>
                <a:lnTo>
                  <a:pt x="2191" y="69502"/>
                </a:lnTo>
                <a:lnTo>
                  <a:pt x="2191" y="69966"/>
                </a:lnTo>
                <a:lnTo>
                  <a:pt x="2191" y="70488"/>
                </a:lnTo>
                <a:lnTo>
                  <a:pt x="2264" y="70952"/>
                </a:lnTo>
                <a:lnTo>
                  <a:pt x="2264" y="71503"/>
                </a:lnTo>
                <a:lnTo>
                  <a:pt x="2264" y="71966"/>
                </a:lnTo>
                <a:lnTo>
                  <a:pt x="2264" y="72430"/>
                </a:lnTo>
                <a:lnTo>
                  <a:pt x="2264" y="72952"/>
                </a:lnTo>
                <a:lnTo>
                  <a:pt x="2338" y="73416"/>
                </a:lnTo>
                <a:lnTo>
                  <a:pt x="2338" y="73880"/>
                </a:lnTo>
                <a:lnTo>
                  <a:pt x="2338" y="74431"/>
                </a:lnTo>
                <a:lnTo>
                  <a:pt x="2338" y="74895"/>
                </a:lnTo>
                <a:lnTo>
                  <a:pt x="2412" y="75359"/>
                </a:lnTo>
                <a:lnTo>
                  <a:pt x="2412" y="75881"/>
                </a:lnTo>
                <a:lnTo>
                  <a:pt x="2412" y="76345"/>
                </a:lnTo>
                <a:lnTo>
                  <a:pt x="2412" y="76809"/>
                </a:lnTo>
                <a:lnTo>
                  <a:pt x="2412" y="77273"/>
                </a:lnTo>
                <a:lnTo>
                  <a:pt x="2483" y="77824"/>
                </a:lnTo>
                <a:lnTo>
                  <a:pt x="2483" y="78287"/>
                </a:lnTo>
                <a:lnTo>
                  <a:pt x="2483" y="78751"/>
                </a:lnTo>
                <a:lnTo>
                  <a:pt x="2483" y="79215"/>
                </a:lnTo>
                <a:lnTo>
                  <a:pt x="2556" y="79737"/>
                </a:lnTo>
                <a:lnTo>
                  <a:pt x="2556" y="80201"/>
                </a:lnTo>
                <a:lnTo>
                  <a:pt x="2556" y="80665"/>
                </a:lnTo>
                <a:lnTo>
                  <a:pt x="2556" y="81129"/>
                </a:lnTo>
                <a:lnTo>
                  <a:pt x="2556" y="81680"/>
                </a:lnTo>
                <a:lnTo>
                  <a:pt x="2630" y="82144"/>
                </a:lnTo>
                <a:lnTo>
                  <a:pt x="2630" y="82608"/>
                </a:lnTo>
                <a:lnTo>
                  <a:pt x="2630" y="83072"/>
                </a:lnTo>
                <a:lnTo>
                  <a:pt x="2630" y="83594"/>
                </a:lnTo>
                <a:lnTo>
                  <a:pt x="2704" y="84058"/>
                </a:lnTo>
                <a:lnTo>
                  <a:pt x="2704" y="84522"/>
                </a:lnTo>
                <a:lnTo>
                  <a:pt x="2704" y="84985"/>
                </a:lnTo>
                <a:lnTo>
                  <a:pt x="2704" y="85449"/>
                </a:lnTo>
                <a:lnTo>
                  <a:pt x="2704" y="85913"/>
                </a:lnTo>
                <a:lnTo>
                  <a:pt x="2774" y="86464"/>
                </a:lnTo>
                <a:lnTo>
                  <a:pt x="2774" y="86928"/>
                </a:lnTo>
                <a:lnTo>
                  <a:pt x="2774" y="87392"/>
                </a:lnTo>
                <a:lnTo>
                  <a:pt x="2774" y="87856"/>
                </a:lnTo>
                <a:lnTo>
                  <a:pt x="2848" y="88320"/>
                </a:lnTo>
                <a:lnTo>
                  <a:pt x="2848" y="88784"/>
                </a:lnTo>
                <a:lnTo>
                  <a:pt x="2848" y="89248"/>
                </a:lnTo>
                <a:lnTo>
                  <a:pt x="2848" y="89770"/>
                </a:lnTo>
                <a:lnTo>
                  <a:pt x="2848" y="90263"/>
                </a:lnTo>
                <a:lnTo>
                  <a:pt x="2922" y="90727"/>
                </a:lnTo>
                <a:lnTo>
                  <a:pt x="2922" y="91191"/>
                </a:lnTo>
                <a:lnTo>
                  <a:pt x="2922" y="91654"/>
                </a:lnTo>
                <a:lnTo>
                  <a:pt x="2922" y="92118"/>
                </a:lnTo>
                <a:lnTo>
                  <a:pt x="2996" y="92582"/>
                </a:lnTo>
                <a:lnTo>
                  <a:pt x="2996" y="93046"/>
                </a:lnTo>
                <a:lnTo>
                  <a:pt x="2996" y="93510"/>
                </a:lnTo>
                <a:lnTo>
                  <a:pt x="2996" y="93974"/>
                </a:lnTo>
                <a:lnTo>
                  <a:pt x="2996" y="94438"/>
                </a:lnTo>
                <a:lnTo>
                  <a:pt x="3066" y="94902"/>
                </a:lnTo>
                <a:lnTo>
                  <a:pt x="3066" y="95366"/>
                </a:lnTo>
                <a:lnTo>
                  <a:pt x="3066" y="95830"/>
                </a:lnTo>
                <a:lnTo>
                  <a:pt x="3066" y="96294"/>
                </a:lnTo>
                <a:lnTo>
                  <a:pt x="3066" y="96758"/>
                </a:lnTo>
                <a:lnTo>
                  <a:pt x="3140" y="97222"/>
                </a:lnTo>
                <a:lnTo>
                  <a:pt x="3140" y="97686"/>
                </a:lnTo>
                <a:lnTo>
                  <a:pt x="3140" y="98149"/>
                </a:lnTo>
                <a:lnTo>
                  <a:pt x="3140" y="98613"/>
                </a:lnTo>
                <a:lnTo>
                  <a:pt x="3214" y="99106"/>
                </a:lnTo>
                <a:lnTo>
                  <a:pt x="3214" y="99570"/>
                </a:lnTo>
                <a:lnTo>
                  <a:pt x="3214" y="10003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702875" y="3650519"/>
            <a:ext cx="3214" cy="81593"/>
          </a:xfrm>
          <a:custGeom>
            <a:avLst/>
            <a:gdLst/>
            <a:ahLst/>
            <a:cxnLst/>
            <a:rect l="l" t="t" r="r" b="b"/>
            <a:pathLst>
              <a:path w="3214" h="81593">
                <a:moveTo>
                  <a:pt x="0" y="0"/>
                </a:moveTo>
                <a:lnTo>
                  <a:pt x="0" y="463"/>
                </a:lnTo>
                <a:lnTo>
                  <a:pt x="0" y="927"/>
                </a:lnTo>
                <a:lnTo>
                  <a:pt x="73" y="1391"/>
                </a:lnTo>
                <a:lnTo>
                  <a:pt x="73" y="1855"/>
                </a:lnTo>
                <a:lnTo>
                  <a:pt x="73" y="2319"/>
                </a:lnTo>
                <a:lnTo>
                  <a:pt x="73" y="2783"/>
                </a:lnTo>
                <a:lnTo>
                  <a:pt x="147" y="3247"/>
                </a:lnTo>
                <a:lnTo>
                  <a:pt x="147" y="3711"/>
                </a:lnTo>
                <a:lnTo>
                  <a:pt x="147" y="4175"/>
                </a:lnTo>
                <a:lnTo>
                  <a:pt x="147" y="4639"/>
                </a:lnTo>
                <a:lnTo>
                  <a:pt x="147" y="5045"/>
                </a:lnTo>
                <a:lnTo>
                  <a:pt x="218" y="5509"/>
                </a:lnTo>
                <a:lnTo>
                  <a:pt x="218" y="5973"/>
                </a:lnTo>
                <a:lnTo>
                  <a:pt x="218" y="6437"/>
                </a:lnTo>
                <a:lnTo>
                  <a:pt x="218" y="6900"/>
                </a:lnTo>
                <a:lnTo>
                  <a:pt x="291" y="7364"/>
                </a:lnTo>
                <a:lnTo>
                  <a:pt x="291" y="7828"/>
                </a:lnTo>
                <a:lnTo>
                  <a:pt x="291" y="8234"/>
                </a:lnTo>
                <a:lnTo>
                  <a:pt x="291" y="8698"/>
                </a:lnTo>
                <a:lnTo>
                  <a:pt x="291" y="9162"/>
                </a:lnTo>
                <a:lnTo>
                  <a:pt x="365" y="9626"/>
                </a:lnTo>
                <a:lnTo>
                  <a:pt x="365" y="10090"/>
                </a:lnTo>
                <a:lnTo>
                  <a:pt x="365" y="10496"/>
                </a:lnTo>
                <a:lnTo>
                  <a:pt x="365" y="10960"/>
                </a:lnTo>
                <a:lnTo>
                  <a:pt x="439" y="11424"/>
                </a:lnTo>
                <a:lnTo>
                  <a:pt x="439" y="11888"/>
                </a:lnTo>
                <a:lnTo>
                  <a:pt x="439" y="12352"/>
                </a:lnTo>
                <a:lnTo>
                  <a:pt x="439" y="12758"/>
                </a:lnTo>
                <a:lnTo>
                  <a:pt x="439" y="13221"/>
                </a:lnTo>
                <a:lnTo>
                  <a:pt x="510" y="13685"/>
                </a:lnTo>
                <a:lnTo>
                  <a:pt x="510" y="14149"/>
                </a:lnTo>
                <a:lnTo>
                  <a:pt x="510" y="14555"/>
                </a:lnTo>
                <a:lnTo>
                  <a:pt x="510" y="15019"/>
                </a:lnTo>
                <a:lnTo>
                  <a:pt x="583" y="15483"/>
                </a:lnTo>
                <a:lnTo>
                  <a:pt x="583" y="15889"/>
                </a:lnTo>
                <a:lnTo>
                  <a:pt x="583" y="16353"/>
                </a:lnTo>
                <a:lnTo>
                  <a:pt x="583" y="16817"/>
                </a:lnTo>
                <a:lnTo>
                  <a:pt x="583" y="17223"/>
                </a:lnTo>
                <a:lnTo>
                  <a:pt x="657" y="17687"/>
                </a:lnTo>
                <a:lnTo>
                  <a:pt x="657" y="18151"/>
                </a:lnTo>
                <a:lnTo>
                  <a:pt x="657" y="18528"/>
                </a:lnTo>
                <a:lnTo>
                  <a:pt x="657" y="19021"/>
                </a:lnTo>
                <a:lnTo>
                  <a:pt x="657" y="19485"/>
                </a:lnTo>
                <a:lnTo>
                  <a:pt x="731" y="19861"/>
                </a:lnTo>
                <a:lnTo>
                  <a:pt x="731" y="20325"/>
                </a:lnTo>
                <a:lnTo>
                  <a:pt x="731" y="20789"/>
                </a:lnTo>
                <a:lnTo>
                  <a:pt x="731" y="21195"/>
                </a:lnTo>
                <a:lnTo>
                  <a:pt x="802" y="21659"/>
                </a:lnTo>
                <a:lnTo>
                  <a:pt x="802" y="22065"/>
                </a:lnTo>
                <a:lnTo>
                  <a:pt x="802" y="22529"/>
                </a:lnTo>
                <a:lnTo>
                  <a:pt x="802" y="22993"/>
                </a:lnTo>
                <a:lnTo>
                  <a:pt x="802" y="23399"/>
                </a:lnTo>
                <a:lnTo>
                  <a:pt x="875" y="23863"/>
                </a:lnTo>
                <a:lnTo>
                  <a:pt x="875" y="24269"/>
                </a:lnTo>
                <a:lnTo>
                  <a:pt x="875" y="24733"/>
                </a:lnTo>
                <a:lnTo>
                  <a:pt x="875" y="25139"/>
                </a:lnTo>
                <a:lnTo>
                  <a:pt x="949" y="25603"/>
                </a:lnTo>
                <a:lnTo>
                  <a:pt x="949" y="26067"/>
                </a:lnTo>
                <a:lnTo>
                  <a:pt x="949" y="26443"/>
                </a:lnTo>
                <a:lnTo>
                  <a:pt x="949" y="26907"/>
                </a:lnTo>
                <a:lnTo>
                  <a:pt x="949" y="27313"/>
                </a:lnTo>
                <a:lnTo>
                  <a:pt x="1023" y="27777"/>
                </a:lnTo>
                <a:lnTo>
                  <a:pt x="1023" y="28183"/>
                </a:lnTo>
                <a:lnTo>
                  <a:pt x="1023" y="28647"/>
                </a:lnTo>
                <a:lnTo>
                  <a:pt x="1023" y="29053"/>
                </a:lnTo>
                <a:lnTo>
                  <a:pt x="1093" y="29459"/>
                </a:lnTo>
                <a:lnTo>
                  <a:pt x="1093" y="29923"/>
                </a:lnTo>
                <a:lnTo>
                  <a:pt x="1093" y="30300"/>
                </a:lnTo>
                <a:lnTo>
                  <a:pt x="1093" y="30764"/>
                </a:lnTo>
                <a:lnTo>
                  <a:pt x="1093" y="31170"/>
                </a:lnTo>
                <a:lnTo>
                  <a:pt x="1167" y="31634"/>
                </a:lnTo>
                <a:lnTo>
                  <a:pt x="1167" y="32040"/>
                </a:lnTo>
                <a:lnTo>
                  <a:pt x="1167" y="32504"/>
                </a:lnTo>
                <a:lnTo>
                  <a:pt x="1167" y="32909"/>
                </a:lnTo>
                <a:lnTo>
                  <a:pt x="1241" y="33315"/>
                </a:lnTo>
                <a:lnTo>
                  <a:pt x="1241" y="33779"/>
                </a:lnTo>
                <a:lnTo>
                  <a:pt x="1241" y="34156"/>
                </a:lnTo>
                <a:lnTo>
                  <a:pt x="1241" y="34562"/>
                </a:lnTo>
                <a:lnTo>
                  <a:pt x="1241" y="35026"/>
                </a:lnTo>
                <a:lnTo>
                  <a:pt x="1315" y="35432"/>
                </a:lnTo>
                <a:lnTo>
                  <a:pt x="1315" y="35838"/>
                </a:lnTo>
                <a:lnTo>
                  <a:pt x="1315" y="36302"/>
                </a:lnTo>
                <a:lnTo>
                  <a:pt x="1315" y="36708"/>
                </a:lnTo>
                <a:lnTo>
                  <a:pt x="1389" y="37085"/>
                </a:lnTo>
                <a:lnTo>
                  <a:pt x="1389" y="37549"/>
                </a:lnTo>
                <a:lnTo>
                  <a:pt x="1389" y="37955"/>
                </a:lnTo>
                <a:lnTo>
                  <a:pt x="1389" y="38361"/>
                </a:lnTo>
                <a:lnTo>
                  <a:pt x="1389" y="38825"/>
                </a:lnTo>
                <a:lnTo>
                  <a:pt x="1459" y="39230"/>
                </a:lnTo>
                <a:lnTo>
                  <a:pt x="1459" y="39607"/>
                </a:lnTo>
                <a:lnTo>
                  <a:pt x="1459" y="40013"/>
                </a:lnTo>
                <a:lnTo>
                  <a:pt x="1459" y="40477"/>
                </a:lnTo>
                <a:lnTo>
                  <a:pt x="1459" y="40883"/>
                </a:lnTo>
                <a:lnTo>
                  <a:pt x="1533" y="41289"/>
                </a:lnTo>
                <a:lnTo>
                  <a:pt x="1533" y="41695"/>
                </a:lnTo>
                <a:lnTo>
                  <a:pt x="1533" y="42159"/>
                </a:lnTo>
                <a:lnTo>
                  <a:pt x="1533" y="42536"/>
                </a:lnTo>
                <a:lnTo>
                  <a:pt x="1607" y="42942"/>
                </a:lnTo>
                <a:lnTo>
                  <a:pt x="1607" y="43348"/>
                </a:lnTo>
                <a:lnTo>
                  <a:pt x="1607" y="43754"/>
                </a:lnTo>
                <a:lnTo>
                  <a:pt x="1607" y="44218"/>
                </a:lnTo>
                <a:lnTo>
                  <a:pt x="1607" y="44595"/>
                </a:lnTo>
                <a:lnTo>
                  <a:pt x="1681" y="45001"/>
                </a:lnTo>
                <a:lnTo>
                  <a:pt x="1681" y="45407"/>
                </a:lnTo>
                <a:lnTo>
                  <a:pt x="1681" y="45812"/>
                </a:lnTo>
                <a:lnTo>
                  <a:pt x="1681" y="46218"/>
                </a:lnTo>
                <a:lnTo>
                  <a:pt x="1751" y="46682"/>
                </a:lnTo>
                <a:lnTo>
                  <a:pt x="1751" y="47059"/>
                </a:lnTo>
                <a:lnTo>
                  <a:pt x="1751" y="47465"/>
                </a:lnTo>
                <a:lnTo>
                  <a:pt x="1751" y="47871"/>
                </a:lnTo>
                <a:lnTo>
                  <a:pt x="1751" y="48277"/>
                </a:lnTo>
                <a:lnTo>
                  <a:pt x="1825" y="48654"/>
                </a:lnTo>
                <a:lnTo>
                  <a:pt x="1825" y="49060"/>
                </a:lnTo>
                <a:lnTo>
                  <a:pt x="1825" y="49466"/>
                </a:lnTo>
                <a:lnTo>
                  <a:pt x="1825" y="49872"/>
                </a:lnTo>
                <a:lnTo>
                  <a:pt x="1899" y="50249"/>
                </a:lnTo>
                <a:lnTo>
                  <a:pt x="1899" y="50655"/>
                </a:lnTo>
                <a:lnTo>
                  <a:pt x="1899" y="51061"/>
                </a:lnTo>
                <a:lnTo>
                  <a:pt x="1899" y="51467"/>
                </a:lnTo>
                <a:lnTo>
                  <a:pt x="1899" y="51844"/>
                </a:lnTo>
                <a:lnTo>
                  <a:pt x="1972" y="52249"/>
                </a:lnTo>
                <a:lnTo>
                  <a:pt x="1972" y="52655"/>
                </a:lnTo>
                <a:lnTo>
                  <a:pt x="1972" y="53061"/>
                </a:lnTo>
                <a:lnTo>
                  <a:pt x="1972" y="53438"/>
                </a:lnTo>
                <a:lnTo>
                  <a:pt x="2043" y="53844"/>
                </a:lnTo>
                <a:lnTo>
                  <a:pt x="2043" y="54250"/>
                </a:lnTo>
                <a:lnTo>
                  <a:pt x="2043" y="54656"/>
                </a:lnTo>
                <a:lnTo>
                  <a:pt x="2043" y="55062"/>
                </a:lnTo>
                <a:lnTo>
                  <a:pt x="2043" y="55439"/>
                </a:lnTo>
                <a:lnTo>
                  <a:pt x="2117" y="55845"/>
                </a:lnTo>
                <a:lnTo>
                  <a:pt x="2117" y="56251"/>
                </a:lnTo>
                <a:lnTo>
                  <a:pt x="2117" y="56657"/>
                </a:lnTo>
                <a:lnTo>
                  <a:pt x="2117" y="57034"/>
                </a:lnTo>
                <a:lnTo>
                  <a:pt x="2191" y="57440"/>
                </a:lnTo>
                <a:lnTo>
                  <a:pt x="2191" y="57846"/>
                </a:lnTo>
                <a:lnTo>
                  <a:pt x="2191" y="58165"/>
                </a:lnTo>
                <a:lnTo>
                  <a:pt x="2191" y="58571"/>
                </a:lnTo>
                <a:lnTo>
                  <a:pt x="2191" y="58976"/>
                </a:lnTo>
                <a:lnTo>
                  <a:pt x="2264" y="59382"/>
                </a:lnTo>
                <a:lnTo>
                  <a:pt x="2264" y="59759"/>
                </a:lnTo>
                <a:lnTo>
                  <a:pt x="2264" y="60165"/>
                </a:lnTo>
                <a:lnTo>
                  <a:pt x="2264" y="60571"/>
                </a:lnTo>
                <a:lnTo>
                  <a:pt x="2264" y="60890"/>
                </a:lnTo>
                <a:lnTo>
                  <a:pt x="2335" y="61296"/>
                </a:lnTo>
                <a:lnTo>
                  <a:pt x="2335" y="61702"/>
                </a:lnTo>
                <a:lnTo>
                  <a:pt x="2335" y="62108"/>
                </a:lnTo>
                <a:lnTo>
                  <a:pt x="2335" y="62485"/>
                </a:lnTo>
                <a:lnTo>
                  <a:pt x="2409" y="62833"/>
                </a:lnTo>
                <a:lnTo>
                  <a:pt x="2409" y="63239"/>
                </a:lnTo>
                <a:lnTo>
                  <a:pt x="2409" y="63616"/>
                </a:lnTo>
                <a:lnTo>
                  <a:pt x="2409" y="64022"/>
                </a:lnTo>
                <a:lnTo>
                  <a:pt x="2409" y="64370"/>
                </a:lnTo>
                <a:lnTo>
                  <a:pt x="2483" y="64747"/>
                </a:lnTo>
                <a:lnTo>
                  <a:pt x="2483" y="65153"/>
                </a:lnTo>
                <a:lnTo>
                  <a:pt x="2483" y="65500"/>
                </a:lnTo>
                <a:lnTo>
                  <a:pt x="2483" y="65877"/>
                </a:lnTo>
                <a:lnTo>
                  <a:pt x="2556" y="66283"/>
                </a:lnTo>
                <a:lnTo>
                  <a:pt x="2556" y="66631"/>
                </a:lnTo>
                <a:lnTo>
                  <a:pt x="2556" y="67008"/>
                </a:lnTo>
                <a:lnTo>
                  <a:pt x="2556" y="67414"/>
                </a:lnTo>
                <a:lnTo>
                  <a:pt x="2556" y="67762"/>
                </a:lnTo>
                <a:lnTo>
                  <a:pt x="2630" y="68139"/>
                </a:lnTo>
                <a:lnTo>
                  <a:pt x="2630" y="68545"/>
                </a:lnTo>
                <a:lnTo>
                  <a:pt x="2630" y="68893"/>
                </a:lnTo>
                <a:lnTo>
                  <a:pt x="2630" y="69270"/>
                </a:lnTo>
                <a:lnTo>
                  <a:pt x="2701" y="69676"/>
                </a:lnTo>
                <a:lnTo>
                  <a:pt x="2701" y="70024"/>
                </a:lnTo>
                <a:lnTo>
                  <a:pt x="2701" y="70401"/>
                </a:lnTo>
                <a:lnTo>
                  <a:pt x="2701" y="70749"/>
                </a:lnTo>
                <a:lnTo>
                  <a:pt x="2701" y="71155"/>
                </a:lnTo>
                <a:lnTo>
                  <a:pt x="2774" y="71474"/>
                </a:lnTo>
                <a:lnTo>
                  <a:pt x="2774" y="71879"/>
                </a:lnTo>
                <a:lnTo>
                  <a:pt x="2774" y="72256"/>
                </a:lnTo>
                <a:lnTo>
                  <a:pt x="2774" y="72604"/>
                </a:lnTo>
                <a:lnTo>
                  <a:pt x="2848" y="73010"/>
                </a:lnTo>
                <a:lnTo>
                  <a:pt x="2848" y="73329"/>
                </a:lnTo>
                <a:lnTo>
                  <a:pt x="2848" y="73735"/>
                </a:lnTo>
                <a:lnTo>
                  <a:pt x="2848" y="74054"/>
                </a:lnTo>
                <a:lnTo>
                  <a:pt x="2848" y="74460"/>
                </a:lnTo>
                <a:lnTo>
                  <a:pt x="2922" y="74808"/>
                </a:lnTo>
                <a:lnTo>
                  <a:pt x="2922" y="75185"/>
                </a:lnTo>
                <a:lnTo>
                  <a:pt x="2922" y="75533"/>
                </a:lnTo>
                <a:lnTo>
                  <a:pt x="2922" y="75852"/>
                </a:lnTo>
                <a:lnTo>
                  <a:pt x="2993" y="76258"/>
                </a:lnTo>
                <a:lnTo>
                  <a:pt x="2993" y="76606"/>
                </a:lnTo>
                <a:lnTo>
                  <a:pt x="2993" y="76983"/>
                </a:lnTo>
                <a:lnTo>
                  <a:pt x="2993" y="77331"/>
                </a:lnTo>
                <a:lnTo>
                  <a:pt x="2993" y="77650"/>
                </a:lnTo>
                <a:lnTo>
                  <a:pt x="3066" y="78056"/>
                </a:lnTo>
                <a:lnTo>
                  <a:pt x="3066" y="78374"/>
                </a:lnTo>
                <a:lnTo>
                  <a:pt x="3066" y="78780"/>
                </a:lnTo>
                <a:lnTo>
                  <a:pt x="3066" y="79128"/>
                </a:lnTo>
                <a:lnTo>
                  <a:pt x="3066" y="79447"/>
                </a:lnTo>
                <a:lnTo>
                  <a:pt x="3140" y="79853"/>
                </a:lnTo>
                <a:lnTo>
                  <a:pt x="3140" y="80172"/>
                </a:lnTo>
                <a:lnTo>
                  <a:pt x="3140" y="80520"/>
                </a:lnTo>
                <a:lnTo>
                  <a:pt x="3140" y="80926"/>
                </a:lnTo>
                <a:lnTo>
                  <a:pt x="3214" y="81245"/>
                </a:lnTo>
                <a:lnTo>
                  <a:pt x="3214" y="8159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706090" y="3732113"/>
            <a:ext cx="3211" cy="56642"/>
          </a:xfrm>
          <a:custGeom>
            <a:avLst/>
            <a:gdLst/>
            <a:ahLst/>
            <a:cxnLst/>
            <a:rect l="l" t="t" r="r" b="b"/>
            <a:pathLst>
              <a:path w="3211" h="56642">
                <a:moveTo>
                  <a:pt x="0" y="0"/>
                </a:moveTo>
                <a:lnTo>
                  <a:pt x="0" y="376"/>
                </a:lnTo>
                <a:lnTo>
                  <a:pt x="0" y="724"/>
                </a:lnTo>
                <a:lnTo>
                  <a:pt x="0" y="1043"/>
                </a:lnTo>
                <a:lnTo>
                  <a:pt x="70" y="1391"/>
                </a:lnTo>
                <a:lnTo>
                  <a:pt x="70" y="1768"/>
                </a:lnTo>
                <a:lnTo>
                  <a:pt x="70" y="2116"/>
                </a:lnTo>
                <a:lnTo>
                  <a:pt x="70" y="2435"/>
                </a:lnTo>
                <a:lnTo>
                  <a:pt x="144" y="2783"/>
                </a:lnTo>
                <a:lnTo>
                  <a:pt x="144" y="3102"/>
                </a:lnTo>
                <a:lnTo>
                  <a:pt x="144" y="3508"/>
                </a:lnTo>
                <a:lnTo>
                  <a:pt x="144" y="3856"/>
                </a:lnTo>
                <a:lnTo>
                  <a:pt x="144" y="4175"/>
                </a:lnTo>
                <a:lnTo>
                  <a:pt x="218" y="4523"/>
                </a:lnTo>
                <a:lnTo>
                  <a:pt x="218" y="4842"/>
                </a:lnTo>
                <a:lnTo>
                  <a:pt x="218" y="5248"/>
                </a:lnTo>
                <a:lnTo>
                  <a:pt x="218" y="5567"/>
                </a:lnTo>
                <a:lnTo>
                  <a:pt x="291" y="5915"/>
                </a:lnTo>
                <a:lnTo>
                  <a:pt x="291" y="6234"/>
                </a:lnTo>
                <a:lnTo>
                  <a:pt x="291" y="6581"/>
                </a:lnTo>
                <a:lnTo>
                  <a:pt x="291" y="6900"/>
                </a:lnTo>
                <a:lnTo>
                  <a:pt x="291" y="7248"/>
                </a:lnTo>
                <a:lnTo>
                  <a:pt x="362" y="7567"/>
                </a:lnTo>
                <a:lnTo>
                  <a:pt x="362" y="7886"/>
                </a:lnTo>
                <a:lnTo>
                  <a:pt x="362" y="8234"/>
                </a:lnTo>
                <a:lnTo>
                  <a:pt x="362" y="8553"/>
                </a:lnTo>
                <a:lnTo>
                  <a:pt x="436" y="8959"/>
                </a:lnTo>
                <a:lnTo>
                  <a:pt x="436" y="9307"/>
                </a:lnTo>
                <a:lnTo>
                  <a:pt x="436" y="9626"/>
                </a:lnTo>
                <a:lnTo>
                  <a:pt x="436" y="9974"/>
                </a:lnTo>
                <a:lnTo>
                  <a:pt x="436" y="10293"/>
                </a:lnTo>
                <a:lnTo>
                  <a:pt x="510" y="10612"/>
                </a:lnTo>
                <a:lnTo>
                  <a:pt x="510" y="10960"/>
                </a:lnTo>
                <a:lnTo>
                  <a:pt x="510" y="11279"/>
                </a:lnTo>
                <a:lnTo>
                  <a:pt x="510" y="11627"/>
                </a:lnTo>
                <a:lnTo>
                  <a:pt x="583" y="11888"/>
                </a:lnTo>
                <a:lnTo>
                  <a:pt x="583" y="12236"/>
                </a:lnTo>
                <a:lnTo>
                  <a:pt x="583" y="12555"/>
                </a:lnTo>
                <a:lnTo>
                  <a:pt x="583" y="12874"/>
                </a:lnTo>
                <a:lnTo>
                  <a:pt x="583" y="13221"/>
                </a:lnTo>
                <a:lnTo>
                  <a:pt x="657" y="13540"/>
                </a:lnTo>
                <a:lnTo>
                  <a:pt x="657" y="13888"/>
                </a:lnTo>
                <a:lnTo>
                  <a:pt x="657" y="14207"/>
                </a:lnTo>
                <a:lnTo>
                  <a:pt x="657" y="14555"/>
                </a:lnTo>
                <a:lnTo>
                  <a:pt x="657" y="14874"/>
                </a:lnTo>
                <a:lnTo>
                  <a:pt x="728" y="15135"/>
                </a:lnTo>
                <a:lnTo>
                  <a:pt x="728" y="15483"/>
                </a:lnTo>
                <a:lnTo>
                  <a:pt x="728" y="15802"/>
                </a:lnTo>
                <a:lnTo>
                  <a:pt x="728" y="16150"/>
                </a:lnTo>
                <a:lnTo>
                  <a:pt x="802" y="16469"/>
                </a:lnTo>
                <a:lnTo>
                  <a:pt x="802" y="16817"/>
                </a:lnTo>
                <a:lnTo>
                  <a:pt x="802" y="17078"/>
                </a:lnTo>
                <a:lnTo>
                  <a:pt x="802" y="17397"/>
                </a:lnTo>
                <a:lnTo>
                  <a:pt x="802" y="17745"/>
                </a:lnTo>
                <a:lnTo>
                  <a:pt x="875" y="18064"/>
                </a:lnTo>
                <a:lnTo>
                  <a:pt x="875" y="18354"/>
                </a:lnTo>
                <a:lnTo>
                  <a:pt x="875" y="18673"/>
                </a:lnTo>
                <a:lnTo>
                  <a:pt x="875" y="18992"/>
                </a:lnTo>
                <a:lnTo>
                  <a:pt x="949" y="19340"/>
                </a:lnTo>
                <a:lnTo>
                  <a:pt x="949" y="19600"/>
                </a:lnTo>
                <a:lnTo>
                  <a:pt x="949" y="19948"/>
                </a:lnTo>
                <a:lnTo>
                  <a:pt x="949" y="20267"/>
                </a:lnTo>
                <a:lnTo>
                  <a:pt x="949" y="20528"/>
                </a:lnTo>
                <a:lnTo>
                  <a:pt x="1020" y="20876"/>
                </a:lnTo>
                <a:lnTo>
                  <a:pt x="1020" y="21195"/>
                </a:lnTo>
                <a:lnTo>
                  <a:pt x="1020" y="21456"/>
                </a:lnTo>
                <a:lnTo>
                  <a:pt x="1020" y="21804"/>
                </a:lnTo>
                <a:lnTo>
                  <a:pt x="1093" y="22123"/>
                </a:lnTo>
                <a:lnTo>
                  <a:pt x="1093" y="22384"/>
                </a:lnTo>
                <a:lnTo>
                  <a:pt x="1093" y="22732"/>
                </a:lnTo>
                <a:lnTo>
                  <a:pt x="1093" y="23051"/>
                </a:lnTo>
                <a:lnTo>
                  <a:pt x="1093" y="23341"/>
                </a:lnTo>
                <a:lnTo>
                  <a:pt x="1167" y="23660"/>
                </a:lnTo>
                <a:lnTo>
                  <a:pt x="1167" y="23921"/>
                </a:lnTo>
                <a:lnTo>
                  <a:pt x="1167" y="24269"/>
                </a:lnTo>
                <a:lnTo>
                  <a:pt x="1167" y="24530"/>
                </a:lnTo>
                <a:lnTo>
                  <a:pt x="1241" y="24849"/>
                </a:lnTo>
                <a:lnTo>
                  <a:pt x="1241" y="25110"/>
                </a:lnTo>
                <a:lnTo>
                  <a:pt x="1241" y="25458"/>
                </a:lnTo>
                <a:lnTo>
                  <a:pt x="1241" y="25719"/>
                </a:lnTo>
                <a:lnTo>
                  <a:pt x="1241" y="26067"/>
                </a:lnTo>
                <a:lnTo>
                  <a:pt x="1312" y="26327"/>
                </a:lnTo>
                <a:lnTo>
                  <a:pt x="1312" y="26646"/>
                </a:lnTo>
                <a:lnTo>
                  <a:pt x="1312" y="26907"/>
                </a:lnTo>
                <a:lnTo>
                  <a:pt x="1312" y="27255"/>
                </a:lnTo>
                <a:lnTo>
                  <a:pt x="1385" y="27516"/>
                </a:lnTo>
                <a:lnTo>
                  <a:pt x="1385" y="27835"/>
                </a:lnTo>
                <a:lnTo>
                  <a:pt x="1385" y="28125"/>
                </a:lnTo>
                <a:lnTo>
                  <a:pt x="1385" y="28444"/>
                </a:lnTo>
                <a:lnTo>
                  <a:pt x="1385" y="28705"/>
                </a:lnTo>
                <a:lnTo>
                  <a:pt x="1459" y="28966"/>
                </a:lnTo>
                <a:lnTo>
                  <a:pt x="1459" y="29314"/>
                </a:lnTo>
                <a:lnTo>
                  <a:pt x="1459" y="29575"/>
                </a:lnTo>
                <a:lnTo>
                  <a:pt x="1459" y="29923"/>
                </a:lnTo>
                <a:lnTo>
                  <a:pt x="1459" y="30184"/>
                </a:lnTo>
                <a:lnTo>
                  <a:pt x="1533" y="30445"/>
                </a:lnTo>
                <a:lnTo>
                  <a:pt x="1533" y="30764"/>
                </a:lnTo>
                <a:lnTo>
                  <a:pt x="1533" y="31054"/>
                </a:lnTo>
                <a:lnTo>
                  <a:pt x="1533" y="31315"/>
                </a:lnTo>
                <a:lnTo>
                  <a:pt x="1604" y="31634"/>
                </a:lnTo>
                <a:lnTo>
                  <a:pt x="1604" y="31895"/>
                </a:lnTo>
                <a:lnTo>
                  <a:pt x="1604" y="32185"/>
                </a:lnTo>
                <a:lnTo>
                  <a:pt x="1604" y="32446"/>
                </a:lnTo>
                <a:lnTo>
                  <a:pt x="1604" y="32764"/>
                </a:lnTo>
                <a:lnTo>
                  <a:pt x="1677" y="33025"/>
                </a:lnTo>
                <a:lnTo>
                  <a:pt x="1677" y="33315"/>
                </a:lnTo>
                <a:lnTo>
                  <a:pt x="1677" y="33576"/>
                </a:lnTo>
                <a:lnTo>
                  <a:pt x="1677" y="33895"/>
                </a:lnTo>
                <a:lnTo>
                  <a:pt x="1751" y="34156"/>
                </a:lnTo>
                <a:lnTo>
                  <a:pt x="1751" y="34446"/>
                </a:lnTo>
                <a:lnTo>
                  <a:pt x="1751" y="34707"/>
                </a:lnTo>
                <a:lnTo>
                  <a:pt x="1751" y="34968"/>
                </a:lnTo>
                <a:lnTo>
                  <a:pt x="1751" y="35229"/>
                </a:lnTo>
                <a:lnTo>
                  <a:pt x="1825" y="35548"/>
                </a:lnTo>
                <a:lnTo>
                  <a:pt x="1825" y="35838"/>
                </a:lnTo>
                <a:lnTo>
                  <a:pt x="1825" y="36099"/>
                </a:lnTo>
                <a:lnTo>
                  <a:pt x="1825" y="36360"/>
                </a:lnTo>
                <a:lnTo>
                  <a:pt x="1899" y="36621"/>
                </a:lnTo>
                <a:lnTo>
                  <a:pt x="1899" y="36882"/>
                </a:lnTo>
                <a:lnTo>
                  <a:pt x="1899" y="37172"/>
                </a:lnTo>
                <a:lnTo>
                  <a:pt x="1899" y="37433"/>
                </a:lnTo>
                <a:lnTo>
                  <a:pt x="1899" y="37694"/>
                </a:lnTo>
                <a:lnTo>
                  <a:pt x="1969" y="38013"/>
                </a:lnTo>
                <a:lnTo>
                  <a:pt x="1969" y="38303"/>
                </a:lnTo>
                <a:lnTo>
                  <a:pt x="1969" y="38564"/>
                </a:lnTo>
                <a:lnTo>
                  <a:pt x="1969" y="38825"/>
                </a:lnTo>
                <a:lnTo>
                  <a:pt x="2043" y="39086"/>
                </a:lnTo>
                <a:lnTo>
                  <a:pt x="2043" y="39346"/>
                </a:lnTo>
                <a:lnTo>
                  <a:pt x="2043" y="39607"/>
                </a:lnTo>
                <a:lnTo>
                  <a:pt x="2043" y="39897"/>
                </a:lnTo>
                <a:lnTo>
                  <a:pt x="2043" y="40158"/>
                </a:lnTo>
                <a:lnTo>
                  <a:pt x="2117" y="40419"/>
                </a:lnTo>
                <a:lnTo>
                  <a:pt x="2117" y="40680"/>
                </a:lnTo>
                <a:lnTo>
                  <a:pt x="2117" y="40883"/>
                </a:lnTo>
                <a:lnTo>
                  <a:pt x="2117" y="41144"/>
                </a:lnTo>
                <a:lnTo>
                  <a:pt x="2191" y="41405"/>
                </a:lnTo>
                <a:lnTo>
                  <a:pt x="2191" y="41666"/>
                </a:lnTo>
                <a:lnTo>
                  <a:pt x="2191" y="41956"/>
                </a:lnTo>
                <a:lnTo>
                  <a:pt x="2191" y="42217"/>
                </a:lnTo>
                <a:lnTo>
                  <a:pt x="2191" y="42478"/>
                </a:lnTo>
                <a:lnTo>
                  <a:pt x="2261" y="42739"/>
                </a:lnTo>
                <a:lnTo>
                  <a:pt x="2261" y="43000"/>
                </a:lnTo>
                <a:lnTo>
                  <a:pt x="2261" y="43203"/>
                </a:lnTo>
                <a:lnTo>
                  <a:pt x="2261" y="43464"/>
                </a:lnTo>
                <a:lnTo>
                  <a:pt x="2261" y="43754"/>
                </a:lnTo>
                <a:lnTo>
                  <a:pt x="2335" y="44015"/>
                </a:lnTo>
                <a:lnTo>
                  <a:pt x="2335" y="44276"/>
                </a:lnTo>
                <a:lnTo>
                  <a:pt x="2335" y="44537"/>
                </a:lnTo>
                <a:lnTo>
                  <a:pt x="2335" y="44740"/>
                </a:lnTo>
                <a:lnTo>
                  <a:pt x="2409" y="45001"/>
                </a:lnTo>
                <a:lnTo>
                  <a:pt x="2409" y="45262"/>
                </a:lnTo>
                <a:lnTo>
                  <a:pt x="2409" y="45523"/>
                </a:lnTo>
                <a:lnTo>
                  <a:pt x="2409" y="45725"/>
                </a:lnTo>
                <a:lnTo>
                  <a:pt x="2409" y="46015"/>
                </a:lnTo>
                <a:lnTo>
                  <a:pt x="2483" y="46276"/>
                </a:lnTo>
                <a:lnTo>
                  <a:pt x="2483" y="46479"/>
                </a:lnTo>
                <a:lnTo>
                  <a:pt x="2483" y="46740"/>
                </a:lnTo>
                <a:lnTo>
                  <a:pt x="2483" y="47001"/>
                </a:lnTo>
                <a:lnTo>
                  <a:pt x="2553" y="47262"/>
                </a:lnTo>
                <a:lnTo>
                  <a:pt x="2553" y="47465"/>
                </a:lnTo>
                <a:lnTo>
                  <a:pt x="2553" y="47726"/>
                </a:lnTo>
                <a:lnTo>
                  <a:pt x="2553" y="47929"/>
                </a:lnTo>
                <a:lnTo>
                  <a:pt x="2553" y="48190"/>
                </a:lnTo>
                <a:lnTo>
                  <a:pt x="2627" y="48451"/>
                </a:lnTo>
                <a:lnTo>
                  <a:pt x="2627" y="48654"/>
                </a:lnTo>
                <a:lnTo>
                  <a:pt x="2627" y="48915"/>
                </a:lnTo>
                <a:lnTo>
                  <a:pt x="2627" y="49205"/>
                </a:lnTo>
                <a:lnTo>
                  <a:pt x="2701" y="49408"/>
                </a:lnTo>
                <a:lnTo>
                  <a:pt x="2701" y="49669"/>
                </a:lnTo>
                <a:lnTo>
                  <a:pt x="2701" y="49872"/>
                </a:lnTo>
                <a:lnTo>
                  <a:pt x="2701" y="50133"/>
                </a:lnTo>
                <a:lnTo>
                  <a:pt x="2701" y="50336"/>
                </a:lnTo>
                <a:lnTo>
                  <a:pt x="2774" y="50597"/>
                </a:lnTo>
                <a:lnTo>
                  <a:pt x="2774" y="50800"/>
                </a:lnTo>
                <a:lnTo>
                  <a:pt x="2774" y="51061"/>
                </a:lnTo>
                <a:lnTo>
                  <a:pt x="2774" y="51264"/>
                </a:lnTo>
                <a:lnTo>
                  <a:pt x="2845" y="51525"/>
                </a:lnTo>
                <a:lnTo>
                  <a:pt x="2845" y="51722"/>
                </a:lnTo>
                <a:lnTo>
                  <a:pt x="2845" y="51986"/>
                </a:lnTo>
                <a:lnTo>
                  <a:pt x="2845" y="52186"/>
                </a:lnTo>
                <a:lnTo>
                  <a:pt x="2845" y="52452"/>
                </a:lnTo>
                <a:lnTo>
                  <a:pt x="2919" y="52653"/>
                </a:lnTo>
                <a:lnTo>
                  <a:pt x="2919" y="52853"/>
                </a:lnTo>
                <a:lnTo>
                  <a:pt x="2919" y="53116"/>
                </a:lnTo>
                <a:lnTo>
                  <a:pt x="2919" y="53317"/>
                </a:lnTo>
                <a:lnTo>
                  <a:pt x="2993" y="53583"/>
                </a:lnTo>
                <a:lnTo>
                  <a:pt x="2993" y="53783"/>
                </a:lnTo>
                <a:lnTo>
                  <a:pt x="2993" y="53981"/>
                </a:lnTo>
                <a:lnTo>
                  <a:pt x="2993" y="54247"/>
                </a:lnTo>
                <a:lnTo>
                  <a:pt x="2993" y="54447"/>
                </a:lnTo>
                <a:lnTo>
                  <a:pt x="3066" y="54647"/>
                </a:lnTo>
                <a:lnTo>
                  <a:pt x="3066" y="54914"/>
                </a:lnTo>
                <a:lnTo>
                  <a:pt x="3066" y="55111"/>
                </a:lnTo>
                <a:lnTo>
                  <a:pt x="3066" y="55311"/>
                </a:lnTo>
                <a:lnTo>
                  <a:pt x="3066" y="55511"/>
                </a:lnTo>
                <a:lnTo>
                  <a:pt x="3140" y="55778"/>
                </a:lnTo>
                <a:lnTo>
                  <a:pt x="3140" y="55975"/>
                </a:lnTo>
                <a:lnTo>
                  <a:pt x="3140" y="56175"/>
                </a:lnTo>
                <a:lnTo>
                  <a:pt x="3140" y="56376"/>
                </a:lnTo>
                <a:lnTo>
                  <a:pt x="3211" y="5664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709301" y="3788756"/>
            <a:ext cx="3140" cy="27528"/>
          </a:xfrm>
          <a:custGeom>
            <a:avLst/>
            <a:gdLst/>
            <a:ahLst/>
            <a:cxnLst/>
            <a:rect l="l" t="t" r="r" b="b"/>
            <a:pathLst>
              <a:path w="3140" h="27528">
                <a:moveTo>
                  <a:pt x="0" y="0"/>
                </a:moveTo>
                <a:lnTo>
                  <a:pt x="0" y="200"/>
                </a:lnTo>
                <a:lnTo>
                  <a:pt x="0" y="397"/>
                </a:lnTo>
                <a:lnTo>
                  <a:pt x="0" y="597"/>
                </a:lnTo>
                <a:lnTo>
                  <a:pt x="0" y="797"/>
                </a:lnTo>
                <a:lnTo>
                  <a:pt x="73" y="1064"/>
                </a:lnTo>
                <a:lnTo>
                  <a:pt x="73" y="1264"/>
                </a:lnTo>
                <a:lnTo>
                  <a:pt x="73" y="1461"/>
                </a:lnTo>
                <a:lnTo>
                  <a:pt x="73" y="1661"/>
                </a:lnTo>
                <a:lnTo>
                  <a:pt x="147" y="1861"/>
                </a:lnTo>
                <a:lnTo>
                  <a:pt x="147" y="2061"/>
                </a:lnTo>
                <a:lnTo>
                  <a:pt x="147" y="2261"/>
                </a:lnTo>
                <a:lnTo>
                  <a:pt x="147" y="2458"/>
                </a:lnTo>
                <a:lnTo>
                  <a:pt x="147" y="2658"/>
                </a:lnTo>
                <a:lnTo>
                  <a:pt x="221" y="2925"/>
                </a:lnTo>
                <a:lnTo>
                  <a:pt x="221" y="3125"/>
                </a:lnTo>
                <a:lnTo>
                  <a:pt x="221" y="3322"/>
                </a:lnTo>
                <a:lnTo>
                  <a:pt x="221" y="3522"/>
                </a:lnTo>
                <a:lnTo>
                  <a:pt x="291" y="3723"/>
                </a:lnTo>
                <a:lnTo>
                  <a:pt x="291" y="3923"/>
                </a:lnTo>
                <a:lnTo>
                  <a:pt x="291" y="4123"/>
                </a:lnTo>
                <a:lnTo>
                  <a:pt x="291" y="4320"/>
                </a:lnTo>
                <a:lnTo>
                  <a:pt x="291" y="4520"/>
                </a:lnTo>
                <a:lnTo>
                  <a:pt x="365" y="4720"/>
                </a:lnTo>
                <a:lnTo>
                  <a:pt x="365" y="4920"/>
                </a:lnTo>
                <a:lnTo>
                  <a:pt x="365" y="5120"/>
                </a:lnTo>
                <a:lnTo>
                  <a:pt x="365" y="5253"/>
                </a:lnTo>
                <a:lnTo>
                  <a:pt x="439" y="5451"/>
                </a:lnTo>
                <a:lnTo>
                  <a:pt x="439" y="5651"/>
                </a:lnTo>
                <a:lnTo>
                  <a:pt x="439" y="5851"/>
                </a:lnTo>
                <a:lnTo>
                  <a:pt x="439" y="6051"/>
                </a:lnTo>
                <a:lnTo>
                  <a:pt x="439" y="6251"/>
                </a:lnTo>
                <a:lnTo>
                  <a:pt x="513" y="6448"/>
                </a:lnTo>
                <a:lnTo>
                  <a:pt x="513" y="6648"/>
                </a:lnTo>
                <a:lnTo>
                  <a:pt x="513" y="6782"/>
                </a:lnTo>
                <a:lnTo>
                  <a:pt x="513" y="6982"/>
                </a:lnTo>
                <a:lnTo>
                  <a:pt x="583" y="7182"/>
                </a:lnTo>
                <a:lnTo>
                  <a:pt x="583" y="7379"/>
                </a:lnTo>
                <a:lnTo>
                  <a:pt x="583" y="7579"/>
                </a:lnTo>
                <a:lnTo>
                  <a:pt x="583" y="7779"/>
                </a:lnTo>
                <a:lnTo>
                  <a:pt x="583" y="7912"/>
                </a:lnTo>
                <a:lnTo>
                  <a:pt x="657" y="8112"/>
                </a:lnTo>
                <a:lnTo>
                  <a:pt x="657" y="8310"/>
                </a:lnTo>
                <a:lnTo>
                  <a:pt x="657" y="8510"/>
                </a:lnTo>
                <a:lnTo>
                  <a:pt x="657" y="8643"/>
                </a:lnTo>
                <a:lnTo>
                  <a:pt x="657" y="8843"/>
                </a:lnTo>
                <a:lnTo>
                  <a:pt x="731" y="9043"/>
                </a:lnTo>
                <a:lnTo>
                  <a:pt x="731" y="9177"/>
                </a:lnTo>
                <a:lnTo>
                  <a:pt x="731" y="9374"/>
                </a:lnTo>
                <a:lnTo>
                  <a:pt x="731" y="9574"/>
                </a:lnTo>
                <a:lnTo>
                  <a:pt x="805" y="9707"/>
                </a:lnTo>
                <a:lnTo>
                  <a:pt x="805" y="9907"/>
                </a:lnTo>
                <a:lnTo>
                  <a:pt x="805" y="10107"/>
                </a:lnTo>
                <a:lnTo>
                  <a:pt x="805" y="10241"/>
                </a:lnTo>
                <a:lnTo>
                  <a:pt x="805" y="10438"/>
                </a:lnTo>
                <a:lnTo>
                  <a:pt x="875" y="10638"/>
                </a:lnTo>
                <a:lnTo>
                  <a:pt x="875" y="10771"/>
                </a:lnTo>
                <a:lnTo>
                  <a:pt x="875" y="10971"/>
                </a:lnTo>
                <a:lnTo>
                  <a:pt x="875" y="11105"/>
                </a:lnTo>
                <a:lnTo>
                  <a:pt x="949" y="11302"/>
                </a:lnTo>
                <a:lnTo>
                  <a:pt x="949" y="11435"/>
                </a:lnTo>
                <a:lnTo>
                  <a:pt x="949" y="11635"/>
                </a:lnTo>
                <a:lnTo>
                  <a:pt x="949" y="11769"/>
                </a:lnTo>
                <a:lnTo>
                  <a:pt x="949" y="11969"/>
                </a:lnTo>
                <a:lnTo>
                  <a:pt x="1023" y="12102"/>
                </a:lnTo>
                <a:lnTo>
                  <a:pt x="1023" y="12299"/>
                </a:lnTo>
                <a:lnTo>
                  <a:pt x="1023" y="12433"/>
                </a:lnTo>
                <a:lnTo>
                  <a:pt x="1023" y="12633"/>
                </a:lnTo>
                <a:lnTo>
                  <a:pt x="1097" y="12766"/>
                </a:lnTo>
                <a:lnTo>
                  <a:pt x="1097" y="12966"/>
                </a:lnTo>
                <a:lnTo>
                  <a:pt x="1097" y="13100"/>
                </a:lnTo>
                <a:lnTo>
                  <a:pt x="1097" y="13297"/>
                </a:lnTo>
                <a:lnTo>
                  <a:pt x="1097" y="13430"/>
                </a:lnTo>
                <a:lnTo>
                  <a:pt x="1170" y="13564"/>
                </a:lnTo>
                <a:lnTo>
                  <a:pt x="1170" y="13764"/>
                </a:lnTo>
                <a:lnTo>
                  <a:pt x="1170" y="13897"/>
                </a:lnTo>
                <a:lnTo>
                  <a:pt x="1170" y="14097"/>
                </a:lnTo>
                <a:lnTo>
                  <a:pt x="1241" y="14231"/>
                </a:lnTo>
                <a:lnTo>
                  <a:pt x="1241" y="14361"/>
                </a:lnTo>
                <a:lnTo>
                  <a:pt x="1241" y="14561"/>
                </a:lnTo>
                <a:lnTo>
                  <a:pt x="1241" y="14694"/>
                </a:lnTo>
                <a:lnTo>
                  <a:pt x="1241" y="14828"/>
                </a:lnTo>
                <a:lnTo>
                  <a:pt x="1315" y="14961"/>
                </a:lnTo>
                <a:lnTo>
                  <a:pt x="1315" y="15161"/>
                </a:lnTo>
                <a:lnTo>
                  <a:pt x="1315" y="15292"/>
                </a:lnTo>
                <a:lnTo>
                  <a:pt x="1315" y="15425"/>
                </a:lnTo>
                <a:lnTo>
                  <a:pt x="1389" y="15625"/>
                </a:lnTo>
                <a:lnTo>
                  <a:pt x="1389" y="15759"/>
                </a:lnTo>
                <a:lnTo>
                  <a:pt x="1389" y="15892"/>
                </a:lnTo>
                <a:lnTo>
                  <a:pt x="1389" y="16025"/>
                </a:lnTo>
                <a:lnTo>
                  <a:pt x="1389" y="16159"/>
                </a:lnTo>
                <a:lnTo>
                  <a:pt x="1462" y="16356"/>
                </a:lnTo>
                <a:lnTo>
                  <a:pt x="1462" y="16489"/>
                </a:lnTo>
                <a:lnTo>
                  <a:pt x="1462" y="16623"/>
                </a:lnTo>
                <a:lnTo>
                  <a:pt x="1462" y="16756"/>
                </a:lnTo>
                <a:lnTo>
                  <a:pt x="1462" y="16889"/>
                </a:lnTo>
                <a:lnTo>
                  <a:pt x="1533" y="17023"/>
                </a:lnTo>
                <a:lnTo>
                  <a:pt x="1533" y="17223"/>
                </a:lnTo>
                <a:lnTo>
                  <a:pt x="1533" y="17353"/>
                </a:lnTo>
                <a:lnTo>
                  <a:pt x="1533" y="17487"/>
                </a:lnTo>
                <a:lnTo>
                  <a:pt x="1607" y="17620"/>
                </a:lnTo>
                <a:lnTo>
                  <a:pt x="1607" y="17753"/>
                </a:lnTo>
                <a:lnTo>
                  <a:pt x="1607" y="17887"/>
                </a:lnTo>
                <a:lnTo>
                  <a:pt x="1607" y="18020"/>
                </a:lnTo>
                <a:lnTo>
                  <a:pt x="1607" y="18154"/>
                </a:lnTo>
                <a:lnTo>
                  <a:pt x="1681" y="18284"/>
                </a:lnTo>
                <a:lnTo>
                  <a:pt x="1681" y="18417"/>
                </a:lnTo>
                <a:lnTo>
                  <a:pt x="1681" y="18551"/>
                </a:lnTo>
                <a:lnTo>
                  <a:pt x="1681" y="18684"/>
                </a:lnTo>
                <a:lnTo>
                  <a:pt x="1754" y="18818"/>
                </a:lnTo>
                <a:lnTo>
                  <a:pt x="1754" y="18951"/>
                </a:lnTo>
                <a:lnTo>
                  <a:pt x="1754" y="19084"/>
                </a:lnTo>
                <a:lnTo>
                  <a:pt x="1754" y="19218"/>
                </a:lnTo>
                <a:lnTo>
                  <a:pt x="1754" y="19348"/>
                </a:lnTo>
                <a:lnTo>
                  <a:pt x="1825" y="19482"/>
                </a:lnTo>
                <a:lnTo>
                  <a:pt x="1825" y="19615"/>
                </a:lnTo>
                <a:lnTo>
                  <a:pt x="1825" y="19748"/>
                </a:lnTo>
                <a:lnTo>
                  <a:pt x="1825" y="19882"/>
                </a:lnTo>
                <a:lnTo>
                  <a:pt x="1899" y="20082"/>
                </a:lnTo>
                <a:lnTo>
                  <a:pt x="1899" y="20215"/>
                </a:lnTo>
                <a:lnTo>
                  <a:pt x="1899" y="20346"/>
                </a:lnTo>
                <a:lnTo>
                  <a:pt x="1899" y="20479"/>
                </a:lnTo>
                <a:lnTo>
                  <a:pt x="1972" y="20612"/>
                </a:lnTo>
                <a:lnTo>
                  <a:pt x="1972" y="20813"/>
                </a:lnTo>
                <a:lnTo>
                  <a:pt x="1972" y="20946"/>
                </a:lnTo>
                <a:lnTo>
                  <a:pt x="2046" y="21079"/>
                </a:lnTo>
                <a:lnTo>
                  <a:pt x="2046" y="21213"/>
                </a:lnTo>
                <a:lnTo>
                  <a:pt x="2046" y="21410"/>
                </a:lnTo>
                <a:lnTo>
                  <a:pt x="2046" y="21543"/>
                </a:lnTo>
                <a:lnTo>
                  <a:pt x="2117" y="21677"/>
                </a:lnTo>
                <a:lnTo>
                  <a:pt x="2117" y="21877"/>
                </a:lnTo>
                <a:lnTo>
                  <a:pt x="2117" y="22010"/>
                </a:lnTo>
                <a:lnTo>
                  <a:pt x="2191" y="22210"/>
                </a:lnTo>
                <a:lnTo>
                  <a:pt x="2191" y="22341"/>
                </a:lnTo>
                <a:lnTo>
                  <a:pt x="2191" y="22541"/>
                </a:lnTo>
                <a:lnTo>
                  <a:pt x="2264" y="22741"/>
                </a:lnTo>
                <a:lnTo>
                  <a:pt x="2264" y="22874"/>
                </a:lnTo>
                <a:lnTo>
                  <a:pt x="2264" y="23074"/>
                </a:lnTo>
                <a:lnTo>
                  <a:pt x="2338" y="23271"/>
                </a:lnTo>
                <a:lnTo>
                  <a:pt x="2338" y="23471"/>
                </a:lnTo>
                <a:lnTo>
                  <a:pt x="2412" y="23671"/>
                </a:lnTo>
                <a:lnTo>
                  <a:pt x="2412" y="23872"/>
                </a:lnTo>
                <a:lnTo>
                  <a:pt x="2483" y="24072"/>
                </a:lnTo>
                <a:lnTo>
                  <a:pt x="2483" y="24269"/>
                </a:lnTo>
                <a:lnTo>
                  <a:pt x="2556" y="24469"/>
                </a:lnTo>
                <a:lnTo>
                  <a:pt x="2556" y="24602"/>
                </a:lnTo>
                <a:lnTo>
                  <a:pt x="2556" y="24736"/>
                </a:lnTo>
                <a:lnTo>
                  <a:pt x="2630" y="24869"/>
                </a:lnTo>
                <a:lnTo>
                  <a:pt x="2630" y="25002"/>
                </a:lnTo>
                <a:lnTo>
                  <a:pt x="2630" y="25136"/>
                </a:lnTo>
                <a:lnTo>
                  <a:pt x="2704" y="25266"/>
                </a:lnTo>
                <a:lnTo>
                  <a:pt x="2704" y="25400"/>
                </a:lnTo>
                <a:lnTo>
                  <a:pt x="2704" y="25533"/>
                </a:lnTo>
                <a:lnTo>
                  <a:pt x="2774" y="25666"/>
                </a:lnTo>
                <a:lnTo>
                  <a:pt x="2774" y="25800"/>
                </a:lnTo>
                <a:lnTo>
                  <a:pt x="2774" y="25933"/>
                </a:lnTo>
                <a:lnTo>
                  <a:pt x="2848" y="26067"/>
                </a:lnTo>
                <a:lnTo>
                  <a:pt x="2848" y="26200"/>
                </a:lnTo>
                <a:lnTo>
                  <a:pt x="2848" y="26330"/>
                </a:lnTo>
                <a:lnTo>
                  <a:pt x="2922" y="26464"/>
                </a:lnTo>
                <a:lnTo>
                  <a:pt x="2922" y="26597"/>
                </a:lnTo>
                <a:lnTo>
                  <a:pt x="2996" y="26730"/>
                </a:lnTo>
                <a:lnTo>
                  <a:pt x="2996" y="26864"/>
                </a:lnTo>
                <a:lnTo>
                  <a:pt x="3066" y="26997"/>
                </a:lnTo>
                <a:lnTo>
                  <a:pt x="3066" y="27131"/>
                </a:lnTo>
                <a:lnTo>
                  <a:pt x="3066" y="27261"/>
                </a:lnTo>
                <a:lnTo>
                  <a:pt x="3140" y="27394"/>
                </a:lnTo>
                <a:lnTo>
                  <a:pt x="3140" y="2752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712442" y="3813492"/>
            <a:ext cx="3214" cy="5320"/>
          </a:xfrm>
          <a:custGeom>
            <a:avLst/>
            <a:gdLst/>
            <a:ahLst/>
            <a:cxnLst/>
            <a:rect l="l" t="t" r="r" b="b"/>
            <a:pathLst>
              <a:path w="3214" h="5320">
                <a:moveTo>
                  <a:pt x="0" y="2792"/>
                </a:moveTo>
                <a:lnTo>
                  <a:pt x="73" y="2925"/>
                </a:lnTo>
                <a:lnTo>
                  <a:pt x="73" y="3059"/>
                </a:lnTo>
                <a:lnTo>
                  <a:pt x="147" y="3192"/>
                </a:lnTo>
                <a:lnTo>
                  <a:pt x="147" y="3325"/>
                </a:lnTo>
                <a:lnTo>
                  <a:pt x="218" y="3459"/>
                </a:lnTo>
                <a:lnTo>
                  <a:pt x="218" y="3589"/>
                </a:lnTo>
                <a:lnTo>
                  <a:pt x="291" y="3723"/>
                </a:lnTo>
                <a:lnTo>
                  <a:pt x="365" y="3856"/>
                </a:lnTo>
                <a:lnTo>
                  <a:pt x="365" y="3989"/>
                </a:lnTo>
                <a:lnTo>
                  <a:pt x="439" y="4123"/>
                </a:lnTo>
                <a:lnTo>
                  <a:pt x="513" y="4256"/>
                </a:lnTo>
                <a:lnTo>
                  <a:pt x="513" y="4389"/>
                </a:lnTo>
                <a:lnTo>
                  <a:pt x="583" y="4520"/>
                </a:lnTo>
                <a:lnTo>
                  <a:pt x="657" y="4587"/>
                </a:lnTo>
                <a:lnTo>
                  <a:pt x="657" y="4720"/>
                </a:lnTo>
                <a:lnTo>
                  <a:pt x="731" y="4853"/>
                </a:lnTo>
                <a:lnTo>
                  <a:pt x="805" y="4920"/>
                </a:lnTo>
                <a:lnTo>
                  <a:pt x="875" y="5053"/>
                </a:lnTo>
                <a:lnTo>
                  <a:pt x="949" y="5053"/>
                </a:lnTo>
                <a:lnTo>
                  <a:pt x="1023" y="5187"/>
                </a:lnTo>
                <a:lnTo>
                  <a:pt x="1167" y="5253"/>
                </a:lnTo>
                <a:lnTo>
                  <a:pt x="1315" y="5320"/>
                </a:lnTo>
                <a:lnTo>
                  <a:pt x="1459" y="5320"/>
                </a:lnTo>
                <a:lnTo>
                  <a:pt x="1459" y="5253"/>
                </a:lnTo>
                <a:lnTo>
                  <a:pt x="1607" y="5187"/>
                </a:lnTo>
                <a:lnTo>
                  <a:pt x="1754" y="5053"/>
                </a:lnTo>
                <a:lnTo>
                  <a:pt x="1825" y="4920"/>
                </a:lnTo>
                <a:lnTo>
                  <a:pt x="1825" y="4920"/>
                </a:lnTo>
                <a:lnTo>
                  <a:pt x="1899" y="4787"/>
                </a:lnTo>
                <a:lnTo>
                  <a:pt x="1972" y="4653"/>
                </a:lnTo>
                <a:lnTo>
                  <a:pt x="2046" y="4520"/>
                </a:lnTo>
                <a:lnTo>
                  <a:pt x="2117" y="4323"/>
                </a:lnTo>
                <a:lnTo>
                  <a:pt x="2191" y="4256"/>
                </a:lnTo>
                <a:lnTo>
                  <a:pt x="2191" y="4123"/>
                </a:lnTo>
                <a:lnTo>
                  <a:pt x="2264" y="3989"/>
                </a:lnTo>
                <a:lnTo>
                  <a:pt x="2338" y="3856"/>
                </a:lnTo>
                <a:lnTo>
                  <a:pt x="2338" y="3723"/>
                </a:lnTo>
                <a:lnTo>
                  <a:pt x="2409" y="3589"/>
                </a:lnTo>
                <a:lnTo>
                  <a:pt x="2409" y="3459"/>
                </a:lnTo>
                <a:lnTo>
                  <a:pt x="2483" y="3325"/>
                </a:lnTo>
                <a:lnTo>
                  <a:pt x="2483" y="3192"/>
                </a:lnTo>
                <a:lnTo>
                  <a:pt x="2556" y="3059"/>
                </a:lnTo>
                <a:lnTo>
                  <a:pt x="2630" y="2925"/>
                </a:lnTo>
                <a:lnTo>
                  <a:pt x="2630" y="2792"/>
                </a:lnTo>
                <a:lnTo>
                  <a:pt x="2630" y="2658"/>
                </a:lnTo>
                <a:lnTo>
                  <a:pt x="2701" y="2525"/>
                </a:lnTo>
                <a:lnTo>
                  <a:pt x="2701" y="2395"/>
                </a:lnTo>
                <a:lnTo>
                  <a:pt x="2774" y="2261"/>
                </a:lnTo>
                <a:lnTo>
                  <a:pt x="2774" y="2128"/>
                </a:lnTo>
                <a:lnTo>
                  <a:pt x="2848" y="1994"/>
                </a:lnTo>
                <a:lnTo>
                  <a:pt x="2848" y="1861"/>
                </a:lnTo>
                <a:lnTo>
                  <a:pt x="2922" y="1728"/>
                </a:lnTo>
                <a:lnTo>
                  <a:pt x="2922" y="1594"/>
                </a:lnTo>
                <a:lnTo>
                  <a:pt x="2922" y="1464"/>
                </a:lnTo>
                <a:lnTo>
                  <a:pt x="2996" y="1330"/>
                </a:lnTo>
                <a:lnTo>
                  <a:pt x="2996" y="1197"/>
                </a:lnTo>
                <a:lnTo>
                  <a:pt x="3066" y="997"/>
                </a:lnTo>
                <a:lnTo>
                  <a:pt x="3066" y="864"/>
                </a:lnTo>
                <a:lnTo>
                  <a:pt x="3066" y="663"/>
                </a:lnTo>
                <a:lnTo>
                  <a:pt x="3140" y="530"/>
                </a:lnTo>
                <a:lnTo>
                  <a:pt x="3140" y="333"/>
                </a:lnTo>
                <a:lnTo>
                  <a:pt x="3214" y="200"/>
                </a:lnTo>
                <a:lnTo>
                  <a:pt x="3214" y="66"/>
                </a:lnTo>
              </a:path>
            </a:pathLst>
          </a:custGeom>
          <a:ln w="43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715656" y="3781782"/>
            <a:ext cx="3211" cy="31709"/>
          </a:xfrm>
          <a:custGeom>
            <a:avLst/>
            <a:gdLst/>
            <a:ahLst/>
            <a:cxnLst/>
            <a:rect l="l" t="t" r="r" b="b"/>
            <a:pathLst>
              <a:path w="3211" h="31709">
                <a:moveTo>
                  <a:pt x="0" y="31709"/>
                </a:moveTo>
                <a:lnTo>
                  <a:pt x="73" y="31509"/>
                </a:lnTo>
                <a:lnTo>
                  <a:pt x="73" y="31376"/>
                </a:lnTo>
                <a:lnTo>
                  <a:pt x="73" y="31242"/>
                </a:lnTo>
                <a:lnTo>
                  <a:pt x="144" y="31045"/>
                </a:lnTo>
                <a:lnTo>
                  <a:pt x="144" y="30912"/>
                </a:lnTo>
                <a:lnTo>
                  <a:pt x="144" y="30778"/>
                </a:lnTo>
                <a:lnTo>
                  <a:pt x="218" y="30578"/>
                </a:lnTo>
                <a:lnTo>
                  <a:pt x="218" y="30378"/>
                </a:lnTo>
                <a:lnTo>
                  <a:pt x="291" y="30181"/>
                </a:lnTo>
                <a:lnTo>
                  <a:pt x="291" y="29981"/>
                </a:lnTo>
                <a:lnTo>
                  <a:pt x="365" y="29781"/>
                </a:lnTo>
                <a:lnTo>
                  <a:pt x="365" y="29581"/>
                </a:lnTo>
                <a:lnTo>
                  <a:pt x="365" y="29447"/>
                </a:lnTo>
                <a:lnTo>
                  <a:pt x="436" y="29247"/>
                </a:lnTo>
                <a:lnTo>
                  <a:pt x="436" y="29050"/>
                </a:lnTo>
                <a:lnTo>
                  <a:pt x="436" y="28917"/>
                </a:lnTo>
                <a:lnTo>
                  <a:pt x="510" y="28717"/>
                </a:lnTo>
                <a:lnTo>
                  <a:pt x="510" y="28583"/>
                </a:lnTo>
                <a:lnTo>
                  <a:pt x="510" y="28383"/>
                </a:lnTo>
                <a:lnTo>
                  <a:pt x="583" y="28250"/>
                </a:lnTo>
                <a:lnTo>
                  <a:pt x="583" y="28119"/>
                </a:lnTo>
                <a:lnTo>
                  <a:pt x="583" y="27919"/>
                </a:lnTo>
                <a:lnTo>
                  <a:pt x="657" y="27786"/>
                </a:lnTo>
                <a:lnTo>
                  <a:pt x="657" y="27653"/>
                </a:lnTo>
                <a:lnTo>
                  <a:pt x="657" y="27452"/>
                </a:lnTo>
                <a:lnTo>
                  <a:pt x="657" y="27319"/>
                </a:lnTo>
                <a:lnTo>
                  <a:pt x="728" y="27189"/>
                </a:lnTo>
                <a:lnTo>
                  <a:pt x="728" y="27055"/>
                </a:lnTo>
                <a:lnTo>
                  <a:pt x="728" y="26855"/>
                </a:lnTo>
                <a:lnTo>
                  <a:pt x="728" y="26722"/>
                </a:lnTo>
                <a:lnTo>
                  <a:pt x="802" y="26588"/>
                </a:lnTo>
                <a:lnTo>
                  <a:pt x="802" y="26455"/>
                </a:lnTo>
                <a:lnTo>
                  <a:pt x="802" y="26322"/>
                </a:lnTo>
                <a:lnTo>
                  <a:pt x="802" y="26191"/>
                </a:lnTo>
                <a:lnTo>
                  <a:pt x="875" y="25991"/>
                </a:lnTo>
                <a:lnTo>
                  <a:pt x="875" y="25858"/>
                </a:lnTo>
                <a:lnTo>
                  <a:pt x="875" y="25724"/>
                </a:lnTo>
                <a:lnTo>
                  <a:pt x="875" y="25591"/>
                </a:lnTo>
                <a:lnTo>
                  <a:pt x="949" y="25458"/>
                </a:lnTo>
                <a:lnTo>
                  <a:pt x="949" y="25324"/>
                </a:lnTo>
                <a:lnTo>
                  <a:pt x="949" y="25191"/>
                </a:lnTo>
                <a:lnTo>
                  <a:pt x="949" y="25060"/>
                </a:lnTo>
                <a:lnTo>
                  <a:pt x="1023" y="24927"/>
                </a:lnTo>
                <a:lnTo>
                  <a:pt x="1023" y="24794"/>
                </a:lnTo>
                <a:lnTo>
                  <a:pt x="1023" y="24660"/>
                </a:lnTo>
                <a:lnTo>
                  <a:pt x="1023" y="24527"/>
                </a:lnTo>
                <a:lnTo>
                  <a:pt x="1023" y="24393"/>
                </a:lnTo>
                <a:lnTo>
                  <a:pt x="1093" y="24260"/>
                </a:lnTo>
                <a:lnTo>
                  <a:pt x="1093" y="24130"/>
                </a:lnTo>
                <a:lnTo>
                  <a:pt x="1093" y="23996"/>
                </a:lnTo>
                <a:lnTo>
                  <a:pt x="1093" y="23863"/>
                </a:lnTo>
                <a:lnTo>
                  <a:pt x="1167" y="23663"/>
                </a:lnTo>
                <a:lnTo>
                  <a:pt x="1167" y="23529"/>
                </a:lnTo>
                <a:lnTo>
                  <a:pt x="1167" y="23396"/>
                </a:lnTo>
                <a:lnTo>
                  <a:pt x="1167" y="23263"/>
                </a:lnTo>
                <a:lnTo>
                  <a:pt x="1167" y="23132"/>
                </a:lnTo>
                <a:lnTo>
                  <a:pt x="1241" y="22999"/>
                </a:lnTo>
                <a:lnTo>
                  <a:pt x="1241" y="22865"/>
                </a:lnTo>
                <a:lnTo>
                  <a:pt x="1241" y="22732"/>
                </a:lnTo>
                <a:lnTo>
                  <a:pt x="1241" y="22532"/>
                </a:lnTo>
                <a:lnTo>
                  <a:pt x="1315" y="22399"/>
                </a:lnTo>
                <a:lnTo>
                  <a:pt x="1315" y="22265"/>
                </a:lnTo>
                <a:lnTo>
                  <a:pt x="1315" y="22135"/>
                </a:lnTo>
                <a:lnTo>
                  <a:pt x="1315" y="21935"/>
                </a:lnTo>
                <a:lnTo>
                  <a:pt x="1315" y="21801"/>
                </a:lnTo>
                <a:lnTo>
                  <a:pt x="1385" y="21668"/>
                </a:lnTo>
                <a:lnTo>
                  <a:pt x="1385" y="21534"/>
                </a:lnTo>
                <a:lnTo>
                  <a:pt x="1385" y="21401"/>
                </a:lnTo>
                <a:lnTo>
                  <a:pt x="1385" y="21204"/>
                </a:lnTo>
                <a:lnTo>
                  <a:pt x="1459" y="21071"/>
                </a:lnTo>
                <a:lnTo>
                  <a:pt x="1459" y="20937"/>
                </a:lnTo>
                <a:lnTo>
                  <a:pt x="1459" y="20737"/>
                </a:lnTo>
                <a:lnTo>
                  <a:pt x="1459" y="20604"/>
                </a:lnTo>
                <a:lnTo>
                  <a:pt x="1459" y="20470"/>
                </a:lnTo>
                <a:lnTo>
                  <a:pt x="1533" y="20270"/>
                </a:lnTo>
                <a:lnTo>
                  <a:pt x="1533" y="20140"/>
                </a:lnTo>
                <a:lnTo>
                  <a:pt x="1533" y="20006"/>
                </a:lnTo>
                <a:lnTo>
                  <a:pt x="1533" y="19806"/>
                </a:lnTo>
                <a:lnTo>
                  <a:pt x="1533" y="19673"/>
                </a:lnTo>
                <a:lnTo>
                  <a:pt x="1607" y="19540"/>
                </a:lnTo>
                <a:lnTo>
                  <a:pt x="1607" y="19340"/>
                </a:lnTo>
                <a:lnTo>
                  <a:pt x="1607" y="19209"/>
                </a:lnTo>
                <a:lnTo>
                  <a:pt x="1607" y="19009"/>
                </a:lnTo>
                <a:lnTo>
                  <a:pt x="1677" y="18876"/>
                </a:lnTo>
                <a:lnTo>
                  <a:pt x="1677" y="18676"/>
                </a:lnTo>
                <a:lnTo>
                  <a:pt x="1677" y="18542"/>
                </a:lnTo>
                <a:lnTo>
                  <a:pt x="1677" y="18342"/>
                </a:lnTo>
                <a:lnTo>
                  <a:pt x="1677" y="18212"/>
                </a:lnTo>
                <a:lnTo>
                  <a:pt x="1751" y="18078"/>
                </a:lnTo>
                <a:lnTo>
                  <a:pt x="1751" y="17878"/>
                </a:lnTo>
                <a:lnTo>
                  <a:pt x="1751" y="17745"/>
                </a:lnTo>
                <a:lnTo>
                  <a:pt x="1751" y="17545"/>
                </a:lnTo>
                <a:lnTo>
                  <a:pt x="1825" y="17345"/>
                </a:lnTo>
                <a:lnTo>
                  <a:pt x="1825" y="17214"/>
                </a:lnTo>
                <a:lnTo>
                  <a:pt x="1825" y="17014"/>
                </a:lnTo>
                <a:lnTo>
                  <a:pt x="1825" y="16881"/>
                </a:lnTo>
                <a:lnTo>
                  <a:pt x="1825" y="16681"/>
                </a:lnTo>
                <a:lnTo>
                  <a:pt x="1899" y="16547"/>
                </a:lnTo>
                <a:lnTo>
                  <a:pt x="1899" y="16347"/>
                </a:lnTo>
                <a:lnTo>
                  <a:pt x="1899" y="16150"/>
                </a:lnTo>
                <a:lnTo>
                  <a:pt x="1899" y="16017"/>
                </a:lnTo>
                <a:lnTo>
                  <a:pt x="1969" y="15817"/>
                </a:lnTo>
                <a:lnTo>
                  <a:pt x="1969" y="15683"/>
                </a:lnTo>
                <a:lnTo>
                  <a:pt x="1969" y="15483"/>
                </a:lnTo>
                <a:lnTo>
                  <a:pt x="1969" y="15283"/>
                </a:lnTo>
                <a:lnTo>
                  <a:pt x="1969" y="15153"/>
                </a:lnTo>
                <a:lnTo>
                  <a:pt x="2043" y="14953"/>
                </a:lnTo>
                <a:lnTo>
                  <a:pt x="2043" y="14752"/>
                </a:lnTo>
                <a:lnTo>
                  <a:pt x="2043" y="14619"/>
                </a:lnTo>
                <a:lnTo>
                  <a:pt x="2043" y="14419"/>
                </a:lnTo>
                <a:lnTo>
                  <a:pt x="2117" y="14222"/>
                </a:lnTo>
                <a:lnTo>
                  <a:pt x="2117" y="14088"/>
                </a:lnTo>
                <a:lnTo>
                  <a:pt x="2117" y="13888"/>
                </a:lnTo>
                <a:lnTo>
                  <a:pt x="2117" y="13688"/>
                </a:lnTo>
                <a:lnTo>
                  <a:pt x="2117" y="13488"/>
                </a:lnTo>
                <a:lnTo>
                  <a:pt x="2191" y="13355"/>
                </a:lnTo>
                <a:lnTo>
                  <a:pt x="2191" y="13158"/>
                </a:lnTo>
                <a:lnTo>
                  <a:pt x="2191" y="12958"/>
                </a:lnTo>
                <a:lnTo>
                  <a:pt x="2191" y="12758"/>
                </a:lnTo>
                <a:lnTo>
                  <a:pt x="2264" y="12557"/>
                </a:lnTo>
                <a:lnTo>
                  <a:pt x="2264" y="12424"/>
                </a:lnTo>
                <a:lnTo>
                  <a:pt x="2264" y="12227"/>
                </a:lnTo>
                <a:lnTo>
                  <a:pt x="2264" y="12027"/>
                </a:lnTo>
                <a:lnTo>
                  <a:pt x="2264" y="11827"/>
                </a:lnTo>
                <a:lnTo>
                  <a:pt x="2335" y="11627"/>
                </a:lnTo>
                <a:lnTo>
                  <a:pt x="2335" y="11427"/>
                </a:lnTo>
                <a:lnTo>
                  <a:pt x="2335" y="11229"/>
                </a:lnTo>
                <a:lnTo>
                  <a:pt x="2335" y="11096"/>
                </a:lnTo>
                <a:lnTo>
                  <a:pt x="2335" y="10896"/>
                </a:lnTo>
                <a:lnTo>
                  <a:pt x="2409" y="10696"/>
                </a:lnTo>
                <a:lnTo>
                  <a:pt x="2409" y="10496"/>
                </a:lnTo>
                <a:lnTo>
                  <a:pt x="2409" y="10296"/>
                </a:lnTo>
                <a:lnTo>
                  <a:pt x="2409" y="10099"/>
                </a:lnTo>
                <a:lnTo>
                  <a:pt x="2483" y="9899"/>
                </a:lnTo>
                <a:lnTo>
                  <a:pt x="2483" y="9699"/>
                </a:lnTo>
                <a:lnTo>
                  <a:pt x="2483" y="9498"/>
                </a:lnTo>
                <a:lnTo>
                  <a:pt x="2483" y="9298"/>
                </a:lnTo>
                <a:lnTo>
                  <a:pt x="2483" y="9101"/>
                </a:lnTo>
                <a:lnTo>
                  <a:pt x="2556" y="8901"/>
                </a:lnTo>
                <a:lnTo>
                  <a:pt x="2556" y="8701"/>
                </a:lnTo>
                <a:lnTo>
                  <a:pt x="2556" y="8501"/>
                </a:lnTo>
                <a:lnTo>
                  <a:pt x="2556" y="8301"/>
                </a:lnTo>
                <a:lnTo>
                  <a:pt x="2627" y="8104"/>
                </a:lnTo>
                <a:lnTo>
                  <a:pt x="2627" y="7904"/>
                </a:lnTo>
                <a:lnTo>
                  <a:pt x="2627" y="7704"/>
                </a:lnTo>
                <a:lnTo>
                  <a:pt x="2627" y="7504"/>
                </a:lnTo>
                <a:lnTo>
                  <a:pt x="2627" y="7303"/>
                </a:lnTo>
                <a:lnTo>
                  <a:pt x="2701" y="7106"/>
                </a:lnTo>
                <a:lnTo>
                  <a:pt x="2701" y="6906"/>
                </a:lnTo>
                <a:lnTo>
                  <a:pt x="2701" y="6706"/>
                </a:lnTo>
                <a:lnTo>
                  <a:pt x="2701" y="6506"/>
                </a:lnTo>
                <a:lnTo>
                  <a:pt x="2774" y="6242"/>
                </a:lnTo>
                <a:lnTo>
                  <a:pt x="2774" y="6042"/>
                </a:lnTo>
                <a:lnTo>
                  <a:pt x="2774" y="5842"/>
                </a:lnTo>
                <a:lnTo>
                  <a:pt x="2774" y="5642"/>
                </a:lnTo>
                <a:lnTo>
                  <a:pt x="2774" y="5442"/>
                </a:lnTo>
                <a:lnTo>
                  <a:pt x="2848" y="5245"/>
                </a:lnTo>
                <a:lnTo>
                  <a:pt x="2848" y="4978"/>
                </a:lnTo>
                <a:lnTo>
                  <a:pt x="2848" y="4778"/>
                </a:lnTo>
                <a:lnTo>
                  <a:pt x="2848" y="4578"/>
                </a:lnTo>
                <a:lnTo>
                  <a:pt x="2919" y="4378"/>
                </a:lnTo>
                <a:lnTo>
                  <a:pt x="2919" y="4181"/>
                </a:lnTo>
                <a:lnTo>
                  <a:pt x="2919" y="3914"/>
                </a:lnTo>
                <a:lnTo>
                  <a:pt x="2919" y="3714"/>
                </a:lnTo>
                <a:lnTo>
                  <a:pt x="2919" y="3514"/>
                </a:lnTo>
                <a:lnTo>
                  <a:pt x="2993" y="3314"/>
                </a:lnTo>
                <a:lnTo>
                  <a:pt x="2993" y="3050"/>
                </a:lnTo>
                <a:lnTo>
                  <a:pt x="2993" y="2850"/>
                </a:lnTo>
                <a:lnTo>
                  <a:pt x="2993" y="2650"/>
                </a:lnTo>
                <a:lnTo>
                  <a:pt x="3066" y="2450"/>
                </a:lnTo>
                <a:lnTo>
                  <a:pt x="3066" y="2186"/>
                </a:lnTo>
                <a:lnTo>
                  <a:pt x="3066" y="1986"/>
                </a:lnTo>
                <a:lnTo>
                  <a:pt x="3066" y="1797"/>
                </a:lnTo>
                <a:lnTo>
                  <a:pt x="3066" y="1507"/>
                </a:lnTo>
                <a:lnTo>
                  <a:pt x="3140" y="1333"/>
                </a:lnTo>
                <a:lnTo>
                  <a:pt x="3140" y="1130"/>
                </a:lnTo>
                <a:lnTo>
                  <a:pt x="3140" y="840"/>
                </a:lnTo>
                <a:lnTo>
                  <a:pt x="3140" y="666"/>
                </a:lnTo>
                <a:lnTo>
                  <a:pt x="3140" y="376"/>
                </a:lnTo>
                <a:lnTo>
                  <a:pt x="3211" y="202"/>
                </a:lnTo>
                <a:lnTo>
                  <a:pt x="32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718868" y="3724980"/>
            <a:ext cx="3214" cy="56802"/>
          </a:xfrm>
          <a:custGeom>
            <a:avLst/>
            <a:gdLst/>
            <a:ahLst/>
            <a:cxnLst/>
            <a:rect l="l" t="t" r="r" b="b"/>
            <a:pathLst>
              <a:path w="3214" h="56802">
                <a:moveTo>
                  <a:pt x="0" y="56802"/>
                </a:moveTo>
                <a:lnTo>
                  <a:pt x="0" y="56541"/>
                </a:lnTo>
                <a:lnTo>
                  <a:pt x="0" y="56338"/>
                </a:lnTo>
                <a:lnTo>
                  <a:pt x="73" y="56048"/>
                </a:lnTo>
                <a:lnTo>
                  <a:pt x="73" y="55874"/>
                </a:lnTo>
                <a:lnTo>
                  <a:pt x="73" y="55584"/>
                </a:lnTo>
                <a:lnTo>
                  <a:pt x="73" y="55410"/>
                </a:lnTo>
                <a:lnTo>
                  <a:pt x="73" y="55207"/>
                </a:lnTo>
                <a:lnTo>
                  <a:pt x="147" y="54917"/>
                </a:lnTo>
                <a:lnTo>
                  <a:pt x="147" y="54743"/>
                </a:lnTo>
                <a:lnTo>
                  <a:pt x="147" y="54453"/>
                </a:lnTo>
                <a:lnTo>
                  <a:pt x="147" y="54279"/>
                </a:lnTo>
                <a:lnTo>
                  <a:pt x="221" y="53989"/>
                </a:lnTo>
                <a:lnTo>
                  <a:pt x="221" y="53786"/>
                </a:lnTo>
                <a:lnTo>
                  <a:pt x="221" y="53525"/>
                </a:lnTo>
                <a:lnTo>
                  <a:pt x="221" y="53264"/>
                </a:lnTo>
                <a:lnTo>
                  <a:pt x="221" y="53061"/>
                </a:lnTo>
                <a:lnTo>
                  <a:pt x="295" y="52800"/>
                </a:lnTo>
                <a:lnTo>
                  <a:pt x="295" y="52597"/>
                </a:lnTo>
                <a:lnTo>
                  <a:pt x="295" y="52336"/>
                </a:lnTo>
                <a:lnTo>
                  <a:pt x="295" y="52134"/>
                </a:lnTo>
                <a:lnTo>
                  <a:pt x="365" y="51873"/>
                </a:lnTo>
                <a:lnTo>
                  <a:pt x="365" y="51612"/>
                </a:lnTo>
                <a:lnTo>
                  <a:pt x="365" y="51409"/>
                </a:lnTo>
                <a:lnTo>
                  <a:pt x="365" y="51148"/>
                </a:lnTo>
                <a:lnTo>
                  <a:pt x="365" y="50887"/>
                </a:lnTo>
                <a:lnTo>
                  <a:pt x="439" y="50684"/>
                </a:lnTo>
                <a:lnTo>
                  <a:pt x="439" y="50423"/>
                </a:lnTo>
                <a:lnTo>
                  <a:pt x="439" y="50133"/>
                </a:lnTo>
                <a:lnTo>
                  <a:pt x="439" y="49930"/>
                </a:lnTo>
                <a:lnTo>
                  <a:pt x="513" y="49669"/>
                </a:lnTo>
                <a:lnTo>
                  <a:pt x="513" y="49408"/>
                </a:lnTo>
                <a:lnTo>
                  <a:pt x="513" y="49205"/>
                </a:lnTo>
                <a:lnTo>
                  <a:pt x="513" y="48944"/>
                </a:lnTo>
                <a:lnTo>
                  <a:pt x="513" y="48683"/>
                </a:lnTo>
                <a:lnTo>
                  <a:pt x="587" y="48480"/>
                </a:lnTo>
                <a:lnTo>
                  <a:pt x="587" y="48219"/>
                </a:lnTo>
                <a:lnTo>
                  <a:pt x="587" y="47958"/>
                </a:lnTo>
                <a:lnTo>
                  <a:pt x="587" y="47668"/>
                </a:lnTo>
                <a:lnTo>
                  <a:pt x="657" y="47494"/>
                </a:lnTo>
                <a:lnTo>
                  <a:pt x="657" y="47204"/>
                </a:lnTo>
                <a:lnTo>
                  <a:pt x="657" y="46943"/>
                </a:lnTo>
                <a:lnTo>
                  <a:pt x="657" y="46682"/>
                </a:lnTo>
                <a:lnTo>
                  <a:pt x="657" y="46421"/>
                </a:lnTo>
                <a:lnTo>
                  <a:pt x="731" y="46218"/>
                </a:lnTo>
                <a:lnTo>
                  <a:pt x="731" y="45957"/>
                </a:lnTo>
                <a:lnTo>
                  <a:pt x="731" y="45696"/>
                </a:lnTo>
                <a:lnTo>
                  <a:pt x="731" y="45436"/>
                </a:lnTo>
                <a:lnTo>
                  <a:pt x="731" y="45146"/>
                </a:lnTo>
                <a:lnTo>
                  <a:pt x="805" y="44885"/>
                </a:lnTo>
                <a:lnTo>
                  <a:pt x="805" y="44624"/>
                </a:lnTo>
                <a:lnTo>
                  <a:pt x="805" y="44421"/>
                </a:lnTo>
                <a:lnTo>
                  <a:pt x="805" y="44160"/>
                </a:lnTo>
                <a:lnTo>
                  <a:pt x="879" y="43899"/>
                </a:lnTo>
                <a:lnTo>
                  <a:pt x="879" y="43638"/>
                </a:lnTo>
                <a:lnTo>
                  <a:pt x="879" y="43348"/>
                </a:lnTo>
                <a:lnTo>
                  <a:pt x="879" y="43087"/>
                </a:lnTo>
                <a:lnTo>
                  <a:pt x="879" y="42826"/>
                </a:lnTo>
                <a:lnTo>
                  <a:pt x="949" y="42565"/>
                </a:lnTo>
                <a:lnTo>
                  <a:pt x="949" y="42304"/>
                </a:lnTo>
                <a:lnTo>
                  <a:pt x="949" y="42043"/>
                </a:lnTo>
                <a:lnTo>
                  <a:pt x="949" y="41753"/>
                </a:lnTo>
                <a:lnTo>
                  <a:pt x="1023" y="41492"/>
                </a:lnTo>
                <a:lnTo>
                  <a:pt x="1023" y="41231"/>
                </a:lnTo>
                <a:lnTo>
                  <a:pt x="1023" y="40970"/>
                </a:lnTo>
                <a:lnTo>
                  <a:pt x="1023" y="40709"/>
                </a:lnTo>
                <a:lnTo>
                  <a:pt x="1023" y="40448"/>
                </a:lnTo>
                <a:lnTo>
                  <a:pt x="1097" y="40158"/>
                </a:lnTo>
                <a:lnTo>
                  <a:pt x="1097" y="39897"/>
                </a:lnTo>
                <a:lnTo>
                  <a:pt x="1097" y="39636"/>
                </a:lnTo>
                <a:lnTo>
                  <a:pt x="1097" y="39375"/>
                </a:lnTo>
                <a:lnTo>
                  <a:pt x="1170" y="39114"/>
                </a:lnTo>
                <a:lnTo>
                  <a:pt x="1170" y="38825"/>
                </a:lnTo>
                <a:lnTo>
                  <a:pt x="1170" y="38564"/>
                </a:lnTo>
                <a:lnTo>
                  <a:pt x="1170" y="38303"/>
                </a:lnTo>
                <a:lnTo>
                  <a:pt x="1170" y="38042"/>
                </a:lnTo>
                <a:lnTo>
                  <a:pt x="1241" y="37781"/>
                </a:lnTo>
                <a:lnTo>
                  <a:pt x="1241" y="37520"/>
                </a:lnTo>
                <a:lnTo>
                  <a:pt x="1241" y="37230"/>
                </a:lnTo>
                <a:lnTo>
                  <a:pt x="1241" y="36911"/>
                </a:lnTo>
                <a:lnTo>
                  <a:pt x="1315" y="36650"/>
                </a:lnTo>
                <a:lnTo>
                  <a:pt x="1315" y="36389"/>
                </a:lnTo>
                <a:lnTo>
                  <a:pt x="1315" y="36099"/>
                </a:lnTo>
                <a:lnTo>
                  <a:pt x="1315" y="35838"/>
                </a:lnTo>
                <a:lnTo>
                  <a:pt x="1315" y="35577"/>
                </a:lnTo>
                <a:lnTo>
                  <a:pt x="1389" y="35258"/>
                </a:lnTo>
                <a:lnTo>
                  <a:pt x="1389" y="34968"/>
                </a:lnTo>
                <a:lnTo>
                  <a:pt x="1389" y="34707"/>
                </a:lnTo>
                <a:lnTo>
                  <a:pt x="1389" y="34446"/>
                </a:lnTo>
                <a:lnTo>
                  <a:pt x="1462" y="34185"/>
                </a:lnTo>
                <a:lnTo>
                  <a:pt x="1462" y="33837"/>
                </a:lnTo>
                <a:lnTo>
                  <a:pt x="1462" y="33576"/>
                </a:lnTo>
                <a:lnTo>
                  <a:pt x="1462" y="33315"/>
                </a:lnTo>
                <a:lnTo>
                  <a:pt x="1462" y="33054"/>
                </a:lnTo>
                <a:lnTo>
                  <a:pt x="1536" y="32706"/>
                </a:lnTo>
                <a:lnTo>
                  <a:pt x="1536" y="32446"/>
                </a:lnTo>
                <a:lnTo>
                  <a:pt x="1536" y="32185"/>
                </a:lnTo>
                <a:lnTo>
                  <a:pt x="1536" y="31924"/>
                </a:lnTo>
                <a:lnTo>
                  <a:pt x="1536" y="31605"/>
                </a:lnTo>
                <a:lnTo>
                  <a:pt x="1607" y="31315"/>
                </a:lnTo>
                <a:lnTo>
                  <a:pt x="1607" y="31054"/>
                </a:lnTo>
                <a:lnTo>
                  <a:pt x="1607" y="30735"/>
                </a:lnTo>
                <a:lnTo>
                  <a:pt x="1607" y="30474"/>
                </a:lnTo>
                <a:lnTo>
                  <a:pt x="1681" y="30184"/>
                </a:lnTo>
                <a:lnTo>
                  <a:pt x="1681" y="29865"/>
                </a:lnTo>
                <a:lnTo>
                  <a:pt x="1681" y="29604"/>
                </a:lnTo>
                <a:lnTo>
                  <a:pt x="1681" y="29343"/>
                </a:lnTo>
                <a:lnTo>
                  <a:pt x="1681" y="28995"/>
                </a:lnTo>
                <a:lnTo>
                  <a:pt x="1754" y="28734"/>
                </a:lnTo>
                <a:lnTo>
                  <a:pt x="1754" y="28473"/>
                </a:lnTo>
                <a:lnTo>
                  <a:pt x="1754" y="28125"/>
                </a:lnTo>
                <a:lnTo>
                  <a:pt x="1754" y="27864"/>
                </a:lnTo>
                <a:lnTo>
                  <a:pt x="1828" y="27545"/>
                </a:lnTo>
                <a:lnTo>
                  <a:pt x="1828" y="27255"/>
                </a:lnTo>
                <a:lnTo>
                  <a:pt x="1828" y="26994"/>
                </a:lnTo>
                <a:lnTo>
                  <a:pt x="1828" y="26675"/>
                </a:lnTo>
                <a:lnTo>
                  <a:pt x="1828" y="26414"/>
                </a:lnTo>
                <a:lnTo>
                  <a:pt x="1899" y="26067"/>
                </a:lnTo>
                <a:lnTo>
                  <a:pt x="1899" y="25806"/>
                </a:lnTo>
                <a:lnTo>
                  <a:pt x="1899" y="25487"/>
                </a:lnTo>
                <a:lnTo>
                  <a:pt x="1899" y="25197"/>
                </a:lnTo>
                <a:lnTo>
                  <a:pt x="1972" y="24878"/>
                </a:lnTo>
                <a:lnTo>
                  <a:pt x="1972" y="24617"/>
                </a:lnTo>
                <a:lnTo>
                  <a:pt x="1972" y="24269"/>
                </a:lnTo>
                <a:lnTo>
                  <a:pt x="1972" y="24008"/>
                </a:lnTo>
                <a:lnTo>
                  <a:pt x="1972" y="23689"/>
                </a:lnTo>
                <a:lnTo>
                  <a:pt x="2046" y="23399"/>
                </a:lnTo>
                <a:lnTo>
                  <a:pt x="2046" y="23080"/>
                </a:lnTo>
                <a:lnTo>
                  <a:pt x="2046" y="22819"/>
                </a:lnTo>
                <a:lnTo>
                  <a:pt x="2046" y="22471"/>
                </a:lnTo>
                <a:lnTo>
                  <a:pt x="2120" y="22210"/>
                </a:lnTo>
                <a:lnTo>
                  <a:pt x="2120" y="21891"/>
                </a:lnTo>
                <a:lnTo>
                  <a:pt x="2120" y="21543"/>
                </a:lnTo>
                <a:lnTo>
                  <a:pt x="2120" y="21282"/>
                </a:lnTo>
                <a:lnTo>
                  <a:pt x="2120" y="20963"/>
                </a:lnTo>
                <a:lnTo>
                  <a:pt x="2191" y="20673"/>
                </a:lnTo>
                <a:lnTo>
                  <a:pt x="2191" y="20354"/>
                </a:lnTo>
                <a:lnTo>
                  <a:pt x="2191" y="20006"/>
                </a:lnTo>
                <a:lnTo>
                  <a:pt x="2191" y="19745"/>
                </a:lnTo>
                <a:lnTo>
                  <a:pt x="2264" y="19427"/>
                </a:lnTo>
                <a:lnTo>
                  <a:pt x="2264" y="19166"/>
                </a:lnTo>
                <a:lnTo>
                  <a:pt x="2264" y="18818"/>
                </a:lnTo>
                <a:lnTo>
                  <a:pt x="2264" y="18499"/>
                </a:lnTo>
                <a:lnTo>
                  <a:pt x="2264" y="18238"/>
                </a:lnTo>
                <a:lnTo>
                  <a:pt x="2338" y="17890"/>
                </a:lnTo>
                <a:lnTo>
                  <a:pt x="2338" y="17571"/>
                </a:lnTo>
                <a:lnTo>
                  <a:pt x="2338" y="17281"/>
                </a:lnTo>
                <a:lnTo>
                  <a:pt x="2338" y="16962"/>
                </a:lnTo>
                <a:lnTo>
                  <a:pt x="2338" y="16643"/>
                </a:lnTo>
                <a:lnTo>
                  <a:pt x="2412" y="16295"/>
                </a:lnTo>
                <a:lnTo>
                  <a:pt x="2412" y="16034"/>
                </a:lnTo>
                <a:lnTo>
                  <a:pt x="2412" y="15686"/>
                </a:lnTo>
                <a:lnTo>
                  <a:pt x="2412" y="15367"/>
                </a:lnTo>
                <a:lnTo>
                  <a:pt x="2483" y="15106"/>
                </a:lnTo>
                <a:lnTo>
                  <a:pt x="2483" y="14758"/>
                </a:lnTo>
                <a:lnTo>
                  <a:pt x="2483" y="14439"/>
                </a:lnTo>
                <a:lnTo>
                  <a:pt x="2483" y="14091"/>
                </a:lnTo>
                <a:lnTo>
                  <a:pt x="2483" y="13772"/>
                </a:lnTo>
                <a:lnTo>
                  <a:pt x="2556" y="13511"/>
                </a:lnTo>
                <a:lnTo>
                  <a:pt x="2556" y="13163"/>
                </a:lnTo>
                <a:lnTo>
                  <a:pt x="2556" y="12845"/>
                </a:lnTo>
                <a:lnTo>
                  <a:pt x="2556" y="12497"/>
                </a:lnTo>
                <a:lnTo>
                  <a:pt x="2630" y="12236"/>
                </a:lnTo>
                <a:lnTo>
                  <a:pt x="2630" y="11917"/>
                </a:lnTo>
                <a:lnTo>
                  <a:pt x="2630" y="11569"/>
                </a:lnTo>
                <a:lnTo>
                  <a:pt x="2630" y="11250"/>
                </a:lnTo>
                <a:lnTo>
                  <a:pt x="2630" y="10902"/>
                </a:lnTo>
                <a:lnTo>
                  <a:pt x="2704" y="10583"/>
                </a:lnTo>
                <a:lnTo>
                  <a:pt x="2704" y="10235"/>
                </a:lnTo>
                <a:lnTo>
                  <a:pt x="2704" y="9974"/>
                </a:lnTo>
                <a:lnTo>
                  <a:pt x="2704" y="9655"/>
                </a:lnTo>
                <a:lnTo>
                  <a:pt x="2778" y="9307"/>
                </a:lnTo>
                <a:lnTo>
                  <a:pt x="2778" y="8988"/>
                </a:lnTo>
                <a:lnTo>
                  <a:pt x="2778" y="8640"/>
                </a:lnTo>
                <a:lnTo>
                  <a:pt x="2778" y="8321"/>
                </a:lnTo>
                <a:lnTo>
                  <a:pt x="2778" y="7973"/>
                </a:lnTo>
                <a:lnTo>
                  <a:pt x="2848" y="7654"/>
                </a:lnTo>
                <a:lnTo>
                  <a:pt x="2848" y="7306"/>
                </a:lnTo>
                <a:lnTo>
                  <a:pt x="2848" y="6987"/>
                </a:lnTo>
                <a:lnTo>
                  <a:pt x="2848" y="6726"/>
                </a:lnTo>
                <a:lnTo>
                  <a:pt x="2922" y="6379"/>
                </a:lnTo>
                <a:lnTo>
                  <a:pt x="2922" y="6060"/>
                </a:lnTo>
                <a:lnTo>
                  <a:pt x="2922" y="5712"/>
                </a:lnTo>
                <a:lnTo>
                  <a:pt x="2922" y="5393"/>
                </a:lnTo>
                <a:lnTo>
                  <a:pt x="2922" y="5045"/>
                </a:lnTo>
                <a:lnTo>
                  <a:pt x="2996" y="4726"/>
                </a:lnTo>
                <a:lnTo>
                  <a:pt x="2996" y="4407"/>
                </a:lnTo>
                <a:lnTo>
                  <a:pt x="2996" y="4059"/>
                </a:lnTo>
                <a:lnTo>
                  <a:pt x="2996" y="3740"/>
                </a:lnTo>
                <a:lnTo>
                  <a:pt x="3070" y="3392"/>
                </a:lnTo>
                <a:lnTo>
                  <a:pt x="3070" y="3073"/>
                </a:lnTo>
                <a:lnTo>
                  <a:pt x="3070" y="2725"/>
                </a:lnTo>
                <a:lnTo>
                  <a:pt x="3070" y="2406"/>
                </a:lnTo>
                <a:lnTo>
                  <a:pt x="3070" y="2058"/>
                </a:lnTo>
                <a:lnTo>
                  <a:pt x="3140" y="1739"/>
                </a:lnTo>
                <a:lnTo>
                  <a:pt x="3140" y="1333"/>
                </a:lnTo>
                <a:lnTo>
                  <a:pt x="3140" y="1014"/>
                </a:lnTo>
                <a:lnTo>
                  <a:pt x="3140" y="666"/>
                </a:lnTo>
                <a:lnTo>
                  <a:pt x="3140" y="347"/>
                </a:lnTo>
                <a:lnTo>
                  <a:pt x="3214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722082" y="3649244"/>
            <a:ext cx="3140" cy="75736"/>
          </a:xfrm>
          <a:custGeom>
            <a:avLst/>
            <a:gdLst/>
            <a:ahLst/>
            <a:cxnLst/>
            <a:rect l="l" t="t" r="r" b="b"/>
            <a:pathLst>
              <a:path w="3140" h="75736">
                <a:moveTo>
                  <a:pt x="0" y="75736"/>
                </a:moveTo>
                <a:lnTo>
                  <a:pt x="0" y="75417"/>
                </a:lnTo>
                <a:lnTo>
                  <a:pt x="0" y="75069"/>
                </a:lnTo>
                <a:lnTo>
                  <a:pt x="0" y="74750"/>
                </a:lnTo>
                <a:lnTo>
                  <a:pt x="73" y="74402"/>
                </a:lnTo>
                <a:lnTo>
                  <a:pt x="73" y="74083"/>
                </a:lnTo>
                <a:lnTo>
                  <a:pt x="73" y="73677"/>
                </a:lnTo>
                <a:lnTo>
                  <a:pt x="73" y="73358"/>
                </a:lnTo>
                <a:lnTo>
                  <a:pt x="73" y="73010"/>
                </a:lnTo>
                <a:lnTo>
                  <a:pt x="147" y="72691"/>
                </a:lnTo>
                <a:lnTo>
                  <a:pt x="147" y="72343"/>
                </a:lnTo>
                <a:lnTo>
                  <a:pt x="147" y="72024"/>
                </a:lnTo>
                <a:lnTo>
                  <a:pt x="147" y="71677"/>
                </a:lnTo>
                <a:lnTo>
                  <a:pt x="218" y="71300"/>
                </a:lnTo>
                <a:lnTo>
                  <a:pt x="218" y="70952"/>
                </a:lnTo>
                <a:lnTo>
                  <a:pt x="218" y="70633"/>
                </a:lnTo>
                <a:lnTo>
                  <a:pt x="218" y="70285"/>
                </a:lnTo>
                <a:lnTo>
                  <a:pt x="218" y="69966"/>
                </a:lnTo>
                <a:lnTo>
                  <a:pt x="291" y="69560"/>
                </a:lnTo>
                <a:lnTo>
                  <a:pt x="291" y="69212"/>
                </a:lnTo>
                <a:lnTo>
                  <a:pt x="291" y="68893"/>
                </a:lnTo>
                <a:lnTo>
                  <a:pt x="291" y="68545"/>
                </a:lnTo>
                <a:lnTo>
                  <a:pt x="365" y="68168"/>
                </a:lnTo>
                <a:lnTo>
                  <a:pt x="365" y="67820"/>
                </a:lnTo>
                <a:lnTo>
                  <a:pt x="365" y="67501"/>
                </a:lnTo>
                <a:lnTo>
                  <a:pt x="365" y="67153"/>
                </a:lnTo>
                <a:lnTo>
                  <a:pt x="365" y="66776"/>
                </a:lnTo>
                <a:lnTo>
                  <a:pt x="439" y="66428"/>
                </a:lnTo>
                <a:lnTo>
                  <a:pt x="439" y="66109"/>
                </a:lnTo>
                <a:lnTo>
                  <a:pt x="439" y="65703"/>
                </a:lnTo>
                <a:lnTo>
                  <a:pt x="439" y="65355"/>
                </a:lnTo>
                <a:lnTo>
                  <a:pt x="510" y="65037"/>
                </a:lnTo>
                <a:lnTo>
                  <a:pt x="510" y="64689"/>
                </a:lnTo>
                <a:lnTo>
                  <a:pt x="510" y="64312"/>
                </a:lnTo>
                <a:lnTo>
                  <a:pt x="510" y="63964"/>
                </a:lnTo>
                <a:lnTo>
                  <a:pt x="510" y="63645"/>
                </a:lnTo>
                <a:lnTo>
                  <a:pt x="583" y="63239"/>
                </a:lnTo>
                <a:lnTo>
                  <a:pt x="583" y="62920"/>
                </a:lnTo>
                <a:lnTo>
                  <a:pt x="583" y="62514"/>
                </a:lnTo>
                <a:lnTo>
                  <a:pt x="583" y="62166"/>
                </a:lnTo>
                <a:lnTo>
                  <a:pt x="657" y="61847"/>
                </a:lnTo>
                <a:lnTo>
                  <a:pt x="657" y="61441"/>
                </a:lnTo>
                <a:lnTo>
                  <a:pt x="657" y="61122"/>
                </a:lnTo>
                <a:lnTo>
                  <a:pt x="657" y="60774"/>
                </a:lnTo>
                <a:lnTo>
                  <a:pt x="657" y="60368"/>
                </a:lnTo>
                <a:lnTo>
                  <a:pt x="731" y="60049"/>
                </a:lnTo>
                <a:lnTo>
                  <a:pt x="731" y="59643"/>
                </a:lnTo>
                <a:lnTo>
                  <a:pt x="731" y="59324"/>
                </a:lnTo>
                <a:lnTo>
                  <a:pt x="731" y="58976"/>
                </a:lnTo>
                <a:lnTo>
                  <a:pt x="731" y="58571"/>
                </a:lnTo>
                <a:lnTo>
                  <a:pt x="805" y="58252"/>
                </a:lnTo>
                <a:lnTo>
                  <a:pt x="805" y="57846"/>
                </a:lnTo>
                <a:lnTo>
                  <a:pt x="805" y="57527"/>
                </a:lnTo>
                <a:lnTo>
                  <a:pt x="805" y="57121"/>
                </a:lnTo>
                <a:lnTo>
                  <a:pt x="875" y="56802"/>
                </a:lnTo>
                <a:lnTo>
                  <a:pt x="875" y="56396"/>
                </a:lnTo>
                <a:lnTo>
                  <a:pt x="875" y="56048"/>
                </a:lnTo>
                <a:lnTo>
                  <a:pt x="875" y="55671"/>
                </a:lnTo>
                <a:lnTo>
                  <a:pt x="875" y="55323"/>
                </a:lnTo>
                <a:lnTo>
                  <a:pt x="949" y="54917"/>
                </a:lnTo>
                <a:lnTo>
                  <a:pt x="949" y="54598"/>
                </a:lnTo>
                <a:lnTo>
                  <a:pt x="949" y="54192"/>
                </a:lnTo>
                <a:lnTo>
                  <a:pt x="949" y="53873"/>
                </a:lnTo>
                <a:lnTo>
                  <a:pt x="1023" y="53467"/>
                </a:lnTo>
                <a:lnTo>
                  <a:pt x="1023" y="53119"/>
                </a:lnTo>
                <a:lnTo>
                  <a:pt x="1023" y="52742"/>
                </a:lnTo>
                <a:lnTo>
                  <a:pt x="1023" y="52394"/>
                </a:lnTo>
                <a:lnTo>
                  <a:pt x="1023" y="51989"/>
                </a:lnTo>
                <a:lnTo>
                  <a:pt x="1097" y="51670"/>
                </a:lnTo>
                <a:lnTo>
                  <a:pt x="1097" y="51264"/>
                </a:lnTo>
                <a:lnTo>
                  <a:pt x="1097" y="50945"/>
                </a:lnTo>
                <a:lnTo>
                  <a:pt x="1097" y="50539"/>
                </a:lnTo>
                <a:lnTo>
                  <a:pt x="1167" y="50133"/>
                </a:lnTo>
                <a:lnTo>
                  <a:pt x="1167" y="49814"/>
                </a:lnTo>
                <a:lnTo>
                  <a:pt x="1167" y="49408"/>
                </a:lnTo>
                <a:lnTo>
                  <a:pt x="1167" y="49089"/>
                </a:lnTo>
                <a:lnTo>
                  <a:pt x="1167" y="48683"/>
                </a:lnTo>
                <a:lnTo>
                  <a:pt x="1241" y="48277"/>
                </a:lnTo>
                <a:lnTo>
                  <a:pt x="1241" y="47958"/>
                </a:lnTo>
                <a:lnTo>
                  <a:pt x="1241" y="47552"/>
                </a:lnTo>
                <a:lnTo>
                  <a:pt x="1241" y="47204"/>
                </a:lnTo>
                <a:lnTo>
                  <a:pt x="1315" y="46827"/>
                </a:lnTo>
                <a:lnTo>
                  <a:pt x="1315" y="46421"/>
                </a:lnTo>
                <a:lnTo>
                  <a:pt x="1315" y="46073"/>
                </a:lnTo>
                <a:lnTo>
                  <a:pt x="1315" y="45696"/>
                </a:lnTo>
                <a:lnTo>
                  <a:pt x="1315" y="45291"/>
                </a:lnTo>
                <a:lnTo>
                  <a:pt x="1389" y="44943"/>
                </a:lnTo>
                <a:lnTo>
                  <a:pt x="1389" y="44566"/>
                </a:lnTo>
                <a:lnTo>
                  <a:pt x="1389" y="44160"/>
                </a:lnTo>
                <a:lnTo>
                  <a:pt x="1389" y="43812"/>
                </a:lnTo>
                <a:lnTo>
                  <a:pt x="1459" y="43435"/>
                </a:lnTo>
                <a:lnTo>
                  <a:pt x="1459" y="43029"/>
                </a:lnTo>
                <a:lnTo>
                  <a:pt x="1459" y="42681"/>
                </a:lnTo>
                <a:lnTo>
                  <a:pt x="1459" y="42304"/>
                </a:lnTo>
                <a:lnTo>
                  <a:pt x="1459" y="41898"/>
                </a:lnTo>
                <a:lnTo>
                  <a:pt x="1533" y="41492"/>
                </a:lnTo>
                <a:lnTo>
                  <a:pt x="1533" y="41173"/>
                </a:lnTo>
                <a:lnTo>
                  <a:pt x="1533" y="40767"/>
                </a:lnTo>
                <a:lnTo>
                  <a:pt x="1533" y="40361"/>
                </a:lnTo>
                <a:lnTo>
                  <a:pt x="1533" y="40042"/>
                </a:lnTo>
                <a:lnTo>
                  <a:pt x="1607" y="39636"/>
                </a:lnTo>
                <a:lnTo>
                  <a:pt x="1607" y="39230"/>
                </a:lnTo>
                <a:lnTo>
                  <a:pt x="1607" y="38825"/>
                </a:lnTo>
                <a:lnTo>
                  <a:pt x="1607" y="38506"/>
                </a:lnTo>
                <a:lnTo>
                  <a:pt x="1681" y="38100"/>
                </a:lnTo>
                <a:lnTo>
                  <a:pt x="1681" y="37694"/>
                </a:lnTo>
                <a:lnTo>
                  <a:pt x="1681" y="37317"/>
                </a:lnTo>
                <a:lnTo>
                  <a:pt x="1681" y="36911"/>
                </a:lnTo>
                <a:lnTo>
                  <a:pt x="1681" y="36563"/>
                </a:lnTo>
                <a:lnTo>
                  <a:pt x="1751" y="36186"/>
                </a:lnTo>
                <a:lnTo>
                  <a:pt x="1751" y="35780"/>
                </a:lnTo>
                <a:lnTo>
                  <a:pt x="1751" y="35374"/>
                </a:lnTo>
                <a:lnTo>
                  <a:pt x="1751" y="34968"/>
                </a:lnTo>
                <a:lnTo>
                  <a:pt x="1825" y="34649"/>
                </a:lnTo>
                <a:lnTo>
                  <a:pt x="1825" y="34243"/>
                </a:lnTo>
                <a:lnTo>
                  <a:pt x="1825" y="33837"/>
                </a:lnTo>
                <a:lnTo>
                  <a:pt x="1825" y="33460"/>
                </a:lnTo>
                <a:lnTo>
                  <a:pt x="1825" y="33054"/>
                </a:lnTo>
                <a:lnTo>
                  <a:pt x="1899" y="32648"/>
                </a:lnTo>
                <a:lnTo>
                  <a:pt x="1899" y="32330"/>
                </a:lnTo>
                <a:lnTo>
                  <a:pt x="1899" y="31924"/>
                </a:lnTo>
                <a:lnTo>
                  <a:pt x="1899" y="31518"/>
                </a:lnTo>
                <a:lnTo>
                  <a:pt x="1972" y="31112"/>
                </a:lnTo>
                <a:lnTo>
                  <a:pt x="1972" y="30735"/>
                </a:lnTo>
                <a:lnTo>
                  <a:pt x="1972" y="30329"/>
                </a:lnTo>
                <a:lnTo>
                  <a:pt x="1972" y="29923"/>
                </a:lnTo>
                <a:lnTo>
                  <a:pt x="1972" y="29517"/>
                </a:lnTo>
                <a:lnTo>
                  <a:pt x="2046" y="29140"/>
                </a:lnTo>
                <a:lnTo>
                  <a:pt x="2046" y="28792"/>
                </a:lnTo>
                <a:lnTo>
                  <a:pt x="2046" y="28386"/>
                </a:lnTo>
                <a:lnTo>
                  <a:pt x="2046" y="28009"/>
                </a:lnTo>
                <a:lnTo>
                  <a:pt x="2117" y="27603"/>
                </a:lnTo>
                <a:lnTo>
                  <a:pt x="2117" y="27197"/>
                </a:lnTo>
                <a:lnTo>
                  <a:pt x="2117" y="26791"/>
                </a:lnTo>
                <a:lnTo>
                  <a:pt x="2117" y="26414"/>
                </a:lnTo>
                <a:lnTo>
                  <a:pt x="2117" y="26009"/>
                </a:lnTo>
                <a:lnTo>
                  <a:pt x="2191" y="25603"/>
                </a:lnTo>
                <a:lnTo>
                  <a:pt x="2191" y="25197"/>
                </a:lnTo>
                <a:lnTo>
                  <a:pt x="2191" y="24791"/>
                </a:lnTo>
                <a:lnTo>
                  <a:pt x="2191" y="24414"/>
                </a:lnTo>
                <a:lnTo>
                  <a:pt x="2264" y="24008"/>
                </a:lnTo>
                <a:lnTo>
                  <a:pt x="2264" y="23602"/>
                </a:lnTo>
                <a:lnTo>
                  <a:pt x="2264" y="23196"/>
                </a:lnTo>
                <a:lnTo>
                  <a:pt x="2264" y="22819"/>
                </a:lnTo>
                <a:lnTo>
                  <a:pt x="2264" y="22413"/>
                </a:lnTo>
                <a:lnTo>
                  <a:pt x="2338" y="22007"/>
                </a:lnTo>
                <a:lnTo>
                  <a:pt x="2338" y="21601"/>
                </a:lnTo>
                <a:lnTo>
                  <a:pt x="2338" y="21224"/>
                </a:lnTo>
                <a:lnTo>
                  <a:pt x="2338" y="20818"/>
                </a:lnTo>
                <a:lnTo>
                  <a:pt x="2338" y="20412"/>
                </a:lnTo>
                <a:lnTo>
                  <a:pt x="2409" y="20006"/>
                </a:lnTo>
                <a:lnTo>
                  <a:pt x="2409" y="19629"/>
                </a:lnTo>
                <a:lnTo>
                  <a:pt x="2409" y="19224"/>
                </a:lnTo>
                <a:lnTo>
                  <a:pt x="2409" y="18818"/>
                </a:lnTo>
                <a:lnTo>
                  <a:pt x="2483" y="18412"/>
                </a:lnTo>
                <a:lnTo>
                  <a:pt x="2483" y="18035"/>
                </a:lnTo>
                <a:lnTo>
                  <a:pt x="2483" y="17629"/>
                </a:lnTo>
                <a:lnTo>
                  <a:pt x="2483" y="17223"/>
                </a:lnTo>
                <a:lnTo>
                  <a:pt x="2483" y="16817"/>
                </a:lnTo>
                <a:lnTo>
                  <a:pt x="2556" y="16440"/>
                </a:lnTo>
                <a:lnTo>
                  <a:pt x="2556" y="16034"/>
                </a:lnTo>
                <a:lnTo>
                  <a:pt x="2556" y="15628"/>
                </a:lnTo>
                <a:lnTo>
                  <a:pt x="2556" y="15222"/>
                </a:lnTo>
                <a:lnTo>
                  <a:pt x="2630" y="14758"/>
                </a:lnTo>
                <a:lnTo>
                  <a:pt x="2630" y="14352"/>
                </a:lnTo>
                <a:lnTo>
                  <a:pt x="2630" y="13975"/>
                </a:lnTo>
                <a:lnTo>
                  <a:pt x="2630" y="13569"/>
                </a:lnTo>
                <a:lnTo>
                  <a:pt x="2630" y="13163"/>
                </a:lnTo>
                <a:lnTo>
                  <a:pt x="2701" y="12758"/>
                </a:lnTo>
                <a:lnTo>
                  <a:pt x="2701" y="12381"/>
                </a:lnTo>
                <a:lnTo>
                  <a:pt x="2701" y="11975"/>
                </a:lnTo>
                <a:lnTo>
                  <a:pt x="2701" y="11569"/>
                </a:lnTo>
                <a:lnTo>
                  <a:pt x="2774" y="11105"/>
                </a:lnTo>
                <a:lnTo>
                  <a:pt x="2774" y="10699"/>
                </a:lnTo>
                <a:lnTo>
                  <a:pt x="2774" y="10322"/>
                </a:lnTo>
                <a:lnTo>
                  <a:pt x="2774" y="9916"/>
                </a:lnTo>
                <a:lnTo>
                  <a:pt x="2774" y="9510"/>
                </a:lnTo>
                <a:lnTo>
                  <a:pt x="2848" y="9104"/>
                </a:lnTo>
                <a:lnTo>
                  <a:pt x="2848" y="8698"/>
                </a:lnTo>
                <a:lnTo>
                  <a:pt x="2848" y="8234"/>
                </a:lnTo>
                <a:lnTo>
                  <a:pt x="2848" y="7857"/>
                </a:lnTo>
                <a:lnTo>
                  <a:pt x="2922" y="7451"/>
                </a:lnTo>
                <a:lnTo>
                  <a:pt x="2922" y="7045"/>
                </a:lnTo>
                <a:lnTo>
                  <a:pt x="2922" y="6639"/>
                </a:lnTo>
                <a:lnTo>
                  <a:pt x="2922" y="6176"/>
                </a:lnTo>
                <a:lnTo>
                  <a:pt x="2922" y="5799"/>
                </a:lnTo>
                <a:lnTo>
                  <a:pt x="2993" y="5393"/>
                </a:lnTo>
                <a:lnTo>
                  <a:pt x="2993" y="4987"/>
                </a:lnTo>
                <a:lnTo>
                  <a:pt x="2993" y="4581"/>
                </a:lnTo>
                <a:lnTo>
                  <a:pt x="2993" y="4117"/>
                </a:lnTo>
                <a:lnTo>
                  <a:pt x="3066" y="3711"/>
                </a:lnTo>
                <a:lnTo>
                  <a:pt x="3066" y="3334"/>
                </a:lnTo>
                <a:lnTo>
                  <a:pt x="3066" y="2928"/>
                </a:lnTo>
                <a:lnTo>
                  <a:pt x="3066" y="2522"/>
                </a:lnTo>
                <a:lnTo>
                  <a:pt x="3066" y="2058"/>
                </a:lnTo>
                <a:lnTo>
                  <a:pt x="3140" y="1652"/>
                </a:lnTo>
                <a:lnTo>
                  <a:pt x="3140" y="1275"/>
                </a:lnTo>
                <a:lnTo>
                  <a:pt x="3140" y="869"/>
                </a:lnTo>
                <a:lnTo>
                  <a:pt x="3140" y="405"/>
                </a:lnTo>
                <a:lnTo>
                  <a:pt x="31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725223" y="3561996"/>
            <a:ext cx="3214" cy="87247"/>
          </a:xfrm>
          <a:custGeom>
            <a:avLst/>
            <a:gdLst/>
            <a:ahLst/>
            <a:cxnLst/>
            <a:rect l="l" t="t" r="r" b="b"/>
            <a:pathLst>
              <a:path w="3214" h="87247">
                <a:moveTo>
                  <a:pt x="0" y="87247"/>
                </a:moveTo>
                <a:lnTo>
                  <a:pt x="73" y="86841"/>
                </a:lnTo>
                <a:lnTo>
                  <a:pt x="73" y="86464"/>
                </a:lnTo>
                <a:lnTo>
                  <a:pt x="73" y="85971"/>
                </a:lnTo>
                <a:lnTo>
                  <a:pt x="73" y="85594"/>
                </a:lnTo>
                <a:lnTo>
                  <a:pt x="147" y="85188"/>
                </a:lnTo>
                <a:lnTo>
                  <a:pt x="147" y="84725"/>
                </a:lnTo>
                <a:lnTo>
                  <a:pt x="147" y="84319"/>
                </a:lnTo>
                <a:lnTo>
                  <a:pt x="147" y="83913"/>
                </a:lnTo>
                <a:lnTo>
                  <a:pt x="147" y="83536"/>
                </a:lnTo>
                <a:lnTo>
                  <a:pt x="218" y="83072"/>
                </a:lnTo>
                <a:lnTo>
                  <a:pt x="218" y="82666"/>
                </a:lnTo>
                <a:lnTo>
                  <a:pt x="218" y="82260"/>
                </a:lnTo>
                <a:lnTo>
                  <a:pt x="218" y="81796"/>
                </a:lnTo>
                <a:lnTo>
                  <a:pt x="291" y="81390"/>
                </a:lnTo>
                <a:lnTo>
                  <a:pt x="291" y="80984"/>
                </a:lnTo>
                <a:lnTo>
                  <a:pt x="291" y="80520"/>
                </a:lnTo>
                <a:lnTo>
                  <a:pt x="291" y="80143"/>
                </a:lnTo>
                <a:lnTo>
                  <a:pt x="291" y="79737"/>
                </a:lnTo>
                <a:lnTo>
                  <a:pt x="365" y="79273"/>
                </a:lnTo>
                <a:lnTo>
                  <a:pt x="365" y="78867"/>
                </a:lnTo>
                <a:lnTo>
                  <a:pt x="365" y="78461"/>
                </a:lnTo>
                <a:lnTo>
                  <a:pt x="365" y="77998"/>
                </a:lnTo>
                <a:lnTo>
                  <a:pt x="439" y="77621"/>
                </a:lnTo>
                <a:lnTo>
                  <a:pt x="439" y="77215"/>
                </a:lnTo>
                <a:lnTo>
                  <a:pt x="439" y="76751"/>
                </a:lnTo>
                <a:lnTo>
                  <a:pt x="439" y="76345"/>
                </a:lnTo>
                <a:lnTo>
                  <a:pt x="439" y="75881"/>
                </a:lnTo>
                <a:lnTo>
                  <a:pt x="510" y="75475"/>
                </a:lnTo>
                <a:lnTo>
                  <a:pt x="510" y="75069"/>
                </a:lnTo>
                <a:lnTo>
                  <a:pt x="510" y="74605"/>
                </a:lnTo>
                <a:lnTo>
                  <a:pt x="510" y="74228"/>
                </a:lnTo>
                <a:lnTo>
                  <a:pt x="583" y="73822"/>
                </a:lnTo>
                <a:lnTo>
                  <a:pt x="583" y="73358"/>
                </a:lnTo>
                <a:lnTo>
                  <a:pt x="583" y="72952"/>
                </a:lnTo>
                <a:lnTo>
                  <a:pt x="583" y="72488"/>
                </a:lnTo>
                <a:lnTo>
                  <a:pt x="583" y="72082"/>
                </a:lnTo>
                <a:lnTo>
                  <a:pt x="657" y="71677"/>
                </a:lnTo>
                <a:lnTo>
                  <a:pt x="657" y="71213"/>
                </a:lnTo>
                <a:lnTo>
                  <a:pt x="657" y="70836"/>
                </a:lnTo>
                <a:lnTo>
                  <a:pt x="657" y="70372"/>
                </a:lnTo>
                <a:lnTo>
                  <a:pt x="731" y="69966"/>
                </a:lnTo>
                <a:lnTo>
                  <a:pt x="731" y="69502"/>
                </a:lnTo>
                <a:lnTo>
                  <a:pt x="731" y="69096"/>
                </a:lnTo>
                <a:lnTo>
                  <a:pt x="731" y="68690"/>
                </a:lnTo>
                <a:lnTo>
                  <a:pt x="731" y="68226"/>
                </a:lnTo>
                <a:lnTo>
                  <a:pt x="802" y="67820"/>
                </a:lnTo>
                <a:lnTo>
                  <a:pt x="802" y="67356"/>
                </a:lnTo>
                <a:lnTo>
                  <a:pt x="802" y="66979"/>
                </a:lnTo>
                <a:lnTo>
                  <a:pt x="802" y="66515"/>
                </a:lnTo>
                <a:lnTo>
                  <a:pt x="802" y="66109"/>
                </a:lnTo>
                <a:lnTo>
                  <a:pt x="875" y="65645"/>
                </a:lnTo>
                <a:lnTo>
                  <a:pt x="875" y="65239"/>
                </a:lnTo>
                <a:lnTo>
                  <a:pt x="875" y="64776"/>
                </a:lnTo>
                <a:lnTo>
                  <a:pt x="875" y="64370"/>
                </a:lnTo>
                <a:lnTo>
                  <a:pt x="949" y="63964"/>
                </a:lnTo>
                <a:lnTo>
                  <a:pt x="949" y="63500"/>
                </a:lnTo>
                <a:lnTo>
                  <a:pt x="949" y="63123"/>
                </a:lnTo>
                <a:lnTo>
                  <a:pt x="949" y="62659"/>
                </a:lnTo>
                <a:lnTo>
                  <a:pt x="949" y="62253"/>
                </a:lnTo>
                <a:lnTo>
                  <a:pt x="1023" y="61789"/>
                </a:lnTo>
                <a:lnTo>
                  <a:pt x="1023" y="61383"/>
                </a:lnTo>
                <a:lnTo>
                  <a:pt x="1023" y="60919"/>
                </a:lnTo>
                <a:lnTo>
                  <a:pt x="1023" y="60513"/>
                </a:lnTo>
                <a:lnTo>
                  <a:pt x="1093" y="60049"/>
                </a:lnTo>
                <a:lnTo>
                  <a:pt x="1093" y="59643"/>
                </a:lnTo>
                <a:lnTo>
                  <a:pt x="1093" y="59179"/>
                </a:lnTo>
                <a:lnTo>
                  <a:pt x="1093" y="58802"/>
                </a:lnTo>
                <a:lnTo>
                  <a:pt x="1093" y="58310"/>
                </a:lnTo>
                <a:lnTo>
                  <a:pt x="1167" y="57846"/>
                </a:lnTo>
                <a:lnTo>
                  <a:pt x="1167" y="57469"/>
                </a:lnTo>
                <a:lnTo>
                  <a:pt x="1167" y="57005"/>
                </a:lnTo>
                <a:lnTo>
                  <a:pt x="1167" y="56599"/>
                </a:lnTo>
                <a:lnTo>
                  <a:pt x="1241" y="56135"/>
                </a:lnTo>
                <a:lnTo>
                  <a:pt x="1241" y="55729"/>
                </a:lnTo>
                <a:lnTo>
                  <a:pt x="1241" y="55265"/>
                </a:lnTo>
                <a:lnTo>
                  <a:pt x="1241" y="54859"/>
                </a:lnTo>
                <a:lnTo>
                  <a:pt x="1241" y="54395"/>
                </a:lnTo>
                <a:lnTo>
                  <a:pt x="1315" y="53989"/>
                </a:lnTo>
                <a:lnTo>
                  <a:pt x="1315" y="53525"/>
                </a:lnTo>
                <a:lnTo>
                  <a:pt x="1315" y="53061"/>
                </a:lnTo>
                <a:lnTo>
                  <a:pt x="1315" y="52684"/>
                </a:lnTo>
                <a:lnTo>
                  <a:pt x="1389" y="52191"/>
                </a:lnTo>
                <a:lnTo>
                  <a:pt x="1389" y="51815"/>
                </a:lnTo>
                <a:lnTo>
                  <a:pt x="1389" y="51351"/>
                </a:lnTo>
                <a:lnTo>
                  <a:pt x="1389" y="50945"/>
                </a:lnTo>
                <a:lnTo>
                  <a:pt x="1389" y="50481"/>
                </a:lnTo>
                <a:lnTo>
                  <a:pt x="1459" y="50017"/>
                </a:lnTo>
                <a:lnTo>
                  <a:pt x="1459" y="49611"/>
                </a:lnTo>
                <a:lnTo>
                  <a:pt x="1459" y="49147"/>
                </a:lnTo>
                <a:lnTo>
                  <a:pt x="1459" y="48741"/>
                </a:lnTo>
                <a:lnTo>
                  <a:pt x="1533" y="48277"/>
                </a:lnTo>
                <a:lnTo>
                  <a:pt x="1533" y="47813"/>
                </a:lnTo>
                <a:lnTo>
                  <a:pt x="1533" y="47407"/>
                </a:lnTo>
                <a:lnTo>
                  <a:pt x="1533" y="46943"/>
                </a:lnTo>
                <a:lnTo>
                  <a:pt x="1533" y="46566"/>
                </a:lnTo>
                <a:lnTo>
                  <a:pt x="1607" y="46073"/>
                </a:lnTo>
                <a:lnTo>
                  <a:pt x="1607" y="45610"/>
                </a:lnTo>
                <a:lnTo>
                  <a:pt x="1607" y="45233"/>
                </a:lnTo>
                <a:lnTo>
                  <a:pt x="1607" y="44769"/>
                </a:lnTo>
                <a:lnTo>
                  <a:pt x="1607" y="44363"/>
                </a:lnTo>
                <a:lnTo>
                  <a:pt x="1681" y="43899"/>
                </a:lnTo>
                <a:lnTo>
                  <a:pt x="1681" y="43435"/>
                </a:lnTo>
                <a:lnTo>
                  <a:pt x="1681" y="43029"/>
                </a:lnTo>
                <a:lnTo>
                  <a:pt x="1681" y="42565"/>
                </a:lnTo>
                <a:lnTo>
                  <a:pt x="1751" y="42101"/>
                </a:lnTo>
                <a:lnTo>
                  <a:pt x="1751" y="41695"/>
                </a:lnTo>
                <a:lnTo>
                  <a:pt x="1751" y="41231"/>
                </a:lnTo>
                <a:lnTo>
                  <a:pt x="1751" y="40825"/>
                </a:lnTo>
                <a:lnTo>
                  <a:pt x="1751" y="40361"/>
                </a:lnTo>
                <a:lnTo>
                  <a:pt x="1825" y="39897"/>
                </a:lnTo>
                <a:lnTo>
                  <a:pt x="1825" y="39491"/>
                </a:lnTo>
                <a:lnTo>
                  <a:pt x="1825" y="39028"/>
                </a:lnTo>
                <a:lnTo>
                  <a:pt x="1825" y="38564"/>
                </a:lnTo>
                <a:lnTo>
                  <a:pt x="1899" y="38187"/>
                </a:lnTo>
                <a:lnTo>
                  <a:pt x="1899" y="37723"/>
                </a:lnTo>
                <a:lnTo>
                  <a:pt x="1899" y="37230"/>
                </a:lnTo>
                <a:lnTo>
                  <a:pt x="1899" y="36853"/>
                </a:lnTo>
                <a:lnTo>
                  <a:pt x="1899" y="36389"/>
                </a:lnTo>
                <a:lnTo>
                  <a:pt x="1972" y="35925"/>
                </a:lnTo>
                <a:lnTo>
                  <a:pt x="1972" y="35519"/>
                </a:lnTo>
                <a:lnTo>
                  <a:pt x="1972" y="35055"/>
                </a:lnTo>
                <a:lnTo>
                  <a:pt x="1972" y="34591"/>
                </a:lnTo>
                <a:lnTo>
                  <a:pt x="2043" y="34185"/>
                </a:lnTo>
                <a:lnTo>
                  <a:pt x="2043" y="33721"/>
                </a:lnTo>
                <a:lnTo>
                  <a:pt x="2043" y="33257"/>
                </a:lnTo>
                <a:lnTo>
                  <a:pt x="2043" y="32793"/>
                </a:lnTo>
                <a:lnTo>
                  <a:pt x="2043" y="32388"/>
                </a:lnTo>
                <a:lnTo>
                  <a:pt x="2117" y="31924"/>
                </a:lnTo>
                <a:lnTo>
                  <a:pt x="2117" y="31460"/>
                </a:lnTo>
                <a:lnTo>
                  <a:pt x="2117" y="31054"/>
                </a:lnTo>
                <a:lnTo>
                  <a:pt x="2117" y="30590"/>
                </a:lnTo>
                <a:lnTo>
                  <a:pt x="2191" y="30126"/>
                </a:lnTo>
                <a:lnTo>
                  <a:pt x="2191" y="29720"/>
                </a:lnTo>
                <a:lnTo>
                  <a:pt x="2191" y="29256"/>
                </a:lnTo>
                <a:lnTo>
                  <a:pt x="2191" y="28792"/>
                </a:lnTo>
                <a:lnTo>
                  <a:pt x="2191" y="28328"/>
                </a:lnTo>
                <a:lnTo>
                  <a:pt x="2264" y="27922"/>
                </a:lnTo>
                <a:lnTo>
                  <a:pt x="2264" y="27458"/>
                </a:lnTo>
                <a:lnTo>
                  <a:pt x="2264" y="26994"/>
                </a:lnTo>
                <a:lnTo>
                  <a:pt x="2264" y="26617"/>
                </a:lnTo>
                <a:lnTo>
                  <a:pt x="2335" y="26124"/>
                </a:lnTo>
                <a:lnTo>
                  <a:pt x="2335" y="25661"/>
                </a:lnTo>
                <a:lnTo>
                  <a:pt x="2335" y="25197"/>
                </a:lnTo>
                <a:lnTo>
                  <a:pt x="2335" y="24820"/>
                </a:lnTo>
                <a:lnTo>
                  <a:pt x="2335" y="24356"/>
                </a:lnTo>
                <a:lnTo>
                  <a:pt x="2409" y="23892"/>
                </a:lnTo>
                <a:lnTo>
                  <a:pt x="2409" y="23399"/>
                </a:lnTo>
                <a:lnTo>
                  <a:pt x="2409" y="23022"/>
                </a:lnTo>
                <a:lnTo>
                  <a:pt x="2409" y="22558"/>
                </a:lnTo>
                <a:lnTo>
                  <a:pt x="2409" y="22094"/>
                </a:lnTo>
                <a:lnTo>
                  <a:pt x="2483" y="21630"/>
                </a:lnTo>
                <a:lnTo>
                  <a:pt x="2483" y="21224"/>
                </a:lnTo>
                <a:lnTo>
                  <a:pt x="2483" y="20760"/>
                </a:lnTo>
                <a:lnTo>
                  <a:pt x="2483" y="20296"/>
                </a:lnTo>
                <a:lnTo>
                  <a:pt x="2556" y="19832"/>
                </a:lnTo>
                <a:lnTo>
                  <a:pt x="2556" y="19427"/>
                </a:lnTo>
                <a:lnTo>
                  <a:pt x="2556" y="18963"/>
                </a:lnTo>
                <a:lnTo>
                  <a:pt x="2556" y="18499"/>
                </a:lnTo>
                <a:lnTo>
                  <a:pt x="2556" y="18035"/>
                </a:lnTo>
                <a:lnTo>
                  <a:pt x="2630" y="17629"/>
                </a:lnTo>
                <a:lnTo>
                  <a:pt x="2630" y="17165"/>
                </a:lnTo>
                <a:lnTo>
                  <a:pt x="2630" y="16701"/>
                </a:lnTo>
                <a:lnTo>
                  <a:pt x="2630" y="16237"/>
                </a:lnTo>
                <a:lnTo>
                  <a:pt x="2701" y="15831"/>
                </a:lnTo>
                <a:lnTo>
                  <a:pt x="2701" y="15367"/>
                </a:lnTo>
                <a:lnTo>
                  <a:pt x="2701" y="14903"/>
                </a:lnTo>
                <a:lnTo>
                  <a:pt x="2701" y="14439"/>
                </a:lnTo>
                <a:lnTo>
                  <a:pt x="2701" y="13975"/>
                </a:lnTo>
                <a:lnTo>
                  <a:pt x="2774" y="13569"/>
                </a:lnTo>
                <a:lnTo>
                  <a:pt x="2774" y="13105"/>
                </a:lnTo>
                <a:lnTo>
                  <a:pt x="2774" y="12642"/>
                </a:lnTo>
                <a:lnTo>
                  <a:pt x="2774" y="12178"/>
                </a:lnTo>
                <a:lnTo>
                  <a:pt x="2848" y="11772"/>
                </a:lnTo>
                <a:lnTo>
                  <a:pt x="2848" y="11308"/>
                </a:lnTo>
                <a:lnTo>
                  <a:pt x="2848" y="10844"/>
                </a:lnTo>
                <a:lnTo>
                  <a:pt x="2848" y="10380"/>
                </a:lnTo>
                <a:lnTo>
                  <a:pt x="2848" y="9916"/>
                </a:lnTo>
                <a:lnTo>
                  <a:pt x="2922" y="9510"/>
                </a:lnTo>
                <a:lnTo>
                  <a:pt x="2922" y="9046"/>
                </a:lnTo>
                <a:lnTo>
                  <a:pt x="2922" y="8582"/>
                </a:lnTo>
                <a:lnTo>
                  <a:pt x="2922" y="8118"/>
                </a:lnTo>
                <a:lnTo>
                  <a:pt x="2993" y="7654"/>
                </a:lnTo>
                <a:lnTo>
                  <a:pt x="2993" y="7248"/>
                </a:lnTo>
                <a:lnTo>
                  <a:pt x="2993" y="6784"/>
                </a:lnTo>
                <a:lnTo>
                  <a:pt x="2993" y="6321"/>
                </a:lnTo>
                <a:lnTo>
                  <a:pt x="2993" y="5857"/>
                </a:lnTo>
                <a:lnTo>
                  <a:pt x="3066" y="5393"/>
                </a:lnTo>
                <a:lnTo>
                  <a:pt x="3066" y="4987"/>
                </a:lnTo>
                <a:lnTo>
                  <a:pt x="3066" y="4523"/>
                </a:lnTo>
                <a:lnTo>
                  <a:pt x="3066" y="4059"/>
                </a:lnTo>
                <a:lnTo>
                  <a:pt x="3140" y="3595"/>
                </a:lnTo>
                <a:lnTo>
                  <a:pt x="3140" y="3131"/>
                </a:lnTo>
                <a:lnTo>
                  <a:pt x="3140" y="2667"/>
                </a:lnTo>
                <a:lnTo>
                  <a:pt x="3140" y="2261"/>
                </a:lnTo>
                <a:lnTo>
                  <a:pt x="3140" y="1797"/>
                </a:lnTo>
                <a:lnTo>
                  <a:pt x="3214" y="1333"/>
                </a:lnTo>
                <a:lnTo>
                  <a:pt x="3214" y="869"/>
                </a:lnTo>
                <a:lnTo>
                  <a:pt x="3214" y="405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728437" y="3471356"/>
            <a:ext cx="3211" cy="90640"/>
          </a:xfrm>
          <a:custGeom>
            <a:avLst/>
            <a:gdLst/>
            <a:ahLst/>
            <a:cxnLst/>
            <a:rect l="l" t="t" r="r" b="b"/>
            <a:pathLst>
              <a:path w="3211" h="90640">
                <a:moveTo>
                  <a:pt x="0" y="90640"/>
                </a:moveTo>
                <a:lnTo>
                  <a:pt x="0" y="90176"/>
                </a:lnTo>
                <a:lnTo>
                  <a:pt x="70" y="89712"/>
                </a:lnTo>
                <a:lnTo>
                  <a:pt x="70" y="89248"/>
                </a:lnTo>
                <a:lnTo>
                  <a:pt x="70" y="88784"/>
                </a:lnTo>
                <a:lnTo>
                  <a:pt x="70" y="88320"/>
                </a:lnTo>
                <a:lnTo>
                  <a:pt x="144" y="87914"/>
                </a:lnTo>
                <a:lnTo>
                  <a:pt x="144" y="87450"/>
                </a:lnTo>
                <a:lnTo>
                  <a:pt x="144" y="86986"/>
                </a:lnTo>
                <a:lnTo>
                  <a:pt x="144" y="86522"/>
                </a:lnTo>
                <a:lnTo>
                  <a:pt x="144" y="86058"/>
                </a:lnTo>
                <a:lnTo>
                  <a:pt x="218" y="85594"/>
                </a:lnTo>
                <a:lnTo>
                  <a:pt x="218" y="85130"/>
                </a:lnTo>
                <a:lnTo>
                  <a:pt x="218" y="84725"/>
                </a:lnTo>
                <a:lnTo>
                  <a:pt x="218" y="84261"/>
                </a:lnTo>
                <a:lnTo>
                  <a:pt x="291" y="83797"/>
                </a:lnTo>
                <a:lnTo>
                  <a:pt x="291" y="83333"/>
                </a:lnTo>
                <a:lnTo>
                  <a:pt x="291" y="82869"/>
                </a:lnTo>
                <a:lnTo>
                  <a:pt x="291" y="82405"/>
                </a:lnTo>
                <a:lnTo>
                  <a:pt x="291" y="81999"/>
                </a:lnTo>
                <a:lnTo>
                  <a:pt x="362" y="81535"/>
                </a:lnTo>
                <a:lnTo>
                  <a:pt x="362" y="81071"/>
                </a:lnTo>
                <a:lnTo>
                  <a:pt x="362" y="80607"/>
                </a:lnTo>
                <a:lnTo>
                  <a:pt x="362" y="80143"/>
                </a:lnTo>
                <a:lnTo>
                  <a:pt x="436" y="79679"/>
                </a:lnTo>
                <a:lnTo>
                  <a:pt x="436" y="79215"/>
                </a:lnTo>
                <a:lnTo>
                  <a:pt x="436" y="78809"/>
                </a:lnTo>
                <a:lnTo>
                  <a:pt x="436" y="78345"/>
                </a:lnTo>
                <a:lnTo>
                  <a:pt x="436" y="77882"/>
                </a:lnTo>
                <a:lnTo>
                  <a:pt x="510" y="77418"/>
                </a:lnTo>
                <a:lnTo>
                  <a:pt x="510" y="76954"/>
                </a:lnTo>
                <a:lnTo>
                  <a:pt x="510" y="76490"/>
                </a:lnTo>
                <a:lnTo>
                  <a:pt x="510" y="76026"/>
                </a:lnTo>
                <a:lnTo>
                  <a:pt x="583" y="75620"/>
                </a:lnTo>
                <a:lnTo>
                  <a:pt x="583" y="75156"/>
                </a:lnTo>
                <a:lnTo>
                  <a:pt x="583" y="74692"/>
                </a:lnTo>
                <a:lnTo>
                  <a:pt x="583" y="74228"/>
                </a:lnTo>
                <a:lnTo>
                  <a:pt x="583" y="73764"/>
                </a:lnTo>
                <a:lnTo>
                  <a:pt x="657" y="73300"/>
                </a:lnTo>
                <a:lnTo>
                  <a:pt x="657" y="72836"/>
                </a:lnTo>
                <a:lnTo>
                  <a:pt x="657" y="72430"/>
                </a:lnTo>
                <a:lnTo>
                  <a:pt x="657" y="71966"/>
                </a:lnTo>
                <a:lnTo>
                  <a:pt x="728" y="71503"/>
                </a:lnTo>
                <a:lnTo>
                  <a:pt x="728" y="71039"/>
                </a:lnTo>
                <a:lnTo>
                  <a:pt x="728" y="70575"/>
                </a:lnTo>
                <a:lnTo>
                  <a:pt x="728" y="70111"/>
                </a:lnTo>
                <a:lnTo>
                  <a:pt x="728" y="69647"/>
                </a:lnTo>
                <a:lnTo>
                  <a:pt x="802" y="69154"/>
                </a:lnTo>
                <a:lnTo>
                  <a:pt x="802" y="68777"/>
                </a:lnTo>
                <a:lnTo>
                  <a:pt x="802" y="68313"/>
                </a:lnTo>
                <a:lnTo>
                  <a:pt x="802" y="67849"/>
                </a:lnTo>
                <a:lnTo>
                  <a:pt x="802" y="67385"/>
                </a:lnTo>
                <a:lnTo>
                  <a:pt x="875" y="66892"/>
                </a:lnTo>
                <a:lnTo>
                  <a:pt x="875" y="66428"/>
                </a:lnTo>
                <a:lnTo>
                  <a:pt x="875" y="65964"/>
                </a:lnTo>
                <a:lnTo>
                  <a:pt x="875" y="65587"/>
                </a:lnTo>
                <a:lnTo>
                  <a:pt x="949" y="65124"/>
                </a:lnTo>
                <a:lnTo>
                  <a:pt x="949" y="64660"/>
                </a:lnTo>
                <a:lnTo>
                  <a:pt x="949" y="64167"/>
                </a:lnTo>
                <a:lnTo>
                  <a:pt x="949" y="63703"/>
                </a:lnTo>
                <a:lnTo>
                  <a:pt x="949" y="63239"/>
                </a:lnTo>
                <a:lnTo>
                  <a:pt x="1020" y="62775"/>
                </a:lnTo>
                <a:lnTo>
                  <a:pt x="1020" y="62311"/>
                </a:lnTo>
                <a:lnTo>
                  <a:pt x="1020" y="61905"/>
                </a:lnTo>
                <a:lnTo>
                  <a:pt x="1020" y="61441"/>
                </a:lnTo>
                <a:lnTo>
                  <a:pt x="1093" y="60977"/>
                </a:lnTo>
                <a:lnTo>
                  <a:pt x="1093" y="60513"/>
                </a:lnTo>
                <a:lnTo>
                  <a:pt x="1093" y="60049"/>
                </a:lnTo>
                <a:lnTo>
                  <a:pt x="1093" y="59585"/>
                </a:lnTo>
                <a:lnTo>
                  <a:pt x="1093" y="59121"/>
                </a:lnTo>
                <a:lnTo>
                  <a:pt x="1167" y="58658"/>
                </a:lnTo>
                <a:lnTo>
                  <a:pt x="1167" y="58194"/>
                </a:lnTo>
                <a:lnTo>
                  <a:pt x="1167" y="57788"/>
                </a:lnTo>
                <a:lnTo>
                  <a:pt x="1167" y="57324"/>
                </a:lnTo>
                <a:lnTo>
                  <a:pt x="1241" y="56860"/>
                </a:lnTo>
                <a:lnTo>
                  <a:pt x="1241" y="56396"/>
                </a:lnTo>
                <a:lnTo>
                  <a:pt x="1241" y="55932"/>
                </a:lnTo>
                <a:lnTo>
                  <a:pt x="1241" y="55468"/>
                </a:lnTo>
                <a:lnTo>
                  <a:pt x="1241" y="55004"/>
                </a:lnTo>
                <a:lnTo>
                  <a:pt x="1312" y="54540"/>
                </a:lnTo>
                <a:lnTo>
                  <a:pt x="1312" y="54134"/>
                </a:lnTo>
                <a:lnTo>
                  <a:pt x="1312" y="53670"/>
                </a:lnTo>
                <a:lnTo>
                  <a:pt x="1312" y="53206"/>
                </a:lnTo>
                <a:lnTo>
                  <a:pt x="1385" y="52742"/>
                </a:lnTo>
                <a:lnTo>
                  <a:pt x="1385" y="52278"/>
                </a:lnTo>
                <a:lnTo>
                  <a:pt x="1385" y="51815"/>
                </a:lnTo>
                <a:lnTo>
                  <a:pt x="1385" y="51351"/>
                </a:lnTo>
                <a:lnTo>
                  <a:pt x="1385" y="50887"/>
                </a:lnTo>
                <a:lnTo>
                  <a:pt x="1459" y="50481"/>
                </a:lnTo>
                <a:lnTo>
                  <a:pt x="1459" y="50017"/>
                </a:lnTo>
                <a:lnTo>
                  <a:pt x="1459" y="49553"/>
                </a:lnTo>
                <a:lnTo>
                  <a:pt x="1459" y="49089"/>
                </a:lnTo>
                <a:lnTo>
                  <a:pt x="1533" y="48625"/>
                </a:lnTo>
                <a:lnTo>
                  <a:pt x="1533" y="48161"/>
                </a:lnTo>
                <a:lnTo>
                  <a:pt x="1533" y="47697"/>
                </a:lnTo>
                <a:lnTo>
                  <a:pt x="1533" y="47233"/>
                </a:lnTo>
                <a:lnTo>
                  <a:pt x="1533" y="46827"/>
                </a:lnTo>
                <a:lnTo>
                  <a:pt x="1604" y="46363"/>
                </a:lnTo>
                <a:lnTo>
                  <a:pt x="1604" y="45899"/>
                </a:lnTo>
                <a:lnTo>
                  <a:pt x="1604" y="45436"/>
                </a:lnTo>
                <a:lnTo>
                  <a:pt x="1604" y="44972"/>
                </a:lnTo>
                <a:lnTo>
                  <a:pt x="1604" y="44508"/>
                </a:lnTo>
                <a:lnTo>
                  <a:pt x="1677" y="44044"/>
                </a:lnTo>
                <a:lnTo>
                  <a:pt x="1677" y="43580"/>
                </a:lnTo>
                <a:lnTo>
                  <a:pt x="1677" y="43174"/>
                </a:lnTo>
                <a:lnTo>
                  <a:pt x="1677" y="42710"/>
                </a:lnTo>
                <a:lnTo>
                  <a:pt x="1751" y="42246"/>
                </a:lnTo>
                <a:lnTo>
                  <a:pt x="1751" y="41782"/>
                </a:lnTo>
                <a:lnTo>
                  <a:pt x="1751" y="41318"/>
                </a:lnTo>
                <a:lnTo>
                  <a:pt x="1751" y="40854"/>
                </a:lnTo>
                <a:lnTo>
                  <a:pt x="1751" y="40361"/>
                </a:lnTo>
                <a:lnTo>
                  <a:pt x="1825" y="39897"/>
                </a:lnTo>
                <a:lnTo>
                  <a:pt x="1825" y="39520"/>
                </a:lnTo>
                <a:lnTo>
                  <a:pt x="1825" y="39057"/>
                </a:lnTo>
                <a:lnTo>
                  <a:pt x="1825" y="38593"/>
                </a:lnTo>
                <a:lnTo>
                  <a:pt x="1899" y="38100"/>
                </a:lnTo>
                <a:lnTo>
                  <a:pt x="1899" y="37636"/>
                </a:lnTo>
                <a:lnTo>
                  <a:pt x="1899" y="37172"/>
                </a:lnTo>
                <a:lnTo>
                  <a:pt x="1899" y="36708"/>
                </a:lnTo>
                <a:lnTo>
                  <a:pt x="1899" y="36244"/>
                </a:lnTo>
                <a:lnTo>
                  <a:pt x="1969" y="35867"/>
                </a:lnTo>
                <a:lnTo>
                  <a:pt x="1969" y="35374"/>
                </a:lnTo>
                <a:lnTo>
                  <a:pt x="1969" y="34910"/>
                </a:lnTo>
                <a:lnTo>
                  <a:pt x="1969" y="34446"/>
                </a:lnTo>
                <a:lnTo>
                  <a:pt x="2043" y="33982"/>
                </a:lnTo>
                <a:lnTo>
                  <a:pt x="2043" y="33518"/>
                </a:lnTo>
                <a:lnTo>
                  <a:pt x="2043" y="33054"/>
                </a:lnTo>
                <a:lnTo>
                  <a:pt x="2043" y="32648"/>
                </a:lnTo>
                <a:lnTo>
                  <a:pt x="2043" y="32185"/>
                </a:lnTo>
                <a:lnTo>
                  <a:pt x="2117" y="31721"/>
                </a:lnTo>
                <a:lnTo>
                  <a:pt x="2117" y="31257"/>
                </a:lnTo>
                <a:lnTo>
                  <a:pt x="2117" y="30793"/>
                </a:lnTo>
                <a:lnTo>
                  <a:pt x="2117" y="30329"/>
                </a:lnTo>
                <a:lnTo>
                  <a:pt x="2191" y="29865"/>
                </a:lnTo>
                <a:lnTo>
                  <a:pt x="2191" y="29459"/>
                </a:lnTo>
                <a:lnTo>
                  <a:pt x="2191" y="28995"/>
                </a:lnTo>
                <a:lnTo>
                  <a:pt x="2191" y="28531"/>
                </a:lnTo>
                <a:lnTo>
                  <a:pt x="2191" y="28067"/>
                </a:lnTo>
                <a:lnTo>
                  <a:pt x="2261" y="27603"/>
                </a:lnTo>
                <a:lnTo>
                  <a:pt x="2261" y="27139"/>
                </a:lnTo>
                <a:lnTo>
                  <a:pt x="2261" y="26675"/>
                </a:lnTo>
                <a:lnTo>
                  <a:pt x="2261" y="26269"/>
                </a:lnTo>
                <a:lnTo>
                  <a:pt x="2335" y="25806"/>
                </a:lnTo>
                <a:lnTo>
                  <a:pt x="2335" y="25342"/>
                </a:lnTo>
                <a:lnTo>
                  <a:pt x="2335" y="24878"/>
                </a:lnTo>
                <a:lnTo>
                  <a:pt x="2335" y="24414"/>
                </a:lnTo>
                <a:lnTo>
                  <a:pt x="2335" y="23950"/>
                </a:lnTo>
                <a:lnTo>
                  <a:pt x="2409" y="23486"/>
                </a:lnTo>
                <a:lnTo>
                  <a:pt x="2409" y="23080"/>
                </a:lnTo>
                <a:lnTo>
                  <a:pt x="2409" y="22616"/>
                </a:lnTo>
                <a:lnTo>
                  <a:pt x="2409" y="22152"/>
                </a:lnTo>
                <a:lnTo>
                  <a:pt x="2409" y="21688"/>
                </a:lnTo>
                <a:lnTo>
                  <a:pt x="2483" y="21224"/>
                </a:lnTo>
                <a:lnTo>
                  <a:pt x="2483" y="20760"/>
                </a:lnTo>
                <a:lnTo>
                  <a:pt x="2483" y="20354"/>
                </a:lnTo>
                <a:lnTo>
                  <a:pt x="2483" y="19890"/>
                </a:lnTo>
                <a:lnTo>
                  <a:pt x="2553" y="19427"/>
                </a:lnTo>
                <a:lnTo>
                  <a:pt x="2553" y="18963"/>
                </a:lnTo>
                <a:lnTo>
                  <a:pt x="2553" y="18499"/>
                </a:lnTo>
                <a:lnTo>
                  <a:pt x="2553" y="18035"/>
                </a:lnTo>
                <a:lnTo>
                  <a:pt x="2553" y="17629"/>
                </a:lnTo>
                <a:lnTo>
                  <a:pt x="2627" y="17165"/>
                </a:lnTo>
                <a:lnTo>
                  <a:pt x="2627" y="16701"/>
                </a:lnTo>
                <a:lnTo>
                  <a:pt x="2627" y="16237"/>
                </a:lnTo>
                <a:lnTo>
                  <a:pt x="2627" y="15773"/>
                </a:lnTo>
                <a:lnTo>
                  <a:pt x="2701" y="15309"/>
                </a:lnTo>
                <a:lnTo>
                  <a:pt x="2701" y="14903"/>
                </a:lnTo>
                <a:lnTo>
                  <a:pt x="2701" y="14439"/>
                </a:lnTo>
                <a:lnTo>
                  <a:pt x="2701" y="13975"/>
                </a:lnTo>
                <a:lnTo>
                  <a:pt x="2701" y="13511"/>
                </a:lnTo>
                <a:lnTo>
                  <a:pt x="2774" y="13047"/>
                </a:lnTo>
                <a:lnTo>
                  <a:pt x="2774" y="12642"/>
                </a:lnTo>
                <a:lnTo>
                  <a:pt x="2774" y="12178"/>
                </a:lnTo>
                <a:lnTo>
                  <a:pt x="2774" y="11714"/>
                </a:lnTo>
                <a:lnTo>
                  <a:pt x="2845" y="11250"/>
                </a:lnTo>
                <a:lnTo>
                  <a:pt x="2845" y="10786"/>
                </a:lnTo>
                <a:lnTo>
                  <a:pt x="2845" y="10380"/>
                </a:lnTo>
                <a:lnTo>
                  <a:pt x="2845" y="9916"/>
                </a:lnTo>
                <a:lnTo>
                  <a:pt x="2845" y="9452"/>
                </a:lnTo>
                <a:lnTo>
                  <a:pt x="2919" y="8988"/>
                </a:lnTo>
                <a:lnTo>
                  <a:pt x="2919" y="8524"/>
                </a:lnTo>
                <a:lnTo>
                  <a:pt x="2919" y="8060"/>
                </a:lnTo>
                <a:lnTo>
                  <a:pt x="2919" y="7654"/>
                </a:lnTo>
                <a:lnTo>
                  <a:pt x="2993" y="7190"/>
                </a:lnTo>
                <a:lnTo>
                  <a:pt x="2993" y="6726"/>
                </a:lnTo>
                <a:lnTo>
                  <a:pt x="2993" y="6263"/>
                </a:lnTo>
                <a:lnTo>
                  <a:pt x="2993" y="5857"/>
                </a:lnTo>
                <a:lnTo>
                  <a:pt x="2993" y="5393"/>
                </a:lnTo>
                <a:lnTo>
                  <a:pt x="3066" y="4929"/>
                </a:lnTo>
                <a:lnTo>
                  <a:pt x="3066" y="4465"/>
                </a:lnTo>
                <a:lnTo>
                  <a:pt x="3066" y="4059"/>
                </a:lnTo>
                <a:lnTo>
                  <a:pt x="3066" y="3682"/>
                </a:lnTo>
                <a:lnTo>
                  <a:pt x="3140" y="3189"/>
                </a:lnTo>
                <a:lnTo>
                  <a:pt x="3140" y="2725"/>
                </a:lnTo>
                <a:lnTo>
                  <a:pt x="3140" y="2261"/>
                </a:lnTo>
                <a:lnTo>
                  <a:pt x="3140" y="1797"/>
                </a:lnTo>
                <a:lnTo>
                  <a:pt x="3140" y="1420"/>
                </a:lnTo>
                <a:lnTo>
                  <a:pt x="3211" y="956"/>
                </a:lnTo>
                <a:lnTo>
                  <a:pt x="3211" y="463"/>
                </a:lnTo>
                <a:lnTo>
                  <a:pt x="32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731648" y="3385529"/>
            <a:ext cx="3214" cy="85826"/>
          </a:xfrm>
          <a:custGeom>
            <a:avLst/>
            <a:gdLst/>
            <a:ahLst/>
            <a:cxnLst/>
            <a:rect l="l" t="t" r="r" b="b"/>
            <a:pathLst>
              <a:path w="3214" h="85826">
                <a:moveTo>
                  <a:pt x="0" y="85826"/>
                </a:moveTo>
                <a:lnTo>
                  <a:pt x="0" y="85449"/>
                </a:lnTo>
                <a:lnTo>
                  <a:pt x="0" y="84985"/>
                </a:lnTo>
                <a:lnTo>
                  <a:pt x="73" y="84522"/>
                </a:lnTo>
                <a:lnTo>
                  <a:pt x="73" y="84029"/>
                </a:lnTo>
                <a:lnTo>
                  <a:pt x="73" y="83652"/>
                </a:lnTo>
                <a:lnTo>
                  <a:pt x="73" y="83188"/>
                </a:lnTo>
                <a:lnTo>
                  <a:pt x="147" y="82724"/>
                </a:lnTo>
                <a:lnTo>
                  <a:pt x="147" y="82260"/>
                </a:lnTo>
                <a:lnTo>
                  <a:pt x="147" y="81854"/>
                </a:lnTo>
                <a:lnTo>
                  <a:pt x="147" y="81390"/>
                </a:lnTo>
                <a:lnTo>
                  <a:pt x="147" y="80926"/>
                </a:lnTo>
                <a:lnTo>
                  <a:pt x="221" y="80462"/>
                </a:lnTo>
                <a:lnTo>
                  <a:pt x="221" y="80056"/>
                </a:lnTo>
                <a:lnTo>
                  <a:pt x="221" y="79592"/>
                </a:lnTo>
                <a:lnTo>
                  <a:pt x="221" y="79128"/>
                </a:lnTo>
                <a:lnTo>
                  <a:pt x="291" y="78664"/>
                </a:lnTo>
                <a:lnTo>
                  <a:pt x="291" y="78258"/>
                </a:lnTo>
                <a:lnTo>
                  <a:pt x="291" y="77795"/>
                </a:lnTo>
                <a:lnTo>
                  <a:pt x="291" y="77331"/>
                </a:lnTo>
                <a:lnTo>
                  <a:pt x="291" y="76867"/>
                </a:lnTo>
                <a:lnTo>
                  <a:pt x="365" y="76461"/>
                </a:lnTo>
                <a:lnTo>
                  <a:pt x="365" y="75997"/>
                </a:lnTo>
                <a:lnTo>
                  <a:pt x="365" y="75533"/>
                </a:lnTo>
                <a:lnTo>
                  <a:pt x="365" y="75069"/>
                </a:lnTo>
                <a:lnTo>
                  <a:pt x="439" y="74663"/>
                </a:lnTo>
                <a:lnTo>
                  <a:pt x="439" y="74199"/>
                </a:lnTo>
                <a:lnTo>
                  <a:pt x="439" y="73735"/>
                </a:lnTo>
                <a:lnTo>
                  <a:pt x="439" y="73329"/>
                </a:lnTo>
                <a:lnTo>
                  <a:pt x="439" y="72865"/>
                </a:lnTo>
                <a:lnTo>
                  <a:pt x="513" y="72401"/>
                </a:lnTo>
                <a:lnTo>
                  <a:pt x="513" y="71937"/>
                </a:lnTo>
                <a:lnTo>
                  <a:pt x="513" y="71532"/>
                </a:lnTo>
                <a:lnTo>
                  <a:pt x="513" y="71068"/>
                </a:lnTo>
                <a:lnTo>
                  <a:pt x="583" y="70604"/>
                </a:lnTo>
                <a:lnTo>
                  <a:pt x="583" y="70198"/>
                </a:lnTo>
                <a:lnTo>
                  <a:pt x="583" y="69734"/>
                </a:lnTo>
                <a:lnTo>
                  <a:pt x="583" y="69270"/>
                </a:lnTo>
                <a:lnTo>
                  <a:pt x="583" y="68893"/>
                </a:lnTo>
                <a:lnTo>
                  <a:pt x="657" y="68429"/>
                </a:lnTo>
                <a:lnTo>
                  <a:pt x="657" y="67936"/>
                </a:lnTo>
                <a:lnTo>
                  <a:pt x="657" y="67559"/>
                </a:lnTo>
                <a:lnTo>
                  <a:pt x="657" y="67095"/>
                </a:lnTo>
                <a:lnTo>
                  <a:pt x="731" y="66631"/>
                </a:lnTo>
                <a:lnTo>
                  <a:pt x="731" y="66225"/>
                </a:lnTo>
                <a:lnTo>
                  <a:pt x="731" y="65761"/>
                </a:lnTo>
                <a:lnTo>
                  <a:pt x="731" y="65297"/>
                </a:lnTo>
                <a:lnTo>
                  <a:pt x="731" y="64892"/>
                </a:lnTo>
                <a:lnTo>
                  <a:pt x="805" y="64428"/>
                </a:lnTo>
                <a:lnTo>
                  <a:pt x="805" y="63964"/>
                </a:lnTo>
                <a:lnTo>
                  <a:pt x="805" y="63558"/>
                </a:lnTo>
                <a:lnTo>
                  <a:pt x="805" y="63094"/>
                </a:lnTo>
                <a:lnTo>
                  <a:pt x="805" y="62630"/>
                </a:lnTo>
                <a:lnTo>
                  <a:pt x="875" y="62224"/>
                </a:lnTo>
                <a:lnTo>
                  <a:pt x="875" y="61760"/>
                </a:lnTo>
                <a:lnTo>
                  <a:pt x="875" y="61296"/>
                </a:lnTo>
                <a:lnTo>
                  <a:pt x="875" y="60890"/>
                </a:lnTo>
                <a:lnTo>
                  <a:pt x="949" y="60426"/>
                </a:lnTo>
                <a:lnTo>
                  <a:pt x="949" y="59962"/>
                </a:lnTo>
                <a:lnTo>
                  <a:pt x="949" y="59585"/>
                </a:lnTo>
                <a:lnTo>
                  <a:pt x="949" y="59092"/>
                </a:lnTo>
                <a:lnTo>
                  <a:pt x="949" y="58629"/>
                </a:lnTo>
                <a:lnTo>
                  <a:pt x="1023" y="58252"/>
                </a:lnTo>
                <a:lnTo>
                  <a:pt x="1023" y="57788"/>
                </a:lnTo>
                <a:lnTo>
                  <a:pt x="1023" y="57382"/>
                </a:lnTo>
                <a:lnTo>
                  <a:pt x="1023" y="56918"/>
                </a:lnTo>
                <a:lnTo>
                  <a:pt x="1097" y="56454"/>
                </a:lnTo>
                <a:lnTo>
                  <a:pt x="1097" y="56048"/>
                </a:lnTo>
                <a:lnTo>
                  <a:pt x="1097" y="55584"/>
                </a:lnTo>
                <a:lnTo>
                  <a:pt x="1097" y="55120"/>
                </a:lnTo>
                <a:lnTo>
                  <a:pt x="1097" y="54714"/>
                </a:lnTo>
                <a:lnTo>
                  <a:pt x="1170" y="54250"/>
                </a:lnTo>
                <a:lnTo>
                  <a:pt x="1170" y="53844"/>
                </a:lnTo>
                <a:lnTo>
                  <a:pt x="1170" y="53380"/>
                </a:lnTo>
                <a:lnTo>
                  <a:pt x="1170" y="52916"/>
                </a:lnTo>
                <a:lnTo>
                  <a:pt x="1241" y="52510"/>
                </a:lnTo>
                <a:lnTo>
                  <a:pt x="1241" y="52047"/>
                </a:lnTo>
                <a:lnTo>
                  <a:pt x="1241" y="51670"/>
                </a:lnTo>
                <a:lnTo>
                  <a:pt x="1241" y="51206"/>
                </a:lnTo>
                <a:lnTo>
                  <a:pt x="1241" y="50800"/>
                </a:lnTo>
                <a:lnTo>
                  <a:pt x="1315" y="50336"/>
                </a:lnTo>
                <a:lnTo>
                  <a:pt x="1315" y="49872"/>
                </a:lnTo>
                <a:lnTo>
                  <a:pt x="1315" y="49466"/>
                </a:lnTo>
                <a:lnTo>
                  <a:pt x="1315" y="49002"/>
                </a:lnTo>
                <a:lnTo>
                  <a:pt x="1389" y="48596"/>
                </a:lnTo>
                <a:lnTo>
                  <a:pt x="1389" y="48132"/>
                </a:lnTo>
                <a:lnTo>
                  <a:pt x="1389" y="47726"/>
                </a:lnTo>
                <a:lnTo>
                  <a:pt x="1389" y="47262"/>
                </a:lnTo>
                <a:lnTo>
                  <a:pt x="1389" y="46798"/>
                </a:lnTo>
                <a:lnTo>
                  <a:pt x="1462" y="46392"/>
                </a:lnTo>
                <a:lnTo>
                  <a:pt x="1462" y="45928"/>
                </a:lnTo>
                <a:lnTo>
                  <a:pt x="1462" y="45552"/>
                </a:lnTo>
                <a:lnTo>
                  <a:pt x="1462" y="45088"/>
                </a:lnTo>
                <a:lnTo>
                  <a:pt x="1533" y="44682"/>
                </a:lnTo>
                <a:lnTo>
                  <a:pt x="1533" y="44218"/>
                </a:lnTo>
                <a:lnTo>
                  <a:pt x="1533" y="43812"/>
                </a:lnTo>
                <a:lnTo>
                  <a:pt x="1533" y="43348"/>
                </a:lnTo>
                <a:lnTo>
                  <a:pt x="1533" y="42942"/>
                </a:lnTo>
                <a:lnTo>
                  <a:pt x="1607" y="42478"/>
                </a:lnTo>
                <a:lnTo>
                  <a:pt x="1607" y="42072"/>
                </a:lnTo>
                <a:lnTo>
                  <a:pt x="1607" y="41608"/>
                </a:lnTo>
                <a:lnTo>
                  <a:pt x="1607" y="41231"/>
                </a:lnTo>
                <a:lnTo>
                  <a:pt x="1607" y="40767"/>
                </a:lnTo>
                <a:lnTo>
                  <a:pt x="1681" y="40361"/>
                </a:lnTo>
                <a:lnTo>
                  <a:pt x="1681" y="39897"/>
                </a:lnTo>
                <a:lnTo>
                  <a:pt x="1681" y="39491"/>
                </a:lnTo>
                <a:lnTo>
                  <a:pt x="1681" y="39028"/>
                </a:lnTo>
                <a:lnTo>
                  <a:pt x="1754" y="38622"/>
                </a:lnTo>
                <a:lnTo>
                  <a:pt x="1754" y="38158"/>
                </a:lnTo>
                <a:lnTo>
                  <a:pt x="1754" y="37752"/>
                </a:lnTo>
                <a:lnTo>
                  <a:pt x="1754" y="37288"/>
                </a:lnTo>
                <a:lnTo>
                  <a:pt x="1754" y="36911"/>
                </a:lnTo>
                <a:lnTo>
                  <a:pt x="1825" y="36418"/>
                </a:lnTo>
                <a:lnTo>
                  <a:pt x="1825" y="36041"/>
                </a:lnTo>
                <a:lnTo>
                  <a:pt x="1825" y="35577"/>
                </a:lnTo>
                <a:lnTo>
                  <a:pt x="1825" y="35171"/>
                </a:lnTo>
                <a:lnTo>
                  <a:pt x="1899" y="34707"/>
                </a:lnTo>
                <a:lnTo>
                  <a:pt x="1899" y="34301"/>
                </a:lnTo>
                <a:lnTo>
                  <a:pt x="1899" y="33837"/>
                </a:lnTo>
                <a:lnTo>
                  <a:pt x="1899" y="33431"/>
                </a:lnTo>
                <a:lnTo>
                  <a:pt x="1899" y="33025"/>
                </a:lnTo>
                <a:lnTo>
                  <a:pt x="1972" y="32562"/>
                </a:lnTo>
                <a:lnTo>
                  <a:pt x="1972" y="32185"/>
                </a:lnTo>
                <a:lnTo>
                  <a:pt x="1972" y="31721"/>
                </a:lnTo>
                <a:lnTo>
                  <a:pt x="1972" y="31315"/>
                </a:lnTo>
                <a:lnTo>
                  <a:pt x="2046" y="30851"/>
                </a:lnTo>
                <a:lnTo>
                  <a:pt x="2046" y="30445"/>
                </a:lnTo>
                <a:lnTo>
                  <a:pt x="2046" y="30039"/>
                </a:lnTo>
                <a:lnTo>
                  <a:pt x="2046" y="29575"/>
                </a:lnTo>
                <a:lnTo>
                  <a:pt x="2046" y="29169"/>
                </a:lnTo>
                <a:lnTo>
                  <a:pt x="2117" y="28705"/>
                </a:lnTo>
                <a:lnTo>
                  <a:pt x="2117" y="28328"/>
                </a:lnTo>
                <a:lnTo>
                  <a:pt x="2117" y="27864"/>
                </a:lnTo>
                <a:lnTo>
                  <a:pt x="2117" y="27458"/>
                </a:lnTo>
                <a:lnTo>
                  <a:pt x="2191" y="27052"/>
                </a:lnTo>
                <a:lnTo>
                  <a:pt x="2191" y="26588"/>
                </a:lnTo>
                <a:lnTo>
                  <a:pt x="2191" y="26182"/>
                </a:lnTo>
                <a:lnTo>
                  <a:pt x="2191" y="25806"/>
                </a:lnTo>
                <a:lnTo>
                  <a:pt x="2191" y="25313"/>
                </a:lnTo>
                <a:lnTo>
                  <a:pt x="2264" y="24936"/>
                </a:lnTo>
                <a:lnTo>
                  <a:pt x="2264" y="24472"/>
                </a:lnTo>
                <a:lnTo>
                  <a:pt x="2264" y="24066"/>
                </a:lnTo>
                <a:lnTo>
                  <a:pt x="2264" y="23660"/>
                </a:lnTo>
                <a:lnTo>
                  <a:pt x="2338" y="23196"/>
                </a:lnTo>
                <a:lnTo>
                  <a:pt x="2338" y="22790"/>
                </a:lnTo>
                <a:lnTo>
                  <a:pt x="2338" y="22413"/>
                </a:lnTo>
                <a:lnTo>
                  <a:pt x="2338" y="21949"/>
                </a:lnTo>
                <a:lnTo>
                  <a:pt x="2338" y="21543"/>
                </a:lnTo>
                <a:lnTo>
                  <a:pt x="2412" y="21137"/>
                </a:lnTo>
                <a:lnTo>
                  <a:pt x="2412" y="20673"/>
                </a:lnTo>
                <a:lnTo>
                  <a:pt x="2412" y="20267"/>
                </a:lnTo>
                <a:lnTo>
                  <a:pt x="2412" y="19861"/>
                </a:lnTo>
                <a:lnTo>
                  <a:pt x="2412" y="19398"/>
                </a:lnTo>
                <a:lnTo>
                  <a:pt x="2483" y="19021"/>
                </a:lnTo>
                <a:lnTo>
                  <a:pt x="2483" y="18615"/>
                </a:lnTo>
                <a:lnTo>
                  <a:pt x="2483" y="18151"/>
                </a:lnTo>
                <a:lnTo>
                  <a:pt x="2483" y="17745"/>
                </a:lnTo>
                <a:lnTo>
                  <a:pt x="2556" y="17339"/>
                </a:lnTo>
                <a:lnTo>
                  <a:pt x="2556" y="16875"/>
                </a:lnTo>
                <a:lnTo>
                  <a:pt x="2556" y="16469"/>
                </a:lnTo>
                <a:lnTo>
                  <a:pt x="2556" y="16092"/>
                </a:lnTo>
                <a:lnTo>
                  <a:pt x="2556" y="15686"/>
                </a:lnTo>
                <a:lnTo>
                  <a:pt x="2630" y="15222"/>
                </a:lnTo>
                <a:lnTo>
                  <a:pt x="2630" y="14816"/>
                </a:lnTo>
                <a:lnTo>
                  <a:pt x="2630" y="14410"/>
                </a:lnTo>
                <a:lnTo>
                  <a:pt x="2630" y="13946"/>
                </a:lnTo>
                <a:lnTo>
                  <a:pt x="2704" y="13569"/>
                </a:lnTo>
                <a:lnTo>
                  <a:pt x="2704" y="13163"/>
                </a:lnTo>
                <a:lnTo>
                  <a:pt x="2704" y="12758"/>
                </a:lnTo>
                <a:lnTo>
                  <a:pt x="2704" y="12294"/>
                </a:lnTo>
                <a:lnTo>
                  <a:pt x="2704" y="11888"/>
                </a:lnTo>
                <a:lnTo>
                  <a:pt x="2774" y="11482"/>
                </a:lnTo>
                <a:lnTo>
                  <a:pt x="2774" y="11105"/>
                </a:lnTo>
                <a:lnTo>
                  <a:pt x="2774" y="10641"/>
                </a:lnTo>
                <a:lnTo>
                  <a:pt x="2774" y="10235"/>
                </a:lnTo>
                <a:lnTo>
                  <a:pt x="2848" y="9829"/>
                </a:lnTo>
                <a:lnTo>
                  <a:pt x="2848" y="9423"/>
                </a:lnTo>
                <a:lnTo>
                  <a:pt x="2848" y="9046"/>
                </a:lnTo>
                <a:lnTo>
                  <a:pt x="2848" y="8582"/>
                </a:lnTo>
                <a:lnTo>
                  <a:pt x="2848" y="8176"/>
                </a:lnTo>
                <a:lnTo>
                  <a:pt x="2922" y="7770"/>
                </a:lnTo>
                <a:lnTo>
                  <a:pt x="2922" y="7364"/>
                </a:lnTo>
                <a:lnTo>
                  <a:pt x="2922" y="6987"/>
                </a:lnTo>
                <a:lnTo>
                  <a:pt x="2922" y="6495"/>
                </a:lnTo>
                <a:lnTo>
                  <a:pt x="2996" y="6118"/>
                </a:lnTo>
                <a:lnTo>
                  <a:pt x="2996" y="5712"/>
                </a:lnTo>
                <a:lnTo>
                  <a:pt x="2996" y="5306"/>
                </a:lnTo>
                <a:lnTo>
                  <a:pt x="2996" y="4900"/>
                </a:lnTo>
                <a:lnTo>
                  <a:pt x="2996" y="4436"/>
                </a:lnTo>
                <a:lnTo>
                  <a:pt x="3066" y="4059"/>
                </a:lnTo>
                <a:lnTo>
                  <a:pt x="3066" y="3653"/>
                </a:lnTo>
                <a:lnTo>
                  <a:pt x="3066" y="3247"/>
                </a:lnTo>
                <a:lnTo>
                  <a:pt x="3066" y="2841"/>
                </a:lnTo>
                <a:lnTo>
                  <a:pt x="3140" y="2464"/>
                </a:lnTo>
                <a:lnTo>
                  <a:pt x="3140" y="2058"/>
                </a:lnTo>
                <a:lnTo>
                  <a:pt x="3140" y="1594"/>
                </a:lnTo>
                <a:lnTo>
                  <a:pt x="3140" y="1188"/>
                </a:lnTo>
                <a:lnTo>
                  <a:pt x="3140" y="782"/>
                </a:lnTo>
                <a:lnTo>
                  <a:pt x="3214" y="376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734863" y="3311764"/>
            <a:ext cx="3214" cy="73764"/>
          </a:xfrm>
          <a:custGeom>
            <a:avLst/>
            <a:gdLst/>
            <a:ahLst/>
            <a:cxnLst/>
            <a:rect l="l" t="t" r="r" b="b"/>
            <a:pathLst>
              <a:path w="3214" h="73764">
                <a:moveTo>
                  <a:pt x="0" y="73764"/>
                </a:moveTo>
                <a:lnTo>
                  <a:pt x="0" y="73358"/>
                </a:lnTo>
                <a:lnTo>
                  <a:pt x="0" y="72952"/>
                </a:lnTo>
                <a:lnTo>
                  <a:pt x="0" y="72546"/>
                </a:lnTo>
                <a:lnTo>
                  <a:pt x="73" y="72082"/>
                </a:lnTo>
                <a:lnTo>
                  <a:pt x="73" y="71705"/>
                </a:lnTo>
                <a:lnTo>
                  <a:pt x="73" y="71300"/>
                </a:lnTo>
                <a:lnTo>
                  <a:pt x="73" y="70894"/>
                </a:lnTo>
                <a:lnTo>
                  <a:pt x="144" y="70488"/>
                </a:lnTo>
                <a:lnTo>
                  <a:pt x="144" y="70111"/>
                </a:lnTo>
                <a:lnTo>
                  <a:pt x="144" y="69705"/>
                </a:lnTo>
                <a:lnTo>
                  <a:pt x="144" y="69299"/>
                </a:lnTo>
                <a:lnTo>
                  <a:pt x="144" y="68893"/>
                </a:lnTo>
                <a:lnTo>
                  <a:pt x="218" y="68516"/>
                </a:lnTo>
                <a:lnTo>
                  <a:pt x="218" y="68110"/>
                </a:lnTo>
                <a:lnTo>
                  <a:pt x="218" y="67704"/>
                </a:lnTo>
                <a:lnTo>
                  <a:pt x="218" y="67298"/>
                </a:lnTo>
                <a:lnTo>
                  <a:pt x="291" y="66892"/>
                </a:lnTo>
                <a:lnTo>
                  <a:pt x="291" y="66515"/>
                </a:lnTo>
                <a:lnTo>
                  <a:pt x="291" y="66109"/>
                </a:lnTo>
                <a:lnTo>
                  <a:pt x="291" y="65645"/>
                </a:lnTo>
                <a:lnTo>
                  <a:pt x="291" y="65239"/>
                </a:lnTo>
                <a:lnTo>
                  <a:pt x="365" y="64834"/>
                </a:lnTo>
                <a:lnTo>
                  <a:pt x="365" y="64457"/>
                </a:lnTo>
                <a:lnTo>
                  <a:pt x="365" y="64051"/>
                </a:lnTo>
                <a:lnTo>
                  <a:pt x="365" y="63645"/>
                </a:lnTo>
                <a:lnTo>
                  <a:pt x="439" y="63239"/>
                </a:lnTo>
                <a:lnTo>
                  <a:pt x="439" y="62862"/>
                </a:lnTo>
                <a:lnTo>
                  <a:pt x="439" y="62456"/>
                </a:lnTo>
                <a:lnTo>
                  <a:pt x="439" y="62050"/>
                </a:lnTo>
                <a:lnTo>
                  <a:pt x="439" y="61731"/>
                </a:lnTo>
                <a:lnTo>
                  <a:pt x="510" y="61325"/>
                </a:lnTo>
                <a:lnTo>
                  <a:pt x="510" y="60919"/>
                </a:lnTo>
                <a:lnTo>
                  <a:pt x="510" y="60513"/>
                </a:lnTo>
                <a:lnTo>
                  <a:pt x="510" y="60136"/>
                </a:lnTo>
                <a:lnTo>
                  <a:pt x="583" y="59730"/>
                </a:lnTo>
                <a:lnTo>
                  <a:pt x="583" y="59324"/>
                </a:lnTo>
                <a:lnTo>
                  <a:pt x="583" y="58918"/>
                </a:lnTo>
                <a:lnTo>
                  <a:pt x="583" y="58542"/>
                </a:lnTo>
                <a:lnTo>
                  <a:pt x="583" y="58136"/>
                </a:lnTo>
                <a:lnTo>
                  <a:pt x="657" y="57730"/>
                </a:lnTo>
                <a:lnTo>
                  <a:pt x="657" y="57324"/>
                </a:lnTo>
                <a:lnTo>
                  <a:pt x="657" y="56918"/>
                </a:lnTo>
                <a:lnTo>
                  <a:pt x="657" y="56541"/>
                </a:lnTo>
                <a:lnTo>
                  <a:pt x="731" y="56135"/>
                </a:lnTo>
                <a:lnTo>
                  <a:pt x="731" y="55816"/>
                </a:lnTo>
                <a:lnTo>
                  <a:pt x="731" y="55410"/>
                </a:lnTo>
                <a:lnTo>
                  <a:pt x="731" y="55004"/>
                </a:lnTo>
                <a:lnTo>
                  <a:pt x="731" y="54598"/>
                </a:lnTo>
                <a:lnTo>
                  <a:pt x="802" y="54192"/>
                </a:lnTo>
                <a:lnTo>
                  <a:pt x="802" y="53815"/>
                </a:lnTo>
                <a:lnTo>
                  <a:pt x="802" y="53409"/>
                </a:lnTo>
                <a:lnTo>
                  <a:pt x="802" y="53003"/>
                </a:lnTo>
                <a:lnTo>
                  <a:pt x="802" y="52684"/>
                </a:lnTo>
                <a:lnTo>
                  <a:pt x="875" y="52278"/>
                </a:lnTo>
                <a:lnTo>
                  <a:pt x="875" y="51873"/>
                </a:lnTo>
                <a:lnTo>
                  <a:pt x="875" y="51467"/>
                </a:lnTo>
                <a:lnTo>
                  <a:pt x="875" y="51090"/>
                </a:lnTo>
                <a:lnTo>
                  <a:pt x="949" y="50684"/>
                </a:lnTo>
                <a:lnTo>
                  <a:pt x="949" y="50278"/>
                </a:lnTo>
                <a:lnTo>
                  <a:pt x="949" y="49959"/>
                </a:lnTo>
                <a:lnTo>
                  <a:pt x="949" y="49553"/>
                </a:lnTo>
                <a:lnTo>
                  <a:pt x="949" y="49147"/>
                </a:lnTo>
                <a:lnTo>
                  <a:pt x="1023" y="48741"/>
                </a:lnTo>
                <a:lnTo>
                  <a:pt x="1023" y="48364"/>
                </a:lnTo>
                <a:lnTo>
                  <a:pt x="1023" y="48016"/>
                </a:lnTo>
                <a:lnTo>
                  <a:pt x="1023" y="47610"/>
                </a:lnTo>
                <a:lnTo>
                  <a:pt x="1093" y="47233"/>
                </a:lnTo>
                <a:lnTo>
                  <a:pt x="1093" y="46827"/>
                </a:lnTo>
                <a:lnTo>
                  <a:pt x="1093" y="46479"/>
                </a:lnTo>
                <a:lnTo>
                  <a:pt x="1093" y="46102"/>
                </a:lnTo>
                <a:lnTo>
                  <a:pt x="1093" y="45696"/>
                </a:lnTo>
                <a:lnTo>
                  <a:pt x="1167" y="45291"/>
                </a:lnTo>
                <a:lnTo>
                  <a:pt x="1167" y="44972"/>
                </a:lnTo>
                <a:lnTo>
                  <a:pt x="1167" y="44566"/>
                </a:lnTo>
                <a:lnTo>
                  <a:pt x="1167" y="44160"/>
                </a:lnTo>
                <a:lnTo>
                  <a:pt x="1241" y="43754"/>
                </a:lnTo>
                <a:lnTo>
                  <a:pt x="1241" y="43435"/>
                </a:lnTo>
                <a:lnTo>
                  <a:pt x="1241" y="43029"/>
                </a:lnTo>
                <a:lnTo>
                  <a:pt x="1241" y="42623"/>
                </a:lnTo>
                <a:lnTo>
                  <a:pt x="1241" y="42246"/>
                </a:lnTo>
                <a:lnTo>
                  <a:pt x="1315" y="41898"/>
                </a:lnTo>
                <a:lnTo>
                  <a:pt x="1315" y="41492"/>
                </a:lnTo>
                <a:lnTo>
                  <a:pt x="1315" y="41115"/>
                </a:lnTo>
                <a:lnTo>
                  <a:pt x="1315" y="40767"/>
                </a:lnTo>
                <a:lnTo>
                  <a:pt x="1385" y="40361"/>
                </a:lnTo>
                <a:lnTo>
                  <a:pt x="1385" y="39984"/>
                </a:lnTo>
                <a:lnTo>
                  <a:pt x="1385" y="39636"/>
                </a:lnTo>
                <a:lnTo>
                  <a:pt x="1385" y="39230"/>
                </a:lnTo>
                <a:lnTo>
                  <a:pt x="1385" y="38854"/>
                </a:lnTo>
                <a:lnTo>
                  <a:pt x="1459" y="38506"/>
                </a:lnTo>
                <a:lnTo>
                  <a:pt x="1459" y="38100"/>
                </a:lnTo>
                <a:lnTo>
                  <a:pt x="1459" y="37723"/>
                </a:lnTo>
                <a:lnTo>
                  <a:pt x="1459" y="37375"/>
                </a:lnTo>
                <a:lnTo>
                  <a:pt x="1533" y="36969"/>
                </a:lnTo>
                <a:lnTo>
                  <a:pt x="1533" y="36650"/>
                </a:lnTo>
                <a:lnTo>
                  <a:pt x="1533" y="36244"/>
                </a:lnTo>
                <a:lnTo>
                  <a:pt x="1533" y="35867"/>
                </a:lnTo>
                <a:lnTo>
                  <a:pt x="1533" y="35519"/>
                </a:lnTo>
                <a:lnTo>
                  <a:pt x="1607" y="35113"/>
                </a:lnTo>
                <a:lnTo>
                  <a:pt x="1607" y="34736"/>
                </a:lnTo>
                <a:lnTo>
                  <a:pt x="1607" y="34388"/>
                </a:lnTo>
                <a:lnTo>
                  <a:pt x="1607" y="33982"/>
                </a:lnTo>
                <a:lnTo>
                  <a:pt x="1607" y="33663"/>
                </a:lnTo>
                <a:lnTo>
                  <a:pt x="1681" y="33257"/>
                </a:lnTo>
                <a:lnTo>
                  <a:pt x="1681" y="32938"/>
                </a:lnTo>
                <a:lnTo>
                  <a:pt x="1681" y="32533"/>
                </a:lnTo>
                <a:lnTo>
                  <a:pt x="1681" y="32185"/>
                </a:lnTo>
                <a:lnTo>
                  <a:pt x="1751" y="31808"/>
                </a:lnTo>
                <a:lnTo>
                  <a:pt x="1751" y="31402"/>
                </a:lnTo>
                <a:lnTo>
                  <a:pt x="1751" y="31054"/>
                </a:lnTo>
                <a:lnTo>
                  <a:pt x="1751" y="30677"/>
                </a:lnTo>
                <a:lnTo>
                  <a:pt x="1751" y="30329"/>
                </a:lnTo>
                <a:lnTo>
                  <a:pt x="1825" y="29923"/>
                </a:lnTo>
                <a:lnTo>
                  <a:pt x="1825" y="29604"/>
                </a:lnTo>
                <a:lnTo>
                  <a:pt x="1825" y="29198"/>
                </a:lnTo>
                <a:lnTo>
                  <a:pt x="1825" y="28879"/>
                </a:lnTo>
                <a:lnTo>
                  <a:pt x="1899" y="28473"/>
                </a:lnTo>
                <a:lnTo>
                  <a:pt x="1899" y="28125"/>
                </a:lnTo>
                <a:lnTo>
                  <a:pt x="1899" y="27748"/>
                </a:lnTo>
                <a:lnTo>
                  <a:pt x="1899" y="27400"/>
                </a:lnTo>
                <a:lnTo>
                  <a:pt x="1899" y="26994"/>
                </a:lnTo>
                <a:lnTo>
                  <a:pt x="1972" y="26675"/>
                </a:lnTo>
                <a:lnTo>
                  <a:pt x="1972" y="26356"/>
                </a:lnTo>
                <a:lnTo>
                  <a:pt x="1972" y="25951"/>
                </a:lnTo>
                <a:lnTo>
                  <a:pt x="1972" y="25603"/>
                </a:lnTo>
                <a:lnTo>
                  <a:pt x="2043" y="25226"/>
                </a:lnTo>
                <a:lnTo>
                  <a:pt x="2043" y="24878"/>
                </a:lnTo>
                <a:lnTo>
                  <a:pt x="2043" y="24472"/>
                </a:lnTo>
                <a:lnTo>
                  <a:pt x="2043" y="24153"/>
                </a:lnTo>
                <a:lnTo>
                  <a:pt x="2043" y="23747"/>
                </a:lnTo>
                <a:lnTo>
                  <a:pt x="2117" y="23428"/>
                </a:lnTo>
                <a:lnTo>
                  <a:pt x="2117" y="23080"/>
                </a:lnTo>
                <a:lnTo>
                  <a:pt x="2117" y="22674"/>
                </a:lnTo>
                <a:lnTo>
                  <a:pt x="2117" y="22355"/>
                </a:lnTo>
                <a:lnTo>
                  <a:pt x="2191" y="22007"/>
                </a:lnTo>
                <a:lnTo>
                  <a:pt x="2191" y="21630"/>
                </a:lnTo>
                <a:lnTo>
                  <a:pt x="2191" y="21282"/>
                </a:lnTo>
                <a:lnTo>
                  <a:pt x="2191" y="20905"/>
                </a:lnTo>
                <a:lnTo>
                  <a:pt x="2191" y="20557"/>
                </a:lnTo>
                <a:lnTo>
                  <a:pt x="2264" y="20238"/>
                </a:lnTo>
                <a:lnTo>
                  <a:pt x="2264" y="19832"/>
                </a:lnTo>
                <a:lnTo>
                  <a:pt x="2264" y="19485"/>
                </a:lnTo>
                <a:lnTo>
                  <a:pt x="2264" y="19166"/>
                </a:lnTo>
                <a:lnTo>
                  <a:pt x="2335" y="18760"/>
                </a:lnTo>
                <a:lnTo>
                  <a:pt x="2335" y="18441"/>
                </a:lnTo>
                <a:lnTo>
                  <a:pt x="2335" y="18093"/>
                </a:lnTo>
                <a:lnTo>
                  <a:pt x="2335" y="17687"/>
                </a:lnTo>
                <a:lnTo>
                  <a:pt x="2335" y="17368"/>
                </a:lnTo>
                <a:lnTo>
                  <a:pt x="2409" y="17020"/>
                </a:lnTo>
                <a:lnTo>
                  <a:pt x="2409" y="16701"/>
                </a:lnTo>
                <a:lnTo>
                  <a:pt x="2409" y="16295"/>
                </a:lnTo>
                <a:lnTo>
                  <a:pt x="2409" y="15976"/>
                </a:lnTo>
                <a:lnTo>
                  <a:pt x="2409" y="15628"/>
                </a:lnTo>
                <a:lnTo>
                  <a:pt x="2483" y="15251"/>
                </a:lnTo>
                <a:lnTo>
                  <a:pt x="2483" y="14903"/>
                </a:lnTo>
                <a:lnTo>
                  <a:pt x="2483" y="14584"/>
                </a:lnTo>
                <a:lnTo>
                  <a:pt x="2483" y="14236"/>
                </a:lnTo>
                <a:lnTo>
                  <a:pt x="2556" y="13917"/>
                </a:lnTo>
                <a:lnTo>
                  <a:pt x="2556" y="13511"/>
                </a:lnTo>
                <a:lnTo>
                  <a:pt x="2556" y="13163"/>
                </a:lnTo>
                <a:lnTo>
                  <a:pt x="2556" y="12845"/>
                </a:lnTo>
                <a:lnTo>
                  <a:pt x="2556" y="12526"/>
                </a:lnTo>
                <a:lnTo>
                  <a:pt x="2627" y="12120"/>
                </a:lnTo>
                <a:lnTo>
                  <a:pt x="2627" y="11772"/>
                </a:lnTo>
                <a:lnTo>
                  <a:pt x="2627" y="11453"/>
                </a:lnTo>
                <a:lnTo>
                  <a:pt x="2627" y="11105"/>
                </a:lnTo>
                <a:lnTo>
                  <a:pt x="2701" y="10786"/>
                </a:lnTo>
                <a:lnTo>
                  <a:pt x="2701" y="10438"/>
                </a:lnTo>
                <a:lnTo>
                  <a:pt x="2701" y="10061"/>
                </a:lnTo>
                <a:lnTo>
                  <a:pt x="2701" y="9713"/>
                </a:lnTo>
                <a:lnTo>
                  <a:pt x="2701" y="9394"/>
                </a:lnTo>
                <a:lnTo>
                  <a:pt x="2774" y="9046"/>
                </a:lnTo>
                <a:lnTo>
                  <a:pt x="2774" y="8727"/>
                </a:lnTo>
                <a:lnTo>
                  <a:pt x="2774" y="8379"/>
                </a:lnTo>
                <a:lnTo>
                  <a:pt x="2774" y="8060"/>
                </a:lnTo>
                <a:lnTo>
                  <a:pt x="2848" y="7654"/>
                </a:lnTo>
                <a:lnTo>
                  <a:pt x="2848" y="7335"/>
                </a:lnTo>
                <a:lnTo>
                  <a:pt x="2848" y="6987"/>
                </a:lnTo>
                <a:lnTo>
                  <a:pt x="2848" y="6668"/>
                </a:lnTo>
                <a:lnTo>
                  <a:pt x="2848" y="6321"/>
                </a:lnTo>
                <a:lnTo>
                  <a:pt x="2922" y="6002"/>
                </a:lnTo>
                <a:lnTo>
                  <a:pt x="2922" y="5654"/>
                </a:lnTo>
                <a:lnTo>
                  <a:pt x="2922" y="5335"/>
                </a:lnTo>
                <a:lnTo>
                  <a:pt x="2922" y="4987"/>
                </a:lnTo>
                <a:lnTo>
                  <a:pt x="2993" y="4668"/>
                </a:lnTo>
                <a:lnTo>
                  <a:pt x="2993" y="4320"/>
                </a:lnTo>
                <a:lnTo>
                  <a:pt x="2993" y="4001"/>
                </a:lnTo>
                <a:lnTo>
                  <a:pt x="2993" y="3682"/>
                </a:lnTo>
                <a:lnTo>
                  <a:pt x="2993" y="3334"/>
                </a:lnTo>
                <a:lnTo>
                  <a:pt x="3066" y="3015"/>
                </a:lnTo>
                <a:lnTo>
                  <a:pt x="3066" y="2667"/>
                </a:lnTo>
                <a:lnTo>
                  <a:pt x="3066" y="2348"/>
                </a:lnTo>
                <a:lnTo>
                  <a:pt x="3066" y="2000"/>
                </a:lnTo>
                <a:lnTo>
                  <a:pt x="3140" y="1681"/>
                </a:lnTo>
                <a:lnTo>
                  <a:pt x="3140" y="1333"/>
                </a:lnTo>
                <a:lnTo>
                  <a:pt x="3140" y="1014"/>
                </a:lnTo>
                <a:lnTo>
                  <a:pt x="3140" y="666"/>
                </a:lnTo>
                <a:lnTo>
                  <a:pt x="3140" y="347"/>
                </a:lnTo>
                <a:lnTo>
                  <a:pt x="3214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738077" y="3256064"/>
            <a:ext cx="3137" cy="55700"/>
          </a:xfrm>
          <a:custGeom>
            <a:avLst/>
            <a:gdLst/>
            <a:ahLst/>
            <a:cxnLst/>
            <a:rect l="l" t="t" r="r" b="b"/>
            <a:pathLst>
              <a:path w="3137" h="55700">
                <a:moveTo>
                  <a:pt x="0" y="55700"/>
                </a:moveTo>
                <a:lnTo>
                  <a:pt x="0" y="55381"/>
                </a:lnTo>
                <a:lnTo>
                  <a:pt x="0" y="55033"/>
                </a:lnTo>
                <a:lnTo>
                  <a:pt x="0" y="54714"/>
                </a:lnTo>
                <a:lnTo>
                  <a:pt x="0" y="54395"/>
                </a:lnTo>
                <a:lnTo>
                  <a:pt x="70" y="54047"/>
                </a:lnTo>
                <a:lnTo>
                  <a:pt x="70" y="53728"/>
                </a:lnTo>
                <a:lnTo>
                  <a:pt x="70" y="53380"/>
                </a:lnTo>
                <a:lnTo>
                  <a:pt x="70" y="53061"/>
                </a:lnTo>
                <a:lnTo>
                  <a:pt x="144" y="52713"/>
                </a:lnTo>
                <a:lnTo>
                  <a:pt x="144" y="52394"/>
                </a:lnTo>
                <a:lnTo>
                  <a:pt x="144" y="52134"/>
                </a:lnTo>
                <a:lnTo>
                  <a:pt x="144" y="51786"/>
                </a:lnTo>
                <a:lnTo>
                  <a:pt x="144" y="51467"/>
                </a:lnTo>
                <a:lnTo>
                  <a:pt x="218" y="51119"/>
                </a:lnTo>
                <a:lnTo>
                  <a:pt x="218" y="50800"/>
                </a:lnTo>
                <a:lnTo>
                  <a:pt x="218" y="50452"/>
                </a:lnTo>
                <a:lnTo>
                  <a:pt x="218" y="50133"/>
                </a:lnTo>
                <a:lnTo>
                  <a:pt x="291" y="49872"/>
                </a:lnTo>
                <a:lnTo>
                  <a:pt x="291" y="49524"/>
                </a:lnTo>
                <a:lnTo>
                  <a:pt x="291" y="49205"/>
                </a:lnTo>
                <a:lnTo>
                  <a:pt x="291" y="48857"/>
                </a:lnTo>
                <a:lnTo>
                  <a:pt x="291" y="48538"/>
                </a:lnTo>
                <a:lnTo>
                  <a:pt x="362" y="48277"/>
                </a:lnTo>
                <a:lnTo>
                  <a:pt x="362" y="47929"/>
                </a:lnTo>
                <a:lnTo>
                  <a:pt x="362" y="47610"/>
                </a:lnTo>
                <a:lnTo>
                  <a:pt x="362" y="47262"/>
                </a:lnTo>
                <a:lnTo>
                  <a:pt x="436" y="46943"/>
                </a:lnTo>
                <a:lnTo>
                  <a:pt x="436" y="46682"/>
                </a:lnTo>
                <a:lnTo>
                  <a:pt x="436" y="46334"/>
                </a:lnTo>
                <a:lnTo>
                  <a:pt x="436" y="46015"/>
                </a:lnTo>
                <a:lnTo>
                  <a:pt x="436" y="45667"/>
                </a:lnTo>
                <a:lnTo>
                  <a:pt x="510" y="45407"/>
                </a:lnTo>
                <a:lnTo>
                  <a:pt x="510" y="45059"/>
                </a:lnTo>
                <a:lnTo>
                  <a:pt x="510" y="44740"/>
                </a:lnTo>
                <a:lnTo>
                  <a:pt x="510" y="44479"/>
                </a:lnTo>
                <a:lnTo>
                  <a:pt x="583" y="44131"/>
                </a:lnTo>
                <a:lnTo>
                  <a:pt x="583" y="43812"/>
                </a:lnTo>
                <a:lnTo>
                  <a:pt x="583" y="43464"/>
                </a:lnTo>
                <a:lnTo>
                  <a:pt x="583" y="43203"/>
                </a:lnTo>
                <a:lnTo>
                  <a:pt x="583" y="42884"/>
                </a:lnTo>
                <a:lnTo>
                  <a:pt x="654" y="42536"/>
                </a:lnTo>
                <a:lnTo>
                  <a:pt x="654" y="42275"/>
                </a:lnTo>
                <a:lnTo>
                  <a:pt x="654" y="41956"/>
                </a:lnTo>
                <a:lnTo>
                  <a:pt x="654" y="41608"/>
                </a:lnTo>
                <a:lnTo>
                  <a:pt x="728" y="41347"/>
                </a:lnTo>
                <a:lnTo>
                  <a:pt x="728" y="41028"/>
                </a:lnTo>
                <a:lnTo>
                  <a:pt x="728" y="40738"/>
                </a:lnTo>
                <a:lnTo>
                  <a:pt x="728" y="40419"/>
                </a:lnTo>
                <a:lnTo>
                  <a:pt x="728" y="40071"/>
                </a:lnTo>
                <a:lnTo>
                  <a:pt x="802" y="39810"/>
                </a:lnTo>
                <a:lnTo>
                  <a:pt x="802" y="39491"/>
                </a:lnTo>
                <a:lnTo>
                  <a:pt x="802" y="39230"/>
                </a:lnTo>
                <a:lnTo>
                  <a:pt x="802" y="38883"/>
                </a:lnTo>
                <a:lnTo>
                  <a:pt x="802" y="38564"/>
                </a:lnTo>
                <a:lnTo>
                  <a:pt x="875" y="38303"/>
                </a:lnTo>
                <a:lnTo>
                  <a:pt x="875" y="37955"/>
                </a:lnTo>
                <a:lnTo>
                  <a:pt x="875" y="37694"/>
                </a:lnTo>
                <a:lnTo>
                  <a:pt x="875" y="37346"/>
                </a:lnTo>
                <a:lnTo>
                  <a:pt x="949" y="37085"/>
                </a:lnTo>
                <a:lnTo>
                  <a:pt x="949" y="36766"/>
                </a:lnTo>
                <a:lnTo>
                  <a:pt x="949" y="36505"/>
                </a:lnTo>
                <a:lnTo>
                  <a:pt x="949" y="36157"/>
                </a:lnTo>
                <a:lnTo>
                  <a:pt x="949" y="35896"/>
                </a:lnTo>
                <a:lnTo>
                  <a:pt x="1020" y="35577"/>
                </a:lnTo>
                <a:lnTo>
                  <a:pt x="1020" y="35287"/>
                </a:lnTo>
                <a:lnTo>
                  <a:pt x="1020" y="34968"/>
                </a:lnTo>
                <a:lnTo>
                  <a:pt x="1020" y="34707"/>
                </a:lnTo>
                <a:lnTo>
                  <a:pt x="1093" y="34359"/>
                </a:lnTo>
                <a:lnTo>
                  <a:pt x="1093" y="34098"/>
                </a:lnTo>
                <a:lnTo>
                  <a:pt x="1093" y="33779"/>
                </a:lnTo>
                <a:lnTo>
                  <a:pt x="1093" y="33489"/>
                </a:lnTo>
                <a:lnTo>
                  <a:pt x="1093" y="33170"/>
                </a:lnTo>
                <a:lnTo>
                  <a:pt x="1167" y="32909"/>
                </a:lnTo>
                <a:lnTo>
                  <a:pt x="1167" y="32648"/>
                </a:lnTo>
                <a:lnTo>
                  <a:pt x="1167" y="32301"/>
                </a:lnTo>
                <a:lnTo>
                  <a:pt x="1167" y="32040"/>
                </a:lnTo>
                <a:lnTo>
                  <a:pt x="1241" y="31721"/>
                </a:lnTo>
                <a:lnTo>
                  <a:pt x="1241" y="31431"/>
                </a:lnTo>
                <a:lnTo>
                  <a:pt x="1241" y="31170"/>
                </a:lnTo>
                <a:lnTo>
                  <a:pt x="1241" y="30851"/>
                </a:lnTo>
                <a:lnTo>
                  <a:pt x="1241" y="30590"/>
                </a:lnTo>
                <a:lnTo>
                  <a:pt x="1312" y="30242"/>
                </a:lnTo>
                <a:lnTo>
                  <a:pt x="1312" y="29981"/>
                </a:lnTo>
                <a:lnTo>
                  <a:pt x="1312" y="29720"/>
                </a:lnTo>
                <a:lnTo>
                  <a:pt x="1312" y="29372"/>
                </a:lnTo>
                <a:lnTo>
                  <a:pt x="1385" y="29111"/>
                </a:lnTo>
                <a:lnTo>
                  <a:pt x="1385" y="28850"/>
                </a:lnTo>
                <a:lnTo>
                  <a:pt x="1385" y="28502"/>
                </a:lnTo>
                <a:lnTo>
                  <a:pt x="1385" y="28241"/>
                </a:lnTo>
                <a:lnTo>
                  <a:pt x="1385" y="27980"/>
                </a:lnTo>
                <a:lnTo>
                  <a:pt x="1459" y="27719"/>
                </a:lnTo>
                <a:lnTo>
                  <a:pt x="1459" y="27371"/>
                </a:lnTo>
                <a:lnTo>
                  <a:pt x="1459" y="27110"/>
                </a:lnTo>
                <a:lnTo>
                  <a:pt x="1459" y="26849"/>
                </a:lnTo>
                <a:lnTo>
                  <a:pt x="1533" y="26588"/>
                </a:lnTo>
                <a:lnTo>
                  <a:pt x="1533" y="26240"/>
                </a:lnTo>
                <a:lnTo>
                  <a:pt x="1533" y="25980"/>
                </a:lnTo>
                <a:lnTo>
                  <a:pt x="1533" y="25719"/>
                </a:lnTo>
                <a:lnTo>
                  <a:pt x="1533" y="25458"/>
                </a:lnTo>
                <a:lnTo>
                  <a:pt x="1604" y="25110"/>
                </a:lnTo>
                <a:lnTo>
                  <a:pt x="1604" y="24849"/>
                </a:lnTo>
                <a:lnTo>
                  <a:pt x="1604" y="24588"/>
                </a:lnTo>
                <a:lnTo>
                  <a:pt x="1604" y="24327"/>
                </a:lnTo>
                <a:lnTo>
                  <a:pt x="1604" y="24066"/>
                </a:lnTo>
                <a:lnTo>
                  <a:pt x="1677" y="23718"/>
                </a:lnTo>
                <a:lnTo>
                  <a:pt x="1677" y="23457"/>
                </a:lnTo>
                <a:lnTo>
                  <a:pt x="1677" y="23196"/>
                </a:lnTo>
                <a:lnTo>
                  <a:pt x="1677" y="22935"/>
                </a:lnTo>
                <a:lnTo>
                  <a:pt x="1751" y="22674"/>
                </a:lnTo>
                <a:lnTo>
                  <a:pt x="1751" y="22384"/>
                </a:lnTo>
                <a:lnTo>
                  <a:pt x="1751" y="22065"/>
                </a:lnTo>
                <a:lnTo>
                  <a:pt x="1751" y="21804"/>
                </a:lnTo>
                <a:lnTo>
                  <a:pt x="1751" y="21543"/>
                </a:lnTo>
                <a:lnTo>
                  <a:pt x="1825" y="21253"/>
                </a:lnTo>
                <a:lnTo>
                  <a:pt x="1825" y="20992"/>
                </a:lnTo>
                <a:lnTo>
                  <a:pt x="1825" y="20731"/>
                </a:lnTo>
                <a:lnTo>
                  <a:pt x="1825" y="20470"/>
                </a:lnTo>
                <a:lnTo>
                  <a:pt x="1895" y="20209"/>
                </a:lnTo>
                <a:lnTo>
                  <a:pt x="1895" y="19948"/>
                </a:lnTo>
                <a:lnTo>
                  <a:pt x="1895" y="19658"/>
                </a:lnTo>
                <a:lnTo>
                  <a:pt x="1895" y="19340"/>
                </a:lnTo>
                <a:lnTo>
                  <a:pt x="1895" y="19079"/>
                </a:lnTo>
                <a:lnTo>
                  <a:pt x="1969" y="18818"/>
                </a:lnTo>
                <a:lnTo>
                  <a:pt x="1969" y="18528"/>
                </a:lnTo>
                <a:lnTo>
                  <a:pt x="1969" y="18267"/>
                </a:lnTo>
                <a:lnTo>
                  <a:pt x="1969" y="18006"/>
                </a:lnTo>
                <a:lnTo>
                  <a:pt x="2043" y="17745"/>
                </a:lnTo>
                <a:lnTo>
                  <a:pt x="2043" y="17484"/>
                </a:lnTo>
                <a:lnTo>
                  <a:pt x="2043" y="17223"/>
                </a:lnTo>
                <a:lnTo>
                  <a:pt x="2043" y="16933"/>
                </a:lnTo>
                <a:lnTo>
                  <a:pt x="2043" y="16672"/>
                </a:lnTo>
                <a:lnTo>
                  <a:pt x="2117" y="16411"/>
                </a:lnTo>
                <a:lnTo>
                  <a:pt x="2117" y="16150"/>
                </a:lnTo>
                <a:lnTo>
                  <a:pt x="2117" y="15947"/>
                </a:lnTo>
                <a:lnTo>
                  <a:pt x="2117" y="15686"/>
                </a:lnTo>
                <a:lnTo>
                  <a:pt x="2191" y="15425"/>
                </a:lnTo>
                <a:lnTo>
                  <a:pt x="2191" y="15135"/>
                </a:lnTo>
                <a:lnTo>
                  <a:pt x="2191" y="14874"/>
                </a:lnTo>
                <a:lnTo>
                  <a:pt x="2191" y="14613"/>
                </a:lnTo>
                <a:lnTo>
                  <a:pt x="2191" y="14352"/>
                </a:lnTo>
                <a:lnTo>
                  <a:pt x="2261" y="14091"/>
                </a:lnTo>
                <a:lnTo>
                  <a:pt x="2261" y="13830"/>
                </a:lnTo>
                <a:lnTo>
                  <a:pt x="2261" y="13540"/>
                </a:lnTo>
                <a:lnTo>
                  <a:pt x="2261" y="13279"/>
                </a:lnTo>
                <a:lnTo>
                  <a:pt x="2335" y="13076"/>
                </a:lnTo>
                <a:lnTo>
                  <a:pt x="2335" y="12816"/>
                </a:lnTo>
                <a:lnTo>
                  <a:pt x="2335" y="12555"/>
                </a:lnTo>
                <a:lnTo>
                  <a:pt x="2335" y="12294"/>
                </a:lnTo>
                <a:lnTo>
                  <a:pt x="2335" y="12033"/>
                </a:lnTo>
                <a:lnTo>
                  <a:pt x="2409" y="11772"/>
                </a:lnTo>
                <a:lnTo>
                  <a:pt x="2409" y="11569"/>
                </a:lnTo>
                <a:lnTo>
                  <a:pt x="2409" y="11279"/>
                </a:lnTo>
                <a:lnTo>
                  <a:pt x="2409" y="11018"/>
                </a:lnTo>
                <a:lnTo>
                  <a:pt x="2409" y="10757"/>
                </a:lnTo>
                <a:lnTo>
                  <a:pt x="2483" y="10496"/>
                </a:lnTo>
                <a:lnTo>
                  <a:pt x="2483" y="10293"/>
                </a:lnTo>
                <a:lnTo>
                  <a:pt x="2483" y="10032"/>
                </a:lnTo>
                <a:lnTo>
                  <a:pt x="2483" y="9771"/>
                </a:lnTo>
                <a:lnTo>
                  <a:pt x="2553" y="9510"/>
                </a:lnTo>
                <a:lnTo>
                  <a:pt x="2553" y="9307"/>
                </a:lnTo>
                <a:lnTo>
                  <a:pt x="2553" y="9017"/>
                </a:lnTo>
                <a:lnTo>
                  <a:pt x="2553" y="8756"/>
                </a:lnTo>
                <a:lnTo>
                  <a:pt x="2553" y="8495"/>
                </a:lnTo>
                <a:lnTo>
                  <a:pt x="2627" y="8292"/>
                </a:lnTo>
                <a:lnTo>
                  <a:pt x="2627" y="8031"/>
                </a:lnTo>
                <a:lnTo>
                  <a:pt x="2627" y="7770"/>
                </a:lnTo>
                <a:lnTo>
                  <a:pt x="2627" y="7567"/>
                </a:lnTo>
                <a:lnTo>
                  <a:pt x="2701" y="7306"/>
                </a:lnTo>
                <a:lnTo>
                  <a:pt x="2701" y="7045"/>
                </a:lnTo>
                <a:lnTo>
                  <a:pt x="2701" y="6842"/>
                </a:lnTo>
                <a:lnTo>
                  <a:pt x="2701" y="6581"/>
                </a:lnTo>
                <a:lnTo>
                  <a:pt x="2701" y="6292"/>
                </a:lnTo>
                <a:lnTo>
                  <a:pt x="2774" y="6118"/>
                </a:lnTo>
                <a:lnTo>
                  <a:pt x="2774" y="5828"/>
                </a:lnTo>
                <a:lnTo>
                  <a:pt x="2774" y="5654"/>
                </a:lnTo>
                <a:lnTo>
                  <a:pt x="2774" y="5364"/>
                </a:lnTo>
                <a:lnTo>
                  <a:pt x="2845" y="5103"/>
                </a:lnTo>
                <a:lnTo>
                  <a:pt x="2845" y="4900"/>
                </a:lnTo>
                <a:lnTo>
                  <a:pt x="2845" y="4639"/>
                </a:lnTo>
                <a:lnTo>
                  <a:pt x="2845" y="4436"/>
                </a:lnTo>
                <a:lnTo>
                  <a:pt x="2845" y="4175"/>
                </a:lnTo>
                <a:lnTo>
                  <a:pt x="2919" y="3914"/>
                </a:lnTo>
                <a:lnTo>
                  <a:pt x="2919" y="3711"/>
                </a:lnTo>
                <a:lnTo>
                  <a:pt x="2919" y="3450"/>
                </a:lnTo>
                <a:lnTo>
                  <a:pt x="2919" y="3247"/>
                </a:lnTo>
                <a:lnTo>
                  <a:pt x="2993" y="2986"/>
                </a:lnTo>
                <a:lnTo>
                  <a:pt x="2993" y="2783"/>
                </a:lnTo>
                <a:lnTo>
                  <a:pt x="2993" y="2522"/>
                </a:lnTo>
                <a:lnTo>
                  <a:pt x="2993" y="2319"/>
                </a:lnTo>
                <a:lnTo>
                  <a:pt x="2993" y="2058"/>
                </a:lnTo>
                <a:lnTo>
                  <a:pt x="3066" y="1855"/>
                </a:lnTo>
                <a:lnTo>
                  <a:pt x="3066" y="1594"/>
                </a:lnTo>
                <a:lnTo>
                  <a:pt x="3066" y="1391"/>
                </a:lnTo>
                <a:lnTo>
                  <a:pt x="3066" y="1130"/>
                </a:lnTo>
                <a:lnTo>
                  <a:pt x="3137" y="927"/>
                </a:lnTo>
                <a:lnTo>
                  <a:pt x="3137" y="724"/>
                </a:lnTo>
                <a:lnTo>
                  <a:pt x="3137" y="463"/>
                </a:lnTo>
                <a:lnTo>
                  <a:pt x="3137" y="260"/>
                </a:lnTo>
                <a:lnTo>
                  <a:pt x="3137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741215" y="3222545"/>
            <a:ext cx="3214" cy="33518"/>
          </a:xfrm>
          <a:custGeom>
            <a:avLst/>
            <a:gdLst/>
            <a:ahLst/>
            <a:cxnLst/>
            <a:rect l="l" t="t" r="r" b="b"/>
            <a:pathLst>
              <a:path w="3214" h="33518">
                <a:moveTo>
                  <a:pt x="0" y="33518"/>
                </a:moveTo>
                <a:lnTo>
                  <a:pt x="73" y="33315"/>
                </a:lnTo>
                <a:lnTo>
                  <a:pt x="73" y="33112"/>
                </a:lnTo>
                <a:lnTo>
                  <a:pt x="73" y="32851"/>
                </a:lnTo>
                <a:lnTo>
                  <a:pt x="73" y="32648"/>
                </a:lnTo>
                <a:lnTo>
                  <a:pt x="73" y="32388"/>
                </a:lnTo>
                <a:lnTo>
                  <a:pt x="147" y="32185"/>
                </a:lnTo>
                <a:lnTo>
                  <a:pt x="147" y="31982"/>
                </a:lnTo>
                <a:lnTo>
                  <a:pt x="147" y="31721"/>
                </a:lnTo>
                <a:lnTo>
                  <a:pt x="147" y="31518"/>
                </a:lnTo>
                <a:lnTo>
                  <a:pt x="221" y="31315"/>
                </a:lnTo>
                <a:lnTo>
                  <a:pt x="221" y="31054"/>
                </a:lnTo>
                <a:lnTo>
                  <a:pt x="221" y="30851"/>
                </a:lnTo>
                <a:lnTo>
                  <a:pt x="221" y="30648"/>
                </a:lnTo>
                <a:lnTo>
                  <a:pt x="221" y="30387"/>
                </a:lnTo>
                <a:lnTo>
                  <a:pt x="295" y="30184"/>
                </a:lnTo>
                <a:lnTo>
                  <a:pt x="295" y="29981"/>
                </a:lnTo>
                <a:lnTo>
                  <a:pt x="295" y="29778"/>
                </a:lnTo>
                <a:lnTo>
                  <a:pt x="295" y="29517"/>
                </a:lnTo>
                <a:lnTo>
                  <a:pt x="365" y="29314"/>
                </a:lnTo>
                <a:lnTo>
                  <a:pt x="365" y="29111"/>
                </a:lnTo>
                <a:lnTo>
                  <a:pt x="365" y="28908"/>
                </a:lnTo>
                <a:lnTo>
                  <a:pt x="365" y="28647"/>
                </a:lnTo>
                <a:lnTo>
                  <a:pt x="365" y="28444"/>
                </a:lnTo>
                <a:lnTo>
                  <a:pt x="439" y="28241"/>
                </a:lnTo>
                <a:lnTo>
                  <a:pt x="439" y="28067"/>
                </a:lnTo>
                <a:lnTo>
                  <a:pt x="439" y="27864"/>
                </a:lnTo>
                <a:lnTo>
                  <a:pt x="439" y="27574"/>
                </a:lnTo>
                <a:lnTo>
                  <a:pt x="513" y="27400"/>
                </a:lnTo>
                <a:lnTo>
                  <a:pt x="513" y="27197"/>
                </a:lnTo>
                <a:lnTo>
                  <a:pt x="513" y="26994"/>
                </a:lnTo>
                <a:lnTo>
                  <a:pt x="513" y="26791"/>
                </a:lnTo>
                <a:lnTo>
                  <a:pt x="513" y="26588"/>
                </a:lnTo>
                <a:lnTo>
                  <a:pt x="587" y="26327"/>
                </a:lnTo>
                <a:lnTo>
                  <a:pt x="587" y="26124"/>
                </a:lnTo>
                <a:lnTo>
                  <a:pt x="587" y="25922"/>
                </a:lnTo>
                <a:lnTo>
                  <a:pt x="587" y="25719"/>
                </a:lnTo>
                <a:lnTo>
                  <a:pt x="657" y="25516"/>
                </a:lnTo>
                <a:lnTo>
                  <a:pt x="657" y="25342"/>
                </a:lnTo>
                <a:lnTo>
                  <a:pt x="657" y="25139"/>
                </a:lnTo>
                <a:lnTo>
                  <a:pt x="657" y="24936"/>
                </a:lnTo>
                <a:lnTo>
                  <a:pt x="657" y="24733"/>
                </a:lnTo>
                <a:lnTo>
                  <a:pt x="731" y="24530"/>
                </a:lnTo>
                <a:lnTo>
                  <a:pt x="731" y="24327"/>
                </a:lnTo>
                <a:lnTo>
                  <a:pt x="731" y="24124"/>
                </a:lnTo>
                <a:lnTo>
                  <a:pt x="731" y="23921"/>
                </a:lnTo>
                <a:lnTo>
                  <a:pt x="805" y="23718"/>
                </a:lnTo>
                <a:lnTo>
                  <a:pt x="805" y="23544"/>
                </a:lnTo>
                <a:lnTo>
                  <a:pt x="805" y="23341"/>
                </a:lnTo>
                <a:lnTo>
                  <a:pt x="805" y="23138"/>
                </a:lnTo>
                <a:lnTo>
                  <a:pt x="805" y="22935"/>
                </a:lnTo>
                <a:lnTo>
                  <a:pt x="879" y="22732"/>
                </a:lnTo>
                <a:lnTo>
                  <a:pt x="879" y="22529"/>
                </a:lnTo>
                <a:lnTo>
                  <a:pt x="879" y="22326"/>
                </a:lnTo>
                <a:lnTo>
                  <a:pt x="879" y="22123"/>
                </a:lnTo>
                <a:lnTo>
                  <a:pt x="879" y="21949"/>
                </a:lnTo>
                <a:lnTo>
                  <a:pt x="949" y="21746"/>
                </a:lnTo>
                <a:lnTo>
                  <a:pt x="949" y="21543"/>
                </a:lnTo>
                <a:lnTo>
                  <a:pt x="949" y="21340"/>
                </a:lnTo>
                <a:lnTo>
                  <a:pt x="949" y="21137"/>
                </a:lnTo>
                <a:lnTo>
                  <a:pt x="1023" y="20934"/>
                </a:lnTo>
                <a:lnTo>
                  <a:pt x="1023" y="20731"/>
                </a:lnTo>
                <a:lnTo>
                  <a:pt x="1023" y="20412"/>
                </a:lnTo>
                <a:lnTo>
                  <a:pt x="1023" y="20209"/>
                </a:lnTo>
                <a:lnTo>
                  <a:pt x="1097" y="20006"/>
                </a:lnTo>
                <a:lnTo>
                  <a:pt x="1097" y="19803"/>
                </a:lnTo>
                <a:lnTo>
                  <a:pt x="1097" y="19600"/>
                </a:lnTo>
                <a:lnTo>
                  <a:pt x="1097" y="19398"/>
                </a:lnTo>
                <a:lnTo>
                  <a:pt x="1170" y="19079"/>
                </a:lnTo>
                <a:lnTo>
                  <a:pt x="1170" y="18876"/>
                </a:lnTo>
                <a:lnTo>
                  <a:pt x="1170" y="18673"/>
                </a:lnTo>
                <a:lnTo>
                  <a:pt x="1170" y="18470"/>
                </a:lnTo>
                <a:lnTo>
                  <a:pt x="1241" y="18151"/>
                </a:lnTo>
                <a:lnTo>
                  <a:pt x="1241" y="17948"/>
                </a:lnTo>
                <a:lnTo>
                  <a:pt x="1241" y="17745"/>
                </a:lnTo>
                <a:lnTo>
                  <a:pt x="1315" y="17600"/>
                </a:lnTo>
                <a:lnTo>
                  <a:pt x="1315" y="17426"/>
                </a:lnTo>
                <a:lnTo>
                  <a:pt x="1315" y="17223"/>
                </a:lnTo>
                <a:lnTo>
                  <a:pt x="1315" y="17078"/>
                </a:lnTo>
                <a:lnTo>
                  <a:pt x="1315" y="16875"/>
                </a:lnTo>
                <a:lnTo>
                  <a:pt x="1389" y="16672"/>
                </a:lnTo>
                <a:lnTo>
                  <a:pt x="1389" y="16469"/>
                </a:lnTo>
                <a:lnTo>
                  <a:pt x="1389" y="16150"/>
                </a:lnTo>
                <a:lnTo>
                  <a:pt x="1462" y="15947"/>
                </a:lnTo>
                <a:lnTo>
                  <a:pt x="1462" y="15628"/>
                </a:lnTo>
                <a:lnTo>
                  <a:pt x="1462" y="15483"/>
                </a:lnTo>
                <a:lnTo>
                  <a:pt x="1462" y="15280"/>
                </a:lnTo>
                <a:lnTo>
                  <a:pt x="1536" y="15077"/>
                </a:lnTo>
                <a:lnTo>
                  <a:pt x="1536" y="14758"/>
                </a:lnTo>
                <a:lnTo>
                  <a:pt x="1536" y="14613"/>
                </a:lnTo>
                <a:lnTo>
                  <a:pt x="1607" y="14410"/>
                </a:lnTo>
                <a:lnTo>
                  <a:pt x="1607" y="14236"/>
                </a:lnTo>
                <a:lnTo>
                  <a:pt x="1607" y="14091"/>
                </a:lnTo>
                <a:lnTo>
                  <a:pt x="1607" y="13888"/>
                </a:lnTo>
                <a:lnTo>
                  <a:pt x="1607" y="13743"/>
                </a:lnTo>
                <a:lnTo>
                  <a:pt x="1681" y="13569"/>
                </a:lnTo>
                <a:lnTo>
                  <a:pt x="1681" y="13424"/>
                </a:lnTo>
                <a:lnTo>
                  <a:pt x="1681" y="13221"/>
                </a:lnTo>
                <a:lnTo>
                  <a:pt x="1681" y="12903"/>
                </a:lnTo>
                <a:lnTo>
                  <a:pt x="1754" y="12758"/>
                </a:lnTo>
                <a:lnTo>
                  <a:pt x="1754" y="12555"/>
                </a:lnTo>
                <a:lnTo>
                  <a:pt x="1754" y="12236"/>
                </a:lnTo>
                <a:lnTo>
                  <a:pt x="1828" y="12091"/>
                </a:lnTo>
                <a:lnTo>
                  <a:pt x="1828" y="11888"/>
                </a:lnTo>
                <a:lnTo>
                  <a:pt x="1828" y="11627"/>
                </a:lnTo>
                <a:lnTo>
                  <a:pt x="1828" y="11424"/>
                </a:lnTo>
                <a:lnTo>
                  <a:pt x="1899" y="11105"/>
                </a:lnTo>
                <a:lnTo>
                  <a:pt x="1899" y="10960"/>
                </a:lnTo>
                <a:lnTo>
                  <a:pt x="1972" y="10641"/>
                </a:lnTo>
                <a:lnTo>
                  <a:pt x="1972" y="10496"/>
                </a:lnTo>
                <a:lnTo>
                  <a:pt x="1972" y="10177"/>
                </a:lnTo>
                <a:lnTo>
                  <a:pt x="1972" y="10032"/>
                </a:lnTo>
                <a:lnTo>
                  <a:pt x="2046" y="9887"/>
                </a:lnTo>
                <a:lnTo>
                  <a:pt x="2046" y="9713"/>
                </a:lnTo>
                <a:lnTo>
                  <a:pt x="2046" y="9568"/>
                </a:lnTo>
                <a:lnTo>
                  <a:pt x="2046" y="9423"/>
                </a:lnTo>
                <a:lnTo>
                  <a:pt x="2120" y="9249"/>
                </a:lnTo>
                <a:lnTo>
                  <a:pt x="2120" y="9104"/>
                </a:lnTo>
                <a:lnTo>
                  <a:pt x="2120" y="8959"/>
                </a:lnTo>
                <a:lnTo>
                  <a:pt x="2120" y="8640"/>
                </a:lnTo>
                <a:lnTo>
                  <a:pt x="2191" y="8495"/>
                </a:lnTo>
                <a:lnTo>
                  <a:pt x="2191" y="8234"/>
                </a:lnTo>
                <a:lnTo>
                  <a:pt x="2191" y="8031"/>
                </a:lnTo>
                <a:lnTo>
                  <a:pt x="2264" y="7770"/>
                </a:lnTo>
                <a:lnTo>
                  <a:pt x="2264" y="7625"/>
                </a:lnTo>
                <a:lnTo>
                  <a:pt x="2264" y="7306"/>
                </a:lnTo>
                <a:lnTo>
                  <a:pt x="2338" y="7161"/>
                </a:lnTo>
                <a:lnTo>
                  <a:pt x="2338" y="6900"/>
                </a:lnTo>
                <a:lnTo>
                  <a:pt x="2412" y="6639"/>
                </a:lnTo>
                <a:lnTo>
                  <a:pt x="2412" y="6495"/>
                </a:lnTo>
                <a:lnTo>
                  <a:pt x="2412" y="6176"/>
                </a:lnTo>
                <a:lnTo>
                  <a:pt x="2412" y="6031"/>
                </a:lnTo>
                <a:lnTo>
                  <a:pt x="2483" y="5770"/>
                </a:lnTo>
                <a:lnTo>
                  <a:pt x="2483" y="5509"/>
                </a:lnTo>
                <a:lnTo>
                  <a:pt x="2556" y="5248"/>
                </a:lnTo>
                <a:lnTo>
                  <a:pt x="2556" y="5103"/>
                </a:lnTo>
                <a:lnTo>
                  <a:pt x="2556" y="4842"/>
                </a:lnTo>
                <a:lnTo>
                  <a:pt x="2630" y="4581"/>
                </a:lnTo>
                <a:lnTo>
                  <a:pt x="2630" y="4436"/>
                </a:lnTo>
                <a:lnTo>
                  <a:pt x="2630" y="4175"/>
                </a:lnTo>
                <a:lnTo>
                  <a:pt x="2704" y="3914"/>
                </a:lnTo>
                <a:lnTo>
                  <a:pt x="2704" y="3769"/>
                </a:lnTo>
                <a:lnTo>
                  <a:pt x="2778" y="3508"/>
                </a:lnTo>
                <a:lnTo>
                  <a:pt x="2778" y="3305"/>
                </a:lnTo>
                <a:lnTo>
                  <a:pt x="2778" y="3044"/>
                </a:lnTo>
                <a:lnTo>
                  <a:pt x="2848" y="2783"/>
                </a:lnTo>
                <a:lnTo>
                  <a:pt x="2848" y="2638"/>
                </a:lnTo>
                <a:lnTo>
                  <a:pt x="2922" y="2464"/>
                </a:lnTo>
                <a:lnTo>
                  <a:pt x="2922" y="2319"/>
                </a:lnTo>
                <a:lnTo>
                  <a:pt x="2922" y="2174"/>
                </a:lnTo>
                <a:lnTo>
                  <a:pt x="2922" y="1913"/>
                </a:lnTo>
                <a:lnTo>
                  <a:pt x="2996" y="1710"/>
                </a:lnTo>
                <a:lnTo>
                  <a:pt x="2996" y="1449"/>
                </a:lnTo>
                <a:lnTo>
                  <a:pt x="3070" y="1246"/>
                </a:lnTo>
                <a:lnTo>
                  <a:pt x="3070" y="985"/>
                </a:lnTo>
                <a:lnTo>
                  <a:pt x="3140" y="782"/>
                </a:lnTo>
                <a:lnTo>
                  <a:pt x="3140" y="579"/>
                </a:lnTo>
                <a:lnTo>
                  <a:pt x="3214" y="318"/>
                </a:lnTo>
                <a:lnTo>
                  <a:pt x="3214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744429" y="3213035"/>
            <a:ext cx="3214" cy="9510"/>
          </a:xfrm>
          <a:custGeom>
            <a:avLst/>
            <a:gdLst/>
            <a:ahLst/>
            <a:cxnLst/>
            <a:rect l="l" t="t" r="r" b="b"/>
            <a:pathLst>
              <a:path w="3214" h="9510">
                <a:moveTo>
                  <a:pt x="0" y="9510"/>
                </a:moveTo>
                <a:lnTo>
                  <a:pt x="73" y="9307"/>
                </a:lnTo>
                <a:lnTo>
                  <a:pt x="73" y="9104"/>
                </a:lnTo>
                <a:lnTo>
                  <a:pt x="73" y="8959"/>
                </a:lnTo>
                <a:lnTo>
                  <a:pt x="147" y="8785"/>
                </a:lnTo>
                <a:lnTo>
                  <a:pt x="147" y="8582"/>
                </a:lnTo>
                <a:lnTo>
                  <a:pt x="218" y="8379"/>
                </a:lnTo>
                <a:lnTo>
                  <a:pt x="218" y="8234"/>
                </a:lnTo>
                <a:lnTo>
                  <a:pt x="218" y="8031"/>
                </a:lnTo>
                <a:lnTo>
                  <a:pt x="291" y="7828"/>
                </a:lnTo>
                <a:lnTo>
                  <a:pt x="291" y="7654"/>
                </a:lnTo>
                <a:lnTo>
                  <a:pt x="365" y="7509"/>
                </a:lnTo>
                <a:lnTo>
                  <a:pt x="365" y="7364"/>
                </a:lnTo>
                <a:lnTo>
                  <a:pt x="365" y="7161"/>
                </a:lnTo>
                <a:lnTo>
                  <a:pt x="439" y="6987"/>
                </a:lnTo>
                <a:lnTo>
                  <a:pt x="439" y="6842"/>
                </a:lnTo>
                <a:lnTo>
                  <a:pt x="439" y="6697"/>
                </a:lnTo>
                <a:lnTo>
                  <a:pt x="510" y="6437"/>
                </a:lnTo>
                <a:lnTo>
                  <a:pt x="583" y="6176"/>
                </a:lnTo>
                <a:lnTo>
                  <a:pt x="583" y="6031"/>
                </a:lnTo>
                <a:lnTo>
                  <a:pt x="657" y="5857"/>
                </a:lnTo>
                <a:lnTo>
                  <a:pt x="657" y="5654"/>
                </a:lnTo>
                <a:lnTo>
                  <a:pt x="657" y="5509"/>
                </a:lnTo>
                <a:lnTo>
                  <a:pt x="731" y="5248"/>
                </a:lnTo>
                <a:lnTo>
                  <a:pt x="805" y="5103"/>
                </a:lnTo>
                <a:lnTo>
                  <a:pt x="805" y="4842"/>
                </a:lnTo>
                <a:lnTo>
                  <a:pt x="875" y="4639"/>
                </a:lnTo>
                <a:lnTo>
                  <a:pt x="875" y="4436"/>
                </a:lnTo>
                <a:lnTo>
                  <a:pt x="949" y="4262"/>
                </a:lnTo>
                <a:lnTo>
                  <a:pt x="949" y="4117"/>
                </a:lnTo>
                <a:lnTo>
                  <a:pt x="1023" y="3972"/>
                </a:lnTo>
                <a:lnTo>
                  <a:pt x="1023" y="3798"/>
                </a:lnTo>
                <a:lnTo>
                  <a:pt x="1097" y="3653"/>
                </a:lnTo>
                <a:lnTo>
                  <a:pt x="1097" y="3508"/>
                </a:lnTo>
                <a:lnTo>
                  <a:pt x="1167" y="3305"/>
                </a:lnTo>
                <a:lnTo>
                  <a:pt x="1241" y="3131"/>
                </a:lnTo>
                <a:lnTo>
                  <a:pt x="1241" y="2986"/>
                </a:lnTo>
                <a:lnTo>
                  <a:pt x="1315" y="2841"/>
                </a:lnTo>
                <a:lnTo>
                  <a:pt x="1315" y="2667"/>
                </a:lnTo>
                <a:lnTo>
                  <a:pt x="1389" y="2522"/>
                </a:lnTo>
                <a:lnTo>
                  <a:pt x="1389" y="2377"/>
                </a:lnTo>
                <a:lnTo>
                  <a:pt x="1459" y="2174"/>
                </a:lnTo>
                <a:lnTo>
                  <a:pt x="1533" y="2000"/>
                </a:lnTo>
                <a:lnTo>
                  <a:pt x="1607" y="1855"/>
                </a:lnTo>
                <a:lnTo>
                  <a:pt x="1607" y="1710"/>
                </a:lnTo>
                <a:lnTo>
                  <a:pt x="1681" y="1536"/>
                </a:lnTo>
                <a:lnTo>
                  <a:pt x="1751" y="1391"/>
                </a:lnTo>
                <a:lnTo>
                  <a:pt x="1825" y="1246"/>
                </a:lnTo>
                <a:lnTo>
                  <a:pt x="1899" y="1043"/>
                </a:lnTo>
                <a:lnTo>
                  <a:pt x="1972" y="869"/>
                </a:lnTo>
                <a:lnTo>
                  <a:pt x="2046" y="724"/>
                </a:lnTo>
                <a:lnTo>
                  <a:pt x="2117" y="579"/>
                </a:lnTo>
                <a:lnTo>
                  <a:pt x="2264" y="405"/>
                </a:lnTo>
                <a:lnTo>
                  <a:pt x="2338" y="260"/>
                </a:lnTo>
                <a:lnTo>
                  <a:pt x="2483" y="115"/>
                </a:lnTo>
                <a:lnTo>
                  <a:pt x="2630" y="57"/>
                </a:lnTo>
                <a:lnTo>
                  <a:pt x="2630" y="0"/>
                </a:lnTo>
                <a:lnTo>
                  <a:pt x="2701" y="0"/>
                </a:lnTo>
                <a:lnTo>
                  <a:pt x="2848" y="0"/>
                </a:lnTo>
                <a:lnTo>
                  <a:pt x="2993" y="0"/>
                </a:lnTo>
                <a:lnTo>
                  <a:pt x="3140" y="57"/>
                </a:lnTo>
                <a:lnTo>
                  <a:pt x="3214" y="115"/>
                </a:lnTo>
              </a:path>
            </a:pathLst>
          </a:custGeom>
          <a:ln w="4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747644" y="3213151"/>
            <a:ext cx="3211" cy="14439"/>
          </a:xfrm>
          <a:custGeom>
            <a:avLst/>
            <a:gdLst/>
            <a:ahLst/>
            <a:cxnLst/>
            <a:rect l="l" t="t" r="r" b="b"/>
            <a:pathLst>
              <a:path w="3211" h="14439">
                <a:moveTo>
                  <a:pt x="0" y="0"/>
                </a:moveTo>
                <a:lnTo>
                  <a:pt x="73" y="144"/>
                </a:lnTo>
                <a:lnTo>
                  <a:pt x="218" y="202"/>
                </a:lnTo>
                <a:lnTo>
                  <a:pt x="218" y="347"/>
                </a:lnTo>
                <a:lnTo>
                  <a:pt x="365" y="405"/>
                </a:lnTo>
                <a:lnTo>
                  <a:pt x="365" y="550"/>
                </a:lnTo>
                <a:lnTo>
                  <a:pt x="510" y="666"/>
                </a:lnTo>
                <a:lnTo>
                  <a:pt x="510" y="811"/>
                </a:lnTo>
                <a:lnTo>
                  <a:pt x="510" y="811"/>
                </a:lnTo>
                <a:lnTo>
                  <a:pt x="657" y="1014"/>
                </a:lnTo>
                <a:lnTo>
                  <a:pt x="728" y="1217"/>
                </a:lnTo>
                <a:lnTo>
                  <a:pt x="802" y="1420"/>
                </a:lnTo>
                <a:lnTo>
                  <a:pt x="875" y="1594"/>
                </a:lnTo>
                <a:lnTo>
                  <a:pt x="875" y="1739"/>
                </a:lnTo>
                <a:lnTo>
                  <a:pt x="949" y="1884"/>
                </a:lnTo>
                <a:lnTo>
                  <a:pt x="1020" y="2058"/>
                </a:lnTo>
                <a:lnTo>
                  <a:pt x="1020" y="2203"/>
                </a:lnTo>
                <a:lnTo>
                  <a:pt x="1093" y="2348"/>
                </a:lnTo>
                <a:lnTo>
                  <a:pt x="1167" y="2551"/>
                </a:lnTo>
                <a:lnTo>
                  <a:pt x="1167" y="2725"/>
                </a:lnTo>
                <a:lnTo>
                  <a:pt x="1241" y="2870"/>
                </a:lnTo>
                <a:lnTo>
                  <a:pt x="1241" y="3015"/>
                </a:lnTo>
                <a:lnTo>
                  <a:pt x="1315" y="3189"/>
                </a:lnTo>
                <a:lnTo>
                  <a:pt x="1385" y="3334"/>
                </a:lnTo>
                <a:lnTo>
                  <a:pt x="1385" y="3479"/>
                </a:lnTo>
                <a:lnTo>
                  <a:pt x="1459" y="3682"/>
                </a:lnTo>
                <a:lnTo>
                  <a:pt x="1459" y="3856"/>
                </a:lnTo>
                <a:lnTo>
                  <a:pt x="1533" y="4001"/>
                </a:lnTo>
                <a:lnTo>
                  <a:pt x="1533" y="4204"/>
                </a:lnTo>
                <a:lnTo>
                  <a:pt x="1607" y="4407"/>
                </a:lnTo>
                <a:lnTo>
                  <a:pt x="1677" y="4610"/>
                </a:lnTo>
                <a:lnTo>
                  <a:pt x="1677" y="4871"/>
                </a:lnTo>
                <a:lnTo>
                  <a:pt x="1751" y="5074"/>
                </a:lnTo>
                <a:lnTo>
                  <a:pt x="1825" y="5335"/>
                </a:lnTo>
                <a:lnTo>
                  <a:pt x="1825" y="5538"/>
                </a:lnTo>
                <a:lnTo>
                  <a:pt x="1899" y="5741"/>
                </a:lnTo>
                <a:lnTo>
                  <a:pt x="1899" y="6002"/>
                </a:lnTo>
                <a:lnTo>
                  <a:pt x="1969" y="6205"/>
                </a:lnTo>
                <a:lnTo>
                  <a:pt x="1969" y="6408"/>
                </a:lnTo>
                <a:lnTo>
                  <a:pt x="2043" y="6581"/>
                </a:lnTo>
                <a:lnTo>
                  <a:pt x="2043" y="6726"/>
                </a:lnTo>
                <a:lnTo>
                  <a:pt x="2117" y="6871"/>
                </a:lnTo>
                <a:lnTo>
                  <a:pt x="2117" y="7045"/>
                </a:lnTo>
                <a:lnTo>
                  <a:pt x="2117" y="7190"/>
                </a:lnTo>
                <a:lnTo>
                  <a:pt x="2191" y="7335"/>
                </a:lnTo>
                <a:lnTo>
                  <a:pt x="2191" y="7538"/>
                </a:lnTo>
                <a:lnTo>
                  <a:pt x="2261" y="7799"/>
                </a:lnTo>
                <a:lnTo>
                  <a:pt x="2261" y="8002"/>
                </a:lnTo>
                <a:lnTo>
                  <a:pt x="2335" y="8176"/>
                </a:lnTo>
                <a:lnTo>
                  <a:pt x="2335" y="8379"/>
                </a:lnTo>
                <a:lnTo>
                  <a:pt x="2409" y="8582"/>
                </a:lnTo>
                <a:lnTo>
                  <a:pt x="2409" y="8785"/>
                </a:lnTo>
                <a:lnTo>
                  <a:pt x="2409" y="8988"/>
                </a:lnTo>
                <a:lnTo>
                  <a:pt x="2483" y="9191"/>
                </a:lnTo>
                <a:lnTo>
                  <a:pt x="2483" y="9394"/>
                </a:lnTo>
                <a:lnTo>
                  <a:pt x="2556" y="9597"/>
                </a:lnTo>
                <a:lnTo>
                  <a:pt x="2556" y="9858"/>
                </a:lnTo>
                <a:lnTo>
                  <a:pt x="2627" y="10061"/>
                </a:lnTo>
                <a:lnTo>
                  <a:pt x="2627" y="10264"/>
                </a:lnTo>
                <a:lnTo>
                  <a:pt x="2627" y="10438"/>
                </a:lnTo>
                <a:lnTo>
                  <a:pt x="2701" y="10583"/>
                </a:lnTo>
                <a:lnTo>
                  <a:pt x="2701" y="10728"/>
                </a:lnTo>
                <a:lnTo>
                  <a:pt x="2701" y="10902"/>
                </a:lnTo>
                <a:lnTo>
                  <a:pt x="2774" y="11047"/>
                </a:lnTo>
                <a:lnTo>
                  <a:pt x="2774" y="11192"/>
                </a:lnTo>
                <a:lnTo>
                  <a:pt x="2774" y="11395"/>
                </a:lnTo>
                <a:lnTo>
                  <a:pt x="2848" y="11569"/>
                </a:lnTo>
                <a:lnTo>
                  <a:pt x="2848" y="11714"/>
                </a:lnTo>
                <a:lnTo>
                  <a:pt x="2848" y="11859"/>
                </a:lnTo>
                <a:lnTo>
                  <a:pt x="2919" y="12120"/>
                </a:lnTo>
                <a:lnTo>
                  <a:pt x="2919" y="12323"/>
                </a:lnTo>
                <a:lnTo>
                  <a:pt x="2919" y="12584"/>
                </a:lnTo>
                <a:lnTo>
                  <a:pt x="2993" y="12787"/>
                </a:lnTo>
                <a:lnTo>
                  <a:pt x="2993" y="13047"/>
                </a:lnTo>
                <a:lnTo>
                  <a:pt x="3066" y="13308"/>
                </a:lnTo>
                <a:lnTo>
                  <a:pt x="3066" y="13453"/>
                </a:lnTo>
                <a:lnTo>
                  <a:pt x="3066" y="13656"/>
                </a:lnTo>
                <a:lnTo>
                  <a:pt x="3140" y="13917"/>
                </a:lnTo>
                <a:lnTo>
                  <a:pt x="3140" y="14178"/>
                </a:lnTo>
                <a:lnTo>
                  <a:pt x="3211" y="14439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750855" y="3227590"/>
            <a:ext cx="3214" cy="35838"/>
          </a:xfrm>
          <a:custGeom>
            <a:avLst/>
            <a:gdLst/>
            <a:ahLst/>
            <a:cxnLst/>
            <a:rect l="l" t="t" r="r" b="b"/>
            <a:pathLst>
              <a:path w="3214" h="35838">
                <a:moveTo>
                  <a:pt x="0" y="0"/>
                </a:moveTo>
                <a:lnTo>
                  <a:pt x="0" y="144"/>
                </a:lnTo>
                <a:lnTo>
                  <a:pt x="0" y="405"/>
                </a:lnTo>
                <a:lnTo>
                  <a:pt x="73" y="666"/>
                </a:lnTo>
                <a:lnTo>
                  <a:pt x="73" y="811"/>
                </a:lnTo>
                <a:lnTo>
                  <a:pt x="73" y="1072"/>
                </a:lnTo>
                <a:lnTo>
                  <a:pt x="147" y="1333"/>
                </a:lnTo>
                <a:lnTo>
                  <a:pt x="147" y="1594"/>
                </a:lnTo>
                <a:lnTo>
                  <a:pt x="221" y="1739"/>
                </a:lnTo>
                <a:lnTo>
                  <a:pt x="221" y="2000"/>
                </a:lnTo>
                <a:lnTo>
                  <a:pt x="221" y="2261"/>
                </a:lnTo>
                <a:lnTo>
                  <a:pt x="291" y="2406"/>
                </a:lnTo>
                <a:lnTo>
                  <a:pt x="291" y="2667"/>
                </a:lnTo>
                <a:lnTo>
                  <a:pt x="291" y="2870"/>
                </a:lnTo>
                <a:lnTo>
                  <a:pt x="365" y="3131"/>
                </a:lnTo>
                <a:lnTo>
                  <a:pt x="365" y="3392"/>
                </a:lnTo>
                <a:lnTo>
                  <a:pt x="365" y="3537"/>
                </a:lnTo>
                <a:lnTo>
                  <a:pt x="439" y="3856"/>
                </a:lnTo>
                <a:lnTo>
                  <a:pt x="439" y="4001"/>
                </a:lnTo>
                <a:lnTo>
                  <a:pt x="513" y="4262"/>
                </a:lnTo>
                <a:lnTo>
                  <a:pt x="513" y="4581"/>
                </a:lnTo>
                <a:lnTo>
                  <a:pt x="513" y="4726"/>
                </a:lnTo>
                <a:lnTo>
                  <a:pt x="587" y="4987"/>
                </a:lnTo>
                <a:lnTo>
                  <a:pt x="587" y="5132"/>
                </a:lnTo>
                <a:lnTo>
                  <a:pt x="587" y="5335"/>
                </a:lnTo>
                <a:lnTo>
                  <a:pt x="657" y="5596"/>
                </a:lnTo>
                <a:lnTo>
                  <a:pt x="657" y="5915"/>
                </a:lnTo>
                <a:lnTo>
                  <a:pt x="657" y="6060"/>
                </a:lnTo>
                <a:lnTo>
                  <a:pt x="731" y="6379"/>
                </a:lnTo>
                <a:lnTo>
                  <a:pt x="731" y="6523"/>
                </a:lnTo>
                <a:lnTo>
                  <a:pt x="731" y="6842"/>
                </a:lnTo>
                <a:lnTo>
                  <a:pt x="805" y="6987"/>
                </a:lnTo>
                <a:lnTo>
                  <a:pt x="805" y="7306"/>
                </a:lnTo>
                <a:lnTo>
                  <a:pt x="805" y="7451"/>
                </a:lnTo>
                <a:lnTo>
                  <a:pt x="879" y="7770"/>
                </a:lnTo>
                <a:lnTo>
                  <a:pt x="879" y="7915"/>
                </a:lnTo>
                <a:lnTo>
                  <a:pt x="879" y="8060"/>
                </a:lnTo>
                <a:lnTo>
                  <a:pt x="879" y="8234"/>
                </a:lnTo>
                <a:lnTo>
                  <a:pt x="879" y="8379"/>
                </a:lnTo>
                <a:lnTo>
                  <a:pt x="949" y="8582"/>
                </a:lnTo>
                <a:lnTo>
                  <a:pt x="949" y="8901"/>
                </a:lnTo>
                <a:lnTo>
                  <a:pt x="949" y="9046"/>
                </a:lnTo>
                <a:lnTo>
                  <a:pt x="1023" y="9191"/>
                </a:lnTo>
                <a:lnTo>
                  <a:pt x="1023" y="9365"/>
                </a:lnTo>
                <a:lnTo>
                  <a:pt x="1023" y="9510"/>
                </a:lnTo>
                <a:lnTo>
                  <a:pt x="1023" y="9713"/>
                </a:lnTo>
                <a:lnTo>
                  <a:pt x="1097" y="10032"/>
                </a:lnTo>
                <a:lnTo>
                  <a:pt x="1097" y="10177"/>
                </a:lnTo>
                <a:lnTo>
                  <a:pt x="1097" y="10380"/>
                </a:lnTo>
                <a:lnTo>
                  <a:pt x="1170" y="10699"/>
                </a:lnTo>
                <a:lnTo>
                  <a:pt x="1170" y="10844"/>
                </a:lnTo>
                <a:lnTo>
                  <a:pt x="1170" y="11047"/>
                </a:lnTo>
                <a:lnTo>
                  <a:pt x="1170" y="11366"/>
                </a:lnTo>
                <a:lnTo>
                  <a:pt x="1241" y="11511"/>
                </a:lnTo>
                <a:lnTo>
                  <a:pt x="1241" y="11714"/>
                </a:lnTo>
                <a:lnTo>
                  <a:pt x="1241" y="11917"/>
                </a:lnTo>
                <a:lnTo>
                  <a:pt x="1315" y="12236"/>
                </a:lnTo>
                <a:lnTo>
                  <a:pt x="1315" y="12381"/>
                </a:lnTo>
                <a:lnTo>
                  <a:pt x="1315" y="12555"/>
                </a:lnTo>
                <a:lnTo>
                  <a:pt x="1315" y="12700"/>
                </a:lnTo>
                <a:lnTo>
                  <a:pt x="1315" y="12903"/>
                </a:lnTo>
                <a:lnTo>
                  <a:pt x="1389" y="13105"/>
                </a:lnTo>
                <a:lnTo>
                  <a:pt x="1389" y="13424"/>
                </a:lnTo>
                <a:lnTo>
                  <a:pt x="1389" y="13627"/>
                </a:lnTo>
                <a:lnTo>
                  <a:pt x="1462" y="13772"/>
                </a:lnTo>
                <a:lnTo>
                  <a:pt x="1462" y="13975"/>
                </a:lnTo>
                <a:lnTo>
                  <a:pt x="1462" y="14178"/>
                </a:lnTo>
                <a:lnTo>
                  <a:pt x="1462" y="14497"/>
                </a:lnTo>
                <a:lnTo>
                  <a:pt x="1533" y="14700"/>
                </a:lnTo>
                <a:lnTo>
                  <a:pt x="1533" y="15019"/>
                </a:lnTo>
                <a:lnTo>
                  <a:pt x="1533" y="15222"/>
                </a:lnTo>
                <a:lnTo>
                  <a:pt x="1607" y="15367"/>
                </a:lnTo>
                <a:lnTo>
                  <a:pt x="1607" y="15570"/>
                </a:lnTo>
                <a:lnTo>
                  <a:pt x="1607" y="15773"/>
                </a:lnTo>
                <a:lnTo>
                  <a:pt x="1607" y="15947"/>
                </a:lnTo>
                <a:lnTo>
                  <a:pt x="1607" y="16092"/>
                </a:lnTo>
                <a:lnTo>
                  <a:pt x="1681" y="16295"/>
                </a:lnTo>
                <a:lnTo>
                  <a:pt x="1681" y="16498"/>
                </a:lnTo>
                <a:lnTo>
                  <a:pt x="1681" y="16701"/>
                </a:lnTo>
                <a:lnTo>
                  <a:pt x="1681" y="17020"/>
                </a:lnTo>
                <a:lnTo>
                  <a:pt x="1754" y="17223"/>
                </a:lnTo>
                <a:lnTo>
                  <a:pt x="1754" y="17426"/>
                </a:lnTo>
                <a:lnTo>
                  <a:pt x="1754" y="17629"/>
                </a:lnTo>
                <a:lnTo>
                  <a:pt x="1828" y="17948"/>
                </a:lnTo>
                <a:lnTo>
                  <a:pt x="1828" y="18151"/>
                </a:lnTo>
                <a:lnTo>
                  <a:pt x="1828" y="18354"/>
                </a:lnTo>
                <a:lnTo>
                  <a:pt x="1828" y="18557"/>
                </a:lnTo>
                <a:lnTo>
                  <a:pt x="1828" y="18760"/>
                </a:lnTo>
                <a:lnTo>
                  <a:pt x="1899" y="19079"/>
                </a:lnTo>
                <a:lnTo>
                  <a:pt x="1899" y="19282"/>
                </a:lnTo>
                <a:lnTo>
                  <a:pt x="1899" y="19485"/>
                </a:lnTo>
                <a:lnTo>
                  <a:pt x="1972" y="19687"/>
                </a:lnTo>
                <a:lnTo>
                  <a:pt x="1972" y="19890"/>
                </a:lnTo>
                <a:lnTo>
                  <a:pt x="1972" y="20093"/>
                </a:lnTo>
                <a:lnTo>
                  <a:pt x="1972" y="20296"/>
                </a:lnTo>
                <a:lnTo>
                  <a:pt x="1972" y="20470"/>
                </a:lnTo>
                <a:lnTo>
                  <a:pt x="2046" y="20673"/>
                </a:lnTo>
                <a:lnTo>
                  <a:pt x="2046" y="20818"/>
                </a:lnTo>
                <a:lnTo>
                  <a:pt x="2046" y="21021"/>
                </a:lnTo>
                <a:lnTo>
                  <a:pt x="2046" y="21224"/>
                </a:lnTo>
                <a:lnTo>
                  <a:pt x="2120" y="21398"/>
                </a:lnTo>
                <a:lnTo>
                  <a:pt x="2120" y="21601"/>
                </a:lnTo>
                <a:lnTo>
                  <a:pt x="2120" y="21804"/>
                </a:lnTo>
                <a:lnTo>
                  <a:pt x="2120" y="22007"/>
                </a:lnTo>
                <a:lnTo>
                  <a:pt x="2120" y="22210"/>
                </a:lnTo>
                <a:lnTo>
                  <a:pt x="2191" y="22413"/>
                </a:lnTo>
                <a:lnTo>
                  <a:pt x="2191" y="22616"/>
                </a:lnTo>
                <a:lnTo>
                  <a:pt x="2191" y="22819"/>
                </a:lnTo>
                <a:lnTo>
                  <a:pt x="2191" y="23022"/>
                </a:lnTo>
                <a:lnTo>
                  <a:pt x="2264" y="23196"/>
                </a:lnTo>
                <a:lnTo>
                  <a:pt x="2264" y="23399"/>
                </a:lnTo>
                <a:lnTo>
                  <a:pt x="2264" y="23602"/>
                </a:lnTo>
                <a:lnTo>
                  <a:pt x="2264" y="23805"/>
                </a:lnTo>
                <a:lnTo>
                  <a:pt x="2264" y="24008"/>
                </a:lnTo>
                <a:lnTo>
                  <a:pt x="2338" y="24211"/>
                </a:lnTo>
                <a:lnTo>
                  <a:pt x="2338" y="24414"/>
                </a:lnTo>
                <a:lnTo>
                  <a:pt x="2338" y="24617"/>
                </a:lnTo>
                <a:lnTo>
                  <a:pt x="2338" y="24878"/>
                </a:lnTo>
                <a:lnTo>
                  <a:pt x="2412" y="25081"/>
                </a:lnTo>
                <a:lnTo>
                  <a:pt x="2412" y="25284"/>
                </a:lnTo>
                <a:lnTo>
                  <a:pt x="2412" y="25458"/>
                </a:lnTo>
                <a:lnTo>
                  <a:pt x="2412" y="25661"/>
                </a:lnTo>
                <a:lnTo>
                  <a:pt x="2412" y="25864"/>
                </a:lnTo>
                <a:lnTo>
                  <a:pt x="2483" y="26067"/>
                </a:lnTo>
                <a:lnTo>
                  <a:pt x="2483" y="26269"/>
                </a:lnTo>
                <a:lnTo>
                  <a:pt x="2483" y="26472"/>
                </a:lnTo>
                <a:lnTo>
                  <a:pt x="2483" y="26733"/>
                </a:lnTo>
                <a:lnTo>
                  <a:pt x="2483" y="26936"/>
                </a:lnTo>
                <a:lnTo>
                  <a:pt x="2556" y="27139"/>
                </a:lnTo>
                <a:lnTo>
                  <a:pt x="2556" y="27342"/>
                </a:lnTo>
                <a:lnTo>
                  <a:pt x="2556" y="27516"/>
                </a:lnTo>
                <a:lnTo>
                  <a:pt x="2556" y="27719"/>
                </a:lnTo>
                <a:lnTo>
                  <a:pt x="2630" y="27922"/>
                </a:lnTo>
                <a:lnTo>
                  <a:pt x="2630" y="28183"/>
                </a:lnTo>
                <a:lnTo>
                  <a:pt x="2630" y="28386"/>
                </a:lnTo>
                <a:lnTo>
                  <a:pt x="2630" y="28589"/>
                </a:lnTo>
                <a:lnTo>
                  <a:pt x="2630" y="28792"/>
                </a:lnTo>
                <a:lnTo>
                  <a:pt x="2704" y="28995"/>
                </a:lnTo>
                <a:lnTo>
                  <a:pt x="2704" y="29256"/>
                </a:lnTo>
                <a:lnTo>
                  <a:pt x="2704" y="29459"/>
                </a:lnTo>
                <a:lnTo>
                  <a:pt x="2704" y="29662"/>
                </a:lnTo>
                <a:lnTo>
                  <a:pt x="2774" y="29865"/>
                </a:lnTo>
                <a:lnTo>
                  <a:pt x="2774" y="30126"/>
                </a:lnTo>
                <a:lnTo>
                  <a:pt x="2774" y="30329"/>
                </a:lnTo>
                <a:lnTo>
                  <a:pt x="2774" y="30532"/>
                </a:lnTo>
                <a:lnTo>
                  <a:pt x="2774" y="30735"/>
                </a:lnTo>
                <a:lnTo>
                  <a:pt x="2848" y="30996"/>
                </a:lnTo>
                <a:lnTo>
                  <a:pt x="2848" y="31199"/>
                </a:lnTo>
                <a:lnTo>
                  <a:pt x="2848" y="31373"/>
                </a:lnTo>
                <a:lnTo>
                  <a:pt x="2848" y="31663"/>
                </a:lnTo>
                <a:lnTo>
                  <a:pt x="2922" y="31866"/>
                </a:lnTo>
                <a:lnTo>
                  <a:pt x="2922" y="32040"/>
                </a:lnTo>
                <a:lnTo>
                  <a:pt x="2922" y="32330"/>
                </a:lnTo>
                <a:lnTo>
                  <a:pt x="2922" y="32504"/>
                </a:lnTo>
                <a:lnTo>
                  <a:pt x="2922" y="32706"/>
                </a:lnTo>
                <a:lnTo>
                  <a:pt x="2996" y="32996"/>
                </a:lnTo>
                <a:lnTo>
                  <a:pt x="2996" y="33170"/>
                </a:lnTo>
                <a:lnTo>
                  <a:pt x="2996" y="33373"/>
                </a:lnTo>
                <a:lnTo>
                  <a:pt x="2996" y="33634"/>
                </a:lnTo>
                <a:lnTo>
                  <a:pt x="3070" y="33837"/>
                </a:lnTo>
                <a:lnTo>
                  <a:pt x="3070" y="34040"/>
                </a:lnTo>
                <a:lnTo>
                  <a:pt x="3070" y="34301"/>
                </a:lnTo>
                <a:lnTo>
                  <a:pt x="3070" y="34504"/>
                </a:lnTo>
                <a:lnTo>
                  <a:pt x="3070" y="34707"/>
                </a:lnTo>
                <a:lnTo>
                  <a:pt x="3140" y="34968"/>
                </a:lnTo>
                <a:lnTo>
                  <a:pt x="3140" y="35171"/>
                </a:lnTo>
                <a:lnTo>
                  <a:pt x="3140" y="35432"/>
                </a:lnTo>
                <a:lnTo>
                  <a:pt x="3140" y="35635"/>
                </a:lnTo>
                <a:lnTo>
                  <a:pt x="3214" y="3583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754069" y="3263429"/>
            <a:ext cx="3140" cy="53206"/>
          </a:xfrm>
          <a:custGeom>
            <a:avLst/>
            <a:gdLst/>
            <a:ahLst/>
            <a:cxnLst/>
            <a:rect l="l" t="t" r="r" b="b"/>
            <a:pathLst>
              <a:path w="3140" h="53206">
                <a:moveTo>
                  <a:pt x="0" y="0"/>
                </a:moveTo>
                <a:lnTo>
                  <a:pt x="0" y="260"/>
                </a:lnTo>
                <a:lnTo>
                  <a:pt x="0" y="463"/>
                </a:lnTo>
                <a:lnTo>
                  <a:pt x="0" y="724"/>
                </a:lnTo>
                <a:lnTo>
                  <a:pt x="0" y="927"/>
                </a:lnTo>
                <a:lnTo>
                  <a:pt x="73" y="1188"/>
                </a:lnTo>
                <a:lnTo>
                  <a:pt x="73" y="1391"/>
                </a:lnTo>
                <a:lnTo>
                  <a:pt x="73" y="1652"/>
                </a:lnTo>
                <a:lnTo>
                  <a:pt x="73" y="1855"/>
                </a:lnTo>
                <a:lnTo>
                  <a:pt x="73" y="2145"/>
                </a:lnTo>
                <a:lnTo>
                  <a:pt x="147" y="2319"/>
                </a:lnTo>
                <a:lnTo>
                  <a:pt x="147" y="2609"/>
                </a:lnTo>
                <a:lnTo>
                  <a:pt x="147" y="2783"/>
                </a:lnTo>
                <a:lnTo>
                  <a:pt x="147" y="3073"/>
                </a:lnTo>
                <a:lnTo>
                  <a:pt x="218" y="3276"/>
                </a:lnTo>
                <a:lnTo>
                  <a:pt x="218" y="3537"/>
                </a:lnTo>
                <a:lnTo>
                  <a:pt x="218" y="3740"/>
                </a:lnTo>
                <a:lnTo>
                  <a:pt x="218" y="4001"/>
                </a:lnTo>
                <a:lnTo>
                  <a:pt x="218" y="4204"/>
                </a:lnTo>
                <a:lnTo>
                  <a:pt x="291" y="4465"/>
                </a:lnTo>
                <a:lnTo>
                  <a:pt x="291" y="4668"/>
                </a:lnTo>
                <a:lnTo>
                  <a:pt x="291" y="4929"/>
                </a:lnTo>
                <a:lnTo>
                  <a:pt x="291" y="5132"/>
                </a:lnTo>
                <a:lnTo>
                  <a:pt x="365" y="5393"/>
                </a:lnTo>
                <a:lnTo>
                  <a:pt x="365" y="5654"/>
                </a:lnTo>
                <a:lnTo>
                  <a:pt x="365" y="5857"/>
                </a:lnTo>
                <a:lnTo>
                  <a:pt x="365" y="6118"/>
                </a:lnTo>
                <a:lnTo>
                  <a:pt x="365" y="6321"/>
                </a:lnTo>
                <a:lnTo>
                  <a:pt x="439" y="6581"/>
                </a:lnTo>
                <a:lnTo>
                  <a:pt x="439" y="6842"/>
                </a:lnTo>
                <a:lnTo>
                  <a:pt x="439" y="7045"/>
                </a:lnTo>
                <a:lnTo>
                  <a:pt x="439" y="7306"/>
                </a:lnTo>
                <a:lnTo>
                  <a:pt x="510" y="7509"/>
                </a:lnTo>
                <a:lnTo>
                  <a:pt x="510" y="7770"/>
                </a:lnTo>
                <a:lnTo>
                  <a:pt x="510" y="8060"/>
                </a:lnTo>
                <a:lnTo>
                  <a:pt x="510" y="8263"/>
                </a:lnTo>
                <a:lnTo>
                  <a:pt x="510" y="8524"/>
                </a:lnTo>
                <a:lnTo>
                  <a:pt x="583" y="8785"/>
                </a:lnTo>
                <a:lnTo>
                  <a:pt x="583" y="8988"/>
                </a:lnTo>
                <a:lnTo>
                  <a:pt x="583" y="9249"/>
                </a:lnTo>
                <a:lnTo>
                  <a:pt x="583" y="9510"/>
                </a:lnTo>
                <a:lnTo>
                  <a:pt x="657" y="9713"/>
                </a:lnTo>
                <a:lnTo>
                  <a:pt x="657" y="9974"/>
                </a:lnTo>
                <a:lnTo>
                  <a:pt x="657" y="10235"/>
                </a:lnTo>
                <a:lnTo>
                  <a:pt x="657" y="10438"/>
                </a:lnTo>
                <a:lnTo>
                  <a:pt x="657" y="10699"/>
                </a:lnTo>
                <a:lnTo>
                  <a:pt x="731" y="10989"/>
                </a:lnTo>
                <a:lnTo>
                  <a:pt x="731" y="11250"/>
                </a:lnTo>
                <a:lnTo>
                  <a:pt x="731" y="11453"/>
                </a:lnTo>
                <a:lnTo>
                  <a:pt x="731" y="11714"/>
                </a:lnTo>
                <a:lnTo>
                  <a:pt x="802" y="11975"/>
                </a:lnTo>
                <a:lnTo>
                  <a:pt x="802" y="12236"/>
                </a:lnTo>
                <a:lnTo>
                  <a:pt x="802" y="12439"/>
                </a:lnTo>
                <a:lnTo>
                  <a:pt x="802" y="12700"/>
                </a:lnTo>
                <a:lnTo>
                  <a:pt x="802" y="12961"/>
                </a:lnTo>
                <a:lnTo>
                  <a:pt x="875" y="13250"/>
                </a:lnTo>
                <a:lnTo>
                  <a:pt x="875" y="13424"/>
                </a:lnTo>
                <a:lnTo>
                  <a:pt x="875" y="13714"/>
                </a:lnTo>
                <a:lnTo>
                  <a:pt x="875" y="13975"/>
                </a:lnTo>
                <a:lnTo>
                  <a:pt x="875" y="14236"/>
                </a:lnTo>
                <a:lnTo>
                  <a:pt x="949" y="14497"/>
                </a:lnTo>
                <a:lnTo>
                  <a:pt x="949" y="14700"/>
                </a:lnTo>
                <a:lnTo>
                  <a:pt x="949" y="14961"/>
                </a:lnTo>
                <a:lnTo>
                  <a:pt x="949" y="15222"/>
                </a:lnTo>
                <a:lnTo>
                  <a:pt x="1023" y="15483"/>
                </a:lnTo>
                <a:lnTo>
                  <a:pt x="1023" y="15773"/>
                </a:lnTo>
                <a:lnTo>
                  <a:pt x="1023" y="16034"/>
                </a:lnTo>
                <a:lnTo>
                  <a:pt x="1023" y="16237"/>
                </a:lnTo>
                <a:lnTo>
                  <a:pt x="1023" y="16498"/>
                </a:lnTo>
                <a:lnTo>
                  <a:pt x="1097" y="16759"/>
                </a:lnTo>
                <a:lnTo>
                  <a:pt x="1097" y="17020"/>
                </a:lnTo>
                <a:lnTo>
                  <a:pt x="1097" y="17281"/>
                </a:lnTo>
                <a:lnTo>
                  <a:pt x="1097" y="17571"/>
                </a:lnTo>
                <a:lnTo>
                  <a:pt x="1167" y="17832"/>
                </a:lnTo>
                <a:lnTo>
                  <a:pt x="1167" y="18035"/>
                </a:lnTo>
                <a:lnTo>
                  <a:pt x="1167" y="18296"/>
                </a:lnTo>
                <a:lnTo>
                  <a:pt x="1167" y="18557"/>
                </a:lnTo>
                <a:lnTo>
                  <a:pt x="1167" y="18818"/>
                </a:lnTo>
                <a:lnTo>
                  <a:pt x="1241" y="19079"/>
                </a:lnTo>
                <a:lnTo>
                  <a:pt x="1241" y="19369"/>
                </a:lnTo>
                <a:lnTo>
                  <a:pt x="1241" y="19629"/>
                </a:lnTo>
                <a:lnTo>
                  <a:pt x="1241" y="19890"/>
                </a:lnTo>
                <a:lnTo>
                  <a:pt x="1315" y="20151"/>
                </a:lnTo>
                <a:lnTo>
                  <a:pt x="1315" y="20412"/>
                </a:lnTo>
                <a:lnTo>
                  <a:pt x="1315" y="20673"/>
                </a:lnTo>
                <a:lnTo>
                  <a:pt x="1315" y="20963"/>
                </a:lnTo>
                <a:lnTo>
                  <a:pt x="1315" y="21224"/>
                </a:lnTo>
                <a:lnTo>
                  <a:pt x="1389" y="21427"/>
                </a:lnTo>
                <a:lnTo>
                  <a:pt x="1389" y="21688"/>
                </a:lnTo>
                <a:lnTo>
                  <a:pt x="1389" y="21949"/>
                </a:lnTo>
                <a:lnTo>
                  <a:pt x="1389" y="22210"/>
                </a:lnTo>
                <a:lnTo>
                  <a:pt x="1459" y="22471"/>
                </a:lnTo>
                <a:lnTo>
                  <a:pt x="1459" y="22732"/>
                </a:lnTo>
                <a:lnTo>
                  <a:pt x="1459" y="23022"/>
                </a:lnTo>
                <a:lnTo>
                  <a:pt x="1459" y="23283"/>
                </a:lnTo>
                <a:lnTo>
                  <a:pt x="1459" y="23544"/>
                </a:lnTo>
                <a:lnTo>
                  <a:pt x="1533" y="23805"/>
                </a:lnTo>
                <a:lnTo>
                  <a:pt x="1533" y="24066"/>
                </a:lnTo>
                <a:lnTo>
                  <a:pt x="1533" y="24356"/>
                </a:lnTo>
                <a:lnTo>
                  <a:pt x="1533" y="24617"/>
                </a:lnTo>
                <a:lnTo>
                  <a:pt x="1607" y="24878"/>
                </a:lnTo>
                <a:lnTo>
                  <a:pt x="1607" y="25197"/>
                </a:lnTo>
                <a:lnTo>
                  <a:pt x="1607" y="25458"/>
                </a:lnTo>
                <a:lnTo>
                  <a:pt x="1607" y="25748"/>
                </a:lnTo>
                <a:lnTo>
                  <a:pt x="1607" y="26009"/>
                </a:lnTo>
                <a:lnTo>
                  <a:pt x="1681" y="26269"/>
                </a:lnTo>
                <a:lnTo>
                  <a:pt x="1681" y="26530"/>
                </a:lnTo>
                <a:lnTo>
                  <a:pt x="1681" y="26791"/>
                </a:lnTo>
                <a:lnTo>
                  <a:pt x="1681" y="27081"/>
                </a:lnTo>
                <a:lnTo>
                  <a:pt x="1681" y="27342"/>
                </a:lnTo>
                <a:lnTo>
                  <a:pt x="1751" y="27603"/>
                </a:lnTo>
                <a:lnTo>
                  <a:pt x="1751" y="27864"/>
                </a:lnTo>
                <a:lnTo>
                  <a:pt x="1751" y="28125"/>
                </a:lnTo>
                <a:lnTo>
                  <a:pt x="1751" y="28386"/>
                </a:lnTo>
                <a:lnTo>
                  <a:pt x="1825" y="28734"/>
                </a:lnTo>
                <a:lnTo>
                  <a:pt x="1825" y="28995"/>
                </a:lnTo>
                <a:lnTo>
                  <a:pt x="1825" y="29256"/>
                </a:lnTo>
                <a:lnTo>
                  <a:pt x="1825" y="29517"/>
                </a:lnTo>
                <a:lnTo>
                  <a:pt x="1825" y="29807"/>
                </a:lnTo>
                <a:lnTo>
                  <a:pt x="1899" y="30068"/>
                </a:lnTo>
                <a:lnTo>
                  <a:pt x="1899" y="30329"/>
                </a:lnTo>
                <a:lnTo>
                  <a:pt x="1899" y="30590"/>
                </a:lnTo>
                <a:lnTo>
                  <a:pt x="1899" y="30938"/>
                </a:lnTo>
                <a:lnTo>
                  <a:pt x="1972" y="31199"/>
                </a:lnTo>
                <a:lnTo>
                  <a:pt x="1972" y="31460"/>
                </a:lnTo>
                <a:lnTo>
                  <a:pt x="1972" y="31721"/>
                </a:lnTo>
                <a:lnTo>
                  <a:pt x="1972" y="31982"/>
                </a:lnTo>
                <a:lnTo>
                  <a:pt x="1972" y="32243"/>
                </a:lnTo>
                <a:lnTo>
                  <a:pt x="2043" y="32591"/>
                </a:lnTo>
                <a:lnTo>
                  <a:pt x="2043" y="32851"/>
                </a:lnTo>
                <a:lnTo>
                  <a:pt x="2043" y="33112"/>
                </a:lnTo>
                <a:lnTo>
                  <a:pt x="2043" y="33373"/>
                </a:lnTo>
                <a:lnTo>
                  <a:pt x="2117" y="33663"/>
                </a:lnTo>
                <a:lnTo>
                  <a:pt x="2117" y="33982"/>
                </a:lnTo>
                <a:lnTo>
                  <a:pt x="2117" y="34243"/>
                </a:lnTo>
                <a:lnTo>
                  <a:pt x="2117" y="34504"/>
                </a:lnTo>
                <a:lnTo>
                  <a:pt x="2117" y="34794"/>
                </a:lnTo>
                <a:lnTo>
                  <a:pt x="2191" y="35113"/>
                </a:lnTo>
                <a:lnTo>
                  <a:pt x="2191" y="35374"/>
                </a:lnTo>
                <a:lnTo>
                  <a:pt x="2191" y="35635"/>
                </a:lnTo>
                <a:lnTo>
                  <a:pt x="2191" y="35925"/>
                </a:lnTo>
                <a:lnTo>
                  <a:pt x="2264" y="36244"/>
                </a:lnTo>
                <a:lnTo>
                  <a:pt x="2264" y="36505"/>
                </a:lnTo>
                <a:lnTo>
                  <a:pt x="2264" y="36766"/>
                </a:lnTo>
                <a:lnTo>
                  <a:pt x="2264" y="37056"/>
                </a:lnTo>
                <a:lnTo>
                  <a:pt x="2264" y="37375"/>
                </a:lnTo>
                <a:lnTo>
                  <a:pt x="2338" y="37636"/>
                </a:lnTo>
                <a:lnTo>
                  <a:pt x="2338" y="37897"/>
                </a:lnTo>
                <a:lnTo>
                  <a:pt x="2338" y="38245"/>
                </a:lnTo>
                <a:lnTo>
                  <a:pt x="2338" y="38506"/>
                </a:lnTo>
                <a:lnTo>
                  <a:pt x="2409" y="38767"/>
                </a:lnTo>
                <a:lnTo>
                  <a:pt x="2409" y="39028"/>
                </a:lnTo>
                <a:lnTo>
                  <a:pt x="2409" y="39375"/>
                </a:lnTo>
                <a:lnTo>
                  <a:pt x="2409" y="39636"/>
                </a:lnTo>
                <a:lnTo>
                  <a:pt x="2409" y="39897"/>
                </a:lnTo>
                <a:lnTo>
                  <a:pt x="2483" y="40245"/>
                </a:lnTo>
                <a:lnTo>
                  <a:pt x="2483" y="40506"/>
                </a:lnTo>
                <a:lnTo>
                  <a:pt x="2483" y="40767"/>
                </a:lnTo>
                <a:lnTo>
                  <a:pt x="2483" y="41086"/>
                </a:lnTo>
                <a:lnTo>
                  <a:pt x="2483" y="41376"/>
                </a:lnTo>
                <a:lnTo>
                  <a:pt x="2556" y="41637"/>
                </a:lnTo>
                <a:lnTo>
                  <a:pt x="2556" y="41956"/>
                </a:lnTo>
                <a:lnTo>
                  <a:pt x="2556" y="42217"/>
                </a:lnTo>
                <a:lnTo>
                  <a:pt x="2556" y="42507"/>
                </a:lnTo>
                <a:lnTo>
                  <a:pt x="2630" y="42826"/>
                </a:lnTo>
                <a:lnTo>
                  <a:pt x="2630" y="43087"/>
                </a:lnTo>
                <a:lnTo>
                  <a:pt x="2630" y="43435"/>
                </a:lnTo>
                <a:lnTo>
                  <a:pt x="2630" y="43696"/>
                </a:lnTo>
                <a:lnTo>
                  <a:pt x="2630" y="43957"/>
                </a:lnTo>
                <a:lnTo>
                  <a:pt x="2701" y="44305"/>
                </a:lnTo>
                <a:lnTo>
                  <a:pt x="2701" y="44566"/>
                </a:lnTo>
                <a:lnTo>
                  <a:pt x="2701" y="44885"/>
                </a:lnTo>
                <a:lnTo>
                  <a:pt x="2701" y="45146"/>
                </a:lnTo>
                <a:lnTo>
                  <a:pt x="2774" y="45407"/>
                </a:lnTo>
                <a:lnTo>
                  <a:pt x="2774" y="45754"/>
                </a:lnTo>
                <a:lnTo>
                  <a:pt x="2774" y="46015"/>
                </a:lnTo>
                <a:lnTo>
                  <a:pt x="2774" y="46363"/>
                </a:lnTo>
                <a:lnTo>
                  <a:pt x="2774" y="46624"/>
                </a:lnTo>
                <a:lnTo>
                  <a:pt x="2848" y="46943"/>
                </a:lnTo>
                <a:lnTo>
                  <a:pt x="2848" y="47204"/>
                </a:lnTo>
                <a:lnTo>
                  <a:pt x="2848" y="47494"/>
                </a:lnTo>
                <a:lnTo>
                  <a:pt x="2848" y="47813"/>
                </a:lnTo>
                <a:lnTo>
                  <a:pt x="2922" y="48074"/>
                </a:lnTo>
                <a:lnTo>
                  <a:pt x="2922" y="48422"/>
                </a:lnTo>
                <a:lnTo>
                  <a:pt x="2922" y="48683"/>
                </a:lnTo>
                <a:lnTo>
                  <a:pt x="2922" y="49002"/>
                </a:lnTo>
                <a:lnTo>
                  <a:pt x="2922" y="49292"/>
                </a:lnTo>
                <a:lnTo>
                  <a:pt x="2993" y="49611"/>
                </a:lnTo>
                <a:lnTo>
                  <a:pt x="2993" y="49872"/>
                </a:lnTo>
                <a:lnTo>
                  <a:pt x="2993" y="50220"/>
                </a:lnTo>
                <a:lnTo>
                  <a:pt x="2993" y="50481"/>
                </a:lnTo>
                <a:lnTo>
                  <a:pt x="3066" y="50800"/>
                </a:lnTo>
                <a:lnTo>
                  <a:pt x="3066" y="51061"/>
                </a:lnTo>
                <a:lnTo>
                  <a:pt x="3066" y="51409"/>
                </a:lnTo>
                <a:lnTo>
                  <a:pt x="3066" y="51670"/>
                </a:lnTo>
                <a:lnTo>
                  <a:pt x="3066" y="52018"/>
                </a:lnTo>
                <a:lnTo>
                  <a:pt x="3140" y="52278"/>
                </a:lnTo>
                <a:lnTo>
                  <a:pt x="3140" y="52597"/>
                </a:lnTo>
                <a:lnTo>
                  <a:pt x="3140" y="52858"/>
                </a:lnTo>
                <a:lnTo>
                  <a:pt x="3140" y="5320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757210" y="3316636"/>
            <a:ext cx="3214" cy="64892"/>
          </a:xfrm>
          <a:custGeom>
            <a:avLst/>
            <a:gdLst/>
            <a:ahLst/>
            <a:cxnLst/>
            <a:rect l="l" t="t" r="r" b="b"/>
            <a:pathLst>
              <a:path w="3214" h="64892">
                <a:moveTo>
                  <a:pt x="0" y="0"/>
                </a:moveTo>
                <a:lnTo>
                  <a:pt x="73" y="260"/>
                </a:lnTo>
                <a:lnTo>
                  <a:pt x="73" y="579"/>
                </a:lnTo>
                <a:lnTo>
                  <a:pt x="73" y="869"/>
                </a:lnTo>
                <a:lnTo>
                  <a:pt x="73" y="1188"/>
                </a:lnTo>
                <a:lnTo>
                  <a:pt x="73" y="1536"/>
                </a:lnTo>
                <a:lnTo>
                  <a:pt x="144" y="1797"/>
                </a:lnTo>
                <a:lnTo>
                  <a:pt x="144" y="2116"/>
                </a:lnTo>
                <a:lnTo>
                  <a:pt x="144" y="2377"/>
                </a:lnTo>
                <a:lnTo>
                  <a:pt x="144" y="2725"/>
                </a:lnTo>
                <a:lnTo>
                  <a:pt x="144" y="2986"/>
                </a:lnTo>
                <a:lnTo>
                  <a:pt x="218" y="3305"/>
                </a:lnTo>
                <a:lnTo>
                  <a:pt x="218" y="3653"/>
                </a:lnTo>
                <a:lnTo>
                  <a:pt x="218" y="3914"/>
                </a:lnTo>
                <a:lnTo>
                  <a:pt x="218" y="4262"/>
                </a:lnTo>
                <a:lnTo>
                  <a:pt x="291" y="4523"/>
                </a:lnTo>
                <a:lnTo>
                  <a:pt x="291" y="4842"/>
                </a:lnTo>
                <a:lnTo>
                  <a:pt x="291" y="5190"/>
                </a:lnTo>
                <a:lnTo>
                  <a:pt x="291" y="5451"/>
                </a:lnTo>
                <a:lnTo>
                  <a:pt x="291" y="5770"/>
                </a:lnTo>
                <a:lnTo>
                  <a:pt x="365" y="6060"/>
                </a:lnTo>
                <a:lnTo>
                  <a:pt x="365" y="6379"/>
                </a:lnTo>
                <a:lnTo>
                  <a:pt x="365" y="6697"/>
                </a:lnTo>
                <a:lnTo>
                  <a:pt x="365" y="6987"/>
                </a:lnTo>
                <a:lnTo>
                  <a:pt x="439" y="7306"/>
                </a:lnTo>
                <a:lnTo>
                  <a:pt x="439" y="7654"/>
                </a:lnTo>
                <a:lnTo>
                  <a:pt x="439" y="7915"/>
                </a:lnTo>
                <a:lnTo>
                  <a:pt x="439" y="8234"/>
                </a:lnTo>
                <a:lnTo>
                  <a:pt x="439" y="8582"/>
                </a:lnTo>
                <a:lnTo>
                  <a:pt x="510" y="8843"/>
                </a:lnTo>
                <a:lnTo>
                  <a:pt x="510" y="9162"/>
                </a:lnTo>
                <a:lnTo>
                  <a:pt x="510" y="9510"/>
                </a:lnTo>
                <a:lnTo>
                  <a:pt x="510" y="9771"/>
                </a:lnTo>
                <a:lnTo>
                  <a:pt x="583" y="10090"/>
                </a:lnTo>
                <a:lnTo>
                  <a:pt x="583" y="10438"/>
                </a:lnTo>
                <a:lnTo>
                  <a:pt x="583" y="10699"/>
                </a:lnTo>
                <a:lnTo>
                  <a:pt x="583" y="11047"/>
                </a:lnTo>
                <a:lnTo>
                  <a:pt x="583" y="11366"/>
                </a:lnTo>
                <a:lnTo>
                  <a:pt x="657" y="11627"/>
                </a:lnTo>
                <a:lnTo>
                  <a:pt x="657" y="11975"/>
                </a:lnTo>
                <a:lnTo>
                  <a:pt x="657" y="12294"/>
                </a:lnTo>
                <a:lnTo>
                  <a:pt x="657" y="12642"/>
                </a:lnTo>
                <a:lnTo>
                  <a:pt x="731" y="12903"/>
                </a:lnTo>
                <a:lnTo>
                  <a:pt x="731" y="13221"/>
                </a:lnTo>
                <a:lnTo>
                  <a:pt x="731" y="13569"/>
                </a:lnTo>
                <a:lnTo>
                  <a:pt x="731" y="13830"/>
                </a:lnTo>
                <a:lnTo>
                  <a:pt x="731" y="14149"/>
                </a:lnTo>
                <a:lnTo>
                  <a:pt x="802" y="14497"/>
                </a:lnTo>
                <a:lnTo>
                  <a:pt x="802" y="14816"/>
                </a:lnTo>
                <a:lnTo>
                  <a:pt x="802" y="15077"/>
                </a:lnTo>
                <a:lnTo>
                  <a:pt x="802" y="15425"/>
                </a:lnTo>
                <a:lnTo>
                  <a:pt x="875" y="15744"/>
                </a:lnTo>
                <a:lnTo>
                  <a:pt x="875" y="16092"/>
                </a:lnTo>
                <a:lnTo>
                  <a:pt x="875" y="16353"/>
                </a:lnTo>
                <a:lnTo>
                  <a:pt x="875" y="16672"/>
                </a:lnTo>
                <a:lnTo>
                  <a:pt x="875" y="17020"/>
                </a:lnTo>
                <a:lnTo>
                  <a:pt x="949" y="17339"/>
                </a:lnTo>
                <a:lnTo>
                  <a:pt x="949" y="17629"/>
                </a:lnTo>
                <a:lnTo>
                  <a:pt x="949" y="17948"/>
                </a:lnTo>
                <a:lnTo>
                  <a:pt x="949" y="18267"/>
                </a:lnTo>
                <a:lnTo>
                  <a:pt x="949" y="18615"/>
                </a:lnTo>
                <a:lnTo>
                  <a:pt x="1023" y="18934"/>
                </a:lnTo>
                <a:lnTo>
                  <a:pt x="1023" y="19224"/>
                </a:lnTo>
                <a:lnTo>
                  <a:pt x="1023" y="19543"/>
                </a:lnTo>
                <a:lnTo>
                  <a:pt x="1023" y="19890"/>
                </a:lnTo>
                <a:lnTo>
                  <a:pt x="1093" y="20209"/>
                </a:lnTo>
                <a:lnTo>
                  <a:pt x="1093" y="20528"/>
                </a:lnTo>
                <a:lnTo>
                  <a:pt x="1093" y="20818"/>
                </a:lnTo>
                <a:lnTo>
                  <a:pt x="1093" y="21137"/>
                </a:lnTo>
                <a:lnTo>
                  <a:pt x="1093" y="21485"/>
                </a:lnTo>
                <a:lnTo>
                  <a:pt x="1167" y="21804"/>
                </a:lnTo>
                <a:lnTo>
                  <a:pt x="1167" y="22123"/>
                </a:lnTo>
                <a:lnTo>
                  <a:pt x="1167" y="22471"/>
                </a:lnTo>
                <a:lnTo>
                  <a:pt x="1167" y="22732"/>
                </a:lnTo>
                <a:lnTo>
                  <a:pt x="1241" y="23080"/>
                </a:lnTo>
                <a:lnTo>
                  <a:pt x="1241" y="23399"/>
                </a:lnTo>
                <a:lnTo>
                  <a:pt x="1241" y="23747"/>
                </a:lnTo>
                <a:lnTo>
                  <a:pt x="1241" y="24066"/>
                </a:lnTo>
                <a:lnTo>
                  <a:pt x="1241" y="24385"/>
                </a:lnTo>
                <a:lnTo>
                  <a:pt x="1315" y="24675"/>
                </a:lnTo>
                <a:lnTo>
                  <a:pt x="1315" y="24994"/>
                </a:lnTo>
                <a:lnTo>
                  <a:pt x="1315" y="25342"/>
                </a:lnTo>
                <a:lnTo>
                  <a:pt x="1315" y="25661"/>
                </a:lnTo>
                <a:lnTo>
                  <a:pt x="1385" y="26009"/>
                </a:lnTo>
                <a:lnTo>
                  <a:pt x="1385" y="26327"/>
                </a:lnTo>
                <a:lnTo>
                  <a:pt x="1385" y="26646"/>
                </a:lnTo>
                <a:lnTo>
                  <a:pt x="1385" y="26994"/>
                </a:lnTo>
                <a:lnTo>
                  <a:pt x="1385" y="27255"/>
                </a:lnTo>
                <a:lnTo>
                  <a:pt x="1459" y="27603"/>
                </a:lnTo>
                <a:lnTo>
                  <a:pt x="1459" y="27922"/>
                </a:lnTo>
                <a:lnTo>
                  <a:pt x="1459" y="28241"/>
                </a:lnTo>
                <a:lnTo>
                  <a:pt x="1459" y="28589"/>
                </a:lnTo>
                <a:lnTo>
                  <a:pt x="1533" y="28908"/>
                </a:lnTo>
                <a:lnTo>
                  <a:pt x="1533" y="29256"/>
                </a:lnTo>
                <a:lnTo>
                  <a:pt x="1533" y="29575"/>
                </a:lnTo>
                <a:lnTo>
                  <a:pt x="1533" y="29923"/>
                </a:lnTo>
                <a:lnTo>
                  <a:pt x="1533" y="30184"/>
                </a:lnTo>
                <a:lnTo>
                  <a:pt x="1607" y="30503"/>
                </a:lnTo>
                <a:lnTo>
                  <a:pt x="1607" y="30851"/>
                </a:lnTo>
                <a:lnTo>
                  <a:pt x="1607" y="31170"/>
                </a:lnTo>
                <a:lnTo>
                  <a:pt x="1607" y="31518"/>
                </a:lnTo>
                <a:lnTo>
                  <a:pt x="1681" y="31837"/>
                </a:lnTo>
                <a:lnTo>
                  <a:pt x="1681" y="32185"/>
                </a:lnTo>
                <a:lnTo>
                  <a:pt x="1681" y="32504"/>
                </a:lnTo>
                <a:lnTo>
                  <a:pt x="1681" y="32851"/>
                </a:lnTo>
                <a:lnTo>
                  <a:pt x="1681" y="33170"/>
                </a:lnTo>
                <a:lnTo>
                  <a:pt x="1751" y="33518"/>
                </a:lnTo>
                <a:lnTo>
                  <a:pt x="1751" y="33837"/>
                </a:lnTo>
                <a:lnTo>
                  <a:pt x="1751" y="34185"/>
                </a:lnTo>
                <a:lnTo>
                  <a:pt x="1751" y="34504"/>
                </a:lnTo>
                <a:lnTo>
                  <a:pt x="1751" y="34852"/>
                </a:lnTo>
                <a:lnTo>
                  <a:pt x="1825" y="35171"/>
                </a:lnTo>
                <a:lnTo>
                  <a:pt x="1825" y="35490"/>
                </a:lnTo>
                <a:lnTo>
                  <a:pt x="1825" y="35838"/>
                </a:lnTo>
                <a:lnTo>
                  <a:pt x="1825" y="36157"/>
                </a:lnTo>
                <a:lnTo>
                  <a:pt x="1899" y="36447"/>
                </a:lnTo>
                <a:lnTo>
                  <a:pt x="1899" y="36766"/>
                </a:lnTo>
                <a:lnTo>
                  <a:pt x="1899" y="37085"/>
                </a:lnTo>
                <a:lnTo>
                  <a:pt x="1899" y="37433"/>
                </a:lnTo>
                <a:lnTo>
                  <a:pt x="1899" y="37752"/>
                </a:lnTo>
                <a:lnTo>
                  <a:pt x="1972" y="38100"/>
                </a:lnTo>
                <a:lnTo>
                  <a:pt x="1972" y="38419"/>
                </a:lnTo>
                <a:lnTo>
                  <a:pt x="1972" y="38767"/>
                </a:lnTo>
                <a:lnTo>
                  <a:pt x="1972" y="39086"/>
                </a:lnTo>
                <a:lnTo>
                  <a:pt x="2043" y="39433"/>
                </a:lnTo>
                <a:lnTo>
                  <a:pt x="2043" y="39752"/>
                </a:lnTo>
                <a:lnTo>
                  <a:pt x="2043" y="40100"/>
                </a:lnTo>
                <a:lnTo>
                  <a:pt x="2043" y="40419"/>
                </a:lnTo>
                <a:lnTo>
                  <a:pt x="2043" y="40767"/>
                </a:lnTo>
                <a:lnTo>
                  <a:pt x="2117" y="41086"/>
                </a:lnTo>
                <a:lnTo>
                  <a:pt x="2117" y="41434"/>
                </a:lnTo>
                <a:lnTo>
                  <a:pt x="2117" y="41811"/>
                </a:lnTo>
                <a:lnTo>
                  <a:pt x="2117" y="42159"/>
                </a:lnTo>
                <a:lnTo>
                  <a:pt x="2191" y="42478"/>
                </a:lnTo>
                <a:lnTo>
                  <a:pt x="2191" y="42826"/>
                </a:lnTo>
                <a:lnTo>
                  <a:pt x="2191" y="43145"/>
                </a:lnTo>
                <a:lnTo>
                  <a:pt x="2191" y="43493"/>
                </a:lnTo>
                <a:lnTo>
                  <a:pt x="2191" y="43812"/>
                </a:lnTo>
                <a:lnTo>
                  <a:pt x="2264" y="44160"/>
                </a:lnTo>
                <a:lnTo>
                  <a:pt x="2264" y="44479"/>
                </a:lnTo>
                <a:lnTo>
                  <a:pt x="2264" y="44827"/>
                </a:lnTo>
                <a:lnTo>
                  <a:pt x="2264" y="45146"/>
                </a:lnTo>
                <a:lnTo>
                  <a:pt x="2335" y="45465"/>
                </a:lnTo>
                <a:lnTo>
                  <a:pt x="2335" y="45812"/>
                </a:lnTo>
                <a:lnTo>
                  <a:pt x="2335" y="46131"/>
                </a:lnTo>
                <a:lnTo>
                  <a:pt x="2335" y="46479"/>
                </a:lnTo>
                <a:lnTo>
                  <a:pt x="2335" y="46798"/>
                </a:lnTo>
                <a:lnTo>
                  <a:pt x="2409" y="47146"/>
                </a:lnTo>
                <a:lnTo>
                  <a:pt x="2409" y="47465"/>
                </a:lnTo>
                <a:lnTo>
                  <a:pt x="2409" y="47813"/>
                </a:lnTo>
                <a:lnTo>
                  <a:pt x="2409" y="48190"/>
                </a:lnTo>
                <a:lnTo>
                  <a:pt x="2483" y="48538"/>
                </a:lnTo>
                <a:lnTo>
                  <a:pt x="2483" y="48857"/>
                </a:lnTo>
                <a:lnTo>
                  <a:pt x="2483" y="49205"/>
                </a:lnTo>
                <a:lnTo>
                  <a:pt x="2483" y="49524"/>
                </a:lnTo>
                <a:lnTo>
                  <a:pt x="2483" y="49872"/>
                </a:lnTo>
                <a:lnTo>
                  <a:pt x="2556" y="50191"/>
                </a:lnTo>
                <a:lnTo>
                  <a:pt x="2556" y="50539"/>
                </a:lnTo>
                <a:lnTo>
                  <a:pt x="2556" y="50858"/>
                </a:lnTo>
                <a:lnTo>
                  <a:pt x="2556" y="51206"/>
                </a:lnTo>
                <a:lnTo>
                  <a:pt x="2556" y="51525"/>
                </a:lnTo>
                <a:lnTo>
                  <a:pt x="2627" y="51931"/>
                </a:lnTo>
                <a:lnTo>
                  <a:pt x="2627" y="52249"/>
                </a:lnTo>
                <a:lnTo>
                  <a:pt x="2627" y="52597"/>
                </a:lnTo>
                <a:lnTo>
                  <a:pt x="2627" y="52916"/>
                </a:lnTo>
                <a:lnTo>
                  <a:pt x="2701" y="53264"/>
                </a:lnTo>
                <a:lnTo>
                  <a:pt x="2701" y="53583"/>
                </a:lnTo>
                <a:lnTo>
                  <a:pt x="2701" y="53931"/>
                </a:lnTo>
                <a:lnTo>
                  <a:pt x="2701" y="54250"/>
                </a:lnTo>
                <a:lnTo>
                  <a:pt x="2701" y="54656"/>
                </a:lnTo>
                <a:lnTo>
                  <a:pt x="2774" y="54975"/>
                </a:lnTo>
                <a:lnTo>
                  <a:pt x="2774" y="55323"/>
                </a:lnTo>
                <a:lnTo>
                  <a:pt x="2774" y="55642"/>
                </a:lnTo>
                <a:lnTo>
                  <a:pt x="2774" y="55990"/>
                </a:lnTo>
                <a:lnTo>
                  <a:pt x="2848" y="56309"/>
                </a:lnTo>
                <a:lnTo>
                  <a:pt x="2848" y="56657"/>
                </a:lnTo>
                <a:lnTo>
                  <a:pt x="2848" y="56976"/>
                </a:lnTo>
                <a:lnTo>
                  <a:pt x="2848" y="57382"/>
                </a:lnTo>
                <a:lnTo>
                  <a:pt x="2848" y="57701"/>
                </a:lnTo>
                <a:lnTo>
                  <a:pt x="2922" y="58049"/>
                </a:lnTo>
                <a:lnTo>
                  <a:pt x="2922" y="58368"/>
                </a:lnTo>
                <a:lnTo>
                  <a:pt x="2922" y="58715"/>
                </a:lnTo>
                <a:lnTo>
                  <a:pt x="2922" y="59034"/>
                </a:lnTo>
                <a:lnTo>
                  <a:pt x="2993" y="59440"/>
                </a:lnTo>
                <a:lnTo>
                  <a:pt x="2993" y="59788"/>
                </a:lnTo>
                <a:lnTo>
                  <a:pt x="2993" y="60107"/>
                </a:lnTo>
                <a:lnTo>
                  <a:pt x="2993" y="60426"/>
                </a:lnTo>
                <a:lnTo>
                  <a:pt x="2993" y="60774"/>
                </a:lnTo>
                <a:lnTo>
                  <a:pt x="3066" y="61093"/>
                </a:lnTo>
                <a:lnTo>
                  <a:pt x="3066" y="61499"/>
                </a:lnTo>
                <a:lnTo>
                  <a:pt x="3066" y="61847"/>
                </a:lnTo>
                <a:lnTo>
                  <a:pt x="3066" y="62166"/>
                </a:lnTo>
                <a:lnTo>
                  <a:pt x="3140" y="62514"/>
                </a:lnTo>
                <a:lnTo>
                  <a:pt x="3140" y="62833"/>
                </a:lnTo>
                <a:lnTo>
                  <a:pt x="3140" y="63152"/>
                </a:lnTo>
                <a:lnTo>
                  <a:pt x="3140" y="63558"/>
                </a:lnTo>
                <a:lnTo>
                  <a:pt x="3140" y="63906"/>
                </a:lnTo>
                <a:lnTo>
                  <a:pt x="3214" y="64225"/>
                </a:lnTo>
                <a:lnTo>
                  <a:pt x="3214" y="64573"/>
                </a:lnTo>
                <a:lnTo>
                  <a:pt x="3214" y="6489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760425" y="3381528"/>
            <a:ext cx="3211" cy="70488"/>
          </a:xfrm>
          <a:custGeom>
            <a:avLst/>
            <a:gdLst/>
            <a:ahLst/>
            <a:cxnLst/>
            <a:rect l="l" t="t" r="r" b="b"/>
            <a:pathLst>
              <a:path w="3211" h="70488">
                <a:moveTo>
                  <a:pt x="0" y="0"/>
                </a:moveTo>
                <a:lnTo>
                  <a:pt x="0" y="405"/>
                </a:lnTo>
                <a:lnTo>
                  <a:pt x="70" y="724"/>
                </a:lnTo>
                <a:lnTo>
                  <a:pt x="70" y="1072"/>
                </a:lnTo>
                <a:lnTo>
                  <a:pt x="70" y="1391"/>
                </a:lnTo>
                <a:lnTo>
                  <a:pt x="70" y="1739"/>
                </a:lnTo>
                <a:lnTo>
                  <a:pt x="70" y="2116"/>
                </a:lnTo>
                <a:lnTo>
                  <a:pt x="144" y="2464"/>
                </a:lnTo>
                <a:lnTo>
                  <a:pt x="144" y="2783"/>
                </a:lnTo>
                <a:lnTo>
                  <a:pt x="144" y="3131"/>
                </a:lnTo>
                <a:lnTo>
                  <a:pt x="144" y="3537"/>
                </a:lnTo>
                <a:lnTo>
                  <a:pt x="144" y="3856"/>
                </a:lnTo>
                <a:lnTo>
                  <a:pt x="218" y="4204"/>
                </a:lnTo>
                <a:lnTo>
                  <a:pt x="218" y="4523"/>
                </a:lnTo>
                <a:lnTo>
                  <a:pt x="218" y="4871"/>
                </a:lnTo>
                <a:lnTo>
                  <a:pt x="218" y="5248"/>
                </a:lnTo>
                <a:lnTo>
                  <a:pt x="291" y="5596"/>
                </a:lnTo>
                <a:lnTo>
                  <a:pt x="291" y="5915"/>
                </a:lnTo>
                <a:lnTo>
                  <a:pt x="291" y="6263"/>
                </a:lnTo>
                <a:lnTo>
                  <a:pt x="291" y="6639"/>
                </a:lnTo>
                <a:lnTo>
                  <a:pt x="291" y="6987"/>
                </a:lnTo>
                <a:lnTo>
                  <a:pt x="362" y="7306"/>
                </a:lnTo>
                <a:lnTo>
                  <a:pt x="362" y="7654"/>
                </a:lnTo>
                <a:lnTo>
                  <a:pt x="362" y="8060"/>
                </a:lnTo>
                <a:lnTo>
                  <a:pt x="362" y="8379"/>
                </a:lnTo>
                <a:lnTo>
                  <a:pt x="436" y="8727"/>
                </a:lnTo>
                <a:lnTo>
                  <a:pt x="436" y="9046"/>
                </a:lnTo>
                <a:lnTo>
                  <a:pt x="436" y="9452"/>
                </a:lnTo>
                <a:lnTo>
                  <a:pt x="436" y="9771"/>
                </a:lnTo>
                <a:lnTo>
                  <a:pt x="436" y="10119"/>
                </a:lnTo>
                <a:lnTo>
                  <a:pt x="510" y="10438"/>
                </a:lnTo>
                <a:lnTo>
                  <a:pt x="510" y="10844"/>
                </a:lnTo>
                <a:lnTo>
                  <a:pt x="510" y="11163"/>
                </a:lnTo>
                <a:lnTo>
                  <a:pt x="510" y="11511"/>
                </a:lnTo>
                <a:lnTo>
                  <a:pt x="583" y="11830"/>
                </a:lnTo>
                <a:lnTo>
                  <a:pt x="583" y="12236"/>
                </a:lnTo>
                <a:lnTo>
                  <a:pt x="583" y="12584"/>
                </a:lnTo>
                <a:lnTo>
                  <a:pt x="583" y="12903"/>
                </a:lnTo>
                <a:lnTo>
                  <a:pt x="583" y="13221"/>
                </a:lnTo>
                <a:lnTo>
                  <a:pt x="654" y="13627"/>
                </a:lnTo>
                <a:lnTo>
                  <a:pt x="654" y="13975"/>
                </a:lnTo>
                <a:lnTo>
                  <a:pt x="654" y="14294"/>
                </a:lnTo>
                <a:lnTo>
                  <a:pt x="654" y="14642"/>
                </a:lnTo>
                <a:lnTo>
                  <a:pt x="728" y="15019"/>
                </a:lnTo>
                <a:lnTo>
                  <a:pt x="728" y="15367"/>
                </a:lnTo>
                <a:lnTo>
                  <a:pt x="728" y="15686"/>
                </a:lnTo>
                <a:lnTo>
                  <a:pt x="728" y="16092"/>
                </a:lnTo>
                <a:lnTo>
                  <a:pt x="728" y="16440"/>
                </a:lnTo>
                <a:lnTo>
                  <a:pt x="802" y="16759"/>
                </a:lnTo>
                <a:lnTo>
                  <a:pt x="802" y="17078"/>
                </a:lnTo>
                <a:lnTo>
                  <a:pt x="802" y="17484"/>
                </a:lnTo>
                <a:lnTo>
                  <a:pt x="802" y="17832"/>
                </a:lnTo>
                <a:lnTo>
                  <a:pt x="875" y="18151"/>
                </a:lnTo>
                <a:lnTo>
                  <a:pt x="875" y="18557"/>
                </a:lnTo>
                <a:lnTo>
                  <a:pt x="875" y="18876"/>
                </a:lnTo>
                <a:lnTo>
                  <a:pt x="875" y="19224"/>
                </a:lnTo>
                <a:lnTo>
                  <a:pt x="875" y="19543"/>
                </a:lnTo>
                <a:lnTo>
                  <a:pt x="949" y="19948"/>
                </a:lnTo>
                <a:lnTo>
                  <a:pt x="949" y="20296"/>
                </a:lnTo>
                <a:lnTo>
                  <a:pt x="949" y="20615"/>
                </a:lnTo>
                <a:lnTo>
                  <a:pt x="949" y="21021"/>
                </a:lnTo>
                <a:lnTo>
                  <a:pt x="949" y="21340"/>
                </a:lnTo>
                <a:lnTo>
                  <a:pt x="1020" y="21688"/>
                </a:lnTo>
                <a:lnTo>
                  <a:pt x="1020" y="22065"/>
                </a:lnTo>
                <a:lnTo>
                  <a:pt x="1020" y="22413"/>
                </a:lnTo>
                <a:lnTo>
                  <a:pt x="1020" y="22732"/>
                </a:lnTo>
                <a:lnTo>
                  <a:pt x="1093" y="23080"/>
                </a:lnTo>
                <a:lnTo>
                  <a:pt x="1093" y="23486"/>
                </a:lnTo>
                <a:lnTo>
                  <a:pt x="1093" y="23805"/>
                </a:lnTo>
                <a:lnTo>
                  <a:pt x="1093" y="24153"/>
                </a:lnTo>
                <a:lnTo>
                  <a:pt x="1093" y="24530"/>
                </a:lnTo>
                <a:lnTo>
                  <a:pt x="1167" y="24878"/>
                </a:lnTo>
                <a:lnTo>
                  <a:pt x="1167" y="25197"/>
                </a:lnTo>
                <a:lnTo>
                  <a:pt x="1167" y="25603"/>
                </a:lnTo>
                <a:lnTo>
                  <a:pt x="1167" y="25951"/>
                </a:lnTo>
                <a:lnTo>
                  <a:pt x="1241" y="26269"/>
                </a:lnTo>
                <a:lnTo>
                  <a:pt x="1241" y="26675"/>
                </a:lnTo>
                <a:lnTo>
                  <a:pt x="1241" y="26994"/>
                </a:lnTo>
                <a:lnTo>
                  <a:pt x="1241" y="27342"/>
                </a:lnTo>
                <a:lnTo>
                  <a:pt x="1241" y="27719"/>
                </a:lnTo>
                <a:lnTo>
                  <a:pt x="1312" y="28067"/>
                </a:lnTo>
                <a:lnTo>
                  <a:pt x="1312" y="28386"/>
                </a:lnTo>
                <a:lnTo>
                  <a:pt x="1312" y="28792"/>
                </a:lnTo>
                <a:lnTo>
                  <a:pt x="1312" y="29140"/>
                </a:lnTo>
                <a:lnTo>
                  <a:pt x="1385" y="29459"/>
                </a:lnTo>
                <a:lnTo>
                  <a:pt x="1385" y="29865"/>
                </a:lnTo>
                <a:lnTo>
                  <a:pt x="1385" y="30184"/>
                </a:lnTo>
                <a:lnTo>
                  <a:pt x="1385" y="30532"/>
                </a:lnTo>
                <a:lnTo>
                  <a:pt x="1385" y="30938"/>
                </a:lnTo>
                <a:lnTo>
                  <a:pt x="1459" y="31257"/>
                </a:lnTo>
                <a:lnTo>
                  <a:pt x="1459" y="31576"/>
                </a:lnTo>
                <a:lnTo>
                  <a:pt x="1459" y="31982"/>
                </a:lnTo>
                <a:lnTo>
                  <a:pt x="1459" y="32330"/>
                </a:lnTo>
                <a:lnTo>
                  <a:pt x="1533" y="32648"/>
                </a:lnTo>
                <a:lnTo>
                  <a:pt x="1533" y="33054"/>
                </a:lnTo>
                <a:lnTo>
                  <a:pt x="1533" y="33373"/>
                </a:lnTo>
                <a:lnTo>
                  <a:pt x="1533" y="33721"/>
                </a:lnTo>
                <a:lnTo>
                  <a:pt x="1533" y="34127"/>
                </a:lnTo>
                <a:lnTo>
                  <a:pt x="1604" y="34446"/>
                </a:lnTo>
                <a:lnTo>
                  <a:pt x="1604" y="34794"/>
                </a:lnTo>
                <a:lnTo>
                  <a:pt x="1604" y="35171"/>
                </a:lnTo>
                <a:lnTo>
                  <a:pt x="1604" y="35519"/>
                </a:lnTo>
                <a:lnTo>
                  <a:pt x="1677" y="35838"/>
                </a:lnTo>
                <a:lnTo>
                  <a:pt x="1677" y="36244"/>
                </a:lnTo>
                <a:lnTo>
                  <a:pt x="1677" y="36563"/>
                </a:lnTo>
                <a:lnTo>
                  <a:pt x="1677" y="36911"/>
                </a:lnTo>
                <a:lnTo>
                  <a:pt x="1677" y="37317"/>
                </a:lnTo>
                <a:lnTo>
                  <a:pt x="1751" y="37636"/>
                </a:lnTo>
                <a:lnTo>
                  <a:pt x="1751" y="37984"/>
                </a:lnTo>
                <a:lnTo>
                  <a:pt x="1751" y="38361"/>
                </a:lnTo>
                <a:lnTo>
                  <a:pt x="1751" y="38709"/>
                </a:lnTo>
                <a:lnTo>
                  <a:pt x="1751" y="39114"/>
                </a:lnTo>
                <a:lnTo>
                  <a:pt x="1825" y="39433"/>
                </a:lnTo>
                <a:lnTo>
                  <a:pt x="1825" y="39781"/>
                </a:lnTo>
                <a:lnTo>
                  <a:pt x="1825" y="40158"/>
                </a:lnTo>
                <a:lnTo>
                  <a:pt x="1825" y="40506"/>
                </a:lnTo>
                <a:lnTo>
                  <a:pt x="1895" y="40825"/>
                </a:lnTo>
                <a:lnTo>
                  <a:pt x="1895" y="41231"/>
                </a:lnTo>
                <a:lnTo>
                  <a:pt x="1895" y="41550"/>
                </a:lnTo>
                <a:lnTo>
                  <a:pt x="1895" y="41898"/>
                </a:lnTo>
                <a:lnTo>
                  <a:pt x="1895" y="42304"/>
                </a:lnTo>
                <a:lnTo>
                  <a:pt x="1969" y="42623"/>
                </a:lnTo>
                <a:lnTo>
                  <a:pt x="1969" y="42971"/>
                </a:lnTo>
                <a:lnTo>
                  <a:pt x="1969" y="43348"/>
                </a:lnTo>
                <a:lnTo>
                  <a:pt x="1969" y="43696"/>
                </a:lnTo>
                <a:lnTo>
                  <a:pt x="2043" y="44102"/>
                </a:lnTo>
                <a:lnTo>
                  <a:pt x="2043" y="44421"/>
                </a:lnTo>
                <a:lnTo>
                  <a:pt x="2043" y="44769"/>
                </a:lnTo>
                <a:lnTo>
                  <a:pt x="2043" y="45146"/>
                </a:lnTo>
                <a:lnTo>
                  <a:pt x="2043" y="45494"/>
                </a:lnTo>
                <a:lnTo>
                  <a:pt x="2117" y="45812"/>
                </a:lnTo>
                <a:lnTo>
                  <a:pt x="2117" y="46218"/>
                </a:lnTo>
                <a:lnTo>
                  <a:pt x="2117" y="46537"/>
                </a:lnTo>
                <a:lnTo>
                  <a:pt x="2117" y="46885"/>
                </a:lnTo>
                <a:lnTo>
                  <a:pt x="2191" y="47291"/>
                </a:lnTo>
                <a:lnTo>
                  <a:pt x="2191" y="47610"/>
                </a:lnTo>
                <a:lnTo>
                  <a:pt x="2191" y="48016"/>
                </a:lnTo>
                <a:lnTo>
                  <a:pt x="2191" y="48335"/>
                </a:lnTo>
                <a:lnTo>
                  <a:pt x="2191" y="48683"/>
                </a:lnTo>
                <a:lnTo>
                  <a:pt x="2261" y="49089"/>
                </a:lnTo>
                <a:lnTo>
                  <a:pt x="2261" y="49408"/>
                </a:lnTo>
                <a:lnTo>
                  <a:pt x="2261" y="49756"/>
                </a:lnTo>
                <a:lnTo>
                  <a:pt x="2261" y="50133"/>
                </a:lnTo>
                <a:lnTo>
                  <a:pt x="2335" y="50481"/>
                </a:lnTo>
                <a:lnTo>
                  <a:pt x="2335" y="50887"/>
                </a:lnTo>
                <a:lnTo>
                  <a:pt x="2335" y="51206"/>
                </a:lnTo>
                <a:lnTo>
                  <a:pt x="2335" y="51525"/>
                </a:lnTo>
                <a:lnTo>
                  <a:pt x="2335" y="51931"/>
                </a:lnTo>
                <a:lnTo>
                  <a:pt x="2409" y="52278"/>
                </a:lnTo>
                <a:lnTo>
                  <a:pt x="2409" y="52597"/>
                </a:lnTo>
                <a:lnTo>
                  <a:pt x="2409" y="53003"/>
                </a:lnTo>
                <a:lnTo>
                  <a:pt x="2409" y="53322"/>
                </a:lnTo>
                <a:lnTo>
                  <a:pt x="2483" y="53670"/>
                </a:lnTo>
                <a:lnTo>
                  <a:pt x="2483" y="54076"/>
                </a:lnTo>
                <a:lnTo>
                  <a:pt x="2483" y="54395"/>
                </a:lnTo>
                <a:lnTo>
                  <a:pt x="2483" y="54801"/>
                </a:lnTo>
                <a:lnTo>
                  <a:pt x="2483" y="55120"/>
                </a:lnTo>
                <a:lnTo>
                  <a:pt x="2553" y="55468"/>
                </a:lnTo>
                <a:lnTo>
                  <a:pt x="2553" y="55874"/>
                </a:lnTo>
                <a:lnTo>
                  <a:pt x="2553" y="56193"/>
                </a:lnTo>
                <a:lnTo>
                  <a:pt x="2553" y="56512"/>
                </a:lnTo>
                <a:lnTo>
                  <a:pt x="2553" y="56918"/>
                </a:lnTo>
                <a:lnTo>
                  <a:pt x="2627" y="57266"/>
                </a:lnTo>
                <a:lnTo>
                  <a:pt x="2627" y="57643"/>
                </a:lnTo>
                <a:lnTo>
                  <a:pt x="2627" y="57991"/>
                </a:lnTo>
                <a:lnTo>
                  <a:pt x="2627" y="58310"/>
                </a:lnTo>
                <a:lnTo>
                  <a:pt x="2701" y="58715"/>
                </a:lnTo>
                <a:lnTo>
                  <a:pt x="2701" y="59063"/>
                </a:lnTo>
                <a:lnTo>
                  <a:pt x="2701" y="59382"/>
                </a:lnTo>
                <a:lnTo>
                  <a:pt x="2701" y="59788"/>
                </a:lnTo>
                <a:lnTo>
                  <a:pt x="2701" y="60107"/>
                </a:lnTo>
                <a:lnTo>
                  <a:pt x="2774" y="60513"/>
                </a:lnTo>
                <a:lnTo>
                  <a:pt x="2774" y="60861"/>
                </a:lnTo>
                <a:lnTo>
                  <a:pt x="2774" y="61180"/>
                </a:lnTo>
                <a:lnTo>
                  <a:pt x="2774" y="61586"/>
                </a:lnTo>
                <a:lnTo>
                  <a:pt x="2845" y="61905"/>
                </a:lnTo>
                <a:lnTo>
                  <a:pt x="2845" y="62253"/>
                </a:lnTo>
                <a:lnTo>
                  <a:pt x="2845" y="62630"/>
                </a:lnTo>
                <a:lnTo>
                  <a:pt x="2845" y="62978"/>
                </a:lnTo>
                <a:lnTo>
                  <a:pt x="2845" y="63384"/>
                </a:lnTo>
                <a:lnTo>
                  <a:pt x="2919" y="63703"/>
                </a:lnTo>
                <a:lnTo>
                  <a:pt x="2919" y="64051"/>
                </a:lnTo>
                <a:lnTo>
                  <a:pt x="2919" y="64428"/>
                </a:lnTo>
                <a:lnTo>
                  <a:pt x="2919" y="64776"/>
                </a:lnTo>
                <a:lnTo>
                  <a:pt x="2993" y="65095"/>
                </a:lnTo>
                <a:lnTo>
                  <a:pt x="2993" y="65500"/>
                </a:lnTo>
                <a:lnTo>
                  <a:pt x="2993" y="65848"/>
                </a:lnTo>
                <a:lnTo>
                  <a:pt x="2993" y="66225"/>
                </a:lnTo>
                <a:lnTo>
                  <a:pt x="2993" y="66573"/>
                </a:lnTo>
                <a:lnTo>
                  <a:pt x="3066" y="66892"/>
                </a:lnTo>
                <a:lnTo>
                  <a:pt x="3066" y="67298"/>
                </a:lnTo>
                <a:lnTo>
                  <a:pt x="3066" y="67617"/>
                </a:lnTo>
                <a:lnTo>
                  <a:pt x="3066" y="67965"/>
                </a:lnTo>
                <a:lnTo>
                  <a:pt x="3137" y="68371"/>
                </a:lnTo>
                <a:lnTo>
                  <a:pt x="3137" y="68690"/>
                </a:lnTo>
                <a:lnTo>
                  <a:pt x="3137" y="69096"/>
                </a:lnTo>
                <a:lnTo>
                  <a:pt x="3137" y="69415"/>
                </a:lnTo>
                <a:lnTo>
                  <a:pt x="3137" y="69763"/>
                </a:lnTo>
                <a:lnTo>
                  <a:pt x="3211" y="70169"/>
                </a:lnTo>
                <a:lnTo>
                  <a:pt x="3211" y="7048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763636" y="3452016"/>
            <a:ext cx="3214" cy="69502"/>
          </a:xfrm>
          <a:custGeom>
            <a:avLst/>
            <a:gdLst/>
            <a:ahLst/>
            <a:cxnLst/>
            <a:rect l="l" t="t" r="r" b="b"/>
            <a:pathLst>
              <a:path w="3214" h="69502">
                <a:moveTo>
                  <a:pt x="0" y="0"/>
                </a:moveTo>
                <a:lnTo>
                  <a:pt x="0" y="347"/>
                </a:lnTo>
                <a:lnTo>
                  <a:pt x="0" y="724"/>
                </a:lnTo>
                <a:lnTo>
                  <a:pt x="73" y="1072"/>
                </a:lnTo>
                <a:lnTo>
                  <a:pt x="73" y="1449"/>
                </a:lnTo>
                <a:lnTo>
                  <a:pt x="73" y="1797"/>
                </a:lnTo>
                <a:lnTo>
                  <a:pt x="73" y="2116"/>
                </a:lnTo>
                <a:lnTo>
                  <a:pt x="73" y="2522"/>
                </a:lnTo>
                <a:lnTo>
                  <a:pt x="147" y="2870"/>
                </a:lnTo>
                <a:lnTo>
                  <a:pt x="147" y="3189"/>
                </a:lnTo>
                <a:lnTo>
                  <a:pt x="147" y="3595"/>
                </a:lnTo>
                <a:lnTo>
                  <a:pt x="147" y="3914"/>
                </a:lnTo>
                <a:lnTo>
                  <a:pt x="147" y="4262"/>
                </a:lnTo>
                <a:lnTo>
                  <a:pt x="221" y="4668"/>
                </a:lnTo>
                <a:lnTo>
                  <a:pt x="221" y="4987"/>
                </a:lnTo>
                <a:lnTo>
                  <a:pt x="221" y="5393"/>
                </a:lnTo>
                <a:lnTo>
                  <a:pt x="221" y="5712"/>
                </a:lnTo>
                <a:lnTo>
                  <a:pt x="291" y="6060"/>
                </a:lnTo>
                <a:lnTo>
                  <a:pt x="291" y="6437"/>
                </a:lnTo>
                <a:lnTo>
                  <a:pt x="291" y="6784"/>
                </a:lnTo>
                <a:lnTo>
                  <a:pt x="291" y="7103"/>
                </a:lnTo>
                <a:lnTo>
                  <a:pt x="291" y="7509"/>
                </a:lnTo>
                <a:lnTo>
                  <a:pt x="365" y="7857"/>
                </a:lnTo>
                <a:lnTo>
                  <a:pt x="365" y="8176"/>
                </a:lnTo>
                <a:lnTo>
                  <a:pt x="365" y="8582"/>
                </a:lnTo>
                <a:lnTo>
                  <a:pt x="365" y="8901"/>
                </a:lnTo>
                <a:lnTo>
                  <a:pt x="439" y="9307"/>
                </a:lnTo>
                <a:lnTo>
                  <a:pt x="439" y="9655"/>
                </a:lnTo>
                <a:lnTo>
                  <a:pt x="439" y="9974"/>
                </a:lnTo>
                <a:lnTo>
                  <a:pt x="439" y="10380"/>
                </a:lnTo>
                <a:lnTo>
                  <a:pt x="439" y="10699"/>
                </a:lnTo>
                <a:lnTo>
                  <a:pt x="513" y="11047"/>
                </a:lnTo>
                <a:lnTo>
                  <a:pt x="513" y="11424"/>
                </a:lnTo>
                <a:lnTo>
                  <a:pt x="513" y="11772"/>
                </a:lnTo>
                <a:lnTo>
                  <a:pt x="513" y="12091"/>
                </a:lnTo>
                <a:lnTo>
                  <a:pt x="583" y="12497"/>
                </a:lnTo>
                <a:lnTo>
                  <a:pt x="583" y="12845"/>
                </a:lnTo>
                <a:lnTo>
                  <a:pt x="583" y="13163"/>
                </a:lnTo>
                <a:lnTo>
                  <a:pt x="583" y="13569"/>
                </a:lnTo>
                <a:lnTo>
                  <a:pt x="583" y="13888"/>
                </a:lnTo>
                <a:lnTo>
                  <a:pt x="657" y="14236"/>
                </a:lnTo>
                <a:lnTo>
                  <a:pt x="657" y="14642"/>
                </a:lnTo>
                <a:lnTo>
                  <a:pt x="657" y="14961"/>
                </a:lnTo>
                <a:lnTo>
                  <a:pt x="657" y="15309"/>
                </a:lnTo>
                <a:lnTo>
                  <a:pt x="731" y="15686"/>
                </a:lnTo>
                <a:lnTo>
                  <a:pt x="731" y="16034"/>
                </a:lnTo>
                <a:lnTo>
                  <a:pt x="731" y="16353"/>
                </a:lnTo>
                <a:lnTo>
                  <a:pt x="731" y="16759"/>
                </a:lnTo>
                <a:lnTo>
                  <a:pt x="731" y="17078"/>
                </a:lnTo>
                <a:lnTo>
                  <a:pt x="805" y="17426"/>
                </a:lnTo>
                <a:lnTo>
                  <a:pt x="805" y="17832"/>
                </a:lnTo>
                <a:lnTo>
                  <a:pt x="805" y="18151"/>
                </a:lnTo>
                <a:lnTo>
                  <a:pt x="805" y="18499"/>
                </a:lnTo>
                <a:lnTo>
                  <a:pt x="875" y="18876"/>
                </a:lnTo>
                <a:lnTo>
                  <a:pt x="875" y="19224"/>
                </a:lnTo>
                <a:lnTo>
                  <a:pt x="875" y="19543"/>
                </a:lnTo>
                <a:lnTo>
                  <a:pt x="875" y="19948"/>
                </a:lnTo>
                <a:lnTo>
                  <a:pt x="875" y="20296"/>
                </a:lnTo>
                <a:lnTo>
                  <a:pt x="949" y="20615"/>
                </a:lnTo>
                <a:lnTo>
                  <a:pt x="949" y="21021"/>
                </a:lnTo>
                <a:lnTo>
                  <a:pt x="949" y="21340"/>
                </a:lnTo>
                <a:lnTo>
                  <a:pt x="949" y="21688"/>
                </a:lnTo>
                <a:lnTo>
                  <a:pt x="949" y="22065"/>
                </a:lnTo>
                <a:lnTo>
                  <a:pt x="1023" y="22413"/>
                </a:lnTo>
                <a:lnTo>
                  <a:pt x="1023" y="22732"/>
                </a:lnTo>
                <a:lnTo>
                  <a:pt x="1023" y="23138"/>
                </a:lnTo>
                <a:lnTo>
                  <a:pt x="1023" y="23486"/>
                </a:lnTo>
                <a:lnTo>
                  <a:pt x="1097" y="23747"/>
                </a:lnTo>
                <a:lnTo>
                  <a:pt x="1097" y="24153"/>
                </a:lnTo>
                <a:lnTo>
                  <a:pt x="1097" y="24472"/>
                </a:lnTo>
                <a:lnTo>
                  <a:pt x="1097" y="24791"/>
                </a:lnTo>
                <a:lnTo>
                  <a:pt x="1097" y="25197"/>
                </a:lnTo>
                <a:lnTo>
                  <a:pt x="1167" y="25545"/>
                </a:lnTo>
                <a:lnTo>
                  <a:pt x="1167" y="25864"/>
                </a:lnTo>
                <a:lnTo>
                  <a:pt x="1167" y="26269"/>
                </a:lnTo>
                <a:lnTo>
                  <a:pt x="1167" y="26588"/>
                </a:lnTo>
                <a:lnTo>
                  <a:pt x="1241" y="26936"/>
                </a:lnTo>
                <a:lnTo>
                  <a:pt x="1241" y="27342"/>
                </a:lnTo>
                <a:lnTo>
                  <a:pt x="1241" y="27661"/>
                </a:lnTo>
                <a:lnTo>
                  <a:pt x="1241" y="28009"/>
                </a:lnTo>
                <a:lnTo>
                  <a:pt x="1241" y="28328"/>
                </a:lnTo>
                <a:lnTo>
                  <a:pt x="1315" y="28734"/>
                </a:lnTo>
                <a:lnTo>
                  <a:pt x="1315" y="29053"/>
                </a:lnTo>
                <a:lnTo>
                  <a:pt x="1315" y="29401"/>
                </a:lnTo>
                <a:lnTo>
                  <a:pt x="1315" y="29778"/>
                </a:lnTo>
                <a:lnTo>
                  <a:pt x="1389" y="30126"/>
                </a:lnTo>
                <a:lnTo>
                  <a:pt x="1389" y="30445"/>
                </a:lnTo>
                <a:lnTo>
                  <a:pt x="1389" y="30851"/>
                </a:lnTo>
                <a:lnTo>
                  <a:pt x="1389" y="31199"/>
                </a:lnTo>
                <a:lnTo>
                  <a:pt x="1389" y="31518"/>
                </a:lnTo>
                <a:lnTo>
                  <a:pt x="1462" y="31866"/>
                </a:lnTo>
                <a:lnTo>
                  <a:pt x="1462" y="32243"/>
                </a:lnTo>
                <a:lnTo>
                  <a:pt x="1462" y="32591"/>
                </a:lnTo>
                <a:lnTo>
                  <a:pt x="1462" y="32909"/>
                </a:lnTo>
                <a:lnTo>
                  <a:pt x="1533" y="33315"/>
                </a:lnTo>
                <a:lnTo>
                  <a:pt x="1533" y="33634"/>
                </a:lnTo>
                <a:lnTo>
                  <a:pt x="1533" y="33982"/>
                </a:lnTo>
                <a:lnTo>
                  <a:pt x="1533" y="34301"/>
                </a:lnTo>
                <a:lnTo>
                  <a:pt x="1533" y="34707"/>
                </a:lnTo>
                <a:lnTo>
                  <a:pt x="1607" y="35055"/>
                </a:lnTo>
                <a:lnTo>
                  <a:pt x="1607" y="35374"/>
                </a:lnTo>
                <a:lnTo>
                  <a:pt x="1607" y="35722"/>
                </a:lnTo>
                <a:lnTo>
                  <a:pt x="1607" y="36099"/>
                </a:lnTo>
                <a:lnTo>
                  <a:pt x="1681" y="36447"/>
                </a:lnTo>
                <a:lnTo>
                  <a:pt x="1681" y="36766"/>
                </a:lnTo>
                <a:lnTo>
                  <a:pt x="1681" y="37172"/>
                </a:lnTo>
                <a:lnTo>
                  <a:pt x="1681" y="37491"/>
                </a:lnTo>
                <a:lnTo>
                  <a:pt x="1681" y="37839"/>
                </a:lnTo>
                <a:lnTo>
                  <a:pt x="1754" y="38158"/>
                </a:lnTo>
                <a:lnTo>
                  <a:pt x="1754" y="38564"/>
                </a:lnTo>
                <a:lnTo>
                  <a:pt x="1754" y="38912"/>
                </a:lnTo>
                <a:lnTo>
                  <a:pt x="1754" y="39230"/>
                </a:lnTo>
                <a:lnTo>
                  <a:pt x="1754" y="39578"/>
                </a:lnTo>
                <a:lnTo>
                  <a:pt x="1825" y="39955"/>
                </a:lnTo>
                <a:lnTo>
                  <a:pt x="1825" y="40303"/>
                </a:lnTo>
                <a:lnTo>
                  <a:pt x="1825" y="40622"/>
                </a:lnTo>
                <a:lnTo>
                  <a:pt x="1825" y="40970"/>
                </a:lnTo>
                <a:lnTo>
                  <a:pt x="1899" y="41347"/>
                </a:lnTo>
                <a:lnTo>
                  <a:pt x="1899" y="41695"/>
                </a:lnTo>
                <a:lnTo>
                  <a:pt x="1899" y="42014"/>
                </a:lnTo>
                <a:lnTo>
                  <a:pt x="1899" y="42362"/>
                </a:lnTo>
                <a:lnTo>
                  <a:pt x="1899" y="42768"/>
                </a:lnTo>
                <a:lnTo>
                  <a:pt x="1972" y="43087"/>
                </a:lnTo>
                <a:lnTo>
                  <a:pt x="1972" y="43435"/>
                </a:lnTo>
                <a:lnTo>
                  <a:pt x="1972" y="43754"/>
                </a:lnTo>
                <a:lnTo>
                  <a:pt x="1972" y="44102"/>
                </a:lnTo>
                <a:lnTo>
                  <a:pt x="2046" y="44479"/>
                </a:lnTo>
                <a:lnTo>
                  <a:pt x="2046" y="44827"/>
                </a:lnTo>
                <a:lnTo>
                  <a:pt x="2046" y="45146"/>
                </a:lnTo>
                <a:lnTo>
                  <a:pt x="2046" y="45494"/>
                </a:lnTo>
                <a:lnTo>
                  <a:pt x="2046" y="45870"/>
                </a:lnTo>
                <a:lnTo>
                  <a:pt x="2117" y="46218"/>
                </a:lnTo>
                <a:lnTo>
                  <a:pt x="2117" y="46537"/>
                </a:lnTo>
                <a:lnTo>
                  <a:pt x="2117" y="46885"/>
                </a:lnTo>
                <a:lnTo>
                  <a:pt x="2117" y="47204"/>
                </a:lnTo>
                <a:lnTo>
                  <a:pt x="2191" y="47610"/>
                </a:lnTo>
                <a:lnTo>
                  <a:pt x="2191" y="47958"/>
                </a:lnTo>
                <a:lnTo>
                  <a:pt x="2191" y="48277"/>
                </a:lnTo>
                <a:lnTo>
                  <a:pt x="2191" y="48596"/>
                </a:lnTo>
                <a:lnTo>
                  <a:pt x="2191" y="49002"/>
                </a:lnTo>
                <a:lnTo>
                  <a:pt x="2264" y="49350"/>
                </a:lnTo>
                <a:lnTo>
                  <a:pt x="2264" y="49669"/>
                </a:lnTo>
                <a:lnTo>
                  <a:pt x="2264" y="50017"/>
                </a:lnTo>
                <a:lnTo>
                  <a:pt x="2264" y="50336"/>
                </a:lnTo>
                <a:lnTo>
                  <a:pt x="2338" y="50742"/>
                </a:lnTo>
                <a:lnTo>
                  <a:pt x="2338" y="51061"/>
                </a:lnTo>
                <a:lnTo>
                  <a:pt x="2338" y="51409"/>
                </a:lnTo>
                <a:lnTo>
                  <a:pt x="2338" y="51728"/>
                </a:lnTo>
                <a:lnTo>
                  <a:pt x="2338" y="52076"/>
                </a:lnTo>
                <a:lnTo>
                  <a:pt x="2409" y="52394"/>
                </a:lnTo>
                <a:lnTo>
                  <a:pt x="2409" y="52800"/>
                </a:lnTo>
                <a:lnTo>
                  <a:pt x="2409" y="53119"/>
                </a:lnTo>
                <a:lnTo>
                  <a:pt x="2409" y="53467"/>
                </a:lnTo>
                <a:lnTo>
                  <a:pt x="2483" y="53786"/>
                </a:lnTo>
                <a:lnTo>
                  <a:pt x="2483" y="54134"/>
                </a:lnTo>
                <a:lnTo>
                  <a:pt x="2483" y="54540"/>
                </a:lnTo>
                <a:lnTo>
                  <a:pt x="2483" y="54859"/>
                </a:lnTo>
                <a:lnTo>
                  <a:pt x="2483" y="55207"/>
                </a:lnTo>
                <a:lnTo>
                  <a:pt x="2556" y="55526"/>
                </a:lnTo>
                <a:lnTo>
                  <a:pt x="2556" y="55845"/>
                </a:lnTo>
                <a:lnTo>
                  <a:pt x="2556" y="56193"/>
                </a:lnTo>
                <a:lnTo>
                  <a:pt x="2556" y="56512"/>
                </a:lnTo>
                <a:lnTo>
                  <a:pt x="2556" y="56918"/>
                </a:lnTo>
                <a:lnTo>
                  <a:pt x="2630" y="57266"/>
                </a:lnTo>
                <a:lnTo>
                  <a:pt x="2630" y="57585"/>
                </a:lnTo>
                <a:lnTo>
                  <a:pt x="2630" y="57933"/>
                </a:lnTo>
                <a:lnTo>
                  <a:pt x="2630" y="58252"/>
                </a:lnTo>
                <a:lnTo>
                  <a:pt x="2704" y="58571"/>
                </a:lnTo>
                <a:lnTo>
                  <a:pt x="2704" y="58976"/>
                </a:lnTo>
                <a:lnTo>
                  <a:pt x="2704" y="59324"/>
                </a:lnTo>
                <a:lnTo>
                  <a:pt x="2704" y="59643"/>
                </a:lnTo>
                <a:lnTo>
                  <a:pt x="2704" y="59991"/>
                </a:lnTo>
                <a:lnTo>
                  <a:pt x="2774" y="60310"/>
                </a:lnTo>
                <a:lnTo>
                  <a:pt x="2774" y="60658"/>
                </a:lnTo>
                <a:lnTo>
                  <a:pt x="2774" y="60977"/>
                </a:lnTo>
                <a:lnTo>
                  <a:pt x="2774" y="61296"/>
                </a:lnTo>
                <a:lnTo>
                  <a:pt x="2848" y="61702"/>
                </a:lnTo>
                <a:lnTo>
                  <a:pt x="2848" y="62050"/>
                </a:lnTo>
                <a:lnTo>
                  <a:pt x="2848" y="62369"/>
                </a:lnTo>
                <a:lnTo>
                  <a:pt x="2848" y="62717"/>
                </a:lnTo>
                <a:lnTo>
                  <a:pt x="2848" y="63036"/>
                </a:lnTo>
                <a:lnTo>
                  <a:pt x="2922" y="63384"/>
                </a:lnTo>
                <a:lnTo>
                  <a:pt x="2922" y="63703"/>
                </a:lnTo>
                <a:lnTo>
                  <a:pt x="2922" y="64051"/>
                </a:lnTo>
                <a:lnTo>
                  <a:pt x="2922" y="64370"/>
                </a:lnTo>
                <a:lnTo>
                  <a:pt x="2996" y="64776"/>
                </a:lnTo>
                <a:lnTo>
                  <a:pt x="2996" y="65095"/>
                </a:lnTo>
                <a:lnTo>
                  <a:pt x="2996" y="65442"/>
                </a:lnTo>
                <a:lnTo>
                  <a:pt x="2996" y="65761"/>
                </a:lnTo>
                <a:lnTo>
                  <a:pt x="2996" y="66109"/>
                </a:lnTo>
                <a:lnTo>
                  <a:pt x="3066" y="66428"/>
                </a:lnTo>
                <a:lnTo>
                  <a:pt x="3066" y="66776"/>
                </a:lnTo>
                <a:lnTo>
                  <a:pt x="3066" y="67095"/>
                </a:lnTo>
                <a:lnTo>
                  <a:pt x="3066" y="67414"/>
                </a:lnTo>
                <a:lnTo>
                  <a:pt x="3140" y="67762"/>
                </a:lnTo>
                <a:lnTo>
                  <a:pt x="3140" y="68081"/>
                </a:lnTo>
                <a:lnTo>
                  <a:pt x="3140" y="68429"/>
                </a:lnTo>
                <a:lnTo>
                  <a:pt x="3140" y="68835"/>
                </a:lnTo>
                <a:lnTo>
                  <a:pt x="3140" y="69154"/>
                </a:lnTo>
                <a:lnTo>
                  <a:pt x="3214" y="6950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766850" y="3521518"/>
            <a:ext cx="3140" cy="62485"/>
          </a:xfrm>
          <a:custGeom>
            <a:avLst/>
            <a:gdLst/>
            <a:ahLst/>
            <a:cxnLst/>
            <a:rect l="l" t="t" r="r" b="b"/>
            <a:pathLst>
              <a:path w="3140" h="62485">
                <a:moveTo>
                  <a:pt x="0" y="0"/>
                </a:moveTo>
                <a:lnTo>
                  <a:pt x="0" y="318"/>
                </a:lnTo>
                <a:lnTo>
                  <a:pt x="0" y="666"/>
                </a:lnTo>
                <a:lnTo>
                  <a:pt x="0" y="985"/>
                </a:lnTo>
                <a:lnTo>
                  <a:pt x="73" y="1304"/>
                </a:lnTo>
                <a:lnTo>
                  <a:pt x="73" y="1652"/>
                </a:lnTo>
                <a:lnTo>
                  <a:pt x="73" y="1971"/>
                </a:lnTo>
                <a:lnTo>
                  <a:pt x="73" y="2319"/>
                </a:lnTo>
                <a:lnTo>
                  <a:pt x="73" y="2638"/>
                </a:lnTo>
                <a:lnTo>
                  <a:pt x="144" y="2986"/>
                </a:lnTo>
                <a:lnTo>
                  <a:pt x="144" y="3305"/>
                </a:lnTo>
                <a:lnTo>
                  <a:pt x="144" y="3653"/>
                </a:lnTo>
                <a:lnTo>
                  <a:pt x="144" y="3972"/>
                </a:lnTo>
                <a:lnTo>
                  <a:pt x="144" y="4320"/>
                </a:lnTo>
                <a:lnTo>
                  <a:pt x="218" y="4639"/>
                </a:lnTo>
                <a:lnTo>
                  <a:pt x="218" y="4987"/>
                </a:lnTo>
                <a:lnTo>
                  <a:pt x="218" y="5306"/>
                </a:lnTo>
                <a:lnTo>
                  <a:pt x="218" y="5654"/>
                </a:lnTo>
                <a:lnTo>
                  <a:pt x="291" y="5973"/>
                </a:lnTo>
                <a:lnTo>
                  <a:pt x="291" y="6292"/>
                </a:lnTo>
                <a:lnTo>
                  <a:pt x="291" y="6639"/>
                </a:lnTo>
                <a:lnTo>
                  <a:pt x="291" y="6958"/>
                </a:lnTo>
                <a:lnTo>
                  <a:pt x="291" y="7306"/>
                </a:lnTo>
                <a:lnTo>
                  <a:pt x="365" y="7625"/>
                </a:lnTo>
                <a:lnTo>
                  <a:pt x="365" y="7973"/>
                </a:lnTo>
                <a:lnTo>
                  <a:pt x="365" y="8292"/>
                </a:lnTo>
                <a:lnTo>
                  <a:pt x="365" y="8640"/>
                </a:lnTo>
                <a:lnTo>
                  <a:pt x="436" y="8959"/>
                </a:lnTo>
                <a:lnTo>
                  <a:pt x="436" y="9307"/>
                </a:lnTo>
                <a:lnTo>
                  <a:pt x="436" y="9626"/>
                </a:lnTo>
                <a:lnTo>
                  <a:pt x="436" y="9974"/>
                </a:lnTo>
                <a:lnTo>
                  <a:pt x="436" y="10293"/>
                </a:lnTo>
                <a:lnTo>
                  <a:pt x="510" y="10641"/>
                </a:lnTo>
                <a:lnTo>
                  <a:pt x="510" y="10960"/>
                </a:lnTo>
                <a:lnTo>
                  <a:pt x="510" y="11279"/>
                </a:lnTo>
                <a:lnTo>
                  <a:pt x="510" y="11627"/>
                </a:lnTo>
                <a:lnTo>
                  <a:pt x="583" y="11946"/>
                </a:lnTo>
                <a:lnTo>
                  <a:pt x="583" y="12294"/>
                </a:lnTo>
                <a:lnTo>
                  <a:pt x="583" y="12613"/>
                </a:lnTo>
                <a:lnTo>
                  <a:pt x="583" y="12961"/>
                </a:lnTo>
                <a:lnTo>
                  <a:pt x="583" y="13279"/>
                </a:lnTo>
                <a:lnTo>
                  <a:pt x="657" y="13627"/>
                </a:lnTo>
                <a:lnTo>
                  <a:pt x="657" y="13946"/>
                </a:lnTo>
                <a:lnTo>
                  <a:pt x="657" y="14294"/>
                </a:lnTo>
                <a:lnTo>
                  <a:pt x="657" y="14613"/>
                </a:lnTo>
                <a:lnTo>
                  <a:pt x="731" y="14961"/>
                </a:lnTo>
                <a:lnTo>
                  <a:pt x="731" y="15280"/>
                </a:lnTo>
                <a:lnTo>
                  <a:pt x="731" y="15541"/>
                </a:lnTo>
                <a:lnTo>
                  <a:pt x="731" y="15889"/>
                </a:lnTo>
                <a:lnTo>
                  <a:pt x="731" y="16208"/>
                </a:lnTo>
                <a:lnTo>
                  <a:pt x="802" y="16556"/>
                </a:lnTo>
                <a:lnTo>
                  <a:pt x="802" y="16875"/>
                </a:lnTo>
                <a:lnTo>
                  <a:pt x="802" y="17223"/>
                </a:lnTo>
                <a:lnTo>
                  <a:pt x="802" y="17542"/>
                </a:lnTo>
                <a:lnTo>
                  <a:pt x="875" y="17861"/>
                </a:lnTo>
                <a:lnTo>
                  <a:pt x="875" y="18209"/>
                </a:lnTo>
                <a:lnTo>
                  <a:pt x="875" y="18528"/>
                </a:lnTo>
                <a:lnTo>
                  <a:pt x="875" y="18876"/>
                </a:lnTo>
                <a:lnTo>
                  <a:pt x="875" y="19137"/>
                </a:lnTo>
                <a:lnTo>
                  <a:pt x="949" y="19485"/>
                </a:lnTo>
                <a:lnTo>
                  <a:pt x="949" y="19803"/>
                </a:lnTo>
                <a:lnTo>
                  <a:pt x="949" y="20122"/>
                </a:lnTo>
                <a:lnTo>
                  <a:pt x="949" y="20470"/>
                </a:lnTo>
                <a:lnTo>
                  <a:pt x="949" y="20789"/>
                </a:lnTo>
                <a:lnTo>
                  <a:pt x="1023" y="21137"/>
                </a:lnTo>
                <a:lnTo>
                  <a:pt x="1023" y="21456"/>
                </a:lnTo>
                <a:lnTo>
                  <a:pt x="1023" y="21717"/>
                </a:lnTo>
                <a:lnTo>
                  <a:pt x="1023" y="22065"/>
                </a:lnTo>
                <a:lnTo>
                  <a:pt x="1093" y="22384"/>
                </a:lnTo>
                <a:lnTo>
                  <a:pt x="1093" y="22732"/>
                </a:lnTo>
                <a:lnTo>
                  <a:pt x="1093" y="23051"/>
                </a:lnTo>
                <a:lnTo>
                  <a:pt x="1093" y="23399"/>
                </a:lnTo>
                <a:lnTo>
                  <a:pt x="1093" y="23718"/>
                </a:lnTo>
                <a:lnTo>
                  <a:pt x="1167" y="23979"/>
                </a:lnTo>
                <a:lnTo>
                  <a:pt x="1167" y="24327"/>
                </a:lnTo>
                <a:lnTo>
                  <a:pt x="1167" y="24646"/>
                </a:lnTo>
                <a:lnTo>
                  <a:pt x="1167" y="24994"/>
                </a:lnTo>
                <a:lnTo>
                  <a:pt x="1241" y="25313"/>
                </a:lnTo>
                <a:lnTo>
                  <a:pt x="1241" y="25661"/>
                </a:lnTo>
                <a:lnTo>
                  <a:pt x="1241" y="25922"/>
                </a:lnTo>
                <a:lnTo>
                  <a:pt x="1241" y="26240"/>
                </a:lnTo>
                <a:lnTo>
                  <a:pt x="1241" y="26588"/>
                </a:lnTo>
                <a:lnTo>
                  <a:pt x="1315" y="26907"/>
                </a:lnTo>
                <a:lnTo>
                  <a:pt x="1315" y="27255"/>
                </a:lnTo>
                <a:lnTo>
                  <a:pt x="1315" y="27516"/>
                </a:lnTo>
                <a:lnTo>
                  <a:pt x="1315" y="27835"/>
                </a:lnTo>
                <a:lnTo>
                  <a:pt x="1385" y="28183"/>
                </a:lnTo>
                <a:lnTo>
                  <a:pt x="1385" y="28502"/>
                </a:lnTo>
                <a:lnTo>
                  <a:pt x="1385" y="28850"/>
                </a:lnTo>
                <a:lnTo>
                  <a:pt x="1385" y="29111"/>
                </a:lnTo>
                <a:lnTo>
                  <a:pt x="1385" y="29459"/>
                </a:lnTo>
                <a:lnTo>
                  <a:pt x="1459" y="29778"/>
                </a:lnTo>
                <a:lnTo>
                  <a:pt x="1459" y="30097"/>
                </a:lnTo>
                <a:lnTo>
                  <a:pt x="1459" y="30445"/>
                </a:lnTo>
                <a:lnTo>
                  <a:pt x="1459" y="30706"/>
                </a:lnTo>
                <a:lnTo>
                  <a:pt x="1533" y="31054"/>
                </a:lnTo>
                <a:lnTo>
                  <a:pt x="1533" y="31373"/>
                </a:lnTo>
                <a:lnTo>
                  <a:pt x="1533" y="31692"/>
                </a:lnTo>
                <a:lnTo>
                  <a:pt x="1533" y="31982"/>
                </a:lnTo>
                <a:lnTo>
                  <a:pt x="1533" y="32301"/>
                </a:lnTo>
                <a:lnTo>
                  <a:pt x="1607" y="32648"/>
                </a:lnTo>
                <a:lnTo>
                  <a:pt x="1607" y="32967"/>
                </a:lnTo>
                <a:lnTo>
                  <a:pt x="1607" y="33228"/>
                </a:lnTo>
                <a:lnTo>
                  <a:pt x="1607" y="33576"/>
                </a:lnTo>
                <a:lnTo>
                  <a:pt x="1677" y="33895"/>
                </a:lnTo>
                <a:lnTo>
                  <a:pt x="1677" y="34156"/>
                </a:lnTo>
                <a:lnTo>
                  <a:pt x="1677" y="34504"/>
                </a:lnTo>
                <a:lnTo>
                  <a:pt x="1677" y="34823"/>
                </a:lnTo>
                <a:lnTo>
                  <a:pt x="1677" y="35171"/>
                </a:lnTo>
                <a:lnTo>
                  <a:pt x="1751" y="35432"/>
                </a:lnTo>
                <a:lnTo>
                  <a:pt x="1751" y="35751"/>
                </a:lnTo>
                <a:lnTo>
                  <a:pt x="1751" y="36099"/>
                </a:lnTo>
                <a:lnTo>
                  <a:pt x="1751" y="36360"/>
                </a:lnTo>
                <a:lnTo>
                  <a:pt x="1751" y="36679"/>
                </a:lnTo>
                <a:lnTo>
                  <a:pt x="1825" y="37027"/>
                </a:lnTo>
                <a:lnTo>
                  <a:pt x="1825" y="37288"/>
                </a:lnTo>
                <a:lnTo>
                  <a:pt x="1825" y="37636"/>
                </a:lnTo>
                <a:lnTo>
                  <a:pt x="1825" y="37955"/>
                </a:lnTo>
                <a:lnTo>
                  <a:pt x="1899" y="38303"/>
                </a:lnTo>
                <a:lnTo>
                  <a:pt x="1899" y="38564"/>
                </a:lnTo>
                <a:lnTo>
                  <a:pt x="1899" y="38883"/>
                </a:lnTo>
                <a:lnTo>
                  <a:pt x="1899" y="39230"/>
                </a:lnTo>
                <a:lnTo>
                  <a:pt x="1899" y="39491"/>
                </a:lnTo>
                <a:lnTo>
                  <a:pt x="1972" y="39810"/>
                </a:lnTo>
                <a:lnTo>
                  <a:pt x="1972" y="40158"/>
                </a:lnTo>
                <a:lnTo>
                  <a:pt x="1972" y="40419"/>
                </a:lnTo>
                <a:lnTo>
                  <a:pt x="1972" y="40738"/>
                </a:lnTo>
                <a:lnTo>
                  <a:pt x="2043" y="41028"/>
                </a:lnTo>
                <a:lnTo>
                  <a:pt x="2043" y="41347"/>
                </a:lnTo>
                <a:lnTo>
                  <a:pt x="2043" y="41666"/>
                </a:lnTo>
                <a:lnTo>
                  <a:pt x="2043" y="41956"/>
                </a:lnTo>
                <a:lnTo>
                  <a:pt x="2043" y="42275"/>
                </a:lnTo>
                <a:lnTo>
                  <a:pt x="2117" y="42623"/>
                </a:lnTo>
                <a:lnTo>
                  <a:pt x="2117" y="42884"/>
                </a:lnTo>
                <a:lnTo>
                  <a:pt x="2117" y="43203"/>
                </a:lnTo>
                <a:lnTo>
                  <a:pt x="2117" y="43464"/>
                </a:lnTo>
                <a:lnTo>
                  <a:pt x="2191" y="43812"/>
                </a:lnTo>
                <a:lnTo>
                  <a:pt x="2191" y="44131"/>
                </a:lnTo>
                <a:lnTo>
                  <a:pt x="2191" y="44421"/>
                </a:lnTo>
                <a:lnTo>
                  <a:pt x="2191" y="44740"/>
                </a:lnTo>
                <a:lnTo>
                  <a:pt x="2191" y="45001"/>
                </a:lnTo>
                <a:lnTo>
                  <a:pt x="2264" y="45349"/>
                </a:lnTo>
                <a:lnTo>
                  <a:pt x="2264" y="45667"/>
                </a:lnTo>
                <a:lnTo>
                  <a:pt x="2264" y="45928"/>
                </a:lnTo>
                <a:lnTo>
                  <a:pt x="2264" y="46276"/>
                </a:lnTo>
                <a:lnTo>
                  <a:pt x="2335" y="46537"/>
                </a:lnTo>
                <a:lnTo>
                  <a:pt x="2335" y="46856"/>
                </a:lnTo>
                <a:lnTo>
                  <a:pt x="2335" y="47146"/>
                </a:lnTo>
                <a:lnTo>
                  <a:pt x="2335" y="47465"/>
                </a:lnTo>
                <a:lnTo>
                  <a:pt x="2335" y="47726"/>
                </a:lnTo>
                <a:lnTo>
                  <a:pt x="2409" y="48074"/>
                </a:lnTo>
                <a:lnTo>
                  <a:pt x="2409" y="48393"/>
                </a:lnTo>
                <a:lnTo>
                  <a:pt x="2409" y="48654"/>
                </a:lnTo>
                <a:lnTo>
                  <a:pt x="2409" y="49002"/>
                </a:lnTo>
                <a:lnTo>
                  <a:pt x="2483" y="49263"/>
                </a:lnTo>
                <a:lnTo>
                  <a:pt x="2483" y="49582"/>
                </a:lnTo>
                <a:lnTo>
                  <a:pt x="2483" y="49872"/>
                </a:lnTo>
                <a:lnTo>
                  <a:pt x="2483" y="50191"/>
                </a:lnTo>
                <a:lnTo>
                  <a:pt x="2483" y="50452"/>
                </a:lnTo>
                <a:lnTo>
                  <a:pt x="2556" y="50800"/>
                </a:lnTo>
                <a:lnTo>
                  <a:pt x="2556" y="51061"/>
                </a:lnTo>
                <a:lnTo>
                  <a:pt x="2556" y="51380"/>
                </a:lnTo>
                <a:lnTo>
                  <a:pt x="2556" y="51641"/>
                </a:lnTo>
                <a:lnTo>
                  <a:pt x="2556" y="51989"/>
                </a:lnTo>
                <a:lnTo>
                  <a:pt x="2627" y="52249"/>
                </a:lnTo>
                <a:lnTo>
                  <a:pt x="2627" y="52597"/>
                </a:lnTo>
                <a:lnTo>
                  <a:pt x="2627" y="52858"/>
                </a:lnTo>
                <a:lnTo>
                  <a:pt x="2627" y="53177"/>
                </a:lnTo>
                <a:lnTo>
                  <a:pt x="2701" y="53438"/>
                </a:lnTo>
                <a:lnTo>
                  <a:pt x="2701" y="53786"/>
                </a:lnTo>
                <a:lnTo>
                  <a:pt x="2701" y="54047"/>
                </a:lnTo>
                <a:lnTo>
                  <a:pt x="2701" y="54395"/>
                </a:lnTo>
                <a:lnTo>
                  <a:pt x="2701" y="54656"/>
                </a:lnTo>
                <a:lnTo>
                  <a:pt x="2774" y="54917"/>
                </a:lnTo>
                <a:lnTo>
                  <a:pt x="2774" y="55236"/>
                </a:lnTo>
                <a:lnTo>
                  <a:pt x="2774" y="55526"/>
                </a:lnTo>
                <a:lnTo>
                  <a:pt x="2774" y="55845"/>
                </a:lnTo>
                <a:lnTo>
                  <a:pt x="2848" y="56106"/>
                </a:lnTo>
                <a:lnTo>
                  <a:pt x="2848" y="56454"/>
                </a:lnTo>
                <a:lnTo>
                  <a:pt x="2848" y="56715"/>
                </a:lnTo>
                <a:lnTo>
                  <a:pt x="2848" y="56976"/>
                </a:lnTo>
                <a:lnTo>
                  <a:pt x="2848" y="57295"/>
                </a:lnTo>
                <a:lnTo>
                  <a:pt x="2919" y="57585"/>
                </a:lnTo>
                <a:lnTo>
                  <a:pt x="2919" y="57904"/>
                </a:lnTo>
                <a:lnTo>
                  <a:pt x="2919" y="58165"/>
                </a:lnTo>
                <a:lnTo>
                  <a:pt x="2919" y="58426"/>
                </a:lnTo>
                <a:lnTo>
                  <a:pt x="2993" y="58773"/>
                </a:lnTo>
                <a:lnTo>
                  <a:pt x="2993" y="59034"/>
                </a:lnTo>
                <a:lnTo>
                  <a:pt x="2993" y="59382"/>
                </a:lnTo>
                <a:lnTo>
                  <a:pt x="2993" y="59643"/>
                </a:lnTo>
                <a:lnTo>
                  <a:pt x="2993" y="59904"/>
                </a:lnTo>
                <a:lnTo>
                  <a:pt x="3066" y="60223"/>
                </a:lnTo>
                <a:lnTo>
                  <a:pt x="3066" y="60513"/>
                </a:lnTo>
                <a:lnTo>
                  <a:pt x="3066" y="60774"/>
                </a:lnTo>
                <a:lnTo>
                  <a:pt x="3066" y="61093"/>
                </a:lnTo>
                <a:lnTo>
                  <a:pt x="3140" y="61354"/>
                </a:lnTo>
                <a:lnTo>
                  <a:pt x="3140" y="61615"/>
                </a:lnTo>
                <a:lnTo>
                  <a:pt x="3140" y="61963"/>
                </a:lnTo>
                <a:lnTo>
                  <a:pt x="3140" y="62224"/>
                </a:lnTo>
                <a:lnTo>
                  <a:pt x="3140" y="6248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769991" y="3584004"/>
            <a:ext cx="3211" cy="50481"/>
          </a:xfrm>
          <a:custGeom>
            <a:avLst/>
            <a:gdLst/>
            <a:ahLst/>
            <a:cxnLst/>
            <a:rect l="l" t="t" r="r" b="b"/>
            <a:pathLst>
              <a:path w="3211" h="50481">
                <a:moveTo>
                  <a:pt x="0" y="0"/>
                </a:moveTo>
                <a:lnTo>
                  <a:pt x="73" y="347"/>
                </a:lnTo>
                <a:lnTo>
                  <a:pt x="73" y="608"/>
                </a:lnTo>
                <a:lnTo>
                  <a:pt x="73" y="869"/>
                </a:lnTo>
                <a:lnTo>
                  <a:pt x="73" y="1217"/>
                </a:lnTo>
                <a:lnTo>
                  <a:pt x="144" y="1478"/>
                </a:lnTo>
                <a:lnTo>
                  <a:pt x="144" y="1739"/>
                </a:lnTo>
                <a:lnTo>
                  <a:pt x="144" y="2058"/>
                </a:lnTo>
                <a:lnTo>
                  <a:pt x="144" y="2348"/>
                </a:lnTo>
                <a:lnTo>
                  <a:pt x="144" y="2609"/>
                </a:lnTo>
                <a:lnTo>
                  <a:pt x="218" y="2928"/>
                </a:lnTo>
                <a:lnTo>
                  <a:pt x="218" y="3189"/>
                </a:lnTo>
                <a:lnTo>
                  <a:pt x="218" y="3479"/>
                </a:lnTo>
                <a:lnTo>
                  <a:pt x="218" y="3740"/>
                </a:lnTo>
                <a:lnTo>
                  <a:pt x="218" y="4059"/>
                </a:lnTo>
                <a:lnTo>
                  <a:pt x="291" y="4320"/>
                </a:lnTo>
                <a:lnTo>
                  <a:pt x="291" y="4610"/>
                </a:lnTo>
                <a:lnTo>
                  <a:pt x="291" y="4871"/>
                </a:lnTo>
                <a:lnTo>
                  <a:pt x="291" y="5190"/>
                </a:lnTo>
                <a:lnTo>
                  <a:pt x="365" y="5451"/>
                </a:lnTo>
                <a:lnTo>
                  <a:pt x="365" y="5741"/>
                </a:lnTo>
                <a:lnTo>
                  <a:pt x="365" y="6002"/>
                </a:lnTo>
                <a:lnTo>
                  <a:pt x="365" y="6321"/>
                </a:lnTo>
                <a:lnTo>
                  <a:pt x="365" y="6581"/>
                </a:lnTo>
                <a:lnTo>
                  <a:pt x="436" y="6871"/>
                </a:lnTo>
                <a:lnTo>
                  <a:pt x="436" y="7132"/>
                </a:lnTo>
                <a:lnTo>
                  <a:pt x="436" y="7393"/>
                </a:lnTo>
                <a:lnTo>
                  <a:pt x="436" y="7712"/>
                </a:lnTo>
                <a:lnTo>
                  <a:pt x="510" y="8002"/>
                </a:lnTo>
                <a:lnTo>
                  <a:pt x="510" y="8263"/>
                </a:lnTo>
                <a:lnTo>
                  <a:pt x="510" y="8524"/>
                </a:lnTo>
                <a:lnTo>
                  <a:pt x="510" y="8785"/>
                </a:lnTo>
                <a:lnTo>
                  <a:pt x="510" y="9104"/>
                </a:lnTo>
                <a:lnTo>
                  <a:pt x="583" y="9394"/>
                </a:lnTo>
                <a:lnTo>
                  <a:pt x="583" y="9655"/>
                </a:lnTo>
                <a:lnTo>
                  <a:pt x="583" y="9916"/>
                </a:lnTo>
                <a:lnTo>
                  <a:pt x="583" y="10177"/>
                </a:lnTo>
                <a:lnTo>
                  <a:pt x="657" y="10438"/>
                </a:lnTo>
                <a:lnTo>
                  <a:pt x="657" y="10786"/>
                </a:lnTo>
                <a:lnTo>
                  <a:pt x="657" y="11047"/>
                </a:lnTo>
                <a:lnTo>
                  <a:pt x="657" y="11308"/>
                </a:lnTo>
                <a:lnTo>
                  <a:pt x="657" y="11569"/>
                </a:lnTo>
                <a:lnTo>
                  <a:pt x="728" y="11859"/>
                </a:lnTo>
                <a:lnTo>
                  <a:pt x="728" y="12120"/>
                </a:lnTo>
                <a:lnTo>
                  <a:pt x="728" y="12381"/>
                </a:lnTo>
                <a:lnTo>
                  <a:pt x="728" y="12642"/>
                </a:lnTo>
                <a:lnTo>
                  <a:pt x="802" y="12990"/>
                </a:lnTo>
                <a:lnTo>
                  <a:pt x="802" y="13250"/>
                </a:lnTo>
                <a:lnTo>
                  <a:pt x="802" y="13511"/>
                </a:lnTo>
                <a:lnTo>
                  <a:pt x="802" y="13772"/>
                </a:lnTo>
                <a:lnTo>
                  <a:pt x="802" y="14033"/>
                </a:lnTo>
                <a:lnTo>
                  <a:pt x="875" y="14294"/>
                </a:lnTo>
                <a:lnTo>
                  <a:pt x="875" y="14584"/>
                </a:lnTo>
                <a:lnTo>
                  <a:pt x="875" y="14845"/>
                </a:lnTo>
                <a:lnTo>
                  <a:pt x="875" y="15106"/>
                </a:lnTo>
                <a:lnTo>
                  <a:pt x="949" y="15367"/>
                </a:lnTo>
                <a:lnTo>
                  <a:pt x="949" y="15628"/>
                </a:lnTo>
                <a:lnTo>
                  <a:pt x="949" y="15889"/>
                </a:lnTo>
                <a:lnTo>
                  <a:pt x="949" y="16179"/>
                </a:lnTo>
                <a:lnTo>
                  <a:pt x="949" y="16440"/>
                </a:lnTo>
                <a:lnTo>
                  <a:pt x="1020" y="16701"/>
                </a:lnTo>
                <a:lnTo>
                  <a:pt x="1020" y="17020"/>
                </a:lnTo>
                <a:lnTo>
                  <a:pt x="1020" y="17310"/>
                </a:lnTo>
                <a:lnTo>
                  <a:pt x="1020" y="17571"/>
                </a:lnTo>
                <a:lnTo>
                  <a:pt x="1020" y="17832"/>
                </a:lnTo>
                <a:lnTo>
                  <a:pt x="1093" y="18093"/>
                </a:lnTo>
                <a:lnTo>
                  <a:pt x="1093" y="18354"/>
                </a:lnTo>
                <a:lnTo>
                  <a:pt x="1093" y="18615"/>
                </a:lnTo>
                <a:lnTo>
                  <a:pt x="1093" y="18905"/>
                </a:lnTo>
                <a:lnTo>
                  <a:pt x="1167" y="19166"/>
                </a:lnTo>
                <a:lnTo>
                  <a:pt x="1167" y="19427"/>
                </a:lnTo>
                <a:lnTo>
                  <a:pt x="1167" y="19687"/>
                </a:lnTo>
                <a:lnTo>
                  <a:pt x="1167" y="19948"/>
                </a:lnTo>
                <a:lnTo>
                  <a:pt x="1167" y="20151"/>
                </a:lnTo>
                <a:lnTo>
                  <a:pt x="1241" y="20412"/>
                </a:lnTo>
                <a:lnTo>
                  <a:pt x="1241" y="20702"/>
                </a:lnTo>
                <a:lnTo>
                  <a:pt x="1241" y="20963"/>
                </a:lnTo>
                <a:lnTo>
                  <a:pt x="1241" y="21224"/>
                </a:lnTo>
                <a:lnTo>
                  <a:pt x="1315" y="21485"/>
                </a:lnTo>
                <a:lnTo>
                  <a:pt x="1315" y="21746"/>
                </a:lnTo>
                <a:lnTo>
                  <a:pt x="1315" y="22007"/>
                </a:lnTo>
                <a:lnTo>
                  <a:pt x="1315" y="22297"/>
                </a:lnTo>
                <a:lnTo>
                  <a:pt x="1315" y="22558"/>
                </a:lnTo>
                <a:lnTo>
                  <a:pt x="1385" y="22819"/>
                </a:lnTo>
                <a:lnTo>
                  <a:pt x="1385" y="23080"/>
                </a:lnTo>
                <a:lnTo>
                  <a:pt x="1385" y="23341"/>
                </a:lnTo>
                <a:lnTo>
                  <a:pt x="1385" y="23602"/>
                </a:lnTo>
                <a:lnTo>
                  <a:pt x="1459" y="23892"/>
                </a:lnTo>
                <a:lnTo>
                  <a:pt x="1459" y="24066"/>
                </a:lnTo>
                <a:lnTo>
                  <a:pt x="1459" y="24356"/>
                </a:lnTo>
                <a:lnTo>
                  <a:pt x="1459" y="24617"/>
                </a:lnTo>
                <a:lnTo>
                  <a:pt x="1459" y="24878"/>
                </a:lnTo>
                <a:lnTo>
                  <a:pt x="1533" y="25139"/>
                </a:lnTo>
                <a:lnTo>
                  <a:pt x="1533" y="25400"/>
                </a:lnTo>
                <a:lnTo>
                  <a:pt x="1533" y="25690"/>
                </a:lnTo>
                <a:lnTo>
                  <a:pt x="1533" y="25864"/>
                </a:lnTo>
                <a:lnTo>
                  <a:pt x="1607" y="26153"/>
                </a:lnTo>
                <a:lnTo>
                  <a:pt x="1607" y="26414"/>
                </a:lnTo>
                <a:lnTo>
                  <a:pt x="1607" y="26675"/>
                </a:lnTo>
                <a:lnTo>
                  <a:pt x="1607" y="26936"/>
                </a:lnTo>
                <a:lnTo>
                  <a:pt x="1607" y="27197"/>
                </a:lnTo>
                <a:lnTo>
                  <a:pt x="1677" y="27400"/>
                </a:lnTo>
                <a:lnTo>
                  <a:pt x="1677" y="27661"/>
                </a:lnTo>
                <a:lnTo>
                  <a:pt x="1677" y="27951"/>
                </a:lnTo>
                <a:lnTo>
                  <a:pt x="1677" y="28212"/>
                </a:lnTo>
                <a:lnTo>
                  <a:pt x="1751" y="28473"/>
                </a:lnTo>
                <a:lnTo>
                  <a:pt x="1751" y="28676"/>
                </a:lnTo>
                <a:lnTo>
                  <a:pt x="1751" y="28937"/>
                </a:lnTo>
                <a:lnTo>
                  <a:pt x="1751" y="29198"/>
                </a:lnTo>
                <a:lnTo>
                  <a:pt x="1751" y="29459"/>
                </a:lnTo>
                <a:lnTo>
                  <a:pt x="1825" y="29720"/>
                </a:lnTo>
                <a:lnTo>
                  <a:pt x="1825" y="29923"/>
                </a:lnTo>
                <a:lnTo>
                  <a:pt x="1825" y="30184"/>
                </a:lnTo>
                <a:lnTo>
                  <a:pt x="1825" y="30474"/>
                </a:lnTo>
                <a:lnTo>
                  <a:pt x="1825" y="30735"/>
                </a:lnTo>
                <a:lnTo>
                  <a:pt x="1899" y="30938"/>
                </a:lnTo>
                <a:lnTo>
                  <a:pt x="1899" y="31199"/>
                </a:lnTo>
                <a:lnTo>
                  <a:pt x="1899" y="31460"/>
                </a:lnTo>
                <a:lnTo>
                  <a:pt x="1899" y="31721"/>
                </a:lnTo>
                <a:lnTo>
                  <a:pt x="1969" y="31924"/>
                </a:lnTo>
                <a:lnTo>
                  <a:pt x="1969" y="32185"/>
                </a:lnTo>
                <a:lnTo>
                  <a:pt x="1969" y="32446"/>
                </a:lnTo>
                <a:lnTo>
                  <a:pt x="1969" y="32648"/>
                </a:lnTo>
                <a:lnTo>
                  <a:pt x="1969" y="32938"/>
                </a:lnTo>
                <a:lnTo>
                  <a:pt x="2043" y="33199"/>
                </a:lnTo>
                <a:lnTo>
                  <a:pt x="2043" y="33460"/>
                </a:lnTo>
                <a:lnTo>
                  <a:pt x="2043" y="33663"/>
                </a:lnTo>
                <a:lnTo>
                  <a:pt x="2043" y="33924"/>
                </a:lnTo>
                <a:lnTo>
                  <a:pt x="2117" y="34185"/>
                </a:lnTo>
                <a:lnTo>
                  <a:pt x="2117" y="34388"/>
                </a:lnTo>
                <a:lnTo>
                  <a:pt x="2117" y="34649"/>
                </a:lnTo>
                <a:lnTo>
                  <a:pt x="2117" y="34910"/>
                </a:lnTo>
                <a:lnTo>
                  <a:pt x="2117" y="35113"/>
                </a:lnTo>
                <a:lnTo>
                  <a:pt x="2191" y="35374"/>
                </a:lnTo>
                <a:lnTo>
                  <a:pt x="2191" y="35577"/>
                </a:lnTo>
                <a:lnTo>
                  <a:pt x="2191" y="35838"/>
                </a:lnTo>
                <a:lnTo>
                  <a:pt x="2191" y="36128"/>
                </a:lnTo>
                <a:lnTo>
                  <a:pt x="2261" y="36302"/>
                </a:lnTo>
                <a:lnTo>
                  <a:pt x="2261" y="36592"/>
                </a:lnTo>
                <a:lnTo>
                  <a:pt x="2261" y="36853"/>
                </a:lnTo>
                <a:lnTo>
                  <a:pt x="2261" y="37056"/>
                </a:lnTo>
                <a:lnTo>
                  <a:pt x="2261" y="37317"/>
                </a:lnTo>
                <a:lnTo>
                  <a:pt x="2335" y="37520"/>
                </a:lnTo>
                <a:lnTo>
                  <a:pt x="2335" y="37781"/>
                </a:lnTo>
                <a:lnTo>
                  <a:pt x="2335" y="37984"/>
                </a:lnTo>
                <a:lnTo>
                  <a:pt x="2335" y="38245"/>
                </a:lnTo>
                <a:lnTo>
                  <a:pt x="2409" y="38506"/>
                </a:lnTo>
                <a:lnTo>
                  <a:pt x="2409" y="38709"/>
                </a:lnTo>
                <a:lnTo>
                  <a:pt x="2409" y="38970"/>
                </a:lnTo>
                <a:lnTo>
                  <a:pt x="2409" y="39172"/>
                </a:lnTo>
                <a:lnTo>
                  <a:pt x="2409" y="39433"/>
                </a:lnTo>
                <a:lnTo>
                  <a:pt x="2483" y="39636"/>
                </a:lnTo>
                <a:lnTo>
                  <a:pt x="2483" y="39897"/>
                </a:lnTo>
                <a:lnTo>
                  <a:pt x="2483" y="40100"/>
                </a:lnTo>
                <a:lnTo>
                  <a:pt x="2483" y="40361"/>
                </a:lnTo>
                <a:lnTo>
                  <a:pt x="2556" y="40564"/>
                </a:lnTo>
                <a:lnTo>
                  <a:pt x="2556" y="40825"/>
                </a:lnTo>
                <a:lnTo>
                  <a:pt x="2556" y="41115"/>
                </a:lnTo>
                <a:lnTo>
                  <a:pt x="2556" y="41289"/>
                </a:lnTo>
                <a:lnTo>
                  <a:pt x="2556" y="41492"/>
                </a:lnTo>
                <a:lnTo>
                  <a:pt x="2627" y="41782"/>
                </a:lnTo>
                <a:lnTo>
                  <a:pt x="2627" y="41956"/>
                </a:lnTo>
                <a:lnTo>
                  <a:pt x="2627" y="42246"/>
                </a:lnTo>
                <a:lnTo>
                  <a:pt x="2627" y="42420"/>
                </a:lnTo>
                <a:lnTo>
                  <a:pt x="2627" y="42710"/>
                </a:lnTo>
                <a:lnTo>
                  <a:pt x="2701" y="42913"/>
                </a:lnTo>
                <a:lnTo>
                  <a:pt x="2701" y="43174"/>
                </a:lnTo>
                <a:lnTo>
                  <a:pt x="2701" y="43377"/>
                </a:lnTo>
                <a:lnTo>
                  <a:pt x="2701" y="43638"/>
                </a:lnTo>
                <a:lnTo>
                  <a:pt x="2774" y="43841"/>
                </a:lnTo>
                <a:lnTo>
                  <a:pt x="2774" y="44102"/>
                </a:lnTo>
                <a:lnTo>
                  <a:pt x="2774" y="44305"/>
                </a:lnTo>
                <a:lnTo>
                  <a:pt x="2774" y="44508"/>
                </a:lnTo>
                <a:lnTo>
                  <a:pt x="2774" y="44769"/>
                </a:lnTo>
                <a:lnTo>
                  <a:pt x="2848" y="44972"/>
                </a:lnTo>
                <a:lnTo>
                  <a:pt x="2848" y="45233"/>
                </a:lnTo>
                <a:lnTo>
                  <a:pt x="2848" y="45436"/>
                </a:lnTo>
                <a:lnTo>
                  <a:pt x="2848" y="45638"/>
                </a:lnTo>
                <a:lnTo>
                  <a:pt x="2919" y="45899"/>
                </a:lnTo>
                <a:lnTo>
                  <a:pt x="2919" y="46102"/>
                </a:lnTo>
                <a:lnTo>
                  <a:pt x="2919" y="46276"/>
                </a:lnTo>
                <a:lnTo>
                  <a:pt x="2919" y="46566"/>
                </a:lnTo>
                <a:lnTo>
                  <a:pt x="2919" y="46769"/>
                </a:lnTo>
                <a:lnTo>
                  <a:pt x="2993" y="47030"/>
                </a:lnTo>
                <a:lnTo>
                  <a:pt x="2993" y="47233"/>
                </a:lnTo>
                <a:lnTo>
                  <a:pt x="2993" y="47407"/>
                </a:lnTo>
                <a:lnTo>
                  <a:pt x="2993" y="47697"/>
                </a:lnTo>
                <a:lnTo>
                  <a:pt x="3066" y="47900"/>
                </a:lnTo>
                <a:lnTo>
                  <a:pt x="3066" y="48074"/>
                </a:lnTo>
                <a:lnTo>
                  <a:pt x="3066" y="48364"/>
                </a:lnTo>
                <a:lnTo>
                  <a:pt x="3066" y="48538"/>
                </a:lnTo>
                <a:lnTo>
                  <a:pt x="3066" y="48741"/>
                </a:lnTo>
                <a:lnTo>
                  <a:pt x="3140" y="48944"/>
                </a:lnTo>
                <a:lnTo>
                  <a:pt x="3140" y="49205"/>
                </a:lnTo>
                <a:lnTo>
                  <a:pt x="3140" y="49408"/>
                </a:lnTo>
                <a:lnTo>
                  <a:pt x="3140" y="49611"/>
                </a:lnTo>
                <a:lnTo>
                  <a:pt x="3211" y="49872"/>
                </a:lnTo>
                <a:lnTo>
                  <a:pt x="3211" y="50075"/>
                </a:lnTo>
                <a:lnTo>
                  <a:pt x="3211" y="50278"/>
                </a:lnTo>
                <a:lnTo>
                  <a:pt x="3211" y="5048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773202" y="3634485"/>
            <a:ext cx="3214" cy="34562"/>
          </a:xfrm>
          <a:custGeom>
            <a:avLst/>
            <a:gdLst/>
            <a:ahLst/>
            <a:cxnLst/>
            <a:rect l="l" t="t" r="r" b="b"/>
            <a:pathLst>
              <a:path w="3214" h="34562">
                <a:moveTo>
                  <a:pt x="0" y="0"/>
                </a:moveTo>
                <a:lnTo>
                  <a:pt x="0" y="260"/>
                </a:lnTo>
                <a:lnTo>
                  <a:pt x="73" y="463"/>
                </a:lnTo>
                <a:lnTo>
                  <a:pt x="73" y="666"/>
                </a:lnTo>
                <a:lnTo>
                  <a:pt x="73" y="869"/>
                </a:lnTo>
                <a:lnTo>
                  <a:pt x="73" y="1130"/>
                </a:lnTo>
                <a:lnTo>
                  <a:pt x="147" y="1333"/>
                </a:lnTo>
                <a:lnTo>
                  <a:pt x="147" y="1536"/>
                </a:lnTo>
                <a:lnTo>
                  <a:pt x="147" y="1739"/>
                </a:lnTo>
                <a:lnTo>
                  <a:pt x="147" y="1913"/>
                </a:lnTo>
                <a:lnTo>
                  <a:pt x="147" y="2203"/>
                </a:lnTo>
                <a:lnTo>
                  <a:pt x="221" y="2406"/>
                </a:lnTo>
                <a:lnTo>
                  <a:pt x="221" y="2580"/>
                </a:lnTo>
                <a:lnTo>
                  <a:pt x="221" y="2783"/>
                </a:lnTo>
                <a:lnTo>
                  <a:pt x="221" y="2986"/>
                </a:lnTo>
                <a:lnTo>
                  <a:pt x="221" y="3189"/>
                </a:lnTo>
                <a:lnTo>
                  <a:pt x="291" y="3450"/>
                </a:lnTo>
                <a:lnTo>
                  <a:pt x="291" y="3653"/>
                </a:lnTo>
                <a:lnTo>
                  <a:pt x="291" y="3856"/>
                </a:lnTo>
                <a:lnTo>
                  <a:pt x="291" y="4059"/>
                </a:lnTo>
                <a:lnTo>
                  <a:pt x="365" y="4262"/>
                </a:lnTo>
                <a:lnTo>
                  <a:pt x="365" y="4465"/>
                </a:lnTo>
                <a:lnTo>
                  <a:pt x="365" y="4639"/>
                </a:lnTo>
                <a:lnTo>
                  <a:pt x="365" y="4842"/>
                </a:lnTo>
                <a:lnTo>
                  <a:pt x="365" y="5132"/>
                </a:lnTo>
                <a:lnTo>
                  <a:pt x="439" y="5306"/>
                </a:lnTo>
                <a:lnTo>
                  <a:pt x="439" y="5509"/>
                </a:lnTo>
                <a:lnTo>
                  <a:pt x="439" y="5712"/>
                </a:lnTo>
                <a:lnTo>
                  <a:pt x="439" y="5915"/>
                </a:lnTo>
                <a:lnTo>
                  <a:pt x="513" y="6118"/>
                </a:lnTo>
                <a:lnTo>
                  <a:pt x="513" y="6321"/>
                </a:lnTo>
                <a:lnTo>
                  <a:pt x="513" y="6523"/>
                </a:lnTo>
                <a:lnTo>
                  <a:pt x="513" y="6726"/>
                </a:lnTo>
                <a:lnTo>
                  <a:pt x="513" y="6900"/>
                </a:lnTo>
                <a:lnTo>
                  <a:pt x="587" y="7103"/>
                </a:lnTo>
                <a:lnTo>
                  <a:pt x="587" y="7306"/>
                </a:lnTo>
                <a:lnTo>
                  <a:pt x="587" y="7509"/>
                </a:lnTo>
                <a:lnTo>
                  <a:pt x="587" y="7712"/>
                </a:lnTo>
                <a:lnTo>
                  <a:pt x="657" y="7915"/>
                </a:lnTo>
                <a:lnTo>
                  <a:pt x="657" y="8118"/>
                </a:lnTo>
                <a:lnTo>
                  <a:pt x="657" y="8321"/>
                </a:lnTo>
                <a:lnTo>
                  <a:pt x="657" y="8495"/>
                </a:lnTo>
                <a:lnTo>
                  <a:pt x="657" y="8698"/>
                </a:lnTo>
                <a:lnTo>
                  <a:pt x="731" y="8901"/>
                </a:lnTo>
                <a:lnTo>
                  <a:pt x="731" y="9104"/>
                </a:lnTo>
                <a:lnTo>
                  <a:pt x="731" y="9307"/>
                </a:lnTo>
                <a:lnTo>
                  <a:pt x="731" y="9510"/>
                </a:lnTo>
                <a:lnTo>
                  <a:pt x="805" y="9713"/>
                </a:lnTo>
                <a:lnTo>
                  <a:pt x="805" y="9916"/>
                </a:lnTo>
                <a:lnTo>
                  <a:pt x="805" y="10119"/>
                </a:lnTo>
                <a:lnTo>
                  <a:pt x="805" y="10293"/>
                </a:lnTo>
                <a:lnTo>
                  <a:pt x="805" y="10496"/>
                </a:lnTo>
                <a:lnTo>
                  <a:pt x="879" y="10699"/>
                </a:lnTo>
                <a:lnTo>
                  <a:pt x="879" y="10902"/>
                </a:lnTo>
                <a:lnTo>
                  <a:pt x="879" y="11105"/>
                </a:lnTo>
                <a:lnTo>
                  <a:pt x="879" y="11308"/>
                </a:lnTo>
                <a:lnTo>
                  <a:pt x="949" y="11511"/>
                </a:lnTo>
                <a:lnTo>
                  <a:pt x="949" y="11714"/>
                </a:lnTo>
                <a:lnTo>
                  <a:pt x="949" y="12033"/>
                </a:lnTo>
                <a:lnTo>
                  <a:pt x="949" y="12236"/>
                </a:lnTo>
                <a:lnTo>
                  <a:pt x="1023" y="12439"/>
                </a:lnTo>
                <a:lnTo>
                  <a:pt x="1023" y="12642"/>
                </a:lnTo>
                <a:lnTo>
                  <a:pt x="1023" y="12845"/>
                </a:lnTo>
                <a:lnTo>
                  <a:pt x="1023" y="13019"/>
                </a:lnTo>
                <a:lnTo>
                  <a:pt x="1023" y="13221"/>
                </a:lnTo>
                <a:lnTo>
                  <a:pt x="1097" y="13366"/>
                </a:lnTo>
                <a:lnTo>
                  <a:pt x="1097" y="13569"/>
                </a:lnTo>
                <a:lnTo>
                  <a:pt x="1097" y="13772"/>
                </a:lnTo>
                <a:lnTo>
                  <a:pt x="1097" y="13975"/>
                </a:lnTo>
                <a:lnTo>
                  <a:pt x="1170" y="14149"/>
                </a:lnTo>
                <a:lnTo>
                  <a:pt x="1170" y="14294"/>
                </a:lnTo>
                <a:lnTo>
                  <a:pt x="1170" y="14497"/>
                </a:lnTo>
                <a:lnTo>
                  <a:pt x="1170" y="14700"/>
                </a:lnTo>
                <a:lnTo>
                  <a:pt x="1170" y="14903"/>
                </a:lnTo>
                <a:lnTo>
                  <a:pt x="1241" y="15106"/>
                </a:lnTo>
                <a:lnTo>
                  <a:pt x="1241" y="15425"/>
                </a:lnTo>
                <a:lnTo>
                  <a:pt x="1241" y="15628"/>
                </a:lnTo>
                <a:lnTo>
                  <a:pt x="1315" y="15831"/>
                </a:lnTo>
                <a:lnTo>
                  <a:pt x="1315" y="16150"/>
                </a:lnTo>
                <a:lnTo>
                  <a:pt x="1315" y="16353"/>
                </a:lnTo>
                <a:lnTo>
                  <a:pt x="1315" y="16556"/>
                </a:lnTo>
                <a:lnTo>
                  <a:pt x="1389" y="16701"/>
                </a:lnTo>
                <a:lnTo>
                  <a:pt x="1389" y="16875"/>
                </a:lnTo>
                <a:lnTo>
                  <a:pt x="1389" y="17078"/>
                </a:lnTo>
                <a:lnTo>
                  <a:pt x="1389" y="17281"/>
                </a:lnTo>
                <a:lnTo>
                  <a:pt x="1462" y="17426"/>
                </a:lnTo>
                <a:lnTo>
                  <a:pt x="1462" y="17629"/>
                </a:lnTo>
                <a:lnTo>
                  <a:pt x="1462" y="17832"/>
                </a:lnTo>
                <a:lnTo>
                  <a:pt x="1462" y="18151"/>
                </a:lnTo>
                <a:lnTo>
                  <a:pt x="1533" y="18354"/>
                </a:lnTo>
                <a:lnTo>
                  <a:pt x="1533" y="18673"/>
                </a:lnTo>
                <a:lnTo>
                  <a:pt x="1533" y="18876"/>
                </a:lnTo>
                <a:lnTo>
                  <a:pt x="1607" y="19021"/>
                </a:lnTo>
                <a:lnTo>
                  <a:pt x="1607" y="19224"/>
                </a:lnTo>
                <a:lnTo>
                  <a:pt x="1607" y="19543"/>
                </a:lnTo>
                <a:lnTo>
                  <a:pt x="1607" y="19745"/>
                </a:lnTo>
                <a:lnTo>
                  <a:pt x="1681" y="19890"/>
                </a:lnTo>
                <a:lnTo>
                  <a:pt x="1681" y="20093"/>
                </a:lnTo>
                <a:lnTo>
                  <a:pt x="1681" y="20267"/>
                </a:lnTo>
                <a:lnTo>
                  <a:pt x="1681" y="20412"/>
                </a:lnTo>
                <a:lnTo>
                  <a:pt x="1754" y="20615"/>
                </a:lnTo>
                <a:lnTo>
                  <a:pt x="1754" y="20934"/>
                </a:lnTo>
                <a:lnTo>
                  <a:pt x="1754" y="21079"/>
                </a:lnTo>
                <a:lnTo>
                  <a:pt x="1754" y="21282"/>
                </a:lnTo>
                <a:lnTo>
                  <a:pt x="1828" y="21601"/>
                </a:lnTo>
                <a:lnTo>
                  <a:pt x="1828" y="21804"/>
                </a:lnTo>
                <a:lnTo>
                  <a:pt x="1828" y="21949"/>
                </a:lnTo>
                <a:lnTo>
                  <a:pt x="1828" y="22152"/>
                </a:lnTo>
                <a:lnTo>
                  <a:pt x="1899" y="22471"/>
                </a:lnTo>
                <a:lnTo>
                  <a:pt x="1899" y="22616"/>
                </a:lnTo>
                <a:lnTo>
                  <a:pt x="1899" y="22819"/>
                </a:lnTo>
                <a:lnTo>
                  <a:pt x="1972" y="23138"/>
                </a:lnTo>
                <a:lnTo>
                  <a:pt x="1972" y="23283"/>
                </a:lnTo>
                <a:lnTo>
                  <a:pt x="1972" y="23457"/>
                </a:lnTo>
                <a:lnTo>
                  <a:pt x="1972" y="23602"/>
                </a:lnTo>
                <a:lnTo>
                  <a:pt x="2046" y="23747"/>
                </a:lnTo>
                <a:lnTo>
                  <a:pt x="2046" y="23950"/>
                </a:lnTo>
                <a:lnTo>
                  <a:pt x="2046" y="24269"/>
                </a:lnTo>
                <a:lnTo>
                  <a:pt x="2120" y="24414"/>
                </a:lnTo>
                <a:lnTo>
                  <a:pt x="2120" y="24588"/>
                </a:lnTo>
                <a:lnTo>
                  <a:pt x="2120" y="24733"/>
                </a:lnTo>
                <a:lnTo>
                  <a:pt x="2120" y="24878"/>
                </a:lnTo>
                <a:lnTo>
                  <a:pt x="2120" y="25081"/>
                </a:lnTo>
                <a:lnTo>
                  <a:pt x="2191" y="25400"/>
                </a:lnTo>
                <a:lnTo>
                  <a:pt x="2191" y="25545"/>
                </a:lnTo>
                <a:lnTo>
                  <a:pt x="2264" y="25864"/>
                </a:lnTo>
                <a:lnTo>
                  <a:pt x="2264" y="26009"/>
                </a:lnTo>
                <a:lnTo>
                  <a:pt x="2264" y="26327"/>
                </a:lnTo>
                <a:lnTo>
                  <a:pt x="2264" y="26472"/>
                </a:lnTo>
                <a:lnTo>
                  <a:pt x="2338" y="26791"/>
                </a:lnTo>
                <a:lnTo>
                  <a:pt x="2338" y="26936"/>
                </a:lnTo>
                <a:lnTo>
                  <a:pt x="2412" y="27255"/>
                </a:lnTo>
                <a:lnTo>
                  <a:pt x="2412" y="27400"/>
                </a:lnTo>
                <a:lnTo>
                  <a:pt x="2412" y="27719"/>
                </a:lnTo>
                <a:lnTo>
                  <a:pt x="2412" y="27864"/>
                </a:lnTo>
                <a:lnTo>
                  <a:pt x="2483" y="28125"/>
                </a:lnTo>
                <a:lnTo>
                  <a:pt x="2483" y="28328"/>
                </a:lnTo>
                <a:lnTo>
                  <a:pt x="2556" y="28589"/>
                </a:lnTo>
                <a:lnTo>
                  <a:pt x="2556" y="28734"/>
                </a:lnTo>
                <a:lnTo>
                  <a:pt x="2556" y="28937"/>
                </a:lnTo>
                <a:lnTo>
                  <a:pt x="2556" y="29198"/>
                </a:lnTo>
                <a:lnTo>
                  <a:pt x="2630" y="29459"/>
                </a:lnTo>
                <a:lnTo>
                  <a:pt x="2630" y="29662"/>
                </a:lnTo>
                <a:lnTo>
                  <a:pt x="2630" y="29923"/>
                </a:lnTo>
                <a:lnTo>
                  <a:pt x="2704" y="30068"/>
                </a:lnTo>
                <a:lnTo>
                  <a:pt x="2704" y="30387"/>
                </a:lnTo>
                <a:lnTo>
                  <a:pt x="2704" y="30532"/>
                </a:lnTo>
                <a:lnTo>
                  <a:pt x="2774" y="30793"/>
                </a:lnTo>
                <a:lnTo>
                  <a:pt x="2774" y="31054"/>
                </a:lnTo>
                <a:lnTo>
                  <a:pt x="2774" y="31199"/>
                </a:lnTo>
                <a:lnTo>
                  <a:pt x="2848" y="31518"/>
                </a:lnTo>
                <a:lnTo>
                  <a:pt x="2848" y="31663"/>
                </a:lnTo>
                <a:lnTo>
                  <a:pt x="2922" y="31924"/>
                </a:lnTo>
                <a:lnTo>
                  <a:pt x="2922" y="32185"/>
                </a:lnTo>
                <a:lnTo>
                  <a:pt x="2922" y="32330"/>
                </a:lnTo>
                <a:lnTo>
                  <a:pt x="2996" y="32591"/>
                </a:lnTo>
                <a:lnTo>
                  <a:pt x="2996" y="32851"/>
                </a:lnTo>
                <a:lnTo>
                  <a:pt x="3070" y="33112"/>
                </a:lnTo>
                <a:lnTo>
                  <a:pt x="3070" y="33257"/>
                </a:lnTo>
                <a:lnTo>
                  <a:pt x="3070" y="33518"/>
                </a:lnTo>
                <a:lnTo>
                  <a:pt x="3140" y="33779"/>
                </a:lnTo>
                <a:lnTo>
                  <a:pt x="3140" y="33924"/>
                </a:lnTo>
                <a:lnTo>
                  <a:pt x="3140" y="34185"/>
                </a:lnTo>
                <a:lnTo>
                  <a:pt x="3214" y="3444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3776417" y="3669048"/>
            <a:ext cx="3214" cy="16498"/>
          </a:xfrm>
          <a:custGeom>
            <a:avLst/>
            <a:gdLst/>
            <a:ahLst/>
            <a:cxnLst/>
            <a:rect l="l" t="t" r="r" b="b"/>
            <a:pathLst>
              <a:path w="3214" h="16498">
                <a:moveTo>
                  <a:pt x="0" y="0"/>
                </a:moveTo>
                <a:lnTo>
                  <a:pt x="0" y="144"/>
                </a:lnTo>
                <a:lnTo>
                  <a:pt x="0" y="289"/>
                </a:lnTo>
                <a:lnTo>
                  <a:pt x="73" y="550"/>
                </a:lnTo>
                <a:lnTo>
                  <a:pt x="73" y="811"/>
                </a:lnTo>
                <a:lnTo>
                  <a:pt x="147" y="956"/>
                </a:lnTo>
                <a:lnTo>
                  <a:pt x="147" y="1130"/>
                </a:lnTo>
                <a:lnTo>
                  <a:pt x="147" y="1275"/>
                </a:lnTo>
                <a:lnTo>
                  <a:pt x="147" y="1420"/>
                </a:lnTo>
                <a:lnTo>
                  <a:pt x="218" y="1681"/>
                </a:lnTo>
                <a:lnTo>
                  <a:pt x="218" y="1942"/>
                </a:lnTo>
                <a:lnTo>
                  <a:pt x="291" y="2145"/>
                </a:lnTo>
                <a:lnTo>
                  <a:pt x="291" y="2406"/>
                </a:lnTo>
                <a:lnTo>
                  <a:pt x="291" y="2551"/>
                </a:lnTo>
                <a:lnTo>
                  <a:pt x="365" y="2754"/>
                </a:lnTo>
                <a:lnTo>
                  <a:pt x="365" y="3015"/>
                </a:lnTo>
                <a:lnTo>
                  <a:pt x="439" y="3218"/>
                </a:lnTo>
                <a:lnTo>
                  <a:pt x="439" y="3479"/>
                </a:lnTo>
                <a:lnTo>
                  <a:pt x="510" y="3682"/>
                </a:lnTo>
                <a:lnTo>
                  <a:pt x="510" y="3943"/>
                </a:lnTo>
                <a:lnTo>
                  <a:pt x="510" y="4146"/>
                </a:lnTo>
                <a:lnTo>
                  <a:pt x="583" y="4407"/>
                </a:lnTo>
                <a:lnTo>
                  <a:pt x="583" y="4610"/>
                </a:lnTo>
                <a:lnTo>
                  <a:pt x="657" y="4813"/>
                </a:lnTo>
                <a:lnTo>
                  <a:pt x="657" y="5074"/>
                </a:lnTo>
                <a:lnTo>
                  <a:pt x="731" y="5277"/>
                </a:lnTo>
                <a:lnTo>
                  <a:pt x="731" y="5480"/>
                </a:lnTo>
                <a:lnTo>
                  <a:pt x="802" y="5654"/>
                </a:lnTo>
                <a:lnTo>
                  <a:pt x="802" y="5799"/>
                </a:lnTo>
                <a:lnTo>
                  <a:pt x="802" y="5944"/>
                </a:lnTo>
                <a:lnTo>
                  <a:pt x="802" y="6118"/>
                </a:lnTo>
                <a:lnTo>
                  <a:pt x="875" y="6321"/>
                </a:lnTo>
                <a:lnTo>
                  <a:pt x="875" y="6466"/>
                </a:lnTo>
                <a:lnTo>
                  <a:pt x="949" y="6668"/>
                </a:lnTo>
                <a:lnTo>
                  <a:pt x="949" y="6871"/>
                </a:lnTo>
                <a:lnTo>
                  <a:pt x="949" y="7074"/>
                </a:lnTo>
                <a:lnTo>
                  <a:pt x="1023" y="7248"/>
                </a:lnTo>
                <a:lnTo>
                  <a:pt x="1023" y="7451"/>
                </a:lnTo>
                <a:lnTo>
                  <a:pt x="1097" y="7654"/>
                </a:lnTo>
                <a:lnTo>
                  <a:pt x="1097" y="7857"/>
                </a:lnTo>
                <a:lnTo>
                  <a:pt x="1167" y="8060"/>
                </a:lnTo>
                <a:lnTo>
                  <a:pt x="1167" y="8263"/>
                </a:lnTo>
                <a:lnTo>
                  <a:pt x="1241" y="8524"/>
                </a:lnTo>
                <a:lnTo>
                  <a:pt x="1241" y="8727"/>
                </a:lnTo>
                <a:lnTo>
                  <a:pt x="1315" y="8988"/>
                </a:lnTo>
                <a:lnTo>
                  <a:pt x="1315" y="9133"/>
                </a:lnTo>
                <a:lnTo>
                  <a:pt x="1389" y="9336"/>
                </a:lnTo>
                <a:lnTo>
                  <a:pt x="1389" y="9510"/>
                </a:lnTo>
                <a:lnTo>
                  <a:pt x="1459" y="9713"/>
                </a:lnTo>
                <a:lnTo>
                  <a:pt x="1459" y="9858"/>
                </a:lnTo>
                <a:lnTo>
                  <a:pt x="1459" y="10061"/>
                </a:lnTo>
                <a:lnTo>
                  <a:pt x="1533" y="10322"/>
                </a:lnTo>
                <a:lnTo>
                  <a:pt x="1607" y="10467"/>
                </a:lnTo>
                <a:lnTo>
                  <a:pt x="1607" y="10641"/>
                </a:lnTo>
                <a:lnTo>
                  <a:pt x="1607" y="10786"/>
                </a:lnTo>
                <a:lnTo>
                  <a:pt x="1681" y="10989"/>
                </a:lnTo>
                <a:lnTo>
                  <a:pt x="1751" y="11192"/>
                </a:lnTo>
                <a:lnTo>
                  <a:pt x="1751" y="11395"/>
                </a:lnTo>
                <a:lnTo>
                  <a:pt x="1825" y="11598"/>
                </a:lnTo>
                <a:lnTo>
                  <a:pt x="1825" y="11772"/>
                </a:lnTo>
                <a:lnTo>
                  <a:pt x="1825" y="11917"/>
                </a:lnTo>
                <a:lnTo>
                  <a:pt x="1899" y="12062"/>
                </a:lnTo>
                <a:lnTo>
                  <a:pt x="1972" y="12236"/>
                </a:lnTo>
                <a:lnTo>
                  <a:pt x="1972" y="12381"/>
                </a:lnTo>
                <a:lnTo>
                  <a:pt x="1972" y="12526"/>
                </a:lnTo>
                <a:lnTo>
                  <a:pt x="2043" y="12729"/>
                </a:lnTo>
                <a:lnTo>
                  <a:pt x="2117" y="12903"/>
                </a:lnTo>
                <a:lnTo>
                  <a:pt x="2117" y="13047"/>
                </a:lnTo>
                <a:lnTo>
                  <a:pt x="2117" y="13192"/>
                </a:lnTo>
                <a:lnTo>
                  <a:pt x="2191" y="13366"/>
                </a:lnTo>
                <a:lnTo>
                  <a:pt x="2264" y="13511"/>
                </a:lnTo>
                <a:lnTo>
                  <a:pt x="2264" y="13656"/>
                </a:lnTo>
                <a:lnTo>
                  <a:pt x="2338" y="13830"/>
                </a:lnTo>
                <a:lnTo>
                  <a:pt x="2338" y="13975"/>
                </a:lnTo>
                <a:lnTo>
                  <a:pt x="2409" y="14120"/>
                </a:lnTo>
                <a:lnTo>
                  <a:pt x="2409" y="14323"/>
                </a:lnTo>
                <a:lnTo>
                  <a:pt x="2483" y="14497"/>
                </a:lnTo>
                <a:lnTo>
                  <a:pt x="2556" y="14642"/>
                </a:lnTo>
                <a:lnTo>
                  <a:pt x="2556" y="14787"/>
                </a:lnTo>
                <a:lnTo>
                  <a:pt x="2630" y="14961"/>
                </a:lnTo>
                <a:lnTo>
                  <a:pt x="2701" y="15106"/>
                </a:lnTo>
                <a:lnTo>
                  <a:pt x="2701" y="15251"/>
                </a:lnTo>
                <a:lnTo>
                  <a:pt x="2774" y="15454"/>
                </a:lnTo>
                <a:lnTo>
                  <a:pt x="2848" y="15628"/>
                </a:lnTo>
                <a:lnTo>
                  <a:pt x="2922" y="15773"/>
                </a:lnTo>
                <a:lnTo>
                  <a:pt x="2922" y="15918"/>
                </a:lnTo>
                <a:lnTo>
                  <a:pt x="3066" y="16092"/>
                </a:lnTo>
                <a:lnTo>
                  <a:pt x="3066" y="16237"/>
                </a:lnTo>
                <a:lnTo>
                  <a:pt x="3140" y="16382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3779631" y="3683371"/>
            <a:ext cx="3211" cy="3508"/>
          </a:xfrm>
          <a:custGeom>
            <a:avLst/>
            <a:gdLst/>
            <a:ahLst/>
            <a:cxnLst/>
            <a:rect l="l" t="t" r="r" b="b"/>
            <a:pathLst>
              <a:path w="3211" h="3508">
                <a:moveTo>
                  <a:pt x="0" y="2174"/>
                </a:moveTo>
                <a:lnTo>
                  <a:pt x="70" y="2319"/>
                </a:lnTo>
                <a:lnTo>
                  <a:pt x="144" y="2522"/>
                </a:lnTo>
                <a:lnTo>
                  <a:pt x="218" y="2725"/>
                </a:lnTo>
                <a:lnTo>
                  <a:pt x="365" y="2841"/>
                </a:lnTo>
                <a:lnTo>
                  <a:pt x="436" y="2986"/>
                </a:lnTo>
                <a:lnTo>
                  <a:pt x="583" y="3102"/>
                </a:lnTo>
                <a:lnTo>
                  <a:pt x="657" y="3247"/>
                </a:lnTo>
                <a:lnTo>
                  <a:pt x="802" y="3305"/>
                </a:lnTo>
                <a:lnTo>
                  <a:pt x="875" y="3392"/>
                </a:lnTo>
                <a:lnTo>
                  <a:pt x="1020" y="3450"/>
                </a:lnTo>
                <a:lnTo>
                  <a:pt x="1167" y="3508"/>
                </a:lnTo>
                <a:lnTo>
                  <a:pt x="1312" y="3508"/>
                </a:lnTo>
                <a:lnTo>
                  <a:pt x="1385" y="3508"/>
                </a:lnTo>
                <a:lnTo>
                  <a:pt x="1385" y="3450"/>
                </a:lnTo>
                <a:lnTo>
                  <a:pt x="1533" y="3450"/>
                </a:lnTo>
                <a:lnTo>
                  <a:pt x="1607" y="3305"/>
                </a:lnTo>
                <a:lnTo>
                  <a:pt x="1751" y="3247"/>
                </a:lnTo>
                <a:lnTo>
                  <a:pt x="1825" y="3102"/>
                </a:lnTo>
                <a:lnTo>
                  <a:pt x="1969" y="2986"/>
                </a:lnTo>
                <a:lnTo>
                  <a:pt x="2043" y="2841"/>
                </a:lnTo>
                <a:lnTo>
                  <a:pt x="2043" y="2841"/>
                </a:lnTo>
                <a:lnTo>
                  <a:pt x="2191" y="2638"/>
                </a:lnTo>
                <a:lnTo>
                  <a:pt x="2261" y="2435"/>
                </a:lnTo>
                <a:lnTo>
                  <a:pt x="2409" y="2261"/>
                </a:lnTo>
                <a:lnTo>
                  <a:pt x="2409" y="2116"/>
                </a:lnTo>
                <a:lnTo>
                  <a:pt x="2483" y="1971"/>
                </a:lnTo>
                <a:lnTo>
                  <a:pt x="2553" y="1768"/>
                </a:lnTo>
                <a:lnTo>
                  <a:pt x="2627" y="1594"/>
                </a:lnTo>
                <a:lnTo>
                  <a:pt x="2701" y="1449"/>
                </a:lnTo>
                <a:lnTo>
                  <a:pt x="2774" y="1304"/>
                </a:lnTo>
                <a:lnTo>
                  <a:pt x="2848" y="1130"/>
                </a:lnTo>
                <a:lnTo>
                  <a:pt x="2848" y="985"/>
                </a:lnTo>
                <a:lnTo>
                  <a:pt x="2919" y="840"/>
                </a:lnTo>
                <a:lnTo>
                  <a:pt x="2993" y="637"/>
                </a:lnTo>
                <a:lnTo>
                  <a:pt x="3066" y="463"/>
                </a:lnTo>
                <a:lnTo>
                  <a:pt x="3066" y="318"/>
                </a:lnTo>
                <a:lnTo>
                  <a:pt x="3140" y="173"/>
                </a:lnTo>
                <a:lnTo>
                  <a:pt x="3211" y="0"/>
                </a:lnTo>
              </a:path>
            </a:pathLst>
          </a:custGeom>
          <a:ln w="4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3782842" y="3663741"/>
            <a:ext cx="3140" cy="19629"/>
          </a:xfrm>
          <a:custGeom>
            <a:avLst/>
            <a:gdLst/>
            <a:ahLst/>
            <a:cxnLst/>
            <a:rect l="l" t="t" r="r" b="b"/>
            <a:pathLst>
              <a:path w="3140" h="19629">
                <a:moveTo>
                  <a:pt x="0" y="19629"/>
                </a:moveTo>
                <a:lnTo>
                  <a:pt x="0" y="19485"/>
                </a:lnTo>
                <a:lnTo>
                  <a:pt x="73" y="19340"/>
                </a:lnTo>
                <a:lnTo>
                  <a:pt x="73" y="19137"/>
                </a:lnTo>
                <a:lnTo>
                  <a:pt x="147" y="18963"/>
                </a:lnTo>
                <a:lnTo>
                  <a:pt x="221" y="18818"/>
                </a:lnTo>
                <a:lnTo>
                  <a:pt x="221" y="18673"/>
                </a:lnTo>
                <a:lnTo>
                  <a:pt x="291" y="18499"/>
                </a:lnTo>
                <a:lnTo>
                  <a:pt x="291" y="18354"/>
                </a:lnTo>
                <a:lnTo>
                  <a:pt x="365" y="18209"/>
                </a:lnTo>
                <a:lnTo>
                  <a:pt x="365" y="18035"/>
                </a:lnTo>
                <a:lnTo>
                  <a:pt x="439" y="17890"/>
                </a:lnTo>
                <a:lnTo>
                  <a:pt x="439" y="17745"/>
                </a:lnTo>
                <a:lnTo>
                  <a:pt x="513" y="17542"/>
                </a:lnTo>
                <a:lnTo>
                  <a:pt x="513" y="17281"/>
                </a:lnTo>
                <a:lnTo>
                  <a:pt x="583" y="17078"/>
                </a:lnTo>
                <a:lnTo>
                  <a:pt x="657" y="16904"/>
                </a:lnTo>
                <a:lnTo>
                  <a:pt x="657" y="16759"/>
                </a:lnTo>
                <a:lnTo>
                  <a:pt x="657" y="16614"/>
                </a:lnTo>
                <a:lnTo>
                  <a:pt x="731" y="16411"/>
                </a:lnTo>
                <a:lnTo>
                  <a:pt x="805" y="16150"/>
                </a:lnTo>
                <a:lnTo>
                  <a:pt x="805" y="15947"/>
                </a:lnTo>
                <a:lnTo>
                  <a:pt x="879" y="15773"/>
                </a:lnTo>
                <a:lnTo>
                  <a:pt x="879" y="15628"/>
                </a:lnTo>
                <a:lnTo>
                  <a:pt x="949" y="15483"/>
                </a:lnTo>
                <a:lnTo>
                  <a:pt x="949" y="15280"/>
                </a:lnTo>
                <a:lnTo>
                  <a:pt x="1023" y="15019"/>
                </a:lnTo>
                <a:lnTo>
                  <a:pt x="1023" y="14758"/>
                </a:lnTo>
                <a:lnTo>
                  <a:pt x="1097" y="14555"/>
                </a:lnTo>
                <a:lnTo>
                  <a:pt x="1170" y="14352"/>
                </a:lnTo>
                <a:lnTo>
                  <a:pt x="1170" y="14149"/>
                </a:lnTo>
                <a:lnTo>
                  <a:pt x="1241" y="13888"/>
                </a:lnTo>
                <a:lnTo>
                  <a:pt x="1241" y="13627"/>
                </a:lnTo>
                <a:lnTo>
                  <a:pt x="1315" y="13424"/>
                </a:lnTo>
                <a:lnTo>
                  <a:pt x="1315" y="13163"/>
                </a:lnTo>
                <a:lnTo>
                  <a:pt x="1389" y="12961"/>
                </a:lnTo>
                <a:lnTo>
                  <a:pt x="1462" y="12700"/>
                </a:lnTo>
                <a:lnTo>
                  <a:pt x="1462" y="12497"/>
                </a:lnTo>
                <a:lnTo>
                  <a:pt x="1462" y="12294"/>
                </a:lnTo>
                <a:lnTo>
                  <a:pt x="1533" y="12091"/>
                </a:lnTo>
                <a:lnTo>
                  <a:pt x="1533" y="11917"/>
                </a:lnTo>
                <a:lnTo>
                  <a:pt x="1607" y="11714"/>
                </a:lnTo>
                <a:lnTo>
                  <a:pt x="1607" y="11511"/>
                </a:lnTo>
                <a:lnTo>
                  <a:pt x="1681" y="11308"/>
                </a:lnTo>
                <a:lnTo>
                  <a:pt x="1681" y="11105"/>
                </a:lnTo>
                <a:lnTo>
                  <a:pt x="1754" y="10902"/>
                </a:lnTo>
                <a:lnTo>
                  <a:pt x="1754" y="10699"/>
                </a:lnTo>
                <a:lnTo>
                  <a:pt x="1754" y="10496"/>
                </a:lnTo>
                <a:lnTo>
                  <a:pt x="1825" y="10293"/>
                </a:lnTo>
                <a:lnTo>
                  <a:pt x="1825" y="10119"/>
                </a:lnTo>
                <a:lnTo>
                  <a:pt x="1825" y="9974"/>
                </a:lnTo>
                <a:lnTo>
                  <a:pt x="1899" y="9829"/>
                </a:lnTo>
                <a:lnTo>
                  <a:pt x="1899" y="9655"/>
                </a:lnTo>
                <a:lnTo>
                  <a:pt x="1972" y="9452"/>
                </a:lnTo>
                <a:lnTo>
                  <a:pt x="1972" y="9307"/>
                </a:lnTo>
                <a:lnTo>
                  <a:pt x="1972" y="9104"/>
                </a:lnTo>
                <a:lnTo>
                  <a:pt x="2046" y="8901"/>
                </a:lnTo>
                <a:lnTo>
                  <a:pt x="2046" y="8640"/>
                </a:lnTo>
                <a:lnTo>
                  <a:pt x="2120" y="8437"/>
                </a:lnTo>
                <a:lnTo>
                  <a:pt x="2120" y="8234"/>
                </a:lnTo>
                <a:lnTo>
                  <a:pt x="2120" y="7973"/>
                </a:lnTo>
                <a:lnTo>
                  <a:pt x="2191" y="7770"/>
                </a:lnTo>
                <a:lnTo>
                  <a:pt x="2191" y="7509"/>
                </a:lnTo>
                <a:lnTo>
                  <a:pt x="2264" y="7306"/>
                </a:lnTo>
                <a:lnTo>
                  <a:pt x="2264" y="7045"/>
                </a:lnTo>
                <a:lnTo>
                  <a:pt x="2338" y="6842"/>
                </a:lnTo>
                <a:lnTo>
                  <a:pt x="2338" y="6581"/>
                </a:lnTo>
                <a:lnTo>
                  <a:pt x="2338" y="6437"/>
                </a:lnTo>
                <a:lnTo>
                  <a:pt x="2412" y="6263"/>
                </a:lnTo>
                <a:lnTo>
                  <a:pt x="2412" y="6118"/>
                </a:lnTo>
                <a:lnTo>
                  <a:pt x="2412" y="5973"/>
                </a:lnTo>
                <a:lnTo>
                  <a:pt x="2483" y="5712"/>
                </a:lnTo>
                <a:lnTo>
                  <a:pt x="2483" y="5509"/>
                </a:lnTo>
                <a:lnTo>
                  <a:pt x="2556" y="5248"/>
                </a:lnTo>
                <a:lnTo>
                  <a:pt x="2556" y="4987"/>
                </a:lnTo>
                <a:lnTo>
                  <a:pt x="2556" y="4784"/>
                </a:lnTo>
                <a:lnTo>
                  <a:pt x="2630" y="4523"/>
                </a:lnTo>
                <a:lnTo>
                  <a:pt x="2630" y="4378"/>
                </a:lnTo>
                <a:lnTo>
                  <a:pt x="2630" y="4117"/>
                </a:lnTo>
                <a:lnTo>
                  <a:pt x="2704" y="3856"/>
                </a:lnTo>
                <a:lnTo>
                  <a:pt x="2704" y="3711"/>
                </a:lnTo>
                <a:lnTo>
                  <a:pt x="2774" y="3537"/>
                </a:lnTo>
                <a:lnTo>
                  <a:pt x="2774" y="3392"/>
                </a:lnTo>
                <a:lnTo>
                  <a:pt x="2774" y="3247"/>
                </a:lnTo>
                <a:lnTo>
                  <a:pt x="2774" y="2986"/>
                </a:lnTo>
                <a:lnTo>
                  <a:pt x="2848" y="2725"/>
                </a:lnTo>
                <a:lnTo>
                  <a:pt x="2848" y="2580"/>
                </a:lnTo>
                <a:lnTo>
                  <a:pt x="2922" y="2319"/>
                </a:lnTo>
                <a:lnTo>
                  <a:pt x="2922" y="2058"/>
                </a:lnTo>
                <a:lnTo>
                  <a:pt x="2922" y="1797"/>
                </a:lnTo>
                <a:lnTo>
                  <a:pt x="2996" y="1652"/>
                </a:lnTo>
                <a:lnTo>
                  <a:pt x="2996" y="1391"/>
                </a:lnTo>
                <a:lnTo>
                  <a:pt x="3066" y="1130"/>
                </a:lnTo>
                <a:lnTo>
                  <a:pt x="3066" y="985"/>
                </a:lnTo>
                <a:lnTo>
                  <a:pt x="3066" y="724"/>
                </a:lnTo>
                <a:lnTo>
                  <a:pt x="3140" y="463"/>
                </a:lnTo>
                <a:lnTo>
                  <a:pt x="3140" y="260"/>
                </a:lnTo>
                <a:lnTo>
                  <a:pt x="31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785983" y="3629295"/>
            <a:ext cx="3214" cy="34446"/>
          </a:xfrm>
          <a:custGeom>
            <a:avLst/>
            <a:gdLst/>
            <a:ahLst/>
            <a:cxnLst/>
            <a:rect l="l" t="t" r="r" b="b"/>
            <a:pathLst>
              <a:path w="3214" h="34446">
                <a:moveTo>
                  <a:pt x="0" y="34446"/>
                </a:moveTo>
                <a:lnTo>
                  <a:pt x="73" y="34301"/>
                </a:lnTo>
                <a:lnTo>
                  <a:pt x="73" y="34040"/>
                </a:lnTo>
                <a:lnTo>
                  <a:pt x="73" y="33779"/>
                </a:lnTo>
                <a:lnTo>
                  <a:pt x="147" y="33634"/>
                </a:lnTo>
                <a:lnTo>
                  <a:pt x="147" y="33315"/>
                </a:lnTo>
                <a:lnTo>
                  <a:pt x="147" y="33170"/>
                </a:lnTo>
                <a:lnTo>
                  <a:pt x="221" y="32909"/>
                </a:lnTo>
                <a:lnTo>
                  <a:pt x="221" y="32648"/>
                </a:lnTo>
                <a:lnTo>
                  <a:pt x="291" y="32330"/>
                </a:lnTo>
                <a:lnTo>
                  <a:pt x="291" y="32185"/>
                </a:lnTo>
                <a:lnTo>
                  <a:pt x="291" y="32040"/>
                </a:lnTo>
                <a:lnTo>
                  <a:pt x="291" y="31779"/>
                </a:lnTo>
                <a:lnTo>
                  <a:pt x="365" y="31460"/>
                </a:lnTo>
                <a:lnTo>
                  <a:pt x="365" y="31315"/>
                </a:lnTo>
                <a:lnTo>
                  <a:pt x="439" y="31054"/>
                </a:lnTo>
                <a:lnTo>
                  <a:pt x="439" y="30851"/>
                </a:lnTo>
                <a:lnTo>
                  <a:pt x="439" y="30590"/>
                </a:lnTo>
                <a:lnTo>
                  <a:pt x="439" y="30445"/>
                </a:lnTo>
                <a:lnTo>
                  <a:pt x="513" y="30126"/>
                </a:lnTo>
                <a:lnTo>
                  <a:pt x="513" y="29981"/>
                </a:lnTo>
                <a:lnTo>
                  <a:pt x="583" y="29720"/>
                </a:lnTo>
                <a:lnTo>
                  <a:pt x="583" y="29517"/>
                </a:lnTo>
                <a:lnTo>
                  <a:pt x="583" y="29256"/>
                </a:lnTo>
                <a:lnTo>
                  <a:pt x="583" y="29053"/>
                </a:lnTo>
                <a:lnTo>
                  <a:pt x="657" y="28792"/>
                </a:lnTo>
                <a:lnTo>
                  <a:pt x="657" y="28589"/>
                </a:lnTo>
                <a:lnTo>
                  <a:pt x="731" y="28328"/>
                </a:lnTo>
                <a:lnTo>
                  <a:pt x="731" y="28183"/>
                </a:lnTo>
                <a:lnTo>
                  <a:pt x="731" y="28009"/>
                </a:lnTo>
                <a:lnTo>
                  <a:pt x="731" y="27864"/>
                </a:lnTo>
                <a:lnTo>
                  <a:pt x="731" y="27719"/>
                </a:lnTo>
                <a:lnTo>
                  <a:pt x="805" y="27545"/>
                </a:lnTo>
                <a:lnTo>
                  <a:pt x="805" y="27400"/>
                </a:lnTo>
                <a:lnTo>
                  <a:pt x="805" y="27255"/>
                </a:lnTo>
                <a:lnTo>
                  <a:pt x="805" y="27052"/>
                </a:lnTo>
                <a:lnTo>
                  <a:pt x="875" y="26733"/>
                </a:lnTo>
                <a:lnTo>
                  <a:pt x="875" y="26588"/>
                </a:lnTo>
                <a:lnTo>
                  <a:pt x="875" y="26269"/>
                </a:lnTo>
                <a:lnTo>
                  <a:pt x="949" y="26124"/>
                </a:lnTo>
                <a:lnTo>
                  <a:pt x="949" y="25806"/>
                </a:lnTo>
                <a:lnTo>
                  <a:pt x="949" y="25661"/>
                </a:lnTo>
                <a:lnTo>
                  <a:pt x="1023" y="25458"/>
                </a:lnTo>
                <a:lnTo>
                  <a:pt x="1023" y="25139"/>
                </a:lnTo>
                <a:lnTo>
                  <a:pt x="1023" y="24994"/>
                </a:lnTo>
                <a:lnTo>
                  <a:pt x="1097" y="24675"/>
                </a:lnTo>
                <a:lnTo>
                  <a:pt x="1097" y="24530"/>
                </a:lnTo>
                <a:lnTo>
                  <a:pt x="1097" y="24327"/>
                </a:lnTo>
                <a:lnTo>
                  <a:pt x="1097" y="24008"/>
                </a:lnTo>
                <a:lnTo>
                  <a:pt x="1167" y="23863"/>
                </a:lnTo>
                <a:lnTo>
                  <a:pt x="1167" y="23660"/>
                </a:lnTo>
                <a:lnTo>
                  <a:pt x="1167" y="23341"/>
                </a:lnTo>
                <a:lnTo>
                  <a:pt x="1241" y="23196"/>
                </a:lnTo>
                <a:lnTo>
                  <a:pt x="1241" y="22877"/>
                </a:lnTo>
                <a:lnTo>
                  <a:pt x="1241" y="22732"/>
                </a:lnTo>
                <a:lnTo>
                  <a:pt x="1241" y="22558"/>
                </a:lnTo>
                <a:lnTo>
                  <a:pt x="1315" y="22413"/>
                </a:lnTo>
                <a:lnTo>
                  <a:pt x="1315" y="22210"/>
                </a:lnTo>
                <a:lnTo>
                  <a:pt x="1315" y="22007"/>
                </a:lnTo>
                <a:lnTo>
                  <a:pt x="1389" y="21688"/>
                </a:lnTo>
                <a:lnTo>
                  <a:pt x="1389" y="21543"/>
                </a:lnTo>
                <a:lnTo>
                  <a:pt x="1389" y="21340"/>
                </a:lnTo>
                <a:lnTo>
                  <a:pt x="1389" y="21021"/>
                </a:lnTo>
                <a:lnTo>
                  <a:pt x="1462" y="20876"/>
                </a:lnTo>
                <a:lnTo>
                  <a:pt x="1462" y="20673"/>
                </a:lnTo>
                <a:lnTo>
                  <a:pt x="1462" y="20354"/>
                </a:lnTo>
                <a:lnTo>
                  <a:pt x="1533" y="20151"/>
                </a:lnTo>
                <a:lnTo>
                  <a:pt x="1533" y="20006"/>
                </a:lnTo>
                <a:lnTo>
                  <a:pt x="1533" y="19803"/>
                </a:lnTo>
                <a:lnTo>
                  <a:pt x="1533" y="19485"/>
                </a:lnTo>
                <a:lnTo>
                  <a:pt x="1607" y="19282"/>
                </a:lnTo>
                <a:lnTo>
                  <a:pt x="1607" y="18963"/>
                </a:lnTo>
                <a:lnTo>
                  <a:pt x="1607" y="18818"/>
                </a:lnTo>
                <a:lnTo>
                  <a:pt x="1681" y="18615"/>
                </a:lnTo>
                <a:lnTo>
                  <a:pt x="1681" y="18412"/>
                </a:lnTo>
                <a:lnTo>
                  <a:pt x="1681" y="18093"/>
                </a:lnTo>
                <a:lnTo>
                  <a:pt x="1681" y="17890"/>
                </a:lnTo>
                <a:lnTo>
                  <a:pt x="1754" y="17745"/>
                </a:lnTo>
                <a:lnTo>
                  <a:pt x="1754" y="17571"/>
                </a:lnTo>
                <a:lnTo>
                  <a:pt x="1754" y="17426"/>
                </a:lnTo>
                <a:lnTo>
                  <a:pt x="1754" y="17223"/>
                </a:lnTo>
                <a:lnTo>
                  <a:pt x="1825" y="17020"/>
                </a:lnTo>
                <a:lnTo>
                  <a:pt x="1825" y="16701"/>
                </a:lnTo>
                <a:lnTo>
                  <a:pt x="1825" y="16498"/>
                </a:lnTo>
                <a:lnTo>
                  <a:pt x="1825" y="16295"/>
                </a:lnTo>
                <a:lnTo>
                  <a:pt x="1899" y="16150"/>
                </a:lnTo>
                <a:lnTo>
                  <a:pt x="1899" y="15947"/>
                </a:lnTo>
                <a:lnTo>
                  <a:pt x="1899" y="15773"/>
                </a:lnTo>
                <a:lnTo>
                  <a:pt x="1899" y="15628"/>
                </a:lnTo>
                <a:lnTo>
                  <a:pt x="1899" y="15425"/>
                </a:lnTo>
                <a:lnTo>
                  <a:pt x="1972" y="15222"/>
                </a:lnTo>
                <a:lnTo>
                  <a:pt x="1972" y="14903"/>
                </a:lnTo>
                <a:lnTo>
                  <a:pt x="1972" y="14700"/>
                </a:lnTo>
                <a:lnTo>
                  <a:pt x="2046" y="14497"/>
                </a:lnTo>
                <a:lnTo>
                  <a:pt x="2046" y="14352"/>
                </a:lnTo>
                <a:lnTo>
                  <a:pt x="2046" y="14178"/>
                </a:lnTo>
                <a:lnTo>
                  <a:pt x="2046" y="13975"/>
                </a:lnTo>
                <a:lnTo>
                  <a:pt x="2046" y="13772"/>
                </a:lnTo>
                <a:lnTo>
                  <a:pt x="2117" y="13627"/>
                </a:lnTo>
                <a:lnTo>
                  <a:pt x="2117" y="13424"/>
                </a:lnTo>
                <a:lnTo>
                  <a:pt x="2117" y="13221"/>
                </a:lnTo>
                <a:lnTo>
                  <a:pt x="2117" y="13047"/>
                </a:lnTo>
                <a:lnTo>
                  <a:pt x="2191" y="12903"/>
                </a:lnTo>
                <a:lnTo>
                  <a:pt x="2191" y="12700"/>
                </a:lnTo>
                <a:lnTo>
                  <a:pt x="2191" y="12497"/>
                </a:lnTo>
                <a:lnTo>
                  <a:pt x="2191" y="12294"/>
                </a:lnTo>
                <a:lnTo>
                  <a:pt x="2191" y="12091"/>
                </a:lnTo>
                <a:lnTo>
                  <a:pt x="2264" y="11772"/>
                </a:lnTo>
                <a:lnTo>
                  <a:pt x="2264" y="11569"/>
                </a:lnTo>
                <a:lnTo>
                  <a:pt x="2264" y="11366"/>
                </a:lnTo>
                <a:lnTo>
                  <a:pt x="2338" y="11163"/>
                </a:lnTo>
                <a:lnTo>
                  <a:pt x="2338" y="10844"/>
                </a:lnTo>
                <a:lnTo>
                  <a:pt x="2338" y="10641"/>
                </a:lnTo>
                <a:lnTo>
                  <a:pt x="2338" y="10438"/>
                </a:lnTo>
                <a:lnTo>
                  <a:pt x="2409" y="10235"/>
                </a:lnTo>
                <a:lnTo>
                  <a:pt x="2409" y="10032"/>
                </a:lnTo>
                <a:lnTo>
                  <a:pt x="2409" y="9829"/>
                </a:lnTo>
                <a:lnTo>
                  <a:pt x="2483" y="9510"/>
                </a:lnTo>
                <a:lnTo>
                  <a:pt x="2483" y="9307"/>
                </a:lnTo>
                <a:lnTo>
                  <a:pt x="2483" y="9104"/>
                </a:lnTo>
                <a:lnTo>
                  <a:pt x="2483" y="8901"/>
                </a:lnTo>
                <a:lnTo>
                  <a:pt x="2483" y="8698"/>
                </a:lnTo>
                <a:lnTo>
                  <a:pt x="2556" y="8524"/>
                </a:lnTo>
                <a:lnTo>
                  <a:pt x="2556" y="8379"/>
                </a:lnTo>
                <a:lnTo>
                  <a:pt x="2556" y="8176"/>
                </a:lnTo>
                <a:lnTo>
                  <a:pt x="2556" y="7973"/>
                </a:lnTo>
                <a:lnTo>
                  <a:pt x="2630" y="7770"/>
                </a:lnTo>
                <a:lnTo>
                  <a:pt x="2630" y="7596"/>
                </a:lnTo>
                <a:lnTo>
                  <a:pt x="2630" y="7393"/>
                </a:lnTo>
                <a:lnTo>
                  <a:pt x="2630" y="7190"/>
                </a:lnTo>
                <a:lnTo>
                  <a:pt x="2630" y="6987"/>
                </a:lnTo>
                <a:lnTo>
                  <a:pt x="2704" y="6784"/>
                </a:lnTo>
                <a:lnTo>
                  <a:pt x="2704" y="6581"/>
                </a:lnTo>
                <a:lnTo>
                  <a:pt x="2704" y="6379"/>
                </a:lnTo>
                <a:lnTo>
                  <a:pt x="2704" y="6176"/>
                </a:lnTo>
                <a:lnTo>
                  <a:pt x="2704" y="5973"/>
                </a:lnTo>
                <a:lnTo>
                  <a:pt x="2774" y="5654"/>
                </a:lnTo>
                <a:lnTo>
                  <a:pt x="2774" y="5451"/>
                </a:lnTo>
                <a:lnTo>
                  <a:pt x="2774" y="5248"/>
                </a:lnTo>
                <a:lnTo>
                  <a:pt x="2848" y="5045"/>
                </a:lnTo>
                <a:lnTo>
                  <a:pt x="2848" y="4842"/>
                </a:lnTo>
                <a:lnTo>
                  <a:pt x="2848" y="4668"/>
                </a:lnTo>
                <a:lnTo>
                  <a:pt x="2848" y="4465"/>
                </a:lnTo>
                <a:lnTo>
                  <a:pt x="2848" y="4262"/>
                </a:lnTo>
                <a:lnTo>
                  <a:pt x="2922" y="4059"/>
                </a:lnTo>
                <a:lnTo>
                  <a:pt x="2922" y="3856"/>
                </a:lnTo>
                <a:lnTo>
                  <a:pt x="2922" y="3653"/>
                </a:lnTo>
                <a:lnTo>
                  <a:pt x="2922" y="3450"/>
                </a:lnTo>
                <a:lnTo>
                  <a:pt x="2996" y="3247"/>
                </a:lnTo>
                <a:lnTo>
                  <a:pt x="2996" y="3073"/>
                </a:lnTo>
                <a:lnTo>
                  <a:pt x="2996" y="2870"/>
                </a:lnTo>
                <a:lnTo>
                  <a:pt x="2996" y="2667"/>
                </a:lnTo>
                <a:lnTo>
                  <a:pt x="2996" y="2464"/>
                </a:lnTo>
                <a:lnTo>
                  <a:pt x="3066" y="2261"/>
                </a:lnTo>
                <a:lnTo>
                  <a:pt x="3066" y="2058"/>
                </a:lnTo>
                <a:lnTo>
                  <a:pt x="3066" y="1855"/>
                </a:lnTo>
                <a:lnTo>
                  <a:pt x="3066" y="1652"/>
                </a:lnTo>
                <a:lnTo>
                  <a:pt x="3140" y="1478"/>
                </a:lnTo>
                <a:lnTo>
                  <a:pt x="3140" y="1275"/>
                </a:lnTo>
                <a:lnTo>
                  <a:pt x="3140" y="985"/>
                </a:lnTo>
                <a:lnTo>
                  <a:pt x="3140" y="811"/>
                </a:lnTo>
                <a:lnTo>
                  <a:pt x="3140" y="608"/>
                </a:lnTo>
                <a:lnTo>
                  <a:pt x="3214" y="405"/>
                </a:lnTo>
                <a:lnTo>
                  <a:pt x="3214" y="202"/>
                </a:lnTo>
                <a:lnTo>
                  <a:pt x="3214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789197" y="3583801"/>
            <a:ext cx="3214" cy="45494"/>
          </a:xfrm>
          <a:custGeom>
            <a:avLst/>
            <a:gdLst/>
            <a:ahLst/>
            <a:cxnLst/>
            <a:rect l="l" t="t" r="r" b="b"/>
            <a:pathLst>
              <a:path w="3214" h="45494">
                <a:moveTo>
                  <a:pt x="0" y="45494"/>
                </a:moveTo>
                <a:lnTo>
                  <a:pt x="0" y="45291"/>
                </a:lnTo>
                <a:lnTo>
                  <a:pt x="73" y="45088"/>
                </a:lnTo>
                <a:lnTo>
                  <a:pt x="73" y="44885"/>
                </a:lnTo>
                <a:lnTo>
                  <a:pt x="73" y="44711"/>
                </a:lnTo>
                <a:lnTo>
                  <a:pt x="73" y="44508"/>
                </a:lnTo>
                <a:lnTo>
                  <a:pt x="73" y="44305"/>
                </a:lnTo>
                <a:lnTo>
                  <a:pt x="144" y="44102"/>
                </a:lnTo>
                <a:lnTo>
                  <a:pt x="144" y="43841"/>
                </a:lnTo>
                <a:lnTo>
                  <a:pt x="144" y="43638"/>
                </a:lnTo>
                <a:lnTo>
                  <a:pt x="144" y="43435"/>
                </a:lnTo>
                <a:lnTo>
                  <a:pt x="218" y="43232"/>
                </a:lnTo>
                <a:lnTo>
                  <a:pt x="218" y="43029"/>
                </a:lnTo>
                <a:lnTo>
                  <a:pt x="218" y="42826"/>
                </a:lnTo>
                <a:lnTo>
                  <a:pt x="218" y="42623"/>
                </a:lnTo>
                <a:lnTo>
                  <a:pt x="218" y="42449"/>
                </a:lnTo>
                <a:lnTo>
                  <a:pt x="291" y="42159"/>
                </a:lnTo>
                <a:lnTo>
                  <a:pt x="291" y="41985"/>
                </a:lnTo>
                <a:lnTo>
                  <a:pt x="291" y="41782"/>
                </a:lnTo>
                <a:lnTo>
                  <a:pt x="291" y="41579"/>
                </a:lnTo>
                <a:lnTo>
                  <a:pt x="291" y="41376"/>
                </a:lnTo>
                <a:lnTo>
                  <a:pt x="365" y="41173"/>
                </a:lnTo>
                <a:lnTo>
                  <a:pt x="365" y="40912"/>
                </a:lnTo>
                <a:lnTo>
                  <a:pt x="365" y="40709"/>
                </a:lnTo>
                <a:lnTo>
                  <a:pt x="365" y="40506"/>
                </a:lnTo>
                <a:lnTo>
                  <a:pt x="436" y="40303"/>
                </a:lnTo>
                <a:lnTo>
                  <a:pt x="436" y="40100"/>
                </a:lnTo>
                <a:lnTo>
                  <a:pt x="436" y="39897"/>
                </a:lnTo>
                <a:lnTo>
                  <a:pt x="436" y="39636"/>
                </a:lnTo>
                <a:lnTo>
                  <a:pt x="436" y="39433"/>
                </a:lnTo>
                <a:lnTo>
                  <a:pt x="510" y="39230"/>
                </a:lnTo>
                <a:lnTo>
                  <a:pt x="510" y="39057"/>
                </a:lnTo>
                <a:lnTo>
                  <a:pt x="510" y="38854"/>
                </a:lnTo>
                <a:lnTo>
                  <a:pt x="510" y="38593"/>
                </a:lnTo>
                <a:lnTo>
                  <a:pt x="583" y="38390"/>
                </a:lnTo>
                <a:lnTo>
                  <a:pt x="583" y="38187"/>
                </a:lnTo>
                <a:lnTo>
                  <a:pt x="583" y="37984"/>
                </a:lnTo>
                <a:lnTo>
                  <a:pt x="583" y="37781"/>
                </a:lnTo>
                <a:lnTo>
                  <a:pt x="583" y="37520"/>
                </a:lnTo>
                <a:lnTo>
                  <a:pt x="657" y="37317"/>
                </a:lnTo>
                <a:lnTo>
                  <a:pt x="657" y="37114"/>
                </a:lnTo>
                <a:lnTo>
                  <a:pt x="657" y="36911"/>
                </a:lnTo>
                <a:lnTo>
                  <a:pt x="657" y="36650"/>
                </a:lnTo>
                <a:lnTo>
                  <a:pt x="731" y="36447"/>
                </a:lnTo>
                <a:lnTo>
                  <a:pt x="731" y="36244"/>
                </a:lnTo>
                <a:lnTo>
                  <a:pt x="731" y="36041"/>
                </a:lnTo>
                <a:lnTo>
                  <a:pt x="731" y="35780"/>
                </a:lnTo>
                <a:lnTo>
                  <a:pt x="731" y="35577"/>
                </a:lnTo>
                <a:lnTo>
                  <a:pt x="802" y="35374"/>
                </a:lnTo>
                <a:lnTo>
                  <a:pt x="802" y="35200"/>
                </a:lnTo>
                <a:lnTo>
                  <a:pt x="802" y="34910"/>
                </a:lnTo>
                <a:lnTo>
                  <a:pt x="802" y="34736"/>
                </a:lnTo>
                <a:lnTo>
                  <a:pt x="875" y="34533"/>
                </a:lnTo>
                <a:lnTo>
                  <a:pt x="875" y="34243"/>
                </a:lnTo>
                <a:lnTo>
                  <a:pt x="875" y="34069"/>
                </a:lnTo>
                <a:lnTo>
                  <a:pt x="875" y="33866"/>
                </a:lnTo>
                <a:lnTo>
                  <a:pt x="875" y="33663"/>
                </a:lnTo>
                <a:lnTo>
                  <a:pt x="949" y="33402"/>
                </a:lnTo>
                <a:lnTo>
                  <a:pt x="949" y="33199"/>
                </a:lnTo>
                <a:lnTo>
                  <a:pt x="949" y="32996"/>
                </a:lnTo>
                <a:lnTo>
                  <a:pt x="949" y="32735"/>
                </a:lnTo>
                <a:lnTo>
                  <a:pt x="1023" y="32533"/>
                </a:lnTo>
                <a:lnTo>
                  <a:pt x="1023" y="32330"/>
                </a:lnTo>
                <a:lnTo>
                  <a:pt x="1023" y="32069"/>
                </a:lnTo>
                <a:lnTo>
                  <a:pt x="1023" y="31866"/>
                </a:lnTo>
                <a:lnTo>
                  <a:pt x="1023" y="31663"/>
                </a:lnTo>
                <a:lnTo>
                  <a:pt x="1093" y="31402"/>
                </a:lnTo>
                <a:lnTo>
                  <a:pt x="1093" y="31199"/>
                </a:lnTo>
                <a:lnTo>
                  <a:pt x="1093" y="30996"/>
                </a:lnTo>
                <a:lnTo>
                  <a:pt x="1093" y="30735"/>
                </a:lnTo>
                <a:lnTo>
                  <a:pt x="1093" y="30532"/>
                </a:lnTo>
                <a:lnTo>
                  <a:pt x="1167" y="30329"/>
                </a:lnTo>
                <a:lnTo>
                  <a:pt x="1167" y="30068"/>
                </a:lnTo>
                <a:lnTo>
                  <a:pt x="1167" y="29865"/>
                </a:lnTo>
                <a:lnTo>
                  <a:pt x="1167" y="29662"/>
                </a:lnTo>
                <a:lnTo>
                  <a:pt x="1241" y="29401"/>
                </a:lnTo>
                <a:lnTo>
                  <a:pt x="1241" y="29198"/>
                </a:lnTo>
                <a:lnTo>
                  <a:pt x="1241" y="28937"/>
                </a:lnTo>
                <a:lnTo>
                  <a:pt x="1241" y="28734"/>
                </a:lnTo>
                <a:lnTo>
                  <a:pt x="1241" y="28531"/>
                </a:lnTo>
                <a:lnTo>
                  <a:pt x="1315" y="28270"/>
                </a:lnTo>
                <a:lnTo>
                  <a:pt x="1315" y="28067"/>
                </a:lnTo>
                <a:lnTo>
                  <a:pt x="1315" y="27864"/>
                </a:lnTo>
                <a:lnTo>
                  <a:pt x="1315" y="27603"/>
                </a:lnTo>
                <a:lnTo>
                  <a:pt x="1385" y="27400"/>
                </a:lnTo>
                <a:lnTo>
                  <a:pt x="1385" y="27139"/>
                </a:lnTo>
                <a:lnTo>
                  <a:pt x="1385" y="26936"/>
                </a:lnTo>
                <a:lnTo>
                  <a:pt x="1385" y="26733"/>
                </a:lnTo>
                <a:lnTo>
                  <a:pt x="1385" y="26472"/>
                </a:lnTo>
                <a:lnTo>
                  <a:pt x="1459" y="26269"/>
                </a:lnTo>
                <a:lnTo>
                  <a:pt x="1459" y="26009"/>
                </a:lnTo>
                <a:lnTo>
                  <a:pt x="1459" y="25806"/>
                </a:lnTo>
                <a:lnTo>
                  <a:pt x="1459" y="25545"/>
                </a:lnTo>
                <a:lnTo>
                  <a:pt x="1533" y="25342"/>
                </a:lnTo>
                <a:lnTo>
                  <a:pt x="1533" y="25139"/>
                </a:lnTo>
                <a:lnTo>
                  <a:pt x="1533" y="24878"/>
                </a:lnTo>
                <a:lnTo>
                  <a:pt x="1533" y="24675"/>
                </a:lnTo>
                <a:lnTo>
                  <a:pt x="1533" y="24414"/>
                </a:lnTo>
                <a:lnTo>
                  <a:pt x="1607" y="24211"/>
                </a:lnTo>
                <a:lnTo>
                  <a:pt x="1607" y="23950"/>
                </a:lnTo>
                <a:lnTo>
                  <a:pt x="1607" y="23747"/>
                </a:lnTo>
                <a:lnTo>
                  <a:pt x="1607" y="23486"/>
                </a:lnTo>
                <a:lnTo>
                  <a:pt x="1677" y="23283"/>
                </a:lnTo>
                <a:lnTo>
                  <a:pt x="1677" y="23022"/>
                </a:lnTo>
                <a:lnTo>
                  <a:pt x="1677" y="22819"/>
                </a:lnTo>
                <a:lnTo>
                  <a:pt x="1677" y="22616"/>
                </a:lnTo>
                <a:lnTo>
                  <a:pt x="1677" y="22355"/>
                </a:lnTo>
                <a:lnTo>
                  <a:pt x="1751" y="22152"/>
                </a:lnTo>
                <a:lnTo>
                  <a:pt x="1751" y="21891"/>
                </a:lnTo>
                <a:lnTo>
                  <a:pt x="1751" y="21688"/>
                </a:lnTo>
                <a:lnTo>
                  <a:pt x="1751" y="21427"/>
                </a:lnTo>
                <a:lnTo>
                  <a:pt x="1825" y="21224"/>
                </a:lnTo>
                <a:lnTo>
                  <a:pt x="1825" y="20963"/>
                </a:lnTo>
                <a:lnTo>
                  <a:pt x="1825" y="20760"/>
                </a:lnTo>
                <a:lnTo>
                  <a:pt x="1825" y="20499"/>
                </a:lnTo>
                <a:lnTo>
                  <a:pt x="1825" y="20296"/>
                </a:lnTo>
                <a:lnTo>
                  <a:pt x="1899" y="20035"/>
                </a:lnTo>
                <a:lnTo>
                  <a:pt x="1899" y="19832"/>
                </a:lnTo>
                <a:lnTo>
                  <a:pt x="1899" y="19571"/>
                </a:lnTo>
                <a:lnTo>
                  <a:pt x="1899" y="19369"/>
                </a:lnTo>
                <a:lnTo>
                  <a:pt x="1899" y="19108"/>
                </a:lnTo>
                <a:lnTo>
                  <a:pt x="1972" y="18905"/>
                </a:lnTo>
                <a:lnTo>
                  <a:pt x="1972" y="18644"/>
                </a:lnTo>
                <a:lnTo>
                  <a:pt x="1972" y="18354"/>
                </a:lnTo>
                <a:lnTo>
                  <a:pt x="1972" y="18180"/>
                </a:lnTo>
                <a:lnTo>
                  <a:pt x="2043" y="17890"/>
                </a:lnTo>
                <a:lnTo>
                  <a:pt x="2043" y="17687"/>
                </a:lnTo>
                <a:lnTo>
                  <a:pt x="2043" y="17426"/>
                </a:lnTo>
                <a:lnTo>
                  <a:pt x="2043" y="17223"/>
                </a:lnTo>
                <a:lnTo>
                  <a:pt x="2043" y="16962"/>
                </a:lnTo>
                <a:lnTo>
                  <a:pt x="2117" y="16759"/>
                </a:lnTo>
                <a:lnTo>
                  <a:pt x="2117" y="16498"/>
                </a:lnTo>
                <a:lnTo>
                  <a:pt x="2117" y="16295"/>
                </a:lnTo>
                <a:lnTo>
                  <a:pt x="2117" y="16034"/>
                </a:lnTo>
                <a:lnTo>
                  <a:pt x="2191" y="15773"/>
                </a:lnTo>
                <a:lnTo>
                  <a:pt x="2191" y="15570"/>
                </a:lnTo>
                <a:lnTo>
                  <a:pt x="2191" y="15309"/>
                </a:lnTo>
                <a:lnTo>
                  <a:pt x="2191" y="15106"/>
                </a:lnTo>
                <a:lnTo>
                  <a:pt x="2191" y="14845"/>
                </a:lnTo>
                <a:lnTo>
                  <a:pt x="2264" y="14642"/>
                </a:lnTo>
                <a:lnTo>
                  <a:pt x="2264" y="14381"/>
                </a:lnTo>
                <a:lnTo>
                  <a:pt x="2264" y="14120"/>
                </a:lnTo>
                <a:lnTo>
                  <a:pt x="2264" y="13917"/>
                </a:lnTo>
                <a:lnTo>
                  <a:pt x="2335" y="13656"/>
                </a:lnTo>
                <a:lnTo>
                  <a:pt x="2335" y="13453"/>
                </a:lnTo>
                <a:lnTo>
                  <a:pt x="2335" y="13192"/>
                </a:lnTo>
                <a:lnTo>
                  <a:pt x="2335" y="12903"/>
                </a:lnTo>
                <a:lnTo>
                  <a:pt x="2335" y="12700"/>
                </a:lnTo>
                <a:lnTo>
                  <a:pt x="2409" y="12439"/>
                </a:lnTo>
                <a:lnTo>
                  <a:pt x="2409" y="12236"/>
                </a:lnTo>
                <a:lnTo>
                  <a:pt x="2409" y="11975"/>
                </a:lnTo>
                <a:lnTo>
                  <a:pt x="2409" y="11714"/>
                </a:lnTo>
                <a:lnTo>
                  <a:pt x="2483" y="11511"/>
                </a:lnTo>
                <a:lnTo>
                  <a:pt x="2483" y="11250"/>
                </a:lnTo>
                <a:lnTo>
                  <a:pt x="2483" y="11047"/>
                </a:lnTo>
                <a:lnTo>
                  <a:pt x="2483" y="10786"/>
                </a:lnTo>
                <a:lnTo>
                  <a:pt x="2483" y="10525"/>
                </a:lnTo>
                <a:lnTo>
                  <a:pt x="2556" y="10322"/>
                </a:lnTo>
                <a:lnTo>
                  <a:pt x="2556" y="10061"/>
                </a:lnTo>
                <a:lnTo>
                  <a:pt x="2556" y="9800"/>
                </a:lnTo>
                <a:lnTo>
                  <a:pt x="2556" y="9597"/>
                </a:lnTo>
                <a:lnTo>
                  <a:pt x="2627" y="9307"/>
                </a:lnTo>
                <a:lnTo>
                  <a:pt x="2627" y="9046"/>
                </a:lnTo>
                <a:lnTo>
                  <a:pt x="2627" y="8843"/>
                </a:lnTo>
                <a:lnTo>
                  <a:pt x="2627" y="8582"/>
                </a:lnTo>
                <a:lnTo>
                  <a:pt x="2627" y="8321"/>
                </a:lnTo>
                <a:lnTo>
                  <a:pt x="2701" y="8118"/>
                </a:lnTo>
                <a:lnTo>
                  <a:pt x="2701" y="7857"/>
                </a:lnTo>
                <a:lnTo>
                  <a:pt x="2701" y="7596"/>
                </a:lnTo>
                <a:lnTo>
                  <a:pt x="2701" y="7393"/>
                </a:lnTo>
                <a:lnTo>
                  <a:pt x="2701" y="7132"/>
                </a:lnTo>
                <a:lnTo>
                  <a:pt x="2774" y="6871"/>
                </a:lnTo>
                <a:lnTo>
                  <a:pt x="2774" y="6668"/>
                </a:lnTo>
                <a:lnTo>
                  <a:pt x="2774" y="6408"/>
                </a:lnTo>
                <a:lnTo>
                  <a:pt x="2774" y="6118"/>
                </a:lnTo>
                <a:lnTo>
                  <a:pt x="2848" y="5944"/>
                </a:lnTo>
                <a:lnTo>
                  <a:pt x="2848" y="5654"/>
                </a:lnTo>
                <a:lnTo>
                  <a:pt x="2848" y="5393"/>
                </a:lnTo>
                <a:lnTo>
                  <a:pt x="2848" y="5190"/>
                </a:lnTo>
                <a:lnTo>
                  <a:pt x="2848" y="4929"/>
                </a:lnTo>
                <a:lnTo>
                  <a:pt x="2919" y="4668"/>
                </a:lnTo>
                <a:lnTo>
                  <a:pt x="2919" y="4465"/>
                </a:lnTo>
                <a:lnTo>
                  <a:pt x="2919" y="4204"/>
                </a:lnTo>
                <a:lnTo>
                  <a:pt x="2919" y="3943"/>
                </a:lnTo>
                <a:lnTo>
                  <a:pt x="2993" y="3682"/>
                </a:lnTo>
                <a:lnTo>
                  <a:pt x="2993" y="3479"/>
                </a:lnTo>
                <a:lnTo>
                  <a:pt x="2993" y="3218"/>
                </a:lnTo>
                <a:lnTo>
                  <a:pt x="2993" y="2928"/>
                </a:lnTo>
                <a:lnTo>
                  <a:pt x="2993" y="2725"/>
                </a:lnTo>
                <a:lnTo>
                  <a:pt x="3066" y="2464"/>
                </a:lnTo>
                <a:lnTo>
                  <a:pt x="3066" y="2203"/>
                </a:lnTo>
                <a:lnTo>
                  <a:pt x="3066" y="1942"/>
                </a:lnTo>
                <a:lnTo>
                  <a:pt x="3066" y="1739"/>
                </a:lnTo>
                <a:lnTo>
                  <a:pt x="3140" y="1478"/>
                </a:lnTo>
                <a:lnTo>
                  <a:pt x="3140" y="1217"/>
                </a:lnTo>
                <a:lnTo>
                  <a:pt x="3140" y="956"/>
                </a:lnTo>
                <a:lnTo>
                  <a:pt x="3140" y="753"/>
                </a:lnTo>
                <a:lnTo>
                  <a:pt x="3140" y="463"/>
                </a:lnTo>
                <a:lnTo>
                  <a:pt x="3214" y="202"/>
                </a:lnTo>
                <a:lnTo>
                  <a:pt x="3214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792412" y="3531754"/>
            <a:ext cx="3224" cy="52047"/>
          </a:xfrm>
          <a:custGeom>
            <a:avLst/>
            <a:gdLst/>
            <a:ahLst/>
            <a:cxnLst/>
            <a:rect l="l" t="t" r="r" b="b"/>
            <a:pathLst>
              <a:path w="3224" h="52047">
                <a:moveTo>
                  <a:pt x="0" y="52047"/>
                </a:moveTo>
                <a:lnTo>
                  <a:pt x="0" y="51786"/>
                </a:lnTo>
                <a:lnTo>
                  <a:pt x="0" y="51525"/>
                </a:lnTo>
                <a:lnTo>
                  <a:pt x="70" y="51264"/>
                </a:lnTo>
                <a:lnTo>
                  <a:pt x="70" y="51061"/>
                </a:lnTo>
                <a:lnTo>
                  <a:pt x="70" y="50800"/>
                </a:lnTo>
                <a:lnTo>
                  <a:pt x="70" y="50539"/>
                </a:lnTo>
                <a:lnTo>
                  <a:pt x="70" y="50278"/>
                </a:lnTo>
                <a:lnTo>
                  <a:pt x="144" y="49988"/>
                </a:lnTo>
                <a:lnTo>
                  <a:pt x="144" y="49785"/>
                </a:lnTo>
                <a:lnTo>
                  <a:pt x="144" y="49524"/>
                </a:lnTo>
                <a:lnTo>
                  <a:pt x="144" y="49263"/>
                </a:lnTo>
                <a:lnTo>
                  <a:pt x="218" y="49002"/>
                </a:lnTo>
                <a:lnTo>
                  <a:pt x="218" y="48799"/>
                </a:lnTo>
                <a:lnTo>
                  <a:pt x="218" y="48538"/>
                </a:lnTo>
                <a:lnTo>
                  <a:pt x="218" y="48277"/>
                </a:lnTo>
                <a:lnTo>
                  <a:pt x="218" y="48016"/>
                </a:lnTo>
                <a:lnTo>
                  <a:pt x="291" y="47726"/>
                </a:lnTo>
                <a:lnTo>
                  <a:pt x="291" y="47523"/>
                </a:lnTo>
                <a:lnTo>
                  <a:pt x="291" y="47262"/>
                </a:lnTo>
                <a:lnTo>
                  <a:pt x="291" y="47001"/>
                </a:lnTo>
                <a:lnTo>
                  <a:pt x="291" y="46740"/>
                </a:lnTo>
                <a:lnTo>
                  <a:pt x="362" y="46479"/>
                </a:lnTo>
                <a:lnTo>
                  <a:pt x="362" y="46276"/>
                </a:lnTo>
                <a:lnTo>
                  <a:pt x="362" y="46015"/>
                </a:lnTo>
                <a:lnTo>
                  <a:pt x="362" y="45754"/>
                </a:lnTo>
                <a:lnTo>
                  <a:pt x="436" y="45465"/>
                </a:lnTo>
                <a:lnTo>
                  <a:pt x="436" y="45204"/>
                </a:lnTo>
                <a:lnTo>
                  <a:pt x="436" y="45001"/>
                </a:lnTo>
                <a:lnTo>
                  <a:pt x="436" y="44740"/>
                </a:lnTo>
                <a:lnTo>
                  <a:pt x="436" y="44479"/>
                </a:lnTo>
                <a:lnTo>
                  <a:pt x="510" y="44218"/>
                </a:lnTo>
                <a:lnTo>
                  <a:pt x="510" y="43957"/>
                </a:lnTo>
                <a:lnTo>
                  <a:pt x="510" y="43754"/>
                </a:lnTo>
                <a:lnTo>
                  <a:pt x="510" y="43493"/>
                </a:lnTo>
                <a:lnTo>
                  <a:pt x="583" y="43203"/>
                </a:lnTo>
                <a:lnTo>
                  <a:pt x="583" y="42942"/>
                </a:lnTo>
                <a:lnTo>
                  <a:pt x="583" y="42681"/>
                </a:lnTo>
                <a:lnTo>
                  <a:pt x="583" y="42420"/>
                </a:lnTo>
                <a:lnTo>
                  <a:pt x="583" y="42217"/>
                </a:lnTo>
                <a:lnTo>
                  <a:pt x="654" y="41956"/>
                </a:lnTo>
                <a:lnTo>
                  <a:pt x="654" y="41695"/>
                </a:lnTo>
                <a:lnTo>
                  <a:pt x="654" y="41405"/>
                </a:lnTo>
                <a:lnTo>
                  <a:pt x="654" y="41144"/>
                </a:lnTo>
                <a:lnTo>
                  <a:pt x="728" y="40883"/>
                </a:lnTo>
                <a:lnTo>
                  <a:pt x="728" y="40622"/>
                </a:lnTo>
                <a:lnTo>
                  <a:pt x="728" y="40419"/>
                </a:lnTo>
                <a:lnTo>
                  <a:pt x="728" y="40158"/>
                </a:lnTo>
                <a:lnTo>
                  <a:pt x="728" y="39897"/>
                </a:lnTo>
                <a:lnTo>
                  <a:pt x="802" y="39636"/>
                </a:lnTo>
                <a:lnTo>
                  <a:pt x="802" y="39346"/>
                </a:lnTo>
                <a:lnTo>
                  <a:pt x="802" y="39086"/>
                </a:lnTo>
                <a:lnTo>
                  <a:pt x="802" y="38825"/>
                </a:lnTo>
                <a:lnTo>
                  <a:pt x="875" y="38622"/>
                </a:lnTo>
                <a:lnTo>
                  <a:pt x="875" y="38361"/>
                </a:lnTo>
                <a:lnTo>
                  <a:pt x="875" y="38100"/>
                </a:lnTo>
                <a:lnTo>
                  <a:pt x="875" y="37839"/>
                </a:lnTo>
                <a:lnTo>
                  <a:pt x="875" y="37549"/>
                </a:lnTo>
                <a:lnTo>
                  <a:pt x="946" y="37288"/>
                </a:lnTo>
                <a:lnTo>
                  <a:pt x="946" y="37027"/>
                </a:lnTo>
                <a:lnTo>
                  <a:pt x="946" y="36766"/>
                </a:lnTo>
                <a:lnTo>
                  <a:pt x="946" y="36563"/>
                </a:lnTo>
                <a:lnTo>
                  <a:pt x="1020" y="36302"/>
                </a:lnTo>
                <a:lnTo>
                  <a:pt x="1020" y="36041"/>
                </a:lnTo>
                <a:lnTo>
                  <a:pt x="1020" y="35780"/>
                </a:lnTo>
                <a:lnTo>
                  <a:pt x="1020" y="35490"/>
                </a:lnTo>
                <a:lnTo>
                  <a:pt x="1020" y="35229"/>
                </a:lnTo>
                <a:lnTo>
                  <a:pt x="1093" y="34968"/>
                </a:lnTo>
                <a:lnTo>
                  <a:pt x="1093" y="34707"/>
                </a:lnTo>
                <a:lnTo>
                  <a:pt x="1093" y="34446"/>
                </a:lnTo>
                <a:lnTo>
                  <a:pt x="1093" y="34243"/>
                </a:lnTo>
                <a:lnTo>
                  <a:pt x="1093" y="33982"/>
                </a:lnTo>
                <a:lnTo>
                  <a:pt x="1167" y="33692"/>
                </a:lnTo>
                <a:lnTo>
                  <a:pt x="1167" y="33431"/>
                </a:lnTo>
                <a:lnTo>
                  <a:pt x="1167" y="33170"/>
                </a:lnTo>
                <a:lnTo>
                  <a:pt x="1167" y="32909"/>
                </a:lnTo>
                <a:lnTo>
                  <a:pt x="1241" y="32648"/>
                </a:lnTo>
                <a:lnTo>
                  <a:pt x="1241" y="32388"/>
                </a:lnTo>
                <a:lnTo>
                  <a:pt x="1241" y="32098"/>
                </a:lnTo>
                <a:lnTo>
                  <a:pt x="1241" y="31837"/>
                </a:lnTo>
                <a:lnTo>
                  <a:pt x="1241" y="31634"/>
                </a:lnTo>
                <a:lnTo>
                  <a:pt x="1312" y="31373"/>
                </a:lnTo>
                <a:lnTo>
                  <a:pt x="1312" y="31112"/>
                </a:lnTo>
                <a:lnTo>
                  <a:pt x="1312" y="30851"/>
                </a:lnTo>
                <a:lnTo>
                  <a:pt x="1312" y="30590"/>
                </a:lnTo>
                <a:lnTo>
                  <a:pt x="1385" y="30329"/>
                </a:lnTo>
                <a:lnTo>
                  <a:pt x="1385" y="30039"/>
                </a:lnTo>
                <a:lnTo>
                  <a:pt x="1385" y="29778"/>
                </a:lnTo>
                <a:lnTo>
                  <a:pt x="1385" y="29517"/>
                </a:lnTo>
                <a:lnTo>
                  <a:pt x="1385" y="29256"/>
                </a:lnTo>
                <a:lnTo>
                  <a:pt x="1459" y="28995"/>
                </a:lnTo>
                <a:lnTo>
                  <a:pt x="1459" y="28705"/>
                </a:lnTo>
                <a:lnTo>
                  <a:pt x="1459" y="28444"/>
                </a:lnTo>
                <a:lnTo>
                  <a:pt x="1459" y="28183"/>
                </a:lnTo>
                <a:lnTo>
                  <a:pt x="1533" y="27922"/>
                </a:lnTo>
                <a:lnTo>
                  <a:pt x="1533" y="27719"/>
                </a:lnTo>
                <a:lnTo>
                  <a:pt x="1533" y="27458"/>
                </a:lnTo>
                <a:lnTo>
                  <a:pt x="1533" y="27197"/>
                </a:lnTo>
                <a:lnTo>
                  <a:pt x="1533" y="26936"/>
                </a:lnTo>
                <a:lnTo>
                  <a:pt x="1620" y="26646"/>
                </a:lnTo>
                <a:lnTo>
                  <a:pt x="1620" y="26385"/>
                </a:lnTo>
                <a:lnTo>
                  <a:pt x="1620" y="26124"/>
                </a:lnTo>
                <a:lnTo>
                  <a:pt x="1620" y="25864"/>
                </a:lnTo>
                <a:lnTo>
                  <a:pt x="1684" y="25603"/>
                </a:lnTo>
                <a:lnTo>
                  <a:pt x="1684" y="25342"/>
                </a:lnTo>
                <a:lnTo>
                  <a:pt x="1684" y="25052"/>
                </a:lnTo>
                <a:lnTo>
                  <a:pt x="1684" y="24791"/>
                </a:lnTo>
                <a:lnTo>
                  <a:pt x="1684" y="24530"/>
                </a:lnTo>
                <a:lnTo>
                  <a:pt x="1748" y="24269"/>
                </a:lnTo>
                <a:lnTo>
                  <a:pt x="1748" y="24008"/>
                </a:lnTo>
                <a:lnTo>
                  <a:pt x="1748" y="23718"/>
                </a:lnTo>
                <a:lnTo>
                  <a:pt x="1748" y="23457"/>
                </a:lnTo>
                <a:lnTo>
                  <a:pt x="1812" y="23196"/>
                </a:lnTo>
                <a:lnTo>
                  <a:pt x="1812" y="22935"/>
                </a:lnTo>
                <a:lnTo>
                  <a:pt x="1812" y="22674"/>
                </a:lnTo>
                <a:lnTo>
                  <a:pt x="1812" y="22413"/>
                </a:lnTo>
                <a:lnTo>
                  <a:pt x="1812" y="22123"/>
                </a:lnTo>
                <a:lnTo>
                  <a:pt x="1908" y="21862"/>
                </a:lnTo>
                <a:lnTo>
                  <a:pt x="1908" y="21601"/>
                </a:lnTo>
                <a:lnTo>
                  <a:pt x="1908" y="21340"/>
                </a:lnTo>
                <a:lnTo>
                  <a:pt x="1908" y="21137"/>
                </a:lnTo>
                <a:lnTo>
                  <a:pt x="1908" y="20876"/>
                </a:lnTo>
                <a:lnTo>
                  <a:pt x="1972" y="20615"/>
                </a:lnTo>
                <a:lnTo>
                  <a:pt x="1972" y="20354"/>
                </a:lnTo>
                <a:lnTo>
                  <a:pt x="1972" y="20064"/>
                </a:lnTo>
                <a:lnTo>
                  <a:pt x="1972" y="19803"/>
                </a:lnTo>
                <a:lnTo>
                  <a:pt x="2037" y="19543"/>
                </a:lnTo>
                <a:lnTo>
                  <a:pt x="2037" y="19282"/>
                </a:lnTo>
                <a:lnTo>
                  <a:pt x="2037" y="19021"/>
                </a:lnTo>
                <a:lnTo>
                  <a:pt x="2037" y="18731"/>
                </a:lnTo>
                <a:lnTo>
                  <a:pt x="2037" y="18470"/>
                </a:lnTo>
                <a:lnTo>
                  <a:pt x="2101" y="18209"/>
                </a:lnTo>
                <a:lnTo>
                  <a:pt x="2101" y="17948"/>
                </a:lnTo>
                <a:lnTo>
                  <a:pt x="2101" y="17687"/>
                </a:lnTo>
                <a:lnTo>
                  <a:pt x="2101" y="17426"/>
                </a:lnTo>
                <a:lnTo>
                  <a:pt x="2197" y="17136"/>
                </a:lnTo>
                <a:lnTo>
                  <a:pt x="2197" y="16875"/>
                </a:lnTo>
                <a:lnTo>
                  <a:pt x="2197" y="16614"/>
                </a:lnTo>
                <a:lnTo>
                  <a:pt x="2197" y="16353"/>
                </a:lnTo>
                <a:lnTo>
                  <a:pt x="2197" y="16092"/>
                </a:lnTo>
                <a:lnTo>
                  <a:pt x="2261" y="15831"/>
                </a:lnTo>
                <a:lnTo>
                  <a:pt x="2261" y="15541"/>
                </a:lnTo>
                <a:lnTo>
                  <a:pt x="2261" y="15280"/>
                </a:lnTo>
                <a:lnTo>
                  <a:pt x="2261" y="15019"/>
                </a:lnTo>
                <a:lnTo>
                  <a:pt x="2325" y="14758"/>
                </a:lnTo>
                <a:lnTo>
                  <a:pt x="2325" y="14497"/>
                </a:lnTo>
                <a:lnTo>
                  <a:pt x="2325" y="14236"/>
                </a:lnTo>
                <a:lnTo>
                  <a:pt x="2325" y="13946"/>
                </a:lnTo>
                <a:lnTo>
                  <a:pt x="2325" y="13685"/>
                </a:lnTo>
                <a:lnTo>
                  <a:pt x="2422" y="13424"/>
                </a:lnTo>
                <a:lnTo>
                  <a:pt x="2422" y="13163"/>
                </a:lnTo>
                <a:lnTo>
                  <a:pt x="2422" y="12903"/>
                </a:lnTo>
                <a:lnTo>
                  <a:pt x="2422" y="12555"/>
                </a:lnTo>
                <a:lnTo>
                  <a:pt x="2486" y="12294"/>
                </a:lnTo>
                <a:lnTo>
                  <a:pt x="2486" y="12033"/>
                </a:lnTo>
                <a:lnTo>
                  <a:pt x="2486" y="11772"/>
                </a:lnTo>
                <a:lnTo>
                  <a:pt x="2486" y="11482"/>
                </a:lnTo>
                <a:lnTo>
                  <a:pt x="2486" y="11221"/>
                </a:lnTo>
                <a:lnTo>
                  <a:pt x="2550" y="10960"/>
                </a:lnTo>
                <a:lnTo>
                  <a:pt x="2550" y="10699"/>
                </a:lnTo>
                <a:lnTo>
                  <a:pt x="2550" y="10438"/>
                </a:lnTo>
                <a:lnTo>
                  <a:pt x="2550" y="10177"/>
                </a:lnTo>
                <a:lnTo>
                  <a:pt x="2614" y="9887"/>
                </a:lnTo>
                <a:lnTo>
                  <a:pt x="2614" y="9626"/>
                </a:lnTo>
                <a:lnTo>
                  <a:pt x="2614" y="9365"/>
                </a:lnTo>
                <a:lnTo>
                  <a:pt x="2614" y="9104"/>
                </a:lnTo>
                <a:lnTo>
                  <a:pt x="2614" y="8843"/>
                </a:lnTo>
                <a:lnTo>
                  <a:pt x="2710" y="8582"/>
                </a:lnTo>
                <a:lnTo>
                  <a:pt x="2710" y="8292"/>
                </a:lnTo>
                <a:lnTo>
                  <a:pt x="2710" y="8031"/>
                </a:lnTo>
                <a:lnTo>
                  <a:pt x="2710" y="7770"/>
                </a:lnTo>
                <a:lnTo>
                  <a:pt x="2710" y="7509"/>
                </a:lnTo>
                <a:lnTo>
                  <a:pt x="2774" y="7248"/>
                </a:lnTo>
                <a:lnTo>
                  <a:pt x="2774" y="6987"/>
                </a:lnTo>
                <a:lnTo>
                  <a:pt x="2774" y="6697"/>
                </a:lnTo>
                <a:lnTo>
                  <a:pt x="2774" y="6437"/>
                </a:lnTo>
                <a:lnTo>
                  <a:pt x="2839" y="6176"/>
                </a:lnTo>
                <a:lnTo>
                  <a:pt x="2839" y="5915"/>
                </a:lnTo>
                <a:lnTo>
                  <a:pt x="2839" y="5654"/>
                </a:lnTo>
                <a:lnTo>
                  <a:pt x="2839" y="5393"/>
                </a:lnTo>
                <a:lnTo>
                  <a:pt x="2839" y="5103"/>
                </a:lnTo>
                <a:lnTo>
                  <a:pt x="2935" y="4842"/>
                </a:lnTo>
                <a:lnTo>
                  <a:pt x="2935" y="4523"/>
                </a:lnTo>
                <a:lnTo>
                  <a:pt x="2935" y="4262"/>
                </a:lnTo>
                <a:lnTo>
                  <a:pt x="2935" y="3972"/>
                </a:lnTo>
                <a:lnTo>
                  <a:pt x="2999" y="3711"/>
                </a:lnTo>
                <a:lnTo>
                  <a:pt x="2999" y="3450"/>
                </a:lnTo>
                <a:lnTo>
                  <a:pt x="2999" y="3189"/>
                </a:lnTo>
                <a:lnTo>
                  <a:pt x="2999" y="2928"/>
                </a:lnTo>
                <a:lnTo>
                  <a:pt x="2999" y="2638"/>
                </a:lnTo>
                <a:lnTo>
                  <a:pt x="3063" y="2377"/>
                </a:lnTo>
                <a:lnTo>
                  <a:pt x="3063" y="2116"/>
                </a:lnTo>
                <a:lnTo>
                  <a:pt x="3063" y="1855"/>
                </a:lnTo>
                <a:lnTo>
                  <a:pt x="3063" y="1594"/>
                </a:lnTo>
                <a:lnTo>
                  <a:pt x="3127" y="1333"/>
                </a:lnTo>
                <a:lnTo>
                  <a:pt x="3127" y="1043"/>
                </a:lnTo>
                <a:lnTo>
                  <a:pt x="3127" y="782"/>
                </a:lnTo>
                <a:lnTo>
                  <a:pt x="3127" y="521"/>
                </a:lnTo>
                <a:lnTo>
                  <a:pt x="3127" y="260"/>
                </a:lnTo>
                <a:lnTo>
                  <a:pt x="3224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795636" y="3477938"/>
            <a:ext cx="3143" cy="53815"/>
          </a:xfrm>
          <a:custGeom>
            <a:avLst/>
            <a:gdLst/>
            <a:ahLst/>
            <a:cxnLst/>
            <a:rect l="l" t="t" r="r" b="b"/>
            <a:pathLst>
              <a:path w="3143" h="53815">
                <a:moveTo>
                  <a:pt x="0" y="53815"/>
                </a:moveTo>
                <a:lnTo>
                  <a:pt x="0" y="53554"/>
                </a:lnTo>
                <a:lnTo>
                  <a:pt x="0" y="53206"/>
                </a:lnTo>
                <a:lnTo>
                  <a:pt x="0" y="52945"/>
                </a:lnTo>
                <a:lnTo>
                  <a:pt x="64" y="52684"/>
                </a:lnTo>
                <a:lnTo>
                  <a:pt x="64" y="52423"/>
                </a:lnTo>
                <a:lnTo>
                  <a:pt x="64" y="52134"/>
                </a:lnTo>
                <a:lnTo>
                  <a:pt x="64" y="51873"/>
                </a:lnTo>
                <a:lnTo>
                  <a:pt x="64" y="51612"/>
                </a:lnTo>
                <a:lnTo>
                  <a:pt x="128" y="51351"/>
                </a:lnTo>
                <a:lnTo>
                  <a:pt x="128" y="51090"/>
                </a:lnTo>
                <a:lnTo>
                  <a:pt x="128" y="50829"/>
                </a:lnTo>
                <a:lnTo>
                  <a:pt x="128" y="50539"/>
                </a:lnTo>
                <a:lnTo>
                  <a:pt x="192" y="50278"/>
                </a:lnTo>
                <a:lnTo>
                  <a:pt x="192" y="50017"/>
                </a:lnTo>
                <a:lnTo>
                  <a:pt x="192" y="49756"/>
                </a:lnTo>
                <a:lnTo>
                  <a:pt x="192" y="49495"/>
                </a:lnTo>
                <a:lnTo>
                  <a:pt x="192" y="49147"/>
                </a:lnTo>
                <a:lnTo>
                  <a:pt x="288" y="48886"/>
                </a:lnTo>
                <a:lnTo>
                  <a:pt x="288" y="48625"/>
                </a:lnTo>
                <a:lnTo>
                  <a:pt x="288" y="48364"/>
                </a:lnTo>
                <a:lnTo>
                  <a:pt x="288" y="48103"/>
                </a:lnTo>
                <a:lnTo>
                  <a:pt x="288" y="47813"/>
                </a:lnTo>
                <a:lnTo>
                  <a:pt x="352" y="47552"/>
                </a:lnTo>
                <a:lnTo>
                  <a:pt x="352" y="47291"/>
                </a:lnTo>
                <a:lnTo>
                  <a:pt x="352" y="47030"/>
                </a:lnTo>
                <a:lnTo>
                  <a:pt x="352" y="46769"/>
                </a:lnTo>
                <a:lnTo>
                  <a:pt x="417" y="46479"/>
                </a:lnTo>
                <a:lnTo>
                  <a:pt x="417" y="46218"/>
                </a:lnTo>
                <a:lnTo>
                  <a:pt x="417" y="45957"/>
                </a:lnTo>
                <a:lnTo>
                  <a:pt x="417" y="45696"/>
                </a:lnTo>
                <a:lnTo>
                  <a:pt x="417" y="45349"/>
                </a:lnTo>
                <a:lnTo>
                  <a:pt x="513" y="45088"/>
                </a:lnTo>
                <a:lnTo>
                  <a:pt x="513" y="44827"/>
                </a:lnTo>
                <a:lnTo>
                  <a:pt x="513" y="44566"/>
                </a:lnTo>
                <a:lnTo>
                  <a:pt x="513" y="44305"/>
                </a:lnTo>
                <a:lnTo>
                  <a:pt x="577" y="44044"/>
                </a:lnTo>
                <a:lnTo>
                  <a:pt x="577" y="43754"/>
                </a:lnTo>
                <a:lnTo>
                  <a:pt x="577" y="43493"/>
                </a:lnTo>
                <a:lnTo>
                  <a:pt x="577" y="43232"/>
                </a:lnTo>
                <a:lnTo>
                  <a:pt x="577" y="42971"/>
                </a:lnTo>
                <a:lnTo>
                  <a:pt x="641" y="42710"/>
                </a:lnTo>
                <a:lnTo>
                  <a:pt x="641" y="42449"/>
                </a:lnTo>
                <a:lnTo>
                  <a:pt x="641" y="42159"/>
                </a:lnTo>
                <a:lnTo>
                  <a:pt x="641" y="41840"/>
                </a:lnTo>
                <a:lnTo>
                  <a:pt x="705" y="41579"/>
                </a:lnTo>
                <a:lnTo>
                  <a:pt x="705" y="41318"/>
                </a:lnTo>
                <a:lnTo>
                  <a:pt x="705" y="41028"/>
                </a:lnTo>
                <a:lnTo>
                  <a:pt x="705" y="40767"/>
                </a:lnTo>
                <a:lnTo>
                  <a:pt x="705" y="40506"/>
                </a:lnTo>
                <a:lnTo>
                  <a:pt x="802" y="40245"/>
                </a:lnTo>
                <a:lnTo>
                  <a:pt x="802" y="39984"/>
                </a:lnTo>
                <a:lnTo>
                  <a:pt x="802" y="39723"/>
                </a:lnTo>
                <a:lnTo>
                  <a:pt x="802" y="39433"/>
                </a:lnTo>
                <a:lnTo>
                  <a:pt x="866" y="39172"/>
                </a:lnTo>
                <a:lnTo>
                  <a:pt x="866" y="38912"/>
                </a:lnTo>
                <a:lnTo>
                  <a:pt x="866" y="38651"/>
                </a:lnTo>
                <a:lnTo>
                  <a:pt x="866" y="38303"/>
                </a:lnTo>
                <a:lnTo>
                  <a:pt x="866" y="38042"/>
                </a:lnTo>
                <a:lnTo>
                  <a:pt x="930" y="37781"/>
                </a:lnTo>
                <a:lnTo>
                  <a:pt x="930" y="37520"/>
                </a:lnTo>
                <a:lnTo>
                  <a:pt x="930" y="37259"/>
                </a:lnTo>
                <a:lnTo>
                  <a:pt x="930" y="36998"/>
                </a:lnTo>
                <a:lnTo>
                  <a:pt x="994" y="36708"/>
                </a:lnTo>
                <a:lnTo>
                  <a:pt x="994" y="36447"/>
                </a:lnTo>
                <a:lnTo>
                  <a:pt x="994" y="36186"/>
                </a:lnTo>
                <a:lnTo>
                  <a:pt x="994" y="35925"/>
                </a:lnTo>
                <a:lnTo>
                  <a:pt x="994" y="35664"/>
                </a:lnTo>
                <a:lnTo>
                  <a:pt x="1090" y="35374"/>
                </a:lnTo>
                <a:lnTo>
                  <a:pt x="1090" y="35055"/>
                </a:lnTo>
                <a:lnTo>
                  <a:pt x="1090" y="34794"/>
                </a:lnTo>
                <a:lnTo>
                  <a:pt x="1090" y="34533"/>
                </a:lnTo>
                <a:lnTo>
                  <a:pt x="1090" y="34272"/>
                </a:lnTo>
                <a:lnTo>
                  <a:pt x="1154" y="33982"/>
                </a:lnTo>
                <a:lnTo>
                  <a:pt x="1154" y="33721"/>
                </a:lnTo>
                <a:lnTo>
                  <a:pt x="1154" y="33460"/>
                </a:lnTo>
                <a:lnTo>
                  <a:pt x="1154" y="33199"/>
                </a:lnTo>
                <a:lnTo>
                  <a:pt x="1219" y="32938"/>
                </a:lnTo>
                <a:lnTo>
                  <a:pt x="1219" y="32648"/>
                </a:lnTo>
                <a:lnTo>
                  <a:pt x="1219" y="32388"/>
                </a:lnTo>
                <a:lnTo>
                  <a:pt x="1219" y="32127"/>
                </a:lnTo>
                <a:lnTo>
                  <a:pt x="1219" y="31866"/>
                </a:lnTo>
                <a:lnTo>
                  <a:pt x="1315" y="31518"/>
                </a:lnTo>
                <a:lnTo>
                  <a:pt x="1315" y="31257"/>
                </a:lnTo>
                <a:lnTo>
                  <a:pt x="1315" y="30996"/>
                </a:lnTo>
                <a:lnTo>
                  <a:pt x="1315" y="30735"/>
                </a:lnTo>
                <a:lnTo>
                  <a:pt x="1379" y="30474"/>
                </a:lnTo>
                <a:lnTo>
                  <a:pt x="1379" y="30213"/>
                </a:lnTo>
                <a:lnTo>
                  <a:pt x="1379" y="29923"/>
                </a:lnTo>
                <a:lnTo>
                  <a:pt x="1379" y="29662"/>
                </a:lnTo>
                <a:lnTo>
                  <a:pt x="1379" y="29401"/>
                </a:lnTo>
                <a:lnTo>
                  <a:pt x="1443" y="29140"/>
                </a:lnTo>
                <a:lnTo>
                  <a:pt x="1443" y="28879"/>
                </a:lnTo>
                <a:lnTo>
                  <a:pt x="1443" y="28618"/>
                </a:lnTo>
                <a:lnTo>
                  <a:pt x="1443" y="28270"/>
                </a:lnTo>
                <a:lnTo>
                  <a:pt x="1507" y="28009"/>
                </a:lnTo>
                <a:lnTo>
                  <a:pt x="1507" y="27748"/>
                </a:lnTo>
                <a:lnTo>
                  <a:pt x="1507" y="27487"/>
                </a:lnTo>
                <a:lnTo>
                  <a:pt x="1507" y="27197"/>
                </a:lnTo>
                <a:lnTo>
                  <a:pt x="1507" y="26936"/>
                </a:lnTo>
                <a:lnTo>
                  <a:pt x="1604" y="26675"/>
                </a:lnTo>
                <a:lnTo>
                  <a:pt x="1604" y="26414"/>
                </a:lnTo>
                <a:lnTo>
                  <a:pt x="1604" y="26153"/>
                </a:lnTo>
                <a:lnTo>
                  <a:pt x="1604" y="25893"/>
                </a:lnTo>
                <a:lnTo>
                  <a:pt x="1668" y="25603"/>
                </a:lnTo>
                <a:lnTo>
                  <a:pt x="1668" y="25342"/>
                </a:lnTo>
                <a:lnTo>
                  <a:pt x="1668" y="25081"/>
                </a:lnTo>
                <a:lnTo>
                  <a:pt x="1668" y="24820"/>
                </a:lnTo>
                <a:lnTo>
                  <a:pt x="1668" y="24472"/>
                </a:lnTo>
                <a:lnTo>
                  <a:pt x="1732" y="24211"/>
                </a:lnTo>
                <a:lnTo>
                  <a:pt x="1732" y="23950"/>
                </a:lnTo>
                <a:lnTo>
                  <a:pt x="1732" y="23689"/>
                </a:lnTo>
                <a:lnTo>
                  <a:pt x="1732" y="23428"/>
                </a:lnTo>
                <a:lnTo>
                  <a:pt x="1828" y="23167"/>
                </a:lnTo>
                <a:lnTo>
                  <a:pt x="1828" y="22877"/>
                </a:lnTo>
                <a:lnTo>
                  <a:pt x="1828" y="22616"/>
                </a:lnTo>
                <a:lnTo>
                  <a:pt x="1828" y="22355"/>
                </a:lnTo>
                <a:lnTo>
                  <a:pt x="1828" y="22094"/>
                </a:lnTo>
                <a:lnTo>
                  <a:pt x="1892" y="21833"/>
                </a:lnTo>
                <a:lnTo>
                  <a:pt x="1892" y="21543"/>
                </a:lnTo>
                <a:lnTo>
                  <a:pt x="1892" y="21282"/>
                </a:lnTo>
                <a:lnTo>
                  <a:pt x="1892" y="21021"/>
                </a:lnTo>
                <a:lnTo>
                  <a:pt x="1892" y="20702"/>
                </a:lnTo>
                <a:lnTo>
                  <a:pt x="1956" y="20412"/>
                </a:lnTo>
                <a:lnTo>
                  <a:pt x="1956" y="20151"/>
                </a:lnTo>
                <a:lnTo>
                  <a:pt x="1956" y="19890"/>
                </a:lnTo>
                <a:lnTo>
                  <a:pt x="1956" y="19629"/>
                </a:lnTo>
                <a:lnTo>
                  <a:pt x="2021" y="19369"/>
                </a:lnTo>
                <a:lnTo>
                  <a:pt x="2021" y="19108"/>
                </a:lnTo>
                <a:lnTo>
                  <a:pt x="2021" y="18818"/>
                </a:lnTo>
                <a:lnTo>
                  <a:pt x="2021" y="18557"/>
                </a:lnTo>
                <a:lnTo>
                  <a:pt x="2021" y="18296"/>
                </a:lnTo>
                <a:lnTo>
                  <a:pt x="2117" y="18035"/>
                </a:lnTo>
                <a:lnTo>
                  <a:pt x="2117" y="17774"/>
                </a:lnTo>
                <a:lnTo>
                  <a:pt x="2117" y="17513"/>
                </a:lnTo>
                <a:lnTo>
                  <a:pt x="2117" y="17223"/>
                </a:lnTo>
                <a:lnTo>
                  <a:pt x="2181" y="16962"/>
                </a:lnTo>
                <a:lnTo>
                  <a:pt x="2181" y="16701"/>
                </a:lnTo>
                <a:lnTo>
                  <a:pt x="2181" y="16382"/>
                </a:lnTo>
                <a:lnTo>
                  <a:pt x="2181" y="16092"/>
                </a:lnTo>
                <a:lnTo>
                  <a:pt x="2181" y="15831"/>
                </a:lnTo>
                <a:lnTo>
                  <a:pt x="2245" y="15570"/>
                </a:lnTo>
                <a:lnTo>
                  <a:pt x="2245" y="15309"/>
                </a:lnTo>
                <a:lnTo>
                  <a:pt x="2245" y="15048"/>
                </a:lnTo>
                <a:lnTo>
                  <a:pt x="2245" y="14787"/>
                </a:lnTo>
                <a:lnTo>
                  <a:pt x="2309" y="14497"/>
                </a:lnTo>
                <a:lnTo>
                  <a:pt x="2309" y="14236"/>
                </a:lnTo>
                <a:lnTo>
                  <a:pt x="2309" y="13975"/>
                </a:lnTo>
                <a:lnTo>
                  <a:pt x="2309" y="13714"/>
                </a:lnTo>
                <a:lnTo>
                  <a:pt x="2309" y="13453"/>
                </a:lnTo>
                <a:lnTo>
                  <a:pt x="2406" y="13192"/>
                </a:lnTo>
                <a:lnTo>
                  <a:pt x="2406" y="12903"/>
                </a:lnTo>
                <a:lnTo>
                  <a:pt x="2406" y="12642"/>
                </a:lnTo>
                <a:lnTo>
                  <a:pt x="2406" y="12381"/>
                </a:lnTo>
                <a:lnTo>
                  <a:pt x="2470" y="12120"/>
                </a:lnTo>
                <a:lnTo>
                  <a:pt x="2470" y="11859"/>
                </a:lnTo>
                <a:lnTo>
                  <a:pt x="2470" y="11569"/>
                </a:lnTo>
                <a:lnTo>
                  <a:pt x="2470" y="11250"/>
                </a:lnTo>
                <a:lnTo>
                  <a:pt x="2470" y="10989"/>
                </a:lnTo>
                <a:lnTo>
                  <a:pt x="2534" y="10728"/>
                </a:lnTo>
                <a:lnTo>
                  <a:pt x="2534" y="10438"/>
                </a:lnTo>
                <a:lnTo>
                  <a:pt x="2534" y="10177"/>
                </a:lnTo>
                <a:lnTo>
                  <a:pt x="2534" y="9916"/>
                </a:lnTo>
                <a:lnTo>
                  <a:pt x="2630" y="9655"/>
                </a:lnTo>
                <a:lnTo>
                  <a:pt x="2630" y="9394"/>
                </a:lnTo>
                <a:lnTo>
                  <a:pt x="2630" y="9133"/>
                </a:lnTo>
                <a:lnTo>
                  <a:pt x="2630" y="8843"/>
                </a:lnTo>
                <a:lnTo>
                  <a:pt x="2630" y="8582"/>
                </a:lnTo>
                <a:lnTo>
                  <a:pt x="2694" y="8321"/>
                </a:lnTo>
                <a:lnTo>
                  <a:pt x="2694" y="8060"/>
                </a:lnTo>
                <a:lnTo>
                  <a:pt x="2694" y="7799"/>
                </a:lnTo>
                <a:lnTo>
                  <a:pt x="2694" y="7538"/>
                </a:lnTo>
                <a:lnTo>
                  <a:pt x="2694" y="7248"/>
                </a:lnTo>
                <a:lnTo>
                  <a:pt x="2758" y="6987"/>
                </a:lnTo>
                <a:lnTo>
                  <a:pt x="2758" y="6726"/>
                </a:lnTo>
                <a:lnTo>
                  <a:pt x="2758" y="6466"/>
                </a:lnTo>
                <a:lnTo>
                  <a:pt x="2758" y="6205"/>
                </a:lnTo>
                <a:lnTo>
                  <a:pt x="2823" y="5944"/>
                </a:lnTo>
                <a:lnTo>
                  <a:pt x="2823" y="5654"/>
                </a:lnTo>
                <a:lnTo>
                  <a:pt x="2823" y="5393"/>
                </a:lnTo>
                <a:lnTo>
                  <a:pt x="2823" y="5132"/>
                </a:lnTo>
                <a:lnTo>
                  <a:pt x="2823" y="4871"/>
                </a:lnTo>
                <a:lnTo>
                  <a:pt x="2919" y="4610"/>
                </a:lnTo>
                <a:lnTo>
                  <a:pt x="2919" y="4349"/>
                </a:lnTo>
                <a:lnTo>
                  <a:pt x="2919" y="4059"/>
                </a:lnTo>
                <a:lnTo>
                  <a:pt x="2919" y="3798"/>
                </a:lnTo>
                <a:lnTo>
                  <a:pt x="2983" y="3537"/>
                </a:lnTo>
                <a:lnTo>
                  <a:pt x="2983" y="3276"/>
                </a:lnTo>
                <a:lnTo>
                  <a:pt x="2983" y="3015"/>
                </a:lnTo>
                <a:lnTo>
                  <a:pt x="2983" y="2725"/>
                </a:lnTo>
                <a:lnTo>
                  <a:pt x="2983" y="2406"/>
                </a:lnTo>
                <a:lnTo>
                  <a:pt x="3047" y="2145"/>
                </a:lnTo>
                <a:lnTo>
                  <a:pt x="3047" y="1884"/>
                </a:lnTo>
                <a:lnTo>
                  <a:pt x="3047" y="1594"/>
                </a:lnTo>
                <a:lnTo>
                  <a:pt x="3047" y="1333"/>
                </a:lnTo>
                <a:lnTo>
                  <a:pt x="3143" y="1072"/>
                </a:lnTo>
                <a:lnTo>
                  <a:pt x="3143" y="811"/>
                </a:lnTo>
                <a:lnTo>
                  <a:pt x="3143" y="550"/>
                </a:lnTo>
                <a:lnTo>
                  <a:pt x="3143" y="289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798780" y="3427341"/>
            <a:ext cx="3208" cy="50597"/>
          </a:xfrm>
          <a:custGeom>
            <a:avLst/>
            <a:gdLst/>
            <a:ahLst/>
            <a:cxnLst/>
            <a:rect l="l" t="t" r="r" b="b"/>
            <a:pathLst>
              <a:path w="3208" h="50597">
                <a:moveTo>
                  <a:pt x="0" y="50597"/>
                </a:moveTo>
                <a:lnTo>
                  <a:pt x="64" y="50336"/>
                </a:lnTo>
                <a:lnTo>
                  <a:pt x="64" y="50075"/>
                </a:lnTo>
                <a:lnTo>
                  <a:pt x="64" y="49814"/>
                </a:lnTo>
                <a:lnTo>
                  <a:pt x="64" y="49553"/>
                </a:lnTo>
                <a:lnTo>
                  <a:pt x="128" y="49292"/>
                </a:lnTo>
                <a:lnTo>
                  <a:pt x="128" y="49002"/>
                </a:lnTo>
                <a:lnTo>
                  <a:pt x="128" y="48741"/>
                </a:lnTo>
                <a:lnTo>
                  <a:pt x="128" y="48480"/>
                </a:lnTo>
                <a:lnTo>
                  <a:pt x="128" y="48277"/>
                </a:lnTo>
                <a:lnTo>
                  <a:pt x="192" y="48016"/>
                </a:lnTo>
                <a:lnTo>
                  <a:pt x="192" y="47755"/>
                </a:lnTo>
                <a:lnTo>
                  <a:pt x="192" y="47494"/>
                </a:lnTo>
                <a:lnTo>
                  <a:pt x="192" y="47204"/>
                </a:lnTo>
                <a:lnTo>
                  <a:pt x="288" y="47030"/>
                </a:lnTo>
                <a:lnTo>
                  <a:pt x="288" y="46740"/>
                </a:lnTo>
                <a:lnTo>
                  <a:pt x="288" y="46479"/>
                </a:lnTo>
                <a:lnTo>
                  <a:pt x="288" y="46218"/>
                </a:lnTo>
                <a:lnTo>
                  <a:pt x="288" y="45957"/>
                </a:lnTo>
                <a:lnTo>
                  <a:pt x="352" y="45696"/>
                </a:lnTo>
                <a:lnTo>
                  <a:pt x="352" y="45436"/>
                </a:lnTo>
                <a:lnTo>
                  <a:pt x="352" y="45146"/>
                </a:lnTo>
                <a:lnTo>
                  <a:pt x="352" y="44885"/>
                </a:lnTo>
                <a:lnTo>
                  <a:pt x="352" y="44624"/>
                </a:lnTo>
                <a:lnTo>
                  <a:pt x="417" y="44363"/>
                </a:lnTo>
                <a:lnTo>
                  <a:pt x="417" y="44102"/>
                </a:lnTo>
                <a:lnTo>
                  <a:pt x="417" y="43841"/>
                </a:lnTo>
                <a:lnTo>
                  <a:pt x="417" y="43551"/>
                </a:lnTo>
                <a:lnTo>
                  <a:pt x="481" y="43290"/>
                </a:lnTo>
                <a:lnTo>
                  <a:pt x="481" y="43029"/>
                </a:lnTo>
                <a:lnTo>
                  <a:pt x="481" y="42768"/>
                </a:lnTo>
                <a:lnTo>
                  <a:pt x="481" y="42507"/>
                </a:lnTo>
                <a:lnTo>
                  <a:pt x="481" y="42217"/>
                </a:lnTo>
                <a:lnTo>
                  <a:pt x="577" y="41956"/>
                </a:lnTo>
                <a:lnTo>
                  <a:pt x="577" y="41695"/>
                </a:lnTo>
                <a:lnTo>
                  <a:pt x="577" y="41434"/>
                </a:lnTo>
                <a:lnTo>
                  <a:pt x="577" y="41173"/>
                </a:lnTo>
                <a:lnTo>
                  <a:pt x="641" y="40912"/>
                </a:lnTo>
                <a:lnTo>
                  <a:pt x="641" y="40622"/>
                </a:lnTo>
                <a:lnTo>
                  <a:pt x="641" y="40361"/>
                </a:lnTo>
                <a:lnTo>
                  <a:pt x="641" y="40100"/>
                </a:lnTo>
                <a:lnTo>
                  <a:pt x="641" y="39839"/>
                </a:lnTo>
                <a:lnTo>
                  <a:pt x="705" y="39578"/>
                </a:lnTo>
                <a:lnTo>
                  <a:pt x="705" y="39375"/>
                </a:lnTo>
                <a:lnTo>
                  <a:pt x="705" y="39114"/>
                </a:lnTo>
                <a:lnTo>
                  <a:pt x="705" y="38854"/>
                </a:lnTo>
                <a:lnTo>
                  <a:pt x="802" y="38564"/>
                </a:lnTo>
                <a:lnTo>
                  <a:pt x="802" y="38303"/>
                </a:lnTo>
                <a:lnTo>
                  <a:pt x="802" y="38042"/>
                </a:lnTo>
                <a:lnTo>
                  <a:pt x="802" y="37781"/>
                </a:lnTo>
                <a:lnTo>
                  <a:pt x="802" y="37520"/>
                </a:lnTo>
                <a:lnTo>
                  <a:pt x="866" y="37230"/>
                </a:lnTo>
                <a:lnTo>
                  <a:pt x="866" y="36969"/>
                </a:lnTo>
                <a:lnTo>
                  <a:pt x="866" y="36708"/>
                </a:lnTo>
                <a:lnTo>
                  <a:pt x="866" y="36447"/>
                </a:lnTo>
                <a:lnTo>
                  <a:pt x="930" y="36186"/>
                </a:lnTo>
                <a:lnTo>
                  <a:pt x="930" y="35925"/>
                </a:lnTo>
                <a:lnTo>
                  <a:pt x="930" y="35635"/>
                </a:lnTo>
                <a:lnTo>
                  <a:pt x="930" y="35461"/>
                </a:lnTo>
                <a:lnTo>
                  <a:pt x="930" y="35171"/>
                </a:lnTo>
                <a:lnTo>
                  <a:pt x="994" y="34910"/>
                </a:lnTo>
                <a:lnTo>
                  <a:pt x="994" y="34649"/>
                </a:lnTo>
                <a:lnTo>
                  <a:pt x="994" y="34388"/>
                </a:lnTo>
                <a:lnTo>
                  <a:pt x="994" y="34127"/>
                </a:lnTo>
                <a:lnTo>
                  <a:pt x="1090" y="33866"/>
                </a:lnTo>
                <a:lnTo>
                  <a:pt x="1090" y="33576"/>
                </a:lnTo>
                <a:lnTo>
                  <a:pt x="1090" y="33315"/>
                </a:lnTo>
                <a:lnTo>
                  <a:pt x="1090" y="33054"/>
                </a:lnTo>
                <a:lnTo>
                  <a:pt x="1090" y="32793"/>
                </a:lnTo>
                <a:lnTo>
                  <a:pt x="1154" y="32591"/>
                </a:lnTo>
                <a:lnTo>
                  <a:pt x="1154" y="32330"/>
                </a:lnTo>
                <a:lnTo>
                  <a:pt x="1154" y="32069"/>
                </a:lnTo>
                <a:lnTo>
                  <a:pt x="1154" y="31779"/>
                </a:lnTo>
                <a:lnTo>
                  <a:pt x="1154" y="31518"/>
                </a:lnTo>
                <a:lnTo>
                  <a:pt x="1219" y="31257"/>
                </a:lnTo>
                <a:lnTo>
                  <a:pt x="1219" y="30996"/>
                </a:lnTo>
                <a:lnTo>
                  <a:pt x="1219" y="30735"/>
                </a:lnTo>
                <a:lnTo>
                  <a:pt x="1219" y="30474"/>
                </a:lnTo>
                <a:lnTo>
                  <a:pt x="1283" y="30184"/>
                </a:lnTo>
                <a:lnTo>
                  <a:pt x="1283" y="30010"/>
                </a:lnTo>
                <a:lnTo>
                  <a:pt x="1283" y="29720"/>
                </a:lnTo>
                <a:lnTo>
                  <a:pt x="1283" y="29459"/>
                </a:lnTo>
                <a:lnTo>
                  <a:pt x="1283" y="29198"/>
                </a:lnTo>
                <a:lnTo>
                  <a:pt x="1379" y="28937"/>
                </a:lnTo>
                <a:lnTo>
                  <a:pt x="1379" y="28676"/>
                </a:lnTo>
                <a:lnTo>
                  <a:pt x="1379" y="28386"/>
                </a:lnTo>
                <a:lnTo>
                  <a:pt x="1379" y="28125"/>
                </a:lnTo>
                <a:lnTo>
                  <a:pt x="1443" y="27922"/>
                </a:lnTo>
                <a:lnTo>
                  <a:pt x="1443" y="27661"/>
                </a:lnTo>
                <a:lnTo>
                  <a:pt x="1443" y="27400"/>
                </a:lnTo>
                <a:lnTo>
                  <a:pt x="1443" y="27139"/>
                </a:lnTo>
                <a:lnTo>
                  <a:pt x="1443" y="26878"/>
                </a:lnTo>
                <a:lnTo>
                  <a:pt x="1507" y="26617"/>
                </a:lnTo>
                <a:lnTo>
                  <a:pt x="1507" y="26327"/>
                </a:lnTo>
                <a:lnTo>
                  <a:pt x="1507" y="26124"/>
                </a:lnTo>
                <a:lnTo>
                  <a:pt x="1507" y="25864"/>
                </a:lnTo>
                <a:lnTo>
                  <a:pt x="1604" y="25603"/>
                </a:lnTo>
                <a:lnTo>
                  <a:pt x="1604" y="25342"/>
                </a:lnTo>
                <a:lnTo>
                  <a:pt x="1604" y="25081"/>
                </a:lnTo>
                <a:lnTo>
                  <a:pt x="1604" y="24820"/>
                </a:lnTo>
                <a:lnTo>
                  <a:pt x="1604" y="24617"/>
                </a:lnTo>
                <a:lnTo>
                  <a:pt x="1668" y="24356"/>
                </a:lnTo>
                <a:lnTo>
                  <a:pt x="1668" y="24066"/>
                </a:lnTo>
                <a:lnTo>
                  <a:pt x="1668" y="23805"/>
                </a:lnTo>
                <a:lnTo>
                  <a:pt x="1668" y="23544"/>
                </a:lnTo>
                <a:lnTo>
                  <a:pt x="1732" y="23283"/>
                </a:lnTo>
                <a:lnTo>
                  <a:pt x="1732" y="23022"/>
                </a:lnTo>
                <a:lnTo>
                  <a:pt x="1732" y="22819"/>
                </a:lnTo>
                <a:lnTo>
                  <a:pt x="1732" y="22558"/>
                </a:lnTo>
                <a:lnTo>
                  <a:pt x="1732" y="22268"/>
                </a:lnTo>
                <a:lnTo>
                  <a:pt x="1796" y="22007"/>
                </a:lnTo>
                <a:lnTo>
                  <a:pt x="1796" y="21746"/>
                </a:lnTo>
                <a:lnTo>
                  <a:pt x="1796" y="21543"/>
                </a:lnTo>
                <a:lnTo>
                  <a:pt x="1796" y="21282"/>
                </a:lnTo>
                <a:lnTo>
                  <a:pt x="1892" y="21021"/>
                </a:lnTo>
                <a:lnTo>
                  <a:pt x="1892" y="20760"/>
                </a:lnTo>
                <a:lnTo>
                  <a:pt x="1892" y="20499"/>
                </a:lnTo>
                <a:lnTo>
                  <a:pt x="1892" y="20209"/>
                </a:lnTo>
                <a:lnTo>
                  <a:pt x="1892" y="20035"/>
                </a:lnTo>
                <a:lnTo>
                  <a:pt x="1956" y="19745"/>
                </a:lnTo>
                <a:lnTo>
                  <a:pt x="1956" y="19485"/>
                </a:lnTo>
                <a:lnTo>
                  <a:pt x="1956" y="19224"/>
                </a:lnTo>
                <a:lnTo>
                  <a:pt x="1956" y="18963"/>
                </a:lnTo>
                <a:lnTo>
                  <a:pt x="1956" y="18760"/>
                </a:lnTo>
                <a:lnTo>
                  <a:pt x="2021" y="18499"/>
                </a:lnTo>
                <a:lnTo>
                  <a:pt x="2021" y="18238"/>
                </a:lnTo>
                <a:lnTo>
                  <a:pt x="2021" y="17948"/>
                </a:lnTo>
                <a:lnTo>
                  <a:pt x="2021" y="17774"/>
                </a:lnTo>
                <a:lnTo>
                  <a:pt x="2117" y="17484"/>
                </a:lnTo>
                <a:lnTo>
                  <a:pt x="2117" y="17223"/>
                </a:lnTo>
                <a:lnTo>
                  <a:pt x="2117" y="16962"/>
                </a:lnTo>
                <a:lnTo>
                  <a:pt x="2117" y="16701"/>
                </a:lnTo>
                <a:lnTo>
                  <a:pt x="2117" y="16498"/>
                </a:lnTo>
                <a:lnTo>
                  <a:pt x="2181" y="16237"/>
                </a:lnTo>
                <a:lnTo>
                  <a:pt x="2181" y="15976"/>
                </a:lnTo>
                <a:lnTo>
                  <a:pt x="2181" y="15686"/>
                </a:lnTo>
                <a:lnTo>
                  <a:pt x="2181" y="15512"/>
                </a:lnTo>
                <a:lnTo>
                  <a:pt x="2245" y="15222"/>
                </a:lnTo>
                <a:lnTo>
                  <a:pt x="2245" y="14961"/>
                </a:lnTo>
                <a:lnTo>
                  <a:pt x="2245" y="14700"/>
                </a:lnTo>
                <a:lnTo>
                  <a:pt x="2245" y="14497"/>
                </a:lnTo>
                <a:lnTo>
                  <a:pt x="2245" y="14236"/>
                </a:lnTo>
                <a:lnTo>
                  <a:pt x="2309" y="13975"/>
                </a:lnTo>
                <a:lnTo>
                  <a:pt x="2309" y="13714"/>
                </a:lnTo>
                <a:lnTo>
                  <a:pt x="2309" y="13511"/>
                </a:lnTo>
                <a:lnTo>
                  <a:pt x="2309" y="13250"/>
                </a:lnTo>
                <a:lnTo>
                  <a:pt x="2406" y="12961"/>
                </a:lnTo>
                <a:lnTo>
                  <a:pt x="2406" y="12700"/>
                </a:lnTo>
                <a:lnTo>
                  <a:pt x="2406" y="12497"/>
                </a:lnTo>
                <a:lnTo>
                  <a:pt x="2406" y="12236"/>
                </a:lnTo>
                <a:lnTo>
                  <a:pt x="2406" y="11975"/>
                </a:lnTo>
                <a:lnTo>
                  <a:pt x="2470" y="11714"/>
                </a:lnTo>
                <a:lnTo>
                  <a:pt x="2470" y="11511"/>
                </a:lnTo>
                <a:lnTo>
                  <a:pt x="2470" y="11250"/>
                </a:lnTo>
                <a:lnTo>
                  <a:pt x="2470" y="10989"/>
                </a:lnTo>
                <a:lnTo>
                  <a:pt x="2534" y="10699"/>
                </a:lnTo>
                <a:lnTo>
                  <a:pt x="2534" y="10525"/>
                </a:lnTo>
                <a:lnTo>
                  <a:pt x="2534" y="10235"/>
                </a:lnTo>
                <a:lnTo>
                  <a:pt x="2534" y="9974"/>
                </a:lnTo>
                <a:lnTo>
                  <a:pt x="2534" y="9771"/>
                </a:lnTo>
                <a:lnTo>
                  <a:pt x="2598" y="9510"/>
                </a:lnTo>
                <a:lnTo>
                  <a:pt x="2598" y="9249"/>
                </a:lnTo>
                <a:lnTo>
                  <a:pt x="2598" y="9046"/>
                </a:lnTo>
                <a:lnTo>
                  <a:pt x="2598" y="8785"/>
                </a:lnTo>
                <a:lnTo>
                  <a:pt x="2694" y="8524"/>
                </a:lnTo>
                <a:lnTo>
                  <a:pt x="2694" y="8263"/>
                </a:lnTo>
                <a:lnTo>
                  <a:pt x="2694" y="8060"/>
                </a:lnTo>
                <a:lnTo>
                  <a:pt x="2694" y="7799"/>
                </a:lnTo>
                <a:lnTo>
                  <a:pt x="2694" y="7509"/>
                </a:lnTo>
                <a:lnTo>
                  <a:pt x="2758" y="7306"/>
                </a:lnTo>
                <a:lnTo>
                  <a:pt x="2758" y="7045"/>
                </a:lnTo>
                <a:lnTo>
                  <a:pt x="2758" y="6784"/>
                </a:lnTo>
                <a:lnTo>
                  <a:pt x="2758" y="6581"/>
                </a:lnTo>
                <a:lnTo>
                  <a:pt x="2758" y="6321"/>
                </a:lnTo>
                <a:lnTo>
                  <a:pt x="2823" y="6060"/>
                </a:lnTo>
                <a:lnTo>
                  <a:pt x="2823" y="5857"/>
                </a:lnTo>
                <a:lnTo>
                  <a:pt x="2823" y="5596"/>
                </a:lnTo>
                <a:lnTo>
                  <a:pt x="2823" y="5335"/>
                </a:lnTo>
                <a:lnTo>
                  <a:pt x="2919" y="5132"/>
                </a:lnTo>
                <a:lnTo>
                  <a:pt x="2919" y="4871"/>
                </a:lnTo>
                <a:lnTo>
                  <a:pt x="2919" y="4581"/>
                </a:lnTo>
                <a:lnTo>
                  <a:pt x="2919" y="4407"/>
                </a:lnTo>
                <a:lnTo>
                  <a:pt x="2919" y="4117"/>
                </a:lnTo>
                <a:lnTo>
                  <a:pt x="2983" y="3856"/>
                </a:lnTo>
                <a:lnTo>
                  <a:pt x="2983" y="3653"/>
                </a:lnTo>
                <a:lnTo>
                  <a:pt x="2983" y="3392"/>
                </a:lnTo>
                <a:lnTo>
                  <a:pt x="2983" y="3131"/>
                </a:lnTo>
                <a:lnTo>
                  <a:pt x="3047" y="2928"/>
                </a:lnTo>
                <a:lnTo>
                  <a:pt x="3047" y="2667"/>
                </a:lnTo>
                <a:lnTo>
                  <a:pt x="3047" y="2464"/>
                </a:lnTo>
                <a:lnTo>
                  <a:pt x="3047" y="2203"/>
                </a:lnTo>
                <a:lnTo>
                  <a:pt x="3047" y="1942"/>
                </a:lnTo>
                <a:lnTo>
                  <a:pt x="3111" y="1739"/>
                </a:lnTo>
                <a:lnTo>
                  <a:pt x="3111" y="1478"/>
                </a:lnTo>
                <a:lnTo>
                  <a:pt x="3111" y="1188"/>
                </a:lnTo>
                <a:lnTo>
                  <a:pt x="3111" y="1014"/>
                </a:lnTo>
                <a:lnTo>
                  <a:pt x="3208" y="724"/>
                </a:lnTo>
                <a:lnTo>
                  <a:pt x="3208" y="550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801988" y="3383992"/>
            <a:ext cx="3208" cy="43348"/>
          </a:xfrm>
          <a:custGeom>
            <a:avLst/>
            <a:gdLst/>
            <a:ahLst/>
            <a:cxnLst/>
            <a:rect l="l" t="t" r="r" b="b"/>
            <a:pathLst>
              <a:path w="3208" h="43348">
                <a:moveTo>
                  <a:pt x="0" y="43348"/>
                </a:moveTo>
                <a:lnTo>
                  <a:pt x="0" y="43145"/>
                </a:lnTo>
                <a:lnTo>
                  <a:pt x="64" y="42884"/>
                </a:lnTo>
                <a:lnTo>
                  <a:pt x="64" y="42681"/>
                </a:lnTo>
                <a:lnTo>
                  <a:pt x="64" y="42420"/>
                </a:lnTo>
                <a:lnTo>
                  <a:pt x="64" y="42159"/>
                </a:lnTo>
                <a:lnTo>
                  <a:pt x="128" y="41956"/>
                </a:lnTo>
                <a:lnTo>
                  <a:pt x="128" y="41695"/>
                </a:lnTo>
                <a:lnTo>
                  <a:pt x="128" y="41492"/>
                </a:lnTo>
                <a:lnTo>
                  <a:pt x="128" y="41231"/>
                </a:lnTo>
                <a:lnTo>
                  <a:pt x="128" y="41028"/>
                </a:lnTo>
                <a:lnTo>
                  <a:pt x="192" y="40767"/>
                </a:lnTo>
                <a:lnTo>
                  <a:pt x="192" y="40506"/>
                </a:lnTo>
                <a:lnTo>
                  <a:pt x="192" y="40303"/>
                </a:lnTo>
                <a:lnTo>
                  <a:pt x="192" y="40042"/>
                </a:lnTo>
                <a:lnTo>
                  <a:pt x="288" y="39839"/>
                </a:lnTo>
                <a:lnTo>
                  <a:pt x="288" y="39549"/>
                </a:lnTo>
                <a:lnTo>
                  <a:pt x="288" y="39375"/>
                </a:lnTo>
                <a:lnTo>
                  <a:pt x="288" y="39086"/>
                </a:lnTo>
                <a:lnTo>
                  <a:pt x="288" y="38825"/>
                </a:lnTo>
                <a:lnTo>
                  <a:pt x="352" y="38622"/>
                </a:lnTo>
                <a:lnTo>
                  <a:pt x="352" y="38361"/>
                </a:lnTo>
                <a:lnTo>
                  <a:pt x="352" y="38158"/>
                </a:lnTo>
                <a:lnTo>
                  <a:pt x="352" y="37897"/>
                </a:lnTo>
                <a:lnTo>
                  <a:pt x="352" y="37694"/>
                </a:lnTo>
                <a:lnTo>
                  <a:pt x="417" y="37433"/>
                </a:lnTo>
                <a:lnTo>
                  <a:pt x="417" y="37230"/>
                </a:lnTo>
                <a:lnTo>
                  <a:pt x="417" y="36969"/>
                </a:lnTo>
                <a:lnTo>
                  <a:pt x="417" y="36766"/>
                </a:lnTo>
                <a:lnTo>
                  <a:pt x="513" y="36505"/>
                </a:lnTo>
                <a:lnTo>
                  <a:pt x="513" y="36302"/>
                </a:lnTo>
                <a:lnTo>
                  <a:pt x="513" y="36041"/>
                </a:lnTo>
                <a:lnTo>
                  <a:pt x="513" y="35838"/>
                </a:lnTo>
                <a:lnTo>
                  <a:pt x="513" y="35577"/>
                </a:lnTo>
                <a:lnTo>
                  <a:pt x="577" y="35374"/>
                </a:lnTo>
                <a:lnTo>
                  <a:pt x="577" y="35113"/>
                </a:lnTo>
                <a:lnTo>
                  <a:pt x="577" y="34910"/>
                </a:lnTo>
                <a:lnTo>
                  <a:pt x="577" y="34649"/>
                </a:lnTo>
                <a:lnTo>
                  <a:pt x="641" y="34446"/>
                </a:lnTo>
                <a:lnTo>
                  <a:pt x="641" y="34185"/>
                </a:lnTo>
                <a:lnTo>
                  <a:pt x="641" y="33982"/>
                </a:lnTo>
                <a:lnTo>
                  <a:pt x="641" y="33721"/>
                </a:lnTo>
                <a:lnTo>
                  <a:pt x="641" y="33518"/>
                </a:lnTo>
                <a:lnTo>
                  <a:pt x="705" y="33257"/>
                </a:lnTo>
                <a:lnTo>
                  <a:pt x="705" y="33054"/>
                </a:lnTo>
                <a:lnTo>
                  <a:pt x="705" y="32793"/>
                </a:lnTo>
                <a:lnTo>
                  <a:pt x="705" y="32591"/>
                </a:lnTo>
                <a:lnTo>
                  <a:pt x="802" y="32330"/>
                </a:lnTo>
                <a:lnTo>
                  <a:pt x="802" y="32127"/>
                </a:lnTo>
                <a:lnTo>
                  <a:pt x="802" y="31837"/>
                </a:lnTo>
                <a:lnTo>
                  <a:pt x="802" y="31663"/>
                </a:lnTo>
                <a:lnTo>
                  <a:pt x="802" y="31373"/>
                </a:lnTo>
                <a:lnTo>
                  <a:pt x="866" y="31199"/>
                </a:lnTo>
                <a:lnTo>
                  <a:pt x="866" y="30996"/>
                </a:lnTo>
                <a:lnTo>
                  <a:pt x="866" y="30706"/>
                </a:lnTo>
                <a:lnTo>
                  <a:pt x="866" y="30532"/>
                </a:lnTo>
                <a:lnTo>
                  <a:pt x="930" y="30242"/>
                </a:lnTo>
                <a:lnTo>
                  <a:pt x="930" y="30068"/>
                </a:lnTo>
                <a:lnTo>
                  <a:pt x="930" y="29778"/>
                </a:lnTo>
                <a:lnTo>
                  <a:pt x="930" y="29575"/>
                </a:lnTo>
                <a:lnTo>
                  <a:pt x="930" y="29401"/>
                </a:lnTo>
                <a:lnTo>
                  <a:pt x="1026" y="29111"/>
                </a:lnTo>
                <a:lnTo>
                  <a:pt x="1026" y="28937"/>
                </a:lnTo>
                <a:lnTo>
                  <a:pt x="1026" y="28647"/>
                </a:lnTo>
                <a:lnTo>
                  <a:pt x="1026" y="28473"/>
                </a:lnTo>
                <a:lnTo>
                  <a:pt x="1090" y="28183"/>
                </a:lnTo>
                <a:lnTo>
                  <a:pt x="1090" y="27980"/>
                </a:lnTo>
                <a:lnTo>
                  <a:pt x="1090" y="27806"/>
                </a:lnTo>
                <a:lnTo>
                  <a:pt x="1090" y="27516"/>
                </a:lnTo>
                <a:lnTo>
                  <a:pt x="1090" y="27342"/>
                </a:lnTo>
                <a:lnTo>
                  <a:pt x="1154" y="27052"/>
                </a:lnTo>
                <a:lnTo>
                  <a:pt x="1154" y="26849"/>
                </a:lnTo>
                <a:lnTo>
                  <a:pt x="1154" y="26675"/>
                </a:lnTo>
                <a:lnTo>
                  <a:pt x="1154" y="26385"/>
                </a:lnTo>
                <a:lnTo>
                  <a:pt x="1154" y="26211"/>
                </a:lnTo>
                <a:lnTo>
                  <a:pt x="1219" y="26009"/>
                </a:lnTo>
                <a:lnTo>
                  <a:pt x="1219" y="25719"/>
                </a:lnTo>
                <a:lnTo>
                  <a:pt x="1219" y="25545"/>
                </a:lnTo>
                <a:lnTo>
                  <a:pt x="1219" y="25255"/>
                </a:lnTo>
                <a:lnTo>
                  <a:pt x="1315" y="25081"/>
                </a:lnTo>
                <a:lnTo>
                  <a:pt x="1315" y="24878"/>
                </a:lnTo>
                <a:lnTo>
                  <a:pt x="1315" y="24588"/>
                </a:lnTo>
                <a:lnTo>
                  <a:pt x="1315" y="24414"/>
                </a:lnTo>
                <a:lnTo>
                  <a:pt x="1315" y="24211"/>
                </a:lnTo>
                <a:lnTo>
                  <a:pt x="1379" y="23950"/>
                </a:lnTo>
                <a:lnTo>
                  <a:pt x="1379" y="23747"/>
                </a:lnTo>
                <a:lnTo>
                  <a:pt x="1379" y="23544"/>
                </a:lnTo>
                <a:lnTo>
                  <a:pt x="1379" y="23283"/>
                </a:lnTo>
                <a:lnTo>
                  <a:pt x="1443" y="23080"/>
                </a:lnTo>
                <a:lnTo>
                  <a:pt x="1443" y="22877"/>
                </a:lnTo>
                <a:lnTo>
                  <a:pt x="1443" y="22616"/>
                </a:lnTo>
                <a:lnTo>
                  <a:pt x="1443" y="22413"/>
                </a:lnTo>
                <a:lnTo>
                  <a:pt x="1443" y="22210"/>
                </a:lnTo>
                <a:lnTo>
                  <a:pt x="1507" y="21949"/>
                </a:lnTo>
                <a:lnTo>
                  <a:pt x="1507" y="21746"/>
                </a:lnTo>
                <a:lnTo>
                  <a:pt x="1507" y="21543"/>
                </a:lnTo>
                <a:lnTo>
                  <a:pt x="1507" y="21282"/>
                </a:lnTo>
                <a:lnTo>
                  <a:pt x="1604" y="21079"/>
                </a:lnTo>
                <a:lnTo>
                  <a:pt x="1604" y="20876"/>
                </a:lnTo>
                <a:lnTo>
                  <a:pt x="1604" y="20673"/>
                </a:lnTo>
                <a:lnTo>
                  <a:pt x="1604" y="20412"/>
                </a:lnTo>
                <a:lnTo>
                  <a:pt x="1604" y="20209"/>
                </a:lnTo>
                <a:lnTo>
                  <a:pt x="1668" y="20006"/>
                </a:lnTo>
                <a:lnTo>
                  <a:pt x="1668" y="19745"/>
                </a:lnTo>
                <a:lnTo>
                  <a:pt x="1668" y="19543"/>
                </a:lnTo>
                <a:lnTo>
                  <a:pt x="1668" y="19340"/>
                </a:lnTo>
                <a:lnTo>
                  <a:pt x="1732" y="19137"/>
                </a:lnTo>
                <a:lnTo>
                  <a:pt x="1732" y="18876"/>
                </a:lnTo>
                <a:lnTo>
                  <a:pt x="1732" y="18673"/>
                </a:lnTo>
                <a:lnTo>
                  <a:pt x="1732" y="18499"/>
                </a:lnTo>
                <a:lnTo>
                  <a:pt x="1732" y="18296"/>
                </a:lnTo>
                <a:lnTo>
                  <a:pt x="1828" y="18006"/>
                </a:lnTo>
                <a:lnTo>
                  <a:pt x="1828" y="17832"/>
                </a:lnTo>
                <a:lnTo>
                  <a:pt x="1828" y="17629"/>
                </a:lnTo>
                <a:lnTo>
                  <a:pt x="1828" y="17426"/>
                </a:lnTo>
                <a:lnTo>
                  <a:pt x="1892" y="17165"/>
                </a:lnTo>
                <a:lnTo>
                  <a:pt x="1892" y="16962"/>
                </a:lnTo>
                <a:lnTo>
                  <a:pt x="1892" y="16759"/>
                </a:lnTo>
                <a:lnTo>
                  <a:pt x="1892" y="16556"/>
                </a:lnTo>
                <a:lnTo>
                  <a:pt x="1892" y="16295"/>
                </a:lnTo>
                <a:lnTo>
                  <a:pt x="1956" y="16092"/>
                </a:lnTo>
                <a:lnTo>
                  <a:pt x="1956" y="15889"/>
                </a:lnTo>
                <a:lnTo>
                  <a:pt x="1956" y="15686"/>
                </a:lnTo>
                <a:lnTo>
                  <a:pt x="1956" y="15483"/>
                </a:lnTo>
                <a:lnTo>
                  <a:pt x="1956" y="15222"/>
                </a:lnTo>
                <a:lnTo>
                  <a:pt x="2021" y="15019"/>
                </a:lnTo>
                <a:lnTo>
                  <a:pt x="2021" y="14816"/>
                </a:lnTo>
                <a:lnTo>
                  <a:pt x="2021" y="14613"/>
                </a:lnTo>
                <a:lnTo>
                  <a:pt x="2021" y="14439"/>
                </a:lnTo>
                <a:lnTo>
                  <a:pt x="2117" y="14149"/>
                </a:lnTo>
                <a:lnTo>
                  <a:pt x="2117" y="13975"/>
                </a:lnTo>
                <a:lnTo>
                  <a:pt x="2117" y="13772"/>
                </a:lnTo>
                <a:lnTo>
                  <a:pt x="2117" y="13569"/>
                </a:lnTo>
                <a:lnTo>
                  <a:pt x="2117" y="13366"/>
                </a:lnTo>
                <a:lnTo>
                  <a:pt x="2181" y="13163"/>
                </a:lnTo>
                <a:lnTo>
                  <a:pt x="2181" y="12903"/>
                </a:lnTo>
                <a:lnTo>
                  <a:pt x="2181" y="12700"/>
                </a:lnTo>
                <a:lnTo>
                  <a:pt x="2181" y="12497"/>
                </a:lnTo>
                <a:lnTo>
                  <a:pt x="2245" y="12294"/>
                </a:lnTo>
                <a:lnTo>
                  <a:pt x="2245" y="12091"/>
                </a:lnTo>
                <a:lnTo>
                  <a:pt x="2245" y="11888"/>
                </a:lnTo>
                <a:lnTo>
                  <a:pt x="2245" y="11714"/>
                </a:lnTo>
                <a:lnTo>
                  <a:pt x="2245" y="11424"/>
                </a:lnTo>
                <a:lnTo>
                  <a:pt x="2341" y="11250"/>
                </a:lnTo>
                <a:lnTo>
                  <a:pt x="2341" y="11047"/>
                </a:lnTo>
                <a:lnTo>
                  <a:pt x="2341" y="10844"/>
                </a:lnTo>
                <a:lnTo>
                  <a:pt x="2341" y="10641"/>
                </a:lnTo>
                <a:lnTo>
                  <a:pt x="2406" y="10438"/>
                </a:lnTo>
                <a:lnTo>
                  <a:pt x="2406" y="10235"/>
                </a:lnTo>
                <a:lnTo>
                  <a:pt x="2406" y="10032"/>
                </a:lnTo>
                <a:lnTo>
                  <a:pt x="2406" y="9771"/>
                </a:lnTo>
                <a:lnTo>
                  <a:pt x="2406" y="9568"/>
                </a:lnTo>
                <a:lnTo>
                  <a:pt x="2470" y="9365"/>
                </a:lnTo>
                <a:lnTo>
                  <a:pt x="2470" y="9162"/>
                </a:lnTo>
                <a:lnTo>
                  <a:pt x="2470" y="8988"/>
                </a:lnTo>
                <a:lnTo>
                  <a:pt x="2470" y="8785"/>
                </a:lnTo>
                <a:lnTo>
                  <a:pt x="2534" y="8582"/>
                </a:lnTo>
                <a:lnTo>
                  <a:pt x="2534" y="8379"/>
                </a:lnTo>
                <a:lnTo>
                  <a:pt x="2534" y="8176"/>
                </a:lnTo>
                <a:lnTo>
                  <a:pt x="2534" y="7973"/>
                </a:lnTo>
                <a:lnTo>
                  <a:pt x="2534" y="7770"/>
                </a:lnTo>
                <a:lnTo>
                  <a:pt x="2630" y="7567"/>
                </a:lnTo>
                <a:lnTo>
                  <a:pt x="2630" y="7306"/>
                </a:lnTo>
                <a:lnTo>
                  <a:pt x="2630" y="7103"/>
                </a:lnTo>
                <a:lnTo>
                  <a:pt x="2630" y="6900"/>
                </a:lnTo>
                <a:lnTo>
                  <a:pt x="2694" y="6726"/>
                </a:lnTo>
                <a:lnTo>
                  <a:pt x="2694" y="6523"/>
                </a:lnTo>
                <a:lnTo>
                  <a:pt x="2694" y="6321"/>
                </a:lnTo>
                <a:lnTo>
                  <a:pt x="2694" y="6118"/>
                </a:lnTo>
                <a:lnTo>
                  <a:pt x="2694" y="5915"/>
                </a:lnTo>
                <a:lnTo>
                  <a:pt x="2758" y="5712"/>
                </a:lnTo>
                <a:lnTo>
                  <a:pt x="2758" y="5509"/>
                </a:lnTo>
                <a:lnTo>
                  <a:pt x="2758" y="5306"/>
                </a:lnTo>
                <a:lnTo>
                  <a:pt x="2758" y="5132"/>
                </a:lnTo>
                <a:lnTo>
                  <a:pt x="2758" y="4929"/>
                </a:lnTo>
                <a:lnTo>
                  <a:pt x="2823" y="4726"/>
                </a:lnTo>
                <a:lnTo>
                  <a:pt x="2823" y="4523"/>
                </a:lnTo>
                <a:lnTo>
                  <a:pt x="2823" y="4320"/>
                </a:lnTo>
                <a:lnTo>
                  <a:pt x="2823" y="4117"/>
                </a:lnTo>
                <a:lnTo>
                  <a:pt x="2919" y="3914"/>
                </a:lnTo>
                <a:lnTo>
                  <a:pt x="2919" y="3711"/>
                </a:lnTo>
                <a:lnTo>
                  <a:pt x="2919" y="3537"/>
                </a:lnTo>
                <a:lnTo>
                  <a:pt x="2919" y="3334"/>
                </a:lnTo>
                <a:lnTo>
                  <a:pt x="2919" y="3131"/>
                </a:lnTo>
                <a:lnTo>
                  <a:pt x="2983" y="2928"/>
                </a:lnTo>
                <a:lnTo>
                  <a:pt x="2983" y="2725"/>
                </a:lnTo>
                <a:lnTo>
                  <a:pt x="2983" y="2522"/>
                </a:lnTo>
                <a:lnTo>
                  <a:pt x="2983" y="2319"/>
                </a:lnTo>
                <a:lnTo>
                  <a:pt x="3047" y="2116"/>
                </a:lnTo>
                <a:lnTo>
                  <a:pt x="3047" y="1913"/>
                </a:lnTo>
                <a:lnTo>
                  <a:pt x="3047" y="1739"/>
                </a:lnTo>
                <a:lnTo>
                  <a:pt x="3047" y="1536"/>
                </a:lnTo>
                <a:lnTo>
                  <a:pt x="3047" y="1333"/>
                </a:lnTo>
                <a:lnTo>
                  <a:pt x="3143" y="1188"/>
                </a:lnTo>
                <a:lnTo>
                  <a:pt x="3143" y="985"/>
                </a:lnTo>
                <a:lnTo>
                  <a:pt x="3143" y="782"/>
                </a:lnTo>
                <a:lnTo>
                  <a:pt x="3143" y="608"/>
                </a:lnTo>
                <a:lnTo>
                  <a:pt x="3208" y="405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805196" y="3351285"/>
            <a:ext cx="3208" cy="32706"/>
          </a:xfrm>
          <a:custGeom>
            <a:avLst/>
            <a:gdLst/>
            <a:ahLst/>
            <a:cxnLst/>
            <a:rect l="l" t="t" r="r" b="b"/>
            <a:pathLst>
              <a:path w="3208" h="32706">
                <a:moveTo>
                  <a:pt x="0" y="32706"/>
                </a:moveTo>
                <a:lnTo>
                  <a:pt x="0" y="32504"/>
                </a:lnTo>
                <a:lnTo>
                  <a:pt x="0" y="32301"/>
                </a:lnTo>
                <a:lnTo>
                  <a:pt x="64" y="32098"/>
                </a:lnTo>
                <a:lnTo>
                  <a:pt x="64" y="31895"/>
                </a:lnTo>
                <a:lnTo>
                  <a:pt x="64" y="31721"/>
                </a:lnTo>
                <a:lnTo>
                  <a:pt x="64" y="31576"/>
                </a:lnTo>
                <a:lnTo>
                  <a:pt x="128" y="31373"/>
                </a:lnTo>
                <a:lnTo>
                  <a:pt x="128" y="31170"/>
                </a:lnTo>
                <a:lnTo>
                  <a:pt x="128" y="30967"/>
                </a:lnTo>
                <a:lnTo>
                  <a:pt x="128" y="30764"/>
                </a:lnTo>
                <a:lnTo>
                  <a:pt x="128" y="30590"/>
                </a:lnTo>
                <a:lnTo>
                  <a:pt x="224" y="30387"/>
                </a:lnTo>
                <a:lnTo>
                  <a:pt x="224" y="30184"/>
                </a:lnTo>
                <a:lnTo>
                  <a:pt x="224" y="30039"/>
                </a:lnTo>
                <a:lnTo>
                  <a:pt x="224" y="29836"/>
                </a:lnTo>
                <a:lnTo>
                  <a:pt x="288" y="29633"/>
                </a:lnTo>
                <a:lnTo>
                  <a:pt x="288" y="29459"/>
                </a:lnTo>
                <a:lnTo>
                  <a:pt x="288" y="29256"/>
                </a:lnTo>
                <a:lnTo>
                  <a:pt x="288" y="29053"/>
                </a:lnTo>
                <a:lnTo>
                  <a:pt x="288" y="28908"/>
                </a:lnTo>
                <a:lnTo>
                  <a:pt x="352" y="28705"/>
                </a:lnTo>
                <a:lnTo>
                  <a:pt x="352" y="28502"/>
                </a:lnTo>
                <a:lnTo>
                  <a:pt x="352" y="28328"/>
                </a:lnTo>
                <a:lnTo>
                  <a:pt x="352" y="28125"/>
                </a:lnTo>
                <a:lnTo>
                  <a:pt x="352" y="27922"/>
                </a:lnTo>
                <a:lnTo>
                  <a:pt x="417" y="27777"/>
                </a:lnTo>
                <a:lnTo>
                  <a:pt x="417" y="27574"/>
                </a:lnTo>
                <a:lnTo>
                  <a:pt x="417" y="27371"/>
                </a:lnTo>
                <a:lnTo>
                  <a:pt x="417" y="27197"/>
                </a:lnTo>
                <a:lnTo>
                  <a:pt x="513" y="26994"/>
                </a:lnTo>
                <a:lnTo>
                  <a:pt x="513" y="26849"/>
                </a:lnTo>
                <a:lnTo>
                  <a:pt x="513" y="26646"/>
                </a:lnTo>
                <a:lnTo>
                  <a:pt x="513" y="26443"/>
                </a:lnTo>
                <a:lnTo>
                  <a:pt x="513" y="26269"/>
                </a:lnTo>
                <a:lnTo>
                  <a:pt x="577" y="26124"/>
                </a:lnTo>
                <a:lnTo>
                  <a:pt x="577" y="25922"/>
                </a:lnTo>
                <a:lnTo>
                  <a:pt x="577" y="25719"/>
                </a:lnTo>
                <a:lnTo>
                  <a:pt x="577" y="25516"/>
                </a:lnTo>
                <a:lnTo>
                  <a:pt x="641" y="25197"/>
                </a:lnTo>
                <a:lnTo>
                  <a:pt x="641" y="24994"/>
                </a:lnTo>
                <a:lnTo>
                  <a:pt x="641" y="24791"/>
                </a:lnTo>
                <a:lnTo>
                  <a:pt x="641" y="24646"/>
                </a:lnTo>
                <a:lnTo>
                  <a:pt x="737" y="24472"/>
                </a:lnTo>
                <a:lnTo>
                  <a:pt x="737" y="24269"/>
                </a:lnTo>
                <a:lnTo>
                  <a:pt x="737" y="24066"/>
                </a:lnTo>
                <a:lnTo>
                  <a:pt x="737" y="23921"/>
                </a:lnTo>
                <a:lnTo>
                  <a:pt x="802" y="23718"/>
                </a:lnTo>
                <a:lnTo>
                  <a:pt x="802" y="23515"/>
                </a:lnTo>
                <a:lnTo>
                  <a:pt x="802" y="23196"/>
                </a:lnTo>
                <a:lnTo>
                  <a:pt x="802" y="22993"/>
                </a:lnTo>
                <a:lnTo>
                  <a:pt x="866" y="22674"/>
                </a:lnTo>
                <a:lnTo>
                  <a:pt x="866" y="22471"/>
                </a:lnTo>
                <a:lnTo>
                  <a:pt x="866" y="22268"/>
                </a:lnTo>
                <a:lnTo>
                  <a:pt x="930" y="22123"/>
                </a:lnTo>
                <a:lnTo>
                  <a:pt x="930" y="21920"/>
                </a:lnTo>
                <a:lnTo>
                  <a:pt x="930" y="21746"/>
                </a:lnTo>
                <a:lnTo>
                  <a:pt x="930" y="21601"/>
                </a:lnTo>
                <a:lnTo>
                  <a:pt x="930" y="21398"/>
                </a:lnTo>
                <a:lnTo>
                  <a:pt x="1026" y="21195"/>
                </a:lnTo>
                <a:lnTo>
                  <a:pt x="1026" y="20876"/>
                </a:lnTo>
                <a:lnTo>
                  <a:pt x="1026" y="20731"/>
                </a:lnTo>
                <a:lnTo>
                  <a:pt x="1090" y="20528"/>
                </a:lnTo>
                <a:lnTo>
                  <a:pt x="1090" y="20325"/>
                </a:lnTo>
                <a:lnTo>
                  <a:pt x="1090" y="20006"/>
                </a:lnTo>
                <a:lnTo>
                  <a:pt x="1090" y="19803"/>
                </a:lnTo>
                <a:lnTo>
                  <a:pt x="1154" y="19658"/>
                </a:lnTo>
                <a:lnTo>
                  <a:pt x="1154" y="19485"/>
                </a:lnTo>
                <a:lnTo>
                  <a:pt x="1154" y="19340"/>
                </a:lnTo>
                <a:lnTo>
                  <a:pt x="1154" y="19137"/>
                </a:lnTo>
                <a:lnTo>
                  <a:pt x="1154" y="18934"/>
                </a:lnTo>
                <a:lnTo>
                  <a:pt x="1251" y="18615"/>
                </a:lnTo>
                <a:lnTo>
                  <a:pt x="1251" y="18470"/>
                </a:lnTo>
                <a:lnTo>
                  <a:pt x="1251" y="18267"/>
                </a:lnTo>
                <a:lnTo>
                  <a:pt x="1315" y="17948"/>
                </a:lnTo>
                <a:lnTo>
                  <a:pt x="1315" y="17745"/>
                </a:lnTo>
                <a:lnTo>
                  <a:pt x="1315" y="17600"/>
                </a:lnTo>
                <a:lnTo>
                  <a:pt x="1315" y="17397"/>
                </a:lnTo>
                <a:lnTo>
                  <a:pt x="1379" y="17078"/>
                </a:lnTo>
                <a:lnTo>
                  <a:pt x="1379" y="16933"/>
                </a:lnTo>
                <a:lnTo>
                  <a:pt x="1379" y="16759"/>
                </a:lnTo>
                <a:lnTo>
                  <a:pt x="1443" y="16614"/>
                </a:lnTo>
                <a:lnTo>
                  <a:pt x="1443" y="16411"/>
                </a:lnTo>
                <a:lnTo>
                  <a:pt x="1443" y="16092"/>
                </a:lnTo>
                <a:lnTo>
                  <a:pt x="1443" y="15947"/>
                </a:lnTo>
                <a:lnTo>
                  <a:pt x="1539" y="15744"/>
                </a:lnTo>
                <a:lnTo>
                  <a:pt x="1539" y="15425"/>
                </a:lnTo>
                <a:lnTo>
                  <a:pt x="1539" y="15280"/>
                </a:lnTo>
                <a:lnTo>
                  <a:pt x="1604" y="15077"/>
                </a:lnTo>
                <a:lnTo>
                  <a:pt x="1604" y="14758"/>
                </a:lnTo>
                <a:lnTo>
                  <a:pt x="1604" y="14613"/>
                </a:lnTo>
                <a:lnTo>
                  <a:pt x="1604" y="14410"/>
                </a:lnTo>
                <a:lnTo>
                  <a:pt x="1668" y="14091"/>
                </a:lnTo>
                <a:lnTo>
                  <a:pt x="1668" y="13946"/>
                </a:lnTo>
                <a:lnTo>
                  <a:pt x="1668" y="13743"/>
                </a:lnTo>
                <a:lnTo>
                  <a:pt x="1732" y="13424"/>
                </a:lnTo>
                <a:lnTo>
                  <a:pt x="1732" y="13279"/>
                </a:lnTo>
                <a:lnTo>
                  <a:pt x="1732" y="12961"/>
                </a:lnTo>
                <a:lnTo>
                  <a:pt x="1828" y="12816"/>
                </a:lnTo>
                <a:lnTo>
                  <a:pt x="1828" y="12613"/>
                </a:lnTo>
                <a:lnTo>
                  <a:pt x="1828" y="12294"/>
                </a:lnTo>
                <a:lnTo>
                  <a:pt x="1892" y="12149"/>
                </a:lnTo>
                <a:lnTo>
                  <a:pt x="1892" y="11830"/>
                </a:lnTo>
                <a:lnTo>
                  <a:pt x="1892" y="11685"/>
                </a:lnTo>
                <a:lnTo>
                  <a:pt x="1892" y="11482"/>
                </a:lnTo>
                <a:lnTo>
                  <a:pt x="1956" y="11221"/>
                </a:lnTo>
                <a:lnTo>
                  <a:pt x="1956" y="11018"/>
                </a:lnTo>
                <a:lnTo>
                  <a:pt x="1956" y="10757"/>
                </a:lnTo>
                <a:lnTo>
                  <a:pt x="2053" y="10554"/>
                </a:lnTo>
                <a:lnTo>
                  <a:pt x="2053" y="10235"/>
                </a:lnTo>
                <a:lnTo>
                  <a:pt x="2053" y="10090"/>
                </a:lnTo>
                <a:lnTo>
                  <a:pt x="2117" y="9771"/>
                </a:lnTo>
                <a:lnTo>
                  <a:pt x="2117" y="9626"/>
                </a:lnTo>
                <a:lnTo>
                  <a:pt x="2117" y="9307"/>
                </a:lnTo>
                <a:lnTo>
                  <a:pt x="2181" y="9162"/>
                </a:lnTo>
                <a:lnTo>
                  <a:pt x="2181" y="8901"/>
                </a:lnTo>
                <a:lnTo>
                  <a:pt x="2181" y="8698"/>
                </a:lnTo>
                <a:lnTo>
                  <a:pt x="2245" y="8553"/>
                </a:lnTo>
                <a:lnTo>
                  <a:pt x="2245" y="8234"/>
                </a:lnTo>
                <a:lnTo>
                  <a:pt x="2245" y="8089"/>
                </a:lnTo>
                <a:lnTo>
                  <a:pt x="2341" y="7828"/>
                </a:lnTo>
                <a:lnTo>
                  <a:pt x="2341" y="7625"/>
                </a:lnTo>
                <a:lnTo>
                  <a:pt x="2341" y="7364"/>
                </a:lnTo>
                <a:lnTo>
                  <a:pt x="2406" y="7161"/>
                </a:lnTo>
                <a:lnTo>
                  <a:pt x="2406" y="6900"/>
                </a:lnTo>
                <a:lnTo>
                  <a:pt x="2406" y="6581"/>
                </a:lnTo>
                <a:lnTo>
                  <a:pt x="2470" y="6437"/>
                </a:lnTo>
                <a:lnTo>
                  <a:pt x="2470" y="6176"/>
                </a:lnTo>
                <a:lnTo>
                  <a:pt x="2470" y="6031"/>
                </a:lnTo>
                <a:lnTo>
                  <a:pt x="2566" y="5828"/>
                </a:lnTo>
                <a:lnTo>
                  <a:pt x="2566" y="5567"/>
                </a:lnTo>
                <a:lnTo>
                  <a:pt x="2566" y="5306"/>
                </a:lnTo>
                <a:lnTo>
                  <a:pt x="2630" y="5103"/>
                </a:lnTo>
                <a:lnTo>
                  <a:pt x="2630" y="4842"/>
                </a:lnTo>
                <a:lnTo>
                  <a:pt x="2630" y="4697"/>
                </a:lnTo>
                <a:lnTo>
                  <a:pt x="2694" y="4436"/>
                </a:lnTo>
                <a:lnTo>
                  <a:pt x="2694" y="4233"/>
                </a:lnTo>
                <a:lnTo>
                  <a:pt x="2694" y="3972"/>
                </a:lnTo>
                <a:lnTo>
                  <a:pt x="2758" y="3711"/>
                </a:lnTo>
                <a:lnTo>
                  <a:pt x="2758" y="3566"/>
                </a:lnTo>
                <a:lnTo>
                  <a:pt x="2758" y="3392"/>
                </a:lnTo>
                <a:lnTo>
                  <a:pt x="2758" y="3247"/>
                </a:lnTo>
                <a:lnTo>
                  <a:pt x="2855" y="3102"/>
                </a:lnTo>
                <a:lnTo>
                  <a:pt x="2855" y="2841"/>
                </a:lnTo>
                <a:lnTo>
                  <a:pt x="2919" y="2580"/>
                </a:lnTo>
                <a:lnTo>
                  <a:pt x="2919" y="2435"/>
                </a:lnTo>
                <a:lnTo>
                  <a:pt x="2919" y="2174"/>
                </a:lnTo>
                <a:lnTo>
                  <a:pt x="2919" y="1971"/>
                </a:lnTo>
                <a:lnTo>
                  <a:pt x="2983" y="1710"/>
                </a:lnTo>
                <a:lnTo>
                  <a:pt x="2983" y="1449"/>
                </a:lnTo>
                <a:lnTo>
                  <a:pt x="3047" y="1188"/>
                </a:lnTo>
                <a:lnTo>
                  <a:pt x="3047" y="1043"/>
                </a:lnTo>
                <a:lnTo>
                  <a:pt x="3047" y="782"/>
                </a:lnTo>
                <a:lnTo>
                  <a:pt x="3143" y="521"/>
                </a:lnTo>
                <a:lnTo>
                  <a:pt x="3143" y="376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808404" y="3331452"/>
            <a:ext cx="3208" cy="19832"/>
          </a:xfrm>
          <a:custGeom>
            <a:avLst/>
            <a:gdLst/>
            <a:ahLst/>
            <a:cxnLst/>
            <a:rect l="l" t="t" r="r" b="b"/>
            <a:pathLst>
              <a:path w="3208" h="19832">
                <a:moveTo>
                  <a:pt x="0" y="19832"/>
                </a:moveTo>
                <a:lnTo>
                  <a:pt x="0" y="19687"/>
                </a:lnTo>
                <a:lnTo>
                  <a:pt x="0" y="19543"/>
                </a:lnTo>
                <a:lnTo>
                  <a:pt x="64" y="19282"/>
                </a:lnTo>
                <a:lnTo>
                  <a:pt x="64" y="19021"/>
                </a:lnTo>
                <a:lnTo>
                  <a:pt x="160" y="18760"/>
                </a:lnTo>
                <a:lnTo>
                  <a:pt x="160" y="18615"/>
                </a:lnTo>
                <a:lnTo>
                  <a:pt x="160" y="18354"/>
                </a:lnTo>
                <a:lnTo>
                  <a:pt x="224" y="18093"/>
                </a:lnTo>
                <a:lnTo>
                  <a:pt x="224" y="17948"/>
                </a:lnTo>
                <a:lnTo>
                  <a:pt x="224" y="17687"/>
                </a:lnTo>
                <a:lnTo>
                  <a:pt x="288" y="17484"/>
                </a:lnTo>
                <a:lnTo>
                  <a:pt x="288" y="17223"/>
                </a:lnTo>
                <a:lnTo>
                  <a:pt x="352" y="16962"/>
                </a:lnTo>
                <a:lnTo>
                  <a:pt x="352" y="16817"/>
                </a:lnTo>
                <a:lnTo>
                  <a:pt x="352" y="16556"/>
                </a:lnTo>
                <a:lnTo>
                  <a:pt x="449" y="16295"/>
                </a:lnTo>
                <a:lnTo>
                  <a:pt x="449" y="16092"/>
                </a:lnTo>
                <a:lnTo>
                  <a:pt x="513" y="15831"/>
                </a:lnTo>
                <a:lnTo>
                  <a:pt x="513" y="15686"/>
                </a:lnTo>
                <a:lnTo>
                  <a:pt x="513" y="15425"/>
                </a:lnTo>
                <a:lnTo>
                  <a:pt x="577" y="15222"/>
                </a:lnTo>
                <a:lnTo>
                  <a:pt x="577" y="14961"/>
                </a:lnTo>
                <a:lnTo>
                  <a:pt x="641" y="14758"/>
                </a:lnTo>
                <a:lnTo>
                  <a:pt x="641" y="14497"/>
                </a:lnTo>
                <a:lnTo>
                  <a:pt x="641" y="14236"/>
                </a:lnTo>
                <a:lnTo>
                  <a:pt x="737" y="14033"/>
                </a:lnTo>
                <a:lnTo>
                  <a:pt x="737" y="13772"/>
                </a:lnTo>
                <a:lnTo>
                  <a:pt x="802" y="13569"/>
                </a:lnTo>
                <a:lnTo>
                  <a:pt x="802" y="13424"/>
                </a:lnTo>
                <a:lnTo>
                  <a:pt x="802" y="13250"/>
                </a:lnTo>
                <a:lnTo>
                  <a:pt x="866" y="13105"/>
                </a:lnTo>
                <a:lnTo>
                  <a:pt x="866" y="12961"/>
                </a:lnTo>
                <a:lnTo>
                  <a:pt x="866" y="12787"/>
                </a:lnTo>
                <a:lnTo>
                  <a:pt x="962" y="12642"/>
                </a:lnTo>
                <a:lnTo>
                  <a:pt x="962" y="12497"/>
                </a:lnTo>
                <a:lnTo>
                  <a:pt x="962" y="12294"/>
                </a:lnTo>
                <a:lnTo>
                  <a:pt x="1026" y="12033"/>
                </a:lnTo>
                <a:lnTo>
                  <a:pt x="1026" y="11830"/>
                </a:lnTo>
                <a:lnTo>
                  <a:pt x="1090" y="11656"/>
                </a:lnTo>
                <a:lnTo>
                  <a:pt x="1090" y="11511"/>
                </a:lnTo>
                <a:lnTo>
                  <a:pt x="1090" y="11366"/>
                </a:lnTo>
                <a:lnTo>
                  <a:pt x="1090" y="11192"/>
                </a:lnTo>
                <a:lnTo>
                  <a:pt x="1154" y="11047"/>
                </a:lnTo>
                <a:lnTo>
                  <a:pt x="1154" y="10844"/>
                </a:lnTo>
                <a:lnTo>
                  <a:pt x="1154" y="10699"/>
                </a:lnTo>
                <a:lnTo>
                  <a:pt x="1251" y="10525"/>
                </a:lnTo>
                <a:lnTo>
                  <a:pt x="1251" y="10322"/>
                </a:lnTo>
                <a:lnTo>
                  <a:pt x="1251" y="10177"/>
                </a:lnTo>
                <a:lnTo>
                  <a:pt x="1315" y="9974"/>
                </a:lnTo>
                <a:lnTo>
                  <a:pt x="1315" y="9771"/>
                </a:lnTo>
                <a:lnTo>
                  <a:pt x="1379" y="9568"/>
                </a:lnTo>
                <a:lnTo>
                  <a:pt x="1379" y="9394"/>
                </a:lnTo>
                <a:lnTo>
                  <a:pt x="1379" y="9249"/>
                </a:lnTo>
                <a:lnTo>
                  <a:pt x="1475" y="9046"/>
                </a:lnTo>
                <a:lnTo>
                  <a:pt x="1475" y="8843"/>
                </a:lnTo>
                <a:lnTo>
                  <a:pt x="1539" y="8640"/>
                </a:lnTo>
                <a:lnTo>
                  <a:pt x="1539" y="8437"/>
                </a:lnTo>
                <a:lnTo>
                  <a:pt x="1604" y="8263"/>
                </a:lnTo>
                <a:lnTo>
                  <a:pt x="1604" y="8118"/>
                </a:lnTo>
                <a:lnTo>
                  <a:pt x="1604" y="7915"/>
                </a:lnTo>
                <a:lnTo>
                  <a:pt x="1668" y="7712"/>
                </a:lnTo>
                <a:lnTo>
                  <a:pt x="1668" y="7451"/>
                </a:lnTo>
                <a:lnTo>
                  <a:pt x="1764" y="7248"/>
                </a:lnTo>
                <a:lnTo>
                  <a:pt x="1764" y="7045"/>
                </a:lnTo>
                <a:lnTo>
                  <a:pt x="1828" y="6842"/>
                </a:lnTo>
                <a:lnTo>
                  <a:pt x="1828" y="6581"/>
                </a:lnTo>
                <a:lnTo>
                  <a:pt x="1892" y="6379"/>
                </a:lnTo>
                <a:lnTo>
                  <a:pt x="1892" y="6118"/>
                </a:lnTo>
                <a:lnTo>
                  <a:pt x="1956" y="5915"/>
                </a:lnTo>
                <a:lnTo>
                  <a:pt x="1956" y="5654"/>
                </a:lnTo>
                <a:lnTo>
                  <a:pt x="2053" y="5393"/>
                </a:lnTo>
                <a:lnTo>
                  <a:pt x="2117" y="5248"/>
                </a:lnTo>
                <a:lnTo>
                  <a:pt x="2117" y="5074"/>
                </a:lnTo>
                <a:lnTo>
                  <a:pt x="2117" y="4871"/>
                </a:lnTo>
                <a:lnTo>
                  <a:pt x="2181" y="4726"/>
                </a:lnTo>
                <a:lnTo>
                  <a:pt x="2181" y="4581"/>
                </a:lnTo>
                <a:lnTo>
                  <a:pt x="2277" y="4320"/>
                </a:lnTo>
                <a:lnTo>
                  <a:pt x="2277" y="4117"/>
                </a:lnTo>
                <a:lnTo>
                  <a:pt x="2341" y="3943"/>
                </a:lnTo>
                <a:lnTo>
                  <a:pt x="2341" y="3798"/>
                </a:lnTo>
                <a:lnTo>
                  <a:pt x="2406" y="3653"/>
                </a:lnTo>
                <a:lnTo>
                  <a:pt x="2406" y="3450"/>
                </a:lnTo>
                <a:lnTo>
                  <a:pt x="2470" y="3276"/>
                </a:lnTo>
                <a:lnTo>
                  <a:pt x="2470" y="3131"/>
                </a:lnTo>
                <a:lnTo>
                  <a:pt x="2566" y="2928"/>
                </a:lnTo>
                <a:lnTo>
                  <a:pt x="2566" y="2725"/>
                </a:lnTo>
                <a:lnTo>
                  <a:pt x="2630" y="2464"/>
                </a:lnTo>
                <a:lnTo>
                  <a:pt x="2630" y="2319"/>
                </a:lnTo>
                <a:lnTo>
                  <a:pt x="2694" y="2145"/>
                </a:lnTo>
                <a:lnTo>
                  <a:pt x="2694" y="2000"/>
                </a:lnTo>
                <a:lnTo>
                  <a:pt x="2790" y="1855"/>
                </a:lnTo>
                <a:lnTo>
                  <a:pt x="2790" y="1681"/>
                </a:lnTo>
                <a:lnTo>
                  <a:pt x="2855" y="1536"/>
                </a:lnTo>
                <a:lnTo>
                  <a:pt x="2855" y="1391"/>
                </a:lnTo>
                <a:lnTo>
                  <a:pt x="2919" y="1217"/>
                </a:lnTo>
                <a:lnTo>
                  <a:pt x="2919" y="1072"/>
                </a:lnTo>
                <a:lnTo>
                  <a:pt x="2919" y="927"/>
                </a:lnTo>
                <a:lnTo>
                  <a:pt x="2983" y="724"/>
                </a:lnTo>
                <a:lnTo>
                  <a:pt x="3079" y="550"/>
                </a:lnTo>
                <a:lnTo>
                  <a:pt x="3079" y="405"/>
                </a:lnTo>
                <a:lnTo>
                  <a:pt x="3143" y="260"/>
                </a:lnTo>
                <a:lnTo>
                  <a:pt x="3143" y="8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811612" y="3325537"/>
            <a:ext cx="3143" cy="5915"/>
          </a:xfrm>
          <a:custGeom>
            <a:avLst/>
            <a:gdLst/>
            <a:ahLst/>
            <a:cxnLst/>
            <a:rect l="l" t="t" r="r" b="b"/>
            <a:pathLst>
              <a:path w="3143" h="5915">
                <a:moveTo>
                  <a:pt x="0" y="5915"/>
                </a:moveTo>
                <a:lnTo>
                  <a:pt x="0" y="5712"/>
                </a:lnTo>
                <a:lnTo>
                  <a:pt x="64" y="5509"/>
                </a:lnTo>
                <a:lnTo>
                  <a:pt x="160" y="5335"/>
                </a:lnTo>
                <a:lnTo>
                  <a:pt x="160" y="5190"/>
                </a:lnTo>
                <a:lnTo>
                  <a:pt x="224" y="5045"/>
                </a:lnTo>
                <a:lnTo>
                  <a:pt x="224" y="4871"/>
                </a:lnTo>
                <a:lnTo>
                  <a:pt x="288" y="4726"/>
                </a:lnTo>
                <a:lnTo>
                  <a:pt x="288" y="4581"/>
                </a:lnTo>
                <a:lnTo>
                  <a:pt x="384" y="4378"/>
                </a:lnTo>
                <a:lnTo>
                  <a:pt x="449" y="4204"/>
                </a:lnTo>
                <a:lnTo>
                  <a:pt x="449" y="4059"/>
                </a:lnTo>
                <a:lnTo>
                  <a:pt x="513" y="3914"/>
                </a:lnTo>
                <a:lnTo>
                  <a:pt x="577" y="3740"/>
                </a:lnTo>
                <a:lnTo>
                  <a:pt x="577" y="3595"/>
                </a:lnTo>
                <a:lnTo>
                  <a:pt x="673" y="3450"/>
                </a:lnTo>
                <a:lnTo>
                  <a:pt x="737" y="3247"/>
                </a:lnTo>
                <a:lnTo>
                  <a:pt x="802" y="3073"/>
                </a:lnTo>
                <a:lnTo>
                  <a:pt x="802" y="2928"/>
                </a:lnTo>
                <a:lnTo>
                  <a:pt x="866" y="2783"/>
                </a:lnTo>
                <a:lnTo>
                  <a:pt x="962" y="2609"/>
                </a:lnTo>
                <a:lnTo>
                  <a:pt x="1026" y="2464"/>
                </a:lnTo>
                <a:lnTo>
                  <a:pt x="1090" y="2319"/>
                </a:lnTo>
                <a:lnTo>
                  <a:pt x="1186" y="2145"/>
                </a:lnTo>
                <a:lnTo>
                  <a:pt x="1186" y="2000"/>
                </a:lnTo>
                <a:lnTo>
                  <a:pt x="1251" y="1855"/>
                </a:lnTo>
                <a:lnTo>
                  <a:pt x="1315" y="1797"/>
                </a:lnTo>
                <a:lnTo>
                  <a:pt x="1315" y="1652"/>
                </a:lnTo>
                <a:lnTo>
                  <a:pt x="1475" y="1536"/>
                </a:lnTo>
                <a:lnTo>
                  <a:pt x="1475" y="1391"/>
                </a:lnTo>
                <a:lnTo>
                  <a:pt x="1475" y="1391"/>
                </a:lnTo>
                <a:lnTo>
                  <a:pt x="1604" y="1188"/>
                </a:lnTo>
                <a:lnTo>
                  <a:pt x="1700" y="1014"/>
                </a:lnTo>
                <a:lnTo>
                  <a:pt x="1764" y="869"/>
                </a:lnTo>
                <a:lnTo>
                  <a:pt x="1892" y="724"/>
                </a:lnTo>
                <a:lnTo>
                  <a:pt x="2053" y="521"/>
                </a:lnTo>
                <a:lnTo>
                  <a:pt x="2117" y="405"/>
                </a:lnTo>
                <a:lnTo>
                  <a:pt x="2277" y="347"/>
                </a:lnTo>
                <a:lnTo>
                  <a:pt x="2341" y="260"/>
                </a:lnTo>
                <a:lnTo>
                  <a:pt x="2406" y="202"/>
                </a:lnTo>
                <a:lnTo>
                  <a:pt x="2566" y="144"/>
                </a:lnTo>
                <a:lnTo>
                  <a:pt x="2694" y="57"/>
                </a:lnTo>
                <a:lnTo>
                  <a:pt x="2790" y="57"/>
                </a:lnTo>
                <a:lnTo>
                  <a:pt x="2919" y="0"/>
                </a:lnTo>
                <a:lnTo>
                  <a:pt x="2983" y="0"/>
                </a:lnTo>
                <a:lnTo>
                  <a:pt x="2983" y="57"/>
                </a:lnTo>
                <a:lnTo>
                  <a:pt x="3143" y="57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814756" y="3325595"/>
            <a:ext cx="3208" cy="7915"/>
          </a:xfrm>
          <a:custGeom>
            <a:avLst/>
            <a:gdLst/>
            <a:ahLst/>
            <a:cxnLst/>
            <a:rect l="l" t="t" r="r" b="b"/>
            <a:pathLst>
              <a:path w="3208" h="7915">
                <a:moveTo>
                  <a:pt x="0" y="0"/>
                </a:moveTo>
                <a:lnTo>
                  <a:pt x="0" y="0"/>
                </a:lnTo>
                <a:lnTo>
                  <a:pt x="160" y="86"/>
                </a:lnTo>
                <a:lnTo>
                  <a:pt x="288" y="144"/>
                </a:lnTo>
                <a:lnTo>
                  <a:pt x="352" y="289"/>
                </a:lnTo>
                <a:lnTo>
                  <a:pt x="513" y="347"/>
                </a:lnTo>
                <a:lnTo>
                  <a:pt x="673" y="463"/>
                </a:lnTo>
                <a:lnTo>
                  <a:pt x="737" y="608"/>
                </a:lnTo>
                <a:lnTo>
                  <a:pt x="802" y="753"/>
                </a:lnTo>
                <a:lnTo>
                  <a:pt x="866" y="811"/>
                </a:lnTo>
                <a:lnTo>
                  <a:pt x="962" y="869"/>
                </a:lnTo>
                <a:lnTo>
                  <a:pt x="962" y="1014"/>
                </a:lnTo>
                <a:lnTo>
                  <a:pt x="1090" y="1130"/>
                </a:lnTo>
                <a:lnTo>
                  <a:pt x="1154" y="1275"/>
                </a:lnTo>
                <a:lnTo>
                  <a:pt x="1154" y="1420"/>
                </a:lnTo>
                <a:lnTo>
                  <a:pt x="1315" y="1536"/>
                </a:lnTo>
                <a:lnTo>
                  <a:pt x="1315" y="1681"/>
                </a:lnTo>
                <a:lnTo>
                  <a:pt x="1379" y="1884"/>
                </a:lnTo>
                <a:lnTo>
                  <a:pt x="1539" y="2000"/>
                </a:lnTo>
                <a:lnTo>
                  <a:pt x="1539" y="2145"/>
                </a:lnTo>
                <a:lnTo>
                  <a:pt x="1604" y="2348"/>
                </a:lnTo>
                <a:lnTo>
                  <a:pt x="1668" y="2551"/>
                </a:lnTo>
                <a:lnTo>
                  <a:pt x="1764" y="2725"/>
                </a:lnTo>
                <a:lnTo>
                  <a:pt x="1828" y="2870"/>
                </a:lnTo>
                <a:lnTo>
                  <a:pt x="1892" y="3015"/>
                </a:lnTo>
                <a:lnTo>
                  <a:pt x="1988" y="3189"/>
                </a:lnTo>
                <a:lnTo>
                  <a:pt x="1988" y="3334"/>
                </a:lnTo>
                <a:lnTo>
                  <a:pt x="2053" y="3479"/>
                </a:lnTo>
                <a:lnTo>
                  <a:pt x="2117" y="3682"/>
                </a:lnTo>
                <a:lnTo>
                  <a:pt x="2181" y="3856"/>
                </a:lnTo>
                <a:lnTo>
                  <a:pt x="2181" y="4001"/>
                </a:lnTo>
                <a:lnTo>
                  <a:pt x="2277" y="4146"/>
                </a:lnTo>
                <a:lnTo>
                  <a:pt x="2341" y="4320"/>
                </a:lnTo>
                <a:lnTo>
                  <a:pt x="2341" y="4465"/>
                </a:lnTo>
                <a:lnTo>
                  <a:pt x="2406" y="4610"/>
                </a:lnTo>
                <a:lnTo>
                  <a:pt x="2406" y="4813"/>
                </a:lnTo>
                <a:lnTo>
                  <a:pt x="2470" y="4987"/>
                </a:lnTo>
                <a:lnTo>
                  <a:pt x="2566" y="5132"/>
                </a:lnTo>
                <a:lnTo>
                  <a:pt x="2566" y="5277"/>
                </a:lnTo>
                <a:lnTo>
                  <a:pt x="2630" y="5451"/>
                </a:lnTo>
                <a:lnTo>
                  <a:pt x="2630" y="5596"/>
                </a:lnTo>
                <a:lnTo>
                  <a:pt x="2694" y="5741"/>
                </a:lnTo>
                <a:lnTo>
                  <a:pt x="2790" y="5944"/>
                </a:lnTo>
                <a:lnTo>
                  <a:pt x="2790" y="6118"/>
                </a:lnTo>
                <a:lnTo>
                  <a:pt x="2855" y="6263"/>
                </a:lnTo>
                <a:lnTo>
                  <a:pt x="2855" y="6408"/>
                </a:lnTo>
                <a:lnTo>
                  <a:pt x="2919" y="6581"/>
                </a:lnTo>
                <a:lnTo>
                  <a:pt x="2919" y="6726"/>
                </a:lnTo>
                <a:lnTo>
                  <a:pt x="2983" y="6871"/>
                </a:lnTo>
                <a:lnTo>
                  <a:pt x="2983" y="7074"/>
                </a:lnTo>
                <a:lnTo>
                  <a:pt x="3079" y="7248"/>
                </a:lnTo>
                <a:lnTo>
                  <a:pt x="3079" y="7393"/>
                </a:lnTo>
                <a:lnTo>
                  <a:pt x="3143" y="7538"/>
                </a:lnTo>
                <a:lnTo>
                  <a:pt x="3143" y="7712"/>
                </a:lnTo>
                <a:lnTo>
                  <a:pt x="3208" y="7857"/>
                </a:lnTo>
              </a:path>
            </a:pathLst>
          </a:custGeom>
          <a:ln w="4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817964" y="3333511"/>
            <a:ext cx="3208" cy="20354"/>
          </a:xfrm>
          <a:custGeom>
            <a:avLst/>
            <a:gdLst/>
            <a:ahLst/>
            <a:cxnLst/>
            <a:rect l="l" t="t" r="r" b="b"/>
            <a:pathLst>
              <a:path w="3208" h="20354">
                <a:moveTo>
                  <a:pt x="0" y="0"/>
                </a:moveTo>
                <a:lnTo>
                  <a:pt x="64" y="144"/>
                </a:lnTo>
                <a:lnTo>
                  <a:pt x="64" y="347"/>
                </a:lnTo>
                <a:lnTo>
                  <a:pt x="160" y="550"/>
                </a:lnTo>
                <a:lnTo>
                  <a:pt x="160" y="753"/>
                </a:lnTo>
                <a:lnTo>
                  <a:pt x="224" y="927"/>
                </a:lnTo>
                <a:lnTo>
                  <a:pt x="224" y="1072"/>
                </a:lnTo>
                <a:lnTo>
                  <a:pt x="288" y="1217"/>
                </a:lnTo>
                <a:lnTo>
                  <a:pt x="288" y="1391"/>
                </a:lnTo>
                <a:lnTo>
                  <a:pt x="384" y="1536"/>
                </a:lnTo>
                <a:lnTo>
                  <a:pt x="384" y="1681"/>
                </a:lnTo>
                <a:lnTo>
                  <a:pt x="384" y="1884"/>
                </a:lnTo>
                <a:lnTo>
                  <a:pt x="449" y="2058"/>
                </a:lnTo>
                <a:lnTo>
                  <a:pt x="449" y="2203"/>
                </a:lnTo>
                <a:lnTo>
                  <a:pt x="513" y="2348"/>
                </a:lnTo>
                <a:lnTo>
                  <a:pt x="513" y="2522"/>
                </a:lnTo>
                <a:lnTo>
                  <a:pt x="577" y="2667"/>
                </a:lnTo>
                <a:lnTo>
                  <a:pt x="577" y="2812"/>
                </a:lnTo>
                <a:lnTo>
                  <a:pt x="577" y="3015"/>
                </a:lnTo>
                <a:lnTo>
                  <a:pt x="673" y="3189"/>
                </a:lnTo>
                <a:lnTo>
                  <a:pt x="673" y="3334"/>
                </a:lnTo>
                <a:lnTo>
                  <a:pt x="737" y="3537"/>
                </a:lnTo>
                <a:lnTo>
                  <a:pt x="737" y="3798"/>
                </a:lnTo>
                <a:lnTo>
                  <a:pt x="802" y="3943"/>
                </a:lnTo>
                <a:lnTo>
                  <a:pt x="802" y="4146"/>
                </a:lnTo>
                <a:lnTo>
                  <a:pt x="898" y="4320"/>
                </a:lnTo>
                <a:lnTo>
                  <a:pt x="898" y="4465"/>
                </a:lnTo>
                <a:lnTo>
                  <a:pt x="898" y="4610"/>
                </a:lnTo>
                <a:lnTo>
                  <a:pt x="962" y="4871"/>
                </a:lnTo>
                <a:lnTo>
                  <a:pt x="1026" y="5132"/>
                </a:lnTo>
                <a:lnTo>
                  <a:pt x="1026" y="5335"/>
                </a:lnTo>
                <a:lnTo>
                  <a:pt x="1090" y="5596"/>
                </a:lnTo>
                <a:lnTo>
                  <a:pt x="1090" y="5741"/>
                </a:lnTo>
                <a:lnTo>
                  <a:pt x="1186" y="5915"/>
                </a:lnTo>
                <a:lnTo>
                  <a:pt x="1186" y="6060"/>
                </a:lnTo>
                <a:lnTo>
                  <a:pt x="1186" y="6263"/>
                </a:lnTo>
                <a:lnTo>
                  <a:pt x="1251" y="6523"/>
                </a:lnTo>
                <a:lnTo>
                  <a:pt x="1251" y="6726"/>
                </a:lnTo>
                <a:lnTo>
                  <a:pt x="1315" y="6929"/>
                </a:lnTo>
                <a:lnTo>
                  <a:pt x="1315" y="7132"/>
                </a:lnTo>
                <a:lnTo>
                  <a:pt x="1379" y="7335"/>
                </a:lnTo>
                <a:lnTo>
                  <a:pt x="1379" y="7509"/>
                </a:lnTo>
                <a:lnTo>
                  <a:pt x="1475" y="7712"/>
                </a:lnTo>
                <a:lnTo>
                  <a:pt x="1475" y="7915"/>
                </a:lnTo>
                <a:lnTo>
                  <a:pt x="1539" y="8118"/>
                </a:lnTo>
                <a:lnTo>
                  <a:pt x="1539" y="8321"/>
                </a:lnTo>
                <a:lnTo>
                  <a:pt x="1539" y="8524"/>
                </a:lnTo>
                <a:lnTo>
                  <a:pt x="1604" y="8727"/>
                </a:lnTo>
                <a:lnTo>
                  <a:pt x="1604" y="8930"/>
                </a:lnTo>
                <a:lnTo>
                  <a:pt x="1700" y="9133"/>
                </a:lnTo>
                <a:lnTo>
                  <a:pt x="1700" y="9307"/>
                </a:lnTo>
                <a:lnTo>
                  <a:pt x="1700" y="9452"/>
                </a:lnTo>
                <a:lnTo>
                  <a:pt x="1764" y="9655"/>
                </a:lnTo>
                <a:lnTo>
                  <a:pt x="1764" y="9858"/>
                </a:lnTo>
                <a:lnTo>
                  <a:pt x="1828" y="10061"/>
                </a:lnTo>
                <a:lnTo>
                  <a:pt x="1828" y="10235"/>
                </a:lnTo>
                <a:lnTo>
                  <a:pt x="1828" y="10380"/>
                </a:lnTo>
                <a:lnTo>
                  <a:pt x="1892" y="10525"/>
                </a:lnTo>
                <a:lnTo>
                  <a:pt x="1892" y="10728"/>
                </a:lnTo>
                <a:lnTo>
                  <a:pt x="1988" y="10902"/>
                </a:lnTo>
                <a:lnTo>
                  <a:pt x="1988" y="11047"/>
                </a:lnTo>
                <a:lnTo>
                  <a:pt x="1988" y="11250"/>
                </a:lnTo>
                <a:lnTo>
                  <a:pt x="2053" y="11453"/>
                </a:lnTo>
                <a:lnTo>
                  <a:pt x="2053" y="11714"/>
                </a:lnTo>
                <a:lnTo>
                  <a:pt x="2053" y="11917"/>
                </a:lnTo>
                <a:lnTo>
                  <a:pt x="2117" y="12120"/>
                </a:lnTo>
                <a:lnTo>
                  <a:pt x="2117" y="12381"/>
                </a:lnTo>
                <a:lnTo>
                  <a:pt x="2213" y="12584"/>
                </a:lnTo>
                <a:lnTo>
                  <a:pt x="2213" y="12787"/>
                </a:lnTo>
                <a:lnTo>
                  <a:pt x="2277" y="13047"/>
                </a:lnTo>
                <a:lnTo>
                  <a:pt x="2277" y="13250"/>
                </a:lnTo>
                <a:lnTo>
                  <a:pt x="2341" y="13511"/>
                </a:lnTo>
                <a:lnTo>
                  <a:pt x="2341" y="13714"/>
                </a:lnTo>
                <a:lnTo>
                  <a:pt x="2341" y="13975"/>
                </a:lnTo>
                <a:lnTo>
                  <a:pt x="2406" y="14178"/>
                </a:lnTo>
                <a:lnTo>
                  <a:pt x="2406" y="14439"/>
                </a:lnTo>
                <a:lnTo>
                  <a:pt x="2502" y="14642"/>
                </a:lnTo>
                <a:lnTo>
                  <a:pt x="2502" y="14903"/>
                </a:lnTo>
                <a:lnTo>
                  <a:pt x="2566" y="15106"/>
                </a:lnTo>
                <a:lnTo>
                  <a:pt x="2566" y="15367"/>
                </a:lnTo>
                <a:lnTo>
                  <a:pt x="2566" y="15512"/>
                </a:lnTo>
                <a:lnTo>
                  <a:pt x="2630" y="15715"/>
                </a:lnTo>
                <a:lnTo>
                  <a:pt x="2630" y="15976"/>
                </a:lnTo>
                <a:lnTo>
                  <a:pt x="2694" y="16179"/>
                </a:lnTo>
                <a:lnTo>
                  <a:pt x="2694" y="16440"/>
                </a:lnTo>
                <a:lnTo>
                  <a:pt x="2790" y="16701"/>
                </a:lnTo>
                <a:lnTo>
                  <a:pt x="2790" y="16904"/>
                </a:lnTo>
                <a:lnTo>
                  <a:pt x="2790" y="17165"/>
                </a:lnTo>
                <a:lnTo>
                  <a:pt x="2855" y="17310"/>
                </a:lnTo>
                <a:lnTo>
                  <a:pt x="2855" y="17571"/>
                </a:lnTo>
                <a:lnTo>
                  <a:pt x="2855" y="17774"/>
                </a:lnTo>
                <a:lnTo>
                  <a:pt x="2919" y="18035"/>
                </a:lnTo>
                <a:lnTo>
                  <a:pt x="2919" y="18296"/>
                </a:lnTo>
                <a:lnTo>
                  <a:pt x="3015" y="18441"/>
                </a:lnTo>
                <a:lnTo>
                  <a:pt x="3015" y="18702"/>
                </a:lnTo>
                <a:lnTo>
                  <a:pt x="3015" y="18905"/>
                </a:lnTo>
                <a:lnTo>
                  <a:pt x="3079" y="19166"/>
                </a:lnTo>
                <a:lnTo>
                  <a:pt x="3079" y="19427"/>
                </a:lnTo>
                <a:lnTo>
                  <a:pt x="3143" y="19571"/>
                </a:lnTo>
                <a:lnTo>
                  <a:pt x="3143" y="19832"/>
                </a:lnTo>
                <a:lnTo>
                  <a:pt x="3143" y="20093"/>
                </a:lnTo>
                <a:lnTo>
                  <a:pt x="3208" y="2035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821172" y="3353866"/>
            <a:ext cx="3240" cy="30329"/>
          </a:xfrm>
          <a:custGeom>
            <a:avLst/>
            <a:gdLst/>
            <a:ahLst/>
            <a:cxnLst/>
            <a:rect l="l" t="t" r="r" b="b"/>
            <a:pathLst>
              <a:path w="3240" h="30329">
                <a:moveTo>
                  <a:pt x="0" y="0"/>
                </a:moveTo>
                <a:lnTo>
                  <a:pt x="0" y="202"/>
                </a:lnTo>
                <a:lnTo>
                  <a:pt x="96" y="347"/>
                </a:lnTo>
                <a:lnTo>
                  <a:pt x="96" y="608"/>
                </a:lnTo>
                <a:lnTo>
                  <a:pt x="96" y="869"/>
                </a:lnTo>
                <a:lnTo>
                  <a:pt x="160" y="1130"/>
                </a:lnTo>
                <a:lnTo>
                  <a:pt x="160" y="1275"/>
                </a:lnTo>
                <a:lnTo>
                  <a:pt x="224" y="1536"/>
                </a:lnTo>
                <a:lnTo>
                  <a:pt x="224" y="1797"/>
                </a:lnTo>
                <a:lnTo>
                  <a:pt x="224" y="1942"/>
                </a:lnTo>
                <a:lnTo>
                  <a:pt x="288" y="2203"/>
                </a:lnTo>
                <a:lnTo>
                  <a:pt x="288" y="2464"/>
                </a:lnTo>
                <a:lnTo>
                  <a:pt x="288" y="2609"/>
                </a:lnTo>
                <a:lnTo>
                  <a:pt x="384" y="2870"/>
                </a:lnTo>
                <a:lnTo>
                  <a:pt x="384" y="3131"/>
                </a:lnTo>
                <a:lnTo>
                  <a:pt x="449" y="3392"/>
                </a:lnTo>
                <a:lnTo>
                  <a:pt x="449" y="3595"/>
                </a:lnTo>
                <a:lnTo>
                  <a:pt x="449" y="3740"/>
                </a:lnTo>
                <a:lnTo>
                  <a:pt x="449" y="4001"/>
                </a:lnTo>
                <a:lnTo>
                  <a:pt x="513" y="4262"/>
                </a:lnTo>
                <a:lnTo>
                  <a:pt x="513" y="4523"/>
                </a:lnTo>
                <a:lnTo>
                  <a:pt x="609" y="4668"/>
                </a:lnTo>
                <a:lnTo>
                  <a:pt x="609" y="4929"/>
                </a:lnTo>
                <a:lnTo>
                  <a:pt x="609" y="5190"/>
                </a:lnTo>
                <a:lnTo>
                  <a:pt x="673" y="5335"/>
                </a:lnTo>
                <a:lnTo>
                  <a:pt x="673" y="5509"/>
                </a:lnTo>
                <a:lnTo>
                  <a:pt x="673" y="5654"/>
                </a:lnTo>
                <a:lnTo>
                  <a:pt x="673" y="5799"/>
                </a:lnTo>
                <a:lnTo>
                  <a:pt x="737" y="6060"/>
                </a:lnTo>
                <a:lnTo>
                  <a:pt x="737" y="6321"/>
                </a:lnTo>
                <a:lnTo>
                  <a:pt x="737" y="6466"/>
                </a:lnTo>
                <a:lnTo>
                  <a:pt x="802" y="6784"/>
                </a:lnTo>
                <a:lnTo>
                  <a:pt x="802" y="6929"/>
                </a:lnTo>
                <a:lnTo>
                  <a:pt x="898" y="7190"/>
                </a:lnTo>
                <a:lnTo>
                  <a:pt x="898" y="7451"/>
                </a:lnTo>
                <a:lnTo>
                  <a:pt x="898" y="7596"/>
                </a:lnTo>
                <a:lnTo>
                  <a:pt x="898" y="7770"/>
                </a:lnTo>
                <a:lnTo>
                  <a:pt x="962" y="7915"/>
                </a:lnTo>
                <a:lnTo>
                  <a:pt x="962" y="8060"/>
                </a:lnTo>
                <a:lnTo>
                  <a:pt x="962" y="8321"/>
                </a:lnTo>
                <a:lnTo>
                  <a:pt x="1026" y="8640"/>
                </a:lnTo>
                <a:lnTo>
                  <a:pt x="1026" y="8785"/>
                </a:lnTo>
                <a:lnTo>
                  <a:pt x="1026" y="9046"/>
                </a:lnTo>
                <a:lnTo>
                  <a:pt x="1122" y="9191"/>
                </a:lnTo>
                <a:lnTo>
                  <a:pt x="1122" y="9365"/>
                </a:lnTo>
                <a:lnTo>
                  <a:pt x="1122" y="9510"/>
                </a:lnTo>
                <a:lnTo>
                  <a:pt x="1122" y="9655"/>
                </a:lnTo>
                <a:lnTo>
                  <a:pt x="1186" y="9916"/>
                </a:lnTo>
                <a:lnTo>
                  <a:pt x="1186" y="10119"/>
                </a:lnTo>
                <a:lnTo>
                  <a:pt x="1186" y="10380"/>
                </a:lnTo>
                <a:lnTo>
                  <a:pt x="1251" y="10699"/>
                </a:lnTo>
                <a:lnTo>
                  <a:pt x="1251" y="10844"/>
                </a:lnTo>
                <a:lnTo>
                  <a:pt x="1251" y="11105"/>
                </a:lnTo>
                <a:lnTo>
                  <a:pt x="1315" y="11250"/>
                </a:lnTo>
                <a:lnTo>
                  <a:pt x="1315" y="11453"/>
                </a:lnTo>
                <a:lnTo>
                  <a:pt x="1315" y="11714"/>
                </a:lnTo>
                <a:lnTo>
                  <a:pt x="1411" y="12033"/>
                </a:lnTo>
                <a:lnTo>
                  <a:pt x="1411" y="12178"/>
                </a:lnTo>
                <a:lnTo>
                  <a:pt x="1411" y="12439"/>
                </a:lnTo>
                <a:lnTo>
                  <a:pt x="1475" y="12642"/>
                </a:lnTo>
                <a:lnTo>
                  <a:pt x="1475" y="12903"/>
                </a:lnTo>
                <a:lnTo>
                  <a:pt x="1475" y="13105"/>
                </a:lnTo>
                <a:lnTo>
                  <a:pt x="1539" y="13366"/>
                </a:lnTo>
                <a:lnTo>
                  <a:pt x="1539" y="13511"/>
                </a:lnTo>
                <a:lnTo>
                  <a:pt x="1539" y="13714"/>
                </a:lnTo>
                <a:lnTo>
                  <a:pt x="1604" y="13975"/>
                </a:lnTo>
                <a:lnTo>
                  <a:pt x="1604" y="14178"/>
                </a:lnTo>
                <a:lnTo>
                  <a:pt x="1604" y="14439"/>
                </a:lnTo>
                <a:lnTo>
                  <a:pt x="1700" y="14642"/>
                </a:lnTo>
                <a:lnTo>
                  <a:pt x="1700" y="14903"/>
                </a:lnTo>
                <a:lnTo>
                  <a:pt x="1700" y="15106"/>
                </a:lnTo>
                <a:lnTo>
                  <a:pt x="1764" y="15367"/>
                </a:lnTo>
                <a:lnTo>
                  <a:pt x="1764" y="15570"/>
                </a:lnTo>
                <a:lnTo>
                  <a:pt x="1764" y="15831"/>
                </a:lnTo>
                <a:lnTo>
                  <a:pt x="1828" y="16034"/>
                </a:lnTo>
                <a:lnTo>
                  <a:pt x="1828" y="16295"/>
                </a:lnTo>
                <a:lnTo>
                  <a:pt x="1828" y="16498"/>
                </a:lnTo>
                <a:lnTo>
                  <a:pt x="1924" y="16759"/>
                </a:lnTo>
                <a:lnTo>
                  <a:pt x="1924" y="16962"/>
                </a:lnTo>
                <a:lnTo>
                  <a:pt x="1924" y="17223"/>
                </a:lnTo>
                <a:lnTo>
                  <a:pt x="1988" y="17426"/>
                </a:lnTo>
                <a:lnTo>
                  <a:pt x="1988" y="17571"/>
                </a:lnTo>
                <a:lnTo>
                  <a:pt x="1988" y="17890"/>
                </a:lnTo>
                <a:lnTo>
                  <a:pt x="1988" y="18035"/>
                </a:lnTo>
                <a:lnTo>
                  <a:pt x="2053" y="18209"/>
                </a:lnTo>
                <a:lnTo>
                  <a:pt x="2053" y="18354"/>
                </a:lnTo>
                <a:lnTo>
                  <a:pt x="2053" y="18499"/>
                </a:lnTo>
                <a:lnTo>
                  <a:pt x="2053" y="18702"/>
                </a:lnTo>
                <a:lnTo>
                  <a:pt x="2117" y="19021"/>
                </a:lnTo>
                <a:lnTo>
                  <a:pt x="2117" y="19166"/>
                </a:lnTo>
                <a:lnTo>
                  <a:pt x="2117" y="19485"/>
                </a:lnTo>
                <a:lnTo>
                  <a:pt x="2213" y="19629"/>
                </a:lnTo>
                <a:lnTo>
                  <a:pt x="2213" y="19803"/>
                </a:lnTo>
                <a:lnTo>
                  <a:pt x="2213" y="19948"/>
                </a:lnTo>
                <a:lnTo>
                  <a:pt x="2213" y="20151"/>
                </a:lnTo>
                <a:lnTo>
                  <a:pt x="2213" y="20296"/>
                </a:lnTo>
                <a:lnTo>
                  <a:pt x="2277" y="20615"/>
                </a:lnTo>
                <a:lnTo>
                  <a:pt x="2277" y="20760"/>
                </a:lnTo>
                <a:lnTo>
                  <a:pt x="2277" y="20934"/>
                </a:lnTo>
                <a:lnTo>
                  <a:pt x="2341" y="21079"/>
                </a:lnTo>
                <a:lnTo>
                  <a:pt x="2341" y="21282"/>
                </a:lnTo>
                <a:lnTo>
                  <a:pt x="2341" y="21427"/>
                </a:lnTo>
                <a:lnTo>
                  <a:pt x="2341" y="21746"/>
                </a:lnTo>
                <a:lnTo>
                  <a:pt x="2438" y="21891"/>
                </a:lnTo>
                <a:lnTo>
                  <a:pt x="2438" y="22065"/>
                </a:lnTo>
                <a:lnTo>
                  <a:pt x="2438" y="22210"/>
                </a:lnTo>
                <a:lnTo>
                  <a:pt x="2438" y="22413"/>
                </a:lnTo>
                <a:lnTo>
                  <a:pt x="2502" y="22558"/>
                </a:lnTo>
                <a:lnTo>
                  <a:pt x="2502" y="22732"/>
                </a:lnTo>
                <a:lnTo>
                  <a:pt x="2502" y="22877"/>
                </a:lnTo>
                <a:lnTo>
                  <a:pt x="2502" y="23080"/>
                </a:lnTo>
                <a:lnTo>
                  <a:pt x="2566" y="23399"/>
                </a:lnTo>
                <a:lnTo>
                  <a:pt x="2566" y="23544"/>
                </a:lnTo>
                <a:lnTo>
                  <a:pt x="2566" y="23747"/>
                </a:lnTo>
                <a:lnTo>
                  <a:pt x="2630" y="24066"/>
                </a:lnTo>
                <a:lnTo>
                  <a:pt x="2630" y="24211"/>
                </a:lnTo>
                <a:lnTo>
                  <a:pt x="2630" y="24414"/>
                </a:lnTo>
                <a:lnTo>
                  <a:pt x="2630" y="24733"/>
                </a:lnTo>
                <a:lnTo>
                  <a:pt x="2726" y="24878"/>
                </a:lnTo>
                <a:lnTo>
                  <a:pt x="2726" y="25081"/>
                </a:lnTo>
                <a:lnTo>
                  <a:pt x="2726" y="25400"/>
                </a:lnTo>
                <a:lnTo>
                  <a:pt x="2790" y="25545"/>
                </a:lnTo>
                <a:lnTo>
                  <a:pt x="2790" y="25748"/>
                </a:lnTo>
                <a:lnTo>
                  <a:pt x="2790" y="26067"/>
                </a:lnTo>
                <a:lnTo>
                  <a:pt x="2790" y="26211"/>
                </a:lnTo>
                <a:lnTo>
                  <a:pt x="2855" y="26414"/>
                </a:lnTo>
                <a:lnTo>
                  <a:pt x="2855" y="26733"/>
                </a:lnTo>
                <a:lnTo>
                  <a:pt x="2855" y="26878"/>
                </a:lnTo>
                <a:lnTo>
                  <a:pt x="2855" y="27052"/>
                </a:lnTo>
                <a:lnTo>
                  <a:pt x="2919" y="27197"/>
                </a:lnTo>
                <a:lnTo>
                  <a:pt x="2919" y="27400"/>
                </a:lnTo>
                <a:lnTo>
                  <a:pt x="2919" y="27603"/>
                </a:lnTo>
                <a:lnTo>
                  <a:pt x="3015" y="27922"/>
                </a:lnTo>
                <a:lnTo>
                  <a:pt x="3015" y="28067"/>
                </a:lnTo>
                <a:lnTo>
                  <a:pt x="3015" y="28270"/>
                </a:lnTo>
                <a:lnTo>
                  <a:pt x="3015" y="28589"/>
                </a:lnTo>
                <a:lnTo>
                  <a:pt x="3079" y="28792"/>
                </a:lnTo>
                <a:lnTo>
                  <a:pt x="3079" y="28937"/>
                </a:lnTo>
                <a:lnTo>
                  <a:pt x="3079" y="29140"/>
                </a:lnTo>
                <a:lnTo>
                  <a:pt x="3143" y="29459"/>
                </a:lnTo>
                <a:lnTo>
                  <a:pt x="3143" y="29604"/>
                </a:lnTo>
                <a:lnTo>
                  <a:pt x="3143" y="29778"/>
                </a:lnTo>
                <a:lnTo>
                  <a:pt x="3143" y="29981"/>
                </a:lnTo>
                <a:lnTo>
                  <a:pt x="3143" y="30126"/>
                </a:lnTo>
                <a:lnTo>
                  <a:pt x="3240" y="3032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824412" y="3384195"/>
            <a:ext cx="3111" cy="37288"/>
          </a:xfrm>
          <a:custGeom>
            <a:avLst/>
            <a:gdLst/>
            <a:ahLst/>
            <a:cxnLst/>
            <a:rect l="l" t="t" r="r" b="b"/>
            <a:pathLst>
              <a:path w="3111" h="37288">
                <a:moveTo>
                  <a:pt x="0" y="0"/>
                </a:moveTo>
                <a:lnTo>
                  <a:pt x="0" y="318"/>
                </a:lnTo>
                <a:lnTo>
                  <a:pt x="0" y="521"/>
                </a:lnTo>
                <a:lnTo>
                  <a:pt x="64" y="666"/>
                </a:lnTo>
                <a:lnTo>
                  <a:pt x="64" y="869"/>
                </a:lnTo>
                <a:lnTo>
                  <a:pt x="64" y="1188"/>
                </a:lnTo>
                <a:lnTo>
                  <a:pt x="64" y="1391"/>
                </a:lnTo>
                <a:lnTo>
                  <a:pt x="128" y="1536"/>
                </a:lnTo>
                <a:lnTo>
                  <a:pt x="128" y="1710"/>
                </a:lnTo>
                <a:lnTo>
                  <a:pt x="128" y="1913"/>
                </a:lnTo>
                <a:lnTo>
                  <a:pt x="128" y="2058"/>
                </a:lnTo>
                <a:lnTo>
                  <a:pt x="192" y="2261"/>
                </a:lnTo>
                <a:lnTo>
                  <a:pt x="192" y="2580"/>
                </a:lnTo>
                <a:lnTo>
                  <a:pt x="192" y="2783"/>
                </a:lnTo>
                <a:lnTo>
                  <a:pt x="192" y="2928"/>
                </a:lnTo>
                <a:lnTo>
                  <a:pt x="288" y="3131"/>
                </a:lnTo>
                <a:lnTo>
                  <a:pt x="288" y="3334"/>
                </a:lnTo>
                <a:lnTo>
                  <a:pt x="288" y="3653"/>
                </a:lnTo>
                <a:lnTo>
                  <a:pt x="352" y="3856"/>
                </a:lnTo>
                <a:lnTo>
                  <a:pt x="352" y="4175"/>
                </a:lnTo>
                <a:lnTo>
                  <a:pt x="352" y="4378"/>
                </a:lnTo>
                <a:lnTo>
                  <a:pt x="352" y="4523"/>
                </a:lnTo>
                <a:lnTo>
                  <a:pt x="417" y="4726"/>
                </a:lnTo>
                <a:lnTo>
                  <a:pt x="417" y="4929"/>
                </a:lnTo>
                <a:lnTo>
                  <a:pt x="417" y="5248"/>
                </a:lnTo>
                <a:lnTo>
                  <a:pt x="417" y="5451"/>
                </a:lnTo>
                <a:lnTo>
                  <a:pt x="481" y="5770"/>
                </a:lnTo>
                <a:lnTo>
                  <a:pt x="481" y="5973"/>
                </a:lnTo>
                <a:lnTo>
                  <a:pt x="481" y="6118"/>
                </a:lnTo>
                <a:lnTo>
                  <a:pt x="577" y="6321"/>
                </a:lnTo>
                <a:lnTo>
                  <a:pt x="577" y="6523"/>
                </a:lnTo>
                <a:lnTo>
                  <a:pt x="577" y="6842"/>
                </a:lnTo>
                <a:lnTo>
                  <a:pt x="577" y="7045"/>
                </a:lnTo>
                <a:lnTo>
                  <a:pt x="641" y="7190"/>
                </a:lnTo>
                <a:lnTo>
                  <a:pt x="641" y="7364"/>
                </a:lnTo>
                <a:lnTo>
                  <a:pt x="641" y="7567"/>
                </a:lnTo>
                <a:lnTo>
                  <a:pt x="641" y="7770"/>
                </a:lnTo>
                <a:lnTo>
                  <a:pt x="705" y="7915"/>
                </a:lnTo>
                <a:lnTo>
                  <a:pt x="705" y="8118"/>
                </a:lnTo>
                <a:lnTo>
                  <a:pt x="705" y="8321"/>
                </a:lnTo>
                <a:lnTo>
                  <a:pt x="705" y="8640"/>
                </a:lnTo>
                <a:lnTo>
                  <a:pt x="802" y="8843"/>
                </a:lnTo>
                <a:lnTo>
                  <a:pt x="802" y="9046"/>
                </a:lnTo>
                <a:lnTo>
                  <a:pt x="802" y="9365"/>
                </a:lnTo>
                <a:lnTo>
                  <a:pt x="866" y="9568"/>
                </a:lnTo>
                <a:lnTo>
                  <a:pt x="866" y="9771"/>
                </a:lnTo>
                <a:lnTo>
                  <a:pt x="866" y="9916"/>
                </a:lnTo>
                <a:lnTo>
                  <a:pt x="866" y="10090"/>
                </a:lnTo>
                <a:lnTo>
                  <a:pt x="866" y="10293"/>
                </a:lnTo>
                <a:lnTo>
                  <a:pt x="930" y="10496"/>
                </a:lnTo>
                <a:lnTo>
                  <a:pt x="930" y="10641"/>
                </a:lnTo>
                <a:lnTo>
                  <a:pt x="930" y="10844"/>
                </a:lnTo>
                <a:lnTo>
                  <a:pt x="930" y="11047"/>
                </a:lnTo>
                <a:lnTo>
                  <a:pt x="994" y="11221"/>
                </a:lnTo>
                <a:lnTo>
                  <a:pt x="994" y="11366"/>
                </a:lnTo>
                <a:lnTo>
                  <a:pt x="994" y="11569"/>
                </a:lnTo>
                <a:lnTo>
                  <a:pt x="994" y="11772"/>
                </a:lnTo>
                <a:lnTo>
                  <a:pt x="994" y="11975"/>
                </a:lnTo>
                <a:lnTo>
                  <a:pt x="1090" y="12294"/>
                </a:lnTo>
                <a:lnTo>
                  <a:pt x="1090" y="12497"/>
                </a:lnTo>
                <a:lnTo>
                  <a:pt x="1090" y="12700"/>
                </a:lnTo>
                <a:lnTo>
                  <a:pt x="1154" y="13019"/>
                </a:lnTo>
                <a:lnTo>
                  <a:pt x="1154" y="13221"/>
                </a:lnTo>
                <a:lnTo>
                  <a:pt x="1154" y="13424"/>
                </a:lnTo>
                <a:lnTo>
                  <a:pt x="1154" y="13569"/>
                </a:lnTo>
                <a:lnTo>
                  <a:pt x="1219" y="13772"/>
                </a:lnTo>
                <a:lnTo>
                  <a:pt x="1219" y="13946"/>
                </a:lnTo>
                <a:lnTo>
                  <a:pt x="1219" y="14149"/>
                </a:lnTo>
                <a:lnTo>
                  <a:pt x="1219" y="14352"/>
                </a:lnTo>
                <a:lnTo>
                  <a:pt x="1219" y="14497"/>
                </a:lnTo>
                <a:lnTo>
                  <a:pt x="1315" y="14700"/>
                </a:lnTo>
                <a:lnTo>
                  <a:pt x="1315" y="14903"/>
                </a:lnTo>
                <a:lnTo>
                  <a:pt x="1315" y="15077"/>
                </a:lnTo>
                <a:lnTo>
                  <a:pt x="1315" y="15280"/>
                </a:lnTo>
                <a:lnTo>
                  <a:pt x="1379" y="15425"/>
                </a:lnTo>
                <a:lnTo>
                  <a:pt x="1379" y="15628"/>
                </a:lnTo>
                <a:lnTo>
                  <a:pt x="1379" y="15831"/>
                </a:lnTo>
                <a:lnTo>
                  <a:pt x="1379" y="16034"/>
                </a:lnTo>
                <a:lnTo>
                  <a:pt x="1379" y="16208"/>
                </a:lnTo>
                <a:lnTo>
                  <a:pt x="1443" y="16353"/>
                </a:lnTo>
                <a:lnTo>
                  <a:pt x="1443" y="16556"/>
                </a:lnTo>
                <a:lnTo>
                  <a:pt x="1443" y="16759"/>
                </a:lnTo>
                <a:lnTo>
                  <a:pt x="1443" y="16962"/>
                </a:lnTo>
                <a:lnTo>
                  <a:pt x="1507" y="17165"/>
                </a:lnTo>
                <a:lnTo>
                  <a:pt x="1507" y="17339"/>
                </a:lnTo>
                <a:lnTo>
                  <a:pt x="1507" y="17484"/>
                </a:lnTo>
                <a:lnTo>
                  <a:pt x="1507" y="17687"/>
                </a:lnTo>
                <a:lnTo>
                  <a:pt x="1507" y="17890"/>
                </a:lnTo>
                <a:lnTo>
                  <a:pt x="1604" y="18093"/>
                </a:lnTo>
                <a:lnTo>
                  <a:pt x="1604" y="18296"/>
                </a:lnTo>
                <a:lnTo>
                  <a:pt x="1604" y="18470"/>
                </a:lnTo>
                <a:lnTo>
                  <a:pt x="1604" y="18615"/>
                </a:lnTo>
                <a:lnTo>
                  <a:pt x="1668" y="18818"/>
                </a:lnTo>
                <a:lnTo>
                  <a:pt x="1668" y="19021"/>
                </a:lnTo>
                <a:lnTo>
                  <a:pt x="1668" y="19224"/>
                </a:lnTo>
                <a:lnTo>
                  <a:pt x="1668" y="19398"/>
                </a:lnTo>
                <a:lnTo>
                  <a:pt x="1668" y="19600"/>
                </a:lnTo>
                <a:lnTo>
                  <a:pt x="1732" y="19745"/>
                </a:lnTo>
                <a:lnTo>
                  <a:pt x="1732" y="19948"/>
                </a:lnTo>
                <a:lnTo>
                  <a:pt x="1732" y="20151"/>
                </a:lnTo>
                <a:lnTo>
                  <a:pt x="1732" y="20354"/>
                </a:lnTo>
                <a:lnTo>
                  <a:pt x="1796" y="20528"/>
                </a:lnTo>
                <a:lnTo>
                  <a:pt x="1796" y="20731"/>
                </a:lnTo>
                <a:lnTo>
                  <a:pt x="1796" y="20934"/>
                </a:lnTo>
                <a:lnTo>
                  <a:pt x="1796" y="21079"/>
                </a:lnTo>
                <a:lnTo>
                  <a:pt x="1796" y="21282"/>
                </a:lnTo>
                <a:lnTo>
                  <a:pt x="1892" y="21485"/>
                </a:lnTo>
                <a:lnTo>
                  <a:pt x="1892" y="21659"/>
                </a:lnTo>
                <a:lnTo>
                  <a:pt x="1892" y="21862"/>
                </a:lnTo>
                <a:lnTo>
                  <a:pt x="1892" y="22065"/>
                </a:lnTo>
                <a:lnTo>
                  <a:pt x="1956" y="22268"/>
                </a:lnTo>
                <a:lnTo>
                  <a:pt x="1956" y="22413"/>
                </a:lnTo>
                <a:lnTo>
                  <a:pt x="1956" y="22616"/>
                </a:lnTo>
                <a:lnTo>
                  <a:pt x="1956" y="22790"/>
                </a:lnTo>
                <a:lnTo>
                  <a:pt x="1956" y="22993"/>
                </a:lnTo>
                <a:lnTo>
                  <a:pt x="2021" y="23196"/>
                </a:lnTo>
                <a:lnTo>
                  <a:pt x="2021" y="23399"/>
                </a:lnTo>
                <a:lnTo>
                  <a:pt x="2021" y="23602"/>
                </a:lnTo>
                <a:lnTo>
                  <a:pt x="2021" y="23805"/>
                </a:lnTo>
                <a:lnTo>
                  <a:pt x="2021" y="24008"/>
                </a:lnTo>
                <a:lnTo>
                  <a:pt x="2117" y="24327"/>
                </a:lnTo>
                <a:lnTo>
                  <a:pt x="2117" y="24530"/>
                </a:lnTo>
                <a:lnTo>
                  <a:pt x="2117" y="24733"/>
                </a:lnTo>
                <a:lnTo>
                  <a:pt x="2181" y="24936"/>
                </a:lnTo>
                <a:lnTo>
                  <a:pt x="2181" y="25139"/>
                </a:lnTo>
                <a:lnTo>
                  <a:pt x="2181" y="25342"/>
                </a:lnTo>
                <a:lnTo>
                  <a:pt x="2181" y="25516"/>
                </a:lnTo>
                <a:lnTo>
                  <a:pt x="2181" y="25719"/>
                </a:lnTo>
                <a:lnTo>
                  <a:pt x="2245" y="25922"/>
                </a:lnTo>
                <a:lnTo>
                  <a:pt x="2245" y="26067"/>
                </a:lnTo>
                <a:lnTo>
                  <a:pt x="2245" y="26269"/>
                </a:lnTo>
                <a:lnTo>
                  <a:pt x="2245" y="26472"/>
                </a:lnTo>
                <a:lnTo>
                  <a:pt x="2309" y="26646"/>
                </a:lnTo>
                <a:lnTo>
                  <a:pt x="2309" y="26849"/>
                </a:lnTo>
                <a:lnTo>
                  <a:pt x="2309" y="27052"/>
                </a:lnTo>
                <a:lnTo>
                  <a:pt x="2309" y="27255"/>
                </a:lnTo>
                <a:lnTo>
                  <a:pt x="2309" y="27458"/>
                </a:lnTo>
                <a:lnTo>
                  <a:pt x="2406" y="27661"/>
                </a:lnTo>
                <a:lnTo>
                  <a:pt x="2406" y="27864"/>
                </a:lnTo>
                <a:lnTo>
                  <a:pt x="2406" y="28067"/>
                </a:lnTo>
                <a:lnTo>
                  <a:pt x="2406" y="28270"/>
                </a:lnTo>
                <a:lnTo>
                  <a:pt x="2470" y="28589"/>
                </a:lnTo>
                <a:lnTo>
                  <a:pt x="2470" y="28792"/>
                </a:lnTo>
                <a:lnTo>
                  <a:pt x="2470" y="28995"/>
                </a:lnTo>
                <a:lnTo>
                  <a:pt x="2470" y="29198"/>
                </a:lnTo>
                <a:lnTo>
                  <a:pt x="2534" y="29372"/>
                </a:lnTo>
                <a:lnTo>
                  <a:pt x="2534" y="29575"/>
                </a:lnTo>
                <a:lnTo>
                  <a:pt x="2534" y="29778"/>
                </a:lnTo>
                <a:lnTo>
                  <a:pt x="2534" y="29981"/>
                </a:lnTo>
                <a:lnTo>
                  <a:pt x="2598" y="30184"/>
                </a:lnTo>
                <a:lnTo>
                  <a:pt x="2598" y="30387"/>
                </a:lnTo>
                <a:lnTo>
                  <a:pt x="2598" y="30590"/>
                </a:lnTo>
                <a:lnTo>
                  <a:pt x="2598" y="30793"/>
                </a:lnTo>
                <a:lnTo>
                  <a:pt x="2598" y="30996"/>
                </a:lnTo>
                <a:lnTo>
                  <a:pt x="2694" y="31170"/>
                </a:lnTo>
                <a:lnTo>
                  <a:pt x="2694" y="31373"/>
                </a:lnTo>
                <a:lnTo>
                  <a:pt x="2694" y="31576"/>
                </a:lnTo>
                <a:lnTo>
                  <a:pt x="2694" y="31721"/>
                </a:lnTo>
                <a:lnTo>
                  <a:pt x="2758" y="31924"/>
                </a:lnTo>
                <a:lnTo>
                  <a:pt x="2758" y="32127"/>
                </a:lnTo>
                <a:lnTo>
                  <a:pt x="2758" y="32301"/>
                </a:lnTo>
                <a:lnTo>
                  <a:pt x="2758" y="32504"/>
                </a:lnTo>
                <a:lnTo>
                  <a:pt x="2758" y="32706"/>
                </a:lnTo>
                <a:lnTo>
                  <a:pt x="2823" y="32909"/>
                </a:lnTo>
                <a:lnTo>
                  <a:pt x="2823" y="33112"/>
                </a:lnTo>
                <a:lnTo>
                  <a:pt x="2823" y="33315"/>
                </a:lnTo>
                <a:lnTo>
                  <a:pt x="2823" y="33518"/>
                </a:lnTo>
                <a:lnTo>
                  <a:pt x="2823" y="33721"/>
                </a:lnTo>
                <a:lnTo>
                  <a:pt x="2919" y="33895"/>
                </a:lnTo>
                <a:lnTo>
                  <a:pt x="2919" y="34098"/>
                </a:lnTo>
                <a:lnTo>
                  <a:pt x="2919" y="34301"/>
                </a:lnTo>
                <a:lnTo>
                  <a:pt x="2919" y="34504"/>
                </a:lnTo>
                <a:lnTo>
                  <a:pt x="2983" y="34707"/>
                </a:lnTo>
                <a:lnTo>
                  <a:pt x="2983" y="34910"/>
                </a:lnTo>
                <a:lnTo>
                  <a:pt x="2983" y="35113"/>
                </a:lnTo>
                <a:lnTo>
                  <a:pt x="2983" y="35316"/>
                </a:lnTo>
                <a:lnTo>
                  <a:pt x="2983" y="35490"/>
                </a:lnTo>
                <a:lnTo>
                  <a:pt x="3047" y="35693"/>
                </a:lnTo>
                <a:lnTo>
                  <a:pt x="3047" y="35896"/>
                </a:lnTo>
                <a:lnTo>
                  <a:pt x="3047" y="36099"/>
                </a:lnTo>
                <a:lnTo>
                  <a:pt x="3047" y="36302"/>
                </a:lnTo>
                <a:lnTo>
                  <a:pt x="3111" y="36505"/>
                </a:lnTo>
                <a:lnTo>
                  <a:pt x="3111" y="36708"/>
                </a:lnTo>
                <a:lnTo>
                  <a:pt x="3111" y="36911"/>
                </a:lnTo>
                <a:lnTo>
                  <a:pt x="3111" y="37114"/>
                </a:lnTo>
                <a:lnTo>
                  <a:pt x="3111" y="3728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827524" y="3421484"/>
            <a:ext cx="3240" cy="40767"/>
          </a:xfrm>
          <a:custGeom>
            <a:avLst/>
            <a:gdLst/>
            <a:ahLst/>
            <a:cxnLst/>
            <a:rect l="l" t="t" r="r" b="b"/>
            <a:pathLst>
              <a:path w="3240" h="40767">
                <a:moveTo>
                  <a:pt x="0" y="0"/>
                </a:moveTo>
                <a:lnTo>
                  <a:pt x="96" y="202"/>
                </a:lnTo>
                <a:lnTo>
                  <a:pt x="96" y="405"/>
                </a:lnTo>
                <a:lnTo>
                  <a:pt x="96" y="608"/>
                </a:lnTo>
                <a:lnTo>
                  <a:pt x="96" y="811"/>
                </a:lnTo>
                <a:lnTo>
                  <a:pt x="160" y="1014"/>
                </a:lnTo>
                <a:lnTo>
                  <a:pt x="160" y="1217"/>
                </a:lnTo>
                <a:lnTo>
                  <a:pt x="160" y="1420"/>
                </a:lnTo>
                <a:lnTo>
                  <a:pt x="160" y="1594"/>
                </a:lnTo>
                <a:lnTo>
                  <a:pt x="160" y="1797"/>
                </a:lnTo>
                <a:lnTo>
                  <a:pt x="224" y="2000"/>
                </a:lnTo>
                <a:lnTo>
                  <a:pt x="224" y="2203"/>
                </a:lnTo>
                <a:lnTo>
                  <a:pt x="224" y="2406"/>
                </a:lnTo>
                <a:lnTo>
                  <a:pt x="224" y="2609"/>
                </a:lnTo>
                <a:lnTo>
                  <a:pt x="320" y="2812"/>
                </a:lnTo>
                <a:lnTo>
                  <a:pt x="320" y="3015"/>
                </a:lnTo>
                <a:lnTo>
                  <a:pt x="320" y="3189"/>
                </a:lnTo>
                <a:lnTo>
                  <a:pt x="320" y="3392"/>
                </a:lnTo>
                <a:lnTo>
                  <a:pt x="320" y="3595"/>
                </a:lnTo>
                <a:lnTo>
                  <a:pt x="384" y="3798"/>
                </a:lnTo>
                <a:lnTo>
                  <a:pt x="384" y="4001"/>
                </a:lnTo>
                <a:lnTo>
                  <a:pt x="384" y="4204"/>
                </a:lnTo>
                <a:lnTo>
                  <a:pt x="384" y="4407"/>
                </a:lnTo>
                <a:lnTo>
                  <a:pt x="449" y="4610"/>
                </a:lnTo>
                <a:lnTo>
                  <a:pt x="449" y="4813"/>
                </a:lnTo>
                <a:lnTo>
                  <a:pt x="449" y="4987"/>
                </a:lnTo>
                <a:lnTo>
                  <a:pt x="449" y="5190"/>
                </a:lnTo>
                <a:lnTo>
                  <a:pt x="449" y="5393"/>
                </a:lnTo>
                <a:lnTo>
                  <a:pt x="513" y="5596"/>
                </a:lnTo>
                <a:lnTo>
                  <a:pt x="513" y="5799"/>
                </a:lnTo>
                <a:lnTo>
                  <a:pt x="513" y="6002"/>
                </a:lnTo>
                <a:lnTo>
                  <a:pt x="513" y="6205"/>
                </a:lnTo>
                <a:lnTo>
                  <a:pt x="513" y="6408"/>
                </a:lnTo>
                <a:lnTo>
                  <a:pt x="609" y="6581"/>
                </a:lnTo>
                <a:lnTo>
                  <a:pt x="609" y="6784"/>
                </a:lnTo>
                <a:lnTo>
                  <a:pt x="609" y="6987"/>
                </a:lnTo>
                <a:lnTo>
                  <a:pt x="609" y="7190"/>
                </a:lnTo>
                <a:lnTo>
                  <a:pt x="673" y="7451"/>
                </a:lnTo>
                <a:lnTo>
                  <a:pt x="673" y="7654"/>
                </a:lnTo>
                <a:lnTo>
                  <a:pt x="673" y="7857"/>
                </a:lnTo>
                <a:lnTo>
                  <a:pt x="673" y="8060"/>
                </a:lnTo>
                <a:lnTo>
                  <a:pt x="673" y="8263"/>
                </a:lnTo>
                <a:lnTo>
                  <a:pt x="737" y="8466"/>
                </a:lnTo>
                <a:lnTo>
                  <a:pt x="737" y="8669"/>
                </a:lnTo>
                <a:lnTo>
                  <a:pt x="737" y="8843"/>
                </a:lnTo>
                <a:lnTo>
                  <a:pt x="737" y="9046"/>
                </a:lnTo>
                <a:lnTo>
                  <a:pt x="802" y="9249"/>
                </a:lnTo>
                <a:lnTo>
                  <a:pt x="802" y="9452"/>
                </a:lnTo>
                <a:lnTo>
                  <a:pt x="802" y="9655"/>
                </a:lnTo>
                <a:lnTo>
                  <a:pt x="802" y="9858"/>
                </a:lnTo>
                <a:lnTo>
                  <a:pt x="802" y="10061"/>
                </a:lnTo>
                <a:lnTo>
                  <a:pt x="898" y="10264"/>
                </a:lnTo>
                <a:lnTo>
                  <a:pt x="898" y="10438"/>
                </a:lnTo>
                <a:lnTo>
                  <a:pt x="898" y="10641"/>
                </a:lnTo>
                <a:lnTo>
                  <a:pt x="898" y="10844"/>
                </a:lnTo>
                <a:lnTo>
                  <a:pt x="962" y="11047"/>
                </a:lnTo>
                <a:lnTo>
                  <a:pt x="962" y="11250"/>
                </a:lnTo>
                <a:lnTo>
                  <a:pt x="962" y="11511"/>
                </a:lnTo>
                <a:lnTo>
                  <a:pt x="962" y="11714"/>
                </a:lnTo>
                <a:lnTo>
                  <a:pt x="962" y="11917"/>
                </a:lnTo>
                <a:lnTo>
                  <a:pt x="1026" y="12120"/>
                </a:lnTo>
                <a:lnTo>
                  <a:pt x="1026" y="12323"/>
                </a:lnTo>
                <a:lnTo>
                  <a:pt x="1026" y="12526"/>
                </a:lnTo>
                <a:lnTo>
                  <a:pt x="1026" y="12700"/>
                </a:lnTo>
                <a:lnTo>
                  <a:pt x="1122" y="12903"/>
                </a:lnTo>
                <a:lnTo>
                  <a:pt x="1122" y="13105"/>
                </a:lnTo>
                <a:lnTo>
                  <a:pt x="1122" y="13308"/>
                </a:lnTo>
                <a:lnTo>
                  <a:pt x="1122" y="13511"/>
                </a:lnTo>
                <a:lnTo>
                  <a:pt x="1122" y="13714"/>
                </a:lnTo>
                <a:lnTo>
                  <a:pt x="1186" y="13917"/>
                </a:lnTo>
                <a:lnTo>
                  <a:pt x="1186" y="14120"/>
                </a:lnTo>
                <a:lnTo>
                  <a:pt x="1186" y="14294"/>
                </a:lnTo>
                <a:lnTo>
                  <a:pt x="1186" y="14497"/>
                </a:lnTo>
                <a:lnTo>
                  <a:pt x="1251" y="14787"/>
                </a:lnTo>
                <a:lnTo>
                  <a:pt x="1251" y="14961"/>
                </a:lnTo>
                <a:lnTo>
                  <a:pt x="1251" y="15164"/>
                </a:lnTo>
                <a:lnTo>
                  <a:pt x="1251" y="15367"/>
                </a:lnTo>
                <a:lnTo>
                  <a:pt x="1251" y="15570"/>
                </a:lnTo>
                <a:lnTo>
                  <a:pt x="1315" y="15773"/>
                </a:lnTo>
                <a:lnTo>
                  <a:pt x="1315" y="15976"/>
                </a:lnTo>
                <a:lnTo>
                  <a:pt x="1315" y="16179"/>
                </a:lnTo>
                <a:lnTo>
                  <a:pt x="1315" y="16382"/>
                </a:lnTo>
                <a:lnTo>
                  <a:pt x="1315" y="16556"/>
                </a:lnTo>
                <a:lnTo>
                  <a:pt x="1411" y="16759"/>
                </a:lnTo>
                <a:lnTo>
                  <a:pt x="1411" y="16962"/>
                </a:lnTo>
                <a:lnTo>
                  <a:pt x="1411" y="17223"/>
                </a:lnTo>
                <a:lnTo>
                  <a:pt x="1411" y="17426"/>
                </a:lnTo>
                <a:lnTo>
                  <a:pt x="1475" y="17629"/>
                </a:lnTo>
                <a:lnTo>
                  <a:pt x="1475" y="17832"/>
                </a:lnTo>
                <a:lnTo>
                  <a:pt x="1475" y="18035"/>
                </a:lnTo>
                <a:lnTo>
                  <a:pt x="1475" y="18238"/>
                </a:lnTo>
                <a:lnTo>
                  <a:pt x="1475" y="18441"/>
                </a:lnTo>
                <a:lnTo>
                  <a:pt x="1539" y="18644"/>
                </a:lnTo>
                <a:lnTo>
                  <a:pt x="1539" y="18818"/>
                </a:lnTo>
                <a:lnTo>
                  <a:pt x="1539" y="19021"/>
                </a:lnTo>
                <a:lnTo>
                  <a:pt x="1539" y="19224"/>
                </a:lnTo>
                <a:lnTo>
                  <a:pt x="1636" y="19427"/>
                </a:lnTo>
                <a:lnTo>
                  <a:pt x="1636" y="19687"/>
                </a:lnTo>
                <a:lnTo>
                  <a:pt x="1636" y="19890"/>
                </a:lnTo>
                <a:lnTo>
                  <a:pt x="1636" y="20093"/>
                </a:lnTo>
                <a:lnTo>
                  <a:pt x="1636" y="20296"/>
                </a:lnTo>
                <a:lnTo>
                  <a:pt x="1700" y="20499"/>
                </a:lnTo>
                <a:lnTo>
                  <a:pt x="1700" y="20702"/>
                </a:lnTo>
                <a:lnTo>
                  <a:pt x="1700" y="20905"/>
                </a:lnTo>
                <a:lnTo>
                  <a:pt x="1700" y="21079"/>
                </a:lnTo>
                <a:lnTo>
                  <a:pt x="1764" y="21282"/>
                </a:lnTo>
                <a:lnTo>
                  <a:pt x="1764" y="21485"/>
                </a:lnTo>
                <a:lnTo>
                  <a:pt x="1764" y="21688"/>
                </a:lnTo>
                <a:lnTo>
                  <a:pt x="1764" y="21949"/>
                </a:lnTo>
                <a:lnTo>
                  <a:pt x="1764" y="22152"/>
                </a:lnTo>
                <a:lnTo>
                  <a:pt x="1828" y="22355"/>
                </a:lnTo>
                <a:lnTo>
                  <a:pt x="1828" y="22558"/>
                </a:lnTo>
                <a:lnTo>
                  <a:pt x="1828" y="22761"/>
                </a:lnTo>
                <a:lnTo>
                  <a:pt x="1828" y="22964"/>
                </a:lnTo>
                <a:lnTo>
                  <a:pt x="1924" y="23138"/>
                </a:lnTo>
                <a:lnTo>
                  <a:pt x="1924" y="23341"/>
                </a:lnTo>
                <a:lnTo>
                  <a:pt x="1924" y="23544"/>
                </a:lnTo>
                <a:lnTo>
                  <a:pt x="1924" y="23747"/>
                </a:lnTo>
                <a:lnTo>
                  <a:pt x="1924" y="24008"/>
                </a:lnTo>
                <a:lnTo>
                  <a:pt x="1988" y="24211"/>
                </a:lnTo>
                <a:lnTo>
                  <a:pt x="1988" y="24414"/>
                </a:lnTo>
                <a:lnTo>
                  <a:pt x="1988" y="24617"/>
                </a:lnTo>
                <a:lnTo>
                  <a:pt x="1988" y="24820"/>
                </a:lnTo>
                <a:lnTo>
                  <a:pt x="2053" y="25023"/>
                </a:lnTo>
                <a:lnTo>
                  <a:pt x="2053" y="25226"/>
                </a:lnTo>
                <a:lnTo>
                  <a:pt x="2053" y="25400"/>
                </a:lnTo>
                <a:lnTo>
                  <a:pt x="2053" y="25603"/>
                </a:lnTo>
                <a:lnTo>
                  <a:pt x="2053" y="25893"/>
                </a:lnTo>
                <a:lnTo>
                  <a:pt x="2117" y="26067"/>
                </a:lnTo>
                <a:lnTo>
                  <a:pt x="2117" y="26269"/>
                </a:lnTo>
                <a:lnTo>
                  <a:pt x="2117" y="26472"/>
                </a:lnTo>
                <a:lnTo>
                  <a:pt x="2117" y="26675"/>
                </a:lnTo>
                <a:lnTo>
                  <a:pt x="2117" y="26878"/>
                </a:lnTo>
                <a:lnTo>
                  <a:pt x="2213" y="27081"/>
                </a:lnTo>
                <a:lnTo>
                  <a:pt x="2213" y="27284"/>
                </a:lnTo>
                <a:lnTo>
                  <a:pt x="2213" y="27487"/>
                </a:lnTo>
                <a:lnTo>
                  <a:pt x="2213" y="27748"/>
                </a:lnTo>
                <a:lnTo>
                  <a:pt x="2277" y="27951"/>
                </a:lnTo>
                <a:lnTo>
                  <a:pt x="2277" y="28125"/>
                </a:lnTo>
                <a:lnTo>
                  <a:pt x="2277" y="28328"/>
                </a:lnTo>
                <a:lnTo>
                  <a:pt x="2277" y="28531"/>
                </a:lnTo>
                <a:lnTo>
                  <a:pt x="2277" y="28734"/>
                </a:lnTo>
                <a:lnTo>
                  <a:pt x="2341" y="28937"/>
                </a:lnTo>
                <a:lnTo>
                  <a:pt x="2341" y="29140"/>
                </a:lnTo>
                <a:lnTo>
                  <a:pt x="2341" y="29343"/>
                </a:lnTo>
                <a:lnTo>
                  <a:pt x="2341" y="29604"/>
                </a:lnTo>
                <a:lnTo>
                  <a:pt x="2438" y="29807"/>
                </a:lnTo>
                <a:lnTo>
                  <a:pt x="2438" y="30010"/>
                </a:lnTo>
                <a:lnTo>
                  <a:pt x="2438" y="30213"/>
                </a:lnTo>
                <a:lnTo>
                  <a:pt x="2438" y="30387"/>
                </a:lnTo>
                <a:lnTo>
                  <a:pt x="2438" y="30590"/>
                </a:lnTo>
                <a:lnTo>
                  <a:pt x="2502" y="30793"/>
                </a:lnTo>
                <a:lnTo>
                  <a:pt x="2502" y="30996"/>
                </a:lnTo>
                <a:lnTo>
                  <a:pt x="2502" y="31199"/>
                </a:lnTo>
                <a:lnTo>
                  <a:pt x="2502" y="31460"/>
                </a:lnTo>
                <a:lnTo>
                  <a:pt x="2566" y="31663"/>
                </a:lnTo>
                <a:lnTo>
                  <a:pt x="2566" y="31866"/>
                </a:lnTo>
                <a:lnTo>
                  <a:pt x="2566" y="32069"/>
                </a:lnTo>
                <a:lnTo>
                  <a:pt x="2566" y="32272"/>
                </a:lnTo>
                <a:lnTo>
                  <a:pt x="2566" y="32475"/>
                </a:lnTo>
                <a:lnTo>
                  <a:pt x="2630" y="32648"/>
                </a:lnTo>
                <a:lnTo>
                  <a:pt x="2630" y="32851"/>
                </a:lnTo>
                <a:lnTo>
                  <a:pt x="2630" y="33054"/>
                </a:lnTo>
                <a:lnTo>
                  <a:pt x="2630" y="33315"/>
                </a:lnTo>
                <a:lnTo>
                  <a:pt x="2726" y="33518"/>
                </a:lnTo>
                <a:lnTo>
                  <a:pt x="2726" y="33721"/>
                </a:lnTo>
                <a:lnTo>
                  <a:pt x="2726" y="33924"/>
                </a:lnTo>
                <a:lnTo>
                  <a:pt x="2726" y="34127"/>
                </a:lnTo>
                <a:lnTo>
                  <a:pt x="2726" y="34330"/>
                </a:lnTo>
                <a:lnTo>
                  <a:pt x="2790" y="34533"/>
                </a:lnTo>
                <a:lnTo>
                  <a:pt x="2790" y="34736"/>
                </a:lnTo>
                <a:lnTo>
                  <a:pt x="2790" y="34997"/>
                </a:lnTo>
                <a:lnTo>
                  <a:pt x="2790" y="35200"/>
                </a:lnTo>
                <a:lnTo>
                  <a:pt x="2855" y="35374"/>
                </a:lnTo>
                <a:lnTo>
                  <a:pt x="2855" y="35577"/>
                </a:lnTo>
                <a:lnTo>
                  <a:pt x="2855" y="35780"/>
                </a:lnTo>
                <a:lnTo>
                  <a:pt x="2855" y="35983"/>
                </a:lnTo>
                <a:lnTo>
                  <a:pt x="2855" y="36186"/>
                </a:lnTo>
                <a:lnTo>
                  <a:pt x="2919" y="36389"/>
                </a:lnTo>
                <a:lnTo>
                  <a:pt x="2919" y="36592"/>
                </a:lnTo>
                <a:lnTo>
                  <a:pt x="2919" y="36853"/>
                </a:lnTo>
                <a:lnTo>
                  <a:pt x="2919" y="37056"/>
                </a:lnTo>
                <a:lnTo>
                  <a:pt x="2919" y="37259"/>
                </a:lnTo>
                <a:lnTo>
                  <a:pt x="3015" y="37462"/>
                </a:lnTo>
                <a:lnTo>
                  <a:pt x="3015" y="37636"/>
                </a:lnTo>
                <a:lnTo>
                  <a:pt x="3015" y="37839"/>
                </a:lnTo>
                <a:lnTo>
                  <a:pt x="3015" y="38042"/>
                </a:lnTo>
                <a:lnTo>
                  <a:pt x="3079" y="38245"/>
                </a:lnTo>
                <a:lnTo>
                  <a:pt x="3079" y="38506"/>
                </a:lnTo>
                <a:lnTo>
                  <a:pt x="3079" y="38709"/>
                </a:lnTo>
                <a:lnTo>
                  <a:pt x="3079" y="38912"/>
                </a:lnTo>
                <a:lnTo>
                  <a:pt x="3079" y="39114"/>
                </a:lnTo>
                <a:lnTo>
                  <a:pt x="3143" y="39317"/>
                </a:lnTo>
                <a:lnTo>
                  <a:pt x="3143" y="39520"/>
                </a:lnTo>
                <a:lnTo>
                  <a:pt x="3143" y="39723"/>
                </a:lnTo>
                <a:lnTo>
                  <a:pt x="3143" y="39897"/>
                </a:lnTo>
                <a:lnTo>
                  <a:pt x="3240" y="40187"/>
                </a:lnTo>
                <a:lnTo>
                  <a:pt x="3240" y="40361"/>
                </a:lnTo>
                <a:lnTo>
                  <a:pt x="3240" y="40564"/>
                </a:lnTo>
                <a:lnTo>
                  <a:pt x="3240" y="4076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830764" y="3462251"/>
            <a:ext cx="3208" cy="40564"/>
          </a:xfrm>
          <a:custGeom>
            <a:avLst/>
            <a:gdLst/>
            <a:ahLst/>
            <a:cxnLst/>
            <a:rect l="l" t="t" r="r" b="b"/>
            <a:pathLst>
              <a:path w="3208" h="40564">
                <a:moveTo>
                  <a:pt x="0" y="0"/>
                </a:moveTo>
                <a:lnTo>
                  <a:pt x="0" y="202"/>
                </a:lnTo>
                <a:lnTo>
                  <a:pt x="64" y="405"/>
                </a:lnTo>
                <a:lnTo>
                  <a:pt x="64" y="608"/>
                </a:lnTo>
                <a:lnTo>
                  <a:pt x="64" y="811"/>
                </a:lnTo>
                <a:lnTo>
                  <a:pt x="64" y="1014"/>
                </a:lnTo>
                <a:lnTo>
                  <a:pt x="128" y="1275"/>
                </a:lnTo>
                <a:lnTo>
                  <a:pt x="128" y="1478"/>
                </a:lnTo>
                <a:lnTo>
                  <a:pt x="128" y="1681"/>
                </a:lnTo>
                <a:lnTo>
                  <a:pt x="128" y="1855"/>
                </a:lnTo>
                <a:lnTo>
                  <a:pt x="128" y="2058"/>
                </a:lnTo>
                <a:lnTo>
                  <a:pt x="192" y="2261"/>
                </a:lnTo>
                <a:lnTo>
                  <a:pt x="192" y="2464"/>
                </a:lnTo>
                <a:lnTo>
                  <a:pt x="192" y="2667"/>
                </a:lnTo>
                <a:lnTo>
                  <a:pt x="192" y="2928"/>
                </a:lnTo>
                <a:lnTo>
                  <a:pt x="288" y="3131"/>
                </a:lnTo>
                <a:lnTo>
                  <a:pt x="288" y="3334"/>
                </a:lnTo>
                <a:lnTo>
                  <a:pt x="288" y="3537"/>
                </a:lnTo>
                <a:lnTo>
                  <a:pt x="288" y="3740"/>
                </a:lnTo>
                <a:lnTo>
                  <a:pt x="288" y="3943"/>
                </a:lnTo>
                <a:lnTo>
                  <a:pt x="352" y="4117"/>
                </a:lnTo>
                <a:lnTo>
                  <a:pt x="352" y="4320"/>
                </a:lnTo>
                <a:lnTo>
                  <a:pt x="352" y="4581"/>
                </a:lnTo>
                <a:lnTo>
                  <a:pt x="352" y="4784"/>
                </a:lnTo>
                <a:lnTo>
                  <a:pt x="417" y="4987"/>
                </a:lnTo>
                <a:lnTo>
                  <a:pt x="417" y="5190"/>
                </a:lnTo>
                <a:lnTo>
                  <a:pt x="417" y="5393"/>
                </a:lnTo>
                <a:lnTo>
                  <a:pt x="417" y="5596"/>
                </a:lnTo>
                <a:lnTo>
                  <a:pt x="417" y="5799"/>
                </a:lnTo>
                <a:lnTo>
                  <a:pt x="513" y="6002"/>
                </a:lnTo>
                <a:lnTo>
                  <a:pt x="513" y="6176"/>
                </a:lnTo>
                <a:lnTo>
                  <a:pt x="513" y="6466"/>
                </a:lnTo>
                <a:lnTo>
                  <a:pt x="513" y="6668"/>
                </a:lnTo>
                <a:lnTo>
                  <a:pt x="513" y="6842"/>
                </a:lnTo>
                <a:lnTo>
                  <a:pt x="577" y="7045"/>
                </a:lnTo>
                <a:lnTo>
                  <a:pt x="577" y="7248"/>
                </a:lnTo>
                <a:lnTo>
                  <a:pt x="577" y="7451"/>
                </a:lnTo>
                <a:lnTo>
                  <a:pt x="577" y="7654"/>
                </a:lnTo>
                <a:lnTo>
                  <a:pt x="641" y="7857"/>
                </a:lnTo>
                <a:lnTo>
                  <a:pt x="641" y="8060"/>
                </a:lnTo>
                <a:lnTo>
                  <a:pt x="641" y="8321"/>
                </a:lnTo>
                <a:lnTo>
                  <a:pt x="641" y="8524"/>
                </a:lnTo>
                <a:lnTo>
                  <a:pt x="641" y="8727"/>
                </a:lnTo>
                <a:lnTo>
                  <a:pt x="705" y="8930"/>
                </a:lnTo>
                <a:lnTo>
                  <a:pt x="705" y="9104"/>
                </a:lnTo>
                <a:lnTo>
                  <a:pt x="705" y="9307"/>
                </a:lnTo>
                <a:lnTo>
                  <a:pt x="705" y="9510"/>
                </a:lnTo>
                <a:lnTo>
                  <a:pt x="802" y="9713"/>
                </a:lnTo>
                <a:lnTo>
                  <a:pt x="802" y="9916"/>
                </a:lnTo>
                <a:lnTo>
                  <a:pt x="802" y="10177"/>
                </a:lnTo>
                <a:lnTo>
                  <a:pt x="802" y="10380"/>
                </a:lnTo>
                <a:lnTo>
                  <a:pt x="802" y="10583"/>
                </a:lnTo>
                <a:lnTo>
                  <a:pt x="866" y="10786"/>
                </a:lnTo>
                <a:lnTo>
                  <a:pt x="866" y="10989"/>
                </a:lnTo>
                <a:lnTo>
                  <a:pt x="866" y="11163"/>
                </a:lnTo>
                <a:lnTo>
                  <a:pt x="866" y="11366"/>
                </a:lnTo>
                <a:lnTo>
                  <a:pt x="930" y="11569"/>
                </a:lnTo>
                <a:lnTo>
                  <a:pt x="930" y="11772"/>
                </a:lnTo>
                <a:lnTo>
                  <a:pt x="930" y="12033"/>
                </a:lnTo>
                <a:lnTo>
                  <a:pt x="930" y="12236"/>
                </a:lnTo>
                <a:lnTo>
                  <a:pt x="930" y="12439"/>
                </a:lnTo>
                <a:lnTo>
                  <a:pt x="994" y="12642"/>
                </a:lnTo>
                <a:lnTo>
                  <a:pt x="994" y="12845"/>
                </a:lnTo>
                <a:lnTo>
                  <a:pt x="994" y="13047"/>
                </a:lnTo>
                <a:lnTo>
                  <a:pt x="994" y="13250"/>
                </a:lnTo>
                <a:lnTo>
                  <a:pt x="1090" y="13424"/>
                </a:lnTo>
                <a:lnTo>
                  <a:pt x="1090" y="13569"/>
                </a:lnTo>
                <a:lnTo>
                  <a:pt x="1090" y="13772"/>
                </a:lnTo>
                <a:lnTo>
                  <a:pt x="1090" y="14033"/>
                </a:lnTo>
                <a:lnTo>
                  <a:pt x="1090" y="14236"/>
                </a:lnTo>
                <a:lnTo>
                  <a:pt x="1154" y="14439"/>
                </a:lnTo>
                <a:lnTo>
                  <a:pt x="1154" y="14642"/>
                </a:lnTo>
                <a:lnTo>
                  <a:pt x="1154" y="14845"/>
                </a:lnTo>
                <a:lnTo>
                  <a:pt x="1154" y="15048"/>
                </a:lnTo>
                <a:lnTo>
                  <a:pt x="1219" y="15222"/>
                </a:lnTo>
                <a:lnTo>
                  <a:pt x="1219" y="15425"/>
                </a:lnTo>
                <a:lnTo>
                  <a:pt x="1219" y="15628"/>
                </a:lnTo>
                <a:lnTo>
                  <a:pt x="1219" y="15831"/>
                </a:lnTo>
                <a:lnTo>
                  <a:pt x="1219" y="16092"/>
                </a:lnTo>
                <a:lnTo>
                  <a:pt x="1315" y="16295"/>
                </a:lnTo>
                <a:lnTo>
                  <a:pt x="1315" y="16498"/>
                </a:lnTo>
                <a:lnTo>
                  <a:pt x="1315" y="16701"/>
                </a:lnTo>
                <a:lnTo>
                  <a:pt x="1315" y="16904"/>
                </a:lnTo>
                <a:lnTo>
                  <a:pt x="1315" y="17107"/>
                </a:lnTo>
                <a:lnTo>
                  <a:pt x="1379" y="17281"/>
                </a:lnTo>
                <a:lnTo>
                  <a:pt x="1379" y="17484"/>
                </a:lnTo>
                <a:lnTo>
                  <a:pt x="1379" y="17687"/>
                </a:lnTo>
                <a:lnTo>
                  <a:pt x="1379" y="17890"/>
                </a:lnTo>
                <a:lnTo>
                  <a:pt x="1443" y="18093"/>
                </a:lnTo>
                <a:lnTo>
                  <a:pt x="1443" y="18296"/>
                </a:lnTo>
                <a:lnTo>
                  <a:pt x="1443" y="18557"/>
                </a:lnTo>
                <a:lnTo>
                  <a:pt x="1443" y="18760"/>
                </a:lnTo>
                <a:lnTo>
                  <a:pt x="1443" y="18963"/>
                </a:lnTo>
                <a:lnTo>
                  <a:pt x="1507" y="19166"/>
                </a:lnTo>
                <a:lnTo>
                  <a:pt x="1507" y="19369"/>
                </a:lnTo>
                <a:lnTo>
                  <a:pt x="1507" y="19543"/>
                </a:lnTo>
                <a:lnTo>
                  <a:pt x="1507" y="19745"/>
                </a:lnTo>
                <a:lnTo>
                  <a:pt x="1604" y="19948"/>
                </a:lnTo>
                <a:lnTo>
                  <a:pt x="1604" y="20151"/>
                </a:lnTo>
                <a:lnTo>
                  <a:pt x="1604" y="20354"/>
                </a:lnTo>
                <a:lnTo>
                  <a:pt x="1604" y="20557"/>
                </a:lnTo>
                <a:lnTo>
                  <a:pt x="1604" y="20760"/>
                </a:lnTo>
                <a:lnTo>
                  <a:pt x="1668" y="21021"/>
                </a:lnTo>
                <a:lnTo>
                  <a:pt x="1668" y="21224"/>
                </a:lnTo>
                <a:lnTo>
                  <a:pt x="1668" y="21427"/>
                </a:lnTo>
                <a:lnTo>
                  <a:pt x="1668" y="21630"/>
                </a:lnTo>
                <a:lnTo>
                  <a:pt x="1732" y="21804"/>
                </a:lnTo>
                <a:lnTo>
                  <a:pt x="1732" y="22007"/>
                </a:lnTo>
                <a:lnTo>
                  <a:pt x="1732" y="22210"/>
                </a:lnTo>
                <a:lnTo>
                  <a:pt x="1732" y="22413"/>
                </a:lnTo>
                <a:lnTo>
                  <a:pt x="1732" y="22616"/>
                </a:lnTo>
                <a:lnTo>
                  <a:pt x="1828" y="22819"/>
                </a:lnTo>
                <a:lnTo>
                  <a:pt x="1828" y="23022"/>
                </a:lnTo>
                <a:lnTo>
                  <a:pt x="1828" y="23225"/>
                </a:lnTo>
                <a:lnTo>
                  <a:pt x="1828" y="23399"/>
                </a:lnTo>
                <a:lnTo>
                  <a:pt x="1892" y="23689"/>
                </a:lnTo>
                <a:lnTo>
                  <a:pt x="1892" y="23892"/>
                </a:lnTo>
                <a:lnTo>
                  <a:pt x="1892" y="24066"/>
                </a:lnTo>
                <a:lnTo>
                  <a:pt x="1892" y="24269"/>
                </a:lnTo>
                <a:lnTo>
                  <a:pt x="1892" y="24472"/>
                </a:lnTo>
                <a:lnTo>
                  <a:pt x="1956" y="24675"/>
                </a:lnTo>
                <a:lnTo>
                  <a:pt x="1956" y="24878"/>
                </a:lnTo>
                <a:lnTo>
                  <a:pt x="1956" y="25081"/>
                </a:lnTo>
                <a:lnTo>
                  <a:pt x="1956" y="25284"/>
                </a:lnTo>
                <a:lnTo>
                  <a:pt x="2021" y="25487"/>
                </a:lnTo>
                <a:lnTo>
                  <a:pt x="2021" y="25661"/>
                </a:lnTo>
                <a:lnTo>
                  <a:pt x="2021" y="25864"/>
                </a:lnTo>
                <a:lnTo>
                  <a:pt x="2021" y="26067"/>
                </a:lnTo>
                <a:lnTo>
                  <a:pt x="2021" y="26269"/>
                </a:lnTo>
                <a:lnTo>
                  <a:pt x="2117" y="26472"/>
                </a:lnTo>
                <a:lnTo>
                  <a:pt x="2117" y="26675"/>
                </a:lnTo>
                <a:lnTo>
                  <a:pt x="2117" y="26878"/>
                </a:lnTo>
                <a:lnTo>
                  <a:pt x="2117" y="27139"/>
                </a:lnTo>
                <a:lnTo>
                  <a:pt x="2117" y="27342"/>
                </a:lnTo>
                <a:lnTo>
                  <a:pt x="2181" y="27545"/>
                </a:lnTo>
                <a:lnTo>
                  <a:pt x="2181" y="27748"/>
                </a:lnTo>
                <a:lnTo>
                  <a:pt x="2181" y="27922"/>
                </a:lnTo>
                <a:lnTo>
                  <a:pt x="2181" y="28125"/>
                </a:lnTo>
                <a:lnTo>
                  <a:pt x="2245" y="28328"/>
                </a:lnTo>
                <a:lnTo>
                  <a:pt x="2245" y="28531"/>
                </a:lnTo>
                <a:lnTo>
                  <a:pt x="2245" y="28734"/>
                </a:lnTo>
                <a:lnTo>
                  <a:pt x="2245" y="28937"/>
                </a:lnTo>
                <a:lnTo>
                  <a:pt x="2245" y="29140"/>
                </a:lnTo>
                <a:lnTo>
                  <a:pt x="2309" y="29343"/>
                </a:lnTo>
                <a:lnTo>
                  <a:pt x="2309" y="29517"/>
                </a:lnTo>
                <a:lnTo>
                  <a:pt x="2309" y="29720"/>
                </a:lnTo>
                <a:lnTo>
                  <a:pt x="2309" y="29923"/>
                </a:lnTo>
                <a:lnTo>
                  <a:pt x="2406" y="30126"/>
                </a:lnTo>
                <a:lnTo>
                  <a:pt x="2406" y="30329"/>
                </a:lnTo>
                <a:lnTo>
                  <a:pt x="2406" y="30532"/>
                </a:lnTo>
                <a:lnTo>
                  <a:pt x="2406" y="30735"/>
                </a:lnTo>
                <a:lnTo>
                  <a:pt x="2406" y="30938"/>
                </a:lnTo>
                <a:lnTo>
                  <a:pt x="2470" y="31112"/>
                </a:lnTo>
                <a:lnTo>
                  <a:pt x="2470" y="31315"/>
                </a:lnTo>
                <a:lnTo>
                  <a:pt x="2470" y="31518"/>
                </a:lnTo>
                <a:lnTo>
                  <a:pt x="2470" y="31721"/>
                </a:lnTo>
                <a:lnTo>
                  <a:pt x="2534" y="31924"/>
                </a:lnTo>
                <a:lnTo>
                  <a:pt x="2534" y="32185"/>
                </a:lnTo>
                <a:lnTo>
                  <a:pt x="2534" y="32388"/>
                </a:lnTo>
                <a:lnTo>
                  <a:pt x="2534" y="32591"/>
                </a:lnTo>
                <a:lnTo>
                  <a:pt x="2534" y="32793"/>
                </a:lnTo>
                <a:lnTo>
                  <a:pt x="2630" y="32996"/>
                </a:lnTo>
                <a:lnTo>
                  <a:pt x="2630" y="33199"/>
                </a:lnTo>
                <a:lnTo>
                  <a:pt x="2630" y="33373"/>
                </a:lnTo>
                <a:lnTo>
                  <a:pt x="2630" y="33576"/>
                </a:lnTo>
                <a:lnTo>
                  <a:pt x="2694" y="33779"/>
                </a:lnTo>
                <a:lnTo>
                  <a:pt x="2694" y="33982"/>
                </a:lnTo>
                <a:lnTo>
                  <a:pt x="2694" y="34185"/>
                </a:lnTo>
                <a:lnTo>
                  <a:pt x="2694" y="34388"/>
                </a:lnTo>
                <a:lnTo>
                  <a:pt x="2694" y="34591"/>
                </a:lnTo>
                <a:lnTo>
                  <a:pt x="2758" y="34794"/>
                </a:lnTo>
                <a:lnTo>
                  <a:pt x="2758" y="34997"/>
                </a:lnTo>
                <a:lnTo>
                  <a:pt x="2758" y="35171"/>
                </a:lnTo>
                <a:lnTo>
                  <a:pt x="2758" y="35374"/>
                </a:lnTo>
                <a:lnTo>
                  <a:pt x="2823" y="35577"/>
                </a:lnTo>
                <a:lnTo>
                  <a:pt x="2823" y="35780"/>
                </a:lnTo>
                <a:lnTo>
                  <a:pt x="2823" y="35983"/>
                </a:lnTo>
                <a:lnTo>
                  <a:pt x="2823" y="36186"/>
                </a:lnTo>
                <a:lnTo>
                  <a:pt x="2823" y="36389"/>
                </a:lnTo>
                <a:lnTo>
                  <a:pt x="2919" y="36592"/>
                </a:lnTo>
                <a:lnTo>
                  <a:pt x="2919" y="36766"/>
                </a:lnTo>
                <a:lnTo>
                  <a:pt x="2919" y="36969"/>
                </a:lnTo>
                <a:lnTo>
                  <a:pt x="2919" y="37172"/>
                </a:lnTo>
                <a:lnTo>
                  <a:pt x="2919" y="37375"/>
                </a:lnTo>
                <a:lnTo>
                  <a:pt x="2983" y="37578"/>
                </a:lnTo>
                <a:lnTo>
                  <a:pt x="2983" y="37781"/>
                </a:lnTo>
                <a:lnTo>
                  <a:pt x="2983" y="37984"/>
                </a:lnTo>
                <a:lnTo>
                  <a:pt x="2983" y="38187"/>
                </a:lnTo>
                <a:lnTo>
                  <a:pt x="3047" y="38361"/>
                </a:lnTo>
                <a:lnTo>
                  <a:pt x="3047" y="38564"/>
                </a:lnTo>
                <a:lnTo>
                  <a:pt x="3047" y="38767"/>
                </a:lnTo>
                <a:lnTo>
                  <a:pt x="3047" y="38970"/>
                </a:lnTo>
                <a:lnTo>
                  <a:pt x="3047" y="39172"/>
                </a:lnTo>
                <a:lnTo>
                  <a:pt x="3111" y="39375"/>
                </a:lnTo>
                <a:lnTo>
                  <a:pt x="3111" y="39578"/>
                </a:lnTo>
                <a:lnTo>
                  <a:pt x="3111" y="39781"/>
                </a:lnTo>
                <a:lnTo>
                  <a:pt x="3111" y="39984"/>
                </a:lnTo>
                <a:lnTo>
                  <a:pt x="3208" y="40158"/>
                </a:lnTo>
                <a:lnTo>
                  <a:pt x="3208" y="40361"/>
                </a:lnTo>
                <a:lnTo>
                  <a:pt x="3208" y="4056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833972" y="3502816"/>
            <a:ext cx="3208" cy="36969"/>
          </a:xfrm>
          <a:custGeom>
            <a:avLst/>
            <a:gdLst/>
            <a:ahLst/>
            <a:cxnLst/>
            <a:rect l="l" t="t" r="r" b="b"/>
            <a:pathLst>
              <a:path w="3208" h="36969">
                <a:moveTo>
                  <a:pt x="0" y="0"/>
                </a:moveTo>
                <a:lnTo>
                  <a:pt x="0" y="202"/>
                </a:lnTo>
                <a:lnTo>
                  <a:pt x="0" y="405"/>
                </a:lnTo>
                <a:lnTo>
                  <a:pt x="64" y="724"/>
                </a:lnTo>
                <a:lnTo>
                  <a:pt x="64" y="927"/>
                </a:lnTo>
                <a:lnTo>
                  <a:pt x="64" y="1130"/>
                </a:lnTo>
                <a:lnTo>
                  <a:pt x="128" y="1333"/>
                </a:lnTo>
                <a:lnTo>
                  <a:pt x="128" y="1536"/>
                </a:lnTo>
                <a:lnTo>
                  <a:pt x="128" y="1739"/>
                </a:lnTo>
                <a:lnTo>
                  <a:pt x="128" y="1942"/>
                </a:lnTo>
                <a:lnTo>
                  <a:pt x="128" y="2145"/>
                </a:lnTo>
                <a:lnTo>
                  <a:pt x="224" y="2319"/>
                </a:lnTo>
                <a:lnTo>
                  <a:pt x="224" y="2522"/>
                </a:lnTo>
                <a:lnTo>
                  <a:pt x="224" y="2725"/>
                </a:lnTo>
                <a:lnTo>
                  <a:pt x="224" y="2928"/>
                </a:lnTo>
                <a:lnTo>
                  <a:pt x="288" y="3131"/>
                </a:lnTo>
                <a:lnTo>
                  <a:pt x="288" y="3334"/>
                </a:lnTo>
                <a:lnTo>
                  <a:pt x="288" y="3537"/>
                </a:lnTo>
                <a:lnTo>
                  <a:pt x="288" y="3740"/>
                </a:lnTo>
                <a:lnTo>
                  <a:pt x="288" y="3914"/>
                </a:lnTo>
                <a:lnTo>
                  <a:pt x="352" y="4117"/>
                </a:lnTo>
                <a:lnTo>
                  <a:pt x="352" y="4320"/>
                </a:lnTo>
                <a:lnTo>
                  <a:pt x="352" y="4523"/>
                </a:lnTo>
                <a:lnTo>
                  <a:pt x="352" y="4726"/>
                </a:lnTo>
                <a:lnTo>
                  <a:pt x="417" y="4871"/>
                </a:lnTo>
                <a:lnTo>
                  <a:pt x="417" y="5045"/>
                </a:lnTo>
                <a:lnTo>
                  <a:pt x="417" y="5248"/>
                </a:lnTo>
                <a:lnTo>
                  <a:pt x="417" y="5451"/>
                </a:lnTo>
                <a:lnTo>
                  <a:pt x="417" y="5654"/>
                </a:lnTo>
                <a:lnTo>
                  <a:pt x="513" y="5857"/>
                </a:lnTo>
                <a:lnTo>
                  <a:pt x="513" y="6060"/>
                </a:lnTo>
                <a:lnTo>
                  <a:pt x="513" y="6263"/>
                </a:lnTo>
                <a:lnTo>
                  <a:pt x="513" y="6466"/>
                </a:lnTo>
                <a:lnTo>
                  <a:pt x="513" y="6639"/>
                </a:lnTo>
                <a:lnTo>
                  <a:pt x="577" y="6842"/>
                </a:lnTo>
                <a:lnTo>
                  <a:pt x="577" y="7045"/>
                </a:lnTo>
                <a:lnTo>
                  <a:pt x="577" y="7248"/>
                </a:lnTo>
                <a:lnTo>
                  <a:pt x="577" y="7451"/>
                </a:lnTo>
                <a:lnTo>
                  <a:pt x="641" y="7596"/>
                </a:lnTo>
                <a:lnTo>
                  <a:pt x="641" y="7770"/>
                </a:lnTo>
                <a:lnTo>
                  <a:pt x="641" y="7973"/>
                </a:lnTo>
                <a:lnTo>
                  <a:pt x="641" y="8176"/>
                </a:lnTo>
                <a:lnTo>
                  <a:pt x="641" y="8379"/>
                </a:lnTo>
                <a:lnTo>
                  <a:pt x="737" y="8582"/>
                </a:lnTo>
                <a:lnTo>
                  <a:pt x="737" y="8785"/>
                </a:lnTo>
                <a:lnTo>
                  <a:pt x="737" y="8988"/>
                </a:lnTo>
                <a:lnTo>
                  <a:pt x="737" y="9191"/>
                </a:lnTo>
                <a:lnTo>
                  <a:pt x="802" y="9394"/>
                </a:lnTo>
                <a:lnTo>
                  <a:pt x="802" y="9568"/>
                </a:lnTo>
                <a:lnTo>
                  <a:pt x="802" y="9713"/>
                </a:lnTo>
                <a:lnTo>
                  <a:pt x="802" y="9916"/>
                </a:lnTo>
                <a:lnTo>
                  <a:pt x="802" y="10119"/>
                </a:lnTo>
                <a:lnTo>
                  <a:pt x="866" y="10322"/>
                </a:lnTo>
                <a:lnTo>
                  <a:pt x="866" y="10496"/>
                </a:lnTo>
                <a:lnTo>
                  <a:pt x="866" y="10699"/>
                </a:lnTo>
                <a:lnTo>
                  <a:pt x="866" y="10902"/>
                </a:lnTo>
                <a:lnTo>
                  <a:pt x="930" y="11105"/>
                </a:lnTo>
                <a:lnTo>
                  <a:pt x="930" y="11308"/>
                </a:lnTo>
                <a:lnTo>
                  <a:pt x="930" y="11453"/>
                </a:lnTo>
                <a:lnTo>
                  <a:pt x="930" y="11627"/>
                </a:lnTo>
                <a:lnTo>
                  <a:pt x="930" y="11830"/>
                </a:lnTo>
                <a:lnTo>
                  <a:pt x="1026" y="12033"/>
                </a:lnTo>
                <a:lnTo>
                  <a:pt x="1026" y="12236"/>
                </a:lnTo>
                <a:lnTo>
                  <a:pt x="1026" y="12439"/>
                </a:lnTo>
                <a:lnTo>
                  <a:pt x="1026" y="12642"/>
                </a:lnTo>
                <a:lnTo>
                  <a:pt x="1090" y="12845"/>
                </a:lnTo>
                <a:lnTo>
                  <a:pt x="1090" y="13163"/>
                </a:lnTo>
                <a:lnTo>
                  <a:pt x="1090" y="13366"/>
                </a:lnTo>
                <a:lnTo>
                  <a:pt x="1090" y="13569"/>
                </a:lnTo>
                <a:lnTo>
                  <a:pt x="1154" y="13772"/>
                </a:lnTo>
                <a:lnTo>
                  <a:pt x="1154" y="13975"/>
                </a:lnTo>
                <a:lnTo>
                  <a:pt x="1154" y="14178"/>
                </a:lnTo>
                <a:lnTo>
                  <a:pt x="1219" y="14497"/>
                </a:lnTo>
                <a:lnTo>
                  <a:pt x="1219" y="14700"/>
                </a:lnTo>
                <a:lnTo>
                  <a:pt x="1219" y="14903"/>
                </a:lnTo>
                <a:lnTo>
                  <a:pt x="1219" y="15106"/>
                </a:lnTo>
                <a:lnTo>
                  <a:pt x="1219" y="15309"/>
                </a:lnTo>
                <a:lnTo>
                  <a:pt x="1315" y="15483"/>
                </a:lnTo>
                <a:lnTo>
                  <a:pt x="1315" y="15628"/>
                </a:lnTo>
                <a:lnTo>
                  <a:pt x="1315" y="15831"/>
                </a:lnTo>
                <a:lnTo>
                  <a:pt x="1315" y="16034"/>
                </a:lnTo>
                <a:lnTo>
                  <a:pt x="1315" y="16237"/>
                </a:lnTo>
                <a:lnTo>
                  <a:pt x="1379" y="16440"/>
                </a:lnTo>
                <a:lnTo>
                  <a:pt x="1379" y="16614"/>
                </a:lnTo>
                <a:lnTo>
                  <a:pt x="1379" y="16759"/>
                </a:lnTo>
                <a:lnTo>
                  <a:pt x="1379" y="16962"/>
                </a:lnTo>
                <a:lnTo>
                  <a:pt x="1443" y="17165"/>
                </a:lnTo>
                <a:lnTo>
                  <a:pt x="1443" y="17368"/>
                </a:lnTo>
                <a:lnTo>
                  <a:pt x="1443" y="17571"/>
                </a:lnTo>
                <a:lnTo>
                  <a:pt x="1443" y="17745"/>
                </a:lnTo>
                <a:lnTo>
                  <a:pt x="1443" y="17890"/>
                </a:lnTo>
                <a:lnTo>
                  <a:pt x="1539" y="18093"/>
                </a:lnTo>
                <a:lnTo>
                  <a:pt x="1539" y="18296"/>
                </a:lnTo>
                <a:lnTo>
                  <a:pt x="1539" y="18499"/>
                </a:lnTo>
                <a:lnTo>
                  <a:pt x="1539" y="18702"/>
                </a:lnTo>
                <a:lnTo>
                  <a:pt x="1604" y="19021"/>
                </a:lnTo>
                <a:lnTo>
                  <a:pt x="1604" y="19224"/>
                </a:lnTo>
                <a:lnTo>
                  <a:pt x="1604" y="19427"/>
                </a:lnTo>
                <a:lnTo>
                  <a:pt x="1604" y="19629"/>
                </a:lnTo>
                <a:lnTo>
                  <a:pt x="1668" y="19948"/>
                </a:lnTo>
                <a:lnTo>
                  <a:pt x="1668" y="20151"/>
                </a:lnTo>
                <a:lnTo>
                  <a:pt x="1668" y="20354"/>
                </a:lnTo>
                <a:lnTo>
                  <a:pt x="1732" y="20557"/>
                </a:lnTo>
                <a:lnTo>
                  <a:pt x="1732" y="20876"/>
                </a:lnTo>
                <a:lnTo>
                  <a:pt x="1732" y="21079"/>
                </a:lnTo>
                <a:lnTo>
                  <a:pt x="1732" y="21282"/>
                </a:lnTo>
                <a:lnTo>
                  <a:pt x="1828" y="21485"/>
                </a:lnTo>
                <a:lnTo>
                  <a:pt x="1828" y="21804"/>
                </a:lnTo>
                <a:lnTo>
                  <a:pt x="1828" y="22007"/>
                </a:lnTo>
                <a:lnTo>
                  <a:pt x="1892" y="22210"/>
                </a:lnTo>
                <a:lnTo>
                  <a:pt x="1892" y="22355"/>
                </a:lnTo>
                <a:lnTo>
                  <a:pt x="1892" y="22558"/>
                </a:lnTo>
                <a:lnTo>
                  <a:pt x="1892" y="22732"/>
                </a:lnTo>
                <a:lnTo>
                  <a:pt x="1892" y="22935"/>
                </a:lnTo>
                <a:lnTo>
                  <a:pt x="1956" y="23138"/>
                </a:lnTo>
                <a:lnTo>
                  <a:pt x="1956" y="23283"/>
                </a:lnTo>
                <a:lnTo>
                  <a:pt x="1956" y="23486"/>
                </a:lnTo>
                <a:lnTo>
                  <a:pt x="1956" y="23689"/>
                </a:lnTo>
                <a:lnTo>
                  <a:pt x="2053" y="23863"/>
                </a:lnTo>
                <a:lnTo>
                  <a:pt x="2053" y="24008"/>
                </a:lnTo>
                <a:lnTo>
                  <a:pt x="2053" y="24211"/>
                </a:lnTo>
                <a:lnTo>
                  <a:pt x="2053" y="24414"/>
                </a:lnTo>
                <a:lnTo>
                  <a:pt x="2053" y="24617"/>
                </a:lnTo>
                <a:lnTo>
                  <a:pt x="2117" y="24936"/>
                </a:lnTo>
                <a:lnTo>
                  <a:pt x="2117" y="25139"/>
                </a:lnTo>
                <a:lnTo>
                  <a:pt x="2117" y="25342"/>
                </a:lnTo>
                <a:lnTo>
                  <a:pt x="2181" y="25661"/>
                </a:lnTo>
                <a:lnTo>
                  <a:pt x="2181" y="25864"/>
                </a:lnTo>
                <a:lnTo>
                  <a:pt x="2181" y="26009"/>
                </a:lnTo>
                <a:lnTo>
                  <a:pt x="2181" y="26211"/>
                </a:lnTo>
                <a:lnTo>
                  <a:pt x="2245" y="26414"/>
                </a:lnTo>
                <a:lnTo>
                  <a:pt x="2245" y="26588"/>
                </a:lnTo>
                <a:lnTo>
                  <a:pt x="2245" y="26733"/>
                </a:lnTo>
                <a:lnTo>
                  <a:pt x="2245" y="26936"/>
                </a:lnTo>
                <a:lnTo>
                  <a:pt x="2245" y="27139"/>
                </a:lnTo>
                <a:lnTo>
                  <a:pt x="2341" y="27342"/>
                </a:lnTo>
                <a:lnTo>
                  <a:pt x="2341" y="27661"/>
                </a:lnTo>
                <a:lnTo>
                  <a:pt x="2341" y="27864"/>
                </a:lnTo>
                <a:lnTo>
                  <a:pt x="2406" y="28009"/>
                </a:lnTo>
                <a:lnTo>
                  <a:pt x="2406" y="28212"/>
                </a:lnTo>
                <a:lnTo>
                  <a:pt x="2406" y="28386"/>
                </a:lnTo>
                <a:lnTo>
                  <a:pt x="2406" y="28531"/>
                </a:lnTo>
                <a:lnTo>
                  <a:pt x="2406" y="28734"/>
                </a:lnTo>
                <a:lnTo>
                  <a:pt x="2470" y="28937"/>
                </a:lnTo>
                <a:lnTo>
                  <a:pt x="2470" y="29140"/>
                </a:lnTo>
                <a:lnTo>
                  <a:pt x="2470" y="29459"/>
                </a:lnTo>
                <a:lnTo>
                  <a:pt x="2534" y="29662"/>
                </a:lnTo>
                <a:lnTo>
                  <a:pt x="2534" y="29807"/>
                </a:lnTo>
                <a:lnTo>
                  <a:pt x="2534" y="29981"/>
                </a:lnTo>
                <a:lnTo>
                  <a:pt x="2534" y="30184"/>
                </a:lnTo>
                <a:lnTo>
                  <a:pt x="2534" y="30329"/>
                </a:lnTo>
                <a:lnTo>
                  <a:pt x="2630" y="30532"/>
                </a:lnTo>
                <a:lnTo>
                  <a:pt x="2630" y="30735"/>
                </a:lnTo>
                <a:lnTo>
                  <a:pt x="2630" y="31054"/>
                </a:lnTo>
                <a:lnTo>
                  <a:pt x="2694" y="31257"/>
                </a:lnTo>
                <a:lnTo>
                  <a:pt x="2694" y="31402"/>
                </a:lnTo>
                <a:lnTo>
                  <a:pt x="2694" y="31576"/>
                </a:lnTo>
                <a:lnTo>
                  <a:pt x="2694" y="31779"/>
                </a:lnTo>
                <a:lnTo>
                  <a:pt x="2694" y="31924"/>
                </a:lnTo>
                <a:lnTo>
                  <a:pt x="2758" y="32127"/>
                </a:lnTo>
                <a:lnTo>
                  <a:pt x="2758" y="32330"/>
                </a:lnTo>
                <a:lnTo>
                  <a:pt x="2758" y="32648"/>
                </a:lnTo>
                <a:lnTo>
                  <a:pt x="2855" y="32851"/>
                </a:lnTo>
                <a:lnTo>
                  <a:pt x="2855" y="32996"/>
                </a:lnTo>
                <a:lnTo>
                  <a:pt x="2855" y="33199"/>
                </a:lnTo>
                <a:lnTo>
                  <a:pt x="2855" y="33518"/>
                </a:lnTo>
                <a:lnTo>
                  <a:pt x="2919" y="33721"/>
                </a:lnTo>
                <a:lnTo>
                  <a:pt x="2919" y="34040"/>
                </a:lnTo>
                <a:lnTo>
                  <a:pt x="2919" y="34243"/>
                </a:lnTo>
                <a:lnTo>
                  <a:pt x="2919" y="34388"/>
                </a:lnTo>
                <a:lnTo>
                  <a:pt x="2983" y="34591"/>
                </a:lnTo>
                <a:lnTo>
                  <a:pt x="2983" y="34910"/>
                </a:lnTo>
                <a:lnTo>
                  <a:pt x="2983" y="35113"/>
                </a:lnTo>
                <a:lnTo>
                  <a:pt x="3047" y="35258"/>
                </a:lnTo>
                <a:lnTo>
                  <a:pt x="3047" y="35432"/>
                </a:lnTo>
                <a:lnTo>
                  <a:pt x="3047" y="35577"/>
                </a:lnTo>
                <a:lnTo>
                  <a:pt x="3047" y="35780"/>
                </a:lnTo>
                <a:lnTo>
                  <a:pt x="3047" y="35983"/>
                </a:lnTo>
                <a:lnTo>
                  <a:pt x="3143" y="36302"/>
                </a:lnTo>
                <a:lnTo>
                  <a:pt x="3143" y="36447"/>
                </a:lnTo>
                <a:lnTo>
                  <a:pt x="3143" y="36650"/>
                </a:lnTo>
                <a:lnTo>
                  <a:pt x="3208" y="3685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837180" y="3539785"/>
            <a:ext cx="3208" cy="30474"/>
          </a:xfrm>
          <a:custGeom>
            <a:avLst/>
            <a:gdLst/>
            <a:ahLst/>
            <a:cxnLst/>
            <a:rect l="l" t="t" r="r" b="b"/>
            <a:pathLst>
              <a:path w="3208" h="30474">
                <a:moveTo>
                  <a:pt x="0" y="0"/>
                </a:moveTo>
                <a:lnTo>
                  <a:pt x="0" y="202"/>
                </a:lnTo>
                <a:lnTo>
                  <a:pt x="0" y="347"/>
                </a:lnTo>
                <a:lnTo>
                  <a:pt x="0" y="550"/>
                </a:lnTo>
                <a:lnTo>
                  <a:pt x="64" y="724"/>
                </a:lnTo>
                <a:lnTo>
                  <a:pt x="64" y="869"/>
                </a:lnTo>
                <a:lnTo>
                  <a:pt x="64" y="1072"/>
                </a:lnTo>
                <a:lnTo>
                  <a:pt x="64" y="1217"/>
                </a:lnTo>
                <a:lnTo>
                  <a:pt x="128" y="1391"/>
                </a:lnTo>
                <a:lnTo>
                  <a:pt x="128" y="1536"/>
                </a:lnTo>
                <a:lnTo>
                  <a:pt x="128" y="1739"/>
                </a:lnTo>
                <a:lnTo>
                  <a:pt x="128" y="2058"/>
                </a:lnTo>
                <a:lnTo>
                  <a:pt x="224" y="2261"/>
                </a:lnTo>
                <a:lnTo>
                  <a:pt x="224" y="2406"/>
                </a:lnTo>
                <a:lnTo>
                  <a:pt x="224" y="2609"/>
                </a:lnTo>
                <a:lnTo>
                  <a:pt x="288" y="2928"/>
                </a:lnTo>
                <a:lnTo>
                  <a:pt x="288" y="3073"/>
                </a:lnTo>
                <a:lnTo>
                  <a:pt x="288" y="3276"/>
                </a:lnTo>
                <a:lnTo>
                  <a:pt x="288" y="3595"/>
                </a:lnTo>
                <a:lnTo>
                  <a:pt x="352" y="3740"/>
                </a:lnTo>
                <a:lnTo>
                  <a:pt x="352" y="3943"/>
                </a:lnTo>
                <a:lnTo>
                  <a:pt x="352" y="4262"/>
                </a:lnTo>
                <a:lnTo>
                  <a:pt x="449" y="4465"/>
                </a:lnTo>
                <a:lnTo>
                  <a:pt x="449" y="4784"/>
                </a:lnTo>
                <a:lnTo>
                  <a:pt x="449" y="4929"/>
                </a:lnTo>
                <a:lnTo>
                  <a:pt x="449" y="5132"/>
                </a:lnTo>
                <a:lnTo>
                  <a:pt x="513" y="5451"/>
                </a:lnTo>
                <a:lnTo>
                  <a:pt x="513" y="5596"/>
                </a:lnTo>
                <a:lnTo>
                  <a:pt x="513" y="5799"/>
                </a:lnTo>
                <a:lnTo>
                  <a:pt x="577" y="6118"/>
                </a:lnTo>
                <a:lnTo>
                  <a:pt x="577" y="6263"/>
                </a:lnTo>
                <a:lnTo>
                  <a:pt x="577" y="6466"/>
                </a:lnTo>
                <a:lnTo>
                  <a:pt x="641" y="6726"/>
                </a:lnTo>
                <a:lnTo>
                  <a:pt x="641" y="6929"/>
                </a:lnTo>
                <a:lnTo>
                  <a:pt x="641" y="7248"/>
                </a:lnTo>
                <a:lnTo>
                  <a:pt x="641" y="7393"/>
                </a:lnTo>
                <a:lnTo>
                  <a:pt x="737" y="7596"/>
                </a:lnTo>
                <a:lnTo>
                  <a:pt x="737" y="7915"/>
                </a:lnTo>
                <a:lnTo>
                  <a:pt x="737" y="8060"/>
                </a:lnTo>
                <a:lnTo>
                  <a:pt x="802" y="8263"/>
                </a:lnTo>
                <a:lnTo>
                  <a:pt x="802" y="8582"/>
                </a:lnTo>
                <a:lnTo>
                  <a:pt x="802" y="8727"/>
                </a:lnTo>
                <a:lnTo>
                  <a:pt x="866" y="9046"/>
                </a:lnTo>
                <a:lnTo>
                  <a:pt x="866" y="9191"/>
                </a:lnTo>
                <a:lnTo>
                  <a:pt x="866" y="9394"/>
                </a:lnTo>
                <a:lnTo>
                  <a:pt x="962" y="9713"/>
                </a:lnTo>
                <a:lnTo>
                  <a:pt x="962" y="9858"/>
                </a:lnTo>
                <a:lnTo>
                  <a:pt x="962" y="10061"/>
                </a:lnTo>
                <a:lnTo>
                  <a:pt x="962" y="10322"/>
                </a:lnTo>
                <a:lnTo>
                  <a:pt x="1026" y="10525"/>
                </a:lnTo>
                <a:lnTo>
                  <a:pt x="1026" y="10844"/>
                </a:lnTo>
                <a:lnTo>
                  <a:pt x="1026" y="10989"/>
                </a:lnTo>
                <a:lnTo>
                  <a:pt x="1090" y="11308"/>
                </a:lnTo>
                <a:lnTo>
                  <a:pt x="1090" y="11453"/>
                </a:lnTo>
                <a:lnTo>
                  <a:pt x="1090" y="11656"/>
                </a:lnTo>
                <a:lnTo>
                  <a:pt x="1154" y="11917"/>
                </a:lnTo>
                <a:lnTo>
                  <a:pt x="1154" y="12120"/>
                </a:lnTo>
                <a:lnTo>
                  <a:pt x="1154" y="12439"/>
                </a:lnTo>
                <a:lnTo>
                  <a:pt x="1251" y="12584"/>
                </a:lnTo>
                <a:lnTo>
                  <a:pt x="1251" y="12903"/>
                </a:lnTo>
                <a:lnTo>
                  <a:pt x="1251" y="13047"/>
                </a:lnTo>
                <a:lnTo>
                  <a:pt x="1315" y="13366"/>
                </a:lnTo>
                <a:lnTo>
                  <a:pt x="1315" y="13511"/>
                </a:lnTo>
                <a:lnTo>
                  <a:pt x="1315" y="13830"/>
                </a:lnTo>
                <a:lnTo>
                  <a:pt x="1379" y="13975"/>
                </a:lnTo>
                <a:lnTo>
                  <a:pt x="1379" y="14178"/>
                </a:lnTo>
                <a:lnTo>
                  <a:pt x="1379" y="14439"/>
                </a:lnTo>
                <a:lnTo>
                  <a:pt x="1379" y="14642"/>
                </a:lnTo>
                <a:lnTo>
                  <a:pt x="1443" y="14903"/>
                </a:lnTo>
                <a:lnTo>
                  <a:pt x="1443" y="15106"/>
                </a:lnTo>
                <a:lnTo>
                  <a:pt x="1443" y="15367"/>
                </a:lnTo>
                <a:lnTo>
                  <a:pt x="1539" y="15570"/>
                </a:lnTo>
                <a:lnTo>
                  <a:pt x="1539" y="15831"/>
                </a:lnTo>
                <a:lnTo>
                  <a:pt x="1539" y="16034"/>
                </a:lnTo>
                <a:lnTo>
                  <a:pt x="1604" y="16179"/>
                </a:lnTo>
                <a:lnTo>
                  <a:pt x="1604" y="16440"/>
                </a:lnTo>
                <a:lnTo>
                  <a:pt x="1604" y="16643"/>
                </a:lnTo>
                <a:lnTo>
                  <a:pt x="1668" y="16904"/>
                </a:lnTo>
                <a:lnTo>
                  <a:pt x="1668" y="17107"/>
                </a:lnTo>
                <a:lnTo>
                  <a:pt x="1668" y="17368"/>
                </a:lnTo>
                <a:lnTo>
                  <a:pt x="1764" y="17571"/>
                </a:lnTo>
                <a:lnTo>
                  <a:pt x="1764" y="17832"/>
                </a:lnTo>
                <a:lnTo>
                  <a:pt x="1764" y="18151"/>
                </a:lnTo>
                <a:lnTo>
                  <a:pt x="1828" y="18296"/>
                </a:lnTo>
                <a:lnTo>
                  <a:pt x="1828" y="18557"/>
                </a:lnTo>
                <a:lnTo>
                  <a:pt x="1828" y="18760"/>
                </a:lnTo>
                <a:lnTo>
                  <a:pt x="1892" y="18905"/>
                </a:lnTo>
                <a:lnTo>
                  <a:pt x="1892" y="19166"/>
                </a:lnTo>
                <a:lnTo>
                  <a:pt x="1892" y="19369"/>
                </a:lnTo>
                <a:lnTo>
                  <a:pt x="1956" y="19629"/>
                </a:lnTo>
                <a:lnTo>
                  <a:pt x="1956" y="19948"/>
                </a:lnTo>
                <a:lnTo>
                  <a:pt x="1956" y="20093"/>
                </a:lnTo>
                <a:lnTo>
                  <a:pt x="2053" y="20354"/>
                </a:lnTo>
                <a:lnTo>
                  <a:pt x="2053" y="20557"/>
                </a:lnTo>
                <a:lnTo>
                  <a:pt x="2053" y="20818"/>
                </a:lnTo>
                <a:lnTo>
                  <a:pt x="2117" y="20963"/>
                </a:lnTo>
                <a:lnTo>
                  <a:pt x="2117" y="21282"/>
                </a:lnTo>
                <a:lnTo>
                  <a:pt x="2117" y="21427"/>
                </a:lnTo>
                <a:lnTo>
                  <a:pt x="2181" y="21688"/>
                </a:lnTo>
                <a:lnTo>
                  <a:pt x="2181" y="22007"/>
                </a:lnTo>
                <a:lnTo>
                  <a:pt x="2181" y="22152"/>
                </a:lnTo>
                <a:lnTo>
                  <a:pt x="2245" y="22297"/>
                </a:lnTo>
                <a:lnTo>
                  <a:pt x="2245" y="22558"/>
                </a:lnTo>
                <a:lnTo>
                  <a:pt x="2245" y="22761"/>
                </a:lnTo>
                <a:lnTo>
                  <a:pt x="2341" y="23022"/>
                </a:lnTo>
                <a:lnTo>
                  <a:pt x="2341" y="23283"/>
                </a:lnTo>
                <a:lnTo>
                  <a:pt x="2406" y="23602"/>
                </a:lnTo>
                <a:lnTo>
                  <a:pt x="2406" y="23747"/>
                </a:lnTo>
                <a:lnTo>
                  <a:pt x="2406" y="23892"/>
                </a:lnTo>
                <a:lnTo>
                  <a:pt x="2406" y="24153"/>
                </a:lnTo>
                <a:lnTo>
                  <a:pt x="2470" y="24414"/>
                </a:lnTo>
                <a:lnTo>
                  <a:pt x="2470" y="24617"/>
                </a:lnTo>
                <a:lnTo>
                  <a:pt x="2566" y="24878"/>
                </a:lnTo>
                <a:lnTo>
                  <a:pt x="2566" y="25023"/>
                </a:lnTo>
                <a:lnTo>
                  <a:pt x="2566" y="25284"/>
                </a:lnTo>
                <a:lnTo>
                  <a:pt x="2630" y="25545"/>
                </a:lnTo>
                <a:lnTo>
                  <a:pt x="2630" y="25864"/>
                </a:lnTo>
                <a:lnTo>
                  <a:pt x="2630" y="26009"/>
                </a:lnTo>
                <a:lnTo>
                  <a:pt x="2694" y="26153"/>
                </a:lnTo>
                <a:lnTo>
                  <a:pt x="2694" y="26414"/>
                </a:lnTo>
                <a:lnTo>
                  <a:pt x="2694" y="26675"/>
                </a:lnTo>
                <a:lnTo>
                  <a:pt x="2758" y="26936"/>
                </a:lnTo>
                <a:lnTo>
                  <a:pt x="2758" y="27081"/>
                </a:lnTo>
                <a:lnTo>
                  <a:pt x="2855" y="27400"/>
                </a:lnTo>
                <a:lnTo>
                  <a:pt x="2855" y="27545"/>
                </a:lnTo>
                <a:lnTo>
                  <a:pt x="2855" y="27806"/>
                </a:lnTo>
                <a:lnTo>
                  <a:pt x="2919" y="28067"/>
                </a:lnTo>
                <a:lnTo>
                  <a:pt x="2919" y="28212"/>
                </a:lnTo>
                <a:lnTo>
                  <a:pt x="2919" y="28473"/>
                </a:lnTo>
                <a:lnTo>
                  <a:pt x="2983" y="28734"/>
                </a:lnTo>
                <a:lnTo>
                  <a:pt x="2983" y="28879"/>
                </a:lnTo>
                <a:lnTo>
                  <a:pt x="2983" y="29140"/>
                </a:lnTo>
                <a:lnTo>
                  <a:pt x="3079" y="29401"/>
                </a:lnTo>
                <a:lnTo>
                  <a:pt x="3079" y="29662"/>
                </a:lnTo>
                <a:lnTo>
                  <a:pt x="3079" y="29807"/>
                </a:lnTo>
                <a:lnTo>
                  <a:pt x="3143" y="30068"/>
                </a:lnTo>
                <a:lnTo>
                  <a:pt x="3143" y="30329"/>
                </a:lnTo>
                <a:lnTo>
                  <a:pt x="3208" y="3047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840388" y="3570260"/>
            <a:ext cx="3143" cy="21601"/>
          </a:xfrm>
          <a:custGeom>
            <a:avLst/>
            <a:gdLst/>
            <a:ahLst/>
            <a:cxnLst/>
            <a:rect l="l" t="t" r="r" b="b"/>
            <a:pathLst>
              <a:path w="3143" h="21601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64" y="666"/>
                </a:lnTo>
                <a:lnTo>
                  <a:pt x="64" y="927"/>
                </a:lnTo>
                <a:lnTo>
                  <a:pt x="160" y="1188"/>
                </a:lnTo>
                <a:lnTo>
                  <a:pt x="160" y="1449"/>
                </a:lnTo>
                <a:lnTo>
                  <a:pt x="160" y="1594"/>
                </a:lnTo>
                <a:lnTo>
                  <a:pt x="224" y="1855"/>
                </a:lnTo>
                <a:lnTo>
                  <a:pt x="224" y="2116"/>
                </a:lnTo>
                <a:lnTo>
                  <a:pt x="224" y="2261"/>
                </a:lnTo>
                <a:lnTo>
                  <a:pt x="288" y="2435"/>
                </a:lnTo>
                <a:lnTo>
                  <a:pt x="288" y="2580"/>
                </a:lnTo>
                <a:lnTo>
                  <a:pt x="288" y="2725"/>
                </a:lnTo>
                <a:lnTo>
                  <a:pt x="352" y="2986"/>
                </a:lnTo>
                <a:lnTo>
                  <a:pt x="352" y="3247"/>
                </a:lnTo>
                <a:lnTo>
                  <a:pt x="352" y="3392"/>
                </a:lnTo>
                <a:lnTo>
                  <a:pt x="449" y="3653"/>
                </a:lnTo>
                <a:lnTo>
                  <a:pt x="449" y="3856"/>
                </a:lnTo>
                <a:lnTo>
                  <a:pt x="513" y="4117"/>
                </a:lnTo>
                <a:lnTo>
                  <a:pt x="513" y="4378"/>
                </a:lnTo>
                <a:lnTo>
                  <a:pt x="513" y="4523"/>
                </a:lnTo>
                <a:lnTo>
                  <a:pt x="577" y="4784"/>
                </a:lnTo>
                <a:lnTo>
                  <a:pt x="577" y="4987"/>
                </a:lnTo>
                <a:lnTo>
                  <a:pt x="673" y="5248"/>
                </a:lnTo>
                <a:lnTo>
                  <a:pt x="673" y="5509"/>
                </a:lnTo>
                <a:lnTo>
                  <a:pt x="673" y="5712"/>
                </a:lnTo>
                <a:lnTo>
                  <a:pt x="737" y="5973"/>
                </a:lnTo>
                <a:lnTo>
                  <a:pt x="737" y="6118"/>
                </a:lnTo>
                <a:lnTo>
                  <a:pt x="802" y="6292"/>
                </a:lnTo>
                <a:lnTo>
                  <a:pt x="802" y="6437"/>
                </a:lnTo>
                <a:lnTo>
                  <a:pt x="802" y="6581"/>
                </a:lnTo>
                <a:lnTo>
                  <a:pt x="802" y="6842"/>
                </a:lnTo>
                <a:lnTo>
                  <a:pt x="866" y="7045"/>
                </a:lnTo>
                <a:lnTo>
                  <a:pt x="866" y="7306"/>
                </a:lnTo>
                <a:lnTo>
                  <a:pt x="962" y="7509"/>
                </a:lnTo>
                <a:lnTo>
                  <a:pt x="962" y="7770"/>
                </a:lnTo>
                <a:lnTo>
                  <a:pt x="1026" y="8031"/>
                </a:lnTo>
                <a:lnTo>
                  <a:pt x="1026" y="8234"/>
                </a:lnTo>
                <a:lnTo>
                  <a:pt x="1026" y="8379"/>
                </a:lnTo>
                <a:lnTo>
                  <a:pt x="1090" y="8553"/>
                </a:lnTo>
                <a:lnTo>
                  <a:pt x="1090" y="8698"/>
                </a:lnTo>
                <a:lnTo>
                  <a:pt x="1090" y="8843"/>
                </a:lnTo>
                <a:lnTo>
                  <a:pt x="1186" y="9017"/>
                </a:lnTo>
                <a:lnTo>
                  <a:pt x="1186" y="9162"/>
                </a:lnTo>
                <a:lnTo>
                  <a:pt x="1186" y="9307"/>
                </a:lnTo>
                <a:lnTo>
                  <a:pt x="1251" y="9510"/>
                </a:lnTo>
                <a:lnTo>
                  <a:pt x="1251" y="9771"/>
                </a:lnTo>
                <a:lnTo>
                  <a:pt x="1251" y="9974"/>
                </a:lnTo>
                <a:lnTo>
                  <a:pt x="1315" y="10148"/>
                </a:lnTo>
                <a:lnTo>
                  <a:pt x="1315" y="10293"/>
                </a:lnTo>
                <a:lnTo>
                  <a:pt x="1315" y="10438"/>
                </a:lnTo>
                <a:lnTo>
                  <a:pt x="1379" y="10641"/>
                </a:lnTo>
                <a:lnTo>
                  <a:pt x="1379" y="10902"/>
                </a:lnTo>
                <a:lnTo>
                  <a:pt x="1475" y="11105"/>
                </a:lnTo>
                <a:lnTo>
                  <a:pt x="1475" y="11279"/>
                </a:lnTo>
                <a:lnTo>
                  <a:pt x="1475" y="11424"/>
                </a:lnTo>
                <a:lnTo>
                  <a:pt x="1475" y="11569"/>
                </a:lnTo>
                <a:lnTo>
                  <a:pt x="1539" y="11772"/>
                </a:lnTo>
                <a:lnTo>
                  <a:pt x="1539" y="11946"/>
                </a:lnTo>
                <a:lnTo>
                  <a:pt x="1604" y="12091"/>
                </a:lnTo>
                <a:lnTo>
                  <a:pt x="1604" y="12294"/>
                </a:lnTo>
                <a:lnTo>
                  <a:pt x="1604" y="12497"/>
                </a:lnTo>
                <a:lnTo>
                  <a:pt x="1668" y="12758"/>
                </a:lnTo>
                <a:lnTo>
                  <a:pt x="1668" y="12961"/>
                </a:lnTo>
                <a:lnTo>
                  <a:pt x="1764" y="13163"/>
                </a:lnTo>
                <a:lnTo>
                  <a:pt x="1764" y="13366"/>
                </a:lnTo>
                <a:lnTo>
                  <a:pt x="1828" y="13540"/>
                </a:lnTo>
                <a:lnTo>
                  <a:pt x="1828" y="13685"/>
                </a:lnTo>
                <a:lnTo>
                  <a:pt x="1828" y="13888"/>
                </a:lnTo>
                <a:lnTo>
                  <a:pt x="1892" y="14091"/>
                </a:lnTo>
                <a:lnTo>
                  <a:pt x="1892" y="14294"/>
                </a:lnTo>
                <a:lnTo>
                  <a:pt x="1988" y="14497"/>
                </a:lnTo>
                <a:lnTo>
                  <a:pt x="1988" y="14671"/>
                </a:lnTo>
                <a:lnTo>
                  <a:pt x="1988" y="14816"/>
                </a:lnTo>
                <a:lnTo>
                  <a:pt x="2053" y="14961"/>
                </a:lnTo>
                <a:lnTo>
                  <a:pt x="2053" y="15135"/>
                </a:lnTo>
                <a:lnTo>
                  <a:pt x="2053" y="15338"/>
                </a:lnTo>
                <a:lnTo>
                  <a:pt x="2117" y="15541"/>
                </a:lnTo>
                <a:lnTo>
                  <a:pt x="2117" y="15744"/>
                </a:lnTo>
                <a:lnTo>
                  <a:pt x="2181" y="15947"/>
                </a:lnTo>
                <a:lnTo>
                  <a:pt x="2181" y="16150"/>
                </a:lnTo>
                <a:lnTo>
                  <a:pt x="2277" y="16353"/>
                </a:lnTo>
                <a:lnTo>
                  <a:pt x="2277" y="16556"/>
                </a:lnTo>
                <a:lnTo>
                  <a:pt x="2277" y="16759"/>
                </a:lnTo>
                <a:lnTo>
                  <a:pt x="2341" y="17020"/>
                </a:lnTo>
                <a:lnTo>
                  <a:pt x="2406" y="17223"/>
                </a:lnTo>
                <a:lnTo>
                  <a:pt x="2406" y="17397"/>
                </a:lnTo>
                <a:lnTo>
                  <a:pt x="2406" y="17600"/>
                </a:lnTo>
                <a:lnTo>
                  <a:pt x="2470" y="17745"/>
                </a:lnTo>
                <a:lnTo>
                  <a:pt x="2470" y="17948"/>
                </a:lnTo>
                <a:lnTo>
                  <a:pt x="2566" y="18151"/>
                </a:lnTo>
                <a:lnTo>
                  <a:pt x="2566" y="18354"/>
                </a:lnTo>
                <a:lnTo>
                  <a:pt x="2630" y="18528"/>
                </a:lnTo>
                <a:lnTo>
                  <a:pt x="2630" y="18673"/>
                </a:lnTo>
                <a:lnTo>
                  <a:pt x="2630" y="18818"/>
                </a:lnTo>
                <a:lnTo>
                  <a:pt x="2694" y="18992"/>
                </a:lnTo>
                <a:lnTo>
                  <a:pt x="2694" y="19137"/>
                </a:lnTo>
                <a:lnTo>
                  <a:pt x="2694" y="19282"/>
                </a:lnTo>
                <a:lnTo>
                  <a:pt x="2790" y="19543"/>
                </a:lnTo>
                <a:lnTo>
                  <a:pt x="2855" y="19803"/>
                </a:lnTo>
                <a:lnTo>
                  <a:pt x="2855" y="19948"/>
                </a:lnTo>
                <a:lnTo>
                  <a:pt x="2919" y="20122"/>
                </a:lnTo>
                <a:lnTo>
                  <a:pt x="2919" y="20325"/>
                </a:lnTo>
                <a:lnTo>
                  <a:pt x="2983" y="20470"/>
                </a:lnTo>
                <a:lnTo>
                  <a:pt x="2983" y="20615"/>
                </a:lnTo>
                <a:lnTo>
                  <a:pt x="2983" y="20876"/>
                </a:lnTo>
                <a:lnTo>
                  <a:pt x="3079" y="21079"/>
                </a:lnTo>
                <a:lnTo>
                  <a:pt x="3079" y="21253"/>
                </a:lnTo>
                <a:lnTo>
                  <a:pt x="3143" y="21456"/>
                </a:lnTo>
                <a:lnTo>
                  <a:pt x="3143" y="2160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843532" y="3591861"/>
            <a:ext cx="3208" cy="11308"/>
          </a:xfrm>
          <a:custGeom>
            <a:avLst/>
            <a:gdLst/>
            <a:ahLst/>
            <a:cxnLst/>
            <a:rect l="l" t="t" r="r" b="b"/>
            <a:pathLst>
              <a:path w="3208" h="11308">
                <a:moveTo>
                  <a:pt x="0" y="0"/>
                </a:moveTo>
                <a:lnTo>
                  <a:pt x="64" y="202"/>
                </a:lnTo>
                <a:lnTo>
                  <a:pt x="64" y="405"/>
                </a:lnTo>
                <a:lnTo>
                  <a:pt x="160" y="608"/>
                </a:lnTo>
                <a:lnTo>
                  <a:pt x="224" y="782"/>
                </a:lnTo>
                <a:lnTo>
                  <a:pt x="224" y="927"/>
                </a:lnTo>
                <a:lnTo>
                  <a:pt x="224" y="1072"/>
                </a:lnTo>
                <a:lnTo>
                  <a:pt x="288" y="1333"/>
                </a:lnTo>
                <a:lnTo>
                  <a:pt x="352" y="1536"/>
                </a:lnTo>
                <a:lnTo>
                  <a:pt x="352" y="1797"/>
                </a:lnTo>
                <a:lnTo>
                  <a:pt x="449" y="2000"/>
                </a:lnTo>
                <a:lnTo>
                  <a:pt x="513" y="2261"/>
                </a:lnTo>
                <a:lnTo>
                  <a:pt x="513" y="2464"/>
                </a:lnTo>
                <a:lnTo>
                  <a:pt x="577" y="2667"/>
                </a:lnTo>
                <a:lnTo>
                  <a:pt x="577" y="2870"/>
                </a:lnTo>
                <a:lnTo>
                  <a:pt x="641" y="3044"/>
                </a:lnTo>
                <a:lnTo>
                  <a:pt x="641" y="3189"/>
                </a:lnTo>
                <a:lnTo>
                  <a:pt x="737" y="3334"/>
                </a:lnTo>
                <a:lnTo>
                  <a:pt x="737" y="3595"/>
                </a:lnTo>
                <a:lnTo>
                  <a:pt x="802" y="3798"/>
                </a:lnTo>
                <a:lnTo>
                  <a:pt x="866" y="4001"/>
                </a:lnTo>
                <a:lnTo>
                  <a:pt x="866" y="4175"/>
                </a:lnTo>
                <a:lnTo>
                  <a:pt x="962" y="4320"/>
                </a:lnTo>
                <a:lnTo>
                  <a:pt x="962" y="4465"/>
                </a:lnTo>
                <a:lnTo>
                  <a:pt x="1026" y="4639"/>
                </a:lnTo>
                <a:lnTo>
                  <a:pt x="1026" y="4784"/>
                </a:lnTo>
                <a:lnTo>
                  <a:pt x="1090" y="4929"/>
                </a:lnTo>
                <a:lnTo>
                  <a:pt x="1154" y="5132"/>
                </a:lnTo>
                <a:lnTo>
                  <a:pt x="1154" y="5306"/>
                </a:lnTo>
                <a:lnTo>
                  <a:pt x="1251" y="5451"/>
                </a:lnTo>
                <a:lnTo>
                  <a:pt x="1251" y="5596"/>
                </a:lnTo>
                <a:lnTo>
                  <a:pt x="1315" y="5770"/>
                </a:lnTo>
                <a:lnTo>
                  <a:pt x="1315" y="5915"/>
                </a:lnTo>
                <a:lnTo>
                  <a:pt x="1379" y="6060"/>
                </a:lnTo>
                <a:lnTo>
                  <a:pt x="1475" y="6234"/>
                </a:lnTo>
                <a:lnTo>
                  <a:pt x="1475" y="6379"/>
                </a:lnTo>
                <a:lnTo>
                  <a:pt x="1475" y="6523"/>
                </a:lnTo>
                <a:lnTo>
                  <a:pt x="1539" y="6726"/>
                </a:lnTo>
                <a:lnTo>
                  <a:pt x="1604" y="6900"/>
                </a:lnTo>
                <a:lnTo>
                  <a:pt x="1668" y="7045"/>
                </a:lnTo>
                <a:lnTo>
                  <a:pt x="1668" y="7190"/>
                </a:lnTo>
                <a:lnTo>
                  <a:pt x="1764" y="7364"/>
                </a:lnTo>
                <a:lnTo>
                  <a:pt x="1764" y="7509"/>
                </a:lnTo>
                <a:lnTo>
                  <a:pt x="1828" y="7654"/>
                </a:lnTo>
                <a:lnTo>
                  <a:pt x="1892" y="7857"/>
                </a:lnTo>
                <a:lnTo>
                  <a:pt x="1956" y="8031"/>
                </a:lnTo>
                <a:lnTo>
                  <a:pt x="1956" y="8176"/>
                </a:lnTo>
                <a:lnTo>
                  <a:pt x="2053" y="8321"/>
                </a:lnTo>
                <a:lnTo>
                  <a:pt x="2117" y="8495"/>
                </a:lnTo>
                <a:lnTo>
                  <a:pt x="2117" y="8640"/>
                </a:lnTo>
                <a:lnTo>
                  <a:pt x="2181" y="8785"/>
                </a:lnTo>
                <a:lnTo>
                  <a:pt x="2277" y="8988"/>
                </a:lnTo>
                <a:lnTo>
                  <a:pt x="2341" y="9162"/>
                </a:lnTo>
                <a:lnTo>
                  <a:pt x="2341" y="9307"/>
                </a:lnTo>
                <a:lnTo>
                  <a:pt x="2406" y="9452"/>
                </a:lnTo>
                <a:lnTo>
                  <a:pt x="2470" y="9626"/>
                </a:lnTo>
                <a:lnTo>
                  <a:pt x="2566" y="9771"/>
                </a:lnTo>
                <a:lnTo>
                  <a:pt x="2566" y="9916"/>
                </a:lnTo>
                <a:lnTo>
                  <a:pt x="2630" y="10119"/>
                </a:lnTo>
                <a:lnTo>
                  <a:pt x="2758" y="10235"/>
                </a:lnTo>
                <a:lnTo>
                  <a:pt x="2758" y="10380"/>
                </a:lnTo>
                <a:lnTo>
                  <a:pt x="2855" y="10583"/>
                </a:lnTo>
                <a:lnTo>
                  <a:pt x="2919" y="10699"/>
                </a:lnTo>
                <a:lnTo>
                  <a:pt x="2983" y="10844"/>
                </a:lnTo>
                <a:lnTo>
                  <a:pt x="3079" y="10902"/>
                </a:lnTo>
                <a:lnTo>
                  <a:pt x="3079" y="11047"/>
                </a:lnTo>
                <a:lnTo>
                  <a:pt x="3208" y="11221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846740" y="3603170"/>
            <a:ext cx="3208" cy="1536"/>
          </a:xfrm>
          <a:custGeom>
            <a:avLst/>
            <a:gdLst/>
            <a:ahLst/>
            <a:cxnLst/>
            <a:rect l="l" t="t" r="r" b="b"/>
            <a:pathLst>
              <a:path w="3208" h="1536">
                <a:moveTo>
                  <a:pt x="0" y="0"/>
                </a:moveTo>
                <a:lnTo>
                  <a:pt x="160" y="202"/>
                </a:lnTo>
                <a:lnTo>
                  <a:pt x="224" y="405"/>
                </a:lnTo>
                <a:lnTo>
                  <a:pt x="384" y="521"/>
                </a:lnTo>
                <a:lnTo>
                  <a:pt x="449" y="579"/>
                </a:lnTo>
                <a:lnTo>
                  <a:pt x="449" y="666"/>
                </a:lnTo>
                <a:lnTo>
                  <a:pt x="577" y="782"/>
                </a:lnTo>
                <a:lnTo>
                  <a:pt x="673" y="869"/>
                </a:lnTo>
                <a:lnTo>
                  <a:pt x="737" y="1043"/>
                </a:lnTo>
                <a:lnTo>
                  <a:pt x="866" y="1130"/>
                </a:lnTo>
                <a:lnTo>
                  <a:pt x="1026" y="1246"/>
                </a:lnTo>
                <a:lnTo>
                  <a:pt x="1026" y="1246"/>
                </a:lnTo>
                <a:lnTo>
                  <a:pt x="1186" y="1333"/>
                </a:lnTo>
                <a:lnTo>
                  <a:pt x="1315" y="1391"/>
                </a:lnTo>
                <a:lnTo>
                  <a:pt x="1379" y="1449"/>
                </a:lnTo>
                <a:lnTo>
                  <a:pt x="1539" y="1536"/>
                </a:lnTo>
                <a:lnTo>
                  <a:pt x="1700" y="1536"/>
                </a:lnTo>
                <a:lnTo>
                  <a:pt x="1828" y="1536"/>
                </a:lnTo>
                <a:lnTo>
                  <a:pt x="1988" y="1536"/>
                </a:lnTo>
                <a:lnTo>
                  <a:pt x="1988" y="1449"/>
                </a:lnTo>
                <a:lnTo>
                  <a:pt x="2117" y="1449"/>
                </a:lnTo>
                <a:lnTo>
                  <a:pt x="2277" y="1391"/>
                </a:lnTo>
                <a:lnTo>
                  <a:pt x="2341" y="1333"/>
                </a:lnTo>
                <a:lnTo>
                  <a:pt x="2502" y="1246"/>
                </a:lnTo>
                <a:lnTo>
                  <a:pt x="2630" y="1130"/>
                </a:lnTo>
                <a:lnTo>
                  <a:pt x="2630" y="1043"/>
                </a:lnTo>
                <a:lnTo>
                  <a:pt x="2790" y="985"/>
                </a:lnTo>
                <a:lnTo>
                  <a:pt x="2855" y="782"/>
                </a:lnTo>
                <a:lnTo>
                  <a:pt x="2983" y="724"/>
                </a:lnTo>
                <a:lnTo>
                  <a:pt x="3079" y="579"/>
                </a:lnTo>
                <a:lnTo>
                  <a:pt x="3143" y="405"/>
                </a:lnTo>
              </a:path>
            </a:pathLst>
          </a:custGeom>
          <a:ln w="4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849948" y="3593398"/>
            <a:ext cx="3208" cy="10090"/>
          </a:xfrm>
          <a:custGeom>
            <a:avLst/>
            <a:gdLst/>
            <a:ahLst/>
            <a:cxnLst/>
            <a:rect l="l" t="t" r="r" b="b"/>
            <a:pathLst>
              <a:path w="3208" h="10090">
                <a:moveTo>
                  <a:pt x="0" y="10090"/>
                </a:moveTo>
                <a:lnTo>
                  <a:pt x="0" y="10090"/>
                </a:lnTo>
                <a:lnTo>
                  <a:pt x="160" y="9887"/>
                </a:lnTo>
                <a:lnTo>
                  <a:pt x="160" y="9829"/>
                </a:lnTo>
                <a:lnTo>
                  <a:pt x="224" y="9684"/>
                </a:lnTo>
                <a:lnTo>
                  <a:pt x="384" y="9568"/>
                </a:lnTo>
                <a:lnTo>
                  <a:pt x="384" y="9423"/>
                </a:lnTo>
                <a:lnTo>
                  <a:pt x="513" y="9220"/>
                </a:lnTo>
                <a:lnTo>
                  <a:pt x="609" y="9046"/>
                </a:lnTo>
                <a:lnTo>
                  <a:pt x="673" y="8901"/>
                </a:lnTo>
                <a:lnTo>
                  <a:pt x="673" y="8756"/>
                </a:lnTo>
                <a:lnTo>
                  <a:pt x="802" y="8582"/>
                </a:lnTo>
                <a:lnTo>
                  <a:pt x="802" y="8437"/>
                </a:lnTo>
                <a:lnTo>
                  <a:pt x="898" y="8292"/>
                </a:lnTo>
                <a:lnTo>
                  <a:pt x="962" y="8089"/>
                </a:lnTo>
                <a:lnTo>
                  <a:pt x="1026" y="7915"/>
                </a:lnTo>
                <a:lnTo>
                  <a:pt x="1090" y="7770"/>
                </a:lnTo>
                <a:lnTo>
                  <a:pt x="1186" y="7625"/>
                </a:lnTo>
                <a:lnTo>
                  <a:pt x="1251" y="7451"/>
                </a:lnTo>
                <a:lnTo>
                  <a:pt x="1251" y="7306"/>
                </a:lnTo>
                <a:lnTo>
                  <a:pt x="1315" y="7161"/>
                </a:lnTo>
                <a:lnTo>
                  <a:pt x="1411" y="6958"/>
                </a:lnTo>
                <a:lnTo>
                  <a:pt x="1475" y="6784"/>
                </a:lnTo>
                <a:lnTo>
                  <a:pt x="1475" y="6639"/>
                </a:lnTo>
                <a:lnTo>
                  <a:pt x="1539" y="6495"/>
                </a:lnTo>
                <a:lnTo>
                  <a:pt x="1604" y="6321"/>
                </a:lnTo>
                <a:lnTo>
                  <a:pt x="1604" y="6176"/>
                </a:lnTo>
                <a:lnTo>
                  <a:pt x="1700" y="6031"/>
                </a:lnTo>
                <a:lnTo>
                  <a:pt x="1764" y="5828"/>
                </a:lnTo>
                <a:lnTo>
                  <a:pt x="1828" y="5654"/>
                </a:lnTo>
                <a:lnTo>
                  <a:pt x="1828" y="5509"/>
                </a:lnTo>
                <a:lnTo>
                  <a:pt x="1892" y="5364"/>
                </a:lnTo>
                <a:lnTo>
                  <a:pt x="1892" y="5190"/>
                </a:lnTo>
                <a:lnTo>
                  <a:pt x="1988" y="5045"/>
                </a:lnTo>
                <a:lnTo>
                  <a:pt x="1988" y="4900"/>
                </a:lnTo>
                <a:lnTo>
                  <a:pt x="2053" y="4697"/>
                </a:lnTo>
                <a:lnTo>
                  <a:pt x="2117" y="4523"/>
                </a:lnTo>
                <a:lnTo>
                  <a:pt x="2117" y="4378"/>
                </a:lnTo>
                <a:lnTo>
                  <a:pt x="2213" y="4233"/>
                </a:lnTo>
                <a:lnTo>
                  <a:pt x="2277" y="4059"/>
                </a:lnTo>
                <a:lnTo>
                  <a:pt x="2277" y="3914"/>
                </a:lnTo>
                <a:lnTo>
                  <a:pt x="2341" y="3769"/>
                </a:lnTo>
                <a:lnTo>
                  <a:pt x="2341" y="3595"/>
                </a:lnTo>
                <a:lnTo>
                  <a:pt x="2406" y="3450"/>
                </a:lnTo>
                <a:lnTo>
                  <a:pt x="2406" y="3305"/>
                </a:lnTo>
                <a:lnTo>
                  <a:pt x="2502" y="3102"/>
                </a:lnTo>
                <a:lnTo>
                  <a:pt x="2502" y="2928"/>
                </a:lnTo>
                <a:lnTo>
                  <a:pt x="2566" y="2783"/>
                </a:lnTo>
                <a:lnTo>
                  <a:pt x="2630" y="2638"/>
                </a:lnTo>
                <a:lnTo>
                  <a:pt x="2630" y="2464"/>
                </a:lnTo>
                <a:lnTo>
                  <a:pt x="2630" y="2319"/>
                </a:lnTo>
                <a:lnTo>
                  <a:pt x="2726" y="2174"/>
                </a:lnTo>
                <a:lnTo>
                  <a:pt x="2790" y="1971"/>
                </a:lnTo>
                <a:lnTo>
                  <a:pt x="2790" y="1797"/>
                </a:lnTo>
                <a:lnTo>
                  <a:pt x="2855" y="1652"/>
                </a:lnTo>
                <a:lnTo>
                  <a:pt x="2855" y="1507"/>
                </a:lnTo>
                <a:lnTo>
                  <a:pt x="2919" y="1333"/>
                </a:lnTo>
                <a:lnTo>
                  <a:pt x="2919" y="1188"/>
                </a:lnTo>
                <a:lnTo>
                  <a:pt x="3015" y="985"/>
                </a:lnTo>
                <a:lnTo>
                  <a:pt x="3015" y="840"/>
                </a:lnTo>
                <a:lnTo>
                  <a:pt x="3079" y="666"/>
                </a:lnTo>
                <a:lnTo>
                  <a:pt x="3079" y="521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853156" y="3573913"/>
            <a:ext cx="3143" cy="19485"/>
          </a:xfrm>
          <a:custGeom>
            <a:avLst/>
            <a:gdLst/>
            <a:ahLst/>
            <a:cxnLst/>
            <a:rect l="l" t="t" r="r" b="b"/>
            <a:pathLst>
              <a:path w="3143" h="19485">
                <a:moveTo>
                  <a:pt x="0" y="19485"/>
                </a:moveTo>
                <a:lnTo>
                  <a:pt x="0" y="19340"/>
                </a:lnTo>
                <a:lnTo>
                  <a:pt x="0" y="19195"/>
                </a:lnTo>
                <a:lnTo>
                  <a:pt x="96" y="19021"/>
                </a:lnTo>
                <a:lnTo>
                  <a:pt x="96" y="18876"/>
                </a:lnTo>
                <a:lnTo>
                  <a:pt x="160" y="18731"/>
                </a:lnTo>
                <a:lnTo>
                  <a:pt x="160" y="18557"/>
                </a:lnTo>
                <a:lnTo>
                  <a:pt x="224" y="18354"/>
                </a:lnTo>
                <a:lnTo>
                  <a:pt x="224" y="18209"/>
                </a:lnTo>
                <a:lnTo>
                  <a:pt x="320" y="18006"/>
                </a:lnTo>
                <a:lnTo>
                  <a:pt x="320" y="17803"/>
                </a:lnTo>
                <a:lnTo>
                  <a:pt x="384" y="17542"/>
                </a:lnTo>
                <a:lnTo>
                  <a:pt x="449" y="17339"/>
                </a:lnTo>
                <a:lnTo>
                  <a:pt x="449" y="17136"/>
                </a:lnTo>
                <a:lnTo>
                  <a:pt x="513" y="16962"/>
                </a:lnTo>
                <a:lnTo>
                  <a:pt x="513" y="16817"/>
                </a:lnTo>
                <a:lnTo>
                  <a:pt x="513" y="16672"/>
                </a:lnTo>
                <a:lnTo>
                  <a:pt x="609" y="16469"/>
                </a:lnTo>
                <a:lnTo>
                  <a:pt x="673" y="16208"/>
                </a:lnTo>
                <a:lnTo>
                  <a:pt x="673" y="16005"/>
                </a:lnTo>
                <a:lnTo>
                  <a:pt x="737" y="15831"/>
                </a:lnTo>
                <a:lnTo>
                  <a:pt x="737" y="15628"/>
                </a:lnTo>
                <a:lnTo>
                  <a:pt x="737" y="15483"/>
                </a:lnTo>
                <a:lnTo>
                  <a:pt x="834" y="15338"/>
                </a:lnTo>
                <a:lnTo>
                  <a:pt x="834" y="15077"/>
                </a:lnTo>
                <a:lnTo>
                  <a:pt x="898" y="14816"/>
                </a:lnTo>
                <a:lnTo>
                  <a:pt x="962" y="14555"/>
                </a:lnTo>
                <a:lnTo>
                  <a:pt x="962" y="14410"/>
                </a:lnTo>
                <a:lnTo>
                  <a:pt x="1026" y="14207"/>
                </a:lnTo>
                <a:lnTo>
                  <a:pt x="1026" y="14033"/>
                </a:lnTo>
                <a:lnTo>
                  <a:pt x="1026" y="13888"/>
                </a:lnTo>
                <a:lnTo>
                  <a:pt x="1122" y="13743"/>
                </a:lnTo>
                <a:lnTo>
                  <a:pt x="1122" y="13569"/>
                </a:lnTo>
                <a:lnTo>
                  <a:pt x="1186" y="13424"/>
                </a:lnTo>
                <a:lnTo>
                  <a:pt x="1186" y="13279"/>
                </a:lnTo>
                <a:lnTo>
                  <a:pt x="1186" y="13105"/>
                </a:lnTo>
                <a:lnTo>
                  <a:pt x="1251" y="12961"/>
                </a:lnTo>
                <a:lnTo>
                  <a:pt x="1251" y="12816"/>
                </a:lnTo>
                <a:lnTo>
                  <a:pt x="1251" y="12613"/>
                </a:lnTo>
                <a:lnTo>
                  <a:pt x="1315" y="12352"/>
                </a:lnTo>
                <a:lnTo>
                  <a:pt x="1315" y="12149"/>
                </a:lnTo>
                <a:lnTo>
                  <a:pt x="1411" y="11975"/>
                </a:lnTo>
                <a:lnTo>
                  <a:pt x="1411" y="11830"/>
                </a:lnTo>
                <a:lnTo>
                  <a:pt x="1475" y="11685"/>
                </a:lnTo>
                <a:lnTo>
                  <a:pt x="1475" y="11482"/>
                </a:lnTo>
                <a:lnTo>
                  <a:pt x="1475" y="11308"/>
                </a:lnTo>
                <a:lnTo>
                  <a:pt x="1539" y="11105"/>
                </a:lnTo>
                <a:lnTo>
                  <a:pt x="1539" y="10902"/>
                </a:lnTo>
                <a:lnTo>
                  <a:pt x="1636" y="10699"/>
                </a:lnTo>
                <a:lnTo>
                  <a:pt x="1636" y="10554"/>
                </a:lnTo>
                <a:lnTo>
                  <a:pt x="1700" y="10351"/>
                </a:lnTo>
                <a:lnTo>
                  <a:pt x="1700" y="10177"/>
                </a:lnTo>
                <a:lnTo>
                  <a:pt x="1700" y="10032"/>
                </a:lnTo>
                <a:lnTo>
                  <a:pt x="1764" y="9829"/>
                </a:lnTo>
                <a:lnTo>
                  <a:pt x="1764" y="9626"/>
                </a:lnTo>
                <a:lnTo>
                  <a:pt x="1828" y="9423"/>
                </a:lnTo>
                <a:lnTo>
                  <a:pt x="1828" y="9220"/>
                </a:lnTo>
                <a:lnTo>
                  <a:pt x="1828" y="9046"/>
                </a:lnTo>
                <a:lnTo>
                  <a:pt x="1924" y="8901"/>
                </a:lnTo>
                <a:lnTo>
                  <a:pt x="1924" y="8698"/>
                </a:lnTo>
                <a:lnTo>
                  <a:pt x="1988" y="8495"/>
                </a:lnTo>
                <a:lnTo>
                  <a:pt x="1988" y="8292"/>
                </a:lnTo>
                <a:lnTo>
                  <a:pt x="1988" y="8118"/>
                </a:lnTo>
                <a:lnTo>
                  <a:pt x="2053" y="7973"/>
                </a:lnTo>
                <a:lnTo>
                  <a:pt x="2053" y="7770"/>
                </a:lnTo>
                <a:lnTo>
                  <a:pt x="2117" y="7567"/>
                </a:lnTo>
                <a:lnTo>
                  <a:pt x="2117" y="7364"/>
                </a:lnTo>
                <a:lnTo>
                  <a:pt x="2117" y="7161"/>
                </a:lnTo>
                <a:lnTo>
                  <a:pt x="2213" y="6900"/>
                </a:lnTo>
                <a:lnTo>
                  <a:pt x="2213" y="6697"/>
                </a:lnTo>
                <a:lnTo>
                  <a:pt x="2277" y="6495"/>
                </a:lnTo>
                <a:lnTo>
                  <a:pt x="2277" y="6321"/>
                </a:lnTo>
                <a:lnTo>
                  <a:pt x="2277" y="6176"/>
                </a:lnTo>
                <a:lnTo>
                  <a:pt x="2341" y="5973"/>
                </a:lnTo>
                <a:lnTo>
                  <a:pt x="2341" y="5770"/>
                </a:lnTo>
                <a:lnTo>
                  <a:pt x="2438" y="5509"/>
                </a:lnTo>
                <a:lnTo>
                  <a:pt x="2438" y="5306"/>
                </a:lnTo>
                <a:lnTo>
                  <a:pt x="2502" y="5103"/>
                </a:lnTo>
                <a:lnTo>
                  <a:pt x="2502" y="4900"/>
                </a:lnTo>
                <a:lnTo>
                  <a:pt x="2502" y="4639"/>
                </a:lnTo>
                <a:lnTo>
                  <a:pt x="2566" y="4436"/>
                </a:lnTo>
                <a:lnTo>
                  <a:pt x="2566" y="4233"/>
                </a:lnTo>
                <a:lnTo>
                  <a:pt x="2630" y="3972"/>
                </a:lnTo>
                <a:lnTo>
                  <a:pt x="2630" y="3769"/>
                </a:lnTo>
                <a:lnTo>
                  <a:pt x="2726" y="3508"/>
                </a:lnTo>
                <a:lnTo>
                  <a:pt x="2726" y="3305"/>
                </a:lnTo>
                <a:lnTo>
                  <a:pt x="2790" y="3131"/>
                </a:lnTo>
                <a:lnTo>
                  <a:pt x="2790" y="2986"/>
                </a:lnTo>
                <a:lnTo>
                  <a:pt x="2790" y="2841"/>
                </a:lnTo>
                <a:lnTo>
                  <a:pt x="2790" y="2638"/>
                </a:lnTo>
                <a:lnTo>
                  <a:pt x="2855" y="2377"/>
                </a:lnTo>
                <a:lnTo>
                  <a:pt x="2855" y="2174"/>
                </a:lnTo>
                <a:lnTo>
                  <a:pt x="2951" y="1913"/>
                </a:lnTo>
                <a:lnTo>
                  <a:pt x="2951" y="1710"/>
                </a:lnTo>
                <a:lnTo>
                  <a:pt x="3015" y="1507"/>
                </a:lnTo>
                <a:lnTo>
                  <a:pt x="3015" y="1246"/>
                </a:lnTo>
                <a:lnTo>
                  <a:pt x="3079" y="1043"/>
                </a:lnTo>
                <a:lnTo>
                  <a:pt x="3079" y="782"/>
                </a:lnTo>
                <a:lnTo>
                  <a:pt x="3079" y="521"/>
                </a:lnTo>
                <a:lnTo>
                  <a:pt x="3143" y="318"/>
                </a:lnTo>
                <a:lnTo>
                  <a:pt x="3143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856300" y="3546918"/>
            <a:ext cx="3240" cy="26994"/>
          </a:xfrm>
          <a:custGeom>
            <a:avLst/>
            <a:gdLst/>
            <a:ahLst/>
            <a:cxnLst/>
            <a:rect l="l" t="t" r="r" b="b"/>
            <a:pathLst>
              <a:path w="3240" h="26994">
                <a:moveTo>
                  <a:pt x="0" y="26994"/>
                </a:moveTo>
                <a:lnTo>
                  <a:pt x="96" y="26849"/>
                </a:lnTo>
                <a:lnTo>
                  <a:pt x="96" y="26588"/>
                </a:lnTo>
                <a:lnTo>
                  <a:pt x="96" y="26443"/>
                </a:lnTo>
                <a:lnTo>
                  <a:pt x="160" y="26240"/>
                </a:lnTo>
                <a:lnTo>
                  <a:pt x="160" y="25980"/>
                </a:lnTo>
                <a:lnTo>
                  <a:pt x="224" y="25777"/>
                </a:lnTo>
                <a:lnTo>
                  <a:pt x="224" y="25516"/>
                </a:lnTo>
                <a:lnTo>
                  <a:pt x="288" y="25255"/>
                </a:lnTo>
                <a:lnTo>
                  <a:pt x="288" y="25052"/>
                </a:lnTo>
                <a:lnTo>
                  <a:pt x="288" y="24791"/>
                </a:lnTo>
                <a:lnTo>
                  <a:pt x="384" y="24646"/>
                </a:lnTo>
                <a:lnTo>
                  <a:pt x="384" y="24472"/>
                </a:lnTo>
                <a:lnTo>
                  <a:pt x="384" y="24327"/>
                </a:lnTo>
                <a:lnTo>
                  <a:pt x="449" y="24182"/>
                </a:lnTo>
                <a:lnTo>
                  <a:pt x="449" y="23921"/>
                </a:lnTo>
                <a:lnTo>
                  <a:pt x="449" y="23660"/>
                </a:lnTo>
                <a:lnTo>
                  <a:pt x="513" y="23457"/>
                </a:lnTo>
                <a:lnTo>
                  <a:pt x="513" y="23196"/>
                </a:lnTo>
                <a:lnTo>
                  <a:pt x="609" y="23051"/>
                </a:lnTo>
                <a:lnTo>
                  <a:pt x="609" y="22790"/>
                </a:lnTo>
                <a:lnTo>
                  <a:pt x="609" y="22587"/>
                </a:lnTo>
                <a:lnTo>
                  <a:pt x="673" y="22326"/>
                </a:lnTo>
                <a:lnTo>
                  <a:pt x="673" y="22065"/>
                </a:lnTo>
                <a:lnTo>
                  <a:pt x="737" y="21920"/>
                </a:lnTo>
                <a:lnTo>
                  <a:pt x="737" y="21659"/>
                </a:lnTo>
                <a:lnTo>
                  <a:pt x="737" y="21456"/>
                </a:lnTo>
                <a:lnTo>
                  <a:pt x="802" y="21195"/>
                </a:lnTo>
                <a:lnTo>
                  <a:pt x="802" y="20934"/>
                </a:lnTo>
                <a:lnTo>
                  <a:pt x="802" y="20789"/>
                </a:lnTo>
                <a:lnTo>
                  <a:pt x="898" y="20528"/>
                </a:lnTo>
                <a:lnTo>
                  <a:pt x="898" y="20267"/>
                </a:lnTo>
                <a:lnTo>
                  <a:pt x="962" y="20006"/>
                </a:lnTo>
                <a:lnTo>
                  <a:pt x="962" y="19803"/>
                </a:lnTo>
                <a:lnTo>
                  <a:pt x="962" y="19658"/>
                </a:lnTo>
                <a:lnTo>
                  <a:pt x="1026" y="19398"/>
                </a:lnTo>
                <a:lnTo>
                  <a:pt x="1026" y="19137"/>
                </a:lnTo>
                <a:lnTo>
                  <a:pt x="1122" y="18876"/>
                </a:lnTo>
                <a:lnTo>
                  <a:pt x="1122" y="18731"/>
                </a:lnTo>
                <a:lnTo>
                  <a:pt x="1122" y="18470"/>
                </a:lnTo>
                <a:lnTo>
                  <a:pt x="1186" y="18209"/>
                </a:lnTo>
                <a:lnTo>
                  <a:pt x="1186" y="18064"/>
                </a:lnTo>
                <a:lnTo>
                  <a:pt x="1251" y="17803"/>
                </a:lnTo>
                <a:lnTo>
                  <a:pt x="1251" y="17542"/>
                </a:lnTo>
                <a:lnTo>
                  <a:pt x="1251" y="17397"/>
                </a:lnTo>
                <a:lnTo>
                  <a:pt x="1315" y="17136"/>
                </a:lnTo>
                <a:lnTo>
                  <a:pt x="1315" y="16875"/>
                </a:lnTo>
                <a:lnTo>
                  <a:pt x="1411" y="16614"/>
                </a:lnTo>
                <a:lnTo>
                  <a:pt x="1411" y="16469"/>
                </a:lnTo>
                <a:lnTo>
                  <a:pt x="1411" y="16208"/>
                </a:lnTo>
                <a:lnTo>
                  <a:pt x="1475" y="15947"/>
                </a:lnTo>
                <a:lnTo>
                  <a:pt x="1475" y="15802"/>
                </a:lnTo>
                <a:lnTo>
                  <a:pt x="1475" y="15541"/>
                </a:lnTo>
                <a:lnTo>
                  <a:pt x="1539" y="15280"/>
                </a:lnTo>
                <a:lnTo>
                  <a:pt x="1539" y="15019"/>
                </a:lnTo>
                <a:lnTo>
                  <a:pt x="1539" y="14874"/>
                </a:lnTo>
                <a:lnTo>
                  <a:pt x="1604" y="14613"/>
                </a:lnTo>
                <a:lnTo>
                  <a:pt x="1604" y="14352"/>
                </a:lnTo>
                <a:lnTo>
                  <a:pt x="1604" y="14207"/>
                </a:lnTo>
                <a:lnTo>
                  <a:pt x="1700" y="13946"/>
                </a:lnTo>
                <a:lnTo>
                  <a:pt x="1700" y="13685"/>
                </a:lnTo>
                <a:lnTo>
                  <a:pt x="1764" y="13540"/>
                </a:lnTo>
                <a:lnTo>
                  <a:pt x="1764" y="13221"/>
                </a:lnTo>
                <a:lnTo>
                  <a:pt x="1764" y="13076"/>
                </a:lnTo>
                <a:lnTo>
                  <a:pt x="1828" y="12816"/>
                </a:lnTo>
                <a:lnTo>
                  <a:pt x="1828" y="12555"/>
                </a:lnTo>
                <a:lnTo>
                  <a:pt x="1828" y="12410"/>
                </a:lnTo>
                <a:lnTo>
                  <a:pt x="1924" y="12149"/>
                </a:lnTo>
                <a:lnTo>
                  <a:pt x="1924" y="11888"/>
                </a:lnTo>
                <a:lnTo>
                  <a:pt x="1988" y="11627"/>
                </a:lnTo>
                <a:lnTo>
                  <a:pt x="1988" y="11424"/>
                </a:lnTo>
                <a:lnTo>
                  <a:pt x="1988" y="11279"/>
                </a:lnTo>
                <a:lnTo>
                  <a:pt x="2053" y="11018"/>
                </a:lnTo>
                <a:lnTo>
                  <a:pt x="2053" y="10757"/>
                </a:lnTo>
                <a:lnTo>
                  <a:pt x="2053" y="10496"/>
                </a:lnTo>
                <a:lnTo>
                  <a:pt x="2117" y="10351"/>
                </a:lnTo>
                <a:lnTo>
                  <a:pt x="2117" y="10032"/>
                </a:lnTo>
                <a:lnTo>
                  <a:pt x="2117" y="9887"/>
                </a:lnTo>
                <a:lnTo>
                  <a:pt x="2213" y="9626"/>
                </a:lnTo>
                <a:lnTo>
                  <a:pt x="2213" y="9365"/>
                </a:lnTo>
                <a:lnTo>
                  <a:pt x="2213" y="9220"/>
                </a:lnTo>
                <a:lnTo>
                  <a:pt x="2277" y="8901"/>
                </a:lnTo>
                <a:lnTo>
                  <a:pt x="2277" y="8756"/>
                </a:lnTo>
                <a:lnTo>
                  <a:pt x="2341" y="8495"/>
                </a:lnTo>
                <a:lnTo>
                  <a:pt x="2341" y="8234"/>
                </a:lnTo>
                <a:lnTo>
                  <a:pt x="2341" y="8089"/>
                </a:lnTo>
                <a:lnTo>
                  <a:pt x="2341" y="7915"/>
                </a:lnTo>
                <a:lnTo>
                  <a:pt x="2406" y="7770"/>
                </a:lnTo>
                <a:lnTo>
                  <a:pt x="2406" y="7625"/>
                </a:lnTo>
                <a:lnTo>
                  <a:pt x="2406" y="7364"/>
                </a:lnTo>
                <a:lnTo>
                  <a:pt x="2502" y="7103"/>
                </a:lnTo>
                <a:lnTo>
                  <a:pt x="2502" y="6900"/>
                </a:lnTo>
                <a:lnTo>
                  <a:pt x="2502" y="6639"/>
                </a:lnTo>
                <a:lnTo>
                  <a:pt x="2566" y="6495"/>
                </a:lnTo>
                <a:lnTo>
                  <a:pt x="2566" y="6234"/>
                </a:lnTo>
                <a:lnTo>
                  <a:pt x="2566" y="6031"/>
                </a:lnTo>
                <a:lnTo>
                  <a:pt x="2630" y="5770"/>
                </a:lnTo>
                <a:lnTo>
                  <a:pt x="2630" y="5509"/>
                </a:lnTo>
                <a:lnTo>
                  <a:pt x="2630" y="5306"/>
                </a:lnTo>
                <a:lnTo>
                  <a:pt x="2726" y="5045"/>
                </a:lnTo>
                <a:lnTo>
                  <a:pt x="2726" y="4900"/>
                </a:lnTo>
                <a:lnTo>
                  <a:pt x="2726" y="4639"/>
                </a:lnTo>
                <a:lnTo>
                  <a:pt x="2790" y="4436"/>
                </a:lnTo>
                <a:lnTo>
                  <a:pt x="2790" y="4175"/>
                </a:lnTo>
                <a:lnTo>
                  <a:pt x="2855" y="3856"/>
                </a:lnTo>
                <a:lnTo>
                  <a:pt x="2855" y="3711"/>
                </a:lnTo>
                <a:lnTo>
                  <a:pt x="2855" y="3566"/>
                </a:lnTo>
                <a:lnTo>
                  <a:pt x="2855" y="3305"/>
                </a:lnTo>
                <a:lnTo>
                  <a:pt x="2919" y="3102"/>
                </a:lnTo>
                <a:lnTo>
                  <a:pt x="2919" y="2841"/>
                </a:lnTo>
                <a:lnTo>
                  <a:pt x="3015" y="2580"/>
                </a:lnTo>
                <a:lnTo>
                  <a:pt x="3015" y="2377"/>
                </a:lnTo>
                <a:lnTo>
                  <a:pt x="3015" y="2116"/>
                </a:lnTo>
                <a:lnTo>
                  <a:pt x="3015" y="1971"/>
                </a:lnTo>
                <a:lnTo>
                  <a:pt x="3079" y="1797"/>
                </a:lnTo>
                <a:lnTo>
                  <a:pt x="3079" y="1652"/>
                </a:lnTo>
                <a:lnTo>
                  <a:pt x="3079" y="1507"/>
                </a:lnTo>
                <a:lnTo>
                  <a:pt x="3143" y="1188"/>
                </a:lnTo>
                <a:lnTo>
                  <a:pt x="3143" y="1043"/>
                </a:lnTo>
                <a:lnTo>
                  <a:pt x="3143" y="782"/>
                </a:lnTo>
                <a:lnTo>
                  <a:pt x="3143" y="579"/>
                </a:lnTo>
                <a:lnTo>
                  <a:pt x="3240" y="318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859540" y="3514994"/>
            <a:ext cx="3208" cy="31924"/>
          </a:xfrm>
          <a:custGeom>
            <a:avLst/>
            <a:gdLst/>
            <a:ahLst/>
            <a:cxnLst/>
            <a:rect l="l" t="t" r="r" b="b"/>
            <a:pathLst>
              <a:path w="3208" h="31924">
                <a:moveTo>
                  <a:pt x="0" y="31924"/>
                </a:moveTo>
                <a:lnTo>
                  <a:pt x="0" y="31779"/>
                </a:lnTo>
                <a:lnTo>
                  <a:pt x="64" y="31634"/>
                </a:lnTo>
                <a:lnTo>
                  <a:pt x="64" y="31315"/>
                </a:lnTo>
                <a:lnTo>
                  <a:pt x="64" y="31170"/>
                </a:lnTo>
                <a:lnTo>
                  <a:pt x="128" y="30909"/>
                </a:lnTo>
                <a:lnTo>
                  <a:pt x="128" y="30706"/>
                </a:lnTo>
                <a:lnTo>
                  <a:pt x="128" y="30445"/>
                </a:lnTo>
                <a:lnTo>
                  <a:pt x="192" y="30242"/>
                </a:lnTo>
                <a:lnTo>
                  <a:pt x="192" y="29981"/>
                </a:lnTo>
                <a:lnTo>
                  <a:pt x="288" y="29662"/>
                </a:lnTo>
                <a:lnTo>
                  <a:pt x="288" y="29517"/>
                </a:lnTo>
                <a:lnTo>
                  <a:pt x="288" y="29372"/>
                </a:lnTo>
                <a:lnTo>
                  <a:pt x="288" y="29198"/>
                </a:lnTo>
                <a:lnTo>
                  <a:pt x="288" y="29053"/>
                </a:lnTo>
                <a:lnTo>
                  <a:pt x="352" y="28908"/>
                </a:lnTo>
                <a:lnTo>
                  <a:pt x="352" y="28589"/>
                </a:lnTo>
                <a:lnTo>
                  <a:pt x="352" y="28444"/>
                </a:lnTo>
                <a:lnTo>
                  <a:pt x="417" y="28125"/>
                </a:lnTo>
                <a:lnTo>
                  <a:pt x="417" y="27980"/>
                </a:lnTo>
                <a:lnTo>
                  <a:pt x="417" y="27661"/>
                </a:lnTo>
                <a:lnTo>
                  <a:pt x="481" y="27516"/>
                </a:lnTo>
                <a:lnTo>
                  <a:pt x="481" y="27255"/>
                </a:lnTo>
                <a:lnTo>
                  <a:pt x="481" y="27052"/>
                </a:lnTo>
                <a:lnTo>
                  <a:pt x="577" y="26791"/>
                </a:lnTo>
                <a:lnTo>
                  <a:pt x="577" y="26588"/>
                </a:lnTo>
                <a:lnTo>
                  <a:pt x="577" y="26327"/>
                </a:lnTo>
                <a:lnTo>
                  <a:pt x="641" y="26124"/>
                </a:lnTo>
                <a:lnTo>
                  <a:pt x="641" y="25864"/>
                </a:lnTo>
                <a:lnTo>
                  <a:pt x="641" y="25661"/>
                </a:lnTo>
                <a:lnTo>
                  <a:pt x="705" y="25516"/>
                </a:lnTo>
                <a:lnTo>
                  <a:pt x="705" y="25197"/>
                </a:lnTo>
                <a:lnTo>
                  <a:pt x="705" y="25052"/>
                </a:lnTo>
                <a:lnTo>
                  <a:pt x="802" y="24733"/>
                </a:lnTo>
                <a:lnTo>
                  <a:pt x="802" y="24588"/>
                </a:lnTo>
                <a:lnTo>
                  <a:pt x="802" y="24269"/>
                </a:lnTo>
                <a:lnTo>
                  <a:pt x="802" y="24124"/>
                </a:lnTo>
                <a:lnTo>
                  <a:pt x="866" y="23805"/>
                </a:lnTo>
                <a:lnTo>
                  <a:pt x="866" y="23660"/>
                </a:lnTo>
                <a:lnTo>
                  <a:pt x="866" y="23457"/>
                </a:lnTo>
                <a:lnTo>
                  <a:pt x="930" y="23196"/>
                </a:lnTo>
                <a:lnTo>
                  <a:pt x="930" y="22993"/>
                </a:lnTo>
                <a:lnTo>
                  <a:pt x="930" y="22732"/>
                </a:lnTo>
                <a:lnTo>
                  <a:pt x="994" y="22529"/>
                </a:lnTo>
                <a:lnTo>
                  <a:pt x="994" y="22268"/>
                </a:lnTo>
                <a:lnTo>
                  <a:pt x="994" y="22065"/>
                </a:lnTo>
                <a:lnTo>
                  <a:pt x="1090" y="21746"/>
                </a:lnTo>
                <a:lnTo>
                  <a:pt x="1090" y="21601"/>
                </a:lnTo>
                <a:lnTo>
                  <a:pt x="1090" y="21282"/>
                </a:lnTo>
                <a:lnTo>
                  <a:pt x="1154" y="21137"/>
                </a:lnTo>
                <a:lnTo>
                  <a:pt x="1154" y="20818"/>
                </a:lnTo>
                <a:lnTo>
                  <a:pt x="1154" y="20673"/>
                </a:lnTo>
                <a:lnTo>
                  <a:pt x="1219" y="20470"/>
                </a:lnTo>
                <a:lnTo>
                  <a:pt x="1219" y="20209"/>
                </a:lnTo>
                <a:lnTo>
                  <a:pt x="1219" y="20006"/>
                </a:lnTo>
                <a:lnTo>
                  <a:pt x="1315" y="19687"/>
                </a:lnTo>
                <a:lnTo>
                  <a:pt x="1315" y="19543"/>
                </a:lnTo>
                <a:lnTo>
                  <a:pt x="1315" y="19398"/>
                </a:lnTo>
                <a:lnTo>
                  <a:pt x="1315" y="19224"/>
                </a:lnTo>
                <a:lnTo>
                  <a:pt x="1379" y="19079"/>
                </a:lnTo>
                <a:lnTo>
                  <a:pt x="1379" y="18876"/>
                </a:lnTo>
                <a:lnTo>
                  <a:pt x="1379" y="18615"/>
                </a:lnTo>
                <a:lnTo>
                  <a:pt x="1379" y="18412"/>
                </a:lnTo>
                <a:lnTo>
                  <a:pt x="1443" y="18267"/>
                </a:lnTo>
                <a:lnTo>
                  <a:pt x="1443" y="18093"/>
                </a:lnTo>
                <a:lnTo>
                  <a:pt x="1443" y="17948"/>
                </a:lnTo>
                <a:lnTo>
                  <a:pt x="1443" y="17803"/>
                </a:lnTo>
                <a:lnTo>
                  <a:pt x="1507" y="17629"/>
                </a:lnTo>
                <a:lnTo>
                  <a:pt x="1507" y="17484"/>
                </a:lnTo>
                <a:lnTo>
                  <a:pt x="1507" y="17281"/>
                </a:lnTo>
                <a:lnTo>
                  <a:pt x="1507" y="17020"/>
                </a:lnTo>
                <a:lnTo>
                  <a:pt x="1604" y="16817"/>
                </a:lnTo>
                <a:lnTo>
                  <a:pt x="1604" y="16672"/>
                </a:lnTo>
                <a:lnTo>
                  <a:pt x="1604" y="16498"/>
                </a:lnTo>
                <a:lnTo>
                  <a:pt x="1604" y="16353"/>
                </a:lnTo>
                <a:lnTo>
                  <a:pt x="1604" y="16150"/>
                </a:lnTo>
                <a:lnTo>
                  <a:pt x="1668" y="15889"/>
                </a:lnTo>
                <a:lnTo>
                  <a:pt x="1668" y="15686"/>
                </a:lnTo>
                <a:lnTo>
                  <a:pt x="1668" y="15541"/>
                </a:lnTo>
                <a:lnTo>
                  <a:pt x="1732" y="15367"/>
                </a:lnTo>
                <a:lnTo>
                  <a:pt x="1732" y="15222"/>
                </a:lnTo>
                <a:lnTo>
                  <a:pt x="1732" y="15019"/>
                </a:lnTo>
                <a:lnTo>
                  <a:pt x="1732" y="14758"/>
                </a:lnTo>
                <a:lnTo>
                  <a:pt x="1796" y="14555"/>
                </a:lnTo>
                <a:lnTo>
                  <a:pt x="1796" y="14410"/>
                </a:lnTo>
                <a:lnTo>
                  <a:pt x="1796" y="14236"/>
                </a:lnTo>
                <a:lnTo>
                  <a:pt x="1796" y="14091"/>
                </a:lnTo>
                <a:lnTo>
                  <a:pt x="1892" y="13888"/>
                </a:lnTo>
                <a:lnTo>
                  <a:pt x="1892" y="13569"/>
                </a:lnTo>
                <a:lnTo>
                  <a:pt x="1892" y="13424"/>
                </a:lnTo>
                <a:lnTo>
                  <a:pt x="1892" y="13279"/>
                </a:lnTo>
                <a:lnTo>
                  <a:pt x="1956" y="13105"/>
                </a:lnTo>
                <a:lnTo>
                  <a:pt x="1956" y="12961"/>
                </a:lnTo>
                <a:lnTo>
                  <a:pt x="1956" y="12758"/>
                </a:lnTo>
                <a:lnTo>
                  <a:pt x="2021" y="12439"/>
                </a:lnTo>
                <a:lnTo>
                  <a:pt x="2021" y="12294"/>
                </a:lnTo>
                <a:lnTo>
                  <a:pt x="2021" y="12091"/>
                </a:lnTo>
                <a:lnTo>
                  <a:pt x="2021" y="11772"/>
                </a:lnTo>
                <a:lnTo>
                  <a:pt x="2117" y="11627"/>
                </a:lnTo>
                <a:lnTo>
                  <a:pt x="2117" y="11308"/>
                </a:lnTo>
                <a:lnTo>
                  <a:pt x="2117" y="11163"/>
                </a:lnTo>
                <a:lnTo>
                  <a:pt x="2181" y="10960"/>
                </a:lnTo>
                <a:lnTo>
                  <a:pt x="2181" y="10641"/>
                </a:lnTo>
                <a:lnTo>
                  <a:pt x="2181" y="10496"/>
                </a:lnTo>
                <a:lnTo>
                  <a:pt x="2181" y="10293"/>
                </a:lnTo>
                <a:lnTo>
                  <a:pt x="2245" y="9974"/>
                </a:lnTo>
                <a:lnTo>
                  <a:pt x="2245" y="9829"/>
                </a:lnTo>
                <a:lnTo>
                  <a:pt x="2245" y="9626"/>
                </a:lnTo>
                <a:lnTo>
                  <a:pt x="2309" y="9307"/>
                </a:lnTo>
                <a:lnTo>
                  <a:pt x="2309" y="9162"/>
                </a:lnTo>
                <a:lnTo>
                  <a:pt x="2309" y="8959"/>
                </a:lnTo>
                <a:lnTo>
                  <a:pt x="2406" y="8698"/>
                </a:lnTo>
                <a:lnTo>
                  <a:pt x="2406" y="8495"/>
                </a:lnTo>
                <a:lnTo>
                  <a:pt x="2406" y="8176"/>
                </a:lnTo>
                <a:lnTo>
                  <a:pt x="2406" y="8031"/>
                </a:lnTo>
                <a:lnTo>
                  <a:pt x="2470" y="7828"/>
                </a:lnTo>
                <a:lnTo>
                  <a:pt x="2470" y="7509"/>
                </a:lnTo>
                <a:lnTo>
                  <a:pt x="2470" y="7364"/>
                </a:lnTo>
                <a:lnTo>
                  <a:pt x="2534" y="7190"/>
                </a:lnTo>
                <a:lnTo>
                  <a:pt x="2534" y="7045"/>
                </a:lnTo>
                <a:lnTo>
                  <a:pt x="2534" y="6842"/>
                </a:lnTo>
                <a:lnTo>
                  <a:pt x="2534" y="6697"/>
                </a:lnTo>
                <a:lnTo>
                  <a:pt x="2534" y="6523"/>
                </a:lnTo>
                <a:lnTo>
                  <a:pt x="2598" y="6379"/>
                </a:lnTo>
                <a:lnTo>
                  <a:pt x="2598" y="6176"/>
                </a:lnTo>
                <a:lnTo>
                  <a:pt x="2598" y="5857"/>
                </a:lnTo>
                <a:lnTo>
                  <a:pt x="2694" y="5712"/>
                </a:lnTo>
                <a:lnTo>
                  <a:pt x="2694" y="5509"/>
                </a:lnTo>
                <a:lnTo>
                  <a:pt x="2694" y="5190"/>
                </a:lnTo>
                <a:lnTo>
                  <a:pt x="2694" y="5045"/>
                </a:lnTo>
                <a:lnTo>
                  <a:pt x="2758" y="4842"/>
                </a:lnTo>
                <a:lnTo>
                  <a:pt x="2758" y="4523"/>
                </a:lnTo>
                <a:lnTo>
                  <a:pt x="2758" y="4378"/>
                </a:lnTo>
                <a:lnTo>
                  <a:pt x="2823" y="4175"/>
                </a:lnTo>
                <a:lnTo>
                  <a:pt x="2823" y="3856"/>
                </a:lnTo>
                <a:lnTo>
                  <a:pt x="2823" y="3711"/>
                </a:lnTo>
                <a:lnTo>
                  <a:pt x="2823" y="3508"/>
                </a:lnTo>
                <a:lnTo>
                  <a:pt x="2919" y="3305"/>
                </a:lnTo>
                <a:lnTo>
                  <a:pt x="2919" y="2986"/>
                </a:lnTo>
                <a:lnTo>
                  <a:pt x="2919" y="2841"/>
                </a:lnTo>
                <a:lnTo>
                  <a:pt x="2983" y="2667"/>
                </a:lnTo>
                <a:lnTo>
                  <a:pt x="2983" y="2522"/>
                </a:lnTo>
                <a:lnTo>
                  <a:pt x="2983" y="2319"/>
                </a:lnTo>
                <a:lnTo>
                  <a:pt x="2983" y="2000"/>
                </a:lnTo>
                <a:lnTo>
                  <a:pt x="3047" y="1855"/>
                </a:lnTo>
                <a:lnTo>
                  <a:pt x="3047" y="1652"/>
                </a:lnTo>
                <a:lnTo>
                  <a:pt x="3047" y="1333"/>
                </a:lnTo>
                <a:lnTo>
                  <a:pt x="3111" y="1188"/>
                </a:lnTo>
                <a:lnTo>
                  <a:pt x="3111" y="985"/>
                </a:lnTo>
                <a:lnTo>
                  <a:pt x="3111" y="666"/>
                </a:lnTo>
                <a:lnTo>
                  <a:pt x="3111" y="521"/>
                </a:lnTo>
                <a:lnTo>
                  <a:pt x="3208" y="318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862748" y="3480808"/>
            <a:ext cx="3208" cy="34185"/>
          </a:xfrm>
          <a:custGeom>
            <a:avLst/>
            <a:gdLst/>
            <a:ahLst/>
            <a:cxnLst/>
            <a:rect l="l" t="t" r="r" b="b"/>
            <a:pathLst>
              <a:path w="3208" h="34185">
                <a:moveTo>
                  <a:pt x="0" y="34185"/>
                </a:moveTo>
                <a:lnTo>
                  <a:pt x="0" y="33982"/>
                </a:lnTo>
                <a:lnTo>
                  <a:pt x="0" y="33837"/>
                </a:lnTo>
                <a:lnTo>
                  <a:pt x="64" y="33634"/>
                </a:lnTo>
                <a:lnTo>
                  <a:pt x="64" y="33315"/>
                </a:lnTo>
                <a:lnTo>
                  <a:pt x="64" y="33170"/>
                </a:lnTo>
                <a:lnTo>
                  <a:pt x="128" y="32996"/>
                </a:lnTo>
                <a:lnTo>
                  <a:pt x="128" y="32851"/>
                </a:lnTo>
                <a:lnTo>
                  <a:pt x="128" y="32648"/>
                </a:lnTo>
                <a:lnTo>
                  <a:pt x="128" y="32504"/>
                </a:lnTo>
                <a:lnTo>
                  <a:pt x="128" y="32330"/>
                </a:lnTo>
                <a:lnTo>
                  <a:pt x="224" y="32127"/>
                </a:lnTo>
                <a:lnTo>
                  <a:pt x="224" y="31982"/>
                </a:lnTo>
                <a:lnTo>
                  <a:pt x="224" y="31779"/>
                </a:lnTo>
                <a:lnTo>
                  <a:pt x="288" y="31460"/>
                </a:lnTo>
                <a:lnTo>
                  <a:pt x="288" y="31315"/>
                </a:lnTo>
                <a:lnTo>
                  <a:pt x="288" y="31112"/>
                </a:lnTo>
                <a:lnTo>
                  <a:pt x="288" y="30793"/>
                </a:lnTo>
                <a:lnTo>
                  <a:pt x="352" y="30648"/>
                </a:lnTo>
                <a:lnTo>
                  <a:pt x="352" y="30445"/>
                </a:lnTo>
                <a:lnTo>
                  <a:pt x="352" y="30271"/>
                </a:lnTo>
                <a:lnTo>
                  <a:pt x="352" y="30126"/>
                </a:lnTo>
                <a:lnTo>
                  <a:pt x="417" y="29923"/>
                </a:lnTo>
                <a:lnTo>
                  <a:pt x="417" y="29778"/>
                </a:lnTo>
                <a:lnTo>
                  <a:pt x="417" y="29604"/>
                </a:lnTo>
                <a:lnTo>
                  <a:pt x="417" y="29459"/>
                </a:lnTo>
                <a:lnTo>
                  <a:pt x="417" y="29256"/>
                </a:lnTo>
                <a:lnTo>
                  <a:pt x="513" y="28937"/>
                </a:lnTo>
                <a:lnTo>
                  <a:pt x="513" y="28734"/>
                </a:lnTo>
                <a:lnTo>
                  <a:pt x="513" y="28589"/>
                </a:lnTo>
                <a:lnTo>
                  <a:pt x="577" y="28386"/>
                </a:lnTo>
                <a:lnTo>
                  <a:pt x="577" y="28067"/>
                </a:lnTo>
                <a:lnTo>
                  <a:pt x="577" y="27922"/>
                </a:lnTo>
                <a:lnTo>
                  <a:pt x="577" y="27719"/>
                </a:lnTo>
                <a:lnTo>
                  <a:pt x="641" y="27400"/>
                </a:lnTo>
                <a:lnTo>
                  <a:pt x="641" y="27197"/>
                </a:lnTo>
                <a:lnTo>
                  <a:pt x="641" y="27052"/>
                </a:lnTo>
                <a:lnTo>
                  <a:pt x="705" y="26878"/>
                </a:lnTo>
                <a:lnTo>
                  <a:pt x="705" y="26733"/>
                </a:lnTo>
                <a:lnTo>
                  <a:pt x="705" y="26530"/>
                </a:lnTo>
                <a:lnTo>
                  <a:pt x="705" y="26211"/>
                </a:lnTo>
                <a:lnTo>
                  <a:pt x="802" y="26009"/>
                </a:lnTo>
                <a:lnTo>
                  <a:pt x="802" y="25864"/>
                </a:lnTo>
                <a:lnTo>
                  <a:pt x="802" y="25661"/>
                </a:lnTo>
                <a:lnTo>
                  <a:pt x="802" y="25342"/>
                </a:lnTo>
                <a:lnTo>
                  <a:pt x="866" y="25197"/>
                </a:lnTo>
                <a:lnTo>
                  <a:pt x="866" y="24994"/>
                </a:lnTo>
                <a:lnTo>
                  <a:pt x="866" y="24791"/>
                </a:lnTo>
                <a:lnTo>
                  <a:pt x="930" y="24472"/>
                </a:lnTo>
                <a:lnTo>
                  <a:pt x="930" y="24327"/>
                </a:lnTo>
                <a:lnTo>
                  <a:pt x="930" y="24153"/>
                </a:lnTo>
                <a:lnTo>
                  <a:pt x="930" y="24008"/>
                </a:lnTo>
                <a:lnTo>
                  <a:pt x="930" y="23805"/>
                </a:lnTo>
                <a:lnTo>
                  <a:pt x="1026" y="23602"/>
                </a:lnTo>
                <a:lnTo>
                  <a:pt x="1026" y="23283"/>
                </a:lnTo>
                <a:lnTo>
                  <a:pt x="1026" y="23138"/>
                </a:lnTo>
                <a:lnTo>
                  <a:pt x="1090" y="22935"/>
                </a:lnTo>
                <a:lnTo>
                  <a:pt x="1090" y="22616"/>
                </a:lnTo>
                <a:lnTo>
                  <a:pt x="1090" y="22413"/>
                </a:lnTo>
                <a:lnTo>
                  <a:pt x="1090" y="22268"/>
                </a:lnTo>
                <a:lnTo>
                  <a:pt x="1154" y="22065"/>
                </a:lnTo>
                <a:lnTo>
                  <a:pt x="1154" y="21746"/>
                </a:lnTo>
                <a:lnTo>
                  <a:pt x="1154" y="21543"/>
                </a:lnTo>
                <a:lnTo>
                  <a:pt x="1219" y="21224"/>
                </a:lnTo>
                <a:lnTo>
                  <a:pt x="1219" y="21079"/>
                </a:lnTo>
                <a:lnTo>
                  <a:pt x="1219" y="20876"/>
                </a:lnTo>
                <a:lnTo>
                  <a:pt x="1315" y="20557"/>
                </a:lnTo>
                <a:lnTo>
                  <a:pt x="1315" y="20354"/>
                </a:lnTo>
                <a:lnTo>
                  <a:pt x="1315" y="20209"/>
                </a:lnTo>
                <a:lnTo>
                  <a:pt x="1315" y="20006"/>
                </a:lnTo>
                <a:lnTo>
                  <a:pt x="1379" y="19687"/>
                </a:lnTo>
                <a:lnTo>
                  <a:pt x="1379" y="19485"/>
                </a:lnTo>
                <a:lnTo>
                  <a:pt x="1379" y="19340"/>
                </a:lnTo>
                <a:lnTo>
                  <a:pt x="1379" y="19166"/>
                </a:lnTo>
                <a:lnTo>
                  <a:pt x="1443" y="19021"/>
                </a:lnTo>
                <a:lnTo>
                  <a:pt x="1443" y="18818"/>
                </a:lnTo>
                <a:lnTo>
                  <a:pt x="1443" y="18615"/>
                </a:lnTo>
                <a:lnTo>
                  <a:pt x="1507" y="18296"/>
                </a:lnTo>
                <a:lnTo>
                  <a:pt x="1507" y="18151"/>
                </a:lnTo>
                <a:lnTo>
                  <a:pt x="1507" y="17948"/>
                </a:lnTo>
                <a:lnTo>
                  <a:pt x="1507" y="17629"/>
                </a:lnTo>
                <a:lnTo>
                  <a:pt x="1604" y="17426"/>
                </a:lnTo>
                <a:lnTo>
                  <a:pt x="1604" y="17281"/>
                </a:lnTo>
                <a:lnTo>
                  <a:pt x="1604" y="17078"/>
                </a:lnTo>
                <a:lnTo>
                  <a:pt x="1604" y="16759"/>
                </a:lnTo>
                <a:lnTo>
                  <a:pt x="1668" y="16556"/>
                </a:lnTo>
                <a:lnTo>
                  <a:pt x="1668" y="16237"/>
                </a:lnTo>
                <a:lnTo>
                  <a:pt x="1668" y="16092"/>
                </a:lnTo>
                <a:lnTo>
                  <a:pt x="1732" y="15889"/>
                </a:lnTo>
                <a:lnTo>
                  <a:pt x="1732" y="15686"/>
                </a:lnTo>
                <a:lnTo>
                  <a:pt x="1732" y="15367"/>
                </a:lnTo>
                <a:lnTo>
                  <a:pt x="1732" y="15222"/>
                </a:lnTo>
                <a:lnTo>
                  <a:pt x="1828" y="15019"/>
                </a:lnTo>
                <a:lnTo>
                  <a:pt x="1828" y="14816"/>
                </a:lnTo>
                <a:lnTo>
                  <a:pt x="1828" y="14497"/>
                </a:lnTo>
                <a:lnTo>
                  <a:pt x="1892" y="14352"/>
                </a:lnTo>
                <a:lnTo>
                  <a:pt x="1892" y="14178"/>
                </a:lnTo>
                <a:lnTo>
                  <a:pt x="1892" y="13975"/>
                </a:lnTo>
                <a:lnTo>
                  <a:pt x="1892" y="13830"/>
                </a:lnTo>
                <a:lnTo>
                  <a:pt x="1892" y="13627"/>
                </a:lnTo>
                <a:lnTo>
                  <a:pt x="1956" y="13308"/>
                </a:lnTo>
                <a:lnTo>
                  <a:pt x="1956" y="13105"/>
                </a:lnTo>
                <a:lnTo>
                  <a:pt x="1956" y="12961"/>
                </a:lnTo>
                <a:lnTo>
                  <a:pt x="2021" y="12758"/>
                </a:lnTo>
                <a:lnTo>
                  <a:pt x="2021" y="12439"/>
                </a:lnTo>
                <a:lnTo>
                  <a:pt x="2021" y="12236"/>
                </a:lnTo>
                <a:lnTo>
                  <a:pt x="2021" y="12091"/>
                </a:lnTo>
                <a:lnTo>
                  <a:pt x="2117" y="11917"/>
                </a:lnTo>
                <a:lnTo>
                  <a:pt x="2117" y="11772"/>
                </a:lnTo>
                <a:lnTo>
                  <a:pt x="2117" y="11569"/>
                </a:lnTo>
                <a:lnTo>
                  <a:pt x="2117" y="11366"/>
                </a:lnTo>
                <a:lnTo>
                  <a:pt x="2181" y="11047"/>
                </a:lnTo>
                <a:lnTo>
                  <a:pt x="2181" y="10902"/>
                </a:lnTo>
                <a:lnTo>
                  <a:pt x="2181" y="10699"/>
                </a:lnTo>
                <a:lnTo>
                  <a:pt x="2181" y="10496"/>
                </a:lnTo>
                <a:lnTo>
                  <a:pt x="2245" y="10177"/>
                </a:lnTo>
                <a:lnTo>
                  <a:pt x="2245" y="10032"/>
                </a:lnTo>
                <a:lnTo>
                  <a:pt x="2245" y="9829"/>
                </a:lnTo>
                <a:lnTo>
                  <a:pt x="2341" y="9655"/>
                </a:lnTo>
                <a:lnTo>
                  <a:pt x="2341" y="9510"/>
                </a:lnTo>
                <a:lnTo>
                  <a:pt x="2341" y="9307"/>
                </a:lnTo>
                <a:lnTo>
                  <a:pt x="2341" y="8988"/>
                </a:lnTo>
                <a:lnTo>
                  <a:pt x="2406" y="8785"/>
                </a:lnTo>
                <a:lnTo>
                  <a:pt x="2406" y="8640"/>
                </a:lnTo>
                <a:lnTo>
                  <a:pt x="2406" y="8437"/>
                </a:lnTo>
                <a:lnTo>
                  <a:pt x="2406" y="8118"/>
                </a:lnTo>
                <a:lnTo>
                  <a:pt x="2470" y="7915"/>
                </a:lnTo>
                <a:lnTo>
                  <a:pt x="2470" y="7770"/>
                </a:lnTo>
                <a:lnTo>
                  <a:pt x="2470" y="7567"/>
                </a:lnTo>
                <a:lnTo>
                  <a:pt x="2534" y="7248"/>
                </a:lnTo>
                <a:lnTo>
                  <a:pt x="2534" y="7045"/>
                </a:lnTo>
                <a:lnTo>
                  <a:pt x="2534" y="6726"/>
                </a:lnTo>
                <a:lnTo>
                  <a:pt x="2534" y="6581"/>
                </a:lnTo>
                <a:lnTo>
                  <a:pt x="2630" y="6379"/>
                </a:lnTo>
                <a:lnTo>
                  <a:pt x="2630" y="6176"/>
                </a:lnTo>
                <a:lnTo>
                  <a:pt x="2630" y="5857"/>
                </a:lnTo>
                <a:lnTo>
                  <a:pt x="2694" y="5712"/>
                </a:lnTo>
                <a:lnTo>
                  <a:pt x="2694" y="5509"/>
                </a:lnTo>
                <a:lnTo>
                  <a:pt x="2694" y="5335"/>
                </a:lnTo>
                <a:lnTo>
                  <a:pt x="2694" y="5190"/>
                </a:lnTo>
                <a:lnTo>
                  <a:pt x="2694" y="4987"/>
                </a:lnTo>
                <a:lnTo>
                  <a:pt x="2758" y="4842"/>
                </a:lnTo>
                <a:lnTo>
                  <a:pt x="2758" y="4668"/>
                </a:lnTo>
                <a:lnTo>
                  <a:pt x="2758" y="4465"/>
                </a:lnTo>
                <a:lnTo>
                  <a:pt x="2758" y="4320"/>
                </a:lnTo>
                <a:lnTo>
                  <a:pt x="2823" y="4117"/>
                </a:lnTo>
                <a:lnTo>
                  <a:pt x="2823" y="3798"/>
                </a:lnTo>
                <a:lnTo>
                  <a:pt x="2823" y="3595"/>
                </a:lnTo>
                <a:lnTo>
                  <a:pt x="2823" y="3450"/>
                </a:lnTo>
                <a:lnTo>
                  <a:pt x="2919" y="3247"/>
                </a:lnTo>
                <a:lnTo>
                  <a:pt x="2919" y="2928"/>
                </a:lnTo>
                <a:lnTo>
                  <a:pt x="2919" y="2783"/>
                </a:lnTo>
                <a:lnTo>
                  <a:pt x="2983" y="2580"/>
                </a:lnTo>
                <a:lnTo>
                  <a:pt x="2983" y="2406"/>
                </a:lnTo>
                <a:lnTo>
                  <a:pt x="2983" y="2261"/>
                </a:lnTo>
                <a:lnTo>
                  <a:pt x="2983" y="2058"/>
                </a:lnTo>
                <a:lnTo>
                  <a:pt x="3047" y="1739"/>
                </a:lnTo>
                <a:lnTo>
                  <a:pt x="3047" y="1536"/>
                </a:lnTo>
                <a:lnTo>
                  <a:pt x="3047" y="1391"/>
                </a:lnTo>
                <a:lnTo>
                  <a:pt x="3047" y="1188"/>
                </a:lnTo>
                <a:lnTo>
                  <a:pt x="3143" y="869"/>
                </a:lnTo>
                <a:lnTo>
                  <a:pt x="3143" y="666"/>
                </a:lnTo>
                <a:lnTo>
                  <a:pt x="3143" y="521"/>
                </a:lnTo>
                <a:lnTo>
                  <a:pt x="3143" y="347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865956" y="3447377"/>
            <a:ext cx="3208" cy="33431"/>
          </a:xfrm>
          <a:custGeom>
            <a:avLst/>
            <a:gdLst/>
            <a:ahLst/>
            <a:cxnLst/>
            <a:rect l="l" t="t" r="r" b="b"/>
            <a:pathLst>
              <a:path w="3208" h="33431">
                <a:moveTo>
                  <a:pt x="0" y="33431"/>
                </a:moveTo>
                <a:lnTo>
                  <a:pt x="0" y="33228"/>
                </a:lnTo>
                <a:lnTo>
                  <a:pt x="0" y="32909"/>
                </a:lnTo>
                <a:lnTo>
                  <a:pt x="64" y="32764"/>
                </a:lnTo>
                <a:lnTo>
                  <a:pt x="64" y="32562"/>
                </a:lnTo>
                <a:lnTo>
                  <a:pt x="64" y="32359"/>
                </a:lnTo>
                <a:lnTo>
                  <a:pt x="128" y="32040"/>
                </a:lnTo>
                <a:lnTo>
                  <a:pt x="128" y="31895"/>
                </a:lnTo>
                <a:lnTo>
                  <a:pt x="128" y="31692"/>
                </a:lnTo>
                <a:lnTo>
                  <a:pt x="128" y="31518"/>
                </a:lnTo>
                <a:lnTo>
                  <a:pt x="128" y="31373"/>
                </a:lnTo>
                <a:lnTo>
                  <a:pt x="224" y="31170"/>
                </a:lnTo>
                <a:lnTo>
                  <a:pt x="224" y="31025"/>
                </a:lnTo>
                <a:lnTo>
                  <a:pt x="224" y="30851"/>
                </a:lnTo>
                <a:lnTo>
                  <a:pt x="224" y="30648"/>
                </a:lnTo>
                <a:lnTo>
                  <a:pt x="288" y="30503"/>
                </a:lnTo>
                <a:lnTo>
                  <a:pt x="288" y="30300"/>
                </a:lnTo>
                <a:lnTo>
                  <a:pt x="288" y="29981"/>
                </a:lnTo>
                <a:lnTo>
                  <a:pt x="288" y="29836"/>
                </a:lnTo>
                <a:lnTo>
                  <a:pt x="352" y="29633"/>
                </a:lnTo>
                <a:lnTo>
                  <a:pt x="352" y="29430"/>
                </a:lnTo>
                <a:lnTo>
                  <a:pt x="352" y="29111"/>
                </a:lnTo>
                <a:lnTo>
                  <a:pt x="449" y="28966"/>
                </a:lnTo>
                <a:lnTo>
                  <a:pt x="449" y="28792"/>
                </a:lnTo>
                <a:lnTo>
                  <a:pt x="449" y="28589"/>
                </a:lnTo>
                <a:lnTo>
                  <a:pt x="449" y="28444"/>
                </a:lnTo>
                <a:lnTo>
                  <a:pt x="449" y="28299"/>
                </a:lnTo>
                <a:lnTo>
                  <a:pt x="513" y="27980"/>
                </a:lnTo>
                <a:lnTo>
                  <a:pt x="513" y="27835"/>
                </a:lnTo>
                <a:lnTo>
                  <a:pt x="513" y="27661"/>
                </a:lnTo>
                <a:lnTo>
                  <a:pt x="577" y="27458"/>
                </a:lnTo>
                <a:lnTo>
                  <a:pt x="577" y="27313"/>
                </a:lnTo>
                <a:lnTo>
                  <a:pt x="577" y="27110"/>
                </a:lnTo>
                <a:lnTo>
                  <a:pt x="577" y="26791"/>
                </a:lnTo>
                <a:lnTo>
                  <a:pt x="641" y="26588"/>
                </a:lnTo>
                <a:lnTo>
                  <a:pt x="641" y="26443"/>
                </a:lnTo>
                <a:lnTo>
                  <a:pt x="641" y="26240"/>
                </a:lnTo>
                <a:lnTo>
                  <a:pt x="737" y="25922"/>
                </a:lnTo>
                <a:lnTo>
                  <a:pt x="737" y="25777"/>
                </a:lnTo>
                <a:lnTo>
                  <a:pt x="737" y="25574"/>
                </a:lnTo>
                <a:lnTo>
                  <a:pt x="737" y="25400"/>
                </a:lnTo>
                <a:lnTo>
                  <a:pt x="737" y="25255"/>
                </a:lnTo>
                <a:lnTo>
                  <a:pt x="802" y="25052"/>
                </a:lnTo>
                <a:lnTo>
                  <a:pt x="802" y="24733"/>
                </a:lnTo>
                <a:lnTo>
                  <a:pt x="802" y="24588"/>
                </a:lnTo>
                <a:lnTo>
                  <a:pt x="802" y="24385"/>
                </a:lnTo>
                <a:lnTo>
                  <a:pt x="866" y="24182"/>
                </a:lnTo>
                <a:lnTo>
                  <a:pt x="866" y="23863"/>
                </a:lnTo>
                <a:lnTo>
                  <a:pt x="866" y="23718"/>
                </a:lnTo>
                <a:lnTo>
                  <a:pt x="930" y="23515"/>
                </a:lnTo>
                <a:lnTo>
                  <a:pt x="930" y="23196"/>
                </a:lnTo>
                <a:lnTo>
                  <a:pt x="930" y="22993"/>
                </a:lnTo>
                <a:lnTo>
                  <a:pt x="930" y="22848"/>
                </a:lnTo>
                <a:lnTo>
                  <a:pt x="1026" y="22674"/>
                </a:lnTo>
                <a:lnTo>
                  <a:pt x="1026" y="22529"/>
                </a:lnTo>
                <a:lnTo>
                  <a:pt x="1026" y="22326"/>
                </a:lnTo>
                <a:lnTo>
                  <a:pt x="1026" y="22181"/>
                </a:lnTo>
                <a:lnTo>
                  <a:pt x="1090" y="22007"/>
                </a:lnTo>
                <a:lnTo>
                  <a:pt x="1090" y="21804"/>
                </a:lnTo>
                <a:lnTo>
                  <a:pt x="1090" y="21659"/>
                </a:lnTo>
                <a:lnTo>
                  <a:pt x="1090" y="21456"/>
                </a:lnTo>
                <a:lnTo>
                  <a:pt x="1154" y="21137"/>
                </a:lnTo>
                <a:lnTo>
                  <a:pt x="1154" y="20992"/>
                </a:lnTo>
                <a:lnTo>
                  <a:pt x="1154" y="20789"/>
                </a:lnTo>
                <a:lnTo>
                  <a:pt x="1154" y="20586"/>
                </a:lnTo>
                <a:lnTo>
                  <a:pt x="1251" y="20267"/>
                </a:lnTo>
                <a:lnTo>
                  <a:pt x="1251" y="20122"/>
                </a:lnTo>
                <a:lnTo>
                  <a:pt x="1251" y="19948"/>
                </a:lnTo>
                <a:lnTo>
                  <a:pt x="1251" y="19803"/>
                </a:lnTo>
                <a:lnTo>
                  <a:pt x="1315" y="19600"/>
                </a:lnTo>
                <a:lnTo>
                  <a:pt x="1315" y="19456"/>
                </a:lnTo>
                <a:lnTo>
                  <a:pt x="1315" y="19282"/>
                </a:lnTo>
                <a:lnTo>
                  <a:pt x="1315" y="19079"/>
                </a:lnTo>
                <a:lnTo>
                  <a:pt x="1379" y="18934"/>
                </a:lnTo>
                <a:lnTo>
                  <a:pt x="1379" y="18731"/>
                </a:lnTo>
                <a:lnTo>
                  <a:pt x="1379" y="18412"/>
                </a:lnTo>
                <a:lnTo>
                  <a:pt x="1379" y="18267"/>
                </a:lnTo>
                <a:lnTo>
                  <a:pt x="1443" y="18064"/>
                </a:lnTo>
                <a:lnTo>
                  <a:pt x="1443" y="17745"/>
                </a:lnTo>
                <a:lnTo>
                  <a:pt x="1443" y="17542"/>
                </a:lnTo>
                <a:lnTo>
                  <a:pt x="1539" y="17397"/>
                </a:lnTo>
                <a:lnTo>
                  <a:pt x="1539" y="17194"/>
                </a:lnTo>
                <a:lnTo>
                  <a:pt x="1539" y="16875"/>
                </a:lnTo>
                <a:lnTo>
                  <a:pt x="1539" y="16730"/>
                </a:lnTo>
                <a:lnTo>
                  <a:pt x="1604" y="16556"/>
                </a:lnTo>
                <a:lnTo>
                  <a:pt x="1604" y="16411"/>
                </a:lnTo>
                <a:lnTo>
                  <a:pt x="1604" y="16208"/>
                </a:lnTo>
                <a:lnTo>
                  <a:pt x="1604" y="16063"/>
                </a:lnTo>
                <a:lnTo>
                  <a:pt x="1604" y="15889"/>
                </a:lnTo>
                <a:lnTo>
                  <a:pt x="1668" y="15744"/>
                </a:lnTo>
                <a:lnTo>
                  <a:pt x="1668" y="15541"/>
                </a:lnTo>
                <a:lnTo>
                  <a:pt x="1668" y="15338"/>
                </a:lnTo>
                <a:lnTo>
                  <a:pt x="1732" y="15019"/>
                </a:lnTo>
                <a:lnTo>
                  <a:pt x="1732" y="14874"/>
                </a:lnTo>
                <a:lnTo>
                  <a:pt x="1732" y="14671"/>
                </a:lnTo>
                <a:lnTo>
                  <a:pt x="1732" y="14352"/>
                </a:lnTo>
                <a:lnTo>
                  <a:pt x="1828" y="14207"/>
                </a:lnTo>
                <a:lnTo>
                  <a:pt x="1828" y="14004"/>
                </a:lnTo>
                <a:lnTo>
                  <a:pt x="1828" y="13685"/>
                </a:lnTo>
                <a:lnTo>
                  <a:pt x="1892" y="13540"/>
                </a:lnTo>
                <a:lnTo>
                  <a:pt x="1892" y="13337"/>
                </a:lnTo>
                <a:lnTo>
                  <a:pt x="1892" y="13019"/>
                </a:lnTo>
                <a:lnTo>
                  <a:pt x="1892" y="12816"/>
                </a:lnTo>
                <a:lnTo>
                  <a:pt x="1956" y="12497"/>
                </a:lnTo>
                <a:lnTo>
                  <a:pt x="1956" y="12352"/>
                </a:lnTo>
                <a:lnTo>
                  <a:pt x="1956" y="12149"/>
                </a:lnTo>
                <a:lnTo>
                  <a:pt x="2053" y="11830"/>
                </a:lnTo>
                <a:lnTo>
                  <a:pt x="2053" y="11685"/>
                </a:lnTo>
                <a:lnTo>
                  <a:pt x="2053" y="11482"/>
                </a:lnTo>
                <a:lnTo>
                  <a:pt x="2117" y="11163"/>
                </a:lnTo>
                <a:lnTo>
                  <a:pt x="2117" y="11018"/>
                </a:lnTo>
                <a:lnTo>
                  <a:pt x="2117" y="10815"/>
                </a:lnTo>
                <a:lnTo>
                  <a:pt x="2181" y="10496"/>
                </a:lnTo>
                <a:lnTo>
                  <a:pt x="2181" y="10351"/>
                </a:lnTo>
                <a:lnTo>
                  <a:pt x="2181" y="10148"/>
                </a:lnTo>
                <a:lnTo>
                  <a:pt x="2181" y="9829"/>
                </a:lnTo>
                <a:lnTo>
                  <a:pt x="2245" y="9684"/>
                </a:lnTo>
                <a:lnTo>
                  <a:pt x="2245" y="9481"/>
                </a:lnTo>
                <a:lnTo>
                  <a:pt x="2245" y="9162"/>
                </a:lnTo>
                <a:lnTo>
                  <a:pt x="2341" y="9017"/>
                </a:lnTo>
                <a:lnTo>
                  <a:pt x="2341" y="8843"/>
                </a:lnTo>
                <a:lnTo>
                  <a:pt x="2341" y="8698"/>
                </a:lnTo>
                <a:lnTo>
                  <a:pt x="2341" y="8495"/>
                </a:lnTo>
                <a:lnTo>
                  <a:pt x="2341" y="8350"/>
                </a:lnTo>
                <a:lnTo>
                  <a:pt x="2406" y="8176"/>
                </a:lnTo>
                <a:lnTo>
                  <a:pt x="2406" y="8031"/>
                </a:lnTo>
                <a:lnTo>
                  <a:pt x="2406" y="7828"/>
                </a:lnTo>
                <a:lnTo>
                  <a:pt x="2406" y="7509"/>
                </a:lnTo>
                <a:lnTo>
                  <a:pt x="2470" y="7364"/>
                </a:lnTo>
                <a:lnTo>
                  <a:pt x="2470" y="7161"/>
                </a:lnTo>
                <a:lnTo>
                  <a:pt x="2470" y="6842"/>
                </a:lnTo>
                <a:lnTo>
                  <a:pt x="2566" y="6697"/>
                </a:lnTo>
                <a:lnTo>
                  <a:pt x="2566" y="6495"/>
                </a:lnTo>
                <a:lnTo>
                  <a:pt x="2566" y="6176"/>
                </a:lnTo>
                <a:lnTo>
                  <a:pt x="2566" y="6031"/>
                </a:lnTo>
                <a:lnTo>
                  <a:pt x="2630" y="5828"/>
                </a:lnTo>
                <a:lnTo>
                  <a:pt x="2630" y="5509"/>
                </a:lnTo>
                <a:lnTo>
                  <a:pt x="2630" y="5364"/>
                </a:lnTo>
                <a:lnTo>
                  <a:pt x="2694" y="5161"/>
                </a:lnTo>
                <a:lnTo>
                  <a:pt x="2694" y="4842"/>
                </a:lnTo>
                <a:lnTo>
                  <a:pt x="2694" y="4697"/>
                </a:lnTo>
                <a:lnTo>
                  <a:pt x="2758" y="4378"/>
                </a:lnTo>
                <a:lnTo>
                  <a:pt x="2758" y="4233"/>
                </a:lnTo>
                <a:lnTo>
                  <a:pt x="2758" y="4030"/>
                </a:lnTo>
                <a:lnTo>
                  <a:pt x="2855" y="3711"/>
                </a:lnTo>
                <a:lnTo>
                  <a:pt x="2855" y="3566"/>
                </a:lnTo>
                <a:lnTo>
                  <a:pt x="2855" y="3363"/>
                </a:lnTo>
                <a:lnTo>
                  <a:pt x="2855" y="3044"/>
                </a:lnTo>
                <a:lnTo>
                  <a:pt x="2919" y="2899"/>
                </a:lnTo>
                <a:lnTo>
                  <a:pt x="2919" y="2725"/>
                </a:lnTo>
                <a:lnTo>
                  <a:pt x="2919" y="2580"/>
                </a:lnTo>
                <a:lnTo>
                  <a:pt x="2919" y="2377"/>
                </a:lnTo>
                <a:lnTo>
                  <a:pt x="2983" y="2232"/>
                </a:lnTo>
                <a:lnTo>
                  <a:pt x="2983" y="1913"/>
                </a:lnTo>
                <a:lnTo>
                  <a:pt x="2983" y="1768"/>
                </a:lnTo>
                <a:lnTo>
                  <a:pt x="2983" y="1594"/>
                </a:lnTo>
                <a:lnTo>
                  <a:pt x="3047" y="1449"/>
                </a:lnTo>
                <a:lnTo>
                  <a:pt x="3047" y="1246"/>
                </a:lnTo>
                <a:lnTo>
                  <a:pt x="3047" y="1101"/>
                </a:lnTo>
                <a:lnTo>
                  <a:pt x="3047" y="927"/>
                </a:lnTo>
                <a:lnTo>
                  <a:pt x="3143" y="782"/>
                </a:lnTo>
                <a:lnTo>
                  <a:pt x="3143" y="637"/>
                </a:lnTo>
                <a:lnTo>
                  <a:pt x="3143" y="463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869164" y="3417250"/>
            <a:ext cx="3143" cy="30126"/>
          </a:xfrm>
          <a:custGeom>
            <a:avLst/>
            <a:gdLst/>
            <a:ahLst/>
            <a:cxnLst/>
            <a:rect l="l" t="t" r="r" b="b"/>
            <a:pathLst>
              <a:path w="3143" h="30126">
                <a:moveTo>
                  <a:pt x="0" y="30126"/>
                </a:moveTo>
                <a:lnTo>
                  <a:pt x="0" y="29923"/>
                </a:lnTo>
                <a:lnTo>
                  <a:pt x="0" y="29778"/>
                </a:lnTo>
                <a:lnTo>
                  <a:pt x="0" y="29575"/>
                </a:lnTo>
                <a:lnTo>
                  <a:pt x="64" y="29314"/>
                </a:lnTo>
                <a:lnTo>
                  <a:pt x="64" y="29111"/>
                </a:lnTo>
                <a:lnTo>
                  <a:pt x="64" y="28792"/>
                </a:lnTo>
                <a:lnTo>
                  <a:pt x="160" y="28647"/>
                </a:lnTo>
                <a:lnTo>
                  <a:pt x="160" y="28444"/>
                </a:lnTo>
                <a:lnTo>
                  <a:pt x="160" y="28183"/>
                </a:lnTo>
                <a:lnTo>
                  <a:pt x="160" y="27980"/>
                </a:lnTo>
                <a:lnTo>
                  <a:pt x="224" y="27661"/>
                </a:lnTo>
                <a:lnTo>
                  <a:pt x="224" y="27516"/>
                </a:lnTo>
                <a:lnTo>
                  <a:pt x="224" y="27371"/>
                </a:lnTo>
                <a:lnTo>
                  <a:pt x="288" y="27197"/>
                </a:lnTo>
                <a:lnTo>
                  <a:pt x="288" y="27052"/>
                </a:lnTo>
                <a:lnTo>
                  <a:pt x="288" y="26849"/>
                </a:lnTo>
                <a:lnTo>
                  <a:pt x="288" y="26530"/>
                </a:lnTo>
                <a:lnTo>
                  <a:pt x="352" y="26385"/>
                </a:lnTo>
                <a:lnTo>
                  <a:pt x="352" y="26240"/>
                </a:lnTo>
                <a:lnTo>
                  <a:pt x="352" y="26067"/>
                </a:lnTo>
                <a:lnTo>
                  <a:pt x="352" y="25922"/>
                </a:lnTo>
                <a:lnTo>
                  <a:pt x="449" y="25719"/>
                </a:lnTo>
                <a:lnTo>
                  <a:pt x="449" y="25458"/>
                </a:lnTo>
                <a:lnTo>
                  <a:pt x="449" y="25255"/>
                </a:lnTo>
                <a:lnTo>
                  <a:pt x="513" y="24936"/>
                </a:lnTo>
                <a:lnTo>
                  <a:pt x="513" y="24791"/>
                </a:lnTo>
                <a:lnTo>
                  <a:pt x="513" y="24646"/>
                </a:lnTo>
                <a:lnTo>
                  <a:pt x="513" y="24472"/>
                </a:lnTo>
                <a:lnTo>
                  <a:pt x="577" y="24327"/>
                </a:lnTo>
                <a:lnTo>
                  <a:pt x="577" y="24182"/>
                </a:lnTo>
                <a:lnTo>
                  <a:pt x="577" y="24008"/>
                </a:lnTo>
                <a:lnTo>
                  <a:pt x="577" y="23863"/>
                </a:lnTo>
                <a:lnTo>
                  <a:pt x="577" y="23660"/>
                </a:lnTo>
                <a:lnTo>
                  <a:pt x="673" y="23515"/>
                </a:lnTo>
                <a:lnTo>
                  <a:pt x="673" y="23196"/>
                </a:lnTo>
                <a:lnTo>
                  <a:pt x="673" y="23051"/>
                </a:lnTo>
                <a:lnTo>
                  <a:pt x="737" y="22877"/>
                </a:lnTo>
                <a:lnTo>
                  <a:pt x="737" y="22732"/>
                </a:lnTo>
                <a:lnTo>
                  <a:pt x="737" y="22587"/>
                </a:lnTo>
                <a:lnTo>
                  <a:pt x="737" y="22384"/>
                </a:lnTo>
                <a:lnTo>
                  <a:pt x="802" y="22123"/>
                </a:lnTo>
                <a:lnTo>
                  <a:pt x="802" y="21920"/>
                </a:lnTo>
                <a:lnTo>
                  <a:pt x="802" y="21659"/>
                </a:lnTo>
                <a:lnTo>
                  <a:pt x="802" y="21456"/>
                </a:lnTo>
                <a:lnTo>
                  <a:pt x="866" y="21137"/>
                </a:lnTo>
                <a:lnTo>
                  <a:pt x="866" y="20992"/>
                </a:lnTo>
                <a:lnTo>
                  <a:pt x="962" y="20673"/>
                </a:lnTo>
                <a:lnTo>
                  <a:pt x="962" y="20528"/>
                </a:lnTo>
                <a:lnTo>
                  <a:pt x="962" y="20209"/>
                </a:lnTo>
                <a:lnTo>
                  <a:pt x="962" y="20064"/>
                </a:lnTo>
                <a:lnTo>
                  <a:pt x="1026" y="19745"/>
                </a:lnTo>
                <a:lnTo>
                  <a:pt x="1026" y="19600"/>
                </a:lnTo>
                <a:lnTo>
                  <a:pt x="1090" y="19282"/>
                </a:lnTo>
                <a:lnTo>
                  <a:pt x="1090" y="19137"/>
                </a:lnTo>
                <a:lnTo>
                  <a:pt x="1090" y="18818"/>
                </a:lnTo>
                <a:lnTo>
                  <a:pt x="1090" y="18673"/>
                </a:lnTo>
                <a:lnTo>
                  <a:pt x="1154" y="18528"/>
                </a:lnTo>
                <a:lnTo>
                  <a:pt x="1154" y="18354"/>
                </a:lnTo>
                <a:lnTo>
                  <a:pt x="1154" y="18209"/>
                </a:lnTo>
                <a:lnTo>
                  <a:pt x="1154" y="18064"/>
                </a:lnTo>
                <a:lnTo>
                  <a:pt x="1251" y="17890"/>
                </a:lnTo>
                <a:lnTo>
                  <a:pt x="1251" y="17745"/>
                </a:lnTo>
                <a:lnTo>
                  <a:pt x="1251" y="17600"/>
                </a:lnTo>
                <a:lnTo>
                  <a:pt x="1251" y="17397"/>
                </a:lnTo>
                <a:lnTo>
                  <a:pt x="1315" y="17136"/>
                </a:lnTo>
                <a:lnTo>
                  <a:pt x="1315" y="16933"/>
                </a:lnTo>
                <a:lnTo>
                  <a:pt x="1315" y="16672"/>
                </a:lnTo>
                <a:lnTo>
                  <a:pt x="1379" y="16469"/>
                </a:lnTo>
                <a:lnTo>
                  <a:pt x="1379" y="16208"/>
                </a:lnTo>
                <a:lnTo>
                  <a:pt x="1379" y="15889"/>
                </a:lnTo>
                <a:lnTo>
                  <a:pt x="1475" y="15744"/>
                </a:lnTo>
                <a:lnTo>
                  <a:pt x="1475" y="15425"/>
                </a:lnTo>
                <a:lnTo>
                  <a:pt x="1475" y="15280"/>
                </a:lnTo>
                <a:lnTo>
                  <a:pt x="1539" y="15019"/>
                </a:lnTo>
                <a:lnTo>
                  <a:pt x="1539" y="14816"/>
                </a:lnTo>
                <a:lnTo>
                  <a:pt x="1539" y="14671"/>
                </a:lnTo>
                <a:lnTo>
                  <a:pt x="1604" y="14352"/>
                </a:lnTo>
                <a:lnTo>
                  <a:pt x="1604" y="14207"/>
                </a:lnTo>
                <a:lnTo>
                  <a:pt x="1604" y="13946"/>
                </a:lnTo>
                <a:lnTo>
                  <a:pt x="1604" y="13743"/>
                </a:lnTo>
                <a:lnTo>
                  <a:pt x="1668" y="13482"/>
                </a:lnTo>
                <a:lnTo>
                  <a:pt x="1668" y="13279"/>
                </a:lnTo>
                <a:lnTo>
                  <a:pt x="1764" y="13019"/>
                </a:lnTo>
                <a:lnTo>
                  <a:pt x="1764" y="12700"/>
                </a:lnTo>
                <a:lnTo>
                  <a:pt x="1764" y="12555"/>
                </a:lnTo>
                <a:lnTo>
                  <a:pt x="1764" y="12410"/>
                </a:lnTo>
                <a:lnTo>
                  <a:pt x="1828" y="12091"/>
                </a:lnTo>
                <a:lnTo>
                  <a:pt x="1828" y="11946"/>
                </a:lnTo>
                <a:lnTo>
                  <a:pt x="1892" y="11685"/>
                </a:lnTo>
                <a:lnTo>
                  <a:pt x="1892" y="11482"/>
                </a:lnTo>
                <a:lnTo>
                  <a:pt x="1892" y="11221"/>
                </a:lnTo>
                <a:lnTo>
                  <a:pt x="1956" y="10902"/>
                </a:lnTo>
                <a:lnTo>
                  <a:pt x="1956" y="10757"/>
                </a:lnTo>
                <a:lnTo>
                  <a:pt x="1956" y="10496"/>
                </a:lnTo>
                <a:lnTo>
                  <a:pt x="2053" y="10293"/>
                </a:lnTo>
                <a:lnTo>
                  <a:pt x="2053" y="10032"/>
                </a:lnTo>
                <a:lnTo>
                  <a:pt x="2053" y="9887"/>
                </a:lnTo>
                <a:lnTo>
                  <a:pt x="2117" y="9568"/>
                </a:lnTo>
                <a:lnTo>
                  <a:pt x="2117" y="9423"/>
                </a:lnTo>
                <a:lnTo>
                  <a:pt x="2117" y="9162"/>
                </a:lnTo>
                <a:lnTo>
                  <a:pt x="2181" y="8959"/>
                </a:lnTo>
                <a:lnTo>
                  <a:pt x="2181" y="8698"/>
                </a:lnTo>
                <a:lnTo>
                  <a:pt x="2181" y="8553"/>
                </a:lnTo>
                <a:lnTo>
                  <a:pt x="2277" y="8234"/>
                </a:lnTo>
                <a:lnTo>
                  <a:pt x="2277" y="8089"/>
                </a:lnTo>
                <a:lnTo>
                  <a:pt x="2277" y="7828"/>
                </a:lnTo>
                <a:lnTo>
                  <a:pt x="2341" y="7509"/>
                </a:lnTo>
                <a:lnTo>
                  <a:pt x="2341" y="7364"/>
                </a:lnTo>
                <a:lnTo>
                  <a:pt x="2341" y="7103"/>
                </a:lnTo>
                <a:lnTo>
                  <a:pt x="2406" y="6958"/>
                </a:lnTo>
                <a:lnTo>
                  <a:pt x="2406" y="6784"/>
                </a:lnTo>
                <a:lnTo>
                  <a:pt x="2406" y="6639"/>
                </a:lnTo>
                <a:lnTo>
                  <a:pt x="2406" y="6495"/>
                </a:lnTo>
                <a:lnTo>
                  <a:pt x="2470" y="6234"/>
                </a:lnTo>
                <a:lnTo>
                  <a:pt x="2470" y="5915"/>
                </a:lnTo>
                <a:lnTo>
                  <a:pt x="2470" y="5770"/>
                </a:lnTo>
                <a:lnTo>
                  <a:pt x="2566" y="5509"/>
                </a:lnTo>
                <a:lnTo>
                  <a:pt x="2566" y="5364"/>
                </a:lnTo>
                <a:lnTo>
                  <a:pt x="2566" y="5045"/>
                </a:lnTo>
                <a:lnTo>
                  <a:pt x="2630" y="4900"/>
                </a:lnTo>
                <a:lnTo>
                  <a:pt x="2630" y="4639"/>
                </a:lnTo>
                <a:lnTo>
                  <a:pt x="2694" y="4378"/>
                </a:lnTo>
                <a:lnTo>
                  <a:pt x="2694" y="4175"/>
                </a:lnTo>
                <a:lnTo>
                  <a:pt x="2694" y="3914"/>
                </a:lnTo>
                <a:lnTo>
                  <a:pt x="2694" y="3769"/>
                </a:lnTo>
                <a:lnTo>
                  <a:pt x="2790" y="3508"/>
                </a:lnTo>
                <a:lnTo>
                  <a:pt x="2790" y="3189"/>
                </a:lnTo>
                <a:lnTo>
                  <a:pt x="2855" y="3044"/>
                </a:lnTo>
                <a:lnTo>
                  <a:pt x="2855" y="2783"/>
                </a:lnTo>
                <a:lnTo>
                  <a:pt x="2855" y="2638"/>
                </a:lnTo>
                <a:lnTo>
                  <a:pt x="2919" y="2377"/>
                </a:lnTo>
                <a:lnTo>
                  <a:pt x="2919" y="2058"/>
                </a:lnTo>
                <a:lnTo>
                  <a:pt x="2919" y="1913"/>
                </a:lnTo>
                <a:lnTo>
                  <a:pt x="2983" y="1652"/>
                </a:lnTo>
                <a:lnTo>
                  <a:pt x="2983" y="1507"/>
                </a:lnTo>
                <a:lnTo>
                  <a:pt x="2983" y="1246"/>
                </a:lnTo>
                <a:lnTo>
                  <a:pt x="3079" y="985"/>
                </a:lnTo>
                <a:lnTo>
                  <a:pt x="3079" y="840"/>
                </a:lnTo>
                <a:lnTo>
                  <a:pt x="3079" y="666"/>
                </a:lnTo>
                <a:lnTo>
                  <a:pt x="3143" y="521"/>
                </a:lnTo>
                <a:lnTo>
                  <a:pt x="3143" y="376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872308" y="3393039"/>
            <a:ext cx="3208" cy="24211"/>
          </a:xfrm>
          <a:custGeom>
            <a:avLst/>
            <a:gdLst/>
            <a:ahLst/>
            <a:cxnLst/>
            <a:rect l="l" t="t" r="r" b="b"/>
            <a:pathLst>
              <a:path w="3208" h="24211">
                <a:moveTo>
                  <a:pt x="0" y="24211"/>
                </a:moveTo>
                <a:lnTo>
                  <a:pt x="64" y="24066"/>
                </a:lnTo>
                <a:lnTo>
                  <a:pt x="64" y="23921"/>
                </a:lnTo>
                <a:lnTo>
                  <a:pt x="64" y="23660"/>
                </a:lnTo>
                <a:lnTo>
                  <a:pt x="128" y="23399"/>
                </a:lnTo>
                <a:lnTo>
                  <a:pt x="128" y="23080"/>
                </a:lnTo>
                <a:lnTo>
                  <a:pt x="128" y="22935"/>
                </a:lnTo>
                <a:lnTo>
                  <a:pt x="224" y="22790"/>
                </a:lnTo>
                <a:lnTo>
                  <a:pt x="224" y="22529"/>
                </a:lnTo>
                <a:lnTo>
                  <a:pt x="224" y="22268"/>
                </a:lnTo>
                <a:lnTo>
                  <a:pt x="288" y="22007"/>
                </a:lnTo>
                <a:lnTo>
                  <a:pt x="288" y="21862"/>
                </a:lnTo>
                <a:lnTo>
                  <a:pt x="352" y="21601"/>
                </a:lnTo>
                <a:lnTo>
                  <a:pt x="352" y="21340"/>
                </a:lnTo>
                <a:lnTo>
                  <a:pt x="352" y="21195"/>
                </a:lnTo>
                <a:lnTo>
                  <a:pt x="449" y="20934"/>
                </a:lnTo>
                <a:lnTo>
                  <a:pt x="449" y="20673"/>
                </a:lnTo>
                <a:lnTo>
                  <a:pt x="449" y="20528"/>
                </a:lnTo>
                <a:lnTo>
                  <a:pt x="513" y="20267"/>
                </a:lnTo>
                <a:lnTo>
                  <a:pt x="513" y="20006"/>
                </a:lnTo>
                <a:lnTo>
                  <a:pt x="577" y="19745"/>
                </a:lnTo>
                <a:lnTo>
                  <a:pt x="577" y="19600"/>
                </a:lnTo>
                <a:lnTo>
                  <a:pt x="577" y="19340"/>
                </a:lnTo>
                <a:lnTo>
                  <a:pt x="641" y="19079"/>
                </a:lnTo>
                <a:lnTo>
                  <a:pt x="641" y="18934"/>
                </a:lnTo>
                <a:lnTo>
                  <a:pt x="641" y="18673"/>
                </a:lnTo>
                <a:lnTo>
                  <a:pt x="737" y="18412"/>
                </a:lnTo>
                <a:lnTo>
                  <a:pt x="737" y="18151"/>
                </a:lnTo>
                <a:lnTo>
                  <a:pt x="802" y="18006"/>
                </a:lnTo>
                <a:lnTo>
                  <a:pt x="802" y="17745"/>
                </a:lnTo>
                <a:lnTo>
                  <a:pt x="802" y="17484"/>
                </a:lnTo>
                <a:lnTo>
                  <a:pt x="866" y="17339"/>
                </a:lnTo>
                <a:lnTo>
                  <a:pt x="866" y="17078"/>
                </a:lnTo>
                <a:lnTo>
                  <a:pt x="866" y="16817"/>
                </a:lnTo>
                <a:lnTo>
                  <a:pt x="962" y="16672"/>
                </a:lnTo>
                <a:lnTo>
                  <a:pt x="962" y="16411"/>
                </a:lnTo>
                <a:lnTo>
                  <a:pt x="1026" y="16150"/>
                </a:lnTo>
                <a:lnTo>
                  <a:pt x="1026" y="15889"/>
                </a:lnTo>
                <a:lnTo>
                  <a:pt x="1026" y="15686"/>
                </a:lnTo>
                <a:lnTo>
                  <a:pt x="1090" y="15541"/>
                </a:lnTo>
                <a:lnTo>
                  <a:pt x="1090" y="15280"/>
                </a:lnTo>
                <a:lnTo>
                  <a:pt x="1154" y="15019"/>
                </a:lnTo>
                <a:lnTo>
                  <a:pt x="1154" y="14758"/>
                </a:lnTo>
                <a:lnTo>
                  <a:pt x="1154" y="14613"/>
                </a:lnTo>
                <a:lnTo>
                  <a:pt x="1251" y="14352"/>
                </a:lnTo>
                <a:lnTo>
                  <a:pt x="1251" y="14149"/>
                </a:lnTo>
                <a:lnTo>
                  <a:pt x="1315" y="13888"/>
                </a:lnTo>
                <a:lnTo>
                  <a:pt x="1315" y="13627"/>
                </a:lnTo>
                <a:lnTo>
                  <a:pt x="1315" y="13482"/>
                </a:lnTo>
                <a:lnTo>
                  <a:pt x="1379" y="13221"/>
                </a:lnTo>
                <a:lnTo>
                  <a:pt x="1379" y="13019"/>
                </a:lnTo>
                <a:lnTo>
                  <a:pt x="1443" y="12758"/>
                </a:lnTo>
                <a:lnTo>
                  <a:pt x="1443" y="12497"/>
                </a:lnTo>
                <a:lnTo>
                  <a:pt x="1443" y="12352"/>
                </a:lnTo>
                <a:lnTo>
                  <a:pt x="1539" y="12178"/>
                </a:lnTo>
                <a:lnTo>
                  <a:pt x="1539" y="12033"/>
                </a:lnTo>
                <a:lnTo>
                  <a:pt x="1539" y="11888"/>
                </a:lnTo>
                <a:lnTo>
                  <a:pt x="1604" y="11627"/>
                </a:lnTo>
                <a:lnTo>
                  <a:pt x="1604" y="11366"/>
                </a:lnTo>
                <a:lnTo>
                  <a:pt x="1604" y="11163"/>
                </a:lnTo>
                <a:lnTo>
                  <a:pt x="1668" y="10902"/>
                </a:lnTo>
                <a:lnTo>
                  <a:pt x="1668" y="10757"/>
                </a:lnTo>
                <a:lnTo>
                  <a:pt x="1668" y="10554"/>
                </a:lnTo>
                <a:lnTo>
                  <a:pt x="1764" y="10293"/>
                </a:lnTo>
                <a:lnTo>
                  <a:pt x="1764" y="10032"/>
                </a:lnTo>
                <a:lnTo>
                  <a:pt x="1828" y="9829"/>
                </a:lnTo>
                <a:lnTo>
                  <a:pt x="1828" y="9568"/>
                </a:lnTo>
                <a:lnTo>
                  <a:pt x="1892" y="9365"/>
                </a:lnTo>
                <a:lnTo>
                  <a:pt x="1892" y="9104"/>
                </a:lnTo>
                <a:lnTo>
                  <a:pt x="1892" y="8959"/>
                </a:lnTo>
                <a:lnTo>
                  <a:pt x="1956" y="8785"/>
                </a:lnTo>
                <a:lnTo>
                  <a:pt x="1956" y="8640"/>
                </a:lnTo>
                <a:lnTo>
                  <a:pt x="1956" y="8495"/>
                </a:lnTo>
                <a:lnTo>
                  <a:pt x="2053" y="8321"/>
                </a:lnTo>
                <a:lnTo>
                  <a:pt x="2053" y="8176"/>
                </a:lnTo>
                <a:lnTo>
                  <a:pt x="2053" y="8031"/>
                </a:lnTo>
                <a:lnTo>
                  <a:pt x="2117" y="7770"/>
                </a:lnTo>
                <a:lnTo>
                  <a:pt x="2117" y="7567"/>
                </a:lnTo>
                <a:lnTo>
                  <a:pt x="2117" y="7306"/>
                </a:lnTo>
                <a:lnTo>
                  <a:pt x="2181" y="7103"/>
                </a:lnTo>
                <a:lnTo>
                  <a:pt x="2181" y="6842"/>
                </a:lnTo>
                <a:lnTo>
                  <a:pt x="2245" y="6639"/>
                </a:lnTo>
                <a:lnTo>
                  <a:pt x="2245" y="6437"/>
                </a:lnTo>
                <a:lnTo>
                  <a:pt x="2341" y="6176"/>
                </a:lnTo>
                <a:lnTo>
                  <a:pt x="2341" y="5973"/>
                </a:lnTo>
                <a:lnTo>
                  <a:pt x="2406" y="5712"/>
                </a:lnTo>
                <a:lnTo>
                  <a:pt x="2406" y="5509"/>
                </a:lnTo>
                <a:lnTo>
                  <a:pt x="2406" y="5248"/>
                </a:lnTo>
                <a:lnTo>
                  <a:pt x="2470" y="5045"/>
                </a:lnTo>
                <a:lnTo>
                  <a:pt x="2470" y="4842"/>
                </a:lnTo>
                <a:lnTo>
                  <a:pt x="2566" y="4581"/>
                </a:lnTo>
                <a:lnTo>
                  <a:pt x="2566" y="4378"/>
                </a:lnTo>
                <a:lnTo>
                  <a:pt x="2630" y="4175"/>
                </a:lnTo>
                <a:lnTo>
                  <a:pt x="2630" y="3914"/>
                </a:lnTo>
                <a:lnTo>
                  <a:pt x="2630" y="3711"/>
                </a:lnTo>
                <a:lnTo>
                  <a:pt x="2694" y="3508"/>
                </a:lnTo>
                <a:lnTo>
                  <a:pt x="2694" y="3247"/>
                </a:lnTo>
                <a:lnTo>
                  <a:pt x="2758" y="3044"/>
                </a:lnTo>
                <a:lnTo>
                  <a:pt x="2758" y="2841"/>
                </a:lnTo>
                <a:lnTo>
                  <a:pt x="2855" y="2580"/>
                </a:lnTo>
                <a:lnTo>
                  <a:pt x="2855" y="2377"/>
                </a:lnTo>
                <a:lnTo>
                  <a:pt x="2919" y="2203"/>
                </a:lnTo>
                <a:lnTo>
                  <a:pt x="2919" y="2058"/>
                </a:lnTo>
                <a:lnTo>
                  <a:pt x="2919" y="1855"/>
                </a:lnTo>
                <a:lnTo>
                  <a:pt x="2919" y="1710"/>
                </a:lnTo>
                <a:lnTo>
                  <a:pt x="2983" y="1536"/>
                </a:lnTo>
                <a:lnTo>
                  <a:pt x="2983" y="1333"/>
                </a:lnTo>
                <a:lnTo>
                  <a:pt x="3079" y="1188"/>
                </a:lnTo>
                <a:lnTo>
                  <a:pt x="3079" y="985"/>
                </a:lnTo>
                <a:lnTo>
                  <a:pt x="3079" y="782"/>
                </a:lnTo>
                <a:lnTo>
                  <a:pt x="3143" y="579"/>
                </a:lnTo>
                <a:lnTo>
                  <a:pt x="3143" y="405"/>
                </a:lnTo>
                <a:lnTo>
                  <a:pt x="3208" y="260"/>
                </a:lnTo>
                <a:lnTo>
                  <a:pt x="3208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875516" y="3376598"/>
            <a:ext cx="3208" cy="16440"/>
          </a:xfrm>
          <a:custGeom>
            <a:avLst/>
            <a:gdLst/>
            <a:ahLst/>
            <a:cxnLst/>
            <a:rect l="l" t="t" r="r" b="b"/>
            <a:pathLst>
              <a:path w="3208" h="16440">
                <a:moveTo>
                  <a:pt x="0" y="16440"/>
                </a:moveTo>
                <a:lnTo>
                  <a:pt x="0" y="16295"/>
                </a:lnTo>
                <a:lnTo>
                  <a:pt x="64" y="16092"/>
                </a:lnTo>
                <a:lnTo>
                  <a:pt x="64" y="15918"/>
                </a:lnTo>
                <a:lnTo>
                  <a:pt x="64" y="15773"/>
                </a:lnTo>
                <a:lnTo>
                  <a:pt x="160" y="15570"/>
                </a:lnTo>
                <a:lnTo>
                  <a:pt x="160" y="15367"/>
                </a:lnTo>
                <a:lnTo>
                  <a:pt x="224" y="15164"/>
                </a:lnTo>
                <a:lnTo>
                  <a:pt x="224" y="14961"/>
                </a:lnTo>
                <a:lnTo>
                  <a:pt x="288" y="14787"/>
                </a:lnTo>
                <a:lnTo>
                  <a:pt x="288" y="14584"/>
                </a:lnTo>
                <a:lnTo>
                  <a:pt x="352" y="14381"/>
                </a:lnTo>
                <a:lnTo>
                  <a:pt x="352" y="14178"/>
                </a:lnTo>
                <a:lnTo>
                  <a:pt x="352" y="13975"/>
                </a:lnTo>
                <a:lnTo>
                  <a:pt x="449" y="13772"/>
                </a:lnTo>
                <a:lnTo>
                  <a:pt x="449" y="13569"/>
                </a:lnTo>
                <a:lnTo>
                  <a:pt x="513" y="13366"/>
                </a:lnTo>
                <a:lnTo>
                  <a:pt x="513" y="13163"/>
                </a:lnTo>
                <a:lnTo>
                  <a:pt x="577" y="12990"/>
                </a:lnTo>
                <a:lnTo>
                  <a:pt x="577" y="12845"/>
                </a:lnTo>
                <a:lnTo>
                  <a:pt x="577" y="12700"/>
                </a:lnTo>
                <a:lnTo>
                  <a:pt x="673" y="12526"/>
                </a:lnTo>
                <a:lnTo>
                  <a:pt x="673" y="12323"/>
                </a:lnTo>
                <a:lnTo>
                  <a:pt x="737" y="12120"/>
                </a:lnTo>
                <a:lnTo>
                  <a:pt x="737" y="11975"/>
                </a:lnTo>
                <a:lnTo>
                  <a:pt x="802" y="11772"/>
                </a:lnTo>
                <a:lnTo>
                  <a:pt x="802" y="11569"/>
                </a:lnTo>
                <a:lnTo>
                  <a:pt x="802" y="11395"/>
                </a:lnTo>
                <a:lnTo>
                  <a:pt x="866" y="11192"/>
                </a:lnTo>
                <a:lnTo>
                  <a:pt x="866" y="11047"/>
                </a:lnTo>
                <a:lnTo>
                  <a:pt x="962" y="10844"/>
                </a:lnTo>
                <a:lnTo>
                  <a:pt x="962" y="10641"/>
                </a:lnTo>
                <a:lnTo>
                  <a:pt x="1026" y="10438"/>
                </a:lnTo>
                <a:lnTo>
                  <a:pt x="1026" y="10177"/>
                </a:lnTo>
                <a:lnTo>
                  <a:pt x="1090" y="9916"/>
                </a:lnTo>
                <a:lnTo>
                  <a:pt x="1090" y="9713"/>
                </a:lnTo>
                <a:lnTo>
                  <a:pt x="1154" y="9452"/>
                </a:lnTo>
                <a:lnTo>
                  <a:pt x="1154" y="9307"/>
                </a:lnTo>
                <a:lnTo>
                  <a:pt x="1251" y="9133"/>
                </a:lnTo>
                <a:lnTo>
                  <a:pt x="1251" y="8988"/>
                </a:lnTo>
                <a:lnTo>
                  <a:pt x="1315" y="8843"/>
                </a:lnTo>
                <a:lnTo>
                  <a:pt x="1315" y="8582"/>
                </a:lnTo>
                <a:lnTo>
                  <a:pt x="1379" y="8321"/>
                </a:lnTo>
                <a:lnTo>
                  <a:pt x="1379" y="8176"/>
                </a:lnTo>
                <a:lnTo>
                  <a:pt x="1475" y="8002"/>
                </a:lnTo>
                <a:lnTo>
                  <a:pt x="1475" y="7857"/>
                </a:lnTo>
                <a:lnTo>
                  <a:pt x="1475" y="7712"/>
                </a:lnTo>
                <a:lnTo>
                  <a:pt x="1539" y="7538"/>
                </a:lnTo>
                <a:lnTo>
                  <a:pt x="1539" y="7393"/>
                </a:lnTo>
                <a:lnTo>
                  <a:pt x="1604" y="7248"/>
                </a:lnTo>
                <a:lnTo>
                  <a:pt x="1604" y="7045"/>
                </a:lnTo>
                <a:lnTo>
                  <a:pt x="1668" y="6871"/>
                </a:lnTo>
                <a:lnTo>
                  <a:pt x="1668" y="6726"/>
                </a:lnTo>
                <a:lnTo>
                  <a:pt x="1668" y="6581"/>
                </a:lnTo>
                <a:lnTo>
                  <a:pt x="1764" y="6321"/>
                </a:lnTo>
                <a:lnTo>
                  <a:pt x="1828" y="6118"/>
                </a:lnTo>
                <a:lnTo>
                  <a:pt x="1828" y="5944"/>
                </a:lnTo>
                <a:lnTo>
                  <a:pt x="1892" y="5799"/>
                </a:lnTo>
                <a:lnTo>
                  <a:pt x="1892" y="5654"/>
                </a:lnTo>
                <a:lnTo>
                  <a:pt x="1988" y="5451"/>
                </a:lnTo>
                <a:lnTo>
                  <a:pt x="1988" y="5277"/>
                </a:lnTo>
                <a:lnTo>
                  <a:pt x="2053" y="5074"/>
                </a:lnTo>
                <a:lnTo>
                  <a:pt x="2053" y="4929"/>
                </a:lnTo>
                <a:lnTo>
                  <a:pt x="2117" y="4726"/>
                </a:lnTo>
                <a:lnTo>
                  <a:pt x="2117" y="4523"/>
                </a:lnTo>
                <a:lnTo>
                  <a:pt x="2181" y="4320"/>
                </a:lnTo>
                <a:lnTo>
                  <a:pt x="2277" y="4146"/>
                </a:lnTo>
                <a:lnTo>
                  <a:pt x="2277" y="4001"/>
                </a:lnTo>
                <a:lnTo>
                  <a:pt x="2277" y="3856"/>
                </a:lnTo>
                <a:lnTo>
                  <a:pt x="2341" y="3682"/>
                </a:lnTo>
                <a:lnTo>
                  <a:pt x="2341" y="3537"/>
                </a:lnTo>
                <a:lnTo>
                  <a:pt x="2406" y="3392"/>
                </a:lnTo>
                <a:lnTo>
                  <a:pt x="2406" y="3189"/>
                </a:lnTo>
                <a:lnTo>
                  <a:pt x="2470" y="3015"/>
                </a:lnTo>
                <a:lnTo>
                  <a:pt x="2470" y="2870"/>
                </a:lnTo>
                <a:lnTo>
                  <a:pt x="2566" y="2725"/>
                </a:lnTo>
                <a:lnTo>
                  <a:pt x="2566" y="2551"/>
                </a:lnTo>
                <a:lnTo>
                  <a:pt x="2630" y="2406"/>
                </a:lnTo>
                <a:lnTo>
                  <a:pt x="2630" y="2261"/>
                </a:lnTo>
                <a:lnTo>
                  <a:pt x="2694" y="2058"/>
                </a:lnTo>
                <a:lnTo>
                  <a:pt x="2790" y="1884"/>
                </a:lnTo>
                <a:lnTo>
                  <a:pt x="2790" y="1739"/>
                </a:lnTo>
                <a:lnTo>
                  <a:pt x="2790" y="1594"/>
                </a:lnTo>
                <a:lnTo>
                  <a:pt x="2855" y="1420"/>
                </a:lnTo>
                <a:lnTo>
                  <a:pt x="2919" y="1275"/>
                </a:lnTo>
                <a:lnTo>
                  <a:pt x="2919" y="1130"/>
                </a:lnTo>
                <a:lnTo>
                  <a:pt x="2983" y="956"/>
                </a:lnTo>
                <a:lnTo>
                  <a:pt x="2983" y="811"/>
                </a:lnTo>
                <a:lnTo>
                  <a:pt x="3079" y="666"/>
                </a:lnTo>
                <a:lnTo>
                  <a:pt x="3079" y="463"/>
                </a:lnTo>
                <a:lnTo>
                  <a:pt x="3143" y="289"/>
                </a:lnTo>
                <a:lnTo>
                  <a:pt x="3208" y="144"/>
                </a:lnTo>
                <a:lnTo>
                  <a:pt x="3208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878724" y="3369292"/>
            <a:ext cx="3208" cy="7306"/>
          </a:xfrm>
          <a:custGeom>
            <a:avLst/>
            <a:gdLst/>
            <a:ahLst/>
            <a:cxnLst/>
            <a:rect l="l" t="t" r="r" b="b"/>
            <a:pathLst>
              <a:path w="3208" h="7306">
                <a:moveTo>
                  <a:pt x="0" y="7306"/>
                </a:moveTo>
                <a:lnTo>
                  <a:pt x="96" y="7132"/>
                </a:lnTo>
                <a:lnTo>
                  <a:pt x="96" y="6987"/>
                </a:lnTo>
                <a:lnTo>
                  <a:pt x="160" y="6842"/>
                </a:lnTo>
                <a:lnTo>
                  <a:pt x="160" y="6639"/>
                </a:lnTo>
                <a:lnTo>
                  <a:pt x="224" y="6466"/>
                </a:lnTo>
                <a:lnTo>
                  <a:pt x="288" y="6321"/>
                </a:lnTo>
                <a:lnTo>
                  <a:pt x="288" y="6176"/>
                </a:lnTo>
                <a:lnTo>
                  <a:pt x="384" y="6002"/>
                </a:lnTo>
                <a:lnTo>
                  <a:pt x="384" y="5857"/>
                </a:lnTo>
                <a:lnTo>
                  <a:pt x="449" y="5712"/>
                </a:lnTo>
                <a:lnTo>
                  <a:pt x="513" y="5509"/>
                </a:lnTo>
                <a:lnTo>
                  <a:pt x="577" y="5335"/>
                </a:lnTo>
                <a:lnTo>
                  <a:pt x="577" y="5190"/>
                </a:lnTo>
                <a:lnTo>
                  <a:pt x="673" y="5045"/>
                </a:lnTo>
                <a:lnTo>
                  <a:pt x="737" y="4871"/>
                </a:lnTo>
                <a:lnTo>
                  <a:pt x="737" y="4726"/>
                </a:lnTo>
                <a:lnTo>
                  <a:pt x="802" y="4581"/>
                </a:lnTo>
                <a:lnTo>
                  <a:pt x="898" y="4378"/>
                </a:lnTo>
                <a:lnTo>
                  <a:pt x="962" y="4204"/>
                </a:lnTo>
                <a:lnTo>
                  <a:pt x="962" y="4059"/>
                </a:lnTo>
                <a:lnTo>
                  <a:pt x="1026" y="3914"/>
                </a:lnTo>
                <a:lnTo>
                  <a:pt x="1090" y="3740"/>
                </a:lnTo>
                <a:lnTo>
                  <a:pt x="1186" y="3595"/>
                </a:lnTo>
                <a:lnTo>
                  <a:pt x="1186" y="3450"/>
                </a:lnTo>
                <a:lnTo>
                  <a:pt x="1251" y="3276"/>
                </a:lnTo>
                <a:lnTo>
                  <a:pt x="1315" y="3131"/>
                </a:lnTo>
                <a:lnTo>
                  <a:pt x="1379" y="2986"/>
                </a:lnTo>
                <a:lnTo>
                  <a:pt x="1475" y="2870"/>
                </a:lnTo>
                <a:lnTo>
                  <a:pt x="1475" y="2725"/>
                </a:lnTo>
                <a:lnTo>
                  <a:pt x="1604" y="2522"/>
                </a:lnTo>
                <a:lnTo>
                  <a:pt x="1700" y="2319"/>
                </a:lnTo>
                <a:lnTo>
                  <a:pt x="1764" y="2145"/>
                </a:lnTo>
                <a:lnTo>
                  <a:pt x="1828" y="2000"/>
                </a:lnTo>
                <a:lnTo>
                  <a:pt x="1828" y="1942"/>
                </a:lnTo>
                <a:lnTo>
                  <a:pt x="1892" y="1797"/>
                </a:lnTo>
                <a:lnTo>
                  <a:pt x="1988" y="1739"/>
                </a:lnTo>
                <a:lnTo>
                  <a:pt x="1988" y="1594"/>
                </a:lnTo>
                <a:lnTo>
                  <a:pt x="2117" y="1478"/>
                </a:lnTo>
                <a:lnTo>
                  <a:pt x="2117" y="1333"/>
                </a:lnTo>
                <a:lnTo>
                  <a:pt x="2277" y="1188"/>
                </a:lnTo>
                <a:lnTo>
                  <a:pt x="2341" y="1014"/>
                </a:lnTo>
                <a:lnTo>
                  <a:pt x="2406" y="869"/>
                </a:lnTo>
                <a:lnTo>
                  <a:pt x="2502" y="724"/>
                </a:lnTo>
                <a:lnTo>
                  <a:pt x="2630" y="666"/>
                </a:lnTo>
                <a:lnTo>
                  <a:pt x="2694" y="521"/>
                </a:lnTo>
                <a:lnTo>
                  <a:pt x="2855" y="405"/>
                </a:lnTo>
                <a:lnTo>
                  <a:pt x="2919" y="260"/>
                </a:lnTo>
                <a:lnTo>
                  <a:pt x="3015" y="202"/>
                </a:lnTo>
                <a:lnTo>
                  <a:pt x="3143" y="57"/>
                </a:lnTo>
              </a:path>
            </a:pathLst>
          </a:custGeom>
          <a:ln w="4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881932" y="3369031"/>
            <a:ext cx="3240" cy="2725"/>
          </a:xfrm>
          <a:custGeom>
            <a:avLst/>
            <a:gdLst/>
            <a:ahLst/>
            <a:cxnLst/>
            <a:rect l="l" t="t" r="r" b="b"/>
            <a:pathLst>
              <a:path w="3240" h="2725">
                <a:moveTo>
                  <a:pt x="0" y="260"/>
                </a:moveTo>
                <a:lnTo>
                  <a:pt x="96" y="202"/>
                </a:lnTo>
                <a:lnTo>
                  <a:pt x="224" y="144"/>
                </a:lnTo>
                <a:lnTo>
                  <a:pt x="320" y="57"/>
                </a:lnTo>
                <a:lnTo>
                  <a:pt x="320" y="57"/>
                </a:lnTo>
                <a:lnTo>
                  <a:pt x="449" y="57"/>
                </a:lnTo>
                <a:lnTo>
                  <a:pt x="513" y="57"/>
                </a:lnTo>
                <a:lnTo>
                  <a:pt x="609" y="0"/>
                </a:lnTo>
                <a:lnTo>
                  <a:pt x="737" y="0"/>
                </a:lnTo>
                <a:lnTo>
                  <a:pt x="898" y="0"/>
                </a:lnTo>
                <a:lnTo>
                  <a:pt x="1026" y="0"/>
                </a:lnTo>
                <a:lnTo>
                  <a:pt x="1122" y="0"/>
                </a:lnTo>
                <a:lnTo>
                  <a:pt x="1122" y="57"/>
                </a:lnTo>
                <a:lnTo>
                  <a:pt x="1251" y="57"/>
                </a:lnTo>
                <a:lnTo>
                  <a:pt x="1315" y="144"/>
                </a:lnTo>
                <a:lnTo>
                  <a:pt x="1475" y="202"/>
                </a:lnTo>
                <a:lnTo>
                  <a:pt x="1604" y="260"/>
                </a:lnTo>
                <a:lnTo>
                  <a:pt x="1700" y="405"/>
                </a:lnTo>
                <a:lnTo>
                  <a:pt x="1828" y="463"/>
                </a:lnTo>
                <a:lnTo>
                  <a:pt x="1924" y="608"/>
                </a:lnTo>
                <a:lnTo>
                  <a:pt x="2053" y="724"/>
                </a:lnTo>
                <a:lnTo>
                  <a:pt x="2117" y="782"/>
                </a:lnTo>
                <a:lnTo>
                  <a:pt x="2213" y="927"/>
                </a:lnTo>
                <a:lnTo>
                  <a:pt x="2277" y="1072"/>
                </a:lnTo>
                <a:lnTo>
                  <a:pt x="2438" y="1188"/>
                </a:lnTo>
                <a:lnTo>
                  <a:pt x="2438" y="1333"/>
                </a:lnTo>
                <a:lnTo>
                  <a:pt x="2566" y="1449"/>
                </a:lnTo>
                <a:lnTo>
                  <a:pt x="2630" y="1594"/>
                </a:lnTo>
                <a:lnTo>
                  <a:pt x="2726" y="1739"/>
                </a:lnTo>
                <a:lnTo>
                  <a:pt x="2790" y="1913"/>
                </a:lnTo>
                <a:lnTo>
                  <a:pt x="2855" y="2058"/>
                </a:lnTo>
                <a:lnTo>
                  <a:pt x="2919" y="2116"/>
                </a:lnTo>
                <a:lnTo>
                  <a:pt x="2919" y="2261"/>
                </a:lnTo>
                <a:lnTo>
                  <a:pt x="3015" y="2406"/>
                </a:lnTo>
                <a:lnTo>
                  <a:pt x="3143" y="2580"/>
                </a:lnTo>
                <a:lnTo>
                  <a:pt x="3143" y="2725"/>
                </a:lnTo>
              </a:path>
            </a:pathLst>
          </a:custGeom>
          <a:ln w="4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885173" y="3371756"/>
            <a:ext cx="3111" cy="11975"/>
          </a:xfrm>
          <a:custGeom>
            <a:avLst/>
            <a:gdLst/>
            <a:ahLst/>
            <a:cxnLst/>
            <a:rect l="l" t="t" r="r" b="b"/>
            <a:pathLst>
              <a:path w="3111" h="11975">
                <a:moveTo>
                  <a:pt x="0" y="0"/>
                </a:moveTo>
                <a:lnTo>
                  <a:pt x="0" y="144"/>
                </a:lnTo>
                <a:lnTo>
                  <a:pt x="64" y="318"/>
                </a:lnTo>
                <a:lnTo>
                  <a:pt x="128" y="463"/>
                </a:lnTo>
                <a:lnTo>
                  <a:pt x="192" y="608"/>
                </a:lnTo>
                <a:lnTo>
                  <a:pt x="288" y="811"/>
                </a:lnTo>
                <a:lnTo>
                  <a:pt x="352" y="927"/>
                </a:lnTo>
                <a:lnTo>
                  <a:pt x="352" y="1072"/>
                </a:lnTo>
                <a:lnTo>
                  <a:pt x="417" y="1130"/>
                </a:lnTo>
                <a:lnTo>
                  <a:pt x="417" y="1275"/>
                </a:lnTo>
                <a:lnTo>
                  <a:pt x="513" y="1449"/>
                </a:lnTo>
                <a:lnTo>
                  <a:pt x="577" y="1594"/>
                </a:lnTo>
                <a:lnTo>
                  <a:pt x="641" y="1739"/>
                </a:lnTo>
                <a:lnTo>
                  <a:pt x="641" y="1913"/>
                </a:lnTo>
                <a:lnTo>
                  <a:pt x="705" y="2058"/>
                </a:lnTo>
                <a:lnTo>
                  <a:pt x="802" y="2203"/>
                </a:lnTo>
                <a:lnTo>
                  <a:pt x="866" y="2406"/>
                </a:lnTo>
                <a:lnTo>
                  <a:pt x="866" y="2580"/>
                </a:lnTo>
                <a:lnTo>
                  <a:pt x="930" y="2725"/>
                </a:lnTo>
                <a:lnTo>
                  <a:pt x="994" y="2870"/>
                </a:lnTo>
                <a:lnTo>
                  <a:pt x="994" y="3044"/>
                </a:lnTo>
                <a:lnTo>
                  <a:pt x="1090" y="3189"/>
                </a:lnTo>
                <a:lnTo>
                  <a:pt x="1154" y="3334"/>
                </a:lnTo>
                <a:lnTo>
                  <a:pt x="1154" y="3537"/>
                </a:lnTo>
                <a:lnTo>
                  <a:pt x="1219" y="3711"/>
                </a:lnTo>
                <a:lnTo>
                  <a:pt x="1315" y="3856"/>
                </a:lnTo>
                <a:lnTo>
                  <a:pt x="1315" y="4001"/>
                </a:lnTo>
                <a:lnTo>
                  <a:pt x="1379" y="4175"/>
                </a:lnTo>
                <a:lnTo>
                  <a:pt x="1443" y="4320"/>
                </a:lnTo>
                <a:lnTo>
                  <a:pt x="1443" y="4465"/>
                </a:lnTo>
                <a:lnTo>
                  <a:pt x="1507" y="4668"/>
                </a:lnTo>
                <a:lnTo>
                  <a:pt x="1604" y="4842"/>
                </a:lnTo>
                <a:lnTo>
                  <a:pt x="1604" y="4987"/>
                </a:lnTo>
                <a:lnTo>
                  <a:pt x="1604" y="5132"/>
                </a:lnTo>
                <a:lnTo>
                  <a:pt x="1668" y="5306"/>
                </a:lnTo>
                <a:lnTo>
                  <a:pt x="1668" y="5451"/>
                </a:lnTo>
                <a:lnTo>
                  <a:pt x="1732" y="5596"/>
                </a:lnTo>
                <a:lnTo>
                  <a:pt x="1796" y="5799"/>
                </a:lnTo>
                <a:lnTo>
                  <a:pt x="1796" y="5973"/>
                </a:lnTo>
                <a:lnTo>
                  <a:pt x="1892" y="6118"/>
                </a:lnTo>
                <a:lnTo>
                  <a:pt x="1892" y="6263"/>
                </a:lnTo>
                <a:lnTo>
                  <a:pt x="1956" y="6437"/>
                </a:lnTo>
                <a:lnTo>
                  <a:pt x="1956" y="6581"/>
                </a:lnTo>
                <a:lnTo>
                  <a:pt x="2021" y="6726"/>
                </a:lnTo>
                <a:lnTo>
                  <a:pt x="2117" y="6900"/>
                </a:lnTo>
                <a:lnTo>
                  <a:pt x="2117" y="7045"/>
                </a:lnTo>
                <a:lnTo>
                  <a:pt x="2117" y="7190"/>
                </a:lnTo>
                <a:lnTo>
                  <a:pt x="2181" y="7393"/>
                </a:lnTo>
                <a:lnTo>
                  <a:pt x="2245" y="7654"/>
                </a:lnTo>
                <a:lnTo>
                  <a:pt x="2245" y="7857"/>
                </a:lnTo>
                <a:lnTo>
                  <a:pt x="2309" y="8031"/>
                </a:lnTo>
                <a:lnTo>
                  <a:pt x="2406" y="8176"/>
                </a:lnTo>
                <a:lnTo>
                  <a:pt x="2406" y="8321"/>
                </a:lnTo>
                <a:lnTo>
                  <a:pt x="2470" y="8582"/>
                </a:lnTo>
                <a:lnTo>
                  <a:pt x="2470" y="8785"/>
                </a:lnTo>
                <a:lnTo>
                  <a:pt x="2534" y="8988"/>
                </a:lnTo>
                <a:lnTo>
                  <a:pt x="2630" y="9249"/>
                </a:lnTo>
                <a:lnTo>
                  <a:pt x="2630" y="9452"/>
                </a:lnTo>
                <a:lnTo>
                  <a:pt x="2694" y="9655"/>
                </a:lnTo>
                <a:lnTo>
                  <a:pt x="2694" y="9829"/>
                </a:lnTo>
                <a:lnTo>
                  <a:pt x="2758" y="9974"/>
                </a:lnTo>
                <a:lnTo>
                  <a:pt x="2758" y="10119"/>
                </a:lnTo>
                <a:lnTo>
                  <a:pt x="2823" y="10293"/>
                </a:lnTo>
                <a:lnTo>
                  <a:pt x="2823" y="10438"/>
                </a:lnTo>
                <a:lnTo>
                  <a:pt x="2919" y="10583"/>
                </a:lnTo>
                <a:lnTo>
                  <a:pt x="2919" y="10786"/>
                </a:lnTo>
                <a:lnTo>
                  <a:pt x="2983" y="10960"/>
                </a:lnTo>
                <a:lnTo>
                  <a:pt x="2983" y="11105"/>
                </a:lnTo>
                <a:lnTo>
                  <a:pt x="2983" y="11250"/>
                </a:lnTo>
                <a:lnTo>
                  <a:pt x="3047" y="11511"/>
                </a:lnTo>
                <a:lnTo>
                  <a:pt x="3111" y="11714"/>
                </a:lnTo>
                <a:lnTo>
                  <a:pt x="3111" y="11888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888284" y="3383731"/>
            <a:ext cx="3240" cy="20528"/>
          </a:xfrm>
          <a:custGeom>
            <a:avLst/>
            <a:gdLst/>
            <a:ahLst/>
            <a:cxnLst/>
            <a:rect l="l" t="t" r="r" b="b"/>
            <a:pathLst>
              <a:path w="3240" h="20528">
                <a:moveTo>
                  <a:pt x="0" y="0"/>
                </a:moveTo>
                <a:lnTo>
                  <a:pt x="96" y="202"/>
                </a:lnTo>
                <a:lnTo>
                  <a:pt x="96" y="405"/>
                </a:lnTo>
                <a:lnTo>
                  <a:pt x="160" y="579"/>
                </a:lnTo>
                <a:lnTo>
                  <a:pt x="160" y="724"/>
                </a:lnTo>
                <a:lnTo>
                  <a:pt x="160" y="869"/>
                </a:lnTo>
                <a:lnTo>
                  <a:pt x="224" y="1130"/>
                </a:lnTo>
                <a:lnTo>
                  <a:pt x="320" y="1333"/>
                </a:lnTo>
                <a:lnTo>
                  <a:pt x="320" y="1536"/>
                </a:lnTo>
                <a:lnTo>
                  <a:pt x="384" y="1710"/>
                </a:lnTo>
                <a:lnTo>
                  <a:pt x="384" y="1855"/>
                </a:lnTo>
                <a:lnTo>
                  <a:pt x="384" y="2000"/>
                </a:lnTo>
                <a:lnTo>
                  <a:pt x="449" y="2261"/>
                </a:lnTo>
                <a:lnTo>
                  <a:pt x="513" y="2522"/>
                </a:lnTo>
                <a:lnTo>
                  <a:pt x="513" y="2667"/>
                </a:lnTo>
                <a:lnTo>
                  <a:pt x="609" y="2841"/>
                </a:lnTo>
                <a:lnTo>
                  <a:pt x="609" y="3044"/>
                </a:lnTo>
                <a:lnTo>
                  <a:pt x="609" y="3189"/>
                </a:lnTo>
                <a:lnTo>
                  <a:pt x="673" y="3392"/>
                </a:lnTo>
                <a:lnTo>
                  <a:pt x="673" y="3595"/>
                </a:lnTo>
                <a:lnTo>
                  <a:pt x="737" y="3798"/>
                </a:lnTo>
                <a:lnTo>
                  <a:pt x="737" y="4059"/>
                </a:lnTo>
                <a:lnTo>
                  <a:pt x="802" y="4320"/>
                </a:lnTo>
                <a:lnTo>
                  <a:pt x="898" y="4523"/>
                </a:lnTo>
                <a:lnTo>
                  <a:pt x="898" y="4726"/>
                </a:lnTo>
                <a:lnTo>
                  <a:pt x="962" y="4987"/>
                </a:lnTo>
                <a:lnTo>
                  <a:pt x="962" y="5190"/>
                </a:lnTo>
                <a:lnTo>
                  <a:pt x="962" y="5393"/>
                </a:lnTo>
                <a:lnTo>
                  <a:pt x="1026" y="5654"/>
                </a:lnTo>
                <a:lnTo>
                  <a:pt x="1122" y="5857"/>
                </a:lnTo>
                <a:lnTo>
                  <a:pt x="1122" y="6031"/>
                </a:lnTo>
                <a:lnTo>
                  <a:pt x="1122" y="6234"/>
                </a:lnTo>
                <a:lnTo>
                  <a:pt x="1186" y="6379"/>
                </a:lnTo>
                <a:lnTo>
                  <a:pt x="1186" y="6523"/>
                </a:lnTo>
                <a:lnTo>
                  <a:pt x="1251" y="6697"/>
                </a:lnTo>
                <a:lnTo>
                  <a:pt x="1251" y="6900"/>
                </a:lnTo>
                <a:lnTo>
                  <a:pt x="1251" y="7103"/>
                </a:lnTo>
                <a:lnTo>
                  <a:pt x="1315" y="7306"/>
                </a:lnTo>
                <a:lnTo>
                  <a:pt x="1315" y="7509"/>
                </a:lnTo>
                <a:lnTo>
                  <a:pt x="1411" y="7712"/>
                </a:lnTo>
                <a:lnTo>
                  <a:pt x="1411" y="7915"/>
                </a:lnTo>
                <a:lnTo>
                  <a:pt x="1475" y="8118"/>
                </a:lnTo>
                <a:lnTo>
                  <a:pt x="1475" y="8292"/>
                </a:lnTo>
                <a:lnTo>
                  <a:pt x="1475" y="8437"/>
                </a:lnTo>
                <a:lnTo>
                  <a:pt x="1539" y="8640"/>
                </a:lnTo>
                <a:lnTo>
                  <a:pt x="1539" y="8843"/>
                </a:lnTo>
                <a:lnTo>
                  <a:pt x="1636" y="9046"/>
                </a:lnTo>
                <a:lnTo>
                  <a:pt x="1636" y="9249"/>
                </a:lnTo>
                <a:lnTo>
                  <a:pt x="1700" y="9423"/>
                </a:lnTo>
                <a:lnTo>
                  <a:pt x="1700" y="9568"/>
                </a:lnTo>
                <a:lnTo>
                  <a:pt x="1700" y="9771"/>
                </a:lnTo>
                <a:lnTo>
                  <a:pt x="1764" y="9974"/>
                </a:lnTo>
                <a:lnTo>
                  <a:pt x="1764" y="10177"/>
                </a:lnTo>
                <a:lnTo>
                  <a:pt x="1764" y="10380"/>
                </a:lnTo>
                <a:lnTo>
                  <a:pt x="1828" y="10554"/>
                </a:lnTo>
                <a:lnTo>
                  <a:pt x="1828" y="10699"/>
                </a:lnTo>
                <a:lnTo>
                  <a:pt x="1828" y="10844"/>
                </a:lnTo>
                <a:lnTo>
                  <a:pt x="1924" y="11018"/>
                </a:lnTo>
                <a:lnTo>
                  <a:pt x="1924" y="11221"/>
                </a:lnTo>
                <a:lnTo>
                  <a:pt x="1924" y="11366"/>
                </a:lnTo>
                <a:lnTo>
                  <a:pt x="1988" y="11569"/>
                </a:lnTo>
                <a:lnTo>
                  <a:pt x="1988" y="11772"/>
                </a:lnTo>
                <a:lnTo>
                  <a:pt x="2053" y="11975"/>
                </a:lnTo>
                <a:lnTo>
                  <a:pt x="2053" y="12236"/>
                </a:lnTo>
                <a:lnTo>
                  <a:pt x="2117" y="12439"/>
                </a:lnTo>
                <a:lnTo>
                  <a:pt x="2117" y="12642"/>
                </a:lnTo>
                <a:lnTo>
                  <a:pt x="2213" y="12816"/>
                </a:lnTo>
                <a:lnTo>
                  <a:pt x="2213" y="12961"/>
                </a:lnTo>
                <a:lnTo>
                  <a:pt x="2213" y="13105"/>
                </a:lnTo>
                <a:lnTo>
                  <a:pt x="2213" y="13279"/>
                </a:lnTo>
                <a:lnTo>
                  <a:pt x="2277" y="13424"/>
                </a:lnTo>
                <a:lnTo>
                  <a:pt x="2277" y="13627"/>
                </a:lnTo>
                <a:lnTo>
                  <a:pt x="2277" y="13772"/>
                </a:lnTo>
                <a:lnTo>
                  <a:pt x="2341" y="13946"/>
                </a:lnTo>
                <a:lnTo>
                  <a:pt x="2341" y="14091"/>
                </a:lnTo>
                <a:lnTo>
                  <a:pt x="2341" y="14294"/>
                </a:lnTo>
                <a:lnTo>
                  <a:pt x="2438" y="14555"/>
                </a:lnTo>
                <a:lnTo>
                  <a:pt x="2438" y="14758"/>
                </a:lnTo>
                <a:lnTo>
                  <a:pt x="2502" y="14961"/>
                </a:lnTo>
                <a:lnTo>
                  <a:pt x="2502" y="15222"/>
                </a:lnTo>
                <a:lnTo>
                  <a:pt x="2502" y="15367"/>
                </a:lnTo>
                <a:lnTo>
                  <a:pt x="2566" y="15541"/>
                </a:lnTo>
                <a:lnTo>
                  <a:pt x="2566" y="15686"/>
                </a:lnTo>
                <a:lnTo>
                  <a:pt x="2566" y="15889"/>
                </a:lnTo>
                <a:lnTo>
                  <a:pt x="2630" y="16150"/>
                </a:lnTo>
                <a:lnTo>
                  <a:pt x="2630" y="16353"/>
                </a:lnTo>
                <a:lnTo>
                  <a:pt x="2726" y="16498"/>
                </a:lnTo>
                <a:lnTo>
                  <a:pt x="2726" y="16672"/>
                </a:lnTo>
                <a:lnTo>
                  <a:pt x="2726" y="16817"/>
                </a:lnTo>
                <a:lnTo>
                  <a:pt x="2726" y="16962"/>
                </a:lnTo>
                <a:lnTo>
                  <a:pt x="2790" y="17136"/>
                </a:lnTo>
                <a:lnTo>
                  <a:pt x="2790" y="17281"/>
                </a:lnTo>
                <a:lnTo>
                  <a:pt x="2790" y="17426"/>
                </a:lnTo>
                <a:lnTo>
                  <a:pt x="2855" y="17629"/>
                </a:lnTo>
                <a:lnTo>
                  <a:pt x="2855" y="17890"/>
                </a:lnTo>
                <a:lnTo>
                  <a:pt x="2951" y="18151"/>
                </a:lnTo>
                <a:lnTo>
                  <a:pt x="2951" y="18354"/>
                </a:lnTo>
                <a:lnTo>
                  <a:pt x="3015" y="18615"/>
                </a:lnTo>
                <a:lnTo>
                  <a:pt x="3015" y="18818"/>
                </a:lnTo>
                <a:lnTo>
                  <a:pt x="3015" y="19079"/>
                </a:lnTo>
                <a:lnTo>
                  <a:pt x="3079" y="19224"/>
                </a:lnTo>
                <a:lnTo>
                  <a:pt x="3079" y="19398"/>
                </a:lnTo>
                <a:lnTo>
                  <a:pt x="3079" y="19543"/>
                </a:lnTo>
                <a:lnTo>
                  <a:pt x="3143" y="19687"/>
                </a:lnTo>
                <a:lnTo>
                  <a:pt x="3143" y="19948"/>
                </a:lnTo>
                <a:lnTo>
                  <a:pt x="3143" y="20151"/>
                </a:lnTo>
                <a:lnTo>
                  <a:pt x="3240" y="2041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891524" y="3404260"/>
            <a:ext cx="3208" cy="27487"/>
          </a:xfrm>
          <a:custGeom>
            <a:avLst/>
            <a:gdLst/>
            <a:ahLst/>
            <a:cxnLst/>
            <a:rect l="l" t="t" r="r" b="b"/>
            <a:pathLst>
              <a:path w="3208" h="27487">
                <a:moveTo>
                  <a:pt x="0" y="0"/>
                </a:moveTo>
                <a:lnTo>
                  <a:pt x="0" y="144"/>
                </a:lnTo>
                <a:lnTo>
                  <a:pt x="64" y="347"/>
                </a:lnTo>
                <a:lnTo>
                  <a:pt x="64" y="608"/>
                </a:lnTo>
                <a:lnTo>
                  <a:pt x="64" y="753"/>
                </a:lnTo>
                <a:lnTo>
                  <a:pt x="128" y="1014"/>
                </a:lnTo>
                <a:lnTo>
                  <a:pt x="128" y="1217"/>
                </a:lnTo>
                <a:lnTo>
                  <a:pt x="192" y="1478"/>
                </a:lnTo>
                <a:lnTo>
                  <a:pt x="192" y="1739"/>
                </a:lnTo>
                <a:lnTo>
                  <a:pt x="192" y="1884"/>
                </a:lnTo>
                <a:lnTo>
                  <a:pt x="288" y="2087"/>
                </a:lnTo>
                <a:lnTo>
                  <a:pt x="288" y="2348"/>
                </a:lnTo>
                <a:lnTo>
                  <a:pt x="352" y="2609"/>
                </a:lnTo>
                <a:lnTo>
                  <a:pt x="352" y="2870"/>
                </a:lnTo>
                <a:lnTo>
                  <a:pt x="352" y="3015"/>
                </a:lnTo>
                <a:lnTo>
                  <a:pt x="417" y="3218"/>
                </a:lnTo>
                <a:lnTo>
                  <a:pt x="417" y="3479"/>
                </a:lnTo>
                <a:lnTo>
                  <a:pt x="513" y="3740"/>
                </a:lnTo>
                <a:lnTo>
                  <a:pt x="513" y="4001"/>
                </a:lnTo>
                <a:lnTo>
                  <a:pt x="513" y="4146"/>
                </a:lnTo>
                <a:lnTo>
                  <a:pt x="577" y="4407"/>
                </a:lnTo>
                <a:lnTo>
                  <a:pt x="577" y="4668"/>
                </a:lnTo>
                <a:lnTo>
                  <a:pt x="641" y="4871"/>
                </a:lnTo>
                <a:lnTo>
                  <a:pt x="641" y="5132"/>
                </a:lnTo>
                <a:lnTo>
                  <a:pt x="641" y="5277"/>
                </a:lnTo>
                <a:lnTo>
                  <a:pt x="705" y="5538"/>
                </a:lnTo>
                <a:lnTo>
                  <a:pt x="705" y="5799"/>
                </a:lnTo>
                <a:lnTo>
                  <a:pt x="705" y="5944"/>
                </a:lnTo>
                <a:lnTo>
                  <a:pt x="802" y="6205"/>
                </a:lnTo>
                <a:lnTo>
                  <a:pt x="802" y="6466"/>
                </a:lnTo>
                <a:lnTo>
                  <a:pt x="866" y="6726"/>
                </a:lnTo>
                <a:lnTo>
                  <a:pt x="866" y="6871"/>
                </a:lnTo>
                <a:lnTo>
                  <a:pt x="866" y="7132"/>
                </a:lnTo>
                <a:lnTo>
                  <a:pt x="930" y="7393"/>
                </a:lnTo>
                <a:lnTo>
                  <a:pt x="930" y="7538"/>
                </a:lnTo>
                <a:lnTo>
                  <a:pt x="930" y="7799"/>
                </a:lnTo>
                <a:lnTo>
                  <a:pt x="994" y="8060"/>
                </a:lnTo>
                <a:lnTo>
                  <a:pt x="994" y="8205"/>
                </a:lnTo>
                <a:lnTo>
                  <a:pt x="1090" y="8466"/>
                </a:lnTo>
                <a:lnTo>
                  <a:pt x="1090" y="8727"/>
                </a:lnTo>
                <a:lnTo>
                  <a:pt x="1090" y="8988"/>
                </a:lnTo>
                <a:lnTo>
                  <a:pt x="1154" y="9133"/>
                </a:lnTo>
                <a:lnTo>
                  <a:pt x="1154" y="9394"/>
                </a:lnTo>
                <a:lnTo>
                  <a:pt x="1219" y="9655"/>
                </a:lnTo>
                <a:lnTo>
                  <a:pt x="1219" y="9800"/>
                </a:lnTo>
                <a:lnTo>
                  <a:pt x="1219" y="10061"/>
                </a:lnTo>
                <a:lnTo>
                  <a:pt x="1315" y="10322"/>
                </a:lnTo>
                <a:lnTo>
                  <a:pt x="1315" y="10583"/>
                </a:lnTo>
                <a:lnTo>
                  <a:pt x="1315" y="10728"/>
                </a:lnTo>
                <a:lnTo>
                  <a:pt x="1379" y="10989"/>
                </a:lnTo>
                <a:lnTo>
                  <a:pt x="1379" y="11250"/>
                </a:lnTo>
                <a:lnTo>
                  <a:pt x="1379" y="11395"/>
                </a:lnTo>
                <a:lnTo>
                  <a:pt x="1443" y="11656"/>
                </a:lnTo>
                <a:lnTo>
                  <a:pt x="1443" y="11975"/>
                </a:lnTo>
                <a:lnTo>
                  <a:pt x="1507" y="12120"/>
                </a:lnTo>
                <a:lnTo>
                  <a:pt x="1507" y="12381"/>
                </a:lnTo>
                <a:lnTo>
                  <a:pt x="1507" y="12526"/>
                </a:lnTo>
                <a:lnTo>
                  <a:pt x="1604" y="12787"/>
                </a:lnTo>
                <a:lnTo>
                  <a:pt x="1604" y="13047"/>
                </a:lnTo>
                <a:lnTo>
                  <a:pt x="1604" y="13192"/>
                </a:lnTo>
                <a:lnTo>
                  <a:pt x="1668" y="13453"/>
                </a:lnTo>
                <a:lnTo>
                  <a:pt x="1668" y="13772"/>
                </a:lnTo>
                <a:lnTo>
                  <a:pt x="1668" y="13917"/>
                </a:lnTo>
                <a:lnTo>
                  <a:pt x="1732" y="14178"/>
                </a:lnTo>
                <a:lnTo>
                  <a:pt x="1732" y="14439"/>
                </a:lnTo>
                <a:lnTo>
                  <a:pt x="1732" y="14584"/>
                </a:lnTo>
                <a:lnTo>
                  <a:pt x="1828" y="14845"/>
                </a:lnTo>
                <a:lnTo>
                  <a:pt x="1828" y="15164"/>
                </a:lnTo>
                <a:lnTo>
                  <a:pt x="1892" y="15309"/>
                </a:lnTo>
                <a:lnTo>
                  <a:pt x="1892" y="15570"/>
                </a:lnTo>
                <a:lnTo>
                  <a:pt x="1892" y="15715"/>
                </a:lnTo>
                <a:lnTo>
                  <a:pt x="1956" y="15976"/>
                </a:lnTo>
                <a:lnTo>
                  <a:pt x="1956" y="16295"/>
                </a:lnTo>
                <a:lnTo>
                  <a:pt x="1956" y="16440"/>
                </a:lnTo>
                <a:lnTo>
                  <a:pt x="2021" y="16701"/>
                </a:lnTo>
                <a:lnTo>
                  <a:pt x="2021" y="16846"/>
                </a:lnTo>
                <a:lnTo>
                  <a:pt x="2021" y="17107"/>
                </a:lnTo>
                <a:lnTo>
                  <a:pt x="2117" y="17310"/>
                </a:lnTo>
                <a:lnTo>
                  <a:pt x="2117" y="17571"/>
                </a:lnTo>
                <a:lnTo>
                  <a:pt x="2181" y="17832"/>
                </a:lnTo>
                <a:lnTo>
                  <a:pt x="2181" y="17977"/>
                </a:lnTo>
                <a:lnTo>
                  <a:pt x="2181" y="18296"/>
                </a:lnTo>
                <a:lnTo>
                  <a:pt x="2181" y="18441"/>
                </a:lnTo>
                <a:lnTo>
                  <a:pt x="2245" y="18702"/>
                </a:lnTo>
                <a:lnTo>
                  <a:pt x="2245" y="18963"/>
                </a:lnTo>
                <a:lnTo>
                  <a:pt x="2309" y="19166"/>
                </a:lnTo>
                <a:lnTo>
                  <a:pt x="2309" y="19427"/>
                </a:lnTo>
                <a:lnTo>
                  <a:pt x="2309" y="19571"/>
                </a:lnTo>
                <a:lnTo>
                  <a:pt x="2406" y="19890"/>
                </a:lnTo>
                <a:lnTo>
                  <a:pt x="2406" y="20035"/>
                </a:lnTo>
                <a:lnTo>
                  <a:pt x="2406" y="20296"/>
                </a:lnTo>
                <a:lnTo>
                  <a:pt x="2470" y="20615"/>
                </a:lnTo>
                <a:lnTo>
                  <a:pt x="2470" y="20760"/>
                </a:lnTo>
                <a:lnTo>
                  <a:pt x="2470" y="20905"/>
                </a:lnTo>
                <a:lnTo>
                  <a:pt x="2534" y="21166"/>
                </a:lnTo>
                <a:lnTo>
                  <a:pt x="2534" y="21369"/>
                </a:lnTo>
                <a:lnTo>
                  <a:pt x="2534" y="21630"/>
                </a:lnTo>
                <a:lnTo>
                  <a:pt x="2630" y="21891"/>
                </a:lnTo>
                <a:lnTo>
                  <a:pt x="2630" y="22094"/>
                </a:lnTo>
                <a:lnTo>
                  <a:pt x="2630" y="22355"/>
                </a:lnTo>
                <a:lnTo>
                  <a:pt x="2694" y="22500"/>
                </a:lnTo>
                <a:lnTo>
                  <a:pt x="2694" y="22819"/>
                </a:lnTo>
                <a:lnTo>
                  <a:pt x="2694" y="22964"/>
                </a:lnTo>
                <a:lnTo>
                  <a:pt x="2758" y="23225"/>
                </a:lnTo>
                <a:lnTo>
                  <a:pt x="2758" y="23428"/>
                </a:lnTo>
                <a:lnTo>
                  <a:pt x="2758" y="23689"/>
                </a:lnTo>
                <a:lnTo>
                  <a:pt x="2823" y="24008"/>
                </a:lnTo>
                <a:lnTo>
                  <a:pt x="2823" y="24153"/>
                </a:lnTo>
                <a:lnTo>
                  <a:pt x="2823" y="24414"/>
                </a:lnTo>
                <a:lnTo>
                  <a:pt x="2919" y="24617"/>
                </a:lnTo>
                <a:lnTo>
                  <a:pt x="2919" y="24762"/>
                </a:lnTo>
                <a:lnTo>
                  <a:pt x="2919" y="25023"/>
                </a:lnTo>
                <a:lnTo>
                  <a:pt x="2983" y="25226"/>
                </a:lnTo>
                <a:lnTo>
                  <a:pt x="2983" y="25487"/>
                </a:lnTo>
                <a:lnTo>
                  <a:pt x="2983" y="25806"/>
                </a:lnTo>
                <a:lnTo>
                  <a:pt x="3047" y="25951"/>
                </a:lnTo>
                <a:lnTo>
                  <a:pt x="3047" y="26211"/>
                </a:lnTo>
                <a:lnTo>
                  <a:pt x="3047" y="26414"/>
                </a:lnTo>
                <a:lnTo>
                  <a:pt x="3143" y="26675"/>
                </a:lnTo>
                <a:lnTo>
                  <a:pt x="3143" y="26820"/>
                </a:lnTo>
                <a:lnTo>
                  <a:pt x="3143" y="27023"/>
                </a:lnTo>
                <a:lnTo>
                  <a:pt x="3208" y="27284"/>
                </a:lnTo>
                <a:lnTo>
                  <a:pt x="3208" y="2748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894732" y="3431748"/>
            <a:ext cx="3208" cy="32098"/>
          </a:xfrm>
          <a:custGeom>
            <a:avLst/>
            <a:gdLst/>
            <a:ahLst/>
            <a:cxnLst/>
            <a:rect l="l" t="t" r="r" b="b"/>
            <a:pathLst>
              <a:path w="3208" h="32098">
                <a:moveTo>
                  <a:pt x="0" y="0"/>
                </a:moveTo>
                <a:lnTo>
                  <a:pt x="0" y="260"/>
                </a:lnTo>
                <a:lnTo>
                  <a:pt x="64" y="579"/>
                </a:lnTo>
                <a:lnTo>
                  <a:pt x="64" y="724"/>
                </a:lnTo>
                <a:lnTo>
                  <a:pt x="64" y="1043"/>
                </a:lnTo>
                <a:lnTo>
                  <a:pt x="128" y="1188"/>
                </a:lnTo>
                <a:lnTo>
                  <a:pt x="128" y="1449"/>
                </a:lnTo>
                <a:lnTo>
                  <a:pt x="128" y="1652"/>
                </a:lnTo>
                <a:lnTo>
                  <a:pt x="224" y="1913"/>
                </a:lnTo>
                <a:lnTo>
                  <a:pt x="224" y="2116"/>
                </a:lnTo>
                <a:lnTo>
                  <a:pt x="224" y="2261"/>
                </a:lnTo>
                <a:lnTo>
                  <a:pt x="288" y="2580"/>
                </a:lnTo>
                <a:lnTo>
                  <a:pt x="288" y="2725"/>
                </a:lnTo>
                <a:lnTo>
                  <a:pt x="288" y="3044"/>
                </a:lnTo>
                <a:lnTo>
                  <a:pt x="288" y="3189"/>
                </a:lnTo>
                <a:lnTo>
                  <a:pt x="352" y="3508"/>
                </a:lnTo>
                <a:lnTo>
                  <a:pt x="352" y="3653"/>
                </a:lnTo>
                <a:lnTo>
                  <a:pt x="417" y="3914"/>
                </a:lnTo>
                <a:lnTo>
                  <a:pt x="417" y="4117"/>
                </a:lnTo>
                <a:lnTo>
                  <a:pt x="417" y="4378"/>
                </a:lnTo>
                <a:lnTo>
                  <a:pt x="417" y="4581"/>
                </a:lnTo>
                <a:lnTo>
                  <a:pt x="513" y="4842"/>
                </a:lnTo>
                <a:lnTo>
                  <a:pt x="513" y="5045"/>
                </a:lnTo>
                <a:lnTo>
                  <a:pt x="577" y="5364"/>
                </a:lnTo>
                <a:lnTo>
                  <a:pt x="577" y="5509"/>
                </a:lnTo>
                <a:lnTo>
                  <a:pt x="577" y="5654"/>
                </a:lnTo>
                <a:lnTo>
                  <a:pt x="577" y="5828"/>
                </a:lnTo>
                <a:lnTo>
                  <a:pt x="577" y="5973"/>
                </a:lnTo>
                <a:lnTo>
                  <a:pt x="641" y="6118"/>
                </a:lnTo>
                <a:lnTo>
                  <a:pt x="641" y="6292"/>
                </a:lnTo>
                <a:lnTo>
                  <a:pt x="641" y="6437"/>
                </a:lnTo>
                <a:lnTo>
                  <a:pt x="641" y="6581"/>
                </a:lnTo>
                <a:lnTo>
                  <a:pt x="737" y="6755"/>
                </a:lnTo>
                <a:lnTo>
                  <a:pt x="737" y="6900"/>
                </a:lnTo>
                <a:lnTo>
                  <a:pt x="737" y="7045"/>
                </a:lnTo>
                <a:lnTo>
                  <a:pt x="737" y="7248"/>
                </a:lnTo>
                <a:lnTo>
                  <a:pt x="802" y="7509"/>
                </a:lnTo>
                <a:lnTo>
                  <a:pt x="802" y="7712"/>
                </a:lnTo>
                <a:lnTo>
                  <a:pt x="802" y="8031"/>
                </a:lnTo>
                <a:lnTo>
                  <a:pt x="866" y="8176"/>
                </a:lnTo>
                <a:lnTo>
                  <a:pt x="866" y="8495"/>
                </a:lnTo>
                <a:lnTo>
                  <a:pt x="866" y="8640"/>
                </a:lnTo>
                <a:lnTo>
                  <a:pt x="930" y="8959"/>
                </a:lnTo>
                <a:lnTo>
                  <a:pt x="930" y="9104"/>
                </a:lnTo>
                <a:lnTo>
                  <a:pt x="930" y="9307"/>
                </a:lnTo>
                <a:lnTo>
                  <a:pt x="930" y="9568"/>
                </a:lnTo>
                <a:lnTo>
                  <a:pt x="1026" y="9771"/>
                </a:lnTo>
                <a:lnTo>
                  <a:pt x="1026" y="10090"/>
                </a:lnTo>
                <a:lnTo>
                  <a:pt x="1026" y="10235"/>
                </a:lnTo>
                <a:lnTo>
                  <a:pt x="1090" y="10554"/>
                </a:lnTo>
                <a:lnTo>
                  <a:pt x="1090" y="10699"/>
                </a:lnTo>
                <a:lnTo>
                  <a:pt x="1090" y="11018"/>
                </a:lnTo>
                <a:lnTo>
                  <a:pt x="1154" y="11163"/>
                </a:lnTo>
                <a:lnTo>
                  <a:pt x="1154" y="11366"/>
                </a:lnTo>
                <a:lnTo>
                  <a:pt x="1154" y="11627"/>
                </a:lnTo>
                <a:lnTo>
                  <a:pt x="1219" y="11830"/>
                </a:lnTo>
                <a:lnTo>
                  <a:pt x="1219" y="12149"/>
                </a:lnTo>
                <a:lnTo>
                  <a:pt x="1219" y="12294"/>
                </a:lnTo>
                <a:lnTo>
                  <a:pt x="1219" y="12497"/>
                </a:lnTo>
                <a:lnTo>
                  <a:pt x="1315" y="12758"/>
                </a:lnTo>
                <a:lnTo>
                  <a:pt x="1315" y="12961"/>
                </a:lnTo>
                <a:lnTo>
                  <a:pt x="1379" y="13279"/>
                </a:lnTo>
                <a:lnTo>
                  <a:pt x="1379" y="13424"/>
                </a:lnTo>
                <a:lnTo>
                  <a:pt x="1379" y="13743"/>
                </a:lnTo>
                <a:lnTo>
                  <a:pt x="1379" y="13888"/>
                </a:lnTo>
                <a:lnTo>
                  <a:pt x="1443" y="14091"/>
                </a:lnTo>
                <a:lnTo>
                  <a:pt x="1443" y="14410"/>
                </a:lnTo>
                <a:lnTo>
                  <a:pt x="1443" y="14555"/>
                </a:lnTo>
                <a:lnTo>
                  <a:pt x="1539" y="14874"/>
                </a:lnTo>
                <a:lnTo>
                  <a:pt x="1539" y="15019"/>
                </a:lnTo>
                <a:lnTo>
                  <a:pt x="1539" y="15222"/>
                </a:lnTo>
                <a:lnTo>
                  <a:pt x="1604" y="15541"/>
                </a:lnTo>
                <a:lnTo>
                  <a:pt x="1604" y="15686"/>
                </a:lnTo>
                <a:lnTo>
                  <a:pt x="1604" y="16005"/>
                </a:lnTo>
                <a:lnTo>
                  <a:pt x="1668" y="16150"/>
                </a:lnTo>
                <a:lnTo>
                  <a:pt x="1668" y="16353"/>
                </a:lnTo>
                <a:lnTo>
                  <a:pt x="1668" y="16672"/>
                </a:lnTo>
                <a:lnTo>
                  <a:pt x="1668" y="16817"/>
                </a:lnTo>
                <a:lnTo>
                  <a:pt x="1732" y="17020"/>
                </a:lnTo>
                <a:lnTo>
                  <a:pt x="1732" y="17281"/>
                </a:lnTo>
                <a:lnTo>
                  <a:pt x="1732" y="17484"/>
                </a:lnTo>
                <a:lnTo>
                  <a:pt x="1828" y="17803"/>
                </a:lnTo>
                <a:lnTo>
                  <a:pt x="1828" y="17948"/>
                </a:lnTo>
                <a:lnTo>
                  <a:pt x="1828" y="18151"/>
                </a:lnTo>
                <a:lnTo>
                  <a:pt x="1892" y="18470"/>
                </a:lnTo>
                <a:lnTo>
                  <a:pt x="1892" y="18615"/>
                </a:lnTo>
                <a:lnTo>
                  <a:pt x="1892" y="18818"/>
                </a:lnTo>
                <a:lnTo>
                  <a:pt x="1892" y="19137"/>
                </a:lnTo>
                <a:lnTo>
                  <a:pt x="1956" y="19282"/>
                </a:lnTo>
                <a:lnTo>
                  <a:pt x="1956" y="19600"/>
                </a:lnTo>
                <a:lnTo>
                  <a:pt x="1956" y="19745"/>
                </a:lnTo>
                <a:lnTo>
                  <a:pt x="2053" y="19948"/>
                </a:lnTo>
                <a:lnTo>
                  <a:pt x="2053" y="20267"/>
                </a:lnTo>
                <a:lnTo>
                  <a:pt x="2053" y="20412"/>
                </a:lnTo>
                <a:lnTo>
                  <a:pt x="2053" y="20615"/>
                </a:lnTo>
                <a:lnTo>
                  <a:pt x="2117" y="20934"/>
                </a:lnTo>
                <a:lnTo>
                  <a:pt x="2117" y="21079"/>
                </a:lnTo>
                <a:lnTo>
                  <a:pt x="2117" y="21253"/>
                </a:lnTo>
                <a:lnTo>
                  <a:pt x="2181" y="21398"/>
                </a:lnTo>
                <a:lnTo>
                  <a:pt x="2181" y="21601"/>
                </a:lnTo>
                <a:lnTo>
                  <a:pt x="2181" y="21920"/>
                </a:lnTo>
                <a:lnTo>
                  <a:pt x="2181" y="22065"/>
                </a:lnTo>
                <a:lnTo>
                  <a:pt x="2245" y="22268"/>
                </a:lnTo>
                <a:lnTo>
                  <a:pt x="2245" y="22587"/>
                </a:lnTo>
                <a:lnTo>
                  <a:pt x="2245" y="22732"/>
                </a:lnTo>
                <a:lnTo>
                  <a:pt x="2341" y="22935"/>
                </a:lnTo>
                <a:lnTo>
                  <a:pt x="2341" y="23196"/>
                </a:lnTo>
                <a:lnTo>
                  <a:pt x="2341" y="23399"/>
                </a:lnTo>
                <a:lnTo>
                  <a:pt x="2406" y="23718"/>
                </a:lnTo>
                <a:lnTo>
                  <a:pt x="2406" y="23863"/>
                </a:lnTo>
                <a:lnTo>
                  <a:pt x="2406" y="24066"/>
                </a:lnTo>
                <a:lnTo>
                  <a:pt x="2470" y="24385"/>
                </a:lnTo>
                <a:lnTo>
                  <a:pt x="2470" y="24530"/>
                </a:lnTo>
                <a:lnTo>
                  <a:pt x="2470" y="24733"/>
                </a:lnTo>
                <a:lnTo>
                  <a:pt x="2470" y="25052"/>
                </a:lnTo>
                <a:lnTo>
                  <a:pt x="2534" y="25197"/>
                </a:lnTo>
                <a:lnTo>
                  <a:pt x="2534" y="25400"/>
                </a:lnTo>
                <a:lnTo>
                  <a:pt x="2534" y="25719"/>
                </a:lnTo>
                <a:lnTo>
                  <a:pt x="2534" y="25922"/>
                </a:lnTo>
                <a:lnTo>
                  <a:pt x="2630" y="26067"/>
                </a:lnTo>
                <a:lnTo>
                  <a:pt x="2630" y="26240"/>
                </a:lnTo>
                <a:lnTo>
                  <a:pt x="2630" y="26385"/>
                </a:lnTo>
                <a:lnTo>
                  <a:pt x="2630" y="26588"/>
                </a:lnTo>
                <a:lnTo>
                  <a:pt x="2694" y="26907"/>
                </a:lnTo>
                <a:lnTo>
                  <a:pt x="2694" y="27052"/>
                </a:lnTo>
                <a:lnTo>
                  <a:pt x="2694" y="27255"/>
                </a:lnTo>
                <a:lnTo>
                  <a:pt x="2758" y="27574"/>
                </a:lnTo>
                <a:lnTo>
                  <a:pt x="2758" y="27719"/>
                </a:lnTo>
                <a:lnTo>
                  <a:pt x="2758" y="27922"/>
                </a:lnTo>
                <a:lnTo>
                  <a:pt x="2855" y="28241"/>
                </a:lnTo>
                <a:lnTo>
                  <a:pt x="2855" y="28386"/>
                </a:lnTo>
                <a:lnTo>
                  <a:pt x="2855" y="28589"/>
                </a:lnTo>
                <a:lnTo>
                  <a:pt x="2855" y="28908"/>
                </a:lnTo>
                <a:lnTo>
                  <a:pt x="2919" y="29053"/>
                </a:lnTo>
                <a:lnTo>
                  <a:pt x="2919" y="29256"/>
                </a:lnTo>
                <a:lnTo>
                  <a:pt x="2919" y="29575"/>
                </a:lnTo>
                <a:lnTo>
                  <a:pt x="2983" y="29720"/>
                </a:lnTo>
                <a:lnTo>
                  <a:pt x="2983" y="29923"/>
                </a:lnTo>
                <a:lnTo>
                  <a:pt x="2983" y="30097"/>
                </a:lnTo>
                <a:lnTo>
                  <a:pt x="2983" y="30242"/>
                </a:lnTo>
                <a:lnTo>
                  <a:pt x="2983" y="30445"/>
                </a:lnTo>
                <a:lnTo>
                  <a:pt x="3047" y="30590"/>
                </a:lnTo>
                <a:lnTo>
                  <a:pt x="3047" y="30764"/>
                </a:lnTo>
                <a:lnTo>
                  <a:pt x="3047" y="30909"/>
                </a:lnTo>
                <a:lnTo>
                  <a:pt x="3047" y="31112"/>
                </a:lnTo>
                <a:lnTo>
                  <a:pt x="3143" y="31431"/>
                </a:lnTo>
                <a:lnTo>
                  <a:pt x="3143" y="31576"/>
                </a:lnTo>
                <a:lnTo>
                  <a:pt x="3143" y="31779"/>
                </a:lnTo>
                <a:lnTo>
                  <a:pt x="3208" y="3209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897941" y="3463846"/>
            <a:ext cx="3143" cy="34127"/>
          </a:xfrm>
          <a:custGeom>
            <a:avLst/>
            <a:gdLst/>
            <a:ahLst/>
            <a:cxnLst/>
            <a:rect l="l" t="t" r="r" b="b"/>
            <a:pathLst>
              <a:path w="3143" h="34127">
                <a:moveTo>
                  <a:pt x="0" y="0"/>
                </a:moveTo>
                <a:lnTo>
                  <a:pt x="0" y="202"/>
                </a:lnTo>
                <a:lnTo>
                  <a:pt x="0" y="347"/>
                </a:lnTo>
                <a:lnTo>
                  <a:pt x="0" y="550"/>
                </a:lnTo>
                <a:lnTo>
                  <a:pt x="64" y="869"/>
                </a:lnTo>
                <a:lnTo>
                  <a:pt x="64" y="1014"/>
                </a:lnTo>
                <a:lnTo>
                  <a:pt x="64" y="1217"/>
                </a:lnTo>
                <a:lnTo>
                  <a:pt x="160" y="1536"/>
                </a:lnTo>
                <a:lnTo>
                  <a:pt x="160" y="1681"/>
                </a:lnTo>
                <a:lnTo>
                  <a:pt x="160" y="1855"/>
                </a:lnTo>
                <a:lnTo>
                  <a:pt x="160" y="2058"/>
                </a:lnTo>
                <a:lnTo>
                  <a:pt x="160" y="2203"/>
                </a:lnTo>
                <a:lnTo>
                  <a:pt x="224" y="2406"/>
                </a:lnTo>
                <a:lnTo>
                  <a:pt x="224" y="2725"/>
                </a:lnTo>
                <a:lnTo>
                  <a:pt x="224" y="2870"/>
                </a:lnTo>
                <a:lnTo>
                  <a:pt x="288" y="3073"/>
                </a:lnTo>
                <a:lnTo>
                  <a:pt x="288" y="3392"/>
                </a:lnTo>
                <a:lnTo>
                  <a:pt x="288" y="3595"/>
                </a:lnTo>
                <a:lnTo>
                  <a:pt x="288" y="3740"/>
                </a:lnTo>
                <a:lnTo>
                  <a:pt x="352" y="3943"/>
                </a:lnTo>
                <a:lnTo>
                  <a:pt x="352" y="4262"/>
                </a:lnTo>
                <a:lnTo>
                  <a:pt x="352" y="4407"/>
                </a:lnTo>
                <a:lnTo>
                  <a:pt x="449" y="4581"/>
                </a:lnTo>
                <a:lnTo>
                  <a:pt x="449" y="4726"/>
                </a:lnTo>
                <a:lnTo>
                  <a:pt x="449" y="4929"/>
                </a:lnTo>
                <a:lnTo>
                  <a:pt x="449" y="5132"/>
                </a:lnTo>
                <a:lnTo>
                  <a:pt x="513" y="5451"/>
                </a:lnTo>
                <a:lnTo>
                  <a:pt x="513" y="5596"/>
                </a:lnTo>
                <a:lnTo>
                  <a:pt x="513" y="5799"/>
                </a:lnTo>
                <a:lnTo>
                  <a:pt x="577" y="6118"/>
                </a:lnTo>
                <a:lnTo>
                  <a:pt x="577" y="6321"/>
                </a:lnTo>
                <a:lnTo>
                  <a:pt x="577" y="6466"/>
                </a:lnTo>
                <a:lnTo>
                  <a:pt x="577" y="6668"/>
                </a:lnTo>
                <a:lnTo>
                  <a:pt x="641" y="6987"/>
                </a:lnTo>
                <a:lnTo>
                  <a:pt x="641" y="7132"/>
                </a:lnTo>
                <a:lnTo>
                  <a:pt x="641" y="7335"/>
                </a:lnTo>
                <a:lnTo>
                  <a:pt x="641" y="7509"/>
                </a:lnTo>
                <a:lnTo>
                  <a:pt x="737" y="7654"/>
                </a:lnTo>
                <a:lnTo>
                  <a:pt x="737" y="7857"/>
                </a:lnTo>
                <a:lnTo>
                  <a:pt x="737" y="8176"/>
                </a:lnTo>
                <a:lnTo>
                  <a:pt x="737" y="8321"/>
                </a:lnTo>
                <a:lnTo>
                  <a:pt x="802" y="8524"/>
                </a:lnTo>
                <a:lnTo>
                  <a:pt x="802" y="8727"/>
                </a:lnTo>
                <a:lnTo>
                  <a:pt x="802" y="9046"/>
                </a:lnTo>
                <a:lnTo>
                  <a:pt x="866" y="9191"/>
                </a:lnTo>
                <a:lnTo>
                  <a:pt x="866" y="9394"/>
                </a:lnTo>
                <a:lnTo>
                  <a:pt x="866" y="9713"/>
                </a:lnTo>
                <a:lnTo>
                  <a:pt x="866" y="9916"/>
                </a:lnTo>
                <a:lnTo>
                  <a:pt x="962" y="10061"/>
                </a:lnTo>
                <a:lnTo>
                  <a:pt x="962" y="10235"/>
                </a:lnTo>
                <a:lnTo>
                  <a:pt x="962" y="10380"/>
                </a:lnTo>
                <a:lnTo>
                  <a:pt x="962" y="10583"/>
                </a:lnTo>
                <a:lnTo>
                  <a:pt x="962" y="10786"/>
                </a:lnTo>
                <a:lnTo>
                  <a:pt x="1026" y="11105"/>
                </a:lnTo>
                <a:lnTo>
                  <a:pt x="1026" y="11250"/>
                </a:lnTo>
                <a:lnTo>
                  <a:pt x="1026" y="11453"/>
                </a:lnTo>
                <a:lnTo>
                  <a:pt x="1090" y="11772"/>
                </a:lnTo>
                <a:lnTo>
                  <a:pt x="1090" y="11917"/>
                </a:lnTo>
                <a:lnTo>
                  <a:pt x="1090" y="12236"/>
                </a:lnTo>
                <a:lnTo>
                  <a:pt x="1154" y="12381"/>
                </a:lnTo>
                <a:lnTo>
                  <a:pt x="1154" y="12584"/>
                </a:lnTo>
                <a:lnTo>
                  <a:pt x="1154" y="12787"/>
                </a:lnTo>
                <a:lnTo>
                  <a:pt x="1251" y="13105"/>
                </a:lnTo>
                <a:lnTo>
                  <a:pt x="1251" y="13250"/>
                </a:lnTo>
                <a:lnTo>
                  <a:pt x="1251" y="13453"/>
                </a:lnTo>
                <a:lnTo>
                  <a:pt x="1251" y="13772"/>
                </a:lnTo>
                <a:lnTo>
                  <a:pt x="1315" y="13975"/>
                </a:lnTo>
                <a:lnTo>
                  <a:pt x="1315" y="14294"/>
                </a:lnTo>
                <a:lnTo>
                  <a:pt x="1315" y="14439"/>
                </a:lnTo>
                <a:lnTo>
                  <a:pt x="1379" y="14642"/>
                </a:lnTo>
                <a:lnTo>
                  <a:pt x="1379" y="14845"/>
                </a:lnTo>
                <a:lnTo>
                  <a:pt x="1379" y="15164"/>
                </a:lnTo>
                <a:lnTo>
                  <a:pt x="1379" y="15309"/>
                </a:lnTo>
                <a:lnTo>
                  <a:pt x="1443" y="15512"/>
                </a:lnTo>
                <a:lnTo>
                  <a:pt x="1443" y="15686"/>
                </a:lnTo>
                <a:lnTo>
                  <a:pt x="1443" y="15831"/>
                </a:lnTo>
                <a:lnTo>
                  <a:pt x="1443" y="16034"/>
                </a:lnTo>
                <a:lnTo>
                  <a:pt x="1539" y="16179"/>
                </a:lnTo>
                <a:lnTo>
                  <a:pt x="1539" y="16353"/>
                </a:lnTo>
                <a:lnTo>
                  <a:pt x="1539" y="16556"/>
                </a:lnTo>
                <a:lnTo>
                  <a:pt x="1539" y="16701"/>
                </a:lnTo>
                <a:lnTo>
                  <a:pt x="1539" y="16904"/>
                </a:lnTo>
                <a:lnTo>
                  <a:pt x="1604" y="17223"/>
                </a:lnTo>
                <a:lnTo>
                  <a:pt x="1604" y="17368"/>
                </a:lnTo>
                <a:lnTo>
                  <a:pt x="1604" y="17571"/>
                </a:lnTo>
                <a:lnTo>
                  <a:pt x="1668" y="17774"/>
                </a:lnTo>
                <a:lnTo>
                  <a:pt x="1668" y="18093"/>
                </a:lnTo>
                <a:lnTo>
                  <a:pt x="1668" y="18238"/>
                </a:lnTo>
                <a:lnTo>
                  <a:pt x="1668" y="18441"/>
                </a:lnTo>
                <a:lnTo>
                  <a:pt x="1764" y="18615"/>
                </a:lnTo>
                <a:lnTo>
                  <a:pt x="1764" y="18760"/>
                </a:lnTo>
                <a:lnTo>
                  <a:pt x="1764" y="18963"/>
                </a:lnTo>
                <a:lnTo>
                  <a:pt x="1764" y="19282"/>
                </a:lnTo>
                <a:lnTo>
                  <a:pt x="1828" y="19485"/>
                </a:lnTo>
                <a:lnTo>
                  <a:pt x="1828" y="19629"/>
                </a:lnTo>
                <a:lnTo>
                  <a:pt x="1828" y="19832"/>
                </a:lnTo>
                <a:lnTo>
                  <a:pt x="1892" y="20151"/>
                </a:lnTo>
                <a:lnTo>
                  <a:pt x="1892" y="20354"/>
                </a:lnTo>
                <a:lnTo>
                  <a:pt x="1892" y="20499"/>
                </a:lnTo>
                <a:lnTo>
                  <a:pt x="1892" y="20673"/>
                </a:lnTo>
                <a:lnTo>
                  <a:pt x="1892" y="20818"/>
                </a:lnTo>
                <a:lnTo>
                  <a:pt x="1956" y="21021"/>
                </a:lnTo>
                <a:lnTo>
                  <a:pt x="1956" y="21224"/>
                </a:lnTo>
                <a:lnTo>
                  <a:pt x="1956" y="21543"/>
                </a:lnTo>
                <a:lnTo>
                  <a:pt x="2053" y="21688"/>
                </a:lnTo>
                <a:lnTo>
                  <a:pt x="2053" y="21891"/>
                </a:lnTo>
                <a:lnTo>
                  <a:pt x="2053" y="22094"/>
                </a:lnTo>
                <a:lnTo>
                  <a:pt x="2053" y="22413"/>
                </a:lnTo>
                <a:lnTo>
                  <a:pt x="2117" y="22558"/>
                </a:lnTo>
                <a:lnTo>
                  <a:pt x="2117" y="22761"/>
                </a:lnTo>
                <a:lnTo>
                  <a:pt x="2117" y="22935"/>
                </a:lnTo>
                <a:lnTo>
                  <a:pt x="2117" y="23080"/>
                </a:lnTo>
                <a:lnTo>
                  <a:pt x="2181" y="23283"/>
                </a:lnTo>
                <a:lnTo>
                  <a:pt x="2181" y="23428"/>
                </a:lnTo>
                <a:lnTo>
                  <a:pt x="2181" y="23602"/>
                </a:lnTo>
                <a:lnTo>
                  <a:pt x="2181" y="23805"/>
                </a:lnTo>
                <a:lnTo>
                  <a:pt x="2181" y="23950"/>
                </a:lnTo>
                <a:lnTo>
                  <a:pt x="2277" y="24153"/>
                </a:lnTo>
                <a:lnTo>
                  <a:pt x="2277" y="24472"/>
                </a:lnTo>
                <a:lnTo>
                  <a:pt x="2277" y="24675"/>
                </a:lnTo>
                <a:lnTo>
                  <a:pt x="2341" y="24820"/>
                </a:lnTo>
                <a:lnTo>
                  <a:pt x="2341" y="25023"/>
                </a:lnTo>
                <a:lnTo>
                  <a:pt x="2341" y="25342"/>
                </a:lnTo>
                <a:lnTo>
                  <a:pt x="2341" y="25545"/>
                </a:lnTo>
                <a:lnTo>
                  <a:pt x="2406" y="25864"/>
                </a:lnTo>
                <a:lnTo>
                  <a:pt x="2406" y="26009"/>
                </a:lnTo>
                <a:lnTo>
                  <a:pt x="2406" y="26211"/>
                </a:lnTo>
                <a:lnTo>
                  <a:pt x="2470" y="26414"/>
                </a:lnTo>
                <a:lnTo>
                  <a:pt x="2470" y="26733"/>
                </a:lnTo>
                <a:lnTo>
                  <a:pt x="2470" y="26878"/>
                </a:lnTo>
                <a:lnTo>
                  <a:pt x="2470" y="27081"/>
                </a:lnTo>
                <a:lnTo>
                  <a:pt x="2566" y="27284"/>
                </a:lnTo>
                <a:lnTo>
                  <a:pt x="2566" y="27603"/>
                </a:lnTo>
                <a:lnTo>
                  <a:pt x="2566" y="27748"/>
                </a:lnTo>
                <a:lnTo>
                  <a:pt x="2566" y="27922"/>
                </a:lnTo>
                <a:lnTo>
                  <a:pt x="2630" y="28125"/>
                </a:lnTo>
                <a:lnTo>
                  <a:pt x="2630" y="28270"/>
                </a:lnTo>
                <a:lnTo>
                  <a:pt x="2630" y="28473"/>
                </a:lnTo>
                <a:lnTo>
                  <a:pt x="2694" y="28792"/>
                </a:lnTo>
                <a:lnTo>
                  <a:pt x="2694" y="28995"/>
                </a:lnTo>
                <a:lnTo>
                  <a:pt x="2694" y="29140"/>
                </a:lnTo>
                <a:lnTo>
                  <a:pt x="2694" y="29343"/>
                </a:lnTo>
                <a:lnTo>
                  <a:pt x="2758" y="29662"/>
                </a:lnTo>
                <a:lnTo>
                  <a:pt x="2758" y="29865"/>
                </a:lnTo>
                <a:lnTo>
                  <a:pt x="2758" y="30010"/>
                </a:lnTo>
                <a:lnTo>
                  <a:pt x="2758" y="30184"/>
                </a:lnTo>
                <a:lnTo>
                  <a:pt x="2855" y="30329"/>
                </a:lnTo>
                <a:lnTo>
                  <a:pt x="2855" y="30532"/>
                </a:lnTo>
                <a:lnTo>
                  <a:pt x="2855" y="30735"/>
                </a:lnTo>
                <a:lnTo>
                  <a:pt x="2855" y="31054"/>
                </a:lnTo>
                <a:lnTo>
                  <a:pt x="2919" y="31199"/>
                </a:lnTo>
                <a:lnTo>
                  <a:pt x="2919" y="31402"/>
                </a:lnTo>
                <a:lnTo>
                  <a:pt x="2919" y="31605"/>
                </a:lnTo>
                <a:lnTo>
                  <a:pt x="2983" y="31924"/>
                </a:lnTo>
                <a:lnTo>
                  <a:pt x="2983" y="32069"/>
                </a:lnTo>
                <a:lnTo>
                  <a:pt x="2983" y="32272"/>
                </a:lnTo>
                <a:lnTo>
                  <a:pt x="2983" y="32446"/>
                </a:lnTo>
                <a:lnTo>
                  <a:pt x="2983" y="32591"/>
                </a:lnTo>
                <a:lnTo>
                  <a:pt x="3079" y="32793"/>
                </a:lnTo>
                <a:lnTo>
                  <a:pt x="3079" y="33112"/>
                </a:lnTo>
                <a:lnTo>
                  <a:pt x="3079" y="33315"/>
                </a:lnTo>
                <a:lnTo>
                  <a:pt x="3143" y="33460"/>
                </a:lnTo>
                <a:lnTo>
                  <a:pt x="3143" y="33663"/>
                </a:lnTo>
                <a:lnTo>
                  <a:pt x="3143" y="33982"/>
                </a:lnTo>
                <a:lnTo>
                  <a:pt x="3143" y="3412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901084" y="3497974"/>
            <a:ext cx="3208" cy="33431"/>
          </a:xfrm>
          <a:custGeom>
            <a:avLst/>
            <a:gdLst/>
            <a:ahLst/>
            <a:cxnLst/>
            <a:rect l="l" t="t" r="r" b="b"/>
            <a:pathLst>
              <a:path w="3208" h="33431">
                <a:moveTo>
                  <a:pt x="0" y="0"/>
                </a:moveTo>
                <a:lnTo>
                  <a:pt x="64" y="202"/>
                </a:lnTo>
                <a:lnTo>
                  <a:pt x="64" y="376"/>
                </a:lnTo>
                <a:lnTo>
                  <a:pt x="64" y="521"/>
                </a:lnTo>
                <a:lnTo>
                  <a:pt x="64" y="724"/>
                </a:lnTo>
                <a:lnTo>
                  <a:pt x="128" y="869"/>
                </a:lnTo>
                <a:lnTo>
                  <a:pt x="128" y="1043"/>
                </a:lnTo>
                <a:lnTo>
                  <a:pt x="128" y="1246"/>
                </a:lnTo>
                <a:lnTo>
                  <a:pt x="128" y="1391"/>
                </a:lnTo>
                <a:lnTo>
                  <a:pt x="128" y="1594"/>
                </a:lnTo>
                <a:lnTo>
                  <a:pt x="224" y="1913"/>
                </a:lnTo>
                <a:lnTo>
                  <a:pt x="224" y="2116"/>
                </a:lnTo>
                <a:lnTo>
                  <a:pt x="224" y="2261"/>
                </a:lnTo>
                <a:lnTo>
                  <a:pt x="224" y="2464"/>
                </a:lnTo>
                <a:lnTo>
                  <a:pt x="288" y="2783"/>
                </a:lnTo>
                <a:lnTo>
                  <a:pt x="288" y="2986"/>
                </a:lnTo>
                <a:lnTo>
                  <a:pt x="288" y="3131"/>
                </a:lnTo>
                <a:lnTo>
                  <a:pt x="352" y="3305"/>
                </a:lnTo>
                <a:lnTo>
                  <a:pt x="352" y="3450"/>
                </a:lnTo>
                <a:lnTo>
                  <a:pt x="352" y="3653"/>
                </a:lnTo>
                <a:lnTo>
                  <a:pt x="352" y="3972"/>
                </a:lnTo>
                <a:lnTo>
                  <a:pt x="449" y="4175"/>
                </a:lnTo>
                <a:lnTo>
                  <a:pt x="449" y="4320"/>
                </a:lnTo>
                <a:lnTo>
                  <a:pt x="449" y="4523"/>
                </a:lnTo>
                <a:lnTo>
                  <a:pt x="513" y="4842"/>
                </a:lnTo>
                <a:lnTo>
                  <a:pt x="513" y="5045"/>
                </a:lnTo>
                <a:lnTo>
                  <a:pt x="513" y="5190"/>
                </a:lnTo>
                <a:lnTo>
                  <a:pt x="513" y="5364"/>
                </a:lnTo>
                <a:lnTo>
                  <a:pt x="513" y="5509"/>
                </a:lnTo>
                <a:lnTo>
                  <a:pt x="577" y="5712"/>
                </a:lnTo>
                <a:lnTo>
                  <a:pt x="577" y="5857"/>
                </a:lnTo>
                <a:lnTo>
                  <a:pt x="577" y="6031"/>
                </a:lnTo>
                <a:lnTo>
                  <a:pt x="577" y="6234"/>
                </a:lnTo>
                <a:lnTo>
                  <a:pt x="641" y="6379"/>
                </a:lnTo>
                <a:lnTo>
                  <a:pt x="641" y="6581"/>
                </a:lnTo>
                <a:lnTo>
                  <a:pt x="641" y="6900"/>
                </a:lnTo>
                <a:lnTo>
                  <a:pt x="641" y="7045"/>
                </a:lnTo>
                <a:lnTo>
                  <a:pt x="737" y="7248"/>
                </a:lnTo>
                <a:lnTo>
                  <a:pt x="737" y="7451"/>
                </a:lnTo>
                <a:lnTo>
                  <a:pt x="737" y="7770"/>
                </a:lnTo>
                <a:lnTo>
                  <a:pt x="802" y="7915"/>
                </a:lnTo>
                <a:lnTo>
                  <a:pt x="802" y="8118"/>
                </a:lnTo>
                <a:lnTo>
                  <a:pt x="802" y="8437"/>
                </a:lnTo>
                <a:lnTo>
                  <a:pt x="802" y="8640"/>
                </a:lnTo>
                <a:lnTo>
                  <a:pt x="866" y="8959"/>
                </a:lnTo>
                <a:lnTo>
                  <a:pt x="866" y="9104"/>
                </a:lnTo>
                <a:lnTo>
                  <a:pt x="866" y="9307"/>
                </a:lnTo>
                <a:lnTo>
                  <a:pt x="930" y="9626"/>
                </a:lnTo>
                <a:lnTo>
                  <a:pt x="930" y="9829"/>
                </a:lnTo>
                <a:lnTo>
                  <a:pt x="930" y="9974"/>
                </a:lnTo>
                <a:lnTo>
                  <a:pt x="930" y="10177"/>
                </a:lnTo>
                <a:lnTo>
                  <a:pt x="1026" y="10496"/>
                </a:lnTo>
                <a:lnTo>
                  <a:pt x="1026" y="10641"/>
                </a:lnTo>
                <a:lnTo>
                  <a:pt x="1026" y="10844"/>
                </a:lnTo>
                <a:lnTo>
                  <a:pt x="1026" y="11018"/>
                </a:lnTo>
                <a:lnTo>
                  <a:pt x="1090" y="11163"/>
                </a:lnTo>
                <a:lnTo>
                  <a:pt x="1090" y="11366"/>
                </a:lnTo>
                <a:lnTo>
                  <a:pt x="1090" y="11685"/>
                </a:lnTo>
                <a:lnTo>
                  <a:pt x="1154" y="11830"/>
                </a:lnTo>
                <a:lnTo>
                  <a:pt x="1154" y="12033"/>
                </a:lnTo>
                <a:lnTo>
                  <a:pt x="1154" y="12352"/>
                </a:lnTo>
                <a:lnTo>
                  <a:pt x="1154" y="12555"/>
                </a:lnTo>
                <a:lnTo>
                  <a:pt x="1251" y="12700"/>
                </a:lnTo>
                <a:lnTo>
                  <a:pt x="1251" y="12903"/>
                </a:lnTo>
                <a:lnTo>
                  <a:pt x="1251" y="13221"/>
                </a:lnTo>
                <a:lnTo>
                  <a:pt x="1315" y="13366"/>
                </a:lnTo>
                <a:lnTo>
                  <a:pt x="1315" y="13569"/>
                </a:lnTo>
                <a:lnTo>
                  <a:pt x="1315" y="13888"/>
                </a:lnTo>
                <a:lnTo>
                  <a:pt x="1315" y="14091"/>
                </a:lnTo>
                <a:lnTo>
                  <a:pt x="1379" y="14236"/>
                </a:lnTo>
                <a:lnTo>
                  <a:pt x="1379" y="14410"/>
                </a:lnTo>
                <a:lnTo>
                  <a:pt x="1379" y="14555"/>
                </a:lnTo>
                <a:lnTo>
                  <a:pt x="1379" y="14758"/>
                </a:lnTo>
                <a:lnTo>
                  <a:pt x="1443" y="15077"/>
                </a:lnTo>
                <a:lnTo>
                  <a:pt x="1443" y="15222"/>
                </a:lnTo>
                <a:lnTo>
                  <a:pt x="1443" y="15425"/>
                </a:lnTo>
                <a:lnTo>
                  <a:pt x="1539" y="15744"/>
                </a:lnTo>
                <a:lnTo>
                  <a:pt x="1539" y="15947"/>
                </a:lnTo>
                <a:lnTo>
                  <a:pt x="1539" y="16092"/>
                </a:lnTo>
                <a:lnTo>
                  <a:pt x="1539" y="16295"/>
                </a:lnTo>
                <a:lnTo>
                  <a:pt x="1604" y="16614"/>
                </a:lnTo>
                <a:lnTo>
                  <a:pt x="1604" y="16759"/>
                </a:lnTo>
                <a:lnTo>
                  <a:pt x="1604" y="16962"/>
                </a:lnTo>
                <a:lnTo>
                  <a:pt x="1668" y="17281"/>
                </a:lnTo>
                <a:lnTo>
                  <a:pt x="1668" y="17426"/>
                </a:lnTo>
                <a:lnTo>
                  <a:pt x="1668" y="17600"/>
                </a:lnTo>
                <a:lnTo>
                  <a:pt x="1668" y="17745"/>
                </a:lnTo>
                <a:lnTo>
                  <a:pt x="1732" y="17948"/>
                </a:lnTo>
                <a:lnTo>
                  <a:pt x="1732" y="18093"/>
                </a:lnTo>
                <a:lnTo>
                  <a:pt x="1732" y="18267"/>
                </a:lnTo>
                <a:lnTo>
                  <a:pt x="1732" y="18470"/>
                </a:lnTo>
                <a:lnTo>
                  <a:pt x="1732" y="18615"/>
                </a:lnTo>
                <a:lnTo>
                  <a:pt x="1828" y="18818"/>
                </a:lnTo>
                <a:lnTo>
                  <a:pt x="1828" y="19137"/>
                </a:lnTo>
                <a:lnTo>
                  <a:pt x="1828" y="19282"/>
                </a:lnTo>
                <a:lnTo>
                  <a:pt x="1828" y="19485"/>
                </a:lnTo>
                <a:lnTo>
                  <a:pt x="1892" y="19803"/>
                </a:lnTo>
                <a:lnTo>
                  <a:pt x="1892" y="19948"/>
                </a:lnTo>
                <a:lnTo>
                  <a:pt x="1892" y="20151"/>
                </a:lnTo>
                <a:lnTo>
                  <a:pt x="1956" y="20470"/>
                </a:lnTo>
                <a:lnTo>
                  <a:pt x="1956" y="20615"/>
                </a:lnTo>
                <a:lnTo>
                  <a:pt x="1956" y="20818"/>
                </a:lnTo>
                <a:lnTo>
                  <a:pt x="2053" y="21137"/>
                </a:lnTo>
                <a:lnTo>
                  <a:pt x="2053" y="21282"/>
                </a:lnTo>
                <a:lnTo>
                  <a:pt x="2053" y="21456"/>
                </a:lnTo>
                <a:lnTo>
                  <a:pt x="2053" y="21601"/>
                </a:lnTo>
                <a:lnTo>
                  <a:pt x="2117" y="21804"/>
                </a:lnTo>
                <a:lnTo>
                  <a:pt x="2117" y="21949"/>
                </a:lnTo>
                <a:lnTo>
                  <a:pt x="2117" y="22123"/>
                </a:lnTo>
                <a:lnTo>
                  <a:pt x="2117" y="22268"/>
                </a:lnTo>
                <a:lnTo>
                  <a:pt x="2117" y="22471"/>
                </a:lnTo>
                <a:lnTo>
                  <a:pt x="2181" y="22790"/>
                </a:lnTo>
                <a:lnTo>
                  <a:pt x="2181" y="22935"/>
                </a:lnTo>
                <a:lnTo>
                  <a:pt x="2181" y="23138"/>
                </a:lnTo>
                <a:lnTo>
                  <a:pt x="2245" y="23457"/>
                </a:lnTo>
                <a:lnTo>
                  <a:pt x="2245" y="23602"/>
                </a:lnTo>
                <a:lnTo>
                  <a:pt x="2245" y="23805"/>
                </a:lnTo>
                <a:lnTo>
                  <a:pt x="2341" y="24124"/>
                </a:lnTo>
                <a:lnTo>
                  <a:pt x="2341" y="24269"/>
                </a:lnTo>
                <a:lnTo>
                  <a:pt x="2341" y="24472"/>
                </a:lnTo>
                <a:lnTo>
                  <a:pt x="2406" y="24791"/>
                </a:lnTo>
                <a:lnTo>
                  <a:pt x="2406" y="24936"/>
                </a:lnTo>
                <a:lnTo>
                  <a:pt x="2406" y="25139"/>
                </a:lnTo>
                <a:lnTo>
                  <a:pt x="2406" y="25458"/>
                </a:lnTo>
                <a:lnTo>
                  <a:pt x="2470" y="25603"/>
                </a:lnTo>
                <a:lnTo>
                  <a:pt x="2470" y="25806"/>
                </a:lnTo>
                <a:lnTo>
                  <a:pt x="2470" y="26124"/>
                </a:lnTo>
                <a:lnTo>
                  <a:pt x="2566" y="26269"/>
                </a:lnTo>
                <a:lnTo>
                  <a:pt x="2566" y="26443"/>
                </a:lnTo>
                <a:lnTo>
                  <a:pt x="2566" y="26588"/>
                </a:lnTo>
                <a:lnTo>
                  <a:pt x="2566" y="26791"/>
                </a:lnTo>
                <a:lnTo>
                  <a:pt x="2566" y="26936"/>
                </a:lnTo>
                <a:lnTo>
                  <a:pt x="2630" y="27110"/>
                </a:lnTo>
                <a:lnTo>
                  <a:pt x="2630" y="27255"/>
                </a:lnTo>
                <a:lnTo>
                  <a:pt x="2630" y="27458"/>
                </a:lnTo>
                <a:lnTo>
                  <a:pt x="2630" y="27719"/>
                </a:lnTo>
                <a:lnTo>
                  <a:pt x="2694" y="27922"/>
                </a:lnTo>
                <a:lnTo>
                  <a:pt x="2694" y="28067"/>
                </a:lnTo>
                <a:lnTo>
                  <a:pt x="2694" y="28241"/>
                </a:lnTo>
                <a:lnTo>
                  <a:pt x="2694" y="28386"/>
                </a:lnTo>
                <a:lnTo>
                  <a:pt x="2758" y="28589"/>
                </a:lnTo>
                <a:lnTo>
                  <a:pt x="2758" y="28908"/>
                </a:lnTo>
                <a:lnTo>
                  <a:pt x="2758" y="29053"/>
                </a:lnTo>
                <a:lnTo>
                  <a:pt x="2758" y="29256"/>
                </a:lnTo>
                <a:lnTo>
                  <a:pt x="2855" y="29575"/>
                </a:lnTo>
                <a:lnTo>
                  <a:pt x="2855" y="29720"/>
                </a:lnTo>
                <a:lnTo>
                  <a:pt x="2919" y="30039"/>
                </a:lnTo>
                <a:lnTo>
                  <a:pt x="2919" y="30184"/>
                </a:lnTo>
                <a:lnTo>
                  <a:pt x="2919" y="30387"/>
                </a:lnTo>
                <a:lnTo>
                  <a:pt x="2919" y="30706"/>
                </a:lnTo>
                <a:lnTo>
                  <a:pt x="2983" y="30851"/>
                </a:lnTo>
                <a:lnTo>
                  <a:pt x="2983" y="31054"/>
                </a:lnTo>
                <a:lnTo>
                  <a:pt x="2983" y="31373"/>
                </a:lnTo>
                <a:lnTo>
                  <a:pt x="3047" y="31518"/>
                </a:lnTo>
                <a:lnTo>
                  <a:pt x="3047" y="31837"/>
                </a:lnTo>
                <a:lnTo>
                  <a:pt x="3047" y="31982"/>
                </a:lnTo>
                <a:lnTo>
                  <a:pt x="3047" y="32185"/>
                </a:lnTo>
                <a:lnTo>
                  <a:pt x="3143" y="32504"/>
                </a:lnTo>
                <a:lnTo>
                  <a:pt x="3143" y="32648"/>
                </a:lnTo>
                <a:lnTo>
                  <a:pt x="3208" y="32967"/>
                </a:lnTo>
                <a:lnTo>
                  <a:pt x="3208" y="33112"/>
                </a:lnTo>
                <a:lnTo>
                  <a:pt x="3208" y="333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904292" y="3531406"/>
            <a:ext cx="3208" cy="29807"/>
          </a:xfrm>
          <a:custGeom>
            <a:avLst/>
            <a:gdLst/>
            <a:ahLst/>
            <a:cxnLst/>
            <a:rect l="l" t="t" r="r" b="b"/>
            <a:pathLst>
              <a:path w="3208" h="29807">
                <a:moveTo>
                  <a:pt x="0" y="0"/>
                </a:moveTo>
                <a:lnTo>
                  <a:pt x="0" y="202"/>
                </a:lnTo>
                <a:lnTo>
                  <a:pt x="64" y="347"/>
                </a:lnTo>
                <a:lnTo>
                  <a:pt x="64" y="666"/>
                </a:lnTo>
                <a:lnTo>
                  <a:pt x="64" y="811"/>
                </a:lnTo>
                <a:lnTo>
                  <a:pt x="160" y="1014"/>
                </a:lnTo>
                <a:lnTo>
                  <a:pt x="160" y="1275"/>
                </a:lnTo>
                <a:lnTo>
                  <a:pt x="160" y="1478"/>
                </a:lnTo>
                <a:lnTo>
                  <a:pt x="224" y="1797"/>
                </a:lnTo>
                <a:lnTo>
                  <a:pt x="224" y="1942"/>
                </a:lnTo>
                <a:lnTo>
                  <a:pt x="224" y="2145"/>
                </a:lnTo>
                <a:lnTo>
                  <a:pt x="224" y="2406"/>
                </a:lnTo>
                <a:lnTo>
                  <a:pt x="288" y="2609"/>
                </a:lnTo>
                <a:lnTo>
                  <a:pt x="288" y="2928"/>
                </a:lnTo>
                <a:lnTo>
                  <a:pt x="288" y="3073"/>
                </a:lnTo>
                <a:lnTo>
                  <a:pt x="352" y="3392"/>
                </a:lnTo>
                <a:lnTo>
                  <a:pt x="352" y="3537"/>
                </a:lnTo>
                <a:lnTo>
                  <a:pt x="352" y="3856"/>
                </a:lnTo>
                <a:lnTo>
                  <a:pt x="449" y="4001"/>
                </a:lnTo>
                <a:lnTo>
                  <a:pt x="449" y="4204"/>
                </a:lnTo>
                <a:lnTo>
                  <a:pt x="449" y="4465"/>
                </a:lnTo>
                <a:lnTo>
                  <a:pt x="513" y="4668"/>
                </a:lnTo>
                <a:lnTo>
                  <a:pt x="513" y="4987"/>
                </a:lnTo>
                <a:lnTo>
                  <a:pt x="513" y="5132"/>
                </a:lnTo>
                <a:lnTo>
                  <a:pt x="577" y="5451"/>
                </a:lnTo>
                <a:lnTo>
                  <a:pt x="577" y="5596"/>
                </a:lnTo>
                <a:lnTo>
                  <a:pt x="577" y="5741"/>
                </a:lnTo>
                <a:lnTo>
                  <a:pt x="577" y="5915"/>
                </a:lnTo>
                <a:lnTo>
                  <a:pt x="641" y="6060"/>
                </a:lnTo>
                <a:lnTo>
                  <a:pt x="641" y="6263"/>
                </a:lnTo>
                <a:lnTo>
                  <a:pt x="641" y="6523"/>
                </a:lnTo>
                <a:lnTo>
                  <a:pt x="641" y="6726"/>
                </a:lnTo>
                <a:lnTo>
                  <a:pt x="737" y="6987"/>
                </a:lnTo>
                <a:lnTo>
                  <a:pt x="737" y="7190"/>
                </a:lnTo>
                <a:lnTo>
                  <a:pt x="737" y="7335"/>
                </a:lnTo>
                <a:lnTo>
                  <a:pt x="802" y="7654"/>
                </a:lnTo>
                <a:lnTo>
                  <a:pt x="802" y="7799"/>
                </a:lnTo>
                <a:lnTo>
                  <a:pt x="802" y="8118"/>
                </a:lnTo>
                <a:lnTo>
                  <a:pt x="866" y="8263"/>
                </a:lnTo>
                <a:lnTo>
                  <a:pt x="866" y="8582"/>
                </a:lnTo>
                <a:lnTo>
                  <a:pt x="866" y="8727"/>
                </a:lnTo>
                <a:lnTo>
                  <a:pt x="962" y="9046"/>
                </a:lnTo>
                <a:lnTo>
                  <a:pt x="962" y="9191"/>
                </a:lnTo>
                <a:lnTo>
                  <a:pt x="962" y="9510"/>
                </a:lnTo>
                <a:lnTo>
                  <a:pt x="1026" y="9655"/>
                </a:lnTo>
                <a:lnTo>
                  <a:pt x="1026" y="9974"/>
                </a:lnTo>
                <a:lnTo>
                  <a:pt x="1026" y="10119"/>
                </a:lnTo>
                <a:lnTo>
                  <a:pt x="1090" y="10438"/>
                </a:lnTo>
                <a:lnTo>
                  <a:pt x="1090" y="10583"/>
                </a:lnTo>
                <a:lnTo>
                  <a:pt x="1090" y="10728"/>
                </a:lnTo>
                <a:lnTo>
                  <a:pt x="1090" y="10902"/>
                </a:lnTo>
                <a:lnTo>
                  <a:pt x="1154" y="11047"/>
                </a:lnTo>
                <a:lnTo>
                  <a:pt x="1154" y="11192"/>
                </a:lnTo>
                <a:lnTo>
                  <a:pt x="1154" y="11366"/>
                </a:lnTo>
                <a:lnTo>
                  <a:pt x="1154" y="11511"/>
                </a:lnTo>
                <a:lnTo>
                  <a:pt x="1154" y="11656"/>
                </a:lnTo>
                <a:lnTo>
                  <a:pt x="1251" y="11830"/>
                </a:lnTo>
                <a:lnTo>
                  <a:pt x="1251" y="11975"/>
                </a:lnTo>
                <a:lnTo>
                  <a:pt x="1251" y="12120"/>
                </a:lnTo>
                <a:lnTo>
                  <a:pt x="1315" y="12439"/>
                </a:lnTo>
                <a:lnTo>
                  <a:pt x="1315" y="12584"/>
                </a:lnTo>
                <a:lnTo>
                  <a:pt x="1315" y="12903"/>
                </a:lnTo>
                <a:lnTo>
                  <a:pt x="1315" y="13047"/>
                </a:lnTo>
                <a:lnTo>
                  <a:pt x="1379" y="13366"/>
                </a:lnTo>
                <a:lnTo>
                  <a:pt x="1379" y="13511"/>
                </a:lnTo>
                <a:lnTo>
                  <a:pt x="1475" y="13772"/>
                </a:lnTo>
                <a:lnTo>
                  <a:pt x="1475" y="13975"/>
                </a:lnTo>
                <a:lnTo>
                  <a:pt x="1475" y="14236"/>
                </a:lnTo>
                <a:lnTo>
                  <a:pt x="1475" y="14381"/>
                </a:lnTo>
                <a:lnTo>
                  <a:pt x="1539" y="14584"/>
                </a:lnTo>
                <a:lnTo>
                  <a:pt x="1539" y="14845"/>
                </a:lnTo>
                <a:lnTo>
                  <a:pt x="1539" y="15048"/>
                </a:lnTo>
                <a:lnTo>
                  <a:pt x="1604" y="15309"/>
                </a:lnTo>
                <a:lnTo>
                  <a:pt x="1604" y="15628"/>
                </a:lnTo>
                <a:lnTo>
                  <a:pt x="1604" y="15773"/>
                </a:lnTo>
                <a:lnTo>
                  <a:pt x="1668" y="16034"/>
                </a:lnTo>
                <a:lnTo>
                  <a:pt x="1668" y="16237"/>
                </a:lnTo>
                <a:lnTo>
                  <a:pt x="1764" y="16498"/>
                </a:lnTo>
                <a:lnTo>
                  <a:pt x="1764" y="16643"/>
                </a:lnTo>
                <a:lnTo>
                  <a:pt x="1764" y="16817"/>
                </a:lnTo>
                <a:lnTo>
                  <a:pt x="1764" y="16962"/>
                </a:lnTo>
                <a:lnTo>
                  <a:pt x="1764" y="17107"/>
                </a:lnTo>
                <a:lnTo>
                  <a:pt x="1828" y="17426"/>
                </a:lnTo>
                <a:lnTo>
                  <a:pt x="1828" y="17571"/>
                </a:lnTo>
                <a:lnTo>
                  <a:pt x="1828" y="17832"/>
                </a:lnTo>
                <a:lnTo>
                  <a:pt x="1892" y="18151"/>
                </a:lnTo>
                <a:lnTo>
                  <a:pt x="1892" y="18296"/>
                </a:lnTo>
                <a:lnTo>
                  <a:pt x="1892" y="18441"/>
                </a:lnTo>
                <a:lnTo>
                  <a:pt x="1956" y="18760"/>
                </a:lnTo>
                <a:lnTo>
                  <a:pt x="1956" y="18905"/>
                </a:lnTo>
                <a:lnTo>
                  <a:pt x="1956" y="19166"/>
                </a:lnTo>
                <a:lnTo>
                  <a:pt x="2053" y="19485"/>
                </a:lnTo>
                <a:lnTo>
                  <a:pt x="2053" y="19629"/>
                </a:lnTo>
                <a:lnTo>
                  <a:pt x="2117" y="19890"/>
                </a:lnTo>
                <a:lnTo>
                  <a:pt x="2117" y="20035"/>
                </a:lnTo>
                <a:lnTo>
                  <a:pt x="2117" y="20209"/>
                </a:lnTo>
                <a:lnTo>
                  <a:pt x="2117" y="20354"/>
                </a:lnTo>
                <a:lnTo>
                  <a:pt x="2117" y="20499"/>
                </a:lnTo>
                <a:lnTo>
                  <a:pt x="2181" y="20760"/>
                </a:lnTo>
                <a:lnTo>
                  <a:pt x="2181" y="20963"/>
                </a:lnTo>
                <a:lnTo>
                  <a:pt x="2277" y="21224"/>
                </a:lnTo>
                <a:lnTo>
                  <a:pt x="2277" y="21485"/>
                </a:lnTo>
                <a:lnTo>
                  <a:pt x="2277" y="21630"/>
                </a:lnTo>
                <a:lnTo>
                  <a:pt x="2277" y="21804"/>
                </a:lnTo>
                <a:lnTo>
                  <a:pt x="2341" y="21949"/>
                </a:lnTo>
                <a:lnTo>
                  <a:pt x="2341" y="22094"/>
                </a:lnTo>
                <a:lnTo>
                  <a:pt x="2341" y="22355"/>
                </a:lnTo>
                <a:lnTo>
                  <a:pt x="2406" y="22558"/>
                </a:lnTo>
                <a:lnTo>
                  <a:pt x="2406" y="22819"/>
                </a:lnTo>
                <a:lnTo>
                  <a:pt x="2406" y="23080"/>
                </a:lnTo>
                <a:lnTo>
                  <a:pt x="2470" y="23225"/>
                </a:lnTo>
                <a:lnTo>
                  <a:pt x="2470" y="23544"/>
                </a:lnTo>
                <a:lnTo>
                  <a:pt x="2470" y="23689"/>
                </a:lnTo>
                <a:lnTo>
                  <a:pt x="2566" y="23950"/>
                </a:lnTo>
                <a:lnTo>
                  <a:pt x="2566" y="24211"/>
                </a:lnTo>
                <a:lnTo>
                  <a:pt x="2566" y="24356"/>
                </a:lnTo>
                <a:lnTo>
                  <a:pt x="2630" y="24559"/>
                </a:lnTo>
                <a:lnTo>
                  <a:pt x="2630" y="24820"/>
                </a:lnTo>
                <a:lnTo>
                  <a:pt x="2630" y="25081"/>
                </a:lnTo>
                <a:lnTo>
                  <a:pt x="2694" y="25342"/>
                </a:lnTo>
                <a:lnTo>
                  <a:pt x="2694" y="25487"/>
                </a:lnTo>
                <a:lnTo>
                  <a:pt x="2694" y="25690"/>
                </a:lnTo>
                <a:lnTo>
                  <a:pt x="2790" y="25951"/>
                </a:lnTo>
                <a:lnTo>
                  <a:pt x="2790" y="26211"/>
                </a:lnTo>
                <a:lnTo>
                  <a:pt x="2855" y="26472"/>
                </a:lnTo>
                <a:lnTo>
                  <a:pt x="2855" y="26617"/>
                </a:lnTo>
                <a:lnTo>
                  <a:pt x="2855" y="26878"/>
                </a:lnTo>
                <a:lnTo>
                  <a:pt x="2919" y="27081"/>
                </a:lnTo>
                <a:lnTo>
                  <a:pt x="2919" y="27342"/>
                </a:lnTo>
                <a:lnTo>
                  <a:pt x="2919" y="27603"/>
                </a:lnTo>
                <a:lnTo>
                  <a:pt x="2983" y="27748"/>
                </a:lnTo>
                <a:lnTo>
                  <a:pt x="2983" y="28009"/>
                </a:lnTo>
                <a:lnTo>
                  <a:pt x="3079" y="28270"/>
                </a:lnTo>
                <a:lnTo>
                  <a:pt x="3079" y="28415"/>
                </a:lnTo>
                <a:lnTo>
                  <a:pt x="3079" y="28676"/>
                </a:lnTo>
                <a:lnTo>
                  <a:pt x="3079" y="28879"/>
                </a:lnTo>
                <a:lnTo>
                  <a:pt x="3143" y="29140"/>
                </a:lnTo>
                <a:lnTo>
                  <a:pt x="3143" y="29401"/>
                </a:lnTo>
                <a:lnTo>
                  <a:pt x="3208" y="29546"/>
                </a:lnTo>
                <a:lnTo>
                  <a:pt x="3208" y="2980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907501" y="3561213"/>
            <a:ext cx="3208" cy="23457"/>
          </a:xfrm>
          <a:custGeom>
            <a:avLst/>
            <a:gdLst/>
            <a:ahLst/>
            <a:cxnLst/>
            <a:rect l="l" t="t" r="r" b="b"/>
            <a:pathLst>
              <a:path w="3208" h="23457">
                <a:moveTo>
                  <a:pt x="0" y="0"/>
                </a:moveTo>
                <a:lnTo>
                  <a:pt x="0" y="260"/>
                </a:lnTo>
                <a:lnTo>
                  <a:pt x="64" y="521"/>
                </a:lnTo>
                <a:lnTo>
                  <a:pt x="64" y="666"/>
                </a:lnTo>
                <a:lnTo>
                  <a:pt x="160" y="927"/>
                </a:lnTo>
                <a:lnTo>
                  <a:pt x="160" y="1188"/>
                </a:lnTo>
                <a:lnTo>
                  <a:pt x="160" y="1333"/>
                </a:lnTo>
                <a:lnTo>
                  <a:pt x="224" y="1594"/>
                </a:lnTo>
                <a:lnTo>
                  <a:pt x="224" y="1855"/>
                </a:lnTo>
                <a:lnTo>
                  <a:pt x="224" y="2116"/>
                </a:lnTo>
                <a:lnTo>
                  <a:pt x="288" y="2261"/>
                </a:lnTo>
                <a:lnTo>
                  <a:pt x="288" y="2522"/>
                </a:lnTo>
                <a:lnTo>
                  <a:pt x="384" y="2783"/>
                </a:lnTo>
                <a:lnTo>
                  <a:pt x="384" y="2928"/>
                </a:lnTo>
                <a:lnTo>
                  <a:pt x="384" y="3189"/>
                </a:lnTo>
                <a:lnTo>
                  <a:pt x="449" y="3450"/>
                </a:lnTo>
                <a:lnTo>
                  <a:pt x="449" y="3595"/>
                </a:lnTo>
                <a:lnTo>
                  <a:pt x="449" y="3856"/>
                </a:lnTo>
                <a:lnTo>
                  <a:pt x="513" y="4117"/>
                </a:lnTo>
                <a:lnTo>
                  <a:pt x="513" y="4378"/>
                </a:lnTo>
                <a:lnTo>
                  <a:pt x="513" y="4523"/>
                </a:lnTo>
                <a:lnTo>
                  <a:pt x="577" y="4784"/>
                </a:lnTo>
                <a:lnTo>
                  <a:pt x="577" y="5045"/>
                </a:lnTo>
                <a:lnTo>
                  <a:pt x="673" y="5190"/>
                </a:lnTo>
                <a:lnTo>
                  <a:pt x="673" y="5451"/>
                </a:lnTo>
                <a:lnTo>
                  <a:pt x="673" y="5712"/>
                </a:lnTo>
                <a:lnTo>
                  <a:pt x="737" y="5915"/>
                </a:lnTo>
                <a:lnTo>
                  <a:pt x="737" y="6176"/>
                </a:lnTo>
                <a:lnTo>
                  <a:pt x="802" y="6321"/>
                </a:lnTo>
                <a:lnTo>
                  <a:pt x="802" y="6581"/>
                </a:lnTo>
                <a:lnTo>
                  <a:pt x="802" y="6842"/>
                </a:lnTo>
                <a:lnTo>
                  <a:pt x="866" y="7103"/>
                </a:lnTo>
                <a:lnTo>
                  <a:pt x="866" y="7248"/>
                </a:lnTo>
                <a:lnTo>
                  <a:pt x="962" y="7451"/>
                </a:lnTo>
                <a:lnTo>
                  <a:pt x="962" y="7712"/>
                </a:lnTo>
                <a:lnTo>
                  <a:pt x="962" y="7973"/>
                </a:lnTo>
                <a:lnTo>
                  <a:pt x="1026" y="8234"/>
                </a:lnTo>
                <a:lnTo>
                  <a:pt x="1026" y="8379"/>
                </a:lnTo>
                <a:lnTo>
                  <a:pt x="1026" y="8582"/>
                </a:lnTo>
                <a:lnTo>
                  <a:pt x="1090" y="8843"/>
                </a:lnTo>
                <a:lnTo>
                  <a:pt x="1090" y="9104"/>
                </a:lnTo>
                <a:lnTo>
                  <a:pt x="1186" y="9365"/>
                </a:lnTo>
                <a:lnTo>
                  <a:pt x="1186" y="9568"/>
                </a:lnTo>
                <a:lnTo>
                  <a:pt x="1186" y="9713"/>
                </a:lnTo>
                <a:lnTo>
                  <a:pt x="1251" y="9974"/>
                </a:lnTo>
                <a:lnTo>
                  <a:pt x="1251" y="10235"/>
                </a:lnTo>
                <a:lnTo>
                  <a:pt x="1315" y="10438"/>
                </a:lnTo>
                <a:lnTo>
                  <a:pt x="1315" y="10699"/>
                </a:lnTo>
                <a:lnTo>
                  <a:pt x="1315" y="10844"/>
                </a:lnTo>
                <a:lnTo>
                  <a:pt x="1379" y="11018"/>
                </a:lnTo>
                <a:lnTo>
                  <a:pt x="1379" y="11163"/>
                </a:lnTo>
                <a:lnTo>
                  <a:pt x="1379" y="11308"/>
                </a:lnTo>
                <a:lnTo>
                  <a:pt x="1475" y="11569"/>
                </a:lnTo>
                <a:lnTo>
                  <a:pt x="1475" y="11772"/>
                </a:lnTo>
                <a:lnTo>
                  <a:pt x="1539" y="12033"/>
                </a:lnTo>
                <a:lnTo>
                  <a:pt x="1539" y="12236"/>
                </a:lnTo>
                <a:lnTo>
                  <a:pt x="1604" y="12497"/>
                </a:lnTo>
                <a:lnTo>
                  <a:pt x="1604" y="12758"/>
                </a:lnTo>
                <a:lnTo>
                  <a:pt x="1604" y="12961"/>
                </a:lnTo>
                <a:lnTo>
                  <a:pt x="1700" y="13221"/>
                </a:lnTo>
                <a:lnTo>
                  <a:pt x="1700" y="13424"/>
                </a:lnTo>
                <a:lnTo>
                  <a:pt x="1764" y="13569"/>
                </a:lnTo>
                <a:lnTo>
                  <a:pt x="1764" y="13743"/>
                </a:lnTo>
                <a:lnTo>
                  <a:pt x="1764" y="13888"/>
                </a:lnTo>
                <a:lnTo>
                  <a:pt x="1764" y="14033"/>
                </a:lnTo>
                <a:lnTo>
                  <a:pt x="1828" y="14207"/>
                </a:lnTo>
                <a:lnTo>
                  <a:pt x="1828" y="14352"/>
                </a:lnTo>
                <a:lnTo>
                  <a:pt x="1828" y="14497"/>
                </a:lnTo>
                <a:lnTo>
                  <a:pt x="1892" y="14700"/>
                </a:lnTo>
                <a:lnTo>
                  <a:pt x="1892" y="14961"/>
                </a:lnTo>
                <a:lnTo>
                  <a:pt x="1988" y="15164"/>
                </a:lnTo>
                <a:lnTo>
                  <a:pt x="1988" y="15425"/>
                </a:lnTo>
                <a:lnTo>
                  <a:pt x="1988" y="15628"/>
                </a:lnTo>
                <a:lnTo>
                  <a:pt x="2053" y="15889"/>
                </a:lnTo>
                <a:lnTo>
                  <a:pt x="2053" y="16092"/>
                </a:lnTo>
                <a:lnTo>
                  <a:pt x="2117" y="16295"/>
                </a:lnTo>
                <a:lnTo>
                  <a:pt x="2117" y="16556"/>
                </a:lnTo>
                <a:lnTo>
                  <a:pt x="2181" y="16759"/>
                </a:lnTo>
                <a:lnTo>
                  <a:pt x="2181" y="16933"/>
                </a:lnTo>
                <a:lnTo>
                  <a:pt x="2181" y="17078"/>
                </a:lnTo>
                <a:lnTo>
                  <a:pt x="2277" y="17223"/>
                </a:lnTo>
                <a:lnTo>
                  <a:pt x="2277" y="17426"/>
                </a:lnTo>
                <a:lnTo>
                  <a:pt x="2277" y="17600"/>
                </a:lnTo>
                <a:lnTo>
                  <a:pt x="2341" y="17745"/>
                </a:lnTo>
                <a:lnTo>
                  <a:pt x="2341" y="17890"/>
                </a:lnTo>
                <a:lnTo>
                  <a:pt x="2341" y="18064"/>
                </a:lnTo>
                <a:lnTo>
                  <a:pt x="2406" y="18209"/>
                </a:lnTo>
                <a:lnTo>
                  <a:pt x="2406" y="18412"/>
                </a:lnTo>
                <a:lnTo>
                  <a:pt x="2406" y="18557"/>
                </a:lnTo>
                <a:lnTo>
                  <a:pt x="2502" y="18731"/>
                </a:lnTo>
                <a:lnTo>
                  <a:pt x="2502" y="18934"/>
                </a:lnTo>
                <a:lnTo>
                  <a:pt x="2502" y="19079"/>
                </a:lnTo>
                <a:lnTo>
                  <a:pt x="2566" y="19282"/>
                </a:lnTo>
                <a:lnTo>
                  <a:pt x="2566" y="19485"/>
                </a:lnTo>
                <a:lnTo>
                  <a:pt x="2630" y="19687"/>
                </a:lnTo>
                <a:lnTo>
                  <a:pt x="2630" y="19948"/>
                </a:lnTo>
                <a:lnTo>
                  <a:pt x="2630" y="20151"/>
                </a:lnTo>
                <a:lnTo>
                  <a:pt x="2694" y="20325"/>
                </a:lnTo>
                <a:lnTo>
                  <a:pt x="2694" y="20528"/>
                </a:lnTo>
                <a:lnTo>
                  <a:pt x="2790" y="20673"/>
                </a:lnTo>
                <a:lnTo>
                  <a:pt x="2790" y="20876"/>
                </a:lnTo>
                <a:lnTo>
                  <a:pt x="2790" y="21079"/>
                </a:lnTo>
                <a:lnTo>
                  <a:pt x="2855" y="21282"/>
                </a:lnTo>
                <a:lnTo>
                  <a:pt x="2855" y="21456"/>
                </a:lnTo>
                <a:lnTo>
                  <a:pt x="2919" y="21601"/>
                </a:lnTo>
                <a:lnTo>
                  <a:pt x="2919" y="21804"/>
                </a:lnTo>
                <a:lnTo>
                  <a:pt x="2919" y="22007"/>
                </a:lnTo>
                <a:lnTo>
                  <a:pt x="3015" y="22210"/>
                </a:lnTo>
                <a:lnTo>
                  <a:pt x="3015" y="22413"/>
                </a:lnTo>
                <a:lnTo>
                  <a:pt x="3079" y="22587"/>
                </a:lnTo>
                <a:lnTo>
                  <a:pt x="3079" y="22790"/>
                </a:lnTo>
                <a:lnTo>
                  <a:pt x="3143" y="22993"/>
                </a:lnTo>
                <a:lnTo>
                  <a:pt x="3143" y="23196"/>
                </a:lnTo>
                <a:lnTo>
                  <a:pt x="3208" y="2339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910709" y="3584671"/>
            <a:ext cx="3208" cy="15048"/>
          </a:xfrm>
          <a:custGeom>
            <a:avLst/>
            <a:gdLst/>
            <a:ahLst/>
            <a:cxnLst/>
            <a:rect l="l" t="t" r="r" b="b"/>
            <a:pathLst>
              <a:path w="3208" h="15048">
                <a:moveTo>
                  <a:pt x="0" y="0"/>
                </a:moveTo>
                <a:lnTo>
                  <a:pt x="0" y="144"/>
                </a:lnTo>
                <a:lnTo>
                  <a:pt x="0" y="347"/>
                </a:lnTo>
                <a:lnTo>
                  <a:pt x="96" y="550"/>
                </a:lnTo>
                <a:lnTo>
                  <a:pt x="96" y="724"/>
                </a:lnTo>
                <a:lnTo>
                  <a:pt x="160" y="869"/>
                </a:lnTo>
                <a:lnTo>
                  <a:pt x="160" y="1014"/>
                </a:lnTo>
                <a:lnTo>
                  <a:pt x="160" y="1217"/>
                </a:lnTo>
                <a:lnTo>
                  <a:pt x="224" y="1391"/>
                </a:lnTo>
                <a:lnTo>
                  <a:pt x="224" y="1536"/>
                </a:lnTo>
                <a:lnTo>
                  <a:pt x="224" y="1681"/>
                </a:lnTo>
                <a:lnTo>
                  <a:pt x="288" y="1855"/>
                </a:lnTo>
                <a:lnTo>
                  <a:pt x="288" y="2058"/>
                </a:lnTo>
                <a:lnTo>
                  <a:pt x="384" y="2203"/>
                </a:lnTo>
                <a:lnTo>
                  <a:pt x="384" y="2348"/>
                </a:lnTo>
                <a:lnTo>
                  <a:pt x="384" y="2522"/>
                </a:lnTo>
                <a:lnTo>
                  <a:pt x="449" y="2667"/>
                </a:lnTo>
                <a:lnTo>
                  <a:pt x="449" y="2812"/>
                </a:lnTo>
                <a:lnTo>
                  <a:pt x="513" y="2986"/>
                </a:lnTo>
                <a:lnTo>
                  <a:pt x="513" y="3131"/>
                </a:lnTo>
                <a:lnTo>
                  <a:pt x="513" y="3276"/>
                </a:lnTo>
                <a:lnTo>
                  <a:pt x="609" y="3537"/>
                </a:lnTo>
                <a:lnTo>
                  <a:pt x="673" y="3798"/>
                </a:lnTo>
                <a:lnTo>
                  <a:pt x="673" y="3943"/>
                </a:lnTo>
                <a:lnTo>
                  <a:pt x="673" y="4117"/>
                </a:lnTo>
                <a:lnTo>
                  <a:pt x="737" y="4320"/>
                </a:lnTo>
                <a:lnTo>
                  <a:pt x="737" y="4465"/>
                </a:lnTo>
                <a:lnTo>
                  <a:pt x="802" y="4668"/>
                </a:lnTo>
                <a:lnTo>
                  <a:pt x="802" y="4871"/>
                </a:lnTo>
                <a:lnTo>
                  <a:pt x="898" y="5132"/>
                </a:lnTo>
                <a:lnTo>
                  <a:pt x="962" y="5335"/>
                </a:lnTo>
                <a:lnTo>
                  <a:pt x="962" y="5538"/>
                </a:lnTo>
                <a:lnTo>
                  <a:pt x="962" y="5712"/>
                </a:lnTo>
                <a:lnTo>
                  <a:pt x="1026" y="5857"/>
                </a:lnTo>
                <a:lnTo>
                  <a:pt x="1026" y="6060"/>
                </a:lnTo>
                <a:lnTo>
                  <a:pt x="1090" y="6205"/>
                </a:lnTo>
                <a:lnTo>
                  <a:pt x="1090" y="6379"/>
                </a:lnTo>
                <a:lnTo>
                  <a:pt x="1186" y="6523"/>
                </a:lnTo>
                <a:lnTo>
                  <a:pt x="1186" y="6726"/>
                </a:lnTo>
                <a:lnTo>
                  <a:pt x="1251" y="6929"/>
                </a:lnTo>
                <a:lnTo>
                  <a:pt x="1251" y="7132"/>
                </a:lnTo>
                <a:lnTo>
                  <a:pt x="1315" y="7335"/>
                </a:lnTo>
                <a:lnTo>
                  <a:pt x="1315" y="7509"/>
                </a:lnTo>
                <a:lnTo>
                  <a:pt x="1411" y="7654"/>
                </a:lnTo>
                <a:lnTo>
                  <a:pt x="1411" y="7799"/>
                </a:lnTo>
                <a:lnTo>
                  <a:pt x="1475" y="7973"/>
                </a:lnTo>
                <a:lnTo>
                  <a:pt x="1475" y="8118"/>
                </a:lnTo>
                <a:lnTo>
                  <a:pt x="1475" y="8321"/>
                </a:lnTo>
                <a:lnTo>
                  <a:pt x="1539" y="8524"/>
                </a:lnTo>
                <a:lnTo>
                  <a:pt x="1604" y="8727"/>
                </a:lnTo>
                <a:lnTo>
                  <a:pt x="1604" y="8930"/>
                </a:lnTo>
                <a:lnTo>
                  <a:pt x="1700" y="9104"/>
                </a:lnTo>
                <a:lnTo>
                  <a:pt x="1700" y="9249"/>
                </a:lnTo>
                <a:lnTo>
                  <a:pt x="1764" y="9394"/>
                </a:lnTo>
                <a:lnTo>
                  <a:pt x="1764" y="9568"/>
                </a:lnTo>
                <a:lnTo>
                  <a:pt x="1828" y="9713"/>
                </a:lnTo>
                <a:lnTo>
                  <a:pt x="1828" y="9858"/>
                </a:lnTo>
                <a:lnTo>
                  <a:pt x="1924" y="10061"/>
                </a:lnTo>
                <a:lnTo>
                  <a:pt x="1924" y="10322"/>
                </a:lnTo>
                <a:lnTo>
                  <a:pt x="1988" y="10525"/>
                </a:lnTo>
                <a:lnTo>
                  <a:pt x="2053" y="10699"/>
                </a:lnTo>
                <a:lnTo>
                  <a:pt x="2053" y="10844"/>
                </a:lnTo>
                <a:lnTo>
                  <a:pt x="2117" y="10989"/>
                </a:lnTo>
                <a:lnTo>
                  <a:pt x="2117" y="11192"/>
                </a:lnTo>
                <a:lnTo>
                  <a:pt x="2213" y="11366"/>
                </a:lnTo>
                <a:lnTo>
                  <a:pt x="2213" y="11511"/>
                </a:lnTo>
                <a:lnTo>
                  <a:pt x="2277" y="11656"/>
                </a:lnTo>
                <a:lnTo>
                  <a:pt x="2277" y="11830"/>
                </a:lnTo>
                <a:lnTo>
                  <a:pt x="2341" y="11975"/>
                </a:lnTo>
                <a:lnTo>
                  <a:pt x="2341" y="12120"/>
                </a:lnTo>
                <a:lnTo>
                  <a:pt x="2406" y="12323"/>
                </a:lnTo>
                <a:lnTo>
                  <a:pt x="2502" y="12497"/>
                </a:lnTo>
                <a:lnTo>
                  <a:pt x="2502" y="12642"/>
                </a:lnTo>
                <a:lnTo>
                  <a:pt x="2566" y="12787"/>
                </a:lnTo>
                <a:lnTo>
                  <a:pt x="2566" y="12961"/>
                </a:lnTo>
                <a:lnTo>
                  <a:pt x="2630" y="13105"/>
                </a:lnTo>
                <a:lnTo>
                  <a:pt x="2630" y="13250"/>
                </a:lnTo>
                <a:lnTo>
                  <a:pt x="2726" y="13424"/>
                </a:lnTo>
                <a:lnTo>
                  <a:pt x="2790" y="13569"/>
                </a:lnTo>
                <a:lnTo>
                  <a:pt x="2790" y="13714"/>
                </a:lnTo>
                <a:lnTo>
                  <a:pt x="2855" y="13917"/>
                </a:lnTo>
                <a:lnTo>
                  <a:pt x="2919" y="14091"/>
                </a:lnTo>
                <a:lnTo>
                  <a:pt x="2919" y="14236"/>
                </a:lnTo>
                <a:lnTo>
                  <a:pt x="3015" y="14381"/>
                </a:lnTo>
                <a:lnTo>
                  <a:pt x="3079" y="14555"/>
                </a:lnTo>
                <a:lnTo>
                  <a:pt x="3079" y="14700"/>
                </a:lnTo>
                <a:lnTo>
                  <a:pt x="3143" y="14845"/>
                </a:lnTo>
                <a:lnTo>
                  <a:pt x="3208" y="15048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913917" y="3599719"/>
            <a:ext cx="3143" cy="4987"/>
          </a:xfrm>
          <a:custGeom>
            <a:avLst/>
            <a:gdLst/>
            <a:ahLst/>
            <a:cxnLst/>
            <a:rect l="l" t="t" r="r" b="b"/>
            <a:pathLst>
              <a:path w="3143" h="4987">
                <a:moveTo>
                  <a:pt x="0" y="0"/>
                </a:moveTo>
                <a:lnTo>
                  <a:pt x="0" y="173"/>
                </a:lnTo>
                <a:lnTo>
                  <a:pt x="96" y="318"/>
                </a:lnTo>
                <a:lnTo>
                  <a:pt x="160" y="463"/>
                </a:lnTo>
                <a:lnTo>
                  <a:pt x="160" y="637"/>
                </a:lnTo>
                <a:lnTo>
                  <a:pt x="224" y="782"/>
                </a:lnTo>
                <a:lnTo>
                  <a:pt x="320" y="927"/>
                </a:lnTo>
                <a:lnTo>
                  <a:pt x="384" y="1130"/>
                </a:lnTo>
                <a:lnTo>
                  <a:pt x="449" y="1304"/>
                </a:lnTo>
                <a:lnTo>
                  <a:pt x="449" y="1449"/>
                </a:lnTo>
                <a:lnTo>
                  <a:pt x="513" y="1594"/>
                </a:lnTo>
                <a:lnTo>
                  <a:pt x="609" y="1768"/>
                </a:lnTo>
                <a:lnTo>
                  <a:pt x="673" y="1913"/>
                </a:lnTo>
                <a:lnTo>
                  <a:pt x="673" y="2058"/>
                </a:lnTo>
                <a:lnTo>
                  <a:pt x="834" y="2261"/>
                </a:lnTo>
                <a:lnTo>
                  <a:pt x="898" y="2435"/>
                </a:lnTo>
                <a:lnTo>
                  <a:pt x="962" y="2580"/>
                </a:lnTo>
                <a:lnTo>
                  <a:pt x="962" y="2725"/>
                </a:lnTo>
                <a:lnTo>
                  <a:pt x="1026" y="2899"/>
                </a:lnTo>
                <a:lnTo>
                  <a:pt x="1186" y="3044"/>
                </a:lnTo>
                <a:lnTo>
                  <a:pt x="1186" y="3189"/>
                </a:lnTo>
                <a:lnTo>
                  <a:pt x="1315" y="3305"/>
                </a:lnTo>
                <a:lnTo>
                  <a:pt x="1315" y="3450"/>
                </a:lnTo>
                <a:lnTo>
                  <a:pt x="1475" y="3566"/>
                </a:lnTo>
                <a:lnTo>
                  <a:pt x="1475" y="3711"/>
                </a:lnTo>
                <a:lnTo>
                  <a:pt x="1636" y="3856"/>
                </a:lnTo>
                <a:lnTo>
                  <a:pt x="1700" y="3914"/>
                </a:lnTo>
                <a:lnTo>
                  <a:pt x="1700" y="3972"/>
                </a:lnTo>
                <a:lnTo>
                  <a:pt x="1764" y="4117"/>
                </a:lnTo>
                <a:lnTo>
                  <a:pt x="1828" y="4117"/>
                </a:lnTo>
                <a:lnTo>
                  <a:pt x="1924" y="4320"/>
                </a:lnTo>
                <a:lnTo>
                  <a:pt x="1988" y="4320"/>
                </a:lnTo>
                <a:lnTo>
                  <a:pt x="2149" y="4494"/>
                </a:lnTo>
                <a:lnTo>
                  <a:pt x="2277" y="4639"/>
                </a:lnTo>
                <a:lnTo>
                  <a:pt x="2438" y="4697"/>
                </a:lnTo>
                <a:lnTo>
                  <a:pt x="2502" y="4842"/>
                </a:lnTo>
                <a:lnTo>
                  <a:pt x="2630" y="4842"/>
                </a:lnTo>
                <a:lnTo>
                  <a:pt x="2790" y="4900"/>
                </a:lnTo>
                <a:lnTo>
                  <a:pt x="2951" y="4987"/>
                </a:lnTo>
                <a:lnTo>
                  <a:pt x="3079" y="4987"/>
                </a:lnTo>
                <a:lnTo>
                  <a:pt x="3143" y="4987"/>
                </a:lnTo>
              </a:path>
            </a:pathLst>
          </a:custGeom>
          <a:ln w="4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917060" y="3598849"/>
            <a:ext cx="3240" cy="5857"/>
          </a:xfrm>
          <a:custGeom>
            <a:avLst/>
            <a:gdLst/>
            <a:ahLst/>
            <a:cxnLst/>
            <a:rect l="l" t="t" r="r" b="b"/>
            <a:pathLst>
              <a:path w="3240" h="5857">
                <a:moveTo>
                  <a:pt x="0" y="5857"/>
                </a:moveTo>
                <a:lnTo>
                  <a:pt x="0" y="5857"/>
                </a:lnTo>
                <a:lnTo>
                  <a:pt x="160" y="5857"/>
                </a:lnTo>
                <a:lnTo>
                  <a:pt x="288" y="5770"/>
                </a:lnTo>
                <a:lnTo>
                  <a:pt x="384" y="5770"/>
                </a:lnTo>
                <a:lnTo>
                  <a:pt x="513" y="5654"/>
                </a:lnTo>
                <a:lnTo>
                  <a:pt x="673" y="5567"/>
                </a:lnTo>
                <a:lnTo>
                  <a:pt x="802" y="5451"/>
                </a:lnTo>
                <a:lnTo>
                  <a:pt x="898" y="5306"/>
                </a:lnTo>
                <a:lnTo>
                  <a:pt x="1026" y="5248"/>
                </a:lnTo>
                <a:lnTo>
                  <a:pt x="1122" y="5103"/>
                </a:lnTo>
                <a:lnTo>
                  <a:pt x="1251" y="4900"/>
                </a:lnTo>
                <a:lnTo>
                  <a:pt x="1315" y="4784"/>
                </a:lnTo>
                <a:lnTo>
                  <a:pt x="1411" y="4639"/>
                </a:lnTo>
                <a:lnTo>
                  <a:pt x="1475" y="4581"/>
                </a:lnTo>
                <a:lnTo>
                  <a:pt x="1539" y="4436"/>
                </a:lnTo>
                <a:lnTo>
                  <a:pt x="1604" y="4233"/>
                </a:lnTo>
                <a:lnTo>
                  <a:pt x="1764" y="4117"/>
                </a:lnTo>
                <a:lnTo>
                  <a:pt x="1764" y="3972"/>
                </a:lnTo>
                <a:lnTo>
                  <a:pt x="1924" y="3769"/>
                </a:lnTo>
                <a:lnTo>
                  <a:pt x="1988" y="3595"/>
                </a:lnTo>
                <a:lnTo>
                  <a:pt x="2053" y="3450"/>
                </a:lnTo>
                <a:lnTo>
                  <a:pt x="2053" y="3305"/>
                </a:lnTo>
                <a:lnTo>
                  <a:pt x="2213" y="3131"/>
                </a:lnTo>
                <a:lnTo>
                  <a:pt x="2213" y="2986"/>
                </a:lnTo>
                <a:lnTo>
                  <a:pt x="2277" y="2841"/>
                </a:lnTo>
                <a:lnTo>
                  <a:pt x="2341" y="2638"/>
                </a:lnTo>
                <a:lnTo>
                  <a:pt x="2438" y="2464"/>
                </a:lnTo>
                <a:lnTo>
                  <a:pt x="2502" y="2319"/>
                </a:lnTo>
                <a:lnTo>
                  <a:pt x="2566" y="2174"/>
                </a:lnTo>
                <a:lnTo>
                  <a:pt x="2630" y="2000"/>
                </a:lnTo>
                <a:lnTo>
                  <a:pt x="2630" y="1855"/>
                </a:lnTo>
                <a:lnTo>
                  <a:pt x="2726" y="1710"/>
                </a:lnTo>
                <a:lnTo>
                  <a:pt x="2790" y="1507"/>
                </a:lnTo>
                <a:lnTo>
                  <a:pt x="2855" y="1333"/>
                </a:lnTo>
                <a:lnTo>
                  <a:pt x="2855" y="1188"/>
                </a:lnTo>
                <a:lnTo>
                  <a:pt x="2919" y="1043"/>
                </a:lnTo>
                <a:lnTo>
                  <a:pt x="3015" y="869"/>
                </a:lnTo>
                <a:lnTo>
                  <a:pt x="3015" y="724"/>
                </a:lnTo>
                <a:lnTo>
                  <a:pt x="3079" y="579"/>
                </a:lnTo>
                <a:lnTo>
                  <a:pt x="3143" y="376"/>
                </a:lnTo>
                <a:lnTo>
                  <a:pt x="3143" y="202"/>
                </a:lnTo>
                <a:lnTo>
                  <a:pt x="3240" y="57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920301" y="3582293"/>
            <a:ext cx="3208" cy="16556"/>
          </a:xfrm>
          <a:custGeom>
            <a:avLst/>
            <a:gdLst/>
            <a:ahLst/>
            <a:cxnLst/>
            <a:rect l="l" t="t" r="r" b="b"/>
            <a:pathLst>
              <a:path w="3208" h="16556">
                <a:moveTo>
                  <a:pt x="0" y="16556"/>
                </a:moveTo>
                <a:lnTo>
                  <a:pt x="64" y="16411"/>
                </a:lnTo>
                <a:lnTo>
                  <a:pt x="64" y="16208"/>
                </a:lnTo>
                <a:lnTo>
                  <a:pt x="128" y="16005"/>
                </a:lnTo>
                <a:lnTo>
                  <a:pt x="192" y="15802"/>
                </a:lnTo>
                <a:lnTo>
                  <a:pt x="288" y="15628"/>
                </a:lnTo>
                <a:lnTo>
                  <a:pt x="288" y="15483"/>
                </a:lnTo>
                <a:lnTo>
                  <a:pt x="288" y="15338"/>
                </a:lnTo>
                <a:lnTo>
                  <a:pt x="352" y="15164"/>
                </a:lnTo>
                <a:lnTo>
                  <a:pt x="417" y="15019"/>
                </a:lnTo>
                <a:lnTo>
                  <a:pt x="417" y="14874"/>
                </a:lnTo>
                <a:lnTo>
                  <a:pt x="481" y="14700"/>
                </a:lnTo>
                <a:lnTo>
                  <a:pt x="481" y="14555"/>
                </a:lnTo>
                <a:lnTo>
                  <a:pt x="577" y="14410"/>
                </a:lnTo>
                <a:lnTo>
                  <a:pt x="577" y="14207"/>
                </a:lnTo>
                <a:lnTo>
                  <a:pt x="641" y="14033"/>
                </a:lnTo>
                <a:lnTo>
                  <a:pt x="705" y="13888"/>
                </a:lnTo>
                <a:lnTo>
                  <a:pt x="705" y="13685"/>
                </a:lnTo>
                <a:lnTo>
                  <a:pt x="802" y="13482"/>
                </a:lnTo>
                <a:lnTo>
                  <a:pt x="802" y="13279"/>
                </a:lnTo>
                <a:lnTo>
                  <a:pt x="866" y="13076"/>
                </a:lnTo>
                <a:lnTo>
                  <a:pt x="930" y="12903"/>
                </a:lnTo>
                <a:lnTo>
                  <a:pt x="930" y="12758"/>
                </a:lnTo>
                <a:lnTo>
                  <a:pt x="930" y="12613"/>
                </a:lnTo>
                <a:lnTo>
                  <a:pt x="994" y="12439"/>
                </a:lnTo>
                <a:lnTo>
                  <a:pt x="994" y="12294"/>
                </a:lnTo>
                <a:lnTo>
                  <a:pt x="1090" y="12149"/>
                </a:lnTo>
                <a:lnTo>
                  <a:pt x="1090" y="11946"/>
                </a:lnTo>
                <a:lnTo>
                  <a:pt x="1154" y="11772"/>
                </a:lnTo>
                <a:lnTo>
                  <a:pt x="1154" y="11627"/>
                </a:lnTo>
                <a:lnTo>
                  <a:pt x="1219" y="11424"/>
                </a:lnTo>
                <a:lnTo>
                  <a:pt x="1219" y="11221"/>
                </a:lnTo>
                <a:lnTo>
                  <a:pt x="1315" y="10960"/>
                </a:lnTo>
                <a:lnTo>
                  <a:pt x="1379" y="10815"/>
                </a:lnTo>
                <a:lnTo>
                  <a:pt x="1379" y="10554"/>
                </a:lnTo>
                <a:lnTo>
                  <a:pt x="1443" y="10351"/>
                </a:lnTo>
                <a:lnTo>
                  <a:pt x="1443" y="10177"/>
                </a:lnTo>
                <a:lnTo>
                  <a:pt x="1507" y="10032"/>
                </a:lnTo>
                <a:lnTo>
                  <a:pt x="1507" y="9829"/>
                </a:lnTo>
                <a:lnTo>
                  <a:pt x="1604" y="9626"/>
                </a:lnTo>
                <a:lnTo>
                  <a:pt x="1604" y="9423"/>
                </a:lnTo>
                <a:lnTo>
                  <a:pt x="1668" y="9162"/>
                </a:lnTo>
                <a:lnTo>
                  <a:pt x="1732" y="8901"/>
                </a:lnTo>
                <a:lnTo>
                  <a:pt x="1732" y="8756"/>
                </a:lnTo>
                <a:lnTo>
                  <a:pt x="1796" y="8582"/>
                </a:lnTo>
                <a:lnTo>
                  <a:pt x="1796" y="8437"/>
                </a:lnTo>
                <a:lnTo>
                  <a:pt x="1796" y="8292"/>
                </a:lnTo>
                <a:lnTo>
                  <a:pt x="1892" y="8031"/>
                </a:lnTo>
                <a:lnTo>
                  <a:pt x="1892" y="7770"/>
                </a:lnTo>
                <a:lnTo>
                  <a:pt x="1956" y="7625"/>
                </a:lnTo>
                <a:lnTo>
                  <a:pt x="1956" y="7451"/>
                </a:lnTo>
                <a:lnTo>
                  <a:pt x="2021" y="7248"/>
                </a:lnTo>
                <a:lnTo>
                  <a:pt x="2021" y="7103"/>
                </a:lnTo>
                <a:lnTo>
                  <a:pt x="2021" y="6958"/>
                </a:lnTo>
                <a:lnTo>
                  <a:pt x="2117" y="6697"/>
                </a:lnTo>
                <a:lnTo>
                  <a:pt x="2181" y="6495"/>
                </a:lnTo>
                <a:lnTo>
                  <a:pt x="2181" y="6234"/>
                </a:lnTo>
                <a:lnTo>
                  <a:pt x="2245" y="6031"/>
                </a:lnTo>
                <a:lnTo>
                  <a:pt x="2245" y="5770"/>
                </a:lnTo>
                <a:lnTo>
                  <a:pt x="2309" y="5567"/>
                </a:lnTo>
                <a:lnTo>
                  <a:pt x="2309" y="5364"/>
                </a:lnTo>
                <a:lnTo>
                  <a:pt x="2406" y="5103"/>
                </a:lnTo>
                <a:lnTo>
                  <a:pt x="2406" y="4900"/>
                </a:lnTo>
                <a:lnTo>
                  <a:pt x="2470" y="4726"/>
                </a:lnTo>
                <a:lnTo>
                  <a:pt x="2470" y="4523"/>
                </a:lnTo>
                <a:lnTo>
                  <a:pt x="2534" y="4320"/>
                </a:lnTo>
                <a:lnTo>
                  <a:pt x="2534" y="4117"/>
                </a:lnTo>
                <a:lnTo>
                  <a:pt x="2630" y="3914"/>
                </a:lnTo>
                <a:lnTo>
                  <a:pt x="2630" y="3711"/>
                </a:lnTo>
                <a:lnTo>
                  <a:pt x="2630" y="3508"/>
                </a:lnTo>
                <a:lnTo>
                  <a:pt x="2694" y="3305"/>
                </a:lnTo>
                <a:lnTo>
                  <a:pt x="2694" y="3102"/>
                </a:lnTo>
                <a:lnTo>
                  <a:pt x="2758" y="2928"/>
                </a:lnTo>
                <a:lnTo>
                  <a:pt x="2758" y="2725"/>
                </a:lnTo>
                <a:lnTo>
                  <a:pt x="2823" y="2522"/>
                </a:lnTo>
                <a:lnTo>
                  <a:pt x="2823" y="2319"/>
                </a:lnTo>
                <a:lnTo>
                  <a:pt x="2823" y="2174"/>
                </a:lnTo>
                <a:lnTo>
                  <a:pt x="2919" y="1971"/>
                </a:lnTo>
                <a:lnTo>
                  <a:pt x="2919" y="1797"/>
                </a:lnTo>
                <a:lnTo>
                  <a:pt x="2983" y="1594"/>
                </a:lnTo>
                <a:lnTo>
                  <a:pt x="2983" y="1449"/>
                </a:lnTo>
                <a:lnTo>
                  <a:pt x="2983" y="1246"/>
                </a:lnTo>
                <a:lnTo>
                  <a:pt x="3047" y="1043"/>
                </a:lnTo>
                <a:lnTo>
                  <a:pt x="3047" y="840"/>
                </a:lnTo>
                <a:lnTo>
                  <a:pt x="3111" y="666"/>
                </a:lnTo>
                <a:lnTo>
                  <a:pt x="3111" y="521"/>
                </a:lnTo>
                <a:lnTo>
                  <a:pt x="3111" y="376"/>
                </a:lnTo>
                <a:lnTo>
                  <a:pt x="3111" y="202"/>
                </a:lnTo>
                <a:lnTo>
                  <a:pt x="3208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923509" y="3556023"/>
            <a:ext cx="3208" cy="26269"/>
          </a:xfrm>
          <a:custGeom>
            <a:avLst/>
            <a:gdLst/>
            <a:ahLst/>
            <a:cxnLst/>
            <a:rect l="l" t="t" r="r" b="b"/>
            <a:pathLst>
              <a:path w="3208" h="26269">
                <a:moveTo>
                  <a:pt x="0" y="26269"/>
                </a:moveTo>
                <a:lnTo>
                  <a:pt x="0" y="26124"/>
                </a:lnTo>
                <a:lnTo>
                  <a:pt x="64" y="25922"/>
                </a:lnTo>
                <a:lnTo>
                  <a:pt x="64" y="25719"/>
                </a:lnTo>
                <a:lnTo>
                  <a:pt x="64" y="25458"/>
                </a:lnTo>
                <a:lnTo>
                  <a:pt x="128" y="25255"/>
                </a:lnTo>
                <a:lnTo>
                  <a:pt x="128" y="25052"/>
                </a:lnTo>
                <a:lnTo>
                  <a:pt x="224" y="24791"/>
                </a:lnTo>
                <a:lnTo>
                  <a:pt x="224" y="24588"/>
                </a:lnTo>
                <a:lnTo>
                  <a:pt x="288" y="24385"/>
                </a:lnTo>
                <a:lnTo>
                  <a:pt x="288" y="24124"/>
                </a:lnTo>
                <a:lnTo>
                  <a:pt x="288" y="23921"/>
                </a:lnTo>
                <a:lnTo>
                  <a:pt x="352" y="23660"/>
                </a:lnTo>
                <a:lnTo>
                  <a:pt x="352" y="23457"/>
                </a:lnTo>
                <a:lnTo>
                  <a:pt x="417" y="23196"/>
                </a:lnTo>
                <a:lnTo>
                  <a:pt x="417" y="22993"/>
                </a:lnTo>
                <a:lnTo>
                  <a:pt x="513" y="22732"/>
                </a:lnTo>
                <a:lnTo>
                  <a:pt x="513" y="22529"/>
                </a:lnTo>
                <a:lnTo>
                  <a:pt x="577" y="22268"/>
                </a:lnTo>
                <a:lnTo>
                  <a:pt x="577" y="22065"/>
                </a:lnTo>
                <a:lnTo>
                  <a:pt x="577" y="21804"/>
                </a:lnTo>
                <a:lnTo>
                  <a:pt x="641" y="21601"/>
                </a:lnTo>
                <a:lnTo>
                  <a:pt x="641" y="21340"/>
                </a:lnTo>
                <a:lnTo>
                  <a:pt x="705" y="21195"/>
                </a:lnTo>
                <a:lnTo>
                  <a:pt x="705" y="21021"/>
                </a:lnTo>
                <a:lnTo>
                  <a:pt x="705" y="20876"/>
                </a:lnTo>
                <a:lnTo>
                  <a:pt x="705" y="20731"/>
                </a:lnTo>
                <a:lnTo>
                  <a:pt x="802" y="20528"/>
                </a:lnTo>
                <a:lnTo>
                  <a:pt x="802" y="20267"/>
                </a:lnTo>
                <a:lnTo>
                  <a:pt x="866" y="20006"/>
                </a:lnTo>
                <a:lnTo>
                  <a:pt x="866" y="19803"/>
                </a:lnTo>
                <a:lnTo>
                  <a:pt x="930" y="19543"/>
                </a:lnTo>
                <a:lnTo>
                  <a:pt x="930" y="19398"/>
                </a:lnTo>
                <a:lnTo>
                  <a:pt x="930" y="19137"/>
                </a:lnTo>
                <a:lnTo>
                  <a:pt x="1026" y="18934"/>
                </a:lnTo>
                <a:lnTo>
                  <a:pt x="1026" y="18673"/>
                </a:lnTo>
                <a:lnTo>
                  <a:pt x="1090" y="18412"/>
                </a:lnTo>
                <a:lnTo>
                  <a:pt x="1090" y="18267"/>
                </a:lnTo>
                <a:lnTo>
                  <a:pt x="1090" y="18006"/>
                </a:lnTo>
                <a:lnTo>
                  <a:pt x="1154" y="17803"/>
                </a:lnTo>
                <a:lnTo>
                  <a:pt x="1154" y="17542"/>
                </a:lnTo>
                <a:lnTo>
                  <a:pt x="1219" y="17281"/>
                </a:lnTo>
                <a:lnTo>
                  <a:pt x="1219" y="17136"/>
                </a:lnTo>
                <a:lnTo>
                  <a:pt x="1219" y="16875"/>
                </a:lnTo>
                <a:lnTo>
                  <a:pt x="1315" y="16614"/>
                </a:lnTo>
                <a:lnTo>
                  <a:pt x="1315" y="16411"/>
                </a:lnTo>
                <a:lnTo>
                  <a:pt x="1379" y="16150"/>
                </a:lnTo>
                <a:lnTo>
                  <a:pt x="1379" y="15889"/>
                </a:lnTo>
                <a:lnTo>
                  <a:pt x="1379" y="15744"/>
                </a:lnTo>
                <a:lnTo>
                  <a:pt x="1443" y="15483"/>
                </a:lnTo>
                <a:lnTo>
                  <a:pt x="1443" y="15222"/>
                </a:lnTo>
                <a:lnTo>
                  <a:pt x="1443" y="15077"/>
                </a:lnTo>
                <a:lnTo>
                  <a:pt x="1539" y="14816"/>
                </a:lnTo>
                <a:lnTo>
                  <a:pt x="1539" y="14555"/>
                </a:lnTo>
                <a:lnTo>
                  <a:pt x="1539" y="14410"/>
                </a:lnTo>
                <a:lnTo>
                  <a:pt x="1604" y="14149"/>
                </a:lnTo>
                <a:lnTo>
                  <a:pt x="1604" y="13888"/>
                </a:lnTo>
                <a:lnTo>
                  <a:pt x="1668" y="13627"/>
                </a:lnTo>
                <a:lnTo>
                  <a:pt x="1668" y="13482"/>
                </a:lnTo>
                <a:lnTo>
                  <a:pt x="1668" y="13221"/>
                </a:lnTo>
                <a:lnTo>
                  <a:pt x="1732" y="12961"/>
                </a:lnTo>
                <a:lnTo>
                  <a:pt x="1732" y="12816"/>
                </a:lnTo>
                <a:lnTo>
                  <a:pt x="1828" y="12555"/>
                </a:lnTo>
                <a:lnTo>
                  <a:pt x="1828" y="12294"/>
                </a:lnTo>
                <a:lnTo>
                  <a:pt x="1828" y="12149"/>
                </a:lnTo>
                <a:lnTo>
                  <a:pt x="1892" y="11888"/>
                </a:lnTo>
                <a:lnTo>
                  <a:pt x="1892" y="11627"/>
                </a:lnTo>
                <a:lnTo>
                  <a:pt x="1892" y="11366"/>
                </a:lnTo>
                <a:lnTo>
                  <a:pt x="1956" y="11221"/>
                </a:lnTo>
                <a:lnTo>
                  <a:pt x="1956" y="11047"/>
                </a:lnTo>
                <a:lnTo>
                  <a:pt x="1956" y="10902"/>
                </a:lnTo>
                <a:lnTo>
                  <a:pt x="1956" y="10757"/>
                </a:lnTo>
                <a:lnTo>
                  <a:pt x="2021" y="10496"/>
                </a:lnTo>
                <a:lnTo>
                  <a:pt x="2021" y="10235"/>
                </a:lnTo>
                <a:lnTo>
                  <a:pt x="2021" y="10090"/>
                </a:lnTo>
                <a:lnTo>
                  <a:pt x="2117" y="9829"/>
                </a:lnTo>
                <a:lnTo>
                  <a:pt x="2117" y="9568"/>
                </a:lnTo>
                <a:lnTo>
                  <a:pt x="2181" y="9365"/>
                </a:lnTo>
                <a:lnTo>
                  <a:pt x="2181" y="9104"/>
                </a:lnTo>
                <a:lnTo>
                  <a:pt x="2181" y="8959"/>
                </a:lnTo>
                <a:lnTo>
                  <a:pt x="2245" y="8698"/>
                </a:lnTo>
                <a:lnTo>
                  <a:pt x="2245" y="8437"/>
                </a:lnTo>
                <a:lnTo>
                  <a:pt x="2245" y="8234"/>
                </a:lnTo>
                <a:lnTo>
                  <a:pt x="2341" y="7973"/>
                </a:lnTo>
                <a:lnTo>
                  <a:pt x="2341" y="7828"/>
                </a:lnTo>
                <a:lnTo>
                  <a:pt x="2341" y="7567"/>
                </a:lnTo>
                <a:lnTo>
                  <a:pt x="2406" y="7248"/>
                </a:lnTo>
                <a:lnTo>
                  <a:pt x="2406" y="7103"/>
                </a:lnTo>
                <a:lnTo>
                  <a:pt x="2470" y="6842"/>
                </a:lnTo>
                <a:lnTo>
                  <a:pt x="2470" y="6697"/>
                </a:lnTo>
                <a:lnTo>
                  <a:pt x="2470" y="6379"/>
                </a:lnTo>
                <a:lnTo>
                  <a:pt x="2470" y="6234"/>
                </a:lnTo>
                <a:lnTo>
                  <a:pt x="2534" y="5973"/>
                </a:lnTo>
                <a:lnTo>
                  <a:pt x="2534" y="5654"/>
                </a:lnTo>
                <a:lnTo>
                  <a:pt x="2630" y="5509"/>
                </a:lnTo>
                <a:lnTo>
                  <a:pt x="2630" y="5248"/>
                </a:lnTo>
                <a:lnTo>
                  <a:pt x="2630" y="5103"/>
                </a:lnTo>
                <a:lnTo>
                  <a:pt x="2630" y="4929"/>
                </a:lnTo>
                <a:lnTo>
                  <a:pt x="2694" y="4784"/>
                </a:lnTo>
                <a:lnTo>
                  <a:pt x="2694" y="4639"/>
                </a:lnTo>
                <a:lnTo>
                  <a:pt x="2694" y="4378"/>
                </a:lnTo>
                <a:lnTo>
                  <a:pt x="2694" y="4175"/>
                </a:lnTo>
                <a:lnTo>
                  <a:pt x="2758" y="3914"/>
                </a:lnTo>
                <a:lnTo>
                  <a:pt x="2758" y="3595"/>
                </a:lnTo>
                <a:lnTo>
                  <a:pt x="2823" y="3450"/>
                </a:lnTo>
                <a:lnTo>
                  <a:pt x="2823" y="3305"/>
                </a:lnTo>
                <a:lnTo>
                  <a:pt x="2823" y="3044"/>
                </a:lnTo>
                <a:lnTo>
                  <a:pt x="2823" y="2841"/>
                </a:lnTo>
                <a:lnTo>
                  <a:pt x="2919" y="2580"/>
                </a:lnTo>
                <a:lnTo>
                  <a:pt x="2919" y="2261"/>
                </a:lnTo>
                <a:lnTo>
                  <a:pt x="2983" y="2116"/>
                </a:lnTo>
                <a:lnTo>
                  <a:pt x="2983" y="1797"/>
                </a:lnTo>
                <a:lnTo>
                  <a:pt x="2983" y="1652"/>
                </a:lnTo>
                <a:lnTo>
                  <a:pt x="3047" y="1391"/>
                </a:lnTo>
                <a:lnTo>
                  <a:pt x="3047" y="1188"/>
                </a:lnTo>
                <a:lnTo>
                  <a:pt x="3047" y="927"/>
                </a:lnTo>
                <a:lnTo>
                  <a:pt x="3143" y="724"/>
                </a:lnTo>
                <a:lnTo>
                  <a:pt x="3143" y="579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926717" y="3521982"/>
            <a:ext cx="3143" cy="34040"/>
          </a:xfrm>
          <a:custGeom>
            <a:avLst/>
            <a:gdLst/>
            <a:ahLst/>
            <a:cxnLst/>
            <a:rect l="l" t="t" r="r" b="b"/>
            <a:pathLst>
              <a:path w="3143" h="34040">
                <a:moveTo>
                  <a:pt x="0" y="34040"/>
                </a:moveTo>
                <a:lnTo>
                  <a:pt x="0" y="33895"/>
                </a:lnTo>
                <a:lnTo>
                  <a:pt x="0" y="33692"/>
                </a:lnTo>
                <a:lnTo>
                  <a:pt x="64" y="33431"/>
                </a:lnTo>
                <a:lnTo>
                  <a:pt x="64" y="33228"/>
                </a:lnTo>
                <a:lnTo>
                  <a:pt x="64" y="32967"/>
                </a:lnTo>
                <a:lnTo>
                  <a:pt x="64" y="32764"/>
                </a:lnTo>
                <a:lnTo>
                  <a:pt x="128" y="32504"/>
                </a:lnTo>
                <a:lnTo>
                  <a:pt x="128" y="32301"/>
                </a:lnTo>
                <a:lnTo>
                  <a:pt x="224" y="32040"/>
                </a:lnTo>
                <a:lnTo>
                  <a:pt x="224" y="31837"/>
                </a:lnTo>
                <a:lnTo>
                  <a:pt x="224" y="31576"/>
                </a:lnTo>
                <a:lnTo>
                  <a:pt x="224" y="31373"/>
                </a:lnTo>
                <a:lnTo>
                  <a:pt x="288" y="31228"/>
                </a:lnTo>
                <a:lnTo>
                  <a:pt x="288" y="30909"/>
                </a:lnTo>
                <a:lnTo>
                  <a:pt x="288" y="30764"/>
                </a:lnTo>
                <a:lnTo>
                  <a:pt x="288" y="30590"/>
                </a:lnTo>
                <a:lnTo>
                  <a:pt x="352" y="30445"/>
                </a:lnTo>
                <a:lnTo>
                  <a:pt x="352" y="30300"/>
                </a:lnTo>
                <a:lnTo>
                  <a:pt x="352" y="30126"/>
                </a:lnTo>
                <a:lnTo>
                  <a:pt x="352" y="29981"/>
                </a:lnTo>
                <a:lnTo>
                  <a:pt x="449" y="29836"/>
                </a:lnTo>
                <a:lnTo>
                  <a:pt x="449" y="29633"/>
                </a:lnTo>
                <a:lnTo>
                  <a:pt x="449" y="29314"/>
                </a:lnTo>
                <a:lnTo>
                  <a:pt x="449" y="29169"/>
                </a:lnTo>
                <a:lnTo>
                  <a:pt x="513" y="28850"/>
                </a:lnTo>
                <a:lnTo>
                  <a:pt x="513" y="28705"/>
                </a:lnTo>
                <a:lnTo>
                  <a:pt x="513" y="28502"/>
                </a:lnTo>
                <a:lnTo>
                  <a:pt x="577" y="28241"/>
                </a:lnTo>
                <a:lnTo>
                  <a:pt x="577" y="28038"/>
                </a:lnTo>
                <a:lnTo>
                  <a:pt x="577" y="27719"/>
                </a:lnTo>
                <a:lnTo>
                  <a:pt x="641" y="27574"/>
                </a:lnTo>
                <a:lnTo>
                  <a:pt x="641" y="27371"/>
                </a:lnTo>
                <a:lnTo>
                  <a:pt x="641" y="27110"/>
                </a:lnTo>
                <a:lnTo>
                  <a:pt x="737" y="26907"/>
                </a:lnTo>
                <a:lnTo>
                  <a:pt x="737" y="26588"/>
                </a:lnTo>
                <a:lnTo>
                  <a:pt x="737" y="26443"/>
                </a:lnTo>
                <a:lnTo>
                  <a:pt x="737" y="26240"/>
                </a:lnTo>
                <a:lnTo>
                  <a:pt x="802" y="25922"/>
                </a:lnTo>
                <a:lnTo>
                  <a:pt x="802" y="25777"/>
                </a:lnTo>
                <a:lnTo>
                  <a:pt x="866" y="25458"/>
                </a:lnTo>
                <a:lnTo>
                  <a:pt x="866" y="25313"/>
                </a:lnTo>
                <a:lnTo>
                  <a:pt x="866" y="25139"/>
                </a:lnTo>
                <a:lnTo>
                  <a:pt x="866" y="24994"/>
                </a:lnTo>
                <a:lnTo>
                  <a:pt x="866" y="24791"/>
                </a:lnTo>
                <a:lnTo>
                  <a:pt x="930" y="24646"/>
                </a:lnTo>
                <a:lnTo>
                  <a:pt x="930" y="24472"/>
                </a:lnTo>
                <a:lnTo>
                  <a:pt x="930" y="24327"/>
                </a:lnTo>
                <a:lnTo>
                  <a:pt x="930" y="24124"/>
                </a:lnTo>
                <a:lnTo>
                  <a:pt x="1026" y="23805"/>
                </a:lnTo>
                <a:lnTo>
                  <a:pt x="1026" y="23660"/>
                </a:lnTo>
                <a:lnTo>
                  <a:pt x="1026" y="23457"/>
                </a:lnTo>
                <a:lnTo>
                  <a:pt x="1090" y="23138"/>
                </a:lnTo>
                <a:lnTo>
                  <a:pt x="1090" y="22993"/>
                </a:lnTo>
                <a:lnTo>
                  <a:pt x="1090" y="22790"/>
                </a:lnTo>
                <a:lnTo>
                  <a:pt x="1090" y="22471"/>
                </a:lnTo>
                <a:lnTo>
                  <a:pt x="1154" y="22326"/>
                </a:lnTo>
                <a:lnTo>
                  <a:pt x="1154" y="22123"/>
                </a:lnTo>
                <a:lnTo>
                  <a:pt x="1154" y="21804"/>
                </a:lnTo>
                <a:lnTo>
                  <a:pt x="1251" y="21659"/>
                </a:lnTo>
                <a:lnTo>
                  <a:pt x="1251" y="21456"/>
                </a:lnTo>
                <a:lnTo>
                  <a:pt x="1251" y="21137"/>
                </a:lnTo>
                <a:lnTo>
                  <a:pt x="1251" y="20992"/>
                </a:lnTo>
                <a:lnTo>
                  <a:pt x="1315" y="20789"/>
                </a:lnTo>
                <a:lnTo>
                  <a:pt x="1315" y="20615"/>
                </a:lnTo>
                <a:lnTo>
                  <a:pt x="1315" y="20470"/>
                </a:lnTo>
                <a:lnTo>
                  <a:pt x="1315" y="20267"/>
                </a:lnTo>
                <a:lnTo>
                  <a:pt x="1379" y="19948"/>
                </a:lnTo>
                <a:lnTo>
                  <a:pt x="1379" y="19803"/>
                </a:lnTo>
                <a:lnTo>
                  <a:pt x="1379" y="19600"/>
                </a:lnTo>
                <a:lnTo>
                  <a:pt x="1443" y="19282"/>
                </a:lnTo>
                <a:lnTo>
                  <a:pt x="1443" y="19079"/>
                </a:lnTo>
                <a:lnTo>
                  <a:pt x="1443" y="18934"/>
                </a:lnTo>
                <a:lnTo>
                  <a:pt x="1443" y="18731"/>
                </a:lnTo>
                <a:lnTo>
                  <a:pt x="1539" y="18412"/>
                </a:lnTo>
                <a:lnTo>
                  <a:pt x="1539" y="18267"/>
                </a:lnTo>
                <a:lnTo>
                  <a:pt x="1539" y="18064"/>
                </a:lnTo>
                <a:lnTo>
                  <a:pt x="1539" y="17890"/>
                </a:lnTo>
                <a:lnTo>
                  <a:pt x="1604" y="17745"/>
                </a:lnTo>
                <a:lnTo>
                  <a:pt x="1604" y="17542"/>
                </a:lnTo>
                <a:lnTo>
                  <a:pt x="1604" y="17397"/>
                </a:lnTo>
                <a:lnTo>
                  <a:pt x="1604" y="17223"/>
                </a:lnTo>
                <a:lnTo>
                  <a:pt x="1668" y="17078"/>
                </a:lnTo>
                <a:lnTo>
                  <a:pt x="1668" y="16875"/>
                </a:lnTo>
                <a:lnTo>
                  <a:pt x="1668" y="16672"/>
                </a:lnTo>
                <a:lnTo>
                  <a:pt x="1668" y="16353"/>
                </a:lnTo>
                <a:lnTo>
                  <a:pt x="1764" y="16208"/>
                </a:lnTo>
                <a:lnTo>
                  <a:pt x="1764" y="16005"/>
                </a:lnTo>
                <a:lnTo>
                  <a:pt x="1764" y="15802"/>
                </a:lnTo>
                <a:lnTo>
                  <a:pt x="1828" y="15483"/>
                </a:lnTo>
                <a:lnTo>
                  <a:pt x="1828" y="15280"/>
                </a:lnTo>
                <a:lnTo>
                  <a:pt x="1828" y="14961"/>
                </a:lnTo>
                <a:lnTo>
                  <a:pt x="1828" y="14816"/>
                </a:lnTo>
                <a:lnTo>
                  <a:pt x="1892" y="14613"/>
                </a:lnTo>
                <a:lnTo>
                  <a:pt x="1892" y="14410"/>
                </a:lnTo>
                <a:lnTo>
                  <a:pt x="1892" y="14091"/>
                </a:lnTo>
                <a:lnTo>
                  <a:pt x="1892" y="13888"/>
                </a:lnTo>
                <a:lnTo>
                  <a:pt x="1956" y="13743"/>
                </a:lnTo>
                <a:lnTo>
                  <a:pt x="1956" y="13540"/>
                </a:lnTo>
                <a:lnTo>
                  <a:pt x="1956" y="13221"/>
                </a:lnTo>
                <a:lnTo>
                  <a:pt x="2053" y="13019"/>
                </a:lnTo>
                <a:lnTo>
                  <a:pt x="2053" y="12700"/>
                </a:lnTo>
                <a:lnTo>
                  <a:pt x="2053" y="12497"/>
                </a:lnTo>
                <a:lnTo>
                  <a:pt x="2053" y="12352"/>
                </a:lnTo>
                <a:lnTo>
                  <a:pt x="2117" y="12149"/>
                </a:lnTo>
                <a:lnTo>
                  <a:pt x="2117" y="11946"/>
                </a:lnTo>
                <a:lnTo>
                  <a:pt x="2117" y="11627"/>
                </a:lnTo>
                <a:lnTo>
                  <a:pt x="2181" y="11424"/>
                </a:lnTo>
                <a:lnTo>
                  <a:pt x="2181" y="11279"/>
                </a:lnTo>
                <a:lnTo>
                  <a:pt x="2181" y="11105"/>
                </a:lnTo>
                <a:lnTo>
                  <a:pt x="2181" y="10902"/>
                </a:lnTo>
                <a:lnTo>
                  <a:pt x="2181" y="10757"/>
                </a:lnTo>
                <a:lnTo>
                  <a:pt x="2245" y="10554"/>
                </a:lnTo>
                <a:lnTo>
                  <a:pt x="2245" y="10351"/>
                </a:lnTo>
                <a:lnTo>
                  <a:pt x="2245" y="10032"/>
                </a:lnTo>
                <a:lnTo>
                  <a:pt x="2341" y="9829"/>
                </a:lnTo>
                <a:lnTo>
                  <a:pt x="2341" y="9626"/>
                </a:lnTo>
                <a:lnTo>
                  <a:pt x="2341" y="9307"/>
                </a:lnTo>
                <a:lnTo>
                  <a:pt x="2341" y="9104"/>
                </a:lnTo>
                <a:lnTo>
                  <a:pt x="2406" y="8959"/>
                </a:lnTo>
                <a:lnTo>
                  <a:pt x="2406" y="8756"/>
                </a:lnTo>
                <a:lnTo>
                  <a:pt x="2406" y="8553"/>
                </a:lnTo>
                <a:lnTo>
                  <a:pt x="2470" y="8234"/>
                </a:lnTo>
                <a:lnTo>
                  <a:pt x="2470" y="8031"/>
                </a:lnTo>
                <a:lnTo>
                  <a:pt x="2470" y="7828"/>
                </a:lnTo>
                <a:lnTo>
                  <a:pt x="2470" y="7509"/>
                </a:lnTo>
                <a:lnTo>
                  <a:pt x="2566" y="7306"/>
                </a:lnTo>
                <a:lnTo>
                  <a:pt x="2566" y="7161"/>
                </a:lnTo>
                <a:lnTo>
                  <a:pt x="2566" y="6958"/>
                </a:lnTo>
                <a:lnTo>
                  <a:pt x="2566" y="6784"/>
                </a:lnTo>
                <a:lnTo>
                  <a:pt x="2630" y="6581"/>
                </a:lnTo>
                <a:lnTo>
                  <a:pt x="2630" y="6437"/>
                </a:lnTo>
                <a:lnTo>
                  <a:pt x="2630" y="6234"/>
                </a:lnTo>
                <a:lnTo>
                  <a:pt x="2630" y="6031"/>
                </a:lnTo>
                <a:lnTo>
                  <a:pt x="2630" y="5828"/>
                </a:lnTo>
                <a:lnTo>
                  <a:pt x="2694" y="5509"/>
                </a:lnTo>
                <a:lnTo>
                  <a:pt x="2694" y="5306"/>
                </a:lnTo>
                <a:lnTo>
                  <a:pt x="2694" y="5103"/>
                </a:lnTo>
                <a:lnTo>
                  <a:pt x="2758" y="4784"/>
                </a:lnTo>
                <a:lnTo>
                  <a:pt x="2758" y="4581"/>
                </a:lnTo>
                <a:lnTo>
                  <a:pt x="2758" y="4378"/>
                </a:lnTo>
                <a:lnTo>
                  <a:pt x="2758" y="4233"/>
                </a:lnTo>
                <a:lnTo>
                  <a:pt x="2855" y="4059"/>
                </a:lnTo>
                <a:lnTo>
                  <a:pt x="2855" y="3856"/>
                </a:lnTo>
                <a:lnTo>
                  <a:pt x="2855" y="3653"/>
                </a:lnTo>
                <a:lnTo>
                  <a:pt x="2855" y="3508"/>
                </a:lnTo>
                <a:lnTo>
                  <a:pt x="2855" y="3305"/>
                </a:lnTo>
                <a:lnTo>
                  <a:pt x="2919" y="3102"/>
                </a:lnTo>
                <a:lnTo>
                  <a:pt x="2919" y="2928"/>
                </a:lnTo>
                <a:lnTo>
                  <a:pt x="2919" y="2725"/>
                </a:lnTo>
                <a:lnTo>
                  <a:pt x="2919" y="2580"/>
                </a:lnTo>
                <a:lnTo>
                  <a:pt x="2983" y="2377"/>
                </a:lnTo>
                <a:lnTo>
                  <a:pt x="2983" y="2174"/>
                </a:lnTo>
                <a:lnTo>
                  <a:pt x="2983" y="1971"/>
                </a:lnTo>
                <a:lnTo>
                  <a:pt x="2983" y="1652"/>
                </a:lnTo>
                <a:lnTo>
                  <a:pt x="3047" y="1449"/>
                </a:lnTo>
                <a:lnTo>
                  <a:pt x="3047" y="1246"/>
                </a:lnTo>
                <a:lnTo>
                  <a:pt x="3047" y="1043"/>
                </a:lnTo>
                <a:lnTo>
                  <a:pt x="3143" y="724"/>
                </a:lnTo>
                <a:lnTo>
                  <a:pt x="3143" y="521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929861" y="3482751"/>
            <a:ext cx="3208" cy="39230"/>
          </a:xfrm>
          <a:custGeom>
            <a:avLst/>
            <a:gdLst/>
            <a:ahLst/>
            <a:cxnLst/>
            <a:rect l="l" t="t" r="r" b="b"/>
            <a:pathLst>
              <a:path w="3208" h="39230">
                <a:moveTo>
                  <a:pt x="0" y="39230"/>
                </a:moveTo>
                <a:lnTo>
                  <a:pt x="64" y="39028"/>
                </a:lnTo>
                <a:lnTo>
                  <a:pt x="64" y="38825"/>
                </a:lnTo>
                <a:lnTo>
                  <a:pt x="64" y="38622"/>
                </a:lnTo>
                <a:lnTo>
                  <a:pt x="64" y="38419"/>
                </a:lnTo>
                <a:lnTo>
                  <a:pt x="128" y="38100"/>
                </a:lnTo>
                <a:lnTo>
                  <a:pt x="128" y="37897"/>
                </a:lnTo>
                <a:lnTo>
                  <a:pt x="128" y="37694"/>
                </a:lnTo>
                <a:lnTo>
                  <a:pt x="128" y="37491"/>
                </a:lnTo>
                <a:lnTo>
                  <a:pt x="224" y="37288"/>
                </a:lnTo>
                <a:lnTo>
                  <a:pt x="224" y="36969"/>
                </a:lnTo>
                <a:lnTo>
                  <a:pt x="224" y="36766"/>
                </a:lnTo>
                <a:lnTo>
                  <a:pt x="288" y="36563"/>
                </a:lnTo>
                <a:lnTo>
                  <a:pt x="288" y="36360"/>
                </a:lnTo>
                <a:lnTo>
                  <a:pt x="288" y="36157"/>
                </a:lnTo>
                <a:lnTo>
                  <a:pt x="288" y="35838"/>
                </a:lnTo>
                <a:lnTo>
                  <a:pt x="352" y="35635"/>
                </a:lnTo>
                <a:lnTo>
                  <a:pt x="352" y="35432"/>
                </a:lnTo>
                <a:lnTo>
                  <a:pt x="352" y="35229"/>
                </a:lnTo>
                <a:lnTo>
                  <a:pt x="352" y="35026"/>
                </a:lnTo>
                <a:lnTo>
                  <a:pt x="417" y="34707"/>
                </a:lnTo>
                <a:lnTo>
                  <a:pt x="417" y="34504"/>
                </a:lnTo>
                <a:lnTo>
                  <a:pt x="417" y="34301"/>
                </a:lnTo>
                <a:lnTo>
                  <a:pt x="417" y="34098"/>
                </a:lnTo>
                <a:lnTo>
                  <a:pt x="513" y="33895"/>
                </a:lnTo>
                <a:lnTo>
                  <a:pt x="513" y="33692"/>
                </a:lnTo>
                <a:lnTo>
                  <a:pt x="513" y="33373"/>
                </a:lnTo>
                <a:lnTo>
                  <a:pt x="513" y="33170"/>
                </a:lnTo>
                <a:lnTo>
                  <a:pt x="577" y="32967"/>
                </a:lnTo>
                <a:lnTo>
                  <a:pt x="577" y="32764"/>
                </a:lnTo>
                <a:lnTo>
                  <a:pt x="577" y="32562"/>
                </a:lnTo>
                <a:lnTo>
                  <a:pt x="577" y="32359"/>
                </a:lnTo>
                <a:lnTo>
                  <a:pt x="641" y="32185"/>
                </a:lnTo>
                <a:lnTo>
                  <a:pt x="641" y="32040"/>
                </a:lnTo>
                <a:lnTo>
                  <a:pt x="641" y="31837"/>
                </a:lnTo>
                <a:lnTo>
                  <a:pt x="641" y="31634"/>
                </a:lnTo>
                <a:lnTo>
                  <a:pt x="641" y="31431"/>
                </a:lnTo>
                <a:lnTo>
                  <a:pt x="737" y="31228"/>
                </a:lnTo>
                <a:lnTo>
                  <a:pt x="737" y="31054"/>
                </a:lnTo>
                <a:lnTo>
                  <a:pt x="737" y="30851"/>
                </a:lnTo>
                <a:lnTo>
                  <a:pt x="737" y="30648"/>
                </a:lnTo>
                <a:lnTo>
                  <a:pt x="802" y="30445"/>
                </a:lnTo>
                <a:lnTo>
                  <a:pt x="802" y="30300"/>
                </a:lnTo>
                <a:lnTo>
                  <a:pt x="802" y="30097"/>
                </a:lnTo>
                <a:lnTo>
                  <a:pt x="802" y="29923"/>
                </a:lnTo>
                <a:lnTo>
                  <a:pt x="802" y="29720"/>
                </a:lnTo>
                <a:lnTo>
                  <a:pt x="866" y="29517"/>
                </a:lnTo>
                <a:lnTo>
                  <a:pt x="866" y="29314"/>
                </a:lnTo>
                <a:lnTo>
                  <a:pt x="866" y="29111"/>
                </a:lnTo>
                <a:lnTo>
                  <a:pt x="866" y="28908"/>
                </a:lnTo>
                <a:lnTo>
                  <a:pt x="930" y="28705"/>
                </a:lnTo>
                <a:lnTo>
                  <a:pt x="930" y="28502"/>
                </a:lnTo>
                <a:lnTo>
                  <a:pt x="930" y="28183"/>
                </a:lnTo>
                <a:lnTo>
                  <a:pt x="930" y="27980"/>
                </a:lnTo>
                <a:lnTo>
                  <a:pt x="1026" y="27777"/>
                </a:lnTo>
                <a:lnTo>
                  <a:pt x="1026" y="27574"/>
                </a:lnTo>
                <a:lnTo>
                  <a:pt x="1026" y="27371"/>
                </a:lnTo>
                <a:lnTo>
                  <a:pt x="1026" y="27197"/>
                </a:lnTo>
                <a:lnTo>
                  <a:pt x="1090" y="26994"/>
                </a:lnTo>
                <a:lnTo>
                  <a:pt x="1090" y="26791"/>
                </a:lnTo>
                <a:lnTo>
                  <a:pt x="1090" y="26588"/>
                </a:lnTo>
                <a:lnTo>
                  <a:pt x="1090" y="26385"/>
                </a:lnTo>
                <a:lnTo>
                  <a:pt x="1090" y="26182"/>
                </a:lnTo>
                <a:lnTo>
                  <a:pt x="1154" y="25864"/>
                </a:lnTo>
                <a:lnTo>
                  <a:pt x="1154" y="25661"/>
                </a:lnTo>
                <a:lnTo>
                  <a:pt x="1154" y="25458"/>
                </a:lnTo>
                <a:lnTo>
                  <a:pt x="1154" y="25255"/>
                </a:lnTo>
                <a:lnTo>
                  <a:pt x="1219" y="25052"/>
                </a:lnTo>
                <a:lnTo>
                  <a:pt x="1219" y="24849"/>
                </a:lnTo>
                <a:lnTo>
                  <a:pt x="1219" y="24646"/>
                </a:lnTo>
                <a:lnTo>
                  <a:pt x="1219" y="24472"/>
                </a:lnTo>
                <a:lnTo>
                  <a:pt x="1315" y="24269"/>
                </a:lnTo>
                <a:lnTo>
                  <a:pt x="1315" y="24066"/>
                </a:lnTo>
                <a:lnTo>
                  <a:pt x="1315" y="23863"/>
                </a:lnTo>
                <a:lnTo>
                  <a:pt x="1315" y="23660"/>
                </a:lnTo>
                <a:lnTo>
                  <a:pt x="1315" y="23457"/>
                </a:lnTo>
                <a:lnTo>
                  <a:pt x="1379" y="23254"/>
                </a:lnTo>
                <a:lnTo>
                  <a:pt x="1379" y="23051"/>
                </a:lnTo>
                <a:lnTo>
                  <a:pt x="1379" y="22848"/>
                </a:lnTo>
                <a:lnTo>
                  <a:pt x="1443" y="22529"/>
                </a:lnTo>
                <a:lnTo>
                  <a:pt x="1443" y="22326"/>
                </a:lnTo>
                <a:lnTo>
                  <a:pt x="1443" y="22123"/>
                </a:lnTo>
                <a:lnTo>
                  <a:pt x="1443" y="21920"/>
                </a:lnTo>
                <a:lnTo>
                  <a:pt x="1443" y="21717"/>
                </a:lnTo>
                <a:lnTo>
                  <a:pt x="1539" y="21543"/>
                </a:lnTo>
                <a:lnTo>
                  <a:pt x="1539" y="21340"/>
                </a:lnTo>
                <a:lnTo>
                  <a:pt x="1539" y="21137"/>
                </a:lnTo>
                <a:lnTo>
                  <a:pt x="1539" y="20934"/>
                </a:lnTo>
                <a:lnTo>
                  <a:pt x="1604" y="20731"/>
                </a:lnTo>
                <a:lnTo>
                  <a:pt x="1604" y="20528"/>
                </a:lnTo>
                <a:lnTo>
                  <a:pt x="1604" y="20325"/>
                </a:lnTo>
                <a:lnTo>
                  <a:pt x="1604" y="20122"/>
                </a:lnTo>
                <a:lnTo>
                  <a:pt x="1604" y="19948"/>
                </a:lnTo>
                <a:lnTo>
                  <a:pt x="1668" y="19745"/>
                </a:lnTo>
                <a:lnTo>
                  <a:pt x="1668" y="19543"/>
                </a:lnTo>
                <a:lnTo>
                  <a:pt x="1668" y="19340"/>
                </a:lnTo>
                <a:lnTo>
                  <a:pt x="1668" y="19137"/>
                </a:lnTo>
                <a:lnTo>
                  <a:pt x="1732" y="18934"/>
                </a:lnTo>
                <a:lnTo>
                  <a:pt x="1732" y="18731"/>
                </a:lnTo>
                <a:lnTo>
                  <a:pt x="1732" y="18528"/>
                </a:lnTo>
                <a:lnTo>
                  <a:pt x="1732" y="18354"/>
                </a:lnTo>
                <a:lnTo>
                  <a:pt x="1732" y="18151"/>
                </a:lnTo>
                <a:lnTo>
                  <a:pt x="1828" y="17948"/>
                </a:lnTo>
                <a:lnTo>
                  <a:pt x="1828" y="17745"/>
                </a:lnTo>
                <a:lnTo>
                  <a:pt x="1828" y="17542"/>
                </a:lnTo>
                <a:lnTo>
                  <a:pt x="1828" y="17339"/>
                </a:lnTo>
                <a:lnTo>
                  <a:pt x="1892" y="17136"/>
                </a:lnTo>
                <a:lnTo>
                  <a:pt x="1892" y="16933"/>
                </a:lnTo>
                <a:lnTo>
                  <a:pt x="1892" y="16730"/>
                </a:lnTo>
                <a:lnTo>
                  <a:pt x="1892" y="16556"/>
                </a:lnTo>
                <a:lnTo>
                  <a:pt x="1892" y="16353"/>
                </a:lnTo>
                <a:lnTo>
                  <a:pt x="1956" y="16150"/>
                </a:lnTo>
                <a:lnTo>
                  <a:pt x="1956" y="15947"/>
                </a:lnTo>
                <a:lnTo>
                  <a:pt x="1956" y="15744"/>
                </a:lnTo>
                <a:lnTo>
                  <a:pt x="1956" y="15541"/>
                </a:lnTo>
                <a:lnTo>
                  <a:pt x="1956" y="15338"/>
                </a:lnTo>
                <a:lnTo>
                  <a:pt x="2053" y="15135"/>
                </a:lnTo>
                <a:lnTo>
                  <a:pt x="2053" y="14961"/>
                </a:lnTo>
                <a:lnTo>
                  <a:pt x="2053" y="14758"/>
                </a:lnTo>
                <a:lnTo>
                  <a:pt x="2053" y="14555"/>
                </a:lnTo>
                <a:lnTo>
                  <a:pt x="2117" y="14352"/>
                </a:lnTo>
                <a:lnTo>
                  <a:pt x="2117" y="14149"/>
                </a:lnTo>
                <a:lnTo>
                  <a:pt x="2117" y="13946"/>
                </a:lnTo>
                <a:lnTo>
                  <a:pt x="2117" y="13743"/>
                </a:lnTo>
                <a:lnTo>
                  <a:pt x="2117" y="13540"/>
                </a:lnTo>
                <a:lnTo>
                  <a:pt x="2181" y="13366"/>
                </a:lnTo>
                <a:lnTo>
                  <a:pt x="2181" y="13163"/>
                </a:lnTo>
                <a:lnTo>
                  <a:pt x="2181" y="12961"/>
                </a:lnTo>
                <a:lnTo>
                  <a:pt x="2181" y="12758"/>
                </a:lnTo>
                <a:lnTo>
                  <a:pt x="2245" y="12555"/>
                </a:lnTo>
                <a:lnTo>
                  <a:pt x="2245" y="12352"/>
                </a:lnTo>
                <a:lnTo>
                  <a:pt x="2245" y="12149"/>
                </a:lnTo>
                <a:lnTo>
                  <a:pt x="2245" y="11946"/>
                </a:lnTo>
                <a:lnTo>
                  <a:pt x="2245" y="11743"/>
                </a:lnTo>
                <a:lnTo>
                  <a:pt x="2341" y="11569"/>
                </a:lnTo>
                <a:lnTo>
                  <a:pt x="2341" y="11366"/>
                </a:lnTo>
                <a:lnTo>
                  <a:pt x="2341" y="11163"/>
                </a:lnTo>
                <a:lnTo>
                  <a:pt x="2341" y="10960"/>
                </a:lnTo>
                <a:lnTo>
                  <a:pt x="2406" y="10757"/>
                </a:lnTo>
                <a:lnTo>
                  <a:pt x="2406" y="10554"/>
                </a:lnTo>
                <a:lnTo>
                  <a:pt x="2406" y="10351"/>
                </a:lnTo>
                <a:lnTo>
                  <a:pt x="2406" y="10148"/>
                </a:lnTo>
                <a:lnTo>
                  <a:pt x="2406" y="9974"/>
                </a:lnTo>
                <a:lnTo>
                  <a:pt x="2470" y="9771"/>
                </a:lnTo>
                <a:lnTo>
                  <a:pt x="2470" y="9568"/>
                </a:lnTo>
                <a:lnTo>
                  <a:pt x="2470" y="9365"/>
                </a:lnTo>
                <a:lnTo>
                  <a:pt x="2470" y="9162"/>
                </a:lnTo>
                <a:lnTo>
                  <a:pt x="2534" y="8959"/>
                </a:lnTo>
                <a:lnTo>
                  <a:pt x="2534" y="8698"/>
                </a:lnTo>
                <a:lnTo>
                  <a:pt x="2534" y="8495"/>
                </a:lnTo>
                <a:lnTo>
                  <a:pt x="2534" y="8292"/>
                </a:lnTo>
                <a:lnTo>
                  <a:pt x="2534" y="8089"/>
                </a:lnTo>
                <a:lnTo>
                  <a:pt x="2630" y="7886"/>
                </a:lnTo>
                <a:lnTo>
                  <a:pt x="2630" y="7712"/>
                </a:lnTo>
                <a:lnTo>
                  <a:pt x="2630" y="7509"/>
                </a:lnTo>
                <a:lnTo>
                  <a:pt x="2630" y="7306"/>
                </a:lnTo>
                <a:lnTo>
                  <a:pt x="2694" y="7103"/>
                </a:lnTo>
                <a:lnTo>
                  <a:pt x="2694" y="6900"/>
                </a:lnTo>
                <a:lnTo>
                  <a:pt x="2694" y="6697"/>
                </a:lnTo>
                <a:lnTo>
                  <a:pt x="2694" y="6495"/>
                </a:lnTo>
                <a:lnTo>
                  <a:pt x="2694" y="6292"/>
                </a:lnTo>
                <a:lnTo>
                  <a:pt x="2758" y="6118"/>
                </a:lnTo>
                <a:lnTo>
                  <a:pt x="2758" y="5915"/>
                </a:lnTo>
                <a:lnTo>
                  <a:pt x="2758" y="5712"/>
                </a:lnTo>
                <a:lnTo>
                  <a:pt x="2758" y="5509"/>
                </a:lnTo>
                <a:lnTo>
                  <a:pt x="2758" y="5306"/>
                </a:lnTo>
                <a:lnTo>
                  <a:pt x="2855" y="5103"/>
                </a:lnTo>
                <a:lnTo>
                  <a:pt x="2855" y="4900"/>
                </a:lnTo>
                <a:lnTo>
                  <a:pt x="2855" y="4639"/>
                </a:lnTo>
                <a:lnTo>
                  <a:pt x="2855" y="4436"/>
                </a:lnTo>
                <a:lnTo>
                  <a:pt x="2919" y="4233"/>
                </a:lnTo>
                <a:lnTo>
                  <a:pt x="2919" y="4030"/>
                </a:lnTo>
                <a:lnTo>
                  <a:pt x="2919" y="3856"/>
                </a:lnTo>
                <a:lnTo>
                  <a:pt x="2919" y="3653"/>
                </a:lnTo>
                <a:lnTo>
                  <a:pt x="2919" y="3450"/>
                </a:lnTo>
                <a:lnTo>
                  <a:pt x="2983" y="3247"/>
                </a:lnTo>
                <a:lnTo>
                  <a:pt x="2983" y="3044"/>
                </a:lnTo>
                <a:lnTo>
                  <a:pt x="2983" y="2841"/>
                </a:lnTo>
                <a:lnTo>
                  <a:pt x="2983" y="2638"/>
                </a:lnTo>
                <a:lnTo>
                  <a:pt x="3047" y="2435"/>
                </a:lnTo>
                <a:lnTo>
                  <a:pt x="3047" y="2261"/>
                </a:lnTo>
                <a:lnTo>
                  <a:pt x="3047" y="2058"/>
                </a:lnTo>
                <a:lnTo>
                  <a:pt x="3047" y="1855"/>
                </a:lnTo>
                <a:lnTo>
                  <a:pt x="3047" y="1594"/>
                </a:lnTo>
                <a:lnTo>
                  <a:pt x="3143" y="1391"/>
                </a:lnTo>
                <a:lnTo>
                  <a:pt x="3143" y="1188"/>
                </a:lnTo>
                <a:lnTo>
                  <a:pt x="3143" y="985"/>
                </a:lnTo>
                <a:lnTo>
                  <a:pt x="3143" y="782"/>
                </a:lnTo>
                <a:lnTo>
                  <a:pt x="3208" y="579"/>
                </a:lnTo>
                <a:lnTo>
                  <a:pt x="3208" y="376"/>
                </a:lnTo>
                <a:lnTo>
                  <a:pt x="3208" y="173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933069" y="3441635"/>
            <a:ext cx="3208" cy="41115"/>
          </a:xfrm>
          <a:custGeom>
            <a:avLst/>
            <a:gdLst/>
            <a:ahLst/>
            <a:cxnLst/>
            <a:rect l="l" t="t" r="r" b="b"/>
            <a:pathLst>
              <a:path w="3208" h="41115">
                <a:moveTo>
                  <a:pt x="0" y="41115"/>
                </a:moveTo>
                <a:lnTo>
                  <a:pt x="0" y="40912"/>
                </a:lnTo>
                <a:lnTo>
                  <a:pt x="64" y="40709"/>
                </a:lnTo>
                <a:lnTo>
                  <a:pt x="64" y="40506"/>
                </a:lnTo>
                <a:lnTo>
                  <a:pt x="64" y="40245"/>
                </a:lnTo>
                <a:lnTo>
                  <a:pt x="64" y="40042"/>
                </a:lnTo>
                <a:lnTo>
                  <a:pt x="128" y="39839"/>
                </a:lnTo>
                <a:lnTo>
                  <a:pt x="128" y="39636"/>
                </a:lnTo>
                <a:lnTo>
                  <a:pt x="128" y="39433"/>
                </a:lnTo>
                <a:lnTo>
                  <a:pt x="128" y="39230"/>
                </a:lnTo>
                <a:lnTo>
                  <a:pt x="128" y="39028"/>
                </a:lnTo>
                <a:lnTo>
                  <a:pt x="224" y="38854"/>
                </a:lnTo>
                <a:lnTo>
                  <a:pt x="224" y="38651"/>
                </a:lnTo>
                <a:lnTo>
                  <a:pt x="224" y="38448"/>
                </a:lnTo>
                <a:lnTo>
                  <a:pt x="224" y="38245"/>
                </a:lnTo>
                <a:lnTo>
                  <a:pt x="288" y="38042"/>
                </a:lnTo>
                <a:lnTo>
                  <a:pt x="288" y="37781"/>
                </a:lnTo>
                <a:lnTo>
                  <a:pt x="288" y="37578"/>
                </a:lnTo>
                <a:lnTo>
                  <a:pt x="288" y="37375"/>
                </a:lnTo>
                <a:lnTo>
                  <a:pt x="288" y="37172"/>
                </a:lnTo>
                <a:lnTo>
                  <a:pt x="352" y="36969"/>
                </a:lnTo>
                <a:lnTo>
                  <a:pt x="352" y="36766"/>
                </a:lnTo>
                <a:lnTo>
                  <a:pt x="352" y="36592"/>
                </a:lnTo>
                <a:lnTo>
                  <a:pt x="352" y="36389"/>
                </a:lnTo>
                <a:lnTo>
                  <a:pt x="352" y="36186"/>
                </a:lnTo>
                <a:lnTo>
                  <a:pt x="449" y="35983"/>
                </a:lnTo>
                <a:lnTo>
                  <a:pt x="449" y="35780"/>
                </a:lnTo>
                <a:lnTo>
                  <a:pt x="449" y="35519"/>
                </a:lnTo>
                <a:lnTo>
                  <a:pt x="449" y="35316"/>
                </a:lnTo>
                <a:lnTo>
                  <a:pt x="513" y="35113"/>
                </a:lnTo>
                <a:lnTo>
                  <a:pt x="513" y="34910"/>
                </a:lnTo>
                <a:lnTo>
                  <a:pt x="513" y="34707"/>
                </a:lnTo>
                <a:lnTo>
                  <a:pt x="513" y="34533"/>
                </a:lnTo>
                <a:lnTo>
                  <a:pt x="513" y="34330"/>
                </a:lnTo>
                <a:lnTo>
                  <a:pt x="577" y="34127"/>
                </a:lnTo>
                <a:lnTo>
                  <a:pt x="577" y="33982"/>
                </a:lnTo>
                <a:lnTo>
                  <a:pt x="577" y="33779"/>
                </a:lnTo>
                <a:lnTo>
                  <a:pt x="577" y="33518"/>
                </a:lnTo>
                <a:lnTo>
                  <a:pt x="641" y="33315"/>
                </a:lnTo>
                <a:lnTo>
                  <a:pt x="641" y="33112"/>
                </a:lnTo>
                <a:lnTo>
                  <a:pt x="641" y="32909"/>
                </a:lnTo>
                <a:lnTo>
                  <a:pt x="641" y="32735"/>
                </a:lnTo>
                <a:lnTo>
                  <a:pt x="641" y="32533"/>
                </a:lnTo>
                <a:lnTo>
                  <a:pt x="737" y="32330"/>
                </a:lnTo>
                <a:lnTo>
                  <a:pt x="737" y="32127"/>
                </a:lnTo>
                <a:lnTo>
                  <a:pt x="737" y="31924"/>
                </a:lnTo>
                <a:lnTo>
                  <a:pt x="737" y="31663"/>
                </a:lnTo>
                <a:lnTo>
                  <a:pt x="802" y="31460"/>
                </a:lnTo>
                <a:lnTo>
                  <a:pt x="802" y="31257"/>
                </a:lnTo>
                <a:lnTo>
                  <a:pt x="802" y="31054"/>
                </a:lnTo>
                <a:lnTo>
                  <a:pt x="802" y="30851"/>
                </a:lnTo>
                <a:lnTo>
                  <a:pt x="802" y="30677"/>
                </a:lnTo>
                <a:lnTo>
                  <a:pt x="866" y="30474"/>
                </a:lnTo>
                <a:lnTo>
                  <a:pt x="866" y="30271"/>
                </a:lnTo>
                <a:lnTo>
                  <a:pt x="866" y="30068"/>
                </a:lnTo>
                <a:lnTo>
                  <a:pt x="866" y="29865"/>
                </a:lnTo>
                <a:lnTo>
                  <a:pt x="962" y="29604"/>
                </a:lnTo>
                <a:lnTo>
                  <a:pt x="962" y="29401"/>
                </a:lnTo>
                <a:lnTo>
                  <a:pt x="962" y="29198"/>
                </a:lnTo>
                <a:lnTo>
                  <a:pt x="962" y="28995"/>
                </a:lnTo>
                <a:lnTo>
                  <a:pt x="962" y="28792"/>
                </a:lnTo>
                <a:lnTo>
                  <a:pt x="1026" y="28589"/>
                </a:lnTo>
                <a:lnTo>
                  <a:pt x="1026" y="28415"/>
                </a:lnTo>
                <a:lnTo>
                  <a:pt x="1026" y="28212"/>
                </a:lnTo>
                <a:lnTo>
                  <a:pt x="1026" y="28009"/>
                </a:lnTo>
                <a:lnTo>
                  <a:pt x="1090" y="27748"/>
                </a:lnTo>
                <a:lnTo>
                  <a:pt x="1090" y="27545"/>
                </a:lnTo>
                <a:lnTo>
                  <a:pt x="1090" y="27342"/>
                </a:lnTo>
                <a:lnTo>
                  <a:pt x="1090" y="27139"/>
                </a:lnTo>
                <a:lnTo>
                  <a:pt x="1090" y="26936"/>
                </a:lnTo>
                <a:lnTo>
                  <a:pt x="1154" y="26733"/>
                </a:lnTo>
                <a:lnTo>
                  <a:pt x="1154" y="26530"/>
                </a:lnTo>
                <a:lnTo>
                  <a:pt x="1154" y="26327"/>
                </a:lnTo>
                <a:lnTo>
                  <a:pt x="1154" y="26067"/>
                </a:lnTo>
                <a:lnTo>
                  <a:pt x="1154" y="25864"/>
                </a:lnTo>
                <a:lnTo>
                  <a:pt x="1251" y="25690"/>
                </a:lnTo>
                <a:lnTo>
                  <a:pt x="1251" y="25487"/>
                </a:lnTo>
                <a:lnTo>
                  <a:pt x="1251" y="25284"/>
                </a:lnTo>
                <a:lnTo>
                  <a:pt x="1251" y="25081"/>
                </a:lnTo>
                <a:lnTo>
                  <a:pt x="1315" y="24878"/>
                </a:lnTo>
                <a:lnTo>
                  <a:pt x="1315" y="24675"/>
                </a:lnTo>
                <a:lnTo>
                  <a:pt x="1315" y="24472"/>
                </a:lnTo>
                <a:lnTo>
                  <a:pt x="1315" y="24211"/>
                </a:lnTo>
                <a:lnTo>
                  <a:pt x="1315" y="24008"/>
                </a:lnTo>
                <a:lnTo>
                  <a:pt x="1379" y="23805"/>
                </a:lnTo>
                <a:lnTo>
                  <a:pt x="1379" y="23602"/>
                </a:lnTo>
                <a:lnTo>
                  <a:pt x="1379" y="23428"/>
                </a:lnTo>
                <a:lnTo>
                  <a:pt x="1379" y="23225"/>
                </a:lnTo>
                <a:lnTo>
                  <a:pt x="1443" y="23022"/>
                </a:lnTo>
                <a:lnTo>
                  <a:pt x="1443" y="22819"/>
                </a:lnTo>
                <a:lnTo>
                  <a:pt x="1443" y="22558"/>
                </a:lnTo>
                <a:lnTo>
                  <a:pt x="1443" y="22355"/>
                </a:lnTo>
                <a:lnTo>
                  <a:pt x="1443" y="22152"/>
                </a:lnTo>
                <a:lnTo>
                  <a:pt x="1539" y="21949"/>
                </a:lnTo>
                <a:lnTo>
                  <a:pt x="1539" y="21746"/>
                </a:lnTo>
                <a:lnTo>
                  <a:pt x="1539" y="21543"/>
                </a:lnTo>
                <a:lnTo>
                  <a:pt x="1539" y="21340"/>
                </a:lnTo>
                <a:lnTo>
                  <a:pt x="1604" y="21166"/>
                </a:lnTo>
                <a:lnTo>
                  <a:pt x="1604" y="20963"/>
                </a:lnTo>
                <a:lnTo>
                  <a:pt x="1604" y="20702"/>
                </a:lnTo>
                <a:lnTo>
                  <a:pt x="1604" y="20499"/>
                </a:lnTo>
                <a:lnTo>
                  <a:pt x="1604" y="20296"/>
                </a:lnTo>
                <a:lnTo>
                  <a:pt x="1668" y="20093"/>
                </a:lnTo>
                <a:lnTo>
                  <a:pt x="1668" y="19890"/>
                </a:lnTo>
                <a:lnTo>
                  <a:pt x="1668" y="19687"/>
                </a:lnTo>
                <a:lnTo>
                  <a:pt x="1668" y="19485"/>
                </a:lnTo>
                <a:lnTo>
                  <a:pt x="1764" y="19282"/>
                </a:lnTo>
                <a:lnTo>
                  <a:pt x="1764" y="19021"/>
                </a:lnTo>
                <a:lnTo>
                  <a:pt x="1764" y="18818"/>
                </a:lnTo>
                <a:lnTo>
                  <a:pt x="1764" y="18615"/>
                </a:lnTo>
                <a:lnTo>
                  <a:pt x="1764" y="18441"/>
                </a:lnTo>
                <a:lnTo>
                  <a:pt x="1828" y="18238"/>
                </a:lnTo>
                <a:lnTo>
                  <a:pt x="1828" y="18035"/>
                </a:lnTo>
                <a:lnTo>
                  <a:pt x="1828" y="17832"/>
                </a:lnTo>
                <a:lnTo>
                  <a:pt x="1828" y="17629"/>
                </a:lnTo>
                <a:lnTo>
                  <a:pt x="1892" y="17368"/>
                </a:lnTo>
                <a:lnTo>
                  <a:pt x="1892" y="17165"/>
                </a:lnTo>
                <a:lnTo>
                  <a:pt x="1892" y="16962"/>
                </a:lnTo>
                <a:lnTo>
                  <a:pt x="1892" y="16759"/>
                </a:lnTo>
                <a:lnTo>
                  <a:pt x="1892" y="16556"/>
                </a:lnTo>
                <a:lnTo>
                  <a:pt x="1956" y="16353"/>
                </a:lnTo>
                <a:lnTo>
                  <a:pt x="1956" y="16179"/>
                </a:lnTo>
                <a:lnTo>
                  <a:pt x="1956" y="15976"/>
                </a:lnTo>
                <a:lnTo>
                  <a:pt x="1956" y="15773"/>
                </a:lnTo>
                <a:lnTo>
                  <a:pt x="1956" y="15512"/>
                </a:lnTo>
                <a:lnTo>
                  <a:pt x="2053" y="15309"/>
                </a:lnTo>
                <a:lnTo>
                  <a:pt x="2053" y="15106"/>
                </a:lnTo>
                <a:lnTo>
                  <a:pt x="2053" y="14903"/>
                </a:lnTo>
                <a:lnTo>
                  <a:pt x="2053" y="14700"/>
                </a:lnTo>
                <a:lnTo>
                  <a:pt x="2117" y="14497"/>
                </a:lnTo>
                <a:lnTo>
                  <a:pt x="2117" y="14294"/>
                </a:lnTo>
                <a:lnTo>
                  <a:pt x="2117" y="14091"/>
                </a:lnTo>
                <a:lnTo>
                  <a:pt x="2117" y="13830"/>
                </a:lnTo>
                <a:lnTo>
                  <a:pt x="2117" y="13627"/>
                </a:lnTo>
                <a:lnTo>
                  <a:pt x="2181" y="13453"/>
                </a:lnTo>
                <a:lnTo>
                  <a:pt x="2181" y="13250"/>
                </a:lnTo>
                <a:lnTo>
                  <a:pt x="2181" y="13047"/>
                </a:lnTo>
                <a:lnTo>
                  <a:pt x="2181" y="12845"/>
                </a:lnTo>
                <a:lnTo>
                  <a:pt x="2277" y="12642"/>
                </a:lnTo>
                <a:lnTo>
                  <a:pt x="2277" y="12439"/>
                </a:lnTo>
                <a:lnTo>
                  <a:pt x="2277" y="12236"/>
                </a:lnTo>
                <a:lnTo>
                  <a:pt x="2277" y="11975"/>
                </a:lnTo>
                <a:lnTo>
                  <a:pt x="2277" y="11772"/>
                </a:lnTo>
                <a:lnTo>
                  <a:pt x="2341" y="11569"/>
                </a:lnTo>
                <a:lnTo>
                  <a:pt x="2341" y="11366"/>
                </a:lnTo>
                <a:lnTo>
                  <a:pt x="2341" y="11192"/>
                </a:lnTo>
                <a:lnTo>
                  <a:pt x="2341" y="10989"/>
                </a:lnTo>
                <a:lnTo>
                  <a:pt x="2406" y="10786"/>
                </a:lnTo>
                <a:lnTo>
                  <a:pt x="2406" y="10583"/>
                </a:lnTo>
                <a:lnTo>
                  <a:pt x="2406" y="10322"/>
                </a:lnTo>
                <a:lnTo>
                  <a:pt x="2406" y="10119"/>
                </a:lnTo>
                <a:lnTo>
                  <a:pt x="2406" y="9916"/>
                </a:lnTo>
                <a:lnTo>
                  <a:pt x="2470" y="9713"/>
                </a:lnTo>
                <a:lnTo>
                  <a:pt x="2470" y="9510"/>
                </a:lnTo>
                <a:lnTo>
                  <a:pt x="2470" y="9307"/>
                </a:lnTo>
                <a:lnTo>
                  <a:pt x="2470" y="9104"/>
                </a:lnTo>
                <a:lnTo>
                  <a:pt x="2566" y="8930"/>
                </a:lnTo>
                <a:lnTo>
                  <a:pt x="2566" y="8727"/>
                </a:lnTo>
                <a:lnTo>
                  <a:pt x="2566" y="8466"/>
                </a:lnTo>
                <a:lnTo>
                  <a:pt x="2566" y="8263"/>
                </a:lnTo>
                <a:lnTo>
                  <a:pt x="2566" y="8060"/>
                </a:lnTo>
                <a:lnTo>
                  <a:pt x="2630" y="7857"/>
                </a:lnTo>
                <a:lnTo>
                  <a:pt x="2630" y="7654"/>
                </a:lnTo>
                <a:lnTo>
                  <a:pt x="2630" y="7451"/>
                </a:lnTo>
                <a:lnTo>
                  <a:pt x="2630" y="7248"/>
                </a:lnTo>
                <a:lnTo>
                  <a:pt x="2694" y="7045"/>
                </a:lnTo>
                <a:lnTo>
                  <a:pt x="2694" y="6842"/>
                </a:lnTo>
                <a:lnTo>
                  <a:pt x="2694" y="6581"/>
                </a:lnTo>
                <a:lnTo>
                  <a:pt x="2694" y="6379"/>
                </a:lnTo>
                <a:lnTo>
                  <a:pt x="2694" y="6205"/>
                </a:lnTo>
                <a:lnTo>
                  <a:pt x="2758" y="6002"/>
                </a:lnTo>
                <a:lnTo>
                  <a:pt x="2758" y="5799"/>
                </a:lnTo>
                <a:lnTo>
                  <a:pt x="2758" y="5596"/>
                </a:lnTo>
                <a:lnTo>
                  <a:pt x="2758" y="5393"/>
                </a:lnTo>
                <a:lnTo>
                  <a:pt x="2758" y="5190"/>
                </a:lnTo>
                <a:lnTo>
                  <a:pt x="2855" y="4987"/>
                </a:lnTo>
                <a:lnTo>
                  <a:pt x="2855" y="4726"/>
                </a:lnTo>
                <a:lnTo>
                  <a:pt x="2855" y="4523"/>
                </a:lnTo>
                <a:lnTo>
                  <a:pt x="2855" y="4320"/>
                </a:lnTo>
                <a:lnTo>
                  <a:pt x="2919" y="4117"/>
                </a:lnTo>
                <a:lnTo>
                  <a:pt x="2919" y="3943"/>
                </a:lnTo>
                <a:lnTo>
                  <a:pt x="2919" y="3740"/>
                </a:lnTo>
                <a:lnTo>
                  <a:pt x="2919" y="3537"/>
                </a:lnTo>
                <a:lnTo>
                  <a:pt x="2919" y="3334"/>
                </a:lnTo>
                <a:lnTo>
                  <a:pt x="2983" y="3131"/>
                </a:lnTo>
                <a:lnTo>
                  <a:pt x="2983" y="2928"/>
                </a:lnTo>
                <a:lnTo>
                  <a:pt x="2983" y="2667"/>
                </a:lnTo>
                <a:lnTo>
                  <a:pt x="2983" y="2464"/>
                </a:lnTo>
                <a:lnTo>
                  <a:pt x="3079" y="2261"/>
                </a:lnTo>
                <a:lnTo>
                  <a:pt x="3079" y="2058"/>
                </a:lnTo>
                <a:lnTo>
                  <a:pt x="3079" y="1855"/>
                </a:lnTo>
                <a:lnTo>
                  <a:pt x="3079" y="1681"/>
                </a:lnTo>
                <a:lnTo>
                  <a:pt x="3079" y="1478"/>
                </a:lnTo>
                <a:lnTo>
                  <a:pt x="3143" y="1275"/>
                </a:lnTo>
                <a:lnTo>
                  <a:pt x="3143" y="1072"/>
                </a:lnTo>
                <a:lnTo>
                  <a:pt x="3143" y="869"/>
                </a:lnTo>
                <a:lnTo>
                  <a:pt x="3143" y="666"/>
                </a:lnTo>
                <a:lnTo>
                  <a:pt x="3208" y="405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936277" y="3402144"/>
            <a:ext cx="3208" cy="39491"/>
          </a:xfrm>
          <a:custGeom>
            <a:avLst/>
            <a:gdLst/>
            <a:ahLst/>
            <a:cxnLst/>
            <a:rect l="l" t="t" r="r" b="b"/>
            <a:pathLst>
              <a:path w="3208" h="39491">
                <a:moveTo>
                  <a:pt x="0" y="39491"/>
                </a:moveTo>
                <a:lnTo>
                  <a:pt x="0" y="39288"/>
                </a:lnTo>
                <a:lnTo>
                  <a:pt x="0" y="39114"/>
                </a:lnTo>
                <a:lnTo>
                  <a:pt x="64" y="38912"/>
                </a:lnTo>
                <a:lnTo>
                  <a:pt x="64" y="38709"/>
                </a:lnTo>
                <a:lnTo>
                  <a:pt x="64" y="38506"/>
                </a:lnTo>
                <a:lnTo>
                  <a:pt x="64" y="38303"/>
                </a:lnTo>
                <a:lnTo>
                  <a:pt x="160" y="38100"/>
                </a:lnTo>
                <a:lnTo>
                  <a:pt x="160" y="37897"/>
                </a:lnTo>
                <a:lnTo>
                  <a:pt x="160" y="37636"/>
                </a:lnTo>
                <a:lnTo>
                  <a:pt x="160" y="37433"/>
                </a:lnTo>
                <a:lnTo>
                  <a:pt x="160" y="37230"/>
                </a:lnTo>
                <a:lnTo>
                  <a:pt x="224" y="37027"/>
                </a:lnTo>
                <a:lnTo>
                  <a:pt x="224" y="36853"/>
                </a:lnTo>
                <a:lnTo>
                  <a:pt x="224" y="36650"/>
                </a:lnTo>
                <a:lnTo>
                  <a:pt x="224" y="36447"/>
                </a:lnTo>
                <a:lnTo>
                  <a:pt x="288" y="36244"/>
                </a:lnTo>
                <a:lnTo>
                  <a:pt x="288" y="36041"/>
                </a:lnTo>
                <a:lnTo>
                  <a:pt x="288" y="35838"/>
                </a:lnTo>
                <a:lnTo>
                  <a:pt x="288" y="35635"/>
                </a:lnTo>
                <a:lnTo>
                  <a:pt x="288" y="35432"/>
                </a:lnTo>
                <a:lnTo>
                  <a:pt x="352" y="35171"/>
                </a:lnTo>
                <a:lnTo>
                  <a:pt x="352" y="34968"/>
                </a:lnTo>
                <a:lnTo>
                  <a:pt x="352" y="34765"/>
                </a:lnTo>
                <a:lnTo>
                  <a:pt x="352" y="34591"/>
                </a:lnTo>
                <a:lnTo>
                  <a:pt x="352" y="34388"/>
                </a:lnTo>
                <a:lnTo>
                  <a:pt x="449" y="34185"/>
                </a:lnTo>
                <a:lnTo>
                  <a:pt x="449" y="33982"/>
                </a:lnTo>
                <a:lnTo>
                  <a:pt x="449" y="33779"/>
                </a:lnTo>
                <a:lnTo>
                  <a:pt x="449" y="33576"/>
                </a:lnTo>
                <a:lnTo>
                  <a:pt x="513" y="33373"/>
                </a:lnTo>
                <a:lnTo>
                  <a:pt x="513" y="33170"/>
                </a:lnTo>
                <a:lnTo>
                  <a:pt x="513" y="32996"/>
                </a:lnTo>
                <a:lnTo>
                  <a:pt x="513" y="32793"/>
                </a:lnTo>
                <a:lnTo>
                  <a:pt x="513" y="32504"/>
                </a:lnTo>
                <a:lnTo>
                  <a:pt x="577" y="32330"/>
                </a:lnTo>
                <a:lnTo>
                  <a:pt x="577" y="32127"/>
                </a:lnTo>
                <a:lnTo>
                  <a:pt x="577" y="31924"/>
                </a:lnTo>
                <a:lnTo>
                  <a:pt x="577" y="31721"/>
                </a:lnTo>
                <a:lnTo>
                  <a:pt x="673" y="31518"/>
                </a:lnTo>
                <a:lnTo>
                  <a:pt x="673" y="31315"/>
                </a:lnTo>
                <a:lnTo>
                  <a:pt x="673" y="31112"/>
                </a:lnTo>
                <a:lnTo>
                  <a:pt x="673" y="30909"/>
                </a:lnTo>
                <a:lnTo>
                  <a:pt x="673" y="30735"/>
                </a:lnTo>
                <a:lnTo>
                  <a:pt x="737" y="30532"/>
                </a:lnTo>
                <a:lnTo>
                  <a:pt x="737" y="30329"/>
                </a:lnTo>
                <a:lnTo>
                  <a:pt x="737" y="30126"/>
                </a:lnTo>
                <a:lnTo>
                  <a:pt x="737" y="29923"/>
                </a:lnTo>
                <a:lnTo>
                  <a:pt x="802" y="29720"/>
                </a:lnTo>
                <a:lnTo>
                  <a:pt x="802" y="29517"/>
                </a:lnTo>
                <a:lnTo>
                  <a:pt x="802" y="29314"/>
                </a:lnTo>
                <a:lnTo>
                  <a:pt x="802" y="29053"/>
                </a:lnTo>
                <a:lnTo>
                  <a:pt x="802" y="28850"/>
                </a:lnTo>
                <a:lnTo>
                  <a:pt x="866" y="28647"/>
                </a:lnTo>
                <a:lnTo>
                  <a:pt x="866" y="28473"/>
                </a:lnTo>
                <a:lnTo>
                  <a:pt x="866" y="28270"/>
                </a:lnTo>
                <a:lnTo>
                  <a:pt x="866" y="28067"/>
                </a:lnTo>
                <a:lnTo>
                  <a:pt x="962" y="27864"/>
                </a:lnTo>
                <a:lnTo>
                  <a:pt x="962" y="27661"/>
                </a:lnTo>
                <a:lnTo>
                  <a:pt x="962" y="27458"/>
                </a:lnTo>
                <a:lnTo>
                  <a:pt x="962" y="27255"/>
                </a:lnTo>
                <a:lnTo>
                  <a:pt x="962" y="27052"/>
                </a:lnTo>
                <a:lnTo>
                  <a:pt x="1026" y="26878"/>
                </a:lnTo>
                <a:lnTo>
                  <a:pt x="1026" y="26675"/>
                </a:lnTo>
                <a:lnTo>
                  <a:pt x="1026" y="26472"/>
                </a:lnTo>
                <a:lnTo>
                  <a:pt x="1026" y="26269"/>
                </a:lnTo>
                <a:lnTo>
                  <a:pt x="1090" y="26067"/>
                </a:lnTo>
                <a:lnTo>
                  <a:pt x="1090" y="25864"/>
                </a:lnTo>
                <a:lnTo>
                  <a:pt x="1090" y="25661"/>
                </a:lnTo>
                <a:lnTo>
                  <a:pt x="1090" y="25458"/>
                </a:lnTo>
                <a:lnTo>
                  <a:pt x="1090" y="25284"/>
                </a:lnTo>
                <a:lnTo>
                  <a:pt x="1186" y="25081"/>
                </a:lnTo>
                <a:lnTo>
                  <a:pt x="1186" y="24878"/>
                </a:lnTo>
                <a:lnTo>
                  <a:pt x="1186" y="24675"/>
                </a:lnTo>
                <a:lnTo>
                  <a:pt x="1186" y="24472"/>
                </a:lnTo>
                <a:lnTo>
                  <a:pt x="1186" y="24269"/>
                </a:lnTo>
                <a:lnTo>
                  <a:pt x="1251" y="24066"/>
                </a:lnTo>
                <a:lnTo>
                  <a:pt x="1251" y="23863"/>
                </a:lnTo>
                <a:lnTo>
                  <a:pt x="1251" y="23602"/>
                </a:lnTo>
                <a:lnTo>
                  <a:pt x="1251" y="23399"/>
                </a:lnTo>
                <a:lnTo>
                  <a:pt x="1315" y="23196"/>
                </a:lnTo>
                <a:lnTo>
                  <a:pt x="1315" y="23022"/>
                </a:lnTo>
                <a:lnTo>
                  <a:pt x="1315" y="22819"/>
                </a:lnTo>
                <a:lnTo>
                  <a:pt x="1315" y="22616"/>
                </a:lnTo>
                <a:lnTo>
                  <a:pt x="1315" y="22413"/>
                </a:lnTo>
                <a:lnTo>
                  <a:pt x="1379" y="22210"/>
                </a:lnTo>
                <a:lnTo>
                  <a:pt x="1379" y="22007"/>
                </a:lnTo>
                <a:lnTo>
                  <a:pt x="1379" y="21804"/>
                </a:lnTo>
                <a:lnTo>
                  <a:pt x="1379" y="21601"/>
                </a:lnTo>
                <a:lnTo>
                  <a:pt x="1475" y="21398"/>
                </a:lnTo>
                <a:lnTo>
                  <a:pt x="1475" y="21224"/>
                </a:lnTo>
                <a:lnTo>
                  <a:pt x="1475" y="21021"/>
                </a:lnTo>
                <a:lnTo>
                  <a:pt x="1475" y="20818"/>
                </a:lnTo>
                <a:lnTo>
                  <a:pt x="1475" y="20615"/>
                </a:lnTo>
                <a:lnTo>
                  <a:pt x="1539" y="20412"/>
                </a:lnTo>
                <a:lnTo>
                  <a:pt x="1539" y="20209"/>
                </a:lnTo>
                <a:lnTo>
                  <a:pt x="1539" y="20006"/>
                </a:lnTo>
                <a:lnTo>
                  <a:pt x="1539" y="19803"/>
                </a:lnTo>
                <a:lnTo>
                  <a:pt x="1604" y="19629"/>
                </a:lnTo>
                <a:lnTo>
                  <a:pt x="1604" y="19427"/>
                </a:lnTo>
                <a:lnTo>
                  <a:pt x="1604" y="19224"/>
                </a:lnTo>
                <a:lnTo>
                  <a:pt x="1604" y="19021"/>
                </a:lnTo>
                <a:lnTo>
                  <a:pt x="1604" y="18818"/>
                </a:lnTo>
                <a:lnTo>
                  <a:pt x="1668" y="18615"/>
                </a:lnTo>
                <a:lnTo>
                  <a:pt x="1668" y="18412"/>
                </a:lnTo>
                <a:lnTo>
                  <a:pt x="1668" y="18209"/>
                </a:lnTo>
                <a:lnTo>
                  <a:pt x="1668" y="18035"/>
                </a:lnTo>
                <a:lnTo>
                  <a:pt x="1764" y="17832"/>
                </a:lnTo>
                <a:lnTo>
                  <a:pt x="1764" y="17629"/>
                </a:lnTo>
                <a:lnTo>
                  <a:pt x="1764" y="17426"/>
                </a:lnTo>
                <a:lnTo>
                  <a:pt x="1764" y="17223"/>
                </a:lnTo>
                <a:lnTo>
                  <a:pt x="1764" y="17020"/>
                </a:lnTo>
                <a:lnTo>
                  <a:pt x="1828" y="16817"/>
                </a:lnTo>
                <a:lnTo>
                  <a:pt x="1828" y="16614"/>
                </a:lnTo>
                <a:lnTo>
                  <a:pt x="1828" y="16411"/>
                </a:lnTo>
                <a:lnTo>
                  <a:pt x="1892" y="16092"/>
                </a:lnTo>
                <a:lnTo>
                  <a:pt x="1892" y="15889"/>
                </a:lnTo>
                <a:lnTo>
                  <a:pt x="1892" y="15686"/>
                </a:lnTo>
                <a:lnTo>
                  <a:pt x="1892" y="15483"/>
                </a:lnTo>
                <a:lnTo>
                  <a:pt x="1892" y="15309"/>
                </a:lnTo>
                <a:lnTo>
                  <a:pt x="1988" y="15106"/>
                </a:lnTo>
                <a:lnTo>
                  <a:pt x="1988" y="14903"/>
                </a:lnTo>
                <a:lnTo>
                  <a:pt x="1988" y="14700"/>
                </a:lnTo>
                <a:lnTo>
                  <a:pt x="1988" y="14497"/>
                </a:lnTo>
                <a:lnTo>
                  <a:pt x="1988" y="14294"/>
                </a:lnTo>
                <a:lnTo>
                  <a:pt x="2053" y="14091"/>
                </a:lnTo>
                <a:lnTo>
                  <a:pt x="2053" y="13888"/>
                </a:lnTo>
                <a:lnTo>
                  <a:pt x="2053" y="13685"/>
                </a:lnTo>
                <a:lnTo>
                  <a:pt x="2053" y="13511"/>
                </a:lnTo>
                <a:lnTo>
                  <a:pt x="2117" y="13308"/>
                </a:lnTo>
                <a:lnTo>
                  <a:pt x="2117" y="13105"/>
                </a:lnTo>
                <a:lnTo>
                  <a:pt x="2117" y="12903"/>
                </a:lnTo>
                <a:lnTo>
                  <a:pt x="2117" y="12700"/>
                </a:lnTo>
                <a:lnTo>
                  <a:pt x="2117" y="12497"/>
                </a:lnTo>
                <a:lnTo>
                  <a:pt x="2181" y="12294"/>
                </a:lnTo>
                <a:lnTo>
                  <a:pt x="2181" y="12091"/>
                </a:lnTo>
                <a:lnTo>
                  <a:pt x="2181" y="11917"/>
                </a:lnTo>
                <a:lnTo>
                  <a:pt x="2181" y="11714"/>
                </a:lnTo>
                <a:lnTo>
                  <a:pt x="2277" y="11569"/>
                </a:lnTo>
                <a:lnTo>
                  <a:pt x="2277" y="11366"/>
                </a:lnTo>
                <a:lnTo>
                  <a:pt x="2277" y="11163"/>
                </a:lnTo>
                <a:lnTo>
                  <a:pt x="2277" y="10960"/>
                </a:lnTo>
                <a:lnTo>
                  <a:pt x="2277" y="10786"/>
                </a:lnTo>
                <a:lnTo>
                  <a:pt x="2341" y="10583"/>
                </a:lnTo>
                <a:lnTo>
                  <a:pt x="2341" y="10380"/>
                </a:lnTo>
                <a:lnTo>
                  <a:pt x="2341" y="10177"/>
                </a:lnTo>
                <a:lnTo>
                  <a:pt x="2341" y="9974"/>
                </a:lnTo>
                <a:lnTo>
                  <a:pt x="2406" y="9771"/>
                </a:lnTo>
                <a:lnTo>
                  <a:pt x="2406" y="9568"/>
                </a:lnTo>
                <a:lnTo>
                  <a:pt x="2406" y="9365"/>
                </a:lnTo>
                <a:lnTo>
                  <a:pt x="2406" y="9191"/>
                </a:lnTo>
                <a:lnTo>
                  <a:pt x="2406" y="8988"/>
                </a:lnTo>
                <a:lnTo>
                  <a:pt x="2502" y="8843"/>
                </a:lnTo>
                <a:lnTo>
                  <a:pt x="2502" y="8640"/>
                </a:lnTo>
                <a:lnTo>
                  <a:pt x="2502" y="8437"/>
                </a:lnTo>
                <a:lnTo>
                  <a:pt x="2502" y="8234"/>
                </a:lnTo>
                <a:lnTo>
                  <a:pt x="2566" y="8060"/>
                </a:lnTo>
                <a:lnTo>
                  <a:pt x="2566" y="7857"/>
                </a:lnTo>
                <a:lnTo>
                  <a:pt x="2566" y="7654"/>
                </a:lnTo>
                <a:lnTo>
                  <a:pt x="2566" y="7451"/>
                </a:lnTo>
                <a:lnTo>
                  <a:pt x="2566" y="7248"/>
                </a:lnTo>
                <a:lnTo>
                  <a:pt x="2630" y="7045"/>
                </a:lnTo>
                <a:lnTo>
                  <a:pt x="2630" y="6726"/>
                </a:lnTo>
                <a:lnTo>
                  <a:pt x="2630" y="6523"/>
                </a:lnTo>
                <a:lnTo>
                  <a:pt x="2694" y="6321"/>
                </a:lnTo>
                <a:lnTo>
                  <a:pt x="2694" y="6118"/>
                </a:lnTo>
                <a:lnTo>
                  <a:pt x="2694" y="5915"/>
                </a:lnTo>
                <a:lnTo>
                  <a:pt x="2694" y="5712"/>
                </a:lnTo>
                <a:lnTo>
                  <a:pt x="2694" y="5509"/>
                </a:lnTo>
                <a:lnTo>
                  <a:pt x="2790" y="5335"/>
                </a:lnTo>
                <a:lnTo>
                  <a:pt x="2790" y="5190"/>
                </a:lnTo>
                <a:lnTo>
                  <a:pt x="2790" y="4987"/>
                </a:lnTo>
                <a:lnTo>
                  <a:pt x="2790" y="4784"/>
                </a:lnTo>
                <a:lnTo>
                  <a:pt x="2790" y="4581"/>
                </a:lnTo>
                <a:lnTo>
                  <a:pt x="2855" y="4378"/>
                </a:lnTo>
                <a:lnTo>
                  <a:pt x="2855" y="4204"/>
                </a:lnTo>
                <a:lnTo>
                  <a:pt x="2855" y="4001"/>
                </a:lnTo>
                <a:lnTo>
                  <a:pt x="2855" y="3798"/>
                </a:lnTo>
                <a:lnTo>
                  <a:pt x="2919" y="3653"/>
                </a:lnTo>
                <a:lnTo>
                  <a:pt x="2919" y="3450"/>
                </a:lnTo>
                <a:lnTo>
                  <a:pt x="2919" y="3247"/>
                </a:lnTo>
                <a:lnTo>
                  <a:pt x="2919" y="3073"/>
                </a:lnTo>
                <a:lnTo>
                  <a:pt x="2919" y="2870"/>
                </a:lnTo>
                <a:lnTo>
                  <a:pt x="2983" y="2667"/>
                </a:lnTo>
                <a:lnTo>
                  <a:pt x="2983" y="2464"/>
                </a:lnTo>
                <a:lnTo>
                  <a:pt x="2983" y="2261"/>
                </a:lnTo>
                <a:lnTo>
                  <a:pt x="2983" y="2116"/>
                </a:lnTo>
                <a:lnTo>
                  <a:pt x="3079" y="1942"/>
                </a:lnTo>
                <a:lnTo>
                  <a:pt x="3079" y="1739"/>
                </a:lnTo>
                <a:lnTo>
                  <a:pt x="3079" y="1536"/>
                </a:lnTo>
                <a:lnTo>
                  <a:pt x="3079" y="1333"/>
                </a:lnTo>
                <a:lnTo>
                  <a:pt x="3079" y="1130"/>
                </a:lnTo>
                <a:lnTo>
                  <a:pt x="3143" y="985"/>
                </a:lnTo>
                <a:lnTo>
                  <a:pt x="3143" y="811"/>
                </a:lnTo>
                <a:lnTo>
                  <a:pt x="3143" y="608"/>
                </a:lnTo>
                <a:lnTo>
                  <a:pt x="3143" y="405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939485" y="3367900"/>
            <a:ext cx="3208" cy="34243"/>
          </a:xfrm>
          <a:custGeom>
            <a:avLst/>
            <a:gdLst/>
            <a:ahLst/>
            <a:cxnLst/>
            <a:rect l="l" t="t" r="r" b="b"/>
            <a:pathLst>
              <a:path w="3208" h="34243">
                <a:moveTo>
                  <a:pt x="0" y="34243"/>
                </a:moveTo>
                <a:lnTo>
                  <a:pt x="0" y="34098"/>
                </a:lnTo>
                <a:lnTo>
                  <a:pt x="0" y="33924"/>
                </a:lnTo>
                <a:lnTo>
                  <a:pt x="0" y="33721"/>
                </a:lnTo>
                <a:lnTo>
                  <a:pt x="96" y="33518"/>
                </a:lnTo>
                <a:lnTo>
                  <a:pt x="96" y="33315"/>
                </a:lnTo>
                <a:lnTo>
                  <a:pt x="96" y="33112"/>
                </a:lnTo>
                <a:lnTo>
                  <a:pt x="96" y="32967"/>
                </a:lnTo>
                <a:lnTo>
                  <a:pt x="160" y="32793"/>
                </a:lnTo>
                <a:lnTo>
                  <a:pt x="160" y="32591"/>
                </a:lnTo>
                <a:lnTo>
                  <a:pt x="160" y="32388"/>
                </a:lnTo>
                <a:lnTo>
                  <a:pt x="160" y="32185"/>
                </a:lnTo>
                <a:lnTo>
                  <a:pt x="160" y="32040"/>
                </a:lnTo>
                <a:lnTo>
                  <a:pt x="224" y="31837"/>
                </a:lnTo>
                <a:lnTo>
                  <a:pt x="224" y="31663"/>
                </a:lnTo>
                <a:lnTo>
                  <a:pt x="224" y="31460"/>
                </a:lnTo>
                <a:lnTo>
                  <a:pt x="224" y="31257"/>
                </a:lnTo>
                <a:lnTo>
                  <a:pt x="288" y="31112"/>
                </a:lnTo>
                <a:lnTo>
                  <a:pt x="288" y="30909"/>
                </a:lnTo>
                <a:lnTo>
                  <a:pt x="288" y="30706"/>
                </a:lnTo>
                <a:lnTo>
                  <a:pt x="288" y="30532"/>
                </a:lnTo>
                <a:lnTo>
                  <a:pt x="288" y="30329"/>
                </a:lnTo>
                <a:lnTo>
                  <a:pt x="384" y="30184"/>
                </a:lnTo>
                <a:lnTo>
                  <a:pt x="384" y="29981"/>
                </a:lnTo>
                <a:lnTo>
                  <a:pt x="384" y="29778"/>
                </a:lnTo>
                <a:lnTo>
                  <a:pt x="384" y="29604"/>
                </a:lnTo>
                <a:lnTo>
                  <a:pt x="384" y="29401"/>
                </a:lnTo>
                <a:lnTo>
                  <a:pt x="449" y="29256"/>
                </a:lnTo>
                <a:lnTo>
                  <a:pt x="449" y="29053"/>
                </a:lnTo>
                <a:lnTo>
                  <a:pt x="449" y="28850"/>
                </a:lnTo>
                <a:lnTo>
                  <a:pt x="449" y="28647"/>
                </a:lnTo>
                <a:lnTo>
                  <a:pt x="513" y="28328"/>
                </a:lnTo>
                <a:lnTo>
                  <a:pt x="513" y="28125"/>
                </a:lnTo>
                <a:lnTo>
                  <a:pt x="513" y="27922"/>
                </a:lnTo>
                <a:lnTo>
                  <a:pt x="577" y="27603"/>
                </a:lnTo>
                <a:lnTo>
                  <a:pt x="577" y="27400"/>
                </a:lnTo>
                <a:lnTo>
                  <a:pt x="577" y="27197"/>
                </a:lnTo>
                <a:lnTo>
                  <a:pt x="577" y="27052"/>
                </a:lnTo>
                <a:lnTo>
                  <a:pt x="673" y="26849"/>
                </a:lnTo>
                <a:lnTo>
                  <a:pt x="673" y="26675"/>
                </a:lnTo>
                <a:lnTo>
                  <a:pt x="673" y="26472"/>
                </a:lnTo>
                <a:lnTo>
                  <a:pt x="673" y="26327"/>
                </a:lnTo>
                <a:lnTo>
                  <a:pt x="673" y="26124"/>
                </a:lnTo>
                <a:lnTo>
                  <a:pt x="737" y="25922"/>
                </a:lnTo>
                <a:lnTo>
                  <a:pt x="737" y="25719"/>
                </a:lnTo>
                <a:lnTo>
                  <a:pt x="737" y="25400"/>
                </a:lnTo>
                <a:lnTo>
                  <a:pt x="802" y="25197"/>
                </a:lnTo>
                <a:lnTo>
                  <a:pt x="802" y="24878"/>
                </a:lnTo>
                <a:lnTo>
                  <a:pt x="802" y="24675"/>
                </a:lnTo>
                <a:lnTo>
                  <a:pt x="802" y="24472"/>
                </a:lnTo>
                <a:lnTo>
                  <a:pt x="898" y="24327"/>
                </a:lnTo>
                <a:lnTo>
                  <a:pt x="898" y="24124"/>
                </a:lnTo>
                <a:lnTo>
                  <a:pt x="898" y="23950"/>
                </a:lnTo>
                <a:lnTo>
                  <a:pt x="898" y="23805"/>
                </a:lnTo>
                <a:lnTo>
                  <a:pt x="962" y="23602"/>
                </a:lnTo>
                <a:lnTo>
                  <a:pt x="962" y="23399"/>
                </a:lnTo>
                <a:lnTo>
                  <a:pt x="962" y="23196"/>
                </a:lnTo>
                <a:lnTo>
                  <a:pt x="962" y="22877"/>
                </a:lnTo>
                <a:lnTo>
                  <a:pt x="1026" y="22674"/>
                </a:lnTo>
                <a:lnTo>
                  <a:pt x="1026" y="22529"/>
                </a:lnTo>
                <a:lnTo>
                  <a:pt x="1026" y="22355"/>
                </a:lnTo>
                <a:lnTo>
                  <a:pt x="1026" y="22152"/>
                </a:lnTo>
                <a:lnTo>
                  <a:pt x="1090" y="22007"/>
                </a:lnTo>
                <a:lnTo>
                  <a:pt x="1090" y="21804"/>
                </a:lnTo>
                <a:lnTo>
                  <a:pt x="1090" y="21601"/>
                </a:lnTo>
                <a:lnTo>
                  <a:pt x="1090" y="21282"/>
                </a:lnTo>
                <a:lnTo>
                  <a:pt x="1186" y="21079"/>
                </a:lnTo>
                <a:lnTo>
                  <a:pt x="1186" y="20934"/>
                </a:lnTo>
                <a:lnTo>
                  <a:pt x="1186" y="20731"/>
                </a:lnTo>
                <a:lnTo>
                  <a:pt x="1186" y="20557"/>
                </a:lnTo>
                <a:lnTo>
                  <a:pt x="1186" y="20412"/>
                </a:lnTo>
                <a:lnTo>
                  <a:pt x="1251" y="20209"/>
                </a:lnTo>
                <a:lnTo>
                  <a:pt x="1251" y="20006"/>
                </a:lnTo>
                <a:lnTo>
                  <a:pt x="1251" y="19687"/>
                </a:lnTo>
                <a:lnTo>
                  <a:pt x="1315" y="19485"/>
                </a:lnTo>
                <a:lnTo>
                  <a:pt x="1315" y="19340"/>
                </a:lnTo>
                <a:lnTo>
                  <a:pt x="1315" y="19137"/>
                </a:lnTo>
                <a:lnTo>
                  <a:pt x="1315" y="18963"/>
                </a:lnTo>
                <a:lnTo>
                  <a:pt x="1315" y="18818"/>
                </a:lnTo>
                <a:lnTo>
                  <a:pt x="1411" y="18615"/>
                </a:lnTo>
                <a:lnTo>
                  <a:pt x="1411" y="18412"/>
                </a:lnTo>
                <a:lnTo>
                  <a:pt x="1411" y="18093"/>
                </a:lnTo>
                <a:lnTo>
                  <a:pt x="1475" y="17948"/>
                </a:lnTo>
                <a:lnTo>
                  <a:pt x="1475" y="17745"/>
                </a:lnTo>
                <a:lnTo>
                  <a:pt x="1475" y="17542"/>
                </a:lnTo>
                <a:lnTo>
                  <a:pt x="1475" y="17223"/>
                </a:lnTo>
                <a:lnTo>
                  <a:pt x="1539" y="17020"/>
                </a:lnTo>
                <a:lnTo>
                  <a:pt x="1539" y="16875"/>
                </a:lnTo>
                <a:lnTo>
                  <a:pt x="1539" y="16701"/>
                </a:lnTo>
                <a:lnTo>
                  <a:pt x="1539" y="16556"/>
                </a:lnTo>
                <a:lnTo>
                  <a:pt x="1604" y="16353"/>
                </a:lnTo>
                <a:lnTo>
                  <a:pt x="1604" y="16150"/>
                </a:lnTo>
                <a:lnTo>
                  <a:pt x="1604" y="15831"/>
                </a:lnTo>
                <a:lnTo>
                  <a:pt x="1604" y="15686"/>
                </a:lnTo>
                <a:lnTo>
                  <a:pt x="1700" y="15483"/>
                </a:lnTo>
                <a:lnTo>
                  <a:pt x="1700" y="15164"/>
                </a:lnTo>
                <a:lnTo>
                  <a:pt x="1700" y="14961"/>
                </a:lnTo>
                <a:lnTo>
                  <a:pt x="1764" y="14816"/>
                </a:lnTo>
                <a:lnTo>
                  <a:pt x="1764" y="14642"/>
                </a:lnTo>
                <a:lnTo>
                  <a:pt x="1764" y="14497"/>
                </a:lnTo>
                <a:lnTo>
                  <a:pt x="1764" y="14294"/>
                </a:lnTo>
                <a:lnTo>
                  <a:pt x="1764" y="14091"/>
                </a:lnTo>
                <a:lnTo>
                  <a:pt x="1828" y="13772"/>
                </a:lnTo>
                <a:lnTo>
                  <a:pt x="1828" y="13627"/>
                </a:lnTo>
                <a:lnTo>
                  <a:pt x="1828" y="13424"/>
                </a:lnTo>
                <a:lnTo>
                  <a:pt x="1892" y="13105"/>
                </a:lnTo>
                <a:lnTo>
                  <a:pt x="1892" y="12961"/>
                </a:lnTo>
                <a:lnTo>
                  <a:pt x="1892" y="12758"/>
                </a:lnTo>
                <a:lnTo>
                  <a:pt x="1988" y="12439"/>
                </a:lnTo>
                <a:lnTo>
                  <a:pt x="1988" y="12236"/>
                </a:lnTo>
                <a:lnTo>
                  <a:pt x="1988" y="12091"/>
                </a:lnTo>
                <a:lnTo>
                  <a:pt x="1988" y="11888"/>
                </a:lnTo>
                <a:lnTo>
                  <a:pt x="2053" y="11569"/>
                </a:lnTo>
                <a:lnTo>
                  <a:pt x="2053" y="11424"/>
                </a:lnTo>
                <a:lnTo>
                  <a:pt x="2053" y="11250"/>
                </a:lnTo>
                <a:lnTo>
                  <a:pt x="2053" y="11105"/>
                </a:lnTo>
                <a:lnTo>
                  <a:pt x="2117" y="10902"/>
                </a:lnTo>
                <a:lnTo>
                  <a:pt x="2117" y="10757"/>
                </a:lnTo>
                <a:lnTo>
                  <a:pt x="2117" y="10583"/>
                </a:lnTo>
                <a:lnTo>
                  <a:pt x="2117" y="10438"/>
                </a:lnTo>
                <a:lnTo>
                  <a:pt x="2117" y="10235"/>
                </a:lnTo>
                <a:lnTo>
                  <a:pt x="2213" y="9916"/>
                </a:lnTo>
                <a:lnTo>
                  <a:pt x="2213" y="9771"/>
                </a:lnTo>
                <a:lnTo>
                  <a:pt x="2213" y="9568"/>
                </a:lnTo>
                <a:lnTo>
                  <a:pt x="2277" y="9249"/>
                </a:lnTo>
                <a:lnTo>
                  <a:pt x="2277" y="9104"/>
                </a:lnTo>
                <a:lnTo>
                  <a:pt x="2277" y="8901"/>
                </a:lnTo>
                <a:lnTo>
                  <a:pt x="2341" y="8582"/>
                </a:lnTo>
                <a:lnTo>
                  <a:pt x="2341" y="8437"/>
                </a:lnTo>
                <a:lnTo>
                  <a:pt x="2341" y="8234"/>
                </a:lnTo>
                <a:lnTo>
                  <a:pt x="2406" y="7973"/>
                </a:lnTo>
                <a:lnTo>
                  <a:pt x="2406" y="7770"/>
                </a:lnTo>
                <a:lnTo>
                  <a:pt x="2406" y="7451"/>
                </a:lnTo>
                <a:lnTo>
                  <a:pt x="2406" y="7306"/>
                </a:lnTo>
                <a:lnTo>
                  <a:pt x="2502" y="7103"/>
                </a:lnTo>
                <a:lnTo>
                  <a:pt x="2502" y="6784"/>
                </a:lnTo>
                <a:lnTo>
                  <a:pt x="2502" y="6639"/>
                </a:lnTo>
                <a:lnTo>
                  <a:pt x="2566" y="6321"/>
                </a:lnTo>
                <a:lnTo>
                  <a:pt x="2566" y="6176"/>
                </a:lnTo>
                <a:lnTo>
                  <a:pt x="2566" y="5973"/>
                </a:lnTo>
                <a:lnTo>
                  <a:pt x="2630" y="5654"/>
                </a:lnTo>
                <a:lnTo>
                  <a:pt x="2630" y="5509"/>
                </a:lnTo>
                <a:lnTo>
                  <a:pt x="2630" y="5190"/>
                </a:lnTo>
                <a:lnTo>
                  <a:pt x="2694" y="5045"/>
                </a:lnTo>
                <a:lnTo>
                  <a:pt x="2694" y="4842"/>
                </a:lnTo>
                <a:lnTo>
                  <a:pt x="2694" y="4581"/>
                </a:lnTo>
                <a:lnTo>
                  <a:pt x="2694" y="4378"/>
                </a:lnTo>
                <a:lnTo>
                  <a:pt x="2790" y="4059"/>
                </a:lnTo>
                <a:lnTo>
                  <a:pt x="2790" y="3914"/>
                </a:lnTo>
                <a:lnTo>
                  <a:pt x="2790" y="3595"/>
                </a:lnTo>
                <a:lnTo>
                  <a:pt x="2855" y="3450"/>
                </a:lnTo>
                <a:lnTo>
                  <a:pt x="2855" y="3131"/>
                </a:lnTo>
                <a:lnTo>
                  <a:pt x="2855" y="2986"/>
                </a:lnTo>
                <a:lnTo>
                  <a:pt x="2919" y="2783"/>
                </a:lnTo>
                <a:lnTo>
                  <a:pt x="2919" y="2522"/>
                </a:lnTo>
                <a:lnTo>
                  <a:pt x="2919" y="2319"/>
                </a:lnTo>
                <a:lnTo>
                  <a:pt x="3015" y="2058"/>
                </a:lnTo>
                <a:lnTo>
                  <a:pt x="3015" y="1855"/>
                </a:lnTo>
                <a:lnTo>
                  <a:pt x="3015" y="1594"/>
                </a:lnTo>
                <a:lnTo>
                  <a:pt x="3079" y="1391"/>
                </a:lnTo>
                <a:lnTo>
                  <a:pt x="3079" y="1130"/>
                </a:lnTo>
                <a:lnTo>
                  <a:pt x="3079" y="927"/>
                </a:lnTo>
                <a:lnTo>
                  <a:pt x="3079" y="782"/>
                </a:lnTo>
                <a:lnTo>
                  <a:pt x="3143" y="463"/>
                </a:lnTo>
                <a:lnTo>
                  <a:pt x="3143" y="318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942693" y="3342239"/>
            <a:ext cx="3143" cy="25661"/>
          </a:xfrm>
          <a:custGeom>
            <a:avLst/>
            <a:gdLst/>
            <a:ahLst/>
            <a:cxnLst/>
            <a:rect l="l" t="t" r="r" b="b"/>
            <a:pathLst>
              <a:path w="3143" h="25661">
                <a:moveTo>
                  <a:pt x="0" y="25661"/>
                </a:moveTo>
                <a:lnTo>
                  <a:pt x="0" y="25516"/>
                </a:lnTo>
                <a:lnTo>
                  <a:pt x="0" y="25255"/>
                </a:lnTo>
                <a:lnTo>
                  <a:pt x="0" y="25052"/>
                </a:lnTo>
                <a:lnTo>
                  <a:pt x="96" y="24791"/>
                </a:lnTo>
                <a:lnTo>
                  <a:pt x="96" y="24588"/>
                </a:lnTo>
                <a:lnTo>
                  <a:pt x="160" y="24327"/>
                </a:lnTo>
                <a:lnTo>
                  <a:pt x="160" y="24008"/>
                </a:lnTo>
                <a:lnTo>
                  <a:pt x="160" y="23863"/>
                </a:lnTo>
                <a:lnTo>
                  <a:pt x="160" y="23718"/>
                </a:lnTo>
                <a:lnTo>
                  <a:pt x="224" y="23399"/>
                </a:lnTo>
                <a:lnTo>
                  <a:pt x="224" y="23254"/>
                </a:lnTo>
                <a:lnTo>
                  <a:pt x="320" y="22993"/>
                </a:lnTo>
                <a:lnTo>
                  <a:pt x="320" y="22790"/>
                </a:lnTo>
                <a:lnTo>
                  <a:pt x="320" y="22529"/>
                </a:lnTo>
                <a:lnTo>
                  <a:pt x="384" y="22210"/>
                </a:lnTo>
                <a:lnTo>
                  <a:pt x="384" y="22065"/>
                </a:lnTo>
                <a:lnTo>
                  <a:pt x="384" y="21804"/>
                </a:lnTo>
                <a:lnTo>
                  <a:pt x="384" y="21601"/>
                </a:lnTo>
                <a:lnTo>
                  <a:pt x="449" y="21456"/>
                </a:lnTo>
                <a:lnTo>
                  <a:pt x="449" y="21195"/>
                </a:lnTo>
                <a:lnTo>
                  <a:pt x="513" y="20876"/>
                </a:lnTo>
                <a:lnTo>
                  <a:pt x="513" y="20731"/>
                </a:lnTo>
                <a:lnTo>
                  <a:pt x="513" y="20470"/>
                </a:lnTo>
                <a:lnTo>
                  <a:pt x="609" y="20209"/>
                </a:lnTo>
                <a:lnTo>
                  <a:pt x="609" y="20006"/>
                </a:lnTo>
                <a:lnTo>
                  <a:pt x="609" y="19861"/>
                </a:lnTo>
                <a:lnTo>
                  <a:pt x="673" y="19600"/>
                </a:lnTo>
                <a:lnTo>
                  <a:pt x="673" y="19340"/>
                </a:lnTo>
                <a:lnTo>
                  <a:pt x="673" y="19137"/>
                </a:lnTo>
                <a:lnTo>
                  <a:pt x="737" y="18876"/>
                </a:lnTo>
                <a:lnTo>
                  <a:pt x="737" y="18731"/>
                </a:lnTo>
                <a:lnTo>
                  <a:pt x="737" y="18470"/>
                </a:lnTo>
                <a:lnTo>
                  <a:pt x="802" y="18151"/>
                </a:lnTo>
                <a:lnTo>
                  <a:pt x="802" y="18006"/>
                </a:lnTo>
                <a:lnTo>
                  <a:pt x="802" y="17745"/>
                </a:lnTo>
                <a:lnTo>
                  <a:pt x="898" y="17600"/>
                </a:lnTo>
                <a:lnTo>
                  <a:pt x="898" y="17339"/>
                </a:lnTo>
                <a:lnTo>
                  <a:pt x="962" y="17020"/>
                </a:lnTo>
                <a:lnTo>
                  <a:pt x="962" y="16875"/>
                </a:lnTo>
                <a:lnTo>
                  <a:pt x="962" y="16614"/>
                </a:lnTo>
                <a:lnTo>
                  <a:pt x="962" y="16469"/>
                </a:lnTo>
                <a:lnTo>
                  <a:pt x="1026" y="16208"/>
                </a:lnTo>
                <a:lnTo>
                  <a:pt x="1026" y="15947"/>
                </a:lnTo>
                <a:lnTo>
                  <a:pt x="1122" y="15686"/>
                </a:lnTo>
                <a:lnTo>
                  <a:pt x="1122" y="15541"/>
                </a:lnTo>
                <a:lnTo>
                  <a:pt x="1122" y="15280"/>
                </a:lnTo>
                <a:lnTo>
                  <a:pt x="1186" y="15077"/>
                </a:lnTo>
                <a:lnTo>
                  <a:pt x="1186" y="14816"/>
                </a:lnTo>
                <a:lnTo>
                  <a:pt x="1186" y="14555"/>
                </a:lnTo>
                <a:lnTo>
                  <a:pt x="1251" y="14410"/>
                </a:lnTo>
                <a:lnTo>
                  <a:pt x="1251" y="14149"/>
                </a:lnTo>
                <a:lnTo>
                  <a:pt x="1315" y="13888"/>
                </a:lnTo>
                <a:lnTo>
                  <a:pt x="1315" y="13743"/>
                </a:lnTo>
                <a:lnTo>
                  <a:pt x="1315" y="13482"/>
                </a:lnTo>
                <a:lnTo>
                  <a:pt x="1411" y="13221"/>
                </a:lnTo>
                <a:lnTo>
                  <a:pt x="1411" y="12961"/>
                </a:lnTo>
                <a:lnTo>
                  <a:pt x="1411" y="12816"/>
                </a:lnTo>
                <a:lnTo>
                  <a:pt x="1475" y="12555"/>
                </a:lnTo>
                <a:lnTo>
                  <a:pt x="1475" y="12294"/>
                </a:lnTo>
                <a:lnTo>
                  <a:pt x="1475" y="12149"/>
                </a:lnTo>
                <a:lnTo>
                  <a:pt x="1539" y="11888"/>
                </a:lnTo>
                <a:lnTo>
                  <a:pt x="1539" y="11627"/>
                </a:lnTo>
                <a:lnTo>
                  <a:pt x="1636" y="11424"/>
                </a:lnTo>
                <a:lnTo>
                  <a:pt x="1636" y="11163"/>
                </a:lnTo>
                <a:lnTo>
                  <a:pt x="1636" y="11018"/>
                </a:lnTo>
                <a:lnTo>
                  <a:pt x="1700" y="10757"/>
                </a:lnTo>
                <a:lnTo>
                  <a:pt x="1700" y="10496"/>
                </a:lnTo>
                <a:lnTo>
                  <a:pt x="1764" y="10235"/>
                </a:lnTo>
                <a:lnTo>
                  <a:pt x="1764" y="10090"/>
                </a:lnTo>
                <a:lnTo>
                  <a:pt x="1764" y="9887"/>
                </a:lnTo>
                <a:lnTo>
                  <a:pt x="1828" y="9626"/>
                </a:lnTo>
                <a:lnTo>
                  <a:pt x="1828" y="9365"/>
                </a:lnTo>
                <a:lnTo>
                  <a:pt x="1924" y="9104"/>
                </a:lnTo>
                <a:lnTo>
                  <a:pt x="1924" y="8959"/>
                </a:lnTo>
                <a:lnTo>
                  <a:pt x="1924" y="8756"/>
                </a:lnTo>
                <a:lnTo>
                  <a:pt x="1988" y="8495"/>
                </a:lnTo>
                <a:lnTo>
                  <a:pt x="1988" y="8234"/>
                </a:lnTo>
                <a:lnTo>
                  <a:pt x="2053" y="8031"/>
                </a:lnTo>
                <a:lnTo>
                  <a:pt x="2053" y="7770"/>
                </a:lnTo>
                <a:lnTo>
                  <a:pt x="2053" y="7625"/>
                </a:lnTo>
                <a:lnTo>
                  <a:pt x="2117" y="7364"/>
                </a:lnTo>
                <a:lnTo>
                  <a:pt x="2117" y="7161"/>
                </a:lnTo>
                <a:lnTo>
                  <a:pt x="2213" y="6900"/>
                </a:lnTo>
                <a:lnTo>
                  <a:pt x="2213" y="6697"/>
                </a:lnTo>
                <a:lnTo>
                  <a:pt x="2277" y="6437"/>
                </a:lnTo>
                <a:lnTo>
                  <a:pt x="2277" y="6176"/>
                </a:lnTo>
                <a:lnTo>
                  <a:pt x="2277" y="5973"/>
                </a:lnTo>
                <a:lnTo>
                  <a:pt x="2341" y="5712"/>
                </a:lnTo>
                <a:lnTo>
                  <a:pt x="2341" y="5509"/>
                </a:lnTo>
                <a:lnTo>
                  <a:pt x="2438" y="5248"/>
                </a:lnTo>
                <a:lnTo>
                  <a:pt x="2438" y="5045"/>
                </a:lnTo>
                <a:lnTo>
                  <a:pt x="2438" y="4900"/>
                </a:lnTo>
                <a:lnTo>
                  <a:pt x="2502" y="4726"/>
                </a:lnTo>
                <a:lnTo>
                  <a:pt x="2502" y="4581"/>
                </a:lnTo>
                <a:lnTo>
                  <a:pt x="2502" y="4436"/>
                </a:lnTo>
                <a:lnTo>
                  <a:pt x="2566" y="4262"/>
                </a:lnTo>
                <a:lnTo>
                  <a:pt x="2566" y="4117"/>
                </a:lnTo>
                <a:lnTo>
                  <a:pt x="2566" y="3972"/>
                </a:lnTo>
                <a:lnTo>
                  <a:pt x="2630" y="3769"/>
                </a:lnTo>
                <a:lnTo>
                  <a:pt x="2630" y="3595"/>
                </a:lnTo>
                <a:lnTo>
                  <a:pt x="2630" y="3450"/>
                </a:lnTo>
                <a:lnTo>
                  <a:pt x="2726" y="3305"/>
                </a:lnTo>
                <a:lnTo>
                  <a:pt x="2726" y="3131"/>
                </a:lnTo>
                <a:lnTo>
                  <a:pt x="2726" y="2986"/>
                </a:lnTo>
                <a:lnTo>
                  <a:pt x="2790" y="2783"/>
                </a:lnTo>
                <a:lnTo>
                  <a:pt x="2790" y="2638"/>
                </a:lnTo>
                <a:lnTo>
                  <a:pt x="2790" y="2464"/>
                </a:lnTo>
                <a:lnTo>
                  <a:pt x="2790" y="2319"/>
                </a:lnTo>
                <a:lnTo>
                  <a:pt x="2855" y="2116"/>
                </a:lnTo>
                <a:lnTo>
                  <a:pt x="2855" y="1913"/>
                </a:lnTo>
                <a:lnTo>
                  <a:pt x="2919" y="1710"/>
                </a:lnTo>
                <a:lnTo>
                  <a:pt x="2919" y="1449"/>
                </a:lnTo>
                <a:lnTo>
                  <a:pt x="3015" y="1246"/>
                </a:lnTo>
                <a:lnTo>
                  <a:pt x="3015" y="1043"/>
                </a:lnTo>
                <a:lnTo>
                  <a:pt x="3079" y="869"/>
                </a:lnTo>
                <a:lnTo>
                  <a:pt x="3079" y="724"/>
                </a:lnTo>
                <a:lnTo>
                  <a:pt x="3079" y="521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945837" y="3327944"/>
            <a:ext cx="3208" cy="14294"/>
          </a:xfrm>
          <a:custGeom>
            <a:avLst/>
            <a:gdLst/>
            <a:ahLst/>
            <a:cxnLst/>
            <a:rect l="l" t="t" r="r" b="b"/>
            <a:pathLst>
              <a:path w="3208" h="14294">
                <a:moveTo>
                  <a:pt x="0" y="14294"/>
                </a:moveTo>
                <a:lnTo>
                  <a:pt x="96" y="14091"/>
                </a:lnTo>
                <a:lnTo>
                  <a:pt x="96" y="13888"/>
                </a:lnTo>
                <a:lnTo>
                  <a:pt x="160" y="13685"/>
                </a:lnTo>
                <a:lnTo>
                  <a:pt x="160" y="13482"/>
                </a:lnTo>
                <a:lnTo>
                  <a:pt x="224" y="13279"/>
                </a:lnTo>
                <a:lnTo>
                  <a:pt x="224" y="13076"/>
                </a:lnTo>
                <a:lnTo>
                  <a:pt x="224" y="12903"/>
                </a:lnTo>
                <a:lnTo>
                  <a:pt x="288" y="12700"/>
                </a:lnTo>
                <a:lnTo>
                  <a:pt x="288" y="12497"/>
                </a:lnTo>
                <a:lnTo>
                  <a:pt x="384" y="12294"/>
                </a:lnTo>
                <a:lnTo>
                  <a:pt x="384" y="12149"/>
                </a:lnTo>
                <a:lnTo>
                  <a:pt x="449" y="11946"/>
                </a:lnTo>
                <a:lnTo>
                  <a:pt x="449" y="11772"/>
                </a:lnTo>
                <a:lnTo>
                  <a:pt x="449" y="11627"/>
                </a:lnTo>
                <a:lnTo>
                  <a:pt x="513" y="11482"/>
                </a:lnTo>
                <a:lnTo>
                  <a:pt x="513" y="11308"/>
                </a:lnTo>
                <a:lnTo>
                  <a:pt x="513" y="11163"/>
                </a:lnTo>
                <a:lnTo>
                  <a:pt x="609" y="11018"/>
                </a:lnTo>
                <a:lnTo>
                  <a:pt x="609" y="10815"/>
                </a:lnTo>
                <a:lnTo>
                  <a:pt x="673" y="10641"/>
                </a:lnTo>
                <a:lnTo>
                  <a:pt x="673" y="10438"/>
                </a:lnTo>
                <a:lnTo>
                  <a:pt x="737" y="10293"/>
                </a:lnTo>
                <a:lnTo>
                  <a:pt x="737" y="10090"/>
                </a:lnTo>
                <a:lnTo>
                  <a:pt x="737" y="9887"/>
                </a:lnTo>
                <a:lnTo>
                  <a:pt x="802" y="9626"/>
                </a:lnTo>
                <a:lnTo>
                  <a:pt x="898" y="9365"/>
                </a:lnTo>
                <a:lnTo>
                  <a:pt x="898" y="9220"/>
                </a:lnTo>
                <a:lnTo>
                  <a:pt x="962" y="9046"/>
                </a:lnTo>
                <a:lnTo>
                  <a:pt x="962" y="8843"/>
                </a:lnTo>
                <a:lnTo>
                  <a:pt x="1026" y="8698"/>
                </a:lnTo>
                <a:lnTo>
                  <a:pt x="1026" y="8495"/>
                </a:lnTo>
                <a:lnTo>
                  <a:pt x="1090" y="8292"/>
                </a:lnTo>
                <a:lnTo>
                  <a:pt x="1090" y="8089"/>
                </a:lnTo>
                <a:lnTo>
                  <a:pt x="1186" y="7828"/>
                </a:lnTo>
                <a:lnTo>
                  <a:pt x="1186" y="7625"/>
                </a:lnTo>
                <a:lnTo>
                  <a:pt x="1251" y="7451"/>
                </a:lnTo>
                <a:lnTo>
                  <a:pt x="1251" y="7306"/>
                </a:lnTo>
                <a:lnTo>
                  <a:pt x="1315" y="7161"/>
                </a:lnTo>
                <a:lnTo>
                  <a:pt x="1315" y="6958"/>
                </a:lnTo>
                <a:lnTo>
                  <a:pt x="1411" y="6784"/>
                </a:lnTo>
                <a:lnTo>
                  <a:pt x="1411" y="6639"/>
                </a:lnTo>
                <a:lnTo>
                  <a:pt x="1411" y="6495"/>
                </a:lnTo>
                <a:lnTo>
                  <a:pt x="1475" y="6321"/>
                </a:lnTo>
                <a:lnTo>
                  <a:pt x="1539" y="6176"/>
                </a:lnTo>
                <a:lnTo>
                  <a:pt x="1539" y="6031"/>
                </a:lnTo>
                <a:lnTo>
                  <a:pt x="1539" y="5828"/>
                </a:lnTo>
                <a:lnTo>
                  <a:pt x="1604" y="5654"/>
                </a:lnTo>
                <a:lnTo>
                  <a:pt x="1700" y="5509"/>
                </a:lnTo>
                <a:lnTo>
                  <a:pt x="1700" y="5364"/>
                </a:lnTo>
                <a:lnTo>
                  <a:pt x="1700" y="5190"/>
                </a:lnTo>
                <a:lnTo>
                  <a:pt x="1764" y="5045"/>
                </a:lnTo>
                <a:lnTo>
                  <a:pt x="1764" y="4900"/>
                </a:lnTo>
                <a:lnTo>
                  <a:pt x="1828" y="4726"/>
                </a:lnTo>
                <a:lnTo>
                  <a:pt x="1828" y="4581"/>
                </a:lnTo>
                <a:lnTo>
                  <a:pt x="1924" y="4436"/>
                </a:lnTo>
                <a:lnTo>
                  <a:pt x="1988" y="4233"/>
                </a:lnTo>
                <a:lnTo>
                  <a:pt x="1988" y="4059"/>
                </a:lnTo>
                <a:lnTo>
                  <a:pt x="2053" y="3914"/>
                </a:lnTo>
                <a:lnTo>
                  <a:pt x="2053" y="3769"/>
                </a:lnTo>
                <a:lnTo>
                  <a:pt x="2117" y="3595"/>
                </a:lnTo>
                <a:lnTo>
                  <a:pt x="2117" y="3450"/>
                </a:lnTo>
                <a:lnTo>
                  <a:pt x="2213" y="3305"/>
                </a:lnTo>
                <a:lnTo>
                  <a:pt x="2213" y="3102"/>
                </a:lnTo>
                <a:lnTo>
                  <a:pt x="2277" y="2928"/>
                </a:lnTo>
                <a:lnTo>
                  <a:pt x="2341" y="2783"/>
                </a:lnTo>
                <a:lnTo>
                  <a:pt x="2341" y="2638"/>
                </a:lnTo>
                <a:lnTo>
                  <a:pt x="2406" y="2464"/>
                </a:lnTo>
                <a:lnTo>
                  <a:pt x="2406" y="2319"/>
                </a:lnTo>
                <a:lnTo>
                  <a:pt x="2502" y="2174"/>
                </a:lnTo>
                <a:lnTo>
                  <a:pt x="2566" y="1971"/>
                </a:lnTo>
                <a:lnTo>
                  <a:pt x="2630" y="1797"/>
                </a:lnTo>
                <a:lnTo>
                  <a:pt x="2630" y="1652"/>
                </a:lnTo>
                <a:lnTo>
                  <a:pt x="2726" y="1507"/>
                </a:lnTo>
                <a:lnTo>
                  <a:pt x="2790" y="1333"/>
                </a:lnTo>
                <a:lnTo>
                  <a:pt x="2790" y="1188"/>
                </a:lnTo>
                <a:lnTo>
                  <a:pt x="2855" y="1043"/>
                </a:lnTo>
                <a:lnTo>
                  <a:pt x="2855" y="840"/>
                </a:lnTo>
                <a:lnTo>
                  <a:pt x="3015" y="666"/>
                </a:lnTo>
                <a:lnTo>
                  <a:pt x="3015" y="521"/>
                </a:lnTo>
                <a:lnTo>
                  <a:pt x="3079" y="376"/>
                </a:lnTo>
                <a:lnTo>
                  <a:pt x="3143" y="202"/>
                </a:lnTo>
                <a:lnTo>
                  <a:pt x="3208" y="57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949045" y="3325537"/>
            <a:ext cx="3240" cy="2406"/>
          </a:xfrm>
          <a:custGeom>
            <a:avLst/>
            <a:gdLst/>
            <a:ahLst/>
            <a:cxnLst/>
            <a:rect l="l" t="t" r="r" b="b"/>
            <a:pathLst>
              <a:path w="3240" h="2406">
                <a:moveTo>
                  <a:pt x="0" y="2406"/>
                </a:moveTo>
                <a:lnTo>
                  <a:pt x="96" y="2261"/>
                </a:lnTo>
                <a:lnTo>
                  <a:pt x="160" y="2058"/>
                </a:lnTo>
                <a:lnTo>
                  <a:pt x="224" y="1855"/>
                </a:lnTo>
                <a:lnTo>
                  <a:pt x="320" y="1652"/>
                </a:lnTo>
                <a:lnTo>
                  <a:pt x="449" y="1478"/>
                </a:lnTo>
                <a:lnTo>
                  <a:pt x="449" y="1333"/>
                </a:lnTo>
                <a:lnTo>
                  <a:pt x="609" y="1188"/>
                </a:lnTo>
                <a:lnTo>
                  <a:pt x="673" y="1014"/>
                </a:lnTo>
                <a:lnTo>
                  <a:pt x="737" y="869"/>
                </a:lnTo>
                <a:lnTo>
                  <a:pt x="898" y="724"/>
                </a:lnTo>
                <a:lnTo>
                  <a:pt x="1026" y="521"/>
                </a:lnTo>
                <a:lnTo>
                  <a:pt x="1186" y="405"/>
                </a:lnTo>
                <a:lnTo>
                  <a:pt x="1186" y="347"/>
                </a:lnTo>
                <a:lnTo>
                  <a:pt x="1315" y="260"/>
                </a:lnTo>
                <a:lnTo>
                  <a:pt x="1411" y="202"/>
                </a:lnTo>
                <a:lnTo>
                  <a:pt x="1539" y="144"/>
                </a:lnTo>
                <a:lnTo>
                  <a:pt x="1700" y="57"/>
                </a:lnTo>
                <a:lnTo>
                  <a:pt x="1828" y="57"/>
                </a:lnTo>
                <a:lnTo>
                  <a:pt x="1924" y="0"/>
                </a:lnTo>
                <a:lnTo>
                  <a:pt x="2053" y="57"/>
                </a:lnTo>
                <a:lnTo>
                  <a:pt x="2213" y="57"/>
                </a:lnTo>
                <a:lnTo>
                  <a:pt x="2341" y="144"/>
                </a:lnTo>
                <a:lnTo>
                  <a:pt x="2438" y="202"/>
                </a:lnTo>
                <a:lnTo>
                  <a:pt x="2502" y="347"/>
                </a:lnTo>
                <a:lnTo>
                  <a:pt x="2630" y="405"/>
                </a:lnTo>
                <a:lnTo>
                  <a:pt x="2790" y="521"/>
                </a:lnTo>
                <a:lnTo>
                  <a:pt x="2855" y="666"/>
                </a:lnTo>
                <a:lnTo>
                  <a:pt x="2951" y="724"/>
                </a:lnTo>
                <a:lnTo>
                  <a:pt x="2951" y="811"/>
                </a:lnTo>
                <a:lnTo>
                  <a:pt x="3079" y="927"/>
                </a:lnTo>
                <a:lnTo>
                  <a:pt x="3079" y="1072"/>
                </a:lnTo>
                <a:lnTo>
                  <a:pt x="3240" y="1188"/>
                </a:lnTo>
              </a:path>
            </a:pathLst>
          </a:custGeom>
          <a:ln w="4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952285" y="3326813"/>
            <a:ext cx="3208" cy="12816"/>
          </a:xfrm>
          <a:custGeom>
            <a:avLst/>
            <a:gdLst/>
            <a:ahLst/>
            <a:cxnLst/>
            <a:rect l="l" t="t" r="r" b="b"/>
            <a:pathLst>
              <a:path w="3208" h="12816">
                <a:moveTo>
                  <a:pt x="0" y="0"/>
                </a:moveTo>
                <a:lnTo>
                  <a:pt x="64" y="202"/>
                </a:lnTo>
                <a:lnTo>
                  <a:pt x="192" y="318"/>
                </a:lnTo>
                <a:lnTo>
                  <a:pt x="192" y="463"/>
                </a:lnTo>
                <a:lnTo>
                  <a:pt x="192" y="463"/>
                </a:lnTo>
                <a:lnTo>
                  <a:pt x="352" y="666"/>
                </a:lnTo>
                <a:lnTo>
                  <a:pt x="417" y="869"/>
                </a:lnTo>
                <a:lnTo>
                  <a:pt x="513" y="1043"/>
                </a:lnTo>
                <a:lnTo>
                  <a:pt x="513" y="1188"/>
                </a:lnTo>
                <a:lnTo>
                  <a:pt x="577" y="1333"/>
                </a:lnTo>
                <a:lnTo>
                  <a:pt x="641" y="1507"/>
                </a:lnTo>
                <a:lnTo>
                  <a:pt x="705" y="1652"/>
                </a:lnTo>
                <a:lnTo>
                  <a:pt x="705" y="1797"/>
                </a:lnTo>
                <a:lnTo>
                  <a:pt x="802" y="1971"/>
                </a:lnTo>
                <a:lnTo>
                  <a:pt x="866" y="2116"/>
                </a:lnTo>
                <a:lnTo>
                  <a:pt x="930" y="2261"/>
                </a:lnTo>
                <a:lnTo>
                  <a:pt x="1026" y="2464"/>
                </a:lnTo>
                <a:lnTo>
                  <a:pt x="1026" y="2638"/>
                </a:lnTo>
                <a:lnTo>
                  <a:pt x="1090" y="2783"/>
                </a:lnTo>
                <a:lnTo>
                  <a:pt x="1090" y="2928"/>
                </a:lnTo>
                <a:lnTo>
                  <a:pt x="1154" y="3102"/>
                </a:lnTo>
                <a:lnTo>
                  <a:pt x="1219" y="3247"/>
                </a:lnTo>
                <a:lnTo>
                  <a:pt x="1219" y="3392"/>
                </a:lnTo>
                <a:lnTo>
                  <a:pt x="1315" y="3595"/>
                </a:lnTo>
                <a:lnTo>
                  <a:pt x="1379" y="3769"/>
                </a:lnTo>
                <a:lnTo>
                  <a:pt x="1379" y="3914"/>
                </a:lnTo>
                <a:lnTo>
                  <a:pt x="1443" y="4059"/>
                </a:lnTo>
                <a:lnTo>
                  <a:pt x="1443" y="4233"/>
                </a:lnTo>
                <a:lnTo>
                  <a:pt x="1507" y="4378"/>
                </a:lnTo>
                <a:lnTo>
                  <a:pt x="1507" y="4523"/>
                </a:lnTo>
                <a:lnTo>
                  <a:pt x="1604" y="4726"/>
                </a:lnTo>
                <a:lnTo>
                  <a:pt x="1668" y="4900"/>
                </a:lnTo>
                <a:lnTo>
                  <a:pt x="1668" y="5045"/>
                </a:lnTo>
                <a:lnTo>
                  <a:pt x="1732" y="5190"/>
                </a:lnTo>
                <a:lnTo>
                  <a:pt x="1732" y="5364"/>
                </a:lnTo>
                <a:lnTo>
                  <a:pt x="1828" y="5509"/>
                </a:lnTo>
                <a:lnTo>
                  <a:pt x="1828" y="5654"/>
                </a:lnTo>
                <a:lnTo>
                  <a:pt x="1892" y="5857"/>
                </a:lnTo>
                <a:lnTo>
                  <a:pt x="1892" y="6031"/>
                </a:lnTo>
                <a:lnTo>
                  <a:pt x="1956" y="6176"/>
                </a:lnTo>
                <a:lnTo>
                  <a:pt x="1956" y="6321"/>
                </a:lnTo>
                <a:lnTo>
                  <a:pt x="2021" y="6495"/>
                </a:lnTo>
                <a:lnTo>
                  <a:pt x="2021" y="6639"/>
                </a:lnTo>
                <a:lnTo>
                  <a:pt x="2021" y="6784"/>
                </a:lnTo>
                <a:lnTo>
                  <a:pt x="2117" y="7045"/>
                </a:lnTo>
                <a:lnTo>
                  <a:pt x="2181" y="7248"/>
                </a:lnTo>
                <a:lnTo>
                  <a:pt x="2181" y="7509"/>
                </a:lnTo>
                <a:lnTo>
                  <a:pt x="2245" y="7712"/>
                </a:lnTo>
                <a:lnTo>
                  <a:pt x="2309" y="7915"/>
                </a:lnTo>
                <a:lnTo>
                  <a:pt x="2309" y="8089"/>
                </a:lnTo>
                <a:lnTo>
                  <a:pt x="2309" y="8234"/>
                </a:lnTo>
                <a:lnTo>
                  <a:pt x="2406" y="8379"/>
                </a:lnTo>
                <a:lnTo>
                  <a:pt x="2470" y="8640"/>
                </a:lnTo>
                <a:lnTo>
                  <a:pt x="2470" y="8901"/>
                </a:lnTo>
                <a:lnTo>
                  <a:pt x="2534" y="9046"/>
                </a:lnTo>
                <a:lnTo>
                  <a:pt x="2534" y="9220"/>
                </a:lnTo>
                <a:lnTo>
                  <a:pt x="2630" y="9365"/>
                </a:lnTo>
                <a:lnTo>
                  <a:pt x="2630" y="9510"/>
                </a:lnTo>
                <a:lnTo>
                  <a:pt x="2630" y="9771"/>
                </a:lnTo>
                <a:lnTo>
                  <a:pt x="2694" y="10032"/>
                </a:lnTo>
                <a:lnTo>
                  <a:pt x="2758" y="10177"/>
                </a:lnTo>
                <a:lnTo>
                  <a:pt x="2758" y="10351"/>
                </a:lnTo>
                <a:lnTo>
                  <a:pt x="2758" y="10554"/>
                </a:lnTo>
                <a:lnTo>
                  <a:pt x="2823" y="10699"/>
                </a:lnTo>
                <a:lnTo>
                  <a:pt x="2823" y="10844"/>
                </a:lnTo>
                <a:lnTo>
                  <a:pt x="2823" y="11018"/>
                </a:lnTo>
                <a:lnTo>
                  <a:pt x="2919" y="11163"/>
                </a:lnTo>
                <a:lnTo>
                  <a:pt x="2919" y="11308"/>
                </a:lnTo>
                <a:lnTo>
                  <a:pt x="2983" y="11482"/>
                </a:lnTo>
                <a:lnTo>
                  <a:pt x="2983" y="11685"/>
                </a:lnTo>
                <a:lnTo>
                  <a:pt x="2983" y="11830"/>
                </a:lnTo>
                <a:lnTo>
                  <a:pt x="3047" y="12033"/>
                </a:lnTo>
                <a:lnTo>
                  <a:pt x="3047" y="12236"/>
                </a:lnTo>
                <a:lnTo>
                  <a:pt x="3143" y="12439"/>
                </a:lnTo>
                <a:lnTo>
                  <a:pt x="3143" y="12613"/>
                </a:lnTo>
                <a:lnTo>
                  <a:pt x="3143" y="12758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955493" y="3339629"/>
            <a:ext cx="3143" cy="26472"/>
          </a:xfrm>
          <a:custGeom>
            <a:avLst/>
            <a:gdLst/>
            <a:ahLst/>
            <a:cxnLst/>
            <a:rect l="l" t="t" r="r" b="b"/>
            <a:pathLst>
              <a:path w="3143" h="26472">
                <a:moveTo>
                  <a:pt x="0" y="0"/>
                </a:moveTo>
                <a:lnTo>
                  <a:pt x="0" y="144"/>
                </a:lnTo>
                <a:lnTo>
                  <a:pt x="0" y="347"/>
                </a:lnTo>
                <a:lnTo>
                  <a:pt x="64" y="550"/>
                </a:lnTo>
                <a:lnTo>
                  <a:pt x="64" y="753"/>
                </a:lnTo>
                <a:lnTo>
                  <a:pt x="128" y="927"/>
                </a:lnTo>
                <a:lnTo>
                  <a:pt x="128" y="1130"/>
                </a:lnTo>
                <a:lnTo>
                  <a:pt x="128" y="1275"/>
                </a:lnTo>
                <a:lnTo>
                  <a:pt x="224" y="1478"/>
                </a:lnTo>
                <a:lnTo>
                  <a:pt x="224" y="1681"/>
                </a:lnTo>
                <a:lnTo>
                  <a:pt x="288" y="1884"/>
                </a:lnTo>
                <a:lnTo>
                  <a:pt x="288" y="2058"/>
                </a:lnTo>
                <a:lnTo>
                  <a:pt x="288" y="2203"/>
                </a:lnTo>
                <a:lnTo>
                  <a:pt x="352" y="2406"/>
                </a:lnTo>
                <a:lnTo>
                  <a:pt x="352" y="2609"/>
                </a:lnTo>
                <a:lnTo>
                  <a:pt x="417" y="2870"/>
                </a:lnTo>
                <a:lnTo>
                  <a:pt x="417" y="3073"/>
                </a:lnTo>
                <a:lnTo>
                  <a:pt x="417" y="3276"/>
                </a:lnTo>
                <a:lnTo>
                  <a:pt x="513" y="3537"/>
                </a:lnTo>
                <a:lnTo>
                  <a:pt x="513" y="3740"/>
                </a:lnTo>
                <a:lnTo>
                  <a:pt x="577" y="3943"/>
                </a:lnTo>
                <a:lnTo>
                  <a:pt x="577" y="4204"/>
                </a:lnTo>
                <a:lnTo>
                  <a:pt x="641" y="4407"/>
                </a:lnTo>
                <a:lnTo>
                  <a:pt x="641" y="4610"/>
                </a:lnTo>
                <a:lnTo>
                  <a:pt x="737" y="4871"/>
                </a:lnTo>
                <a:lnTo>
                  <a:pt x="737" y="5074"/>
                </a:lnTo>
                <a:lnTo>
                  <a:pt x="737" y="5335"/>
                </a:lnTo>
                <a:lnTo>
                  <a:pt x="802" y="5538"/>
                </a:lnTo>
                <a:lnTo>
                  <a:pt x="802" y="5799"/>
                </a:lnTo>
                <a:lnTo>
                  <a:pt x="866" y="6060"/>
                </a:lnTo>
                <a:lnTo>
                  <a:pt x="866" y="6263"/>
                </a:lnTo>
                <a:lnTo>
                  <a:pt x="930" y="6523"/>
                </a:lnTo>
                <a:lnTo>
                  <a:pt x="930" y="6726"/>
                </a:lnTo>
                <a:lnTo>
                  <a:pt x="930" y="6871"/>
                </a:lnTo>
                <a:lnTo>
                  <a:pt x="1026" y="7132"/>
                </a:lnTo>
                <a:lnTo>
                  <a:pt x="1026" y="7335"/>
                </a:lnTo>
                <a:lnTo>
                  <a:pt x="1090" y="7596"/>
                </a:lnTo>
                <a:lnTo>
                  <a:pt x="1090" y="7857"/>
                </a:lnTo>
                <a:lnTo>
                  <a:pt x="1090" y="8002"/>
                </a:lnTo>
                <a:lnTo>
                  <a:pt x="1154" y="8176"/>
                </a:lnTo>
                <a:lnTo>
                  <a:pt x="1154" y="8321"/>
                </a:lnTo>
                <a:lnTo>
                  <a:pt x="1154" y="8466"/>
                </a:lnTo>
                <a:lnTo>
                  <a:pt x="1251" y="8727"/>
                </a:lnTo>
                <a:lnTo>
                  <a:pt x="1251" y="8988"/>
                </a:lnTo>
                <a:lnTo>
                  <a:pt x="1251" y="9249"/>
                </a:lnTo>
                <a:lnTo>
                  <a:pt x="1315" y="9452"/>
                </a:lnTo>
                <a:lnTo>
                  <a:pt x="1315" y="9597"/>
                </a:lnTo>
                <a:lnTo>
                  <a:pt x="1379" y="9858"/>
                </a:lnTo>
                <a:lnTo>
                  <a:pt x="1379" y="10119"/>
                </a:lnTo>
                <a:lnTo>
                  <a:pt x="1379" y="10380"/>
                </a:lnTo>
                <a:lnTo>
                  <a:pt x="1443" y="10525"/>
                </a:lnTo>
                <a:lnTo>
                  <a:pt x="1443" y="10786"/>
                </a:lnTo>
                <a:lnTo>
                  <a:pt x="1539" y="11047"/>
                </a:lnTo>
                <a:lnTo>
                  <a:pt x="1539" y="11192"/>
                </a:lnTo>
                <a:lnTo>
                  <a:pt x="1539" y="11453"/>
                </a:lnTo>
                <a:lnTo>
                  <a:pt x="1604" y="11714"/>
                </a:lnTo>
                <a:lnTo>
                  <a:pt x="1604" y="11859"/>
                </a:lnTo>
                <a:lnTo>
                  <a:pt x="1604" y="12120"/>
                </a:lnTo>
                <a:lnTo>
                  <a:pt x="1668" y="12381"/>
                </a:lnTo>
                <a:lnTo>
                  <a:pt x="1668" y="12642"/>
                </a:lnTo>
                <a:lnTo>
                  <a:pt x="1668" y="12787"/>
                </a:lnTo>
                <a:lnTo>
                  <a:pt x="1732" y="13047"/>
                </a:lnTo>
                <a:lnTo>
                  <a:pt x="1732" y="13308"/>
                </a:lnTo>
                <a:lnTo>
                  <a:pt x="1828" y="13453"/>
                </a:lnTo>
                <a:lnTo>
                  <a:pt x="1828" y="13772"/>
                </a:lnTo>
                <a:lnTo>
                  <a:pt x="1828" y="13917"/>
                </a:lnTo>
                <a:lnTo>
                  <a:pt x="1892" y="14178"/>
                </a:lnTo>
                <a:lnTo>
                  <a:pt x="1892" y="14439"/>
                </a:lnTo>
                <a:lnTo>
                  <a:pt x="1892" y="14584"/>
                </a:lnTo>
                <a:lnTo>
                  <a:pt x="1956" y="14845"/>
                </a:lnTo>
                <a:lnTo>
                  <a:pt x="1956" y="15164"/>
                </a:lnTo>
                <a:lnTo>
                  <a:pt x="1956" y="15309"/>
                </a:lnTo>
                <a:lnTo>
                  <a:pt x="2053" y="15570"/>
                </a:lnTo>
                <a:lnTo>
                  <a:pt x="2053" y="15715"/>
                </a:lnTo>
                <a:lnTo>
                  <a:pt x="2053" y="15976"/>
                </a:lnTo>
                <a:lnTo>
                  <a:pt x="2117" y="16179"/>
                </a:lnTo>
                <a:lnTo>
                  <a:pt x="2117" y="16440"/>
                </a:lnTo>
                <a:lnTo>
                  <a:pt x="2181" y="16701"/>
                </a:lnTo>
                <a:lnTo>
                  <a:pt x="2181" y="16904"/>
                </a:lnTo>
                <a:lnTo>
                  <a:pt x="2181" y="17165"/>
                </a:lnTo>
                <a:lnTo>
                  <a:pt x="2181" y="17310"/>
                </a:lnTo>
                <a:lnTo>
                  <a:pt x="2245" y="17629"/>
                </a:lnTo>
                <a:lnTo>
                  <a:pt x="2245" y="17774"/>
                </a:lnTo>
                <a:lnTo>
                  <a:pt x="2341" y="18035"/>
                </a:lnTo>
                <a:lnTo>
                  <a:pt x="2341" y="18354"/>
                </a:lnTo>
                <a:lnTo>
                  <a:pt x="2341" y="18499"/>
                </a:lnTo>
                <a:lnTo>
                  <a:pt x="2406" y="18760"/>
                </a:lnTo>
                <a:lnTo>
                  <a:pt x="2406" y="18963"/>
                </a:lnTo>
                <a:lnTo>
                  <a:pt x="2406" y="19224"/>
                </a:lnTo>
                <a:lnTo>
                  <a:pt x="2470" y="19369"/>
                </a:lnTo>
                <a:lnTo>
                  <a:pt x="2470" y="19571"/>
                </a:lnTo>
                <a:lnTo>
                  <a:pt x="2470" y="19832"/>
                </a:lnTo>
                <a:lnTo>
                  <a:pt x="2470" y="20035"/>
                </a:lnTo>
                <a:lnTo>
                  <a:pt x="2534" y="20296"/>
                </a:lnTo>
                <a:lnTo>
                  <a:pt x="2534" y="20615"/>
                </a:lnTo>
                <a:lnTo>
                  <a:pt x="2630" y="20760"/>
                </a:lnTo>
                <a:lnTo>
                  <a:pt x="2630" y="21079"/>
                </a:lnTo>
                <a:lnTo>
                  <a:pt x="2630" y="21224"/>
                </a:lnTo>
                <a:lnTo>
                  <a:pt x="2694" y="21543"/>
                </a:lnTo>
                <a:lnTo>
                  <a:pt x="2694" y="21688"/>
                </a:lnTo>
                <a:lnTo>
                  <a:pt x="2694" y="21833"/>
                </a:lnTo>
                <a:lnTo>
                  <a:pt x="2694" y="22007"/>
                </a:lnTo>
                <a:lnTo>
                  <a:pt x="2758" y="22152"/>
                </a:lnTo>
                <a:lnTo>
                  <a:pt x="2758" y="22297"/>
                </a:lnTo>
                <a:lnTo>
                  <a:pt x="2758" y="22471"/>
                </a:lnTo>
                <a:lnTo>
                  <a:pt x="2758" y="22616"/>
                </a:lnTo>
                <a:lnTo>
                  <a:pt x="2758" y="22819"/>
                </a:lnTo>
                <a:lnTo>
                  <a:pt x="2855" y="22964"/>
                </a:lnTo>
                <a:lnTo>
                  <a:pt x="2855" y="23283"/>
                </a:lnTo>
                <a:lnTo>
                  <a:pt x="2855" y="23428"/>
                </a:lnTo>
                <a:lnTo>
                  <a:pt x="2919" y="23747"/>
                </a:lnTo>
                <a:lnTo>
                  <a:pt x="2919" y="23892"/>
                </a:lnTo>
                <a:lnTo>
                  <a:pt x="2919" y="24066"/>
                </a:lnTo>
                <a:lnTo>
                  <a:pt x="2919" y="24211"/>
                </a:lnTo>
                <a:lnTo>
                  <a:pt x="2983" y="24356"/>
                </a:lnTo>
                <a:lnTo>
                  <a:pt x="2983" y="24559"/>
                </a:lnTo>
                <a:lnTo>
                  <a:pt x="2983" y="24878"/>
                </a:lnTo>
                <a:lnTo>
                  <a:pt x="2983" y="25023"/>
                </a:lnTo>
                <a:lnTo>
                  <a:pt x="3047" y="25197"/>
                </a:lnTo>
                <a:lnTo>
                  <a:pt x="3047" y="25342"/>
                </a:lnTo>
                <a:lnTo>
                  <a:pt x="3047" y="25545"/>
                </a:lnTo>
                <a:lnTo>
                  <a:pt x="3047" y="25690"/>
                </a:lnTo>
                <a:lnTo>
                  <a:pt x="3143" y="26009"/>
                </a:lnTo>
                <a:lnTo>
                  <a:pt x="3143" y="26153"/>
                </a:lnTo>
                <a:lnTo>
                  <a:pt x="3143" y="26327"/>
                </a:lnTo>
                <a:lnTo>
                  <a:pt x="3143" y="2647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958637" y="3366102"/>
            <a:ext cx="3208" cy="38448"/>
          </a:xfrm>
          <a:custGeom>
            <a:avLst/>
            <a:gdLst/>
            <a:ahLst/>
            <a:cxnLst/>
            <a:rect l="l" t="t" r="r" b="b"/>
            <a:pathLst>
              <a:path w="3208" h="38448">
                <a:moveTo>
                  <a:pt x="0" y="0"/>
                </a:moveTo>
                <a:lnTo>
                  <a:pt x="64" y="202"/>
                </a:lnTo>
                <a:lnTo>
                  <a:pt x="64" y="347"/>
                </a:lnTo>
                <a:lnTo>
                  <a:pt x="64" y="521"/>
                </a:lnTo>
                <a:lnTo>
                  <a:pt x="64" y="666"/>
                </a:lnTo>
                <a:lnTo>
                  <a:pt x="128" y="869"/>
                </a:lnTo>
                <a:lnTo>
                  <a:pt x="128" y="1188"/>
                </a:lnTo>
                <a:lnTo>
                  <a:pt x="128" y="1333"/>
                </a:lnTo>
                <a:lnTo>
                  <a:pt x="128" y="1536"/>
                </a:lnTo>
                <a:lnTo>
                  <a:pt x="224" y="1855"/>
                </a:lnTo>
                <a:lnTo>
                  <a:pt x="224" y="2000"/>
                </a:lnTo>
                <a:lnTo>
                  <a:pt x="224" y="2203"/>
                </a:lnTo>
                <a:lnTo>
                  <a:pt x="288" y="2406"/>
                </a:lnTo>
                <a:lnTo>
                  <a:pt x="288" y="2725"/>
                </a:lnTo>
                <a:lnTo>
                  <a:pt x="288" y="2870"/>
                </a:lnTo>
                <a:lnTo>
                  <a:pt x="288" y="3073"/>
                </a:lnTo>
                <a:lnTo>
                  <a:pt x="352" y="3392"/>
                </a:lnTo>
                <a:lnTo>
                  <a:pt x="352" y="3537"/>
                </a:lnTo>
                <a:lnTo>
                  <a:pt x="352" y="3711"/>
                </a:lnTo>
                <a:lnTo>
                  <a:pt x="417" y="3914"/>
                </a:lnTo>
                <a:lnTo>
                  <a:pt x="417" y="4059"/>
                </a:lnTo>
                <a:lnTo>
                  <a:pt x="417" y="4262"/>
                </a:lnTo>
                <a:lnTo>
                  <a:pt x="417" y="4581"/>
                </a:lnTo>
                <a:lnTo>
                  <a:pt x="513" y="4784"/>
                </a:lnTo>
                <a:lnTo>
                  <a:pt x="513" y="4929"/>
                </a:lnTo>
                <a:lnTo>
                  <a:pt x="513" y="5132"/>
                </a:lnTo>
                <a:lnTo>
                  <a:pt x="513" y="5451"/>
                </a:lnTo>
                <a:lnTo>
                  <a:pt x="577" y="5654"/>
                </a:lnTo>
                <a:lnTo>
                  <a:pt x="577" y="5799"/>
                </a:lnTo>
                <a:lnTo>
                  <a:pt x="577" y="5973"/>
                </a:lnTo>
                <a:lnTo>
                  <a:pt x="577" y="6176"/>
                </a:lnTo>
                <a:lnTo>
                  <a:pt x="641" y="6321"/>
                </a:lnTo>
                <a:lnTo>
                  <a:pt x="641" y="6523"/>
                </a:lnTo>
                <a:lnTo>
                  <a:pt x="641" y="6726"/>
                </a:lnTo>
                <a:lnTo>
                  <a:pt x="641" y="7045"/>
                </a:lnTo>
                <a:lnTo>
                  <a:pt x="705" y="7248"/>
                </a:lnTo>
                <a:lnTo>
                  <a:pt x="705" y="7393"/>
                </a:lnTo>
                <a:lnTo>
                  <a:pt x="705" y="7567"/>
                </a:lnTo>
                <a:lnTo>
                  <a:pt x="705" y="7770"/>
                </a:lnTo>
                <a:lnTo>
                  <a:pt x="802" y="7915"/>
                </a:lnTo>
                <a:lnTo>
                  <a:pt x="802" y="8118"/>
                </a:lnTo>
                <a:lnTo>
                  <a:pt x="802" y="8321"/>
                </a:lnTo>
                <a:lnTo>
                  <a:pt x="802" y="8640"/>
                </a:lnTo>
                <a:lnTo>
                  <a:pt x="866" y="8843"/>
                </a:lnTo>
                <a:lnTo>
                  <a:pt x="866" y="8988"/>
                </a:lnTo>
                <a:lnTo>
                  <a:pt x="866" y="9191"/>
                </a:lnTo>
                <a:lnTo>
                  <a:pt x="866" y="9365"/>
                </a:lnTo>
                <a:lnTo>
                  <a:pt x="930" y="9568"/>
                </a:lnTo>
                <a:lnTo>
                  <a:pt x="930" y="9713"/>
                </a:lnTo>
                <a:lnTo>
                  <a:pt x="930" y="9916"/>
                </a:lnTo>
                <a:lnTo>
                  <a:pt x="930" y="10119"/>
                </a:lnTo>
                <a:lnTo>
                  <a:pt x="930" y="10322"/>
                </a:lnTo>
                <a:lnTo>
                  <a:pt x="1026" y="10641"/>
                </a:lnTo>
                <a:lnTo>
                  <a:pt x="1026" y="10844"/>
                </a:lnTo>
                <a:lnTo>
                  <a:pt x="1026" y="11047"/>
                </a:lnTo>
                <a:lnTo>
                  <a:pt x="1090" y="11366"/>
                </a:lnTo>
                <a:lnTo>
                  <a:pt x="1090" y="11569"/>
                </a:lnTo>
                <a:lnTo>
                  <a:pt x="1090" y="11772"/>
                </a:lnTo>
                <a:lnTo>
                  <a:pt x="1090" y="11917"/>
                </a:lnTo>
                <a:lnTo>
                  <a:pt x="1154" y="12091"/>
                </a:lnTo>
                <a:lnTo>
                  <a:pt x="1154" y="12294"/>
                </a:lnTo>
                <a:lnTo>
                  <a:pt x="1154" y="12497"/>
                </a:lnTo>
                <a:lnTo>
                  <a:pt x="1154" y="12700"/>
                </a:lnTo>
                <a:lnTo>
                  <a:pt x="1219" y="12845"/>
                </a:lnTo>
                <a:lnTo>
                  <a:pt x="1219" y="13047"/>
                </a:lnTo>
                <a:lnTo>
                  <a:pt x="1219" y="13221"/>
                </a:lnTo>
                <a:lnTo>
                  <a:pt x="1219" y="13424"/>
                </a:lnTo>
                <a:lnTo>
                  <a:pt x="1219" y="13627"/>
                </a:lnTo>
                <a:lnTo>
                  <a:pt x="1315" y="13772"/>
                </a:lnTo>
                <a:lnTo>
                  <a:pt x="1315" y="13975"/>
                </a:lnTo>
                <a:lnTo>
                  <a:pt x="1315" y="14178"/>
                </a:lnTo>
                <a:lnTo>
                  <a:pt x="1315" y="14352"/>
                </a:lnTo>
                <a:lnTo>
                  <a:pt x="1315" y="14555"/>
                </a:lnTo>
                <a:lnTo>
                  <a:pt x="1379" y="14758"/>
                </a:lnTo>
                <a:lnTo>
                  <a:pt x="1379" y="14903"/>
                </a:lnTo>
                <a:lnTo>
                  <a:pt x="1379" y="15106"/>
                </a:lnTo>
                <a:lnTo>
                  <a:pt x="1379" y="15309"/>
                </a:lnTo>
                <a:lnTo>
                  <a:pt x="1443" y="15483"/>
                </a:lnTo>
                <a:lnTo>
                  <a:pt x="1443" y="15686"/>
                </a:lnTo>
                <a:lnTo>
                  <a:pt x="1443" y="15889"/>
                </a:lnTo>
                <a:lnTo>
                  <a:pt x="1443" y="16092"/>
                </a:lnTo>
                <a:lnTo>
                  <a:pt x="1443" y="16237"/>
                </a:lnTo>
                <a:lnTo>
                  <a:pt x="1539" y="16440"/>
                </a:lnTo>
                <a:lnTo>
                  <a:pt x="1539" y="16614"/>
                </a:lnTo>
                <a:lnTo>
                  <a:pt x="1539" y="16817"/>
                </a:lnTo>
                <a:lnTo>
                  <a:pt x="1539" y="17020"/>
                </a:lnTo>
                <a:lnTo>
                  <a:pt x="1604" y="17223"/>
                </a:lnTo>
                <a:lnTo>
                  <a:pt x="1604" y="17426"/>
                </a:lnTo>
                <a:lnTo>
                  <a:pt x="1604" y="17629"/>
                </a:lnTo>
                <a:lnTo>
                  <a:pt x="1604" y="17832"/>
                </a:lnTo>
                <a:lnTo>
                  <a:pt x="1668" y="18151"/>
                </a:lnTo>
                <a:lnTo>
                  <a:pt x="1668" y="18354"/>
                </a:lnTo>
                <a:lnTo>
                  <a:pt x="1668" y="18557"/>
                </a:lnTo>
                <a:lnTo>
                  <a:pt x="1668" y="18760"/>
                </a:lnTo>
                <a:lnTo>
                  <a:pt x="1732" y="18963"/>
                </a:lnTo>
                <a:lnTo>
                  <a:pt x="1732" y="19166"/>
                </a:lnTo>
                <a:lnTo>
                  <a:pt x="1732" y="19340"/>
                </a:lnTo>
                <a:lnTo>
                  <a:pt x="1732" y="19543"/>
                </a:lnTo>
                <a:lnTo>
                  <a:pt x="1732" y="19745"/>
                </a:lnTo>
                <a:lnTo>
                  <a:pt x="1828" y="19948"/>
                </a:lnTo>
                <a:lnTo>
                  <a:pt x="1828" y="20151"/>
                </a:lnTo>
                <a:lnTo>
                  <a:pt x="1828" y="20354"/>
                </a:lnTo>
                <a:lnTo>
                  <a:pt x="1828" y="20557"/>
                </a:lnTo>
                <a:lnTo>
                  <a:pt x="1892" y="20760"/>
                </a:lnTo>
                <a:lnTo>
                  <a:pt x="1892" y="20934"/>
                </a:lnTo>
                <a:lnTo>
                  <a:pt x="1892" y="21137"/>
                </a:lnTo>
                <a:lnTo>
                  <a:pt x="1892" y="21340"/>
                </a:lnTo>
                <a:lnTo>
                  <a:pt x="1892" y="21543"/>
                </a:lnTo>
                <a:lnTo>
                  <a:pt x="1956" y="21746"/>
                </a:lnTo>
                <a:lnTo>
                  <a:pt x="1956" y="21949"/>
                </a:lnTo>
                <a:lnTo>
                  <a:pt x="1956" y="22152"/>
                </a:lnTo>
                <a:lnTo>
                  <a:pt x="1956" y="22355"/>
                </a:lnTo>
                <a:lnTo>
                  <a:pt x="2021" y="22529"/>
                </a:lnTo>
                <a:lnTo>
                  <a:pt x="2021" y="22732"/>
                </a:lnTo>
                <a:lnTo>
                  <a:pt x="2021" y="22935"/>
                </a:lnTo>
                <a:lnTo>
                  <a:pt x="2021" y="23138"/>
                </a:lnTo>
                <a:lnTo>
                  <a:pt x="2021" y="23341"/>
                </a:lnTo>
                <a:lnTo>
                  <a:pt x="2117" y="23544"/>
                </a:lnTo>
                <a:lnTo>
                  <a:pt x="2117" y="23747"/>
                </a:lnTo>
                <a:lnTo>
                  <a:pt x="2117" y="23950"/>
                </a:lnTo>
                <a:lnTo>
                  <a:pt x="2117" y="24153"/>
                </a:lnTo>
                <a:lnTo>
                  <a:pt x="2117" y="24327"/>
                </a:lnTo>
                <a:lnTo>
                  <a:pt x="2181" y="24530"/>
                </a:lnTo>
                <a:lnTo>
                  <a:pt x="2181" y="24733"/>
                </a:lnTo>
                <a:lnTo>
                  <a:pt x="2181" y="24936"/>
                </a:lnTo>
                <a:lnTo>
                  <a:pt x="2181" y="25139"/>
                </a:lnTo>
                <a:lnTo>
                  <a:pt x="2245" y="25342"/>
                </a:lnTo>
                <a:lnTo>
                  <a:pt x="2245" y="25545"/>
                </a:lnTo>
                <a:lnTo>
                  <a:pt x="2245" y="25748"/>
                </a:lnTo>
                <a:lnTo>
                  <a:pt x="2245" y="25922"/>
                </a:lnTo>
                <a:lnTo>
                  <a:pt x="2245" y="26124"/>
                </a:lnTo>
                <a:lnTo>
                  <a:pt x="2341" y="26327"/>
                </a:lnTo>
                <a:lnTo>
                  <a:pt x="2341" y="26530"/>
                </a:lnTo>
                <a:lnTo>
                  <a:pt x="2341" y="26791"/>
                </a:lnTo>
                <a:lnTo>
                  <a:pt x="2341" y="26994"/>
                </a:lnTo>
                <a:lnTo>
                  <a:pt x="2406" y="27197"/>
                </a:lnTo>
                <a:lnTo>
                  <a:pt x="2406" y="27400"/>
                </a:lnTo>
                <a:lnTo>
                  <a:pt x="2406" y="27603"/>
                </a:lnTo>
                <a:lnTo>
                  <a:pt x="2406" y="27806"/>
                </a:lnTo>
                <a:lnTo>
                  <a:pt x="2406" y="28009"/>
                </a:lnTo>
                <a:lnTo>
                  <a:pt x="2470" y="28183"/>
                </a:lnTo>
                <a:lnTo>
                  <a:pt x="2470" y="28386"/>
                </a:lnTo>
                <a:lnTo>
                  <a:pt x="2470" y="28647"/>
                </a:lnTo>
                <a:lnTo>
                  <a:pt x="2470" y="28850"/>
                </a:lnTo>
                <a:lnTo>
                  <a:pt x="2534" y="29053"/>
                </a:lnTo>
                <a:lnTo>
                  <a:pt x="2534" y="29256"/>
                </a:lnTo>
                <a:lnTo>
                  <a:pt x="2534" y="29459"/>
                </a:lnTo>
                <a:lnTo>
                  <a:pt x="2534" y="29662"/>
                </a:lnTo>
                <a:lnTo>
                  <a:pt x="2534" y="29865"/>
                </a:lnTo>
                <a:lnTo>
                  <a:pt x="2630" y="30068"/>
                </a:lnTo>
                <a:lnTo>
                  <a:pt x="2630" y="30329"/>
                </a:lnTo>
                <a:lnTo>
                  <a:pt x="2630" y="30532"/>
                </a:lnTo>
                <a:lnTo>
                  <a:pt x="2630" y="30735"/>
                </a:lnTo>
                <a:lnTo>
                  <a:pt x="2694" y="30909"/>
                </a:lnTo>
                <a:lnTo>
                  <a:pt x="2694" y="31112"/>
                </a:lnTo>
                <a:lnTo>
                  <a:pt x="2694" y="31315"/>
                </a:lnTo>
                <a:lnTo>
                  <a:pt x="2694" y="31576"/>
                </a:lnTo>
                <a:lnTo>
                  <a:pt x="2694" y="31779"/>
                </a:lnTo>
                <a:lnTo>
                  <a:pt x="2758" y="31982"/>
                </a:lnTo>
                <a:lnTo>
                  <a:pt x="2758" y="32185"/>
                </a:lnTo>
                <a:lnTo>
                  <a:pt x="2758" y="32388"/>
                </a:lnTo>
                <a:lnTo>
                  <a:pt x="2758" y="32648"/>
                </a:lnTo>
                <a:lnTo>
                  <a:pt x="2823" y="32851"/>
                </a:lnTo>
                <a:lnTo>
                  <a:pt x="2823" y="33054"/>
                </a:lnTo>
                <a:lnTo>
                  <a:pt x="2823" y="33257"/>
                </a:lnTo>
                <a:lnTo>
                  <a:pt x="2823" y="33460"/>
                </a:lnTo>
                <a:lnTo>
                  <a:pt x="2823" y="33721"/>
                </a:lnTo>
                <a:lnTo>
                  <a:pt x="2919" y="33924"/>
                </a:lnTo>
                <a:lnTo>
                  <a:pt x="2919" y="34127"/>
                </a:lnTo>
                <a:lnTo>
                  <a:pt x="2919" y="34301"/>
                </a:lnTo>
                <a:lnTo>
                  <a:pt x="2919" y="34504"/>
                </a:lnTo>
                <a:lnTo>
                  <a:pt x="2919" y="34765"/>
                </a:lnTo>
                <a:lnTo>
                  <a:pt x="2983" y="34968"/>
                </a:lnTo>
                <a:lnTo>
                  <a:pt x="2983" y="35171"/>
                </a:lnTo>
                <a:lnTo>
                  <a:pt x="2983" y="35374"/>
                </a:lnTo>
                <a:lnTo>
                  <a:pt x="2983" y="35635"/>
                </a:lnTo>
                <a:lnTo>
                  <a:pt x="3047" y="35838"/>
                </a:lnTo>
                <a:lnTo>
                  <a:pt x="3047" y="36041"/>
                </a:lnTo>
                <a:lnTo>
                  <a:pt x="3047" y="36244"/>
                </a:lnTo>
                <a:lnTo>
                  <a:pt x="3047" y="36505"/>
                </a:lnTo>
                <a:lnTo>
                  <a:pt x="3047" y="36708"/>
                </a:lnTo>
                <a:lnTo>
                  <a:pt x="3143" y="36911"/>
                </a:lnTo>
                <a:lnTo>
                  <a:pt x="3143" y="37114"/>
                </a:lnTo>
                <a:lnTo>
                  <a:pt x="3143" y="37375"/>
                </a:lnTo>
                <a:lnTo>
                  <a:pt x="3143" y="37578"/>
                </a:lnTo>
                <a:lnTo>
                  <a:pt x="3208" y="37781"/>
                </a:lnTo>
                <a:lnTo>
                  <a:pt x="3208" y="37984"/>
                </a:lnTo>
                <a:lnTo>
                  <a:pt x="3208" y="38245"/>
                </a:lnTo>
                <a:lnTo>
                  <a:pt x="3208" y="3844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961845" y="3404550"/>
            <a:ext cx="3208" cy="47465"/>
          </a:xfrm>
          <a:custGeom>
            <a:avLst/>
            <a:gdLst/>
            <a:ahLst/>
            <a:cxnLst/>
            <a:rect l="l" t="t" r="r" b="b"/>
            <a:pathLst>
              <a:path w="3208" h="47465">
                <a:moveTo>
                  <a:pt x="0" y="0"/>
                </a:moveTo>
                <a:lnTo>
                  <a:pt x="0" y="173"/>
                </a:lnTo>
                <a:lnTo>
                  <a:pt x="64" y="463"/>
                </a:lnTo>
                <a:lnTo>
                  <a:pt x="64" y="666"/>
                </a:lnTo>
                <a:lnTo>
                  <a:pt x="64" y="840"/>
                </a:lnTo>
                <a:lnTo>
                  <a:pt x="64" y="1130"/>
                </a:lnTo>
                <a:lnTo>
                  <a:pt x="128" y="1304"/>
                </a:lnTo>
                <a:lnTo>
                  <a:pt x="128" y="1507"/>
                </a:lnTo>
                <a:lnTo>
                  <a:pt x="128" y="1710"/>
                </a:lnTo>
                <a:lnTo>
                  <a:pt x="128" y="1971"/>
                </a:lnTo>
                <a:lnTo>
                  <a:pt x="128" y="2174"/>
                </a:lnTo>
                <a:lnTo>
                  <a:pt x="224" y="2377"/>
                </a:lnTo>
                <a:lnTo>
                  <a:pt x="224" y="2638"/>
                </a:lnTo>
                <a:lnTo>
                  <a:pt x="224" y="2841"/>
                </a:lnTo>
                <a:lnTo>
                  <a:pt x="224" y="3044"/>
                </a:lnTo>
                <a:lnTo>
                  <a:pt x="288" y="3305"/>
                </a:lnTo>
                <a:lnTo>
                  <a:pt x="288" y="3508"/>
                </a:lnTo>
                <a:lnTo>
                  <a:pt x="288" y="3711"/>
                </a:lnTo>
                <a:lnTo>
                  <a:pt x="288" y="3972"/>
                </a:lnTo>
                <a:lnTo>
                  <a:pt x="288" y="4175"/>
                </a:lnTo>
                <a:lnTo>
                  <a:pt x="352" y="4378"/>
                </a:lnTo>
                <a:lnTo>
                  <a:pt x="352" y="4639"/>
                </a:lnTo>
                <a:lnTo>
                  <a:pt x="352" y="4842"/>
                </a:lnTo>
                <a:lnTo>
                  <a:pt x="352" y="5103"/>
                </a:lnTo>
                <a:lnTo>
                  <a:pt x="449" y="5306"/>
                </a:lnTo>
                <a:lnTo>
                  <a:pt x="449" y="5509"/>
                </a:lnTo>
                <a:lnTo>
                  <a:pt x="449" y="5770"/>
                </a:lnTo>
                <a:lnTo>
                  <a:pt x="449" y="5973"/>
                </a:lnTo>
                <a:lnTo>
                  <a:pt x="449" y="6176"/>
                </a:lnTo>
                <a:lnTo>
                  <a:pt x="513" y="6437"/>
                </a:lnTo>
                <a:lnTo>
                  <a:pt x="513" y="6639"/>
                </a:lnTo>
                <a:lnTo>
                  <a:pt x="513" y="6900"/>
                </a:lnTo>
                <a:lnTo>
                  <a:pt x="513" y="7103"/>
                </a:lnTo>
                <a:lnTo>
                  <a:pt x="513" y="7306"/>
                </a:lnTo>
                <a:lnTo>
                  <a:pt x="577" y="7567"/>
                </a:lnTo>
                <a:lnTo>
                  <a:pt x="577" y="7770"/>
                </a:lnTo>
                <a:lnTo>
                  <a:pt x="577" y="8031"/>
                </a:lnTo>
                <a:lnTo>
                  <a:pt x="577" y="8234"/>
                </a:lnTo>
                <a:lnTo>
                  <a:pt x="641" y="8437"/>
                </a:lnTo>
                <a:lnTo>
                  <a:pt x="641" y="8698"/>
                </a:lnTo>
                <a:lnTo>
                  <a:pt x="641" y="8901"/>
                </a:lnTo>
                <a:lnTo>
                  <a:pt x="641" y="9162"/>
                </a:lnTo>
                <a:lnTo>
                  <a:pt x="641" y="9365"/>
                </a:lnTo>
                <a:lnTo>
                  <a:pt x="737" y="9626"/>
                </a:lnTo>
                <a:lnTo>
                  <a:pt x="737" y="9829"/>
                </a:lnTo>
                <a:lnTo>
                  <a:pt x="737" y="10032"/>
                </a:lnTo>
                <a:lnTo>
                  <a:pt x="737" y="10293"/>
                </a:lnTo>
                <a:lnTo>
                  <a:pt x="802" y="10496"/>
                </a:lnTo>
                <a:lnTo>
                  <a:pt x="802" y="10757"/>
                </a:lnTo>
                <a:lnTo>
                  <a:pt x="802" y="10960"/>
                </a:lnTo>
                <a:lnTo>
                  <a:pt x="802" y="11221"/>
                </a:lnTo>
                <a:lnTo>
                  <a:pt x="802" y="11424"/>
                </a:lnTo>
                <a:lnTo>
                  <a:pt x="866" y="11685"/>
                </a:lnTo>
                <a:lnTo>
                  <a:pt x="866" y="11888"/>
                </a:lnTo>
                <a:lnTo>
                  <a:pt x="866" y="12149"/>
                </a:lnTo>
                <a:lnTo>
                  <a:pt x="866" y="12352"/>
                </a:lnTo>
                <a:lnTo>
                  <a:pt x="930" y="12555"/>
                </a:lnTo>
                <a:lnTo>
                  <a:pt x="930" y="12816"/>
                </a:lnTo>
                <a:lnTo>
                  <a:pt x="930" y="13019"/>
                </a:lnTo>
                <a:lnTo>
                  <a:pt x="930" y="13279"/>
                </a:lnTo>
                <a:lnTo>
                  <a:pt x="930" y="13482"/>
                </a:lnTo>
                <a:lnTo>
                  <a:pt x="1026" y="13743"/>
                </a:lnTo>
                <a:lnTo>
                  <a:pt x="1026" y="13946"/>
                </a:lnTo>
                <a:lnTo>
                  <a:pt x="1026" y="14207"/>
                </a:lnTo>
                <a:lnTo>
                  <a:pt x="1026" y="14410"/>
                </a:lnTo>
                <a:lnTo>
                  <a:pt x="1090" y="14671"/>
                </a:lnTo>
                <a:lnTo>
                  <a:pt x="1090" y="14874"/>
                </a:lnTo>
                <a:lnTo>
                  <a:pt x="1090" y="15135"/>
                </a:lnTo>
                <a:lnTo>
                  <a:pt x="1090" y="15338"/>
                </a:lnTo>
                <a:lnTo>
                  <a:pt x="1090" y="15628"/>
                </a:lnTo>
                <a:lnTo>
                  <a:pt x="1154" y="15802"/>
                </a:lnTo>
                <a:lnTo>
                  <a:pt x="1154" y="16092"/>
                </a:lnTo>
                <a:lnTo>
                  <a:pt x="1154" y="16266"/>
                </a:lnTo>
                <a:lnTo>
                  <a:pt x="1154" y="16556"/>
                </a:lnTo>
                <a:lnTo>
                  <a:pt x="1251" y="16817"/>
                </a:lnTo>
                <a:lnTo>
                  <a:pt x="1251" y="17020"/>
                </a:lnTo>
                <a:lnTo>
                  <a:pt x="1251" y="17281"/>
                </a:lnTo>
                <a:lnTo>
                  <a:pt x="1251" y="17484"/>
                </a:lnTo>
                <a:lnTo>
                  <a:pt x="1251" y="17745"/>
                </a:lnTo>
                <a:lnTo>
                  <a:pt x="1315" y="17948"/>
                </a:lnTo>
                <a:lnTo>
                  <a:pt x="1315" y="18209"/>
                </a:lnTo>
                <a:lnTo>
                  <a:pt x="1315" y="18412"/>
                </a:lnTo>
                <a:lnTo>
                  <a:pt x="1315" y="18673"/>
                </a:lnTo>
                <a:lnTo>
                  <a:pt x="1315" y="18876"/>
                </a:lnTo>
                <a:lnTo>
                  <a:pt x="1379" y="19137"/>
                </a:lnTo>
                <a:lnTo>
                  <a:pt x="1379" y="19398"/>
                </a:lnTo>
                <a:lnTo>
                  <a:pt x="1379" y="19600"/>
                </a:lnTo>
                <a:lnTo>
                  <a:pt x="1379" y="19861"/>
                </a:lnTo>
                <a:lnTo>
                  <a:pt x="1443" y="20064"/>
                </a:lnTo>
                <a:lnTo>
                  <a:pt x="1443" y="20325"/>
                </a:lnTo>
                <a:lnTo>
                  <a:pt x="1443" y="20528"/>
                </a:lnTo>
                <a:lnTo>
                  <a:pt x="1443" y="20789"/>
                </a:lnTo>
                <a:lnTo>
                  <a:pt x="1443" y="21079"/>
                </a:lnTo>
                <a:lnTo>
                  <a:pt x="1539" y="21253"/>
                </a:lnTo>
                <a:lnTo>
                  <a:pt x="1539" y="21543"/>
                </a:lnTo>
                <a:lnTo>
                  <a:pt x="1539" y="21746"/>
                </a:lnTo>
                <a:lnTo>
                  <a:pt x="1539" y="22007"/>
                </a:lnTo>
                <a:lnTo>
                  <a:pt x="1604" y="22210"/>
                </a:lnTo>
                <a:lnTo>
                  <a:pt x="1604" y="22471"/>
                </a:lnTo>
                <a:lnTo>
                  <a:pt x="1604" y="22732"/>
                </a:lnTo>
                <a:lnTo>
                  <a:pt x="1604" y="22935"/>
                </a:lnTo>
                <a:lnTo>
                  <a:pt x="1604" y="23196"/>
                </a:lnTo>
                <a:lnTo>
                  <a:pt x="1668" y="23399"/>
                </a:lnTo>
                <a:lnTo>
                  <a:pt x="1668" y="23660"/>
                </a:lnTo>
                <a:lnTo>
                  <a:pt x="1668" y="23921"/>
                </a:lnTo>
                <a:lnTo>
                  <a:pt x="1668" y="24124"/>
                </a:lnTo>
                <a:lnTo>
                  <a:pt x="1732" y="24385"/>
                </a:lnTo>
                <a:lnTo>
                  <a:pt x="1732" y="24646"/>
                </a:lnTo>
                <a:lnTo>
                  <a:pt x="1732" y="24849"/>
                </a:lnTo>
                <a:lnTo>
                  <a:pt x="1732" y="25110"/>
                </a:lnTo>
                <a:lnTo>
                  <a:pt x="1732" y="25313"/>
                </a:lnTo>
                <a:lnTo>
                  <a:pt x="1828" y="25603"/>
                </a:lnTo>
                <a:lnTo>
                  <a:pt x="1828" y="25864"/>
                </a:lnTo>
                <a:lnTo>
                  <a:pt x="1828" y="26067"/>
                </a:lnTo>
                <a:lnTo>
                  <a:pt x="1828" y="26327"/>
                </a:lnTo>
                <a:lnTo>
                  <a:pt x="1892" y="26588"/>
                </a:lnTo>
                <a:lnTo>
                  <a:pt x="1892" y="26791"/>
                </a:lnTo>
                <a:lnTo>
                  <a:pt x="1892" y="27052"/>
                </a:lnTo>
                <a:lnTo>
                  <a:pt x="1892" y="27313"/>
                </a:lnTo>
                <a:lnTo>
                  <a:pt x="1892" y="27516"/>
                </a:lnTo>
                <a:lnTo>
                  <a:pt x="1956" y="27777"/>
                </a:lnTo>
                <a:lnTo>
                  <a:pt x="1956" y="28038"/>
                </a:lnTo>
                <a:lnTo>
                  <a:pt x="1956" y="28241"/>
                </a:lnTo>
                <a:lnTo>
                  <a:pt x="1956" y="28502"/>
                </a:lnTo>
                <a:lnTo>
                  <a:pt x="2053" y="28792"/>
                </a:lnTo>
                <a:lnTo>
                  <a:pt x="2053" y="28966"/>
                </a:lnTo>
                <a:lnTo>
                  <a:pt x="2053" y="29256"/>
                </a:lnTo>
                <a:lnTo>
                  <a:pt x="2053" y="29517"/>
                </a:lnTo>
                <a:lnTo>
                  <a:pt x="2053" y="29720"/>
                </a:lnTo>
                <a:lnTo>
                  <a:pt x="2117" y="29981"/>
                </a:lnTo>
                <a:lnTo>
                  <a:pt x="2117" y="30242"/>
                </a:lnTo>
                <a:lnTo>
                  <a:pt x="2117" y="30445"/>
                </a:lnTo>
                <a:lnTo>
                  <a:pt x="2117" y="30706"/>
                </a:lnTo>
                <a:lnTo>
                  <a:pt x="2117" y="30967"/>
                </a:lnTo>
                <a:lnTo>
                  <a:pt x="2181" y="31170"/>
                </a:lnTo>
                <a:lnTo>
                  <a:pt x="2181" y="31431"/>
                </a:lnTo>
                <a:lnTo>
                  <a:pt x="2181" y="31721"/>
                </a:lnTo>
                <a:lnTo>
                  <a:pt x="2181" y="31895"/>
                </a:lnTo>
                <a:lnTo>
                  <a:pt x="2245" y="32185"/>
                </a:lnTo>
                <a:lnTo>
                  <a:pt x="2245" y="32446"/>
                </a:lnTo>
                <a:lnTo>
                  <a:pt x="2245" y="32706"/>
                </a:lnTo>
                <a:lnTo>
                  <a:pt x="2245" y="32909"/>
                </a:lnTo>
                <a:lnTo>
                  <a:pt x="2245" y="33170"/>
                </a:lnTo>
                <a:lnTo>
                  <a:pt x="2341" y="33431"/>
                </a:lnTo>
                <a:lnTo>
                  <a:pt x="2341" y="33634"/>
                </a:lnTo>
                <a:lnTo>
                  <a:pt x="2341" y="33895"/>
                </a:lnTo>
                <a:lnTo>
                  <a:pt x="2341" y="34156"/>
                </a:lnTo>
                <a:lnTo>
                  <a:pt x="2406" y="34446"/>
                </a:lnTo>
                <a:lnTo>
                  <a:pt x="2406" y="34620"/>
                </a:lnTo>
                <a:lnTo>
                  <a:pt x="2406" y="34910"/>
                </a:lnTo>
                <a:lnTo>
                  <a:pt x="2406" y="35171"/>
                </a:lnTo>
                <a:lnTo>
                  <a:pt x="2406" y="35432"/>
                </a:lnTo>
                <a:lnTo>
                  <a:pt x="2470" y="35635"/>
                </a:lnTo>
                <a:lnTo>
                  <a:pt x="2470" y="35896"/>
                </a:lnTo>
                <a:lnTo>
                  <a:pt x="2470" y="36157"/>
                </a:lnTo>
                <a:lnTo>
                  <a:pt x="2470" y="36360"/>
                </a:lnTo>
                <a:lnTo>
                  <a:pt x="2566" y="36621"/>
                </a:lnTo>
                <a:lnTo>
                  <a:pt x="2566" y="36882"/>
                </a:lnTo>
                <a:lnTo>
                  <a:pt x="2566" y="37172"/>
                </a:lnTo>
                <a:lnTo>
                  <a:pt x="2566" y="37346"/>
                </a:lnTo>
                <a:lnTo>
                  <a:pt x="2566" y="37636"/>
                </a:lnTo>
                <a:lnTo>
                  <a:pt x="2630" y="37897"/>
                </a:lnTo>
                <a:lnTo>
                  <a:pt x="2630" y="38158"/>
                </a:lnTo>
                <a:lnTo>
                  <a:pt x="2630" y="38419"/>
                </a:lnTo>
                <a:lnTo>
                  <a:pt x="2630" y="38622"/>
                </a:lnTo>
                <a:lnTo>
                  <a:pt x="2694" y="38883"/>
                </a:lnTo>
                <a:lnTo>
                  <a:pt x="2694" y="39143"/>
                </a:lnTo>
                <a:lnTo>
                  <a:pt x="2694" y="39433"/>
                </a:lnTo>
                <a:lnTo>
                  <a:pt x="2694" y="39607"/>
                </a:lnTo>
                <a:lnTo>
                  <a:pt x="2694" y="39897"/>
                </a:lnTo>
                <a:lnTo>
                  <a:pt x="2758" y="40158"/>
                </a:lnTo>
                <a:lnTo>
                  <a:pt x="2758" y="40419"/>
                </a:lnTo>
                <a:lnTo>
                  <a:pt x="2758" y="40622"/>
                </a:lnTo>
                <a:lnTo>
                  <a:pt x="2758" y="40883"/>
                </a:lnTo>
                <a:lnTo>
                  <a:pt x="2855" y="41144"/>
                </a:lnTo>
                <a:lnTo>
                  <a:pt x="2855" y="41405"/>
                </a:lnTo>
                <a:lnTo>
                  <a:pt x="2855" y="41695"/>
                </a:lnTo>
                <a:lnTo>
                  <a:pt x="2855" y="41869"/>
                </a:lnTo>
                <a:lnTo>
                  <a:pt x="2855" y="42159"/>
                </a:lnTo>
                <a:lnTo>
                  <a:pt x="2919" y="42420"/>
                </a:lnTo>
                <a:lnTo>
                  <a:pt x="2919" y="42681"/>
                </a:lnTo>
                <a:lnTo>
                  <a:pt x="2919" y="42942"/>
                </a:lnTo>
                <a:lnTo>
                  <a:pt x="2919" y="43145"/>
                </a:lnTo>
                <a:lnTo>
                  <a:pt x="2919" y="43406"/>
                </a:lnTo>
                <a:lnTo>
                  <a:pt x="2983" y="43667"/>
                </a:lnTo>
                <a:lnTo>
                  <a:pt x="2983" y="43928"/>
                </a:lnTo>
                <a:lnTo>
                  <a:pt x="2983" y="44218"/>
                </a:lnTo>
                <a:lnTo>
                  <a:pt x="2983" y="44479"/>
                </a:lnTo>
                <a:lnTo>
                  <a:pt x="3047" y="44682"/>
                </a:lnTo>
                <a:lnTo>
                  <a:pt x="3047" y="44943"/>
                </a:lnTo>
                <a:lnTo>
                  <a:pt x="3047" y="45204"/>
                </a:lnTo>
                <a:lnTo>
                  <a:pt x="3047" y="45465"/>
                </a:lnTo>
                <a:lnTo>
                  <a:pt x="3047" y="45725"/>
                </a:lnTo>
                <a:lnTo>
                  <a:pt x="3143" y="45928"/>
                </a:lnTo>
                <a:lnTo>
                  <a:pt x="3143" y="46189"/>
                </a:lnTo>
                <a:lnTo>
                  <a:pt x="3143" y="46479"/>
                </a:lnTo>
                <a:lnTo>
                  <a:pt x="3143" y="46740"/>
                </a:lnTo>
                <a:lnTo>
                  <a:pt x="3208" y="47001"/>
                </a:lnTo>
                <a:lnTo>
                  <a:pt x="3208" y="47262"/>
                </a:lnTo>
                <a:lnTo>
                  <a:pt x="3208" y="4746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965053" y="3452016"/>
            <a:ext cx="3208" cy="52742"/>
          </a:xfrm>
          <a:custGeom>
            <a:avLst/>
            <a:gdLst/>
            <a:ahLst/>
            <a:cxnLst/>
            <a:rect l="l" t="t" r="r" b="b"/>
            <a:pathLst>
              <a:path w="3208" h="52742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64" y="811"/>
                </a:lnTo>
                <a:lnTo>
                  <a:pt x="64" y="1072"/>
                </a:lnTo>
                <a:lnTo>
                  <a:pt x="64" y="1333"/>
                </a:lnTo>
                <a:lnTo>
                  <a:pt x="64" y="1594"/>
                </a:lnTo>
                <a:lnTo>
                  <a:pt x="160" y="1797"/>
                </a:lnTo>
                <a:lnTo>
                  <a:pt x="160" y="2058"/>
                </a:lnTo>
                <a:lnTo>
                  <a:pt x="160" y="2319"/>
                </a:lnTo>
                <a:lnTo>
                  <a:pt x="160" y="2580"/>
                </a:lnTo>
                <a:lnTo>
                  <a:pt x="160" y="2870"/>
                </a:lnTo>
                <a:lnTo>
                  <a:pt x="224" y="3131"/>
                </a:lnTo>
                <a:lnTo>
                  <a:pt x="224" y="3392"/>
                </a:lnTo>
                <a:lnTo>
                  <a:pt x="224" y="3595"/>
                </a:lnTo>
                <a:lnTo>
                  <a:pt x="224" y="3856"/>
                </a:lnTo>
                <a:lnTo>
                  <a:pt x="288" y="4117"/>
                </a:lnTo>
                <a:lnTo>
                  <a:pt x="288" y="4378"/>
                </a:lnTo>
                <a:lnTo>
                  <a:pt x="288" y="4668"/>
                </a:lnTo>
                <a:lnTo>
                  <a:pt x="288" y="4929"/>
                </a:lnTo>
                <a:lnTo>
                  <a:pt x="288" y="5190"/>
                </a:lnTo>
                <a:lnTo>
                  <a:pt x="352" y="5451"/>
                </a:lnTo>
                <a:lnTo>
                  <a:pt x="352" y="5712"/>
                </a:lnTo>
                <a:lnTo>
                  <a:pt x="352" y="5915"/>
                </a:lnTo>
                <a:lnTo>
                  <a:pt x="352" y="6176"/>
                </a:lnTo>
                <a:lnTo>
                  <a:pt x="449" y="6437"/>
                </a:lnTo>
                <a:lnTo>
                  <a:pt x="449" y="6726"/>
                </a:lnTo>
                <a:lnTo>
                  <a:pt x="449" y="6987"/>
                </a:lnTo>
                <a:lnTo>
                  <a:pt x="449" y="7248"/>
                </a:lnTo>
                <a:lnTo>
                  <a:pt x="449" y="7509"/>
                </a:lnTo>
                <a:lnTo>
                  <a:pt x="513" y="7770"/>
                </a:lnTo>
                <a:lnTo>
                  <a:pt x="513" y="8060"/>
                </a:lnTo>
                <a:lnTo>
                  <a:pt x="513" y="8234"/>
                </a:lnTo>
                <a:lnTo>
                  <a:pt x="513" y="8524"/>
                </a:lnTo>
                <a:lnTo>
                  <a:pt x="513" y="8785"/>
                </a:lnTo>
                <a:lnTo>
                  <a:pt x="577" y="9046"/>
                </a:lnTo>
                <a:lnTo>
                  <a:pt x="577" y="9307"/>
                </a:lnTo>
                <a:lnTo>
                  <a:pt x="577" y="9568"/>
                </a:lnTo>
                <a:lnTo>
                  <a:pt x="577" y="9829"/>
                </a:lnTo>
                <a:lnTo>
                  <a:pt x="673" y="10119"/>
                </a:lnTo>
                <a:lnTo>
                  <a:pt x="673" y="10380"/>
                </a:lnTo>
                <a:lnTo>
                  <a:pt x="673" y="10641"/>
                </a:lnTo>
                <a:lnTo>
                  <a:pt x="673" y="10902"/>
                </a:lnTo>
                <a:lnTo>
                  <a:pt x="673" y="11105"/>
                </a:lnTo>
                <a:lnTo>
                  <a:pt x="737" y="11366"/>
                </a:lnTo>
                <a:lnTo>
                  <a:pt x="737" y="11627"/>
                </a:lnTo>
                <a:lnTo>
                  <a:pt x="737" y="11917"/>
                </a:lnTo>
                <a:lnTo>
                  <a:pt x="737" y="12178"/>
                </a:lnTo>
                <a:lnTo>
                  <a:pt x="802" y="12439"/>
                </a:lnTo>
                <a:lnTo>
                  <a:pt x="802" y="12700"/>
                </a:lnTo>
                <a:lnTo>
                  <a:pt x="802" y="12961"/>
                </a:lnTo>
                <a:lnTo>
                  <a:pt x="802" y="13221"/>
                </a:lnTo>
                <a:lnTo>
                  <a:pt x="802" y="13511"/>
                </a:lnTo>
                <a:lnTo>
                  <a:pt x="866" y="13772"/>
                </a:lnTo>
                <a:lnTo>
                  <a:pt x="866" y="14033"/>
                </a:lnTo>
                <a:lnTo>
                  <a:pt x="866" y="14294"/>
                </a:lnTo>
                <a:lnTo>
                  <a:pt x="866" y="14555"/>
                </a:lnTo>
                <a:lnTo>
                  <a:pt x="962" y="14816"/>
                </a:lnTo>
                <a:lnTo>
                  <a:pt x="962" y="15019"/>
                </a:lnTo>
                <a:lnTo>
                  <a:pt x="962" y="15309"/>
                </a:lnTo>
                <a:lnTo>
                  <a:pt x="962" y="15570"/>
                </a:lnTo>
                <a:lnTo>
                  <a:pt x="962" y="15831"/>
                </a:lnTo>
                <a:lnTo>
                  <a:pt x="1026" y="16092"/>
                </a:lnTo>
                <a:lnTo>
                  <a:pt x="1026" y="16353"/>
                </a:lnTo>
                <a:lnTo>
                  <a:pt x="1026" y="16614"/>
                </a:lnTo>
                <a:lnTo>
                  <a:pt x="1026" y="16904"/>
                </a:lnTo>
                <a:lnTo>
                  <a:pt x="1090" y="17165"/>
                </a:lnTo>
                <a:lnTo>
                  <a:pt x="1090" y="17426"/>
                </a:lnTo>
                <a:lnTo>
                  <a:pt x="1090" y="17687"/>
                </a:lnTo>
                <a:lnTo>
                  <a:pt x="1090" y="17948"/>
                </a:lnTo>
                <a:lnTo>
                  <a:pt x="1090" y="18209"/>
                </a:lnTo>
                <a:lnTo>
                  <a:pt x="1154" y="18499"/>
                </a:lnTo>
                <a:lnTo>
                  <a:pt x="1154" y="18760"/>
                </a:lnTo>
                <a:lnTo>
                  <a:pt x="1154" y="19021"/>
                </a:lnTo>
                <a:lnTo>
                  <a:pt x="1154" y="19282"/>
                </a:lnTo>
                <a:lnTo>
                  <a:pt x="1251" y="19543"/>
                </a:lnTo>
                <a:lnTo>
                  <a:pt x="1251" y="19803"/>
                </a:lnTo>
                <a:lnTo>
                  <a:pt x="1251" y="20093"/>
                </a:lnTo>
                <a:lnTo>
                  <a:pt x="1251" y="20354"/>
                </a:lnTo>
                <a:lnTo>
                  <a:pt x="1251" y="20615"/>
                </a:lnTo>
                <a:lnTo>
                  <a:pt x="1315" y="20876"/>
                </a:lnTo>
                <a:lnTo>
                  <a:pt x="1315" y="21137"/>
                </a:lnTo>
                <a:lnTo>
                  <a:pt x="1315" y="21398"/>
                </a:lnTo>
                <a:lnTo>
                  <a:pt x="1315" y="21688"/>
                </a:lnTo>
                <a:lnTo>
                  <a:pt x="1315" y="21949"/>
                </a:lnTo>
                <a:lnTo>
                  <a:pt x="1379" y="22210"/>
                </a:lnTo>
                <a:lnTo>
                  <a:pt x="1379" y="22471"/>
                </a:lnTo>
                <a:lnTo>
                  <a:pt x="1379" y="22732"/>
                </a:lnTo>
                <a:lnTo>
                  <a:pt x="1379" y="23022"/>
                </a:lnTo>
                <a:lnTo>
                  <a:pt x="1475" y="23283"/>
                </a:lnTo>
                <a:lnTo>
                  <a:pt x="1475" y="23544"/>
                </a:lnTo>
                <a:lnTo>
                  <a:pt x="1475" y="23747"/>
                </a:lnTo>
                <a:lnTo>
                  <a:pt x="1475" y="24008"/>
                </a:lnTo>
                <a:lnTo>
                  <a:pt x="1475" y="24211"/>
                </a:lnTo>
                <a:lnTo>
                  <a:pt x="1539" y="24472"/>
                </a:lnTo>
                <a:lnTo>
                  <a:pt x="1539" y="24733"/>
                </a:lnTo>
                <a:lnTo>
                  <a:pt x="1539" y="24994"/>
                </a:lnTo>
                <a:lnTo>
                  <a:pt x="1539" y="25284"/>
                </a:lnTo>
                <a:lnTo>
                  <a:pt x="1604" y="25545"/>
                </a:lnTo>
                <a:lnTo>
                  <a:pt x="1604" y="25806"/>
                </a:lnTo>
                <a:lnTo>
                  <a:pt x="1604" y="26067"/>
                </a:lnTo>
                <a:lnTo>
                  <a:pt x="1604" y="26327"/>
                </a:lnTo>
                <a:lnTo>
                  <a:pt x="1604" y="26588"/>
                </a:lnTo>
                <a:lnTo>
                  <a:pt x="1668" y="26936"/>
                </a:lnTo>
                <a:lnTo>
                  <a:pt x="1668" y="27197"/>
                </a:lnTo>
                <a:lnTo>
                  <a:pt x="1668" y="27458"/>
                </a:lnTo>
                <a:lnTo>
                  <a:pt x="1668" y="27719"/>
                </a:lnTo>
                <a:lnTo>
                  <a:pt x="1764" y="28009"/>
                </a:lnTo>
                <a:lnTo>
                  <a:pt x="1764" y="28270"/>
                </a:lnTo>
                <a:lnTo>
                  <a:pt x="1764" y="28531"/>
                </a:lnTo>
                <a:lnTo>
                  <a:pt x="1764" y="28792"/>
                </a:lnTo>
                <a:lnTo>
                  <a:pt x="1764" y="29053"/>
                </a:lnTo>
                <a:lnTo>
                  <a:pt x="1828" y="29314"/>
                </a:lnTo>
                <a:lnTo>
                  <a:pt x="1828" y="29604"/>
                </a:lnTo>
                <a:lnTo>
                  <a:pt x="1828" y="29865"/>
                </a:lnTo>
                <a:lnTo>
                  <a:pt x="1828" y="30126"/>
                </a:lnTo>
                <a:lnTo>
                  <a:pt x="1892" y="30387"/>
                </a:lnTo>
                <a:lnTo>
                  <a:pt x="1892" y="30648"/>
                </a:lnTo>
                <a:lnTo>
                  <a:pt x="1892" y="30909"/>
                </a:lnTo>
                <a:lnTo>
                  <a:pt x="1892" y="31199"/>
                </a:lnTo>
                <a:lnTo>
                  <a:pt x="1892" y="31460"/>
                </a:lnTo>
                <a:lnTo>
                  <a:pt x="1956" y="31721"/>
                </a:lnTo>
                <a:lnTo>
                  <a:pt x="1956" y="31982"/>
                </a:lnTo>
                <a:lnTo>
                  <a:pt x="1956" y="32243"/>
                </a:lnTo>
                <a:lnTo>
                  <a:pt x="1956" y="32504"/>
                </a:lnTo>
                <a:lnTo>
                  <a:pt x="2053" y="32793"/>
                </a:lnTo>
                <a:lnTo>
                  <a:pt x="2053" y="33054"/>
                </a:lnTo>
                <a:lnTo>
                  <a:pt x="2053" y="33315"/>
                </a:lnTo>
                <a:lnTo>
                  <a:pt x="2053" y="33576"/>
                </a:lnTo>
                <a:lnTo>
                  <a:pt x="2053" y="33837"/>
                </a:lnTo>
                <a:lnTo>
                  <a:pt x="2117" y="34127"/>
                </a:lnTo>
                <a:lnTo>
                  <a:pt x="2117" y="34388"/>
                </a:lnTo>
                <a:lnTo>
                  <a:pt x="2117" y="34649"/>
                </a:lnTo>
                <a:lnTo>
                  <a:pt x="2117" y="34910"/>
                </a:lnTo>
                <a:lnTo>
                  <a:pt x="2117" y="35171"/>
                </a:lnTo>
                <a:lnTo>
                  <a:pt x="2181" y="35432"/>
                </a:lnTo>
                <a:lnTo>
                  <a:pt x="2181" y="35722"/>
                </a:lnTo>
                <a:lnTo>
                  <a:pt x="2181" y="35983"/>
                </a:lnTo>
                <a:lnTo>
                  <a:pt x="2181" y="36244"/>
                </a:lnTo>
                <a:lnTo>
                  <a:pt x="2277" y="36505"/>
                </a:lnTo>
                <a:lnTo>
                  <a:pt x="2277" y="36766"/>
                </a:lnTo>
                <a:lnTo>
                  <a:pt x="2277" y="37114"/>
                </a:lnTo>
                <a:lnTo>
                  <a:pt x="2277" y="37375"/>
                </a:lnTo>
                <a:lnTo>
                  <a:pt x="2277" y="37636"/>
                </a:lnTo>
                <a:lnTo>
                  <a:pt x="2341" y="37897"/>
                </a:lnTo>
                <a:lnTo>
                  <a:pt x="2341" y="38158"/>
                </a:lnTo>
                <a:lnTo>
                  <a:pt x="2341" y="38448"/>
                </a:lnTo>
                <a:lnTo>
                  <a:pt x="2341" y="38709"/>
                </a:lnTo>
                <a:lnTo>
                  <a:pt x="2406" y="38970"/>
                </a:lnTo>
                <a:lnTo>
                  <a:pt x="2406" y="39230"/>
                </a:lnTo>
                <a:lnTo>
                  <a:pt x="2406" y="39491"/>
                </a:lnTo>
                <a:lnTo>
                  <a:pt x="2406" y="39752"/>
                </a:lnTo>
                <a:lnTo>
                  <a:pt x="2406" y="40042"/>
                </a:lnTo>
                <a:lnTo>
                  <a:pt x="2470" y="40303"/>
                </a:lnTo>
                <a:lnTo>
                  <a:pt x="2470" y="40564"/>
                </a:lnTo>
                <a:lnTo>
                  <a:pt x="2470" y="40825"/>
                </a:lnTo>
                <a:lnTo>
                  <a:pt x="2470" y="41086"/>
                </a:lnTo>
                <a:lnTo>
                  <a:pt x="2566" y="41347"/>
                </a:lnTo>
                <a:lnTo>
                  <a:pt x="2566" y="41637"/>
                </a:lnTo>
                <a:lnTo>
                  <a:pt x="2566" y="41898"/>
                </a:lnTo>
                <a:lnTo>
                  <a:pt x="2566" y="42159"/>
                </a:lnTo>
                <a:lnTo>
                  <a:pt x="2566" y="42478"/>
                </a:lnTo>
                <a:lnTo>
                  <a:pt x="2630" y="42768"/>
                </a:lnTo>
                <a:lnTo>
                  <a:pt x="2630" y="43029"/>
                </a:lnTo>
                <a:lnTo>
                  <a:pt x="2630" y="43290"/>
                </a:lnTo>
                <a:lnTo>
                  <a:pt x="2630" y="43551"/>
                </a:lnTo>
                <a:lnTo>
                  <a:pt x="2694" y="43812"/>
                </a:lnTo>
                <a:lnTo>
                  <a:pt x="2694" y="44102"/>
                </a:lnTo>
                <a:lnTo>
                  <a:pt x="2694" y="44363"/>
                </a:lnTo>
                <a:lnTo>
                  <a:pt x="2694" y="44624"/>
                </a:lnTo>
                <a:lnTo>
                  <a:pt x="2694" y="44885"/>
                </a:lnTo>
                <a:lnTo>
                  <a:pt x="2790" y="45146"/>
                </a:lnTo>
                <a:lnTo>
                  <a:pt x="2790" y="45407"/>
                </a:lnTo>
                <a:lnTo>
                  <a:pt x="2790" y="45696"/>
                </a:lnTo>
                <a:lnTo>
                  <a:pt x="2790" y="45957"/>
                </a:lnTo>
                <a:lnTo>
                  <a:pt x="2855" y="46218"/>
                </a:lnTo>
                <a:lnTo>
                  <a:pt x="2855" y="46479"/>
                </a:lnTo>
                <a:lnTo>
                  <a:pt x="2855" y="46827"/>
                </a:lnTo>
                <a:lnTo>
                  <a:pt x="2855" y="47088"/>
                </a:lnTo>
                <a:lnTo>
                  <a:pt x="2855" y="47349"/>
                </a:lnTo>
                <a:lnTo>
                  <a:pt x="2919" y="47610"/>
                </a:lnTo>
                <a:lnTo>
                  <a:pt x="2919" y="47871"/>
                </a:lnTo>
                <a:lnTo>
                  <a:pt x="2919" y="48132"/>
                </a:lnTo>
                <a:lnTo>
                  <a:pt x="2919" y="48422"/>
                </a:lnTo>
                <a:lnTo>
                  <a:pt x="2919" y="48683"/>
                </a:lnTo>
                <a:lnTo>
                  <a:pt x="2983" y="48944"/>
                </a:lnTo>
                <a:lnTo>
                  <a:pt x="2983" y="49205"/>
                </a:lnTo>
                <a:lnTo>
                  <a:pt x="2983" y="49466"/>
                </a:lnTo>
                <a:lnTo>
                  <a:pt x="2983" y="49727"/>
                </a:lnTo>
                <a:lnTo>
                  <a:pt x="3079" y="50017"/>
                </a:lnTo>
                <a:lnTo>
                  <a:pt x="3079" y="50278"/>
                </a:lnTo>
                <a:lnTo>
                  <a:pt x="3079" y="50597"/>
                </a:lnTo>
                <a:lnTo>
                  <a:pt x="3079" y="50858"/>
                </a:lnTo>
                <a:lnTo>
                  <a:pt x="3079" y="51148"/>
                </a:lnTo>
                <a:lnTo>
                  <a:pt x="3143" y="51409"/>
                </a:lnTo>
                <a:lnTo>
                  <a:pt x="3143" y="51670"/>
                </a:lnTo>
                <a:lnTo>
                  <a:pt x="3143" y="51931"/>
                </a:lnTo>
                <a:lnTo>
                  <a:pt x="3143" y="52191"/>
                </a:lnTo>
                <a:lnTo>
                  <a:pt x="3208" y="52452"/>
                </a:lnTo>
                <a:lnTo>
                  <a:pt x="3208" y="5274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968261" y="3504759"/>
            <a:ext cx="3208" cy="53525"/>
          </a:xfrm>
          <a:custGeom>
            <a:avLst/>
            <a:gdLst/>
            <a:ahLst/>
            <a:cxnLst/>
            <a:rect l="l" t="t" r="r" b="b"/>
            <a:pathLst>
              <a:path w="3208" h="53525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0" y="782"/>
                </a:lnTo>
                <a:lnTo>
                  <a:pt x="64" y="1043"/>
                </a:lnTo>
                <a:lnTo>
                  <a:pt x="64" y="1391"/>
                </a:lnTo>
                <a:lnTo>
                  <a:pt x="64" y="1652"/>
                </a:lnTo>
                <a:lnTo>
                  <a:pt x="64" y="1913"/>
                </a:lnTo>
                <a:lnTo>
                  <a:pt x="160" y="2174"/>
                </a:lnTo>
                <a:lnTo>
                  <a:pt x="160" y="2464"/>
                </a:lnTo>
                <a:lnTo>
                  <a:pt x="160" y="2725"/>
                </a:lnTo>
                <a:lnTo>
                  <a:pt x="160" y="2986"/>
                </a:lnTo>
                <a:lnTo>
                  <a:pt x="160" y="3247"/>
                </a:lnTo>
                <a:lnTo>
                  <a:pt x="224" y="3508"/>
                </a:lnTo>
                <a:lnTo>
                  <a:pt x="224" y="3769"/>
                </a:lnTo>
                <a:lnTo>
                  <a:pt x="224" y="4059"/>
                </a:lnTo>
                <a:lnTo>
                  <a:pt x="224" y="4320"/>
                </a:lnTo>
                <a:lnTo>
                  <a:pt x="288" y="4581"/>
                </a:lnTo>
                <a:lnTo>
                  <a:pt x="288" y="4900"/>
                </a:lnTo>
                <a:lnTo>
                  <a:pt x="288" y="5190"/>
                </a:lnTo>
                <a:lnTo>
                  <a:pt x="288" y="5451"/>
                </a:lnTo>
                <a:lnTo>
                  <a:pt x="288" y="5712"/>
                </a:lnTo>
                <a:lnTo>
                  <a:pt x="384" y="5973"/>
                </a:lnTo>
                <a:lnTo>
                  <a:pt x="384" y="6234"/>
                </a:lnTo>
                <a:lnTo>
                  <a:pt x="384" y="6495"/>
                </a:lnTo>
                <a:lnTo>
                  <a:pt x="384" y="6784"/>
                </a:lnTo>
                <a:lnTo>
                  <a:pt x="449" y="7045"/>
                </a:lnTo>
                <a:lnTo>
                  <a:pt x="449" y="7306"/>
                </a:lnTo>
                <a:lnTo>
                  <a:pt x="449" y="7567"/>
                </a:lnTo>
                <a:lnTo>
                  <a:pt x="449" y="7828"/>
                </a:lnTo>
                <a:lnTo>
                  <a:pt x="449" y="8176"/>
                </a:lnTo>
                <a:lnTo>
                  <a:pt x="513" y="8437"/>
                </a:lnTo>
                <a:lnTo>
                  <a:pt x="513" y="8698"/>
                </a:lnTo>
                <a:lnTo>
                  <a:pt x="513" y="8959"/>
                </a:lnTo>
                <a:lnTo>
                  <a:pt x="513" y="9220"/>
                </a:lnTo>
                <a:lnTo>
                  <a:pt x="513" y="9510"/>
                </a:lnTo>
                <a:lnTo>
                  <a:pt x="577" y="9771"/>
                </a:lnTo>
                <a:lnTo>
                  <a:pt x="577" y="10032"/>
                </a:lnTo>
                <a:lnTo>
                  <a:pt x="577" y="10293"/>
                </a:lnTo>
                <a:lnTo>
                  <a:pt x="577" y="10554"/>
                </a:lnTo>
                <a:lnTo>
                  <a:pt x="673" y="10815"/>
                </a:lnTo>
                <a:lnTo>
                  <a:pt x="673" y="11105"/>
                </a:lnTo>
                <a:lnTo>
                  <a:pt x="673" y="11366"/>
                </a:lnTo>
                <a:lnTo>
                  <a:pt x="673" y="11685"/>
                </a:lnTo>
                <a:lnTo>
                  <a:pt x="673" y="11946"/>
                </a:lnTo>
                <a:lnTo>
                  <a:pt x="737" y="12236"/>
                </a:lnTo>
                <a:lnTo>
                  <a:pt x="737" y="12497"/>
                </a:lnTo>
                <a:lnTo>
                  <a:pt x="737" y="12758"/>
                </a:lnTo>
                <a:lnTo>
                  <a:pt x="737" y="13019"/>
                </a:lnTo>
                <a:lnTo>
                  <a:pt x="802" y="13279"/>
                </a:lnTo>
                <a:lnTo>
                  <a:pt x="802" y="13540"/>
                </a:lnTo>
                <a:lnTo>
                  <a:pt x="802" y="13830"/>
                </a:lnTo>
                <a:lnTo>
                  <a:pt x="802" y="14091"/>
                </a:lnTo>
                <a:lnTo>
                  <a:pt x="802" y="14352"/>
                </a:lnTo>
                <a:lnTo>
                  <a:pt x="898" y="14613"/>
                </a:lnTo>
                <a:lnTo>
                  <a:pt x="898" y="14961"/>
                </a:lnTo>
                <a:lnTo>
                  <a:pt x="898" y="15222"/>
                </a:lnTo>
                <a:lnTo>
                  <a:pt x="898" y="15483"/>
                </a:lnTo>
                <a:lnTo>
                  <a:pt x="962" y="15744"/>
                </a:lnTo>
                <a:lnTo>
                  <a:pt x="962" y="16005"/>
                </a:lnTo>
                <a:lnTo>
                  <a:pt x="962" y="16295"/>
                </a:lnTo>
                <a:lnTo>
                  <a:pt x="962" y="16556"/>
                </a:lnTo>
                <a:lnTo>
                  <a:pt x="962" y="16817"/>
                </a:lnTo>
                <a:lnTo>
                  <a:pt x="1026" y="17078"/>
                </a:lnTo>
                <a:lnTo>
                  <a:pt x="1026" y="17339"/>
                </a:lnTo>
                <a:lnTo>
                  <a:pt x="1026" y="17600"/>
                </a:lnTo>
                <a:lnTo>
                  <a:pt x="1026" y="17890"/>
                </a:lnTo>
                <a:lnTo>
                  <a:pt x="1090" y="18151"/>
                </a:lnTo>
                <a:lnTo>
                  <a:pt x="1090" y="18470"/>
                </a:lnTo>
                <a:lnTo>
                  <a:pt x="1090" y="18731"/>
                </a:lnTo>
                <a:lnTo>
                  <a:pt x="1090" y="19021"/>
                </a:lnTo>
                <a:lnTo>
                  <a:pt x="1090" y="19282"/>
                </a:lnTo>
                <a:lnTo>
                  <a:pt x="1186" y="19543"/>
                </a:lnTo>
                <a:lnTo>
                  <a:pt x="1186" y="19803"/>
                </a:lnTo>
                <a:lnTo>
                  <a:pt x="1186" y="20064"/>
                </a:lnTo>
                <a:lnTo>
                  <a:pt x="1186" y="20325"/>
                </a:lnTo>
                <a:lnTo>
                  <a:pt x="1251" y="20615"/>
                </a:lnTo>
                <a:lnTo>
                  <a:pt x="1251" y="20876"/>
                </a:lnTo>
                <a:lnTo>
                  <a:pt x="1251" y="21137"/>
                </a:lnTo>
                <a:lnTo>
                  <a:pt x="1251" y="21398"/>
                </a:lnTo>
                <a:lnTo>
                  <a:pt x="1251" y="21659"/>
                </a:lnTo>
                <a:lnTo>
                  <a:pt x="1315" y="21920"/>
                </a:lnTo>
                <a:lnTo>
                  <a:pt x="1315" y="22268"/>
                </a:lnTo>
                <a:lnTo>
                  <a:pt x="1315" y="22529"/>
                </a:lnTo>
                <a:lnTo>
                  <a:pt x="1315" y="22790"/>
                </a:lnTo>
                <a:lnTo>
                  <a:pt x="1315" y="23051"/>
                </a:lnTo>
                <a:lnTo>
                  <a:pt x="1379" y="23341"/>
                </a:lnTo>
                <a:lnTo>
                  <a:pt x="1379" y="23602"/>
                </a:lnTo>
                <a:lnTo>
                  <a:pt x="1379" y="23863"/>
                </a:lnTo>
                <a:lnTo>
                  <a:pt x="1379" y="24124"/>
                </a:lnTo>
                <a:lnTo>
                  <a:pt x="1475" y="24385"/>
                </a:lnTo>
                <a:lnTo>
                  <a:pt x="1475" y="24646"/>
                </a:lnTo>
                <a:lnTo>
                  <a:pt x="1475" y="24936"/>
                </a:lnTo>
                <a:lnTo>
                  <a:pt x="1475" y="25197"/>
                </a:lnTo>
                <a:lnTo>
                  <a:pt x="1475" y="25458"/>
                </a:lnTo>
                <a:lnTo>
                  <a:pt x="1539" y="25719"/>
                </a:lnTo>
                <a:lnTo>
                  <a:pt x="1539" y="25980"/>
                </a:lnTo>
                <a:lnTo>
                  <a:pt x="1539" y="26269"/>
                </a:lnTo>
                <a:lnTo>
                  <a:pt x="1539" y="26588"/>
                </a:lnTo>
                <a:lnTo>
                  <a:pt x="1604" y="26849"/>
                </a:lnTo>
                <a:lnTo>
                  <a:pt x="1604" y="27110"/>
                </a:lnTo>
                <a:lnTo>
                  <a:pt x="1604" y="27400"/>
                </a:lnTo>
                <a:lnTo>
                  <a:pt x="1604" y="27661"/>
                </a:lnTo>
                <a:lnTo>
                  <a:pt x="1604" y="27922"/>
                </a:lnTo>
                <a:lnTo>
                  <a:pt x="1700" y="28183"/>
                </a:lnTo>
                <a:lnTo>
                  <a:pt x="1700" y="28444"/>
                </a:lnTo>
                <a:lnTo>
                  <a:pt x="1700" y="28705"/>
                </a:lnTo>
                <a:lnTo>
                  <a:pt x="1700" y="28995"/>
                </a:lnTo>
                <a:lnTo>
                  <a:pt x="1764" y="29256"/>
                </a:lnTo>
                <a:lnTo>
                  <a:pt x="1764" y="29517"/>
                </a:lnTo>
                <a:lnTo>
                  <a:pt x="1764" y="29778"/>
                </a:lnTo>
                <a:lnTo>
                  <a:pt x="1764" y="30039"/>
                </a:lnTo>
                <a:lnTo>
                  <a:pt x="1764" y="30300"/>
                </a:lnTo>
                <a:lnTo>
                  <a:pt x="1828" y="30590"/>
                </a:lnTo>
                <a:lnTo>
                  <a:pt x="1828" y="30851"/>
                </a:lnTo>
                <a:lnTo>
                  <a:pt x="1828" y="31112"/>
                </a:lnTo>
                <a:lnTo>
                  <a:pt x="1828" y="31431"/>
                </a:lnTo>
                <a:lnTo>
                  <a:pt x="1892" y="31721"/>
                </a:lnTo>
                <a:lnTo>
                  <a:pt x="1892" y="31982"/>
                </a:lnTo>
                <a:lnTo>
                  <a:pt x="1892" y="32243"/>
                </a:lnTo>
                <a:lnTo>
                  <a:pt x="1892" y="32504"/>
                </a:lnTo>
                <a:lnTo>
                  <a:pt x="1892" y="32764"/>
                </a:lnTo>
                <a:lnTo>
                  <a:pt x="1988" y="33025"/>
                </a:lnTo>
                <a:lnTo>
                  <a:pt x="1988" y="33315"/>
                </a:lnTo>
                <a:lnTo>
                  <a:pt x="1988" y="33576"/>
                </a:lnTo>
                <a:lnTo>
                  <a:pt x="1988" y="33837"/>
                </a:lnTo>
                <a:lnTo>
                  <a:pt x="2053" y="34098"/>
                </a:lnTo>
                <a:lnTo>
                  <a:pt x="2053" y="34359"/>
                </a:lnTo>
                <a:lnTo>
                  <a:pt x="2053" y="34620"/>
                </a:lnTo>
                <a:lnTo>
                  <a:pt x="2053" y="34910"/>
                </a:lnTo>
                <a:lnTo>
                  <a:pt x="2053" y="35171"/>
                </a:lnTo>
                <a:lnTo>
                  <a:pt x="2117" y="35432"/>
                </a:lnTo>
                <a:lnTo>
                  <a:pt x="2117" y="35693"/>
                </a:lnTo>
                <a:lnTo>
                  <a:pt x="2117" y="35954"/>
                </a:lnTo>
                <a:lnTo>
                  <a:pt x="2117" y="36244"/>
                </a:lnTo>
                <a:lnTo>
                  <a:pt x="2117" y="36505"/>
                </a:lnTo>
                <a:lnTo>
                  <a:pt x="2181" y="36766"/>
                </a:lnTo>
                <a:lnTo>
                  <a:pt x="2181" y="37027"/>
                </a:lnTo>
                <a:lnTo>
                  <a:pt x="2181" y="37288"/>
                </a:lnTo>
                <a:lnTo>
                  <a:pt x="2181" y="37549"/>
                </a:lnTo>
                <a:lnTo>
                  <a:pt x="2277" y="37839"/>
                </a:lnTo>
                <a:lnTo>
                  <a:pt x="2277" y="38100"/>
                </a:lnTo>
                <a:lnTo>
                  <a:pt x="2277" y="38361"/>
                </a:lnTo>
                <a:lnTo>
                  <a:pt x="2277" y="38622"/>
                </a:lnTo>
                <a:lnTo>
                  <a:pt x="2277" y="38970"/>
                </a:lnTo>
                <a:lnTo>
                  <a:pt x="2341" y="39230"/>
                </a:lnTo>
                <a:lnTo>
                  <a:pt x="2341" y="39491"/>
                </a:lnTo>
                <a:lnTo>
                  <a:pt x="2341" y="39752"/>
                </a:lnTo>
                <a:lnTo>
                  <a:pt x="2341" y="40013"/>
                </a:lnTo>
                <a:lnTo>
                  <a:pt x="2406" y="40274"/>
                </a:lnTo>
                <a:lnTo>
                  <a:pt x="2406" y="40564"/>
                </a:lnTo>
                <a:lnTo>
                  <a:pt x="2406" y="40825"/>
                </a:lnTo>
                <a:lnTo>
                  <a:pt x="2406" y="41086"/>
                </a:lnTo>
                <a:lnTo>
                  <a:pt x="2406" y="41347"/>
                </a:lnTo>
                <a:lnTo>
                  <a:pt x="2502" y="41608"/>
                </a:lnTo>
                <a:lnTo>
                  <a:pt x="2502" y="41869"/>
                </a:lnTo>
                <a:lnTo>
                  <a:pt x="2502" y="42159"/>
                </a:lnTo>
                <a:lnTo>
                  <a:pt x="2502" y="42420"/>
                </a:lnTo>
                <a:lnTo>
                  <a:pt x="2566" y="42681"/>
                </a:lnTo>
                <a:lnTo>
                  <a:pt x="2566" y="42942"/>
                </a:lnTo>
                <a:lnTo>
                  <a:pt x="2566" y="43203"/>
                </a:lnTo>
                <a:lnTo>
                  <a:pt x="2566" y="43464"/>
                </a:lnTo>
                <a:lnTo>
                  <a:pt x="2566" y="43754"/>
                </a:lnTo>
                <a:lnTo>
                  <a:pt x="2630" y="44015"/>
                </a:lnTo>
                <a:lnTo>
                  <a:pt x="2630" y="44276"/>
                </a:lnTo>
                <a:lnTo>
                  <a:pt x="2630" y="44537"/>
                </a:lnTo>
                <a:lnTo>
                  <a:pt x="2630" y="44798"/>
                </a:lnTo>
                <a:lnTo>
                  <a:pt x="2694" y="45088"/>
                </a:lnTo>
                <a:lnTo>
                  <a:pt x="2694" y="45349"/>
                </a:lnTo>
                <a:lnTo>
                  <a:pt x="2694" y="45610"/>
                </a:lnTo>
                <a:lnTo>
                  <a:pt x="2694" y="45870"/>
                </a:lnTo>
                <a:lnTo>
                  <a:pt x="2694" y="46131"/>
                </a:lnTo>
                <a:lnTo>
                  <a:pt x="2790" y="46392"/>
                </a:lnTo>
                <a:lnTo>
                  <a:pt x="2790" y="46682"/>
                </a:lnTo>
                <a:lnTo>
                  <a:pt x="2790" y="46943"/>
                </a:lnTo>
                <a:lnTo>
                  <a:pt x="2790" y="47204"/>
                </a:lnTo>
                <a:lnTo>
                  <a:pt x="2855" y="47465"/>
                </a:lnTo>
                <a:lnTo>
                  <a:pt x="2855" y="47726"/>
                </a:lnTo>
                <a:lnTo>
                  <a:pt x="2855" y="47987"/>
                </a:lnTo>
                <a:lnTo>
                  <a:pt x="2855" y="48277"/>
                </a:lnTo>
                <a:lnTo>
                  <a:pt x="2855" y="48538"/>
                </a:lnTo>
                <a:lnTo>
                  <a:pt x="2919" y="48799"/>
                </a:lnTo>
                <a:lnTo>
                  <a:pt x="2919" y="49002"/>
                </a:lnTo>
                <a:lnTo>
                  <a:pt x="2919" y="49263"/>
                </a:lnTo>
                <a:lnTo>
                  <a:pt x="2919" y="49524"/>
                </a:lnTo>
                <a:lnTo>
                  <a:pt x="2919" y="49785"/>
                </a:lnTo>
                <a:lnTo>
                  <a:pt x="3015" y="50075"/>
                </a:lnTo>
                <a:lnTo>
                  <a:pt x="3015" y="50336"/>
                </a:lnTo>
                <a:lnTo>
                  <a:pt x="3015" y="50597"/>
                </a:lnTo>
                <a:lnTo>
                  <a:pt x="3015" y="50858"/>
                </a:lnTo>
                <a:lnTo>
                  <a:pt x="3079" y="51119"/>
                </a:lnTo>
                <a:lnTo>
                  <a:pt x="3079" y="51380"/>
                </a:lnTo>
                <a:lnTo>
                  <a:pt x="3079" y="51670"/>
                </a:lnTo>
                <a:lnTo>
                  <a:pt x="3079" y="51931"/>
                </a:lnTo>
                <a:lnTo>
                  <a:pt x="3079" y="52191"/>
                </a:lnTo>
                <a:lnTo>
                  <a:pt x="3143" y="52452"/>
                </a:lnTo>
                <a:lnTo>
                  <a:pt x="3143" y="52713"/>
                </a:lnTo>
                <a:lnTo>
                  <a:pt x="3143" y="52974"/>
                </a:lnTo>
                <a:lnTo>
                  <a:pt x="3143" y="53264"/>
                </a:lnTo>
                <a:lnTo>
                  <a:pt x="3208" y="5352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971469" y="3558285"/>
            <a:ext cx="3143" cy="49408"/>
          </a:xfrm>
          <a:custGeom>
            <a:avLst/>
            <a:gdLst/>
            <a:ahLst/>
            <a:cxnLst/>
            <a:rect l="l" t="t" r="r" b="b"/>
            <a:pathLst>
              <a:path w="3143" h="49408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0" y="782"/>
                </a:lnTo>
                <a:lnTo>
                  <a:pt x="0" y="1043"/>
                </a:lnTo>
                <a:lnTo>
                  <a:pt x="96" y="1333"/>
                </a:lnTo>
                <a:lnTo>
                  <a:pt x="96" y="1594"/>
                </a:lnTo>
                <a:lnTo>
                  <a:pt x="96" y="1797"/>
                </a:lnTo>
                <a:lnTo>
                  <a:pt x="96" y="2058"/>
                </a:lnTo>
                <a:lnTo>
                  <a:pt x="160" y="2319"/>
                </a:lnTo>
                <a:lnTo>
                  <a:pt x="160" y="2580"/>
                </a:lnTo>
                <a:lnTo>
                  <a:pt x="160" y="2841"/>
                </a:lnTo>
                <a:lnTo>
                  <a:pt x="160" y="3131"/>
                </a:lnTo>
                <a:lnTo>
                  <a:pt x="160" y="3392"/>
                </a:lnTo>
                <a:lnTo>
                  <a:pt x="224" y="3653"/>
                </a:lnTo>
                <a:lnTo>
                  <a:pt x="224" y="3914"/>
                </a:lnTo>
                <a:lnTo>
                  <a:pt x="224" y="4175"/>
                </a:lnTo>
                <a:lnTo>
                  <a:pt x="224" y="4436"/>
                </a:lnTo>
                <a:lnTo>
                  <a:pt x="288" y="4726"/>
                </a:lnTo>
                <a:lnTo>
                  <a:pt x="288" y="4987"/>
                </a:lnTo>
                <a:lnTo>
                  <a:pt x="288" y="5248"/>
                </a:lnTo>
                <a:lnTo>
                  <a:pt x="288" y="5451"/>
                </a:lnTo>
                <a:lnTo>
                  <a:pt x="288" y="5712"/>
                </a:lnTo>
                <a:lnTo>
                  <a:pt x="384" y="5973"/>
                </a:lnTo>
                <a:lnTo>
                  <a:pt x="384" y="6234"/>
                </a:lnTo>
                <a:lnTo>
                  <a:pt x="384" y="6523"/>
                </a:lnTo>
                <a:lnTo>
                  <a:pt x="384" y="6784"/>
                </a:lnTo>
                <a:lnTo>
                  <a:pt x="449" y="7045"/>
                </a:lnTo>
                <a:lnTo>
                  <a:pt x="449" y="7306"/>
                </a:lnTo>
                <a:lnTo>
                  <a:pt x="449" y="7567"/>
                </a:lnTo>
                <a:lnTo>
                  <a:pt x="449" y="7828"/>
                </a:lnTo>
                <a:lnTo>
                  <a:pt x="449" y="8118"/>
                </a:lnTo>
                <a:lnTo>
                  <a:pt x="513" y="8292"/>
                </a:lnTo>
                <a:lnTo>
                  <a:pt x="513" y="8582"/>
                </a:lnTo>
                <a:lnTo>
                  <a:pt x="513" y="8843"/>
                </a:lnTo>
                <a:lnTo>
                  <a:pt x="513" y="9104"/>
                </a:lnTo>
                <a:lnTo>
                  <a:pt x="513" y="9365"/>
                </a:lnTo>
                <a:lnTo>
                  <a:pt x="609" y="9626"/>
                </a:lnTo>
                <a:lnTo>
                  <a:pt x="609" y="9887"/>
                </a:lnTo>
                <a:lnTo>
                  <a:pt x="609" y="10177"/>
                </a:lnTo>
                <a:lnTo>
                  <a:pt x="609" y="10438"/>
                </a:lnTo>
                <a:lnTo>
                  <a:pt x="673" y="10641"/>
                </a:lnTo>
                <a:lnTo>
                  <a:pt x="673" y="10902"/>
                </a:lnTo>
                <a:lnTo>
                  <a:pt x="673" y="11163"/>
                </a:lnTo>
                <a:lnTo>
                  <a:pt x="673" y="11424"/>
                </a:lnTo>
                <a:lnTo>
                  <a:pt x="673" y="11685"/>
                </a:lnTo>
                <a:lnTo>
                  <a:pt x="737" y="11975"/>
                </a:lnTo>
                <a:lnTo>
                  <a:pt x="737" y="12236"/>
                </a:lnTo>
                <a:lnTo>
                  <a:pt x="737" y="12439"/>
                </a:lnTo>
                <a:lnTo>
                  <a:pt x="737" y="12700"/>
                </a:lnTo>
                <a:lnTo>
                  <a:pt x="802" y="12961"/>
                </a:lnTo>
                <a:lnTo>
                  <a:pt x="802" y="13221"/>
                </a:lnTo>
                <a:lnTo>
                  <a:pt x="802" y="13482"/>
                </a:lnTo>
                <a:lnTo>
                  <a:pt x="802" y="13772"/>
                </a:lnTo>
                <a:lnTo>
                  <a:pt x="802" y="14033"/>
                </a:lnTo>
                <a:lnTo>
                  <a:pt x="898" y="14236"/>
                </a:lnTo>
                <a:lnTo>
                  <a:pt x="898" y="14497"/>
                </a:lnTo>
                <a:lnTo>
                  <a:pt x="898" y="14758"/>
                </a:lnTo>
                <a:lnTo>
                  <a:pt x="898" y="15019"/>
                </a:lnTo>
                <a:lnTo>
                  <a:pt x="962" y="15280"/>
                </a:lnTo>
                <a:lnTo>
                  <a:pt x="962" y="15541"/>
                </a:lnTo>
                <a:lnTo>
                  <a:pt x="962" y="15831"/>
                </a:lnTo>
                <a:lnTo>
                  <a:pt x="962" y="16005"/>
                </a:lnTo>
                <a:lnTo>
                  <a:pt x="962" y="16295"/>
                </a:lnTo>
                <a:lnTo>
                  <a:pt x="1026" y="16556"/>
                </a:lnTo>
                <a:lnTo>
                  <a:pt x="1026" y="16817"/>
                </a:lnTo>
                <a:lnTo>
                  <a:pt x="1026" y="17078"/>
                </a:lnTo>
                <a:lnTo>
                  <a:pt x="1026" y="17339"/>
                </a:lnTo>
                <a:lnTo>
                  <a:pt x="1122" y="17542"/>
                </a:lnTo>
                <a:lnTo>
                  <a:pt x="1122" y="17803"/>
                </a:lnTo>
                <a:lnTo>
                  <a:pt x="1122" y="18093"/>
                </a:lnTo>
                <a:lnTo>
                  <a:pt x="1122" y="18354"/>
                </a:lnTo>
                <a:lnTo>
                  <a:pt x="1122" y="18615"/>
                </a:lnTo>
                <a:lnTo>
                  <a:pt x="1186" y="18818"/>
                </a:lnTo>
                <a:lnTo>
                  <a:pt x="1186" y="19079"/>
                </a:lnTo>
                <a:lnTo>
                  <a:pt x="1186" y="19340"/>
                </a:lnTo>
                <a:lnTo>
                  <a:pt x="1186" y="19600"/>
                </a:lnTo>
                <a:lnTo>
                  <a:pt x="1251" y="19861"/>
                </a:lnTo>
                <a:lnTo>
                  <a:pt x="1251" y="20064"/>
                </a:lnTo>
                <a:lnTo>
                  <a:pt x="1251" y="20354"/>
                </a:lnTo>
                <a:lnTo>
                  <a:pt x="1251" y="20615"/>
                </a:lnTo>
                <a:lnTo>
                  <a:pt x="1251" y="20876"/>
                </a:lnTo>
                <a:lnTo>
                  <a:pt x="1315" y="21137"/>
                </a:lnTo>
                <a:lnTo>
                  <a:pt x="1315" y="21340"/>
                </a:lnTo>
                <a:lnTo>
                  <a:pt x="1315" y="21601"/>
                </a:lnTo>
                <a:lnTo>
                  <a:pt x="1315" y="21862"/>
                </a:lnTo>
                <a:lnTo>
                  <a:pt x="1315" y="22123"/>
                </a:lnTo>
                <a:lnTo>
                  <a:pt x="1411" y="22413"/>
                </a:lnTo>
                <a:lnTo>
                  <a:pt x="1411" y="22616"/>
                </a:lnTo>
                <a:lnTo>
                  <a:pt x="1411" y="22877"/>
                </a:lnTo>
                <a:lnTo>
                  <a:pt x="1411" y="23138"/>
                </a:lnTo>
                <a:lnTo>
                  <a:pt x="1475" y="23399"/>
                </a:lnTo>
                <a:lnTo>
                  <a:pt x="1475" y="23602"/>
                </a:lnTo>
                <a:lnTo>
                  <a:pt x="1475" y="23863"/>
                </a:lnTo>
                <a:lnTo>
                  <a:pt x="1475" y="24124"/>
                </a:lnTo>
                <a:lnTo>
                  <a:pt x="1475" y="24385"/>
                </a:lnTo>
                <a:lnTo>
                  <a:pt x="1539" y="24588"/>
                </a:lnTo>
                <a:lnTo>
                  <a:pt x="1539" y="24849"/>
                </a:lnTo>
                <a:lnTo>
                  <a:pt x="1539" y="25139"/>
                </a:lnTo>
                <a:lnTo>
                  <a:pt x="1539" y="25400"/>
                </a:lnTo>
                <a:lnTo>
                  <a:pt x="1604" y="25603"/>
                </a:lnTo>
                <a:lnTo>
                  <a:pt x="1604" y="25864"/>
                </a:lnTo>
                <a:lnTo>
                  <a:pt x="1604" y="26124"/>
                </a:lnTo>
                <a:lnTo>
                  <a:pt x="1604" y="26385"/>
                </a:lnTo>
                <a:lnTo>
                  <a:pt x="1604" y="26588"/>
                </a:lnTo>
                <a:lnTo>
                  <a:pt x="1700" y="26849"/>
                </a:lnTo>
                <a:lnTo>
                  <a:pt x="1700" y="27110"/>
                </a:lnTo>
                <a:lnTo>
                  <a:pt x="1700" y="27400"/>
                </a:lnTo>
                <a:lnTo>
                  <a:pt x="1700" y="27603"/>
                </a:lnTo>
                <a:lnTo>
                  <a:pt x="1764" y="27864"/>
                </a:lnTo>
                <a:lnTo>
                  <a:pt x="1764" y="28125"/>
                </a:lnTo>
                <a:lnTo>
                  <a:pt x="1764" y="28386"/>
                </a:lnTo>
                <a:lnTo>
                  <a:pt x="1764" y="28589"/>
                </a:lnTo>
                <a:lnTo>
                  <a:pt x="1764" y="28850"/>
                </a:lnTo>
                <a:lnTo>
                  <a:pt x="1828" y="29111"/>
                </a:lnTo>
                <a:lnTo>
                  <a:pt x="1828" y="29314"/>
                </a:lnTo>
                <a:lnTo>
                  <a:pt x="1828" y="29575"/>
                </a:lnTo>
                <a:lnTo>
                  <a:pt x="1828" y="29836"/>
                </a:lnTo>
                <a:lnTo>
                  <a:pt x="1924" y="30039"/>
                </a:lnTo>
                <a:lnTo>
                  <a:pt x="1924" y="30329"/>
                </a:lnTo>
                <a:lnTo>
                  <a:pt x="1924" y="30590"/>
                </a:lnTo>
                <a:lnTo>
                  <a:pt x="1924" y="30851"/>
                </a:lnTo>
                <a:lnTo>
                  <a:pt x="1924" y="31054"/>
                </a:lnTo>
                <a:lnTo>
                  <a:pt x="1988" y="31315"/>
                </a:lnTo>
                <a:lnTo>
                  <a:pt x="1988" y="31576"/>
                </a:lnTo>
                <a:lnTo>
                  <a:pt x="1988" y="31779"/>
                </a:lnTo>
                <a:lnTo>
                  <a:pt x="1988" y="32040"/>
                </a:lnTo>
                <a:lnTo>
                  <a:pt x="2053" y="32301"/>
                </a:lnTo>
                <a:lnTo>
                  <a:pt x="2053" y="32504"/>
                </a:lnTo>
                <a:lnTo>
                  <a:pt x="2053" y="32764"/>
                </a:lnTo>
                <a:lnTo>
                  <a:pt x="2053" y="33054"/>
                </a:lnTo>
                <a:lnTo>
                  <a:pt x="2053" y="33228"/>
                </a:lnTo>
                <a:lnTo>
                  <a:pt x="2117" y="33518"/>
                </a:lnTo>
                <a:lnTo>
                  <a:pt x="2117" y="33779"/>
                </a:lnTo>
                <a:lnTo>
                  <a:pt x="2117" y="33982"/>
                </a:lnTo>
                <a:lnTo>
                  <a:pt x="2117" y="34243"/>
                </a:lnTo>
                <a:lnTo>
                  <a:pt x="2117" y="34504"/>
                </a:lnTo>
                <a:lnTo>
                  <a:pt x="2213" y="34707"/>
                </a:lnTo>
                <a:lnTo>
                  <a:pt x="2213" y="34968"/>
                </a:lnTo>
                <a:lnTo>
                  <a:pt x="2213" y="35229"/>
                </a:lnTo>
                <a:lnTo>
                  <a:pt x="2213" y="35432"/>
                </a:lnTo>
                <a:lnTo>
                  <a:pt x="2277" y="35693"/>
                </a:lnTo>
                <a:lnTo>
                  <a:pt x="2277" y="35896"/>
                </a:lnTo>
                <a:lnTo>
                  <a:pt x="2277" y="36157"/>
                </a:lnTo>
                <a:lnTo>
                  <a:pt x="2277" y="36447"/>
                </a:lnTo>
                <a:lnTo>
                  <a:pt x="2277" y="36621"/>
                </a:lnTo>
                <a:lnTo>
                  <a:pt x="2341" y="36911"/>
                </a:lnTo>
                <a:lnTo>
                  <a:pt x="2341" y="37172"/>
                </a:lnTo>
                <a:lnTo>
                  <a:pt x="2341" y="37375"/>
                </a:lnTo>
                <a:lnTo>
                  <a:pt x="2341" y="37636"/>
                </a:lnTo>
                <a:lnTo>
                  <a:pt x="2406" y="37839"/>
                </a:lnTo>
                <a:lnTo>
                  <a:pt x="2406" y="38100"/>
                </a:lnTo>
                <a:lnTo>
                  <a:pt x="2406" y="38361"/>
                </a:lnTo>
                <a:lnTo>
                  <a:pt x="2406" y="38564"/>
                </a:lnTo>
                <a:lnTo>
                  <a:pt x="2406" y="38825"/>
                </a:lnTo>
                <a:lnTo>
                  <a:pt x="2502" y="39028"/>
                </a:lnTo>
                <a:lnTo>
                  <a:pt x="2502" y="39288"/>
                </a:lnTo>
                <a:lnTo>
                  <a:pt x="2502" y="39549"/>
                </a:lnTo>
                <a:lnTo>
                  <a:pt x="2502" y="39752"/>
                </a:lnTo>
                <a:lnTo>
                  <a:pt x="2566" y="40013"/>
                </a:lnTo>
                <a:lnTo>
                  <a:pt x="2566" y="40216"/>
                </a:lnTo>
                <a:lnTo>
                  <a:pt x="2566" y="40477"/>
                </a:lnTo>
                <a:lnTo>
                  <a:pt x="2566" y="40767"/>
                </a:lnTo>
                <a:lnTo>
                  <a:pt x="2566" y="40941"/>
                </a:lnTo>
                <a:lnTo>
                  <a:pt x="2630" y="41231"/>
                </a:lnTo>
                <a:lnTo>
                  <a:pt x="2630" y="41434"/>
                </a:lnTo>
                <a:lnTo>
                  <a:pt x="2630" y="41695"/>
                </a:lnTo>
                <a:lnTo>
                  <a:pt x="2630" y="41898"/>
                </a:lnTo>
                <a:lnTo>
                  <a:pt x="2726" y="42159"/>
                </a:lnTo>
                <a:lnTo>
                  <a:pt x="2726" y="42420"/>
                </a:lnTo>
                <a:lnTo>
                  <a:pt x="2726" y="42623"/>
                </a:lnTo>
                <a:lnTo>
                  <a:pt x="2726" y="42884"/>
                </a:lnTo>
                <a:lnTo>
                  <a:pt x="2726" y="43087"/>
                </a:lnTo>
                <a:lnTo>
                  <a:pt x="2790" y="43348"/>
                </a:lnTo>
                <a:lnTo>
                  <a:pt x="2790" y="43551"/>
                </a:lnTo>
                <a:lnTo>
                  <a:pt x="2790" y="43812"/>
                </a:lnTo>
                <a:lnTo>
                  <a:pt x="2790" y="44015"/>
                </a:lnTo>
                <a:lnTo>
                  <a:pt x="2855" y="44276"/>
                </a:lnTo>
                <a:lnTo>
                  <a:pt x="2855" y="44479"/>
                </a:lnTo>
                <a:lnTo>
                  <a:pt x="2855" y="44740"/>
                </a:lnTo>
                <a:lnTo>
                  <a:pt x="2855" y="44943"/>
                </a:lnTo>
                <a:lnTo>
                  <a:pt x="2855" y="45204"/>
                </a:lnTo>
                <a:lnTo>
                  <a:pt x="2919" y="45407"/>
                </a:lnTo>
                <a:lnTo>
                  <a:pt x="2919" y="45667"/>
                </a:lnTo>
                <a:lnTo>
                  <a:pt x="2919" y="45870"/>
                </a:lnTo>
                <a:lnTo>
                  <a:pt x="2919" y="46131"/>
                </a:lnTo>
                <a:lnTo>
                  <a:pt x="2919" y="46334"/>
                </a:lnTo>
                <a:lnTo>
                  <a:pt x="3015" y="46595"/>
                </a:lnTo>
                <a:lnTo>
                  <a:pt x="3015" y="46798"/>
                </a:lnTo>
                <a:lnTo>
                  <a:pt x="3015" y="47059"/>
                </a:lnTo>
                <a:lnTo>
                  <a:pt x="3015" y="47262"/>
                </a:lnTo>
                <a:lnTo>
                  <a:pt x="3079" y="47552"/>
                </a:lnTo>
                <a:lnTo>
                  <a:pt x="3079" y="47726"/>
                </a:lnTo>
                <a:lnTo>
                  <a:pt x="3079" y="48016"/>
                </a:lnTo>
                <a:lnTo>
                  <a:pt x="3079" y="48190"/>
                </a:lnTo>
                <a:lnTo>
                  <a:pt x="3079" y="48480"/>
                </a:lnTo>
                <a:lnTo>
                  <a:pt x="3143" y="48683"/>
                </a:lnTo>
                <a:lnTo>
                  <a:pt x="3143" y="48944"/>
                </a:lnTo>
                <a:lnTo>
                  <a:pt x="3143" y="49147"/>
                </a:lnTo>
                <a:lnTo>
                  <a:pt x="3143" y="4940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974613" y="3607693"/>
            <a:ext cx="3208" cy="40477"/>
          </a:xfrm>
          <a:custGeom>
            <a:avLst/>
            <a:gdLst/>
            <a:ahLst/>
            <a:cxnLst/>
            <a:rect l="l" t="t" r="r" b="b"/>
            <a:pathLst>
              <a:path w="3208" h="40477">
                <a:moveTo>
                  <a:pt x="0" y="0"/>
                </a:moveTo>
                <a:lnTo>
                  <a:pt x="96" y="202"/>
                </a:lnTo>
                <a:lnTo>
                  <a:pt x="96" y="463"/>
                </a:lnTo>
                <a:lnTo>
                  <a:pt x="96" y="666"/>
                </a:lnTo>
                <a:lnTo>
                  <a:pt x="96" y="869"/>
                </a:lnTo>
                <a:lnTo>
                  <a:pt x="96" y="1130"/>
                </a:lnTo>
                <a:lnTo>
                  <a:pt x="160" y="1333"/>
                </a:lnTo>
                <a:lnTo>
                  <a:pt x="160" y="1594"/>
                </a:lnTo>
                <a:lnTo>
                  <a:pt x="160" y="1797"/>
                </a:lnTo>
                <a:lnTo>
                  <a:pt x="160" y="2058"/>
                </a:lnTo>
                <a:lnTo>
                  <a:pt x="224" y="2261"/>
                </a:lnTo>
                <a:lnTo>
                  <a:pt x="224" y="2464"/>
                </a:lnTo>
                <a:lnTo>
                  <a:pt x="224" y="2725"/>
                </a:lnTo>
                <a:lnTo>
                  <a:pt x="224" y="2928"/>
                </a:lnTo>
                <a:lnTo>
                  <a:pt x="224" y="3189"/>
                </a:lnTo>
                <a:lnTo>
                  <a:pt x="288" y="3392"/>
                </a:lnTo>
                <a:lnTo>
                  <a:pt x="288" y="3595"/>
                </a:lnTo>
                <a:lnTo>
                  <a:pt x="288" y="3856"/>
                </a:lnTo>
                <a:lnTo>
                  <a:pt x="288" y="4059"/>
                </a:lnTo>
                <a:lnTo>
                  <a:pt x="384" y="4320"/>
                </a:lnTo>
                <a:lnTo>
                  <a:pt x="384" y="4523"/>
                </a:lnTo>
                <a:lnTo>
                  <a:pt x="384" y="4726"/>
                </a:lnTo>
                <a:lnTo>
                  <a:pt x="384" y="4987"/>
                </a:lnTo>
                <a:lnTo>
                  <a:pt x="384" y="5190"/>
                </a:lnTo>
                <a:lnTo>
                  <a:pt x="449" y="5451"/>
                </a:lnTo>
                <a:lnTo>
                  <a:pt x="449" y="5654"/>
                </a:lnTo>
                <a:lnTo>
                  <a:pt x="449" y="5857"/>
                </a:lnTo>
                <a:lnTo>
                  <a:pt x="449" y="6118"/>
                </a:lnTo>
                <a:lnTo>
                  <a:pt x="513" y="6321"/>
                </a:lnTo>
                <a:lnTo>
                  <a:pt x="513" y="6495"/>
                </a:lnTo>
                <a:lnTo>
                  <a:pt x="513" y="6784"/>
                </a:lnTo>
                <a:lnTo>
                  <a:pt x="513" y="6987"/>
                </a:lnTo>
                <a:lnTo>
                  <a:pt x="513" y="7161"/>
                </a:lnTo>
                <a:lnTo>
                  <a:pt x="577" y="7451"/>
                </a:lnTo>
                <a:lnTo>
                  <a:pt x="577" y="7625"/>
                </a:lnTo>
                <a:lnTo>
                  <a:pt x="577" y="7828"/>
                </a:lnTo>
                <a:lnTo>
                  <a:pt x="577" y="8118"/>
                </a:lnTo>
                <a:lnTo>
                  <a:pt x="577" y="8292"/>
                </a:lnTo>
                <a:lnTo>
                  <a:pt x="673" y="8495"/>
                </a:lnTo>
                <a:lnTo>
                  <a:pt x="673" y="8756"/>
                </a:lnTo>
                <a:lnTo>
                  <a:pt x="673" y="8959"/>
                </a:lnTo>
                <a:lnTo>
                  <a:pt x="673" y="9162"/>
                </a:lnTo>
                <a:lnTo>
                  <a:pt x="737" y="9423"/>
                </a:lnTo>
                <a:lnTo>
                  <a:pt x="737" y="9626"/>
                </a:lnTo>
                <a:lnTo>
                  <a:pt x="737" y="9829"/>
                </a:lnTo>
                <a:lnTo>
                  <a:pt x="737" y="10090"/>
                </a:lnTo>
                <a:lnTo>
                  <a:pt x="737" y="10293"/>
                </a:lnTo>
                <a:lnTo>
                  <a:pt x="802" y="10496"/>
                </a:lnTo>
                <a:lnTo>
                  <a:pt x="802" y="10699"/>
                </a:lnTo>
                <a:lnTo>
                  <a:pt x="802" y="10960"/>
                </a:lnTo>
                <a:lnTo>
                  <a:pt x="802" y="11163"/>
                </a:lnTo>
                <a:lnTo>
                  <a:pt x="898" y="11366"/>
                </a:lnTo>
                <a:lnTo>
                  <a:pt x="898" y="11627"/>
                </a:lnTo>
                <a:lnTo>
                  <a:pt x="898" y="11830"/>
                </a:lnTo>
                <a:lnTo>
                  <a:pt x="898" y="12033"/>
                </a:lnTo>
                <a:lnTo>
                  <a:pt x="898" y="12236"/>
                </a:lnTo>
                <a:lnTo>
                  <a:pt x="962" y="12497"/>
                </a:lnTo>
                <a:lnTo>
                  <a:pt x="962" y="12700"/>
                </a:lnTo>
                <a:lnTo>
                  <a:pt x="962" y="12903"/>
                </a:lnTo>
                <a:lnTo>
                  <a:pt x="962" y="13105"/>
                </a:lnTo>
                <a:lnTo>
                  <a:pt x="1026" y="13366"/>
                </a:lnTo>
                <a:lnTo>
                  <a:pt x="1026" y="13569"/>
                </a:lnTo>
                <a:lnTo>
                  <a:pt x="1026" y="13743"/>
                </a:lnTo>
                <a:lnTo>
                  <a:pt x="1026" y="13946"/>
                </a:lnTo>
                <a:lnTo>
                  <a:pt x="1026" y="14149"/>
                </a:lnTo>
                <a:lnTo>
                  <a:pt x="1090" y="14410"/>
                </a:lnTo>
                <a:lnTo>
                  <a:pt x="1090" y="14613"/>
                </a:lnTo>
                <a:lnTo>
                  <a:pt x="1090" y="14816"/>
                </a:lnTo>
                <a:lnTo>
                  <a:pt x="1090" y="15019"/>
                </a:lnTo>
                <a:lnTo>
                  <a:pt x="1186" y="15222"/>
                </a:lnTo>
                <a:lnTo>
                  <a:pt x="1186" y="15483"/>
                </a:lnTo>
                <a:lnTo>
                  <a:pt x="1186" y="15686"/>
                </a:lnTo>
                <a:lnTo>
                  <a:pt x="1186" y="15889"/>
                </a:lnTo>
                <a:lnTo>
                  <a:pt x="1186" y="16092"/>
                </a:lnTo>
                <a:lnTo>
                  <a:pt x="1251" y="16295"/>
                </a:lnTo>
                <a:lnTo>
                  <a:pt x="1251" y="16556"/>
                </a:lnTo>
                <a:lnTo>
                  <a:pt x="1251" y="16759"/>
                </a:lnTo>
                <a:lnTo>
                  <a:pt x="1251" y="16962"/>
                </a:lnTo>
                <a:lnTo>
                  <a:pt x="1315" y="17136"/>
                </a:lnTo>
                <a:lnTo>
                  <a:pt x="1315" y="17339"/>
                </a:lnTo>
                <a:lnTo>
                  <a:pt x="1315" y="17542"/>
                </a:lnTo>
                <a:lnTo>
                  <a:pt x="1315" y="17803"/>
                </a:lnTo>
                <a:lnTo>
                  <a:pt x="1315" y="18006"/>
                </a:lnTo>
                <a:lnTo>
                  <a:pt x="1411" y="18209"/>
                </a:lnTo>
                <a:lnTo>
                  <a:pt x="1411" y="18412"/>
                </a:lnTo>
                <a:lnTo>
                  <a:pt x="1411" y="18615"/>
                </a:lnTo>
                <a:lnTo>
                  <a:pt x="1411" y="18818"/>
                </a:lnTo>
                <a:lnTo>
                  <a:pt x="1411" y="19021"/>
                </a:lnTo>
                <a:lnTo>
                  <a:pt x="1475" y="19282"/>
                </a:lnTo>
                <a:lnTo>
                  <a:pt x="1475" y="19485"/>
                </a:lnTo>
                <a:lnTo>
                  <a:pt x="1475" y="19687"/>
                </a:lnTo>
                <a:lnTo>
                  <a:pt x="1475" y="19861"/>
                </a:lnTo>
                <a:lnTo>
                  <a:pt x="1539" y="20064"/>
                </a:lnTo>
                <a:lnTo>
                  <a:pt x="1539" y="20267"/>
                </a:lnTo>
                <a:lnTo>
                  <a:pt x="1539" y="20470"/>
                </a:lnTo>
                <a:lnTo>
                  <a:pt x="1539" y="20673"/>
                </a:lnTo>
                <a:lnTo>
                  <a:pt x="1539" y="20876"/>
                </a:lnTo>
                <a:lnTo>
                  <a:pt x="1604" y="21137"/>
                </a:lnTo>
                <a:lnTo>
                  <a:pt x="1604" y="21340"/>
                </a:lnTo>
                <a:lnTo>
                  <a:pt x="1604" y="21543"/>
                </a:lnTo>
                <a:lnTo>
                  <a:pt x="1604" y="21746"/>
                </a:lnTo>
                <a:lnTo>
                  <a:pt x="1700" y="21949"/>
                </a:lnTo>
                <a:lnTo>
                  <a:pt x="1700" y="22123"/>
                </a:lnTo>
                <a:lnTo>
                  <a:pt x="1700" y="22326"/>
                </a:lnTo>
                <a:lnTo>
                  <a:pt x="1700" y="22529"/>
                </a:lnTo>
                <a:lnTo>
                  <a:pt x="1700" y="22732"/>
                </a:lnTo>
                <a:lnTo>
                  <a:pt x="1764" y="22935"/>
                </a:lnTo>
                <a:lnTo>
                  <a:pt x="1764" y="23138"/>
                </a:lnTo>
                <a:lnTo>
                  <a:pt x="1764" y="23341"/>
                </a:lnTo>
                <a:lnTo>
                  <a:pt x="1764" y="23544"/>
                </a:lnTo>
                <a:lnTo>
                  <a:pt x="1828" y="23718"/>
                </a:lnTo>
                <a:lnTo>
                  <a:pt x="1828" y="23921"/>
                </a:lnTo>
                <a:lnTo>
                  <a:pt x="1828" y="24124"/>
                </a:lnTo>
                <a:lnTo>
                  <a:pt x="1828" y="24327"/>
                </a:lnTo>
                <a:lnTo>
                  <a:pt x="1828" y="24530"/>
                </a:lnTo>
                <a:lnTo>
                  <a:pt x="1892" y="24733"/>
                </a:lnTo>
                <a:lnTo>
                  <a:pt x="1892" y="24936"/>
                </a:lnTo>
                <a:lnTo>
                  <a:pt x="1892" y="25139"/>
                </a:lnTo>
                <a:lnTo>
                  <a:pt x="1892" y="25313"/>
                </a:lnTo>
                <a:lnTo>
                  <a:pt x="1988" y="25516"/>
                </a:lnTo>
                <a:lnTo>
                  <a:pt x="1988" y="25719"/>
                </a:lnTo>
                <a:lnTo>
                  <a:pt x="1988" y="25922"/>
                </a:lnTo>
                <a:lnTo>
                  <a:pt x="1988" y="26124"/>
                </a:lnTo>
                <a:lnTo>
                  <a:pt x="1988" y="26327"/>
                </a:lnTo>
                <a:lnTo>
                  <a:pt x="2053" y="26530"/>
                </a:lnTo>
                <a:lnTo>
                  <a:pt x="2053" y="26733"/>
                </a:lnTo>
                <a:lnTo>
                  <a:pt x="2053" y="26936"/>
                </a:lnTo>
                <a:lnTo>
                  <a:pt x="2053" y="27110"/>
                </a:lnTo>
                <a:lnTo>
                  <a:pt x="2117" y="27313"/>
                </a:lnTo>
                <a:lnTo>
                  <a:pt x="2117" y="27516"/>
                </a:lnTo>
                <a:lnTo>
                  <a:pt x="2117" y="27719"/>
                </a:lnTo>
                <a:lnTo>
                  <a:pt x="2117" y="27922"/>
                </a:lnTo>
                <a:lnTo>
                  <a:pt x="2117" y="28125"/>
                </a:lnTo>
                <a:lnTo>
                  <a:pt x="2213" y="28328"/>
                </a:lnTo>
                <a:lnTo>
                  <a:pt x="2213" y="28531"/>
                </a:lnTo>
                <a:lnTo>
                  <a:pt x="2213" y="28705"/>
                </a:lnTo>
                <a:lnTo>
                  <a:pt x="2213" y="28908"/>
                </a:lnTo>
                <a:lnTo>
                  <a:pt x="2213" y="29111"/>
                </a:lnTo>
                <a:lnTo>
                  <a:pt x="2277" y="29256"/>
                </a:lnTo>
                <a:lnTo>
                  <a:pt x="2277" y="29459"/>
                </a:lnTo>
                <a:lnTo>
                  <a:pt x="2277" y="29662"/>
                </a:lnTo>
                <a:lnTo>
                  <a:pt x="2277" y="29836"/>
                </a:lnTo>
                <a:lnTo>
                  <a:pt x="2341" y="30039"/>
                </a:lnTo>
                <a:lnTo>
                  <a:pt x="2341" y="30242"/>
                </a:lnTo>
                <a:lnTo>
                  <a:pt x="2341" y="30445"/>
                </a:lnTo>
                <a:lnTo>
                  <a:pt x="2341" y="30648"/>
                </a:lnTo>
                <a:lnTo>
                  <a:pt x="2341" y="30851"/>
                </a:lnTo>
                <a:lnTo>
                  <a:pt x="2406" y="31170"/>
                </a:lnTo>
                <a:lnTo>
                  <a:pt x="2406" y="31373"/>
                </a:lnTo>
                <a:lnTo>
                  <a:pt x="2406" y="31576"/>
                </a:lnTo>
                <a:lnTo>
                  <a:pt x="2502" y="31779"/>
                </a:lnTo>
                <a:lnTo>
                  <a:pt x="2502" y="31982"/>
                </a:lnTo>
                <a:lnTo>
                  <a:pt x="2502" y="32185"/>
                </a:lnTo>
                <a:lnTo>
                  <a:pt x="2502" y="32504"/>
                </a:lnTo>
                <a:lnTo>
                  <a:pt x="2566" y="32706"/>
                </a:lnTo>
                <a:lnTo>
                  <a:pt x="2566" y="32909"/>
                </a:lnTo>
                <a:lnTo>
                  <a:pt x="2566" y="33112"/>
                </a:lnTo>
                <a:lnTo>
                  <a:pt x="2630" y="33431"/>
                </a:lnTo>
                <a:lnTo>
                  <a:pt x="2630" y="33634"/>
                </a:lnTo>
                <a:lnTo>
                  <a:pt x="2630" y="33837"/>
                </a:lnTo>
                <a:lnTo>
                  <a:pt x="2630" y="34040"/>
                </a:lnTo>
                <a:lnTo>
                  <a:pt x="2630" y="34185"/>
                </a:lnTo>
                <a:lnTo>
                  <a:pt x="2694" y="34359"/>
                </a:lnTo>
                <a:lnTo>
                  <a:pt x="2694" y="34562"/>
                </a:lnTo>
                <a:lnTo>
                  <a:pt x="2694" y="34765"/>
                </a:lnTo>
                <a:lnTo>
                  <a:pt x="2694" y="34968"/>
                </a:lnTo>
                <a:lnTo>
                  <a:pt x="2790" y="35113"/>
                </a:lnTo>
                <a:lnTo>
                  <a:pt x="2790" y="35287"/>
                </a:lnTo>
                <a:lnTo>
                  <a:pt x="2790" y="35490"/>
                </a:lnTo>
                <a:lnTo>
                  <a:pt x="2790" y="35693"/>
                </a:lnTo>
                <a:lnTo>
                  <a:pt x="2790" y="35838"/>
                </a:lnTo>
                <a:lnTo>
                  <a:pt x="2855" y="36041"/>
                </a:lnTo>
                <a:lnTo>
                  <a:pt x="2855" y="36244"/>
                </a:lnTo>
                <a:lnTo>
                  <a:pt x="2855" y="36418"/>
                </a:lnTo>
                <a:lnTo>
                  <a:pt x="2855" y="36563"/>
                </a:lnTo>
                <a:lnTo>
                  <a:pt x="2919" y="36766"/>
                </a:lnTo>
                <a:lnTo>
                  <a:pt x="2919" y="36969"/>
                </a:lnTo>
                <a:lnTo>
                  <a:pt x="2919" y="37288"/>
                </a:lnTo>
                <a:lnTo>
                  <a:pt x="2919" y="37491"/>
                </a:lnTo>
                <a:lnTo>
                  <a:pt x="3015" y="37694"/>
                </a:lnTo>
                <a:lnTo>
                  <a:pt x="3015" y="37839"/>
                </a:lnTo>
                <a:lnTo>
                  <a:pt x="3015" y="38042"/>
                </a:lnTo>
                <a:lnTo>
                  <a:pt x="3015" y="38216"/>
                </a:lnTo>
                <a:lnTo>
                  <a:pt x="3015" y="38361"/>
                </a:lnTo>
                <a:lnTo>
                  <a:pt x="3079" y="38564"/>
                </a:lnTo>
                <a:lnTo>
                  <a:pt x="3079" y="38767"/>
                </a:lnTo>
                <a:lnTo>
                  <a:pt x="3079" y="39086"/>
                </a:lnTo>
                <a:lnTo>
                  <a:pt x="3143" y="39288"/>
                </a:lnTo>
                <a:lnTo>
                  <a:pt x="3143" y="39433"/>
                </a:lnTo>
                <a:lnTo>
                  <a:pt x="3143" y="39636"/>
                </a:lnTo>
                <a:lnTo>
                  <a:pt x="3143" y="39955"/>
                </a:lnTo>
                <a:lnTo>
                  <a:pt x="3208" y="40158"/>
                </a:lnTo>
                <a:lnTo>
                  <a:pt x="3208" y="4047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977821" y="3648171"/>
            <a:ext cx="3240" cy="27487"/>
          </a:xfrm>
          <a:custGeom>
            <a:avLst/>
            <a:gdLst/>
            <a:ahLst/>
            <a:cxnLst/>
            <a:rect l="l" t="t" r="r" b="b"/>
            <a:pathLst>
              <a:path w="3240" h="27487">
                <a:moveTo>
                  <a:pt x="0" y="0"/>
                </a:moveTo>
                <a:lnTo>
                  <a:pt x="0" y="202"/>
                </a:lnTo>
                <a:lnTo>
                  <a:pt x="96" y="347"/>
                </a:lnTo>
                <a:lnTo>
                  <a:pt x="96" y="550"/>
                </a:lnTo>
                <a:lnTo>
                  <a:pt x="96" y="869"/>
                </a:lnTo>
                <a:lnTo>
                  <a:pt x="96" y="1072"/>
                </a:lnTo>
                <a:lnTo>
                  <a:pt x="160" y="1217"/>
                </a:lnTo>
                <a:lnTo>
                  <a:pt x="160" y="1420"/>
                </a:lnTo>
                <a:lnTo>
                  <a:pt x="160" y="1739"/>
                </a:lnTo>
                <a:lnTo>
                  <a:pt x="224" y="1884"/>
                </a:lnTo>
                <a:lnTo>
                  <a:pt x="224" y="2058"/>
                </a:lnTo>
                <a:lnTo>
                  <a:pt x="224" y="2261"/>
                </a:lnTo>
                <a:lnTo>
                  <a:pt x="224" y="2406"/>
                </a:lnTo>
                <a:lnTo>
                  <a:pt x="224" y="2609"/>
                </a:lnTo>
                <a:lnTo>
                  <a:pt x="320" y="2928"/>
                </a:lnTo>
                <a:lnTo>
                  <a:pt x="320" y="3073"/>
                </a:lnTo>
                <a:lnTo>
                  <a:pt x="320" y="3276"/>
                </a:lnTo>
                <a:lnTo>
                  <a:pt x="384" y="3595"/>
                </a:lnTo>
                <a:lnTo>
                  <a:pt x="384" y="3740"/>
                </a:lnTo>
                <a:lnTo>
                  <a:pt x="384" y="3943"/>
                </a:lnTo>
                <a:lnTo>
                  <a:pt x="449" y="4262"/>
                </a:lnTo>
                <a:lnTo>
                  <a:pt x="449" y="4407"/>
                </a:lnTo>
                <a:lnTo>
                  <a:pt x="449" y="4610"/>
                </a:lnTo>
                <a:lnTo>
                  <a:pt x="513" y="4929"/>
                </a:lnTo>
                <a:lnTo>
                  <a:pt x="513" y="5074"/>
                </a:lnTo>
                <a:lnTo>
                  <a:pt x="513" y="5277"/>
                </a:lnTo>
                <a:lnTo>
                  <a:pt x="513" y="5596"/>
                </a:lnTo>
                <a:lnTo>
                  <a:pt x="609" y="5741"/>
                </a:lnTo>
                <a:lnTo>
                  <a:pt x="609" y="6060"/>
                </a:lnTo>
                <a:lnTo>
                  <a:pt x="609" y="6205"/>
                </a:lnTo>
                <a:lnTo>
                  <a:pt x="609" y="6408"/>
                </a:lnTo>
                <a:lnTo>
                  <a:pt x="673" y="6726"/>
                </a:lnTo>
                <a:lnTo>
                  <a:pt x="673" y="6871"/>
                </a:lnTo>
                <a:lnTo>
                  <a:pt x="737" y="7190"/>
                </a:lnTo>
                <a:lnTo>
                  <a:pt x="737" y="7335"/>
                </a:lnTo>
                <a:lnTo>
                  <a:pt x="737" y="7538"/>
                </a:lnTo>
                <a:lnTo>
                  <a:pt x="737" y="7799"/>
                </a:lnTo>
                <a:lnTo>
                  <a:pt x="802" y="8002"/>
                </a:lnTo>
                <a:lnTo>
                  <a:pt x="802" y="8263"/>
                </a:lnTo>
                <a:lnTo>
                  <a:pt x="802" y="8466"/>
                </a:lnTo>
                <a:lnTo>
                  <a:pt x="898" y="8727"/>
                </a:lnTo>
                <a:lnTo>
                  <a:pt x="898" y="8930"/>
                </a:lnTo>
                <a:lnTo>
                  <a:pt x="898" y="9191"/>
                </a:lnTo>
                <a:lnTo>
                  <a:pt x="962" y="9394"/>
                </a:lnTo>
                <a:lnTo>
                  <a:pt x="962" y="9655"/>
                </a:lnTo>
                <a:lnTo>
                  <a:pt x="962" y="9858"/>
                </a:lnTo>
                <a:lnTo>
                  <a:pt x="1026" y="10119"/>
                </a:lnTo>
                <a:lnTo>
                  <a:pt x="1026" y="10322"/>
                </a:lnTo>
                <a:lnTo>
                  <a:pt x="1026" y="10583"/>
                </a:lnTo>
                <a:lnTo>
                  <a:pt x="1122" y="10728"/>
                </a:lnTo>
                <a:lnTo>
                  <a:pt x="1122" y="10902"/>
                </a:lnTo>
                <a:lnTo>
                  <a:pt x="1122" y="11047"/>
                </a:lnTo>
                <a:lnTo>
                  <a:pt x="1122" y="11192"/>
                </a:lnTo>
                <a:lnTo>
                  <a:pt x="1186" y="11511"/>
                </a:lnTo>
                <a:lnTo>
                  <a:pt x="1186" y="11656"/>
                </a:lnTo>
                <a:lnTo>
                  <a:pt x="1186" y="11917"/>
                </a:lnTo>
                <a:lnTo>
                  <a:pt x="1251" y="12120"/>
                </a:lnTo>
                <a:lnTo>
                  <a:pt x="1251" y="12381"/>
                </a:lnTo>
                <a:lnTo>
                  <a:pt x="1251" y="12526"/>
                </a:lnTo>
                <a:lnTo>
                  <a:pt x="1315" y="12845"/>
                </a:lnTo>
                <a:lnTo>
                  <a:pt x="1315" y="12990"/>
                </a:lnTo>
                <a:lnTo>
                  <a:pt x="1315" y="13250"/>
                </a:lnTo>
                <a:lnTo>
                  <a:pt x="1411" y="13569"/>
                </a:lnTo>
                <a:lnTo>
                  <a:pt x="1411" y="13714"/>
                </a:lnTo>
                <a:lnTo>
                  <a:pt x="1411" y="13975"/>
                </a:lnTo>
                <a:lnTo>
                  <a:pt x="1475" y="14120"/>
                </a:lnTo>
                <a:lnTo>
                  <a:pt x="1475" y="14381"/>
                </a:lnTo>
                <a:lnTo>
                  <a:pt x="1475" y="14584"/>
                </a:lnTo>
                <a:lnTo>
                  <a:pt x="1539" y="14845"/>
                </a:lnTo>
                <a:lnTo>
                  <a:pt x="1539" y="15106"/>
                </a:lnTo>
                <a:lnTo>
                  <a:pt x="1539" y="15251"/>
                </a:lnTo>
                <a:lnTo>
                  <a:pt x="1604" y="15512"/>
                </a:lnTo>
                <a:lnTo>
                  <a:pt x="1604" y="15773"/>
                </a:lnTo>
                <a:lnTo>
                  <a:pt x="1700" y="15976"/>
                </a:lnTo>
                <a:lnTo>
                  <a:pt x="1700" y="16237"/>
                </a:lnTo>
                <a:lnTo>
                  <a:pt x="1700" y="16382"/>
                </a:lnTo>
                <a:lnTo>
                  <a:pt x="1764" y="16643"/>
                </a:lnTo>
                <a:lnTo>
                  <a:pt x="1764" y="16904"/>
                </a:lnTo>
                <a:lnTo>
                  <a:pt x="1828" y="17165"/>
                </a:lnTo>
                <a:lnTo>
                  <a:pt x="1828" y="17310"/>
                </a:lnTo>
                <a:lnTo>
                  <a:pt x="1828" y="17571"/>
                </a:lnTo>
                <a:lnTo>
                  <a:pt x="1924" y="17832"/>
                </a:lnTo>
                <a:lnTo>
                  <a:pt x="1924" y="17977"/>
                </a:lnTo>
                <a:lnTo>
                  <a:pt x="1924" y="18238"/>
                </a:lnTo>
                <a:lnTo>
                  <a:pt x="1988" y="18499"/>
                </a:lnTo>
                <a:lnTo>
                  <a:pt x="1988" y="18644"/>
                </a:lnTo>
                <a:lnTo>
                  <a:pt x="1988" y="18905"/>
                </a:lnTo>
                <a:lnTo>
                  <a:pt x="2053" y="19166"/>
                </a:lnTo>
                <a:lnTo>
                  <a:pt x="2053" y="19369"/>
                </a:lnTo>
                <a:lnTo>
                  <a:pt x="2117" y="19629"/>
                </a:lnTo>
                <a:lnTo>
                  <a:pt x="2117" y="19890"/>
                </a:lnTo>
                <a:lnTo>
                  <a:pt x="2117" y="20035"/>
                </a:lnTo>
                <a:lnTo>
                  <a:pt x="2213" y="20296"/>
                </a:lnTo>
                <a:lnTo>
                  <a:pt x="2213" y="20499"/>
                </a:lnTo>
                <a:lnTo>
                  <a:pt x="2277" y="20760"/>
                </a:lnTo>
                <a:lnTo>
                  <a:pt x="2277" y="21021"/>
                </a:lnTo>
                <a:lnTo>
                  <a:pt x="2277" y="21166"/>
                </a:lnTo>
                <a:lnTo>
                  <a:pt x="2341" y="21369"/>
                </a:lnTo>
                <a:lnTo>
                  <a:pt x="2341" y="21630"/>
                </a:lnTo>
                <a:lnTo>
                  <a:pt x="2438" y="21891"/>
                </a:lnTo>
                <a:lnTo>
                  <a:pt x="2438" y="22094"/>
                </a:lnTo>
                <a:lnTo>
                  <a:pt x="2502" y="22355"/>
                </a:lnTo>
                <a:lnTo>
                  <a:pt x="2502" y="22500"/>
                </a:lnTo>
                <a:lnTo>
                  <a:pt x="2502" y="22674"/>
                </a:lnTo>
                <a:lnTo>
                  <a:pt x="2502" y="22819"/>
                </a:lnTo>
                <a:lnTo>
                  <a:pt x="2566" y="22964"/>
                </a:lnTo>
                <a:lnTo>
                  <a:pt x="2566" y="23138"/>
                </a:lnTo>
                <a:lnTo>
                  <a:pt x="2566" y="23283"/>
                </a:lnTo>
                <a:lnTo>
                  <a:pt x="2630" y="23428"/>
                </a:lnTo>
                <a:lnTo>
                  <a:pt x="2630" y="23631"/>
                </a:lnTo>
                <a:lnTo>
                  <a:pt x="2630" y="23805"/>
                </a:lnTo>
                <a:lnTo>
                  <a:pt x="2726" y="23950"/>
                </a:lnTo>
                <a:lnTo>
                  <a:pt x="2726" y="24095"/>
                </a:lnTo>
                <a:lnTo>
                  <a:pt x="2726" y="24269"/>
                </a:lnTo>
                <a:lnTo>
                  <a:pt x="2790" y="24414"/>
                </a:lnTo>
                <a:lnTo>
                  <a:pt x="2790" y="24559"/>
                </a:lnTo>
                <a:lnTo>
                  <a:pt x="2790" y="24733"/>
                </a:lnTo>
                <a:lnTo>
                  <a:pt x="2855" y="24936"/>
                </a:lnTo>
                <a:lnTo>
                  <a:pt x="2855" y="25081"/>
                </a:lnTo>
                <a:lnTo>
                  <a:pt x="2855" y="25284"/>
                </a:lnTo>
                <a:lnTo>
                  <a:pt x="2919" y="25487"/>
                </a:lnTo>
                <a:lnTo>
                  <a:pt x="2919" y="25690"/>
                </a:lnTo>
                <a:lnTo>
                  <a:pt x="3015" y="25951"/>
                </a:lnTo>
                <a:lnTo>
                  <a:pt x="3015" y="26153"/>
                </a:lnTo>
                <a:lnTo>
                  <a:pt x="3015" y="26356"/>
                </a:lnTo>
                <a:lnTo>
                  <a:pt x="3079" y="26530"/>
                </a:lnTo>
                <a:lnTo>
                  <a:pt x="3079" y="26675"/>
                </a:lnTo>
                <a:lnTo>
                  <a:pt x="3143" y="26878"/>
                </a:lnTo>
                <a:lnTo>
                  <a:pt x="3143" y="27081"/>
                </a:lnTo>
                <a:lnTo>
                  <a:pt x="3143" y="27284"/>
                </a:lnTo>
                <a:lnTo>
                  <a:pt x="3240" y="2748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981061" y="3675659"/>
            <a:ext cx="3208" cy="11105"/>
          </a:xfrm>
          <a:custGeom>
            <a:avLst/>
            <a:gdLst/>
            <a:ahLst/>
            <a:cxnLst/>
            <a:rect l="l" t="t" r="r" b="b"/>
            <a:pathLst>
              <a:path w="3208" h="11105">
                <a:moveTo>
                  <a:pt x="0" y="0"/>
                </a:moveTo>
                <a:lnTo>
                  <a:pt x="0" y="173"/>
                </a:lnTo>
                <a:lnTo>
                  <a:pt x="64" y="376"/>
                </a:lnTo>
                <a:lnTo>
                  <a:pt x="64" y="521"/>
                </a:lnTo>
                <a:lnTo>
                  <a:pt x="128" y="724"/>
                </a:lnTo>
                <a:lnTo>
                  <a:pt x="128" y="927"/>
                </a:lnTo>
                <a:lnTo>
                  <a:pt x="192" y="1130"/>
                </a:lnTo>
                <a:lnTo>
                  <a:pt x="192" y="1304"/>
                </a:lnTo>
                <a:lnTo>
                  <a:pt x="192" y="1507"/>
                </a:lnTo>
                <a:lnTo>
                  <a:pt x="288" y="1652"/>
                </a:lnTo>
                <a:lnTo>
                  <a:pt x="288" y="1855"/>
                </a:lnTo>
                <a:lnTo>
                  <a:pt x="352" y="2058"/>
                </a:lnTo>
                <a:lnTo>
                  <a:pt x="352" y="2232"/>
                </a:lnTo>
                <a:lnTo>
                  <a:pt x="417" y="2377"/>
                </a:lnTo>
                <a:lnTo>
                  <a:pt x="417" y="2522"/>
                </a:lnTo>
                <a:lnTo>
                  <a:pt x="513" y="2783"/>
                </a:lnTo>
                <a:lnTo>
                  <a:pt x="513" y="2986"/>
                </a:lnTo>
                <a:lnTo>
                  <a:pt x="577" y="3189"/>
                </a:lnTo>
                <a:lnTo>
                  <a:pt x="577" y="3450"/>
                </a:lnTo>
                <a:lnTo>
                  <a:pt x="641" y="3653"/>
                </a:lnTo>
                <a:lnTo>
                  <a:pt x="641" y="3856"/>
                </a:lnTo>
                <a:lnTo>
                  <a:pt x="705" y="4117"/>
                </a:lnTo>
                <a:lnTo>
                  <a:pt x="802" y="4320"/>
                </a:lnTo>
                <a:lnTo>
                  <a:pt x="802" y="4581"/>
                </a:lnTo>
                <a:lnTo>
                  <a:pt x="866" y="4784"/>
                </a:lnTo>
                <a:lnTo>
                  <a:pt x="930" y="4987"/>
                </a:lnTo>
                <a:lnTo>
                  <a:pt x="930" y="5161"/>
                </a:lnTo>
                <a:lnTo>
                  <a:pt x="994" y="5306"/>
                </a:lnTo>
                <a:lnTo>
                  <a:pt x="994" y="5451"/>
                </a:lnTo>
                <a:lnTo>
                  <a:pt x="1090" y="5625"/>
                </a:lnTo>
                <a:lnTo>
                  <a:pt x="1090" y="5770"/>
                </a:lnTo>
                <a:lnTo>
                  <a:pt x="1154" y="5915"/>
                </a:lnTo>
                <a:lnTo>
                  <a:pt x="1154" y="6118"/>
                </a:lnTo>
                <a:lnTo>
                  <a:pt x="1219" y="6292"/>
                </a:lnTo>
                <a:lnTo>
                  <a:pt x="1219" y="6437"/>
                </a:lnTo>
                <a:lnTo>
                  <a:pt x="1315" y="6581"/>
                </a:lnTo>
                <a:lnTo>
                  <a:pt x="1315" y="6755"/>
                </a:lnTo>
                <a:lnTo>
                  <a:pt x="1379" y="6900"/>
                </a:lnTo>
                <a:lnTo>
                  <a:pt x="1379" y="7045"/>
                </a:lnTo>
                <a:lnTo>
                  <a:pt x="1443" y="7219"/>
                </a:lnTo>
                <a:lnTo>
                  <a:pt x="1443" y="7364"/>
                </a:lnTo>
                <a:lnTo>
                  <a:pt x="1507" y="7509"/>
                </a:lnTo>
                <a:lnTo>
                  <a:pt x="1604" y="7712"/>
                </a:lnTo>
                <a:lnTo>
                  <a:pt x="1668" y="7886"/>
                </a:lnTo>
                <a:lnTo>
                  <a:pt x="1668" y="8031"/>
                </a:lnTo>
                <a:lnTo>
                  <a:pt x="1732" y="8176"/>
                </a:lnTo>
                <a:lnTo>
                  <a:pt x="1732" y="8350"/>
                </a:lnTo>
                <a:lnTo>
                  <a:pt x="1796" y="8495"/>
                </a:lnTo>
                <a:lnTo>
                  <a:pt x="1892" y="8640"/>
                </a:lnTo>
                <a:lnTo>
                  <a:pt x="1956" y="8843"/>
                </a:lnTo>
                <a:lnTo>
                  <a:pt x="1956" y="9017"/>
                </a:lnTo>
                <a:lnTo>
                  <a:pt x="2021" y="9162"/>
                </a:lnTo>
                <a:lnTo>
                  <a:pt x="2117" y="9307"/>
                </a:lnTo>
                <a:lnTo>
                  <a:pt x="2181" y="9481"/>
                </a:lnTo>
                <a:lnTo>
                  <a:pt x="2245" y="9626"/>
                </a:lnTo>
                <a:lnTo>
                  <a:pt x="2245" y="9771"/>
                </a:lnTo>
                <a:lnTo>
                  <a:pt x="2309" y="9887"/>
                </a:lnTo>
                <a:lnTo>
                  <a:pt x="2406" y="10032"/>
                </a:lnTo>
                <a:lnTo>
                  <a:pt x="2470" y="10090"/>
                </a:lnTo>
                <a:lnTo>
                  <a:pt x="2470" y="10235"/>
                </a:lnTo>
                <a:lnTo>
                  <a:pt x="2630" y="10351"/>
                </a:lnTo>
                <a:lnTo>
                  <a:pt x="2630" y="10496"/>
                </a:lnTo>
                <a:lnTo>
                  <a:pt x="2758" y="10612"/>
                </a:lnTo>
                <a:lnTo>
                  <a:pt x="2823" y="10699"/>
                </a:lnTo>
                <a:lnTo>
                  <a:pt x="2919" y="10902"/>
                </a:lnTo>
                <a:lnTo>
                  <a:pt x="2983" y="10960"/>
                </a:lnTo>
                <a:lnTo>
                  <a:pt x="3111" y="11018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984269" y="3679631"/>
            <a:ext cx="3143" cy="7248"/>
          </a:xfrm>
          <a:custGeom>
            <a:avLst/>
            <a:gdLst/>
            <a:ahLst/>
            <a:cxnLst/>
            <a:rect l="l" t="t" r="r" b="b"/>
            <a:pathLst>
              <a:path w="3143" h="7248">
                <a:moveTo>
                  <a:pt x="0" y="7132"/>
                </a:moveTo>
                <a:lnTo>
                  <a:pt x="64" y="7190"/>
                </a:lnTo>
                <a:lnTo>
                  <a:pt x="224" y="7190"/>
                </a:lnTo>
                <a:lnTo>
                  <a:pt x="288" y="7248"/>
                </a:lnTo>
                <a:lnTo>
                  <a:pt x="417" y="7248"/>
                </a:lnTo>
                <a:lnTo>
                  <a:pt x="513" y="7248"/>
                </a:lnTo>
                <a:lnTo>
                  <a:pt x="641" y="7190"/>
                </a:lnTo>
                <a:lnTo>
                  <a:pt x="802" y="7045"/>
                </a:lnTo>
                <a:lnTo>
                  <a:pt x="930" y="6987"/>
                </a:lnTo>
                <a:lnTo>
                  <a:pt x="1026" y="6842"/>
                </a:lnTo>
                <a:lnTo>
                  <a:pt x="1154" y="6726"/>
                </a:lnTo>
                <a:lnTo>
                  <a:pt x="1154" y="6581"/>
                </a:lnTo>
                <a:lnTo>
                  <a:pt x="1315" y="6466"/>
                </a:lnTo>
                <a:lnTo>
                  <a:pt x="1379" y="6321"/>
                </a:lnTo>
                <a:lnTo>
                  <a:pt x="1443" y="6176"/>
                </a:lnTo>
                <a:lnTo>
                  <a:pt x="1539" y="6002"/>
                </a:lnTo>
                <a:lnTo>
                  <a:pt x="1539" y="5915"/>
                </a:lnTo>
                <a:lnTo>
                  <a:pt x="1668" y="5712"/>
                </a:lnTo>
                <a:lnTo>
                  <a:pt x="1732" y="5509"/>
                </a:lnTo>
                <a:lnTo>
                  <a:pt x="1828" y="5335"/>
                </a:lnTo>
                <a:lnTo>
                  <a:pt x="1828" y="5190"/>
                </a:lnTo>
                <a:lnTo>
                  <a:pt x="1892" y="5045"/>
                </a:lnTo>
                <a:lnTo>
                  <a:pt x="1956" y="4871"/>
                </a:lnTo>
                <a:lnTo>
                  <a:pt x="2021" y="4726"/>
                </a:lnTo>
                <a:lnTo>
                  <a:pt x="2021" y="4581"/>
                </a:lnTo>
                <a:lnTo>
                  <a:pt x="2117" y="4378"/>
                </a:lnTo>
                <a:lnTo>
                  <a:pt x="2181" y="4204"/>
                </a:lnTo>
                <a:lnTo>
                  <a:pt x="2245" y="4059"/>
                </a:lnTo>
                <a:lnTo>
                  <a:pt x="2245" y="3914"/>
                </a:lnTo>
                <a:lnTo>
                  <a:pt x="2341" y="3740"/>
                </a:lnTo>
                <a:lnTo>
                  <a:pt x="2341" y="3595"/>
                </a:lnTo>
                <a:lnTo>
                  <a:pt x="2406" y="3450"/>
                </a:lnTo>
                <a:lnTo>
                  <a:pt x="2470" y="3247"/>
                </a:lnTo>
                <a:lnTo>
                  <a:pt x="2470" y="3073"/>
                </a:lnTo>
                <a:lnTo>
                  <a:pt x="2534" y="2928"/>
                </a:lnTo>
                <a:lnTo>
                  <a:pt x="2534" y="2783"/>
                </a:lnTo>
                <a:lnTo>
                  <a:pt x="2630" y="2609"/>
                </a:lnTo>
                <a:lnTo>
                  <a:pt x="2630" y="2464"/>
                </a:lnTo>
                <a:lnTo>
                  <a:pt x="2694" y="2319"/>
                </a:lnTo>
                <a:lnTo>
                  <a:pt x="2694" y="2145"/>
                </a:lnTo>
                <a:lnTo>
                  <a:pt x="2758" y="2000"/>
                </a:lnTo>
                <a:lnTo>
                  <a:pt x="2758" y="1855"/>
                </a:lnTo>
                <a:lnTo>
                  <a:pt x="2855" y="1652"/>
                </a:lnTo>
                <a:lnTo>
                  <a:pt x="2855" y="1478"/>
                </a:lnTo>
                <a:lnTo>
                  <a:pt x="2919" y="1333"/>
                </a:lnTo>
                <a:lnTo>
                  <a:pt x="2919" y="1188"/>
                </a:lnTo>
                <a:lnTo>
                  <a:pt x="2983" y="927"/>
                </a:lnTo>
                <a:lnTo>
                  <a:pt x="3047" y="724"/>
                </a:lnTo>
                <a:lnTo>
                  <a:pt x="3047" y="463"/>
                </a:lnTo>
                <a:lnTo>
                  <a:pt x="3143" y="260"/>
                </a:lnTo>
                <a:lnTo>
                  <a:pt x="3143" y="57"/>
                </a:lnTo>
              </a:path>
            </a:pathLst>
          </a:custGeom>
          <a:ln w="4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987413" y="3653970"/>
            <a:ext cx="3208" cy="25661"/>
          </a:xfrm>
          <a:custGeom>
            <a:avLst/>
            <a:gdLst/>
            <a:ahLst/>
            <a:cxnLst/>
            <a:rect l="l" t="t" r="r" b="b"/>
            <a:pathLst>
              <a:path w="3208" h="25661">
                <a:moveTo>
                  <a:pt x="0" y="25661"/>
                </a:moveTo>
                <a:lnTo>
                  <a:pt x="64" y="25458"/>
                </a:lnTo>
                <a:lnTo>
                  <a:pt x="128" y="25255"/>
                </a:lnTo>
                <a:lnTo>
                  <a:pt x="128" y="25052"/>
                </a:lnTo>
                <a:lnTo>
                  <a:pt x="128" y="24878"/>
                </a:lnTo>
                <a:lnTo>
                  <a:pt x="192" y="24733"/>
                </a:lnTo>
                <a:lnTo>
                  <a:pt x="192" y="24530"/>
                </a:lnTo>
                <a:lnTo>
                  <a:pt x="288" y="24327"/>
                </a:lnTo>
                <a:lnTo>
                  <a:pt x="288" y="24066"/>
                </a:lnTo>
                <a:lnTo>
                  <a:pt x="352" y="23921"/>
                </a:lnTo>
                <a:lnTo>
                  <a:pt x="352" y="23747"/>
                </a:lnTo>
                <a:lnTo>
                  <a:pt x="417" y="23602"/>
                </a:lnTo>
                <a:lnTo>
                  <a:pt x="417" y="23457"/>
                </a:lnTo>
                <a:lnTo>
                  <a:pt x="417" y="23283"/>
                </a:lnTo>
                <a:lnTo>
                  <a:pt x="513" y="23138"/>
                </a:lnTo>
                <a:lnTo>
                  <a:pt x="513" y="22935"/>
                </a:lnTo>
                <a:lnTo>
                  <a:pt x="577" y="22732"/>
                </a:lnTo>
                <a:lnTo>
                  <a:pt x="577" y="22471"/>
                </a:lnTo>
                <a:lnTo>
                  <a:pt x="641" y="22268"/>
                </a:lnTo>
                <a:lnTo>
                  <a:pt x="641" y="22065"/>
                </a:lnTo>
                <a:lnTo>
                  <a:pt x="705" y="21862"/>
                </a:lnTo>
                <a:lnTo>
                  <a:pt x="705" y="21688"/>
                </a:lnTo>
                <a:lnTo>
                  <a:pt x="705" y="21543"/>
                </a:lnTo>
                <a:lnTo>
                  <a:pt x="802" y="21340"/>
                </a:lnTo>
                <a:lnTo>
                  <a:pt x="802" y="21137"/>
                </a:lnTo>
                <a:lnTo>
                  <a:pt x="802" y="20934"/>
                </a:lnTo>
                <a:lnTo>
                  <a:pt x="866" y="20731"/>
                </a:lnTo>
                <a:lnTo>
                  <a:pt x="866" y="20470"/>
                </a:lnTo>
                <a:lnTo>
                  <a:pt x="930" y="20267"/>
                </a:lnTo>
                <a:lnTo>
                  <a:pt x="930" y="20064"/>
                </a:lnTo>
                <a:lnTo>
                  <a:pt x="1026" y="19803"/>
                </a:lnTo>
                <a:lnTo>
                  <a:pt x="1026" y="19600"/>
                </a:lnTo>
                <a:lnTo>
                  <a:pt x="1090" y="19427"/>
                </a:lnTo>
                <a:lnTo>
                  <a:pt x="1090" y="19282"/>
                </a:lnTo>
                <a:lnTo>
                  <a:pt x="1090" y="19137"/>
                </a:lnTo>
                <a:lnTo>
                  <a:pt x="1090" y="18934"/>
                </a:lnTo>
                <a:lnTo>
                  <a:pt x="1154" y="18673"/>
                </a:lnTo>
                <a:lnTo>
                  <a:pt x="1154" y="18470"/>
                </a:lnTo>
                <a:lnTo>
                  <a:pt x="1219" y="18209"/>
                </a:lnTo>
                <a:lnTo>
                  <a:pt x="1219" y="18006"/>
                </a:lnTo>
                <a:lnTo>
                  <a:pt x="1315" y="17745"/>
                </a:lnTo>
                <a:lnTo>
                  <a:pt x="1315" y="17542"/>
                </a:lnTo>
                <a:lnTo>
                  <a:pt x="1379" y="17281"/>
                </a:lnTo>
                <a:lnTo>
                  <a:pt x="1379" y="17020"/>
                </a:lnTo>
                <a:lnTo>
                  <a:pt x="1379" y="16817"/>
                </a:lnTo>
                <a:lnTo>
                  <a:pt x="1443" y="16556"/>
                </a:lnTo>
                <a:lnTo>
                  <a:pt x="1443" y="16411"/>
                </a:lnTo>
                <a:lnTo>
                  <a:pt x="1507" y="16150"/>
                </a:lnTo>
                <a:lnTo>
                  <a:pt x="1507" y="15947"/>
                </a:lnTo>
                <a:lnTo>
                  <a:pt x="1507" y="15686"/>
                </a:lnTo>
                <a:lnTo>
                  <a:pt x="1604" y="15425"/>
                </a:lnTo>
                <a:lnTo>
                  <a:pt x="1604" y="15280"/>
                </a:lnTo>
                <a:lnTo>
                  <a:pt x="1604" y="15019"/>
                </a:lnTo>
                <a:lnTo>
                  <a:pt x="1668" y="14758"/>
                </a:lnTo>
                <a:lnTo>
                  <a:pt x="1668" y="14613"/>
                </a:lnTo>
                <a:lnTo>
                  <a:pt x="1732" y="14352"/>
                </a:lnTo>
                <a:lnTo>
                  <a:pt x="1732" y="14091"/>
                </a:lnTo>
                <a:lnTo>
                  <a:pt x="1732" y="13946"/>
                </a:lnTo>
                <a:lnTo>
                  <a:pt x="1828" y="13685"/>
                </a:lnTo>
                <a:lnTo>
                  <a:pt x="1828" y="13424"/>
                </a:lnTo>
                <a:lnTo>
                  <a:pt x="1892" y="13163"/>
                </a:lnTo>
                <a:lnTo>
                  <a:pt x="1892" y="13019"/>
                </a:lnTo>
                <a:lnTo>
                  <a:pt x="1892" y="12758"/>
                </a:lnTo>
                <a:lnTo>
                  <a:pt x="1956" y="12497"/>
                </a:lnTo>
                <a:lnTo>
                  <a:pt x="1956" y="12352"/>
                </a:lnTo>
                <a:lnTo>
                  <a:pt x="1956" y="12091"/>
                </a:lnTo>
                <a:lnTo>
                  <a:pt x="2021" y="11888"/>
                </a:lnTo>
                <a:lnTo>
                  <a:pt x="2021" y="11627"/>
                </a:lnTo>
                <a:lnTo>
                  <a:pt x="2021" y="11366"/>
                </a:lnTo>
                <a:lnTo>
                  <a:pt x="2117" y="11221"/>
                </a:lnTo>
                <a:lnTo>
                  <a:pt x="2117" y="10960"/>
                </a:lnTo>
                <a:lnTo>
                  <a:pt x="2117" y="10757"/>
                </a:lnTo>
                <a:lnTo>
                  <a:pt x="2181" y="10496"/>
                </a:lnTo>
                <a:lnTo>
                  <a:pt x="2181" y="10235"/>
                </a:lnTo>
                <a:lnTo>
                  <a:pt x="2181" y="10090"/>
                </a:lnTo>
                <a:lnTo>
                  <a:pt x="2245" y="9916"/>
                </a:lnTo>
                <a:lnTo>
                  <a:pt x="2245" y="9771"/>
                </a:lnTo>
                <a:lnTo>
                  <a:pt x="2245" y="9626"/>
                </a:lnTo>
                <a:lnTo>
                  <a:pt x="2309" y="9307"/>
                </a:lnTo>
                <a:lnTo>
                  <a:pt x="2309" y="9162"/>
                </a:lnTo>
                <a:lnTo>
                  <a:pt x="2309" y="8901"/>
                </a:lnTo>
                <a:lnTo>
                  <a:pt x="2309" y="8698"/>
                </a:lnTo>
                <a:lnTo>
                  <a:pt x="2406" y="8437"/>
                </a:lnTo>
                <a:lnTo>
                  <a:pt x="2406" y="8118"/>
                </a:lnTo>
                <a:lnTo>
                  <a:pt x="2406" y="7973"/>
                </a:lnTo>
                <a:lnTo>
                  <a:pt x="2470" y="7654"/>
                </a:lnTo>
                <a:lnTo>
                  <a:pt x="2470" y="7509"/>
                </a:lnTo>
                <a:lnTo>
                  <a:pt x="2470" y="7364"/>
                </a:lnTo>
                <a:lnTo>
                  <a:pt x="2534" y="7045"/>
                </a:lnTo>
                <a:lnTo>
                  <a:pt x="2534" y="6900"/>
                </a:lnTo>
                <a:lnTo>
                  <a:pt x="2534" y="6581"/>
                </a:lnTo>
                <a:lnTo>
                  <a:pt x="2630" y="6437"/>
                </a:lnTo>
                <a:lnTo>
                  <a:pt x="2630" y="6234"/>
                </a:lnTo>
                <a:lnTo>
                  <a:pt x="2630" y="5973"/>
                </a:lnTo>
                <a:lnTo>
                  <a:pt x="2694" y="5770"/>
                </a:lnTo>
                <a:lnTo>
                  <a:pt x="2694" y="5509"/>
                </a:lnTo>
                <a:lnTo>
                  <a:pt x="2694" y="5306"/>
                </a:lnTo>
                <a:lnTo>
                  <a:pt x="2758" y="4987"/>
                </a:lnTo>
                <a:lnTo>
                  <a:pt x="2758" y="4842"/>
                </a:lnTo>
                <a:lnTo>
                  <a:pt x="2758" y="4639"/>
                </a:lnTo>
                <a:lnTo>
                  <a:pt x="2823" y="4378"/>
                </a:lnTo>
                <a:lnTo>
                  <a:pt x="2823" y="4175"/>
                </a:lnTo>
                <a:lnTo>
                  <a:pt x="2823" y="3856"/>
                </a:lnTo>
                <a:lnTo>
                  <a:pt x="2823" y="3711"/>
                </a:lnTo>
                <a:lnTo>
                  <a:pt x="2919" y="3508"/>
                </a:lnTo>
                <a:lnTo>
                  <a:pt x="2919" y="3189"/>
                </a:lnTo>
                <a:lnTo>
                  <a:pt x="2919" y="3044"/>
                </a:lnTo>
                <a:lnTo>
                  <a:pt x="2983" y="2870"/>
                </a:lnTo>
                <a:lnTo>
                  <a:pt x="2983" y="2725"/>
                </a:lnTo>
                <a:lnTo>
                  <a:pt x="2983" y="2522"/>
                </a:lnTo>
                <a:lnTo>
                  <a:pt x="2983" y="2377"/>
                </a:lnTo>
                <a:lnTo>
                  <a:pt x="2983" y="2203"/>
                </a:lnTo>
                <a:lnTo>
                  <a:pt x="3047" y="2058"/>
                </a:lnTo>
                <a:lnTo>
                  <a:pt x="3047" y="1855"/>
                </a:lnTo>
                <a:lnTo>
                  <a:pt x="3047" y="1536"/>
                </a:lnTo>
                <a:lnTo>
                  <a:pt x="3143" y="1333"/>
                </a:lnTo>
                <a:lnTo>
                  <a:pt x="3143" y="1188"/>
                </a:lnTo>
                <a:lnTo>
                  <a:pt x="3143" y="985"/>
                </a:lnTo>
                <a:lnTo>
                  <a:pt x="3143" y="666"/>
                </a:lnTo>
                <a:lnTo>
                  <a:pt x="3208" y="521"/>
                </a:lnTo>
                <a:lnTo>
                  <a:pt x="3208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990621" y="3611086"/>
            <a:ext cx="3208" cy="42884"/>
          </a:xfrm>
          <a:custGeom>
            <a:avLst/>
            <a:gdLst/>
            <a:ahLst/>
            <a:cxnLst/>
            <a:rect l="l" t="t" r="r" b="b"/>
            <a:pathLst>
              <a:path w="3208" h="42884">
                <a:moveTo>
                  <a:pt x="0" y="42884"/>
                </a:moveTo>
                <a:lnTo>
                  <a:pt x="0" y="42681"/>
                </a:lnTo>
                <a:lnTo>
                  <a:pt x="64" y="42478"/>
                </a:lnTo>
                <a:lnTo>
                  <a:pt x="64" y="42159"/>
                </a:lnTo>
                <a:lnTo>
                  <a:pt x="64" y="42014"/>
                </a:lnTo>
                <a:lnTo>
                  <a:pt x="128" y="41811"/>
                </a:lnTo>
                <a:lnTo>
                  <a:pt x="128" y="41608"/>
                </a:lnTo>
                <a:lnTo>
                  <a:pt x="128" y="41289"/>
                </a:lnTo>
                <a:lnTo>
                  <a:pt x="128" y="41086"/>
                </a:lnTo>
                <a:lnTo>
                  <a:pt x="224" y="40941"/>
                </a:lnTo>
                <a:lnTo>
                  <a:pt x="224" y="40767"/>
                </a:lnTo>
                <a:lnTo>
                  <a:pt x="224" y="40564"/>
                </a:lnTo>
                <a:lnTo>
                  <a:pt x="224" y="40361"/>
                </a:lnTo>
                <a:lnTo>
                  <a:pt x="288" y="40216"/>
                </a:lnTo>
                <a:lnTo>
                  <a:pt x="288" y="40013"/>
                </a:lnTo>
                <a:lnTo>
                  <a:pt x="288" y="39810"/>
                </a:lnTo>
                <a:lnTo>
                  <a:pt x="288" y="39491"/>
                </a:lnTo>
                <a:lnTo>
                  <a:pt x="352" y="39288"/>
                </a:lnTo>
                <a:lnTo>
                  <a:pt x="352" y="39086"/>
                </a:lnTo>
                <a:lnTo>
                  <a:pt x="352" y="38767"/>
                </a:lnTo>
                <a:lnTo>
                  <a:pt x="417" y="38564"/>
                </a:lnTo>
                <a:lnTo>
                  <a:pt x="417" y="38361"/>
                </a:lnTo>
                <a:lnTo>
                  <a:pt x="417" y="38158"/>
                </a:lnTo>
                <a:lnTo>
                  <a:pt x="417" y="38013"/>
                </a:lnTo>
                <a:lnTo>
                  <a:pt x="417" y="37839"/>
                </a:lnTo>
                <a:lnTo>
                  <a:pt x="513" y="37636"/>
                </a:lnTo>
                <a:lnTo>
                  <a:pt x="513" y="37433"/>
                </a:lnTo>
                <a:lnTo>
                  <a:pt x="513" y="37230"/>
                </a:lnTo>
                <a:lnTo>
                  <a:pt x="513" y="37085"/>
                </a:lnTo>
                <a:lnTo>
                  <a:pt x="577" y="36882"/>
                </a:lnTo>
                <a:lnTo>
                  <a:pt x="577" y="36708"/>
                </a:lnTo>
                <a:lnTo>
                  <a:pt x="577" y="36505"/>
                </a:lnTo>
                <a:lnTo>
                  <a:pt x="577" y="36302"/>
                </a:lnTo>
                <a:lnTo>
                  <a:pt x="577" y="36099"/>
                </a:lnTo>
                <a:lnTo>
                  <a:pt x="641" y="35954"/>
                </a:lnTo>
                <a:lnTo>
                  <a:pt x="641" y="35780"/>
                </a:lnTo>
                <a:lnTo>
                  <a:pt x="641" y="35577"/>
                </a:lnTo>
                <a:lnTo>
                  <a:pt x="641" y="35374"/>
                </a:lnTo>
                <a:lnTo>
                  <a:pt x="737" y="35171"/>
                </a:lnTo>
                <a:lnTo>
                  <a:pt x="737" y="34968"/>
                </a:lnTo>
                <a:lnTo>
                  <a:pt x="737" y="34765"/>
                </a:lnTo>
                <a:lnTo>
                  <a:pt x="737" y="34562"/>
                </a:lnTo>
                <a:lnTo>
                  <a:pt x="737" y="34359"/>
                </a:lnTo>
                <a:lnTo>
                  <a:pt x="802" y="34156"/>
                </a:lnTo>
                <a:lnTo>
                  <a:pt x="802" y="33837"/>
                </a:lnTo>
                <a:lnTo>
                  <a:pt x="802" y="33634"/>
                </a:lnTo>
                <a:lnTo>
                  <a:pt x="802" y="33431"/>
                </a:lnTo>
                <a:lnTo>
                  <a:pt x="866" y="33228"/>
                </a:lnTo>
                <a:lnTo>
                  <a:pt x="866" y="33025"/>
                </a:lnTo>
                <a:lnTo>
                  <a:pt x="866" y="32851"/>
                </a:lnTo>
                <a:lnTo>
                  <a:pt x="866" y="32648"/>
                </a:lnTo>
                <a:lnTo>
                  <a:pt x="930" y="32446"/>
                </a:lnTo>
                <a:lnTo>
                  <a:pt x="930" y="32243"/>
                </a:lnTo>
                <a:lnTo>
                  <a:pt x="930" y="32040"/>
                </a:lnTo>
                <a:lnTo>
                  <a:pt x="930" y="31837"/>
                </a:lnTo>
                <a:lnTo>
                  <a:pt x="930" y="31634"/>
                </a:lnTo>
                <a:lnTo>
                  <a:pt x="1026" y="31431"/>
                </a:lnTo>
                <a:lnTo>
                  <a:pt x="1026" y="31257"/>
                </a:lnTo>
                <a:lnTo>
                  <a:pt x="1026" y="31054"/>
                </a:lnTo>
                <a:lnTo>
                  <a:pt x="1026" y="30851"/>
                </a:lnTo>
                <a:lnTo>
                  <a:pt x="1090" y="30648"/>
                </a:lnTo>
                <a:lnTo>
                  <a:pt x="1090" y="30445"/>
                </a:lnTo>
                <a:lnTo>
                  <a:pt x="1090" y="30242"/>
                </a:lnTo>
                <a:lnTo>
                  <a:pt x="1090" y="30039"/>
                </a:lnTo>
                <a:lnTo>
                  <a:pt x="1090" y="29836"/>
                </a:lnTo>
                <a:lnTo>
                  <a:pt x="1154" y="29662"/>
                </a:lnTo>
                <a:lnTo>
                  <a:pt x="1154" y="29372"/>
                </a:lnTo>
                <a:lnTo>
                  <a:pt x="1154" y="29169"/>
                </a:lnTo>
                <a:lnTo>
                  <a:pt x="1154" y="28995"/>
                </a:lnTo>
                <a:lnTo>
                  <a:pt x="1219" y="28792"/>
                </a:lnTo>
                <a:lnTo>
                  <a:pt x="1219" y="28589"/>
                </a:lnTo>
                <a:lnTo>
                  <a:pt x="1219" y="28386"/>
                </a:lnTo>
                <a:lnTo>
                  <a:pt x="1219" y="28183"/>
                </a:lnTo>
                <a:lnTo>
                  <a:pt x="1219" y="27980"/>
                </a:lnTo>
                <a:lnTo>
                  <a:pt x="1315" y="27777"/>
                </a:lnTo>
                <a:lnTo>
                  <a:pt x="1315" y="27574"/>
                </a:lnTo>
                <a:lnTo>
                  <a:pt x="1315" y="27313"/>
                </a:lnTo>
                <a:lnTo>
                  <a:pt x="1315" y="27110"/>
                </a:lnTo>
                <a:lnTo>
                  <a:pt x="1379" y="26907"/>
                </a:lnTo>
                <a:lnTo>
                  <a:pt x="1379" y="26733"/>
                </a:lnTo>
                <a:lnTo>
                  <a:pt x="1379" y="26530"/>
                </a:lnTo>
                <a:lnTo>
                  <a:pt x="1379" y="26327"/>
                </a:lnTo>
                <a:lnTo>
                  <a:pt x="1379" y="26067"/>
                </a:lnTo>
                <a:lnTo>
                  <a:pt x="1443" y="25864"/>
                </a:lnTo>
                <a:lnTo>
                  <a:pt x="1443" y="25661"/>
                </a:lnTo>
                <a:lnTo>
                  <a:pt x="1443" y="25458"/>
                </a:lnTo>
                <a:lnTo>
                  <a:pt x="1443" y="25255"/>
                </a:lnTo>
                <a:lnTo>
                  <a:pt x="1539" y="24994"/>
                </a:lnTo>
                <a:lnTo>
                  <a:pt x="1539" y="24791"/>
                </a:lnTo>
                <a:lnTo>
                  <a:pt x="1539" y="24588"/>
                </a:lnTo>
                <a:lnTo>
                  <a:pt x="1539" y="24385"/>
                </a:lnTo>
                <a:lnTo>
                  <a:pt x="1539" y="24182"/>
                </a:lnTo>
                <a:lnTo>
                  <a:pt x="1604" y="23921"/>
                </a:lnTo>
                <a:lnTo>
                  <a:pt x="1604" y="23718"/>
                </a:lnTo>
                <a:lnTo>
                  <a:pt x="1604" y="23544"/>
                </a:lnTo>
                <a:lnTo>
                  <a:pt x="1604" y="23341"/>
                </a:lnTo>
                <a:lnTo>
                  <a:pt x="1604" y="23051"/>
                </a:lnTo>
                <a:lnTo>
                  <a:pt x="1668" y="22877"/>
                </a:lnTo>
                <a:lnTo>
                  <a:pt x="1668" y="22674"/>
                </a:lnTo>
                <a:lnTo>
                  <a:pt x="1668" y="22471"/>
                </a:lnTo>
                <a:lnTo>
                  <a:pt x="1668" y="22210"/>
                </a:lnTo>
                <a:lnTo>
                  <a:pt x="1732" y="22007"/>
                </a:lnTo>
                <a:lnTo>
                  <a:pt x="1732" y="21804"/>
                </a:lnTo>
                <a:lnTo>
                  <a:pt x="1732" y="21543"/>
                </a:lnTo>
                <a:lnTo>
                  <a:pt x="1732" y="21340"/>
                </a:lnTo>
                <a:lnTo>
                  <a:pt x="1732" y="21137"/>
                </a:lnTo>
                <a:lnTo>
                  <a:pt x="1828" y="20876"/>
                </a:lnTo>
                <a:lnTo>
                  <a:pt x="1828" y="20673"/>
                </a:lnTo>
                <a:lnTo>
                  <a:pt x="1828" y="20470"/>
                </a:lnTo>
                <a:lnTo>
                  <a:pt x="1828" y="20267"/>
                </a:lnTo>
                <a:lnTo>
                  <a:pt x="1892" y="20006"/>
                </a:lnTo>
                <a:lnTo>
                  <a:pt x="1892" y="19803"/>
                </a:lnTo>
                <a:lnTo>
                  <a:pt x="1892" y="19543"/>
                </a:lnTo>
                <a:lnTo>
                  <a:pt x="1892" y="19340"/>
                </a:lnTo>
                <a:lnTo>
                  <a:pt x="1892" y="19137"/>
                </a:lnTo>
                <a:lnTo>
                  <a:pt x="1956" y="18876"/>
                </a:lnTo>
                <a:lnTo>
                  <a:pt x="1956" y="18673"/>
                </a:lnTo>
                <a:lnTo>
                  <a:pt x="1956" y="18470"/>
                </a:lnTo>
                <a:lnTo>
                  <a:pt x="1956" y="18209"/>
                </a:lnTo>
                <a:lnTo>
                  <a:pt x="2053" y="18006"/>
                </a:lnTo>
                <a:lnTo>
                  <a:pt x="2053" y="17745"/>
                </a:lnTo>
                <a:lnTo>
                  <a:pt x="2053" y="17542"/>
                </a:lnTo>
                <a:lnTo>
                  <a:pt x="2053" y="17339"/>
                </a:lnTo>
                <a:lnTo>
                  <a:pt x="2053" y="17078"/>
                </a:lnTo>
                <a:lnTo>
                  <a:pt x="2117" y="16875"/>
                </a:lnTo>
                <a:lnTo>
                  <a:pt x="2117" y="16614"/>
                </a:lnTo>
                <a:lnTo>
                  <a:pt x="2117" y="16411"/>
                </a:lnTo>
                <a:lnTo>
                  <a:pt x="2117" y="16150"/>
                </a:lnTo>
                <a:lnTo>
                  <a:pt x="2181" y="15947"/>
                </a:lnTo>
                <a:lnTo>
                  <a:pt x="2181" y="15744"/>
                </a:lnTo>
                <a:lnTo>
                  <a:pt x="2181" y="15483"/>
                </a:lnTo>
                <a:lnTo>
                  <a:pt x="2181" y="15280"/>
                </a:lnTo>
                <a:lnTo>
                  <a:pt x="2181" y="15019"/>
                </a:lnTo>
                <a:lnTo>
                  <a:pt x="2245" y="14816"/>
                </a:lnTo>
                <a:lnTo>
                  <a:pt x="2245" y="14555"/>
                </a:lnTo>
                <a:lnTo>
                  <a:pt x="2245" y="14352"/>
                </a:lnTo>
                <a:lnTo>
                  <a:pt x="2245" y="14091"/>
                </a:lnTo>
                <a:lnTo>
                  <a:pt x="2341" y="13888"/>
                </a:lnTo>
                <a:lnTo>
                  <a:pt x="2341" y="13627"/>
                </a:lnTo>
                <a:lnTo>
                  <a:pt x="2341" y="13424"/>
                </a:lnTo>
                <a:lnTo>
                  <a:pt x="2341" y="13163"/>
                </a:lnTo>
                <a:lnTo>
                  <a:pt x="2341" y="12961"/>
                </a:lnTo>
                <a:lnTo>
                  <a:pt x="2406" y="12700"/>
                </a:lnTo>
                <a:lnTo>
                  <a:pt x="2406" y="12497"/>
                </a:lnTo>
                <a:lnTo>
                  <a:pt x="2406" y="12236"/>
                </a:lnTo>
                <a:lnTo>
                  <a:pt x="2406" y="11946"/>
                </a:lnTo>
                <a:lnTo>
                  <a:pt x="2406" y="11772"/>
                </a:lnTo>
                <a:lnTo>
                  <a:pt x="2470" y="11482"/>
                </a:lnTo>
                <a:lnTo>
                  <a:pt x="2470" y="11308"/>
                </a:lnTo>
                <a:lnTo>
                  <a:pt x="2470" y="11018"/>
                </a:lnTo>
                <a:lnTo>
                  <a:pt x="2470" y="10844"/>
                </a:lnTo>
                <a:lnTo>
                  <a:pt x="2534" y="10554"/>
                </a:lnTo>
                <a:lnTo>
                  <a:pt x="2534" y="10293"/>
                </a:lnTo>
                <a:lnTo>
                  <a:pt x="2534" y="10090"/>
                </a:lnTo>
                <a:lnTo>
                  <a:pt x="2534" y="9829"/>
                </a:lnTo>
                <a:lnTo>
                  <a:pt x="2534" y="9626"/>
                </a:lnTo>
                <a:lnTo>
                  <a:pt x="2630" y="9365"/>
                </a:lnTo>
                <a:lnTo>
                  <a:pt x="2630" y="9104"/>
                </a:lnTo>
                <a:lnTo>
                  <a:pt x="2630" y="8901"/>
                </a:lnTo>
                <a:lnTo>
                  <a:pt x="2630" y="8640"/>
                </a:lnTo>
                <a:lnTo>
                  <a:pt x="2694" y="8437"/>
                </a:lnTo>
                <a:lnTo>
                  <a:pt x="2694" y="8176"/>
                </a:lnTo>
                <a:lnTo>
                  <a:pt x="2694" y="7915"/>
                </a:lnTo>
                <a:lnTo>
                  <a:pt x="2694" y="7712"/>
                </a:lnTo>
                <a:lnTo>
                  <a:pt x="2694" y="7451"/>
                </a:lnTo>
                <a:lnTo>
                  <a:pt x="2758" y="7161"/>
                </a:lnTo>
                <a:lnTo>
                  <a:pt x="2758" y="6958"/>
                </a:lnTo>
                <a:lnTo>
                  <a:pt x="2758" y="6697"/>
                </a:lnTo>
                <a:lnTo>
                  <a:pt x="2758" y="6437"/>
                </a:lnTo>
                <a:lnTo>
                  <a:pt x="2855" y="6234"/>
                </a:lnTo>
                <a:lnTo>
                  <a:pt x="2855" y="5973"/>
                </a:lnTo>
                <a:lnTo>
                  <a:pt x="2855" y="5712"/>
                </a:lnTo>
                <a:lnTo>
                  <a:pt x="2855" y="5509"/>
                </a:lnTo>
                <a:lnTo>
                  <a:pt x="2855" y="5248"/>
                </a:lnTo>
                <a:lnTo>
                  <a:pt x="2919" y="4987"/>
                </a:lnTo>
                <a:lnTo>
                  <a:pt x="2919" y="4726"/>
                </a:lnTo>
                <a:lnTo>
                  <a:pt x="2919" y="4523"/>
                </a:lnTo>
                <a:lnTo>
                  <a:pt x="2919" y="4233"/>
                </a:lnTo>
                <a:lnTo>
                  <a:pt x="2983" y="3972"/>
                </a:lnTo>
                <a:lnTo>
                  <a:pt x="2983" y="3711"/>
                </a:lnTo>
                <a:lnTo>
                  <a:pt x="2983" y="3508"/>
                </a:lnTo>
                <a:lnTo>
                  <a:pt x="2983" y="3247"/>
                </a:lnTo>
                <a:lnTo>
                  <a:pt x="2983" y="2986"/>
                </a:lnTo>
                <a:lnTo>
                  <a:pt x="3047" y="2725"/>
                </a:lnTo>
                <a:lnTo>
                  <a:pt x="3047" y="2522"/>
                </a:lnTo>
                <a:lnTo>
                  <a:pt x="3047" y="2261"/>
                </a:lnTo>
                <a:lnTo>
                  <a:pt x="3047" y="1971"/>
                </a:lnTo>
                <a:lnTo>
                  <a:pt x="3143" y="1710"/>
                </a:lnTo>
                <a:lnTo>
                  <a:pt x="3143" y="1507"/>
                </a:lnTo>
                <a:lnTo>
                  <a:pt x="3143" y="1246"/>
                </a:lnTo>
                <a:lnTo>
                  <a:pt x="3143" y="985"/>
                </a:lnTo>
                <a:lnTo>
                  <a:pt x="3143" y="724"/>
                </a:lnTo>
                <a:lnTo>
                  <a:pt x="3208" y="463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993829" y="3553964"/>
            <a:ext cx="3208" cy="57121"/>
          </a:xfrm>
          <a:custGeom>
            <a:avLst/>
            <a:gdLst/>
            <a:ahLst/>
            <a:cxnLst/>
            <a:rect l="l" t="t" r="r" b="b"/>
            <a:pathLst>
              <a:path w="3208" h="57121">
                <a:moveTo>
                  <a:pt x="0" y="57121"/>
                </a:moveTo>
                <a:lnTo>
                  <a:pt x="0" y="56860"/>
                </a:lnTo>
                <a:lnTo>
                  <a:pt x="0" y="56570"/>
                </a:lnTo>
                <a:lnTo>
                  <a:pt x="64" y="56309"/>
                </a:lnTo>
                <a:lnTo>
                  <a:pt x="64" y="56048"/>
                </a:lnTo>
                <a:lnTo>
                  <a:pt x="64" y="55787"/>
                </a:lnTo>
                <a:lnTo>
                  <a:pt x="64" y="55584"/>
                </a:lnTo>
                <a:lnTo>
                  <a:pt x="160" y="55323"/>
                </a:lnTo>
                <a:lnTo>
                  <a:pt x="160" y="55062"/>
                </a:lnTo>
                <a:lnTo>
                  <a:pt x="160" y="54772"/>
                </a:lnTo>
                <a:lnTo>
                  <a:pt x="160" y="54511"/>
                </a:lnTo>
                <a:lnTo>
                  <a:pt x="160" y="54250"/>
                </a:lnTo>
                <a:lnTo>
                  <a:pt x="224" y="53989"/>
                </a:lnTo>
                <a:lnTo>
                  <a:pt x="224" y="53728"/>
                </a:lnTo>
                <a:lnTo>
                  <a:pt x="224" y="53525"/>
                </a:lnTo>
                <a:lnTo>
                  <a:pt x="224" y="53264"/>
                </a:lnTo>
                <a:lnTo>
                  <a:pt x="288" y="53003"/>
                </a:lnTo>
                <a:lnTo>
                  <a:pt x="288" y="52713"/>
                </a:lnTo>
                <a:lnTo>
                  <a:pt x="288" y="52452"/>
                </a:lnTo>
                <a:lnTo>
                  <a:pt x="288" y="52191"/>
                </a:lnTo>
                <a:lnTo>
                  <a:pt x="288" y="51931"/>
                </a:lnTo>
                <a:lnTo>
                  <a:pt x="352" y="51670"/>
                </a:lnTo>
                <a:lnTo>
                  <a:pt x="352" y="51380"/>
                </a:lnTo>
                <a:lnTo>
                  <a:pt x="352" y="51119"/>
                </a:lnTo>
                <a:lnTo>
                  <a:pt x="352" y="50858"/>
                </a:lnTo>
                <a:lnTo>
                  <a:pt x="449" y="50597"/>
                </a:lnTo>
                <a:lnTo>
                  <a:pt x="449" y="50336"/>
                </a:lnTo>
                <a:lnTo>
                  <a:pt x="449" y="50075"/>
                </a:lnTo>
                <a:lnTo>
                  <a:pt x="449" y="49785"/>
                </a:lnTo>
                <a:lnTo>
                  <a:pt x="449" y="49524"/>
                </a:lnTo>
                <a:lnTo>
                  <a:pt x="513" y="49321"/>
                </a:lnTo>
                <a:lnTo>
                  <a:pt x="513" y="49060"/>
                </a:lnTo>
                <a:lnTo>
                  <a:pt x="513" y="48799"/>
                </a:lnTo>
                <a:lnTo>
                  <a:pt x="513" y="48538"/>
                </a:lnTo>
                <a:lnTo>
                  <a:pt x="577" y="48277"/>
                </a:lnTo>
                <a:lnTo>
                  <a:pt x="577" y="48016"/>
                </a:lnTo>
                <a:lnTo>
                  <a:pt x="577" y="47726"/>
                </a:lnTo>
                <a:lnTo>
                  <a:pt x="577" y="47407"/>
                </a:lnTo>
                <a:lnTo>
                  <a:pt x="577" y="47146"/>
                </a:lnTo>
                <a:lnTo>
                  <a:pt x="641" y="46885"/>
                </a:lnTo>
                <a:lnTo>
                  <a:pt x="641" y="46595"/>
                </a:lnTo>
                <a:lnTo>
                  <a:pt x="641" y="46334"/>
                </a:lnTo>
                <a:lnTo>
                  <a:pt x="641" y="46073"/>
                </a:lnTo>
                <a:lnTo>
                  <a:pt x="737" y="45812"/>
                </a:lnTo>
                <a:lnTo>
                  <a:pt x="737" y="45552"/>
                </a:lnTo>
                <a:lnTo>
                  <a:pt x="737" y="45262"/>
                </a:lnTo>
                <a:lnTo>
                  <a:pt x="737" y="45001"/>
                </a:lnTo>
                <a:lnTo>
                  <a:pt x="737" y="44740"/>
                </a:lnTo>
                <a:lnTo>
                  <a:pt x="802" y="44479"/>
                </a:lnTo>
                <a:lnTo>
                  <a:pt x="802" y="44218"/>
                </a:lnTo>
                <a:lnTo>
                  <a:pt x="802" y="43957"/>
                </a:lnTo>
                <a:lnTo>
                  <a:pt x="802" y="43667"/>
                </a:lnTo>
                <a:lnTo>
                  <a:pt x="802" y="43406"/>
                </a:lnTo>
                <a:lnTo>
                  <a:pt x="866" y="43087"/>
                </a:lnTo>
                <a:lnTo>
                  <a:pt x="866" y="42826"/>
                </a:lnTo>
                <a:lnTo>
                  <a:pt x="866" y="42536"/>
                </a:lnTo>
                <a:lnTo>
                  <a:pt x="866" y="42275"/>
                </a:lnTo>
                <a:lnTo>
                  <a:pt x="962" y="42014"/>
                </a:lnTo>
                <a:lnTo>
                  <a:pt x="962" y="41753"/>
                </a:lnTo>
                <a:lnTo>
                  <a:pt x="962" y="41492"/>
                </a:lnTo>
                <a:lnTo>
                  <a:pt x="962" y="41231"/>
                </a:lnTo>
                <a:lnTo>
                  <a:pt x="962" y="40941"/>
                </a:lnTo>
                <a:lnTo>
                  <a:pt x="1026" y="40622"/>
                </a:lnTo>
                <a:lnTo>
                  <a:pt x="1026" y="40361"/>
                </a:lnTo>
                <a:lnTo>
                  <a:pt x="1026" y="40100"/>
                </a:lnTo>
                <a:lnTo>
                  <a:pt x="1026" y="39810"/>
                </a:lnTo>
                <a:lnTo>
                  <a:pt x="1090" y="39549"/>
                </a:lnTo>
                <a:lnTo>
                  <a:pt x="1090" y="39288"/>
                </a:lnTo>
                <a:lnTo>
                  <a:pt x="1090" y="38970"/>
                </a:lnTo>
                <a:lnTo>
                  <a:pt x="1090" y="38680"/>
                </a:lnTo>
                <a:lnTo>
                  <a:pt x="1090" y="38419"/>
                </a:lnTo>
                <a:lnTo>
                  <a:pt x="1154" y="38158"/>
                </a:lnTo>
                <a:lnTo>
                  <a:pt x="1154" y="37897"/>
                </a:lnTo>
                <a:lnTo>
                  <a:pt x="1154" y="37549"/>
                </a:lnTo>
                <a:lnTo>
                  <a:pt x="1154" y="37288"/>
                </a:lnTo>
                <a:lnTo>
                  <a:pt x="1251" y="37027"/>
                </a:lnTo>
                <a:lnTo>
                  <a:pt x="1251" y="36766"/>
                </a:lnTo>
                <a:lnTo>
                  <a:pt x="1251" y="36505"/>
                </a:lnTo>
                <a:lnTo>
                  <a:pt x="1251" y="36157"/>
                </a:lnTo>
                <a:lnTo>
                  <a:pt x="1251" y="35896"/>
                </a:lnTo>
                <a:lnTo>
                  <a:pt x="1315" y="35635"/>
                </a:lnTo>
                <a:lnTo>
                  <a:pt x="1315" y="35374"/>
                </a:lnTo>
                <a:lnTo>
                  <a:pt x="1315" y="35026"/>
                </a:lnTo>
                <a:lnTo>
                  <a:pt x="1315" y="34765"/>
                </a:lnTo>
                <a:lnTo>
                  <a:pt x="1379" y="34504"/>
                </a:lnTo>
                <a:lnTo>
                  <a:pt x="1379" y="34243"/>
                </a:lnTo>
                <a:lnTo>
                  <a:pt x="1379" y="33895"/>
                </a:lnTo>
                <a:lnTo>
                  <a:pt x="1379" y="33634"/>
                </a:lnTo>
                <a:lnTo>
                  <a:pt x="1379" y="33373"/>
                </a:lnTo>
                <a:lnTo>
                  <a:pt x="1443" y="33112"/>
                </a:lnTo>
                <a:lnTo>
                  <a:pt x="1443" y="32764"/>
                </a:lnTo>
                <a:lnTo>
                  <a:pt x="1443" y="32504"/>
                </a:lnTo>
                <a:lnTo>
                  <a:pt x="1443" y="32243"/>
                </a:lnTo>
                <a:lnTo>
                  <a:pt x="1539" y="31924"/>
                </a:lnTo>
                <a:lnTo>
                  <a:pt x="1539" y="31634"/>
                </a:lnTo>
                <a:lnTo>
                  <a:pt x="1539" y="31373"/>
                </a:lnTo>
                <a:lnTo>
                  <a:pt x="1539" y="31112"/>
                </a:lnTo>
                <a:lnTo>
                  <a:pt x="1539" y="30793"/>
                </a:lnTo>
                <a:lnTo>
                  <a:pt x="1604" y="30503"/>
                </a:lnTo>
                <a:lnTo>
                  <a:pt x="1604" y="30242"/>
                </a:lnTo>
                <a:lnTo>
                  <a:pt x="1604" y="29923"/>
                </a:lnTo>
                <a:lnTo>
                  <a:pt x="1604" y="29662"/>
                </a:lnTo>
                <a:lnTo>
                  <a:pt x="1604" y="29372"/>
                </a:lnTo>
                <a:lnTo>
                  <a:pt x="1668" y="29053"/>
                </a:lnTo>
                <a:lnTo>
                  <a:pt x="1668" y="28792"/>
                </a:lnTo>
                <a:lnTo>
                  <a:pt x="1668" y="28531"/>
                </a:lnTo>
                <a:lnTo>
                  <a:pt x="1668" y="28183"/>
                </a:lnTo>
                <a:lnTo>
                  <a:pt x="1764" y="27922"/>
                </a:lnTo>
                <a:lnTo>
                  <a:pt x="1764" y="27574"/>
                </a:lnTo>
                <a:lnTo>
                  <a:pt x="1764" y="27313"/>
                </a:lnTo>
                <a:lnTo>
                  <a:pt x="1764" y="27052"/>
                </a:lnTo>
                <a:lnTo>
                  <a:pt x="1764" y="26733"/>
                </a:lnTo>
                <a:lnTo>
                  <a:pt x="1828" y="26443"/>
                </a:lnTo>
                <a:lnTo>
                  <a:pt x="1828" y="26182"/>
                </a:lnTo>
                <a:lnTo>
                  <a:pt x="1828" y="25864"/>
                </a:lnTo>
                <a:lnTo>
                  <a:pt x="1828" y="25603"/>
                </a:lnTo>
                <a:lnTo>
                  <a:pt x="1892" y="25255"/>
                </a:lnTo>
                <a:lnTo>
                  <a:pt x="1892" y="24994"/>
                </a:lnTo>
                <a:lnTo>
                  <a:pt x="1892" y="24733"/>
                </a:lnTo>
                <a:lnTo>
                  <a:pt x="1892" y="24385"/>
                </a:lnTo>
                <a:lnTo>
                  <a:pt x="1892" y="24124"/>
                </a:lnTo>
                <a:lnTo>
                  <a:pt x="1956" y="23805"/>
                </a:lnTo>
                <a:lnTo>
                  <a:pt x="1956" y="23544"/>
                </a:lnTo>
                <a:lnTo>
                  <a:pt x="1956" y="23196"/>
                </a:lnTo>
                <a:lnTo>
                  <a:pt x="1956" y="22935"/>
                </a:lnTo>
                <a:lnTo>
                  <a:pt x="2053" y="22674"/>
                </a:lnTo>
                <a:lnTo>
                  <a:pt x="2053" y="22326"/>
                </a:lnTo>
                <a:lnTo>
                  <a:pt x="2053" y="22065"/>
                </a:lnTo>
                <a:lnTo>
                  <a:pt x="2053" y="21746"/>
                </a:lnTo>
                <a:lnTo>
                  <a:pt x="2053" y="21456"/>
                </a:lnTo>
                <a:lnTo>
                  <a:pt x="2117" y="21137"/>
                </a:lnTo>
                <a:lnTo>
                  <a:pt x="2117" y="20876"/>
                </a:lnTo>
                <a:lnTo>
                  <a:pt x="2117" y="20528"/>
                </a:lnTo>
                <a:lnTo>
                  <a:pt x="2117" y="20267"/>
                </a:lnTo>
                <a:lnTo>
                  <a:pt x="2181" y="19948"/>
                </a:lnTo>
                <a:lnTo>
                  <a:pt x="2181" y="19687"/>
                </a:lnTo>
                <a:lnTo>
                  <a:pt x="2181" y="19340"/>
                </a:lnTo>
                <a:lnTo>
                  <a:pt x="2181" y="19079"/>
                </a:lnTo>
                <a:lnTo>
                  <a:pt x="2181" y="18731"/>
                </a:lnTo>
                <a:lnTo>
                  <a:pt x="2277" y="18470"/>
                </a:lnTo>
                <a:lnTo>
                  <a:pt x="2277" y="18151"/>
                </a:lnTo>
                <a:lnTo>
                  <a:pt x="2277" y="17890"/>
                </a:lnTo>
                <a:lnTo>
                  <a:pt x="2277" y="17542"/>
                </a:lnTo>
                <a:lnTo>
                  <a:pt x="2341" y="17281"/>
                </a:lnTo>
                <a:lnTo>
                  <a:pt x="2341" y="16962"/>
                </a:lnTo>
                <a:lnTo>
                  <a:pt x="2341" y="16672"/>
                </a:lnTo>
                <a:lnTo>
                  <a:pt x="2341" y="16353"/>
                </a:lnTo>
                <a:lnTo>
                  <a:pt x="2341" y="16092"/>
                </a:lnTo>
                <a:lnTo>
                  <a:pt x="2406" y="15744"/>
                </a:lnTo>
                <a:lnTo>
                  <a:pt x="2406" y="15483"/>
                </a:lnTo>
                <a:lnTo>
                  <a:pt x="2406" y="15164"/>
                </a:lnTo>
                <a:lnTo>
                  <a:pt x="2406" y="14874"/>
                </a:lnTo>
                <a:lnTo>
                  <a:pt x="2406" y="14555"/>
                </a:lnTo>
                <a:lnTo>
                  <a:pt x="2470" y="14207"/>
                </a:lnTo>
                <a:lnTo>
                  <a:pt x="2470" y="13946"/>
                </a:lnTo>
                <a:lnTo>
                  <a:pt x="2470" y="13627"/>
                </a:lnTo>
                <a:lnTo>
                  <a:pt x="2470" y="13366"/>
                </a:lnTo>
                <a:lnTo>
                  <a:pt x="2566" y="13019"/>
                </a:lnTo>
                <a:lnTo>
                  <a:pt x="2566" y="12758"/>
                </a:lnTo>
                <a:lnTo>
                  <a:pt x="2566" y="12439"/>
                </a:lnTo>
                <a:lnTo>
                  <a:pt x="2566" y="12091"/>
                </a:lnTo>
                <a:lnTo>
                  <a:pt x="2566" y="11830"/>
                </a:lnTo>
                <a:lnTo>
                  <a:pt x="2630" y="11482"/>
                </a:lnTo>
                <a:lnTo>
                  <a:pt x="2630" y="11221"/>
                </a:lnTo>
                <a:lnTo>
                  <a:pt x="2630" y="10902"/>
                </a:lnTo>
                <a:lnTo>
                  <a:pt x="2630" y="10554"/>
                </a:lnTo>
                <a:lnTo>
                  <a:pt x="2694" y="10293"/>
                </a:lnTo>
                <a:lnTo>
                  <a:pt x="2694" y="9974"/>
                </a:lnTo>
                <a:lnTo>
                  <a:pt x="2694" y="9713"/>
                </a:lnTo>
                <a:lnTo>
                  <a:pt x="2694" y="9365"/>
                </a:lnTo>
                <a:lnTo>
                  <a:pt x="2694" y="9046"/>
                </a:lnTo>
                <a:lnTo>
                  <a:pt x="2758" y="8756"/>
                </a:lnTo>
                <a:lnTo>
                  <a:pt x="2758" y="8437"/>
                </a:lnTo>
                <a:lnTo>
                  <a:pt x="2758" y="8118"/>
                </a:lnTo>
                <a:lnTo>
                  <a:pt x="2758" y="7828"/>
                </a:lnTo>
                <a:lnTo>
                  <a:pt x="2855" y="7509"/>
                </a:lnTo>
                <a:lnTo>
                  <a:pt x="2855" y="7161"/>
                </a:lnTo>
                <a:lnTo>
                  <a:pt x="2855" y="6900"/>
                </a:lnTo>
                <a:lnTo>
                  <a:pt x="2855" y="6581"/>
                </a:lnTo>
                <a:lnTo>
                  <a:pt x="2855" y="6234"/>
                </a:lnTo>
                <a:lnTo>
                  <a:pt x="2919" y="5973"/>
                </a:lnTo>
                <a:lnTo>
                  <a:pt x="2919" y="5654"/>
                </a:lnTo>
                <a:lnTo>
                  <a:pt x="2919" y="5306"/>
                </a:lnTo>
                <a:lnTo>
                  <a:pt x="2919" y="5045"/>
                </a:lnTo>
                <a:lnTo>
                  <a:pt x="2983" y="4726"/>
                </a:lnTo>
                <a:lnTo>
                  <a:pt x="2983" y="4378"/>
                </a:lnTo>
                <a:lnTo>
                  <a:pt x="2983" y="4117"/>
                </a:lnTo>
                <a:lnTo>
                  <a:pt x="2983" y="3769"/>
                </a:lnTo>
                <a:lnTo>
                  <a:pt x="2983" y="3450"/>
                </a:lnTo>
                <a:lnTo>
                  <a:pt x="3079" y="3189"/>
                </a:lnTo>
                <a:lnTo>
                  <a:pt x="3079" y="2841"/>
                </a:lnTo>
                <a:lnTo>
                  <a:pt x="3079" y="2522"/>
                </a:lnTo>
                <a:lnTo>
                  <a:pt x="3079" y="2174"/>
                </a:lnTo>
                <a:lnTo>
                  <a:pt x="3143" y="1913"/>
                </a:lnTo>
                <a:lnTo>
                  <a:pt x="3143" y="1594"/>
                </a:lnTo>
                <a:lnTo>
                  <a:pt x="3143" y="1246"/>
                </a:lnTo>
                <a:lnTo>
                  <a:pt x="3143" y="985"/>
                </a:lnTo>
                <a:lnTo>
                  <a:pt x="3143" y="666"/>
                </a:lnTo>
                <a:lnTo>
                  <a:pt x="3208" y="318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997037" y="3487188"/>
            <a:ext cx="3208" cy="66776"/>
          </a:xfrm>
          <a:custGeom>
            <a:avLst/>
            <a:gdLst/>
            <a:ahLst/>
            <a:cxnLst/>
            <a:rect l="l" t="t" r="r" b="b"/>
            <a:pathLst>
              <a:path w="3208" h="66776">
                <a:moveTo>
                  <a:pt x="0" y="66776"/>
                </a:moveTo>
                <a:lnTo>
                  <a:pt x="0" y="66515"/>
                </a:lnTo>
                <a:lnTo>
                  <a:pt x="0" y="66167"/>
                </a:lnTo>
                <a:lnTo>
                  <a:pt x="0" y="65848"/>
                </a:lnTo>
                <a:lnTo>
                  <a:pt x="64" y="65500"/>
                </a:lnTo>
                <a:lnTo>
                  <a:pt x="64" y="65239"/>
                </a:lnTo>
                <a:lnTo>
                  <a:pt x="64" y="64921"/>
                </a:lnTo>
                <a:lnTo>
                  <a:pt x="64" y="64573"/>
                </a:lnTo>
                <a:lnTo>
                  <a:pt x="160" y="64254"/>
                </a:lnTo>
                <a:lnTo>
                  <a:pt x="160" y="63906"/>
                </a:lnTo>
                <a:lnTo>
                  <a:pt x="160" y="63645"/>
                </a:lnTo>
                <a:lnTo>
                  <a:pt x="160" y="63297"/>
                </a:lnTo>
                <a:lnTo>
                  <a:pt x="160" y="62978"/>
                </a:lnTo>
                <a:lnTo>
                  <a:pt x="224" y="62659"/>
                </a:lnTo>
                <a:lnTo>
                  <a:pt x="224" y="62369"/>
                </a:lnTo>
                <a:lnTo>
                  <a:pt x="224" y="62050"/>
                </a:lnTo>
                <a:lnTo>
                  <a:pt x="224" y="61702"/>
                </a:lnTo>
                <a:lnTo>
                  <a:pt x="288" y="61383"/>
                </a:lnTo>
                <a:lnTo>
                  <a:pt x="288" y="61035"/>
                </a:lnTo>
                <a:lnTo>
                  <a:pt x="288" y="60774"/>
                </a:lnTo>
                <a:lnTo>
                  <a:pt x="288" y="60455"/>
                </a:lnTo>
                <a:lnTo>
                  <a:pt x="288" y="60107"/>
                </a:lnTo>
                <a:lnTo>
                  <a:pt x="384" y="59788"/>
                </a:lnTo>
                <a:lnTo>
                  <a:pt x="384" y="59440"/>
                </a:lnTo>
                <a:lnTo>
                  <a:pt x="384" y="59121"/>
                </a:lnTo>
                <a:lnTo>
                  <a:pt x="384" y="58860"/>
                </a:lnTo>
                <a:lnTo>
                  <a:pt x="449" y="58513"/>
                </a:lnTo>
                <a:lnTo>
                  <a:pt x="449" y="58194"/>
                </a:lnTo>
                <a:lnTo>
                  <a:pt x="449" y="57846"/>
                </a:lnTo>
                <a:lnTo>
                  <a:pt x="449" y="57527"/>
                </a:lnTo>
                <a:lnTo>
                  <a:pt x="449" y="57179"/>
                </a:lnTo>
                <a:lnTo>
                  <a:pt x="513" y="56918"/>
                </a:lnTo>
                <a:lnTo>
                  <a:pt x="513" y="56599"/>
                </a:lnTo>
                <a:lnTo>
                  <a:pt x="513" y="56251"/>
                </a:lnTo>
                <a:lnTo>
                  <a:pt x="513" y="55932"/>
                </a:lnTo>
                <a:lnTo>
                  <a:pt x="577" y="55584"/>
                </a:lnTo>
                <a:lnTo>
                  <a:pt x="577" y="55265"/>
                </a:lnTo>
                <a:lnTo>
                  <a:pt x="577" y="54946"/>
                </a:lnTo>
                <a:lnTo>
                  <a:pt x="577" y="54598"/>
                </a:lnTo>
                <a:lnTo>
                  <a:pt x="577" y="54337"/>
                </a:lnTo>
                <a:lnTo>
                  <a:pt x="673" y="53989"/>
                </a:lnTo>
                <a:lnTo>
                  <a:pt x="673" y="53670"/>
                </a:lnTo>
                <a:lnTo>
                  <a:pt x="673" y="53322"/>
                </a:lnTo>
                <a:lnTo>
                  <a:pt x="673" y="53003"/>
                </a:lnTo>
                <a:lnTo>
                  <a:pt x="737" y="52684"/>
                </a:lnTo>
                <a:lnTo>
                  <a:pt x="737" y="52336"/>
                </a:lnTo>
                <a:lnTo>
                  <a:pt x="737" y="52018"/>
                </a:lnTo>
                <a:lnTo>
                  <a:pt x="737" y="51670"/>
                </a:lnTo>
                <a:lnTo>
                  <a:pt x="737" y="51409"/>
                </a:lnTo>
                <a:lnTo>
                  <a:pt x="802" y="51061"/>
                </a:lnTo>
                <a:lnTo>
                  <a:pt x="802" y="50742"/>
                </a:lnTo>
                <a:lnTo>
                  <a:pt x="802" y="50423"/>
                </a:lnTo>
                <a:lnTo>
                  <a:pt x="802" y="50075"/>
                </a:lnTo>
                <a:lnTo>
                  <a:pt x="802" y="49756"/>
                </a:lnTo>
                <a:lnTo>
                  <a:pt x="866" y="49408"/>
                </a:lnTo>
                <a:lnTo>
                  <a:pt x="866" y="49089"/>
                </a:lnTo>
                <a:lnTo>
                  <a:pt x="866" y="48741"/>
                </a:lnTo>
                <a:lnTo>
                  <a:pt x="866" y="48422"/>
                </a:lnTo>
                <a:lnTo>
                  <a:pt x="962" y="48074"/>
                </a:lnTo>
                <a:lnTo>
                  <a:pt x="962" y="47755"/>
                </a:lnTo>
                <a:lnTo>
                  <a:pt x="962" y="47407"/>
                </a:lnTo>
                <a:lnTo>
                  <a:pt x="962" y="47088"/>
                </a:lnTo>
                <a:lnTo>
                  <a:pt x="962" y="46740"/>
                </a:lnTo>
                <a:lnTo>
                  <a:pt x="1026" y="46479"/>
                </a:lnTo>
                <a:lnTo>
                  <a:pt x="1026" y="46160"/>
                </a:lnTo>
                <a:lnTo>
                  <a:pt x="1026" y="45812"/>
                </a:lnTo>
                <a:lnTo>
                  <a:pt x="1026" y="45494"/>
                </a:lnTo>
                <a:lnTo>
                  <a:pt x="1090" y="45146"/>
                </a:lnTo>
                <a:lnTo>
                  <a:pt x="1090" y="44827"/>
                </a:lnTo>
                <a:lnTo>
                  <a:pt x="1090" y="44479"/>
                </a:lnTo>
                <a:lnTo>
                  <a:pt x="1090" y="44160"/>
                </a:lnTo>
                <a:lnTo>
                  <a:pt x="1090" y="43841"/>
                </a:lnTo>
                <a:lnTo>
                  <a:pt x="1186" y="43493"/>
                </a:lnTo>
                <a:lnTo>
                  <a:pt x="1186" y="43174"/>
                </a:lnTo>
                <a:lnTo>
                  <a:pt x="1186" y="42826"/>
                </a:lnTo>
                <a:lnTo>
                  <a:pt x="1186" y="42507"/>
                </a:lnTo>
                <a:lnTo>
                  <a:pt x="1251" y="42159"/>
                </a:lnTo>
                <a:lnTo>
                  <a:pt x="1251" y="41840"/>
                </a:lnTo>
                <a:lnTo>
                  <a:pt x="1251" y="41492"/>
                </a:lnTo>
                <a:lnTo>
                  <a:pt x="1251" y="41173"/>
                </a:lnTo>
                <a:lnTo>
                  <a:pt x="1251" y="40825"/>
                </a:lnTo>
                <a:lnTo>
                  <a:pt x="1315" y="40506"/>
                </a:lnTo>
                <a:lnTo>
                  <a:pt x="1315" y="40158"/>
                </a:lnTo>
                <a:lnTo>
                  <a:pt x="1315" y="39839"/>
                </a:lnTo>
                <a:lnTo>
                  <a:pt x="1315" y="39491"/>
                </a:lnTo>
                <a:lnTo>
                  <a:pt x="1379" y="39172"/>
                </a:lnTo>
                <a:lnTo>
                  <a:pt x="1379" y="38854"/>
                </a:lnTo>
                <a:lnTo>
                  <a:pt x="1379" y="38506"/>
                </a:lnTo>
                <a:lnTo>
                  <a:pt x="1379" y="38187"/>
                </a:lnTo>
                <a:lnTo>
                  <a:pt x="1379" y="37839"/>
                </a:lnTo>
                <a:lnTo>
                  <a:pt x="1475" y="37520"/>
                </a:lnTo>
                <a:lnTo>
                  <a:pt x="1475" y="37172"/>
                </a:lnTo>
                <a:lnTo>
                  <a:pt x="1475" y="36853"/>
                </a:lnTo>
                <a:lnTo>
                  <a:pt x="1475" y="36447"/>
                </a:lnTo>
                <a:lnTo>
                  <a:pt x="1539" y="36099"/>
                </a:lnTo>
                <a:lnTo>
                  <a:pt x="1539" y="35780"/>
                </a:lnTo>
                <a:lnTo>
                  <a:pt x="1539" y="35461"/>
                </a:lnTo>
                <a:lnTo>
                  <a:pt x="1539" y="35113"/>
                </a:lnTo>
                <a:lnTo>
                  <a:pt x="1539" y="34794"/>
                </a:lnTo>
                <a:lnTo>
                  <a:pt x="1604" y="34446"/>
                </a:lnTo>
                <a:lnTo>
                  <a:pt x="1604" y="34127"/>
                </a:lnTo>
                <a:lnTo>
                  <a:pt x="1604" y="33779"/>
                </a:lnTo>
                <a:lnTo>
                  <a:pt x="1604" y="33460"/>
                </a:lnTo>
                <a:lnTo>
                  <a:pt x="1604" y="33112"/>
                </a:lnTo>
                <a:lnTo>
                  <a:pt x="1668" y="32793"/>
                </a:lnTo>
                <a:lnTo>
                  <a:pt x="1668" y="32446"/>
                </a:lnTo>
                <a:lnTo>
                  <a:pt x="1668" y="32127"/>
                </a:lnTo>
                <a:lnTo>
                  <a:pt x="1668" y="31779"/>
                </a:lnTo>
                <a:lnTo>
                  <a:pt x="1764" y="31402"/>
                </a:lnTo>
                <a:lnTo>
                  <a:pt x="1764" y="31054"/>
                </a:lnTo>
                <a:lnTo>
                  <a:pt x="1764" y="30735"/>
                </a:lnTo>
                <a:lnTo>
                  <a:pt x="1764" y="30387"/>
                </a:lnTo>
                <a:lnTo>
                  <a:pt x="1764" y="30068"/>
                </a:lnTo>
                <a:lnTo>
                  <a:pt x="1828" y="29720"/>
                </a:lnTo>
                <a:lnTo>
                  <a:pt x="1828" y="29401"/>
                </a:lnTo>
                <a:lnTo>
                  <a:pt x="1828" y="29053"/>
                </a:lnTo>
                <a:lnTo>
                  <a:pt x="1828" y="28734"/>
                </a:lnTo>
                <a:lnTo>
                  <a:pt x="1892" y="28386"/>
                </a:lnTo>
                <a:lnTo>
                  <a:pt x="1892" y="28067"/>
                </a:lnTo>
                <a:lnTo>
                  <a:pt x="1892" y="27661"/>
                </a:lnTo>
                <a:lnTo>
                  <a:pt x="1892" y="27342"/>
                </a:lnTo>
                <a:lnTo>
                  <a:pt x="1892" y="26994"/>
                </a:lnTo>
                <a:lnTo>
                  <a:pt x="1988" y="26675"/>
                </a:lnTo>
                <a:lnTo>
                  <a:pt x="1988" y="26327"/>
                </a:lnTo>
                <a:lnTo>
                  <a:pt x="1988" y="26009"/>
                </a:lnTo>
                <a:lnTo>
                  <a:pt x="1988" y="25661"/>
                </a:lnTo>
                <a:lnTo>
                  <a:pt x="2053" y="25342"/>
                </a:lnTo>
                <a:lnTo>
                  <a:pt x="2053" y="24936"/>
                </a:lnTo>
                <a:lnTo>
                  <a:pt x="2053" y="24617"/>
                </a:lnTo>
                <a:lnTo>
                  <a:pt x="2053" y="24269"/>
                </a:lnTo>
                <a:lnTo>
                  <a:pt x="2053" y="23950"/>
                </a:lnTo>
                <a:lnTo>
                  <a:pt x="2117" y="23602"/>
                </a:lnTo>
                <a:lnTo>
                  <a:pt x="2117" y="23283"/>
                </a:lnTo>
                <a:lnTo>
                  <a:pt x="2117" y="22935"/>
                </a:lnTo>
                <a:lnTo>
                  <a:pt x="2117" y="22558"/>
                </a:lnTo>
                <a:lnTo>
                  <a:pt x="2181" y="22210"/>
                </a:lnTo>
                <a:lnTo>
                  <a:pt x="2181" y="21891"/>
                </a:lnTo>
                <a:lnTo>
                  <a:pt x="2181" y="21543"/>
                </a:lnTo>
                <a:lnTo>
                  <a:pt x="2181" y="21224"/>
                </a:lnTo>
                <a:lnTo>
                  <a:pt x="2181" y="20876"/>
                </a:lnTo>
                <a:lnTo>
                  <a:pt x="2277" y="20499"/>
                </a:lnTo>
                <a:lnTo>
                  <a:pt x="2277" y="20151"/>
                </a:lnTo>
                <a:lnTo>
                  <a:pt x="2277" y="19832"/>
                </a:lnTo>
                <a:lnTo>
                  <a:pt x="2277" y="19485"/>
                </a:lnTo>
                <a:lnTo>
                  <a:pt x="2341" y="19166"/>
                </a:lnTo>
                <a:lnTo>
                  <a:pt x="2341" y="18818"/>
                </a:lnTo>
                <a:lnTo>
                  <a:pt x="2341" y="18412"/>
                </a:lnTo>
                <a:lnTo>
                  <a:pt x="2341" y="18093"/>
                </a:lnTo>
                <a:lnTo>
                  <a:pt x="2341" y="17774"/>
                </a:lnTo>
                <a:lnTo>
                  <a:pt x="2406" y="17426"/>
                </a:lnTo>
                <a:lnTo>
                  <a:pt x="2406" y="17107"/>
                </a:lnTo>
                <a:lnTo>
                  <a:pt x="2406" y="16759"/>
                </a:lnTo>
                <a:lnTo>
                  <a:pt x="2406" y="16353"/>
                </a:lnTo>
                <a:lnTo>
                  <a:pt x="2406" y="16034"/>
                </a:lnTo>
                <a:lnTo>
                  <a:pt x="2502" y="15686"/>
                </a:lnTo>
                <a:lnTo>
                  <a:pt x="2502" y="15367"/>
                </a:lnTo>
                <a:lnTo>
                  <a:pt x="2502" y="15048"/>
                </a:lnTo>
                <a:lnTo>
                  <a:pt x="2502" y="14642"/>
                </a:lnTo>
                <a:lnTo>
                  <a:pt x="2566" y="14294"/>
                </a:lnTo>
                <a:lnTo>
                  <a:pt x="2566" y="13975"/>
                </a:lnTo>
                <a:lnTo>
                  <a:pt x="2566" y="13627"/>
                </a:lnTo>
                <a:lnTo>
                  <a:pt x="2566" y="13308"/>
                </a:lnTo>
                <a:lnTo>
                  <a:pt x="2566" y="12903"/>
                </a:lnTo>
                <a:lnTo>
                  <a:pt x="2630" y="12584"/>
                </a:lnTo>
                <a:lnTo>
                  <a:pt x="2630" y="12236"/>
                </a:lnTo>
                <a:lnTo>
                  <a:pt x="2630" y="11917"/>
                </a:lnTo>
                <a:lnTo>
                  <a:pt x="2630" y="11569"/>
                </a:lnTo>
                <a:lnTo>
                  <a:pt x="2694" y="11163"/>
                </a:lnTo>
                <a:lnTo>
                  <a:pt x="2694" y="10844"/>
                </a:lnTo>
                <a:lnTo>
                  <a:pt x="2694" y="10525"/>
                </a:lnTo>
                <a:lnTo>
                  <a:pt x="2694" y="10177"/>
                </a:lnTo>
                <a:lnTo>
                  <a:pt x="2694" y="9771"/>
                </a:lnTo>
                <a:lnTo>
                  <a:pt x="2790" y="9452"/>
                </a:lnTo>
                <a:lnTo>
                  <a:pt x="2790" y="9104"/>
                </a:lnTo>
                <a:lnTo>
                  <a:pt x="2790" y="8785"/>
                </a:lnTo>
                <a:lnTo>
                  <a:pt x="2790" y="8437"/>
                </a:lnTo>
                <a:lnTo>
                  <a:pt x="2855" y="8060"/>
                </a:lnTo>
                <a:lnTo>
                  <a:pt x="2855" y="7712"/>
                </a:lnTo>
                <a:lnTo>
                  <a:pt x="2855" y="7393"/>
                </a:lnTo>
                <a:lnTo>
                  <a:pt x="2855" y="7045"/>
                </a:lnTo>
                <a:lnTo>
                  <a:pt x="2855" y="6668"/>
                </a:lnTo>
                <a:lnTo>
                  <a:pt x="2919" y="6321"/>
                </a:lnTo>
                <a:lnTo>
                  <a:pt x="2919" y="6002"/>
                </a:lnTo>
                <a:lnTo>
                  <a:pt x="2919" y="5654"/>
                </a:lnTo>
                <a:lnTo>
                  <a:pt x="2919" y="5248"/>
                </a:lnTo>
                <a:lnTo>
                  <a:pt x="2983" y="4929"/>
                </a:lnTo>
                <a:lnTo>
                  <a:pt x="2983" y="4581"/>
                </a:lnTo>
                <a:lnTo>
                  <a:pt x="2983" y="4262"/>
                </a:lnTo>
                <a:lnTo>
                  <a:pt x="2983" y="3856"/>
                </a:lnTo>
                <a:lnTo>
                  <a:pt x="2983" y="3537"/>
                </a:lnTo>
                <a:lnTo>
                  <a:pt x="3079" y="3189"/>
                </a:lnTo>
                <a:lnTo>
                  <a:pt x="3079" y="2870"/>
                </a:lnTo>
                <a:lnTo>
                  <a:pt x="3079" y="2464"/>
                </a:lnTo>
                <a:lnTo>
                  <a:pt x="3079" y="2145"/>
                </a:lnTo>
                <a:lnTo>
                  <a:pt x="3143" y="1797"/>
                </a:lnTo>
                <a:lnTo>
                  <a:pt x="3143" y="1478"/>
                </a:lnTo>
                <a:lnTo>
                  <a:pt x="3143" y="1072"/>
                </a:lnTo>
                <a:lnTo>
                  <a:pt x="3143" y="724"/>
                </a:lnTo>
                <a:lnTo>
                  <a:pt x="3143" y="405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000245" y="3416496"/>
            <a:ext cx="3143" cy="70691"/>
          </a:xfrm>
          <a:custGeom>
            <a:avLst/>
            <a:gdLst/>
            <a:ahLst/>
            <a:cxnLst/>
            <a:rect l="l" t="t" r="r" b="b"/>
            <a:pathLst>
              <a:path w="3143" h="70691">
                <a:moveTo>
                  <a:pt x="0" y="70691"/>
                </a:moveTo>
                <a:lnTo>
                  <a:pt x="0" y="70372"/>
                </a:lnTo>
                <a:lnTo>
                  <a:pt x="0" y="70024"/>
                </a:lnTo>
                <a:lnTo>
                  <a:pt x="0" y="69705"/>
                </a:lnTo>
                <a:lnTo>
                  <a:pt x="0" y="69299"/>
                </a:lnTo>
                <a:lnTo>
                  <a:pt x="96" y="68980"/>
                </a:lnTo>
                <a:lnTo>
                  <a:pt x="96" y="68632"/>
                </a:lnTo>
                <a:lnTo>
                  <a:pt x="96" y="68226"/>
                </a:lnTo>
                <a:lnTo>
                  <a:pt x="96" y="67907"/>
                </a:lnTo>
                <a:lnTo>
                  <a:pt x="160" y="67559"/>
                </a:lnTo>
                <a:lnTo>
                  <a:pt x="160" y="67240"/>
                </a:lnTo>
                <a:lnTo>
                  <a:pt x="160" y="66834"/>
                </a:lnTo>
                <a:lnTo>
                  <a:pt x="160" y="66515"/>
                </a:lnTo>
                <a:lnTo>
                  <a:pt x="160" y="66167"/>
                </a:lnTo>
                <a:lnTo>
                  <a:pt x="224" y="65790"/>
                </a:lnTo>
                <a:lnTo>
                  <a:pt x="224" y="65442"/>
                </a:lnTo>
                <a:lnTo>
                  <a:pt x="224" y="65124"/>
                </a:lnTo>
                <a:lnTo>
                  <a:pt x="224" y="64776"/>
                </a:lnTo>
                <a:lnTo>
                  <a:pt x="288" y="64370"/>
                </a:lnTo>
                <a:lnTo>
                  <a:pt x="288" y="64051"/>
                </a:lnTo>
                <a:lnTo>
                  <a:pt x="288" y="63703"/>
                </a:lnTo>
                <a:lnTo>
                  <a:pt x="288" y="63326"/>
                </a:lnTo>
                <a:lnTo>
                  <a:pt x="288" y="62978"/>
                </a:lnTo>
                <a:lnTo>
                  <a:pt x="384" y="62659"/>
                </a:lnTo>
                <a:lnTo>
                  <a:pt x="384" y="62253"/>
                </a:lnTo>
                <a:lnTo>
                  <a:pt x="384" y="61905"/>
                </a:lnTo>
                <a:lnTo>
                  <a:pt x="384" y="61586"/>
                </a:lnTo>
                <a:lnTo>
                  <a:pt x="449" y="61267"/>
                </a:lnTo>
                <a:lnTo>
                  <a:pt x="449" y="60861"/>
                </a:lnTo>
                <a:lnTo>
                  <a:pt x="449" y="60513"/>
                </a:lnTo>
                <a:lnTo>
                  <a:pt x="449" y="60194"/>
                </a:lnTo>
                <a:lnTo>
                  <a:pt x="449" y="59788"/>
                </a:lnTo>
                <a:lnTo>
                  <a:pt x="513" y="59469"/>
                </a:lnTo>
                <a:lnTo>
                  <a:pt x="513" y="59179"/>
                </a:lnTo>
                <a:lnTo>
                  <a:pt x="513" y="58802"/>
                </a:lnTo>
                <a:lnTo>
                  <a:pt x="513" y="58455"/>
                </a:lnTo>
                <a:lnTo>
                  <a:pt x="577" y="58136"/>
                </a:lnTo>
                <a:lnTo>
                  <a:pt x="577" y="57730"/>
                </a:lnTo>
                <a:lnTo>
                  <a:pt x="577" y="57411"/>
                </a:lnTo>
                <a:lnTo>
                  <a:pt x="577" y="57063"/>
                </a:lnTo>
                <a:lnTo>
                  <a:pt x="577" y="56657"/>
                </a:lnTo>
                <a:lnTo>
                  <a:pt x="673" y="56338"/>
                </a:lnTo>
                <a:lnTo>
                  <a:pt x="673" y="55990"/>
                </a:lnTo>
                <a:lnTo>
                  <a:pt x="673" y="55613"/>
                </a:lnTo>
                <a:lnTo>
                  <a:pt x="673" y="55265"/>
                </a:lnTo>
                <a:lnTo>
                  <a:pt x="737" y="54946"/>
                </a:lnTo>
                <a:lnTo>
                  <a:pt x="737" y="54540"/>
                </a:lnTo>
                <a:lnTo>
                  <a:pt x="737" y="54192"/>
                </a:lnTo>
                <a:lnTo>
                  <a:pt x="737" y="53873"/>
                </a:lnTo>
                <a:lnTo>
                  <a:pt x="737" y="53467"/>
                </a:lnTo>
                <a:lnTo>
                  <a:pt x="802" y="53148"/>
                </a:lnTo>
                <a:lnTo>
                  <a:pt x="802" y="52800"/>
                </a:lnTo>
                <a:lnTo>
                  <a:pt x="802" y="52423"/>
                </a:lnTo>
                <a:lnTo>
                  <a:pt x="802" y="52076"/>
                </a:lnTo>
                <a:lnTo>
                  <a:pt x="802" y="51757"/>
                </a:lnTo>
                <a:lnTo>
                  <a:pt x="898" y="51351"/>
                </a:lnTo>
                <a:lnTo>
                  <a:pt x="898" y="51003"/>
                </a:lnTo>
                <a:lnTo>
                  <a:pt x="898" y="50684"/>
                </a:lnTo>
                <a:lnTo>
                  <a:pt x="898" y="50278"/>
                </a:lnTo>
                <a:lnTo>
                  <a:pt x="962" y="49959"/>
                </a:lnTo>
                <a:lnTo>
                  <a:pt x="962" y="49611"/>
                </a:lnTo>
                <a:lnTo>
                  <a:pt x="962" y="49205"/>
                </a:lnTo>
                <a:lnTo>
                  <a:pt x="962" y="48886"/>
                </a:lnTo>
                <a:lnTo>
                  <a:pt x="962" y="48567"/>
                </a:lnTo>
                <a:lnTo>
                  <a:pt x="1026" y="48161"/>
                </a:lnTo>
                <a:lnTo>
                  <a:pt x="1026" y="47813"/>
                </a:lnTo>
                <a:lnTo>
                  <a:pt x="1026" y="47494"/>
                </a:lnTo>
                <a:lnTo>
                  <a:pt x="1026" y="47088"/>
                </a:lnTo>
                <a:lnTo>
                  <a:pt x="1090" y="46769"/>
                </a:lnTo>
                <a:lnTo>
                  <a:pt x="1090" y="46421"/>
                </a:lnTo>
                <a:lnTo>
                  <a:pt x="1090" y="46015"/>
                </a:lnTo>
                <a:lnTo>
                  <a:pt x="1090" y="45696"/>
                </a:lnTo>
                <a:lnTo>
                  <a:pt x="1090" y="45291"/>
                </a:lnTo>
                <a:lnTo>
                  <a:pt x="1186" y="44972"/>
                </a:lnTo>
                <a:lnTo>
                  <a:pt x="1186" y="44624"/>
                </a:lnTo>
                <a:lnTo>
                  <a:pt x="1186" y="44218"/>
                </a:lnTo>
                <a:lnTo>
                  <a:pt x="1186" y="43899"/>
                </a:lnTo>
                <a:lnTo>
                  <a:pt x="1251" y="43580"/>
                </a:lnTo>
                <a:lnTo>
                  <a:pt x="1251" y="43174"/>
                </a:lnTo>
                <a:lnTo>
                  <a:pt x="1251" y="42826"/>
                </a:lnTo>
                <a:lnTo>
                  <a:pt x="1251" y="42507"/>
                </a:lnTo>
                <a:lnTo>
                  <a:pt x="1251" y="42101"/>
                </a:lnTo>
                <a:lnTo>
                  <a:pt x="1315" y="41782"/>
                </a:lnTo>
                <a:lnTo>
                  <a:pt x="1315" y="41434"/>
                </a:lnTo>
                <a:lnTo>
                  <a:pt x="1315" y="41028"/>
                </a:lnTo>
                <a:lnTo>
                  <a:pt x="1315" y="40709"/>
                </a:lnTo>
                <a:lnTo>
                  <a:pt x="1411" y="40303"/>
                </a:lnTo>
                <a:lnTo>
                  <a:pt x="1411" y="39984"/>
                </a:lnTo>
                <a:lnTo>
                  <a:pt x="1411" y="39636"/>
                </a:lnTo>
                <a:lnTo>
                  <a:pt x="1411" y="39230"/>
                </a:lnTo>
                <a:lnTo>
                  <a:pt x="1411" y="38912"/>
                </a:lnTo>
                <a:lnTo>
                  <a:pt x="1475" y="38593"/>
                </a:lnTo>
                <a:lnTo>
                  <a:pt x="1475" y="38187"/>
                </a:lnTo>
                <a:lnTo>
                  <a:pt x="1475" y="37839"/>
                </a:lnTo>
                <a:lnTo>
                  <a:pt x="1475" y="37462"/>
                </a:lnTo>
                <a:lnTo>
                  <a:pt x="1539" y="37114"/>
                </a:lnTo>
                <a:lnTo>
                  <a:pt x="1539" y="36795"/>
                </a:lnTo>
                <a:lnTo>
                  <a:pt x="1539" y="36389"/>
                </a:lnTo>
                <a:lnTo>
                  <a:pt x="1539" y="36041"/>
                </a:lnTo>
                <a:lnTo>
                  <a:pt x="1539" y="35722"/>
                </a:lnTo>
                <a:lnTo>
                  <a:pt x="1604" y="35316"/>
                </a:lnTo>
                <a:lnTo>
                  <a:pt x="1604" y="34997"/>
                </a:lnTo>
                <a:lnTo>
                  <a:pt x="1604" y="34649"/>
                </a:lnTo>
                <a:lnTo>
                  <a:pt x="1604" y="34243"/>
                </a:lnTo>
                <a:lnTo>
                  <a:pt x="1604" y="33924"/>
                </a:lnTo>
                <a:lnTo>
                  <a:pt x="1700" y="33518"/>
                </a:lnTo>
                <a:lnTo>
                  <a:pt x="1700" y="33199"/>
                </a:lnTo>
                <a:lnTo>
                  <a:pt x="1700" y="32851"/>
                </a:lnTo>
                <a:lnTo>
                  <a:pt x="1700" y="32475"/>
                </a:lnTo>
                <a:lnTo>
                  <a:pt x="1764" y="32127"/>
                </a:lnTo>
                <a:lnTo>
                  <a:pt x="1764" y="31808"/>
                </a:lnTo>
                <a:lnTo>
                  <a:pt x="1764" y="31402"/>
                </a:lnTo>
                <a:lnTo>
                  <a:pt x="1764" y="31054"/>
                </a:lnTo>
                <a:lnTo>
                  <a:pt x="1764" y="30677"/>
                </a:lnTo>
                <a:lnTo>
                  <a:pt x="1828" y="30329"/>
                </a:lnTo>
                <a:lnTo>
                  <a:pt x="1828" y="30010"/>
                </a:lnTo>
                <a:lnTo>
                  <a:pt x="1828" y="29604"/>
                </a:lnTo>
                <a:lnTo>
                  <a:pt x="1828" y="29256"/>
                </a:lnTo>
                <a:lnTo>
                  <a:pt x="1892" y="28937"/>
                </a:lnTo>
                <a:lnTo>
                  <a:pt x="1892" y="28531"/>
                </a:lnTo>
                <a:lnTo>
                  <a:pt x="1892" y="28212"/>
                </a:lnTo>
                <a:lnTo>
                  <a:pt x="1892" y="27806"/>
                </a:lnTo>
                <a:lnTo>
                  <a:pt x="1892" y="27487"/>
                </a:lnTo>
                <a:lnTo>
                  <a:pt x="1988" y="27139"/>
                </a:lnTo>
                <a:lnTo>
                  <a:pt x="1988" y="26733"/>
                </a:lnTo>
                <a:lnTo>
                  <a:pt x="1988" y="26414"/>
                </a:lnTo>
                <a:lnTo>
                  <a:pt x="1988" y="26067"/>
                </a:lnTo>
                <a:lnTo>
                  <a:pt x="2053" y="25690"/>
                </a:lnTo>
                <a:lnTo>
                  <a:pt x="2053" y="25342"/>
                </a:lnTo>
                <a:lnTo>
                  <a:pt x="2053" y="24936"/>
                </a:lnTo>
                <a:lnTo>
                  <a:pt x="2053" y="24617"/>
                </a:lnTo>
                <a:lnTo>
                  <a:pt x="2053" y="24269"/>
                </a:lnTo>
                <a:lnTo>
                  <a:pt x="2117" y="23892"/>
                </a:lnTo>
                <a:lnTo>
                  <a:pt x="2117" y="23544"/>
                </a:lnTo>
                <a:lnTo>
                  <a:pt x="2117" y="23225"/>
                </a:lnTo>
                <a:lnTo>
                  <a:pt x="2117" y="22819"/>
                </a:lnTo>
                <a:lnTo>
                  <a:pt x="2213" y="22500"/>
                </a:lnTo>
                <a:lnTo>
                  <a:pt x="2213" y="22094"/>
                </a:lnTo>
                <a:lnTo>
                  <a:pt x="2213" y="21746"/>
                </a:lnTo>
                <a:lnTo>
                  <a:pt x="2213" y="21427"/>
                </a:lnTo>
                <a:lnTo>
                  <a:pt x="2213" y="21021"/>
                </a:lnTo>
                <a:lnTo>
                  <a:pt x="2277" y="20702"/>
                </a:lnTo>
                <a:lnTo>
                  <a:pt x="2277" y="20354"/>
                </a:lnTo>
                <a:lnTo>
                  <a:pt x="2277" y="19948"/>
                </a:lnTo>
                <a:lnTo>
                  <a:pt x="2277" y="19629"/>
                </a:lnTo>
                <a:lnTo>
                  <a:pt x="2341" y="19224"/>
                </a:lnTo>
                <a:lnTo>
                  <a:pt x="2341" y="18905"/>
                </a:lnTo>
                <a:lnTo>
                  <a:pt x="2341" y="18557"/>
                </a:lnTo>
                <a:lnTo>
                  <a:pt x="2341" y="18151"/>
                </a:lnTo>
                <a:lnTo>
                  <a:pt x="2341" y="17832"/>
                </a:lnTo>
                <a:lnTo>
                  <a:pt x="2406" y="17513"/>
                </a:lnTo>
                <a:lnTo>
                  <a:pt x="2406" y="17107"/>
                </a:lnTo>
                <a:lnTo>
                  <a:pt x="2406" y="16759"/>
                </a:lnTo>
                <a:lnTo>
                  <a:pt x="2406" y="16382"/>
                </a:lnTo>
                <a:lnTo>
                  <a:pt x="2406" y="16034"/>
                </a:lnTo>
                <a:lnTo>
                  <a:pt x="2502" y="15715"/>
                </a:lnTo>
                <a:lnTo>
                  <a:pt x="2502" y="15309"/>
                </a:lnTo>
                <a:lnTo>
                  <a:pt x="2502" y="14961"/>
                </a:lnTo>
                <a:lnTo>
                  <a:pt x="2502" y="14642"/>
                </a:lnTo>
                <a:lnTo>
                  <a:pt x="2566" y="14236"/>
                </a:lnTo>
                <a:lnTo>
                  <a:pt x="2566" y="13917"/>
                </a:lnTo>
                <a:lnTo>
                  <a:pt x="2566" y="13569"/>
                </a:lnTo>
                <a:lnTo>
                  <a:pt x="2566" y="13163"/>
                </a:lnTo>
                <a:lnTo>
                  <a:pt x="2566" y="12845"/>
                </a:lnTo>
                <a:lnTo>
                  <a:pt x="2630" y="12439"/>
                </a:lnTo>
                <a:lnTo>
                  <a:pt x="2630" y="12120"/>
                </a:lnTo>
                <a:lnTo>
                  <a:pt x="2630" y="11772"/>
                </a:lnTo>
                <a:lnTo>
                  <a:pt x="2630" y="11395"/>
                </a:lnTo>
                <a:lnTo>
                  <a:pt x="2726" y="11047"/>
                </a:lnTo>
                <a:lnTo>
                  <a:pt x="2726" y="10728"/>
                </a:lnTo>
                <a:lnTo>
                  <a:pt x="2726" y="10322"/>
                </a:lnTo>
                <a:lnTo>
                  <a:pt x="2726" y="9974"/>
                </a:lnTo>
                <a:lnTo>
                  <a:pt x="2726" y="9597"/>
                </a:lnTo>
                <a:lnTo>
                  <a:pt x="2790" y="9249"/>
                </a:lnTo>
                <a:lnTo>
                  <a:pt x="2790" y="8930"/>
                </a:lnTo>
                <a:lnTo>
                  <a:pt x="2790" y="8524"/>
                </a:lnTo>
                <a:lnTo>
                  <a:pt x="2790" y="8176"/>
                </a:lnTo>
                <a:lnTo>
                  <a:pt x="2855" y="7857"/>
                </a:lnTo>
                <a:lnTo>
                  <a:pt x="2855" y="7451"/>
                </a:lnTo>
                <a:lnTo>
                  <a:pt x="2855" y="7132"/>
                </a:lnTo>
                <a:lnTo>
                  <a:pt x="2855" y="6784"/>
                </a:lnTo>
                <a:lnTo>
                  <a:pt x="2855" y="6408"/>
                </a:lnTo>
                <a:lnTo>
                  <a:pt x="2919" y="6060"/>
                </a:lnTo>
                <a:lnTo>
                  <a:pt x="2919" y="5741"/>
                </a:lnTo>
                <a:lnTo>
                  <a:pt x="2919" y="5335"/>
                </a:lnTo>
                <a:lnTo>
                  <a:pt x="2919" y="4987"/>
                </a:lnTo>
                <a:lnTo>
                  <a:pt x="3015" y="4610"/>
                </a:lnTo>
                <a:lnTo>
                  <a:pt x="3015" y="4262"/>
                </a:lnTo>
                <a:lnTo>
                  <a:pt x="3015" y="3943"/>
                </a:lnTo>
                <a:lnTo>
                  <a:pt x="3015" y="3537"/>
                </a:lnTo>
                <a:lnTo>
                  <a:pt x="3015" y="3189"/>
                </a:lnTo>
                <a:lnTo>
                  <a:pt x="3079" y="2870"/>
                </a:lnTo>
                <a:lnTo>
                  <a:pt x="3079" y="2464"/>
                </a:lnTo>
                <a:lnTo>
                  <a:pt x="3079" y="2145"/>
                </a:lnTo>
                <a:lnTo>
                  <a:pt x="3079" y="1797"/>
                </a:lnTo>
                <a:lnTo>
                  <a:pt x="3143" y="1420"/>
                </a:lnTo>
                <a:lnTo>
                  <a:pt x="3143" y="1072"/>
                </a:lnTo>
                <a:lnTo>
                  <a:pt x="3143" y="753"/>
                </a:lnTo>
                <a:lnTo>
                  <a:pt x="3143" y="347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003389" y="3348009"/>
            <a:ext cx="3208" cy="68487"/>
          </a:xfrm>
          <a:custGeom>
            <a:avLst/>
            <a:gdLst/>
            <a:ahLst/>
            <a:cxnLst/>
            <a:rect l="l" t="t" r="r" b="b"/>
            <a:pathLst>
              <a:path w="3208" h="68487">
                <a:moveTo>
                  <a:pt x="0" y="68487"/>
                </a:moveTo>
                <a:lnTo>
                  <a:pt x="64" y="68168"/>
                </a:lnTo>
                <a:lnTo>
                  <a:pt x="64" y="67762"/>
                </a:lnTo>
                <a:lnTo>
                  <a:pt x="64" y="67443"/>
                </a:lnTo>
                <a:lnTo>
                  <a:pt x="64" y="67095"/>
                </a:lnTo>
                <a:lnTo>
                  <a:pt x="64" y="66689"/>
                </a:lnTo>
                <a:lnTo>
                  <a:pt x="160" y="66370"/>
                </a:lnTo>
                <a:lnTo>
                  <a:pt x="160" y="65964"/>
                </a:lnTo>
                <a:lnTo>
                  <a:pt x="160" y="65645"/>
                </a:lnTo>
                <a:lnTo>
                  <a:pt x="160" y="65297"/>
                </a:lnTo>
                <a:lnTo>
                  <a:pt x="224" y="64921"/>
                </a:lnTo>
                <a:lnTo>
                  <a:pt x="224" y="64573"/>
                </a:lnTo>
                <a:lnTo>
                  <a:pt x="224" y="64254"/>
                </a:lnTo>
                <a:lnTo>
                  <a:pt x="224" y="63848"/>
                </a:lnTo>
                <a:lnTo>
                  <a:pt x="224" y="63500"/>
                </a:lnTo>
                <a:lnTo>
                  <a:pt x="288" y="63181"/>
                </a:lnTo>
                <a:lnTo>
                  <a:pt x="288" y="62775"/>
                </a:lnTo>
                <a:lnTo>
                  <a:pt x="288" y="62456"/>
                </a:lnTo>
                <a:lnTo>
                  <a:pt x="288" y="62108"/>
                </a:lnTo>
                <a:lnTo>
                  <a:pt x="384" y="61789"/>
                </a:lnTo>
                <a:lnTo>
                  <a:pt x="384" y="61383"/>
                </a:lnTo>
                <a:lnTo>
                  <a:pt x="384" y="61064"/>
                </a:lnTo>
                <a:lnTo>
                  <a:pt x="384" y="60716"/>
                </a:lnTo>
                <a:lnTo>
                  <a:pt x="384" y="60310"/>
                </a:lnTo>
                <a:lnTo>
                  <a:pt x="449" y="59991"/>
                </a:lnTo>
                <a:lnTo>
                  <a:pt x="449" y="59643"/>
                </a:lnTo>
                <a:lnTo>
                  <a:pt x="449" y="59266"/>
                </a:lnTo>
                <a:lnTo>
                  <a:pt x="449" y="58918"/>
                </a:lnTo>
                <a:lnTo>
                  <a:pt x="513" y="58600"/>
                </a:lnTo>
                <a:lnTo>
                  <a:pt x="513" y="58194"/>
                </a:lnTo>
                <a:lnTo>
                  <a:pt x="513" y="57846"/>
                </a:lnTo>
                <a:lnTo>
                  <a:pt x="513" y="57527"/>
                </a:lnTo>
                <a:lnTo>
                  <a:pt x="513" y="57121"/>
                </a:lnTo>
                <a:lnTo>
                  <a:pt x="577" y="56802"/>
                </a:lnTo>
                <a:lnTo>
                  <a:pt x="577" y="56454"/>
                </a:lnTo>
                <a:lnTo>
                  <a:pt x="577" y="56077"/>
                </a:lnTo>
                <a:lnTo>
                  <a:pt x="577" y="55729"/>
                </a:lnTo>
                <a:lnTo>
                  <a:pt x="673" y="55410"/>
                </a:lnTo>
                <a:lnTo>
                  <a:pt x="673" y="55062"/>
                </a:lnTo>
                <a:lnTo>
                  <a:pt x="673" y="54656"/>
                </a:lnTo>
                <a:lnTo>
                  <a:pt x="673" y="54337"/>
                </a:lnTo>
                <a:lnTo>
                  <a:pt x="673" y="53989"/>
                </a:lnTo>
                <a:lnTo>
                  <a:pt x="737" y="53612"/>
                </a:lnTo>
                <a:lnTo>
                  <a:pt x="737" y="53264"/>
                </a:lnTo>
                <a:lnTo>
                  <a:pt x="737" y="52945"/>
                </a:lnTo>
                <a:lnTo>
                  <a:pt x="737" y="52539"/>
                </a:lnTo>
                <a:lnTo>
                  <a:pt x="802" y="52220"/>
                </a:lnTo>
                <a:lnTo>
                  <a:pt x="802" y="51873"/>
                </a:lnTo>
                <a:lnTo>
                  <a:pt x="802" y="51554"/>
                </a:lnTo>
                <a:lnTo>
                  <a:pt x="802" y="51148"/>
                </a:lnTo>
                <a:lnTo>
                  <a:pt x="802" y="50800"/>
                </a:lnTo>
                <a:lnTo>
                  <a:pt x="866" y="50481"/>
                </a:lnTo>
                <a:lnTo>
                  <a:pt x="866" y="50075"/>
                </a:lnTo>
                <a:lnTo>
                  <a:pt x="866" y="49756"/>
                </a:lnTo>
                <a:lnTo>
                  <a:pt x="866" y="49408"/>
                </a:lnTo>
                <a:lnTo>
                  <a:pt x="866" y="49089"/>
                </a:lnTo>
                <a:lnTo>
                  <a:pt x="962" y="48683"/>
                </a:lnTo>
                <a:lnTo>
                  <a:pt x="962" y="48364"/>
                </a:lnTo>
                <a:lnTo>
                  <a:pt x="962" y="48016"/>
                </a:lnTo>
                <a:lnTo>
                  <a:pt x="962" y="47610"/>
                </a:lnTo>
                <a:lnTo>
                  <a:pt x="1026" y="47291"/>
                </a:lnTo>
                <a:lnTo>
                  <a:pt x="1026" y="46943"/>
                </a:lnTo>
                <a:lnTo>
                  <a:pt x="1026" y="46624"/>
                </a:lnTo>
                <a:lnTo>
                  <a:pt x="1026" y="46218"/>
                </a:lnTo>
                <a:lnTo>
                  <a:pt x="1026" y="45899"/>
                </a:lnTo>
                <a:lnTo>
                  <a:pt x="1090" y="45552"/>
                </a:lnTo>
                <a:lnTo>
                  <a:pt x="1090" y="45233"/>
                </a:lnTo>
                <a:lnTo>
                  <a:pt x="1090" y="44827"/>
                </a:lnTo>
                <a:lnTo>
                  <a:pt x="1090" y="44508"/>
                </a:lnTo>
                <a:lnTo>
                  <a:pt x="1186" y="44160"/>
                </a:lnTo>
                <a:lnTo>
                  <a:pt x="1186" y="43841"/>
                </a:lnTo>
                <a:lnTo>
                  <a:pt x="1186" y="43435"/>
                </a:lnTo>
                <a:lnTo>
                  <a:pt x="1186" y="43087"/>
                </a:lnTo>
                <a:lnTo>
                  <a:pt x="1186" y="42768"/>
                </a:lnTo>
                <a:lnTo>
                  <a:pt x="1251" y="42420"/>
                </a:lnTo>
                <a:lnTo>
                  <a:pt x="1251" y="42043"/>
                </a:lnTo>
                <a:lnTo>
                  <a:pt x="1251" y="41695"/>
                </a:lnTo>
                <a:lnTo>
                  <a:pt x="1251" y="41376"/>
                </a:lnTo>
                <a:lnTo>
                  <a:pt x="1315" y="41028"/>
                </a:lnTo>
                <a:lnTo>
                  <a:pt x="1315" y="40622"/>
                </a:lnTo>
                <a:lnTo>
                  <a:pt x="1315" y="40303"/>
                </a:lnTo>
                <a:lnTo>
                  <a:pt x="1315" y="39984"/>
                </a:lnTo>
                <a:lnTo>
                  <a:pt x="1315" y="39636"/>
                </a:lnTo>
                <a:lnTo>
                  <a:pt x="1379" y="39230"/>
                </a:lnTo>
                <a:lnTo>
                  <a:pt x="1379" y="38912"/>
                </a:lnTo>
                <a:lnTo>
                  <a:pt x="1379" y="38564"/>
                </a:lnTo>
                <a:lnTo>
                  <a:pt x="1379" y="38245"/>
                </a:lnTo>
                <a:lnTo>
                  <a:pt x="1475" y="37839"/>
                </a:lnTo>
                <a:lnTo>
                  <a:pt x="1475" y="37520"/>
                </a:lnTo>
                <a:lnTo>
                  <a:pt x="1475" y="37172"/>
                </a:lnTo>
                <a:lnTo>
                  <a:pt x="1475" y="36853"/>
                </a:lnTo>
                <a:lnTo>
                  <a:pt x="1475" y="36505"/>
                </a:lnTo>
                <a:lnTo>
                  <a:pt x="1539" y="36128"/>
                </a:lnTo>
                <a:lnTo>
                  <a:pt x="1539" y="35780"/>
                </a:lnTo>
                <a:lnTo>
                  <a:pt x="1539" y="35461"/>
                </a:lnTo>
                <a:lnTo>
                  <a:pt x="1539" y="35113"/>
                </a:lnTo>
                <a:lnTo>
                  <a:pt x="1604" y="34794"/>
                </a:lnTo>
                <a:lnTo>
                  <a:pt x="1604" y="34388"/>
                </a:lnTo>
                <a:lnTo>
                  <a:pt x="1604" y="34040"/>
                </a:lnTo>
                <a:lnTo>
                  <a:pt x="1604" y="33721"/>
                </a:lnTo>
                <a:lnTo>
                  <a:pt x="1604" y="33402"/>
                </a:lnTo>
                <a:lnTo>
                  <a:pt x="1700" y="33054"/>
                </a:lnTo>
                <a:lnTo>
                  <a:pt x="1700" y="32648"/>
                </a:lnTo>
                <a:lnTo>
                  <a:pt x="1700" y="32330"/>
                </a:lnTo>
                <a:lnTo>
                  <a:pt x="1700" y="31982"/>
                </a:lnTo>
                <a:lnTo>
                  <a:pt x="1700" y="31663"/>
                </a:lnTo>
                <a:lnTo>
                  <a:pt x="1764" y="31315"/>
                </a:lnTo>
                <a:lnTo>
                  <a:pt x="1764" y="30938"/>
                </a:lnTo>
                <a:lnTo>
                  <a:pt x="1764" y="30590"/>
                </a:lnTo>
                <a:lnTo>
                  <a:pt x="1764" y="30271"/>
                </a:lnTo>
                <a:lnTo>
                  <a:pt x="1828" y="29923"/>
                </a:lnTo>
                <a:lnTo>
                  <a:pt x="1828" y="29604"/>
                </a:lnTo>
                <a:lnTo>
                  <a:pt x="1828" y="29256"/>
                </a:lnTo>
                <a:lnTo>
                  <a:pt x="1828" y="28879"/>
                </a:lnTo>
                <a:lnTo>
                  <a:pt x="1828" y="28531"/>
                </a:lnTo>
                <a:lnTo>
                  <a:pt x="1892" y="28212"/>
                </a:lnTo>
                <a:lnTo>
                  <a:pt x="1892" y="27864"/>
                </a:lnTo>
                <a:lnTo>
                  <a:pt x="1892" y="27545"/>
                </a:lnTo>
                <a:lnTo>
                  <a:pt x="1892" y="27197"/>
                </a:lnTo>
                <a:lnTo>
                  <a:pt x="1988" y="26791"/>
                </a:lnTo>
                <a:lnTo>
                  <a:pt x="1988" y="26472"/>
                </a:lnTo>
                <a:lnTo>
                  <a:pt x="1988" y="26153"/>
                </a:lnTo>
                <a:lnTo>
                  <a:pt x="1988" y="25806"/>
                </a:lnTo>
                <a:lnTo>
                  <a:pt x="1988" y="25487"/>
                </a:lnTo>
                <a:lnTo>
                  <a:pt x="2053" y="25139"/>
                </a:lnTo>
                <a:lnTo>
                  <a:pt x="2053" y="24820"/>
                </a:lnTo>
                <a:lnTo>
                  <a:pt x="2053" y="24414"/>
                </a:lnTo>
                <a:lnTo>
                  <a:pt x="2053" y="24066"/>
                </a:lnTo>
                <a:lnTo>
                  <a:pt x="2117" y="23747"/>
                </a:lnTo>
                <a:lnTo>
                  <a:pt x="2117" y="23428"/>
                </a:lnTo>
                <a:lnTo>
                  <a:pt x="2117" y="23080"/>
                </a:lnTo>
                <a:lnTo>
                  <a:pt x="2117" y="22761"/>
                </a:lnTo>
                <a:lnTo>
                  <a:pt x="2117" y="22413"/>
                </a:lnTo>
                <a:lnTo>
                  <a:pt x="2181" y="22094"/>
                </a:lnTo>
                <a:lnTo>
                  <a:pt x="2181" y="21688"/>
                </a:lnTo>
                <a:lnTo>
                  <a:pt x="2181" y="21340"/>
                </a:lnTo>
                <a:lnTo>
                  <a:pt x="2181" y="21021"/>
                </a:lnTo>
                <a:lnTo>
                  <a:pt x="2277" y="20673"/>
                </a:lnTo>
                <a:lnTo>
                  <a:pt x="2277" y="20354"/>
                </a:lnTo>
                <a:lnTo>
                  <a:pt x="2277" y="20035"/>
                </a:lnTo>
                <a:lnTo>
                  <a:pt x="2277" y="19687"/>
                </a:lnTo>
                <a:lnTo>
                  <a:pt x="2277" y="19369"/>
                </a:lnTo>
                <a:lnTo>
                  <a:pt x="2341" y="19021"/>
                </a:lnTo>
                <a:lnTo>
                  <a:pt x="2341" y="18615"/>
                </a:lnTo>
                <a:lnTo>
                  <a:pt x="2341" y="18296"/>
                </a:lnTo>
                <a:lnTo>
                  <a:pt x="2341" y="17948"/>
                </a:lnTo>
                <a:lnTo>
                  <a:pt x="2406" y="17629"/>
                </a:lnTo>
                <a:lnTo>
                  <a:pt x="2406" y="17310"/>
                </a:lnTo>
                <a:lnTo>
                  <a:pt x="2406" y="16962"/>
                </a:lnTo>
                <a:lnTo>
                  <a:pt x="2406" y="16643"/>
                </a:lnTo>
                <a:lnTo>
                  <a:pt x="2406" y="16295"/>
                </a:lnTo>
                <a:lnTo>
                  <a:pt x="2502" y="15976"/>
                </a:lnTo>
                <a:lnTo>
                  <a:pt x="2502" y="15628"/>
                </a:lnTo>
                <a:lnTo>
                  <a:pt x="2502" y="15309"/>
                </a:lnTo>
                <a:lnTo>
                  <a:pt x="2502" y="14961"/>
                </a:lnTo>
                <a:lnTo>
                  <a:pt x="2502" y="14584"/>
                </a:lnTo>
                <a:lnTo>
                  <a:pt x="2566" y="14236"/>
                </a:lnTo>
                <a:lnTo>
                  <a:pt x="2566" y="13917"/>
                </a:lnTo>
                <a:lnTo>
                  <a:pt x="2566" y="13569"/>
                </a:lnTo>
                <a:lnTo>
                  <a:pt x="2566" y="13250"/>
                </a:lnTo>
                <a:lnTo>
                  <a:pt x="2630" y="12903"/>
                </a:lnTo>
                <a:lnTo>
                  <a:pt x="2630" y="12584"/>
                </a:lnTo>
                <a:lnTo>
                  <a:pt x="2630" y="12236"/>
                </a:lnTo>
                <a:lnTo>
                  <a:pt x="2630" y="11917"/>
                </a:lnTo>
                <a:lnTo>
                  <a:pt x="2630" y="11569"/>
                </a:lnTo>
                <a:lnTo>
                  <a:pt x="2694" y="11250"/>
                </a:lnTo>
                <a:lnTo>
                  <a:pt x="2694" y="10902"/>
                </a:lnTo>
                <a:lnTo>
                  <a:pt x="2694" y="10583"/>
                </a:lnTo>
                <a:lnTo>
                  <a:pt x="2694" y="10235"/>
                </a:lnTo>
                <a:lnTo>
                  <a:pt x="2790" y="9916"/>
                </a:lnTo>
                <a:lnTo>
                  <a:pt x="2790" y="9597"/>
                </a:lnTo>
                <a:lnTo>
                  <a:pt x="2790" y="9249"/>
                </a:lnTo>
                <a:lnTo>
                  <a:pt x="2790" y="8930"/>
                </a:lnTo>
                <a:lnTo>
                  <a:pt x="2790" y="8582"/>
                </a:lnTo>
                <a:lnTo>
                  <a:pt x="2855" y="8263"/>
                </a:lnTo>
                <a:lnTo>
                  <a:pt x="2855" y="7915"/>
                </a:lnTo>
                <a:lnTo>
                  <a:pt x="2855" y="7596"/>
                </a:lnTo>
                <a:lnTo>
                  <a:pt x="2855" y="7248"/>
                </a:lnTo>
                <a:lnTo>
                  <a:pt x="2919" y="6929"/>
                </a:lnTo>
                <a:lnTo>
                  <a:pt x="2919" y="6581"/>
                </a:lnTo>
                <a:lnTo>
                  <a:pt x="2919" y="6263"/>
                </a:lnTo>
                <a:lnTo>
                  <a:pt x="2919" y="5915"/>
                </a:lnTo>
                <a:lnTo>
                  <a:pt x="2919" y="5596"/>
                </a:lnTo>
                <a:lnTo>
                  <a:pt x="3015" y="5248"/>
                </a:lnTo>
                <a:lnTo>
                  <a:pt x="3015" y="4929"/>
                </a:lnTo>
                <a:lnTo>
                  <a:pt x="3015" y="4610"/>
                </a:lnTo>
                <a:lnTo>
                  <a:pt x="3015" y="4262"/>
                </a:lnTo>
                <a:lnTo>
                  <a:pt x="3079" y="3943"/>
                </a:lnTo>
                <a:lnTo>
                  <a:pt x="3079" y="3595"/>
                </a:lnTo>
                <a:lnTo>
                  <a:pt x="3079" y="3276"/>
                </a:lnTo>
                <a:lnTo>
                  <a:pt x="3079" y="2928"/>
                </a:lnTo>
                <a:lnTo>
                  <a:pt x="3079" y="2609"/>
                </a:lnTo>
                <a:lnTo>
                  <a:pt x="3143" y="2261"/>
                </a:lnTo>
                <a:lnTo>
                  <a:pt x="3143" y="1942"/>
                </a:lnTo>
                <a:lnTo>
                  <a:pt x="3143" y="1594"/>
                </a:lnTo>
                <a:lnTo>
                  <a:pt x="3143" y="1275"/>
                </a:lnTo>
                <a:lnTo>
                  <a:pt x="3208" y="927"/>
                </a:lnTo>
                <a:lnTo>
                  <a:pt x="3208" y="608"/>
                </a:lnTo>
                <a:lnTo>
                  <a:pt x="3208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006597" y="3288162"/>
            <a:ext cx="3240" cy="59846"/>
          </a:xfrm>
          <a:custGeom>
            <a:avLst/>
            <a:gdLst/>
            <a:ahLst/>
            <a:cxnLst/>
            <a:rect l="l" t="t" r="r" b="b"/>
            <a:pathLst>
              <a:path w="3240" h="59846">
                <a:moveTo>
                  <a:pt x="0" y="59846"/>
                </a:moveTo>
                <a:lnTo>
                  <a:pt x="0" y="59527"/>
                </a:lnTo>
                <a:lnTo>
                  <a:pt x="96" y="59179"/>
                </a:lnTo>
                <a:lnTo>
                  <a:pt x="96" y="58860"/>
                </a:lnTo>
                <a:lnTo>
                  <a:pt x="96" y="58513"/>
                </a:lnTo>
                <a:lnTo>
                  <a:pt x="96" y="58194"/>
                </a:lnTo>
                <a:lnTo>
                  <a:pt x="96" y="57846"/>
                </a:lnTo>
                <a:lnTo>
                  <a:pt x="160" y="57527"/>
                </a:lnTo>
                <a:lnTo>
                  <a:pt x="160" y="57208"/>
                </a:lnTo>
                <a:lnTo>
                  <a:pt x="160" y="56860"/>
                </a:lnTo>
                <a:lnTo>
                  <a:pt x="160" y="56599"/>
                </a:lnTo>
                <a:lnTo>
                  <a:pt x="224" y="56251"/>
                </a:lnTo>
                <a:lnTo>
                  <a:pt x="224" y="55932"/>
                </a:lnTo>
                <a:lnTo>
                  <a:pt x="224" y="55584"/>
                </a:lnTo>
                <a:lnTo>
                  <a:pt x="224" y="55265"/>
                </a:lnTo>
                <a:lnTo>
                  <a:pt x="224" y="54946"/>
                </a:lnTo>
                <a:lnTo>
                  <a:pt x="288" y="54598"/>
                </a:lnTo>
                <a:lnTo>
                  <a:pt x="288" y="54279"/>
                </a:lnTo>
                <a:lnTo>
                  <a:pt x="288" y="53931"/>
                </a:lnTo>
                <a:lnTo>
                  <a:pt x="288" y="53670"/>
                </a:lnTo>
                <a:lnTo>
                  <a:pt x="384" y="53351"/>
                </a:lnTo>
                <a:lnTo>
                  <a:pt x="384" y="53003"/>
                </a:lnTo>
                <a:lnTo>
                  <a:pt x="384" y="52684"/>
                </a:lnTo>
                <a:lnTo>
                  <a:pt x="384" y="52336"/>
                </a:lnTo>
                <a:lnTo>
                  <a:pt x="384" y="52018"/>
                </a:lnTo>
                <a:lnTo>
                  <a:pt x="449" y="51728"/>
                </a:lnTo>
                <a:lnTo>
                  <a:pt x="449" y="51409"/>
                </a:lnTo>
                <a:lnTo>
                  <a:pt x="449" y="51090"/>
                </a:lnTo>
                <a:lnTo>
                  <a:pt x="449" y="50742"/>
                </a:lnTo>
                <a:lnTo>
                  <a:pt x="513" y="50423"/>
                </a:lnTo>
                <a:lnTo>
                  <a:pt x="513" y="50075"/>
                </a:lnTo>
                <a:lnTo>
                  <a:pt x="513" y="49814"/>
                </a:lnTo>
                <a:lnTo>
                  <a:pt x="513" y="49495"/>
                </a:lnTo>
                <a:lnTo>
                  <a:pt x="513" y="49147"/>
                </a:lnTo>
                <a:lnTo>
                  <a:pt x="609" y="48828"/>
                </a:lnTo>
                <a:lnTo>
                  <a:pt x="609" y="48480"/>
                </a:lnTo>
                <a:lnTo>
                  <a:pt x="609" y="48161"/>
                </a:lnTo>
                <a:lnTo>
                  <a:pt x="609" y="47871"/>
                </a:lnTo>
                <a:lnTo>
                  <a:pt x="673" y="47552"/>
                </a:lnTo>
                <a:lnTo>
                  <a:pt x="673" y="47233"/>
                </a:lnTo>
                <a:lnTo>
                  <a:pt x="673" y="46885"/>
                </a:lnTo>
                <a:lnTo>
                  <a:pt x="673" y="46624"/>
                </a:lnTo>
                <a:lnTo>
                  <a:pt x="673" y="46276"/>
                </a:lnTo>
                <a:lnTo>
                  <a:pt x="737" y="45957"/>
                </a:lnTo>
                <a:lnTo>
                  <a:pt x="737" y="45610"/>
                </a:lnTo>
                <a:lnTo>
                  <a:pt x="737" y="45291"/>
                </a:lnTo>
                <a:lnTo>
                  <a:pt x="737" y="45030"/>
                </a:lnTo>
                <a:lnTo>
                  <a:pt x="802" y="44682"/>
                </a:lnTo>
                <a:lnTo>
                  <a:pt x="802" y="44363"/>
                </a:lnTo>
                <a:lnTo>
                  <a:pt x="802" y="44015"/>
                </a:lnTo>
                <a:lnTo>
                  <a:pt x="802" y="43754"/>
                </a:lnTo>
                <a:lnTo>
                  <a:pt x="802" y="43435"/>
                </a:lnTo>
                <a:lnTo>
                  <a:pt x="898" y="43087"/>
                </a:lnTo>
                <a:lnTo>
                  <a:pt x="898" y="42768"/>
                </a:lnTo>
                <a:lnTo>
                  <a:pt x="898" y="42507"/>
                </a:lnTo>
                <a:lnTo>
                  <a:pt x="898" y="42159"/>
                </a:lnTo>
                <a:lnTo>
                  <a:pt x="898" y="41840"/>
                </a:lnTo>
                <a:lnTo>
                  <a:pt x="962" y="41579"/>
                </a:lnTo>
                <a:lnTo>
                  <a:pt x="962" y="41231"/>
                </a:lnTo>
                <a:lnTo>
                  <a:pt x="962" y="40912"/>
                </a:lnTo>
                <a:lnTo>
                  <a:pt x="962" y="40564"/>
                </a:lnTo>
                <a:lnTo>
                  <a:pt x="1026" y="40303"/>
                </a:lnTo>
                <a:lnTo>
                  <a:pt x="1026" y="39984"/>
                </a:lnTo>
                <a:lnTo>
                  <a:pt x="1026" y="39636"/>
                </a:lnTo>
                <a:lnTo>
                  <a:pt x="1026" y="39375"/>
                </a:lnTo>
                <a:lnTo>
                  <a:pt x="1026" y="39028"/>
                </a:lnTo>
                <a:lnTo>
                  <a:pt x="1090" y="38709"/>
                </a:lnTo>
                <a:lnTo>
                  <a:pt x="1090" y="38448"/>
                </a:lnTo>
                <a:lnTo>
                  <a:pt x="1090" y="38100"/>
                </a:lnTo>
                <a:lnTo>
                  <a:pt x="1090" y="37781"/>
                </a:lnTo>
                <a:lnTo>
                  <a:pt x="1186" y="37520"/>
                </a:lnTo>
                <a:lnTo>
                  <a:pt x="1186" y="37172"/>
                </a:lnTo>
                <a:lnTo>
                  <a:pt x="1186" y="36853"/>
                </a:lnTo>
                <a:lnTo>
                  <a:pt x="1186" y="36592"/>
                </a:lnTo>
                <a:lnTo>
                  <a:pt x="1186" y="36244"/>
                </a:lnTo>
                <a:lnTo>
                  <a:pt x="1251" y="35925"/>
                </a:lnTo>
                <a:lnTo>
                  <a:pt x="1251" y="35635"/>
                </a:lnTo>
                <a:lnTo>
                  <a:pt x="1251" y="35316"/>
                </a:lnTo>
                <a:lnTo>
                  <a:pt x="1251" y="34997"/>
                </a:lnTo>
                <a:lnTo>
                  <a:pt x="1315" y="34707"/>
                </a:lnTo>
                <a:lnTo>
                  <a:pt x="1315" y="34388"/>
                </a:lnTo>
                <a:lnTo>
                  <a:pt x="1315" y="34040"/>
                </a:lnTo>
                <a:lnTo>
                  <a:pt x="1315" y="33779"/>
                </a:lnTo>
                <a:lnTo>
                  <a:pt x="1315" y="33460"/>
                </a:lnTo>
                <a:lnTo>
                  <a:pt x="1411" y="33199"/>
                </a:lnTo>
                <a:lnTo>
                  <a:pt x="1411" y="32851"/>
                </a:lnTo>
                <a:lnTo>
                  <a:pt x="1411" y="32533"/>
                </a:lnTo>
                <a:lnTo>
                  <a:pt x="1411" y="32272"/>
                </a:lnTo>
                <a:lnTo>
                  <a:pt x="1475" y="31924"/>
                </a:lnTo>
                <a:lnTo>
                  <a:pt x="1475" y="31663"/>
                </a:lnTo>
                <a:lnTo>
                  <a:pt x="1475" y="31315"/>
                </a:lnTo>
                <a:lnTo>
                  <a:pt x="1475" y="30996"/>
                </a:lnTo>
                <a:lnTo>
                  <a:pt x="1475" y="30735"/>
                </a:lnTo>
                <a:lnTo>
                  <a:pt x="1539" y="30387"/>
                </a:lnTo>
                <a:lnTo>
                  <a:pt x="1539" y="30126"/>
                </a:lnTo>
                <a:lnTo>
                  <a:pt x="1539" y="29807"/>
                </a:lnTo>
                <a:lnTo>
                  <a:pt x="1539" y="29546"/>
                </a:lnTo>
                <a:lnTo>
                  <a:pt x="1604" y="29198"/>
                </a:lnTo>
                <a:lnTo>
                  <a:pt x="1604" y="28937"/>
                </a:lnTo>
                <a:lnTo>
                  <a:pt x="1604" y="28589"/>
                </a:lnTo>
                <a:lnTo>
                  <a:pt x="1604" y="28270"/>
                </a:lnTo>
                <a:lnTo>
                  <a:pt x="1604" y="28009"/>
                </a:lnTo>
                <a:lnTo>
                  <a:pt x="1700" y="27661"/>
                </a:lnTo>
                <a:lnTo>
                  <a:pt x="1700" y="27400"/>
                </a:lnTo>
                <a:lnTo>
                  <a:pt x="1700" y="27081"/>
                </a:lnTo>
                <a:lnTo>
                  <a:pt x="1700" y="26791"/>
                </a:lnTo>
                <a:lnTo>
                  <a:pt x="1700" y="26472"/>
                </a:lnTo>
                <a:lnTo>
                  <a:pt x="1764" y="26211"/>
                </a:lnTo>
                <a:lnTo>
                  <a:pt x="1764" y="25864"/>
                </a:lnTo>
                <a:lnTo>
                  <a:pt x="1764" y="25603"/>
                </a:lnTo>
                <a:lnTo>
                  <a:pt x="1764" y="25284"/>
                </a:lnTo>
                <a:lnTo>
                  <a:pt x="1828" y="25023"/>
                </a:lnTo>
                <a:lnTo>
                  <a:pt x="1828" y="24675"/>
                </a:lnTo>
                <a:lnTo>
                  <a:pt x="1828" y="24414"/>
                </a:lnTo>
                <a:lnTo>
                  <a:pt x="1828" y="24066"/>
                </a:lnTo>
                <a:lnTo>
                  <a:pt x="1828" y="23805"/>
                </a:lnTo>
                <a:lnTo>
                  <a:pt x="1924" y="23544"/>
                </a:lnTo>
                <a:lnTo>
                  <a:pt x="1924" y="23225"/>
                </a:lnTo>
                <a:lnTo>
                  <a:pt x="1924" y="22935"/>
                </a:lnTo>
                <a:lnTo>
                  <a:pt x="1924" y="22616"/>
                </a:lnTo>
                <a:lnTo>
                  <a:pt x="1988" y="22355"/>
                </a:lnTo>
                <a:lnTo>
                  <a:pt x="1988" y="22007"/>
                </a:lnTo>
                <a:lnTo>
                  <a:pt x="1988" y="21746"/>
                </a:lnTo>
                <a:lnTo>
                  <a:pt x="1988" y="21427"/>
                </a:lnTo>
                <a:lnTo>
                  <a:pt x="1988" y="21166"/>
                </a:lnTo>
                <a:lnTo>
                  <a:pt x="2053" y="20876"/>
                </a:lnTo>
                <a:lnTo>
                  <a:pt x="2053" y="20557"/>
                </a:lnTo>
                <a:lnTo>
                  <a:pt x="2053" y="20296"/>
                </a:lnTo>
                <a:lnTo>
                  <a:pt x="2053" y="19948"/>
                </a:lnTo>
                <a:lnTo>
                  <a:pt x="2117" y="19687"/>
                </a:lnTo>
                <a:lnTo>
                  <a:pt x="2117" y="19427"/>
                </a:lnTo>
                <a:lnTo>
                  <a:pt x="2117" y="19079"/>
                </a:lnTo>
                <a:lnTo>
                  <a:pt x="2117" y="18818"/>
                </a:lnTo>
                <a:lnTo>
                  <a:pt x="2117" y="18499"/>
                </a:lnTo>
                <a:lnTo>
                  <a:pt x="2213" y="18238"/>
                </a:lnTo>
                <a:lnTo>
                  <a:pt x="2213" y="17948"/>
                </a:lnTo>
                <a:lnTo>
                  <a:pt x="2213" y="17629"/>
                </a:lnTo>
                <a:lnTo>
                  <a:pt x="2213" y="17368"/>
                </a:lnTo>
                <a:lnTo>
                  <a:pt x="2277" y="17107"/>
                </a:lnTo>
                <a:lnTo>
                  <a:pt x="2277" y="16759"/>
                </a:lnTo>
                <a:lnTo>
                  <a:pt x="2277" y="16498"/>
                </a:lnTo>
                <a:lnTo>
                  <a:pt x="2277" y="16179"/>
                </a:lnTo>
                <a:lnTo>
                  <a:pt x="2277" y="15889"/>
                </a:lnTo>
                <a:lnTo>
                  <a:pt x="2341" y="15628"/>
                </a:lnTo>
                <a:lnTo>
                  <a:pt x="2341" y="15309"/>
                </a:lnTo>
                <a:lnTo>
                  <a:pt x="2341" y="15048"/>
                </a:lnTo>
                <a:lnTo>
                  <a:pt x="2341" y="14758"/>
                </a:lnTo>
                <a:lnTo>
                  <a:pt x="2406" y="14497"/>
                </a:lnTo>
                <a:lnTo>
                  <a:pt x="2406" y="14178"/>
                </a:lnTo>
                <a:lnTo>
                  <a:pt x="2406" y="13917"/>
                </a:lnTo>
                <a:lnTo>
                  <a:pt x="2406" y="13627"/>
                </a:lnTo>
                <a:lnTo>
                  <a:pt x="2406" y="13308"/>
                </a:lnTo>
                <a:lnTo>
                  <a:pt x="2502" y="13047"/>
                </a:lnTo>
                <a:lnTo>
                  <a:pt x="2502" y="12787"/>
                </a:lnTo>
                <a:lnTo>
                  <a:pt x="2502" y="12439"/>
                </a:lnTo>
                <a:lnTo>
                  <a:pt x="2502" y="12178"/>
                </a:lnTo>
                <a:lnTo>
                  <a:pt x="2502" y="11917"/>
                </a:lnTo>
                <a:lnTo>
                  <a:pt x="2566" y="11656"/>
                </a:lnTo>
                <a:lnTo>
                  <a:pt x="2566" y="11308"/>
                </a:lnTo>
                <a:lnTo>
                  <a:pt x="2566" y="11047"/>
                </a:lnTo>
                <a:lnTo>
                  <a:pt x="2566" y="10786"/>
                </a:lnTo>
                <a:lnTo>
                  <a:pt x="2630" y="10525"/>
                </a:lnTo>
                <a:lnTo>
                  <a:pt x="2630" y="10177"/>
                </a:lnTo>
                <a:lnTo>
                  <a:pt x="2630" y="9916"/>
                </a:lnTo>
                <a:lnTo>
                  <a:pt x="2630" y="9655"/>
                </a:lnTo>
                <a:lnTo>
                  <a:pt x="2630" y="9394"/>
                </a:lnTo>
                <a:lnTo>
                  <a:pt x="2726" y="9104"/>
                </a:lnTo>
                <a:lnTo>
                  <a:pt x="2726" y="8785"/>
                </a:lnTo>
                <a:lnTo>
                  <a:pt x="2726" y="8524"/>
                </a:lnTo>
                <a:lnTo>
                  <a:pt x="2726" y="8263"/>
                </a:lnTo>
                <a:lnTo>
                  <a:pt x="2790" y="7973"/>
                </a:lnTo>
                <a:lnTo>
                  <a:pt x="2790" y="7712"/>
                </a:lnTo>
                <a:lnTo>
                  <a:pt x="2790" y="7393"/>
                </a:lnTo>
                <a:lnTo>
                  <a:pt x="2790" y="7132"/>
                </a:lnTo>
                <a:lnTo>
                  <a:pt x="2790" y="6842"/>
                </a:lnTo>
                <a:lnTo>
                  <a:pt x="2855" y="6581"/>
                </a:lnTo>
                <a:lnTo>
                  <a:pt x="2855" y="6321"/>
                </a:lnTo>
                <a:lnTo>
                  <a:pt x="2855" y="6002"/>
                </a:lnTo>
                <a:lnTo>
                  <a:pt x="2855" y="5712"/>
                </a:lnTo>
                <a:lnTo>
                  <a:pt x="2919" y="5451"/>
                </a:lnTo>
                <a:lnTo>
                  <a:pt x="2919" y="5190"/>
                </a:lnTo>
                <a:lnTo>
                  <a:pt x="2919" y="4929"/>
                </a:lnTo>
                <a:lnTo>
                  <a:pt x="2919" y="4668"/>
                </a:lnTo>
                <a:lnTo>
                  <a:pt x="2919" y="4407"/>
                </a:lnTo>
                <a:lnTo>
                  <a:pt x="3015" y="4117"/>
                </a:lnTo>
                <a:lnTo>
                  <a:pt x="3015" y="3798"/>
                </a:lnTo>
                <a:lnTo>
                  <a:pt x="3015" y="3537"/>
                </a:lnTo>
                <a:lnTo>
                  <a:pt x="3015" y="3276"/>
                </a:lnTo>
                <a:lnTo>
                  <a:pt x="3079" y="2986"/>
                </a:lnTo>
                <a:lnTo>
                  <a:pt x="3079" y="2725"/>
                </a:lnTo>
                <a:lnTo>
                  <a:pt x="3079" y="2464"/>
                </a:lnTo>
                <a:lnTo>
                  <a:pt x="3079" y="2203"/>
                </a:lnTo>
                <a:lnTo>
                  <a:pt x="3079" y="1942"/>
                </a:lnTo>
                <a:lnTo>
                  <a:pt x="3143" y="1681"/>
                </a:lnTo>
                <a:lnTo>
                  <a:pt x="3143" y="1391"/>
                </a:lnTo>
                <a:lnTo>
                  <a:pt x="3143" y="1130"/>
                </a:lnTo>
                <a:lnTo>
                  <a:pt x="3143" y="869"/>
                </a:lnTo>
                <a:lnTo>
                  <a:pt x="3240" y="550"/>
                </a:lnTo>
                <a:lnTo>
                  <a:pt x="3240" y="260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009837" y="3243074"/>
            <a:ext cx="3208" cy="45088"/>
          </a:xfrm>
          <a:custGeom>
            <a:avLst/>
            <a:gdLst/>
            <a:ahLst/>
            <a:cxnLst/>
            <a:rect l="l" t="t" r="r" b="b"/>
            <a:pathLst>
              <a:path w="3208" h="45088">
                <a:moveTo>
                  <a:pt x="0" y="45088"/>
                </a:moveTo>
                <a:lnTo>
                  <a:pt x="0" y="44827"/>
                </a:lnTo>
                <a:lnTo>
                  <a:pt x="0" y="44566"/>
                </a:lnTo>
                <a:lnTo>
                  <a:pt x="64" y="44305"/>
                </a:lnTo>
                <a:lnTo>
                  <a:pt x="64" y="44044"/>
                </a:lnTo>
                <a:lnTo>
                  <a:pt x="64" y="43754"/>
                </a:lnTo>
                <a:lnTo>
                  <a:pt x="64" y="43493"/>
                </a:lnTo>
                <a:lnTo>
                  <a:pt x="64" y="43232"/>
                </a:lnTo>
                <a:lnTo>
                  <a:pt x="128" y="42971"/>
                </a:lnTo>
                <a:lnTo>
                  <a:pt x="128" y="42710"/>
                </a:lnTo>
                <a:lnTo>
                  <a:pt x="128" y="42449"/>
                </a:lnTo>
                <a:lnTo>
                  <a:pt x="128" y="42159"/>
                </a:lnTo>
                <a:lnTo>
                  <a:pt x="192" y="41898"/>
                </a:lnTo>
                <a:lnTo>
                  <a:pt x="192" y="41637"/>
                </a:lnTo>
                <a:lnTo>
                  <a:pt x="192" y="41376"/>
                </a:lnTo>
                <a:lnTo>
                  <a:pt x="192" y="41173"/>
                </a:lnTo>
                <a:lnTo>
                  <a:pt x="192" y="40912"/>
                </a:lnTo>
                <a:lnTo>
                  <a:pt x="288" y="40651"/>
                </a:lnTo>
                <a:lnTo>
                  <a:pt x="288" y="40361"/>
                </a:lnTo>
                <a:lnTo>
                  <a:pt x="288" y="40100"/>
                </a:lnTo>
                <a:lnTo>
                  <a:pt x="288" y="39839"/>
                </a:lnTo>
                <a:lnTo>
                  <a:pt x="352" y="39578"/>
                </a:lnTo>
                <a:lnTo>
                  <a:pt x="352" y="39317"/>
                </a:lnTo>
                <a:lnTo>
                  <a:pt x="352" y="39057"/>
                </a:lnTo>
                <a:lnTo>
                  <a:pt x="352" y="38767"/>
                </a:lnTo>
                <a:lnTo>
                  <a:pt x="352" y="38506"/>
                </a:lnTo>
                <a:lnTo>
                  <a:pt x="417" y="38245"/>
                </a:lnTo>
                <a:lnTo>
                  <a:pt x="417" y="38042"/>
                </a:lnTo>
                <a:lnTo>
                  <a:pt x="417" y="37781"/>
                </a:lnTo>
                <a:lnTo>
                  <a:pt x="417" y="37520"/>
                </a:lnTo>
                <a:lnTo>
                  <a:pt x="481" y="37259"/>
                </a:lnTo>
                <a:lnTo>
                  <a:pt x="481" y="36969"/>
                </a:lnTo>
                <a:lnTo>
                  <a:pt x="481" y="36708"/>
                </a:lnTo>
                <a:lnTo>
                  <a:pt x="481" y="36447"/>
                </a:lnTo>
                <a:lnTo>
                  <a:pt x="481" y="36244"/>
                </a:lnTo>
                <a:lnTo>
                  <a:pt x="577" y="35983"/>
                </a:lnTo>
                <a:lnTo>
                  <a:pt x="577" y="35722"/>
                </a:lnTo>
                <a:lnTo>
                  <a:pt x="577" y="35461"/>
                </a:lnTo>
                <a:lnTo>
                  <a:pt x="577" y="35200"/>
                </a:lnTo>
                <a:lnTo>
                  <a:pt x="641" y="34910"/>
                </a:lnTo>
                <a:lnTo>
                  <a:pt x="641" y="34736"/>
                </a:lnTo>
                <a:lnTo>
                  <a:pt x="641" y="34446"/>
                </a:lnTo>
                <a:lnTo>
                  <a:pt x="641" y="34185"/>
                </a:lnTo>
                <a:lnTo>
                  <a:pt x="641" y="33924"/>
                </a:lnTo>
                <a:lnTo>
                  <a:pt x="705" y="33663"/>
                </a:lnTo>
                <a:lnTo>
                  <a:pt x="705" y="33460"/>
                </a:lnTo>
                <a:lnTo>
                  <a:pt x="705" y="33199"/>
                </a:lnTo>
                <a:lnTo>
                  <a:pt x="705" y="32938"/>
                </a:lnTo>
                <a:lnTo>
                  <a:pt x="802" y="32648"/>
                </a:lnTo>
                <a:lnTo>
                  <a:pt x="802" y="32475"/>
                </a:lnTo>
                <a:lnTo>
                  <a:pt x="802" y="32185"/>
                </a:lnTo>
                <a:lnTo>
                  <a:pt x="802" y="31924"/>
                </a:lnTo>
                <a:lnTo>
                  <a:pt x="802" y="31663"/>
                </a:lnTo>
                <a:lnTo>
                  <a:pt x="866" y="31460"/>
                </a:lnTo>
                <a:lnTo>
                  <a:pt x="866" y="31199"/>
                </a:lnTo>
                <a:lnTo>
                  <a:pt x="866" y="30938"/>
                </a:lnTo>
                <a:lnTo>
                  <a:pt x="866" y="30735"/>
                </a:lnTo>
                <a:lnTo>
                  <a:pt x="866" y="30474"/>
                </a:lnTo>
                <a:lnTo>
                  <a:pt x="930" y="30213"/>
                </a:lnTo>
                <a:lnTo>
                  <a:pt x="930" y="29923"/>
                </a:lnTo>
                <a:lnTo>
                  <a:pt x="930" y="29749"/>
                </a:lnTo>
                <a:lnTo>
                  <a:pt x="930" y="29459"/>
                </a:lnTo>
                <a:lnTo>
                  <a:pt x="994" y="29198"/>
                </a:lnTo>
                <a:lnTo>
                  <a:pt x="994" y="28995"/>
                </a:lnTo>
                <a:lnTo>
                  <a:pt x="994" y="28734"/>
                </a:lnTo>
                <a:lnTo>
                  <a:pt x="994" y="28473"/>
                </a:lnTo>
                <a:lnTo>
                  <a:pt x="994" y="28270"/>
                </a:lnTo>
                <a:lnTo>
                  <a:pt x="1090" y="28009"/>
                </a:lnTo>
                <a:lnTo>
                  <a:pt x="1090" y="27806"/>
                </a:lnTo>
                <a:lnTo>
                  <a:pt x="1090" y="27545"/>
                </a:lnTo>
                <a:lnTo>
                  <a:pt x="1090" y="27284"/>
                </a:lnTo>
                <a:lnTo>
                  <a:pt x="1154" y="27081"/>
                </a:lnTo>
                <a:lnTo>
                  <a:pt x="1154" y="26820"/>
                </a:lnTo>
                <a:lnTo>
                  <a:pt x="1154" y="26617"/>
                </a:lnTo>
                <a:lnTo>
                  <a:pt x="1154" y="26356"/>
                </a:lnTo>
                <a:lnTo>
                  <a:pt x="1154" y="26067"/>
                </a:lnTo>
                <a:lnTo>
                  <a:pt x="1219" y="25864"/>
                </a:lnTo>
                <a:lnTo>
                  <a:pt x="1219" y="25603"/>
                </a:lnTo>
                <a:lnTo>
                  <a:pt x="1219" y="25400"/>
                </a:lnTo>
                <a:lnTo>
                  <a:pt x="1219" y="25139"/>
                </a:lnTo>
                <a:lnTo>
                  <a:pt x="1283" y="24878"/>
                </a:lnTo>
                <a:lnTo>
                  <a:pt x="1283" y="24675"/>
                </a:lnTo>
                <a:lnTo>
                  <a:pt x="1283" y="24414"/>
                </a:lnTo>
                <a:lnTo>
                  <a:pt x="1283" y="24211"/>
                </a:lnTo>
                <a:lnTo>
                  <a:pt x="1283" y="23950"/>
                </a:lnTo>
                <a:lnTo>
                  <a:pt x="1379" y="23747"/>
                </a:lnTo>
                <a:lnTo>
                  <a:pt x="1379" y="23486"/>
                </a:lnTo>
                <a:lnTo>
                  <a:pt x="1379" y="23283"/>
                </a:lnTo>
                <a:lnTo>
                  <a:pt x="1379" y="23022"/>
                </a:lnTo>
                <a:lnTo>
                  <a:pt x="1443" y="22819"/>
                </a:lnTo>
                <a:lnTo>
                  <a:pt x="1443" y="22558"/>
                </a:lnTo>
                <a:lnTo>
                  <a:pt x="1443" y="22355"/>
                </a:lnTo>
                <a:lnTo>
                  <a:pt x="1443" y="22094"/>
                </a:lnTo>
                <a:lnTo>
                  <a:pt x="1443" y="21891"/>
                </a:lnTo>
                <a:lnTo>
                  <a:pt x="1507" y="21630"/>
                </a:lnTo>
                <a:lnTo>
                  <a:pt x="1507" y="21427"/>
                </a:lnTo>
                <a:lnTo>
                  <a:pt x="1507" y="21166"/>
                </a:lnTo>
                <a:lnTo>
                  <a:pt x="1507" y="20963"/>
                </a:lnTo>
                <a:lnTo>
                  <a:pt x="1604" y="20760"/>
                </a:lnTo>
                <a:lnTo>
                  <a:pt x="1604" y="20499"/>
                </a:lnTo>
                <a:lnTo>
                  <a:pt x="1604" y="20296"/>
                </a:lnTo>
                <a:lnTo>
                  <a:pt x="1604" y="20035"/>
                </a:lnTo>
                <a:lnTo>
                  <a:pt x="1604" y="19832"/>
                </a:lnTo>
                <a:lnTo>
                  <a:pt x="1668" y="19571"/>
                </a:lnTo>
                <a:lnTo>
                  <a:pt x="1668" y="19369"/>
                </a:lnTo>
                <a:lnTo>
                  <a:pt x="1668" y="19166"/>
                </a:lnTo>
                <a:lnTo>
                  <a:pt x="1668" y="18905"/>
                </a:lnTo>
                <a:lnTo>
                  <a:pt x="1668" y="18702"/>
                </a:lnTo>
                <a:lnTo>
                  <a:pt x="1732" y="18499"/>
                </a:lnTo>
                <a:lnTo>
                  <a:pt x="1732" y="18238"/>
                </a:lnTo>
                <a:lnTo>
                  <a:pt x="1732" y="18035"/>
                </a:lnTo>
                <a:lnTo>
                  <a:pt x="1732" y="17774"/>
                </a:lnTo>
                <a:lnTo>
                  <a:pt x="1796" y="17571"/>
                </a:lnTo>
                <a:lnTo>
                  <a:pt x="1796" y="17368"/>
                </a:lnTo>
                <a:lnTo>
                  <a:pt x="1796" y="17107"/>
                </a:lnTo>
                <a:lnTo>
                  <a:pt x="1796" y="16904"/>
                </a:lnTo>
                <a:lnTo>
                  <a:pt x="1796" y="16701"/>
                </a:lnTo>
                <a:lnTo>
                  <a:pt x="1892" y="16440"/>
                </a:lnTo>
                <a:lnTo>
                  <a:pt x="1892" y="16237"/>
                </a:lnTo>
                <a:lnTo>
                  <a:pt x="1892" y="16034"/>
                </a:lnTo>
                <a:lnTo>
                  <a:pt x="1892" y="15831"/>
                </a:lnTo>
                <a:lnTo>
                  <a:pt x="1956" y="15570"/>
                </a:lnTo>
                <a:lnTo>
                  <a:pt x="1956" y="15367"/>
                </a:lnTo>
                <a:lnTo>
                  <a:pt x="1956" y="15164"/>
                </a:lnTo>
                <a:lnTo>
                  <a:pt x="1956" y="14903"/>
                </a:lnTo>
                <a:lnTo>
                  <a:pt x="1956" y="14700"/>
                </a:lnTo>
                <a:lnTo>
                  <a:pt x="2021" y="14497"/>
                </a:lnTo>
                <a:lnTo>
                  <a:pt x="2021" y="14294"/>
                </a:lnTo>
                <a:lnTo>
                  <a:pt x="2021" y="14120"/>
                </a:lnTo>
                <a:lnTo>
                  <a:pt x="2021" y="13830"/>
                </a:lnTo>
                <a:lnTo>
                  <a:pt x="2117" y="13656"/>
                </a:lnTo>
                <a:lnTo>
                  <a:pt x="2117" y="13453"/>
                </a:lnTo>
                <a:lnTo>
                  <a:pt x="2117" y="13250"/>
                </a:lnTo>
                <a:lnTo>
                  <a:pt x="2117" y="12990"/>
                </a:lnTo>
                <a:lnTo>
                  <a:pt x="2117" y="12787"/>
                </a:lnTo>
                <a:lnTo>
                  <a:pt x="2181" y="12584"/>
                </a:lnTo>
                <a:lnTo>
                  <a:pt x="2181" y="12381"/>
                </a:lnTo>
                <a:lnTo>
                  <a:pt x="2181" y="12178"/>
                </a:lnTo>
                <a:lnTo>
                  <a:pt x="2181" y="11975"/>
                </a:lnTo>
                <a:lnTo>
                  <a:pt x="2245" y="11714"/>
                </a:lnTo>
                <a:lnTo>
                  <a:pt x="2245" y="11511"/>
                </a:lnTo>
                <a:lnTo>
                  <a:pt x="2245" y="11308"/>
                </a:lnTo>
                <a:lnTo>
                  <a:pt x="2245" y="11105"/>
                </a:lnTo>
                <a:lnTo>
                  <a:pt x="2245" y="10902"/>
                </a:lnTo>
                <a:lnTo>
                  <a:pt x="2309" y="10728"/>
                </a:lnTo>
                <a:lnTo>
                  <a:pt x="2309" y="10525"/>
                </a:lnTo>
                <a:lnTo>
                  <a:pt x="2309" y="10264"/>
                </a:lnTo>
                <a:lnTo>
                  <a:pt x="2309" y="10061"/>
                </a:lnTo>
                <a:lnTo>
                  <a:pt x="2406" y="9858"/>
                </a:lnTo>
                <a:lnTo>
                  <a:pt x="2406" y="9655"/>
                </a:lnTo>
                <a:lnTo>
                  <a:pt x="2406" y="9452"/>
                </a:lnTo>
                <a:lnTo>
                  <a:pt x="2406" y="9249"/>
                </a:lnTo>
                <a:lnTo>
                  <a:pt x="2406" y="9046"/>
                </a:lnTo>
                <a:lnTo>
                  <a:pt x="2470" y="8843"/>
                </a:lnTo>
                <a:lnTo>
                  <a:pt x="2470" y="8669"/>
                </a:lnTo>
                <a:lnTo>
                  <a:pt x="2470" y="8466"/>
                </a:lnTo>
                <a:lnTo>
                  <a:pt x="2470" y="8263"/>
                </a:lnTo>
                <a:lnTo>
                  <a:pt x="2470" y="8060"/>
                </a:lnTo>
                <a:lnTo>
                  <a:pt x="2534" y="7857"/>
                </a:lnTo>
                <a:lnTo>
                  <a:pt x="2534" y="7654"/>
                </a:lnTo>
                <a:lnTo>
                  <a:pt x="2534" y="7451"/>
                </a:lnTo>
                <a:lnTo>
                  <a:pt x="2534" y="7248"/>
                </a:lnTo>
                <a:lnTo>
                  <a:pt x="2598" y="7045"/>
                </a:lnTo>
                <a:lnTo>
                  <a:pt x="2598" y="6871"/>
                </a:lnTo>
                <a:lnTo>
                  <a:pt x="2598" y="6668"/>
                </a:lnTo>
                <a:lnTo>
                  <a:pt x="2598" y="6466"/>
                </a:lnTo>
                <a:lnTo>
                  <a:pt x="2598" y="6263"/>
                </a:lnTo>
                <a:lnTo>
                  <a:pt x="2694" y="6060"/>
                </a:lnTo>
                <a:lnTo>
                  <a:pt x="2694" y="5857"/>
                </a:lnTo>
                <a:lnTo>
                  <a:pt x="2694" y="5654"/>
                </a:lnTo>
                <a:lnTo>
                  <a:pt x="2694" y="5451"/>
                </a:lnTo>
                <a:lnTo>
                  <a:pt x="2758" y="5277"/>
                </a:lnTo>
                <a:lnTo>
                  <a:pt x="2758" y="5074"/>
                </a:lnTo>
                <a:lnTo>
                  <a:pt x="2758" y="4871"/>
                </a:lnTo>
                <a:lnTo>
                  <a:pt x="2758" y="4668"/>
                </a:lnTo>
                <a:lnTo>
                  <a:pt x="2758" y="4465"/>
                </a:lnTo>
                <a:lnTo>
                  <a:pt x="2823" y="4262"/>
                </a:lnTo>
                <a:lnTo>
                  <a:pt x="2823" y="4059"/>
                </a:lnTo>
                <a:lnTo>
                  <a:pt x="2823" y="3740"/>
                </a:lnTo>
                <a:lnTo>
                  <a:pt x="2919" y="3537"/>
                </a:lnTo>
                <a:lnTo>
                  <a:pt x="2919" y="3334"/>
                </a:lnTo>
                <a:lnTo>
                  <a:pt x="2919" y="3131"/>
                </a:lnTo>
                <a:lnTo>
                  <a:pt x="2919" y="2928"/>
                </a:lnTo>
                <a:lnTo>
                  <a:pt x="2919" y="2725"/>
                </a:lnTo>
                <a:lnTo>
                  <a:pt x="2983" y="2406"/>
                </a:lnTo>
                <a:lnTo>
                  <a:pt x="2983" y="2203"/>
                </a:lnTo>
                <a:lnTo>
                  <a:pt x="2983" y="2000"/>
                </a:lnTo>
                <a:lnTo>
                  <a:pt x="3047" y="1797"/>
                </a:lnTo>
                <a:lnTo>
                  <a:pt x="3047" y="1478"/>
                </a:lnTo>
                <a:lnTo>
                  <a:pt x="3047" y="1275"/>
                </a:lnTo>
                <a:lnTo>
                  <a:pt x="3047" y="1072"/>
                </a:lnTo>
                <a:lnTo>
                  <a:pt x="3111" y="869"/>
                </a:lnTo>
                <a:lnTo>
                  <a:pt x="3111" y="550"/>
                </a:lnTo>
                <a:lnTo>
                  <a:pt x="3111" y="347"/>
                </a:lnTo>
                <a:lnTo>
                  <a:pt x="3208" y="144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013045" y="3217471"/>
            <a:ext cx="3208" cy="25603"/>
          </a:xfrm>
          <a:custGeom>
            <a:avLst/>
            <a:gdLst/>
            <a:ahLst/>
            <a:cxnLst/>
            <a:rect l="l" t="t" r="r" b="b"/>
            <a:pathLst>
              <a:path w="3208" h="25603">
                <a:moveTo>
                  <a:pt x="0" y="25603"/>
                </a:moveTo>
                <a:lnTo>
                  <a:pt x="0" y="25429"/>
                </a:lnTo>
                <a:lnTo>
                  <a:pt x="0" y="25226"/>
                </a:lnTo>
                <a:lnTo>
                  <a:pt x="0" y="25081"/>
                </a:lnTo>
                <a:lnTo>
                  <a:pt x="64" y="24878"/>
                </a:lnTo>
                <a:lnTo>
                  <a:pt x="64" y="24675"/>
                </a:lnTo>
                <a:lnTo>
                  <a:pt x="64" y="24356"/>
                </a:lnTo>
                <a:lnTo>
                  <a:pt x="64" y="24153"/>
                </a:lnTo>
                <a:lnTo>
                  <a:pt x="128" y="24008"/>
                </a:lnTo>
                <a:lnTo>
                  <a:pt x="128" y="23805"/>
                </a:lnTo>
                <a:lnTo>
                  <a:pt x="128" y="23631"/>
                </a:lnTo>
                <a:lnTo>
                  <a:pt x="128" y="23486"/>
                </a:lnTo>
                <a:lnTo>
                  <a:pt x="224" y="23283"/>
                </a:lnTo>
                <a:lnTo>
                  <a:pt x="224" y="23080"/>
                </a:lnTo>
                <a:lnTo>
                  <a:pt x="224" y="22761"/>
                </a:lnTo>
                <a:lnTo>
                  <a:pt x="224" y="22616"/>
                </a:lnTo>
                <a:lnTo>
                  <a:pt x="288" y="22413"/>
                </a:lnTo>
                <a:lnTo>
                  <a:pt x="288" y="22210"/>
                </a:lnTo>
                <a:lnTo>
                  <a:pt x="288" y="21891"/>
                </a:lnTo>
                <a:lnTo>
                  <a:pt x="352" y="21746"/>
                </a:lnTo>
                <a:lnTo>
                  <a:pt x="352" y="21543"/>
                </a:lnTo>
                <a:lnTo>
                  <a:pt x="352" y="21224"/>
                </a:lnTo>
                <a:lnTo>
                  <a:pt x="352" y="21021"/>
                </a:lnTo>
                <a:lnTo>
                  <a:pt x="417" y="20702"/>
                </a:lnTo>
                <a:lnTo>
                  <a:pt x="417" y="20557"/>
                </a:lnTo>
                <a:lnTo>
                  <a:pt x="417" y="20354"/>
                </a:lnTo>
                <a:lnTo>
                  <a:pt x="513" y="20035"/>
                </a:lnTo>
                <a:lnTo>
                  <a:pt x="513" y="19890"/>
                </a:lnTo>
                <a:lnTo>
                  <a:pt x="513" y="19687"/>
                </a:lnTo>
                <a:lnTo>
                  <a:pt x="577" y="19427"/>
                </a:lnTo>
                <a:lnTo>
                  <a:pt x="577" y="19224"/>
                </a:lnTo>
                <a:lnTo>
                  <a:pt x="577" y="18905"/>
                </a:lnTo>
                <a:lnTo>
                  <a:pt x="641" y="18760"/>
                </a:lnTo>
                <a:lnTo>
                  <a:pt x="641" y="18557"/>
                </a:lnTo>
                <a:lnTo>
                  <a:pt x="641" y="18296"/>
                </a:lnTo>
                <a:lnTo>
                  <a:pt x="641" y="18093"/>
                </a:lnTo>
                <a:lnTo>
                  <a:pt x="705" y="17774"/>
                </a:lnTo>
                <a:lnTo>
                  <a:pt x="705" y="17629"/>
                </a:lnTo>
                <a:lnTo>
                  <a:pt x="802" y="17310"/>
                </a:lnTo>
                <a:lnTo>
                  <a:pt x="802" y="17165"/>
                </a:lnTo>
                <a:lnTo>
                  <a:pt x="802" y="16846"/>
                </a:lnTo>
                <a:lnTo>
                  <a:pt x="802" y="16701"/>
                </a:lnTo>
                <a:lnTo>
                  <a:pt x="866" y="16556"/>
                </a:lnTo>
                <a:lnTo>
                  <a:pt x="866" y="16382"/>
                </a:lnTo>
                <a:lnTo>
                  <a:pt x="866" y="16237"/>
                </a:lnTo>
                <a:lnTo>
                  <a:pt x="866" y="16092"/>
                </a:lnTo>
                <a:lnTo>
                  <a:pt x="930" y="15773"/>
                </a:lnTo>
                <a:lnTo>
                  <a:pt x="930" y="15628"/>
                </a:lnTo>
                <a:lnTo>
                  <a:pt x="930" y="15367"/>
                </a:lnTo>
                <a:lnTo>
                  <a:pt x="1026" y="15164"/>
                </a:lnTo>
                <a:lnTo>
                  <a:pt x="1026" y="14903"/>
                </a:lnTo>
                <a:lnTo>
                  <a:pt x="1026" y="14584"/>
                </a:lnTo>
                <a:lnTo>
                  <a:pt x="1090" y="14439"/>
                </a:lnTo>
                <a:lnTo>
                  <a:pt x="1090" y="14178"/>
                </a:lnTo>
                <a:lnTo>
                  <a:pt x="1090" y="14033"/>
                </a:lnTo>
                <a:lnTo>
                  <a:pt x="1154" y="13830"/>
                </a:lnTo>
                <a:lnTo>
                  <a:pt x="1154" y="13569"/>
                </a:lnTo>
                <a:lnTo>
                  <a:pt x="1154" y="13308"/>
                </a:lnTo>
                <a:lnTo>
                  <a:pt x="1219" y="13047"/>
                </a:lnTo>
                <a:lnTo>
                  <a:pt x="1219" y="12903"/>
                </a:lnTo>
                <a:lnTo>
                  <a:pt x="1219" y="12700"/>
                </a:lnTo>
                <a:lnTo>
                  <a:pt x="1315" y="12439"/>
                </a:lnTo>
                <a:lnTo>
                  <a:pt x="1315" y="12178"/>
                </a:lnTo>
                <a:lnTo>
                  <a:pt x="1379" y="11917"/>
                </a:lnTo>
                <a:lnTo>
                  <a:pt x="1379" y="11772"/>
                </a:lnTo>
                <a:lnTo>
                  <a:pt x="1379" y="11511"/>
                </a:lnTo>
                <a:lnTo>
                  <a:pt x="1443" y="11250"/>
                </a:lnTo>
                <a:lnTo>
                  <a:pt x="1443" y="11105"/>
                </a:lnTo>
                <a:lnTo>
                  <a:pt x="1443" y="10844"/>
                </a:lnTo>
                <a:lnTo>
                  <a:pt x="1507" y="10583"/>
                </a:lnTo>
                <a:lnTo>
                  <a:pt x="1507" y="10322"/>
                </a:lnTo>
                <a:lnTo>
                  <a:pt x="1604" y="10177"/>
                </a:lnTo>
                <a:lnTo>
                  <a:pt x="1604" y="9916"/>
                </a:lnTo>
                <a:lnTo>
                  <a:pt x="1604" y="9655"/>
                </a:lnTo>
                <a:lnTo>
                  <a:pt x="1668" y="9510"/>
                </a:lnTo>
                <a:lnTo>
                  <a:pt x="1668" y="9336"/>
                </a:lnTo>
                <a:lnTo>
                  <a:pt x="1668" y="9191"/>
                </a:lnTo>
                <a:lnTo>
                  <a:pt x="1668" y="9046"/>
                </a:lnTo>
                <a:lnTo>
                  <a:pt x="1732" y="8785"/>
                </a:lnTo>
                <a:lnTo>
                  <a:pt x="1732" y="8524"/>
                </a:lnTo>
                <a:lnTo>
                  <a:pt x="1828" y="8379"/>
                </a:lnTo>
                <a:lnTo>
                  <a:pt x="1828" y="8205"/>
                </a:lnTo>
                <a:lnTo>
                  <a:pt x="1828" y="8060"/>
                </a:lnTo>
                <a:lnTo>
                  <a:pt x="1828" y="7915"/>
                </a:lnTo>
                <a:lnTo>
                  <a:pt x="1892" y="7712"/>
                </a:lnTo>
                <a:lnTo>
                  <a:pt x="1892" y="7451"/>
                </a:lnTo>
                <a:lnTo>
                  <a:pt x="1956" y="7248"/>
                </a:lnTo>
                <a:lnTo>
                  <a:pt x="1956" y="6987"/>
                </a:lnTo>
                <a:lnTo>
                  <a:pt x="2021" y="6784"/>
                </a:lnTo>
                <a:lnTo>
                  <a:pt x="2021" y="6523"/>
                </a:lnTo>
                <a:lnTo>
                  <a:pt x="2117" y="6321"/>
                </a:lnTo>
                <a:lnTo>
                  <a:pt x="2117" y="6118"/>
                </a:lnTo>
                <a:lnTo>
                  <a:pt x="2117" y="5857"/>
                </a:lnTo>
                <a:lnTo>
                  <a:pt x="2181" y="5654"/>
                </a:lnTo>
                <a:lnTo>
                  <a:pt x="2181" y="5480"/>
                </a:lnTo>
                <a:lnTo>
                  <a:pt x="2245" y="5335"/>
                </a:lnTo>
                <a:lnTo>
                  <a:pt x="2245" y="5190"/>
                </a:lnTo>
                <a:lnTo>
                  <a:pt x="2245" y="4987"/>
                </a:lnTo>
                <a:lnTo>
                  <a:pt x="2341" y="4813"/>
                </a:lnTo>
                <a:lnTo>
                  <a:pt x="2341" y="4610"/>
                </a:lnTo>
                <a:lnTo>
                  <a:pt x="2406" y="4407"/>
                </a:lnTo>
                <a:lnTo>
                  <a:pt x="2406" y="4262"/>
                </a:lnTo>
                <a:lnTo>
                  <a:pt x="2406" y="4059"/>
                </a:lnTo>
                <a:lnTo>
                  <a:pt x="2470" y="3856"/>
                </a:lnTo>
                <a:lnTo>
                  <a:pt x="2470" y="3682"/>
                </a:lnTo>
                <a:lnTo>
                  <a:pt x="2470" y="3537"/>
                </a:lnTo>
                <a:lnTo>
                  <a:pt x="2534" y="3392"/>
                </a:lnTo>
                <a:lnTo>
                  <a:pt x="2534" y="3218"/>
                </a:lnTo>
                <a:lnTo>
                  <a:pt x="2630" y="3015"/>
                </a:lnTo>
                <a:lnTo>
                  <a:pt x="2630" y="2870"/>
                </a:lnTo>
                <a:lnTo>
                  <a:pt x="2630" y="2725"/>
                </a:lnTo>
                <a:lnTo>
                  <a:pt x="2694" y="2551"/>
                </a:lnTo>
                <a:lnTo>
                  <a:pt x="2694" y="2406"/>
                </a:lnTo>
                <a:lnTo>
                  <a:pt x="2694" y="2261"/>
                </a:lnTo>
                <a:lnTo>
                  <a:pt x="2758" y="2000"/>
                </a:lnTo>
                <a:lnTo>
                  <a:pt x="2823" y="1797"/>
                </a:lnTo>
                <a:lnTo>
                  <a:pt x="2823" y="1594"/>
                </a:lnTo>
                <a:lnTo>
                  <a:pt x="2919" y="1420"/>
                </a:lnTo>
                <a:lnTo>
                  <a:pt x="2919" y="1275"/>
                </a:lnTo>
                <a:lnTo>
                  <a:pt x="2919" y="1072"/>
                </a:lnTo>
                <a:lnTo>
                  <a:pt x="2983" y="869"/>
                </a:lnTo>
                <a:lnTo>
                  <a:pt x="3047" y="666"/>
                </a:lnTo>
                <a:lnTo>
                  <a:pt x="3047" y="492"/>
                </a:lnTo>
                <a:lnTo>
                  <a:pt x="3143" y="347"/>
                </a:lnTo>
                <a:lnTo>
                  <a:pt x="3143" y="144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016253" y="3213035"/>
            <a:ext cx="3143" cy="4436"/>
          </a:xfrm>
          <a:custGeom>
            <a:avLst/>
            <a:gdLst/>
            <a:ahLst/>
            <a:cxnLst/>
            <a:rect l="l" t="t" r="r" b="b"/>
            <a:pathLst>
              <a:path w="3143" h="4436">
                <a:moveTo>
                  <a:pt x="0" y="4436"/>
                </a:moveTo>
                <a:lnTo>
                  <a:pt x="0" y="4262"/>
                </a:lnTo>
                <a:lnTo>
                  <a:pt x="64" y="4117"/>
                </a:lnTo>
                <a:lnTo>
                  <a:pt x="64" y="3972"/>
                </a:lnTo>
                <a:lnTo>
                  <a:pt x="128" y="3798"/>
                </a:lnTo>
                <a:lnTo>
                  <a:pt x="128" y="3653"/>
                </a:lnTo>
                <a:lnTo>
                  <a:pt x="224" y="3508"/>
                </a:lnTo>
                <a:lnTo>
                  <a:pt x="224" y="3305"/>
                </a:lnTo>
                <a:lnTo>
                  <a:pt x="288" y="3131"/>
                </a:lnTo>
                <a:lnTo>
                  <a:pt x="288" y="2986"/>
                </a:lnTo>
                <a:lnTo>
                  <a:pt x="352" y="2841"/>
                </a:lnTo>
                <a:lnTo>
                  <a:pt x="417" y="2667"/>
                </a:lnTo>
                <a:lnTo>
                  <a:pt x="417" y="2522"/>
                </a:lnTo>
                <a:lnTo>
                  <a:pt x="513" y="2377"/>
                </a:lnTo>
                <a:lnTo>
                  <a:pt x="513" y="2174"/>
                </a:lnTo>
                <a:lnTo>
                  <a:pt x="577" y="2000"/>
                </a:lnTo>
                <a:lnTo>
                  <a:pt x="641" y="1855"/>
                </a:lnTo>
                <a:lnTo>
                  <a:pt x="737" y="1710"/>
                </a:lnTo>
                <a:lnTo>
                  <a:pt x="802" y="1536"/>
                </a:lnTo>
                <a:lnTo>
                  <a:pt x="802" y="1391"/>
                </a:lnTo>
                <a:lnTo>
                  <a:pt x="802" y="1391"/>
                </a:lnTo>
                <a:lnTo>
                  <a:pt x="866" y="1188"/>
                </a:lnTo>
                <a:lnTo>
                  <a:pt x="930" y="1043"/>
                </a:lnTo>
                <a:lnTo>
                  <a:pt x="1026" y="985"/>
                </a:lnTo>
                <a:lnTo>
                  <a:pt x="1090" y="782"/>
                </a:lnTo>
                <a:lnTo>
                  <a:pt x="1154" y="579"/>
                </a:lnTo>
                <a:lnTo>
                  <a:pt x="1315" y="463"/>
                </a:lnTo>
                <a:lnTo>
                  <a:pt x="1379" y="318"/>
                </a:lnTo>
                <a:lnTo>
                  <a:pt x="1443" y="202"/>
                </a:lnTo>
                <a:lnTo>
                  <a:pt x="1604" y="115"/>
                </a:lnTo>
                <a:lnTo>
                  <a:pt x="1668" y="57"/>
                </a:lnTo>
                <a:lnTo>
                  <a:pt x="1828" y="0"/>
                </a:lnTo>
                <a:lnTo>
                  <a:pt x="1956" y="0"/>
                </a:lnTo>
                <a:lnTo>
                  <a:pt x="2117" y="0"/>
                </a:lnTo>
                <a:lnTo>
                  <a:pt x="2245" y="57"/>
                </a:lnTo>
                <a:lnTo>
                  <a:pt x="2341" y="115"/>
                </a:lnTo>
                <a:lnTo>
                  <a:pt x="2341" y="202"/>
                </a:lnTo>
                <a:lnTo>
                  <a:pt x="2470" y="318"/>
                </a:lnTo>
                <a:lnTo>
                  <a:pt x="2566" y="405"/>
                </a:lnTo>
                <a:lnTo>
                  <a:pt x="2566" y="463"/>
                </a:lnTo>
                <a:lnTo>
                  <a:pt x="2694" y="666"/>
                </a:lnTo>
                <a:lnTo>
                  <a:pt x="2758" y="782"/>
                </a:lnTo>
                <a:lnTo>
                  <a:pt x="2758" y="927"/>
                </a:lnTo>
                <a:lnTo>
                  <a:pt x="2919" y="1043"/>
                </a:lnTo>
                <a:lnTo>
                  <a:pt x="2919" y="1188"/>
                </a:lnTo>
                <a:lnTo>
                  <a:pt x="2983" y="1333"/>
                </a:lnTo>
                <a:lnTo>
                  <a:pt x="3047" y="1536"/>
                </a:lnTo>
                <a:lnTo>
                  <a:pt x="3143" y="1710"/>
                </a:lnTo>
              </a:path>
            </a:pathLst>
          </a:custGeom>
          <a:ln w="43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019397" y="3214832"/>
            <a:ext cx="3208" cy="21543"/>
          </a:xfrm>
          <a:custGeom>
            <a:avLst/>
            <a:gdLst/>
            <a:ahLst/>
            <a:cxnLst/>
            <a:rect l="l" t="t" r="r" b="b"/>
            <a:pathLst>
              <a:path w="3208" h="21543">
                <a:moveTo>
                  <a:pt x="0" y="0"/>
                </a:moveTo>
                <a:lnTo>
                  <a:pt x="64" y="202"/>
                </a:lnTo>
                <a:lnTo>
                  <a:pt x="128" y="376"/>
                </a:lnTo>
                <a:lnTo>
                  <a:pt x="224" y="521"/>
                </a:lnTo>
                <a:lnTo>
                  <a:pt x="224" y="666"/>
                </a:lnTo>
                <a:lnTo>
                  <a:pt x="288" y="869"/>
                </a:lnTo>
                <a:lnTo>
                  <a:pt x="352" y="1043"/>
                </a:lnTo>
                <a:lnTo>
                  <a:pt x="352" y="1188"/>
                </a:lnTo>
                <a:lnTo>
                  <a:pt x="417" y="1333"/>
                </a:lnTo>
                <a:lnTo>
                  <a:pt x="417" y="1507"/>
                </a:lnTo>
                <a:lnTo>
                  <a:pt x="513" y="1652"/>
                </a:lnTo>
                <a:lnTo>
                  <a:pt x="513" y="1797"/>
                </a:lnTo>
                <a:lnTo>
                  <a:pt x="577" y="2000"/>
                </a:lnTo>
                <a:lnTo>
                  <a:pt x="641" y="2261"/>
                </a:lnTo>
                <a:lnTo>
                  <a:pt x="641" y="2464"/>
                </a:lnTo>
                <a:lnTo>
                  <a:pt x="705" y="2638"/>
                </a:lnTo>
                <a:lnTo>
                  <a:pt x="705" y="2783"/>
                </a:lnTo>
                <a:lnTo>
                  <a:pt x="802" y="2986"/>
                </a:lnTo>
                <a:lnTo>
                  <a:pt x="802" y="3131"/>
                </a:lnTo>
                <a:lnTo>
                  <a:pt x="866" y="3392"/>
                </a:lnTo>
                <a:lnTo>
                  <a:pt x="930" y="3595"/>
                </a:lnTo>
                <a:lnTo>
                  <a:pt x="930" y="3769"/>
                </a:lnTo>
                <a:lnTo>
                  <a:pt x="930" y="3914"/>
                </a:lnTo>
                <a:lnTo>
                  <a:pt x="1026" y="4117"/>
                </a:lnTo>
                <a:lnTo>
                  <a:pt x="1090" y="4378"/>
                </a:lnTo>
                <a:lnTo>
                  <a:pt x="1090" y="4523"/>
                </a:lnTo>
                <a:lnTo>
                  <a:pt x="1090" y="4726"/>
                </a:lnTo>
                <a:lnTo>
                  <a:pt x="1154" y="4900"/>
                </a:lnTo>
                <a:lnTo>
                  <a:pt x="1154" y="5045"/>
                </a:lnTo>
                <a:lnTo>
                  <a:pt x="1219" y="5190"/>
                </a:lnTo>
                <a:lnTo>
                  <a:pt x="1219" y="5364"/>
                </a:lnTo>
                <a:lnTo>
                  <a:pt x="1219" y="5509"/>
                </a:lnTo>
                <a:lnTo>
                  <a:pt x="1315" y="5654"/>
                </a:lnTo>
                <a:lnTo>
                  <a:pt x="1315" y="5857"/>
                </a:lnTo>
                <a:lnTo>
                  <a:pt x="1379" y="6031"/>
                </a:lnTo>
                <a:lnTo>
                  <a:pt x="1379" y="6234"/>
                </a:lnTo>
                <a:lnTo>
                  <a:pt x="1379" y="6437"/>
                </a:lnTo>
                <a:lnTo>
                  <a:pt x="1443" y="6639"/>
                </a:lnTo>
                <a:lnTo>
                  <a:pt x="1443" y="6842"/>
                </a:lnTo>
                <a:lnTo>
                  <a:pt x="1539" y="7045"/>
                </a:lnTo>
                <a:lnTo>
                  <a:pt x="1539" y="7248"/>
                </a:lnTo>
                <a:lnTo>
                  <a:pt x="1604" y="7451"/>
                </a:lnTo>
                <a:lnTo>
                  <a:pt x="1604" y="7712"/>
                </a:lnTo>
                <a:lnTo>
                  <a:pt x="1668" y="7915"/>
                </a:lnTo>
                <a:lnTo>
                  <a:pt x="1668" y="8118"/>
                </a:lnTo>
                <a:lnTo>
                  <a:pt x="1668" y="8379"/>
                </a:lnTo>
                <a:lnTo>
                  <a:pt x="1732" y="8582"/>
                </a:lnTo>
                <a:lnTo>
                  <a:pt x="1732" y="8756"/>
                </a:lnTo>
                <a:lnTo>
                  <a:pt x="1732" y="8901"/>
                </a:lnTo>
                <a:lnTo>
                  <a:pt x="1828" y="9046"/>
                </a:lnTo>
                <a:lnTo>
                  <a:pt x="1828" y="9220"/>
                </a:lnTo>
                <a:lnTo>
                  <a:pt x="1828" y="9365"/>
                </a:lnTo>
                <a:lnTo>
                  <a:pt x="1892" y="9510"/>
                </a:lnTo>
                <a:lnTo>
                  <a:pt x="1892" y="9713"/>
                </a:lnTo>
                <a:lnTo>
                  <a:pt x="1892" y="9974"/>
                </a:lnTo>
                <a:lnTo>
                  <a:pt x="1956" y="10235"/>
                </a:lnTo>
                <a:lnTo>
                  <a:pt x="1956" y="10438"/>
                </a:lnTo>
                <a:lnTo>
                  <a:pt x="2021" y="10699"/>
                </a:lnTo>
                <a:lnTo>
                  <a:pt x="2021" y="10844"/>
                </a:lnTo>
                <a:lnTo>
                  <a:pt x="2021" y="11105"/>
                </a:lnTo>
                <a:lnTo>
                  <a:pt x="2117" y="11308"/>
                </a:lnTo>
                <a:lnTo>
                  <a:pt x="2117" y="11569"/>
                </a:lnTo>
                <a:lnTo>
                  <a:pt x="2181" y="11830"/>
                </a:lnTo>
                <a:lnTo>
                  <a:pt x="2181" y="11975"/>
                </a:lnTo>
                <a:lnTo>
                  <a:pt x="2181" y="12236"/>
                </a:lnTo>
                <a:lnTo>
                  <a:pt x="2245" y="12497"/>
                </a:lnTo>
                <a:lnTo>
                  <a:pt x="2245" y="12758"/>
                </a:lnTo>
                <a:lnTo>
                  <a:pt x="2341" y="12903"/>
                </a:lnTo>
                <a:lnTo>
                  <a:pt x="2341" y="13163"/>
                </a:lnTo>
                <a:lnTo>
                  <a:pt x="2341" y="13424"/>
                </a:lnTo>
                <a:lnTo>
                  <a:pt x="2406" y="13569"/>
                </a:lnTo>
                <a:lnTo>
                  <a:pt x="2406" y="13830"/>
                </a:lnTo>
                <a:lnTo>
                  <a:pt x="2406" y="14033"/>
                </a:lnTo>
                <a:lnTo>
                  <a:pt x="2470" y="14294"/>
                </a:lnTo>
                <a:lnTo>
                  <a:pt x="2470" y="14555"/>
                </a:lnTo>
                <a:lnTo>
                  <a:pt x="2470" y="14700"/>
                </a:lnTo>
                <a:lnTo>
                  <a:pt x="2534" y="14961"/>
                </a:lnTo>
                <a:lnTo>
                  <a:pt x="2534" y="15164"/>
                </a:lnTo>
                <a:lnTo>
                  <a:pt x="2534" y="15425"/>
                </a:lnTo>
                <a:lnTo>
                  <a:pt x="2630" y="15686"/>
                </a:lnTo>
                <a:lnTo>
                  <a:pt x="2630" y="15889"/>
                </a:lnTo>
                <a:lnTo>
                  <a:pt x="2694" y="16150"/>
                </a:lnTo>
                <a:lnTo>
                  <a:pt x="2694" y="16295"/>
                </a:lnTo>
                <a:lnTo>
                  <a:pt x="2694" y="16614"/>
                </a:lnTo>
                <a:lnTo>
                  <a:pt x="2694" y="16759"/>
                </a:lnTo>
                <a:lnTo>
                  <a:pt x="2758" y="17078"/>
                </a:lnTo>
                <a:lnTo>
                  <a:pt x="2758" y="17223"/>
                </a:lnTo>
                <a:lnTo>
                  <a:pt x="2855" y="17484"/>
                </a:lnTo>
                <a:lnTo>
                  <a:pt x="2855" y="17687"/>
                </a:lnTo>
                <a:lnTo>
                  <a:pt x="2855" y="17948"/>
                </a:lnTo>
                <a:lnTo>
                  <a:pt x="2855" y="18151"/>
                </a:lnTo>
                <a:lnTo>
                  <a:pt x="2919" y="18412"/>
                </a:lnTo>
                <a:lnTo>
                  <a:pt x="2919" y="18615"/>
                </a:lnTo>
                <a:lnTo>
                  <a:pt x="2983" y="18934"/>
                </a:lnTo>
                <a:lnTo>
                  <a:pt x="2983" y="19079"/>
                </a:lnTo>
                <a:lnTo>
                  <a:pt x="2983" y="19398"/>
                </a:lnTo>
                <a:lnTo>
                  <a:pt x="2983" y="19543"/>
                </a:lnTo>
                <a:lnTo>
                  <a:pt x="3047" y="19745"/>
                </a:lnTo>
                <a:lnTo>
                  <a:pt x="3047" y="20064"/>
                </a:lnTo>
                <a:lnTo>
                  <a:pt x="3047" y="20209"/>
                </a:lnTo>
                <a:lnTo>
                  <a:pt x="3143" y="20412"/>
                </a:lnTo>
                <a:lnTo>
                  <a:pt x="3143" y="20731"/>
                </a:lnTo>
                <a:lnTo>
                  <a:pt x="3143" y="20876"/>
                </a:lnTo>
                <a:lnTo>
                  <a:pt x="3143" y="21079"/>
                </a:lnTo>
                <a:lnTo>
                  <a:pt x="3208" y="21398"/>
                </a:lnTo>
                <a:lnTo>
                  <a:pt x="3208" y="2154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022605" y="3236376"/>
            <a:ext cx="3208" cy="44943"/>
          </a:xfrm>
          <a:custGeom>
            <a:avLst/>
            <a:gdLst/>
            <a:ahLst/>
            <a:cxnLst/>
            <a:rect l="l" t="t" r="r" b="b"/>
            <a:pathLst>
              <a:path w="3208" h="44943">
                <a:moveTo>
                  <a:pt x="0" y="0"/>
                </a:moveTo>
                <a:lnTo>
                  <a:pt x="0" y="202"/>
                </a:lnTo>
                <a:lnTo>
                  <a:pt x="64" y="521"/>
                </a:lnTo>
                <a:lnTo>
                  <a:pt x="64" y="666"/>
                </a:lnTo>
                <a:lnTo>
                  <a:pt x="64" y="869"/>
                </a:lnTo>
                <a:lnTo>
                  <a:pt x="128" y="1188"/>
                </a:lnTo>
                <a:lnTo>
                  <a:pt x="128" y="1391"/>
                </a:lnTo>
                <a:lnTo>
                  <a:pt x="128" y="1536"/>
                </a:lnTo>
                <a:lnTo>
                  <a:pt x="128" y="1710"/>
                </a:lnTo>
                <a:lnTo>
                  <a:pt x="128" y="1913"/>
                </a:lnTo>
                <a:lnTo>
                  <a:pt x="224" y="2058"/>
                </a:lnTo>
                <a:lnTo>
                  <a:pt x="224" y="2261"/>
                </a:lnTo>
                <a:lnTo>
                  <a:pt x="224" y="2464"/>
                </a:lnTo>
                <a:lnTo>
                  <a:pt x="288" y="2783"/>
                </a:lnTo>
                <a:lnTo>
                  <a:pt x="288" y="2986"/>
                </a:lnTo>
                <a:lnTo>
                  <a:pt x="288" y="3131"/>
                </a:lnTo>
                <a:lnTo>
                  <a:pt x="288" y="3305"/>
                </a:lnTo>
                <a:lnTo>
                  <a:pt x="288" y="3508"/>
                </a:lnTo>
                <a:lnTo>
                  <a:pt x="352" y="3653"/>
                </a:lnTo>
                <a:lnTo>
                  <a:pt x="352" y="3856"/>
                </a:lnTo>
                <a:lnTo>
                  <a:pt x="352" y="4059"/>
                </a:lnTo>
                <a:lnTo>
                  <a:pt x="352" y="4262"/>
                </a:lnTo>
                <a:lnTo>
                  <a:pt x="449" y="4581"/>
                </a:lnTo>
                <a:lnTo>
                  <a:pt x="449" y="4784"/>
                </a:lnTo>
                <a:lnTo>
                  <a:pt x="449" y="4987"/>
                </a:lnTo>
                <a:lnTo>
                  <a:pt x="513" y="5306"/>
                </a:lnTo>
                <a:lnTo>
                  <a:pt x="513" y="5509"/>
                </a:lnTo>
                <a:lnTo>
                  <a:pt x="513" y="5712"/>
                </a:lnTo>
                <a:lnTo>
                  <a:pt x="513" y="5915"/>
                </a:lnTo>
                <a:lnTo>
                  <a:pt x="577" y="6118"/>
                </a:lnTo>
                <a:lnTo>
                  <a:pt x="577" y="6437"/>
                </a:lnTo>
                <a:lnTo>
                  <a:pt x="577" y="6639"/>
                </a:lnTo>
                <a:lnTo>
                  <a:pt x="577" y="6842"/>
                </a:lnTo>
                <a:lnTo>
                  <a:pt x="641" y="7045"/>
                </a:lnTo>
                <a:lnTo>
                  <a:pt x="641" y="7248"/>
                </a:lnTo>
                <a:lnTo>
                  <a:pt x="641" y="7451"/>
                </a:lnTo>
                <a:lnTo>
                  <a:pt x="641" y="7625"/>
                </a:lnTo>
                <a:lnTo>
                  <a:pt x="737" y="7770"/>
                </a:lnTo>
                <a:lnTo>
                  <a:pt x="737" y="7973"/>
                </a:lnTo>
                <a:lnTo>
                  <a:pt x="737" y="8176"/>
                </a:lnTo>
                <a:lnTo>
                  <a:pt x="737" y="8379"/>
                </a:lnTo>
                <a:lnTo>
                  <a:pt x="737" y="8582"/>
                </a:lnTo>
                <a:lnTo>
                  <a:pt x="802" y="8756"/>
                </a:lnTo>
                <a:lnTo>
                  <a:pt x="802" y="8959"/>
                </a:lnTo>
                <a:lnTo>
                  <a:pt x="802" y="9162"/>
                </a:lnTo>
                <a:lnTo>
                  <a:pt x="802" y="9365"/>
                </a:lnTo>
                <a:lnTo>
                  <a:pt x="866" y="9568"/>
                </a:lnTo>
                <a:lnTo>
                  <a:pt x="866" y="9771"/>
                </a:lnTo>
                <a:lnTo>
                  <a:pt x="866" y="9974"/>
                </a:lnTo>
                <a:lnTo>
                  <a:pt x="866" y="10177"/>
                </a:lnTo>
                <a:lnTo>
                  <a:pt x="866" y="10380"/>
                </a:lnTo>
                <a:lnTo>
                  <a:pt x="930" y="10554"/>
                </a:lnTo>
                <a:lnTo>
                  <a:pt x="930" y="10757"/>
                </a:lnTo>
                <a:lnTo>
                  <a:pt x="930" y="10960"/>
                </a:lnTo>
                <a:lnTo>
                  <a:pt x="930" y="11163"/>
                </a:lnTo>
                <a:lnTo>
                  <a:pt x="930" y="11366"/>
                </a:lnTo>
                <a:lnTo>
                  <a:pt x="1026" y="11627"/>
                </a:lnTo>
                <a:lnTo>
                  <a:pt x="1026" y="11830"/>
                </a:lnTo>
                <a:lnTo>
                  <a:pt x="1026" y="12033"/>
                </a:lnTo>
                <a:lnTo>
                  <a:pt x="1026" y="12236"/>
                </a:lnTo>
                <a:lnTo>
                  <a:pt x="1090" y="12439"/>
                </a:lnTo>
                <a:lnTo>
                  <a:pt x="1090" y="12613"/>
                </a:lnTo>
                <a:lnTo>
                  <a:pt x="1090" y="12816"/>
                </a:lnTo>
                <a:lnTo>
                  <a:pt x="1090" y="13019"/>
                </a:lnTo>
                <a:lnTo>
                  <a:pt x="1090" y="13279"/>
                </a:lnTo>
                <a:lnTo>
                  <a:pt x="1154" y="13482"/>
                </a:lnTo>
                <a:lnTo>
                  <a:pt x="1154" y="13685"/>
                </a:lnTo>
                <a:lnTo>
                  <a:pt x="1154" y="13888"/>
                </a:lnTo>
                <a:lnTo>
                  <a:pt x="1154" y="14091"/>
                </a:lnTo>
                <a:lnTo>
                  <a:pt x="1251" y="14294"/>
                </a:lnTo>
                <a:lnTo>
                  <a:pt x="1251" y="14555"/>
                </a:lnTo>
                <a:lnTo>
                  <a:pt x="1251" y="14758"/>
                </a:lnTo>
                <a:lnTo>
                  <a:pt x="1251" y="14961"/>
                </a:lnTo>
                <a:lnTo>
                  <a:pt x="1251" y="15164"/>
                </a:lnTo>
                <a:lnTo>
                  <a:pt x="1315" y="15425"/>
                </a:lnTo>
                <a:lnTo>
                  <a:pt x="1315" y="15628"/>
                </a:lnTo>
                <a:lnTo>
                  <a:pt x="1315" y="15831"/>
                </a:lnTo>
                <a:lnTo>
                  <a:pt x="1315" y="16005"/>
                </a:lnTo>
                <a:lnTo>
                  <a:pt x="1379" y="16295"/>
                </a:lnTo>
                <a:lnTo>
                  <a:pt x="1379" y="16498"/>
                </a:lnTo>
                <a:lnTo>
                  <a:pt x="1379" y="16672"/>
                </a:lnTo>
                <a:lnTo>
                  <a:pt x="1379" y="16875"/>
                </a:lnTo>
                <a:lnTo>
                  <a:pt x="1379" y="17136"/>
                </a:lnTo>
                <a:lnTo>
                  <a:pt x="1443" y="17339"/>
                </a:lnTo>
                <a:lnTo>
                  <a:pt x="1443" y="17542"/>
                </a:lnTo>
                <a:lnTo>
                  <a:pt x="1443" y="17803"/>
                </a:lnTo>
                <a:lnTo>
                  <a:pt x="1443" y="18006"/>
                </a:lnTo>
                <a:lnTo>
                  <a:pt x="1539" y="18209"/>
                </a:lnTo>
                <a:lnTo>
                  <a:pt x="1539" y="18470"/>
                </a:lnTo>
                <a:lnTo>
                  <a:pt x="1539" y="18673"/>
                </a:lnTo>
                <a:lnTo>
                  <a:pt x="1539" y="18876"/>
                </a:lnTo>
                <a:lnTo>
                  <a:pt x="1539" y="19137"/>
                </a:lnTo>
                <a:lnTo>
                  <a:pt x="1604" y="19340"/>
                </a:lnTo>
                <a:lnTo>
                  <a:pt x="1604" y="19600"/>
                </a:lnTo>
                <a:lnTo>
                  <a:pt x="1604" y="19803"/>
                </a:lnTo>
                <a:lnTo>
                  <a:pt x="1604" y="20006"/>
                </a:lnTo>
                <a:lnTo>
                  <a:pt x="1668" y="20267"/>
                </a:lnTo>
                <a:lnTo>
                  <a:pt x="1668" y="20470"/>
                </a:lnTo>
                <a:lnTo>
                  <a:pt x="1668" y="20731"/>
                </a:lnTo>
                <a:lnTo>
                  <a:pt x="1668" y="20934"/>
                </a:lnTo>
                <a:lnTo>
                  <a:pt x="1668" y="21195"/>
                </a:lnTo>
                <a:lnTo>
                  <a:pt x="1764" y="21398"/>
                </a:lnTo>
                <a:lnTo>
                  <a:pt x="1764" y="21659"/>
                </a:lnTo>
                <a:lnTo>
                  <a:pt x="1764" y="21862"/>
                </a:lnTo>
                <a:lnTo>
                  <a:pt x="1764" y="22123"/>
                </a:lnTo>
                <a:lnTo>
                  <a:pt x="1764" y="22326"/>
                </a:lnTo>
                <a:lnTo>
                  <a:pt x="1828" y="22587"/>
                </a:lnTo>
                <a:lnTo>
                  <a:pt x="1828" y="22790"/>
                </a:lnTo>
                <a:lnTo>
                  <a:pt x="1828" y="23080"/>
                </a:lnTo>
                <a:lnTo>
                  <a:pt x="1828" y="23254"/>
                </a:lnTo>
                <a:lnTo>
                  <a:pt x="1892" y="23544"/>
                </a:lnTo>
                <a:lnTo>
                  <a:pt x="1892" y="23718"/>
                </a:lnTo>
                <a:lnTo>
                  <a:pt x="1892" y="24008"/>
                </a:lnTo>
                <a:lnTo>
                  <a:pt x="1892" y="24211"/>
                </a:lnTo>
                <a:lnTo>
                  <a:pt x="1892" y="24472"/>
                </a:lnTo>
                <a:lnTo>
                  <a:pt x="1956" y="24733"/>
                </a:lnTo>
                <a:lnTo>
                  <a:pt x="1956" y="24936"/>
                </a:lnTo>
                <a:lnTo>
                  <a:pt x="1956" y="25197"/>
                </a:lnTo>
                <a:lnTo>
                  <a:pt x="1956" y="25400"/>
                </a:lnTo>
                <a:lnTo>
                  <a:pt x="2053" y="25661"/>
                </a:lnTo>
                <a:lnTo>
                  <a:pt x="2053" y="25922"/>
                </a:lnTo>
                <a:lnTo>
                  <a:pt x="2053" y="26124"/>
                </a:lnTo>
                <a:lnTo>
                  <a:pt x="2053" y="26385"/>
                </a:lnTo>
                <a:lnTo>
                  <a:pt x="2053" y="26646"/>
                </a:lnTo>
                <a:lnTo>
                  <a:pt x="2117" y="26849"/>
                </a:lnTo>
                <a:lnTo>
                  <a:pt x="2117" y="27110"/>
                </a:lnTo>
                <a:lnTo>
                  <a:pt x="2117" y="27400"/>
                </a:lnTo>
                <a:lnTo>
                  <a:pt x="2117" y="27574"/>
                </a:lnTo>
                <a:lnTo>
                  <a:pt x="2181" y="27864"/>
                </a:lnTo>
                <a:lnTo>
                  <a:pt x="2181" y="28125"/>
                </a:lnTo>
                <a:lnTo>
                  <a:pt x="2181" y="28328"/>
                </a:lnTo>
                <a:lnTo>
                  <a:pt x="2181" y="28589"/>
                </a:lnTo>
                <a:lnTo>
                  <a:pt x="2181" y="28850"/>
                </a:lnTo>
                <a:lnTo>
                  <a:pt x="2245" y="29111"/>
                </a:lnTo>
                <a:lnTo>
                  <a:pt x="2245" y="29314"/>
                </a:lnTo>
                <a:lnTo>
                  <a:pt x="2245" y="29575"/>
                </a:lnTo>
                <a:lnTo>
                  <a:pt x="2245" y="29836"/>
                </a:lnTo>
                <a:lnTo>
                  <a:pt x="2341" y="30126"/>
                </a:lnTo>
                <a:lnTo>
                  <a:pt x="2341" y="30329"/>
                </a:lnTo>
                <a:lnTo>
                  <a:pt x="2341" y="30590"/>
                </a:lnTo>
                <a:lnTo>
                  <a:pt x="2341" y="30851"/>
                </a:lnTo>
                <a:lnTo>
                  <a:pt x="2341" y="31112"/>
                </a:lnTo>
                <a:lnTo>
                  <a:pt x="2406" y="31373"/>
                </a:lnTo>
                <a:lnTo>
                  <a:pt x="2406" y="31576"/>
                </a:lnTo>
                <a:lnTo>
                  <a:pt x="2406" y="31837"/>
                </a:lnTo>
                <a:lnTo>
                  <a:pt x="2406" y="32098"/>
                </a:lnTo>
                <a:lnTo>
                  <a:pt x="2470" y="32388"/>
                </a:lnTo>
                <a:lnTo>
                  <a:pt x="2470" y="32648"/>
                </a:lnTo>
                <a:lnTo>
                  <a:pt x="2470" y="32909"/>
                </a:lnTo>
                <a:lnTo>
                  <a:pt x="2470" y="33112"/>
                </a:lnTo>
                <a:lnTo>
                  <a:pt x="2470" y="33373"/>
                </a:lnTo>
                <a:lnTo>
                  <a:pt x="2566" y="33634"/>
                </a:lnTo>
                <a:lnTo>
                  <a:pt x="2566" y="33895"/>
                </a:lnTo>
                <a:lnTo>
                  <a:pt x="2566" y="34185"/>
                </a:lnTo>
                <a:lnTo>
                  <a:pt x="2566" y="34446"/>
                </a:lnTo>
                <a:lnTo>
                  <a:pt x="2566" y="34707"/>
                </a:lnTo>
                <a:lnTo>
                  <a:pt x="2630" y="34968"/>
                </a:lnTo>
                <a:lnTo>
                  <a:pt x="2630" y="35229"/>
                </a:lnTo>
                <a:lnTo>
                  <a:pt x="2630" y="35490"/>
                </a:lnTo>
                <a:lnTo>
                  <a:pt x="2630" y="35780"/>
                </a:lnTo>
                <a:lnTo>
                  <a:pt x="2694" y="36041"/>
                </a:lnTo>
                <a:lnTo>
                  <a:pt x="2694" y="36244"/>
                </a:lnTo>
                <a:lnTo>
                  <a:pt x="2694" y="36505"/>
                </a:lnTo>
                <a:lnTo>
                  <a:pt x="2694" y="36766"/>
                </a:lnTo>
                <a:lnTo>
                  <a:pt x="2694" y="37027"/>
                </a:lnTo>
                <a:lnTo>
                  <a:pt x="2758" y="37288"/>
                </a:lnTo>
                <a:lnTo>
                  <a:pt x="2758" y="37549"/>
                </a:lnTo>
                <a:lnTo>
                  <a:pt x="2758" y="37839"/>
                </a:lnTo>
                <a:lnTo>
                  <a:pt x="2758" y="38100"/>
                </a:lnTo>
                <a:lnTo>
                  <a:pt x="2855" y="38361"/>
                </a:lnTo>
                <a:lnTo>
                  <a:pt x="2855" y="38622"/>
                </a:lnTo>
                <a:lnTo>
                  <a:pt x="2855" y="38970"/>
                </a:lnTo>
                <a:lnTo>
                  <a:pt x="2855" y="39230"/>
                </a:lnTo>
                <a:lnTo>
                  <a:pt x="2855" y="39491"/>
                </a:lnTo>
                <a:lnTo>
                  <a:pt x="2919" y="39752"/>
                </a:lnTo>
                <a:lnTo>
                  <a:pt x="2919" y="40013"/>
                </a:lnTo>
                <a:lnTo>
                  <a:pt x="2919" y="40303"/>
                </a:lnTo>
                <a:lnTo>
                  <a:pt x="2919" y="40564"/>
                </a:lnTo>
                <a:lnTo>
                  <a:pt x="2983" y="40825"/>
                </a:lnTo>
                <a:lnTo>
                  <a:pt x="2983" y="41086"/>
                </a:lnTo>
                <a:lnTo>
                  <a:pt x="2983" y="41347"/>
                </a:lnTo>
                <a:lnTo>
                  <a:pt x="2983" y="41608"/>
                </a:lnTo>
                <a:lnTo>
                  <a:pt x="2983" y="41956"/>
                </a:lnTo>
                <a:lnTo>
                  <a:pt x="3079" y="42217"/>
                </a:lnTo>
                <a:lnTo>
                  <a:pt x="3079" y="42478"/>
                </a:lnTo>
                <a:lnTo>
                  <a:pt x="3079" y="42739"/>
                </a:lnTo>
                <a:lnTo>
                  <a:pt x="3079" y="43029"/>
                </a:lnTo>
                <a:lnTo>
                  <a:pt x="3143" y="43290"/>
                </a:lnTo>
                <a:lnTo>
                  <a:pt x="3143" y="43551"/>
                </a:lnTo>
                <a:lnTo>
                  <a:pt x="3143" y="43870"/>
                </a:lnTo>
                <a:lnTo>
                  <a:pt x="3143" y="44160"/>
                </a:lnTo>
                <a:lnTo>
                  <a:pt x="3143" y="44421"/>
                </a:lnTo>
                <a:lnTo>
                  <a:pt x="3208" y="44682"/>
                </a:lnTo>
                <a:lnTo>
                  <a:pt x="3208" y="4494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025813" y="3281319"/>
            <a:ext cx="3208" cy="65355"/>
          </a:xfrm>
          <a:custGeom>
            <a:avLst/>
            <a:gdLst/>
            <a:ahLst/>
            <a:cxnLst/>
            <a:rect l="l" t="t" r="r" b="b"/>
            <a:pathLst>
              <a:path w="3208" h="65355">
                <a:moveTo>
                  <a:pt x="0" y="0"/>
                </a:moveTo>
                <a:lnTo>
                  <a:pt x="0" y="347"/>
                </a:lnTo>
                <a:lnTo>
                  <a:pt x="0" y="608"/>
                </a:lnTo>
                <a:lnTo>
                  <a:pt x="64" y="869"/>
                </a:lnTo>
                <a:lnTo>
                  <a:pt x="64" y="1130"/>
                </a:lnTo>
                <a:lnTo>
                  <a:pt x="64" y="1478"/>
                </a:lnTo>
                <a:lnTo>
                  <a:pt x="64" y="1739"/>
                </a:lnTo>
                <a:lnTo>
                  <a:pt x="64" y="2000"/>
                </a:lnTo>
                <a:lnTo>
                  <a:pt x="160" y="2319"/>
                </a:lnTo>
                <a:lnTo>
                  <a:pt x="160" y="2580"/>
                </a:lnTo>
                <a:lnTo>
                  <a:pt x="160" y="2870"/>
                </a:lnTo>
                <a:lnTo>
                  <a:pt x="160" y="3131"/>
                </a:lnTo>
                <a:lnTo>
                  <a:pt x="160" y="3450"/>
                </a:lnTo>
                <a:lnTo>
                  <a:pt x="224" y="3711"/>
                </a:lnTo>
                <a:lnTo>
                  <a:pt x="224" y="4001"/>
                </a:lnTo>
                <a:lnTo>
                  <a:pt x="224" y="4320"/>
                </a:lnTo>
                <a:lnTo>
                  <a:pt x="224" y="4581"/>
                </a:lnTo>
                <a:lnTo>
                  <a:pt x="288" y="4842"/>
                </a:lnTo>
                <a:lnTo>
                  <a:pt x="288" y="5190"/>
                </a:lnTo>
                <a:lnTo>
                  <a:pt x="288" y="5451"/>
                </a:lnTo>
                <a:lnTo>
                  <a:pt x="288" y="5712"/>
                </a:lnTo>
                <a:lnTo>
                  <a:pt x="288" y="6060"/>
                </a:lnTo>
                <a:lnTo>
                  <a:pt x="352" y="6321"/>
                </a:lnTo>
                <a:lnTo>
                  <a:pt x="352" y="6639"/>
                </a:lnTo>
                <a:lnTo>
                  <a:pt x="352" y="6929"/>
                </a:lnTo>
                <a:lnTo>
                  <a:pt x="352" y="7190"/>
                </a:lnTo>
                <a:lnTo>
                  <a:pt x="449" y="7509"/>
                </a:lnTo>
                <a:lnTo>
                  <a:pt x="449" y="7770"/>
                </a:lnTo>
                <a:lnTo>
                  <a:pt x="449" y="8118"/>
                </a:lnTo>
                <a:lnTo>
                  <a:pt x="449" y="8379"/>
                </a:lnTo>
                <a:lnTo>
                  <a:pt x="449" y="8698"/>
                </a:lnTo>
                <a:lnTo>
                  <a:pt x="513" y="8988"/>
                </a:lnTo>
                <a:lnTo>
                  <a:pt x="513" y="9307"/>
                </a:lnTo>
                <a:lnTo>
                  <a:pt x="513" y="9568"/>
                </a:lnTo>
                <a:lnTo>
                  <a:pt x="513" y="9829"/>
                </a:lnTo>
                <a:lnTo>
                  <a:pt x="577" y="10177"/>
                </a:lnTo>
                <a:lnTo>
                  <a:pt x="577" y="10438"/>
                </a:lnTo>
                <a:lnTo>
                  <a:pt x="577" y="10786"/>
                </a:lnTo>
                <a:lnTo>
                  <a:pt x="577" y="11047"/>
                </a:lnTo>
                <a:lnTo>
                  <a:pt x="577" y="11366"/>
                </a:lnTo>
                <a:lnTo>
                  <a:pt x="673" y="11627"/>
                </a:lnTo>
                <a:lnTo>
                  <a:pt x="673" y="11975"/>
                </a:lnTo>
                <a:lnTo>
                  <a:pt x="673" y="12294"/>
                </a:lnTo>
                <a:lnTo>
                  <a:pt x="673" y="12555"/>
                </a:lnTo>
                <a:lnTo>
                  <a:pt x="737" y="12903"/>
                </a:lnTo>
                <a:lnTo>
                  <a:pt x="737" y="13163"/>
                </a:lnTo>
                <a:lnTo>
                  <a:pt x="737" y="13511"/>
                </a:lnTo>
                <a:lnTo>
                  <a:pt x="737" y="13772"/>
                </a:lnTo>
                <a:lnTo>
                  <a:pt x="737" y="14091"/>
                </a:lnTo>
                <a:lnTo>
                  <a:pt x="802" y="14439"/>
                </a:lnTo>
                <a:lnTo>
                  <a:pt x="802" y="14700"/>
                </a:lnTo>
                <a:lnTo>
                  <a:pt x="802" y="15019"/>
                </a:lnTo>
                <a:lnTo>
                  <a:pt x="802" y="15309"/>
                </a:lnTo>
                <a:lnTo>
                  <a:pt x="866" y="15628"/>
                </a:lnTo>
                <a:lnTo>
                  <a:pt x="866" y="15947"/>
                </a:lnTo>
                <a:lnTo>
                  <a:pt x="866" y="16237"/>
                </a:lnTo>
                <a:lnTo>
                  <a:pt x="866" y="16556"/>
                </a:lnTo>
                <a:lnTo>
                  <a:pt x="866" y="16904"/>
                </a:lnTo>
                <a:lnTo>
                  <a:pt x="962" y="17165"/>
                </a:lnTo>
                <a:lnTo>
                  <a:pt x="962" y="17484"/>
                </a:lnTo>
                <a:lnTo>
                  <a:pt x="962" y="17832"/>
                </a:lnTo>
                <a:lnTo>
                  <a:pt x="962" y="18093"/>
                </a:lnTo>
                <a:lnTo>
                  <a:pt x="962" y="18412"/>
                </a:lnTo>
                <a:lnTo>
                  <a:pt x="1026" y="18760"/>
                </a:lnTo>
                <a:lnTo>
                  <a:pt x="1026" y="19021"/>
                </a:lnTo>
                <a:lnTo>
                  <a:pt x="1026" y="19340"/>
                </a:lnTo>
                <a:lnTo>
                  <a:pt x="1026" y="19687"/>
                </a:lnTo>
                <a:lnTo>
                  <a:pt x="1090" y="19948"/>
                </a:lnTo>
                <a:lnTo>
                  <a:pt x="1090" y="20296"/>
                </a:lnTo>
                <a:lnTo>
                  <a:pt x="1090" y="20615"/>
                </a:lnTo>
                <a:lnTo>
                  <a:pt x="1090" y="20934"/>
                </a:lnTo>
                <a:lnTo>
                  <a:pt x="1090" y="21224"/>
                </a:lnTo>
                <a:lnTo>
                  <a:pt x="1154" y="21543"/>
                </a:lnTo>
                <a:lnTo>
                  <a:pt x="1154" y="21891"/>
                </a:lnTo>
                <a:lnTo>
                  <a:pt x="1154" y="22210"/>
                </a:lnTo>
                <a:lnTo>
                  <a:pt x="1154" y="22471"/>
                </a:lnTo>
                <a:lnTo>
                  <a:pt x="1251" y="22819"/>
                </a:lnTo>
                <a:lnTo>
                  <a:pt x="1251" y="23138"/>
                </a:lnTo>
                <a:lnTo>
                  <a:pt x="1251" y="23486"/>
                </a:lnTo>
                <a:lnTo>
                  <a:pt x="1251" y="23805"/>
                </a:lnTo>
                <a:lnTo>
                  <a:pt x="1251" y="24066"/>
                </a:lnTo>
                <a:lnTo>
                  <a:pt x="1315" y="24414"/>
                </a:lnTo>
                <a:lnTo>
                  <a:pt x="1315" y="24733"/>
                </a:lnTo>
                <a:lnTo>
                  <a:pt x="1315" y="25081"/>
                </a:lnTo>
                <a:lnTo>
                  <a:pt x="1315" y="25400"/>
                </a:lnTo>
                <a:lnTo>
                  <a:pt x="1379" y="25748"/>
                </a:lnTo>
                <a:lnTo>
                  <a:pt x="1379" y="26009"/>
                </a:lnTo>
                <a:lnTo>
                  <a:pt x="1379" y="26327"/>
                </a:lnTo>
                <a:lnTo>
                  <a:pt x="1379" y="26675"/>
                </a:lnTo>
                <a:lnTo>
                  <a:pt x="1379" y="26994"/>
                </a:lnTo>
                <a:lnTo>
                  <a:pt x="1475" y="27342"/>
                </a:lnTo>
                <a:lnTo>
                  <a:pt x="1475" y="27661"/>
                </a:lnTo>
                <a:lnTo>
                  <a:pt x="1475" y="28009"/>
                </a:lnTo>
                <a:lnTo>
                  <a:pt x="1475" y="28328"/>
                </a:lnTo>
                <a:lnTo>
                  <a:pt x="1539" y="28647"/>
                </a:lnTo>
                <a:lnTo>
                  <a:pt x="1539" y="28995"/>
                </a:lnTo>
                <a:lnTo>
                  <a:pt x="1539" y="29256"/>
                </a:lnTo>
                <a:lnTo>
                  <a:pt x="1539" y="29604"/>
                </a:lnTo>
                <a:lnTo>
                  <a:pt x="1539" y="29923"/>
                </a:lnTo>
                <a:lnTo>
                  <a:pt x="1604" y="30271"/>
                </a:lnTo>
                <a:lnTo>
                  <a:pt x="1604" y="30590"/>
                </a:lnTo>
                <a:lnTo>
                  <a:pt x="1604" y="30909"/>
                </a:lnTo>
                <a:lnTo>
                  <a:pt x="1604" y="31257"/>
                </a:lnTo>
                <a:lnTo>
                  <a:pt x="1668" y="31576"/>
                </a:lnTo>
                <a:lnTo>
                  <a:pt x="1668" y="31924"/>
                </a:lnTo>
                <a:lnTo>
                  <a:pt x="1668" y="32243"/>
                </a:lnTo>
                <a:lnTo>
                  <a:pt x="1668" y="32591"/>
                </a:lnTo>
                <a:lnTo>
                  <a:pt x="1668" y="32909"/>
                </a:lnTo>
                <a:lnTo>
                  <a:pt x="1764" y="33257"/>
                </a:lnTo>
                <a:lnTo>
                  <a:pt x="1764" y="33576"/>
                </a:lnTo>
                <a:lnTo>
                  <a:pt x="1764" y="33924"/>
                </a:lnTo>
                <a:lnTo>
                  <a:pt x="1764" y="34243"/>
                </a:lnTo>
                <a:lnTo>
                  <a:pt x="1764" y="34591"/>
                </a:lnTo>
                <a:lnTo>
                  <a:pt x="1828" y="34910"/>
                </a:lnTo>
                <a:lnTo>
                  <a:pt x="1828" y="35258"/>
                </a:lnTo>
                <a:lnTo>
                  <a:pt x="1828" y="35577"/>
                </a:lnTo>
                <a:lnTo>
                  <a:pt x="1828" y="35896"/>
                </a:lnTo>
                <a:lnTo>
                  <a:pt x="1892" y="36302"/>
                </a:lnTo>
                <a:lnTo>
                  <a:pt x="1892" y="36650"/>
                </a:lnTo>
                <a:lnTo>
                  <a:pt x="1892" y="36969"/>
                </a:lnTo>
                <a:lnTo>
                  <a:pt x="1892" y="37317"/>
                </a:lnTo>
                <a:lnTo>
                  <a:pt x="1892" y="37636"/>
                </a:lnTo>
                <a:lnTo>
                  <a:pt x="1988" y="37984"/>
                </a:lnTo>
                <a:lnTo>
                  <a:pt x="1988" y="38303"/>
                </a:lnTo>
                <a:lnTo>
                  <a:pt x="1988" y="38622"/>
                </a:lnTo>
                <a:lnTo>
                  <a:pt x="1988" y="38970"/>
                </a:lnTo>
                <a:lnTo>
                  <a:pt x="2053" y="39288"/>
                </a:lnTo>
                <a:lnTo>
                  <a:pt x="2053" y="39694"/>
                </a:lnTo>
                <a:lnTo>
                  <a:pt x="2053" y="40042"/>
                </a:lnTo>
                <a:lnTo>
                  <a:pt x="2053" y="40361"/>
                </a:lnTo>
                <a:lnTo>
                  <a:pt x="2053" y="40709"/>
                </a:lnTo>
                <a:lnTo>
                  <a:pt x="2117" y="41028"/>
                </a:lnTo>
                <a:lnTo>
                  <a:pt x="2117" y="41376"/>
                </a:lnTo>
                <a:lnTo>
                  <a:pt x="2117" y="41753"/>
                </a:lnTo>
                <a:lnTo>
                  <a:pt x="2117" y="42101"/>
                </a:lnTo>
                <a:lnTo>
                  <a:pt x="2181" y="42420"/>
                </a:lnTo>
                <a:lnTo>
                  <a:pt x="2181" y="42768"/>
                </a:lnTo>
                <a:lnTo>
                  <a:pt x="2181" y="43087"/>
                </a:lnTo>
                <a:lnTo>
                  <a:pt x="2181" y="43493"/>
                </a:lnTo>
                <a:lnTo>
                  <a:pt x="2181" y="43812"/>
                </a:lnTo>
                <a:lnTo>
                  <a:pt x="2277" y="44160"/>
                </a:lnTo>
                <a:lnTo>
                  <a:pt x="2277" y="44479"/>
                </a:lnTo>
                <a:lnTo>
                  <a:pt x="2277" y="44827"/>
                </a:lnTo>
                <a:lnTo>
                  <a:pt x="2277" y="45233"/>
                </a:lnTo>
                <a:lnTo>
                  <a:pt x="2341" y="45552"/>
                </a:lnTo>
                <a:lnTo>
                  <a:pt x="2341" y="45870"/>
                </a:lnTo>
                <a:lnTo>
                  <a:pt x="2341" y="46218"/>
                </a:lnTo>
                <a:lnTo>
                  <a:pt x="2341" y="46624"/>
                </a:lnTo>
                <a:lnTo>
                  <a:pt x="2341" y="46943"/>
                </a:lnTo>
                <a:lnTo>
                  <a:pt x="2406" y="47291"/>
                </a:lnTo>
                <a:lnTo>
                  <a:pt x="2406" y="47668"/>
                </a:lnTo>
                <a:lnTo>
                  <a:pt x="2406" y="48016"/>
                </a:lnTo>
                <a:lnTo>
                  <a:pt x="2406" y="48335"/>
                </a:lnTo>
                <a:lnTo>
                  <a:pt x="2470" y="48683"/>
                </a:lnTo>
                <a:lnTo>
                  <a:pt x="2470" y="49089"/>
                </a:lnTo>
                <a:lnTo>
                  <a:pt x="2470" y="49408"/>
                </a:lnTo>
                <a:lnTo>
                  <a:pt x="2470" y="49727"/>
                </a:lnTo>
                <a:lnTo>
                  <a:pt x="2470" y="50133"/>
                </a:lnTo>
                <a:lnTo>
                  <a:pt x="2566" y="50481"/>
                </a:lnTo>
                <a:lnTo>
                  <a:pt x="2566" y="50800"/>
                </a:lnTo>
                <a:lnTo>
                  <a:pt x="2566" y="51206"/>
                </a:lnTo>
                <a:lnTo>
                  <a:pt x="2566" y="51525"/>
                </a:lnTo>
                <a:lnTo>
                  <a:pt x="2566" y="51931"/>
                </a:lnTo>
                <a:lnTo>
                  <a:pt x="2630" y="52278"/>
                </a:lnTo>
                <a:lnTo>
                  <a:pt x="2630" y="52597"/>
                </a:lnTo>
                <a:lnTo>
                  <a:pt x="2630" y="53003"/>
                </a:lnTo>
                <a:lnTo>
                  <a:pt x="2630" y="53322"/>
                </a:lnTo>
                <a:lnTo>
                  <a:pt x="2694" y="53670"/>
                </a:lnTo>
                <a:lnTo>
                  <a:pt x="2694" y="54076"/>
                </a:lnTo>
                <a:lnTo>
                  <a:pt x="2694" y="54395"/>
                </a:lnTo>
                <a:lnTo>
                  <a:pt x="2694" y="54801"/>
                </a:lnTo>
                <a:lnTo>
                  <a:pt x="2694" y="55120"/>
                </a:lnTo>
                <a:lnTo>
                  <a:pt x="2790" y="55526"/>
                </a:lnTo>
                <a:lnTo>
                  <a:pt x="2790" y="55845"/>
                </a:lnTo>
                <a:lnTo>
                  <a:pt x="2790" y="56193"/>
                </a:lnTo>
                <a:lnTo>
                  <a:pt x="2790" y="56599"/>
                </a:lnTo>
                <a:lnTo>
                  <a:pt x="2855" y="56918"/>
                </a:lnTo>
                <a:lnTo>
                  <a:pt x="2855" y="57324"/>
                </a:lnTo>
                <a:lnTo>
                  <a:pt x="2855" y="57643"/>
                </a:lnTo>
                <a:lnTo>
                  <a:pt x="2855" y="58049"/>
                </a:lnTo>
                <a:lnTo>
                  <a:pt x="2855" y="58397"/>
                </a:lnTo>
                <a:lnTo>
                  <a:pt x="2919" y="58773"/>
                </a:lnTo>
                <a:lnTo>
                  <a:pt x="2919" y="59121"/>
                </a:lnTo>
                <a:lnTo>
                  <a:pt x="2919" y="59527"/>
                </a:lnTo>
                <a:lnTo>
                  <a:pt x="2919" y="59846"/>
                </a:lnTo>
                <a:lnTo>
                  <a:pt x="2983" y="60252"/>
                </a:lnTo>
                <a:lnTo>
                  <a:pt x="2983" y="60571"/>
                </a:lnTo>
                <a:lnTo>
                  <a:pt x="2983" y="60977"/>
                </a:lnTo>
                <a:lnTo>
                  <a:pt x="2983" y="61325"/>
                </a:lnTo>
                <a:lnTo>
                  <a:pt x="2983" y="61702"/>
                </a:lnTo>
                <a:lnTo>
                  <a:pt x="3079" y="62050"/>
                </a:lnTo>
                <a:lnTo>
                  <a:pt x="3079" y="62427"/>
                </a:lnTo>
                <a:lnTo>
                  <a:pt x="3079" y="62775"/>
                </a:lnTo>
                <a:lnTo>
                  <a:pt x="3079" y="63181"/>
                </a:lnTo>
                <a:lnTo>
                  <a:pt x="3143" y="63500"/>
                </a:lnTo>
                <a:lnTo>
                  <a:pt x="3143" y="63906"/>
                </a:lnTo>
                <a:lnTo>
                  <a:pt x="3143" y="64312"/>
                </a:lnTo>
                <a:lnTo>
                  <a:pt x="3143" y="64631"/>
                </a:lnTo>
                <a:lnTo>
                  <a:pt x="3143" y="65037"/>
                </a:lnTo>
                <a:lnTo>
                  <a:pt x="3208" y="6535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029021" y="3346675"/>
            <a:ext cx="3143" cy="80665"/>
          </a:xfrm>
          <a:custGeom>
            <a:avLst/>
            <a:gdLst/>
            <a:ahLst/>
            <a:cxnLst/>
            <a:rect l="l" t="t" r="r" b="b"/>
            <a:pathLst>
              <a:path w="3143" h="80665">
                <a:moveTo>
                  <a:pt x="0" y="0"/>
                </a:moveTo>
                <a:lnTo>
                  <a:pt x="0" y="405"/>
                </a:lnTo>
                <a:lnTo>
                  <a:pt x="0" y="811"/>
                </a:lnTo>
                <a:lnTo>
                  <a:pt x="0" y="1130"/>
                </a:lnTo>
                <a:lnTo>
                  <a:pt x="64" y="1536"/>
                </a:lnTo>
                <a:lnTo>
                  <a:pt x="64" y="1884"/>
                </a:lnTo>
                <a:lnTo>
                  <a:pt x="64" y="2261"/>
                </a:lnTo>
                <a:lnTo>
                  <a:pt x="64" y="2667"/>
                </a:lnTo>
                <a:lnTo>
                  <a:pt x="64" y="3015"/>
                </a:lnTo>
                <a:lnTo>
                  <a:pt x="160" y="3392"/>
                </a:lnTo>
                <a:lnTo>
                  <a:pt x="160" y="3798"/>
                </a:lnTo>
                <a:lnTo>
                  <a:pt x="160" y="4146"/>
                </a:lnTo>
                <a:lnTo>
                  <a:pt x="160" y="4523"/>
                </a:lnTo>
                <a:lnTo>
                  <a:pt x="160" y="4929"/>
                </a:lnTo>
                <a:lnTo>
                  <a:pt x="224" y="5277"/>
                </a:lnTo>
                <a:lnTo>
                  <a:pt x="224" y="5654"/>
                </a:lnTo>
                <a:lnTo>
                  <a:pt x="224" y="6060"/>
                </a:lnTo>
                <a:lnTo>
                  <a:pt x="224" y="6408"/>
                </a:lnTo>
                <a:lnTo>
                  <a:pt x="288" y="6784"/>
                </a:lnTo>
                <a:lnTo>
                  <a:pt x="288" y="7190"/>
                </a:lnTo>
                <a:lnTo>
                  <a:pt x="288" y="7538"/>
                </a:lnTo>
                <a:lnTo>
                  <a:pt x="288" y="7915"/>
                </a:lnTo>
                <a:lnTo>
                  <a:pt x="288" y="8321"/>
                </a:lnTo>
                <a:lnTo>
                  <a:pt x="384" y="8727"/>
                </a:lnTo>
                <a:lnTo>
                  <a:pt x="384" y="9046"/>
                </a:lnTo>
                <a:lnTo>
                  <a:pt x="384" y="9452"/>
                </a:lnTo>
                <a:lnTo>
                  <a:pt x="384" y="9858"/>
                </a:lnTo>
                <a:lnTo>
                  <a:pt x="449" y="10177"/>
                </a:lnTo>
                <a:lnTo>
                  <a:pt x="449" y="10583"/>
                </a:lnTo>
                <a:lnTo>
                  <a:pt x="449" y="10989"/>
                </a:lnTo>
                <a:lnTo>
                  <a:pt x="449" y="11395"/>
                </a:lnTo>
                <a:lnTo>
                  <a:pt x="449" y="11772"/>
                </a:lnTo>
                <a:lnTo>
                  <a:pt x="513" y="12120"/>
                </a:lnTo>
                <a:lnTo>
                  <a:pt x="513" y="12526"/>
                </a:lnTo>
                <a:lnTo>
                  <a:pt x="513" y="12903"/>
                </a:lnTo>
                <a:lnTo>
                  <a:pt x="513" y="13308"/>
                </a:lnTo>
                <a:lnTo>
                  <a:pt x="577" y="13656"/>
                </a:lnTo>
                <a:lnTo>
                  <a:pt x="577" y="14033"/>
                </a:lnTo>
                <a:lnTo>
                  <a:pt x="577" y="14439"/>
                </a:lnTo>
                <a:lnTo>
                  <a:pt x="577" y="14845"/>
                </a:lnTo>
                <a:lnTo>
                  <a:pt x="577" y="15251"/>
                </a:lnTo>
                <a:lnTo>
                  <a:pt x="673" y="15570"/>
                </a:lnTo>
                <a:lnTo>
                  <a:pt x="673" y="15976"/>
                </a:lnTo>
                <a:lnTo>
                  <a:pt x="673" y="16382"/>
                </a:lnTo>
                <a:lnTo>
                  <a:pt x="673" y="16759"/>
                </a:lnTo>
                <a:lnTo>
                  <a:pt x="737" y="17165"/>
                </a:lnTo>
                <a:lnTo>
                  <a:pt x="737" y="17571"/>
                </a:lnTo>
                <a:lnTo>
                  <a:pt x="737" y="17977"/>
                </a:lnTo>
                <a:lnTo>
                  <a:pt x="737" y="18296"/>
                </a:lnTo>
                <a:lnTo>
                  <a:pt x="737" y="18702"/>
                </a:lnTo>
                <a:lnTo>
                  <a:pt x="802" y="19108"/>
                </a:lnTo>
                <a:lnTo>
                  <a:pt x="802" y="19485"/>
                </a:lnTo>
                <a:lnTo>
                  <a:pt x="802" y="19890"/>
                </a:lnTo>
                <a:lnTo>
                  <a:pt x="802" y="20296"/>
                </a:lnTo>
                <a:lnTo>
                  <a:pt x="898" y="20702"/>
                </a:lnTo>
                <a:lnTo>
                  <a:pt x="898" y="21079"/>
                </a:lnTo>
                <a:lnTo>
                  <a:pt x="898" y="21427"/>
                </a:lnTo>
                <a:lnTo>
                  <a:pt x="898" y="21833"/>
                </a:lnTo>
                <a:lnTo>
                  <a:pt x="898" y="22210"/>
                </a:lnTo>
                <a:lnTo>
                  <a:pt x="962" y="22616"/>
                </a:lnTo>
                <a:lnTo>
                  <a:pt x="962" y="23022"/>
                </a:lnTo>
                <a:lnTo>
                  <a:pt x="962" y="23428"/>
                </a:lnTo>
                <a:lnTo>
                  <a:pt x="962" y="23805"/>
                </a:lnTo>
                <a:lnTo>
                  <a:pt x="962" y="24211"/>
                </a:lnTo>
                <a:lnTo>
                  <a:pt x="1026" y="24617"/>
                </a:lnTo>
                <a:lnTo>
                  <a:pt x="1026" y="25023"/>
                </a:lnTo>
                <a:lnTo>
                  <a:pt x="1026" y="25400"/>
                </a:lnTo>
                <a:lnTo>
                  <a:pt x="1026" y="25806"/>
                </a:lnTo>
                <a:lnTo>
                  <a:pt x="1090" y="26211"/>
                </a:lnTo>
                <a:lnTo>
                  <a:pt x="1090" y="26617"/>
                </a:lnTo>
                <a:lnTo>
                  <a:pt x="1090" y="26994"/>
                </a:lnTo>
                <a:lnTo>
                  <a:pt x="1090" y="27400"/>
                </a:lnTo>
                <a:lnTo>
                  <a:pt x="1090" y="27806"/>
                </a:lnTo>
                <a:lnTo>
                  <a:pt x="1186" y="28212"/>
                </a:lnTo>
                <a:lnTo>
                  <a:pt x="1186" y="28618"/>
                </a:lnTo>
                <a:lnTo>
                  <a:pt x="1186" y="28995"/>
                </a:lnTo>
                <a:lnTo>
                  <a:pt x="1186" y="29401"/>
                </a:lnTo>
                <a:lnTo>
                  <a:pt x="1251" y="29807"/>
                </a:lnTo>
                <a:lnTo>
                  <a:pt x="1251" y="30213"/>
                </a:lnTo>
                <a:lnTo>
                  <a:pt x="1251" y="30590"/>
                </a:lnTo>
                <a:lnTo>
                  <a:pt x="1251" y="30996"/>
                </a:lnTo>
                <a:lnTo>
                  <a:pt x="1251" y="31402"/>
                </a:lnTo>
                <a:lnTo>
                  <a:pt x="1315" y="31808"/>
                </a:lnTo>
                <a:lnTo>
                  <a:pt x="1315" y="32185"/>
                </a:lnTo>
                <a:lnTo>
                  <a:pt x="1315" y="32591"/>
                </a:lnTo>
                <a:lnTo>
                  <a:pt x="1315" y="32996"/>
                </a:lnTo>
                <a:lnTo>
                  <a:pt x="1379" y="33402"/>
                </a:lnTo>
                <a:lnTo>
                  <a:pt x="1379" y="33779"/>
                </a:lnTo>
                <a:lnTo>
                  <a:pt x="1379" y="34185"/>
                </a:lnTo>
                <a:lnTo>
                  <a:pt x="1379" y="34591"/>
                </a:lnTo>
                <a:lnTo>
                  <a:pt x="1379" y="34997"/>
                </a:lnTo>
                <a:lnTo>
                  <a:pt x="1475" y="35374"/>
                </a:lnTo>
                <a:lnTo>
                  <a:pt x="1475" y="35780"/>
                </a:lnTo>
                <a:lnTo>
                  <a:pt x="1475" y="36186"/>
                </a:lnTo>
                <a:lnTo>
                  <a:pt x="1475" y="36592"/>
                </a:lnTo>
                <a:lnTo>
                  <a:pt x="1539" y="37056"/>
                </a:lnTo>
                <a:lnTo>
                  <a:pt x="1539" y="37462"/>
                </a:lnTo>
                <a:lnTo>
                  <a:pt x="1539" y="37839"/>
                </a:lnTo>
                <a:lnTo>
                  <a:pt x="1539" y="38245"/>
                </a:lnTo>
                <a:lnTo>
                  <a:pt x="1539" y="38651"/>
                </a:lnTo>
                <a:lnTo>
                  <a:pt x="1604" y="39057"/>
                </a:lnTo>
                <a:lnTo>
                  <a:pt x="1604" y="39433"/>
                </a:lnTo>
                <a:lnTo>
                  <a:pt x="1604" y="39839"/>
                </a:lnTo>
                <a:lnTo>
                  <a:pt x="1604" y="40245"/>
                </a:lnTo>
                <a:lnTo>
                  <a:pt x="1700" y="40709"/>
                </a:lnTo>
                <a:lnTo>
                  <a:pt x="1700" y="41115"/>
                </a:lnTo>
                <a:lnTo>
                  <a:pt x="1700" y="41492"/>
                </a:lnTo>
                <a:lnTo>
                  <a:pt x="1700" y="41898"/>
                </a:lnTo>
                <a:lnTo>
                  <a:pt x="1700" y="42304"/>
                </a:lnTo>
                <a:lnTo>
                  <a:pt x="1764" y="42710"/>
                </a:lnTo>
                <a:lnTo>
                  <a:pt x="1764" y="43087"/>
                </a:lnTo>
                <a:lnTo>
                  <a:pt x="1764" y="43580"/>
                </a:lnTo>
                <a:lnTo>
                  <a:pt x="1764" y="43957"/>
                </a:lnTo>
                <a:lnTo>
                  <a:pt x="1764" y="44363"/>
                </a:lnTo>
                <a:lnTo>
                  <a:pt x="1828" y="44769"/>
                </a:lnTo>
                <a:lnTo>
                  <a:pt x="1828" y="45175"/>
                </a:lnTo>
                <a:lnTo>
                  <a:pt x="1828" y="45638"/>
                </a:lnTo>
                <a:lnTo>
                  <a:pt x="1828" y="46015"/>
                </a:lnTo>
                <a:lnTo>
                  <a:pt x="1892" y="46421"/>
                </a:lnTo>
                <a:lnTo>
                  <a:pt x="1892" y="46827"/>
                </a:lnTo>
                <a:lnTo>
                  <a:pt x="1892" y="47233"/>
                </a:lnTo>
                <a:lnTo>
                  <a:pt x="1892" y="47697"/>
                </a:lnTo>
                <a:lnTo>
                  <a:pt x="1892" y="48074"/>
                </a:lnTo>
                <a:lnTo>
                  <a:pt x="1988" y="48480"/>
                </a:lnTo>
                <a:lnTo>
                  <a:pt x="1988" y="48886"/>
                </a:lnTo>
                <a:lnTo>
                  <a:pt x="1988" y="49292"/>
                </a:lnTo>
                <a:lnTo>
                  <a:pt x="1988" y="49756"/>
                </a:lnTo>
                <a:lnTo>
                  <a:pt x="2053" y="50162"/>
                </a:lnTo>
                <a:lnTo>
                  <a:pt x="2053" y="50539"/>
                </a:lnTo>
                <a:lnTo>
                  <a:pt x="2053" y="50945"/>
                </a:lnTo>
                <a:lnTo>
                  <a:pt x="2053" y="51409"/>
                </a:lnTo>
                <a:lnTo>
                  <a:pt x="2053" y="51815"/>
                </a:lnTo>
                <a:lnTo>
                  <a:pt x="2117" y="52220"/>
                </a:lnTo>
                <a:lnTo>
                  <a:pt x="2117" y="52597"/>
                </a:lnTo>
                <a:lnTo>
                  <a:pt x="2117" y="53061"/>
                </a:lnTo>
                <a:lnTo>
                  <a:pt x="2117" y="53467"/>
                </a:lnTo>
                <a:lnTo>
                  <a:pt x="2213" y="53873"/>
                </a:lnTo>
                <a:lnTo>
                  <a:pt x="2213" y="54337"/>
                </a:lnTo>
                <a:lnTo>
                  <a:pt x="2213" y="54743"/>
                </a:lnTo>
                <a:lnTo>
                  <a:pt x="2213" y="55149"/>
                </a:lnTo>
                <a:lnTo>
                  <a:pt x="2213" y="55526"/>
                </a:lnTo>
                <a:lnTo>
                  <a:pt x="2277" y="55990"/>
                </a:lnTo>
                <a:lnTo>
                  <a:pt x="2277" y="56396"/>
                </a:lnTo>
                <a:lnTo>
                  <a:pt x="2277" y="56802"/>
                </a:lnTo>
                <a:lnTo>
                  <a:pt x="2277" y="57266"/>
                </a:lnTo>
                <a:lnTo>
                  <a:pt x="2341" y="57672"/>
                </a:lnTo>
                <a:lnTo>
                  <a:pt x="2341" y="58049"/>
                </a:lnTo>
                <a:lnTo>
                  <a:pt x="2341" y="58542"/>
                </a:lnTo>
                <a:lnTo>
                  <a:pt x="2341" y="58918"/>
                </a:lnTo>
                <a:lnTo>
                  <a:pt x="2341" y="59324"/>
                </a:lnTo>
                <a:lnTo>
                  <a:pt x="2406" y="59788"/>
                </a:lnTo>
                <a:lnTo>
                  <a:pt x="2406" y="60194"/>
                </a:lnTo>
                <a:lnTo>
                  <a:pt x="2406" y="60600"/>
                </a:lnTo>
                <a:lnTo>
                  <a:pt x="2406" y="61064"/>
                </a:lnTo>
                <a:lnTo>
                  <a:pt x="2502" y="61441"/>
                </a:lnTo>
                <a:lnTo>
                  <a:pt x="2502" y="61847"/>
                </a:lnTo>
                <a:lnTo>
                  <a:pt x="2502" y="62311"/>
                </a:lnTo>
                <a:lnTo>
                  <a:pt x="2502" y="62717"/>
                </a:lnTo>
                <a:lnTo>
                  <a:pt x="2502" y="63123"/>
                </a:lnTo>
                <a:lnTo>
                  <a:pt x="2566" y="63587"/>
                </a:lnTo>
                <a:lnTo>
                  <a:pt x="2566" y="63993"/>
                </a:lnTo>
                <a:lnTo>
                  <a:pt x="2566" y="64370"/>
                </a:lnTo>
                <a:lnTo>
                  <a:pt x="2566" y="64834"/>
                </a:lnTo>
                <a:lnTo>
                  <a:pt x="2566" y="65239"/>
                </a:lnTo>
                <a:lnTo>
                  <a:pt x="2630" y="65703"/>
                </a:lnTo>
                <a:lnTo>
                  <a:pt x="2630" y="66109"/>
                </a:lnTo>
                <a:lnTo>
                  <a:pt x="2630" y="66515"/>
                </a:lnTo>
                <a:lnTo>
                  <a:pt x="2630" y="66979"/>
                </a:lnTo>
                <a:lnTo>
                  <a:pt x="2694" y="67385"/>
                </a:lnTo>
                <a:lnTo>
                  <a:pt x="2694" y="67849"/>
                </a:lnTo>
                <a:lnTo>
                  <a:pt x="2694" y="68226"/>
                </a:lnTo>
                <a:lnTo>
                  <a:pt x="2694" y="68632"/>
                </a:lnTo>
                <a:lnTo>
                  <a:pt x="2694" y="69096"/>
                </a:lnTo>
                <a:lnTo>
                  <a:pt x="2790" y="69502"/>
                </a:lnTo>
                <a:lnTo>
                  <a:pt x="2790" y="69966"/>
                </a:lnTo>
                <a:lnTo>
                  <a:pt x="2790" y="70372"/>
                </a:lnTo>
                <a:lnTo>
                  <a:pt x="2790" y="70836"/>
                </a:lnTo>
                <a:lnTo>
                  <a:pt x="2855" y="71242"/>
                </a:lnTo>
                <a:lnTo>
                  <a:pt x="2855" y="71619"/>
                </a:lnTo>
                <a:lnTo>
                  <a:pt x="2855" y="72082"/>
                </a:lnTo>
                <a:lnTo>
                  <a:pt x="2855" y="72488"/>
                </a:lnTo>
                <a:lnTo>
                  <a:pt x="2855" y="72952"/>
                </a:lnTo>
                <a:lnTo>
                  <a:pt x="2919" y="73358"/>
                </a:lnTo>
                <a:lnTo>
                  <a:pt x="2919" y="73822"/>
                </a:lnTo>
                <a:lnTo>
                  <a:pt x="2919" y="74228"/>
                </a:lnTo>
                <a:lnTo>
                  <a:pt x="2919" y="74692"/>
                </a:lnTo>
                <a:lnTo>
                  <a:pt x="3015" y="75098"/>
                </a:lnTo>
                <a:lnTo>
                  <a:pt x="3015" y="75562"/>
                </a:lnTo>
                <a:lnTo>
                  <a:pt x="3015" y="75939"/>
                </a:lnTo>
                <a:lnTo>
                  <a:pt x="3015" y="76403"/>
                </a:lnTo>
                <a:lnTo>
                  <a:pt x="3015" y="76809"/>
                </a:lnTo>
                <a:lnTo>
                  <a:pt x="3079" y="77215"/>
                </a:lnTo>
                <a:lnTo>
                  <a:pt x="3079" y="77679"/>
                </a:lnTo>
                <a:lnTo>
                  <a:pt x="3079" y="78085"/>
                </a:lnTo>
                <a:lnTo>
                  <a:pt x="3079" y="78548"/>
                </a:lnTo>
                <a:lnTo>
                  <a:pt x="3143" y="78954"/>
                </a:lnTo>
                <a:lnTo>
                  <a:pt x="3143" y="79418"/>
                </a:lnTo>
                <a:lnTo>
                  <a:pt x="3143" y="79795"/>
                </a:lnTo>
                <a:lnTo>
                  <a:pt x="3143" y="80259"/>
                </a:lnTo>
                <a:lnTo>
                  <a:pt x="3143" y="8066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032165" y="3427341"/>
            <a:ext cx="3208" cy="89248"/>
          </a:xfrm>
          <a:custGeom>
            <a:avLst/>
            <a:gdLst/>
            <a:ahLst/>
            <a:cxnLst/>
            <a:rect l="l" t="t" r="r" b="b"/>
            <a:pathLst>
              <a:path w="3208" h="89248">
                <a:moveTo>
                  <a:pt x="0" y="0"/>
                </a:moveTo>
                <a:lnTo>
                  <a:pt x="64" y="463"/>
                </a:lnTo>
                <a:lnTo>
                  <a:pt x="64" y="927"/>
                </a:lnTo>
                <a:lnTo>
                  <a:pt x="64" y="1333"/>
                </a:lnTo>
                <a:lnTo>
                  <a:pt x="64" y="1797"/>
                </a:lnTo>
                <a:lnTo>
                  <a:pt x="160" y="2203"/>
                </a:lnTo>
                <a:lnTo>
                  <a:pt x="160" y="2667"/>
                </a:lnTo>
                <a:lnTo>
                  <a:pt x="160" y="3073"/>
                </a:lnTo>
                <a:lnTo>
                  <a:pt x="160" y="3537"/>
                </a:lnTo>
                <a:lnTo>
                  <a:pt x="160" y="3943"/>
                </a:lnTo>
                <a:lnTo>
                  <a:pt x="224" y="4407"/>
                </a:lnTo>
                <a:lnTo>
                  <a:pt x="224" y="4784"/>
                </a:lnTo>
                <a:lnTo>
                  <a:pt x="224" y="5248"/>
                </a:lnTo>
                <a:lnTo>
                  <a:pt x="224" y="5654"/>
                </a:lnTo>
                <a:lnTo>
                  <a:pt x="224" y="6118"/>
                </a:lnTo>
                <a:lnTo>
                  <a:pt x="288" y="6581"/>
                </a:lnTo>
                <a:lnTo>
                  <a:pt x="288" y="6987"/>
                </a:lnTo>
                <a:lnTo>
                  <a:pt x="288" y="7451"/>
                </a:lnTo>
                <a:lnTo>
                  <a:pt x="288" y="7857"/>
                </a:lnTo>
                <a:lnTo>
                  <a:pt x="352" y="8321"/>
                </a:lnTo>
                <a:lnTo>
                  <a:pt x="352" y="8727"/>
                </a:lnTo>
                <a:lnTo>
                  <a:pt x="352" y="9191"/>
                </a:lnTo>
                <a:lnTo>
                  <a:pt x="352" y="9655"/>
                </a:lnTo>
                <a:lnTo>
                  <a:pt x="352" y="10061"/>
                </a:lnTo>
                <a:lnTo>
                  <a:pt x="449" y="10525"/>
                </a:lnTo>
                <a:lnTo>
                  <a:pt x="449" y="10902"/>
                </a:lnTo>
                <a:lnTo>
                  <a:pt x="449" y="11366"/>
                </a:lnTo>
                <a:lnTo>
                  <a:pt x="449" y="11772"/>
                </a:lnTo>
                <a:lnTo>
                  <a:pt x="513" y="12236"/>
                </a:lnTo>
                <a:lnTo>
                  <a:pt x="513" y="12700"/>
                </a:lnTo>
                <a:lnTo>
                  <a:pt x="513" y="13105"/>
                </a:lnTo>
                <a:lnTo>
                  <a:pt x="513" y="13569"/>
                </a:lnTo>
                <a:lnTo>
                  <a:pt x="513" y="14033"/>
                </a:lnTo>
                <a:lnTo>
                  <a:pt x="577" y="14439"/>
                </a:lnTo>
                <a:lnTo>
                  <a:pt x="577" y="14903"/>
                </a:lnTo>
                <a:lnTo>
                  <a:pt x="577" y="15309"/>
                </a:lnTo>
                <a:lnTo>
                  <a:pt x="577" y="15773"/>
                </a:lnTo>
                <a:lnTo>
                  <a:pt x="673" y="16237"/>
                </a:lnTo>
                <a:lnTo>
                  <a:pt x="673" y="16643"/>
                </a:lnTo>
                <a:lnTo>
                  <a:pt x="673" y="17107"/>
                </a:lnTo>
                <a:lnTo>
                  <a:pt x="673" y="17484"/>
                </a:lnTo>
                <a:lnTo>
                  <a:pt x="673" y="17948"/>
                </a:lnTo>
                <a:lnTo>
                  <a:pt x="737" y="18412"/>
                </a:lnTo>
                <a:lnTo>
                  <a:pt x="737" y="18818"/>
                </a:lnTo>
                <a:lnTo>
                  <a:pt x="737" y="19282"/>
                </a:lnTo>
                <a:lnTo>
                  <a:pt x="737" y="19745"/>
                </a:lnTo>
                <a:lnTo>
                  <a:pt x="802" y="20151"/>
                </a:lnTo>
                <a:lnTo>
                  <a:pt x="802" y="20615"/>
                </a:lnTo>
                <a:lnTo>
                  <a:pt x="802" y="21079"/>
                </a:lnTo>
                <a:lnTo>
                  <a:pt x="802" y="21485"/>
                </a:lnTo>
                <a:lnTo>
                  <a:pt x="802" y="21949"/>
                </a:lnTo>
                <a:lnTo>
                  <a:pt x="866" y="22413"/>
                </a:lnTo>
                <a:lnTo>
                  <a:pt x="866" y="22819"/>
                </a:lnTo>
                <a:lnTo>
                  <a:pt x="866" y="23283"/>
                </a:lnTo>
                <a:lnTo>
                  <a:pt x="866" y="23747"/>
                </a:lnTo>
                <a:lnTo>
                  <a:pt x="962" y="24153"/>
                </a:lnTo>
                <a:lnTo>
                  <a:pt x="962" y="24617"/>
                </a:lnTo>
                <a:lnTo>
                  <a:pt x="962" y="25081"/>
                </a:lnTo>
                <a:lnTo>
                  <a:pt x="962" y="25487"/>
                </a:lnTo>
                <a:lnTo>
                  <a:pt x="962" y="25951"/>
                </a:lnTo>
                <a:lnTo>
                  <a:pt x="1026" y="26414"/>
                </a:lnTo>
                <a:lnTo>
                  <a:pt x="1026" y="26791"/>
                </a:lnTo>
                <a:lnTo>
                  <a:pt x="1026" y="27255"/>
                </a:lnTo>
                <a:lnTo>
                  <a:pt x="1026" y="27748"/>
                </a:lnTo>
                <a:lnTo>
                  <a:pt x="1026" y="28125"/>
                </a:lnTo>
                <a:lnTo>
                  <a:pt x="1090" y="28589"/>
                </a:lnTo>
                <a:lnTo>
                  <a:pt x="1090" y="29053"/>
                </a:lnTo>
                <a:lnTo>
                  <a:pt x="1090" y="29517"/>
                </a:lnTo>
                <a:lnTo>
                  <a:pt x="1090" y="29923"/>
                </a:lnTo>
                <a:lnTo>
                  <a:pt x="1186" y="30387"/>
                </a:lnTo>
                <a:lnTo>
                  <a:pt x="1186" y="30851"/>
                </a:lnTo>
                <a:lnTo>
                  <a:pt x="1186" y="31257"/>
                </a:lnTo>
                <a:lnTo>
                  <a:pt x="1186" y="31721"/>
                </a:lnTo>
                <a:lnTo>
                  <a:pt x="1186" y="32185"/>
                </a:lnTo>
                <a:lnTo>
                  <a:pt x="1251" y="32648"/>
                </a:lnTo>
                <a:lnTo>
                  <a:pt x="1251" y="33054"/>
                </a:lnTo>
                <a:lnTo>
                  <a:pt x="1251" y="33518"/>
                </a:lnTo>
                <a:lnTo>
                  <a:pt x="1251" y="33982"/>
                </a:lnTo>
                <a:lnTo>
                  <a:pt x="1315" y="34388"/>
                </a:lnTo>
                <a:lnTo>
                  <a:pt x="1315" y="34852"/>
                </a:lnTo>
                <a:lnTo>
                  <a:pt x="1315" y="35316"/>
                </a:lnTo>
                <a:lnTo>
                  <a:pt x="1315" y="35780"/>
                </a:lnTo>
                <a:lnTo>
                  <a:pt x="1315" y="36186"/>
                </a:lnTo>
                <a:lnTo>
                  <a:pt x="1379" y="36650"/>
                </a:lnTo>
                <a:lnTo>
                  <a:pt x="1379" y="37114"/>
                </a:lnTo>
                <a:lnTo>
                  <a:pt x="1379" y="37578"/>
                </a:lnTo>
                <a:lnTo>
                  <a:pt x="1379" y="37984"/>
                </a:lnTo>
                <a:lnTo>
                  <a:pt x="1475" y="38448"/>
                </a:lnTo>
                <a:lnTo>
                  <a:pt x="1475" y="38912"/>
                </a:lnTo>
                <a:lnTo>
                  <a:pt x="1475" y="39375"/>
                </a:lnTo>
                <a:lnTo>
                  <a:pt x="1475" y="39781"/>
                </a:lnTo>
                <a:lnTo>
                  <a:pt x="1475" y="40245"/>
                </a:lnTo>
                <a:lnTo>
                  <a:pt x="1539" y="40709"/>
                </a:lnTo>
                <a:lnTo>
                  <a:pt x="1539" y="41173"/>
                </a:lnTo>
                <a:lnTo>
                  <a:pt x="1539" y="41579"/>
                </a:lnTo>
                <a:lnTo>
                  <a:pt x="1539" y="42043"/>
                </a:lnTo>
                <a:lnTo>
                  <a:pt x="1604" y="42507"/>
                </a:lnTo>
                <a:lnTo>
                  <a:pt x="1604" y="42971"/>
                </a:lnTo>
                <a:lnTo>
                  <a:pt x="1604" y="43348"/>
                </a:lnTo>
                <a:lnTo>
                  <a:pt x="1604" y="43841"/>
                </a:lnTo>
                <a:lnTo>
                  <a:pt x="1604" y="44305"/>
                </a:lnTo>
                <a:lnTo>
                  <a:pt x="1668" y="44769"/>
                </a:lnTo>
                <a:lnTo>
                  <a:pt x="1668" y="45146"/>
                </a:lnTo>
                <a:lnTo>
                  <a:pt x="1668" y="45610"/>
                </a:lnTo>
                <a:lnTo>
                  <a:pt x="1668" y="46073"/>
                </a:lnTo>
                <a:lnTo>
                  <a:pt x="1764" y="46566"/>
                </a:lnTo>
                <a:lnTo>
                  <a:pt x="1764" y="47030"/>
                </a:lnTo>
                <a:lnTo>
                  <a:pt x="1764" y="47407"/>
                </a:lnTo>
                <a:lnTo>
                  <a:pt x="1764" y="47871"/>
                </a:lnTo>
                <a:lnTo>
                  <a:pt x="1764" y="48335"/>
                </a:lnTo>
                <a:lnTo>
                  <a:pt x="1828" y="48741"/>
                </a:lnTo>
                <a:lnTo>
                  <a:pt x="1828" y="49147"/>
                </a:lnTo>
                <a:lnTo>
                  <a:pt x="1828" y="49611"/>
                </a:lnTo>
                <a:lnTo>
                  <a:pt x="1828" y="50075"/>
                </a:lnTo>
                <a:lnTo>
                  <a:pt x="1828" y="50539"/>
                </a:lnTo>
                <a:lnTo>
                  <a:pt x="1892" y="51003"/>
                </a:lnTo>
                <a:lnTo>
                  <a:pt x="1892" y="51409"/>
                </a:lnTo>
                <a:lnTo>
                  <a:pt x="1892" y="51873"/>
                </a:lnTo>
                <a:lnTo>
                  <a:pt x="1892" y="52336"/>
                </a:lnTo>
                <a:lnTo>
                  <a:pt x="1988" y="52800"/>
                </a:lnTo>
                <a:lnTo>
                  <a:pt x="1988" y="53264"/>
                </a:lnTo>
                <a:lnTo>
                  <a:pt x="1988" y="53670"/>
                </a:lnTo>
                <a:lnTo>
                  <a:pt x="1988" y="54134"/>
                </a:lnTo>
                <a:lnTo>
                  <a:pt x="1988" y="54598"/>
                </a:lnTo>
                <a:lnTo>
                  <a:pt x="2053" y="55062"/>
                </a:lnTo>
                <a:lnTo>
                  <a:pt x="2053" y="55526"/>
                </a:lnTo>
                <a:lnTo>
                  <a:pt x="2053" y="55932"/>
                </a:lnTo>
                <a:lnTo>
                  <a:pt x="2053" y="56396"/>
                </a:lnTo>
                <a:lnTo>
                  <a:pt x="2117" y="56860"/>
                </a:lnTo>
                <a:lnTo>
                  <a:pt x="2117" y="57324"/>
                </a:lnTo>
                <a:lnTo>
                  <a:pt x="2117" y="57788"/>
                </a:lnTo>
                <a:lnTo>
                  <a:pt x="2117" y="58252"/>
                </a:lnTo>
                <a:lnTo>
                  <a:pt x="2117" y="58658"/>
                </a:lnTo>
                <a:lnTo>
                  <a:pt x="2181" y="59121"/>
                </a:lnTo>
                <a:lnTo>
                  <a:pt x="2181" y="59585"/>
                </a:lnTo>
                <a:lnTo>
                  <a:pt x="2181" y="60049"/>
                </a:lnTo>
                <a:lnTo>
                  <a:pt x="2181" y="60513"/>
                </a:lnTo>
                <a:lnTo>
                  <a:pt x="2277" y="60919"/>
                </a:lnTo>
                <a:lnTo>
                  <a:pt x="2277" y="61383"/>
                </a:lnTo>
                <a:lnTo>
                  <a:pt x="2277" y="61847"/>
                </a:lnTo>
                <a:lnTo>
                  <a:pt x="2277" y="62311"/>
                </a:lnTo>
                <a:lnTo>
                  <a:pt x="2277" y="62775"/>
                </a:lnTo>
                <a:lnTo>
                  <a:pt x="2341" y="63239"/>
                </a:lnTo>
                <a:lnTo>
                  <a:pt x="2341" y="63645"/>
                </a:lnTo>
                <a:lnTo>
                  <a:pt x="2341" y="64109"/>
                </a:lnTo>
                <a:lnTo>
                  <a:pt x="2341" y="64573"/>
                </a:lnTo>
                <a:lnTo>
                  <a:pt x="2406" y="65037"/>
                </a:lnTo>
                <a:lnTo>
                  <a:pt x="2406" y="65500"/>
                </a:lnTo>
                <a:lnTo>
                  <a:pt x="2406" y="65964"/>
                </a:lnTo>
                <a:lnTo>
                  <a:pt x="2406" y="66370"/>
                </a:lnTo>
                <a:lnTo>
                  <a:pt x="2406" y="66834"/>
                </a:lnTo>
                <a:lnTo>
                  <a:pt x="2502" y="67298"/>
                </a:lnTo>
                <a:lnTo>
                  <a:pt x="2502" y="67762"/>
                </a:lnTo>
                <a:lnTo>
                  <a:pt x="2502" y="68226"/>
                </a:lnTo>
                <a:lnTo>
                  <a:pt x="2502" y="68690"/>
                </a:lnTo>
                <a:lnTo>
                  <a:pt x="2566" y="69154"/>
                </a:lnTo>
                <a:lnTo>
                  <a:pt x="2566" y="69560"/>
                </a:lnTo>
                <a:lnTo>
                  <a:pt x="2566" y="70024"/>
                </a:lnTo>
                <a:lnTo>
                  <a:pt x="2566" y="70488"/>
                </a:lnTo>
                <a:lnTo>
                  <a:pt x="2566" y="70952"/>
                </a:lnTo>
                <a:lnTo>
                  <a:pt x="2630" y="71416"/>
                </a:lnTo>
                <a:lnTo>
                  <a:pt x="2630" y="71879"/>
                </a:lnTo>
                <a:lnTo>
                  <a:pt x="2630" y="72343"/>
                </a:lnTo>
                <a:lnTo>
                  <a:pt x="2630" y="72749"/>
                </a:lnTo>
                <a:lnTo>
                  <a:pt x="2630" y="73213"/>
                </a:lnTo>
                <a:lnTo>
                  <a:pt x="2694" y="73677"/>
                </a:lnTo>
                <a:lnTo>
                  <a:pt x="2694" y="74141"/>
                </a:lnTo>
                <a:lnTo>
                  <a:pt x="2694" y="74605"/>
                </a:lnTo>
                <a:lnTo>
                  <a:pt x="2694" y="75069"/>
                </a:lnTo>
                <a:lnTo>
                  <a:pt x="2790" y="75533"/>
                </a:lnTo>
                <a:lnTo>
                  <a:pt x="2790" y="75939"/>
                </a:lnTo>
                <a:lnTo>
                  <a:pt x="2790" y="76403"/>
                </a:lnTo>
                <a:lnTo>
                  <a:pt x="2790" y="76867"/>
                </a:lnTo>
                <a:lnTo>
                  <a:pt x="2790" y="77331"/>
                </a:lnTo>
                <a:lnTo>
                  <a:pt x="2855" y="77795"/>
                </a:lnTo>
                <a:lnTo>
                  <a:pt x="2855" y="78258"/>
                </a:lnTo>
                <a:lnTo>
                  <a:pt x="2855" y="78751"/>
                </a:lnTo>
                <a:lnTo>
                  <a:pt x="2855" y="79128"/>
                </a:lnTo>
                <a:lnTo>
                  <a:pt x="2919" y="79592"/>
                </a:lnTo>
                <a:lnTo>
                  <a:pt x="2919" y="80056"/>
                </a:lnTo>
                <a:lnTo>
                  <a:pt x="2919" y="80520"/>
                </a:lnTo>
                <a:lnTo>
                  <a:pt x="2919" y="80984"/>
                </a:lnTo>
                <a:lnTo>
                  <a:pt x="2919" y="81477"/>
                </a:lnTo>
                <a:lnTo>
                  <a:pt x="2983" y="81941"/>
                </a:lnTo>
                <a:lnTo>
                  <a:pt x="2983" y="82318"/>
                </a:lnTo>
                <a:lnTo>
                  <a:pt x="2983" y="82782"/>
                </a:lnTo>
                <a:lnTo>
                  <a:pt x="2983" y="83246"/>
                </a:lnTo>
                <a:lnTo>
                  <a:pt x="3079" y="83739"/>
                </a:lnTo>
                <a:lnTo>
                  <a:pt x="3079" y="84203"/>
                </a:lnTo>
                <a:lnTo>
                  <a:pt x="3079" y="84667"/>
                </a:lnTo>
                <a:lnTo>
                  <a:pt x="3079" y="85130"/>
                </a:lnTo>
                <a:lnTo>
                  <a:pt x="3079" y="85594"/>
                </a:lnTo>
                <a:lnTo>
                  <a:pt x="3143" y="85971"/>
                </a:lnTo>
                <a:lnTo>
                  <a:pt x="3143" y="86464"/>
                </a:lnTo>
                <a:lnTo>
                  <a:pt x="3143" y="86928"/>
                </a:lnTo>
                <a:lnTo>
                  <a:pt x="3143" y="87392"/>
                </a:lnTo>
                <a:lnTo>
                  <a:pt x="3208" y="87856"/>
                </a:lnTo>
                <a:lnTo>
                  <a:pt x="3208" y="88320"/>
                </a:lnTo>
                <a:lnTo>
                  <a:pt x="3208" y="88784"/>
                </a:lnTo>
                <a:lnTo>
                  <a:pt x="3208" y="8924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035373" y="3516589"/>
            <a:ext cx="3208" cy="89973"/>
          </a:xfrm>
          <a:custGeom>
            <a:avLst/>
            <a:gdLst/>
            <a:ahLst/>
            <a:cxnLst/>
            <a:rect l="l" t="t" r="r" b="b"/>
            <a:pathLst>
              <a:path w="3208" h="89973">
                <a:moveTo>
                  <a:pt x="0" y="0"/>
                </a:moveTo>
                <a:lnTo>
                  <a:pt x="0" y="405"/>
                </a:lnTo>
                <a:lnTo>
                  <a:pt x="96" y="869"/>
                </a:lnTo>
                <a:lnTo>
                  <a:pt x="96" y="1333"/>
                </a:lnTo>
                <a:lnTo>
                  <a:pt x="96" y="1797"/>
                </a:lnTo>
                <a:lnTo>
                  <a:pt x="96" y="2261"/>
                </a:lnTo>
                <a:lnTo>
                  <a:pt x="160" y="2725"/>
                </a:lnTo>
                <a:lnTo>
                  <a:pt x="160" y="3189"/>
                </a:lnTo>
                <a:lnTo>
                  <a:pt x="160" y="3653"/>
                </a:lnTo>
                <a:lnTo>
                  <a:pt x="160" y="4059"/>
                </a:lnTo>
                <a:lnTo>
                  <a:pt x="160" y="4523"/>
                </a:lnTo>
                <a:lnTo>
                  <a:pt x="224" y="4987"/>
                </a:lnTo>
                <a:lnTo>
                  <a:pt x="224" y="5451"/>
                </a:lnTo>
                <a:lnTo>
                  <a:pt x="224" y="5915"/>
                </a:lnTo>
                <a:lnTo>
                  <a:pt x="224" y="6379"/>
                </a:lnTo>
                <a:lnTo>
                  <a:pt x="224" y="6842"/>
                </a:lnTo>
                <a:lnTo>
                  <a:pt x="288" y="7306"/>
                </a:lnTo>
                <a:lnTo>
                  <a:pt x="288" y="7770"/>
                </a:lnTo>
                <a:lnTo>
                  <a:pt x="288" y="8176"/>
                </a:lnTo>
                <a:lnTo>
                  <a:pt x="288" y="8640"/>
                </a:lnTo>
                <a:lnTo>
                  <a:pt x="384" y="9104"/>
                </a:lnTo>
                <a:lnTo>
                  <a:pt x="384" y="9568"/>
                </a:lnTo>
                <a:lnTo>
                  <a:pt x="384" y="10032"/>
                </a:lnTo>
                <a:lnTo>
                  <a:pt x="384" y="10496"/>
                </a:lnTo>
                <a:lnTo>
                  <a:pt x="384" y="10960"/>
                </a:lnTo>
                <a:lnTo>
                  <a:pt x="449" y="11424"/>
                </a:lnTo>
                <a:lnTo>
                  <a:pt x="449" y="11830"/>
                </a:lnTo>
                <a:lnTo>
                  <a:pt x="449" y="12294"/>
                </a:lnTo>
                <a:lnTo>
                  <a:pt x="449" y="12758"/>
                </a:lnTo>
                <a:lnTo>
                  <a:pt x="513" y="13221"/>
                </a:lnTo>
                <a:lnTo>
                  <a:pt x="513" y="13685"/>
                </a:lnTo>
                <a:lnTo>
                  <a:pt x="513" y="14149"/>
                </a:lnTo>
                <a:lnTo>
                  <a:pt x="513" y="14613"/>
                </a:lnTo>
                <a:lnTo>
                  <a:pt x="513" y="15077"/>
                </a:lnTo>
                <a:lnTo>
                  <a:pt x="577" y="15483"/>
                </a:lnTo>
                <a:lnTo>
                  <a:pt x="577" y="15947"/>
                </a:lnTo>
                <a:lnTo>
                  <a:pt x="577" y="16411"/>
                </a:lnTo>
                <a:lnTo>
                  <a:pt x="577" y="16875"/>
                </a:lnTo>
                <a:lnTo>
                  <a:pt x="673" y="17339"/>
                </a:lnTo>
                <a:lnTo>
                  <a:pt x="673" y="17803"/>
                </a:lnTo>
                <a:lnTo>
                  <a:pt x="673" y="18296"/>
                </a:lnTo>
                <a:lnTo>
                  <a:pt x="673" y="18760"/>
                </a:lnTo>
                <a:lnTo>
                  <a:pt x="673" y="19137"/>
                </a:lnTo>
                <a:lnTo>
                  <a:pt x="737" y="19600"/>
                </a:lnTo>
                <a:lnTo>
                  <a:pt x="737" y="20064"/>
                </a:lnTo>
                <a:lnTo>
                  <a:pt x="737" y="20557"/>
                </a:lnTo>
                <a:lnTo>
                  <a:pt x="737" y="21021"/>
                </a:lnTo>
                <a:lnTo>
                  <a:pt x="802" y="21485"/>
                </a:lnTo>
                <a:lnTo>
                  <a:pt x="802" y="21949"/>
                </a:lnTo>
                <a:lnTo>
                  <a:pt x="802" y="22413"/>
                </a:lnTo>
                <a:lnTo>
                  <a:pt x="802" y="22790"/>
                </a:lnTo>
                <a:lnTo>
                  <a:pt x="802" y="23283"/>
                </a:lnTo>
                <a:lnTo>
                  <a:pt x="898" y="23747"/>
                </a:lnTo>
                <a:lnTo>
                  <a:pt x="898" y="24211"/>
                </a:lnTo>
                <a:lnTo>
                  <a:pt x="898" y="24675"/>
                </a:lnTo>
                <a:lnTo>
                  <a:pt x="898" y="25139"/>
                </a:lnTo>
                <a:lnTo>
                  <a:pt x="962" y="25603"/>
                </a:lnTo>
                <a:lnTo>
                  <a:pt x="962" y="26067"/>
                </a:lnTo>
                <a:lnTo>
                  <a:pt x="962" y="26472"/>
                </a:lnTo>
                <a:lnTo>
                  <a:pt x="962" y="26936"/>
                </a:lnTo>
                <a:lnTo>
                  <a:pt x="962" y="27400"/>
                </a:lnTo>
                <a:lnTo>
                  <a:pt x="1026" y="27864"/>
                </a:lnTo>
                <a:lnTo>
                  <a:pt x="1026" y="28328"/>
                </a:lnTo>
                <a:lnTo>
                  <a:pt x="1026" y="28792"/>
                </a:lnTo>
                <a:lnTo>
                  <a:pt x="1026" y="29256"/>
                </a:lnTo>
                <a:lnTo>
                  <a:pt x="1026" y="29662"/>
                </a:lnTo>
                <a:lnTo>
                  <a:pt x="1090" y="30126"/>
                </a:lnTo>
                <a:lnTo>
                  <a:pt x="1090" y="30590"/>
                </a:lnTo>
                <a:lnTo>
                  <a:pt x="1090" y="31054"/>
                </a:lnTo>
                <a:lnTo>
                  <a:pt x="1090" y="31518"/>
                </a:lnTo>
                <a:lnTo>
                  <a:pt x="1186" y="31982"/>
                </a:lnTo>
                <a:lnTo>
                  <a:pt x="1186" y="32446"/>
                </a:lnTo>
                <a:lnTo>
                  <a:pt x="1186" y="32851"/>
                </a:lnTo>
                <a:lnTo>
                  <a:pt x="1186" y="33315"/>
                </a:lnTo>
                <a:lnTo>
                  <a:pt x="1186" y="33779"/>
                </a:lnTo>
                <a:lnTo>
                  <a:pt x="1251" y="34243"/>
                </a:lnTo>
                <a:lnTo>
                  <a:pt x="1251" y="34707"/>
                </a:lnTo>
                <a:lnTo>
                  <a:pt x="1251" y="35171"/>
                </a:lnTo>
                <a:lnTo>
                  <a:pt x="1251" y="35635"/>
                </a:lnTo>
                <a:lnTo>
                  <a:pt x="1315" y="36041"/>
                </a:lnTo>
                <a:lnTo>
                  <a:pt x="1315" y="36505"/>
                </a:lnTo>
                <a:lnTo>
                  <a:pt x="1315" y="36969"/>
                </a:lnTo>
                <a:lnTo>
                  <a:pt x="1315" y="37433"/>
                </a:lnTo>
                <a:lnTo>
                  <a:pt x="1315" y="37897"/>
                </a:lnTo>
                <a:lnTo>
                  <a:pt x="1411" y="38361"/>
                </a:lnTo>
                <a:lnTo>
                  <a:pt x="1411" y="38767"/>
                </a:lnTo>
                <a:lnTo>
                  <a:pt x="1411" y="39230"/>
                </a:lnTo>
                <a:lnTo>
                  <a:pt x="1411" y="39694"/>
                </a:lnTo>
                <a:lnTo>
                  <a:pt x="1475" y="40158"/>
                </a:lnTo>
                <a:lnTo>
                  <a:pt x="1475" y="40622"/>
                </a:lnTo>
                <a:lnTo>
                  <a:pt x="1475" y="41086"/>
                </a:lnTo>
                <a:lnTo>
                  <a:pt x="1475" y="41550"/>
                </a:lnTo>
                <a:lnTo>
                  <a:pt x="1475" y="41956"/>
                </a:lnTo>
                <a:lnTo>
                  <a:pt x="1539" y="42420"/>
                </a:lnTo>
                <a:lnTo>
                  <a:pt x="1539" y="42884"/>
                </a:lnTo>
                <a:lnTo>
                  <a:pt x="1539" y="43348"/>
                </a:lnTo>
                <a:lnTo>
                  <a:pt x="1539" y="43812"/>
                </a:lnTo>
                <a:lnTo>
                  <a:pt x="1604" y="44276"/>
                </a:lnTo>
                <a:lnTo>
                  <a:pt x="1604" y="44682"/>
                </a:lnTo>
                <a:lnTo>
                  <a:pt x="1604" y="45146"/>
                </a:lnTo>
                <a:lnTo>
                  <a:pt x="1604" y="45610"/>
                </a:lnTo>
                <a:lnTo>
                  <a:pt x="1604" y="46073"/>
                </a:lnTo>
                <a:lnTo>
                  <a:pt x="1700" y="46537"/>
                </a:lnTo>
                <a:lnTo>
                  <a:pt x="1700" y="47001"/>
                </a:lnTo>
                <a:lnTo>
                  <a:pt x="1700" y="47407"/>
                </a:lnTo>
                <a:lnTo>
                  <a:pt x="1700" y="47871"/>
                </a:lnTo>
                <a:lnTo>
                  <a:pt x="1764" y="48335"/>
                </a:lnTo>
                <a:lnTo>
                  <a:pt x="1764" y="48799"/>
                </a:lnTo>
                <a:lnTo>
                  <a:pt x="1764" y="49263"/>
                </a:lnTo>
                <a:lnTo>
                  <a:pt x="1764" y="49669"/>
                </a:lnTo>
                <a:lnTo>
                  <a:pt x="1764" y="50133"/>
                </a:lnTo>
                <a:lnTo>
                  <a:pt x="1828" y="50597"/>
                </a:lnTo>
                <a:lnTo>
                  <a:pt x="1828" y="51061"/>
                </a:lnTo>
                <a:lnTo>
                  <a:pt x="1828" y="51525"/>
                </a:lnTo>
                <a:lnTo>
                  <a:pt x="1828" y="51931"/>
                </a:lnTo>
                <a:lnTo>
                  <a:pt x="1828" y="52394"/>
                </a:lnTo>
                <a:lnTo>
                  <a:pt x="1892" y="52858"/>
                </a:lnTo>
                <a:lnTo>
                  <a:pt x="1892" y="53322"/>
                </a:lnTo>
                <a:lnTo>
                  <a:pt x="1892" y="53786"/>
                </a:lnTo>
                <a:lnTo>
                  <a:pt x="1892" y="54192"/>
                </a:lnTo>
                <a:lnTo>
                  <a:pt x="1988" y="54656"/>
                </a:lnTo>
                <a:lnTo>
                  <a:pt x="1988" y="55120"/>
                </a:lnTo>
                <a:lnTo>
                  <a:pt x="1988" y="55584"/>
                </a:lnTo>
                <a:lnTo>
                  <a:pt x="1988" y="56048"/>
                </a:lnTo>
                <a:lnTo>
                  <a:pt x="1988" y="56454"/>
                </a:lnTo>
                <a:lnTo>
                  <a:pt x="2053" y="56918"/>
                </a:lnTo>
                <a:lnTo>
                  <a:pt x="2053" y="57382"/>
                </a:lnTo>
                <a:lnTo>
                  <a:pt x="2053" y="57846"/>
                </a:lnTo>
                <a:lnTo>
                  <a:pt x="2053" y="58310"/>
                </a:lnTo>
                <a:lnTo>
                  <a:pt x="2117" y="58715"/>
                </a:lnTo>
                <a:lnTo>
                  <a:pt x="2117" y="59179"/>
                </a:lnTo>
                <a:lnTo>
                  <a:pt x="2117" y="59643"/>
                </a:lnTo>
                <a:lnTo>
                  <a:pt x="2117" y="60107"/>
                </a:lnTo>
                <a:lnTo>
                  <a:pt x="2117" y="60571"/>
                </a:lnTo>
                <a:lnTo>
                  <a:pt x="2213" y="60977"/>
                </a:lnTo>
                <a:lnTo>
                  <a:pt x="2213" y="61441"/>
                </a:lnTo>
                <a:lnTo>
                  <a:pt x="2213" y="61905"/>
                </a:lnTo>
                <a:lnTo>
                  <a:pt x="2213" y="62369"/>
                </a:lnTo>
                <a:lnTo>
                  <a:pt x="2277" y="62775"/>
                </a:lnTo>
                <a:lnTo>
                  <a:pt x="2277" y="63239"/>
                </a:lnTo>
                <a:lnTo>
                  <a:pt x="2277" y="63703"/>
                </a:lnTo>
                <a:lnTo>
                  <a:pt x="2277" y="64167"/>
                </a:lnTo>
                <a:lnTo>
                  <a:pt x="2277" y="64573"/>
                </a:lnTo>
                <a:lnTo>
                  <a:pt x="2341" y="65037"/>
                </a:lnTo>
                <a:lnTo>
                  <a:pt x="2341" y="65500"/>
                </a:lnTo>
                <a:lnTo>
                  <a:pt x="2341" y="65964"/>
                </a:lnTo>
                <a:lnTo>
                  <a:pt x="2341" y="66370"/>
                </a:lnTo>
                <a:lnTo>
                  <a:pt x="2406" y="66834"/>
                </a:lnTo>
                <a:lnTo>
                  <a:pt x="2406" y="67298"/>
                </a:lnTo>
                <a:lnTo>
                  <a:pt x="2406" y="67762"/>
                </a:lnTo>
                <a:lnTo>
                  <a:pt x="2406" y="68168"/>
                </a:lnTo>
                <a:lnTo>
                  <a:pt x="2406" y="68632"/>
                </a:lnTo>
                <a:lnTo>
                  <a:pt x="2502" y="69096"/>
                </a:lnTo>
                <a:lnTo>
                  <a:pt x="2502" y="69560"/>
                </a:lnTo>
                <a:lnTo>
                  <a:pt x="2502" y="69937"/>
                </a:lnTo>
                <a:lnTo>
                  <a:pt x="2502" y="70430"/>
                </a:lnTo>
                <a:lnTo>
                  <a:pt x="2566" y="70894"/>
                </a:lnTo>
                <a:lnTo>
                  <a:pt x="2566" y="71358"/>
                </a:lnTo>
                <a:lnTo>
                  <a:pt x="2566" y="71734"/>
                </a:lnTo>
                <a:lnTo>
                  <a:pt x="2566" y="72198"/>
                </a:lnTo>
                <a:lnTo>
                  <a:pt x="2566" y="72662"/>
                </a:lnTo>
                <a:lnTo>
                  <a:pt x="2630" y="73068"/>
                </a:lnTo>
                <a:lnTo>
                  <a:pt x="2630" y="73532"/>
                </a:lnTo>
                <a:lnTo>
                  <a:pt x="2630" y="73996"/>
                </a:lnTo>
                <a:lnTo>
                  <a:pt x="2630" y="74460"/>
                </a:lnTo>
                <a:lnTo>
                  <a:pt x="2630" y="74866"/>
                </a:lnTo>
                <a:lnTo>
                  <a:pt x="2694" y="75330"/>
                </a:lnTo>
                <a:lnTo>
                  <a:pt x="2694" y="75794"/>
                </a:lnTo>
                <a:lnTo>
                  <a:pt x="2694" y="76200"/>
                </a:lnTo>
                <a:lnTo>
                  <a:pt x="2694" y="76664"/>
                </a:lnTo>
                <a:lnTo>
                  <a:pt x="2790" y="77128"/>
                </a:lnTo>
                <a:lnTo>
                  <a:pt x="2790" y="77592"/>
                </a:lnTo>
                <a:lnTo>
                  <a:pt x="2790" y="77998"/>
                </a:lnTo>
                <a:lnTo>
                  <a:pt x="2790" y="78461"/>
                </a:lnTo>
                <a:lnTo>
                  <a:pt x="2790" y="78925"/>
                </a:lnTo>
                <a:lnTo>
                  <a:pt x="2855" y="79331"/>
                </a:lnTo>
                <a:lnTo>
                  <a:pt x="2855" y="79795"/>
                </a:lnTo>
                <a:lnTo>
                  <a:pt x="2855" y="80259"/>
                </a:lnTo>
                <a:lnTo>
                  <a:pt x="2855" y="80665"/>
                </a:lnTo>
                <a:lnTo>
                  <a:pt x="2919" y="81129"/>
                </a:lnTo>
                <a:lnTo>
                  <a:pt x="2919" y="81593"/>
                </a:lnTo>
                <a:lnTo>
                  <a:pt x="2919" y="81999"/>
                </a:lnTo>
                <a:lnTo>
                  <a:pt x="2919" y="82463"/>
                </a:lnTo>
                <a:lnTo>
                  <a:pt x="2919" y="82927"/>
                </a:lnTo>
                <a:lnTo>
                  <a:pt x="3015" y="83304"/>
                </a:lnTo>
                <a:lnTo>
                  <a:pt x="3015" y="83768"/>
                </a:lnTo>
                <a:lnTo>
                  <a:pt x="3015" y="84261"/>
                </a:lnTo>
                <a:lnTo>
                  <a:pt x="3015" y="84638"/>
                </a:lnTo>
                <a:lnTo>
                  <a:pt x="3079" y="85101"/>
                </a:lnTo>
                <a:lnTo>
                  <a:pt x="3079" y="85565"/>
                </a:lnTo>
                <a:lnTo>
                  <a:pt x="3079" y="85971"/>
                </a:lnTo>
                <a:lnTo>
                  <a:pt x="3079" y="86435"/>
                </a:lnTo>
                <a:lnTo>
                  <a:pt x="3079" y="86899"/>
                </a:lnTo>
                <a:lnTo>
                  <a:pt x="3143" y="87305"/>
                </a:lnTo>
                <a:lnTo>
                  <a:pt x="3143" y="87769"/>
                </a:lnTo>
                <a:lnTo>
                  <a:pt x="3143" y="88233"/>
                </a:lnTo>
                <a:lnTo>
                  <a:pt x="3143" y="88639"/>
                </a:lnTo>
                <a:lnTo>
                  <a:pt x="3208" y="89103"/>
                </a:lnTo>
                <a:lnTo>
                  <a:pt x="3208" y="89509"/>
                </a:lnTo>
                <a:lnTo>
                  <a:pt x="3208" y="8997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038581" y="3606562"/>
            <a:ext cx="3240" cy="82521"/>
          </a:xfrm>
          <a:custGeom>
            <a:avLst/>
            <a:gdLst/>
            <a:ahLst/>
            <a:cxnLst/>
            <a:rect l="l" t="t" r="r" b="b"/>
            <a:pathLst>
              <a:path w="3240" h="82521">
                <a:moveTo>
                  <a:pt x="0" y="0"/>
                </a:moveTo>
                <a:lnTo>
                  <a:pt x="0" y="463"/>
                </a:lnTo>
                <a:lnTo>
                  <a:pt x="0" y="869"/>
                </a:lnTo>
                <a:lnTo>
                  <a:pt x="96" y="1333"/>
                </a:lnTo>
                <a:lnTo>
                  <a:pt x="96" y="1710"/>
                </a:lnTo>
                <a:lnTo>
                  <a:pt x="96" y="2174"/>
                </a:lnTo>
                <a:lnTo>
                  <a:pt x="96" y="2638"/>
                </a:lnTo>
                <a:lnTo>
                  <a:pt x="160" y="3044"/>
                </a:lnTo>
                <a:lnTo>
                  <a:pt x="160" y="3508"/>
                </a:lnTo>
                <a:lnTo>
                  <a:pt x="160" y="3914"/>
                </a:lnTo>
                <a:lnTo>
                  <a:pt x="160" y="4378"/>
                </a:lnTo>
                <a:lnTo>
                  <a:pt x="160" y="4842"/>
                </a:lnTo>
                <a:lnTo>
                  <a:pt x="224" y="5248"/>
                </a:lnTo>
                <a:lnTo>
                  <a:pt x="224" y="5712"/>
                </a:lnTo>
                <a:lnTo>
                  <a:pt x="224" y="6118"/>
                </a:lnTo>
                <a:lnTo>
                  <a:pt x="224" y="6581"/>
                </a:lnTo>
                <a:lnTo>
                  <a:pt x="224" y="7045"/>
                </a:lnTo>
                <a:lnTo>
                  <a:pt x="320" y="7451"/>
                </a:lnTo>
                <a:lnTo>
                  <a:pt x="320" y="7915"/>
                </a:lnTo>
                <a:lnTo>
                  <a:pt x="320" y="8292"/>
                </a:lnTo>
                <a:lnTo>
                  <a:pt x="320" y="8756"/>
                </a:lnTo>
                <a:lnTo>
                  <a:pt x="384" y="9162"/>
                </a:lnTo>
                <a:lnTo>
                  <a:pt x="384" y="9626"/>
                </a:lnTo>
                <a:lnTo>
                  <a:pt x="384" y="10090"/>
                </a:lnTo>
                <a:lnTo>
                  <a:pt x="384" y="10496"/>
                </a:lnTo>
                <a:lnTo>
                  <a:pt x="384" y="10960"/>
                </a:lnTo>
                <a:lnTo>
                  <a:pt x="449" y="11366"/>
                </a:lnTo>
                <a:lnTo>
                  <a:pt x="449" y="11830"/>
                </a:lnTo>
                <a:lnTo>
                  <a:pt x="449" y="12236"/>
                </a:lnTo>
                <a:lnTo>
                  <a:pt x="449" y="12700"/>
                </a:lnTo>
                <a:lnTo>
                  <a:pt x="513" y="13105"/>
                </a:lnTo>
                <a:lnTo>
                  <a:pt x="513" y="13569"/>
                </a:lnTo>
                <a:lnTo>
                  <a:pt x="513" y="13946"/>
                </a:lnTo>
                <a:lnTo>
                  <a:pt x="513" y="14410"/>
                </a:lnTo>
                <a:lnTo>
                  <a:pt x="513" y="14816"/>
                </a:lnTo>
                <a:lnTo>
                  <a:pt x="609" y="15280"/>
                </a:lnTo>
                <a:lnTo>
                  <a:pt x="609" y="15686"/>
                </a:lnTo>
                <a:lnTo>
                  <a:pt x="609" y="16150"/>
                </a:lnTo>
                <a:lnTo>
                  <a:pt x="609" y="16556"/>
                </a:lnTo>
                <a:lnTo>
                  <a:pt x="673" y="17020"/>
                </a:lnTo>
                <a:lnTo>
                  <a:pt x="673" y="17426"/>
                </a:lnTo>
                <a:lnTo>
                  <a:pt x="673" y="17890"/>
                </a:lnTo>
                <a:lnTo>
                  <a:pt x="673" y="18267"/>
                </a:lnTo>
                <a:lnTo>
                  <a:pt x="673" y="18731"/>
                </a:lnTo>
                <a:lnTo>
                  <a:pt x="737" y="19137"/>
                </a:lnTo>
                <a:lnTo>
                  <a:pt x="737" y="19600"/>
                </a:lnTo>
                <a:lnTo>
                  <a:pt x="737" y="20006"/>
                </a:lnTo>
                <a:lnTo>
                  <a:pt x="737" y="20470"/>
                </a:lnTo>
                <a:lnTo>
                  <a:pt x="802" y="20876"/>
                </a:lnTo>
                <a:lnTo>
                  <a:pt x="802" y="21340"/>
                </a:lnTo>
                <a:lnTo>
                  <a:pt x="802" y="21746"/>
                </a:lnTo>
                <a:lnTo>
                  <a:pt x="802" y="22210"/>
                </a:lnTo>
                <a:lnTo>
                  <a:pt x="802" y="22587"/>
                </a:lnTo>
                <a:lnTo>
                  <a:pt x="898" y="23080"/>
                </a:lnTo>
                <a:lnTo>
                  <a:pt x="898" y="23457"/>
                </a:lnTo>
                <a:lnTo>
                  <a:pt x="898" y="23863"/>
                </a:lnTo>
                <a:lnTo>
                  <a:pt x="898" y="24327"/>
                </a:lnTo>
                <a:lnTo>
                  <a:pt x="962" y="24733"/>
                </a:lnTo>
                <a:lnTo>
                  <a:pt x="962" y="25197"/>
                </a:lnTo>
                <a:lnTo>
                  <a:pt x="962" y="25603"/>
                </a:lnTo>
                <a:lnTo>
                  <a:pt x="962" y="26067"/>
                </a:lnTo>
                <a:lnTo>
                  <a:pt x="962" y="26443"/>
                </a:lnTo>
                <a:lnTo>
                  <a:pt x="1026" y="26849"/>
                </a:lnTo>
                <a:lnTo>
                  <a:pt x="1026" y="27313"/>
                </a:lnTo>
                <a:lnTo>
                  <a:pt x="1026" y="27719"/>
                </a:lnTo>
                <a:lnTo>
                  <a:pt x="1026" y="28183"/>
                </a:lnTo>
                <a:lnTo>
                  <a:pt x="1026" y="28589"/>
                </a:lnTo>
                <a:lnTo>
                  <a:pt x="1122" y="28995"/>
                </a:lnTo>
                <a:lnTo>
                  <a:pt x="1122" y="29459"/>
                </a:lnTo>
                <a:lnTo>
                  <a:pt x="1122" y="29836"/>
                </a:lnTo>
                <a:lnTo>
                  <a:pt x="1122" y="30329"/>
                </a:lnTo>
                <a:lnTo>
                  <a:pt x="1186" y="30706"/>
                </a:lnTo>
                <a:lnTo>
                  <a:pt x="1186" y="31112"/>
                </a:lnTo>
                <a:lnTo>
                  <a:pt x="1186" y="31576"/>
                </a:lnTo>
                <a:lnTo>
                  <a:pt x="1186" y="31982"/>
                </a:lnTo>
                <a:lnTo>
                  <a:pt x="1186" y="32446"/>
                </a:lnTo>
                <a:lnTo>
                  <a:pt x="1251" y="32851"/>
                </a:lnTo>
                <a:lnTo>
                  <a:pt x="1251" y="33228"/>
                </a:lnTo>
                <a:lnTo>
                  <a:pt x="1251" y="33692"/>
                </a:lnTo>
                <a:lnTo>
                  <a:pt x="1251" y="34098"/>
                </a:lnTo>
                <a:lnTo>
                  <a:pt x="1315" y="34504"/>
                </a:lnTo>
                <a:lnTo>
                  <a:pt x="1315" y="34968"/>
                </a:lnTo>
                <a:lnTo>
                  <a:pt x="1315" y="35374"/>
                </a:lnTo>
                <a:lnTo>
                  <a:pt x="1315" y="35780"/>
                </a:lnTo>
                <a:lnTo>
                  <a:pt x="1315" y="36244"/>
                </a:lnTo>
                <a:lnTo>
                  <a:pt x="1411" y="36621"/>
                </a:lnTo>
                <a:lnTo>
                  <a:pt x="1411" y="37027"/>
                </a:lnTo>
                <a:lnTo>
                  <a:pt x="1411" y="37491"/>
                </a:lnTo>
                <a:lnTo>
                  <a:pt x="1411" y="37897"/>
                </a:lnTo>
                <a:lnTo>
                  <a:pt x="1475" y="38303"/>
                </a:lnTo>
                <a:lnTo>
                  <a:pt x="1475" y="38767"/>
                </a:lnTo>
                <a:lnTo>
                  <a:pt x="1475" y="39172"/>
                </a:lnTo>
                <a:lnTo>
                  <a:pt x="1475" y="39549"/>
                </a:lnTo>
                <a:lnTo>
                  <a:pt x="1475" y="39955"/>
                </a:lnTo>
                <a:lnTo>
                  <a:pt x="1539" y="40419"/>
                </a:lnTo>
                <a:lnTo>
                  <a:pt x="1539" y="40825"/>
                </a:lnTo>
                <a:lnTo>
                  <a:pt x="1539" y="41231"/>
                </a:lnTo>
                <a:lnTo>
                  <a:pt x="1539" y="41695"/>
                </a:lnTo>
                <a:lnTo>
                  <a:pt x="1636" y="42072"/>
                </a:lnTo>
                <a:lnTo>
                  <a:pt x="1636" y="42478"/>
                </a:lnTo>
                <a:lnTo>
                  <a:pt x="1636" y="42884"/>
                </a:lnTo>
                <a:lnTo>
                  <a:pt x="1636" y="43348"/>
                </a:lnTo>
                <a:lnTo>
                  <a:pt x="1636" y="43754"/>
                </a:lnTo>
                <a:lnTo>
                  <a:pt x="1700" y="44160"/>
                </a:lnTo>
                <a:lnTo>
                  <a:pt x="1700" y="44537"/>
                </a:lnTo>
                <a:lnTo>
                  <a:pt x="1700" y="45001"/>
                </a:lnTo>
                <a:lnTo>
                  <a:pt x="1700" y="45407"/>
                </a:lnTo>
                <a:lnTo>
                  <a:pt x="1764" y="45812"/>
                </a:lnTo>
                <a:lnTo>
                  <a:pt x="1764" y="46218"/>
                </a:lnTo>
                <a:lnTo>
                  <a:pt x="1764" y="46595"/>
                </a:lnTo>
                <a:lnTo>
                  <a:pt x="1764" y="47059"/>
                </a:lnTo>
                <a:lnTo>
                  <a:pt x="1764" y="47465"/>
                </a:lnTo>
                <a:lnTo>
                  <a:pt x="1828" y="47871"/>
                </a:lnTo>
                <a:lnTo>
                  <a:pt x="1828" y="48277"/>
                </a:lnTo>
                <a:lnTo>
                  <a:pt x="1828" y="48654"/>
                </a:lnTo>
                <a:lnTo>
                  <a:pt x="1828" y="49147"/>
                </a:lnTo>
                <a:lnTo>
                  <a:pt x="1828" y="49524"/>
                </a:lnTo>
                <a:lnTo>
                  <a:pt x="1924" y="49930"/>
                </a:lnTo>
                <a:lnTo>
                  <a:pt x="1924" y="50336"/>
                </a:lnTo>
                <a:lnTo>
                  <a:pt x="1924" y="50742"/>
                </a:lnTo>
                <a:lnTo>
                  <a:pt x="1924" y="51206"/>
                </a:lnTo>
                <a:lnTo>
                  <a:pt x="1988" y="51583"/>
                </a:lnTo>
                <a:lnTo>
                  <a:pt x="1988" y="51989"/>
                </a:lnTo>
                <a:lnTo>
                  <a:pt x="1988" y="52394"/>
                </a:lnTo>
                <a:lnTo>
                  <a:pt x="1988" y="52800"/>
                </a:lnTo>
                <a:lnTo>
                  <a:pt x="1988" y="53177"/>
                </a:lnTo>
                <a:lnTo>
                  <a:pt x="2053" y="53583"/>
                </a:lnTo>
                <a:lnTo>
                  <a:pt x="2053" y="54047"/>
                </a:lnTo>
                <a:lnTo>
                  <a:pt x="2053" y="54453"/>
                </a:lnTo>
                <a:lnTo>
                  <a:pt x="2053" y="54859"/>
                </a:lnTo>
                <a:lnTo>
                  <a:pt x="2117" y="55265"/>
                </a:lnTo>
                <a:lnTo>
                  <a:pt x="2117" y="55642"/>
                </a:lnTo>
                <a:lnTo>
                  <a:pt x="2117" y="56048"/>
                </a:lnTo>
                <a:lnTo>
                  <a:pt x="2117" y="56454"/>
                </a:lnTo>
                <a:lnTo>
                  <a:pt x="2117" y="56860"/>
                </a:lnTo>
                <a:lnTo>
                  <a:pt x="2213" y="57324"/>
                </a:lnTo>
                <a:lnTo>
                  <a:pt x="2213" y="57701"/>
                </a:lnTo>
                <a:lnTo>
                  <a:pt x="2213" y="58107"/>
                </a:lnTo>
                <a:lnTo>
                  <a:pt x="2213" y="58513"/>
                </a:lnTo>
                <a:lnTo>
                  <a:pt x="2277" y="58918"/>
                </a:lnTo>
                <a:lnTo>
                  <a:pt x="2277" y="59295"/>
                </a:lnTo>
                <a:lnTo>
                  <a:pt x="2277" y="59701"/>
                </a:lnTo>
                <a:lnTo>
                  <a:pt x="2277" y="60107"/>
                </a:lnTo>
                <a:lnTo>
                  <a:pt x="2277" y="60513"/>
                </a:lnTo>
                <a:lnTo>
                  <a:pt x="2341" y="60890"/>
                </a:lnTo>
                <a:lnTo>
                  <a:pt x="2341" y="61296"/>
                </a:lnTo>
                <a:lnTo>
                  <a:pt x="2341" y="61702"/>
                </a:lnTo>
                <a:lnTo>
                  <a:pt x="2341" y="62108"/>
                </a:lnTo>
                <a:lnTo>
                  <a:pt x="2438" y="62485"/>
                </a:lnTo>
                <a:lnTo>
                  <a:pt x="2438" y="62891"/>
                </a:lnTo>
                <a:lnTo>
                  <a:pt x="2438" y="63297"/>
                </a:lnTo>
                <a:lnTo>
                  <a:pt x="2438" y="63703"/>
                </a:lnTo>
                <a:lnTo>
                  <a:pt x="2438" y="64109"/>
                </a:lnTo>
                <a:lnTo>
                  <a:pt x="2502" y="64486"/>
                </a:lnTo>
                <a:lnTo>
                  <a:pt x="2502" y="64892"/>
                </a:lnTo>
                <a:lnTo>
                  <a:pt x="2502" y="65297"/>
                </a:lnTo>
                <a:lnTo>
                  <a:pt x="2502" y="65703"/>
                </a:lnTo>
                <a:lnTo>
                  <a:pt x="2566" y="66080"/>
                </a:lnTo>
                <a:lnTo>
                  <a:pt x="2566" y="66486"/>
                </a:lnTo>
                <a:lnTo>
                  <a:pt x="2566" y="66892"/>
                </a:lnTo>
                <a:lnTo>
                  <a:pt x="2566" y="67298"/>
                </a:lnTo>
                <a:lnTo>
                  <a:pt x="2566" y="67675"/>
                </a:lnTo>
                <a:lnTo>
                  <a:pt x="2630" y="68081"/>
                </a:lnTo>
                <a:lnTo>
                  <a:pt x="2630" y="68487"/>
                </a:lnTo>
                <a:lnTo>
                  <a:pt x="2630" y="68893"/>
                </a:lnTo>
                <a:lnTo>
                  <a:pt x="2630" y="69270"/>
                </a:lnTo>
                <a:lnTo>
                  <a:pt x="2630" y="69676"/>
                </a:lnTo>
                <a:lnTo>
                  <a:pt x="2726" y="70082"/>
                </a:lnTo>
                <a:lnTo>
                  <a:pt x="2726" y="70488"/>
                </a:lnTo>
                <a:lnTo>
                  <a:pt x="2726" y="70865"/>
                </a:lnTo>
                <a:lnTo>
                  <a:pt x="2726" y="71271"/>
                </a:lnTo>
                <a:lnTo>
                  <a:pt x="2790" y="71677"/>
                </a:lnTo>
                <a:lnTo>
                  <a:pt x="2790" y="71995"/>
                </a:lnTo>
                <a:lnTo>
                  <a:pt x="2790" y="72401"/>
                </a:lnTo>
                <a:lnTo>
                  <a:pt x="2790" y="72807"/>
                </a:lnTo>
                <a:lnTo>
                  <a:pt x="2790" y="73213"/>
                </a:lnTo>
                <a:lnTo>
                  <a:pt x="2855" y="73590"/>
                </a:lnTo>
                <a:lnTo>
                  <a:pt x="2855" y="73996"/>
                </a:lnTo>
                <a:lnTo>
                  <a:pt x="2855" y="74402"/>
                </a:lnTo>
                <a:lnTo>
                  <a:pt x="2855" y="74808"/>
                </a:lnTo>
                <a:lnTo>
                  <a:pt x="2919" y="75214"/>
                </a:lnTo>
                <a:lnTo>
                  <a:pt x="2919" y="75533"/>
                </a:lnTo>
                <a:lnTo>
                  <a:pt x="2919" y="75939"/>
                </a:lnTo>
                <a:lnTo>
                  <a:pt x="2919" y="76316"/>
                </a:lnTo>
                <a:lnTo>
                  <a:pt x="2919" y="76722"/>
                </a:lnTo>
                <a:lnTo>
                  <a:pt x="3015" y="77128"/>
                </a:lnTo>
                <a:lnTo>
                  <a:pt x="3015" y="77534"/>
                </a:lnTo>
                <a:lnTo>
                  <a:pt x="3015" y="77853"/>
                </a:lnTo>
                <a:lnTo>
                  <a:pt x="3015" y="78258"/>
                </a:lnTo>
                <a:lnTo>
                  <a:pt x="3079" y="78664"/>
                </a:lnTo>
                <a:lnTo>
                  <a:pt x="3079" y="79070"/>
                </a:lnTo>
                <a:lnTo>
                  <a:pt x="3079" y="79447"/>
                </a:lnTo>
                <a:lnTo>
                  <a:pt x="3079" y="79795"/>
                </a:lnTo>
                <a:lnTo>
                  <a:pt x="3079" y="80201"/>
                </a:lnTo>
                <a:lnTo>
                  <a:pt x="3143" y="80578"/>
                </a:lnTo>
                <a:lnTo>
                  <a:pt x="3143" y="80984"/>
                </a:lnTo>
                <a:lnTo>
                  <a:pt x="3143" y="81390"/>
                </a:lnTo>
                <a:lnTo>
                  <a:pt x="3143" y="81709"/>
                </a:lnTo>
                <a:lnTo>
                  <a:pt x="3240" y="82115"/>
                </a:lnTo>
                <a:lnTo>
                  <a:pt x="3240" y="8252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041821" y="3689084"/>
            <a:ext cx="3208" cy="67095"/>
          </a:xfrm>
          <a:custGeom>
            <a:avLst/>
            <a:gdLst/>
            <a:ahLst/>
            <a:cxnLst/>
            <a:rect l="l" t="t" r="r" b="b"/>
            <a:pathLst>
              <a:path w="3208" h="67095">
                <a:moveTo>
                  <a:pt x="0" y="0"/>
                </a:moveTo>
                <a:lnTo>
                  <a:pt x="0" y="405"/>
                </a:lnTo>
                <a:lnTo>
                  <a:pt x="0" y="724"/>
                </a:lnTo>
                <a:lnTo>
                  <a:pt x="0" y="1130"/>
                </a:lnTo>
                <a:lnTo>
                  <a:pt x="64" y="1536"/>
                </a:lnTo>
                <a:lnTo>
                  <a:pt x="64" y="1855"/>
                </a:lnTo>
                <a:lnTo>
                  <a:pt x="64" y="2261"/>
                </a:lnTo>
                <a:lnTo>
                  <a:pt x="64" y="2667"/>
                </a:lnTo>
                <a:lnTo>
                  <a:pt x="128" y="3044"/>
                </a:lnTo>
                <a:lnTo>
                  <a:pt x="128" y="3392"/>
                </a:lnTo>
                <a:lnTo>
                  <a:pt x="128" y="3769"/>
                </a:lnTo>
                <a:lnTo>
                  <a:pt x="128" y="4175"/>
                </a:lnTo>
                <a:lnTo>
                  <a:pt x="128" y="4523"/>
                </a:lnTo>
                <a:lnTo>
                  <a:pt x="192" y="4900"/>
                </a:lnTo>
                <a:lnTo>
                  <a:pt x="192" y="5306"/>
                </a:lnTo>
                <a:lnTo>
                  <a:pt x="192" y="5654"/>
                </a:lnTo>
                <a:lnTo>
                  <a:pt x="192" y="6031"/>
                </a:lnTo>
                <a:lnTo>
                  <a:pt x="192" y="6437"/>
                </a:lnTo>
                <a:lnTo>
                  <a:pt x="288" y="6784"/>
                </a:lnTo>
                <a:lnTo>
                  <a:pt x="288" y="7161"/>
                </a:lnTo>
                <a:lnTo>
                  <a:pt x="288" y="7567"/>
                </a:lnTo>
                <a:lnTo>
                  <a:pt x="288" y="7915"/>
                </a:lnTo>
                <a:lnTo>
                  <a:pt x="352" y="8292"/>
                </a:lnTo>
                <a:lnTo>
                  <a:pt x="352" y="8640"/>
                </a:lnTo>
                <a:lnTo>
                  <a:pt x="352" y="9046"/>
                </a:lnTo>
                <a:lnTo>
                  <a:pt x="352" y="9423"/>
                </a:lnTo>
                <a:lnTo>
                  <a:pt x="352" y="9771"/>
                </a:lnTo>
                <a:lnTo>
                  <a:pt x="417" y="10177"/>
                </a:lnTo>
                <a:lnTo>
                  <a:pt x="417" y="10496"/>
                </a:lnTo>
                <a:lnTo>
                  <a:pt x="417" y="10902"/>
                </a:lnTo>
                <a:lnTo>
                  <a:pt x="417" y="11308"/>
                </a:lnTo>
                <a:lnTo>
                  <a:pt x="513" y="11627"/>
                </a:lnTo>
                <a:lnTo>
                  <a:pt x="513" y="12033"/>
                </a:lnTo>
                <a:lnTo>
                  <a:pt x="513" y="12352"/>
                </a:lnTo>
                <a:lnTo>
                  <a:pt x="513" y="12758"/>
                </a:lnTo>
                <a:lnTo>
                  <a:pt x="513" y="13105"/>
                </a:lnTo>
                <a:lnTo>
                  <a:pt x="577" y="13482"/>
                </a:lnTo>
                <a:lnTo>
                  <a:pt x="577" y="13830"/>
                </a:lnTo>
                <a:lnTo>
                  <a:pt x="577" y="14236"/>
                </a:lnTo>
                <a:lnTo>
                  <a:pt x="577" y="14555"/>
                </a:lnTo>
                <a:lnTo>
                  <a:pt x="641" y="14961"/>
                </a:lnTo>
                <a:lnTo>
                  <a:pt x="641" y="15280"/>
                </a:lnTo>
                <a:lnTo>
                  <a:pt x="641" y="15686"/>
                </a:lnTo>
                <a:lnTo>
                  <a:pt x="641" y="16005"/>
                </a:lnTo>
                <a:lnTo>
                  <a:pt x="641" y="16411"/>
                </a:lnTo>
                <a:lnTo>
                  <a:pt x="705" y="16759"/>
                </a:lnTo>
                <a:lnTo>
                  <a:pt x="705" y="17136"/>
                </a:lnTo>
                <a:lnTo>
                  <a:pt x="705" y="17484"/>
                </a:lnTo>
                <a:lnTo>
                  <a:pt x="705" y="17890"/>
                </a:lnTo>
                <a:lnTo>
                  <a:pt x="802" y="18209"/>
                </a:lnTo>
                <a:lnTo>
                  <a:pt x="802" y="18615"/>
                </a:lnTo>
                <a:lnTo>
                  <a:pt x="802" y="18934"/>
                </a:lnTo>
                <a:lnTo>
                  <a:pt x="802" y="19282"/>
                </a:lnTo>
                <a:lnTo>
                  <a:pt x="802" y="19687"/>
                </a:lnTo>
                <a:lnTo>
                  <a:pt x="866" y="20006"/>
                </a:lnTo>
                <a:lnTo>
                  <a:pt x="866" y="20412"/>
                </a:lnTo>
                <a:lnTo>
                  <a:pt x="866" y="20731"/>
                </a:lnTo>
                <a:lnTo>
                  <a:pt x="866" y="21079"/>
                </a:lnTo>
                <a:lnTo>
                  <a:pt x="930" y="21485"/>
                </a:lnTo>
                <a:lnTo>
                  <a:pt x="930" y="21804"/>
                </a:lnTo>
                <a:lnTo>
                  <a:pt x="930" y="22210"/>
                </a:lnTo>
                <a:lnTo>
                  <a:pt x="930" y="22529"/>
                </a:lnTo>
                <a:lnTo>
                  <a:pt x="930" y="22877"/>
                </a:lnTo>
                <a:lnTo>
                  <a:pt x="994" y="23254"/>
                </a:lnTo>
                <a:lnTo>
                  <a:pt x="994" y="23602"/>
                </a:lnTo>
                <a:lnTo>
                  <a:pt x="994" y="23921"/>
                </a:lnTo>
                <a:lnTo>
                  <a:pt x="994" y="24327"/>
                </a:lnTo>
                <a:lnTo>
                  <a:pt x="994" y="24675"/>
                </a:lnTo>
                <a:lnTo>
                  <a:pt x="1090" y="24994"/>
                </a:lnTo>
                <a:lnTo>
                  <a:pt x="1090" y="25400"/>
                </a:lnTo>
                <a:lnTo>
                  <a:pt x="1090" y="25719"/>
                </a:lnTo>
                <a:lnTo>
                  <a:pt x="1090" y="26067"/>
                </a:lnTo>
                <a:lnTo>
                  <a:pt x="1154" y="26385"/>
                </a:lnTo>
                <a:lnTo>
                  <a:pt x="1154" y="26791"/>
                </a:lnTo>
                <a:lnTo>
                  <a:pt x="1154" y="27110"/>
                </a:lnTo>
                <a:lnTo>
                  <a:pt x="1154" y="27458"/>
                </a:lnTo>
                <a:lnTo>
                  <a:pt x="1154" y="27864"/>
                </a:lnTo>
                <a:lnTo>
                  <a:pt x="1219" y="28183"/>
                </a:lnTo>
                <a:lnTo>
                  <a:pt x="1219" y="28531"/>
                </a:lnTo>
                <a:lnTo>
                  <a:pt x="1219" y="28850"/>
                </a:lnTo>
                <a:lnTo>
                  <a:pt x="1219" y="29256"/>
                </a:lnTo>
                <a:lnTo>
                  <a:pt x="1315" y="29575"/>
                </a:lnTo>
                <a:lnTo>
                  <a:pt x="1315" y="29923"/>
                </a:lnTo>
                <a:lnTo>
                  <a:pt x="1315" y="30242"/>
                </a:lnTo>
                <a:lnTo>
                  <a:pt x="1315" y="30590"/>
                </a:lnTo>
                <a:lnTo>
                  <a:pt x="1315" y="30967"/>
                </a:lnTo>
                <a:lnTo>
                  <a:pt x="1379" y="31315"/>
                </a:lnTo>
                <a:lnTo>
                  <a:pt x="1379" y="31634"/>
                </a:lnTo>
                <a:lnTo>
                  <a:pt x="1379" y="31982"/>
                </a:lnTo>
                <a:lnTo>
                  <a:pt x="1379" y="32301"/>
                </a:lnTo>
                <a:lnTo>
                  <a:pt x="1443" y="32706"/>
                </a:lnTo>
                <a:lnTo>
                  <a:pt x="1443" y="33054"/>
                </a:lnTo>
                <a:lnTo>
                  <a:pt x="1443" y="33373"/>
                </a:lnTo>
                <a:lnTo>
                  <a:pt x="1443" y="33692"/>
                </a:lnTo>
                <a:lnTo>
                  <a:pt x="1443" y="34040"/>
                </a:lnTo>
                <a:lnTo>
                  <a:pt x="1507" y="34359"/>
                </a:lnTo>
                <a:lnTo>
                  <a:pt x="1507" y="34707"/>
                </a:lnTo>
                <a:lnTo>
                  <a:pt x="1507" y="35026"/>
                </a:lnTo>
                <a:lnTo>
                  <a:pt x="1507" y="35432"/>
                </a:lnTo>
                <a:lnTo>
                  <a:pt x="1604" y="35780"/>
                </a:lnTo>
                <a:lnTo>
                  <a:pt x="1604" y="36099"/>
                </a:lnTo>
                <a:lnTo>
                  <a:pt x="1604" y="36447"/>
                </a:lnTo>
                <a:lnTo>
                  <a:pt x="1604" y="36766"/>
                </a:lnTo>
                <a:lnTo>
                  <a:pt x="1604" y="37085"/>
                </a:lnTo>
                <a:lnTo>
                  <a:pt x="1668" y="37433"/>
                </a:lnTo>
                <a:lnTo>
                  <a:pt x="1668" y="37752"/>
                </a:lnTo>
                <a:lnTo>
                  <a:pt x="1668" y="38100"/>
                </a:lnTo>
                <a:lnTo>
                  <a:pt x="1668" y="38419"/>
                </a:lnTo>
                <a:lnTo>
                  <a:pt x="1732" y="38767"/>
                </a:lnTo>
                <a:lnTo>
                  <a:pt x="1732" y="39086"/>
                </a:lnTo>
                <a:lnTo>
                  <a:pt x="1732" y="39433"/>
                </a:lnTo>
                <a:lnTo>
                  <a:pt x="1732" y="39752"/>
                </a:lnTo>
                <a:lnTo>
                  <a:pt x="1732" y="40100"/>
                </a:lnTo>
                <a:lnTo>
                  <a:pt x="1828" y="40419"/>
                </a:lnTo>
                <a:lnTo>
                  <a:pt x="1828" y="40767"/>
                </a:lnTo>
                <a:lnTo>
                  <a:pt x="1828" y="41086"/>
                </a:lnTo>
                <a:lnTo>
                  <a:pt x="1828" y="41434"/>
                </a:lnTo>
                <a:lnTo>
                  <a:pt x="1828" y="41753"/>
                </a:lnTo>
                <a:lnTo>
                  <a:pt x="1892" y="42072"/>
                </a:lnTo>
                <a:lnTo>
                  <a:pt x="1892" y="42420"/>
                </a:lnTo>
                <a:lnTo>
                  <a:pt x="1892" y="42739"/>
                </a:lnTo>
                <a:lnTo>
                  <a:pt x="1892" y="43087"/>
                </a:lnTo>
                <a:lnTo>
                  <a:pt x="1956" y="43406"/>
                </a:lnTo>
                <a:lnTo>
                  <a:pt x="1956" y="43754"/>
                </a:lnTo>
                <a:lnTo>
                  <a:pt x="1956" y="44073"/>
                </a:lnTo>
                <a:lnTo>
                  <a:pt x="1956" y="44421"/>
                </a:lnTo>
                <a:lnTo>
                  <a:pt x="1956" y="44740"/>
                </a:lnTo>
                <a:lnTo>
                  <a:pt x="2021" y="45001"/>
                </a:lnTo>
                <a:lnTo>
                  <a:pt x="2021" y="45349"/>
                </a:lnTo>
                <a:lnTo>
                  <a:pt x="2021" y="45667"/>
                </a:lnTo>
                <a:lnTo>
                  <a:pt x="2021" y="46015"/>
                </a:lnTo>
                <a:lnTo>
                  <a:pt x="2117" y="46334"/>
                </a:lnTo>
                <a:lnTo>
                  <a:pt x="2117" y="46682"/>
                </a:lnTo>
                <a:lnTo>
                  <a:pt x="2117" y="47001"/>
                </a:lnTo>
                <a:lnTo>
                  <a:pt x="2117" y="47349"/>
                </a:lnTo>
                <a:lnTo>
                  <a:pt x="2117" y="47610"/>
                </a:lnTo>
                <a:lnTo>
                  <a:pt x="2181" y="47929"/>
                </a:lnTo>
                <a:lnTo>
                  <a:pt x="2181" y="48277"/>
                </a:lnTo>
                <a:lnTo>
                  <a:pt x="2181" y="48596"/>
                </a:lnTo>
                <a:lnTo>
                  <a:pt x="2181" y="48944"/>
                </a:lnTo>
                <a:lnTo>
                  <a:pt x="2245" y="49205"/>
                </a:lnTo>
                <a:lnTo>
                  <a:pt x="2245" y="49524"/>
                </a:lnTo>
                <a:lnTo>
                  <a:pt x="2245" y="49872"/>
                </a:lnTo>
                <a:lnTo>
                  <a:pt x="2245" y="50191"/>
                </a:lnTo>
                <a:lnTo>
                  <a:pt x="2245" y="50452"/>
                </a:lnTo>
                <a:lnTo>
                  <a:pt x="2309" y="50800"/>
                </a:lnTo>
                <a:lnTo>
                  <a:pt x="2309" y="51119"/>
                </a:lnTo>
                <a:lnTo>
                  <a:pt x="2309" y="51467"/>
                </a:lnTo>
                <a:lnTo>
                  <a:pt x="2309" y="51728"/>
                </a:lnTo>
                <a:lnTo>
                  <a:pt x="2406" y="52047"/>
                </a:lnTo>
                <a:lnTo>
                  <a:pt x="2406" y="52394"/>
                </a:lnTo>
                <a:lnTo>
                  <a:pt x="2406" y="52713"/>
                </a:lnTo>
                <a:lnTo>
                  <a:pt x="2406" y="53003"/>
                </a:lnTo>
                <a:lnTo>
                  <a:pt x="2406" y="53322"/>
                </a:lnTo>
                <a:lnTo>
                  <a:pt x="2470" y="53641"/>
                </a:lnTo>
                <a:lnTo>
                  <a:pt x="2470" y="53931"/>
                </a:lnTo>
                <a:lnTo>
                  <a:pt x="2470" y="54250"/>
                </a:lnTo>
                <a:lnTo>
                  <a:pt x="2470" y="54598"/>
                </a:lnTo>
                <a:lnTo>
                  <a:pt x="2534" y="54859"/>
                </a:lnTo>
                <a:lnTo>
                  <a:pt x="2534" y="55178"/>
                </a:lnTo>
                <a:lnTo>
                  <a:pt x="2534" y="55526"/>
                </a:lnTo>
                <a:lnTo>
                  <a:pt x="2534" y="55787"/>
                </a:lnTo>
                <a:lnTo>
                  <a:pt x="2534" y="56106"/>
                </a:lnTo>
                <a:lnTo>
                  <a:pt x="2630" y="56396"/>
                </a:lnTo>
                <a:lnTo>
                  <a:pt x="2630" y="56715"/>
                </a:lnTo>
                <a:lnTo>
                  <a:pt x="2630" y="57034"/>
                </a:lnTo>
                <a:lnTo>
                  <a:pt x="2630" y="57324"/>
                </a:lnTo>
                <a:lnTo>
                  <a:pt x="2630" y="57643"/>
                </a:lnTo>
                <a:lnTo>
                  <a:pt x="2694" y="57904"/>
                </a:lnTo>
                <a:lnTo>
                  <a:pt x="2694" y="58252"/>
                </a:lnTo>
                <a:lnTo>
                  <a:pt x="2694" y="58513"/>
                </a:lnTo>
                <a:lnTo>
                  <a:pt x="2694" y="58831"/>
                </a:lnTo>
                <a:lnTo>
                  <a:pt x="2758" y="59179"/>
                </a:lnTo>
                <a:lnTo>
                  <a:pt x="2758" y="59440"/>
                </a:lnTo>
                <a:lnTo>
                  <a:pt x="2758" y="59759"/>
                </a:lnTo>
                <a:lnTo>
                  <a:pt x="2758" y="60049"/>
                </a:lnTo>
                <a:lnTo>
                  <a:pt x="2758" y="60368"/>
                </a:lnTo>
                <a:lnTo>
                  <a:pt x="2823" y="60629"/>
                </a:lnTo>
                <a:lnTo>
                  <a:pt x="2823" y="60977"/>
                </a:lnTo>
                <a:lnTo>
                  <a:pt x="2823" y="61238"/>
                </a:lnTo>
                <a:lnTo>
                  <a:pt x="2823" y="61557"/>
                </a:lnTo>
                <a:lnTo>
                  <a:pt x="2919" y="61847"/>
                </a:lnTo>
                <a:lnTo>
                  <a:pt x="2919" y="62108"/>
                </a:lnTo>
                <a:lnTo>
                  <a:pt x="2919" y="62427"/>
                </a:lnTo>
                <a:lnTo>
                  <a:pt x="2919" y="62688"/>
                </a:lnTo>
                <a:lnTo>
                  <a:pt x="2919" y="63036"/>
                </a:lnTo>
                <a:lnTo>
                  <a:pt x="2983" y="63297"/>
                </a:lnTo>
                <a:lnTo>
                  <a:pt x="2983" y="63616"/>
                </a:lnTo>
                <a:lnTo>
                  <a:pt x="2983" y="63906"/>
                </a:lnTo>
                <a:lnTo>
                  <a:pt x="2983" y="64167"/>
                </a:lnTo>
                <a:lnTo>
                  <a:pt x="3047" y="64486"/>
                </a:lnTo>
                <a:lnTo>
                  <a:pt x="3047" y="64747"/>
                </a:lnTo>
                <a:lnTo>
                  <a:pt x="3047" y="65095"/>
                </a:lnTo>
                <a:lnTo>
                  <a:pt x="3047" y="65355"/>
                </a:lnTo>
                <a:lnTo>
                  <a:pt x="3047" y="65616"/>
                </a:lnTo>
                <a:lnTo>
                  <a:pt x="3111" y="65964"/>
                </a:lnTo>
                <a:lnTo>
                  <a:pt x="3111" y="66225"/>
                </a:lnTo>
                <a:lnTo>
                  <a:pt x="3111" y="66486"/>
                </a:lnTo>
                <a:lnTo>
                  <a:pt x="3111" y="66834"/>
                </a:lnTo>
                <a:lnTo>
                  <a:pt x="3208" y="6709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045029" y="3756179"/>
            <a:ext cx="3143" cy="44876"/>
          </a:xfrm>
          <a:custGeom>
            <a:avLst/>
            <a:gdLst/>
            <a:ahLst/>
            <a:cxnLst/>
            <a:rect l="l" t="t" r="r" b="b"/>
            <a:pathLst>
              <a:path w="3143" h="44876">
                <a:moveTo>
                  <a:pt x="0" y="0"/>
                </a:moveTo>
                <a:lnTo>
                  <a:pt x="0" y="260"/>
                </a:lnTo>
                <a:lnTo>
                  <a:pt x="0" y="579"/>
                </a:lnTo>
                <a:lnTo>
                  <a:pt x="0" y="869"/>
                </a:lnTo>
                <a:lnTo>
                  <a:pt x="0" y="1130"/>
                </a:lnTo>
                <a:lnTo>
                  <a:pt x="64" y="1391"/>
                </a:lnTo>
                <a:lnTo>
                  <a:pt x="64" y="1710"/>
                </a:lnTo>
                <a:lnTo>
                  <a:pt x="64" y="2000"/>
                </a:lnTo>
                <a:lnTo>
                  <a:pt x="64" y="2261"/>
                </a:lnTo>
                <a:lnTo>
                  <a:pt x="128" y="2522"/>
                </a:lnTo>
                <a:lnTo>
                  <a:pt x="128" y="2841"/>
                </a:lnTo>
                <a:lnTo>
                  <a:pt x="128" y="3131"/>
                </a:lnTo>
                <a:lnTo>
                  <a:pt x="128" y="3392"/>
                </a:lnTo>
                <a:lnTo>
                  <a:pt x="128" y="3653"/>
                </a:lnTo>
                <a:lnTo>
                  <a:pt x="224" y="3914"/>
                </a:lnTo>
                <a:lnTo>
                  <a:pt x="224" y="4262"/>
                </a:lnTo>
                <a:lnTo>
                  <a:pt x="224" y="4523"/>
                </a:lnTo>
                <a:lnTo>
                  <a:pt x="224" y="4784"/>
                </a:lnTo>
                <a:lnTo>
                  <a:pt x="224" y="5045"/>
                </a:lnTo>
                <a:lnTo>
                  <a:pt x="288" y="5306"/>
                </a:lnTo>
                <a:lnTo>
                  <a:pt x="288" y="5567"/>
                </a:lnTo>
                <a:lnTo>
                  <a:pt x="288" y="5915"/>
                </a:lnTo>
                <a:lnTo>
                  <a:pt x="288" y="6176"/>
                </a:lnTo>
                <a:lnTo>
                  <a:pt x="352" y="6437"/>
                </a:lnTo>
                <a:lnTo>
                  <a:pt x="352" y="6697"/>
                </a:lnTo>
                <a:lnTo>
                  <a:pt x="352" y="6987"/>
                </a:lnTo>
                <a:lnTo>
                  <a:pt x="352" y="7248"/>
                </a:lnTo>
                <a:lnTo>
                  <a:pt x="352" y="7509"/>
                </a:lnTo>
                <a:lnTo>
                  <a:pt x="417" y="7770"/>
                </a:lnTo>
                <a:lnTo>
                  <a:pt x="417" y="8031"/>
                </a:lnTo>
                <a:lnTo>
                  <a:pt x="417" y="8292"/>
                </a:lnTo>
                <a:lnTo>
                  <a:pt x="417" y="8582"/>
                </a:lnTo>
                <a:lnTo>
                  <a:pt x="513" y="8843"/>
                </a:lnTo>
                <a:lnTo>
                  <a:pt x="513" y="9104"/>
                </a:lnTo>
                <a:lnTo>
                  <a:pt x="513" y="9365"/>
                </a:lnTo>
                <a:lnTo>
                  <a:pt x="513" y="9626"/>
                </a:lnTo>
                <a:lnTo>
                  <a:pt x="513" y="9887"/>
                </a:lnTo>
                <a:lnTo>
                  <a:pt x="577" y="10177"/>
                </a:lnTo>
                <a:lnTo>
                  <a:pt x="577" y="10438"/>
                </a:lnTo>
                <a:lnTo>
                  <a:pt x="577" y="10699"/>
                </a:lnTo>
                <a:lnTo>
                  <a:pt x="577" y="10960"/>
                </a:lnTo>
                <a:lnTo>
                  <a:pt x="641" y="11221"/>
                </a:lnTo>
                <a:lnTo>
                  <a:pt x="641" y="11482"/>
                </a:lnTo>
                <a:lnTo>
                  <a:pt x="641" y="11772"/>
                </a:lnTo>
                <a:lnTo>
                  <a:pt x="641" y="12033"/>
                </a:lnTo>
                <a:lnTo>
                  <a:pt x="641" y="12294"/>
                </a:lnTo>
                <a:lnTo>
                  <a:pt x="737" y="12555"/>
                </a:lnTo>
                <a:lnTo>
                  <a:pt x="737" y="12816"/>
                </a:lnTo>
                <a:lnTo>
                  <a:pt x="737" y="13105"/>
                </a:lnTo>
                <a:lnTo>
                  <a:pt x="737" y="13366"/>
                </a:lnTo>
                <a:lnTo>
                  <a:pt x="802" y="13569"/>
                </a:lnTo>
                <a:lnTo>
                  <a:pt x="802" y="13830"/>
                </a:lnTo>
                <a:lnTo>
                  <a:pt x="802" y="14091"/>
                </a:lnTo>
                <a:lnTo>
                  <a:pt x="802" y="14352"/>
                </a:lnTo>
                <a:lnTo>
                  <a:pt x="802" y="14613"/>
                </a:lnTo>
                <a:lnTo>
                  <a:pt x="866" y="14874"/>
                </a:lnTo>
                <a:lnTo>
                  <a:pt x="866" y="15164"/>
                </a:lnTo>
                <a:lnTo>
                  <a:pt x="866" y="15367"/>
                </a:lnTo>
                <a:lnTo>
                  <a:pt x="866" y="15628"/>
                </a:lnTo>
                <a:lnTo>
                  <a:pt x="930" y="15889"/>
                </a:lnTo>
                <a:lnTo>
                  <a:pt x="930" y="16150"/>
                </a:lnTo>
                <a:lnTo>
                  <a:pt x="930" y="16353"/>
                </a:lnTo>
                <a:lnTo>
                  <a:pt x="930" y="16614"/>
                </a:lnTo>
                <a:lnTo>
                  <a:pt x="930" y="16875"/>
                </a:lnTo>
                <a:lnTo>
                  <a:pt x="1026" y="17136"/>
                </a:lnTo>
                <a:lnTo>
                  <a:pt x="1026" y="17339"/>
                </a:lnTo>
                <a:lnTo>
                  <a:pt x="1026" y="17600"/>
                </a:lnTo>
                <a:lnTo>
                  <a:pt x="1026" y="17890"/>
                </a:lnTo>
                <a:lnTo>
                  <a:pt x="1026" y="18151"/>
                </a:lnTo>
                <a:lnTo>
                  <a:pt x="1090" y="18354"/>
                </a:lnTo>
                <a:lnTo>
                  <a:pt x="1090" y="18615"/>
                </a:lnTo>
                <a:lnTo>
                  <a:pt x="1090" y="18876"/>
                </a:lnTo>
                <a:lnTo>
                  <a:pt x="1090" y="19079"/>
                </a:lnTo>
                <a:lnTo>
                  <a:pt x="1154" y="19340"/>
                </a:lnTo>
                <a:lnTo>
                  <a:pt x="1154" y="19600"/>
                </a:lnTo>
                <a:lnTo>
                  <a:pt x="1154" y="19803"/>
                </a:lnTo>
                <a:lnTo>
                  <a:pt x="1154" y="20064"/>
                </a:lnTo>
                <a:lnTo>
                  <a:pt x="1154" y="20354"/>
                </a:lnTo>
                <a:lnTo>
                  <a:pt x="1219" y="20528"/>
                </a:lnTo>
                <a:lnTo>
                  <a:pt x="1219" y="20818"/>
                </a:lnTo>
                <a:lnTo>
                  <a:pt x="1219" y="20992"/>
                </a:lnTo>
                <a:lnTo>
                  <a:pt x="1219" y="21282"/>
                </a:lnTo>
                <a:lnTo>
                  <a:pt x="1315" y="21543"/>
                </a:lnTo>
                <a:lnTo>
                  <a:pt x="1315" y="21746"/>
                </a:lnTo>
                <a:lnTo>
                  <a:pt x="1315" y="22007"/>
                </a:lnTo>
                <a:lnTo>
                  <a:pt x="1315" y="22210"/>
                </a:lnTo>
                <a:lnTo>
                  <a:pt x="1315" y="22471"/>
                </a:lnTo>
                <a:lnTo>
                  <a:pt x="1379" y="22674"/>
                </a:lnTo>
                <a:lnTo>
                  <a:pt x="1379" y="22935"/>
                </a:lnTo>
                <a:lnTo>
                  <a:pt x="1379" y="23138"/>
                </a:lnTo>
                <a:lnTo>
                  <a:pt x="1379" y="23399"/>
                </a:lnTo>
                <a:lnTo>
                  <a:pt x="1443" y="23602"/>
                </a:lnTo>
                <a:lnTo>
                  <a:pt x="1443" y="23863"/>
                </a:lnTo>
                <a:lnTo>
                  <a:pt x="1443" y="24066"/>
                </a:lnTo>
                <a:lnTo>
                  <a:pt x="1443" y="24327"/>
                </a:lnTo>
                <a:lnTo>
                  <a:pt x="1443" y="24530"/>
                </a:lnTo>
                <a:lnTo>
                  <a:pt x="1539" y="24791"/>
                </a:lnTo>
                <a:lnTo>
                  <a:pt x="1539" y="24994"/>
                </a:lnTo>
                <a:lnTo>
                  <a:pt x="1539" y="25255"/>
                </a:lnTo>
                <a:lnTo>
                  <a:pt x="1539" y="25458"/>
                </a:lnTo>
                <a:lnTo>
                  <a:pt x="1604" y="25661"/>
                </a:lnTo>
                <a:lnTo>
                  <a:pt x="1604" y="25922"/>
                </a:lnTo>
                <a:lnTo>
                  <a:pt x="1604" y="26124"/>
                </a:lnTo>
                <a:lnTo>
                  <a:pt x="1604" y="26385"/>
                </a:lnTo>
                <a:lnTo>
                  <a:pt x="1604" y="26588"/>
                </a:lnTo>
                <a:lnTo>
                  <a:pt x="1668" y="26791"/>
                </a:lnTo>
                <a:lnTo>
                  <a:pt x="1668" y="27052"/>
                </a:lnTo>
                <a:lnTo>
                  <a:pt x="1668" y="27255"/>
                </a:lnTo>
                <a:lnTo>
                  <a:pt x="1668" y="27458"/>
                </a:lnTo>
                <a:lnTo>
                  <a:pt x="1732" y="27722"/>
                </a:lnTo>
                <a:lnTo>
                  <a:pt x="1732" y="27919"/>
                </a:lnTo>
                <a:lnTo>
                  <a:pt x="1732" y="28119"/>
                </a:lnTo>
                <a:lnTo>
                  <a:pt x="1732" y="28386"/>
                </a:lnTo>
                <a:lnTo>
                  <a:pt x="1732" y="28586"/>
                </a:lnTo>
                <a:lnTo>
                  <a:pt x="1828" y="28786"/>
                </a:lnTo>
                <a:lnTo>
                  <a:pt x="1828" y="28983"/>
                </a:lnTo>
                <a:lnTo>
                  <a:pt x="1828" y="29250"/>
                </a:lnTo>
                <a:lnTo>
                  <a:pt x="1828" y="29450"/>
                </a:lnTo>
                <a:lnTo>
                  <a:pt x="1828" y="29650"/>
                </a:lnTo>
                <a:lnTo>
                  <a:pt x="1892" y="29850"/>
                </a:lnTo>
                <a:lnTo>
                  <a:pt x="1892" y="30114"/>
                </a:lnTo>
                <a:lnTo>
                  <a:pt x="1892" y="30314"/>
                </a:lnTo>
                <a:lnTo>
                  <a:pt x="1892" y="30514"/>
                </a:lnTo>
                <a:lnTo>
                  <a:pt x="1956" y="30714"/>
                </a:lnTo>
                <a:lnTo>
                  <a:pt x="1956" y="30912"/>
                </a:lnTo>
                <a:lnTo>
                  <a:pt x="1956" y="31112"/>
                </a:lnTo>
                <a:lnTo>
                  <a:pt x="1956" y="31378"/>
                </a:lnTo>
                <a:lnTo>
                  <a:pt x="1956" y="31579"/>
                </a:lnTo>
                <a:lnTo>
                  <a:pt x="2053" y="31779"/>
                </a:lnTo>
                <a:lnTo>
                  <a:pt x="2053" y="31976"/>
                </a:lnTo>
                <a:lnTo>
                  <a:pt x="2053" y="32176"/>
                </a:lnTo>
                <a:lnTo>
                  <a:pt x="2053" y="32376"/>
                </a:lnTo>
                <a:lnTo>
                  <a:pt x="2117" y="32576"/>
                </a:lnTo>
                <a:lnTo>
                  <a:pt x="2117" y="32776"/>
                </a:lnTo>
                <a:lnTo>
                  <a:pt x="2117" y="33040"/>
                </a:lnTo>
                <a:lnTo>
                  <a:pt x="2117" y="33240"/>
                </a:lnTo>
                <a:lnTo>
                  <a:pt x="2117" y="33440"/>
                </a:lnTo>
                <a:lnTo>
                  <a:pt x="2181" y="33640"/>
                </a:lnTo>
                <a:lnTo>
                  <a:pt x="2181" y="33840"/>
                </a:lnTo>
                <a:lnTo>
                  <a:pt x="2181" y="34037"/>
                </a:lnTo>
                <a:lnTo>
                  <a:pt x="2181" y="34237"/>
                </a:lnTo>
                <a:lnTo>
                  <a:pt x="2245" y="34438"/>
                </a:lnTo>
                <a:lnTo>
                  <a:pt x="2245" y="34638"/>
                </a:lnTo>
                <a:lnTo>
                  <a:pt x="2245" y="34838"/>
                </a:lnTo>
                <a:lnTo>
                  <a:pt x="2245" y="35035"/>
                </a:lnTo>
                <a:lnTo>
                  <a:pt x="2245" y="35235"/>
                </a:lnTo>
                <a:lnTo>
                  <a:pt x="2341" y="35435"/>
                </a:lnTo>
                <a:lnTo>
                  <a:pt x="2341" y="35635"/>
                </a:lnTo>
                <a:lnTo>
                  <a:pt x="2341" y="35835"/>
                </a:lnTo>
                <a:lnTo>
                  <a:pt x="2341" y="35966"/>
                </a:lnTo>
                <a:lnTo>
                  <a:pt x="2406" y="36166"/>
                </a:lnTo>
                <a:lnTo>
                  <a:pt x="2406" y="36366"/>
                </a:lnTo>
                <a:lnTo>
                  <a:pt x="2406" y="36566"/>
                </a:lnTo>
                <a:lnTo>
                  <a:pt x="2406" y="36766"/>
                </a:lnTo>
                <a:lnTo>
                  <a:pt x="2406" y="36963"/>
                </a:lnTo>
                <a:lnTo>
                  <a:pt x="2470" y="37163"/>
                </a:lnTo>
                <a:lnTo>
                  <a:pt x="2470" y="37363"/>
                </a:lnTo>
                <a:lnTo>
                  <a:pt x="2470" y="37563"/>
                </a:lnTo>
                <a:lnTo>
                  <a:pt x="2470" y="37697"/>
                </a:lnTo>
                <a:lnTo>
                  <a:pt x="2534" y="37894"/>
                </a:lnTo>
                <a:lnTo>
                  <a:pt x="2534" y="38094"/>
                </a:lnTo>
                <a:lnTo>
                  <a:pt x="2534" y="38294"/>
                </a:lnTo>
                <a:lnTo>
                  <a:pt x="2534" y="38494"/>
                </a:lnTo>
                <a:lnTo>
                  <a:pt x="2534" y="38627"/>
                </a:lnTo>
                <a:lnTo>
                  <a:pt x="2630" y="38827"/>
                </a:lnTo>
                <a:lnTo>
                  <a:pt x="2630" y="39025"/>
                </a:lnTo>
                <a:lnTo>
                  <a:pt x="2630" y="39225"/>
                </a:lnTo>
                <a:lnTo>
                  <a:pt x="2630" y="39358"/>
                </a:lnTo>
                <a:lnTo>
                  <a:pt x="2630" y="39558"/>
                </a:lnTo>
                <a:lnTo>
                  <a:pt x="2694" y="39758"/>
                </a:lnTo>
                <a:lnTo>
                  <a:pt x="2694" y="39955"/>
                </a:lnTo>
                <a:lnTo>
                  <a:pt x="2694" y="40089"/>
                </a:lnTo>
                <a:lnTo>
                  <a:pt x="2694" y="40289"/>
                </a:lnTo>
                <a:lnTo>
                  <a:pt x="2758" y="40489"/>
                </a:lnTo>
                <a:lnTo>
                  <a:pt x="2758" y="40622"/>
                </a:lnTo>
                <a:lnTo>
                  <a:pt x="2758" y="40822"/>
                </a:lnTo>
                <a:lnTo>
                  <a:pt x="2758" y="41020"/>
                </a:lnTo>
                <a:lnTo>
                  <a:pt x="2758" y="41153"/>
                </a:lnTo>
                <a:lnTo>
                  <a:pt x="2855" y="41353"/>
                </a:lnTo>
                <a:lnTo>
                  <a:pt x="2855" y="41553"/>
                </a:lnTo>
                <a:lnTo>
                  <a:pt x="2855" y="41686"/>
                </a:lnTo>
                <a:lnTo>
                  <a:pt x="2855" y="41884"/>
                </a:lnTo>
                <a:lnTo>
                  <a:pt x="2919" y="42017"/>
                </a:lnTo>
                <a:lnTo>
                  <a:pt x="2919" y="42217"/>
                </a:lnTo>
                <a:lnTo>
                  <a:pt x="2919" y="42417"/>
                </a:lnTo>
                <a:lnTo>
                  <a:pt x="2919" y="42550"/>
                </a:lnTo>
                <a:lnTo>
                  <a:pt x="2919" y="42751"/>
                </a:lnTo>
                <a:lnTo>
                  <a:pt x="2983" y="42881"/>
                </a:lnTo>
                <a:lnTo>
                  <a:pt x="2983" y="43081"/>
                </a:lnTo>
                <a:lnTo>
                  <a:pt x="2983" y="43214"/>
                </a:lnTo>
                <a:lnTo>
                  <a:pt x="2983" y="43415"/>
                </a:lnTo>
                <a:lnTo>
                  <a:pt x="3047" y="43548"/>
                </a:lnTo>
                <a:lnTo>
                  <a:pt x="3047" y="43748"/>
                </a:lnTo>
                <a:lnTo>
                  <a:pt x="3047" y="43878"/>
                </a:lnTo>
                <a:lnTo>
                  <a:pt x="3047" y="44079"/>
                </a:lnTo>
                <a:lnTo>
                  <a:pt x="3047" y="44212"/>
                </a:lnTo>
                <a:lnTo>
                  <a:pt x="3143" y="44412"/>
                </a:lnTo>
                <a:lnTo>
                  <a:pt x="3143" y="44545"/>
                </a:lnTo>
                <a:lnTo>
                  <a:pt x="3143" y="44745"/>
                </a:lnTo>
                <a:lnTo>
                  <a:pt x="3143" y="4487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048173" y="3801056"/>
            <a:ext cx="3208" cy="17623"/>
          </a:xfrm>
          <a:custGeom>
            <a:avLst/>
            <a:gdLst/>
            <a:ahLst/>
            <a:cxnLst/>
            <a:rect l="l" t="t" r="r" b="b"/>
            <a:pathLst>
              <a:path w="3208" h="17623">
                <a:moveTo>
                  <a:pt x="0" y="0"/>
                </a:moveTo>
                <a:lnTo>
                  <a:pt x="64" y="133"/>
                </a:lnTo>
                <a:lnTo>
                  <a:pt x="64" y="333"/>
                </a:lnTo>
                <a:lnTo>
                  <a:pt x="64" y="466"/>
                </a:lnTo>
                <a:lnTo>
                  <a:pt x="64" y="600"/>
                </a:lnTo>
                <a:lnTo>
                  <a:pt x="64" y="800"/>
                </a:lnTo>
                <a:lnTo>
                  <a:pt x="128" y="930"/>
                </a:lnTo>
                <a:lnTo>
                  <a:pt x="128" y="1130"/>
                </a:lnTo>
                <a:lnTo>
                  <a:pt x="128" y="1264"/>
                </a:lnTo>
                <a:lnTo>
                  <a:pt x="128" y="1397"/>
                </a:lnTo>
                <a:lnTo>
                  <a:pt x="192" y="1597"/>
                </a:lnTo>
                <a:lnTo>
                  <a:pt x="192" y="1731"/>
                </a:lnTo>
                <a:lnTo>
                  <a:pt x="192" y="1864"/>
                </a:lnTo>
                <a:lnTo>
                  <a:pt x="192" y="1994"/>
                </a:lnTo>
                <a:lnTo>
                  <a:pt x="192" y="2194"/>
                </a:lnTo>
                <a:lnTo>
                  <a:pt x="288" y="2328"/>
                </a:lnTo>
                <a:lnTo>
                  <a:pt x="288" y="2461"/>
                </a:lnTo>
                <a:lnTo>
                  <a:pt x="288" y="2595"/>
                </a:lnTo>
                <a:lnTo>
                  <a:pt x="288" y="2795"/>
                </a:lnTo>
                <a:lnTo>
                  <a:pt x="288" y="2928"/>
                </a:lnTo>
                <a:lnTo>
                  <a:pt x="352" y="3059"/>
                </a:lnTo>
                <a:lnTo>
                  <a:pt x="352" y="3192"/>
                </a:lnTo>
                <a:lnTo>
                  <a:pt x="352" y="3325"/>
                </a:lnTo>
                <a:lnTo>
                  <a:pt x="352" y="3525"/>
                </a:lnTo>
                <a:lnTo>
                  <a:pt x="417" y="3659"/>
                </a:lnTo>
                <a:lnTo>
                  <a:pt x="417" y="3792"/>
                </a:lnTo>
                <a:lnTo>
                  <a:pt x="417" y="3925"/>
                </a:lnTo>
                <a:lnTo>
                  <a:pt x="417" y="4056"/>
                </a:lnTo>
                <a:lnTo>
                  <a:pt x="417" y="4189"/>
                </a:lnTo>
                <a:lnTo>
                  <a:pt x="513" y="4323"/>
                </a:lnTo>
                <a:lnTo>
                  <a:pt x="513" y="4523"/>
                </a:lnTo>
                <a:lnTo>
                  <a:pt x="513" y="4656"/>
                </a:lnTo>
                <a:lnTo>
                  <a:pt x="513" y="4790"/>
                </a:lnTo>
                <a:lnTo>
                  <a:pt x="577" y="4923"/>
                </a:lnTo>
                <a:lnTo>
                  <a:pt x="577" y="5053"/>
                </a:lnTo>
                <a:lnTo>
                  <a:pt x="577" y="5187"/>
                </a:lnTo>
                <a:lnTo>
                  <a:pt x="577" y="5320"/>
                </a:lnTo>
                <a:lnTo>
                  <a:pt x="577" y="5454"/>
                </a:lnTo>
                <a:lnTo>
                  <a:pt x="641" y="5587"/>
                </a:lnTo>
                <a:lnTo>
                  <a:pt x="641" y="5720"/>
                </a:lnTo>
                <a:lnTo>
                  <a:pt x="641" y="5854"/>
                </a:lnTo>
                <a:lnTo>
                  <a:pt x="641" y="5984"/>
                </a:lnTo>
                <a:lnTo>
                  <a:pt x="705" y="6118"/>
                </a:lnTo>
                <a:lnTo>
                  <a:pt x="705" y="6251"/>
                </a:lnTo>
                <a:lnTo>
                  <a:pt x="705" y="6384"/>
                </a:lnTo>
                <a:lnTo>
                  <a:pt x="705" y="6518"/>
                </a:lnTo>
                <a:lnTo>
                  <a:pt x="705" y="6651"/>
                </a:lnTo>
                <a:lnTo>
                  <a:pt x="802" y="6784"/>
                </a:lnTo>
                <a:lnTo>
                  <a:pt x="802" y="6918"/>
                </a:lnTo>
                <a:lnTo>
                  <a:pt x="802" y="7115"/>
                </a:lnTo>
                <a:lnTo>
                  <a:pt x="866" y="7248"/>
                </a:lnTo>
                <a:lnTo>
                  <a:pt x="866" y="7382"/>
                </a:lnTo>
                <a:lnTo>
                  <a:pt x="866" y="7515"/>
                </a:lnTo>
                <a:lnTo>
                  <a:pt x="866" y="7649"/>
                </a:lnTo>
                <a:lnTo>
                  <a:pt x="866" y="7782"/>
                </a:lnTo>
                <a:lnTo>
                  <a:pt x="930" y="7979"/>
                </a:lnTo>
                <a:lnTo>
                  <a:pt x="930" y="8112"/>
                </a:lnTo>
                <a:lnTo>
                  <a:pt x="930" y="8246"/>
                </a:lnTo>
                <a:lnTo>
                  <a:pt x="1026" y="8379"/>
                </a:lnTo>
                <a:lnTo>
                  <a:pt x="1026" y="8579"/>
                </a:lnTo>
                <a:lnTo>
                  <a:pt x="1026" y="8713"/>
                </a:lnTo>
                <a:lnTo>
                  <a:pt x="1026" y="8846"/>
                </a:lnTo>
                <a:lnTo>
                  <a:pt x="1090" y="9043"/>
                </a:lnTo>
                <a:lnTo>
                  <a:pt x="1090" y="9177"/>
                </a:lnTo>
                <a:lnTo>
                  <a:pt x="1090" y="9377"/>
                </a:lnTo>
                <a:lnTo>
                  <a:pt x="1154" y="9510"/>
                </a:lnTo>
                <a:lnTo>
                  <a:pt x="1154" y="9710"/>
                </a:lnTo>
                <a:lnTo>
                  <a:pt x="1154" y="9843"/>
                </a:lnTo>
                <a:lnTo>
                  <a:pt x="1219" y="10041"/>
                </a:lnTo>
                <a:lnTo>
                  <a:pt x="1219" y="10174"/>
                </a:lnTo>
                <a:lnTo>
                  <a:pt x="1219" y="10374"/>
                </a:lnTo>
                <a:lnTo>
                  <a:pt x="1315" y="10574"/>
                </a:lnTo>
                <a:lnTo>
                  <a:pt x="1315" y="10774"/>
                </a:lnTo>
                <a:lnTo>
                  <a:pt x="1379" y="10908"/>
                </a:lnTo>
                <a:lnTo>
                  <a:pt x="1379" y="11105"/>
                </a:lnTo>
                <a:lnTo>
                  <a:pt x="1379" y="11305"/>
                </a:lnTo>
                <a:lnTo>
                  <a:pt x="1443" y="11438"/>
                </a:lnTo>
                <a:lnTo>
                  <a:pt x="1443" y="11572"/>
                </a:lnTo>
                <a:lnTo>
                  <a:pt x="1507" y="11772"/>
                </a:lnTo>
                <a:lnTo>
                  <a:pt x="1507" y="11969"/>
                </a:lnTo>
                <a:lnTo>
                  <a:pt x="1507" y="12102"/>
                </a:lnTo>
                <a:lnTo>
                  <a:pt x="1604" y="12236"/>
                </a:lnTo>
                <a:lnTo>
                  <a:pt x="1604" y="12369"/>
                </a:lnTo>
                <a:lnTo>
                  <a:pt x="1604" y="12502"/>
                </a:lnTo>
                <a:lnTo>
                  <a:pt x="1668" y="12636"/>
                </a:lnTo>
                <a:lnTo>
                  <a:pt x="1668" y="12769"/>
                </a:lnTo>
                <a:lnTo>
                  <a:pt x="1668" y="12903"/>
                </a:lnTo>
                <a:lnTo>
                  <a:pt x="1732" y="13033"/>
                </a:lnTo>
                <a:lnTo>
                  <a:pt x="1732" y="13166"/>
                </a:lnTo>
                <a:lnTo>
                  <a:pt x="1828" y="13366"/>
                </a:lnTo>
                <a:lnTo>
                  <a:pt x="1828" y="13500"/>
                </a:lnTo>
                <a:lnTo>
                  <a:pt x="1828" y="13633"/>
                </a:lnTo>
                <a:lnTo>
                  <a:pt x="1892" y="13767"/>
                </a:lnTo>
                <a:lnTo>
                  <a:pt x="1892" y="13900"/>
                </a:lnTo>
                <a:lnTo>
                  <a:pt x="1892" y="14030"/>
                </a:lnTo>
                <a:lnTo>
                  <a:pt x="1956" y="14164"/>
                </a:lnTo>
                <a:lnTo>
                  <a:pt x="1956" y="14364"/>
                </a:lnTo>
                <a:lnTo>
                  <a:pt x="2021" y="14497"/>
                </a:lnTo>
                <a:lnTo>
                  <a:pt x="2021" y="14631"/>
                </a:lnTo>
                <a:lnTo>
                  <a:pt x="2117" y="14764"/>
                </a:lnTo>
                <a:lnTo>
                  <a:pt x="2117" y="14897"/>
                </a:lnTo>
                <a:lnTo>
                  <a:pt x="2181" y="15028"/>
                </a:lnTo>
                <a:lnTo>
                  <a:pt x="2181" y="15161"/>
                </a:lnTo>
                <a:lnTo>
                  <a:pt x="2181" y="15295"/>
                </a:lnTo>
                <a:lnTo>
                  <a:pt x="2245" y="15428"/>
                </a:lnTo>
                <a:lnTo>
                  <a:pt x="2309" y="15561"/>
                </a:lnTo>
                <a:lnTo>
                  <a:pt x="2309" y="15695"/>
                </a:lnTo>
                <a:lnTo>
                  <a:pt x="2406" y="15828"/>
                </a:lnTo>
                <a:lnTo>
                  <a:pt x="2406" y="15959"/>
                </a:lnTo>
                <a:lnTo>
                  <a:pt x="2470" y="16092"/>
                </a:lnTo>
                <a:lnTo>
                  <a:pt x="2470" y="16225"/>
                </a:lnTo>
                <a:lnTo>
                  <a:pt x="2534" y="16359"/>
                </a:lnTo>
                <a:lnTo>
                  <a:pt x="2630" y="16492"/>
                </a:lnTo>
                <a:lnTo>
                  <a:pt x="2630" y="16626"/>
                </a:lnTo>
                <a:lnTo>
                  <a:pt x="2694" y="16759"/>
                </a:lnTo>
                <a:lnTo>
                  <a:pt x="2758" y="16892"/>
                </a:lnTo>
                <a:lnTo>
                  <a:pt x="2823" y="17023"/>
                </a:lnTo>
                <a:lnTo>
                  <a:pt x="2823" y="17156"/>
                </a:lnTo>
                <a:lnTo>
                  <a:pt x="2919" y="17290"/>
                </a:lnTo>
                <a:lnTo>
                  <a:pt x="3047" y="17423"/>
                </a:lnTo>
                <a:lnTo>
                  <a:pt x="3143" y="17556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051381" y="3806310"/>
            <a:ext cx="3208" cy="12502"/>
          </a:xfrm>
          <a:custGeom>
            <a:avLst/>
            <a:gdLst/>
            <a:ahLst/>
            <a:cxnLst/>
            <a:rect l="l" t="t" r="r" b="b"/>
            <a:pathLst>
              <a:path w="3208" h="12502">
                <a:moveTo>
                  <a:pt x="0" y="12369"/>
                </a:moveTo>
                <a:lnTo>
                  <a:pt x="64" y="12369"/>
                </a:lnTo>
                <a:lnTo>
                  <a:pt x="224" y="12502"/>
                </a:lnTo>
                <a:lnTo>
                  <a:pt x="352" y="12502"/>
                </a:lnTo>
                <a:lnTo>
                  <a:pt x="417" y="12502"/>
                </a:lnTo>
                <a:lnTo>
                  <a:pt x="417" y="12436"/>
                </a:lnTo>
                <a:lnTo>
                  <a:pt x="577" y="12436"/>
                </a:lnTo>
                <a:lnTo>
                  <a:pt x="641" y="12302"/>
                </a:lnTo>
                <a:lnTo>
                  <a:pt x="737" y="12169"/>
                </a:lnTo>
                <a:lnTo>
                  <a:pt x="866" y="12102"/>
                </a:lnTo>
                <a:lnTo>
                  <a:pt x="866" y="11969"/>
                </a:lnTo>
                <a:lnTo>
                  <a:pt x="930" y="11835"/>
                </a:lnTo>
                <a:lnTo>
                  <a:pt x="1026" y="11702"/>
                </a:lnTo>
                <a:lnTo>
                  <a:pt x="1090" y="11572"/>
                </a:lnTo>
                <a:lnTo>
                  <a:pt x="1154" y="11438"/>
                </a:lnTo>
                <a:lnTo>
                  <a:pt x="1154" y="11305"/>
                </a:lnTo>
                <a:lnTo>
                  <a:pt x="1251" y="11171"/>
                </a:lnTo>
                <a:lnTo>
                  <a:pt x="1315" y="11038"/>
                </a:lnTo>
                <a:lnTo>
                  <a:pt x="1315" y="10905"/>
                </a:lnTo>
                <a:lnTo>
                  <a:pt x="1379" y="10771"/>
                </a:lnTo>
                <a:lnTo>
                  <a:pt x="1379" y="10641"/>
                </a:lnTo>
                <a:lnTo>
                  <a:pt x="1443" y="10507"/>
                </a:lnTo>
                <a:lnTo>
                  <a:pt x="1539" y="10374"/>
                </a:lnTo>
                <a:lnTo>
                  <a:pt x="1539" y="10241"/>
                </a:lnTo>
                <a:lnTo>
                  <a:pt x="1604" y="10107"/>
                </a:lnTo>
                <a:lnTo>
                  <a:pt x="1604" y="9974"/>
                </a:lnTo>
                <a:lnTo>
                  <a:pt x="1668" y="9841"/>
                </a:lnTo>
                <a:lnTo>
                  <a:pt x="1668" y="9707"/>
                </a:lnTo>
                <a:lnTo>
                  <a:pt x="1668" y="9577"/>
                </a:lnTo>
                <a:lnTo>
                  <a:pt x="1732" y="9443"/>
                </a:lnTo>
                <a:lnTo>
                  <a:pt x="1732" y="9310"/>
                </a:lnTo>
                <a:lnTo>
                  <a:pt x="1828" y="9177"/>
                </a:lnTo>
                <a:lnTo>
                  <a:pt x="1828" y="8977"/>
                </a:lnTo>
                <a:lnTo>
                  <a:pt x="1892" y="8843"/>
                </a:lnTo>
                <a:lnTo>
                  <a:pt x="1892" y="8710"/>
                </a:lnTo>
                <a:lnTo>
                  <a:pt x="1892" y="8579"/>
                </a:lnTo>
                <a:lnTo>
                  <a:pt x="1956" y="8446"/>
                </a:lnTo>
                <a:lnTo>
                  <a:pt x="1956" y="8313"/>
                </a:lnTo>
                <a:lnTo>
                  <a:pt x="2053" y="8179"/>
                </a:lnTo>
                <a:lnTo>
                  <a:pt x="2053" y="8046"/>
                </a:lnTo>
                <a:lnTo>
                  <a:pt x="2053" y="7912"/>
                </a:lnTo>
                <a:lnTo>
                  <a:pt x="2117" y="7712"/>
                </a:lnTo>
                <a:lnTo>
                  <a:pt x="2117" y="7582"/>
                </a:lnTo>
                <a:lnTo>
                  <a:pt x="2117" y="7448"/>
                </a:lnTo>
                <a:lnTo>
                  <a:pt x="2181" y="7315"/>
                </a:lnTo>
                <a:lnTo>
                  <a:pt x="2181" y="7182"/>
                </a:lnTo>
                <a:lnTo>
                  <a:pt x="2181" y="7048"/>
                </a:lnTo>
                <a:lnTo>
                  <a:pt x="2245" y="6915"/>
                </a:lnTo>
                <a:lnTo>
                  <a:pt x="2245" y="6715"/>
                </a:lnTo>
                <a:lnTo>
                  <a:pt x="2341" y="6584"/>
                </a:lnTo>
                <a:lnTo>
                  <a:pt x="2341" y="6451"/>
                </a:lnTo>
                <a:lnTo>
                  <a:pt x="2341" y="6251"/>
                </a:lnTo>
                <a:lnTo>
                  <a:pt x="2406" y="6051"/>
                </a:lnTo>
                <a:lnTo>
                  <a:pt x="2406" y="5851"/>
                </a:lnTo>
                <a:lnTo>
                  <a:pt x="2470" y="5654"/>
                </a:lnTo>
                <a:lnTo>
                  <a:pt x="2470" y="5454"/>
                </a:lnTo>
                <a:lnTo>
                  <a:pt x="2470" y="5320"/>
                </a:lnTo>
                <a:lnTo>
                  <a:pt x="2534" y="5120"/>
                </a:lnTo>
                <a:lnTo>
                  <a:pt x="2534" y="4920"/>
                </a:lnTo>
                <a:lnTo>
                  <a:pt x="2534" y="4787"/>
                </a:lnTo>
                <a:lnTo>
                  <a:pt x="2630" y="4589"/>
                </a:lnTo>
                <a:lnTo>
                  <a:pt x="2630" y="4456"/>
                </a:lnTo>
                <a:lnTo>
                  <a:pt x="2630" y="4256"/>
                </a:lnTo>
                <a:lnTo>
                  <a:pt x="2694" y="4123"/>
                </a:lnTo>
                <a:lnTo>
                  <a:pt x="2694" y="3923"/>
                </a:lnTo>
                <a:lnTo>
                  <a:pt x="2694" y="3789"/>
                </a:lnTo>
                <a:lnTo>
                  <a:pt x="2694" y="3659"/>
                </a:lnTo>
                <a:lnTo>
                  <a:pt x="2758" y="3459"/>
                </a:lnTo>
                <a:lnTo>
                  <a:pt x="2758" y="3325"/>
                </a:lnTo>
                <a:lnTo>
                  <a:pt x="2758" y="3192"/>
                </a:lnTo>
                <a:lnTo>
                  <a:pt x="2855" y="2992"/>
                </a:lnTo>
                <a:lnTo>
                  <a:pt x="2855" y="2858"/>
                </a:lnTo>
                <a:lnTo>
                  <a:pt x="2855" y="2725"/>
                </a:lnTo>
                <a:lnTo>
                  <a:pt x="2855" y="2595"/>
                </a:lnTo>
                <a:lnTo>
                  <a:pt x="2919" y="2461"/>
                </a:lnTo>
                <a:lnTo>
                  <a:pt x="2919" y="2328"/>
                </a:lnTo>
                <a:lnTo>
                  <a:pt x="2919" y="2128"/>
                </a:lnTo>
                <a:lnTo>
                  <a:pt x="2983" y="1994"/>
                </a:lnTo>
                <a:lnTo>
                  <a:pt x="2983" y="1861"/>
                </a:lnTo>
                <a:lnTo>
                  <a:pt x="2983" y="1728"/>
                </a:lnTo>
                <a:lnTo>
                  <a:pt x="2983" y="1597"/>
                </a:lnTo>
                <a:lnTo>
                  <a:pt x="2983" y="1464"/>
                </a:lnTo>
                <a:lnTo>
                  <a:pt x="3047" y="1330"/>
                </a:lnTo>
                <a:lnTo>
                  <a:pt x="3047" y="1197"/>
                </a:lnTo>
                <a:lnTo>
                  <a:pt x="3047" y="1064"/>
                </a:lnTo>
                <a:lnTo>
                  <a:pt x="3047" y="930"/>
                </a:lnTo>
                <a:lnTo>
                  <a:pt x="3143" y="797"/>
                </a:lnTo>
                <a:lnTo>
                  <a:pt x="3143" y="663"/>
                </a:lnTo>
                <a:lnTo>
                  <a:pt x="3143" y="533"/>
                </a:lnTo>
                <a:lnTo>
                  <a:pt x="3143" y="400"/>
                </a:lnTo>
                <a:lnTo>
                  <a:pt x="3143" y="266"/>
                </a:lnTo>
                <a:lnTo>
                  <a:pt x="3208" y="133"/>
                </a:lnTo>
                <a:lnTo>
                  <a:pt x="3208" y="0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054589" y="3763892"/>
            <a:ext cx="3208" cy="42417"/>
          </a:xfrm>
          <a:custGeom>
            <a:avLst/>
            <a:gdLst/>
            <a:ahLst/>
            <a:cxnLst/>
            <a:rect l="l" t="t" r="r" b="b"/>
            <a:pathLst>
              <a:path w="3208" h="42417">
                <a:moveTo>
                  <a:pt x="0" y="42417"/>
                </a:moveTo>
                <a:lnTo>
                  <a:pt x="0" y="42284"/>
                </a:lnTo>
                <a:lnTo>
                  <a:pt x="0" y="42150"/>
                </a:lnTo>
                <a:lnTo>
                  <a:pt x="64" y="41953"/>
                </a:lnTo>
                <a:lnTo>
                  <a:pt x="64" y="41820"/>
                </a:lnTo>
                <a:lnTo>
                  <a:pt x="64" y="41686"/>
                </a:lnTo>
                <a:lnTo>
                  <a:pt x="64" y="41553"/>
                </a:lnTo>
                <a:lnTo>
                  <a:pt x="64" y="41420"/>
                </a:lnTo>
                <a:lnTo>
                  <a:pt x="160" y="41286"/>
                </a:lnTo>
                <a:lnTo>
                  <a:pt x="160" y="41089"/>
                </a:lnTo>
                <a:lnTo>
                  <a:pt x="160" y="40956"/>
                </a:lnTo>
                <a:lnTo>
                  <a:pt x="160" y="40822"/>
                </a:lnTo>
                <a:lnTo>
                  <a:pt x="224" y="40689"/>
                </a:lnTo>
                <a:lnTo>
                  <a:pt x="224" y="40556"/>
                </a:lnTo>
                <a:lnTo>
                  <a:pt x="224" y="40356"/>
                </a:lnTo>
                <a:lnTo>
                  <a:pt x="224" y="40222"/>
                </a:lnTo>
                <a:lnTo>
                  <a:pt x="224" y="40092"/>
                </a:lnTo>
                <a:lnTo>
                  <a:pt x="288" y="39958"/>
                </a:lnTo>
                <a:lnTo>
                  <a:pt x="288" y="39758"/>
                </a:lnTo>
                <a:lnTo>
                  <a:pt x="288" y="39625"/>
                </a:lnTo>
                <a:lnTo>
                  <a:pt x="288" y="39491"/>
                </a:lnTo>
                <a:lnTo>
                  <a:pt x="288" y="39291"/>
                </a:lnTo>
                <a:lnTo>
                  <a:pt x="352" y="39158"/>
                </a:lnTo>
                <a:lnTo>
                  <a:pt x="352" y="39028"/>
                </a:lnTo>
                <a:lnTo>
                  <a:pt x="352" y="38827"/>
                </a:lnTo>
                <a:lnTo>
                  <a:pt x="352" y="38694"/>
                </a:lnTo>
                <a:lnTo>
                  <a:pt x="449" y="38561"/>
                </a:lnTo>
                <a:lnTo>
                  <a:pt x="449" y="38361"/>
                </a:lnTo>
                <a:lnTo>
                  <a:pt x="449" y="38227"/>
                </a:lnTo>
                <a:lnTo>
                  <a:pt x="449" y="38030"/>
                </a:lnTo>
                <a:lnTo>
                  <a:pt x="449" y="37897"/>
                </a:lnTo>
                <a:lnTo>
                  <a:pt x="513" y="37697"/>
                </a:lnTo>
                <a:lnTo>
                  <a:pt x="513" y="37563"/>
                </a:lnTo>
                <a:lnTo>
                  <a:pt x="513" y="37430"/>
                </a:lnTo>
                <a:lnTo>
                  <a:pt x="513" y="37230"/>
                </a:lnTo>
                <a:lnTo>
                  <a:pt x="577" y="37099"/>
                </a:lnTo>
                <a:lnTo>
                  <a:pt x="577" y="36899"/>
                </a:lnTo>
                <a:lnTo>
                  <a:pt x="577" y="36766"/>
                </a:lnTo>
                <a:lnTo>
                  <a:pt x="577" y="36566"/>
                </a:lnTo>
                <a:lnTo>
                  <a:pt x="577" y="36432"/>
                </a:lnTo>
                <a:lnTo>
                  <a:pt x="641" y="36232"/>
                </a:lnTo>
                <a:lnTo>
                  <a:pt x="641" y="36035"/>
                </a:lnTo>
                <a:lnTo>
                  <a:pt x="641" y="35902"/>
                </a:lnTo>
                <a:lnTo>
                  <a:pt x="641" y="35702"/>
                </a:lnTo>
                <a:lnTo>
                  <a:pt x="737" y="35568"/>
                </a:lnTo>
                <a:lnTo>
                  <a:pt x="737" y="35368"/>
                </a:lnTo>
                <a:lnTo>
                  <a:pt x="737" y="35235"/>
                </a:lnTo>
                <a:lnTo>
                  <a:pt x="737" y="35038"/>
                </a:lnTo>
                <a:lnTo>
                  <a:pt x="737" y="34838"/>
                </a:lnTo>
                <a:lnTo>
                  <a:pt x="802" y="34704"/>
                </a:lnTo>
                <a:lnTo>
                  <a:pt x="802" y="34504"/>
                </a:lnTo>
                <a:lnTo>
                  <a:pt x="802" y="34304"/>
                </a:lnTo>
                <a:lnTo>
                  <a:pt x="802" y="34171"/>
                </a:lnTo>
                <a:lnTo>
                  <a:pt x="866" y="33974"/>
                </a:lnTo>
                <a:lnTo>
                  <a:pt x="866" y="33774"/>
                </a:lnTo>
                <a:lnTo>
                  <a:pt x="866" y="33640"/>
                </a:lnTo>
                <a:lnTo>
                  <a:pt x="866" y="33440"/>
                </a:lnTo>
                <a:lnTo>
                  <a:pt x="866" y="33240"/>
                </a:lnTo>
                <a:lnTo>
                  <a:pt x="962" y="33043"/>
                </a:lnTo>
                <a:lnTo>
                  <a:pt x="962" y="32909"/>
                </a:lnTo>
                <a:lnTo>
                  <a:pt x="962" y="32709"/>
                </a:lnTo>
                <a:lnTo>
                  <a:pt x="962" y="32509"/>
                </a:lnTo>
                <a:lnTo>
                  <a:pt x="1026" y="32309"/>
                </a:lnTo>
                <a:lnTo>
                  <a:pt x="1026" y="32112"/>
                </a:lnTo>
                <a:lnTo>
                  <a:pt x="1026" y="31979"/>
                </a:lnTo>
                <a:lnTo>
                  <a:pt x="1026" y="31779"/>
                </a:lnTo>
                <a:lnTo>
                  <a:pt x="1026" y="31579"/>
                </a:lnTo>
                <a:lnTo>
                  <a:pt x="1090" y="31378"/>
                </a:lnTo>
                <a:lnTo>
                  <a:pt x="1090" y="31178"/>
                </a:lnTo>
                <a:lnTo>
                  <a:pt x="1090" y="30981"/>
                </a:lnTo>
                <a:lnTo>
                  <a:pt x="1090" y="30848"/>
                </a:lnTo>
                <a:lnTo>
                  <a:pt x="1090" y="30648"/>
                </a:lnTo>
                <a:lnTo>
                  <a:pt x="1154" y="30448"/>
                </a:lnTo>
                <a:lnTo>
                  <a:pt x="1154" y="30248"/>
                </a:lnTo>
                <a:lnTo>
                  <a:pt x="1154" y="30050"/>
                </a:lnTo>
                <a:lnTo>
                  <a:pt x="1154" y="29850"/>
                </a:lnTo>
                <a:lnTo>
                  <a:pt x="1251" y="29650"/>
                </a:lnTo>
                <a:lnTo>
                  <a:pt x="1251" y="29450"/>
                </a:lnTo>
                <a:lnTo>
                  <a:pt x="1251" y="29250"/>
                </a:lnTo>
                <a:lnTo>
                  <a:pt x="1251" y="29053"/>
                </a:lnTo>
                <a:lnTo>
                  <a:pt x="1251" y="28853"/>
                </a:lnTo>
                <a:lnTo>
                  <a:pt x="1315" y="28653"/>
                </a:lnTo>
                <a:lnTo>
                  <a:pt x="1315" y="28453"/>
                </a:lnTo>
                <a:lnTo>
                  <a:pt x="1315" y="28253"/>
                </a:lnTo>
                <a:lnTo>
                  <a:pt x="1315" y="28056"/>
                </a:lnTo>
                <a:lnTo>
                  <a:pt x="1379" y="27856"/>
                </a:lnTo>
                <a:lnTo>
                  <a:pt x="1379" y="27655"/>
                </a:lnTo>
                <a:lnTo>
                  <a:pt x="1379" y="27455"/>
                </a:lnTo>
                <a:lnTo>
                  <a:pt x="1379" y="27255"/>
                </a:lnTo>
                <a:lnTo>
                  <a:pt x="1379" y="27058"/>
                </a:lnTo>
                <a:lnTo>
                  <a:pt x="1475" y="26858"/>
                </a:lnTo>
                <a:lnTo>
                  <a:pt x="1475" y="26658"/>
                </a:lnTo>
                <a:lnTo>
                  <a:pt x="1475" y="26391"/>
                </a:lnTo>
                <a:lnTo>
                  <a:pt x="1475" y="26191"/>
                </a:lnTo>
                <a:lnTo>
                  <a:pt x="1539" y="25994"/>
                </a:lnTo>
                <a:lnTo>
                  <a:pt x="1539" y="25794"/>
                </a:lnTo>
                <a:lnTo>
                  <a:pt x="1539" y="25594"/>
                </a:lnTo>
                <a:lnTo>
                  <a:pt x="1539" y="25394"/>
                </a:lnTo>
                <a:lnTo>
                  <a:pt x="1539" y="25130"/>
                </a:lnTo>
                <a:lnTo>
                  <a:pt x="1604" y="24930"/>
                </a:lnTo>
                <a:lnTo>
                  <a:pt x="1604" y="24730"/>
                </a:lnTo>
                <a:lnTo>
                  <a:pt x="1604" y="24530"/>
                </a:lnTo>
                <a:lnTo>
                  <a:pt x="1604" y="24330"/>
                </a:lnTo>
                <a:lnTo>
                  <a:pt x="1668" y="24066"/>
                </a:lnTo>
                <a:lnTo>
                  <a:pt x="1668" y="23866"/>
                </a:lnTo>
                <a:lnTo>
                  <a:pt x="1668" y="23666"/>
                </a:lnTo>
                <a:lnTo>
                  <a:pt x="1668" y="23399"/>
                </a:lnTo>
                <a:lnTo>
                  <a:pt x="1668" y="23199"/>
                </a:lnTo>
                <a:lnTo>
                  <a:pt x="1764" y="23002"/>
                </a:lnTo>
                <a:lnTo>
                  <a:pt x="1764" y="22802"/>
                </a:lnTo>
                <a:lnTo>
                  <a:pt x="1764" y="22535"/>
                </a:lnTo>
                <a:lnTo>
                  <a:pt x="1764" y="22335"/>
                </a:lnTo>
                <a:lnTo>
                  <a:pt x="1828" y="22138"/>
                </a:lnTo>
                <a:lnTo>
                  <a:pt x="1828" y="21871"/>
                </a:lnTo>
                <a:lnTo>
                  <a:pt x="1828" y="21671"/>
                </a:lnTo>
                <a:lnTo>
                  <a:pt x="1828" y="21404"/>
                </a:lnTo>
                <a:lnTo>
                  <a:pt x="1828" y="21204"/>
                </a:lnTo>
                <a:lnTo>
                  <a:pt x="1892" y="21007"/>
                </a:lnTo>
                <a:lnTo>
                  <a:pt x="1892" y="20740"/>
                </a:lnTo>
                <a:lnTo>
                  <a:pt x="1892" y="20540"/>
                </a:lnTo>
                <a:lnTo>
                  <a:pt x="1892" y="20273"/>
                </a:lnTo>
                <a:lnTo>
                  <a:pt x="1892" y="20076"/>
                </a:lnTo>
                <a:lnTo>
                  <a:pt x="1956" y="19809"/>
                </a:lnTo>
                <a:lnTo>
                  <a:pt x="1956" y="19600"/>
                </a:lnTo>
                <a:lnTo>
                  <a:pt x="1956" y="19340"/>
                </a:lnTo>
                <a:lnTo>
                  <a:pt x="1956" y="19137"/>
                </a:lnTo>
                <a:lnTo>
                  <a:pt x="2053" y="18876"/>
                </a:lnTo>
                <a:lnTo>
                  <a:pt x="2053" y="18673"/>
                </a:lnTo>
                <a:lnTo>
                  <a:pt x="2053" y="18412"/>
                </a:lnTo>
                <a:lnTo>
                  <a:pt x="2053" y="18209"/>
                </a:lnTo>
                <a:lnTo>
                  <a:pt x="2053" y="17948"/>
                </a:lnTo>
                <a:lnTo>
                  <a:pt x="2117" y="17745"/>
                </a:lnTo>
                <a:lnTo>
                  <a:pt x="2117" y="17484"/>
                </a:lnTo>
                <a:lnTo>
                  <a:pt x="2117" y="17281"/>
                </a:lnTo>
                <a:lnTo>
                  <a:pt x="2117" y="17020"/>
                </a:lnTo>
                <a:lnTo>
                  <a:pt x="2181" y="16759"/>
                </a:lnTo>
                <a:lnTo>
                  <a:pt x="2181" y="16556"/>
                </a:lnTo>
                <a:lnTo>
                  <a:pt x="2181" y="16295"/>
                </a:lnTo>
                <a:lnTo>
                  <a:pt x="2181" y="16092"/>
                </a:lnTo>
                <a:lnTo>
                  <a:pt x="2181" y="15831"/>
                </a:lnTo>
                <a:lnTo>
                  <a:pt x="2277" y="15541"/>
                </a:lnTo>
                <a:lnTo>
                  <a:pt x="2277" y="15367"/>
                </a:lnTo>
                <a:lnTo>
                  <a:pt x="2277" y="15077"/>
                </a:lnTo>
                <a:lnTo>
                  <a:pt x="2277" y="14816"/>
                </a:lnTo>
                <a:lnTo>
                  <a:pt x="2341" y="14613"/>
                </a:lnTo>
                <a:lnTo>
                  <a:pt x="2341" y="14352"/>
                </a:lnTo>
                <a:lnTo>
                  <a:pt x="2341" y="14091"/>
                </a:lnTo>
                <a:lnTo>
                  <a:pt x="2341" y="13830"/>
                </a:lnTo>
                <a:lnTo>
                  <a:pt x="2341" y="13627"/>
                </a:lnTo>
                <a:lnTo>
                  <a:pt x="2406" y="13366"/>
                </a:lnTo>
                <a:lnTo>
                  <a:pt x="2406" y="13105"/>
                </a:lnTo>
                <a:lnTo>
                  <a:pt x="2406" y="12816"/>
                </a:lnTo>
                <a:lnTo>
                  <a:pt x="2406" y="12642"/>
                </a:lnTo>
                <a:lnTo>
                  <a:pt x="2470" y="12352"/>
                </a:lnTo>
                <a:lnTo>
                  <a:pt x="2470" y="12091"/>
                </a:lnTo>
                <a:lnTo>
                  <a:pt x="2470" y="11830"/>
                </a:lnTo>
                <a:lnTo>
                  <a:pt x="2470" y="11569"/>
                </a:lnTo>
                <a:lnTo>
                  <a:pt x="2470" y="11308"/>
                </a:lnTo>
                <a:lnTo>
                  <a:pt x="2566" y="11105"/>
                </a:lnTo>
                <a:lnTo>
                  <a:pt x="2566" y="10844"/>
                </a:lnTo>
                <a:lnTo>
                  <a:pt x="2566" y="10554"/>
                </a:lnTo>
                <a:lnTo>
                  <a:pt x="2566" y="10293"/>
                </a:lnTo>
                <a:lnTo>
                  <a:pt x="2630" y="10032"/>
                </a:lnTo>
                <a:lnTo>
                  <a:pt x="2630" y="9771"/>
                </a:lnTo>
                <a:lnTo>
                  <a:pt x="2630" y="9510"/>
                </a:lnTo>
                <a:lnTo>
                  <a:pt x="2630" y="9249"/>
                </a:lnTo>
                <a:lnTo>
                  <a:pt x="2630" y="8959"/>
                </a:lnTo>
                <a:lnTo>
                  <a:pt x="2694" y="8756"/>
                </a:lnTo>
                <a:lnTo>
                  <a:pt x="2694" y="8495"/>
                </a:lnTo>
                <a:lnTo>
                  <a:pt x="2694" y="8234"/>
                </a:lnTo>
                <a:lnTo>
                  <a:pt x="2694" y="7973"/>
                </a:lnTo>
                <a:lnTo>
                  <a:pt x="2694" y="7712"/>
                </a:lnTo>
                <a:lnTo>
                  <a:pt x="2758" y="7451"/>
                </a:lnTo>
                <a:lnTo>
                  <a:pt x="2758" y="7161"/>
                </a:lnTo>
                <a:lnTo>
                  <a:pt x="2758" y="6900"/>
                </a:lnTo>
                <a:lnTo>
                  <a:pt x="2758" y="6639"/>
                </a:lnTo>
                <a:lnTo>
                  <a:pt x="2855" y="6321"/>
                </a:lnTo>
                <a:lnTo>
                  <a:pt x="2855" y="6031"/>
                </a:lnTo>
                <a:lnTo>
                  <a:pt x="2855" y="5770"/>
                </a:lnTo>
                <a:lnTo>
                  <a:pt x="2855" y="5509"/>
                </a:lnTo>
                <a:lnTo>
                  <a:pt x="2855" y="5248"/>
                </a:lnTo>
                <a:lnTo>
                  <a:pt x="2919" y="4987"/>
                </a:lnTo>
                <a:lnTo>
                  <a:pt x="2919" y="4726"/>
                </a:lnTo>
                <a:lnTo>
                  <a:pt x="2919" y="4436"/>
                </a:lnTo>
                <a:lnTo>
                  <a:pt x="2919" y="4175"/>
                </a:lnTo>
                <a:lnTo>
                  <a:pt x="2983" y="3914"/>
                </a:lnTo>
                <a:lnTo>
                  <a:pt x="2983" y="3595"/>
                </a:lnTo>
                <a:lnTo>
                  <a:pt x="2983" y="3305"/>
                </a:lnTo>
                <a:lnTo>
                  <a:pt x="2983" y="3044"/>
                </a:lnTo>
                <a:lnTo>
                  <a:pt x="2983" y="2783"/>
                </a:lnTo>
                <a:lnTo>
                  <a:pt x="3079" y="2522"/>
                </a:lnTo>
                <a:lnTo>
                  <a:pt x="3079" y="2261"/>
                </a:lnTo>
                <a:lnTo>
                  <a:pt x="3079" y="1913"/>
                </a:lnTo>
                <a:lnTo>
                  <a:pt x="3079" y="1652"/>
                </a:lnTo>
                <a:lnTo>
                  <a:pt x="3143" y="1391"/>
                </a:lnTo>
                <a:lnTo>
                  <a:pt x="3143" y="1130"/>
                </a:lnTo>
                <a:lnTo>
                  <a:pt x="3143" y="782"/>
                </a:lnTo>
                <a:lnTo>
                  <a:pt x="3143" y="521"/>
                </a:lnTo>
                <a:lnTo>
                  <a:pt x="3143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4057797" y="3694071"/>
            <a:ext cx="3143" cy="69821"/>
          </a:xfrm>
          <a:custGeom>
            <a:avLst/>
            <a:gdLst/>
            <a:ahLst/>
            <a:cxnLst/>
            <a:rect l="l" t="t" r="r" b="b"/>
            <a:pathLst>
              <a:path w="3143" h="69821">
                <a:moveTo>
                  <a:pt x="0" y="69821"/>
                </a:moveTo>
                <a:lnTo>
                  <a:pt x="0" y="69473"/>
                </a:lnTo>
                <a:lnTo>
                  <a:pt x="0" y="69212"/>
                </a:lnTo>
                <a:lnTo>
                  <a:pt x="0" y="68951"/>
                </a:lnTo>
                <a:lnTo>
                  <a:pt x="64" y="68603"/>
                </a:lnTo>
                <a:lnTo>
                  <a:pt x="64" y="68342"/>
                </a:lnTo>
                <a:lnTo>
                  <a:pt x="64" y="68081"/>
                </a:lnTo>
                <a:lnTo>
                  <a:pt x="64" y="67762"/>
                </a:lnTo>
                <a:lnTo>
                  <a:pt x="64" y="67501"/>
                </a:lnTo>
                <a:lnTo>
                  <a:pt x="160" y="67211"/>
                </a:lnTo>
                <a:lnTo>
                  <a:pt x="160" y="66892"/>
                </a:lnTo>
                <a:lnTo>
                  <a:pt x="160" y="66631"/>
                </a:lnTo>
                <a:lnTo>
                  <a:pt x="160" y="66283"/>
                </a:lnTo>
                <a:lnTo>
                  <a:pt x="224" y="66022"/>
                </a:lnTo>
                <a:lnTo>
                  <a:pt x="224" y="65703"/>
                </a:lnTo>
                <a:lnTo>
                  <a:pt x="224" y="65413"/>
                </a:lnTo>
                <a:lnTo>
                  <a:pt x="224" y="65153"/>
                </a:lnTo>
                <a:lnTo>
                  <a:pt x="224" y="64834"/>
                </a:lnTo>
                <a:lnTo>
                  <a:pt x="288" y="64573"/>
                </a:lnTo>
                <a:lnTo>
                  <a:pt x="288" y="64225"/>
                </a:lnTo>
                <a:lnTo>
                  <a:pt x="288" y="63964"/>
                </a:lnTo>
                <a:lnTo>
                  <a:pt x="288" y="63616"/>
                </a:lnTo>
                <a:lnTo>
                  <a:pt x="288" y="63355"/>
                </a:lnTo>
                <a:lnTo>
                  <a:pt x="384" y="63036"/>
                </a:lnTo>
                <a:lnTo>
                  <a:pt x="384" y="62775"/>
                </a:lnTo>
                <a:lnTo>
                  <a:pt x="384" y="62427"/>
                </a:lnTo>
                <a:lnTo>
                  <a:pt x="384" y="62108"/>
                </a:lnTo>
                <a:lnTo>
                  <a:pt x="449" y="61847"/>
                </a:lnTo>
                <a:lnTo>
                  <a:pt x="449" y="61499"/>
                </a:lnTo>
                <a:lnTo>
                  <a:pt x="449" y="61238"/>
                </a:lnTo>
                <a:lnTo>
                  <a:pt x="449" y="60890"/>
                </a:lnTo>
                <a:lnTo>
                  <a:pt x="449" y="60629"/>
                </a:lnTo>
                <a:lnTo>
                  <a:pt x="513" y="60310"/>
                </a:lnTo>
                <a:lnTo>
                  <a:pt x="513" y="59962"/>
                </a:lnTo>
                <a:lnTo>
                  <a:pt x="513" y="59701"/>
                </a:lnTo>
                <a:lnTo>
                  <a:pt x="513" y="59382"/>
                </a:lnTo>
                <a:lnTo>
                  <a:pt x="577" y="59034"/>
                </a:lnTo>
                <a:lnTo>
                  <a:pt x="577" y="58773"/>
                </a:lnTo>
                <a:lnTo>
                  <a:pt x="577" y="58455"/>
                </a:lnTo>
                <a:lnTo>
                  <a:pt x="577" y="58107"/>
                </a:lnTo>
                <a:lnTo>
                  <a:pt x="577" y="57846"/>
                </a:lnTo>
                <a:lnTo>
                  <a:pt x="673" y="57527"/>
                </a:lnTo>
                <a:lnTo>
                  <a:pt x="673" y="57179"/>
                </a:lnTo>
                <a:lnTo>
                  <a:pt x="673" y="56860"/>
                </a:lnTo>
                <a:lnTo>
                  <a:pt x="673" y="56570"/>
                </a:lnTo>
                <a:lnTo>
                  <a:pt x="737" y="56251"/>
                </a:lnTo>
                <a:lnTo>
                  <a:pt x="737" y="55903"/>
                </a:lnTo>
                <a:lnTo>
                  <a:pt x="737" y="55584"/>
                </a:lnTo>
                <a:lnTo>
                  <a:pt x="737" y="55323"/>
                </a:lnTo>
                <a:lnTo>
                  <a:pt x="737" y="54975"/>
                </a:lnTo>
                <a:lnTo>
                  <a:pt x="802" y="54656"/>
                </a:lnTo>
                <a:lnTo>
                  <a:pt x="802" y="54308"/>
                </a:lnTo>
                <a:lnTo>
                  <a:pt x="802" y="53989"/>
                </a:lnTo>
                <a:lnTo>
                  <a:pt x="802" y="53728"/>
                </a:lnTo>
                <a:lnTo>
                  <a:pt x="866" y="53380"/>
                </a:lnTo>
                <a:lnTo>
                  <a:pt x="866" y="53061"/>
                </a:lnTo>
                <a:lnTo>
                  <a:pt x="866" y="52713"/>
                </a:lnTo>
                <a:lnTo>
                  <a:pt x="866" y="52394"/>
                </a:lnTo>
                <a:lnTo>
                  <a:pt x="866" y="52047"/>
                </a:lnTo>
                <a:lnTo>
                  <a:pt x="962" y="51728"/>
                </a:lnTo>
                <a:lnTo>
                  <a:pt x="962" y="51467"/>
                </a:lnTo>
                <a:lnTo>
                  <a:pt x="962" y="51119"/>
                </a:lnTo>
                <a:lnTo>
                  <a:pt x="962" y="50800"/>
                </a:lnTo>
                <a:lnTo>
                  <a:pt x="1026" y="50452"/>
                </a:lnTo>
                <a:lnTo>
                  <a:pt x="1026" y="50133"/>
                </a:lnTo>
                <a:lnTo>
                  <a:pt x="1026" y="49785"/>
                </a:lnTo>
                <a:lnTo>
                  <a:pt x="1026" y="49466"/>
                </a:lnTo>
                <a:lnTo>
                  <a:pt x="1026" y="49147"/>
                </a:lnTo>
                <a:lnTo>
                  <a:pt x="1090" y="48799"/>
                </a:lnTo>
                <a:lnTo>
                  <a:pt x="1090" y="48480"/>
                </a:lnTo>
                <a:lnTo>
                  <a:pt x="1090" y="48132"/>
                </a:lnTo>
                <a:lnTo>
                  <a:pt x="1090" y="47813"/>
                </a:lnTo>
                <a:lnTo>
                  <a:pt x="1090" y="47465"/>
                </a:lnTo>
                <a:lnTo>
                  <a:pt x="1186" y="47146"/>
                </a:lnTo>
                <a:lnTo>
                  <a:pt x="1186" y="46798"/>
                </a:lnTo>
                <a:lnTo>
                  <a:pt x="1186" y="46479"/>
                </a:lnTo>
                <a:lnTo>
                  <a:pt x="1186" y="46131"/>
                </a:lnTo>
                <a:lnTo>
                  <a:pt x="1251" y="45812"/>
                </a:lnTo>
                <a:lnTo>
                  <a:pt x="1251" y="45465"/>
                </a:lnTo>
                <a:lnTo>
                  <a:pt x="1251" y="45146"/>
                </a:lnTo>
                <a:lnTo>
                  <a:pt x="1251" y="44740"/>
                </a:lnTo>
                <a:lnTo>
                  <a:pt x="1251" y="44421"/>
                </a:lnTo>
                <a:lnTo>
                  <a:pt x="1315" y="44073"/>
                </a:lnTo>
                <a:lnTo>
                  <a:pt x="1315" y="43754"/>
                </a:lnTo>
                <a:lnTo>
                  <a:pt x="1315" y="43406"/>
                </a:lnTo>
                <a:lnTo>
                  <a:pt x="1315" y="43087"/>
                </a:lnTo>
                <a:lnTo>
                  <a:pt x="1379" y="42739"/>
                </a:lnTo>
                <a:lnTo>
                  <a:pt x="1379" y="42420"/>
                </a:lnTo>
                <a:lnTo>
                  <a:pt x="1379" y="42014"/>
                </a:lnTo>
                <a:lnTo>
                  <a:pt x="1379" y="41695"/>
                </a:lnTo>
                <a:lnTo>
                  <a:pt x="1379" y="41347"/>
                </a:lnTo>
                <a:lnTo>
                  <a:pt x="1475" y="41028"/>
                </a:lnTo>
                <a:lnTo>
                  <a:pt x="1475" y="40680"/>
                </a:lnTo>
                <a:lnTo>
                  <a:pt x="1475" y="40303"/>
                </a:lnTo>
                <a:lnTo>
                  <a:pt x="1475" y="39955"/>
                </a:lnTo>
                <a:lnTo>
                  <a:pt x="1539" y="39636"/>
                </a:lnTo>
                <a:lnTo>
                  <a:pt x="1539" y="39288"/>
                </a:lnTo>
                <a:lnTo>
                  <a:pt x="1539" y="38883"/>
                </a:lnTo>
                <a:lnTo>
                  <a:pt x="1539" y="38564"/>
                </a:lnTo>
                <a:lnTo>
                  <a:pt x="1539" y="38216"/>
                </a:lnTo>
                <a:lnTo>
                  <a:pt x="1604" y="37897"/>
                </a:lnTo>
                <a:lnTo>
                  <a:pt x="1604" y="37491"/>
                </a:lnTo>
                <a:lnTo>
                  <a:pt x="1604" y="37172"/>
                </a:lnTo>
                <a:lnTo>
                  <a:pt x="1604" y="36824"/>
                </a:lnTo>
                <a:lnTo>
                  <a:pt x="1700" y="36447"/>
                </a:lnTo>
                <a:lnTo>
                  <a:pt x="1700" y="36099"/>
                </a:lnTo>
                <a:lnTo>
                  <a:pt x="1700" y="35780"/>
                </a:lnTo>
                <a:lnTo>
                  <a:pt x="1700" y="35374"/>
                </a:lnTo>
                <a:lnTo>
                  <a:pt x="1700" y="35026"/>
                </a:lnTo>
                <a:lnTo>
                  <a:pt x="1764" y="34649"/>
                </a:lnTo>
                <a:lnTo>
                  <a:pt x="1764" y="34301"/>
                </a:lnTo>
                <a:lnTo>
                  <a:pt x="1764" y="33982"/>
                </a:lnTo>
                <a:lnTo>
                  <a:pt x="1764" y="33576"/>
                </a:lnTo>
                <a:lnTo>
                  <a:pt x="1828" y="33228"/>
                </a:lnTo>
                <a:lnTo>
                  <a:pt x="1828" y="32851"/>
                </a:lnTo>
                <a:lnTo>
                  <a:pt x="1828" y="32504"/>
                </a:lnTo>
                <a:lnTo>
                  <a:pt x="1828" y="32185"/>
                </a:lnTo>
                <a:lnTo>
                  <a:pt x="1828" y="31779"/>
                </a:lnTo>
                <a:lnTo>
                  <a:pt x="1892" y="31460"/>
                </a:lnTo>
                <a:lnTo>
                  <a:pt x="1892" y="31054"/>
                </a:lnTo>
                <a:lnTo>
                  <a:pt x="1892" y="30706"/>
                </a:lnTo>
                <a:lnTo>
                  <a:pt x="1892" y="30329"/>
                </a:lnTo>
                <a:lnTo>
                  <a:pt x="1892" y="29981"/>
                </a:lnTo>
                <a:lnTo>
                  <a:pt x="1988" y="29575"/>
                </a:lnTo>
                <a:lnTo>
                  <a:pt x="1988" y="29256"/>
                </a:lnTo>
                <a:lnTo>
                  <a:pt x="1988" y="28850"/>
                </a:lnTo>
                <a:lnTo>
                  <a:pt x="1988" y="28531"/>
                </a:lnTo>
                <a:lnTo>
                  <a:pt x="2053" y="28125"/>
                </a:lnTo>
                <a:lnTo>
                  <a:pt x="2053" y="27777"/>
                </a:lnTo>
                <a:lnTo>
                  <a:pt x="2053" y="27400"/>
                </a:lnTo>
                <a:lnTo>
                  <a:pt x="2053" y="26994"/>
                </a:lnTo>
                <a:lnTo>
                  <a:pt x="2053" y="26646"/>
                </a:lnTo>
                <a:lnTo>
                  <a:pt x="2117" y="26269"/>
                </a:lnTo>
                <a:lnTo>
                  <a:pt x="2117" y="25922"/>
                </a:lnTo>
                <a:lnTo>
                  <a:pt x="2117" y="25516"/>
                </a:lnTo>
                <a:lnTo>
                  <a:pt x="2117" y="25139"/>
                </a:lnTo>
                <a:lnTo>
                  <a:pt x="2181" y="24791"/>
                </a:lnTo>
                <a:lnTo>
                  <a:pt x="2181" y="24385"/>
                </a:lnTo>
                <a:lnTo>
                  <a:pt x="2181" y="24066"/>
                </a:lnTo>
                <a:lnTo>
                  <a:pt x="2181" y="23660"/>
                </a:lnTo>
                <a:lnTo>
                  <a:pt x="2181" y="23254"/>
                </a:lnTo>
                <a:lnTo>
                  <a:pt x="2277" y="22935"/>
                </a:lnTo>
                <a:lnTo>
                  <a:pt x="2277" y="22529"/>
                </a:lnTo>
                <a:lnTo>
                  <a:pt x="2277" y="22123"/>
                </a:lnTo>
                <a:lnTo>
                  <a:pt x="2277" y="21746"/>
                </a:lnTo>
                <a:lnTo>
                  <a:pt x="2341" y="21398"/>
                </a:lnTo>
                <a:lnTo>
                  <a:pt x="2341" y="20992"/>
                </a:lnTo>
                <a:lnTo>
                  <a:pt x="2341" y="20615"/>
                </a:lnTo>
                <a:lnTo>
                  <a:pt x="2341" y="20267"/>
                </a:lnTo>
                <a:lnTo>
                  <a:pt x="2341" y="19861"/>
                </a:lnTo>
                <a:lnTo>
                  <a:pt x="2406" y="19485"/>
                </a:lnTo>
                <a:lnTo>
                  <a:pt x="2406" y="19079"/>
                </a:lnTo>
                <a:lnTo>
                  <a:pt x="2406" y="18731"/>
                </a:lnTo>
                <a:lnTo>
                  <a:pt x="2406" y="18354"/>
                </a:lnTo>
                <a:lnTo>
                  <a:pt x="2502" y="17948"/>
                </a:lnTo>
                <a:lnTo>
                  <a:pt x="2502" y="17542"/>
                </a:lnTo>
                <a:lnTo>
                  <a:pt x="2502" y="17136"/>
                </a:lnTo>
                <a:lnTo>
                  <a:pt x="2502" y="16817"/>
                </a:lnTo>
                <a:lnTo>
                  <a:pt x="2502" y="16411"/>
                </a:lnTo>
                <a:lnTo>
                  <a:pt x="2566" y="16005"/>
                </a:lnTo>
                <a:lnTo>
                  <a:pt x="2566" y="15628"/>
                </a:lnTo>
                <a:lnTo>
                  <a:pt x="2566" y="15222"/>
                </a:lnTo>
                <a:lnTo>
                  <a:pt x="2566" y="14816"/>
                </a:lnTo>
                <a:lnTo>
                  <a:pt x="2630" y="14410"/>
                </a:lnTo>
                <a:lnTo>
                  <a:pt x="2630" y="14091"/>
                </a:lnTo>
                <a:lnTo>
                  <a:pt x="2630" y="13685"/>
                </a:lnTo>
                <a:lnTo>
                  <a:pt x="2630" y="13279"/>
                </a:lnTo>
                <a:lnTo>
                  <a:pt x="2630" y="12903"/>
                </a:lnTo>
                <a:lnTo>
                  <a:pt x="2694" y="12497"/>
                </a:lnTo>
                <a:lnTo>
                  <a:pt x="2694" y="12091"/>
                </a:lnTo>
                <a:lnTo>
                  <a:pt x="2694" y="11685"/>
                </a:lnTo>
                <a:lnTo>
                  <a:pt x="2694" y="11308"/>
                </a:lnTo>
                <a:lnTo>
                  <a:pt x="2694" y="10902"/>
                </a:lnTo>
                <a:lnTo>
                  <a:pt x="2790" y="10496"/>
                </a:lnTo>
                <a:lnTo>
                  <a:pt x="2790" y="10090"/>
                </a:lnTo>
                <a:lnTo>
                  <a:pt x="2790" y="9713"/>
                </a:lnTo>
                <a:lnTo>
                  <a:pt x="2790" y="9307"/>
                </a:lnTo>
                <a:lnTo>
                  <a:pt x="2855" y="8901"/>
                </a:lnTo>
                <a:lnTo>
                  <a:pt x="2855" y="8495"/>
                </a:lnTo>
                <a:lnTo>
                  <a:pt x="2855" y="8118"/>
                </a:lnTo>
                <a:lnTo>
                  <a:pt x="2855" y="7712"/>
                </a:lnTo>
                <a:lnTo>
                  <a:pt x="2855" y="7306"/>
                </a:lnTo>
                <a:lnTo>
                  <a:pt x="2919" y="6900"/>
                </a:lnTo>
                <a:lnTo>
                  <a:pt x="2919" y="6523"/>
                </a:lnTo>
                <a:lnTo>
                  <a:pt x="2919" y="6118"/>
                </a:lnTo>
                <a:lnTo>
                  <a:pt x="2919" y="5712"/>
                </a:lnTo>
                <a:lnTo>
                  <a:pt x="2983" y="5306"/>
                </a:lnTo>
                <a:lnTo>
                  <a:pt x="2983" y="4900"/>
                </a:lnTo>
                <a:lnTo>
                  <a:pt x="2983" y="4523"/>
                </a:lnTo>
                <a:lnTo>
                  <a:pt x="2983" y="4117"/>
                </a:lnTo>
                <a:lnTo>
                  <a:pt x="2983" y="3711"/>
                </a:lnTo>
                <a:lnTo>
                  <a:pt x="3079" y="3247"/>
                </a:lnTo>
                <a:lnTo>
                  <a:pt x="3079" y="2841"/>
                </a:lnTo>
                <a:lnTo>
                  <a:pt x="3079" y="2464"/>
                </a:lnTo>
                <a:lnTo>
                  <a:pt x="3079" y="2058"/>
                </a:lnTo>
                <a:lnTo>
                  <a:pt x="3143" y="1652"/>
                </a:lnTo>
                <a:lnTo>
                  <a:pt x="3143" y="1246"/>
                </a:lnTo>
                <a:lnTo>
                  <a:pt x="3143" y="869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4060941" y="3602300"/>
            <a:ext cx="3208" cy="91770"/>
          </a:xfrm>
          <a:custGeom>
            <a:avLst/>
            <a:gdLst/>
            <a:ahLst/>
            <a:cxnLst/>
            <a:rect l="l" t="t" r="r" b="b"/>
            <a:pathLst>
              <a:path w="3208" h="91770">
                <a:moveTo>
                  <a:pt x="0" y="91770"/>
                </a:moveTo>
                <a:lnTo>
                  <a:pt x="64" y="91364"/>
                </a:lnTo>
                <a:lnTo>
                  <a:pt x="64" y="90959"/>
                </a:lnTo>
                <a:lnTo>
                  <a:pt x="64" y="90553"/>
                </a:lnTo>
                <a:lnTo>
                  <a:pt x="64" y="90089"/>
                </a:lnTo>
                <a:lnTo>
                  <a:pt x="160" y="89712"/>
                </a:lnTo>
                <a:lnTo>
                  <a:pt x="160" y="89306"/>
                </a:lnTo>
                <a:lnTo>
                  <a:pt x="160" y="88900"/>
                </a:lnTo>
                <a:lnTo>
                  <a:pt x="160" y="88494"/>
                </a:lnTo>
                <a:lnTo>
                  <a:pt x="160" y="88030"/>
                </a:lnTo>
                <a:lnTo>
                  <a:pt x="224" y="87653"/>
                </a:lnTo>
                <a:lnTo>
                  <a:pt x="224" y="87247"/>
                </a:lnTo>
                <a:lnTo>
                  <a:pt x="224" y="86783"/>
                </a:lnTo>
                <a:lnTo>
                  <a:pt x="224" y="86377"/>
                </a:lnTo>
                <a:lnTo>
                  <a:pt x="288" y="85971"/>
                </a:lnTo>
                <a:lnTo>
                  <a:pt x="288" y="85565"/>
                </a:lnTo>
                <a:lnTo>
                  <a:pt x="288" y="85101"/>
                </a:lnTo>
                <a:lnTo>
                  <a:pt x="288" y="84725"/>
                </a:lnTo>
                <a:lnTo>
                  <a:pt x="288" y="84319"/>
                </a:lnTo>
                <a:lnTo>
                  <a:pt x="352" y="83855"/>
                </a:lnTo>
                <a:lnTo>
                  <a:pt x="352" y="83449"/>
                </a:lnTo>
                <a:lnTo>
                  <a:pt x="352" y="83043"/>
                </a:lnTo>
                <a:lnTo>
                  <a:pt x="352" y="82579"/>
                </a:lnTo>
                <a:lnTo>
                  <a:pt x="352" y="82202"/>
                </a:lnTo>
                <a:lnTo>
                  <a:pt x="449" y="81709"/>
                </a:lnTo>
                <a:lnTo>
                  <a:pt x="449" y="81332"/>
                </a:lnTo>
                <a:lnTo>
                  <a:pt x="449" y="80926"/>
                </a:lnTo>
                <a:lnTo>
                  <a:pt x="449" y="80462"/>
                </a:lnTo>
                <a:lnTo>
                  <a:pt x="513" y="80056"/>
                </a:lnTo>
                <a:lnTo>
                  <a:pt x="513" y="79592"/>
                </a:lnTo>
                <a:lnTo>
                  <a:pt x="513" y="79186"/>
                </a:lnTo>
                <a:lnTo>
                  <a:pt x="513" y="78722"/>
                </a:lnTo>
                <a:lnTo>
                  <a:pt x="513" y="78345"/>
                </a:lnTo>
                <a:lnTo>
                  <a:pt x="577" y="77940"/>
                </a:lnTo>
                <a:lnTo>
                  <a:pt x="577" y="77476"/>
                </a:lnTo>
                <a:lnTo>
                  <a:pt x="577" y="77070"/>
                </a:lnTo>
                <a:lnTo>
                  <a:pt x="577" y="76606"/>
                </a:lnTo>
                <a:lnTo>
                  <a:pt x="673" y="76200"/>
                </a:lnTo>
                <a:lnTo>
                  <a:pt x="673" y="75736"/>
                </a:lnTo>
                <a:lnTo>
                  <a:pt x="673" y="75330"/>
                </a:lnTo>
                <a:lnTo>
                  <a:pt x="673" y="74866"/>
                </a:lnTo>
                <a:lnTo>
                  <a:pt x="673" y="74489"/>
                </a:lnTo>
                <a:lnTo>
                  <a:pt x="737" y="73996"/>
                </a:lnTo>
                <a:lnTo>
                  <a:pt x="737" y="73619"/>
                </a:lnTo>
                <a:lnTo>
                  <a:pt x="737" y="73155"/>
                </a:lnTo>
                <a:lnTo>
                  <a:pt x="737" y="72749"/>
                </a:lnTo>
                <a:lnTo>
                  <a:pt x="802" y="72285"/>
                </a:lnTo>
                <a:lnTo>
                  <a:pt x="802" y="71821"/>
                </a:lnTo>
                <a:lnTo>
                  <a:pt x="802" y="71416"/>
                </a:lnTo>
                <a:lnTo>
                  <a:pt x="802" y="70952"/>
                </a:lnTo>
                <a:lnTo>
                  <a:pt x="802" y="70546"/>
                </a:lnTo>
                <a:lnTo>
                  <a:pt x="866" y="70082"/>
                </a:lnTo>
                <a:lnTo>
                  <a:pt x="866" y="69618"/>
                </a:lnTo>
                <a:lnTo>
                  <a:pt x="866" y="69212"/>
                </a:lnTo>
                <a:lnTo>
                  <a:pt x="866" y="68748"/>
                </a:lnTo>
                <a:lnTo>
                  <a:pt x="962" y="68371"/>
                </a:lnTo>
                <a:lnTo>
                  <a:pt x="962" y="67878"/>
                </a:lnTo>
                <a:lnTo>
                  <a:pt x="962" y="67414"/>
                </a:lnTo>
                <a:lnTo>
                  <a:pt x="962" y="67037"/>
                </a:lnTo>
                <a:lnTo>
                  <a:pt x="962" y="66573"/>
                </a:lnTo>
                <a:lnTo>
                  <a:pt x="1026" y="66109"/>
                </a:lnTo>
                <a:lnTo>
                  <a:pt x="1026" y="65703"/>
                </a:lnTo>
                <a:lnTo>
                  <a:pt x="1026" y="65239"/>
                </a:lnTo>
                <a:lnTo>
                  <a:pt x="1026" y="64776"/>
                </a:lnTo>
                <a:lnTo>
                  <a:pt x="1090" y="64370"/>
                </a:lnTo>
                <a:lnTo>
                  <a:pt x="1090" y="63906"/>
                </a:lnTo>
                <a:lnTo>
                  <a:pt x="1090" y="63442"/>
                </a:lnTo>
                <a:lnTo>
                  <a:pt x="1090" y="63036"/>
                </a:lnTo>
                <a:lnTo>
                  <a:pt x="1090" y="62572"/>
                </a:lnTo>
                <a:lnTo>
                  <a:pt x="1154" y="62108"/>
                </a:lnTo>
                <a:lnTo>
                  <a:pt x="1154" y="61644"/>
                </a:lnTo>
                <a:lnTo>
                  <a:pt x="1154" y="61238"/>
                </a:lnTo>
                <a:lnTo>
                  <a:pt x="1154" y="60774"/>
                </a:lnTo>
                <a:lnTo>
                  <a:pt x="1154" y="60310"/>
                </a:lnTo>
                <a:lnTo>
                  <a:pt x="1251" y="59846"/>
                </a:lnTo>
                <a:lnTo>
                  <a:pt x="1251" y="59382"/>
                </a:lnTo>
                <a:lnTo>
                  <a:pt x="1251" y="58976"/>
                </a:lnTo>
                <a:lnTo>
                  <a:pt x="1251" y="58513"/>
                </a:lnTo>
                <a:lnTo>
                  <a:pt x="1315" y="58049"/>
                </a:lnTo>
                <a:lnTo>
                  <a:pt x="1315" y="57585"/>
                </a:lnTo>
                <a:lnTo>
                  <a:pt x="1315" y="57121"/>
                </a:lnTo>
                <a:lnTo>
                  <a:pt x="1315" y="56715"/>
                </a:lnTo>
                <a:lnTo>
                  <a:pt x="1315" y="56251"/>
                </a:lnTo>
                <a:lnTo>
                  <a:pt x="1379" y="55787"/>
                </a:lnTo>
                <a:lnTo>
                  <a:pt x="1379" y="55323"/>
                </a:lnTo>
                <a:lnTo>
                  <a:pt x="1379" y="54859"/>
                </a:lnTo>
                <a:lnTo>
                  <a:pt x="1379" y="54395"/>
                </a:lnTo>
                <a:lnTo>
                  <a:pt x="1475" y="53989"/>
                </a:lnTo>
                <a:lnTo>
                  <a:pt x="1475" y="53525"/>
                </a:lnTo>
                <a:lnTo>
                  <a:pt x="1475" y="53061"/>
                </a:lnTo>
                <a:lnTo>
                  <a:pt x="1475" y="52597"/>
                </a:lnTo>
                <a:lnTo>
                  <a:pt x="1475" y="52134"/>
                </a:lnTo>
                <a:lnTo>
                  <a:pt x="1539" y="51670"/>
                </a:lnTo>
                <a:lnTo>
                  <a:pt x="1539" y="51206"/>
                </a:lnTo>
                <a:lnTo>
                  <a:pt x="1539" y="50742"/>
                </a:lnTo>
                <a:lnTo>
                  <a:pt x="1539" y="50278"/>
                </a:lnTo>
                <a:lnTo>
                  <a:pt x="1604" y="49814"/>
                </a:lnTo>
                <a:lnTo>
                  <a:pt x="1604" y="49408"/>
                </a:lnTo>
                <a:lnTo>
                  <a:pt x="1604" y="48944"/>
                </a:lnTo>
                <a:lnTo>
                  <a:pt x="1604" y="48480"/>
                </a:lnTo>
                <a:lnTo>
                  <a:pt x="1604" y="48016"/>
                </a:lnTo>
                <a:lnTo>
                  <a:pt x="1668" y="47552"/>
                </a:lnTo>
                <a:lnTo>
                  <a:pt x="1668" y="47088"/>
                </a:lnTo>
                <a:lnTo>
                  <a:pt x="1668" y="46624"/>
                </a:lnTo>
                <a:lnTo>
                  <a:pt x="1668" y="46160"/>
                </a:lnTo>
                <a:lnTo>
                  <a:pt x="1764" y="45667"/>
                </a:lnTo>
                <a:lnTo>
                  <a:pt x="1764" y="45204"/>
                </a:lnTo>
                <a:lnTo>
                  <a:pt x="1764" y="44740"/>
                </a:lnTo>
                <a:lnTo>
                  <a:pt x="1764" y="44276"/>
                </a:lnTo>
                <a:lnTo>
                  <a:pt x="1764" y="43812"/>
                </a:lnTo>
                <a:lnTo>
                  <a:pt x="1828" y="43348"/>
                </a:lnTo>
                <a:lnTo>
                  <a:pt x="1828" y="42884"/>
                </a:lnTo>
                <a:lnTo>
                  <a:pt x="1828" y="42420"/>
                </a:lnTo>
                <a:lnTo>
                  <a:pt x="1828" y="41956"/>
                </a:lnTo>
                <a:lnTo>
                  <a:pt x="1892" y="41492"/>
                </a:lnTo>
                <a:lnTo>
                  <a:pt x="1892" y="40970"/>
                </a:lnTo>
                <a:lnTo>
                  <a:pt x="1892" y="40506"/>
                </a:lnTo>
                <a:lnTo>
                  <a:pt x="1892" y="40042"/>
                </a:lnTo>
                <a:lnTo>
                  <a:pt x="1892" y="39578"/>
                </a:lnTo>
                <a:lnTo>
                  <a:pt x="1988" y="39086"/>
                </a:lnTo>
                <a:lnTo>
                  <a:pt x="1988" y="38622"/>
                </a:lnTo>
                <a:lnTo>
                  <a:pt x="1988" y="38158"/>
                </a:lnTo>
                <a:lnTo>
                  <a:pt x="1988" y="37694"/>
                </a:lnTo>
                <a:lnTo>
                  <a:pt x="1988" y="37230"/>
                </a:lnTo>
                <a:lnTo>
                  <a:pt x="2053" y="36766"/>
                </a:lnTo>
                <a:lnTo>
                  <a:pt x="2053" y="36244"/>
                </a:lnTo>
                <a:lnTo>
                  <a:pt x="2053" y="35780"/>
                </a:lnTo>
                <a:lnTo>
                  <a:pt x="2053" y="35316"/>
                </a:lnTo>
                <a:lnTo>
                  <a:pt x="2117" y="34852"/>
                </a:lnTo>
                <a:lnTo>
                  <a:pt x="2117" y="34388"/>
                </a:lnTo>
                <a:lnTo>
                  <a:pt x="2117" y="33924"/>
                </a:lnTo>
                <a:lnTo>
                  <a:pt x="2117" y="33460"/>
                </a:lnTo>
                <a:lnTo>
                  <a:pt x="2117" y="32909"/>
                </a:lnTo>
                <a:lnTo>
                  <a:pt x="2181" y="32446"/>
                </a:lnTo>
                <a:lnTo>
                  <a:pt x="2181" y="31982"/>
                </a:lnTo>
                <a:lnTo>
                  <a:pt x="2181" y="31518"/>
                </a:lnTo>
                <a:lnTo>
                  <a:pt x="2181" y="31054"/>
                </a:lnTo>
                <a:lnTo>
                  <a:pt x="2277" y="30532"/>
                </a:lnTo>
                <a:lnTo>
                  <a:pt x="2277" y="30068"/>
                </a:lnTo>
                <a:lnTo>
                  <a:pt x="2277" y="29604"/>
                </a:lnTo>
                <a:lnTo>
                  <a:pt x="2277" y="29111"/>
                </a:lnTo>
                <a:lnTo>
                  <a:pt x="2277" y="28589"/>
                </a:lnTo>
                <a:lnTo>
                  <a:pt x="2341" y="28125"/>
                </a:lnTo>
                <a:lnTo>
                  <a:pt x="2341" y="27661"/>
                </a:lnTo>
                <a:lnTo>
                  <a:pt x="2341" y="27197"/>
                </a:lnTo>
                <a:lnTo>
                  <a:pt x="2341" y="26675"/>
                </a:lnTo>
                <a:lnTo>
                  <a:pt x="2406" y="26211"/>
                </a:lnTo>
                <a:lnTo>
                  <a:pt x="2406" y="25719"/>
                </a:lnTo>
                <a:lnTo>
                  <a:pt x="2406" y="25255"/>
                </a:lnTo>
                <a:lnTo>
                  <a:pt x="2406" y="24733"/>
                </a:lnTo>
                <a:lnTo>
                  <a:pt x="2406" y="24269"/>
                </a:lnTo>
                <a:lnTo>
                  <a:pt x="2470" y="23805"/>
                </a:lnTo>
                <a:lnTo>
                  <a:pt x="2470" y="23283"/>
                </a:lnTo>
                <a:lnTo>
                  <a:pt x="2470" y="22819"/>
                </a:lnTo>
                <a:lnTo>
                  <a:pt x="2470" y="22355"/>
                </a:lnTo>
                <a:lnTo>
                  <a:pt x="2566" y="21804"/>
                </a:lnTo>
                <a:lnTo>
                  <a:pt x="2566" y="21340"/>
                </a:lnTo>
                <a:lnTo>
                  <a:pt x="2566" y="20876"/>
                </a:lnTo>
                <a:lnTo>
                  <a:pt x="2566" y="20354"/>
                </a:lnTo>
                <a:lnTo>
                  <a:pt x="2566" y="19890"/>
                </a:lnTo>
                <a:lnTo>
                  <a:pt x="2630" y="19427"/>
                </a:lnTo>
                <a:lnTo>
                  <a:pt x="2630" y="18876"/>
                </a:lnTo>
                <a:lnTo>
                  <a:pt x="2630" y="18412"/>
                </a:lnTo>
                <a:lnTo>
                  <a:pt x="2630" y="17948"/>
                </a:lnTo>
                <a:lnTo>
                  <a:pt x="2694" y="17426"/>
                </a:lnTo>
                <a:lnTo>
                  <a:pt x="2694" y="16962"/>
                </a:lnTo>
                <a:lnTo>
                  <a:pt x="2694" y="16498"/>
                </a:lnTo>
                <a:lnTo>
                  <a:pt x="2694" y="15947"/>
                </a:lnTo>
                <a:lnTo>
                  <a:pt x="2694" y="15483"/>
                </a:lnTo>
                <a:lnTo>
                  <a:pt x="2790" y="14961"/>
                </a:lnTo>
                <a:lnTo>
                  <a:pt x="2790" y="14497"/>
                </a:lnTo>
                <a:lnTo>
                  <a:pt x="2790" y="13975"/>
                </a:lnTo>
                <a:lnTo>
                  <a:pt x="2790" y="13511"/>
                </a:lnTo>
                <a:lnTo>
                  <a:pt x="2790" y="13019"/>
                </a:lnTo>
                <a:lnTo>
                  <a:pt x="2855" y="12497"/>
                </a:lnTo>
                <a:lnTo>
                  <a:pt x="2855" y="12033"/>
                </a:lnTo>
                <a:lnTo>
                  <a:pt x="2855" y="11511"/>
                </a:lnTo>
                <a:lnTo>
                  <a:pt x="2855" y="11047"/>
                </a:lnTo>
                <a:lnTo>
                  <a:pt x="2919" y="10496"/>
                </a:lnTo>
                <a:lnTo>
                  <a:pt x="2919" y="10032"/>
                </a:lnTo>
                <a:lnTo>
                  <a:pt x="2919" y="9510"/>
                </a:lnTo>
                <a:lnTo>
                  <a:pt x="2919" y="9046"/>
                </a:lnTo>
                <a:lnTo>
                  <a:pt x="2919" y="8524"/>
                </a:lnTo>
                <a:lnTo>
                  <a:pt x="2983" y="8031"/>
                </a:lnTo>
                <a:lnTo>
                  <a:pt x="2983" y="7509"/>
                </a:lnTo>
                <a:lnTo>
                  <a:pt x="2983" y="7045"/>
                </a:lnTo>
                <a:lnTo>
                  <a:pt x="2983" y="6523"/>
                </a:lnTo>
                <a:lnTo>
                  <a:pt x="3079" y="6060"/>
                </a:lnTo>
                <a:lnTo>
                  <a:pt x="3079" y="5509"/>
                </a:lnTo>
                <a:lnTo>
                  <a:pt x="3079" y="5045"/>
                </a:lnTo>
                <a:lnTo>
                  <a:pt x="3079" y="4523"/>
                </a:lnTo>
                <a:lnTo>
                  <a:pt x="3079" y="4059"/>
                </a:lnTo>
                <a:lnTo>
                  <a:pt x="3143" y="3537"/>
                </a:lnTo>
                <a:lnTo>
                  <a:pt x="3143" y="3044"/>
                </a:lnTo>
                <a:lnTo>
                  <a:pt x="3143" y="2522"/>
                </a:lnTo>
                <a:lnTo>
                  <a:pt x="3143" y="2058"/>
                </a:lnTo>
                <a:lnTo>
                  <a:pt x="3208" y="1536"/>
                </a:lnTo>
                <a:lnTo>
                  <a:pt x="3208" y="985"/>
                </a:lnTo>
                <a:lnTo>
                  <a:pt x="3208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064149" y="3496176"/>
            <a:ext cx="3208" cy="106123"/>
          </a:xfrm>
          <a:custGeom>
            <a:avLst/>
            <a:gdLst/>
            <a:ahLst/>
            <a:cxnLst/>
            <a:rect l="l" t="t" r="r" b="b"/>
            <a:pathLst>
              <a:path w="3208" h="106123">
                <a:moveTo>
                  <a:pt x="0" y="106123"/>
                </a:moveTo>
                <a:lnTo>
                  <a:pt x="0" y="105659"/>
                </a:lnTo>
                <a:lnTo>
                  <a:pt x="64" y="105137"/>
                </a:lnTo>
                <a:lnTo>
                  <a:pt x="64" y="104586"/>
                </a:lnTo>
                <a:lnTo>
                  <a:pt x="64" y="104123"/>
                </a:lnTo>
                <a:lnTo>
                  <a:pt x="64" y="103601"/>
                </a:lnTo>
                <a:lnTo>
                  <a:pt x="160" y="103137"/>
                </a:lnTo>
                <a:lnTo>
                  <a:pt x="160" y="102586"/>
                </a:lnTo>
                <a:lnTo>
                  <a:pt x="160" y="102064"/>
                </a:lnTo>
                <a:lnTo>
                  <a:pt x="160" y="101600"/>
                </a:lnTo>
                <a:lnTo>
                  <a:pt x="160" y="101078"/>
                </a:lnTo>
                <a:lnTo>
                  <a:pt x="224" y="100527"/>
                </a:lnTo>
                <a:lnTo>
                  <a:pt x="224" y="100063"/>
                </a:lnTo>
                <a:lnTo>
                  <a:pt x="224" y="99541"/>
                </a:lnTo>
                <a:lnTo>
                  <a:pt x="224" y="99077"/>
                </a:lnTo>
                <a:lnTo>
                  <a:pt x="288" y="98555"/>
                </a:lnTo>
                <a:lnTo>
                  <a:pt x="288" y="98004"/>
                </a:lnTo>
                <a:lnTo>
                  <a:pt x="288" y="97483"/>
                </a:lnTo>
                <a:lnTo>
                  <a:pt x="288" y="97019"/>
                </a:lnTo>
                <a:lnTo>
                  <a:pt x="288" y="96468"/>
                </a:lnTo>
                <a:lnTo>
                  <a:pt x="384" y="95946"/>
                </a:lnTo>
                <a:lnTo>
                  <a:pt x="384" y="95482"/>
                </a:lnTo>
                <a:lnTo>
                  <a:pt x="384" y="94960"/>
                </a:lnTo>
                <a:lnTo>
                  <a:pt x="384" y="94409"/>
                </a:lnTo>
                <a:lnTo>
                  <a:pt x="384" y="93945"/>
                </a:lnTo>
                <a:lnTo>
                  <a:pt x="449" y="93423"/>
                </a:lnTo>
                <a:lnTo>
                  <a:pt x="449" y="92901"/>
                </a:lnTo>
                <a:lnTo>
                  <a:pt x="449" y="92350"/>
                </a:lnTo>
                <a:lnTo>
                  <a:pt x="449" y="91886"/>
                </a:lnTo>
                <a:lnTo>
                  <a:pt x="513" y="91364"/>
                </a:lnTo>
                <a:lnTo>
                  <a:pt x="513" y="90843"/>
                </a:lnTo>
                <a:lnTo>
                  <a:pt x="513" y="90292"/>
                </a:lnTo>
                <a:lnTo>
                  <a:pt x="513" y="89828"/>
                </a:lnTo>
                <a:lnTo>
                  <a:pt x="513" y="89306"/>
                </a:lnTo>
                <a:lnTo>
                  <a:pt x="577" y="88755"/>
                </a:lnTo>
                <a:lnTo>
                  <a:pt x="577" y="88233"/>
                </a:lnTo>
                <a:lnTo>
                  <a:pt x="577" y="87769"/>
                </a:lnTo>
                <a:lnTo>
                  <a:pt x="577" y="87247"/>
                </a:lnTo>
                <a:lnTo>
                  <a:pt x="673" y="86696"/>
                </a:lnTo>
                <a:lnTo>
                  <a:pt x="673" y="86174"/>
                </a:lnTo>
                <a:lnTo>
                  <a:pt x="673" y="85710"/>
                </a:lnTo>
                <a:lnTo>
                  <a:pt x="673" y="85188"/>
                </a:lnTo>
                <a:lnTo>
                  <a:pt x="673" y="84638"/>
                </a:lnTo>
                <a:lnTo>
                  <a:pt x="737" y="84116"/>
                </a:lnTo>
                <a:lnTo>
                  <a:pt x="737" y="83594"/>
                </a:lnTo>
                <a:lnTo>
                  <a:pt x="737" y="83101"/>
                </a:lnTo>
                <a:lnTo>
                  <a:pt x="737" y="82579"/>
                </a:lnTo>
                <a:lnTo>
                  <a:pt x="802" y="82057"/>
                </a:lnTo>
                <a:lnTo>
                  <a:pt x="802" y="81506"/>
                </a:lnTo>
                <a:lnTo>
                  <a:pt x="802" y="80984"/>
                </a:lnTo>
                <a:lnTo>
                  <a:pt x="802" y="80462"/>
                </a:lnTo>
                <a:lnTo>
                  <a:pt x="802" y="79998"/>
                </a:lnTo>
                <a:lnTo>
                  <a:pt x="898" y="79447"/>
                </a:lnTo>
                <a:lnTo>
                  <a:pt x="898" y="78925"/>
                </a:lnTo>
                <a:lnTo>
                  <a:pt x="898" y="78403"/>
                </a:lnTo>
                <a:lnTo>
                  <a:pt x="898" y="77853"/>
                </a:lnTo>
                <a:lnTo>
                  <a:pt x="962" y="77331"/>
                </a:lnTo>
                <a:lnTo>
                  <a:pt x="962" y="76809"/>
                </a:lnTo>
                <a:lnTo>
                  <a:pt x="962" y="76258"/>
                </a:lnTo>
                <a:lnTo>
                  <a:pt x="962" y="75794"/>
                </a:lnTo>
                <a:lnTo>
                  <a:pt x="962" y="75272"/>
                </a:lnTo>
                <a:lnTo>
                  <a:pt x="1026" y="74750"/>
                </a:lnTo>
                <a:lnTo>
                  <a:pt x="1026" y="74199"/>
                </a:lnTo>
                <a:lnTo>
                  <a:pt x="1026" y="73677"/>
                </a:lnTo>
                <a:lnTo>
                  <a:pt x="1026" y="73126"/>
                </a:lnTo>
                <a:lnTo>
                  <a:pt x="1090" y="72604"/>
                </a:lnTo>
                <a:lnTo>
                  <a:pt x="1090" y="72082"/>
                </a:lnTo>
                <a:lnTo>
                  <a:pt x="1090" y="71532"/>
                </a:lnTo>
                <a:lnTo>
                  <a:pt x="1090" y="71010"/>
                </a:lnTo>
                <a:lnTo>
                  <a:pt x="1090" y="70546"/>
                </a:lnTo>
                <a:lnTo>
                  <a:pt x="1186" y="70024"/>
                </a:lnTo>
                <a:lnTo>
                  <a:pt x="1186" y="69473"/>
                </a:lnTo>
                <a:lnTo>
                  <a:pt x="1186" y="68951"/>
                </a:lnTo>
                <a:lnTo>
                  <a:pt x="1186" y="68429"/>
                </a:lnTo>
                <a:lnTo>
                  <a:pt x="1186" y="67878"/>
                </a:lnTo>
                <a:lnTo>
                  <a:pt x="1251" y="67356"/>
                </a:lnTo>
                <a:lnTo>
                  <a:pt x="1251" y="66834"/>
                </a:lnTo>
                <a:lnTo>
                  <a:pt x="1251" y="66283"/>
                </a:lnTo>
                <a:lnTo>
                  <a:pt x="1251" y="65761"/>
                </a:lnTo>
                <a:lnTo>
                  <a:pt x="1315" y="65239"/>
                </a:lnTo>
                <a:lnTo>
                  <a:pt x="1315" y="64689"/>
                </a:lnTo>
                <a:lnTo>
                  <a:pt x="1315" y="64167"/>
                </a:lnTo>
                <a:lnTo>
                  <a:pt x="1315" y="63645"/>
                </a:lnTo>
                <a:lnTo>
                  <a:pt x="1315" y="63094"/>
                </a:lnTo>
                <a:lnTo>
                  <a:pt x="1379" y="62572"/>
                </a:lnTo>
                <a:lnTo>
                  <a:pt x="1379" y="62021"/>
                </a:lnTo>
                <a:lnTo>
                  <a:pt x="1379" y="61499"/>
                </a:lnTo>
                <a:lnTo>
                  <a:pt x="1379" y="60977"/>
                </a:lnTo>
                <a:lnTo>
                  <a:pt x="1475" y="60426"/>
                </a:lnTo>
                <a:lnTo>
                  <a:pt x="1475" y="59904"/>
                </a:lnTo>
                <a:lnTo>
                  <a:pt x="1475" y="59382"/>
                </a:lnTo>
                <a:lnTo>
                  <a:pt x="1475" y="58831"/>
                </a:lnTo>
                <a:lnTo>
                  <a:pt x="1475" y="58310"/>
                </a:lnTo>
                <a:lnTo>
                  <a:pt x="1539" y="57788"/>
                </a:lnTo>
                <a:lnTo>
                  <a:pt x="1539" y="57237"/>
                </a:lnTo>
                <a:lnTo>
                  <a:pt x="1539" y="56715"/>
                </a:lnTo>
                <a:lnTo>
                  <a:pt x="1539" y="56193"/>
                </a:lnTo>
                <a:lnTo>
                  <a:pt x="1604" y="55642"/>
                </a:lnTo>
                <a:lnTo>
                  <a:pt x="1604" y="55120"/>
                </a:lnTo>
                <a:lnTo>
                  <a:pt x="1604" y="54598"/>
                </a:lnTo>
                <a:lnTo>
                  <a:pt x="1604" y="54047"/>
                </a:lnTo>
                <a:lnTo>
                  <a:pt x="1604" y="53525"/>
                </a:lnTo>
                <a:lnTo>
                  <a:pt x="1700" y="53003"/>
                </a:lnTo>
                <a:lnTo>
                  <a:pt x="1700" y="52452"/>
                </a:lnTo>
                <a:lnTo>
                  <a:pt x="1700" y="51931"/>
                </a:lnTo>
                <a:lnTo>
                  <a:pt x="1700" y="51322"/>
                </a:lnTo>
                <a:lnTo>
                  <a:pt x="1764" y="50800"/>
                </a:lnTo>
                <a:lnTo>
                  <a:pt x="1764" y="50278"/>
                </a:lnTo>
                <a:lnTo>
                  <a:pt x="1764" y="49727"/>
                </a:lnTo>
                <a:lnTo>
                  <a:pt x="1764" y="49205"/>
                </a:lnTo>
                <a:lnTo>
                  <a:pt x="1764" y="48683"/>
                </a:lnTo>
                <a:lnTo>
                  <a:pt x="1828" y="48132"/>
                </a:lnTo>
                <a:lnTo>
                  <a:pt x="1828" y="47610"/>
                </a:lnTo>
                <a:lnTo>
                  <a:pt x="1828" y="47059"/>
                </a:lnTo>
                <a:lnTo>
                  <a:pt x="1828" y="46537"/>
                </a:lnTo>
                <a:lnTo>
                  <a:pt x="1892" y="46015"/>
                </a:lnTo>
                <a:lnTo>
                  <a:pt x="1892" y="45407"/>
                </a:lnTo>
                <a:lnTo>
                  <a:pt x="1892" y="44885"/>
                </a:lnTo>
                <a:lnTo>
                  <a:pt x="1892" y="44334"/>
                </a:lnTo>
                <a:lnTo>
                  <a:pt x="1892" y="43812"/>
                </a:lnTo>
                <a:lnTo>
                  <a:pt x="1988" y="43290"/>
                </a:lnTo>
                <a:lnTo>
                  <a:pt x="1988" y="42739"/>
                </a:lnTo>
                <a:lnTo>
                  <a:pt x="1988" y="42217"/>
                </a:lnTo>
                <a:lnTo>
                  <a:pt x="1988" y="41695"/>
                </a:lnTo>
                <a:lnTo>
                  <a:pt x="1988" y="41086"/>
                </a:lnTo>
                <a:lnTo>
                  <a:pt x="2053" y="40564"/>
                </a:lnTo>
                <a:lnTo>
                  <a:pt x="2053" y="40013"/>
                </a:lnTo>
                <a:lnTo>
                  <a:pt x="2053" y="39491"/>
                </a:lnTo>
                <a:lnTo>
                  <a:pt x="2053" y="38970"/>
                </a:lnTo>
                <a:lnTo>
                  <a:pt x="2117" y="38419"/>
                </a:lnTo>
                <a:lnTo>
                  <a:pt x="2117" y="37839"/>
                </a:lnTo>
                <a:lnTo>
                  <a:pt x="2117" y="37288"/>
                </a:lnTo>
                <a:lnTo>
                  <a:pt x="2117" y="36766"/>
                </a:lnTo>
                <a:lnTo>
                  <a:pt x="2117" y="36244"/>
                </a:lnTo>
                <a:lnTo>
                  <a:pt x="2181" y="35693"/>
                </a:lnTo>
                <a:lnTo>
                  <a:pt x="2181" y="35171"/>
                </a:lnTo>
                <a:lnTo>
                  <a:pt x="2181" y="34562"/>
                </a:lnTo>
                <a:lnTo>
                  <a:pt x="2181" y="34040"/>
                </a:lnTo>
                <a:lnTo>
                  <a:pt x="2277" y="33518"/>
                </a:lnTo>
                <a:lnTo>
                  <a:pt x="2277" y="32967"/>
                </a:lnTo>
                <a:lnTo>
                  <a:pt x="2277" y="32446"/>
                </a:lnTo>
                <a:lnTo>
                  <a:pt x="2277" y="31924"/>
                </a:lnTo>
                <a:lnTo>
                  <a:pt x="2277" y="31315"/>
                </a:lnTo>
                <a:lnTo>
                  <a:pt x="2341" y="30793"/>
                </a:lnTo>
                <a:lnTo>
                  <a:pt x="2341" y="30242"/>
                </a:lnTo>
                <a:lnTo>
                  <a:pt x="2341" y="29720"/>
                </a:lnTo>
                <a:lnTo>
                  <a:pt x="2341" y="29198"/>
                </a:lnTo>
                <a:lnTo>
                  <a:pt x="2406" y="28589"/>
                </a:lnTo>
                <a:lnTo>
                  <a:pt x="2406" y="28067"/>
                </a:lnTo>
                <a:lnTo>
                  <a:pt x="2406" y="27516"/>
                </a:lnTo>
                <a:lnTo>
                  <a:pt x="2406" y="26994"/>
                </a:lnTo>
                <a:lnTo>
                  <a:pt x="2406" y="26385"/>
                </a:lnTo>
                <a:lnTo>
                  <a:pt x="2502" y="25864"/>
                </a:lnTo>
                <a:lnTo>
                  <a:pt x="2502" y="25342"/>
                </a:lnTo>
                <a:lnTo>
                  <a:pt x="2502" y="24791"/>
                </a:lnTo>
                <a:lnTo>
                  <a:pt x="2502" y="24211"/>
                </a:lnTo>
                <a:lnTo>
                  <a:pt x="2566" y="23660"/>
                </a:lnTo>
                <a:lnTo>
                  <a:pt x="2566" y="23138"/>
                </a:lnTo>
                <a:lnTo>
                  <a:pt x="2566" y="22616"/>
                </a:lnTo>
                <a:lnTo>
                  <a:pt x="2566" y="22065"/>
                </a:lnTo>
                <a:lnTo>
                  <a:pt x="2566" y="21485"/>
                </a:lnTo>
                <a:lnTo>
                  <a:pt x="2630" y="20934"/>
                </a:lnTo>
                <a:lnTo>
                  <a:pt x="2630" y="20412"/>
                </a:lnTo>
                <a:lnTo>
                  <a:pt x="2630" y="19803"/>
                </a:lnTo>
                <a:lnTo>
                  <a:pt x="2630" y="19282"/>
                </a:lnTo>
                <a:lnTo>
                  <a:pt x="2694" y="18760"/>
                </a:lnTo>
                <a:lnTo>
                  <a:pt x="2694" y="18209"/>
                </a:lnTo>
                <a:lnTo>
                  <a:pt x="2694" y="17629"/>
                </a:lnTo>
                <a:lnTo>
                  <a:pt x="2694" y="17078"/>
                </a:lnTo>
                <a:lnTo>
                  <a:pt x="2694" y="16556"/>
                </a:lnTo>
                <a:lnTo>
                  <a:pt x="2790" y="16034"/>
                </a:lnTo>
                <a:lnTo>
                  <a:pt x="2790" y="15425"/>
                </a:lnTo>
                <a:lnTo>
                  <a:pt x="2790" y="14903"/>
                </a:lnTo>
                <a:lnTo>
                  <a:pt x="2790" y="14352"/>
                </a:lnTo>
                <a:lnTo>
                  <a:pt x="2790" y="13772"/>
                </a:lnTo>
                <a:lnTo>
                  <a:pt x="2855" y="13221"/>
                </a:lnTo>
                <a:lnTo>
                  <a:pt x="2855" y="12700"/>
                </a:lnTo>
                <a:lnTo>
                  <a:pt x="2855" y="12149"/>
                </a:lnTo>
                <a:lnTo>
                  <a:pt x="2855" y="11569"/>
                </a:lnTo>
                <a:lnTo>
                  <a:pt x="2919" y="11047"/>
                </a:lnTo>
                <a:lnTo>
                  <a:pt x="2919" y="10496"/>
                </a:lnTo>
                <a:lnTo>
                  <a:pt x="2919" y="9916"/>
                </a:lnTo>
                <a:lnTo>
                  <a:pt x="2919" y="9365"/>
                </a:lnTo>
                <a:lnTo>
                  <a:pt x="2919" y="8843"/>
                </a:lnTo>
                <a:lnTo>
                  <a:pt x="3015" y="8234"/>
                </a:lnTo>
                <a:lnTo>
                  <a:pt x="3015" y="7712"/>
                </a:lnTo>
                <a:lnTo>
                  <a:pt x="3015" y="7161"/>
                </a:lnTo>
                <a:lnTo>
                  <a:pt x="3015" y="6639"/>
                </a:lnTo>
                <a:lnTo>
                  <a:pt x="3079" y="6060"/>
                </a:lnTo>
                <a:lnTo>
                  <a:pt x="3079" y="5509"/>
                </a:lnTo>
                <a:lnTo>
                  <a:pt x="3079" y="4987"/>
                </a:lnTo>
                <a:lnTo>
                  <a:pt x="3079" y="4378"/>
                </a:lnTo>
                <a:lnTo>
                  <a:pt x="3079" y="3856"/>
                </a:lnTo>
                <a:lnTo>
                  <a:pt x="3143" y="3305"/>
                </a:lnTo>
                <a:lnTo>
                  <a:pt x="3143" y="2725"/>
                </a:lnTo>
                <a:lnTo>
                  <a:pt x="3143" y="2174"/>
                </a:lnTo>
                <a:lnTo>
                  <a:pt x="3143" y="1652"/>
                </a:lnTo>
                <a:lnTo>
                  <a:pt x="3208" y="1072"/>
                </a:lnTo>
                <a:lnTo>
                  <a:pt x="3208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067357" y="3384862"/>
            <a:ext cx="3240" cy="111313"/>
          </a:xfrm>
          <a:custGeom>
            <a:avLst/>
            <a:gdLst/>
            <a:ahLst/>
            <a:cxnLst/>
            <a:rect l="l" t="t" r="r" b="b"/>
            <a:pathLst>
              <a:path w="3240" h="111313">
                <a:moveTo>
                  <a:pt x="0" y="111313"/>
                </a:moveTo>
                <a:lnTo>
                  <a:pt x="0" y="110705"/>
                </a:lnTo>
                <a:lnTo>
                  <a:pt x="0" y="110183"/>
                </a:lnTo>
                <a:lnTo>
                  <a:pt x="96" y="109632"/>
                </a:lnTo>
                <a:lnTo>
                  <a:pt x="96" y="109052"/>
                </a:lnTo>
                <a:lnTo>
                  <a:pt x="96" y="108501"/>
                </a:lnTo>
                <a:lnTo>
                  <a:pt x="96" y="107921"/>
                </a:lnTo>
                <a:lnTo>
                  <a:pt x="160" y="107399"/>
                </a:lnTo>
                <a:lnTo>
                  <a:pt x="160" y="106848"/>
                </a:lnTo>
                <a:lnTo>
                  <a:pt x="160" y="106268"/>
                </a:lnTo>
                <a:lnTo>
                  <a:pt x="160" y="105717"/>
                </a:lnTo>
                <a:lnTo>
                  <a:pt x="160" y="105195"/>
                </a:lnTo>
                <a:lnTo>
                  <a:pt x="224" y="104586"/>
                </a:lnTo>
                <a:lnTo>
                  <a:pt x="224" y="104065"/>
                </a:lnTo>
                <a:lnTo>
                  <a:pt x="224" y="103514"/>
                </a:lnTo>
                <a:lnTo>
                  <a:pt x="224" y="102934"/>
                </a:lnTo>
                <a:lnTo>
                  <a:pt x="288" y="102412"/>
                </a:lnTo>
                <a:lnTo>
                  <a:pt x="288" y="101803"/>
                </a:lnTo>
                <a:lnTo>
                  <a:pt x="288" y="101281"/>
                </a:lnTo>
                <a:lnTo>
                  <a:pt x="288" y="100730"/>
                </a:lnTo>
                <a:lnTo>
                  <a:pt x="288" y="100150"/>
                </a:lnTo>
                <a:lnTo>
                  <a:pt x="384" y="99599"/>
                </a:lnTo>
                <a:lnTo>
                  <a:pt x="384" y="99077"/>
                </a:lnTo>
                <a:lnTo>
                  <a:pt x="384" y="98468"/>
                </a:lnTo>
                <a:lnTo>
                  <a:pt x="384" y="97946"/>
                </a:lnTo>
                <a:lnTo>
                  <a:pt x="384" y="97338"/>
                </a:lnTo>
                <a:lnTo>
                  <a:pt x="449" y="96816"/>
                </a:lnTo>
                <a:lnTo>
                  <a:pt x="449" y="96294"/>
                </a:lnTo>
                <a:lnTo>
                  <a:pt x="449" y="95685"/>
                </a:lnTo>
                <a:lnTo>
                  <a:pt x="449" y="95163"/>
                </a:lnTo>
                <a:lnTo>
                  <a:pt x="513" y="94554"/>
                </a:lnTo>
                <a:lnTo>
                  <a:pt x="513" y="94032"/>
                </a:lnTo>
                <a:lnTo>
                  <a:pt x="513" y="93481"/>
                </a:lnTo>
                <a:lnTo>
                  <a:pt x="513" y="92901"/>
                </a:lnTo>
                <a:lnTo>
                  <a:pt x="513" y="92350"/>
                </a:lnTo>
                <a:lnTo>
                  <a:pt x="609" y="91770"/>
                </a:lnTo>
                <a:lnTo>
                  <a:pt x="609" y="91220"/>
                </a:lnTo>
                <a:lnTo>
                  <a:pt x="609" y="90756"/>
                </a:lnTo>
                <a:lnTo>
                  <a:pt x="609" y="90176"/>
                </a:lnTo>
                <a:lnTo>
                  <a:pt x="673" y="89625"/>
                </a:lnTo>
                <a:lnTo>
                  <a:pt x="673" y="89045"/>
                </a:lnTo>
                <a:lnTo>
                  <a:pt x="673" y="88494"/>
                </a:lnTo>
                <a:lnTo>
                  <a:pt x="673" y="87972"/>
                </a:lnTo>
                <a:lnTo>
                  <a:pt x="673" y="87363"/>
                </a:lnTo>
                <a:lnTo>
                  <a:pt x="737" y="86841"/>
                </a:lnTo>
                <a:lnTo>
                  <a:pt x="737" y="86232"/>
                </a:lnTo>
                <a:lnTo>
                  <a:pt x="737" y="85710"/>
                </a:lnTo>
                <a:lnTo>
                  <a:pt x="737" y="85188"/>
                </a:lnTo>
                <a:lnTo>
                  <a:pt x="802" y="84580"/>
                </a:lnTo>
                <a:lnTo>
                  <a:pt x="802" y="84058"/>
                </a:lnTo>
                <a:lnTo>
                  <a:pt x="802" y="83449"/>
                </a:lnTo>
                <a:lnTo>
                  <a:pt x="802" y="82927"/>
                </a:lnTo>
                <a:lnTo>
                  <a:pt x="802" y="82318"/>
                </a:lnTo>
                <a:lnTo>
                  <a:pt x="898" y="81796"/>
                </a:lnTo>
                <a:lnTo>
                  <a:pt x="898" y="81245"/>
                </a:lnTo>
                <a:lnTo>
                  <a:pt x="898" y="80665"/>
                </a:lnTo>
                <a:lnTo>
                  <a:pt x="898" y="80114"/>
                </a:lnTo>
                <a:lnTo>
                  <a:pt x="962" y="79534"/>
                </a:lnTo>
                <a:lnTo>
                  <a:pt x="962" y="78983"/>
                </a:lnTo>
                <a:lnTo>
                  <a:pt x="962" y="78403"/>
                </a:lnTo>
                <a:lnTo>
                  <a:pt x="962" y="77853"/>
                </a:lnTo>
                <a:lnTo>
                  <a:pt x="962" y="77331"/>
                </a:lnTo>
                <a:lnTo>
                  <a:pt x="1026" y="76722"/>
                </a:lnTo>
                <a:lnTo>
                  <a:pt x="1026" y="76200"/>
                </a:lnTo>
                <a:lnTo>
                  <a:pt x="1026" y="75591"/>
                </a:lnTo>
                <a:lnTo>
                  <a:pt x="1026" y="75069"/>
                </a:lnTo>
                <a:lnTo>
                  <a:pt x="1122" y="74460"/>
                </a:lnTo>
                <a:lnTo>
                  <a:pt x="1122" y="73938"/>
                </a:lnTo>
                <a:lnTo>
                  <a:pt x="1122" y="73416"/>
                </a:lnTo>
                <a:lnTo>
                  <a:pt x="1122" y="72807"/>
                </a:lnTo>
                <a:lnTo>
                  <a:pt x="1122" y="72285"/>
                </a:lnTo>
                <a:lnTo>
                  <a:pt x="1186" y="71677"/>
                </a:lnTo>
                <a:lnTo>
                  <a:pt x="1186" y="71155"/>
                </a:lnTo>
                <a:lnTo>
                  <a:pt x="1186" y="70546"/>
                </a:lnTo>
                <a:lnTo>
                  <a:pt x="1186" y="70024"/>
                </a:lnTo>
                <a:lnTo>
                  <a:pt x="1186" y="69415"/>
                </a:lnTo>
                <a:lnTo>
                  <a:pt x="1251" y="68893"/>
                </a:lnTo>
                <a:lnTo>
                  <a:pt x="1251" y="68342"/>
                </a:lnTo>
                <a:lnTo>
                  <a:pt x="1251" y="67762"/>
                </a:lnTo>
                <a:lnTo>
                  <a:pt x="1251" y="67211"/>
                </a:lnTo>
                <a:lnTo>
                  <a:pt x="1315" y="66631"/>
                </a:lnTo>
                <a:lnTo>
                  <a:pt x="1315" y="66080"/>
                </a:lnTo>
                <a:lnTo>
                  <a:pt x="1315" y="65500"/>
                </a:lnTo>
                <a:lnTo>
                  <a:pt x="1315" y="64950"/>
                </a:lnTo>
                <a:lnTo>
                  <a:pt x="1315" y="64428"/>
                </a:lnTo>
                <a:lnTo>
                  <a:pt x="1411" y="63819"/>
                </a:lnTo>
                <a:lnTo>
                  <a:pt x="1411" y="63297"/>
                </a:lnTo>
                <a:lnTo>
                  <a:pt x="1411" y="62688"/>
                </a:lnTo>
                <a:lnTo>
                  <a:pt x="1411" y="62166"/>
                </a:lnTo>
                <a:lnTo>
                  <a:pt x="1475" y="61557"/>
                </a:lnTo>
                <a:lnTo>
                  <a:pt x="1475" y="61035"/>
                </a:lnTo>
                <a:lnTo>
                  <a:pt x="1475" y="60426"/>
                </a:lnTo>
                <a:lnTo>
                  <a:pt x="1475" y="59904"/>
                </a:lnTo>
                <a:lnTo>
                  <a:pt x="1475" y="59295"/>
                </a:lnTo>
                <a:lnTo>
                  <a:pt x="1539" y="58773"/>
                </a:lnTo>
                <a:lnTo>
                  <a:pt x="1539" y="58252"/>
                </a:lnTo>
                <a:lnTo>
                  <a:pt x="1539" y="57643"/>
                </a:lnTo>
                <a:lnTo>
                  <a:pt x="1539" y="57121"/>
                </a:lnTo>
                <a:lnTo>
                  <a:pt x="1604" y="56512"/>
                </a:lnTo>
                <a:lnTo>
                  <a:pt x="1604" y="55990"/>
                </a:lnTo>
                <a:lnTo>
                  <a:pt x="1604" y="55381"/>
                </a:lnTo>
                <a:lnTo>
                  <a:pt x="1604" y="54859"/>
                </a:lnTo>
                <a:lnTo>
                  <a:pt x="1604" y="54250"/>
                </a:lnTo>
                <a:lnTo>
                  <a:pt x="1700" y="53728"/>
                </a:lnTo>
                <a:lnTo>
                  <a:pt x="1700" y="53177"/>
                </a:lnTo>
                <a:lnTo>
                  <a:pt x="1700" y="52597"/>
                </a:lnTo>
                <a:lnTo>
                  <a:pt x="1700" y="52047"/>
                </a:lnTo>
                <a:lnTo>
                  <a:pt x="1764" y="51467"/>
                </a:lnTo>
                <a:lnTo>
                  <a:pt x="1764" y="50916"/>
                </a:lnTo>
                <a:lnTo>
                  <a:pt x="1764" y="50336"/>
                </a:lnTo>
                <a:lnTo>
                  <a:pt x="1764" y="49785"/>
                </a:lnTo>
                <a:lnTo>
                  <a:pt x="1764" y="49205"/>
                </a:lnTo>
                <a:lnTo>
                  <a:pt x="1828" y="48654"/>
                </a:lnTo>
                <a:lnTo>
                  <a:pt x="1828" y="48074"/>
                </a:lnTo>
                <a:lnTo>
                  <a:pt x="1828" y="47552"/>
                </a:lnTo>
                <a:lnTo>
                  <a:pt x="1828" y="47001"/>
                </a:lnTo>
                <a:lnTo>
                  <a:pt x="1924" y="46421"/>
                </a:lnTo>
                <a:lnTo>
                  <a:pt x="1924" y="45870"/>
                </a:lnTo>
                <a:lnTo>
                  <a:pt x="1924" y="45291"/>
                </a:lnTo>
                <a:lnTo>
                  <a:pt x="1924" y="44740"/>
                </a:lnTo>
                <a:lnTo>
                  <a:pt x="1924" y="44160"/>
                </a:lnTo>
                <a:lnTo>
                  <a:pt x="1988" y="43609"/>
                </a:lnTo>
                <a:lnTo>
                  <a:pt x="1988" y="43029"/>
                </a:lnTo>
                <a:lnTo>
                  <a:pt x="1988" y="42478"/>
                </a:lnTo>
                <a:lnTo>
                  <a:pt x="1988" y="41956"/>
                </a:lnTo>
                <a:lnTo>
                  <a:pt x="1988" y="41347"/>
                </a:lnTo>
                <a:lnTo>
                  <a:pt x="2053" y="40825"/>
                </a:lnTo>
                <a:lnTo>
                  <a:pt x="2053" y="40216"/>
                </a:lnTo>
                <a:lnTo>
                  <a:pt x="2053" y="39694"/>
                </a:lnTo>
                <a:lnTo>
                  <a:pt x="2053" y="39086"/>
                </a:lnTo>
                <a:lnTo>
                  <a:pt x="2117" y="38564"/>
                </a:lnTo>
                <a:lnTo>
                  <a:pt x="2117" y="37955"/>
                </a:lnTo>
                <a:lnTo>
                  <a:pt x="2117" y="37433"/>
                </a:lnTo>
                <a:lnTo>
                  <a:pt x="2117" y="36911"/>
                </a:lnTo>
                <a:lnTo>
                  <a:pt x="2117" y="36302"/>
                </a:lnTo>
                <a:lnTo>
                  <a:pt x="2213" y="35780"/>
                </a:lnTo>
                <a:lnTo>
                  <a:pt x="2213" y="35171"/>
                </a:lnTo>
                <a:lnTo>
                  <a:pt x="2213" y="34649"/>
                </a:lnTo>
                <a:lnTo>
                  <a:pt x="2213" y="34040"/>
                </a:lnTo>
                <a:lnTo>
                  <a:pt x="2277" y="33518"/>
                </a:lnTo>
                <a:lnTo>
                  <a:pt x="2277" y="32909"/>
                </a:lnTo>
                <a:lnTo>
                  <a:pt x="2277" y="32388"/>
                </a:lnTo>
                <a:lnTo>
                  <a:pt x="2277" y="31837"/>
                </a:lnTo>
                <a:lnTo>
                  <a:pt x="2277" y="31257"/>
                </a:lnTo>
                <a:lnTo>
                  <a:pt x="2341" y="30706"/>
                </a:lnTo>
                <a:lnTo>
                  <a:pt x="2341" y="30126"/>
                </a:lnTo>
                <a:lnTo>
                  <a:pt x="2341" y="29575"/>
                </a:lnTo>
                <a:lnTo>
                  <a:pt x="2341" y="28995"/>
                </a:lnTo>
                <a:lnTo>
                  <a:pt x="2406" y="28444"/>
                </a:lnTo>
                <a:lnTo>
                  <a:pt x="2406" y="27922"/>
                </a:lnTo>
                <a:lnTo>
                  <a:pt x="2406" y="27313"/>
                </a:lnTo>
                <a:lnTo>
                  <a:pt x="2406" y="26791"/>
                </a:lnTo>
                <a:lnTo>
                  <a:pt x="2406" y="26182"/>
                </a:lnTo>
                <a:lnTo>
                  <a:pt x="2502" y="25661"/>
                </a:lnTo>
                <a:lnTo>
                  <a:pt x="2502" y="25052"/>
                </a:lnTo>
                <a:lnTo>
                  <a:pt x="2502" y="24530"/>
                </a:lnTo>
                <a:lnTo>
                  <a:pt x="2502" y="24008"/>
                </a:lnTo>
                <a:lnTo>
                  <a:pt x="2566" y="23399"/>
                </a:lnTo>
                <a:lnTo>
                  <a:pt x="2566" y="22877"/>
                </a:lnTo>
                <a:lnTo>
                  <a:pt x="2566" y="22268"/>
                </a:lnTo>
                <a:lnTo>
                  <a:pt x="2566" y="21746"/>
                </a:lnTo>
                <a:lnTo>
                  <a:pt x="2566" y="21137"/>
                </a:lnTo>
                <a:lnTo>
                  <a:pt x="2630" y="20615"/>
                </a:lnTo>
                <a:lnTo>
                  <a:pt x="2630" y="20064"/>
                </a:lnTo>
                <a:lnTo>
                  <a:pt x="2630" y="19485"/>
                </a:lnTo>
                <a:lnTo>
                  <a:pt x="2630" y="18934"/>
                </a:lnTo>
                <a:lnTo>
                  <a:pt x="2726" y="18354"/>
                </a:lnTo>
                <a:lnTo>
                  <a:pt x="2726" y="17803"/>
                </a:lnTo>
                <a:lnTo>
                  <a:pt x="2726" y="17281"/>
                </a:lnTo>
                <a:lnTo>
                  <a:pt x="2726" y="16672"/>
                </a:lnTo>
                <a:lnTo>
                  <a:pt x="2726" y="16150"/>
                </a:lnTo>
                <a:lnTo>
                  <a:pt x="2790" y="15541"/>
                </a:lnTo>
                <a:lnTo>
                  <a:pt x="2790" y="15019"/>
                </a:lnTo>
                <a:lnTo>
                  <a:pt x="2790" y="14497"/>
                </a:lnTo>
                <a:lnTo>
                  <a:pt x="2790" y="13888"/>
                </a:lnTo>
                <a:lnTo>
                  <a:pt x="2790" y="13366"/>
                </a:lnTo>
                <a:lnTo>
                  <a:pt x="2855" y="12758"/>
                </a:lnTo>
                <a:lnTo>
                  <a:pt x="2855" y="12236"/>
                </a:lnTo>
                <a:lnTo>
                  <a:pt x="2855" y="11685"/>
                </a:lnTo>
                <a:lnTo>
                  <a:pt x="2855" y="11105"/>
                </a:lnTo>
                <a:lnTo>
                  <a:pt x="2919" y="10554"/>
                </a:lnTo>
                <a:lnTo>
                  <a:pt x="2919" y="9974"/>
                </a:lnTo>
                <a:lnTo>
                  <a:pt x="2919" y="9423"/>
                </a:lnTo>
                <a:lnTo>
                  <a:pt x="2919" y="8901"/>
                </a:lnTo>
                <a:lnTo>
                  <a:pt x="2919" y="8292"/>
                </a:lnTo>
                <a:lnTo>
                  <a:pt x="3015" y="7770"/>
                </a:lnTo>
                <a:lnTo>
                  <a:pt x="3015" y="7161"/>
                </a:lnTo>
                <a:lnTo>
                  <a:pt x="3015" y="6639"/>
                </a:lnTo>
                <a:lnTo>
                  <a:pt x="3015" y="6118"/>
                </a:lnTo>
                <a:lnTo>
                  <a:pt x="3079" y="5509"/>
                </a:lnTo>
                <a:lnTo>
                  <a:pt x="3079" y="4987"/>
                </a:lnTo>
                <a:lnTo>
                  <a:pt x="3079" y="4378"/>
                </a:lnTo>
                <a:lnTo>
                  <a:pt x="3079" y="3856"/>
                </a:lnTo>
                <a:lnTo>
                  <a:pt x="3079" y="3305"/>
                </a:lnTo>
                <a:lnTo>
                  <a:pt x="3143" y="2725"/>
                </a:lnTo>
                <a:lnTo>
                  <a:pt x="3143" y="2174"/>
                </a:lnTo>
                <a:lnTo>
                  <a:pt x="3143" y="1652"/>
                </a:lnTo>
                <a:lnTo>
                  <a:pt x="3143" y="1043"/>
                </a:lnTo>
                <a:lnTo>
                  <a:pt x="3240" y="521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070597" y="3278275"/>
            <a:ext cx="3208" cy="106587"/>
          </a:xfrm>
          <a:custGeom>
            <a:avLst/>
            <a:gdLst/>
            <a:ahLst/>
            <a:cxnLst/>
            <a:rect l="l" t="t" r="r" b="b"/>
            <a:pathLst>
              <a:path w="3208" h="106587">
                <a:moveTo>
                  <a:pt x="0" y="106587"/>
                </a:moveTo>
                <a:lnTo>
                  <a:pt x="0" y="105978"/>
                </a:lnTo>
                <a:lnTo>
                  <a:pt x="0" y="105456"/>
                </a:lnTo>
                <a:lnTo>
                  <a:pt x="0" y="104847"/>
                </a:lnTo>
                <a:lnTo>
                  <a:pt x="64" y="104325"/>
                </a:lnTo>
                <a:lnTo>
                  <a:pt x="64" y="103775"/>
                </a:lnTo>
                <a:lnTo>
                  <a:pt x="64" y="103195"/>
                </a:lnTo>
                <a:lnTo>
                  <a:pt x="64" y="102644"/>
                </a:lnTo>
                <a:lnTo>
                  <a:pt x="128" y="102122"/>
                </a:lnTo>
                <a:lnTo>
                  <a:pt x="128" y="101513"/>
                </a:lnTo>
                <a:lnTo>
                  <a:pt x="128" y="100991"/>
                </a:lnTo>
                <a:lnTo>
                  <a:pt x="128" y="100469"/>
                </a:lnTo>
                <a:lnTo>
                  <a:pt x="128" y="99860"/>
                </a:lnTo>
                <a:lnTo>
                  <a:pt x="192" y="99338"/>
                </a:lnTo>
                <a:lnTo>
                  <a:pt x="192" y="98787"/>
                </a:lnTo>
                <a:lnTo>
                  <a:pt x="192" y="98207"/>
                </a:lnTo>
                <a:lnTo>
                  <a:pt x="192" y="97657"/>
                </a:lnTo>
                <a:lnTo>
                  <a:pt x="288" y="97135"/>
                </a:lnTo>
                <a:lnTo>
                  <a:pt x="288" y="96526"/>
                </a:lnTo>
                <a:lnTo>
                  <a:pt x="288" y="96004"/>
                </a:lnTo>
                <a:lnTo>
                  <a:pt x="288" y="95482"/>
                </a:lnTo>
                <a:lnTo>
                  <a:pt x="288" y="94873"/>
                </a:lnTo>
                <a:lnTo>
                  <a:pt x="352" y="94351"/>
                </a:lnTo>
                <a:lnTo>
                  <a:pt x="352" y="93800"/>
                </a:lnTo>
                <a:lnTo>
                  <a:pt x="352" y="93220"/>
                </a:lnTo>
                <a:lnTo>
                  <a:pt x="352" y="92669"/>
                </a:lnTo>
                <a:lnTo>
                  <a:pt x="352" y="92147"/>
                </a:lnTo>
                <a:lnTo>
                  <a:pt x="417" y="91538"/>
                </a:lnTo>
                <a:lnTo>
                  <a:pt x="417" y="91017"/>
                </a:lnTo>
                <a:lnTo>
                  <a:pt x="417" y="90495"/>
                </a:lnTo>
                <a:lnTo>
                  <a:pt x="417" y="89886"/>
                </a:lnTo>
                <a:lnTo>
                  <a:pt x="481" y="89364"/>
                </a:lnTo>
                <a:lnTo>
                  <a:pt x="481" y="88813"/>
                </a:lnTo>
                <a:lnTo>
                  <a:pt x="481" y="88291"/>
                </a:lnTo>
                <a:lnTo>
                  <a:pt x="481" y="87682"/>
                </a:lnTo>
                <a:lnTo>
                  <a:pt x="481" y="87160"/>
                </a:lnTo>
                <a:lnTo>
                  <a:pt x="577" y="86638"/>
                </a:lnTo>
                <a:lnTo>
                  <a:pt x="577" y="86029"/>
                </a:lnTo>
                <a:lnTo>
                  <a:pt x="577" y="85507"/>
                </a:lnTo>
                <a:lnTo>
                  <a:pt x="577" y="84956"/>
                </a:lnTo>
                <a:lnTo>
                  <a:pt x="641" y="84435"/>
                </a:lnTo>
                <a:lnTo>
                  <a:pt x="641" y="83826"/>
                </a:lnTo>
                <a:lnTo>
                  <a:pt x="641" y="83304"/>
                </a:lnTo>
                <a:lnTo>
                  <a:pt x="641" y="82782"/>
                </a:lnTo>
                <a:lnTo>
                  <a:pt x="641" y="82231"/>
                </a:lnTo>
                <a:lnTo>
                  <a:pt x="705" y="81651"/>
                </a:lnTo>
                <a:lnTo>
                  <a:pt x="705" y="81100"/>
                </a:lnTo>
                <a:lnTo>
                  <a:pt x="705" y="80578"/>
                </a:lnTo>
                <a:lnTo>
                  <a:pt x="705" y="79969"/>
                </a:lnTo>
                <a:lnTo>
                  <a:pt x="802" y="79447"/>
                </a:lnTo>
                <a:lnTo>
                  <a:pt x="802" y="78925"/>
                </a:lnTo>
                <a:lnTo>
                  <a:pt x="802" y="78374"/>
                </a:lnTo>
                <a:lnTo>
                  <a:pt x="802" y="77795"/>
                </a:lnTo>
                <a:lnTo>
                  <a:pt x="802" y="77244"/>
                </a:lnTo>
                <a:lnTo>
                  <a:pt x="866" y="76722"/>
                </a:lnTo>
                <a:lnTo>
                  <a:pt x="866" y="76200"/>
                </a:lnTo>
                <a:lnTo>
                  <a:pt x="866" y="75649"/>
                </a:lnTo>
                <a:lnTo>
                  <a:pt x="866" y="75069"/>
                </a:lnTo>
                <a:lnTo>
                  <a:pt x="930" y="74518"/>
                </a:lnTo>
                <a:lnTo>
                  <a:pt x="930" y="73996"/>
                </a:lnTo>
                <a:lnTo>
                  <a:pt x="930" y="73474"/>
                </a:lnTo>
                <a:lnTo>
                  <a:pt x="930" y="72865"/>
                </a:lnTo>
                <a:lnTo>
                  <a:pt x="930" y="72343"/>
                </a:lnTo>
                <a:lnTo>
                  <a:pt x="994" y="71792"/>
                </a:lnTo>
                <a:lnTo>
                  <a:pt x="994" y="71271"/>
                </a:lnTo>
                <a:lnTo>
                  <a:pt x="994" y="70749"/>
                </a:lnTo>
                <a:lnTo>
                  <a:pt x="994" y="70140"/>
                </a:lnTo>
                <a:lnTo>
                  <a:pt x="1090" y="69618"/>
                </a:lnTo>
                <a:lnTo>
                  <a:pt x="1090" y="69067"/>
                </a:lnTo>
                <a:lnTo>
                  <a:pt x="1090" y="68545"/>
                </a:lnTo>
                <a:lnTo>
                  <a:pt x="1090" y="68023"/>
                </a:lnTo>
                <a:lnTo>
                  <a:pt x="1090" y="67414"/>
                </a:lnTo>
                <a:lnTo>
                  <a:pt x="1154" y="66892"/>
                </a:lnTo>
                <a:lnTo>
                  <a:pt x="1154" y="66341"/>
                </a:lnTo>
                <a:lnTo>
                  <a:pt x="1154" y="65819"/>
                </a:lnTo>
                <a:lnTo>
                  <a:pt x="1154" y="65297"/>
                </a:lnTo>
                <a:lnTo>
                  <a:pt x="1154" y="64747"/>
                </a:lnTo>
                <a:lnTo>
                  <a:pt x="1219" y="64167"/>
                </a:lnTo>
                <a:lnTo>
                  <a:pt x="1219" y="63616"/>
                </a:lnTo>
                <a:lnTo>
                  <a:pt x="1219" y="63094"/>
                </a:lnTo>
                <a:lnTo>
                  <a:pt x="1219" y="62572"/>
                </a:lnTo>
                <a:lnTo>
                  <a:pt x="1315" y="62021"/>
                </a:lnTo>
                <a:lnTo>
                  <a:pt x="1315" y="61499"/>
                </a:lnTo>
                <a:lnTo>
                  <a:pt x="1315" y="60890"/>
                </a:lnTo>
                <a:lnTo>
                  <a:pt x="1315" y="60368"/>
                </a:lnTo>
                <a:lnTo>
                  <a:pt x="1315" y="59846"/>
                </a:lnTo>
                <a:lnTo>
                  <a:pt x="1379" y="59295"/>
                </a:lnTo>
                <a:lnTo>
                  <a:pt x="1379" y="58773"/>
                </a:lnTo>
                <a:lnTo>
                  <a:pt x="1379" y="58252"/>
                </a:lnTo>
                <a:lnTo>
                  <a:pt x="1379" y="57701"/>
                </a:lnTo>
                <a:lnTo>
                  <a:pt x="1443" y="57121"/>
                </a:lnTo>
                <a:lnTo>
                  <a:pt x="1443" y="56570"/>
                </a:lnTo>
                <a:lnTo>
                  <a:pt x="1443" y="56048"/>
                </a:lnTo>
                <a:lnTo>
                  <a:pt x="1443" y="55497"/>
                </a:lnTo>
                <a:lnTo>
                  <a:pt x="1443" y="54975"/>
                </a:lnTo>
                <a:lnTo>
                  <a:pt x="1507" y="54453"/>
                </a:lnTo>
                <a:lnTo>
                  <a:pt x="1507" y="53902"/>
                </a:lnTo>
                <a:lnTo>
                  <a:pt x="1507" y="53380"/>
                </a:lnTo>
                <a:lnTo>
                  <a:pt x="1507" y="52858"/>
                </a:lnTo>
                <a:lnTo>
                  <a:pt x="1604" y="52307"/>
                </a:lnTo>
                <a:lnTo>
                  <a:pt x="1604" y="51728"/>
                </a:lnTo>
                <a:lnTo>
                  <a:pt x="1604" y="51177"/>
                </a:lnTo>
                <a:lnTo>
                  <a:pt x="1604" y="50655"/>
                </a:lnTo>
                <a:lnTo>
                  <a:pt x="1604" y="50133"/>
                </a:lnTo>
                <a:lnTo>
                  <a:pt x="1668" y="49582"/>
                </a:lnTo>
                <a:lnTo>
                  <a:pt x="1668" y="49060"/>
                </a:lnTo>
                <a:lnTo>
                  <a:pt x="1668" y="48538"/>
                </a:lnTo>
                <a:lnTo>
                  <a:pt x="1668" y="47987"/>
                </a:lnTo>
                <a:lnTo>
                  <a:pt x="1732" y="47465"/>
                </a:lnTo>
                <a:lnTo>
                  <a:pt x="1732" y="46943"/>
                </a:lnTo>
                <a:lnTo>
                  <a:pt x="1732" y="46392"/>
                </a:lnTo>
                <a:lnTo>
                  <a:pt x="1732" y="45870"/>
                </a:lnTo>
                <a:lnTo>
                  <a:pt x="1732" y="45349"/>
                </a:lnTo>
                <a:lnTo>
                  <a:pt x="1796" y="44798"/>
                </a:lnTo>
                <a:lnTo>
                  <a:pt x="1796" y="44276"/>
                </a:lnTo>
                <a:lnTo>
                  <a:pt x="1796" y="43754"/>
                </a:lnTo>
                <a:lnTo>
                  <a:pt x="1796" y="43203"/>
                </a:lnTo>
                <a:lnTo>
                  <a:pt x="1892" y="42681"/>
                </a:lnTo>
                <a:lnTo>
                  <a:pt x="1892" y="42159"/>
                </a:lnTo>
                <a:lnTo>
                  <a:pt x="1892" y="41608"/>
                </a:lnTo>
                <a:lnTo>
                  <a:pt x="1892" y="41086"/>
                </a:lnTo>
                <a:lnTo>
                  <a:pt x="1892" y="40535"/>
                </a:lnTo>
                <a:lnTo>
                  <a:pt x="1956" y="40013"/>
                </a:lnTo>
                <a:lnTo>
                  <a:pt x="1956" y="39491"/>
                </a:lnTo>
                <a:lnTo>
                  <a:pt x="1956" y="38941"/>
                </a:lnTo>
                <a:lnTo>
                  <a:pt x="1956" y="38419"/>
                </a:lnTo>
                <a:lnTo>
                  <a:pt x="1956" y="37897"/>
                </a:lnTo>
                <a:lnTo>
                  <a:pt x="2021" y="37346"/>
                </a:lnTo>
                <a:lnTo>
                  <a:pt x="2021" y="36824"/>
                </a:lnTo>
                <a:lnTo>
                  <a:pt x="2021" y="36302"/>
                </a:lnTo>
                <a:lnTo>
                  <a:pt x="2021" y="35751"/>
                </a:lnTo>
                <a:lnTo>
                  <a:pt x="2117" y="35229"/>
                </a:lnTo>
                <a:lnTo>
                  <a:pt x="2117" y="34707"/>
                </a:lnTo>
                <a:lnTo>
                  <a:pt x="2117" y="34156"/>
                </a:lnTo>
                <a:lnTo>
                  <a:pt x="2117" y="33634"/>
                </a:lnTo>
                <a:lnTo>
                  <a:pt x="2117" y="33112"/>
                </a:lnTo>
                <a:lnTo>
                  <a:pt x="2181" y="32562"/>
                </a:lnTo>
                <a:lnTo>
                  <a:pt x="2181" y="32040"/>
                </a:lnTo>
                <a:lnTo>
                  <a:pt x="2181" y="31518"/>
                </a:lnTo>
                <a:lnTo>
                  <a:pt x="2181" y="30967"/>
                </a:lnTo>
                <a:lnTo>
                  <a:pt x="2245" y="30445"/>
                </a:lnTo>
                <a:lnTo>
                  <a:pt x="2245" y="29923"/>
                </a:lnTo>
                <a:lnTo>
                  <a:pt x="2245" y="29372"/>
                </a:lnTo>
                <a:lnTo>
                  <a:pt x="2245" y="28908"/>
                </a:lnTo>
                <a:lnTo>
                  <a:pt x="2245" y="28386"/>
                </a:lnTo>
                <a:lnTo>
                  <a:pt x="2309" y="27835"/>
                </a:lnTo>
                <a:lnTo>
                  <a:pt x="2309" y="27313"/>
                </a:lnTo>
                <a:lnTo>
                  <a:pt x="2309" y="26791"/>
                </a:lnTo>
                <a:lnTo>
                  <a:pt x="2309" y="26240"/>
                </a:lnTo>
                <a:lnTo>
                  <a:pt x="2406" y="25719"/>
                </a:lnTo>
                <a:lnTo>
                  <a:pt x="2406" y="25197"/>
                </a:lnTo>
                <a:lnTo>
                  <a:pt x="2406" y="24646"/>
                </a:lnTo>
                <a:lnTo>
                  <a:pt x="2406" y="24182"/>
                </a:lnTo>
                <a:lnTo>
                  <a:pt x="2406" y="23660"/>
                </a:lnTo>
                <a:lnTo>
                  <a:pt x="2470" y="23138"/>
                </a:lnTo>
                <a:lnTo>
                  <a:pt x="2470" y="22587"/>
                </a:lnTo>
                <a:lnTo>
                  <a:pt x="2470" y="22065"/>
                </a:lnTo>
                <a:lnTo>
                  <a:pt x="2470" y="21543"/>
                </a:lnTo>
                <a:lnTo>
                  <a:pt x="2534" y="20992"/>
                </a:lnTo>
                <a:lnTo>
                  <a:pt x="2534" y="20528"/>
                </a:lnTo>
                <a:lnTo>
                  <a:pt x="2534" y="20006"/>
                </a:lnTo>
                <a:lnTo>
                  <a:pt x="2534" y="19485"/>
                </a:lnTo>
                <a:lnTo>
                  <a:pt x="2534" y="18934"/>
                </a:lnTo>
                <a:lnTo>
                  <a:pt x="2598" y="18412"/>
                </a:lnTo>
                <a:lnTo>
                  <a:pt x="2598" y="17948"/>
                </a:lnTo>
                <a:lnTo>
                  <a:pt x="2598" y="17397"/>
                </a:lnTo>
                <a:lnTo>
                  <a:pt x="2598" y="16875"/>
                </a:lnTo>
                <a:lnTo>
                  <a:pt x="2694" y="16353"/>
                </a:lnTo>
                <a:lnTo>
                  <a:pt x="2694" y="15802"/>
                </a:lnTo>
                <a:lnTo>
                  <a:pt x="2694" y="15338"/>
                </a:lnTo>
                <a:lnTo>
                  <a:pt x="2694" y="14816"/>
                </a:lnTo>
                <a:lnTo>
                  <a:pt x="2694" y="14294"/>
                </a:lnTo>
                <a:lnTo>
                  <a:pt x="2758" y="13743"/>
                </a:lnTo>
                <a:lnTo>
                  <a:pt x="2758" y="13221"/>
                </a:lnTo>
                <a:lnTo>
                  <a:pt x="2758" y="12758"/>
                </a:lnTo>
                <a:lnTo>
                  <a:pt x="2758" y="12236"/>
                </a:lnTo>
                <a:lnTo>
                  <a:pt x="2758" y="11685"/>
                </a:lnTo>
                <a:lnTo>
                  <a:pt x="2823" y="11163"/>
                </a:lnTo>
                <a:lnTo>
                  <a:pt x="2823" y="10699"/>
                </a:lnTo>
                <a:lnTo>
                  <a:pt x="2823" y="10148"/>
                </a:lnTo>
                <a:lnTo>
                  <a:pt x="2823" y="9626"/>
                </a:lnTo>
                <a:lnTo>
                  <a:pt x="2919" y="9162"/>
                </a:lnTo>
                <a:lnTo>
                  <a:pt x="2919" y="8640"/>
                </a:lnTo>
                <a:lnTo>
                  <a:pt x="2919" y="8089"/>
                </a:lnTo>
                <a:lnTo>
                  <a:pt x="2919" y="7567"/>
                </a:lnTo>
                <a:lnTo>
                  <a:pt x="2919" y="7103"/>
                </a:lnTo>
                <a:lnTo>
                  <a:pt x="2983" y="6581"/>
                </a:lnTo>
                <a:lnTo>
                  <a:pt x="2983" y="6031"/>
                </a:lnTo>
                <a:lnTo>
                  <a:pt x="2983" y="5567"/>
                </a:lnTo>
                <a:lnTo>
                  <a:pt x="2983" y="5045"/>
                </a:lnTo>
                <a:lnTo>
                  <a:pt x="3047" y="4523"/>
                </a:lnTo>
                <a:lnTo>
                  <a:pt x="3047" y="4030"/>
                </a:lnTo>
                <a:lnTo>
                  <a:pt x="3047" y="3508"/>
                </a:lnTo>
                <a:lnTo>
                  <a:pt x="3047" y="2986"/>
                </a:lnTo>
                <a:lnTo>
                  <a:pt x="3047" y="2522"/>
                </a:lnTo>
                <a:lnTo>
                  <a:pt x="3111" y="1971"/>
                </a:lnTo>
                <a:lnTo>
                  <a:pt x="3111" y="1449"/>
                </a:lnTo>
                <a:lnTo>
                  <a:pt x="3111" y="985"/>
                </a:lnTo>
                <a:lnTo>
                  <a:pt x="3111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073806" y="3186359"/>
            <a:ext cx="3143" cy="91915"/>
          </a:xfrm>
          <a:custGeom>
            <a:avLst/>
            <a:gdLst/>
            <a:ahLst/>
            <a:cxnLst/>
            <a:rect l="l" t="t" r="r" b="b"/>
            <a:pathLst>
              <a:path w="3143" h="91915">
                <a:moveTo>
                  <a:pt x="0" y="91915"/>
                </a:moveTo>
                <a:lnTo>
                  <a:pt x="0" y="91364"/>
                </a:lnTo>
                <a:lnTo>
                  <a:pt x="0" y="90843"/>
                </a:lnTo>
                <a:lnTo>
                  <a:pt x="0" y="90379"/>
                </a:lnTo>
                <a:lnTo>
                  <a:pt x="0" y="89828"/>
                </a:lnTo>
                <a:lnTo>
                  <a:pt x="64" y="89306"/>
                </a:lnTo>
                <a:lnTo>
                  <a:pt x="64" y="88842"/>
                </a:lnTo>
                <a:lnTo>
                  <a:pt x="64" y="88320"/>
                </a:lnTo>
                <a:lnTo>
                  <a:pt x="64" y="87856"/>
                </a:lnTo>
                <a:lnTo>
                  <a:pt x="128" y="87305"/>
                </a:lnTo>
                <a:lnTo>
                  <a:pt x="128" y="86841"/>
                </a:lnTo>
                <a:lnTo>
                  <a:pt x="128" y="86319"/>
                </a:lnTo>
                <a:lnTo>
                  <a:pt x="128" y="85797"/>
                </a:lnTo>
                <a:lnTo>
                  <a:pt x="128" y="85333"/>
                </a:lnTo>
                <a:lnTo>
                  <a:pt x="224" y="84782"/>
                </a:lnTo>
                <a:lnTo>
                  <a:pt x="224" y="84319"/>
                </a:lnTo>
                <a:lnTo>
                  <a:pt x="224" y="83797"/>
                </a:lnTo>
                <a:lnTo>
                  <a:pt x="224" y="83333"/>
                </a:lnTo>
                <a:lnTo>
                  <a:pt x="288" y="82782"/>
                </a:lnTo>
                <a:lnTo>
                  <a:pt x="288" y="82318"/>
                </a:lnTo>
                <a:lnTo>
                  <a:pt x="288" y="81796"/>
                </a:lnTo>
                <a:lnTo>
                  <a:pt x="288" y="81332"/>
                </a:lnTo>
                <a:lnTo>
                  <a:pt x="288" y="80810"/>
                </a:lnTo>
                <a:lnTo>
                  <a:pt x="352" y="80346"/>
                </a:lnTo>
                <a:lnTo>
                  <a:pt x="352" y="79795"/>
                </a:lnTo>
                <a:lnTo>
                  <a:pt x="352" y="79331"/>
                </a:lnTo>
                <a:lnTo>
                  <a:pt x="352" y="78809"/>
                </a:lnTo>
                <a:lnTo>
                  <a:pt x="352" y="78345"/>
                </a:lnTo>
                <a:lnTo>
                  <a:pt x="417" y="77795"/>
                </a:lnTo>
                <a:lnTo>
                  <a:pt x="417" y="77331"/>
                </a:lnTo>
                <a:lnTo>
                  <a:pt x="417" y="76867"/>
                </a:lnTo>
                <a:lnTo>
                  <a:pt x="417" y="76345"/>
                </a:lnTo>
                <a:lnTo>
                  <a:pt x="513" y="75881"/>
                </a:lnTo>
                <a:lnTo>
                  <a:pt x="513" y="75359"/>
                </a:lnTo>
                <a:lnTo>
                  <a:pt x="513" y="74866"/>
                </a:lnTo>
                <a:lnTo>
                  <a:pt x="513" y="74344"/>
                </a:lnTo>
                <a:lnTo>
                  <a:pt x="513" y="73880"/>
                </a:lnTo>
                <a:lnTo>
                  <a:pt x="577" y="73416"/>
                </a:lnTo>
                <a:lnTo>
                  <a:pt x="577" y="72894"/>
                </a:lnTo>
                <a:lnTo>
                  <a:pt x="577" y="72430"/>
                </a:lnTo>
                <a:lnTo>
                  <a:pt x="577" y="71879"/>
                </a:lnTo>
                <a:lnTo>
                  <a:pt x="641" y="71416"/>
                </a:lnTo>
                <a:lnTo>
                  <a:pt x="641" y="70952"/>
                </a:lnTo>
                <a:lnTo>
                  <a:pt x="641" y="70430"/>
                </a:lnTo>
                <a:lnTo>
                  <a:pt x="641" y="69966"/>
                </a:lnTo>
                <a:lnTo>
                  <a:pt x="641" y="69502"/>
                </a:lnTo>
                <a:lnTo>
                  <a:pt x="705" y="68951"/>
                </a:lnTo>
                <a:lnTo>
                  <a:pt x="705" y="68487"/>
                </a:lnTo>
                <a:lnTo>
                  <a:pt x="705" y="68023"/>
                </a:lnTo>
                <a:lnTo>
                  <a:pt x="705" y="67501"/>
                </a:lnTo>
                <a:lnTo>
                  <a:pt x="802" y="67037"/>
                </a:lnTo>
                <a:lnTo>
                  <a:pt x="802" y="66573"/>
                </a:lnTo>
                <a:lnTo>
                  <a:pt x="802" y="66022"/>
                </a:lnTo>
                <a:lnTo>
                  <a:pt x="802" y="65558"/>
                </a:lnTo>
                <a:lnTo>
                  <a:pt x="802" y="65095"/>
                </a:lnTo>
                <a:lnTo>
                  <a:pt x="866" y="64573"/>
                </a:lnTo>
                <a:lnTo>
                  <a:pt x="866" y="64109"/>
                </a:lnTo>
                <a:lnTo>
                  <a:pt x="866" y="63645"/>
                </a:lnTo>
                <a:lnTo>
                  <a:pt x="866" y="63181"/>
                </a:lnTo>
                <a:lnTo>
                  <a:pt x="930" y="62630"/>
                </a:lnTo>
                <a:lnTo>
                  <a:pt x="930" y="62166"/>
                </a:lnTo>
                <a:lnTo>
                  <a:pt x="930" y="61702"/>
                </a:lnTo>
                <a:lnTo>
                  <a:pt x="930" y="61238"/>
                </a:lnTo>
                <a:lnTo>
                  <a:pt x="930" y="60716"/>
                </a:lnTo>
                <a:lnTo>
                  <a:pt x="1026" y="60252"/>
                </a:lnTo>
                <a:lnTo>
                  <a:pt x="1026" y="59788"/>
                </a:lnTo>
                <a:lnTo>
                  <a:pt x="1026" y="59324"/>
                </a:lnTo>
                <a:lnTo>
                  <a:pt x="1026" y="58860"/>
                </a:lnTo>
                <a:lnTo>
                  <a:pt x="1090" y="58310"/>
                </a:lnTo>
                <a:lnTo>
                  <a:pt x="1090" y="57846"/>
                </a:lnTo>
                <a:lnTo>
                  <a:pt x="1090" y="57382"/>
                </a:lnTo>
                <a:lnTo>
                  <a:pt x="1090" y="56918"/>
                </a:lnTo>
                <a:lnTo>
                  <a:pt x="1090" y="56454"/>
                </a:lnTo>
                <a:lnTo>
                  <a:pt x="1154" y="55932"/>
                </a:lnTo>
                <a:lnTo>
                  <a:pt x="1154" y="55468"/>
                </a:lnTo>
                <a:lnTo>
                  <a:pt x="1154" y="55004"/>
                </a:lnTo>
                <a:lnTo>
                  <a:pt x="1154" y="54540"/>
                </a:lnTo>
                <a:lnTo>
                  <a:pt x="1154" y="54076"/>
                </a:lnTo>
                <a:lnTo>
                  <a:pt x="1219" y="53612"/>
                </a:lnTo>
                <a:lnTo>
                  <a:pt x="1219" y="53148"/>
                </a:lnTo>
                <a:lnTo>
                  <a:pt x="1219" y="52597"/>
                </a:lnTo>
                <a:lnTo>
                  <a:pt x="1219" y="52134"/>
                </a:lnTo>
                <a:lnTo>
                  <a:pt x="1315" y="51670"/>
                </a:lnTo>
                <a:lnTo>
                  <a:pt x="1315" y="51206"/>
                </a:lnTo>
                <a:lnTo>
                  <a:pt x="1315" y="50742"/>
                </a:lnTo>
                <a:lnTo>
                  <a:pt x="1315" y="50278"/>
                </a:lnTo>
                <a:lnTo>
                  <a:pt x="1315" y="49814"/>
                </a:lnTo>
                <a:lnTo>
                  <a:pt x="1379" y="49350"/>
                </a:lnTo>
                <a:lnTo>
                  <a:pt x="1379" y="48886"/>
                </a:lnTo>
                <a:lnTo>
                  <a:pt x="1379" y="48422"/>
                </a:lnTo>
                <a:lnTo>
                  <a:pt x="1379" y="47958"/>
                </a:lnTo>
                <a:lnTo>
                  <a:pt x="1443" y="47494"/>
                </a:lnTo>
                <a:lnTo>
                  <a:pt x="1443" y="47030"/>
                </a:lnTo>
                <a:lnTo>
                  <a:pt x="1443" y="46566"/>
                </a:lnTo>
                <a:lnTo>
                  <a:pt x="1443" y="46073"/>
                </a:lnTo>
                <a:lnTo>
                  <a:pt x="1443" y="45610"/>
                </a:lnTo>
                <a:lnTo>
                  <a:pt x="1507" y="45146"/>
                </a:lnTo>
                <a:lnTo>
                  <a:pt x="1507" y="44682"/>
                </a:lnTo>
                <a:lnTo>
                  <a:pt x="1507" y="44218"/>
                </a:lnTo>
                <a:lnTo>
                  <a:pt x="1507" y="43754"/>
                </a:lnTo>
                <a:lnTo>
                  <a:pt x="1604" y="43290"/>
                </a:lnTo>
                <a:lnTo>
                  <a:pt x="1604" y="42826"/>
                </a:lnTo>
                <a:lnTo>
                  <a:pt x="1604" y="42362"/>
                </a:lnTo>
                <a:lnTo>
                  <a:pt x="1604" y="41898"/>
                </a:lnTo>
                <a:lnTo>
                  <a:pt x="1604" y="41434"/>
                </a:lnTo>
                <a:lnTo>
                  <a:pt x="1668" y="40970"/>
                </a:lnTo>
                <a:lnTo>
                  <a:pt x="1668" y="40506"/>
                </a:lnTo>
                <a:lnTo>
                  <a:pt x="1668" y="40042"/>
                </a:lnTo>
                <a:lnTo>
                  <a:pt x="1668" y="39578"/>
                </a:lnTo>
                <a:lnTo>
                  <a:pt x="1732" y="39114"/>
                </a:lnTo>
                <a:lnTo>
                  <a:pt x="1732" y="38651"/>
                </a:lnTo>
                <a:lnTo>
                  <a:pt x="1732" y="38187"/>
                </a:lnTo>
                <a:lnTo>
                  <a:pt x="1732" y="37781"/>
                </a:lnTo>
                <a:lnTo>
                  <a:pt x="1732" y="37317"/>
                </a:lnTo>
                <a:lnTo>
                  <a:pt x="1828" y="36853"/>
                </a:lnTo>
                <a:lnTo>
                  <a:pt x="1828" y="36389"/>
                </a:lnTo>
                <a:lnTo>
                  <a:pt x="1828" y="35925"/>
                </a:lnTo>
                <a:lnTo>
                  <a:pt x="1828" y="35461"/>
                </a:lnTo>
                <a:lnTo>
                  <a:pt x="1892" y="34968"/>
                </a:lnTo>
                <a:lnTo>
                  <a:pt x="1892" y="34591"/>
                </a:lnTo>
                <a:lnTo>
                  <a:pt x="1892" y="34127"/>
                </a:lnTo>
                <a:lnTo>
                  <a:pt x="1892" y="33663"/>
                </a:lnTo>
                <a:lnTo>
                  <a:pt x="1892" y="33199"/>
                </a:lnTo>
                <a:lnTo>
                  <a:pt x="1956" y="32706"/>
                </a:lnTo>
                <a:lnTo>
                  <a:pt x="1956" y="32330"/>
                </a:lnTo>
                <a:lnTo>
                  <a:pt x="1956" y="31866"/>
                </a:lnTo>
                <a:lnTo>
                  <a:pt x="1956" y="31402"/>
                </a:lnTo>
                <a:lnTo>
                  <a:pt x="1956" y="30938"/>
                </a:lnTo>
                <a:lnTo>
                  <a:pt x="2021" y="30474"/>
                </a:lnTo>
                <a:lnTo>
                  <a:pt x="2021" y="30068"/>
                </a:lnTo>
                <a:lnTo>
                  <a:pt x="2021" y="29604"/>
                </a:lnTo>
                <a:lnTo>
                  <a:pt x="2021" y="29140"/>
                </a:lnTo>
                <a:lnTo>
                  <a:pt x="2117" y="28734"/>
                </a:lnTo>
                <a:lnTo>
                  <a:pt x="2117" y="28270"/>
                </a:lnTo>
                <a:lnTo>
                  <a:pt x="2117" y="27806"/>
                </a:lnTo>
                <a:lnTo>
                  <a:pt x="2117" y="27342"/>
                </a:lnTo>
                <a:lnTo>
                  <a:pt x="2117" y="26936"/>
                </a:lnTo>
                <a:lnTo>
                  <a:pt x="2181" y="26472"/>
                </a:lnTo>
                <a:lnTo>
                  <a:pt x="2181" y="26009"/>
                </a:lnTo>
                <a:lnTo>
                  <a:pt x="2181" y="25603"/>
                </a:lnTo>
                <a:lnTo>
                  <a:pt x="2181" y="25139"/>
                </a:lnTo>
                <a:lnTo>
                  <a:pt x="2245" y="24675"/>
                </a:lnTo>
                <a:lnTo>
                  <a:pt x="2245" y="24269"/>
                </a:lnTo>
                <a:lnTo>
                  <a:pt x="2245" y="23805"/>
                </a:lnTo>
                <a:lnTo>
                  <a:pt x="2245" y="23341"/>
                </a:lnTo>
                <a:lnTo>
                  <a:pt x="2245" y="22935"/>
                </a:lnTo>
                <a:lnTo>
                  <a:pt x="2341" y="22471"/>
                </a:lnTo>
                <a:lnTo>
                  <a:pt x="2341" y="22094"/>
                </a:lnTo>
                <a:lnTo>
                  <a:pt x="2341" y="21630"/>
                </a:lnTo>
                <a:lnTo>
                  <a:pt x="2341" y="21137"/>
                </a:lnTo>
                <a:lnTo>
                  <a:pt x="2406" y="20760"/>
                </a:lnTo>
                <a:lnTo>
                  <a:pt x="2406" y="20296"/>
                </a:lnTo>
                <a:lnTo>
                  <a:pt x="2406" y="19890"/>
                </a:lnTo>
                <a:lnTo>
                  <a:pt x="2406" y="19427"/>
                </a:lnTo>
                <a:lnTo>
                  <a:pt x="2406" y="19021"/>
                </a:lnTo>
                <a:lnTo>
                  <a:pt x="2470" y="18557"/>
                </a:lnTo>
                <a:lnTo>
                  <a:pt x="2470" y="18151"/>
                </a:lnTo>
                <a:lnTo>
                  <a:pt x="2470" y="17687"/>
                </a:lnTo>
                <a:lnTo>
                  <a:pt x="2470" y="17223"/>
                </a:lnTo>
                <a:lnTo>
                  <a:pt x="2534" y="16817"/>
                </a:lnTo>
                <a:lnTo>
                  <a:pt x="2534" y="16353"/>
                </a:lnTo>
                <a:lnTo>
                  <a:pt x="2534" y="15976"/>
                </a:lnTo>
                <a:lnTo>
                  <a:pt x="2534" y="15570"/>
                </a:lnTo>
                <a:lnTo>
                  <a:pt x="2534" y="15106"/>
                </a:lnTo>
                <a:lnTo>
                  <a:pt x="2630" y="14700"/>
                </a:lnTo>
                <a:lnTo>
                  <a:pt x="2630" y="14236"/>
                </a:lnTo>
                <a:lnTo>
                  <a:pt x="2630" y="13830"/>
                </a:lnTo>
                <a:lnTo>
                  <a:pt x="2630" y="13366"/>
                </a:lnTo>
                <a:lnTo>
                  <a:pt x="2694" y="12961"/>
                </a:lnTo>
                <a:lnTo>
                  <a:pt x="2694" y="12497"/>
                </a:lnTo>
                <a:lnTo>
                  <a:pt x="2694" y="12120"/>
                </a:lnTo>
                <a:lnTo>
                  <a:pt x="2694" y="11714"/>
                </a:lnTo>
                <a:lnTo>
                  <a:pt x="2694" y="11250"/>
                </a:lnTo>
                <a:lnTo>
                  <a:pt x="2758" y="10844"/>
                </a:lnTo>
                <a:lnTo>
                  <a:pt x="2758" y="10380"/>
                </a:lnTo>
                <a:lnTo>
                  <a:pt x="2758" y="9974"/>
                </a:lnTo>
                <a:lnTo>
                  <a:pt x="2758" y="9568"/>
                </a:lnTo>
                <a:lnTo>
                  <a:pt x="2758" y="9104"/>
                </a:lnTo>
                <a:lnTo>
                  <a:pt x="2823" y="8727"/>
                </a:lnTo>
                <a:lnTo>
                  <a:pt x="2823" y="8321"/>
                </a:lnTo>
                <a:lnTo>
                  <a:pt x="2823" y="7857"/>
                </a:lnTo>
                <a:lnTo>
                  <a:pt x="2823" y="7451"/>
                </a:lnTo>
                <a:lnTo>
                  <a:pt x="2919" y="7045"/>
                </a:lnTo>
                <a:lnTo>
                  <a:pt x="2919" y="6581"/>
                </a:lnTo>
                <a:lnTo>
                  <a:pt x="2919" y="6176"/>
                </a:lnTo>
                <a:lnTo>
                  <a:pt x="2919" y="5799"/>
                </a:lnTo>
                <a:lnTo>
                  <a:pt x="2919" y="5393"/>
                </a:lnTo>
                <a:lnTo>
                  <a:pt x="2983" y="4929"/>
                </a:lnTo>
                <a:lnTo>
                  <a:pt x="2983" y="4523"/>
                </a:lnTo>
                <a:lnTo>
                  <a:pt x="2983" y="4117"/>
                </a:lnTo>
                <a:lnTo>
                  <a:pt x="2983" y="3740"/>
                </a:lnTo>
                <a:lnTo>
                  <a:pt x="3047" y="3276"/>
                </a:lnTo>
                <a:lnTo>
                  <a:pt x="3047" y="2870"/>
                </a:lnTo>
                <a:lnTo>
                  <a:pt x="3047" y="2464"/>
                </a:lnTo>
                <a:lnTo>
                  <a:pt x="3047" y="2058"/>
                </a:lnTo>
                <a:lnTo>
                  <a:pt x="3047" y="1594"/>
                </a:lnTo>
                <a:lnTo>
                  <a:pt x="3143" y="1188"/>
                </a:lnTo>
                <a:lnTo>
                  <a:pt x="3143" y="811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076949" y="3118074"/>
            <a:ext cx="3208" cy="68284"/>
          </a:xfrm>
          <a:custGeom>
            <a:avLst/>
            <a:gdLst/>
            <a:ahLst/>
            <a:cxnLst/>
            <a:rect l="l" t="t" r="r" b="b"/>
            <a:pathLst>
              <a:path w="3208" h="68284">
                <a:moveTo>
                  <a:pt x="0" y="68284"/>
                </a:moveTo>
                <a:lnTo>
                  <a:pt x="64" y="67878"/>
                </a:lnTo>
                <a:lnTo>
                  <a:pt x="64" y="67414"/>
                </a:lnTo>
                <a:lnTo>
                  <a:pt x="64" y="67037"/>
                </a:lnTo>
                <a:lnTo>
                  <a:pt x="64" y="66631"/>
                </a:lnTo>
                <a:lnTo>
                  <a:pt x="64" y="66225"/>
                </a:lnTo>
                <a:lnTo>
                  <a:pt x="128" y="65819"/>
                </a:lnTo>
                <a:lnTo>
                  <a:pt x="128" y="65442"/>
                </a:lnTo>
                <a:lnTo>
                  <a:pt x="128" y="65037"/>
                </a:lnTo>
                <a:lnTo>
                  <a:pt x="128" y="64631"/>
                </a:lnTo>
                <a:lnTo>
                  <a:pt x="192" y="64225"/>
                </a:lnTo>
                <a:lnTo>
                  <a:pt x="192" y="63848"/>
                </a:lnTo>
                <a:lnTo>
                  <a:pt x="192" y="63442"/>
                </a:lnTo>
                <a:lnTo>
                  <a:pt x="192" y="63036"/>
                </a:lnTo>
                <a:lnTo>
                  <a:pt x="192" y="62630"/>
                </a:lnTo>
                <a:lnTo>
                  <a:pt x="288" y="62166"/>
                </a:lnTo>
                <a:lnTo>
                  <a:pt x="288" y="61760"/>
                </a:lnTo>
                <a:lnTo>
                  <a:pt x="288" y="61383"/>
                </a:lnTo>
                <a:lnTo>
                  <a:pt x="288" y="60977"/>
                </a:lnTo>
                <a:lnTo>
                  <a:pt x="352" y="60571"/>
                </a:lnTo>
                <a:lnTo>
                  <a:pt x="352" y="60252"/>
                </a:lnTo>
                <a:lnTo>
                  <a:pt x="352" y="59846"/>
                </a:lnTo>
                <a:lnTo>
                  <a:pt x="352" y="59440"/>
                </a:lnTo>
                <a:lnTo>
                  <a:pt x="352" y="59034"/>
                </a:lnTo>
                <a:lnTo>
                  <a:pt x="417" y="58658"/>
                </a:lnTo>
                <a:lnTo>
                  <a:pt x="417" y="58252"/>
                </a:lnTo>
                <a:lnTo>
                  <a:pt x="417" y="57846"/>
                </a:lnTo>
                <a:lnTo>
                  <a:pt x="417" y="57440"/>
                </a:lnTo>
                <a:lnTo>
                  <a:pt x="417" y="57063"/>
                </a:lnTo>
                <a:lnTo>
                  <a:pt x="513" y="56657"/>
                </a:lnTo>
                <a:lnTo>
                  <a:pt x="513" y="56251"/>
                </a:lnTo>
                <a:lnTo>
                  <a:pt x="513" y="55845"/>
                </a:lnTo>
                <a:lnTo>
                  <a:pt x="513" y="55526"/>
                </a:lnTo>
                <a:lnTo>
                  <a:pt x="577" y="55120"/>
                </a:lnTo>
                <a:lnTo>
                  <a:pt x="577" y="54714"/>
                </a:lnTo>
                <a:lnTo>
                  <a:pt x="577" y="54337"/>
                </a:lnTo>
                <a:lnTo>
                  <a:pt x="577" y="53931"/>
                </a:lnTo>
                <a:lnTo>
                  <a:pt x="577" y="53525"/>
                </a:lnTo>
                <a:lnTo>
                  <a:pt x="641" y="53206"/>
                </a:lnTo>
                <a:lnTo>
                  <a:pt x="641" y="52800"/>
                </a:lnTo>
                <a:lnTo>
                  <a:pt x="641" y="52394"/>
                </a:lnTo>
                <a:lnTo>
                  <a:pt x="641" y="51989"/>
                </a:lnTo>
                <a:lnTo>
                  <a:pt x="705" y="51612"/>
                </a:lnTo>
                <a:lnTo>
                  <a:pt x="705" y="51264"/>
                </a:lnTo>
                <a:lnTo>
                  <a:pt x="705" y="50858"/>
                </a:lnTo>
                <a:lnTo>
                  <a:pt x="705" y="50481"/>
                </a:lnTo>
                <a:lnTo>
                  <a:pt x="705" y="50075"/>
                </a:lnTo>
                <a:lnTo>
                  <a:pt x="802" y="49727"/>
                </a:lnTo>
                <a:lnTo>
                  <a:pt x="802" y="49350"/>
                </a:lnTo>
                <a:lnTo>
                  <a:pt x="802" y="48944"/>
                </a:lnTo>
                <a:lnTo>
                  <a:pt x="802" y="48596"/>
                </a:lnTo>
                <a:lnTo>
                  <a:pt x="866" y="48219"/>
                </a:lnTo>
                <a:lnTo>
                  <a:pt x="866" y="47813"/>
                </a:lnTo>
                <a:lnTo>
                  <a:pt x="866" y="47465"/>
                </a:lnTo>
                <a:lnTo>
                  <a:pt x="866" y="47088"/>
                </a:lnTo>
                <a:lnTo>
                  <a:pt x="866" y="46682"/>
                </a:lnTo>
                <a:lnTo>
                  <a:pt x="930" y="46334"/>
                </a:lnTo>
                <a:lnTo>
                  <a:pt x="930" y="45957"/>
                </a:lnTo>
                <a:lnTo>
                  <a:pt x="930" y="45610"/>
                </a:lnTo>
                <a:lnTo>
                  <a:pt x="930" y="45204"/>
                </a:lnTo>
                <a:lnTo>
                  <a:pt x="994" y="44827"/>
                </a:lnTo>
                <a:lnTo>
                  <a:pt x="994" y="44479"/>
                </a:lnTo>
                <a:lnTo>
                  <a:pt x="994" y="44073"/>
                </a:lnTo>
                <a:lnTo>
                  <a:pt x="994" y="43754"/>
                </a:lnTo>
                <a:lnTo>
                  <a:pt x="994" y="43348"/>
                </a:lnTo>
                <a:lnTo>
                  <a:pt x="1090" y="43029"/>
                </a:lnTo>
                <a:lnTo>
                  <a:pt x="1090" y="42623"/>
                </a:lnTo>
                <a:lnTo>
                  <a:pt x="1090" y="42217"/>
                </a:lnTo>
                <a:lnTo>
                  <a:pt x="1090" y="41898"/>
                </a:lnTo>
                <a:lnTo>
                  <a:pt x="1154" y="41492"/>
                </a:lnTo>
                <a:lnTo>
                  <a:pt x="1154" y="41144"/>
                </a:lnTo>
                <a:lnTo>
                  <a:pt x="1154" y="40825"/>
                </a:lnTo>
                <a:lnTo>
                  <a:pt x="1154" y="40419"/>
                </a:lnTo>
                <a:lnTo>
                  <a:pt x="1154" y="40100"/>
                </a:lnTo>
                <a:lnTo>
                  <a:pt x="1219" y="39694"/>
                </a:lnTo>
                <a:lnTo>
                  <a:pt x="1219" y="39375"/>
                </a:lnTo>
                <a:lnTo>
                  <a:pt x="1219" y="38970"/>
                </a:lnTo>
                <a:lnTo>
                  <a:pt x="1219" y="38622"/>
                </a:lnTo>
                <a:lnTo>
                  <a:pt x="1219" y="38245"/>
                </a:lnTo>
                <a:lnTo>
                  <a:pt x="1315" y="37897"/>
                </a:lnTo>
                <a:lnTo>
                  <a:pt x="1315" y="37578"/>
                </a:lnTo>
                <a:lnTo>
                  <a:pt x="1315" y="37172"/>
                </a:lnTo>
                <a:lnTo>
                  <a:pt x="1315" y="36824"/>
                </a:lnTo>
                <a:lnTo>
                  <a:pt x="1379" y="36505"/>
                </a:lnTo>
                <a:lnTo>
                  <a:pt x="1379" y="36099"/>
                </a:lnTo>
                <a:lnTo>
                  <a:pt x="1379" y="35780"/>
                </a:lnTo>
                <a:lnTo>
                  <a:pt x="1379" y="35432"/>
                </a:lnTo>
                <a:lnTo>
                  <a:pt x="1379" y="35055"/>
                </a:lnTo>
                <a:lnTo>
                  <a:pt x="1443" y="34707"/>
                </a:lnTo>
                <a:lnTo>
                  <a:pt x="1443" y="34388"/>
                </a:lnTo>
                <a:lnTo>
                  <a:pt x="1443" y="33982"/>
                </a:lnTo>
                <a:lnTo>
                  <a:pt x="1443" y="33634"/>
                </a:lnTo>
                <a:lnTo>
                  <a:pt x="1507" y="33315"/>
                </a:lnTo>
                <a:lnTo>
                  <a:pt x="1507" y="32967"/>
                </a:lnTo>
                <a:lnTo>
                  <a:pt x="1507" y="32591"/>
                </a:lnTo>
                <a:lnTo>
                  <a:pt x="1507" y="32243"/>
                </a:lnTo>
                <a:lnTo>
                  <a:pt x="1507" y="31924"/>
                </a:lnTo>
                <a:lnTo>
                  <a:pt x="1604" y="31576"/>
                </a:lnTo>
                <a:lnTo>
                  <a:pt x="1604" y="31170"/>
                </a:lnTo>
                <a:lnTo>
                  <a:pt x="1604" y="30851"/>
                </a:lnTo>
                <a:lnTo>
                  <a:pt x="1604" y="30532"/>
                </a:lnTo>
                <a:lnTo>
                  <a:pt x="1668" y="30184"/>
                </a:lnTo>
                <a:lnTo>
                  <a:pt x="1668" y="29865"/>
                </a:lnTo>
                <a:lnTo>
                  <a:pt x="1668" y="29517"/>
                </a:lnTo>
                <a:lnTo>
                  <a:pt x="1668" y="29111"/>
                </a:lnTo>
                <a:lnTo>
                  <a:pt x="1668" y="28792"/>
                </a:lnTo>
                <a:lnTo>
                  <a:pt x="1732" y="28444"/>
                </a:lnTo>
                <a:lnTo>
                  <a:pt x="1732" y="28125"/>
                </a:lnTo>
                <a:lnTo>
                  <a:pt x="1732" y="27806"/>
                </a:lnTo>
                <a:lnTo>
                  <a:pt x="1732" y="27458"/>
                </a:lnTo>
                <a:lnTo>
                  <a:pt x="1796" y="27139"/>
                </a:lnTo>
                <a:lnTo>
                  <a:pt x="1796" y="26791"/>
                </a:lnTo>
                <a:lnTo>
                  <a:pt x="1796" y="26472"/>
                </a:lnTo>
                <a:lnTo>
                  <a:pt x="1796" y="26124"/>
                </a:lnTo>
                <a:lnTo>
                  <a:pt x="1796" y="25806"/>
                </a:lnTo>
                <a:lnTo>
                  <a:pt x="1892" y="25458"/>
                </a:lnTo>
                <a:lnTo>
                  <a:pt x="1892" y="25139"/>
                </a:lnTo>
                <a:lnTo>
                  <a:pt x="1892" y="24791"/>
                </a:lnTo>
                <a:lnTo>
                  <a:pt x="1892" y="24472"/>
                </a:lnTo>
                <a:lnTo>
                  <a:pt x="1956" y="24124"/>
                </a:lnTo>
                <a:lnTo>
                  <a:pt x="1956" y="23805"/>
                </a:lnTo>
                <a:lnTo>
                  <a:pt x="1956" y="23457"/>
                </a:lnTo>
                <a:lnTo>
                  <a:pt x="1956" y="23138"/>
                </a:lnTo>
                <a:lnTo>
                  <a:pt x="1956" y="22819"/>
                </a:lnTo>
                <a:lnTo>
                  <a:pt x="2021" y="22471"/>
                </a:lnTo>
                <a:lnTo>
                  <a:pt x="2021" y="22152"/>
                </a:lnTo>
                <a:lnTo>
                  <a:pt x="2021" y="21804"/>
                </a:lnTo>
                <a:lnTo>
                  <a:pt x="2021" y="21485"/>
                </a:lnTo>
                <a:lnTo>
                  <a:pt x="2021" y="21137"/>
                </a:lnTo>
                <a:lnTo>
                  <a:pt x="2117" y="20818"/>
                </a:lnTo>
                <a:lnTo>
                  <a:pt x="2117" y="20557"/>
                </a:lnTo>
                <a:lnTo>
                  <a:pt x="2117" y="20209"/>
                </a:lnTo>
                <a:lnTo>
                  <a:pt x="2117" y="19890"/>
                </a:lnTo>
                <a:lnTo>
                  <a:pt x="2181" y="19543"/>
                </a:lnTo>
                <a:lnTo>
                  <a:pt x="2181" y="19224"/>
                </a:lnTo>
                <a:lnTo>
                  <a:pt x="2181" y="18876"/>
                </a:lnTo>
                <a:lnTo>
                  <a:pt x="2181" y="18615"/>
                </a:lnTo>
                <a:lnTo>
                  <a:pt x="2181" y="18296"/>
                </a:lnTo>
                <a:lnTo>
                  <a:pt x="2245" y="17948"/>
                </a:lnTo>
                <a:lnTo>
                  <a:pt x="2245" y="17629"/>
                </a:lnTo>
                <a:lnTo>
                  <a:pt x="2245" y="17339"/>
                </a:lnTo>
                <a:lnTo>
                  <a:pt x="2245" y="17020"/>
                </a:lnTo>
                <a:lnTo>
                  <a:pt x="2309" y="16701"/>
                </a:lnTo>
                <a:lnTo>
                  <a:pt x="2309" y="16353"/>
                </a:lnTo>
                <a:lnTo>
                  <a:pt x="2309" y="16092"/>
                </a:lnTo>
                <a:lnTo>
                  <a:pt x="2309" y="15744"/>
                </a:lnTo>
                <a:lnTo>
                  <a:pt x="2309" y="15425"/>
                </a:lnTo>
                <a:lnTo>
                  <a:pt x="2406" y="15164"/>
                </a:lnTo>
                <a:lnTo>
                  <a:pt x="2406" y="14816"/>
                </a:lnTo>
                <a:lnTo>
                  <a:pt x="2406" y="14497"/>
                </a:lnTo>
                <a:lnTo>
                  <a:pt x="2406" y="14236"/>
                </a:lnTo>
                <a:lnTo>
                  <a:pt x="2470" y="13888"/>
                </a:lnTo>
                <a:lnTo>
                  <a:pt x="2470" y="13569"/>
                </a:lnTo>
                <a:lnTo>
                  <a:pt x="2470" y="13308"/>
                </a:lnTo>
                <a:lnTo>
                  <a:pt x="2470" y="12961"/>
                </a:lnTo>
                <a:lnTo>
                  <a:pt x="2470" y="12700"/>
                </a:lnTo>
                <a:lnTo>
                  <a:pt x="2534" y="12352"/>
                </a:lnTo>
                <a:lnTo>
                  <a:pt x="2534" y="12033"/>
                </a:lnTo>
                <a:lnTo>
                  <a:pt x="2534" y="11772"/>
                </a:lnTo>
                <a:lnTo>
                  <a:pt x="2534" y="11424"/>
                </a:lnTo>
                <a:lnTo>
                  <a:pt x="2630" y="11163"/>
                </a:lnTo>
                <a:lnTo>
                  <a:pt x="2630" y="10844"/>
                </a:lnTo>
                <a:lnTo>
                  <a:pt x="2630" y="10583"/>
                </a:lnTo>
                <a:lnTo>
                  <a:pt x="2630" y="10235"/>
                </a:lnTo>
                <a:lnTo>
                  <a:pt x="2630" y="9974"/>
                </a:lnTo>
                <a:lnTo>
                  <a:pt x="2694" y="9626"/>
                </a:lnTo>
                <a:lnTo>
                  <a:pt x="2694" y="9365"/>
                </a:lnTo>
                <a:lnTo>
                  <a:pt x="2694" y="9046"/>
                </a:lnTo>
                <a:lnTo>
                  <a:pt x="2694" y="8785"/>
                </a:lnTo>
                <a:lnTo>
                  <a:pt x="2758" y="8495"/>
                </a:lnTo>
                <a:lnTo>
                  <a:pt x="2758" y="8176"/>
                </a:lnTo>
                <a:lnTo>
                  <a:pt x="2758" y="7915"/>
                </a:lnTo>
                <a:lnTo>
                  <a:pt x="2758" y="7567"/>
                </a:lnTo>
                <a:lnTo>
                  <a:pt x="2758" y="7306"/>
                </a:lnTo>
                <a:lnTo>
                  <a:pt x="2823" y="7045"/>
                </a:lnTo>
                <a:lnTo>
                  <a:pt x="2823" y="6726"/>
                </a:lnTo>
                <a:lnTo>
                  <a:pt x="2823" y="6437"/>
                </a:lnTo>
                <a:lnTo>
                  <a:pt x="2823" y="6176"/>
                </a:lnTo>
                <a:lnTo>
                  <a:pt x="2823" y="5857"/>
                </a:lnTo>
                <a:lnTo>
                  <a:pt x="2919" y="5596"/>
                </a:lnTo>
                <a:lnTo>
                  <a:pt x="2919" y="5306"/>
                </a:lnTo>
                <a:lnTo>
                  <a:pt x="2919" y="4987"/>
                </a:lnTo>
                <a:lnTo>
                  <a:pt x="2919" y="4726"/>
                </a:lnTo>
                <a:lnTo>
                  <a:pt x="2983" y="4465"/>
                </a:lnTo>
                <a:lnTo>
                  <a:pt x="2983" y="4175"/>
                </a:lnTo>
                <a:lnTo>
                  <a:pt x="2983" y="3856"/>
                </a:lnTo>
                <a:lnTo>
                  <a:pt x="2983" y="3595"/>
                </a:lnTo>
                <a:lnTo>
                  <a:pt x="2983" y="3334"/>
                </a:lnTo>
                <a:lnTo>
                  <a:pt x="3047" y="3044"/>
                </a:lnTo>
                <a:lnTo>
                  <a:pt x="3047" y="2725"/>
                </a:lnTo>
                <a:lnTo>
                  <a:pt x="3047" y="2464"/>
                </a:lnTo>
                <a:lnTo>
                  <a:pt x="3047" y="2203"/>
                </a:lnTo>
                <a:lnTo>
                  <a:pt x="3111" y="1913"/>
                </a:lnTo>
                <a:lnTo>
                  <a:pt x="3111" y="1652"/>
                </a:lnTo>
                <a:lnTo>
                  <a:pt x="3111" y="1391"/>
                </a:lnTo>
                <a:lnTo>
                  <a:pt x="3111" y="1072"/>
                </a:lnTo>
                <a:lnTo>
                  <a:pt x="3111" y="782"/>
                </a:lnTo>
                <a:lnTo>
                  <a:pt x="3208" y="521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080157" y="3080438"/>
            <a:ext cx="3208" cy="37636"/>
          </a:xfrm>
          <a:custGeom>
            <a:avLst/>
            <a:gdLst/>
            <a:ahLst/>
            <a:cxnLst/>
            <a:rect l="l" t="t" r="r" b="b"/>
            <a:pathLst>
              <a:path w="3208" h="37636">
                <a:moveTo>
                  <a:pt x="0" y="37636"/>
                </a:moveTo>
                <a:lnTo>
                  <a:pt x="0" y="37375"/>
                </a:lnTo>
                <a:lnTo>
                  <a:pt x="64" y="37114"/>
                </a:lnTo>
                <a:lnTo>
                  <a:pt x="64" y="36824"/>
                </a:lnTo>
                <a:lnTo>
                  <a:pt x="64" y="36563"/>
                </a:lnTo>
                <a:lnTo>
                  <a:pt x="64" y="36302"/>
                </a:lnTo>
                <a:lnTo>
                  <a:pt x="64" y="36041"/>
                </a:lnTo>
                <a:lnTo>
                  <a:pt x="128" y="35780"/>
                </a:lnTo>
                <a:lnTo>
                  <a:pt x="128" y="35519"/>
                </a:lnTo>
                <a:lnTo>
                  <a:pt x="128" y="35229"/>
                </a:lnTo>
                <a:lnTo>
                  <a:pt x="128" y="34968"/>
                </a:lnTo>
                <a:lnTo>
                  <a:pt x="224" y="34707"/>
                </a:lnTo>
                <a:lnTo>
                  <a:pt x="224" y="34446"/>
                </a:lnTo>
                <a:lnTo>
                  <a:pt x="224" y="34185"/>
                </a:lnTo>
                <a:lnTo>
                  <a:pt x="224" y="33895"/>
                </a:lnTo>
                <a:lnTo>
                  <a:pt x="224" y="33634"/>
                </a:lnTo>
                <a:lnTo>
                  <a:pt x="288" y="33373"/>
                </a:lnTo>
                <a:lnTo>
                  <a:pt x="288" y="33170"/>
                </a:lnTo>
                <a:lnTo>
                  <a:pt x="288" y="32909"/>
                </a:lnTo>
                <a:lnTo>
                  <a:pt x="288" y="32648"/>
                </a:lnTo>
                <a:lnTo>
                  <a:pt x="352" y="32388"/>
                </a:lnTo>
                <a:lnTo>
                  <a:pt x="352" y="32127"/>
                </a:lnTo>
                <a:lnTo>
                  <a:pt x="352" y="31837"/>
                </a:lnTo>
                <a:lnTo>
                  <a:pt x="352" y="31576"/>
                </a:lnTo>
                <a:lnTo>
                  <a:pt x="352" y="31373"/>
                </a:lnTo>
                <a:lnTo>
                  <a:pt x="417" y="31112"/>
                </a:lnTo>
                <a:lnTo>
                  <a:pt x="417" y="30851"/>
                </a:lnTo>
                <a:lnTo>
                  <a:pt x="417" y="30590"/>
                </a:lnTo>
                <a:lnTo>
                  <a:pt x="417" y="30387"/>
                </a:lnTo>
                <a:lnTo>
                  <a:pt x="417" y="30126"/>
                </a:lnTo>
                <a:lnTo>
                  <a:pt x="513" y="29865"/>
                </a:lnTo>
                <a:lnTo>
                  <a:pt x="513" y="29575"/>
                </a:lnTo>
                <a:lnTo>
                  <a:pt x="513" y="29401"/>
                </a:lnTo>
                <a:lnTo>
                  <a:pt x="513" y="29111"/>
                </a:lnTo>
                <a:lnTo>
                  <a:pt x="577" y="28850"/>
                </a:lnTo>
                <a:lnTo>
                  <a:pt x="577" y="28647"/>
                </a:lnTo>
                <a:lnTo>
                  <a:pt x="577" y="28386"/>
                </a:lnTo>
                <a:lnTo>
                  <a:pt x="577" y="28125"/>
                </a:lnTo>
                <a:lnTo>
                  <a:pt x="577" y="27922"/>
                </a:lnTo>
                <a:lnTo>
                  <a:pt x="641" y="27661"/>
                </a:lnTo>
                <a:lnTo>
                  <a:pt x="641" y="27458"/>
                </a:lnTo>
                <a:lnTo>
                  <a:pt x="641" y="27197"/>
                </a:lnTo>
                <a:lnTo>
                  <a:pt x="641" y="26936"/>
                </a:lnTo>
                <a:lnTo>
                  <a:pt x="737" y="26733"/>
                </a:lnTo>
                <a:lnTo>
                  <a:pt x="737" y="26472"/>
                </a:lnTo>
                <a:lnTo>
                  <a:pt x="737" y="26269"/>
                </a:lnTo>
                <a:lnTo>
                  <a:pt x="737" y="26009"/>
                </a:lnTo>
                <a:lnTo>
                  <a:pt x="737" y="25806"/>
                </a:lnTo>
                <a:lnTo>
                  <a:pt x="802" y="25545"/>
                </a:lnTo>
                <a:lnTo>
                  <a:pt x="802" y="25342"/>
                </a:lnTo>
                <a:lnTo>
                  <a:pt x="802" y="25052"/>
                </a:lnTo>
                <a:lnTo>
                  <a:pt x="802" y="24878"/>
                </a:lnTo>
                <a:lnTo>
                  <a:pt x="866" y="24588"/>
                </a:lnTo>
                <a:lnTo>
                  <a:pt x="866" y="24414"/>
                </a:lnTo>
                <a:lnTo>
                  <a:pt x="866" y="24124"/>
                </a:lnTo>
                <a:lnTo>
                  <a:pt x="866" y="23921"/>
                </a:lnTo>
                <a:lnTo>
                  <a:pt x="866" y="23747"/>
                </a:lnTo>
                <a:lnTo>
                  <a:pt x="930" y="23457"/>
                </a:lnTo>
                <a:lnTo>
                  <a:pt x="930" y="23283"/>
                </a:lnTo>
                <a:lnTo>
                  <a:pt x="930" y="22993"/>
                </a:lnTo>
                <a:lnTo>
                  <a:pt x="930" y="22819"/>
                </a:lnTo>
                <a:lnTo>
                  <a:pt x="1026" y="22616"/>
                </a:lnTo>
                <a:lnTo>
                  <a:pt x="1026" y="22326"/>
                </a:lnTo>
                <a:lnTo>
                  <a:pt x="1026" y="22152"/>
                </a:lnTo>
                <a:lnTo>
                  <a:pt x="1026" y="21949"/>
                </a:lnTo>
                <a:lnTo>
                  <a:pt x="1026" y="21688"/>
                </a:lnTo>
                <a:lnTo>
                  <a:pt x="1090" y="21485"/>
                </a:lnTo>
                <a:lnTo>
                  <a:pt x="1090" y="21282"/>
                </a:lnTo>
                <a:lnTo>
                  <a:pt x="1090" y="21079"/>
                </a:lnTo>
                <a:lnTo>
                  <a:pt x="1090" y="20818"/>
                </a:lnTo>
                <a:lnTo>
                  <a:pt x="1154" y="20615"/>
                </a:lnTo>
                <a:lnTo>
                  <a:pt x="1154" y="20412"/>
                </a:lnTo>
                <a:lnTo>
                  <a:pt x="1154" y="20209"/>
                </a:lnTo>
                <a:lnTo>
                  <a:pt x="1154" y="19948"/>
                </a:lnTo>
                <a:lnTo>
                  <a:pt x="1154" y="19745"/>
                </a:lnTo>
                <a:lnTo>
                  <a:pt x="1219" y="19543"/>
                </a:lnTo>
                <a:lnTo>
                  <a:pt x="1219" y="19340"/>
                </a:lnTo>
                <a:lnTo>
                  <a:pt x="1219" y="19137"/>
                </a:lnTo>
                <a:lnTo>
                  <a:pt x="1219" y="18934"/>
                </a:lnTo>
                <a:lnTo>
                  <a:pt x="1219" y="18760"/>
                </a:lnTo>
                <a:lnTo>
                  <a:pt x="1315" y="18470"/>
                </a:lnTo>
                <a:lnTo>
                  <a:pt x="1315" y="18296"/>
                </a:lnTo>
                <a:lnTo>
                  <a:pt x="1315" y="18093"/>
                </a:lnTo>
                <a:lnTo>
                  <a:pt x="1315" y="17890"/>
                </a:lnTo>
                <a:lnTo>
                  <a:pt x="1379" y="17687"/>
                </a:lnTo>
                <a:lnTo>
                  <a:pt x="1379" y="17484"/>
                </a:lnTo>
                <a:lnTo>
                  <a:pt x="1379" y="17281"/>
                </a:lnTo>
                <a:lnTo>
                  <a:pt x="1379" y="17078"/>
                </a:lnTo>
                <a:lnTo>
                  <a:pt x="1379" y="16875"/>
                </a:lnTo>
                <a:lnTo>
                  <a:pt x="1443" y="16701"/>
                </a:lnTo>
                <a:lnTo>
                  <a:pt x="1443" y="16498"/>
                </a:lnTo>
                <a:lnTo>
                  <a:pt x="1443" y="16295"/>
                </a:lnTo>
                <a:lnTo>
                  <a:pt x="1443" y="16092"/>
                </a:lnTo>
                <a:lnTo>
                  <a:pt x="1539" y="15889"/>
                </a:lnTo>
                <a:lnTo>
                  <a:pt x="1539" y="15686"/>
                </a:lnTo>
                <a:lnTo>
                  <a:pt x="1539" y="15483"/>
                </a:lnTo>
                <a:lnTo>
                  <a:pt x="1539" y="15280"/>
                </a:lnTo>
                <a:lnTo>
                  <a:pt x="1539" y="15077"/>
                </a:lnTo>
                <a:lnTo>
                  <a:pt x="1604" y="14758"/>
                </a:lnTo>
                <a:lnTo>
                  <a:pt x="1604" y="14555"/>
                </a:lnTo>
                <a:lnTo>
                  <a:pt x="1604" y="14352"/>
                </a:lnTo>
                <a:lnTo>
                  <a:pt x="1668" y="14149"/>
                </a:lnTo>
                <a:lnTo>
                  <a:pt x="1668" y="13946"/>
                </a:lnTo>
                <a:lnTo>
                  <a:pt x="1668" y="13627"/>
                </a:lnTo>
                <a:lnTo>
                  <a:pt x="1668" y="13424"/>
                </a:lnTo>
                <a:lnTo>
                  <a:pt x="1732" y="13221"/>
                </a:lnTo>
                <a:lnTo>
                  <a:pt x="1732" y="13019"/>
                </a:lnTo>
                <a:lnTo>
                  <a:pt x="1732" y="12700"/>
                </a:lnTo>
                <a:lnTo>
                  <a:pt x="1828" y="12497"/>
                </a:lnTo>
                <a:lnTo>
                  <a:pt x="1828" y="12352"/>
                </a:lnTo>
                <a:lnTo>
                  <a:pt x="1828" y="12178"/>
                </a:lnTo>
                <a:lnTo>
                  <a:pt x="1828" y="11975"/>
                </a:lnTo>
                <a:lnTo>
                  <a:pt x="1828" y="11830"/>
                </a:lnTo>
                <a:lnTo>
                  <a:pt x="1892" y="11627"/>
                </a:lnTo>
                <a:lnTo>
                  <a:pt x="1892" y="11424"/>
                </a:lnTo>
                <a:lnTo>
                  <a:pt x="1892" y="11105"/>
                </a:lnTo>
                <a:lnTo>
                  <a:pt x="1956" y="10902"/>
                </a:lnTo>
                <a:lnTo>
                  <a:pt x="1956" y="10757"/>
                </a:lnTo>
                <a:lnTo>
                  <a:pt x="1956" y="10583"/>
                </a:lnTo>
                <a:lnTo>
                  <a:pt x="1956" y="10438"/>
                </a:lnTo>
                <a:lnTo>
                  <a:pt x="1956" y="10235"/>
                </a:lnTo>
                <a:lnTo>
                  <a:pt x="2021" y="10090"/>
                </a:lnTo>
                <a:lnTo>
                  <a:pt x="2021" y="9916"/>
                </a:lnTo>
                <a:lnTo>
                  <a:pt x="2021" y="9771"/>
                </a:lnTo>
                <a:lnTo>
                  <a:pt x="2021" y="9568"/>
                </a:lnTo>
                <a:lnTo>
                  <a:pt x="2117" y="9249"/>
                </a:lnTo>
                <a:lnTo>
                  <a:pt x="2117" y="9104"/>
                </a:lnTo>
                <a:lnTo>
                  <a:pt x="2117" y="8901"/>
                </a:lnTo>
                <a:lnTo>
                  <a:pt x="2181" y="8582"/>
                </a:lnTo>
                <a:lnTo>
                  <a:pt x="2181" y="8437"/>
                </a:lnTo>
                <a:lnTo>
                  <a:pt x="2181" y="8118"/>
                </a:lnTo>
                <a:lnTo>
                  <a:pt x="2181" y="7973"/>
                </a:lnTo>
                <a:lnTo>
                  <a:pt x="2245" y="7770"/>
                </a:lnTo>
                <a:lnTo>
                  <a:pt x="2245" y="7509"/>
                </a:lnTo>
                <a:lnTo>
                  <a:pt x="2245" y="7306"/>
                </a:lnTo>
                <a:lnTo>
                  <a:pt x="2341" y="7045"/>
                </a:lnTo>
                <a:lnTo>
                  <a:pt x="2341" y="6900"/>
                </a:lnTo>
                <a:lnTo>
                  <a:pt x="2341" y="6726"/>
                </a:lnTo>
                <a:lnTo>
                  <a:pt x="2341" y="6581"/>
                </a:lnTo>
                <a:lnTo>
                  <a:pt x="2406" y="6437"/>
                </a:lnTo>
                <a:lnTo>
                  <a:pt x="2406" y="6118"/>
                </a:lnTo>
                <a:lnTo>
                  <a:pt x="2406" y="5973"/>
                </a:lnTo>
                <a:lnTo>
                  <a:pt x="2470" y="5712"/>
                </a:lnTo>
                <a:lnTo>
                  <a:pt x="2470" y="5393"/>
                </a:lnTo>
                <a:lnTo>
                  <a:pt x="2470" y="5248"/>
                </a:lnTo>
                <a:lnTo>
                  <a:pt x="2534" y="5103"/>
                </a:lnTo>
                <a:lnTo>
                  <a:pt x="2534" y="4842"/>
                </a:lnTo>
                <a:lnTo>
                  <a:pt x="2630" y="4581"/>
                </a:lnTo>
                <a:lnTo>
                  <a:pt x="2630" y="4320"/>
                </a:lnTo>
                <a:lnTo>
                  <a:pt x="2630" y="4175"/>
                </a:lnTo>
                <a:lnTo>
                  <a:pt x="2694" y="3914"/>
                </a:lnTo>
                <a:lnTo>
                  <a:pt x="2694" y="3653"/>
                </a:lnTo>
                <a:lnTo>
                  <a:pt x="2694" y="3508"/>
                </a:lnTo>
                <a:lnTo>
                  <a:pt x="2758" y="3247"/>
                </a:lnTo>
                <a:lnTo>
                  <a:pt x="2758" y="2986"/>
                </a:lnTo>
                <a:lnTo>
                  <a:pt x="2855" y="2725"/>
                </a:lnTo>
                <a:lnTo>
                  <a:pt x="2855" y="2580"/>
                </a:lnTo>
                <a:lnTo>
                  <a:pt x="2855" y="2377"/>
                </a:lnTo>
                <a:lnTo>
                  <a:pt x="2919" y="2116"/>
                </a:lnTo>
                <a:lnTo>
                  <a:pt x="2919" y="1855"/>
                </a:lnTo>
                <a:lnTo>
                  <a:pt x="2983" y="1652"/>
                </a:lnTo>
                <a:lnTo>
                  <a:pt x="2983" y="1391"/>
                </a:lnTo>
                <a:lnTo>
                  <a:pt x="2983" y="1188"/>
                </a:lnTo>
                <a:lnTo>
                  <a:pt x="3047" y="985"/>
                </a:lnTo>
                <a:lnTo>
                  <a:pt x="3047" y="724"/>
                </a:lnTo>
                <a:lnTo>
                  <a:pt x="3143" y="521"/>
                </a:lnTo>
                <a:lnTo>
                  <a:pt x="3143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083365" y="3074523"/>
            <a:ext cx="3208" cy="5915"/>
          </a:xfrm>
          <a:custGeom>
            <a:avLst/>
            <a:gdLst/>
            <a:ahLst/>
            <a:cxnLst/>
            <a:rect l="l" t="t" r="r" b="b"/>
            <a:pathLst>
              <a:path w="3208" h="5915">
                <a:moveTo>
                  <a:pt x="0" y="5915"/>
                </a:moveTo>
                <a:lnTo>
                  <a:pt x="0" y="5712"/>
                </a:lnTo>
                <a:lnTo>
                  <a:pt x="64" y="5567"/>
                </a:lnTo>
                <a:lnTo>
                  <a:pt x="64" y="5393"/>
                </a:lnTo>
                <a:lnTo>
                  <a:pt x="64" y="5248"/>
                </a:lnTo>
                <a:lnTo>
                  <a:pt x="128" y="5103"/>
                </a:lnTo>
                <a:lnTo>
                  <a:pt x="128" y="4900"/>
                </a:lnTo>
                <a:lnTo>
                  <a:pt x="224" y="4726"/>
                </a:lnTo>
                <a:lnTo>
                  <a:pt x="224" y="4581"/>
                </a:lnTo>
                <a:lnTo>
                  <a:pt x="224" y="4436"/>
                </a:lnTo>
                <a:lnTo>
                  <a:pt x="288" y="4175"/>
                </a:lnTo>
                <a:lnTo>
                  <a:pt x="352" y="3914"/>
                </a:lnTo>
                <a:lnTo>
                  <a:pt x="352" y="3711"/>
                </a:lnTo>
                <a:lnTo>
                  <a:pt x="449" y="3508"/>
                </a:lnTo>
                <a:lnTo>
                  <a:pt x="449" y="3305"/>
                </a:lnTo>
                <a:lnTo>
                  <a:pt x="513" y="3131"/>
                </a:lnTo>
                <a:lnTo>
                  <a:pt x="513" y="2986"/>
                </a:lnTo>
                <a:lnTo>
                  <a:pt x="577" y="2841"/>
                </a:lnTo>
                <a:lnTo>
                  <a:pt x="577" y="2667"/>
                </a:lnTo>
                <a:lnTo>
                  <a:pt x="641" y="2522"/>
                </a:lnTo>
                <a:lnTo>
                  <a:pt x="641" y="2377"/>
                </a:lnTo>
                <a:lnTo>
                  <a:pt x="737" y="2174"/>
                </a:lnTo>
                <a:lnTo>
                  <a:pt x="737" y="2000"/>
                </a:lnTo>
                <a:lnTo>
                  <a:pt x="802" y="1855"/>
                </a:lnTo>
                <a:lnTo>
                  <a:pt x="802" y="1710"/>
                </a:lnTo>
                <a:lnTo>
                  <a:pt x="866" y="1536"/>
                </a:lnTo>
                <a:lnTo>
                  <a:pt x="962" y="1391"/>
                </a:lnTo>
                <a:lnTo>
                  <a:pt x="962" y="1246"/>
                </a:lnTo>
                <a:lnTo>
                  <a:pt x="1026" y="1043"/>
                </a:lnTo>
                <a:lnTo>
                  <a:pt x="1090" y="869"/>
                </a:lnTo>
                <a:lnTo>
                  <a:pt x="1154" y="724"/>
                </a:lnTo>
                <a:lnTo>
                  <a:pt x="1251" y="579"/>
                </a:lnTo>
                <a:lnTo>
                  <a:pt x="1315" y="405"/>
                </a:lnTo>
                <a:lnTo>
                  <a:pt x="1379" y="260"/>
                </a:lnTo>
                <a:lnTo>
                  <a:pt x="1539" y="202"/>
                </a:lnTo>
                <a:lnTo>
                  <a:pt x="1604" y="57"/>
                </a:lnTo>
                <a:lnTo>
                  <a:pt x="1668" y="0"/>
                </a:lnTo>
                <a:lnTo>
                  <a:pt x="1828" y="0"/>
                </a:lnTo>
                <a:lnTo>
                  <a:pt x="1956" y="0"/>
                </a:lnTo>
                <a:lnTo>
                  <a:pt x="2117" y="115"/>
                </a:lnTo>
                <a:lnTo>
                  <a:pt x="2181" y="260"/>
                </a:lnTo>
                <a:lnTo>
                  <a:pt x="2245" y="318"/>
                </a:lnTo>
                <a:lnTo>
                  <a:pt x="2341" y="463"/>
                </a:lnTo>
                <a:lnTo>
                  <a:pt x="2341" y="521"/>
                </a:lnTo>
                <a:lnTo>
                  <a:pt x="2406" y="666"/>
                </a:lnTo>
                <a:lnTo>
                  <a:pt x="2470" y="724"/>
                </a:lnTo>
                <a:lnTo>
                  <a:pt x="2470" y="869"/>
                </a:lnTo>
                <a:lnTo>
                  <a:pt x="2630" y="1043"/>
                </a:lnTo>
                <a:lnTo>
                  <a:pt x="2630" y="1188"/>
                </a:lnTo>
                <a:lnTo>
                  <a:pt x="2694" y="1333"/>
                </a:lnTo>
                <a:lnTo>
                  <a:pt x="2758" y="1536"/>
                </a:lnTo>
                <a:lnTo>
                  <a:pt x="2758" y="1710"/>
                </a:lnTo>
                <a:lnTo>
                  <a:pt x="2855" y="1855"/>
                </a:lnTo>
                <a:lnTo>
                  <a:pt x="2855" y="2000"/>
                </a:lnTo>
                <a:lnTo>
                  <a:pt x="2919" y="2174"/>
                </a:lnTo>
                <a:lnTo>
                  <a:pt x="2983" y="2319"/>
                </a:lnTo>
                <a:lnTo>
                  <a:pt x="2983" y="2464"/>
                </a:lnTo>
                <a:lnTo>
                  <a:pt x="3079" y="2667"/>
                </a:lnTo>
                <a:lnTo>
                  <a:pt x="3079" y="2928"/>
                </a:lnTo>
                <a:lnTo>
                  <a:pt x="3143" y="3131"/>
                </a:lnTo>
                <a:lnTo>
                  <a:pt x="3208" y="3305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086574" y="3077828"/>
            <a:ext cx="3143" cy="33866"/>
          </a:xfrm>
          <a:custGeom>
            <a:avLst/>
            <a:gdLst/>
            <a:ahLst/>
            <a:cxnLst/>
            <a:rect l="l" t="t" r="r" b="b"/>
            <a:pathLst>
              <a:path w="3143" h="33866">
                <a:moveTo>
                  <a:pt x="0" y="0"/>
                </a:moveTo>
                <a:lnTo>
                  <a:pt x="0" y="144"/>
                </a:lnTo>
                <a:lnTo>
                  <a:pt x="0" y="289"/>
                </a:lnTo>
                <a:lnTo>
                  <a:pt x="64" y="492"/>
                </a:lnTo>
                <a:lnTo>
                  <a:pt x="64" y="666"/>
                </a:lnTo>
                <a:lnTo>
                  <a:pt x="160" y="811"/>
                </a:lnTo>
                <a:lnTo>
                  <a:pt x="160" y="956"/>
                </a:lnTo>
                <a:lnTo>
                  <a:pt x="224" y="1130"/>
                </a:lnTo>
                <a:lnTo>
                  <a:pt x="224" y="1333"/>
                </a:lnTo>
                <a:lnTo>
                  <a:pt x="224" y="1536"/>
                </a:lnTo>
                <a:lnTo>
                  <a:pt x="288" y="1681"/>
                </a:lnTo>
                <a:lnTo>
                  <a:pt x="288" y="1884"/>
                </a:lnTo>
                <a:lnTo>
                  <a:pt x="352" y="2087"/>
                </a:lnTo>
                <a:lnTo>
                  <a:pt x="352" y="2261"/>
                </a:lnTo>
                <a:lnTo>
                  <a:pt x="352" y="2406"/>
                </a:lnTo>
                <a:lnTo>
                  <a:pt x="449" y="2609"/>
                </a:lnTo>
                <a:lnTo>
                  <a:pt x="449" y="2812"/>
                </a:lnTo>
                <a:lnTo>
                  <a:pt x="513" y="3015"/>
                </a:lnTo>
                <a:lnTo>
                  <a:pt x="513" y="3276"/>
                </a:lnTo>
                <a:lnTo>
                  <a:pt x="577" y="3479"/>
                </a:lnTo>
                <a:lnTo>
                  <a:pt x="577" y="3682"/>
                </a:lnTo>
                <a:lnTo>
                  <a:pt x="577" y="3943"/>
                </a:lnTo>
                <a:lnTo>
                  <a:pt x="673" y="4146"/>
                </a:lnTo>
                <a:lnTo>
                  <a:pt x="673" y="4407"/>
                </a:lnTo>
                <a:lnTo>
                  <a:pt x="737" y="4668"/>
                </a:lnTo>
                <a:lnTo>
                  <a:pt x="737" y="4871"/>
                </a:lnTo>
                <a:lnTo>
                  <a:pt x="802" y="5132"/>
                </a:lnTo>
                <a:lnTo>
                  <a:pt x="802" y="5277"/>
                </a:lnTo>
                <a:lnTo>
                  <a:pt x="802" y="5538"/>
                </a:lnTo>
                <a:lnTo>
                  <a:pt x="866" y="5799"/>
                </a:lnTo>
                <a:lnTo>
                  <a:pt x="866" y="5944"/>
                </a:lnTo>
                <a:lnTo>
                  <a:pt x="866" y="6205"/>
                </a:lnTo>
                <a:lnTo>
                  <a:pt x="962" y="6466"/>
                </a:lnTo>
                <a:lnTo>
                  <a:pt x="962" y="6726"/>
                </a:lnTo>
                <a:lnTo>
                  <a:pt x="1026" y="6871"/>
                </a:lnTo>
                <a:lnTo>
                  <a:pt x="1026" y="7132"/>
                </a:lnTo>
                <a:lnTo>
                  <a:pt x="1026" y="7393"/>
                </a:lnTo>
                <a:lnTo>
                  <a:pt x="1090" y="7538"/>
                </a:lnTo>
                <a:lnTo>
                  <a:pt x="1090" y="7799"/>
                </a:lnTo>
                <a:lnTo>
                  <a:pt x="1090" y="8002"/>
                </a:lnTo>
                <a:lnTo>
                  <a:pt x="1154" y="8263"/>
                </a:lnTo>
                <a:lnTo>
                  <a:pt x="1154" y="8524"/>
                </a:lnTo>
                <a:lnTo>
                  <a:pt x="1154" y="8727"/>
                </a:lnTo>
                <a:lnTo>
                  <a:pt x="1251" y="8988"/>
                </a:lnTo>
                <a:lnTo>
                  <a:pt x="1251" y="9133"/>
                </a:lnTo>
                <a:lnTo>
                  <a:pt x="1251" y="9336"/>
                </a:lnTo>
                <a:lnTo>
                  <a:pt x="1315" y="9597"/>
                </a:lnTo>
                <a:lnTo>
                  <a:pt x="1315" y="9800"/>
                </a:lnTo>
                <a:lnTo>
                  <a:pt x="1315" y="10061"/>
                </a:lnTo>
                <a:lnTo>
                  <a:pt x="1379" y="10264"/>
                </a:lnTo>
                <a:lnTo>
                  <a:pt x="1379" y="10525"/>
                </a:lnTo>
                <a:lnTo>
                  <a:pt x="1379" y="10728"/>
                </a:lnTo>
                <a:lnTo>
                  <a:pt x="1475" y="11047"/>
                </a:lnTo>
                <a:lnTo>
                  <a:pt x="1475" y="11192"/>
                </a:lnTo>
                <a:lnTo>
                  <a:pt x="1475" y="11395"/>
                </a:lnTo>
                <a:lnTo>
                  <a:pt x="1539" y="11714"/>
                </a:lnTo>
                <a:lnTo>
                  <a:pt x="1539" y="11859"/>
                </a:lnTo>
                <a:lnTo>
                  <a:pt x="1539" y="12062"/>
                </a:lnTo>
                <a:lnTo>
                  <a:pt x="1539" y="12381"/>
                </a:lnTo>
                <a:lnTo>
                  <a:pt x="1604" y="12526"/>
                </a:lnTo>
                <a:lnTo>
                  <a:pt x="1604" y="12700"/>
                </a:lnTo>
                <a:lnTo>
                  <a:pt x="1604" y="12903"/>
                </a:lnTo>
                <a:lnTo>
                  <a:pt x="1604" y="13047"/>
                </a:lnTo>
                <a:lnTo>
                  <a:pt x="1668" y="13250"/>
                </a:lnTo>
                <a:lnTo>
                  <a:pt x="1668" y="13569"/>
                </a:lnTo>
                <a:lnTo>
                  <a:pt x="1668" y="13772"/>
                </a:lnTo>
                <a:lnTo>
                  <a:pt x="1668" y="13917"/>
                </a:lnTo>
                <a:lnTo>
                  <a:pt x="1764" y="14120"/>
                </a:lnTo>
                <a:lnTo>
                  <a:pt x="1764" y="14323"/>
                </a:lnTo>
                <a:lnTo>
                  <a:pt x="1764" y="14642"/>
                </a:lnTo>
                <a:lnTo>
                  <a:pt x="1828" y="14845"/>
                </a:lnTo>
                <a:lnTo>
                  <a:pt x="1828" y="15048"/>
                </a:lnTo>
                <a:lnTo>
                  <a:pt x="1828" y="15367"/>
                </a:lnTo>
                <a:lnTo>
                  <a:pt x="1828" y="15570"/>
                </a:lnTo>
                <a:lnTo>
                  <a:pt x="1892" y="15773"/>
                </a:lnTo>
                <a:lnTo>
                  <a:pt x="1892" y="15976"/>
                </a:lnTo>
                <a:lnTo>
                  <a:pt x="1892" y="16295"/>
                </a:lnTo>
                <a:lnTo>
                  <a:pt x="1988" y="16498"/>
                </a:lnTo>
                <a:lnTo>
                  <a:pt x="1988" y="16701"/>
                </a:lnTo>
                <a:lnTo>
                  <a:pt x="1988" y="16904"/>
                </a:lnTo>
                <a:lnTo>
                  <a:pt x="1988" y="17107"/>
                </a:lnTo>
                <a:lnTo>
                  <a:pt x="1988" y="17310"/>
                </a:lnTo>
                <a:lnTo>
                  <a:pt x="2053" y="17513"/>
                </a:lnTo>
                <a:lnTo>
                  <a:pt x="2053" y="17687"/>
                </a:lnTo>
                <a:lnTo>
                  <a:pt x="2053" y="17890"/>
                </a:lnTo>
                <a:lnTo>
                  <a:pt x="2053" y="18093"/>
                </a:lnTo>
                <a:lnTo>
                  <a:pt x="2053" y="18296"/>
                </a:lnTo>
                <a:lnTo>
                  <a:pt x="2117" y="18499"/>
                </a:lnTo>
                <a:lnTo>
                  <a:pt x="2117" y="18702"/>
                </a:lnTo>
                <a:lnTo>
                  <a:pt x="2117" y="18905"/>
                </a:lnTo>
                <a:lnTo>
                  <a:pt x="2117" y="19108"/>
                </a:lnTo>
                <a:lnTo>
                  <a:pt x="2181" y="19311"/>
                </a:lnTo>
                <a:lnTo>
                  <a:pt x="2181" y="19485"/>
                </a:lnTo>
                <a:lnTo>
                  <a:pt x="2181" y="19687"/>
                </a:lnTo>
                <a:lnTo>
                  <a:pt x="2181" y="19890"/>
                </a:lnTo>
                <a:lnTo>
                  <a:pt x="2181" y="20093"/>
                </a:lnTo>
                <a:lnTo>
                  <a:pt x="2277" y="20296"/>
                </a:lnTo>
                <a:lnTo>
                  <a:pt x="2277" y="20499"/>
                </a:lnTo>
                <a:lnTo>
                  <a:pt x="2277" y="20702"/>
                </a:lnTo>
                <a:lnTo>
                  <a:pt x="2277" y="20963"/>
                </a:lnTo>
                <a:lnTo>
                  <a:pt x="2341" y="21166"/>
                </a:lnTo>
                <a:lnTo>
                  <a:pt x="2341" y="21369"/>
                </a:lnTo>
                <a:lnTo>
                  <a:pt x="2341" y="21543"/>
                </a:lnTo>
                <a:lnTo>
                  <a:pt x="2341" y="21746"/>
                </a:lnTo>
                <a:lnTo>
                  <a:pt x="2341" y="22036"/>
                </a:lnTo>
                <a:lnTo>
                  <a:pt x="2406" y="22210"/>
                </a:lnTo>
                <a:lnTo>
                  <a:pt x="2406" y="22413"/>
                </a:lnTo>
                <a:lnTo>
                  <a:pt x="2406" y="22616"/>
                </a:lnTo>
                <a:lnTo>
                  <a:pt x="2406" y="22877"/>
                </a:lnTo>
                <a:lnTo>
                  <a:pt x="2470" y="23080"/>
                </a:lnTo>
                <a:lnTo>
                  <a:pt x="2470" y="23283"/>
                </a:lnTo>
                <a:lnTo>
                  <a:pt x="2470" y="23544"/>
                </a:lnTo>
                <a:lnTo>
                  <a:pt x="2470" y="23747"/>
                </a:lnTo>
                <a:lnTo>
                  <a:pt x="2470" y="23950"/>
                </a:lnTo>
                <a:lnTo>
                  <a:pt x="2566" y="24211"/>
                </a:lnTo>
                <a:lnTo>
                  <a:pt x="2566" y="24414"/>
                </a:lnTo>
                <a:lnTo>
                  <a:pt x="2566" y="24617"/>
                </a:lnTo>
                <a:lnTo>
                  <a:pt x="2566" y="24878"/>
                </a:lnTo>
                <a:lnTo>
                  <a:pt x="2630" y="25081"/>
                </a:lnTo>
                <a:lnTo>
                  <a:pt x="2630" y="25342"/>
                </a:lnTo>
                <a:lnTo>
                  <a:pt x="2630" y="25545"/>
                </a:lnTo>
                <a:lnTo>
                  <a:pt x="2630" y="25806"/>
                </a:lnTo>
                <a:lnTo>
                  <a:pt x="2630" y="26009"/>
                </a:lnTo>
                <a:lnTo>
                  <a:pt x="2694" y="26269"/>
                </a:lnTo>
                <a:lnTo>
                  <a:pt x="2694" y="26472"/>
                </a:lnTo>
                <a:lnTo>
                  <a:pt x="2694" y="26733"/>
                </a:lnTo>
                <a:lnTo>
                  <a:pt x="2694" y="26936"/>
                </a:lnTo>
                <a:lnTo>
                  <a:pt x="2790" y="27197"/>
                </a:lnTo>
                <a:lnTo>
                  <a:pt x="2790" y="27400"/>
                </a:lnTo>
                <a:lnTo>
                  <a:pt x="2790" y="27661"/>
                </a:lnTo>
                <a:lnTo>
                  <a:pt x="2790" y="27864"/>
                </a:lnTo>
                <a:lnTo>
                  <a:pt x="2790" y="28154"/>
                </a:lnTo>
                <a:lnTo>
                  <a:pt x="2855" y="28415"/>
                </a:lnTo>
                <a:lnTo>
                  <a:pt x="2855" y="28618"/>
                </a:lnTo>
                <a:lnTo>
                  <a:pt x="2855" y="28879"/>
                </a:lnTo>
                <a:lnTo>
                  <a:pt x="2855" y="29082"/>
                </a:lnTo>
                <a:lnTo>
                  <a:pt x="2855" y="29343"/>
                </a:lnTo>
                <a:lnTo>
                  <a:pt x="2919" y="29604"/>
                </a:lnTo>
                <a:lnTo>
                  <a:pt x="2919" y="29807"/>
                </a:lnTo>
                <a:lnTo>
                  <a:pt x="2919" y="30068"/>
                </a:lnTo>
                <a:lnTo>
                  <a:pt x="2919" y="30329"/>
                </a:lnTo>
                <a:lnTo>
                  <a:pt x="2983" y="30590"/>
                </a:lnTo>
                <a:lnTo>
                  <a:pt x="2983" y="30793"/>
                </a:lnTo>
                <a:lnTo>
                  <a:pt x="2983" y="31054"/>
                </a:lnTo>
                <a:lnTo>
                  <a:pt x="2983" y="31344"/>
                </a:lnTo>
                <a:lnTo>
                  <a:pt x="2983" y="31605"/>
                </a:lnTo>
                <a:lnTo>
                  <a:pt x="3079" y="31808"/>
                </a:lnTo>
                <a:lnTo>
                  <a:pt x="3079" y="32069"/>
                </a:lnTo>
                <a:lnTo>
                  <a:pt x="3079" y="32330"/>
                </a:lnTo>
                <a:lnTo>
                  <a:pt x="3079" y="32591"/>
                </a:lnTo>
                <a:lnTo>
                  <a:pt x="3143" y="32851"/>
                </a:lnTo>
                <a:lnTo>
                  <a:pt x="3143" y="33141"/>
                </a:lnTo>
                <a:lnTo>
                  <a:pt x="3143" y="33315"/>
                </a:lnTo>
                <a:lnTo>
                  <a:pt x="3143" y="33605"/>
                </a:lnTo>
                <a:lnTo>
                  <a:pt x="3143" y="3386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089717" y="3111695"/>
            <a:ext cx="3208" cy="68284"/>
          </a:xfrm>
          <a:custGeom>
            <a:avLst/>
            <a:gdLst/>
            <a:ahLst/>
            <a:cxnLst/>
            <a:rect l="l" t="t" r="r" b="b"/>
            <a:pathLst>
              <a:path w="3208" h="68284">
                <a:moveTo>
                  <a:pt x="0" y="0"/>
                </a:moveTo>
                <a:lnTo>
                  <a:pt x="64" y="260"/>
                </a:lnTo>
                <a:lnTo>
                  <a:pt x="64" y="521"/>
                </a:lnTo>
                <a:lnTo>
                  <a:pt x="64" y="782"/>
                </a:lnTo>
                <a:lnTo>
                  <a:pt x="64" y="1043"/>
                </a:lnTo>
                <a:lnTo>
                  <a:pt x="160" y="1333"/>
                </a:lnTo>
                <a:lnTo>
                  <a:pt x="160" y="1594"/>
                </a:lnTo>
                <a:lnTo>
                  <a:pt x="160" y="1855"/>
                </a:lnTo>
                <a:lnTo>
                  <a:pt x="160" y="2116"/>
                </a:lnTo>
                <a:lnTo>
                  <a:pt x="160" y="2377"/>
                </a:lnTo>
                <a:lnTo>
                  <a:pt x="224" y="2638"/>
                </a:lnTo>
                <a:lnTo>
                  <a:pt x="224" y="2928"/>
                </a:lnTo>
                <a:lnTo>
                  <a:pt x="224" y="3189"/>
                </a:lnTo>
                <a:lnTo>
                  <a:pt x="224" y="3450"/>
                </a:lnTo>
                <a:lnTo>
                  <a:pt x="288" y="3711"/>
                </a:lnTo>
                <a:lnTo>
                  <a:pt x="288" y="3972"/>
                </a:lnTo>
                <a:lnTo>
                  <a:pt x="288" y="4262"/>
                </a:lnTo>
                <a:lnTo>
                  <a:pt x="288" y="4581"/>
                </a:lnTo>
                <a:lnTo>
                  <a:pt x="288" y="4842"/>
                </a:lnTo>
                <a:lnTo>
                  <a:pt x="352" y="5103"/>
                </a:lnTo>
                <a:lnTo>
                  <a:pt x="352" y="5393"/>
                </a:lnTo>
                <a:lnTo>
                  <a:pt x="352" y="5654"/>
                </a:lnTo>
                <a:lnTo>
                  <a:pt x="352" y="5915"/>
                </a:lnTo>
                <a:lnTo>
                  <a:pt x="449" y="6234"/>
                </a:lnTo>
                <a:lnTo>
                  <a:pt x="449" y="6523"/>
                </a:lnTo>
                <a:lnTo>
                  <a:pt x="449" y="6784"/>
                </a:lnTo>
                <a:lnTo>
                  <a:pt x="449" y="7045"/>
                </a:lnTo>
                <a:lnTo>
                  <a:pt x="449" y="7306"/>
                </a:lnTo>
                <a:lnTo>
                  <a:pt x="513" y="7625"/>
                </a:lnTo>
                <a:lnTo>
                  <a:pt x="513" y="7915"/>
                </a:lnTo>
                <a:lnTo>
                  <a:pt x="513" y="8176"/>
                </a:lnTo>
                <a:lnTo>
                  <a:pt x="513" y="8495"/>
                </a:lnTo>
                <a:lnTo>
                  <a:pt x="513" y="8756"/>
                </a:lnTo>
                <a:lnTo>
                  <a:pt x="577" y="9046"/>
                </a:lnTo>
                <a:lnTo>
                  <a:pt x="577" y="9365"/>
                </a:lnTo>
                <a:lnTo>
                  <a:pt x="577" y="9626"/>
                </a:lnTo>
                <a:lnTo>
                  <a:pt x="577" y="9887"/>
                </a:lnTo>
                <a:lnTo>
                  <a:pt x="641" y="10235"/>
                </a:lnTo>
                <a:lnTo>
                  <a:pt x="641" y="10496"/>
                </a:lnTo>
                <a:lnTo>
                  <a:pt x="641" y="10757"/>
                </a:lnTo>
                <a:lnTo>
                  <a:pt x="641" y="11105"/>
                </a:lnTo>
                <a:lnTo>
                  <a:pt x="641" y="11366"/>
                </a:lnTo>
                <a:lnTo>
                  <a:pt x="737" y="11685"/>
                </a:lnTo>
                <a:lnTo>
                  <a:pt x="737" y="11975"/>
                </a:lnTo>
                <a:lnTo>
                  <a:pt x="737" y="12294"/>
                </a:lnTo>
                <a:lnTo>
                  <a:pt x="737" y="12555"/>
                </a:lnTo>
                <a:lnTo>
                  <a:pt x="802" y="12903"/>
                </a:lnTo>
                <a:lnTo>
                  <a:pt x="802" y="13163"/>
                </a:lnTo>
                <a:lnTo>
                  <a:pt x="802" y="13482"/>
                </a:lnTo>
                <a:lnTo>
                  <a:pt x="802" y="13743"/>
                </a:lnTo>
                <a:lnTo>
                  <a:pt x="802" y="14091"/>
                </a:lnTo>
                <a:lnTo>
                  <a:pt x="866" y="14352"/>
                </a:lnTo>
                <a:lnTo>
                  <a:pt x="866" y="14700"/>
                </a:lnTo>
                <a:lnTo>
                  <a:pt x="866" y="15019"/>
                </a:lnTo>
                <a:lnTo>
                  <a:pt x="866" y="15280"/>
                </a:lnTo>
                <a:lnTo>
                  <a:pt x="962" y="15628"/>
                </a:lnTo>
                <a:lnTo>
                  <a:pt x="962" y="15889"/>
                </a:lnTo>
                <a:lnTo>
                  <a:pt x="962" y="16208"/>
                </a:lnTo>
                <a:lnTo>
                  <a:pt x="962" y="16556"/>
                </a:lnTo>
                <a:lnTo>
                  <a:pt x="962" y="16817"/>
                </a:lnTo>
                <a:lnTo>
                  <a:pt x="1026" y="17136"/>
                </a:lnTo>
                <a:lnTo>
                  <a:pt x="1026" y="17484"/>
                </a:lnTo>
                <a:lnTo>
                  <a:pt x="1026" y="17745"/>
                </a:lnTo>
                <a:lnTo>
                  <a:pt x="1026" y="18093"/>
                </a:lnTo>
                <a:lnTo>
                  <a:pt x="1090" y="18412"/>
                </a:lnTo>
                <a:lnTo>
                  <a:pt x="1090" y="18731"/>
                </a:lnTo>
                <a:lnTo>
                  <a:pt x="1090" y="19021"/>
                </a:lnTo>
                <a:lnTo>
                  <a:pt x="1090" y="19340"/>
                </a:lnTo>
                <a:lnTo>
                  <a:pt x="1090" y="19687"/>
                </a:lnTo>
                <a:lnTo>
                  <a:pt x="1154" y="20006"/>
                </a:lnTo>
                <a:lnTo>
                  <a:pt x="1154" y="20267"/>
                </a:lnTo>
                <a:lnTo>
                  <a:pt x="1154" y="20615"/>
                </a:lnTo>
                <a:lnTo>
                  <a:pt x="1154" y="20934"/>
                </a:lnTo>
                <a:lnTo>
                  <a:pt x="1251" y="21282"/>
                </a:lnTo>
                <a:lnTo>
                  <a:pt x="1251" y="21601"/>
                </a:lnTo>
                <a:lnTo>
                  <a:pt x="1251" y="21949"/>
                </a:lnTo>
                <a:lnTo>
                  <a:pt x="1251" y="22268"/>
                </a:lnTo>
                <a:lnTo>
                  <a:pt x="1251" y="22529"/>
                </a:lnTo>
                <a:lnTo>
                  <a:pt x="1315" y="22877"/>
                </a:lnTo>
                <a:lnTo>
                  <a:pt x="1315" y="23196"/>
                </a:lnTo>
                <a:lnTo>
                  <a:pt x="1315" y="23544"/>
                </a:lnTo>
                <a:lnTo>
                  <a:pt x="1315" y="23863"/>
                </a:lnTo>
                <a:lnTo>
                  <a:pt x="1315" y="24211"/>
                </a:lnTo>
                <a:lnTo>
                  <a:pt x="1379" y="24530"/>
                </a:lnTo>
                <a:lnTo>
                  <a:pt x="1379" y="24849"/>
                </a:lnTo>
                <a:lnTo>
                  <a:pt x="1379" y="25197"/>
                </a:lnTo>
                <a:lnTo>
                  <a:pt x="1379" y="25516"/>
                </a:lnTo>
                <a:lnTo>
                  <a:pt x="1443" y="25864"/>
                </a:lnTo>
                <a:lnTo>
                  <a:pt x="1443" y="26182"/>
                </a:lnTo>
                <a:lnTo>
                  <a:pt x="1443" y="26530"/>
                </a:lnTo>
                <a:lnTo>
                  <a:pt x="1443" y="26849"/>
                </a:lnTo>
                <a:lnTo>
                  <a:pt x="1443" y="27197"/>
                </a:lnTo>
                <a:lnTo>
                  <a:pt x="1539" y="27516"/>
                </a:lnTo>
                <a:lnTo>
                  <a:pt x="1539" y="27864"/>
                </a:lnTo>
                <a:lnTo>
                  <a:pt x="1539" y="28183"/>
                </a:lnTo>
                <a:lnTo>
                  <a:pt x="1539" y="28589"/>
                </a:lnTo>
                <a:lnTo>
                  <a:pt x="1604" y="28908"/>
                </a:lnTo>
                <a:lnTo>
                  <a:pt x="1604" y="29256"/>
                </a:lnTo>
                <a:lnTo>
                  <a:pt x="1604" y="29575"/>
                </a:lnTo>
                <a:lnTo>
                  <a:pt x="1604" y="29923"/>
                </a:lnTo>
                <a:lnTo>
                  <a:pt x="1604" y="30242"/>
                </a:lnTo>
                <a:lnTo>
                  <a:pt x="1668" y="30648"/>
                </a:lnTo>
                <a:lnTo>
                  <a:pt x="1668" y="30967"/>
                </a:lnTo>
                <a:lnTo>
                  <a:pt x="1668" y="31315"/>
                </a:lnTo>
                <a:lnTo>
                  <a:pt x="1668" y="31634"/>
                </a:lnTo>
                <a:lnTo>
                  <a:pt x="1764" y="31982"/>
                </a:lnTo>
                <a:lnTo>
                  <a:pt x="1764" y="32388"/>
                </a:lnTo>
                <a:lnTo>
                  <a:pt x="1764" y="32706"/>
                </a:lnTo>
                <a:lnTo>
                  <a:pt x="1764" y="33054"/>
                </a:lnTo>
                <a:lnTo>
                  <a:pt x="1764" y="33373"/>
                </a:lnTo>
                <a:lnTo>
                  <a:pt x="1828" y="33779"/>
                </a:lnTo>
                <a:lnTo>
                  <a:pt x="1828" y="34098"/>
                </a:lnTo>
                <a:lnTo>
                  <a:pt x="1828" y="34446"/>
                </a:lnTo>
                <a:lnTo>
                  <a:pt x="1828" y="34823"/>
                </a:lnTo>
                <a:lnTo>
                  <a:pt x="1892" y="35171"/>
                </a:lnTo>
                <a:lnTo>
                  <a:pt x="1892" y="35490"/>
                </a:lnTo>
                <a:lnTo>
                  <a:pt x="1892" y="35896"/>
                </a:lnTo>
                <a:lnTo>
                  <a:pt x="1892" y="36244"/>
                </a:lnTo>
                <a:lnTo>
                  <a:pt x="1892" y="36621"/>
                </a:lnTo>
                <a:lnTo>
                  <a:pt x="1956" y="36969"/>
                </a:lnTo>
                <a:lnTo>
                  <a:pt x="1956" y="37288"/>
                </a:lnTo>
                <a:lnTo>
                  <a:pt x="1956" y="37694"/>
                </a:lnTo>
                <a:lnTo>
                  <a:pt x="1956" y="38042"/>
                </a:lnTo>
                <a:lnTo>
                  <a:pt x="2053" y="38419"/>
                </a:lnTo>
                <a:lnTo>
                  <a:pt x="2053" y="38767"/>
                </a:lnTo>
                <a:lnTo>
                  <a:pt x="2053" y="39172"/>
                </a:lnTo>
                <a:lnTo>
                  <a:pt x="2053" y="39491"/>
                </a:lnTo>
                <a:lnTo>
                  <a:pt x="2053" y="39897"/>
                </a:lnTo>
                <a:lnTo>
                  <a:pt x="2117" y="40216"/>
                </a:lnTo>
                <a:lnTo>
                  <a:pt x="2117" y="40622"/>
                </a:lnTo>
                <a:lnTo>
                  <a:pt x="2117" y="40941"/>
                </a:lnTo>
                <a:lnTo>
                  <a:pt x="2117" y="41347"/>
                </a:lnTo>
                <a:lnTo>
                  <a:pt x="2117" y="41695"/>
                </a:lnTo>
                <a:lnTo>
                  <a:pt x="2181" y="42072"/>
                </a:lnTo>
                <a:lnTo>
                  <a:pt x="2181" y="42478"/>
                </a:lnTo>
                <a:lnTo>
                  <a:pt x="2181" y="42826"/>
                </a:lnTo>
                <a:lnTo>
                  <a:pt x="2181" y="43203"/>
                </a:lnTo>
                <a:lnTo>
                  <a:pt x="2277" y="43551"/>
                </a:lnTo>
                <a:lnTo>
                  <a:pt x="2277" y="43957"/>
                </a:lnTo>
                <a:lnTo>
                  <a:pt x="2277" y="44334"/>
                </a:lnTo>
                <a:lnTo>
                  <a:pt x="2277" y="44682"/>
                </a:lnTo>
                <a:lnTo>
                  <a:pt x="2277" y="45088"/>
                </a:lnTo>
                <a:lnTo>
                  <a:pt x="2341" y="45465"/>
                </a:lnTo>
                <a:lnTo>
                  <a:pt x="2341" y="45812"/>
                </a:lnTo>
                <a:lnTo>
                  <a:pt x="2341" y="46218"/>
                </a:lnTo>
                <a:lnTo>
                  <a:pt x="2341" y="46595"/>
                </a:lnTo>
                <a:lnTo>
                  <a:pt x="2406" y="47001"/>
                </a:lnTo>
                <a:lnTo>
                  <a:pt x="2406" y="47349"/>
                </a:lnTo>
                <a:lnTo>
                  <a:pt x="2406" y="47726"/>
                </a:lnTo>
                <a:lnTo>
                  <a:pt x="2406" y="48132"/>
                </a:lnTo>
                <a:lnTo>
                  <a:pt x="2406" y="48538"/>
                </a:lnTo>
                <a:lnTo>
                  <a:pt x="2470" y="48857"/>
                </a:lnTo>
                <a:lnTo>
                  <a:pt x="2470" y="49263"/>
                </a:lnTo>
                <a:lnTo>
                  <a:pt x="2470" y="49669"/>
                </a:lnTo>
                <a:lnTo>
                  <a:pt x="2470" y="50075"/>
                </a:lnTo>
                <a:lnTo>
                  <a:pt x="2566" y="50452"/>
                </a:lnTo>
                <a:lnTo>
                  <a:pt x="2566" y="50858"/>
                </a:lnTo>
                <a:lnTo>
                  <a:pt x="2566" y="51206"/>
                </a:lnTo>
                <a:lnTo>
                  <a:pt x="2566" y="51583"/>
                </a:lnTo>
                <a:lnTo>
                  <a:pt x="2566" y="51989"/>
                </a:lnTo>
                <a:lnTo>
                  <a:pt x="2630" y="52394"/>
                </a:lnTo>
                <a:lnTo>
                  <a:pt x="2630" y="52800"/>
                </a:lnTo>
                <a:lnTo>
                  <a:pt x="2630" y="53177"/>
                </a:lnTo>
                <a:lnTo>
                  <a:pt x="2630" y="53583"/>
                </a:lnTo>
                <a:lnTo>
                  <a:pt x="2694" y="53989"/>
                </a:lnTo>
                <a:lnTo>
                  <a:pt x="2694" y="54395"/>
                </a:lnTo>
                <a:lnTo>
                  <a:pt x="2694" y="54772"/>
                </a:lnTo>
                <a:lnTo>
                  <a:pt x="2694" y="55178"/>
                </a:lnTo>
                <a:lnTo>
                  <a:pt x="2694" y="55584"/>
                </a:lnTo>
                <a:lnTo>
                  <a:pt x="2758" y="55990"/>
                </a:lnTo>
                <a:lnTo>
                  <a:pt x="2758" y="56396"/>
                </a:lnTo>
                <a:lnTo>
                  <a:pt x="2758" y="56773"/>
                </a:lnTo>
                <a:lnTo>
                  <a:pt x="2758" y="57179"/>
                </a:lnTo>
                <a:lnTo>
                  <a:pt x="2855" y="57585"/>
                </a:lnTo>
                <a:lnTo>
                  <a:pt x="2855" y="57991"/>
                </a:lnTo>
                <a:lnTo>
                  <a:pt x="2855" y="58368"/>
                </a:lnTo>
                <a:lnTo>
                  <a:pt x="2855" y="58773"/>
                </a:lnTo>
                <a:lnTo>
                  <a:pt x="2855" y="59179"/>
                </a:lnTo>
                <a:lnTo>
                  <a:pt x="2919" y="59585"/>
                </a:lnTo>
                <a:lnTo>
                  <a:pt x="2919" y="59962"/>
                </a:lnTo>
                <a:lnTo>
                  <a:pt x="2919" y="60426"/>
                </a:lnTo>
                <a:lnTo>
                  <a:pt x="2919" y="60832"/>
                </a:lnTo>
                <a:lnTo>
                  <a:pt x="2919" y="61238"/>
                </a:lnTo>
                <a:lnTo>
                  <a:pt x="2983" y="61644"/>
                </a:lnTo>
                <a:lnTo>
                  <a:pt x="2983" y="62021"/>
                </a:lnTo>
                <a:lnTo>
                  <a:pt x="2983" y="62427"/>
                </a:lnTo>
                <a:lnTo>
                  <a:pt x="2983" y="62891"/>
                </a:lnTo>
                <a:lnTo>
                  <a:pt x="3079" y="63297"/>
                </a:lnTo>
                <a:lnTo>
                  <a:pt x="3079" y="63703"/>
                </a:lnTo>
                <a:lnTo>
                  <a:pt x="3079" y="64109"/>
                </a:lnTo>
                <a:lnTo>
                  <a:pt x="3079" y="64486"/>
                </a:lnTo>
                <a:lnTo>
                  <a:pt x="3079" y="64950"/>
                </a:lnTo>
                <a:lnTo>
                  <a:pt x="3143" y="65355"/>
                </a:lnTo>
                <a:lnTo>
                  <a:pt x="3143" y="65761"/>
                </a:lnTo>
                <a:lnTo>
                  <a:pt x="3143" y="66225"/>
                </a:lnTo>
                <a:lnTo>
                  <a:pt x="3143" y="66631"/>
                </a:lnTo>
                <a:lnTo>
                  <a:pt x="3208" y="67008"/>
                </a:lnTo>
                <a:lnTo>
                  <a:pt x="3208" y="67414"/>
                </a:lnTo>
                <a:lnTo>
                  <a:pt x="3208" y="67878"/>
                </a:lnTo>
                <a:lnTo>
                  <a:pt x="3208" y="6828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092925" y="3179980"/>
            <a:ext cx="3208" cy="97541"/>
          </a:xfrm>
          <a:custGeom>
            <a:avLst/>
            <a:gdLst/>
            <a:ahLst/>
            <a:cxnLst/>
            <a:rect l="l" t="t" r="r" b="b"/>
            <a:pathLst>
              <a:path w="3208" h="97541">
                <a:moveTo>
                  <a:pt x="0" y="0"/>
                </a:moveTo>
                <a:lnTo>
                  <a:pt x="0" y="463"/>
                </a:lnTo>
                <a:lnTo>
                  <a:pt x="64" y="869"/>
                </a:lnTo>
                <a:lnTo>
                  <a:pt x="64" y="1275"/>
                </a:lnTo>
                <a:lnTo>
                  <a:pt x="64" y="1739"/>
                </a:lnTo>
                <a:lnTo>
                  <a:pt x="64" y="2116"/>
                </a:lnTo>
                <a:lnTo>
                  <a:pt x="160" y="2522"/>
                </a:lnTo>
                <a:lnTo>
                  <a:pt x="160" y="2986"/>
                </a:lnTo>
                <a:lnTo>
                  <a:pt x="160" y="3392"/>
                </a:lnTo>
                <a:lnTo>
                  <a:pt x="160" y="3856"/>
                </a:lnTo>
                <a:lnTo>
                  <a:pt x="160" y="4262"/>
                </a:lnTo>
                <a:lnTo>
                  <a:pt x="224" y="4726"/>
                </a:lnTo>
                <a:lnTo>
                  <a:pt x="224" y="5132"/>
                </a:lnTo>
                <a:lnTo>
                  <a:pt x="224" y="5596"/>
                </a:lnTo>
                <a:lnTo>
                  <a:pt x="224" y="5973"/>
                </a:lnTo>
                <a:lnTo>
                  <a:pt x="288" y="6437"/>
                </a:lnTo>
                <a:lnTo>
                  <a:pt x="288" y="6842"/>
                </a:lnTo>
                <a:lnTo>
                  <a:pt x="288" y="7306"/>
                </a:lnTo>
                <a:lnTo>
                  <a:pt x="288" y="7712"/>
                </a:lnTo>
                <a:lnTo>
                  <a:pt x="288" y="8176"/>
                </a:lnTo>
                <a:lnTo>
                  <a:pt x="384" y="8582"/>
                </a:lnTo>
                <a:lnTo>
                  <a:pt x="384" y="9046"/>
                </a:lnTo>
                <a:lnTo>
                  <a:pt x="384" y="9510"/>
                </a:lnTo>
                <a:lnTo>
                  <a:pt x="384" y="9916"/>
                </a:lnTo>
                <a:lnTo>
                  <a:pt x="449" y="10380"/>
                </a:lnTo>
                <a:lnTo>
                  <a:pt x="449" y="10786"/>
                </a:lnTo>
                <a:lnTo>
                  <a:pt x="449" y="11250"/>
                </a:lnTo>
                <a:lnTo>
                  <a:pt x="449" y="11714"/>
                </a:lnTo>
                <a:lnTo>
                  <a:pt x="449" y="12091"/>
                </a:lnTo>
                <a:lnTo>
                  <a:pt x="513" y="12555"/>
                </a:lnTo>
                <a:lnTo>
                  <a:pt x="513" y="13047"/>
                </a:lnTo>
                <a:lnTo>
                  <a:pt x="513" y="13424"/>
                </a:lnTo>
                <a:lnTo>
                  <a:pt x="513" y="13888"/>
                </a:lnTo>
                <a:lnTo>
                  <a:pt x="513" y="14352"/>
                </a:lnTo>
                <a:lnTo>
                  <a:pt x="577" y="14758"/>
                </a:lnTo>
                <a:lnTo>
                  <a:pt x="577" y="15222"/>
                </a:lnTo>
                <a:lnTo>
                  <a:pt x="577" y="15686"/>
                </a:lnTo>
                <a:lnTo>
                  <a:pt x="577" y="16150"/>
                </a:lnTo>
                <a:lnTo>
                  <a:pt x="673" y="16556"/>
                </a:lnTo>
                <a:lnTo>
                  <a:pt x="673" y="17020"/>
                </a:lnTo>
                <a:lnTo>
                  <a:pt x="673" y="17484"/>
                </a:lnTo>
                <a:lnTo>
                  <a:pt x="673" y="17948"/>
                </a:lnTo>
                <a:lnTo>
                  <a:pt x="673" y="18412"/>
                </a:lnTo>
                <a:lnTo>
                  <a:pt x="737" y="18818"/>
                </a:lnTo>
                <a:lnTo>
                  <a:pt x="737" y="19282"/>
                </a:lnTo>
                <a:lnTo>
                  <a:pt x="737" y="19745"/>
                </a:lnTo>
                <a:lnTo>
                  <a:pt x="737" y="20209"/>
                </a:lnTo>
                <a:lnTo>
                  <a:pt x="802" y="20673"/>
                </a:lnTo>
                <a:lnTo>
                  <a:pt x="802" y="21137"/>
                </a:lnTo>
                <a:lnTo>
                  <a:pt x="802" y="21543"/>
                </a:lnTo>
                <a:lnTo>
                  <a:pt x="802" y="22007"/>
                </a:lnTo>
                <a:lnTo>
                  <a:pt x="802" y="22471"/>
                </a:lnTo>
                <a:lnTo>
                  <a:pt x="866" y="22935"/>
                </a:lnTo>
                <a:lnTo>
                  <a:pt x="866" y="23399"/>
                </a:lnTo>
                <a:lnTo>
                  <a:pt x="866" y="23863"/>
                </a:lnTo>
                <a:lnTo>
                  <a:pt x="866" y="24327"/>
                </a:lnTo>
                <a:lnTo>
                  <a:pt x="962" y="24791"/>
                </a:lnTo>
                <a:lnTo>
                  <a:pt x="962" y="25255"/>
                </a:lnTo>
                <a:lnTo>
                  <a:pt x="962" y="25748"/>
                </a:lnTo>
                <a:lnTo>
                  <a:pt x="962" y="26211"/>
                </a:lnTo>
                <a:lnTo>
                  <a:pt x="962" y="26675"/>
                </a:lnTo>
                <a:lnTo>
                  <a:pt x="1026" y="27139"/>
                </a:lnTo>
                <a:lnTo>
                  <a:pt x="1026" y="27603"/>
                </a:lnTo>
                <a:lnTo>
                  <a:pt x="1026" y="28067"/>
                </a:lnTo>
                <a:lnTo>
                  <a:pt x="1026" y="28531"/>
                </a:lnTo>
                <a:lnTo>
                  <a:pt x="1090" y="28995"/>
                </a:lnTo>
                <a:lnTo>
                  <a:pt x="1090" y="29459"/>
                </a:lnTo>
                <a:lnTo>
                  <a:pt x="1090" y="29923"/>
                </a:lnTo>
                <a:lnTo>
                  <a:pt x="1090" y="30387"/>
                </a:lnTo>
                <a:lnTo>
                  <a:pt x="1090" y="30851"/>
                </a:lnTo>
                <a:lnTo>
                  <a:pt x="1186" y="31315"/>
                </a:lnTo>
                <a:lnTo>
                  <a:pt x="1186" y="31779"/>
                </a:lnTo>
                <a:lnTo>
                  <a:pt x="1186" y="32330"/>
                </a:lnTo>
                <a:lnTo>
                  <a:pt x="1186" y="32793"/>
                </a:lnTo>
                <a:lnTo>
                  <a:pt x="1251" y="33257"/>
                </a:lnTo>
                <a:lnTo>
                  <a:pt x="1251" y="33721"/>
                </a:lnTo>
                <a:lnTo>
                  <a:pt x="1251" y="34185"/>
                </a:lnTo>
                <a:lnTo>
                  <a:pt x="1251" y="34649"/>
                </a:lnTo>
                <a:lnTo>
                  <a:pt x="1251" y="35113"/>
                </a:lnTo>
                <a:lnTo>
                  <a:pt x="1315" y="35635"/>
                </a:lnTo>
                <a:lnTo>
                  <a:pt x="1315" y="36099"/>
                </a:lnTo>
                <a:lnTo>
                  <a:pt x="1315" y="36563"/>
                </a:lnTo>
                <a:lnTo>
                  <a:pt x="1315" y="37027"/>
                </a:lnTo>
                <a:lnTo>
                  <a:pt x="1315" y="37578"/>
                </a:lnTo>
                <a:lnTo>
                  <a:pt x="1379" y="38042"/>
                </a:lnTo>
                <a:lnTo>
                  <a:pt x="1379" y="38506"/>
                </a:lnTo>
                <a:lnTo>
                  <a:pt x="1379" y="38970"/>
                </a:lnTo>
                <a:lnTo>
                  <a:pt x="1379" y="39491"/>
                </a:lnTo>
                <a:lnTo>
                  <a:pt x="1475" y="39955"/>
                </a:lnTo>
                <a:lnTo>
                  <a:pt x="1475" y="40419"/>
                </a:lnTo>
                <a:lnTo>
                  <a:pt x="1475" y="40883"/>
                </a:lnTo>
                <a:lnTo>
                  <a:pt x="1475" y="41434"/>
                </a:lnTo>
                <a:lnTo>
                  <a:pt x="1475" y="41898"/>
                </a:lnTo>
                <a:lnTo>
                  <a:pt x="1539" y="42362"/>
                </a:lnTo>
                <a:lnTo>
                  <a:pt x="1539" y="42884"/>
                </a:lnTo>
                <a:lnTo>
                  <a:pt x="1539" y="43348"/>
                </a:lnTo>
                <a:lnTo>
                  <a:pt x="1539" y="43812"/>
                </a:lnTo>
                <a:lnTo>
                  <a:pt x="1604" y="44363"/>
                </a:lnTo>
                <a:lnTo>
                  <a:pt x="1604" y="44827"/>
                </a:lnTo>
                <a:lnTo>
                  <a:pt x="1604" y="45349"/>
                </a:lnTo>
                <a:lnTo>
                  <a:pt x="1604" y="45812"/>
                </a:lnTo>
                <a:lnTo>
                  <a:pt x="1604" y="46276"/>
                </a:lnTo>
                <a:lnTo>
                  <a:pt x="1668" y="46827"/>
                </a:lnTo>
                <a:lnTo>
                  <a:pt x="1668" y="47291"/>
                </a:lnTo>
                <a:lnTo>
                  <a:pt x="1668" y="47813"/>
                </a:lnTo>
                <a:lnTo>
                  <a:pt x="1668" y="48277"/>
                </a:lnTo>
                <a:lnTo>
                  <a:pt x="1764" y="48741"/>
                </a:lnTo>
                <a:lnTo>
                  <a:pt x="1764" y="49263"/>
                </a:lnTo>
                <a:lnTo>
                  <a:pt x="1764" y="49727"/>
                </a:lnTo>
                <a:lnTo>
                  <a:pt x="1764" y="50278"/>
                </a:lnTo>
                <a:lnTo>
                  <a:pt x="1764" y="50742"/>
                </a:lnTo>
                <a:lnTo>
                  <a:pt x="1828" y="51264"/>
                </a:lnTo>
                <a:lnTo>
                  <a:pt x="1828" y="51728"/>
                </a:lnTo>
                <a:lnTo>
                  <a:pt x="1828" y="52278"/>
                </a:lnTo>
                <a:lnTo>
                  <a:pt x="1828" y="52742"/>
                </a:lnTo>
                <a:lnTo>
                  <a:pt x="1892" y="53264"/>
                </a:lnTo>
                <a:lnTo>
                  <a:pt x="1892" y="53786"/>
                </a:lnTo>
                <a:lnTo>
                  <a:pt x="1892" y="54250"/>
                </a:lnTo>
                <a:lnTo>
                  <a:pt x="1892" y="54801"/>
                </a:lnTo>
                <a:lnTo>
                  <a:pt x="1892" y="55265"/>
                </a:lnTo>
                <a:lnTo>
                  <a:pt x="1988" y="55787"/>
                </a:lnTo>
                <a:lnTo>
                  <a:pt x="1988" y="56251"/>
                </a:lnTo>
                <a:lnTo>
                  <a:pt x="1988" y="56802"/>
                </a:lnTo>
                <a:lnTo>
                  <a:pt x="1988" y="57324"/>
                </a:lnTo>
                <a:lnTo>
                  <a:pt x="2053" y="57788"/>
                </a:lnTo>
                <a:lnTo>
                  <a:pt x="2053" y="58310"/>
                </a:lnTo>
                <a:lnTo>
                  <a:pt x="2053" y="58860"/>
                </a:lnTo>
                <a:lnTo>
                  <a:pt x="2053" y="59324"/>
                </a:lnTo>
                <a:lnTo>
                  <a:pt x="2053" y="59846"/>
                </a:lnTo>
                <a:lnTo>
                  <a:pt x="2117" y="60368"/>
                </a:lnTo>
                <a:lnTo>
                  <a:pt x="2117" y="60832"/>
                </a:lnTo>
                <a:lnTo>
                  <a:pt x="2117" y="61383"/>
                </a:lnTo>
                <a:lnTo>
                  <a:pt x="2117" y="61905"/>
                </a:lnTo>
                <a:lnTo>
                  <a:pt x="2117" y="62369"/>
                </a:lnTo>
                <a:lnTo>
                  <a:pt x="2181" y="62920"/>
                </a:lnTo>
                <a:lnTo>
                  <a:pt x="2181" y="63442"/>
                </a:lnTo>
                <a:lnTo>
                  <a:pt x="2181" y="63964"/>
                </a:lnTo>
                <a:lnTo>
                  <a:pt x="2181" y="64428"/>
                </a:lnTo>
                <a:lnTo>
                  <a:pt x="2277" y="64979"/>
                </a:lnTo>
                <a:lnTo>
                  <a:pt x="2277" y="65500"/>
                </a:lnTo>
                <a:lnTo>
                  <a:pt x="2277" y="66022"/>
                </a:lnTo>
                <a:lnTo>
                  <a:pt x="2277" y="66486"/>
                </a:lnTo>
                <a:lnTo>
                  <a:pt x="2277" y="67037"/>
                </a:lnTo>
                <a:lnTo>
                  <a:pt x="2341" y="67559"/>
                </a:lnTo>
                <a:lnTo>
                  <a:pt x="2341" y="68081"/>
                </a:lnTo>
                <a:lnTo>
                  <a:pt x="2341" y="68632"/>
                </a:lnTo>
                <a:lnTo>
                  <a:pt x="2341" y="69096"/>
                </a:lnTo>
                <a:lnTo>
                  <a:pt x="2406" y="69618"/>
                </a:lnTo>
                <a:lnTo>
                  <a:pt x="2406" y="70140"/>
                </a:lnTo>
                <a:lnTo>
                  <a:pt x="2406" y="70691"/>
                </a:lnTo>
                <a:lnTo>
                  <a:pt x="2406" y="71213"/>
                </a:lnTo>
                <a:lnTo>
                  <a:pt x="2406" y="71763"/>
                </a:lnTo>
                <a:lnTo>
                  <a:pt x="2502" y="72285"/>
                </a:lnTo>
                <a:lnTo>
                  <a:pt x="2502" y="72807"/>
                </a:lnTo>
                <a:lnTo>
                  <a:pt x="2502" y="73271"/>
                </a:lnTo>
                <a:lnTo>
                  <a:pt x="2502" y="73822"/>
                </a:lnTo>
                <a:lnTo>
                  <a:pt x="2566" y="74344"/>
                </a:lnTo>
                <a:lnTo>
                  <a:pt x="2566" y="74866"/>
                </a:lnTo>
                <a:lnTo>
                  <a:pt x="2566" y="75417"/>
                </a:lnTo>
                <a:lnTo>
                  <a:pt x="2566" y="75939"/>
                </a:lnTo>
                <a:lnTo>
                  <a:pt x="2566" y="76461"/>
                </a:lnTo>
                <a:lnTo>
                  <a:pt x="2630" y="77012"/>
                </a:lnTo>
                <a:lnTo>
                  <a:pt x="2630" y="77534"/>
                </a:lnTo>
                <a:lnTo>
                  <a:pt x="2630" y="78056"/>
                </a:lnTo>
                <a:lnTo>
                  <a:pt x="2630" y="78606"/>
                </a:lnTo>
                <a:lnTo>
                  <a:pt x="2694" y="79128"/>
                </a:lnTo>
                <a:lnTo>
                  <a:pt x="2694" y="79650"/>
                </a:lnTo>
                <a:lnTo>
                  <a:pt x="2694" y="80201"/>
                </a:lnTo>
                <a:lnTo>
                  <a:pt x="2694" y="80723"/>
                </a:lnTo>
                <a:lnTo>
                  <a:pt x="2694" y="81245"/>
                </a:lnTo>
                <a:lnTo>
                  <a:pt x="2790" y="81796"/>
                </a:lnTo>
                <a:lnTo>
                  <a:pt x="2790" y="82318"/>
                </a:lnTo>
                <a:lnTo>
                  <a:pt x="2790" y="82869"/>
                </a:lnTo>
                <a:lnTo>
                  <a:pt x="2790" y="83391"/>
                </a:lnTo>
                <a:lnTo>
                  <a:pt x="2855" y="83913"/>
                </a:lnTo>
                <a:lnTo>
                  <a:pt x="2855" y="84464"/>
                </a:lnTo>
                <a:lnTo>
                  <a:pt x="2855" y="84985"/>
                </a:lnTo>
                <a:lnTo>
                  <a:pt x="2855" y="85594"/>
                </a:lnTo>
                <a:lnTo>
                  <a:pt x="2855" y="86116"/>
                </a:lnTo>
                <a:lnTo>
                  <a:pt x="2919" y="86638"/>
                </a:lnTo>
                <a:lnTo>
                  <a:pt x="2919" y="87189"/>
                </a:lnTo>
                <a:lnTo>
                  <a:pt x="2919" y="87711"/>
                </a:lnTo>
                <a:lnTo>
                  <a:pt x="2919" y="88233"/>
                </a:lnTo>
                <a:lnTo>
                  <a:pt x="2919" y="88784"/>
                </a:lnTo>
                <a:lnTo>
                  <a:pt x="2983" y="89364"/>
                </a:lnTo>
                <a:lnTo>
                  <a:pt x="2983" y="89915"/>
                </a:lnTo>
                <a:lnTo>
                  <a:pt x="2983" y="90437"/>
                </a:lnTo>
                <a:lnTo>
                  <a:pt x="2983" y="90959"/>
                </a:lnTo>
                <a:lnTo>
                  <a:pt x="3079" y="91509"/>
                </a:lnTo>
                <a:lnTo>
                  <a:pt x="3079" y="92031"/>
                </a:lnTo>
                <a:lnTo>
                  <a:pt x="3079" y="92640"/>
                </a:lnTo>
                <a:lnTo>
                  <a:pt x="3079" y="93162"/>
                </a:lnTo>
                <a:lnTo>
                  <a:pt x="3079" y="93684"/>
                </a:lnTo>
                <a:lnTo>
                  <a:pt x="3143" y="94235"/>
                </a:lnTo>
                <a:lnTo>
                  <a:pt x="3143" y="94815"/>
                </a:lnTo>
                <a:lnTo>
                  <a:pt x="3143" y="95366"/>
                </a:lnTo>
                <a:lnTo>
                  <a:pt x="3143" y="95888"/>
                </a:lnTo>
                <a:lnTo>
                  <a:pt x="3208" y="96410"/>
                </a:lnTo>
                <a:lnTo>
                  <a:pt x="3208" y="97019"/>
                </a:lnTo>
                <a:lnTo>
                  <a:pt x="3208" y="9754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096133" y="3277521"/>
            <a:ext cx="3208" cy="118765"/>
          </a:xfrm>
          <a:custGeom>
            <a:avLst/>
            <a:gdLst/>
            <a:ahLst/>
            <a:cxnLst/>
            <a:rect l="l" t="t" r="r" b="b"/>
            <a:pathLst>
              <a:path w="3208" h="118765">
                <a:moveTo>
                  <a:pt x="0" y="0"/>
                </a:moveTo>
                <a:lnTo>
                  <a:pt x="0" y="550"/>
                </a:lnTo>
                <a:lnTo>
                  <a:pt x="0" y="1130"/>
                </a:lnTo>
                <a:lnTo>
                  <a:pt x="96" y="1681"/>
                </a:lnTo>
                <a:lnTo>
                  <a:pt x="96" y="2203"/>
                </a:lnTo>
                <a:lnTo>
                  <a:pt x="96" y="2812"/>
                </a:lnTo>
                <a:lnTo>
                  <a:pt x="96" y="3334"/>
                </a:lnTo>
                <a:lnTo>
                  <a:pt x="160" y="3856"/>
                </a:lnTo>
                <a:lnTo>
                  <a:pt x="160" y="4465"/>
                </a:lnTo>
                <a:lnTo>
                  <a:pt x="160" y="4987"/>
                </a:lnTo>
                <a:lnTo>
                  <a:pt x="160" y="5538"/>
                </a:lnTo>
                <a:lnTo>
                  <a:pt x="160" y="6118"/>
                </a:lnTo>
                <a:lnTo>
                  <a:pt x="224" y="6668"/>
                </a:lnTo>
                <a:lnTo>
                  <a:pt x="224" y="7190"/>
                </a:lnTo>
                <a:lnTo>
                  <a:pt x="224" y="7799"/>
                </a:lnTo>
                <a:lnTo>
                  <a:pt x="224" y="8321"/>
                </a:lnTo>
                <a:lnTo>
                  <a:pt x="288" y="8930"/>
                </a:lnTo>
                <a:lnTo>
                  <a:pt x="288" y="9452"/>
                </a:lnTo>
                <a:lnTo>
                  <a:pt x="288" y="9974"/>
                </a:lnTo>
                <a:lnTo>
                  <a:pt x="288" y="10583"/>
                </a:lnTo>
                <a:lnTo>
                  <a:pt x="288" y="11105"/>
                </a:lnTo>
                <a:lnTo>
                  <a:pt x="384" y="11714"/>
                </a:lnTo>
                <a:lnTo>
                  <a:pt x="384" y="12236"/>
                </a:lnTo>
                <a:lnTo>
                  <a:pt x="384" y="12845"/>
                </a:lnTo>
                <a:lnTo>
                  <a:pt x="384" y="13366"/>
                </a:lnTo>
                <a:lnTo>
                  <a:pt x="449" y="13975"/>
                </a:lnTo>
                <a:lnTo>
                  <a:pt x="449" y="14497"/>
                </a:lnTo>
                <a:lnTo>
                  <a:pt x="449" y="15106"/>
                </a:lnTo>
                <a:lnTo>
                  <a:pt x="449" y="15628"/>
                </a:lnTo>
                <a:lnTo>
                  <a:pt x="449" y="16237"/>
                </a:lnTo>
                <a:lnTo>
                  <a:pt x="513" y="16759"/>
                </a:lnTo>
                <a:lnTo>
                  <a:pt x="513" y="17368"/>
                </a:lnTo>
                <a:lnTo>
                  <a:pt x="513" y="17890"/>
                </a:lnTo>
                <a:lnTo>
                  <a:pt x="513" y="18499"/>
                </a:lnTo>
                <a:lnTo>
                  <a:pt x="513" y="19021"/>
                </a:lnTo>
                <a:lnTo>
                  <a:pt x="609" y="19629"/>
                </a:lnTo>
                <a:lnTo>
                  <a:pt x="609" y="20238"/>
                </a:lnTo>
                <a:lnTo>
                  <a:pt x="609" y="20760"/>
                </a:lnTo>
                <a:lnTo>
                  <a:pt x="609" y="21340"/>
                </a:lnTo>
                <a:lnTo>
                  <a:pt x="673" y="21891"/>
                </a:lnTo>
                <a:lnTo>
                  <a:pt x="673" y="22471"/>
                </a:lnTo>
                <a:lnTo>
                  <a:pt x="673" y="23022"/>
                </a:lnTo>
                <a:lnTo>
                  <a:pt x="673" y="23602"/>
                </a:lnTo>
                <a:lnTo>
                  <a:pt x="673" y="24211"/>
                </a:lnTo>
                <a:lnTo>
                  <a:pt x="737" y="24733"/>
                </a:lnTo>
                <a:lnTo>
                  <a:pt x="737" y="25342"/>
                </a:lnTo>
                <a:lnTo>
                  <a:pt x="737" y="25951"/>
                </a:lnTo>
                <a:lnTo>
                  <a:pt x="737" y="26472"/>
                </a:lnTo>
                <a:lnTo>
                  <a:pt x="802" y="27081"/>
                </a:lnTo>
                <a:lnTo>
                  <a:pt x="802" y="27661"/>
                </a:lnTo>
                <a:lnTo>
                  <a:pt x="802" y="28212"/>
                </a:lnTo>
                <a:lnTo>
                  <a:pt x="802" y="28792"/>
                </a:lnTo>
                <a:lnTo>
                  <a:pt x="802" y="29401"/>
                </a:lnTo>
                <a:lnTo>
                  <a:pt x="898" y="29923"/>
                </a:lnTo>
                <a:lnTo>
                  <a:pt x="898" y="30532"/>
                </a:lnTo>
                <a:lnTo>
                  <a:pt x="898" y="31141"/>
                </a:lnTo>
                <a:lnTo>
                  <a:pt x="898" y="31663"/>
                </a:lnTo>
                <a:lnTo>
                  <a:pt x="962" y="32272"/>
                </a:lnTo>
                <a:lnTo>
                  <a:pt x="962" y="32851"/>
                </a:lnTo>
                <a:lnTo>
                  <a:pt x="962" y="33460"/>
                </a:lnTo>
                <a:lnTo>
                  <a:pt x="962" y="33982"/>
                </a:lnTo>
                <a:lnTo>
                  <a:pt x="962" y="34591"/>
                </a:lnTo>
                <a:lnTo>
                  <a:pt x="1026" y="35200"/>
                </a:lnTo>
                <a:lnTo>
                  <a:pt x="1026" y="35780"/>
                </a:lnTo>
                <a:lnTo>
                  <a:pt x="1026" y="36302"/>
                </a:lnTo>
                <a:lnTo>
                  <a:pt x="1026" y="36911"/>
                </a:lnTo>
                <a:lnTo>
                  <a:pt x="1090" y="37520"/>
                </a:lnTo>
                <a:lnTo>
                  <a:pt x="1090" y="38100"/>
                </a:lnTo>
                <a:lnTo>
                  <a:pt x="1090" y="38709"/>
                </a:lnTo>
                <a:lnTo>
                  <a:pt x="1090" y="39230"/>
                </a:lnTo>
                <a:lnTo>
                  <a:pt x="1090" y="39839"/>
                </a:lnTo>
                <a:lnTo>
                  <a:pt x="1186" y="40448"/>
                </a:lnTo>
                <a:lnTo>
                  <a:pt x="1186" y="41028"/>
                </a:lnTo>
                <a:lnTo>
                  <a:pt x="1186" y="41637"/>
                </a:lnTo>
                <a:lnTo>
                  <a:pt x="1186" y="42159"/>
                </a:lnTo>
                <a:lnTo>
                  <a:pt x="1251" y="42768"/>
                </a:lnTo>
                <a:lnTo>
                  <a:pt x="1251" y="43377"/>
                </a:lnTo>
                <a:lnTo>
                  <a:pt x="1251" y="43957"/>
                </a:lnTo>
                <a:lnTo>
                  <a:pt x="1251" y="44566"/>
                </a:lnTo>
                <a:lnTo>
                  <a:pt x="1251" y="45175"/>
                </a:lnTo>
                <a:lnTo>
                  <a:pt x="1315" y="45754"/>
                </a:lnTo>
                <a:lnTo>
                  <a:pt x="1315" y="46363"/>
                </a:lnTo>
                <a:lnTo>
                  <a:pt x="1315" y="46885"/>
                </a:lnTo>
                <a:lnTo>
                  <a:pt x="1315" y="47494"/>
                </a:lnTo>
                <a:lnTo>
                  <a:pt x="1315" y="48074"/>
                </a:lnTo>
                <a:lnTo>
                  <a:pt x="1411" y="48683"/>
                </a:lnTo>
                <a:lnTo>
                  <a:pt x="1411" y="49292"/>
                </a:lnTo>
                <a:lnTo>
                  <a:pt x="1411" y="49872"/>
                </a:lnTo>
                <a:lnTo>
                  <a:pt x="1411" y="50481"/>
                </a:lnTo>
                <a:lnTo>
                  <a:pt x="1475" y="51090"/>
                </a:lnTo>
                <a:lnTo>
                  <a:pt x="1475" y="51670"/>
                </a:lnTo>
                <a:lnTo>
                  <a:pt x="1475" y="52278"/>
                </a:lnTo>
                <a:lnTo>
                  <a:pt x="1475" y="52887"/>
                </a:lnTo>
                <a:lnTo>
                  <a:pt x="1475" y="53467"/>
                </a:lnTo>
                <a:lnTo>
                  <a:pt x="1539" y="54076"/>
                </a:lnTo>
                <a:lnTo>
                  <a:pt x="1539" y="54656"/>
                </a:lnTo>
                <a:lnTo>
                  <a:pt x="1539" y="55265"/>
                </a:lnTo>
                <a:lnTo>
                  <a:pt x="1539" y="55874"/>
                </a:lnTo>
                <a:lnTo>
                  <a:pt x="1604" y="56454"/>
                </a:lnTo>
                <a:lnTo>
                  <a:pt x="1604" y="57063"/>
                </a:lnTo>
                <a:lnTo>
                  <a:pt x="1604" y="57672"/>
                </a:lnTo>
                <a:lnTo>
                  <a:pt x="1604" y="58252"/>
                </a:lnTo>
                <a:lnTo>
                  <a:pt x="1604" y="58860"/>
                </a:lnTo>
                <a:lnTo>
                  <a:pt x="1700" y="59469"/>
                </a:lnTo>
                <a:lnTo>
                  <a:pt x="1700" y="60049"/>
                </a:lnTo>
                <a:lnTo>
                  <a:pt x="1700" y="60658"/>
                </a:lnTo>
                <a:lnTo>
                  <a:pt x="1700" y="61238"/>
                </a:lnTo>
                <a:lnTo>
                  <a:pt x="1764" y="61847"/>
                </a:lnTo>
                <a:lnTo>
                  <a:pt x="1764" y="62456"/>
                </a:lnTo>
                <a:lnTo>
                  <a:pt x="1764" y="63036"/>
                </a:lnTo>
                <a:lnTo>
                  <a:pt x="1764" y="63645"/>
                </a:lnTo>
                <a:lnTo>
                  <a:pt x="1764" y="64254"/>
                </a:lnTo>
                <a:lnTo>
                  <a:pt x="1828" y="64834"/>
                </a:lnTo>
                <a:lnTo>
                  <a:pt x="1828" y="65442"/>
                </a:lnTo>
                <a:lnTo>
                  <a:pt x="1828" y="66051"/>
                </a:lnTo>
                <a:lnTo>
                  <a:pt x="1828" y="66631"/>
                </a:lnTo>
                <a:lnTo>
                  <a:pt x="1892" y="67298"/>
                </a:lnTo>
                <a:lnTo>
                  <a:pt x="1892" y="67907"/>
                </a:lnTo>
                <a:lnTo>
                  <a:pt x="1892" y="68487"/>
                </a:lnTo>
                <a:lnTo>
                  <a:pt x="1892" y="69096"/>
                </a:lnTo>
                <a:lnTo>
                  <a:pt x="1892" y="69705"/>
                </a:lnTo>
                <a:lnTo>
                  <a:pt x="1988" y="70285"/>
                </a:lnTo>
                <a:lnTo>
                  <a:pt x="1988" y="70894"/>
                </a:lnTo>
                <a:lnTo>
                  <a:pt x="1988" y="71503"/>
                </a:lnTo>
                <a:lnTo>
                  <a:pt x="1988" y="72169"/>
                </a:lnTo>
                <a:lnTo>
                  <a:pt x="2053" y="72749"/>
                </a:lnTo>
                <a:lnTo>
                  <a:pt x="2053" y="73358"/>
                </a:lnTo>
                <a:lnTo>
                  <a:pt x="2053" y="73967"/>
                </a:lnTo>
                <a:lnTo>
                  <a:pt x="2053" y="74547"/>
                </a:lnTo>
                <a:lnTo>
                  <a:pt x="2053" y="75156"/>
                </a:lnTo>
                <a:lnTo>
                  <a:pt x="2117" y="75823"/>
                </a:lnTo>
                <a:lnTo>
                  <a:pt x="2117" y="76403"/>
                </a:lnTo>
                <a:lnTo>
                  <a:pt x="2117" y="77012"/>
                </a:lnTo>
                <a:lnTo>
                  <a:pt x="2117" y="77621"/>
                </a:lnTo>
                <a:lnTo>
                  <a:pt x="2117" y="78201"/>
                </a:lnTo>
                <a:lnTo>
                  <a:pt x="2213" y="78867"/>
                </a:lnTo>
                <a:lnTo>
                  <a:pt x="2213" y="79476"/>
                </a:lnTo>
                <a:lnTo>
                  <a:pt x="2213" y="80085"/>
                </a:lnTo>
                <a:lnTo>
                  <a:pt x="2213" y="80665"/>
                </a:lnTo>
                <a:lnTo>
                  <a:pt x="2277" y="81332"/>
                </a:lnTo>
                <a:lnTo>
                  <a:pt x="2277" y="81941"/>
                </a:lnTo>
                <a:lnTo>
                  <a:pt x="2277" y="82521"/>
                </a:lnTo>
                <a:lnTo>
                  <a:pt x="2277" y="83130"/>
                </a:lnTo>
                <a:lnTo>
                  <a:pt x="2277" y="83797"/>
                </a:lnTo>
                <a:lnTo>
                  <a:pt x="2341" y="84406"/>
                </a:lnTo>
                <a:lnTo>
                  <a:pt x="2341" y="84985"/>
                </a:lnTo>
                <a:lnTo>
                  <a:pt x="2341" y="85594"/>
                </a:lnTo>
                <a:lnTo>
                  <a:pt x="2341" y="86261"/>
                </a:lnTo>
                <a:lnTo>
                  <a:pt x="2406" y="86841"/>
                </a:lnTo>
                <a:lnTo>
                  <a:pt x="2406" y="87450"/>
                </a:lnTo>
                <a:lnTo>
                  <a:pt x="2406" y="88059"/>
                </a:lnTo>
                <a:lnTo>
                  <a:pt x="2406" y="88726"/>
                </a:lnTo>
                <a:lnTo>
                  <a:pt x="2406" y="89306"/>
                </a:lnTo>
                <a:lnTo>
                  <a:pt x="2502" y="89915"/>
                </a:lnTo>
                <a:lnTo>
                  <a:pt x="2502" y="90582"/>
                </a:lnTo>
                <a:lnTo>
                  <a:pt x="2502" y="91162"/>
                </a:lnTo>
                <a:lnTo>
                  <a:pt x="2502" y="91770"/>
                </a:lnTo>
                <a:lnTo>
                  <a:pt x="2566" y="92437"/>
                </a:lnTo>
                <a:lnTo>
                  <a:pt x="2566" y="93046"/>
                </a:lnTo>
                <a:lnTo>
                  <a:pt x="2566" y="93626"/>
                </a:lnTo>
                <a:lnTo>
                  <a:pt x="2566" y="94293"/>
                </a:lnTo>
                <a:lnTo>
                  <a:pt x="2566" y="94902"/>
                </a:lnTo>
                <a:lnTo>
                  <a:pt x="2630" y="95511"/>
                </a:lnTo>
                <a:lnTo>
                  <a:pt x="2630" y="96149"/>
                </a:lnTo>
                <a:lnTo>
                  <a:pt x="2630" y="96758"/>
                </a:lnTo>
                <a:lnTo>
                  <a:pt x="2630" y="97425"/>
                </a:lnTo>
                <a:lnTo>
                  <a:pt x="2726" y="98033"/>
                </a:lnTo>
                <a:lnTo>
                  <a:pt x="2726" y="98613"/>
                </a:lnTo>
                <a:lnTo>
                  <a:pt x="2726" y="99280"/>
                </a:lnTo>
                <a:lnTo>
                  <a:pt x="2726" y="99889"/>
                </a:lnTo>
                <a:lnTo>
                  <a:pt x="2726" y="100498"/>
                </a:lnTo>
                <a:lnTo>
                  <a:pt x="2790" y="101136"/>
                </a:lnTo>
                <a:lnTo>
                  <a:pt x="2790" y="101745"/>
                </a:lnTo>
                <a:lnTo>
                  <a:pt x="2790" y="102412"/>
                </a:lnTo>
                <a:lnTo>
                  <a:pt x="2790" y="103021"/>
                </a:lnTo>
                <a:lnTo>
                  <a:pt x="2855" y="103688"/>
                </a:lnTo>
                <a:lnTo>
                  <a:pt x="2855" y="104268"/>
                </a:lnTo>
                <a:lnTo>
                  <a:pt x="2855" y="104876"/>
                </a:lnTo>
                <a:lnTo>
                  <a:pt x="2855" y="105543"/>
                </a:lnTo>
                <a:lnTo>
                  <a:pt x="2855" y="106123"/>
                </a:lnTo>
                <a:lnTo>
                  <a:pt x="2919" y="106790"/>
                </a:lnTo>
                <a:lnTo>
                  <a:pt x="2919" y="107399"/>
                </a:lnTo>
                <a:lnTo>
                  <a:pt x="2919" y="108066"/>
                </a:lnTo>
                <a:lnTo>
                  <a:pt x="2919" y="108675"/>
                </a:lnTo>
                <a:lnTo>
                  <a:pt x="2919" y="109342"/>
                </a:lnTo>
                <a:lnTo>
                  <a:pt x="3015" y="109922"/>
                </a:lnTo>
                <a:lnTo>
                  <a:pt x="3015" y="110531"/>
                </a:lnTo>
                <a:lnTo>
                  <a:pt x="3015" y="111197"/>
                </a:lnTo>
                <a:lnTo>
                  <a:pt x="3015" y="111777"/>
                </a:lnTo>
                <a:lnTo>
                  <a:pt x="3079" y="112444"/>
                </a:lnTo>
                <a:lnTo>
                  <a:pt x="3079" y="113053"/>
                </a:lnTo>
                <a:lnTo>
                  <a:pt x="3079" y="113720"/>
                </a:lnTo>
                <a:lnTo>
                  <a:pt x="3079" y="114329"/>
                </a:lnTo>
                <a:lnTo>
                  <a:pt x="3079" y="114996"/>
                </a:lnTo>
                <a:lnTo>
                  <a:pt x="3143" y="115576"/>
                </a:lnTo>
                <a:lnTo>
                  <a:pt x="3143" y="116243"/>
                </a:lnTo>
                <a:lnTo>
                  <a:pt x="3143" y="116852"/>
                </a:lnTo>
                <a:lnTo>
                  <a:pt x="3143" y="117518"/>
                </a:lnTo>
                <a:lnTo>
                  <a:pt x="3208" y="118098"/>
                </a:lnTo>
                <a:lnTo>
                  <a:pt x="3208" y="11876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099342" y="3396286"/>
            <a:ext cx="3240" cy="129755"/>
          </a:xfrm>
          <a:custGeom>
            <a:avLst/>
            <a:gdLst/>
            <a:ahLst/>
            <a:cxnLst/>
            <a:rect l="l" t="t" r="r" b="b"/>
            <a:pathLst>
              <a:path w="3240" h="129755">
                <a:moveTo>
                  <a:pt x="0" y="0"/>
                </a:moveTo>
                <a:lnTo>
                  <a:pt x="0" y="666"/>
                </a:lnTo>
                <a:lnTo>
                  <a:pt x="0" y="1275"/>
                </a:lnTo>
                <a:lnTo>
                  <a:pt x="0" y="1942"/>
                </a:lnTo>
                <a:lnTo>
                  <a:pt x="96" y="2522"/>
                </a:lnTo>
                <a:lnTo>
                  <a:pt x="96" y="3189"/>
                </a:lnTo>
                <a:lnTo>
                  <a:pt x="96" y="3798"/>
                </a:lnTo>
                <a:lnTo>
                  <a:pt x="96" y="4465"/>
                </a:lnTo>
                <a:lnTo>
                  <a:pt x="160" y="5074"/>
                </a:lnTo>
                <a:lnTo>
                  <a:pt x="160" y="5712"/>
                </a:lnTo>
                <a:lnTo>
                  <a:pt x="160" y="6321"/>
                </a:lnTo>
                <a:lnTo>
                  <a:pt x="160" y="6987"/>
                </a:lnTo>
                <a:lnTo>
                  <a:pt x="160" y="7654"/>
                </a:lnTo>
                <a:lnTo>
                  <a:pt x="224" y="8263"/>
                </a:lnTo>
                <a:lnTo>
                  <a:pt x="224" y="8930"/>
                </a:lnTo>
                <a:lnTo>
                  <a:pt x="224" y="9510"/>
                </a:lnTo>
                <a:lnTo>
                  <a:pt x="224" y="10177"/>
                </a:lnTo>
                <a:lnTo>
                  <a:pt x="320" y="10844"/>
                </a:lnTo>
                <a:lnTo>
                  <a:pt x="320" y="11453"/>
                </a:lnTo>
                <a:lnTo>
                  <a:pt x="320" y="12120"/>
                </a:lnTo>
                <a:lnTo>
                  <a:pt x="320" y="12700"/>
                </a:lnTo>
                <a:lnTo>
                  <a:pt x="320" y="13366"/>
                </a:lnTo>
                <a:lnTo>
                  <a:pt x="384" y="14033"/>
                </a:lnTo>
                <a:lnTo>
                  <a:pt x="384" y="14642"/>
                </a:lnTo>
                <a:lnTo>
                  <a:pt x="384" y="15309"/>
                </a:lnTo>
                <a:lnTo>
                  <a:pt x="384" y="15889"/>
                </a:lnTo>
                <a:lnTo>
                  <a:pt x="449" y="16556"/>
                </a:lnTo>
                <a:lnTo>
                  <a:pt x="449" y="17223"/>
                </a:lnTo>
                <a:lnTo>
                  <a:pt x="449" y="17832"/>
                </a:lnTo>
                <a:lnTo>
                  <a:pt x="449" y="18499"/>
                </a:lnTo>
                <a:lnTo>
                  <a:pt x="449" y="19166"/>
                </a:lnTo>
                <a:lnTo>
                  <a:pt x="513" y="19745"/>
                </a:lnTo>
                <a:lnTo>
                  <a:pt x="513" y="20412"/>
                </a:lnTo>
                <a:lnTo>
                  <a:pt x="513" y="21079"/>
                </a:lnTo>
                <a:lnTo>
                  <a:pt x="513" y="21688"/>
                </a:lnTo>
                <a:lnTo>
                  <a:pt x="513" y="22355"/>
                </a:lnTo>
                <a:lnTo>
                  <a:pt x="609" y="23022"/>
                </a:lnTo>
                <a:lnTo>
                  <a:pt x="609" y="23602"/>
                </a:lnTo>
                <a:lnTo>
                  <a:pt x="609" y="24269"/>
                </a:lnTo>
                <a:lnTo>
                  <a:pt x="609" y="24936"/>
                </a:lnTo>
                <a:lnTo>
                  <a:pt x="673" y="25545"/>
                </a:lnTo>
                <a:lnTo>
                  <a:pt x="673" y="26211"/>
                </a:lnTo>
                <a:lnTo>
                  <a:pt x="673" y="26878"/>
                </a:lnTo>
                <a:lnTo>
                  <a:pt x="673" y="27458"/>
                </a:lnTo>
                <a:lnTo>
                  <a:pt x="673" y="28125"/>
                </a:lnTo>
                <a:lnTo>
                  <a:pt x="737" y="28792"/>
                </a:lnTo>
                <a:lnTo>
                  <a:pt x="737" y="29401"/>
                </a:lnTo>
                <a:lnTo>
                  <a:pt x="737" y="30068"/>
                </a:lnTo>
                <a:lnTo>
                  <a:pt x="737" y="30735"/>
                </a:lnTo>
                <a:lnTo>
                  <a:pt x="834" y="31402"/>
                </a:lnTo>
                <a:lnTo>
                  <a:pt x="834" y="31982"/>
                </a:lnTo>
                <a:lnTo>
                  <a:pt x="834" y="32648"/>
                </a:lnTo>
                <a:lnTo>
                  <a:pt x="834" y="33315"/>
                </a:lnTo>
                <a:lnTo>
                  <a:pt x="834" y="33924"/>
                </a:lnTo>
                <a:lnTo>
                  <a:pt x="898" y="34591"/>
                </a:lnTo>
                <a:lnTo>
                  <a:pt x="898" y="35258"/>
                </a:lnTo>
                <a:lnTo>
                  <a:pt x="898" y="35925"/>
                </a:lnTo>
                <a:lnTo>
                  <a:pt x="898" y="36505"/>
                </a:lnTo>
                <a:lnTo>
                  <a:pt x="962" y="37172"/>
                </a:lnTo>
                <a:lnTo>
                  <a:pt x="962" y="37839"/>
                </a:lnTo>
                <a:lnTo>
                  <a:pt x="962" y="38506"/>
                </a:lnTo>
                <a:lnTo>
                  <a:pt x="962" y="39114"/>
                </a:lnTo>
                <a:lnTo>
                  <a:pt x="962" y="39781"/>
                </a:lnTo>
                <a:lnTo>
                  <a:pt x="1026" y="40448"/>
                </a:lnTo>
                <a:lnTo>
                  <a:pt x="1026" y="41115"/>
                </a:lnTo>
                <a:lnTo>
                  <a:pt x="1026" y="41695"/>
                </a:lnTo>
                <a:lnTo>
                  <a:pt x="1026" y="42362"/>
                </a:lnTo>
                <a:lnTo>
                  <a:pt x="1122" y="43029"/>
                </a:lnTo>
                <a:lnTo>
                  <a:pt x="1122" y="43696"/>
                </a:lnTo>
                <a:lnTo>
                  <a:pt x="1122" y="44305"/>
                </a:lnTo>
                <a:lnTo>
                  <a:pt x="1122" y="44972"/>
                </a:lnTo>
                <a:lnTo>
                  <a:pt x="1122" y="45610"/>
                </a:lnTo>
                <a:lnTo>
                  <a:pt x="1186" y="46276"/>
                </a:lnTo>
                <a:lnTo>
                  <a:pt x="1186" y="46943"/>
                </a:lnTo>
                <a:lnTo>
                  <a:pt x="1186" y="47552"/>
                </a:lnTo>
                <a:lnTo>
                  <a:pt x="1186" y="48219"/>
                </a:lnTo>
                <a:lnTo>
                  <a:pt x="1251" y="48886"/>
                </a:lnTo>
                <a:lnTo>
                  <a:pt x="1251" y="49553"/>
                </a:lnTo>
                <a:lnTo>
                  <a:pt x="1251" y="50133"/>
                </a:lnTo>
                <a:lnTo>
                  <a:pt x="1251" y="50800"/>
                </a:lnTo>
                <a:lnTo>
                  <a:pt x="1251" y="51467"/>
                </a:lnTo>
                <a:lnTo>
                  <a:pt x="1315" y="52134"/>
                </a:lnTo>
                <a:lnTo>
                  <a:pt x="1315" y="52800"/>
                </a:lnTo>
                <a:lnTo>
                  <a:pt x="1315" y="53409"/>
                </a:lnTo>
                <a:lnTo>
                  <a:pt x="1315" y="54076"/>
                </a:lnTo>
                <a:lnTo>
                  <a:pt x="1315" y="54743"/>
                </a:lnTo>
                <a:lnTo>
                  <a:pt x="1411" y="55410"/>
                </a:lnTo>
                <a:lnTo>
                  <a:pt x="1411" y="56077"/>
                </a:lnTo>
                <a:lnTo>
                  <a:pt x="1411" y="56715"/>
                </a:lnTo>
                <a:lnTo>
                  <a:pt x="1411" y="57324"/>
                </a:lnTo>
                <a:lnTo>
                  <a:pt x="1475" y="57991"/>
                </a:lnTo>
                <a:lnTo>
                  <a:pt x="1475" y="58658"/>
                </a:lnTo>
                <a:lnTo>
                  <a:pt x="1475" y="59324"/>
                </a:lnTo>
                <a:lnTo>
                  <a:pt x="1475" y="59991"/>
                </a:lnTo>
                <a:lnTo>
                  <a:pt x="1475" y="60658"/>
                </a:lnTo>
                <a:lnTo>
                  <a:pt x="1539" y="61238"/>
                </a:lnTo>
                <a:lnTo>
                  <a:pt x="1539" y="61905"/>
                </a:lnTo>
                <a:lnTo>
                  <a:pt x="1539" y="62572"/>
                </a:lnTo>
                <a:lnTo>
                  <a:pt x="1539" y="63239"/>
                </a:lnTo>
                <a:lnTo>
                  <a:pt x="1636" y="63906"/>
                </a:lnTo>
                <a:lnTo>
                  <a:pt x="1636" y="64573"/>
                </a:lnTo>
                <a:lnTo>
                  <a:pt x="1636" y="65182"/>
                </a:lnTo>
                <a:lnTo>
                  <a:pt x="1636" y="65848"/>
                </a:lnTo>
                <a:lnTo>
                  <a:pt x="1636" y="66515"/>
                </a:lnTo>
                <a:lnTo>
                  <a:pt x="1700" y="67153"/>
                </a:lnTo>
                <a:lnTo>
                  <a:pt x="1700" y="67820"/>
                </a:lnTo>
                <a:lnTo>
                  <a:pt x="1700" y="68487"/>
                </a:lnTo>
                <a:lnTo>
                  <a:pt x="1700" y="69096"/>
                </a:lnTo>
                <a:lnTo>
                  <a:pt x="1764" y="69763"/>
                </a:lnTo>
                <a:lnTo>
                  <a:pt x="1764" y="70430"/>
                </a:lnTo>
                <a:lnTo>
                  <a:pt x="1764" y="71097"/>
                </a:lnTo>
                <a:lnTo>
                  <a:pt x="1764" y="71763"/>
                </a:lnTo>
                <a:lnTo>
                  <a:pt x="1764" y="72430"/>
                </a:lnTo>
                <a:lnTo>
                  <a:pt x="1828" y="73097"/>
                </a:lnTo>
                <a:lnTo>
                  <a:pt x="1828" y="73764"/>
                </a:lnTo>
                <a:lnTo>
                  <a:pt x="1828" y="74344"/>
                </a:lnTo>
                <a:lnTo>
                  <a:pt x="1828" y="75011"/>
                </a:lnTo>
                <a:lnTo>
                  <a:pt x="1924" y="75678"/>
                </a:lnTo>
                <a:lnTo>
                  <a:pt x="1924" y="76345"/>
                </a:lnTo>
                <a:lnTo>
                  <a:pt x="1924" y="77012"/>
                </a:lnTo>
                <a:lnTo>
                  <a:pt x="1924" y="77679"/>
                </a:lnTo>
                <a:lnTo>
                  <a:pt x="1924" y="78345"/>
                </a:lnTo>
                <a:lnTo>
                  <a:pt x="1988" y="79012"/>
                </a:lnTo>
                <a:lnTo>
                  <a:pt x="1988" y="79534"/>
                </a:lnTo>
                <a:lnTo>
                  <a:pt x="1988" y="80201"/>
                </a:lnTo>
                <a:lnTo>
                  <a:pt x="1988" y="80868"/>
                </a:lnTo>
                <a:lnTo>
                  <a:pt x="2053" y="81535"/>
                </a:lnTo>
                <a:lnTo>
                  <a:pt x="2053" y="82202"/>
                </a:lnTo>
                <a:lnTo>
                  <a:pt x="2053" y="82869"/>
                </a:lnTo>
                <a:lnTo>
                  <a:pt x="2053" y="83536"/>
                </a:lnTo>
                <a:lnTo>
                  <a:pt x="2053" y="84203"/>
                </a:lnTo>
                <a:lnTo>
                  <a:pt x="2117" y="84869"/>
                </a:lnTo>
                <a:lnTo>
                  <a:pt x="2117" y="85449"/>
                </a:lnTo>
                <a:lnTo>
                  <a:pt x="2117" y="86116"/>
                </a:lnTo>
                <a:lnTo>
                  <a:pt x="2117" y="86783"/>
                </a:lnTo>
                <a:lnTo>
                  <a:pt x="2117" y="87450"/>
                </a:lnTo>
                <a:lnTo>
                  <a:pt x="2213" y="88117"/>
                </a:lnTo>
                <a:lnTo>
                  <a:pt x="2213" y="88784"/>
                </a:lnTo>
                <a:lnTo>
                  <a:pt x="2213" y="89451"/>
                </a:lnTo>
                <a:lnTo>
                  <a:pt x="2213" y="90118"/>
                </a:lnTo>
                <a:lnTo>
                  <a:pt x="2277" y="90785"/>
                </a:lnTo>
                <a:lnTo>
                  <a:pt x="2277" y="91451"/>
                </a:lnTo>
                <a:lnTo>
                  <a:pt x="2277" y="92089"/>
                </a:lnTo>
                <a:lnTo>
                  <a:pt x="2277" y="92698"/>
                </a:lnTo>
                <a:lnTo>
                  <a:pt x="2277" y="93365"/>
                </a:lnTo>
                <a:lnTo>
                  <a:pt x="2341" y="94032"/>
                </a:lnTo>
                <a:lnTo>
                  <a:pt x="2341" y="94699"/>
                </a:lnTo>
                <a:lnTo>
                  <a:pt x="2341" y="95366"/>
                </a:lnTo>
                <a:lnTo>
                  <a:pt x="2341" y="96033"/>
                </a:lnTo>
                <a:lnTo>
                  <a:pt x="2438" y="96700"/>
                </a:lnTo>
                <a:lnTo>
                  <a:pt x="2438" y="97367"/>
                </a:lnTo>
                <a:lnTo>
                  <a:pt x="2438" y="98033"/>
                </a:lnTo>
                <a:lnTo>
                  <a:pt x="2438" y="98700"/>
                </a:lnTo>
                <a:lnTo>
                  <a:pt x="2438" y="99338"/>
                </a:lnTo>
                <a:lnTo>
                  <a:pt x="2502" y="100005"/>
                </a:lnTo>
                <a:lnTo>
                  <a:pt x="2502" y="100614"/>
                </a:lnTo>
                <a:lnTo>
                  <a:pt x="2502" y="101281"/>
                </a:lnTo>
                <a:lnTo>
                  <a:pt x="2502" y="101948"/>
                </a:lnTo>
                <a:lnTo>
                  <a:pt x="2566" y="102615"/>
                </a:lnTo>
                <a:lnTo>
                  <a:pt x="2566" y="103282"/>
                </a:lnTo>
                <a:lnTo>
                  <a:pt x="2566" y="103949"/>
                </a:lnTo>
                <a:lnTo>
                  <a:pt x="2566" y="104615"/>
                </a:lnTo>
                <a:lnTo>
                  <a:pt x="2566" y="105282"/>
                </a:lnTo>
                <a:lnTo>
                  <a:pt x="2630" y="105949"/>
                </a:lnTo>
                <a:lnTo>
                  <a:pt x="2630" y="106587"/>
                </a:lnTo>
                <a:lnTo>
                  <a:pt x="2630" y="107254"/>
                </a:lnTo>
                <a:lnTo>
                  <a:pt x="2630" y="107921"/>
                </a:lnTo>
                <a:lnTo>
                  <a:pt x="2726" y="108588"/>
                </a:lnTo>
                <a:lnTo>
                  <a:pt x="2726" y="109255"/>
                </a:lnTo>
                <a:lnTo>
                  <a:pt x="2726" y="109864"/>
                </a:lnTo>
                <a:lnTo>
                  <a:pt x="2726" y="110531"/>
                </a:lnTo>
                <a:lnTo>
                  <a:pt x="2726" y="111197"/>
                </a:lnTo>
                <a:lnTo>
                  <a:pt x="2790" y="111864"/>
                </a:lnTo>
                <a:lnTo>
                  <a:pt x="2790" y="112531"/>
                </a:lnTo>
                <a:lnTo>
                  <a:pt x="2790" y="113169"/>
                </a:lnTo>
                <a:lnTo>
                  <a:pt x="2790" y="113836"/>
                </a:lnTo>
                <a:lnTo>
                  <a:pt x="2855" y="114503"/>
                </a:lnTo>
                <a:lnTo>
                  <a:pt x="2855" y="115170"/>
                </a:lnTo>
                <a:lnTo>
                  <a:pt x="2855" y="115837"/>
                </a:lnTo>
                <a:lnTo>
                  <a:pt x="2855" y="116504"/>
                </a:lnTo>
                <a:lnTo>
                  <a:pt x="2855" y="117171"/>
                </a:lnTo>
                <a:lnTo>
                  <a:pt x="2951" y="117837"/>
                </a:lnTo>
                <a:lnTo>
                  <a:pt x="2951" y="118504"/>
                </a:lnTo>
                <a:lnTo>
                  <a:pt x="2951" y="119171"/>
                </a:lnTo>
                <a:lnTo>
                  <a:pt x="2951" y="119838"/>
                </a:lnTo>
                <a:lnTo>
                  <a:pt x="2951" y="120418"/>
                </a:lnTo>
                <a:lnTo>
                  <a:pt x="3015" y="121085"/>
                </a:lnTo>
                <a:lnTo>
                  <a:pt x="3015" y="121752"/>
                </a:lnTo>
                <a:lnTo>
                  <a:pt x="3015" y="122419"/>
                </a:lnTo>
                <a:lnTo>
                  <a:pt x="3015" y="123086"/>
                </a:lnTo>
                <a:lnTo>
                  <a:pt x="3079" y="123753"/>
                </a:lnTo>
                <a:lnTo>
                  <a:pt x="3079" y="124419"/>
                </a:lnTo>
                <a:lnTo>
                  <a:pt x="3079" y="125086"/>
                </a:lnTo>
                <a:lnTo>
                  <a:pt x="3079" y="125753"/>
                </a:lnTo>
                <a:lnTo>
                  <a:pt x="3079" y="126420"/>
                </a:lnTo>
                <a:lnTo>
                  <a:pt x="3143" y="127087"/>
                </a:lnTo>
                <a:lnTo>
                  <a:pt x="3143" y="127754"/>
                </a:lnTo>
                <a:lnTo>
                  <a:pt x="3143" y="128421"/>
                </a:lnTo>
                <a:lnTo>
                  <a:pt x="3143" y="129088"/>
                </a:lnTo>
                <a:lnTo>
                  <a:pt x="3240" y="12975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102582" y="3526042"/>
            <a:ext cx="3143" cy="129262"/>
          </a:xfrm>
          <a:custGeom>
            <a:avLst/>
            <a:gdLst/>
            <a:ahLst/>
            <a:cxnLst/>
            <a:rect l="l" t="t" r="r" b="b"/>
            <a:pathLst>
              <a:path w="3143" h="129262">
                <a:moveTo>
                  <a:pt x="0" y="0"/>
                </a:moveTo>
                <a:lnTo>
                  <a:pt x="0" y="637"/>
                </a:lnTo>
                <a:lnTo>
                  <a:pt x="0" y="1246"/>
                </a:lnTo>
                <a:lnTo>
                  <a:pt x="0" y="1913"/>
                </a:lnTo>
                <a:lnTo>
                  <a:pt x="0" y="2580"/>
                </a:lnTo>
                <a:lnTo>
                  <a:pt x="64" y="3247"/>
                </a:lnTo>
                <a:lnTo>
                  <a:pt x="64" y="3914"/>
                </a:lnTo>
                <a:lnTo>
                  <a:pt x="64" y="4581"/>
                </a:lnTo>
                <a:lnTo>
                  <a:pt x="64" y="5248"/>
                </a:lnTo>
                <a:lnTo>
                  <a:pt x="128" y="5915"/>
                </a:lnTo>
                <a:lnTo>
                  <a:pt x="128" y="6581"/>
                </a:lnTo>
                <a:lnTo>
                  <a:pt x="128" y="7219"/>
                </a:lnTo>
                <a:lnTo>
                  <a:pt x="128" y="7886"/>
                </a:lnTo>
                <a:lnTo>
                  <a:pt x="128" y="8553"/>
                </a:lnTo>
                <a:lnTo>
                  <a:pt x="192" y="9220"/>
                </a:lnTo>
                <a:lnTo>
                  <a:pt x="192" y="9887"/>
                </a:lnTo>
                <a:lnTo>
                  <a:pt x="192" y="10554"/>
                </a:lnTo>
                <a:lnTo>
                  <a:pt x="192" y="11163"/>
                </a:lnTo>
                <a:lnTo>
                  <a:pt x="288" y="11830"/>
                </a:lnTo>
                <a:lnTo>
                  <a:pt x="288" y="12497"/>
                </a:lnTo>
                <a:lnTo>
                  <a:pt x="288" y="13163"/>
                </a:lnTo>
                <a:lnTo>
                  <a:pt x="288" y="13830"/>
                </a:lnTo>
                <a:lnTo>
                  <a:pt x="288" y="14468"/>
                </a:lnTo>
                <a:lnTo>
                  <a:pt x="352" y="15135"/>
                </a:lnTo>
                <a:lnTo>
                  <a:pt x="352" y="15802"/>
                </a:lnTo>
                <a:lnTo>
                  <a:pt x="352" y="16469"/>
                </a:lnTo>
                <a:lnTo>
                  <a:pt x="352" y="17136"/>
                </a:lnTo>
                <a:lnTo>
                  <a:pt x="417" y="17803"/>
                </a:lnTo>
                <a:lnTo>
                  <a:pt x="417" y="18470"/>
                </a:lnTo>
                <a:lnTo>
                  <a:pt x="417" y="19137"/>
                </a:lnTo>
                <a:lnTo>
                  <a:pt x="417" y="19803"/>
                </a:lnTo>
                <a:lnTo>
                  <a:pt x="417" y="20412"/>
                </a:lnTo>
                <a:lnTo>
                  <a:pt x="513" y="21079"/>
                </a:lnTo>
                <a:lnTo>
                  <a:pt x="513" y="21717"/>
                </a:lnTo>
                <a:lnTo>
                  <a:pt x="513" y="22384"/>
                </a:lnTo>
                <a:lnTo>
                  <a:pt x="513" y="23051"/>
                </a:lnTo>
                <a:lnTo>
                  <a:pt x="513" y="23718"/>
                </a:lnTo>
                <a:lnTo>
                  <a:pt x="577" y="24385"/>
                </a:lnTo>
                <a:lnTo>
                  <a:pt x="577" y="25052"/>
                </a:lnTo>
                <a:lnTo>
                  <a:pt x="577" y="25719"/>
                </a:lnTo>
                <a:lnTo>
                  <a:pt x="577" y="26385"/>
                </a:lnTo>
                <a:lnTo>
                  <a:pt x="641" y="27052"/>
                </a:lnTo>
                <a:lnTo>
                  <a:pt x="641" y="27719"/>
                </a:lnTo>
                <a:lnTo>
                  <a:pt x="641" y="28299"/>
                </a:lnTo>
                <a:lnTo>
                  <a:pt x="641" y="28966"/>
                </a:lnTo>
                <a:lnTo>
                  <a:pt x="641" y="29633"/>
                </a:lnTo>
                <a:lnTo>
                  <a:pt x="705" y="30300"/>
                </a:lnTo>
                <a:lnTo>
                  <a:pt x="705" y="30967"/>
                </a:lnTo>
                <a:lnTo>
                  <a:pt x="705" y="31634"/>
                </a:lnTo>
                <a:lnTo>
                  <a:pt x="705" y="32301"/>
                </a:lnTo>
                <a:lnTo>
                  <a:pt x="802" y="32967"/>
                </a:lnTo>
                <a:lnTo>
                  <a:pt x="802" y="33634"/>
                </a:lnTo>
                <a:lnTo>
                  <a:pt x="802" y="34301"/>
                </a:lnTo>
                <a:lnTo>
                  <a:pt x="802" y="34910"/>
                </a:lnTo>
                <a:lnTo>
                  <a:pt x="802" y="35548"/>
                </a:lnTo>
                <a:lnTo>
                  <a:pt x="866" y="36215"/>
                </a:lnTo>
                <a:lnTo>
                  <a:pt x="866" y="36882"/>
                </a:lnTo>
                <a:lnTo>
                  <a:pt x="866" y="37549"/>
                </a:lnTo>
                <a:lnTo>
                  <a:pt x="866" y="38216"/>
                </a:lnTo>
                <a:lnTo>
                  <a:pt x="930" y="38883"/>
                </a:lnTo>
                <a:lnTo>
                  <a:pt x="930" y="39549"/>
                </a:lnTo>
                <a:lnTo>
                  <a:pt x="930" y="40216"/>
                </a:lnTo>
                <a:lnTo>
                  <a:pt x="930" y="40825"/>
                </a:lnTo>
                <a:lnTo>
                  <a:pt x="930" y="41492"/>
                </a:lnTo>
                <a:lnTo>
                  <a:pt x="994" y="42130"/>
                </a:lnTo>
                <a:lnTo>
                  <a:pt x="994" y="42797"/>
                </a:lnTo>
                <a:lnTo>
                  <a:pt x="994" y="43464"/>
                </a:lnTo>
                <a:lnTo>
                  <a:pt x="994" y="44131"/>
                </a:lnTo>
                <a:lnTo>
                  <a:pt x="1090" y="44798"/>
                </a:lnTo>
                <a:lnTo>
                  <a:pt x="1090" y="45465"/>
                </a:lnTo>
                <a:lnTo>
                  <a:pt x="1090" y="46073"/>
                </a:lnTo>
                <a:lnTo>
                  <a:pt x="1090" y="46740"/>
                </a:lnTo>
                <a:lnTo>
                  <a:pt x="1090" y="47407"/>
                </a:lnTo>
                <a:lnTo>
                  <a:pt x="1154" y="48074"/>
                </a:lnTo>
                <a:lnTo>
                  <a:pt x="1154" y="48741"/>
                </a:lnTo>
                <a:lnTo>
                  <a:pt x="1154" y="49379"/>
                </a:lnTo>
                <a:lnTo>
                  <a:pt x="1154" y="50046"/>
                </a:lnTo>
                <a:lnTo>
                  <a:pt x="1219" y="50713"/>
                </a:lnTo>
                <a:lnTo>
                  <a:pt x="1219" y="51322"/>
                </a:lnTo>
                <a:lnTo>
                  <a:pt x="1219" y="51989"/>
                </a:lnTo>
                <a:lnTo>
                  <a:pt x="1219" y="52655"/>
                </a:lnTo>
                <a:lnTo>
                  <a:pt x="1219" y="53322"/>
                </a:lnTo>
                <a:lnTo>
                  <a:pt x="1315" y="53989"/>
                </a:lnTo>
                <a:lnTo>
                  <a:pt x="1315" y="54656"/>
                </a:lnTo>
                <a:lnTo>
                  <a:pt x="1315" y="55236"/>
                </a:lnTo>
                <a:lnTo>
                  <a:pt x="1315" y="55903"/>
                </a:lnTo>
                <a:lnTo>
                  <a:pt x="1315" y="56570"/>
                </a:lnTo>
                <a:lnTo>
                  <a:pt x="1379" y="57237"/>
                </a:lnTo>
                <a:lnTo>
                  <a:pt x="1379" y="57904"/>
                </a:lnTo>
                <a:lnTo>
                  <a:pt x="1379" y="58571"/>
                </a:lnTo>
                <a:lnTo>
                  <a:pt x="1379" y="59237"/>
                </a:lnTo>
                <a:lnTo>
                  <a:pt x="1443" y="59846"/>
                </a:lnTo>
                <a:lnTo>
                  <a:pt x="1443" y="60484"/>
                </a:lnTo>
                <a:lnTo>
                  <a:pt x="1443" y="61151"/>
                </a:lnTo>
                <a:lnTo>
                  <a:pt x="1443" y="61818"/>
                </a:lnTo>
                <a:lnTo>
                  <a:pt x="1443" y="62485"/>
                </a:lnTo>
                <a:lnTo>
                  <a:pt x="1507" y="63094"/>
                </a:lnTo>
                <a:lnTo>
                  <a:pt x="1507" y="63761"/>
                </a:lnTo>
                <a:lnTo>
                  <a:pt x="1507" y="64428"/>
                </a:lnTo>
                <a:lnTo>
                  <a:pt x="1507" y="65095"/>
                </a:lnTo>
                <a:lnTo>
                  <a:pt x="1604" y="65761"/>
                </a:lnTo>
                <a:lnTo>
                  <a:pt x="1604" y="66341"/>
                </a:lnTo>
                <a:lnTo>
                  <a:pt x="1604" y="67008"/>
                </a:lnTo>
                <a:lnTo>
                  <a:pt x="1604" y="67675"/>
                </a:lnTo>
                <a:lnTo>
                  <a:pt x="1604" y="68342"/>
                </a:lnTo>
                <a:lnTo>
                  <a:pt x="1668" y="69009"/>
                </a:lnTo>
                <a:lnTo>
                  <a:pt x="1668" y="69618"/>
                </a:lnTo>
                <a:lnTo>
                  <a:pt x="1668" y="70285"/>
                </a:lnTo>
                <a:lnTo>
                  <a:pt x="1668" y="70952"/>
                </a:lnTo>
                <a:lnTo>
                  <a:pt x="1732" y="71590"/>
                </a:lnTo>
                <a:lnTo>
                  <a:pt x="1732" y="72256"/>
                </a:lnTo>
                <a:lnTo>
                  <a:pt x="1732" y="72865"/>
                </a:lnTo>
                <a:lnTo>
                  <a:pt x="1732" y="73532"/>
                </a:lnTo>
                <a:lnTo>
                  <a:pt x="1732" y="74199"/>
                </a:lnTo>
                <a:lnTo>
                  <a:pt x="1828" y="74866"/>
                </a:lnTo>
                <a:lnTo>
                  <a:pt x="1828" y="75446"/>
                </a:lnTo>
                <a:lnTo>
                  <a:pt x="1828" y="76113"/>
                </a:lnTo>
                <a:lnTo>
                  <a:pt x="1828" y="76780"/>
                </a:lnTo>
                <a:lnTo>
                  <a:pt x="1892" y="77447"/>
                </a:lnTo>
                <a:lnTo>
                  <a:pt x="1892" y="78114"/>
                </a:lnTo>
                <a:lnTo>
                  <a:pt x="1892" y="78722"/>
                </a:lnTo>
                <a:lnTo>
                  <a:pt x="1892" y="79389"/>
                </a:lnTo>
                <a:lnTo>
                  <a:pt x="1892" y="80056"/>
                </a:lnTo>
                <a:lnTo>
                  <a:pt x="1956" y="80723"/>
                </a:lnTo>
                <a:lnTo>
                  <a:pt x="1956" y="81303"/>
                </a:lnTo>
                <a:lnTo>
                  <a:pt x="1956" y="81970"/>
                </a:lnTo>
                <a:lnTo>
                  <a:pt x="1956" y="82637"/>
                </a:lnTo>
                <a:lnTo>
                  <a:pt x="2021" y="83246"/>
                </a:lnTo>
                <a:lnTo>
                  <a:pt x="2021" y="83913"/>
                </a:lnTo>
                <a:lnTo>
                  <a:pt x="2021" y="84580"/>
                </a:lnTo>
                <a:lnTo>
                  <a:pt x="2021" y="85246"/>
                </a:lnTo>
                <a:lnTo>
                  <a:pt x="2021" y="85826"/>
                </a:lnTo>
                <a:lnTo>
                  <a:pt x="2117" y="86493"/>
                </a:lnTo>
                <a:lnTo>
                  <a:pt x="2117" y="87160"/>
                </a:lnTo>
                <a:lnTo>
                  <a:pt x="2117" y="87827"/>
                </a:lnTo>
                <a:lnTo>
                  <a:pt x="2117" y="88436"/>
                </a:lnTo>
                <a:lnTo>
                  <a:pt x="2117" y="89103"/>
                </a:lnTo>
                <a:lnTo>
                  <a:pt x="2181" y="89770"/>
                </a:lnTo>
                <a:lnTo>
                  <a:pt x="2181" y="90350"/>
                </a:lnTo>
                <a:lnTo>
                  <a:pt x="2181" y="91017"/>
                </a:lnTo>
                <a:lnTo>
                  <a:pt x="2181" y="91683"/>
                </a:lnTo>
                <a:lnTo>
                  <a:pt x="2245" y="92292"/>
                </a:lnTo>
                <a:lnTo>
                  <a:pt x="2245" y="92959"/>
                </a:lnTo>
                <a:lnTo>
                  <a:pt x="2245" y="93626"/>
                </a:lnTo>
                <a:lnTo>
                  <a:pt x="2245" y="94206"/>
                </a:lnTo>
                <a:lnTo>
                  <a:pt x="2245" y="94873"/>
                </a:lnTo>
                <a:lnTo>
                  <a:pt x="2309" y="95540"/>
                </a:lnTo>
                <a:lnTo>
                  <a:pt x="2309" y="96149"/>
                </a:lnTo>
                <a:lnTo>
                  <a:pt x="2309" y="96816"/>
                </a:lnTo>
                <a:lnTo>
                  <a:pt x="2309" y="97483"/>
                </a:lnTo>
                <a:lnTo>
                  <a:pt x="2406" y="98062"/>
                </a:lnTo>
                <a:lnTo>
                  <a:pt x="2406" y="98729"/>
                </a:lnTo>
                <a:lnTo>
                  <a:pt x="2406" y="99396"/>
                </a:lnTo>
                <a:lnTo>
                  <a:pt x="2406" y="100005"/>
                </a:lnTo>
                <a:lnTo>
                  <a:pt x="2406" y="100672"/>
                </a:lnTo>
                <a:lnTo>
                  <a:pt x="2470" y="101339"/>
                </a:lnTo>
                <a:lnTo>
                  <a:pt x="2470" y="101919"/>
                </a:lnTo>
                <a:lnTo>
                  <a:pt x="2470" y="102586"/>
                </a:lnTo>
                <a:lnTo>
                  <a:pt x="2470" y="103253"/>
                </a:lnTo>
                <a:lnTo>
                  <a:pt x="2534" y="103862"/>
                </a:lnTo>
                <a:lnTo>
                  <a:pt x="2534" y="104528"/>
                </a:lnTo>
                <a:lnTo>
                  <a:pt x="2534" y="105108"/>
                </a:lnTo>
                <a:lnTo>
                  <a:pt x="2534" y="105775"/>
                </a:lnTo>
                <a:lnTo>
                  <a:pt x="2534" y="106442"/>
                </a:lnTo>
                <a:lnTo>
                  <a:pt x="2630" y="107051"/>
                </a:lnTo>
                <a:lnTo>
                  <a:pt x="2630" y="107718"/>
                </a:lnTo>
                <a:lnTo>
                  <a:pt x="2630" y="108298"/>
                </a:lnTo>
                <a:lnTo>
                  <a:pt x="2630" y="108965"/>
                </a:lnTo>
                <a:lnTo>
                  <a:pt x="2694" y="109632"/>
                </a:lnTo>
                <a:lnTo>
                  <a:pt x="2694" y="110241"/>
                </a:lnTo>
                <a:lnTo>
                  <a:pt x="2694" y="110907"/>
                </a:lnTo>
                <a:lnTo>
                  <a:pt x="2694" y="111487"/>
                </a:lnTo>
                <a:lnTo>
                  <a:pt x="2694" y="112154"/>
                </a:lnTo>
                <a:lnTo>
                  <a:pt x="2758" y="112821"/>
                </a:lnTo>
                <a:lnTo>
                  <a:pt x="2758" y="113430"/>
                </a:lnTo>
                <a:lnTo>
                  <a:pt x="2758" y="114097"/>
                </a:lnTo>
                <a:lnTo>
                  <a:pt x="2758" y="114706"/>
                </a:lnTo>
                <a:lnTo>
                  <a:pt x="2823" y="115344"/>
                </a:lnTo>
                <a:lnTo>
                  <a:pt x="2823" y="115953"/>
                </a:lnTo>
                <a:lnTo>
                  <a:pt x="2823" y="116620"/>
                </a:lnTo>
                <a:lnTo>
                  <a:pt x="2823" y="117229"/>
                </a:lnTo>
                <a:lnTo>
                  <a:pt x="2823" y="117895"/>
                </a:lnTo>
                <a:lnTo>
                  <a:pt x="2919" y="118475"/>
                </a:lnTo>
                <a:lnTo>
                  <a:pt x="2919" y="119142"/>
                </a:lnTo>
                <a:lnTo>
                  <a:pt x="2919" y="119751"/>
                </a:lnTo>
                <a:lnTo>
                  <a:pt x="2919" y="120418"/>
                </a:lnTo>
                <a:lnTo>
                  <a:pt x="2919" y="121085"/>
                </a:lnTo>
                <a:lnTo>
                  <a:pt x="2983" y="121665"/>
                </a:lnTo>
                <a:lnTo>
                  <a:pt x="2983" y="122332"/>
                </a:lnTo>
                <a:lnTo>
                  <a:pt x="2983" y="122941"/>
                </a:lnTo>
                <a:lnTo>
                  <a:pt x="2983" y="123608"/>
                </a:lnTo>
                <a:lnTo>
                  <a:pt x="3047" y="124187"/>
                </a:lnTo>
                <a:lnTo>
                  <a:pt x="3047" y="124854"/>
                </a:lnTo>
                <a:lnTo>
                  <a:pt x="3047" y="125463"/>
                </a:lnTo>
                <a:lnTo>
                  <a:pt x="3047" y="126072"/>
                </a:lnTo>
                <a:lnTo>
                  <a:pt x="3047" y="126739"/>
                </a:lnTo>
                <a:lnTo>
                  <a:pt x="3143" y="127319"/>
                </a:lnTo>
                <a:lnTo>
                  <a:pt x="3143" y="127986"/>
                </a:lnTo>
                <a:lnTo>
                  <a:pt x="3143" y="128595"/>
                </a:lnTo>
                <a:lnTo>
                  <a:pt x="3143" y="12926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105726" y="3655304"/>
            <a:ext cx="3208" cy="117026"/>
          </a:xfrm>
          <a:custGeom>
            <a:avLst/>
            <a:gdLst/>
            <a:ahLst/>
            <a:cxnLst/>
            <a:rect l="l" t="t" r="r" b="b"/>
            <a:pathLst>
              <a:path w="3208" h="117026">
                <a:moveTo>
                  <a:pt x="0" y="0"/>
                </a:moveTo>
                <a:lnTo>
                  <a:pt x="64" y="579"/>
                </a:lnTo>
                <a:lnTo>
                  <a:pt x="64" y="1246"/>
                </a:lnTo>
                <a:lnTo>
                  <a:pt x="64" y="1855"/>
                </a:lnTo>
                <a:lnTo>
                  <a:pt x="64" y="2522"/>
                </a:lnTo>
                <a:lnTo>
                  <a:pt x="64" y="3131"/>
                </a:lnTo>
                <a:lnTo>
                  <a:pt x="128" y="3711"/>
                </a:lnTo>
                <a:lnTo>
                  <a:pt x="128" y="4378"/>
                </a:lnTo>
                <a:lnTo>
                  <a:pt x="128" y="4987"/>
                </a:lnTo>
                <a:lnTo>
                  <a:pt x="128" y="5654"/>
                </a:lnTo>
                <a:lnTo>
                  <a:pt x="192" y="6234"/>
                </a:lnTo>
                <a:lnTo>
                  <a:pt x="192" y="6842"/>
                </a:lnTo>
                <a:lnTo>
                  <a:pt x="192" y="7509"/>
                </a:lnTo>
                <a:lnTo>
                  <a:pt x="192" y="8118"/>
                </a:lnTo>
                <a:lnTo>
                  <a:pt x="192" y="8756"/>
                </a:lnTo>
                <a:lnTo>
                  <a:pt x="288" y="9365"/>
                </a:lnTo>
                <a:lnTo>
                  <a:pt x="288" y="9974"/>
                </a:lnTo>
                <a:lnTo>
                  <a:pt x="288" y="10641"/>
                </a:lnTo>
                <a:lnTo>
                  <a:pt x="288" y="11221"/>
                </a:lnTo>
                <a:lnTo>
                  <a:pt x="352" y="11888"/>
                </a:lnTo>
                <a:lnTo>
                  <a:pt x="352" y="12497"/>
                </a:lnTo>
                <a:lnTo>
                  <a:pt x="352" y="13105"/>
                </a:lnTo>
                <a:lnTo>
                  <a:pt x="352" y="13743"/>
                </a:lnTo>
                <a:lnTo>
                  <a:pt x="352" y="14352"/>
                </a:lnTo>
                <a:lnTo>
                  <a:pt x="417" y="14961"/>
                </a:lnTo>
                <a:lnTo>
                  <a:pt x="417" y="15628"/>
                </a:lnTo>
                <a:lnTo>
                  <a:pt x="417" y="16208"/>
                </a:lnTo>
                <a:lnTo>
                  <a:pt x="417" y="16817"/>
                </a:lnTo>
                <a:lnTo>
                  <a:pt x="481" y="17484"/>
                </a:lnTo>
                <a:lnTo>
                  <a:pt x="481" y="18093"/>
                </a:lnTo>
                <a:lnTo>
                  <a:pt x="481" y="18673"/>
                </a:lnTo>
                <a:lnTo>
                  <a:pt x="481" y="19282"/>
                </a:lnTo>
                <a:lnTo>
                  <a:pt x="481" y="19948"/>
                </a:lnTo>
                <a:lnTo>
                  <a:pt x="577" y="20528"/>
                </a:lnTo>
                <a:lnTo>
                  <a:pt x="577" y="21137"/>
                </a:lnTo>
                <a:lnTo>
                  <a:pt x="577" y="21804"/>
                </a:lnTo>
                <a:lnTo>
                  <a:pt x="577" y="22413"/>
                </a:lnTo>
                <a:lnTo>
                  <a:pt x="577" y="22993"/>
                </a:lnTo>
                <a:lnTo>
                  <a:pt x="641" y="23602"/>
                </a:lnTo>
                <a:lnTo>
                  <a:pt x="641" y="24269"/>
                </a:lnTo>
                <a:lnTo>
                  <a:pt x="641" y="24849"/>
                </a:lnTo>
                <a:lnTo>
                  <a:pt x="641" y="25458"/>
                </a:lnTo>
                <a:lnTo>
                  <a:pt x="705" y="26067"/>
                </a:lnTo>
                <a:lnTo>
                  <a:pt x="705" y="26733"/>
                </a:lnTo>
                <a:lnTo>
                  <a:pt x="705" y="27313"/>
                </a:lnTo>
                <a:lnTo>
                  <a:pt x="705" y="27922"/>
                </a:lnTo>
                <a:lnTo>
                  <a:pt x="705" y="28531"/>
                </a:lnTo>
                <a:lnTo>
                  <a:pt x="802" y="29111"/>
                </a:lnTo>
                <a:lnTo>
                  <a:pt x="802" y="29778"/>
                </a:lnTo>
                <a:lnTo>
                  <a:pt x="802" y="30387"/>
                </a:lnTo>
                <a:lnTo>
                  <a:pt x="802" y="30967"/>
                </a:lnTo>
                <a:lnTo>
                  <a:pt x="866" y="31576"/>
                </a:lnTo>
                <a:lnTo>
                  <a:pt x="866" y="32185"/>
                </a:lnTo>
                <a:lnTo>
                  <a:pt x="866" y="32851"/>
                </a:lnTo>
                <a:lnTo>
                  <a:pt x="866" y="33431"/>
                </a:lnTo>
                <a:lnTo>
                  <a:pt x="866" y="34040"/>
                </a:lnTo>
                <a:lnTo>
                  <a:pt x="930" y="34649"/>
                </a:lnTo>
                <a:lnTo>
                  <a:pt x="930" y="35229"/>
                </a:lnTo>
                <a:lnTo>
                  <a:pt x="930" y="35838"/>
                </a:lnTo>
                <a:lnTo>
                  <a:pt x="930" y="36505"/>
                </a:lnTo>
                <a:lnTo>
                  <a:pt x="994" y="37085"/>
                </a:lnTo>
                <a:lnTo>
                  <a:pt x="994" y="37694"/>
                </a:lnTo>
                <a:lnTo>
                  <a:pt x="994" y="38303"/>
                </a:lnTo>
                <a:lnTo>
                  <a:pt x="994" y="38883"/>
                </a:lnTo>
                <a:lnTo>
                  <a:pt x="994" y="39491"/>
                </a:lnTo>
                <a:lnTo>
                  <a:pt x="1090" y="40100"/>
                </a:lnTo>
                <a:lnTo>
                  <a:pt x="1090" y="40680"/>
                </a:lnTo>
                <a:lnTo>
                  <a:pt x="1090" y="41289"/>
                </a:lnTo>
                <a:lnTo>
                  <a:pt x="1090" y="41956"/>
                </a:lnTo>
                <a:lnTo>
                  <a:pt x="1154" y="42536"/>
                </a:lnTo>
                <a:lnTo>
                  <a:pt x="1154" y="43145"/>
                </a:lnTo>
                <a:lnTo>
                  <a:pt x="1154" y="43754"/>
                </a:lnTo>
                <a:lnTo>
                  <a:pt x="1154" y="44334"/>
                </a:lnTo>
                <a:lnTo>
                  <a:pt x="1154" y="44943"/>
                </a:lnTo>
                <a:lnTo>
                  <a:pt x="1219" y="45552"/>
                </a:lnTo>
                <a:lnTo>
                  <a:pt x="1219" y="46131"/>
                </a:lnTo>
                <a:lnTo>
                  <a:pt x="1219" y="46740"/>
                </a:lnTo>
                <a:lnTo>
                  <a:pt x="1219" y="47349"/>
                </a:lnTo>
                <a:lnTo>
                  <a:pt x="1283" y="47929"/>
                </a:lnTo>
                <a:lnTo>
                  <a:pt x="1283" y="48538"/>
                </a:lnTo>
                <a:lnTo>
                  <a:pt x="1283" y="49147"/>
                </a:lnTo>
                <a:lnTo>
                  <a:pt x="1283" y="49727"/>
                </a:lnTo>
                <a:lnTo>
                  <a:pt x="1283" y="50336"/>
                </a:lnTo>
                <a:lnTo>
                  <a:pt x="1379" y="50916"/>
                </a:lnTo>
                <a:lnTo>
                  <a:pt x="1379" y="51525"/>
                </a:lnTo>
                <a:lnTo>
                  <a:pt x="1379" y="52134"/>
                </a:lnTo>
                <a:lnTo>
                  <a:pt x="1379" y="52713"/>
                </a:lnTo>
                <a:lnTo>
                  <a:pt x="1379" y="53322"/>
                </a:lnTo>
                <a:lnTo>
                  <a:pt x="1443" y="53931"/>
                </a:lnTo>
                <a:lnTo>
                  <a:pt x="1443" y="54511"/>
                </a:lnTo>
                <a:lnTo>
                  <a:pt x="1443" y="55120"/>
                </a:lnTo>
                <a:lnTo>
                  <a:pt x="1443" y="55729"/>
                </a:lnTo>
                <a:lnTo>
                  <a:pt x="1507" y="56309"/>
                </a:lnTo>
                <a:lnTo>
                  <a:pt x="1507" y="56918"/>
                </a:lnTo>
                <a:lnTo>
                  <a:pt x="1507" y="57498"/>
                </a:lnTo>
                <a:lnTo>
                  <a:pt x="1507" y="58049"/>
                </a:lnTo>
                <a:lnTo>
                  <a:pt x="1507" y="58629"/>
                </a:lnTo>
                <a:lnTo>
                  <a:pt x="1604" y="59237"/>
                </a:lnTo>
                <a:lnTo>
                  <a:pt x="1604" y="59846"/>
                </a:lnTo>
                <a:lnTo>
                  <a:pt x="1604" y="60426"/>
                </a:lnTo>
                <a:lnTo>
                  <a:pt x="1604" y="61035"/>
                </a:lnTo>
                <a:lnTo>
                  <a:pt x="1668" y="61644"/>
                </a:lnTo>
                <a:lnTo>
                  <a:pt x="1668" y="62224"/>
                </a:lnTo>
                <a:lnTo>
                  <a:pt x="1668" y="62833"/>
                </a:lnTo>
                <a:lnTo>
                  <a:pt x="1668" y="63355"/>
                </a:lnTo>
                <a:lnTo>
                  <a:pt x="1668" y="63964"/>
                </a:lnTo>
                <a:lnTo>
                  <a:pt x="1732" y="64573"/>
                </a:lnTo>
                <a:lnTo>
                  <a:pt x="1732" y="65153"/>
                </a:lnTo>
                <a:lnTo>
                  <a:pt x="1732" y="65761"/>
                </a:lnTo>
                <a:lnTo>
                  <a:pt x="1732" y="66370"/>
                </a:lnTo>
                <a:lnTo>
                  <a:pt x="1796" y="66892"/>
                </a:lnTo>
                <a:lnTo>
                  <a:pt x="1796" y="67472"/>
                </a:lnTo>
                <a:lnTo>
                  <a:pt x="1796" y="68081"/>
                </a:lnTo>
                <a:lnTo>
                  <a:pt x="1796" y="68690"/>
                </a:lnTo>
                <a:lnTo>
                  <a:pt x="1796" y="69270"/>
                </a:lnTo>
                <a:lnTo>
                  <a:pt x="1892" y="69821"/>
                </a:lnTo>
                <a:lnTo>
                  <a:pt x="1892" y="70401"/>
                </a:lnTo>
                <a:lnTo>
                  <a:pt x="1892" y="71010"/>
                </a:lnTo>
                <a:lnTo>
                  <a:pt x="1892" y="71619"/>
                </a:lnTo>
                <a:lnTo>
                  <a:pt x="1956" y="72140"/>
                </a:lnTo>
                <a:lnTo>
                  <a:pt x="1956" y="72749"/>
                </a:lnTo>
                <a:lnTo>
                  <a:pt x="1956" y="73329"/>
                </a:lnTo>
                <a:lnTo>
                  <a:pt x="1956" y="73880"/>
                </a:lnTo>
                <a:lnTo>
                  <a:pt x="1956" y="74460"/>
                </a:lnTo>
                <a:lnTo>
                  <a:pt x="2021" y="75069"/>
                </a:lnTo>
                <a:lnTo>
                  <a:pt x="2021" y="75678"/>
                </a:lnTo>
                <a:lnTo>
                  <a:pt x="2021" y="76200"/>
                </a:lnTo>
                <a:lnTo>
                  <a:pt x="2021" y="76809"/>
                </a:lnTo>
                <a:lnTo>
                  <a:pt x="2117" y="77389"/>
                </a:lnTo>
                <a:lnTo>
                  <a:pt x="2117" y="77940"/>
                </a:lnTo>
                <a:lnTo>
                  <a:pt x="2117" y="78519"/>
                </a:lnTo>
                <a:lnTo>
                  <a:pt x="2117" y="79128"/>
                </a:lnTo>
                <a:lnTo>
                  <a:pt x="2117" y="79650"/>
                </a:lnTo>
                <a:lnTo>
                  <a:pt x="2181" y="80259"/>
                </a:lnTo>
                <a:lnTo>
                  <a:pt x="2181" y="80839"/>
                </a:lnTo>
                <a:lnTo>
                  <a:pt x="2181" y="81390"/>
                </a:lnTo>
                <a:lnTo>
                  <a:pt x="2181" y="81970"/>
                </a:lnTo>
                <a:lnTo>
                  <a:pt x="2181" y="82521"/>
                </a:lnTo>
                <a:lnTo>
                  <a:pt x="2245" y="83101"/>
                </a:lnTo>
                <a:lnTo>
                  <a:pt x="2245" y="83710"/>
                </a:lnTo>
                <a:lnTo>
                  <a:pt x="2245" y="84232"/>
                </a:lnTo>
                <a:lnTo>
                  <a:pt x="2245" y="84840"/>
                </a:lnTo>
                <a:lnTo>
                  <a:pt x="2309" y="85362"/>
                </a:lnTo>
                <a:lnTo>
                  <a:pt x="2309" y="85971"/>
                </a:lnTo>
                <a:lnTo>
                  <a:pt x="2309" y="86493"/>
                </a:lnTo>
                <a:lnTo>
                  <a:pt x="2309" y="87102"/>
                </a:lnTo>
                <a:lnTo>
                  <a:pt x="2309" y="87711"/>
                </a:lnTo>
                <a:lnTo>
                  <a:pt x="2406" y="88233"/>
                </a:lnTo>
                <a:lnTo>
                  <a:pt x="2406" y="88842"/>
                </a:lnTo>
                <a:lnTo>
                  <a:pt x="2406" y="89364"/>
                </a:lnTo>
                <a:lnTo>
                  <a:pt x="2406" y="89973"/>
                </a:lnTo>
                <a:lnTo>
                  <a:pt x="2470" y="90495"/>
                </a:lnTo>
                <a:lnTo>
                  <a:pt x="2470" y="91104"/>
                </a:lnTo>
                <a:lnTo>
                  <a:pt x="2470" y="91625"/>
                </a:lnTo>
                <a:lnTo>
                  <a:pt x="2470" y="92234"/>
                </a:lnTo>
                <a:lnTo>
                  <a:pt x="2470" y="92756"/>
                </a:lnTo>
                <a:lnTo>
                  <a:pt x="2534" y="93365"/>
                </a:lnTo>
                <a:lnTo>
                  <a:pt x="2534" y="93887"/>
                </a:lnTo>
                <a:lnTo>
                  <a:pt x="2534" y="94409"/>
                </a:lnTo>
                <a:lnTo>
                  <a:pt x="2534" y="95018"/>
                </a:lnTo>
                <a:lnTo>
                  <a:pt x="2598" y="95540"/>
                </a:lnTo>
                <a:lnTo>
                  <a:pt x="2598" y="96149"/>
                </a:lnTo>
                <a:lnTo>
                  <a:pt x="2598" y="96671"/>
                </a:lnTo>
                <a:lnTo>
                  <a:pt x="2598" y="97280"/>
                </a:lnTo>
                <a:lnTo>
                  <a:pt x="2598" y="97801"/>
                </a:lnTo>
                <a:lnTo>
                  <a:pt x="2694" y="98352"/>
                </a:lnTo>
                <a:lnTo>
                  <a:pt x="2694" y="98932"/>
                </a:lnTo>
                <a:lnTo>
                  <a:pt x="2694" y="99483"/>
                </a:lnTo>
                <a:lnTo>
                  <a:pt x="2694" y="100005"/>
                </a:lnTo>
                <a:lnTo>
                  <a:pt x="2758" y="100614"/>
                </a:lnTo>
                <a:lnTo>
                  <a:pt x="2758" y="101136"/>
                </a:lnTo>
                <a:lnTo>
                  <a:pt x="2758" y="101745"/>
                </a:lnTo>
                <a:lnTo>
                  <a:pt x="2758" y="102267"/>
                </a:lnTo>
                <a:lnTo>
                  <a:pt x="2758" y="102789"/>
                </a:lnTo>
                <a:lnTo>
                  <a:pt x="2823" y="103340"/>
                </a:lnTo>
                <a:lnTo>
                  <a:pt x="2823" y="103920"/>
                </a:lnTo>
                <a:lnTo>
                  <a:pt x="2823" y="104470"/>
                </a:lnTo>
                <a:lnTo>
                  <a:pt x="2823" y="104992"/>
                </a:lnTo>
                <a:lnTo>
                  <a:pt x="2919" y="105601"/>
                </a:lnTo>
                <a:lnTo>
                  <a:pt x="2919" y="106123"/>
                </a:lnTo>
                <a:lnTo>
                  <a:pt x="2919" y="106645"/>
                </a:lnTo>
                <a:lnTo>
                  <a:pt x="2919" y="107196"/>
                </a:lnTo>
                <a:lnTo>
                  <a:pt x="2919" y="107776"/>
                </a:lnTo>
                <a:lnTo>
                  <a:pt x="2983" y="108327"/>
                </a:lnTo>
                <a:lnTo>
                  <a:pt x="2983" y="108849"/>
                </a:lnTo>
                <a:lnTo>
                  <a:pt x="2983" y="109371"/>
                </a:lnTo>
                <a:lnTo>
                  <a:pt x="2983" y="109980"/>
                </a:lnTo>
                <a:lnTo>
                  <a:pt x="2983" y="110502"/>
                </a:lnTo>
                <a:lnTo>
                  <a:pt x="3047" y="111052"/>
                </a:lnTo>
                <a:lnTo>
                  <a:pt x="3047" y="111574"/>
                </a:lnTo>
                <a:lnTo>
                  <a:pt x="3047" y="112096"/>
                </a:lnTo>
                <a:lnTo>
                  <a:pt x="3047" y="112705"/>
                </a:lnTo>
                <a:lnTo>
                  <a:pt x="3111" y="113227"/>
                </a:lnTo>
                <a:lnTo>
                  <a:pt x="3111" y="113778"/>
                </a:lnTo>
                <a:lnTo>
                  <a:pt x="3111" y="114300"/>
                </a:lnTo>
                <a:lnTo>
                  <a:pt x="3111" y="114822"/>
                </a:lnTo>
                <a:lnTo>
                  <a:pt x="3111" y="115373"/>
                </a:lnTo>
                <a:lnTo>
                  <a:pt x="3208" y="115895"/>
                </a:lnTo>
                <a:lnTo>
                  <a:pt x="3208" y="116417"/>
                </a:lnTo>
                <a:lnTo>
                  <a:pt x="3208" y="11702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108934" y="3772330"/>
            <a:ext cx="3208" cy="93760"/>
          </a:xfrm>
          <a:custGeom>
            <a:avLst/>
            <a:gdLst/>
            <a:ahLst/>
            <a:cxnLst/>
            <a:rect l="l" t="t" r="r" b="b"/>
            <a:pathLst>
              <a:path w="3208" h="93760">
                <a:moveTo>
                  <a:pt x="0" y="0"/>
                </a:moveTo>
                <a:lnTo>
                  <a:pt x="0" y="521"/>
                </a:lnTo>
                <a:lnTo>
                  <a:pt x="64" y="1072"/>
                </a:lnTo>
                <a:lnTo>
                  <a:pt x="64" y="1594"/>
                </a:lnTo>
                <a:lnTo>
                  <a:pt x="64" y="2116"/>
                </a:lnTo>
                <a:lnTo>
                  <a:pt x="64" y="2667"/>
                </a:lnTo>
                <a:lnTo>
                  <a:pt x="64" y="3189"/>
                </a:lnTo>
                <a:lnTo>
                  <a:pt x="128" y="3711"/>
                </a:lnTo>
                <a:lnTo>
                  <a:pt x="128" y="4262"/>
                </a:lnTo>
                <a:lnTo>
                  <a:pt x="128" y="4784"/>
                </a:lnTo>
                <a:lnTo>
                  <a:pt x="128" y="5306"/>
                </a:lnTo>
                <a:lnTo>
                  <a:pt x="224" y="5857"/>
                </a:lnTo>
                <a:lnTo>
                  <a:pt x="224" y="6379"/>
                </a:lnTo>
                <a:lnTo>
                  <a:pt x="224" y="6929"/>
                </a:lnTo>
                <a:lnTo>
                  <a:pt x="224" y="7451"/>
                </a:lnTo>
                <a:lnTo>
                  <a:pt x="224" y="7973"/>
                </a:lnTo>
                <a:lnTo>
                  <a:pt x="288" y="8524"/>
                </a:lnTo>
                <a:lnTo>
                  <a:pt x="288" y="9046"/>
                </a:lnTo>
                <a:lnTo>
                  <a:pt x="288" y="9568"/>
                </a:lnTo>
                <a:lnTo>
                  <a:pt x="288" y="10119"/>
                </a:lnTo>
                <a:lnTo>
                  <a:pt x="352" y="10641"/>
                </a:lnTo>
                <a:lnTo>
                  <a:pt x="352" y="11163"/>
                </a:lnTo>
                <a:lnTo>
                  <a:pt x="352" y="11638"/>
                </a:lnTo>
                <a:lnTo>
                  <a:pt x="352" y="12169"/>
                </a:lnTo>
                <a:lnTo>
                  <a:pt x="352" y="12702"/>
                </a:lnTo>
                <a:lnTo>
                  <a:pt x="417" y="13233"/>
                </a:lnTo>
                <a:lnTo>
                  <a:pt x="417" y="13764"/>
                </a:lnTo>
                <a:lnTo>
                  <a:pt x="417" y="14297"/>
                </a:lnTo>
                <a:lnTo>
                  <a:pt x="417" y="14828"/>
                </a:lnTo>
                <a:lnTo>
                  <a:pt x="513" y="15295"/>
                </a:lnTo>
                <a:lnTo>
                  <a:pt x="513" y="15825"/>
                </a:lnTo>
                <a:lnTo>
                  <a:pt x="513" y="16359"/>
                </a:lnTo>
                <a:lnTo>
                  <a:pt x="513" y="16889"/>
                </a:lnTo>
                <a:lnTo>
                  <a:pt x="513" y="17423"/>
                </a:lnTo>
                <a:lnTo>
                  <a:pt x="577" y="17954"/>
                </a:lnTo>
                <a:lnTo>
                  <a:pt x="577" y="18420"/>
                </a:lnTo>
                <a:lnTo>
                  <a:pt x="577" y="18951"/>
                </a:lnTo>
                <a:lnTo>
                  <a:pt x="577" y="19485"/>
                </a:lnTo>
                <a:lnTo>
                  <a:pt x="577" y="20015"/>
                </a:lnTo>
                <a:lnTo>
                  <a:pt x="641" y="20482"/>
                </a:lnTo>
                <a:lnTo>
                  <a:pt x="641" y="21013"/>
                </a:lnTo>
                <a:lnTo>
                  <a:pt x="641" y="21546"/>
                </a:lnTo>
                <a:lnTo>
                  <a:pt x="641" y="22010"/>
                </a:lnTo>
                <a:lnTo>
                  <a:pt x="705" y="22544"/>
                </a:lnTo>
                <a:lnTo>
                  <a:pt x="705" y="23074"/>
                </a:lnTo>
                <a:lnTo>
                  <a:pt x="705" y="23608"/>
                </a:lnTo>
                <a:lnTo>
                  <a:pt x="705" y="24072"/>
                </a:lnTo>
                <a:lnTo>
                  <a:pt x="705" y="24605"/>
                </a:lnTo>
                <a:lnTo>
                  <a:pt x="802" y="25136"/>
                </a:lnTo>
                <a:lnTo>
                  <a:pt x="802" y="25603"/>
                </a:lnTo>
                <a:lnTo>
                  <a:pt x="802" y="26133"/>
                </a:lnTo>
                <a:lnTo>
                  <a:pt x="802" y="26600"/>
                </a:lnTo>
                <a:lnTo>
                  <a:pt x="866" y="27131"/>
                </a:lnTo>
                <a:lnTo>
                  <a:pt x="866" y="27664"/>
                </a:lnTo>
                <a:lnTo>
                  <a:pt x="866" y="28128"/>
                </a:lnTo>
                <a:lnTo>
                  <a:pt x="866" y="28662"/>
                </a:lnTo>
                <a:lnTo>
                  <a:pt x="866" y="29126"/>
                </a:lnTo>
                <a:lnTo>
                  <a:pt x="930" y="29656"/>
                </a:lnTo>
                <a:lnTo>
                  <a:pt x="930" y="30123"/>
                </a:lnTo>
                <a:lnTo>
                  <a:pt x="930" y="30656"/>
                </a:lnTo>
                <a:lnTo>
                  <a:pt x="930" y="31187"/>
                </a:lnTo>
                <a:lnTo>
                  <a:pt x="1026" y="31654"/>
                </a:lnTo>
                <a:lnTo>
                  <a:pt x="1026" y="32185"/>
                </a:lnTo>
                <a:lnTo>
                  <a:pt x="1026" y="32651"/>
                </a:lnTo>
                <a:lnTo>
                  <a:pt x="1026" y="33182"/>
                </a:lnTo>
                <a:lnTo>
                  <a:pt x="1026" y="33649"/>
                </a:lnTo>
                <a:lnTo>
                  <a:pt x="1090" y="34179"/>
                </a:lnTo>
                <a:lnTo>
                  <a:pt x="1090" y="34643"/>
                </a:lnTo>
                <a:lnTo>
                  <a:pt x="1090" y="35110"/>
                </a:lnTo>
                <a:lnTo>
                  <a:pt x="1090" y="35644"/>
                </a:lnTo>
                <a:lnTo>
                  <a:pt x="1154" y="36108"/>
                </a:lnTo>
                <a:lnTo>
                  <a:pt x="1154" y="36641"/>
                </a:lnTo>
                <a:lnTo>
                  <a:pt x="1154" y="37105"/>
                </a:lnTo>
                <a:lnTo>
                  <a:pt x="1154" y="37639"/>
                </a:lnTo>
                <a:lnTo>
                  <a:pt x="1154" y="38103"/>
                </a:lnTo>
                <a:lnTo>
                  <a:pt x="1219" y="38569"/>
                </a:lnTo>
                <a:lnTo>
                  <a:pt x="1219" y="39100"/>
                </a:lnTo>
                <a:lnTo>
                  <a:pt x="1219" y="39567"/>
                </a:lnTo>
                <a:lnTo>
                  <a:pt x="1219" y="40031"/>
                </a:lnTo>
                <a:lnTo>
                  <a:pt x="1315" y="40564"/>
                </a:lnTo>
                <a:lnTo>
                  <a:pt x="1315" y="41028"/>
                </a:lnTo>
                <a:lnTo>
                  <a:pt x="1315" y="41495"/>
                </a:lnTo>
                <a:lnTo>
                  <a:pt x="1315" y="42026"/>
                </a:lnTo>
                <a:lnTo>
                  <a:pt x="1315" y="42492"/>
                </a:lnTo>
                <a:lnTo>
                  <a:pt x="1379" y="42956"/>
                </a:lnTo>
                <a:lnTo>
                  <a:pt x="1379" y="43490"/>
                </a:lnTo>
                <a:lnTo>
                  <a:pt x="1379" y="43954"/>
                </a:lnTo>
                <a:lnTo>
                  <a:pt x="1379" y="44421"/>
                </a:lnTo>
                <a:lnTo>
                  <a:pt x="1379" y="44885"/>
                </a:lnTo>
                <a:lnTo>
                  <a:pt x="1443" y="45418"/>
                </a:lnTo>
                <a:lnTo>
                  <a:pt x="1443" y="45882"/>
                </a:lnTo>
                <a:lnTo>
                  <a:pt x="1443" y="46349"/>
                </a:lnTo>
                <a:lnTo>
                  <a:pt x="1443" y="46813"/>
                </a:lnTo>
                <a:lnTo>
                  <a:pt x="1507" y="47280"/>
                </a:lnTo>
                <a:lnTo>
                  <a:pt x="1507" y="47810"/>
                </a:lnTo>
                <a:lnTo>
                  <a:pt x="1507" y="48277"/>
                </a:lnTo>
                <a:lnTo>
                  <a:pt x="1507" y="48741"/>
                </a:lnTo>
                <a:lnTo>
                  <a:pt x="1507" y="49208"/>
                </a:lnTo>
                <a:lnTo>
                  <a:pt x="1604" y="49672"/>
                </a:lnTo>
                <a:lnTo>
                  <a:pt x="1604" y="50139"/>
                </a:lnTo>
                <a:lnTo>
                  <a:pt x="1604" y="50605"/>
                </a:lnTo>
                <a:lnTo>
                  <a:pt x="1604" y="51136"/>
                </a:lnTo>
                <a:lnTo>
                  <a:pt x="1668" y="51603"/>
                </a:lnTo>
                <a:lnTo>
                  <a:pt x="1668" y="52067"/>
                </a:lnTo>
                <a:lnTo>
                  <a:pt x="1668" y="52534"/>
                </a:lnTo>
                <a:lnTo>
                  <a:pt x="1668" y="52998"/>
                </a:lnTo>
                <a:lnTo>
                  <a:pt x="1668" y="53464"/>
                </a:lnTo>
                <a:lnTo>
                  <a:pt x="1732" y="53928"/>
                </a:lnTo>
                <a:lnTo>
                  <a:pt x="1732" y="54395"/>
                </a:lnTo>
                <a:lnTo>
                  <a:pt x="1732" y="54859"/>
                </a:lnTo>
                <a:lnTo>
                  <a:pt x="1732" y="55326"/>
                </a:lnTo>
                <a:lnTo>
                  <a:pt x="1828" y="55790"/>
                </a:lnTo>
                <a:lnTo>
                  <a:pt x="1828" y="56257"/>
                </a:lnTo>
                <a:lnTo>
                  <a:pt x="1828" y="56721"/>
                </a:lnTo>
                <a:lnTo>
                  <a:pt x="1828" y="57187"/>
                </a:lnTo>
                <a:lnTo>
                  <a:pt x="1828" y="57651"/>
                </a:lnTo>
                <a:lnTo>
                  <a:pt x="1892" y="58118"/>
                </a:lnTo>
                <a:lnTo>
                  <a:pt x="1892" y="58585"/>
                </a:lnTo>
                <a:lnTo>
                  <a:pt x="1892" y="59049"/>
                </a:lnTo>
                <a:lnTo>
                  <a:pt x="1892" y="59516"/>
                </a:lnTo>
                <a:lnTo>
                  <a:pt x="1956" y="59980"/>
                </a:lnTo>
                <a:lnTo>
                  <a:pt x="1956" y="60380"/>
                </a:lnTo>
                <a:lnTo>
                  <a:pt x="1956" y="60844"/>
                </a:lnTo>
                <a:lnTo>
                  <a:pt x="1956" y="61311"/>
                </a:lnTo>
                <a:lnTo>
                  <a:pt x="1956" y="61775"/>
                </a:lnTo>
                <a:lnTo>
                  <a:pt x="2021" y="62241"/>
                </a:lnTo>
                <a:lnTo>
                  <a:pt x="2021" y="62705"/>
                </a:lnTo>
                <a:lnTo>
                  <a:pt x="2021" y="63105"/>
                </a:lnTo>
                <a:lnTo>
                  <a:pt x="2021" y="63572"/>
                </a:lnTo>
                <a:lnTo>
                  <a:pt x="2117" y="64036"/>
                </a:lnTo>
                <a:lnTo>
                  <a:pt x="2117" y="64503"/>
                </a:lnTo>
                <a:lnTo>
                  <a:pt x="2117" y="64967"/>
                </a:lnTo>
                <a:lnTo>
                  <a:pt x="2117" y="65367"/>
                </a:lnTo>
                <a:lnTo>
                  <a:pt x="2117" y="65831"/>
                </a:lnTo>
                <a:lnTo>
                  <a:pt x="2181" y="66298"/>
                </a:lnTo>
                <a:lnTo>
                  <a:pt x="2181" y="66762"/>
                </a:lnTo>
                <a:lnTo>
                  <a:pt x="2181" y="67162"/>
                </a:lnTo>
                <a:lnTo>
                  <a:pt x="2181" y="67626"/>
                </a:lnTo>
                <a:lnTo>
                  <a:pt x="2181" y="68093"/>
                </a:lnTo>
                <a:lnTo>
                  <a:pt x="2245" y="68493"/>
                </a:lnTo>
                <a:lnTo>
                  <a:pt x="2245" y="68957"/>
                </a:lnTo>
                <a:lnTo>
                  <a:pt x="2245" y="69424"/>
                </a:lnTo>
                <a:lnTo>
                  <a:pt x="2245" y="69821"/>
                </a:lnTo>
                <a:lnTo>
                  <a:pt x="2341" y="70288"/>
                </a:lnTo>
                <a:lnTo>
                  <a:pt x="2341" y="70752"/>
                </a:lnTo>
                <a:lnTo>
                  <a:pt x="2341" y="71152"/>
                </a:lnTo>
                <a:lnTo>
                  <a:pt x="2341" y="71616"/>
                </a:lnTo>
                <a:lnTo>
                  <a:pt x="2341" y="72082"/>
                </a:lnTo>
                <a:lnTo>
                  <a:pt x="2406" y="72483"/>
                </a:lnTo>
                <a:lnTo>
                  <a:pt x="2406" y="72947"/>
                </a:lnTo>
                <a:lnTo>
                  <a:pt x="2406" y="73347"/>
                </a:lnTo>
                <a:lnTo>
                  <a:pt x="2406" y="73811"/>
                </a:lnTo>
                <a:lnTo>
                  <a:pt x="2470" y="74211"/>
                </a:lnTo>
                <a:lnTo>
                  <a:pt x="2470" y="74675"/>
                </a:lnTo>
                <a:lnTo>
                  <a:pt x="2470" y="75075"/>
                </a:lnTo>
                <a:lnTo>
                  <a:pt x="2470" y="75542"/>
                </a:lnTo>
                <a:lnTo>
                  <a:pt x="2470" y="75939"/>
                </a:lnTo>
                <a:lnTo>
                  <a:pt x="2534" y="76406"/>
                </a:lnTo>
                <a:lnTo>
                  <a:pt x="2534" y="76803"/>
                </a:lnTo>
                <a:lnTo>
                  <a:pt x="2534" y="77270"/>
                </a:lnTo>
                <a:lnTo>
                  <a:pt x="2534" y="77667"/>
                </a:lnTo>
                <a:lnTo>
                  <a:pt x="2630" y="78134"/>
                </a:lnTo>
                <a:lnTo>
                  <a:pt x="2630" y="78534"/>
                </a:lnTo>
                <a:lnTo>
                  <a:pt x="2630" y="78931"/>
                </a:lnTo>
                <a:lnTo>
                  <a:pt x="2630" y="79398"/>
                </a:lnTo>
                <a:lnTo>
                  <a:pt x="2630" y="79795"/>
                </a:lnTo>
                <a:lnTo>
                  <a:pt x="2694" y="80262"/>
                </a:lnTo>
                <a:lnTo>
                  <a:pt x="2694" y="80659"/>
                </a:lnTo>
                <a:lnTo>
                  <a:pt x="2694" y="81059"/>
                </a:lnTo>
                <a:lnTo>
                  <a:pt x="2694" y="81523"/>
                </a:lnTo>
                <a:lnTo>
                  <a:pt x="2758" y="81924"/>
                </a:lnTo>
                <a:lnTo>
                  <a:pt x="2758" y="82324"/>
                </a:lnTo>
                <a:lnTo>
                  <a:pt x="2758" y="82788"/>
                </a:lnTo>
                <a:lnTo>
                  <a:pt x="2758" y="83188"/>
                </a:lnTo>
                <a:lnTo>
                  <a:pt x="2758" y="83585"/>
                </a:lnTo>
                <a:lnTo>
                  <a:pt x="2823" y="83985"/>
                </a:lnTo>
                <a:lnTo>
                  <a:pt x="2823" y="84452"/>
                </a:lnTo>
                <a:lnTo>
                  <a:pt x="2823" y="84849"/>
                </a:lnTo>
                <a:lnTo>
                  <a:pt x="2823" y="85249"/>
                </a:lnTo>
                <a:lnTo>
                  <a:pt x="2919" y="85647"/>
                </a:lnTo>
                <a:lnTo>
                  <a:pt x="2919" y="86113"/>
                </a:lnTo>
                <a:lnTo>
                  <a:pt x="2919" y="86514"/>
                </a:lnTo>
                <a:lnTo>
                  <a:pt x="2919" y="86911"/>
                </a:lnTo>
                <a:lnTo>
                  <a:pt x="2919" y="87311"/>
                </a:lnTo>
                <a:lnTo>
                  <a:pt x="2983" y="87708"/>
                </a:lnTo>
                <a:lnTo>
                  <a:pt x="2983" y="88108"/>
                </a:lnTo>
                <a:lnTo>
                  <a:pt x="2983" y="88572"/>
                </a:lnTo>
                <a:lnTo>
                  <a:pt x="2983" y="88972"/>
                </a:lnTo>
                <a:lnTo>
                  <a:pt x="2983" y="89372"/>
                </a:lnTo>
                <a:lnTo>
                  <a:pt x="3047" y="89770"/>
                </a:lnTo>
                <a:lnTo>
                  <a:pt x="3047" y="90170"/>
                </a:lnTo>
                <a:lnTo>
                  <a:pt x="3047" y="90567"/>
                </a:lnTo>
                <a:lnTo>
                  <a:pt x="3047" y="90967"/>
                </a:lnTo>
                <a:lnTo>
                  <a:pt x="3143" y="91367"/>
                </a:lnTo>
                <a:lnTo>
                  <a:pt x="3143" y="91765"/>
                </a:lnTo>
                <a:lnTo>
                  <a:pt x="3143" y="92165"/>
                </a:lnTo>
                <a:lnTo>
                  <a:pt x="3143" y="92562"/>
                </a:lnTo>
                <a:lnTo>
                  <a:pt x="3143" y="92962"/>
                </a:lnTo>
                <a:lnTo>
                  <a:pt x="3208" y="93362"/>
                </a:lnTo>
                <a:lnTo>
                  <a:pt x="3208" y="9376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112142" y="3866090"/>
            <a:ext cx="3208" cy="61511"/>
          </a:xfrm>
          <a:custGeom>
            <a:avLst/>
            <a:gdLst/>
            <a:ahLst/>
            <a:cxnLst/>
            <a:rect l="l" t="t" r="r" b="b"/>
            <a:pathLst>
              <a:path w="3208" h="61511">
                <a:moveTo>
                  <a:pt x="0" y="0"/>
                </a:moveTo>
                <a:lnTo>
                  <a:pt x="0" y="400"/>
                </a:lnTo>
                <a:lnTo>
                  <a:pt x="0" y="797"/>
                </a:lnTo>
                <a:lnTo>
                  <a:pt x="64" y="1197"/>
                </a:lnTo>
                <a:lnTo>
                  <a:pt x="64" y="1597"/>
                </a:lnTo>
                <a:lnTo>
                  <a:pt x="64" y="1994"/>
                </a:lnTo>
                <a:lnTo>
                  <a:pt x="64" y="2395"/>
                </a:lnTo>
                <a:lnTo>
                  <a:pt x="64" y="2792"/>
                </a:lnTo>
                <a:lnTo>
                  <a:pt x="128" y="3125"/>
                </a:lnTo>
                <a:lnTo>
                  <a:pt x="128" y="3525"/>
                </a:lnTo>
                <a:lnTo>
                  <a:pt x="128" y="3923"/>
                </a:lnTo>
                <a:lnTo>
                  <a:pt x="128" y="4323"/>
                </a:lnTo>
                <a:lnTo>
                  <a:pt x="224" y="4723"/>
                </a:lnTo>
                <a:lnTo>
                  <a:pt x="224" y="5120"/>
                </a:lnTo>
                <a:lnTo>
                  <a:pt x="224" y="5454"/>
                </a:lnTo>
                <a:lnTo>
                  <a:pt x="224" y="5851"/>
                </a:lnTo>
                <a:lnTo>
                  <a:pt x="224" y="6251"/>
                </a:lnTo>
                <a:lnTo>
                  <a:pt x="288" y="6651"/>
                </a:lnTo>
                <a:lnTo>
                  <a:pt x="288" y="7048"/>
                </a:lnTo>
                <a:lnTo>
                  <a:pt x="288" y="7382"/>
                </a:lnTo>
                <a:lnTo>
                  <a:pt x="288" y="7779"/>
                </a:lnTo>
                <a:lnTo>
                  <a:pt x="352" y="8179"/>
                </a:lnTo>
                <a:lnTo>
                  <a:pt x="352" y="8513"/>
                </a:lnTo>
                <a:lnTo>
                  <a:pt x="352" y="8910"/>
                </a:lnTo>
                <a:lnTo>
                  <a:pt x="352" y="9310"/>
                </a:lnTo>
                <a:lnTo>
                  <a:pt x="352" y="9643"/>
                </a:lnTo>
                <a:lnTo>
                  <a:pt x="417" y="10041"/>
                </a:lnTo>
                <a:lnTo>
                  <a:pt x="417" y="10441"/>
                </a:lnTo>
                <a:lnTo>
                  <a:pt x="417" y="10771"/>
                </a:lnTo>
                <a:lnTo>
                  <a:pt x="417" y="11171"/>
                </a:lnTo>
                <a:lnTo>
                  <a:pt x="513" y="11505"/>
                </a:lnTo>
                <a:lnTo>
                  <a:pt x="513" y="11902"/>
                </a:lnTo>
                <a:lnTo>
                  <a:pt x="513" y="12302"/>
                </a:lnTo>
                <a:lnTo>
                  <a:pt x="513" y="12636"/>
                </a:lnTo>
                <a:lnTo>
                  <a:pt x="513" y="13033"/>
                </a:lnTo>
                <a:lnTo>
                  <a:pt x="577" y="13366"/>
                </a:lnTo>
                <a:lnTo>
                  <a:pt x="577" y="13764"/>
                </a:lnTo>
                <a:lnTo>
                  <a:pt x="577" y="14097"/>
                </a:lnTo>
                <a:lnTo>
                  <a:pt x="577" y="14497"/>
                </a:lnTo>
                <a:lnTo>
                  <a:pt x="577" y="14828"/>
                </a:lnTo>
                <a:lnTo>
                  <a:pt x="641" y="15228"/>
                </a:lnTo>
                <a:lnTo>
                  <a:pt x="641" y="15561"/>
                </a:lnTo>
                <a:lnTo>
                  <a:pt x="641" y="15959"/>
                </a:lnTo>
                <a:lnTo>
                  <a:pt x="641" y="16292"/>
                </a:lnTo>
                <a:lnTo>
                  <a:pt x="737" y="16626"/>
                </a:lnTo>
                <a:lnTo>
                  <a:pt x="737" y="17023"/>
                </a:lnTo>
                <a:lnTo>
                  <a:pt x="737" y="17356"/>
                </a:lnTo>
                <a:lnTo>
                  <a:pt x="737" y="17753"/>
                </a:lnTo>
                <a:lnTo>
                  <a:pt x="737" y="18087"/>
                </a:lnTo>
                <a:lnTo>
                  <a:pt x="802" y="18420"/>
                </a:lnTo>
                <a:lnTo>
                  <a:pt x="802" y="18818"/>
                </a:lnTo>
                <a:lnTo>
                  <a:pt x="802" y="19151"/>
                </a:lnTo>
                <a:lnTo>
                  <a:pt x="802" y="19485"/>
                </a:lnTo>
                <a:lnTo>
                  <a:pt x="866" y="19882"/>
                </a:lnTo>
                <a:lnTo>
                  <a:pt x="866" y="20215"/>
                </a:lnTo>
                <a:lnTo>
                  <a:pt x="866" y="20549"/>
                </a:lnTo>
                <a:lnTo>
                  <a:pt x="866" y="20879"/>
                </a:lnTo>
                <a:lnTo>
                  <a:pt x="866" y="21279"/>
                </a:lnTo>
                <a:lnTo>
                  <a:pt x="930" y="21613"/>
                </a:lnTo>
                <a:lnTo>
                  <a:pt x="930" y="21943"/>
                </a:lnTo>
                <a:lnTo>
                  <a:pt x="930" y="22277"/>
                </a:lnTo>
                <a:lnTo>
                  <a:pt x="930" y="22677"/>
                </a:lnTo>
                <a:lnTo>
                  <a:pt x="1026" y="23007"/>
                </a:lnTo>
                <a:lnTo>
                  <a:pt x="1026" y="23341"/>
                </a:lnTo>
                <a:lnTo>
                  <a:pt x="1026" y="23674"/>
                </a:lnTo>
                <a:lnTo>
                  <a:pt x="1026" y="24005"/>
                </a:lnTo>
                <a:lnTo>
                  <a:pt x="1026" y="24338"/>
                </a:lnTo>
                <a:lnTo>
                  <a:pt x="1090" y="24672"/>
                </a:lnTo>
                <a:lnTo>
                  <a:pt x="1090" y="25002"/>
                </a:lnTo>
                <a:lnTo>
                  <a:pt x="1090" y="25403"/>
                </a:lnTo>
                <a:lnTo>
                  <a:pt x="1090" y="25733"/>
                </a:lnTo>
                <a:lnTo>
                  <a:pt x="1154" y="26067"/>
                </a:lnTo>
                <a:lnTo>
                  <a:pt x="1154" y="26400"/>
                </a:lnTo>
                <a:lnTo>
                  <a:pt x="1154" y="26730"/>
                </a:lnTo>
                <a:lnTo>
                  <a:pt x="1154" y="27064"/>
                </a:lnTo>
                <a:lnTo>
                  <a:pt x="1154" y="27397"/>
                </a:lnTo>
                <a:lnTo>
                  <a:pt x="1251" y="27728"/>
                </a:lnTo>
                <a:lnTo>
                  <a:pt x="1251" y="28061"/>
                </a:lnTo>
                <a:lnTo>
                  <a:pt x="1251" y="28395"/>
                </a:lnTo>
                <a:lnTo>
                  <a:pt x="1251" y="28725"/>
                </a:lnTo>
                <a:lnTo>
                  <a:pt x="1315" y="29059"/>
                </a:lnTo>
                <a:lnTo>
                  <a:pt x="1315" y="29392"/>
                </a:lnTo>
                <a:lnTo>
                  <a:pt x="1315" y="29659"/>
                </a:lnTo>
                <a:lnTo>
                  <a:pt x="1315" y="29990"/>
                </a:lnTo>
                <a:lnTo>
                  <a:pt x="1315" y="30323"/>
                </a:lnTo>
                <a:lnTo>
                  <a:pt x="1379" y="30656"/>
                </a:lnTo>
                <a:lnTo>
                  <a:pt x="1379" y="30987"/>
                </a:lnTo>
                <a:lnTo>
                  <a:pt x="1379" y="31320"/>
                </a:lnTo>
                <a:lnTo>
                  <a:pt x="1379" y="31654"/>
                </a:lnTo>
                <a:lnTo>
                  <a:pt x="1379" y="31918"/>
                </a:lnTo>
                <a:lnTo>
                  <a:pt x="1443" y="32251"/>
                </a:lnTo>
                <a:lnTo>
                  <a:pt x="1443" y="32585"/>
                </a:lnTo>
                <a:lnTo>
                  <a:pt x="1443" y="32915"/>
                </a:lnTo>
                <a:lnTo>
                  <a:pt x="1443" y="33249"/>
                </a:lnTo>
                <a:lnTo>
                  <a:pt x="1539" y="33515"/>
                </a:lnTo>
                <a:lnTo>
                  <a:pt x="1539" y="33846"/>
                </a:lnTo>
                <a:lnTo>
                  <a:pt x="1539" y="34179"/>
                </a:lnTo>
                <a:lnTo>
                  <a:pt x="1539" y="34513"/>
                </a:lnTo>
                <a:lnTo>
                  <a:pt x="1539" y="34777"/>
                </a:lnTo>
                <a:lnTo>
                  <a:pt x="1604" y="35110"/>
                </a:lnTo>
                <a:lnTo>
                  <a:pt x="1604" y="35444"/>
                </a:lnTo>
                <a:lnTo>
                  <a:pt x="1604" y="35708"/>
                </a:lnTo>
                <a:lnTo>
                  <a:pt x="1604" y="36041"/>
                </a:lnTo>
                <a:lnTo>
                  <a:pt x="1668" y="36308"/>
                </a:lnTo>
                <a:lnTo>
                  <a:pt x="1668" y="36641"/>
                </a:lnTo>
                <a:lnTo>
                  <a:pt x="1668" y="36972"/>
                </a:lnTo>
                <a:lnTo>
                  <a:pt x="1668" y="37238"/>
                </a:lnTo>
                <a:lnTo>
                  <a:pt x="1668" y="37572"/>
                </a:lnTo>
                <a:lnTo>
                  <a:pt x="1732" y="37836"/>
                </a:lnTo>
                <a:lnTo>
                  <a:pt x="1732" y="38169"/>
                </a:lnTo>
                <a:lnTo>
                  <a:pt x="1732" y="38436"/>
                </a:lnTo>
                <a:lnTo>
                  <a:pt x="1732" y="38767"/>
                </a:lnTo>
                <a:lnTo>
                  <a:pt x="1828" y="39033"/>
                </a:lnTo>
                <a:lnTo>
                  <a:pt x="1828" y="39367"/>
                </a:lnTo>
                <a:lnTo>
                  <a:pt x="1828" y="39634"/>
                </a:lnTo>
                <a:lnTo>
                  <a:pt x="1828" y="39964"/>
                </a:lnTo>
                <a:lnTo>
                  <a:pt x="1828" y="40231"/>
                </a:lnTo>
                <a:lnTo>
                  <a:pt x="1892" y="40564"/>
                </a:lnTo>
                <a:lnTo>
                  <a:pt x="1892" y="40828"/>
                </a:lnTo>
                <a:lnTo>
                  <a:pt x="1892" y="41162"/>
                </a:lnTo>
                <a:lnTo>
                  <a:pt x="1892" y="41428"/>
                </a:lnTo>
                <a:lnTo>
                  <a:pt x="1956" y="41692"/>
                </a:lnTo>
                <a:lnTo>
                  <a:pt x="1956" y="42026"/>
                </a:lnTo>
                <a:lnTo>
                  <a:pt x="1956" y="42292"/>
                </a:lnTo>
                <a:lnTo>
                  <a:pt x="1956" y="42559"/>
                </a:lnTo>
                <a:lnTo>
                  <a:pt x="1956" y="42890"/>
                </a:lnTo>
                <a:lnTo>
                  <a:pt x="2053" y="43156"/>
                </a:lnTo>
                <a:lnTo>
                  <a:pt x="2053" y="43423"/>
                </a:lnTo>
                <a:lnTo>
                  <a:pt x="2053" y="43754"/>
                </a:lnTo>
                <a:lnTo>
                  <a:pt x="2053" y="44021"/>
                </a:lnTo>
                <a:lnTo>
                  <a:pt x="2117" y="44287"/>
                </a:lnTo>
                <a:lnTo>
                  <a:pt x="2117" y="44554"/>
                </a:lnTo>
                <a:lnTo>
                  <a:pt x="2117" y="44885"/>
                </a:lnTo>
                <a:lnTo>
                  <a:pt x="2117" y="45151"/>
                </a:lnTo>
                <a:lnTo>
                  <a:pt x="2117" y="45418"/>
                </a:lnTo>
                <a:lnTo>
                  <a:pt x="2181" y="45682"/>
                </a:lnTo>
                <a:lnTo>
                  <a:pt x="2181" y="45949"/>
                </a:lnTo>
                <a:lnTo>
                  <a:pt x="2181" y="46216"/>
                </a:lnTo>
                <a:lnTo>
                  <a:pt x="2181" y="46549"/>
                </a:lnTo>
                <a:lnTo>
                  <a:pt x="2181" y="46813"/>
                </a:lnTo>
                <a:lnTo>
                  <a:pt x="2245" y="47080"/>
                </a:lnTo>
                <a:lnTo>
                  <a:pt x="2245" y="47346"/>
                </a:lnTo>
                <a:lnTo>
                  <a:pt x="2245" y="47613"/>
                </a:lnTo>
                <a:lnTo>
                  <a:pt x="2245" y="47877"/>
                </a:lnTo>
                <a:lnTo>
                  <a:pt x="2341" y="48144"/>
                </a:lnTo>
                <a:lnTo>
                  <a:pt x="2341" y="48410"/>
                </a:lnTo>
                <a:lnTo>
                  <a:pt x="2341" y="48674"/>
                </a:lnTo>
                <a:lnTo>
                  <a:pt x="2341" y="48941"/>
                </a:lnTo>
                <a:lnTo>
                  <a:pt x="2341" y="49208"/>
                </a:lnTo>
                <a:lnTo>
                  <a:pt x="2406" y="49475"/>
                </a:lnTo>
                <a:lnTo>
                  <a:pt x="2406" y="49738"/>
                </a:lnTo>
                <a:lnTo>
                  <a:pt x="2406" y="50005"/>
                </a:lnTo>
                <a:lnTo>
                  <a:pt x="2406" y="50272"/>
                </a:lnTo>
                <a:lnTo>
                  <a:pt x="2470" y="50539"/>
                </a:lnTo>
                <a:lnTo>
                  <a:pt x="2470" y="50803"/>
                </a:lnTo>
                <a:lnTo>
                  <a:pt x="2470" y="51069"/>
                </a:lnTo>
                <a:lnTo>
                  <a:pt x="2470" y="51336"/>
                </a:lnTo>
                <a:lnTo>
                  <a:pt x="2470" y="51536"/>
                </a:lnTo>
                <a:lnTo>
                  <a:pt x="2566" y="51800"/>
                </a:lnTo>
                <a:lnTo>
                  <a:pt x="2566" y="52067"/>
                </a:lnTo>
                <a:lnTo>
                  <a:pt x="2566" y="52334"/>
                </a:lnTo>
                <a:lnTo>
                  <a:pt x="2566" y="52600"/>
                </a:lnTo>
                <a:lnTo>
                  <a:pt x="2630" y="52864"/>
                </a:lnTo>
                <a:lnTo>
                  <a:pt x="2630" y="53064"/>
                </a:lnTo>
                <a:lnTo>
                  <a:pt x="2630" y="53331"/>
                </a:lnTo>
                <a:lnTo>
                  <a:pt x="2630" y="53598"/>
                </a:lnTo>
                <a:lnTo>
                  <a:pt x="2630" y="53862"/>
                </a:lnTo>
                <a:lnTo>
                  <a:pt x="2694" y="54062"/>
                </a:lnTo>
                <a:lnTo>
                  <a:pt x="2694" y="54328"/>
                </a:lnTo>
                <a:lnTo>
                  <a:pt x="2694" y="54595"/>
                </a:lnTo>
                <a:lnTo>
                  <a:pt x="2694" y="54792"/>
                </a:lnTo>
                <a:lnTo>
                  <a:pt x="2758" y="55059"/>
                </a:lnTo>
                <a:lnTo>
                  <a:pt x="2758" y="55326"/>
                </a:lnTo>
                <a:lnTo>
                  <a:pt x="2758" y="55526"/>
                </a:lnTo>
                <a:lnTo>
                  <a:pt x="2758" y="55790"/>
                </a:lnTo>
                <a:lnTo>
                  <a:pt x="2758" y="55990"/>
                </a:lnTo>
                <a:lnTo>
                  <a:pt x="2855" y="56257"/>
                </a:lnTo>
                <a:lnTo>
                  <a:pt x="2855" y="56523"/>
                </a:lnTo>
                <a:lnTo>
                  <a:pt x="2855" y="56721"/>
                </a:lnTo>
                <a:lnTo>
                  <a:pt x="2855" y="56987"/>
                </a:lnTo>
                <a:lnTo>
                  <a:pt x="2919" y="57187"/>
                </a:lnTo>
                <a:lnTo>
                  <a:pt x="2919" y="57454"/>
                </a:lnTo>
                <a:lnTo>
                  <a:pt x="2919" y="57651"/>
                </a:lnTo>
                <a:lnTo>
                  <a:pt x="2919" y="57918"/>
                </a:lnTo>
                <a:lnTo>
                  <a:pt x="2919" y="58118"/>
                </a:lnTo>
                <a:lnTo>
                  <a:pt x="2983" y="58385"/>
                </a:lnTo>
                <a:lnTo>
                  <a:pt x="2983" y="58585"/>
                </a:lnTo>
                <a:lnTo>
                  <a:pt x="2983" y="58849"/>
                </a:lnTo>
                <a:lnTo>
                  <a:pt x="2983" y="59049"/>
                </a:lnTo>
                <a:lnTo>
                  <a:pt x="2983" y="59249"/>
                </a:lnTo>
                <a:lnTo>
                  <a:pt x="3047" y="59516"/>
                </a:lnTo>
                <a:lnTo>
                  <a:pt x="3047" y="59713"/>
                </a:lnTo>
                <a:lnTo>
                  <a:pt x="3047" y="59980"/>
                </a:lnTo>
                <a:lnTo>
                  <a:pt x="3047" y="60180"/>
                </a:lnTo>
                <a:lnTo>
                  <a:pt x="3143" y="60380"/>
                </a:lnTo>
                <a:lnTo>
                  <a:pt x="3143" y="60580"/>
                </a:lnTo>
                <a:lnTo>
                  <a:pt x="3143" y="60844"/>
                </a:lnTo>
                <a:lnTo>
                  <a:pt x="3143" y="61044"/>
                </a:lnTo>
                <a:lnTo>
                  <a:pt x="3143" y="61244"/>
                </a:lnTo>
                <a:lnTo>
                  <a:pt x="3208" y="6151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115350" y="3927601"/>
            <a:ext cx="3143" cy="22741"/>
          </a:xfrm>
          <a:custGeom>
            <a:avLst/>
            <a:gdLst/>
            <a:ahLst/>
            <a:cxnLst/>
            <a:rect l="l" t="t" r="r" b="b"/>
            <a:pathLst>
              <a:path w="3143" h="22741">
                <a:moveTo>
                  <a:pt x="0" y="0"/>
                </a:moveTo>
                <a:lnTo>
                  <a:pt x="0" y="197"/>
                </a:lnTo>
                <a:lnTo>
                  <a:pt x="0" y="397"/>
                </a:lnTo>
                <a:lnTo>
                  <a:pt x="0" y="597"/>
                </a:lnTo>
                <a:lnTo>
                  <a:pt x="64" y="797"/>
                </a:lnTo>
                <a:lnTo>
                  <a:pt x="64" y="1064"/>
                </a:lnTo>
                <a:lnTo>
                  <a:pt x="64" y="1261"/>
                </a:lnTo>
                <a:lnTo>
                  <a:pt x="64" y="1461"/>
                </a:lnTo>
                <a:lnTo>
                  <a:pt x="64" y="1661"/>
                </a:lnTo>
                <a:lnTo>
                  <a:pt x="160" y="1861"/>
                </a:lnTo>
                <a:lnTo>
                  <a:pt x="160" y="2061"/>
                </a:lnTo>
                <a:lnTo>
                  <a:pt x="160" y="2258"/>
                </a:lnTo>
                <a:lnTo>
                  <a:pt x="160" y="2458"/>
                </a:lnTo>
                <a:lnTo>
                  <a:pt x="224" y="2658"/>
                </a:lnTo>
                <a:lnTo>
                  <a:pt x="224" y="2925"/>
                </a:lnTo>
                <a:lnTo>
                  <a:pt x="224" y="3122"/>
                </a:lnTo>
                <a:lnTo>
                  <a:pt x="224" y="3322"/>
                </a:lnTo>
                <a:lnTo>
                  <a:pt x="224" y="3522"/>
                </a:lnTo>
                <a:lnTo>
                  <a:pt x="288" y="3723"/>
                </a:lnTo>
                <a:lnTo>
                  <a:pt x="288" y="3923"/>
                </a:lnTo>
                <a:lnTo>
                  <a:pt x="288" y="4056"/>
                </a:lnTo>
                <a:lnTo>
                  <a:pt x="288" y="4253"/>
                </a:lnTo>
                <a:lnTo>
                  <a:pt x="352" y="4453"/>
                </a:lnTo>
                <a:lnTo>
                  <a:pt x="352" y="4653"/>
                </a:lnTo>
                <a:lnTo>
                  <a:pt x="352" y="4853"/>
                </a:lnTo>
                <a:lnTo>
                  <a:pt x="352" y="5053"/>
                </a:lnTo>
                <a:lnTo>
                  <a:pt x="352" y="5251"/>
                </a:lnTo>
                <a:lnTo>
                  <a:pt x="449" y="5451"/>
                </a:lnTo>
                <a:lnTo>
                  <a:pt x="449" y="5651"/>
                </a:lnTo>
                <a:lnTo>
                  <a:pt x="449" y="5784"/>
                </a:lnTo>
                <a:lnTo>
                  <a:pt x="449" y="5984"/>
                </a:lnTo>
                <a:lnTo>
                  <a:pt x="513" y="6181"/>
                </a:lnTo>
                <a:lnTo>
                  <a:pt x="513" y="6381"/>
                </a:lnTo>
                <a:lnTo>
                  <a:pt x="513" y="6515"/>
                </a:lnTo>
                <a:lnTo>
                  <a:pt x="513" y="6715"/>
                </a:lnTo>
                <a:lnTo>
                  <a:pt x="513" y="6915"/>
                </a:lnTo>
                <a:lnTo>
                  <a:pt x="577" y="7112"/>
                </a:lnTo>
                <a:lnTo>
                  <a:pt x="577" y="7245"/>
                </a:lnTo>
                <a:lnTo>
                  <a:pt x="577" y="7446"/>
                </a:lnTo>
                <a:lnTo>
                  <a:pt x="577" y="7646"/>
                </a:lnTo>
                <a:lnTo>
                  <a:pt x="577" y="7779"/>
                </a:lnTo>
                <a:lnTo>
                  <a:pt x="641" y="7979"/>
                </a:lnTo>
                <a:lnTo>
                  <a:pt x="641" y="8176"/>
                </a:lnTo>
                <a:lnTo>
                  <a:pt x="641" y="8310"/>
                </a:lnTo>
                <a:lnTo>
                  <a:pt x="641" y="8510"/>
                </a:lnTo>
                <a:lnTo>
                  <a:pt x="737" y="8643"/>
                </a:lnTo>
                <a:lnTo>
                  <a:pt x="737" y="8843"/>
                </a:lnTo>
                <a:lnTo>
                  <a:pt x="737" y="9043"/>
                </a:lnTo>
                <a:lnTo>
                  <a:pt x="737" y="9174"/>
                </a:lnTo>
                <a:lnTo>
                  <a:pt x="737" y="9374"/>
                </a:lnTo>
                <a:lnTo>
                  <a:pt x="802" y="9507"/>
                </a:lnTo>
                <a:lnTo>
                  <a:pt x="802" y="9707"/>
                </a:lnTo>
                <a:lnTo>
                  <a:pt x="802" y="9841"/>
                </a:lnTo>
                <a:lnTo>
                  <a:pt x="802" y="9974"/>
                </a:lnTo>
                <a:lnTo>
                  <a:pt x="866" y="10171"/>
                </a:lnTo>
                <a:lnTo>
                  <a:pt x="866" y="10305"/>
                </a:lnTo>
                <a:lnTo>
                  <a:pt x="866" y="10505"/>
                </a:lnTo>
                <a:lnTo>
                  <a:pt x="866" y="10638"/>
                </a:lnTo>
                <a:lnTo>
                  <a:pt x="866" y="10838"/>
                </a:lnTo>
                <a:lnTo>
                  <a:pt x="962" y="10971"/>
                </a:lnTo>
                <a:lnTo>
                  <a:pt x="962" y="11102"/>
                </a:lnTo>
                <a:lnTo>
                  <a:pt x="962" y="11302"/>
                </a:lnTo>
                <a:lnTo>
                  <a:pt x="962" y="11435"/>
                </a:lnTo>
                <a:lnTo>
                  <a:pt x="1026" y="11569"/>
                </a:lnTo>
                <a:lnTo>
                  <a:pt x="1026" y="11702"/>
                </a:lnTo>
                <a:lnTo>
                  <a:pt x="1026" y="11902"/>
                </a:lnTo>
                <a:lnTo>
                  <a:pt x="1026" y="12036"/>
                </a:lnTo>
                <a:lnTo>
                  <a:pt x="1026" y="12166"/>
                </a:lnTo>
                <a:lnTo>
                  <a:pt x="1090" y="12299"/>
                </a:lnTo>
                <a:lnTo>
                  <a:pt x="1090" y="12499"/>
                </a:lnTo>
                <a:lnTo>
                  <a:pt x="1090" y="12633"/>
                </a:lnTo>
                <a:lnTo>
                  <a:pt x="1090" y="12766"/>
                </a:lnTo>
                <a:lnTo>
                  <a:pt x="1154" y="12900"/>
                </a:lnTo>
                <a:lnTo>
                  <a:pt x="1154" y="13033"/>
                </a:lnTo>
                <a:lnTo>
                  <a:pt x="1154" y="13163"/>
                </a:lnTo>
                <a:lnTo>
                  <a:pt x="1154" y="13364"/>
                </a:lnTo>
                <a:lnTo>
                  <a:pt x="1154" y="13497"/>
                </a:lnTo>
                <a:lnTo>
                  <a:pt x="1251" y="13630"/>
                </a:lnTo>
                <a:lnTo>
                  <a:pt x="1251" y="13764"/>
                </a:lnTo>
                <a:lnTo>
                  <a:pt x="1251" y="13897"/>
                </a:lnTo>
                <a:lnTo>
                  <a:pt x="1251" y="14030"/>
                </a:lnTo>
                <a:lnTo>
                  <a:pt x="1315" y="14161"/>
                </a:lnTo>
                <a:lnTo>
                  <a:pt x="1315" y="14294"/>
                </a:lnTo>
                <a:lnTo>
                  <a:pt x="1315" y="14428"/>
                </a:lnTo>
                <a:lnTo>
                  <a:pt x="1315" y="14561"/>
                </a:lnTo>
                <a:lnTo>
                  <a:pt x="1315" y="14694"/>
                </a:lnTo>
                <a:lnTo>
                  <a:pt x="1379" y="14828"/>
                </a:lnTo>
                <a:lnTo>
                  <a:pt x="1379" y="14961"/>
                </a:lnTo>
                <a:lnTo>
                  <a:pt x="1379" y="15092"/>
                </a:lnTo>
                <a:lnTo>
                  <a:pt x="1379" y="15225"/>
                </a:lnTo>
                <a:lnTo>
                  <a:pt x="1379" y="15358"/>
                </a:lnTo>
                <a:lnTo>
                  <a:pt x="1475" y="15559"/>
                </a:lnTo>
                <a:lnTo>
                  <a:pt x="1475" y="15692"/>
                </a:lnTo>
                <a:lnTo>
                  <a:pt x="1475" y="15825"/>
                </a:lnTo>
                <a:lnTo>
                  <a:pt x="1539" y="15959"/>
                </a:lnTo>
                <a:lnTo>
                  <a:pt x="1539" y="16156"/>
                </a:lnTo>
                <a:lnTo>
                  <a:pt x="1539" y="16289"/>
                </a:lnTo>
                <a:lnTo>
                  <a:pt x="1539" y="16423"/>
                </a:lnTo>
                <a:lnTo>
                  <a:pt x="1604" y="16556"/>
                </a:lnTo>
                <a:lnTo>
                  <a:pt x="1604" y="16756"/>
                </a:lnTo>
                <a:lnTo>
                  <a:pt x="1604" y="16889"/>
                </a:lnTo>
                <a:lnTo>
                  <a:pt x="1668" y="17087"/>
                </a:lnTo>
                <a:lnTo>
                  <a:pt x="1668" y="17220"/>
                </a:lnTo>
                <a:lnTo>
                  <a:pt x="1668" y="17420"/>
                </a:lnTo>
                <a:lnTo>
                  <a:pt x="1764" y="17620"/>
                </a:lnTo>
                <a:lnTo>
                  <a:pt x="1764" y="17753"/>
                </a:lnTo>
                <a:lnTo>
                  <a:pt x="1828" y="17954"/>
                </a:lnTo>
                <a:lnTo>
                  <a:pt x="1828" y="18151"/>
                </a:lnTo>
                <a:lnTo>
                  <a:pt x="1828" y="18351"/>
                </a:lnTo>
                <a:lnTo>
                  <a:pt x="1892" y="18484"/>
                </a:lnTo>
                <a:lnTo>
                  <a:pt x="1892" y="18618"/>
                </a:lnTo>
                <a:lnTo>
                  <a:pt x="1956" y="18818"/>
                </a:lnTo>
                <a:lnTo>
                  <a:pt x="1956" y="18951"/>
                </a:lnTo>
                <a:lnTo>
                  <a:pt x="1956" y="19081"/>
                </a:lnTo>
                <a:lnTo>
                  <a:pt x="2053" y="19215"/>
                </a:lnTo>
                <a:lnTo>
                  <a:pt x="2053" y="19348"/>
                </a:lnTo>
                <a:lnTo>
                  <a:pt x="2053" y="19482"/>
                </a:lnTo>
                <a:lnTo>
                  <a:pt x="2117" y="19682"/>
                </a:lnTo>
                <a:lnTo>
                  <a:pt x="2117" y="19815"/>
                </a:lnTo>
                <a:lnTo>
                  <a:pt x="2181" y="19948"/>
                </a:lnTo>
                <a:lnTo>
                  <a:pt x="2181" y="20079"/>
                </a:lnTo>
                <a:lnTo>
                  <a:pt x="2181" y="20212"/>
                </a:lnTo>
                <a:lnTo>
                  <a:pt x="2277" y="20346"/>
                </a:lnTo>
                <a:lnTo>
                  <a:pt x="2277" y="20479"/>
                </a:lnTo>
                <a:lnTo>
                  <a:pt x="2341" y="20612"/>
                </a:lnTo>
                <a:lnTo>
                  <a:pt x="2341" y="20746"/>
                </a:lnTo>
                <a:lnTo>
                  <a:pt x="2341" y="20879"/>
                </a:lnTo>
                <a:lnTo>
                  <a:pt x="2406" y="21013"/>
                </a:lnTo>
                <a:lnTo>
                  <a:pt x="2406" y="21143"/>
                </a:lnTo>
                <a:lnTo>
                  <a:pt x="2470" y="21276"/>
                </a:lnTo>
                <a:lnTo>
                  <a:pt x="2470" y="21410"/>
                </a:lnTo>
                <a:lnTo>
                  <a:pt x="2566" y="21543"/>
                </a:lnTo>
                <a:lnTo>
                  <a:pt x="2630" y="21677"/>
                </a:lnTo>
                <a:lnTo>
                  <a:pt x="2630" y="21810"/>
                </a:lnTo>
                <a:lnTo>
                  <a:pt x="2694" y="21943"/>
                </a:lnTo>
                <a:lnTo>
                  <a:pt x="2790" y="22074"/>
                </a:lnTo>
                <a:lnTo>
                  <a:pt x="2790" y="22207"/>
                </a:lnTo>
                <a:lnTo>
                  <a:pt x="2855" y="22274"/>
                </a:lnTo>
                <a:lnTo>
                  <a:pt x="2919" y="22407"/>
                </a:lnTo>
                <a:lnTo>
                  <a:pt x="2983" y="22541"/>
                </a:lnTo>
                <a:lnTo>
                  <a:pt x="3079" y="22607"/>
                </a:lnTo>
                <a:lnTo>
                  <a:pt x="3143" y="2274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118494" y="3931457"/>
            <a:ext cx="3208" cy="18951"/>
          </a:xfrm>
          <a:custGeom>
            <a:avLst/>
            <a:gdLst/>
            <a:ahLst/>
            <a:cxnLst/>
            <a:rect l="l" t="t" r="r" b="b"/>
            <a:pathLst>
              <a:path w="3208" h="18951">
                <a:moveTo>
                  <a:pt x="0" y="18884"/>
                </a:moveTo>
                <a:lnTo>
                  <a:pt x="128" y="18951"/>
                </a:lnTo>
                <a:lnTo>
                  <a:pt x="128" y="18951"/>
                </a:lnTo>
                <a:lnTo>
                  <a:pt x="288" y="18951"/>
                </a:lnTo>
                <a:lnTo>
                  <a:pt x="449" y="18884"/>
                </a:lnTo>
                <a:lnTo>
                  <a:pt x="513" y="18751"/>
                </a:lnTo>
                <a:lnTo>
                  <a:pt x="577" y="18618"/>
                </a:lnTo>
                <a:lnTo>
                  <a:pt x="641" y="18484"/>
                </a:lnTo>
                <a:lnTo>
                  <a:pt x="737" y="18351"/>
                </a:lnTo>
                <a:lnTo>
                  <a:pt x="802" y="18217"/>
                </a:lnTo>
                <a:lnTo>
                  <a:pt x="802" y="18087"/>
                </a:lnTo>
                <a:lnTo>
                  <a:pt x="866" y="17954"/>
                </a:lnTo>
                <a:lnTo>
                  <a:pt x="930" y="17820"/>
                </a:lnTo>
                <a:lnTo>
                  <a:pt x="930" y="17687"/>
                </a:lnTo>
                <a:lnTo>
                  <a:pt x="1026" y="17553"/>
                </a:lnTo>
                <a:lnTo>
                  <a:pt x="1026" y="17420"/>
                </a:lnTo>
                <a:lnTo>
                  <a:pt x="1090" y="17287"/>
                </a:lnTo>
                <a:lnTo>
                  <a:pt x="1090" y="17156"/>
                </a:lnTo>
                <a:lnTo>
                  <a:pt x="1154" y="17023"/>
                </a:lnTo>
                <a:lnTo>
                  <a:pt x="1154" y="16889"/>
                </a:lnTo>
                <a:lnTo>
                  <a:pt x="1251" y="16756"/>
                </a:lnTo>
                <a:lnTo>
                  <a:pt x="1251" y="16623"/>
                </a:lnTo>
                <a:lnTo>
                  <a:pt x="1315" y="16489"/>
                </a:lnTo>
                <a:lnTo>
                  <a:pt x="1315" y="16356"/>
                </a:lnTo>
                <a:lnTo>
                  <a:pt x="1379" y="16159"/>
                </a:lnTo>
                <a:lnTo>
                  <a:pt x="1379" y="16025"/>
                </a:lnTo>
                <a:lnTo>
                  <a:pt x="1379" y="15892"/>
                </a:lnTo>
                <a:lnTo>
                  <a:pt x="1443" y="15692"/>
                </a:lnTo>
                <a:lnTo>
                  <a:pt x="1443" y="15559"/>
                </a:lnTo>
                <a:lnTo>
                  <a:pt x="1443" y="15425"/>
                </a:lnTo>
                <a:lnTo>
                  <a:pt x="1539" y="15292"/>
                </a:lnTo>
                <a:lnTo>
                  <a:pt x="1539" y="15095"/>
                </a:lnTo>
                <a:lnTo>
                  <a:pt x="1604" y="14895"/>
                </a:lnTo>
                <a:lnTo>
                  <a:pt x="1604" y="14761"/>
                </a:lnTo>
                <a:lnTo>
                  <a:pt x="1604" y="14628"/>
                </a:lnTo>
                <a:lnTo>
                  <a:pt x="1668" y="14428"/>
                </a:lnTo>
                <a:lnTo>
                  <a:pt x="1668" y="14228"/>
                </a:lnTo>
                <a:lnTo>
                  <a:pt x="1764" y="14030"/>
                </a:lnTo>
                <a:lnTo>
                  <a:pt x="1764" y="13830"/>
                </a:lnTo>
                <a:lnTo>
                  <a:pt x="1828" y="13630"/>
                </a:lnTo>
                <a:lnTo>
                  <a:pt x="1828" y="13497"/>
                </a:lnTo>
                <a:lnTo>
                  <a:pt x="1828" y="13297"/>
                </a:lnTo>
                <a:lnTo>
                  <a:pt x="1892" y="13166"/>
                </a:lnTo>
                <a:lnTo>
                  <a:pt x="1892" y="12966"/>
                </a:lnTo>
                <a:lnTo>
                  <a:pt x="1892" y="12833"/>
                </a:lnTo>
                <a:lnTo>
                  <a:pt x="1956" y="12633"/>
                </a:lnTo>
                <a:lnTo>
                  <a:pt x="1956" y="12499"/>
                </a:lnTo>
                <a:lnTo>
                  <a:pt x="1956" y="12366"/>
                </a:lnTo>
                <a:lnTo>
                  <a:pt x="2053" y="12169"/>
                </a:lnTo>
                <a:lnTo>
                  <a:pt x="2053" y="12036"/>
                </a:lnTo>
                <a:lnTo>
                  <a:pt x="2053" y="11902"/>
                </a:lnTo>
                <a:lnTo>
                  <a:pt x="2053" y="11769"/>
                </a:lnTo>
                <a:lnTo>
                  <a:pt x="2117" y="11569"/>
                </a:lnTo>
                <a:lnTo>
                  <a:pt x="2117" y="11435"/>
                </a:lnTo>
                <a:lnTo>
                  <a:pt x="2117" y="11302"/>
                </a:lnTo>
                <a:lnTo>
                  <a:pt x="2117" y="11171"/>
                </a:lnTo>
                <a:lnTo>
                  <a:pt x="2181" y="11038"/>
                </a:lnTo>
                <a:lnTo>
                  <a:pt x="2181" y="10905"/>
                </a:lnTo>
                <a:lnTo>
                  <a:pt x="2181" y="10771"/>
                </a:lnTo>
                <a:lnTo>
                  <a:pt x="2181" y="10638"/>
                </a:lnTo>
                <a:lnTo>
                  <a:pt x="2181" y="10505"/>
                </a:lnTo>
                <a:lnTo>
                  <a:pt x="2245" y="10371"/>
                </a:lnTo>
                <a:lnTo>
                  <a:pt x="2245" y="10238"/>
                </a:lnTo>
                <a:lnTo>
                  <a:pt x="2245" y="10107"/>
                </a:lnTo>
                <a:lnTo>
                  <a:pt x="2245" y="9974"/>
                </a:lnTo>
                <a:lnTo>
                  <a:pt x="2245" y="9841"/>
                </a:lnTo>
                <a:lnTo>
                  <a:pt x="2341" y="9707"/>
                </a:lnTo>
                <a:lnTo>
                  <a:pt x="2341" y="9574"/>
                </a:lnTo>
                <a:lnTo>
                  <a:pt x="2341" y="9374"/>
                </a:lnTo>
                <a:lnTo>
                  <a:pt x="2341" y="9240"/>
                </a:lnTo>
                <a:lnTo>
                  <a:pt x="2406" y="9110"/>
                </a:lnTo>
                <a:lnTo>
                  <a:pt x="2406" y="8977"/>
                </a:lnTo>
                <a:lnTo>
                  <a:pt x="2406" y="8843"/>
                </a:lnTo>
                <a:lnTo>
                  <a:pt x="2406" y="8710"/>
                </a:lnTo>
                <a:lnTo>
                  <a:pt x="2406" y="8510"/>
                </a:lnTo>
                <a:lnTo>
                  <a:pt x="2470" y="8376"/>
                </a:lnTo>
                <a:lnTo>
                  <a:pt x="2470" y="8243"/>
                </a:lnTo>
                <a:lnTo>
                  <a:pt x="2470" y="8112"/>
                </a:lnTo>
                <a:lnTo>
                  <a:pt x="2470" y="7912"/>
                </a:lnTo>
                <a:lnTo>
                  <a:pt x="2566" y="7779"/>
                </a:lnTo>
                <a:lnTo>
                  <a:pt x="2566" y="7646"/>
                </a:lnTo>
                <a:lnTo>
                  <a:pt x="2566" y="7446"/>
                </a:lnTo>
                <a:lnTo>
                  <a:pt x="2566" y="7312"/>
                </a:lnTo>
                <a:lnTo>
                  <a:pt x="2566" y="7182"/>
                </a:lnTo>
                <a:lnTo>
                  <a:pt x="2630" y="6982"/>
                </a:lnTo>
                <a:lnTo>
                  <a:pt x="2630" y="6848"/>
                </a:lnTo>
                <a:lnTo>
                  <a:pt x="2630" y="6648"/>
                </a:lnTo>
                <a:lnTo>
                  <a:pt x="2630" y="6515"/>
                </a:lnTo>
                <a:lnTo>
                  <a:pt x="2694" y="6315"/>
                </a:lnTo>
                <a:lnTo>
                  <a:pt x="2694" y="6184"/>
                </a:lnTo>
                <a:lnTo>
                  <a:pt x="2694" y="6051"/>
                </a:lnTo>
                <a:lnTo>
                  <a:pt x="2694" y="5851"/>
                </a:lnTo>
                <a:lnTo>
                  <a:pt x="2694" y="5651"/>
                </a:lnTo>
                <a:lnTo>
                  <a:pt x="2758" y="5517"/>
                </a:lnTo>
                <a:lnTo>
                  <a:pt x="2758" y="5317"/>
                </a:lnTo>
                <a:lnTo>
                  <a:pt x="2758" y="5187"/>
                </a:lnTo>
                <a:lnTo>
                  <a:pt x="2758" y="4987"/>
                </a:lnTo>
                <a:lnTo>
                  <a:pt x="2855" y="4853"/>
                </a:lnTo>
                <a:lnTo>
                  <a:pt x="2855" y="4653"/>
                </a:lnTo>
                <a:lnTo>
                  <a:pt x="2855" y="4453"/>
                </a:lnTo>
                <a:lnTo>
                  <a:pt x="2855" y="4320"/>
                </a:lnTo>
                <a:lnTo>
                  <a:pt x="2855" y="4123"/>
                </a:lnTo>
                <a:lnTo>
                  <a:pt x="2919" y="3923"/>
                </a:lnTo>
                <a:lnTo>
                  <a:pt x="2919" y="3789"/>
                </a:lnTo>
                <a:lnTo>
                  <a:pt x="2919" y="3589"/>
                </a:lnTo>
                <a:lnTo>
                  <a:pt x="2919" y="3389"/>
                </a:lnTo>
                <a:lnTo>
                  <a:pt x="2983" y="3256"/>
                </a:lnTo>
                <a:lnTo>
                  <a:pt x="2983" y="3059"/>
                </a:lnTo>
                <a:lnTo>
                  <a:pt x="2983" y="2858"/>
                </a:lnTo>
                <a:lnTo>
                  <a:pt x="2983" y="2658"/>
                </a:lnTo>
                <a:lnTo>
                  <a:pt x="2983" y="2525"/>
                </a:lnTo>
                <a:lnTo>
                  <a:pt x="3079" y="2325"/>
                </a:lnTo>
                <a:lnTo>
                  <a:pt x="3079" y="2128"/>
                </a:lnTo>
                <a:lnTo>
                  <a:pt x="3079" y="1928"/>
                </a:lnTo>
                <a:lnTo>
                  <a:pt x="3079" y="1728"/>
                </a:lnTo>
                <a:lnTo>
                  <a:pt x="3079" y="1528"/>
                </a:lnTo>
                <a:lnTo>
                  <a:pt x="3143" y="1327"/>
                </a:lnTo>
                <a:lnTo>
                  <a:pt x="3143" y="1197"/>
                </a:lnTo>
                <a:lnTo>
                  <a:pt x="3143" y="997"/>
                </a:lnTo>
                <a:lnTo>
                  <a:pt x="3143" y="797"/>
                </a:lnTo>
                <a:lnTo>
                  <a:pt x="3208" y="597"/>
                </a:lnTo>
                <a:lnTo>
                  <a:pt x="3208" y="397"/>
                </a:lnTo>
                <a:lnTo>
                  <a:pt x="3208" y="200"/>
                </a:lnTo>
                <a:lnTo>
                  <a:pt x="3208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121702" y="3871611"/>
            <a:ext cx="3208" cy="59846"/>
          </a:xfrm>
          <a:custGeom>
            <a:avLst/>
            <a:gdLst/>
            <a:ahLst/>
            <a:cxnLst/>
            <a:rect l="l" t="t" r="r" b="b"/>
            <a:pathLst>
              <a:path w="3208" h="59846">
                <a:moveTo>
                  <a:pt x="0" y="59846"/>
                </a:moveTo>
                <a:lnTo>
                  <a:pt x="0" y="59646"/>
                </a:lnTo>
                <a:lnTo>
                  <a:pt x="64" y="59446"/>
                </a:lnTo>
                <a:lnTo>
                  <a:pt x="64" y="59246"/>
                </a:lnTo>
                <a:lnTo>
                  <a:pt x="64" y="59049"/>
                </a:lnTo>
                <a:lnTo>
                  <a:pt x="64" y="58849"/>
                </a:lnTo>
                <a:lnTo>
                  <a:pt x="160" y="58582"/>
                </a:lnTo>
                <a:lnTo>
                  <a:pt x="160" y="58382"/>
                </a:lnTo>
                <a:lnTo>
                  <a:pt x="160" y="58182"/>
                </a:lnTo>
                <a:lnTo>
                  <a:pt x="160" y="57985"/>
                </a:lnTo>
                <a:lnTo>
                  <a:pt x="160" y="57785"/>
                </a:lnTo>
                <a:lnTo>
                  <a:pt x="224" y="57585"/>
                </a:lnTo>
                <a:lnTo>
                  <a:pt x="224" y="57385"/>
                </a:lnTo>
                <a:lnTo>
                  <a:pt x="224" y="57118"/>
                </a:lnTo>
                <a:lnTo>
                  <a:pt x="224" y="56921"/>
                </a:lnTo>
                <a:lnTo>
                  <a:pt x="288" y="56721"/>
                </a:lnTo>
                <a:lnTo>
                  <a:pt x="288" y="56521"/>
                </a:lnTo>
                <a:lnTo>
                  <a:pt x="288" y="56254"/>
                </a:lnTo>
                <a:lnTo>
                  <a:pt x="288" y="56057"/>
                </a:lnTo>
                <a:lnTo>
                  <a:pt x="288" y="55857"/>
                </a:lnTo>
                <a:lnTo>
                  <a:pt x="352" y="55590"/>
                </a:lnTo>
                <a:lnTo>
                  <a:pt x="352" y="55390"/>
                </a:lnTo>
                <a:lnTo>
                  <a:pt x="352" y="55190"/>
                </a:lnTo>
                <a:lnTo>
                  <a:pt x="352" y="54926"/>
                </a:lnTo>
                <a:lnTo>
                  <a:pt x="449" y="54726"/>
                </a:lnTo>
                <a:lnTo>
                  <a:pt x="449" y="54526"/>
                </a:lnTo>
                <a:lnTo>
                  <a:pt x="449" y="54259"/>
                </a:lnTo>
                <a:lnTo>
                  <a:pt x="449" y="54062"/>
                </a:lnTo>
                <a:lnTo>
                  <a:pt x="449" y="53795"/>
                </a:lnTo>
                <a:lnTo>
                  <a:pt x="513" y="53595"/>
                </a:lnTo>
                <a:lnTo>
                  <a:pt x="513" y="53395"/>
                </a:lnTo>
                <a:lnTo>
                  <a:pt x="513" y="53128"/>
                </a:lnTo>
                <a:lnTo>
                  <a:pt x="513" y="52931"/>
                </a:lnTo>
                <a:lnTo>
                  <a:pt x="577" y="52664"/>
                </a:lnTo>
                <a:lnTo>
                  <a:pt x="577" y="52397"/>
                </a:lnTo>
                <a:lnTo>
                  <a:pt x="577" y="52197"/>
                </a:lnTo>
                <a:lnTo>
                  <a:pt x="577" y="51933"/>
                </a:lnTo>
                <a:lnTo>
                  <a:pt x="577" y="51733"/>
                </a:lnTo>
                <a:lnTo>
                  <a:pt x="673" y="51467"/>
                </a:lnTo>
                <a:lnTo>
                  <a:pt x="673" y="51267"/>
                </a:lnTo>
                <a:lnTo>
                  <a:pt x="673" y="51003"/>
                </a:lnTo>
                <a:lnTo>
                  <a:pt x="673" y="50736"/>
                </a:lnTo>
                <a:lnTo>
                  <a:pt x="673" y="50536"/>
                </a:lnTo>
                <a:lnTo>
                  <a:pt x="737" y="50269"/>
                </a:lnTo>
                <a:lnTo>
                  <a:pt x="737" y="50005"/>
                </a:lnTo>
                <a:lnTo>
                  <a:pt x="737" y="49805"/>
                </a:lnTo>
                <a:lnTo>
                  <a:pt x="737" y="49538"/>
                </a:lnTo>
                <a:lnTo>
                  <a:pt x="802" y="49272"/>
                </a:lnTo>
                <a:lnTo>
                  <a:pt x="802" y="49008"/>
                </a:lnTo>
                <a:lnTo>
                  <a:pt x="802" y="48808"/>
                </a:lnTo>
                <a:lnTo>
                  <a:pt x="802" y="48541"/>
                </a:lnTo>
                <a:lnTo>
                  <a:pt x="802" y="48274"/>
                </a:lnTo>
                <a:lnTo>
                  <a:pt x="866" y="48010"/>
                </a:lnTo>
                <a:lnTo>
                  <a:pt x="866" y="47744"/>
                </a:lnTo>
                <a:lnTo>
                  <a:pt x="866" y="47544"/>
                </a:lnTo>
                <a:lnTo>
                  <a:pt x="866" y="47277"/>
                </a:lnTo>
                <a:lnTo>
                  <a:pt x="962" y="47013"/>
                </a:lnTo>
                <a:lnTo>
                  <a:pt x="962" y="46746"/>
                </a:lnTo>
                <a:lnTo>
                  <a:pt x="962" y="46479"/>
                </a:lnTo>
                <a:lnTo>
                  <a:pt x="962" y="46213"/>
                </a:lnTo>
                <a:lnTo>
                  <a:pt x="962" y="45949"/>
                </a:lnTo>
                <a:lnTo>
                  <a:pt x="1026" y="45682"/>
                </a:lnTo>
                <a:lnTo>
                  <a:pt x="1026" y="45415"/>
                </a:lnTo>
                <a:lnTo>
                  <a:pt x="1026" y="45148"/>
                </a:lnTo>
                <a:lnTo>
                  <a:pt x="1026" y="44885"/>
                </a:lnTo>
                <a:lnTo>
                  <a:pt x="1090" y="44618"/>
                </a:lnTo>
                <a:lnTo>
                  <a:pt x="1090" y="44351"/>
                </a:lnTo>
                <a:lnTo>
                  <a:pt x="1090" y="44087"/>
                </a:lnTo>
                <a:lnTo>
                  <a:pt x="1090" y="43820"/>
                </a:lnTo>
                <a:lnTo>
                  <a:pt x="1090" y="43554"/>
                </a:lnTo>
                <a:lnTo>
                  <a:pt x="1154" y="43287"/>
                </a:lnTo>
                <a:lnTo>
                  <a:pt x="1154" y="43023"/>
                </a:lnTo>
                <a:lnTo>
                  <a:pt x="1154" y="42756"/>
                </a:lnTo>
                <a:lnTo>
                  <a:pt x="1154" y="42490"/>
                </a:lnTo>
                <a:lnTo>
                  <a:pt x="1251" y="42223"/>
                </a:lnTo>
                <a:lnTo>
                  <a:pt x="1251" y="41959"/>
                </a:lnTo>
                <a:lnTo>
                  <a:pt x="1251" y="41626"/>
                </a:lnTo>
                <a:lnTo>
                  <a:pt x="1251" y="41359"/>
                </a:lnTo>
                <a:lnTo>
                  <a:pt x="1251" y="41095"/>
                </a:lnTo>
                <a:lnTo>
                  <a:pt x="1315" y="40828"/>
                </a:lnTo>
                <a:lnTo>
                  <a:pt x="1315" y="40561"/>
                </a:lnTo>
                <a:lnTo>
                  <a:pt x="1315" y="40228"/>
                </a:lnTo>
                <a:lnTo>
                  <a:pt x="1315" y="39964"/>
                </a:lnTo>
                <a:lnTo>
                  <a:pt x="1379" y="39697"/>
                </a:lnTo>
                <a:lnTo>
                  <a:pt x="1379" y="39364"/>
                </a:lnTo>
                <a:lnTo>
                  <a:pt x="1379" y="39100"/>
                </a:lnTo>
                <a:lnTo>
                  <a:pt x="1379" y="38833"/>
                </a:lnTo>
                <a:lnTo>
                  <a:pt x="1379" y="38500"/>
                </a:lnTo>
                <a:lnTo>
                  <a:pt x="1475" y="38233"/>
                </a:lnTo>
                <a:lnTo>
                  <a:pt x="1475" y="37969"/>
                </a:lnTo>
                <a:lnTo>
                  <a:pt x="1475" y="37636"/>
                </a:lnTo>
                <a:lnTo>
                  <a:pt x="1475" y="37369"/>
                </a:lnTo>
                <a:lnTo>
                  <a:pt x="1475" y="37105"/>
                </a:lnTo>
                <a:lnTo>
                  <a:pt x="1539" y="36772"/>
                </a:lnTo>
                <a:lnTo>
                  <a:pt x="1539" y="36505"/>
                </a:lnTo>
                <a:lnTo>
                  <a:pt x="1539" y="36171"/>
                </a:lnTo>
                <a:lnTo>
                  <a:pt x="1539" y="35908"/>
                </a:lnTo>
                <a:lnTo>
                  <a:pt x="1604" y="35574"/>
                </a:lnTo>
                <a:lnTo>
                  <a:pt x="1604" y="35307"/>
                </a:lnTo>
                <a:lnTo>
                  <a:pt x="1604" y="34977"/>
                </a:lnTo>
                <a:lnTo>
                  <a:pt x="1604" y="34710"/>
                </a:lnTo>
                <a:lnTo>
                  <a:pt x="1604" y="34377"/>
                </a:lnTo>
                <a:lnTo>
                  <a:pt x="1668" y="34113"/>
                </a:lnTo>
                <a:lnTo>
                  <a:pt x="1668" y="33779"/>
                </a:lnTo>
                <a:lnTo>
                  <a:pt x="1668" y="33446"/>
                </a:lnTo>
                <a:lnTo>
                  <a:pt x="1668" y="33179"/>
                </a:lnTo>
                <a:lnTo>
                  <a:pt x="1764" y="32849"/>
                </a:lnTo>
                <a:lnTo>
                  <a:pt x="1764" y="32582"/>
                </a:lnTo>
                <a:lnTo>
                  <a:pt x="1764" y="32248"/>
                </a:lnTo>
                <a:lnTo>
                  <a:pt x="1764" y="31918"/>
                </a:lnTo>
                <a:lnTo>
                  <a:pt x="1764" y="31651"/>
                </a:lnTo>
                <a:lnTo>
                  <a:pt x="1828" y="31318"/>
                </a:lnTo>
                <a:lnTo>
                  <a:pt x="1828" y="30987"/>
                </a:lnTo>
                <a:lnTo>
                  <a:pt x="1828" y="30654"/>
                </a:lnTo>
                <a:lnTo>
                  <a:pt x="1828" y="30387"/>
                </a:lnTo>
                <a:lnTo>
                  <a:pt x="1892" y="30056"/>
                </a:lnTo>
                <a:lnTo>
                  <a:pt x="1892" y="29723"/>
                </a:lnTo>
                <a:lnTo>
                  <a:pt x="1892" y="29389"/>
                </a:lnTo>
                <a:lnTo>
                  <a:pt x="1892" y="29126"/>
                </a:lnTo>
                <a:lnTo>
                  <a:pt x="1892" y="28792"/>
                </a:lnTo>
                <a:lnTo>
                  <a:pt x="1988" y="28459"/>
                </a:lnTo>
                <a:lnTo>
                  <a:pt x="1988" y="28128"/>
                </a:lnTo>
                <a:lnTo>
                  <a:pt x="1988" y="27795"/>
                </a:lnTo>
                <a:lnTo>
                  <a:pt x="1988" y="27461"/>
                </a:lnTo>
                <a:lnTo>
                  <a:pt x="2053" y="27131"/>
                </a:lnTo>
                <a:lnTo>
                  <a:pt x="2053" y="26797"/>
                </a:lnTo>
                <a:lnTo>
                  <a:pt x="2053" y="26530"/>
                </a:lnTo>
                <a:lnTo>
                  <a:pt x="2053" y="26197"/>
                </a:lnTo>
                <a:lnTo>
                  <a:pt x="2053" y="25866"/>
                </a:lnTo>
                <a:lnTo>
                  <a:pt x="2117" y="25533"/>
                </a:lnTo>
                <a:lnTo>
                  <a:pt x="2117" y="25200"/>
                </a:lnTo>
                <a:lnTo>
                  <a:pt x="2117" y="24869"/>
                </a:lnTo>
                <a:lnTo>
                  <a:pt x="2117" y="24536"/>
                </a:lnTo>
                <a:lnTo>
                  <a:pt x="2181" y="24202"/>
                </a:lnTo>
                <a:lnTo>
                  <a:pt x="2181" y="23872"/>
                </a:lnTo>
                <a:lnTo>
                  <a:pt x="2181" y="23538"/>
                </a:lnTo>
                <a:lnTo>
                  <a:pt x="2181" y="23205"/>
                </a:lnTo>
                <a:lnTo>
                  <a:pt x="2181" y="22807"/>
                </a:lnTo>
                <a:lnTo>
                  <a:pt x="2277" y="22474"/>
                </a:lnTo>
                <a:lnTo>
                  <a:pt x="2277" y="22143"/>
                </a:lnTo>
                <a:lnTo>
                  <a:pt x="2277" y="21810"/>
                </a:lnTo>
                <a:lnTo>
                  <a:pt x="2277" y="21477"/>
                </a:lnTo>
                <a:lnTo>
                  <a:pt x="2277" y="21146"/>
                </a:lnTo>
                <a:lnTo>
                  <a:pt x="2341" y="20813"/>
                </a:lnTo>
                <a:lnTo>
                  <a:pt x="2341" y="20412"/>
                </a:lnTo>
                <a:lnTo>
                  <a:pt x="2341" y="20082"/>
                </a:lnTo>
                <a:lnTo>
                  <a:pt x="2341" y="19748"/>
                </a:lnTo>
                <a:lnTo>
                  <a:pt x="2406" y="19415"/>
                </a:lnTo>
                <a:lnTo>
                  <a:pt x="2406" y="19084"/>
                </a:lnTo>
                <a:lnTo>
                  <a:pt x="2406" y="18684"/>
                </a:lnTo>
                <a:lnTo>
                  <a:pt x="2406" y="18351"/>
                </a:lnTo>
                <a:lnTo>
                  <a:pt x="2406" y="18020"/>
                </a:lnTo>
                <a:lnTo>
                  <a:pt x="2470" y="17620"/>
                </a:lnTo>
                <a:lnTo>
                  <a:pt x="2470" y="17287"/>
                </a:lnTo>
                <a:lnTo>
                  <a:pt x="2470" y="16956"/>
                </a:lnTo>
                <a:lnTo>
                  <a:pt x="2470" y="16556"/>
                </a:lnTo>
                <a:lnTo>
                  <a:pt x="2566" y="16223"/>
                </a:lnTo>
                <a:lnTo>
                  <a:pt x="2566" y="15892"/>
                </a:lnTo>
                <a:lnTo>
                  <a:pt x="2566" y="15492"/>
                </a:lnTo>
                <a:lnTo>
                  <a:pt x="2566" y="15161"/>
                </a:lnTo>
                <a:lnTo>
                  <a:pt x="2566" y="14828"/>
                </a:lnTo>
                <a:lnTo>
                  <a:pt x="2630" y="14428"/>
                </a:lnTo>
                <a:lnTo>
                  <a:pt x="2630" y="14097"/>
                </a:lnTo>
                <a:lnTo>
                  <a:pt x="2630" y="13697"/>
                </a:lnTo>
                <a:lnTo>
                  <a:pt x="2630" y="13364"/>
                </a:lnTo>
                <a:lnTo>
                  <a:pt x="2694" y="12966"/>
                </a:lnTo>
                <a:lnTo>
                  <a:pt x="2694" y="12633"/>
                </a:lnTo>
                <a:lnTo>
                  <a:pt x="2694" y="12233"/>
                </a:lnTo>
                <a:lnTo>
                  <a:pt x="2694" y="11902"/>
                </a:lnTo>
                <a:lnTo>
                  <a:pt x="2694" y="11502"/>
                </a:lnTo>
                <a:lnTo>
                  <a:pt x="2790" y="11171"/>
                </a:lnTo>
                <a:lnTo>
                  <a:pt x="2790" y="10771"/>
                </a:lnTo>
                <a:lnTo>
                  <a:pt x="2790" y="10371"/>
                </a:lnTo>
                <a:lnTo>
                  <a:pt x="2790" y="10041"/>
                </a:lnTo>
                <a:lnTo>
                  <a:pt x="2855" y="9641"/>
                </a:lnTo>
                <a:lnTo>
                  <a:pt x="2855" y="9307"/>
                </a:lnTo>
                <a:lnTo>
                  <a:pt x="2855" y="8910"/>
                </a:lnTo>
                <a:lnTo>
                  <a:pt x="2855" y="8510"/>
                </a:lnTo>
                <a:lnTo>
                  <a:pt x="2855" y="8176"/>
                </a:lnTo>
                <a:lnTo>
                  <a:pt x="2919" y="7779"/>
                </a:lnTo>
                <a:lnTo>
                  <a:pt x="2919" y="7379"/>
                </a:lnTo>
                <a:lnTo>
                  <a:pt x="2919" y="6982"/>
                </a:lnTo>
                <a:lnTo>
                  <a:pt x="2919" y="6648"/>
                </a:lnTo>
                <a:lnTo>
                  <a:pt x="2983" y="6248"/>
                </a:lnTo>
                <a:lnTo>
                  <a:pt x="2983" y="5851"/>
                </a:lnTo>
                <a:lnTo>
                  <a:pt x="2983" y="5451"/>
                </a:lnTo>
                <a:lnTo>
                  <a:pt x="2983" y="5120"/>
                </a:lnTo>
                <a:lnTo>
                  <a:pt x="2983" y="4720"/>
                </a:lnTo>
                <a:lnTo>
                  <a:pt x="3079" y="4320"/>
                </a:lnTo>
                <a:lnTo>
                  <a:pt x="3079" y="3923"/>
                </a:lnTo>
                <a:lnTo>
                  <a:pt x="3079" y="3522"/>
                </a:lnTo>
                <a:lnTo>
                  <a:pt x="3079" y="3189"/>
                </a:lnTo>
                <a:lnTo>
                  <a:pt x="3079" y="2792"/>
                </a:lnTo>
                <a:lnTo>
                  <a:pt x="3143" y="2392"/>
                </a:lnTo>
                <a:lnTo>
                  <a:pt x="3143" y="1994"/>
                </a:lnTo>
                <a:lnTo>
                  <a:pt x="3143" y="1594"/>
                </a:lnTo>
                <a:lnTo>
                  <a:pt x="3143" y="1197"/>
                </a:lnTo>
                <a:lnTo>
                  <a:pt x="3208" y="797"/>
                </a:lnTo>
                <a:lnTo>
                  <a:pt x="3208" y="39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124910" y="3775403"/>
            <a:ext cx="3208" cy="96207"/>
          </a:xfrm>
          <a:custGeom>
            <a:avLst/>
            <a:gdLst/>
            <a:ahLst/>
            <a:cxnLst/>
            <a:rect l="l" t="t" r="r" b="b"/>
            <a:pathLst>
              <a:path w="3208" h="96207">
                <a:moveTo>
                  <a:pt x="0" y="96207"/>
                </a:moveTo>
                <a:lnTo>
                  <a:pt x="0" y="95807"/>
                </a:lnTo>
                <a:lnTo>
                  <a:pt x="0" y="95409"/>
                </a:lnTo>
                <a:lnTo>
                  <a:pt x="64" y="95009"/>
                </a:lnTo>
                <a:lnTo>
                  <a:pt x="64" y="94609"/>
                </a:lnTo>
                <a:lnTo>
                  <a:pt x="64" y="94212"/>
                </a:lnTo>
                <a:lnTo>
                  <a:pt x="64" y="93812"/>
                </a:lnTo>
                <a:lnTo>
                  <a:pt x="160" y="93414"/>
                </a:lnTo>
                <a:lnTo>
                  <a:pt x="160" y="93014"/>
                </a:lnTo>
                <a:lnTo>
                  <a:pt x="160" y="92614"/>
                </a:lnTo>
                <a:lnTo>
                  <a:pt x="160" y="92217"/>
                </a:lnTo>
                <a:lnTo>
                  <a:pt x="160" y="91817"/>
                </a:lnTo>
                <a:lnTo>
                  <a:pt x="224" y="91420"/>
                </a:lnTo>
                <a:lnTo>
                  <a:pt x="224" y="90953"/>
                </a:lnTo>
                <a:lnTo>
                  <a:pt x="224" y="90553"/>
                </a:lnTo>
                <a:lnTo>
                  <a:pt x="224" y="90155"/>
                </a:lnTo>
                <a:lnTo>
                  <a:pt x="288" y="89755"/>
                </a:lnTo>
                <a:lnTo>
                  <a:pt x="288" y="89358"/>
                </a:lnTo>
                <a:lnTo>
                  <a:pt x="288" y="88891"/>
                </a:lnTo>
                <a:lnTo>
                  <a:pt x="288" y="88491"/>
                </a:lnTo>
                <a:lnTo>
                  <a:pt x="288" y="88094"/>
                </a:lnTo>
                <a:lnTo>
                  <a:pt x="384" y="87694"/>
                </a:lnTo>
                <a:lnTo>
                  <a:pt x="384" y="87230"/>
                </a:lnTo>
                <a:lnTo>
                  <a:pt x="384" y="86830"/>
                </a:lnTo>
                <a:lnTo>
                  <a:pt x="384" y="86432"/>
                </a:lnTo>
                <a:lnTo>
                  <a:pt x="449" y="85966"/>
                </a:lnTo>
                <a:lnTo>
                  <a:pt x="449" y="85565"/>
                </a:lnTo>
                <a:lnTo>
                  <a:pt x="449" y="85168"/>
                </a:lnTo>
                <a:lnTo>
                  <a:pt x="449" y="84701"/>
                </a:lnTo>
                <a:lnTo>
                  <a:pt x="449" y="84304"/>
                </a:lnTo>
                <a:lnTo>
                  <a:pt x="513" y="83904"/>
                </a:lnTo>
                <a:lnTo>
                  <a:pt x="513" y="83440"/>
                </a:lnTo>
                <a:lnTo>
                  <a:pt x="513" y="83040"/>
                </a:lnTo>
                <a:lnTo>
                  <a:pt x="513" y="82640"/>
                </a:lnTo>
                <a:lnTo>
                  <a:pt x="577" y="82176"/>
                </a:lnTo>
                <a:lnTo>
                  <a:pt x="577" y="81776"/>
                </a:lnTo>
                <a:lnTo>
                  <a:pt x="577" y="81312"/>
                </a:lnTo>
                <a:lnTo>
                  <a:pt x="577" y="80912"/>
                </a:lnTo>
                <a:lnTo>
                  <a:pt x="577" y="80448"/>
                </a:lnTo>
                <a:lnTo>
                  <a:pt x="673" y="80048"/>
                </a:lnTo>
                <a:lnTo>
                  <a:pt x="673" y="79581"/>
                </a:lnTo>
                <a:lnTo>
                  <a:pt x="673" y="79183"/>
                </a:lnTo>
                <a:lnTo>
                  <a:pt x="673" y="78717"/>
                </a:lnTo>
                <a:lnTo>
                  <a:pt x="673" y="78319"/>
                </a:lnTo>
                <a:lnTo>
                  <a:pt x="737" y="77853"/>
                </a:lnTo>
                <a:lnTo>
                  <a:pt x="737" y="77389"/>
                </a:lnTo>
                <a:lnTo>
                  <a:pt x="737" y="76988"/>
                </a:lnTo>
                <a:lnTo>
                  <a:pt x="737" y="76522"/>
                </a:lnTo>
                <a:lnTo>
                  <a:pt x="802" y="76124"/>
                </a:lnTo>
                <a:lnTo>
                  <a:pt x="802" y="75658"/>
                </a:lnTo>
                <a:lnTo>
                  <a:pt x="802" y="75194"/>
                </a:lnTo>
                <a:lnTo>
                  <a:pt x="802" y="74794"/>
                </a:lnTo>
                <a:lnTo>
                  <a:pt x="802" y="74330"/>
                </a:lnTo>
                <a:lnTo>
                  <a:pt x="898" y="73863"/>
                </a:lnTo>
                <a:lnTo>
                  <a:pt x="898" y="73463"/>
                </a:lnTo>
                <a:lnTo>
                  <a:pt x="898" y="72999"/>
                </a:lnTo>
                <a:lnTo>
                  <a:pt x="898" y="72532"/>
                </a:lnTo>
                <a:lnTo>
                  <a:pt x="962" y="72068"/>
                </a:lnTo>
                <a:lnTo>
                  <a:pt x="962" y="71668"/>
                </a:lnTo>
                <a:lnTo>
                  <a:pt x="962" y="71204"/>
                </a:lnTo>
                <a:lnTo>
                  <a:pt x="962" y="70737"/>
                </a:lnTo>
                <a:lnTo>
                  <a:pt x="962" y="70273"/>
                </a:lnTo>
                <a:lnTo>
                  <a:pt x="1026" y="69806"/>
                </a:lnTo>
                <a:lnTo>
                  <a:pt x="1026" y="69409"/>
                </a:lnTo>
                <a:lnTo>
                  <a:pt x="1026" y="68942"/>
                </a:lnTo>
                <a:lnTo>
                  <a:pt x="1026" y="68478"/>
                </a:lnTo>
                <a:lnTo>
                  <a:pt x="1090" y="68011"/>
                </a:lnTo>
                <a:lnTo>
                  <a:pt x="1090" y="67545"/>
                </a:lnTo>
                <a:lnTo>
                  <a:pt x="1090" y="67081"/>
                </a:lnTo>
                <a:lnTo>
                  <a:pt x="1090" y="66614"/>
                </a:lnTo>
                <a:lnTo>
                  <a:pt x="1090" y="66217"/>
                </a:lnTo>
                <a:lnTo>
                  <a:pt x="1186" y="65750"/>
                </a:lnTo>
                <a:lnTo>
                  <a:pt x="1186" y="65286"/>
                </a:lnTo>
                <a:lnTo>
                  <a:pt x="1186" y="64819"/>
                </a:lnTo>
                <a:lnTo>
                  <a:pt x="1186" y="64355"/>
                </a:lnTo>
                <a:lnTo>
                  <a:pt x="1251" y="63888"/>
                </a:lnTo>
                <a:lnTo>
                  <a:pt x="1251" y="63424"/>
                </a:lnTo>
                <a:lnTo>
                  <a:pt x="1251" y="62958"/>
                </a:lnTo>
                <a:lnTo>
                  <a:pt x="1251" y="62494"/>
                </a:lnTo>
                <a:lnTo>
                  <a:pt x="1251" y="62027"/>
                </a:lnTo>
                <a:lnTo>
                  <a:pt x="1315" y="61560"/>
                </a:lnTo>
                <a:lnTo>
                  <a:pt x="1315" y="61096"/>
                </a:lnTo>
                <a:lnTo>
                  <a:pt x="1315" y="60629"/>
                </a:lnTo>
                <a:lnTo>
                  <a:pt x="1315" y="60099"/>
                </a:lnTo>
                <a:lnTo>
                  <a:pt x="1379" y="59632"/>
                </a:lnTo>
                <a:lnTo>
                  <a:pt x="1379" y="59168"/>
                </a:lnTo>
                <a:lnTo>
                  <a:pt x="1379" y="58701"/>
                </a:lnTo>
                <a:lnTo>
                  <a:pt x="1379" y="58237"/>
                </a:lnTo>
                <a:lnTo>
                  <a:pt x="1379" y="57770"/>
                </a:lnTo>
                <a:lnTo>
                  <a:pt x="1475" y="57306"/>
                </a:lnTo>
                <a:lnTo>
                  <a:pt x="1475" y="56839"/>
                </a:lnTo>
                <a:lnTo>
                  <a:pt x="1475" y="56309"/>
                </a:lnTo>
                <a:lnTo>
                  <a:pt x="1475" y="55842"/>
                </a:lnTo>
                <a:lnTo>
                  <a:pt x="1475" y="55378"/>
                </a:lnTo>
                <a:lnTo>
                  <a:pt x="1539" y="54911"/>
                </a:lnTo>
                <a:lnTo>
                  <a:pt x="1539" y="54447"/>
                </a:lnTo>
                <a:lnTo>
                  <a:pt x="1539" y="53914"/>
                </a:lnTo>
                <a:lnTo>
                  <a:pt x="1539" y="53450"/>
                </a:lnTo>
                <a:lnTo>
                  <a:pt x="1604" y="52983"/>
                </a:lnTo>
                <a:lnTo>
                  <a:pt x="1604" y="52452"/>
                </a:lnTo>
                <a:lnTo>
                  <a:pt x="1604" y="51986"/>
                </a:lnTo>
                <a:lnTo>
                  <a:pt x="1604" y="51522"/>
                </a:lnTo>
                <a:lnTo>
                  <a:pt x="1604" y="51055"/>
                </a:lnTo>
                <a:lnTo>
                  <a:pt x="1700" y="50524"/>
                </a:lnTo>
                <a:lnTo>
                  <a:pt x="1700" y="50057"/>
                </a:lnTo>
                <a:lnTo>
                  <a:pt x="1700" y="49591"/>
                </a:lnTo>
                <a:lnTo>
                  <a:pt x="1700" y="49060"/>
                </a:lnTo>
                <a:lnTo>
                  <a:pt x="1764" y="48593"/>
                </a:lnTo>
                <a:lnTo>
                  <a:pt x="1764" y="48063"/>
                </a:lnTo>
                <a:lnTo>
                  <a:pt x="1764" y="47596"/>
                </a:lnTo>
                <a:lnTo>
                  <a:pt x="1764" y="47132"/>
                </a:lnTo>
                <a:lnTo>
                  <a:pt x="1764" y="46598"/>
                </a:lnTo>
                <a:lnTo>
                  <a:pt x="1828" y="46134"/>
                </a:lnTo>
                <a:lnTo>
                  <a:pt x="1828" y="45601"/>
                </a:lnTo>
                <a:lnTo>
                  <a:pt x="1828" y="45137"/>
                </a:lnTo>
                <a:lnTo>
                  <a:pt x="1828" y="44603"/>
                </a:lnTo>
                <a:lnTo>
                  <a:pt x="1892" y="44139"/>
                </a:lnTo>
                <a:lnTo>
                  <a:pt x="1892" y="43606"/>
                </a:lnTo>
                <a:lnTo>
                  <a:pt x="1892" y="43142"/>
                </a:lnTo>
                <a:lnTo>
                  <a:pt x="1892" y="42608"/>
                </a:lnTo>
                <a:lnTo>
                  <a:pt x="1892" y="42145"/>
                </a:lnTo>
                <a:lnTo>
                  <a:pt x="1988" y="41611"/>
                </a:lnTo>
                <a:lnTo>
                  <a:pt x="1988" y="41147"/>
                </a:lnTo>
                <a:lnTo>
                  <a:pt x="1988" y="40614"/>
                </a:lnTo>
                <a:lnTo>
                  <a:pt x="1988" y="40083"/>
                </a:lnTo>
                <a:lnTo>
                  <a:pt x="2053" y="39616"/>
                </a:lnTo>
                <a:lnTo>
                  <a:pt x="2053" y="39086"/>
                </a:lnTo>
                <a:lnTo>
                  <a:pt x="2053" y="38555"/>
                </a:lnTo>
                <a:lnTo>
                  <a:pt x="2053" y="38088"/>
                </a:lnTo>
                <a:lnTo>
                  <a:pt x="2053" y="37557"/>
                </a:lnTo>
                <a:lnTo>
                  <a:pt x="2117" y="37091"/>
                </a:lnTo>
                <a:lnTo>
                  <a:pt x="2117" y="36560"/>
                </a:lnTo>
                <a:lnTo>
                  <a:pt x="2117" y="36026"/>
                </a:lnTo>
                <a:lnTo>
                  <a:pt x="2117" y="35496"/>
                </a:lnTo>
                <a:lnTo>
                  <a:pt x="2213" y="35029"/>
                </a:lnTo>
                <a:lnTo>
                  <a:pt x="2213" y="34498"/>
                </a:lnTo>
                <a:lnTo>
                  <a:pt x="2213" y="33965"/>
                </a:lnTo>
                <a:lnTo>
                  <a:pt x="2213" y="33501"/>
                </a:lnTo>
                <a:lnTo>
                  <a:pt x="2213" y="32967"/>
                </a:lnTo>
                <a:lnTo>
                  <a:pt x="2277" y="32437"/>
                </a:lnTo>
                <a:lnTo>
                  <a:pt x="2277" y="31903"/>
                </a:lnTo>
                <a:lnTo>
                  <a:pt x="2277" y="31373"/>
                </a:lnTo>
                <a:lnTo>
                  <a:pt x="2277" y="30906"/>
                </a:lnTo>
                <a:lnTo>
                  <a:pt x="2277" y="30375"/>
                </a:lnTo>
                <a:lnTo>
                  <a:pt x="2341" y="29842"/>
                </a:lnTo>
                <a:lnTo>
                  <a:pt x="2341" y="29311"/>
                </a:lnTo>
                <a:lnTo>
                  <a:pt x="2341" y="28778"/>
                </a:lnTo>
                <a:lnTo>
                  <a:pt x="2341" y="28247"/>
                </a:lnTo>
                <a:lnTo>
                  <a:pt x="2406" y="27713"/>
                </a:lnTo>
                <a:lnTo>
                  <a:pt x="2406" y="27250"/>
                </a:lnTo>
                <a:lnTo>
                  <a:pt x="2406" y="26716"/>
                </a:lnTo>
                <a:lnTo>
                  <a:pt x="2406" y="26185"/>
                </a:lnTo>
                <a:lnTo>
                  <a:pt x="2406" y="25652"/>
                </a:lnTo>
                <a:lnTo>
                  <a:pt x="2502" y="25121"/>
                </a:lnTo>
                <a:lnTo>
                  <a:pt x="2502" y="24591"/>
                </a:lnTo>
                <a:lnTo>
                  <a:pt x="2502" y="24057"/>
                </a:lnTo>
                <a:lnTo>
                  <a:pt x="2502" y="23526"/>
                </a:lnTo>
                <a:lnTo>
                  <a:pt x="2566" y="22993"/>
                </a:lnTo>
                <a:lnTo>
                  <a:pt x="2566" y="22462"/>
                </a:lnTo>
                <a:lnTo>
                  <a:pt x="2566" y="21929"/>
                </a:lnTo>
                <a:lnTo>
                  <a:pt x="2566" y="21398"/>
                </a:lnTo>
                <a:lnTo>
                  <a:pt x="2566" y="20865"/>
                </a:lnTo>
                <a:lnTo>
                  <a:pt x="2630" y="20334"/>
                </a:lnTo>
                <a:lnTo>
                  <a:pt x="2630" y="19801"/>
                </a:lnTo>
                <a:lnTo>
                  <a:pt x="2630" y="19270"/>
                </a:lnTo>
                <a:lnTo>
                  <a:pt x="2630" y="18736"/>
                </a:lnTo>
                <a:lnTo>
                  <a:pt x="2694" y="18206"/>
                </a:lnTo>
                <a:lnTo>
                  <a:pt x="2694" y="17672"/>
                </a:lnTo>
                <a:lnTo>
                  <a:pt x="2694" y="17075"/>
                </a:lnTo>
                <a:lnTo>
                  <a:pt x="2694" y="16544"/>
                </a:lnTo>
                <a:lnTo>
                  <a:pt x="2694" y="16011"/>
                </a:lnTo>
                <a:lnTo>
                  <a:pt x="2790" y="15480"/>
                </a:lnTo>
                <a:lnTo>
                  <a:pt x="2790" y="14947"/>
                </a:lnTo>
                <a:lnTo>
                  <a:pt x="2790" y="14416"/>
                </a:lnTo>
                <a:lnTo>
                  <a:pt x="2790" y="13816"/>
                </a:lnTo>
                <a:lnTo>
                  <a:pt x="2855" y="13285"/>
                </a:lnTo>
                <a:lnTo>
                  <a:pt x="2855" y="12752"/>
                </a:lnTo>
                <a:lnTo>
                  <a:pt x="2855" y="12221"/>
                </a:lnTo>
                <a:lnTo>
                  <a:pt x="2855" y="11688"/>
                </a:lnTo>
                <a:lnTo>
                  <a:pt x="2855" y="11090"/>
                </a:lnTo>
                <a:lnTo>
                  <a:pt x="2919" y="10560"/>
                </a:lnTo>
                <a:lnTo>
                  <a:pt x="2919" y="10026"/>
                </a:lnTo>
                <a:lnTo>
                  <a:pt x="2919" y="9496"/>
                </a:lnTo>
                <a:lnTo>
                  <a:pt x="2919" y="8895"/>
                </a:lnTo>
                <a:lnTo>
                  <a:pt x="3015" y="8365"/>
                </a:lnTo>
                <a:lnTo>
                  <a:pt x="3015" y="7828"/>
                </a:lnTo>
                <a:lnTo>
                  <a:pt x="3015" y="7219"/>
                </a:lnTo>
                <a:lnTo>
                  <a:pt x="3015" y="6697"/>
                </a:lnTo>
                <a:lnTo>
                  <a:pt x="3015" y="6176"/>
                </a:lnTo>
                <a:lnTo>
                  <a:pt x="3079" y="5567"/>
                </a:lnTo>
                <a:lnTo>
                  <a:pt x="3079" y="5045"/>
                </a:lnTo>
                <a:lnTo>
                  <a:pt x="3079" y="4494"/>
                </a:lnTo>
                <a:lnTo>
                  <a:pt x="3079" y="3914"/>
                </a:lnTo>
                <a:lnTo>
                  <a:pt x="3079" y="3363"/>
                </a:lnTo>
                <a:lnTo>
                  <a:pt x="3143" y="2841"/>
                </a:lnTo>
                <a:lnTo>
                  <a:pt x="3143" y="2232"/>
                </a:lnTo>
                <a:lnTo>
                  <a:pt x="3143" y="1710"/>
                </a:lnTo>
                <a:lnTo>
                  <a:pt x="3143" y="1130"/>
                </a:lnTo>
                <a:lnTo>
                  <a:pt x="3208" y="579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128118" y="3650780"/>
            <a:ext cx="3240" cy="124622"/>
          </a:xfrm>
          <a:custGeom>
            <a:avLst/>
            <a:gdLst/>
            <a:ahLst/>
            <a:cxnLst/>
            <a:rect l="l" t="t" r="r" b="b"/>
            <a:pathLst>
              <a:path w="3240" h="124622">
                <a:moveTo>
                  <a:pt x="0" y="124622"/>
                </a:moveTo>
                <a:lnTo>
                  <a:pt x="0" y="124071"/>
                </a:lnTo>
                <a:lnTo>
                  <a:pt x="0" y="123492"/>
                </a:lnTo>
                <a:lnTo>
                  <a:pt x="0" y="122941"/>
                </a:lnTo>
                <a:lnTo>
                  <a:pt x="96" y="122361"/>
                </a:lnTo>
                <a:lnTo>
                  <a:pt x="96" y="121810"/>
                </a:lnTo>
                <a:lnTo>
                  <a:pt x="96" y="121230"/>
                </a:lnTo>
                <a:lnTo>
                  <a:pt x="96" y="120679"/>
                </a:lnTo>
                <a:lnTo>
                  <a:pt x="160" y="120099"/>
                </a:lnTo>
                <a:lnTo>
                  <a:pt x="160" y="119548"/>
                </a:lnTo>
                <a:lnTo>
                  <a:pt x="160" y="118968"/>
                </a:lnTo>
                <a:lnTo>
                  <a:pt x="160" y="118417"/>
                </a:lnTo>
                <a:lnTo>
                  <a:pt x="160" y="117837"/>
                </a:lnTo>
                <a:lnTo>
                  <a:pt x="224" y="117229"/>
                </a:lnTo>
                <a:lnTo>
                  <a:pt x="224" y="116707"/>
                </a:lnTo>
                <a:lnTo>
                  <a:pt x="224" y="116098"/>
                </a:lnTo>
                <a:lnTo>
                  <a:pt x="224" y="115489"/>
                </a:lnTo>
                <a:lnTo>
                  <a:pt x="288" y="114967"/>
                </a:lnTo>
                <a:lnTo>
                  <a:pt x="288" y="114358"/>
                </a:lnTo>
                <a:lnTo>
                  <a:pt x="288" y="113836"/>
                </a:lnTo>
                <a:lnTo>
                  <a:pt x="288" y="113227"/>
                </a:lnTo>
                <a:lnTo>
                  <a:pt x="288" y="112647"/>
                </a:lnTo>
                <a:lnTo>
                  <a:pt x="384" y="112038"/>
                </a:lnTo>
                <a:lnTo>
                  <a:pt x="384" y="111516"/>
                </a:lnTo>
                <a:lnTo>
                  <a:pt x="384" y="110907"/>
                </a:lnTo>
                <a:lnTo>
                  <a:pt x="384" y="110299"/>
                </a:lnTo>
                <a:lnTo>
                  <a:pt x="449" y="109777"/>
                </a:lnTo>
                <a:lnTo>
                  <a:pt x="449" y="109168"/>
                </a:lnTo>
                <a:lnTo>
                  <a:pt x="449" y="108588"/>
                </a:lnTo>
                <a:lnTo>
                  <a:pt x="449" y="107979"/>
                </a:lnTo>
                <a:lnTo>
                  <a:pt x="449" y="107457"/>
                </a:lnTo>
                <a:lnTo>
                  <a:pt x="513" y="106848"/>
                </a:lnTo>
                <a:lnTo>
                  <a:pt x="513" y="106268"/>
                </a:lnTo>
                <a:lnTo>
                  <a:pt x="513" y="105659"/>
                </a:lnTo>
                <a:lnTo>
                  <a:pt x="513" y="105050"/>
                </a:lnTo>
                <a:lnTo>
                  <a:pt x="609" y="104470"/>
                </a:lnTo>
                <a:lnTo>
                  <a:pt x="609" y="103920"/>
                </a:lnTo>
                <a:lnTo>
                  <a:pt x="609" y="103340"/>
                </a:lnTo>
                <a:lnTo>
                  <a:pt x="609" y="102731"/>
                </a:lnTo>
                <a:lnTo>
                  <a:pt x="609" y="102122"/>
                </a:lnTo>
                <a:lnTo>
                  <a:pt x="673" y="101542"/>
                </a:lnTo>
                <a:lnTo>
                  <a:pt x="673" y="100933"/>
                </a:lnTo>
                <a:lnTo>
                  <a:pt x="673" y="100324"/>
                </a:lnTo>
                <a:lnTo>
                  <a:pt x="673" y="99744"/>
                </a:lnTo>
                <a:lnTo>
                  <a:pt x="673" y="99193"/>
                </a:lnTo>
                <a:lnTo>
                  <a:pt x="737" y="98613"/>
                </a:lnTo>
                <a:lnTo>
                  <a:pt x="737" y="98004"/>
                </a:lnTo>
                <a:lnTo>
                  <a:pt x="737" y="97425"/>
                </a:lnTo>
                <a:lnTo>
                  <a:pt x="737" y="96816"/>
                </a:lnTo>
                <a:lnTo>
                  <a:pt x="802" y="96207"/>
                </a:lnTo>
                <a:lnTo>
                  <a:pt x="802" y="95627"/>
                </a:lnTo>
                <a:lnTo>
                  <a:pt x="802" y="95018"/>
                </a:lnTo>
                <a:lnTo>
                  <a:pt x="802" y="94409"/>
                </a:lnTo>
                <a:lnTo>
                  <a:pt x="802" y="93829"/>
                </a:lnTo>
                <a:lnTo>
                  <a:pt x="898" y="93220"/>
                </a:lnTo>
                <a:lnTo>
                  <a:pt x="898" y="92611"/>
                </a:lnTo>
                <a:lnTo>
                  <a:pt x="898" y="92031"/>
                </a:lnTo>
                <a:lnTo>
                  <a:pt x="898" y="91422"/>
                </a:lnTo>
                <a:lnTo>
                  <a:pt x="962" y="90843"/>
                </a:lnTo>
                <a:lnTo>
                  <a:pt x="962" y="90234"/>
                </a:lnTo>
                <a:lnTo>
                  <a:pt x="962" y="89567"/>
                </a:lnTo>
                <a:lnTo>
                  <a:pt x="962" y="88958"/>
                </a:lnTo>
                <a:lnTo>
                  <a:pt x="962" y="88378"/>
                </a:lnTo>
                <a:lnTo>
                  <a:pt x="1026" y="87769"/>
                </a:lnTo>
                <a:lnTo>
                  <a:pt x="1026" y="87160"/>
                </a:lnTo>
                <a:lnTo>
                  <a:pt x="1026" y="86580"/>
                </a:lnTo>
                <a:lnTo>
                  <a:pt x="1026" y="85971"/>
                </a:lnTo>
                <a:lnTo>
                  <a:pt x="1122" y="85362"/>
                </a:lnTo>
                <a:lnTo>
                  <a:pt x="1122" y="84725"/>
                </a:lnTo>
                <a:lnTo>
                  <a:pt x="1122" y="84116"/>
                </a:lnTo>
                <a:lnTo>
                  <a:pt x="1122" y="83507"/>
                </a:lnTo>
                <a:lnTo>
                  <a:pt x="1122" y="82927"/>
                </a:lnTo>
                <a:lnTo>
                  <a:pt x="1186" y="82318"/>
                </a:lnTo>
                <a:lnTo>
                  <a:pt x="1186" y="81709"/>
                </a:lnTo>
                <a:lnTo>
                  <a:pt x="1186" y="81042"/>
                </a:lnTo>
                <a:lnTo>
                  <a:pt x="1186" y="80462"/>
                </a:lnTo>
                <a:lnTo>
                  <a:pt x="1251" y="79853"/>
                </a:lnTo>
                <a:lnTo>
                  <a:pt x="1251" y="79244"/>
                </a:lnTo>
                <a:lnTo>
                  <a:pt x="1251" y="78606"/>
                </a:lnTo>
                <a:lnTo>
                  <a:pt x="1251" y="77998"/>
                </a:lnTo>
                <a:lnTo>
                  <a:pt x="1251" y="77389"/>
                </a:lnTo>
                <a:lnTo>
                  <a:pt x="1315" y="76809"/>
                </a:lnTo>
                <a:lnTo>
                  <a:pt x="1315" y="76142"/>
                </a:lnTo>
                <a:lnTo>
                  <a:pt x="1315" y="75533"/>
                </a:lnTo>
                <a:lnTo>
                  <a:pt x="1315" y="74924"/>
                </a:lnTo>
                <a:lnTo>
                  <a:pt x="1411" y="74257"/>
                </a:lnTo>
                <a:lnTo>
                  <a:pt x="1411" y="73677"/>
                </a:lnTo>
                <a:lnTo>
                  <a:pt x="1411" y="73068"/>
                </a:lnTo>
                <a:lnTo>
                  <a:pt x="1411" y="72401"/>
                </a:lnTo>
                <a:lnTo>
                  <a:pt x="1411" y="71821"/>
                </a:lnTo>
                <a:lnTo>
                  <a:pt x="1475" y="71213"/>
                </a:lnTo>
                <a:lnTo>
                  <a:pt x="1475" y="70546"/>
                </a:lnTo>
                <a:lnTo>
                  <a:pt x="1475" y="69937"/>
                </a:lnTo>
                <a:lnTo>
                  <a:pt x="1475" y="69270"/>
                </a:lnTo>
                <a:lnTo>
                  <a:pt x="1475" y="68690"/>
                </a:lnTo>
                <a:lnTo>
                  <a:pt x="1539" y="68081"/>
                </a:lnTo>
                <a:lnTo>
                  <a:pt x="1539" y="67414"/>
                </a:lnTo>
                <a:lnTo>
                  <a:pt x="1539" y="66834"/>
                </a:lnTo>
                <a:lnTo>
                  <a:pt x="1539" y="66167"/>
                </a:lnTo>
                <a:lnTo>
                  <a:pt x="1604" y="65558"/>
                </a:lnTo>
                <a:lnTo>
                  <a:pt x="1604" y="64892"/>
                </a:lnTo>
                <a:lnTo>
                  <a:pt x="1604" y="64283"/>
                </a:lnTo>
                <a:lnTo>
                  <a:pt x="1604" y="63703"/>
                </a:lnTo>
                <a:lnTo>
                  <a:pt x="1604" y="63036"/>
                </a:lnTo>
                <a:lnTo>
                  <a:pt x="1700" y="62427"/>
                </a:lnTo>
                <a:lnTo>
                  <a:pt x="1700" y="61760"/>
                </a:lnTo>
                <a:lnTo>
                  <a:pt x="1700" y="61180"/>
                </a:lnTo>
                <a:lnTo>
                  <a:pt x="1700" y="60513"/>
                </a:lnTo>
                <a:lnTo>
                  <a:pt x="1764" y="59904"/>
                </a:lnTo>
                <a:lnTo>
                  <a:pt x="1764" y="59237"/>
                </a:lnTo>
                <a:lnTo>
                  <a:pt x="1764" y="58571"/>
                </a:lnTo>
                <a:lnTo>
                  <a:pt x="1764" y="57991"/>
                </a:lnTo>
                <a:lnTo>
                  <a:pt x="1764" y="57324"/>
                </a:lnTo>
                <a:lnTo>
                  <a:pt x="1828" y="56715"/>
                </a:lnTo>
                <a:lnTo>
                  <a:pt x="1828" y="56048"/>
                </a:lnTo>
                <a:lnTo>
                  <a:pt x="1828" y="55439"/>
                </a:lnTo>
                <a:lnTo>
                  <a:pt x="1828" y="54801"/>
                </a:lnTo>
                <a:lnTo>
                  <a:pt x="1924" y="54134"/>
                </a:lnTo>
                <a:lnTo>
                  <a:pt x="1924" y="53525"/>
                </a:lnTo>
                <a:lnTo>
                  <a:pt x="1924" y="52858"/>
                </a:lnTo>
                <a:lnTo>
                  <a:pt x="1924" y="52249"/>
                </a:lnTo>
                <a:lnTo>
                  <a:pt x="1924" y="51583"/>
                </a:lnTo>
                <a:lnTo>
                  <a:pt x="1988" y="50945"/>
                </a:lnTo>
                <a:lnTo>
                  <a:pt x="1988" y="50336"/>
                </a:lnTo>
                <a:lnTo>
                  <a:pt x="1988" y="49669"/>
                </a:lnTo>
                <a:lnTo>
                  <a:pt x="1988" y="49002"/>
                </a:lnTo>
                <a:lnTo>
                  <a:pt x="2053" y="48393"/>
                </a:lnTo>
                <a:lnTo>
                  <a:pt x="2053" y="47726"/>
                </a:lnTo>
                <a:lnTo>
                  <a:pt x="2053" y="47059"/>
                </a:lnTo>
                <a:lnTo>
                  <a:pt x="2053" y="46421"/>
                </a:lnTo>
                <a:lnTo>
                  <a:pt x="2053" y="45812"/>
                </a:lnTo>
                <a:lnTo>
                  <a:pt x="2117" y="45146"/>
                </a:lnTo>
                <a:lnTo>
                  <a:pt x="2117" y="44479"/>
                </a:lnTo>
                <a:lnTo>
                  <a:pt x="2117" y="43870"/>
                </a:lnTo>
                <a:lnTo>
                  <a:pt x="2117" y="43203"/>
                </a:lnTo>
                <a:lnTo>
                  <a:pt x="2213" y="42565"/>
                </a:lnTo>
                <a:lnTo>
                  <a:pt x="2213" y="41898"/>
                </a:lnTo>
                <a:lnTo>
                  <a:pt x="2213" y="41289"/>
                </a:lnTo>
                <a:lnTo>
                  <a:pt x="2213" y="40622"/>
                </a:lnTo>
                <a:lnTo>
                  <a:pt x="2213" y="39955"/>
                </a:lnTo>
                <a:lnTo>
                  <a:pt x="2277" y="39288"/>
                </a:lnTo>
                <a:lnTo>
                  <a:pt x="2277" y="38622"/>
                </a:lnTo>
                <a:lnTo>
                  <a:pt x="2277" y="38042"/>
                </a:lnTo>
                <a:lnTo>
                  <a:pt x="2277" y="37375"/>
                </a:lnTo>
                <a:lnTo>
                  <a:pt x="2277" y="36708"/>
                </a:lnTo>
                <a:lnTo>
                  <a:pt x="2341" y="36041"/>
                </a:lnTo>
                <a:lnTo>
                  <a:pt x="2341" y="35374"/>
                </a:lnTo>
                <a:lnTo>
                  <a:pt x="2341" y="34707"/>
                </a:lnTo>
                <a:lnTo>
                  <a:pt x="2341" y="34040"/>
                </a:lnTo>
                <a:lnTo>
                  <a:pt x="2438" y="33431"/>
                </a:lnTo>
                <a:lnTo>
                  <a:pt x="2438" y="32764"/>
                </a:lnTo>
                <a:lnTo>
                  <a:pt x="2438" y="32098"/>
                </a:lnTo>
                <a:lnTo>
                  <a:pt x="2438" y="31460"/>
                </a:lnTo>
                <a:lnTo>
                  <a:pt x="2438" y="30793"/>
                </a:lnTo>
                <a:lnTo>
                  <a:pt x="2502" y="30126"/>
                </a:lnTo>
                <a:lnTo>
                  <a:pt x="2502" y="29459"/>
                </a:lnTo>
                <a:lnTo>
                  <a:pt x="2502" y="28792"/>
                </a:lnTo>
                <a:lnTo>
                  <a:pt x="2502" y="28125"/>
                </a:lnTo>
                <a:lnTo>
                  <a:pt x="2566" y="27458"/>
                </a:lnTo>
                <a:lnTo>
                  <a:pt x="2566" y="26849"/>
                </a:lnTo>
                <a:lnTo>
                  <a:pt x="2566" y="26182"/>
                </a:lnTo>
                <a:lnTo>
                  <a:pt x="2566" y="25516"/>
                </a:lnTo>
                <a:lnTo>
                  <a:pt x="2566" y="24878"/>
                </a:lnTo>
                <a:lnTo>
                  <a:pt x="2630" y="24211"/>
                </a:lnTo>
                <a:lnTo>
                  <a:pt x="2630" y="23544"/>
                </a:lnTo>
                <a:lnTo>
                  <a:pt x="2630" y="22877"/>
                </a:lnTo>
                <a:lnTo>
                  <a:pt x="2630" y="22210"/>
                </a:lnTo>
                <a:lnTo>
                  <a:pt x="2726" y="21543"/>
                </a:lnTo>
                <a:lnTo>
                  <a:pt x="2726" y="20876"/>
                </a:lnTo>
                <a:lnTo>
                  <a:pt x="2726" y="20209"/>
                </a:lnTo>
                <a:lnTo>
                  <a:pt x="2726" y="19543"/>
                </a:lnTo>
                <a:lnTo>
                  <a:pt x="2726" y="18876"/>
                </a:lnTo>
                <a:lnTo>
                  <a:pt x="2790" y="18209"/>
                </a:lnTo>
                <a:lnTo>
                  <a:pt x="2790" y="17484"/>
                </a:lnTo>
                <a:lnTo>
                  <a:pt x="2790" y="16817"/>
                </a:lnTo>
                <a:lnTo>
                  <a:pt x="2790" y="16150"/>
                </a:lnTo>
                <a:lnTo>
                  <a:pt x="2855" y="15483"/>
                </a:lnTo>
                <a:lnTo>
                  <a:pt x="2855" y="14816"/>
                </a:lnTo>
                <a:lnTo>
                  <a:pt x="2855" y="14149"/>
                </a:lnTo>
                <a:lnTo>
                  <a:pt x="2855" y="13482"/>
                </a:lnTo>
                <a:lnTo>
                  <a:pt x="2855" y="12816"/>
                </a:lnTo>
                <a:lnTo>
                  <a:pt x="2919" y="12149"/>
                </a:lnTo>
                <a:lnTo>
                  <a:pt x="2919" y="11511"/>
                </a:lnTo>
                <a:lnTo>
                  <a:pt x="2919" y="10844"/>
                </a:lnTo>
                <a:lnTo>
                  <a:pt x="2919" y="10090"/>
                </a:lnTo>
                <a:lnTo>
                  <a:pt x="3015" y="9423"/>
                </a:lnTo>
                <a:lnTo>
                  <a:pt x="3015" y="8785"/>
                </a:lnTo>
                <a:lnTo>
                  <a:pt x="3015" y="8118"/>
                </a:lnTo>
                <a:lnTo>
                  <a:pt x="3015" y="7451"/>
                </a:lnTo>
                <a:lnTo>
                  <a:pt x="3015" y="6784"/>
                </a:lnTo>
                <a:lnTo>
                  <a:pt x="3079" y="6060"/>
                </a:lnTo>
                <a:lnTo>
                  <a:pt x="3079" y="5393"/>
                </a:lnTo>
                <a:lnTo>
                  <a:pt x="3079" y="4726"/>
                </a:lnTo>
                <a:lnTo>
                  <a:pt x="3079" y="4059"/>
                </a:lnTo>
                <a:lnTo>
                  <a:pt x="3143" y="3392"/>
                </a:lnTo>
                <a:lnTo>
                  <a:pt x="3143" y="2667"/>
                </a:lnTo>
                <a:lnTo>
                  <a:pt x="3143" y="2000"/>
                </a:lnTo>
                <a:lnTo>
                  <a:pt x="3143" y="1333"/>
                </a:lnTo>
                <a:lnTo>
                  <a:pt x="3143" y="666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131358" y="3508325"/>
            <a:ext cx="3111" cy="142455"/>
          </a:xfrm>
          <a:custGeom>
            <a:avLst/>
            <a:gdLst/>
            <a:ahLst/>
            <a:cxnLst/>
            <a:rect l="l" t="t" r="r" b="b"/>
            <a:pathLst>
              <a:path w="3111" h="142455">
                <a:moveTo>
                  <a:pt x="0" y="142455"/>
                </a:moveTo>
                <a:lnTo>
                  <a:pt x="0" y="141730"/>
                </a:lnTo>
                <a:lnTo>
                  <a:pt x="0" y="141063"/>
                </a:lnTo>
                <a:lnTo>
                  <a:pt x="0" y="140396"/>
                </a:lnTo>
                <a:lnTo>
                  <a:pt x="0" y="139729"/>
                </a:lnTo>
                <a:lnTo>
                  <a:pt x="64" y="139004"/>
                </a:lnTo>
                <a:lnTo>
                  <a:pt x="64" y="138337"/>
                </a:lnTo>
                <a:lnTo>
                  <a:pt x="64" y="137670"/>
                </a:lnTo>
                <a:lnTo>
                  <a:pt x="64" y="136916"/>
                </a:lnTo>
                <a:lnTo>
                  <a:pt x="128" y="136279"/>
                </a:lnTo>
                <a:lnTo>
                  <a:pt x="128" y="135612"/>
                </a:lnTo>
                <a:lnTo>
                  <a:pt x="128" y="134945"/>
                </a:lnTo>
                <a:lnTo>
                  <a:pt x="128" y="134191"/>
                </a:lnTo>
                <a:lnTo>
                  <a:pt x="128" y="133553"/>
                </a:lnTo>
                <a:lnTo>
                  <a:pt x="192" y="132886"/>
                </a:lnTo>
                <a:lnTo>
                  <a:pt x="192" y="132132"/>
                </a:lnTo>
                <a:lnTo>
                  <a:pt x="192" y="131465"/>
                </a:lnTo>
                <a:lnTo>
                  <a:pt x="192" y="130798"/>
                </a:lnTo>
                <a:lnTo>
                  <a:pt x="288" y="130074"/>
                </a:lnTo>
                <a:lnTo>
                  <a:pt x="288" y="129407"/>
                </a:lnTo>
                <a:lnTo>
                  <a:pt x="288" y="128682"/>
                </a:lnTo>
                <a:lnTo>
                  <a:pt x="288" y="128015"/>
                </a:lnTo>
                <a:lnTo>
                  <a:pt x="288" y="127348"/>
                </a:lnTo>
                <a:lnTo>
                  <a:pt x="352" y="126623"/>
                </a:lnTo>
                <a:lnTo>
                  <a:pt x="352" y="125956"/>
                </a:lnTo>
                <a:lnTo>
                  <a:pt x="352" y="125289"/>
                </a:lnTo>
                <a:lnTo>
                  <a:pt x="352" y="124564"/>
                </a:lnTo>
                <a:lnTo>
                  <a:pt x="417" y="123897"/>
                </a:lnTo>
                <a:lnTo>
                  <a:pt x="417" y="123173"/>
                </a:lnTo>
                <a:lnTo>
                  <a:pt x="417" y="122506"/>
                </a:lnTo>
                <a:lnTo>
                  <a:pt x="417" y="121781"/>
                </a:lnTo>
                <a:lnTo>
                  <a:pt x="417" y="121114"/>
                </a:lnTo>
                <a:lnTo>
                  <a:pt x="481" y="120447"/>
                </a:lnTo>
                <a:lnTo>
                  <a:pt x="481" y="119693"/>
                </a:lnTo>
                <a:lnTo>
                  <a:pt x="481" y="119055"/>
                </a:lnTo>
                <a:lnTo>
                  <a:pt x="481" y="118301"/>
                </a:lnTo>
                <a:lnTo>
                  <a:pt x="577" y="117634"/>
                </a:lnTo>
                <a:lnTo>
                  <a:pt x="577" y="116910"/>
                </a:lnTo>
                <a:lnTo>
                  <a:pt x="577" y="116243"/>
                </a:lnTo>
                <a:lnTo>
                  <a:pt x="577" y="115518"/>
                </a:lnTo>
                <a:lnTo>
                  <a:pt x="577" y="114851"/>
                </a:lnTo>
                <a:lnTo>
                  <a:pt x="641" y="114126"/>
                </a:lnTo>
                <a:lnTo>
                  <a:pt x="641" y="113459"/>
                </a:lnTo>
                <a:lnTo>
                  <a:pt x="641" y="112734"/>
                </a:lnTo>
                <a:lnTo>
                  <a:pt x="641" y="112067"/>
                </a:lnTo>
                <a:lnTo>
                  <a:pt x="705" y="111342"/>
                </a:lnTo>
                <a:lnTo>
                  <a:pt x="705" y="110676"/>
                </a:lnTo>
                <a:lnTo>
                  <a:pt x="705" y="109922"/>
                </a:lnTo>
                <a:lnTo>
                  <a:pt x="705" y="109255"/>
                </a:lnTo>
                <a:lnTo>
                  <a:pt x="705" y="108530"/>
                </a:lnTo>
                <a:lnTo>
                  <a:pt x="802" y="107863"/>
                </a:lnTo>
                <a:lnTo>
                  <a:pt x="802" y="107138"/>
                </a:lnTo>
                <a:lnTo>
                  <a:pt x="802" y="106413"/>
                </a:lnTo>
                <a:lnTo>
                  <a:pt x="802" y="105746"/>
                </a:lnTo>
                <a:lnTo>
                  <a:pt x="802" y="105021"/>
                </a:lnTo>
                <a:lnTo>
                  <a:pt x="866" y="104354"/>
                </a:lnTo>
                <a:lnTo>
                  <a:pt x="866" y="103630"/>
                </a:lnTo>
                <a:lnTo>
                  <a:pt x="866" y="102963"/>
                </a:lnTo>
                <a:lnTo>
                  <a:pt x="866" y="102209"/>
                </a:lnTo>
                <a:lnTo>
                  <a:pt x="930" y="101484"/>
                </a:lnTo>
                <a:lnTo>
                  <a:pt x="930" y="100817"/>
                </a:lnTo>
                <a:lnTo>
                  <a:pt x="930" y="100092"/>
                </a:lnTo>
                <a:lnTo>
                  <a:pt x="930" y="99425"/>
                </a:lnTo>
                <a:lnTo>
                  <a:pt x="930" y="98700"/>
                </a:lnTo>
                <a:lnTo>
                  <a:pt x="994" y="97975"/>
                </a:lnTo>
                <a:lnTo>
                  <a:pt x="994" y="97309"/>
                </a:lnTo>
                <a:lnTo>
                  <a:pt x="994" y="96555"/>
                </a:lnTo>
                <a:lnTo>
                  <a:pt x="994" y="95830"/>
                </a:lnTo>
                <a:lnTo>
                  <a:pt x="1090" y="95163"/>
                </a:lnTo>
                <a:lnTo>
                  <a:pt x="1090" y="94438"/>
                </a:lnTo>
                <a:lnTo>
                  <a:pt x="1090" y="93713"/>
                </a:lnTo>
                <a:lnTo>
                  <a:pt x="1090" y="93046"/>
                </a:lnTo>
                <a:lnTo>
                  <a:pt x="1090" y="92321"/>
                </a:lnTo>
                <a:lnTo>
                  <a:pt x="1154" y="91567"/>
                </a:lnTo>
                <a:lnTo>
                  <a:pt x="1154" y="90901"/>
                </a:lnTo>
                <a:lnTo>
                  <a:pt x="1154" y="90176"/>
                </a:lnTo>
                <a:lnTo>
                  <a:pt x="1154" y="89451"/>
                </a:lnTo>
                <a:lnTo>
                  <a:pt x="1219" y="88784"/>
                </a:lnTo>
                <a:lnTo>
                  <a:pt x="1219" y="88059"/>
                </a:lnTo>
                <a:lnTo>
                  <a:pt x="1219" y="87334"/>
                </a:lnTo>
                <a:lnTo>
                  <a:pt x="1219" y="86667"/>
                </a:lnTo>
                <a:lnTo>
                  <a:pt x="1219" y="85913"/>
                </a:lnTo>
                <a:lnTo>
                  <a:pt x="1315" y="85188"/>
                </a:lnTo>
                <a:lnTo>
                  <a:pt x="1315" y="84464"/>
                </a:lnTo>
                <a:lnTo>
                  <a:pt x="1315" y="83797"/>
                </a:lnTo>
                <a:lnTo>
                  <a:pt x="1315" y="83072"/>
                </a:lnTo>
                <a:lnTo>
                  <a:pt x="1379" y="82347"/>
                </a:lnTo>
                <a:lnTo>
                  <a:pt x="1379" y="81593"/>
                </a:lnTo>
                <a:lnTo>
                  <a:pt x="1379" y="80926"/>
                </a:lnTo>
                <a:lnTo>
                  <a:pt x="1379" y="80201"/>
                </a:lnTo>
                <a:lnTo>
                  <a:pt x="1379" y="79476"/>
                </a:lnTo>
                <a:lnTo>
                  <a:pt x="1443" y="78751"/>
                </a:lnTo>
                <a:lnTo>
                  <a:pt x="1443" y="78085"/>
                </a:lnTo>
                <a:lnTo>
                  <a:pt x="1443" y="77360"/>
                </a:lnTo>
                <a:lnTo>
                  <a:pt x="1443" y="76606"/>
                </a:lnTo>
                <a:lnTo>
                  <a:pt x="1507" y="75881"/>
                </a:lnTo>
                <a:lnTo>
                  <a:pt x="1507" y="75214"/>
                </a:lnTo>
                <a:lnTo>
                  <a:pt x="1507" y="74489"/>
                </a:lnTo>
                <a:lnTo>
                  <a:pt x="1507" y="73764"/>
                </a:lnTo>
                <a:lnTo>
                  <a:pt x="1507" y="73039"/>
                </a:lnTo>
                <a:lnTo>
                  <a:pt x="1604" y="72285"/>
                </a:lnTo>
                <a:lnTo>
                  <a:pt x="1604" y="71619"/>
                </a:lnTo>
                <a:lnTo>
                  <a:pt x="1604" y="70894"/>
                </a:lnTo>
                <a:lnTo>
                  <a:pt x="1604" y="70169"/>
                </a:lnTo>
                <a:lnTo>
                  <a:pt x="1604" y="69444"/>
                </a:lnTo>
                <a:lnTo>
                  <a:pt x="1668" y="68719"/>
                </a:lnTo>
                <a:lnTo>
                  <a:pt x="1668" y="68052"/>
                </a:lnTo>
                <a:lnTo>
                  <a:pt x="1668" y="67298"/>
                </a:lnTo>
                <a:lnTo>
                  <a:pt x="1668" y="66573"/>
                </a:lnTo>
                <a:lnTo>
                  <a:pt x="1732" y="65848"/>
                </a:lnTo>
                <a:lnTo>
                  <a:pt x="1732" y="65124"/>
                </a:lnTo>
                <a:lnTo>
                  <a:pt x="1732" y="64370"/>
                </a:lnTo>
                <a:lnTo>
                  <a:pt x="1732" y="63645"/>
                </a:lnTo>
                <a:lnTo>
                  <a:pt x="1732" y="62978"/>
                </a:lnTo>
                <a:lnTo>
                  <a:pt x="1796" y="62253"/>
                </a:lnTo>
                <a:lnTo>
                  <a:pt x="1796" y="61528"/>
                </a:lnTo>
                <a:lnTo>
                  <a:pt x="1796" y="60803"/>
                </a:lnTo>
                <a:lnTo>
                  <a:pt x="1796" y="60049"/>
                </a:lnTo>
                <a:lnTo>
                  <a:pt x="1892" y="59324"/>
                </a:lnTo>
                <a:lnTo>
                  <a:pt x="1892" y="58600"/>
                </a:lnTo>
                <a:lnTo>
                  <a:pt x="1892" y="57875"/>
                </a:lnTo>
                <a:lnTo>
                  <a:pt x="1892" y="57208"/>
                </a:lnTo>
                <a:lnTo>
                  <a:pt x="1892" y="56483"/>
                </a:lnTo>
                <a:lnTo>
                  <a:pt x="1956" y="55729"/>
                </a:lnTo>
                <a:lnTo>
                  <a:pt x="1956" y="55004"/>
                </a:lnTo>
                <a:lnTo>
                  <a:pt x="1956" y="54279"/>
                </a:lnTo>
                <a:lnTo>
                  <a:pt x="1956" y="53554"/>
                </a:lnTo>
                <a:lnTo>
                  <a:pt x="2021" y="52800"/>
                </a:lnTo>
                <a:lnTo>
                  <a:pt x="2021" y="52076"/>
                </a:lnTo>
                <a:lnTo>
                  <a:pt x="2021" y="51351"/>
                </a:lnTo>
                <a:lnTo>
                  <a:pt x="2021" y="50626"/>
                </a:lnTo>
                <a:lnTo>
                  <a:pt x="2021" y="49872"/>
                </a:lnTo>
                <a:lnTo>
                  <a:pt x="2117" y="49234"/>
                </a:lnTo>
                <a:lnTo>
                  <a:pt x="2117" y="48480"/>
                </a:lnTo>
                <a:lnTo>
                  <a:pt x="2117" y="47755"/>
                </a:lnTo>
                <a:lnTo>
                  <a:pt x="2117" y="47030"/>
                </a:lnTo>
                <a:lnTo>
                  <a:pt x="2181" y="46305"/>
                </a:lnTo>
                <a:lnTo>
                  <a:pt x="2181" y="45552"/>
                </a:lnTo>
                <a:lnTo>
                  <a:pt x="2181" y="44827"/>
                </a:lnTo>
                <a:lnTo>
                  <a:pt x="2181" y="44102"/>
                </a:lnTo>
                <a:lnTo>
                  <a:pt x="2181" y="43377"/>
                </a:lnTo>
                <a:lnTo>
                  <a:pt x="2245" y="42652"/>
                </a:lnTo>
                <a:lnTo>
                  <a:pt x="2245" y="41898"/>
                </a:lnTo>
                <a:lnTo>
                  <a:pt x="2245" y="41173"/>
                </a:lnTo>
                <a:lnTo>
                  <a:pt x="2245" y="40448"/>
                </a:lnTo>
                <a:lnTo>
                  <a:pt x="2309" y="39723"/>
                </a:lnTo>
                <a:lnTo>
                  <a:pt x="2309" y="38970"/>
                </a:lnTo>
                <a:lnTo>
                  <a:pt x="2309" y="38245"/>
                </a:lnTo>
                <a:lnTo>
                  <a:pt x="2309" y="37520"/>
                </a:lnTo>
                <a:lnTo>
                  <a:pt x="2309" y="36795"/>
                </a:lnTo>
                <a:lnTo>
                  <a:pt x="2406" y="36041"/>
                </a:lnTo>
                <a:lnTo>
                  <a:pt x="2406" y="35316"/>
                </a:lnTo>
                <a:lnTo>
                  <a:pt x="2406" y="34591"/>
                </a:lnTo>
                <a:lnTo>
                  <a:pt x="2406" y="33866"/>
                </a:lnTo>
                <a:lnTo>
                  <a:pt x="2406" y="33141"/>
                </a:lnTo>
                <a:lnTo>
                  <a:pt x="2470" y="32388"/>
                </a:lnTo>
                <a:lnTo>
                  <a:pt x="2470" y="31663"/>
                </a:lnTo>
                <a:lnTo>
                  <a:pt x="2470" y="30938"/>
                </a:lnTo>
                <a:lnTo>
                  <a:pt x="2470" y="30213"/>
                </a:lnTo>
                <a:lnTo>
                  <a:pt x="2534" y="29459"/>
                </a:lnTo>
                <a:lnTo>
                  <a:pt x="2534" y="28734"/>
                </a:lnTo>
                <a:lnTo>
                  <a:pt x="2534" y="28009"/>
                </a:lnTo>
                <a:lnTo>
                  <a:pt x="2534" y="27284"/>
                </a:lnTo>
                <a:lnTo>
                  <a:pt x="2534" y="26559"/>
                </a:lnTo>
                <a:lnTo>
                  <a:pt x="2630" y="25806"/>
                </a:lnTo>
                <a:lnTo>
                  <a:pt x="2630" y="25081"/>
                </a:lnTo>
                <a:lnTo>
                  <a:pt x="2630" y="24356"/>
                </a:lnTo>
                <a:lnTo>
                  <a:pt x="2630" y="23631"/>
                </a:lnTo>
                <a:lnTo>
                  <a:pt x="2694" y="22877"/>
                </a:lnTo>
                <a:lnTo>
                  <a:pt x="2694" y="22152"/>
                </a:lnTo>
                <a:lnTo>
                  <a:pt x="2694" y="21427"/>
                </a:lnTo>
                <a:lnTo>
                  <a:pt x="2694" y="20702"/>
                </a:lnTo>
                <a:lnTo>
                  <a:pt x="2694" y="19948"/>
                </a:lnTo>
                <a:lnTo>
                  <a:pt x="2758" y="19166"/>
                </a:lnTo>
                <a:lnTo>
                  <a:pt x="2758" y="18441"/>
                </a:lnTo>
                <a:lnTo>
                  <a:pt x="2758" y="17716"/>
                </a:lnTo>
                <a:lnTo>
                  <a:pt x="2758" y="16962"/>
                </a:lnTo>
                <a:lnTo>
                  <a:pt x="2823" y="16237"/>
                </a:lnTo>
                <a:lnTo>
                  <a:pt x="2823" y="15512"/>
                </a:lnTo>
                <a:lnTo>
                  <a:pt x="2823" y="14787"/>
                </a:lnTo>
                <a:lnTo>
                  <a:pt x="2823" y="14033"/>
                </a:lnTo>
                <a:lnTo>
                  <a:pt x="2823" y="13308"/>
                </a:lnTo>
                <a:lnTo>
                  <a:pt x="2919" y="12584"/>
                </a:lnTo>
                <a:lnTo>
                  <a:pt x="2919" y="11859"/>
                </a:lnTo>
                <a:lnTo>
                  <a:pt x="2919" y="11105"/>
                </a:lnTo>
                <a:lnTo>
                  <a:pt x="2919" y="10380"/>
                </a:lnTo>
                <a:lnTo>
                  <a:pt x="2983" y="9597"/>
                </a:lnTo>
                <a:lnTo>
                  <a:pt x="2983" y="8872"/>
                </a:lnTo>
                <a:lnTo>
                  <a:pt x="2983" y="8118"/>
                </a:lnTo>
                <a:lnTo>
                  <a:pt x="2983" y="7393"/>
                </a:lnTo>
                <a:lnTo>
                  <a:pt x="2983" y="6668"/>
                </a:lnTo>
                <a:lnTo>
                  <a:pt x="3047" y="5944"/>
                </a:lnTo>
                <a:lnTo>
                  <a:pt x="3047" y="5190"/>
                </a:lnTo>
                <a:lnTo>
                  <a:pt x="3047" y="4465"/>
                </a:lnTo>
                <a:lnTo>
                  <a:pt x="3047" y="3740"/>
                </a:lnTo>
                <a:lnTo>
                  <a:pt x="3111" y="2928"/>
                </a:lnTo>
                <a:lnTo>
                  <a:pt x="3111" y="2203"/>
                </a:lnTo>
                <a:lnTo>
                  <a:pt x="3111" y="1478"/>
                </a:lnTo>
                <a:lnTo>
                  <a:pt x="3111" y="753"/>
                </a:lnTo>
                <a:lnTo>
                  <a:pt x="31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134470" y="3360796"/>
            <a:ext cx="3240" cy="147529"/>
          </a:xfrm>
          <a:custGeom>
            <a:avLst/>
            <a:gdLst/>
            <a:ahLst/>
            <a:cxnLst/>
            <a:rect l="l" t="t" r="r" b="b"/>
            <a:pathLst>
              <a:path w="3240" h="147529">
                <a:moveTo>
                  <a:pt x="0" y="147529"/>
                </a:moveTo>
                <a:lnTo>
                  <a:pt x="96" y="146804"/>
                </a:lnTo>
                <a:lnTo>
                  <a:pt x="96" y="146079"/>
                </a:lnTo>
                <a:lnTo>
                  <a:pt x="96" y="145354"/>
                </a:lnTo>
                <a:lnTo>
                  <a:pt x="96" y="144542"/>
                </a:lnTo>
                <a:lnTo>
                  <a:pt x="96" y="143817"/>
                </a:lnTo>
                <a:lnTo>
                  <a:pt x="160" y="143093"/>
                </a:lnTo>
                <a:lnTo>
                  <a:pt x="160" y="142368"/>
                </a:lnTo>
                <a:lnTo>
                  <a:pt x="160" y="141614"/>
                </a:lnTo>
                <a:lnTo>
                  <a:pt x="160" y="140889"/>
                </a:lnTo>
                <a:lnTo>
                  <a:pt x="224" y="140164"/>
                </a:lnTo>
                <a:lnTo>
                  <a:pt x="224" y="139439"/>
                </a:lnTo>
                <a:lnTo>
                  <a:pt x="224" y="138627"/>
                </a:lnTo>
                <a:lnTo>
                  <a:pt x="224" y="137902"/>
                </a:lnTo>
                <a:lnTo>
                  <a:pt x="224" y="137177"/>
                </a:lnTo>
                <a:lnTo>
                  <a:pt x="320" y="136453"/>
                </a:lnTo>
                <a:lnTo>
                  <a:pt x="320" y="135699"/>
                </a:lnTo>
                <a:lnTo>
                  <a:pt x="320" y="134974"/>
                </a:lnTo>
                <a:lnTo>
                  <a:pt x="320" y="134191"/>
                </a:lnTo>
                <a:lnTo>
                  <a:pt x="384" y="133437"/>
                </a:lnTo>
                <a:lnTo>
                  <a:pt x="384" y="132712"/>
                </a:lnTo>
                <a:lnTo>
                  <a:pt x="384" y="131987"/>
                </a:lnTo>
                <a:lnTo>
                  <a:pt x="384" y="131262"/>
                </a:lnTo>
                <a:lnTo>
                  <a:pt x="384" y="130508"/>
                </a:lnTo>
                <a:lnTo>
                  <a:pt x="449" y="129784"/>
                </a:lnTo>
                <a:lnTo>
                  <a:pt x="449" y="129001"/>
                </a:lnTo>
                <a:lnTo>
                  <a:pt x="449" y="128247"/>
                </a:lnTo>
                <a:lnTo>
                  <a:pt x="449" y="127522"/>
                </a:lnTo>
                <a:lnTo>
                  <a:pt x="513" y="126797"/>
                </a:lnTo>
                <a:lnTo>
                  <a:pt x="513" y="126072"/>
                </a:lnTo>
                <a:lnTo>
                  <a:pt x="513" y="125260"/>
                </a:lnTo>
                <a:lnTo>
                  <a:pt x="513" y="124535"/>
                </a:lnTo>
                <a:lnTo>
                  <a:pt x="513" y="123811"/>
                </a:lnTo>
                <a:lnTo>
                  <a:pt x="609" y="123086"/>
                </a:lnTo>
                <a:lnTo>
                  <a:pt x="609" y="122332"/>
                </a:lnTo>
                <a:lnTo>
                  <a:pt x="609" y="121607"/>
                </a:lnTo>
                <a:lnTo>
                  <a:pt x="609" y="120824"/>
                </a:lnTo>
                <a:lnTo>
                  <a:pt x="673" y="120070"/>
                </a:lnTo>
                <a:lnTo>
                  <a:pt x="673" y="119345"/>
                </a:lnTo>
                <a:lnTo>
                  <a:pt x="673" y="118620"/>
                </a:lnTo>
                <a:lnTo>
                  <a:pt x="673" y="117895"/>
                </a:lnTo>
                <a:lnTo>
                  <a:pt x="673" y="117142"/>
                </a:lnTo>
                <a:lnTo>
                  <a:pt x="737" y="116359"/>
                </a:lnTo>
                <a:lnTo>
                  <a:pt x="737" y="115634"/>
                </a:lnTo>
                <a:lnTo>
                  <a:pt x="737" y="114967"/>
                </a:lnTo>
                <a:lnTo>
                  <a:pt x="737" y="114242"/>
                </a:lnTo>
                <a:lnTo>
                  <a:pt x="802" y="113488"/>
                </a:lnTo>
                <a:lnTo>
                  <a:pt x="802" y="112705"/>
                </a:lnTo>
                <a:lnTo>
                  <a:pt x="802" y="111980"/>
                </a:lnTo>
                <a:lnTo>
                  <a:pt x="802" y="111226"/>
                </a:lnTo>
                <a:lnTo>
                  <a:pt x="802" y="110502"/>
                </a:lnTo>
                <a:lnTo>
                  <a:pt x="898" y="109777"/>
                </a:lnTo>
                <a:lnTo>
                  <a:pt x="898" y="108965"/>
                </a:lnTo>
                <a:lnTo>
                  <a:pt x="898" y="108240"/>
                </a:lnTo>
                <a:lnTo>
                  <a:pt x="898" y="107515"/>
                </a:lnTo>
                <a:lnTo>
                  <a:pt x="898" y="106790"/>
                </a:lnTo>
                <a:lnTo>
                  <a:pt x="962" y="106036"/>
                </a:lnTo>
                <a:lnTo>
                  <a:pt x="962" y="105253"/>
                </a:lnTo>
                <a:lnTo>
                  <a:pt x="962" y="104528"/>
                </a:lnTo>
                <a:lnTo>
                  <a:pt x="962" y="103775"/>
                </a:lnTo>
                <a:lnTo>
                  <a:pt x="1026" y="103050"/>
                </a:lnTo>
                <a:lnTo>
                  <a:pt x="1026" y="102325"/>
                </a:lnTo>
                <a:lnTo>
                  <a:pt x="1026" y="101542"/>
                </a:lnTo>
                <a:lnTo>
                  <a:pt x="1026" y="100788"/>
                </a:lnTo>
                <a:lnTo>
                  <a:pt x="1026" y="100063"/>
                </a:lnTo>
                <a:lnTo>
                  <a:pt x="1122" y="99338"/>
                </a:lnTo>
                <a:lnTo>
                  <a:pt x="1122" y="98613"/>
                </a:lnTo>
                <a:lnTo>
                  <a:pt x="1122" y="97801"/>
                </a:lnTo>
                <a:lnTo>
                  <a:pt x="1122" y="97077"/>
                </a:lnTo>
                <a:lnTo>
                  <a:pt x="1186" y="96352"/>
                </a:lnTo>
                <a:lnTo>
                  <a:pt x="1186" y="95598"/>
                </a:lnTo>
                <a:lnTo>
                  <a:pt x="1186" y="94873"/>
                </a:lnTo>
                <a:lnTo>
                  <a:pt x="1186" y="94090"/>
                </a:lnTo>
                <a:lnTo>
                  <a:pt x="1186" y="93336"/>
                </a:lnTo>
                <a:lnTo>
                  <a:pt x="1251" y="92611"/>
                </a:lnTo>
                <a:lnTo>
                  <a:pt x="1251" y="91886"/>
                </a:lnTo>
                <a:lnTo>
                  <a:pt x="1251" y="91162"/>
                </a:lnTo>
                <a:lnTo>
                  <a:pt x="1251" y="90350"/>
                </a:lnTo>
                <a:lnTo>
                  <a:pt x="1315" y="89625"/>
                </a:lnTo>
                <a:lnTo>
                  <a:pt x="1315" y="88900"/>
                </a:lnTo>
                <a:lnTo>
                  <a:pt x="1315" y="88175"/>
                </a:lnTo>
                <a:lnTo>
                  <a:pt x="1315" y="87421"/>
                </a:lnTo>
                <a:lnTo>
                  <a:pt x="1315" y="86638"/>
                </a:lnTo>
                <a:lnTo>
                  <a:pt x="1411" y="85913"/>
                </a:lnTo>
                <a:lnTo>
                  <a:pt x="1411" y="85159"/>
                </a:lnTo>
                <a:lnTo>
                  <a:pt x="1411" y="84435"/>
                </a:lnTo>
                <a:lnTo>
                  <a:pt x="1411" y="83710"/>
                </a:lnTo>
                <a:lnTo>
                  <a:pt x="1475" y="82898"/>
                </a:lnTo>
                <a:lnTo>
                  <a:pt x="1475" y="82173"/>
                </a:lnTo>
                <a:lnTo>
                  <a:pt x="1475" y="81448"/>
                </a:lnTo>
                <a:lnTo>
                  <a:pt x="1475" y="80723"/>
                </a:lnTo>
                <a:lnTo>
                  <a:pt x="1475" y="79969"/>
                </a:lnTo>
                <a:lnTo>
                  <a:pt x="1539" y="79186"/>
                </a:lnTo>
                <a:lnTo>
                  <a:pt x="1539" y="78461"/>
                </a:lnTo>
                <a:lnTo>
                  <a:pt x="1539" y="77708"/>
                </a:lnTo>
                <a:lnTo>
                  <a:pt x="1539" y="76983"/>
                </a:lnTo>
                <a:lnTo>
                  <a:pt x="1636" y="76258"/>
                </a:lnTo>
                <a:lnTo>
                  <a:pt x="1636" y="75475"/>
                </a:lnTo>
                <a:lnTo>
                  <a:pt x="1636" y="74721"/>
                </a:lnTo>
                <a:lnTo>
                  <a:pt x="1636" y="73996"/>
                </a:lnTo>
                <a:lnTo>
                  <a:pt x="1636" y="73271"/>
                </a:lnTo>
                <a:lnTo>
                  <a:pt x="1700" y="72546"/>
                </a:lnTo>
                <a:lnTo>
                  <a:pt x="1700" y="71734"/>
                </a:lnTo>
                <a:lnTo>
                  <a:pt x="1700" y="71010"/>
                </a:lnTo>
                <a:lnTo>
                  <a:pt x="1700" y="70285"/>
                </a:lnTo>
                <a:lnTo>
                  <a:pt x="1700" y="69531"/>
                </a:lnTo>
                <a:lnTo>
                  <a:pt x="1764" y="68806"/>
                </a:lnTo>
                <a:lnTo>
                  <a:pt x="1764" y="68023"/>
                </a:lnTo>
                <a:lnTo>
                  <a:pt x="1764" y="67269"/>
                </a:lnTo>
                <a:lnTo>
                  <a:pt x="1764" y="66544"/>
                </a:lnTo>
                <a:lnTo>
                  <a:pt x="1828" y="65819"/>
                </a:lnTo>
                <a:lnTo>
                  <a:pt x="1828" y="65095"/>
                </a:lnTo>
                <a:lnTo>
                  <a:pt x="1828" y="64370"/>
                </a:lnTo>
                <a:lnTo>
                  <a:pt x="1828" y="63558"/>
                </a:lnTo>
                <a:lnTo>
                  <a:pt x="1828" y="62833"/>
                </a:lnTo>
                <a:lnTo>
                  <a:pt x="1924" y="62108"/>
                </a:lnTo>
                <a:lnTo>
                  <a:pt x="1924" y="61354"/>
                </a:lnTo>
                <a:lnTo>
                  <a:pt x="1924" y="60629"/>
                </a:lnTo>
                <a:lnTo>
                  <a:pt x="1924" y="59846"/>
                </a:lnTo>
                <a:lnTo>
                  <a:pt x="1988" y="59092"/>
                </a:lnTo>
                <a:lnTo>
                  <a:pt x="1988" y="58368"/>
                </a:lnTo>
                <a:lnTo>
                  <a:pt x="1988" y="57643"/>
                </a:lnTo>
                <a:lnTo>
                  <a:pt x="1988" y="56918"/>
                </a:lnTo>
                <a:lnTo>
                  <a:pt x="1988" y="56164"/>
                </a:lnTo>
                <a:lnTo>
                  <a:pt x="2053" y="55381"/>
                </a:lnTo>
                <a:lnTo>
                  <a:pt x="2053" y="54656"/>
                </a:lnTo>
                <a:lnTo>
                  <a:pt x="2053" y="53902"/>
                </a:lnTo>
                <a:lnTo>
                  <a:pt x="2053" y="53177"/>
                </a:lnTo>
                <a:lnTo>
                  <a:pt x="2117" y="52452"/>
                </a:lnTo>
                <a:lnTo>
                  <a:pt x="2117" y="51670"/>
                </a:lnTo>
                <a:lnTo>
                  <a:pt x="2117" y="50916"/>
                </a:lnTo>
                <a:lnTo>
                  <a:pt x="2117" y="50191"/>
                </a:lnTo>
                <a:lnTo>
                  <a:pt x="2117" y="49466"/>
                </a:lnTo>
                <a:lnTo>
                  <a:pt x="2213" y="48741"/>
                </a:lnTo>
                <a:lnTo>
                  <a:pt x="2213" y="47987"/>
                </a:lnTo>
                <a:lnTo>
                  <a:pt x="2213" y="47204"/>
                </a:lnTo>
                <a:lnTo>
                  <a:pt x="2213" y="46479"/>
                </a:lnTo>
                <a:lnTo>
                  <a:pt x="2277" y="45725"/>
                </a:lnTo>
                <a:lnTo>
                  <a:pt x="2277" y="45001"/>
                </a:lnTo>
                <a:lnTo>
                  <a:pt x="2277" y="44276"/>
                </a:lnTo>
                <a:lnTo>
                  <a:pt x="2277" y="43551"/>
                </a:lnTo>
                <a:lnTo>
                  <a:pt x="2277" y="42797"/>
                </a:lnTo>
                <a:lnTo>
                  <a:pt x="2341" y="42014"/>
                </a:lnTo>
                <a:lnTo>
                  <a:pt x="2341" y="41289"/>
                </a:lnTo>
                <a:lnTo>
                  <a:pt x="2341" y="40564"/>
                </a:lnTo>
                <a:lnTo>
                  <a:pt x="2341" y="39810"/>
                </a:lnTo>
                <a:lnTo>
                  <a:pt x="2438" y="39086"/>
                </a:lnTo>
                <a:lnTo>
                  <a:pt x="2438" y="38361"/>
                </a:lnTo>
                <a:lnTo>
                  <a:pt x="2438" y="37549"/>
                </a:lnTo>
                <a:lnTo>
                  <a:pt x="2438" y="36824"/>
                </a:lnTo>
                <a:lnTo>
                  <a:pt x="2438" y="36099"/>
                </a:lnTo>
                <a:lnTo>
                  <a:pt x="2502" y="35374"/>
                </a:lnTo>
                <a:lnTo>
                  <a:pt x="2502" y="34620"/>
                </a:lnTo>
                <a:lnTo>
                  <a:pt x="2502" y="33895"/>
                </a:lnTo>
                <a:lnTo>
                  <a:pt x="2502" y="33170"/>
                </a:lnTo>
                <a:lnTo>
                  <a:pt x="2502" y="32446"/>
                </a:lnTo>
                <a:lnTo>
                  <a:pt x="2566" y="31634"/>
                </a:lnTo>
                <a:lnTo>
                  <a:pt x="2566" y="30909"/>
                </a:lnTo>
                <a:lnTo>
                  <a:pt x="2566" y="30184"/>
                </a:lnTo>
                <a:lnTo>
                  <a:pt x="2566" y="29459"/>
                </a:lnTo>
                <a:lnTo>
                  <a:pt x="2630" y="28705"/>
                </a:lnTo>
                <a:lnTo>
                  <a:pt x="2630" y="27980"/>
                </a:lnTo>
                <a:lnTo>
                  <a:pt x="2630" y="27255"/>
                </a:lnTo>
                <a:lnTo>
                  <a:pt x="2630" y="26530"/>
                </a:lnTo>
                <a:lnTo>
                  <a:pt x="2630" y="25719"/>
                </a:lnTo>
                <a:lnTo>
                  <a:pt x="2726" y="24994"/>
                </a:lnTo>
                <a:lnTo>
                  <a:pt x="2726" y="24269"/>
                </a:lnTo>
                <a:lnTo>
                  <a:pt x="2726" y="23515"/>
                </a:lnTo>
                <a:lnTo>
                  <a:pt x="2726" y="22790"/>
                </a:lnTo>
                <a:lnTo>
                  <a:pt x="2790" y="22065"/>
                </a:lnTo>
                <a:lnTo>
                  <a:pt x="2790" y="21340"/>
                </a:lnTo>
                <a:lnTo>
                  <a:pt x="2790" y="20615"/>
                </a:lnTo>
                <a:lnTo>
                  <a:pt x="2790" y="19861"/>
                </a:lnTo>
                <a:lnTo>
                  <a:pt x="2790" y="19137"/>
                </a:lnTo>
                <a:lnTo>
                  <a:pt x="2855" y="18354"/>
                </a:lnTo>
                <a:lnTo>
                  <a:pt x="2855" y="17600"/>
                </a:lnTo>
                <a:lnTo>
                  <a:pt x="2855" y="16875"/>
                </a:lnTo>
                <a:lnTo>
                  <a:pt x="2855" y="16150"/>
                </a:lnTo>
                <a:lnTo>
                  <a:pt x="2951" y="15425"/>
                </a:lnTo>
                <a:lnTo>
                  <a:pt x="2951" y="14671"/>
                </a:lnTo>
                <a:lnTo>
                  <a:pt x="2951" y="13946"/>
                </a:lnTo>
                <a:lnTo>
                  <a:pt x="2951" y="13221"/>
                </a:lnTo>
                <a:lnTo>
                  <a:pt x="2951" y="12497"/>
                </a:lnTo>
                <a:lnTo>
                  <a:pt x="3015" y="11772"/>
                </a:lnTo>
                <a:lnTo>
                  <a:pt x="3015" y="11018"/>
                </a:lnTo>
                <a:lnTo>
                  <a:pt x="3015" y="10293"/>
                </a:lnTo>
                <a:lnTo>
                  <a:pt x="3015" y="9568"/>
                </a:lnTo>
                <a:lnTo>
                  <a:pt x="3079" y="8843"/>
                </a:lnTo>
                <a:lnTo>
                  <a:pt x="3079" y="8089"/>
                </a:lnTo>
                <a:lnTo>
                  <a:pt x="3079" y="7306"/>
                </a:lnTo>
                <a:lnTo>
                  <a:pt x="3079" y="6581"/>
                </a:lnTo>
                <a:lnTo>
                  <a:pt x="3079" y="5828"/>
                </a:lnTo>
                <a:lnTo>
                  <a:pt x="3143" y="5103"/>
                </a:lnTo>
                <a:lnTo>
                  <a:pt x="3143" y="4378"/>
                </a:lnTo>
                <a:lnTo>
                  <a:pt x="3143" y="3653"/>
                </a:lnTo>
                <a:lnTo>
                  <a:pt x="3143" y="2899"/>
                </a:lnTo>
                <a:lnTo>
                  <a:pt x="3240" y="2174"/>
                </a:lnTo>
                <a:lnTo>
                  <a:pt x="3240" y="1449"/>
                </a:lnTo>
                <a:lnTo>
                  <a:pt x="3240" y="724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137710" y="3221211"/>
            <a:ext cx="3208" cy="139584"/>
          </a:xfrm>
          <a:custGeom>
            <a:avLst/>
            <a:gdLst/>
            <a:ahLst/>
            <a:cxnLst/>
            <a:rect l="l" t="t" r="r" b="b"/>
            <a:pathLst>
              <a:path w="3208" h="139584">
                <a:moveTo>
                  <a:pt x="0" y="139584"/>
                </a:moveTo>
                <a:lnTo>
                  <a:pt x="0" y="138830"/>
                </a:lnTo>
                <a:lnTo>
                  <a:pt x="64" y="138105"/>
                </a:lnTo>
                <a:lnTo>
                  <a:pt x="64" y="137380"/>
                </a:lnTo>
                <a:lnTo>
                  <a:pt x="64" y="136656"/>
                </a:lnTo>
                <a:lnTo>
                  <a:pt x="64" y="135902"/>
                </a:lnTo>
                <a:lnTo>
                  <a:pt x="64" y="135177"/>
                </a:lnTo>
                <a:lnTo>
                  <a:pt x="128" y="134452"/>
                </a:lnTo>
                <a:lnTo>
                  <a:pt x="128" y="133727"/>
                </a:lnTo>
                <a:lnTo>
                  <a:pt x="128" y="133002"/>
                </a:lnTo>
                <a:lnTo>
                  <a:pt x="128" y="132248"/>
                </a:lnTo>
                <a:lnTo>
                  <a:pt x="192" y="131523"/>
                </a:lnTo>
                <a:lnTo>
                  <a:pt x="192" y="130798"/>
                </a:lnTo>
                <a:lnTo>
                  <a:pt x="192" y="130074"/>
                </a:lnTo>
                <a:lnTo>
                  <a:pt x="192" y="129320"/>
                </a:lnTo>
                <a:lnTo>
                  <a:pt x="192" y="128595"/>
                </a:lnTo>
                <a:lnTo>
                  <a:pt x="288" y="127870"/>
                </a:lnTo>
                <a:lnTo>
                  <a:pt x="288" y="127145"/>
                </a:lnTo>
                <a:lnTo>
                  <a:pt x="288" y="126420"/>
                </a:lnTo>
                <a:lnTo>
                  <a:pt x="288" y="125666"/>
                </a:lnTo>
                <a:lnTo>
                  <a:pt x="352" y="124941"/>
                </a:lnTo>
                <a:lnTo>
                  <a:pt x="352" y="124274"/>
                </a:lnTo>
                <a:lnTo>
                  <a:pt x="352" y="123550"/>
                </a:lnTo>
                <a:lnTo>
                  <a:pt x="352" y="122825"/>
                </a:lnTo>
                <a:lnTo>
                  <a:pt x="352" y="122071"/>
                </a:lnTo>
                <a:lnTo>
                  <a:pt x="417" y="121346"/>
                </a:lnTo>
                <a:lnTo>
                  <a:pt x="417" y="120621"/>
                </a:lnTo>
                <a:lnTo>
                  <a:pt x="417" y="119896"/>
                </a:lnTo>
                <a:lnTo>
                  <a:pt x="417" y="119171"/>
                </a:lnTo>
                <a:lnTo>
                  <a:pt x="513" y="118417"/>
                </a:lnTo>
                <a:lnTo>
                  <a:pt x="513" y="117692"/>
                </a:lnTo>
                <a:lnTo>
                  <a:pt x="513" y="116968"/>
                </a:lnTo>
                <a:lnTo>
                  <a:pt x="513" y="116243"/>
                </a:lnTo>
                <a:lnTo>
                  <a:pt x="513" y="115489"/>
                </a:lnTo>
                <a:lnTo>
                  <a:pt x="577" y="114822"/>
                </a:lnTo>
                <a:lnTo>
                  <a:pt x="577" y="114097"/>
                </a:lnTo>
                <a:lnTo>
                  <a:pt x="577" y="113372"/>
                </a:lnTo>
                <a:lnTo>
                  <a:pt x="577" y="112647"/>
                </a:lnTo>
                <a:lnTo>
                  <a:pt x="641" y="111922"/>
                </a:lnTo>
                <a:lnTo>
                  <a:pt x="641" y="111168"/>
                </a:lnTo>
                <a:lnTo>
                  <a:pt x="641" y="110444"/>
                </a:lnTo>
                <a:lnTo>
                  <a:pt x="641" y="109719"/>
                </a:lnTo>
                <a:lnTo>
                  <a:pt x="641" y="108994"/>
                </a:lnTo>
                <a:lnTo>
                  <a:pt x="705" y="108327"/>
                </a:lnTo>
                <a:lnTo>
                  <a:pt x="705" y="107573"/>
                </a:lnTo>
                <a:lnTo>
                  <a:pt x="705" y="106848"/>
                </a:lnTo>
                <a:lnTo>
                  <a:pt x="705" y="106123"/>
                </a:lnTo>
                <a:lnTo>
                  <a:pt x="802" y="105398"/>
                </a:lnTo>
                <a:lnTo>
                  <a:pt x="802" y="104673"/>
                </a:lnTo>
                <a:lnTo>
                  <a:pt x="802" y="103920"/>
                </a:lnTo>
                <a:lnTo>
                  <a:pt x="802" y="103253"/>
                </a:lnTo>
                <a:lnTo>
                  <a:pt x="802" y="102528"/>
                </a:lnTo>
                <a:lnTo>
                  <a:pt x="866" y="101803"/>
                </a:lnTo>
                <a:lnTo>
                  <a:pt x="866" y="101078"/>
                </a:lnTo>
                <a:lnTo>
                  <a:pt x="866" y="100353"/>
                </a:lnTo>
                <a:lnTo>
                  <a:pt x="866" y="99686"/>
                </a:lnTo>
                <a:lnTo>
                  <a:pt x="866" y="98932"/>
                </a:lnTo>
                <a:lnTo>
                  <a:pt x="930" y="98207"/>
                </a:lnTo>
                <a:lnTo>
                  <a:pt x="930" y="97483"/>
                </a:lnTo>
                <a:lnTo>
                  <a:pt x="930" y="96758"/>
                </a:lnTo>
                <a:lnTo>
                  <a:pt x="930" y="96091"/>
                </a:lnTo>
                <a:lnTo>
                  <a:pt x="994" y="95366"/>
                </a:lnTo>
                <a:lnTo>
                  <a:pt x="994" y="94612"/>
                </a:lnTo>
                <a:lnTo>
                  <a:pt x="994" y="93887"/>
                </a:lnTo>
                <a:lnTo>
                  <a:pt x="994" y="93162"/>
                </a:lnTo>
                <a:lnTo>
                  <a:pt x="994" y="92495"/>
                </a:lnTo>
                <a:lnTo>
                  <a:pt x="1090" y="91770"/>
                </a:lnTo>
                <a:lnTo>
                  <a:pt x="1090" y="91017"/>
                </a:lnTo>
                <a:lnTo>
                  <a:pt x="1090" y="90292"/>
                </a:lnTo>
                <a:lnTo>
                  <a:pt x="1090" y="89625"/>
                </a:lnTo>
                <a:lnTo>
                  <a:pt x="1154" y="88900"/>
                </a:lnTo>
                <a:lnTo>
                  <a:pt x="1154" y="88175"/>
                </a:lnTo>
                <a:lnTo>
                  <a:pt x="1154" y="87450"/>
                </a:lnTo>
                <a:lnTo>
                  <a:pt x="1154" y="86783"/>
                </a:lnTo>
                <a:lnTo>
                  <a:pt x="1154" y="86029"/>
                </a:lnTo>
                <a:lnTo>
                  <a:pt x="1219" y="85304"/>
                </a:lnTo>
                <a:lnTo>
                  <a:pt x="1219" y="84638"/>
                </a:lnTo>
                <a:lnTo>
                  <a:pt x="1219" y="83913"/>
                </a:lnTo>
                <a:lnTo>
                  <a:pt x="1219" y="83188"/>
                </a:lnTo>
                <a:lnTo>
                  <a:pt x="1315" y="82463"/>
                </a:lnTo>
                <a:lnTo>
                  <a:pt x="1315" y="81796"/>
                </a:lnTo>
                <a:lnTo>
                  <a:pt x="1315" y="81042"/>
                </a:lnTo>
                <a:lnTo>
                  <a:pt x="1315" y="80317"/>
                </a:lnTo>
                <a:lnTo>
                  <a:pt x="1315" y="79650"/>
                </a:lnTo>
                <a:lnTo>
                  <a:pt x="1379" y="78925"/>
                </a:lnTo>
                <a:lnTo>
                  <a:pt x="1379" y="78201"/>
                </a:lnTo>
                <a:lnTo>
                  <a:pt x="1379" y="77534"/>
                </a:lnTo>
                <a:lnTo>
                  <a:pt x="1379" y="76809"/>
                </a:lnTo>
                <a:lnTo>
                  <a:pt x="1443" y="76055"/>
                </a:lnTo>
                <a:lnTo>
                  <a:pt x="1443" y="75417"/>
                </a:lnTo>
                <a:lnTo>
                  <a:pt x="1443" y="74663"/>
                </a:lnTo>
                <a:lnTo>
                  <a:pt x="1443" y="73938"/>
                </a:lnTo>
                <a:lnTo>
                  <a:pt x="1443" y="73271"/>
                </a:lnTo>
                <a:lnTo>
                  <a:pt x="1507" y="72546"/>
                </a:lnTo>
                <a:lnTo>
                  <a:pt x="1507" y="71879"/>
                </a:lnTo>
                <a:lnTo>
                  <a:pt x="1507" y="71155"/>
                </a:lnTo>
                <a:lnTo>
                  <a:pt x="1507" y="70430"/>
                </a:lnTo>
                <a:lnTo>
                  <a:pt x="1604" y="69763"/>
                </a:lnTo>
                <a:lnTo>
                  <a:pt x="1604" y="69009"/>
                </a:lnTo>
                <a:lnTo>
                  <a:pt x="1604" y="68342"/>
                </a:lnTo>
                <a:lnTo>
                  <a:pt x="1604" y="67617"/>
                </a:lnTo>
                <a:lnTo>
                  <a:pt x="1604" y="66892"/>
                </a:lnTo>
                <a:lnTo>
                  <a:pt x="1668" y="66225"/>
                </a:lnTo>
                <a:lnTo>
                  <a:pt x="1668" y="65500"/>
                </a:lnTo>
                <a:lnTo>
                  <a:pt x="1668" y="64834"/>
                </a:lnTo>
                <a:lnTo>
                  <a:pt x="1668" y="64109"/>
                </a:lnTo>
                <a:lnTo>
                  <a:pt x="1668" y="63442"/>
                </a:lnTo>
                <a:lnTo>
                  <a:pt x="1732" y="62688"/>
                </a:lnTo>
                <a:lnTo>
                  <a:pt x="1732" y="61963"/>
                </a:lnTo>
                <a:lnTo>
                  <a:pt x="1732" y="61296"/>
                </a:lnTo>
                <a:lnTo>
                  <a:pt x="1732" y="60571"/>
                </a:lnTo>
                <a:lnTo>
                  <a:pt x="1828" y="59904"/>
                </a:lnTo>
                <a:lnTo>
                  <a:pt x="1828" y="59179"/>
                </a:lnTo>
                <a:lnTo>
                  <a:pt x="1828" y="58513"/>
                </a:lnTo>
                <a:lnTo>
                  <a:pt x="1828" y="57788"/>
                </a:lnTo>
                <a:lnTo>
                  <a:pt x="1828" y="57121"/>
                </a:lnTo>
                <a:lnTo>
                  <a:pt x="1892" y="56396"/>
                </a:lnTo>
                <a:lnTo>
                  <a:pt x="1892" y="55729"/>
                </a:lnTo>
                <a:lnTo>
                  <a:pt x="1892" y="54975"/>
                </a:lnTo>
                <a:lnTo>
                  <a:pt x="1892" y="54337"/>
                </a:lnTo>
                <a:lnTo>
                  <a:pt x="1956" y="53583"/>
                </a:lnTo>
                <a:lnTo>
                  <a:pt x="1956" y="52916"/>
                </a:lnTo>
                <a:lnTo>
                  <a:pt x="1956" y="52249"/>
                </a:lnTo>
                <a:lnTo>
                  <a:pt x="1956" y="51525"/>
                </a:lnTo>
                <a:lnTo>
                  <a:pt x="1956" y="50858"/>
                </a:lnTo>
                <a:lnTo>
                  <a:pt x="2021" y="50133"/>
                </a:lnTo>
                <a:lnTo>
                  <a:pt x="2021" y="49466"/>
                </a:lnTo>
                <a:lnTo>
                  <a:pt x="2021" y="48741"/>
                </a:lnTo>
                <a:lnTo>
                  <a:pt x="2021" y="48074"/>
                </a:lnTo>
                <a:lnTo>
                  <a:pt x="2117" y="47349"/>
                </a:lnTo>
                <a:lnTo>
                  <a:pt x="2117" y="46682"/>
                </a:lnTo>
                <a:lnTo>
                  <a:pt x="2117" y="46015"/>
                </a:lnTo>
                <a:lnTo>
                  <a:pt x="2117" y="45291"/>
                </a:lnTo>
                <a:lnTo>
                  <a:pt x="2117" y="44624"/>
                </a:lnTo>
                <a:lnTo>
                  <a:pt x="2181" y="43870"/>
                </a:lnTo>
                <a:lnTo>
                  <a:pt x="2181" y="43232"/>
                </a:lnTo>
                <a:lnTo>
                  <a:pt x="2181" y="42565"/>
                </a:lnTo>
                <a:lnTo>
                  <a:pt x="2181" y="41811"/>
                </a:lnTo>
                <a:lnTo>
                  <a:pt x="2245" y="41144"/>
                </a:lnTo>
                <a:lnTo>
                  <a:pt x="2245" y="40506"/>
                </a:lnTo>
                <a:lnTo>
                  <a:pt x="2245" y="39752"/>
                </a:lnTo>
                <a:lnTo>
                  <a:pt x="2245" y="39086"/>
                </a:lnTo>
                <a:lnTo>
                  <a:pt x="2245" y="38419"/>
                </a:lnTo>
                <a:lnTo>
                  <a:pt x="2309" y="37694"/>
                </a:lnTo>
                <a:lnTo>
                  <a:pt x="2309" y="37027"/>
                </a:lnTo>
                <a:lnTo>
                  <a:pt x="2309" y="36360"/>
                </a:lnTo>
                <a:lnTo>
                  <a:pt x="2309" y="35635"/>
                </a:lnTo>
                <a:lnTo>
                  <a:pt x="2406" y="34968"/>
                </a:lnTo>
                <a:lnTo>
                  <a:pt x="2406" y="34301"/>
                </a:lnTo>
                <a:lnTo>
                  <a:pt x="2406" y="33634"/>
                </a:lnTo>
                <a:lnTo>
                  <a:pt x="2406" y="32909"/>
                </a:lnTo>
                <a:lnTo>
                  <a:pt x="2406" y="32243"/>
                </a:lnTo>
                <a:lnTo>
                  <a:pt x="2470" y="31576"/>
                </a:lnTo>
                <a:lnTo>
                  <a:pt x="2470" y="30851"/>
                </a:lnTo>
                <a:lnTo>
                  <a:pt x="2470" y="30184"/>
                </a:lnTo>
                <a:lnTo>
                  <a:pt x="2470" y="29517"/>
                </a:lnTo>
                <a:lnTo>
                  <a:pt x="2470" y="28850"/>
                </a:lnTo>
                <a:lnTo>
                  <a:pt x="2534" y="28125"/>
                </a:lnTo>
                <a:lnTo>
                  <a:pt x="2534" y="27458"/>
                </a:lnTo>
                <a:lnTo>
                  <a:pt x="2534" y="26791"/>
                </a:lnTo>
                <a:lnTo>
                  <a:pt x="2534" y="26124"/>
                </a:lnTo>
                <a:lnTo>
                  <a:pt x="2630" y="25458"/>
                </a:lnTo>
                <a:lnTo>
                  <a:pt x="2630" y="24733"/>
                </a:lnTo>
                <a:lnTo>
                  <a:pt x="2630" y="24066"/>
                </a:lnTo>
                <a:lnTo>
                  <a:pt x="2630" y="23399"/>
                </a:lnTo>
                <a:lnTo>
                  <a:pt x="2630" y="22732"/>
                </a:lnTo>
                <a:lnTo>
                  <a:pt x="2694" y="22065"/>
                </a:lnTo>
                <a:lnTo>
                  <a:pt x="2694" y="21398"/>
                </a:lnTo>
                <a:lnTo>
                  <a:pt x="2694" y="20673"/>
                </a:lnTo>
                <a:lnTo>
                  <a:pt x="2694" y="20006"/>
                </a:lnTo>
                <a:lnTo>
                  <a:pt x="2758" y="19340"/>
                </a:lnTo>
                <a:lnTo>
                  <a:pt x="2758" y="18673"/>
                </a:lnTo>
                <a:lnTo>
                  <a:pt x="2758" y="18006"/>
                </a:lnTo>
                <a:lnTo>
                  <a:pt x="2758" y="17339"/>
                </a:lnTo>
                <a:lnTo>
                  <a:pt x="2758" y="16701"/>
                </a:lnTo>
                <a:lnTo>
                  <a:pt x="2823" y="16034"/>
                </a:lnTo>
                <a:lnTo>
                  <a:pt x="2823" y="15280"/>
                </a:lnTo>
                <a:lnTo>
                  <a:pt x="2823" y="14613"/>
                </a:lnTo>
                <a:lnTo>
                  <a:pt x="2823" y="13946"/>
                </a:lnTo>
                <a:lnTo>
                  <a:pt x="2919" y="13308"/>
                </a:lnTo>
                <a:lnTo>
                  <a:pt x="2919" y="12642"/>
                </a:lnTo>
                <a:lnTo>
                  <a:pt x="2919" y="11975"/>
                </a:lnTo>
                <a:lnTo>
                  <a:pt x="2919" y="11308"/>
                </a:lnTo>
                <a:lnTo>
                  <a:pt x="2919" y="10641"/>
                </a:lnTo>
                <a:lnTo>
                  <a:pt x="2983" y="9974"/>
                </a:lnTo>
                <a:lnTo>
                  <a:pt x="2983" y="9307"/>
                </a:lnTo>
                <a:lnTo>
                  <a:pt x="2983" y="8640"/>
                </a:lnTo>
                <a:lnTo>
                  <a:pt x="2983" y="7973"/>
                </a:lnTo>
                <a:lnTo>
                  <a:pt x="3047" y="7306"/>
                </a:lnTo>
                <a:lnTo>
                  <a:pt x="3047" y="6639"/>
                </a:lnTo>
                <a:lnTo>
                  <a:pt x="3047" y="5973"/>
                </a:lnTo>
                <a:lnTo>
                  <a:pt x="3047" y="5306"/>
                </a:lnTo>
                <a:lnTo>
                  <a:pt x="3047" y="4639"/>
                </a:lnTo>
                <a:lnTo>
                  <a:pt x="3111" y="3972"/>
                </a:lnTo>
                <a:lnTo>
                  <a:pt x="3111" y="3334"/>
                </a:lnTo>
                <a:lnTo>
                  <a:pt x="3111" y="2667"/>
                </a:lnTo>
                <a:lnTo>
                  <a:pt x="3111" y="2000"/>
                </a:lnTo>
                <a:lnTo>
                  <a:pt x="3208" y="1333"/>
                </a:lnTo>
                <a:lnTo>
                  <a:pt x="3208" y="666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140918" y="3102504"/>
            <a:ext cx="3208" cy="118707"/>
          </a:xfrm>
          <a:custGeom>
            <a:avLst/>
            <a:gdLst/>
            <a:ahLst/>
            <a:cxnLst/>
            <a:rect l="l" t="t" r="r" b="b"/>
            <a:pathLst>
              <a:path w="3208" h="118707">
                <a:moveTo>
                  <a:pt x="0" y="118707"/>
                </a:moveTo>
                <a:lnTo>
                  <a:pt x="0" y="118098"/>
                </a:lnTo>
                <a:lnTo>
                  <a:pt x="0" y="117431"/>
                </a:lnTo>
                <a:lnTo>
                  <a:pt x="64" y="116765"/>
                </a:lnTo>
                <a:lnTo>
                  <a:pt x="64" y="116098"/>
                </a:lnTo>
                <a:lnTo>
                  <a:pt x="64" y="115460"/>
                </a:lnTo>
                <a:lnTo>
                  <a:pt x="64" y="114793"/>
                </a:lnTo>
                <a:lnTo>
                  <a:pt x="64" y="114126"/>
                </a:lnTo>
                <a:lnTo>
                  <a:pt x="128" y="113459"/>
                </a:lnTo>
                <a:lnTo>
                  <a:pt x="128" y="112850"/>
                </a:lnTo>
                <a:lnTo>
                  <a:pt x="128" y="112183"/>
                </a:lnTo>
                <a:lnTo>
                  <a:pt x="128" y="111516"/>
                </a:lnTo>
                <a:lnTo>
                  <a:pt x="224" y="110849"/>
                </a:lnTo>
                <a:lnTo>
                  <a:pt x="224" y="110183"/>
                </a:lnTo>
                <a:lnTo>
                  <a:pt x="224" y="109516"/>
                </a:lnTo>
                <a:lnTo>
                  <a:pt x="224" y="108936"/>
                </a:lnTo>
                <a:lnTo>
                  <a:pt x="224" y="108269"/>
                </a:lnTo>
                <a:lnTo>
                  <a:pt x="288" y="107602"/>
                </a:lnTo>
                <a:lnTo>
                  <a:pt x="288" y="106935"/>
                </a:lnTo>
                <a:lnTo>
                  <a:pt x="288" y="106326"/>
                </a:lnTo>
                <a:lnTo>
                  <a:pt x="288" y="105659"/>
                </a:lnTo>
                <a:lnTo>
                  <a:pt x="352" y="104992"/>
                </a:lnTo>
                <a:lnTo>
                  <a:pt x="352" y="104354"/>
                </a:lnTo>
                <a:lnTo>
                  <a:pt x="352" y="103746"/>
                </a:lnTo>
                <a:lnTo>
                  <a:pt x="352" y="103079"/>
                </a:lnTo>
                <a:lnTo>
                  <a:pt x="352" y="102412"/>
                </a:lnTo>
                <a:lnTo>
                  <a:pt x="417" y="101745"/>
                </a:lnTo>
                <a:lnTo>
                  <a:pt x="417" y="101136"/>
                </a:lnTo>
                <a:lnTo>
                  <a:pt x="417" y="100498"/>
                </a:lnTo>
                <a:lnTo>
                  <a:pt x="417" y="99831"/>
                </a:lnTo>
                <a:lnTo>
                  <a:pt x="513" y="99222"/>
                </a:lnTo>
                <a:lnTo>
                  <a:pt x="513" y="98555"/>
                </a:lnTo>
                <a:lnTo>
                  <a:pt x="513" y="97888"/>
                </a:lnTo>
                <a:lnTo>
                  <a:pt x="513" y="97280"/>
                </a:lnTo>
                <a:lnTo>
                  <a:pt x="513" y="96613"/>
                </a:lnTo>
                <a:lnTo>
                  <a:pt x="577" y="96033"/>
                </a:lnTo>
                <a:lnTo>
                  <a:pt x="577" y="95366"/>
                </a:lnTo>
                <a:lnTo>
                  <a:pt x="577" y="94699"/>
                </a:lnTo>
                <a:lnTo>
                  <a:pt x="577" y="94090"/>
                </a:lnTo>
                <a:lnTo>
                  <a:pt x="641" y="93423"/>
                </a:lnTo>
                <a:lnTo>
                  <a:pt x="641" y="92843"/>
                </a:lnTo>
                <a:lnTo>
                  <a:pt x="641" y="92176"/>
                </a:lnTo>
                <a:lnTo>
                  <a:pt x="641" y="91509"/>
                </a:lnTo>
                <a:lnTo>
                  <a:pt x="641" y="90901"/>
                </a:lnTo>
                <a:lnTo>
                  <a:pt x="737" y="90234"/>
                </a:lnTo>
                <a:lnTo>
                  <a:pt x="737" y="89654"/>
                </a:lnTo>
                <a:lnTo>
                  <a:pt x="737" y="88987"/>
                </a:lnTo>
                <a:lnTo>
                  <a:pt x="737" y="88378"/>
                </a:lnTo>
                <a:lnTo>
                  <a:pt x="802" y="87711"/>
                </a:lnTo>
                <a:lnTo>
                  <a:pt x="802" y="87131"/>
                </a:lnTo>
                <a:lnTo>
                  <a:pt x="802" y="86464"/>
                </a:lnTo>
                <a:lnTo>
                  <a:pt x="802" y="85855"/>
                </a:lnTo>
                <a:lnTo>
                  <a:pt x="802" y="85188"/>
                </a:lnTo>
                <a:lnTo>
                  <a:pt x="866" y="84580"/>
                </a:lnTo>
                <a:lnTo>
                  <a:pt x="866" y="83913"/>
                </a:lnTo>
                <a:lnTo>
                  <a:pt x="866" y="83333"/>
                </a:lnTo>
                <a:lnTo>
                  <a:pt x="866" y="82666"/>
                </a:lnTo>
                <a:lnTo>
                  <a:pt x="866" y="82057"/>
                </a:lnTo>
                <a:lnTo>
                  <a:pt x="930" y="81477"/>
                </a:lnTo>
                <a:lnTo>
                  <a:pt x="930" y="80810"/>
                </a:lnTo>
                <a:lnTo>
                  <a:pt x="930" y="80201"/>
                </a:lnTo>
                <a:lnTo>
                  <a:pt x="930" y="79534"/>
                </a:lnTo>
                <a:lnTo>
                  <a:pt x="1026" y="78925"/>
                </a:lnTo>
                <a:lnTo>
                  <a:pt x="1026" y="78345"/>
                </a:lnTo>
                <a:lnTo>
                  <a:pt x="1026" y="77679"/>
                </a:lnTo>
                <a:lnTo>
                  <a:pt x="1026" y="77070"/>
                </a:lnTo>
                <a:lnTo>
                  <a:pt x="1026" y="76490"/>
                </a:lnTo>
                <a:lnTo>
                  <a:pt x="1090" y="75823"/>
                </a:lnTo>
                <a:lnTo>
                  <a:pt x="1090" y="75214"/>
                </a:lnTo>
                <a:lnTo>
                  <a:pt x="1090" y="74605"/>
                </a:lnTo>
                <a:lnTo>
                  <a:pt x="1090" y="73938"/>
                </a:lnTo>
                <a:lnTo>
                  <a:pt x="1154" y="73358"/>
                </a:lnTo>
                <a:lnTo>
                  <a:pt x="1154" y="72749"/>
                </a:lnTo>
                <a:lnTo>
                  <a:pt x="1154" y="72082"/>
                </a:lnTo>
                <a:lnTo>
                  <a:pt x="1154" y="71503"/>
                </a:lnTo>
                <a:lnTo>
                  <a:pt x="1154" y="70894"/>
                </a:lnTo>
                <a:lnTo>
                  <a:pt x="1219" y="70285"/>
                </a:lnTo>
                <a:lnTo>
                  <a:pt x="1219" y="69618"/>
                </a:lnTo>
                <a:lnTo>
                  <a:pt x="1219" y="69038"/>
                </a:lnTo>
                <a:lnTo>
                  <a:pt x="1219" y="68429"/>
                </a:lnTo>
                <a:lnTo>
                  <a:pt x="1315" y="67820"/>
                </a:lnTo>
                <a:lnTo>
                  <a:pt x="1315" y="67240"/>
                </a:lnTo>
                <a:lnTo>
                  <a:pt x="1315" y="66573"/>
                </a:lnTo>
                <a:lnTo>
                  <a:pt x="1315" y="65964"/>
                </a:lnTo>
                <a:lnTo>
                  <a:pt x="1315" y="65384"/>
                </a:lnTo>
                <a:lnTo>
                  <a:pt x="1379" y="64776"/>
                </a:lnTo>
                <a:lnTo>
                  <a:pt x="1379" y="64167"/>
                </a:lnTo>
                <a:lnTo>
                  <a:pt x="1379" y="63587"/>
                </a:lnTo>
                <a:lnTo>
                  <a:pt x="1379" y="62978"/>
                </a:lnTo>
                <a:lnTo>
                  <a:pt x="1443" y="62311"/>
                </a:lnTo>
                <a:lnTo>
                  <a:pt x="1443" y="61702"/>
                </a:lnTo>
                <a:lnTo>
                  <a:pt x="1443" y="61122"/>
                </a:lnTo>
                <a:lnTo>
                  <a:pt x="1443" y="60513"/>
                </a:lnTo>
                <a:lnTo>
                  <a:pt x="1443" y="59933"/>
                </a:lnTo>
                <a:lnTo>
                  <a:pt x="1539" y="59324"/>
                </a:lnTo>
                <a:lnTo>
                  <a:pt x="1539" y="58715"/>
                </a:lnTo>
                <a:lnTo>
                  <a:pt x="1539" y="58136"/>
                </a:lnTo>
                <a:lnTo>
                  <a:pt x="1539" y="57527"/>
                </a:lnTo>
                <a:lnTo>
                  <a:pt x="1604" y="56918"/>
                </a:lnTo>
                <a:lnTo>
                  <a:pt x="1604" y="56338"/>
                </a:lnTo>
                <a:lnTo>
                  <a:pt x="1604" y="55729"/>
                </a:lnTo>
                <a:lnTo>
                  <a:pt x="1604" y="55120"/>
                </a:lnTo>
                <a:lnTo>
                  <a:pt x="1604" y="54540"/>
                </a:lnTo>
                <a:lnTo>
                  <a:pt x="1668" y="53931"/>
                </a:lnTo>
                <a:lnTo>
                  <a:pt x="1668" y="53351"/>
                </a:lnTo>
                <a:lnTo>
                  <a:pt x="1668" y="52742"/>
                </a:lnTo>
                <a:lnTo>
                  <a:pt x="1668" y="52134"/>
                </a:lnTo>
                <a:lnTo>
                  <a:pt x="1668" y="51554"/>
                </a:lnTo>
                <a:lnTo>
                  <a:pt x="1732" y="50945"/>
                </a:lnTo>
                <a:lnTo>
                  <a:pt x="1732" y="50336"/>
                </a:lnTo>
                <a:lnTo>
                  <a:pt x="1732" y="49756"/>
                </a:lnTo>
                <a:lnTo>
                  <a:pt x="1732" y="49147"/>
                </a:lnTo>
                <a:lnTo>
                  <a:pt x="1828" y="48538"/>
                </a:lnTo>
                <a:lnTo>
                  <a:pt x="1828" y="48016"/>
                </a:lnTo>
                <a:lnTo>
                  <a:pt x="1828" y="47407"/>
                </a:lnTo>
                <a:lnTo>
                  <a:pt x="1828" y="46827"/>
                </a:lnTo>
                <a:lnTo>
                  <a:pt x="1828" y="46218"/>
                </a:lnTo>
                <a:lnTo>
                  <a:pt x="1892" y="45638"/>
                </a:lnTo>
                <a:lnTo>
                  <a:pt x="1892" y="45030"/>
                </a:lnTo>
                <a:lnTo>
                  <a:pt x="1892" y="44508"/>
                </a:lnTo>
                <a:lnTo>
                  <a:pt x="1892" y="43899"/>
                </a:lnTo>
                <a:lnTo>
                  <a:pt x="1956" y="43290"/>
                </a:lnTo>
                <a:lnTo>
                  <a:pt x="1956" y="42710"/>
                </a:lnTo>
                <a:lnTo>
                  <a:pt x="1956" y="42101"/>
                </a:lnTo>
                <a:lnTo>
                  <a:pt x="1956" y="41579"/>
                </a:lnTo>
                <a:lnTo>
                  <a:pt x="1956" y="40970"/>
                </a:lnTo>
                <a:lnTo>
                  <a:pt x="2053" y="40361"/>
                </a:lnTo>
                <a:lnTo>
                  <a:pt x="2053" y="39781"/>
                </a:lnTo>
                <a:lnTo>
                  <a:pt x="2053" y="39230"/>
                </a:lnTo>
                <a:lnTo>
                  <a:pt x="2053" y="38651"/>
                </a:lnTo>
                <a:lnTo>
                  <a:pt x="2117" y="38042"/>
                </a:lnTo>
                <a:lnTo>
                  <a:pt x="2117" y="37520"/>
                </a:lnTo>
                <a:lnTo>
                  <a:pt x="2117" y="36911"/>
                </a:lnTo>
                <a:lnTo>
                  <a:pt x="2117" y="36302"/>
                </a:lnTo>
                <a:lnTo>
                  <a:pt x="2117" y="35780"/>
                </a:lnTo>
                <a:lnTo>
                  <a:pt x="2181" y="35171"/>
                </a:lnTo>
                <a:lnTo>
                  <a:pt x="2181" y="34591"/>
                </a:lnTo>
                <a:lnTo>
                  <a:pt x="2181" y="34040"/>
                </a:lnTo>
                <a:lnTo>
                  <a:pt x="2181" y="33460"/>
                </a:lnTo>
                <a:lnTo>
                  <a:pt x="2245" y="32909"/>
                </a:lnTo>
                <a:lnTo>
                  <a:pt x="2245" y="32330"/>
                </a:lnTo>
                <a:lnTo>
                  <a:pt x="2245" y="31721"/>
                </a:lnTo>
                <a:lnTo>
                  <a:pt x="2245" y="31199"/>
                </a:lnTo>
                <a:lnTo>
                  <a:pt x="2245" y="30590"/>
                </a:lnTo>
                <a:lnTo>
                  <a:pt x="2341" y="30068"/>
                </a:lnTo>
                <a:lnTo>
                  <a:pt x="2341" y="29459"/>
                </a:lnTo>
                <a:lnTo>
                  <a:pt x="2341" y="28937"/>
                </a:lnTo>
                <a:lnTo>
                  <a:pt x="2341" y="28328"/>
                </a:lnTo>
                <a:lnTo>
                  <a:pt x="2406" y="27806"/>
                </a:lnTo>
                <a:lnTo>
                  <a:pt x="2406" y="27197"/>
                </a:lnTo>
                <a:lnTo>
                  <a:pt x="2406" y="26675"/>
                </a:lnTo>
                <a:lnTo>
                  <a:pt x="2406" y="26067"/>
                </a:lnTo>
                <a:lnTo>
                  <a:pt x="2406" y="25545"/>
                </a:lnTo>
                <a:lnTo>
                  <a:pt x="2470" y="24936"/>
                </a:lnTo>
                <a:lnTo>
                  <a:pt x="2470" y="24414"/>
                </a:lnTo>
                <a:lnTo>
                  <a:pt x="2470" y="23892"/>
                </a:lnTo>
                <a:lnTo>
                  <a:pt x="2470" y="23283"/>
                </a:lnTo>
                <a:lnTo>
                  <a:pt x="2470" y="22761"/>
                </a:lnTo>
                <a:lnTo>
                  <a:pt x="2534" y="22152"/>
                </a:lnTo>
                <a:lnTo>
                  <a:pt x="2534" y="21630"/>
                </a:lnTo>
                <a:lnTo>
                  <a:pt x="2534" y="21079"/>
                </a:lnTo>
                <a:lnTo>
                  <a:pt x="2534" y="20499"/>
                </a:lnTo>
                <a:lnTo>
                  <a:pt x="2630" y="19948"/>
                </a:lnTo>
                <a:lnTo>
                  <a:pt x="2630" y="19427"/>
                </a:lnTo>
                <a:lnTo>
                  <a:pt x="2630" y="18818"/>
                </a:lnTo>
                <a:lnTo>
                  <a:pt x="2630" y="18296"/>
                </a:lnTo>
                <a:lnTo>
                  <a:pt x="2630" y="17774"/>
                </a:lnTo>
                <a:lnTo>
                  <a:pt x="2694" y="17165"/>
                </a:lnTo>
                <a:lnTo>
                  <a:pt x="2694" y="16643"/>
                </a:lnTo>
                <a:lnTo>
                  <a:pt x="2694" y="16092"/>
                </a:lnTo>
                <a:lnTo>
                  <a:pt x="2694" y="15570"/>
                </a:lnTo>
                <a:lnTo>
                  <a:pt x="2758" y="14961"/>
                </a:lnTo>
                <a:lnTo>
                  <a:pt x="2758" y="14439"/>
                </a:lnTo>
                <a:lnTo>
                  <a:pt x="2758" y="13917"/>
                </a:lnTo>
                <a:lnTo>
                  <a:pt x="2758" y="13366"/>
                </a:lnTo>
                <a:lnTo>
                  <a:pt x="2758" y="12845"/>
                </a:lnTo>
                <a:lnTo>
                  <a:pt x="2855" y="12236"/>
                </a:lnTo>
                <a:lnTo>
                  <a:pt x="2855" y="11714"/>
                </a:lnTo>
                <a:lnTo>
                  <a:pt x="2855" y="11192"/>
                </a:lnTo>
                <a:lnTo>
                  <a:pt x="2855" y="10641"/>
                </a:lnTo>
                <a:lnTo>
                  <a:pt x="2919" y="10119"/>
                </a:lnTo>
                <a:lnTo>
                  <a:pt x="2919" y="9597"/>
                </a:lnTo>
                <a:lnTo>
                  <a:pt x="2919" y="9046"/>
                </a:lnTo>
                <a:lnTo>
                  <a:pt x="2919" y="8524"/>
                </a:lnTo>
                <a:lnTo>
                  <a:pt x="2919" y="7973"/>
                </a:lnTo>
                <a:lnTo>
                  <a:pt x="2983" y="7393"/>
                </a:lnTo>
                <a:lnTo>
                  <a:pt x="2983" y="6842"/>
                </a:lnTo>
                <a:lnTo>
                  <a:pt x="2983" y="6321"/>
                </a:lnTo>
                <a:lnTo>
                  <a:pt x="2983" y="5799"/>
                </a:lnTo>
                <a:lnTo>
                  <a:pt x="3047" y="5248"/>
                </a:lnTo>
                <a:lnTo>
                  <a:pt x="3047" y="4726"/>
                </a:lnTo>
                <a:lnTo>
                  <a:pt x="3047" y="4204"/>
                </a:lnTo>
                <a:lnTo>
                  <a:pt x="3047" y="3653"/>
                </a:lnTo>
                <a:lnTo>
                  <a:pt x="3047" y="3131"/>
                </a:lnTo>
                <a:lnTo>
                  <a:pt x="3143" y="2609"/>
                </a:lnTo>
                <a:lnTo>
                  <a:pt x="3143" y="2058"/>
                </a:lnTo>
                <a:lnTo>
                  <a:pt x="3143" y="1594"/>
                </a:lnTo>
                <a:lnTo>
                  <a:pt x="3143" y="1072"/>
                </a:lnTo>
                <a:lnTo>
                  <a:pt x="3208" y="55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144126" y="3015662"/>
            <a:ext cx="3208" cy="86841"/>
          </a:xfrm>
          <a:custGeom>
            <a:avLst/>
            <a:gdLst/>
            <a:ahLst/>
            <a:cxnLst/>
            <a:rect l="l" t="t" r="r" b="b"/>
            <a:pathLst>
              <a:path w="3208" h="86841">
                <a:moveTo>
                  <a:pt x="0" y="86841"/>
                </a:moveTo>
                <a:lnTo>
                  <a:pt x="0" y="86319"/>
                </a:lnTo>
                <a:lnTo>
                  <a:pt x="0" y="85797"/>
                </a:lnTo>
                <a:lnTo>
                  <a:pt x="0" y="85246"/>
                </a:lnTo>
                <a:lnTo>
                  <a:pt x="64" y="84725"/>
                </a:lnTo>
                <a:lnTo>
                  <a:pt x="64" y="84203"/>
                </a:lnTo>
                <a:lnTo>
                  <a:pt x="64" y="83710"/>
                </a:lnTo>
                <a:lnTo>
                  <a:pt x="64" y="83188"/>
                </a:lnTo>
                <a:lnTo>
                  <a:pt x="64" y="82666"/>
                </a:lnTo>
                <a:lnTo>
                  <a:pt x="128" y="82115"/>
                </a:lnTo>
                <a:lnTo>
                  <a:pt x="128" y="81593"/>
                </a:lnTo>
                <a:lnTo>
                  <a:pt x="128" y="81129"/>
                </a:lnTo>
                <a:lnTo>
                  <a:pt x="128" y="80607"/>
                </a:lnTo>
                <a:lnTo>
                  <a:pt x="224" y="80056"/>
                </a:lnTo>
                <a:lnTo>
                  <a:pt x="224" y="79534"/>
                </a:lnTo>
                <a:lnTo>
                  <a:pt x="224" y="79070"/>
                </a:lnTo>
                <a:lnTo>
                  <a:pt x="224" y="78548"/>
                </a:lnTo>
                <a:lnTo>
                  <a:pt x="224" y="77998"/>
                </a:lnTo>
                <a:lnTo>
                  <a:pt x="288" y="77534"/>
                </a:lnTo>
                <a:lnTo>
                  <a:pt x="288" y="77012"/>
                </a:lnTo>
                <a:lnTo>
                  <a:pt x="288" y="76490"/>
                </a:lnTo>
                <a:lnTo>
                  <a:pt x="288" y="75997"/>
                </a:lnTo>
                <a:lnTo>
                  <a:pt x="352" y="75475"/>
                </a:lnTo>
                <a:lnTo>
                  <a:pt x="352" y="75011"/>
                </a:lnTo>
                <a:lnTo>
                  <a:pt x="352" y="74489"/>
                </a:lnTo>
                <a:lnTo>
                  <a:pt x="352" y="73938"/>
                </a:lnTo>
                <a:lnTo>
                  <a:pt x="352" y="73474"/>
                </a:lnTo>
                <a:lnTo>
                  <a:pt x="449" y="72952"/>
                </a:lnTo>
                <a:lnTo>
                  <a:pt x="449" y="72488"/>
                </a:lnTo>
                <a:lnTo>
                  <a:pt x="449" y="71966"/>
                </a:lnTo>
                <a:lnTo>
                  <a:pt x="449" y="71503"/>
                </a:lnTo>
                <a:lnTo>
                  <a:pt x="513" y="70952"/>
                </a:lnTo>
                <a:lnTo>
                  <a:pt x="513" y="70488"/>
                </a:lnTo>
                <a:lnTo>
                  <a:pt x="513" y="69966"/>
                </a:lnTo>
                <a:lnTo>
                  <a:pt x="513" y="69502"/>
                </a:lnTo>
                <a:lnTo>
                  <a:pt x="513" y="68951"/>
                </a:lnTo>
                <a:lnTo>
                  <a:pt x="577" y="68487"/>
                </a:lnTo>
                <a:lnTo>
                  <a:pt x="577" y="67965"/>
                </a:lnTo>
                <a:lnTo>
                  <a:pt x="577" y="67501"/>
                </a:lnTo>
                <a:lnTo>
                  <a:pt x="577" y="66979"/>
                </a:lnTo>
                <a:lnTo>
                  <a:pt x="641" y="66515"/>
                </a:lnTo>
                <a:lnTo>
                  <a:pt x="641" y="66022"/>
                </a:lnTo>
                <a:lnTo>
                  <a:pt x="641" y="65500"/>
                </a:lnTo>
                <a:lnTo>
                  <a:pt x="641" y="65037"/>
                </a:lnTo>
                <a:lnTo>
                  <a:pt x="641" y="64573"/>
                </a:lnTo>
                <a:lnTo>
                  <a:pt x="737" y="64051"/>
                </a:lnTo>
                <a:lnTo>
                  <a:pt x="737" y="63587"/>
                </a:lnTo>
                <a:lnTo>
                  <a:pt x="737" y="63123"/>
                </a:lnTo>
                <a:lnTo>
                  <a:pt x="737" y="62572"/>
                </a:lnTo>
                <a:lnTo>
                  <a:pt x="802" y="62108"/>
                </a:lnTo>
                <a:lnTo>
                  <a:pt x="802" y="61644"/>
                </a:lnTo>
                <a:lnTo>
                  <a:pt x="802" y="61180"/>
                </a:lnTo>
                <a:lnTo>
                  <a:pt x="802" y="60658"/>
                </a:lnTo>
                <a:lnTo>
                  <a:pt x="802" y="60194"/>
                </a:lnTo>
                <a:lnTo>
                  <a:pt x="866" y="59730"/>
                </a:lnTo>
                <a:lnTo>
                  <a:pt x="866" y="59266"/>
                </a:lnTo>
                <a:lnTo>
                  <a:pt x="866" y="58773"/>
                </a:lnTo>
                <a:lnTo>
                  <a:pt x="866" y="58252"/>
                </a:lnTo>
                <a:lnTo>
                  <a:pt x="866" y="57788"/>
                </a:lnTo>
                <a:lnTo>
                  <a:pt x="962" y="57324"/>
                </a:lnTo>
                <a:lnTo>
                  <a:pt x="962" y="56860"/>
                </a:lnTo>
                <a:lnTo>
                  <a:pt x="962" y="56396"/>
                </a:lnTo>
                <a:lnTo>
                  <a:pt x="962" y="55932"/>
                </a:lnTo>
                <a:lnTo>
                  <a:pt x="1026" y="55468"/>
                </a:lnTo>
                <a:lnTo>
                  <a:pt x="1026" y="54917"/>
                </a:lnTo>
                <a:lnTo>
                  <a:pt x="1026" y="54453"/>
                </a:lnTo>
                <a:lnTo>
                  <a:pt x="1026" y="53989"/>
                </a:lnTo>
                <a:lnTo>
                  <a:pt x="1026" y="53525"/>
                </a:lnTo>
                <a:lnTo>
                  <a:pt x="1090" y="53061"/>
                </a:lnTo>
                <a:lnTo>
                  <a:pt x="1090" y="52597"/>
                </a:lnTo>
                <a:lnTo>
                  <a:pt x="1090" y="52134"/>
                </a:lnTo>
                <a:lnTo>
                  <a:pt x="1090" y="51670"/>
                </a:lnTo>
                <a:lnTo>
                  <a:pt x="1154" y="51206"/>
                </a:lnTo>
                <a:lnTo>
                  <a:pt x="1154" y="50742"/>
                </a:lnTo>
                <a:lnTo>
                  <a:pt x="1154" y="50278"/>
                </a:lnTo>
                <a:lnTo>
                  <a:pt x="1154" y="49872"/>
                </a:lnTo>
                <a:lnTo>
                  <a:pt x="1154" y="49408"/>
                </a:lnTo>
                <a:lnTo>
                  <a:pt x="1251" y="48944"/>
                </a:lnTo>
                <a:lnTo>
                  <a:pt x="1251" y="48480"/>
                </a:lnTo>
                <a:lnTo>
                  <a:pt x="1251" y="48016"/>
                </a:lnTo>
                <a:lnTo>
                  <a:pt x="1251" y="47552"/>
                </a:lnTo>
                <a:lnTo>
                  <a:pt x="1315" y="47088"/>
                </a:lnTo>
                <a:lnTo>
                  <a:pt x="1315" y="46624"/>
                </a:lnTo>
                <a:lnTo>
                  <a:pt x="1315" y="46218"/>
                </a:lnTo>
                <a:lnTo>
                  <a:pt x="1315" y="45754"/>
                </a:lnTo>
                <a:lnTo>
                  <a:pt x="1315" y="45291"/>
                </a:lnTo>
                <a:lnTo>
                  <a:pt x="1379" y="44827"/>
                </a:lnTo>
                <a:lnTo>
                  <a:pt x="1379" y="44363"/>
                </a:lnTo>
                <a:lnTo>
                  <a:pt x="1379" y="43957"/>
                </a:lnTo>
                <a:lnTo>
                  <a:pt x="1379" y="43493"/>
                </a:lnTo>
                <a:lnTo>
                  <a:pt x="1443" y="43029"/>
                </a:lnTo>
                <a:lnTo>
                  <a:pt x="1443" y="42565"/>
                </a:lnTo>
                <a:lnTo>
                  <a:pt x="1443" y="42159"/>
                </a:lnTo>
                <a:lnTo>
                  <a:pt x="1443" y="41695"/>
                </a:lnTo>
                <a:lnTo>
                  <a:pt x="1443" y="41231"/>
                </a:lnTo>
                <a:lnTo>
                  <a:pt x="1539" y="40825"/>
                </a:lnTo>
                <a:lnTo>
                  <a:pt x="1539" y="40361"/>
                </a:lnTo>
                <a:lnTo>
                  <a:pt x="1539" y="39897"/>
                </a:lnTo>
                <a:lnTo>
                  <a:pt x="1539" y="39491"/>
                </a:lnTo>
                <a:lnTo>
                  <a:pt x="1604" y="39028"/>
                </a:lnTo>
                <a:lnTo>
                  <a:pt x="1604" y="38651"/>
                </a:lnTo>
                <a:lnTo>
                  <a:pt x="1604" y="38187"/>
                </a:lnTo>
                <a:lnTo>
                  <a:pt x="1604" y="37781"/>
                </a:lnTo>
                <a:lnTo>
                  <a:pt x="1604" y="37317"/>
                </a:lnTo>
                <a:lnTo>
                  <a:pt x="1668" y="36853"/>
                </a:lnTo>
                <a:lnTo>
                  <a:pt x="1668" y="36447"/>
                </a:lnTo>
                <a:lnTo>
                  <a:pt x="1668" y="35983"/>
                </a:lnTo>
                <a:lnTo>
                  <a:pt x="1668" y="35577"/>
                </a:lnTo>
                <a:lnTo>
                  <a:pt x="1668" y="35113"/>
                </a:lnTo>
                <a:lnTo>
                  <a:pt x="1764" y="34707"/>
                </a:lnTo>
                <a:lnTo>
                  <a:pt x="1764" y="34330"/>
                </a:lnTo>
                <a:lnTo>
                  <a:pt x="1764" y="33837"/>
                </a:lnTo>
                <a:lnTo>
                  <a:pt x="1764" y="33460"/>
                </a:lnTo>
                <a:lnTo>
                  <a:pt x="1828" y="32996"/>
                </a:lnTo>
                <a:lnTo>
                  <a:pt x="1828" y="32591"/>
                </a:lnTo>
                <a:lnTo>
                  <a:pt x="1828" y="32185"/>
                </a:lnTo>
                <a:lnTo>
                  <a:pt x="1828" y="31721"/>
                </a:lnTo>
                <a:lnTo>
                  <a:pt x="1828" y="31315"/>
                </a:lnTo>
                <a:lnTo>
                  <a:pt x="1892" y="30851"/>
                </a:lnTo>
                <a:lnTo>
                  <a:pt x="1892" y="30474"/>
                </a:lnTo>
                <a:lnTo>
                  <a:pt x="1892" y="30068"/>
                </a:lnTo>
                <a:lnTo>
                  <a:pt x="1892" y="29662"/>
                </a:lnTo>
                <a:lnTo>
                  <a:pt x="1956" y="29198"/>
                </a:lnTo>
                <a:lnTo>
                  <a:pt x="1956" y="28792"/>
                </a:lnTo>
                <a:lnTo>
                  <a:pt x="1956" y="28386"/>
                </a:lnTo>
                <a:lnTo>
                  <a:pt x="1956" y="28009"/>
                </a:lnTo>
                <a:lnTo>
                  <a:pt x="1956" y="27545"/>
                </a:lnTo>
                <a:lnTo>
                  <a:pt x="2053" y="27139"/>
                </a:lnTo>
                <a:lnTo>
                  <a:pt x="2053" y="26733"/>
                </a:lnTo>
                <a:lnTo>
                  <a:pt x="2053" y="26327"/>
                </a:lnTo>
                <a:lnTo>
                  <a:pt x="2053" y="25951"/>
                </a:lnTo>
                <a:lnTo>
                  <a:pt x="2117" y="25487"/>
                </a:lnTo>
                <a:lnTo>
                  <a:pt x="2117" y="25081"/>
                </a:lnTo>
                <a:lnTo>
                  <a:pt x="2117" y="24675"/>
                </a:lnTo>
                <a:lnTo>
                  <a:pt x="2117" y="24269"/>
                </a:lnTo>
                <a:lnTo>
                  <a:pt x="2117" y="23863"/>
                </a:lnTo>
                <a:lnTo>
                  <a:pt x="2181" y="23486"/>
                </a:lnTo>
                <a:lnTo>
                  <a:pt x="2181" y="23080"/>
                </a:lnTo>
                <a:lnTo>
                  <a:pt x="2181" y="22674"/>
                </a:lnTo>
                <a:lnTo>
                  <a:pt x="2181" y="22268"/>
                </a:lnTo>
                <a:lnTo>
                  <a:pt x="2277" y="21891"/>
                </a:lnTo>
                <a:lnTo>
                  <a:pt x="2277" y="21485"/>
                </a:lnTo>
                <a:lnTo>
                  <a:pt x="2277" y="21079"/>
                </a:lnTo>
                <a:lnTo>
                  <a:pt x="2277" y="20673"/>
                </a:lnTo>
                <a:lnTo>
                  <a:pt x="2277" y="20296"/>
                </a:lnTo>
                <a:lnTo>
                  <a:pt x="2341" y="19890"/>
                </a:lnTo>
                <a:lnTo>
                  <a:pt x="2341" y="19485"/>
                </a:lnTo>
                <a:lnTo>
                  <a:pt x="2341" y="19079"/>
                </a:lnTo>
                <a:lnTo>
                  <a:pt x="2341" y="18702"/>
                </a:lnTo>
                <a:lnTo>
                  <a:pt x="2406" y="18296"/>
                </a:lnTo>
                <a:lnTo>
                  <a:pt x="2406" y="17890"/>
                </a:lnTo>
                <a:lnTo>
                  <a:pt x="2406" y="17571"/>
                </a:lnTo>
                <a:lnTo>
                  <a:pt x="2406" y="17165"/>
                </a:lnTo>
                <a:lnTo>
                  <a:pt x="2406" y="16759"/>
                </a:lnTo>
                <a:lnTo>
                  <a:pt x="2470" y="16353"/>
                </a:lnTo>
                <a:lnTo>
                  <a:pt x="2470" y="15976"/>
                </a:lnTo>
                <a:lnTo>
                  <a:pt x="2470" y="15570"/>
                </a:lnTo>
                <a:lnTo>
                  <a:pt x="2470" y="15222"/>
                </a:lnTo>
                <a:lnTo>
                  <a:pt x="2470" y="14845"/>
                </a:lnTo>
                <a:lnTo>
                  <a:pt x="2566" y="14439"/>
                </a:lnTo>
                <a:lnTo>
                  <a:pt x="2566" y="14091"/>
                </a:lnTo>
                <a:lnTo>
                  <a:pt x="2566" y="13714"/>
                </a:lnTo>
                <a:lnTo>
                  <a:pt x="2566" y="13308"/>
                </a:lnTo>
                <a:lnTo>
                  <a:pt x="2630" y="12903"/>
                </a:lnTo>
                <a:lnTo>
                  <a:pt x="2630" y="12584"/>
                </a:lnTo>
                <a:lnTo>
                  <a:pt x="2630" y="12178"/>
                </a:lnTo>
                <a:lnTo>
                  <a:pt x="2630" y="11772"/>
                </a:lnTo>
                <a:lnTo>
                  <a:pt x="2630" y="11453"/>
                </a:lnTo>
                <a:lnTo>
                  <a:pt x="2694" y="11047"/>
                </a:lnTo>
                <a:lnTo>
                  <a:pt x="2694" y="10699"/>
                </a:lnTo>
                <a:lnTo>
                  <a:pt x="2694" y="10322"/>
                </a:lnTo>
                <a:lnTo>
                  <a:pt x="2694" y="9974"/>
                </a:lnTo>
                <a:lnTo>
                  <a:pt x="2758" y="9568"/>
                </a:lnTo>
                <a:lnTo>
                  <a:pt x="2758" y="9191"/>
                </a:lnTo>
                <a:lnTo>
                  <a:pt x="2758" y="8843"/>
                </a:lnTo>
                <a:lnTo>
                  <a:pt x="2758" y="8437"/>
                </a:lnTo>
                <a:lnTo>
                  <a:pt x="2758" y="8118"/>
                </a:lnTo>
                <a:lnTo>
                  <a:pt x="2855" y="7799"/>
                </a:lnTo>
                <a:lnTo>
                  <a:pt x="2855" y="7393"/>
                </a:lnTo>
                <a:lnTo>
                  <a:pt x="2855" y="7045"/>
                </a:lnTo>
                <a:lnTo>
                  <a:pt x="2855" y="6668"/>
                </a:lnTo>
                <a:lnTo>
                  <a:pt x="2919" y="6321"/>
                </a:lnTo>
                <a:lnTo>
                  <a:pt x="2919" y="5915"/>
                </a:lnTo>
                <a:lnTo>
                  <a:pt x="2919" y="5596"/>
                </a:lnTo>
                <a:lnTo>
                  <a:pt x="2919" y="5248"/>
                </a:lnTo>
                <a:lnTo>
                  <a:pt x="2919" y="4871"/>
                </a:lnTo>
                <a:lnTo>
                  <a:pt x="2983" y="4523"/>
                </a:lnTo>
                <a:lnTo>
                  <a:pt x="2983" y="4204"/>
                </a:lnTo>
                <a:lnTo>
                  <a:pt x="2983" y="3798"/>
                </a:lnTo>
                <a:lnTo>
                  <a:pt x="2983" y="3450"/>
                </a:lnTo>
                <a:lnTo>
                  <a:pt x="3079" y="3131"/>
                </a:lnTo>
                <a:lnTo>
                  <a:pt x="3079" y="2812"/>
                </a:lnTo>
                <a:lnTo>
                  <a:pt x="3079" y="2406"/>
                </a:lnTo>
                <a:lnTo>
                  <a:pt x="3079" y="2058"/>
                </a:lnTo>
                <a:lnTo>
                  <a:pt x="3079" y="1739"/>
                </a:lnTo>
                <a:lnTo>
                  <a:pt x="3143" y="1391"/>
                </a:lnTo>
                <a:lnTo>
                  <a:pt x="3143" y="1072"/>
                </a:lnTo>
                <a:lnTo>
                  <a:pt x="3143" y="666"/>
                </a:lnTo>
                <a:lnTo>
                  <a:pt x="3143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147334" y="2969124"/>
            <a:ext cx="3143" cy="46537"/>
          </a:xfrm>
          <a:custGeom>
            <a:avLst/>
            <a:gdLst/>
            <a:ahLst/>
            <a:cxnLst/>
            <a:rect l="l" t="t" r="r" b="b"/>
            <a:pathLst>
              <a:path w="3143" h="46537">
                <a:moveTo>
                  <a:pt x="0" y="46537"/>
                </a:moveTo>
                <a:lnTo>
                  <a:pt x="0" y="46218"/>
                </a:lnTo>
                <a:lnTo>
                  <a:pt x="0" y="45870"/>
                </a:lnTo>
                <a:lnTo>
                  <a:pt x="0" y="45552"/>
                </a:lnTo>
                <a:lnTo>
                  <a:pt x="0" y="45204"/>
                </a:lnTo>
                <a:lnTo>
                  <a:pt x="64" y="44885"/>
                </a:lnTo>
                <a:lnTo>
                  <a:pt x="64" y="44537"/>
                </a:lnTo>
                <a:lnTo>
                  <a:pt x="64" y="44218"/>
                </a:lnTo>
                <a:lnTo>
                  <a:pt x="64" y="43870"/>
                </a:lnTo>
                <a:lnTo>
                  <a:pt x="64" y="43551"/>
                </a:lnTo>
                <a:lnTo>
                  <a:pt x="160" y="43232"/>
                </a:lnTo>
                <a:lnTo>
                  <a:pt x="160" y="42884"/>
                </a:lnTo>
                <a:lnTo>
                  <a:pt x="160" y="42565"/>
                </a:lnTo>
                <a:lnTo>
                  <a:pt x="160" y="42217"/>
                </a:lnTo>
                <a:lnTo>
                  <a:pt x="224" y="41898"/>
                </a:lnTo>
                <a:lnTo>
                  <a:pt x="224" y="41550"/>
                </a:lnTo>
                <a:lnTo>
                  <a:pt x="224" y="41231"/>
                </a:lnTo>
                <a:lnTo>
                  <a:pt x="224" y="40883"/>
                </a:lnTo>
                <a:lnTo>
                  <a:pt x="224" y="40564"/>
                </a:lnTo>
                <a:lnTo>
                  <a:pt x="288" y="40303"/>
                </a:lnTo>
                <a:lnTo>
                  <a:pt x="288" y="39955"/>
                </a:lnTo>
                <a:lnTo>
                  <a:pt x="288" y="39636"/>
                </a:lnTo>
                <a:lnTo>
                  <a:pt x="288" y="39288"/>
                </a:lnTo>
                <a:lnTo>
                  <a:pt x="352" y="38970"/>
                </a:lnTo>
                <a:lnTo>
                  <a:pt x="352" y="38709"/>
                </a:lnTo>
                <a:lnTo>
                  <a:pt x="352" y="38361"/>
                </a:lnTo>
                <a:lnTo>
                  <a:pt x="352" y="38042"/>
                </a:lnTo>
                <a:lnTo>
                  <a:pt x="352" y="37694"/>
                </a:lnTo>
                <a:lnTo>
                  <a:pt x="449" y="37433"/>
                </a:lnTo>
                <a:lnTo>
                  <a:pt x="449" y="37114"/>
                </a:lnTo>
                <a:lnTo>
                  <a:pt x="449" y="36766"/>
                </a:lnTo>
                <a:lnTo>
                  <a:pt x="449" y="36505"/>
                </a:lnTo>
                <a:lnTo>
                  <a:pt x="513" y="36157"/>
                </a:lnTo>
                <a:lnTo>
                  <a:pt x="513" y="35838"/>
                </a:lnTo>
                <a:lnTo>
                  <a:pt x="513" y="35577"/>
                </a:lnTo>
                <a:lnTo>
                  <a:pt x="513" y="35229"/>
                </a:lnTo>
                <a:lnTo>
                  <a:pt x="513" y="34968"/>
                </a:lnTo>
                <a:lnTo>
                  <a:pt x="577" y="34649"/>
                </a:lnTo>
                <a:lnTo>
                  <a:pt x="577" y="34388"/>
                </a:lnTo>
                <a:lnTo>
                  <a:pt x="577" y="34040"/>
                </a:lnTo>
                <a:lnTo>
                  <a:pt x="577" y="33779"/>
                </a:lnTo>
                <a:lnTo>
                  <a:pt x="673" y="33431"/>
                </a:lnTo>
                <a:lnTo>
                  <a:pt x="673" y="33170"/>
                </a:lnTo>
                <a:lnTo>
                  <a:pt x="673" y="32851"/>
                </a:lnTo>
                <a:lnTo>
                  <a:pt x="673" y="32591"/>
                </a:lnTo>
                <a:lnTo>
                  <a:pt x="673" y="32243"/>
                </a:lnTo>
                <a:lnTo>
                  <a:pt x="737" y="31982"/>
                </a:lnTo>
                <a:lnTo>
                  <a:pt x="737" y="31721"/>
                </a:lnTo>
                <a:lnTo>
                  <a:pt x="737" y="31373"/>
                </a:lnTo>
                <a:lnTo>
                  <a:pt x="737" y="31112"/>
                </a:lnTo>
                <a:lnTo>
                  <a:pt x="802" y="30793"/>
                </a:lnTo>
                <a:lnTo>
                  <a:pt x="802" y="30503"/>
                </a:lnTo>
                <a:lnTo>
                  <a:pt x="802" y="30242"/>
                </a:lnTo>
                <a:lnTo>
                  <a:pt x="802" y="29923"/>
                </a:lnTo>
                <a:lnTo>
                  <a:pt x="802" y="29662"/>
                </a:lnTo>
                <a:lnTo>
                  <a:pt x="866" y="29401"/>
                </a:lnTo>
                <a:lnTo>
                  <a:pt x="866" y="29111"/>
                </a:lnTo>
                <a:lnTo>
                  <a:pt x="866" y="28792"/>
                </a:lnTo>
                <a:lnTo>
                  <a:pt x="866" y="28531"/>
                </a:lnTo>
                <a:lnTo>
                  <a:pt x="866" y="28270"/>
                </a:lnTo>
                <a:lnTo>
                  <a:pt x="962" y="27980"/>
                </a:lnTo>
                <a:lnTo>
                  <a:pt x="962" y="27719"/>
                </a:lnTo>
                <a:lnTo>
                  <a:pt x="962" y="27458"/>
                </a:lnTo>
                <a:lnTo>
                  <a:pt x="962" y="27139"/>
                </a:lnTo>
                <a:lnTo>
                  <a:pt x="1026" y="26849"/>
                </a:lnTo>
                <a:lnTo>
                  <a:pt x="1026" y="26588"/>
                </a:lnTo>
                <a:lnTo>
                  <a:pt x="1026" y="26327"/>
                </a:lnTo>
                <a:lnTo>
                  <a:pt x="1026" y="26067"/>
                </a:lnTo>
                <a:lnTo>
                  <a:pt x="1026" y="25806"/>
                </a:lnTo>
                <a:lnTo>
                  <a:pt x="1090" y="25516"/>
                </a:lnTo>
                <a:lnTo>
                  <a:pt x="1090" y="25255"/>
                </a:lnTo>
                <a:lnTo>
                  <a:pt x="1090" y="24994"/>
                </a:lnTo>
                <a:lnTo>
                  <a:pt x="1090" y="24733"/>
                </a:lnTo>
                <a:lnTo>
                  <a:pt x="1186" y="24472"/>
                </a:lnTo>
                <a:lnTo>
                  <a:pt x="1186" y="24211"/>
                </a:lnTo>
                <a:lnTo>
                  <a:pt x="1186" y="23921"/>
                </a:lnTo>
                <a:lnTo>
                  <a:pt x="1186" y="23660"/>
                </a:lnTo>
                <a:lnTo>
                  <a:pt x="1186" y="23399"/>
                </a:lnTo>
                <a:lnTo>
                  <a:pt x="1251" y="23138"/>
                </a:lnTo>
                <a:lnTo>
                  <a:pt x="1251" y="22877"/>
                </a:lnTo>
                <a:lnTo>
                  <a:pt x="1251" y="22674"/>
                </a:lnTo>
                <a:lnTo>
                  <a:pt x="1251" y="22413"/>
                </a:lnTo>
                <a:lnTo>
                  <a:pt x="1315" y="22152"/>
                </a:lnTo>
                <a:lnTo>
                  <a:pt x="1315" y="21862"/>
                </a:lnTo>
                <a:lnTo>
                  <a:pt x="1315" y="21601"/>
                </a:lnTo>
                <a:lnTo>
                  <a:pt x="1315" y="21398"/>
                </a:lnTo>
                <a:lnTo>
                  <a:pt x="1315" y="21137"/>
                </a:lnTo>
                <a:lnTo>
                  <a:pt x="1379" y="20876"/>
                </a:lnTo>
                <a:lnTo>
                  <a:pt x="1379" y="20615"/>
                </a:lnTo>
                <a:lnTo>
                  <a:pt x="1379" y="20412"/>
                </a:lnTo>
                <a:lnTo>
                  <a:pt x="1379" y="20151"/>
                </a:lnTo>
                <a:lnTo>
                  <a:pt x="1475" y="19890"/>
                </a:lnTo>
                <a:lnTo>
                  <a:pt x="1475" y="19687"/>
                </a:lnTo>
                <a:lnTo>
                  <a:pt x="1475" y="19427"/>
                </a:lnTo>
                <a:lnTo>
                  <a:pt x="1475" y="19137"/>
                </a:lnTo>
                <a:lnTo>
                  <a:pt x="1475" y="18934"/>
                </a:lnTo>
                <a:lnTo>
                  <a:pt x="1539" y="18673"/>
                </a:lnTo>
                <a:lnTo>
                  <a:pt x="1539" y="18412"/>
                </a:lnTo>
                <a:lnTo>
                  <a:pt x="1539" y="18209"/>
                </a:lnTo>
                <a:lnTo>
                  <a:pt x="1539" y="17948"/>
                </a:lnTo>
                <a:lnTo>
                  <a:pt x="1604" y="17745"/>
                </a:lnTo>
                <a:lnTo>
                  <a:pt x="1604" y="17484"/>
                </a:lnTo>
                <a:lnTo>
                  <a:pt x="1604" y="17281"/>
                </a:lnTo>
                <a:lnTo>
                  <a:pt x="1604" y="17020"/>
                </a:lnTo>
                <a:lnTo>
                  <a:pt x="1604" y="16817"/>
                </a:lnTo>
                <a:lnTo>
                  <a:pt x="1668" y="16556"/>
                </a:lnTo>
                <a:lnTo>
                  <a:pt x="1668" y="16353"/>
                </a:lnTo>
                <a:lnTo>
                  <a:pt x="1668" y="16150"/>
                </a:lnTo>
                <a:lnTo>
                  <a:pt x="1668" y="15889"/>
                </a:lnTo>
                <a:lnTo>
                  <a:pt x="1668" y="15686"/>
                </a:lnTo>
                <a:lnTo>
                  <a:pt x="1764" y="15425"/>
                </a:lnTo>
                <a:lnTo>
                  <a:pt x="1764" y="15222"/>
                </a:lnTo>
                <a:lnTo>
                  <a:pt x="1764" y="15019"/>
                </a:lnTo>
                <a:lnTo>
                  <a:pt x="1764" y="14758"/>
                </a:lnTo>
                <a:lnTo>
                  <a:pt x="1828" y="14555"/>
                </a:lnTo>
                <a:lnTo>
                  <a:pt x="1828" y="14352"/>
                </a:lnTo>
                <a:lnTo>
                  <a:pt x="1828" y="14149"/>
                </a:lnTo>
                <a:lnTo>
                  <a:pt x="1828" y="13888"/>
                </a:lnTo>
                <a:lnTo>
                  <a:pt x="1828" y="13685"/>
                </a:lnTo>
                <a:lnTo>
                  <a:pt x="1892" y="13482"/>
                </a:lnTo>
                <a:lnTo>
                  <a:pt x="1892" y="13308"/>
                </a:lnTo>
                <a:lnTo>
                  <a:pt x="1892" y="13019"/>
                </a:lnTo>
                <a:lnTo>
                  <a:pt x="1892" y="12816"/>
                </a:lnTo>
                <a:lnTo>
                  <a:pt x="1988" y="12642"/>
                </a:lnTo>
                <a:lnTo>
                  <a:pt x="1988" y="12439"/>
                </a:lnTo>
                <a:lnTo>
                  <a:pt x="1988" y="12236"/>
                </a:lnTo>
                <a:lnTo>
                  <a:pt x="1988" y="12033"/>
                </a:lnTo>
                <a:lnTo>
                  <a:pt x="1988" y="11830"/>
                </a:lnTo>
                <a:lnTo>
                  <a:pt x="2053" y="11627"/>
                </a:lnTo>
                <a:lnTo>
                  <a:pt x="2053" y="11424"/>
                </a:lnTo>
                <a:lnTo>
                  <a:pt x="2053" y="11221"/>
                </a:lnTo>
                <a:lnTo>
                  <a:pt x="2053" y="11047"/>
                </a:lnTo>
                <a:lnTo>
                  <a:pt x="2117" y="10844"/>
                </a:lnTo>
                <a:lnTo>
                  <a:pt x="2117" y="10641"/>
                </a:lnTo>
                <a:lnTo>
                  <a:pt x="2117" y="10438"/>
                </a:lnTo>
                <a:lnTo>
                  <a:pt x="2117" y="10235"/>
                </a:lnTo>
                <a:lnTo>
                  <a:pt x="2117" y="10032"/>
                </a:lnTo>
                <a:lnTo>
                  <a:pt x="2181" y="9829"/>
                </a:lnTo>
                <a:lnTo>
                  <a:pt x="2181" y="9626"/>
                </a:lnTo>
                <a:lnTo>
                  <a:pt x="2181" y="9452"/>
                </a:lnTo>
                <a:lnTo>
                  <a:pt x="2181" y="9249"/>
                </a:lnTo>
                <a:lnTo>
                  <a:pt x="2277" y="9046"/>
                </a:lnTo>
                <a:lnTo>
                  <a:pt x="2277" y="8843"/>
                </a:lnTo>
                <a:lnTo>
                  <a:pt x="2277" y="8698"/>
                </a:lnTo>
                <a:lnTo>
                  <a:pt x="2277" y="8495"/>
                </a:lnTo>
                <a:lnTo>
                  <a:pt x="2277" y="8321"/>
                </a:lnTo>
                <a:lnTo>
                  <a:pt x="2341" y="8118"/>
                </a:lnTo>
                <a:lnTo>
                  <a:pt x="2341" y="7973"/>
                </a:lnTo>
                <a:lnTo>
                  <a:pt x="2341" y="7770"/>
                </a:lnTo>
                <a:lnTo>
                  <a:pt x="2341" y="7567"/>
                </a:lnTo>
                <a:lnTo>
                  <a:pt x="2406" y="7364"/>
                </a:lnTo>
                <a:lnTo>
                  <a:pt x="2406" y="7045"/>
                </a:lnTo>
                <a:lnTo>
                  <a:pt x="2406" y="6842"/>
                </a:lnTo>
                <a:lnTo>
                  <a:pt x="2406" y="6697"/>
                </a:lnTo>
                <a:lnTo>
                  <a:pt x="2470" y="6523"/>
                </a:lnTo>
                <a:lnTo>
                  <a:pt x="2470" y="6379"/>
                </a:lnTo>
                <a:lnTo>
                  <a:pt x="2470" y="6176"/>
                </a:lnTo>
                <a:lnTo>
                  <a:pt x="2470" y="5857"/>
                </a:lnTo>
                <a:lnTo>
                  <a:pt x="2566" y="5654"/>
                </a:lnTo>
                <a:lnTo>
                  <a:pt x="2566" y="5509"/>
                </a:lnTo>
                <a:lnTo>
                  <a:pt x="2566" y="5306"/>
                </a:lnTo>
                <a:lnTo>
                  <a:pt x="2630" y="5045"/>
                </a:lnTo>
                <a:lnTo>
                  <a:pt x="2630" y="4842"/>
                </a:lnTo>
                <a:lnTo>
                  <a:pt x="2630" y="4523"/>
                </a:lnTo>
                <a:lnTo>
                  <a:pt x="2630" y="4378"/>
                </a:lnTo>
                <a:lnTo>
                  <a:pt x="2694" y="4175"/>
                </a:lnTo>
                <a:lnTo>
                  <a:pt x="2694" y="3914"/>
                </a:lnTo>
                <a:lnTo>
                  <a:pt x="2694" y="3711"/>
                </a:lnTo>
                <a:lnTo>
                  <a:pt x="2790" y="3450"/>
                </a:lnTo>
                <a:lnTo>
                  <a:pt x="2790" y="3131"/>
                </a:lnTo>
                <a:lnTo>
                  <a:pt x="2790" y="2986"/>
                </a:lnTo>
                <a:lnTo>
                  <a:pt x="2855" y="2841"/>
                </a:lnTo>
                <a:lnTo>
                  <a:pt x="2855" y="2580"/>
                </a:lnTo>
                <a:lnTo>
                  <a:pt x="2855" y="2377"/>
                </a:lnTo>
                <a:lnTo>
                  <a:pt x="2919" y="2116"/>
                </a:lnTo>
                <a:lnTo>
                  <a:pt x="2919" y="1855"/>
                </a:lnTo>
                <a:lnTo>
                  <a:pt x="2919" y="1710"/>
                </a:lnTo>
                <a:lnTo>
                  <a:pt x="2983" y="1449"/>
                </a:lnTo>
                <a:lnTo>
                  <a:pt x="2983" y="1188"/>
                </a:lnTo>
                <a:lnTo>
                  <a:pt x="3079" y="927"/>
                </a:lnTo>
                <a:lnTo>
                  <a:pt x="3079" y="782"/>
                </a:lnTo>
                <a:lnTo>
                  <a:pt x="3079" y="521"/>
                </a:lnTo>
                <a:lnTo>
                  <a:pt x="3143" y="260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150478" y="2962600"/>
            <a:ext cx="3208" cy="6523"/>
          </a:xfrm>
          <a:custGeom>
            <a:avLst/>
            <a:gdLst/>
            <a:ahLst/>
            <a:cxnLst/>
            <a:rect l="l" t="t" r="r" b="b"/>
            <a:pathLst>
              <a:path w="3208" h="6523">
                <a:moveTo>
                  <a:pt x="0" y="6523"/>
                </a:moveTo>
                <a:lnTo>
                  <a:pt x="64" y="6379"/>
                </a:lnTo>
                <a:lnTo>
                  <a:pt x="64" y="6176"/>
                </a:lnTo>
                <a:lnTo>
                  <a:pt x="64" y="5915"/>
                </a:lnTo>
                <a:lnTo>
                  <a:pt x="160" y="5712"/>
                </a:lnTo>
                <a:lnTo>
                  <a:pt x="160" y="5451"/>
                </a:lnTo>
                <a:lnTo>
                  <a:pt x="224" y="5248"/>
                </a:lnTo>
                <a:lnTo>
                  <a:pt x="224" y="5045"/>
                </a:lnTo>
                <a:lnTo>
                  <a:pt x="288" y="4871"/>
                </a:lnTo>
                <a:lnTo>
                  <a:pt x="288" y="4726"/>
                </a:lnTo>
                <a:lnTo>
                  <a:pt x="288" y="4581"/>
                </a:lnTo>
                <a:lnTo>
                  <a:pt x="288" y="4378"/>
                </a:lnTo>
                <a:lnTo>
                  <a:pt x="352" y="4204"/>
                </a:lnTo>
                <a:lnTo>
                  <a:pt x="352" y="4001"/>
                </a:lnTo>
                <a:lnTo>
                  <a:pt x="449" y="3856"/>
                </a:lnTo>
                <a:lnTo>
                  <a:pt x="449" y="3653"/>
                </a:lnTo>
                <a:lnTo>
                  <a:pt x="513" y="3450"/>
                </a:lnTo>
                <a:lnTo>
                  <a:pt x="513" y="3247"/>
                </a:lnTo>
                <a:lnTo>
                  <a:pt x="577" y="3073"/>
                </a:lnTo>
                <a:lnTo>
                  <a:pt x="577" y="2928"/>
                </a:lnTo>
                <a:lnTo>
                  <a:pt x="577" y="2783"/>
                </a:lnTo>
                <a:lnTo>
                  <a:pt x="641" y="2609"/>
                </a:lnTo>
                <a:lnTo>
                  <a:pt x="641" y="2464"/>
                </a:lnTo>
                <a:lnTo>
                  <a:pt x="737" y="2319"/>
                </a:lnTo>
                <a:lnTo>
                  <a:pt x="737" y="2116"/>
                </a:lnTo>
                <a:lnTo>
                  <a:pt x="802" y="1942"/>
                </a:lnTo>
                <a:lnTo>
                  <a:pt x="866" y="1797"/>
                </a:lnTo>
                <a:lnTo>
                  <a:pt x="866" y="1652"/>
                </a:lnTo>
                <a:lnTo>
                  <a:pt x="962" y="1478"/>
                </a:lnTo>
                <a:lnTo>
                  <a:pt x="962" y="1333"/>
                </a:lnTo>
                <a:lnTo>
                  <a:pt x="1026" y="1188"/>
                </a:lnTo>
                <a:lnTo>
                  <a:pt x="1090" y="1014"/>
                </a:lnTo>
                <a:lnTo>
                  <a:pt x="1090" y="869"/>
                </a:lnTo>
                <a:lnTo>
                  <a:pt x="1154" y="724"/>
                </a:lnTo>
                <a:lnTo>
                  <a:pt x="1251" y="521"/>
                </a:lnTo>
                <a:lnTo>
                  <a:pt x="1315" y="347"/>
                </a:lnTo>
                <a:lnTo>
                  <a:pt x="1379" y="202"/>
                </a:lnTo>
                <a:lnTo>
                  <a:pt x="1539" y="144"/>
                </a:lnTo>
                <a:lnTo>
                  <a:pt x="1539" y="57"/>
                </a:lnTo>
                <a:lnTo>
                  <a:pt x="1668" y="57"/>
                </a:lnTo>
                <a:lnTo>
                  <a:pt x="1668" y="0"/>
                </a:lnTo>
                <a:lnTo>
                  <a:pt x="1764" y="0"/>
                </a:lnTo>
                <a:lnTo>
                  <a:pt x="1892" y="57"/>
                </a:lnTo>
                <a:lnTo>
                  <a:pt x="1956" y="144"/>
                </a:lnTo>
                <a:lnTo>
                  <a:pt x="2053" y="347"/>
                </a:lnTo>
                <a:lnTo>
                  <a:pt x="2181" y="463"/>
                </a:lnTo>
                <a:lnTo>
                  <a:pt x="2181" y="608"/>
                </a:lnTo>
                <a:lnTo>
                  <a:pt x="2181" y="608"/>
                </a:lnTo>
                <a:lnTo>
                  <a:pt x="2341" y="811"/>
                </a:lnTo>
                <a:lnTo>
                  <a:pt x="2341" y="1014"/>
                </a:lnTo>
                <a:lnTo>
                  <a:pt x="2406" y="1188"/>
                </a:lnTo>
                <a:lnTo>
                  <a:pt x="2470" y="1333"/>
                </a:lnTo>
                <a:lnTo>
                  <a:pt x="2470" y="1478"/>
                </a:lnTo>
                <a:lnTo>
                  <a:pt x="2566" y="1652"/>
                </a:lnTo>
                <a:lnTo>
                  <a:pt x="2566" y="1797"/>
                </a:lnTo>
                <a:lnTo>
                  <a:pt x="2630" y="1942"/>
                </a:lnTo>
                <a:lnTo>
                  <a:pt x="2694" y="2116"/>
                </a:lnTo>
                <a:lnTo>
                  <a:pt x="2694" y="2261"/>
                </a:lnTo>
                <a:lnTo>
                  <a:pt x="2694" y="2406"/>
                </a:lnTo>
                <a:lnTo>
                  <a:pt x="2758" y="2609"/>
                </a:lnTo>
                <a:lnTo>
                  <a:pt x="2855" y="2783"/>
                </a:lnTo>
                <a:lnTo>
                  <a:pt x="2855" y="2928"/>
                </a:lnTo>
                <a:lnTo>
                  <a:pt x="2855" y="3131"/>
                </a:lnTo>
                <a:lnTo>
                  <a:pt x="2919" y="3392"/>
                </a:lnTo>
                <a:lnTo>
                  <a:pt x="2983" y="3537"/>
                </a:lnTo>
                <a:lnTo>
                  <a:pt x="2983" y="3740"/>
                </a:lnTo>
                <a:lnTo>
                  <a:pt x="2983" y="3914"/>
                </a:lnTo>
                <a:lnTo>
                  <a:pt x="3079" y="4117"/>
                </a:lnTo>
                <a:lnTo>
                  <a:pt x="3079" y="4320"/>
                </a:lnTo>
                <a:lnTo>
                  <a:pt x="3143" y="4523"/>
                </a:lnTo>
                <a:lnTo>
                  <a:pt x="3143" y="4726"/>
                </a:lnTo>
                <a:lnTo>
                  <a:pt x="3208" y="4929"/>
                </a:lnTo>
                <a:lnTo>
                  <a:pt x="3208" y="5132"/>
                </a:lnTo>
              </a:path>
            </a:pathLst>
          </a:custGeom>
          <a:ln w="4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153686" y="2967732"/>
            <a:ext cx="3208" cy="44537"/>
          </a:xfrm>
          <a:custGeom>
            <a:avLst/>
            <a:gdLst/>
            <a:ahLst/>
            <a:cxnLst/>
            <a:rect l="l" t="t" r="r" b="b"/>
            <a:pathLst>
              <a:path w="3208" h="44537">
                <a:moveTo>
                  <a:pt x="0" y="0"/>
                </a:moveTo>
                <a:lnTo>
                  <a:pt x="64" y="260"/>
                </a:lnTo>
                <a:lnTo>
                  <a:pt x="64" y="463"/>
                </a:lnTo>
                <a:lnTo>
                  <a:pt x="64" y="724"/>
                </a:lnTo>
                <a:lnTo>
                  <a:pt x="160" y="927"/>
                </a:lnTo>
                <a:lnTo>
                  <a:pt x="160" y="1188"/>
                </a:lnTo>
                <a:lnTo>
                  <a:pt x="160" y="1333"/>
                </a:lnTo>
                <a:lnTo>
                  <a:pt x="224" y="1507"/>
                </a:lnTo>
                <a:lnTo>
                  <a:pt x="224" y="1652"/>
                </a:lnTo>
                <a:lnTo>
                  <a:pt x="224" y="1797"/>
                </a:lnTo>
                <a:lnTo>
                  <a:pt x="288" y="2058"/>
                </a:lnTo>
                <a:lnTo>
                  <a:pt x="288" y="2319"/>
                </a:lnTo>
                <a:lnTo>
                  <a:pt x="288" y="2464"/>
                </a:lnTo>
                <a:lnTo>
                  <a:pt x="384" y="2725"/>
                </a:lnTo>
                <a:lnTo>
                  <a:pt x="384" y="2986"/>
                </a:lnTo>
                <a:lnTo>
                  <a:pt x="449" y="3247"/>
                </a:lnTo>
                <a:lnTo>
                  <a:pt x="449" y="3392"/>
                </a:lnTo>
                <a:lnTo>
                  <a:pt x="449" y="3653"/>
                </a:lnTo>
                <a:lnTo>
                  <a:pt x="513" y="3856"/>
                </a:lnTo>
                <a:lnTo>
                  <a:pt x="513" y="4117"/>
                </a:lnTo>
                <a:lnTo>
                  <a:pt x="577" y="4378"/>
                </a:lnTo>
                <a:lnTo>
                  <a:pt x="577" y="4581"/>
                </a:lnTo>
                <a:lnTo>
                  <a:pt x="577" y="4726"/>
                </a:lnTo>
                <a:lnTo>
                  <a:pt x="577" y="5045"/>
                </a:lnTo>
                <a:lnTo>
                  <a:pt x="673" y="5190"/>
                </a:lnTo>
                <a:lnTo>
                  <a:pt x="673" y="5509"/>
                </a:lnTo>
                <a:lnTo>
                  <a:pt x="673" y="5654"/>
                </a:lnTo>
                <a:lnTo>
                  <a:pt x="737" y="5973"/>
                </a:lnTo>
                <a:lnTo>
                  <a:pt x="737" y="6118"/>
                </a:lnTo>
                <a:lnTo>
                  <a:pt x="737" y="6321"/>
                </a:lnTo>
                <a:lnTo>
                  <a:pt x="802" y="6639"/>
                </a:lnTo>
                <a:lnTo>
                  <a:pt x="802" y="6784"/>
                </a:lnTo>
                <a:lnTo>
                  <a:pt x="802" y="6958"/>
                </a:lnTo>
                <a:lnTo>
                  <a:pt x="802" y="7103"/>
                </a:lnTo>
                <a:lnTo>
                  <a:pt x="866" y="7306"/>
                </a:lnTo>
                <a:lnTo>
                  <a:pt x="866" y="7451"/>
                </a:lnTo>
                <a:lnTo>
                  <a:pt x="866" y="7625"/>
                </a:lnTo>
                <a:lnTo>
                  <a:pt x="866" y="7770"/>
                </a:lnTo>
                <a:lnTo>
                  <a:pt x="866" y="7973"/>
                </a:lnTo>
                <a:lnTo>
                  <a:pt x="962" y="8176"/>
                </a:lnTo>
                <a:lnTo>
                  <a:pt x="962" y="8495"/>
                </a:lnTo>
                <a:lnTo>
                  <a:pt x="962" y="8698"/>
                </a:lnTo>
                <a:lnTo>
                  <a:pt x="962" y="8843"/>
                </a:lnTo>
                <a:lnTo>
                  <a:pt x="1026" y="9046"/>
                </a:lnTo>
                <a:lnTo>
                  <a:pt x="1026" y="9220"/>
                </a:lnTo>
                <a:lnTo>
                  <a:pt x="1026" y="9423"/>
                </a:lnTo>
                <a:lnTo>
                  <a:pt x="1026" y="9568"/>
                </a:lnTo>
                <a:lnTo>
                  <a:pt x="1090" y="9771"/>
                </a:lnTo>
                <a:lnTo>
                  <a:pt x="1090" y="9974"/>
                </a:lnTo>
                <a:lnTo>
                  <a:pt x="1090" y="10177"/>
                </a:lnTo>
                <a:lnTo>
                  <a:pt x="1090" y="10351"/>
                </a:lnTo>
                <a:lnTo>
                  <a:pt x="1090" y="10554"/>
                </a:lnTo>
                <a:lnTo>
                  <a:pt x="1186" y="10699"/>
                </a:lnTo>
                <a:lnTo>
                  <a:pt x="1186" y="10902"/>
                </a:lnTo>
                <a:lnTo>
                  <a:pt x="1186" y="11105"/>
                </a:lnTo>
                <a:lnTo>
                  <a:pt x="1186" y="11308"/>
                </a:lnTo>
                <a:lnTo>
                  <a:pt x="1251" y="11482"/>
                </a:lnTo>
                <a:lnTo>
                  <a:pt x="1251" y="11685"/>
                </a:lnTo>
                <a:lnTo>
                  <a:pt x="1251" y="11888"/>
                </a:lnTo>
                <a:lnTo>
                  <a:pt x="1251" y="12091"/>
                </a:lnTo>
                <a:lnTo>
                  <a:pt x="1251" y="12294"/>
                </a:lnTo>
                <a:lnTo>
                  <a:pt x="1315" y="12497"/>
                </a:lnTo>
                <a:lnTo>
                  <a:pt x="1315" y="12700"/>
                </a:lnTo>
                <a:lnTo>
                  <a:pt x="1315" y="12903"/>
                </a:lnTo>
                <a:lnTo>
                  <a:pt x="1315" y="13076"/>
                </a:lnTo>
                <a:lnTo>
                  <a:pt x="1379" y="13279"/>
                </a:lnTo>
                <a:lnTo>
                  <a:pt x="1379" y="13482"/>
                </a:lnTo>
                <a:lnTo>
                  <a:pt x="1379" y="13743"/>
                </a:lnTo>
                <a:lnTo>
                  <a:pt x="1379" y="13946"/>
                </a:lnTo>
                <a:lnTo>
                  <a:pt x="1379" y="14149"/>
                </a:lnTo>
                <a:lnTo>
                  <a:pt x="1475" y="14352"/>
                </a:lnTo>
                <a:lnTo>
                  <a:pt x="1475" y="14555"/>
                </a:lnTo>
                <a:lnTo>
                  <a:pt x="1475" y="14816"/>
                </a:lnTo>
                <a:lnTo>
                  <a:pt x="1475" y="15019"/>
                </a:lnTo>
                <a:lnTo>
                  <a:pt x="1539" y="15222"/>
                </a:lnTo>
                <a:lnTo>
                  <a:pt x="1539" y="15425"/>
                </a:lnTo>
                <a:lnTo>
                  <a:pt x="1539" y="15686"/>
                </a:lnTo>
                <a:lnTo>
                  <a:pt x="1539" y="15889"/>
                </a:lnTo>
                <a:lnTo>
                  <a:pt x="1539" y="16092"/>
                </a:lnTo>
                <a:lnTo>
                  <a:pt x="1604" y="16353"/>
                </a:lnTo>
                <a:lnTo>
                  <a:pt x="1604" y="16556"/>
                </a:lnTo>
                <a:lnTo>
                  <a:pt x="1604" y="16759"/>
                </a:lnTo>
                <a:lnTo>
                  <a:pt x="1604" y="17020"/>
                </a:lnTo>
                <a:lnTo>
                  <a:pt x="1700" y="17223"/>
                </a:lnTo>
                <a:lnTo>
                  <a:pt x="1700" y="17484"/>
                </a:lnTo>
                <a:lnTo>
                  <a:pt x="1700" y="17687"/>
                </a:lnTo>
                <a:lnTo>
                  <a:pt x="1700" y="17890"/>
                </a:lnTo>
                <a:lnTo>
                  <a:pt x="1700" y="18151"/>
                </a:lnTo>
                <a:lnTo>
                  <a:pt x="1764" y="18354"/>
                </a:lnTo>
                <a:lnTo>
                  <a:pt x="1764" y="18615"/>
                </a:lnTo>
                <a:lnTo>
                  <a:pt x="1764" y="18876"/>
                </a:lnTo>
                <a:lnTo>
                  <a:pt x="1764" y="19079"/>
                </a:lnTo>
                <a:lnTo>
                  <a:pt x="1764" y="19340"/>
                </a:lnTo>
                <a:lnTo>
                  <a:pt x="1828" y="19543"/>
                </a:lnTo>
                <a:lnTo>
                  <a:pt x="1828" y="19803"/>
                </a:lnTo>
                <a:lnTo>
                  <a:pt x="1828" y="20006"/>
                </a:lnTo>
                <a:lnTo>
                  <a:pt x="1828" y="20267"/>
                </a:lnTo>
                <a:lnTo>
                  <a:pt x="1892" y="20528"/>
                </a:lnTo>
                <a:lnTo>
                  <a:pt x="1892" y="20731"/>
                </a:lnTo>
                <a:lnTo>
                  <a:pt x="1892" y="20992"/>
                </a:lnTo>
                <a:lnTo>
                  <a:pt x="1892" y="21282"/>
                </a:lnTo>
                <a:lnTo>
                  <a:pt x="1892" y="21456"/>
                </a:lnTo>
                <a:lnTo>
                  <a:pt x="1988" y="21746"/>
                </a:lnTo>
                <a:lnTo>
                  <a:pt x="1988" y="22007"/>
                </a:lnTo>
                <a:lnTo>
                  <a:pt x="1988" y="22268"/>
                </a:lnTo>
                <a:lnTo>
                  <a:pt x="1988" y="22529"/>
                </a:lnTo>
                <a:lnTo>
                  <a:pt x="2053" y="22732"/>
                </a:lnTo>
                <a:lnTo>
                  <a:pt x="2053" y="22993"/>
                </a:lnTo>
                <a:lnTo>
                  <a:pt x="2053" y="23254"/>
                </a:lnTo>
                <a:lnTo>
                  <a:pt x="2053" y="23544"/>
                </a:lnTo>
                <a:lnTo>
                  <a:pt x="2053" y="23805"/>
                </a:lnTo>
                <a:lnTo>
                  <a:pt x="2117" y="24066"/>
                </a:lnTo>
                <a:lnTo>
                  <a:pt x="2117" y="24327"/>
                </a:lnTo>
                <a:lnTo>
                  <a:pt x="2117" y="24530"/>
                </a:lnTo>
                <a:lnTo>
                  <a:pt x="2117" y="24791"/>
                </a:lnTo>
                <a:lnTo>
                  <a:pt x="2181" y="25052"/>
                </a:lnTo>
                <a:lnTo>
                  <a:pt x="2181" y="25313"/>
                </a:lnTo>
                <a:lnTo>
                  <a:pt x="2181" y="25603"/>
                </a:lnTo>
                <a:lnTo>
                  <a:pt x="2181" y="25864"/>
                </a:lnTo>
                <a:lnTo>
                  <a:pt x="2181" y="26124"/>
                </a:lnTo>
                <a:lnTo>
                  <a:pt x="2277" y="26385"/>
                </a:lnTo>
                <a:lnTo>
                  <a:pt x="2277" y="26646"/>
                </a:lnTo>
                <a:lnTo>
                  <a:pt x="2277" y="26907"/>
                </a:lnTo>
                <a:lnTo>
                  <a:pt x="2277" y="27255"/>
                </a:lnTo>
                <a:lnTo>
                  <a:pt x="2341" y="27516"/>
                </a:lnTo>
                <a:lnTo>
                  <a:pt x="2341" y="27777"/>
                </a:lnTo>
                <a:lnTo>
                  <a:pt x="2341" y="28038"/>
                </a:lnTo>
                <a:lnTo>
                  <a:pt x="2341" y="28328"/>
                </a:lnTo>
                <a:lnTo>
                  <a:pt x="2341" y="28589"/>
                </a:lnTo>
                <a:lnTo>
                  <a:pt x="2406" y="28850"/>
                </a:lnTo>
                <a:lnTo>
                  <a:pt x="2406" y="29169"/>
                </a:lnTo>
                <a:lnTo>
                  <a:pt x="2406" y="29459"/>
                </a:lnTo>
                <a:lnTo>
                  <a:pt x="2406" y="29720"/>
                </a:lnTo>
                <a:lnTo>
                  <a:pt x="2502" y="29981"/>
                </a:lnTo>
                <a:lnTo>
                  <a:pt x="2502" y="30300"/>
                </a:lnTo>
                <a:lnTo>
                  <a:pt x="2502" y="30590"/>
                </a:lnTo>
                <a:lnTo>
                  <a:pt x="2502" y="30851"/>
                </a:lnTo>
                <a:lnTo>
                  <a:pt x="2502" y="31170"/>
                </a:lnTo>
                <a:lnTo>
                  <a:pt x="2566" y="31431"/>
                </a:lnTo>
                <a:lnTo>
                  <a:pt x="2566" y="31721"/>
                </a:lnTo>
                <a:lnTo>
                  <a:pt x="2566" y="32040"/>
                </a:lnTo>
                <a:lnTo>
                  <a:pt x="2566" y="32301"/>
                </a:lnTo>
                <a:lnTo>
                  <a:pt x="2566" y="32648"/>
                </a:lnTo>
                <a:lnTo>
                  <a:pt x="2630" y="32909"/>
                </a:lnTo>
                <a:lnTo>
                  <a:pt x="2630" y="33170"/>
                </a:lnTo>
                <a:lnTo>
                  <a:pt x="2630" y="33518"/>
                </a:lnTo>
                <a:lnTo>
                  <a:pt x="2630" y="33779"/>
                </a:lnTo>
                <a:lnTo>
                  <a:pt x="2694" y="34098"/>
                </a:lnTo>
                <a:lnTo>
                  <a:pt x="2694" y="34359"/>
                </a:lnTo>
                <a:lnTo>
                  <a:pt x="2694" y="34707"/>
                </a:lnTo>
                <a:lnTo>
                  <a:pt x="2694" y="34968"/>
                </a:lnTo>
                <a:lnTo>
                  <a:pt x="2694" y="35287"/>
                </a:lnTo>
                <a:lnTo>
                  <a:pt x="2790" y="35635"/>
                </a:lnTo>
                <a:lnTo>
                  <a:pt x="2790" y="35896"/>
                </a:lnTo>
                <a:lnTo>
                  <a:pt x="2790" y="36244"/>
                </a:lnTo>
                <a:lnTo>
                  <a:pt x="2790" y="36505"/>
                </a:lnTo>
                <a:lnTo>
                  <a:pt x="2855" y="36824"/>
                </a:lnTo>
                <a:lnTo>
                  <a:pt x="2855" y="37172"/>
                </a:lnTo>
                <a:lnTo>
                  <a:pt x="2855" y="37433"/>
                </a:lnTo>
                <a:lnTo>
                  <a:pt x="2855" y="37752"/>
                </a:lnTo>
                <a:lnTo>
                  <a:pt x="2855" y="38100"/>
                </a:lnTo>
                <a:lnTo>
                  <a:pt x="2919" y="38361"/>
                </a:lnTo>
                <a:lnTo>
                  <a:pt x="2919" y="38680"/>
                </a:lnTo>
                <a:lnTo>
                  <a:pt x="2919" y="39028"/>
                </a:lnTo>
                <a:lnTo>
                  <a:pt x="2919" y="39346"/>
                </a:lnTo>
                <a:lnTo>
                  <a:pt x="2983" y="39694"/>
                </a:lnTo>
                <a:lnTo>
                  <a:pt x="2983" y="39955"/>
                </a:lnTo>
                <a:lnTo>
                  <a:pt x="2983" y="40274"/>
                </a:lnTo>
                <a:lnTo>
                  <a:pt x="2983" y="40622"/>
                </a:lnTo>
                <a:lnTo>
                  <a:pt x="2983" y="40941"/>
                </a:lnTo>
                <a:lnTo>
                  <a:pt x="3079" y="41289"/>
                </a:lnTo>
                <a:lnTo>
                  <a:pt x="3079" y="41608"/>
                </a:lnTo>
                <a:lnTo>
                  <a:pt x="3079" y="41869"/>
                </a:lnTo>
                <a:lnTo>
                  <a:pt x="3079" y="42217"/>
                </a:lnTo>
                <a:lnTo>
                  <a:pt x="3143" y="42536"/>
                </a:lnTo>
                <a:lnTo>
                  <a:pt x="3143" y="42884"/>
                </a:lnTo>
                <a:lnTo>
                  <a:pt x="3143" y="43203"/>
                </a:lnTo>
                <a:lnTo>
                  <a:pt x="3143" y="43551"/>
                </a:lnTo>
                <a:lnTo>
                  <a:pt x="3143" y="43870"/>
                </a:lnTo>
                <a:lnTo>
                  <a:pt x="3208" y="44218"/>
                </a:lnTo>
                <a:lnTo>
                  <a:pt x="3208" y="4453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156894" y="3012269"/>
            <a:ext cx="3208" cy="87189"/>
          </a:xfrm>
          <a:custGeom>
            <a:avLst/>
            <a:gdLst/>
            <a:ahLst/>
            <a:cxnLst/>
            <a:rect l="l" t="t" r="r" b="b"/>
            <a:pathLst>
              <a:path w="3208" h="87189">
                <a:moveTo>
                  <a:pt x="0" y="0"/>
                </a:moveTo>
                <a:lnTo>
                  <a:pt x="0" y="347"/>
                </a:lnTo>
                <a:lnTo>
                  <a:pt x="0" y="666"/>
                </a:lnTo>
                <a:lnTo>
                  <a:pt x="96" y="1072"/>
                </a:lnTo>
                <a:lnTo>
                  <a:pt x="96" y="1391"/>
                </a:lnTo>
                <a:lnTo>
                  <a:pt x="96" y="1739"/>
                </a:lnTo>
                <a:lnTo>
                  <a:pt x="96" y="2058"/>
                </a:lnTo>
                <a:lnTo>
                  <a:pt x="96" y="2406"/>
                </a:lnTo>
                <a:lnTo>
                  <a:pt x="160" y="2725"/>
                </a:lnTo>
                <a:lnTo>
                  <a:pt x="160" y="3073"/>
                </a:lnTo>
                <a:lnTo>
                  <a:pt x="160" y="3450"/>
                </a:lnTo>
                <a:lnTo>
                  <a:pt x="160" y="3798"/>
                </a:lnTo>
                <a:lnTo>
                  <a:pt x="160" y="4117"/>
                </a:lnTo>
                <a:lnTo>
                  <a:pt x="224" y="4465"/>
                </a:lnTo>
                <a:lnTo>
                  <a:pt x="224" y="4871"/>
                </a:lnTo>
                <a:lnTo>
                  <a:pt x="224" y="5190"/>
                </a:lnTo>
                <a:lnTo>
                  <a:pt x="224" y="5538"/>
                </a:lnTo>
                <a:lnTo>
                  <a:pt x="288" y="5857"/>
                </a:lnTo>
                <a:lnTo>
                  <a:pt x="288" y="6263"/>
                </a:lnTo>
                <a:lnTo>
                  <a:pt x="288" y="6581"/>
                </a:lnTo>
                <a:lnTo>
                  <a:pt x="288" y="6929"/>
                </a:lnTo>
                <a:lnTo>
                  <a:pt x="288" y="7306"/>
                </a:lnTo>
                <a:lnTo>
                  <a:pt x="384" y="7654"/>
                </a:lnTo>
                <a:lnTo>
                  <a:pt x="384" y="8060"/>
                </a:lnTo>
                <a:lnTo>
                  <a:pt x="384" y="8379"/>
                </a:lnTo>
                <a:lnTo>
                  <a:pt x="384" y="8727"/>
                </a:lnTo>
                <a:lnTo>
                  <a:pt x="449" y="9104"/>
                </a:lnTo>
                <a:lnTo>
                  <a:pt x="449" y="9452"/>
                </a:lnTo>
                <a:lnTo>
                  <a:pt x="449" y="9858"/>
                </a:lnTo>
                <a:lnTo>
                  <a:pt x="449" y="10177"/>
                </a:lnTo>
                <a:lnTo>
                  <a:pt x="449" y="10583"/>
                </a:lnTo>
                <a:lnTo>
                  <a:pt x="513" y="10902"/>
                </a:lnTo>
                <a:lnTo>
                  <a:pt x="513" y="11308"/>
                </a:lnTo>
                <a:lnTo>
                  <a:pt x="513" y="11714"/>
                </a:lnTo>
                <a:lnTo>
                  <a:pt x="513" y="12033"/>
                </a:lnTo>
                <a:lnTo>
                  <a:pt x="609" y="12439"/>
                </a:lnTo>
                <a:lnTo>
                  <a:pt x="609" y="12787"/>
                </a:lnTo>
                <a:lnTo>
                  <a:pt x="609" y="13163"/>
                </a:lnTo>
                <a:lnTo>
                  <a:pt x="609" y="13569"/>
                </a:lnTo>
                <a:lnTo>
                  <a:pt x="609" y="13917"/>
                </a:lnTo>
                <a:lnTo>
                  <a:pt x="673" y="14294"/>
                </a:lnTo>
                <a:lnTo>
                  <a:pt x="673" y="14700"/>
                </a:lnTo>
                <a:lnTo>
                  <a:pt x="673" y="15048"/>
                </a:lnTo>
                <a:lnTo>
                  <a:pt x="673" y="15425"/>
                </a:lnTo>
                <a:lnTo>
                  <a:pt x="737" y="15831"/>
                </a:lnTo>
                <a:lnTo>
                  <a:pt x="737" y="16237"/>
                </a:lnTo>
                <a:lnTo>
                  <a:pt x="737" y="16556"/>
                </a:lnTo>
                <a:lnTo>
                  <a:pt x="737" y="16962"/>
                </a:lnTo>
                <a:lnTo>
                  <a:pt x="737" y="17368"/>
                </a:lnTo>
                <a:lnTo>
                  <a:pt x="802" y="17774"/>
                </a:lnTo>
                <a:lnTo>
                  <a:pt x="802" y="18151"/>
                </a:lnTo>
                <a:lnTo>
                  <a:pt x="802" y="18557"/>
                </a:lnTo>
                <a:lnTo>
                  <a:pt x="802" y="18905"/>
                </a:lnTo>
                <a:lnTo>
                  <a:pt x="898" y="19282"/>
                </a:lnTo>
                <a:lnTo>
                  <a:pt x="898" y="19687"/>
                </a:lnTo>
                <a:lnTo>
                  <a:pt x="898" y="20093"/>
                </a:lnTo>
                <a:lnTo>
                  <a:pt x="898" y="20499"/>
                </a:lnTo>
                <a:lnTo>
                  <a:pt x="898" y="20876"/>
                </a:lnTo>
                <a:lnTo>
                  <a:pt x="962" y="21282"/>
                </a:lnTo>
                <a:lnTo>
                  <a:pt x="962" y="21688"/>
                </a:lnTo>
                <a:lnTo>
                  <a:pt x="962" y="22094"/>
                </a:lnTo>
                <a:lnTo>
                  <a:pt x="962" y="22471"/>
                </a:lnTo>
                <a:lnTo>
                  <a:pt x="962" y="22877"/>
                </a:lnTo>
                <a:lnTo>
                  <a:pt x="1026" y="23283"/>
                </a:lnTo>
                <a:lnTo>
                  <a:pt x="1026" y="23689"/>
                </a:lnTo>
                <a:lnTo>
                  <a:pt x="1026" y="24066"/>
                </a:lnTo>
                <a:lnTo>
                  <a:pt x="1026" y="24472"/>
                </a:lnTo>
                <a:lnTo>
                  <a:pt x="1090" y="24878"/>
                </a:lnTo>
                <a:lnTo>
                  <a:pt x="1090" y="25284"/>
                </a:lnTo>
                <a:lnTo>
                  <a:pt x="1090" y="25748"/>
                </a:lnTo>
                <a:lnTo>
                  <a:pt x="1090" y="26153"/>
                </a:lnTo>
                <a:lnTo>
                  <a:pt x="1090" y="26530"/>
                </a:lnTo>
                <a:lnTo>
                  <a:pt x="1186" y="26936"/>
                </a:lnTo>
                <a:lnTo>
                  <a:pt x="1186" y="27342"/>
                </a:lnTo>
                <a:lnTo>
                  <a:pt x="1186" y="27748"/>
                </a:lnTo>
                <a:lnTo>
                  <a:pt x="1186" y="28212"/>
                </a:lnTo>
                <a:lnTo>
                  <a:pt x="1251" y="28589"/>
                </a:lnTo>
                <a:lnTo>
                  <a:pt x="1251" y="28995"/>
                </a:lnTo>
                <a:lnTo>
                  <a:pt x="1251" y="29401"/>
                </a:lnTo>
                <a:lnTo>
                  <a:pt x="1251" y="29865"/>
                </a:lnTo>
                <a:lnTo>
                  <a:pt x="1251" y="30271"/>
                </a:lnTo>
                <a:lnTo>
                  <a:pt x="1315" y="30648"/>
                </a:lnTo>
                <a:lnTo>
                  <a:pt x="1315" y="31141"/>
                </a:lnTo>
                <a:lnTo>
                  <a:pt x="1315" y="31518"/>
                </a:lnTo>
                <a:lnTo>
                  <a:pt x="1315" y="31924"/>
                </a:lnTo>
                <a:lnTo>
                  <a:pt x="1411" y="32388"/>
                </a:lnTo>
                <a:lnTo>
                  <a:pt x="1411" y="32793"/>
                </a:lnTo>
                <a:lnTo>
                  <a:pt x="1411" y="33257"/>
                </a:lnTo>
                <a:lnTo>
                  <a:pt x="1411" y="33663"/>
                </a:lnTo>
                <a:lnTo>
                  <a:pt x="1411" y="34040"/>
                </a:lnTo>
                <a:lnTo>
                  <a:pt x="1475" y="34504"/>
                </a:lnTo>
                <a:lnTo>
                  <a:pt x="1475" y="34910"/>
                </a:lnTo>
                <a:lnTo>
                  <a:pt x="1475" y="35374"/>
                </a:lnTo>
                <a:lnTo>
                  <a:pt x="1475" y="35780"/>
                </a:lnTo>
                <a:lnTo>
                  <a:pt x="1539" y="36244"/>
                </a:lnTo>
                <a:lnTo>
                  <a:pt x="1539" y="36650"/>
                </a:lnTo>
                <a:lnTo>
                  <a:pt x="1539" y="37114"/>
                </a:lnTo>
                <a:lnTo>
                  <a:pt x="1539" y="37578"/>
                </a:lnTo>
                <a:lnTo>
                  <a:pt x="1539" y="37984"/>
                </a:lnTo>
                <a:lnTo>
                  <a:pt x="1604" y="38448"/>
                </a:lnTo>
                <a:lnTo>
                  <a:pt x="1604" y="38854"/>
                </a:lnTo>
                <a:lnTo>
                  <a:pt x="1604" y="39317"/>
                </a:lnTo>
                <a:lnTo>
                  <a:pt x="1604" y="39781"/>
                </a:lnTo>
                <a:lnTo>
                  <a:pt x="1700" y="40158"/>
                </a:lnTo>
                <a:lnTo>
                  <a:pt x="1700" y="40622"/>
                </a:lnTo>
                <a:lnTo>
                  <a:pt x="1700" y="41115"/>
                </a:lnTo>
                <a:lnTo>
                  <a:pt x="1700" y="41492"/>
                </a:lnTo>
                <a:lnTo>
                  <a:pt x="1700" y="41956"/>
                </a:lnTo>
                <a:lnTo>
                  <a:pt x="1764" y="42420"/>
                </a:lnTo>
                <a:lnTo>
                  <a:pt x="1764" y="42884"/>
                </a:lnTo>
                <a:lnTo>
                  <a:pt x="1764" y="43290"/>
                </a:lnTo>
                <a:lnTo>
                  <a:pt x="1764" y="43754"/>
                </a:lnTo>
                <a:lnTo>
                  <a:pt x="1764" y="44218"/>
                </a:lnTo>
                <a:lnTo>
                  <a:pt x="1828" y="44682"/>
                </a:lnTo>
                <a:lnTo>
                  <a:pt x="1828" y="45088"/>
                </a:lnTo>
                <a:lnTo>
                  <a:pt x="1828" y="45552"/>
                </a:lnTo>
                <a:lnTo>
                  <a:pt x="1828" y="46015"/>
                </a:lnTo>
                <a:lnTo>
                  <a:pt x="1924" y="46479"/>
                </a:lnTo>
                <a:lnTo>
                  <a:pt x="1924" y="46943"/>
                </a:lnTo>
                <a:lnTo>
                  <a:pt x="1924" y="47407"/>
                </a:lnTo>
                <a:lnTo>
                  <a:pt x="1924" y="47871"/>
                </a:lnTo>
                <a:lnTo>
                  <a:pt x="1924" y="48335"/>
                </a:lnTo>
                <a:lnTo>
                  <a:pt x="1988" y="48828"/>
                </a:lnTo>
                <a:lnTo>
                  <a:pt x="1988" y="49205"/>
                </a:lnTo>
                <a:lnTo>
                  <a:pt x="1988" y="49669"/>
                </a:lnTo>
                <a:lnTo>
                  <a:pt x="1988" y="50133"/>
                </a:lnTo>
                <a:lnTo>
                  <a:pt x="2053" y="50597"/>
                </a:lnTo>
                <a:lnTo>
                  <a:pt x="2053" y="51090"/>
                </a:lnTo>
                <a:lnTo>
                  <a:pt x="2053" y="51554"/>
                </a:lnTo>
                <a:lnTo>
                  <a:pt x="2053" y="52076"/>
                </a:lnTo>
                <a:lnTo>
                  <a:pt x="2053" y="52539"/>
                </a:lnTo>
                <a:lnTo>
                  <a:pt x="2117" y="53003"/>
                </a:lnTo>
                <a:lnTo>
                  <a:pt x="2117" y="53467"/>
                </a:lnTo>
                <a:lnTo>
                  <a:pt x="2117" y="53931"/>
                </a:lnTo>
                <a:lnTo>
                  <a:pt x="2117" y="54395"/>
                </a:lnTo>
                <a:lnTo>
                  <a:pt x="2213" y="54859"/>
                </a:lnTo>
                <a:lnTo>
                  <a:pt x="2213" y="55323"/>
                </a:lnTo>
                <a:lnTo>
                  <a:pt x="2213" y="55787"/>
                </a:lnTo>
                <a:lnTo>
                  <a:pt x="2213" y="56338"/>
                </a:lnTo>
                <a:lnTo>
                  <a:pt x="2213" y="56802"/>
                </a:lnTo>
                <a:lnTo>
                  <a:pt x="2277" y="57266"/>
                </a:lnTo>
                <a:lnTo>
                  <a:pt x="2277" y="57730"/>
                </a:lnTo>
                <a:lnTo>
                  <a:pt x="2277" y="58194"/>
                </a:lnTo>
                <a:lnTo>
                  <a:pt x="2277" y="58715"/>
                </a:lnTo>
                <a:lnTo>
                  <a:pt x="2341" y="59179"/>
                </a:lnTo>
                <a:lnTo>
                  <a:pt x="2341" y="59643"/>
                </a:lnTo>
                <a:lnTo>
                  <a:pt x="2341" y="60107"/>
                </a:lnTo>
                <a:lnTo>
                  <a:pt x="2341" y="60658"/>
                </a:lnTo>
                <a:lnTo>
                  <a:pt x="2341" y="61122"/>
                </a:lnTo>
                <a:lnTo>
                  <a:pt x="2406" y="61586"/>
                </a:lnTo>
                <a:lnTo>
                  <a:pt x="2406" y="62108"/>
                </a:lnTo>
                <a:lnTo>
                  <a:pt x="2406" y="62572"/>
                </a:lnTo>
                <a:lnTo>
                  <a:pt x="2406" y="63036"/>
                </a:lnTo>
                <a:lnTo>
                  <a:pt x="2502" y="63587"/>
                </a:lnTo>
                <a:lnTo>
                  <a:pt x="2502" y="64051"/>
                </a:lnTo>
                <a:lnTo>
                  <a:pt x="2502" y="64573"/>
                </a:lnTo>
                <a:lnTo>
                  <a:pt x="2502" y="65037"/>
                </a:lnTo>
                <a:lnTo>
                  <a:pt x="2502" y="65558"/>
                </a:lnTo>
                <a:lnTo>
                  <a:pt x="2566" y="66051"/>
                </a:lnTo>
                <a:lnTo>
                  <a:pt x="2566" y="66515"/>
                </a:lnTo>
                <a:lnTo>
                  <a:pt x="2566" y="67037"/>
                </a:lnTo>
                <a:lnTo>
                  <a:pt x="2566" y="67501"/>
                </a:lnTo>
                <a:lnTo>
                  <a:pt x="2566" y="68023"/>
                </a:lnTo>
                <a:lnTo>
                  <a:pt x="2630" y="68487"/>
                </a:lnTo>
                <a:lnTo>
                  <a:pt x="2630" y="69038"/>
                </a:lnTo>
                <a:lnTo>
                  <a:pt x="2630" y="69560"/>
                </a:lnTo>
                <a:lnTo>
                  <a:pt x="2630" y="70024"/>
                </a:lnTo>
                <a:lnTo>
                  <a:pt x="2726" y="70546"/>
                </a:lnTo>
                <a:lnTo>
                  <a:pt x="2726" y="71039"/>
                </a:lnTo>
                <a:lnTo>
                  <a:pt x="2726" y="71561"/>
                </a:lnTo>
                <a:lnTo>
                  <a:pt x="2726" y="72082"/>
                </a:lnTo>
                <a:lnTo>
                  <a:pt x="2726" y="72546"/>
                </a:lnTo>
                <a:lnTo>
                  <a:pt x="2790" y="73097"/>
                </a:lnTo>
                <a:lnTo>
                  <a:pt x="2790" y="73619"/>
                </a:lnTo>
                <a:lnTo>
                  <a:pt x="2790" y="74083"/>
                </a:lnTo>
                <a:lnTo>
                  <a:pt x="2790" y="74605"/>
                </a:lnTo>
                <a:lnTo>
                  <a:pt x="2855" y="75156"/>
                </a:lnTo>
                <a:lnTo>
                  <a:pt x="2855" y="75620"/>
                </a:lnTo>
                <a:lnTo>
                  <a:pt x="2855" y="76142"/>
                </a:lnTo>
                <a:lnTo>
                  <a:pt x="2855" y="76664"/>
                </a:lnTo>
                <a:lnTo>
                  <a:pt x="2855" y="77215"/>
                </a:lnTo>
                <a:lnTo>
                  <a:pt x="2919" y="77679"/>
                </a:lnTo>
                <a:lnTo>
                  <a:pt x="2919" y="78201"/>
                </a:lnTo>
                <a:lnTo>
                  <a:pt x="2919" y="78751"/>
                </a:lnTo>
                <a:lnTo>
                  <a:pt x="2919" y="79273"/>
                </a:lnTo>
                <a:lnTo>
                  <a:pt x="3015" y="79795"/>
                </a:lnTo>
                <a:lnTo>
                  <a:pt x="3015" y="80346"/>
                </a:lnTo>
                <a:lnTo>
                  <a:pt x="3015" y="80810"/>
                </a:lnTo>
                <a:lnTo>
                  <a:pt x="3015" y="81332"/>
                </a:lnTo>
                <a:lnTo>
                  <a:pt x="3015" y="81854"/>
                </a:lnTo>
                <a:lnTo>
                  <a:pt x="3079" y="82405"/>
                </a:lnTo>
                <a:lnTo>
                  <a:pt x="3079" y="82927"/>
                </a:lnTo>
                <a:lnTo>
                  <a:pt x="3079" y="83449"/>
                </a:lnTo>
                <a:lnTo>
                  <a:pt x="3079" y="84000"/>
                </a:lnTo>
                <a:lnTo>
                  <a:pt x="3143" y="84522"/>
                </a:lnTo>
                <a:lnTo>
                  <a:pt x="3143" y="85043"/>
                </a:lnTo>
                <a:lnTo>
                  <a:pt x="3143" y="85594"/>
                </a:lnTo>
                <a:lnTo>
                  <a:pt x="3143" y="86116"/>
                </a:lnTo>
                <a:lnTo>
                  <a:pt x="3143" y="86638"/>
                </a:lnTo>
                <a:lnTo>
                  <a:pt x="3208" y="8718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160102" y="3099459"/>
            <a:ext cx="3143" cy="122419"/>
          </a:xfrm>
          <a:custGeom>
            <a:avLst/>
            <a:gdLst/>
            <a:ahLst/>
            <a:cxnLst/>
            <a:rect l="l" t="t" r="r" b="b"/>
            <a:pathLst>
              <a:path w="3143" h="122419">
                <a:moveTo>
                  <a:pt x="0" y="0"/>
                </a:moveTo>
                <a:lnTo>
                  <a:pt x="0" y="521"/>
                </a:lnTo>
                <a:lnTo>
                  <a:pt x="0" y="1043"/>
                </a:lnTo>
                <a:lnTo>
                  <a:pt x="0" y="1594"/>
                </a:lnTo>
                <a:lnTo>
                  <a:pt x="96" y="2116"/>
                </a:lnTo>
                <a:lnTo>
                  <a:pt x="96" y="2667"/>
                </a:lnTo>
                <a:lnTo>
                  <a:pt x="96" y="3189"/>
                </a:lnTo>
                <a:lnTo>
                  <a:pt x="96" y="3711"/>
                </a:lnTo>
                <a:lnTo>
                  <a:pt x="96" y="4320"/>
                </a:lnTo>
                <a:lnTo>
                  <a:pt x="160" y="4842"/>
                </a:lnTo>
                <a:lnTo>
                  <a:pt x="160" y="5393"/>
                </a:lnTo>
                <a:lnTo>
                  <a:pt x="160" y="5915"/>
                </a:lnTo>
                <a:lnTo>
                  <a:pt x="160" y="6437"/>
                </a:lnTo>
                <a:lnTo>
                  <a:pt x="160" y="6987"/>
                </a:lnTo>
                <a:lnTo>
                  <a:pt x="224" y="7567"/>
                </a:lnTo>
                <a:lnTo>
                  <a:pt x="224" y="8118"/>
                </a:lnTo>
                <a:lnTo>
                  <a:pt x="224" y="8640"/>
                </a:lnTo>
                <a:lnTo>
                  <a:pt x="224" y="9162"/>
                </a:lnTo>
                <a:lnTo>
                  <a:pt x="320" y="9771"/>
                </a:lnTo>
                <a:lnTo>
                  <a:pt x="320" y="10293"/>
                </a:lnTo>
                <a:lnTo>
                  <a:pt x="320" y="10844"/>
                </a:lnTo>
                <a:lnTo>
                  <a:pt x="320" y="11424"/>
                </a:lnTo>
                <a:lnTo>
                  <a:pt x="320" y="11975"/>
                </a:lnTo>
                <a:lnTo>
                  <a:pt x="384" y="12497"/>
                </a:lnTo>
                <a:lnTo>
                  <a:pt x="384" y="13105"/>
                </a:lnTo>
                <a:lnTo>
                  <a:pt x="384" y="13627"/>
                </a:lnTo>
                <a:lnTo>
                  <a:pt x="384" y="14149"/>
                </a:lnTo>
                <a:lnTo>
                  <a:pt x="449" y="14758"/>
                </a:lnTo>
                <a:lnTo>
                  <a:pt x="449" y="15280"/>
                </a:lnTo>
                <a:lnTo>
                  <a:pt x="449" y="15831"/>
                </a:lnTo>
                <a:lnTo>
                  <a:pt x="449" y="16411"/>
                </a:lnTo>
                <a:lnTo>
                  <a:pt x="449" y="16962"/>
                </a:lnTo>
                <a:lnTo>
                  <a:pt x="513" y="17542"/>
                </a:lnTo>
                <a:lnTo>
                  <a:pt x="513" y="18093"/>
                </a:lnTo>
                <a:lnTo>
                  <a:pt x="513" y="18673"/>
                </a:lnTo>
                <a:lnTo>
                  <a:pt x="513" y="19224"/>
                </a:lnTo>
                <a:lnTo>
                  <a:pt x="609" y="19803"/>
                </a:lnTo>
                <a:lnTo>
                  <a:pt x="609" y="20354"/>
                </a:lnTo>
                <a:lnTo>
                  <a:pt x="609" y="20934"/>
                </a:lnTo>
                <a:lnTo>
                  <a:pt x="609" y="21485"/>
                </a:lnTo>
                <a:lnTo>
                  <a:pt x="609" y="22065"/>
                </a:lnTo>
                <a:lnTo>
                  <a:pt x="673" y="22616"/>
                </a:lnTo>
                <a:lnTo>
                  <a:pt x="673" y="23196"/>
                </a:lnTo>
                <a:lnTo>
                  <a:pt x="673" y="23805"/>
                </a:lnTo>
                <a:lnTo>
                  <a:pt x="673" y="24327"/>
                </a:lnTo>
                <a:lnTo>
                  <a:pt x="737" y="24936"/>
                </a:lnTo>
                <a:lnTo>
                  <a:pt x="737" y="25458"/>
                </a:lnTo>
                <a:lnTo>
                  <a:pt x="737" y="26067"/>
                </a:lnTo>
                <a:lnTo>
                  <a:pt x="737" y="26646"/>
                </a:lnTo>
                <a:lnTo>
                  <a:pt x="737" y="27197"/>
                </a:lnTo>
                <a:lnTo>
                  <a:pt x="834" y="27777"/>
                </a:lnTo>
                <a:lnTo>
                  <a:pt x="834" y="28386"/>
                </a:lnTo>
                <a:lnTo>
                  <a:pt x="834" y="28908"/>
                </a:lnTo>
                <a:lnTo>
                  <a:pt x="834" y="29517"/>
                </a:lnTo>
                <a:lnTo>
                  <a:pt x="898" y="30126"/>
                </a:lnTo>
                <a:lnTo>
                  <a:pt x="898" y="30706"/>
                </a:lnTo>
                <a:lnTo>
                  <a:pt x="898" y="31257"/>
                </a:lnTo>
                <a:lnTo>
                  <a:pt x="898" y="31837"/>
                </a:lnTo>
                <a:lnTo>
                  <a:pt x="898" y="32446"/>
                </a:lnTo>
                <a:lnTo>
                  <a:pt x="962" y="33054"/>
                </a:lnTo>
                <a:lnTo>
                  <a:pt x="962" y="33634"/>
                </a:lnTo>
                <a:lnTo>
                  <a:pt x="962" y="34185"/>
                </a:lnTo>
                <a:lnTo>
                  <a:pt x="962" y="34765"/>
                </a:lnTo>
                <a:lnTo>
                  <a:pt x="962" y="35374"/>
                </a:lnTo>
                <a:lnTo>
                  <a:pt x="1026" y="35954"/>
                </a:lnTo>
                <a:lnTo>
                  <a:pt x="1026" y="36563"/>
                </a:lnTo>
                <a:lnTo>
                  <a:pt x="1026" y="37172"/>
                </a:lnTo>
                <a:lnTo>
                  <a:pt x="1026" y="37752"/>
                </a:lnTo>
                <a:lnTo>
                  <a:pt x="1122" y="38303"/>
                </a:lnTo>
                <a:lnTo>
                  <a:pt x="1122" y="38883"/>
                </a:lnTo>
                <a:lnTo>
                  <a:pt x="1122" y="39491"/>
                </a:lnTo>
                <a:lnTo>
                  <a:pt x="1122" y="40100"/>
                </a:lnTo>
                <a:lnTo>
                  <a:pt x="1122" y="40680"/>
                </a:lnTo>
                <a:lnTo>
                  <a:pt x="1186" y="41289"/>
                </a:lnTo>
                <a:lnTo>
                  <a:pt x="1186" y="41898"/>
                </a:lnTo>
                <a:lnTo>
                  <a:pt x="1186" y="42478"/>
                </a:lnTo>
                <a:lnTo>
                  <a:pt x="1186" y="43087"/>
                </a:lnTo>
                <a:lnTo>
                  <a:pt x="1251" y="43696"/>
                </a:lnTo>
                <a:lnTo>
                  <a:pt x="1251" y="44276"/>
                </a:lnTo>
                <a:lnTo>
                  <a:pt x="1251" y="44885"/>
                </a:lnTo>
                <a:lnTo>
                  <a:pt x="1251" y="45465"/>
                </a:lnTo>
                <a:lnTo>
                  <a:pt x="1251" y="46073"/>
                </a:lnTo>
                <a:lnTo>
                  <a:pt x="1315" y="46682"/>
                </a:lnTo>
                <a:lnTo>
                  <a:pt x="1315" y="47349"/>
                </a:lnTo>
                <a:lnTo>
                  <a:pt x="1315" y="47929"/>
                </a:lnTo>
                <a:lnTo>
                  <a:pt x="1315" y="48538"/>
                </a:lnTo>
                <a:lnTo>
                  <a:pt x="1411" y="49147"/>
                </a:lnTo>
                <a:lnTo>
                  <a:pt x="1411" y="49727"/>
                </a:lnTo>
                <a:lnTo>
                  <a:pt x="1411" y="50336"/>
                </a:lnTo>
                <a:lnTo>
                  <a:pt x="1411" y="50916"/>
                </a:lnTo>
                <a:lnTo>
                  <a:pt x="1411" y="51525"/>
                </a:lnTo>
                <a:lnTo>
                  <a:pt x="1475" y="52191"/>
                </a:lnTo>
                <a:lnTo>
                  <a:pt x="1475" y="52800"/>
                </a:lnTo>
                <a:lnTo>
                  <a:pt x="1475" y="53380"/>
                </a:lnTo>
                <a:lnTo>
                  <a:pt x="1475" y="53989"/>
                </a:lnTo>
                <a:lnTo>
                  <a:pt x="1539" y="54656"/>
                </a:lnTo>
                <a:lnTo>
                  <a:pt x="1539" y="55265"/>
                </a:lnTo>
                <a:lnTo>
                  <a:pt x="1539" y="55845"/>
                </a:lnTo>
                <a:lnTo>
                  <a:pt x="1539" y="56454"/>
                </a:lnTo>
                <a:lnTo>
                  <a:pt x="1539" y="57121"/>
                </a:lnTo>
                <a:lnTo>
                  <a:pt x="1636" y="57701"/>
                </a:lnTo>
                <a:lnTo>
                  <a:pt x="1636" y="58310"/>
                </a:lnTo>
                <a:lnTo>
                  <a:pt x="1636" y="58918"/>
                </a:lnTo>
                <a:lnTo>
                  <a:pt x="1636" y="59585"/>
                </a:lnTo>
                <a:lnTo>
                  <a:pt x="1700" y="60165"/>
                </a:lnTo>
                <a:lnTo>
                  <a:pt x="1700" y="60774"/>
                </a:lnTo>
                <a:lnTo>
                  <a:pt x="1700" y="61441"/>
                </a:lnTo>
                <a:lnTo>
                  <a:pt x="1700" y="62021"/>
                </a:lnTo>
                <a:lnTo>
                  <a:pt x="1700" y="62688"/>
                </a:lnTo>
                <a:lnTo>
                  <a:pt x="1764" y="63297"/>
                </a:lnTo>
                <a:lnTo>
                  <a:pt x="1764" y="63906"/>
                </a:lnTo>
                <a:lnTo>
                  <a:pt x="1764" y="64573"/>
                </a:lnTo>
                <a:lnTo>
                  <a:pt x="1764" y="65153"/>
                </a:lnTo>
                <a:lnTo>
                  <a:pt x="1764" y="65819"/>
                </a:lnTo>
                <a:lnTo>
                  <a:pt x="1828" y="66428"/>
                </a:lnTo>
                <a:lnTo>
                  <a:pt x="1828" y="67095"/>
                </a:lnTo>
                <a:lnTo>
                  <a:pt x="1828" y="67675"/>
                </a:lnTo>
                <a:lnTo>
                  <a:pt x="1828" y="68284"/>
                </a:lnTo>
                <a:lnTo>
                  <a:pt x="1924" y="68951"/>
                </a:lnTo>
                <a:lnTo>
                  <a:pt x="1924" y="69560"/>
                </a:lnTo>
                <a:lnTo>
                  <a:pt x="1924" y="70227"/>
                </a:lnTo>
                <a:lnTo>
                  <a:pt x="1924" y="70865"/>
                </a:lnTo>
                <a:lnTo>
                  <a:pt x="1924" y="71474"/>
                </a:lnTo>
                <a:lnTo>
                  <a:pt x="1988" y="72140"/>
                </a:lnTo>
                <a:lnTo>
                  <a:pt x="1988" y="72749"/>
                </a:lnTo>
                <a:lnTo>
                  <a:pt x="1988" y="73416"/>
                </a:lnTo>
                <a:lnTo>
                  <a:pt x="1988" y="73996"/>
                </a:lnTo>
                <a:lnTo>
                  <a:pt x="2053" y="74663"/>
                </a:lnTo>
                <a:lnTo>
                  <a:pt x="2053" y="75330"/>
                </a:lnTo>
                <a:lnTo>
                  <a:pt x="2053" y="75939"/>
                </a:lnTo>
                <a:lnTo>
                  <a:pt x="2053" y="76606"/>
                </a:lnTo>
                <a:lnTo>
                  <a:pt x="2053" y="77186"/>
                </a:lnTo>
                <a:lnTo>
                  <a:pt x="2117" y="77853"/>
                </a:lnTo>
                <a:lnTo>
                  <a:pt x="2117" y="78519"/>
                </a:lnTo>
                <a:lnTo>
                  <a:pt x="2117" y="79128"/>
                </a:lnTo>
                <a:lnTo>
                  <a:pt x="2117" y="79795"/>
                </a:lnTo>
                <a:lnTo>
                  <a:pt x="2213" y="80462"/>
                </a:lnTo>
                <a:lnTo>
                  <a:pt x="2213" y="81042"/>
                </a:lnTo>
                <a:lnTo>
                  <a:pt x="2213" y="81709"/>
                </a:lnTo>
                <a:lnTo>
                  <a:pt x="2213" y="82376"/>
                </a:lnTo>
                <a:lnTo>
                  <a:pt x="2213" y="83043"/>
                </a:lnTo>
                <a:lnTo>
                  <a:pt x="2277" y="83652"/>
                </a:lnTo>
                <a:lnTo>
                  <a:pt x="2277" y="84319"/>
                </a:lnTo>
                <a:lnTo>
                  <a:pt x="2277" y="84985"/>
                </a:lnTo>
                <a:lnTo>
                  <a:pt x="2277" y="85652"/>
                </a:lnTo>
                <a:lnTo>
                  <a:pt x="2341" y="86319"/>
                </a:lnTo>
                <a:lnTo>
                  <a:pt x="2341" y="86899"/>
                </a:lnTo>
                <a:lnTo>
                  <a:pt x="2341" y="87566"/>
                </a:lnTo>
                <a:lnTo>
                  <a:pt x="2341" y="88233"/>
                </a:lnTo>
                <a:lnTo>
                  <a:pt x="2341" y="88900"/>
                </a:lnTo>
                <a:lnTo>
                  <a:pt x="2438" y="89567"/>
                </a:lnTo>
                <a:lnTo>
                  <a:pt x="2438" y="90176"/>
                </a:lnTo>
                <a:lnTo>
                  <a:pt x="2438" y="90814"/>
                </a:lnTo>
                <a:lnTo>
                  <a:pt x="2438" y="91480"/>
                </a:lnTo>
                <a:lnTo>
                  <a:pt x="2502" y="92147"/>
                </a:lnTo>
                <a:lnTo>
                  <a:pt x="2502" y="92814"/>
                </a:lnTo>
                <a:lnTo>
                  <a:pt x="2502" y="93481"/>
                </a:lnTo>
                <a:lnTo>
                  <a:pt x="2502" y="94148"/>
                </a:lnTo>
                <a:lnTo>
                  <a:pt x="2502" y="94815"/>
                </a:lnTo>
                <a:lnTo>
                  <a:pt x="2566" y="95482"/>
                </a:lnTo>
                <a:lnTo>
                  <a:pt x="2566" y="96149"/>
                </a:lnTo>
                <a:lnTo>
                  <a:pt x="2566" y="96816"/>
                </a:lnTo>
                <a:lnTo>
                  <a:pt x="2566" y="97483"/>
                </a:lnTo>
                <a:lnTo>
                  <a:pt x="2566" y="98149"/>
                </a:lnTo>
                <a:lnTo>
                  <a:pt x="2630" y="98816"/>
                </a:lnTo>
                <a:lnTo>
                  <a:pt x="2630" y="99483"/>
                </a:lnTo>
                <a:lnTo>
                  <a:pt x="2630" y="100150"/>
                </a:lnTo>
                <a:lnTo>
                  <a:pt x="2630" y="100788"/>
                </a:lnTo>
                <a:lnTo>
                  <a:pt x="2726" y="101455"/>
                </a:lnTo>
                <a:lnTo>
                  <a:pt x="2726" y="102122"/>
                </a:lnTo>
                <a:lnTo>
                  <a:pt x="2726" y="102789"/>
                </a:lnTo>
                <a:lnTo>
                  <a:pt x="2726" y="103456"/>
                </a:lnTo>
                <a:lnTo>
                  <a:pt x="2726" y="104123"/>
                </a:lnTo>
                <a:lnTo>
                  <a:pt x="2790" y="104789"/>
                </a:lnTo>
                <a:lnTo>
                  <a:pt x="2790" y="105456"/>
                </a:lnTo>
                <a:lnTo>
                  <a:pt x="2790" y="106123"/>
                </a:lnTo>
                <a:lnTo>
                  <a:pt x="2790" y="106790"/>
                </a:lnTo>
                <a:lnTo>
                  <a:pt x="2855" y="107457"/>
                </a:lnTo>
                <a:lnTo>
                  <a:pt x="2855" y="108124"/>
                </a:lnTo>
                <a:lnTo>
                  <a:pt x="2855" y="108849"/>
                </a:lnTo>
                <a:lnTo>
                  <a:pt x="2855" y="109516"/>
                </a:lnTo>
                <a:lnTo>
                  <a:pt x="2855" y="110183"/>
                </a:lnTo>
                <a:lnTo>
                  <a:pt x="2951" y="110849"/>
                </a:lnTo>
                <a:lnTo>
                  <a:pt x="2951" y="111516"/>
                </a:lnTo>
                <a:lnTo>
                  <a:pt x="2951" y="112183"/>
                </a:lnTo>
                <a:lnTo>
                  <a:pt x="2951" y="112908"/>
                </a:lnTo>
                <a:lnTo>
                  <a:pt x="3015" y="113575"/>
                </a:lnTo>
                <a:lnTo>
                  <a:pt x="3015" y="114242"/>
                </a:lnTo>
                <a:lnTo>
                  <a:pt x="3015" y="114909"/>
                </a:lnTo>
                <a:lnTo>
                  <a:pt x="3015" y="115634"/>
                </a:lnTo>
                <a:lnTo>
                  <a:pt x="3015" y="116301"/>
                </a:lnTo>
                <a:lnTo>
                  <a:pt x="3079" y="116968"/>
                </a:lnTo>
                <a:lnTo>
                  <a:pt x="3079" y="117634"/>
                </a:lnTo>
                <a:lnTo>
                  <a:pt x="3079" y="118359"/>
                </a:lnTo>
                <a:lnTo>
                  <a:pt x="3079" y="119026"/>
                </a:lnTo>
                <a:lnTo>
                  <a:pt x="3143" y="119693"/>
                </a:lnTo>
                <a:lnTo>
                  <a:pt x="3143" y="120418"/>
                </a:lnTo>
                <a:lnTo>
                  <a:pt x="3143" y="121085"/>
                </a:lnTo>
                <a:lnTo>
                  <a:pt x="3143" y="121752"/>
                </a:lnTo>
                <a:lnTo>
                  <a:pt x="3143" y="12241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163246" y="3221878"/>
            <a:ext cx="3240" cy="147210"/>
          </a:xfrm>
          <a:custGeom>
            <a:avLst/>
            <a:gdLst/>
            <a:ahLst/>
            <a:cxnLst/>
            <a:rect l="l" t="t" r="r" b="b"/>
            <a:pathLst>
              <a:path w="3240" h="147210">
                <a:moveTo>
                  <a:pt x="0" y="0"/>
                </a:moveTo>
                <a:lnTo>
                  <a:pt x="96" y="724"/>
                </a:lnTo>
                <a:lnTo>
                  <a:pt x="96" y="1391"/>
                </a:lnTo>
                <a:lnTo>
                  <a:pt x="96" y="2116"/>
                </a:lnTo>
                <a:lnTo>
                  <a:pt x="96" y="2783"/>
                </a:lnTo>
                <a:lnTo>
                  <a:pt x="160" y="3450"/>
                </a:lnTo>
                <a:lnTo>
                  <a:pt x="160" y="4175"/>
                </a:lnTo>
                <a:lnTo>
                  <a:pt x="160" y="4842"/>
                </a:lnTo>
                <a:lnTo>
                  <a:pt x="160" y="5567"/>
                </a:lnTo>
                <a:lnTo>
                  <a:pt x="160" y="6234"/>
                </a:lnTo>
                <a:lnTo>
                  <a:pt x="224" y="6900"/>
                </a:lnTo>
                <a:lnTo>
                  <a:pt x="224" y="7654"/>
                </a:lnTo>
                <a:lnTo>
                  <a:pt x="224" y="8292"/>
                </a:lnTo>
                <a:lnTo>
                  <a:pt x="224" y="9046"/>
                </a:lnTo>
                <a:lnTo>
                  <a:pt x="224" y="9713"/>
                </a:lnTo>
                <a:lnTo>
                  <a:pt x="288" y="10438"/>
                </a:lnTo>
                <a:lnTo>
                  <a:pt x="288" y="11105"/>
                </a:lnTo>
                <a:lnTo>
                  <a:pt x="288" y="11830"/>
                </a:lnTo>
                <a:lnTo>
                  <a:pt x="288" y="12497"/>
                </a:lnTo>
                <a:lnTo>
                  <a:pt x="384" y="13221"/>
                </a:lnTo>
                <a:lnTo>
                  <a:pt x="384" y="13888"/>
                </a:lnTo>
                <a:lnTo>
                  <a:pt x="384" y="14613"/>
                </a:lnTo>
                <a:lnTo>
                  <a:pt x="384" y="15280"/>
                </a:lnTo>
                <a:lnTo>
                  <a:pt x="384" y="16034"/>
                </a:lnTo>
                <a:lnTo>
                  <a:pt x="449" y="16672"/>
                </a:lnTo>
                <a:lnTo>
                  <a:pt x="449" y="17426"/>
                </a:lnTo>
                <a:lnTo>
                  <a:pt x="449" y="18093"/>
                </a:lnTo>
                <a:lnTo>
                  <a:pt x="449" y="18818"/>
                </a:lnTo>
                <a:lnTo>
                  <a:pt x="513" y="19543"/>
                </a:lnTo>
                <a:lnTo>
                  <a:pt x="513" y="20209"/>
                </a:lnTo>
                <a:lnTo>
                  <a:pt x="513" y="20934"/>
                </a:lnTo>
                <a:lnTo>
                  <a:pt x="513" y="21601"/>
                </a:lnTo>
                <a:lnTo>
                  <a:pt x="513" y="22326"/>
                </a:lnTo>
                <a:lnTo>
                  <a:pt x="609" y="23080"/>
                </a:lnTo>
                <a:lnTo>
                  <a:pt x="609" y="23747"/>
                </a:lnTo>
                <a:lnTo>
                  <a:pt x="609" y="24472"/>
                </a:lnTo>
                <a:lnTo>
                  <a:pt x="609" y="25197"/>
                </a:lnTo>
                <a:lnTo>
                  <a:pt x="673" y="25864"/>
                </a:lnTo>
                <a:lnTo>
                  <a:pt x="673" y="26588"/>
                </a:lnTo>
                <a:lnTo>
                  <a:pt x="673" y="27313"/>
                </a:lnTo>
                <a:lnTo>
                  <a:pt x="673" y="27980"/>
                </a:lnTo>
                <a:lnTo>
                  <a:pt x="673" y="28734"/>
                </a:lnTo>
                <a:lnTo>
                  <a:pt x="737" y="29459"/>
                </a:lnTo>
                <a:lnTo>
                  <a:pt x="737" y="30184"/>
                </a:lnTo>
                <a:lnTo>
                  <a:pt x="737" y="30851"/>
                </a:lnTo>
                <a:lnTo>
                  <a:pt x="737" y="31576"/>
                </a:lnTo>
                <a:lnTo>
                  <a:pt x="802" y="32301"/>
                </a:lnTo>
                <a:lnTo>
                  <a:pt x="802" y="33054"/>
                </a:lnTo>
                <a:lnTo>
                  <a:pt x="802" y="33721"/>
                </a:lnTo>
                <a:lnTo>
                  <a:pt x="802" y="34446"/>
                </a:lnTo>
                <a:lnTo>
                  <a:pt x="802" y="35171"/>
                </a:lnTo>
                <a:lnTo>
                  <a:pt x="898" y="35896"/>
                </a:lnTo>
                <a:lnTo>
                  <a:pt x="898" y="36563"/>
                </a:lnTo>
                <a:lnTo>
                  <a:pt x="898" y="37288"/>
                </a:lnTo>
                <a:lnTo>
                  <a:pt x="898" y="38042"/>
                </a:lnTo>
                <a:lnTo>
                  <a:pt x="962" y="38767"/>
                </a:lnTo>
                <a:lnTo>
                  <a:pt x="962" y="39491"/>
                </a:lnTo>
                <a:lnTo>
                  <a:pt x="962" y="40216"/>
                </a:lnTo>
                <a:lnTo>
                  <a:pt x="962" y="40883"/>
                </a:lnTo>
                <a:lnTo>
                  <a:pt x="962" y="41608"/>
                </a:lnTo>
                <a:lnTo>
                  <a:pt x="1026" y="42362"/>
                </a:lnTo>
                <a:lnTo>
                  <a:pt x="1026" y="43087"/>
                </a:lnTo>
                <a:lnTo>
                  <a:pt x="1026" y="43812"/>
                </a:lnTo>
                <a:lnTo>
                  <a:pt x="1026" y="44537"/>
                </a:lnTo>
                <a:lnTo>
                  <a:pt x="1026" y="45291"/>
                </a:lnTo>
                <a:lnTo>
                  <a:pt x="1122" y="46015"/>
                </a:lnTo>
                <a:lnTo>
                  <a:pt x="1122" y="46682"/>
                </a:lnTo>
                <a:lnTo>
                  <a:pt x="1122" y="47407"/>
                </a:lnTo>
                <a:lnTo>
                  <a:pt x="1122" y="48132"/>
                </a:lnTo>
                <a:lnTo>
                  <a:pt x="1186" y="48857"/>
                </a:lnTo>
                <a:lnTo>
                  <a:pt x="1186" y="49611"/>
                </a:lnTo>
                <a:lnTo>
                  <a:pt x="1186" y="50336"/>
                </a:lnTo>
                <a:lnTo>
                  <a:pt x="1186" y="51061"/>
                </a:lnTo>
                <a:lnTo>
                  <a:pt x="1186" y="51786"/>
                </a:lnTo>
                <a:lnTo>
                  <a:pt x="1251" y="52539"/>
                </a:lnTo>
                <a:lnTo>
                  <a:pt x="1251" y="53264"/>
                </a:lnTo>
                <a:lnTo>
                  <a:pt x="1251" y="53989"/>
                </a:lnTo>
                <a:lnTo>
                  <a:pt x="1251" y="54714"/>
                </a:lnTo>
                <a:lnTo>
                  <a:pt x="1315" y="55439"/>
                </a:lnTo>
                <a:lnTo>
                  <a:pt x="1315" y="56193"/>
                </a:lnTo>
                <a:lnTo>
                  <a:pt x="1315" y="56918"/>
                </a:lnTo>
                <a:lnTo>
                  <a:pt x="1315" y="57643"/>
                </a:lnTo>
                <a:lnTo>
                  <a:pt x="1315" y="58368"/>
                </a:lnTo>
                <a:lnTo>
                  <a:pt x="1411" y="59121"/>
                </a:lnTo>
                <a:lnTo>
                  <a:pt x="1411" y="59846"/>
                </a:lnTo>
                <a:lnTo>
                  <a:pt x="1411" y="60571"/>
                </a:lnTo>
                <a:lnTo>
                  <a:pt x="1411" y="61296"/>
                </a:lnTo>
                <a:lnTo>
                  <a:pt x="1475" y="62021"/>
                </a:lnTo>
                <a:lnTo>
                  <a:pt x="1475" y="62775"/>
                </a:lnTo>
                <a:lnTo>
                  <a:pt x="1475" y="63558"/>
                </a:lnTo>
                <a:lnTo>
                  <a:pt x="1475" y="64283"/>
                </a:lnTo>
                <a:lnTo>
                  <a:pt x="1475" y="65037"/>
                </a:lnTo>
                <a:lnTo>
                  <a:pt x="1539" y="65761"/>
                </a:lnTo>
                <a:lnTo>
                  <a:pt x="1539" y="66486"/>
                </a:lnTo>
                <a:lnTo>
                  <a:pt x="1539" y="67211"/>
                </a:lnTo>
                <a:lnTo>
                  <a:pt x="1539" y="67965"/>
                </a:lnTo>
                <a:lnTo>
                  <a:pt x="1604" y="68690"/>
                </a:lnTo>
                <a:lnTo>
                  <a:pt x="1604" y="69415"/>
                </a:lnTo>
                <a:lnTo>
                  <a:pt x="1604" y="70227"/>
                </a:lnTo>
                <a:lnTo>
                  <a:pt x="1604" y="70952"/>
                </a:lnTo>
                <a:lnTo>
                  <a:pt x="1604" y="71677"/>
                </a:lnTo>
                <a:lnTo>
                  <a:pt x="1700" y="72401"/>
                </a:lnTo>
                <a:lnTo>
                  <a:pt x="1700" y="73126"/>
                </a:lnTo>
                <a:lnTo>
                  <a:pt x="1700" y="73880"/>
                </a:lnTo>
                <a:lnTo>
                  <a:pt x="1700" y="74663"/>
                </a:lnTo>
                <a:lnTo>
                  <a:pt x="1764" y="75388"/>
                </a:lnTo>
                <a:lnTo>
                  <a:pt x="1764" y="76142"/>
                </a:lnTo>
                <a:lnTo>
                  <a:pt x="1764" y="76867"/>
                </a:lnTo>
                <a:lnTo>
                  <a:pt x="1764" y="77650"/>
                </a:lnTo>
                <a:lnTo>
                  <a:pt x="1764" y="78403"/>
                </a:lnTo>
                <a:lnTo>
                  <a:pt x="1828" y="79128"/>
                </a:lnTo>
                <a:lnTo>
                  <a:pt x="1828" y="79853"/>
                </a:lnTo>
                <a:lnTo>
                  <a:pt x="1828" y="80578"/>
                </a:lnTo>
                <a:lnTo>
                  <a:pt x="1828" y="81390"/>
                </a:lnTo>
                <a:lnTo>
                  <a:pt x="1828" y="82115"/>
                </a:lnTo>
                <a:lnTo>
                  <a:pt x="1924" y="82840"/>
                </a:lnTo>
                <a:lnTo>
                  <a:pt x="1924" y="83652"/>
                </a:lnTo>
                <a:lnTo>
                  <a:pt x="1924" y="84377"/>
                </a:lnTo>
                <a:lnTo>
                  <a:pt x="1924" y="85101"/>
                </a:lnTo>
                <a:lnTo>
                  <a:pt x="1988" y="85855"/>
                </a:lnTo>
                <a:lnTo>
                  <a:pt x="1988" y="86638"/>
                </a:lnTo>
                <a:lnTo>
                  <a:pt x="1988" y="87363"/>
                </a:lnTo>
                <a:lnTo>
                  <a:pt x="1988" y="88088"/>
                </a:lnTo>
                <a:lnTo>
                  <a:pt x="1988" y="88900"/>
                </a:lnTo>
                <a:lnTo>
                  <a:pt x="2053" y="89625"/>
                </a:lnTo>
                <a:lnTo>
                  <a:pt x="2053" y="90350"/>
                </a:lnTo>
                <a:lnTo>
                  <a:pt x="2053" y="91162"/>
                </a:lnTo>
                <a:lnTo>
                  <a:pt x="2053" y="91886"/>
                </a:lnTo>
                <a:lnTo>
                  <a:pt x="2117" y="92611"/>
                </a:lnTo>
                <a:lnTo>
                  <a:pt x="2117" y="93423"/>
                </a:lnTo>
                <a:lnTo>
                  <a:pt x="2117" y="94148"/>
                </a:lnTo>
                <a:lnTo>
                  <a:pt x="2117" y="94873"/>
                </a:lnTo>
                <a:lnTo>
                  <a:pt x="2117" y="95685"/>
                </a:lnTo>
                <a:lnTo>
                  <a:pt x="2213" y="96410"/>
                </a:lnTo>
                <a:lnTo>
                  <a:pt x="2213" y="97222"/>
                </a:lnTo>
                <a:lnTo>
                  <a:pt x="2213" y="97946"/>
                </a:lnTo>
                <a:lnTo>
                  <a:pt x="2213" y="98671"/>
                </a:lnTo>
                <a:lnTo>
                  <a:pt x="2277" y="99483"/>
                </a:lnTo>
                <a:lnTo>
                  <a:pt x="2277" y="100208"/>
                </a:lnTo>
                <a:lnTo>
                  <a:pt x="2277" y="100991"/>
                </a:lnTo>
                <a:lnTo>
                  <a:pt x="2277" y="101745"/>
                </a:lnTo>
                <a:lnTo>
                  <a:pt x="2277" y="102528"/>
                </a:lnTo>
                <a:lnTo>
                  <a:pt x="2341" y="103253"/>
                </a:lnTo>
                <a:lnTo>
                  <a:pt x="2341" y="104007"/>
                </a:lnTo>
                <a:lnTo>
                  <a:pt x="2341" y="104789"/>
                </a:lnTo>
                <a:lnTo>
                  <a:pt x="2341" y="105514"/>
                </a:lnTo>
                <a:lnTo>
                  <a:pt x="2406" y="106326"/>
                </a:lnTo>
                <a:lnTo>
                  <a:pt x="2406" y="107051"/>
                </a:lnTo>
                <a:lnTo>
                  <a:pt x="2406" y="107863"/>
                </a:lnTo>
                <a:lnTo>
                  <a:pt x="2406" y="108588"/>
                </a:lnTo>
                <a:lnTo>
                  <a:pt x="2406" y="109371"/>
                </a:lnTo>
                <a:lnTo>
                  <a:pt x="2502" y="110125"/>
                </a:lnTo>
                <a:lnTo>
                  <a:pt x="2502" y="110907"/>
                </a:lnTo>
                <a:lnTo>
                  <a:pt x="2502" y="111632"/>
                </a:lnTo>
                <a:lnTo>
                  <a:pt x="2502" y="112444"/>
                </a:lnTo>
                <a:lnTo>
                  <a:pt x="2566" y="113169"/>
                </a:lnTo>
                <a:lnTo>
                  <a:pt x="2566" y="113981"/>
                </a:lnTo>
                <a:lnTo>
                  <a:pt x="2566" y="114706"/>
                </a:lnTo>
                <a:lnTo>
                  <a:pt x="2566" y="115489"/>
                </a:lnTo>
                <a:lnTo>
                  <a:pt x="2566" y="116243"/>
                </a:lnTo>
                <a:lnTo>
                  <a:pt x="2630" y="117026"/>
                </a:lnTo>
                <a:lnTo>
                  <a:pt x="2630" y="117750"/>
                </a:lnTo>
                <a:lnTo>
                  <a:pt x="2630" y="118562"/>
                </a:lnTo>
                <a:lnTo>
                  <a:pt x="2630" y="119345"/>
                </a:lnTo>
                <a:lnTo>
                  <a:pt x="2630" y="120099"/>
                </a:lnTo>
                <a:lnTo>
                  <a:pt x="2726" y="120882"/>
                </a:lnTo>
                <a:lnTo>
                  <a:pt x="2726" y="121607"/>
                </a:lnTo>
                <a:lnTo>
                  <a:pt x="2726" y="122419"/>
                </a:lnTo>
                <a:lnTo>
                  <a:pt x="2726" y="123144"/>
                </a:lnTo>
                <a:lnTo>
                  <a:pt x="2790" y="123955"/>
                </a:lnTo>
                <a:lnTo>
                  <a:pt x="2790" y="124738"/>
                </a:lnTo>
                <a:lnTo>
                  <a:pt x="2790" y="125463"/>
                </a:lnTo>
                <a:lnTo>
                  <a:pt x="2790" y="126275"/>
                </a:lnTo>
                <a:lnTo>
                  <a:pt x="2790" y="127000"/>
                </a:lnTo>
                <a:lnTo>
                  <a:pt x="2855" y="127812"/>
                </a:lnTo>
                <a:lnTo>
                  <a:pt x="2855" y="128595"/>
                </a:lnTo>
                <a:lnTo>
                  <a:pt x="2855" y="129320"/>
                </a:lnTo>
                <a:lnTo>
                  <a:pt x="2855" y="130132"/>
                </a:lnTo>
                <a:lnTo>
                  <a:pt x="2919" y="130914"/>
                </a:lnTo>
                <a:lnTo>
                  <a:pt x="2919" y="131668"/>
                </a:lnTo>
                <a:lnTo>
                  <a:pt x="2919" y="132451"/>
                </a:lnTo>
                <a:lnTo>
                  <a:pt x="2919" y="133263"/>
                </a:lnTo>
                <a:lnTo>
                  <a:pt x="2919" y="133988"/>
                </a:lnTo>
                <a:lnTo>
                  <a:pt x="3015" y="134771"/>
                </a:lnTo>
                <a:lnTo>
                  <a:pt x="3015" y="135583"/>
                </a:lnTo>
                <a:lnTo>
                  <a:pt x="3015" y="136308"/>
                </a:lnTo>
                <a:lnTo>
                  <a:pt x="3015" y="137119"/>
                </a:lnTo>
                <a:lnTo>
                  <a:pt x="3079" y="137902"/>
                </a:lnTo>
                <a:lnTo>
                  <a:pt x="3079" y="138627"/>
                </a:lnTo>
                <a:lnTo>
                  <a:pt x="3079" y="139439"/>
                </a:lnTo>
                <a:lnTo>
                  <a:pt x="3079" y="140222"/>
                </a:lnTo>
                <a:lnTo>
                  <a:pt x="3079" y="140976"/>
                </a:lnTo>
                <a:lnTo>
                  <a:pt x="3143" y="141759"/>
                </a:lnTo>
                <a:lnTo>
                  <a:pt x="3143" y="142571"/>
                </a:lnTo>
                <a:lnTo>
                  <a:pt x="3143" y="143354"/>
                </a:lnTo>
                <a:lnTo>
                  <a:pt x="3143" y="144078"/>
                </a:lnTo>
                <a:lnTo>
                  <a:pt x="3240" y="144890"/>
                </a:lnTo>
                <a:lnTo>
                  <a:pt x="3240" y="145702"/>
                </a:lnTo>
                <a:lnTo>
                  <a:pt x="3240" y="146427"/>
                </a:lnTo>
                <a:lnTo>
                  <a:pt x="3240" y="14721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166486" y="3369089"/>
            <a:ext cx="3208" cy="158924"/>
          </a:xfrm>
          <a:custGeom>
            <a:avLst/>
            <a:gdLst/>
            <a:ahLst/>
            <a:cxnLst/>
            <a:rect l="l" t="t" r="r" b="b"/>
            <a:pathLst>
              <a:path w="3208" h="158924">
                <a:moveTo>
                  <a:pt x="0" y="0"/>
                </a:moveTo>
                <a:lnTo>
                  <a:pt x="0" y="811"/>
                </a:lnTo>
                <a:lnTo>
                  <a:pt x="64" y="1594"/>
                </a:lnTo>
                <a:lnTo>
                  <a:pt x="64" y="2348"/>
                </a:lnTo>
                <a:lnTo>
                  <a:pt x="64" y="3131"/>
                </a:lnTo>
                <a:lnTo>
                  <a:pt x="64" y="3943"/>
                </a:lnTo>
                <a:lnTo>
                  <a:pt x="128" y="4726"/>
                </a:lnTo>
                <a:lnTo>
                  <a:pt x="128" y="5451"/>
                </a:lnTo>
                <a:lnTo>
                  <a:pt x="128" y="6263"/>
                </a:lnTo>
                <a:lnTo>
                  <a:pt x="128" y="7045"/>
                </a:lnTo>
                <a:lnTo>
                  <a:pt x="128" y="7857"/>
                </a:lnTo>
                <a:lnTo>
                  <a:pt x="192" y="8640"/>
                </a:lnTo>
                <a:lnTo>
                  <a:pt x="192" y="9394"/>
                </a:lnTo>
                <a:lnTo>
                  <a:pt x="192" y="10177"/>
                </a:lnTo>
                <a:lnTo>
                  <a:pt x="192" y="10989"/>
                </a:lnTo>
                <a:lnTo>
                  <a:pt x="192" y="11772"/>
                </a:lnTo>
                <a:lnTo>
                  <a:pt x="288" y="12584"/>
                </a:lnTo>
                <a:lnTo>
                  <a:pt x="288" y="13308"/>
                </a:lnTo>
                <a:lnTo>
                  <a:pt x="288" y="14091"/>
                </a:lnTo>
                <a:lnTo>
                  <a:pt x="288" y="14903"/>
                </a:lnTo>
                <a:lnTo>
                  <a:pt x="352" y="15686"/>
                </a:lnTo>
                <a:lnTo>
                  <a:pt x="352" y="16498"/>
                </a:lnTo>
                <a:lnTo>
                  <a:pt x="352" y="17310"/>
                </a:lnTo>
                <a:lnTo>
                  <a:pt x="352" y="18035"/>
                </a:lnTo>
                <a:lnTo>
                  <a:pt x="352" y="18818"/>
                </a:lnTo>
                <a:lnTo>
                  <a:pt x="417" y="19629"/>
                </a:lnTo>
                <a:lnTo>
                  <a:pt x="417" y="20412"/>
                </a:lnTo>
                <a:lnTo>
                  <a:pt x="417" y="21224"/>
                </a:lnTo>
                <a:lnTo>
                  <a:pt x="417" y="22007"/>
                </a:lnTo>
                <a:lnTo>
                  <a:pt x="481" y="22761"/>
                </a:lnTo>
                <a:lnTo>
                  <a:pt x="481" y="23544"/>
                </a:lnTo>
                <a:lnTo>
                  <a:pt x="481" y="24356"/>
                </a:lnTo>
                <a:lnTo>
                  <a:pt x="481" y="25139"/>
                </a:lnTo>
                <a:lnTo>
                  <a:pt x="481" y="25951"/>
                </a:lnTo>
                <a:lnTo>
                  <a:pt x="577" y="26733"/>
                </a:lnTo>
                <a:lnTo>
                  <a:pt x="577" y="27545"/>
                </a:lnTo>
                <a:lnTo>
                  <a:pt x="577" y="28328"/>
                </a:lnTo>
                <a:lnTo>
                  <a:pt x="577" y="29140"/>
                </a:lnTo>
                <a:lnTo>
                  <a:pt x="641" y="29865"/>
                </a:lnTo>
                <a:lnTo>
                  <a:pt x="641" y="30648"/>
                </a:lnTo>
                <a:lnTo>
                  <a:pt x="641" y="31460"/>
                </a:lnTo>
                <a:lnTo>
                  <a:pt x="641" y="32272"/>
                </a:lnTo>
                <a:lnTo>
                  <a:pt x="641" y="33054"/>
                </a:lnTo>
                <a:lnTo>
                  <a:pt x="705" y="33866"/>
                </a:lnTo>
                <a:lnTo>
                  <a:pt x="705" y="34649"/>
                </a:lnTo>
                <a:lnTo>
                  <a:pt x="705" y="35461"/>
                </a:lnTo>
                <a:lnTo>
                  <a:pt x="705" y="36244"/>
                </a:lnTo>
                <a:lnTo>
                  <a:pt x="802" y="37056"/>
                </a:lnTo>
                <a:lnTo>
                  <a:pt x="802" y="37839"/>
                </a:lnTo>
                <a:lnTo>
                  <a:pt x="802" y="38564"/>
                </a:lnTo>
                <a:lnTo>
                  <a:pt x="802" y="39375"/>
                </a:lnTo>
                <a:lnTo>
                  <a:pt x="802" y="40158"/>
                </a:lnTo>
                <a:lnTo>
                  <a:pt x="866" y="40970"/>
                </a:lnTo>
                <a:lnTo>
                  <a:pt x="866" y="41753"/>
                </a:lnTo>
                <a:lnTo>
                  <a:pt x="866" y="42565"/>
                </a:lnTo>
                <a:lnTo>
                  <a:pt x="866" y="43377"/>
                </a:lnTo>
                <a:lnTo>
                  <a:pt x="930" y="44160"/>
                </a:lnTo>
                <a:lnTo>
                  <a:pt x="930" y="44972"/>
                </a:lnTo>
                <a:lnTo>
                  <a:pt x="930" y="45754"/>
                </a:lnTo>
                <a:lnTo>
                  <a:pt x="930" y="46566"/>
                </a:lnTo>
                <a:lnTo>
                  <a:pt x="930" y="47349"/>
                </a:lnTo>
                <a:lnTo>
                  <a:pt x="994" y="48161"/>
                </a:lnTo>
                <a:lnTo>
                  <a:pt x="994" y="48944"/>
                </a:lnTo>
                <a:lnTo>
                  <a:pt x="994" y="49756"/>
                </a:lnTo>
                <a:lnTo>
                  <a:pt x="994" y="50539"/>
                </a:lnTo>
                <a:lnTo>
                  <a:pt x="994" y="51351"/>
                </a:lnTo>
                <a:lnTo>
                  <a:pt x="1090" y="52134"/>
                </a:lnTo>
                <a:lnTo>
                  <a:pt x="1090" y="52945"/>
                </a:lnTo>
                <a:lnTo>
                  <a:pt x="1090" y="53728"/>
                </a:lnTo>
                <a:lnTo>
                  <a:pt x="1090" y="54540"/>
                </a:lnTo>
                <a:lnTo>
                  <a:pt x="1154" y="55323"/>
                </a:lnTo>
                <a:lnTo>
                  <a:pt x="1154" y="56135"/>
                </a:lnTo>
                <a:lnTo>
                  <a:pt x="1154" y="56918"/>
                </a:lnTo>
                <a:lnTo>
                  <a:pt x="1154" y="57730"/>
                </a:lnTo>
                <a:lnTo>
                  <a:pt x="1154" y="58513"/>
                </a:lnTo>
                <a:lnTo>
                  <a:pt x="1219" y="59324"/>
                </a:lnTo>
                <a:lnTo>
                  <a:pt x="1219" y="60107"/>
                </a:lnTo>
                <a:lnTo>
                  <a:pt x="1219" y="60919"/>
                </a:lnTo>
                <a:lnTo>
                  <a:pt x="1219" y="61702"/>
                </a:lnTo>
                <a:lnTo>
                  <a:pt x="1315" y="62514"/>
                </a:lnTo>
                <a:lnTo>
                  <a:pt x="1315" y="63326"/>
                </a:lnTo>
                <a:lnTo>
                  <a:pt x="1315" y="64109"/>
                </a:lnTo>
                <a:lnTo>
                  <a:pt x="1315" y="64921"/>
                </a:lnTo>
                <a:lnTo>
                  <a:pt x="1315" y="65703"/>
                </a:lnTo>
                <a:lnTo>
                  <a:pt x="1379" y="66515"/>
                </a:lnTo>
                <a:lnTo>
                  <a:pt x="1379" y="67298"/>
                </a:lnTo>
                <a:lnTo>
                  <a:pt x="1379" y="68110"/>
                </a:lnTo>
                <a:lnTo>
                  <a:pt x="1379" y="68893"/>
                </a:lnTo>
                <a:lnTo>
                  <a:pt x="1443" y="69705"/>
                </a:lnTo>
                <a:lnTo>
                  <a:pt x="1443" y="70488"/>
                </a:lnTo>
                <a:lnTo>
                  <a:pt x="1443" y="71300"/>
                </a:lnTo>
                <a:lnTo>
                  <a:pt x="1443" y="72082"/>
                </a:lnTo>
                <a:lnTo>
                  <a:pt x="1443" y="72894"/>
                </a:lnTo>
                <a:lnTo>
                  <a:pt x="1507" y="73677"/>
                </a:lnTo>
                <a:lnTo>
                  <a:pt x="1507" y="74489"/>
                </a:lnTo>
                <a:lnTo>
                  <a:pt x="1507" y="75272"/>
                </a:lnTo>
                <a:lnTo>
                  <a:pt x="1507" y="76084"/>
                </a:lnTo>
                <a:lnTo>
                  <a:pt x="1604" y="76867"/>
                </a:lnTo>
                <a:lnTo>
                  <a:pt x="1604" y="77679"/>
                </a:lnTo>
                <a:lnTo>
                  <a:pt x="1604" y="78548"/>
                </a:lnTo>
                <a:lnTo>
                  <a:pt x="1604" y="79331"/>
                </a:lnTo>
                <a:lnTo>
                  <a:pt x="1604" y="80143"/>
                </a:lnTo>
                <a:lnTo>
                  <a:pt x="1668" y="80926"/>
                </a:lnTo>
                <a:lnTo>
                  <a:pt x="1668" y="81738"/>
                </a:lnTo>
                <a:lnTo>
                  <a:pt x="1668" y="82521"/>
                </a:lnTo>
                <a:lnTo>
                  <a:pt x="1668" y="83333"/>
                </a:lnTo>
                <a:lnTo>
                  <a:pt x="1732" y="84116"/>
                </a:lnTo>
                <a:lnTo>
                  <a:pt x="1732" y="84927"/>
                </a:lnTo>
                <a:lnTo>
                  <a:pt x="1732" y="85710"/>
                </a:lnTo>
                <a:lnTo>
                  <a:pt x="1732" y="86522"/>
                </a:lnTo>
                <a:lnTo>
                  <a:pt x="1732" y="87305"/>
                </a:lnTo>
                <a:lnTo>
                  <a:pt x="1796" y="88117"/>
                </a:lnTo>
                <a:lnTo>
                  <a:pt x="1796" y="88900"/>
                </a:lnTo>
                <a:lnTo>
                  <a:pt x="1796" y="89770"/>
                </a:lnTo>
                <a:lnTo>
                  <a:pt x="1796" y="90582"/>
                </a:lnTo>
                <a:lnTo>
                  <a:pt x="1796" y="91364"/>
                </a:lnTo>
                <a:lnTo>
                  <a:pt x="1892" y="92176"/>
                </a:lnTo>
                <a:lnTo>
                  <a:pt x="1892" y="92959"/>
                </a:lnTo>
                <a:lnTo>
                  <a:pt x="1892" y="93771"/>
                </a:lnTo>
                <a:lnTo>
                  <a:pt x="1892" y="94554"/>
                </a:lnTo>
                <a:lnTo>
                  <a:pt x="1956" y="95366"/>
                </a:lnTo>
                <a:lnTo>
                  <a:pt x="1956" y="96149"/>
                </a:lnTo>
                <a:lnTo>
                  <a:pt x="1956" y="96961"/>
                </a:lnTo>
                <a:lnTo>
                  <a:pt x="1956" y="97744"/>
                </a:lnTo>
                <a:lnTo>
                  <a:pt x="1956" y="98555"/>
                </a:lnTo>
                <a:lnTo>
                  <a:pt x="2021" y="99425"/>
                </a:lnTo>
                <a:lnTo>
                  <a:pt x="2021" y="100208"/>
                </a:lnTo>
                <a:lnTo>
                  <a:pt x="2021" y="101020"/>
                </a:lnTo>
                <a:lnTo>
                  <a:pt x="2021" y="101803"/>
                </a:lnTo>
                <a:lnTo>
                  <a:pt x="2117" y="102615"/>
                </a:lnTo>
                <a:lnTo>
                  <a:pt x="2117" y="103398"/>
                </a:lnTo>
                <a:lnTo>
                  <a:pt x="2117" y="104210"/>
                </a:lnTo>
                <a:lnTo>
                  <a:pt x="2117" y="104992"/>
                </a:lnTo>
                <a:lnTo>
                  <a:pt x="2117" y="105804"/>
                </a:lnTo>
                <a:lnTo>
                  <a:pt x="2181" y="106587"/>
                </a:lnTo>
                <a:lnTo>
                  <a:pt x="2181" y="107399"/>
                </a:lnTo>
                <a:lnTo>
                  <a:pt x="2181" y="108211"/>
                </a:lnTo>
                <a:lnTo>
                  <a:pt x="2181" y="108994"/>
                </a:lnTo>
                <a:lnTo>
                  <a:pt x="2245" y="109806"/>
                </a:lnTo>
                <a:lnTo>
                  <a:pt x="2245" y="110589"/>
                </a:lnTo>
                <a:lnTo>
                  <a:pt x="2245" y="111400"/>
                </a:lnTo>
                <a:lnTo>
                  <a:pt x="2245" y="112183"/>
                </a:lnTo>
                <a:lnTo>
                  <a:pt x="2245" y="112995"/>
                </a:lnTo>
                <a:lnTo>
                  <a:pt x="2309" y="113778"/>
                </a:lnTo>
                <a:lnTo>
                  <a:pt x="2309" y="114648"/>
                </a:lnTo>
                <a:lnTo>
                  <a:pt x="2309" y="115431"/>
                </a:lnTo>
                <a:lnTo>
                  <a:pt x="2309" y="116243"/>
                </a:lnTo>
                <a:lnTo>
                  <a:pt x="2406" y="117055"/>
                </a:lnTo>
                <a:lnTo>
                  <a:pt x="2406" y="117837"/>
                </a:lnTo>
                <a:lnTo>
                  <a:pt x="2406" y="118649"/>
                </a:lnTo>
                <a:lnTo>
                  <a:pt x="2406" y="119432"/>
                </a:lnTo>
                <a:lnTo>
                  <a:pt x="2406" y="120244"/>
                </a:lnTo>
                <a:lnTo>
                  <a:pt x="2470" y="121085"/>
                </a:lnTo>
                <a:lnTo>
                  <a:pt x="2470" y="121897"/>
                </a:lnTo>
                <a:lnTo>
                  <a:pt x="2470" y="122680"/>
                </a:lnTo>
                <a:lnTo>
                  <a:pt x="2470" y="123492"/>
                </a:lnTo>
                <a:lnTo>
                  <a:pt x="2534" y="124274"/>
                </a:lnTo>
                <a:lnTo>
                  <a:pt x="2534" y="125086"/>
                </a:lnTo>
                <a:lnTo>
                  <a:pt x="2534" y="125898"/>
                </a:lnTo>
                <a:lnTo>
                  <a:pt x="2534" y="126681"/>
                </a:lnTo>
                <a:lnTo>
                  <a:pt x="2534" y="127493"/>
                </a:lnTo>
                <a:lnTo>
                  <a:pt x="2598" y="128334"/>
                </a:lnTo>
                <a:lnTo>
                  <a:pt x="2598" y="129146"/>
                </a:lnTo>
                <a:lnTo>
                  <a:pt x="2598" y="129929"/>
                </a:lnTo>
                <a:lnTo>
                  <a:pt x="2598" y="130740"/>
                </a:lnTo>
                <a:lnTo>
                  <a:pt x="2598" y="131523"/>
                </a:lnTo>
                <a:lnTo>
                  <a:pt x="2694" y="132335"/>
                </a:lnTo>
                <a:lnTo>
                  <a:pt x="2694" y="133147"/>
                </a:lnTo>
                <a:lnTo>
                  <a:pt x="2694" y="133930"/>
                </a:lnTo>
                <a:lnTo>
                  <a:pt x="2694" y="134800"/>
                </a:lnTo>
                <a:lnTo>
                  <a:pt x="2758" y="135583"/>
                </a:lnTo>
                <a:lnTo>
                  <a:pt x="2758" y="136395"/>
                </a:lnTo>
                <a:lnTo>
                  <a:pt x="2758" y="137177"/>
                </a:lnTo>
                <a:lnTo>
                  <a:pt x="2758" y="137989"/>
                </a:lnTo>
                <a:lnTo>
                  <a:pt x="2758" y="138772"/>
                </a:lnTo>
                <a:lnTo>
                  <a:pt x="2823" y="139584"/>
                </a:lnTo>
                <a:lnTo>
                  <a:pt x="2823" y="140367"/>
                </a:lnTo>
                <a:lnTo>
                  <a:pt x="2823" y="141237"/>
                </a:lnTo>
                <a:lnTo>
                  <a:pt x="2823" y="142049"/>
                </a:lnTo>
                <a:lnTo>
                  <a:pt x="2919" y="142832"/>
                </a:lnTo>
                <a:lnTo>
                  <a:pt x="2919" y="143643"/>
                </a:lnTo>
                <a:lnTo>
                  <a:pt x="2919" y="144426"/>
                </a:lnTo>
                <a:lnTo>
                  <a:pt x="2919" y="145238"/>
                </a:lnTo>
                <a:lnTo>
                  <a:pt x="2919" y="146021"/>
                </a:lnTo>
                <a:lnTo>
                  <a:pt x="2983" y="146833"/>
                </a:lnTo>
                <a:lnTo>
                  <a:pt x="2983" y="147616"/>
                </a:lnTo>
                <a:lnTo>
                  <a:pt x="2983" y="148486"/>
                </a:lnTo>
                <a:lnTo>
                  <a:pt x="2983" y="149298"/>
                </a:lnTo>
                <a:lnTo>
                  <a:pt x="3047" y="150080"/>
                </a:lnTo>
                <a:lnTo>
                  <a:pt x="3047" y="150892"/>
                </a:lnTo>
                <a:lnTo>
                  <a:pt x="3047" y="151675"/>
                </a:lnTo>
                <a:lnTo>
                  <a:pt x="3047" y="152487"/>
                </a:lnTo>
                <a:lnTo>
                  <a:pt x="3047" y="153270"/>
                </a:lnTo>
                <a:lnTo>
                  <a:pt x="3111" y="154082"/>
                </a:lnTo>
                <a:lnTo>
                  <a:pt x="3111" y="154865"/>
                </a:lnTo>
                <a:lnTo>
                  <a:pt x="3111" y="155735"/>
                </a:lnTo>
                <a:lnTo>
                  <a:pt x="3111" y="156546"/>
                </a:lnTo>
                <a:lnTo>
                  <a:pt x="3208" y="157329"/>
                </a:lnTo>
                <a:lnTo>
                  <a:pt x="3208" y="158141"/>
                </a:lnTo>
                <a:lnTo>
                  <a:pt x="3208" y="15892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169694" y="3528013"/>
            <a:ext cx="3208" cy="156604"/>
          </a:xfrm>
          <a:custGeom>
            <a:avLst/>
            <a:gdLst/>
            <a:ahLst/>
            <a:cxnLst/>
            <a:rect l="l" t="t" r="r" b="b"/>
            <a:pathLst>
              <a:path w="3208" h="156604">
                <a:moveTo>
                  <a:pt x="0" y="0"/>
                </a:moveTo>
                <a:lnTo>
                  <a:pt x="0" y="811"/>
                </a:lnTo>
                <a:lnTo>
                  <a:pt x="0" y="1594"/>
                </a:lnTo>
                <a:lnTo>
                  <a:pt x="64" y="2406"/>
                </a:lnTo>
                <a:lnTo>
                  <a:pt x="64" y="3189"/>
                </a:lnTo>
                <a:lnTo>
                  <a:pt x="64" y="4001"/>
                </a:lnTo>
                <a:lnTo>
                  <a:pt x="64" y="4871"/>
                </a:lnTo>
                <a:lnTo>
                  <a:pt x="128" y="5654"/>
                </a:lnTo>
                <a:lnTo>
                  <a:pt x="128" y="6466"/>
                </a:lnTo>
                <a:lnTo>
                  <a:pt x="128" y="7248"/>
                </a:lnTo>
                <a:lnTo>
                  <a:pt x="128" y="8060"/>
                </a:lnTo>
                <a:lnTo>
                  <a:pt x="128" y="8843"/>
                </a:lnTo>
                <a:lnTo>
                  <a:pt x="224" y="9655"/>
                </a:lnTo>
                <a:lnTo>
                  <a:pt x="224" y="10438"/>
                </a:lnTo>
                <a:lnTo>
                  <a:pt x="224" y="11250"/>
                </a:lnTo>
                <a:lnTo>
                  <a:pt x="224" y="12033"/>
                </a:lnTo>
                <a:lnTo>
                  <a:pt x="224" y="12903"/>
                </a:lnTo>
                <a:lnTo>
                  <a:pt x="288" y="13714"/>
                </a:lnTo>
                <a:lnTo>
                  <a:pt x="288" y="14497"/>
                </a:lnTo>
                <a:lnTo>
                  <a:pt x="288" y="15309"/>
                </a:lnTo>
                <a:lnTo>
                  <a:pt x="288" y="16092"/>
                </a:lnTo>
                <a:lnTo>
                  <a:pt x="352" y="16904"/>
                </a:lnTo>
                <a:lnTo>
                  <a:pt x="352" y="17687"/>
                </a:lnTo>
                <a:lnTo>
                  <a:pt x="352" y="18499"/>
                </a:lnTo>
                <a:lnTo>
                  <a:pt x="352" y="19282"/>
                </a:lnTo>
                <a:lnTo>
                  <a:pt x="352" y="20093"/>
                </a:lnTo>
                <a:lnTo>
                  <a:pt x="417" y="20876"/>
                </a:lnTo>
                <a:lnTo>
                  <a:pt x="417" y="21688"/>
                </a:lnTo>
                <a:lnTo>
                  <a:pt x="417" y="22471"/>
                </a:lnTo>
                <a:lnTo>
                  <a:pt x="417" y="23341"/>
                </a:lnTo>
                <a:lnTo>
                  <a:pt x="513" y="24153"/>
                </a:lnTo>
                <a:lnTo>
                  <a:pt x="513" y="24936"/>
                </a:lnTo>
                <a:lnTo>
                  <a:pt x="513" y="25748"/>
                </a:lnTo>
                <a:lnTo>
                  <a:pt x="513" y="26530"/>
                </a:lnTo>
                <a:lnTo>
                  <a:pt x="513" y="27342"/>
                </a:lnTo>
                <a:lnTo>
                  <a:pt x="577" y="28125"/>
                </a:lnTo>
                <a:lnTo>
                  <a:pt x="577" y="28937"/>
                </a:lnTo>
                <a:lnTo>
                  <a:pt x="577" y="29720"/>
                </a:lnTo>
                <a:lnTo>
                  <a:pt x="577" y="30532"/>
                </a:lnTo>
                <a:lnTo>
                  <a:pt x="641" y="31315"/>
                </a:lnTo>
                <a:lnTo>
                  <a:pt x="641" y="32127"/>
                </a:lnTo>
                <a:lnTo>
                  <a:pt x="641" y="32938"/>
                </a:lnTo>
                <a:lnTo>
                  <a:pt x="641" y="33721"/>
                </a:lnTo>
                <a:lnTo>
                  <a:pt x="641" y="34533"/>
                </a:lnTo>
                <a:lnTo>
                  <a:pt x="705" y="35316"/>
                </a:lnTo>
                <a:lnTo>
                  <a:pt x="705" y="36128"/>
                </a:lnTo>
                <a:lnTo>
                  <a:pt x="705" y="36911"/>
                </a:lnTo>
                <a:lnTo>
                  <a:pt x="705" y="37723"/>
                </a:lnTo>
                <a:lnTo>
                  <a:pt x="802" y="38506"/>
                </a:lnTo>
                <a:lnTo>
                  <a:pt x="802" y="39317"/>
                </a:lnTo>
                <a:lnTo>
                  <a:pt x="802" y="40158"/>
                </a:lnTo>
                <a:lnTo>
                  <a:pt x="802" y="40970"/>
                </a:lnTo>
                <a:lnTo>
                  <a:pt x="802" y="41782"/>
                </a:lnTo>
                <a:lnTo>
                  <a:pt x="866" y="42565"/>
                </a:lnTo>
                <a:lnTo>
                  <a:pt x="866" y="43377"/>
                </a:lnTo>
                <a:lnTo>
                  <a:pt x="866" y="44160"/>
                </a:lnTo>
                <a:lnTo>
                  <a:pt x="866" y="44972"/>
                </a:lnTo>
                <a:lnTo>
                  <a:pt x="930" y="45754"/>
                </a:lnTo>
                <a:lnTo>
                  <a:pt x="930" y="46566"/>
                </a:lnTo>
                <a:lnTo>
                  <a:pt x="930" y="47349"/>
                </a:lnTo>
                <a:lnTo>
                  <a:pt x="930" y="48161"/>
                </a:lnTo>
                <a:lnTo>
                  <a:pt x="930" y="48944"/>
                </a:lnTo>
                <a:lnTo>
                  <a:pt x="1026" y="49756"/>
                </a:lnTo>
                <a:lnTo>
                  <a:pt x="1026" y="50539"/>
                </a:lnTo>
                <a:lnTo>
                  <a:pt x="1026" y="51351"/>
                </a:lnTo>
                <a:lnTo>
                  <a:pt x="1026" y="52134"/>
                </a:lnTo>
                <a:lnTo>
                  <a:pt x="1026" y="52945"/>
                </a:lnTo>
                <a:lnTo>
                  <a:pt x="1090" y="53728"/>
                </a:lnTo>
                <a:lnTo>
                  <a:pt x="1090" y="54540"/>
                </a:lnTo>
                <a:lnTo>
                  <a:pt x="1090" y="55323"/>
                </a:lnTo>
                <a:lnTo>
                  <a:pt x="1090" y="56135"/>
                </a:lnTo>
                <a:lnTo>
                  <a:pt x="1154" y="56860"/>
                </a:lnTo>
                <a:lnTo>
                  <a:pt x="1154" y="57672"/>
                </a:lnTo>
                <a:lnTo>
                  <a:pt x="1154" y="58455"/>
                </a:lnTo>
                <a:lnTo>
                  <a:pt x="1154" y="59266"/>
                </a:lnTo>
                <a:lnTo>
                  <a:pt x="1154" y="60049"/>
                </a:lnTo>
                <a:lnTo>
                  <a:pt x="1219" y="60861"/>
                </a:lnTo>
                <a:lnTo>
                  <a:pt x="1219" y="61644"/>
                </a:lnTo>
                <a:lnTo>
                  <a:pt x="1219" y="62456"/>
                </a:lnTo>
                <a:lnTo>
                  <a:pt x="1219" y="63239"/>
                </a:lnTo>
                <a:lnTo>
                  <a:pt x="1315" y="64051"/>
                </a:lnTo>
                <a:lnTo>
                  <a:pt x="1315" y="64834"/>
                </a:lnTo>
                <a:lnTo>
                  <a:pt x="1315" y="65645"/>
                </a:lnTo>
                <a:lnTo>
                  <a:pt x="1315" y="66428"/>
                </a:lnTo>
                <a:lnTo>
                  <a:pt x="1315" y="67240"/>
                </a:lnTo>
                <a:lnTo>
                  <a:pt x="1379" y="68023"/>
                </a:lnTo>
                <a:lnTo>
                  <a:pt x="1379" y="68835"/>
                </a:lnTo>
                <a:lnTo>
                  <a:pt x="1379" y="69618"/>
                </a:lnTo>
                <a:lnTo>
                  <a:pt x="1379" y="70430"/>
                </a:lnTo>
                <a:lnTo>
                  <a:pt x="1443" y="71155"/>
                </a:lnTo>
                <a:lnTo>
                  <a:pt x="1443" y="71966"/>
                </a:lnTo>
                <a:lnTo>
                  <a:pt x="1443" y="72749"/>
                </a:lnTo>
                <a:lnTo>
                  <a:pt x="1443" y="73561"/>
                </a:lnTo>
                <a:lnTo>
                  <a:pt x="1443" y="74344"/>
                </a:lnTo>
                <a:lnTo>
                  <a:pt x="1539" y="75156"/>
                </a:lnTo>
                <a:lnTo>
                  <a:pt x="1539" y="75939"/>
                </a:lnTo>
                <a:lnTo>
                  <a:pt x="1539" y="76751"/>
                </a:lnTo>
                <a:lnTo>
                  <a:pt x="1539" y="77534"/>
                </a:lnTo>
                <a:lnTo>
                  <a:pt x="1604" y="78345"/>
                </a:lnTo>
                <a:lnTo>
                  <a:pt x="1604" y="79070"/>
                </a:lnTo>
                <a:lnTo>
                  <a:pt x="1604" y="79882"/>
                </a:lnTo>
                <a:lnTo>
                  <a:pt x="1604" y="80665"/>
                </a:lnTo>
                <a:lnTo>
                  <a:pt x="1604" y="81477"/>
                </a:lnTo>
                <a:lnTo>
                  <a:pt x="1668" y="82260"/>
                </a:lnTo>
                <a:lnTo>
                  <a:pt x="1668" y="83072"/>
                </a:lnTo>
                <a:lnTo>
                  <a:pt x="1668" y="83855"/>
                </a:lnTo>
                <a:lnTo>
                  <a:pt x="1668" y="84667"/>
                </a:lnTo>
                <a:lnTo>
                  <a:pt x="1732" y="85391"/>
                </a:lnTo>
                <a:lnTo>
                  <a:pt x="1732" y="86174"/>
                </a:lnTo>
                <a:lnTo>
                  <a:pt x="1732" y="86986"/>
                </a:lnTo>
                <a:lnTo>
                  <a:pt x="1732" y="87798"/>
                </a:lnTo>
                <a:lnTo>
                  <a:pt x="1732" y="88581"/>
                </a:lnTo>
                <a:lnTo>
                  <a:pt x="1828" y="89393"/>
                </a:lnTo>
                <a:lnTo>
                  <a:pt x="1828" y="90118"/>
                </a:lnTo>
                <a:lnTo>
                  <a:pt x="1828" y="90901"/>
                </a:lnTo>
                <a:lnTo>
                  <a:pt x="1828" y="91712"/>
                </a:lnTo>
                <a:lnTo>
                  <a:pt x="1828" y="92495"/>
                </a:lnTo>
                <a:lnTo>
                  <a:pt x="1892" y="93307"/>
                </a:lnTo>
                <a:lnTo>
                  <a:pt x="1892" y="94032"/>
                </a:lnTo>
                <a:lnTo>
                  <a:pt x="1892" y="94844"/>
                </a:lnTo>
                <a:lnTo>
                  <a:pt x="1892" y="95627"/>
                </a:lnTo>
                <a:lnTo>
                  <a:pt x="1956" y="96439"/>
                </a:lnTo>
                <a:lnTo>
                  <a:pt x="1956" y="97222"/>
                </a:lnTo>
                <a:lnTo>
                  <a:pt x="1956" y="97946"/>
                </a:lnTo>
                <a:lnTo>
                  <a:pt x="1956" y="98758"/>
                </a:lnTo>
                <a:lnTo>
                  <a:pt x="1956" y="99541"/>
                </a:lnTo>
                <a:lnTo>
                  <a:pt x="2021" y="100353"/>
                </a:lnTo>
                <a:lnTo>
                  <a:pt x="2021" y="101136"/>
                </a:lnTo>
                <a:lnTo>
                  <a:pt x="2021" y="101890"/>
                </a:lnTo>
                <a:lnTo>
                  <a:pt x="2021" y="102673"/>
                </a:lnTo>
                <a:lnTo>
                  <a:pt x="2117" y="103485"/>
                </a:lnTo>
                <a:lnTo>
                  <a:pt x="2117" y="104268"/>
                </a:lnTo>
                <a:lnTo>
                  <a:pt x="2117" y="104992"/>
                </a:lnTo>
                <a:lnTo>
                  <a:pt x="2117" y="105804"/>
                </a:lnTo>
                <a:lnTo>
                  <a:pt x="2117" y="106616"/>
                </a:lnTo>
                <a:lnTo>
                  <a:pt x="2181" y="107399"/>
                </a:lnTo>
                <a:lnTo>
                  <a:pt x="2181" y="108124"/>
                </a:lnTo>
                <a:lnTo>
                  <a:pt x="2181" y="108936"/>
                </a:lnTo>
                <a:lnTo>
                  <a:pt x="2181" y="109719"/>
                </a:lnTo>
                <a:lnTo>
                  <a:pt x="2245" y="110473"/>
                </a:lnTo>
                <a:lnTo>
                  <a:pt x="2245" y="111255"/>
                </a:lnTo>
                <a:lnTo>
                  <a:pt x="2245" y="112067"/>
                </a:lnTo>
                <a:lnTo>
                  <a:pt x="2245" y="112850"/>
                </a:lnTo>
                <a:lnTo>
                  <a:pt x="2245" y="113575"/>
                </a:lnTo>
                <a:lnTo>
                  <a:pt x="2341" y="114387"/>
                </a:lnTo>
                <a:lnTo>
                  <a:pt x="2341" y="115170"/>
                </a:lnTo>
                <a:lnTo>
                  <a:pt x="2341" y="115924"/>
                </a:lnTo>
                <a:lnTo>
                  <a:pt x="2341" y="116707"/>
                </a:lnTo>
                <a:lnTo>
                  <a:pt x="2406" y="117518"/>
                </a:lnTo>
                <a:lnTo>
                  <a:pt x="2406" y="118243"/>
                </a:lnTo>
                <a:lnTo>
                  <a:pt x="2406" y="119026"/>
                </a:lnTo>
                <a:lnTo>
                  <a:pt x="2406" y="119838"/>
                </a:lnTo>
                <a:lnTo>
                  <a:pt x="2406" y="120563"/>
                </a:lnTo>
                <a:lnTo>
                  <a:pt x="2470" y="121375"/>
                </a:lnTo>
                <a:lnTo>
                  <a:pt x="2470" y="122158"/>
                </a:lnTo>
                <a:lnTo>
                  <a:pt x="2470" y="122883"/>
                </a:lnTo>
                <a:lnTo>
                  <a:pt x="2470" y="123695"/>
                </a:lnTo>
                <a:lnTo>
                  <a:pt x="2534" y="124419"/>
                </a:lnTo>
                <a:lnTo>
                  <a:pt x="2534" y="125231"/>
                </a:lnTo>
                <a:lnTo>
                  <a:pt x="2534" y="126014"/>
                </a:lnTo>
                <a:lnTo>
                  <a:pt x="2534" y="126739"/>
                </a:lnTo>
                <a:lnTo>
                  <a:pt x="2534" y="127551"/>
                </a:lnTo>
                <a:lnTo>
                  <a:pt x="2630" y="128334"/>
                </a:lnTo>
                <a:lnTo>
                  <a:pt x="2630" y="129088"/>
                </a:lnTo>
                <a:lnTo>
                  <a:pt x="2630" y="129871"/>
                </a:lnTo>
                <a:lnTo>
                  <a:pt x="2630" y="130595"/>
                </a:lnTo>
                <a:lnTo>
                  <a:pt x="2630" y="131407"/>
                </a:lnTo>
                <a:lnTo>
                  <a:pt x="2694" y="132132"/>
                </a:lnTo>
                <a:lnTo>
                  <a:pt x="2694" y="132944"/>
                </a:lnTo>
                <a:lnTo>
                  <a:pt x="2694" y="133727"/>
                </a:lnTo>
                <a:lnTo>
                  <a:pt x="2694" y="134452"/>
                </a:lnTo>
                <a:lnTo>
                  <a:pt x="2758" y="135264"/>
                </a:lnTo>
                <a:lnTo>
                  <a:pt x="2758" y="135989"/>
                </a:lnTo>
                <a:lnTo>
                  <a:pt x="2758" y="136801"/>
                </a:lnTo>
                <a:lnTo>
                  <a:pt x="2758" y="137525"/>
                </a:lnTo>
                <a:lnTo>
                  <a:pt x="2758" y="138308"/>
                </a:lnTo>
                <a:lnTo>
                  <a:pt x="2823" y="139062"/>
                </a:lnTo>
                <a:lnTo>
                  <a:pt x="2823" y="139845"/>
                </a:lnTo>
                <a:lnTo>
                  <a:pt x="2823" y="140570"/>
                </a:lnTo>
                <a:lnTo>
                  <a:pt x="2823" y="141382"/>
                </a:lnTo>
                <a:lnTo>
                  <a:pt x="2919" y="142107"/>
                </a:lnTo>
                <a:lnTo>
                  <a:pt x="2919" y="142919"/>
                </a:lnTo>
                <a:lnTo>
                  <a:pt x="2919" y="143643"/>
                </a:lnTo>
                <a:lnTo>
                  <a:pt x="2919" y="144426"/>
                </a:lnTo>
                <a:lnTo>
                  <a:pt x="2919" y="145180"/>
                </a:lnTo>
                <a:lnTo>
                  <a:pt x="2983" y="145963"/>
                </a:lnTo>
                <a:lnTo>
                  <a:pt x="2983" y="146688"/>
                </a:lnTo>
                <a:lnTo>
                  <a:pt x="2983" y="147500"/>
                </a:lnTo>
                <a:lnTo>
                  <a:pt x="2983" y="148225"/>
                </a:lnTo>
                <a:lnTo>
                  <a:pt x="3047" y="149037"/>
                </a:lnTo>
                <a:lnTo>
                  <a:pt x="3047" y="149762"/>
                </a:lnTo>
                <a:lnTo>
                  <a:pt x="3047" y="150486"/>
                </a:lnTo>
                <a:lnTo>
                  <a:pt x="3047" y="151298"/>
                </a:lnTo>
                <a:lnTo>
                  <a:pt x="3047" y="152023"/>
                </a:lnTo>
                <a:lnTo>
                  <a:pt x="3143" y="152806"/>
                </a:lnTo>
                <a:lnTo>
                  <a:pt x="3143" y="153560"/>
                </a:lnTo>
                <a:lnTo>
                  <a:pt x="3143" y="154343"/>
                </a:lnTo>
                <a:lnTo>
                  <a:pt x="3143" y="155068"/>
                </a:lnTo>
                <a:lnTo>
                  <a:pt x="3208" y="155822"/>
                </a:lnTo>
                <a:lnTo>
                  <a:pt x="3208" y="15660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172902" y="3684618"/>
            <a:ext cx="3208" cy="140045"/>
          </a:xfrm>
          <a:custGeom>
            <a:avLst/>
            <a:gdLst/>
            <a:ahLst/>
            <a:cxnLst/>
            <a:rect l="l" t="t" r="r" b="b"/>
            <a:pathLst>
              <a:path w="3208" h="140045">
                <a:moveTo>
                  <a:pt x="0" y="0"/>
                </a:moveTo>
                <a:lnTo>
                  <a:pt x="0" y="724"/>
                </a:lnTo>
                <a:lnTo>
                  <a:pt x="0" y="1478"/>
                </a:lnTo>
                <a:lnTo>
                  <a:pt x="0" y="2261"/>
                </a:lnTo>
                <a:lnTo>
                  <a:pt x="64" y="2986"/>
                </a:lnTo>
                <a:lnTo>
                  <a:pt x="64" y="3798"/>
                </a:lnTo>
                <a:lnTo>
                  <a:pt x="64" y="4523"/>
                </a:lnTo>
                <a:lnTo>
                  <a:pt x="64" y="5248"/>
                </a:lnTo>
                <a:lnTo>
                  <a:pt x="128" y="6060"/>
                </a:lnTo>
                <a:lnTo>
                  <a:pt x="128" y="6784"/>
                </a:lnTo>
                <a:lnTo>
                  <a:pt x="128" y="7509"/>
                </a:lnTo>
                <a:lnTo>
                  <a:pt x="128" y="8321"/>
                </a:lnTo>
                <a:lnTo>
                  <a:pt x="128" y="9046"/>
                </a:lnTo>
                <a:lnTo>
                  <a:pt x="224" y="9771"/>
                </a:lnTo>
                <a:lnTo>
                  <a:pt x="224" y="10496"/>
                </a:lnTo>
                <a:lnTo>
                  <a:pt x="224" y="11308"/>
                </a:lnTo>
                <a:lnTo>
                  <a:pt x="224" y="12033"/>
                </a:lnTo>
                <a:lnTo>
                  <a:pt x="224" y="12758"/>
                </a:lnTo>
                <a:lnTo>
                  <a:pt x="288" y="13569"/>
                </a:lnTo>
                <a:lnTo>
                  <a:pt x="288" y="14294"/>
                </a:lnTo>
                <a:lnTo>
                  <a:pt x="288" y="15019"/>
                </a:lnTo>
                <a:lnTo>
                  <a:pt x="288" y="15773"/>
                </a:lnTo>
                <a:lnTo>
                  <a:pt x="352" y="16556"/>
                </a:lnTo>
                <a:lnTo>
                  <a:pt x="352" y="17281"/>
                </a:lnTo>
                <a:lnTo>
                  <a:pt x="352" y="18035"/>
                </a:lnTo>
                <a:lnTo>
                  <a:pt x="352" y="18760"/>
                </a:lnTo>
                <a:lnTo>
                  <a:pt x="352" y="19485"/>
                </a:lnTo>
                <a:lnTo>
                  <a:pt x="449" y="20296"/>
                </a:lnTo>
                <a:lnTo>
                  <a:pt x="449" y="21021"/>
                </a:lnTo>
                <a:lnTo>
                  <a:pt x="449" y="21746"/>
                </a:lnTo>
                <a:lnTo>
                  <a:pt x="449" y="22471"/>
                </a:lnTo>
                <a:lnTo>
                  <a:pt x="513" y="23196"/>
                </a:lnTo>
                <a:lnTo>
                  <a:pt x="513" y="24008"/>
                </a:lnTo>
                <a:lnTo>
                  <a:pt x="513" y="24733"/>
                </a:lnTo>
                <a:lnTo>
                  <a:pt x="513" y="25458"/>
                </a:lnTo>
                <a:lnTo>
                  <a:pt x="513" y="26211"/>
                </a:lnTo>
                <a:lnTo>
                  <a:pt x="577" y="26936"/>
                </a:lnTo>
                <a:lnTo>
                  <a:pt x="577" y="27661"/>
                </a:lnTo>
                <a:lnTo>
                  <a:pt x="577" y="28386"/>
                </a:lnTo>
                <a:lnTo>
                  <a:pt x="577" y="29198"/>
                </a:lnTo>
                <a:lnTo>
                  <a:pt x="641" y="29923"/>
                </a:lnTo>
                <a:lnTo>
                  <a:pt x="641" y="30648"/>
                </a:lnTo>
                <a:lnTo>
                  <a:pt x="641" y="31402"/>
                </a:lnTo>
                <a:lnTo>
                  <a:pt x="641" y="32127"/>
                </a:lnTo>
                <a:lnTo>
                  <a:pt x="641" y="32851"/>
                </a:lnTo>
                <a:lnTo>
                  <a:pt x="737" y="33576"/>
                </a:lnTo>
                <a:lnTo>
                  <a:pt x="737" y="34301"/>
                </a:lnTo>
                <a:lnTo>
                  <a:pt x="737" y="35055"/>
                </a:lnTo>
                <a:lnTo>
                  <a:pt x="737" y="35780"/>
                </a:lnTo>
                <a:lnTo>
                  <a:pt x="802" y="36505"/>
                </a:lnTo>
                <a:lnTo>
                  <a:pt x="802" y="37230"/>
                </a:lnTo>
                <a:lnTo>
                  <a:pt x="802" y="37984"/>
                </a:lnTo>
                <a:lnTo>
                  <a:pt x="802" y="38709"/>
                </a:lnTo>
                <a:lnTo>
                  <a:pt x="802" y="39433"/>
                </a:lnTo>
                <a:lnTo>
                  <a:pt x="866" y="40158"/>
                </a:lnTo>
                <a:lnTo>
                  <a:pt x="866" y="40912"/>
                </a:lnTo>
                <a:lnTo>
                  <a:pt x="866" y="41637"/>
                </a:lnTo>
                <a:lnTo>
                  <a:pt x="866" y="42362"/>
                </a:lnTo>
                <a:lnTo>
                  <a:pt x="930" y="43087"/>
                </a:lnTo>
                <a:lnTo>
                  <a:pt x="930" y="43812"/>
                </a:lnTo>
                <a:lnTo>
                  <a:pt x="930" y="44566"/>
                </a:lnTo>
                <a:lnTo>
                  <a:pt x="930" y="45291"/>
                </a:lnTo>
                <a:lnTo>
                  <a:pt x="930" y="46015"/>
                </a:lnTo>
                <a:lnTo>
                  <a:pt x="1026" y="46740"/>
                </a:lnTo>
                <a:lnTo>
                  <a:pt x="1026" y="47494"/>
                </a:lnTo>
                <a:lnTo>
                  <a:pt x="1026" y="48219"/>
                </a:lnTo>
                <a:lnTo>
                  <a:pt x="1026" y="48944"/>
                </a:lnTo>
                <a:lnTo>
                  <a:pt x="1026" y="49669"/>
                </a:lnTo>
                <a:lnTo>
                  <a:pt x="1090" y="50394"/>
                </a:lnTo>
                <a:lnTo>
                  <a:pt x="1090" y="51148"/>
                </a:lnTo>
                <a:lnTo>
                  <a:pt x="1090" y="51815"/>
                </a:lnTo>
                <a:lnTo>
                  <a:pt x="1090" y="52539"/>
                </a:lnTo>
                <a:lnTo>
                  <a:pt x="1154" y="53264"/>
                </a:lnTo>
                <a:lnTo>
                  <a:pt x="1154" y="53989"/>
                </a:lnTo>
                <a:lnTo>
                  <a:pt x="1154" y="54743"/>
                </a:lnTo>
                <a:lnTo>
                  <a:pt x="1154" y="55468"/>
                </a:lnTo>
                <a:lnTo>
                  <a:pt x="1154" y="56193"/>
                </a:lnTo>
                <a:lnTo>
                  <a:pt x="1251" y="56860"/>
                </a:lnTo>
                <a:lnTo>
                  <a:pt x="1251" y="57585"/>
                </a:lnTo>
                <a:lnTo>
                  <a:pt x="1251" y="58310"/>
                </a:lnTo>
                <a:lnTo>
                  <a:pt x="1251" y="59063"/>
                </a:lnTo>
                <a:lnTo>
                  <a:pt x="1315" y="59788"/>
                </a:lnTo>
                <a:lnTo>
                  <a:pt x="1315" y="60455"/>
                </a:lnTo>
                <a:lnTo>
                  <a:pt x="1315" y="61180"/>
                </a:lnTo>
                <a:lnTo>
                  <a:pt x="1315" y="61905"/>
                </a:lnTo>
                <a:lnTo>
                  <a:pt x="1315" y="62630"/>
                </a:lnTo>
                <a:lnTo>
                  <a:pt x="1379" y="63297"/>
                </a:lnTo>
                <a:lnTo>
                  <a:pt x="1379" y="64051"/>
                </a:lnTo>
                <a:lnTo>
                  <a:pt x="1379" y="64776"/>
                </a:lnTo>
                <a:lnTo>
                  <a:pt x="1379" y="65500"/>
                </a:lnTo>
                <a:lnTo>
                  <a:pt x="1443" y="66167"/>
                </a:lnTo>
                <a:lnTo>
                  <a:pt x="1443" y="66892"/>
                </a:lnTo>
                <a:lnTo>
                  <a:pt x="1443" y="67617"/>
                </a:lnTo>
                <a:lnTo>
                  <a:pt x="1443" y="68284"/>
                </a:lnTo>
                <a:lnTo>
                  <a:pt x="1443" y="69038"/>
                </a:lnTo>
                <a:lnTo>
                  <a:pt x="1539" y="69763"/>
                </a:lnTo>
                <a:lnTo>
                  <a:pt x="1539" y="70430"/>
                </a:lnTo>
                <a:lnTo>
                  <a:pt x="1539" y="71155"/>
                </a:lnTo>
                <a:lnTo>
                  <a:pt x="1539" y="71879"/>
                </a:lnTo>
                <a:lnTo>
                  <a:pt x="1604" y="72546"/>
                </a:lnTo>
                <a:lnTo>
                  <a:pt x="1604" y="73271"/>
                </a:lnTo>
                <a:lnTo>
                  <a:pt x="1604" y="74025"/>
                </a:lnTo>
                <a:lnTo>
                  <a:pt x="1604" y="74692"/>
                </a:lnTo>
                <a:lnTo>
                  <a:pt x="1604" y="75417"/>
                </a:lnTo>
                <a:lnTo>
                  <a:pt x="1668" y="76084"/>
                </a:lnTo>
                <a:lnTo>
                  <a:pt x="1668" y="76809"/>
                </a:lnTo>
                <a:lnTo>
                  <a:pt x="1668" y="77476"/>
                </a:lnTo>
                <a:lnTo>
                  <a:pt x="1668" y="78201"/>
                </a:lnTo>
                <a:lnTo>
                  <a:pt x="1764" y="78925"/>
                </a:lnTo>
                <a:lnTo>
                  <a:pt x="1764" y="79592"/>
                </a:lnTo>
                <a:lnTo>
                  <a:pt x="1764" y="80317"/>
                </a:lnTo>
                <a:lnTo>
                  <a:pt x="1764" y="80984"/>
                </a:lnTo>
                <a:lnTo>
                  <a:pt x="1764" y="81738"/>
                </a:lnTo>
                <a:lnTo>
                  <a:pt x="1828" y="82405"/>
                </a:lnTo>
                <a:lnTo>
                  <a:pt x="1828" y="83130"/>
                </a:lnTo>
                <a:lnTo>
                  <a:pt x="1828" y="83797"/>
                </a:lnTo>
                <a:lnTo>
                  <a:pt x="1828" y="84522"/>
                </a:lnTo>
                <a:lnTo>
                  <a:pt x="1828" y="85188"/>
                </a:lnTo>
                <a:lnTo>
                  <a:pt x="1892" y="85913"/>
                </a:lnTo>
                <a:lnTo>
                  <a:pt x="1892" y="86580"/>
                </a:lnTo>
                <a:lnTo>
                  <a:pt x="1892" y="87305"/>
                </a:lnTo>
                <a:lnTo>
                  <a:pt x="1892" y="87972"/>
                </a:lnTo>
                <a:lnTo>
                  <a:pt x="1956" y="88639"/>
                </a:lnTo>
                <a:lnTo>
                  <a:pt x="1956" y="89364"/>
                </a:lnTo>
                <a:lnTo>
                  <a:pt x="1956" y="90031"/>
                </a:lnTo>
                <a:lnTo>
                  <a:pt x="1956" y="90785"/>
                </a:lnTo>
                <a:lnTo>
                  <a:pt x="1956" y="91422"/>
                </a:lnTo>
                <a:lnTo>
                  <a:pt x="2053" y="92089"/>
                </a:lnTo>
                <a:lnTo>
                  <a:pt x="2053" y="92843"/>
                </a:lnTo>
                <a:lnTo>
                  <a:pt x="2053" y="93510"/>
                </a:lnTo>
                <a:lnTo>
                  <a:pt x="2053" y="94148"/>
                </a:lnTo>
                <a:lnTo>
                  <a:pt x="2117" y="94902"/>
                </a:lnTo>
                <a:lnTo>
                  <a:pt x="2117" y="95569"/>
                </a:lnTo>
                <a:lnTo>
                  <a:pt x="2117" y="96236"/>
                </a:lnTo>
                <a:lnTo>
                  <a:pt x="2117" y="96961"/>
                </a:lnTo>
                <a:lnTo>
                  <a:pt x="2117" y="97628"/>
                </a:lnTo>
                <a:lnTo>
                  <a:pt x="2181" y="98294"/>
                </a:lnTo>
                <a:lnTo>
                  <a:pt x="2181" y="99019"/>
                </a:lnTo>
                <a:lnTo>
                  <a:pt x="2181" y="99680"/>
                </a:lnTo>
                <a:lnTo>
                  <a:pt x="2181" y="100347"/>
                </a:lnTo>
                <a:lnTo>
                  <a:pt x="2245" y="101011"/>
                </a:lnTo>
                <a:lnTo>
                  <a:pt x="2245" y="101742"/>
                </a:lnTo>
                <a:lnTo>
                  <a:pt x="2245" y="102409"/>
                </a:lnTo>
                <a:lnTo>
                  <a:pt x="2245" y="103073"/>
                </a:lnTo>
                <a:lnTo>
                  <a:pt x="2245" y="103737"/>
                </a:lnTo>
                <a:lnTo>
                  <a:pt x="2341" y="104404"/>
                </a:lnTo>
                <a:lnTo>
                  <a:pt x="2341" y="105134"/>
                </a:lnTo>
                <a:lnTo>
                  <a:pt x="2341" y="105798"/>
                </a:lnTo>
                <a:lnTo>
                  <a:pt x="2341" y="106462"/>
                </a:lnTo>
                <a:lnTo>
                  <a:pt x="2406" y="107129"/>
                </a:lnTo>
                <a:lnTo>
                  <a:pt x="2406" y="107793"/>
                </a:lnTo>
                <a:lnTo>
                  <a:pt x="2406" y="108457"/>
                </a:lnTo>
                <a:lnTo>
                  <a:pt x="2406" y="109191"/>
                </a:lnTo>
                <a:lnTo>
                  <a:pt x="2406" y="109855"/>
                </a:lnTo>
                <a:lnTo>
                  <a:pt x="2470" y="110519"/>
                </a:lnTo>
                <a:lnTo>
                  <a:pt x="2470" y="111186"/>
                </a:lnTo>
                <a:lnTo>
                  <a:pt x="2470" y="111850"/>
                </a:lnTo>
                <a:lnTo>
                  <a:pt x="2470" y="112514"/>
                </a:lnTo>
                <a:lnTo>
                  <a:pt x="2566" y="113181"/>
                </a:lnTo>
                <a:lnTo>
                  <a:pt x="2566" y="113845"/>
                </a:lnTo>
                <a:lnTo>
                  <a:pt x="2566" y="114509"/>
                </a:lnTo>
                <a:lnTo>
                  <a:pt x="2566" y="115176"/>
                </a:lnTo>
                <a:lnTo>
                  <a:pt x="2566" y="115840"/>
                </a:lnTo>
                <a:lnTo>
                  <a:pt x="2630" y="116504"/>
                </a:lnTo>
                <a:lnTo>
                  <a:pt x="2630" y="117171"/>
                </a:lnTo>
                <a:lnTo>
                  <a:pt x="2630" y="117835"/>
                </a:lnTo>
                <a:lnTo>
                  <a:pt x="2630" y="118499"/>
                </a:lnTo>
                <a:lnTo>
                  <a:pt x="2630" y="119165"/>
                </a:lnTo>
                <a:lnTo>
                  <a:pt x="2694" y="119829"/>
                </a:lnTo>
                <a:lnTo>
                  <a:pt x="2694" y="120493"/>
                </a:lnTo>
                <a:lnTo>
                  <a:pt x="2694" y="121160"/>
                </a:lnTo>
                <a:lnTo>
                  <a:pt x="2694" y="121824"/>
                </a:lnTo>
                <a:lnTo>
                  <a:pt x="2758" y="122488"/>
                </a:lnTo>
                <a:lnTo>
                  <a:pt x="2758" y="123155"/>
                </a:lnTo>
                <a:lnTo>
                  <a:pt x="2758" y="123819"/>
                </a:lnTo>
                <a:lnTo>
                  <a:pt x="2758" y="124483"/>
                </a:lnTo>
                <a:lnTo>
                  <a:pt x="2758" y="125150"/>
                </a:lnTo>
                <a:lnTo>
                  <a:pt x="2855" y="125814"/>
                </a:lnTo>
                <a:lnTo>
                  <a:pt x="2855" y="126411"/>
                </a:lnTo>
                <a:lnTo>
                  <a:pt x="2855" y="127078"/>
                </a:lnTo>
                <a:lnTo>
                  <a:pt x="2855" y="127742"/>
                </a:lnTo>
                <a:lnTo>
                  <a:pt x="2919" y="128406"/>
                </a:lnTo>
                <a:lnTo>
                  <a:pt x="2919" y="129073"/>
                </a:lnTo>
                <a:lnTo>
                  <a:pt x="2919" y="129737"/>
                </a:lnTo>
                <a:lnTo>
                  <a:pt x="2919" y="130337"/>
                </a:lnTo>
                <a:lnTo>
                  <a:pt x="2919" y="131001"/>
                </a:lnTo>
                <a:lnTo>
                  <a:pt x="2983" y="131665"/>
                </a:lnTo>
                <a:lnTo>
                  <a:pt x="2983" y="132332"/>
                </a:lnTo>
                <a:lnTo>
                  <a:pt x="2983" y="132930"/>
                </a:lnTo>
                <a:lnTo>
                  <a:pt x="2983" y="133594"/>
                </a:lnTo>
                <a:lnTo>
                  <a:pt x="3047" y="134261"/>
                </a:lnTo>
                <a:lnTo>
                  <a:pt x="3047" y="134925"/>
                </a:lnTo>
                <a:lnTo>
                  <a:pt x="3047" y="135522"/>
                </a:lnTo>
                <a:lnTo>
                  <a:pt x="3047" y="136189"/>
                </a:lnTo>
                <a:lnTo>
                  <a:pt x="3047" y="136853"/>
                </a:lnTo>
                <a:lnTo>
                  <a:pt x="3143" y="137450"/>
                </a:lnTo>
                <a:lnTo>
                  <a:pt x="3143" y="138117"/>
                </a:lnTo>
                <a:lnTo>
                  <a:pt x="3143" y="138781"/>
                </a:lnTo>
                <a:lnTo>
                  <a:pt x="3143" y="139378"/>
                </a:lnTo>
                <a:lnTo>
                  <a:pt x="3208" y="14004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176110" y="3824664"/>
            <a:ext cx="3143" cy="110783"/>
          </a:xfrm>
          <a:custGeom>
            <a:avLst/>
            <a:gdLst/>
            <a:ahLst/>
            <a:cxnLst/>
            <a:rect l="l" t="t" r="r" b="b"/>
            <a:pathLst>
              <a:path w="3143" h="110783">
                <a:moveTo>
                  <a:pt x="0" y="0"/>
                </a:moveTo>
                <a:lnTo>
                  <a:pt x="0" y="663"/>
                </a:lnTo>
                <a:lnTo>
                  <a:pt x="0" y="1264"/>
                </a:lnTo>
                <a:lnTo>
                  <a:pt x="0" y="1928"/>
                </a:lnTo>
                <a:lnTo>
                  <a:pt x="0" y="2525"/>
                </a:lnTo>
                <a:lnTo>
                  <a:pt x="64" y="3192"/>
                </a:lnTo>
                <a:lnTo>
                  <a:pt x="64" y="3856"/>
                </a:lnTo>
                <a:lnTo>
                  <a:pt x="64" y="4453"/>
                </a:lnTo>
                <a:lnTo>
                  <a:pt x="64" y="5120"/>
                </a:lnTo>
                <a:lnTo>
                  <a:pt x="160" y="5717"/>
                </a:lnTo>
                <a:lnTo>
                  <a:pt x="160" y="6381"/>
                </a:lnTo>
                <a:lnTo>
                  <a:pt x="160" y="6982"/>
                </a:lnTo>
                <a:lnTo>
                  <a:pt x="160" y="7646"/>
                </a:lnTo>
                <a:lnTo>
                  <a:pt x="160" y="8246"/>
                </a:lnTo>
                <a:lnTo>
                  <a:pt x="224" y="8910"/>
                </a:lnTo>
                <a:lnTo>
                  <a:pt x="224" y="9507"/>
                </a:lnTo>
                <a:lnTo>
                  <a:pt x="224" y="10174"/>
                </a:lnTo>
                <a:lnTo>
                  <a:pt x="224" y="10771"/>
                </a:lnTo>
                <a:lnTo>
                  <a:pt x="224" y="11369"/>
                </a:lnTo>
                <a:lnTo>
                  <a:pt x="288" y="12036"/>
                </a:lnTo>
                <a:lnTo>
                  <a:pt x="288" y="12633"/>
                </a:lnTo>
                <a:lnTo>
                  <a:pt x="288" y="13297"/>
                </a:lnTo>
                <a:lnTo>
                  <a:pt x="288" y="13897"/>
                </a:lnTo>
                <a:lnTo>
                  <a:pt x="352" y="14494"/>
                </a:lnTo>
                <a:lnTo>
                  <a:pt x="352" y="15161"/>
                </a:lnTo>
                <a:lnTo>
                  <a:pt x="352" y="15759"/>
                </a:lnTo>
                <a:lnTo>
                  <a:pt x="352" y="16356"/>
                </a:lnTo>
                <a:lnTo>
                  <a:pt x="352" y="17023"/>
                </a:lnTo>
                <a:lnTo>
                  <a:pt x="449" y="17620"/>
                </a:lnTo>
                <a:lnTo>
                  <a:pt x="449" y="18220"/>
                </a:lnTo>
                <a:lnTo>
                  <a:pt x="449" y="18884"/>
                </a:lnTo>
                <a:lnTo>
                  <a:pt x="449" y="19482"/>
                </a:lnTo>
                <a:lnTo>
                  <a:pt x="513" y="20082"/>
                </a:lnTo>
                <a:lnTo>
                  <a:pt x="513" y="20679"/>
                </a:lnTo>
                <a:lnTo>
                  <a:pt x="513" y="21343"/>
                </a:lnTo>
                <a:lnTo>
                  <a:pt x="513" y="21943"/>
                </a:lnTo>
                <a:lnTo>
                  <a:pt x="513" y="22541"/>
                </a:lnTo>
                <a:lnTo>
                  <a:pt x="577" y="23141"/>
                </a:lnTo>
                <a:lnTo>
                  <a:pt x="577" y="23738"/>
                </a:lnTo>
                <a:lnTo>
                  <a:pt x="577" y="24402"/>
                </a:lnTo>
                <a:lnTo>
                  <a:pt x="577" y="25002"/>
                </a:lnTo>
                <a:lnTo>
                  <a:pt x="673" y="25600"/>
                </a:lnTo>
                <a:lnTo>
                  <a:pt x="673" y="26200"/>
                </a:lnTo>
                <a:lnTo>
                  <a:pt x="673" y="26797"/>
                </a:lnTo>
                <a:lnTo>
                  <a:pt x="673" y="27394"/>
                </a:lnTo>
                <a:lnTo>
                  <a:pt x="673" y="27995"/>
                </a:lnTo>
                <a:lnTo>
                  <a:pt x="737" y="28659"/>
                </a:lnTo>
                <a:lnTo>
                  <a:pt x="737" y="29256"/>
                </a:lnTo>
                <a:lnTo>
                  <a:pt x="737" y="29856"/>
                </a:lnTo>
                <a:lnTo>
                  <a:pt x="737" y="30454"/>
                </a:lnTo>
                <a:lnTo>
                  <a:pt x="802" y="31054"/>
                </a:lnTo>
                <a:lnTo>
                  <a:pt x="802" y="31651"/>
                </a:lnTo>
                <a:lnTo>
                  <a:pt x="802" y="32248"/>
                </a:lnTo>
                <a:lnTo>
                  <a:pt x="802" y="32849"/>
                </a:lnTo>
                <a:lnTo>
                  <a:pt x="802" y="33446"/>
                </a:lnTo>
                <a:lnTo>
                  <a:pt x="866" y="34046"/>
                </a:lnTo>
                <a:lnTo>
                  <a:pt x="866" y="34643"/>
                </a:lnTo>
                <a:lnTo>
                  <a:pt x="866" y="35241"/>
                </a:lnTo>
                <a:lnTo>
                  <a:pt x="866" y="35841"/>
                </a:lnTo>
                <a:lnTo>
                  <a:pt x="962" y="36438"/>
                </a:lnTo>
                <a:lnTo>
                  <a:pt x="962" y="37038"/>
                </a:lnTo>
                <a:lnTo>
                  <a:pt x="962" y="37569"/>
                </a:lnTo>
                <a:lnTo>
                  <a:pt x="962" y="38169"/>
                </a:lnTo>
                <a:lnTo>
                  <a:pt x="962" y="38767"/>
                </a:lnTo>
                <a:lnTo>
                  <a:pt x="1026" y="39364"/>
                </a:lnTo>
                <a:lnTo>
                  <a:pt x="1026" y="39964"/>
                </a:lnTo>
                <a:lnTo>
                  <a:pt x="1026" y="40561"/>
                </a:lnTo>
                <a:lnTo>
                  <a:pt x="1026" y="41162"/>
                </a:lnTo>
                <a:lnTo>
                  <a:pt x="1026" y="41692"/>
                </a:lnTo>
                <a:lnTo>
                  <a:pt x="1090" y="42290"/>
                </a:lnTo>
                <a:lnTo>
                  <a:pt x="1090" y="42890"/>
                </a:lnTo>
                <a:lnTo>
                  <a:pt x="1090" y="43487"/>
                </a:lnTo>
                <a:lnTo>
                  <a:pt x="1090" y="44087"/>
                </a:lnTo>
                <a:lnTo>
                  <a:pt x="1154" y="44618"/>
                </a:lnTo>
                <a:lnTo>
                  <a:pt x="1154" y="45215"/>
                </a:lnTo>
                <a:lnTo>
                  <a:pt x="1154" y="45815"/>
                </a:lnTo>
                <a:lnTo>
                  <a:pt x="1154" y="46413"/>
                </a:lnTo>
                <a:lnTo>
                  <a:pt x="1154" y="46946"/>
                </a:lnTo>
                <a:lnTo>
                  <a:pt x="1251" y="47544"/>
                </a:lnTo>
                <a:lnTo>
                  <a:pt x="1251" y="48144"/>
                </a:lnTo>
                <a:lnTo>
                  <a:pt x="1251" y="48674"/>
                </a:lnTo>
                <a:lnTo>
                  <a:pt x="1251" y="49272"/>
                </a:lnTo>
                <a:lnTo>
                  <a:pt x="1315" y="49872"/>
                </a:lnTo>
                <a:lnTo>
                  <a:pt x="1315" y="50402"/>
                </a:lnTo>
                <a:lnTo>
                  <a:pt x="1315" y="51003"/>
                </a:lnTo>
                <a:lnTo>
                  <a:pt x="1315" y="51533"/>
                </a:lnTo>
                <a:lnTo>
                  <a:pt x="1315" y="52134"/>
                </a:lnTo>
                <a:lnTo>
                  <a:pt x="1379" y="52731"/>
                </a:lnTo>
                <a:lnTo>
                  <a:pt x="1379" y="53261"/>
                </a:lnTo>
                <a:lnTo>
                  <a:pt x="1379" y="53862"/>
                </a:lnTo>
                <a:lnTo>
                  <a:pt x="1379" y="54392"/>
                </a:lnTo>
                <a:lnTo>
                  <a:pt x="1475" y="54992"/>
                </a:lnTo>
                <a:lnTo>
                  <a:pt x="1475" y="55523"/>
                </a:lnTo>
                <a:lnTo>
                  <a:pt x="1475" y="56123"/>
                </a:lnTo>
                <a:lnTo>
                  <a:pt x="1475" y="56654"/>
                </a:lnTo>
                <a:lnTo>
                  <a:pt x="1475" y="57251"/>
                </a:lnTo>
                <a:lnTo>
                  <a:pt x="1539" y="57785"/>
                </a:lnTo>
                <a:lnTo>
                  <a:pt x="1539" y="58382"/>
                </a:lnTo>
                <a:lnTo>
                  <a:pt x="1539" y="58916"/>
                </a:lnTo>
                <a:lnTo>
                  <a:pt x="1539" y="59446"/>
                </a:lnTo>
                <a:lnTo>
                  <a:pt x="1604" y="60046"/>
                </a:lnTo>
                <a:lnTo>
                  <a:pt x="1604" y="60577"/>
                </a:lnTo>
                <a:lnTo>
                  <a:pt x="1604" y="61174"/>
                </a:lnTo>
                <a:lnTo>
                  <a:pt x="1604" y="61708"/>
                </a:lnTo>
                <a:lnTo>
                  <a:pt x="1604" y="62238"/>
                </a:lnTo>
                <a:lnTo>
                  <a:pt x="1668" y="62839"/>
                </a:lnTo>
                <a:lnTo>
                  <a:pt x="1668" y="63369"/>
                </a:lnTo>
                <a:lnTo>
                  <a:pt x="1668" y="63903"/>
                </a:lnTo>
                <a:lnTo>
                  <a:pt x="1668" y="64500"/>
                </a:lnTo>
                <a:lnTo>
                  <a:pt x="1764" y="65034"/>
                </a:lnTo>
                <a:lnTo>
                  <a:pt x="1764" y="65564"/>
                </a:lnTo>
                <a:lnTo>
                  <a:pt x="1764" y="66098"/>
                </a:lnTo>
                <a:lnTo>
                  <a:pt x="1764" y="66695"/>
                </a:lnTo>
                <a:lnTo>
                  <a:pt x="1764" y="67226"/>
                </a:lnTo>
                <a:lnTo>
                  <a:pt x="1828" y="67759"/>
                </a:lnTo>
                <a:lnTo>
                  <a:pt x="1828" y="68290"/>
                </a:lnTo>
                <a:lnTo>
                  <a:pt x="1828" y="68823"/>
                </a:lnTo>
                <a:lnTo>
                  <a:pt x="1828" y="69421"/>
                </a:lnTo>
                <a:lnTo>
                  <a:pt x="1828" y="69954"/>
                </a:lnTo>
                <a:lnTo>
                  <a:pt x="1892" y="70485"/>
                </a:lnTo>
                <a:lnTo>
                  <a:pt x="1892" y="71018"/>
                </a:lnTo>
                <a:lnTo>
                  <a:pt x="1892" y="71549"/>
                </a:lnTo>
                <a:lnTo>
                  <a:pt x="1892" y="72082"/>
                </a:lnTo>
                <a:lnTo>
                  <a:pt x="1956" y="72613"/>
                </a:lnTo>
                <a:lnTo>
                  <a:pt x="1956" y="73144"/>
                </a:lnTo>
                <a:lnTo>
                  <a:pt x="1956" y="73744"/>
                </a:lnTo>
                <a:lnTo>
                  <a:pt x="1956" y="74275"/>
                </a:lnTo>
                <a:lnTo>
                  <a:pt x="1956" y="74808"/>
                </a:lnTo>
                <a:lnTo>
                  <a:pt x="2053" y="75339"/>
                </a:lnTo>
                <a:lnTo>
                  <a:pt x="2053" y="75872"/>
                </a:lnTo>
                <a:lnTo>
                  <a:pt x="2053" y="76403"/>
                </a:lnTo>
                <a:lnTo>
                  <a:pt x="2053" y="76936"/>
                </a:lnTo>
                <a:lnTo>
                  <a:pt x="2117" y="77467"/>
                </a:lnTo>
                <a:lnTo>
                  <a:pt x="2117" y="78000"/>
                </a:lnTo>
                <a:lnTo>
                  <a:pt x="2117" y="78531"/>
                </a:lnTo>
                <a:lnTo>
                  <a:pt x="2117" y="78998"/>
                </a:lnTo>
                <a:lnTo>
                  <a:pt x="2117" y="79529"/>
                </a:lnTo>
                <a:lnTo>
                  <a:pt x="2181" y="80062"/>
                </a:lnTo>
                <a:lnTo>
                  <a:pt x="2181" y="80593"/>
                </a:lnTo>
                <a:lnTo>
                  <a:pt x="2181" y="81123"/>
                </a:lnTo>
                <a:lnTo>
                  <a:pt x="2181" y="81657"/>
                </a:lnTo>
                <a:lnTo>
                  <a:pt x="2277" y="82187"/>
                </a:lnTo>
                <a:lnTo>
                  <a:pt x="2277" y="82721"/>
                </a:lnTo>
                <a:lnTo>
                  <a:pt x="2277" y="83185"/>
                </a:lnTo>
                <a:lnTo>
                  <a:pt x="2277" y="83718"/>
                </a:lnTo>
                <a:lnTo>
                  <a:pt x="2277" y="84249"/>
                </a:lnTo>
                <a:lnTo>
                  <a:pt x="2341" y="84782"/>
                </a:lnTo>
                <a:lnTo>
                  <a:pt x="2341" y="85246"/>
                </a:lnTo>
                <a:lnTo>
                  <a:pt x="2341" y="85780"/>
                </a:lnTo>
                <a:lnTo>
                  <a:pt x="2341" y="86311"/>
                </a:lnTo>
                <a:lnTo>
                  <a:pt x="2406" y="86844"/>
                </a:lnTo>
                <a:lnTo>
                  <a:pt x="2406" y="87308"/>
                </a:lnTo>
                <a:lnTo>
                  <a:pt x="2406" y="87842"/>
                </a:lnTo>
                <a:lnTo>
                  <a:pt x="2406" y="88372"/>
                </a:lnTo>
                <a:lnTo>
                  <a:pt x="2406" y="88839"/>
                </a:lnTo>
                <a:lnTo>
                  <a:pt x="2470" y="89370"/>
                </a:lnTo>
                <a:lnTo>
                  <a:pt x="2470" y="89903"/>
                </a:lnTo>
                <a:lnTo>
                  <a:pt x="2470" y="90367"/>
                </a:lnTo>
                <a:lnTo>
                  <a:pt x="2470" y="90901"/>
                </a:lnTo>
                <a:lnTo>
                  <a:pt x="2566" y="91364"/>
                </a:lnTo>
                <a:lnTo>
                  <a:pt x="2566" y="91898"/>
                </a:lnTo>
                <a:lnTo>
                  <a:pt x="2566" y="92429"/>
                </a:lnTo>
                <a:lnTo>
                  <a:pt x="2566" y="92895"/>
                </a:lnTo>
                <a:lnTo>
                  <a:pt x="2566" y="93426"/>
                </a:lnTo>
                <a:lnTo>
                  <a:pt x="2630" y="93893"/>
                </a:lnTo>
                <a:lnTo>
                  <a:pt x="2630" y="94424"/>
                </a:lnTo>
                <a:lnTo>
                  <a:pt x="2630" y="94890"/>
                </a:lnTo>
                <a:lnTo>
                  <a:pt x="2630" y="95421"/>
                </a:lnTo>
                <a:lnTo>
                  <a:pt x="2630" y="95888"/>
                </a:lnTo>
                <a:lnTo>
                  <a:pt x="2694" y="96352"/>
                </a:lnTo>
                <a:lnTo>
                  <a:pt x="2694" y="96885"/>
                </a:lnTo>
                <a:lnTo>
                  <a:pt x="2694" y="97349"/>
                </a:lnTo>
                <a:lnTo>
                  <a:pt x="2694" y="97883"/>
                </a:lnTo>
                <a:lnTo>
                  <a:pt x="2790" y="98347"/>
                </a:lnTo>
                <a:lnTo>
                  <a:pt x="2790" y="98813"/>
                </a:lnTo>
                <a:lnTo>
                  <a:pt x="2790" y="99344"/>
                </a:lnTo>
                <a:lnTo>
                  <a:pt x="2790" y="99811"/>
                </a:lnTo>
                <a:lnTo>
                  <a:pt x="2790" y="100275"/>
                </a:lnTo>
                <a:lnTo>
                  <a:pt x="2855" y="100808"/>
                </a:lnTo>
                <a:lnTo>
                  <a:pt x="2855" y="101272"/>
                </a:lnTo>
                <a:lnTo>
                  <a:pt x="2855" y="101739"/>
                </a:lnTo>
                <a:lnTo>
                  <a:pt x="2855" y="102270"/>
                </a:lnTo>
                <a:lnTo>
                  <a:pt x="2919" y="102737"/>
                </a:lnTo>
                <a:lnTo>
                  <a:pt x="2919" y="103200"/>
                </a:lnTo>
                <a:lnTo>
                  <a:pt x="2919" y="103667"/>
                </a:lnTo>
                <a:lnTo>
                  <a:pt x="2919" y="104198"/>
                </a:lnTo>
                <a:lnTo>
                  <a:pt x="2919" y="104665"/>
                </a:lnTo>
                <a:lnTo>
                  <a:pt x="2983" y="105129"/>
                </a:lnTo>
                <a:lnTo>
                  <a:pt x="2983" y="105596"/>
                </a:lnTo>
                <a:lnTo>
                  <a:pt x="2983" y="106059"/>
                </a:lnTo>
                <a:lnTo>
                  <a:pt x="2983" y="106526"/>
                </a:lnTo>
                <a:lnTo>
                  <a:pt x="3079" y="106993"/>
                </a:lnTo>
                <a:lnTo>
                  <a:pt x="3079" y="107524"/>
                </a:lnTo>
                <a:lnTo>
                  <a:pt x="3079" y="107991"/>
                </a:lnTo>
                <a:lnTo>
                  <a:pt x="3079" y="108454"/>
                </a:lnTo>
                <a:lnTo>
                  <a:pt x="3079" y="108921"/>
                </a:lnTo>
                <a:lnTo>
                  <a:pt x="3143" y="109385"/>
                </a:lnTo>
                <a:lnTo>
                  <a:pt x="3143" y="109852"/>
                </a:lnTo>
                <a:lnTo>
                  <a:pt x="3143" y="110316"/>
                </a:lnTo>
                <a:lnTo>
                  <a:pt x="3143" y="11078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179254" y="3935447"/>
            <a:ext cx="3208" cy="71215"/>
          </a:xfrm>
          <a:custGeom>
            <a:avLst/>
            <a:gdLst/>
            <a:ahLst/>
            <a:cxnLst/>
            <a:rect l="l" t="t" r="r" b="b"/>
            <a:pathLst>
              <a:path w="3208" h="71215">
                <a:moveTo>
                  <a:pt x="0" y="0"/>
                </a:moveTo>
                <a:lnTo>
                  <a:pt x="64" y="463"/>
                </a:lnTo>
                <a:lnTo>
                  <a:pt x="64" y="930"/>
                </a:lnTo>
                <a:lnTo>
                  <a:pt x="64" y="1394"/>
                </a:lnTo>
                <a:lnTo>
                  <a:pt x="64" y="1861"/>
                </a:lnTo>
                <a:lnTo>
                  <a:pt x="64" y="2325"/>
                </a:lnTo>
                <a:lnTo>
                  <a:pt x="128" y="2725"/>
                </a:lnTo>
                <a:lnTo>
                  <a:pt x="128" y="3192"/>
                </a:lnTo>
                <a:lnTo>
                  <a:pt x="128" y="3656"/>
                </a:lnTo>
                <a:lnTo>
                  <a:pt x="128" y="4123"/>
                </a:lnTo>
                <a:lnTo>
                  <a:pt x="224" y="4587"/>
                </a:lnTo>
                <a:lnTo>
                  <a:pt x="224" y="5053"/>
                </a:lnTo>
                <a:lnTo>
                  <a:pt x="224" y="5517"/>
                </a:lnTo>
                <a:lnTo>
                  <a:pt x="224" y="5917"/>
                </a:lnTo>
                <a:lnTo>
                  <a:pt x="224" y="6381"/>
                </a:lnTo>
                <a:lnTo>
                  <a:pt x="288" y="6848"/>
                </a:lnTo>
                <a:lnTo>
                  <a:pt x="288" y="7312"/>
                </a:lnTo>
                <a:lnTo>
                  <a:pt x="288" y="7712"/>
                </a:lnTo>
                <a:lnTo>
                  <a:pt x="288" y="8179"/>
                </a:lnTo>
                <a:lnTo>
                  <a:pt x="288" y="8643"/>
                </a:lnTo>
                <a:lnTo>
                  <a:pt x="352" y="9043"/>
                </a:lnTo>
                <a:lnTo>
                  <a:pt x="352" y="9507"/>
                </a:lnTo>
                <a:lnTo>
                  <a:pt x="352" y="9974"/>
                </a:lnTo>
                <a:lnTo>
                  <a:pt x="352" y="10371"/>
                </a:lnTo>
                <a:lnTo>
                  <a:pt x="449" y="10838"/>
                </a:lnTo>
                <a:lnTo>
                  <a:pt x="449" y="11302"/>
                </a:lnTo>
                <a:lnTo>
                  <a:pt x="449" y="11702"/>
                </a:lnTo>
                <a:lnTo>
                  <a:pt x="449" y="12169"/>
                </a:lnTo>
                <a:lnTo>
                  <a:pt x="449" y="12566"/>
                </a:lnTo>
                <a:lnTo>
                  <a:pt x="513" y="13033"/>
                </a:lnTo>
                <a:lnTo>
                  <a:pt x="513" y="13497"/>
                </a:lnTo>
                <a:lnTo>
                  <a:pt x="513" y="13897"/>
                </a:lnTo>
                <a:lnTo>
                  <a:pt x="513" y="14361"/>
                </a:lnTo>
                <a:lnTo>
                  <a:pt x="577" y="14761"/>
                </a:lnTo>
                <a:lnTo>
                  <a:pt x="577" y="15161"/>
                </a:lnTo>
                <a:lnTo>
                  <a:pt x="577" y="15625"/>
                </a:lnTo>
                <a:lnTo>
                  <a:pt x="577" y="16025"/>
                </a:lnTo>
                <a:lnTo>
                  <a:pt x="577" y="16489"/>
                </a:lnTo>
                <a:lnTo>
                  <a:pt x="641" y="16889"/>
                </a:lnTo>
                <a:lnTo>
                  <a:pt x="641" y="17353"/>
                </a:lnTo>
                <a:lnTo>
                  <a:pt x="641" y="17753"/>
                </a:lnTo>
                <a:lnTo>
                  <a:pt x="641" y="18154"/>
                </a:lnTo>
                <a:lnTo>
                  <a:pt x="737" y="18618"/>
                </a:lnTo>
                <a:lnTo>
                  <a:pt x="737" y="19018"/>
                </a:lnTo>
                <a:lnTo>
                  <a:pt x="737" y="19415"/>
                </a:lnTo>
                <a:lnTo>
                  <a:pt x="737" y="19882"/>
                </a:lnTo>
                <a:lnTo>
                  <a:pt x="737" y="20279"/>
                </a:lnTo>
                <a:lnTo>
                  <a:pt x="802" y="20679"/>
                </a:lnTo>
                <a:lnTo>
                  <a:pt x="802" y="21079"/>
                </a:lnTo>
                <a:lnTo>
                  <a:pt x="802" y="21543"/>
                </a:lnTo>
                <a:lnTo>
                  <a:pt x="802" y="21943"/>
                </a:lnTo>
                <a:lnTo>
                  <a:pt x="866" y="22341"/>
                </a:lnTo>
                <a:lnTo>
                  <a:pt x="866" y="22741"/>
                </a:lnTo>
                <a:lnTo>
                  <a:pt x="866" y="23141"/>
                </a:lnTo>
                <a:lnTo>
                  <a:pt x="866" y="23605"/>
                </a:lnTo>
                <a:lnTo>
                  <a:pt x="866" y="24005"/>
                </a:lnTo>
                <a:lnTo>
                  <a:pt x="962" y="24402"/>
                </a:lnTo>
                <a:lnTo>
                  <a:pt x="962" y="24802"/>
                </a:lnTo>
                <a:lnTo>
                  <a:pt x="962" y="25200"/>
                </a:lnTo>
                <a:lnTo>
                  <a:pt x="962" y="25600"/>
                </a:lnTo>
                <a:lnTo>
                  <a:pt x="1026" y="26000"/>
                </a:lnTo>
                <a:lnTo>
                  <a:pt x="1026" y="26397"/>
                </a:lnTo>
                <a:lnTo>
                  <a:pt x="1026" y="26797"/>
                </a:lnTo>
                <a:lnTo>
                  <a:pt x="1026" y="27194"/>
                </a:lnTo>
                <a:lnTo>
                  <a:pt x="1026" y="27595"/>
                </a:lnTo>
                <a:lnTo>
                  <a:pt x="1090" y="27995"/>
                </a:lnTo>
                <a:lnTo>
                  <a:pt x="1090" y="28392"/>
                </a:lnTo>
                <a:lnTo>
                  <a:pt x="1090" y="28792"/>
                </a:lnTo>
                <a:lnTo>
                  <a:pt x="1090" y="29189"/>
                </a:lnTo>
                <a:lnTo>
                  <a:pt x="1090" y="29589"/>
                </a:lnTo>
                <a:lnTo>
                  <a:pt x="1154" y="29990"/>
                </a:lnTo>
                <a:lnTo>
                  <a:pt x="1154" y="30387"/>
                </a:lnTo>
                <a:lnTo>
                  <a:pt x="1154" y="30787"/>
                </a:lnTo>
                <a:lnTo>
                  <a:pt x="1154" y="31120"/>
                </a:lnTo>
                <a:lnTo>
                  <a:pt x="1251" y="31518"/>
                </a:lnTo>
                <a:lnTo>
                  <a:pt x="1251" y="31918"/>
                </a:lnTo>
                <a:lnTo>
                  <a:pt x="1251" y="32315"/>
                </a:lnTo>
                <a:lnTo>
                  <a:pt x="1251" y="32715"/>
                </a:lnTo>
                <a:lnTo>
                  <a:pt x="1251" y="33049"/>
                </a:lnTo>
                <a:lnTo>
                  <a:pt x="1315" y="33446"/>
                </a:lnTo>
                <a:lnTo>
                  <a:pt x="1315" y="33846"/>
                </a:lnTo>
                <a:lnTo>
                  <a:pt x="1315" y="34243"/>
                </a:lnTo>
                <a:lnTo>
                  <a:pt x="1315" y="34577"/>
                </a:lnTo>
                <a:lnTo>
                  <a:pt x="1379" y="34977"/>
                </a:lnTo>
                <a:lnTo>
                  <a:pt x="1379" y="35374"/>
                </a:lnTo>
                <a:lnTo>
                  <a:pt x="1379" y="35708"/>
                </a:lnTo>
                <a:lnTo>
                  <a:pt x="1379" y="36108"/>
                </a:lnTo>
                <a:lnTo>
                  <a:pt x="1379" y="36505"/>
                </a:lnTo>
                <a:lnTo>
                  <a:pt x="1443" y="36838"/>
                </a:lnTo>
                <a:lnTo>
                  <a:pt x="1443" y="37236"/>
                </a:lnTo>
                <a:lnTo>
                  <a:pt x="1443" y="37569"/>
                </a:lnTo>
                <a:lnTo>
                  <a:pt x="1443" y="37969"/>
                </a:lnTo>
                <a:lnTo>
                  <a:pt x="1539" y="38366"/>
                </a:lnTo>
                <a:lnTo>
                  <a:pt x="1539" y="38700"/>
                </a:lnTo>
                <a:lnTo>
                  <a:pt x="1539" y="39100"/>
                </a:lnTo>
                <a:lnTo>
                  <a:pt x="1539" y="39431"/>
                </a:lnTo>
                <a:lnTo>
                  <a:pt x="1539" y="39831"/>
                </a:lnTo>
                <a:lnTo>
                  <a:pt x="1604" y="40161"/>
                </a:lnTo>
                <a:lnTo>
                  <a:pt x="1604" y="40495"/>
                </a:lnTo>
                <a:lnTo>
                  <a:pt x="1604" y="40895"/>
                </a:lnTo>
                <a:lnTo>
                  <a:pt x="1604" y="41225"/>
                </a:lnTo>
                <a:lnTo>
                  <a:pt x="1668" y="41626"/>
                </a:lnTo>
                <a:lnTo>
                  <a:pt x="1668" y="41959"/>
                </a:lnTo>
                <a:lnTo>
                  <a:pt x="1668" y="42290"/>
                </a:lnTo>
                <a:lnTo>
                  <a:pt x="1668" y="42690"/>
                </a:lnTo>
                <a:lnTo>
                  <a:pt x="1668" y="43023"/>
                </a:lnTo>
                <a:lnTo>
                  <a:pt x="1764" y="43354"/>
                </a:lnTo>
                <a:lnTo>
                  <a:pt x="1764" y="43754"/>
                </a:lnTo>
                <a:lnTo>
                  <a:pt x="1764" y="44087"/>
                </a:lnTo>
                <a:lnTo>
                  <a:pt x="1764" y="44418"/>
                </a:lnTo>
                <a:lnTo>
                  <a:pt x="1828" y="44751"/>
                </a:lnTo>
                <a:lnTo>
                  <a:pt x="1828" y="45148"/>
                </a:lnTo>
                <a:lnTo>
                  <a:pt x="1828" y="45482"/>
                </a:lnTo>
                <a:lnTo>
                  <a:pt x="1828" y="45815"/>
                </a:lnTo>
                <a:lnTo>
                  <a:pt x="1828" y="46146"/>
                </a:lnTo>
                <a:lnTo>
                  <a:pt x="1892" y="46479"/>
                </a:lnTo>
                <a:lnTo>
                  <a:pt x="1892" y="46813"/>
                </a:lnTo>
                <a:lnTo>
                  <a:pt x="1892" y="47210"/>
                </a:lnTo>
                <a:lnTo>
                  <a:pt x="1892" y="47544"/>
                </a:lnTo>
                <a:lnTo>
                  <a:pt x="1892" y="47877"/>
                </a:lnTo>
                <a:lnTo>
                  <a:pt x="1956" y="48208"/>
                </a:lnTo>
                <a:lnTo>
                  <a:pt x="1956" y="48541"/>
                </a:lnTo>
                <a:lnTo>
                  <a:pt x="1956" y="48874"/>
                </a:lnTo>
                <a:lnTo>
                  <a:pt x="1956" y="49205"/>
                </a:lnTo>
                <a:lnTo>
                  <a:pt x="2053" y="49538"/>
                </a:lnTo>
                <a:lnTo>
                  <a:pt x="2053" y="49872"/>
                </a:lnTo>
                <a:lnTo>
                  <a:pt x="2053" y="50202"/>
                </a:lnTo>
                <a:lnTo>
                  <a:pt x="2053" y="50536"/>
                </a:lnTo>
                <a:lnTo>
                  <a:pt x="2053" y="50869"/>
                </a:lnTo>
                <a:lnTo>
                  <a:pt x="2117" y="51200"/>
                </a:lnTo>
                <a:lnTo>
                  <a:pt x="2117" y="51533"/>
                </a:lnTo>
                <a:lnTo>
                  <a:pt x="2117" y="51867"/>
                </a:lnTo>
                <a:lnTo>
                  <a:pt x="2117" y="52131"/>
                </a:lnTo>
                <a:lnTo>
                  <a:pt x="2181" y="52464"/>
                </a:lnTo>
                <a:lnTo>
                  <a:pt x="2181" y="52798"/>
                </a:lnTo>
                <a:lnTo>
                  <a:pt x="2181" y="53128"/>
                </a:lnTo>
                <a:lnTo>
                  <a:pt x="2181" y="53461"/>
                </a:lnTo>
                <a:lnTo>
                  <a:pt x="2181" y="53728"/>
                </a:lnTo>
                <a:lnTo>
                  <a:pt x="2245" y="54059"/>
                </a:lnTo>
                <a:lnTo>
                  <a:pt x="2245" y="54392"/>
                </a:lnTo>
                <a:lnTo>
                  <a:pt x="2245" y="54726"/>
                </a:lnTo>
                <a:lnTo>
                  <a:pt x="2245" y="54992"/>
                </a:lnTo>
                <a:lnTo>
                  <a:pt x="2341" y="55323"/>
                </a:lnTo>
                <a:lnTo>
                  <a:pt x="2341" y="55656"/>
                </a:lnTo>
                <a:lnTo>
                  <a:pt x="2341" y="55923"/>
                </a:lnTo>
                <a:lnTo>
                  <a:pt x="2341" y="56254"/>
                </a:lnTo>
                <a:lnTo>
                  <a:pt x="2341" y="56587"/>
                </a:lnTo>
                <a:lnTo>
                  <a:pt x="2406" y="56854"/>
                </a:lnTo>
                <a:lnTo>
                  <a:pt x="2406" y="57185"/>
                </a:lnTo>
                <a:lnTo>
                  <a:pt x="2406" y="57518"/>
                </a:lnTo>
                <a:lnTo>
                  <a:pt x="2406" y="57785"/>
                </a:lnTo>
                <a:lnTo>
                  <a:pt x="2470" y="58115"/>
                </a:lnTo>
                <a:lnTo>
                  <a:pt x="2470" y="58382"/>
                </a:lnTo>
                <a:lnTo>
                  <a:pt x="2470" y="58715"/>
                </a:lnTo>
                <a:lnTo>
                  <a:pt x="2470" y="58982"/>
                </a:lnTo>
                <a:lnTo>
                  <a:pt x="2470" y="59313"/>
                </a:lnTo>
                <a:lnTo>
                  <a:pt x="2566" y="59580"/>
                </a:lnTo>
                <a:lnTo>
                  <a:pt x="2566" y="59913"/>
                </a:lnTo>
                <a:lnTo>
                  <a:pt x="2566" y="60177"/>
                </a:lnTo>
                <a:lnTo>
                  <a:pt x="2566" y="60444"/>
                </a:lnTo>
                <a:lnTo>
                  <a:pt x="2630" y="60777"/>
                </a:lnTo>
                <a:lnTo>
                  <a:pt x="2630" y="61044"/>
                </a:lnTo>
                <a:lnTo>
                  <a:pt x="2630" y="61308"/>
                </a:lnTo>
                <a:lnTo>
                  <a:pt x="2630" y="61641"/>
                </a:lnTo>
                <a:lnTo>
                  <a:pt x="2630" y="61908"/>
                </a:lnTo>
                <a:lnTo>
                  <a:pt x="2694" y="62172"/>
                </a:lnTo>
                <a:lnTo>
                  <a:pt x="2694" y="62505"/>
                </a:lnTo>
                <a:lnTo>
                  <a:pt x="2694" y="62772"/>
                </a:lnTo>
                <a:lnTo>
                  <a:pt x="2694" y="63039"/>
                </a:lnTo>
                <a:lnTo>
                  <a:pt x="2694" y="63303"/>
                </a:lnTo>
                <a:lnTo>
                  <a:pt x="2758" y="63636"/>
                </a:lnTo>
                <a:lnTo>
                  <a:pt x="2758" y="63903"/>
                </a:lnTo>
                <a:lnTo>
                  <a:pt x="2758" y="64167"/>
                </a:lnTo>
                <a:lnTo>
                  <a:pt x="2758" y="64433"/>
                </a:lnTo>
                <a:lnTo>
                  <a:pt x="2855" y="64700"/>
                </a:lnTo>
                <a:lnTo>
                  <a:pt x="2855" y="64967"/>
                </a:lnTo>
                <a:lnTo>
                  <a:pt x="2855" y="65297"/>
                </a:lnTo>
                <a:lnTo>
                  <a:pt x="2855" y="65564"/>
                </a:lnTo>
                <a:lnTo>
                  <a:pt x="2855" y="65831"/>
                </a:lnTo>
                <a:lnTo>
                  <a:pt x="2919" y="66095"/>
                </a:lnTo>
                <a:lnTo>
                  <a:pt x="2919" y="66362"/>
                </a:lnTo>
                <a:lnTo>
                  <a:pt x="2919" y="66628"/>
                </a:lnTo>
                <a:lnTo>
                  <a:pt x="2919" y="66895"/>
                </a:lnTo>
                <a:lnTo>
                  <a:pt x="2983" y="67159"/>
                </a:lnTo>
                <a:lnTo>
                  <a:pt x="2983" y="67426"/>
                </a:lnTo>
                <a:lnTo>
                  <a:pt x="2983" y="67693"/>
                </a:lnTo>
                <a:lnTo>
                  <a:pt x="2983" y="67959"/>
                </a:lnTo>
                <a:lnTo>
                  <a:pt x="2983" y="68223"/>
                </a:lnTo>
                <a:lnTo>
                  <a:pt x="3079" y="68490"/>
                </a:lnTo>
                <a:lnTo>
                  <a:pt x="3079" y="68690"/>
                </a:lnTo>
                <a:lnTo>
                  <a:pt x="3079" y="68957"/>
                </a:lnTo>
                <a:lnTo>
                  <a:pt x="3079" y="69221"/>
                </a:lnTo>
                <a:lnTo>
                  <a:pt x="3143" y="69487"/>
                </a:lnTo>
                <a:lnTo>
                  <a:pt x="3143" y="69754"/>
                </a:lnTo>
                <a:lnTo>
                  <a:pt x="3143" y="70021"/>
                </a:lnTo>
                <a:lnTo>
                  <a:pt x="3143" y="70218"/>
                </a:lnTo>
                <a:lnTo>
                  <a:pt x="3143" y="70485"/>
                </a:lnTo>
                <a:lnTo>
                  <a:pt x="3208" y="70752"/>
                </a:lnTo>
                <a:lnTo>
                  <a:pt x="3208" y="71018"/>
                </a:lnTo>
                <a:lnTo>
                  <a:pt x="3208" y="7121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182462" y="4006663"/>
            <a:ext cx="3208" cy="25002"/>
          </a:xfrm>
          <a:custGeom>
            <a:avLst/>
            <a:gdLst/>
            <a:ahLst/>
            <a:cxnLst/>
            <a:rect l="l" t="t" r="r" b="b"/>
            <a:pathLst>
              <a:path w="3208" h="25002">
                <a:moveTo>
                  <a:pt x="0" y="0"/>
                </a:moveTo>
                <a:lnTo>
                  <a:pt x="0" y="266"/>
                </a:lnTo>
                <a:lnTo>
                  <a:pt x="64" y="533"/>
                </a:lnTo>
                <a:lnTo>
                  <a:pt x="64" y="733"/>
                </a:lnTo>
                <a:lnTo>
                  <a:pt x="64" y="997"/>
                </a:lnTo>
                <a:lnTo>
                  <a:pt x="64" y="1264"/>
                </a:lnTo>
                <a:lnTo>
                  <a:pt x="64" y="1464"/>
                </a:lnTo>
                <a:lnTo>
                  <a:pt x="160" y="1731"/>
                </a:lnTo>
                <a:lnTo>
                  <a:pt x="160" y="1928"/>
                </a:lnTo>
                <a:lnTo>
                  <a:pt x="160" y="2194"/>
                </a:lnTo>
                <a:lnTo>
                  <a:pt x="160" y="2395"/>
                </a:lnTo>
                <a:lnTo>
                  <a:pt x="224" y="2661"/>
                </a:lnTo>
                <a:lnTo>
                  <a:pt x="224" y="2858"/>
                </a:lnTo>
                <a:lnTo>
                  <a:pt x="224" y="3125"/>
                </a:lnTo>
                <a:lnTo>
                  <a:pt x="224" y="3325"/>
                </a:lnTo>
                <a:lnTo>
                  <a:pt x="224" y="3592"/>
                </a:lnTo>
                <a:lnTo>
                  <a:pt x="288" y="3792"/>
                </a:lnTo>
                <a:lnTo>
                  <a:pt x="288" y="4056"/>
                </a:lnTo>
                <a:lnTo>
                  <a:pt x="288" y="4256"/>
                </a:lnTo>
                <a:lnTo>
                  <a:pt x="288" y="4456"/>
                </a:lnTo>
                <a:lnTo>
                  <a:pt x="288" y="4723"/>
                </a:lnTo>
                <a:lnTo>
                  <a:pt x="352" y="4920"/>
                </a:lnTo>
                <a:lnTo>
                  <a:pt x="352" y="5120"/>
                </a:lnTo>
                <a:lnTo>
                  <a:pt x="352" y="5387"/>
                </a:lnTo>
                <a:lnTo>
                  <a:pt x="352" y="5587"/>
                </a:lnTo>
                <a:lnTo>
                  <a:pt x="449" y="5787"/>
                </a:lnTo>
                <a:lnTo>
                  <a:pt x="449" y="5984"/>
                </a:lnTo>
                <a:lnTo>
                  <a:pt x="449" y="6251"/>
                </a:lnTo>
                <a:lnTo>
                  <a:pt x="449" y="6451"/>
                </a:lnTo>
                <a:lnTo>
                  <a:pt x="449" y="6651"/>
                </a:lnTo>
                <a:lnTo>
                  <a:pt x="513" y="6848"/>
                </a:lnTo>
                <a:lnTo>
                  <a:pt x="513" y="7048"/>
                </a:lnTo>
                <a:lnTo>
                  <a:pt x="513" y="7248"/>
                </a:lnTo>
                <a:lnTo>
                  <a:pt x="513" y="7515"/>
                </a:lnTo>
                <a:lnTo>
                  <a:pt x="577" y="7715"/>
                </a:lnTo>
                <a:lnTo>
                  <a:pt x="577" y="7912"/>
                </a:lnTo>
                <a:lnTo>
                  <a:pt x="577" y="8112"/>
                </a:lnTo>
                <a:lnTo>
                  <a:pt x="577" y="8313"/>
                </a:lnTo>
                <a:lnTo>
                  <a:pt x="577" y="8513"/>
                </a:lnTo>
                <a:lnTo>
                  <a:pt x="673" y="8713"/>
                </a:lnTo>
                <a:lnTo>
                  <a:pt x="673" y="8910"/>
                </a:lnTo>
                <a:lnTo>
                  <a:pt x="673" y="9110"/>
                </a:lnTo>
                <a:lnTo>
                  <a:pt x="673" y="9310"/>
                </a:lnTo>
                <a:lnTo>
                  <a:pt x="737" y="9510"/>
                </a:lnTo>
                <a:lnTo>
                  <a:pt x="737" y="9710"/>
                </a:lnTo>
                <a:lnTo>
                  <a:pt x="737" y="9907"/>
                </a:lnTo>
                <a:lnTo>
                  <a:pt x="737" y="10041"/>
                </a:lnTo>
                <a:lnTo>
                  <a:pt x="737" y="10241"/>
                </a:lnTo>
                <a:lnTo>
                  <a:pt x="802" y="10441"/>
                </a:lnTo>
                <a:lnTo>
                  <a:pt x="802" y="10641"/>
                </a:lnTo>
                <a:lnTo>
                  <a:pt x="802" y="10838"/>
                </a:lnTo>
                <a:lnTo>
                  <a:pt x="802" y="11038"/>
                </a:lnTo>
                <a:lnTo>
                  <a:pt x="866" y="11171"/>
                </a:lnTo>
                <a:lnTo>
                  <a:pt x="866" y="11372"/>
                </a:lnTo>
                <a:lnTo>
                  <a:pt x="866" y="11572"/>
                </a:lnTo>
                <a:lnTo>
                  <a:pt x="866" y="11772"/>
                </a:lnTo>
                <a:lnTo>
                  <a:pt x="866" y="11902"/>
                </a:lnTo>
                <a:lnTo>
                  <a:pt x="962" y="12102"/>
                </a:lnTo>
                <a:lnTo>
                  <a:pt x="962" y="12302"/>
                </a:lnTo>
                <a:lnTo>
                  <a:pt x="962" y="12436"/>
                </a:lnTo>
                <a:lnTo>
                  <a:pt x="962" y="12636"/>
                </a:lnTo>
                <a:lnTo>
                  <a:pt x="1026" y="12769"/>
                </a:lnTo>
                <a:lnTo>
                  <a:pt x="1026" y="12966"/>
                </a:lnTo>
                <a:lnTo>
                  <a:pt x="1026" y="13166"/>
                </a:lnTo>
                <a:lnTo>
                  <a:pt x="1026" y="13300"/>
                </a:lnTo>
                <a:lnTo>
                  <a:pt x="1026" y="13500"/>
                </a:lnTo>
                <a:lnTo>
                  <a:pt x="1090" y="13633"/>
                </a:lnTo>
                <a:lnTo>
                  <a:pt x="1090" y="13830"/>
                </a:lnTo>
                <a:lnTo>
                  <a:pt x="1090" y="13964"/>
                </a:lnTo>
                <a:lnTo>
                  <a:pt x="1090" y="14164"/>
                </a:lnTo>
                <a:lnTo>
                  <a:pt x="1090" y="14297"/>
                </a:lnTo>
                <a:lnTo>
                  <a:pt x="1186" y="14497"/>
                </a:lnTo>
                <a:lnTo>
                  <a:pt x="1186" y="14631"/>
                </a:lnTo>
                <a:lnTo>
                  <a:pt x="1186" y="14764"/>
                </a:lnTo>
                <a:lnTo>
                  <a:pt x="1186" y="14961"/>
                </a:lnTo>
                <a:lnTo>
                  <a:pt x="1251" y="15095"/>
                </a:lnTo>
                <a:lnTo>
                  <a:pt x="1251" y="15228"/>
                </a:lnTo>
                <a:lnTo>
                  <a:pt x="1251" y="15428"/>
                </a:lnTo>
                <a:lnTo>
                  <a:pt x="1251" y="15561"/>
                </a:lnTo>
                <a:lnTo>
                  <a:pt x="1251" y="15695"/>
                </a:lnTo>
                <a:lnTo>
                  <a:pt x="1315" y="15892"/>
                </a:lnTo>
                <a:lnTo>
                  <a:pt x="1315" y="16025"/>
                </a:lnTo>
                <a:lnTo>
                  <a:pt x="1315" y="16159"/>
                </a:lnTo>
                <a:lnTo>
                  <a:pt x="1315" y="16292"/>
                </a:lnTo>
                <a:lnTo>
                  <a:pt x="1379" y="16425"/>
                </a:lnTo>
                <a:lnTo>
                  <a:pt x="1379" y="16626"/>
                </a:lnTo>
                <a:lnTo>
                  <a:pt x="1379" y="16759"/>
                </a:lnTo>
                <a:lnTo>
                  <a:pt x="1379" y="16889"/>
                </a:lnTo>
                <a:lnTo>
                  <a:pt x="1379" y="17023"/>
                </a:lnTo>
                <a:lnTo>
                  <a:pt x="1475" y="17156"/>
                </a:lnTo>
                <a:lnTo>
                  <a:pt x="1475" y="17290"/>
                </a:lnTo>
                <a:lnTo>
                  <a:pt x="1475" y="17423"/>
                </a:lnTo>
                <a:lnTo>
                  <a:pt x="1475" y="17556"/>
                </a:lnTo>
                <a:lnTo>
                  <a:pt x="1539" y="17690"/>
                </a:lnTo>
                <a:lnTo>
                  <a:pt x="1539" y="17820"/>
                </a:lnTo>
                <a:lnTo>
                  <a:pt x="1539" y="17954"/>
                </a:lnTo>
                <a:lnTo>
                  <a:pt x="1539" y="18087"/>
                </a:lnTo>
                <a:lnTo>
                  <a:pt x="1539" y="18220"/>
                </a:lnTo>
                <a:lnTo>
                  <a:pt x="1604" y="18354"/>
                </a:lnTo>
                <a:lnTo>
                  <a:pt x="1604" y="18487"/>
                </a:lnTo>
                <a:lnTo>
                  <a:pt x="1604" y="18620"/>
                </a:lnTo>
                <a:lnTo>
                  <a:pt x="1604" y="18754"/>
                </a:lnTo>
                <a:lnTo>
                  <a:pt x="1668" y="18884"/>
                </a:lnTo>
                <a:lnTo>
                  <a:pt x="1668" y="19018"/>
                </a:lnTo>
                <a:lnTo>
                  <a:pt x="1668" y="19218"/>
                </a:lnTo>
                <a:lnTo>
                  <a:pt x="1668" y="19351"/>
                </a:lnTo>
                <a:lnTo>
                  <a:pt x="1764" y="19485"/>
                </a:lnTo>
                <a:lnTo>
                  <a:pt x="1764" y="19618"/>
                </a:lnTo>
                <a:lnTo>
                  <a:pt x="1764" y="19815"/>
                </a:lnTo>
                <a:lnTo>
                  <a:pt x="1828" y="19948"/>
                </a:lnTo>
                <a:lnTo>
                  <a:pt x="1828" y="20149"/>
                </a:lnTo>
                <a:lnTo>
                  <a:pt x="1828" y="20282"/>
                </a:lnTo>
                <a:lnTo>
                  <a:pt x="1892" y="20482"/>
                </a:lnTo>
                <a:lnTo>
                  <a:pt x="1892" y="20682"/>
                </a:lnTo>
                <a:lnTo>
                  <a:pt x="1892" y="20813"/>
                </a:lnTo>
                <a:lnTo>
                  <a:pt x="1988" y="21013"/>
                </a:lnTo>
                <a:lnTo>
                  <a:pt x="1988" y="21213"/>
                </a:lnTo>
                <a:lnTo>
                  <a:pt x="2053" y="21346"/>
                </a:lnTo>
                <a:lnTo>
                  <a:pt x="2053" y="21479"/>
                </a:lnTo>
                <a:lnTo>
                  <a:pt x="2053" y="21679"/>
                </a:lnTo>
                <a:lnTo>
                  <a:pt x="2117" y="21810"/>
                </a:lnTo>
                <a:lnTo>
                  <a:pt x="2117" y="21943"/>
                </a:lnTo>
                <a:lnTo>
                  <a:pt x="2117" y="22077"/>
                </a:lnTo>
                <a:lnTo>
                  <a:pt x="2181" y="22277"/>
                </a:lnTo>
                <a:lnTo>
                  <a:pt x="2181" y="22410"/>
                </a:lnTo>
                <a:lnTo>
                  <a:pt x="2277" y="22610"/>
                </a:lnTo>
                <a:lnTo>
                  <a:pt x="2277" y="22744"/>
                </a:lnTo>
                <a:lnTo>
                  <a:pt x="2341" y="22874"/>
                </a:lnTo>
                <a:lnTo>
                  <a:pt x="2341" y="23007"/>
                </a:lnTo>
                <a:lnTo>
                  <a:pt x="2341" y="23141"/>
                </a:lnTo>
                <a:lnTo>
                  <a:pt x="2406" y="23274"/>
                </a:lnTo>
                <a:lnTo>
                  <a:pt x="2406" y="23408"/>
                </a:lnTo>
                <a:lnTo>
                  <a:pt x="2470" y="23541"/>
                </a:lnTo>
                <a:lnTo>
                  <a:pt x="2470" y="23674"/>
                </a:lnTo>
                <a:lnTo>
                  <a:pt x="2566" y="23805"/>
                </a:lnTo>
                <a:lnTo>
                  <a:pt x="2566" y="23938"/>
                </a:lnTo>
                <a:lnTo>
                  <a:pt x="2630" y="24072"/>
                </a:lnTo>
                <a:lnTo>
                  <a:pt x="2630" y="24205"/>
                </a:lnTo>
                <a:lnTo>
                  <a:pt x="2694" y="24338"/>
                </a:lnTo>
                <a:lnTo>
                  <a:pt x="2790" y="24472"/>
                </a:lnTo>
                <a:lnTo>
                  <a:pt x="2855" y="24605"/>
                </a:lnTo>
                <a:lnTo>
                  <a:pt x="2919" y="24739"/>
                </a:lnTo>
                <a:lnTo>
                  <a:pt x="2983" y="24869"/>
                </a:lnTo>
                <a:lnTo>
                  <a:pt x="2983" y="24869"/>
                </a:lnTo>
                <a:lnTo>
                  <a:pt x="3143" y="24936"/>
                </a:lnTo>
                <a:lnTo>
                  <a:pt x="3208" y="2500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185670" y="4007794"/>
            <a:ext cx="3208" cy="23872"/>
          </a:xfrm>
          <a:custGeom>
            <a:avLst/>
            <a:gdLst/>
            <a:ahLst/>
            <a:cxnLst/>
            <a:rect l="l" t="t" r="r" b="b"/>
            <a:pathLst>
              <a:path w="3208" h="23872">
                <a:moveTo>
                  <a:pt x="0" y="23872"/>
                </a:moveTo>
                <a:lnTo>
                  <a:pt x="0" y="23872"/>
                </a:lnTo>
                <a:lnTo>
                  <a:pt x="160" y="23872"/>
                </a:lnTo>
                <a:lnTo>
                  <a:pt x="224" y="23738"/>
                </a:lnTo>
                <a:lnTo>
                  <a:pt x="384" y="23608"/>
                </a:lnTo>
                <a:lnTo>
                  <a:pt x="449" y="23474"/>
                </a:lnTo>
                <a:lnTo>
                  <a:pt x="449" y="23408"/>
                </a:lnTo>
                <a:lnTo>
                  <a:pt x="513" y="23274"/>
                </a:lnTo>
                <a:lnTo>
                  <a:pt x="577" y="23208"/>
                </a:lnTo>
                <a:lnTo>
                  <a:pt x="577" y="23074"/>
                </a:lnTo>
                <a:lnTo>
                  <a:pt x="673" y="22941"/>
                </a:lnTo>
                <a:lnTo>
                  <a:pt x="737" y="22807"/>
                </a:lnTo>
                <a:lnTo>
                  <a:pt x="737" y="22674"/>
                </a:lnTo>
                <a:lnTo>
                  <a:pt x="802" y="22544"/>
                </a:lnTo>
                <a:lnTo>
                  <a:pt x="802" y="22410"/>
                </a:lnTo>
                <a:lnTo>
                  <a:pt x="898" y="22277"/>
                </a:lnTo>
                <a:lnTo>
                  <a:pt x="898" y="22143"/>
                </a:lnTo>
                <a:lnTo>
                  <a:pt x="898" y="22010"/>
                </a:lnTo>
                <a:lnTo>
                  <a:pt x="962" y="21877"/>
                </a:lnTo>
                <a:lnTo>
                  <a:pt x="962" y="21743"/>
                </a:lnTo>
                <a:lnTo>
                  <a:pt x="1026" y="21613"/>
                </a:lnTo>
                <a:lnTo>
                  <a:pt x="1026" y="21413"/>
                </a:lnTo>
                <a:lnTo>
                  <a:pt x="1090" y="21279"/>
                </a:lnTo>
                <a:lnTo>
                  <a:pt x="1090" y="21146"/>
                </a:lnTo>
                <a:lnTo>
                  <a:pt x="1090" y="21013"/>
                </a:lnTo>
                <a:lnTo>
                  <a:pt x="1186" y="20879"/>
                </a:lnTo>
                <a:lnTo>
                  <a:pt x="1186" y="20746"/>
                </a:lnTo>
                <a:lnTo>
                  <a:pt x="1186" y="20615"/>
                </a:lnTo>
                <a:lnTo>
                  <a:pt x="1251" y="20482"/>
                </a:lnTo>
                <a:lnTo>
                  <a:pt x="1251" y="20349"/>
                </a:lnTo>
                <a:lnTo>
                  <a:pt x="1251" y="20215"/>
                </a:lnTo>
                <a:lnTo>
                  <a:pt x="1315" y="20015"/>
                </a:lnTo>
                <a:lnTo>
                  <a:pt x="1315" y="19815"/>
                </a:lnTo>
                <a:lnTo>
                  <a:pt x="1379" y="19618"/>
                </a:lnTo>
                <a:lnTo>
                  <a:pt x="1379" y="19418"/>
                </a:lnTo>
                <a:lnTo>
                  <a:pt x="1379" y="19218"/>
                </a:lnTo>
                <a:lnTo>
                  <a:pt x="1475" y="19084"/>
                </a:lnTo>
                <a:lnTo>
                  <a:pt x="1475" y="18884"/>
                </a:lnTo>
                <a:lnTo>
                  <a:pt x="1475" y="18751"/>
                </a:lnTo>
                <a:lnTo>
                  <a:pt x="1539" y="18554"/>
                </a:lnTo>
                <a:lnTo>
                  <a:pt x="1539" y="18420"/>
                </a:lnTo>
                <a:lnTo>
                  <a:pt x="1539" y="18287"/>
                </a:lnTo>
                <a:lnTo>
                  <a:pt x="1604" y="18087"/>
                </a:lnTo>
                <a:lnTo>
                  <a:pt x="1604" y="17954"/>
                </a:lnTo>
                <a:lnTo>
                  <a:pt x="1604" y="17820"/>
                </a:lnTo>
                <a:lnTo>
                  <a:pt x="1604" y="17687"/>
                </a:lnTo>
                <a:lnTo>
                  <a:pt x="1700" y="17490"/>
                </a:lnTo>
                <a:lnTo>
                  <a:pt x="1700" y="17356"/>
                </a:lnTo>
                <a:lnTo>
                  <a:pt x="1700" y="17223"/>
                </a:lnTo>
                <a:lnTo>
                  <a:pt x="1700" y="17089"/>
                </a:lnTo>
                <a:lnTo>
                  <a:pt x="1764" y="16956"/>
                </a:lnTo>
                <a:lnTo>
                  <a:pt x="1764" y="16823"/>
                </a:lnTo>
                <a:lnTo>
                  <a:pt x="1764" y="16689"/>
                </a:lnTo>
                <a:lnTo>
                  <a:pt x="1764" y="16559"/>
                </a:lnTo>
                <a:lnTo>
                  <a:pt x="1828" y="16425"/>
                </a:lnTo>
                <a:lnTo>
                  <a:pt x="1828" y="16292"/>
                </a:lnTo>
                <a:lnTo>
                  <a:pt x="1828" y="16159"/>
                </a:lnTo>
                <a:lnTo>
                  <a:pt x="1828" y="16025"/>
                </a:lnTo>
                <a:lnTo>
                  <a:pt x="1828" y="15892"/>
                </a:lnTo>
                <a:lnTo>
                  <a:pt x="1892" y="15692"/>
                </a:lnTo>
                <a:lnTo>
                  <a:pt x="1892" y="15561"/>
                </a:lnTo>
                <a:lnTo>
                  <a:pt x="1892" y="15428"/>
                </a:lnTo>
                <a:lnTo>
                  <a:pt x="1892" y="15295"/>
                </a:lnTo>
                <a:lnTo>
                  <a:pt x="1892" y="15161"/>
                </a:lnTo>
                <a:lnTo>
                  <a:pt x="1988" y="15028"/>
                </a:lnTo>
                <a:lnTo>
                  <a:pt x="1988" y="14828"/>
                </a:lnTo>
                <a:lnTo>
                  <a:pt x="1988" y="14694"/>
                </a:lnTo>
                <a:lnTo>
                  <a:pt x="1988" y="14564"/>
                </a:lnTo>
                <a:lnTo>
                  <a:pt x="2053" y="14431"/>
                </a:lnTo>
                <a:lnTo>
                  <a:pt x="2053" y="14231"/>
                </a:lnTo>
                <a:lnTo>
                  <a:pt x="2053" y="14097"/>
                </a:lnTo>
                <a:lnTo>
                  <a:pt x="2053" y="13964"/>
                </a:lnTo>
                <a:lnTo>
                  <a:pt x="2053" y="13764"/>
                </a:lnTo>
                <a:lnTo>
                  <a:pt x="2117" y="13633"/>
                </a:lnTo>
                <a:lnTo>
                  <a:pt x="2117" y="13433"/>
                </a:lnTo>
                <a:lnTo>
                  <a:pt x="2117" y="13300"/>
                </a:lnTo>
                <a:lnTo>
                  <a:pt x="2117" y="13166"/>
                </a:lnTo>
                <a:lnTo>
                  <a:pt x="2213" y="12966"/>
                </a:lnTo>
                <a:lnTo>
                  <a:pt x="2213" y="12833"/>
                </a:lnTo>
                <a:lnTo>
                  <a:pt x="2213" y="12636"/>
                </a:lnTo>
                <a:lnTo>
                  <a:pt x="2213" y="12502"/>
                </a:lnTo>
                <a:lnTo>
                  <a:pt x="2213" y="12302"/>
                </a:lnTo>
                <a:lnTo>
                  <a:pt x="2277" y="12102"/>
                </a:lnTo>
                <a:lnTo>
                  <a:pt x="2277" y="11969"/>
                </a:lnTo>
                <a:lnTo>
                  <a:pt x="2277" y="11769"/>
                </a:lnTo>
                <a:lnTo>
                  <a:pt x="2277" y="11638"/>
                </a:lnTo>
                <a:lnTo>
                  <a:pt x="2341" y="11438"/>
                </a:lnTo>
                <a:lnTo>
                  <a:pt x="2341" y="11238"/>
                </a:lnTo>
                <a:lnTo>
                  <a:pt x="2341" y="11105"/>
                </a:lnTo>
                <a:lnTo>
                  <a:pt x="2341" y="10905"/>
                </a:lnTo>
                <a:lnTo>
                  <a:pt x="2341" y="10705"/>
                </a:lnTo>
                <a:lnTo>
                  <a:pt x="2406" y="10574"/>
                </a:lnTo>
                <a:lnTo>
                  <a:pt x="2406" y="10374"/>
                </a:lnTo>
                <a:lnTo>
                  <a:pt x="2406" y="10174"/>
                </a:lnTo>
                <a:lnTo>
                  <a:pt x="2406" y="9974"/>
                </a:lnTo>
                <a:lnTo>
                  <a:pt x="2502" y="9841"/>
                </a:lnTo>
                <a:lnTo>
                  <a:pt x="2502" y="9643"/>
                </a:lnTo>
                <a:lnTo>
                  <a:pt x="2502" y="9443"/>
                </a:lnTo>
                <a:lnTo>
                  <a:pt x="2502" y="9243"/>
                </a:lnTo>
                <a:lnTo>
                  <a:pt x="2502" y="9043"/>
                </a:lnTo>
                <a:lnTo>
                  <a:pt x="2566" y="8843"/>
                </a:lnTo>
                <a:lnTo>
                  <a:pt x="2566" y="8710"/>
                </a:lnTo>
                <a:lnTo>
                  <a:pt x="2566" y="8513"/>
                </a:lnTo>
                <a:lnTo>
                  <a:pt x="2566" y="8313"/>
                </a:lnTo>
                <a:lnTo>
                  <a:pt x="2630" y="8112"/>
                </a:lnTo>
                <a:lnTo>
                  <a:pt x="2630" y="7912"/>
                </a:lnTo>
                <a:lnTo>
                  <a:pt x="2630" y="7712"/>
                </a:lnTo>
                <a:lnTo>
                  <a:pt x="2630" y="7515"/>
                </a:lnTo>
                <a:lnTo>
                  <a:pt x="2630" y="7315"/>
                </a:lnTo>
                <a:lnTo>
                  <a:pt x="2694" y="7115"/>
                </a:lnTo>
                <a:lnTo>
                  <a:pt x="2694" y="6915"/>
                </a:lnTo>
                <a:lnTo>
                  <a:pt x="2694" y="6715"/>
                </a:lnTo>
                <a:lnTo>
                  <a:pt x="2694" y="6451"/>
                </a:lnTo>
                <a:lnTo>
                  <a:pt x="2694" y="6251"/>
                </a:lnTo>
                <a:lnTo>
                  <a:pt x="2790" y="6051"/>
                </a:lnTo>
                <a:lnTo>
                  <a:pt x="2790" y="5851"/>
                </a:lnTo>
                <a:lnTo>
                  <a:pt x="2790" y="5654"/>
                </a:lnTo>
                <a:lnTo>
                  <a:pt x="2790" y="5454"/>
                </a:lnTo>
                <a:lnTo>
                  <a:pt x="2855" y="5187"/>
                </a:lnTo>
                <a:lnTo>
                  <a:pt x="2855" y="4987"/>
                </a:lnTo>
                <a:lnTo>
                  <a:pt x="2855" y="4787"/>
                </a:lnTo>
                <a:lnTo>
                  <a:pt x="2855" y="4589"/>
                </a:lnTo>
                <a:lnTo>
                  <a:pt x="2855" y="4323"/>
                </a:lnTo>
                <a:lnTo>
                  <a:pt x="2919" y="4123"/>
                </a:lnTo>
                <a:lnTo>
                  <a:pt x="2919" y="3923"/>
                </a:lnTo>
                <a:lnTo>
                  <a:pt x="2919" y="3659"/>
                </a:lnTo>
                <a:lnTo>
                  <a:pt x="2919" y="3459"/>
                </a:lnTo>
                <a:lnTo>
                  <a:pt x="3015" y="3259"/>
                </a:lnTo>
                <a:lnTo>
                  <a:pt x="3015" y="2992"/>
                </a:lnTo>
                <a:lnTo>
                  <a:pt x="3015" y="2792"/>
                </a:lnTo>
                <a:lnTo>
                  <a:pt x="3015" y="2595"/>
                </a:lnTo>
                <a:lnTo>
                  <a:pt x="3015" y="2328"/>
                </a:lnTo>
                <a:lnTo>
                  <a:pt x="3079" y="2128"/>
                </a:lnTo>
                <a:lnTo>
                  <a:pt x="3079" y="1861"/>
                </a:lnTo>
                <a:lnTo>
                  <a:pt x="3079" y="1664"/>
                </a:lnTo>
                <a:lnTo>
                  <a:pt x="3079" y="1397"/>
                </a:lnTo>
                <a:lnTo>
                  <a:pt x="3143" y="1197"/>
                </a:lnTo>
                <a:lnTo>
                  <a:pt x="3143" y="930"/>
                </a:lnTo>
                <a:lnTo>
                  <a:pt x="3143" y="666"/>
                </a:lnTo>
                <a:lnTo>
                  <a:pt x="3143" y="466"/>
                </a:lnTo>
                <a:lnTo>
                  <a:pt x="3143" y="20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188878" y="3936775"/>
            <a:ext cx="3143" cy="71018"/>
          </a:xfrm>
          <a:custGeom>
            <a:avLst/>
            <a:gdLst/>
            <a:ahLst/>
            <a:cxnLst/>
            <a:rect l="l" t="t" r="r" b="b"/>
            <a:pathLst>
              <a:path w="3143" h="71018">
                <a:moveTo>
                  <a:pt x="0" y="71018"/>
                </a:moveTo>
                <a:lnTo>
                  <a:pt x="0" y="70752"/>
                </a:lnTo>
                <a:lnTo>
                  <a:pt x="0" y="70488"/>
                </a:lnTo>
                <a:lnTo>
                  <a:pt x="0" y="70288"/>
                </a:lnTo>
                <a:lnTo>
                  <a:pt x="96" y="70021"/>
                </a:lnTo>
                <a:lnTo>
                  <a:pt x="96" y="69754"/>
                </a:lnTo>
                <a:lnTo>
                  <a:pt x="96" y="69490"/>
                </a:lnTo>
                <a:lnTo>
                  <a:pt x="96" y="69290"/>
                </a:lnTo>
                <a:lnTo>
                  <a:pt x="96" y="69023"/>
                </a:lnTo>
                <a:lnTo>
                  <a:pt x="160" y="68757"/>
                </a:lnTo>
                <a:lnTo>
                  <a:pt x="160" y="68493"/>
                </a:lnTo>
                <a:lnTo>
                  <a:pt x="160" y="68293"/>
                </a:lnTo>
                <a:lnTo>
                  <a:pt x="160" y="68026"/>
                </a:lnTo>
                <a:lnTo>
                  <a:pt x="224" y="67759"/>
                </a:lnTo>
                <a:lnTo>
                  <a:pt x="224" y="67495"/>
                </a:lnTo>
                <a:lnTo>
                  <a:pt x="224" y="67229"/>
                </a:lnTo>
                <a:lnTo>
                  <a:pt x="224" y="66962"/>
                </a:lnTo>
                <a:lnTo>
                  <a:pt x="224" y="66698"/>
                </a:lnTo>
                <a:lnTo>
                  <a:pt x="320" y="66431"/>
                </a:lnTo>
                <a:lnTo>
                  <a:pt x="320" y="66164"/>
                </a:lnTo>
                <a:lnTo>
                  <a:pt x="320" y="65898"/>
                </a:lnTo>
                <a:lnTo>
                  <a:pt x="320" y="65634"/>
                </a:lnTo>
                <a:lnTo>
                  <a:pt x="320" y="65367"/>
                </a:lnTo>
                <a:lnTo>
                  <a:pt x="384" y="65100"/>
                </a:lnTo>
                <a:lnTo>
                  <a:pt x="384" y="64834"/>
                </a:lnTo>
                <a:lnTo>
                  <a:pt x="384" y="64570"/>
                </a:lnTo>
                <a:lnTo>
                  <a:pt x="384" y="64303"/>
                </a:lnTo>
                <a:lnTo>
                  <a:pt x="449" y="64036"/>
                </a:lnTo>
                <a:lnTo>
                  <a:pt x="449" y="63769"/>
                </a:lnTo>
                <a:lnTo>
                  <a:pt x="449" y="63506"/>
                </a:lnTo>
                <a:lnTo>
                  <a:pt x="449" y="63172"/>
                </a:lnTo>
                <a:lnTo>
                  <a:pt x="449" y="62905"/>
                </a:lnTo>
                <a:lnTo>
                  <a:pt x="513" y="62641"/>
                </a:lnTo>
                <a:lnTo>
                  <a:pt x="513" y="62375"/>
                </a:lnTo>
                <a:lnTo>
                  <a:pt x="513" y="62108"/>
                </a:lnTo>
                <a:lnTo>
                  <a:pt x="513" y="61775"/>
                </a:lnTo>
                <a:lnTo>
                  <a:pt x="609" y="61511"/>
                </a:lnTo>
                <a:lnTo>
                  <a:pt x="609" y="61244"/>
                </a:lnTo>
                <a:lnTo>
                  <a:pt x="609" y="60977"/>
                </a:lnTo>
                <a:lnTo>
                  <a:pt x="609" y="60647"/>
                </a:lnTo>
                <a:lnTo>
                  <a:pt x="609" y="60380"/>
                </a:lnTo>
                <a:lnTo>
                  <a:pt x="673" y="60113"/>
                </a:lnTo>
                <a:lnTo>
                  <a:pt x="673" y="59780"/>
                </a:lnTo>
                <a:lnTo>
                  <a:pt x="673" y="59516"/>
                </a:lnTo>
                <a:lnTo>
                  <a:pt x="673" y="59182"/>
                </a:lnTo>
                <a:lnTo>
                  <a:pt x="737" y="58916"/>
                </a:lnTo>
                <a:lnTo>
                  <a:pt x="737" y="58585"/>
                </a:lnTo>
                <a:lnTo>
                  <a:pt x="737" y="58318"/>
                </a:lnTo>
                <a:lnTo>
                  <a:pt x="737" y="58051"/>
                </a:lnTo>
                <a:lnTo>
                  <a:pt x="737" y="57721"/>
                </a:lnTo>
                <a:lnTo>
                  <a:pt x="802" y="57454"/>
                </a:lnTo>
                <a:lnTo>
                  <a:pt x="802" y="57121"/>
                </a:lnTo>
                <a:lnTo>
                  <a:pt x="802" y="56787"/>
                </a:lnTo>
                <a:lnTo>
                  <a:pt x="802" y="56523"/>
                </a:lnTo>
                <a:lnTo>
                  <a:pt x="898" y="56190"/>
                </a:lnTo>
                <a:lnTo>
                  <a:pt x="898" y="55923"/>
                </a:lnTo>
                <a:lnTo>
                  <a:pt x="898" y="55593"/>
                </a:lnTo>
                <a:lnTo>
                  <a:pt x="898" y="55259"/>
                </a:lnTo>
                <a:lnTo>
                  <a:pt x="898" y="54992"/>
                </a:lnTo>
                <a:lnTo>
                  <a:pt x="962" y="54662"/>
                </a:lnTo>
                <a:lnTo>
                  <a:pt x="962" y="54328"/>
                </a:lnTo>
                <a:lnTo>
                  <a:pt x="962" y="54062"/>
                </a:lnTo>
                <a:lnTo>
                  <a:pt x="962" y="53731"/>
                </a:lnTo>
                <a:lnTo>
                  <a:pt x="1026" y="53398"/>
                </a:lnTo>
                <a:lnTo>
                  <a:pt x="1026" y="53064"/>
                </a:lnTo>
                <a:lnTo>
                  <a:pt x="1026" y="52798"/>
                </a:lnTo>
                <a:lnTo>
                  <a:pt x="1026" y="52467"/>
                </a:lnTo>
                <a:lnTo>
                  <a:pt x="1026" y="52134"/>
                </a:lnTo>
                <a:lnTo>
                  <a:pt x="1122" y="51800"/>
                </a:lnTo>
                <a:lnTo>
                  <a:pt x="1122" y="51470"/>
                </a:lnTo>
                <a:lnTo>
                  <a:pt x="1122" y="51203"/>
                </a:lnTo>
                <a:lnTo>
                  <a:pt x="1122" y="50869"/>
                </a:lnTo>
                <a:lnTo>
                  <a:pt x="1122" y="50539"/>
                </a:lnTo>
                <a:lnTo>
                  <a:pt x="1186" y="50205"/>
                </a:lnTo>
                <a:lnTo>
                  <a:pt x="1186" y="49872"/>
                </a:lnTo>
                <a:lnTo>
                  <a:pt x="1186" y="49541"/>
                </a:lnTo>
                <a:lnTo>
                  <a:pt x="1186" y="49208"/>
                </a:lnTo>
                <a:lnTo>
                  <a:pt x="1251" y="48874"/>
                </a:lnTo>
                <a:lnTo>
                  <a:pt x="1251" y="48544"/>
                </a:lnTo>
                <a:lnTo>
                  <a:pt x="1251" y="48210"/>
                </a:lnTo>
                <a:lnTo>
                  <a:pt x="1251" y="47877"/>
                </a:lnTo>
                <a:lnTo>
                  <a:pt x="1251" y="47546"/>
                </a:lnTo>
                <a:lnTo>
                  <a:pt x="1315" y="47213"/>
                </a:lnTo>
                <a:lnTo>
                  <a:pt x="1315" y="46880"/>
                </a:lnTo>
                <a:lnTo>
                  <a:pt x="1315" y="46549"/>
                </a:lnTo>
                <a:lnTo>
                  <a:pt x="1315" y="46149"/>
                </a:lnTo>
                <a:lnTo>
                  <a:pt x="1411" y="45815"/>
                </a:lnTo>
                <a:lnTo>
                  <a:pt x="1411" y="45485"/>
                </a:lnTo>
                <a:lnTo>
                  <a:pt x="1411" y="45151"/>
                </a:lnTo>
                <a:lnTo>
                  <a:pt x="1411" y="44818"/>
                </a:lnTo>
                <a:lnTo>
                  <a:pt x="1411" y="44487"/>
                </a:lnTo>
                <a:lnTo>
                  <a:pt x="1475" y="44087"/>
                </a:lnTo>
                <a:lnTo>
                  <a:pt x="1475" y="43757"/>
                </a:lnTo>
                <a:lnTo>
                  <a:pt x="1475" y="43423"/>
                </a:lnTo>
                <a:lnTo>
                  <a:pt x="1475" y="43090"/>
                </a:lnTo>
                <a:lnTo>
                  <a:pt x="1539" y="42693"/>
                </a:lnTo>
                <a:lnTo>
                  <a:pt x="1539" y="42359"/>
                </a:lnTo>
                <a:lnTo>
                  <a:pt x="1539" y="42026"/>
                </a:lnTo>
                <a:lnTo>
                  <a:pt x="1539" y="41628"/>
                </a:lnTo>
                <a:lnTo>
                  <a:pt x="1539" y="41295"/>
                </a:lnTo>
                <a:lnTo>
                  <a:pt x="1604" y="40962"/>
                </a:lnTo>
                <a:lnTo>
                  <a:pt x="1604" y="40564"/>
                </a:lnTo>
                <a:lnTo>
                  <a:pt x="1604" y="40231"/>
                </a:lnTo>
                <a:lnTo>
                  <a:pt x="1604" y="39831"/>
                </a:lnTo>
                <a:lnTo>
                  <a:pt x="1700" y="39500"/>
                </a:lnTo>
                <a:lnTo>
                  <a:pt x="1700" y="39100"/>
                </a:lnTo>
                <a:lnTo>
                  <a:pt x="1700" y="38769"/>
                </a:lnTo>
                <a:lnTo>
                  <a:pt x="1700" y="38369"/>
                </a:lnTo>
                <a:lnTo>
                  <a:pt x="1700" y="38036"/>
                </a:lnTo>
                <a:lnTo>
                  <a:pt x="1764" y="37639"/>
                </a:lnTo>
                <a:lnTo>
                  <a:pt x="1764" y="37305"/>
                </a:lnTo>
                <a:lnTo>
                  <a:pt x="1764" y="36905"/>
                </a:lnTo>
                <a:lnTo>
                  <a:pt x="1764" y="36574"/>
                </a:lnTo>
                <a:lnTo>
                  <a:pt x="1828" y="36174"/>
                </a:lnTo>
                <a:lnTo>
                  <a:pt x="1828" y="35777"/>
                </a:lnTo>
                <a:lnTo>
                  <a:pt x="1828" y="35444"/>
                </a:lnTo>
                <a:lnTo>
                  <a:pt x="1828" y="35044"/>
                </a:lnTo>
                <a:lnTo>
                  <a:pt x="1828" y="34646"/>
                </a:lnTo>
                <a:lnTo>
                  <a:pt x="1924" y="34313"/>
                </a:lnTo>
                <a:lnTo>
                  <a:pt x="1924" y="33913"/>
                </a:lnTo>
                <a:lnTo>
                  <a:pt x="1924" y="33515"/>
                </a:lnTo>
                <a:lnTo>
                  <a:pt x="1924" y="33182"/>
                </a:lnTo>
                <a:lnTo>
                  <a:pt x="1924" y="32785"/>
                </a:lnTo>
                <a:lnTo>
                  <a:pt x="1988" y="32385"/>
                </a:lnTo>
                <a:lnTo>
                  <a:pt x="1988" y="31984"/>
                </a:lnTo>
                <a:lnTo>
                  <a:pt x="1988" y="31587"/>
                </a:lnTo>
                <a:lnTo>
                  <a:pt x="1988" y="31254"/>
                </a:lnTo>
                <a:lnTo>
                  <a:pt x="2053" y="30854"/>
                </a:lnTo>
                <a:lnTo>
                  <a:pt x="2053" y="30456"/>
                </a:lnTo>
                <a:lnTo>
                  <a:pt x="2053" y="30056"/>
                </a:lnTo>
                <a:lnTo>
                  <a:pt x="2053" y="29659"/>
                </a:lnTo>
                <a:lnTo>
                  <a:pt x="2053" y="29259"/>
                </a:lnTo>
                <a:lnTo>
                  <a:pt x="2117" y="28859"/>
                </a:lnTo>
                <a:lnTo>
                  <a:pt x="2117" y="28462"/>
                </a:lnTo>
                <a:lnTo>
                  <a:pt x="2117" y="28061"/>
                </a:lnTo>
                <a:lnTo>
                  <a:pt x="2117" y="27664"/>
                </a:lnTo>
                <a:lnTo>
                  <a:pt x="2213" y="27264"/>
                </a:lnTo>
                <a:lnTo>
                  <a:pt x="2213" y="26864"/>
                </a:lnTo>
                <a:lnTo>
                  <a:pt x="2213" y="26467"/>
                </a:lnTo>
                <a:lnTo>
                  <a:pt x="2213" y="26067"/>
                </a:lnTo>
                <a:lnTo>
                  <a:pt x="2213" y="25669"/>
                </a:lnTo>
                <a:lnTo>
                  <a:pt x="2277" y="25269"/>
                </a:lnTo>
                <a:lnTo>
                  <a:pt x="2277" y="24869"/>
                </a:lnTo>
                <a:lnTo>
                  <a:pt x="2277" y="24472"/>
                </a:lnTo>
                <a:lnTo>
                  <a:pt x="2277" y="24072"/>
                </a:lnTo>
                <a:lnTo>
                  <a:pt x="2341" y="23674"/>
                </a:lnTo>
                <a:lnTo>
                  <a:pt x="2341" y="23274"/>
                </a:lnTo>
                <a:lnTo>
                  <a:pt x="2341" y="22874"/>
                </a:lnTo>
                <a:lnTo>
                  <a:pt x="2341" y="22410"/>
                </a:lnTo>
                <a:lnTo>
                  <a:pt x="2341" y="22010"/>
                </a:lnTo>
                <a:lnTo>
                  <a:pt x="2438" y="21613"/>
                </a:lnTo>
                <a:lnTo>
                  <a:pt x="2438" y="21213"/>
                </a:lnTo>
                <a:lnTo>
                  <a:pt x="2438" y="20749"/>
                </a:lnTo>
                <a:lnTo>
                  <a:pt x="2438" y="20349"/>
                </a:lnTo>
                <a:lnTo>
                  <a:pt x="2502" y="19948"/>
                </a:lnTo>
                <a:lnTo>
                  <a:pt x="2502" y="19551"/>
                </a:lnTo>
                <a:lnTo>
                  <a:pt x="2502" y="19084"/>
                </a:lnTo>
                <a:lnTo>
                  <a:pt x="2502" y="18687"/>
                </a:lnTo>
                <a:lnTo>
                  <a:pt x="2502" y="18287"/>
                </a:lnTo>
                <a:lnTo>
                  <a:pt x="2566" y="17823"/>
                </a:lnTo>
                <a:lnTo>
                  <a:pt x="2566" y="17423"/>
                </a:lnTo>
                <a:lnTo>
                  <a:pt x="2566" y="16956"/>
                </a:lnTo>
                <a:lnTo>
                  <a:pt x="2566" y="16559"/>
                </a:lnTo>
                <a:lnTo>
                  <a:pt x="2630" y="16159"/>
                </a:lnTo>
                <a:lnTo>
                  <a:pt x="2630" y="15695"/>
                </a:lnTo>
                <a:lnTo>
                  <a:pt x="2630" y="15295"/>
                </a:lnTo>
                <a:lnTo>
                  <a:pt x="2630" y="14831"/>
                </a:lnTo>
                <a:lnTo>
                  <a:pt x="2630" y="14431"/>
                </a:lnTo>
                <a:lnTo>
                  <a:pt x="2726" y="13964"/>
                </a:lnTo>
                <a:lnTo>
                  <a:pt x="2726" y="13567"/>
                </a:lnTo>
                <a:lnTo>
                  <a:pt x="2726" y="13100"/>
                </a:lnTo>
                <a:lnTo>
                  <a:pt x="2726" y="12702"/>
                </a:lnTo>
                <a:lnTo>
                  <a:pt x="2726" y="12236"/>
                </a:lnTo>
                <a:lnTo>
                  <a:pt x="2790" y="11772"/>
                </a:lnTo>
                <a:lnTo>
                  <a:pt x="2790" y="11372"/>
                </a:lnTo>
                <a:lnTo>
                  <a:pt x="2790" y="10905"/>
                </a:lnTo>
                <a:lnTo>
                  <a:pt x="2790" y="10441"/>
                </a:lnTo>
                <a:lnTo>
                  <a:pt x="2855" y="10041"/>
                </a:lnTo>
                <a:lnTo>
                  <a:pt x="2855" y="9577"/>
                </a:lnTo>
                <a:lnTo>
                  <a:pt x="2855" y="9110"/>
                </a:lnTo>
                <a:lnTo>
                  <a:pt x="2855" y="8713"/>
                </a:lnTo>
                <a:lnTo>
                  <a:pt x="2855" y="8246"/>
                </a:lnTo>
                <a:lnTo>
                  <a:pt x="2919" y="7782"/>
                </a:lnTo>
                <a:lnTo>
                  <a:pt x="2919" y="7382"/>
                </a:lnTo>
                <a:lnTo>
                  <a:pt x="2919" y="6915"/>
                </a:lnTo>
                <a:lnTo>
                  <a:pt x="2919" y="6451"/>
                </a:lnTo>
                <a:lnTo>
                  <a:pt x="3015" y="5984"/>
                </a:lnTo>
                <a:lnTo>
                  <a:pt x="3015" y="5520"/>
                </a:lnTo>
                <a:lnTo>
                  <a:pt x="3015" y="5120"/>
                </a:lnTo>
                <a:lnTo>
                  <a:pt x="3015" y="4656"/>
                </a:lnTo>
                <a:lnTo>
                  <a:pt x="3015" y="4189"/>
                </a:lnTo>
                <a:lnTo>
                  <a:pt x="3079" y="3725"/>
                </a:lnTo>
                <a:lnTo>
                  <a:pt x="3079" y="3259"/>
                </a:lnTo>
                <a:lnTo>
                  <a:pt x="3079" y="2795"/>
                </a:lnTo>
                <a:lnTo>
                  <a:pt x="3079" y="2328"/>
                </a:lnTo>
                <a:lnTo>
                  <a:pt x="3143" y="1864"/>
                </a:lnTo>
                <a:lnTo>
                  <a:pt x="3143" y="1397"/>
                </a:lnTo>
                <a:lnTo>
                  <a:pt x="3143" y="930"/>
                </a:lnTo>
                <a:lnTo>
                  <a:pt x="3143" y="466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192022" y="3824797"/>
            <a:ext cx="3208" cy="111977"/>
          </a:xfrm>
          <a:custGeom>
            <a:avLst/>
            <a:gdLst/>
            <a:ahLst/>
            <a:cxnLst/>
            <a:rect l="l" t="t" r="r" b="b"/>
            <a:pathLst>
              <a:path w="3208" h="111977">
                <a:moveTo>
                  <a:pt x="0" y="111977"/>
                </a:moveTo>
                <a:lnTo>
                  <a:pt x="96" y="111513"/>
                </a:lnTo>
                <a:lnTo>
                  <a:pt x="96" y="111047"/>
                </a:lnTo>
                <a:lnTo>
                  <a:pt x="96" y="110583"/>
                </a:lnTo>
                <a:lnTo>
                  <a:pt x="96" y="110116"/>
                </a:lnTo>
                <a:lnTo>
                  <a:pt x="160" y="109652"/>
                </a:lnTo>
                <a:lnTo>
                  <a:pt x="160" y="109185"/>
                </a:lnTo>
                <a:lnTo>
                  <a:pt x="160" y="108721"/>
                </a:lnTo>
                <a:lnTo>
                  <a:pt x="160" y="108254"/>
                </a:lnTo>
                <a:lnTo>
                  <a:pt x="160" y="107790"/>
                </a:lnTo>
                <a:lnTo>
                  <a:pt x="224" y="107257"/>
                </a:lnTo>
                <a:lnTo>
                  <a:pt x="224" y="106793"/>
                </a:lnTo>
                <a:lnTo>
                  <a:pt x="224" y="106326"/>
                </a:lnTo>
                <a:lnTo>
                  <a:pt x="224" y="105862"/>
                </a:lnTo>
                <a:lnTo>
                  <a:pt x="288" y="105395"/>
                </a:lnTo>
                <a:lnTo>
                  <a:pt x="288" y="104865"/>
                </a:lnTo>
                <a:lnTo>
                  <a:pt x="288" y="104398"/>
                </a:lnTo>
                <a:lnTo>
                  <a:pt x="288" y="103931"/>
                </a:lnTo>
                <a:lnTo>
                  <a:pt x="288" y="103467"/>
                </a:lnTo>
                <a:lnTo>
                  <a:pt x="384" y="102934"/>
                </a:lnTo>
                <a:lnTo>
                  <a:pt x="384" y="102470"/>
                </a:lnTo>
                <a:lnTo>
                  <a:pt x="384" y="102003"/>
                </a:lnTo>
                <a:lnTo>
                  <a:pt x="384" y="101472"/>
                </a:lnTo>
                <a:lnTo>
                  <a:pt x="384" y="101006"/>
                </a:lnTo>
                <a:lnTo>
                  <a:pt x="449" y="100475"/>
                </a:lnTo>
                <a:lnTo>
                  <a:pt x="449" y="100008"/>
                </a:lnTo>
                <a:lnTo>
                  <a:pt x="449" y="99544"/>
                </a:lnTo>
                <a:lnTo>
                  <a:pt x="449" y="99011"/>
                </a:lnTo>
                <a:lnTo>
                  <a:pt x="513" y="98547"/>
                </a:lnTo>
                <a:lnTo>
                  <a:pt x="513" y="98013"/>
                </a:lnTo>
                <a:lnTo>
                  <a:pt x="513" y="97549"/>
                </a:lnTo>
                <a:lnTo>
                  <a:pt x="513" y="97016"/>
                </a:lnTo>
                <a:lnTo>
                  <a:pt x="513" y="96552"/>
                </a:lnTo>
                <a:lnTo>
                  <a:pt x="609" y="96018"/>
                </a:lnTo>
                <a:lnTo>
                  <a:pt x="609" y="95554"/>
                </a:lnTo>
                <a:lnTo>
                  <a:pt x="609" y="95021"/>
                </a:lnTo>
                <a:lnTo>
                  <a:pt x="609" y="94557"/>
                </a:lnTo>
                <a:lnTo>
                  <a:pt x="673" y="94023"/>
                </a:lnTo>
                <a:lnTo>
                  <a:pt x="673" y="93559"/>
                </a:lnTo>
                <a:lnTo>
                  <a:pt x="673" y="93026"/>
                </a:lnTo>
                <a:lnTo>
                  <a:pt x="673" y="92495"/>
                </a:lnTo>
                <a:lnTo>
                  <a:pt x="673" y="92028"/>
                </a:lnTo>
                <a:lnTo>
                  <a:pt x="737" y="91498"/>
                </a:lnTo>
                <a:lnTo>
                  <a:pt x="737" y="90964"/>
                </a:lnTo>
                <a:lnTo>
                  <a:pt x="737" y="90500"/>
                </a:lnTo>
                <a:lnTo>
                  <a:pt x="737" y="89967"/>
                </a:lnTo>
                <a:lnTo>
                  <a:pt x="802" y="89436"/>
                </a:lnTo>
                <a:lnTo>
                  <a:pt x="802" y="88969"/>
                </a:lnTo>
                <a:lnTo>
                  <a:pt x="802" y="88439"/>
                </a:lnTo>
                <a:lnTo>
                  <a:pt x="802" y="87908"/>
                </a:lnTo>
                <a:lnTo>
                  <a:pt x="802" y="87375"/>
                </a:lnTo>
                <a:lnTo>
                  <a:pt x="898" y="86911"/>
                </a:lnTo>
                <a:lnTo>
                  <a:pt x="898" y="86377"/>
                </a:lnTo>
                <a:lnTo>
                  <a:pt x="898" y="85847"/>
                </a:lnTo>
                <a:lnTo>
                  <a:pt x="898" y="85313"/>
                </a:lnTo>
                <a:lnTo>
                  <a:pt x="962" y="84782"/>
                </a:lnTo>
                <a:lnTo>
                  <a:pt x="962" y="84249"/>
                </a:lnTo>
                <a:lnTo>
                  <a:pt x="962" y="83718"/>
                </a:lnTo>
                <a:lnTo>
                  <a:pt x="962" y="83252"/>
                </a:lnTo>
                <a:lnTo>
                  <a:pt x="962" y="82721"/>
                </a:lnTo>
                <a:lnTo>
                  <a:pt x="1026" y="82187"/>
                </a:lnTo>
                <a:lnTo>
                  <a:pt x="1026" y="81657"/>
                </a:lnTo>
                <a:lnTo>
                  <a:pt x="1026" y="81123"/>
                </a:lnTo>
                <a:lnTo>
                  <a:pt x="1026" y="80593"/>
                </a:lnTo>
                <a:lnTo>
                  <a:pt x="1090" y="80059"/>
                </a:lnTo>
                <a:lnTo>
                  <a:pt x="1090" y="79528"/>
                </a:lnTo>
                <a:lnTo>
                  <a:pt x="1090" y="78995"/>
                </a:lnTo>
                <a:lnTo>
                  <a:pt x="1090" y="78464"/>
                </a:lnTo>
                <a:lnTo>
                  <a:pt x="1090" y="77934"/>
                </a:lnTo>
                <a:lnTo>
                  <a:pt x="1186" y="77400"/>
                </a:lnTo>
                <a:lnTo>
                  <a:pt x="1186" y="76870"/>
                </a:lnTo>
                <a:lnTo>
                  <a:pt x="1186" y="76336"/>
                </a:lnTo>
                <a:lnTo>
                  <a:pt x="1186" y="75805"/>
                </a:lnTo>
                <a:lnTo>
                  <a:pt x="1186" y="75205"/>
                </a:lnTo>
                <a:lnTo>
                  <a:pt x="1251" y="74675"/>
                </a:lnTo>
                <a:lnTo>
                  <a:pt x="1251" y="74141"/>
                </a:lnTo>
                <a:lnTo>
                  <a:pt x="1251" y="73611"/>
                </a:lnTo>
                <a:lnTo>
                  <a:pt x="1251" y="73077"/>
                </a:lnTo>
                <a:lnTo>
                  <a:pt x="1315" y="72546"/>
                </a:lnTo>
                <a:lnTo>
                  <a:pt x="1315" y="72013"/>
                </a:lnTo>
                <a:lnTo>
                  <a:pt x="1315" y="71416"/>
                </a:lnTo>
                <a:lnTo>
                  <a:pt x="1315" y="70885"/>
                </a:lnTo>
                <a:lnTo>
                  <a:pt x="1315" y="70351"/>
                </a:lnTo>
                <a:lnTo>
                  <a:pt x="1411" y="69821"/>
                </a:lnTo>
                <a:lnTo>
                  <a:pt x="1411" y="69221"/>
                </a:lnTo>
                <a:lnTo>
                  <a:pt x="1411" y="68690"/>
                </a:lnTo>
                <a:lnTo>
                  <a:pt x="1411" y="68156"/>
                </a:lnTo>
                <a:lnTo>
                  <a:pt x="1475" y="67559"/>
                </a:lnTo>
                <a:lnTo>
                  <a:pt x="1475" y="67026"/>
                </a:lnTo>
                <a:lnTo>
                  <a:pt x="1475" y="66495"/>
                </a:lnTo>
                <a:lnTo>
                  <a:pt x="1475" y="65898"/>
                </a:lnTo>
                <a:lnTo>
                  <a:pt x="1475" y="65364"/>
                </a:lnTo>
                <a:lnTo>
                  <a:pt x="1539" y="64834"/>
                </a:lnTo>
                <a:lnTo>
                  <a:pt x="1539" y="64233"/>
                </a:lnTo>
                <a:lnTo>
                  <a:pt x="1539" y="63703"/>
                </a:lnTo>
                <a:lnTo>
                  <a:pt x="1539" y="63103"/>
                </a:lnTo>
                <a:lnTo>
                  <a:pt x="1604" y="62572"/>
                </a:lnTo>
                <a:lnTo>
                  <a:pt x="1604" y="62038"/>
                </a:lnTo>
                <a:lnTo>
                  <a:pt x="1604" y="61441"/>
                </a:lnTo>
                <a:lnTo>
                  <a:pt x="1604" y="60910"/>
                </a:lnTo>
                <a:lnTo>
                  <a:pt x="1604" y="60310"/>
                </a:lnTo>
                <a:lnTo>
                  <a:pt x="1700" y="59780"/>
                </a:lnTo>
                <a:lnTo>
                  <a:pt x="1700" y="59179"/>
                </a:lnTo>
                <a:lnTo>
                  <a:pt x="1700" y="58649"/>
                </a:lnTo>
                <a:lnTo>
                  <a:pt x="1700" y="58049"/>
                </a:lnTo>
                <a:lnTo>
                  <a:pt x="1764" y="57451"/>
                </a:lnTo>
                <a:lnTo>
                  <a:pt x="1764" y="56921"/>
                </a:lnTo>
                <a:lnTo>
                  <a:pt x="1764" y="56320"/>
                </a:lnTo>
                <a:lnTo>
                  <a:pt x="1764" y="55790"/>
                </a:lnTo>
                <a:lnTo>
                  <a:pt x="1764" y="55190"/>
                </a:lnTo>
                <a:lnTo>
                  <a:pt x="1828" y="54592"/>
                </a:lnTo>
                <a:lnTo>
                  <a:pt x="1828" y="54059"/>
                </a:lnTo>
                <a:lnTo>
                  <a:pt x="1828" y="53461"/>
                </a:lnTo>
                <a:lnTo>
                  <a:pt x="1828" y="52864"/>
                </a:lnTo>
                <a:lnTo>
                  <a:pt x="1892" y="52331"/>
                </a:lnTo>
                <a:lnTo>
                  <a:pt x="1892" y="51733"/>
                </a:lnTo>
                <a:lnTo>
                  <a:pt x="1892" y="51133"/>
                </a:lnTo>
                <a:lnTo>
                  <a:pt x="1892" y="50603"/>
                </a:lnTo>
                <a:lnTo>
                  <a:pt x="1892" y="50002"/>
                </a:lnTo>
                <a:lnTo>
                  <a:pt x="1988" y="49405"/>
                </a:lnTo>
                <a:lnTo>
                  <a:pt x="1988" y="48808"/>
                </a:lnTo>
                <a:lnTo>
                  <a:pt x="1988" y="48274"/>
                </a:lnTo>
                <a:lnTo>
                  <a:pt x="1988" y="47677"/>
                </a:lnTo>
                <a:lnTo>
                  <a:pt x="1988" y="47077"/>
                </a:lnTo>
                <a:lnTo>
                  <a:pt x="2053" y="46479"/>
                </a:lnTo>
                <a:lnTo>
                  <a:pt x="2053" y="45882"/>
                </a:lnTo>
                <a:lnTo>
                  <a:pt x="2053" y="45282"/>
                </a:lnTo>
                <a:lnTo>
                  <a:pt x="2053" y="44751"/>
                </a:lnTo>
                <a:lnTo>
                  <a:pt x="2117" y="44151"/>
                </a:lnTo>
                <a:lnTo>
                  <a:pt x="2117" y="43554"/>
                </a:lnTo>
                <a:lnTo>
                  <a:pt x="2117" y="42956"/>
                </a:lnTo>
                <a:lnTo>
                  <a:pt x="2117" y="42356"/>
                </a:lnTo>
                <a:lnTo>
                  <a:pt x="2117" y="41759"/>
                </a:lnTo>
                <a:lnTo>
                  <a:pt x="2213" y="41159"/>
                </a:lnTo>
                <a:lnTo>
                  <a:pt x="2213" y="40561"/>
                </a:lnTo>
                <a:lnTo>
                  <a:pt x="2213" y="39964"/>
                </a:lnTo>
                <a:lnTo>
                  <a:pt x="2213" y="39364"/>
                </a:lnTo>
                <a:lnTo>
                  <a:pt x="2277" y="38767"/>
                </a:lnTo>
                <a:lnTo>
                  <a:pt x="2277" y="38166"/>
                </a:lnTo>
                <a:lnTo>
                  <a:pt x="2277" y="37569"/>
                </a:lnTo>
                <a:lnTo>
                  <a:pt x="2277" y="36972"/>
                </a:lnTo>
                <a:lnTo>
                  <a:pt x="2277" y="36372"/>
                </a:lnTo>
                <a:lnTo>
                  <a:pt x="2341" y="35774"/>
                </a:lnTo>
                <a:lnTo>
                  <a:pt x="2341" y="35174"/>
                </a:lnTo>
                <a:lnTo>
                  <a:pt x="2341" y="34577"/>
                </a:lnTo>
                <a:lnTo>
                  <a:pt x="2341" y="33979"/>
                </a:lnTo>
                <a:lnTo>
                  <a:pt x="2406" y="33379"/>
                </a:lnTo>
                <a:lnTo>
                  <a:pt x="2406" y="32782"/>
                </a:lnTo>
                <a:lnTo>
                  <a:pt x="2406" y="32115"/>
                </a:lnTo>
                <a:lnTo>
                  <a:pt x="2406" y="31518"/>
                </a:lnTo>
                <a:lnTo>
                  <a:pt x="2406" y="30920"/>
                </a:lnTo>
                <a:lnTo>
                  <a:pt x="2502" y="30320"/>
                </a:lnTo>
                <a:lnTo>
                  <a:pt x="2502" y="29723"/>
                </a:lnTo>
                <a:lnTo>
                  <a:pt x="2502" y="29056"/>
                </a:lnTo>
                <a:lnTo>
                  <a:pt x="2502" y="28459"/>
                </a:lnTo>
                <a:lnTo>
                  <a:pt x="2566" y="27861"/>
                </a:lnTo>
                <a:lnTo>
                  <a:pt x="2566" y="27261"/>
                </a:lnTo>
                <a:lnTo>
                  <a:pt x="2566" y="26664"/>
                </a:lnTo>
                <a:lnTo>
                  <a:pt x="2566" y="26000"/>
                </a:lnTo>
                <a:lnTo>
                  <a:pt x="2566" y="25400"/>
                </a:lnTo>
                <a:lnTo>
                  <a:pt x="2630" y="24802"/>
                </a:lnTo>
                <a:lnTo>
                  <a:pt x="2630" y="24135"/>
                </a:lnTo>
                <a:lnTo>
                  <a:pt x="2630" y="23538"/>
                </a:lnTo>
                <a:lnTo>
                  <a:pt x="2630" y="22941"/>
                </a:lnTo>
                <a:lnTo>
                  <a:pt x="2726" y="22274"/>
                </a:lnTo>
                <a:lnTo>
                  <a:pt x="2726" y="21677"/>
                </a:lnTo>
                <a:lnTo>
                  <a:pt x="2726" y="21079"/>
                </a:lnTo>
                <a:lnTo>
                  <a:pt x="2726" y="20412"/>
                </a:lnTo>
                <a:lnTo>
                  <a:pt x="2726" y="19815"/>
                </a:lnTo>
                <a:lnTo>
                  <a:pt x="2790" y="19148"/>
                </a:lnTo>
                <a:lnTo>
                  <a:pt x="2790" y="18551"/>
                </a:lnTo>
                <a:lnTo>
                  <a:pt x="2790" y="17954"/>
                </a:lnTo>
                <a:lnTo>
                  <a:pt x="2790" y="17287"/>
                </a:lnTo>
                <a:lnTo>
                  <a:pt x="2790" y="16689"/>
                </a:lnTo>
                <a:lnTo>
                  <a:pt x="2855" y="16025"/>
                </a:lnTo>
                <a:lnTo>
                  <a:pt x="2855" y="15425"/>
                </a:lnTo>
                <a:lnTo>
                  <a:pt x="2855" y="14761"/>
                </a:lnTo>
                <a:lnTo>
                  <a:pt x="2855" y="14161"/>
                </a:lnTo>
                <a:lnTo>
                  <a:pt x="2919" y="13497"/>
                </a:lnTo>
                <a:lnTo>
                  <a:pt x="2919" y="12900"/>
                </a:lnTo>
                <a:lnTo>
                  <a:pt x="2919" y="12233"/>
                </a:lnTo>
                <a:lnTo>
                  <a:pt x="2919" y="11569"/>
                </a:lnTo>
                <a:lnTo>
                  <a:pt x="2919" y="10971"/>
                </a:lnTo>
                <a:lnTo>
                  <a:pt x="3015" y="10305"/>
                </a:lnTo>
                <a:lnTo>
                  <a:pt x="3015" y="9707"/>
                </a:lnTo>
                <a:lnTo>
                  <a:pt x="3015" y="9043"/>
                </a:lnTo>
                <a:lnTo>
                  <a:pt x="3015" y="8443"/>
                </a:lnTo>
                <a:lnTo>
                  <a:pt x="3079" y="7779"/>
                </a:lnTo>
                <a:lnTo>
                  <a:pt x="3079" y="7115"/>
                </a:lnTo>
                <a:lnTo>
                  <a:pt x="3079" y="6515"/>
                </a:lnTo>
                <a:lnTo>
                  <a:pt x="3079" y="5851"/>
                </a:lnTo>
                <a:lnTo>
                  <a:pt x="3079" y="5184"/>
                </a:lnTo>
                <a:lnTo>
                  <a:pt x="3143" y="4587"/>
                </a:lnTo>
                <a:lnTo>
                  <a:pt x="3143" y="3923"/>
                </a:lnTo>
                <a:lnTo>
                  <a:pt x="3143" y="3256"/>
                </a:lnTo>
                <a:lnTo>
                  <a:pt x="3143" y="2592"/>
                </a:lnTo>
                <a:lnTo>
                  <a:pt x="3208" y="1994"/>
                </a:lnTo>
                <a:lnTo>
                  <a:pt x="3208" y="1327"/>
                </a:lnTo>
                <a:lnTo>
                  <a:pt x="3208" y="6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195230" y="3681632"/>
            <a:ext cx="3240" cy="143165"/>
          </a:xfrm>
          <a:custGeom>
            <a:avLst/>
            <a:gdLst/>
            <a:ahLst/>
            <a:cxnLst/>
            <a:rect l="l" t="t" r="r" b="b"/>
            <a:pathLst>
              <a:path w="3240" h="143165">
                <a:moveTo>
                  <a:pt x="0" y="143165"/>
                </a:moveTo>
                <a:lnTo>
                  <a:pt x="0" y="142565"/>
                </a:lnTo>
                <a:lnTo>
                  <a:pt x="96" y="141901"/>
                </a:lnTo>
                <a:lnTo>
                  <a:pt x="96" y="141237"/>
                </a:lnTo>
                <a:lnTo>
                  <a:pt x="96" y="140570"/>
                </a:lnTo>
                <a:lnTo>
                  <a:pt x="96" y="139906"/>
                </a:lnTo>
                <a:lnTo>
                  <a:pt x="160" y="139242"/>
                </a:lnTo>
                <a:lnTo>
                  <a:pt x="160" y="138642"/>
                </a:lnTo>
                <a:lnTo>
                  <a:pt x="160" y="137978"/>
                </a:lnTo>
                <a:lnTo>
                  <a:pt x="160" y="137314"/>
                </a:lnTo>
                <a:lnTo>
                  <a:pt x="160" y="136647"/>
                </a:lnTo>
                <a:lnTo>
                  <a:pt x="224" y="135983"/>
                </a:lnTo>
                <a:lnTo>
                  <a:pt x="224" y="135319"/>
                </a:lnTo>
                <a:lnTo>
                  <a:pt x="224" y="134652"/>
                </a:lnTo>
                <a:lnTo>
                  <a:pt x="224" y="133988"/>
                </a:lnTo>
                <a:lnTo>
                  <a:pt x="320" y="133324"/>
                </a:lnTo>
                <a:lnTo>
                  <a:pt x="320" y="132657"/>
                </a:lnTo>
                <a:lnTo>
                  <a:pt x="320" y="131993"/>
                </a:lnTo>
                <a:lnTo>
                  <a:pt x="320" y="131329"/>
                </a:lnTo>
                <a:lnTo>
                  <a:pt x="320" y="130662"/>
                </a:lnTo>
                <a:lnTo>
                  <a:pt x="384" y="129998"/>
                </a:lnTo>
                <a:lnTo>
                  <a:pt x="384" y="129334"/>
                </a:lnTo>
                <a:lnTo>
                  <a:pt x="384" y="128667"/>
                </a:lnTo>
                <a:lnTo>
                  <a:pt x="384" y="128003"/>
                </a:lnTo>
                <a:lnTo>
                  <a:pt x="384" y="127339"/>
                </a:lnTo>
                <a:lnTo>
                  <a:pt x="449" y="126672"/>
                </a:lnTo>
                <a:lnTo>
                  <a:pt x="449" y="126008"/>
                </a:lnTo>
                <a:lnTo>
                  <a:pt x="449" y="125341"/>
                </a:lnTo>
                <a:lnTo>
                  <a:pt x="449" y="124677"/>
                </a:lnTo>
                <a:lnTo>
                  <a:pt x="513" y="124013"/>
                </a:lnTo>
                <a:lnTo>
                  <a:pt x="513" y="123283"/>
                </a:lnTo>
                <a:lnTo>
                  <a:pt x="513" y="122616"/>
                </a:lnTo>
                <a:lnTo>
                  <a:pt x="513" y="121952"/>
                </a:lnTo>
                <a:lnTo>
                  <a:pt x="513" y="121288"/>
                </a:lnTo>
                <a:lnTo>
                  <a:pt x="609" y="120621"/>
                </a:lnTo>
                <a:lnTo>
                  <a:pt x="609" y="119957"/>
                </a:lnTo>
                <a:lnTo>
                  <a:pt x="609" y="119226"/>
                </a:lnTo>
                <a:lnTo>
                  <a:pt x="609" y="118559"/>
                </a:lnTo>
                <a:lnTo>
                  <a:pt x="673" y="117895"/>
                </a:lnTo>
                <a:lnTo>
                  <a:pt x="673" y="117231"/>
                </a:lnTo>
                <a:lnTo>
                  <a:pt x="673" y="116565"/>
                </a:lnTo>
                <a:lnTo>
                  <a:pt x="673" y="115834"/>
                </a:lnTo>
                <a:lnTo>
                  <a:pt x="673" y="115170"/>
                </a:lnTo>
                <a:lnTo>
                  <a:pt x="737" y="114503"/>
                </a:lnTo>
                <a:lnTo>
                  <a:pt x="737" y="113839"/>
                </a:lnTo>
                <a:lnTo>
                  <a:pt x="737" y="113108"/>
                </a:lnTo>
                <a:lnTo>
                  <a:pt x="737" y="112441"/>
                </a:lnTo>
                <a:lnTo>
                  <a:pt x="834" y="111777"/>
                </a:lnTo>
                <a:lnTo>
                  <a:pt x="834" y="111047"/>
                </a:lnTo>
                <a:lnTo>
                  <a:pt x="834" y="110383"/>
                </a:lnTo>
                <a:lnTo>
                  <a:pt x="834" y="109716"/>
                </a:lnTo>
                <a:lnTo>
                  <a:pt x="834" y="108985"/>
                </a:lnTo>
                <a:lnTo>
                  <a:pt x="898" y="108321"/>
                </a:lnTo>
                <a:lnTo>
                  <a:pt x="898" y="107587"/>
                </a:lnTo>
                <a:lnTo>
                  <a:pt x="898" y="106923"/>
                </a:lnTo>
                <a:lnTo>
                  <a:pt x="898" y="106259"/>
                </a:lnTo>
                <a:lnTo>
                  <a:pt x="962" y="105526"/>
                </a:lnTo>
                <a:lnTo>
                  <a:pt x="962" y="104862"/>
                </a:lnTo>
                <a:lnTo>
                  <a:pt x="962" y="104131"/>
                </a:lnTo>
                <a:lnTo>
                  <a:pt x="962" y="103464"/>
                </a:lnTo>
                <a:lnTo>
                  <a:pt x="962" y="102800"/>
                </a:lnTo>
                <a:lnTo>
                  <a:pt x="1026" y="102070"/>
                </a:lnTo>
                <a:lnTo>
                  <a:pt x="1026" y="101397"/>
                </a:lnTo>
                <a:lnTo>
                  <a:pt x="1026" y="100672"/>
                </a:lnTo>
                <a:lnTo>
                  <a:pt x="1026" y="100005"/>
                </a:lnTo>
                <a:lnTo>
                  <a:pt x="1122" y="99280"/>
                </a:lnTo>
                <a:lnTo>
                  <a:pt x="1122" y="98613"/>
                </a:lnTo>
                <a:lnTo>
                  <a:pt x="1122" y="97888"/>
                </a:lnTo>
                <a:lnTo>
                  <a:pt x="1122" y="97222"/>
                </a:lnTo>
                <a:lnTo>
                  <a:pt x="1122" y="96497"/>
                </a:lnTo>
                <a:lnTo>
                  <a:pt x="1186" y="95743"/>
                </a:lnTo>
                <a:lnTo>
                  <a:pt x="1186" y="95076"/>
                </a:lnTo>
                <a:lnTo>
                  <a:pt x="1186" y="94351"/>
                </a:lnTo>
                <a:lnTo>
                  <a:pt x="1186" y="93684"/>
                </a:lnTo>
                <a:lnTo>
                  <a:pt x="1186" y="92959"/>
                </a:lnTo>
                <a:lnTo>
                  <a:pt x="1251" y="92234"/>
                </a:lnTo>
                <a:lnTo>
                  <a:pt x="1251" y="91567"/>
                </a:lnTo>
                <a:lnTo>
                  <a:pt x="1251" y="90843"/>
                </a:lnTo>
                <a:lnTo>
                  <a:pt x="1251" y="90176"/>
                </a:lnTo>
                <a:lnTo>
                  <a:pt x="1315" y="89422"/>
                </a:lnTo>
                <a:lnTo>
                  <a:pt x="1315" y="88697"/>
                </a:lnTo>
                <a:lnTo>
                  <a:pt x="1315" y="88030"/>
                </a:lnTo>
                <a:lnTo>
                  <a:pt x="1315" y="87305"/>
                </a:lnTo>
                <a:lnTo>
                  <a:pt x="1315" y="86580"/>
                </a:lnTo>
                <a:lnTo>
                  <a:pt x="1411" y="85855"/>
                </a:lnTo>
                <a:lnTo>
                  <a:pt x="1411" y="85188"/>
                </a:lnTo>
                <a:lnTo>
                  <a:pt x="1411" y="84435"/>
                </a:lnTo>
                <a:lnTo>
                  <a:pt x="1411" y="83710"/>
                </a:lnTo>
                <a:lnTo>
                  <a:pt x="1475" y="83043"/>
                </a:lnTo>
                <a:lnTo>
                  <a:pt x="1475" y="82318"/>
                </a:lnTo>
                <a:lnTo>
                  <a:pt x="1475" y="81593"/>
                </a:lnTo>
                <a:lnTo>
                  <a:pt x="1475" y="80868"/>
                </a:lnTo>
                <a:lnTo>
                  <a:pt x="1475" y="80201"/>
                </a:lnTo>
                <a:lnTo>
                  <a:pt x="1539" y="79447"/>
                </a:lnTo>
                <a:lnTo>
                  <a:pt x="1539" y="78722"/>
                </a:lnTo>
                <a:lnTo>
                  <a:pt x="1539" y="77998"/>
                </a:lnTo>
                <a:lnTo>
                  <a:pt x="1539" y="77273"/>
                </a:lnTo>
                <a:lnTo>
                  <a:pt x="1636" y="76548"/>
                </a:lnTo>
                <a:lnTo>
                  <a:pt x="1636" y="75881"/>
                </a:lnTo>
                <a:lnTo>
                  <a:pt x="1636" y="75127"/>
                </a:lnTo>
                <a:lnTo>
                  <a:pt x="1636" y="74402"/>
                </a:lnTo>
                <a:lnTo>
                  <a:pt x="1636" y="73677"/>
                </a:lnTo>
                <a:lnTo>
                  <a:pt x="1700" y="72952"/>
                </a:lnTo>
                <a:lnTo>
                  <a:pt x="1700" y="72198"/>
                </a:lnTo>
                <a:lnTo>
                  <a:pt x="1700" y="71474"/>
                </a:lnTo>
                <a:lnTo>
                  <a:pt x="1700" y="70749"/>
                </a:lnTo>
                <a:lnTo>
                  <a:pt x="1764" y="70082"/>
                </a:lnTo>
                <a:lnTo>
                  <a:pt x="1764" y="69357"/>
                </a:lnTo>
                <a:lnTo>
                  <a:pt x="1764" y="68632"/>
                </a:lnTo>
                <a:lnTo>
                  <a:pt x="1764" y="67878"/>
                </a:lnTo>
                <a:lnTo>
                  <a:pt x="1764" y="67153"/>
                </a:lnTo>
                <a:lnTo>
                  <a:pt x="1828" y="66428"/>
                </a:lnTo>
                <a:lnTo>
                  <a:pt x="1828" y="65703"/>
                </a:lnTo>
                <a:lnTo>
                  <a:pt x="1828" y="64979"/>
                </a:lnTo>
                <a:lnTo>
                  <a:pt x="1828" y="64225"/>
                </a:lnTo>
                <a:lnTo>
                  <a:pt x="1924" y="63500"/>
                </a:lnTo>
                <a:lnTo>
                  <a:pt x="1924" y="62775"/>
                </a:lnTo>
                <a:lnTo>
                  <a:pt x="1924" y="62050"/>
                </a:lnTo>
                <a:lnTo>
                  <a:pt x="1924" y="61296"/>
                </a:lnTo>
                <a:lnTo>
                  <a:pt x="1924" y="60571"/>
                </a:lnTo>
                <a:lnTo>
                  <a:pt x="1988" y="59846"/>
                </a:lnTo>
                <a:lnTo>
                  <a:pt x="1988" y="59121"/>
                </a:lnTo>
                <a:lnTo>
                  <a:pt x="1988" y="58368"/>
                </a:lnTo>
                <a:lnTo>
                  <a:pt x="1988" y="57643"/>
                </a:lnTo>
                <a:lnTo>
                  <a:pt x="1988" y="56860"/>
                </a:lnTo>
                <a:lnTo>
                  <a:pt x="2053" y="56106"/>
                </a:lnTo>
                <a:lnTo>
                  <a:pt x="2053" y="55381"/>
                </a:lnTo>
                <a:lnTo>
                  <a:pt x="2053" y="54656"/>
                </a:lnTo>
                <a:lnTo>
                  <a:pt x="2053" y="53931"/>
                </a:lnTo>
                <a:lnTo>
                  <a:pt x="2117" y="53206"/>
                </a:lnTo>
                <a:lnTo>
                  <a:pt x="2117" y="52452"/>
                </a:lnTo>
                <a:lnTo>
                  <a:pt x="2117" y="51728"/>
                </a:lnTo>
                <a:lnTo>
                  <a:pt x="2117" y="50945"/>
                </a:lnTo>
                <a:lnTo>
                  <a:pt x="2117" y="50191"/>
                </a:lnTo>
                <a:lnTo>
                  <a:pt x="2213" y="49466"/>
                </a:lnTo>
                <a:lnTo>
                  <a:pt x="2213" y="48741"/>
                </a:lnTo>
                <a:lnTo>
                  <a:pt x="2213" y="48016"/>
                </a:lnTo>
                <a:lnTo>
                  <a:pt x="2213" y="47262"/>
                </a:lnTo>
                <a:lnTo>
                  <a:pt x="2277" y="46479"/>
                </a:lnTo>
                <a:lnTo>
                  <a:pt x="2277" y="45754"/>
                </a:lnTo>
                <a:lnTo>
                  <a:pt x="2277" y="45030"/>
                </a:lnTo>
                <a:lnTo>
                  <a:pt x="2277" y="44276"/>
                </a:lnTo>
                <a:lnTo>
                  <a:pt x="2277" y="43493"/>
                </a:lnTo>
                <a:lnTo>
                  <a:pt x="2341" y="42768"/>
                </a:lnTo>
                <a:lnTo>
                  <a:pt x="2341" y="42014"/>
                </a:lnTo>
                <a:lnTo>
                  <a:pt x="2341" y="41289"/>
                </a:lnTo>
                <a:lnTo>
                  <a:pt x="2341" y="40506"/>
                </a:lnTo>
                <a:lnTo>
                  <a:pt x="2438" y="39752"/>
                </a:lnTo>
                <a:lnTo>
                  <a:pt x="2438" y="39028"/>
                </a:lnTo>
                <a:lnTo>
                  <a:pt x="2438" y="38245"/>
                </a:lnTo>
                <a:lnTo>
                  <a:pt x="2438" y="37491"/>
                </a:lnTo>
                <a:lnTo>
                  <a:pt x="2438" y="36766"/>
                </a:lnTo>
                <a:lnTo>
                  <a:pt x="2502" y="36041"/>
                </a:lnTo>
                <a:lnTo>
                  <a:pt x="2502" y="35229"/>
                </a:lnTo>
                <a:lnTo>
                  <a:pt x="2502" y="34504"/>
                </a:lnTo>
                <a:lnTo>
                  <a:pt x="2502" y="33779"/>
                </a:lnTo>
                <a:lnTo>
                  <a:pt x="2566" y="32967"/>
                </a:lnTo>
                <a:lnTo>
                  <a:pt x="2566" y="32243"/>
                </a:lnTo>
                <a:lnTo>
                  <a:pt x="2566" y="31460"/>
                </a:lnTo>
                <a:lnTo>
                  <a:pt x="2566" y="30706"/>
                </a:lnTo>
                <a:lnTo>
                  <a:pt x="2566" y="29981"/>
                </a:lnTo>
                <a:lnTo>
                  <a:pt x="2630" y="29198"/>
                </a:lnTo>
                <a:lnTo>
                  <a:pt x="2630" y="28444"/>
                </a:lnTo>
                <a:lnTo>
                  <a:pt x="2630" y="27661"/>
                </a:lnTo>
                <a:lnTo>
                  <a:pt x="2630" y="26936"/>
                </a:lnTo>
                <a:lnTo>
                  <a:pt x="2726" y="26182"/>
                </a:lnTo>
                <a:lnTo>
                  <a:pt x="2726" y="25400"/>
                </a:lnTo>
                <a:lnTo>
                  <a:pt x="2726" y="24675"/>
                </a:lnTo>
                <a:lnTo>
                  <a:pt x="2726" y="23863"/>
                </a:lnTo>
                <a:lnTo>
                  <a:pt x="2726" y="23138"/>
                </a:lnTo>
                <a:lnTo>
                  <a:pt x="2790" y="22326"/>
                </a:lnTo>
                <a:lnTo>
                  <a:pt x="2790" y="21601"/>
                </a:lnTo>
                <a:lnTo>
                  <a:pt x="2790" y="20818"/>
                </a:lnTo>
                <a:lnTo>
                  <a:pt x="2790" y="20093"/>
                </a:lnTo>
                <a:lnTo>
                  <a:pt x="2790" y="19282"/>
                </a:lnTo>
                <a:lnTo>
                  <a:pt x="2855" y="18557"/>
                </a:lnTo>
                <a:lnTo>
                  <a:pt x="2855" y="17745"/>
                </a:lnTo>
                <a:lnTo>
                  <a:pt x="2855" y="17020"/>
                </a:lnTo>
                <a:lnTo>
                  <a:pt x="2855" y="16208"/>
                </a:lnTo>
                <a:lnTo>
                  <a:pt x="2951" y="15483"/>
                </a:lnTo>
                <a:lnTo>
                  <a:pt x="2951" y="14700"/>
                </a:lnTo>
                <a:lnTo>
                  <a:pt x="2951" y="13975"/>
                </a:lnTo>
                <a:lnTo>
                  <a:pt x="2951" y="13163"/>
                </a:lnTo>
                <a:lnTo>
                  <a:pt x="2951" y="12352"/>
                </a:lnTo>
                <a:lnTo>
                  <a:pt x="3015" y="11627"/>
                </a:lnTo>
                <a:lnTo>
                  <a:pt x="3015" y="10844"/>
                </a:lnTo>
                <a:lnTo>
                  <a:pt x="3015" y="10119"/>
                </a:lnTo>
                <a:lnTo>
                  <a:pt x="3015" y="9307"/>
                </a:lnTo>
                <a:lnTo>
                  <a:pt x="3079" y="8495"/>
                </a:lnTo>
                <a:lnTo>
                  <a:pt x="3079" y="7770"/>
                </a:lnTo>
                <a:lnTo>
                  <a:pt x="3079" y="6987"/>
                </a:lnTo>
                <a:lnTo>
                  <a:pt x="3079" y="6234"/>
                </a:lnTo>
                <a:lnTo>
                  <a:pt x="3079" y="5451"/>
                </a:lnTo>
                <a:lnTo>
                  <a:pt x="3143" y="4639"/>
                </a:lnTo>
                <a:lnTo>
                  <a:pt x="3143" y="3914"/>
                </a:lnTo>
                <a:lnTo>
                  <a:pt x="3143" y="3131"/>
                </a:lnTo>
                <a:lnTo>
                  <a:pt x="3143" y="2319"/>
                </a:lnTo>
                <a:lnTo>
                  <a:pt x="3240" y="1594"/>
                </a:lnTo>
                <a:lnTo>
                  <a:pt x="3240" y="782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198470" y="3519982"/>
            <a:ext cx="3208" cy="161650"/>
          </a:xfrm>
          <a:custGeom>
            <a:avLst/>
            <a:gdLst/>
            <a:ahLst/>
            <a:cxnLst/>
            <a:rect l="l" t="t" r="r" b="b"/>
            <a:pathLst>
              <a:path w="3208" h="161650">
                <a:moveTo>
                  <a:pt x="0" y="161650"/>
                </a:moveTo>
                <a:lnTo>
                  <a:pt x="0" y="160925"/>
                </a:lnTo>
                <a:lnTo>
                  <a:pt x="0" y="160113"/>
                </a:lnTo>
                <a:lnTo>
                  <a:pt x="64" y="159330"/>
                </a:lnTo>
                <a:lnTo>
                  <a:pt x="64" y="158518"/>
                </a:lnTo>
                <a:lnTo>
                  <a:pt x="64" y="157793"/>
                </a:lnTo>
                <a:lnTo>
                  <a:pt x="64" y="156981"/>
                </a:lnTo>
                <a:lnTo>
                  <a:pt x="128" y="156199"/>
                </a:lnTo>
                <a:lnTo>
                  <a:pt x="128" y="155474"/>
                </a:lnTo>
                <a:lnTo>
                  <a:pt x="128" y="154662"/>
                </a:lnTo>
                <a:lnTo>
                  <a:pt x="128" y="153879"/>
                </a:lnTo>
                <a:lnTo>
                  <a:pt x="128" y="153067"/>
                </a:lnTo>
                <a:lnTo>
                  <a:pt x="192" y="152284"/>
                </a:lnTo>
                <a:lnTo>
                  <a:pt x="192" y="151530"/>
                </a:lnTo>
                <a:lnTo>
                  <a:pt x="192" y="150747"/>
                </a:lnTo>
                <a:lnTo>
                  <a:pt x="192" y="149935"/>
                </a:lnTo>
                <a:lnTo>
                  <a:pt x="288" y="149153"/>
                </a:lnTo>
                <a:lnTo>
                  <a:pt x="288" y="148341"/>
                </a:lnTo>
                <a:lnTo>
                  <a:pt x="288" y="147616"/>
                </a:lnTo>
                <a:lnTo>
                  <a:pt x="288" y="146833"/>
                </a:lnTo>
                <a:lnTo>
                  <a:pt x="288" y="146021"/>
                </a:lnTo>
                <a:lnTo>
                  <a:pt x="352" y="145209"/>
                </a:lnTo>
                <a:lnTo>
                  <a:pt x="352" y="144426"/>
                </a:lnTo>
                <a:lnTo>
                  <a:pt x="352" y="143701"/>
                </a:lnTo>
                <a:lnTo>
                  <a:pt x="352" y="142890"/>
                </a:lnTo>
                <a:lnTo>
                  <a:pt x="352" y="142107"/>
                </a:lnTo>
                <a:lnTo>
                  <a:pt x="417" y="141295"/>
                </a:lnTo>
                <a:lnTo>
                  <a:pt x="417" y="140512"/>
                </a:lnTo>
                <a:lnTo>
                  <a:pt x="417" y="139700"/>
                </a:lnTo>
                <a:lnTo>
                  <a:pt x="417" y="138917"/>
                </a:lnTo>
                <a:lnTo>
                  <a:pt x="513" y="138105"/>
                </a:lnTo>
                <a:lnTo>
                  <a:pt x="513" y="137380"/>
                </a:lnTo>
                <a:lnTo>
                  <a:pt x="513" y="136569"/>
                </a:lnTo>
                <a:lnTo>
                  <a:pt x="513" y="135786"/>
                </a:lnTo>
                <a:lnTo>
                  <a:pt x="513" y="134974"/>
                </a:lnTo>
                <a:lnTo>
                  <a:pt x="577" y="134191"/>
                </a:lnTo>
                <a:lnTo>
                  <a:pt x="577" y="133379"/>
                </a:lnTo>
                <a:lnTo>
                  <a:pt x="577" y="132596"/>
                </a:lnTo>
                <a:lnTo>
                  <a:pt x="577" y="131784"/>
                </a:lnTo>
                <a:lnTo>
                  <a:pt x="641" y="131001"/>
                </a:lnTo>
                <a:lnTo>
                  <a:pt x="641" y="130190"/>
                </a:lnTo>
                <a:lnTo>
                  <a:pt x="641" y="129407"/>
                </a:lnTo>
                <a:lnTo>
                  <a:pt x="641" y="128595"/>
                </a:lnTo>
                <a:lnTo>
                  <a:pt x="641" y="127812"/>
                </a:lnTo>
                <a:lnTo>
                  <a:pt x="705" y="127000"/>
                </a:lnTo>
                <a:lnTo>
                  <a:pt x="705" y="126217"/>
                </a:lnTo>
                <a:lnTo>
                  <a:pt x="705" y="125405"/>
                </a:lnTo>
                <a:lnTo>
                  <a:pt x="705" y="124622"/>
                </a:lnTo>
                <a:lnTo>
                  <a:pt x="802" y="123811"/>
                </a:lnTo>
                <a:lnTo>
                  <a:pt x="802" y="122999"/>
                </a:lnTo>
                <a:lnTo>
                  <a:pt x="802" y="122216"/>
                </a:lnTo>
                <a:lnTo>
                  <a:pt x="802" y="121404"/>
                </a:lnTo>
                <a:lnTo>
                  <a:pt x="802" y="120621"/>
                </a:lnTo>
                <a:lnTo>
                  <a:pt x="866" y="119809"/>
                </a:lnTo>
                <a:lnTo>
                  <a:pt x="866" y="119026"/>
                </a:lnTo>
                <a:lnTo>
                  <a:pt x="866" y="118214"/>
                </a:lnTo>
                <a:lnTo>
                  <a:pt x="866" y="117431"/>
                </a:lnTo>
                <a:lnTo>
                  <a:pt x="930" y="116620"/>
                </a:lnTo>
                <a:lnTo>
                  <a:pt x="930" y="115837"/>
                </a:lnTo>
                <a:lnTo>
                  <a:pt x="930" y="115025"/>
                </a:lnTo>
                <a:lnTo>
                  <a:pt x="930" y="114242"/>
                </a:lnTo>
                <a:lnTo>
                  <a:pt x="930" y="113430"/>
                </a:lnTo>
                <a:lnTo>
                  <a:pt x="994" y="112647"/>
                </a:lnTo>
                <a:lnTo>
                  <a:pt x="994" y="111835"/>
                </a:lnTo>
                <a:lnTo>
                  <a:pt x="994" y="111052"/>
                </a:lnTo>
                <a:lnTo>
                  <a:pt x="994" y="110241"/>
                </a:lnTo>
                <a:lnTo>
                  <a:pt x="1090" y="109371"/>
                </a:lnTo>
                <a:lnTo>
                  <a:pt x="1090" y="108588"/>
                </a:lnTo>
                <a:lnTo>
                  <a:pt x="1090" y="107776"/>
                </a:lnTo>
                <a:lnTo>
                  <a:pt x="1090" y="106993"/>
                </a:lnTo>
                <a:lnTo>
                  <a:pt x="1090" y="106181"/>
                </a:lnTo>
                <a:lnTo>
                  <a:pt x="1154" y="105398"/>
                </a:lnTo>
                <a:lnTo>
                  <a:pt x="1154" y="104586"/>
                </a:lnTo>
                <a:lnTo>
                  <a:pt x="1154" y="103804"/>
                </a:lnTo>
                <a:lnTo>
                  <a:pt x="1154" y="102934"/>
                </a:lnTo>
                <a:lnTo>
                  <a:pt x="1154" y="102122"/>
                </a:lnTo>
                <a:lnTo>
                  <a:pt x="1219" y="101339"/>
                </a:lnTo>
                <a:lnTo>
                  <a:pt x="1219" y="100527"/>
                </a:lnTo>
                <a:lnTo>
                  <a:pt x="1219" y="99744"/>
                </a:lnTo>
                <a:lnTo>
                  <a:pt x="1219" y="98932"/>
                </a:lnTo>
                <a:lnTo>
                  <a:pt x="1315" y="98149"/>
                </a:lnTo>
                <a:lnTo>
                  <a:pt x="1315" y="97280"/>
                </a:lnTo>
                <a:lnTo>
                  <a:pt x="1315" y="96468"/>
                </a:lnTo>
                <a:lnTo>
                  <a:pt x="1315" y="95685"/>
                </a:lnTo>
                <a:lnTo>
                  <a:pt x="1315" y="94873"/>
                </a:lnTo>
                <a:lnTo>
                  <a:pt x="1379" y="94090"/>
                </a:lnTo>
                <a:lnTo>
                  <a:pt x="1379" y="93220"/>
                </a:lnTo>
                <a:lnTo>
                  <a:pt x="1379" y="92437"/>
                </a:lnTo>
                <a:lnTo>
                  <a:pt x="1379" y="91625"/>
                </a:lnTo>
                <a:lnTo>
                  <a:pt x="1443" y="90843"/>
                </a:lnTo>
                <a:lnTo>
                  <a:pt x="1443" y="90031"/>
                </a:lnTo>
                <a:lnTo>
                  <a:pt x="1443" y="89161"/>
                </a:lnTo>
                <a:lnTo>
                  <a:pt x="1443" y="88378"/>
                </a:lnTo>
                <a:lnTo>
                  <a:pt x="1443" y="87566"/>
                </a:lnTo>
                <a:lnTo>
                  <a:pt x="1507" y="86783"/>
                </a:lnTo>
                <a:lnTo>
                  <a:pt x="1507" y="85913"/>
                </a:lnTo>
                <a:lnTo>
                  <a:pt x="1507" y="85101"/>
                </a:lnTo>
                <a:lnTo>
                  <a:pt x="1507" y="84319"/>
                </a:lnTo>
                <a:lnTo>
                  <a:pt x="1604" y="83507"/>
                </a:lnTo>
                <a:lnTo>
                  <a:pt x="1604" y="82637"/>
                </a:lnTo>
                <a:lnTo>
                  <a:pt x="1604" y="81854"/>
                </a:lnTo>
                <a:lnTo>
                  <a:pt x="1604" y="81042"/>
                </a:lnTo>
                <a:lnTo>
                  <a:pt x="1604" y="80259"/>
                </a:lnTo>
                <a:lnTo>
                  <a:pt x="1668" y="79389"/>
                </a:lnTo>
                <a:lnTo>
                  <a:pt x="1668" y="78606"/>
                </a:lnTo>
                <a:lnTo>
                  <a:pt x="1668" y="77795"/>
                </a:lnTo>
                <a:lnTo>
                  <a:pt x="1668" y="76925"/>
                </a:lnTo>
                <a:lnTo>
                  <a:pt x="1732" y="76142"/>
                </a:lnTo>
                <a:lnTo>
                  <a:pt x="1732" y="75330"/>
                </a:lnTo>
                <a:lnTo>
                  <a:pt x="1732" y="74547"/>
                </a:lnTo>
                <a:lnTo>
                  <a:pt x="1732" y="73677"/>
                </a:lnTo>
                <a:lnTo>
                  <a:pt x="1732" y="72865"/>
                </a:lnTo>
                <a:lnTo>
                  <a:pt x="1828" y="72082"/>
                </a:lnTo>
                <a:lnTo>
                  <a:pt x="1828" y="71213"/>
                </a:lnTo>
                <a:lnTo>
                  <a:pt x="1828" y="70401"/>
                </a:lnTo>
                <a:lnTo>
                  <a:pt x="1828" y="69618"/>
                </a:lnTo>
                <a:lnTo>
                  <a:pt x="1892" y="68748"/>
                </a:lnTo>
                <a:lnTo>
                  <a:pt x="1892" y="67965"/>
                </a:lnTo>
                <a:lnTo>
                  <a:pt x="1892" y="67153"/>
                </a:lnTo>
                <a:lnTo>
                  <a:pt x="1892" y="66283"/>
                </a:lnTo>
                <a:lnTo>
                  <a:pt x="1892" y="65500"/>
                </a:lnTo>
                <a:lnTo>
                  <a:pt x="1956" y="64689"/>
                </a:lnTo>
                <a:lnTo>
                  <a:pt x="1956" y="63819"/>
                </a:lnTo>
                <a:lnTo>
                  <a:pt x="1956" y="63036"/>
                </a:lnTo>
                <a:lnTo>
                  <a:pt x="1956" y="62224"/>
                </a:lnTo>
                <a:lnTo>
                  <a:pt x="1956" y="61383"/>
                </a:lnTo>
                <a:lnTo>
                  <a:pt x="2021" y="60571"/>
                </a:lnTo>
                <a:lnTo>
                  <a:pt x="2021" y="59701"/>
                </a:lnTo>
                <a:lnTo>
                  <a:pt x="2021" y="58918"/>
                </a:lnTo>
                <a:lnTo>
                  <a:pt x="2021" y="58107"/>
                </a:lnTo>
                <a:lnTo>
                  <a:pt x="2117" y="57237"/>
                </a:lnTo>
                <a:lnTo>
                  <a:pt x="2117" y="56454"/>
                </a:lnTo>
                <a:lnTo>
                  <a:pt x="2117" y="55642"/>
                </a:lnTo>
                <a:lnTo>
                  <a:pt x="2117" y="54801"/>
                </a:lnTo>
                <a:lnTo>
                  <a:pt x="2117" y="53989"/>
                </a:lnTo>
                <a:lnTo>
                  <a:pt x="2181" y="53119"/>
                </a:lnTo>
                <a:lnTo>
                  <a:pt x="2181" y="52336"/>
                </a:lnTo>
                <a:lnTo>
                  <a:pt x="2181" y="51525"/>
                </a:lnTo>
                <a:lnTo>
                  <a:pt x="2181" y="50655"/>
                </a:lnTo>
                <a:lnTo>
                  <a:pt x="2245" y="49872"/>
                </a:lnTo>
                <a:lnTo>
                  <a:pt x="2245" y="49002"/>
                </a:lnTo>
                <a:lnTo>
                  <a:pt x="2245" y="48190"/>
                </a:lnTo>
                <a:lnTo>
                  <a:pt x="2245" y="47349"/>
                </a:lnTo>
                <a:lnTo>
                  <a:pt x="2245" y="46537"/>
                </a:lnTo>
                <a:lnTo>
                  <a:pt x="2309" y="45754"/>
                </a:lnTo>
                <a:lnTo>
                  <a:pt x="2309" y="44885"/>
                </a:lnTo>
                <a:lnTo>
                  <a:pt x="2309" y="44073"/>
                </a:lnTo>
                <a:lnTo>
                  <a:pt x="2309" y="43203"/>
                </a:lnTo>
                <a:lnTo>
                  <a:pt x="2406" y="42420"/>
                </a:lnTo>
                <a:lnTo>
                  <a:pt x="2406" y="41550"/>
                </a:lnTo>
                <a:lnTo>
                  <a:pt x="2406" y="40767"/>
                </a:lnTo>
                <a:lnTo>
                  <a:pt x="2406" y="39897"/>
                </a:lnTo>
                <a:lnTo>
                  <a:pt x="2406" y="39086"/>
                </a:lnTo>
                <a:lnTo>
                  <a:pt x="2470" y="38303"/>
                </a:lnTo>
                <a:lnTo>
                  <a:pt x="2470" y="37433"/>
                </a:lnTo>
                <a:lnTo>
                  <a:pt x="2470" y="36621"/>
                </a:lnTo>
                <a:lnTo>
                  <a:pt x="2470" y="35780"/>
                </a:lnTo>
                <a:lnTo>
                  <a:pt x="2534" y="34968"/>
                </a:lnTo>
                <a:lnTo>
                  <a:pt x="2534" y="34098"/>
                </a:lnTo>
                <a:lnTo>
                  <a:pt x="2534" y="33315"/>
                </a:lnTo>
                <a:lnTo>
                  <a:pt x="2534" y="32446"/>
                </a:lnTo>
                <a:lnTo>
                  <a:pt x="2534" y="31634"/>
                </a:lnTo>
                <a:lnTo>
                  <a:pt x="2630" y="30793"/>
                </a:lnTo>
                <a:lnTo>
                  <a:pt x="2630" y="29981"/>
                </a:lnTo>
                <a:lnTo>
                  <a:pt x="2630" y="29111"/>
                </a:lnTo>
                <a:lnTo>
                  <a:pt x="2630" y="28328"/>
                </a:lnTo>
                <a:lnTo>
                  <a:pt x="2694" y="27458"/>
                </a:lnTo>
                <a:lnTo>
                  <a:pt x="2694" y="26646"/>
                </a:lnTo>
                <a:lnTo>
                  <a:pt x="2694" y="25806"/>
                </a:lnTo>
                <a:lnTo>
                  <a:pt x="2694" y="24994"/>
                </a:lnTo>
                <a:lnTo>
                  <a:pt x="2694" y="24124"/>
                </a:lnTo>
                <a:lnTo>
                  <a:pt x="2758" y="23341"/>
                </a:lnTo>
                <a:lnTo>
                  <a:pt x="2758" y="22471"/>
                </a:lnTo>
                <a:lnTo>
                  <a:pt x="2758" y="21659"/>
                </a:lnTo>
                <a:lnTo>
                  <a:pt x="2758" y="20818"/>
                </a:lnTo>
                <a:lnTo>
                  <a:pt x="2758" y="20006"/>
                </a:lnTo>
                <a:lnTo>
                  <a:pt x="2823" y="19137"/>
                </a:lnTo>
                <a:lnTo>
                  <a:pt x="2823" y="18354"/>
                </a:lnTo>
                <a:lnTo>
                  <a:pt x="2823" y="17484"/>
                </a:lnTo>
                <a:lnTo>
                  <a:pt x="2823" y="16672"/>
                </a:lnTo>
                <a:lnTo>
                  <a:pt x="2919" y="15831"/>
                </a:lnTo>
                <a:lnTo>
                  <a:pt x="2919" y="15019"/>
                </a:lnTo>
                <a:lnTo>
                  <a:pt x="2919" y="14149"/>
                </a:lnTo>
                <a:lnTo>
                  <a:pt x="2919" y="13366"/>
                </a:lnTo>
                <a:lnTo>
                  <a:pt x="2919" y="12497"/>
                </a:lnTo>
                <a:lnTo>
                  <a:pt x="2983" y="11685"/>
                </a:lnTo>
                <a:lnTo>
                  <a:pt x="2983" y="10844"/>
                </a:lnTo>
                <a:lnTo>
                  <a:pt x="2983" y="10032"/>
                </a:lnTo>
                <a:lnTo>
                  <a:pt x="2983" y="9162"/>
                </a:lnTo>
                <a:lnTo>
                  <a:pt x="3047" y="8292"/>
                </a:lnTo>
                <a:lnTo>
                  <a:pt x="3047" y="7509"/>
                </a:lnTo>
                <a:lnTo>
                  <a:pt x="3047" y="6639"/>
                </a:lnTo>
                <a:lnTo>
                  <a:pt x="3047" y="5857"/>
                </a:lnTo>
                <a:lnTo>
                  <a:pt x="3047" y="4987"/>
                </a:lnTo>
                <a:lnTo>
                  <a:pt x="3143" y="4175"/>
                </a:lnTo>
                <a:lnTo>
                  <a:pt x="3143" y="3305"/>
                </a:lnTo>
                <a:lnTo>
                  <a:pt x="3143" y="2522"/>
                </a:lnTo>
                <a:lnTo>
                  <a:pt x="3143" y="1652"/>
                </a:lnTo>
                <a:lnTo>
                  <a:pt x="3208" y="869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201678" y="3354272"/>
            <a:ext cx="3208" cy="165709"/>
          </a:xfrm>
          <a:custGeom>
            <a:avLst/>
            <a:gdLst/>
            <a:ahLst/>
            <a:cxnLst/>
            <a:rect l="l" t="t" r="r" b="b"/>
            <a:pathLst>
              <a:path w="3208" h="165709">
                <a:moveTo>
                  <a:pt x="0" y="165709"/>
                </a:moveTo>
                <a:lnTo>
                  <a:pt x="0" y="164839"/>
                </a:lnTo>
                <a:lnTo>
                  <a:pt x="0" y="164027"/>
                </a:lnTo>
                <a:lnTo>
                  <a:pt x="0" y="163186"/>
                </a:lnTo>
                <a:lnTo>
                  <a:pt x="64" y="162375"/>
                </a:lnTo>
                <a:lnTo>
                  <a:pt x="64" y="161505"/>
                </a:lnTo>
                <a:lnTo>
                  <a:pt x="64" y="160722"/>
                </a:lnTo>
                <a:lnTo>
                  <a:pt x="64" y="159852"/>
                </a:lnTo>
                <a:lnTo>
                  <a:pt x="128" y="158982"/>
                </a:lnTo>
                <a:lnTo>
                  <a:pt x="128" y="158199"/>
                </a:lnTo>
                <a:lnTo>
                  <a:pt x="128" y="157329"/>
                </a:lnTo>
                <a:lnTo>
                  <a:pt x="128" y="156517"/>
                </a:lnTo>
                <a:lnTo>
                  <a:pt x="128" y="155677"/>
                </a:lnTo>
                <a:lnTo>
                  <a:pt x="224" y="154865"/>
                </a:lnTo>
                <a:lnTo>
                  <a:pt x="224" y="153995"/>
                </a:lnTo>
                <a:lnTo>
                  <a:pt x="224" y="153125"/>
                </a:lnTo>
                <a:lnTo>
                  <a:pt x="224" y="152342"/>
                </a:lnTo>
                <a:lnTo>
                  <a:pt x="288" y="151472"/>
                </a:lnTo>
                <a:lnTo>
                  <a:pt x="288" y="150689"/>
                </a:lnTo>
                <a:lnTo>
                  <a:pt x="288" y="149820"/>
                </a:lnTo>
                <a:lnTo>
                  <a:pt x="288" y="149008"/>
                </a:lnTo>
                <a:lnTo>
                  <a:pt x="288" y="148138"/>
                </a:lnTo>
                <a:lnTo>
                  <a:pt x="352" y="147297"/>
                </a:lnTo>
                <a:lnTo>
                  <a:pt x="352" y="146485"/>
                </a:lnTo>
                <a:lnTo>
                  <a:pt x="352" y="145615"/>
                </a:lnTo>
                <a:lnTo>
                  <a:pt x="352" y="144832"/>
                </a:lnTo>
                <a:lnTo>
                  <a:pt x="352" y="143962"/>
                </a:lnTo>
                <a:lnTo>
                  <a:pt x="417" y="143093"/>
                </a:lnTo>
                <a:lnTo>
                  <a:pt x="417" y="142310"/>
                </a:lnTo>
                <a:lnTo>
                  <a:pt x="417" y="141440"/>
                </a:lnTo>
                <a:lnTo>
                  <a:pt x="417" y="140628"/>
                </a:lnTo>
                <a:lnTo>
                  <a:pt x="513" y="139758"/>
                </a:lnTo>
                <a:lnTo>
                  <a:pt x="513" y="138917"/>
                </a:lnTo>
                <a:lnTo>
                  <a:pt x="513" y="138105"/>
                </a:lnTo>
                <a:lnTo>
                  <a:pt x="513" y="137235"/>
                </a:lnTo>
                <a:lnTo>
                  <a:pt x="513" y="136453"/>
                </a:lnTo>
                <a:lnTo>
                  <a:pt x="577" y="135583"/>
                </a:lnTo>
                <a:lnTo>
                  <a:pt x="577" y="134713"/>
                </a:lnTo>
                <a:lnTo>
                  <a:pt x="577" y="133930"/>
                </a:lnTo>
                <a:lnTo>
                  <a:pt x="577" y="133060"/>
                </a:lnTo>
                <a:lnTo>
                  <a:pt x="641" y="132248"/>
                </a:lnTo>
                <a:lnTo>
                  <a:pt x="641" y="131378"/>
                </a:lnTo>
                <a:lnTo>
                  <a:pt x="641" y="130537"/>
                </a:lnTo>
                <a:lnTo>
                  <a:pt x="641" y="129726"/>
                </a:lnTo>
                <a:lnTo>
                  <a:pt x="641" y="128856"/>
                </a:lnTo>
                <a:lnTo>
                  <a:pt x="737" y="128073"/>
                </a:lnTo>
                <a:lnTo>
                  <a:pt x="737" y="127203"/>
                </a:lnTo>
                <a:lnTo>
                  <a:pt x="737" y="126333"/>
                </a:lnTo>
                <a:lnTo>
                  <a:pt x="737" y="125550"/>
                </a:lnTo>
                <a:lnTo>
                  <a:pt x="802" y="124680"/>
                </a:lnTo>
                <a:lnTo>
                  <a:pt x="802" y="123868"/>
                </a:lnTo>
                <a:lnTo>
                  <a:pt x="802" y="123028"/>
                </a:lnTo>
                <a:lnTo>
                  <a:pt x="802" y="122158"/>
                </a:lnTo>
                <a:lnTo>
                  <a:pt x="802" y="121404"/>
                </a:lnTo>
                <a:lnTo>
                  <a:pt x="866" y="120563"/>
                </a:lnTo>
                <a:lnTo>
                  <a:pt x="866" y="119751"/>
                </a:lnTo>
                <a:lnTo>
                  <a:pt x="866" y="118881"/>
                </a:lnTo>
                <a:lnTo>
                  <a:pt x="866" y="118040"/>
                </a:lnTo>
                <a:lnTo>
                  <a:pt x="930" y="117229"/>
                </a:lnTo>
                <a:lnTo>
                  <a:pt x="930" y="116359"/>
                </a:lnTo>
                <a:lnTo>
                  <a:pt x="930" y="115576"/>
                </a:lnTo>
                <a:lnTo>
                  <a:pt x="930" y="114706"/>
                </a:lnTo>
                <a:lnTo>
                  <a:pt x="930" y="113836"/>
                </a:lnTo>
                <a:lnTo>
                  <a:pt x="1026" y="113053"/>
                </a:lnTo>
                <a:lnTo>
                  <a:pt x="1026" y="112183"/>
                </a:lnTo>
                <a:lnTo>
                  <a:pt x="1026" y="111371"/>
                </a:lnTo>
                <a:lnTo>
                  <a:pt x="1026" y="110502"/>
                </a:lnTo>
                <a:lnTo>
                  <a:pt x="1090" y="109661"/>
                </a:lnTo>
                <a:lnTo>
                  <a:pt x="1090" y="108849"/>
                </a:lnTo>
                <a:lnTo>
                  <a:pt x="1090" y="107979"/>
                </a:lnTo>
                <a:lnTo>
                  <a:pt x="1090" y="107196"/>
                </a:lnTo>
                <a:lnTo>
                  <a:pt x="1090" y="106326"/>
                </a:lnTo>
                <a:lnTo>
                  <a:pt x="1154" y="105456"/>
                </a:lnTo>
                <a:lnTo>
                  <a:pt x="1154" y="104673"/>
                </a:lnTo>
                <a:lnTo>
                  <a:pt x="1154" y="103804"/>
                </a:lnTo>
                <a:lnTo>
                  <a:pt x="1154" y="102992"/>
                </a:lnTo>
                <a:lnTo>
                  <a:pt x="1154" y="102122"/>
                </a:lnTo>
                <a:lnTo>
                  <a:pt x="1219" y="101281"/>
                </a:lnTo>
                <a:lnTo>
                  <a:pt x="1219" y="100469"/>
                </a:lnTo>
                <a:lnTo>
                  <a:pt x="1219" y="99599"/>
                </a:lnTo>
                <a:lnTo>
                  <a:pt x="1219" y="98816"/>
                </a:lnTo>
                <a:lnTo>
                  <a:pt x="1315" y="97946"/>
                </a:lnTo>
                <a:lnTo>
                  <a:pt x="1315" y="97077"/>
                </a:lnTo>
                <a:lnTo>
                  <a:pt x="1315" y="96294"/>
                </a:lnTo>
                <a:lnTo>
                  <a:pt x="1315" y="95424"/>
                </a:lnTo>
                <a:lnTo>
                  <a:pt x="1315" y="94612"/>
                </a:lnTo>
                <a:lnTo>
                  <a:pt x="1379" y="93742"/>
                </a:lnTo>
                <a:lnTo>
                  <a:pt x="1379" y="92959"/>
                </a:lnTo>
                <a:lnTo>
                  <a:pt x="1379" y="92089"/>
                </a:lnTo>
                <a:lnTo>
                  <a:pt x="1379" y="91220"/>
                </a:lnTo>
                <a:lnTo>
                  <a:pt x="1443" y="90437"/>
                </a:lnTo>
                <a:lnTo>
                  <a:pt x="1443" y="89567"/>
                </a:lnTo>
                <a:lnTo>
                  <a:pt x="1443" y="88755"/>
                </a:lnTo>
                <a:lnTo>
                  <a:pt x="1443" y="87914"/>
                </a:lnTo>
                <a:lnTo>
                  <a:pt x="1443" y="87044"/>
                </a:lnTo>
                <a:lnTo>
                  <a:pt x="1539" y="86232"/>
                </a:lnTo>
                <a:lnTo>
                  <a:pt x="1539" y="85362"/>
                </a:lnTo>
                <a:lnTo>
                  <a:pt x="1539" y="84580"/>
                </a:lnTo>
                <a:lnTo>
                  <a:pt x="1539" y="83710"/>
                </a:lnTo>
                <a:lnTo>
                  <a:pt x="1604" y="82927"/>
                </a:lnTo>
                <a:lnTo>
                  <a:pt x="1604" y="82057"/>
                </a:lnTo>
                <a:lnTo>
                  <a:pt x="1604" y="81187"/>
                </a:lnTo>
                <a:lnTo>
                  <a:pt x="1604" y="80375"/>
                </a:lnTo>
                <a:lnTo>
                  <a:pt x="1604" y="79534"/>
                </a:lnTo>
                <a:lnTo>
                  <a:pt x="1668" y="78722"/>
                </a:lnTo>
                <a:lnTo>
                  <a:pt x="1668" y="77853"/>
                </a:lnTo>
                <a:lnTo>
                  <a:pt x="1668" y="77070"/>
                </a:lnTo>
                <a:lnTo>
                  <a:pt x="1668" y="76200"/>
                </a:lnTo>
                <a:lnTo>
                  <a:pt x="1732" y="75330"/>
                </a:lnTo>
                <a:lnTo>
                  <a:pt x="1732" y="74547"/>
                </a:lnTo>
                <a:lnTo>
                  <a:pt x="1732" y="73677"/>
                </a:lnTo>
                <a:lnTo>
                  <a:pt x="1732" y="72865"/>
                </a:lnTo>
                <a:lnTo>
                  <a:pt x="1732" y="72024"/>
                </a:lnTo>
                <a:lnTo>
                  <a:pt x="1828" y="71213"/>
                </a:lnTo>
                <a:lnTo>
                  <a:pt x="1828" y="70343"/>
                </a:lnTo>
                <a:lnTo>
                  <a:pt x="1828" y="69560"/>
                </a:lnTo>
                <a:lnTo>
                  <a:pt x="1828" y="68690"/>
                </a:lnTo>
                <a:lnTo>
                  <a:pt x="1892" y="67820"/>
                </a:lnTo>
                <a:lnTo>
                  <a:pt x="1892" y="67037"/>
                </a:lnTo>
                <a:lnTo>
                  <a:pt x="1892" y="66167"/>
                </a:lnTo>
                <a:lnTo>
                  <a:pt x="1892" y="65355"/>
                </a:lnTo>
                <a:lnTo>
                  <a:pt x="1892" y="64486"/>
                </a:lnTo>
                <a:lnTo>
                  <a:pt x="1956" y="63703"/>
                </a:lnTo>
                <a:lnTo>
                  <a:pt x="1956" y="62833"/>
                </a:lnTo>
                <a:lnTo>
                  <a:pt x="1956" y="62050"/>
                </a:lnTo>
                <a:lnTo>
                  <a:pt x="1956" y="61180"/>
                </a:lnTo>
                <a:lnTo>
                  <a:pt x="1956" y="60368"/>
                </a:lnTo>
                <a:lnTo>
                  <a:pt x="2053" y="59498"/>
                </a:lnTo>
                <a:lnTo>
                  <a:pt x="2053" y="58715"/>
                </a:lnTo>
                <a:lnTo>
                  <a:pt x="2053" y="57846"/>
                </a:lnTo>
                <a:lnTo>
                  <a:pt x="2053" y="57063"/>
                </a:lnTo>
                <a:lnTo>
                  <a:pt x="2117" y="56193"/>
                </a:lnTo>
                <a:lnTo>
                  <a:pt x="2117" y="55323"/>
                </a:lnTo>
                <a:lnTo>
                  <a:pt x="2117" y="54511"/>
                </a:lnTo>
                <a:lnTo>
                  <a:pt x="2117" y="53670"/>
                </a:lnTo>
                <a:lnTo>
                  <a:pt x="2117" y="52858"/>
                </a:lnTo>
                <a:lnTo>
                  <a:pt x="2181" y="51989"/>
                </a:lnTo>
                <a:lnTo>
                  <a:pt x="2181" y="51206"/>
                </a:lnTo>
                <a:lnTo>
                  <a:pt x="2181" y="50336"/>
                </a:lnTo>
                <a:lnTo>
                  <a:pt x="2181" y="49524"/>
                </a:lnTo>
                <a:lnTo>
                  <a:pt x="2245" y="48683"/>
                </a:lnTo>
                <a:lnTo>
                  <a:pt x="2245" y="47871"/>
                </a:lnTo>
                <a:lnTo>
                  <a:pt x="2245" y="47001"/>
                </a:lnTo>
                <a:lnTo>
                  <a:pt x="2245" y="46218"/>
                </a:lnTo>
                <a:lnTo>
                  <a:pt x="2245" y="45349"/>
                </a:lnTo>
                <a:lnTo>
                  <a:pt x="2341" y="44537"/>
                </a:lnTo>
                <a:lnTo>
                  <a:pt x="2341" y="43696"/>
                </a:lnTo>
                <a:lnTo>
                  <a:pt x="2341" y="42884"/>
                </a:lnTo>
                <a:lnTo>
                  <a:pt x="2341" y="42101"/>
                </a:lnTo>
                <a:lnTo>
                  <a:pt x="2406" y="41231"/>
                </a:lnTo>
                <a:lnTo>
                  <a:pt x="2406" y="40419"/>
                </a:lnTo>
                <a:lnTo>
                  <a:pt x="2406" y="39549"/>
                </a:lnTo>
                <a:lnTo>
                  <a:pt x="2406" y="38767"/>
                </a:lnTo>
                <a:lnTo>
                  <a:pt x="2406" y="37897"/>
                </a:lnTo>
                <a:lnTo>
                  <a:pt x="2470" y="37114"/>
                </a:lnTo>
                <a:lnTo>
                  <a:pt x="2470" y="36244"/>
                </a:lnTo>
                <a:lnTo>
                  <a:pt x="2470" y="35432"/>
                </a:lnTo>
                <a:lnTo>
                  <a:pt x="2470" y="34562"/>
                </a:lnTo>
                <a:lnTo>
                  <a:pt x="2534" y="33779"/>
                </a:lnTo>
                <a:lnTo>
                  <a:pt x="2534" y="32909"/>
                </a:lnTo>
                <a:lnTo>
                  <a:pt x="2534" y="32127"/>
                </a:lnTo>
                <a:lnTo>
                  <a:pt x="2534" y="31315"/>
                </a:lnTo>
                <a:lnTo>
                  <a:pt x="2534" y="30445"/>
                </a:lnTo>
                <a:lnTo>
                  <a:pt x="2630" y="29662"/>
                </a:lnTo>
                <a:lnTo>
                  <a:pt x="2630" y="28792"/>
                </a:lnTo>
                <a:lnTo>
                  <a:pt x="2630" y="27980"/>
                </a:lnTo>
                <a:lnTo>
                  <a:pt x="2630" y="27139"/>
                </a:lnTo>
                <a:lnTo>
                  <a:pt x="2694" y="26327"/>
                </a:lnTo>
                <a:lnTo>
                  <a:pt x="2694" y="25516"/>
                </a:lnTo>
                <a:lnTo>
                  <a:pt x="2694" y="24675"/>
                </a:lnTo>
                <a:lnTo>
                  <a:pt x="2694" y="23863"/>
                </a:lnTo>
                <a:lnTo>
                  <a:pt x="2694" y="22993"/>
                </a:lnTo>
                <a:lnTo>
                  <a:pt x="2758" y="22210"/>
                </a:lnTo>
                <a:lnTo>
                  <a:pt x="2758" y="21340"/>
                </a:lnTo>
                <a:lnTo>
                  <a:pt x="2758" y="20528"/>
                </a:lnTo>
                <a:lnTo>
                  <a:pt x="2758" y="19745"/>
                </a:lnTo>
                <a:lnTo>
                  <a:pt x="2758" y="18876"/>
                </a:lnTo>
                <a:lnTo>
                  <a:pt x="2855" y="18093"/>
                </a:lnTo>
                <a:lnTo>
                  <a:pt x="2855" y="17281"/>
                </a:lnTo>
                <a:lnTo>
                  <a:pt x="2855" y="16411"/>
                </a:lnTo>
                <a:lnTo>
                  <a:pt x="2855" y="15628"/>
                </a:lnTo>
                <a:lnTo>
                  <a:pt x="2919" y="14758"/>
                </a:lnTo>
                <a:lnTo>
                  <a:pt x="2919" y="13946"/>
                </a:lnTo>
                <a:lnTo>
                  <a:pt x="2919" y="13163"/>
                </a:lnTo>
                <a:lnTo>
                  <a:pt x="2919" y="12294"/>
                </a:lnTo>
                <a:lnTo>
                  <a:pt x="2919" y="11511"/>
                </a:lnTo>
                <a:lnTo>
                  <a:pt x="2983" y="10699"/>
                </a:lnTo>
                <a:lnTo>
                  <a:pt x="2983" y="9829"/>
                </a:lnTo>
                <a:lnTo>
                  <a:pt x="2983" y="9046"/>
                </a:lnTo>
                <a:lnTo>
                  <a:pt x="2983" y="8234"/>
                </a:lnTo>
                <a:lnTo>
                  <a:pt x="3047" y="7364"/>
                </a:lnTo>
                <a:lnTo>
                  <a:pt x="3047" y="6581"/>
                </a:lnTo>
                <a:lnTo>
                  <a:pt x="3047" y="5770"/>
                </a:lnTo>
                <a:lnTo>
                  <a:pt x="3047" y="4929"/>
                </a:lnTo>
                <a:lnTo>
                  <a:pt x="3047" y="4117"/>
                </a:lnTo>
                <a:lnTo>
                  <a:pt x="3143" y="3334"/>
                </a:lnTo>
                <a:lnTo>
                  <a:pt x="3143" y="2464"/>
                </a:lnTo>
                <a:lnTo>
                  <a:pt x="3143" y="1652"/>
                </a:lnTo>
                <a:lnTo>
                  <a:pt x="3143" y="869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204886" y="3199262"/>
            <a:ext cx="3143" cy="155010"/>
          </a:xfrm>
          <a:custGeom>
            <a:avLst/>
            <a:gdLst/>
            <a:ahLst/>
            <a:cxnLst/>
            <a:rect l="l" t="t" r="r" b="b"/>
            <a:pathLst>
              <a:path w="3143" h="155010">
                <a:moveTo>
                  <a:pt x="0" y="155010"/>
                </a:moveTo>
                <a:lnTo>
                  <a:pt x="0" y="154198"/>
                </a:lnTo>
                <a:lnTo>
                  <a:pt x="0" y="153415"/>
                </a:lnTo>
                <a:lnTo>
                  <a:pt x="0" y="152545"/>
                </a:lnTo>
                <a:lnTo>
                  <a:pt x="0" y="151733"/>
                </a:lnTo>
                <a:lnTo>
                  <a:pt x="64" y="150950"/>
                </a:lnTo>
                <a:lnTo>
                  <a:pt x="64" y="150138"/>
                </a:lnTo>
                <a:lnTo>
                  <a:pt x="64" y="149298"/>
                </a:lnTo>
                <a:lnTo>
                  <a:pt x="64" y="148486"/>
                </a:lnTo>
                <a:lnTo>
                  <a:pt x="160" y="147703"/>
                </a:lnTo>
                <a:lnTo>
                  <a:pt x="160" y="146833"/>
                </a:lnTo>
                <a:lnTo>
                  <a:pt x="160" y="146021"/>
                </a:lnTo>
                <a:lnTo>
                  <a:pt x="160" y="145238"/>
                </a:lnTo>
                <a:lnTo>
                  <a:pt x="160" y="144426"/>
                </a:lnTo>
                <a:lnTo>
                  <a:pt x="224" y="143556"/>
                </a:lnTo>
                <a:lnTo>
                  <a:pt x="224" y="142774"/>
                </a:lnTo>
                <a:lnTo>
                  <a:pt x="224" y="141962"/>
                </a:lnTo>
                <a:lnTo>
                  <a:pt x="224" y="141179"/>
                </a:lnTo>
                <a:lnTo>
                  <a:pt x="288" y="140367"/>
                </a:lnTo>
                <a:lnTo>
                  <a:pt x="288" y="139497"/>
                </a:lnTo>
                <a:lnTo>
                  <a:pt x="288" y="138714"/>
                </a:lnTo>
                <a:lnTo>
                  <a:pt x="288" y="137902"/>
                </a:lnTo>
                <a:lnTo>
                  <a:pt x="288" y="137119"/>
                </a:lnTo>
                <a:lnTo>
                  <a:pt x="352" y="136250"/>
                </a:lnTo>
                <a:lnTo>
                  <a:pt x="352" y="135467"/>
                </a:lnTo>
                <a:lnTo>
                  <a:pt x="352" y="134655"/>
                </a:lnTo>
                <a:lnTo>
                  <a:pt x="352" y="133872"/>
                </a:lnTo>
                <a:lnTo>
                  <a:pt x="352" y="133060"/>
                </a:lnTo>
                <a:lnTo>
                  <a:pt x="449" y="132190"/>
                </a:lnTo>
                <a:lnTo>
                  <a:pt x="449" y="131407"/>
                </a:lnTo>
                <a:lnTo>
                  <a:pt x="449" y="130595"/>
                </a:lnTo>
                <a:lnTo>
                  <a:pt x="449" y="129813"/>
                </a:lnTo>
                <a:lnTo>
                  <a:pt x="513" y="129001"/>
                </a:lnTo>
                <a:lnTo>
                  <a:pt x="513" y="128218"/>
                </a:lnTo>
                <a:lnTo>
                  <a:pt x="513" y="127406"/>
                </a:lnTo>
                <a:lnTo>
                  <a:pt x="513" y="126536"/>
                </a:lnTo>
                <a:lnTo>
                  <a:pt x="513" y="125753"/>
                </a:lnTo>
                <a:lnTo>
                  <a:pt x="577" y="124941"/>
                </a:lnTo>
                <a:lnTo>
                  <a:pt x="577" y="124158"/>
                </a:lnTo>
                <a:lnTo>
                  <a:pt x="577" y="123347"/>
                </a:lnTo>
                <a:lnTo>
                  <a:pt x="577" y="122564"/>
                </a:lnTo>
                <a:lnTo>
                  <a:pt x="641" y="121752"/>
                </a:lnTo>
                <a:lnTo>
                  <a:pt x="641" y="120969"/>
                </a:lnTo>
                <a:lnTo>
                  <a:pt x="641" y="120099"/>
                </a:lnTo>
                <a:lnTo>
                  <a:pt x="641" y="119287"/>
                </a:lnTo>
                <a:lnTo>
                  <a:pt x="641" y="118504"/>
                </a:lnTo>
                <a:lnTo>
                  <a:pt x="737" y="117692"/>
                </a:lnTo>
                <a:lnTo>
                  <a:pt x="737" y="116910"/>
                </a:lnTo>
                <a:lnTo>
                  <a:pt x="737" y="116098"/>
                </a:lnTo>
                <a:lnTo>
                  <a:pt x="737" y="115315"/>
                </a:lnTo>
                <a:lnTo>
                  <a:pt x="802" y="114503"/>
                </a:lnTo>
                <a:lnTo>
                  <a:pt x="802" y="113720"/>
                </a:lnTo>
                <a:lnTo>
                  <a:pt x="802" y="112908"/>
                </a:lnTo>
                <a:lnTo>
                  <a:pt x="802" y="112125"/>
                </a:lnTo>
                <a:lnTo>
                  <a:pt x="802" y="111313"/>
                </a:lnTo>
                <a:lnTo>
                  <a:pt x="866" y="110531"/>
                </a:lnTo>
                <a:lnTo>
                  <a:pt x="866" y="109719"/>
                </a:lnTo>
                <a:lnTo>
                  <a:pt x="866" y="108936"/>
                </a:lnTo>
                <a:lnTo>
                  <a:pt x="866" y="108066"/>
                </a:lnTo>
                <a:lnTo>
                  <a:pt x="962" y="107254"/>
                </a:lnTo>
                <a:lnTo>
                  <a:pt x="962" y="106471"/>
                </a:lnTo>
                <a:lnTo>
                  <a:pt x="962" y="105659"/>
                </a:lnTo>
                <a:lnTo>
                  <a:pt x="962" y="104876"/>
                </a:lnTo>
                <a:lnTo>
                  <a:pt x="962" y="104065"/>
                </a:lnTo>
                <a:lnTo>
                  <a:pt x="1026" y="103282"/>
                </a:lnTo>
                <a:lnTo>
                  <a:pt x="1026" y="102528"/>
                </a:lnTo>
                <a:lnTo>
                  <a:pt x="1026" y="101745"/>
                </a:lnTo>
                <a:lnTo>
                  <a:pt x="1026" y="100933"/>
                </a:lnTo>
                <a:lnTo>
                  <a:pt x="1090" y="100150"/>
                </a:lnTo>
                <a:lnTo>
                  <a:pt x="1090" y="99338"/>
                </a:lnTo>
                <a:lnTo>
                  <a:pt x="1090" y="98555"/>
                </a:lnTo>
                <a:lnTo>
                  <a:pt x="1090" y="97744"/>
                </a:lnTo>
                <a:lnTo>
                  <a:pt x="1090" y="96961"/>
                </a:lnTo>
                <a:lnTo>
                  <a:pt x="1154" y="96149"/>
                </a:lnTo>
                <a:lnTo>
                  <a:pt x="1154" y="95366"/>
                </a:lnTo>
                <a:lnTo>
                  <a:pt x="1154" y="94554"/>
                </a:lnTo>
                <a:lnTo>
                  <a:pt x="1154" y="93771"/>
                </a:lnTo>
                <a:lnTo>
                  <a:pt x="1154" y="92959"/>
                </a:lnTo>
                <a:lnTo>
                  <a:pt x="1251" y="92176"/>
                </a:lnTo>
                <a:lnTo>
                  <a:pt x="1251" y="91364"/>
                </a:lnTo>
                <a:lnTo>
                  <a:pt x="1251" y="90640"/>
                </a:lnTo>
                <a:lnTo>
                  <a:pt x="1251" y="89828"/>
                </a:lnTo>
                <a:lnTo>
                  <a:pt x="1315" y="89045"/>
                </a:lnTo>
                <a:lnTo>
                  <a:pt x="1315" y="88233"/>
                </a:lnTo>
                <a:lnTo>
                  <a:pt x="1315" y="87450"/>
                </a:lnTo>
                <a:lnTo>
                  <a:pt x="1315" y="86638"/>
                </a:lnTo>
                <a:lnTo>
                  <a:pt x="1315" y="85855"/>
                </a:lnTo>
                <a:lnTo>
                  <a:pt x="1379" y="85043"/>
                </a:lnTo>
                <a:lnTo>
                  <a:pt x="1379" y="84319"/>
                </a:lnTo>
                <a:lnTo>
                  <a:pt x="1379" y="83536"/>
                </a:lnTo>
                <a:lnTo>
                  <a:pt x="1379" y="82724"/>
                </a:lnTo>
                <a:lnTo>
                  <a:pt x="1443" y="81912"/>
                </a:lnTo>
                <a:lnTo>
                  <a:pt x="1443" y="81129"/>
                </a:lnTo>
                <a:lnTo>
                  <a:pt x="1443" y="80404"/>
                </a:lnTo>
                <a:lnTo>
                  <a:pt x="1443" y="79592"/>
                </a:lnTo>
                <a:lnTo>
                  <a:pt x="1443" y="78809"/>
                </a:lnTo>
                <a:lnTo>
                  <a:pt x="1539" y="77998"/>
                </a:lnTo>
                <a:lnTo>
                  <a:pt x="1539" y="77215"/>
                </a:lnTo>
                <a:lnTo>
                  <a:pt x="1539" y="76461"/>
                </a:lnTo>
                <a:lnTo>
                  <a:pt x="1539" y="75678"/>
                </a:lnTo>
                <a:lnTo>
                  <a:pt x="1604" y="74866"/>
                </a:lnTo>
                <a:lnTo>
                  <a:pt x="1604" y="74083"/>
                </a:lnTo>
                <a:lnTo>
                  <a:pt x="1604" y="73358"/>
                </a:lnTo>
                <a:lnTo>
                  <a:pt x="1604" y="72546"/>
                </a:lnTo>
                <a:lnTo>
                  <a:pt x="1604" y="71763"/>
                </a:lnTo>
                <a:lnTo>
                  <a:pt x="1668" y="70952"/>
                </a:lnTo>
                <a:lnTo>
                  <a:pt x="1668" y="70227"/>
                </a:lnTo>
                <a:lnTo>
                  <a:pt x="1668" y="69415"/>
                </a:lnTo>
                <a:lnTo>
                  <a:pt x="1668" y="68632"/>
                </a:lnTo>
                <a:lnTo>
                  <a:pt x="1764" y="67907"/>
                </a:lnTo>
                <a:lnTo>
                  <a:pt x="1764" y="67095"/>
                </a:lnTo>
                <a:lnTo>
                  <a:pt x="1764" y="66312"/>
                </a:lnTo>
                <a:lnTo>
                  <a:pt x="1764" y="65558"/>
                </a:lnTo>
                <a:lnTo>
                  <a:pt x="1764" y="64776"/>
                </a:lnTo>
                <a:lnTo>
                  <a:pt x="1828" y="63964"/>
                </a:lnTo>
                <a:lnTo>
                  <a:pt x="1828" y="63239"/>
                </a:lnTo>
                <a:lnTo>
                  <a:pt x="1828" y="62456"/>
                </a:lnTo>
                <a:lnTo>
                  <a:pt x="1828" y="61644"/>
                </a:lnTo>
                <a:lnTo>
                  <a:pt x="1892" y="60919"/>
                </a:lnTo>
                <a:lnTo>
                  <a:pt x="1892" y="60107"/>
                </a:lnTo>
                <a:lnTo>
                  <a:pt x="1892" y="59324"/>
                </a:lnTo>
                <a:lnTo>
                  <a:pt x="1892" y="58600"/>
                </a:lnTo>
                <a:lnTo>
                  <a:pt x="1892" y="57788"/>
                </a:lnTo>
                <a:lnTo>
                  <a:pt x="1956" y="57063"/>
                </a:lnTo>
                <a:lnTo>
                  <a:pt x="1956" y="56251"/>
                </a:lnTo>
                <a:lnTo>
                  <a:pt x="1956" y="55526"/>
                </a:lnTo>
                <a:lnTo>
                  <a:pt x="1956" y="54714"/>
                </a:lnTo>
                <a:lnTo>
                  <a:pt x="1956" y="53931"/>
                </a:lnTo>
                <a:lnTo>
                  <a:pt x="2053" y="53206"/>
                </a:lnTo>
                <a:lnTo>
                  <a:pt x="2053" y="52394"/>
                </a:lnTo>
                <a:lnTo>
                  <a:pt x="2053" y="51670"/>
                </a:lnTo>
                <a:lnTo>
                  <a:pt x="2053" y="50858"/>
                </a:lnTo>
                <a:lnTo>
                  <a:pt x="2117" y="50133"/>
                </a:lnTo>
                <a:lnTo>
                  <a:pt x="2117" y="49350"/>
                </a:lnTo>
                <a:lnTo>
                  <a:pt x="2117" y="48625"/>
                </a:lnTo>
                <a:lnTo>
                  <a:pt x="2117" y="47813"/>
                </a:lnTo>
                <a:lnTo>
                  <a:pt x="2117" y="47088"/>
                </a:lnTo>
                <a:lnTo>
                  <a:pt x="2181" y="46276"/>
                </a:lnTo>
                <a:lnTo>
                  <a:pt x="2181" y="45552"/>
                </a:lnTo>
                <a:lnTo>
                  <a:pt x="2181" y="44740"/>
                </a:lnTo>
                <a:lnTo>
                  <a:pt x="2181" y="44015"/>
                </a:lnTo>
                <a:lnTo>
                  <a:pt x="2277" y="43232"/>
                </a:lnTo>
                <a:lnTo>
                  <a:pt x="2277" y="42507"/>
                </a:lnTo>
                <a:lnTo>
                  <a:pt x="2277" y="41695"/>
                </a:lnTo>
                <a:lnTo>
                  <a:pt x="2277" y="40970"/>
                </a:lnTo>
                <a:lnTo>
                  <a:pt x="2277" y="40245"/>
                </a:lnTo>
                <a:lnTo>
                  <a:pt x="2341" y="39433"/>
                </a:lnTo>
                <a:lnTo>
                  <a:pt x="2341" y="38709"/>
                </a:lnTo>
                <a:lnTo>
                  <a:pt x="2341" y="37897"/>
                </a:lnTo>
                <a:lnTo>
                  <a:pt x="2341" y="37172"/>
                </a:lnTo>
                <a:lnTo>
                  <a:pt x="2406" y="36447"/>
                </a:lnTo>
                <a:lnTo>
                  <a:pt x="2406" y="35635"/>
                </a:lnTo>
                <a:lnTo>
                  <a:pt x="2406" y="34910"/>
                </a:lnTo>
                <a:lnTo>
                  <a:pt x="2406" y="34127"/>
                </a:lnTo>
                <a:lnTo>
                  <a:pt x="2406" y="33373"/>
                </a:lnTo>
                <a:lnTo>
                  <a:pt x="2470" y="32648"/>
                </a:lnTo>
                <a:lnTo>
                  <a:pt x="2470" y="31866"/>
                </a:lnTo>
                <a:lnTo>
                  <a:pt x="2470" y="31112"/>
                </a:lnTo>
                <a:lnTo>
                  <a:pt x="2470" y="30387"/>
                </a:lnTo>
                <a:lnTo>
                  <a:pt x="2566" y="29662"/>
                </a:lnTo>
                <a:lnTo>
                  <a:pt x="2566" y="28850"/>
                </a:lnTo>
                <a:lnTo>
                  <a:pt x="2566" y="28125"/>
                </a:lnTo>
                <a:lnTo>
                  <a:pt x="2566" y="27400"/>
                </a:lnTo>
                <a:lnTo>
                  <a:pt x="2566" y="26588"/>
                </a:lnTo>
                <a:lnTo>
                  <a:pt x="2630" y="25864"/>
                </a:lnTo>
                <a:lnTo>
                  <a:pt x="2630" y="25139"/>
                </a:lnTo>
                <a:lnTo>
                  <a:pt x="2630" y="24414"/>
                </a:lnTo>
                <a:lnTo>
                  <a:pt x="2630" y="23602"/>
                </a:lnTo>
                <a:lnTo>
                  <a:pt x="2694" y="22877"/>
                </a:lnTo>
                <a:lnTo>
                  <a:pt x="2694" y="22152"/>
                </a:lnTo>
                <a:lnTo>
                  <a:pt x="2694" y="21427"/>
                </a:lnTo>
                <a:lnTo>
                  <a:pt x="2694" y="20673"/>
                </a:lnTo>
                <a:lnTo>
                  <a:pt x="2694" y="19890"/>
                </a:lnTo>
                <a:lnTo>
                  <a:pt x="2758" y="19166"/>
                </a:lnTo>
                <a:lnTo>
                  <a:pt x="2758" y="18412"/>
                </a:lnTo>
                <a:lnTo>
                  <a:pt x="2758" y="17687"/>
                </a:lnTo>
                <a:lnTo>
                  <a:pt x="2758" y="16962"/>
                </a:lnTo>
                <a:lnTo>
                  <a:pt x="2758" y="16150"/>
                </a:lnTo>
                <a:lnTo>
                  <a:pt x="2855" y="15425"/>
                </a:lnTo>
                <a:lnTo>
                  <a:pt x="2855" y="14700"/>
                </a:lnTo>
                <a:lnTo>
                  <a:pt x="2855" y="13975"/>
                </a:lnTo>
                <a:lnTo>
                  <a:pt x="2855" y="13221"/>
                </a:lnTo>
                <a:lnTo>
                  <a:pt x="2919" y="12497"/>
                </a:lnTo>
                <a:lnTo>
                  <a:pt x="2919" y="11772"/>
                </a:lnTo>
                <a:lnTo>
                  <a:pt x="2919" y="11047"/>
                </a:lnTo>
                <a:lnTo>
                  <a:pt x="2919" y="10322"/>
                </a:lnTo>
                <a:lnTo>
                  <a:pt x="2919" y="9568"/>
                </a:lnTo>
                <a:lnTo>
                  <a:pt x="2983" y="8785"/>
                </a:lnTo>
                <a:lnTo>
                  <a:pt x="2983" y="8060"/>
                </a:lnTo>
                <a:lnTo>
                  <a:pt x="2983" y="7306"/>
                </a:lnTo>
                <a:lnTo>
                  <a:pt x="2983" y="6581"/>
                </a:lnTo>
                <a:lnTo>
                  <a:pt x="3079" y="5857"/>
                </a:lnTo>
                <a:lnTo>
                  <a:pt x="3079" y="5132"/>
                </a:lnTo>
                <a:lnTo>
                  <a:pt x="3079" y="4378"/>
                </a:lnTo>
                <a:lnTo>
                  <a:pt x="3079" y="3653"/>
                </a:lnTo>
                <a:lnTo>
                  <a:pt x="3079" y="2928"/>
                </a:lnTo>
                <a:lnTo>
                  <a:pt x="3143" y="2203"/>
                </a:lnTo>
                <a:lnTo>
                  <a:pt x="3143" y="1478"/>
                </a:lnTo>
                <a:lnTo>
                  <a:pt x="3143" y="724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208030" y="3068985"/>
            <a:ext cx="3208" cy="130277"/>
          </a:xfrm>
          <a:custGeom>
            <a:avLst/>
            <a:gdLst/>
            <a:ahLst/>
            <a:cxnLst/>
            <a:rect l="l" t="t" r="r" b="b"/>
            <a:pathLst>
              <a:path w="3208" h="130277">
                <a:moveTo>
                  <a:pt x="0" y="130277"/>
                </a:moveTo>
                <a:lnTo>
                  <a:pt x="64" y="129610"/>
                </a:lnTo>
                <a:lnTo>
                  <a:pt x="64" y="128885"/>
                </a:lnTo>
                <a:lnTo>
                  <a:pt x="64" y="128160"/>
                </a:lnTo>
                <a:lnTo>
                  <a:pt x="64" y="127406"/>
                </a:lnTo>
                <a:lnTo>
                  <a:pt x="64" y="126681"/>
                </a:lnTo>
                <a:lnTo>
                  <a:pt x="128" y="125956"/>
                </a:lnTo>
                <a:lnTo>
                  <a:pt x="128" y="125231"/>
                </a:lnTo>
                <a:lnTo>
                  <a:pt x="128" y="124506"/>
                </a:lnTo>
                <a:lnTo>
                  <a:pt x="128" y="123753"/>
                </a:lnTo>
                <a:lnTo>
                  <a:pt x="224" y="123028"/>
                </a:lnTo>
                <a:lnTo>
                  <a:pt x="224" y="122361"/>
                </a:lnTo>
                <a:lnTo>
                  <a:pt x="224" y="121636"/>
                </a:lnTo>
                <a:lnTo>
                  <a:pt x="224" y="120911"/>
                </a:lnTo>
                <a:lnTo>
                  <a:pt x="224" y="120157"/>
                </a:lnTo>
                <a:lnTo>
                  <a:pt x="288" y="119432"/>
                </a:lnTo>
                <a:lnTo>
                  <a:pt x="288" y="118765"/>
                </a:lnTo>
                <a:lnTo>
                  <a:pt x="288" y="118040"/>
                </a:lnTo>
                <a:lnTo>
                  <a:pt x="288" y="117316"/>
                </a:lnTo>
                <a:lnTo>
                  <a:pt x="352" y="116591"/>
                </a:lnTo>
                <a:lnTo>
                  <a:pt x="352" y="115837"/>
                </a:lnTo>
                <a:lnTo>
                  <a:pt x="352" y="115170"/>
                </a:lnTo>
                <a:lnTo>
                  <a:pt x="352" y="114445"/>
                </a:lnTo>
                <a:lnTo>
                  <a:pt x="352" y="113720"/>
                </a:lnTo>
                <a:lnTo>
                  <a:pt x="449" y="113053"/>
                </a:lnTo>
                <a:lnTo>
                  <a:pt x="449" y="112328"/>
                </a:lnTo>
                <a:lnTo>
                  <a:pt x="449" y="111603"/>
                </a:lnTo>
                <a:lnTo>
                  <a:pt x="449" y="110849"/>
                </a:lnTo>
                <a:lnTo>
                  <a:pt x="449" y="110183"/>
                </a:lnTo>
                <a:lnTo>
                  <a:pt x="513" y="109458"/>
                </a:lnTo>
                <a:lnTo>
                  <a:pt x="513" y="108733"/>
                </a:lnTo>
                <a:lnTo>
                  <a:pt x="513" y="108066"/>
                </a:lnTo>
                <a:lnTo>
                  <a:pt x="513" y="107341"/>
                </a:lnTo>
                <a:lnTo>
                  <a:pt x="577" y="106674"/>
                </a:lnTo>
                <a:lnTo>
                  <a:pt x="577" y="105949"/>
                </a:lnTo>
                <a:lnTo>
                  <a:pt x="577" y="105195"/>
                </a:lnTo>
                <a:lnTo>
                  <a:pt x="577" y="104557"/>
                </a:lnTo>
                <a:lnTo>
                  <a:pt x="577" y="103804"/>
                </a:lnTo>
                <a:lnTo>
                  <a:pt x="641" y="103137"/>
                </a:lnTo>
                <a:lnTo>
                  <a:pt x="641" y="102412"/>
                </a:lnTo>
                <a:lnTo>
                  <a:pt x="641" y="101687"/>
                </a:lnTo>
                <a:lnTo>
                  <a:pt x="641" y="101020"/>
                </a:lnTo>
                <a:lnTo>
                  <a:pt x="737" y="100295"/>
                </a:lnTo>
                <a:lnTo>
                  <a:pt x="737" y="99628"/>
                </a:lnTo>
                <a:lnTo>
                  <a:pt x="737" y="98903"/>
                </a:lnTo>
                <a:lnTo>
                  <a:pt x="737" y="98236"/>
                </a:lnTo>
                <a:lnTo>
                  <a:pt x="737" y="97483"/>
                </a:lnTo>
                <a:lnTo>
                  <a:pt x="802" y="96845"/>
                </a:lnTo>
                <a:lnTo>
                  <a:pt x="802" y="96091"/>
                </a:lnTo>
                <a:lnTo>
                  <a:pt x="802" y="95424"/>
                </a:lnTo>
                <a:lnTo>
                  <a:pt x="802" y="94757"/>
                </a:lnTo>
                <a:lnTo>
                  <a:pt x="866" y="94032"/>
                </a:lnTo>
                <a:lnTo>
                  <a:pt x="866" y="93365"/>
                </a:lnTo>
                <a:lnTo>
                  <a:pt x="866" y="92640"/>
                </a:lnTo>
                <a:lnTo>
                  <a:pt x="866" y="91973"/>
                </a:lnTo>
                <a:lnTo>
                  <a:pt x="866" y="91249"/>
                </a:lnTo>
                <a:lnTo>
                  <a:pt x="930" y="90582"/>
                </a:lnTo>
                <a:lnTo>
                  <a:pt x="930" y="89915"/>
                </a:lnTo>
                <a:lnTo>
                  <a:pt x="930" y="89190"/>
                </a:lnTo>
                <a:lnTo>
                  <a:pt x="930" y="88523"/>
                </a:lnTo>
                <a:lnTo>
                  <a:pt x="1026" y="87856"/>
                </a:lnTo>
                <a:lnTo>
                  <a:pt x="1026" y="87131"/>
                </a:lnTo>
                <a:lnTo>
                  <a:pt x="1026" y="86464"/>
                </a:lnTo>
                <a:lnTo>
                  <a:pt x="1026" y="85797"/>
                </a:lnTo>
                <a:lnTo>
                  <a:pt x="1026" y="85072"/>
                </a:lnTo>
                <a:lnTo>
                  <a:pt x="1090" y="84406"/>
                </a:lnTo>
                <a:lnTo>
                  <a:pt x="1090" y="83739"/>
                </a:lnTo>
                <a:lnTo>
                  <a:pt x="1090" y="83072"/>
                </a:lnTo>
                <a:lnTo>
                  <a:pt x="1090" y="82347"/>
                </a:lnTo>
                <a:lnTo>
                  <a:pt x="1154" y="81680"/>
                </a:lnTo>
                <a:lnTo>
                  <a:pt x="1154" y="81013"/>
                </a:lnTo>
                <a:lnTo>
                  <a:pt x="1154" y="80346"/>
                </a:lnTo>
                <a:lnTo>
                  <a:pt x="1154" y="79621"/>
                </a:lnTo>
                <a:lnTo>
                  <a:pt x="1154" y="78954"/>
                </a:lnTo>
                <a:lnTo>
                  <a:pt x="1251" y="78287"/>
                </a:lnTo>
                <a:lnTo>
                  <a:pt x="1251" y="77621"/>
                </a:lnTo>
                <a:lnTo>
                  <a:pt x="1251" y="76954"/>
                </a:lnTo>
                <a:lnTo>
                  <a:pt x="1251" y="76287"/>
                </a:lnTo>
                <a:lnTo>
                  <a:pt x="1251" y="75562"/>
                </a:lnTo>
                <a:lnTo>
                  <a:pt x="1315" y="74895"/>
                </a:lnTo>
                <a:lnTo>
                  <a:pt x="1315" y="74228"/>
                </a:lnTo>
                <a:lnTo>
                  <a:pt x="1315" y="73561"/>
                </a:lnTo>
                <a:lnTo>
                  <a:pt x="1315" y="72894"/>
                </a:lnTo>
                <a:lnTo>
                  <a:pt x="1379" y="72227"/>
                </a:lnTo>
                <a:lnTo>
                  <a:pt x="1379" y="71561"/>
                </a:lnTo>
                <a:lnTo>
                  <a:pt x="1379" y="70894"/>
                </a:lnTo>
                <a:lnTo>
                  <a:pt x="1379" y="70227"/>
                </a:lnTo>
                <a:lnTo>
                  <a:pt x="1379" y="69560"/>
                </a:lnTo>
                <a:lnTo>
                  <a:pt x="1443" y="68893"/>
                </a:lnTo>
                <a:lnTo>
                  <a:pt x="1443" y="68226"/>
                </a:lnTo>
                <a:lnTo>
                  <a:pt x="1443" y="67559"/>
                </a:lnTo>
                <a:lnTo>
                  <a:pt x="1443" y="66921"/>
                </a:lnTo>
                <a:lnTo>
                  <a:pt x="1539" y="66254"/>
                </a:lnTo>
                <a:lnTo>
                  <a:pt x="1539" y="65587"/>
                </a:lnTo>
                <a:lnTo>
                  <a:pt x="1539" y="64921"/>
                </a:lnTo>
                <a:lnTo>
                  <a:pt x="1539" y="64254"/>
                </a:lnTo>
                <a:lnTo>
                  <a:pt x="1539" y="63587"/>
                </a:lnTo>
                <a:lnTo>
                  <a:pt x="1604" y="62920"/>
                </a:lnTo>
                <a:lnTo>
                  <a:pt x="1604" y="62253"/>
                </a:lnTo>
                <a:lnTo>
                  <a:pt x="1604" y="61586"/>
                </a:lnTo>
                <a:lnTo>
                  <a:pt x="1604" y="60919"/>
                </a:lnTo>
                <a:lnTo>
                  <a:pt x="1668" y="60252"/>
                </a:lnTo>
                <a:lnTo>
                  <a:pt x="1668" y="59672"/>
                </a:lnTo>
                <a:lnTo>
                  <a:pt x="1668" y="59005"/>
                </a:lnTo>
                <a:lnTo>
                  <a:pt x="1668" y="58339"/>
                </a:lnTo>
                <a:lnTo>
                  <a:pt x="1668" y="57672"/>
                </a:lnTo>
                <a:lnTo>
                  <a:pt x="1732" y="57005"/>
                </a:lnTo>
                <a:lnTo>
                  <a:pt x="1732" y="56338"/>
                </a:lnTo>
                <a:lnTo>
                  <a:pt x="1732" y="55729"/>
                </a:lnTo>
                <a:lnTo>
                  <a:pt x="1732" y="55062"/>
                </a:lnTo>
                <a:lnTo>
                  <a:pt x="1828" y="54395"/>
                </a:lnTo>
                <a:lnTo>
                  <a:pt x="1828" y="53728"/>
                </a:lnTo>
                <a:lnTo>
                  <a:pt x="1828" y="53148"/>
                </a:lnTo>
                <a:lnTo>
                  <a:pt x="1828" y="52481"/>
                </a:lnTo>
                <a:lnTo>
                  <a:pt x="1828" y="51815"/>
                </a:lnTo>
                <a:lnTo>
                  <a:pt x="1892" y="51148"/>
                </a:lnTo>
                <a:lnTo>
                  <a:pt x="1892" y="50539"/>
                </a:lnTo>
                <a:lnTo>
                  <a:pt x="1892" y="49872"/>
                </a:lnTo>
                <a:lnTo>
                  <a:pt x="1892" y="49234"/>
                </a:lnTo>
                <a:lnTo>
                  <a:pt x="1956" y="48625"/>
                </a:lnTo>
                <a:lnTo>
                  <a:pt x="1956" y="47958"/>
                </a:lnTo>
                <a:lnTo>
                  <a:pt x="1956" y="47291"/>
                </a:lnTo>
                <a:lnTo>
                  <a:pt x="1956" y="46682"/>
                </a:lnTo>
                <a:lnTo>
                  <a:pt x="1956" y="46015"/>
                </a:lnTo>
                <a:lnTo>
                  <a:pt x="2053" y="45436"/>
                </a:lnTo>
                <a:lnTo>
                  <a:pt x="2053" y="44769"/>
                </a:lnTo>
                <a:lnTo>
                  <a:pt x="2053" y="44160"/>
                </a:lnTo>
                <a:lnTo>
                  <a:pt x="2053" y="43493"/>
                </a:lnTo>
                <a:lnTo>
                  <a:pt x="2053" y="42826"/>
                </a:lnTo>
                <a:lnTo>
                  <a:pt x="2117" y="42246"/>
                </a:lnTo>
                <a:lnTo>
                  <a:pt x="2117" y="41579"/>
                </a:lnTo>
                <a:lnTo>
                  <a:pt x="2117" y="40970"/>
                </a:lnTo>
                <a:lnTo>
                  <a:pt x="2117" y="40303"/>
                </a:lnTo>
                <a:lnTo>
                  <a:pt x="2181" y="39723"/>
                </a:lnTo>
                <a:lnTo>
                  <a:pt x="2181" y="39057"/>
                </a:lnTo>
                <a:lnTo>
                  <a:pt x="2181" y="38448"/>
                </a:lnTo>
                <a:lnTo>
                  <a:pt x="2181" y="37839"/>
                </a:lnTo>
                <a:lnTo>
                  <a:pt x="2181" y="37172"/>
                </a:lnTo>
                <a:lnTo>
                  <a:pt x="2245" y="36592"/>
                </a:lnTo>
                <a:lnTo>
                  <a:pt x="2245" y="35925"/>
                </a:lnTo>
                <a:lnTo>
                  <a:pt x="2245" y="35316"/>
                </a:lnTo>
                <a:lnTo>
                  <a:pt x="2245" y="34649"/>
                </a:lnTo>
                <a:lnTo>
                  <a:pt x="2341" y="34069"/>
                </a:lnTo>
                <a:lnTo>
                  <a:pt x="2341" y="33460"/>
                </a:lnTo>
                <a:lnTo>
                  <a:pt x="2341" y="32793"/>
                </a:lnTo>
                <a:lnTo>
                  <a:pt x="2341" y="32185"/>
                </a:lnTo>
                <a:lnTo>
                  <a:pt x="2341" y="31605"/>
                </a:lnTo>
                <a:lnTo>
                  <a:pt x="2406" y="30938"/>
                </a:lnTo>
                <a:lnTo>
                  <a:pt x="2406" y="30329"/>
                </a:lnTo>
                <a:lnTo>
                  <a:pt x="2406" y="29749"/>
                </a:lnTo>
                <a:lnTo>
                  <a:pt x="2406" y="29140"/>
                </a:lnTo>
                <a:lnTo>
                  <a:pt x="2470" y="28473"/>
                </a:lnTo>
                <a:lnTo>
                  <a:pt x="2470" y="27864"/>
                </a:lnTo>
                <a:lnTo>
                  <a:pt x="2470" y="27284"/>
                </a:lnTo>
                <a:lnTo>
                  <a:pt x="2470" y="26675"/>
                </a:lnTo>
                <a:lnTo>
                  <a:pt x="2470" y="26009"/>
                </a:lnTo>
                <a:lnTo>
                  <a:pt x="2566" y="25400"/>
                </a:lnTo>
                <a:lnTo>
                  <a:pt x="2566" y="24820"/>
                </a:lnTo>
                <a:lnTo>
                  <a:pt x="2566" y="24211"/>
                </a:lnTo>
                <a:lnTo>
                  <a:pt x="2566" y="23631"/>
                </a:lnTo>
                <a:lnTo>
                  <a:pt x="2630" y="23022"/>
                </a:lnTo>
                <a:lnTo>
                  <a:pt x="2630" y="22413"/>
                </a:lnTo>
                <a:lnTo>
                  <a:pt x="2630" y="21746"/>
                </a:lnTo>
                <a:lnTo>
                  <a:pt x="2630" y="21166"/>
                </a:lnTo>
                <a:lnTo>
                  <a:pt x="2630" y="20557"/>
                </a:lnTo>
                <a:lnTo>
                  <a:pt x="2694" y="19948"/>
                </a:lnTo>
                <a:lnTo>
                  <a:pt x="2694" y="19369"/>
                </a:lnTo>
                <a:lnTo>
                  <a:pt x="2694" y="18760"/>
                </a:lnTo>
                <a:lnTo>
                  <a:pt x="2694" y="18180"/>
                </a:lnTo>
                <a:lnTo>
                  <a:pt x="2758" y="17571"/>
                </a:lnTo>
                <a:lnTo>
                  <a:pt x="2758" y="16962"/>
                </a:lnTo>
                <a:lnTo>
                  <a:pt x="2758" y="16382"/>
                </a:lnTo>
                <a:lnTo>
                  <a:pt x="2758" y="15773"/>
                </a:lnTo>
                <a:lnTo>
                  <a:pt x="2758" y="15164"/>
                </a:lnTo>
                <a:lnTo>
                  <a:pt x="2855" y="14584"/>
                </a:lnTo>
                <a:lnTo>
                  <a:pt x="2855" y="13975"/>
                </a:lnTo>
                <a:lnTo>
                  <a:pt x="2855" y="13366"/>
                </a:lnTo>
                <a:lnTo>
                  <a:pt x="2855" y="12787"/>
                </a:lnTo>
                <a:lnTo>
                  <a:pt x="2855" y="12178"/>
                </a:lnTo>
                <a:lnTo>
                  <a:pt x="2919" y="11656"/>
                </a:lnTo>
                <a:lnTo>
                  <a:pt x="2919" y="11047"/>
                </a:lnTo>
                <a:lnTo>
                  <a:pt x="2919" y="10438"/>
                </a:lnTo>
                <a:lnTo>
                  <a:pt x="2919" y="9858"/>
                </a:lnTo>
                <a:lnTo>
                  <a:pt x="2983" y="9249"/>
                </a:lnTo>
                <a:lnTo>
                  <a:pt x="2983" y="8669"/>
                </a:lnTo>
                <a:lnTo>
                  <a:pt x="2983" y="8118"/>
                </a:lnTo>
                <a:lnTo>
                  <a:pt x="2983" y="7538"/>
                </a:lnTo>
                <a:lnTo>
                  <a:pt x="2983" y="6929"/>
                </a:lnTo>
                <a:lnTo>
                  <a:pt x="3047" y="6321"/>
                </a:lnTo>
                <a:lnTo>
                  <a:pt x="3047" y="5799"/>
                </a:lnTo>
                <a:lnTo>
                  <a:pt x="3047" y="5190"/>
                </a:lnTo>
                <a:lnTo>
                  <a:pt x="3047" y="4610"/>
                </a:lnTo>
                <a:lnTo>
                  <a:pt x="3143" y="4001"/>
                </a:lnTo>
                <a:lnTo>
                  <a:pt x="3143" y="3479"/>
                </a:lnTo>
                <a:lnTo>
                  <a:pt x="3143" y="2870"/>
                </a:lnTo>
                <a:lnTo>
                  <a:pt x="3143" y="2261"/>
                </a:lnTo>
                <a:lnTo>
                  <a:pt x="3143" y="1739"/>
                </a:lnTo>
                <a:lnTo>
                  <a:pt x="3208" y="1130"/>
                </a:lnTo>
                <a:lnTo>
                  <a:pt x="3208" y="55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211238" y="2975097"/>
            <a:ext cx="3208" cy="93887"/>
          </a:xfrm>
          <a:custGeom>
            <a:avLst/>
            <a:gdLst/>
            <a:ahLst/>
            <a:cxnLst/>
            <a:rect l="l" t="t" r="r" b="b"/>
            <a:pathLst>
              <a:path w="3208" h="93887">
                <a:moveTo>
                  <a:pt x="0" y="93887"/>
                </a:moveTo>
                <a:lnTo>
                  <a:pt x="0" y="93307"/>
                </a:lnTo>
                <a:lnTo>
                  <a:pt x="64" y="92756"/>
                </a:lnTo>
                <a:lnTo>
                  <a:pt x="64" y="92176"/>
                </a:lnTo>
                <a:lnTo>
                  <a:pt x="64" y="91625"/>
                </a:lnTo>
                <a:lnTo>
                  <a:pt x="64" y="91046"/>
                </a:lnTo>
                <a:lnTo>
                  <a:pt x="64" y="90437"/>
                </a:lnTo>
                <a:lnTo>
                  <a:pt x="160" y="89915"/>
                </a:lnTo>
                <a:lnTo>
                  <a:pt x="160" y="89306"/>
                </a:lnTo>
                <a:lnTo>
                  <a:pt x="160" y="88784"/>
                </a:lnTo>
                <a:lnTo>
                  <a:pt x="160" y="88262"/>
                </a:lnTo>
                <a:lnTo>
                  <a:pt x="224" y="87653"/>
                </a:lnTo>
                <a:lnTo>
                  <a:pt x="224" y="87131"/>
                </a:lnTo>
                <a:lnTo>
                  <a:pt x="224" y="86522"/>
                </a:lnTo>
                <a:lnTo>
                  <a:pt x="224" y="86000"/>
                </a:lnTo>
                <a:lnTo>
                  <a:pt x="224" y="85391"/>
                </a:lnTo>
                <a:lnTo>
                  <a:pt x="288" y="84869"/>
                </a:lnTo>
                <a:lnTo>
                  <a:pt x="288" y="84319"/>
                </a:lnTo>
                <a:lnTo>
                  <a:pt x="288" y="83739"/>
                </a:lnTo>
                <a:lnTo>
                  <a:pt x="288" y="83188"/>
                </a:lnTo>
                <a:lnTo>
                  <a:pt x="352" y="82666"/>
                </a:lnTo>
                <a:lnTo>
                  <a:pt x="352" y="82057"/>
                </a:lnTo>
                <a:lnTo>
                  <a:pt x="352" y="81535"/>
                </a:lnTo>
                <a:lnTo>
                  <a:pt x="352" y="81013"/>
                </a:lnTo>
                <a:lnTo>
                  <a:pt x="352" y="80404"/>
                </a:lnTo>
                <a:lnTo>
                  <a:pt x="449" y="79882"/>
                </a:lnTo>
                <a:lnTo>
                  <a:pt x="449" y="79331"/>
                </a:lnTo>
                <a:lnTo>
                  <a:pt x="449" y="78809"/>
                </a:lnTo>
                <a:lnTo>
                  <a:pt x="449" y="78287"/>
                </a:lnTo>
                <a:lnTo>
                  <a:pt x="449" y="77679"/>
                </a:lnTo>
                <a:lnTo>
                  <a:pt x="513" y="77157"/>
                </a:lnTo>
                <a:lnTo>
                  <a:pt x="513" y="76606"/>
                </a:lnTo>
                <a:lnTo>
                  <a:pt x="513" y="76084"/>
                </a:lnTo>
                <a:lnTo>
                  <a:pt x="513" y="75533"/>
                </a:lnTo>
                <a:lnTo>
                  <a:pt x="577" y="75011"/>
                </a:lnTo>
                <a:lnTo>
                  <a:pt x="577" y="74402"/>
                </a:lnTo>
                <a:lnTo>
                  <a:pt x="577" y="73880"/>
                </a:lnTo>
                <a:lnTo>
                  <a:pt x="577" y="73358"/>
                </a:lnTo>
                <a:lnTo>
                  <a:pt x="577" y="72807"/>
                </a:lnTo>
                <a:lnTo>
                  <a:pt x="673" y="72285"/>
                </a:lnTo>
                <a:lnTo>
                  <a:pt x="673" y="71763"/>
                </a:lnTo>
                <a:lnTo>
                  <a:pt x="673" y="71213"/>
                </a:lnTo>
                <a:lnTo>
                  <a:pt x="673" y="70691"/>
                </a:lnTo>
                <a:lnTo>
                  <a:pt x="737" y="70169"/>
                </a:lnTo>
                <a:lnTo>
                  <a:pt x="737" y="69618"/>
                </a:lnTo>
                <a:lnTo>
                  <a:pt x="737" y="69096"/>
                </a:lnTo>
                <a:lnTo>
                  <a:pt x="737" y="68574"/>
                </a:lnTo>
                <a:lnTo>
                  <a:pt x="737" y="68023"/>
                </a:lnTo>
                <a:lnTo>
                  <a:pt x="802" y="67501"/>
                </a:lnTo>
                <a:lnTo>
                  <a:pt x="802" y="66979"/>
                </a:lnTo>
                <a:lnTo>
                  <a:pt x="802" y="66515"/>
                </a:lnTo>
                <a:lnTo>
                  <a:pt x="802" y="65964"/>
                </a:lnTo>
                <a:lnTo>
                  <a:pt x="866" y="65442"/>
                </a:lnTo>
                <a:lnTo>
                  <a:pt x="866" y="64921"/>
                </a:lnTo>
                <a:lnTo>
                  <a:pt x="866" y="64370"/>
                </a:lnTo>
                <a:lnTo>
                  <a:pt x="866" y="63848"/>
                </a:lnTo>
                <a:lnTo>
                  <a:pt x="866" y="63384"/>
                </a:lnTo>
                <a:lnTo>
                  <a:pt x="962" y="62833"/>
                </a:lnTo>
                <a:lnTo>
                  <a:pt x="962" y="62311"/>
                </a:lnTo>
                <a:lnTo>
                  <a:pt x="962" y="61789"/>
                </a:lnTo>
                <a:lnTo>
                  <a:pt x="962" y="61325"/>
                </a:lnTo>
                <a:lnTo>
                  <a:pt x="1026" y="60774"/>
                </a:lnTo>
                <a:lnTo>
                  <a:pt x="1026" y="60252"/>
                </a:lnTo>
                <a:lnTo>
                  <a:pt x="1026" y="59730"/>
                </a:lnTo>
                <a:lnTo>
                  <a:pt x="1026" y="59266"/>
                </a:lnTo>
                <a:lnTo>
                  <a:pt x="1026" y="58715"/>
                </a:lnTo>
                <a:lnTo>
                  <a:pt x="1090" y="58194"/>
                </a:lnTo>
                <a:lnTo>
                  <a:pt x="1090" y="57730"/>
                </a:lnTo>
                <a:lnTo>
                  <a:pt x="1090" y="57208"/>
                </a:lnTo>
                <a:lnTo>
                  <a:pt x="1090" y="56715"/>
                </a:lnTo>
                <a:lnTo>
                  <a:pt x="1154" y="56193"/>
                </a:lnTo>
                <a:lnTo>
                  <a:pt x="1154" y="55671"/>
                </a:lnTo>
                <a:lnTo>
                  <a:pt x="1154" y="55207"/>
                </a:lnTo>
                <a:lnTo>
                  <a:pt x="1154" y="54656"/>
                </a:lnTo>
                <a:lnTo>
                  <a:pt x="1154" y="54192"/>
                </a:lnTo>
                <a:lnTo>
                  <a:pt x="1251" y="53670"/>
                </a:lnTo>
                <a:lnTo>
                  <a:pt x="1251" y="53206"/>
                </a:lnTo>
                <a:lnTo>
                  <a:pt x="1251" y="52684"/>
                </a:lnTo>
                <a:lnTo>
                  <a:pt x="1251" y="52220"/>
                </a:lnTo>
                <a:lnTo>
                  <a:pt x="1251" y="51670"/>
                </a:lnTo>
                <a:lnTo>
                  <a:pt x="1315" y="51206"/>
                </a:lnTo>
                <a:lnTo>
                  <a:pt x="1315" y="50742"/>
                </a:lnTo>
                <a:lnTo>
                  <a:pt x="1315" y="50220"/>
                </a:lnTo>
                <a:lnTo>
                  <a:pt x="1315" y="49756"/>
                </a:lnTo>
                <a:lnTo>
                  <a:pt x="1379" y="49205"/>
                </a:lnTo>
                <a:lnTo>
                  <a:pt x="1379" y="48741"/>
                </a:lnTo>
                <a:lnTo>
                  <a:pt x="1379" y="48277"/>
                </a:lnTo>
                <a:lnTo>
                  <a:pt x="1379" y="47755"/>
                </a:lnTo>
                <a:lnTo>
                  <a:pt x="1379" y="47291"/>
                </a:lnTo>
                <a:lnTo>
                  <a:pt x="1475" y="46827"/>
                </a:lnTo>
                <a:lnTo>
                  <a:pt x="1475" y="46276"/>
                </a:lnTo>
                <a:lnTo>
                  <a:pt x="1475" y="45812"/>
                </a:lnTo>
                <a:lnTo>
                  <a:pt x="1475" y="45349"/>
                </a:lnTo>
                <a:lnTo>
                  <a:pt x="1539" y="44885"/>
                </a:lnTo>
                <a:lnTo>
                  <a:pt x="1539" y="44363"/>
                </a:lnTo>
                <a:lnTo>
                  <a:pt x="1539" y="43899"/>
                </a:lnTo>
                <a:lnTo>
                  <a:pt x="1539" y="43435"/>
                </a:lnTo>
                <a:lnTo>
                  <a:pt x="1539" y="42971"/>
                </a:lnTo>
                <a:lnTo>
                  <a:pt x="1604" y="42507"/>
                </a:lnTo>
                <a:lnTo>
                  <a:pt x="1604" y="42043"/>
                </a:lnTo>
                <a:lnTo>
                  <a:pt x="1604" y="41492"/>
                </a:lnTo>
                <a:lnTo>
                  <a:pt x="1604" y="41028"/>
                </a:lnTo>
                <a:lnTo>
                  <a:pt x="1668" y="40564"/>
                </a:lnTo>
                <a:lnTo>
                  <a:pt x="1668" y="40100"/>
                </a:lnTo>
                <a:lnTo>
                  <a:pt x="1668" y="39636"/>
                </a:lnTo>
                <a:lnTo>
                  <a:pt x="1668" y="39172"/>
                </a:lnTo>
                <a:lnTo>
                  <a:pt x="1668" y="38709"/>
                </a:lnTo>
                <a:lnTo>
                  <a:pt x="1764" y="38245"/>
                </a:lnTo>
                <a:lnTo>
                  <a:pt x="1764" y="37781"/>
                </a:lnTo>
                <a:lnTo>
                  <a:pt x="1764" y="37317"/>
                </a:lnTo>
                <a:lnTo>
                  <a:pt x="1764" y="36853"/>
                </a:lnTo>
                <a:lnTo>
                  <a:pt x="1828" y="36389"/>
                </a:lnTo>
                <a:lnTo>
                  <a:pt x="1828" y="35925"/>
                </a:lnTo>
                <a:lnTo>
                  <a:pt x="1828" y="35461"/>
                </a:lnTo>
                <a:lnTo>
                  <a:pt x="1828" y="34997"/>
                </a:lnTo>
                <a:lnTo>
                  <a:pt x="1828" y="34591"/>
                </a:lnTo>
                <a:lnTo>
                  <a:pt x="1892" y="34127"/>
                </a:lnTo>
                <a:lnTo>
                  <a:pt x="1892" y="33663"/>
                </a:lnTo>
                <a:lnTo>
                  <a:pt x="1892" y="33199"/>
                </a:lnTo>
                <a:lnTo>
                  <a:pt x="1892" y="32735"/>
                </a:lnTo>
                <a:lnTo>
                  <a:pt x="1956" y="32272"/>
                </a:lnTo>
                <a:lnTo>
                  <a:pt x="1956" y="31866"/>
                </a:lnTo>
                <a:lnTo>
                  <a:pt x="1956" y="31402"/>
                </a:lnTo>
                <a:lnTo>
                  <a:pt x="1956" y="30938"/>
                </a:lnTo>
                <a:lnTo>
                  <a:pt x="1956" y="30474"/>
                </a:lnTo>
                <a:lnTo>
                  <a:pt x="2053" y="30068"/>
                </a:lnTo>
                <a:lnTo>
                  <a:pt x="2053" y="29604"/>
                </a:lnTo>
                <a:lnTo>
                  <a:pt x="2053" y="29140"/>
                </a:lnTo>
                <a:lnTo>
                  <a:pt x="2053" y="28676"/>
                </a:lnTo>
                <a:lnTo>
                  <a:pt x="2053" y="28270"/>
                </a:lnTo>
                <a:lnTo>
                  <a:pt x="2117" y="27806"/>
                </a:lnTo>
                <a:lnTo>
                  <a:pt x="2117" y="27400"/>
                </a:lnTo>
                <a:lnTo>
                  <a:pt x="2117" y="26936"/>
                </a:lnTo>
                <a:lnTo>
                  <a:pt x="2117" y="26472"/>
                </a:lnTo>
                <a:lnTo>
                  <a:pt x="2181" y="26067"/>
                </a:lnTo>
                <a:lnTo>
                  <a:pt x="2181" y="25603"/>
                </a:lnTo>
                <a:lnTo>
                  <a:pt x="2181" y="25197"/>
                </a:lnTo>
                <a:lnTo>
                  <a:pt x="2181" y="24733"/>
                </a:lnTo>
                <a:lnTo>
                  <a:pt x="2181" y="24356"/>
                </a:lnTo>
                <a:lnTo>
                  <a:pt x="2277" y="23892"/>
                </a:lnTo>
                <a:lnTo>
                  <a:pt x="2277" y="23486"/>
                </a:lnTo>
                <a:lnTo>
                  <a:pt x="2277" y="23022"/>
                </a:lnTo>
                <a:lnTo>
                  <a:pt x="2277" y="22616"/>
                </a:lnTo>
                <a:lnTo>
                  <a:pt x="2341" y="22152"/>
                </a:lnTo>
                <a:lnTo>
                  <a:pt x="2341" y="21746"/>
                </a:lnTo>
                <a:lnTo>
                  <a:pt x="2341" y="21282"/>
                </a:lnTo>
                <a:lnTo>
                  <a:pt x="2341" y="20876"/>
                </a:lnTo>
                <a:lnTo>
                  <a:pt x="2341" y="20499"/>
                </a:lnTo>
                <a:lnTo>
                  <a:pt x="2406" y="20035"/>
                </a:lnTo>
                <a:lnTo>
                  <a:pt x="2406" y="19629"/>
                </a:lnTo>
                <a:lnTo>
                  <a:pt x="2406" y="19224"/>
                </a:lnTo>
                <a:lnTo>
                  <a:pt x="2406" y="18760"/>
                </a:lnTo>
                <a:lnTo>
                  <a:pt x="2470" y="18354"/>
                </a:lnTo>
                <a:lnTo>
                  <a:pt x="2470" y="17948"/>
                </a:lnTo>
                <a:lnTo>
                  <a:pt x="2470" y="17571"/>
                </a:lnTo>
                <a:lnTo>
                  <a:pt x="2470" y="17107"/>
                </a:lnTo>
                <a:lnTo>
                  <a:pt x="2470" y="16701"/>
                </a:lnTo>
                <a:lnTo>
                  <a:pt x="2566" y="16295"/>
                </a:lnTo>
                <a:lnTo>
                  <a:pt x="2566" y="15889"/>
                </a:lnTo>
                <a:lnTo>
                  <a:pt x="2566" y="15512"/>
                </a:lnTo>
                <a:lnTo>
                  <a:pt x="2566" y="15048"/>
                </a:lnTo>
                <a:lnTo>
                  <a:pt x="2630" y="14642"/>
                </a:lnTo>
                <a:lnTo>
                  <a:pt x="2630" y="14236"/>
                </a:lnTo>
                <a:lnTo>
                  <a:pt x="2630" y="13830"/>
                </a:lnTo>
                <a:lnTo>
                  <a:pt x="2630" y="13453"/>
                </a:lnTo>
                <a:lnTo>
                  <a:pt x="2630" y="13047"/>
                </a:lnTo>
                <a:lnTo>
                  <a:pt x="2694" y="12642"/>
                </a:lnTo>
                <a:lnTo>
                  <a:pt x="2694" y="12236"/>
                </a:lnTo>
                <a:lnTo>
                  <a:pt x="2694" y="11830"/>
                </a:lnTo>
                <a:lnTo>
                  <a:pt x="2694" y="11453"/>
                </a:lnTo>
                <a:lnTo>
                  <a:pt x="2790" y="11047"/>
                </a:lnTo>
                <a:lnTo>
                  <a:pt x="2790" y="10641"/>
                </a:lnTo>
                <a:lnTo>
                  <a:pt x="2790" y="10235"/>
                </a:lnTo>
                <a:lnTo>
                  <a:pt x="2790" y="9858"/>
                </a:lnTo>
                <a:lnTo>
                  <a:pt x="2790" y="9452"/>
                </a:lnTo>
                <a:lnTo>
                  <a:pt x="2855" y="9046"/>
                </a:lnTo>
                <a:lnTo>
                  <a:pt x="2855" y="8640"/>
                </a:lnTo>
                <a:lnTo>
                  <a:pt x="2855" y="8263"/>
                </a:lnTo>
                <a:lnTo>
                  <a:pt x="2855" y="7915"/>
                </a:lnTo>
                <a:lnTo>
                  <a:pt x="2855" y="7509"/>
                </a:lnTo>
                <a:lnTo>
                  <a:pt x="2919" y="7132"/>
                </a:lnTo>
                <a:lnTo>
                  <a:pt x="2919" y="6726"/>
                </a:lnTo>
                <a:lnTo>
                  <a:pt x="2919" y="6321"/>
                </a:lnTo>
                <a:lnTo>
                  <a:pt x="2919" y="6002"/>
                </a:lnTo>
                <a:lnTo>
                  <a:pt x="2983" y="5596"/>
                </a:lnTo>
                <a:lnTo>
                  <a:pt x="2983" y="5190"/>
                </a:lnTo>
                <a:lnTo>
                  <a:pt x="2983" y="4784"/>
                </a:lnTo>
                <a:lnTo>
                  <a:pt x="2983" y="4465"/>
                </a:lnTo>
                <a:lnTo>
                  <a:pt x="2983" y="4059"/>
                </a:lnTo>
                <a:lnTo>
                  <a:pt x="3079" y="3653"/>
                </a:lnTo>
                <a:lnTo>
                  <a:pt x="3079" y="3334"/>
                </a:lnTo>
                <a:lnTo>
                  <a:pt x="3079" y="2928"/>
                </a:lnTo>
                <a:lnTo>
                  <a:pt x="3079" y="2522"/>
                </a:lnTo>
                <a:lnTo>
                  <a:pt x="3143" y="2203"/>
                </a:lnTo>
                <a:lnTo>
                  <a:pt x="3143" y="1797"/>
                </a:lnTo>
                <a:lnTo>
                  <a:pt x="3143" y="1478"/>
                </a:lnTo>
                <a:lnTo>
                  <a:pt x="3143" y="1072"/>
                </a:lnTo>
                <a:lnTo>
                  <a:pt x="3143" y="724"/>
                </a:lnTo>
                <a:lnTo>
                  <a:pt x="3208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214446" y="2926037"/>
            <a:ext cx="3208" cy="49060"/>
          </a:xfrm>
          <a:custGeom>
            <a:avLst/>
            <a:gdLst/>
            <a:ahLst/>
            <a:cxnLst/>
            <a:rect l="l" t="t" r="r" b="b"/>
            <a:pathLst>
              <a:path w="3208" h="49060">
                <a:moveTo>
                  <a:pt x="0" y="49060"/>
                </a:moveTo>
                <a:lnTo>
                  <a:pt x="0" y="48654"/>
                </a:lnTo>
                <a:lnTo>
                  <a:pt x="0" y="48335"/>
                </a:lnTo>
                <a:lnTo>
                  <a:pt x="64" y="47929"/>
                </a:lnTo>
                <a:lnTo>
                  <a:pt x="64" y="47610"/>
                </a:lnTo>
                <a:lnTo>
                  <a:pt x="64" y="47204"/>
                </a:lnTo>
                <a:lnTo>
                  <a:pt x="64" y="46885"/>
                </a:lnTo>
                <a:lnTo>
                  <a:pt x="64" y="46537"/>
                </a:lnTo>
                <a:lnTo>
                  <a:pt x="160" y="46131"/>
                </a:lnTo>
                <a:lnTo>
                  <a:pt x="160" y="45812"/>
                </a:lnTo>
                <a:lnTo>
                  <a:pt x="160" y="45465"/>
                </a:lnTo>
                <a:lnTo>
                  <a:pt x="160" y="45088"/>
                </a:lnTo>
                <a:lnTo>
                  <a:pt x="224" y="44740"/>
                </a:lnTo>
                <a:lnTo>
                  <a:pt x="224" y="44421"/>
                </a:lnTo>
                <a:lnTo>
                  <a:pt x="224" y="44073"/>
                </a:lnTo>
                <a:lnTo>
                  <a:pt x="224" y="43667"/>
                </a:lnTo>
                <a:lnTo>
                  <a:pt x="224" y="43348"/>
                </a:lnTo>
                <a:lnTo>
                  <a:pt x="288" y="43029"/>
                </a:lnTo>
                <a:lnTo>
                  <a:pt x="288" y="42681"/>
                </a:lnTo>
                <a:lnTo>
                  <a:pt x="288" y="42362"/>
                </a:lnTo>
                <a:lnTo>
                  <a:pt x="288" y="41956"/>
                </a:lnTo>
                <a:lnTo>
                  <a:pt x="384" y="41608"/>
                </a:lnTo>
                <a:lnTo>
                  <a:pt x="384" y="41289"/>
                </a:lnTo>
                <a:lnTo>
                  <a:pt x="384" y="40941"/>
                </a:lnTo>
                <a:lnTo>
                  <a:pt x="384" y="40622"/>
                </a:lnTo>
                <a:lnTo>
                  <a:pt x="384" y="40303"/>
                </a:lnTo>
                <a:lnTo>
                  <a:pt x="449" y="39955"/>
                </a:lnTo>
                <a:lnTo>
                  <a:pt x="449" y="39636"/>
                </a:lnTo>
                <a:lnTo>
                  <a:pt x="449" y="39288"/>
                </a:lnTo>
                <a:lnTo>
                  <a:pt x="449" y="38970"/>
                </a:lnTo>
                <a:lnTo>
                  <a:pt x="449" y="38622"/>
                </a:lnTo>
                <a:lnTo>
                  <a:pt x="513" y="38303"/>
                </a:lnTo>
                <a:lnTo>
                  <a:pt x="513" y="37955"/>
                </a:lnTo>
                <a:lnTo>
                  <a:pt x="513" y="37636"/>
                </a:lnTo>
                <a:lnTo>
                  <a:pt x="513" y="37288"/>
                </a:lnTo>
                <a:lnTo>
                  <a:pt x="577" y="36969"/>
                </a:lnTo>
                <a:lnTo>
                  <a:pt x="577" y="36708"/>
                </a:lnTo>
                <a:lnTo>
                  <a:pt x="577" y="36360"/>
                </a:lnTo>
                <a:lnTo>
                  <a:pt x="577" y="36041"/>
                </a:lnTo>
                <a:lnTo>
                  <a:pt x="577" y="35693"/>
                </a:lnTo>
                <a:lnTo>
                  <a:pt x="673" y="35374"/>
                </a:lnTo>
                <a:lnTo>
                  <a:pt x="673" y="35026"/>
                </a:lnTo>
                <a:lnTo>
                  <a:pt x="673" y="34765"/>
                </a:lnTo>
                <a:lnTo>
                  <a:pt x="673" y="34446"/>
                </a:lnTo>
                <a:lnTo>
                  <a:pt x="737" y="34098"/>
                </a:lnTo>
                <a:lnTo>
                  <a:pt x="737" y="33837"/>
                </a:lnTo>
                <a:lnTo>
                  <a:pt x="737" y="33518"/>
                </a:lnTo>
                <a:lnTo>
                  <a:pt x="737" y="33170"/>
                </a:lnTo>
                <a:lnTo>
                  <a:pt x="737" y="32851"/>
                </a:lnTo>
                <a:lnTo>
                  <a:pt x="802" y="32591"/>
                </a:lnTo>
                <a:lnTo>
                  <a:pt x="802" y="32243"/>
                </a:lnTo>
                <a:lnTo>
                  <a:pt x="802" y="31982"/>
                </a:lnTo>
                <a:lnTo>
                  <a:pt x="802" y="31634"/>
                </a:lnTo>
                <a:lnTo>
                  <a:pt x="866" y="31315"/>
                </a:lnTo>
                <a:lnTo>
                  <a:pt x="866" y="31054"/>
                </a:lnTo>
                <a:lnTo>
                  <a:pt x="866" y="30706"/>
                </a:lnTo>
                <a:lnTo>
                  <a:pt x="866" y="30445"/>
                </a:lnTo>
                <a:lnTo>
                  <a:pt x="866" y="30126"/>
                </a:lnTo>
                <a:lnTo>
                  <a:pt x="962" y="29836"/>
                </a:lnTo>
                <a:lnTo>
                  <a:pt x="962" y="29517"/>
                </a:lnTo>
                <a:lnTo>
                  <a:pt x="962" y="29256"/>
                </a:lnTo>
                <a:lnTo>
                  <a:pt x="962" y="28995"/>
                </a:lnTo>
                <a:lnTo>
                  <a:pt x="1026" y="28647"/>
                </a:lnTo>
                <a:lnTo>
                  <a:pt x="1026" y="28386"/>
                </a:lnTo>
                <a:lnTo>
                  <a:pt x="1026" y="28067"/>
                </a:lnTo>
                <a:lnTo>
                  <a:pt x="1026" y="27777"/>
                </a:lnTo>
                <a:lnTo>
                  <a:pt x="1026" y="27516"/>
                </a:lnTo>
                <a:lnTo>
                  <a:pt x="1090" y="27197"/>
                </a:lnTo>
                <a:lnTo>
                  <a:pt x="1090" y="26936"/>
                </a:lnTo>
                <a:lnTo>
                  <a:pt x="1090" y="26646"/>
                </a:lnTo>
                <a:lnTo>
                  <a:pt x="1090" y="26385"/>
                </a:lnTo>
                <a:lnTo>
                  <a:pt x="1186" y="26067"/>
                </a:lnTo>
                <a:lnTo>
                  <a:pt x="1186" y="25806"/>
                </a:lnTo>
                <a:lnTo>
                  <a:pt x="1186" y="25516"/>
                </a:lnTo>
                <a:lnTo>
                  <a:pt x="1186" y="25255"/>
                </a:lnTo>
                <a:lnTo>
                  <a:pt x="1186" y="24994"/>
                </a:lnTo>
                <a:lnTo>
                  <a:pt x="1251" y="24675"/>
                </a:lnTo>
                <a:lnTo>
                  <a:pt x="1251" y="24385"/>
                </a:lnTo>
                <a:lnTo>
                  <a:pt x="1251" y="24124"/>
                </a:lnTo>
                <a:lnTo>
                  <a:pt x="1251" y="23863"/>
                </a:lnTo>
                <a:lnTo>
                  <a:pt x="1251" y="23602"/>
                </a:lnTo>
                <a:lnTo>
                  <a:pt x="1315" y="23341"/>
                </a:lnTo>
                <a:lnTo>
                  <a:pt x="1315" y="23080"/>
                </a:lnTo>
                <a:lnTo>
                  <a:pt x="1315" y="22790"/>
                </a:lnTo>
                <a:lnTo>
                  <a:pt x="1315" y="22529"/>
                </a:lnTo>
                <a:lnTo>
                  <a:pt x="1379" y="22268"/>
                </a:lnTo>
                <a:lnTo>
                  <a:pt x="1379" y="22007"/>
                </a:lnTo>
                <a:lnTo>
                  <a:pt x="1379" y="21746"/>
                </a:lnTo>
                <a:lnTo>
                  <a:pt x="1379" y="21485"/>
                </a:lnTo>
                <a:lnTo>
                  <a:pt x="1379" y="21195"/>
                </a:lnTo>
                <a:lnTo>
                  <a:pt x="1475" y="20934"/>
                </a:lnTo>
                <a:lnTo>
                  <a:pt x="1475" y="20673"/>
                </a:lnTo>
                <a:lnTo>
                  <a:pt x="1475" y="20412"/>
                </a:lnTo>
                <a:lnTo>
                  <a:pt x="1475" y="20209"/>
                </a:lnTo>
                <a:lnTo>
                  <a:pt x="1539" y="19948"/>
                </a:lnTo>
                <a:lnTo>
                  <a:pt x="1539" y="19687"/>
                </a:lnTo>
                <a:lnTo>
                  <a:pt x="1539" y="19398"/>
                </a:lnTo>
                <a:lnTo>
                  <a:pt x="1539" y="19137"/>
                </a:lnTo>
                <a:lnTo>
                  <a:pt x="1539" y="18934"/>
                </a:lnTo>
                <a:lnTo>
                  <a:pt x="1604" y="18673"/>
                </a:lnTo>
                <a:lnTo>
                  <a:pt x="1604" y="18412"/>
                </a:lnTo>
                <a:lnTo>
                  <a:pt x="1604" y="18151"/>
                </a:lnTo>
                <a:lnTo>
                  <a:pt x="1604" y="17948"/>
                </a:lnTo>
                <a:lnTo>
                  <a:pt x="1700" y="17687"/>
                </a:lnTo>
                <a:lnTo>
                  <a:pt x="1700" y="17426"/>
                </a:lnTo>
                <a:lnTo>
                  <a:pt x="1700" y="17223"/>
                </a:lnTo>
                <a:lnTo>
                  <a:pt x="1700" y="16962"/>
                </a:lnTo>
                <a:lnTo>
                  <a:pt x="1700" y="16759"/>
                </a:lnTo>
                <a:lnTo>
                  <a:pt x="1764" y="16498"/>
                </a:lnTo>
                <a:lnTo>
                  <a:pt x="1764" y="16208"/>
                </a:lnTo>
                <a:lnTo>
                  <a:pt x="1764" y="16005"/>
                </a:lnTo>
                <a:lnTo>
                  <a:pt x="1764" y="15744"/>
                </a:lnTo>
                <a:lnTo>
                  <a:pt x="1828" y="15541"/>
                </a:lnTo>
                <a:lnTo>
                  <a:pt x="1828" y="15280"/>
                </a:lnTo>
                <a:lnTo>
                  <a:pt x="1828" y="15077"/>
                </a:lnTo>
                <a:lnTo>
                  <a:pt x="1828" y="14874"/>
                </a:lnTo>
                <a:lnTo>
                  <a:pt x="1828" y="14613"/>
                </a:lnTo>
                <a:lnTo>
                  <a:pt x="1892" y="14410"/>
                </a:lnTo>
                <a:lnTo>
                  <a:pt x="1892" y="14149"/>
                </a:lnTo>
                <a:lnTo>
                  <a:pt x="1892" y="13946"/>
                </a:lnTo>
                <a:lnTo>
                  <a:pt x="1892" y="13743"/>
                </a:lnTo>
                <a:lnTo>
                  <a:pt x="1988" y="13482"/>
                </a:lnTo>
                <a:lnTo>
                  <a:pt x="1988" y="13279"/>
                </a:lnTo>
                <a:lnTo>
                  <a:pt x="1988" y="13105"/>
                </a:lnTo>
                <a:lnTo>
                  <a:pt x="1988" y="12816"/>
                </a:lnTo>
                <a:lnTo>
                  <a:pt x="1988" y="12642"/>
                </a:lnTo>
                <a:lnTo>
                  <a:pt x="2053" y="12439"/>
                </a:lnTo>
                <a:lnTo>
                  <a:pt x="2053" y="12236"/>
                </a:lnTo>
                <a:lnTo>
                  <a:pt x="2053" y="11975"/>
                </a:lnTo>
                <a:lnTo>
                  <a:pt x="2053" y="11772"/>
                </a:lnTo>
                <a:lnTo>
                  <a:pt x="2053" y="11569"/>
                </a:lnTo>
                <a:lnTo>
                  <a:pt x="2117" y="11366"/>
                </a:lnTo>
                <a:lnTo>
                  <a:pt x="2117" y="11163"/>
                </a:lnTo>
                <a:lnTo>
                  <a:pt x="2117" y="10960"/>
                </a:lnTo>
                <a:lnTo>
                  <a:pt x="2117" y="10757"/>
                </a:lnTo>
                <a:lnTo>
                  <a:pt x="2181" y="10496"/>
                </a:lnTo>
                <a:lnTo>
                  <a:pt x="2181" y="10293"/>
                </a:lnTo>
                <a:lnTo>
                  <a:pt x="2181" y="10090"/>
                </a:lnTo>
                <a:lnTo>
                  <a:pt x="2181" y="9887"/>
                </a:lnTo>
                <a:lnTo>
                  <a:pt x="2181" y="9713"/>
                </a:lnTo>
                <a:lnTo>
                  <a:pt x="2277" y="9510"/>
                </a:lnTo>
                <a:lnTo>
                  <a:pt x="2277" y="9307"/>
                </a:lnTo>
                <a:lnTo>
                  <a:pt x="2277" y="9104"/>
                </a:lnTo>
                <a:lnTo>
                  <a:pt x="2277" y="8959"/>
                </a:lnTo>
                <a:lnTo>
                  <a:pt x="2341" y="8756"/>
                </a:lnTo>
                <a:lnTo>
                  <a:pt x="2341" y="8582"/>
                </a:lnTo>
                <a:lnTo>
                  <a:pt x="2341" y="8379"/>
                </a:lnTo>
                <a:lnTo>
                  <a:pt x="2341" y="8176"/>
                </a:lnTo>
                <a:lnTo>
                  <a:pt x="2341" y="7973"/>
                </a:lnTo>
                <a:lnTo>
                  <a:pt x="2406" y="7770"/>
                </a:lnTo>
                <a:lnTo>
                  <a:pt x="2406" y="7451"/>
                </a:lnTo>
                <a:lnTo>
                  <a:pt x="2406" y="7248"/>
                </a:lnTo>
                <a:lnTo>
                  <a:pt x="2502" y="7045"/>
                </a:lnTo>
                <a:lnTo>
                  <a:pt x="2502" y="6900"/>
                </a:lnTo>
                <a:lnTo>
                  <a:pt x="2502" y="6697"/>
                </a:lnTo>
                <a:lnTo>
                  <a:pt x="2502" y="6523"/>
                </a:lnTo>
                <a:lnTo>
                  <a:pt x="2502" y="6321"/>
                </a:lnTo>
                <a:lnTo>
                  <a:pt x="2566" y="6176"/>
                </a:lnTo>
                <a:lnTo>
                  <a:pt x="2566" y="5973"/>
                </a:lnTo>
                <a:lnTo>
                  <a:pt x="2566" y="5654"/>
                </a:lnTo>
                <a:lnTo>
                  <a:pt x="2630" y="5451"/>
                </a:lnTo>
                <a:lnTo>
                  <a:pt x="2630" y="5306"/>
                </a:lnTo>
                <a:lnTo>
                  <a:pt x="2630" y="5103"/>
                </a:lnTo>
                <a:lnTo>
                  <a:pt x="2630" y="4784"/>
                </a:lnTo>
                <a:lnTo>
                  <a:pt x="2694" y="4639"/>
                </a:lnTo>
                <a:lnTo>
                  <a:pt x="2694" y="4436"/>
                </a:lnTo>
                <a:lnTo>
                  <a:pt x="2694" y="4117"/>
                </a:lnTo>
                <a:lnTo>
                  <a:pt x="2790" y="3972"/>
                </a:lnTo>
                <a:lnTo>
                  <a:pt x="2790" y="3653"/>
                </a:lnTo>
                <a:lnTo>
                  <a:pt x="2790" y="3508"/>
                </a:lnTo>
                <a:lnTo>
                  <a:pt x="2855" y="3189"/>
                </a:lnTo>
                <a:lnTo>
                  <a:pt x="2855" y="3044"/>
                </a:lnTo>
                <a:lnTo>
                  <a:pt x="2855" y="2783"/>
                </a:lnTo>
                <a:lnTo>
                  <a:pt x="2855" y="2580"/>
                </a:lnTo>
                <a:lnTo>
                  <a:pt x="2919" y="2319"/>
                </a:lnTo>
                <a:lnTo>
                  <a:pt x="2919" y="2174"/>
                </a:lnTo>
                <a:lnTo>
                  <a:pt x="3015" y="1855"/>
                </a:lnTo>
                <a:lnTo>
                  <a:pt x="3015" y="1710"/>
                </a:lnTo>
                <a:lnTo>
                  <a:pt x="3015" y="1449"/>
                </a:lnTo>
                <a:lnTo>
                  <a:pt x="3079" y="1188"/>
                </a:lnTo>
                <a:lnTo>
                  <a:pt x="3079" y="1043"/>
                </a:lnTo>
                <a:lnTo>
                  <a:pt x="3079" y="782"/>
                </a:lnTo>
                <a:lnTo>
                  <a:pt x="3143" y="521"/>
                </a:lnTo>
                <a:lnTo>
                  <a:pt x="3143" y="260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217654" y="2919919"/>
            <a:ext cx="3143" cy="6379"/>
          </a:xfrm>
          <a:custGeom>
            <a:avLst/>
            <a:gdLst/>
            <a:ahLst/>
            <a:cxnLst/>
            <a:rect l="l" t="t" r="r" b="b"/>
            <a:pathLst>
              <a:path w="3143" h="6379">
                <a:moveTo>
                  <a:pt x="0" y="6118"/>
                </a:moveTo>
                <a:lnTo>
                  <a:pt x="0" y="5973"/>
                </a:lnTo>
                <a:lnTo>
                  <a:pt x="0" y="5770"/>
                </a:lnTo>
                <a:lnTo>
                  <a:pt x="96" y="5509"/>
                </a:lnTo>
                <a:lnTo>
                  <a:pt x="96" y="5306"/>
                </a:lnTo>
                <a:lnTo>
                  <a:pt x="160" y="5045"/>
                </a:lnTo>
                <a:lnTo>
                  <a:pt x="160" y="4842"/>
                </a:lnTo>
                <a:lnTo>
                  <a:pt x="224" y="4639"/>
                </a:lnTo>
                <a:lnTo>
                  <a:pt x="224" y="4378"/>
                </a:lnTo>
                <a:lnTo>
                  <a:pt x="224" y="4175"/>
                </a:lnTo>
                <a:lnTo>
                  <a:pt x="288" y="3972"/>
                </a:lnTo>
                <a:lnTo>
                  <a:pt x="288" y="3798"/>
                </a:lnTo>
                <a:lnTo>
                  <a:pt x="384" y="3595"/>
                </a:lnTo>
                <a:lnTo>
                  <a:pt x="384" y="3392"/>
                </a:lnTo>
                <a:lnTo>
                  <a:pt x="449" y="3247"/>
                </a:lnTo>
                <a:lnTo>
                  <a:pt x="449" y="3044"/>
                </a:lnTo>
                <a:lnTo>
                  <a:pt x="449" y="2841"/>
                </a:lnTo>
                <a:lnTo>
                  <a:pt x="513" y="2667"/>
                </a:lnTo>
                <a:lnTo>
                  <a:pt x="513" y="2522"/>
                </a:lnTo>
                <a:lnTo>
                  <a:pt x="609" y="2377"/>
                </a:lnTo>
                <a:lnTo>
                  <a:pt x="609" y="2174"/>
                </a:lnTo>
                <a:lnTo>
                  <a:pt x="673" y="2000"/>
                </a:lnTo>
                <a:lnTo>
                  <a:pt x="673" y="1855"/>
                </a:lnTo>
                <a:lnTo>
                  <a:pt x="737" y="1710"/>
                </a:lnTo>
                <a:lnTo>
                  <a:pt x="737" y="1536"/>
                </a:lnTo>
                <a:lnTo>
                  <a:pt x="802" y="1391"/>
                </a:lnTo>
                <a:lnTo>
                  <a:pt x="898" y="1246"/>
                </a:lnTo>
                <a:lnTo>
                  <a:pt x="898" y="1043"/>
                </a:lnTo>
                <a:lnTo>
                  <a:pt x="962" y="869"/>
                </a:lnTo>
                <a:lnTo>
                  <a:pt x="1026" y="724"/>
                </a:lnTo>
                <a:lnTo>
                  <a:pt x="1026" y="579"/>
                </a:lnTo>
                <a:lnTo>
                  <a:pt x="1186" y="463"/>
                </a:lnTo>
                <a:lnTo>
                  <a:pt x="1186" y="318"/>
                </a:lnTo>
                <a:lnTo>
                  <a:pt x="1315" y="202"/>
                </a:lnTo>
                <a:lnTo>
                  <a:pt x="1411" y="57"/>
                </a:lnTo>
                <a:lnTo>
                  <a:pt x="1475" y="0"/>
                </a:lnTo>
                <a:lnTo>
                  <a:pt x="1604" y="0"/>
                </a:lnTo>
                <a:lnTo>
                  <a:pt x="1764" y="57"/>
                </a:lnTo>
                <a:lnTo>
                  <a:pt x="1828" y="202"/>
                </a:lnTo>
                <a:lnTo>
                  <a:pt x="1988" y="318"/>
                </a:lnTo>
                <a:lnTo>
                  <a:pt x="1988" y="463"/>
                </a:lnTo>
                <a:lnTo>
                  <a:pt x="2053" y="666"/>
                </a:lnTo>
                <a:lnTo>
                  <a:pt x="2117" y="869"/>
                </a:lnTo>
                <a:lnTo>
                  <a:pt x="2213" y="1043"/>
                </a:lnTo>
                <a:lnTo>
                  <a:pt x="2277" y="1188"/>
                </a:lnTo>
                <a:lnTo>
                  <a:pt x="2277" y="1333"/>
                </a:lnTo>
                <a:lnTo>
                  <a:pt x="2341" y="1536"/>
                </a:lnTo>
                <a:lnTo>
                  <a:pt x="2406" y="1710"/>
                </a:lnTo>
                <a:lnTo>
                  <a:pt x="2406" y="1855"/>
                </a:lnTo>
                <a:lnTo>
                  <a:pt x="2502" y="2000"/>
                </a:lnTo>
                <a:lnTo>
                  <a:pt x="2502" y="2174"/>
                </a:lnTo>
                <a:lnTo>
                  <a:pt x="2566" y="2319"/>
                </a:lnTo>
                <a:lnTo>
                  <a:pt x="2566" y="2464"/>
                </a:lnTo>
                <a:lnTo>
                  <a:pt x="2630" y="2667"/>
                </a:lnTo>
                <a:lnTo>
                  <a:pt x="2630" y="2841"/>
                </a:lnTo>
                <a:lnTo>
                  <a:pt x="2630" y="2986"/>
                </a:lnTo>
                <a:lnTo>
                  <a:pt x="2726" y="3131"/>
                </a:lnTo>
                <a:lnTo>
                  <a:pt x="2726" y="3305"/>
                </a:lnTo>
                <a:lnTo>
                  <a:pt x="2790" y="3508"/>
                </a:lnTo>
                <a:lnTo>
                  <a:pt x="2790" y="3711"/>
                </a:lnTo>
                <a:lnTo>
                  <a:pt x="2855" y="3914"/>
                </a:lnTo>
                <a:lnTo>
                  <a:pt x="2855" y="4117"/>
                </a:lnTo>
                <a:lnTo>
                  <a:pt x="2855" y="4320"/>
                </a:lnTo>
                <a:lnTo>
                  <a:pt x="2919" y="4523"/>
                </a:lnTo>
                <a:lnTo>
                  <a:pt x="2919" y="4726"/>
                </a:lnTo>
                <a:lnTo>
                  <a:pt x="3015" y="4987"/>
                </a:lnTo>
                <a:lnTo>
                  <a:pt x="3015" y="5190"/>
                </a:lnTo>
                <a:lnTo>
                  <a:pt x="3079" y="5393"/>
                </a:lnTo>
                <a:lnTo>
                  <a:pt x="3079" y="5654"/>
                </a:lnTo>
                <a:lnTo>
                  <a:pt x="3143" y="5915"/>
                </a:lnTo>
                <a:lnTo>
                  <a:pt x="3143" y="6118"/>
                </a:lnTo>
                <a:lnTo>
                  <a:pt x="3143" y="6379"/>
                </a:lnTo>
              </a:path>
            </a:pathLst>
          </a:custGeom>
          <a:ln w="4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220798" y="2926298"/>
            <a:ext cx="3208" cy="49524"/>
          </a:xfrm>
          <a:custGeom>
            <a:avLst/>
            <a:gdLst/>
            <a:ahLst/>
            <a:cxnLst/>
            <a:rect l="l" t="t" r="r" b="b"/>
            <a:pathLst>
              <a:path w="3208" h="49524">
                <a:moveTo>
                  <a:pt x="0" y="0"/>
                </a:moveTo>
                <a:lnTo>
                  <a:pt x="96" y="144"/>
                </a:lnTo>
                <a:lnTo>
                  <a:pt x="96" y="405"/>
                </a:lnTo>
                <a:lnTo>
                  <a:pt x="160" y="666"/>
                </a:lnTo>
                <a:lnTo>
                  <a:pt x="160" y="927"/>
                </a:lnTo>
                <a:lnTo>
                  <a:pt x="160" y="1072"/>
                </a:lnTo>
                <a:lnTo>
                  <a:pt x="224" y="1333"/>
                </a:lnTo>
                <a:lnTo>
                  <a:pt x="224" y="1594"/>
                </a:lnTo>
                <a:lnTo>
                  <a:pt x="224" y="1797"/>
                </a:lnTo>
                <a:lnTo>
                  <a:pt x="288" y="2058"/>
                </a:lnTo>
                <a:lnTo>
                  <a:pt x="288" y="2203"/>
                </a:lnTo>
                <a:lnTo>
                  <a:pt x="288" y="2522"/>
                </a:lnTo>
                <a:lnTo>
                  <a:pt x="384" y="2667"/>
                </a:lnTo>
                <a:lnTo>
                  <a:pt x="384" y="2928"/>
                </a:lnTo>
                <a:lnTo>
                  <a:pt x="384" y="3131"/>
                </a:lnTo>
                <a:lnTo>
                  <a:pt x="449" y="3392"/>
                </a:lnTo>
                <a:lnTo>
                  <a:pt x="449" y="3595"/>
                </a:lnTo>
                <a:lnTo>
                  <a:pt x="449" y="3914"/>
                </a:lnTo>
                <a:lnTo>
                  <a:pt x="513" y="4059"/>
                </a:lnTo>
                <a:lnTo>
                  <a:pt x="513" y="4378"/>
                </a:lnTo>
                <a:lnTo>
                  <a:pt x="513" y="4523"/>
                </a:lnTo>
                <a:lnTo>
                  <a:pt x="513" y="4726"/>
                </a:lnTo>
                <a:lnTo>
                  <a:pt x="577" y="5045"/>
                </a:lnTo>
                <a:lnTo>
                  <a:pt x="577" y="5248"/>
                </a:lnTo>
                <a:lnTo>
                  <a:pt x="577" y="5393"/>
                </a:lnTo>
                <a:lnTo>
                  <a:pt x="673" y="5596"/>
                </a:lnTo>
                <a:lnTo>
                  <a:pt x="673" y="5915"/>
                </a:lnTo>
                <a:lnTo>
                  <a:pt x="673" y="6118"/>
                </a:lnTo>
                <a:lnTo>
                  <a:pt x="673" y="6263"/>
                </a:lnTo>
                <a:lnTo>
                  <a:pt x="737" y="6437"/>
                </a:lnTo>
                <a:lnTo>
                  <a:pt x="737" y="6639"/>
                </a:lnTo>
                <a:lnTo>
                  <a:pt x="737" y="6784"/>
                </a:lnTo>
                <a:lnTo>
                  <a:pt x="737" y="6987"/>
                </a:lnTo>
                <a:lnTo>
                  <a:pt x="802" y="7190"/>
                </a:lnTo>
                <a:lnTo>
                  <a:pt x="802" y="7393"/>
                </a:lnTo>
                <a:lnTo>
                  <a:pt x="802" y="7712"/>
                </a:lnTo>
                <a:lnTo>
                  <a:pt x="802" y="7915"/>
                </a:lnTo>
                <a:lnTo>
                  <a:pt x="898" y="8118"/>
                </a:lnTo>
                <a:lnTo>
                  <a:pt x="898" y="8321"/>
                </a:lnTo>
                <a:lnTo>
                  <a:pt x="898" y="8495"/>
                </a:lnTo>
                <a:lnTo>
                  <a:pt x="898" y="8698"/>
                </a:lnTo>
                <a:lnTo>
                  <a:pt x="962" y="8901"/>
                </a:lnTo>
                <a:lnTo>
                  <a:pt x="962" y="9104"/>
                </a:lnTo>
                <a:lnTo>
                  <a:pt x="962" y="9249"/>
                </a:lnTo>
                <a:lnTo>
                  <a:pt x="962" y="9452"/>
                </a:lnTo>
                <a:lnTo>
                  <a:pt x="962" y="9626"/>
                </a:lnTo>
                <a:lnTo>
                  <a:pt x="1026" y="9829"/>
                </a:lnTo>
                <a:lnTo>
                  <a:pt x="1026" y="10119"/>
                </a:lnTo>
                <a:lnTo>
                  <a:pt x="1026" y="10293"/>
                </a:lnTo>
                <a:lnTo>
                  <a:pt x="1026" y="10496"/>
                </a:lnTo>
                <a:lnTo>
                  <a:pt x="1090" y="10699"/>
                </a:lnTo>
                <a:lnTo>
                  <a:pt x="1090" y="10902"/>
                </a:lnTo>
                <a:lnTo>
                  <a:pt x="1090" y="11105"/>
                </a:lnTo>
                <a:lnTo>
                  <a:pt x="1090" y="11308"/>
                </a:lnTo>
                <a:lnTo>
                  <a:pt x="1090" y="11511"/>
                </a:lnTo>
                <a:lnTo>
                  <a:pt x="1186" y="11772"/>
                </a:lnTo>
                <a:lnTo>
                  <a:pt x="1186" y="11975"/>
                </a:lnTo>
                <a:lnTo>
                  <a:pt x="1186" y="12178"/>
                </a:lnTo>
                <a:lnTo>
                  <a:pt x="1186" y="12381"/>
                </a:lnTo>
                <a:lnTo>
                  <a:pt x="1251" y="12555"/>
                </a:lnTo>
                <a:lnTo>
                  <a:pt x="1251" y="12845"/>
                </a:lnTo>
                <a:lnTo>
                  <a:pt x="1251" y="13019"/>
                </a:lnTo>
                <a:lnTo>
                  <a:pt x="1251" y="13221"/>
                </a:lnTo>
                <a:lnTo>
                  <a:pt x="1251" y="13482"/>
                </a:lnTo>
                <a:lnTo>
                  <a:pt x="1315" y="13685"/>
                </a:lnTo>
                <a:lnTo>
                  <a:pt x="1315" y="13888"/>
                </a:lnTo>
                <a:lnTo>
                  <a:pt x="1315" y="14149"/>
                </a:lnTo>
                <a:lnTo>
                  <a:pt x="1315" y="14352"/>
                </a:lnTo>
                <a:lnTo>
                  <a:pt x="1315" y="14613"/>
                </a:lnTo>
                <a:lnTo>
                  <a:pt x="1379" y="14816"/>
                </a:lnTo>
                <a:lnTo>
                  <a:pt x="1379" y="15106"/>
                </a:lnTo>
                <a:lnTo>
                  <a:pt x="1379" y="15280"/>
                </a:lnTo>
                <a:lnTo>
                  <a:pt x="1379" y="15570"/>
                </a:lnTo>
                <a:lnTo>
                  <a:pt x="1475" y="15744"/>
                </a:lnTo>
                <a:lnTo>
                  <a:pt x="1475" y="16034"/>
                </a:lnTo>
                <a:lnTo>
                  <a:pt x="1475" y="16237"/>
                </a:lnTo>
                <a:lnTo>
                  <a:pt x="1475" y="16498"/>
                </a:lnTo>
                <a:lnTo>
                  <a:pt x="1475" y="16701"/>
                </a:lnTo>
                <a:lnTo>
                  <a:pt x="1539" y="16962"/>
                </a:lnTo>
                <a:lnTo>
                  <a:pt x="1539" y="17223"/>
                </a:lnTo>
                <a:lnTo>
                  <a:pt x="1539" y="17426"/>
                </a:lnTo>
                <a:lnTo>
                  <a:pt x="1539" y="17687"/>
                </a:lnTo>
                <a:lnTo>
                  <a:pt x="1604" y="17948"/>
                </a:lnTo>
                <a:lnTo>
                  <a:pt x="1604" y="18151"/>
                </a:lnTo>
                <a:lnTo>
                  <a:pt x="1604" y="18412"/>
                </a:lnTo>
                <a:lnTo>
                  <a:pt x="1604" y="18673"/>
                </a:lnTo>
                <a:lnTo>
                  <a:pt x="1604" y="18876"/>
                </a:lnTo>
                <a:lnTo>
                  <a:pt x="1700" y="19137"/>
                </a:lnTo>
                <a:lnTo>
                  <a:pt x="1700" y="19427"/>
                </a:lnTo>
                <a:lnTo>
                  <a:pt x="1700" y="19687"/>
                </a:lnTo>
                <a:lnTo>
                  <a:pt x="1700" y="19948"/>
                </a:lnTo>
                <a:lnTo>
                  <a:pt x="1764" y="20209"/>
                </a:lnTo>
                <a:lnTo>
                  <a:pt x="1764" y="20412"/>
                </a:lnTo>
                <a:lnTo>
                  <a:pt x="1764" y="20673"/>
                </a:lnTo>
                <a:lnTo>
                  <a:pt x="1764" y="20934"/>
                </a:lnTo>
                <a:lnTo>
                  <a:pt x="1764" y="21224"/>
                </a:lnTo>
                <a:lnTo>
                  <a:pt x="1828" y="21485"/>
                </a:lnTo>
                <a:lnTo>
                  <a:pt x="1828" y="21746"/>
                </a:lnTo>
                <a:lnTo>
                  <a:pt x="1828" y="22007"/>
                </a:lnTo>
                <a:lnTo>
                  <a:pt x="1828" y="22268"/>
                </a:lnTo>
                <a:lnTo>
                  <a:pt x="1892" y="22529"/>
                </a:lnTo>
                <a:lnTo>
                  <a:pt x="1892" y="22819"/>
                </a:lnTo>
                <a:lnTo>
                  <a:pt x="1892" y="23080"/>
                </a:lnTo>
                <a:lnTo>
                  <a:pt x="1892" y="23341"/>
                </a:lnTo>
                <a:lnTo>
                  <a:pt x="1892" y="23602"/>
                </a:lnTo>
                <a:lnTo>
                  <a:pt x="1988" y="23863"/>
                </a:lnTo>
                <a:lnTo>
                  <a:pt x="1988" y="24124"/>
                </a:lnTo>
                <a:lnTo>
                  <a:pt x="1988" y="24472"/>
                </a:lnTo>
                <a:lnTo>
                  <a:pt x="1988" y="24733"/>
                </a:lnTo>
                <a:lnTo>
                  <a:pt x="2053" y="24994"/>
                </a:lnTo>
                <a:lnTo>
                  <a:pt x="2053" y="25255"/>
                </a:lnTo>
                <a:lnTo>
                  <a:pt x="2053" y="25545"/>
                </a:lnTo>
                <a:lnTo>
                  <a:pt x="2053" y="25806"/>
                </a:lnTo>
                <a:lnTo>
                  <a:pt x="2053" y="26124"/>
                </a:lnTo>
                <a:lnTo>
                  <a:pt x="2117" y="26385"/>
                </a:lnTo>
                <a:lnTo>
                  <a:pt x="2117" y="26675"/>
                </a:lnTo>
                <a:lnTo>
                  <a:pt x="2117" y="26994"/>
                </a:lnTo>
                <a:lnTo>
                  <a:pt x="2117" y="27255"/>
                </a:lnTo>
                <a:lnTo>
                  <a:pt x="2117" y="27516"/>
                </a:lnTo>
                <a:lnTo>
                  <a:pt x="2213" y="27864"/>
                </a:lnTo>
                <a:lnTo>
                  <a:pt x="2213" y="28125"/>
                </a:lnTo>
                <a:lnTo>
                  <a:pt x="2213" y="28386"/>
                </a:lnTo>
                <a:lnTo>
                  <a:pt x="2213" y="28734"/>
                </a:lnTo>
                <a:lnTo>
                  <a:pt x="2277" y="28995"/>
                </a:lnTo>
                <a:lnTo>
                  <a:pt x="2277" y="29314"/>
                </a:lnTo>
                <a:lnTo>
                  <a:pt x="2277" y="29575"/>
                </a:lnTo>
                <a:lnTo>
                  <a:pt x="2277" y="29923"/>
                </a:lnTo>
                <a:lnTo>
                  <a:pt x="2277" y="30184"/>
                </a:lnTo>
                <a:lnTo>
                  <a:pt x="2341" y="30532"/>
                </a:lnTo>
                <a:lnTo>
                  <a:pt x="2341" y="30793"/>
                </a:lnTo>
                <a:lnTo>
                  <a:pt x="2341" y="31112"/>
                </a:lnTo>
                <a:lnTo>
                  <a:pt x="2341" y="31373"/>
                </a:lnTo>
                <a:lnTo>
                  <a:pt x="2406" y="31721"/>
                </a:lnTo>
                <a:lnTo>
                  <a:pt x="2406" y="31982"/>
                </a:lnTo>
                <a:lnTo>
                  <a:pt x="2406" y="32330"/>
                </a:lnTo>
                <a:lnTo>
                  <a:pt x="2406" y="32648"/>
                </a:lnTo>
                <a:lnTo>
                  <a:pt x="2406" y="32909"/>
                </a:lnTo>
                <a:lnTo>
                  <a:pt x="2502" y="33257"/>
                </a:lnTo>
                <a:lnTo>
                  <a:pt x="2502" y="33576"/>
                </a:lnTo>
                <a:lnTo>
                  <a:pt x="2502" y="33837"/>
                </a:lnTo>
                <a:lnTo>
                  <a:pt x="2502" y="34185"/>
                </a:lnTo>
                <a:lnTo>
                  <a:pt x="2566" y="34504"/>
                </a:lnTo>
                <a:lnTo>
                  <a:pt x="2566" y="34852"/>
                </a:lnTo>
                <a:lnTo>
                  <a:pt x="2566" y="35113"/>
                </a:lnTo>
                <a:lnTo>
                  <a:pt x="2566" y="35432"/>
                </a:lnTo>
                <a:lnTo>
                  <a:pt x="2566" y="35780"/>
                </a:lnTo>
                <a:lnTo>
                  <a:pt x="2630" y="36099"/>
                </a:lnTo>
                <a:lnTo>
                  <a:pt x="2630" y="36447"/>
                </a:lnTo>
                <a:lnTo>
                  <a:pt x="2630" y="36766"/>
                </a:lnTo>
                <a:lnTo>
                  <a:pt x="2630" y="37027"/>
                </a:lnTo>
                <a:lnTo>
                  <a:pt x="2694" y="37375"/>
                </a:lnTo>
                <a:lnTo>
                  <a:pt x="2694" y="37694"/>
                </a:lnTo>
                <a:lnTo>
                  <a:pt x="2694" y="38042"/>
                </a:lnTo>
                <a:lnTo>
                  <a:pt x="2694" y="38361"/>
                </a:lnTo>
                <a:lnTo>
                  <a:pt x="2694" y="38709"/>
                </a:lnTo>
                <a:lnTo>
                  <a:pt x="2790" y="39028"/>
                </a:lnTo>
                <a:lnTo>
                  <a:pt x="2790" y="39375"/>
                </a:lnTo>
                <a:lnTo>
                  <a:pt x="2790" y="39694"/>
                </a:lnTo>
                <a:lnTo>
                  <a:pt x="2790" y="40042"/>
                </a:lnTo>
                <a:lnTo>
                  <a:pt x="2855" y="40361"/>
                </a:lnTo>
                <a:lnTo>
                  <a:pt x="2855" y="40680"/>
                </a:lnTo>
                <a:lnTo>
                  <a:pt x="2855" y="41028"/>
                </a:lnTo>
                <a:lnTo>
                  <a:pt x="2855" y="41434"/>
                </a:lnTo>
                <a:lnTo>
                  <a:pt x="2855" y="41753"/>
                </a:lnTo>
                <a:lnTo>
                  <a:pt x="2919" y="42101"/>
                </a:lnTo>
                <a:lnTo>
                  <a:pt x="2919" y="42420"/>
                </a:lnTo>
                <a:lnTo>
                  <a:pt x="2919" y="42768"/>
                </a:lnTo>
                <a:lnTo>
                  <a:pt x="2919" y="43087"/>
                </a:lnTo>
                <a:lnTo>
                  <a:pt x="2919" y="43493"/>
                </a:lnTo>
                <a:lnTo>
                  <a:pt x="3015" y="43812"/>
                </a:lnTo>
                <a:lnTo>
                  <a:pt x="3015" y="44160"/>
                </a:lnTo>
                <a:lnTo>
                  <a:pt x="3015" y="44479"/>
                </a:lnTo>
                <a:lnTo>
                  <a:pt x="3015" y="44885"/>
                </a:lnTo>
                <a:lnTo>
                  <a:pt x="3079" y="45204"/>
                </a:lnTo>
                <a:lnTo>
                  <a:pt x="3079" y="45552"/>
                </a:lnTo>
                <a:lnTo>
                  <a:pt x="3079" y="45957"/>
                </a:lnTo>
                <a:lnTo>
                  <a:pt x="3079" y="46276"/>
                </a:lnTo>
                <a:lnTo>
                  <a:pt x="3079" y="46624"/>
                </a:lnTo>
                <a:lnTo>
                  <a:pt x="3143" y="47001"/>
                </a:lnTo>
                <a:lnTo>
                  <a:pt x="3143" y="47349"/>
                </a:lnTo>
                <a:lnTo>
                  <a:pt x="3143" y="47755"/>
                </a:lnTo>
                <a:lnTo>
                  <a:pt x="3143" y="48074"/>
                </a:lnTo>
                <a:lnTo>
                  <a:pt x="3208" y="48393"/>
                </a:lnTo>
                <a:lnTo>
                  <a:pt x="3208" y="48799"/>
                </a:lnTo>
                <a:lnTo>
                  <a:pt x="3208" y="49147"/>
                </a:lnTo>
                <a:lnTo>
                  <a:pt x="3208" y="4952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224006" y="2975822"/>
            <a:ext cx="3240" cy="94293"/>
          </a:xfrm>
          <a:custGeom>
            <a:avLst/>
            <a:gdLst/>
            <a:ahLst/>
            <a:cxnLst/>
            <a:rect l="l" t="t" r="r" b="b"/>
            <a:pathLst>
              <a:path w="3240" h="94293">
                <a:moveTo>
                  <a:pt x="0" y="0"/>
                </a:moveTo>
                <a:lnTo>
                  <a:pt x="0" y="347"/>
                </a:lnTo>
                <a:lnTo>
                  <a:pt x="96" y="753"/>
                </a:lnTo>
                <a:lnTo>
                  <a:pt x="96" y="1130"/>
                </a:lnTo>
                <a:lnTo>
                  <a:pt x="96" y="1478"/>
                </a:lnTo>
                <a:lnTo>
                  <a:pt x="96" y="1884"/>
                </a:lnTo>
                <a:lnTo>
                  <a:pt x="160" y="2203"/>
                </a:lnTo>
                <a:lnTo>
                  <a:pt x="160" y="2609"/>
                </a:lnTo>
                <a:lnTo>
                  <a:pt x="160" y="3015"/>
                </a:lnTo>
                <a:lnTo>
                  <a:pt x="160" y="3334"/>
                </a:lnTo>
                <a:lnTo>
                  <a:pt x="160" y="3740"/>
                </a:lnTo>
                <a:lnTo>
                  <a:pt x="224" y="4146"/>
                </a:lnTo>
                <a:lnTo>
                  <a:pt x="224" y="4465"/>
                </a:lnTo>
                <a:lnTo>
                  <a:pt x="224" y="4871"/>
                </a:lnTo>
                <a:lnTo>
                  <a:pt x="224" y="5277"/>
                </a:lnTo>
                <a:lnTo>
                  <a:pt x="288" y="5654"/>
                </a:lnTo>
                <a:lnTo>
                  <a:pt x="288" y="6002"/>
                </a:lnTo>
                <a:lnTo>
                  <a:pt x="288" y="6408"/>
                </a:lnTo>
                <a:lnTo>
                  <a:pt x="288" y="6784"/>
                </a:lnTo>
                <a:lnTo>
                  <a:pt x="288" y="7190"/>
                </a:lnTo>
                <a:lnTo>
                  <a:pt x="384" y="7596"/>
                </a:lnTo>
                <a:lnTo>
                  <a:pt x="384" y="8002"/>
                </a:lnTo>
                <a:lnTo>
                  <a:pt x="384" y="8321"/>
                </a:lnTo>
                <a:lnTo>
                  <a:pt x="384" y="8727"/>
                </a:lnTo>
                <a:lnTo>
                  <a:pt x="449" y="9133"/>
                </a:lnTo>
                <a:lnTo>
                  <a:pt x="449" y="9510"/>
                </a:lnTo>
                <a:lnTo>
                  <a:pt x="449" y="9916"/>
                </a:lnTo>
                <a:lnTo>
                  <a:pt x="449" y="10322"/>
                </a:lnTo>
                <a:lnTo>
                  <a:pt x="449" y="10728"/>
                </a:lnTo>
                <a:lnTo>
                  <a:pt x="513" y="11105"/>
                </a:lnTo>
                <a:lnTo>
                  <a:pt x="513" y="11511"/>
                </a:lnTo>
                <a:lnTo>
                  <a:pt x="513" y="11917"/>
                </a:lnTo>
                <a:lnTo>
                  <a:pt x="513" y="12323"/>
                </a:lnTo>
                <a:lnTo>
                  <a:pt x="513" y="12729"/>
                </a:lnTo>
                <a:lnTo>
                  <a:pt x="609" y="13105"/>
                </a:lnTo>
                <a:lnTo>
                  <a:pt x="609" y="13511"/>
                </a:lnTo>
                <a:lnTo>
                  <a:pt x="609" y="13975"/>
                </a:lnTo>
                <a:lnTo>
                  <a:pt x="609" y="14381"/>
                </a:lnTo>
                <a:lnTo>
                  <a:pt x="673" y="14787"/>
                </a:lnTo>
                <a:lnTo>
                  <a:pt x="673" y="15164"/>
                </a:lnTo>
                <a:lnTo>
                  <a:pt x="673" y="15570"/>
                </a:lnTo>
                <a:lnTo>
                  <a:pt x="673" y="15976"/>
                </a:lnTo>
                <a:lnTo>
                  <a:pt x="673" y="16440"/>
                </a:lnTo>
                <a:lnTo>
                  <a:pt x="737" y="16846"/>
                </a:lnTo>
                <a:lnTo>
                  <a:pt x="737" y="17223"/>
                </a:lnTo>
                <a:lnTo>
                  <a:pt x="737" y="17629"/>
                </a:lnTo>
                <a:lnTo>
                  <a:pt x="737" y="18093"/>
                </a:lnTo>
                <a:lnTo>
                  <a:pt x="802" y="18499"/>
                </a:lnTo>
                <a:lnTo>
                  <a:pt x="802" y="18905"/>
                </a:lnTo>
                <a:lnTo>
                  <a:pt x="802" y="19369"/>
                </a:lnTo>
                <a:lnTo>
                  <a:pt x="802" y="19774"/>
                </a:lnTo>
                <a:lnTo>
                  <a:pt x="802" y="20151"/>
                </a:lnTo>
                <a:lnTo>
                  <a:pt x="898" y="20615"/>
                </a:lnTo>
                <a:lnTo>
                  <a:pt x="898" y="21021"/>
                </a:lnTo>
                <a:lnTo>
                  <a:pt x="898" y="21485"/>
                </a:lnTo>
                <a:lnTo>
                  <a:pt x="898" y="21891"/>
                </a:lnTo>
                <a:lnTo>
                  <a:pt x="962" y="22297"/>
                </a:lnTo>
                <a:lnTo>
                  <a:pt x="962" y="22761"/>
                </a:lnTo>
                <a:lnTo>
                  <a:pt x="962" y="23167"/>
                </a:lnTo>
                <a:lnTo>
                  <a:pt x="962" y="23631"/>
                </a:lnTo>
                <a:lnTo>
                  <a:pt x="962" y="24008"/>
                </a:lnTo>
                <a:lnTo>
                  <a:pt x="1026" y="24472"/>
                </a:lnTo>
                <a:lnTo>
                  <a:pt x="1026" y="24878"/>
                </a:lnTo>
                <a:lnTo>
                  <a:pt x="1026" y="25342"/>
                </a:lnTo>
                <a:lnTo>
                  <a:pt x="1026" y="25806"/>
                </a:lnTo>
                <a:lnTo>
                  <a:pt x="1122" y="26211"/>
                </a:lnTo>
                <a:lnTo>
                  <a:pt x="1122" y="26675"/>
                </a:lnTo>
                <a:lnTo>
                  <a:pt x="1122" y="27081"/>
                </a:lnTo>
                <a:lnTo>
                  <a:pt x="1122" y="27545"/>
                </a:lnTo>
                <a:lnTo>
                  <a:pt x="1122" y="28009"/>
                </a:lnTo>
                <a:lnTo>
                  <a:pt x="1186" y="28415"/>
                </a:lnTo>
                <a:lnTo>
                  <a:pt x="1186" y="28879"/>
                </a:lnTo>
                <a:lnTo>
                  <a:pt x="1186" y="29343"/>
                </a:lnTo>
                <a:lnTo>
                  <a:pt x="1186" y="29807"/>
                </a:lnTo>
                <a:lnTo>
                  <a:pt x="1251" y="30213"/>
                </a:lnTo>
                <a:lnTo>
                  <a:pt x="1251" y="30677"/>
                </a:lnTo>
                <a:lnTo>
                  <a:pt x="1251" y="31141"/>
                </a:lnTo>
                <a:lnTo>
                  <a:pt x="1251" y="31605"/>
                </a:lnTo>
                <a:lnTo>
                  <a:pt x="1251" y="32011"/>
                </a:lnTo>
                <a:lnTo>
                  <a:pt x="1315" y="32475"/>
                </a:lnTo>
                <a:lnTo>
                  <a:pt x="1315" y="32938"/>
                </a:lnTo>
                <a:lnTo>
                  <a:pt x="1315" y="33402"/>
                </a:lnTo>
                <a:lnTo>
                  <a:pt x="1315" y="33866"/>
                </a:lnTo>
                <a:lnTo>
                  <a:pt x="1315" y="34330"/>
                </a:lnTo>
                <a:lnTo>
                  <a:pt x="1411" y="34794"/>
                </a:lnTo>
                <a:lnTo>
                  <a:pt x="1411" y="35200"/>
                </a:lnTo>
                <a:lnTo>
                  <a:pt x="1411" y="35664"/>
                </a:lnTo>
                <a:lnTo>
                  <a:pt x="1411" y="36128"/>
                </a:lnTo>
                <a:lnTo>
                  <a:pt x="1475" y="36592"/>
                </a:lnTo>
                <a:lnTo>
                  <a:pt x="1475" y="37056"/>
                </a:lnTo>
                <a:lnTo>
                  <a:pt x="1475" y="37520"/>
                </a:lnTo>
                <a:lnTo>
                  <a:pt x="1475" y="37984"/>
                </a:lnTo>
                <a:lnTo>
                  <a:pt x="1475" y="38448"/>
                </a:lnTo>
                <a:lnTo>
                  <a:pt x="1539" y="38912"/>
                </a:lnTo>
                <a:lnTo>
                  <a:pt x="1539" y="39375"/>
                </a:lnTo>
                <a:lnTo>
                  <a:pt x="1539" y="39897"/>
                </a:lnTo>
                <a:lnTo>
                  <a:pt x="1539" y="40390"/>
                </a:lnTo>
                <a:lnTo>
                  <a:pt x="1604" y="40854"/>
                </a:lnTo>
                <a:lnTo>
                  <a:pt x="1604" y="41318"/>
                </a:lnTo>
                <a:lnTo>
                  <a:pt x="1604" y="41782"/>
                </a:lnTo>
                <a:lnTo>
                  <a:pt x="1604" y="42246"/>
                </a:lnTo>
                <a:lnTo>
                  <a:pt x="1604" y="42710"/>
                </a:lnTo>
                <a:lnTo>
                  <a:pt x="1700" y="43232"/>
                </a:lnTo>
                <a:lnTo>
                  <a:pt x="1700" y="43696"/>
                </a:lnTo>
                <a:lnTo>
                  <a:pt x="1700" y="44160"/>
                </a:lnTo>
                <a:lnTo>
                  <a:pt x="1700" y="44624"/>
                </a:lnTo>
                <a:lnTo>
                  <a:pt x="1764" y="45088"/>
                </a:lnTo>
                <a:lnTo>
                  <a:pt x="1764" y="45638"/>
                </a:lnTo>
                <a:lnTo>
                  <a:pt x="1764" y="46102"/>
                </a:lnTo>
                <a:lnTo>
                  <a:pt x="1764" y="46566"/>
                </a:lnTo>
                <a:lnTo>
                  <a:pt x="1764" y="47088"/>
                </a:lnTo>
                <a:lnTo>
                  <a:pt x="1828" y="47552"/>
                </a:lnTo>
                <a:lnTo>
                  <a:pt x="1828" y="48016"/>
                </a:lnTo>
                <a:lnTo>
                  <a:pt x="1828" y="48567"/>
                </a:lnTo>
                <a:lnTo>
                  <a:pt x="1828" y="49031"/>
                </a:lnTo>
                <a:lnTo>
                  <a:pt x="1924" y="49495"/>
                </a:lnTo>
                <a:lnTo>
                  <a:pt x="1924" y="50017"/>
                </a:lnTo>
                <a:lnTo>
                  <a:pt x="1924" y="50481"/>
                </a:lnTo>
                <a:lnTo>
                  <a:pt x="1924" y="51003"/>
                </a:lnTo>
                <a:lnTo>
                  <a:pt x="1924" y="51496"/>
                </a:lnTo>
                <a:lnTo>
                  <a:pt x="1988" y="52018"/>
                </a:lnTo>
                <a:lnTo>
                  <a:pt x="1988" y="52481"/>
                </a:lnTo>
                <a:lnTo>
                  <a:pt x="1988" y="53003"/>
                </a:lnTo>
                <a:lnTo>
                  <a:pt x="1988" y="53467"/>
                </a:lnTo>
                <a:lnTo>
                  <a:pt x="2053" y="54018"/>
                </a:lnTo>
                <a:lnTo>
                  <a:pt x="2053" y="54482"/>
                </a:lnTo>
                <a:lnTo>
                  <a:pt x="2053" y="55004"/>
                </a:lnTo>
                <a:lnTo>
                  <a:pt x="2053" y="55468"/>
                </a:lnTo>
                <a:lnTo>
                  <a:pt x="2053" y="55990"/>
                </a:lnTo>
                <a:lnTo>
                  <a:pt x="2117" y="56483"/>
                </a:lnTo>
                <a:lnTo>
                  <a:pt x="2117" y="57005"/>
                </a:lnTo>
                <a:lnTo>
                  <a:pt x="2117" y="57527"/>
                </a:lnTo>
                <a:lnTo>
                  <a:pt x="2117" y="57991"/>
                </a:lnTo>
                <a:lnTo>
                  <a:pt x="2117" y="58542"/>
                </a:lnTo>
                <a:lnTo>
                  <a:pt x="2213" y="59063"/>
                </a:lnTo>
                <a:lnTo>
                  <a:pt x="2213" y="59527"/>
                </a:lnTo>
                <a:lnTo>
                  <a:pt x="2213" y="60049"/>
                </a:lnTo>
                <a:lnTo>
                  <a:pt x="2213" y="60600"/>
                </a:lnTo>
                <a:lnTo>
                  <a:pt x="2277" y="61122"/>
                </a:lnTo>
                <a:lnTo>
                  <a:pt x="2277" y="61586"/>
                </a:lnTo>
                <a:lnTo>
                  <a:pt x="2277" y="62108"/>
                </a:lnTo>
                <a:lnTo>
                  <a:pt x="2277" y="62659"/>
                </a:lnTo>
                <a:lnTo>
                  <a:pt x="2277" y="63181"/>
                </a:lnTo>
                <a:lnTo>
                  <a:pt x="2341" y="63645"/>
                </a:lnTo>
                <a:lnTo>
                  <a:pt x="2341" y="64196"/>
                </a:lnTo>
                <a:lnTo>
                  <a:pt x="2341" y="64718"/>
                </a:lnTo>
                <a:lnTo>
                  <a:pt x="2341" y="65239"/>
                </a:lnTo>
                <a:lnTo>
                  <a:pt x="2438" y="65790"/>
                </a:lnTo>
                <a:lnTo>
                  <a:pt x="2438" y="66312"/>
                </a:lnTo>
                <a:lnTo>
                  <a:pt x="2438" y="66834"/>
                </a:lnTo>
                <a:lnTo>
                  <a:pt x="2438" y="67385"/>
                </a:lnTo>
                <a:lnTo>
                  <a:pt x="2438" y="67849"/>
                </a:lnTo>
                <a:lnTo>
                  <a:pt x="2502" y="68371"/>
                </a:lnTo>
                <a:lnTo>
                  <a:pt x="2502" y="68893"/>
                </a:lnTo>
                <a:lnTo>
                  <a:pt x="2502" y="69444"/>
                </a:lnTo>
                <a:lnTo>
                  <a:pt x="2502" y="69966"/>
                </a:lnTo>
                <a:lnTo>
                  <a:pt x="2566" y="70488"/>
                </a:lnTo>
                <a:lnTo>
                  <a:pt x="2566" y="71039"/>
                </a:lnTo>
                <a:lnTo>
                  <a:pt x="2566" y="71561"/>
                </a:lnTo>
                <a:lnTo>
                  <a:pt x="2566" y="72082"/>
                </a:lnTo>
                <a:lnTo>
                  <a:pt x="2566" y="72691"/>
                </a:lnTo>
                <a:lnTo>
                  <a:pt x="2630" y="73213"/>
                </a:lnTo>
                <a:lnTo>
                  <a:pt x="2630" y="73764"/>
                </a:lnTo>
                <a:lnTo>
                  <a:pt x="2630" y="74286"/>
                </a:lnTo>
                <a:lnTo>
                  <a:pt x="2630" y="74808"/>
                </a:lnTo>
                <a:lnTo>
                  <a:pt x="2726" y="75359"/>
                </a:lnTo>
                <a:lnTo>
                  <a:pt x="2726" y="75881"/>
                </a:lnTo>
                <a:lnTo>
                  <a:pt x="2726" y="76432"/>
                </a:lnTo>
                <a:lnTo>
                  <a:pt x="2726" y="77012"/>
                </a:lnTo>
                <a:lnTo>
                  <a:pt x="2726" y="77563"/>
                </a:lnTo>
                <a:lnTo>
                  <a:pt x="2790" y="78085"/>
                </a:lnTo>
                <a:lnTo>
                  <a:pt x="2790" y="78606"/>
                </a:lnTo>
                <a:lnTo>
                  <a:pt x="2790" y="79157"/>
                </a:lnTo>
                <a:lnTo>
                  <a:pt x="2790" y="79737"/>
                </a:lnTo>
                <a:lnTo>
                  <a:pt x="2855" y="80288"/>
                </a:lnTo>
                <a:lnTo>
                  <a:pt x="2855" y="80810"/>
                </a:lnTo>
                <a:lnTo>
                  <a:pt x="2855" y="81419"/>
                </a:lnTo>
                <a:lnTo>
                  <a:pt x="2855" y="81941"/>
                </a:lnTo>
                <a:lnTo>
                  <a:pt x="2855" y="82463"/>
                </a:lnTo>
                <a:lnTo>
                  <a:pt x="2919" y="83072"/>
                </a:lnTo>
                <a:lnTo>
                  <a:pt x="2919" y="83594"/>
                </a:lnTo>
                <a:lnTo>
                  <a:pt x="2919" y="84145"/>
                </a:lnTo>
                <a:lnTo>
                  <a:pt x="2919" y="84725"/>
                </a:lnTo>
                <a:lnTo>
                  <a:pt x="2919" y="85275"/>
                </a:lnTo>
                <a:lnTo>
                  <a:pt x="3015" y="85797"/>
                </a:lnTo>
                <a:lnTo>
                  <a:pt x="3015" y="86406"/>
                </a:lnTo>
                <a:lnTo>
                  <a:pt x="3015" y="86928"/>
                </a:lnTo>
                <a:lnTo>
                  <a:pt x="3015" y="87537"/>
                </a:lnTo>
                <a:lnTo>
                  <a:pt x="3079" y="88059"/>
                </a:lnTo>
                <a:lnTo>
                  <a:pt x="3079" y="88639"/>
                </a:lnTo>
                <a:lnTo>
                  <a:pt x="3079" y="89190"/>
                </a:lnTo>
                <a:lnTo>
                  <a:pt x="3079" y="89770"/>
                </a:lnTo>
                <a:lnTo>
                  <a:pt x="3079" y="90321"/>
                </a:lnTo>
                <a:lnTo>
                  <a:pt x="3143" y="90901"/>
                </a:lnTo>
                <a:lnTo>
                  <a:pt x="3143" y="91451"/>
                </a:lnTo>
                <a:lnTo>
                  <a:pt x="3143" y="92031"/>
                </a:lnTo>
                <a:lnTo>
                  <a:pt x="3143" y="92640"/>
                </a:lnTo>
                <a:lnTo>
                  <a:pt x="3240" y="93162"/>
                </a:lnTo>
                <a:lnTo>
                  <a:pt x="3240" y="93771"/>
                </a:lnTo>
                <a:lnTo>
                  <a:pt x="3240" y="9429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227246" y="3070116"/>
            <a:ext cx="3208" cy="130682"/>
          </a:xfrm>
          <a:custGeom>
            <a:avLst/>
            <a:gdLst/>
            <a:ahLst/>
            <a:cxnLst/>
            <a:rect l="l" t="t" r="r" b="b"/>
            <a:pathLst>
              <a:path w="3208" h="130682">
                <a:moveTo>
                  <a:pt x="0" y="0"/>
                </a:moveTo>
                <a:lnTo>
                  <a:pt x="0" y="608"/>
                </a:lnTo>
                <a:lnTo>
                  <a:pt x="0" y="1217"/>
                </a:lnTo>
                <a:lnTo>
                  <a:pt x="64" y="1739"/>
                </a:lnTo>
                <a:lnTo>
                  <a:pt x="64" y="2348"/>
                </a:lnTo>
                <a:lnTo>
                  <a:pt x="64" y="2928"/>
                </a:lnTo>
                <a:lnTo>
                  <a:pt x="64" y="3479"/>
                </a:lnTo>
                <a:lnTo>
                  <a:pt x="128" y="4059"/>
                </a:lnTo>
                <a:lnTo>
                  <a:pt x="128" y="4668"/>
                </a:lnTo>
                <a:lnTo>
                  <a:pt x="128" y="5277"/>
                </a:lnTo>
                <a:lnTo>
                  <a:pt x="128" y="5799"/>
                </a:lnTo>
                <a:lnTo>
                  <a:pt x="128" y="6408"/>
                </a:lnTo>
                <a:lnTo>
                  <a:pt x="192" y="6987"/>
                </a:lnTo>
                <a:lnTo>
                  <a:pt x="192" y="7596"/>
                </a:lnTo>
                <a:lnTo>
                  <a:pt x="192" y="8205"/>
                </a:lnTo>
                <a:lnTo>
                  <a:pt x="192" y="8727"/>
                </a:lnTo>
                <a:lnTo>
                  <a:pt x="288" y="9307"/>
                </a:lnTo>
                <a:lnTo>
                  <a:pt x="288" y="9916"/>
                </a:lnTo>
                <a:lnTo>
                  <a:pt x="288" y="10525"/>
                </a:lnTo>
                <a:lnTo>
                  <a:pt x="288" y="11105"/>
                </a:lnTo>
                <a:lnTo>
                  <a:pt x="288" y="11714"/>
                </a:lnTo>
                <a:lnTo>
                  <a:pt x="352" y="12323"/>
                </a:lnTo>
                <a:lnTo>
                  <a:pt x="352" y="12903"/>
                </a:lnTo>
                <a:lnTo>
                  <a:pt x="352" y="13453"/>
                </a:lnTo>
                <a:lnTo>
                  <a:pt x="352" y="14033"/>
                </a:lnTo>
                <a:lnTo>
                  <a:pt x="417" y="14642"/>
                </a:lnTo>
                <a:lnTo>
                  <a:pt x="417" y="15251"/>
                </a:lnTo>
                <a:lnTo>
                  <a:pt x="417" y="15831"/>
                </a:lnTo>
                <a:lnTo>
                  <a:pt x="417" y="16440"/>
                </a:lnTo>
                <a:lnTo>
                  <a:pt x="417" y="17049"/>
                </a:lnTo>
                <a:lnTo>
                  <a:pt x="481" y="17629"/>
                </a:lnTo>
                <a:lnTo>
                  <a:pt x="481" y="18238"/>
                </a:lnTo>
                <a:lnTo>
                  <a:pt x="481" y="18818"/>
                </a:lnTo>
                <a:lnTo>
                  <a:pt x="481" y="19485"/>
                </a:lnTo>
                <a:lnTo>
                  <a:pt x="481" y="20093"/>
                </a:lnTo>
                <a:lnTo>
                  <a:pt x="577" y="20702"/>
                </a:lnTo>
                <a:lnTo>
                  <a:pt x="577" y="21282"/>
                </a:lnTo>
                <a:lnTo>
                  <a:pt x="577" y="21891"/>
                </a:lnTo>
                <a:lnTo>
                  <a:pt x="577" y="22500"/>
                </a:lnTo>
                <a:lnTo>
                  <a:pt x="641" y="23080"/>
                </a:lnTo>
                <a:lnTo>
                  <a:pt x="641" y="23689"/>
                </a:lnTo>
                <a:lnTo>
                  <a:pt x="641" y="24356"/>
                </a:lnTo>
                <a:lnTo>
                  <a:pt x="641" y="24936"/>
                </a:lnTo>
                <a:lnTo>
                  <a:pt x="641" y="25545"/>
                </a:lnTo>
                <a:lnTo>
                  <a:pt x="705" y="26153"/>
                </a:lnTo>
                <a:lnTo>
                  <a:pt x="705" y="26733"/>
                </a:lnTo>
                <a:lnTo>
                  <a:pt x="705" y="27400"/>
                </a:lnTo>
                <a:lnTo>
                  <a:pt x="705" y="28009"/>
                </a:lnTo>
                <a:lnTo>
                  <a:pt x="802" y="28618"/>
                </a:lnTo>
                <a:lnTo>
                  <a:pt x="802" y="29198"/>
                </a:lnTo>
                <a:lnTo>
                  <a:pt x="802" y="29865"/>
                </a:lnTo>
                <a:lnTo>
                  <a:pt x="802" y="30474"/>
                </a:lnTo>
                <a:lnTo>
                  <a:pt x="802" y="31054"/>
                </a:lnTo>
                <a:lnTo>
                  <a:pt x="866" y="31721"/>
                </a:lnTo>
                <a:lnTo>
                  <a:pt x="866" y="32330"/>
                </a:lnTo>
                <a:lnTo>
                  <a:pt x="866" y="32938"/>
                </a:lnTo>
                <a:lnTo>
                  <a:pt x="866" y="33605"/>
                </a:lnTo>
                <a:lnTo>
                  <a:pt x="930" y="34185"/>
                </a:lnTo>
                <a:lnTo>
                  <a:pt x="930" y="34852"/>
                </a:lnTo>
                <a:lnTo>
                  <a:pt x="930" y="35461"/>
                </a:lnTo>
                <a:lnTo>
                  <a:pt x="930" y="36041"/>
                </a:lnTo>
                <a:lnTo>
                  <a:pt x="930" y="36708"/>
                </a:lnTo>
                <a:lnTo>
                  <a:pt x="994" y="37317"/>
                </a:lnTo>
                <a:lnTo>
                  <a:pt x="994" y="37984"/>
                </a:lnTo>
                <a:lnTo>
                  <a:pt x="994" y="38593"/>
                </a:lnTo>
                <a:lnTo>
                  <a:pt x="994" y="39230"/>
                </a:lnTo>
                <a:lnTo>
                  <a:pt x="1090" y="39839"/>
                </a:lnTo>
                <a:lnTo>
                  <a:pt x="1090" y="40506"/>
                </a:lnTo>
                <a:lnTo>
                  <a:pt x="1090" y="41115"/>
                </a:lnTo>
                <a:lnTo>
                  <a:pt x="1090" y="41782"/>
                </a:lnTo>
                <a:lnTo>
                  <a:pt x="1090" y="42362"/>
                </a:lnTo>
                <a:lnTo>
                  <a:pt x="1154" y="43029"/>
                </a:lnTo>
                <a:lnTo>
                  <a:pt x="1154" y="43638"/>
                </a:lnTo>
                <a:lnTo>
                  <a:pt x="1154" y="44305"/>
                </a:lnTo>
                <a:lnTo>
                  <a:pt x="1154" y="44972"/>
                </a:lnTo>
                <a:lnTo>
                  <a:pt x="1219" y="45552"/>
                </a:lnTo>
                <a:lnTo>
                  <a:pt x="1219" y="46218"/>
                </a:lnTo>
                <a:lnTo>
                  <a:pt x="1219" y="46827"/>
                </a:lnTo>
                <a:lnTo>
                  <a:pt x="1219" y="47494"/>
                </a:lnTo>
                <a:lnTo>
                  <a:pt x="1219" y="48161"/>
                </a:lnTo>
                <a:lnTo>
                  <a:pt x="1315" y="48741"/>
                </a:lnTo>
                <a:lnTo>
                  <a:pt x="1315" y="49408"/>
                </a:lnTo>
                <a:lnTo>
                  <a:pt x="1315" y="50075"/>
                </a:lnTo>
                <a:lnTo>
                  <a:pt x="1315" y="50684"/>
                </a:lnTo>
                <a:lnTo>
                  <a:pt x="1315" y="51351"/>
                </a:lnTo>
                <a:lnTo>
                  <a:pt x="1379" y="52018"/>
                </a:lnTo>
                <a:lnTo>
                  <a:pt x="1379" y="52684"/>
                </a:lnTo>
                <a:lnTo>
                  <a:pt x="1379" y="53264"/>
                </a:lnTo>
                <a:lnTo>
                  <a:pt x="1379" y="53931"/>
                </a:lnTo>
                <a:lnTo>
                  <a:pt x="1443" y="54598"/>
                </a:lnTo>
                <a:lnTo>
                  <a:pt x="1443" y="55265"/>
                </a:lnTo>
                <a:lnTo>
                  <a:pt x="1443" y="55932"/>
                </a:lnTo>
                <a:lnTo>
                  <a:pt x="1443" y="56541"/>
                </a:lnTo>
                <a:lnTo>
                  <a:pt x="1443" y="57208"/>
                </a:lnTo>
                <a:lnTo>
                  <a:pt x="1507" y="57875"/>
                </a:lnTo>
                <a:lnTo>
                  <a:pt x="1507" y="58542"/>
                </a:lnTo>
                <a:lnTo>
                  <a:pt x="1507" y="59179"/>
                </a:lnTo>
                <a:lnTo>
                  <a:pt x="1507" y="59846"/>
                </a:lnTo>
                <a:lnTo>
                  <a:pt x="1604" y="60513"/>
                </a:lnTo>
                <a:lnTo>
                  <a:pt x="1604" y="61122"/>
                </a:lnTo>
                <a:lnTo>
                  <a:pt x="1604" y="61789"/>
                </a:lnTo>
                <a:lnTo>
                  <a:pt x="1604" y="62456"/>
                </a:lnTo>
                <a:lnTo>
                  <a:pt x="1604" y="63123"/>
                </a:lnTo>
                <a:lnTo>
                  <a:pt x="1668" y="63790"/>
                </a:lnTo>
                <a:lnTo>
                  <a:pt x="1668" y="64457"/>
                </a:lnTo>
                <a:lnTo>
                  <a:pt x="1668" y="65124"/>
                </a:lnTo>
                <a:lnTo>
                  <a:pt x="1668" y="65790"/>
                </a:lnTo>
                <a:lnTo>
                  <a:pt x="1732" y="66428"/>
                </a:lnTo>
                <a:lnTo>
                  <a:pt x="1732" y="67095"/>
                </a:lnTo>
                <a:lnTo>
                  <a:pt x="1732" y="67762"/>
                </a:lnTo>
                <a:lnTo>
                  <a:pt x="1732" y="68429"/>
                </a:lnTo>
                <a:lnTo>
                  <a:pt x="1732" y="69096"/>
                </a:lnTo>
                <a:lnTo>
                  <a:pt x="1796" y="69763"/>
                </a:lnTo>
                <a:lnTo>
                  <a:pt x="1796" y="70430"/>
                </a:lnTo>
                <a:lnTo>
                  <a:pt x="1796" y="71097"/>
                </a:lnTo>
                <a:lnTo>
                  <a:pt x="1796" y="71763"/>
                </a:lnTo>
                <a:lnTo>
                  <a:pt x="1892" y="72430"/>
                </a:lnTo>
                <a:lnTo>
                  <a:pt x="1892" y="73155"/>
                </a:lnTo>
                <a:lnTo>
                  <a:pt x="1892" y="73822"/>
                </a:lnTo>
                <a:lnTo>
                  <a:pt x="1892" y="74489"/>
                </a:lnTo>
                <a:lnTo>
                  <a:pt x="1892" y="75156"/>
                </a:lnTo>
                <a:lnTo>
                  <a:pt x="1956" y="75823"/>
                </a:lnTo>
                <a:lnTo>
                  <a:pt x="1956" y="76490"/>
                </a:lnTo>
                <a:lnTo>
                  <a:pt x="1956" y="77157"/>
                </a:lnTo>
                <a:lnTo>
                  <a:pt x="1956" y="77882"/>
                </a:lnTo>
                <a:lnTo>
                  <a:pt x="2021" y="78548"/>
                </a:lnTo>
                <a:lnTo>
                  <a:pt x="2021" y="79215"/>
                </a:lnTo>
                <a:lnTo>
                  <a:pt x="2021" y="79882"/>
                </a:lnTo>
                <a:lnTo>
                  <a:pt x="2021" y="80549"/>
                </a:lnTo>
                <a:lnTo>
                  <a:pt x="2021" y="81274"/>
                </a:lnTo>
                <a:lnTo>
                  <a:pt x="2117" y="81941"/>
                </a:lnTo>
                <a:lnTo>
                  <a:pt x="2117" y="82608"/>
                </a:lnTo>
                <a:lnTo>
                  <a:pt x="2117" y="83275"/>
                </a:lnTo>
                <a:lnTo>
                  <a:pt x="2117" y="84000"/>
                </a:lnTo>
                <a:lnTo>
                  <a:pt x="2117" y="84667"/>
                </a:lnTo>
                <a:lnTo>
                  <a:pt x="2181" y="85333"/>
                </a:lnTo>
                <a:lnTo>
                  <a:pt x="2181" y="86058"/>
                </a:lnTo>
                <a:lnTo>
                  <a:pt x="2181" y="86725"/>
                </a:lnTo>
                <a:lnTo>
                  <a:pt x="2181" y="87392"/>
                </a:lnTo>
                <a:lnTo>
                  <a:pt x="2245" y="88117"/>
                </a:lnTo>
                <a:lnTo>
                  <a:pt x="2245" y="88784"/>
                </a:lnTo>
                <a:lnTo>
                  <a:pt x="2245" y="89451"/>
                </a:lnTo>
                <a:lnTo>
                  <a:pt x="2245" y="90176"/>
                </a:lnTo>
                <a:lnTo>
                  <a:pt x="2245" y="90843"/>
                </a:lnTo>
                <a:lnTo>
                  <a:pt x="2309" y="91567"/>
                </a:lnTo>
                <a:lnTo>
                  <a:pt x="2309" y="92234"/>
                </a:lnTo>
                <a:lnTo>
                  <a:pt x="2309" y="92901"/>
                </a:lnTo>
                <a:lnTo>
                  <a:pt x="2309" y="93626"/>
                </a:lnTo>
                <a:lnTo>
                  <a:pt x="2406" y="94293"/>
                </a:lnTo>
                <a:lnTo>
                  <a:pt x="2406" y="95047"/>
                </a:lnTo>
                <a:lnTo>
                  <a:pt x="2406" y="95714"/>
                </a:lnTo>
                <a:lnTo>
                  <a:pt x="2406" y="96439"/>
                </a:lnTo>
                <a:lnTo>
                  <a:pt x="2406" y="97106"/>
                </a:lnTo>
                <a:lnTo>
                  <a:pt x="2470" y="97830"/>
                </a:lnTo>
                <a:lnTo>
                  <a:pt x="2470" y="98497"/>
                </a:lnTo>
                <a:lnTo>
                  <a:pt x="2470" y="99222"/>
                </a:lnTo>
                <a:lnTo>
                  <a:pt x="2470" y="99889"/>
                </a:lnTo>
                <a:lnTo>
                  <a:pt x="2534" y="100614"/>
                </a:lnTo>
                <a:lnTo>
                  <a:pt x="2534" y="101281"/>
                </a:lnTo>
                <a:lnTo>
                  <a:pt x="2534" y="102006"/>
                </a:lnTo>
                <a:lnTo>
                  <a:pt x="2534" y="102760"/>
                </a:lnTo>
                <a:lnTo>
                  <a:pt x="2534" y="103427"/>
                </a:lnTo>
                <a:lnTo>
                  <a:pt x="2630" y="104152"/>
                </a:lnTo>
                <a:lnTo>
                  <a:pt x="2630" y="104818"/>
                </a:lnTo>
                <a:lnTo>
                  <a:pt x="2630" y="105543"/>
                </a:lnTo>
                <a:lnTo>
                  <a:pt x="2630" y="106268"/>
                </a:lnTo>
                <a:lnTo>
                  <a:pt x="2694" y="106935"/>
                </a:lnTo>
                <a:lnTo>
                  <a:pt x="2694" y="107660"/>
                </a:lnTo>
                <a:lnTo>
                  <a:pt x="2694" y="108414"/>
                </a:lnTo>
                <a:lnTo>
                  <a:pt x="2694" y="109052"/>
                </a:lnTo>
                <a:lnTo>
                  <a:pt x="2694" y="109806"/>
                </a:lnTo>
                <a:lnTo>
                  <a:pt x="2758" y="110531"/>
                </a:lnTo>
                <a:lnTo>
                  <a:pt x="2758" y="111197"/>
                </a:lnTo>
                <a:lnTo>
                  <a:pt x="2758" y="111922"/>
                </a:lnTo>
                <a:lnTo>
                  <a:pt x="2758" y="112647"/>
                </a:lnTo>
                <a:lnTo>
                  <a:pt x="2823" y="113314"/>
                </a:lnTo>
                <a:lnTo>
                  <a:pt x="2823" y="114039"/>
                </a:lnTo>
                <a:lnTo>
                  <a:pt x="2823" y="114793"/>
                </a:lnTo>
                <a:lnTo>
                  <a:pt x="2823" y="115518"/>
                </a:lnTo>
                <a:lnTo>
                  <a:pt x="2823" y="116185"/>
                </a:lnTo>
                <a:lnTo>
                  <a:pt x="2919" y="116910"/>
                </a:lnTo>
                <a:lnTo>
                  <a:pt x="2919" y="117634"/>
                </a:lnTo>
                <a:lnTo>
                  <a:pt x="2919" y="118388"/>
                </a:lnTo>
                <a:lnTo>
                  <a:pt x="2919" y="119113"/>
                </a:lnTo>
                <a:lnTo>
                  <a:pt x="2919" y="119780"/>
                </a:lnTo>
                <a:lnTo>
                  <a:pt x="2983" y="120505"/>
                </a:lnTo>
                <a:lnTo>
                  <a:pt x="2983" y="121230"/>
                </a:lnTo>
                <a:lnTo>
                  <a:pt x="2983" y="121955"/>
                </a:lnTo>
                <a:lnTo>
                  <a:pt x="2983" y="122709"/>
                </a:lnTo>
                <a:lnTo>
                  <a:pt x="3047" y="123434"/>
                </a:lnTo>
                <a:lnTo>
                  <a:pt x="3047" y="124100"/>
                </a:lnTo>
                <a:lnTo>
                  <a:pt x="3047" y="124825"/>
                </a:lnTo>
                <a:lnTo>
                  <a:pt x="3047" y="125550"/>
                </a:lnTo>
                <a:lnTo>
                  <a:pt x="3047" y="126275"/>
                </a:lnTo>
                <a:lnTo>
                  <a:pt x="3111" y="127029"/>
                </a:lnTo>
                <a:lnTo>
                  <a:pt x="3111" y="127754"/>
                </a:lnTo>
                <a:lnTo>
                  <a:pt x="3111" y="128479"/>
                </a:lnTo>
                <a:lnTo>
                  <a:pt x="3111" y="129204"/>
                </a:lnTo>
                <a:lnTo>
                  <a:pt x="3208" y="129958"/>
                </a:lnTo>
                <a:lnTo>
                  <a:pt x="3208" y="13068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230454" y="3200798"/>
            <a:ext cx="3208" cy="155126"/>
          </a:xfrm>
          <a:custGeom>
            <a:avLst/>
            <a:gdLst/>
            <a:ahLst/>
            <a:cxnLst/>
            <a:rect l="l" t="t" r="r" b="b"/>
            <a:pathLst>
              <a:path w="3208" h="155126">
                <a:moveTo>
                  <a:pt x="0" y="0"/>
                </a:moveTo>
                <a:lnTo>
                  <a:pt x="0" y="724"/>
                </a:lnTo>
                <a:lnTo>
                  <a:pt x="0" y="1449"/>
                </a:lnTo>
                <a:lnTo>
                  <a:pt x="0" y="2203"/>
                </a:lnTo>
                <a:lnTo>
                  <a:pt x="64" y="2928"/>
                </a:lnTo>
                <a:lnTo>
                  <a:pt x="64" y="3653"/>
                </a:lnTo>
                <a:lnTo>
                  <a:pt x="64" y="4378"/>
                </a:lnTo>
                <a:lnTo>
                  <a:pt x="64" y="5103"/>
                </a:lnTo>
                <a:lnTo>
                  <a:pt x="128" y="5857"/>
                </a:lnTo>
                <a:lnTo>
                  <a:pt x="128" y="6581"/>
                </a:lnTo>
                <a:lnTo>
                  <a:pt x="128" y="7306"/>
                </a:lnTo>
                <a:lnTo>
                  <a:pt x="128" y="8031"/>
                </a:lnTo>
                <a:lnTo>
                  <a:pt x="128" y="8785"/>
                </a:lnTo>
                <a:lnTo>
                  <a:pt x="224" y="9510"/>
                </a:lnTo>
                <a:lnTo>
                  <a:pt x="224" y="10235"/>
                </a:lnTo>
                <a:lnTo>
                  <a:pt x="224" y="10960"/>
                </a:lnTo>
                <a:lnTo>
                  <a:pt x="224" y="11685"/>
                </a:lnTo>
                <a:lnTo>
                  <a:pt x="288" y="12439"/>
                </a:lnTo>
                <a:lnTo>
                  <a:pt x="288" y="13221"/>
                </a:lnTo>
                <a:lnTo>
                  <a:pt x="288" y="13946"/>
                </a:lnTo>
                <a:lnTo>
                  <a:pt x="288" y="14700"/>
                </a:lnTo>
                <a:lnTo>
                  <a:pt x="288" y="15425"/>
                </a:lnTo>
                <a:lnTo>
                  <a:pt x="352" y="16150"/>
                </a:lnTo>
                <a:lnTo>
                  <a:pt x="352" y="16875"/>
                </a:lnTo>
                <a:lnTo>
                  <a:pt x="352" y="17687"/>
                </a:lnTo>
                <a:lnTo>
                  <a:pt x="352" y="18412"/>
                </a:lnTo>
                <a:lnTo>
                  <a:pt x="417" y="19137"/>
                </a:lnTo>
                <a:lnTo>
                  <a:pt x="417" y="19890"/>
                </a:lnTo>
                <a:lnTo>
                  <a:pt x="417" y="20615"/>
                </a:lnTo>
                <a:lnTo>
                  <a:pt x="417" y="21398"/>
                </a:lnTo>
                <a:lnTo>
                  <a:pt x="417" y="22152"/>
                </a:lnTo>
                <a:lnTo>
                  <a:pt x="513" y="22877"/>
                </a:lnTo>
                <a:lnTo>
                  <a:pt x="513" y="23602"/>
                </a:lnTo>
                <a:lnTo>
                  <a:pt x="513" y="24385"/>
                </a:lnTo>
                <a:lnTo>
                  <a:pt x="513" y="25139"/>
                </a:lnTo>
                <a:lnTo>
                  <a:pt x="513" y="25864"/>
                </a:lnTo>
                <a:lnTo>
                  <a:pt x="577" y="26588"/>
                </a:lnTo>
                <a:lnTo>
                  <a:pt x="577" y="27400"/>
                </a:lnTo>
                <a:lnTo>
                  <a:pt x="577" y="28125"/>
                </a:lnTo>
                <a:lnTo>
                  <a:pt x="577" y="28850"/>
                </a:lnTo>
                <a:lnTo>
                  <a:pt x="641" y="29662"/>
                </a:lnTo>
                <a:lnTo>
                  <a:pt x="641" y="30387"/>
                </a:lnTo>
                <a:lnTo>
                  <a:pt x="641" y="31112"/>
                </a:lnTo>
                <a:lnTo>
                  <a:pt x="641" y="31924"/>
                </a:lnTo>
                <a:lnTo>
                  <a:pt x="641" y="32648"/>
                </a:lnTo>
                <a:lnTo>
                  <a:pt x="705" y="33373"/>
                </a:lnTo>
                <a:lnTo>
                  <a:pt x="705" y="34185"/>
                </a:lnTo>
                <a:lnTo>
                  <a:pt x="705" y="34910"/>
                </a:lnTo>
                <a:lnTo>
                  <a:pt x="705" y="35635"/>
                </a:lnTo>
                <a:lnTo>
                  <a:pt x="802" y="36447"/>
                </a:lnTo>
                <a:lnTo>
                  <a:pt x="802" y="37172"/>
                </a:lnTo>
                <a:lnTo>
                  <a:pt x="802" y="37955"/>
                </a:lnTo>
                <a:lnTo>
                  <a:pt x="802" y="38709"/>
                </a:lnTo>
                <a:lnTo>
                  <a:pt x="802" y="39433"/>
                </a:lnTo>
                <a:lnTo>
                  <a:pt x="866" y="40216"/>
                </a:lnTo>
                <a:lnTo>
                  <a:pt x="866" y="40970"/>
                </a:lnTo>
                <a:lnTo>
                  <a:pt x="866" y="41753"/>
                </a:lnTo>
                <a:lnTo>
                  <a:pt x="866" y="42478"/>
                </a:lnTo>
                <a:lnTo>
                  <a:pt x="930" y="43290"/>
                </a:lnTo>
                <a:lnTo>
                  <a:pt x="930" y="44015"/>
                </a:lnTo>
                <a:lnTo>
                  <a:pt x="930" y="44827"/>
                </a:lnTo>
                <a:lnTo>
                  <a:pt x="930" y="45552"/>
                </a:lnTo>
                <a:lnTo>
                  <a:pt x="930" y="46334"/>
                </a:lnTo>
                <a:lnTo>
                  <a:pt x="1026" y="47088"/>
                </a:lnTo>
                <a:lnTo>
                  <a:pt x="1026" y="47871"/>
                </a:lnTo>
                <a:lnTo>
                  <a:pt x="1026" y="48596"/>
                </a:lnTo>
                <a:lnTo>
                  <a:pt x="1026" y="49408"/>
                </a:lnTo>
                <a:lnTo>
                  <a:pt x="1090" y="50133"/>
                </a:lnTo>
                <a:lnTo>
                  <a:pt x="1090" y="50945"/>
                </a:lnTo>
                <a:lnTo>
                  <a:pt x="1090" y="51670"/>
                </a:lnTo>
                <a:lnTo>
                  <a:pt x="1090" y="52452"/>
                </a:lnTo>
                <a:lnTo>
                  <a:pt x="1090" y="53177"/>
                </a:lnTo>
                <a:lnTo>
                  <a:pt x="1154" y="53989"/>
                </a:lnTo>
                <a:lnTo>
                  <a:pt x="1154" y="54714"/>
                </a:lnTo>
                <a:lnTo>
                  <a:pt x="1154" y="55526"/>
                </a:lnTo>
                <a:lnTo>
                  <a:pt x="1154" y="56309"/>
                </a:lnTo>
                <a:lnTo>
                  <a:pt x="1219" y="57063"/>
                </a:lnTo>
                <a:lnTo>
                  <a:pt x="1219" y="57846"/>
                </a:lnTo>
                <a:lnTo>
                  <a:pt x="1219" y="58571"/>
                </a:lnTo>
                <a:lnTo>
                  <a:pt x="1219" y="59382"/>
                </a:lnTo>
                <a:lnTo>
                  <a:pt x="1219" y="60165"/>
                </a:lnTo>
                <a:lnTo>
                  <a:pt x="1315" y="60919"/>
                </a:lnTo>
                <a:lnTo>
                  <a:pt x="1315" y="61702"/>
                </a:lnTo>
                <a:lnTo>
                  <a:pt x="1315" y="62514"/>
                </a:lnTo>
                <a:lnTo>
                  <a:pt x="1315" y="63239"/>
                </a:lnTo>
                <a:lnTo>
                  <a:pt x="1315" y="64022"/>
                </a:lnTo>
                <a:lnTo>
                  <a:pt x="1379" y="64834"/>
                </a:lnTo>
                <a:lnTo>
                  <a:pt x="1379" y="65558"/>
                </a:lnTo>
                <a:lnTo>
                  <a:pt x="1379" y="66370"/>
                </a:lnTo>
                <a:lnTo>
                  <a:pt x="1379" y="67153"/>
                </a:lnTo>
                <a:lnTo>
                  <a:pt x="1443" y="67878"/>
                </a:lnTo>
                <a:lnTo>
                  <a:pt x="1443" y="68690"/>
                </a:lnTo>
                <a:lnTo>
                  <a:pt x="1443" y="69473"/>
                </a:lnTo>
                <a:lnTo>
                  <a:pt x="1443" y="70285"/>
                </a:lnTo>
                <a:lnTo>
                  <a:pt x="1443" y="71010"/>
                </a:lnTo>
                <a:lnTo>
                  <a:pt x="1539" y="71821"/>
                </a:lnTo>
                <a:lnTo>
                  <a:pt x="1539" y="72604"/>
                </a:lnTo>
                <a:lnTo>
                  <a:pt x="1539" y="73416"/>
                </a:lnTo>
                <a:lnTo>
                  <a:pt x="1539" y="74141"/>
                </a:lnTo>
                <a:lnTo>
                  <a:pt x="1604" y="74924"/>
                </a:lnTo>
                <a:lnTo>
                  <a:pt x="1604" y="75736"/>
                </a:lnTo>
                <a:lnTo>
                  <a:pt x="1604" y="76519"/>
                </a:lnTo>
                <a:lnTo>
                  <a:pt x="1604" y="77273"/>
                </a:lnTo>
                <a:lnTo>
                  <a:pt x="1604" y="78056"/>
                </a:lnTo>
                <a:lnTo>
                  <a:pt x="1668" y="78867"/>
                </a:lnTo>
                <a:lnTo>
                  <a:pt x="1668" y="79650"/>
                </a:lnTo>
                <a:lnTo>
                  <a:pt x="1668" y="80462"/>
                </a:lnTo>
                <a:lnTo>
                  <a:pt x="1668" y="81187"/>
                </a:lnTo>
                <a:lnTo>
                  <a:pt x="1732" y="81999"/>
                </a:lnTo>
                <a:lnTo>
                  <a:pt x="1732" y="82782"/>
                </a:lnTo>
                <a:lnTo>
                  <a:pt x="1732" y="83594"/>
                </a:lnTo>
                <a:lnTo>
                  <a:pt x="1732" y="84377"/>
                </a:lnTo>
                <a:lnTo>
                  <a:pt x="1732" y="85188"/>
                </a:lnTo>
                <a:lnTo>
                  <a:pt x="1828" y="85913"/>
                </a:lnTo>
                <a:lnTo>
                  <a:pt x="1828" y="86696"/>
                </a:lnTo>
                <a:lnTo>
                  <a:pt x="1828" y="87508"/>
                </a:lnTo>
                <a:lnTo>
                  <a:pt x="1828" y="88291"/>
                </a:lnTo>
                <a:lnTo>
                  <a:pt x="1892" y="89103"/>
                </a:lnTo>
                <a:lnTo>
                  <a:pt x="1892" y="89886"/>
                </a:lnTo>
                <a:lnTo>
                  <a:pt x="1892" y="90698"/>
                </a:lnTo>
                <a:lnTo>
                  <a:pt x="1892" y="91480"/>
                </a:lnTo>
                <a:lnTo>
                  <a:pt x="1892" y="92292"/>
                </a:lnTo>
                <a:lnTo>
                  <a:pt x="1956" y="93017"/>
                </a:lnTo>
                <a:lnTo>
                  <a:pt x="1956" y="93829"/>
                </a:lnTo>
                <a:lnTo>
                  <a:pt x="1956" y="94612"/>
                </a:lnTo>
                <a:lnTo>
                  <a:pt x="1956" y="95424"/>
                </a:lnTo>
                <a:lnTo>
                  <a:pt x="2021" y="96207"/>
                </a:lnTo>
                <a:lnTo>
                  <a:pt x="2021" y="97019"/>
                </a:lnTo>
                <a:lnTo>
                  <a:pt x="2021" y="97801"/>
                </a:lnTo>
                <a:lnTo>
                  <a:pt x="2021" y="98613"/>
                </a:lnTo>
                <a:lnTo>
                  <a:pt x="2021" y="99396"/>
                </a:lnTo>
                <a:lnTo>
                  <a:pt x="2117" y="100208"/>
                </a:lnTo>
                <a:lnTo>
                  <a:pt x="2117" y="100991"/>
                </a:lnTo>
                <a:lnTo>
                  <a:pt x="2117" y="101803"/>
                </a:lnTo>
                <a:lnTo>
                  <a:pt x="2117" y="102586"/>
                </a:lnTo>
                <a:lnTo>
                  <a:pt x="2117" y="103398"/>
                </a:lnTo>
                <a:lnTo>
                  <a:pt x="2181" y="104181"/>
                </a:lnTo>
                <a:lnTo>
                  <a:pt x="2181" y="104992"/>
                </a:lnTo>
                <a:lnTo>
                  <a:pt x="2181" y="105804"/>
                </a:lnTo>
                <a:lnTo>
                  <a:pt x="2181" y="106587"/>
                </a:lnTo>
                <a:lnTo>
                  <a:pt x="2245" y="107399"/>
                </a:lnTo>
                <a:lnTo>
                  <a:pt x="2245" y="108182"/>
                </a:lnTo>
                <a:lnTo>
                  <a:pt x="2245" y="108994"/>
                </a:lnTo>
                <a:lnTo>
                  <a:pt x="2245" y="109777"/>
                </a:lnTo>
                <a:lnTo>
                  <a:pt x="2245" y="110589"/>
                </a:lnTo>
                <a:lnTo>
                  <a:pt x="2341" y="111371"/>
                </a:lnTo>
                <a:lnTo>
                  <a:pt x="2341" y="112183"/>
                </a:lnTo>
                <a:lnTo>
                  <a:pt x="2341" y="112966"/>
                </a:lnTo>
                <a:lnTo>
                  <a:pt x="2341" y="113778"/>
                </a:lnTo>
                <a:lnTo>
                  <a:pt x="2406" y="114561"/>
                </a:lnTo>
                <a:lnTo>
                  <a:pt x="2406" y="115373"/>
                </a:lnTo>
                <a:lnTo>
                  <a:pt x="2406" y="116243"/>
                </a:lnTo>
                <a:lnTo>
                  <a:pt x="2406" y="117026"/>
                </a:lnTo>
                <a:lnTo>
                  <a:pt x="2406" y="117837"/>
                </a:lnTo>
                <a:lnTo>
                  <a:pt x="2470" y="118620"/>
                </a:lnTo>
                <a:lnTo>
                  <a:pt x="2470" y="119432"/>
                </a:lnTo>
                <a:lnTo>
                  <a:pt x="2470" y="120215"/>
                </a:lnTo>
                <a:lnTo>
                  <a:pt x="2470" y="121027"/>
                </a:lnTo>
                <a:lnTo>
                  <a:pt x="2534" y="121810"/>
                </a:lnTo>
                <a:lnTo>
                  <a:pt x="2534" y="122622"/>
                </a:lnTo>
                <a:lnTo>
                  <a:pt x="2534" y="123492"/>
                </a:lnTo>
                <a:lnTo>
                  <a:pt x="2534" y="124274"/>
                </a:lnTo>
                <a:lnTo>
                  <a:pt x="2534" y="125086"/>
                </a:lnTo>
                <a:lnTo>
                  <a:pt x="2630" y="125869"/>
                </a:lnTo>
                <a:lnTo>
                  <a:pt x="2630" y="126681"/>
                </a:lnTo>
                <a:lnTo>
                  <a:pt x="2630" y="127464"/>
                </a:lnTo>
                <a:lnTo>
                  <a:pt x="2630" y="128276"/>
                </a:lnTo>
                <a:lnTo>
                  <a:pt x="2694" y="129117"/>
                </a:lnTo>
                <a:lnTo>
                  <a:pt x="2694" y="129929"/>
                </a:lnTo>
                <a:lnTo>
                  <a:pt x="2694" y="130740"/>
                </a:lnTo>
                <a:lnTo>
                  <a:pt x="2694" y="131523"/>
                </a:lnTo>
                <a:lnTo>
                  <a:pt x="2694" y="132335"/>
                </a:lnTo>
                <a:lnTo>
                  <a:pt x="2758" y="133118"/>
                </a:lnTo>
                <a:lnTo>
                  <a:pt x="2758" y="133988"/>
                </a:lnTo>
                <a:lnTo>
                  <a:pt x="2758" y="134771"/>
                </a:lnTo>
                <a:lnTo>
                  <a:pt x="2758" y="135583"/>
                </a:lnTo>
                <a:lnTo>
                  <a:pt x="2855" y="136366"/>
                </a:lnTo>
                <a:lnTo>
                  <a:pt x="2855" y="137177"/>
                </a:lnTo>
                <a:lnTo>
                  <a:pt x="2855" y="138047"/>
                </a:lnTo>
                <a:lnTo>
                  <a:pt x="2855" y="138830"/>
                </a:lnTo>
                <a:lnTo>
                  <a:pt x="2855" y="139642"/>
                </a:lnTo>
                <a:lnTo>
                  <a:pt x="2919" y="140425"/>
                </a:lnTo>
                <a:lnTo>
                  <a:pt x="2919" y="141295"/>
                </a:lnTo>
                <a:lnTo>
                  <a:pt x="2919" y="142107"/>
                </a:lnTo>
                <a:lnTo>
                  <a:pt x="2919" y="142890"/>
                </a:lnTo>
                <a:lnTo>
                  <a:pt x="2919" y="143701"/>
                </a:lnTo>
                <a:lnTo>
                  <a:pt x="2983" y="144571"/>
                </a:lnTo>
                <a:lnTo>
                  <a:pt x="2983" y="145354"/>
                </a:lnTo>
                <a:lnTo>
                  <a:pt x="2983" y="146166"/>
                </a:lnTo>
                <a:lnTo>
                  <a:pt x="2983" y="146949"/>
                </a:lnTo>
                <a:lnTo>
                  <a:pt x="3047" y="147819"/>
                </a:lnTo>
                <a:lnTo>
                  <a:pt x="3047" y="148602"/>
                </a:lnTo>
                <a:lnTo>
                  <a:pt x="3047" y="149414"/>
                </a:lnTo>
                <a:lnTo>
                  <a:pt x="3047" y="150283"/>
                </a:lnTo>
                <a:lnTo>
                  <a:pt x="3047" y="151066"/>
                </a:lnTo>
                <a:lnTo>
                  <a:pt x="3143" y="151878"/>
                </a:lnTo>
                <a:lnTo>
                  <a:pt x="3143" y="152661"/>
                </a:lnTo>
                <a:lnTo>
                  <a:pt x="3143" y="153531"/>
                </a:lnTo>
                <a:lnTo>
                  <a:pt x="3143" y="154343"/>
                </a:lnTo>
                <a:lnTo>
                  <a:pt x="3208" y="15512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233662" y="3355925"/>
            <a:ext cx="3143" cy="165767"/>
          </a:xfrm>
          <a:custGeom>
            <a:avLst/>
            <a:gdLst/>
            <a:ahLst/>
            <a:cxnLst/>
            <a:rect l="l" t="t" r="r" b="b"/>
            <a:pathLst>
              <a:path w="3143" h="165767">
                <a:moveTo>
                  <a:pt x="0" y="0"/>
                </a:moveTo>
                <a:lnTo>
                  <a:pt x="0" y="869"/>
                </a:lnTo>
                <a:lnTo>
                  <a:pt x="0" y="1681"/>
                </a:lnTo>
                <a:lnTo>
                  <a:pt x="0" y="2464"/>
                </a:lnTo>
                <a:lnTo>
                  <a:pt x="0" y="3334"/>
                </a:lnTo>
                <a:lnTo>
                  <a:pt x="64" y="4117"/>
                </a:lnTo>
                <a:lnTo>
                  <a:pt x="64" y="4929"/>
                </a:lnTo>
                <a:lnTo>
                  <a:pt x="64" y="5799"/>
                </a:lnTo>
                <a:lnTo>
                  <a:pt x="64" y="6581"/>
                </a:lnTo>
                <a:lnTo>
                  <a:pt x="128" y="7393"/>
                </a:lnTo>
                <a:lnTo>
                  <a:pt x="128" y="8263"/>
                </a:lnTo>
                <a:lnTo>
                  <a:pt x="128" y="9046"/>
                </a:lnTo>
                <a:lnTo>
                  <a:pt x="128" y="9858"/>
                </a:lnTo>
                <a:lnTo>
                  <a:pt x="128" y="10699"/>
                </a:lnTo>
                <a:lnTo>
                  <a:pt x="224" y="11511"/>
                </a:lnTo>
                <a:lnTo>
                  <a:pt x="224" y="12294"/>
                </a:lnTo>
                <a:lnTo>
                  <a:pt x="224" y="13163"/>
                </a:lnTo>
                <a:lnTo>
                  <a:pt x="224" y="13975"/>
                </a:lnTo>
                <a:lnTo>
                  <a:pt x="288" y="14845"/>
                </a:lnTo>
                <a:lnTo>
                  <a:pt x="288" y="15628"/>
                </a:lnTo>
                <a:lnTo>
                  <a:pt x="288" y="16440"/>
                </a:lnTo>
                <a:lnTo>
                  <a:pt x="288" y="17281"/>
                </a:lnTo>
                <a:lnTo>
                  <a:pt x="288" y="18093"/>
                </a:lnTo>
                <a:lnTo>
                  <a:pt x="352" y="18963"/>
                </a:lnTo>
                <a:lnTo>
                  <a:pt x="352" y="19745"/>
                </a:lnTo>
                <a:lnTo>
                  <a:pt x="352" y="20557"/>
                </a:lnTo>
                <a:lnTo>
                  <a:pt x="352" y="21427"/>
                </a:lnTo>
                <a:lnTo>
                  <a:pt x="449" y="22210"/>
                </a:lnTo>
                <a:lnTo>
                  <a:pt x="449" y="23080"/>
                </a:lnTo>
                <a:lnTo>
                  <a:pt x="449" y="23863"/>
                </a:lnTo>
                <a:lnTo>
                  <a:pt x="449" y="24675"/>
                </a:lnTo>
                <a:lnTo>
                  <a:pt x="449" y="25545"/>
                </a:lnTo>
                <a:lnTo>
                  <a:pt x="513" y="26327"/>
                </a:lnTo>
                <a:lnTo>
                  <a:pt x="513" y="27197"/>
                </a:lnTo>
                <a:lnTo>
                  <a:pt x="513" y="28009"/>
                </a:lnTo>
                <a:lnTo>
                  <a:pt x="513" y="28850"/>
                </a:lnTo>
                <a:lnTo>
                  <a:pt x="513" y="29662"/>
                </a:lnTo>
                <a:lnTo>
                  <a:pt x="577" y="30474"/>
                </a:lnTo>
                <a:lnTo>
                  <a:pt x="577" y="31315"/>
                </a:lnTo>
                <a:lnTo>
                  <a:pt x="577" y="32127"/>
                </a:lnTo>
                <a:lnTo>
                  <a:pt x="577" y="32996"/>
                </a:lnTo>
                <a:lnTo>
                  <a:pt x="641" y="33779"/>
                </a:lnTo>
                <a:lnTo>
                  <a:pt x="641" y="34649"/>
                </a:lnTo>
                <a:lnTo>
                  <a:pt x="641" y="35461"/>
                </a:lnTo>
                <a:lnTo>
                  <a:pt x="641" y="36302"/>
                </a:lnTo>
                <a:lnTo>
                  <a:pt x="641" y="37114"/>
                </a:lnTo>
                <a:lnTo>
                  <a:pt x="737" y="37984"/>
                </a:lnTo>
                <a:lnTo>
                  <a:pt x="737" y="38767"/>
                </a:lnTo>
                <a:lnTo>
                  <a:pt x="737" y="39578"/>
                </a:lnTo>
                <a:lnTo>
                  <a:pt x="737" y="40448"/>
                </a:lnTo>
                <a:lnTo>
                  <a:pt x="802" y="41231"/>
                </a:lnTo>
                <a:lnTo>
                  <a:pt x="802" y="42101"/>
                </a:lnTo>
                <a:lnTo>
                  <a:pt x="802" y="42884"/>
                </a:lnTo>
                <a:lnTo>
                  <a:pt x="802" y="43754"/>
                </a:lnTo>
                <a:lnTo>
                  <a:pt x="802" y="44566"/>
                </a:lnTo>
                <a:lnTo>
                  <a:pt x="866" y="45436"/>
                </a:lnTo>
                <a:lnTo>
                  <a:pt x="866" y="46218"/>
                </a:lnTo>
                <a:lnTo>
                  <a:pt x="866" y="47088"/>
                </a:lnTo>
                <a:lnTo>
                  <a:pt x="866" y="47871"/>
                </a:lnTo>
                <a:lnTo>
                  <a:pt x="930" y="48741"/>
                </a:lnTo>
                <a:lnTo>
                  <a:pt x="930" y="49553"/>
                </a:lnTo>
                <a:lnTo>
                  <a:pt x="930" y="50423"/>
                </a:lnTo>
                <a:lnTo>
                  <a:pt x="930" y="51206"/>
                </a:lnTo>
                <a:lnTo>
                  <a:pt x="930" y="52076"/>
                </a:lnTo>
                <a:lnTo>
                  <a:pt x="1026" y="52858"/>
                </a:lnTo>
                <a:lnTo>
                  <a:pt x="1026" y="53728"/>
                </a:lnTo>
                <a:lnTo>
                  <a:pt x="1026" y="54540"/>
                </a:lnTo>
                <a:lnTo>
                  <a:pt x="1026" y="55410"/>
                </a:lnTo>
                <a:lnTo>
                  <a:pt x="1090" y="56193"/>
                </a:lnTo>
                <a:lnTo>
                  <a:pt x="1090" y="57063"/>
                </a:lnTo>
                <a:lnTo>
                  <a:pt x="1090" y="57933"/>
                </a:lnTo>
                <a:lnTo>
                  <a:pt x="1090" y="58715"/>
                </a:lnTo>
                <a:lnTo>
                  <a:pt x="1090" y="59585"/>
                </a:lnTo>
                <a:lnTo>
                  <a:pt x="1154" y="60397"/>
                </a:lnTo>
                <a:lnTo>
                  <a:pt x="1154" y="61238"/>
                </a:lnTo>
                <a:lnTo>
                  <a:pt x="1154" y="62050"/>
                </a:lnTo>
                <a:lnTo>
                  <a:pt x="1154" y="62920"/>
                </a:lnTo>
                <a:lnTo>
                  <a:pt x="1251" y="63703"/>
                </a:lnTo>
                <a:lnTo>
                  <a:pt x="1251" y="64573"/>
                </a:lnTo>
                <a:lnTo>
                  <a:pt x="1251" y="65384"/>
                </a:lnTo>
                <a:lnTo>
                  <a:pt x="1251" y="66225"/>
                </a:lnTo>
                <a:lnTo>
                  <a:pt x="1251" y="67037"/>
                </a:lnTo>
                <a:lnTo>
                  <a:pt x="1315" y="67907"/>
                </a:lnTo>
                <a:lnTo>
                  <a:pt x="1315" y="68748"/>
                </a:lnTo>
                <a:lnTo>
                  <a:pt x="1315" y="69560"/>
                </a:lnTo>
                <a:lnTo>
                  <a:pt x="1315" y="70430"/>
                </a:lnTo>
                <a:lnTo>
                  <a:pt x="1315" y="71213"/>
                </a:lnTo>
                <a:lnTo>
                  <a:pt x="1379" y="72082"/>
                </a:lnTo>
                <a:lnTo>
                  <a:pt x="1379" y="72894"/>
                </a:lnTo>
                <a:lnTo>
                  <a:pt x="1379" y="73735"/>
                </a:lnTo>
                <a:lnTo>
                  <a:pt x="1379" y="74547"/>
                </a:lnTo>
                <a:lnTo>
                  <a:pt x="1443" y="75417"/>
                </a:lnTo>
                <a:lnTo>
                  <a:pt x="1443" y="76287"/>
                </a:lnTo>
                <a:lnTo>
                  <a:pt x="1443" y="77070"/>
                </a:lnTo>
                <a:lnTo>
                  <a:pt x="1443" y="77940"/>
                </a:lnTo>
                <a:lnTo>
                  <a:pt x="1443" y="78722"/>
                </a:lnTo>
                <a:lnTo>
                  <a:pt x="1539" y="79592"/>
                </a:lnTo>
                <a:lnTo>
                  <a:pt x="1539" y="80404"/>
                </a:lnTo>
                <a:lnTo>
                  <a:pt x="1539" y="81274"/>
                </a:lnTo>
                <a:lnTo>
                  <a:pt x="1539" y="82115"/>
                </a:lnTo>
                <a:lnTo>
                  <a:pt x="1604" y="82927"/>
                </a:lnTo>
                <a:lnTo>
                  <a:pt x="1604" y="83797"/>
                </a:lnTo>
                <a:lnTo>
                  <a:pt x="1604" y="84580"/>
                </a:lnTo>
                <a:lnTo>
                  <a:pt x="1604" y="85449"/>
                </a:lnTo>
                <a:lnTo>
                  <a:pt x="1604" y="86261"/>
                </a:lnTo>
                <a:lnTo>
                  <a:pt x="1668" y="87102"/>
                </a:lnTo>
                <a:lnTo>
                  <a:pt x="1668" y="87972"/>
                </a:lnTo>
                <a:lnTo>
                  <a:pt x="1668" y="88784"/>
                </a:lnTo>
                <a:lnTo>
                  <a:pt x="1668" y="89654"/>
                </a:lnTo>
                <a:lnTo>
                  <a:pt x="1764" y="90437"/>
                </a:lnTo>
                <a:lnTo>
                  <a:pt x="1764" y="91306"/>
                </a:lnTo>
                <a:lnTo>
                  <a:pt x="1764" y="92176"/>
                </a:lnTo>
                <a:lnTo>
                  <a:pt x="1764" y="92959"/>
                </a:lnTo>
                <a:lnTo>
                  <a:pt x="1764" y="93829"/>
                </a:lnTo>
                <a:lnTo>
                  <a:pt x="1828" y="94641"/>
                </a:lnTo>
                <a:lnTo>
                  <a:pt x="1828" y="95482"/>
                </a:lnTo>
                <a:lnTo>
                  <a:pt x="1828" y="96294"/>
                </a:lnTo>
                <a:lnTo>
                  <a:pt x="1828" y="97164"/>
                </a:lnTo>
                <a:lnTo>
                  <a:pt x="1892" y="98033"/>
                </a:lnTo>
                <a:lnTo>
                  <a:pt x="1892" y="98816"/>
                </a:lnTo>
                <a:lnTo>
                  <a:pt x="1892" y="99686"/>
                </a:lnTo>
                <a:lnTo>
                  <a:pt x="1892" y="100469"/>
                </a:lnTo>
                <a:lnTo>
                  <a:pt x="1892" y="101339"/>
                </a:lnTo>
                <a:lnTo>
                  <a:pt x="1956" y="102209"/>
                </a:lnTo>
                <a:lnTo>
                  <a:pt x="1956" y="103021"/>
                </a:lnTo>
                <a:lnTo>
                  <a:pt x="1956" y="103862"/>
                </a:lnTo>
                <a:lnTo>
                  <a:pt x="1956" y="104673"/>
                </a:lnTo>
                <a:lnTo>
                  <a:pt x="2053" y="105543"/>
                </a:lnTo>
                <a:lnTo>
                  <a:pt x="2053" y="106413"/>
                </a:lnTo>
                <a:lnTo>
                  <a:pt x="2053" y="107196"/>
                </a:lnTo>
                <a:lnTo>
                  <a:pt x="2053" y="108066"/>
                </a:lnTo>
                <a:lnTo>
                  <a:pt x="2053" y="108849"/>
                </a:lnTo>
                <a:lnTo>
                  <a:pt x="2117" y="109719"/>
                </a:lnTo>
                <a:lnTo>
                  <a:pt x="2117" y="110589"/>
                </a:lnTo>
                <a:lnTo>
                  <a:pt x="2117" y="111400"/>
                </a:lnTo>
                <a:lnTo>
                  <a:pt x="2117" y="112241"/>
                </a:lnTo>
                <a:lnTo>
                  <a:pt x="2117" y="113053"/>
                </a:lnTo>
                <a:lnTo>
                  <a:pt x="2181" y="113923"/>
                </a:lnTo>
                <a:lnTo>
                  <a:pt x="2181" y="114764"/>
                </a:lnTo>
                <a:lnTo>
                  <a:pt x="2181" y="115576"/>
                </a:lnTo>
                <a:lnTo>
                  <a:pt x="2181" y="116446"/>
                </a:lnTo>
                <a:lnTo>
                  <a:pt x="2245" y="117229"/>
                </a:lnTo>
                <a:lnTo>
                  <a:pt x="2245" y="118098"/>
                </a:lnTo>
                <a:lnTo>
                  <a:pt x="2245" y="118968"/>
                </a:lnTo>
                <a:lnTo>
                  <a:pt x="2245" y="119751"/>
                </a:lnTo>
                <a:lnTo>
                  <a:pt x="2245" y="120563"/>
                </a:lnTo>
                <a:lnTo>
                  <a:pt x="2341" y="121375"/>
                </a:lnTo>
                <a:lnTo>
                  <a:pt x="2341" y="122216"/>
                </a:lnTo>
                <a:lnTo>
                  <a:pt x="2341" y="123086"/>
                </a:lnTo>
                <a:lnTo>
                  <a:pt x="2341" y="123897"/>
                </a:lnTo>
                <a:lnTo>
                  <a:pt x="2406" y="124738"/>
                </a:lnTo>
                <a:lnTo>
                  <a:pt x="2406" y="125550"/>
                </a:lnTo>
                <a:lnTo>
                  <a:pt x="2406" y="126420"/>
                </a:lnTo>
                <a:lnTo>
                  <a:pt x="2406" y="127290"/>
                </a:lnTo>
                <a:lnTo>
                  <a:pt x="2406" y="128073"/>
                </a:lnTo>
                <a:lnTo>
                  <a:pt x="2470" y="128943"/>
                </a:lnTo>
                <a:lnTo>
                  <a:pt x="2470" y="129726"/>
                </a:lnTo>
                <a:lnTo>
                  <a:pt x="2470" y="130595"/>
                </a:lnTo>
                <a:lnTo>
                  <a:pt x="2470" y="131465"/>
                </a:lnTo>
                <a:lnTo>
                  <a:pt x="2566" y="132277"/>
                </a:lnTo>
                <a:lnTo>
                  <a:pt x="2566" y="133118"/>
                </a:lnTo>
                <a:lnTo>
                  <a:pt x="2566" y="133930"/>
                </a:lnTo>
                <a:lnTo>
                  <a:pt x="2566" y="134800"/>
                </a:lnTo>
                <a:lnTo>
                  <a:pt x="2566" y="135670"/>
                </a:lnTo>
                <a:lnTo>
                  <a:pt x="2630" y="136453"/>
                </a:lnTo>
                <a:lnTo>
                  <a:pt x="2630" y="137322"/>
                </a:lnTo>
                <a:lnTo>
                  <a:pt x="2630" y="138105"/>
                </a:lnTo>
                <a:lnTo>
                  <a:pt x="2630" y="138975"/>
                </a:lnTo>
                <a:lnTo>
                  <a:pt x="2694" y="139845"/>
                </a:lnTo>
                <a:lnTo>
                  <a:pt x="2694" y="140657"/>
                </a:lnTo>
                <a:lnTo>
                  <a:pt x="2694" y="141498"/>
                </a:lnTo>
                <a:lnTo>
                  <a:pt x="2694" y="142310"/>
                </a:lnTo>
                <a:lnTo>
                  <a:pt x="2694" y="143180"/>
                </a:lnTo>
                <a:lnTo>
                  <a:pt x="2758" y="144049"/>
                </a:lnTo>
                <a:lnTo>
                  <a:pt x="2758" y="144832"/>
                </a:lnTo>
                <a:lnTo>
                  <a:pt x="2758" y="145702"/>
                </a:lnTo>
                <a:lnTo>
                  <a:pt x="2758" y="146485"/>
                </a:lnTo>
                <a:lnTo>
                  <a:pt x="2855" y="147355"/>
                </a:lnTo>
                <a:lnTo>
                  <a:pt x="2855" y="148225"/>
                </a:lnTo>
                <a:lnTo>
                  <a:pt x="2855" y="149037"/>
                </a:lnTo>
                <a:lnTo>
                  <a:pt x="2855" y="149878"/>
                </a:lnTo>
                <a:lnTo>
                  <a:pt x="2855" y="150689"/>
                </a:lnTo>
                <a:lnTo>
                  <a:pt x="2919" y="151559"/>
                </a:lnTo>
                <a:lnTo>
                  <a:pt x="2919" y="152342"/>
                </a:lnTo>
                <a:lnTo>
                  <a:pt x="2919" y="153212"/>
                </a:lnTo>
                <a:lnTo>
                  <a:pt x="2919" y="154082"/>
                </a:lnTo>
                <a:lnTo>
                  <a:pt x="2919" y="154865"/>
                </a:lnTo>
                <a:lnTo>
                  <a:pt x="2983" y="155735"/>
                </a:lnTo>
                <a:lnTo>
                  <a:pt x="2983" y="156546"/>
                </a:lnTo>
                <a:lnTo>
                  <a:pt x="2983" y="157387"/>
                </a:lnTo>
                <a:lnTo>
                  <a:pt x="2983" y="158199"/>
                </a:lnTo>
                <a:lnTo>
                  <a:pt x="3047" y="159069"/>
                </a:lnTo>
                <a:lnTo>
                  <a:pt x="3047" y="159939"/>
                </a:lnTo>
                <a:lnTo>
                  <a:pt x="3047" y="160722"/>
                </a:lnTo>
                <a:lnTo>
                  <a:pt x="3047" y="161592"/>
                </a:lnTo>
                <a:lnTo>
                  <a:pt x="3047" y="162375"/>
                </a:lnTo>
                <a:lnTo>
                  <a:pt x="3143" y="163244"/>
                </a:lnTo>
                <a:lnTo>
                  <a:pt x="3143" y="164056"/>
                </a:lnTo>
                <a:lnTo>
                  <a:pt x="3143" y="164926"/>
                </a:lnTo>
                <a:lnTo>
                  <a:pt x="3143" y="16576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236806" y="3521692"/>
            <a:ext cx="3208" cy="161534"/>
          </a:xfrm>
          <a:custGeom>
            <a:avLst/>
            <a:gdLst/>
            <a:ahLst/>
            <a:cxnLst/>
            <a:rect l="l" t="t" r="r" b="b"/>
            <a:pathLst>
              <a:path w="3208" h="161534">
                <a:moveTo>
                  <a:pt x="0" y="0"/>
                </a:moveTo>
                <a:lnTo>
                  <a:pt x="64" y="811"/>
                </a:lnTo>
                <a:lnTo>
                  <a:pt x="64" y="1681"/>
                </a:lnTo>
                <a:lnTo>
                  <a:pt x="64" y="2464"/>
                </a:lnTo>
                <a:lnTo>
                  <a:pt x="64" y="3334"/>
                </a:lnTo>
                <a:lnTo>
                  <a:pt x="64" y="4146"/>
                </a:lnTo>
                <a:lnTo>
                  <a:pt x="128" y="4987"/>
                </a:lnTo>
                <a:lnTo>
                  <a:pt x="128" y="5799"/>
                </a:lnTo>
                <a:lnTo>
                  <a:pt x="128" y="6668"/>
                </a:lnTo>
                <a:lnTo>
                  <a:pt x="128" y="7451"/>
                </a:lnTo>
                <a:lnTo>
                  <a:pt x="224" y="8321"/>
                </a:lnTo>
                <a:lnTo>
                  <a:pt x="224" y="9191"/>
                </a:lnTo>
                <a:lnTo>
                  <a:pt x="224" y="9974"/>
                </a:lnTo>
                <a:lnTo>
                  <a:pt x="224" y="10844"/>
                </a:lnTo>
                <a:lnTo>
                  <a:pt x="224" y="11656"/>
                </a:lnTo>
                <a:lnTo>
                  <a:pt x="288" y="12526"/>
                </a:lnTo>
                <a:lnTo>
                  <a:pt x="288" y="13308"/>
                </a:lnTo>
                <a:lnTo>
                  <a:pt x="288" y="14178"/>
                </a:lnTo>
                <a:lnTo>
                  <a:pt x="288" y="14961"/>
                </a:lnTo>
                <a:lnTo>
                  <a:pt x="352" y="15831"/>
                </a:lnTo>
                <a:lnTo>
                  <a:pt x="352" y="16643"/>
                </a:lnTo>
                <a:lnTo>
                  <a:pt x="352" y="17513"/>
                </a:lnTo>
                <a:lnTo>
                  <a:pt x="352" y="18296"/>
                </a:lnTo>
                <a:lnTo>
                  <a:pt x="352" y="19166"/>
                </a:lnTo>
                <a:lnTo>
                  <a:pt x="417" y="19948"/>
                </a:lnTo>
                <a:lnTo>
                  <a:pt x="417" y="20818"/>
                </a:lnTo>
                <a:lnTo>
                  <a:pt x="417" y="21630"/>
                </a:lnTo>
                <a:lnTo>
                  <a:pt x="417" y="22500"/>
                </a:lnTo>
                <a:lnTo>
                  <a:pt x="513" y="23283"/>
                </a:lnTo>
                <a:lnTo>
                  <a:pt x="513" y="24153"/>
                </a:lnTo>
                <a:lnTo>
                  <a:pt x="513" y="24936"/>
                </a:lnTo>
                <a:lnTo>
                  <a:pt x="513" y="25806"/>
                </a:lnTo>
                <a:lnTo>
                  <a:pt x="513" y="26617"/>
                </a:lnTo>
                <a:lnTo>
                  <a:pt x="577" y="27487"/>
                </a:lnTo>
                <a:lnTo>
                  <a:pt x="577" y="28270"/>
                </a:lnTo>
                <a:lnTo>
                  <a:pt x="577" y="29140"/>
                </a:lnTo>
                <a:lnTo>
                  <a:pt x="577" y="29923"/>
                </a:lnTo>
                <a:lnTo>
                  <a:pt x="577" y="30793"/>
                </a:lnTo>
                <a:lnTo>
                  <a:pt x="641" y="31605"/>
                </a:lnTo>
                <a:lnTo>
                  <a:pt x="641" y="32475"/>
                </a:lnTo>
                <a:lnTo>
                  <a:pt x="641" y="33257"/>
                </a:lnTo>
                <a:lnTo>
                  <a:pt x="641" y="34127"/>
                </a:lnTo>
                <a:lnTo>
                  <a:pt x="737" y="34910"/>
                </a:lnTo>
                <a:lnTo>
                  <a:pt x="737" y="35780"/>
                </a:lnTo>
                <a:lnTo>
                  <a:pt x="737" y="36592"/>
                </a:lnTo>
                <a:lnTo>
                  <a:pt x="737" y="37375"/>
                </a:lnTo>
                <a:lnTo>
                  <a:pt x="737" y="38245"/>
                </a:lnTo>
                <a:lnTo>
                  <a:pt x="802" y="39057"/>
                </a:lnTo>
                <a:lnTo>
                  <a:pt x="802" y="39897"/>
                </a:lnTo>
                <a:lnTo>
                  <a:pt x="802" y="40709"/>
                </a:lnTo>
                <a:lnTo>
                  <a:pt x="802" y="41579"/>
                </a:lnTo>
                <a:lnTo>
                  <a:pt x="866" y="42362"/>
                </a:lnTo>
                <a:lnTo>
                  <a:pt x="866" y="43232"/>
                </a:lnTo>
                <a:lnTo>
                  <a:pt x="866" y="44044"/>
                </a:lnTo>
                <a:lnTo>
                  <a:pt x="866" y="44827"/>
                </a:lnTo>
                <a:lnTo>
                  <a:pt x="866" y="45696"/>
                </a:lnTo>
                <a:lnTo>
                  <a:pt x="930" y="46479"/>
                </a:lnTo>
                <a:lnTo>
                  <a:pt x="930" y="47349"/>
                </a:lnTo>
                <a:lnTo>
                  <a:pt x="930" y="48161"/>
                </a:lnTo>
                <a:lnTo>
                  <a:pt x="930" y="49031"/>
                </a:lnTo>
                <a:lnTo>
                  <a:pt x="1026" y="49814"/>
                </a:lnTo>
                <a:lnTo>
                  <a:pt x="1026" y="50626"/>
                </a:lnTo>
                <a:lnTo>
                  <a:pt x="1026" y="51467"/>
                </a:lnTo>
                <a:lnTo>
                  <a:pt x="1026" y="52278"/>
                </a:lnTo>
                <a:lnTo>
                  <a:pt x="1026" y="53148"/>
                </a:lnTo>
                <a:lnTo>
                  <a:pt x="1090" y="53931"/>
                </a:lnTo>
                <a:lnTo>
                  <a:pt x="1090" y="54743"/>
                </a:lnTo>
                <a:lnTo>
                  <a:pt x="1090" y="55613"/>
                </a:lnTo>
                <a:lnTo>
                  <a:pt x="1090" y="56396"/>
                </a:lnTo>
                <a:lnTo>
                  <a:pt x="1154" y="57208"/>
                </a:lnTo>
                <a:lnTo>
                  <a:pt x="1154" y="58078"/>
                </a:lnTo>
                <a:lnTo>
                  <a:pt x="1154" y="58860"/>
                </a:lnTo>
                <a:lnTo>
                  <a:pt x="1154" y="59730"/>
                </a:lnTo>
                <a:lnTo>
                  <a:pt x="1154" y="60513"/>
                </a:lnTo>
                <a:lnTo>
                  <a:pt x="1219" y="61325"/>
                </a:lnTo>
                <a:lnTo>
                  <a:pt x="1219" y="62195"/>
                </a:lnTo>
                <a:lnTo>
                  <a:pt x="1219" y="62978"/>
                </a:lnTo>
                <a:lnTo>
                  <a:pt x="1219" y="63790"/>
                </a:lnTo>
                <a:lnTo>
                  <a:pt x="1315" y="64660"/>
                </a:lnTo>
                <a:lnTo>
                  <a:pt x="1315" y="65442"/>
                </a:lnTo>
                <a:lnTo>
                  <a:pt x="1315" y="66254"/>
                </a:lnTo>
                <a:lnTo>
                  <a:pt x="1315" y="67095"/>
                </a:lnTo>
                <a:lnTo>
                  <a:pt x="1315" y="67907"/>
                </a:lnTo>
                <a:lnTo>
                  <a:pt x="1379" y="68690"/>
                </a:lnTo>
                <a:lnTo>
                  <a:pt x="1379" y="69560"/>
                </a:lnTo>
                <a:lnTo>
                  <a:pt x="1379" y="70372"/>
                </a:lnTo>
                <a:lnTo>
                  <a:pt x="1379" y="71155"/>
                </a:lnTo>
                <a:lnTo>
                  <a:pt x="1379" y="72024"/>
                </a:lnTo>
                <a:lnTo>
                  <a:pt x="1443" y="72836"/>
                </a:lnTo>
                <a:lnTo>
                  <a:pt x="1443" y="73619"/>
                </a:lnTo>
                <a:lnTo>
                  <a:pt x="1443" y="74489"/>
                </a:lnTo>
                <a:lnTo>
                  <a:pt x="1443" y="75301"/>
                </a:lnTo>
                <a:lnTo>
                  <a:pt x="1539" y="76084"/>
                </a:lnTo>
                <a:lnTo>
                  <a:pt x="1539" y="76896"/>
                </a:lnTo>
                <a:lnTo>
                  <a:pt x="1539" y="77737"/>
                </a:lnTo>
                <a:lnTo>
                  <a:pt x="1539" y="78548"/>
                </a:lnTo>
                <a:lnTo>
                  <a:pt x="1539" y="79331"/>
                </a:lnTo>
                <a:lnTo>
                  <a:pt x="1604" y="80201"/>
                </a:lnTo>
                <a:lnTo>
                  <a:pt x="1604" y="81013"/>
                </a:lnTo>
                <a:lnTo>
                  <a:pt x="1604" y="81796"/>
                </a:lnTo>
                <a:lnTo>
                  <a:pt x="1604" y="82608"/>
                </a:lnTo>
                <a:lnTo>
                  <a:pt x="1668" y="83478"/>
                </a:lnTo>
                <a:lnTo>
                  <a:pt x="1668" y="84261"/>
                </a:lnTo>
                <a:lnTo>
                  <a:pt x="1668" y="85072"/>
                </a:lnTo>
                <a:lnTo>
                  <a:pt x="1668" y="85855"/>
                </a:lnTo>
                <a:lnTo>
                  <a:pt x="1668" y="86667"/>
                </a:lnTo>
                <a:lnTo>
                  <a:pt x="1732" y="87508"/>
                </a:lnTo>
                <a:lnTo>
                  <a:pt x="1732" y="88320"/>
                </a:lnTo>
                <a:lnTo>
                  <a:pt x="1732" y="89132"/>
                </a:lnTo>
                <a:lnTo>
                  <a:pt x="1732" y="89915"/>
                </a:lnTo>
                <a:lnTo>
                  <a:pt x="1828" y="90785"/>
                </a:lnTo>
                <a:lnTo>
                  <a:pt x="1828" y="91567"/>
                </a:lnTo>
                <a:lnTo>
                  <a:pt x="1828" y="92379"/>
                </a:lnTo>
                <a:lnTo>
                  <a:pt x="1828" y="93162"/>
                </a:lnTo>
                <a:lnTo>
                  <a:pt x="1828" y="93974"/>
                </a:lnTo>
                <a:lnTo>
                  <a:pt x="1892" y="94844"/>
                </a:lnTo>
                <a:lnTo>
                  <a:pt x="1892" y="95627"/>
                </a:lnTo>
                <a:lnTo>
                  <a:pt x="1892" y="96439"/>
                </a:lnTo>
                <a:lnTo>
                  <a:pt x="1892" y="97222"/>
                </a:lnTo>
                <a:lnTo>
                  <a:pt x="1956" y="98033"/>
                </a:lnTo>
                <a:lnTo>
                  <a:pt x="1956" y="98816"/>
                </a:lnTo>
                <a:lnTo>
                  <a:pt x="1956" y="99686"/>
                </a:lnTo>
                <a:lnTo>
                  <a:pt x="1956" y="100498"/>
                </a:lnTo>
                <a:lnTo>
                  <a:pt x="1956" y="101281"/>
                </a:lnTo>
                <a:lnTo>
                  <a:pt x="2053" y="102093"/>
                </a:lnTo>
                <a:lnTo>
                  <a:pt x="2053" y="102876"/>
                </a:lnTo>
                <a:lnTo>
                  <a:pt x="2053" y="103688"/>
                </a:lnTo>
                <a:lnTo>
                  <a:pt x="2053" y="104470"/>
                </a:lnTo>
                <a:lnTo>
                  <a:pt x="2117" y="105340"/>
                </a:lnTo>
                <a:lnTo>
                  <a:pt x="2117" y="106152"/>
                </a:lnTo>
                <a:lnTo>
                  <a:pt x="2117" y="106935"/>
                </a:lnTo>
                <a:lnTo>
                  <a:pt x="2117" y="107747"/>
                </a:lnTo>
                <a:lnTo>
                  <a:pt x="2117" y="108530"/>
                </a:lnTo>
                <a:lnTo>
                  <a:pt x="2181" y="109342"/>
                </a:lnTo>
                <a:lnTo>
                  <a:pt x="2181" y="110125"/>
                </a:lnTo>
                <a:lnTo>
                  <a:pt x="2181" y="110936"/>
                </a:lnTo>
                <a:lnTo>
                  <a:pt x="2181" y="111719"/>
                </a:lnTo>
                <a:lnTo>
                  <a:pt x="2181" y="112531"/>
                </a:lnTo>
                <a:lnTo>
                  <a:pt x="2245" y="113314"/>
                </a:lnTo>
                <a:lnTo>
                  <a:pt x="2245" y="114126"/>
                </a:lnTo>
                <a:lnTo>
                  <a:pt x="2245" y="114996"/>
                </a:lnTo>
                <a:lnTo>
                  <a:pt x="2245" y="115779"/>
                </a:lnTo>
                <a:lnTo>
                  <a:pt x="2341" y="116591"/>
                </a:lnTo>
                <a:lnTo>
                  <a:pt x="2341" y="117373"/>
                </a:lnTo>
                <a:lnTo>
                  <a:pt x="2341" y="118185"/>
                </a:lnTo>
                <a:lnTo>
                  <a:pt x="2341" y="118968"/>
                </a:lnTo>
                <a:lnTo>
                  <a:pt x="2341" y="119780"/>
                </a:lnTo>
                <a:lnTo>
                  <a:pt x="2406" y="120563"/>
                </a:lnTo>
                <a:lnTo>
                  <a:pt x="2406" y="121375"/>
                </a:lnTo>
                <a:lnTo>
                  <a:pt x="2406" y="122158"/>
                </a:lnTo>
                <a:lnTo>
                  <a:pt x="2406" y="122970"/>
                </a:lnTo>
                <a:lnTo>
                  <a:pt x="2470" y="123753"/>
                </a:lnTo>
                <a:lnTo>
                  <a:pt x="2470" y="124564"/>
                </a:lnTo>
                <a:lnTo>
                  <a:pt x="2470" y="125347"/>
                </a:lnTo>
                <a:lnTo>
                  <a:pt x="2470" y="126159"/>
                </a:lnTo>
                <a:lnTo>
                  <a:pt x="2470" y="126942"/>
                </a:lnTo>
                <a:lnTo>
                  <a:pt x="2534" y="127754"/>
                </a:lnTo>
                <a:lnTo>
                  <a:pt x="2534" y="128537"/>
                </a:lnTo>
                <a:lnTo>
                  <a:pt x="2534" y="129349"/>
                </a:lnTo>
                <a:lnTo>
                  <a:pt x="2534" y="130074"/>
                </a:lnTo>
                <a:lnTo>
                  <a:pt x="2630" y="130885"/>
                </a:lnTo>
                <a:lnTo>
                  <a:pt x="2630" y="131668"/>
                </a:lnTo>
                <a:lnTo>
                  <a:pt x="2630" y="132480"/>
                </a:lnTo>
                <a:lnTo>
                  <a:pt x="2630" y="133263"/>
                </a:lnTo>
                <a:lnTo>
                  <a:pt x="2630" y="134075"/>
                </a:lnTo>
                <a:lnTo>
                  <a:pt x="2694" y="134858"/>
                </a:lnTo>
                <a:lnTo>
                  <a:pt x="2694" y="135670"/>
                </a:lnTo>
                <a:lnTo>
                  <a:pt x="2694" y="136453"/>
                </a:lnTo>
                <a:lnTo>
                  <a:pt x="2694" y="137264"/>
                </a:lnTo>
                <a:lnTo>
                  <a:pt x="2758" y="138047"/>
                </a:lnTo>
                <a:lnTo>
                  <a:pt x="2758" y="138801"/>
                </a:lnTo>
                <a:lnTo>
                  <a:pt x="2758" y="139584"/>
                </a:lnTo>
                <a:lnTo>
                  <a:pt x="2758" y="140396"/>
                </a:lnTo>
                <a:lnTo>
                  <a:pt x="2758" y="141179"/>
                </a:lnTo>
                <a:lnTo>
                  <a:pt x="2855" y="141991"/>
                </a:lnTo>
                <a:lnTo>
                  <a:pt x="2855" y="142774"/>
                </a:lnTo>
                <a:lnTo>
                  <a:pt x="2855" y="143585"/>
                </a:lnTo>
                <a:lnTo>
                  <a:pt x="2855" y="144310"/>
                </a:lnTo>
                <a:lnTo>
                  <a:pt x="2919" y="145122"/>
                </a:lnTo>
                <a:lnTo>
                  <a:pt x="2919" y="145905"/>
                </a:lnTo>
                <a:lnTo>
                  <a:pt x="2919" y="146717"/>
                </a:lnTo>
                <a:lnTo>
                  <a:pt x="2919" y="147500"/>
                </a:lnTo>
                <a:lnTo>
                  <a:pt x="2919" y="148225"/>
                </a:lnTo>
                <a:lnTo>
                  <a:pt x="2983" y="149037"/>
                </a:lnTo>
                <a:lnTo>
                  <a:pt x="2983" y="149820"/>
                </a:lnTo>
                <a:lnTo>
                  <a:pt x="2983" y="150631"/>
                </a:lnTo>
                <a:lnTo>
                  <a:pt x="2983" y="151414"/>
                </a:lnTo>
                <a:lnTo>
                  <a:pt x="2983" y="152168"/>
                </a:lnTo>
                <a:lnTo>
                  <a:pt x="3047" y="152951"/>
                </a:lnTo>
                <a:lnTo>
                  <a:pt x="3047" y="153763"/>
                </a:lnTo>
                <a:lnTo>
                  <a:pt x="3047" y="154546"/>
                </a:lnTo>
                <a:lnTo>
                  <a:pt x="3047" y="155271"/>
                </a:lnTo>
                <a:lnTo>
                  <a:pt x="3143" y="156083"/>
                </a:lnTo>
                <a:lnTo>
                  <a:pt x="3143" y="156865"/>
                </a:lnTo>
                <a:lnTo>
                  <a:pt x="3143" y="157677"/>
                </a:lnTo>
                <a:lnTo>
                  <a:pt x="3143" y="158402"/>
                </a:lnTo>
                <a:lnTo>
                  <a:pt x="3143" y="159214"/>
                </a:lnTo>
                <a:lnTo>
                  <a:pt x="3208" y="159997"/>
                </a:lnTo>
                <a:lnTo>
                  <a:pt x="3208" y="160722"/>
                </a:lnTo>
                <a:lnTo>
                  <a:pt x="3208" y="16153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240014" y="3683226"/>
            <a:ext cx="3208" cy="142898"/>
          </a:xfrm>
          <a:custGeom>
            <a:avLst/>
            <a:gdLst/>
            <a:ahLst/>
            <a:cxnLst/>
            <a:rect l="l" t="t" r="r" b="b"/>
            <a:pathLst>
              <a:path w="3208" h="142898">
                <a:moveTo>
                  <a:pt x="0" y="0"/>
                </a:moveTo>
                <a:lnTo>
                  <a:pt x="0" y="782"/>
                </a:lnTo>
                <a:lnTo>
                  <a:pt x="64" y="1536"/>
                </a:lnTo>
                <a:lnTo>
                  <a:pt x="64" y="2319"/>
                </a:lnTo>
                <a:lnTo>
                  <a:pt x="64" y="3131"/>
                </a:lnTo>
                <a:lnTo>
                  <a:pt x="64" y="3856"/>
                </a:lnTo>
                <a:lnTo>
                  <a:pt x="64" y="4639"/>
                </a:lnTo>
                <a:lnTo>
                  <a:pt x="128" y="5451"/>
                </a:lnTo>
                <a:lnTo>
                  <a:pt x="128" y="6176"/>
                </a:lnTo>
                <a:lnTo>
                  <a:pt x="128" y="6987"/>
                </a:lnTo>
                <a:lnTo>
                  <a:pt x="128" y="7712"/>
                </a:lnTo>
                <a:lnTo>
                  <a:pt x="224" y="8524"/>
                </a:lnTo>
                <a:lnTo>
                  <a:pt x="224" y="9307"/>
                </a:lnTo>
                <a:lnTo>
                  <a:pt x="224" y="10032"/>
                </a:lnTo>
                <a:lnTo>
                  <a:pt x="224" y="10844"/>
                </a:lnTo>
                <a:lnTo>
                  <a:pt x="224" y="11569"/>
                </a:lnTo>
                <a:lnTo>
                  <a:pt x="288" y="12381"/>
                </a:lnTo>
                <a:lnTo>
                  <a:pt x="288" y="13163"/>
                </a:lnTo>
                <a:lnTo>
                  <a:pt x="288" y="13888"/>
                </a:lnTo>
                <a:lnTo>
                  <a:pt x="288" y="14700"/>
                </a:lnTo>
                <a:lnTo>
                  <a:pt x="352" y="15425"/>
                </a:lnTo>
                <a:lnTo>
                  <a:pt x="352" y="16237"/>
                </a:lnTo>
                <a:lnTo>
                  <a:pt x="352" y="16962"/>
                </a:lnTo>
                <a:lnTo>
                  <a:pt x="352" y="17745"/>
                </a:lnTo>
                <a:lnTo>
                  <a:pt x="352" y="18499"/>
                </a:lnTo>
                <a:lnTo>
                  <a:pt x="449" y="19282"/>
                </a:lnTo>
                <a:lnTo>
                  <a:pt x="449" y="20006"/>
                </a:lnTo>
                <a:lnTo>
                  <a:pt x="449" y="20818"/>
                </a:lnTo>
                <a:lnTo>
                  <a:pt x="449" y="21543"/>
                </a:lnTo>
                <a:lnTo>
                  <a:pt x="513" y="22355"/>
                </a:lnTo>
                <a:lnTo>
                  <a:pt x="513" y="23080"/>
                </a:lnTo>
                <a:lnTo>
                  <a:pt x="513" y="23805"/>
                </a:lnTo>
                <a:lnTo>
                  <a:pt x="513" y="24588"/>
                </a:lnTo>
                <a:lnTo>
                  <a:pt x="513" y="25342"/>
                </a:lnTo>
                <a:lnTo>
                  <a:pt x="577" y="26124"/>
                </a:lnTo>
                <a:lnTo>
                  <a:pt x="577" y="26849"/>
                </a:lnTo>
                <a:lnTo>
                  <a:pt x="577" y="27661"/>
                </a:lnTo>
                <a:lnTo>
                  <a:pt x="577" y="28386"/>
                </a:lnTo>
                <a:lnTo>
                  <a:pt x="577" y="29111"/>
                </a:lnTo>
                <a:lnTo>
                  <a:pt x="641" y="29923"/>
                </a:lnTo>
                <a:lnTo>
                  <a:pt x="641" y="30648"/>
                </a:lnTo>
                <a:lnTo>
                  <a:pt x="641" y="31460"/>
                </a:lnTo>
                <a:lnTo>
                  <a:pt x="641" y="32185"/>
                </a:lnTo>
                <a:lnTo>
                  <a:pt x="737" y="32909"/>
                </a:lnTo>
                <a:lnTo>
                  <a:pt x="737" y="33721"/>
                </a:lnTo>
                <a:lnTo>
                  <a:pt x="737" y="34446"/>
                </a:lnTo>
                <a:lnTo>
                  <a:pt x="737" y="35171"/>
                </a:lnTo>
                <a:lnTo>
                  <a:pt x="737" y="35983"/>
                </a:lnTo>
                <a:lnTo>
                  <a:pt x="802" y="36708"/>
                </a:lnTo>
                <a:lnTo>
                  <a:pt x="802" y="37433"/>
                </a:lnTo>
                <a:lnTo>
                  <a:pt x="802" y="38158"/>
                </a:lnTo>
                <a:lnTo>
                  <a:pt x="802" y="38970"/>
                </a:lnTo>
                <a:lnTo>
                  <a:pt x="866" y="39694"/>
                </a:lnTo>
                <a:lnTo>
                  <a:pt x="866" y="40419"/>
                </a:lnTo>
                <a:lnTo>
                  <a:pt x="866" y="41231"/>
                </a:lnTo>
                <a:lnTo>
                  <a:pt x="866" y="41956"/>
                </a:lnTo>
                <a:lnTo>
                  <a:pt x="866" y="42681"/>
                </a:lnTo>
                <a:lnTo>
                  <a:pt x="962" y="43435"/>
                </a:lnTo>
                <a:lnTo>
                  <a:pt x="962" y="44160"/>
                </a:lnTo>
                <a:lnTo>
                  <a:pt x="962" y="44943"/>
                </a:lnTo>
                <a:lnTo>
                  <a:pt x="962" y="45667"/>
                </a:lnTo>
                <a:lnTo>
                  <a:pt x="1026" y="46421"/>
                </a:lnTo>
                <a:lnTo>
                  <a:pt x="1026" y="47146"/>
                </a:lnTo>
                <a:lnTo>
                  <a:pt x="1026" y="47871"/>
                </a:lnTo>
                <a:lnTo>
                  <a:pt x="1026" y="48683"/>
                </a:lnTo>
                <a:lnTo>
                  <a:pt x="1026" y="49408"/>
                </a:lnTo>
                <a:lnTo>
                  <a:pt x="1090" y="50133"/>
                </a:lnTo>
                <a:lnTo>
                  <a:pt x="1090" y="50858"/>
                </a:lnTo>
                <a:lnTo>
                  <a:pt x="1090" y="51612"/>
                </a:lnTo>
                <a:lnTo>
                  <a:pt x="1090" y="52336"/>
                </a:lnTo>
                <a:lnTo>
                  <a:pt x="1154" y="53119"/>
                </a:lnTo>
                <a:lnTo>
                  <a:pt x="1154" y="53873"/>
                </a:lnTo>
                <a:lnTo>
                  <a:pt x="1154" y="54598"/>
                </a:lnTo>
                <a:lnTo>
                  <a:pt x="1154" y="55323"/>
                </a:lnTo>
                <a:lnTo>
                  <a:pt x="1154" y="56048"/>
                </a:lnTo>
                <a:lnTo>
                  <a:pt x="1251" y="56773"/>
                </a:lnTo>
                <a:lnTo>
                  <a:pt x="1251" y="57527"/>
                </a:lnTo>
                <a:lnTo>
                  <a:pt x="1251" y="58252"/>
                </a:lnTo>
                <a:lnTo>
                  <a:pt x="1251" y="58976"/>
                </a:lnTo>
                <a:lnTo>
                  <a:pt x="1315" y="59701"/>
                </a:lnTo>
                <a:lnTo>
                  <a:pt x="1315" y="60455"/>
                </a:lnTo>
                <a:lnTo>
                  <a:pt x="1315" y="61180"/>
                </a:lnTo>
                <a:lnTo>
                  <a:pt x="1315" y="61905"/>
                </a:lnTo>
                <a:lnTo>
                  <a:pt x="1315" y="62630"/>
                </a:lnTo>
                <a:lnTo>
                  <a:pt x="1379" y="63384"/>
                </a:lnTo>
                <a:lnTo>
                  <a:pt x="1379" y="64109"/>
                </a:lnTo>
                <a:lnTo>
                  <a:pt x="1379" y="64834"/>
                </a:lnTo>
                <a:lnTo>
                  <a:pt x="1379" y="65558"/>
                </a:lnTo>
                <a:lnTo>
                  <a:pt x="1379" y="66283"/>
                </a:lnTo>
                <a:lnTo>
                  <a:pt x="1443" y="67037"/>
                </a:lnTo>
                <a:lnTo>
                  <a:pt x="1443" y="67762"/>
                </a:lnTo>
                <a:lnTo>
                  <a:pt x="1443" y="68487"/>
                </a:lnTo>
                <a:lnTo>
                  <a:pt x="1443" y="69212"/>
                </a:lnTo>
                <a:lnTo>
                  <a:pt x="1539" y="69966"/>
                </a:lnTo>
                <a:lnTo>
                  <a:pt x="1539" y="70691"/>
                </a:lnTo>
                <a:lnTo>
                  <a:pt x="1539" y="71416"/>
                </a:lnTo>
                <a:lnTo>
                  <a:pt x="1539" y="72082"/>
                </a:lnTo>
                <a:lnTo>
                  <a:pt x="1539" y="72807"/>
                </a:lnTo>
                <a:lnTo>
                  <a:pt x="1604" y="73532"/>
                </a:lnTo>
                <a:lnTo>
                  <a:pt x="1604" y="74286"/>
                </a:lnTo>
                <a:lnTo>
                  <a:pt x="1604" y="75011"/>
                </a:lnTo>
                <a:lnTo>
                  <a:pt x="1604" y="75736"/>
                </a:lnTo>
                <a:lnTo>
                  <a:pt x="1668" y="76403"/>
                </a:lnTo>
                <a:lnTo>
                  <a:pt x="1668" y="77128"/>
                </a:lnTo>
                <a:lnTo>
                  <a:pt x="1668" y="77853"/>
                </a:lnTo>
                <a:lnTo>
                  <a:pt x="1668" y="78606"/>
                </a:lnTo>
                <a:lnTo>
                  <a:pt x="1668" y="79331"/>
                </a:lnTo>
                <a:lnTo>
                  <a:pt x="1764" y="79998"/>
                </a:lnTo>
                <a:lnTo>
                  <a:pt x="1764" y="80723"/>
                </a:lnTo>
                <a:lnTo>
                  <a:pt x="1764" y="81448"/>
                </a:lnTo>
                <a:lnTo>
                  <a:pt x="1764" y="82202"/>
                </a:lnTo>
                <a:lnTo>
                  <a:pt x="1828" y="82840"/>
                </a:lnTo>
                <a:lnTo>
                  <a:pt x="1828" y="83594"/>
                </a:lnTo>
                <a:lnTo>
                  <a:pt x="1828" y="84319"/>
                </a:lnTo>
                <a:lnTo>
                  <a:pt x="1828" y="85043"/>
                </a:lnTo>
                <a:lnTo>
                  <a:pt x="1828" y="85710"/>
                </a:lnTo>
                <a:lnTo>
                  <a:pt x="1892" y="86435"/>
                </a:lnTo>
                <a:lnTo>
                  <a:pt x="1892" y="87189"/>
                </a:lnTo>
                <a:lnTo>
                  <a:pt x="1892" y="87827"/>
                </a:lnTo>
                <a:lnTo>
                  <a:pt x="1892" y="88581"/>
                </a:lnTo>
                <a:lnTo>
                  <a:pt x="1956" y="89306"/>
                </a:lnTo>
                <a:lnTo>
                  <a:pt x="1956" y="89973"/>
                </a:lnTo>
                <a:lnTo>
                  <a:pt x="1956" y="90698"/>
                </a:lnTo>
                <a:lnTo>
                  <a:pt x="1956" y="91364"/>
                </a:lnTo>
                <a:lnTo>
                  <a:pt x="1956" y="92089"/>
                </a:lnTo>
                <a:lnTo>
                  <a:pt x="2053" y="92814"/>
                </a:lnTo>
                <a:lnTo>
                  <a:pt x="2053" y="93481"/>
                </a:lnTo>
                <a:lnTo>
                  <a:pt x="2053" y="94235"/>
                </a:lnTo>
                <a:lnTo>
                  <a:pt x="2053" y="94902"/>
                </a:lnTo>
                <a:lnTo>
                  <a:pt x="2117" y="95627"/>
                </a:lnTo>
                <a:lnTo>
                  <a:pt x="2117" y="96294"/>
                </a:lnTo>
                <a:lnTo>
                  <a:pt x="2117" y="97019"/>
                </a:lnTo>
                <a:lnTo>
                  <a:pt x="2117" y="97686"/>
                </a:lnTo>
                <a:lnTo>
                  <a:pt x="2117" y="98410"/>
                </a:lnTo>
                <a:lnTo>
                  <a:pt x="2181" y="99077"/>
                </a:lnTo>
                <a:lnTo>
                  <a:pt x="2181" y="99802"/>
                </a:lnTo>
                <a:lnTo>
                  <a:pt x="2181" y="100475"/>
                </a:lnTo>
                <a:lnTo>
                  <a:pt x="2181" y="101206"/>
                </a:lnTo>
                <a:lnTo>
                  <a:pt x="2181" y="101870"/>
                </a:lnTo>
                <a:lnTo>
                  <a:pt x="2277" y="102603"/>
                </a:lnTo>
                <a:lnTo>
                  <a:pt x="2277" y="103267"/>
                </a:lnTo>
                <a:lnTo>
                  <a:pt x="2277" y="103998"/>
                </a:lnTo>
                <a:lnTo>
                  <a:pt x="2277" y="104665"/>
                </a:lnTo>
                <a:lnTo>
                  <a:pt x="2341" y="105329"/>
                </a:lnTo>
                <a:lnTo>
                  <a:pt x="2341" y="106059"/>
                </a:lnTo>
                <a:lnTo>
                  <a:pt x="2341" y="106726"/>
                </a:lnTo>
                <a:lnTo>
                  <a:pt x="2341" y="107457"/>
                </a:lnTo>
                <a:lnTo>
                  <a:pt x="2341" y="108121"/>
                </a:lnTo>
                <a:lnTo>
                  <a:pt x="2406" y="108788"/>
                </a:lnTo>
                <a:lnTo>
                  <a:pt x="2406" y="109519"/>
                </a:lnTo>
                <a:lnTo>
                  <a:pt x="2406" y="110183"/>
                </a:lnTo>
                <a:lnTo>
                  <a:pt x="2406" y="110847"/>
                </a:lnTo>
                <a:lnTo>
                  <a:pt x="2470" y="111580"/>
                </a:lnTo>
                <a:lnTo>
                  <a:pt x="2470" y="112244"/>
                </a:lnTo>
                <a:lnTo>
                  <a:pt x="2470" y="112908"/>
                </a:lnTo>
                <a:lnTo>
                  <a:pt x="2470" y="113575"/>
                </a:lnTo>
                <a:lnTo>
                  <a:pt x="2470" y="114306"/>
                </a:lnTo>
                <a:lnTo>
                  <a:pt x="2566" y="114970"/>
                </a:lnTo>
                <a:lnTo>
                  <a:pt x="2566" y="115637"/>
                </a:lnTo>
                <a:lnTo>
                  <a:pt x="2566" y="116301"/>
                </a:lnTo>
                <a:lnTo>
                  <a:pt x="2566" y="117031"/>
                </a:lnTo>
                <a:lnTo>
                  <a:pt x="2630" y="117698"/>
                </a:lnTo>
                <a:lnTo>
                  <a:pt x="2630" y="118362"/>
                </a:lnTo>
                <a:lnTo>
                  <a:pt x="2630" y="119026"/>
                </a:lnTo>
                <a:lnTo>
                  <a:pt x="2630" y="119693"/>
                </a:lnTo>
                <a:lnTo>
                  <a:pt x="2630" y="120424"/>
                </a:lnTo>
                <a:lnTo>
                  <a:pt x="2694" y="121088"/>
                </a:lnTo>
                <a:lnTo>
                  <a:pt x="2694" y="121755"/>
                </a:lnTo>
                <a:lnTo>
                  <a:pt x="2694" y="122419"/>
                </a:lnTo>
                <a:lnTo>
                  <a:pt x="2694" y="123083"/>
                </a:lnTo>
                <a:lnTo>
                  <a:pt x="2758" y="123747"/>
                </a:lnTo>
                <a:lnTo>
                  <a:pt x="2758" y="124414"/>
                </a:lnTo>
                <a:lnTo>
                  <a:pt x="2758" y="125078"/>
                </a:lnTo>
                <a:lnTo>
                  <a:pt x="2758" y="125745"/>
                </a:lnTo>
                <a:lnTo>
                  <a:pt x="2758" y="126409"/>
                </a:lnTo>
                <a:lnTo>
                  <a:pt x="2855" y="127139"/>
                </a:lnTo>
                <a:lnTo>
                  <a:pt x="2855" y="127803"/>
                </a:lnTo>
                <a:lnTo>
                  <a:pt x="2855" y="128470"/>
                </a:lnTo>
                <a:lnTo>
                  <a:pt x="2855" y="129134"/>
                </a:lnTo>
                <a:lnTo>
                  <a:pt x="2919" y="129798"/>
                </a:lnTo>
                <a:lnTo>
                  <a:pt x="2919" y="130465"/>
                </a:lnTo>
                <a:lnTo>
                  <a:pt x="2919" y="131129"/>
                </a:lnTo>
                <a:lnTo>
                  <a:pt x="2919" y="131793"/>
                </a:lnTo>
                <a:lnTo>
                  <a:pt x="2919" y="132460"/>
                </a:lnTo>
                <a:lnTo>
                  <a:pt x="2983" y="133057"/>
                </a:lnTo>
                <a:lnTo>
                  <a:pt x="2983" y="133724"/>
                </a:lnTo>
                <a:lnTo>
                  <a:pt x="2983" y="134388"/>
                </a:lnTo>
                <a:lnTo>
                  <a:pt x="2983" y="135052"/>
                </a:lnTo>
                <a:lnTo>
                  <a:pt x="2983" y="135719"/>
                </a:lnTo>
                <a:lnTo>
                  <a:pt x="3079" y="136383"/>
                </a:lnTo>
                <a:lnTo>
                  <a:pt x="3079" y="137047"/>
                </a:lnTo>
                <a:lnTo>
                  <a:pt x="3079" y="137714"/>
                </a:lnTo>
                <a:lnTo>
                  <a:pt x="3079" y="138378"/>
                </a:lnTo>
                <a:lnTo>
                  <a:pt x="3143" y="138975"/>
                </a:lnTo>
                <a:lnTo>
                  <a:pt x="3143" y="139642"/>
                </a:lnTo>
                <a:lnTo>
                  <a:pt x="3143" y="140306"/>
                </a:lnTo>
                <a:lnTo>
                  <a:pt x="3143" y="140970"/>
                </a:lnTo>
                <a:lnTo>
                  <a:pt x="3143" y="141637"/>
                </a:lnTo>
                <a:lnTo>
                  <a:pt x="3208" y="142234"/>
                </a:lnTo>
                <a:lnTo>
                  <a:pt x="3208" y="14289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243222" y="3826125"/>
            <a:ext cx="3208" cy="111647"/>
          </a:xfrm>
          <a:custGeom>
            <a:avLst/>
            <a:gdLst/>
            <a:ahLst/>
            <a:cxnLst/>
            <a:rect l="l" t="t" r="r" b="b"/>
            <a:pathLst>
              <a:path w="3208" h="111647">
                <a:moveTo>
                  <a:pt x="0" y="0"/>
                </a:moveTo>
                <a:lnTo>
                  <a:pt x="0" y="666"/>
                </a:lnTo>
                <a:lnTo>
                  <a:pt x="0" y="1330"/>
                </a:lnTo>
                <a:lnTo>
                  <a:pt x="64" y="1928"/>
                </a:lnTo>
                <a:lnTo>
                  <a:pt x="64" y="2595"/>
                </a:lnTo>
                <a:lnTo>
                  <a:pt x="64" y="3259"/>
                </a:lnTo>
                <a:lnTo>
                  <a:pt x="64" y="3923"/>
                </a:lnTo>
                <a:lnTo>
                  <a:pt x="64" y="4523"/>
                </a:lnTo>
                <a:lnTo>
                  <a:pt x="160" y="5187"/>
                </a:lnTo>
                <a:lnTo>
                  <a:pt x="160" y="5851"/>
                </a:lnTo>
                <a:lnTo>
                  <a:pt x="160" y="6451"/>
                </a:lnTo>
                <a:lnTo>
                  <a:pt x="160" y="7115"/>
                </a:lnTo>
                <a:lnTo>
                  <a:pt x="224" y="7715"/>
                </a:lnTo>
                <a:lnTo>
                  <a:pt x="224" y="8379"/>
                </a:lnTo>
                <a:lnTo>
                  <a:pt x="224" y="9043"/>
                </a:lnTo>
                <a:lnTo>
                  <a:pt x="224" y="9643"/>
                </a:lnTo>
                <a:lnTo>
                  <a:pt x="224" y="10307"/>
                </a:lnTo>
                <a:lnTo>
                  <a:pt x="288" y="10905"/>
                </a:lnTo>
                <a:lnTo>
                  <a:pt x="288" y="11572"/>
                </a:lnTo>
                <a:lnTo>
                  <a:pt x="288" y="12169"/>
                </a:lnTo>
                <a:lnTo>
                  <a:pt x="288" y="12833"/>
                </a:lnTo>
                <a:lnTo>
                  <a:pt x="352" y="13433"/>
                </a:lnTo>
                <a:lnTo>
                  <a:pt x="352" y="14097"/>
                </a:lnTo>
                <a:lnTo>
                  <a:pt x="352" y="14697"/>
                </a:lnTo>
                <a:lnTo>
                  <a:pt x="352" y="15361"/>
                </a:lnTo>
                <a:lnTo>
                  <a:pt x="352" y="15959"/>
                </a:lnTo>
                <a:lnTo>
                  <a:pt x="449" y="16626"/>
                </a:lnTo>
                <a:lnTo>
                  <a:pt x="449" y="17223"/>
                </a:lnTo>
                <a:lnTo>
                  <a:pt x="449" y="17887"/>
                </a:lnTo>
                <a:lnTo>
                  <a:pt x="449" y="18487"/>
                </a:lnTo>
                <a:lnTo>
                  <a:pt x="513" y="19151"/>
                </a:lnTo>
                <a:lnTo>
                  <a:pt x="513" y="19751"/>
                </a:lnTo>
                <a:lnTo>
                  <a:pt x="513" y="20349"/>
                </a:lnTo>
                <a:lnTo>
                  <a:pt x="513" y="21013"/>
                </a:lnTo>
                <a:lnTo>
                  <a:pt x="513" y="21613"/>
                </a:lnTo>
                <a:lnTo>
                  <a:pt x="577" y="22210"/>
                </a:lnTo>
                <a:lnTo>
                  <a:pt x="577" y="22874"/>
                </a:lnTo>
                <a:lnTo>
                  <a:pt x="577" y="23474"/>
                </a:lnTo>
                <a:lnTo>
                  <a:pt x="577" y="24072"/>
                </a:lnTo>
                <a:lnTo>
                  <a:pt x="577" y="24739"/>
                </a:lnTo>
                <a:lnTo>
                  <a:pt x="673" y="25336"/>
                </a:lnTo>
                <a:lnTo>
                  <a:pt x="673" y="25933"/>
                </a:lnTo>
                <a:lnTo>
                  <a:pt x="673" y="26533"/>
                </a:lnTo>
                <a:lnTo>
                  <a:pt x="673" y="27197"/>
                </a:lnTo>
                <a:lnTo>
                  <a:pt x="737" y="27795"/>
                </a:lnTo>
                <a:lnTo>
                  <a:pt x="737" y="28395"/>
                </a:lnTo>
                <a:lnTo>
                  <a:pt x="737" y="28992"/>
                </a:lnTo>
                <a:lnTo>
                  <a:pt x="737" y="29592"/>
                </a:lnTo>
                <a:lnTo>
                  <a:pt x="737" y="30256"/>
                </a:lnTo>
                <a:lnTo>
                  <a:pt x="802" y="30854"/>
                </a:lnTo>
                <a:lnTo>
                  <a:pt x="802" y="31454"/>
                </a:lnTo>
                <a:lnTo>
                  <a:pt x="802" y="32051"/>
                </a:lnTo>
                <a:lnTo>
                  <a:pt x="802" y="32651"/>
                </a:lnTo>
                <a:lnTo>
                  <a:pt x="866" y="33249"/>
                </a:lnTo>
                <a:lnTo>
                  <a:pt x="866" y="33846"/>
                </a:lnTo>
                <a:lnTo>
                  <a:pt x="866" y="34446"/>
                </a:lnTo>
                <a:lnTo>
                  <a:pt x="866" y="35044"/>
                </a:lnTo>
                <a:lnTo>
                  <a:pt x="866" y="35644"/>
                </a:lnTo>
                <a:lnTo>
                  <a:pt x="962" y="36241"/>
                </a:lnTo>
                <a:lnTo>
                  <a:pt x="962" y="36838"/>
                </a:lnTo>
                <a:lnTo>
                  <a:pt x="962" y="37505"/>
                </a:lnTo>
                <a:lnTo>
                  <a:pt x="962" y="38103"/>
                </a:lnTo>
                <a:lnTo>
                  <a:pt x="1026" y="38636"/>
                </a:lnTo>
                <a:lnTo>
                  <a:pt x="1026" y="39233"/>
                </a:lnTo>
                <a:lnTo>
                  <a:pt x="1026" y="39831"/>
                </a:lnTo>
                <a:lnTo>
                  <a:pt x="1026" y="40431"/>
                </a:lnTo>
                <a:lnTo>
                  <a:pt x="1026" y="41028"/>
                </a:lnTo>
                <a:lnTo>
                  <a:pt x="1090" y="41628"/>
                </a:lnTo>
                <a:lnTo>
                  <a:pt x="1090" y="42226"/>
                </a:lnTo>
                <a:lnTo>
                  <a:pt x="1090" y="42823"/>
                </a:lnTo>
                <a:lnTo>
                  <a:pt x="1090" y="43423"/>
                </a:lnTo>
                <a:lnTo>
                  <a:pt x="1186" y="44021"/>
                </a:lnTo>
                <a:lnTo>
                  <a:pt x="1186" y="44621"/>
                </a:lnTo>
                <a:lnTo>
                  <a:pt x="1186" y="45151"/>
                </a:lnTo>
                <a:lnTo>
                  <a:pt x="1186" y="45749"/>
                </a:lnTo>
                <a:lnTo>
                  <a:pt x="1186" y="46349"/>
                </a:lnTo>
                <a:lnTo>
                  <a:pt x="1251" y="46946"/>
                </a:lnTo>
                <a:lnTo>
                  <a:pt x="1251" y="47546"/>
                </a:lnTo>
                <a:lnTo>
                  <a:pt x="1251" y="48077"/>
                </a:lnTo>
                <a:lnTo>
                  <a:pt x="1251" y="48674"/>
                </a:lnTo>
                <a:lnTo>
                  <a:pt x="1315" y="49275"/>
                </a:lnTo>
                <a:lnTo>
                  <a:pt x="1315" y="49872"/>
                </a:lnTo>
                <a:lnTo>
                  <a:pt x="1315" y="50405"/>
                </a:lnTo>
                <a:lnTo>
                  <a:pt x="1315" y="51003"/>
                </a:lnTo>
                <a:lnTo>
                  <a:pt x="1315" y="51603"/>
                </a:lnTo>
                <a:lnTo>
                  <a:pt x="1379" y="52134"/>
                </a:lnTo>
                <a:lnTo>
                  <a:pt x="1379" y="52731"/>
                </a:lnTo>
                <a:lnTo>
                  <a:pt x="1379" y="53331"/>
                </a:lnTo>
                <a:lnTo>
                  <a:pt x="1379" y="53862"/>
                </a:lnTo>
                <a:lnTo>
                  <a:pt x="1379" y="54462"/>
                </a:lnTo>
                <a:lnTo>
                  <a:pt x="1475" y="55059"/>
                </a:lnTo>
                <a:lnTo>
                  <a:pt x="1475" y="55593"/>
                </a:lnTo>
                <a:lnTo>
                  <a:pt x="1475" y="56190"/>
                </a:lnTo>
                <a:lnTo>
                  <a:pt x="1475" y="56721"/>
                </a:lnTo>
                <a:lnTo>
                  <a:pt x="1539" y="57321"/>
                </a:lnTo>
                <a:lnTo>
                  <a:pt x="1539" y="57851"/>
                </a:lnTo>
                <a:lnTo>
                  <a:pt x="1539" y="58452"/>
                </a:lnTo>
                <a:lnTo>
                  <a:pt x="1539" y="58982"/>
                </a:lnTo>
                <a:lnTo>
                  <a:pt x="1539" y="59582"/>
                </a:lnTo>
                <a:lnTo>
                  <a:pt x="1604" y="60113"/>
                </a:lnTo>
                <a:lnTo>
                  <a:pt x="1604" y="60710"/>
                </a:lnTo>
                <a:lnTo>
                  <a:pt x="1604" y="61244"/>
                </a:lnTo>
                <a:lnTo>
                  <a:pt x="1604" y="61841"/>
                </a:lnTo>
                <a:lnTo>
                  <a:pt x="1668" y="62375"/>
                </a:lnTo>
                <a:lnTo>
                  <a:pt x="1668" y="62972"/>
                </a:lnTo>
                <a:lnTo>
                  <a:pt x="1668" y="63506"/>
                </a:lnTo>
                <a:lnTo>
                  <a:pt x="1668" y="64036"/>
                </a:lnTo>
                <a:lnTo>
                  <a:pt x="1668" y="64636"/>
                </a:lnTo>
                <a:lnTo>
                  <a:pt x="1764" y="65167"/>
                </a:lnTo>
                <a:lnTo>
                  <a:pt x="1764" y="65698"/>
                </a:lnTo>
                <a:lnTo>
                  <a:pt x="1764" y="66298"/>
                </a:lnTo>
                <a:lnTo>
                  <a:pt x="1764" y="66828"/>
                </a:lnTo>
                <a:lnTo>
                  <a:pt x="1828" y="67362"/>
                </a:lnTo>
                <a:lnTo>
                  <a:pt x="1828" y="67959"/>
                </a:lnTo>
                <a:lnTo>
                  <a:pt x="1828" y="68493"/>
                </a:lnTo>
                <a:lnTo>
                  <a:pt x="1828" y="69023"/>
                </a:lnTo>
                <a:lnTo>
                  <a:pt x="1828" y="69557"/>
                </a:lnTo>
                <a:lnTo>
                  <a:pt x="1892" y="70154"/>
                </a:lnTo>
                <a:lnTo>
                  <a:pt x="1892" y="70685"/>
                </a:lnTo>
                <a:lnTo>
                  <a:pt x="1892" y="71218"/>
                </a:lnTo>
                <a:lnTo>
                  <a:pt x="1892" y="71749"/>
                </a:lnTo>
                <a:lnTo>
                  <a:pt x="1988" y="72283"/>
                </a:lnTo>
                <a:lnTo>
                  <a:pt x="1988" y="72813"/>
                </a:lnTo>
                <a:lnTo>
                  <a:pt x="1988" y="73413"/>
                </a:lnTo>
                <a:lnTo>
                  <a:pt x="1988" y="73944"/>
                </a:lnTo>
                <a:lnTo>
                  <a:pt x="1988" y="74477"/>
                </a:lnTo>
                <a:lnTo>
                  <a:pt x="2053" y="75008"/>
                </a:lnTo>
                <a:lnTo>
                  <a:pt x="2053" y="75542"/>
                </a:lnTo>
                <a:lnTo>
                  <a:pt x="2053" y="76072"/>
                </a:lnTo>
                <a:lnTo>
                  <a:pt x="2053" y="76606"/>
                </a:lnTo>
                <a:lnTo>
                  <a:pt x="2117" y="77136"/>
                </a:lnTo>
                <a:lnTo>
                  <a:pt x="2117" y="77667"/>
                </a:lnTo>
                <a:lnTo>
                  <a:pt x="2117" y="78201"/>
                </a:lnTo>
                <a:lnTo>
                  <a:pt x="2117" y="78731"/>
                </a:lnTo>
                <a:lnTo>
                  <a:pt x="2117" y="79265"/>
                </a:lnTo>
                <a:lnTo>
                  <a:pt x="2181" y="79795"/>
                </a:lnTo>
                <a:lnTo>
                  <a:pt x="2181" y="80329"/>
                </a:lnTo>
                <a:lnTo>
                  <a:pt x="2181" y="80859"/>
                </a:lnTo>
                <a:lnTo>
                  <a:pt x="2181" y="81393"/>
                </a:lnTo>
                <a:lnTo>
                  <a:pt x="2181" y="81924"/>
                </a:lnTo>
                <a:lnTo>
                  <a:pt x="2277" y="82457"/>
                </a:lnTo>
                <a:lnTo>
                  <a:pt x="2277" y="82988"/>
                </a:lnTo>
                <a:lnTo>
                  <a:pt x="2277" y="83454"/>
                </a:lnTo>
                <a:lnTo>
                  <a:pt x="2277" y="83985"/>
                </a:lnTo>
                <a:lnTo>
                  <a:pt x="2341" y="84519"/>
                </a:lnTo>
                <a:lnTo>
                  <a:pt x="2341" y="85049"/>
                </a:lnTo>
                <a:lnTo>
                  <a:pt x="2341" y="85583"/>
                </a:lnTo>
                <a:lnTo>
                  <a:pt x="2341" y="86113"/>
                </a:lnTo>
                <a:lnTo>
                  <a:pt x="2341" y="86580"/>
                </a:lnTo>
                <a:lnTo>
                  <a:pt x="2406" y="87111"/>
                </a:lnTo>
                <a:lnTo>
                  <a:pt x="2406" y="87641"/>
                </a:lnTo>
                <a:lnTo>
                  <a:pt x="2406" y="88175"/>
                </a:lnTo>
                <a:lnTo>
                  <a:pt x="2406" y="88639"/>
                </a:lnTo>
                <a:lnTo>
                  <a:pt x="2502" y="89172"/>
                </a:lnTo>
                <a:lnTo>
                  <a:pt x="2502" y="89703"/>
                </a:lnTo>
                <a:lnTo>
                  <a:pt x="2502" y="90170"/>
                </a:lnTo>
                <a:lnTo>
                  <a:pt x="2502" y="90700"/>
                </a:lnTo>
                <a:lnTo>
                  <a:pt x="2502" y="91234"/>
                </a:lnTo>
                <a:lnTo>
                  <a:pt x="2566" y="91698"/>
                </a:lnTo>
                <a:lnTo>
                  <a:pt x="2566" y="92231"/>
                </a:lnTo>
                <a:lnTo>
                  <a:pt x="2566" y="92695"/>
                </a:lnTo>
                <a:lnTo>
                  <a:pt x="2566" y="93229"/>
                </a:lnTo>
                <a:lnTo>
                  <a:pt x="2630" y="93760"/>
                </a:lnTo>
                <a:lnTo>
                  <a:pt x="2630" y="94226"/>
                </a:lnTo>
                <a:lnTo>
                  <a:pt x="2630" y="94757"/>
                </a:lnTo>
                <a:lnTo>
                  <a:pt x="2630" y="95224"/>
                </a:lnTo>
                <a:lnTo>
                  <a:pt x="2630" y="95754"/>
                </a:lnTo>
                <a:lnTo>
                  <a:pt x="2694" y="96221"/>
                </a:lnTo>
                <a:lnTo>
                  <a:pt x="2694" y="96752"/>
                </a:lnTo>
                <a:lnTo>
                  <a:pt x="2694" y="97219"/>
                </a:lnTo>
                <a:lnTo>
                  <a:pt x="2694" y="97749"/>
                </a:lnTo>
                <a:lnTo>
                  <a:pt x="2790" y="98216"/>
                </a:lnTo>
                <a:lnTo>
                  <a:pt x="2790" y="98680"/>
                </a:lnTo>
                <a:lnTo>
                  <a:pt x="2790" y="99214"/>
                </a:lnTo>
                <a:lnTo>
                  <a:pt x="2790" y="99678"/>
                </a:lnTo>
                <a:lnTo>
                  <a:pt x="2790" y="100144"/>
                </a:lnTo>
                <a:lnTo>
                  <a:pt x="2855" y="100675"/>
                </a:lnTo>
                <a:lnTo>
                  <a:pt x="2855" y="101142"/>
                </a:lnTo>
                <a:lnTo>
                  <a:pt x="2855" y="101606"/>
                </a:lnTo>
                <a:lnTo>
                  <a:pt x="2855" y="102139"/>
                </a:lnTo>
                <a:lnTo>
                  <a:pt x="2919" y="102603"/>
                </a:lnTo>
                <a:lnTo>
                  <a:pt x="2919" y="103070"/>
                </a:lnTo>
                <a:lnTo>
                  <a:pt x="2919" y="103601"/>
                </a:lnTo>
                <a:lnTo>
                  <a:pt x="2919" y="104067"/>
                </a:lnTo>
                <a:lnTo>
                  <a:pt x="2919" y="104534"/>
                </a:lnTo>
                <a:lnTo>
                  <a:pt x="2983" y="104998"/>
                </a:lnTo>
                <a:lnTo>
                  <a:pt x="2983" y="105465"/>
                </a:lnTo>
                <a:lnTo>
                  <a:pt x="2983" y="105996"/>
                </a:lnTo>
                <a:lnTo>
                  <a:pt x="2983" y="106462"/>
                </a:lnTo>
                <a:lnTo>
                  <a:pt x="2983" y="106926"/>
                </a:lnTo>
                <a:lnTo>
                  <a:pt x="3079" y="107393"/>
                </a:lnTo>
                <a:lnTo>
                  <a:pt x="3079" y="107857"/>
                </a:lnTo>
                <a:lnTo>
                  <a:pt x="3079" y="108324"/>
                </a:lnTo>
                <a:lnTo>
                  <a:pt x="3079" y="108788"/>
                </a:lnTo>
                <a:lnTo>
                  <a:pt x="3143" y="109255"/>
                </a:lnTo>
                <a:lnTo>
                  <a:pt x="3143" y="109719"/>
                </a:lnTo>
                <a:lnTo>
                  <a:pt x="3143" y="110252"/>
                </a:lnTo>
                <a:lnTo>
                  <a:pt x="3143" y="110716"/>
                </a:lnTo>
                <a:lnTo>
                  <a:pt x="3143" y="111183"/>
                </a:lnTo>
                <a:lnTo>
                  <a:pt x="3208" y="11164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246430" y="3937773"/>
            <a:ext cx="3143" cy="70488"/>
          </a:xfrm>
          <a:custGeom>
            <a:avLst/>
            <a:gdLst/>
            <a:ahLst/>
            <a:cxnLst/>
            <a:rect l="l" t="t" r="r" b="b"/>
            <a:pathLst>
              <a:path w="3143" h="70488">
                <a:moveTo>
                  <a:pt x="0" y="0"/>
                </a:moveTo>
                <a:lnTo>
                  <a:pt x="0" y="466"/>
                </a:lnTo>
                <a:lnTo>
                  <a:pt x="0" y="866"/>
                </a:lnTo>
                <a:lnTo>
                  <a:pt x="0" y="1330"/>
                </a:lnTo>
                <a:lnTo>
                  <a:pt x="96" y="1797"/>
                </a:lnTo>
                <a:lnTo>
                  <a:pt x="96" y="2261"/>
                </a:lnTo>
                <a:lnTo>
                  <a:pt x="96" y="2728"/>
                </a:lnTo>
                <a:lnTo>
                  <a:pt x="96" y="3192"/>
                </a:lnTo>
                <a:lnTo>
                  <a:pt x="96" y="3659"/>
                </a:lnTo>
                <a:lnTo>
                  <a:pt x="160" y="4123"/>
                </a:lnTo>
                <a:lnTo>
                  <a:pt x="160" y="4589"/>
                </a:lnTo>
                <a:lnTo>
                  <a:pt x="160" y="4987"/>
                </a:lnTo>
                <a:lnTo>
                  <a:pt x="160" y="5454"/>
                </a:lnTo>
                <a:lnTo>
                  <a:pt x="224" y="5917"/>
                </a:lnTo>
                <a:lnTo>
                  <a:pt x="224" y="6384"/>
                </a:lnTo>
                <a:lnTo>
                  <a:pt x="224" y="6851"/>
                </a:lnTo>
                <a:lnTo>
                  <a:pt x="224" y="7248"/>
                </a:lnTo>
                <a:lnTo>
                  <a:pt x="224" y="7715"/>
                </a:lnTo>
                <a:lnTo>
                  <a:pt x="288" y="8179"/>
                </a:lnTo>
                <a:lnTo>
                  <a:pt x="288" y="8579"/>
                </a:lnTo>
                <a:lnTo>
                  <a:pt x="288" y="9043"/>
                </a:lnTo>
                <a:lnTo>
                  <a:pt x="288" y="9510"/>
                </a:lnTo>
                <a:lnTo>
                  <a:pt x="384" y="9907"/>
                </a:lnTo>
                <a:lnTo>
                  <a:pt x="384" y="10374"/>
                </a:lnTo>
                <a:lnTo>
                  <a:pt x="384" y="10841"/>
                </a:lnTo>
                <a:lnTo>
                  <a:pt x="384" y="11238"/>
                </a:lnTo>
                <a:lnTo>
                  <a:pt x="384" y="11705"/>
                </a:lnTo>
                <a:lnTo>
                  <a:pt x="449" y="12102"/>
                </a:lnTo>
                <a:lnTo>
                  <a:pt x="449" y="12569"/>
                </a:lnTo>
                <a:lnTo>
                  <a:pt x="449" y="12966"/>
                </a:lnTo>
                <a:lnTo>
                  <a:pt x="449" y="13433"/>
                </a:lnTo>
                <a:lnTo>
                  <a:pt x="513" y="13833"/>
                </a:lnTo>
                <a:lnTo>
                  <a:pt x="513" y="14297"/>
                </a:lnTo>
                <a:lnTo>
                  <a:pt x="513" y="14697"/>
                </a:lnTo>
                <a:lnTo>
                  <a:pt x="513" y="15161"/>
                </a:lnTo>
                <a:lnTo>
                  <a:pt x="513" y="15561"/>
                </a:lnTo>
                <a:lnTo>
                  <a:pt x="577" y="16025"/>
                </a:lnTo>
                <a:lnTo>
                  <a:pt x="577" y="16425"/>
                </a:lnTo>
                <a:lnTo>
                  <a:pt x="577" y="16826"/>
                </a:lnTo>
                <a:lnTo>
                  <a:pt x="577" y="17290"/>
                </a:lnTo>
                <a:lnTo>
                  <a:pt x="577" y="17690"/>
                </a:lnTo>
                <a:lnTo>
                  <a:pt x="673" y="18087"/>
                </a:lnTo>
                <a:lnTo>
                  <a:pt x="673" y="18554"/>
                </a:lnTo>
                <a:lnTo>
                  <a:pt x="673" y="18951"/>
                </a:lnTo>
                <a:lnTo>
                  <a:pt x="673" y="19351"/>
                </a:lnTo>
                <a:lnTo>
                  <a:pt x="737" y="19818"/>
                </a:lnTo>
                <a:lnTo>
                  <a:pt x="737" y="20215"/>
                </a:lnTo>
                <a:lnTo>
                  <a:pt x="737" y="20615"/>
                </a:lnTo>
                <a:lnTo>
                  <a:pt x="737" y="21013"/>
                </a:lnTo>
                <a:lnTo>
                  <a:pt x="737" y="21479"/>
                </a:lnTo>
                <a:lnTo>
                  <a:pt x="802" y="21877"/>
                </a:lnTo>
                <a:lnTo>
                  <a:pt x="802" y="22277"/>
                </a:lnTo>
                <a:lnTo>
                  <a:pt x="802" y="22677"/>
                </a:lnTo>
                <a:lnTo>
                  <a:pt x="802" y="23074"/>
                </a:lnTo>
                <a:lnTo>
                  <a:pt x="898" y="23474"/>
                </a:lnTo>
                <a:lnTo>
                  <a:pt x="898" y="23872"/>
                </a:lnTo>
                <a:lnTo>
                  <a:pt x="898" y="24272"/>
                </a:lnTo>
                <a:lnTo>
                  <a:pt x="898" y="24739"/>
                </a:lnTo>
                <a:lnTo>
                  <a:pt x="898" y="25136"/>
                </a:lnTo>
                <a:lnTo>
                  <a:pt x="962" y="25536"/>
                </a:lnTo>
                <a:lnTo>
                  <a:pt x="962" y="25933"/>
                </a:lnTo>
                <a:lnTo>
                  <a:pt x="962" y="26333"/>
                </a:lnTo>
                <a:lnTo>
                  <a:pt x="962" y="26733"/>
                </a:lnTo>
                <a:lnTo>
                  <a:pt x="1026" y="27131"/>
                </a:lnTo>
                <a:lnTo>
                  <a:pt x="1026" y="27531"/>
                </a:lnTo>
                <a:lnTo>
                  <a:pt x="1026" y="27928"/>
                </a:lnTo>
                <a:lnTo>
                  <a:pt x="1026" y="28261"/>
                </a:lnTo>
                <a:lnTo>
                  <a:pt x="1026" y="28662"/>
                </a:lnTo>
                <a:lnTo>
                  <a:pt x="1090" y="29059"/>
                </a:lnTo>
                <a:lnTo>
                  <a:pt x="1090" y="29459"/>
                </a:lnTo>
                <a:lnTo>
                  <a:pt x="1090" y="29856"/>
                </a:lnTo>
                <a:lnTo>
                  <a:pt x="1090" y="30256"/>
                </a:lnTo>
                <a:lnTo>
                  <a:pt x="1186" y="30656"/>
                </a:lnTo>
                <a:lnTo>
                  <a:pt x="1186" y="30987"/>
                </a:lnTo>
                <a:lnTo>
                  <a:pt x="1186" y="31387"/>
                </a:lnTo>
                <a:lnTo>
                  <a:pt x="1186" y="31787"/>
                </a:lnTo>
                <a:lnTo>
                  <a:pt x="1186" y="32185"/>
                </a:lnTo>
                <a:lnTo>
                  <a:pt x="1251" y="32518"/>
                </a:lnTo>
                <a:lnTo>
                  <a:pt x="1251" y="32915"/>
                </a:lnTo>
                <a:lnTo>
                  <a:pt x="1251" y="33315"/>
                </a:lnTo>
                <a:lnTo>
                  <a:pt x="1251" y="33716"/>
                </a:lnTo>
                <a:lnTo>
                  <a:pt x="1315" y="34046"/>
                </a:lnTo>
                <a:lnTo>
                  <a:pt x="1315" y="34446"/>
                </a:lnTo>
                <a:lnTo>
                  <a:pt x="1315" y="34843"/>
                </a:lnTo>
                <a:lnTo>
                  <a:pt x="1315" y="35177"/>
                </a:lnTo>
                <a:lnTo>
                  <a:pt x="1315" y="35577"/>
                </a:lnTo>
                <a:lnTo>
                  <a:pt x="1411" y="35908"/>
                </a:lnTo>
                <a:lnTo>
                  <a:pt x="1411" y="36308"/>
                </a:lnTo>
                <a:lnTo>
                  <a:pt x="1411" y="36641"/>
                </a:lnTo>
                <a:lnTo>
                  <a:pt x="1411" y="37038"/>
                </a:lnTo>
                <a:lnTo>
                  <a:pt x="1411" y="37439"/>
                </a:lnTo>
                <a:lnTo>
                  <a:pt x="1475" y="37772"/>
                </a:lnTo>
                <a:lnTo>
                  <a:pt x="1475" y="38169"/>
                </a:lnTo>
                <a:lnTo>
                  <a:pt x="1475" y="38503"/>
                </a:lnTo>
                <a:lnTo>
                  <a:pt x="1475" y="38833"/>
                </a:lnTo>
                <a:lnTo>
                  <a:pt x="1539" y="39233"/>
                </a:lnTo>
                <a:lnTo>
                  <a:pt x="1539" y="39567"/>
                </a:lnTo>
                <a:lnTo>
                  <a:pt x="1539" y="39964"/>
                </a:lnTo>
                <a:lnTo>
                  <a:pt x="1539" y="40298"/>
                </a:lnTo>
                <a:lnTo>
                  <a:pt x="1539" y="40631"/>
                </a:lnTo>
                <a:lnTo>
                  <a:pt x="1604" y="41028"/>
                </a:lnTo>
                <a:lnTo>
                  <a:pt x="1604" y="41362"/>
                </a:lnTo>
                <a:lnTo>
                  <a:pt x="1604" y="41695"/>
                </a:lnTo>
                <a:lnTo>
                  <a:pt x="1604" y="42092"/>
                </a:lnTo>
                <a:lnTo>
                  <a:pt x="1700" y="42426"/>
                </a:lnTo>
                <a:lnTo>
                  <a:pt x="1700" y="42759"/>
                </a:lnTo>
                <a:lnTo>
                  <a:pt x="1700" y="43156"/>
                </a:lnTo>
                <a:lnTo>
                  <a:pt x="1700" y="43490"/>
                </a:lnTo>
                <a:lnTo>
                  <a:pt x="1700" y="43820"/>
                </a:lnTo>
                <a:lnTo>
                  <a:pt x="1764" y="44154"/>
                </a:lnTo>
                <a:lnTo>
                  <a:pt x="1764" y="44487"/>
                </a:lnTo>
                <a:lnTo>
                  <a:pt x="1764" y="44818"/>
                </a:lnTo>
                <a:lnTo>
                  <a:pt x="1764" y="45218"/>
                </a:lnTo>
                <a:lnTo>
                  <a:pt x="1828" y="45552"/>
                </a:lnTo>
                <a:lnTo>
                  <a:pt x="1828" y="45882"/>
                </a:lnTo>
                <a:lnTo>
                  <a:pt x="1828" y="46216"/>
                </a:lnTo>
                <a:lnTo>
                  <a:pt x="1828" y="46549"/>
                </a:lnTo>
                <a:lnTo>
                  <a:pt x="1828" y="46880"/>
                </a:lnTo>
                <a:lnTo>
                  <a:pt x="1892" y="47213"/>
                </a:lnTo>
                <a:lnTo>
                  <a:pt x="1892" y="47546"/>
                </a:lnTo>
                <a:lnTo>
                  <a:pt x="1892" y="47877"/>
                </a:lnTo>
                <a:lnTo>
                  <a:pt x="1892" y="48210"/>
                </a:lnTo>
                <a:lnTo>
                  <a:pt x="1988" y="48544"/>
                </a:lnTo>
                <a:lnTo>
                  <a:pt x="1988" y="48874"/>
                </a:lnTo>
                <a:lnTo>
                  <a:pt x="1988" y="49208"/>
                </a:lnTo>
                <a:lnTo>
                  <a:pt x="1988" y="49541"/>
                </a:lnTo>
                <a:lnTo>
                  <a:pt x="1988" y="49872"/>
                </a:lnTo>
                <a:lnTo>
                  <a:pt x="2053" y="50205"/>
                </a:lnTo>
                <a:lnTo>
                  <a:pt x="2053" y="50539"/>
                </a:lnTo>
                <a:lnTo>
                  <a:pt x="2053" y="50803"/>
                </a:lnTo>
                <a:lnTo>
                  <a:pt x="2053" y="51136"/>
                </a:lnTo>
                <a:lnTo>
                  <a:pt x="2117" y="51470"/>
                </a:lnTo>
                <a:lnTo>
                  <a:pt x="2117" y="51800"/>
                </a:lnTo>
                <a:lnTo>
                  <a:pt x="2117" y="52134"/>
                </a:lnTo>
                <a:lnTo>
                  <a:pt x="2117" y="52400"/>
                </a:lnTo>
                <a:lnTo>
                  <a:pt x="2117" y="52734"/>
                </a:lnTo>
                <a:lnTo>
                  <a:pt x="2213" y="53064"/>
                </a:lnTo>
                <a:lnTo>
                  <a:pt x="2213" y="53398"/>
                </a:lnTo>
                <a:lnTo>
                  <a:pt x="2213" y="53664"/>
                </a:lnTo>
                <a:lnTo>
                  <a:pt x="2213" y="53995"/>
                </a:lnTo>
                <a:lnTo>
                  <a:pt x="2213" y="54328"/>
                </a:lnTo>
                <a:lnTo>
                  <a:pt x="2277" y="54595"/>
                </a:lnTo>
                <a:lnTo>
                  <a:pt x="2277" y="54926"/>
                </a:lnTo>
                <a:lnTo>
                  <a:pt x="2277" y="55193"/>
                </a:lnTo>
                <a:lnTo>
                  <a:pt x="2277" y="55526"/>
                </a:lnTo>
                <a:lnTo>
                  <a:pt x="2341" y="55857"/>
                </a:lnTo>
                <a:lnTo>
                  <a:pt x="2341" y="56123"/>
                </a:lnTo>
                <a:lnTo>
                  <a:pt x="2341" y="56457"/>
                </a:lnTo>
                <a:lnTo>
                  <a:pt x="2341" y="56723"/>
                </a:lnTo>
                <a:lnTo>
                  <a:pt x="2341" y="57054"/>
                </a:lnTo>
                <a:lnTo>
                  <a:pt x="2406" y="57321"/>
                </a:lnTo>
                <a:lnTo>
                  <a:pt x="2406" y="57654"/>
                </a:lnTo>
                <a:lnTo>
                  <a:pt x="2406" y="57918"/>
                </a:lnTo>
                <a:lnTo>
                  <a:pt x="2406" y="58252"/>
                </a:lnTo>
                <a:lnTo>
                  <a:pt x="2502" y="58518"/>
                </a:lnTo>
                <a:lnTo>
                  <a:pt x="2502" y="58782"/>
                </a:lnTo>
                <a:lnTo>
                  <a:pt x="2502" y="59116"/>
                </a:lnTo>
                <a:lnTo>
                  <a:pt x="2502" y="59382"/>
                </a:lnTo>
                <a:lnTo>
                  <a:pt x="2502" y="59649"/>
                </a:lnTo>
                <a:lnTo>
                  <a:pt x="2566" y="59980"/>
                </a:lnTo>
                <a:lnTo>
                  <a:pt x="2566" y="60246"/>
                </a:lnTo>
                <a:lnTo>
                  <a:pt x="2566" y="60513"/>
                </a:lnTo>
                <a:lnTo>
                  <a:pt x="2566" y="60844"/>
                </a:lnTo>
                <a:lnTo>
                  <a:pt x="2630" y="61111"/>
                </a:lnTo>
                <a:lnTo>
                  <a:pt x="2630" y="61377"/>
                </a:lnTo>
                <a:lnTo>
                  <a:pt x="2630" y="61644"/>
                </a:lnTo>
                <a:lnTo>
                  <a:pt x="2630" y="61908"/>
                </a:lnTo>
                <a:lnTo>
                  <a:pt x="2630" y="62241"/>
                </a:lnTo>
                <a:lnTo>
                  <a:pt x="2694" y="62508"/>
                </a:lnTo>
                <a:lnTo>
                  <a:pt x="2694" y="62772"/>
                </a:lnTo>
                <a:lnTo>
                  <a:pt x="2694" y="63039"/>
                </a:lnTo>
                <a:lnTo>
                  <a:pt x="2694" y="63305"/>
                </a:lnTo>
                <a:lnTo>
                  <a:pt x="2790" y="63572"/>
                </a:lnTo>
                <a:lnTo>
                  <a:pt x="2790" y="63836"/>
                </a:lnTo>
                <a:lnTo>
                  <a:pt x="2790" y="64103"/>
                </a:lnTo>
                <a:lnTo>
                  <a:pt x="2790" y="64370"/>
                </a:lnTo>
                <a:lnTo>
                  <a:pt x="2790" y="64636"/>
                </a:lnTo>
                <a:lnTo>
                  <a:pt x="2855" y="64900"/>
                </a:lnTo>
                <a:lnTo>
                  <a:pt x="2855" y="65167"/>
                </a:lnTo>
                <a:lnTo>
                  <a:pt x="2855" y="65434"/>
                </a:lnTo>
                <a:lnTo>
                  <a:pt x="2855" y="65701"/>
                </a:lnTo>
                <a:lnTo>
                  <a:pt x="2919" y="65964"/>
                </a:lnTo>
                <a:lnTo>
                  <a:pt x="2919" y="66231"/>
                </a:lnTo>
                <a:lnTo>
                  <a:pt x="2919" y="66498"/>
                </a:lnTo>
                <a:lnTo>
                  <a:pt x="2919" y="66762"/>
                </a:lnTo>
                <a:lnTo>
                  <a:pt x="2919" y="67029"/>
                </a:lnTo>
                <a:lnTo>
                  <a:pt x="3015" y="67295"/>
                </a:lnTo>
                <a:lnTo>
                  <a:pt x="3015" y="67495"/>
                </a:lnTo>
                <a:lnTo>
                  <a:pt x="3015" y="67759"/>
                </a:lnTo>
                <a:lnTo>
                  <a:pt x="3015" y="68026"/>
                </a:lnTo>
                <a:lnTo>
                  <a:pt x="3015" y="68293"/>
                </a:lnTo>
                <a:lnTo>
                  <a:pt x="3079" y="68559"/>
                </a:lnTo>
                <a:lnTo>
                  <a:pt x="3079" y="68757"/>
                </a:lnTo>
                <a:lnTo>
                  <a:pt x="3079" y="69023"/>
                </a:lnTo>
                <a:lnTo>
                  <a:pt x="3079" y="69290"/>
                </a:lnTo>
                <a:lnTo>
                  <a:pt x="3143" y="69490"/>
                </a:lnTo>
                <a:lnTo>
                  <a:pt x="3143" y="69754"/>
                </a:lnTo>
                <a:lnTo>
                  <a:pt x="3143" y="70021"/>
                </a:lnTo>
                <a:lnTo>
                  <a:pt x="3143" y="70221"/>
                </a:lnTo>
                <a:lnTo>
                  <a:pt x="3143" y="7048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249574" y="4008261"/>
            <a:ext cx="3208" cy="23405"/>
          </a:xfrm>
          <a:custGeom>
            <a:avLst/>
            <a:gdLst/>
            <a:ahLst/>
            <a:cxnLst/>
            <a:rect l="l" t="t" r="r" b="b"/>
            <a:pathLst>
              <a:path w="3208" h="23405">
                <a:moveTo>
                  <a:pt x="0" y="0"/>
                </a:moveTo>
                <a:lnTo>
                  <a:pt x="64" y="263"/>
                </a:lnTo>
                <a:lnTo>
                  <a:pt x="64" y="463"/>
                </a:lnTo>
                <a:lnTo>
                  <a:pt x="64" y="730"/>
                </a:lnTo>
                <a:lnTo>
                  <a:pt x="64" y="930"/>
                </a:lnTo>
                <a:lnTo>
                  <a:pt x="160" y="1197"/>
                </a:lnTo>
                <a:lnTo>
                  <a:pt x="160" y="1394"/>
                </a:lnTo>
                <a:lnTo>
                  <a:pt x="160" y="1661"/>
                </a:lnTo>
                <a:lnTo>
                  <a:pt x="160" y="1861"/>
                </a:lnTo>
                <a:lnTo>
                  <a:pt x="160" y="2128"/>
                </a:lnTo>
                <a:lnTo>
                  <a:pt x="224" y="2325"/>
                </a:lnTo>
                <a:lnTo>
                  <a:pt x="224" y="2525"/>
                </a:lnTo>
                <a:lnTo>
                  <a:pt x="224" y="2792"/>
                </a:lnTo>
                <a:lnTo>
                  <a:pt x="224" y="2992"/>
                </a:lnTo>
                <a:lnTo>
                  <a:pt x="288" y="3256"/>
                </a:lnTo>
                <a:lnTo>
                  <a:pt x="288" y="3456"/>
                </a:lnTo>
                <a:lnTo>
                  <a:pt x="288" y="3656"/>
                </a:lnTo>
                <a:lnTo>
                  <a:pt x="288" y="3923"/>
                </a:lnTo>
                <a:lnTo>
                  <a:pt x="288" y="4123"/>
                </a:lnTo>
                <a:lnTo>
                  <a:pt x="384" y="4320"/>
                </a:lnTo>
                <a:lnTo>
                  <a:pt x="384" y="4520"/>
                </a:lnTo>
                <a:lnTo>
                  <a:pt x="384" y="4787"/>
                </a:lnTo>
                <a:lnTo>
                  <a:pt x="384" y="4987"/>
                </a:lnTo>
                <a:lnTo>
                  <a:pt x="449" y="5187"/>
                </a:lnTo>
                <a:lnTo>
                  <a:pt x="449" y="5384"/>
                </a:lnTo>
                <a:lnTo>
                  <a:pt x="449" y="5584"/>
                </a:lnTo>
                <a:lnTo>
                  <a:pt x="449" y="5784"/>
                </a:lnTo>
                <a:lnTo>
                  <a:pt x="449" y="6051"/>
                </a:lnTo>
                <a:lnTo>
                  <a:pt x="513" y="6248"/>
                </a:lnTo>
                <a:lnTo>
                  <a:pt x="513" y="6448"/>
                </a:lnTo>
                <a:lnTo>
                  <a:pt x="513" y="6648"/>
                </a:lnTo>
                <a:lnTo>
                  <a:pt x="513" y="6848"/>
                </a:lnTo>
                <a:lnTo>
                  <a:pt x="577" y="7048"/>
                </a:lnTo>
                <a:lnTo>
                  <a:pt x="577" y="7245"/>
                </a:lnTo>
                <a:lnTo>
                  <a:pt x="577" y="7446"/>
                </a:lnTo>
                <a:lnTo>
                  <a:pt x="577" y="7646"/>
                </a:lnTo>
                <a:lnTo>
                  <a:pt x="577" y="7846"/>
                </a:lnTo>
                <a:lnTo>
                  <a:pt x="673" y="8046"/>
                </a:lnTo>
                <a:lnTo>
                  <a:pt x="673" y="8243"/>
                </a:lnTo>
                <a:lnTo>
                  <a:pt x="673" y="8443"/>
                </a:lnTo>
                <a:lnTo>
                  <a:pt x="673" y="8576"/>
                </a:lnTo>
                <a:lnTo>
                  <a:pt x="673" y="8776"/>
                </a:lnTo>
                <a:lnTo>
                  <a:pt x="737" y="8977"/>
                </a:lnTo>
                <a:lnTo>
                  <a:pt x="737" y="9177"/>
                </a:lnTo>
                <a:lnTo>
                  <a:pt x="737" y="9374"/>
                </a:lnTo>
                <a:lnTo>
                  <a:pt x="737" y="9574"/>
                </a:lnTo>
                <a:lnTo>
                  <a:pt x="802" y="9707"/>
                </a:lnTo>
                <a:lnTo>
                  <a:pt x="802" y="9907"/>
                </a:lnTo>
                <a:lnTo>
                  <a:pt x="802" y="10107"/>
                </a:lnTo>
                <a:lnTo>
                  <a:pt x="802" y="10305"/>
                </a:lnTo>
                <a:lnTo>
                  <a:pt x="802" y="10438"/>
                </a:lnTo>
                <a:lnTo>
                  <a:pt x="866" y="10638"/>
                </a:lnTo>
                <a:lnTo>
                  <a:pt x="866" y="10838"/>
                </a:lnTo>
                <a:lnTo>
                  <a:pt x="866" y="10971"/>
                </a:lnTo>
                <a:lnTo>
                  <a:pt x="866" y="11171"/>
                </a:lnTo>
                <a:lnTo>
                  <a:pt x="962" y="11302"/>
                </a:lnTo>
                <a:lnTo>
                  <a:pt x="962" y="11502"/>
                </a:lnTo>
                <a:lnTo>
                  <a:pt x="962" y="11702"/>
                </a:lnTo>
                <a:lnTo>
                  <a:pt x="962" y="11835"/>
                </a:lnTo>
                <a:lnTo>
                  <a:pt x="962" y="12036"/>
                </a:lnTo>
                <a:lnTo>
                  <a:pt x="1026" y="12169"/>
                </a:lnTo>
                <a:lnTo>
                  <a:pt x="1026" y="12366"/>
                </a:lnTo>
                <a:lnTo>
                  <a:pt x="1026" y="12499"/>
                </a:lnTo>
                <a:lnTo>
                  <a:pt x="1026" y="12700"/>
                </a:lnTo>
                <a:lnTo>
                  <a:pt x="1090" y="12833"/>
                </a:lnTo>
                <a:lnTo>
                  <a:pt x="1090" y="12966"/>
                </a:lnTo>
                <a:lnTo>
                  <a:pt x="1090" y="13166"/>
                </a:lnTo>
                <a:lnTo>
                  <a:pt x="1090" y="13297"/>
                </a:lnTo>
                <a:lnTo>
                  <a:pt x="1090" y="13497"/>
                </a:lnTo>
                <a:lnTo>
                  <a:pt x="1186" y="13630"/>
                </a:lnTo>
                <a:lnTo>
                  <a:pt x="1186" y="13764"/>
                </a:lnTo>
                <a:lnTo>
                  <a:pt x="1186" y="13964"/>
                </a:lnTo>
                <a:lnTo>
                  <a:pt x="1186" y="14097"/>
                </a:lnTo>
                <a:lnTo>
                  <a:pt x="1251" y="14228"/>
                </a:lnTo>
                <a:lnTo>
                  <a:pt x="1251" y="14361"/>
                </a:lnTo>
                <a:lnTo>
                  <a:pt x="1251" y="14561"/>
                </a:lnTo>
                <a:lnTo>
                  <a:pt x="1251" y="14694"/>
                </a:lnTo>
                <a:lnTo>
                  <a:pt x="1251" y="14828"/>
                </a:lnTo>
                <a:lnTo>
                  <a:pt x="1315" y="14961"/>
                </a:lnTo>
                <a:lnTo>
                  <a:pt x="1315" y="15095"/>
                </a:lnTo>
                <a:lnTo>
                  <a:pt x="1315" y="15292"/>
                </a:lnTo>
                <a:lnTo>
                  <a:pt x="1315" y="15425"/>
                </a:lnTo>
                <a:lnTo>
                  <a:pt x="1379" y="15559"/>
                </a:lnTo>
                <a:lnTo>
                  <a:pt x="1379" y="15692"/>
                </a:lnTo>
                <a:lnTo>
                  <a:pt x="1379" y="15825"/>
                </a:lnTo>
                <a:lnTo>
                  <a:pt x="1379" y="15959"/>
                </a:lnTo>
                <a:lnTo>
                  <a:pt x="1379" y="16092"/>
                </a:lnTo>
                <a:lnTo>
                  <a:pt x="1475" y="16223"/>
                </a:lnTo>
                <a:lnTo>
                  <a:pt x="1475" y="16356"/>
                </a:lnTo>
                <a:lnTo>
                  <a:pt x="1475" y="16489"/>
                </a:lnTo>
                <a:lnTo>
                  <a:pt x="1475" y="16623"/>
                </a:lnTo>
                <a:lnTo>
                  <a:pt x="1475" y="16756"/>
                </a:lnTo>
                <a:lnTo>
                  <a:pt x="1539" y="16889"/>
                </a:lnTo>
                <a:lnTo>
                  <a:pt x="1539" y="17023"/>
                </a:lnTo>
                <a:lnTo>
                  <a:pt x="1539" y="17156"/>
                </a:lnTo>
                <a:lnTo>
                  <a:pt x="1539" y="17287"/>
                </a:lnTo>
                <a:lnTo>
                  <a:pt x="1604" y="17487"/>
                </a:lnTo>
                <a:lnTo>
                  <a:pt x="1604" y="17620"/>
                </a:lnTo>
                <a:lnTo>
                  <a:pt x="1604" y="17753"/>
                </a:lnTo>
                <a:lnTo>
                  <a:pt x="1604" y="17887"/>
                </a:lnTo>
                <a:lnTo>
                  <a:pt x="1700" y="18087"/>
                </a:lnTo>
                <a:lnTo>
                  <a:pt x="1700" y="18217"/>
                </a:lnTo>
                <a:lnTo>
                  <a:pt x="1764" y="18417"/>
                </a:lnTo>
                <a:lnTo>
                  <a:pt x="1764" y="18551"/>
                </a:lnTo>
                <a:lnTo>
                  <a:pt x="1764" y="18751"/>
                </a:lnTo>
                <a:lnTo>
                  <a:pt x="1764" y="18884"/>
                </a:lnTo>
                <a:lnTo>
                  <a:pt x="1828" y="19084"/>
                </a:lnTo>
                <a:lnTo>
                  <a:pt x="1828" y="19282"/>
                </a:lnTo>
                <a:lnTo>
                  <a:pt x="1892" y="19482"/>
                </a:lnTo>
                <a:lnTo>
                  <a:pt x="1892" y="19682"/>
                </a:lnTo>
                <a:lnTo>
                  <a:pt x="1988" y="19882"/>
                </a:lnTo>
                <a:lnTo>
                  <a:pt x="1988" y="20082"/>
                </a:lnTo>
                <a:lnTo>
                  <a:pt x="2053" y="20212"/>
                </a:lnTo>
                <a:lnTo>
                  <a:pt x="2053" y="20346"/>
                </a:lnTo>
                <a:lnTo>
                  <a:pt x="2053" y="20479"/>
                </a:lnTo>
                <a:lnTo>
                  <a:pt x="2117" y="20679"/>
                </a:lnTo>
                <a:lnTo>
                  <a:pt x="2117" y="20813"/>
                </a:lnTo>
                <a:lnTo>
                  <a:pt x="2181" y="20946"/>
                </a:lnTo>
                <a:lnTo>
                  <a:pt x="2181" y="21079"/>
                </a:lnTo>
                <a:lnTo>
                  <a:pt x="2181" y="21210"/>
                </a:lnTo>
                <a:lnTo>
                  <a:pt x="2277" y="21343"/>
                </a:lnTo>
                <a:lnTo>
                  <a:pt x="2277" y="21477"/>
                </a:lnTo>
                <a:lnTo>
                  <a:pt x="2277" y="21610"/>
                </a:lnTo>
                <a:lnTo>
                  <a:pt x="2341" y="21743"/>
                </a:lnTo>
                <a:lnTo>
                  <a:pt x="2341" y="21877"/>
                </a:lnTo>
                <a:lnTo>
                  <a:pt x="2406" y="22010"/>
                </a:lnTo>
                <a:lnTo>
                  <a:pt x="2406" y="22143"/>
                </a:lnTo>
                <a:lnTo>
                  <a:pt x="2502" y="22274"/>
                </a:lnTo>
                <a:lnTo>
                  <a:pt x="2502" y="22407"/>
                </a:lnTo>
                <a:lnTo>
                  <a:pt x="2566" y="22541"/>
                </a:lnTo>
                <a:lnTo>
                  <a:pt x="2630" y="22674"/>
                </a:lnTo>
                <a:lnTo>
                  <a:pt x="2630" y="22807"/>
                </a:lnTo>
                <a:lnTo>
                  <a:pt x="2694" y="22941"/>
                </a:lnTo>
                <a:lnTo>
                  <a:pt x="2694" y="22941"/>
                </a:lnTo>
                <a:lnTo>
                  <a:pt x="2790" y="23074"/>
                </a:lnTo>
                <a:lnTo>
                  <a:pt x="2855" y="23205"/>
                </a:lnTo>
                <a:lnTo>
                  <a:pt x="2919" y="23205"/>
                </a:lnTo>
                <a:lnTo>
                  <a:pt x="2919" y="23271"/>
                </a:lnTo>
                <a:lnTo>
                  <a:pt x="3079" y="23338"/>
                </a:lnTo>
                <a:lnTo>
                  <a:pt x="3208" y="2340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252782" y="4006199"/>
            <a:ext cx="3208" cy="25466"/>
          </a:xfrm>
          <a:custGeom>
            <a:avLst/>
            <a:gdLst/>
            <a:ahLst/>
            <a:cxnLst/>
            <a:rect l="l" t="t" r="r" b="b"/>
            <a:pathLst>
              <a:path w="3208" h="25466">
                <a:moveTo>
                  <a:pt x="0" y="25466"/>
                </a:moveTo>
                <a:lnTo>
                  <a:pt x="160" y="25400"/>
                </a:lnTo>
                <a:lnTo>
                  <a:pt x="224" y="25266"/>
                </a:lnTo>
                <a:lnTo>
                  <a:pt x="224" y="25266"/>
                </a:lnTo>
                <a:lnTo>
                  <a:pt x="288" y="25136"/>
                </a:lnTo>
                <a:lnTo>
                  <a:pt x="384" y="25002"/>
                </a:lnTo>
                <a:lnTo>
                  <a:pt x="449" y="24936"/>
                </a:lnTo>
                <a:lnTo>
                  <a:pt x="449" y="24802"/>
                </a:lnTo>
                <a:lnTo>
                  <a:pt x="513" y="24669"/>
                </a:lnTo>
                <a:lnTo>
                  <a:pt x="609" y="24536"/>
                </a:lnTo>
                <a:lnTo>
                  <a:pt x="609" y="24402"/>
                </a:lnTo>
                <a:lnTo>
                  <a:pt x="673" y="24269"/>
                </a:lnTo>
                <a:lnTo>
                  <a:pt x="673" y="24138"/>
                </a:lnTo>
                <a:lnTo>
                  <a:pt x="737" y="24005"/>
                </a:lnTo>
                <a:lnTo>
                  <a:pt x="737" y="23872"/>
                </a:lnTo>
                <a:lnTo>
                  <a:pt x="802" y="23738"/>
                </a:lnTo>
                <a:lnTo>
                  <a:pt x="802" y="23605"/>
                </a:lnTo>
                <a:lnTo>
                  <a:pt x="898" y="23471"/>
                </a:lnTo>
                <a:lnTo>
                  <a:pt x="898" y="23338"/>
                </a:lnTo>
                <a:lnTo>
                  <a:pt x="962" y="23208"/>
                </a:lnTo>
                <a:lnTo>
                  <a:pt x="962" y="23074"/>
                </a:lnTo>
                <a:lnTo>
                  <a:pt x="962" y="22941"/>
                </a:lnTo>
                <a:lnTo>
                  <a:pt x="1026" y="22807"/>
                </a:lnTo>
                <a:lnTo>
                  <a:pt x="1026" y="22607"/>
                </a:lnTo>
                <a:lnTo>
                  <a:pt x="1090" y="22474"/>
                </a:lnTo>
                <a:lnTo>
                  <a:pt x="1090" y="22274"/>
                </a:lnTo>
                <a:lnTo>
                  <a:pt x="1090" y="22143"/>
                </a:lnTo>
                <a:lnTo>
                  <a:pt x="1186" y="22010"/>
                </a:lnTo>
                <a:lnTo>
                  <a:pt x="1186" y="21810"/>
                </a:lnTo>
                <a:lnTo>
                  <a:pt x="1251" y="21610"/>
                </a:lnTo>
                <a:lnTo>
                  <a:pt x="1251" y="21477"/>
                </a:lnTo>
                <a:lnTo>
                  <a:pt x="1251" y="21343"/>
                </a:lnTo>
                <a:lnTo>
                  <a:pt x="1251" y="21213"/>
                </a:lnTo>
                <a:lnTo>
                  <a:pt x="1315" y="21013"/>
                </a:lnTo>
                <a:lnTo>
                  <a:pt x="1315" y="20813"/>
                </a:lnTo>
                <a:lnTo>
                  <a:pt x="1411" y="20612"/>
                </a:lnTo>
                <a:lnTo>
                  <a:pt x="1411" y="20479"/>
                </a:lnTo>
                <a:lnTo>
                  <a:pt x="1411" y="20279"/>
                </a:lnTo>
                <a:lnTo>
                  <a:pt x="1475" y="20149"/>
                </a:lnTo>
                <a:lnTo>
                  <a:pt x="1475" y="20015"/>
                </a:lnTo>
                <a:lnTo>
                  <a:pt x="1475" y="19815"/>
                </a:lnTo>
                <a:lnTo>
                  <a:pt x="1475" y="19682"/>
                </a:lnTo>
                <a:lnTo>
                  <a:pt x="1539" y="19548"/>
                </a:lnTo>
                <a:lnTo>
                  <a:pt x="1539" y="19348"/>
                </a:lnTo>
                <a:lnTo>
                  <a:pt x="1539" y="19218"/>
                </a:lnTo>
                <a:lnTo>
                  <a:pt x="1604" y="19084"/>
                </a:lnTo>
                <a:lnTo>
                  <a:pt x="1604" y="18951"/>
                </a:lnTo>
                <a:lnTo>
                  <a:pt x="1604" y="18818"/>
                </a:lnTo>
                <a:lnTo>
                  <a:pt x="1604" y="18684"/>
                </a:lnTo>
                <a:lnTo>
                  <a:pt x="1604" y="18551"/>
                </a:lnTo>
                <a:lnTo>
                  <a:pt x="1700" y="18417"/>
                </a:lnTo>
                <a:lnTo>
                  <a:pt x="1700" y="18284"/>
                </a:lnTo>
                <a:lnTo>
                  <a:pt x="1700" y="18154"/>
                </a:lnTo>
                <a:lnTo>
                  <a:pt x="1700" y="18020"/>
                </a:lnTo>
                <a:lnTo>
                  <a:pt x="1764" y="17887"/>
                </a:lnTo>
                <a:lnTo>
                  <a:pt x="1764" y="17753"/>
                </a:lnTo>
                <a:lnTo>
                  <a:pt x="1764" y="17620"/>
                </a:lnTo>
                <a:lnTo>
                  <a:pt x="1764" y="17487"/>
                </a:lnTo>
                <a:lnTo>
                  <a:pt x="1764" y="17353"/>
                </a:lnTo>
                <a:lnTo>
                  <a:pt x="1828" y="17223"/>
                </a:lnTo>
                <a:lnTo>
                  <a:pt x="1828" y="17089"/>
                </a:lnTo>
                <a:lnTo>
                  <a:pt x="1828" y="16889"/>
                </a:lnTo>
                <a:lnTo>
                  <a:pt x="1828" y="16756"/>
                </a:lnTo>
                <a:lnTo>
                  <a:pt x="1924" y="16623"/>
                </a:lnTo>
                <a:lnTo>
                  <a:pt x="1924" y="16489"/>
                </a:lnTo>
                <a:lnTo>
                  <a:pt x="1924" y="16356"/>
                </a:lnTo>
                <a:lnTo>
                  <a:pt x="1924" y="16159"/>
                </a:lnTo>
                <a:lnTo>
                  <a:pt x="1924" y="16025"/>
                </a:lnTo>
                <a:lnTo>
                  <a:pt x="1988" y="15892"/>
                </a:lnTo>
                <a:lnTo>
                  <a:pt x="1988" y="15692"/>
                </a:lnTo>
                <a:lnTo>
                  <a:pt x="1988" y="15559"/>
                </a:lnTo>
                <a:lnTo>
                  <a:pt x="1988" y="15425"/>
                </a:lnTo>
                <a:lnTo>
                  <a:pt x="2053" y="15228"/>
                </a:lnTo>
                <a:lnTo>
                  <a:pt x="2053" y="15095"/>
                </a:lnTo>
                <a:lnTo>
                  <a:pt x="2053" y="14895"/>
                </a:lnTo>
                <a:lnTo>
                  <a:pt x="2053" y="14761"/>
                </a:lnTo>
                <a:lnTo>
                  <a:pt x="2053" y="14628"/>
                </a:lnTo>
                <a:lnTo>
                  <a:pt x="2117" y="14428"/>
                </a:lnTo>
                <a:lnTo>
                  <a:pt x="2117" y="14294"/>
                </a:lnTo>
                <a:lnTo>
                  <a:pt x="2117" y="14097"/>
                </a:lnTo>
                <a:lnTo>
                  <a:pt x="2117" y="13964"/>
                </a:lnTo>
                <a:lnTo>
                  <a:pt x="2213" y="13764"/>
                </a:lnTo>
                <a:lnTo>
                  <a:pt x="2213" y="13630"/>
                </a:lnTo>
                <a:lnTo>
                  <a:pt x="2213" y="13430"/>
                </a:lnTo>
                <a:lnTo>
                  <a:pt x="2213" y="13233"/>
                </a:lnTo>
                <a:lnTo>
                  <a:pt x="2213" y="13100"/>
                </a:lnTo>
                <a:lnTo>
                  <a:pt x="2277" y="12900"/>
                </a:lnTo>
                <a:lnTo>
                  <a:pt x="2277" y="12700"/>
                </a:lnTo>
                <a:lnTo>
                  <a:pt x="2277" y="12566"/>
                </a:lnTo>
                <a:lnTo>
                  <a:pt x="2277" y="12366"/>
                </a:lnTo>
                <a:lnTo>
                  <a:pt x="2277" y="12169"/>
                </a:lnTo>
                <a:lnTo>
                  <a:pt x="2341" y="12036"/>
                </a:lnTo>
                <a:lnTo>
                  <a:pt x="2341" y="11835"/>
                </a:lnTo>
                <a:lnTo>
                  <a:pt x="2341" y="11635"/>
                </a:lnTo>
                <a:lnTo>
                  <a:pt x="2341" y="11435"/>
                </a:lnTo>
                <a:lnTo>
                  <a:pt x="2406" y="11302"/>
                </a:lnTo>
                <a:lnTo>
                  <a:pt x="2406" y="11105"/>
                </a:lnTo>
                <a:lnTo>
                  <a:pt x="2406" y="10905"/>
                </a:lnTo>
                <a:lnTo>
                  <a:pt x="2406" y="10705"/>
                </a:lnTo>
                <a:lnTo>
                  <a:pt x="2406" y="10505"/>
                </a:lnTo>
                <a:lnTo>
                  <a:pt x="2502" y="10305"/>
                </a:lnTo>
                <a:lnTo>
                  <a:pt x="2502" y="10174"/>
                </a:lnTo>
                <a:lnTo>
                  <a:pt x="2502" y="9974"/>
                </a:lnTo>
                <a:lnTo>
                  <a:pt x="2502" y="9774"/>
                </a:lnTo>
                <a:lnTo>
                  <a:pt x="2566" y="9574"/>
                </a:lnTo>
                <a:lnTo>
                  <a:pt x="2566" y="9374"/>
                </a:lnTo>
                <a:lnTo>
                  <a:pt x="2566" y="9177"/>
                </a:lnTo>
                <a:lnTo>
                  <a:pt x="2566" y="8977"/>
                </a:lnTo>
                <a:lnTo>
                  <a:pt x="2566" y="8776"/>
                </a:lnTo>
                <a:lnTo>
                  <a:pt x="2630" y="8576"/>
                </a:lnTo>
                <a:lnTo>
                  <a:pt x="2630" y="8376"/>
                </a:lnTo>
                <a:lnTo>
                  <a:pt x="2630" y="8179"/>
                </a:lnTo>
                <a:lnTo>
                  <a:pt x="2630" y="7912"/>
                </a:lnTo>
                <a:lnTo>
                  <a:pt x="2726" y="7712"/>
                </a:lnTo>
                <a:lnTo>
                  <a:pt x="2726" y="7512"/>
                </a:lnTo>
                <a:lnTo>
                  <a:pt x="2726" y="7312"/>
                </a:lnTo>
                <a:lnTo>
                  <a:pt x="2726" y="7115"/>
                </a:lnTo>
                <a:lnTo>
                  <a:pt x="2726" y="6915"/>
                </a:lnTo>
                <a:lnTo>
                  <a:pt x="2790" y="6648"/>
                </a:lnTo>
                <a:lnTo>
                  <a:pt x="2790" y="6448"/>
                </a:lnTo>
                <a:lnTo>
                  <a:pt x="2790" y="6251"/>
                </a:lnTo>
                <a:lnTo>
                  <a:pt x="2790" y="6051"/>
                </a:lnTo>
                <a:lnTo>
                  <a:pt x="2855" y="5784"/>
                </a:lnTo>
                <a:lnTo>
                  <a:pt x="2855" y="5584"/>
                </a:lnTo>
                <a:lnTo>
                  <a:pt x="2855" y="5384"/>
                </a:lnTo>
                <a:lnTo>
                  <a:pt x="2855" y="5187"/>
                </a:lnTo>
                <a:lnTo>
                  <a:pt x="2855" y="4920"/>
                </a:lnTo>
                <a:lnTo>
                  <a:pt x="2919" y="4720"/>
                </a:lnTo>
                <a:lnTo>
                  <a:pt x="2919" y="4453"/>
                </a:lnTo>
                <a:lnTo>
                  <a:pt x="2919" y="4256"/>
                </a:lnTo>
                <a:lnTo>
                  <a:pt x="2919" y="4056"/>
                </a:lnTo>
                <a:lnTo>
                  <a:pt x="3015" y="3789"/>
                </a:lnTo>
                <a:lnTo>
                  <a:pt x="3015" y="3589"/>
                </a:lnTo>
                <a:lnTo>
                  <a:pt x="3015" y="3322"/>
                </a:lnTo>
                <a:lnTo>
                  <a:pt x="3015" y="3125"/>
                </a:lnTo>
                <a:lnTo>
                  <a:pt x="3015" y="2858"/>
                </a:lnTo>
                <a:lnTo>
                  <a:pt x="3079" y="2658"/>
                </a:lnTo>
                <a:lnTo>
                  <a:pt x="3079" y="2392"/>
                </a:lnTo>
                <a:lnTo>
                  <a:pt x="3079" y="2194"/>
                </a:lnTo>
                <a:lnTo>
                  <a:pt x="3079" y="1928"/>
                </a:lnTo>
                <a:lnTo>
                  <a:pt x="3079" y="1661"/>
                </a:lnTo>
                <a:lnTo>
                  <a:pt x="3143" y="1461"/>
                </a:lnTo>
                <a:lnTo>
                  <a:pt x="3143" y="1197"/>
                </a:lnTo>
                <a:lnTo>
                  <a:pt x="3143" y="930"/>
                </a:lnTo>
                <a:lnTo>
                  <a:pt x="3143" y="730"/>
                </a:lnTo>
                <a:lnTo>
                  <a:pt x="3208" y="463"/>
                </a:lnTo>
                <a:lnTo>
                  <a:pt x="3208" y="20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255990" y="3934516"/>
            <a:ext cx="3240" cy="71682"/>
          </a:xfrm>
          <a:custGeom>
            <a:avLst/>
            <a:gdLst/>
            <a:ahLst/>
            <a:cxnLst/>
            <a:rect l="l" t="t" r="r" b="b"/>
            <a:pathLst>
              <a:path w="3240" h="71682">
                <a:moveTo>
                  <a:pt x="0" y="71682"/>
                </a:moveTo>
                <a:lnTo>
                  <a:pt x="0" y="71416"/>
                </a:lnTo>
                <a:lnTo>
                  <a:pt x="0" y="71149"/>
                </a:lnTo>
                <a:lnTo>
                  <a:pt x="96" y="70885"/>
                </a:lnTo>
                <a:lnTo>
                  <a:pt x="96" y="70685"/>
                </a:lnTo>
                <a:lnTo>
                  <a:pt x="96" y="70418"/>
                </a:lnTo>
                <a:lnTo>
                  <a:pt x="96" y="70151"/>
                </a:lnTo>
                <a:lnTo>
                  <a:pt x="160" y="69887"/>
                </a:lnTo>
                <a:lnTo>
                  <a:pt x="160" y="69621"/>
                </a:lnTo>
                <a:lnTo>
                  <a:pt x="160" y="69354"/>
                </a:lnTo>
                <a:lnTo>
                  <a:pt x="160" y="69154"/>
                </a:lnTo>
                <a:lnTo>
                  <a:pt x="160" y="68890"/>
                </a:lnTo>
                <a:lnTo>
                  <a:pt x="224" y="68623"/>
                </a:lnTo>
                <a:lnTo>
                  <a:pt x="224" y="68357"/>
                </a:lnTo>
                <a:lnTo>
                  <a:pt x="224" y="68090"/>
                </a:lnTo>
                <a:lnTo>
                  <a:pt x="224" y="67826"/>
                </a:lnTo>
                <a:lnTo>
                  <a:pt x="320" y="67559"/>
                </a:lnTo>
                <a:lnTo>
                  <a:pt x="320" y="67292"/>
                </a:lnTo>
                <a:lnTo>
                  <a:pt x="320" y="67026"/>
                </a:lnTo>
                <a:lnTo>
                  <a:pt x="320" y="66762"/>
                </a:lnTo>
                <a:lnTo>
                  <a:pt x="320" y="66495"/>
                </a:lnTo>
                <a:lnTo>
                  <a:pt x="384" y="66162"/>
                </a:lnTo>
                <a:lnTo>
                  <a:pt x="384" y="65898"/>
                </a:lnTo>
                <a:lnTo>
                  <a:pt x="384" y="65631"/>
                </a:lnTo>
                <a:lnTo>
                  <a:pt x="384" y="65364"/>
                </a:lnTo>
                <a:lnTo>
                  <a:pt x="449" y="65097"/>
                </a:lnTo>
                <a:lnTo>
                  <a:pt x="449" y="64834"/>
                </a:lnTo>
                <a:lnTo>
                  <a:pt x="449" y="64567"/>
                </a:lnTo>
                <a:lnTo>
                  <a:pt x="449" y="64233"/>
                </a:lnTo>
                <a:lnTo>
                  <a:pt x="449" y="63969"/>
                </a:lnTo>
                <a:lnTo>
                  <a:pt x="513" y="63703"/>
                </a:lnTo>
                <a:lnTo>
                  <a:pt x="513" y="63436"/>
                </a:lnTo>
                <a:lnTo>
                  <a:pt x="513" y="63103"/>
                </a:lnTo>
                <a:lnTo>
                  <a:pt x="513" y="62839"/>
                </a:lnTo>
                <a:lnTo>
                  <a:pt x="609" y="62572"/>
                </a:lnTo>
                <a:lnTo>
                  <a:pt x="609" y="62238"/>
                </a:lnTo>
                <a:lnTo>
                  <a:pt x="609" y="61975"/>
                </a:lnTo>
                <a:lnTo>
                  <a:pt x="609" y="61708"/>
                </a:lnTo>
                <a:lnTo>
                  <a:pt x="609" y="61374"/>
                </a:lnTo>
                <a:lnTo>
                  <a:pt x="673" y="61108"/>
                </a:lnTo>
                <a:lnTo>
                  <a:pt x="673" y="60777"/>
                </a:lnTo>
                <a:lnTo>
                  <a:pt x="673" y="60510"/>
                </a:lnTo>
                <a:lnTo>
                  <a:pt x="673" y="60177"/>
                </a:lnTo>
                <a:lnTo>
                  <a:pt x="673" y="59913"/>
                </a:lnTo>
                <a:lnTo>
                  <a:pt x="737" y="59646"/>
                </a:lnTo>
                <a:lnTo>
                  <a:pt x="737" y="59313"/>
                </a:lnTo>
                <a:lnTo>
                  <a:pt x="737" y="58982"/>
                </a:lnTo>
                <a:lnTo>
                  <a:pt x="737" y="58715"/>
                </a:lnTo>
                <a:lnTo>
                  <a:pt x="834" y="58382"/>
                </a:lnTo>
                <a:lnTo>
                  <a:pt x="834" y="58115"/>
                </a:lnTo>
                <a:lnTo>
                  <a:pt x="834" y="57785"/>
                </a:lnTo>
                <a:lnTo>
                  <a:pt x="834" y="57518"/>
                </a:lnTo>
                <a:lnTo>
                  <a:pt x="834" y="57185"/>
                </a:lnTo>
                <a:lnTo>
                  <a:pt x="898" y="56854"/>
                </a:lnTo>
                <a:lnTo>
                  <a:pt x="898" y="56587"/>
                </a:lnTo>
                <a:lnTo>
                  <a:pt x="898" y="56254"/>
                </a:lnTo>
                <a:lnTo>
                  <a:pt x="898" y="55923"/>
                </a:lnTo>
                <a:lnTo>
                  <a:pt x="962" y="55656"/>
                </a:lnTo>
                <a:lnTo>
                  <a:pt x="962" y="55323"/>
                </a:lnTo>
                <a:lnTo>
                  <a:pt x="962" y="54990"/>
                </a:lnTo>
                <a:lnTo>
                  <a:pt x="962" y="54659"/>
                </a:lnTo>
                <a:lnTo>
                  <a:pt x="962" y="54392"/>
                </a:lnTo>
                <a:lnTo>
                  <a:pt x="1026" y="54059"/>
                </a:lnTo>
                <a:lnTo>
                  <a:pt x="1026" y="53728"/>
                </a:lnTo>
                <a:lnTo>
                  <a:pt x="1026" y="53395"/>
                </a:lnTo>
                <a:lnTo>
                  <a:pt x="1026" y="53061"/>
                </a:lnTo>
                <a:lnTo>
                  <a:pt x="1122" y="52731"/>
                </a:lnTo>
                <a:lnTo>
                  <a:pt x="1122" y="52397"/>
                </a:lnTo>
                <a:lnTo>
                  <a:pt x="1122" y="52131"/>
                </a:lnTo>
                <a:lnTo>
                  <a:pt x="1122" y="51800"/>
                </a:lnTo>
                <a:lnTo>
                  <a:pt x="1122" y="51467"/>
                </a:lnTo>
                <a:lnTo>
                  <a:pt x="1186" y="51133"/>
                </a:lnTo>
                <a:lnTo>
                  <a:pt x="1186" y="50803"/>
                </a:lnTo>
                <a:lnTo>
                  <a:pt x="1186" y="50469"/>
                </a:lnTo>
                <a:lnTo>
                  <a:pt x="1186" y="50136"/>
                </a:lnTo>
                <a:lnTo>
                  <a:pt x="1251" y="49805"/>
                </a:lnTo>
                <a:lnTo>
                  <a:pt x="1251" y="49472"/>
                </a:lnTo>
                <a:lnTo>
                  <a:pt x="1251" y="49138"/>
                </a:lnTo>
                <a:lnTo>
                  <a:pt x="1251" y="48808"/>
                </a:lnTo>
                <a:lnTo>
                  <a:pt x="1251" y="48474"/>
                </a:lnTo>
                <a:lnTo>
                  <a:pt x="1315" y="48074"/>
                </a:lnTo>
                <a:lnTo>
                  <a:pt x="1315" y="47744"/>
                </a:lnTo>
                <a:lnTo>
                  <a:pt x="1315" y="47410"/>
                </a:lnTo>
                <a:lnTo>
                  <a:pt x="1315" y="47077"/>
                </a:lnTo>
                <a:lnTo>
                  <a:pt x="1411" y="46746"/>
                </a:lnTo>
                <a:lnTo>
                  <a:pt x="1411" y="46413"/>
                </a:lnTo>
                <a:lnTo>
                  <a:pt x="1411" y="46015"/>
                </a:lnTo>
                <a:lnTo>
                  <a:pt x="1411" y="45682"/>
                </a:lnTo>
                <a:lnTo>
                  <a:pt x="1411" y="45349"/>
                </a:lnTo>
                <a:lnTo>
                  <a:pt x="1475" y="45018"/>
                </a:lnTo>
                <a:lnTo>
                  <a:pt x="1475" y="44618"/>
                </a:lnTo>
                <a:lnTo>
                  <a:pt x="1475" y="44284"/>
                </a:lnTo>
                <a:lnTo>
                  <a:pt x="1475" y="43954"/>
                </a:lnTo>
                <a:lnTo>
                  <a:pt x="1475" y="43620"/>
                </a:lnTo>
                <a:lnTo>
                  <a:pt x="1539" y="43220"/>
                </a:lnTo>
                <a:lnTo>
                  <a:pt x="1539" y="42890"/>
                </a:lnTo>
                <a:lnTo>
                  <a:pt x="1539" y="42490"/>
                </a:lnTo>
                <a:lnTo>
                  <a:pt x="1539" y="42156"/>
                </a:lnTo>
                <a:lnTo>
                  <a:pt x="1636" y="41826"/>
                </a:lnTo>
                <a:lnTo>
                  <a:pt x="1636" y="41425"/>
                </a:lnTo>
                <a:lnTo>
                  <a:pt x="1636" y="41092"/>
                </a:lnTo>
                <a:lnTo>
                  <a:pt x="1636" y="40695"/>
                </a:lnTo>
                <a:lnTo>
                  <a:pt x="1636" y="40361"/>
                </a:lnTo>
                <a:lnTo>
                  <a:pt x="1700" y="39964"/>
                </a:lnTo>
                <a:lnTo>
                  <a:pt x="1700" y="39631"/>
                </a:lnTo>
                <a:lnTo>
                  <a:pt x="1700" y="39230"/>
                </a:lnTo>
                <a:lnTo>
                  <a:pt x="1700" y="38900"/>
                </a:lnTo>
                <a:lnTo>
                  <a:pt x="1764" y="38500"/>
                </a:lnTo>
                <a:lnTo>
                  <a:pt x="1764" y="38166"/>
                </a:lnTo>
                <a:lnTo>
                  <a:pt x="1764" y="37769"/>
                </a:lnTo>
                <a:lnTo>
                  <a:pt x="1764" y="37369"/>
                </a:lnTo>
                <a:lnTo>
                  <a:pt x="1764" y="37038"/>
                </a:lnTo>
                <a:lnTo>
                  <a:pt x="1828" y="36638"/>
                </a:lnTo>
                <a:lnTo>
                  <a:pt x="1828" y="36305"/>
                </a:lnTo>
                <a:lnTo>
                  <a:pt x="1828" y="35908"/>
                </a:lnTo>
                <a:lnTo>
                  <a:pt x="1828" y="35507"/>
                </a:lnTo>
                <a:lnTo>
                  <a:pt x="1924" y="35174"/>
                </a:lnTo>
                <a:lnTo>
                  <a:pt x="1924" y="34777"/>
                </a:lnTo>
                <a:lnTo>
                  <a:pt x="1924" y="34377"/>
                </a:lnTo>
                <a:lnTo>
                  <a:pt x="1924" y="33979"/>
                </a:lnTo>
                <a:lnTo>
                  <a:pt x="1924" y="33646"/>
                </a:lnTo>
                <a:lnTo>
                  <a:pt x="1988" y="33246"/>
                </a:lnTo>
                <a:lnTo>
                  <a:pt x="1988" y="32849"/>
                </a:lnTo>
                <a:lnTo>
                  <a:pt x="1988" y="32448"/>
                </a:lnTo>
                <a:lnTo>
                  <a:pt x="1988" y="32051"/>
                </a:lnTo>
                <a:lnTo>
                  <a:pt x="2053" y="31651"/>
                </a:lnTo>
                <a:lnTo>
                  <a:pt x="2053" y="31318"/>
                </a:lnTo>
                <a:lnTo>
                  <a:pt x="2053" y="30920"/>
                </a:lnTo>
                <a:lnTo>
                  <a:pt x="2053" y="30520"/>
                </a:lnTo>
                <a:lnTo>
                  <a:pt x="2053" y="30120"/>
                </a:lnTo>
                <a:lnTo>
                  <a:pt x="2149" y="29723"/>
                </a:lnTo>
                <a:lnTo>
                  <a:pt x="2149" y="29323"/>
                </a:lnTo>
                <a:lnTo>
                  <a:pt x="2149" y="28925"/>
                </a:lnTo>
                <a:lnTo>
                  <a:pt x="2149" y="28525"/>
                </a:lnTo>
                <a:lnTo>
                  <a:pt x="2213" y="28125"/>
                </a:lnTo>
                <a:lnTo>
                  <a:pt x="2213" y="27728"/>
                </a:lnTo>
                <a:lnTo>
                  <a:pt x="2213" y="27328"/>
                </a:lnTo>
                <a:lnTo>
                  <a:pt x="2213" y="26931"/>
                </a:lnTo>
                <a:lnTo>
                  <a:pt x="2213" y="26530"/>
                </a:lnTo>
                <a:lnTo>
                  <a:pt x="2277" y="26130"/>
                </a:lnTo>
                <a:lnTo>
                  <a:pt x="2277" y="25733"/>
                </a:lnTo>
                <a:lnTo>
                  <a:pt x="2277" y="25333"/>
                </a:lnTo>
                <a:lnTo>
                  <a:pt x="2277" y="24936"/>
                </a:lnTo>
                <a:lnTo>
                  <a:pt x="2277" y="24469"/>
                </a:lnTo>
                <a:lnTo>
                  <a:pt x="2341" y="24072"/>
                </a:lnTo>
                <a:lnTo>
                  <a:pt x="2341" y="23671"/>
                </a:lnTo>
                <a:lnTo>
                  <a:pt x="2341" y="23271"/>
                </a:lnTo>
                <a:lnTo>
                  <a:pt x="2341" y="22874"/>
                </a:lnTo>
                <a:lnTo>
                  <a:pt x="2438" y="22407"/>
                </a:lnTo>
                <a:lnTo>
                  <a:pt x="2438" y="22010"/>
                </a:lnTo>
                <a:lnTo>
                  <a:pt x="2438" y="21610"/>
                </a:lnTo>
                <a:lnTo>
                  <a:pt x="2438" y="21210"/>
                </a:lnTo>
                <a:lnTo>
                  <a:pt x="2438" y="20746"/>
                </a:lnTo>
                <a:lnTo>
                  <a:pt x="2502" y="20346"/>
                </a:lnTo>
                <a:lnTo>
                  <a:pt x="2502" y="19948"/>
                </a:lnTo>
                <a:lnTo>
                  <a:pt x="2502" y="19482"/>
                </a:lnTo>
                <a:lnTo>
                  <a:pt x="2502" y="19084"/>
                </a:lnTo>
                <a:lnTo>
                  <a:pt x="2566" y="18684"/>
                </a:lnTo>
                <a:lnTo>
                  <a:pt x="2566" y="18217"/>
                </a:lnTo>
                <a:lnTo>
                  <a:pt x="2566" y="17820"/>
                </a:lnTo>
                <a:lnTo>
                  <a:pt x="2566" y="17420"/>
                </a:lnTo>
                <a:lnTo>
                  <a:pt x="2566" y="16956"/>
                </a:lnTo>
                <a:lnTo>
                  <a:pt x="2630" y="16556"/>
                </a:lnTo>
                <a:lnTo>
                  <a:pt x="2630" y="16092"/>
                </a:lnTo>
                <a:lnTo>
                  <a:pt x="2630" y="15692"/>
                </a:lnTo>
                <a:lnTo>
                  <a:pt x="2630" y="15225"/>
                </a:lnTo>
                <a:lnTo>
                  <a:pt x="2726" y="14828"/>
                </a:lnTo>
                <a:lnTo>
                  <a:pt x="2726" y="14361"/>
                </a:lnTo>
                <a:lnTo>
                  <a:pt x="2726" y="13964"/>
                </a:lnTo>
                <a:lnTo>
                  <a:pt x="2726" y="13497"/>
                </a:lnTo>
                <a:lnTo>
                  <a:pt x="2726" y="13100"/>
                </a:lnTo>
                <a:lnTo>
                  <a:pt x="2790" y="12633"/>
                </a:lnTo>
                <a:lnTo>
                  <a:pt x="2790" y="12166"/>
                </a:lnTo>
                <a:lnTo>
                  <a:pt x="2790" y="11769"/>
                </a:lnTo>
                <a:lnTo>
                  <a:pt x="2790" y="11302"/>
                </a:lnTo>
                <a:lnTo>
                  <a:pt x="2855" y="10905"/>
                </a:lnTo>
                <a:lnTo>
                  <a:pt x="2855" y="10438"/>
                </a:lnTo>
                <a:lnTo>
                  <a:pt x="2855" y="9974"/>
                </a:lnTo>
                <a:lnTo>
                  <a:pt x="2855" y="9574"/>
                </a:lnTo>
                <a:lnTo>
                  <a:pt x="2855" y="9110"/>
                </a:lnTo>
                <a:lnTo>
                  <a:pt x="2951" y="8643"/>
                </a:lnTo>
                <a:lnTo>
                  <a:pt x="2951" y="8176"/>
                </a:lnTo>
                <a:lnTo>
                  <a:pt x="2951" y="7779"/>
                </a:lnTo>
                <a:lnTo>
                  <a:pt x="2951" y="7312"/>
                </a:lnTo>
                <a:lnTo>
                  <a:pt x="3015" y="6848"/>
                </a:lnTo>
                <a:lnTo>
                  <a:pt x="3015" y="6381"/>
                </a:lnTo>
                <a:lnTo>
                  <a:pt x="3015" y="5984"/>
                </a:lnTo>
                <a:lnTo>
                  <a:pt x="3015" y="5517"/>
                </a:lnTo>
                <a:lnTo>
                  <a:pt x="3015" y="5053"/>
                </a:lnTo>
                <a:lnTo>
                  <a:pt x="3079" y="4587"/>
                </a:lnTo>
                <a:lnTo>
                  <a:pt x="3079" y="4123"/>
                </a:lnTo>
                <a:lnTo>
                  <a:pt x="3079" y="3656"/>
                </a:lnTo>
                <a:lnTo>
                  <a:pt x="3079" y="3189"/>
                </a:lnTo>
                <a:lnTo>
                  <a:pt x="3079" y="2725"/>
                </a:lnTo>
                <a:lnTo>
                  <a:pt x="3143" y="2258"/>
                </a:lnTo>
                <a:lnTo>
                  <a:pt x="3143" y="1861"/>
                </a:lnTo>
                <a:lnTo>
                  <a:pt x="3143" y="1394"/>
                </a:lnTo>
                <a:lnTo>
                  <a:pt x="3143" y="930"/>
                </a:lnTo>
                <a:lnTo>
                  <a:pt x="3240" y="463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259230" y="3823333"/>
            <a:ext cx="3208" cy="111183"/>
          </a:xfrm>
          <a:custGeom>
            <a:avLst/>
            <a:gdLst/>
            <a:ahLst/>
            <a:cxnLst/>
            <a:rect l="l" t="t" r="r" b="b"/>
            <a:pathLst>
              <a:path w="3208" h="111183">
                <a:moveTo>
                  <a:pt x="0" y="111183"/>
                </a:moveTo>
                <a:lnTo>
                  <a:pt x="0" y="110716"/>
                </a:lnTo>
                <a:lnTo>
                  <a:pt x="0" y="110185"/>
                </a:lnTo>
                <a:lnTo>
                  <a:pt x="0" y="109719"/>
                </a:lnTo>
                <a:lnTo>
                  <a:pt x="64" y="109255"/>
                </a:lnTo>
                <a:lnTo>
                  <a:pt x="64" y="108788"/>
                </a:lnTo>
                <a:lnTo>
                  <a:pt x="64" y="108324"/>
                </a:lnTo>
                <a:lnTo>
                  <a:pt x="64" y="107857"/>
                </a:lnTo>
                <a:lnTo>
                  <a:pt x="128" y="107390"/>
                </a:lnTo>
                <a:lnTo>
                  <a:pt x="128" y="106926"/>
                </a:lnTo>
                <a:lnTo>
                  <a:pt x="128" y="106460"/>
                </a:lnTo>
                <a:lnTo>
                  <a:pt x="128" y="105929"/>
                </a:lnTo>
                <a:lnTo>
                  <a:pt x="128" y="105462"/>
                </a:lnTo>
                <a:lnTo>
                  <a:pt x="192" y="104998"/>
                </a:lnTo>
                <a:lnTo>
                  <a:pt x="192" y="104531"/>
                </a:lnTo>
                <a:lnTo>
                  <a:pt x="192" y="104067"/>
                </a:lnTo>
                <a:lnTo>
                  <a:pt x="192" y="103534"/>
                </a:lnTo>
                <a:lnTo>
                  <a:pt x="288" y="103070"/>
                </a:lnTo>
                <a:lnTo>
                  <a:pt x="288" y="102603"/>
                </a:lnTo>
                <a:lnTo>
                  <a:pt x="288" y="102139"/>
                </a:lnTo>
                <a:lnTo>
                  <a:pt x="288" y="101606"/>
                </a:lnTo>
                <a:lnTo>
                  <a:pt x="288" y="101142"/>
                </a:lnTo>
                <a:lnTo>
                  <a:pt x="352" y="100675"/>
                </a:lnTo>
                <a:lnTo>
                  <a:pt x="352" y="100144"/>
                </a:lnTo>
                <a:lnTo>
                  <a:pt x="352" y="99678"/>
                </a:lnTo>
                <a:lnTo>
                  <a:pt x="352" y="99147"/>
                </a:lnTo>
                <a:lnTo>
                  <a:pt x="417" y="98680"/>
                </a:lnTo>
                <a:lnTo>
                  <a:pt x="417" y="98216"/>
                </a:lnTo>
                <a:lnTo>
                  <a:pt x="417" y="97683"/>
                </a:lnTo>
                <a:lnTo>
                  <a:pt x="417" y="97219"/>
                </a:lnTo>
                <a:lnTo>
                  <a:pt x="417" y="96685"/>
                </a:lnTo>
                <a:lnTo>
                  <a:pt x="513" y="96221"/>
                </a:lnTo>
                <a:lnTo>
                  <a:pt x="513" y="95688"/>
                </a:lnTo>
                <a:lnTo>
                  <a:pt x="513" y="95224"/>
                </a:lnTo>
                <a:lnTo>
                  <a:pt x="513" y="94690"/>
                </a:lnTo>
                <a:lnTo>
                  <a:pt x="577" y="94226"/>
                </a:lnTo>
                <a:lnTo>
                  <a:pt x="577" y="93693"/>
                </a:lnTo>
                <a:lnTo>
                  <a:pt x="577" y="93229"/>
                </a:lnTo>
                <a:lnTo>
                  <a:pt x="577" y="92695"/>
                </a:lnTo>
                <a:lnTo>
                  <a:pt x="577" y="92231"/>
                </a:lnTo>
                <a:lnTo>
                  <a:pt x="641" y="91698"/>
                </a:lnTo>
                <a:lnTo>
                  <a:pt x="641" y="91167"/>
                </a:lnTo>
                <a:lnTo>
                  <a:pt x="641" y="90700"/>
                </a:lnTo>
                <a:lnTo>
                  <a:pt x="641" y="90170"/>
                </a:lnTo>
                <a:lnTo>
                  <a:pt x="641" y="89636"/>
                </a:lnTo>
                <a:lnTo>
                  <a:pt x="705" y="89172"/>
                </a:lnTo>
                <a:lnTo>
                  <a:pt x="705" y="88639"/>
                </a:lnTo>
                <a:lnTo>
                  <a:pt x="705" y="88108"/>
                </a:lnTo>
                <a:lnTo>
                  <a:pt x="705" y="87641"/>
                </a:lnTo>
                <a:lnTo>
                  <a:pt x="802" y="87111"/>
                </a:lnTo>
                <a:lnTo>
                  <a:pt x="802" y="86577"/>
                </a:lnTo>
                <a:lnTo>
                  <a:pt x="802" y="86047"/>
                </a:lnTo>
                <a:lnTo>
                  <a:pt x="802" y="85580"/>
                </a:lnTo>
                <a:lnTo>
                  <a:pt x="802" y="85049"/>
                </a:lnTo>
                <a:lnTo>
                  <a:pt x="866" y="84516"/>
                </a:lnTo>
                <a:lnTo>
                  <a:pt x="866" y="83985"/>
                </a:lnTo>
                <a:lnTo>
                  <a:pt x="866" y="83452"/>
                </a:lnTo>
                <a:lnTo>
                  <a:pt x="866" y="82988"/>
                </a:lnTo>
                <a:lnTo>
                  <a:pt x="930" y="82454"/>
                </a:lnTo>
                <a:lnTo>
                  <a:pt x="930" y="81924"/>
                </a:lnTo>
                <a:lnTo>
                  <a:pt x="930" y="81393"/>
                </a:lnTo>
                <a:lnTo>
                  <a:pt x="930" y="80859"/>
                </a:lnTo>
                <a:lnTo>
                  <a:pt x="930" y="80329"/>
                </a:lnTo>
                <a:lnTo>
                  <a:pt x="1026" y="79795"/>
                </a:lnTo>
                <a:lnTo>
                  <a:pt x="1026" y="79265"/>
                </a:lnTo>
                <a:lnTo>
                  <a:pt x="1026" y="78731"/>
                </a:lnTo>
                <a:lnTo>
                  <a:pt x="1026" y="78201"/>
                </a:lnTo>
                <a:lnTo>
                  <a:pt x="1090" y="77667"/>
                </a:lnTo>
                <a:lnTo>
                  <a:pt x="1090" y="77136"/>
                </a:lnTo>
                <a:lnTo>
                  <a:pt x="1090" y="76603"/>
                </a:lnTo>
                <a:lnTo>
                  <a:pt x="1090" y="76072"/>
                </a:lnTo>
                <a:lnTo>
                  <a:pt x="1090" y="75539"/>
                </a:lnTo>
                <a:lnTo>
                  <a:pt x="1154" y="75008"/>
                </a:lnTo>
                <a:lnTo>
                  <a:pt x="1154" y="74475"/>
                </a:lnTo>
                <a:lnTo>
                  <a:pt x="1154" y="73944"/>
                </a:lnTo>
                <a:lnTo>
                  <a:pt x="1154" y="73413"/>
                </a:lnTo>
                <a:lnTo>
                  <a:pt x="1219" y="72880"/>
                </a:lnTo>
                <a:lnTo>
                  <a:pt x="1219" y="72349"/>
                </a:lnTo>
                <a:lnTo>
                  <a:pt x="1219" y="71816"/>
                </a:lnTo>
                <a:lnTo>
                  <a:pt x="1219" y="71285"/>
                </a:lnTo>
                <a:lnTo>
                  <a:pt x="1219" y="70685"/>
                </a:lnTo>
                <a:lnTo>
                  <a:pt x="1315" y="70154"/>
                </a:lnTo>
                <a:lnTo>
                  <a:pt x="1315" y="69621"/>
                </a:lnTo>
                <a:lnTo>
                  <a:pt x="1315" y="69090"/>
                </a:lnTo>
                <a:lnTo>
                  <a:pt x="1315" y="68557"/>
                </a:lnTo>
                <a:lnTo>
                  <a:pt x="1379" y="67959"/>
                </a:lnTo>
                <a:lnTo>
                  <a:pt x="1379" y="67429"/>
                </a:lnTo>
                <a:lnTo>
                  <a:pt x="1379" y="66895"/>
                </a:lnTo>
                <a:lnTo>
                  <a:pt x="1379" y="66365"/>
                </a:lnTo>
                <a:lnTo>
                  <a:pt x="1379" y="65764"/>
                </a:lnTo>
                <a:lnTo>
                  <a:pt x="1443" y="65234"/>
                </a:lnTo>
                <a:lnTo>
                  <a:pt x="1443" y="64700"/>
                </a:lnTo>
                <a:lnTo>
                  <a:pt x="1443" y="64103"/>
                </a:lnTo>
                <a:lnTo>
                  <a:pt x="1443" y="63569"/>
                </a:lnTo>
                <a:lnTo>
                  <a:pt x="1443" y="63039"/>
                </a:lnTo>
                <a:lnTo>
                  <a:pt x="1507" y="62441"/>
                </a:lnTo>
                <a:lnTo>
                  <a:pt x="1507" y="61908"/>
                </a:lnTo>
                <a:lnTo>
                  <a:pt x="1507" y="61377"/>
                </a:lnTo>
                <a:lnTo>
                  <a:pt x="1507" y="60777"/>
                </a:lnTo>
                <a:lnTo>
                  <a:pt x="1604" y="60246"/>
                </a:lnTo>
                <a:lnTo>
                  <a:pt x="1604" y="59646"/>
                </a:lnTo>
                <a:lnTo>
                  <a:pt x="1604" y="59116"/>
                </a:lnTo>
                <a:lnTo>
                  <a:pt x="1604" y="58515"/>
                </a:lnTo>
                <a:lnTo>
                  <a:pt x="1604" y="57985"/>
                </a:lnTo>
                <a:lnTo>
                  <a:pt x="1668" y="57387"/>
                </a:lnTo>
                <a:lnTo>
                  <a:pt x="1668" y="56854"/>
                </a:lnTo>
                <a:lnTo>
                  <a:pt x="1668" y="56257"/>
                </a:lnTo>
                <a:lnTo>
                  <a:pt x="1668" y="55723"/>
                </a:lnTo>
                <a:lnTo>
                  <a:pt x="1732" y="55126"/>
                </a:lnTo>
                <a:lnTo>
                  <a:pt x="1732" y="54592"/>
                </a:lnTo>
                <a:lnTo>
                  <a:pt x="1732" y="53995"/>
                </a:lnTo>
                <a:lnTo>
                  <a:pt x="1732" y="53464"/>
                </a:lnTo>
                <a:lnTo>
                  <a:pt x="1732" y="52864"/>
                </a:lnTo>
                <a:lnTo>
                  <a:pt x="1828" y="52334"/>
                </a:lnTo>
                <a:lnTo>
                  <a:pt x="1828" y="51733"/>
                </a:lnTo>
                <a:lnTo>
                  <a:pt x="1828" y="51136"/>
                </a:lnTo>
                <a:lnTo>
                  <a:pt x="1828" y="50603"/>
                </a:lnTo>
                <a:lnTo>
                  <a:pt x="1892" y="50005"/>
                </a:lnTo>
                <a:lnTo>
                  <a:pt x="1892" y="49408"/>
                </a:lnTo>
                <a:lnTo>
                  <a:pt x="1892" y="48874"/>
                </a:lnTo>
                <a:lnTo>
                  <a:pt x="1892" y="48277"/>
                </a:lnTo>
                <a:lnTo>
                  <a:pt x="1892" y="47677"/>
                </a:lnTo>
                <a:lnTo>
                  <a:pt x="1956" y="47146"/>
                </a:lnTo>
                <a:lnTo>
                  <a:pt x="1956" y="46546"/>
                </a:lnTo>
                <a:lnTo>
                  <a:pt x="1956" y="45949"/>
                </a:lnTo>
                <a:lnTo>
                  <a:pt x="1956" y="45351"/>
                </a:lnTo>
                <a:lnTo>
                  <a:pt x="2021" y="44818"/>
                </a:lnTo>
                <a:lnTo>
                  <a:pt x="2021" y="44221"/>
                </a:lnTo>
                <a:lnTo>
                  <a:pt x="2021" y="43620"/>
                </a:lnTo>
                <a:lnTo>
                  <a:pt x="2021" y="43023"/>
                </a:lnTo>
                <a:lnTo>
                  <a:pt x="2021" y="42426"/>
                </a:lnTo>
                <a:lnTo>
                  <a:pt x="2117" y="41826"/>
                </a:lnTo>
                <a:lnTo>
                  <a:pt x="2117" y="41295"/>
                </a:lnTo>
                <a:lnTo>
                  <a:pt x="2117" y="40695"/>
                </a:lnTo>
                <a:lnTo>
                  <a:pt x="2117" y="40097"/>
                </a:lnTo>
                <a:lnTo>
                  <a:pt x="2181" y="39500"/>
                </a:lnTo>
                <a:lnTo>
                  <a:pt x="2181" y="38900"/>
                </a:lnTo>
                <a:lnTo>
                  <a:pt x="2181" y="38303"/>
                </a:lnTo>
                <a:lnTo>
                  <a:pt x="2181" y="37702"/>
                </a:lnTo>
                <a:lnTo>
                  <a:pt x="2181" y="37105"/>
                </a:lnTo>
                <a:lnTo>
                  <a:pt x="2245" y="36508"/>
                </a:lnTo>
                <a:lnTo>
                  <a:pt x="2245" y="35908"/>
                </a:lnTo>
                <a:lnTo>
                  <a:pt x="2245" y="35377"/>
                </a:lnTo>
                <a:lnTo>
                  <a:pt x="2245" y="34777"/>
                </a:lnTo>
                <a:lnTo>
                  <a:pt x="2245" y="34179"/>
                </a:lnTo>
                <a:lnTo>
                  <a:pt x="2341" y="33579"/>
                </a:lnTo>
                <a:lnTo>
                  <a:pt x="2341" y="32915"/>
                </a:lnTo>
                <a:lnTo>
                  <a:pt x="2341" y="32318"/>
                </a:lnTo>
                <a:lnTo>
                  <a:pt x="2341" y="31718"/>
                </a:lnTo>
                <a:lnTo>
                  <a:pt x="2406" y="31120"/>
                </a:lnTo>
                <a:lnTo>
                  <a:pt x="2406" y="30520"/>
                </a:lnTo>
                <a:lnTo>
                  <a:pt x="2406" y="29923"/>
                </a:lnTo>
                <a:lnTo>
                  <a:pt x="2406" y="29326"/>
                </a:lnTo>
                <a:lnTo>
                  <a:pt x="2406" y="28725"/>
                </a:lnTo>
                <a:lnTo>
                  <a:pt x="2470" y="28128"/>
                </a:lnTo>
                <a:lnTo>
                  <a:pt x="2470" y="27531"/>
                </a:lnTo>
                <a:lnTo>
                  <a:pt x="2470" y="26931"/>
                </a:lnTo>
                <a:lnTo>
                  <a:pt x="2470" y="26267"/>
                </a:lnTo>
                <a:lnTo>
                  <a:pt x="2534" y="25666"/>
                </a:lnTo>
                <a:lnTo>
                  <a:pt x="2534" y="25069"/>
                </a:lnTo>
                <a:lnTo>
                  <a:pt x="2534" y="24472"/>
                </a:lnTo>
                <a:lnTo>
                  <a:pt x="2534" y="23872"/>
                </a:lnTo>
                <a:lnTo>
                  <a:pt x="2534" y="23274"/>
                </a:lnTo>
                <a:lnTo>
                  <a:pt x="2630" y="22607"/>
                </a:lnTo>
                <a:lnTo>
                  <a:pt x="2630" y="22010"/>
                </a:lnTo>
                <a:lnTo>
                  <a:pt x="2630" y="21413"/>
                </a:lnTo>
                <a:lnTo>
                  <a:pt x="2630" y="20813"/>
                </a:lnTo>
                <a:lnTo>
                  <a:pt x="2694" y="20149"/>
                </a:lnTo>
                <a:lnTo>
                  <a:pt x="2694" y="19551"/>
                </a:lnTo>
                <a:lnTo>
                  <a:pt x="2694" y="18951"/>
                </a:lnTo>
                <a:lnTo>
                  <a:pt x="2694" y="18287"/>
                </a:lnTo>
                <a:lnTo>
                  <a:pt x="2694" y="17687"/>
                </a:lnTo>
                <a:lnTo>
                  <a:pt x="2758" y="17089"/>
                </a:lnTo>
                <a:lnTo>
                  <a:pt x="2758" y="16425"/>
                </a:lnTo>
                <a:lnTo>
                  <a:pt x="2758" y="15825"/>
                </a:lnTo>
                <a:lnTo>
                  <a:pt x="2758" y="15228"/>
                </a:lnTo>
                <a:lnTo>
                  <a:pt x="2823" y="14564"/>
                </a:lnTo>
                <a:lnTo>
                  <a:pt x="2823" y="13964"/>
                </a:lnTo>
                <a:lnTo>
                  <a:pt x="2823" y="13300"/>
                </a:lnTo>
                <a:lnTo>
                  <a:pt x="2823" y="12700"/>
                </a:lnTo>
                <a:lnTo>
                  <a:pt x="2823" y="12102"/>
                </a:lnTo>
                <a:lnTo>
                  <a:pt x="2919" y="11438"/>
                </a:lnTo>
                <a:lnTo>
                  <a:pt x="2919" y="10838"/>
                </a:lnTo>
                <a:lnTo>
                  <a:pt x="2919" y="10174"/>
                </a:lnTo>
                <a:lnTo>
                  <a:pt x="2919" y="9577"/>
                </a:lnTo>
                <a:lnTo>
                  <a:pt x="2983" y="8910"/>
                </a:lnTo>
                <a:lnTo>
                  <a:pt x="2983" y="8313"/>
                </a:lnTo>
                <a:lnTo>
                  <a:pt x="2983" y="7646"/>
                </a:lnTo>
                <a:lnTo>
                  <a:pt x="2983" y="7048"/>
                </a:lnTo>
                <a:lnTo>
                  <a:pt x="2983" y="6384"/>
                </a:lnTo>
                <a:lnTo>
                  <a:pt x="3047" y="5784"/>
                </a:lnTo>
                <a:lnTo>
                  <a:pt x="3047" y="5120"/>
                </a:lnTo>
                <a:lnTo>
                  <a:pt x="3047" y="4523"/>
                </a:lnTo>
                <a:lnTo>
                  <a:pt x="3047" y="3856"/>
                </a:lnTo>
                <a:lnTo>
                  <a:pt x="3047" y="3192"/>
                </a:lnTo>
                <a:lnTo>
                  <a:pt x="3143" y="2595"/>
                </a:lnTo>
                <a:lnTo>
                  <a:pt x="3143" y="1928"/>
                </a:lnTo>
                <a:lnTo>
                  <a:pt x="3143" y="1330"/>
                </a:lnTo>
                <a:lnTo>
                  <a:pt x="3143" y="6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262438" y="3683081"/>
            <a:ext cx="3143" cy="140251"/>
          </a:xfrm>
          <a:custGeom>
            <a:avLst/>
            <a:gdLst/>
            <a:ahLst/>
            <a:cxnLst/>
            <a:rect l="l" t="t" r="r" b="b"/>
            <a:pathLst>
              <a:path w="3143" h="140251">
                <a:moveTo>
                  <a:pt x="0" y="140251"/>
                </a:moveTo>
                <a:lnTo>
                  <a:pt x="0" y="139654"/>
                </a:lnTo>
                <a:lnTo>
                  <a:pt x="0" y="138987"/>
                </a:lnTo>
                <a:lnTo>
                  <a:pt x="0" y="138323"/>
                </a:lnTo>
                <a:lnTo>
                  <a:pt x="0" y="137725"/>
                </a:lnTo>
                <a:lnTo>
                  <a:pt x="64" y="137059"/>
                </a:lnTo>
                <a:lnTo>
                  <a:pt x="64" y="136395"/>
                </a:lnTo>
                <a:lnTo>
                  <a:pt x="64" y="135797"/>
                </a:lnTo>
                <a:lnTo>
                  <a:pt x="64" y="135130"/>
                </a:lnTo>
                <a:lnTo>
                  <a:pt x="128" y="134466"/>
                </a:lnTo>
                <a:lnTo>
                  <a:pt x="128" y="133802"/>
                </a:lnTo>
                <a:lnTo>
                  <a:pt x="128" y="133202"/>
                </a:lnTo>
                <a:lnTo>
                  <a:pt x="128" y="132538"/>
                </a:lnTo>
                <a:lnTo>
                  <a:pt x="128" y="131874"/>
                </a:lnTo>
                <a:lnTo>
                  <a:pt x="224" y="131207"/>
                </a:lnTo>
                <a:lnTo>
                  <a:pt x="224" y="130543"/>
                </a:lnTo>
                <a:lnTo>
                  <a:pt x="224" y="129943"/>
                </a:lnTo>
                <a:lnTo>
                  <a:pt x="224" y="129279"/>
                </a:lnTo>
                <a:lnTo>
                  <a:pt x="288" y="128615"/>
                </a:lnTo>
                <a:lnTo>
                  <a:pt x="288" y="127948"/>
                </a:lnTo>
                <a:lnTo>
                  <a:pt x="288" y="127284"/>
                </a:lnTo>
                <a:lnTo>
                  <a:pt x="288" y="126620"/>
                </a:lnTo>
                <a:lnTo>
                  <a:pt x="288" y="125953"/>
                </a:lnTo>
                <a:lnTo>
                  <a:pt x="352" y="125356"/>
                </a:lnTo>
                <a:lnTo>
                  <a:pt x="352" y="124692"/>
                </a:lnTo>
                <a:lnTo>
                  <a:pt x="352" y="124025"/>
                </a:lnTo>
                <a:lnTo>
                  <a:pt x="352" y="123361"/>
                </a:lnTo>
                <a:lnTo>
                  <a:pt x="417" y="122697"/>
                </a:lnTo>
                <a:lnTo>
                  <a:pt x="417" y="122030"/>
                </a:lnTo>
                <a:lnTo>
                  <a:pt x="417" y="121366"/>
                </a:lnTo>
                <a:lnTo>
                  <a:pt x="417" y="120702"/>
                </a:lnTo>
                <a:lnTo>
                  <a:pt x="417" y="120035"/>
                </a:lnTo>
                <a:lnTo>
                  <a:pt x="513" y="119371"/>
                </a:lnTo>
                <a:lnTo>
                  <a:pt x="513" y="118707"/>
                </a:lnTo>
                <a:lnTo>
                  <a:pt x="513" y="118040"/>
                </a:lnTo>
                <a:lnTo>
                  <a:pt x="513" y="117376"/>
                </a:lnTo>
                <a:lnTo>
                  <a:pt x="577" y="116712"/>
                </a:lnTo>
                <a:lnTo>
                  <a:pt x="577" y="116045"/>
                </a:lnTo>
                <a:lnTo>
                  <a:pt x="577" y="115381"/>
                </a:lnTo>
                <a:lnTo>
                  <a:pt x="577" y="114718"/>
                </a:lnTo>
                <a:lnTo>
                  <a:pt x="577" y="114051"/>
                </a:lnTo>
                <a:lnTo>
                  <a:pt x="641" y="113387"/>
                </a:lnTo>
                <a:lnTo>
                  <a:pt x="641" y="112723"/>
                </a:lnTo>
                <a:lnTo>
                  <a:pt x="641" y="112056"/>
                </a:lnTo>
                <a:lnTo>
                  <a:pt x="641" y="111325"/>
                </a:lnTo>
                <a:lnTo>
                  <a:pt x="641" y="110661"/>
                </a:lnTo>
                <a:lnTo>
                  <a:pt x="737" y="109994"/>
                </a:lnTo>
                <a:lnTo>
                  <a:pt x="737" y="109330"/>
                </a:lnTo>
                <a:lnTo>
                  <a:pt x="737" y="108666"/>
                </a:lnTo>
                <a:lnTo>
                  <a:pt x="737" y="107999"/>
                </a:lnTo>
                <a:lnTo>
                  <a:pt x="802" y="107335"/>
                </a:lnTo>
                <a:lnTo>
                  <a:pt x="802" y="106605"/>
                </a:lnTo>
                <a:lnTo>
                  <a:pt x="802" y="105941"/>
                </a:lnTo>
                <a:lnTo>
                  <a:pt x="802" y="105274"/>
                </a:lnTo>
                <a:lnTo>
                  <a:pt x="802" y="104610"/>
                </a:lnTo>
                <a:lnTo>
                  <a:pt x="866" y="103879"/>
                </a:lnTo>
                <a:lnTo>
                  <a:pt x="866" y="103212"/>
                </a:lnTo>
                <a:lnTo>
                  <a:pt x="866" y="102548"/>
                </a:lnTo>
                <a:lnTo>
                  <a:pt x="866" y="101884"/>
                </a:lnTo>
                <a:lnTo>
                  <a:pt x="930" y="101217"/>
                </a:lnTo>
                <a:lnTo>
                  <a:pt x="930" y="100498"/>
                </a:lnTo>
                <a:lnTo>
                  <a:pt x="930" y="99831"/>
                </a:lnTo>
                <a:lnTo>
                  <a:pt x="930" y="99164"/>
                </a:lnTo>
                <a:lnTo>
                  <a:pt x="930" y="98439"/>
                </a:lnTo>
                <a:lnTo>
                  <a:pt x="1026" y="97773"/>
                </a:lnTo>
                <a:lnTo>
                  <a:pt x="1026" y="97106"/>
                </a:lnTo>
                <a:lnTo>
                  <a:pt x="1026" y="96352"/>
                </a:lnTo>
                <a:lnTo>
                  <a:pt x="1026" y="95685"/>
                </a:lnTo>
                <a:lnTo>
                  <a:pt x="1090" y="95047"/>
                </a:lnTo>
                <a:lnTo>
                  <a:pt x="1090" y="94293"/>
                </a:lnTo>
                <a:lnTo>
                  <a:pt x="1090" y="93626"/>
                </a:lnTo>
                <a:lnTo>
                  <a:pt x="1090" y="92959"/>
                </a:lnTo>
                <a:lnTo>
                  <a:pt x="1090" y="92234"/>
                </a:lnTo>
                <a:lnTo>
                  <a:pt x="1154" y="91567"/>
                </a:lnTo>
                <a:lnTo>
                  <a:pt x="1154" y="90843"/>
                </a:lnTo>
                <a:lnTo>
                  <a:pt x="1154" y="90176"/>
                </a:lnTo>
                <a:lnTo>
                  <a:pt x="1154" y="89509"/>
                </a:lnTo>
                <a:lnTo>
                  <a:pt x="1251" y="88784"/>
                </a:lnTo>
                <a:lnTo>
                  <a:pt x="1251" y="88117"/>
                </a:lnTo>
                <a:lnTo>
                  <a:pt x="1251" y="87392"/>
                </a:lnTo>
                <a:lnTo>
                  <a:pt x="1251" y="86725"/>
                </a:lnTo>
                <a:lnTo>
                  <a:pt x="1251" y="86000"/>
                </a:lnTo>
                <a:lnTo>
                  <a:pt x="1315" y="85333"/>
                </a:lnTo>
                <a:lnTo>
                  <a:pt x="1315" y="84580"/>
                </a:lnTo>
                <a:lnTo>
                  <a:pt x="1315" y="83942"/>
                </a:lnTo>
                <a:lnTo>
                  <a:pt x="1315" y="83188"/>
                </a:lnTo>
                <a:lnTo>
                  <a:pt x="1379" y="82521"/>
                </a:lnTo>
                <a:lnTo>
                  <a:pt x="1379" y="81796"/>
                </a:lnTo>
                <a:lnTo>
                  <a:pt x="1379" y="81129"/>
                </a:lnTo>
                <a:lnTo>
                  <a:pt x="1379" y="80404"/>
                </a:lnTo>
                <a:lnTo>
                  <a:pt x="1379" y="79737"/>
                </a:lnTo>
                <a:lnTo>
                  <a:pt x="1443" y="79012"/>
                </a:lnTo>
                <a:lnTo>
                  <a:pt x="1443" y="78345"/>
                </a:lnTo>
                <a:lnTo>
                  <a:pt x="1443" y="77621"/>
                </a:lnTo>
                <a:lnTo>
                  <a:pt x="1443" y="76867"/>
                </a:lnTo>
                <a:lnTo>
                  <a:pt x="1443" y="76229"/>
                </a:lnTo>
                <a:lnTo>
                  <a:pt x="1539" y="75475"/>
                </a:lnTo>
                <a:lnTo>
                  <a:pt x="1539" y="74808"/>
                </a:lnTo>
                <a:lnTo>
                  <a:pt x="1539" y="74083"/>
                </a:lnTo>
                <a:lnTo>
                  <a:pt x="1539" y="73358"/>
                </a:lnTo>
                <a:lnTo>
                  <a:pt x="1604" y="72691"/>
                </a:lnTo>
                <a:lnTo>
                  <a:pt x="1604" y="71966"/>
                </a:lnTo>
                <a:lnTo>
                  <a:pt x="1604" y="71242"/>
                </a:lnTo>
                <a:lnTo>
                  <a:pt x="1604" y="70575"/>
                </a:lnTo>
                <a:lnTo>
                  <a:pt x="1604" y="69821"/>
                </a:lnTo>
                <a:lnTo>
                  <a:pt x="1668" y="69096"/>
                </a:lnTo>
                <a:lnTo>
                  <a:pt x="1668" y="68429"/>
                </a:lnTo>
                <a:lnTo>
                  <a:pt x="1668" y="67704"/>
                </a:lnTo>
                <a:lnTo>
                  <a:pt x="1668" y="66979"/>
                </a:lnTo>
                <a:lnTo>
                  <a:pt x="1732" y="66254"/>
                </a:lnTo>
                <a:lnTo>
                  <a:pt x="1732" y="65587"/>
                </a:lnTo>
                <a:lnTo>
                  <a:pt x="1732" y="64834"/>
                </a:lnTo>
                <a:lnTo>
                  <a:pt x="1732" y="64109"/>
                </a:lnTo>
                <a:lnTo>
                  <a:pt x="1732" y="63384"/>
                </a:lnTo>
                <a:lnTo>
                  <a:pt x="1828" y="62717"/>
                </a:lnTo>
                <a:lnTo>
                  <a:pt x="1828" y="61992"/>
                </a:lnTo>
                <a:lnTo>
                  <a:pt x="1828" y="61267"/>
                </a:lnTo>
                <a:lnTo>
                  <a:pt x="1828" y="60513"/>
                </a:lnTo>
                <a:lnTo>
                  <a:pt x="1892" y="59846"/>
                </a:lnTo>
                <a:lnTo>
                  <a:pt x="1892" y="59121"/>
                </a:lnTo>
                <a:lnTo>
                  <a:pt x="1892" y="58397"/>
                </a:lnTo>
                <a:lnTo>
                  <a:pt x="1892" y="57672"/>
                </a:lnTo>
                <a:lnTo>
                  <a:pt x="1892" y="56918"/>
                </a:lnTo>
                <a:lnTo>
                  <a:pt x="1956" y="56193"/>
                </a:lnTo>
                <a:lnTo>
                  <a:pt x="1956" y="55526"/>
                </a:lnTo>
                <a:lnTo>
                  <a:pt x="1956" y="54801"/>
                </a:lnTo>
                <a:lnTo>
                  <a:pt x="1956" y="54076"/>
                </a:lnTo>
                <a:lnTo>
                  <a:pt x="2053" y="53351"/>
                </a:lnTo>
                <a:lnTo>
                  <a:pt x="2053" y="52597"/>
                </a:lnTo>
                <a:lnTo>
                  <a:pt x="2053" y="51873"/>
                </a:lnTo>
                <a:lnTo>
                  <a:pt x="2053" y="51148"/>
                </a:lnTo>
                <a:lnTo>
                  <a:pt x="2053" y="50423"/>
                </a:lnTo>
                <a:lnTo>
                  <a:pt x="2117" y="49756"/>
                </a:lnTo>
                <a:lnTo>
                  <a:pt x="2117" y="49031"/>
                </a:lnTo>
                <a:lnTo>
                  <a:pt x="2117" y="48277"/>
                </a:lnTo>
                <a:lnTo>
                  <a:pt x="2117" y="47552"/>
                </a:lnTo>
                <a:lnTo>
                  <a:pt x="2181" y="46827"/>
                </a:lnTo>
                <a:lnTo>
                  <a:pt x="2181" y="46102"/>
                </a:lnTo>
                <a:lnTo>
                  <a:pt x="2181" y="45349"/>
                </a:lnTo>
                <a:lnTo>
                  <a:pt x="2181" y="44624"/>
                </a:lnTo>
                <a:lnTo>
                  <a:pt x="2181" y="43899"/>
                </a:lnTo>
                <a:lnTo>
                  <a:pt x="2245" y="43174"/>
                </a:lnTo>
                <a:lnTo>
                  <a:pt x="2245" y="42449"/>
                </a:lnTo>
                <a:lnTo>
                  <a:pt x="2245" y="41695"/>
                </a:lnTo>
                <a:lnTo>
                  <a:pt x="2245" y="40970"/>
                </a:lnTo>
                <a:lnTo>
                  <a:pt x="2245" y="40245"/>
                </a:lnTo>
                <a:lnTo>
                  <a:pt x="2341" y="39520"/>
                </a:lnTo>
                <a:lnTo>
                  <a:pt x="2341" y="38767"/>
                </a:lnTo>
                <a:lnTo>
                  <a:pt x="2341" y="38042"/>
                </a:lnTo>
                <a:lnTo>
                  <a:pt x="2341" y="37317"/>
                </a:lnTo>
                <a:lnTo>
                  <a:pt x="2406" y="36592"/>
                </a:lnTo>
                <a:lnTo>
                  <a:pt x="2406" y="35838"/>
                </a:lnTo>
                <a:lnTo>
                  <a:pt x="2406" y="35113"/>
                </a:lnTo>
                <a:lnTo>
                  <a:pt x="2406" y="34388"/>
                </a:lnTo>
                <a:lnTo>
                  <a:pt x="2406" y="33663"/>
                </a:lnTo>
                <a:lnTo>
                  <a:pt x="2470" y="32851"/>
                </a:lnTo>
                <a:lnTo>
                  <a:pt x="2470" y="32127"/>
                </a:lnTo>
                <a:lnTo>
                  <a:pt x="2470" y="31402"/>
                </a:lnTo>
                <a:lnTo>
                  <a:pt x="2470" y="30677"/>
                </a:lnTo>
                <a:lnTo>
                  <a:pt x="2534" y="29923"/>
                </a:lnTo>
                <a:lnTo>
                  <a:pt x="2534" y="29198"/>
                </a:lnTo>
                <a:lnTo>
                  <a:pt x="2534" y="28473"/>
                </a:lnTo>
                <a:lnTo>
                  <a:pt x="2534" y="27748"/>
                </a:lnTo>
                <a:lnTo>
                  <a:pt x="2534" y="26936"/>
                </a:lnTo>
                <a:lnTo>
                  <a:pt x="2630" y="26211"/>
                </a:lnTo>
                <a:lnTo>
                  <a:pt x="2630" y="25487"/>
                </a:lnTo>
                <a:lnTo>
                  <a:pt x="2630" y="24733"/>
                </a:lnTo>
                <a:lnTo>
                  <a:pt x="2630" y="24008"/>
                </a:lnTo>
                <a:lnTo>
                  <a:pt x="2694" y="23283"/>
                </a:lnTo>
                <a:lnTo>
                  <a:pt x="2694" y="22500"/>
                </a:lnTo>
                <a:lnTo>
                  <a:pt x="2694" y="21746"/>
                </a:lnTo>
                <a:lnTo>
                  <a:pt x="2694" y="21021"/>
                </a:lnTo>
                <a:lnTo>
                  <a:pt x="2694" y="20296"/>
                </a:lnTo>
                <a:lnTo>
                  <a:pt x="2758" y="19571"/>
                </a:lnTo>
                <a:lnTo>
                  <a:pt x="2758" y="18760"/>
                </a:lnTo>
                <a:lnTo>
                  <a:pt x="2758" y="18035"/>
                </a:lnTo>
                <a:lnTo>
                  <a:pt x="2758" y="17310"/>
                </a:lnTo>
                <a:lnTo>
                  <a:pt x="2855" y="16556"/>
                </a:lnTo>
                <a:lnTo>
                  <a:pt x="2855" y="15773"/>
                </a:lnTo>
                <a:lnTo>
                  <a:pt x="2855" y="15048"/>
                </a:lnTo>
                <a:lnTo>
                  <a:pt x="2855" y="14294"/>
                </a:lnTo>
                <a:lnTo>
                  <a:pt x="2855" y="13569"/>
                </a:lnTo>
                <a:lnTo>
                  <a:pt x="2919" y="12787"/>
                </a:lnTo>
                <a:lnTo>
                  <a:pt x="2919" y="12033"/>
                </a:lnTo>
                <a:lnTo>
                  <a:pt x="2919" y="11308"/>
                </a:lnTo>
                <a:lnTo>
                  <a:pt x="2919" y="10525"/>
                </a:lnTo>
                <a:lnTo>
                  <a:pt x="2983" y="9771"/>
                </a:lnTo>
                <a:lnTo>
                  <a:pt x="2983" y="9046"/>
                </a:lnTo>
                <a:lnTo>
                  <a:pt x="2983" y="8263"/>
                </a:lnTo>
                <a:lnTo>
                  <a:pt x="2983" y="7538"/>
                </a:lnTo>
                <a:lnTo>
                  <a:pt x="2983" y="6784"/>
                </a:lnTo>
                <a:lnTo>
                  <a:pt x="3047" y="6002"/>
                </a:lnTo>
                <a:lnTo>
                  <a:pt x="3047" y="5277"/>
                </a:lnTo>
                <a:lnTo>
                  <a:pt x="3047" y="4523"/>
                </a:lnTo>
                <a:lnTo>
                  <a:pt x="3047" y="3740"/>
                </a:lnTo>
                <a:lnTo>
                  <a:pt x="3047" y="3015"/>
                </a:lnTo>
                <a:lnTo>
                  <a:pt x="3143" y="2261"/>
                </a:lnTo>
                <a:lnTo>
                  <a:pt x="3143" y="1478"/>
                </a:lnTo>
                <a:lnTo>
                  <a:pt x="3143" y="753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4265582" y="3526361"/>
            <a:ext cx="3208" cy="156720"/>
          </a:xfrm>
          <a:custGeom>
            <a:avLst/>
            <a:gdLst/>
            <a:ahLst/>
            <a:cxnLst/>
            <a:rect l="l" t="t" r="r" b="b"/>
            <a:pathLst>
              <a:path w="3208" h="156720">
                <a:moveTo>
                  <a:pt x="0" y="156720"/>
                </a:moveTo>
                <a:lnTo>
                  <a:pt x="64" y="155938"/>
                </a:lnTo>
                <a:lnTo>
                  <a:pt x="64" y="155213"/>
                </a:lnTo>
                <a:lnTo>
                  <a:pt x="64" y="154401"/>
                </a:lnTo>
                <a:lnTo>
                  <a:pt x="64" y="153676"/>
                </a:lnTo>
                <a:lnTo>
                  <a:pt x="64" y="152951"/>
                </a:lnTo>
                <a:lnTo>
                  <a:pt x="128" y="152139"/>
                </a:lnTo>
                <a:lnTo>
                  <a:pt x="128" y="151414"/>
                </a:lnTo>
                <a:lnTo>
                  <a:pt x="128" y="150602"/>
                </a:lnTo>
                <a:lnTo>
                  <a:pt x="128" y="149878"/>
                </a:lnTo>
                <a:lnTo>
                  <a:pt x="224" y="149095"/>
                </a:lnTo>
                <a:lnTo>
                  <a:pt x="224" y="148341"/>
                </a:lnTo>
                <a:lnTo>
                  <a:pt x="224" y="147558"/>
                </a:lnTo>
                <a:lnTo>
                  <a:pt x="224" y="146833"/>
                </a:lnTo>
                <a:lnTo>
                  <a:pt x="224" y="146021"/>
                </a:lnTo>
                <a:lnTo>
                  <a:pt x="288" y="145296"/>
                </a:lnTo>
                <a:lnTo>
                  <a:pt x="288" y="144484"/>
                </a:lnTo>
                <a:lnTo>
                  <a:pt x="288" y="143759"/>
                </a:lnTo>
                <a:lnTo>
                  <a:pt x="288" y="142977"/>
                </a:lnTo>
                <a:lnTo>
                  <a:pt x="352" y="142223"/>
                </a:lnTo>
                <a:lnTo>
                  <a:pt x="352" y="141440"/>
                </a:lnTo>
                <a:lnTo>
                  <a:pt x="352" y="140715"/>
                </a:lnTo>
                <a:lnTo>
                  <a:pt x="352" y="139903"/>
                </a:lnTo>
                <a:lnTo>
                  <a:pt x="352" y="139178"/>
                </a:lnTo>
                <a:lnTo>
                  <a:pt x="417" y="138366"/>
                </a:lnTo>
                <a:lnTo>
                  <a:pt x="417" y="137641"/>
                </a:lnTo>
                <a:lnTo>
                  <a:pt x="417" y="136859"/>
                </a:lnTo>
                <a:lnTo>
                  <a:pt x="417" y="136105"/>
                </a:lnTo>
                <a:lnTo>
                  <a:pt x="513" y="135322"/>
                </a:lnTo>
                <a:lnTo>
                  <a:pt x="513" y="134597"/>
                </a:lnTo>
                <a:lnTo>
                  <a:pt x="513" y="133785"/>
                </a:lnTo>
                <a:lnTo>
                  <a:pt x="513" y="133002"/>
                </a:lnTo>
                <a:lnTo>
                  <a:pt x="513" y="132248"/>
                </a:lnTo>
                <a:lnTo>
                  <a:pt x="577" y="131465"/>
                </a:lnTo>
                <a:lnTo>
                  <a:pt x="577" y="130740"/>
                </a:lnTo>
                <a:lnTo>
                  <a:pt x="577" y="129929"/>
                </a:lnTo>
                <a:lnTo>
                  <a:pt x="577" y="129204"/>
                </a:lnTo>
                <a:lnTo>
                  <a:pt x="641" y="128392"/>
                </a:lnTo>
                <a:lnTo>
                  <a:pt x="641" y="127609"/>
                </a:lnTo>
                <a:lnTo>
                  <a:pt x="641" y="126884"/>
                </a:lnTo>
                <a:lnTo>
                  <a:pt x="641" y="126072"/>
                </a:lnTo>
                <a:lnTo>
                  <a:pt x="641" y="125289"/>
                </a:lnTo>
                <a:lnTo>
                  <a:pt x="705" y="124535"/>
                </a:lnTo>
                <a:lnTo>
                  <a:pt x="705" y="123753"/>
                </a:lnTo>
                <a:lnTo>
                  <a:pt x="705" y="123028"/>
                </a:lnTo>
                <a:lnTo>
                  <a:pt x="705" y="122216"/>
                </a:lnTo>
                <a:lnTo>
                  <a:pt x="705" y="121433"/>
                </a:lnTo>
                <a:lnTo>
                  <a:pt x="802" y="120679"/>
                </a:lnTo>
                <a:lnTo>
                  <a:pt x="802" y="119896"/>
                </a:lnTo>
                <a:lnTo>
                  <a:pt x="802" y="119084"/>
                </a:lnTo>
                <a:lnTo>
                  <a:pt x="802" y="118359"/>
                </a:lnTo>
                <a:lnTo>
                  <a:pt x="866" y="117576"/>
                </a:lnTo>
                <a:lnTo>
                  <a:pt x="866" y="116765"/>
                </a:lnTo>
                <a:lnTo>
                  <a:pt x="866" y="116040"/>
                </a:lnTo>
                <a:lnTo>
                  <a:pt x="866" y="115228"/>
                </a:lnTo>
                <a:lnTo>
                  <a:pt x="866" y="114445"/>
                </a:lnTo>
                <a:lnTo>
                  <a:pt x="930" y="113633"/>
                </a:lnTo>
                <a:lnTo>
                  <a:pt x="930" y="112908"/>
                </a:lnTo>
                <a:lnTo>
                  <a:pt x="930" y="112125"/>
                </a:lnTo>
                <a:lnTo>
                  <a:pt x="930" y="111313"/>
                </a:lnTo>
                <a:lnTo>
                  <a:pt x="1026" y="110589"/>
                </a:lnTo>
                <a:lnTo>
                  <a:pt x="1026" y="109777"/>
                </a:lnTo>
                <a:lnTo>
                  <a:pt x="1026" y="108994"/>
                </a:lnTo>
                <a:lnTo>
                  <a:pt x="1026" y="108182"/>
                </a:lnTo>
                <a:lnTo>
                  <a:pt x="1026" y="107457"/>
                </a:lnTo>
                <a:lnTo>
                  <a:pt x="1090" y="106645"/>
                </a:lnTo>
                <a:lnTo>
                  <a:pt x="1090" y="105862"/>
                </a:lnTo>
                <a:lnTo>
                  <a:pt x="1090" y="105050"/>
                </a:lnTo>
                <a:lnTo>
                  <a:pt x="1090" y="104325"/>
                </a:lnTo>
                <a:lnTo>
                  <a:pt x="1154" y="103543"/>
                </a:lnTo>
                <a:lnTo>
                  <a:pt x="1154" y="102731"/>
                </a:lnTo>
                <a:lnTo>
                  <a:pt x="1154" y="101948"/>
                </a:lnTo>
                <a:lnTo>
                  <a:pt x="1154" y="101194"/>
                </a:lnTo>
                <a:lnTo>
                  <a:pt x="1154" y="100411"/>
                </a:lnTo>
                <a:lnTo>
                  <a:pt x="1219" y="99599"/>
                </a:lnTo>
                <a:lnTo>
                  <a:pt x="1219" y="98816"/>
                </a:lnTo>
                <a:lnTo>
                  <a:pt x="1219" y="98004"/>
                </a:lnTo>
                <a:lnTo>
                  <a:pt x="1219" y="97280"/>
                </a:lnTo>
                <a:lnTo>
                  <a:pt x="1315" y="96497"/>
                </a:lnTo>
                <a:lnTo>
                  <a:pt x="1315" y="95685"/>
                </a:lnTo>
                <a:lnTo>
                  <a:pt x="1315" y="94902"/>
                </a:lnTo>
                <a:lnTo>
                  <a:pt x="1315" y="94090"/>
                </a:lnTo>
                <a:lnTo>
                  <a:pt x="1315" y="93365"/>
                </a:lnTo>
                <a:lnTo>
                  <a:pt x="1379" y="92553"/>
                </a:lnTo>
                <a:lnTo>
                  <a:pt x="1379" y="91770"/>
                </a:lnTo>
                <a:lnTo>
                  <a:pt x="1379" y="90959"/>
                </a:lnTo>
                <a:lnTo>
                  <a:pt x="1379" y="90176"/>
                </a:lnTo>
                <a:lnTo>
                  <a:pt x="1443" y="89364"/>
                </a:lnTo>
                <a:lnTo>
                  <a:pt x="1443" y="88639"/>
                </a:lnTo>
                <a:lnTo>
                  <a:pt x="1443" y="87827"/>
                </a:lnTo>
                <a:lnTo>
                  <a:pt x="1443" y="87044"/>
                </a:lnTo>
                <a:lnTo>
                  <a:pt x="1443" y="86232"/>
                </a:lnTo>
                <a:lnTo>
                  <a:pt x="1539" y="85449"/>
                </a:lnTo>
                <a:lnTo>
                  <a:pt x="1539" y="84638"/>
                </a:lnTo>
                <a:lnTo>
                  <a:pt x="1539" y="83913"/>
                </a:lnTo>
                <a:lnTo>
                  <a:pt x="1539" y="83130"/>
                </a:lnTo>
                <a:lnTo>
                  <a:pt x="1539" y="82318"/>
                </a:lnTo>
                <a:lnTo>
                  <a:pt x="1604" y="81535"/>
                </a:lnTo>
                <a:lnTo>
                  <a:pt x="1604" y="80723"/>
                </a:lnTo>
                <a:lnTo>
                  <a:pt x="1604" y="79940"/>
                </a:lnTo>
                <a:lnTo>
                  <a:pt x="1604" y="79128"/>
                </a:lnTo>
                <a:lnTo>
                  <a:pt x="1668" y="78345"/>
                </a:lnTo>
                <a:lnTo>
                  <a:pt x="1668" y="77534"/>
                </a:lnTo>
                <a:lnTo>
                  <a:pt x="1668" y="76809"/>
                </a:lnTo>
                <a:lnTo>
                  <a:pt x="1668" y="75997"/>
                </a:lnTo>
                <a:lnTo>
                  <a:pt x="1668" y="75214"/>
                </a:lnTo>
                <a:lnTo>
                  <a:pt x="1732" y="74402"/>
                </a:lnTo>
                <a:lnTo>
                  <a:pt x="1732" y="73619"/>
                </a:lnTo>
                <a:lnTo>
                  <a:pt x="1732" y="72807"/>
                </a:lnTo>
                <a:lnTo>
                  <a:pt x="1732" y="72024"/>
                </a:lnTo>
                <a:lnTo>
                  <a:pt x="1828" y="71213"/>
                </a:lnTo>
                <a:lnTo>
                  <a:pt x="1828" y="70430"/>
                </a:lnTo>
                <a:lnTo>
                  <a:pt x="1828" y="69618"/>
                </a:lnTo>
                <a:lnTo>
                  <a:pt x="1828" y="68835"/>
                </a:lnTo>
                <a:lnTo>
                  <a:pt x="1828" y="68081"/>
                </a:lnTo>
                <a:lnTo>
                  <a:pt x="1892" y="67298"/>
                </a:lnTo>
                <a:lnTo>
                  <a:pt x="1892" y="66486"/>
                </a:lnTo>
                <a:lnTo>
                  <a:pt x="1892" y="65703"/>
                </a:lnTo>
                <a:lnTo>
                  <a:pt x="1892" y="64892"/>
                </a:lnTo>
                <a:lnTo>
                  <a:pt x="1956" y="64109"/>
                </a:lnTo>
                <a:lnTo>
                  <a:pt x="1956" y="63297"/>
                </a:lnTo>
                <a:lnTo>
                  <a:pt x="1956" y="62514"/>
                </a:lnTo>
                <a:lnTo>
                  <a:pt x="1956" y="61702"/>
                </a:lnTo>
                <a:lnTo>
                  <a:pt x="1956" y="60919"/>
                </a:lnTo>
                <a:lnTo>
                  <a:pt x="2021" y="60107"/>
                </a:lnTo>
                <a:lnTo>
                  <a:pt x="2021" y="59324"/>
                </a:lnTo>
                <a:lnTo>
                  <a:pt x="2021" y="58513"/>
                </a:lnTo>
                <a:lnTo>
                  <a:pt x="2021" y="57730"/>
                </a:lnTo>
                <a:lnTo>
                  <a:pt x="2117" y="56918"/>
                </a:lnTo>
                <a:lnTo>
                  <a:pt x="2117" y="56135"/>
                </a:lnTo>
                <a:lnTo>
                  <a:pt x="2117" y="55323"/>
                </a:lnTo>
                <a:lnTo>
                  <a:pt x="2117" y="54540"/>
                </a:lnTo>
                <a:lnTo>
                  <a:pt x="2117" y="53728"/>
                </a:lnTo>
                <a:lnTo>
                  <a:pt x="2181" y="52916"/>
                </a:lnTo>
                <a:lnTo>
                  <a:pt x="2181" y="52134"/>
                </a:lnTo>
                <a:lnTo>
                  <a:pt x="2181" y="51322"/>
                </a:lnTo>
                <a:lnTo>
                  <a:pt x="2181" y="50539"/>
                </a:lnTo>
                <a:lnTo>
                  <a:pt x="2245" y="49727"/>
                </a:lnTo>
                <a:lnTo>
                  <a:pt x="2245" y="48944"/>
                </a:lnTo>
                <a:lnTo>
                  <a:pt x="2245" y="48132"/>
                </a:lnTo>
                <a:lnTo>
                  <a:pt x="2245" y="47349"/>
                </a:lnTo>
                <a:lnTo>
                  <a:pt x="2245" y="46537"/>
                </a:lnTo>
                <a:lnTo>
                  <a:pt x="2341" y="45754"/>
                </a:lnTo>
                <a:lnTo>
                  <a:pt x="2341" y="44943"/>
                </a:lnTo>
                <a:lnTo>
                  <a:pt x="2341" y="44160"/>
                </a:lnTo>
                <a:lnTo>
                  <a:pt x="2341" y="43348"/>
                </a:lnTo>
                <a:lnTo>
                  <a:pt x="2341" y="42565"/>
                </a:lnTo>
                <a:lnTo>
                  <a:pt x="2406" y="41753"/>
                </a:lnTo>
                <a:lnTo>
                  <a:pt x="2406" y="40970"/>
                </a:lnTo>
                <a:lnTo>
                  <a:pt x="2406" y="40158"/>
                </a:lnTo>
                <a:lnTo>
                  <a:pt x="2406" y="39375"/>
                </a:lnTo>
                <a:lnTo>
                  <a:pt x="2470" y="38564"/>
                </a:lnTo>
                <a:lnTo>
                  <a:pt x="2470" y="37781"/>
                </a:lnTo>
                <a:lnTo>
                  <a:pt x="2470" y="36969"/>
                </a:lnTo>
                <a:lnTo>
                  <a:pt x="2470" y="36186"/>
                </a:lnTo>
                <a:lnTo>
                  <a:pt x="2470" y="35374"/>
                </a:lnTo>
                <a:lnTo>
                  <a:pt x="2534" y="34591"/>
                </a:lnTo>
                <a:lnTo>
                  <a:pt x="2534" y="33779"/>
                </a:lnTo>
                <a:lnTo>
                  <a:pt x="2534" y="32967"/>
                </a:lnTo>
                <a:lnTo>
                  <a:pt x="2534" y="32185"/>
                </a:lnTo>
                <a:lnTo>
                  <a:pt x="2630" y="31373"/>
                </a:lnTo>
                <a:lnTo>
                  <a:pt x="2630" y="30590"/>
                </a:lnTo>
                <a:lnTo>
                  <a:pt x="2630" y="29720"/>
                </a:lnTo>
                <a:lnTo>
                  <a:pt x="2630" y="28937"/>
                </a:lnTo>
                <a:lnTo>
                  <a:pt x="2630" y="28125"/>
                </a:lnTo>
                <a:lnTo>
                  <a:pt x="2694" y="27342"/>
                </a:lnTo>
                <a:lnTo>
                  <a:pt x="2694" y="26530"/>
                </a:lnTo>
                <a:lnTo>
                  <a:pt x="2694" y="25748"/>
                </a:lnTo>
                <a:lnTo>
                  <a:pt x="2694" y="24936"/>
                </a:lnTo>
                <a:lnTo>
                  <a:pt x="2758" y="24124"/>
                </a:lnTo>
                <a:lnTo>
                  <a:pt x="2758" y="23341"/>
                </a:lnTo>
                <a:lnTo>
                  <a:pt x="2758" y="22529"/>
                </a:lnTo>
                <a:lnTo>
                  <a:pt x="2758" y="21746"/>
                </a:lnTo>
                <a:lnTo>
                  <a:pt x="2758" y="20934"/>
                </a:lnTo>
                <a:lnTo>
                  <a:pt x="2823" y="20151"/>
                </a:lnTo>
                <a:lnTo>
                  <a:pt x="2823" y="19340"/>
                </a:lnTo>
                <a:lnTo>
                  <a:pt x="2823" y="18557"/>
                </a:lnTo>
                <a:lnTo>
                  <a:pt x="2823" y="17687"/>
                </a:lnTo>
                <a:lnTo>
                  <a:pt x="2919" y="16875"/>
                </a:lnTo>
                <a:lnTo>
                  <a:pt x="2919" y="16092"/>
                </a:lnTo>
                <a:lnTo>
                  <a:pt x="2919" y="15280"/>
                </a:lnTo>
                <a:lnTo>
                  <a:pt x="2919" y="14497"/>
                </a:lnTo>
                <a:lnTo>
                  <a:pt x="2919" y="13685"/>
                </a:lnTo>
                <a:lnTo>
                  <a:pt x="2983" y="12903"/>
                </a:lnTo>
                <a:lnTo>
                  <a:pt x="2983" y="12091"/>
                </a:lnTo>
                <a:lnTo>
                  <a:pt x="2983" y="11308"/>
                </a:lnTo>
                <a:lnTo>
                  <a:pt x="2983" y="10496"/>
                </a:lnTo>
                <a:lnTo>
                  <a:pt x="3047" y="9713"/>
                </a:lnTo>
                <a:lnTo>
                  <a:pt x="3047" y="8843"/>
                </a:lnTo>
                <a:lnTo>
                  <a:pt x="3047" y="8031"/>
                </a:lnTo>
                <a:lnTo>
                  <a:pt x="3047" y="7248"/>
                </a:lnTo>
                <a:lnTo>
                  <a:pt x="3047" y="6437"/>
                </a:lnTo>
                <a:lnTo>
                  <a:pt x="3143" y="5654"/>
                </a:lnTo>
                <a:lnTo>
                  <a:pt x="3143" y="4842"/>
                </a:lnTo>
                <a:lnTo>
                  <a:pt x="3143" y="4059"/>
                </a:lnTo>
                <a:lnTo>
                  <a:pt x="3143" y="3247"/>
                </a:lnTo>
                <a:lnTo>
                  <a:pt x="3143" y="2464"/>
                </a:lnTo>
                <a:lnTo>
                  <a:pt x="3208" y="1652"/>
                </a:lnTo>
                <a:lnTo>
                  <a:pt x="3208" y="81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268790" y="3367494"/>
            <a:ext cx="3208" cy="158866"/>
          </a:xfrm>
          <a:custGeom>
            <a:avLst/>
            <a:gdLst/>
            <a:ahLst/>
            <a:cxnLst/>
            <a:rect l="l" t="t" r="r" b="b"/>
            <a:pathLst>
              <a:path w="3208" h="158866">
                <a:moveTo>
                  <a:pt x="0" y="158866"/>
                </a:moveTo>
                <a:lnTo>
                  <a:pt x="0" y="158054"/>
                </a:lnTo>
                <a:lnTo>
                  <a:pt x="64" y="157271"/>
                </a:lnTo>
                <a:lnTo>
                  <a:pt x="64" y="156459"/>
                </a:lnTo>
                <a:lnTo>
                  <a:pt x="64" y="155677"/>
                </a:lnTo>
                <a:lnTo>
                  <a:pt x="64" y="154865"/>
                </a:lnTo>
                <a:lnTo>
                  <a:pt x="64" y="154082"/>
                </a:lnTo>
                <a:lnTo>
                  <a:pt x="128" y="153270"/>
                </a:lnTo>
                <a:lnTo>
                  <a:pt x="128" y="152429"/>
                </a:lnTo>
                <a:lnTo>
                  <a:pt x="128" y="151617"/>
                </a:lnTo>
                <a:lnTo>
                  <a:pt x="128" y="150805"/>
                </a:lnTo>
                <a:lnTo>
                  <a:pt x="224" y="150022"/>
                </a:lnTo>
                <a:lnTo>
                  <a:pt x="224" y="149211"/>
                </a:lnTo>
                <a:lnTo>
                  <a:pt x="224" y="148428"/>
                </a:lnTo>
                <a:lnTo>
                  <a:pt x="224" y="147616"/>
                </a:lnTo>
                <a:lnTo>
                  <a:pt x="224" y="146833"/>
                </a:lnTo>
                <a:lnTo>
                  <a:pt x="288" y="146021"/>
                </a:lnTo>
                <a:lnTo>
                  <a:pt x="288" y="145180"/>
                </a:lnTo>
                <a:lnTo>
                  <a:pt x="288" y="144368"/>
                </a:lnTo>
                <a:lnTo>
                  <a:pt x="288" y="143585"/>
                </a:lnTo>
                <a:lnTo>
                  <a:pt x="352" y="142774"/>
                </a:lnTo>
                <a:lnTo>
                  <a:pt x="352" y="141962"/>
                </a:lnTo>
                <a:lnTo>
                  <a:pt x="352" y="141179"/>
                </a:lnTo>
                <a:lnTo>
                  <a:pt x="352" y="140367"/>
                </a:lnTo>
                <a:lnTo>
                  <a:pt x="352" y="139584"/>
                </a:lnTo>
                <a:lnTo>
                  <a:pt x="449" y="138772"/>
                </a:lnTo>
                <a:lnTo>
                  <a:pt x="449" y="137931"/>
                </a:lnTo>
                <a:lnTo>
                  <a:pt x="449" y="137119"/>
                </a:lnTo>
                <a:lnTo>
                  <a:pt x="449" y="136337"/>
                </a:lnTo>
                <a:lnTo>
                  <a:pt x="513" y="135525"/>
                </a:lnTo>
                <a:lnTo>
                  <a:pt x="513" y="134742"/>
                </a:lnTo>
                <a:lnTo>
                  <a:pt x="513" y="133930"/>
                </a:lnTo>
                <a:lnTo>
                  <a:pt x="513" y="133118"/>
                </a:lnTo>
                <a:lnTo>
                  <a:pt x="513" y="132335"/>
                </a:lnTo>
                <a:lnTo>
                  <a:pt x="577" y="131465"/>
                </a:lnTo>
                <a:lnTo>
                  <a:pt x="577" y="130682"/>
                </a:lnTo>
                <a:lnTo>
                  <a:pt x="577" y="129871"/>
                </a:lnTo>
                <a:lnTo>
                  <a:pt x="577" y="129088"/>
                </a:lnTo>
                <a:lnTo>
                  <a:pt x="641" y="128276"/>
                </a:lnTo>
                <a:lnTo>
                  <a:pt x="641" y="127493"/>
                </a:lnTo>
                <a:lnTo>
                  <a:pt x="641" y="126681"/>
                </a:lnTo>
                <a:lnTo>
                  <a:pt x="641" y="125869"/>
                </a:lnTo>
                <a:lnTo>
                  <a:pt x="641" y="125028"/>
                </a:lnTo>
                <a:lnTo>
                  <a:pt x="737" y="124216"/>
                </a:lnTo>
                <a:lnTo>
                  <a:pt x="737" y="123434"/>
                </a:lnTo>
                <a:lnTo>
                  <a:pt x="737" y="122622"/>
                </a:lnTo>
                <a:lnTo>
                  <a:pt x="737" y="121839"/>
                </a:lnTo>
                <a:lnTo>
                  <a:pt x="737" y="121027"/>
                </a:lnTo>
                <a:lnTo>
                  <a:pt x="802" y="120244"/>
                </a:lnTo>
                <a:lnTo>
                  <a:pt x="802" y="119432"/>
                </a:lnTo>
                <a:lnTo>
                  <a:pt x="802" y="118649"/>
                </a:lnTo>
                <a:lnTo>
                  <a:pt x="802" y="117779"/>
                </a:lnTo>
                <a:lnTo>
                  <a:pt x="866" y="116968"/>
                </a:lnTo>
                <a:lnTo>
                  <a:pt x="866" y="116185"/>
                </a:lnTo>
                <a:lnTo>
                  <a:pt x="866" y="115373"/>
                </a:lnTo>
                <a:lnTo>
                  <a:pt x="866" y="114590"/>
                </a:lnTo>
                <a:lnTo>
                  <a:pt x="866" y="113778"/>
                </a:lnTo>
                <a:lnTo>
                  <a:pt x="930" y="112995"/>
                </a:lnTo>
                <a:lnTo>
                  <a:pt x="930" y="112183"/>
                </a:lnTo>
                <a:lnTo>
                  <a:pt x="930" y="111400"/>
                </a:lnTo>
                <a:lnTo>
                  <a:pt x="930" y="110531"/>
                </a:lnTo>
                <a:lnTo>
                  <a:pt x="1026" y="109719"/>
                </a:lnTo>
                <a:lnTo>
                  <a:pt x="1026" y="108936"/>
                </a:lnTo>
                <a:lnTo>
                  <a:pt x="1026" y="108182"/>
                </a:lnTo>
                <a:lnTo>
                  <a:pt x="1026" y="107399"/>
                </a:lnTo>
                <a:lnTo>
                  <a:pt x="1026" y="106587"/>
                </a:lnTo>
                <a:lnTo>
                  <a:pt x="1090" y="105804"/>
                </a:lnTo>
                <a:lnTo>
                  <a:pt x="1090" y="104992"/>
                </a:lnTo>
                <a:lnTo>
                  <a:pt x="1090" y="104210"/>
                </a:lnTo>
                <a:lnTo>
                  <a:pt x="1090" y="103340"/>
                </a:lnTo>
                <a:lnTo>
                  <a:pt x="1154" y="102557"/>
                </a:lnTo>
                <a:lnTo>
                  <a:pt x="1154" y="101745"/>
                </a:lnTo>
                <a:lnTo>
                  <a:pt x="1154" y="100933"/>
                </a:lnTo>
                <a:lnTo>
                  <a:pt x="1154" y="100150"/>
                </a:lnTo>
                <a:lnTo>
                  <a:pt x="1154" y="99338"/>
                </a:lnTo>
                <a:lnTo>
                  <a:pt x="1251" y="98555"/>
                </a:lnTo>
                <a:lnTo>
                  <a:pt x="1251" y="97744"/>
                </a:lnTo>
                <a:lnTo>
                  <a:pt x="1251" y="96961"/>
                </a:lnTo>
                <a:lnTo>
                  <a:pt x="1251" y="96149"/>
                </a:lnTo>
                <a:lnTo>
                  <a:pt x="1315" y="95366"/>
                </a:lnTo>
                <a:lnTo>
                  <a:pt x="1315" y="94496"/>
                </a:lnTo>
                <a:lnTo>
                  <a:pt x="1315" y="93713"/>
                </a:lnTo>
                <a:lnTo>
                  <a:pt x="1315" y="92901"/>
                </a:lnTo>
                <a:lnTo>
                  <a:pt x="1315" y="92089"/>
                </a:lnTo>
                <a:lnTo>
                  <a:pt x="1379" y="91306"/>
                </a:lnTo>
                <a:lnTo>
                  <a:pt x="1379" y="90495"/>
                </a:lnTo>
                <a:lnTo>
                  <a:pt x="1379" y="89712"/>
                </a:lnTo>
                <a:lnTo>
                  <a:pt x="1379" y="88900"/>
                </a:lnTo>
                <a:lnTo>
                  <a:pt x="1443" y="88117"/>
                </a:lnTo>
                <a:lnTo>
                  <a:pt x="1443" y="87305"/>
                </a:lnTo>
                <a:lnTo>
                  <a:pt x="1443" y="86522"/>
                </a:lnTo>
                <a:lnTo>
                  <a:pt x="1443" y="85710"/>
                </a:lnTo>
                <a:lnTo>
                  <a:pt x="1443" y="84869"/>
                </a:lnTo>
                <a:lnTo>
                  <a:pt x="1539" y="84058"/>
                </a:lnTo>
                <a:lnTo>
                  <a:pt x="1539" y="83246"/>
                </a:lnTo>
                <a:lnTo>
                  <a:pt x="1539" y="82463"/>
                </a:lnTo>
                <a:lnTo>
                  <a:pt x="1539" y="81651"/>
                </a:lnTo>
                <a:lnTo>
                  <a:pt x="1539" y="80868"/>
                </a:lnTo>
                <a:lnTo>
                  <a:pt x="1604" y="80056"/>
                </a:lnTo>
                <a:lnTo>
                  <a:pt x="1604" y="79273"/>
                </a:lnTo>
                <a:lnTo>
                  <a:pt x="1604" y="78461"/>
                </a:lnTo>
                <a:lnTo>
                  <a:pt x="1604" y="77679"/>
                </a:lnTo>
                <a:lnTo>
                  <a:pt x="1668" y="76867"/>
                </a:lnTo>
                <a:lnTo>
                  <a:pt x="1668" y="76084"/>
                </a:lnTo>
                <a:lnTo>
                  <a:pt x="1668" y="75272"/>
                </a:lnTo>
                <a:lnTo>
                  <a:pt x="1668" y="74489"/>
                </a:lnTo>
                <a:lnTo>
                  <a:pt x="1668" y="73677"/>
                </a:lnTo>
                <a:lnTo>
                  <a:pt x="1764" y="72894"/>
                </a:lnTo>
                <a:lnTo>
                  <a:pt x="1764" y="72082"/>
                </a:lnTo>
                <a:lnTo>
                  <a:pt x="1764" y="71300"/>
                </a:lnTo>
                <a:lnTo>
                  <a:pt x="1764" y="70488"/>
                </a:lnTo>
                <a:lnTo>
                  <a:pt x="1828" y="69705"/>
                </a:lnTo>
                <a:lnTo>
                  <a:pt x="1828" y="68835"/>
                </a:lnTo>
                <a:lnTo>
                  <a:pt x="1828" y="68023"/>
                </a:lnTo>
                <a:lnTo>
                  <a:pt x="1828" y="67240"/>
                </a:lnTo>
                <a:lnTo>
                  <a:pt x="1828" y="66428"/>
                </a:lnTo>
                <a:lnTo>
                  <a:pt x="1892" y="65645"/>
                </a:lnTo>
                <a:lnTo>
                  <a:pt x="1892" y="64834"/>
                </a:lnTo>
                <a:lnTo>
                  <a:pt x="1892" y="64051"/>
                </a:lnTo>
                <a:lnTo>
                  <a:pt x="1892" y="63239"/>
                </a:lnTo>
                <a:lnTo>
                  <a:pt x="1956" y="62456"/>
                </a:lnTo>
                <a:lnTo>
                  <a:pt x="1956" y="61644"/>
                </a:lnTo>
                <a:lnTo>
                  <a:pt x="1956" y="60861"/>
                </a:lnTo>
                <a:lnTo>
                  <a:pt x="1956" y="60049"/>
                </a:lnTo>
                <a:lnTo>
                  <a:pt x="1956" y="59266"/>
                </a:lnTo>
                <a:lnTo>
                  <a:pt x="2053" y="58455"/>
                </a:lnTo>
                <a:lnTo>
                  <a:pt x="2053" y="57672"/>
                </a:lnTo>
                <a:lnTo>
                  <a:pt x="2053" y="56860"/>
                </a:lnTo>
                <a:lnTo>
                  <a:pt x="2053" y="56048"/>
                </a:lnTo>
                <a:lnTo>
                  <a:pt x="2117" y="55265"/>
                </a:lnTo>
                <a:lnTo>
                  <a:pt x="2117" y="54453"/>
                </a:lnTo>
                <a:lnTo>
                  <a:pt x="2117" y="53670"/>
                </a:lnTo>
                <a:lnTo>
                  <a:pt x="2117" y="52858"/>
                </a:lnTo>
                <a:lnTo>
                  <a:pt x="2117" y="52076"/>
                </a:lnTo>
                <a:lnTo>
                  <a:pt x="2181" y="51264"/>
                </a:lnTo>
                <a:lnTo>
                  <a:pt x="2181" y="50481"/>
                </a:lnTo>
                <a:lnTo>
                  <a:pt x="2181" y="49669"/>
                </a:lnTo>
                <a:lnTo>
                  <a:pt x="2181" y="48944"/>
                </a:lnTo>
                <a:lnTo>
                  <a:pt x="2245" y="48161"/>
                </a:lnTo>
                <a:lnTo>
                  <a:pt x="2245" y="47349"/>
                </a:lnTo>
                <a:lnTo>
                  <a:pt x="2245" y="46566"/>
                </a:lnTo>
                <a:lnTo>
                  <a:pt x="2245" y="45754"/>
                </a:lnTo>
                <a:lnTo>
                  <a:pt x="2245" y="44972"/>
                </a:lnTo>
                <a:lnTo>
                  <a:pt x="2341" y="44160"/>
                </a:lnTo>
                <a:lnTo>
                  <a:pt x="2341" y="43348"/>
                </a:lnTo>
                <a:lnTo>
                  <a:pt x="2341" y="42565"/>
                </a:lnTo>
                <a:lnTo>
                  <a:pt x="2341" y="41753"/>
                </a:lnTo>
                <a:lnTo>
                  <a:pt x="2341" y="40970"/>
                </a:lnTo>
                <a:lnTo>
                  <a:pt x="2406" y="40158"/>
                </a:lnTo>
                <a:lnTo>
                  <a:pt x="2406" y="39375"/>
                </a:lnTo>
                <a:lnTo>
                  <a:pt x="2406" y="38564"/>
                </a:lnTo>
                <a:lnTo>
                  <a:pt x="2406" y="37781"/>
                </a:lnTo>
                <a:lnTo>
                  <a:pt x="2470" y="36969"/>
                </a:lnTo>
                <a:lnTo>
                  <a:pt x="2470" y="36186"/>
                </a:lnTo>
                <a:lnTo>
                  <a:pt x="2470" y="35461"/>
                </a:lnTo>
                <a:lnTo>
                  <a:pt x="2470" y="34649"/>
                </a:lnTo>
                <a:lnTo>
                  <a:pt x="2470" y="33866"/>
                </a:lnTo>
                <a:lnTo>
                  <a:pt x="2566" y="33054"/>
                </a:lnTo>
                <a:lnTo>
                  <a:pt x="2566" y="32243"/>
                </a:lnTo>
                <a:lnTo>
                  <a:pt x="2566" y="31460"/>
                </a:lnTo>
                <a:lnTo>
                  <a:pt x="2566" y="30648"/>
                </a:lnTo>
                <a:lnTo>
                  <a:pt x="2630" y="29865"/>
                </a:lnTo>
                <a:lnTo>
                  <a:pt x="2630" y="29053"/>
                </a:lnTo>
                <a:lnTo>
                  <a:pt x="2630" y="28270"/>
                </a:lnTo>
                <a:lnTo>
                  <a:pt x="2630" y="27545"/>
                </a:lnTo>
                <a:lnTo>
                  <a:pt x="2630" y="26733"/>
                </a:lnTo>
                <a:lnTo>
                  <a:pt x="2694" y="25951"/>
                </a:lnTo>
                <a:lnTo>
                  <a:pt x="2694" y="25139"/>
                </a:lnTo>
                <a:lnTo>
                  <a:pt x="2694" y="24356"/>
                </a:lnTo>
                <a:lnTo>
                  <a:pt x="2694" y="23544"/>
                </a:lnTo>
                <a:lnTo>
                  <a:pt x="2758" y="22761"/>
                </a:lnTo>
                <a:lnTo>
                  <a:pt x="2758" y="22007"/>
                </a:lnTo>
                <a:lnTo>
                  <a:pt x="2758" y="21224"/>
                </a:lnTo>
                <a:lnTo>
                  <a:pt x="2758" y="20412"/>
                </a:lnTo>
                <a:lnTo>
                  <a:pt x="2758" y="19629"/>
                </a:lnTo>
                <a:lnTo>
                  <a:pt x="2855" y="18818"/>
                </a:lnTo>
                <a:lnTo>
                  <a:pt x="2855" y="18035"/>
                </a:lnTo>
                <a:lnTo>
                  <a:pt x="2855" y="17223"/>
                </a:lnTo>
                <a:lnTo>
                  <a:pt x="2855" y="16498"/>
                </a:lnTo>
                <a:lnTo>
                  <a:pt x="2919" y="15686"/>
                </a:lnTo>
                <a:lnTo>
                  <a:pt x="2919" y="14903"/>
                </a:lnTo>
                <a:lnTo>
                  <a:pt x="2919" y="14091"/>
                </a:lnTo>
                <a:lnTo>
                  <a:pt x="2919" y="13308"/>
                </a:lnTo>
                <a:lnTo>
                  <a:pt x="2919" y="12584"/>
                </a:lnTo>
                <a:lnTo>
                  <a:pt x="2983" y="11772"/>
                </a:lnTo>
                <a:lnTo>
                  <a:pt x="2983" y="10989"/>
                </a:lnTo>
                <a:lnTo>
                  <a:pt x="2983" y="10177"/>
                </a:lnTo>
                <a:lnTo>
                  <a:pt x="2983" y="9394"/>
                </a:lnTo>
                <a:lnTo>
                  <a:pt x="3047" y="8640"/>
                </a:lnTo>
                <a:lnTo>
                  <a:pt x="3047" y="7857"/>
                </a:lnTo>
                <a:lnTo>
                  <a:pt x="3047" y="7045"/>
                </a:lnTo>
                <a:lnTo>
                  <a:pt x="3047" y="6263"/>
                </a:lnTo>
                <a:lnTo>
                  <a:pt x="3047" y="5538"/>
                </a:lnTo>
                <a:lnTo>
                  <a:pt x="3143" y="4726"/>
                </a:lnTo>
                <a:lnTo>
                  <a:pt x="3143" y="3943"/>
                </a:lnTo>
                <a:lnTo>
                  <a:pt x="3143" y="3131"/>
                </a:lnTo>
                <a:lnTo>
                  <a:pt x="3143" y="2406"/>
                </a:lnTo>
                <a:lnTo>
                  <a:pt x="3143" y="1594"/>
                </a:lnTo>
                <a:lnTo>
                  <a:pt x="3208" y="81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4271998" y="3220486"/>
            <a:ext cx="3208" cy="147007"/>
          </a:xfrm>
          <a:custGeom>
            <a:avLst/>
            <a:gdLst/>
            <a:ahLst/>
            <a:cxnLst/>
            <a:rect l="l" t="t" r="r" b="b"/>
            <a:pathLst>
              <a:path w="3208" h="147007">
                <a:moveTo>
                  <a:pt x="0" y="147007"/>
                </a:moveTo>
                <a:lnTo>
                  <a:pt x="0" y="146282"/>
                </a:lnTo>
                <a:lnTo>
                  <a:pt x="0" y="145470"/>
                </a:lnTo>
                <a:lnTo>
                  <a:pt x="64" y="144687"/>
                </a:lnTo>
                <a:lnTo>
                  <a:pt x="64" y="143875"/>
                </a:lnTo>
                <a:lnTo>
                  <a:pt x="64" y="143151"/>
                </a:lnTo>
                <a:lnTo>
                  <a:pt x="64" y="142368"/>
                </a:lnTo>
                <a:lnTo>
                  <a:pt x="64" y="141556"/>
                </a:lnTo>
                <a:lnTo>
                  <a:pt x="160" y="140831"/>
                </a:lnTo>
                <a:lnTo>
                  <a:pt x="160" y="140019"/>
                </a:lnTo>
                <a:lnTo>
                  <a:pt x="160" y="139236"/>
                </a:lnTo>
                <a:lnTo>
                  <a:pt x="160" y="138424"/>
                </a:lnTo>
                <a:lnTo>
                  <a:pt x="224" y="137699"/>
                </a:lnTo>
                <a:lnTo>
                  <a:pt x="224" y="136916"/>
                </a:lnTo>
                <a:lnTo>
                  <a:pt x="224" y="136105"/>
                </a:lnTo>
                <a:lnTo>
                  <a:pt x="224" y="135380"/>
                </a:lnTo>
                <a:lnTo>
                  <a:pt x="224" y="134568"/>
                </a:lnTo>
                <a:lnTo>
                  <a:pt x="288" y="133785"/>
                </a:lnTo>
                <a:lnTo>
                  <a:pt x="288" y="133060"/>
                </a:lnTo>
                <a:lnTo>
                  <a:pt x="288" y="132248"/>
                </a:lnTo>
                <a:lnTo>
                  <a:pt x="288" y="131523"/>
                </a:lnTo>
                <a:lnTo>
                  <a:pt x="352" y="130711"/>
                </a:lnTo>
                <a:lnTo>
                  <a:pt x="352" y="129929"/>
                </a:lnTo>
                <a:lnTo>
                  <a:pt x="352" y="129204"/>
                </a:lnTo>
                <a:lnTo>
                  <a:pt x="352" y="128392"/>
                </a:lnTo>
                <a:lnTo>
                  <a:pt x="352" y="127609"/>
                </a:lnTo>
                <a:lnTo>
                  <a:pt x="449" y="126855"/>
                </a:lnTo>
                <a:lnTo>
                  <a:pt x="449" y="126072"/>
                </a:lnTo>
                <a:lnTo>
                  <a:pt x="449" y="125347"/>
                </a:lnTo>
                <a:lnTo>
                  <a:pt x="449" y="124535"/>
                </a:lnTo>
                <a:lnTo>
                  <a:pt x="513" y="123753"/>
                </a:lnTo>
                <a:lnTo>
                  <a:pt x="513" y="122999"/>
                </a:lnTo>
                <a:lnTo>
                  <a:pt x="513" y="122216"/>
                </a:lnTo>
                <a:lnTo>
                  <a:pt x="513" y="121491"/>
                </a:lnTo>
                <a:lnTo>
                  <a:pt x="513" y="120679"/>
                </a:lnTo>
                <a:lnTo>
                  <a:pt x="577" y="119954"/>
                </a:lnTo>
                <a:lnTo>
                  <a:pt x="577" y="119142"/>
                </a:lnTo>
                <a:lnTo>
                  <a:pt x="577" y="118359"/>
                </a:lnTo>
                <a:lnTo>
                  <a:pt x="577" y="117634"/>
                </a:lnTo>
                <a:lnTo>
                  <a:pt x="673" y="116823"/>
                </a:lnTo>
                <a:lnTo>
                  <a:pt x="673" y="116098"/>
                </a:lnTo>
                <a:lnTo>
                  <a:pt x="673" y="115286"/>
                </a:lnTo>
                <a:lnTo>
                  <a:pt x="673" y="114561"/>
                </a:lnTo>
                <a:lnTo>
                  <a:pt x="673" y="113778"/>
                </a:lnTo>
                <a:lnTo>
                  <a:pt x="737" y="113024"/>
                </a:lnTo>
                <a:lnTo>
                  <a:pt x="737" y="112241"/>
                </a:lnTo>
                <a:lnTo>
                  <a:pt x="737" y="111516"/>
                </a:lnTo>
                <a:lnTo>
                  <a:pt x="737" y="110705"/>
                </a:lnTo>
                <a:lnTo>
                  <a:pt x="737" y="109980"/>
                </a:lnTo>
                <a:lnTo>
                  <a:pt x="802" y="109168"/>
                </a:lnTo>
                <a:lnTo>
                  <a:pt x="802" y="108443"/>
                </a:lnTo>
                <a:lnTo>
                  <a:pt x="802" y="107660"/>
                </a:lnTo>
                <a:lnTo>
                  <a:pt x="802" y="106906"/>
                </a:lnTo>
                <a:lnTo>
                  <a:pt x="866" y="106123"/>
                </a:lnTo>
                <a:lnTo>
                  <a:pt x="866" y="105398"/>
                </a:lnTo>
                <a:lnTo>
                  <a:pt x="866" y="104644"/>
                </a:lnTo>
                <a:lnTo>
                  <a:pt x="866" y="103862"/>
                </a:lnTo>
                <a:lnTo>
                  <a:pt x="866" y="103137"/>
                </a:lnTo>
                <a:lnTo>
                  <a:pt x="962" y="102325"/>
                </a:lnTo>
                <a:lnTo>
                  <a:pt x="962" y="101600"/>
                </a:lnTo>
                <a:lnTo>
                  <a:pt x="962" y="100788"/>
                </a:lnTo>
                <a:lnTo>
                  <a:pt x="962" y="100063"/>
                </a:lnTo>
                <a:lnTo>
                  <a:pt x="1026" y="99338"/>
                </a:lnTo>
                <a:lnTo>
                  <a:pt x="1026" y="98526"/>
                </a:lnTo>
                <a:lnTo>
                  <a:pt x="1026" y="97801"/>
                </a:lnTo>
                <a:lnTo>
                  <a:pt x="1026" y="97019"/>
                </a:lnTo>
                <a:lnTo>
                  <a:pt x="1026" y="96265"/>
                </a:lnTo>
                <a:lnTo>
                  <a:pt x="1090" y="95540"/>
                </a:lnTo>
                <a:lnTo>
                  <a:pt x="1090" y="94757"/>
                </a:lnTo>
                <a:lnTo>
                  <a:pt x="1090" y="94003"/>
                </a:lnTo>
                <a:lnTo>
                  <a:pt x="1090" y="93278"/>
                </a:lnTo>
                <a:lnTo>
                  <a:pt x="1154" y="92495"/>
                </a:lnTo>
                <a:lnTo>
                  <a:pt x="1154" y="91741"/>
                </a:lnTo>
                <a:lnTo>
                  <a:pt x="1154" y="91017"/>
                </a:lnTo>
                <a:lnTo>
                  <a:pt x="1154" y="90234"/>
                </a:lnTo>
                <a:lnTo>
                  <a:pt x="1154" y="89480"/>
                </a:lnTo>
                <a:lnTo>
                  <a:pt x="1251" y="88755"/>
                </a:lnTo>
                <a:lnTo>
                  <a:pt x="1251" y="87972"/>
                </a:lnTo>
                <a:lnTo>
                  <a:pt x="1251" y="87247"/>
                </a:lnTo>
                <a:lnTo>
                  <a:pt x="1251" y="86493"/>
                </a:lnTo>
                <a:lnTo>
                  <a:pt x="1315" y="85710"/>
                </a:lnTo>
                <a:lnTo>
                  <a:pt x="1315" y="84985"/>
                </a:lnTo>
                <a:lnTo>
                  <a:pt x="1315" y="84232"/>
                </a:lnTo>
                <a:lnTo>
                  <a:pt x="1315" y="83507"/>
                </a:lnTo>
                <a:lnTo>
                  <a:pt x="1315" y="82724"/>
                </a:lnTo>
                <a:lnTo>
                  <a:pt x="1379" y="81970"/>
                </a:lnTo>
                <a:lnTo>
                  <a:pt x="1379" y="81245"/>
                </a:lnTo>
                <a:lnTo>
                  <a:pt x="1379" y="80520"/>
                </a:lnTo>
                <a:lnTo>
                  <a:pt x="1379" y="79708"/>
                </a:lnTo>
                <a:lnTo>
                  <a:pt x="1475" y="78983"/>
                </a:lnTo>
                <a:lnTo>
                  <a:pt x="1475" y="78258"/>
                </a:lnTo>
                <a:lnTo>
                  <a:pt x="1475" y="77534"/>
                </a:lnTo>
                <a:lnTo>
                  <a:pt x="1475" y="76722"/>
                </a:lnTo>
                <a:lnTo>
                  <a:pt x="1475" y="75997"/>
                </a:lnTo>
                <a:lnTo>
                  <a:pt x="1539" y="75272"/>
                </a:lnTo>
                <a:lnTo>
                  <a:pt x="1539" y="74518"/>
                </a:lnTo>
                <a:lnTo>
                  <a:pt x="1539" y="73793"/>
                </a:lnTo>
                <a:lnTo>
                  <a:pt x="1539" y="73068"/>
                </a:lnTo>
                <a:lnTo>
                  <a:pt x="1539" y="72285"/>
                </a:lnTo>
                <a:lnTo>
                  <a:pt x="1604" y="71532"/>
                </a:lnTo>
                <a:lnTo>
                  <a:pt x="1604" y="70807"/>
                </a:lnTo>
                <a:lnTo>
                  <a:pt x="1604" y="70082"/>
                </a:lnTo>
                <a:lnTo>
                  <a:pt x="1604" y="69357"/>
                </a:lnTo>
                <a:lnTo>
                  <a:pt x="1668" y="68603"/>
                </a:lnTo>
                <a:lnTo>
                  <a:pt x="1668" y="67878"/>
                </a:lnTo>
                <a:lnTo>
                  <a:pt x="1668" y="67095"/>
                </a:lnTo>
                <a:lnTo>
                  <a:pt x="1668" y="66341"/>
                </a:lnTo>
                <a:lnTo>
                  <a:pt x="1668" y="65616"/>
                </a:lnTo>
                <a:lnTo>
                  <a:pt x="1764" y="64892"/>
                </a:lnTo>
                <a:lnTo>
                  <a:pt x="1764" y="64167"/>
                </a:lnTo>
                <a:lnTo>
                  <a:pt x="1764" y="63413"/>
                </a:lnTo>
                <a:lnTo>
                  <a:pt x="1764" y="62688"/>
                </a:lnTo>
                <a:lnTo>
                  <a:pt x="1828" y="61963"/>
                </a:lnTo>
                <a:lnTo>
                  <a:pt x="1828" y="61238"/>
                </a:lnTo>
                <a:lnTo>
                  <a:pt x="1828" y="60513"/>
                </a:lnTo>
                <a:lnTo>
                  <a:pt x="1828" y="59759"/>
                </a:lnTo>
                <a:lnTo>
                  <a:pt x="1828" y="59034"/>
                </a:lnTo>
                <a:lnTo>
                  <a:pt x="1892" y="58310"/>
                </a:lnTo>
                <a:lnTo>
                  <a:pt x="1892" y="57585"/>
                </a:lnTo>
                <a:lnTo>
                  <a:pt x="1892" y="56831"/>
                </a:lnTo>
                <a:lnTo>
                  <a:pt x="1892" y="56106"/>
                </a:lnTo>
                <a:lnTo>
                  <a:pt x="1956" y="55381"/>
                </a:lnTo>
                <a:lnTo>
                  <a:pt x="1956" y="54656"/>
                </a:lnTo>
                <a:lnTo>
                  <a:pt x="1956" y="53931"/>
                </a:lnTo>
                <a:lnTo>
                  <a:pt x="1956" y="53177"/>
                </a:lnTo>
                <a:lnTo>
                  <a:pt x="1956" y="52452"/>
                </a:lnTo>
                <a:lnTo>
                  <a:pt x="2053" y="51728"/>
                </a:lnTo>
                <a:lnTo>
                  <a:pt x="2053" y="51003"/>
                </a:lnTo>
                <a:lnTo>
                  <a:pt x="2053" y="50249"/>
                </a:lnTo>
                <a:lnTo>
                  <a:pt x="2053" y="49524"/>
                </a:lnTo>
                <a:lnTo>
                  <a:pt x="2117" y="48799"/>
                </a:lnTo>
                <a:lnTo>
                  <a:pt x="2117" y="48074"/>
                </a:lnTo>
                <a:lnTo>
                  <a:pt x="2117" y="47349"/>
                </a:lnTo>
                <a:lnTo>
                  <a:pt x="2117" y="46595"/>
                </a:lnTo>
                <a:lnTo>
                  <a:pt x="2117" y="45870"/>
                </a:lnTo>
                <a:lnTo>
                  <a:pt x="2181" y="45146"/>
                </a:lnTo>
                <a:lnTo>
                  <a:pt x="2181" y="44479"/>
                </a:lnTo>
                <a:lnTo>
                  <a:pt x="2181" y="43754"/>
                </a:lnTo>
                <a:lnTo>
                  <a:pt x="2181" y="43000"/>
                </a:lnTo>
                <a:lnTo>
                  <a:pt x="2277" y="42275"/>
                </a:lnTo>
                <a:lnTo>
                  <a:pt x="2277" y="41550"/>
                </a:lnTo>
                <a:lnTo>
                  <a:pt x="2277" y="40825"/>
                </a:lnTo>
                <a:lnTo>
                  <a:pt x="2277" y="40158"/>
                </a:lnTo>
                <a:lnTo>
                  <a:pt x="2277" y="39433"/>
                </a:lnTo>
                <a:lnTo>
                  <a:pt x="2341" y="38680"/>
                </a:lnTo>
                <a:lnTo>
                  <a:pt x="2341" y="37955"/>
                </a:lnTo>
                <a:lnTo>
                  <a:pt x="2341" y="37230"/>
                </a:lnTo>
                <a:lnTo>
                  <a:pt x="2341" y="36505"/>
                </a:lnTo>
                <a:lnTo>
                  <a:pt x="2341" y="35838"/>
                </a:lnTo>
                <a:lnTo>
                  <a:pt x="2406" y="35113"/>
                </a:lnTo>
                <a:lnTo>
                  <a:pt x="2406" y="34359"/>
                </a:lnTo>
                <a:lnTo>
                  <a:pt x="2406" y="33634"/>
                </a:lnTo>
                <a:lnTo>
                  <a:pt x="2406" y="32967"/>
                </a:lnTo>
                <a:lnTo>
                  <a:pt x="2470" y="32243"/>
                </a:lnTo>
                <a:lnTo>
                  <a:pt x="2470" y="31518"/>
                </a:lnTo>
                <a:lnTo>
                  <a:pt x="2470" y="30764"/>
                </a:lnTo>
                <a:lnTo>
                  <a:pt x="2470" y="30126"/>
                </a:lnTo>
                <a:lnTo>
                  <a:pt x="2470" y="29372"/>
                </a:lnTo>
                <a:lnTo>
                  <a:pt x="2566" y="28647"/>
                </a:lnTo>
                <a:lnTo>
                  <a:pt x="2566" y="27980"/>
                </a:lnTo>
                <a:lnTo>
                  <a:pt x="2566" y="27255"/>
                </a:lnTo>
                <a:lnTo>
                  <a:pt x="2566" y="26530"/>
                </a:lnTo>
                <a:lnTo>
                  <a:pt x="2630" y="25864"/>
                </a:lnTo>
                <a:lnTo>
                  <a:pt x="2630" y="25139"/>
                </a:lnTo>
                <a:lnTo>
                  <a:pt x="2630" y="24385"/>
                </a:lnTo>
                <a:lnTo>
                  <a:pt x="2630" y="23718"/>
                </a:lnTo>
                <a:lnTo>
                  <a:pt x="2630" y="22993"/>
                </a:lnTo>
                <a:lnTo>
                  <a:pt x="2694" y="22268"/>
                </a:lnTo>
                <a:lnTo>
                  <a:pt x="2694" y="21601"/>
                </a:lnTo>
                <a:lnTo>
                  <a:pt x="2694" y="20876"/>
                </a:lnTo>
                <a:lnTo>
                  <a:pt x="2694" y="20209"/>
                </a:lnTo>
                <a:lnTo>
                  <a:pt x="2790" y="19485"/>
                </a:lnTo>
                <a:lnTo>
                  <a:pt x="2790" y="18818"/>
                </a:lnTo>
                <a:lnTo>
                  <a:pt x="2790" y="18064"/>
                </a:lnTo>
                <a:lnTo>
                  <a:pt x="2790" y="17339"/>
                </a:lnTo>
                <a:lnTo>
                  <a:pt x="2790" y="16672"/>
                </a:lnTo>
                <a:lnTo>
                  <a:pt x="2855" y="15947"/>
                </a:lnTo>
                <a:lnTo>
                  <a:pt x="2855" y="15280"/>
                </a:lnTo>
                <a:lnTo>
                  <a:pt x="2855" y="14555"/>
                </a:lnTo>
                <a:lnTo>
                  <a:pt x="2855" y="13888"/>
                </a:lnTo>
                <a:lnTo>
                  <a:pt x="2919" y="13163"/>
                </a:lnTo>
                <a:lnTo>
                  <a:pt x="2919" y="12497"/>
                </a:lnTo>
                <a:lnTo>
                  <a:pt x="2919" y="11772"/>
                </a:lnTo>
                <a:lnTo>
                  <a:pt x="2919" y="11105"/>
                </a:lnTo>
                <a:lnTo>
                  <a:pt x="2919" y="10351"/>
                </a:lnTo>
                <a:lnTo>
                  <a:pt x="2983" y="9684"/>
                </a:lnTo>
                <a:lnTo>
                  <a:pt x="2983" y="8959"/>
                </a:lnTo>
                <a:lnTo>
                  <a:pt x="2983" y="8292"/>
                </a:lnTo>
                <a:lnTo>
                  <a:pt x="2983" y="7625"/>
                </a:lnTo>
                <a:lnTo>
                  <a:pt x="3079" y="6900"/>
                </a:lnTo>
                <a:lnTo>
                  <a:pt x="3079" y="6234"/>
                </a:lnTo>
                <a:lnTo>
                  <a:pt x="3079" y="5509"/>
                </a:lnTo>
                <a:lnTo>
                  <a:pt x="3079" y="4842"/>
                </a:lnTo>
                <a:lnTo>
                  <a:pt x="3079" y="4175"/>
                </a:lnTo>
                <a:lnTo>
                  <a:pt x="3143" y="3450"/>
                </a:lnTo>
                <a:lnTo>
                  <a:pt x="3143" y="2783"/>
                </a:lnTo>
                <a:lnTo>
                  <a:pt x="3143" y="2058"/>
                </a:lnTo>
                <a:lnTo>
                  <a:pt x="3143" y="1391"/>
                </a:lnTo>
                <a:lnTo>
                  <a:pt x="3143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275207" y="3098386"/>
            <a:ext cx="3208" cy="122100"/>
          </a:xfrm>
          <a:custGeom>
            <a:avLst/>
            <a:gdLst/>
            <a:ahLst/>
            <a:cxnLst/>
            <a:rect l="l" t="t" r="r" b="b"/>
            <a:pathLst>
              <a:path w="3208" h="122100">
                <a:moveTo>
                  <a:pt x="0" y="122100"/>
                </a:moveTo>
                <a:lnTo>
                  <a:pt x="0" y="121433"/>
                </a:lnTo>
                <a:lnTo>
                  <a:pt x="0" y="120766"/>
                </a:lnTo>
                <a:lnTo>
                  <a:pt x="0" y="120099"/>
                </a:lnTo>
                <a:lnTo>
                  <a:pt x="64" y="119374"/>
                </a:lnTo>
                <a:lnTo>
                  <a:pt x="64" y="118707"/>
                </a:lnTo>
                <a:lnTo>
                  <a:pt x="64" y="118040"/>
                </a:lnTo>
                <a:lnTo>
                  <a:pt x="64" y="117316"/>
                </a:lnTo>
                <a:lnTo>
                  <a:pt x="64" y="116649"/>
                </a:lnTo>
                <a:lnTo>
                  <a:pt x="160" y="115982"/>
                </a:lnTo>
                <a:lnTo>
                  <a:pt x="160" y="115315"/>
                </a:lnTo>
                <a:lnTo>
                  <a:pt x="160" y="114648"/>
                </a:lnTo>
                <a:lnTo>
                  <a:pt x="160" y="113923"/>
                </a:lnTo>
                <a:lnTo>
                  <a:pt x="224" y="113256"/>
                </a:lnTo>
                <a:lnTo>
                  <a:pt x="224" y="112589"/>
                </a:lnTo>
                <a:lnTo>
                  <a:pt x="224" y="111922"/>
                </a:lnTo>
                <a:lnTo>
                  <a:pt x="224" y="111255"/>
                </a:lnTo>
                <a:lnTo>
                  <a:pt x="224" y="110531"/>
                </a:lnTo>
                <a:lnTo>
                  <a:pt x="288" y="109864"/>
                </a:lnTo>
                <a:lnTo>
                  <a:pt x="288" y="109197"/>
                </a:lnTo>
                <a:lnTo>
                  <a:pt x="288" y="108530"/>
                </a:lnTo>
                <a:lnTo>
                  <a:pt x="288" y="107863"/>
                </a:lnTo>
                <a:lnTo>
                  <a:pt x="384" y="107196"/>
                </a:lnTo>
                <a:lnTo>
                  <a:pt x="384" y="106529"/>
                </a:lnTo>
                <a:lnTo>
                  <a:pt x="384" y="105862"/>
                </a:lnTo>
                <a:lnTo>
                  <a:pt x="384" y="105137"/>
                </a:lnTo>
                <a:lnTo>
                  <a:pt x="384" y="104470"/>
                </a:lnTo>
                <a:lnTo>
                  <a:pt x="449" y="103804"/>
                </a:lnTo>
                <a:lnTo>
                  <a:pt x="449" y="103137"/>
                </a:lnTo>
                <a:lnTo>
                  <a:pt x="449" y="102470"/>
                </a:lnTo>
                <a:lnTo>
                  <a:pt x="449" y="101803"/>
                </a:lnTo>
                <a:lnTo>
                  <a:pt x="513" y="101136"/>
                </a:lnTo>
                <a:lnTo>
                  <a:pt x="513" y="100469"/>
                </a:lnTo>
                <a:lnTo>
                  <a:pt x="513" y="99802"/>
                </a:lnTo>
                <a:lnTo>
                  <a:pt x="513" y="99135"/>
                </a:lnTo>
                <a:lnTo>
                  <a:pt x="513" y="98497"/>
                </a:lnTo>
                <a:lnTo>
                  <a:pt x="577" y="97830"/>
                </a:lnTo>
                <a:lnTo>
                  <a:pt x="577" y="97164"/>
                </a:lnTo>
                <a:lnTo>
                  <a:pt x="577" y="96497"/>
                </a:lnTo>
                <a:lnTo>
                  <a:pt x="577" y="95830"/>
                </a:lnTo>
                <a:lnTo>
                  <a:pt x="673" y="95163"/>
                </a:lnTo>
                <a:lnTo>
                  <a:pt x="673" y="94554"/>
                </a:lnTo>
                <a:lnTo>
                  <a:pt x="673" y="93887"/>
                </a:lnTo>
                <a:lnTo>
                  <a:pt x="673" y="93220"/>
                </a:lnTo>
                <a:lnTo>
                  <a:pt x="673" y="92553"/>
                </a:lnTo>
                <a:lnTo>
                  <a:pt x="737" y="91886"/>
                </a:lnTo>
                <a:lnTo>
                  <a:pt x="737" y="91249"/>
                </a:lnTo>
                <a:lnTo>
                  <a:pt x="737" y="90582"/>
                </a:lnTo>
                <a:lnTo>
                  <a:pt x="737" y="89915"/>
                </a:lnTo>
                <a:lnTo>
                  <a:pt x="737" y="89306"/>
                </a:lnTo>
                <a:lnTo>
                  <a:pt x="802" y="88639"/>
                </a:lnTo>
                <a:lnTo>
                  <a:pt x="802" y="87972"/>
                </a:lnTo>
                <a:lnTo>
                  <a:pt x="802" y="87305"/>
                </a:lnTo>
                <a:lnTo>
                  <a:pt x="802" y="86638"/>
                </a:lnTo>
                <a:lnTo>
                  <a:pt x="898" y="86058"/>
                </a:lnTo>
                <a:lnTo>
                  <a:pt x="898" y="85391"/>
                </a:lnTo>
                <a:lnTo>
                  <a:pt x="898" y="84725"/>
                </a:lnTo>
                <a:lnTo>
                  <a:pt x="898" y="84058"/>
                </a:lnTo>
                <a:lnTo>
                  <a:pt x="898" y="83449"/>
                </a:lnTo>
                <a:lnTo>
                  <a:pt x="962" y="82782"/>
                </a:lnTo>
                <a:lnTo>
                  <a:pt x="962" y="82115"/>
                </a:lnTo>
                <a:lnTo>
                  <a:pt x="962" y="81448"/>
                </a:lnTo>
                <a:lnTo>
                  <a:pt x="962" y="80868"/>
                </a:lnTo>
                <a:lnTo>
                  <a:pt x="1026" y="80201"/>
                </a:lnTo>
                <a:lnTo>
                  <a:pt x="1026" y="79534"/>
                </a:lnTo>
                <a:lnTo>
                  <a:pt x="1026" y="78925"/>
                </a:lnTo>
                <a:lnTo>
                  <a:pt x="1026" y="78258"/>
                </a:lnTo>
                <a:lnTo>
                  <a:pt x="1026" y="77592"/>
                </a:lnTo>
                <a:lnTo>
                  <a:pt x="1090" y="77012"/>
                </a:lnTo>
                <a:lnTo>
                  <a:pt x="1090" y="76345"/>
                </a:lnTo>
                <a:lnTo>
                  <a:pt x="1090" y="75736"/>
                </a:lnTo>
                <a:lnTo>
                  <a:pt x="1090" y="75069"/>
                </a:lnTo>
                <a:lnTo>
                  <a:pt x="1186" y="74402"/>
                </a:lnTo>
                <a:lnTo>
                  <a:pt x="1186" y="73822"/>
                </a:lnTo>
                <a:lnTo>
                  <a:pt x="1186" y="73155"/>
                </a:lnTo>
                <a:lnTo>
                  <a:pt x="1186" y="72546"/>
                </a:lnTo>
                <a:lnTo>
                  <a:pt x="1186" y="71879"/>
                </a:lnTo>
                <a:lnTo>
                  <a:pt x="1251" y="71300"/>
                </a:lnTo>
                <a:lnTo>
                  <a:pt x="1251" y="70633"/>
                </a:lnTo>
                <a:lnTo>
                  <a:pt x="1251" y="70024"/>
                </a:lnTo>
                <a:lnTo>
                  <a:pt x="1251" y="69357"/>
                </a:lnTo>
                <a:lnTo>
                  <a:pt x="1315" y="68748"/>
                </a:lnTo>
                <a:lnTo>
                  <a:pt x="1315" y="68081"/>
                </a:lnTo>
                <a:lnTo>
                  <a:pt x="1315" y="67501"/>
                </a:lnTo>
                <a:lnTo>
                  <a:pt x="1315" y="66834"/>
                </a:lnTo>
                <a:lnTo>
                  <a:pt x="1315" y="66225"/>
                </a:lnTo>
                <a:lnTo>
                  <a:pt x="1379" y="65558"/>
                </a:lnTo>
                <a:lnTo>
                  <a:pt x="1379" y="64979"/>
                </a:lnTo>
                <a:lnTo>
                  <a:pt x="1379" y="64370"/>
                </a:lnTo>
                <a:lnTo>
                  <a:pt x="1379" y="63703"/>
                </a:lnTo>
                <a:lnTo>
                  <a:pt x="1475" y="63094"/>
                </a:lnTo>
                <a:lnTo>
                  <a:pt x="1475" y="62456"/>
                </a:lnTo>
                <a:lnTo>
                  <a:pt x="1475" y="61847"/>
                </a:lnTo>
                <a:lnTo>
                  <a:pt x="1475" y="61238"/>
                </a:lnTo>
                <a:lnTo>
                  <a:pt x="1475" y="60571"/>
                </a:lnTo>
                <a:lnTo>
                  <a:pt x="1539" y="59991"/>
                </a:lnTo>
                <a:lnTo>
                  <a:pt x="1539" y="59382"/>
                </a:lnTo>
                <a:lnTo>
                  <a:pt x="1539" y="58773"/>
                </a:lnTo>
                <a:lnTo>
                  <a:pt x="1539" y="58107"/>
                </a:lnTo>
                <a:lnTo>
                  <a:pt x="1604" y="57527"/>
                </a:lnTo>
                <a:lnTo>
                  <a:pt x="1604" y="56918"/>
                </a:lnTo>
                <a:lnTo>
                  <a:pt x="1604" y="56251"/>
                </a:lnTo>
                <a:lnTo>
                  <a:pt x="1604" y="55671"/>
                </a:lnTo>
                <a:lnTo>
                  <a:pt x="1604" y="55062"/>
                </a:lnTo>
                <a:lnTo>
                  <a:pt x="1700" y="54453"/>
                </a:lnTo>
                <a:lnTo>
                  <a:pt x="1700" y="53873"/>
                </a:lnTo>
                <a:lnTo>
                  <a:pt x="1700" y="53206"/>
                </a:lnTo>
                <a:lnTo>
                  <a:pt x="1700" y="52597"/>
                </a:lnTo>
                <a:lnTo>
                  <a:pt x="1700" y="51989"/>
                </a:lnTo>
                <a:lnTo>
                  <a:pt x="1764" y="51409"/>
                </a:lnTo>
                <a:lnTo>
                  <a:pt x="1764" y="50800"/>
                </a:lnTo>
                <a:lnTo>
                  <a:pt x="1764" y="50220"/>
                </a:lnTo>
                <a:lnTo>
                  <a:pt x="1764" y="49553"/>
                </a:lnTo>
                <a:lnTo>
                  <a:pt x="1828" y="48944"/>
                </a:lnTo>
                <a:lnTo>
                  <a:pt x="1828" y="48335"/>
                </a:lnTo>
                <a:lnTo>
                  <a:pt x="1828" y="47755"/>
                </a:lnTo>
                <a:lnTo>
                  <a:pt x="1828" y="47146"/>
                </a:lnTo>
                <a:lnTo>
                  <a:pt x="1828" y="46537"/>
                </a:lnTo>
                <a:lnTo>
                  <a:pt x="1892" y="45957"/>
                </a:lnTo>
                <a:lnTo>
                  <a:pt x="1892" y="45349"/>
                </a:lnTo>
                <a:lnTo>
                  <a:pt x="1892" y="44769"/>
                </a:lnTo>
                <a:lnTo>
                  <a:pt x="1892" y="44160"/>
                </a:lnTo>
                <a:lnTo>
                  <a:pt x="1988" y="43551"/>
                </a:lnTo>
                <a:lnTo>
                  <a:pt x="1988" y="42971"/>
                </a:lnTo>
                <a:lnTo>
                  <a:pt x="1988" y="42362"/>
                </a:lnTo>
                <a:lnTo>
                  <a:pt x="1988" y="41753"/>
                </a:lnTo>
                <a:lnTo>
                  <a:pt x="1988" y="41173"/>
                </a:lnTo>
                <a:lnTo>
                  <a:pt x="2053" y="40564"/>
                </a:lnTo>
                <a:lnTo>
                  <a:pt x="2053" y="39955"/>
                </a:lnTo>
                <a:lnTo>
                  <a:pt x="2053" y="39375"/>
                </a:lnTo>
                <a:lnTo>
                  <a:pt x="2053" y="38767"/>
                </a:lnTo>
                <a:lnTo>
                  <a:pt x="2117" y="38158"/>
                </a:lnTo>
                <a:lnTo>
                  <a:pt x="2117" y="37636"/>
                </a:lnTo>
                <a:lnTo>
                  <a:pt x="2117" y="37027"/>
                </a:lnTo>
                <a:lnTo>
                  <a:pt x="2117" y="36447"/>
                </a:lnTo>
                <a:lnTo>
                  <a:pt x="2117" y="35838"/>
                </a:lnTo>
                <a:lnTo>
                  <a:pt x="2181" y="35258"/>
                </a:lnTo>
                <a:lnTo>
                  <a:pt x="2181" y="34649"/>
                </a:lnTo>
                <a:lnTo>
                  <a:pt x="2181" y="34040"/>
                </a:lnTo>
                <a:lnTo>
                  <a:pt x="2181" y="33518"/>
                </a:lnTo>
                <a:lnTo>
                  <a:pt x="2277" y="32909"/>
                </a:lnTo>
                <a:lnTo>
                  <a:pt x="2277" y="32330"/>
                </a:lnTo>
                <a:lnTo>
                  <a:pt x="2277" y="31721"/>
                </a:lnTo>
                <a:lnTo>
                  <a:pt x="2277" y="31199"/>
                </a:lnTo>
                <a:lnTo>
                  <a:pt x="2277" y="30590"/>
                </a:lnTo>
                <a:lnTo>
                  <a:pt x="2341" y="29981"/>
                </a:lnTo>
                <a:lnTo>
                  <a:pt x="2341" y="29401"/>
                </a:lnTo>
                <a:lnTo>
                  <a:pt x="2341" y="28850"/>
                </a:lnTo>
                <a:lnTo>
                  <a:pt x="2341" y="28270"/>
                </a:lnTo>
                <a:lnTo>
                  <a:pt x="2406" y="27661"/>
                </a:lnTo>
                <a:lnTo>
                  <a:pt x="2406" y="27139"/>
                </a:lnTo>
                <a:lnTo>
                  <a:pt x="2406" y="26530"/>
                </a:lnTo>
                <a:lnTo>
                  <a:pt x="2406" y="26009"/>
                </a:lnTo>
                <a:lnTo>
                  <a:pt x="2406" y="25400"/>
                </a:lnTo>
                <a:lnTo>
                  <a:pt x="2502" y="24820"/>
                </a:lnTo>
                <a:lnTo>
                  <a:pt x="2502" y="24269"/>
                </a:lnTo>
                <a:lnTo>
                  <a:pt x="2502" y="23689"/>
                </a:lnTo>
                <a:lnTo>
                  <a:pt x="2502" y="23138"/>
                </a:lnTo>
                <a:lnTo>
                  <a:pt x="2502" y="22558"/>
                </a:lnTo>
                <a:lnTo>
                  <a:pt x="2566" y="21949"/>
                </a:lnTo>
                <a:lnTo>
                  <a:pt x="2566" y="21427"/>
                </a:lnTo>
                <a:lnTo>
                  <a:pt x="2566" y="20818"/>
                </a:lnTo>
                <a:lnTo>
                  <a:pt x="2566" y="20296"/>
                </a:lnTo>
                <a:lnTo>
                  <a:pt x="2630" y="19687"/>
                </a:lnTo>
                <a:lnTo>
                  <a:pt x="2630" y="19166"/>
                </a:lnTo>
                <a:lnTo>
                  <a:pt x="2630" y="18557"/>
                </a:lnTo>
                <a:lnTo>
                  <a:pt x="2630" y="18035"/>
                </a:lnTo>
                <a:lnTo>
                  <a:pt x="2630" y="17484"/>
                </a:lnTo>
                <a:lnTo>
                  <a:pt x="2694" y="16904"/>
                </a:lnTo>
                <a:lnTo>
                  <a:pt x="2694" y="16353"/>
                </a:lnTo>
                <a:lnTo>
                  <a:pt x="2694" y="15773"/>
                </a:lnTo>
                <a:lnTo>
                  <a:pt x="2694" y="15222"/>
                </a:lnTo>
                <a:lnTo>
                  <a:pt x="2790" y="14700"/>
                </a:lnTo>
                <a:lnTo>
                  <a:pt x="2790" y="14091"/>
                </a:lnTo>
                <a:lnTo>
                  <a:pt x="2790" y="13569"/>
                </a:lnTo>
                <a:lnTo>
                  <a:pt x="2790" y="13047"/>
                </a:lnTo>
                <a:lnTo>
                  <a:pt x="2790" y="12439"/>
                </a:lnTo>
                <a:lnTo>
                  <a:pt x="2855" y="11917"/>
                </a:lnTo>
                <a:lnTo>
                  <a:pt x="2855" y="11366"/>
                </a:lnTo>
                <a:lnTo>
                  <a:pt x="2855" y="10786"/>
                </a:lnTo>
                <a:lnTo>
                  <a:pt x="2855" y="10235"/>
                </a:lnTo>
                <a:lnTo>
                  <a:pt x="2919" y="9713"/>
                </a:lnTo>
                <a:lnTo>
                  <a:pt x="2919" y="9191"/>
                </a:lnTo>
                <a:lnTo>
                  <a:pt x="2919" y="8582"/>
                </a:lnTo>
                <a:lnTo>
                  <a:pt x="2919" y="8060"/>
                </a:lnTo>
                <a:lnTo>
                  <a:pt x="2919" y="7509"/>
                </a:lnTo>
                <a:lnTo>
                  <a:pt x="3015" y="6987"/>
                </a:lnTo>
                <a:lnTo>
                  <a:pt x="3015" y="6466"/>
                </a:lnTo>
                <a:lnTo>
                  <a:pt x="3015" y="5857"/>
                </a:lnTo>
                <a:lnTo>
                  <a:pt x="3015" y="5335"/>
                </a:lnTo>
                <a:lnTo>
                  <a:pt x="3079" y="4784"/>
                </a:lnTo>
                <a:lnTo>
                  <a:pt x="3079" y="4262"/>
                </a:lnTo>
                <a:lnTo>
                  <a:pt x="3079" y="3740"/>
                </a:lnTo>
                <a:lnTo>
                  <a:pt x="3079" y="3189"/>
                </a:lnTo>
                <a:lnTo>
                  <a:pt x="3079" y="2667"/>
                </a:lnTo>
                <a:lnTo>
                  <a:pt x="3143" y="2116"/>
                </a:lnTo>
                <a:lnTo>
                  <a:pt x="3143" y="1594"/>
                </a:lnTo>
                <a:lnTo>
                  <a:pt x="3143" y="1072"/>
                </a:lnTo>
                <a:lnTo>
                  <a:pt x="3143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278415" y="3011603"/>
            <a:ext cx="3143" cy="86783"/>
          </a:xfrm>
          <a:custGeom>
            <a:avLst/>
            <a:gdLst/>
            <a:ahLst/>
            <a:cxnLst/>
            <a:rect l="l" t="t" r="r" b="b"/>
            <a:pathLst>
              <a:path w="3143" h="86783">
                <a:moveTo>
                  <a:pt x="0" y="86783"/>
                </a:moveTo>
                <a:lnTo>
                  <a:pt x="0" y="86261"/>
                </a:lnTo>
                <a:lnTo>
                  <a:pt x="0" y="85710"/>
                </a:lnTo>
                <a:lnTo>
                  <a:pt x="0" y="85188"/>
                </a:lnTo>
                <a:lnTo>
                  <a:pt x="0" y="84667"/>
                </a:lnTo>
                <a:lnTo>
                  <a:pt x="96" y="84116"/>
                </a:lnTo>
                <a:lnTo>
                  <a:pt x="96" y="83594"/>
                </a:lnTo>
                <a:lnTo>
                  <a:pt x="96" y="83072"/>
                </a:lnTo>
                <a:lnTo>
                  <a:pt x="96" y="82521"/>
                </a:lnTo>
                <a:lnTo>
                  <a:pt x="96" y="81999"/>
                </a:lnTo>
                <a:lnTo>
                  <a:pt x="160" y="81477"/>
                </a:lnTo>
                <a:lnTo>
                  <a:pt x="160" y="80926"/>
                </a:lnTo>
                <a:lnTo>
                  <a:pt x="160" y="80404"/>
                </a:lnTo>
                <a:lnTo>
                  <a:pt x="160" y="79940"/>
                </a:lnTo>
                <a:lnTo>
                  <a:pt x="224" y="79418"/>
                </a:lnTo>
                <a:lnTo>
                  <a:pt x="224" y="78867"/>
                </a:lnTo>
                <a:lnTo>
                  <a:pt x="224" y="78345"/>
                </a:lnTo>
                <a:lnTo>
                  <a:pt x="224" y="77795"/>
                </a:lnTo>
                <a:lnTo>
                  <a:pt x="224" y="77331"/>
                </a:lnTo>
                <a:lnTo>
                  <a:pt x="288" y="76809"/>
                </a:lnTo>
                <a:lnTo>
                  <a:pt x="288" y="76287"/>
                </a:lnTo>
                <a:lnTo>
                  <a:pt x="288" y="75736"/>
                </a:lnTo>
                <a:lnTo>
                  <a:pt x="288" y="75272"/>
                </a:lnTo>
                <a:lnTo>
                  <a:pt x="384" y="74750"/>
                </a:lnTo>
                <a:lnTo>
                  <a:pt x="384" y="74228"/>
                </a:lnTo>
                <a:lnTo>
                  <a:pt x="384" y="73764"/>
                </a:lnTo>
                <a:lnTo>
                  <a:pt x="384" y="73213"/>
                </a:lnTo>
                <a:lnTo>
                  <a:pt x="384" y="72691"/>
                </a:lnTo>
                <a:lnTo>
                  <a:pt x="449" y="72227"/>
                </a:lnTo>
                <a:lnTo>
                  <a:pt x="449" y="71705"/>
                </a:lnTo>
                <a:lnTo>
                  <a:pt x="449" y="71155"/>
                </a:lnTo>
                <a:lnTo>
                  <a:pt x="449" y="70691"/>
                </a:lnTo>
                <a:lnTo>
                  <a:pt x="513" y="70169"/>
                </a:lnTo>
                <a:lnTo>
                  <a:pt x="513" y="69705"/>
                </a:lnTo>
                <a:lnTo>
                  <a:pt x="513" y="69154"/>
                </a:lnTo>
                <a:lnTo>
                  <a:pt x="513" y="68690"/>
                </a:lnTo>
                <a:lnTo>
                  <a:pt x="513" y="68168"/>
                </a:lnTo>
                <a:lnTo>
                  <a:pt x="609" y="67704"/>
                </a:lnTo>
                <a:lnTo>
                  <a:pt x="609" y="67182"/>
                </a:lnTo>
                <a:lnTo>
                  <a:pt x="609" y="66718"/>
                </a:lnTo>
                <a:lnTo>
                  <a:pt x="609" y="66167"/>
                </a:lnTo>
                <a:lnTo>
                  <a:pt x="673" y="65703"/>
                </a:lnTo>
                <a:lnTo>
                  <a:pt x="673" y="65182"/>
                </a:lnTo>
                <a:lnTo>
                  <a:pt x="673" y="64718"/>
                </a:lnTo>
                <a:lnTo>
                  <a:pt x="673" y="64254"/>
                </a:lnTo>
                <a:lnTo>
                  <a:pt x="673" y="63703"/>
                </a:lnTo>
                <a:lnTo>
                  <a:pt x="737" y="63239"/>
                </a:lnTo>
                <a:lnTo>
                  <a:pt x="737" y="62717"/>
                </a:lnTo>
                <a:lnTo>
                  <a:pt x="737" y="62253"/>
                </a:lnTo>
                <a:lnTo>
                  <a:pt x="737" y="61789"/>
                </a:lnTo>
                <a:lnTo>
                  <a:pt x="802" y="61238"/>
                </a:lnTo>
                <a:lnTo>
                  <a:pt x="802" y="60774"/>
                </a:lnTo>
                <a:lnTo>
                  <a:pt x="802" y="60310"/>
                </a:lnTo>
                <a:lnTo>
                  <a:pt x="802" y="59846"/>
                </a:lnTo>
                <a:lnTo>
                  <a:pt x="802" y="59324"/>
                </a:lnTo>
                <a:lnTo>
                  <a:pt x="898" y="58860"/>
                </a:lnTo>
                <a:lnTo>
                  <a:pt x="898" y="58397"/>
                </a:lnTo>
                <a:lnTo>
                  <a:pt x="898" y="57933"/>
                </a:lnTo>
                <a:lnTo>
                  <a:pt x="898" y="57382"/>
                </a:lnTo>
                <a:lnTo>
                  <a:pt x="898" y="56918"/>
                </a:lnTo>
                <a:lnTo>
                  <a:pt x="962" y="56454"/>
                </a:lnTo>
                <a:lnTo>
                  <a:pt x="962" y="55990"/>
                </a:lnTo>
                <a:lnTo>
                  <a:pt x="962" y="55526"/>
                </a:lnTo>
                <a:lnTo>
                  <a:pt x="962" y="55062"/>
                </a:lnTo>
                <a:lnTo>
                  <a:pt x="1026" y="54598"/>
                </a:lnTo>
                <a:lnTo>
                  <a:pt x="1026" y="54076"/>
                </a:lnTo>
                <a:lnTo>
                  <a:pt x="1026" y="53612"/>
                </a:lnTo>
                <a:lnTo>
                  <a:pt x="1026" y="53148"/>
                </a:lnTo>
                <a:lnTo>
                  <a:pt x="1026" y="52684"/>
                </a:lnTo>
                <a:lnTo>
                  <a:pt x="1122" y="52220"/>
                </a:lnTo>
                <a:lnTo>
                  <a:pt x="1122" y="51757"/>
                </a:lnTo>
                <a:lnTo>
                  <a:pt x="1122" y="51264"/>
                </a:lnTo>
                <a:lnTo>
                  <a:pt x="1122" y="50800"/>
                </a:lnTo>
                <a:lnTo>
                  <a:pt x="1186" y="50336"/>
                </a:lnTo>
                <a:lnTo>
                  <a:pt x="1186" y="49872"/>
                </a:lnTo>
                <a:lnTo>
                  <a:pt x="1186" y="49408"/>
                </a:lnTo>
                <a:lnTo>
                  <a:pt x="1186" y="48944"/>
                </a:lnTo>
                <a:lnTo>
                  <a:pt x="1186" y="48480"/>
                </a:lnTo>
                <a:lnTo>
                  <a:pt x="1251" y="48074"/>
                </a:lnTo>
                <a:lnTo>
                  <a:pt x="1251" y="47610"/>
                </a:lnTo>
                <a:lnTo>
                  <a:pt x="1251" y="47146"/>
                </a:lnTo>
                <a:lnTo>
                  <a:pt x="1251" y="46682"/>
                </a:lnTo>
                <a:lnTo>
                  <a:pt x="1315" y="46218"/>
                </a:lnTo>
                <a:lnTo>
                  <a:pt x="1315" y="45754"/>
                </a:lnTo>
                <a:lnTo>
                  <a:pt x="1315" y="45291"/>
                </a:lnTo>
                <a:lnTo>
                  <a:pt x="1315" y="44885"/>
                </a:lnTo>
                <a:lnTo>
                  <a:pt x="1315" y="44421"/>
                </a:lnTo>
                <a:lnTo>
                  <a:pt x="1411" y="43957"/>
                </a:lnTo>
                <a:lnTo>
                  <a:pt x="1411" y="43493"/>
                </a:lnTo>
                <a:lnTo>
                  <a:pt x="1411" y="43087"/>
                </a:lnTo>
                <a:lnTo>
                  <a:pt x="1411" y="42623"/>
                </a:lnTo>
                <a:lnTo>
                  <a:pt x="1475" y="42159"/>
                </a:lnTo>
                <a:lnTo>
                  <a:pt x="1475" y="41695"/>
                </a:lnTo>
                <a:lnTo>
                  <a:pt x="1475" y="41289"/>
                </a:lnTo>
                <a:lnTo>
                  <a:pt x="1475" y="40825"/>
                </a:lnTo>
                <a:lnTo>
                  <a:pt x="1475" y="40361"/>
                </a:lnTo>
                <a:lnTo>
                  <a:pt x="1539" y="39984"/>
                </a:lnTo>
                <a:lnTo>
                  <a:pt x="1539" y="39520"/>
                </a:lnTo>
                <a:lnTo>
                  <a:pt x="1539" y="39114"/>
                </a:lnTo>
                <a:lnTo>
                  <a:pt x="1539" y="38651"/>
                </a:lnTo>
                <a:lnTo>
                  <a:pt x="1604" y="38187"/>
                </a:lnTo>
                <a:lnTo>
                  <a:pt x="1604" y="37781"/>
                </a:lnTo>
                <a:lnTo>
                  <a:pt x="1604" y="37317"/>
                </a:lnTo>
                <a:lnTo>
                  <a:pt x="1604" y="36911"/>
                </a:lnTo>
                <a:lnTo>
                  <a:pt x="1604" y="36447"/>
                </a:lnTo>
                <a:lnTo>
                  <a:pt x="1700" y="36041"/>
                </a:lnTo>
                <a:lnTo>
                  <a:pt x="1700" y="35577"/>
                </a:lnTo>
                <a:lnTo>
                  <a:pt x="1700" y="35171"/>
                </a:lnTo>
                <a:lnTo>
                  <a:pt x="1700" y="34707"/>
                </a:lnTo>
                <a:lnTo>
                  <a:pt x="1700" y="34330"/>
                </a:lnTo>
                <a:lnTo>
                  <a:pt x="1764" y="33866"/>
                </a:lnTo>
                <a:lnTo>
                  <a:pt x="1764" y="33460"/>
                </a:lnTo>
                <a:lnTo>
                  <a:pt x="1764" y="33054"/>
                </a:lnTo>
                <a:lnTo>
                  <a:pt x="1764" y="32591"/>
                </a:lnTo>
                <a:lnTo>
                  <a:pt x="1828" y="32185"/>
                </a:lnTo>
                <a:lnTo>
                  <a:pt x="1828" y="31808"/>
                </a:lnTo>
                <a:lnTo>
                  <a:pt x="1828" y="31315"/>
                </a:lnTo>
                <a:lnTo>
                  <a:pt x="1828" y="30938"/>
                </a:lnTo>
                <a:lnTo>
                  <a:pt x="1828" y="30532"/>
                </a:lnTo>
                <a:lnTo>
                  <a:pt x="1924" y="30068"/>
                </a:lnTo>
                <a:lnTo>
                  <a:pt x="1924" y="29662"/>
                </a:lnTo>
                <a:lnTo>
                  <a:pt x="1924" y="29256"/>
                </a:lnTo>
                <a:lnTo>
                  <a:pt x="1924" y="28792"/>
                </a:lnTo>
                <a:lnTo>
                  <a:pt x="1988" y="28415"/>
                </a:lnTo>
                <a:lnTo>
                  <a:pt x="1988" y="28009"/>
                </a:lnTo>
                <a:lnTo>
                  <a:pt x="1988" y="27603"/>
                </a:lnTo>
                <a:lnTo>
                  <a:pt x="1988" y="27197"/>
                </a:lnTo>
                <a:lnTo>
                  <a:pt x="1988" y="26820"/>
                </a:lnTo>
                <a:lnTo>
                  <a:pt x="2053" y="26327"/>
                </a:lnTo>
                <a:lnTo>
                  <a:pt x="2053" y="25951"/>
                </a:lnTo>
                <a:lnTo>
                  <a:pt x="2053" y="25545"/>
                </a:lnTo>
                <a:lnTo>
                  <a:pt x="2053" y="25139"/>
                </a:lnTo>
                <a:lnTo>
                  <a:pt x="2117" y="24733"/>
                </a:lnTo>
                <a:lnTo>
                  <a:pt x="2117" y="24356"/>
                </a:lnTo>
                <a:lnTo>
                  <a:pt x="2117" y="23950"/>
                </a:lnTo>
                <a:lnTo>
                  <a:pt x="2117" y="23544"/>
                </a:lnTo>
                <a:lnTo>
                  <a:pt x="2117" y="23138"/>
                </a:lnTo>
                <a:lnTo>
                  <a:pt x="2213" y="22761"/>
                </a:lnTo>
                <a:lnTo>
                  <a:pt x="2213" y="22355"/>
                </a:lnTo>
                <a:lnTo>
                  <a:pt x="2213" y="21949"/>
                </a:lnTo>
                <a:lnTo>
                  <a:pt x="2213" y="21543"/>
                </a:lnTo>
                <a:lnTo>
                  <a:pt x="2277" y="21166"/>
                </a:lnTo>
                <a:lnTo>
                  <a:pt x="2277" y="20760"/>
                </a:lnTo>
                <a:lnTo>
                  <a:pt x="2277" y="20354"/>
                </a:lnTo>
                <a:lnTo>
                  <a:pt x="2277" y="19948"/>
                </a:lnTo>
                <a:lnTo>
                  <a:pt x="2277" y="19571"/>
                </a:lnTo>
                <a:lnTo>
                  <a:pt x="2341" y="19166"/>
                </a:lnTo>
                <a:lnTo>
                  <a:pt x="2341" y="18760"/>
                </a:lnTo>
                <a:lnTo>
                  <a:pt x="2341" y="18441"/>
                </a:lnTo>
                <a:lnTo>
                  <a:pt x="2341" y="18035"/>
                </a:lnTo>
                <a:lnTo>
                  <a:pt x="2406" y="17629"/>
                </a:lnTo>
                <a:lnTo>
                  <a:pt x="2406" y="17223"/>
                </a:lnTo>
                <a:lnTo>
                  <a:pt x="2406" y="16846"/>
                </a:lnTo>
                <a:lnTo>
                  <a:pt x="2406" y="16498"/>
                </a:lnTo>
                <a:lnTo>
                  <a:pt x="2406" y="16092"/>
                </a:lnTo>
                <a:lnTo>
                  <a:pt x="2502" y="15715"/>
                </a:lnTo>
                <a:lnTo>
                  <a:pt x="2502" y="15367"/>
                </a:lnTo>
                <a:lnTo>
                  <a:pt x="2502" y="14961"/>
                </a:lnTo>
                <a:lnTo>
                  <a:pt x="2502" y="14584"/>
                </a:lnTo>
                <a:lnTo>
                  <a:pt x="2502" y="14178"/>
                </a:lnTo>
                <a:lnTo>
                  <a:pt x="2566" y="13830"/>
                </a:lnTo>
                <a:lnTo>
                  <a:pt x="2566" y="13453"/>
                </a:lnTo>
                <a:lnTo>
                  <a:pt x="2566" y="13105"/>
                </a:lnTo>
                <a:lnTo>
                  <a:pt x="2566" y="12700"/>
                </a:lnTo>
                <a:lnTo>
                  <a:pt x="2630" y="12323"/>
                </a:lnTo>
                <a:lnTo>
                  <a:pt x="2630" y="11975"/>
                </a:lnTo>
                <a:lnTo>
                  <a:pt x="2630" y="11569"/>
                </a:lnTo>
                <a:lnTo>
                  <a:pt x="2630" y="11250"/>
                </a:lnTo>
                <a:lnTo>
                  <a:pt x="2630" y="10844"/>
                </a:lnTo>
                <a:lnTo>
                  <a:pt x="2726" y="10525"/>
                </a:lnTo>
                <a:lnTo>
                  <a:pt x="2726" y="10119"/>
                </a:lnTo>
                <a:lnTo>
                  <a:pt x="2726" y="9771"/>
                </a:lnTo>
                <a:lnTo>
                  <a:pt x="2726" y="9394"/>
                </a:lnTo>
                <a:lnTo>
                  <a:pt x="2790" y="9046"/>
                </a:lnTo>
                <a:lnTo>
                  <a:pt x="2790" y="8640"/>
                </a:lnTo>
                <a:lnTo>
                  <a:pt x="2790" y="8321"/>
                </a:lnTo>
                <a:lnTo>
                  <a:pt x="2790" y="7973"/>
                </a:lnTo>
                <a:lnTo>
                  <a:pt x="2790" y="7596"/>
                </a:lnTo>
                <a:lnTo>
                  <a:pt x="2855" y="7248"/>
                </a:lnTo>
                <a:lnTo>
                  <a:pt x="2855" y="6929"/>
                </a:lnTo>
                <a:lnTo>
                  <a:pt x="2855" y="6523"/>
                </a:lnTo>
                <a:lnTo>
                  <a:pt x="2855" y="6205"/>
                </a:lnTo>
                <a:lnTo>
                  <a:pt x="2919" y="5857"/>
                </a:lnTo>
                <a:lnTo>
                  <a:pt x="2919" y="5451"/>
                </a:lnTo>
                <a:lnTo>
                  <a:pt x="2919" y="5132"/>
                </a:lnTo>
                <a:lnTo>
                  <a:pt x="2919" y="4784"/>
                </a:lnTo>
                <a:lnTo>
                  <a:pt x="2919" y="4465"/>
                </a:lnTo>
                <a:lnTo>
                  <a:pt x="3015" y="4059"/>
                </a:lnTo>
                <a:lnTo>
                  <a:pt x="3015" y="3740"/>
                </a:lnTo>
                <a:lnTo>
                  <a:pt x="3015" y="3392"/>
                </a:lnTo>
                <a:lnTo>
                  <a:pt x="3015" y="3073"/>
                </a:lnTo>
                <a:lnTo>
                  <a:pt x="3079" y="2725"/>
                </a:lnTo>
                <a:lnTo>
                  <a:pt x="3079" y="2406"/>
                </a:lnTo>
                <a:lnTo>
                  <a:pt x="3079" y="2000"/>
                </a:lnTo>
                <a:lnTo>
                  <a:pt x="3079" y="1681"/>
                </a:lnTo>
                <a:lnTo>
                  <a:pt x="3079" y="1333"/>
                </a:lnTo>
                <a:lnTo>
                  <a:pt x="3143" y="1014"/>
                </a:lnTo>
                <a:lnTo>
                  <a:pt x="3143" y="666"/>
                </a:lnTo>
                <a:lnTo>
                  <a:pt x="3143" y="347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281558" y="2967529"/>
            <a:ext cx="3208" cy="44073"/>
          </a:xfrm>
          <a:custGeom>
            <a:avLst/>
            <a:gdLst/>
            <a:ahLst/>
            <a:cxnLst/>
            <a:rect l="l" t="t" r="r" b="b"/>
            <a:pathLst>
              <a:path w="3208" h="44073">
                <a:moveTo>
                  <a:pt x="0" y="44073"/>
                </a:moveTo>
                <a:lnTo>
                  <a:pt x="96" y="43754"/>
                </a:lnTo>
                <a:lnTo>
                  <a:pt x="96" y="43406"/>
                </a:lnTo>
                <a:lnTo>
                  <a:pt x="96" y="43087"/>
                </a:lnTo>
                <a:lnTo>
                  <a:pt x="96" y="42739"/>
                </a:lnTo>
                <a:lnTo>
                  <a:pt x="96" y="42420"/>
                </a:lnTo>
                <a:lnTo>
                  <a:pt x="160" y="42072"/>
                </a:lnTo>
                <a:lnTo>
                  <a:pt x="160" y="41753"/>
                </a:lnTo>
                <a:lnTo>
                  <a:pt x="160" y="41492"/>
                </a:lnTo>
                <a:lnTo>
                  <a:pt x="160" y="41144"/>
                </a:lnTo>
                <a:lnTo>
                  <a:pt x="160" y="40825"/>
                </a:lnTo>
                <a:lnTo>
                  <a:pt x="224" y="40477"/>
                </a:lnTo>
                <a:lnTo>
                  <a:pt x="224" y="40158"/>
                </a:lnTo>
                <a:lnTo>
                  <a:pt x="224" y="39839"/>
                </a:lnTo>
                <a:lnTo>
                  <a:pt x="224" y="39549"/>
                </a:lnTo>
                <a:lnTo>
                  <a:pt x="288" y="39230"/>
                </a:lnTo>
                <a:lnTo>
                  <a:pt x="288" y="38883"/>
                </a:lnTo>
                <a:lnTo>
                  <a:pt x="288" y="38564"/>
                </a:lnTo>
                <a:lnTo>
                  <a:pt x="288" y="38303"/>
                </a:lnTo>
                <a:lnTo>
                  <a:pt x="288" y="37955"/>
                </a:lnTo>
                <a:lnTo>
                  <a:pt x="384" y="37636"/>
                </a:lnTo>
                <a:lnTo>
                  <a:pt x="384" y="37288"/>
                </a:lnTo>
                <a:lnTo>
                  <a:pt x="384" y="37027"/>
                </a:lnTo>
                <a:lnTo>
                  <a:pt x="384" y="36708"/>
                </a:lnTo>
                <a:lnTo>
                  <a:pt x="449" y="36447"/>
                </a:lnTo>
                <a:lnTo>
                  <a:pt x="449" y="36099"/>
                </a:lnTo>
                <a:lnTo>
                  <a:pt x="449" y="35780"/>
                </a:lnTo>
                <a:lnTo>
                  <a:pt x="449" y="35490"/>
                </a:lnTo>
                <a:lnTo>
                  <a:pt x="449" y="35171"/>
                </a:lnTo>
                <a:lnTo>
                  <a:pt x="513" y="34910"/>
                </a:lnTo>
                <a:lnTo>
                  <a:pt x="513" y="34562"/>
                </a:lnTo>
                <a:lnTo>
                  <a:pt x="513" y="34301"/>
                </a:lnTo>
                <a:lnTo>
                  <a:pt x="513" y="33982"/>
                </a:lnTo>
                <a:lnTo>
                  <a:pt x="577" y="33721"/>
                </a:lnTo>
                <a:lnTo>
                  <a:pt x="577" y="33373"/>
                </a:lnTo>
                <a:lnTo>
                  <a:pt x="577" y="33112"/>
                </a:lnTo>
                <a:lnTo>
                  <a:pt x="577" y="32764"/>
                </a:lnTo>
                <a:lnTo>
                  <a:pt x="577" y="32504"/>
                </a:lnTo>
                <a:lnTo>
                  <a:pt x="673" y="32243"/>
                </a:lnTo>
                <a:lnTo>
                  <a:pt x="673" y="31924"/>
                </a:lnTo>
                <a:lnTo>
                  <a:pt x="673" y="31634"/>
                </a:lnTo>
                <a:lnTo>
                  <a:pt x="673" y="31315"/>
                </a:lnTo>
                <a:lnTo>
                  <a:pt x="737" y="31054"/>
                </a:lnTo>
                <a:lnTo>
                  <a:pt x="737" y="30793"/>
                </a:lnTo>
                <a:lnTo>
                  <a:pt x="737" y="30503"/>
                </a:lnTo>
                <a:lnTo>
                  <a:pt x="737" y="30184"/>
                </a:lnTo>
                <a:lnTo>
                  <a:pt x="737" y="29923"/>
                </a:lnTo>
                <a:lnTo>
                  <a:pt x="802" y="29662"/>
                </a:lnTo>
                <a:lnTo>
                  <a:pt x="802" y="29372"/>
                </a:lnTo>
                <a:lnTo>
                  <a:pt x="802" y="29053"/>
                </a:lnTo>
                <a:lnTo>
                  <a:pt x="802" y="28792"/>
                </a:lnTo>
                <a:lnTo>
                  <a:pt x="898" y="28531"/>
                </a:lnTo>
                <a:lnTo>
                  <a:pt x="898" y="28241"/>
                </a:lnTo>
                <a:lnTo>
                  <a:pt x="898" y="27980"/>
                </a:lnTo>
                <a:lnTo>
                  <a:pt x="898" y="27719"/>
                </a:lnTo>
                <a:lnTo>
                  <a:pt x="898" y="27400"/>
                </a:lnTo>
                <a:lnTo>
                  <a:pt x="962" y="27110"/>
                </a:lnTo>
                <a:lnTo>
                  <a:pt x="962" y="26849"/>
                </a:lnTo>
                <a:lnTo>
                  <a:pt x="962" y="26588"/>
                </a:lnTo>
                <a:lnTo>
                  <a:pt x="962" y="26327"/>
                </a:lnTo>
                <a:lnTo>
                  <a:pt x="962" y="26067"/>
                </a:lnTo>
                <a:lnTo>
                  <a:pt x="1026" y="25806"/>
                </a:lnTo>
                <a:lnTo>
                  <a:pt x="1026" y="25516"/>
                </a:lnTo>
                <a:lnTo>
                  <a:pt x="1026" y="25255"/>
                </a:lnTo>
                <a:lnTo>
                  <a:pt x="1026" y="24994"/>
                </a:lnTo>
                <a:lnTo>
                  <a:pt x="1090" y="24733"/>
                </a:lnTo>
                <a:lnTo>
                  <a:pt x="1090" y="24472"/>
                </a:lnTo>
                <a:lnTo>
                  <a:pt x="1090" y="24211"/>
                </a:lnTo>
                <a:lnTo>
                  <a:pt x="1090" y="24008"/>
                </a:lnTo>
                <a:lnTo>
                  <a:pt x="1090" y="23747"/>
                </a:lnTo>
                <a:lnTo>
                  <a:pt x="1186" y="23457"/>
                </a:lnTo>
                <a:lnTo>
                  <a:pt x="1186" y="23196"/>
                </a:lnTo>
                <a:lnTo>
                  <a:pt x="1186" y="22935"/>
                </a:lnTo>
                <a:lnTo>
                  <a:pt x="1186" y="22674"/>
                </a:lnTo>
                <a:lnTo>
                  <a:pt x="1251" y="22471"/>
                </a:lnTo>
                <a:lnTo>
                  <a:pt x="1251" y="22210"/>
                </a:lnTo>
                <a:lnTo>
                  <a:pt x="1251" y="21949"/>
                </a:lnTo>
                <a:lnTo>
                  <a:pt x="1251" y="21659"/>
                </a:lnTo>
                <a:lnTo>
                  <a:pt x="1251" y="21485"/>
                </a:lnTo>
                <a:lnTo>
                  <a:pt x="1315" y="21195"/>
                </a:lnTo>
                <a:lnTo>
                  <a:pt x="1315" y="20934"/>
                </a:lnTo>
                <a:lnTo>
                  <a:pt x="1315" y="20731"/>
                </a:lnTo>
                <a:lnTo>
                  <a:pt x="1315" y="20470"/>
                </a:lnTo>
                <a:lnTo>
                  <a:pt x="1411" y="20209"/>
                </a:lnTo>
                <a:lnTo>
                  <a:pt x="1411" y="20006"/>
                </a:lnTo>
                <a:lnTo>
                  <a:pt x="1411" y="19745"/>
                </a:lnTo>
                <a:lnTo>
                  <a:pt x="1411" y="19543"/>
                </a:lnTo>
                <a:lnTo>
                  <a:pt x="1411" y="19282"/>
                </a:lnTo>
                <a:lnTo>
                  <a:pt x="1475" y="19021"/>
                </a:lnTo>
                <a:lnTo>
                  <a:pt x="1475" y="18818"/>
                </a:lnTo>
                <a:lnTo>
                  <a:pt x="1475" y="18557"/>
                </a:lnTo>
                <a:lnTo>
                  <a:pt x="1475" y="18354"/>
                </a:lnTo>
                <a:lnTo>
                  <a:pt x="1539" y="18093"/>
                </a:lnTo>
                <a:lnTo>
                  <a:pt x="1539" y="17890"/>
                </a:lnTo>
                <a:lnTo>
                  <a:pt x="1539" y="17629"/>
                </a:lnTo>
                <a:lnTo>
                  <a:pt x="1539" y="17426"/>
                </a:lnTo>
                <a:lnTo>
                  <a:pt x="1539" y="17223"/>
                </a:lnTo>
                <a:lnTo>
                  <a:pt x="1604" y="16962"/>
                </a:lnTo>
                <a:lnTo>
                  <a:pt x="1604" y="16759"/>
                </a:lnTo>
                <a:lnTo>
                  <a:pt x="1604" y="16498"/>
                </a:lnTo>
                <a:lnTo>
                  <a:pt x="1604" y="16295"/>
                </a:lnTo>
                <a:lnTo>
                  <a:pt x="1700" y="16092"/>
                </a:lnTo>
                <a:lnTo>
                  <a:pt x="1700" y="15889"/>
                </a:lnTo>
                <a:lnTo>
                  <a:pt x="1700" y="15628"/>
                </a:lnTo>
                <a:lnTo>
                  <a:pt x="1700" y="15425"/>
                </a:lnTo>
                <a:lnTo>
                  <a:pt x="1700" y="15222"/>
                </a:lnTo>
                <a:lnTo>
                  <a:pt x="1764" y="14961"/>
                </a:lnTo>
                <a:lnTo>
                  <a:pt x="1764" y="14758"/>
                </a:lnTo>
                <a:lnTo>
                  <a:pt x="1764" y="14555"/>
                </a:lnTo>
                <a:lnTo>
                  <a:pt x="1764" y="14352"/>
                </a:lnTo>
                <a:lnTo>
                  <a:pt x="1764" y="14149"/>
                </a:lnTo>
                <a:lnTo>
                  <a:pt x="1828" y="13946"/>
                </a:lnTo>
                <a:lnTo>
                  <a:pt x="1828" y="13685"/>
                </a:lnTo>
                <a:lnTo>
                  <a:pt x="1828" y="13482"/>
                </a:lnTo>
                <a:lnTo>
                  <a:pt x="1828" y="13279"/>
                </a:lnTo>
                <a:lnTo>
                  <a:pt x="1892" y="13105"/>
                </a:lnTo>
                <a:lnTo>
                  <a:pt x="1892" y="12903"/>
                </a:lnTo>
                <a:lnTo>
                  <a:pt x="1892" y="12700"/>
                </a:lnTo>
                <a:lnTo>
                  <a:pt x="1892" y="12497"/>
                </a:lnTo>
                <a:lnTo>
                  <a:pt x="1892" y="12294"/>
                </a:lnTo>
                <a:lnTo>
                  <a:pt x="1988" y="12091"/>
                </a:lnTo>
                <a:lnTo>
                  <a:pt x="1988" y="11888"/>
                </a:lnTo>
                <a:lnTo>
                  <a:pt x="1988" y="11685"/>
                </a:lnTo>
                <a:lnTo>
                  <a:pt x="1988" y="11511"/>
                </a:lnTo>
                <a:lnTo>
                  <a:pt x="2053" y="11308"/>
                </a:lnTo>
                <a:lnTo>
                  <a:pt x="2053" y="11105"/>
                </a:lnTo>
                <a:lnTo>
                  <a:pt x="2053" y="10902"/>
                </a:lnTo>
                <a:lnTo>
                  <a:pt x="2053" y="10699"/>
                </a:lnTo>
                <a:lnTo>
                  <a:pt x="2053" y="10554"/>
                </a:lnTo>
                <a:lnTo>
                  <a:pt x="2117" y="10380"/>
                </a:lnTo>
                <a:lnTo>
                  <a:pt x="2117" y="10177"/>
                </a:lnTo>
                <a:lnTo>
                  <a:pt x="2117" y="9974"/>
                </a:lnTo>
                <a:lnTo>
                  <a:pt x="2117" y="9771"/>
                </a:lnTo>
                <a:lnTo>
                  <a:pt x="2213" y="9626"/>
                </a:lnTo>
                <a:lnTo>
                  <a:pt x="2213" y="9423"/>
                </a:lnTo>
                <a:lnTo>
                  <a:pt x="2213" y="9249"/>
                </a:lnTo>
                <a:lnTo>
                  <a:pt x="2213" y="9046"/>
                </a:lnTo>
                <a:lnTo>
                  <a:pt x="2213" y="8901"/>
                </a:lnTo>
                <a:lnTo>
                  <a:pt x="2277" y="8698"/>
                </a:lnTo>
                <a:lnTo>
                  <a:pt x="2277" y="8495"/>
                </a:lnTo>
                <a:lnTo>
                  <a:pt x="2277" y="8176"/>
                </a:lnTo>
                <a:lnTo>
                  <a:pt x="2341" y="7973"/>
                </a:lnTo>
                <a:lnTo>
                  <a:pt x="2341" y="7828"/>
                </a:lnTo>
                <a:lnTo>
                  <a:pt x="2341" y="7654"/>
                </a:lnTo>
                <a:lnTo>
                  <a:pt x="2341" y="7509"/>
                </a:lnTo>
                <a:lnTo>
                  <a:pt x="2341" y="7306"/>
                </a:lnTo>
                <a:lnTo>
                  <a:pt x="2406" y="7161"/>
                </a:lnTo>
                <a:lnTo>
                  <a:pt x="2406" y="6987"/>
                </a:lnTo>
                <a:lnTo>
                  <a:pt x="2406" y="6784"/>
                </a:lnTo>
                <a:lnTo>
                  <a:pt x="2406" y="6639"/>
                </a:lnTo>
                <a:lnTo>
                  <a:pt x="2502" y="6321"/>
                </a:lnTo>
                <a:lnTo>
                  <a:pt x="2502" y="6176"/>
                </a:lnTo>
                <a:lnTo>
                  <a:pt x="2502" y="5973"/>
                </a:lnTo>
                <a:lnTo>
                  <a:pt x="2566" y="5712"/>
                </a:lnTo>
                <a:lnTo>
                  <a:pt x="2566" y="5509"/>
                </a:lnTo>
                <a:lnTo>
                  <a:pt x="2566" y="5248"/>
                </a:lnTo>
                <a:lnTo>
                  <a:pt x="2566" y="5045"/>
                </a:lnTo>
                <a:lnTo>
                  <a:pt x="2630" y="4784"/>
                </a:lnTo>
                <a:lnTo>
                  <a:pt x="2630" y="4581"/>
                </a:lnTo>
                <a:lnTo>
                  <a:pt x="2630" y="4436"/>
                </a:lnTo>
                <a:lnTo>
                  <a:pt x="2694" y="4175"/>
                </a:lnTo>
                <a:lnTo>
                  <a:pt x="2694" y="3856"/>
                </a:lnTo>
                <a:lnTo>
                  <a:pt x="2694" y="3711"/>
                </a:lnTo>
                <a:lnTo>
                  <a:pt x="2790" y="3450"/>
                </a:lnTo>
                <a:lnTo>
                  <a:pt x="2790" y="3305"/>
                </a:lnTo>
                <a:lnTo>
                  <a:pt x="2855" y="3044"/>
                </a:lnTo>
                <a:lnTo>
                  <a:pt x="2855" y="2783"/>
                </a:lnTo>
                <a:lnTo>
                  <a:pt x="2855" y="2522"/>
                </a:lnTo>
                <a:lnTo>
                  <a:pt x="2919" y="2377"/>
                </a:lnTo>
                <a:lnTo>
                  <a:pt x="2919" y="2116"/>
                </a:lnTo>
                <a:lnTo>
                  <a:pt x="3015" y="1855"/>
                </a:lnTo>
                <a:lnTo>
                  <a:pt x="3015" y="1710"/>
                </a:lnTo>
                <a:lnTo>
                  <a:pt x="3015" y="1449"/>
                </a:lnTo>
                <a:lnTo>
                  <a:pt x="3079" y="1246"/>
                </a:lnTo>
                <a:lnTo>
                  <a:pt x="3079" y="985"/>
                </a:lnTo>
                <a:lnTo>
                  <a:pt x="3143" y="782"/>
                </a:lnTo>
                <a:lnTo>
                  <a:pt x="3143" y="521"/>
                </a:lnTo>
                <a:lnTo>
                  <a:pt x="3143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284766" y="2962600"/>
            <a:ext cx="3240" cy="6784"/>
          </a:xfrm>
          <a:custGeom>
            <a:avLst/>
            <a:gdLst/>
            <a:ahLst/>
            <a:cxnLst/>
            <a:rect l="l" t="t" r="r" b="b"/>
            <a:pathLst>
              <a:path w="3240" h="6784">
                <a:moveTo>
                  <a:pt x="0" y="4929"/>
                </a:moveTo>
                <a:lnTo>
                  <a:pt x="0" y="4784"/>
                </a:lnTo>
                <a:lnTo>
                  <a:pt x="96" y="4581"/>
                </a:lnTo>
                <a:lnTo>
                  <a:pt x="96" y="4378"/>
                </a:lnTo>
                <a:lnTo>
                  <a:pt x="160" y="4204"/>
                </a:lnTo>
                <a:lnTo>
                  <a:pt x="160" y="4001"/>
                </a:lnTo>
                <a:lnTo>
                  <a:pt x="160" y="3798"/>
                </a:lnTo>
                <a:lnTo>
                  <a:pt x="224" y="3653"/>
                </a:lnTo>
                <a:lnTo>
                  <a:pt x="224" y="3450"/>
                </a:lnTo>
                <a:lnTo>
                  <a:pt x="320" y="3247"/>
                </a:lnTo>
                <a:lnTo>
                  <a:pt x="320" y="2986"/>
                </a:lnTo>
                <a:lnTo>
                  <a:pt x="384" y="2783"/>
                </a:lnTo>
                <a:lnTo>
                  <a:pt x="449" y="2609"/>
                </a:lnTo>
                <a:lnTo>
                  <a:pt x="449" y="2464"/>
                </a:lnTo>
                <a:lnTo>
                  <a:pt x="449" y="2319"/>
                </a:lnTo>
                <a:lnTo>
                  <a:pt x="513" y="2058"/>
                </a:lnTo>
                <a:lnTo>
                  <a:pt x="609" y="1855"/>
                </a:lnTo>
                <a:lnTo>
                  <a:pt x="673" y="1652"/>
                </a:lnTo>
                <a:lnTo>
                  <a:pt x="673" y="1478"/>
                </a:lnTo>
                <a:lnTo>
                  <a:pt x="737" y="1333"/>
                </a:lnTo>
                <a:lnTo>
                  <a:pt x="737" y="1188"/>
                </a:lnTo>
                <a:lnTo>
                  <a:pt x="802" y="1014"/>
                </a:lnTo>
                <a:lnTo>
                  <a:pt x="898" y="869"/>
                </a:lnTo>
                <a:lnTo>
                  <a:pt x="898" y="724"/>
                </a:lnTo>
                <a:lnTo>
                  <a:pt x="962" y="608"/>
                </a:lnTo>
                <a:lnTo>
                  <a:pt x="1026" y="463"/>
                </a:lnTo>
                <a:lnTo>
                  <a:pt x="1122" y="405"/>
                </a:lnTo>
                <a:lnTo>
                  <a:pt x="1122" y="260"/>
                </a:lnTo>
                <a:lnTo>
                  <a:pt x="1251" y="202"/>
                </a:lnTo>
                <a:lnTo>
                  <a:pt x="1315" y="57"/>
                </a:lnTo>
                <a:lnTo>
                  <a:pt x="1315" y="57"/>
                </a:lnTo>
                <a:lnTo>
                  <a:pt x="1475" y="0"/>
                </a:lnTo>
                <a:lnTo>
                  <a:pt x="1475" y="0"/>
                </a:lnTo>
                <a:lnTo>
                  <a:pt x="1604" y="57"/>
                </a:lnTo>
                <a:lnTo>
                  <a:pt x="1700" y="57"/>
                </a:lnTo>
                <a:lnTo>
                  <a:pt x="1764" y="202"/>
                </a:lnTo>
                <a:lnTo>
                  <a:pt x="1828" y="347"/>
                </a:lnTo>
                <a:lnTo>
                  <a:pt x="1924" y="521"/>
                </a:lnTo>
                <a:lnTo>
                  <a:pt x="1988" y="666"/>
                </a:lnTo>
                <a:lnTo>
                  <a:pt x="2053" y="811"/>
                </a:lnTo>
                <a:lnTo>
                  <a:pt x="2117" y="1014"/>
                </a:lnTo>
                <a:lnTo>
                  <a:pt x="2213" y="1188"/>
                </a:lnTo>
                <a:lnTo>
                  <a:pt x="2213" y="1333"/>
                </a:lnTo>
                <a:lnTo>
                  <a:pt x="2277" y="1478"/>
                </a:lnTo>
                <a:lnTo>
                  <a:pt x="2341" y="1652"/>
                </a:lnTo>
                <a:lnTo>
                  <a:pt x="2341" y="1797"/>
                </a:lnTo>
                <a:lnTo>
                  <a:pt x="2438" y="1942"/>
                </a:lnTo>
                <a:lnTo>
                  <a:pt x="2438" y="2116"/>
                </a:lnTo>
                <a:lnTo>
                  <a:pt x="2502" y="2261"/>
                </a:lnTo>
                <a:lnTo>
                  <a:pt x="2502" y="2406"/>
                </a:lnTo>
                <a:lnTo>
                  <a:pt x="2566" y="2667"/>
                </a:lnTo>
                <a:lnTo>
                  <a:pt x="2566" y="2870"/>
                </a:lnTo>
                <a:lnTo>
                  <a:pt x="2630" y="3073"/>
                </a:lnTo>
                <a:lnTo>
                  <a:pt x="2726" y="3247"/>
                </a:lnTo>
                <a:lnTo>
                  <a:pt x="2726" y="3392"/>
                </a:lnTo>
                <a:lnTo>
                  <a:pt x="2726" y="3537"/>
                </a:lnTo>
                <a:lnTo>
                  <a:pt x="2790" y="3740"/>
                </a:lnTo>
                <a:lnTo>
                  <a:pt x="2790" y="3914"/>
                </a:lnTo>
                <a:lnTo>
                  <a:pt x="2855" y="4117"/>
                </a:lnTo>
                <a:lnTo>
                  <a:pt x="2855" y="4320"/>
                </a:lnTo>
                <a:lnTo>
                  <a:pt x="2855" y="4523"/>
                </a:lnTo>
                <a:lnTo>
                  <a:pt x="2919" y="4726"/>
                </a:lnTo>
                <a:lnTo>
                  <a:pt x="2919" y="4871"/>
                </a:lnTo>
                <a:lnTo>
                  <a:pt x="3015" y="5045"/>
                </a:lnTo>
                <a:lnTo>
                  <a:pt x="3015" y="5248"/>
                </a:lnTo>
                <a:lnTo>
                  <a:pt x="3015" y="5393"/>
                </a:lnTo>
                <a:lnTo>
                  <a:pt x="3079" y="5596"/>
                </a:lnTo>
                <a:lnTo>
                  <a:pt x="3079" y="5857"/>
                </a:lnTo>
                <a:lnTo>
                  <a:pt x="3143" y="6060"/>
                </a:lnTo>
                <a:lnTo>
                  <a:pt x="3143" y="6321"/>
                </a:lnTo>
                <a:lnTo>
                  <a:pt x="3143" y="6466"/>
                </a:lnTo>
                <a:lnTo>
                  <a:pt x="3240" y="6639"/>
                </a:lnTo>
                <a:lnTo>
                  <a:pt x="3240" y="6784"/>
                </a:lnTo>
              </a:path>
            </a:pathLst>
          </a:custGeom>
          <a:ln w="44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288007" y="2969385"/>
            <a:ext cx="3208" cy="47001"/>
          </a:xfrm>
          <a:custGeom>
            <a:avLst/>
            <a:gdLst/>
            <a:ahLst/>
            <a:cxnLst/>
            <a:rect l="l" t="t" r="r" b="b"/>
            <a:pathLst>
              <a:path w="3208" h="47001">
                <a:moveTo>
                  <a:pt x="0" y="0"/>
                </a:moveTo>
                <a:lnTo>
                  <a:pt x="0" y="144"/>
                </a:lnTo>
                <a:lnTo>
                  <a:pt x="64" y="405"/>
                </a:lnTo>
                <a:lnTo>
                  <a:pt x="64" y="666"/>
                </a:lnTo>
                <a:lnTo>
                  <a:pt x="64" y="811"/>
                </a:lnTo>
                <a:lnTo>
                  <a:pt x="128" y="1072"/>
                </a:lnTo>
                <a:lnTo>
                  <a:pt x="128" y="1333"/>
                </a:lnTo>
                <a:lnTo>
                  <a:pt x="128" y="1594"/>
                </a:lnTo>
                <a:lnTo>
                  <a:pt x="192" y="1739"/>
                </a:lnTo>
                <a:lnTo>
                  <a:pt x="192" y="2000"/>
                </a:lnTo>
                <a:lnTo>
                  <a:pt x="288" y="2319"/>
                </a:lnTo>
                <a:lnTo>
                  <a:pt x="288" y="2464"/>
                </a:lnTo>
                <a:lnTo>
                  <a:pt x="288" y="2725"/>
                </a:lnTo>
                <a:lnTo>
                  <a:pt x="288" y="2870"/>
                </a:lnTo>
                <a:lnTo>
                  <a:pt x="352" y="3073"/>
                </a:lnTo>
                <a:lnTo>
                  <a:pt x="352" y="3334"/>
                </a:lnTo>
                <a:lnTo>
                  <a:pt x="352" y="3537"/>
                </a:lnTo>
                <a:lnTo>
                  <a:pt x="417" y="3798"/>
                </a:lnTo>
                <a:lnTo>
                  <a:pt x="417" y="4001"/>
                </a:lnTo>
                <a:lnTo>
                  <a:pt x="417" y="4262"/>
                </a:lnTo>
                <a:lnTo>
                  <a:pt x="513" y="4465"/>
                </a:lnTo>
                <a:lnTo>
                  <a:pt x="513" y="4784"/>
                </a:lnTo>
                <a:lnTo>
                  <a:pt x="513" y="4929"/>
                </a:lnTo>
                <a:lnTo>
                  <a:pt x="577" y="5132"/>
                </a:lnTo>
                <a:lnTo>
                  <a:pt x="577" y="5451"/>
                </a:lnTo>
                <a:lnTo>
                  <a:pt x="577" y="5596"/>
                </a:lnTo>
                <a:lnTo>
                  <a:pt x="577" y="5799"/>
                </a:lnTo>
                <a:lnTo>
                  <a:pt x="641" y="6118"/>
                </a:lnTo>
                <a:lnTo>
                  <a:pt x="641" y="6263"/>
                </a:lnTo>
                <a:lnTo>
                  <a:pt x="641" y="6437"/>
                </a:lnTo>
                <a:lnTo>
                  <a:pt x="705" y="6639"/>
                </a:lnTo>
                <a:lnTo>
                  <a:pt x="705" y="6784"/>
                </a:lnTo>
                <a:lnTo>
                  <a:pt x="705" y="6987"/>
                </a:lnTo>
                <a:lnTo>
                  <a:pt x="705" y="7190"/>
                </a:lnTo>
                <a:lnTo>
                  <a:pt x="802" y="7509"/>
                </a:lnTo>
                <a:lnTo>
                  <a:pt x="802" y="7712"/>
                </a:lnTo>
                <a:lnTo>
                  <a:pt x="802" y="7857"/>
                </a:lnTo>
                <a:lnTo>
                  <a:pt x="802" y="8060"/>
                </a:lnTo>
                <a:lnTo>
                  <a:pt x="866" y="8234"/>
                </a:lnTo>
                <a:lnTo>
                  <a:pt x="866" y="8437"/>
                </a:lnTo>
                <a:lnTo>
                  <a:pt x="866" y="8640"/>
                </a:lnTo>
                <a:lnTo>
                  <a:pt x="866" y="8785"/>
                </a:lnTo>
                <a:lnTo>
                  <a:pt x="866" y="8988"/>
                </a:lnTo>
                <a:lnTo>
                  <a:pt x="930" y="9191"/>
                </a:lnTo>
                <a:lnTo>
                  <a:pt x="930" y="9365"/>
                </a:lnTo>
                <a:lnTo>
                  <a:pt x="930" y="9568"/>
                </a:lnTo>
                <a:lnTo>
                  <a:pt x="930" y="9771"/>
                </a:lnTo>
                <a:lnTo>
                  <a:pt x="930" y="9974"/>
                </a:lnTo>
                <a:lnTo>
                  <a:pt x="994" y="10177"/>
                </a:lnTo>
                <a:lnTo>
                  <a:pt x="994" y="10380"/>
                </a:lnTo>
                <a:lnTo>
                  <a:pt x="994" y="10583"/>
                </a:lnTo>
                <a:lnTo>
                  <a:pt x="994" y="10786"/>
                </a:lnTo>
                <a:lnTo>
                  <a:pt x="1090" y="10960"/>
                </a:lnTo>
                <a:lnTo>
                  <a:pt x="1090" y="11163"/>
                </a:lnTo>
                <a:lnTo>
                  <a:pt x="1090" y="11366"/>
                </a:lnTo>
                <a:lnTo>
                  <a:pt x="1090" y="11569"/>
                </a:lnTo>
                <a:lnTo>
                  <a:pt x="1090" y="11772"/>
                </a:lnTo>
                <a:lnTo>
                  <a:pt x="1154" y="11975"/>
                </a:lnTo>
                <a:lnTo>
                  <a:pt x="1154" y="12178"/>
                </a:lnTo>
                <a:lnTo>
                  <a:pt x="1154" y="12381"/>
                </a:lnTo>
                <a:lnTo>
                  <a:pt x="1154" y="12555"/>
                </a:lnTo>
                <a:lnTo>
                  <a:pt x="1219" y="12845"/>
                </a:lnTo>
                <a:lnTo>
                  <a:pt x="1219" y="13047"/>
                </a:lnTo>
                <a:lnTo>
                  <a:pt x="1219" y="13221"/>
                </a:lnTo>
                <a:lnTo>
                  <a:pt x="1219" y="13424"/>
                </a:lnTo>
                <a:lnTo>
                  <a:pt x="1219" y="13627"/>
                </a:lnTo>
                <a:lnTo>
                  <a:pt x="1315" y="13888"/>
                </a:lnTo>
                <a:lnTo>
                  <a:pt x="1315" y="14091"/>
                </a:lnTo>
                <a:lnTo>
                  <a:pt x="1315" y="14294"/>
                </a:lnTo>
                <a:lnTo>
                  <a:pt x="1315" y="14555"/>
                </a:lnTo>
                <a:lnTo>
                  <a:pt x="1379" y="14758"/>
                </a:lnTo>
                <a:lnTo>
                  <a:pt x="1379" y="14961"/>
                </a:lnTo>
                <a:lnTo>
                  <a:pt x="1379" y="15222"/>
                </a:lnTo>
                <a:lnTo>
                  <a:pt x="1379" y="15425"/>
                </a:lnTo>
                <a:lnTo>
                  <a:pt x="1379" y="15628"/>
                </a:lnTo>
                <a:lnTo>
                  <a:pt x="1443" y="15889"/>
                </a:lnTo>
                <a:lnTo>
                  <a:pt x="1443" y="16092"/>
                </a:lnTo>
                <a:lnTo>
                  <a:pt x="1443" y="16353"/>
                </a:lnTo>
                <a:lnTo>
                  <a:pt x="1443" y="16556"/>
                </a:lnTo>
                <a:lnTo>
                  <a:pt x="1507" y="16759"/>
                </a:lnTo>
                <a:lnTo>
                  <a:pt x="1507" y="17020"/>
                </a:lnTo>
                <a:lnTo>
                  <a:pt x="1507" y="17223"/>
                </a:lnTo>
                <a:lnTo>
                  <a:pt x="1507" y="17484"/>
                </a:lnTo>
                <a:lnTo>
                  <a:pt x="1507" y="17687"/>
                </a:lnTo>
                <a:lnTo>
                  <a:pt x="1604" y="17948"/>
                </a:lnTo>
                <a:lnTo>
                  <a:pt x="1604" y="18209"/>
                </a:lnTo>
                <a:lnTo>
                  <a:pt x="1604" y="18412"/>
                </a:lnTo>
                <a:lnTo>
                  <a:pt x="1604" y="18673"/>
                </a:lnTo>
                <a:lnTo>
                  <a:pt x="1668" y="18876"/>
                </a:lnTo>
                <a:lnTo>
                  <a:pt x="1668" y="19166"/>
                </a:lnTo>
                <a:lnTo>
                  <a:pt x="1668" y="19427"/>
                </a:lnTo>
                <a:lnTo>
                  <a:pt x="1668" y="19629"/>
                </a:lnTo>
                <a:lnTo>
                  <a:pt x="1668" y="19890"/>
                </a:lnTo>
                <a:lnTo>
                  <a:pt x="1732" y="20151"/>
                </a:lnTo>
                <a:lnTo>
                  <a:pt x="1732" y="20354"/>
                </a:lnTo>
                <a:lnTo>
                  <a:pt x="1732" y="20615"/>
                </a:lnTo>
                <a:lnTo>
                  <a:pt x="1732" y="20876"/>
                </a:lnTo>
                <a:lnTo>
                  <a:pt x="1732" y="21137"/>
                </a:lnTo>
                <a:lnTo>
                  <a:pt x="1796" y="21340"/>
                </a:lnTo>
                <a:lnTo>
                  <a:pt x="1796" y="21601"/>
                </a:lnTo>
                <a:lnTo>
                  <a:pt x="1796" y="21891"/>
                </a:lnTo>
                <a:lnTo>
                  <a:pt x="1796" y="22152"/>
                </a:lnTo>
                <a:lnTo>
                  <a:pt x="1892" y="22413"/>
                </a:lnTo>
                <a:lnTo>
                  <a:pt x="1892" y="22674"/>
                </a:lnTo>
                <a:lnTo>
                  <a:pt x="1892" y="22877"/>
                </a:lnTo>
                <a:lnTo>
                  <a:pt x="1892" y="23138"/>
                </a:lnTo>
                <a:lnTo>
                  <a:pt x="1892" y="23399"/>
                </a:lnTo>
                <a:lnTo>
                  <a:pt x="1956" y="23660"/>
                </a:lnTo>
                <a:lnTo>
                  <a:pt x="1956" y="23950"/>
                </a:lnTo>
                <a:lnTo>
                  <a:pt x="1956" y="24211"/>
                </a:lnTo>
                <a:lnTo>
                  <a:pt x="1956" y="24472"/>
                </a:lnTo>
                <a:lnTo>
                  <a:pt x="2021" y="24733"/>
                </a:lnTo>
                <a:lnTo>
                  <a:pt x="2021" y="24994"/>
                </a:lnTo>
                <a:lnTo>
                  <a:pt x="2021" y="25255"/>
                </a:lnTo>
                <a:lnTo>
                  <a:pt x="2021" y="25545"/>
                </a:lnTo>
                <a:lnTo>
                  <a:pt x="2021" y="25806"/>
                </a:lnTo>
                <a:lnTo>
                  <a:pt x="2117" y="26067"/>
                </a:lnTo>
                <a:lnTo>
                  <a:pt x="2117" y="26327"/>
                </a:lnTo>
                <a:lnTo>
                  <a:pt x="2117" y="26588"/>
                </a:lnTo>
                <a:lnTo>
                  <a:pt x="2117" y="26936"/>
                </a:lnTo>
                <a:lnTo>
                  <a:pt x="2181" y="27197"/>
                </a:lnTo>
                <a:lnTo>
                  <a:pt x="2181" y="27458"/>
                </a:lnTo>
                <a:lnTo>
                  <a:pt x="2181" y="27719"/>
                </a:lnTo>
                <a:lnTo>
                  <a:pt x="2181" y="28009"/>
                </a:lnTo>
                <a:lnTo>
                  <a:pt x="2181" y="28270"/>
                </a:lnTo>
                <a:lnTo>
                  <a:pt x="2245" y="28589"/>
                </a:lnTo>
                <a:lnTo>
                  <a:pt x="2245" y="28850"/>
                </a:lnTo>
                <a:lnTo>
                  <a:pt x="2245" y="29140"/>
                </a:lnTo>
                <a:lnTo>
                  <a:pt x="2245" y="29401"/>
                </a:lnTo>
                <a:lnTo>
                  <a:pt x="2309" y="29720"/>
                </a:lnTo>
                <a:lnTo>
                  <a:pt x="2309" y="29981"/>
                </a:lnTo>
                <a:lnTo>
                  <a:pt x="2309" y="30242"/>
                </a:lnTo>
                <a:lnTo>
                  <a:pt x="2309" y="30590"/>
                </a:lnTo>
                <a:lnTo>
                  <a:pt x="2309" y="30851"/>
                </a:lnTo>
                <a:lnTo>
                  <a:pt x="2406" y="31112"/>
                </a:lnTo>
                <a:lnTo>
                  <a:pt x="2406" y="31460"/>
                </a:lnTo>
                <a:lnTo>
                  <a:pt x="2406" y="31721"/>
                </a:lnTo>
                <a:lnTo>
                  <a:pt x="2406" y="31982"/>
                </a:lnTo>
                <a:lnTo>
                  <a:pt x="2470" y="32330"/>
                </a:lnTo>
                <a:lnTo>
                  <a:pt x="2470" y="32591"/>
                </a:lnTo>
                <a:lnTo>
                  <a:pt x="2470" y="32909"/>
                </a:lnTo>
                <a:lnTo>
                  <a:pt x="2470" y="33170"/>
                </a:lnTo>
                <a:lnTo>
                  <a:pt x="2470" y="33518"/>
                </a:lnTo>
                <a:lnTo>
                  <a:pt x="2534" y="33779"/>
                </a:lnTo>
                <a:lnTo>
                  <a:pt x="2534" y="34127"/>
                </a:lnTo>
                <a:lnTo>
                  <a:pt x="2534" y="34388"/>
                </a:lnTo>
                <a:lnTo>
                  <a:pt x="2534" y="34707"/>
                </a:lnTo>
                <a:lnTo>
                  <a:pt x="2534" y="34968"/>
                </a:lnTo>
                <a:lnTo>
                  <a:pt x="2630" y="35316"/>
                </a:lnTo>
                <a:lnTo>
                  <a:pt x="2630" y="35635"/>
                </a:lnTo>
                <a:lnTo>
                  <a:pt x="2630" y="35896"/>
                </a:lnTo>
                <a:lnTo>
                  <a:pt x="2630" y="36244"/>
                </a:lnTo>
                <a:lnTo>
                  <a:pt x="2694" y="36563"/>
                </a:lnTo>
                <a:lnTo>
                  <a:pt x="2694" y="36853"/>
                </a:lnTo>
                <a:lnTo>
                  <a:pt x="2694" y="37172"/>
                </a:lnTo>
                <a:lnTo>
                  <a:pt x="2694" y="37491"/>
                </a:lnTo>
                <a:lnTo>
                  <a:pt x="2694" y="37781"/>
                </a:lnTo>
                <a:lnTo>
                  <a:pt x="2758" y="38100"/>
                </a:lnTo>
                <a:lnTo>
                  <a:pt x="2758" y="38448"/>
                </a:lnTo>
                <a:lnTo>
                  <a:pt x="2758" y="38767"/>
                </a:lnTo>
                <a:lnTo>
                  <a:pt x="2758" y="39028"/>
                </a:lnTo>
                <a:lnTo>
                  <a:pt x="2823" y="39375"/>
                </a:lnTo>
                <a:lnTo>
                  <a:pt x="2823" y="39694"/>
                </a:lnTo>
                <a:lnTo>
                  <a:pt x="2823" y="40042"/>
                </a:lnTo>
                <a:lnTo>
                  <a:pt x="2823" y="40361"/>
                </a:lnTo>
                <a:lnTo>
                  <a:pt x="2823" y="40622"/>
                </a:lnTo>
                <a:lnTo>
                  <a:pt x="2919" y="40970"/>
                </a:lnTo>
                <a:lnTo>
                  <a:pt x="2919" y="41289"/>
                </a:lnTo>
                <a:lnTo>
                  <a:pt x="2919" y="41637"/>
                </a:lnTo>
                <a:lnTo>
                  <a:pt x="2919" y="41956"/>
                </a:lnTo>
                <a:lnTo>
                  <a:pt x="2983" y="42304"/>
                </a:lnTo>
                <a:lnTo>
                  <a:pt x="2983" y="42623"/>
                </a:lnTo>
                <a:lnTo>
                  <a:pt x="2983" y="42971"/>
                </a:lnTo>
                <a:lnTo>
                  <a:pt x="2983" y="43290"/>
                </a:lnTo>
                <a:lnTo>
                  <a:pt x="2983" y="43609"/>
                </a:lnTo>
                <a:lnTo>
                  <a:pt x="3047" y="43957"/>
                </a:lnTo>
                <a:lnTo>
                  <a:pt x="3047" y="44276"/>
                </a:lnTo>
                <a:lnTo>
                  <a:pt x="3047" y="44624"/>
                </a:lnTo>
                <a:lnTo>
                  <a:pt x="3047" y="44943"/>
                </a:lnTo>
                <a:lnTo>
                  <a:pt x="3111" y="45291"/>
                </a:lnTo>
                <a:lnTo>
                  <a:pt x="3111" y="45610"/>
                </a:lnTo>
                <a:lnTo>
                  <a:pt x="3111" y="45957"/>
                </a:lnTo>
                <a:lnTo>
                  <a:pt x="3111" y="46276"/>
                </a:lnTo>
                <a:lnTo>
                  <a:pt x="3111" y="46624"/>
                </a:lnTo>
                <a:lnTo>
                  <a:pt x="3208" y="4700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291215" y="3016387"/>
            <a:ext cx="3143" cy="87189"/>
          </a:xfrm>
          <a:custGeom>
            <a:avLst/>
            <a:gdLst/>
            <a:ahLst/>
            <a:cxnLst/>
            <a:rect l="l" t="t" r="r" b="b"/>
            <a:pathLst>
              <a:path w="3143" h="87189">
                <a:moveTo>
                  <a:pt x="0" y="0"/>
                </a:moveTo>
                <a:lnTo>
                  <a:pt x="0" y="347"/>
                </a:lnTo>
                <a:lnTo>
                  <a:pt x="0" y="666"/>
                </a:lnTo>
                <a:lnTo>
                  <a:pt x="0" y="1014"/>
                </a:lnTo>
                <a:lnTo>
                  <a:pt x="64" y="1333"/>
                </a:lnTo>
                <a:lnTo>
                  <a:pt x="64" y="1739"/>
                </a:lnTo>
                <a:lnTo>
                  <a:pt x="64" y="2087"/>
                </a:lnTo>
                <a:lnTo>
                  <a:pt x="64" y="2406"/>
                </a:lnTo>
                <a:lnTo>
                  <a:pt x="64" y="2725"/>
                </a:lnTo>
                <a:lnTo>
                  <a:pt x="128" y="3131"/>
                </a:lnTo>
                <a:lnTo>
                  <a:pt x="128" y="3479"/>
                </a:lnTo>
                <a:lnTo>
                  <a:pt x="128" y="3798"/>
                </a:lnTo>
                <a:lnTo>
                  <a:pt x="128" y="4204"/>
                </a:lnTo>
                <a:lnTo>
                  <a:pt x="128" y="4523"/>
                </a:lnTo>
                <a:lnTo>
                  <a:pt x="224" y="4871"/>
                </a:lnTo>
                <a:lnTo>
                  <a:pt x="224" y="5277"/>
                </a:lnTo>
                <a:lnTo>
                  <a:pt x="224" y="5596"/>
                </a:lnTo>
                <a:lnTo>
                  <a:pt x="224" y="5944"/>
                </a:lnTo>
                <a:lnTo>
                  <a:pt x="288" y="6321"/>
                </a:lnTo>
                <a:lnTo>
                  <a:pt x="288" y="6668"/>
                </a:lnTo>
                <a:lnTo>
                  <a:pt x="288" y="7074"/>
                </a:lnTo>
                <a:lnTo>
                  <a:pt x="288" y="7393"/>
                </a:lnTo>
                <a:lnTo>
                  <a:pt x="288" y="7799"/>
                </a:lnTo>
                <a:lnTo>
                  <a:pt x="352" y="8118"/>
                </a:lnTo>
                <a:lnTo>
                  <a:pt x="352" y="8524"/>
                </a:lnTo>
                <a:lnTo>
                  <a:pt x="352" y="8843"/>
                </a:lnTo>
                <a:lnTo>
                  <a:pt x="352" y="9249"/>
                </a:lnTo>
                <a:lnTo>
                  <a:pt x="417" y="9597"/>
                </a:lnTo>
                <a:lnTo>
                  <a:pt x="417" y="9974"/>
                </a:lnTo>
                <a:lnTo>
                  <a:pt x="417" y="10322"/>
                </a:lnTo>
                <a:lnTo>
                  <a:pt x="417" y="10728"/>
                </a:lnTo>
                <a:lnTo>
                  <a:pt x="417" y="11105"/>
                </a:lnTo>
                <a:lnTo>
                  <a:pt x="513" y="11453"/>
                </a:lnTo>
                <a:lnTo>
                  <a:pt x="513" y="11859"/>
                </a:lnTo>
                <a:lnTo>
                  <a:pt x="513" y="12236"/>
                </a:lnTo>
                <a:lnTo>
                  <a:pt x="513" y="12584"/>
                </a:lnTo>
                <a:lnTo>
                  <a:pt x="577" y="12990"/>
                </a:lnTo>
                <a:lnTo>
                  <a:pt x="577" y="13366"/>
                </a:lnTo>
                <a:lnTo>
                  <a:pt x="577" y="13714"/>
                </a:lnTo>
                <a:lnTo>
                  <a:pt x="577" y="14120"/>
                </a:lnTo>
                <a:lnTo>
                  <a:pt x="577" y="14497"/>
                </a:lnTo>
                <a:lnTo>
                  <a:pt x="641" y="14903"/>
                </a:lnTo>
                <a:lnTo>
                  <a:pt x="641" y="15251"/>
                </a:lnTo>
                <a:lnTo>
                  <a:pt x="641" y="15628"/>
                </a:lnTo>
                <a:lnTo>
                  <a:pt x="641" y="16034"/>
                </a:lnTo>
                <a:lnTo>
                  <a:pt x="737" y="16440"/>
                </a:lnTo>
                <a:lnTo>
                  <a:pt x="737" y="16846"/>
                </a:lnTo>
                <a:lnTo>
                  <a:pt x="737" y="17223"/>
                </a:lnTo>
                <a:lnTo>
                  <a:pt x="737" y="17571"/>
                </a:lnTo>
                <a:lnTo>
                  <a:pt x="737" y="17977"/>
                </a:lnTo>
                <a:lnTo>
                  <a:pt x="802" y="18354"/>
                </a:lnTo>
                <a:lnTo>
                  <a:pt x="802" y="18760"/>
                </a:lnTo>
                <a:lnTo>
                  <a:pt x="802" y="19166"/>
                </a:lnTo>
                <a:lnTo>
                  <a:pt x="802" y="19571"/>
                </a:lnTo>
                <a:lnTo>
                  <a:pt x="866" y="19948"/>
                </a:lnTo>
                <a:lnTo>
                  <a:pt x="866" y="20354"/>
                </a:lnTo>
                <a:lnTo>
                  <a:pt x="866" y="20760"/>
                </a:lnTo>
                <a:lnTo>
                  <a:pt x="866" y="21166"/>
                </a:lnTo>
                <a:lnTo>
                  <a:pt x="866" y="21543"/>
                </a:lnTo>
                <a:lnTo>
                  <a:pt x="930" y="21949"/>
                </a:lnTo>
                <a:lnTo>
                  <a:pt x="930" y="22355"/>
                </a:lnTo>
                <a:lnTo>
                  <a:pt x="930" y="22761"/>
                </a:lnTo>
                <a:lnTo>
                  <a:pt x="930" y="23138"/>
                </a:lnTo>
                <a:lnTo>
                  <a:pt x="930" y="23544"/>
                </a:lnTo>
                <a:lnTo>
                  <a:pt x="1026" y="23950"/>
                </a:lnTo>
                <a:lnTo>
                  <a:pt x="1026" y="24414"/>
                </a:lnTo>
                <a:lnTo>
                  <a:pt x="1026" y="24820"/>
                </a:lnTo>
                <a:lnTo>
                  <a:pt x="1026" y="25226"/>
                </a:lnTo>
                <a:lnTo>
                  <a:pt x="1090" y="25603"/>
                </a:lnTo>
                <a:lnTo>
                  <a:pt x="1090" y="26009"/>
                </a:lnTo>
                <a:lnTo>
                  <a:pt x="1090" y="26414"/>
                </a:lnTo>
                <a:lnTo>
                  <a:pt x="1090" y="26878"/>
                </a:lnTo>
                <a:lnTo>
                  <a:pt x="1090" y="27284"/>
                </a:lnTo>
                <a:lnTo>
                  <a:pt x="1154" y="27661"/>
                </a:lnTo>
                <a:lnTo>
                  <a:pt x="1154" y="28067"/>
                </a:lnTo>
                <a:lnTo>
                  <a:pt x="1154" y="28473"/>
                </a:lnTo>
                <a:lnTo>
                  <a:pt x="1154" y="28937"/>
                </a:lnTo>
                <a:lnTo>
                  <a:pt x="1219" y="29343"/>
                </a:lnTo>
                <a:lnTo>
                  <a:pt x="1219" y="29749"/>
                </a:lnTo>
                <a:lnTo>
                  <a:pt x="1219" y="30213"/>
                </a:lnTo>
                <a:lnTo>
                  <a:pt x="1219" y="30590"/>
                </a:lnTo>
                <a:lnTo>
                  <a:pt x="1219" y="30996"/>
                </a:lnTo>
                <a:lnTo>
                  <a:pt x="1315" y="31460"/>
                </a:lnTo>
                <a:lnTo>
                  <a:pt x="1315" y="31866"/>
                </a:lnTo>
                <a:lnTo>
                  <a:pt x="1315" y="32330"/>
                </a:lnTo>
                <a:lnTo>
                  <a:pt x="1315" y="32735"/>
                </a:lnTo>
                <a:lnTo>
                  <a:pt x="1379" y="33112"/>
                </a:lnTo>
                <a:lnTo>
                  <a:pt x="1379" y="33605"/>
                </a:lnTo>
                <a:lnTo>
                  <a:pt x="1379" y="33982"/>
                </a:lnTo>
                <a:lnTo>
                  <a:pt x="1379" y="34446"/>
                </a:lnTo>
                <a:lnTo>
                  <a:pt x="1379" y="34852"/>
                </a:lnTo>
                <a:lnTo>
                  <a:pt x="1443" y="35316"/>
                </a:lnTo>
                <a:lnTo>
                  <a:pt x="1443" y="35722"/>
                </a:lnTo>
                <a:lnTo>
                  <a:pt x="1443" y="36186"/>
                </a:lnTo>
                <a:lnTo>
                  <a:pt x="1443" y="36592"/>
                </a:lnTo>
                <a:lnTo>
                  <a:pt x="1539" y="37056"/>
                </a:lnTo>
                <a:lnTo>
                  <a:pt x="1539" y="37462"/>
                </a:lnTo>
                <a:lnTo>
                  <a:pt x="1539" y="37926"/>
                </a:lnTo>
                <a:lnTo>
                  <a:pt x="1539" y="38303"/>
                </a:lnTo>
                <a:lnTo>
                  <a:pt x="1539" y="38767"/>
                </a:lnTo>
                <a:lnTo>
                  <a:pt x="1604" y="39230"/>
                </a:lnTo>
                <a:lnTo>
                  <a:pt x="1604" y="39636"/>
                </a:lnTo>
                <a:lnTo>
                  <a:pt x="1604" y="40100"/>
                </a:lnTo>
                <a:lnTo>
                  <a:pt x="1604" y="40564"/>
                </a:lnTo>
                <a:lnTo>
                  <a:pt x="1668" y="40970"/>
                </a:lnTo>
                <a:lnTo>
                  <a:pt x="1668" y="41434"/>
                </a:lnTo>
                <a:lnTo>
                  <a:pt x="1668" y="41898"/>
                </a:lnTo>
                <a:lnTo>
                  <a:pt x="1668" y="42304"/>
                </a:lnTo>
                <a:lnTo>
                  <a:pt x="1668" y="42768"/>
                </a:lnTo>
                <a:lnTo>
                  <a:pt x="1732" y="43232"/>
                </a:lnTo>
                <a:lnTo>
                  <a:pt x="1732" y="43696"/>
                </a:lnTo>
                <a:lnTo>
                  <a:pt x="1732" y="44102"/>
                </a:lnTo>
                <a:lnTo>
                  <a:pt x="1732" y="44566"/>
                </a:lnTo>
                <a:lnTo>
                  <a:pt x="1732" y="45030"/>
                </a:lnTo>
                <a:lnTo>
                  <a:pt x="1828" y="45494"/>
                </a:lnTo>
                <a:lnTo>
                  <a:pt x="1828" y="45957"/>
                </a:lnTo>
                <a:lnTo>
                  <a:pt x="1828" y="46363"/>
                </a:lnTo>
                <a:lnTo>
                  <a:pt x="1828" y="46827"/>
                </a:lnTo>
                <a:lnTo>
                  <a:pt x="1892" y="47291"/>
                </a:lnTo>
                <a:lnTo>
                  <a:pt x="1892" y="47755"/>
                </a:lnTo>
                <a:lnTo>
                  <a:pt x="1892" y="48219"/>
                </a:lnTo>
                <a:lnTo>
                  <a:pt x="1892" y="48683"/>
                </a:lnTo>
                <a:lnTo>
                  <a:pt x="1892" y="49147"/>
                </a:lnTo>
                <a:lnTo>
                  <a:pt x="1956" y="49611"/>
                </a:lnTo>
                <a:lnTo>
                  <a:pt x="1956" y="50075"/>
                </a:lnTo>
                <a:lnTo>
                  <a:pt x="1956" y="50539"/>
                </a:lnTo>
                <a:lnTo>
                  <a:pt x="1956" y="51003"/>
                </a:lnTo>
                <a:lnTo>
                  <a:pt x="2021" y="51467"/>
                </a:lnTo>
                <a:lnTo>
                  <a:pt x="2021" y="51960"/>
                </a:lnTo>
                <a:lnTo>
                  <a:pt x="2021" y="52423"/>
                </a:lnTo>
                <a:lnTo>
                  <a:pt x="2021" y="52887"/>
                </a:lnTo>
                <a:lnTo>
                  <a:pt x="2021" y="53351"/>
                </a:lnTo>
                <a:lnTo>
                  <a:pt x="2117" y="53815"/>
                </a:lnTo>
                <a:lnTo>
                  <a:pt x="2117" y="54279"/>
                </a:lnTo>
                <a:lnTo>
                  <a:pt x="2117" y="54743"/>
                </a:lnTo>
                <a:lnTo>
                  <a:pt x="2117" y="55207"/>
                </a:lnTo>
                <a:lnTo>
                  <a:pt x="2181" y="55671"/>
                </a:lnTo>
                <a:lnTo>
                  <a:pt x="2181" y="56135"/>
                </a:lnTo>
                <a:lnTo>
                  <a:pt x="2181" y="56599"/>
                </a:lnTo>
                <a:lnTo>
                  <a:pt x="2181" y="57063"/>
                </a:lnTo>
                <a:lnTo>
                  <a:pt x="2181" y="57585"/>
                </a:lnTo>
                <a:lnTo>
                  <a:pt x="2245" y="58049"/>
                </a:lnTo>
                <a:lnTo>
                  <a:pt x="2245" y="58542"/>
                </a:lnTo>
                <a:lnTo>
                  <a:pt x="2245" y="59005"/>
                </a:lnTo>
                <a:lnTo>
                  <a:pt x="2245" y="59469"/>
                </a:lnTo>
                <a:lnTo>
                  <a:pt x="2341" y="59991"/>
                </a:lnTo>
                <a:lnTo>
                  <a:pt x="2341" y="60455"/>
                </a:lnTo>
                <a:lnTo>
                  <a:pt x="2341" y="60919"/>
                </a:lnTo>
                <a:lnTo>
                  <a:pt x="2341" y="61383"/>
                </a:lnTo>
                <a:lnTo>
                  <a:pt x="2341" y="61934"/>
                </a:lnTo>
                <a:lnTo>
                  <a:pt x="2406" y="62398"/>
                </a:lnTo>
                <a:lnTo>
                  <a:pt x="2406" y="62862"/>
                </a:lnTo>
                <a:lnTo>
                  <a:pt x="2406" y="63384"/>
                </a:lnTo>
                <a:lnTo>
                  <a:pt x="2406" y="63848"/>
                </a:lnTo>
                <a:lnTo>
                  <a:pt x="2470" y="64312"/>
                </a:lnTo>
                <a:lnTo>
                  <a:pt x="2470" y="64834"/>
                </a:lnTo>
                <a:lnTo>
                  <a:pt x="2470" y="65297"/>
                </a:lnTo>
                <a:lnTo>
                  <a:pt x="2470" y="65790"/>
                </a:lnTo>
                <a:lnTo>
                  <a:pt x="2470" y="66312"/>
                </a:lnTo>
                <a:lnTo>
                  <a:pt x="2534" y="66776"/>
                </a:lnTo>
                <a:lnTo>
                  <a:pt x="2534" y="67298"/>
                </a:lnTo>
                <a:lnTo>
                  <a:pt x="2534" y="67762"/>
                </a:lnTo>
                <a:lnTo>
                  <a:pt x="2534" y="68226"/>
                </a:lnTo>
                <a:lnTo>
                  <a:pt x="2534" y="68777"/>
                </a:lnTo>
                <a:lnTo>
                  <a:pt x="2630" y="69241"/>
                </a:lnTo>
                <a:lnTo>
                  <a:pt x="2630" y="69763"/>
                </a:lnTo>
                <a:lnTo>
                  <a:pt x="2630" y="70227"/>
                </a:lnTo>
                <a:lnTo>
                  <a:pt x="2630" y="70778"/>
                </a:lnTo>
                <a:lnTo>
                  <a:pt x="2694" y="71242"/>
                </a:lnTo>
                <a:lnTo>
                  <a:pt x="2694" y="71763"/>
                </a:lnTo>
                <a:lnTo>
                  <a:pt x="2694" y="72227"/>
                </a:lnTo>
                <a:lnTo>
                  <a:pt x="2694" y="72749"/>
                </a:lnTo>
                <a:lnTo>
                  <a:pt x="2694" y="73300"/>
                </a:lnTo>
                <a:lnTo>
                  <a:pt x="2758" y="73764"/>
                </a:lnTo>
                <a:lnTo>
                  <a:pt x="2758" y="74286"/>
                </a:lnTo>
                <a:lnTo>
                  <a:pt x="2758" y="74750"/>
                </a:lnTo>
                <a:lnTo>
                  <a:pt x="2758" y="75272"/>
                </a:lnTo>
                <a:lnTo>
                  <a:pt x="2855" y="75823"/>
                </a:lnTo>
                <a:lnTo>
                  <a:pt x="2855" y="76287"/>
                </a:lnTo>
                <a:lnTo>
                  <a:pt x="2855" y="76809"/>
                </a:lnTo>
                <a:lnTo>
                  <a:pt x="2855" y="77360"/>
                </a:lnTo>
                <a:lnTo>
                  <a:pt x="2855" y="77824"/>
                </a:lnTo>
                <a:lnTo>
                  <a:pt x="2919" y="78345"/>
                </a:lnTo>
                <a:lnTo>
                  <a:pt x="2919" y="78867"/>
                </a:lnTo>
                <a:lnTo>
                  <a:pt x="2919" y="79331"/>
                </a:lnTo>
                <a:lnTo>
                  <a:pt x="2919" y="79882"/>
                </a:lnTo>
                <a:lnTo>
                  <a:pt x="2983" y="80404"/>
                </a:lnTo>
                <a:lnTo>
                  <a:pt x="2983" y="80926"/>
                </a:lnTo>
                <a:lnTo>
                  <a:pt x="2983" y="81477"/>
                </a:lnTo>
                <a:lnTo>
                  <a:pt x="2983" y="81941"/>
                </a:lnTo>
                <a:lnTo>
                  <a:pt x="2983" y="82463"/>
                </a:lnTo>
                <a:lnTo>
                  <a:pt x="3047" y="82985"/>
                </a:lnTo>
                <a:lnTo>
                  <a:pt x="3047" y="83536"/>
                </a:lnTo>
                <a:lnTo>
                  <a:pt x="3047" y="84058"/>
                </a:lnTo>
                <a:lnTo>
                  <a:pt x="3047" y="84522"/>
                </a:lnTo>
                <a:lnTo>
                  <a:pt x="3143" y="85072"/>
                </a:lnTo>
                <a:lnTo>
                  <a:pt x="3143" y="85594"/>
                </a:lnTo>
                <a:lnTo>
                  <a:pt x="3143" y="86116"/>
                </a:lnTo>
                <a:lnTo>
                  <a:pt x="3143" y="86667"/>
                </a:lnTo>
                <a:lnTo>
                  <a:pt x="3143" y="8718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294359" y="3103576"/>
            <a:ext cx="3208" cy="119026"/>
          </a:xfrm>
          <a:custGeom>
            <a:avLst/>
            <a:gdLst/>
            <a:ahLst/>
            <a:cxnLst/>
            <a:rect l="l" t="t" r="r" b="b"/>
            <a:pathLst>
              <a:path w="3208" h="119026">
                <a:moveTo>
                  <a:pt x="0" y="0"/>
                </a:moveTo>
                <a:lnTo>
                  <a:pt x="64" y="521"/>
                </a:lnTo>
                <a:lnTo>
                  <a:pt x="64" y="1072"/>
                </a:lnTo>
                <a:lnTo>
                  <a:pt x="64" y="1594"/>
                </a:lnTo>
                <a:lnTo>
                  <a:pt x="64" y="2116"/>
                </a:lnTo>
                <a:lnTo>
                  <a:pt x="128" y="2667"/>
                </a:lnTo>
                <a:lnTo>
                  <a:pt x="128" y="3189"/>
                </a:lnTo>
                <a:lnTo>
                  <a:pt x="128" y="3711"/>
                </a:lnTo>
                <a:lnTo>
                  <a:pt x="128" y="4262"/>
                </a:lnTo>
                <a:lnTo>
                  <a:pt x="128" y="4784"/>
                </a:lnTo>
                <a:lnTo>
                  <a:pt x="192" y="5306"/>
                </a:lnTo>
                <a:lnTo>
                  <a:pt x="192" y="5857"/>
                </a:lnTo>
                <a:lnTo>
                  <a:pt x="192" y="6379"/>
                </a:lnTo>
                <a:lnTo>
                  <a:pt x="192" y="6900"/>
                </a:lnTo>
                <a:lnTo>
                  <a:pt x="192" y="7451"/>
                </a:lnTo>
                <a:lnTo>
                  <a:pt x="288" y="7973"/>
                </a:lnTo>
                <a:lnTo>
                  <a:pt x="288" y="8524"/>
                </a:lnTo>
                <a:lnTo>
                  <a:pt x="288" y="9046"/>
                </a:lnTo>
                <a:lnTo>
                  <a:pt x="288" y="9568"/>
                </a:lnTo>
                <a:lnTo>
                  <a:pt x="352" y="10119"/>
                </a:lnTo>
                <a:lnTo>
                  <a:pt x="352" y="10699"/>
                </a:lnTo>
                <a:lnTo>
                  <a:pt x="352" y="11250"/>
                </a:lnTo>
                <a:lnTo>
                  <a:pt x="352" y="11772"/>
                </a:lnTo>
                <a:lnTo>
                  <a:pt x="352" y="12294"/>
                </a:lnTo>
                <a:lnTo>
                  <a:pt x="417" y="12845"/>
                </a:lnTo>
                <a:lnTo>
                  <a:pt x="417" y="13424"/>
                </a:lnTo>
                <a:lnTo>
                  <a:pt x="417" y="13975"/>
                </a:lnTo>
                <a:lnTo>
                  <a:pt x="417" y="14497"/>
                </a:lnTo>
                <a:lnTo>
                  <a:pt x="513" y="15019"/>
                </a:lnTo>
                <a:lnTo>
                  <a:pt x="513" y="15570"/>
                </a:lnTo>
                <a:lnTo>
                  <a:pt x="513" y="16150"/>
                </a:lnTo>
                <a:lnTo>
                  <a:pt x="513" y="16701"/>
                </a:lnTo>
                <a:lnTo>
                  <a:pt x="513" y="17223"/>
                </a:lnTo>
                <a:lnTo>
                  <a:pt x="577" y="17832"/>
                </a:lnTo>
                <a:lnTo>
                  <a:pt x="577" y="18354"/>
                </a:lnTo>
                <a:lnTo>
                  <a:pt x="577" y="18876"/>
                </a:lnTo>
                <a:lnTo>
                  <a:pt x="577" y="19485"/>
                </a:lnTo>
                <a:lnTo>
                  <a:pt x="641" y="20006"/>
                </a:lnTo>
                <a:lnTo>
                  <a:pt x="641" y="20557"/>
                </a:lnTo>
                <a:lnTo>
                  <a:pt x="641" y="21137"/>
                </a:lnTo>
                <a:lnTo>
                  <a:pt x="641" y="21688"/>
                </a:lnTo>
                <a:lnTo>
                  <a:pt x="641" y="22210"/>
                </a:lnTo>
                <a:lnTo>
                  <a:pt x="705" y="22819"/>
                </a:lnTo>
                <a:lnTo>
                  <a:pt x="705" y="23341"/>
                </a:lnTo>
                <a:lnTo>
                  <a:pt x="705" y="23950"/>
                </a:lnTo>
                <a:lnTo>
                  <a:pt x="705" y="24472"/>
                </a:lnTo>
                <a:lnTo>
                  <a:pt x="802" y="25081"/>
                </a:lnTo>
                <a:lnTo>
                  <a:pt x="802" y="25603"/>
                </a:lnTo>
                <a:lnTo>
                  <a:pt x="802" y="26211"/>
                </a:lnTo>
                <a:lnTo>
                  <a:pt x="802" y="26733"/>
                </a:lnTo>
                <a:lnTo>
                  <a:pt x="802" y="27342"/>
                </a:lnTo>
                <a:lnTo>
                  <a:pt x="866" y="27864"/>
                </a:lnTo>
                <a:lnTo>
                  <a:pt x="866" y="28473"/>
                </a:lnTo>
                <a:lnTo>
                  <a:pt x="866" y="28995"/>
                </a:lnTo>
                <a:lnTo>
                  <a:pt x="866" y="29604"/>
                </a:lnTo>
                <a:lnTo>
                  <a:pt x="930" y="30126"/>
                </a:lnTo>
                <a:lnTo>
                  <a:pt x="930" y="30706"/>
                </a:lnTo>
                <a:lnTo>
                  <a:pt x="930" y="31257"/>
                </a:lnTo>
                <a:lnTo>
                  <a:pt x="930" y="31837"/>
                </a:lnTo>
                <a:lnTo>
                  <a:pt x="930" y="32388"/>
                </a:lnTo>
                <a:lnTo>
                  <a:pt x="1026" y="32967"/>
                </a:lnTo>
                <a:lnTo>
                  <a:pt x="1026" y="33576"/>
                </a:lnTo>
                <a:lnTo>
                  <a:pt x="1026" y="34098"/>
                </a:lnTo>
                <a:lnTo>
                  <a:pt x="1026" y="34707"/>
                </a:lnTo>
                <a:lnTo>
                  <a:pt x="1026" y="35316"/>
                </a:lnTo>
                <a:lnTo>
                  <a:pt x="1090" y="35838"/>
                </a:lnTo>
                <a:lnTo>
                  <a:pt x="1090" y="36447"/>
                </a:lnTo>
                <a:lnTo>
                  <a:pt x="1090" y="37027"/>
                </a:lnTo>
                <a:lnTo>
                  <a:pt x="1090" y="37578"/>
                </a:lnTo>
                <a:lnTo>
                  <a:pt x="1154" y="38158"/>
                </a:lnTo>
                <a:lnTo>
                  <a:pt x="1154" y="38767"/>
                </a:lnTo>
                <a:lnTo>
                  <a:pt x="1154" y="39288"/>
                </a:lnTo>
                <a:lnTo>
                  <a:pt x="1154" y="39897"/>
                </a:lnTo>
                <a:lnTo>
                  <a:pt x="1154" y="40506"/>
                </a:lnTo>
                <a:lnTo>
                  <a:pt x="1219" y="41086"/>
                </a:lnTo>
                <a:lnTo>
                  <a:pt x="1219" y="41637"/>
                </a:lnTo>
                <a:lnTo>
                  <a:pt x="1219" y="42217"/>
                </a:lnTo>
                <a:lnTo>
                  <a:pt x="1219" y="42826"/>
                </a:lnTo>
                <a:lnTo>
                  <a:pt x="1315" y="43435"/>
                </a:lnTo>
                <a:lnTo>
                  <a:pt x="1315" y="44015"/>
                </a:lnTo>
                <a:lnTo>
                  <a:pt x="1315" y="44566"/>
                </a:lnTo>
                <a:lnTo>
                  <a:pt x="1315" y="45146"/>
                </a:lnTo>
                <a:lnTo>
                  <a:pt x="1315" y="45754"/>
                </a:lnTo>
                <a:lnTo>
                  <a:pt x="1379" y="46334"/>
                </a:lnTo>
                <a:lnTo>
                  <a:pt x="1379" y="46943"/>
                </a:lnTo>
                <a:lnTo>
                  <a:pt x="1379" y="47552"/>
                </a:lnTo>
                <a:lnTo>
                  <a:pt x="1379" y="48132"/>
                </a:lnTo>
                <a:lnTo>
                  <a:pt x="1443" y="48741"/>
                </a:lnTo>
                <a:lnTo>
                  <a:pt x="1443" y="49263"/>
                </a:lnTo>
                <a:lnTo>
                  <a:pt x="1443" y="49872"/>
                </a:lnTo>
                <a:lnTo>
                  <a:pt x="1443" y="50481"/>
                </a:lnTo>
                <a:lnTo>
                  <a:pt x="1443" y="51061"/>
                </a:lnTo>
                <a:lnTo>
                  <a:pt x="1507" y="51670"/>
                </a:lnTo>
                <a:lnTo>
                  <a:pt x="1507" y="52278"/>
                </a:lnTo>
                <a:lnTo>
                  <a:pt x="1507" y="52858"/>
                </a:lnTo>
                <a:lnTo>
                  <a:pt x="1507" y="53467"/>
                </a:lnTo>
                <a:lnTo>
                  <a:pt x="1604" y="54047"/>
                </a:lnTo>
                <a:lnTo>
                  <a:pt x="1604" y="54656"/>
                </a:lnTo>
                <a:lnTo>
                  <a:pt x="1604" y="55265"/>
                </a:lnTo>
                <a:lnTo>
                  <a:pt x="1604" y="55845"/>
                </a:lnTo>
                <a:lnTo>
                  <a:pt x="1604" y="56454"/>
                </a:lnTo>
                <a:lnTo>
                  <a:pt x="1668" y="57063"/>
                </a:lnTo>
                <a:lnTo>
                  <a:pt x="1668" y="57643"/>
                </a:lnTo>
                <a:lnTo>
                  <a:pt x="1668" y="58252"/>
                </a:lnTo>
                <a:lnTo>
                  <a:pt x="1668" y="58860"/>
                </a:lnTo>
                <a:lnTo>
                  <a:pt x="1732" y="59440"/>
                </a:lnTo>
                <a:lnTo>
                  <a:pt x="1732" y="60049"/>
                </a:lnTo>
                <a:lnTo>
                  <a:pt x="1732" y="60716"/>
                </a:lnTo>
                <a:lnTo>
                  <a:pt x="1732" y="61296"/>
                </a:lnTo>
                <a:lnTo>
                  <a:pt x="1732" y="61905"/>
                </a:lnTo>
                <a:lnTo>
                  <a:pt x="1828" y="62514"/>
                </a:lnTo>
                <a:lnTo>
                  <a:pt x="1828" y="63094"/>
                </a:lnTo>
                <a:lnTo>
                  <a:pt x="1828" y="63703"/>
                </a:lnTo>
                <a:lnTo>
                  <a:pt x="1828" y="64312"/>
                </a:lnTo>
                <a:lnTo>
                  <a:pt x="1828" y="64979"/>
                </a:lnTo>
                <a:lnTo>
                  <a:pt x="1892" y="65558"/>
                </a:lnTo>
                <a:lnTo>
                  <a:pt x="1892" y="66167"/>
                </a:lnTo>
                <a:lnTo>
                  <a:pt x="1892" y="66747"/>
                </a:lnTo>
                <a:lnTo>
                  <a:pt x="1892" y="67356"/>
                </a:lnTo>
                <a:lnTo>
                  <a:pt x="1956" y="68023"/>
                </a:lnTo>
                <a:lnTo>
                  <a:pt x="1956" y="68632"/>
                </a:lnTo>
                <a:lnTo>
                  <a:pt x="1956" y="69212"/>
                </a:lnTo>
                <a:lnTo>
                  <a:pt x="1956" y="69821"/>
                </a:lnTo>
                <a:lnTo>
                  <a:pt x="1956" y="70488"/>
                </a:lnTo>
                <a:lnTo>
                  <a:pt x="2021" y="71097"/>
                </a:lnTo>
                <a:lnTo>
                  <a:pt x="2021" y="71677"/>
                </a:lnTo>
                <a:lnTo>
                  <a:pt x="2021" y="72285"/>
                </a:lnTo>
                <a:lnTo>
                  <a:pt x="2021" y="72952"/>
                </a:lnTo>
                <a:lnTo>
                  <a:pt x="2117" y="73532"/>
                </a:lnTo>
                <a:lnTo>
                  <a:pt x="2117" y="74141"/>
                </a:lnTo>
                <a:lnTo>
                  <a:pt x="2117" y="74808"/>
                </a:lnTo>
                <a:lnTo>
                  <a:pt x="2117" y="75417"/>
                </a:lnTo>
                <a:lnTo>
                  <a:pt x="2117" y="75997"/>
                </a:lnTo>
                <a:lnTo>
                  <a:pt x="2181" y="76664"/>
                </a:lnTo>
                <a:lnTo>
                  <a:pt x="2181" y="77273"/>
                </a:lnTo>
                <a:lnTo>
                  <a:pt x="2181" y="77853"/>
                </a:lnTo>
                <a:lnTo>
                  <a:pt x="2181" y="78519"/>
                </a:lnTo>
                <a:lnTo>
                  <a:pt x="2245" y="79128"/>
                </a:lnTo>
                <a:lnTo>
                  <a:pt x="2245" y="79795"/>
                </a:lnTo>
                <a:lnTo>
                  <a:pt x="2245" y="80404"/>
                </a:lnTo>
                <a:lnTo>
                  <a:pt x="2245" y="80984"/>
                </a:lnTo>
                <a:lnTo>
                  <a:pt x="2245" y="81651"/>
                </a:lnTo>
                <a:lnTo>
                  <a:pt x="2309" y="82260"/>
                </a:lnTo>
                <a:lnTo>
                  <a:pt x="2309" y="82927"/>
                </a:lnTo>
                <a:lnTo>
                  <a:pt x="2309" y="83507"/>
                </a:lnTo>
                <a:lnTo>
                  <a:pt x="2309" y="84174"/>
                </a:lnTo>
                <a:lnTo>
                  <a:pt x="2406" y="84782"/>
                </a:lnTo>
                <a:lnTo>
                  <a:pt x="2406" y="85449"/>
                </a:lnTo>
                <a:lnTo>
                  <a:pt x="2406" y="86058"/>
                </a:lnTo>
                <a:lnTo>
                  <a:pt x="2406" y="86696"/>
                </a:lnTo>
                <a:lnTo>
                  <a:pt x="2406" y="87305"/>
                </a:lnTo>
                <a:lnTo>
                  <a:pt x="2470" y="87972"/>
                </a:lnTo>
                <a:lnTo>
                  <a:pt x="2470" y="88581"/>
                </a:lnTo>
                <a:lnTo>
                  <a:pt x="2470" y="89248"/>
                </a:lnTo>
                <a:lnTo>
                  <a:pt x="2470" y="89828"/>
                </a:lnTo>
                <a:lnTo>
                  <a:pt x="2534" y="90495"/>
                </a:lnTo>
                <a:lnTo>
                  <a:pt x="2534" y="91104"/>
                </a:lnTo>
                <a:lnTo>
                  <a:pt x="2534" y="91770"/>
                </a:lnTo>
                <a:lnTo>
                  <a:pt x="2534" y="92350"/>
                </a:lnTo>
                <a:lnTo>
                  <a:pt x="2534" y="93017"/>
                </a:lnTo>
                <a:lnTo>
                  <a:pt x="2630" y="93684"/>
                </a:lnTo>
                <a:lnTo>
                  <a:pt x="2630" y="94293"/>
                </a:lnTo>
                <a:lnTo>
                  <a:pt x="2630" y="94960"/>
                </a:lnTo>
                <a:lnTo>
                  <a:pt x="2630" y="95540"/>
                </a:lnTo>
                <a:lnTo>
                  <a:pt x="2630" y="96207"/>
                </a:lnTo>
                <a:lnTo>
                  <a:pt x="2694" y="96874"/>
                </a:lnTo>
                <a:lnTo>
                  <a:pt x="2694" y="97483"/>
                </a:lnTo>
                <a:lnTo>
                  <a:pt x="2694" y="98149"/>
                </a:lnTo>
                <a:lnTo>
                  <a:pt x="2694" y="98816"/>
                </a:lnTo>
                <a:lnTo>
                  <a:pt x="2758" y="99425"/>
                </a:lnTo>
                <a:lnTo>
                  <a:pt x="2758" y="100063"/>
                </a:lnTo>
                <a:lnTo>
                  <a:pt x="2758" y="100730"/>
                </a:lnTo>
                <a:lnTo>
                  <a:pt x="2758" y="101339"/>
                </a:lnTo>
                <a:lnTo>
                  <a:pt x="2758" y="102006"/>
                </a:lnTo>
                <a:lnTo>
                  <a:pt x="2823" y="102673"/>
                </a:lnTo>
                <a:lnTo>
                  <a:pt x="2823" y="103340"/>
                </a:lnTo>
                <a:lnTo>
                  <a:pt x="2823" y="103920"/>
                </a:lnTo>
                <a:lnTo>
                  <a:pt x="2823" y="104586"/>
                </a:lnTo>
                <a:lnTo>
                  <a:pt x="2919" y="105253"/>
                </a:lnTo>
                <a:lnTo>
                  <a:pt x="2919" y="105920"/>
                </a:lnTo>
                <a:lnTo>
                  <a:pt x="2919" y="106529"/>
                </a:lnTo>
                <a:lnTo>
                  <a:pt x="2919" y="107196"/>
                </a:lnTo>
                <a:lnTo>
                  <a:pt x="2919" y="107863"/>
                </a:lnTo>
                <a:lnTo>
                  <a:pt x="2983" y="108530"/>
                </a:lnTo>
                <a:lnTo>
                  <a:pt x="2983" y="109197"/>
                </a:lnTo>
                <a:lnTo>
                  <a:pt x="2983" y="109777"/>
                </a:lnTo>
                <a:lnTo>
                  <a:pt x="2983" y="110444"/>
                </a:lnTo>
                <a:lnTo>
                  <a:pt x="3047" y="111110"/>
                </a:lnTo>
                <a:lnTo>
                  <a:pt x="3047" y="111777"/>
                </a:lnTo>
                <a:lnTo>
                  <a:pt x="3047" y="112444"/>
                </a:lnTo>
                <a:lnTo>
                  <a:pt x="3047" y="113111"/>
                </a:lnTo>
                <a:lnTo>
                  <a:pt x="3047" y="113720"/>
                </a:lnTo>
                <a:lnTo>
                  <a:pt x="3143" y="114387"/>
                </a:lnTo>
                <a:lnTo>
                  <a:pt x="3143" y="115025"/>
                </a:lnTo>
                <a:lnTo>
                  <a:pt x="3143" y="115692"/>
                </a:lnTo>
                <a:lnTo>
                  <a:pt x="3143" y="116359"/>
                </a:lnTo>
                <a:lnTo>
                  <a:pt x="3208" y="117026"/>
                </a:lnTo>
                <a:lnTo>
                  <a:pt x="3208" y="117692"/>
                </a:lnTo>
                <a:lnTo>
                  <a:pt x="3208" y="118359"/>
                </a:lnTo>
                <a:lnTo>
                  <a:pt x="3208" y="11902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297567" y="3222603"/>
            <a:ext cx="3208" cy="139700"/>
          </a:xfrm>
          <a:custGeom>
            <a:avLst/>
            <a:gdLst/>
            <a:ahLst/>
            <a:cxnLst/>
            <a:rect l="l" t="t" r="r" b="b"/>
            <a:pathLst>
              <a:path w="3208" h="139700">
                <a:moveTo>
                  <a:pt x="0" y="0"/>
                </a:moveTo>
                <a:lnTo>
                  <a:pt x="0" y="666"/>
                </a:lnTo>
                <a:lnTo>
                  <a:pt x="64" y="1275"/>
                </a:lnTo>
                <a:lnTo>
                  <a:pt x="64" y="1942"/>
                </a:lnTo>
                <a:lnTo>
                  <a:pt x="64" y="2580"/>
                </a:lnTo>
                <a:lnTo>
                  <a:pt x="64" y="3247"/>
                </a:lnTo>
                <a:lnTo>
                  <a:pt x="128" y="3914"/>
                </a:lnTo>
                <a:lnTo>
                  <a:pt x="128" y="4581"/>
                </a:lnTo>
                <a:lnTo>
                  <a:pt x="128" y="5248"/>
                </a:lnTo>
                <a:lnTo>
                  <a:pt x="128" y="5915"/>
                </a:lnTo>
                <a:lnTo>
                  <a:pt x="128" y="6581"/>
                </a:lnTo>
                <a:lnTo>
                  <a:pt x="224" y="7248"/>
                </a:lnTo>
                <a:lnTo>
                  <a:pt x="224" y="7915"/>
                </a:lnTo>
                <a:lnTo>
                  <a:pt x="224" y="8582"/>
                </a:lnTo>
                <a:lnTo>
                  <a:pt x="224" y="9249"/>
                </a:lnTo>
                <a:lnTo>
                  <a:pt x="224" y="9916"/>
                </a:lnTo>
                <a:lnTo>
                  <a:pt x="288" y="10583"/>
                </a:lnTo>
                <a:lnTo>
                  <a:pt x="288" y="11308"/>
                </a:lnTo>
                <a:lnTo>
                  <a:pt x="288" y="11975"/>
                </a:lnTo>
                <a:lnTo>
                  <a:pt x="288" y="12642"/>
                </a:lnTo>
                <a:lnTo>
                  <a:pt x="352" y="13308"/>
                </a:lnTo>
                <a:lnTo>
                  <a:pt x="352" y="13975"/>
                </a:lnTo>
                <a:lnTo>
                  <a:pt x="352" y="14642"/>
                </a:lnTo>
                <a:lnTo>
                  <a:pt x="352" y="15309"/>
                </a:lnTo>
                <a:lnTo>
                  <a:pt x="352" y="15947"/>
                </a:lnTo>
                <a:lnTo>
                  <a:pt x="417" y="16614"/>
                </a:lnTo>
                <a:lnTo>
                  <a:pt x="417" y="17281"/>
                </a:lnTo>
                <a:lnTo>
                  <a:pt x="417" y="17948"/>
                </a:lnTo>
                <a:lnTo>
                  <a:pt x="417" y="18673"/>
                </a:lnTo>
                <a:lnTo>
                  <a:pt x="513" y="19340"/>
                </a:lnTo>
                <a:lnTo>
                  <a:pt x="513" y="20006"/>
                </a:lnTo>
                <a:lnTo>
                  <a:pt x="513" y="20673"/>
                </a:lnTo>
                <a:lnTo>
                  <a:pt x="513" y="21340"/>
                </a:lnTo>
                <a:lnTo>
                  <a:pt x="513" y="22007"/>
                </a:lnTo>
                <a:lnTo>
                  <a:pt x="577" y="22732"/>
                </a:lnTo>
                <a:lnTo>
                  <a:pt x="577" y="23399"/>
                </a:lnTo>
                <a:lnTo>
                  <a:pt x="577" y="24066"/>
                </a:lnTo>
                <a:lnTo>
                  <a:pt x="577" y="24733"/>
                </a:lnTo>
                <a:lnTo>
                  <a:pt x="641" y="25400"/>
                </a:lnTo>
                <a:lnTo>
                  <a:pt x="641" y="26124"/>
                </a:lnTo>
                <a:lnTo>
                  <a:pt x="641" y="26791"/>
                </a:lnTo>
                <a:lnTo>
                  <a:pt x="641" y="27458"/>
                </a:lnTo>
                <a:lnTo>
                  <a:pt x="641" y="28125"/>
                </a:lnTo>
                <a:lnTo>
                  <a:pt x="737" y="28850"/>
                </a:lnTo>
                <a:lnTo>
                  <a:pt x="737" y="29517"/>
                </a:lnTo>
                <a:lnTo>
                  <a:pt x="737" y="30184"/>
                </a:lnTo>
                <a:lnTo>
                  <a:pt x="737" y="30851"/>
                </a:lnTo>
                <a:lnTo>
                  <a:pt x="802" y="31576"/>
                </a:lnTo>
                <a:lnTo>
                  <a:pt x="802" y="32243"/>
                </a:lnTo>
                <a:lnTo>
                  <a:pt x="802" y="32909"/>
                </a:lnTo>
                <a:lnTo>
                  <a:pt x="802" y="33576"/>
                </a:lnTo>
                <a:lnTo>
                  <a:pt x="802" y="34301"/>
                </a:lnTo>
                <a:lnTo>
                  <a:pt x="866" y="34968"/>
                </a:lnTo>
                <a:lnTo>
                  <a:pt x="866" y="35635"/>
                </a:lnTo>
                <a:lnTo>
                  <a:pt x="866" y="36360"/>
                </a:lnTo>
                <a:lnTo>
                  <a:pt x="866" y="37027"/>
                </a:lnTo>
                <a:lnTo>
                  <a:pt x="930" y="37694"/>
                </a:lnTo>
                <a:lnTo>
                  <a:pt x="930" y="38448"/>
                </a:lnTo>
                <a:lnTo>
                  <a:pt x="930" y="39114"/>
                </a:lnTo>
                <a:lnTo>
                  <a:pt x="930" y="39752"/>
                </a:lnTo>
                <a:lnTo>
                  <a:pt x="930" y="40506"/>
                </a:lnTo>
                <a:lnTo>
                  <a:pt x="1026" y="41173"/>
                </a:lnTo>
                <a:lnTo>
                  <a:pt x="1026" y="41840"/>
                </a:lnTo>
                <a:lnTo>
                  <a:pt x="1026" y="42565"/>
                </a:lnTo>
                <a:lnTo>
                  <a:pt x="1026" y="43232"/>
                </a:lnTo>
                <a:lnTo>
                  <a:pt x="1026" y="43957"/>
                </a:lnTo>
                <a:lnTo>
                  <a:pt x="1090" y="44624"/>
                </a:lnTo>
                <a:lnTo>
                  <a:pt x="1090" y="45291"/>
                </a:lnTo>
                <a:lnTo>
                  <a:pt x="1090" y="46015"/>
                </a:lnTo>
                <a:lnTo>
                  <a:pt x="1090" y="46682"/>
                </a:lnTo>
                <a:lnTo>
                  <a:pt x="1154" y="47407"/>
                </a:lnTo>
                <a:lnTo>
                  <a:pt x="1154" y="48074"/>
                </a:lnTo>
                <a:lnTo>
                  <a:pt x="1154" y="48799"/>
                </a:lnTo>
                <a:lnTo>
                  <a:pt x="1154" y="49466"/>
                </a:lnTo>
                <a:lnTo>
                  <a:pt x="1154" y="50133"/>
                </a:lnTo>
                <a:lnTo>
                  <a:pt x="1219" y="50858"/>
                </a:lnTo>
                <a:lnTo>
                  <a:pt x="1219" y="51525"/>
                </a:lnTo>
                <a:lnTo>
                  <a:pt x="1219" y="52278"/>
                </a:lnTo>
                <a:lnTo>
                  <a:pt x="1219" y="52945"/>
                </a:lnTo>
                <a:lnTo>
                  <a:pt x="1315" y="53670"/>
                </a:lnTo>
                <a:lnTo>
                  <a:pt x="1315" y="54337"/>
                </a:lnTo>
                <a:lnTo>
                  <a:pt x="1315" y="55062"/>
                </a:lnTo>
                <a:lnTo>
                  <a:pt x="1315" y="55729"/>
                </a:lnTo>
                <a:lnTo>
                  <a:pt x="1315" y="56454"/>
                </a:lnTo>
                <a:lnTo>
                  <a:pt x="1379" y="57121"/>
                </a:lnTo>
                <a:lnTo>
                  <a:pt x="1379" y="57846"/>
                </a:lnTo>
                <a:lnTo>
                  <a:pt x="1379" y="58513"/>
                </a:lnTo>
                <a:lnTo>
                  <a:pt x="1379" y="59237"/>
                </a:lnTo>
                <a:lnTo>
                  <a:pt x="1443" y="59904"/>
                </a:lnTo>
                <a:lnTo>
                  <a:pt x="1443" y="60658"/>
                </a:lnTo>
                <a:lnTo>
                  <a:pt x="1443" y="61296"/>
                </a:lnTo>
                <a:lnTo>
                  <a:pt x="1443" y="62050"/>
                </a:lnTo>
                <a:lnTo>
                  <a:pt x="1443" y="62717"/>
                </a:lnTo>
                <a:lnTo>
                  <a:pt x="1539" y="63442"/>
                </a:lnTo>
                <a:lnTo>
                  <a:pt x="1539" y="64167"/>
                </a:lnTo>
                <a:lnTo>
                  <a:pt x="1539" y="64834"/>
                </a:lnTo>
                <a:lnTo>
                  <a:pt x="1539" y="65558"/>
                </a:lnTo>
                <a:lnTo>
                  <a:pt x="1604" y="66225"/>
                </a:lnTo>
                <a:lnTo>
                  <a:pt x="1604" y="66950"/>
                </a:lnTo>
                <a:lnTo>
                  <a:pt x="1604" y="67704"/>
                </a:lnTo>
                <a:lnTo>
                  <a:pt x="1604" y="68371"/>
                </a:lnTo>
                <a:lnTo>
                  <a:pt x="1604" y="69096"/>
                </a:lnTo>
                <a:lnTo>
                  <a:pt x="1668" y="69763"/>
                </a:lnTo>
                <a:lnTo>
                  <a:pt x="1668" y="70488"/>
                </a:lnTo>
                <a:lnTo>
                  <a:pt x="1668" y="71213"/>
                </a:lnTo>
                <a:lnTo>
                  <a:pt x="1668" y="71879"/>
                </a:lnTo>
                <a:lnTo>
                  <a:pt x="1732" y="72604"/>
                </a:lnTo>
                <a:lnTo>
                  <a:pt x="1732" y="73271"/>
                </a:lnTo>
                <a:lnTo>
                  <a:pt x="1732" y="74025"/>
                </a:lnTo>
                <a:lnTo>
                  <a:pt x="1732" y="74750"/>
                </a:lnTo>
                <a:lnTo>
                  <a:pt x="1732" y="75417"/>
                </a:lnTo>
                <a:lnTo>
                  <a:pt x="1828" y="76142"/>
                </a:lnTo>
                <a:lnTo>
                  <a:pt x="1828" y="76867"/>
                </a:lnTo>
                <a:lnTo>
                  <a:pt x="1828" y="77534"/>
                </a:lnTo>
                <a:lnTo>
                  <a:pt x="1828" y="78258"/>
                </a:lnTo>
                <a:lnTo>
                  <a:pt x="1828" y="79012"/>
                </a:lnTo>
                <a:lnTo>
                  <a:pt x="1892" y="79650"/>
                </a:lnTo>
                <a:lnTo>
                  <a:pt x="1892" y="80404"/>
                </a:lnTo>
                <a:lnTo>
                  <a:pt x="1892" y="81129"/>
                </a:lnTo>
                <a:lnTo>
                  <a:pt x="1892" y="81796"/>
                </a:lnTo>
                <a:lnTo>
                  <a:pt x="1956" y="82521"/>
                </a:lnTo>
                <a:lnTo>
                  <a:pt x="1956" y="83246"/>
                </a:lnTo>
                <a:lnTo>
                  <a:pt x="1956" y="84000"/>
                </a:lnTo>
                <a:lnTo>
                  <a:pt x="1956" y="84638"/>
                </a:lnTo>
                <a:lnTo>
                  <a:pt x="1956" y="85391"/>
                </a:lnTo>
                <a:lnTo>
                  <a:pt x="2053" y="86116"/>
                </a:lnTo>
                <a:lnTo>
                  <a:pt x="2053" y="86841"/>
                </a:lnTo>
                <a:lnTo>
                  <a:pt x="2053" y="87508"/>
                </a:lnTo>
                <a:lnTo>
                  <a:pt x="2053" y="88233"/>
                </a:lnTo>
                <a:lnTo>
                  <a:pt x="2117" y="88987"/>
                </a:lnTo>
                <a:lnTo>
                  <a:pt x="2117" y="89712"/>
                </a:lnTo>
                <a:lnTo>
                  <a:pt x="2117" y="90379"/>
                </a:lnTo>
                <a:lnTo>
                  <a:pt x="2117" y="91104"/>
                </a:lnTo>
                <a:lnTo>
                  <a:pt x="2117" y="91828"/>
                </a:lnTo>
                <a:lnTo>
                  <a:pt x="2181" y="92553"/>
                </a:lnTo>
                <a:lnTo>
                  <a:pt x="2181" y="93220"/>
                </a:lnTo>
                <a:lnTo>
                  <a:pt x="2181" y="93974"/>
                </a:lnTo>
                <a:lnTo>
                  <a:pt x="2181" y="94699"/>
                </a:lnTo>
                <a:lnTo>
                  <a:pt x="2245" y="95424"/>
                </a:lnTo>
                <a:lnTo>
                  <a:pt x="2245" y="96091"/>
                </a:lnTo>
                <a:lnTo>
                  <a:pt x="2245" y="96816"/>
                </a:lnTo>
                <a:lnTo>
                  <a:pt x="2245" y="97541"/>
                </a:lnTo>
                <a:lnTo>
                  <a:pt x="2245" y="98294"/>
                </a:lnTo>
                <a:lnTo>
                  <a:pt x="2341" y="99019"/>
                </a:lnTo>
                <a:lnTo>
                  <a:pt x="2341" y="99744"/>
                </a:lnTo>
                <a:lnTo>
                  <a:pt x="2341" y="100411"/>
                </a:lnTo>
                <a:lnTo>
                  <a:pt x="2341" y="101136"/>
                </a:lnTo>
                <a:lnTo>
                  <a:pt x="2406" y="101861"/>
                </a:lnTo>
                <a:lnTo>
                  <a:pt x="2406" y="102615"/>
                </a:lnTo>
                <a:lnTo>
                  <a:pt x="2406" y="103340"/>
                </a:lnTo>
                <a:lnTo>
                  <a:pt x="2406" y="104065"/>
                </a:lnTo>
                <a:lnTo>
                  <a:pt x="2406" y="104731"/>
                </a:lnTo>
                <a:lnTo>
                  <a:pt x="2470" y="105456"/>
                </a:lnTo>
                <a:lnTo>
                  <a:pt x="2470" y="106181"/>
                </a:lnTo>
                <a:lnTo>
                  <a:pt x="2470" y="106935"/>
                </a:lnTo>
                <a:lnTo>
                  <a:pt x="2470" y="107660"/>
                </a:lnTo>
                <a:lnTo>
                  <a:pt x="2534" y="108385"/>
                </a:lnTo>
                <a:lnTo>
                  <a:pt x="2534" y="109110"/>
                </a:lnTo>
                <a:lnTo>
                  <a:pt x="2534" y="109777"/>
                </a:lnTo>
                <a:lnTo>
                  <a:pt x="2534" y="110531"/>
                </a:lnTo>
                <a:lnTo>
                  <a:pt x="2534" y="111255"/>
                </a:lnTo>
                <a:lnTo>
                  <a:pt x="2630" y="111980"/>
                </a:lnTo>
                <a:lnTo>
                  <a:pt x="2630" y="112705"/>
                </a:lnTo>
                <a:lnTo>
                  <a:pt x="2630" y="113430"/>
                </a:lnTo>
                <a:lnTo>
                  <a:pt x="2630" y="114184"/>
                </a:lnTo>
                <a:lnTo>
                  <a:pt x="2630" y="114909"/>
                </a:lnTo>
                <a:lnTo>
                  <a:pt x="2694" y="115634"/>
                </a:lnTo>
                <a:lnTo>
                  <a:pt x="2694" y="116301"/>
                </a:lnTo>
                <a:lnTo>
                  <a:pt x="2694" y="117026"/>
                </a:lnTo>
                <a:lnTo>
                  <a:pt x="2694" y="117779"/>
                </a:lnTo>
                <a:lnTo>
                  <a:pt x="2758" y="118504"/>
                </a:lnTo>
                <a:lnTo>
                  <a:pt x="2758" y="119229"/>
                </a:lnTo>
                <a:lnTo>
                  <a:pt x="2758" y="119954"/>
                </a:lnTo>
                <a:lnTo>
                  <a:pt x="2758" y="120679"/>
                </a:lnTo>
                <a:lnTo>
                  <a:pt x="2758" y="121433"/>
                </a:lnTo>
                <a:lnTo>
                  <a:pt x="2855" y="122158"/>
                </a:lnTo>
                <a:lnTo>
                  <a:pt x="2855" y="122883"/>
                </a:lnTo>
                <a:lnTo>
                  <a:pt x="2855" y="123608"/>
                </a:lnTo>
                <a:lnTo>
                  <a:pt x="2855" y="124361"/>
                </a:lnTo>
                <a:lnTo>
                  <a:pt x="2919" y="125086"/>
                </a:lnTo>
                <a:lnTo>
                  <a:pt x="2919" y="125811"/>
                </a:lnTo>
                <a:lnTo>
                  <a:pt x="2919" y="126536"/>
                </a:lnTo>
                <a:lnTo>
                  <a:pt x="2919" y="127261"/>
                </a:lnTo>
                <a:lnTo>
                  <a:pt x="2919" y="128015"/>
                </a:lnTo>
                <a:lnTo>
                  <a:pt x="2983" y="128740"/>
                </a:lnTo>
                <a:lnTo>
                  <a:pt x="2983" y="129465"/>
                </a:lnTo>
                <a:lnTo>
                  <a:pt x="2983" y="130190"/>
                </a:lnTo>
                <a:lnTo>
                  <a:pt x="2983" y="130943"/>
                </a:lnTo>
                <a:lnTo>
                  <a:pt x="3047" y="131610"/>
                </a:lnTo>
                <a:lnTo>
                  <a:pt x="3047" y="132335"/>
                </a:lnTo>
                <a:lnTo>
                  <a:pt x="3047" y="133060"/>
                </a:lnTo>
                <a:lnTo>
                  <a:pt x="3047" y="133785"/>
                </a:lnTo>
                <a:lnTo>
                  <a:pt x="3047" y="134510"/>
                </a:lnTo>
                <a:lnTo>
                  <a:pt x="3143" y="135264"/>
                </a:lnTo>
                <a:lnTo>
                  <a:pt x="3143" y="135989"/>
                </a:lnTo>
                <a:lnTo>
                  <a:pt x="3143" y="136714"/>
                </a:lnTo>
                <a:lnTo>
                  <a:pt x="3143" y="137525"/>
                </a:lnTo>
                <a:lnTo>
                  <a:pt x="3208" y="138250"/>
                </a:lnTo>
                <a:lnTo>
                  <a:pt x="3208" y="138975"/>
                </a:lnTo>
                <a:lnTo>
                  <a:pt x="3208" y="13970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300775" y="3362304"/>
            <a:ext cx="3208" cy="147558"/>
          </a:xfrm>
          <a:custGeom>
            <a:avLst/>
            <a:gdLst/>
            <a:ahLst/>
            <a:cxnLst/>
            <a:rect l="l" t="t" r="r" b="b"/>
            <a:pathLst>
              <a:path w="3208" h="147558">
                <a:moveTo>
                  <a:pt x="0" y="0"/>
                </a:moveTo>
                <a:lnTo>
                  <a:pt x="0" y="753"/>
                </a:lnTo>
                <a:lnTo>
                  <a:pt x="0" y="1478"/>
                </a:lnTo>
                <a:lnTo>
                  <a:pt x="64" y="2203"/>
                </a:lnTo>
                <a:lnTo>
                  <a:pt x="64" y="2928"/>
                </a:lnTo>
                <a:lnTo>
                  <a:pt x="64" y="3653"/>
                </a:lnTo>
                <a:lnTo>
                  <a:pt x="64" y="4407"/>
                </a:lnTo>
                <a:lnTo>
                  <a:pt x="160" y="5132"/>
                </a:lnTo>
                <a:lnTo>
                  <a:pt x="160" y="5857"/>
                </a:lnTo>
                <a:lnTo>
                  <a:pt x="160" y="6581"/>
                </a:lnTo>
                <a:lnTo>
                  <a:pt x="160" y="7335"/>
                </a:lnTo>
                <a:lnTo>
                  <a:pt x="160" y="8060"/>
                </a:lnTo>
                <a:lnTo>
                  <a:pt x="224" y="8785"/>
                </a:lnTo>
                <a:lnTo>
                  <a:pt x="224" y="9510"/>
                </a:lnTo>
                <a:lnTo>
                  <a:pt x="224" y="10264"/>
                </a:lnTo>
                <a:lnTo>
                  <a:pt x="224" y="10989"/>
                </a:lnTo>
                <a:lnTo>
                  <a:pt x="224" y="11714"/>
                </a:lnTo>
                <a:lnTo>
                  <a:pt x="288" y="12439"/>
                </a:lnTo>
                <a:lnTo>
                  <a:pt x="288" y="13163"/>
                </a:lnTo>
                <a:lnTo>
                  <a:pt x="288" y="13975"/>
                </a:lnTo>
                <a:lnTo>
                  <a:pt x="288" y="14700"/>
                </a:lnTo>
                <a:lnTo>
                  <a:pt x="352" y="15425"/>
                </a:lnTo>
                <a:lnTo>
                  <a:pt x="352" y="16179"/>
                </a:lnTo>
                <a:lnTo>
                  <a:pt x="352" y="16904"/>
                </a:lnTo>
                <a:lnTo>
                  <a:pt x="352" y="17629"/>
                </a:lnTo>
                <a:lnTo>
                  <a:pt x="352" y="18354"/>
                </a:lnTo>
                <a:lnTo>
                  <a:pt x="449" y="19108"/>
                </a:lnTo>
                <a:lnTo>
                  <a:pt x="449" y="19832"/>
                </a:lnTo>
                <a:lnTo>
                  <a:pt x="449" y="20557"/>
                </a:lnTo>
                <a:lnTo>
                  <a:pt x="449" y="21282"/>
                </a:lnTo>
                <a:lnTo>
                  <a:pt x="513" y="22094"/>
                </a:lnTo>
                <a:lnTo>
                  <a:pt x="513" y="22819"/>
                </a:lnTo>
                <a:lnTo>
                  <a:pt x="513" y="23544"/>
                </a:lnTo>
                <a:lnTo>
                  <a:pt x="513" y="24269"/>
                </a:lnTo>
                <a:lnTo>
                  <a:pt x="513" y="25023"/>
                </a:lnTo>
                <a:lnTo>
                  <a:pt x="577" y="25748"/>
                </a:lnTo>
                <a:lnTo>
                  <a:pt x="577" y="26472"/>
                </a:lnTo>
                <a:lnTo>
                  <a:pt x="577" y="27197"/>
                </a:lnTo>
                <a:lnTo>
                  <a:pt x="577" y="27951"/>
                </a:lnTo>
                <a:lnTo>
                  <a:pt x="641" y="28734"/>
                </a:lnTo>
                <a:lnTo>
                  <a:pt x="641" y="29459"/>
                </a:lnTo>
                <a:lnTo>
                  <a:pt x="641" y="30213"/>
                </a:lnTo>
                <a:lnTo>
                  <a:pt x="641" y="30938"/>
                </a:lnTo>
                <a:lnTo>
                  <a:pt x="641" y="31663"/>
                </a:lnTo>
                <a:lnTo>
                  <a:pt x="737" y="32388"/>
                </a:lnTo>
                <a:lnTo>
                  <a:pt x="737" y="33112"/>
                </a:lnTo>
                <a:lnTo>
                  <a:pt x="737" y="33866"/>
                </a:lnTo>
                <a:lnTo>
                  <a:pt x="737" y="34649"/>
                </a:lnTo>
                <a:lnTo>
                  <a:pt x="802" y="35374"/>
                </a:lnTo>
                <a:lnTo>
                  <a:pt x="802" y="36128"/>
                </a:lnTo>
                <a:lnTo>
                  <a:pt x="802" y="36853"/>
                </a:lnTo>
                <a:lnTo>
                  <a:pt x="802" y="37578"/>
                </a:lnTo>
                <a:lnTo>
                  <a:pt x="802" y="38303"/>
                </a:lnTo>
                <a:lnTo>
                  <a:pt x="866" y="39057"/>
                </a:lnTo>
                <a:lnTo>
                  <a:pt x="866" y="39839"/>
                </a:lnTo>
                <a:lnTo>
                  <a:pt x="866" y="40564"/>
                </a:lnTo>
                <a:lnTo>
                  <a:pt x="866" y="41289"/>
                </a:lnTo>
                <a:lnTo>
                  <a:pt x="962" y="42043"/>
                </a:lnTo>
                <a:lnTo>
                  <a:pt x="962" y="42768"/>
                </a:lnTo>
                <a:lnTo>
                  <a:pt x="962" y="43493"/>
                </a:lnTo>
                <a:lnTo>
                  <a:pt x="962" y="44305"/>
                </a:lnTo>
                <a:lnTo>
                  <a:pt x="962" y="45030"/>
                </a:lnTo>
                <a:lnTo>
                  <a:pt x="1026" y="45754"/>
                </a:lnTo>
                <a:lnTo>
                  <a:pt x="1026" y="46479"/>
                </a:lnTo>
                <a:lnTo>
                  <a:pt x="1026" y="47233"/>
                </a:lnTo>
                <a:lnTo>
                  <a:pt x="1026" y="47958"/>
                </a:lnTo>
                <a:lnTo>
                  <a:pt x="1026" y="48741"/>
                </a:lnTo>
                <a:lnTo>
                  <a:pt x="1090" y="49495"/>
                </a:lnTo>
                <a:lnTo>
                  <a:pt x="1090" y="50220"/>
                </a:lnTo>
                <a:lnTo>
                  <a:pt x="1090" y="50945"/>
                </a:lnTo>
                <a:lnTo>
                  <a:pt x="1090" y="51670"/>
                </a:lnTo>
                <a:lnTo>
                  <a:pt x="1154" y="52394"/>
                </a:lnTo>
                <a:lnTo>
                  <a:pt x="1154" y="53206"/>
                </a:lnTo>
                <a:lnTo>
                  <a:pt x="1154" y="53931"/>
                </a:lnTo>
                <a:lnTo>
                  <a:pt x="1154" y="54656"/>
                </a:lnTo>
                <a:lnTo>
                  <a:pt x="1154" y="55410"/>
                </a:lnTo>
                <a:lnTo>
                  <a:pt x="1251" y="56135"/>
                </a:lnTo>
                <a:lnTo>
                  <a:pt x="1251" y="56860"/>
                </a:lnTo>
                <a:lnTo>
                  <a:pt x="1251" y="57672"/>
                </a:lnTo>
                <a:lnTo>
                  <a:pt x="1251" y="58397"/>
                </a:lnTo>
                <a:lnTo>
                  <a:pt x="1315" y="59121"/>
                </a:lnTo>
                <a:lnTo>
                  <a:pt x="1315" y="59846"/>
                </a:lnTo>
                <a:lnTo>
                  <a:pt x="1315" y="60600"/>
                </a:lnTo>
                <a:lnTo>
                  <a:pt x="1315" y="61383"/>
                </a:lnTo>
                <a:lnTo>
                  <a:pt x="1315" y="62108"/>
                </a:lnTo>
                <a:lnTo>
                  <a:pt x="1379" y="62862"/>
                </a:lnTo>
                <a:lnTo>
                  <a:pt x="1379" y="63587"/>
                </a:lnTo>
                <a:lnTo>
                  <a:pt x="1379" y="64312"/>
                </a:lnTo>
                <a:lnTo>
                  <a:pt x="1379" y="65037"/>
                </a:lnTo>
                <a:lnTo>
                  <a:pt x="1443" y="65848"/>
                </a:lnTo>
                <a:lnTo>
                  <a:pt x="1443" y="66573"/>
                </a:lnTo>
                <a:lnTo>
                  <a:pt x="1443" y="67298"/>
                </a:lnTo>
                <a:lnTo>
                  <a:pt x="1443" y="68023"/>
                </a:lnTo>
                <a:lnTo>
                  <a:pt x="1443" y="68777"/>
                </a:lnTo>
                <a:lnTo>
                  <a:pt x="1539" y="69560"/>
                </a:lnTo>
                <a:lnTo>
                  <a:pt x="1539" y="70285"/>
                </a:lnTo>
                <a:lnTo>
                  <a:pt x="1539" y="71039"/>
                </a:lnTo>
                <a:lnTo>
                  <a:pt x="1539" y="71763"/>
                </a:lnTo>
                <a:lnTo>
                  <a:pt x="1604" y="72488"/>
                </a:lnTo>
                <a:lnTo>
                  <a:pt x="1604" y="73300"/>
                </a:lnTo>
                <a:lnTo>
                  <a:pt x="1604" y="74025"/>
                </a:lnTo>
                <a:lnTo>
                  <a:pt x="1604" y="74750"/>
                </a:lnTo>
                <a:lnTo>
                  <a:pt x="1604" y="75475"/>
                </a:lnTo>
                <a:lnTo>
                  <a:pt x="1668" y="76200"/>
                </a:lnTo>
                <a:lnTo>
                  <a:pt x="1668" y="77012"/>
                </a:lnTo>
                <a:lnTo>
                  <a:pt x="1668" y="77737"/>
                </a:lnTo>
                <a:lnTo>
                  <a:pt x="1668" y="78461"/>
                </a:lnTo>
                <a:lnTo>
                  <a:pt x="1764" y="79215"/>
                </a:lnTo>
                <a:lnTo>
                  <a:pt x="1764" y="79940"/>
                </a:lnTo>
                <a:lnTo>
                  <a:pt x="1764" y="80723"/>
                </a:lnTo>
                <a:lnTo>
                  <a:pt x="1764" y="81477"/>
                </a:lnTo>
                <a:lnTo>
                  <a:pt x="1764" y="82202"/>
                </a:lnTo>
                <a:lnTo>
                  <a:pt x="1828" y="82927"/>
                </a:lnTo>
                <a:lnTo>
                  <a:pt x="1828" y="83652"/>
                </a:lnTo>
                <a:lnTo>
                  <a:pt x="1828" y="84464"/>
                </a:lnTo>
                <a:lnTo>
                  <a:pt x="1828" y="85188"/>
                </a:lnTo>
                <a:lnTo>
                  <a:pt x="1828" y="85913"/>
                </a:lnTo>
                <a:lnTo>
                  <a:pt x="1892" y="86667"/>
                </a:lnTo>
                <a:lnTo>
                  <a:pt x="1892" y="87392"/>
                </a:lnTo>
                <a:lnTo>
                  <a:pt x="1892" y="88175"/>
                </a:lnTo>
                <a:lnTo>
                  <a:pt x="1892" y="88929"/>
                </a:lnTo>
                <a:lnTo>
                  <a:pt x="1956" y="89654"/>
                </a:lnTo>
                <a:lnTo>
                  <a:pt x="1956" y="90379"/>
                </a:lnTo>
                <a:lnTo>
                  <a:pt x="1956" y="91104"/>
                </a:lnTo>
                <a:lnTo>
                  <a:pt x="1956" y="91915"/>
                </a:lnTo>
                <a:lnTo>
                  <a:pt x="1956" y="92640"/>
                </a:lnTo>
                <a:lnTo>
                  <a:pt x="2053" y="93365"/>
                </a:lnTo>
                <a:lnTo>
                  <a:pt x="2053" y="94090"/>
                </a:lnTo>
                <a:lnTo>
                  <a:pt x="2053" y="94844"/>
                </a:lnTo>
                <a:lnTo>
                  <a:pt x="2053" y="95627"/>
                </a:lnTo>
                <a:lnTo>
                  <a:pt x="2117" y="96352"/>
                </a:lnTo>
                <a:lnTo>
                  <a:pt x="2117" y="97106"/>
                </a:lnTo>
                <a:lnTo>
                  <a:pt x="2117" y="97830"/>
                </a:lnTo>
                <a:lnTo>
                  <a:pt x="2117" y="98555"/>
                </a:lnTo>
                <a:lnTo>
                  <a:pt x="2117" y="99367"/>
                </a:lnTo>
                <a:lnTo>
                  <a:pt x="2181" y="100092"/>
                </a:lnTo>
                <a:lnTo>
                  <a:pt x="2181" y="100817"/>
                </a:lnTo>
                <a:lnTo>
                  <a:pt x="2181" y="101542"/>
                </a:lnTo>
                <a:lnTo>
                  <a:pt x="2181" y="102267"/>
                </a:lnTo>
                <a:lnTo>
                  <a:pt x="2277" y="103079"/>
                </a:lnTo>
                <a:lnTo>
                  <a:pt x="2277" y="103804"/>
                </a:lnTo>
                <a:lnTo>
                  <a:pt x="2277" y="104528"/>
                </a:lnTo>
                <a:lnTo>
                  <a:pt x="2277" y="105282"/>
                </a:lnTo>
                <a:lnTo>
                  <a:pt x="2277" y="106007"/>
                </a:lnTo>
                <a:lnTo>
                  <a:pt x="2341" y="106790"/>
                </a:lnTo>
                <a:lnTo>
                  <a:pt x="2341" y="107544"/>
                </a:lnTo>
                <a:lnTo>
                  <a:pt x="2341" y="108269"/>
                </a:lnTo>
                <a:lnTo>
                  <a:pt x="2341" y="108994"/>
                </a:lnTo>
                <a:lnTo>
                  <a:pt x="2406" y="109719"/>
                </a:lnTo>
                <a:lnTo>
                  <a:pt x="2406" y="110531"/>
                </a:lnTo>
                <a:lnTo>
                  <a:pt x="2406" y="111255"/>
                </a:lnTo>
                <a:lnTo>
                  <a:pt x="2406" y="111980"/>
                </a:lnTo>
                <a:lnTo>
                  <a:pt x="2406" y="112734"/>
                </a:lnTo>
                <a:lnTo>
                  <a:pt x="2470" y="113459"/>
                </a:lnTo>
                <a:lnTo>
                  <a:pt x="2470" y="114184"/>
                </a:lnTo>
                <a:lnTo>
                  <a:pt x="2470" y="114909"/>
                </a:lnTo>
                <a:lnTo>
                  <a:pt x="2470" y="115634"/>
                </a:lnTo>
                <a:lnTo>
                  <a:pt x="2566" y="116388"/>
                </a:lnTo>
                <a:lnTo>
                  <a:pt x="2566" y="117113"/>
                </a:lnTo>
                <a:lnTo>
                  <a:pt x="2566" y="117837"/>
                </a:lnTo>
                <a:lnTo>
                  <a:pt x="2566" y="118649"/>
                </a:lnTo>
                <a:lnTo>
                  <a:pt x="2566" y="119374"/>
                </a:lnTo>
                <a:lnTo>
                  <a:pt x="2630" y="120099"/>
                </a:lnTo>
                <a:lnTo>
                  <a:pt x="2630" y="120824"/>
                </a:lnTo>
                <a:lnTo>
                  <a:pt x="2630" y="121578"/>
                </a:lnTo>
                <a:lnTo>
                  <a:pt x="2630" y="122361"/>
                </a:lnTo>
                <a:lnTo>
                  <a:pt x="2630" y="123086"/>
                </a:lnTo>
                <a:lnTo>
                  <a:pt x="2694" y="123840"/>
                </a:lnTo>
                <a:lnTo>
                  <a:pt x="2694" y="124564"/>
                </a:lnTo>
                <a:lnTo>
                  <a:pt x="2694" y="125289"/>
                </a:lnTo>
                <a:lnTo>
                  <a:pt x="2694" y="126014"/>
                </a:lnTo>
                <a:lnTo>
                  <a:pt x="2758" y="126826"/>
                </a:lnTo>
                <a:lnTo>
                  <a:pt x="2758" y="127551"/>
                </a:lnTo>
                <a:lnTo>
                  <a:pt x="2758" y="128276"/>
                </a:lnTo>
                <a:lnTo>
                  <a:pt x="2758" y="129001"/>
                </a:lnTo>
                <a:lnTo>
                  <a:pt x="2758" y="129755"/>
                </a:lnTo>
                <a:lnTo>
                  <a:pt x="2855" y="130479"/>
                </a:lnTo>
                <a:lnTo>
                  <a:pt x="2855" y="131262"/>
                </a:lnTo>
                <a:lnTo>
                  <a:pt x="2855" y="132016"/>
                </a:lnTo>
                <a:lnTo>
                  <a:pt x="2855" y="132741"/>
                </a:lnTo>
                <a:lnTo>
                  <a:pt x="2919" y="133466"/>
                </a:lnTo>
                <a:lnTo>
                  <a:pt x="2919" y="134191"/>
                </a:lnTo>
                <a:lnTo>
                  <a:pt x="2919" y="134945"/>
                </a:lnTo>
                <a:lnTo>
                  <a:pt x="2919" y="135670"/>
                </a:lnTo>
                <a:lnTo>
                  <a:pt x="2919" y="136453"/>
                </a:lnTo>
                <a:lnTo>
                  <a:pt x="2983" y="137177"/>
                </a:lnTo>
                <a:lnTo>
                  <a:pt x="2983" y="137931"/>
                </a:lnTo>
                <a:lnTo>
                  <a:pt x="2983" y="138656"/>
                </a:lnTo>
                <a:lnTo>
                  <a:pt x="2983" y="139381"/>
                </a:lnTo>
                <a:lnTo>
                  <a:pt x="3079" y="140106"/>
                </a:lnTo>
                <a:lnTo>
                  <a:pt x="3079" y="140860"/>
                </a:lnTo>
                <a:lnTo>
                  <a:pt x="3079" y="141643"/>
                </a:lnTo>
                <a:lnTo>
                  <a:pt x="3079" y="142368"/>
                </a:lnTo>
                <a:lnTo>
                  <a:pt x="3079" y="143122"/>
                </a:lnTo>
                <a:lnTo>
                  <a:pt x="3143" y="143846"/>
                </a:lnTo>
                <a:lnTo>
                  <a:pt x="3143" y="144571"/>
                </a:lnTo>
                <a:lnTo>
                  <a:pt x="3143" y="145296"/>
                </a:lnTo>
                <a:lnTo>
                  <a:pt x="3143" y="146021"/>
                </a:lnTo>
                <a:lnTo>
                  <a:pt x="3208" y="146775"/>
                </a:lnTo>
                <a:lnTo>
                  <a:pt x="3208" y="14755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303983" y="3509862"/>
            <a:ext cx="3208" cy="142252"/>
          </a:xfrm>
          <a:custGeom>
            <a:avLst/>
            <a:gdLst/>
            <a:ahLst/>
            <a:cxnLst/>
            <a:rect l="l" t="t" r="r" b="b"/>
            <a:pathLst>
              <a:path w="3208" h="142252">
                <a:moveTo>
                  <a:pt x="0" y="0"/>
                </a:moveTo>
                <a:lnTo>
                  <a:pt x="0" y="724"/>
                </a:lnTo>
                <a:lnTo>
                  <a:pt x="0" y="1478"/>
                </a:lnTo>
                <a:lnTo>
                  <a:pt x="0" y="2203"/>
                </a:lnTo>
                <a:lnTo>
                  <a:pt x="64" y="2928"/>
                </a:lnTo>
                <a:lnTo>
                  <a:pt x="64" y="3653"/>
                </a:lnTo>
                <a:lnTo>
                  <a:pt x="64" y="4407"/>
                </a:lnTo>
                <a:lnTo>
                  <a:pt x="64" y="5132"/>
                </a:lnTo>
                <a:lnTo>
                  <a:pt x="160" y="5857"/>
                </a:lnTo>
                <a:lnTo>
                  <a:pt x="160" y="6668"/>
                </a:lnTo>
                <a:lnTo>
                  <a:pt x="160" y="7393"/>
                </a:lnTo>
                <a:lnTo>
                  <a:pt x="160" y="8118"/>
                </a:lnTo>
                <a:lnTo>
                  <a:pt x="160" y="8843"/>
                </a:lnTo>
                <a:lnTo>
                  <a:pt x="224" y="9568"/>
                </a:lnTo>
                <a:lnTo>
                  <a:pt x="224" y="10322"/>
                </a:lnTo>
                <a:lnTo>
                  <a:pt x="224" y="11047"/>
                </a:lnTo>
                <a:lnTo>
                  <a:pt x="224" y="11772"/>
                </a:lnTo>
                <a:lnTo>
                  <a:pt x="224" y="12497"/>
                </a:lnTo>
                <a:lnTo>
                  <a:pt x="288" y="13250"/>
                </a:lnTo>
                <a:lnTo>
                  <a:pt x="288" y="13975"/>
                </a:lnTo>
                <a:lnTo>
                  <a:pt x="288" y="14758"/>
                </a:lnTo>
                <a:lnTo>
                  <a:pt x="288" y="15512"/>
                </a:lnTo>
                <a:lnTo>
                  <a:pt x="384" y="16237"/>
                </a:lnTo>
                <a:lnTo>
                  <a:pt x="384" y="16962"/>
                </a:lnTo>
                <a:lnTo>
                  <a:pt x="384" y="17687"/>
                </a:lnTo>
                <a:lnTo>
                  <a:pt x="384" y="18412"/>
                </a:lnTo>
                <a:lnTo>
                  <a:pt x="384" y="19166"/>
                </a:lnTo>
                <a:lnTo>
                  <a:pt x="449" y="19890"/>
                </a:lnTo>
                <a:lnTo>
                  <a:pt x="449" y="20615"/>
                </a:lnTo>
                <a:lnTo>
                  <a:pt x="449" y="21340"/>
                </a:lnTo>
                <a:lnTo>
                  <a:pt x="449" y="22094"/>
                </a:lnTo>
                <a:lnTo>
                  <a:pt x="513" y="22819"/>
                </a:lnTo>
                <a:lnTo>
                  <a:pt x="513" y="23544"/>
                </a:lnTo>
                <a:lnTo>
                  <a:pt x="513" y="24269"/>
                </a:lnTo>
                <a:lnTo>
                  <a:pt x="513" y="25023"/>
                </a:lnTo>
                <a:lnTo>
                  <a:pt x="513" y="25748"/>
                </a:lnTo>
                <a:lnTo>
                  <a:pt x="577" y="26472"/>
                </a:lnTo>
                <a:lnTo>
                  <a:pt x="577" y="27197"/>
                </a:lnTo>
                <a:lnTo>
                  <a:pt x="577" y="27922"/>
                </a:lnTo>
                <a:lnTo>
                  <a:pt x="577" y="28676"/>
                </a:lnTo>
                <a:lnTo>
                  <a:pt x="673" y="29401"/>
                </a:lnTo>
                <a:lnTo>
                  <a:pt x="673" y="30184"/>
                </a:lnTo>
                <a:lnTo>
                  <a:pt x="673" y="30938"/>
                </a:lnTo>
                <a:lnTo>
                  <a:pt x="673" y="31663"/>
                </a:lnTo>
                <a:lnTo>
                  <a:pt x="673" y="32388"/>
                </a:lnTo>
                <a:lnTo>
                  <a:pt x="737" y="33112"/>
                </a:lnTo>
                <a:lnTo>
                  <a:pt x="737" y="33866"/>
                </a:lnTo>
                <a:lnTo>
                  <a:pt x="737" y="34591"/>
                </a:lnTo>
                <a:lnTo>
                  <a:pt x="737" y="35316"/>
                </a:lnTo>
                <a:lnTo>
                  <a:pt x="802" y="36041"/>
                </a:lnTo>
                <a:lnTo>
                  <a:pt x="802" y="36766"/>
                </a:lnTo>
                <a:lnTo>
                  <a:pt x="802" y="37433"/>
                </a:lnTo>
                <a:lnTo>
                  <a:pt x="802" y="38187"/>
                </a:lnTo>
                <a:lnTo>
                  <a:pt x="802" y="38912"/>
                </a:lnTo>
                <a:lnTo>
                  <a:pt x="866" y="39636"/>
                </a:lnTo>
                <a:lnTo>
                  <a:pt x="866" y="40361"/>
                </a:lnTo>
                <a:lnTo>
                  <a:pt x="866" y="41115"/>
                </a:lnTo>
                <a:lnTo>
                  <a:pt x="866" y="41840"/>
                </a:lnTo>
                <a:lnTo>
                  <a:pt x="962" y="42565"/>
                </a:lnTo>
                <a:lnTo>
                  <a:pt x="962" y="43290"/>
                </a:lnTo>
                <a:lnTo>
                  <a:pt x="962" y="44015"/>
                </a:lnTo>
                <a:lnTo>
                  <a:pt x="962" y="44769"/>
                </a:lnTo>
                <a:lnTo>
                  <a:pt x="962" y="45494"/>
                </a:lnTo>
                <a:lnTo>
                  <a:pt x="1026" y="46218"/>
                </a:lnTo>
                <a:lnTo>
                  <a:pt x="1026" y="46943"/>
                </a:lnTo>
                <a:lnTo>
                  <a:pt x="1026" y="47697"/>
                </a:lnTo>
                <a:lnTo>
                  <a:pt x="1026" y="48422"/>
                </a:lnTo>
                <a:lnTo>
                  <a:pt x="1026" y="49147"/>
                </a:lnTo>
                <a:lnTo>
                  <a:pt x="1090" y="49872"/>
                </a:lnTo>
                <a:lnTo>
                  <a:pt x="1090" y="50597"/>
                </a:lnTo>
                <a:lnTo>
                  <a:pt x="1090" y="51351"/>
                </a:lnTo>
                <a:lnTo>
                  <a:pt x="1090" y="52018"/>
                </a:lnTo>
                <a:lnTo>
                  <a:pt x="1186" y="52742"/>
                </a:lnTo>
                <a:lnTo>
                  <a:pt x="1186" y="53467"/>
                </a:lnTo>
                <a:lnTo>
                  <a:pt x="1186" y="54192"/>
                </a:lnTo>
                <a:lnTo>
                  <a:pt x="1186" y="54946"/>
                </a:lnTo>
                <a:lnTo>
                  <a:pt x="1186" y="55671"/>
                </a:lnTo>
                <a:lnTo>
                  <a:pt x="1251" y="56396"/>
                </a:lnTo>
                <a:lnTo>
                  <a:pt x="1251" y="57121"/>
                </a:lnTo>
                <a:lnTo>
                  <a:pt x="1251" y="57846"/>
                </a:lnTo>
                <a:lnTo>
                  <a:pt x="1251" y="58513"/>
                </a:lnTo>
                <a:lnTo>
                  <a:pt x="1315" y="59266"/>
                </a:lnTo>
                <a:lnTo>
                  <a:pt x="1315" y="59991"/>
                </a:lnTo>
                <a:lnTo>
                  <a:pt x="1315" y="60716"/>
                </a:lnTo>
                <a:lnTo>
                  <a:pt x="1315" y="61441"/>
                </a:lnTo>
                <a:lnTo>
                  <a:pt x="1315" y="62195"/>
                </a:lnTo>
                <a:lnTo>
                  <a:pt x="1379" y="62920"/>
                </a:lnTo>
                <a:lnTo>
                  <a:pt x="1379" y="63645"/>
                </a:lnTo>
                <a:lnTo>
                  <a:pt x="1379" y="64312"/>
                </a:lnTo>
                <a:lnTo>
                  <a:pt x="1379" y="65037"/>
                </a:lnTo>
                <a:lnTo>
                  <a:pt x="1475" y="65761"/>
                </a:lnTo>
                <a:lnTo>
                  <a:pt x="1475" y="66515"/>
                </a:lnTo>
                <a:lnTo>
                  <a:pt x="1475" y="67240"/>
                </a:lnTo>
                <a:lnTo>
                  <a:pt x="1475" y="67965"/>
                </a:lnTo>
                <a:lnTo>
                  <a:pt x="1475" y="68632"/>
                </a:lnTo>
                <a:lnTo>
                  <a:pt x="1539" y="69357"/>
                </a:lnTo>
                <a:lnTo>
                  <a:pt x="1539" y="70082"/>
                </a:lnTo>
                <a:lnTo>
                  <a:pt x="1539" y="70836"/>
                </a:lnTo>
                <a:lnTo>
                  <a:pt x="1539" y="71561"/>
                </a:lnTo>
                <a:lnTo>
                  <a:pt x="1604" y="72227"/>
                </a:lnTo>
                <a:lnTo>
                  <a:pt x="1604" y="72952"/>
                </a:lnTo>
                <a:lnTo>
                  <a:pt x="1604" y="73677"/>
                </a:lnTo>
                <a:lnTo>
                  <a:pt x="1604" y="74402"/>
                </a:lnTo>
                <a:lnTo>
                  <a:pt x="1604" y="75156"/>
                </a:lnTo>
                <a:lnTo>
                  <a:pt x="1668" y="75823"/>
                </a:lnTo>
                <a:lnTo>
                  <a:pt x="1668" y="76548"/>
                </a:lnTo>
                <a:lnTo>
                  <a:pt x="1668" y="77273"/>
                </a:lnTo>
                <a:lnTo>
                  <a:pt x="1668" y="77998"/>
                </a:lnTo>
                <a:lnTo>
                  <a:pt x="1764" y="78664"/>
                </a:lnTo>
                <a:lnTo>
                  <a:pt x="1764" y="79389"/>
                </a:lnTo>
                <a:lnTo>
                  <a:pt x="1764" y="80143"/>
                </a:lnTo>
                <a:lnTo>
                  <a:pt x="1764" y="80868"/>
                </a:lnTo>
                <a:lnTo>
                  <a:pt x="1764" y="81535"/>
                </a:lnTo>
                <a:lnTo>
                  <a:pt x="1828" y="82260"/>
                </a:lnTo>
                <a:lnTo>
                  <a:pt x="1828" y="82985"/>
                </a:lnTo>
                <a:lnTo>
                  <a:pt x="1828" y="83652"/>
                </a:lnTo>
                <a:lnTo>
                  <a:pt x="1828" y="84377"/>
                </a:lnTo>
                <a:lnTo>
                  <a:pt x="1828" y="85130"/>
                </a:lnTo>
                <a:lnTo>
                  <a:pt x="1892" y="85855"/>
                </a:lnTo>
                <a:lnTo>
                  <a:pt x="1892" y="86522"/>
                </a:lnTo>
                <a:lnTo>
                  <a:pt x="1892" y="87247"/>
                </a:lnTo>
                <a:lnTo>
                  <a:pt x="1892" y="87972"/>
                </a:lnTo>
                <a:lnTo>
                  <a:pt x="1988" y="88639"/>
                </a:lnTo>
                <a:lnTo>
                  <a:pt x="1988" y="89364"/>
                </a:lnTo>
                <a:lnTo>
                  <a:pt x="1988" y="90118"/>
                </a:lnTo>
                <a:lnTo>
                  <a:pt x="1988" y="90785"/>
                </a:lnTo>
                <a:lnTo>
                  <a:pt x="1988" y="91509"/>
                </a:lnTo>
                <a:lnTo>
                  <a:pt x="2053" y="92234"/>
                </a:lnTo>
                <a:lnTo>
                  <a:pt x="2053" y="92901"/>
                </a:lnTo>
                <a:lnTo>
                  <a:pt x="2053" y="93626"/>
                </a:lnTo>
                <a:lnTo>
                  <a:pt x="2053" y="94351"/>
                </a:lnTo>
                <a:lnTo>
                  <a:pt x="2117" y="95018"/>
                </a:lnTo>
                <a:lnTo>
                  <a:pt x="2117" y="95772"/>
                </a:lnTo>
                <a:lnTo>
                  <a:pt x="2117" y="96497"/>
                </a:lnTo>
                <a:lnTo>
                  <a:pt x="2117" y="97164"/>
                </a:lnTo>
                <a:lnTo>
                  <a:pt x="2117" y="97888"/>
                </a:lnTo>
                <a:lnTo>
                  <a:pt x="2181" y="98555"/>
                </a:lnTo>
                <a:lnTo>
                  <a:pt x="2181" y="99280"/>
                </a:lnTo>
                <a:lnTo>
                  <a:pt x="2181" y="100005"/>
                </a:lnTo>
                <a:lnTo>
                  <a:pt x="2181" y="100672"/>
                </a:lnTo>
                <a:lnTo>
                  <a:pt x="2277" y="101426"/>
                </a:lnTo>
                <a:lnTo>
                  <a:pt x="2277" y="102093"/>
                </a:lnTo>
                <a:lnTo>
                  <a:pt x="2277" y="102818"/>
                </a:lnTo>
                <a:lnTo>
                  <a:pt x="2277" y="103543"/>
                </a:lnTo>
                <a:lnTo>
                  <a:pt x="2277" y="104210"/>
                </a:lnTo>
                <a:lnTo>
                  <a:pt x="2341" y="104934"/>
                </a:lnTo>
                <a:lnTo>
                  <a:pt x="2341" y="105601"/>
                </a:lnTo>
                <a:lnTo>
                  <a:pt x="2341" y="106326"/>
                </a:lnTo>
                <a:lnTo>
                  <a:pt x="2341" y="106993"/>
                </a:lnTo>
                <a:lnTo>
                  <a:pt x="2406" y="107718"/>
                </a:lnTo>
                <a:lnTo>
                  <a:pt x="2406" y="108472"/>
                </a:lnTo>
                <a:lnTo>
                  <a:pt x="2406" y="109139"/>
                </a:lnTo>
                <a:lnTo>
                  <a:pt x="2406" y="109864"/>
                </a:lnTo>
                <a:lnTo>
                  <a:pt x="2406" y="110531"/>
                </a:lnTo>
                <a:lnTo>
                  <a:pt x="2502" y="111255"/>
                </a:lnTo>
                <a:lnTo>
                  <a:pt x="2502" y="111922"/>
                </a:lnTo>
                <a:lnTo>
                  <a:pt x="2502" y="112647"/>
                </a:lnTo>
                <a:lnTo>
                  <a:pt x="2502" y="113314"/>
                </a:lnTo>
                <a:lnTo>
                  <a:pt x="2566" y="114039"/>
                </a:lnTo>
                <a:lnTo>
                  <a:pt x="2566" y="114706"/>
                </a:lnTo>
                <a:lnTo>
                  <a:pt x="2566" y="115431"/>
                </a:lnTo>
                <a:lnTo>
                  <a:pt x="2566" y="116098"/>
                </a:lnTo>
                <a:lnTo>
                  <a:pt x="2566" y="116852"/>
                </a:lnTo>
                <a:lnTo>
                  <a:pt x="2630" y="117518"/>
                </a:lnTo>
                <a:lnTo>
                  <a:pt x="2630" y="118156"/>
                </a:lnTo>
                <a:lnTo>
                  <a:pt x="2630" y="118910"/>
                </a:lnTo>
                <a:lnTo>
                  <a:pt x="2630" y="119577"/>
                </a:lnTo>
                <a:lnTo>
                  <a:pt x="2630" y="120302"/>
                </a:lnTo>
                <a:lnTo>
                  <a:pt x="2694" y="120969"/>
                </a:lnTo>
                <a:lnTo>
                  <a:pt x="2694" y="121694"/>
                </a:lnTo>
                <a:lnTo>
                  <a:pt x="2694" y="122361"/>
                </a:lnTo>
                <a:lnTo>
                  <a:pt x="2694" y="123028"/>
                </a:lnTo>
                <a:lnTo>
                  <a:pt x="2790" y="123753"/>
                </a:lnTo>
                <a:lnTo>
                  <a:pt x="2790" y="124419"/>
                </a:lnTo>
                <a:lnTo>
                  <a:pt x="2790" y="125144"/>
                </a:lnTo>
                <a:lnTo>
                  <a:pt x="2790" y="125811"/>
                </a:lnTo>
                <a:lnTo>
                  <a:pt x="2790" y="126478"/>
                </a:lnTo>
                <a:lnTo>
                  <a:pt x="2855" y="127203"/>
                </a:lnTo>
                <a:lnTo>
                  <a:pt x="2855" y="127870"/>
                </a:lnTo>
                <a:lnTo>
                  <a:pt x="2855" y="128624"/>
                </a:lnTo>
                <a:lnTo>
                  <a:pt x="2855" y="129262"/>
                </a:lnTo>
                <a:lnTo>
                  <a:pt x="2919" y="129929"/>
                </a:lnTo>
                <a:lnTo>
                  <a:pt x="2919" y="130682"/>
                </a:lnTo>
                <a:lnTo>
                  <a:pt x="2919" y="131349"/>
                </a:lnTo>
                <a:lnTo>
                  <a:pt x="2919" y="132016"/>
                </a:lnTo>
                <a:lnTo>
                  <a:pt x="2919" y="132741"/>
                </a:lnTo>
                <a:lnTo>
                  <a:pt x="2983" y="133408"/>
                </a:lnTo>
                <a:lnTo>
                  <a:pt x="2983" y="134075"/>
                </a:lnTo>
                <a:lnTo>
                  <a:pt x="2983" y="134742"/>
                </a:lnTo>
                <a:lnTo>
                  <a:pt x="2983" y="135467"/>
                </a:lnTo>
                <a:lnTo>
                  <a:pt x="3079" y="136134"/>
                </a:lnTo>
                <a:lnTo>
                  <a:pt x="3079" y="136801"/>
                </a:lnTo>
                <a:lnTo>
                  <a:pt x="3079" y="137525"/>
                </a:lnTo>
                <a:lnTo>
                  <a:pt x="3079" y="138192"/>
                </a:lnTo>
                <a:lnTo>
                  <a:pt x="3079" y="138859"/>
                </a:lnTo>
                <a:lnTo>
                  <a:pt x="3143" y="139526"/>
                </a:lnTo>
                <a:lnTo>
                  <a:pt x="3143" y="140251"/>
                </a:lnTo>
                <a:lnTo>
                  <a:pt x="3143" y="140918"/>
                </a:lnTo>
                <a:lnTo>
                  <a:pt x="3143" y="141585"/>
                </a:lnTo>
                <a:lnTo>
                  <a:pt x="3208" y="14225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307191" y="3652114"/>
            <a:ext cx="3143" cy="124477"/>
          </a:xfrm>
          <a:custGeom>
            <a:avLst/>
            <a:gdLst/>
            <a:ahLst/>
            <a:cxnLst/>
            <a:rect l="l" t="t" r="r" b="b"/>
            <a:pathLst>
              <a:path w="3143" h="124477">
                <a:moveTo>
                  <a:pt x="0" y="0"/>
                </a:moveTo>
                <a:lnTo>
                  <a:pt x="0" y="724"/>
                </a:lnTo>
                <a:lnTo>
                  <a:pt x="0" y="1391"/>
                </a:lnTo>
                <a:lnTo>
                  <a:pt x="0" y="2058"/>
                </a:lnTo>
                <a:lnTo>
                  <a:pt x="0" y="2725"/>
                </a:lnTo>
                <a:lnTo>
                  <a:pt x="96" y="3392"/>
                </a:lnTo>
                <a:lnTo>
                  <a:pt x="96" y="4117"/>
                </a:lnTo>
                <a:lnTo>
                  <a:pt x="96" y="4784"/>
                </a:lnTo>
                <a:lnTo>
                  <a:pt x="96" y="5451"/>
                </a:lnTo>
                <a:lnTo>
                  <a:pt x="160" y="6118"/>
                </a:lnTo>
                <a:lnTo>
                  <a:pt x="160" y="6784"/>
                </a:lnTo>
                <a:lnTo>
                  <a:pt x="160" y="7451"/>
                </a:lnTo>
                <a:lnTo>
                  <a:pt x="160" y="8176"/>
                </a:lnTo>
                <a:lnTo>
                  <a:pt x="160" y="8843"/>
                </a:lnTo>
                <a:lnTo>
                  <a:pt x="224" y="9510"/>
                </a:lnTo>
                <a:lnTo>
                  <a:pt x="224" y="10177"/>
                </a:lnTo>
                <a:lnTo>
                  <a:pt x="224" y="10815"/>
                </a:lnTo>
                <a:lnTo>
                  <a:pt x="224" y="11482"/>
                </a:lnTo>
                <a:lnTo>
                  <a:pt x="224" y="12149"/>
                </a:lnTo>
                <a:lnTo>
                  <a:pt x="288" y="12816"/>
                </a:lnTo>
                <a:lnTo>
                  <a:pt x="288" y="13569"/>
                </a:lnTo>
                <a:lnTo>
                  <a:pt x="288" y="14207"/>
                </a:lnTo>
                <a:lnTo>
                  <a:pt x="288" y="14874"/>
                </a:lnTo>
                <a:lnTo>
                  <a:pt x="384" y="15541"/>
                </a:lnTo>
                <a:lnTo>
                  <a:pt x="384" y="16208"/>
                </a:lnTo>
                <a:lnTo>
                  <a:pt x="384" y="16875"/>
                </a:lnTo>
                <a:lnTo>
                  <a:pt x="384" y="17542"/>
                </a:lnTo>
                <a:lnTo>
                  <a:pt x="384" y="18209"/>
                </a:lnTo>
                <a:lnTo>
                  <a:pt x="449" y="18876"/>
                </a:lnTo>
                <a:lnTo>
                  <a:pt x="449" y="19543"/>
                </a:lnTo>
                <a:lnTo>
                  <a:pt x="449" y="20209"/>
                </a:lnTo>
                <a:lnTo>
                  <a:pt x="449" y="20876"/>
                </a:lnTo>
                <a:lnTo>
                  <a:pt x="513" y="21543"/>
                </a:lnTo>
                <a:lnTo>
                  <a:pt x="513" y="22210"/>
                </a:lnTo>
                <a:lnTo>
                  <a:pt x="513" y="22877"/>
                </a:lnTo>
                <a:lnTo>
                  <a:pt x="513" y="23544"/>
                </a:lnTo>
                <a:lnTo>
                  <a:pt x="513" y="24182"/>
                </a:lnTo>
                <a:lnTo>
                  <a:pt x="609" y="24849"/>
                </a:lnTo>
                <a:lnTo>
                  <a:pt x="609" y="25516"/>
                </a:lnTo>
                <a:lnTo>
                  <a:pt x="609" y="26182"/>
                </a:lnTo>
                <a:lnTo>
                  <a:pt x="609" y="26849"/>
                </a:lnTo>
                <a:lnTo>
                  <a:pt x="673" y="27516"/>
                </a:lnTo>
                <a:lnTo>
                  <a:pt x="673" y="28183"/>
                </a:lnTo>
                <a:lnTo>
                  <a:pt x="673" y="28792"/>
                </a:lnTo>
                <a:lnTo>
                  <a:pt x="673" y="29459"/>
                </a:lnTo>
                <a:lnTo>
                  <a:pt x="673" y="30126"/>
                </a:lnTo>
                <a:lnTo>
                  <a:pt x="737" y="30764"/>
                </a:lnTo>
                <a:lnTo>
                  <a:pt x="737" y="31431"/>
                </a:lnTo>
                <a:lnTo>
                  <a:pt x="737" y="32098"/>
                </a:lnTo>
                <a:lnTo>
                  <a:pt x="737" y="32764"/>
                </a:lnTo>
                <a:lnTo>
                  <a:pt x="802" y="33431"/>
                </a:lnTo>
                <a:lnTo>
                  <a:pt x="802" y="34098"/>
                </a:lnTo>
                <a:lnTo>
                  <a:pt x="802" y="34707"/>
                </a:lnTo>
                <a:lnTo>
                  <a:pt x="802" y="35374"/>
                </a:lnTo>
                <a:lnTo>
                  <a:pt x="802" y="36041"/>
                </a:lnTo>
                <a:lnTo>
                  <a:pt x="898" y="36708"/>
                </a:lnTo>
                <a:lnTo>
                  <a:pt x="898" y="37375"/>
                </a:lnTo>
                <a:lnTo>
                  <a:pt x="898" y="37955"/>
                </a:lnTo>
                <a:lnTo>
                  <a:pt x="898" y="38622"/>
                </a:lnTo>
                <a:lnTo>
                  <a:pt x="962" y="39288"/>
                </a:lnTo>
                <a:lnTo>
                  <a:pt x="962" y="39955"/>
                </a:lnTo>
                <a:lnTo>
                  <a:pt x="962" y="40622"/>
                </a:lnTo>
                <a:lnTo>
                  <a:pt x="962" y="41231"/>
                </a:lnTo>
                <a:lnTo>
                  <a:pt x="962" y="41869"/>
                </a:lnTo>
                <a:lnTo>
                  <a:pt x="1026" y="42536"/>
                </a:lnTo>
                <a:lnTo>
                  <a:pt x="1026" y="43203"/>
                </a:lnTo>
                <a:lnTo>
                  <a:pt x="1026" y="43812"/>
                </a:lnTo>
                <a:lnTo>
                  <a:pt x="1026" y="44479"/>
                </a:lnTo>
                <a:lnTo>
                  <a:pt x="1026" y="45146"/>
                </a:lnTo>
                <a:lnTo>
                  <a:pt x="1090" y="45725"/>
                </a:lnTo>
                <a:lnTo>
                  <a:pt x="1090" y="46392"/>
                </a:lnTo>
                <a:lnTo>
                  <a:pt x="1090" y="47059"/>
                </a:lnTo>
                <a:lnTo>
                  <a:pt x="1090" y="47726"/>
                </a:lnTo>
                <a:lnTo>
                  <a:pt x="1186" y="48335"/>
                </a:lnTo>
                <a:lnTo>
                  <a:pt x="1186" y="49002"/>
                </a:lnTo>
                <a:lnTo>
                  <a:pt x="1186" y="49669"/>
                </a:lnTo>
                <a:lnTo>
                  <a:pt x="1186" y="50249"/>
                </a:lnTo>
                <a:lnTo>
                  <a:pt x="1186" y="50916"/>
                </a:lnTo>
                <a:lnTo>
                  <a:pt x="1251" y="51525"/>
                </a:lnTo>
                <a:lnTo>
                  <a:pt x="1251" y="52191"/>
                </a:lnTo>
                <a:lnTo>
                  <a:pt x="1251" y="52858"/>
                </a:lnTo>
                <a:lnTo>
                  <a:pt x="1251" y="53467"/>
                </a:lnTo>
                <a:lnTo>
                  <a:pt x="1315" y="54105"/>
                </a:lnTo>
                <a:lnTo>
                  <a:pt x="1315" y="54714"/>
                </a:lnTo>
                <a:lnTo>
                  <a:pt x="1315" y="55381"/>
                </a:lnTo>
                <a:lnTo>
                  <a:pt x="1315" y="56048"/>
                </a:lnTo>
                <a:lnTo>
                  <a:pt x="1315" y="56657"/>
                </a:lnTo>
                <a:lnTo>
                  <a:pt x="1411" y="57324"/>
                </a:lnTo>
                <a:lnTo>
                  <a:pt x="1411" y="57904"/>
                </a:lnTo>
                <a:lnTo>
                  <a:pt x="1411" y="58571"/>
                </a:lnTo>
                <a:lnTo>
                  <a:pt x="1411" y="59179"/>
                </a:lnTo>
                <a:lnTo>
                  <a:pt x="1475" y="59846"/>
                </a:lnTo>
                <a:lnTo>
                  <a:pt x="1475" y="60426"/>
                </a:lnTo>
                <a:lnTo>
                  <a:pt x="1475" y="61093"/>
                </a:lnTo>
                <a:lnTo>
                  <a:pt x="1475" y="61702"/>
                </a:lnTo>
                <a:lnTo>
                  <a:pt x="1475" y="62369"/>
                </a:lnTo>
                <a:lnTo>
                  <a:pt x="1539" y="62949"/>
                </a:lnTo>
                <a:lnTo>
                  <a:pt x="1539" y="63616"/>
                </a:lnTo>
                <a:lnTo>
                  <a:pt x="1539" y="64225"/>
                </a:lnTo>
                <a:lnTo>
                  <a:pt x="1539" y="64892"/>
                </a:lnTo>
                <a:lnTo>
                  <a:pt x="1604" y="65500"/>
                </a:lnTo>
                <a:lnTo>
                  <a:pt x="1604" y="66167"/>
                </a:lnTo>
                <a:lnTo>
                  <a:pt x="1604" y="66747"/>
                </a:lnTo>
                <a:lnTo>
                  <a:pt x="1604" y="67356"/>
                </a:lnTo>
                <a:lnTo>
                  <a:pt x="1604" y="68023"/>
                </a:lnTo>
                <a:lnTo>
                  <a:pt x="1700" y="68603"/>
                </a:lnTo>
                <a:lnTo>
                  <a:pt x="1700" y="69270"/>
                </a:lnTo>
                <a:lnTo>
                  <a:pt x="1700" y="69879"/>
                </a:lnTo>
                <a:lnTo>
                  <a:pt x="1700" y="70488"/>
                </a:lnTo>
                <a:lnTo>
                  <a:pt x="1764" y="71155"/>
                </a:lnTo>
                <a:lnTo>
                  <a:pt x="1764" y="71734"/>
                </a:lnTo>
                <a:lnTo>
                  <a:pt x="1764" y="72343"/>
                </a:lnTo>
                <a:lnTo>
                  <a:pt x="1764" y="73010"/>
                </a:lnTo>
                <a:lnTo>
                  <a:pt x="1764" y="73590"/>
                </a:lnTo>
                <a:lnTo>
                  <a:pt x="1828" y="74199"/>
                </a:lnTo>
                <a:lnTo>
                  <a:pt x="1828" y="74866"/>
                </a:lnTo>
                <a:lnTo>
                  <a:pt x="1828" y="75475"/>
                </a:lnTo>
                <a:lnTo>
                  <a:pt x="1828" y="76055"/>
                </a:lnTo>
                <a:lnTo>
                  <a:pt x="1828" y="76664"/>
                </a:lnTo>
                <a:lnTo>
                  <a:pt x="1892" y="77331"/>
                </a:lnTo>
                <a:lnTo>
                  <a:pt x="1892" y="77911"/>
                </a:lnTo>
                <a:lnTo>
                  <a:pt x="1892" y="78519"/>
                </a:lnTo>
                <a:lnTo>
                  <a:pt x="1892" y="79128"/>
                </a:lnTo>
                <a:lnTo>
                  <a:pt x="1988" y="79795"/>
                </a:lnTo>
                <a:lnTo>
                  <a:pt x="1988" y="80375"/>
                </a:lnTo>
                <a:lnTo>
                  <a:pt x="1988" y="80984"/>
                </a:lnTo>
                <a:lnTo>
                  <a:pt x="1988" y="81593"/>
                </a:lnTo>
                <a:lnTo>
                  <a:pt x="1988" y="82173"/>
                </a:lnTo>
                <a:lnTo>
                  <a:pt x="2053" y="82840"/>
                </a:lnTo>
                <a:lnTo>
                  <a:pt x="2053" y="83449"/>
                </a:lnTo>
                <a:lnTo>
                  <a:pt x="2053" y="84029"/>
                </a:lnTo>
                <a:lnTo>
                  <a:pt x="2053" y="84638"/>
                </a:lnTo>
                <a:lnTo>
                  <a:pt x="2117" y="85246"/>
                </a:lnTo>
                <a:lnTo>
                  <a:pt x="2117" y="85826"/>
                </a:lnTo>
                <a:lnTo>
                  <a:pt x="2117" y="86435"/>
                </a:lnTo>
                <a:lnTo>
                  <a:pt x="2117" y="87102"/>
                </a:lnTo>
                <a:lnTo>
                  <a:pt x="2117" y="87711"/>
                </a:lnTo>
                <a:lnTo>
                  <a:pt x="2213" y="88291"/>
                </a:lnTo>
                <a:lnTo>
                  <a:pt x="2213" y="88900"/>
                </a:lnTo>
                <a:lnTo>
                  <a:pt x="2213" y="89509"/>
                </a:lnTo>
                <a:lnTo>
                  <a:pt x="2213" y="90089"/>
                </a:lnTo>
                <a:lnTo>
                  <a:pt x="2277" y="90698"/>
                </a:lnTo>
                <a:lnTo>
                  <a:pt x="2277" y="91277"/>
                </a:lnTo>
                <a:lnTo>
                  <a:pt x="2277" y="91886"/>
                </a:lnTo>
                <a:lnTo>
                  <a:pt x="2277" y="92495"/>
                </a:lnTo>
                <a:lnTo>
                  <a:pt x="2277" y="93075"/>
                </a:lnTo>
                <a:lnTo>
                  <a:pt x="2341" y="93684"/>
                </a:lnTo>
                <a:lnTo>
                  <a:pt x="2341" y="94293"/>
                </a:lnTo>
                <a:lnTo>
                  <a:pt x="2341" y="94873"/>
                </a:lnTo>
                <a:lnTo>
                  <a:pt x="2341" y="95482"/>
                </a:lnTo>
                <a:lnTo>
                  <a:pt x="2406" y="96091"/>
                </a:lnTo>
                <a:lnTo>
                  <a:pt x="2406" y="96671"/>
                </a:lnTo>
                <a:lnTo>
                  <a:pt x="2406" y="97280"/>
                </a:lnTo>
                <a:lnTo>
                  <a:pt x="2406" y="97859"/>
                </a:lnTo>
                <a:lnTo>
                  <a:pt x="2406" y="98468"/>
                </a:lnTo>
                <a:lnTo>
                  <a:pt x="2502" y="99077"/>
                </a:lnTo>
                <a:lnTo>
                  <a:pt x="2502" y="99657"/>
                </a:lnTo>
                <a:lnTo>
                  <a:pt x="2502" y="100208"/>
                </a:lnTo>
                <a:lnTo>
                  <a:pt x="2502" y="100788"/>
                </a:lnTo>
                <a:lnTo>
                  <a:pt x="2566" y="101397"/>
                </a:lnTo>
                <a:lnTo>
                  <a:pt x="2566" y="102006"/>
                </a:lnTo>
                <a:lnTo>
                  <a:pt x="2566" y="102586"/>
                </a:lnTo>
                <a:lnTo>
                  <a:pt x="2566" y="103195"/>
                </a:lnTo>
                <a:lnTo>
                  <a:pt x="2566" y="103804"/>
                </a:lnTo>
                <a:lnTo>
                  <a:pt x="2630" y="104325"/>
                </a:lnTo>
                <a:lnTo>
                  <a:pt x="2630" y="104934"/>
                </a:lnTo>
                <a:lnTo>
                  <a:pt x="2630" y="105514"/>
                </a:lnTo>
                <a:lnTo>
                  <a:pt x="2630" y="106123"/>
                </a:lnTo>
                <a:lnTo>
                  <a:pt x="2630" y="106703"/>
                </a:lnTo>
                <a:lnTo>
                  <a:pt x="2726" y="107254"/>
                </a:lnTo>
                <a:lnTo>
                  <a:pt x="2726" y="107834"/>
                </a:lnTo>
                <a:lnTo>
                  <a:pt x="2726" y="108443"/>
                </a:lnTo>
                <a:lnTo>
                  <a:pt x="2726" y="109052"/>
                </a:lnTo>
                <a:lnTo>
                  <a:pt x="2790" y="109574"/>
                </a:lnTo>
                <a:lnTo>
                  <a:pt x="2790" y="110183"/>
                </a:lnTo>
                <a:lnTo>
                  <a:pt x="2790" y="110763"/>
                </a:lnTo>
                <a:lnTo>
                  <a:pt x="2790" y="111313"/>
                </a:lnTo>
                <a:lnTo>
                  <a:pt x="2790" y="111893"/>
                </a:lnTo>
                <a:lnTo>
                  <a:pt x="2855" y="112502"/>
                </a:lnTo>
                <a:lnTo>
                  <a:pt x="2855" y="113024"/>
                </a:lnTo>
                <a:lnTo>
                  <a:pt x="2855" y="113633"/>
                </a:lnTo>
                <a:lnTo>
                  <a:pt x="2855" y="114242"/>
                </a:lnTo>
                <a:lnTo>
                  <a:pt x="2919" y="114764"/>
                </a:lnTo>
                <a:lnTo>
                  <a:pt x="2919" y="115373"/>
                </a:lnTo>
                <a:lnTo>
                  <a:pt x="2919" y="115953"/>
                </a:lnTo>
                <a:lnTo>
                  <a:pt x="2919" y="116504"/>
                </a:lnTo>
                <a:lnTo>
                  <a:pt x="2919" y="117084"/>
                </a:lnTo>
                <a:lnTo>
                  <a:pt x="3015" y="117634"/>
                </a:lnTo>
                <a:lnTo>
                  <a:pt x="3015" y="118214"/>
                </a:lnTo>
                <a:lnTo>
                  <a:pt x="3015" y="118823"/>
                </a:lnTo>
                <a:lnTo>
                  <a:pt x="3015" y="119345"/>
                </a:lnTo>
                <a:lnTo>
                  <a:pt x="3079" y="119954"/>
                </a:lnTo>
                <a:lnTo>
                  <a:pt x="3079" y="120476"/>
                </a:lnTo>
                <a:lnTo>
                  <a:pt x="3079" y="121085"/>
                </a:lnTo>
                <a:lnTo>
                  <a:pt x="3079" y="121607"/>
                </a:lnTo>
                <a:lnTo>
                  <a:pt x="3079" y="122216"/>
                </a:lnTo>
                <a:lnTo>
                  <a:pt x="3143" y="122738"/>
                </a:lnTo>
                <a:lnTo>
                  <a:pt x="3143" y="123347"/>
                </a:lnTo>
                <a:lnTo>
                  <a:pt x="3143" y="123868"/>
                </a:lnTo>
                <a:lnTo>
                  <a:pt x="3143" y="12447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310335" y="3776592"/>
            <a:ext cx="3208" cy="95815"/>
          </a:xfrm>
          <a:custGeom>
            <a:avLst/>
            <a:gdLst/>
            <a:ahLst/>
            <a:cxnLst/>
            <a:rect l="l" t="t" r="r" b="b"/>
            <a:pathLst>
              <a:path w="3208" h="95815">
                <a:moveTo>
                  <a:pt x="0" y="0"/>
                </a:moveTo>
                <a:lnTo>
                  <a:pt x="64" y="521"/>
                </a:lnTo>
                <a:lnTo>
                  <a:pt x="64" y="1043"/>
                </a:lnTo>
                <a:lnTo>
                  <a:pt x="64" y="1652"/>
                </a:lnTo>
                <a:lnTo>
                  <a:pt x="64" y="2174"/>
                </a:lnTo>
                <a:lnTo>
                  <a:pt x="64" y="2783"/>
                </a:lnTo>
                <a:lnTo>
                  <a:pt x="160" y="3305"/>
                </a:lnTo>
                <a:lnTo>
                  <a:pt x="160" y="3856"/>
                </a:lnTo>
                <a:lnTo>
                  <a:pt x="160" y="4436"/>
                </a:lnTo>
                <a:lnTo>
                  <a:pt x="160" y="4987"/>
                </a:lnTo>
                <a:lnTo>
                  <a:pt x="224" y="5509"/>
                </a:lnTo>
                <a:lnTo>
                  <a:pt x="224" y="6118"/>
                </a:lnTo>
                <a:lnTo>
                  <a:pt x="224" y="6639"/>
                </a:lnTo>
                <a:lnTo>
                  <a:pt x="224" y="7176"/>
                </a:lnTo>
                <a:lnTo>
                  <a:pt x="224" y="7773"/>
                </a:lnTo>
                <a:lnTo>
                  <a:pt x="288" y="8307"/>
                </a:lnTo>
                <a:lnTo>
                  <a:pt x="288" y="8837"/>
                </a:lnTo>
                <a:lnTo>
                  <a:pt x="288" y="9371"/>
                </a:lnTo>
                <a:lnTo>
                  <a:pt x="288" y="9968"/>
                </a:lnTo>
                <a:lnTo>
                  <a:pt x="288" y="10499"/>
                </a:lnTo>
                <a:lnTo>
                  <a:pt x="384" y="11032"/>
                </a:lnTo>
                <a:lnTo>
                  <a:pt x="384" y="11563"/>
                </a:lnTo>
                <a:lnTo>
                  <a:pt x="384" y="12163"/>
                </a:lnTo>
                <a:lnTo>
                  <a:pt x="384" y="12694"/>
                </a:lnTo>
                <a:lnTo>
                  <a:pt x="449" y="13227"/>
                </a:lnTo>
                <a:lnTo>
                  <a:pt x="449" y="13758"/>
                </a:lnTo>
                <a:lnTo>
                  <a:pt x="449" y="14291"/>
                </a:lnTo>
                <a:lnTo>
                  <a:pt x="449" y="14822"/>
                </a:lnTo>
                <a:lnTo>
                  <a:pt x="449" y="15422"/>
                </a:lnTo>
                <a:lnTo>
                  <a:pt x="513" y="15953"/>
                </a:lnTo>
                <a:lnTo>
                  <a:pt x="513" y="16483"/>
                </a:lnTo>
                <a:lnTo>
                  <a:pt x="513" y="17017"/>
                </a:lnTo>
                <a:lnTo>
                  <a:pt x="513" y="17548"/>
                </a:lnTo>
                <a:lnTo>
                  <a:pt x="577" y="18081"/>
                </a:lnTo>
                <a:lnTo>
                  <a:pt x="577" y="18612"/>
                </a:lnTo>
                <a:lnTo>
                  <a:pt x="577" y="19145"/>
                </a:lnTo>
                <a:lnTo>
                  <a:pt x="577" y="19676"/>
                </a:lnTo>
                <a:lnTo>
                  <a:pt x="577" y="20209"/>
                </a:lnTo>
                <a:lnTo>
                  <a:pt x="673" y="20740"/>
                </a:lnTo>
                <a:lnTo>
                  <a:pt x="673" y="21274"/>
                </a:lnTo>
                <a:lnTo>
                  <a:pt x="673" y="21804"/>
                </a:lnTo>
                <a:lnTo>
                  <a:pt x="673" y="22338"/>
                </a:lnTo>
                <a:lnTo>
                  <a:pt x="737" y="22868"/>
                </a:lnTo>
                <a:lnTo>
                  <a:pt x="737" y="23402"/>
                </a:lnTo>
                <a:lnTo>
                  <a:pt x="737" y="23932"/>
                </a:lnTo>
                <a:lnTo>
                  <a:pt x="737" y="24463"/>
                </a:lnTo>
                <a:lnTo>
                  <a:pt x="737" y="24997"/>
                </a:lnTo>
                <a:lnTo>
                  <a:pt x="802" y="25527"/>
                </a:lnTo>
                <a:lnTo>
                  <a:pt x="802" y="26061"/>
                </a:lnTo>
                <a:lnTo>
                  <a:pt x="802" y="26591"/>
                </a:lnTo>
                <a:lnTo>
                  <a:pt x="802" y="27125"/>
                </a:lnTo>
                <a:lnTo>
                  <a:pt x="898" y="27655"/>
                </a:lnTo>
                <a:lnTo>
                  <a:pt x="898" y="28122"/>
                </a:lnTo>
                <a:lnTo>
                  <a:pt x="898" y="28653"/>
                </a:lnTo>
                <a:lnTo>
                  <a:pt x="898" y="29186"/>
                </a:lnTo>
                <a:lnTo>
                  <a:pt x="898" y="29717"/>
                </a:lnTo>
                <a:lnTo>
                  <a:pt x="962" y="30251"/>
                </a:lnTo>
                <a:lnTo>
                  <a:pt x="962" y="30714"/>
                </a:lnTo>
                <a:lnTo>
                  <a:pt x="962" y="31248"/>
                </a:lnTo>
                <a:lnTo>
                  <a:pt x="962" y="31779"/>
                </a:lnTo>
                <a:lnTo>
                  <a:pt x="1026" y="32312"/>
                </a:lnTo>
                <a:lnTo>
                  <a:pt x="1026" y="32843"/>
                </a:lnTo>
                <a:lnTo>
                  <a:pt x="1026" y="33310"/>
                </a:lnTo>
                <a:lnTo>
                  <a:pt x="1026" y="33840"/>
                </a:lnTo>
                <a:lnTo>
                  <a:pt x="1026" y="34374"/>
                </a:lnTo>
                <a:lnTo>
                  <a:pt x="1090" y="34838"/>
                </a:lnTo>
                <a:lnTo>
                  <a:pt x="1090" y="35371"/>
                </a:lnTo>
                <a:lnTo>
                  <a:pt x="1090" y="35902"/>
                </a:lnTo>
                <a:lnTo>
                  <a:pt x="1090" y="36369"/>
                </a:lnTo>
                <a:lnTo>
                  <a:pt x="1090" y="36899"/>
                </a:lnTo>
                <a:lnTo>
                  <a:pt x="1186" y="37430"/>
                </a:lnTo>
                <a:lnTo>
                  <a:pt x="1186" y="37897"/>
                </a:lnTo>
                <a:lnTo>
                  <a:pt x="1186" y="38427"/>
                </a:lnTo>
                <a:lnTo>
                  <a:pt x="1186" y="38961"/>
                </a:lnTo>
                <a:lnTo>
                  <a:pt x="1251" y="39425"/>
                </a:lnTo>
                <a:lnTo>
                  <a:pt x="1251" y="39958"/>
                </a:lnTo>
                <a:lnTo>
                  <a:pt x="1251" y="40422"/>
                </a:lnTo>
                <a:lnTo>
                  <a:pt x="1251" y="40956"/>
                </a:lnTo>
                <a:lnTo>
                  <a:pt x="1251" y="41420"/>
                </a:lnTo>
                <a:lnTo>
                  <a:pt x="1315" y="41953"/>
                </a:lnTo>
                <a:lnTo>
                  <a:pt x="1315" y="42417"/>
                </a:lnTo>
                <a:lnTo>
                  <a:pt x="1315" y="42951"/>
                </a:lnTo>
                <a:lnTo>
                  <a:pt x="1315" y="43415"/>
                </a:lnTo>
                <a:lnTo>
                  <a:pt x="1379" y="43948"/>
                </a:lnTo>
                <a:lnTo>
                  <a:pt x="1379" y="44412"/>
                </a:lnTo>
                <a:lnTo>
                  <a:pt x="1379" y="44946"/>
                </a:lnTo>
                <a:lnTo>
                  <a:pt x="1379" y="45409"/>
                </a:lnTo>
                <a:lnTo>
                  <a:pt x="1379" y="45943"/>
                </a:lnTo>
                <a:lnTo>
                  <a:pt x="1475" y="46407"/>
                </a:lnTo>
                <a:lnTo>
                  <a:pt x="1475" y="46940"/>
                </a:lnTo>
                <a:lnTo>
                  <a:pt x="1475" y="47404"/>
                </a:lnTo>
                <a:lnTo>
                  <a:pt x="1475" y="47871"/>
                </a:lnTo>
                <a:lnTo>
                  <a:pt x="1539" y="48402"/>
                </a:lnTo>
                <a:lnTo>
                  <a:pt x="1539" y="48869"/>
                </a:lnTo>
                <a:lnTo>
                  <a:pt x="1539" y="49335"/>
                </a:lnTo>
                <a:lnTo>
                  <a:pt x="1539" y="49866"/>
                </a:lnTo>
                <a:lnTo>
                  <a:pt x="1539" y="50333"/>
                </a:lnTo>
                <a:lnTo>
                  <a:pt x="1604" y="50797"/>
                </a:lnTo>
                <a:lnTo>
                  <a:pt x="1604" y="51327"/>
                </a:lnTo>
                <a:lnTo>
                  <a:pt x="1604" y="51794"/>
                </a:lnTo>
                <a:lnTo>
                  <a:pt x="1604" y="52261"/>
                </a:lnTo>
                <a:lnTo>
                  <a:pt x="1700" y="52792"/>
                </a:lnTo>
                <a:lnTo>
                  <a:pt x="1700" y="53259"/>
                </a:lnTo>
                <a:lnTo>
                  <a:pt x="1700" y="53722"/>
                </a:lnTo>
                <a:lnTo>
                  <a:pt x="1700" y="54189"/>
                </a:lnTo>
                <a:lnTo>
                  <a:pt x="1700" y="54653"/>
                </a:lnTo>
                <a:lnTo>
                  <a:pt x="1764" y="55187"/>
                </a:lnTo>
                <a:lnTo>
                  <a:pt x="1764" y="55651"/>
                </a:lnTo>
                <a:lnTo>
                  <a:pt x="1764" y="56117"/>
                </a:lnTo>
                <a:lnTo>
                  <a:pt x="1764" y="56581"/>
                </a:lnTo>
                <a:lnTo>
                  <a:pt x="1828" y="57048"/>
                </a:lnTo>
                <a:lnTo>
                  <a:pt x="1828" y="57512"/>
                </a:lnTo>
                <a:lnTo>
                  <a:pt x="1828" y="58046"/>
                </a:lnTo>
                <a:lnTo>
                  <a:pt x="1828" y="58510"/>
                </a:lnTo>
                <a:lnTo>
                  <a:pt x="1828" y="58976"/>
                </a:lnTo>
                <a:lnTo>
                  <a:pt x="1892" y="59440"/>
                </a:lnTo>
                <a:lnTo>
                  <a:pt x="1892" y="59907"/>
                </a:lnTo>
                <a:lnTo>
                  <a:pt x="1892" y="60371"/>
                </a:lnTo>
                <a:lnTo>
                  <a:pt x="1892" y="60838"/>
                </a:lnTo>
                <a:lnTo>
                  <a:pt x="1892" y="61305"/>
                </a:lnTo>
                <a:lnTo>
                  <a:pt x="1988" y="61769"/>
                </a:lnTo>
                <a:lnTo>
                  <a:pt x="1988" y="62236"/>
                </a:lnTo>
                <a:lnTo>
                  <a:pt x="1988" y="62699"/>
                </a:lnTo>
                <a:lnTo>
                  <a:pt x="1988" y="63166"/>
                </a:lnTo>
                <a:lnTo>
                  <a:pt x="2053" y="63630"/>
                </a:lnTo>
                <a:lnTo>
                  <a:pt x="2053" y="64097"/>
                </a:lnTo>
                <a:lnTo>
                  <a:pt x="2053" y="64561"/>
                </a:lnTo>
                <a:lnTo>
                  <a:pt x="2053" y="65028"/>
                </a:lnTo>
                <a:lnTo>
                  <a:pt x="2053" y="65492"/>
                </a:lnTo>
                <a:lnTo>
                  <a:pt x="2117" y="65959"/>
                </a:lnTo>
                <a:lnTo>
                  <a:pt x="2117" y="66356"/>
                </a:lnTo>
                <a:lnTo>
                  <a:pt x="2117" y="66823"/>
                </a:lnTo>
                <a:lnTo>
                  <a:pt x="2117" y="67289"/>
                </a:lnTo>
                <a:lnTo>
                  <a:pt x="2181" y="67753"/>
                </a:lnTo>
                <a:lnTo>
                  <a:pt x="2181" y="68220"/>
                </a:lnTo>
                <a:lnTo>
                  <a:pt x="2181" y="68684"/>
                </a:lnTo>
                <a:lnTo>
                  <a:pt x="2181" y="69084"/>
                </a:lnTo>
                <a:lnTo>
                  <a:pt x="2181" y="69548"/>
                </a:lnTo>
                <a:lnTo>
                  <a:pt x="2277" y="70015"/>
                </a:lnTo>
                <a:lnTo>
                  <a:pt x="2277" y="70479"/>
                </a:lnTo>
                <a:lnTo>
                  <a:pt x="2277" y="70946"/>
                </a:lnTo>
                <a:lnTo>
                  <a:pt x="2277" y="71343"/>
                </a:lnTo>
                <a:lnTo>
                  <a:pt x="2341" y="71810"/>
                </a:lnTo>
                <a:lnTo>
                  <a:pt x="2341" y="72274"/>
                </a:lnTo>
                <a:lnTo>
                  <a:pt x="2341" y="72674"/>
                </a:lnTo>
                <a:lnTo>
                  <a:pt x="2341" y="73141"/>
                </a:lnTo>
                <a:lnTo>
                  <a:pt x="2341" y="73605"/>
                </a:lnTo>
                <a:lnTo>
                  <a:pt x="2406" y="74072"/>
                </a:lnTo>
                <a:lnTo>
                  <a:pt x="2406" y="74469"/>
                </a:lnTo>
                <a:lnTo>
                  <a:pt x="2406" y="74936"/>
                </a:lnTo>
                <a:lnTo>
                  <a:pt x="2406" y="75333"/>
                </a:lnTo>
                <a:lnTo>
                  <a:pt x="2502" y="75800"/>
                </a:lnTo>
                <a:lnTo>
                  <a:pt x="2502" y="76267"/>
                </a:lnTo>
                <a:lnTo>
                  <a:pt x="2502" y="76664"/>
                </a:lnTo>
                <a:lnTo>
                  <a:pt x="2502" y="77131"/>
                </a:lnTo>
                <a:lnTo>
                  <a:pt x="2502" y="77528"/>
                </a:lnTo>
                <a:lnTo>
                  <a:pt x="2566" y="77995"/>
                </a:lnTo>
                <a:lnTo>
                  <a:pt x="2566" y="78392"/>
                </a:lnTo>
                <a:lnTo>
                  <a:pt x="2566" y="78859"/>
                </a:lnTo>
                <a:lnTo>
                  <a:pt x="2566" y="79259"/>
                </a:lnTo>
                <a:lnTo>
                  <a:pt x="2630" y="79723"/>
                </a:lnTo>
                <a:lnTo>
                  <a:pt x="2630" y="80123"/>
                </a:lnTo>
                <a:lnTo>
                  <a:pt x="2630" y="80587"/>
                </a:lnTo>
                <a:lnTo>
                  <a:pt x="2630" y="80987"/>
                </a:lnTo>
                <a:lnTo>
                  <a:pt x="2630" y="81451"/>
                </a:lnTo>
                <a:lnTo>
                  <a:pt x="2694" y="81851"/>
                </a:lnTo>
                <a:lnTo>
                  <a:pt x="2694" y="82315"/>
                </a:lnTo>
                <a:lnTo>
                  <a:pt x="2694" y="82715"/>
                </a:lnTo>
                <a:lnTo>
                  <a:pt x="2694" y="83115"/>
                </a:lnTo>
                <a:lnTo>
                  <a:pt x="2694" y="83579"/>
                </a:lnTo>
                <a:lnTo>
                  <a:pt x="2790" y="83979"/>
                </a:lnTo>
                <a:lnTo>
                  <a:pt x="2790" y="84377"/>
                </a:lnTo>
                <a:lnTo>
                  <a:pt x="2790" y="84843"/>
                </a:lnTo>
                <a:lnTo>
                  <a:pt x="2790" y="85244"/>
                </a:lnTo>
                <a:lnTo>
                  <a:pt x="2855" y="85641"/>
                </a:lnTo>
                <a:lnTo>
                  <a:pt x="2855" y="86108"/>
                </a:lnTo>
                <a:lnTo>
                  <a:pt x="2855" y="86505"/>
                </a:lnTo>
                <a:lnTo>
                  <a:pt x="2855" y="86905"/>
                </a:lnTo>
                <a:lnTo>
                  <a:pt x="2855" y="87302"/>
                </a:lnTo>
                <a:lnTo>
                  <a:pt x="2919" y="87769"/>
                </a:lnTo>
                <a:lnTo>
                  <a:pt x="2919" y="88169"/>
                </a:lnTo>
                <a:lnTo>
                  <a:pt x="2919" y="88566"/>
                </a:lnTo>
                <a:lnTo>
                  <a:pt x="2919" y="88967"/>
                </a:lnTo>
                <a:lnTo>
                  <a:pt x="3015" y="89364"/>
                </a:lnTo>
                <a:lnTo>
                  <a:pt x="3015" y="89831"/>
                </a:lnTo>
                <a:lnTo>
                  <a:pt x="3015" y="90231"/>
                </a:lnTo>
                <a:lnTo>
                  <a:pt x="3015" y="90628"/>
                </a:lnTo>
                <a:lnTo>
                  <a:pt x="3015" y="91028"/>
                </a:lnTo>
                <a:lnTo>
                  <a:pt x="3079" y="91425"/>
                </a:lnTo>
                <a:lnTo>
                  <a:pt x="3079" y="91826"/>
                </a:lnTo>
                <a:lnTo>
                  <a:pt x="3079" y="92226"/>
                </a:lnTo>
                <a:lnTo>
                  <a:pt x="3079" y="92623"/>
                </a:lnTo>
                <a:lnTo>
                  <a:pt x="3143" y="93023"/>
                </a:lnTo>
                <a:lnTo>
                  <a:pt x="3143" y="93420"/>
                </a:lnTo>
                <a:lnTo>
                  <a:pt x="3143" y="93820"/>
                </a:lnTo>
                <a:lnTo>
                  <a:pt x="3143" y="94221"/>
                </a:lnTo>
                <a:lnTo>
                  <a:pt x="3143" y="94618"/>
                </a:lnTo>
                <a:lnTo>
                  <a:pt x="3208" y="95018"/>
                </a:lnTo>
                <a:lnTo>
                  <a:pt x="3208" y="95415"/>
                </a:lnTo>
                <a:lnTo>
                  <a:pt x="3208" y="9581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313543" y="3872408"/>
            <a:ext cx="3240" cy="59446"/>
          </a:xfrm>
          <a:custGeom>
            <a:avLst/>
            <a:gdLst/>
            <a:ahLst/>
            <a:cxnLst/>
            <a:rect l="l" t="t" r="r" b="b"/>
            <a:pathLst>
              <a:path w="3240" h="59446">
                <a:moveTo>
                  <a:pt x="0" y="0"/>
                </a:moveTo>
                <a:lnTo>
                  <a:pt x="0" y="400"/>
                </a:lnTo>
                <a:lnTo>
                  <a:pt x="96" y="797"/>
                </a:lnTo>
                <a:lnTo>
                  <a:pt x="96" y="1197"/>
                </a:lnTo>
                <a:lnTo>
                  <a:pt x="96" y="1594"/>
                </a:lnTo>
                <a:lnTo>
                  <a:pt x="96" y="1994"/>
                </a:lnTo>
                <a:lnTo>
                  <a:pt x="96" y="2392"/>
                </a:lnTo>
                <a:lnTo>
                  <a:pt x="160" y="2792"/>
                </a:lnTo>
                <a:lnTo>
                  <a:pt x="160" y="3125"/>
                </a:lnTo>
                <a:lnTo>
                  <a:pt x="160" y="3522"/>
                </a:lnTo>
                <a:lnTo>
                  <a:pt x="160" y="3923"/>
                </a:lnTo>
                <a:lnTo>
                  <a:pt x="224" y="4323"/>
                </a:lnTo>
                <a:lnTo>
                  <a:pt x="224" y="4720"/>
                </a:lnTo>
                <a:lnTo>
                  <a:pt x="224" y="5053"/>
                </a:lnTo>
                <a:lnTo>
                  <a:pt x="224" y="5451"/>
                </a:lnTo>
                <a:lnTo>
                  <a:pt x="224" y="5851"/>
                </a:lnTo>
                <a:lnTo>
                  <a:pt x="288" y="6251"/>
                </a:lnTo>
                <a:lnTo>
                  <a:pt x="288" y="6581"/>
                </a:lnTo>
                <a:lnTo>
                  <a:pt x="288" y="6982"/>
                </a:lnTo>
                <a:lnTo>
                  <a:pt x="288" y="7379"/>
                </a:lnTo>
                <a:lnTo>
                  <a:pt x="288" y="7712"/>
                </a:lnTo>
                <a:lnTo>
                  <a:pt x="384" y="8112"/>
                </a:lnTo>
                <a:lnTo>
                  <a:pt x="384" y="8510"/>
                </a:lnTo>
                <a:lnTo>
                  <a:pt x="384" y="8843"/>
                </a:lnTo>
                <a:lnTo>
                  <a:pt x="384" y="9243"/>
                </a:lnTo>
                <a:lnTo>
                  <a:pt x="449" y="9641"/>
                </a:lnTo>
                <a:lnTo>
                  <a:pt x="449" y="9974"/>
                </a:lnTo>
                <a:lnTo>
                  <a:pt x="449" y="10374"/>
                </a:lnTo>
                <a:lnTo>
                  <a:pt x="449" y="10705"/>
                </a:lnTo>
                <a:lnTo>
                  <a:pt x="449" y="11105"/>
                </a:lnTo>
                <a:lnTo>
                  <a:pt x="513" y="11435"/>
                </a:lnTo>
                <a:lnTo>
                  <a:pt x="513" y="11835"/>
                </a:lnTo>
                <a:lnTo>
                  <a:pt x="513" y="12169"/>
                </a:lnTo>
                <a:lnTo>
                  <a:pt x="513" y="12566"/>
                </a:lnTo>
                <a:lnTo>
                  <a:pt x="609" y="12900"/>
                </a:lnTo>
                <a:lnTo>
                  <a:pt x="609" y="13300"/>
                </a:lnTo>
                <a:lnTo>
                  <a:pt x="609" y="13630"/>
                </a:lnTo>
                <a:lnTo>
                  <a:pt x="609" y="14030"/>
                </a:lnTo>
                <a:lnTo>
                  <a:pt x="609" y="14364"/>
                </a:lnTo>
                <a:lnTo>
                  <a:pt x="673" y="14761"/>
                </a:lnTo>
                <a:lnTo>
                  <a:pt x="673" y="15095"/>
                </a:lnTo>
                <a:lnTo>
                  <a:pt x="673" y="15425"/>
                </a:lnTo>
                <a:lnTo>
                  <a:pt x="673" y="15825"/>
                </a:lnTo>
                <a:lnTo>
                  <a:pt x="737" y="16159"/>
                </a:lnTo>
                <a:lnTo>
                  <a:pt x="737" y="16489"/>
                </a:lnTo>
                <a:lnTo>
                  <a:pt x="737" y="16889"/>
                </a:lnTo>
                <a:lnTo>
                  <a:pt x="737" y="17223"/>
                </a:lnTo>
                <a:lnTo>
                  <a:pt x="737" y="17553"/>
                </a:lnTo>
                <a:lnTo>
                  <a:pt x="802" y="17887"/>
                </a:lnTo>
                <a:lnTo>
                  <a:pt x="802" y="18287"/>
                </a:lnTo>
                <a:lnTo>
                  <a:pt x="802" y="18618"/>
                </a:lnTo>
                <a:lnTo>
                  <a:pt x="802" y="18951"/>
                </a:lnTo>
                <a:lnTo>
                  <a:pt x="898" y="19284"/>
                </a:lnTo>
                <a:lnTo>
                  <a:pt x="898" y="19682"/>
                </a:lnTo>
                <a:lnTo>
                  <a:pt x="898" y="20015"/>
                </a:lnTo>
                <a:lnTo>
                  <a:pt x="898" y="20349"/>
                </a:lnTo>
                <a:lnTo>
                  <a:pt x="898" y="20679"/>
                </a:lnTo>
                <a:lnTo>
                  <a:pt x="962" y="21013"/>
                </a:lnTo>
                <a:lnTo>
                  <a:pt x="962" y="21346"/>
                </a:lnTo>
                <a:lnTo>
                  <a:pt x="962" y="21743"/>
                </a:lnTo>
                <a:lnTo>
                  <a:pt x="962" y="22077"/>
                </a:lnTo>
                <a:lnTo>
                  <a:pt x="1026" y="22407"/>
                </a:lnTo>
                <a:lnTo>
                  <a:pt x="1026" y="22741"/>
                </a:lnTo>
                <a:lnTo>
                  <a:pt x="1026" y="23074"/>
                </a:lnTo>
                <a:lnTo>
                  <a:pt x="1026" y="23405"/>
                </a:lnTo>
                <a:lnTo>
                  <a:pt x="1026" y="23738"/>
                </a:lnTo>
                <a:lnTo>
                  <a:pt x="1090" y="24072"/>
                </a:lnTo>
                <a:lnTo>
                  <a:pt x="1090" y="24402"/>
                </a:lnTo>
                <a:lnTo>
                  <a:pt x="1090" y="24736"/>
                </a:lnTo>
                <a:lnTo>
                  <a:pt x="1090" y="25069"/>
                </a:lnTo>
                <a:lnTo>
                  <a:pt x="1090" y="25400"/>
                </a:lnTo>
                <a:lnTo>
                  <a:pt x="1186" y="25733"/>
                </a:lnTo>
                <a:lnTo>
                  <a:pt x="1186" y="26067"/>
                </a:lnTo>
                <a:lnTo>
                  <a:pt x="1186" y="26397"/>
                </a:lnTo>
                <a:lnTo>
                  <a:pt x="1186" y="26664"/>
                </a:lnTo>
                <a:lnTo>
                  <a:pt x="1251" y="26997"/>
                </a:lnTo>
                <a:lnTo>
                  <a:pt x="1251" y="27331"/>
                </a:lnTo>
                <a:lnTo>
                  <a:pt x="1251" y="27661"/>
                </a:lnTo>
                <a:lnTo>
                  <a:pt x="1251" y="27995"/>
                </a:lnTo>
                <a:lnTo>
                  <a:pt x="1251" y="28328"/>
                </a:lnTo>
                <a:lnTo>
                  <a:pt x="1315" y="28592"/>
                </a:lnTo>
                <a:lnTo>
                  <a:pt x="1315" y="28925"/>
                </a:lnTo>
                <a:lnTo>
                  <a:pt x="1315" y="29259"/>
                </a:lnTo>
                <a:lnTo>
                  <a:pt x="1315" y="29589"/>
                </a:lnTo>
                <a:lnTo>
                  <a:pt x="1411" y="29923"/>
                </a:lnTo>
                <a:lnTo>
                  <a:pt x="1411" y="30190"/>
                </a:lnTo>
                <a:lnTo>
                  <a:pt x="1411" y="30520"/>
                </a:lnTo>
                <a:lnTo>
                  <a:pt x="1411" y="30854"/>
                </a:lnTo>
                <a:lnTo>
                  <a:pt x="1411" y="31120"/>
                </a:lnTo>
                <a:lnTo>
                  <a:pt x="1475" y="31451"/>
                </a:lnTo>
                <a:lnTo>
                  <a:pt x="1475" y="31784"/>
                </a:lnTo>
                <a:lnTo>
                  <a:pt x="1475" y="32051"/>
                </a:lnTo>
                <a:lnTo>
                  <a:pt x="1475" y="32382"/>
                </a:lnTo>
                <a:lnTo>
                  <a:pt x="1539" y="32715"/>
                </a:lnTo>
                <a:lnTo>
                  <a:pt x="1539" y="32982"/>
                </a:lnTo>
                <a:lnTo>
                  <a:pt x="1539" y="33315"/>
                </a:lnTo>
                <a:lnTo>
                  <a:pt x="1539" y="33579"/>
                </a:lnTo>
                <a:lnTo>
                  <a:pt x="1539" y="33913"/>
                </a:lnTo>
                <a:lnTo>
                  <a:pt x="1604" y="34179"/>
                </a:lnTo>
                <a:lnTo>
                  <a:pt x="1604" y="34510"/>
                </a:lnTo>
                <a:lnTo>
                  <a:pt x="1604" y="34777"/>
                </a:lnTo>
                <a:lnTo>
                  <a:pt x="1604" y="35110"/>
                </a:lnTo>
                <a:lnTo>
                  <a:pt x="1700" y="35374"/>
                </a:lnTo>
                <a:lnTo>
                  <a:pt x="1700" y="35708"/>
                </a:lnTo>
                <a:lnTo>
                  <a:pt x="1700" y="35974"/>
                </a:lnTo>
                <a:lnTo>
                  <a:pt x="1700" y="36308"/>
                </a:lnTo>
                <a:lnTo>
                  <a:pt x="1700" y="36572"/>
                </a:lnTo>
                <a:lnTo>
                  <a:pt x="1764" y="36905"/>
                </a:lnTo>
                <a:lnTo>
                  <a:pt x="1764" y="37172"/>
                </a:lnTo>
                <a:lnTo>
                  <a:pt x="1764" y="37436"/>
                </a:lnTo>
                <a:lnTo>
                  <a:pt x="1764" y="37769"/>
                </a:lnTo>
                <a:lnTo>
                  <a:pt x="1828" y="38036"/>
                </a:lnTo>
                <a:lnTo>
                  <a:pt x="1828" y="38303"/>
                </a:lnTo>
                <a:lnTo>
                  <a:pt x="1828" y="38633"/>
                </a:lnTo>
                <a:lnTo>
                  <a:pt x="1828" y="38900"/>
                </a:lnTo>
                <a:lnTo>
                  <a:pt x="1828" y="39167"/>
                </a:lnTo>
                <a:lnTo>
                  <a:pt x="1924" y="39431"/>
                </a:lnTo>
                <a:lnTo>
                  <a:pt x="1924" y="39764"/>
                </a:lnTo>
                <a:lnTo>
                  <a:pt x="1924" y="40031"/>
                </a:lnTo>
                <a:lnTo>
                  <a:pt x="1924" y="40298"/>
                </a:lnTo>
                <a:lnTo>
                  <a:pt x="1924" y="40561"/>
                </a:lnTo>
                <a:lnTo>
                  <a:pt x="1988" y="40895"/>
                </a:lnTo>
                <a:lnTo>
                  <a:pt x="1988" y="41162"/>
                </a:lnTo>
                <a:lnTo>
                  <a:pt x="1988" y="41425"/>
                </a:lnTo>
                <a:lnTo>
                  <a:pt x="1988" y="41692"/>
                </a:lnTo>
                <a:lnTo>
                  <a:pt x="2053" y="41959"/>
                </a:lnTo>
                <a:lnTo>
                  <a:pt x="2053" y="42226"/>
                </a:lnTo>
                <a:lnTo>
                  <a:pt x="2053" y="42490"/>
                </a:lnTo>
                <a:lnTo>
                  <a:pt x="2053" y="42756"/>
                </a:lnTo>
                <a:lnTo>
                  <a:pt x="2053" y="43023"/>
                </a:lnTo>
                <a:lnTo>
                  <a:pt x="2117" y="43354"/>
                </a:lnTo>
                <a:lnTo>
                  <a:pt x="2117" y="43620"/>
                </a:lnTo>
                <a:lnTo>
                  <a:pt x="2117" y="43887"/>
                </a:lnTo>
                <a:lnTo>
                  <a:pt x="2117" y="44154"/>
                </a:lnTo>
                <a:lnTo>
                  <a:pt x="2213" y="44418"/>
                </a:lnTo>
                <a:lnTo>
                  <a:pt x="2213" y="44685"/>
                </a:lnTo>
                <a:lnTo>
                  <a:pt x="2213" y="44951"/>
                </a:lnTo>
                <a:lnTo>
                  <a:pt x="2213" y="45151"/>
                </a:lnTo>
                <a:lnTo>
                  <a:pt x="2213" y="45415"/>
                </a:lnTo>
                <a:lnTo>
                  <a:pt x="2277" y="45682"/>
                </a:lnTo>
                <a:lnTo>
                  <a:pt x="2277" y="45949"/>
                </a:lnTo>
                <a:lnTo>
                  <a:pt x="2277" y="46216"/>
                </a:lnTo>
                <a:lnTo>
                  <a:pt x="2277" y="46479"/>
                </a:lnTo>
                <a:lnTo>
                  <a:pt x="2341" y="46746"/>
                </a:lnTo>
                <a:lnTo>
                  <a:pt x="2341" y="47013"/>
                </a:lnTo>
                <a:lnTo>
                  <a:pt x="2341" y="47213"/>
                </a:lnTo>
                <a:lnTo>
                  <a:pt x="2341" y="47477"/>
                </a:lnTo>
                <a:lnTo>
                  <a:pt x="2341" y="47744"/>
                </a:lnTo>
                <a:lnTo>
                  <a:pt x="2406" y="48010"/>
                </a:lnTo>
                <a:lnTo>
                  <a:pt x="2406" y="48277"/>
                </a:lnTo>
                <a:lnTo>
                  <a:pt x="2406" y="48474"/>
                </a:lnTo>
                <a:lnTo>
                  <a:pt x="2406" y="48741"/>
                </a:lnTo>
                <a:lnTo>
                  <a:pt x="2502" y="49008"/>
                </a:lnTo>
                <a:lnTo>
                  <a:pt x="2502" y="49208"/>
                </a:lnTo>
                <a:lnTo>
                  <a:pt x="2502" y="49472"/>
                </a:lnTo>
                <a:lnTo>
                  <a:pt x="2502" y="49738"/>
                </a:lnTo>
                <a:lnTo>
                  <a:pt x="2502" y="49939"/>
                </a:lnTo>
                <a:lnTo>
                  <a:pt x="2566" y="50205"/>
                </a:lnTo>
                <a:lnTo>
                  <a:pt x="2566" y="50469"/>
                </a:lnTo>
                <a:lnTo>
                  <a:pt x="2566" y="50669"/>
                </a:lnTo>
                <a:lnTo>
                  <a:pt x="2566" y="50936"/>
                </a:lnTo>
                <a:lnTo>
                  <a:pt x="2630" y="51203"/>
                </a:lnTo>
                <a:lnTo>
                  <a:pt x="2630" y="51400"/>
                </a:lnTo>
                <a:lnTo>
                  <a:pt x="2630" y="51667"/>
                </a:lnTo>
                <a:lnTo>
                  <a:pt x="2630" y="51867"/>
                </a:lnTo>
                <a:lnTo>
                  <a:pt x="2630" y="52134"/>
                </a:lnTo>
                <a:lnTo>
                  <a:pt x="2726" y="52331"/>
                </a:lnTo>
                <a:lnTo>
                  <a:pt x="2726" y="52597"/>
                </a:lnTo>
                <a:lnTo>
                  <a:pt x="2726" y="52798"/>
                </a:lnTo>
                <a:lnTo>
                  <a:pt x="2726" y="53064"/>
                </a:lnTo>
                <a:lnTo>
                  <a:pt x="2726" y="53264"/>
                </a:lnTo>
                <a:lnTo>
                  <a:pt x="2790" y="53461"/>
                </a:lnTo>
                <a:lnTo>
                  <a:pt x="2790" y="53728"/>
                </a:lnTo>
                <a:lnTo>
                  <a:pt x="2790" y="53928"/>
                </a:lnTo>
                <a:lnTo>
                  <a:pt x="2790" y="54195"/>
                </a:lnTo>
                <a:lnTo>
                  <a:pt x="2855" y="54392"/>
                </a:lnTo>
                <a:lnTo>
                  <a:pt x="2855" y="54592"/>
                </a:lnTo>
                <a:lnTo>
                  <a:pt x="2855" y="54859"/>
                </a:lnTo>
                <a:lnTo>
                  <a:pt x="2855" y="55059"/>
                </a:lnTo>
                <a:lnTo>
                  <a:pt x="2855" y="55259"/>
                </a:lnTo>
                <a:lnTo>
                  <a:pt x="2919" y="55456"/>
                </a:lnTo>
                <a:lnTo>
                  <a:pt x="2919" y="55723"/>
                </a:lnTo>
                <a:lnTo>
                  <a:pt x="2919" y="55923"/>
                </a:lnTo>
                <a:lnTo>
                  <a:pt x="2919" y="56123"/>
                </a:lnTo>
                <a:lnTo>
                  <a:pt x="3015" y="56320"/>
                </a:lnTo>
                <a:lnTo>
                  <a:pt x="3015" y="56587"/>
                </a:lnTo>
                <a:lnTo>
                  <a:pt x="3015" y="56787"/>
                </a:lnTo>
                <a:lnTo>
                  <a:pt x="3015" y="56987"/>
                </a:lnTo>
                <a:lnTo>
                  <a:pt x="3015" y="57187"/>
                </a:lnTo>
                <a:lnTo>
                  <a:pt x="3079" y="57385"/>
                </a:lnTo>
                <a:lnTo>
                  <a:pt x="3079" y="57585"/>
                </a:lnTo>
                <a:lnTo>
                  <a:pt x="3079" y="57851"/>
                </a:lnTo>
                <a:lnTo>
                  <a:pt x="3079" y="58051"/>
                </a:lnTo>
                <a:lnTo>
                  <a:pt x="3143" y="58252"/>
                </a:lnTo>
                <a:lnTo>
                  <a:pt x="3143" y="58449"/>
                </a:lnTo>
                <a:lnTo>
                  <a:pt x="3143" y="58649"/>
                </a:lnTo>
                <a:lnTo>
                  <a:pt x="3143" y="58849"/>
                </a:lnTo>
                <a:lnTo>
                  <a:pt x="3143" y="59049"/>
                </a:lnTo>
                <a:lnTo>
                  <a:pt x="3240" y="59249"/>
                </a:lnTo>
                <a:lnTo>
                  <a:pt x="3240" y="5944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316783" y="3931855"/>
            <a:ext cx="3208" cy="18554"/>
          </a:xfrm>
          <a:custGeom>
            <a:avLst/>
            <a:gdLst/>
            <a:ahLst/>
            <a:cxnLst/>
            <a:rect l="l" t="t" r="r" b="b"/>
            <a:pathLst>
              <a:path w="3208" h="18554">
                <a:moveTo>
                  <a:pt x="0" y="0"/>
                </a:moveTo>
                <a:lnTo>
                  <a:pt x="0" y="200"/>
                </a:lnTo>
                <a:lnTo>
                  <a:pt x="0" y="400"/>
                </a:lnTo>
                <a:lnTo>
                  <a:pt x="64" y="600"/>
                </a:lnTo>
                <a:lnTo>
                  <a:pt x="64" y="800"/>
                </a:lnTo>
                <a:lnTo>
                  <a:pt x="64" y="997"/>
                </a:lnTo>
                <a:lnTo>
                  <a:pt x="64" y="1130"/>
                </a:lnTo>
                <a:lnTo>
                  <a:pt x="64" y="1330"/>
                </a:lnTo>
                <a:lnTo>
                  <a:pt x="128" y="1530"/>
                </a:lnTo>
                <a:lnTo>
                  <a:pt x="128" y="1731"/>
                </a:lnTo>
                <a:lnTo>
                  <a:pt x="128" y="1928"/>
                </a:lnTo>
                <a:lnTo>
                  <a:pt x="128" y="2128"/>
                </a:lnTo>
                <a:lnTo>
                  <a:pt x="192" y="2261"/>
                </a:lnTo>
                <a:lnTo>
                  <a:pt x="192" y="2461"/>
                </a:lnTo>
                <a:lnTo>
                  <a:pt x="192" y="2661"/>
                </a:lnTo>
                <a:lnTo>
                  <a:pt x="192" y="2858"/>
                </a:lnTo>
                <a:lnTo>
                  <a:pt x="192" y="2992"/>
                </a:lnTo>
                <a:lnTo>
                  <a:pt x="288" y="3192"/>
                </a:lnTo>
                <a:lnTo>
                  <a:pt x="288" y="3392"/>
                </a:lnTo>
                <a:lnTo>
                  <a:pt x="288" y="3592"/>
                </a:lnTo>
                <a:lnTo>
                  <a:pt x="288" y="3725"/>
                </a:lnTo>
                <a:lnTo>
                  <a:pt x="288" y="3923"/>
                </a:lnTo>
                <a:lnTo>
                  <a:pt x="352" y="4123"/>
                </a:lnTo>
                <a:lnTo>
                  <a:pt x="352" y="4256"/>
                </a:lnTo>
                <a:lnTo>
                  <a:pt x="352" y="4456"/>
                </a:lnTo>
                <a:lnTo>
                  <a:pt x="352" y="4589"/>
                </a:lnTo>
                <a:lnTo>
                  <a:pt x="417" y="4790"/>
                </a:lnTo>
                <a:lnTo>
                  <a:pt x="417" y="4987"/>
                </a:lnTo>
                <a:lnTo>
                  <a:pt x="417" y="5120"/>
                </a:lnTo>
                <a:lnTo>
                  <a:pt x="417" y="5320"/>
                </a:lnTo>
                <a:lnTo>
                  <a:pt x="417" y="5454"/>
                </a:lnTo>
                <a:lnTo>
                  <a:pt x="481" y="5654"/>
                </a:lnTo>
                <a:lnTo>
                  <a:pt x="481" y="5787"/>
                </a:lnTo>
                <a:lnTo>
                  <a:pt x="481" y="5984"/>
                </a:lnTo>
                <a:lnTo>
                  <a:pt x="481" y="6118"/>
                </a:lnTo>
                <a:lnTo>
                  <a:pt x="577" y="6251"/>
                </a:lnTo>
                <a:lnTo>
                  <a:pt x="577" y="6451"/>
                </a:lnTo>
                <a:lnTo>
                  <a:pt x="577" y="6584"/>
                </a:lnTo>
                <a:lnTo>
                  <a:pt x="577" y="6784"/>
                </a:lnTo>
                <a:lnTo>
                  <a:pt x="577" y="6915"/>
                </a:lnTo>
                <a:lnTo>
                  <a:pt x="641" y="7048"/>
                </a:lnTo>
                <a:lnTo>
                  <a:pt x="641" y="7248"/>
                </a:lnTo>
                <a:lnTo>
                  <a:pt x="641" y="7382"/>
                </a:lnTo>
                <a:lnTo>
                  <a:pt x="641" y="7515"/>
                </a:lnTo>
                <a:lnTo>
                  <a:pt x="705" y="7715"/>
                </a:lnTo>
                <a:lnTo>
                  <a:pt x="705" y="7846"/>
                </a:lnTo>
                <a:lnTo>
                  <a:pt x="705" y="7979"/>
                </a:lnTo>
                <a:lnTo>
                  <a:pt x="705" y="8112"/>
                </a:lnTo>
                <a:lnTo>
                  <a:pt x="705" y="8313"/>
                </a:lnTo>
                <a:lnTo>
                  <a:pt x="802" y="8446"/>
                </a:lnTo>
                <a:lnTo>
                  <a:pt x="802" y="8579"/>
                </a:lnTo>
                <a:lnTo>
                  <a:pt x="802" y="8713"/>
                </a:lnTo>
                <a:lnTo>
                  <a:pt x="802" y="8843"/>
                </a:lnTo>
                <a:lnTo>
                  <a:pt x="866" y="8977"/>
                </a:lnTo>
                <a:lnTo>
                  <a:pt x="866" y="9177"/>
                </a:lnTo>
                <a:lnTo>
                  <a:pt x="866" y="9310"/>
                </a:lnTo>
                <a:lnTo>
                  <a:pt x="866" y="9443"/>
                </a:lnTo>
                <a:lnTo>
                  <a:pt x="866" y="9577"/>
                </a:lnTo>
                <a:lnTo>
                  <a:pt x="930" y="9710"/>
                </a:lnTo>
                <a:lnTo>
                  <a:pt x="930" y="9841"/>
                </a:lnTo>
                <a:lnTo>
                  <a:pt x="930" y="9974"/>
                </a:lnTo>
                <a:lnTo>
                  <a:pt x="930" y="10107"/>
                </a:lnTo>
                <a:lnTo>
                  <a:pt x="994" y="10241"/>
                </a:lnTo>
                <a:lnTo>
                  <a:pt x="994" y="10374"/>
                </a:lnTo>
                <a:lnTo>
                  <a:pt x="994" y="10507"/>
                </a:lnTo>
                <a:lnTo>
                  <a:pt x="994" y="10641"/>
                </a:lnTo>
                <a:lnTo>
                  <a:pt x="994" y="10774"/>
                </a:lnTo>
                <a:lnTo>
                  <a:pt x="1090" y="10905"/>
                </a:lnTo>
                <a:lnTo>
                  <a:pt x="1090" y="11038"/>
                </a:lnTo>
                <a:lnTo>
                  <a:pt x="1090" y="11171"/>
                </a:lnTo>
                <a:lnTo>
                  <a:pt x="1090" y="11305"/>
                </a:lnTo>
                <a:lnTo>
                  <a:pt x="1154" y="11505"/>
                </a:lnTo>
                <a:lnTo>
                  <a:pt x="1154" y="11638"/>
                </a:lnTo>
                <a:lnTo>
                  <a:pt x="1154" y="11772"/>
                </a:lnTo>
                <a:lnTo>
                  <a:pt x="1154" y="11902"/>
                </a:lnTo>
                <a:lnTo>
                  <a:pt x="1219" y="12036"/>
                </a:lnTo>
                <a:lnTo>
                  <a:pt x="1219" y="12236"/>
                </a:lnTo>
                <a:lnTo>
                  <a:pt x="1219" y="12369"/>
                </a:lnTo>
                <a:lnTo>
                  <a:pt x="1283" y="12569"/>
                </a:lnTo>
                <a:lnTo>
                  <a:pt x="1283" y="12702"/>
                </a:lnTo>
                <a:lnTo>
                  <a:pt x="1283" y="12833"/>
                </a:lnTo>
                <a:lnTo>
                  <a:pt x="1379" y="13033"/>
                </a:lnTo>
                <a:lnTo>
                  <a:pt x="1379" y="13233"/>
                </a:lnTo>
                <a:lnTo>
                  <a:pt x="1379" y="13366"/>
                </a:lnTo>
                <a:lnTo>
                  <a:pt x="1443" y="13567"/>
                </a:lnTo>
                <a:lnTo>
                  <a:pt x="1443" y="13767"/>
                </a:lnTo>
                <a:lnTo>
                  <a:pt x="1507" y="13964"/>
                </a:lnTo>
                <a:lnTo>
                  <a:pt x="1507" y="14164"/>
                </a:lnTo>
                <a:lnTo>
                  <a:pt x="1507" y="14364"/>
                </a:lnTo>
                <a:lnTo>
                  <a:pt x="1604" y="14497"/>
                </a:lnTo>
                <a:lnTo>
                  <a:pt x="1604" y="14631"/>
                </a:lnTo>
                <a:lnTo>
                  <a:pt x="1668" y="14828"/>
                </a:lnTo>
                <a:lnTo>
                  <a:pt x="1668" y="14961"/>
                </a:lnTo>
                <a:lnTo>
                  <a:pt x="1668" y="15095"/>
                </a:lnTo>
                <a:lnTo>
                  <a:pt x="1732" y="15228"/>
                </a:lnTo>
                <a:lnTo>
                  <a:pt x="1732" y="15428"/>
                </a:lnTo>
                <a:lnTo>
                  <a:pt x="1796" y="15561"/>
                </a:lnTo>
                <a:lnTo>
                  <a:pt x="1796" y="15695"/>
                </a:lnTo>
                <a:lnTo>
                  <a:pt x="1796" y="15825"/>
                </a:lnTo>
                <a:lnTo>
                  <a:pt x="1892" y="15959"/>
                </a:lnTo>
                <a:lnTo>
                  <a:pt x="1892" y="16092"/>
                </a:lnTo>
                <a:lnTo>
                  <a:pt x="1892" y="16225"/>
                </a:lnTo>
                <a:lnTo>
                  <a:pt x="1956" y="16359"/>
                </a:lnTo>
                <a:lnTo>
                  <a:pt x="1956" y="16492"/>
                </a:lnTo>
                <a:lnTo>
                  <a:pt x="2021" y="16626"/>
                </a:lnTo>
                <a:lnTo>
                  <a:pt x="2021" y="16759"/>
                </a:lnTo>
                <a:lnTo>
                  <a:pt x="2117" y="16889"/>
                </a:lnTo>
                <a:lnTo>
                  <a:pt x="2117" y="17023"/>
                </a:lnTo>
                <a:lnTo>
                  <a:pt x="2181" y="17156"/>
                </a:lnTo>
                <a:lnTo>
                  <a:pt x="2181" y="17290"/>
                </a:lnTo>
                <a:lnTo>
                  <a:pt x="2245" y="17423"/>
                </a:lnTo>
                <a:lnTo>
                  <a:pt x="2309" y="17556"/>
                </a:lnTo>
                <a:lnTo>
                  <a:pt x="2309" y="17690"/>
                </a:lnTo>
                <a:lnTo>
                  <a:pt x="2406" y="17820"/>
                </a:lnTo>
                <a:lnTo>
                  <a:pt x="2470" y="17954"/>
                </a:lnTo>
                <a:lnTo>
                  <a:pt x="2470" y="18087"/>
                </a:lnTo>
                <a:lnTo>
                  <a:pt x="2534" y="18220"/>
                </a:lnTo>
                <a:lnTo>
                  <a:pt x="2598" y="18287"/>
                </a:lnTo>
                <a:lnTo>
                  <a:pt x="2694" y="18420"/>
                </a:lnTo>
                <a:lnTo>
                  <a:pt x="2823" y="18487"/>
                </a:lnTo>
                <a:lnTo>
                  <a:pt x="2983" y="18554"/>
                </a:lnTo>
                <a:lnTo>
                  <a:pt x="3047" y="18554"/>
                </a:lnTo>
                <a:lnTo>
                  <a:pt x="3208" y="18487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319991" y="3927134"/>
            <a:ext cx="3143" cy="23208"/>
          </a:xfrm>
          <a:custGeom>
            <a:avLst/>
            <a:gdLst/>
            <a:ahLst/>
            <a:cxnLst/>
            <a:rect l="l" t="t" r="r" b="b"/>
            <a:pathLst>
              <a:path w="3143" h="23208">
                <a:moveTo>
                  <a:pt x="0" y="23208"/>
                </a:moveTo>
                <a:lnTo>
                  <a:pt x="64" y="23141"/>
                </a:lnTo>
                <a:lnTo>
                  <a:pt x="128" y="23007"/>
                </a:lnTo>
                <a:lnTo>
                  <a:pt x="224" y="22874"/>
                </a:lnTo>
                <a:lnTo>
                  <a:pt x="288" y="22741"/>
                </a:lnTo>
                <a:lnTo>
                  <a:pt x="352" y="22607"/>
                </a:lnTo>
                <a:lnTo>
                  <a:pt x="352" y="22477"/>
                </a:lnTo>
                <a:lnTo>
                  <a:pt x="417" y="22343"/>
                </a:lnTo>
                <a:lnTo>
                  <a:pt x="513" y="22210"/>
                </a:lnTo>
                <a:lnTo>
                  <a:pt x="513" y="22077"/>
                </a:lnTo>
                <a:lnTo>
                  <a:pt x="577" y="21943"/>
                </a:lnTo>
                <a:lnTo>
                  <a:pt x="577" y="21810"/>
                </a:lnTo>
                <a:lnTo>
                  <a:pt x="641" y="21677"/>
                </a:lnTo>
                <a:lnTo>
                  <a:pt x="705" y="21543"/>
                </a:lnTo>
                <a:lnTo>
                  <a:pt x="705" y="21413"/>
                </a:lnTo>
                <a:lnTo>
                  <a:pt x="705" y="21279"/>
                </a:lnTo>
                <a:lnTo>
                  <a:pt x="802" y="21146"/>
                </a:lnTo>
                <a:lnTo>
                  <a:pt x="802" y="21013"/>
                </a:lnTo>
                <a:lnTo>
                  <a:pt x="866" y="20879"/>
                </a:lnTo>
                <a:lnTo>
                  <a:pt x="866" y="20746"/>
                </a:lnTo>
                <a:lnTo>
                  <a:pt x="930" y="20612"/>
                </a:lnTo>
                <a:lnTo>
                  <a:pt x="930" y="20415"/>
                </a:lnTo>
                <a:lnTo>
                  <a:pt x="1026" y="20282"/>
                </a:lnTo>
                <a:lnTo>
                  <a:pt x="1026" y="20149"/>
                </a:lnTo>
                <a:lnTo>
                  <a:pt x="1026" y="20015"/>
                </a:lnTo>
                <a:lnTo>
                  <a:pt x="1090" y="19882"/>
                </a:lnTo>
                <a:lnTo>
                  <a:pt x="1090" y="19682"/>
                </a:lnTo>
                <a:lnTo>
                  <a:pt x="1090" y="19548"/>
                </a:lnTo>
                <a:lnTo>
                  <a:pt x="1154" y="19418"/>
                </a:lnTo>
                <a:lnTo>
                  <a:pt x="1154" y="19284"/>
                </a:lnTo>
                <a:lnTo>
                  <a:pt x="1154" y="19151"/>
                </a:lnTo>
                <a:lnTo>
                  <a:pt x="1219" y="18951"/>
                </a:lnTo>
                <a:lnTo>
                  <a:pt x="1219" y="18751"/>
                </a:lnTo>
                <a:lnTo>
                  <a:pt x="1315" y="18618"/>
                </a:lnTo>
                <a:lnTo>
                  <a:pt x="1315" y="18487"/>
                </a:lnTo>
                <a:lnTo>
                  <a:pt x="1315" y="18287"/>
                </a:lnTo>
                <a:lnTo>
                  <a:pt x="1379" y="18154"/>
                </a:lnTo>
                <a:lnTo>
                  <a:pt x="1379" y="17954"/>
                </a:lnTo>
                <a:lnTo>
                  <a:pt x="1379" y="17753"/>
                </a:lnTo>
                <a:lnTo>
                  <a:pt x="1443" y="17553"/>
                </a:lnTo>
                <a:lnTo>
                  <a:pt x="1443" y="17423"/>
                </a:lnTo>
                <a:lnTo>
                  <a:pt x="1507" y="17223"/>
                </a:lnTo>
                <a:lnTo>
                  <a:pt x="1507" y="17089"/>
                </a:lnTo>
                <a:lnTo>
                  <a:pt x="1507" y="16956"/>
                </a:lnTo>
                <a:lnTo>
                  <a:pt x="1507" y="16756"/>
                </a:lnTo>
                <a:lnTo>
                  <a:pt x="1604" y="16623"/>
                </a:lnTo>
                <a:lnTo>
                  <a:pt x="1604" y="16492"/>
                </a:lnTo>
                <a:lnTo>
                  <a:pt x="1604" y="16292"/>
                </a:lnTo>
                <a:lnTo>
                  <a:pt x="1668" y="16159"/>
                </a:lnTo>
                <a:lnTo>
                  <a:pt x="1668" y="16025"/>
                </a:lnTo>
                <a:lnTo>
                  <a:pt x="1668" y="15892"/>
                </a:lnTo>
                <a:lnTo>
                  <a:pt x="1668" y="15759"/>
                </a:lnTo>
                <a:lnTo>
                  <a:pt x="1732" y="15559"/>
                </a:lnTo>
                <a:lnTo>
                  <a:pt x="1732" y="15428"/>
                </a:lnTo>
                <a:lnTo>
                  <a:pt x="1732" y="15295"/>
                </a:lnTo>
                <a:lnTo>
                  <a:pt x="1732" y="15161"/>
                </a:lnTo>
                <a:lnTo>
                  <a:pt x="1828" y="15028"/>
                </a:lnTo>
                <a:lnTo>
                  <a:pt x="1828" y="14895"/>
                </a:lnTo>
                <a:lnTo>
                  <a:pt x="1828" y="14761"/>
                </a:lnTo>
                <a:lnTo>
                  <a:pt x="1828" y="14628"/>
                </a:lnTo>
                <a:lnTo>
                  <a:pt x="1828" y="14497"/>
                </a:lnTo>
                <a:lnTo>
                  <a:pt x="1892" y="14364"/>
                </a:lnTo>
                <a:lnTo>
                  <a:pt x="1892" y="14231"/>
                </a:lnTo>
                <a:lnTo>
                  <a:pt x="1892" y="14097"/>
                </a:lnTo>
                <a:lnTo>
                  <a:pt x="1892" y="13964"/>
                </a:lnTo>
                <a:lnTo>
                  <a:pt x="1892" y="13830"/>
                </a:lnTo>
                <a:lnTo>
                  <a:pt x="1956" y="13630"/>
                </a:lnTo>
                <a:lnTo>
                  <a:pt x="1956" y="13500"/>
                </a:lnTo>
                <a:lnTo>
                  <a:pt x="1956" y="13366"/>
                </a:lnTo>
                <a:lnTo>
                  <a:pt x="1956" y="13233"/>
                </a:lnTo>
                <a:lnTo>
                  <a:pt x="2021" y="13100"/>
                </a:lnTo>
                <a:lnTo>
                  <a:pt x="2021" y="12966"/>
                </a:lnTo>
                <a:lnTo>
                  <a:pt x="2021" y="12766"/>
                </a:lnTo>
                <a:lnTo>
                  <a:pt x="2021" y="12633"/>
                </a:lnTo>
                <a:lnTo>
                  <a:pt x="2021" y="12502"/>
                </a:lnTo>
                <a:lnTo>
                  <a:pt x="2117" y="12369"/>
                </a:lnTo>
                <a:lnTo>
                  <a:pt x="2117" y="12169"/>
                </a:lnTo>
                <a:lnTo>
                  <a:pt x="2117" y="12036"/>
                </a:lnTo>
                <a:lnTo>
                  <a:pt x="2117" y="11902"/>
                </a:lnTo>
                <a:lnTo>
                  <a:pt x="2181" y="11702"/>
                </a:lnTo>
                <a:lnTo>
                  <a:pt x="2181" y="11569"/>
                </a:lnTo>
                <a:lnTo>
                  <a:pt x="2181" y="11438"/>
                </a:lnTo>
                <a:lnTo>
                  <a:pt x="2181" y="11238"/>
                </a:lnTo>
                <a:lnTo>
                  <a:pt x="2181" y="11105"/>
                </a:lnTo>
                <a:lnTo>
                  <a:pt x="2245" y="10971"/>
                </a:lnTo>
                <a:lnTo>
                  <a:pt x="2245" y="10771"/>
                </a:lnTo>
                <a:lnTo>
                  <a:pt x="2245" y="10638"/>
                </a:lnTo>
                <a:lnTo>
                  <a:pt x="2245" y="10441"/>
                </a:lnTo>
                <a:lnTo>
                  <a:pt x="2341" y="10307"/>
                </a:lnTo>
                <a:lnTo>
                  <a:pt x="2341" y="10107"/>
                </a:lnTo>
                <a:lnTo>
                  <a:pt x="2341" y="9974"/>
                </a:lnTo>
                <a:lnTo>
                  <a:pt x="2341" y="9774"/>
                </a:lnTo>
                <a:lnTo>
                  <a:pt x="2341" y="9641"/>
                </a:lnTo>
                <a:lnTo>
                  <a:pt x="2406" y="9443"/>
                </a:lnTo>
                <a:lnTo>
                  <a:pt x="2406" y="9310"/>
                </a:lnTo>
                <a:lnTo>
                  <a:pt x="2406" y="9110"/>
                </a:lnTo>
                <a:lnTo>
                  <a:pt x="2406" y="8977"/>
                </a:lnTo>
                <a:lnTo>
                  <a:pt x="2470" y="8776"/>
                </a:lnTo>
                <a:lnTo>
                  <a:pt x="2470" y="8643"/>
                </a:lnTo>
                <a:lnTo>
                  <a:pt x="2470" y="8446"/>
                </a:lnTo>
                <a:lnTo>
                  <a:pt x="2470" y="8246"/>
                </a:lnTo>
                <a:lnTo>
                  <a:pt x="2470" y="8112"/>
                </a:lnTo>
                <a:lnTo>
                  <a:pt x="2534" y="7912"/>
                </a:lnTo>
                <a:lnTo>
                  <a:pt x="2534" y="7712"/>
                </a:lnTo>
                <a:lnTo>
                  <a:pt x="2534" y="7579"/>
                </a:lnTo>
                <a:lnTo>
                  <a:pt x="2534" y="7382"/>
                </a:lnTo>
                <a:lnTo>
                  <a:pt x="2630" y="7182"/>
                </a:lnTo>
                <a:lnTo>
                  <a:pt x="2630" y="6982"/>
                </a:lnTo>
                <a:lnTo>
                  <a:pt x="2630" y="6848"/>
                </a:lnTo>
                <a:lnTo>
                  <a:pt x="2630" y="6648"/>
                </a:lnTo>
                <a:lnTo>
                  <a:pt x="2630" y="6451"/>
                </a:lnTo>
                <a:lnTo>
                  <a:pt x="2694" y="6251"/>
                </a:lnTo>
                <a:lnTo>
                  <a:pt x="2694" y="6051"/>
                </a:lnTo>
                <a:lnTo>
                  <a:pt x="2694" y="5917"/>
                </a:lnTo>
                <a:lnTo>
                  <a:pt x="2694" y="5717"/>
                </a:lnTo>
                <a:lnTo>
                  <a:pt x="2694" y="5520"/>
                </a:lnTo>
                <a:lnTo>
                  <a:pt x="2758" y="5320"/>
                </a:lnTo>
                <a:lnTo>
                  <a:pt x="2758" y="5120"/>
                </a:lnTo>
                <a:lnTo>
                  <a:pt x="2758" y="4920"/>
                </a:lnTo>
                <a:lnTo>
                  <a:pt x="2758" y="4720"/>
                </a:lnTo>
                <a:lnTo>
                  <a:pt x="2823" y="4523"/>
                </a:lnTo>
                <a:lnTo>
                  <a:pt x="2823" y="4323"/>
                </a:lnTo>
                <a:lnTo>
                  <a:pt x="2823" y="4123"/>
                </a:lnTo>
                <a:lnTo>
                  <a:pt x="2823" y="3923"/>
                </a:lnTo>
                <a:lnTo>
                  <a:pt x="2823" y="3723"/>
                </a:lnTo>
                <a:lnTo>
                  <a:pt x="2919" y="3525"/>
                </a:lnTo>
                <a:lnTo>
                  <a:pt x="2919" y="3325"/>
                </a:lnTo>
                <a:lnTo>
                  <a:pt x="2919" y="3125"/>
                </a:lnTo>
                <a:lnTo>
                  <a:pt x="2919" y="2925"/>
                </a:lnTo>
                <a:lnTo>
                  <a:pt x="2983" y="2725"/>
                </a:lnTo>
                <a:lnTo>
                  <a:pt x="2983" y="2528"/>
                </a:lnTo>
                <a:lnTo>
                  <a:pt x="2983" y="2328"/>
                </a:lnTo>
                <a:lnTo>
                  <a:pt x="2983" y="2128"/>
                </a:lnTo>
                <a:lnTo>
                  <a:pt x="2983" y="1928"/>
                </a:lnTo>
                <a:lnTo>
                  <a:pt x="3047" y="1728"/>
                </a:lnTo>
                <a:lnTo>
                  <a:pt x="3047" y="1530"/>
                </a:lnTo>
                <a:lnTo>
                  <a:pt x="3047" y="1264"/>
                </a:lnTo>
                <a:lnTo>
                  <a:pt x="3047" y="1064"/>
                </a:lnTo>
                <a:lnTo>
                  <a:pt x="3143" y="864"/>
                </a:lnTo>
                <a:lnTo>
                  <a:pt x="3143" y="663"/>
                </a:lnTo>
                <a:lnTo>
                  <a:pt x="3143" y="400"/>
                </a:lnTo>
                <a:lnTo>
                  <a:pt x="3143" y="200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323135" y="3865292"/>
            <a:ext cx="3208" cy="61841"/>
          </a:xfrm>
          <a:custGeom>
            <a:avLst/>
            <a:gdLst/>
            <a:ahLst/>
            <a:cxnLst/>
            <a:rect l="l" t="t" r="r" b="b"/>
            <a:pathLst>
              <a:path w="3208" h="61841">
                <a:moveTo>
                  <a:pt x="0" y="61841"/>
                </a:moveTo>
                <a:lnTo>
                  <a:pt x="64" y="61641"/>
                </a:lnTo>
                <a:lnTo>
                  <a:pt x="64" y="61377"/>
                </a:lnTo>
                <a:lnTo>
                  <a:pt x="64" y="61177"/>
                </a:lnTo>
                <a:lnTo>
                  <a:pt x="64" y="60977"/>
                </a:lnTo>
                <a:lnTo>
                  <a:pt x="128" y="60710"/>
                </a:lnTo>
                <a:lnTo>
                  <a:pt x="128" y="60510"/>
                </a:lnTo>
                <a:lnTo>
                  <a:pt x="128" y="60313"/>
                </a:lnTo>
                <a:lnTo>
                  <a:pt x="128" y="60046"/>
                </a:lnTo>
                <a:lnTo>
                  <a:pt x="128" y="59846"/>
                </a:lnTo>
                <a:lnTo>
                  <a:pt x="192" y="59580"/>
                </a:lnTo>
                <a:lnTo>
                  <a:pt x="192" y="59382"/>
                </a:lnTo>
                <a:lnTo>
                  <a:pt x="192" y="59182"/>
                </a:lnTo>
                <a:lnTo>
                  <a:pt x="192" y="58916"/>
                </a:lnTo>
                <a:lnTo>
                  <a:pt x="288" y="58715"/>
                </a:lnTo>
                <a:lnTo>
                  <a:pt x="288" y="58449"/>
                </a:lnTo>
                <a:lnTo>
                  <a:pt x="288" y="58252"/>
                </a:lnTo>
                <a:lnTo>
                  <a:pt x="288" y="57985"/>
                </a:lnTo>
                <a:lnTo>
                  <a:pt x="288" y="57785"/>
                </a:lnTo>
                <a:lnTo>
                  <a:pt x="352" y="57518"/>
                </a:lnTo>
                <a:lnTo>
                  <a:pt x="352" y="57321"/>
                </a:lnTo>
                <a:lnTo>
                  <a:pt x="352" y="57054"/>
                </a:lnTo>
                <a:lnTo>
                  <a:pt x="352" y="56787"/>
                </a:lnTo>
                <a:lnTo>
                  <a:pt x="352" y="56587"/>
                </a:lnTo>
                <a:lnTo>
                  <a:pt x="417" y="56323"/>
                </a:lnTo>
                <a:lnTo>
                  <a:pt x="417" y="56123"/>
                </a:lnTo>
                <a:lnTo>
                  <a:pt x="417" y="55857"/>
                </a:lnTo>
                <a:lnTo>
                  <a:pt x="417" y="55590"/>
                </a:lnTo>
                <a:lnTo>
                  <a:pt x="513" y="55393"/>
                </a:lnTo>
                <a:lnTo>
                  <a:pt x="513" y="55126"/>
                </a:lnTo>
                <a:lnTo>
                  <a:pt x="513" y="54859"/>
                </a:lnTo>
                <a:lnTo>
                  <a:pt x="513" y="54592"/>
                </a:lnTo>
                <a:lnTo>
                  <a:pt x="513" y="54395"/>
                </a:lnTo>
                <a:lnTo>
                  <a:pt x="577" y="54128"/>
                </a:lnTo>
                <a:lnTo>
                  <a:pt x="577" y="53862"/>
                </a:lnTo>
                <a:lnTo>
                  <a:pt x="577" y="53595"/>
                </a:lnTo>
                <a:lnTo>
                  <a:pt x="577" y="53398"/>
                </a:lnTo>
                <a:lnTo>
                  <a:pt x="641" y="53131"/>
                </a:lnTo>
                <a:lnTo>
                  <a:pt x="641" y="52864"/>
                </a:lnTo>
                <a:lnTo>
                  <a:pt x="641" y="52597"/>
                </a:lnTo>
                <a:lnTo>
                  <a:pt x="641" y="52334"/>
                </a:lnTo>
                <a:lnTo>
                  <a:pt x="641" y="52067"/>
                </a:lnTo>
                <a:lnTo>
                  <a:pt x="705" y="51867"/>
                </a:lnTo>
                <a:lnTo>
                  <a:pt x="705" y="51600"/>
                </a:lnTo>
                <a:lnTo>
                  <a:pt x="705" y="51336"/>
                </a:lnTo>
                <a:lnTo>
                  <a:pt x="705" y="51069"/>
                </a:lnTo>
                <a:lnTo>
                  <a:pt x="802" y="50803"/>
                </a:lnTo>
                <a:lnTo>
                  <a:pt x="802" y="50536"/>
                </a:lnTo>
                <a:lnTo>
                  <a:pt x="802" y="50272"/>
                </a:lnTo>
                <a:lnTo>
                  <a:pt x="802" y="50005"/>
                </a:lnTo>
                <a:lnTo>
                  <a:pt x="802" y="49738"/>
                </a:lnTo>
                <a:lnTo>
                  <a:pt x="866" y="49472"/>
                </a:lnTo>
                <a:lnTo>
                  <a:pt x="866" y="49208"/>
                </a:lnTo>
                <a:lnTo>
                  <a:pt x="866" y="48941"/>
                </a:lnTo>
                <a:lnTo>
                  <a:pt x="866" y="48674"/>
                </a:lnTo>
                <a:lnTo>
                  <a:pt x="930" y="48410"/>
                </a:lnTo>
                <a:lnTo>
                  <a:pt x="930" y="48144"/>
                </a:lnTo>
                <a:lnTo>
                  <a:pt x="930" y="47877"/>
                </a:lnTo>
                <a:lnTo>
                  <a:pt x="930" y="47610"/>
                </a:lnTo>
                <a:lnTo>
                  <a:pt x="930" y="47280"/>
                </a:lnTo>
                <a:lnTo>
                  <a:pt x="994" y="47013"/>
                </a:lnTo>
                <a:lnTo>
                  <a:pt x="994" y="46746"/>
                </a:lnTo>
                <a:lnTo>
                  <a:pt x="994" y="46479"/>
                </a:lnTo>
                <a:lnTo>
                  <a:pt x="994" y="46216"/>
                </a:lnTo>
                <a:lnTo>
                  <a:pt x="1090" y="45949"/>
                </a:lnTo>
                <a:lnTo>
                  <a:pt x="1090" y="45615"/>
                </a:lnTo>
                <a:lnTo>
                  <a:pt x="1090" y="45351"/>
                </a:lnTo>
                <a:lnTo>
                  <a:pt x="1090" y="45085"/>
                </a:lnTo>
                <a:lnTo>
                  <a:pt x="1090" y="44818"/>
                </a:lnTo>
                <a:lnTo>
                  <a:pt x="1154" y="44484"/>
                </a:lnTo>
                <a:lnTo>
                  <a:pt x="1154" y="44221"/>
                </a:lnTo>
                <a:lnTo>
                  <a:pt x="1154" y="43954"/>
                </a:lnTo>
                <a:lnTo>
                  <a:pt x="1154" y="43687"/>
                </a:lnTo>
                <a:lnTo>
                  <a:pt x="1154" y="43357"/>
                </a:lnTo>
                <a:lnTo>
                  <a:pt x="1219" y="43090"/>
                </a:lnTo>
                <a:lnTo>
                  <a:pt x="1219" y="42823"/>
                </a:lnTo>
                <a:lnTo>
                  <a:pt x="1219" y="42490"/>
                </a:lnTo>
                <a:lnTo>
                  <a:pt x="1219" y="42226"/>
                </a:lnTo>
                <a:lnTo>
                  <a:pt x="1315" y="41892"/>
                </a:lnTo>
                <a:lnTo>
                  <a:pt x="1315" y="41626"/>
                </a:lnTo>
                <a:lnTo>
                  <a:pt x="1315" y="41362"/>
                </a:lnTo>
                <a:lnTo>
                  <a:pt x="1315" y="41028"/>
                </a:lnTo>
                <a:lnTo>
                  <a:pt x="1315" y="40761"/>
                </a:lnTo>
                <a:lnTo>
                  <a:pt x="1379" y="40431"/>
                </a:lnTo>
                <a:lnTo>
                  <a:pt x="1379" y="40164"/>
                </a:lnTo>
                <a:lnTo>
                  <a:pt x="1379" y="39831"/>
                </a:lnTo>
                <a:lnTo>
                  <a:pt x="1379" y="39564"/>
                </a:lnTo>
                <a:lnTo>
                  <a:pt x="1443" y="39233"/>
                </a:lnTo>
                <a:lnTo>
                  <a:pt x="1443" y="38967"/>
                </a:lnTo>
                <a:lnTo>
                  <a:pt x="1443" y="38633"/>
                </a:lnTo>
                <a:lnTo>
                  <a:pt x="1443" y="38369"/>
                </a:lnTo>
                <a:lnTo>
                  <a:pt x="1443" y="38036"/>
                </a:lnTo>
                <a:lnTo>
                  <a:pt x="1507" y="37769"/>
                </a:lnTo>
                <a:lnTo>
                  <a:pt x="1507" y="37439"/>
                </a:lnTo>
                <a:lnTo>
                  <a:pt x="1507" y="37105"/>
                </a:lnTo>
                <a:lnTo>
                  <a:pt x="1507" y="36838"/>
                </a:lnTo>
                <a:lnTo>
                  <a:pt x="1604" y="36505"/>
                </a:lnTo>
                <a:lnTo>
                  <a:pt x="1604" y="36174"/>
                </a:lnTo>
                <a:lnTo>
                  <a:pt x="1604" y="35908"/>
                </a:lnTo>
                <a:lnTo>
                  <a:pt x="1604" y="35574"/>
                </a:lnTo>
                <a:lnTo>
                  <a:pt x="1604" y="35244"/>
                </a:lnTo>
                <a:lnTo>
                  <a:pt x="1668" y="34977"/>
                </a:lnTo>
                <a:lnTo>
                  <a:pt x="1668" y="34643"/>
                </a:lnTo>
                <a:lnTo>
                  <a:pt x="1668" y="34313"/>
                </a:lnTo>
                <a:lnTo>
                  <a:pt x="1668" y="33979"/>
                </a:lnTo>
                <a:lnTo>
                  <a:pt x="1732" y="33713"/>
                </a:lnTo>
                <a:lnTo>
                  <a:pt x="1732" y="33382"/>
                </a:lnTo>
                <a:lnTo>
                  <a:pt x="1732" y="33049"/>
                </a:lnTo>
                <a:lnTo>
                  <a:pt x="1732" y="32715"/>
                </a:lnTo>
                <a:lnTo>
                  <a:pt x="1732" y="32385"/>
                </a:lnTo>
                <a:lnTo>
                  <a:pt x="1796" y="32118"/>
                </a:lnTo>
                <a:lnTo>
                  <a:pt x="1796" y="31784"/>
                </a:lnTo>
                <a:lnTo>
                  <a:pt x="1796" y="31454"/>
                </a:lnTo>
                <a:lnTo>
                  <a:pt x="1796" y="31120"/>
                </a:lnTo>
                <a:lnTo>
                  <a:pt x="1892" y="30787"/>
                </a:lnTo>
                <a:lnTo>
                  <a:pt x="1892" y="30456"/>
                </a:lnTo>
                <a:lnTo>
                  <a:pt x="1892" y="30123"/>
                </a:lnTo>
                <a:lnTo>
                  <a:pt x="1892" y="29790"/>
                </a:lnTo>
                <a:lnTo>
                  <a:pt x="1892" y="29523"/>
                </a:lnTo>
                <a:lnTo>
                  <a:pt x="1956" y="29192"/>
                </a:lnTo>
                <a:lnTo>
                  <a:pt x="1956" y="28859"/>
                </a:lnTo>
                <a:lnTo>
                  <a:pt x="1956" y="28525"/>
                </a:lnTo>
                <a:lnTo>
                  <a:pt x="1956" y="28195"/>
                </a:lnTo>
                <a:lnTo>
                  <a:pt x="1956" y="27861"/>
                </a:lnTo>
                <a:lnTo>
                  <a:pt x="2021" y="27528"/>
                </a:lnTo>
                <a:lnTo>
                  <a:pt x="2021" y="27197"/>
                </a:lnTo>
                <a:lnTo>
                  <a:pt x="2021" y="26864"/>
                </a:lnTo>
                <a:lnTo>
                  <a:pt x="2021" y="26467"/>
                </a:lnTo>
                <a:lnTo>
                  <a:pt x="2117" y="26133"/>
                </a:lnTo>
                <a:lnTo>
                  <a:pt x="2117" y="25800"/>
                </a:lnTo>
                <a:lnTo>
                  <a:pt x="2117" y="25469"/>
                </a:lnTo>
                <a:lnTo>
                  <a:pt x="2117" y="25136"/>
                </a:lnTo>
                <a:lnTo>
                  <a:pt x="2117" y="24802"/>
                </a:lnTo>
                <a:lnTo>
                  <a:pt x="2181" y="24472"/>
                </a:lnTo>
                <a:lnTo>
                  <a:pt x="2181" y="24138"/>
                </a:lnTo>
                <a:lnTo>
                  <a:pt x="2181" y="23805"/>
                </a:lnTo>
                <a:lnTo>
                  <a:pt x="2181" y="23408"/>
                </a:lnTo>
                <a:lnTo>
                  <a:pt x="2245" y="23074"/>
                </a:lnTo>
                <a:lnTo>
                  <a:pt x="2245" y="22741"/>
                </a:lnTo>
                <a:lnTo>
                  <a:pt x="2245" y="22410"/>
                </a:lnTo>
                <a:lnTo>
                  <a:pt x="2245" y="22077"/>
                </a:lnTo>
                <a:lnTo>
                  <a:pt x="2245" y="21677"/>
                </a:lnTo>
                <a:lnTo>
                  <a:pt x="2309" y="21346"/>
                </a:lnTo>
                <a:lnTo>
                  <a:pt x="2309" y="21013"/>
                </a:lnTo>
                <a:lnTo>
                  <a:pt x="2309" y="20612"/>
                </a:lnTo>
                <a:lnTo>
                  <a:pt x="2309" y="20282"/>
                </a:lnTo>
                <a:lnTo>
                  <a:pt x="2406" y="19948"/>
                </a:lnTo>
                <a:lnTo>
                  <a:pt x="2406" y="19615"/>
                </a:lnTo>
                <a:lnTo>
                  <a:pt x="2406" y="19218"/>
                </a:lnTo>
                <a:lnTo>
                  <a:pt x="2406" y="18884"/>
                </a:lnTo>
                <a:lnTo>
                  <a:pt x="2406" y="18487"/>
                </a:lnTo>
                <a:lnTo>
                  <a:pt x="2470" y="18154"/>
                </a:lnTo>
                <a:lnTo>
                  <a:pt x="2470" y="17820"/>
                </a:lnTo>
                <a:lnTo>
                  <a:pt x="2470" y="17423"/>
                </a:lnTo>
                <a:lnTo>
                  <a:pt x="2470" y="17089"/>
                </a:lnTo>
                <a:lnTo>
                  <a:pt x="2534" y="16689"/>
                </a:lnTo>
                <a:lnTo>
                  <a:pt x="2534" y="16359"/>
                </a:lnTo>
                <a:lnTo>
                  <a:pt x="2534" y="16025"/>
                </a:lnTo>
                <a:lnTo>
                  <a:pt x="2534" y="15625"/>
                </a:lnTo>
                <a:lnTo>
                  <a:pt x="2534" y="15295"/>
                </a:lnTo>
                <a:lnTo>
                  <a:pt x="2630" y="14895"/>
                </a:lnTo>
                <a:lnTo>
                  <a:pt x="2630" y="14561"/>
                </a:lnTo>
                <a:lnTo>
                  <a:pt x="2630" y="14164"/>
                </a:lnTo>
                <a:lnTo>
                  <a:pt x="2630" y="13830"/>
                </a:lnTo>
                <a:lnTo>
                  <a:pt x="2694" y="13433"/>
                </a:lnTo>
                <a:lnTo>
                  <a:pt x="2694" y="13033"/>
                </a:lnTo>
                <a:lnTo>
                  <a:pt x="2694" y="12700"/>
                </a:lnTo>
                <a:lnTo>
                  <a:pt x="2694" y="12302"/>
                </a:lnTo>
                <a:lnTo>
                  <a:pt x="2694" y="11969"/>
                </a:lnTo>
                <a:lnTo>
                  <a:pt x="2758" y="11569"/>
                </a:lnTo>
                <a:lnTo>
                  <a:pt x="2758" y="11171"/>
                </a:lnTo>
                <a:lnTo>
                  <a:pt x="2758" y="10838"/>
                </a:lnTo>
                <a:lnTo>
                  <a:pt x="2758" y="10441"/>
                </a:lnTo>
                <a:lnTo>
                  <a:pt x="2758" y="10107"/>
                </a:lnTo>
                <a:lnTo>
                  <a:pt x="2823" y="9707"/>
                </a:lnTo>
                <a:lnTo>
                  <a:pt x="2823" y="9310"/>
                </a:lnTo>
                <a:lnTo>
                  <a:pt x="2823" y="8910"/>
                </a:lnTo>
                <a:lnTo>
                  <a:pt x="2823" y="8576"/>
                </a:lnTo>
                <a:lnTo>
                  <a:pt x="2919" y="8179"/>
                </a:lnTo>
                <a:lnTo>
                  <a:pt x="2919" y="7779"/>
                </a:lnTo>
                <a:lnTo>
                  <a:pt x="2919" y="7448"/>
                </a:lnTo>
                <a:lnTo>
                  <a:pt x="2919" y="7048"/>
                </a:lnTo>
                <a:lnTo>
                  <a:pt x="2919" y="6648"/>
                </a:lnTo>
                <a:lnTo>
                  <a:pt x="2983" y="6251"/>
                </a:lnTo>
                <a:lnTo>
                  <a:pt x="2983" y="5851"/>
                </a:lnTo>
                <a:lnTo>
                  <a:pt x="2983" y="5520"/>
                </a:lnTo>
                <a:lnTo>
                  <a:pt x="2983" y="5120"/>
                </a:lnTo>
                <a:lnTo>
                  <a:pt x="3047" y="4720"/>
                </a:lnTo>
                <a:lnTo>
                  <a:pt x="3047" y="4323"/>
                </a:lnTo>
                <a:lnTo>
                  <a:pt x="3047" y="3923"/>
                </a:lnTo>
                <a:lnTo>
                  <a:pt x="3047" y="3525"/>
                </a:lnTo>
                <a:lnTo>
                  <a:pt x="3047" y="3192"/>
                </a:lnTo>
                <a:lnTo>
                  <a:pt x="3111" y="2792"/>
                </a:lnTo>
                <a:lnTo>
                  <a:pt x="3111" y="2395"/>
                </a:lnTo>
                <a:lnTo>
                  <a:pt x="3111" y="1994"/>
                </a:lnTo>
                <a:lnTo>
                  <a:pt x="3111" y="1594"/>
                </a:lnTo>
                <a:lnTo>
                  <a:pt x="3208" y="1197"/>
                </a:lnTo>
                <a:lnTo>
                  <a:pt x="3208" y="797"/>
                </a:lnTo>
                <a:lnTo>
                  <a:pt x="3208" y="40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326343" y="3771199"/>
            <a:ext cx="3208" cy="94093"/>
          </a:xfrm>
          <a:custGeom>
            <a:avLst/>
            <a:gdLst/>
            <a:ahLst/>
            <a:cxnLst/>
            <a:rect l="l" t="t" r="r" b="b"/>
            <a:pathLst>
              <a:path w="3208" h="94093">
                <a:moveTo>
                  <a:pt x="0" y="94093"/>
                </a:moveTo>
                <a:lnTo>
                  <a:pt x="0" y="93693"/>
                </a:lnTo>
                <a:lnTo>
                  <a:pt x="64" y="93296"/>
                </a:lnTo>
                <a:lnTo>
                  <a:pt x="64" y="92895"/>
                </a:lnTo>
                <a:lnTo>
                  <a:pt x="64" y="92498"/>
                </a:lnTo>
                <a:lnTo>
                  <a:pt x="64" y="92098"/>
                </a:lnTo>
                <a:lnTo>
                  <a:pt x="128" y="91698"/>
                </a:lnTo>
                <a:lnTo>
                  <a:pt x="128" y="91301"/>
                </a:lnTo>
                <a:lnTo>
                  <a:pt x="128" y="90901"/>
                </a:lnTo>
                <a:lnTo>
                  <a:pt x="128" y="90503"/>
                </a:lnTo>
                <a:lnTo>
                  <a:pt x="128" y="90036"/>
                </a:lnTo>
                <a:lnTo>
                  <a:pt x="224" y="89639"/>
                </a:lnTo>
                <a:lnTo>
                  <a:pt x="224" y="89239"/>
                </a:lnTo>
                <a:lnTo>
                  <a:pt x="224" y="88839"/>
                </a:lnTo>
                <a:lnTo>
                  <a:pt x="224" y="88442"/>
                </a:lnTo>
                <a:lnTo>
                  <a:pt x="288" y="88042"/>
                </a:lnTo>
                <a:lnTo>
                  <a:pt x="288" y="87644"/>
                </a:lnTo>
                <a:lnTo>
                  <a:pt x="288" y="87178"/>
                </a:lnTo>
                <a:lnTo>
                  <a:pt x="288" y="86777"/>
                </a:lnTo>
                <a:lnTo>
                  <a:pt x="288" y="86380"/>
                </a:lnTo>
                <a:lnTo>
                  <a:pt x="352" y="85980"/>
                </a:lnTo>
                <a:lnTo>
                  <a:pt x="352" y="85516"/>
                </a:lnTo>
                <a:lnTo>
                  <a:pt x="352" y="85116"/>
                </a:lnTo>
                <a:lnTo>
                  <a:pt x="352" y="84716"/>
                </a:lnTo>
                <a:lnTo>
                  <a:pt x="352" y="84319"/>
                </a:lnTo>
                <a:lnTo>
                  <a:pt x="417" y="83852"/>
                </a:lnTo>
                <a:lnTo>
                  <a:pt x="417" y="83454"/>
                </a:lnTo>
                <a:lnTo>
                  <a:pt x="417" y="83054"/>
                </a:lnTo>
                <a:lnTo>
                  <a:pt x="417" y="82590"/>
                </a:lnTo>
                <a:lnTo>
                  <a:pt x="513" y="82190"/>
                </a:lnTo>
                <a:lnTo>
                  <a:pt x="513" y="81790"/>
                </a:lnTo>
                <a:lnTo>
                  <a:pt x="513" y="81326"/>
                </a:lnTo>
                <a:lnTo>
                  <a:pt x="513" y="80926"/>
                </a:lnTo>
                <a:lnTo>
                  <a:pt x="513" y="80529"/>
                </a:lnTo>
                <a:lnTo>
                  <a:pt x="577" y="80062"/>
                </a:lnTo>
                <a:lnTo>
                  <a:pt x="577" y="79665"/>
                </a:lnTo>
                <a:lnTo>
                  <a:pt x="577" y="79198"/>
                </a:lnTo>
                <a:lnTo>
                  <a:pt x="577" y="78798"/>
                </a:lnTo>
                <a:lnTo>
                  <a:pt x="641" y="78401"/>
                </a:lnTo>
                <a:lnTo>
                  <a:pt x="641" y="77934"/>
                </a:lnTo>
                <a:lnTo>
                  <a:pt x="641" y="77537"/>
                </a:lnTo>
                <a:lnTo>
                  <a:pt x="641" y="77070"/>
                </a:lnTo>
                <a:lnTo>
                  <a:pt x="641" y="76672"/>
                </a:lnTo>
                <a:lnTo>
                  <a:pt x="705" y="76206"/>
                </a:lnTo>
                <a:lnTo>
                  <a:pt x="705" y="75805"/>
                </a:lnTo>
                <a:lnTo>
                  <a:pt x="705" y="75342"/>
                </a:lnTo>
                <a:lnTo>
                  <a:pt x="705" y="74941"/>
                </a:lnTo>
                <a:lnTo>
                  <a:pt x="802" y="74477"/>
                </a:lnTo>
                <a:lnTo>
                  <a:pt x="802" y="74011"/>
                </a:lnTo>
                <a:lnTo>
                  <a:pt x="802" y="73613"/>
                </a:lnTo>
                <a:lnTo>
                  <a:pt x="802" y="73147"/>
                </a:lnTo>
                <a:lnTo>
                  <a:pt x="802" y="72746"/>
                </a:lnTo>
                <a:lnTo>
                  <a:pt x="866" y="72283"/>
                </a:lnTo>
                <a:lnTo>
                  <a:pt x="866" y="71882"/>
                </a:lnTo>
                <a:lnTo>
                  <a:pt x="866" y="71418"/>
                </a:lnTo>
                <a:lnTo>
                  <a:pt x="866" y="70952"/>
                </a:lnTo>
                <a:lnTo>
                  <a:pt x="930" y="70554"/>
                </a:lnTo>
                <a:lnTo>
                  <a:pt x="930" y="70088"/>
                </a:lnTo>
                <a:lnTo>
                  <a:pt x="930" y="69624"/>
                </a:lnTo>
                <a:lnTo>
                  <a:pt x="930" y="69223"/>
                </a:lnTo>
                <a:lnTo>
                  <a:pt x="930" y="68757"/>
                </a:lnTo>
                <a:lnTo>
                  <a:pt x="1026" y="68293"/>
                </a:lnTo>
                <a:lnTo>
                  <a:pt x="1026" y="67826"/>
                </a:lnTo>
                <a:lnTo>
                  <a:pt x="1026" y="67429"/>
                </a:lnTo>
                <a:lnTo>
                  <a:pt x="1026" y="66962"/>
                </a:lnTo>
                <a:lnTo>
                  <a:pt x="1090" y="66498"/>
                </a:lnTo>
                <a:lnTo>
                  <a:pt x="1090" y="66031"/>
                </a:lnTo>
                <a:lnTo>
                  <a:pt x="1090" y="65634"/>
                </a:lnTo>
                <a:lnTo>
                  <a:pt x="1090" y="65167"/>
                </a:lnTo>
                <a:lnTo>
                  <a:pt x="1090" y="64703"/>
                </a:lnTo>
                <a:lnTo>
                  <a:pt x="1154" y="64236"/>
                </a:lnTo>
                <a:lnTo>
                  <a:pt x="1154" y="63769"/>
                </a:lnTo>
                <a:lnTo>
                  <a:pt x="1154" y="63372"/>
                </a:lnTo>
                <a:lnTo>
                  <a:pt x="1154" y="62905"/>
                </a:lnTo>
                <a:lnTo>
                  <a:pt x="1154" y="62441"/>
                </a:lnTo>
                <a:lnTo>
                  <a:pt x="1219" y="61975"/>
                </a:lnTo>
                <a:lnTo>
                  <a:pt x="1219" y="61511"/>
                </a:lnTo>
                <a:lnTo>
                  <a:pt x="1219" y="61044"/>
                </a:lnTo>
                <a:lnTo>
                  <a:pt x="1219" y="60580"/>
                </a:lnTo>
                <a:lnTo>
                  <a:pt x="1315" y="60113"/>
                </a:lnTo>
                <a:lnTo>
                  <a:pt x="1315" y="59716"/>
                </a:lnTo>
                <a:lnTo>
                  <a:pt x="1315" y="59249"/>
                </a:lnTo>
                <a:lnTo>
                  <a:pt x="1315" y="58782"/>
                </a:lnTo>
                <a:lnTo>
                  <a:pt x="1315" y="58318"/>
                </a:lnTo>
                <a:lnTo>
                  <a:pt x="1379" y="57851"/>
                </a:lnTo>
                <a:lnTo>
                  <a:pt x="1379" y="57387"/>
                </a:lnTo>
                <a:lnTo>
                  <a:pt x="1379" y="56921"/>
                </a:lnTo>
                <a:lnTo>
                  <a:pt x="1379" y="56457"/>
                </a:lnTo>
                <a:lnTo>
                  <a:pt x="1443" y="55990"/>
                </a:lnTo>
                <a:lnTo>
                  <a:pt x="1443" y="55526"/>
                </a:lnTo>
                <a:lnTo>
                  <a:pt x="1443" y="55059"/>
                </a:lnTo>
                <a:lnTo>
                  <a:pt x="1443" y="54595"/>
                </a:lnTo>
                <a:lnTo>
                  <a:pt x="1443" y="54128"/>
                </a:lnTo>
                <a:lnTo>
                  <a:pt x="1539" y="53664"/>
                </a:lnTo>
                <a:lnTo>
                  <a:pt x="1539" y="53131"/>
                </a:lnTo>
                <a:lnTo>
                  <a:pt x="1539" y="52667"/>
                </a:lnTo>
                <a:lnTo>
                  <a:pt x="1539" y="52200"/>
                </a:lnTo>
                <a:lnTo>
                  <a:pt x="1604" y="51736"/>
                </a:lnTo>
                <a:lnTo>
                  <a:pt x="1604" y="51269"/>
                </a:lnTo>
                <a:lnTo>
                  <a:pt x="1604" y="50803"/>
                </a:lnTo>
                <a:lnTo>
                  <a:pt x="1604" y="50339"/>
                </a:lnTo>
                <a:lnTo>
                  <a:pt x="1604" y="49872"/>
                </a:lnTo>
                <a:lnTo>
                  <a:pt x="1668" y="49408"/>
                </a:lnTo>
                <a:lnTo>
                  <a:pt x="1668" y="48874"/>
                </a:lnTo>
                <a:lnTo>
                  <a:pt x="1668" y="48410"/>
                </a:lnTo>
                <a:lnTo>
                  <a:pt x="1668" y="47944"/>
                </a:lnTo>
                <a:lnTo>
                  <a:pt x="1732" y="47480"/>
                </a:lnTo>
                <a:lnTo>
                  <a:pt x="1732" y="47013"/>
                </a:lnTo>
                <a:lnTo>
                  <a:pt x="1732" y="46482"/>
                </a:lnTo>
                <a:lnTo>
                  <a:pt x="1732" y="46015"/>
                </a:lnTo>
                <a:lnTo>
                  <a:pt x="1732" y="45552"/>
                </a:lnTo>
                <a:lnTo>
                  <a:pt x="1828" y="45085"/>
                </a:lnTo>
                <a:lnTo>
                  <a:pt x="1828" y="44554"/>
                </a:lnTo>
                <a:lnTo>
                  <a:pt x="1828" y="44087"/>
                </a:lnTo>
                <a:lnTo>
                  <a:pt x="1828" y="43623"/>
                </a:lnTo>
                <a:lnTo>
                  <a:pt x="1892" y="43090"/>
                </a:lnTo>
                <a:lnTo>
                  <a:pt x="1892" y="42626"/>
                </a:lnTo>
                <a:lnTo>
                  <a:pt x="1892" y="42159"/>
                </a:lnTo>
                <a:lnTo>
                  <a:pt x="1892" y="41695"/>
                </a:lnTo>
                <a:lnTo>
                  <a:pt x="1892" y="41162"/>
                </a:lnTo>
                <a:lnTo>
                  <a:pt x="1956" y="40698"/>
                </a:lnTo>
                <a:lnTo>
                  <a:pt x="1956" y="40164"/>
                </a:lnTo>
                <a:lnTo>
                  <a:pt x="1956" y="39700"/>
                </a:lnTo>
                <a:lnTo>
                  <a:pt x="1956" y="39233"/>
                </a:lnTo>
                <a:lnTo>
                  <a:pt x="1956" y="38703"/>
                </a:lnTo>
                <a:lnTo>
                  <a:pt x="2021" y="38236"/>
                </a:lnTo>
                <a:lnTo>
                  <a:pt x="2021" y="37705"/>
                </a:lnTo>
                <a:lnTo>
                  <a:pt x="2021" y="37238"/>
                </a:lnTo>
                <a:lnTo>
                  <a:pt x="2021" y="36775"/>
                </a:lnTo>
                <a:lnTo>
                  <a:pt x="2117" y="36241"/>
                </a:lnTo>
                <a:lnTo>
                  <a:pt x="2117" y="35774"/>
                </a:lnTo>
                <a:lnTo>
                  <a:pt x="2117" y="35244"/>
                </a:lnTo>
                <a:lnTo>
                  <a:pt x="2117" y="34780"/>
                </a:lnTo>
                <a:lnTo>
                  <a:pt x="2117" y="34246"/>
                </a:lnTo>
                <a:lnTo>
                  <a:pt x="2181" y="33782"/>
                </a:lnTo>
                <a:lnTo>
                  <a:pt x="2181" y="33249"/>
                </a:lnTo>
                <a:lnTo>
                  <a:pt x="2181" y="32785"/>
                </a:lnTo>
                <a:lnTo>
                  <a:pt x="2181" y="32251"/>
                </a:lnTo>
                <a:lnTo>
                  <a:pt x="2245" y="31787"/>
                </a:lnTo>
                <a:lnTo>
                  <a:pt x="2245" y="31254"/>
                </a:lnTo>
                <a:lnTo>
                  <a:pt x="2245" y="30787"/>
                </a:lnTo>
                <a:lnTo>
                  <a:pt x="2245" y="30256"/>
                </a:lnTo>
                <a:lnTo>
                  <a:pt x="2245" y="29792"/>
                </a:lnTo>
                <a:lnTo>
                  <a:pt x="2341" y="29259"/>
                </a:lnTo>
                <a:lnTo>
                  <a:pt x="2341" y="28728"/>
                </a:lnTo>
                <a:lnTo>
                  <a:pt x="2341" y="28261"/>
                </a:lnTo>
                <a:lnTo>
                  <a:pt x="2341" y="27731"/>
                </a:lnTo>
                <a:lnTo>
                  <a:pt x="2406" y="27264"/>
                </a:lnTo>
                <a:lnTo>
                  <a:pt x="2406" y="26733"/>
                </a:lnTo>
                <a:lnTo>
                  <a:pt x="2406" y="26200"/>
                </a:lnTo>
                <a:lnTo>
                  <a:pt x="2406" y="25736"/>
                </a:lnTo>
                <a:lnTo>
                  <a:pt x="2406" y="25202"/>
                </a:lnTo>
                <a:lnTo>
                  <a:pt x="2470" y="24672"/>
                </a:lnTo>
                <a:lnTo>
                  <a:pt x="2470" y="24205"/>
                </a:lnTo>
                <a:lnTo>
                  <a:pt x="2470" y="23674"/>
                </a:lnTo>
                <a:lnTo>
                  <a:pt x="2470" y="23141"/>
                </a:lnTo>
                <a:lnTo>
                  <a:pt x="2534" y="22610"/>
                </a:lnTo>
                <a:lnTo>
                  <a:pt x="2534" y="22143"/>
                </a:lnTo>
                <a:lnTo>
                  <a:pt x="2534" y="21613"/>
                </a:lnTo>
                <a:lnTo>
                  <a:pt x="2534" y="21079"/>
                </a:lnTo>
                <a:lnTo>
                  <a:pt x="2534" y="20615"/>
                </a:lnTo>
                <a:lnTo>
                  <a:pt x="2630" y="20082"/>
                </a:lnTo>
                <a:lnTo>
                  <a:pt x="2630" y="19551"/>
                </a:lnTo>
                <a:lnTo>
                  <a:pt x="2630" y="19018"/>
                </a:lnTo>
                <a:lnTo>
                  <a:pt x="2630" y="18487"/>
                </a:lnTo>
                <a:lnTo>
                  <a:pt x="2694" y="18020"/>
                </a:lnTo>
                <a:lnTo>
                  <a:pt x="2694" y="17490"/>
                </a:lnTo>
                <a:lnTo>
                  <a:pt x="2694" y="16956"/>
                </a:lnTo>
                <a:lnTo>
                  <a:pt x="2694" y="16425"/>
                </a:lnTo>
                <a:lnTo>
                  <a:pt x="2694" y="15892"/>
                </a:lnTo>
                <a:lnTo>
                  <a:pt x="2758" y="15428"/>
                </a:lnTo>
                <a:lnTo>
                  <a:pt x="2758" y="14895"/>
                </a:lnTo>
                <a:lnTo>
                  <a:pt x="2758" y="14364"/>
                </a:lnTo>
                <a:lnTo>
                  <a:pt x="2758" y="13833"/>
                </a:lnTo>
                <a:lnTo>
                  <a:pt x="2758" y="13300"/>
                </a:lnTo>
                <a:lnTo>
                  <a:pt x="2855" y="12769"/>
                </a:lnTo>
                <a:lnTo>
                  <a:pt x="2855" y="12236"/>
                </a:lnTo>
                <a:lnTo>
                  <a:pt x="2855" y="11714"/>
                </a:lnTo>
                <a:lnTo>
                  <a:pt x="2855" y="11163"/>
                </a:lnTo>
                <a:lnTo>
                  <a:pt x="2919" y="10699"/>
                </a:lnTo>
                <a:lnTo>
                  <a:pt x="2919" y="10177"/>
                </a:lnTo>
                <a:lnTo>
                  <a:pt x="2919" y="9655"/>
                </a:lnTo>
                <a:lnTo>
                  <a:pt x="2919" y="9104"/>
                </a:lnTo>
                <a:lnTo>
                  <a:pt x="2919" y="8582"/>
                </a:lnTo>
                <a:lnTo>
                  <a:pt x="2983" y="8060"/>
                </a:lnTo>
                <a:lnTo>
                  <a:pt x="2983" y="7509"/>
                </a:lnTo>
                <a:lnTo>
                  <a:pt x="2983" y="6987"/>
                </a:lnTo>
                <a:lnTo>
                  <a:pt x="2983" y="6437"/>
                </a:lnTo>
                <a:lnTo>
                  <a:pt x="3047" y="5915"/>
                </a:lnTo>
                <a:lnTo>
                  <a:pt x="3047" y="5393"/>
                </a:lnTo>
                <a:lnTo>
                  <a:pt x="3047" y="4842"/>
                </a:lnTo>
                <a:lnTo>
                  <a:pt x="3047" y="4320"/>
                </a:lnTo>
                <a:lnTo>
                  <a:pt x="3047" y="3798"/>
                </a:lnTo>
                <a:lnTo>
                  <a:pt x="3143" y="3247"/>
                </a:lnTo>
                <a:lnTo>
                  <a:pt x="3143" y="2725"/>
                </a:lnTo>
                <a:lnTo>
                  <a:pt x="3143" y="2116"/>
                </a:lnTo>
                <a:lnTo>
                  <a:pt x="3143" y="1594"/>
                </a:lnTo>
                <a:lnTo>
                  <a:pt x="3208" y="1072"/>
                </a:lnTo>
                <a:lnTo>
                  <a:pt x="3208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329551" y="3654028"/>
            <a:ext cx="3208" cy="117171"/>
          </a:xfrm>
          <a:custGeom>
            <a:avLst/>
            <a:gdLst/>
            <a:ahLst/>
            <a:cxnLst/>
            <a:rect l="l" t="t" r="r" b="b"/>
            <a:pathLst>
              <a:path w="3208" h="117171">
                <a:moveTo>
                  <a:pt x="0" y="117171"/>
                </a:moveTo>
                <a:lnTo>
                  <a:pt x="0" y="116649"/>
                </a:lnTo>
                <a:lnTo>
                  <a:pt x="0" y="116098"/>
                </a:lnTo>
                <a:lnTo>
                  <a:pt x="64" y="115576"/>
                </a:lnTo>
                <a:lnTo>
                  <a:pt x="64" y="115054"/>
                </a:lnTo>
                <a:lnTo>
                  <a:pt x="64" y="114445"/>
                </a:lnTo>
                <a:lnTo>
                  <a:pt x="64" y="113923"/>
                </a:lnTo>
                <a:lnTo>
                  <a:pt x="128" y="113372"/>
                </a:lnTo>
                <a:lnTo>
                  <a:pt x="128" y="112850"/>
                </a:lnTo>
                <a:lnTo>
                  <a:pt x="128" y="112328"/>
                </a:lnTo>
                <a:lnTo>
                  <a:pt x="128" y="111777"/>
                </a:lnTo>
                <a:lnTo>
                  <a:pt x="128" y="111197"/>
                </a:lnTo>
                <a:lnTo>
                  <a:pt x="224" y="110647"/>
                </a:lnTo>
                <a:lnTo>
                  <a:pt x="224" y="110125"/>
                </a:lnTo>
                <a:lnTo>
                  <a:pt x="224" y="109603"/>
                </a:lnTo>
                <a:lnTo>
                  <a:pt x="224" y="108994"/>
                </a:lnTo>
                <a:lnTo>
                  <a:pt x="288" y="108472"/>
                </a:lnTo>
                <a:lnTo>
                  <a:pt x="288" y="107921"/>
                </a:lnTo>
                <a:lnTo>
                  <a:pt x="288" y="107399"/>
                </a:lnTo>
                <a:lnTo>
                  <a:pt x="288" y="106790"/>
                </a:lnTo>
                <a:lnTo>
                  <a:pt x="288" y="106268"/>
                </a:lnTo>
                <a:lnTo>
                  <a:pt x="352" y="105746"/>
                </a:lnTo>
                <a:lnTo>
                  <a:pt x="352" y="105195"/>
                </a:lnTo>
                <a:lnTo>
                  <a:pt x="352" y="104615"/>
                </a:lnTo>
                <a:lnTo>
                  <a:pt x="352" y="104065"/>
                </a:lnTo>
                <a:lnTo>
                  <a:pt x="352" y="103543"/>
                </a:lnTo>
                <a:lnTo>
                  <a:pt x="449" y="102934"/>
                </a:lnTo>
                <a:lnTo>
                  <a:pt x="449" y="102412"/>
                </a:lnTo>
                <a:lnTo>
                  <a:pt x="449" y="101890"/>
                </a:lnTo>
                <a:lnTo>
                  <a:pt x="449" y="101281"/>
                </a:lnTo>
                <a:lnTo>
                  <a:pt x="513" y="100759"/>
                </a:lnTo>
                <a:lnTo>
                  <a:pt x="513" y="100150"/>
                </a:lnTo>
                <a:lnTo>
                  <a:pt x="513" y="99628"/>
                </a:lnTo>
                <a:lnTo>
                  <a:pt x="513" y="99077"/>
                </a:lnTo>
                <a:lnTo>
                  <a:pt x="513" y="98497"/>
                </a:lnTo>
                <a:lnTo>
                  <a:pt x="577" y="97946"/>
                </a:lnTo>
                <a:lnTo>
                  <a:pt x="577" y="97367"/>
                </a:lnTo>
                <a:lnTo>
                  <a:pt x="577" y="96816"/>
                </a:lnTo>
                <a:lnTo>
                  <a:pt x="577" y="96294"/>
                </a:lnTo>
                <a:lnTo>
                  <a:pt x="641" y="95685"/>
                </a:lnTo>
                <a:lnTo>
                  <a:pt x="641" y="95163"/>
                </a:lnTo>
                <a:lnTo>
                  <a:pt x="641" y="94554"/>
                </a:lnTo>
                <a:lnTo>
                  <a:pt x="641" y="94032"/>
                </a:lnTo>
                <a:lnTo>
                  <a:pt x="641" y="93423"/>
                </a:lnTo>
                <a:lnTo>
                  <a:pt x="737" y="92901"/>
                </a:lnTo>
                <a:lnTo>
                  <a:pt x="737" y="92292"/>
                </a:lnTo>
                <a:lnTo>
                  <a:pt x="737" y="91770"/>
                </a:lnTo>
                <a:lnTo>
                  <a:pt x="737" y="91162"/>
                </a:lnTo>
                <a:lnTo>
                  <a:pt x="802" y="90640"/>
                </a:lnTo>
                <a:lnTo>
                  <a:pt x="802" y="90031"/>
                </a:lnTo>
                <a:lnTo>
                  <a:pt x="802" y="89509"/>
                </a:lnTo>
                <a:lnTo>
                  <a:pt x="802" y="88900"/>
                </a:lnTo>
                <a:lnTo>
                  <a:pt x="802" y="88378"/>
                </a:lnTo>
                <a:lnTo>
                  <a:pt x="866" y="87769"/>
                </a:lnTo>
                <a:lnTo>
                  <a:pt x="866" y="87247"/>
                </a:lnTo>
                <a:lnTo>
                  <a:pt x="866" y="86638"/>
                </a:lnTo>
                <a:lnTo>
                  <a:pt x="866" y="86116"/>
                </a:lnTo>
                <a:lnTo>
                  <a:pt x="930" y="85507"/>
                </a:lnTo>
                <a:lnTo>
                  <a:pt x="930" y="84927"/>
                </a:lnTo>
                <a:lnTo>
                  <a:pt x="930" y="84377"/>
                </a:lnTo>
                <a:lnTo>
                  <a:pt x="930" y="83797"/>
                </a:lnTo>
                <a:lnTo>
                  <a:pt x="930" y="83246"/>
                </a:lnTo>
                <a:lnTo>
                  <a:pt x="1026" y="82666"/>
                </a:lnTo>
                <a:lnTo>
                  <a:pt x="1026" y="82057"/>
                </a:lnTo>
                <a:lnTo>
                  <a:pt x="1026" y="81535"/>
                </a:lnTo>
                <a:lnTo>
                  <a:pt x="1026" y="80926"/>
                </a:lnTo>
                <a:lnTo>
                  <a:pt x="1090" y="80346"/>
                </a:lnTo>
                <a:lnTo>
                  <a:pt x="1090" y="79795"/>
                </a:lnTo>
                <a:lnTo>
                  <a:pt x="1090" y="79215"/>
                </a:lnTo>
                <a:lnTo>
                  <a:pt x="1090" y="78606"/>
                </a:lnTo>
                <a:lnTo>
                  <a:pt x="1090" y="78085"/>
                </a:lnTo>
                <a:lnTo>
                  <a:pt x="1154" y="77476"/>
                </a:lnTo>
                <a:lnTo>
                  <a:pt x="1154" y="76867"/>
                </a:lnTo>
                <a:lnTo>
                  <a:pt x="1154" y="76345"/>
                </a:lnTo>
                <a:lnTo>
                  <a:pt x="1154" y="75736"/>
                </a:lnTo>
                <a:lnTo>
                  <a:pt x="1154" y="75156"/>
                </a:lnTo>
                <a:lnTo>
                  <a:pt x="1251" y="74547"/>
                </a:lnTo>
                <a:lnTo>
                  <a:pt x="1251" y="74025"/>
                </a:lnTo>
                <a:lnTo>
                  <a:pt x="1251" y="73416"/>
                </a:lnTo>
                <a:lnTo>
                  <a:pt x="1251" y="72807"/>
                </a:lnTo>
                <a:lnTo>
                  <a:pt x="1315" y="72285"/>
                </a:lnTo>
                <a:lnTo>
                  <a:pt x="1315" y="71677"/>
                </a:lnTo>
                <a:lnTo>
                  <a:pt x="1315" y="71097"/>
                </a:lnTo>
                <a:lnTo>
                  <a:pt x="1315" y="70488"/>
                </a:lnTo>
                <a:lnTo>
                  <a:pt x="1315" y="69879"/>
                </a:lnTo>
                <a:lnTo>
                  <a:pt x="1379" y="69357"/>
                </a:lnTo>
                <a:lnTo>
                  <a:pt x="1379" y="68748"/>
                </a:lnTo>
                <a:lnTo>
                  <a:pt x="1379" y="68168"/>
                </a:lnTo>
                <a:lnTo>
                  <a:pt x="1379" y="67559"/>
                </a:lnTo>
                <a:lnTo>
                  <a:pt x="1443" y="66979"/>
                </a:lnTo>
                <a:lnTo>
                  <a:pt x="1443" y="66428"/>
                </a:lnTo>
                <a:lnTo>
                  <a:pt x="1443" y="65848"/>
                </a:lnTo>
                <a:lnTo>
                  <a:pt x="1443" y="65239"/>
                </a:lnTo>
                <a:lnTo>
                  <a:pt x="1443" y="64631"/>
                </a:lnTo>
                <a:lnTo>
                  <a:pt x="1539" y="64051"/>
                </a:lnTo>
                <a:lnTo>
                  <a:pt x="1539" y="63442"/>
                </a:lnTo>
                <a:lnTo>
                  <a:pt x="1539" y="62920"/>
                </a:lnTo>
                <a:lnTo>
                  <a:pt x="1539" y="62311"/>
                </a:lnTo>
                <a:lnTo>
                  <a:pt x="1604" y="61702"/>
                </a:lnTo>
                <a:lnTo>
                  <a:pt x="1604" y="61122"/>
                </a:lnTo>
                <a:lnTo>
                  <a:pt x="1604" y="60513"/>
                </a:lnTo>
                <a:lnTo>
                  <a:pt x="1604" y="59904"/>
                </a:lnTo>
                <a:lnTo>
                  <a:pt x="1604" y="59324"/>
                </a:lnTo>
                <a:lnTo>
                  <a:pt x="1668" y="58715"/>
                </a:lnTo>
                <a:lnTo>
                  <a:pt x="1668" y="58136"/>
                </a:lnTo>
                <a:lnTo>
                  <a:pt x="1668" y="57527"/>
                </a:lnTo>
                <a:lnTo>
                  <a:pt x="1668" y="56918"/>
                </a:lnTo>
                <a:lnTo>
                  <a:pt x="1764" y="56396"/>
                </a:lnTo>
                <a:lnTo>
                  <a:pt x="1764" y="55787"/>
                </a:lnTo>
                <a:lnTo>
                  <a:pt x="1764" y="55207"/>
                </a:lnTo>
                <a:lnTo>
                  <a:pt x="1764" y="54598"/>
                </a:lnTo>
                <a:lnTo>
                  <a:pt x="1764" y="53989"/>
                </a:lnTo>
                <a:lnTo>
                  <a:pt x="1828" y="53409"/>
                </a:lnTo>
                <a:lnTo>
                  <a:pt x="1828" y="52800"/>
                </a:lnTo>
                <a:lnTo>
                  <a:pt x="1828" y="52191"/>
                </a:lnTo>
                <a:lnTo>
                  <a:pt x="1828" y="51612"/>
                </a:lnTo>
                <a:lnTo>
                  <a:pt x="1892" y="51003"/>
                </a:lnTo>
                <a:lnTo>
                  <a:pt x="1892" y="50423"/>
                </a:lnTo>
                <a:lnTo>
                  <a:pt x="1892" y="49814"/>
                </a:lnTo>
                <a:lnTo>
                  <a:pt x="1892" y="49205"/>
                </a:lnTo>
                <a:lnTo>
                  <a:pt x="1892" y="48625"/>
                </a:lnTo>
                <a:lnTo>
                  <a:pt x="1956" y="48016"/>
                </a:lnTo>
                <a:lnTo>
                  <a:pt x="1956" y="47407"/>
                </a:lnTo>
                <a:lnTo>
                  <a:pt x="1956" y="46827"/>
                </a:lnTo>
                <a:lnTo>
                  <a:pt x="1956" y="46218"/>
                </a:lnTo>
                <a:lnTo>
                  <a:pt x="1956" y="45610"/>
                </a:lnTo>
                <a:lnTo>
                  <a:pt x="2053" y="44943"/>
                </a:lnTo>
                <a:lnTo>
                  <a:pt x="2053" y="44363"/>
                </a:lnTo>
                <a:lnTo>
                  <a:pt x="2053" y="43754"/>
                </a:lnTo>
                <a:lnTo>
                  <a:pt x="2053" y="43174"/>
                </a:lnTo>
                <a:lnTo>
                  <a:pt x="2117" y="42565"/>
                </a:lnTo>
                <a:lnTo>
                  <a:pt x="2117" y="41956"/>
                </a:lnTo>
                <a:lnTo>
                  <a:pt x="2117" y="41376"/>
                </a:lnTo>
                <a:lnTo>
                  <a:pt x="2117" y="40767"/>
                </a:lnTo>
                <a:lnTo>
                  <a:pt x="2117" y="40158"/>
                </a:lnTo>
                <a:lnTo>
                  <a:pt x="2181" y="39578"/>
                </a:lnTo>
                <a:lnTo>
                  <a:pt x="2181" y="38970"/>
                </a:lnTo>
                <a:lnTo>
                  <a:pt x="2181" y="38303"/>
                </a:lnTo>
                <a:lnTo>
                  <a:pt x="2181" y="37723"/>
                </a:lnTo>
                <a:lnTo>
                  <a:pt x="2245" y="37114"/>
                </a:lnTo>
                <a:lnTo>
                  <a:pt x="2245" y="36505"/>
                </a:lnTo>
                <a:lnTo>
                  <a:pt x="2245" y="35925"/>
                </a:lnTo>
                <a:lnTo>
                  <a:pt x="2245" y="35316"/>
                </a:lnTo>
                <a:lnTo>
                  <a:pt x="2245" y="34707"/>
                </a:lnTo>
                <a:lnTo>
                  <a:pt x="2341" y="34040"/>
                </a:lnTo>
                <a:lnTo>
                  <a:pt x="2341" y="33460"/>
                </a:lnTo>
                <a:lnTo>
                  <a:pt x="2341" y="32851"/>
                </a:lnTo>
                <a:lnTo>
                  <a:pt x="2341" y="32243"/>
                </a:lnTo>
                <a:lnTo>
                  <a:pt x="2406" y="31663"/>
                </a:lnTo>
                <a:lnTo>
                  <a:pt x="2406" y="30996"/>
                </a:lnTo>
                <a:lnTo>
                  <a:pt x="2406" y="30387"/>
                </a:lnTo>
                <a:lnTo>
                  <a:pt x="2406" y="29807"/>
                </a:lnTo>
                <a:lnTo>
                  <a:pt x="2406" y="29198"/>
                </a:lnTo>
                <a:lnTo>
                  <a:pt x="2470" y="28589"/>
                </a:lnTo>
                <a:lnTo>
                  <a:pt x="2470" y="27922"/>
                </a:lnTo>
                <a:lnTo>
                  <a:pt x="2470" y="27342"/>
                </a:lnTo>
                <a:lnTo>
                  <a:pt x="2470" y="26733"/>
                </a:lnTo>
                <a:lnTo>
                  <a:pt x="2566" y="26124"/>
                </a:lnTo>
                <a:lnTo>
                  <a:pt x="2566" y="25487"/>
                </a:lnTo>
                <a:lnTo>
                  <a:pt x="2566" y="24878"/>
                </a:lnTo>
                <a:lnTo>
                  <a:pt x="2566" y="24269"/>
                </a:lnTo>
                <a:lnTo>
                  <a:pt x="2566" y="23689"/>
                </a:lnTo>
                <a:lnTo>
                  <a:pt x="2630" y="23022"/>
                </a:lnTo>
                <a:lnTo>
                  <a:pt x="2630" y="22413"/>
                </a:lnTo>
                <a:lnTo>
                  <a:pt x="2630" y="21804"/>
                </a:lnTo>
                <a:lnTo>
                  <a:pt x="2630" y="21137"/>
                </a:lnTo>
                <a:lnTo>
                  <a:pt x="2694" y="20557"/>
                </a:lnTo>
                <a:lnTo>
                  <a:pt x="2694" y="19948"/>
                </a:lnTo>
                <a:lnTo>
                  <a:pt x="2694" y="19369"/>
                </a:lnTo>
                <a:lnTo>
                  <a:pt x="2694" y="18702"/>
                </a:lnTo>
                <a:lnTo>
                  <a:pt x="2694" y="18093"/>
                </a:lnTo>
                <a:lnTo>
                  <a:pt x="2758" y="17484"/>
                </a:lnTo>
                <a:lnTo>
                  <a:pt x="2758" y="16817"/>
                </a:lnTo>
                <a:lnTo>
                  <a:pt x="2758" y="16237"/>
                </a:lnTo>
                <a:lnTo>
                  <a:pt x="2758" y="15628"/>
                </a:lnTo>
                <a:lnTo>
                  <a:pt x="2758" y="14961"/>
                </a:lnTo>
                <a:lnTo>
                  <a:pt x="2855" y="14381"/>
                </a:lnTo>
                <a:lnTo>
                  <a:pt x="2855" y="13772"/>
                </a:lnTo>
                <a:lnTo>
                  <a:pt x="2855" y="13105"/>
                </a:lnTo>
                <a:lnTo>
                  <a:pt x="2855" y="12497"/>
                </a:lnTo>
                <a:lnTo>
                  <a:pt x="2919" y="11830"/>
                </a:lnTo>
                <a:lnTo>
                  <a:pt x="2919" y="11250"/>
                </a:lnTo>
                <a:lnTo>
                  <a:pt x="2919" y="10641"/>
                </a:lnTo>
                <a:lnTo>
                  <a:pt x="2919" y="9974"/>
                </a:lnTo>
                <a:lnTo>
                  <a:pt x="2919" y="9394"/>
                </a:lnTo>
                <a:lnTo>
                  <a:pt x="2983" y="8785"/>
                </a:lnTo>
                <a:lnTo>
                  <a:pt x="2983" y="8118"/>
                </a:lnTo>
                <a:lnTo>
                  <a:pt x="2983" y="7509"/>
                </a:lnTo>
                <a:lnTo>
                  <a:pt x="2983" y="6842"/>
                </a:lnTo>
                <a:lnTo>
                  <a:pt x="3079" y="6263"/>
                </a:lnTo>
                <a:lnTo>
                  <a:pt x="3079" y="5654"/>
                </a:lnTo>
                <a:lnTo>
                  <a:pt x="3079" y="4987"/>
                </a:lnTo>
                <a:lnTo>
                  <a:pt x="3079" y="4407"/>
                </a:lnTo>
                <a:lnTo>
                  <a:pt x="3079" y="3740"/>
                </a:lnTo>
                <a:lnTo>
                  <a:pt x="3143" y="3131"/>
                </a:lnTo>
                <a:lnTo>
                  <a:pt x="3143" y="2464"/>
                </a:lnTo>
                <a:lnTo>
                  <a:pt x="3143" y="1855"/>
                </a:lnTo>
                <a:lnTo>
                  <a:pt x="3143" y="1188"/>
                </a:lnTo>
                <a:lnTo>
                  <a:pt x="3208" y="608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332759" y="3524621"/>
            <a:ext cx="3208" cy="129407"/>
          </a:xfrm>
          <a:custGeom>
            <a:avLst/>
            <a:gdLst/>
            <a:ahLst/>
            <a:cxnLst/>
            <a:rect l="l" t="t" r="r" b="b"/>
            <a:pathLst>
              <a:path w="3208" h="129407">
                <a:moveTo>
                  <a:pt x="0" y="129407"/>
                </a:moveTo>
                <a:lnTo>
                  <a:pt x="0" y="128740"/>
                </a:lnTo>
                <a:lnTo>
                  <a:pt x="0" y="128160"/>
                </a:lnTo>
                <a:lnTo>
                  <a:pt x="0" y="127493"/>
                </a:lnTo>
                <a:lnTo>
                  <a:pt x="64" y="126884"/>
                </a:lnTo>
                <a:lnTo>
                  <a:pt x="64" y="126217"/>
                </a:lnTo>
                <a:lnTo>
                  <a:pt x="64" y="125608"/>
                </a:lnTo>
                <a:lnTo>
                  <a:pt x="64" y="124970"/>
                </a:lnTo>
                <a:lnTo>
                  <a:pt x="160" y="124361"/>
                </a:lnTo>
                <a:lnTo>
                  <a:pt x="160" y="123695"/>
                </a:lnTo>
                <a:lnTo>
                  <a:pt x="160" y="123086"/>
                </a:lnTo>
                <a:lnTo>
                  <a:pt x="160" y="122419"/>
                </a:lnTo>
                <a:lnTo>
                  <a:pt x="160" y="121839"/>
                </a:lnTo>
                <a:lnTo>
                  <a:pt x="224" y="121172"/>
                </a:lnTo>
                <a:lnTo>
                  <a:pt x="224" y="120563"/>
                </a:lnTo>
                <a:lnTo>
                  <a:pt x="224" y="119896"/>
                </a:lnTo>
                <a:lnTo>
                  <a:pt x="224" y="119316"/>
                </a:lnTo>
                <a:lnTo>
                  <a:pt x="288" y="118649"/>
                </a:lnTo>
                <a:lnTo>
                  <a:pt x="288" y="118040"/>
                </a:lnTo>
                <a:lnTo>
                  <a:pt x="288" y="117373"/>
                </a:lnTo>
                <a:lnTo>
                  <a:pt x="288" y="116707"/>
                </a:lnTo>
                <a:lnTo>
                  <a:pt x="288" y="116127"/>
                </a:lnTo>
                <a:lnTo>
                  <a:pt x="352" y="115460"/>
                </a:lnTo>
                <a:lnTo>
                  <a:pt x="352" y="114851"/>
                </a:lnTo>
                <a:lnTo>
                  <a:pt x="352" y="114184"/>
                </a:lnTo>
                <a:lnTo>
                  <a:pt x="352" y="113575"/>
                </a:lnTo>
                <a:lnTo>
                  <a:pt x="352" y="112908"/>
                </a:lnTo>
                <a:lnTo>
                  <a:pt x="449" y="112270"/>
                </a:lnTo>
                <a:lnTo>
                  <a:pt x="449" y="111661"/>
                </a:lnTo>
                <a:lnTo>
                  <a:pt x="449" y="110994"/>
                </a:lnTo>
                <a:lnTo>
                  <a:pt x="449" y="110386"/>
                </a:lnTo>
                <a:lnTo>
                  <a:pt x="513" y="109719"/>
                </a:lnTo>
                <a:lnTo>
                  <a:pt x="513" y="109139"/>
                </a:lnTo>
                <a:lnTo>
                  <a:pt x="513" y="108472"/>
                </a:lnTo>
                <a:lnTo>
                  <a:pt x="513" y="107805"/>
                </a:lnTo>
                <a:lnTo>
                  <a:pt x="513" y="107196"/>
                </a:lnTo>
                <a:lnTo>
                  <a:pt x="577" y="106529"/>
                </a:lnTo>
                <a:lnTo>
                  <a:pt x="577" y="105862"/>
                </a:lnTo>
                <a:lnTo>
                  <a:pt x="577" y="105282"/>
                </a:lnTo>
                <a:lnTo>
                  <a:pt x="577" y="104615"/>
                </a:lnTo>
                <a:lnTo>
                  <a:pt x="673" y="104007"/>
                </a:lnTo>
                <a:lnTo>
                  <a:pt x="673" y="103340"/>
                </a:lnTo>
                <a:lnTo>
                  <a:pt x="673" y="102673"/>
                </a:lnTo>
                <a:lnTo>
                  <a:pt x="673" y="102093"/>
                </a:lnTo>
                <a:lnTo>
                  <a:pt x="673" y="101426"/>
                </a:lnTo>
                <a:lnTo>
                  <a:pt x="737" y="100759"/>
                </a:lnTo>
                <a:lnTo>
                  <a:pt x="737" y="100150"/>
                </a:lnTo>
                <a:lnTo>
                  <a:pt x="737" y="99483"/>
                </a:lnTo>
                <a:lnTo>
                  <a:pt x="737" y="98816"/>
                </a:lnTo>
                <a:lnTo>
                  <a:pt x="802" y="98236"/>
                </a:lnTo>
                <a:lnTo>
                  <a:pt x="802" y="97570"/>
                </a:lnTo>
                <a:lnTo>
                  <a:pt x="802" y="96903"/>
                </a:lnTo>
                <a:lnTo>
                  <a:pt x="802" y="96294"/>
                </a:lnTo>
                <a:lnTo>
                  <a:pt x="802" y="95627"/>
                </a:lnTo>
                <a:lnTo>
                  <a:pt x="866" y="94960"/>
                </a:lnTo>
                <a:lnTo>
                  <a:pt x="866" y="94380"/>
                </a:lnTo>
                <a:lnTo>
                  <a:pt x="866" y="93713"/>
                </a:lnTo>
                <a:lnTo>
                  <a:pt x="866" y="93046"/>
                </a:lnTo>
                <a:lnTo>
                  <a:pt x="962" y="92437"/>
                </a:lnTo>
                <a:lnTo>
                  <a:pt x="962" y="91770"/>
                </a:lnTo>
                <a:lnTo>
                  <a:pt x="962" y="91104"/>
                </a:lnTo>
                <a:lnTo>
                  <a:pt x="962" y="90524"/>
                </a:lnTo>
                <a:lnTo>
                  <a:pt x="962" y="89857"/>
                </a:lnTo>
                <a:lnTo>
                  <a:pt x="1026" y="89190"/>
                </a:lnTo>
                <a:lnTo>
                  <a:pt x="1026" y="88523"/>
                </a:lnTo>
                <a:lnTo>
                  <a:pt x="1026" y="87914"/>
                </a:lnTo>
                <a:lnTo>
                  <a:pt x="1026" y="87247"/>
                </a:lnTo>
                <a:lnTo>
                  <a:pt x="1090" y="86580"/>
                </a:lnTo>
                <a:lnTo>
                  <a:pt x="1090" y="86000"/>
                </a:lnTo>
                <a:lnTo>
                  <a:pt x="1090" y="85333"/>
                </a:lnTo>
                <a:lnTo>
                  <a:pt x="1090" y="84667"/>
                </a:lnTo>
                <a:lnTo>
                  <a:pt x="1090" y="84000"/>
                </a:lnTo>
                <a:lnTo>
                  <a:pt x="1154" y="83391"/>
                </a:lnTo>
                <a:lnTo>
                  <a:pt x="1154" y="82724"/>
                </a:lnTo>
                <a:lnTo>
                  <a:pt x="1154" y="82057"/>
                </a:lnTo>
                <a:lnTo>
                  <a:pt x="1154" y="81390"/>
                </a:lnTo>
                <a:lnTo>
                  <a:pt x="1154" y="80810"/>
                </a:lnTo>
                <a:lnTo>
                  <a:pt x="1251" y="80143"/>
                </a:lnTo>
                <a:lnTo>
                  <a:pt x="1251" y="79476"/>
                </a:lnTo>
                <a:lnTo>
                  <a:pt x="1251" y="78809"/>
                </a:lnTo>
                <a:lnTo>
                  <a:pt x="1251" y="78201"/>
                </a:lnTo>
                <a:lnTo>
                  <a:pt x="1315" y="77534"/>
                </a:lnTo>
                <a:lnTo>
                  <a:pt x="1315" y="76867"/>
                </a:lnTo>
                <a:lnTo>
                  <a:pt x="1315" y="76229"/>
                </a:lnTo>
                <a:lnTo>
                  <a:pt x="1315" y="75620"/>
                </a:lnTo>
                <a:lnTo>
                  <a:pt x="1315" y="74953"/>
                </a:lnTo>
                <a:lnTo>
                  <a:pt x="1379" y="74286"/>
                </a:lnTo>
                <a:lnTo>
                  <a:pt x="1379" y="73619"/>
                </a:lnTo>
                <a:lnTo>
                  <a:pt x="1379" y="73010"/>
                </a:lnTo>
                <a:lnTo>
                  <a:pt x="1379" y="72372"/>
                </a:lnTo>
                <a:lnTo>
                  <a:pt x="1475" y="71705"/>
                </a:lnTo>
                <a:lnTo>
                  <a:pt x="1475" y="71039"/>
                </a:lnTo>
                <a:lnTo>
                  <a:pt x="1475" y="70372"/>
                </a:lnTo>
                <a:lnTo>
                  <a:pt x="1475" y="69763"/>
                </a:lnTo>
                <a:lnTo>
                  <a:pt x="1475" y="69096"/>
                </a:lnTo>
                <a:lnTo>
                  <a:pt x="1539" y="68429"/>
                </a:lnTo>
                <a:lnTo>
                  <a:pt x="1539" y="67762"/>
                </a:lnTo>
                <a:lnTo>
                  <a:pt x="1539" y="67095"/>
                </a:lnTo>
                <a:lnTo>
                  <a:pt x="1539" y="66515"/>
                </a:lnTo>
                <a:lnTo>
                  <a:pt x="1604" y="65848"/>
                </a:lnTo>
                <a:lnTo>
                  <a:pt x="1604" y="65182"/>
                </a:lnTo>
                <a:lnTo>
                  <a:pt x="1604" y="64515"/>
                </a:lnTo>
                <a:lnTo>
                  <a:pt x="1604" y="63848"/>
                </a:lnTo>
                <a:lnTo>
                  <a:pt x="1604" y="63181"/>
                </a:lnTo>
                <a:lnTo>
                  <a:pt x="1668" y="62572"/>
                </a:lnTo>
                <a:lnTo>
                  <a:pt x="1668" y="61905"/>
                </a:lnTo>
                <a:lnTo>
                  <a:pt x="1668" y="61267"/>
                </a:lnTo>
                <a:lnTo>
                  <a:pt x="1668" y="60600"/>
                </a:lnTo>
                <a:lnTo>
                  <a:pt x="1764" y="59933"/>
                </a:lnTo>
                <a:lnTo>
                  <a:pt x="1764" y="59324"/>
                </a:lnTo>
                <a:lnTo>
                  <a:pt x="1764" y="58658"/>
                </a:lnTo>
                <a:lnTo>
                  <a:pt x="1764" y="57991"/>
                </a:lnTo>
                <a:lnTo>
                  <a:pt x="1764" y="57324"/>
                </a:lnTo>
                <a:lnTo>
                  <a:pt x="1828" y="56657"/>
                </a:lnTo>
                <a:lnTo>
                  <a:pt x="1828" y="55990"/>
                </a:lnTo>
                <a:lnTo>
                  <a:pt x="1828" y="55323"/>
                </a:lnTo>
                <a:lnTo>
                  <a:pt x="1828" y="54743"/>
                </a:lnTo>
                <a:lnTo>
                  <a:pt x="1892" y="54076"/>
                </a:lnTo>
                <a:lnTo>
                  <a:pt x="1892" y="53409"/>
                </a:lnTo>
                <a:lnTo>
                  <a:pt x="1892" y="52742"/>
                </a:lnTo>
                <a:lnTo>
                  <a:pt x="1892" y="52076"/>
                </a:lnTo>
                <a:lnTo>
                  <a:pt x="1892" y="51409"/>
                </a:lnTo>
                <a:lnTo>
                  <a:pt x="1988" y="50742"/>
                </a:lnTo>
                <a:lnTo>
                  <a:pt x="1988" y="50162"/>
                </a:lnTo>
                <a:lnTo>
                  <a:pt x="1988" y="49495"/>
                </a:lnTo>
                <a:lnTo>
                  <a:pt x="1988" y="48828"/>
                </a:lnTo>
                <a:lnTo>
                  <a:pt x="1988" y="48161"/>
                </a:lnTo>
                <a:lnTo>
                  <a:pt x="2053" y="47494"/>
                </a:lnTo>
                <a:lnTo>
                  <a:pt x="2053" y="46827"/>
                </a:lnTo>
                <a:lnTo>
                  <a:pt x="2053" y="46160"/>
                </a:lnTo>
                <a:lnTo>
                  <a:pt x="2053" y="45552"/>
                </a:lnTo>
                <a:lnTo>
                  <a:pt x="2117" y="44885"/>
                </a:lnTo>
                <a:lnTo>
                  <a:pt x="2117" y="44218"/>
                </a:lnTo>
                <a:lnTo>
                  <a:pt x="2117" y="43551"/>
                </a:lnTo>
                <a:lnTo>
                  <a:pt x="2117" y="42913"/>
                </a:lnTo>
                <a:lnTo>
                  <a:pt x="2117" y="42246"/>
                </a:lnTo>
                <a:lnTo>
                  <a:pt x="2181" y="41579"/>
                </a:lnTo>
                <a:lnTo>
                  <a:pt x="2181" y="40912"/>
                </a:lnTo>
                <a:lnTo>
                  <a:pt x="2181" y="40245"/>
                </a:lnTo>
                <a:lnTo>
                  <a:pt x="2181" y="39636"/>
                </a:lnTo>
                <a:lnTo>
                  <a:pt x="2277" y="38970"/>
                </a:lnTo>
                <a:lnTo>
                  <a:pt x="2277" y="38303"/>
                </a:lnTo>
                <a:lnTo>
                  <a:pt x="2277" y="37636"/>
                </a:lnTo>
                <a:lnTo>
                  <a:pt x="2277" y="36969"/>
                </a:lnTo>
                <a:lnTo>
                  <a:pt x="2277" y="36331"/>
                </a:lnTo>
                <a:lnTo>
                  <a:pt x="2341" y="35664"/>
                </a:lnTo>
                <a:lnTo>
                  <a:pt x="2341" y="34997"/>
                </a:lnTo>
                <a:lnTo>
                  <a:pt x="2341" y="34330"/>
                </a:lnTo>
                <a:lnTo>
                  <a:pt x="2341" y="33721"/>
                </a:lnTo>
                <a:lnTo>
                  <a:pt x="2406" y="33054"/>
                </a:lnTo>
                <a:lnTo>
                  <a:pt x="2406" y="32388"/>
                </a:lnTo>
                <a:lnTo>
                  <a:pt x="2406" y="31721"/>
                </a:lnTo>
                <a:lnTo>
                  <a:pt x="2406" y="31054"/>
                </a:lnTo>
                <a:lnTo>
                  <a:pt x="2406" y="30387"/>
                </a:lnTo>
                <a:lnTo>
                  <a:pt x="2470" y="29720"/>
                </a:lnTo>
                <a:lnTo>
                  <a:pt x="2470" y="29082"/>
                </a:lnTo>
                <a:lnTo>
                  <a:pt x="2470" y="28415"/>
                </a:lnTo>
                <a:lnTo>
                  <a:pt x="2470" y="27748"/>
                </a:lnTo>
                <a:lnTo>
                  <a:pt x="2566" y="27081"/>
                </a:lnTo>
                <a:lnTo>
                  <a:pt x="2566" y="26472"/>
                </a:lnTo>
                <a:lnTo>
                  <a:pt x="2566" y="25806"/>
                </a:lnTo>
                <a:lnTo>
                  <a:pt x="2566" y="25139"/>
                </a:lnTo>
                <a:lnTo>
                  <a:pt x="2566" y="24472"/>
                </a:lnTo>
                <a:lnTo>
                  <a:pt x="2630" y="23805"/>
                </a:lnTo>
                <a:lnTo>
                  <a:pt x="2630" y="23138"/>
                </a:lnTo>
                <a:lnTo>
                  <a:pt x="2630" y="22500"/>
                </a:lnTo>
                <a:lnTo>
                  <a:pt x="2630" y="21833"/>
                </a:lnTo>
                <a:lnTo>
                  <a:pt x="2694" y="21166"/>
                </a:lnTo>
                <a:lnTo>
                  <a:pt x="2694" y="20499"/>
                </a:lnTo>
                <a:lnTo>
                  <a:pt x="2694" y="19832"/>
                </a:lnTo>
                <a:lnTo>
                  <a:pt x="2694" y="19166"/>
                </a:lnTo>
                <a:lnTo>
                  <a:pt x="2694" y="18557"/>
                </a:lnTo>
                <a:lnTo>
                  <a:pt x="2790" y="17890"/>
                </a:lnTo>
                <a:lnTo>
                  <a:pt x="2790" y="17223"/>
                </a:lnTo>
                <a:lnTo>
                  <a:pt x="2790" y="16556"/>
                </a:lnTo>
                <a:lnTo>
                  <a:pt x="2790" y="15889"/>
                </a:lnTo>
                <a:lnTo>
                  <a:pt x="2790" y="15251"/>
                </a:lnTo>
                <a:lnTo>
                  <a:pt x="2855" y="14584"/>
                </a:lnTo>
                <a:lnTo>
                  <a:pt x="2855" y="13917"/>
                </a:lnTo>
                <a:lnTo>
                  <a:pt x="2855" y="13250"/>
                </a:lnTo>
                <a:lnTo>
                  <a:pt x="2855" y="12584"/>
                </a:lnTo>
                <a:lnTo>
                  <a:pt x="2919" y="11917"/>
                </a:lnTo>
                <a:lnTo>
                  <a:pt x="2919" y="11250"/>
                </a:lnTo>
                <a:lnTo>
                  <a:pt x="2919" y="10583"/>
                </a:lnTo>
                <a:lnTo>
                  <a:pt x="2919" y="9916"/>
                </a:lnTo>
                <a:lnTo>
                  <a:pt x="2919" y="9249"/>
                </a:lnTo>
                <a:lnTo>
                  <a:pt x="2983" y="8640"/>
                </a:lnTo>
                <a:lnTo>
                  <a:pt x="2983" y="8002"/>
                </a:lnTo>
                <a:lnTo>
                  <a:pt x="2983" y="7335"/>
                </a:lnTo>
                <a:lnTo>
                  <a:pt x="2983" y="6668"/>
                </a:lnTo>
                <a:lnTo>
                  <a:pt x="3079" y="6002"/>
                </a:lnTo>
                <a:lnTo>
                  <a:pt x="3079" y="5335"/>
                </a:lnTo>
                <a:lnTo>
                  <a:pt x="3079" y="4668"/>
                </a:lnTo>
                <a:lnTo>
                  <a:pt x="3079" y="4001"/>
                </a:lnTo>
                <a:lnTo>
                  <a:pt x="3079" y="3334"/>
                </a:lnTo>
                <a:lnTo>
                  <a:pt x="3143" y="2667"/>
                </a:lnTo>
                <a:lnTo>
                  <a:pt x="3143" y="2000"/>
                </a:lnTo>
                <a:lnTo>
                  <a:pt x="3143" y="1333"/>
                </a:lnTo>
                <a:lnTo>
                  <a:pt x="3143" y="666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335967" y="3395040"/>
            <a:ext cx="3143" cy="129581"/>
          </a:xfrm>
          <a:custGeom>
            <a:avLst/>
            <a:gdLst/>
            <a:ahLst/>
            <a:cxnLst/>
            <a:rect l="l" t="t" r="r" b="b"/>
            <a:pathLst>
              <a:path w="3143" h="129581">
                <a:moveTo>
                  <a:pt x="0" y="129581"/>
                </a:moveTo>
                <a:lnTo>
                  <a:pt x="0" y="128914"/>
                </a:lnTo>
                <a:lnTo>
                  <a:pt x="0" y="128334"/>
                </a:lnTo>
                <a:lnTo>
                  <a:pt x="0" y="127667"/>
                </a:lnTo>
                <a:lnTo>
                  <a:pt x="0" y="127000"/>
                </a:lnTo>
                <a:lnTo>
                  <a:pt x="96" y="126333"/>
                </a:lnTo>
                <a:lnTo>
                  <a:pt x="96" y="125666"/>
                </a:lnTo>
                <a:lnTo>
                  <a:pt x="96" y="124999"/>
                </a:lnTo>
                <a:lnTo>
                  <a:pt x="96" y="124332"/>
                </a:lnTo>
                <a:lnTo>
                  <a:pt x="160" y="123666"/>
                </a:lnTo>
                <a:lnTo>
                  <a:pt x="160" y="122999"/>
                </a:lnTo>
                <a:lnTo>
                  <a:pt x="160" y="122332"/>
                </a:lnTo>
                <a:lnTo>
                  <a:pt x="160" y="121665"/>
                </a:lnTo>
                <a:lnTo>
                  <a:pt x="160" y="121027"/>
                </a:lnTo>
                <a:lnTo>
                  <a:pt x="224" y="120360"/>
                </a:lnTo>
                <a:lnTo>
                  <a:pt x="224" y="119693"/>
                </a:lnTo>
                <a:lnTo>
                  <a:pt x="224" y="119026"/>
                </a:lnTo>
                <a:lnTo>
                  <a:pt x="224" y="118359"/>
                </a:lnTo>
                <a:lnTo>
                  <a:pt x="288" y="117692"/>
                </a:lnTo>
                <a:lnTo>
                  <a:pt x="288" y="117084"/>
                </a:lnTo>
                <a:lnTo>
                  <a:pt x="288" y="116417"/>
                </a:lnTo>
                <a:lnTo>
                  <a:pt x="288" y="115750"/>
                </a:lnTo>
                <a:lnTo>
                  <a:pt x="288" y="115083"/>
                </a:lnTo>
                <a:lnTo>
                  <a:pt x="384" y="114416"/>
                </a:lnTo>
                <a:lnTo>
                  <a:pt x="384" y="113778"/>
                </a:lnTo>
                <a:lnTo>
                  <a:pt x="384" y="113111"/>
                </a:lnTo>
                <a:lnTo>
                  <a:pt x="384" y="112444"/>
                </a:lnTo>
                <a:lnTo>
                  <a:pt x="384" y="111777"/>
                </a:lnTo>
                <a:lnTo>
                  <a:pt x="449" y="111110"/>
                </a:lnTo>
                <a:lnTo>
                  <a:pt x="449" y="110444"/>
                </a:lnTo>
                <a:lnTo>
                  <a:pt x="449" y="109777"/>
                </a:lnTo>
                <a:lnTo>
                  <a:pt x="449" y="109110"/>
                </a:lnTo>
                <a:lnTo>
                  <a:pt x="513" y="108443"/>
                </a:lnTo>
                <a:lnTo>
                  <a:pt x="513" y="107776"/>
                </a:lnTo>
                <a:lnTo>
                  <a:pt x="513" y="107196"/>
                </a:lnTo>
                <a:lnTo>
                  <a:pt x="513" y="106529"/>
                </a:lnTo>
                <a:lnTo>
                  <a:pt x="513" y="105862"/>
                </a:lnTo>
                <a:lnTo>
                  <a:pt x="577" y="105195"/>
                </a:lnTo>
                <a:lnTo>
                  <a:pt x="577" y="104528"/>
                </a:lnTo>
                <a:lnTo>
                  <a:pt x="577" y="103862"/>
                </a:lnTo>
                <a:lnTo>
                  <a:pt x="577" y="103195"/>
                </a:lnTo>
                <a:lnTo>
                  <a:pt x="673" y="102528"/>
                </a:lnTo>
                <a:lnTo>
                  <a:pt x="673" y="101861"/>
                </a:lnTo>
                <a:lnTo>
                  <a:pt x="673" y="101194"/>
                </a:lnTo>
                <a:lnTo>
                  <a:pt x="673" y="100527"/>
                </a:lnTo>
                <a:lnTo>
                  <a:pt x="673" y="99860"/>
                </a:lnTo>
                <a:lnTo>
                  <a:pt x="737" y="99193"/>
                </a:lnTo>
                <a:lnTo>
                  <a:pt x="737" y="98613"/>
                </a:lnTo>
                <a:lnTo>
                  <a:pt x="737" y="97946"/>
                </a:lnTo>
                <a:lnTo>
                  <a:pt x="737" y="97280"/>
                </a:lnTo>
                <a:lnTo>
                  <a:pt x="802" y="96613"/>
                </a:lnTo>
                <a:lnTo>
                  <a:pt x="802" y="95946"/>
                </a:lnTo>
                <a:lnTo>
                  <a:pt x="802" y="95279"/>
                </a:lnTo>
                <a:lnTo>
                  <a:pt x="802" y="94612"/>
                </a:lnTo>
                <a:lnTo>
                  <a:pt x="802" y="93945"/>
                </a:lnTo>
                <a:lnTo>
                  <a:pt x="898" y="93278"/>
                </a:lnTo>
                <a:lnTo>
                  <a:pt x="898" y="92611"/>
                </a:lnTo>
                <a:lnTo>
                  <a:pt x="898" y="91944"/>
                </a:lnTo>
                <a:lnTo>
                  <a:pt x="898" y="91277"/>
                </a:lnTo>
                <a:lnTo>
                  <a:pt x="962" y="90698"/>
                </a:lnTo>
                <a:lnTo>
                  <a:pt x="962" y="90031"/>
                </a:lnTo>
                <a:lnTo>
                  <a:pt x="962" y="89364"/>
                </a:lnTo>
                <a:lnTo>
                  <a:pt x="962" y="88697"/>
                </a:lnTo>
                <a:lnTo>
                  <a:pt x="962" y="88030"/>
                </a:lnTo>
                <a:lnTo>
                  <a:pt x="1026" y="87363"/>
                </a:lnTo>
                <a:lnTo>
                  <a:pt x="1026" y="86696"/>
                </a:lnTo>
                <a:lnTo>
                  <a:pt x="1026" y="86029"/>
                </a:lnTo>
                <a:lnTo>
                  <a:pt x="1026" y="85362"/>
                </a:lnTo>
                <a:lnTo>
                  <a:pt x="1090" y="84696"/>
                </a:lnTo>
                <a:lnTo>
                  <a:pt x="1090" y="84116"/>
                </a:lnTo>
                <a:lnTo>
                  <a:pt x="1090" y="83449"/>
                </a:lnTo>
                <a:lnTo>
                  <a:pt x="1090" y="82782"/>
                </a:lnTo>
                <a:lnTo>
                  <a:pt x="1090" y="82115"/>
                </a:lnTo>
                <a:lnTo>
                  <a:pt x="1186" y="81448"/>
                </a:lnTo>
                <a:lnTo>
                  <a:pt x="1186" y="80781"/>
                </a:lnTo>
                <a:lnTo>
                  <a:pt x="1186" y="80172"/>
                </a:lnTo>
                <a:lnTo>
                  <a:pt x="1186" y="79505"/>
                </a:lnTo>
                <a:lnTo>
                  <a:pt x="1186" y="78867"/>
                </a:lnTo>
                <a:lnTo>
                  <a:pt x="1251" y="78258"/>
                </a:lnTo>
                <a:lnTo>
                  <a:pt x="1251" y="77592"/>
                </a:lnTo>
                <a:lnTo>
                  <a:pt x="1251" y="76925"/>
                </a:lnTo>
                <a:lnTo>
                  <a:pt x="1251" y="76258"/>
                </a:lnTo>
                <a:lnTo>
                  <a:pt x="1315" y="75591"/>
                </a:lnTo>
                <a:lnTo>
                  <a:pt x="1315" y="74924"/>
                </a:lnTo>
                <a:lnTo>
                  <a:pt x="1315" y="74257"/>
                </a:lnTo>
                <a:lnTo>
                  <a:pt x="1315" y="73590"/>
                </a:lnTo>
                <a:lnTo>
                  <a:pt x="1315" y="73010"/>
                </a:lnTo>
                <a:lnTo>
                  <a:pt x="1379" y="72343"/>
                </a:lnTo>
                <a:lnTo>
                  <a:pt x="1379" y="71677"/>
                </a:lnTo>
                <a:lnTo>
                  <a:pt x="1379" y="71010"/>
                </a:lnTo>
                <a:lnTo>
                  <a:pt x="1379" y="70343"/>
                </a:lnTo>
                <a:lnTo>
                  <a:pt x="1475" y="69676"/>
                </a:lnTo>
                <a:lnTo>
                  <a:pt x="1475" y="69009"/>
                </a:lnTo>
                <a:lnTo>
                  <a:pt x="1475" y="68400"/>
                </a:lnTo>
                <a:lnTo>
                  <a:pt x="1475" y="67762"/>
                </a:lnTo>
                <a:lnTo>
                  <a:pt x="1475" y="67095"/>
                </a:lnTo>
                <a:lnTo>
                  <a:pt x="1539" y="66428"/>
                </a:lnTo>
                <a:lnTo>
                  <a:pt x="1539" y="65761"/>
                </a:lnTo>
                <a:lnTo>
                  <a:pt x="1539" y="65095"/>
                </a:lnTo>
                <a:lnTo>
                  <a:pt x="1539" y="64486"/>
                </a:lnTo>
                <a:lnTo>
                  <a:pt x="1604" y="63819"/>
                </a:lnTo>
                <a:lnTo>
                  <a:pt x="1604" y="63152"/>
                </a:lnTo>
                <a:lnTo>
                  <a:pt x="1604" y="62485"/>
                </a:lnTo>
                <a:lnTo>
                  <a:pt x="1604" y="61818"/>
                </a:lnTo>
                <a:lnTo>
                  <a:pt x="1604" y="61180"/>
                </a:lnTo>
                <a:lnTo>
                  <a:pt x="1700" y="60571"/>
                </a:lnTo>
                <a:lnTo>
                  <a:pt x="1700" y="59904"/>
                </a:lnTo>
                <a:lnTo>
                  <a:pt x="1700" y="59237"/>
                </a:lnTo>
                <a:lnTo>
                  <a:pt x="1700" y="58571"/>
                </a:lnTo>
                <a:lnTo>
                  <a:pt x="1764" y="57904"/>
                </a:lnTo>
                <a:lnTo>
                  <a:pt x="1764" y="57237"/>
                </a:lnTo>
                <a:lnTo>
                  <a:pt x="1764" y="56657"/>
                </a:lnTo>
                <a:lnTo>
                  <a:pt x="1764" y="55990"/>
                </a:lnTo>
                <a:lnTo>
                  <a:pt x="1764" y="55323"/>
                </a:lnTo>
                <a:lnTo>
                  <a:pt x="1828" y="54656"/>
                </a:lnTo>
                <a:lnTo>
                  <a:pt x="1828" y="53989"/>
                </a:lnTo>
                <a:lnTo>
                  <a:pt x="1828" y="53380"/>
                </a:lnTo>
                <a:lnTo>
                  <a:pt x="1828" y="52713"/>
                </a:lnTo>
                <a:lnTo>
                  <a:pt x="1892" y="52047"/>
                </a:lnTo>
                <a:lnTo>
                  <a:pt x="1892" y="51380"/>
                </a:lnTo>
                <a:lnTo>
                  <a:pt x="1892" y="50713"/>
                </a:lnTo>
                <a:lnTo>
                  <a:pt x="1892" y="50133"/>
                </a:lnTo>
                <a:lnTo>
                  <a:pt x="1892" y="49466"/>
                </a:lnTo>
                <a:lnTo>
                  <a:pt x="1988" y="48799"/>
                </a:lnTo>
                <a:lnTo>
                  <a:pt x="1988" y="48132"/>
                </a:lnTo>
                <a:lnTo>
                  <a:pt x="1988" y="47465"/>
                </a:lnTo>
                <a:lnTo>
                  <a:pt x="1988" y="46856"/>
                </a:lnTo>
                <a:lnTo>
                  <a:pt x="1988" y="46218"/>
                </a:lnTo>
                <a:lnTo>
                  <a:pt x="2053" y="45552"/>
                </a:lnTo>
                <a:lnTo>
                  <a:pt x="2053" y="44885"/>
                </a:lnTo>
                <a:lnTo>
                  <a:pt x="2053" y="44276"/>
                </a:lnTo>
                <a:lnTo>
                  <a:pt x="2053" y="43609"/>
                </a:lnTo>
                <a:lnTo>
                  <a:pt x="2117" y="42942"/>
                </a:lnTo>
                <a:lnTo>
                  <a:pt x="2117" y="42275"/>
                </a:lnTo>
                <a:lnTo>
                  <a:pt x="2117" y="41695"/>
                </a:lnTo>
                <a:lnTo>
                  <a:pt x="2117" y="41028"/>
                </a:lnTo>
                <a:lnTo>
                  <a:pt x="2117" y="40361"/>
                </a:lnTo>
                <a:lnTo>
                  <a:pt x="2213" y="39694"/>
                </a:lnTo>
                <a:lnTo>
                  <a:pt x="2213" y="39086"/>
                </a:lnTo>
                <a:lnTo>
                  <a:pt x="2213" y="38419"/>
                </a:lnTo>
                <a:lnTo>
                  <a:pt x="2213" y="37752"/>
                </a:lnTo>
                <a:lnTo>
                  <a:pt x="2277" y="37085"/>
                </a:lnTo>
                <a:lnTo>
                  <a:pt x="2277" y="36505"/>
                </a:lnTo>
                <a:lnTo>
                  <a:pt x="2277" y="35838"/>
                </a:lnTo>
                <a:lnTo>
                  <a:pt x="2277" y="35171"/>
                </a:lnTo>
                <a:lnTo>
                  <a:pt x="2277" y="34504"/>
                </a:lnTo>
                <a:lnTo>
                  <a:pt x="2341" y="33895"/>
                </a:lnTo>
                <a:lnTo>
                  <a:pt x="2341" y="33228"/>
                </a:lnTo>
                <a:lnTo>
                  <a:pt x="2341" y="32562"/>
                </a:lnTo>
                <a:lnTo>
                  <a:pt x="2341" y="31982"/>
                </a:lnTo>
                <a:lnTo>
                  <a:pt x="2406" y="31315"/>
                </a:lnTo>
                <a:lnTo>
                  <a:pt x="2406" y="30648"/>
                </a:lnTo>
                <a:lnTo>
                  <a:pt x="2406" y="29981"/>
                </a:lnTo>
                <a:lnTo>
                  <a:pt x="2406" y="29372"/>
                </a:lnTo>
                <a:lnTo>
                  <a:pt x="2406" y="28705"/>
                </a:lnTo>
                <a:lnTo>
                  <a:pt x="2502" y="28038"/>
                </a:lnTo>
                <a:lnTo>
                  <a:pt x="2502" y="27458"/>
                </a:lnTo>
                <a:lnTo>
                  <a:pt x="2502" y="26791"/>
                </a:lnTo>
                <a:lnTo>
                  <a:pt x="2502" y="26124"/>
                </a:lnTo>
                <a:lnTo>
                  <a:pt x="2566" y="25516"/>
                </a:lnTo>
                <a:lnTo>
                  <a:pt x="2566" y="24849"/>
                </a:lnTo>
                <a:lnTo>
                  <a:pt x="2566" y="24182"/>
                </a:lnTo>
                <a:lnTo>
                  <a:pt x="2566" y="23602"/>
                </a:lnTo>
                <a:lnTo>
                  <a:pt x="2566" y="22935"/>
                </a:lnTo>
                <a:lnTo>
                  <a:pt x="2630" y="22268"/>
                </a:lnTo>
                <a:lnTo>
                  <a:pt x="2630" y="21659"/>
                </a:lnTo>
                <a:lnTo>
                  <a:pt x="2630" y="20992"/>
                </a:lnTo>
                <a:lnTo>
                  <a:pt x="2630" y="20325"/>
                </a:lnTo>
                <a:lnTo>
                  <a:pt x="2694" y="19745"/>
                </a:lnTo>
                <a:lnTo>
                  <a:pt x="2694" y="19079"/>
                </a:lnTo>
                <a:lnTo>
                  <a:pt x="2694" y="18412"/>
                </a:lnTo>
                <a:lnTo>
                  <a:pt x="2694" y="17803"/>
                </a:lnTo>
                <a:lnTo>
                  <a:pt x="2694" y="17136"/>
                </a:lnTo>
                <a:lnTo>
                  <a:pt x="2790" y="16556"/>
                </a:lnTo>
                <a:lnTo>
                  <a:pt x="2790" y="15889"/>
                </a:lnTo>
                <a:lnTo>
                  <a:pt x="2790" y="15222"/>
                </a:lnTo>
                <a:lnTo>
                  <a:pt x="2790" y="14613"/>
                </a:lnTo>
                <a:lnTo>
                  <a:pt x="2790" y="13946"/>
                </a:lnTo>
                <a:lnTo>
                  <a:pt x="2855" y="13279"/>
                </a:lnTo>
                <a:lnTo>
                  <a:pt x="2855" y="12700"/>
                </a:lnTo>
                <a:lnTo>
                  <a:pt x="2855" y="12033"/>
                </a:lnTo>
                <a:lnTo>
                  <a:pt x="2855" y="11424"/>
                </a:lnTo>
                <a:lnTo>
                  <a:pt x="2919" y="10757"/>
                </a:lnTo>
                <a:lnTo>
                  <a:pt x="2919" y="10090"/>
                </a:lnTo>
                <a:lnTo>
                  <a:pt x="2919" y="9510"/>
                </a:lnTo>
                <a:lnTo>
                  <a:pt x="2919" y="8843"/>
                </a:lnTo>
                <a:lnTo>
                  <a:pt x="2919" y="8234"/>
                </a:lnTo>
                <a:lnTo>
                  <a:pt x="3015" y="7567"/>
                </a:lnTo>
                <a:lnTo>
                  <a:pt x="3015" y="6958"/>
                </a:lnTo>
                <a:lnTo>
                  <a:pt x="3015" y="6321"/>
                </a:lnTo>
                <a:lnTo>
                  <a:pt x="3015" y="5654"/>
                </a:lnTo>
                <a:lnTo>
                  <a:pt x="3079" y="5045"/>
                </a:lnTo>
                <a:lnTo>
                  <a:pt x="3079" y="4378"/>
                </a:lnTo>
                <a:lnTo>
                  <a:pt x="3079" y="3769"/>
                </a:lnTo>
                <a:lnTo>
                  <a:pt x="3079" y="3102"/>
                </a:lnTo>
                <a:lnTo>
                  <a:pt x="3079" y="2522"/>
                </a:lnTo>
                <a:lnTo>
                  <a:pt x="3143" y="1855"/>
                </a:lnTo>
                <a:lnTo>
                  <a:pt x="3143" y="1246"/>
                </a:lnTo>
                <a:lnTo>
                  <a:pt x="3143" y="579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339111" y="3276390"/>
            <a:ext cx="3208" cy="118649"/>
          </a:xfrm>
          <a:custGeom>
            <a:avLst/>
            <a:gdLst/>
            <a:ahLst/>
            <a:cxnLst/>
            <a:rect l="l" t="t" r="r" b="b"/>
            <a:pathLst>
              <a:path w="3208" h="118649">
                <a:moveTo>
                  <a:pt x="0" y="118649"/>
                </a:moveTo>
                <a:lnTo>
                  <a:pt x="64" y="117982"/>
                </a:lnTo>
                <a:lnTo>
                  <a:pt x="64" y="117373"/>
                </a:lnTo>
                <a:lnTo>
                  <a:pt x="64" y="116707"/>
                </a:lnTo>
                <a:lnTo>
                  <a:pt x="64" y="116127"/>
                </a:lnTo>
                <a:lnTo>
                  <a:pt x="64" y="115460"/>
                </a:lnTo>
                <a:lnTo>
                  <a:pt x="160" y="114851"/>
                </a:lnTo>
                <a:lnTo>
                  <a:pt x="160" y="114184"/>
                </a:lnTo>
                <a:lnTo>
                  <a:pt x="160" y="113575"/>
                </a:lnTo>
                <a:lnTo>
                  <a:pt x="160" y="112908"/>
                </a:lnTo>
                <a:lnTo>
                  <a:pt x="224" y="112328"/>
                </a:lnTo>
                <a:lnTo>
                  <a:pt x="224" y="111661"/>
                </a:lnTo>
                <a:lnTo>
                  <a:pt x="224" y="111052"/>
                </a:lnTo>
                <a:lnTo>
                  <a:pt x="224" y="110386"/>
                </a:lnTo>
                <a:lnTo>
                  <a:pt x="224" y="109806"/>
                </a:lnTo>
                <a:lnTo>
                  <a:pt x="288" y="109139"/>
                </a:lnTo>
                <a:lnTo>
                  <a:pt x="288" y="108530"/>
                </a:lnTo>
                <a:lnTo>
                  <a:pt x="288" y="107863"/>
                </a:lnTo>
                <a:lnTo>
                  <a:pt x="288" y="107254"/>
                </a:lnTo>
                <a:lnTo>
                  <a:pt x="352" y="106616"/>
                </a:lnTo>
                <a:lnTo>
                  <a:pt x="352" y="106007"/>
                </a:lnTo>
                <a:lnTo>
                  <a:pt x="352" y="105398"/>
                </a:lnTo>
                <a:lnTo>
                  <a:pt x="352" y="104731"/>
                </a:lnTo>
                <a:lnTo>
                  <a:pt x="352" y="104152"/>
                </a:lnTo>
                <a:lnTo>
                  <a:pt x="449" y="103485"/>
                </a:lnTo>
                <a:lnTo>
                  <a:pt x="449" y="102876"/>
                </a:lnTo>
                <a:lnTo>
                  <a:pt x="449" y="102267"/>
                </a:lnTo>
                <a:lnTo>
                  <a:pt x="449" y="101629"/>
                </a:lnTo>
                <a:lnTo>
                  <a:pt x="449" y="101020"/>
                </a:lnTo>
                <a:lnTo>
                  <a:pt x="513" y="100353"/>
                </a:lnTo>
                <a:lnTo>
                  <a:pt x="513" y="99744"/>
                </a:lnTo>
                <a:lnTo>
                  <a:pt x="513" y="99164"/>
                </a:lnTo>
                <a:lnTo>
                  <a:pt x="513" y="98497"/>
                </a:lnTo>
                <a:lnTo>
                  <a:pt x="577" y="97888"/>
                </a:lnTo>
                <a:lnTo>
                  <a:pt x="577" y="97222"/>
                </a:lnTo>
                <a:lnTo>
                  <a:pt x="577" y="96642"/>
                </a:lnTo>
                <a:lnTo>
                  <a:pt x="577" y="96033"/>
                </a:lnTo>
                <a:lnTo>
                  <a:pt x="577" y="95366"/>
                </a:lnTo>
                <a:lnTo>
                  <a:pt x="673" y="94757"/>
                </a:lnTo>
                <a:lnTo>
                  <a:pt x="673" y="94177"/>
                </a:lnTo>
                <a:lnTo>
                  <a:pt x="673" y="93510"/>
                </a:lnTo>
                <a:lnTo>
                  <a:pt x="673" y="92901"/>
                </a:lnTo>
                <a:lnTo>
                  <a:pt x="737" y="92292"/>
                </a:lnTo>
                <a:lnTo>
                  <a:pt x="737" y="91654"/>
                </a:lnTo>
                <a:lnTo>
                  <a:pt x="737" y="91046"/>
                </a:lnTo>
                <a:lnTo>
                  <a:pt x="737" y="90437"/>
                </a:lnTo>
                <a:lnTo>
                  <a:pt x="737" y="89770"/>
                </a:lnTo>
                <a:lnTo>
                  <a:pt x="802" y="89190"/>
                </a:lnTo>
                <a:lnTo>
                  <a:pt x="802" y="88581"/>
                </a:lnTo>
                <a:lnTo>
                  <a:pt x="802" y="87972"/>
                </a:lnTo>
                <a:lnTo>
                  <a:pt x="802" y="87305"/>
                </a:lnTo>
                <a:lnTo>
                  <a:pt x="866" y="86725"/>
                </a:lnTo>
                <a:lnTo>
                  <a:pt x="866" y="86116"/>
                </a:lnTo>
                <a:lnTo>
                  <a:pt x="866" y="85449"/>
                </a:lnTo>
                <a:lnTo>
                  <a:pt x="866" y="84869"/>
                </a:lnTo>
                <a:lnTo>
                  <a:pt x="866" y="84261"/>
                </a:lnTo>
                <a:lnTo>
                  <a:pt x="962" y="83652"/>
                </a:lnTo>
                <a:lnTo>
                  <a:pt x="962" y="82985"/>
                </a:lnTo>
                <a:lnTo>
                  <a:pt x="962" y="82405"/>
                </a:lnTo>
                <a:lnTo>
                  <a:pt x="962" y="81796"/>
                </a:lnTo>
                <a:lnTo>
                  <a:pt x="1026" y="81216"/>
                </a:lnTo>
                <a:lnTo>
                  <a:pt x="1026" y="80607"/>
                </a:lnTo>
                <a:lnTo>
                  <a:pt x="1026" y="79940"/>
                </a:lnTo>
                <a:lnTo>
                  <a:pt x="1026" y="79331"/>
                </a:lnTo>
                <a:lnTo>
                  <a:pt x="1026" y="78751"/>
                </a:lnTo>
                <a:lnTo>
                  <a:pt x="1090" y="78143"/>
                </a:lnTo>
                <a:lnTo>
                  <a:pt x="1090" y="77476"/>
                </a:lnTo>
                <a:lnTo>
                  <a:pt x="1090" y="76867"/>
                </a:lnTo>
                <a:lnTo>
                  <a:pt x="1090" y="76287"/>
                </a:lnTo>
                <a:lnTo>
                  <a:pt x="1186" y="75678"/>
                </a:lnTo>
                <a:lnTo>
                  <a:pt x="1186" y="75098"/>
                </a:lnTo>
                <a:lnTo>
                  <a:pt x="1186" y="74489"/>
                </a:lnTo>
                <a:lnTo>
                  <a:pt x="1186" y="73822"/>
                </a:lnTo>
                <a:lnTo>
                  <a:pt x="1186" y="73213"/>
                </a:lnTo>
                <a:lnTo>
                  <a:pt x="1251" y="72633"/>
                </a:lnTo>
                <a:lnTo>
                  <a:pt x="1251" y="72024"/>
                </a:lnTo>
                <a:lnTo>
                  <a:pt x="1251" y="71416"/>
                </a:lnTo>
                <a:lnTo>
                  <a:pt x="1251" y="70836"/>
                </a:lnTo>
                <a:lnTo>
                  <a:pt x="1251" y="70227"/>
                </a:lnTo>
                <a:lnTo>
                  <a:pt x="1315" y="69560"/>
                </a:lnTo>
                <a:lnTo>
                  <a:pt x="1315" y="68980"/>
                </a:lnTo>
                <a:lnTo>
                  <a:pt x="1315" y="68371"/>
                </a:lnTo>
                <a:lnTo>
                  <a:pt x="1315" y="67762"/>
                </a:lnTo>
                <a:lnTo>
                  <a:pt x="1379" y="67182"/>
                </a:lnTo>
                <a:lnTo>
                  <a:pt x="1379" y="66573"/>
                </a:lnTo>
                <a:lnTo>
                  <a:pt x="1379" y="65964"/>
                </a:lnTo>
                <a:lnTo>
                  <a:pt x="1379" y="65384"/>
                </a:lnTo>
                <a:lnTo>
                  <a:pt x="1379" y="64776"/>
                </a:lnTo>
                <a:lnTo>
                  <a:pt x="1475" y="64167"/>
                </a:lnTo>
                <a:lnTo>
                  <a:pt x="1475" y="63587"/>
                </a:lnTo>
                <a:lnTo>
                  <a:pt x="1475" y="62920"/>
                </a:lnTo>
                <a:lnTo>
                  <a:pt x="1475" y="62311"/>
                </a:lnTo>
                <a:lnTo>
                  <a:pt x="1539" y="61731"/>
                </a:lnTo>
                <a:lnTo>
                  <a:pt x="1539" y="61122"/>
                </a:lnTo>
                <a:lnTo>
                  <a:pt x="1539" y="60513"/>
                </a:lnTo>
                <a:lnTo>
                  <a:pt x="1539" y="59933"/>
                </a:lnTo>
                <a:lnTo>
                  <a:pt x="1539" y="59324"/>
                </a:lnTo>
                <a:lnTo>
                  <a:pt x="1604" y="58715"/>
                </a:lnTo>
                <a:lnTo>
                  <a:pt x="1604" y="58136"/>
                </a:lnTo>
                <a:lnTo>
                  <a:pt x="1604" y="57527"/>
                </a:lnTo>
                <a:lnTo>
                  <a:pt x="1604" y="56918"/>
                </a:lnTo>
                <a:lnTo>
                  <a:pt x="1668" y="56338"/>
                </a:lnTo>
                <a:lnTo>
                  <a:pt x="1668" y="55729"/>
                </a:lnTo>
                <a:lnTo>
                  <a:pt x="1668" y="55149"/>
                </a:lnTo>
                <a:lnTo>
                  <a:pt x="1668" y="54540"/>
                </a:lnTo>
                <a:lnTo>
                  <a:pt x="1668" y="53931"/>
                </a:lnTo>
                <a:lnTo>
                  <a:pt x="1764" y="53351"/>
                </a:lnTo>
                <a:lnTo>
                  <a:pt x="1764" y="52742"/>
                </a:lnTo>
                <a:lnTo>
                  <a:pt x="1764" y="52220"/>
                </a:lnTo>
                <a:lnTo>
                  <a:pt x="1764" y="51612"/>
                </a:lnTo>
                <a:lnTo>
                  <a:pt x="1828" y="51003"/>
                </a:lnTo>
                <a:lnTo>
                  <a:pt x="1828" y="50423"/>
                </a:lnTo>
                <a:lnTo>
                  <a:pt x="1828" y="49814"/>
                </a:lnTo>
                <a:lnTo>
                  <a:pt x="1828" y="49205"/>
                </a:lnTo>
                <a:lnTo>
                  <a:pt x="1828" y="48625"/>
                </a:lnTo>
                <a:lnTo>
                  <a:pt x="1892" y="48016"/>
                </a:lnTo>
                <a:lnTo>
                  <a:pt x="1892" y="47407"/>
                </a:lnTo>
                <a:lnTo>
                  <a:pt x="1892" y="46827"/>
                </a:lnTo>
                <a:lnTo>
                  <a:pt x="1892" y="46218"/>
                </a:lnTo>
                <a:lnTo>
                  <a:pt x="1988" y="45696"/>
                </a:lnTo>
                <a:lnTo>
                  <a:pt x="1988" y="45088"/>
                </a:lnTo>
                <a:lnTo>
                  <a:pt x="1988" y="44508"/>
                </a:lnTo>
                <a:lnTo>
                  <a:pt x="1988" y="43899"/>
                </a:lnTo>
                <a:lnTo>
                  <a:pt x="1988" y="43290"/>
                </a:lnTo>
                <a:lnTo>
                  <a:pt x="2053" y="42710"/>
                </a:lnTo>
                <a:lnTo>
                  <a:pt x="2053" y="42101"/>
                </a:lnTo>
                <a:lnTo>
                  <a:pt x="2053" y="41579"/>
                </a:lnTo>
                <a:lnTo>
                  <a:pt x="2053" y="40970"/>
                </a:lnTo>
                <a:lnTo>
                  <a:pt x="2053" y="40361"/>
                </a:lnTo>
                <a:lnTo>
                  <a:pt x="2117" y="39781"/>
                </a:lnTo>
                <a:lnTo>
                  <a:pt x="2117" y="39172"/>
                </a:lnTo>
                <a:lnTo>
                  <a:pt x="2117" y="38651"/>
                </a:lnTo>
                <a:lnTo>
                  <a:pt x="2117" y="38042"/>
                </a:lnTo>
                <a:lnTo>
                  <a:pt x="2181" y="37433"/>
                </a:lnTo>
                <a:lnTo>
                  <a:pt x="2181" y="36853"/>
                </a:lnTo>
                <a:lnTo>
                  <a:pt x="2181" y="36331"/>
                </a:lnTo>
                <a:lnTo>
                  <a:pt x="2181" y="35722"/>
                </a:lnTo>
                <a:lnTo>
                  <a:pt x="2181" y="35113"/>
                </a:lnTo>
                <a:lnTo>
                  <a:pt x="2277" y="34533"/>
                </a:lnTo>
                <a:lnTo>
                  <a:pt x="2277" y="33982"/>
                </a:lnTo>
                <a:lnTo>
                  <a:pt x="2277" y="33402"/>
                </a:lnTo>
                <a:lnTo>
                  <a:pt x="2277" y="32793"/>
                </a:lnTo>
                <a:lnTo>
                  <a:pt x="2341" y="32185"/>
                </a:lnTo>
                <a:lnTo>
                  <a:pt x="2341" y="31663"/>
                </a:lnTo>
                <a:lnTo>
                  <a:pt x="2341" y="31054"/>
                </a:lnTo>
                <a:lnTo>
                  <a:pt x="2341" y="30474"/>
                </a:lnTo>
                <a:lnTo>
                  <a:pt x="2341" y="29923"/>
                </a:lnTo>
                <a:lnTo>
                  <a:pt x="2406" y="29343"/>
                </a:lnTo>
                <a:lnTo>
                  <a:pt x="2406" y="28734"/>
                </a:lnTo>
                <a:lnTo>
                  <a:pt x="2406" y="28212"/>
                </a:lnTo>
                <a:lnTo>
                  <a:pt x="2406" y="27603"/>
                </a:lnTo>
                <a:lnTo>
                  <a:pt x="2502" y="26994"/>
                </a:lnTo>
                <a:lnTo>
                  <a:pt x="2502" y="26472"/>
                </a:lnTo>
                <a:lnTo>
                  <a:pt x="2502" y="25864"/>
                </a:lnTo>
                <a:lnTo>
                  <a:pt x="2502" y="25284"/>
                </a:lnTo>
                <a:lnTo>
                  <a:pt x="2502" y="24733"/>
                </a:lnTo>
                <a:lnTo>
                  <a:pt x="2566" y="24153"/>
                </a:lnTo>
                <a:lnTo>
                  <a:pt x="2566" y="23602"/>
                </a:lnTo>
                <a:lnTo>
                  <a:pt x="2566" y="23022"/>
                </a:lnTo>
                <a:lnTo>
                  <a:pt x="2566" y="22413"/>
                </a:lnTo>
                <a:lnTo>
                  <a:pt x="2630" y="21891"/>
                </a:lnTo>
                <a:lnTo>
                  <a:pt x="2630" y="21282"/>
                </a:lnTo>
                <a:lnTo>
                  <a:pt x="2630" y="20760"/>
                </a:lnTo>
                <a:lnTo>
                  <a:pt x="2630" y="20151"/>
                </a:lnTo>
                <a:lnTo>
                  <a:pt x="2630" y="19629"/>
                </a:lnTo>
                <a:lnTo>
                  <a:pt x="2694" y="19021"/>
                </a:lnTo>
                <a:lnTo>
                  <a:pt x="2694" y="18441"/>
                </a:lnTo>
                <a:lnTo>
                  <a:pt x="2694" y="17890"/>
                </a:lnTo>
                <a:lnTo>
                  <a:pt x="2694" y="17310"/>
                </a:lnTo>
                <a:lnTo>
                  <a:pt x="2790" y="16759"/>
                </a:lnTo>
                <a:lnTo>
                  <a:pt x="2790" y="16179"/>
                </a:lnTo>
                <a:lnTo>
                  <a:pt x="2790" y="15628"/>
                </a:lnTo>
                <a:lnTo>
                  <a:pt x="2790" y="15048"/>
                </a:lnTo>
                <a:lnTo>
                  <a:pt x="2790" y="14497"/>
                </a:lnTo>
                <a:lnTo>
                  <a:pt x="2855" y="13917"/>
                </a:lnTo>
                <a:lnTo>
                  <a:pt x="2855" y="13366"/>
                </a:lnTo>
                <a:lnTo>
                  <a:pt x="2855" y="12845"/>
                </a:lnTo>
                <a:lnTo>
                  <a:pt x="2855" y="12236"/>
                </a:lnTo>
                <a:lnTo>
                  <a:pt x="2855" y="11714"/>
                </a:lnTo>
                <a:lnTo>
                  <a:pt x="2919" y="11105"/>
                </a:lnTo>
                <a:lnTo>
                  <a:pt x="2919" y="10583"/>
                </a:lnTo>
                <a:lnTo>
                  <a:pt x="2919" y="9974"/>
                </a:lnTo>
                <a:lnTo>
                  <a:pt x="2919" y="9452"/>
                </a:lnTo>
                <a:lnTo>
                  <a:pt x="2983" y="8930"/>
                </a:lnTo>
                <a:lnTo>
                  <a:pt x="2983" y="8321"/>
                </a:lnTo>
                <a:lnTo>
                  <a:pt x="2983" y="7799"/>
                </a:lnTo>
                <a:lnTo>
                  <a:pt x="2983" y="7190"/>
                </a:lnTo>
                <a:lnTo>
                  <a:pt x="2983" y="6668"/>
                </a:lnTo>
                <a:lnTo>
                  <a:pt x="3079" y="6118"/>
                </a:lnTo>
                <a:lnTo>
                  <a:pt x="3079" y="5538"/>
                </a:lnTo>
                <a:lnTo>
                  <a:pt x="3079" y="4987"/>
                </a:lnTo>
                <a:lnTo>
                  <a:pt x="3079" y="4465"/>
                </a:lnTo>
                <a:lnTo>
                  <a:pt x="3143" y="3856"/>
                </a:lnTo>
                <a:lnTo>
                  <a:pt x="3143" y="3334"/>
                </a:lnTo>
                <a:lnTo>
                  <a:pt x="3143" y="2812"/>
                </a:lnTo>
                <a:lnTo>
                  <a:pt x="3143" y="2203"/>
                </a:lnTo>
                <a:lnTo>
                  <a:pt x="3143" y="1681"/>
                </a:lnTo>
                <a:lnTo>
                  <a:pt x="3208" y="1130"/>
                </a:lnTo>
                <a:lnTo>
                  <a:pt x="3208" y="55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342319" y="3179110"/>
            <a:ext cx="3208" cy="97280"/>
          </a:xfrm>
          <a:custGeom>
            <a:avLst/>
            <a:gdLst/>
            <a:ahLst/>
            <a:cxnLst/>
            <a:rect l="l" t="t" r="r" b="b"/>
            <a:pathLst>
              <a:path w="3208" h="97280">
                <a:moveTo>
                  <a:pt x="0" y="97280"/>
                </a:moveTo>
                <a:lnTo>
                  <a:pt x="0" y="96758"/>
                </a:lnTo>
                <a:lnTo>
                  <a:pt x="96" y="96236"/>
                </a:lnTo>
                <a:lnTo>
                  <a:pt x="96" y="95627"/>
                </a:lnTo>
                <a:lnTo>
                  <a:pt x="96" y="95105"/>
                </a:lnTo>
                <a:lnTo>
                  <a:pt x="96" y="94554"/>
                </a:lnTo>
                <a:lnTo>
                  <a:pt x="96" y="94032"/>
                </a:lnTo>
                <a:lnTo>
                  <a:pt x="160" y="93423"/>
                </a:lnTo>
                <a:lnTo>
                  <a:pt x="160" y="92901"/>
                </a:lnTo>
                <a:lnTo>
                  <a:pt x="160" y="92379"/>
                </a:lnTo>
                <a:lnTo>
                  <a:pt x="160" y="91828"/>
                </a:lnTo>
                <a:lnTo>
                  <a:pt x="224" y="91306"/>
                </a:lnTo>
                <a:lnTo>
                  <a:pt x="224" y="90698"/>
                </a:lnTo>
                <a:lnTo>
                  <a:pt x="224" y="90176"/>
                </a:lnTo>
                <a:lnTo>
                  <a:pt x="224" y="89654"/>
                </a:lnTo>
                <a:lnTo>
                  <a:pt x="224" y="89103"/>
                </a:lnTo>
                <a:lnTo>
                  <a:pt x="288" y="88581"/>
                </a:lnTo>
                <a:lnTo>
                  <a:pt x="288" y="88059"/>
                </a:lnTo>
                <a:lnTo>
                  <a:pt x="288" y="87508"/>
                </a:lnTo>
                <a:lnTo>
                  <a:pt x="288" y="86928"/>
                </a:lnTo>
                <a:lnTo>
                  <a:pt x="384" y="86377"/>
                </a:lnTo>
                <a:lnTo>
                  <a:pt x="384" y="85855"/>
                </a:lnTo>
                <a:lnTo>
                  <a:pt x="384" y="85333"/>
                </a:lnTo>
                <a:lnTo>
                  <a:pt x="384" y="84782"/>
                </a:lnTo>
                <a:lnTo>
                  <a:pt x="384" y="84261"/>
                </a:lnTo>
                <a:lnTo>
                  <a:pt x="449" y="83739"/>
                </a:lnTo>
                <a:lnTo>
                  <a:pt x="449" y="83188"/>
                </a:lnTo>
                <a:lnTo>
                  <a:pt x="449" y="82666"/>
                </a:lnTo>
                <a:lnTo>
                  <a:pt x="449" y="82115"/>
                </a:lnTo>
                <a:lnTo>
                  <a:pt x="449" y="81593"/>
                </a:lnTo>
                <a:lnTo>
                  <a:pt x="513" y="81071"/>
                </a:lnTo>
                <a:lnTo>
                  <a:pt x="513" y="80520"/>
                </a:lnTo>
                <a:lnTo>
                  <a:pt x="513" y="79998"/>
                </a:lnTo>
                <a:lnTo>
                  <a:pt x="513" y="79476"/>
                </a:lnTo>
                <a:lnTo>
                  <a:pt x="577" y="78925"/>
                </a:lnTo>
                <a:lnTo>
                  <a:pt x="577" y="78403"/>
                </a:lnTo>
                <a:lnTo>
                  <a:pt x="577" y="77882"/>
                </a:lnTo>
                <a:lnTo>
                  <a:pt x="577" y="77331"/>
                </a:lnTo>
                <a:lnTo>
                  <a:pt x="577" y="76809"/>
                </a:lnTo>
                <a:lnTo>
                  <a:pt x="673" y="76287"/>
                </a:lnTo>
                <a:lnTo>
                  <a:pt x="673" y="75736"/>
                </a:lnTo>
                <a:lnTo>
                  <a:pt x="673" y="75214"/>
                </a:lnTo>
                <a:lnTo>
                  <a:pt x="673" y="74692"/>
                </a:lnTo>
                <a:lnTo>
                  <a:pt x="737" y="74141"/>
                </a:lnTo>
                <a:lnTo>
                  <a:pt x="737" y="73619"/>
                </a:lnTo>
                <a:lnTo>
                  <a:pt x="737" y="73097"/>
                </a:lnTo>
                <a:lnTo>
                  <a:pt x="737" y="72546"/>
                </a:lnTo>
                <a:lnTo>
                  <a:pt x="737" y="72082"/>
                </a:lnTo>
                <a:lnTo>
                  <a:pt x="802" y="71561"/>
                </a:lnTo>
                <a:lnTo>
                  <a:pt x="802" y="71010"/>
                </a:lnTo>
                <a:lnTo>
                  <a:pt x="802" y="70488"/>
                </a:lnTo>
                <a:lnTo>
                  <a:pt x="802" y="69966"/>
                </a:lnTo>
                <a:lnTo>
                  <a:pt x="898" y="69415"/>
                </a:lnTo>
                <a:lnTo>
                  <a:pt x="898" y="68951"/>
                </a:lnTo>
                <a:lnTo>
                  <a:pt x="898" y="68429"/>
                </a:lnTo>
                <a:lnTo>
                  <a:pt x="898" y="67907"/>
                </a:lnTo>
                <a:lnTo>
                  <a:pt x="898" y="67356"/>
                </a:lnTo>
                <a:lnTo>
                  <a:pt x="962" y="66834"/>
                </a:lnTo>
                <a:lnTo>
                  <a:pt x="962" y="66370"/>
                </a:lnTo>
                <a:lnTo>
                  <a:pt x="962" y="65848"/>
                </a:lnTo>
                <a:lnTo>
                  <a:pt x="962" y="65297"/>
                </a:lnTo>
                <a:lnTo>
                  <a:pt x="1026" y="64776"/>
                </a:lnTo>
                <a:lnTo>
                  <a:pt x="1026" y="64312"/>
                </a:lnTo>
                <a:lnTo>
                  <a:pt x="1026" y="63790"/>
                </a:lnTo>
                <a:lnTo>
                  <a:pt x="1026" y="63239"/>
                </a:lnTo>
                <a:lnTo>
                  <a:pt x="1026" y="62717"/>
                </a:lnTo>
                <a:lnTo>
                  <a:pt x="1090" y="62253"/>
                </a:lnTo>
                <a:lnTo>
                  <a:pt x="1090" y="61702"/>
                </a:lnTo>
                <a:lnTo>
                  <a:pt x="1090" y="61180"/>
                </a:lnTo>
                <a:lnTo>
                  <a:pt x="1090" y="60716"/>
                </a:lnTo>
                <a:lnTo>
                  <a:pt x="1186" y="60194"/>
                </a:lnTo>
                <a:lnTo>
                  <a:pt x="1186" y="59643"/>
                </a:lnTo>
                <a:lnTo>
                  <a:pt x="1186" y="59179"/>
                </a:lnTo>
                <a:lnTo>
                  <a:pt x="1186" y="58658"/>
                </a:lnTo>
                <a:lnTo>
                  <a:pt x="1186" y="58136"/>
                </a:lnTo>
                <a:lnTo>
                  <a:pt x="1251" y="57672"/>
                </a:lnTo>
                <a:lnTo>
                  <a:pt x="1251" y="57121"/>
                </a:lnTo>
                <a:lnTo>
                  <a:pt x="1251" y="56657"/>
                </a:lnTo>
                <a:lnTo>
                  <a:pt x="1251" y="56135"/>
                </a:lnTo>
                <a:lnTo>
                  <a:pt x="1251" y="55584"/>
                </a:lnTo>
                <a:lnTo>
                  <a:pt x="1315" y="55120"/>
                </a:lnTo>
                <a:lnTo>
                  <a:pt x="1315" y="54598"/>
                </a:lnTo>
                <a:lnTo>
                  <a:pt x="1315" y="54134"/>
                </a:lnTo>
                <a:lnTo>
                  <a:pt x="1315" y="53612"/>
                </a:lnTo>
                <a:lnTo>
                  <a:pt x="1411" y="53148"/>
                </a:lnTo>
                <a:lnTo>
                  <a:pt x="1411" y="52597"/>
                </a:lnTo>
                <a:lnTo>
                  <a:pt x="1411" y="52134"/>
                </a:lnTo>
                <a:lnTo>
                  <a:pt x="1411" y="51612"/>
                </a:lnTo>
                <a:lnTo>
                  <a:pt x="1411" y="51148"/>
                </a:lnTo>
                <a:lnTo>
                  <a:pt x="1475" y="50597"/>
                </a:lnTo>
                <a:lnTo>
                  <a:pt x="1475" y="50133"/>
                </a:lnTo>
                <a:lnTo>
                  <a:pt x="1475" y="49611"/>
                </a:lnTo>
                <a:lnTo>
                  <a:pt x="1475" y="49147"/>
                </a:lnTo>
                <a:lnTo>
                  <a:pt x="1539" y="48625"/>
                </a:lnTo>
                <a:lnTo>
                  <a:pt x="1539" y="48161"/>
                </a:lnTo>
                <a:lnTo>
                  <a:pt x="1539" y="47610"/>
                </a:lnTo>
                <a:lnTo>
                  <a:pt x="1539" y="47146"/>
                </a:lnTo>
                <a:lnTo>
                  <a:pt x="1539" y="46682"/>
                </a:lnTo>
                <a:lnTo>
                  <a:pt x="1604" y="46160"/>
                </a:lnTo>
                <a:lnTo>
                  <a:pt x="1604" y="45696"/>
                </a:lnTo>
                <a:lnTo>
                  <a:pt x="1604" y="45233"/>
                </a:lnTo>
                <a:lnTo>
                  <a:pt x="1604" y="44682"/>
                </a:lnTo>
                <a:lnTo>
                  <a:pt x="1700" y="44218"/>
                </a:lnTo>
                <a:lnTo>
                  <a:pt x="1700" y="43696"/>
                </a:lnTo>
                <a:lnTo>
                  <a:pt x="1700" y="43232"/>
                </a:lnTo>
                <a:lnTo>
                  <a:pt x="1700" y="42768"/>
                </a:lnTo>
                <a:lnTo>
                  <a:pt x="1700" y="42217"/>
                </a:lnTo>
                <a:lnTo>
                  <a:pt x="1764" y="41753"/>
                </a:lnTo>
                <a:lnTo>
                  <a:pt x="1764" y="41289"/>
                </a:lnTo>
                <a:lnTo>
                  <a:pt x="1764" y="40825"/>
                </a:lnTo>
                <a:lnTo>
                  <a:pt x="1764" y="40303"/>
                </a:lnTo>
                <a:lnTo>
                  <a:pt x="1828" y="39839"/>
                </a:lnTo>
                <a:lnTo>
                  <a:pt x="1828" y="39375"/>
                </a:lnTo>
                <a:lnTo>
                  <a:pt x="1828" y="38912"/>
                </a:lnTo>
                <a:lnTo>
                  <a:pt x="1828" y="38361"/>
                </a:lnTo>
                <a:lnTo>
                  <a:pt x="1828" y="37897"/>
                </a:lnTo>
                <a:lnTo>
                  <a:pt x="1892" y="37433"/>
                </a:lnTo>
                <a:lnTo>
                  <a:pt x="1892" y="36969"/>
                </a:lnTo>
                <a:lnTo>
                  <a:pt x="1892" y="36447"/>
                </a:lnTo>
                <a:lnTo>
                  <a:pt x="1892" y="35983"/>
                </a:lnTo>
                <a:lnTo>
                  <a:pt x="1988" y="35519"/>
                </a:lnTo>
                <a:lnTo>
                  <a:pt x="1988" y="35055"/>
                </a:lnTo>
                <a:lnTo>
                  <a:pt x="1988" y="34591"/>
                </a:lnTo>
                <a:lnTo>
                  <a:pt x="1988" y="34127"/>
                </a:lnTo>
                <a:lnTo>
                  <a:pt x="1988" y="33576"/>
                </a:lnTo>
                <a:lnTo>
                  <a:pt x="2053" y="33112"/>
                </a:lnTo>
                <a:lnTo>
                  <a:pt x="2053" y="32648"/>
                </a:lnTo>
                <a:lnTo>
                  <a:pt x="2053" y="32185"/>
                </a:lnTo>
                <a:lnTo>
                  <a:pt x="2053" y="31721"/>
                </a:lnTo>
                <a:lnTo>
                  <a:pt x="2053" y="31257"/>
                </a:lnTo>
                <a:lnTo>
                  <a:pt x="2117" y="30793"/>
                </a:lnTo>
                <a:lnTo>
                  <a:pt x="2117" y="30329"/>
                </a:lnTo>
                <a:lnTo>
                  <a:pt x="2117" y="29865"/>
                </a:lnTo>
                <a:lnTo>
                  <a:pt x="2117" y="29401"/>
                </a:lnTo>
                <a:lnTo>
                  <a:pt x="2213" y="28937"/>
                </a:lnTo>
                <a:lnTo>
                  <a:pt x="2213" y="28473"/>
                </a:lnTo>
                <a:lnTo>
                  <a:pt x="2213" y="28009"/>
                </a:lnTo>
                <a:lnTo>
                  <a:pt x="2213" y="27545"/>
                </a:lnTo>
                <a:lnTo>
                  <a:pt x="2213" y="27081"/>
                </a:lnTo>
                <a:lnTo>
                  <a:pt x="2277" y="26617"/>
                </a:lnTo>
                <a:lnTo>
                  <a:pt x="2277" y="26124"/>
                </a:lnTo>
                <a:lnTo>
                  <a:pt x="2277" y="25661"/>
                </a:lnTo>
                <a:lnTo>
                  <a:pt x="2277" y="25197"/>
                </a:lnTo>
                <a:lnTo>
                  <a:pt x="2341" y="24733"/>
                </a:lnTo>
                <a:lnTo>
                  <a:pt x="2341" y="24269"/>
                </a:lnTo>
                <a:lnTo>
                  <a:pt x="2341" y="23805"/>
                </a:lnTo>
                <a:lnTo>
                  <a:pt x="2341" y="23341"/>
                </a:lnTo>
                <a:lnTo>
                  <a:pt x="2341" y="22877"/>
                </a:lnTo>
                <a:lnTo>
                  <a:pt x="2406" y="22413"/>
                </a:lnTo>
                <a:lnTo>
                  <a:pt x="2406" y="21949"/>
                </a:lnTo>
                <a:lnTo>
                  <a:pt x="2406" y="21543"/>
                </a:lnTo>
                <a:lnTo>
                  <a:pt x="2406" y="21079"/>
                </a:lnTo>
                <a:lnTo>
                  <a:pt x="2502" y="20615"/>
                </a:lnTo>
                <a:lnTo>
                  <a:pt x="2502" y="20151"/>
                </a:lnTo>
                <a:lnTo>
                  <a:pt x="2502" y="19687"/>
                </a:lnTo>
                <a:lnTo>
                  <a:pt x="2502" y="19224"/>
                </a:lnTo>
                <a:lnTo>
                  <a:pt x="2502" y="18818"/>
                </a:lnTo>
                <a:lnTo>
                  <a:pt x="2566" y="18354"/>
                </a:lnTo>
                <a:lnTo>
                  <a:pt x="2566" y="17890"/>
                </a:lnTo>
                <a:lnTo>
                  <a:pt x="2566" y="17426"/>
                </a:lnTo>
                <a:lnTo>
                  <a:pt x="2566" y="16962"/>
                </a:lnTo>
                <a:lnTo>
                  <a:pt x="2630" y="16556"/>
                </a:lnTo>
                <a:lnTo>
                  <a:pt x="2630" y="16092"/>
                </a:lnTo>
                <a:lnTo>
                  <a:pt x="2630" y="15628"/>
                </a:lnTo>
                <a:lnTo>
                  <a:pt x="2630" y="15164"/>
                </a:lnTo>
                <a:lnTo>
                  <a:pt x="2630" y="14758"/>
                </a:lnTo>
                <a:lnTo>
                  <a:pt x="2726" y="14294"/>
                </a:lnTo>
                <a:lnTo>
                  <a:pt x="2726" y="13830"/>
                </a:lnTo>
                <a:lnTo>
                  <a:pt x="2726" y="13424"/>
                </a:lnTo>
                <a:lnTo>
                  <a:pt x="2726" y="12961"/>
                </a:lnTo>
                <a:lnTo>
                  <a:pt x="2790" y="12497"/>
                </a:lnTo>
                <a:lnTo>
                  <a:pt x="2790" y="12120"/>
                </a:lnTo>
                <a:lnTo>
                  <a:pt x="2790" y="11656"/>
                </a:lnTo>
                <a:lnTo>
                  <a:pt x="2790" y="11250"/>
                </a:lnTo>
                <a:lnTo>
                  <a:pt x="2790" y="10786"/>
                </a:lnTo>
                <a:lnTo>
                  <a:pt x="2855" y="10322"/>
                </a:lnTo>
                <a:lnTo>
                  <a:pt x="2855" y="9916"/>
                </a:lnTo>
                <a:lnTo>
                  <a:pt x="2855" y="9452"/>
                </a:lnTo>
                <a:lnTo>
                  <a:pt x="2855" y="9046"/>
                </a:lnTo>
                <a:lnTo>
                  <a:pt x="2855" y="8582"/>
                </a:lnTo>
                <a:lnTo>
                  <a:pt x="2919" y="8118"/>
                </a:lnTo>
                <a:lnTo>
                  <a:pt x="2919" y="7712"/>
                </a:lnTo>
                <a:lnTo>
                  <a:pt x="2919" y="7248"/>
                </a:lnTo>
                <a:lnTo>
                  <a:pt x="2919" y="6842"/>
                </a:lnTo>
                <a:lnTo>
                  <a:pt x="3015" y="6379"/>
                </a:lnTo>
                <a:lnTo>
                  <a:pt x="3015" y="6002"/>
                </a:lnTo>
                <a:lnTo>
                  <a:pt x="3015" y="5538"/>
                </a:lnTo>
                <a:lnTo>
                  <a:pt x="3015" y="5132"/>
                </a:lnTo>
                <a:lnTo>
                  <a:pt x="3015" y="4726"/>
                </a:lnTo>
                <a:lnTo>
                  <a:pt x="3079" y="4262"/>
                </a:lnTo>
                <a:lnTo>
                  <a:pt x="3079" y="3856"/>
                </a:lnTo>
                <a:lnTo>
                  <a:pt x="3079" y="3392"/>
                </a:lnTo>
                <a:lnTo>
                  <a:pt x="3079" y="2986"/>
                </a:lnTo>
                <a:lnTo>
                  <a:pt x="3143" y="2522"/>
                </a:lnTo>
                <a:lnTo>
                  <a:pt x="3143" y="2145"/>
                </a:lnTo>
                <a:lnTo>
                  <a:pt x="3143" y="1739"/>
                </a:lnTo>
                <a:lnTo>
                  <a:pt x="3143" y="1275"/>
                </a:lnTo>
                <a:lnTo>
                  <a:pt x="3143" y="869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345527" y="3111144"/>
            <a:ext cx="3240" cy="67965"/>
          </a:xfrm>
          <a:custGeom>
            <a:avLst/>
            <a:gdLst/>
            <a:ahLst/>
            <a:cxnLst/>
            <a:rect l="l" t="t" r="r" b="b"/>
            <a:pathLst>
              <a:path w="3240" h="67965">
                <a:moveTo>
                  <a:pt x="0" y="67965"/>
                </a:moveTo>
                <a:lnTo>
                  <a:pt x="0" y="67559"/>
                </a:lnTo>
                <a:lnTo>
                  <a:pt x="0" y="67182"/>
                </a:lnTo>
                <a:lnTo>
                  <a:pt x="96" y="66718"/>
                </a:lnTo>
                <a:lnTo>
                  <a:pt x="96" y="66312"/>
                </a:lnTo>
                <a:lnTo>
                  <a:pt x="96" y="65906"/>
                </a:lnTo>
                <a:lnTo>
                  <a:pt x="96" y="65442"/>
                </a:lnTo>
                <a:lnTo>
                  <a:pt x="96" y="65037"/>
                </a:lnTo>
                <a:lnTo>
                  <a:pt x="160" y="64660"/>
                </a:lnTo>
                <a:lnTo>
                  <a:pt x="160" y="64254"/>
                </a:lnTo>
                <a:lnTo>
                  <a:pt x="160" y="63848"/>
                </a:lnTo>
                <a:lnTo>
                  <a:pt x="160" y="63384"/>
                </a:lnTo>
                <a:lnTo>
                  <a:pt x="224" y="62978"/>
                </a:lnTo>
                <a:lnTo>
                  <a:pt x="224" y="62572"/>
                </a:lnTo>
                <a:lnTo>
                  <a:pt x="224" y="62195"/>
                </a:lnTo>
                <a:lnTo>
                  <a:pt x="224" y="61789"/>
                </a:lnTo>
                <a:lnTo>
                  <a:pt x="224" y="61325"/>
                </a:lnTo>
                <a:lnTo>
                  <a:pt x="320" y="60919"/>
                </a:lnTo>
                <a:lnTo>
                  <a:pt x="320" y="60513"/>
                </a:lnTo>
                <a:lnTo>
                  <a:pt x="320" y="60136"/>
                </a:lnTo>
                <a:lnTo>
                  <a:pt x="320" y="59730"/>
                </a:lnTo>
                <a:lnTo>
                  <a:pt x="384" y="59324"/>
                </a:lnTo>
                <a:lnTo>
                  <a:pt x="384" y="58918"/>
                </a:lnTo>
                <a:lnTo>
                  <a:pt x="384" y="58542"/>
                </a:lnTo>
                <a:lnTo>
                  <a:pt x="384" y="58136"/>
                </a:lnTo>
                <a:lnTo>
                  <a:pt x="384" y="57730"/>
                </a:lnTo>
                <a:lnTo>
                  <a:pt x="449" y="57324"/>
                </a:lnTo>
                <a:lnTo>
                  <a:pt x="449" y="56947"/>
                </a:lnTo>
                <a:lnTo>
                  <a:pt x="449" y="56541"/>
                </a:lnTo>
                <a:lnTo>
                  <a:pt x="449" y="56135"/>
                </a:lnTo>
                <a:lnTo>
                  <a:pt x="449" y="55729"/>
                </a:lnTo>
                <a:lnTo>
                  <a:pt x="513" y="55323"/>
                </a:lnTo>
                <a:lnTo>
                  <a:pt x="513" y="54946"/>
                </a:lnTo>
                <a:lnTo>
                  <a:pt x="513" y="54540"/>
                </a:lnTo>
                <a:lnTo>
                  <a:pt x="513" y="54134"/>
                </a:lnTo>
                <a:lnTo>
                  <a:pt x="609" y="53728"/>
                </a:lnTo>
                <a:lnTo>
                  <a:pt x="609" y="53351"/>
                </a:lnTo>
                <a:lnTo>
                  <a:pt x="609" y="52945"/>
                </a:lnTo>
                <a:lnTo>
                  <a:pt x="609" y="52539"/>
                </a:lnTo>
                <a:lnTo>
                  <a:pt x="609" y="52134"/>
                </a:lnTo>
                <a:lnTo>
                  <a:pt x="673" y="51757"/>
                </a:lnTo>
                <a:lnTo>
                  <a:pt x="673" y="51351"/>
                </a:lnTo>
                <a:lnTo>
                  <a:pt x="673" y="51003"/>
                </a:lnTo>
                <a:lnTo>
                  <a:pt x="673" y="50626"/>
                </a:lnTo>
                <a:lnTo>
                  <a:pt x="737" y="50220"/>
                </a:lnTo>
                <a:lnTo>
                  <a:pt x="737" y="49814"/>
                </a:lnTo>
                <a:lnTo>
                  <a:pt x="737" y="49408"/>
                </a:lnTo>
                <a:lnTo>
                  <a:pt x="737" y="49031"/>
                </a:lnTo>
                <a:lnTo>
                  <a:pt x="737" y="48683"/>
                </a:lnTo>
                <a:lnTo>
                  <a:pt x="802" y="48277"/>
                </a:lnTo>
                <a:lnTo>
                  <a:pt x="802" y="47900"/>
                </a:lnTo>
                <a:lnTo>
                  <a:pt x="802" y="47494"/>
                </a:lnTo>
                <a:lnTo>
                  <a:pt x="802" y="47146"/>
                </a:lnTo>
                <a:lnTo>
                  <a:pt x="898" y="46769"/>
                </a:lnTo>
                <a:lnTo>
                  <a:pt x="898" y="46363"/>
                </a:lnTo>
                <a:lnTo>
                  <a:pt x="898" y="46015"/>
                </a:lnTo>
                <a:lnTo>
                  <a:pt x="898" y="45638"/>
                </a:lnTo>
                <a:lnTo>
                  <a:pt x="898" y="45233"/>
                </a:lnTo>
                <a:lnTo>
                  <a:pt x="962" y="44885"/>
                </a:lnTo>
                <a:lnTo>
                  <a:pt x="962" y="44508"/>
                </a:lnTo>
                <a:lnTo>
                  <a:pt x="962" y="44102"/>
                </a:lnTo>
                <a:lnTo>
                  <a:pt x="962" y="43754"/>
                </a:lnTo>
                <a:lnTo>
                  <a:pt x="1026" y="43377"/>
                </a:lnTo>
                <a:lnTo>
                  <a:pt x="1026" y="42971"/>
                </a:lnTo>
                <a:lnTo>
                  <a:pt x="1026" y="42623"/>
                </a:lnTo>
                <a:lnTo>
                  <a:pt x="1026" y="42246"/>
                </a:lnTo>
                <a:lnTo>
                  <a:pt x="1026" y="41898"/>
                </a:lnTo>
                <a:lnTo>
                  <a:pt x="1122" y="41492"/>
                </a:lnTo>
                <a:lnTo>
                  <a:pt x="1122" y="41173"/>
                </a:lnTo>
                <a:lnTo>
                  <a:pt x="1122" y="40767"/>
                </a:lnTo>
                <a:lnTo>
                  <a:pt x="1122" y="40448"/>
                </a:lnTo>
                <a:lnTo>
                  <a:pt x="1186" y="40042"/>
                </a:lnTo>
                <a:lnTo>
                  <a:pt x="1186" y="39723"/>
                </a:lnTo>
                <a:lnTo>
                  <a:pt x="1186" y="39317"/>
                </a:lnTo>
                <a:lnTo>
                  <a:pt x="1186" y="38970"/>
                </a:lnTo>
                <a:lnTo>
                  <a:pt x="1186" y="38593"/>
                </a:lnTo>
                <a:lnTo>
                  <a:pt x="1251" y="38245"/>
                </a:lnTo>
                <a:lnTo>
                  <a:pt x="1251" y="37839"/>
                </a:lnTo>
                <a:lnTo>
                  <a:pt x="1251" y="37520"/>
                </a:lnTo>
                <a:lnTo>
                  <a:pt x="1251" y="37114"/>
                </a:lnTo>
                <a:lnTo>
                  <a:pt x="1251" y="36795"/>
                </a:lnTo>
                <a:lnTo>
                  <a:pt x="1315" y="36447"/>
                </a:lnTo>
                <a:lnTo>
                  <a:pt x="1315" y="36041"/>
                </a:lnTo>
                <a:lnTo>
                  <a:pt x="1315" y="35722"/>
                </a:lnTo>
                <a:lnTo>
                  <a:pt x="1315" y="35374"/>
                </a:lnTo>
                <a:lnTo>
                  <a:pt x="1411" y="34997"/>
                </a:lnTo>
                <a:lnTo>
                  <a:pt x="1411" y="34649"/>
                </a:lnTo>
                <a:lnTo>
                  <a:pt x="1411" y="34330"/>
                </a:lnTo>
                <a:lnTo>
                  <a:pt x="1411" y="33924"/>
                </a:lnTo>
                <a:lnTo>
                  <a:pt x="1411" y="33605"/>
                </a:lnTo>
                <a:lnTo>
                  <a:pt x="1475" y="33257"/>
                </a:lnTo>
                <a:lnTo>
                  <a:pt x="1475" y="32851"/>
                </a:lnTo>
                <a:lnTo>
                  <a:pt x="1475" y="32533"/>
                </a:lnTo>
                <a:lnTo>
                  <a:pt x="1475" y="32185"/>
                </a:lnTo>
                <a:lnTo>
                  <a:pt x="1539" y="31866"/>
                </a:lnTo>
                <a:lnTo>
                  <a:pt x="1539" y="31518"/>
                </a:lnTo>
                <a:lnTo>
                  <a:pt x="1539" y="31141"/>
                </a:lnTo>
                <a:lnTo>
                  <a:pt x="1539" y="30793"/>
                </a:lnTo>
                <a:lnTo>
                  <a:pt x="1539" y="30474"/>
                </a:lnTo>
                <a:lnTo>
                  <a:pt x="1636" y="30126"/>
                </a:lnTo>
                <a:lnTo>
                  <a:pt x="1636" y="29807"/>
                </a:lnTo>
                <a:lnTo>
                  <a:pt x="1636" y="29459"/>
                </a:lnTo>
                <a:lnTo>
                  <a:pt x="1636" y="29082"/>
                </a:lnTo>
                <a:lnTo>
                  <a:pt x="1700" y="28734"/>
                </a:lnTo>
                <a:lnTo>
                  <a:pt x="1700" y="28415"/>
                </a:lnTo>
                <a:lnTo>
                  <a:pt x="1700" y="28067"/>
                </a:lnTo>
                <a:lnTo>
                  <a:pt x="1700" y="27748"/>
                </a:lnTo>
                <a:lnTo>
                  <a:pt x="1700" y="27400"/>
                </a:lnTo>
                <a:lnTo>
                  <a:pt x="1764" y="27081"/>
                </a:lnTo>
                <a:lnTo>
                  <a:pt x="1764" y="26733"/>
                </a:lnTo>
                <a:lnTo>
                  <a:pt x="1764" y="26414"/>
                </a:lnTo>
                <a:lnTo>
                  <a:pt x="1764" y="26067"/>
                </a:lnTo>
                <a:lnTo>
                  <a:pt x="1828" y="25748"/>
                </a:lnTo>
                <a:lnTo>
                  <a:pt x="1828" y="25400"/>
                </a:lnTo>
                <a:lnTo>
                  <a:pt x="1828" y="25081"/>
                </a:lnTo>
                <a:lnTo>
                  <a:pt x="1828" y="24762"/>
                </a:lnTo>
                <a:lnTo>
                  <a:pt x="1828" y="24414"/>
                </a:lnTo>
                <a:lnTo>
                  <a:pt x="1924" y="24095"/>
                </a:lnTo>
                <a:lnTo>
                  <a:pt x="1924" y="23747"/>
                </a:lnTo>
                <a:lnTo>
                  <a:pt x="1924" y="23428"/>
                </a:lnTo>
                <a:lnTo>
                  <a:pt x="1924" y="23080"/>
                </a:lnTo>
                <a:lnTo>
                  <a:pt x="1988" y="22761"/>
                </a:lnTo>
                <a:lnTo>
                  <a:pt x="1988" y="22413"/>
                </a:lnTo>
                <a:lnTo>
                  <a:pt x="1988" y="22152"/>
                </a:lnTo>
                <a:lnTo>
                  <a:pt x="1988" y="21833"/>
                </a:lnTo>
                <a:lnTo>
                  <a:pt x="1988" y="21485"/>
                </a:lnTo>
                <a:lnTo>
                  <a:pt x="2053" y="21166"/>
                </a:lnTo>
                <a:lnTo>
                  <a:pt x="2053" y="20818"/>
                </a:lnTo>
                <a:lnTo>
                  <a:pt x="2053" y="20499"/>
                </a:lnTo>
                <a:lnTo>
                  <a:pt x="2053" y="20238"/>
                </a:lnTo>
                <a:lnTo>
                  <a:pt x="2053" y="19890"/>
                </a:lnTo>
                <a:lnTo>
                  <a:pt x="2117" y="19571"/>
                </a:lnTo>
                <a:lnTo>
                  <a:pt x="2117" y="19224"/>
                </a:lnTo>
                <a:lnTo>
                  <a:pt x="2117" y="18963"/>
                </a:lnTo>
                <a:lnTo>
                  <a:pt x="2117" y="18644"/>
                </a:lnTo>
                <a:lnTo>
                  <a:pt x="2213" y="18296"/>
                </a:lnTo>
                <a:lnTo>
                  <a:pt x="2213" y="18035"/>
                </a:lnTo>
                <a:lnTo>
                  <a:pt x="2213" y="17687"/>
                </a:lnTo>
                <a:lnTo>
                  <a:pt x="2213" y="17368"/>
                </a:lnTo>
                <a:lnTo>
                  <a:pt x="2213" y="17049"/>
                </a:lnTo>
                <a:lnTo>
                  <a:pt x="2277" y="16759"/>
                </a:lnTo>
                <a:lnTo>
                  <a:pt x="2277" y="16440"/>
                </a:lnTo>
                <a:lnTo>
                  <a:pt x="2277" y="16179"/>
                </a:lnTo>
                <a:lnTo>
                  <a:pt x="2277" y="15831"/>
                </a:lnTo>
                <a:lnTo>
                  <a:pt x="2341" y="15512"/>
                </a:lnTo>
                <a:lnTo>
                  <a:pt x="2341" y="15251"/>
                </a:lnTo>
                <a:lnTo>
                  <a:pt x="2341" y="14903"/>
                </a:lnTo>
                <a:lnTo>
                  <a:pt x="2341" y="14642"/>
                </a:lnTo>
                <a:lnTo>
                  <a:pt x="2341" y="14294"/>
                </a:lnTo>
                <a:lnTo>
                  <a:pt x="2438" y="14033"/>
                </a:lnTo>
                <a:lnTo>
                  <a:pt x="2438" y="13714"/>
                </a:lnTo>
                <a:lnTo>
                  <a:pt x="2438" y="13453"/>
                </a:lnTo>
                <a:lnTo>
                  <a:pt x="2438" y="13105"/>
                </a:lnTo>
                <a:lnTo>
                  <a:pt x="2502" y="12845"/>
                </a:lnTo>
                <a:lnTo>
                  <a:pt x="2502" y="12526"/>
                </a:lnTo>
                <a:lnTo>
                  <a:pt x="2502" y="12236"/>
                </a:lnTo>
                <a:lnTo>
                  <a:pt x="2502" y="11917"/>
                </a:lnTo>
                <a:lnTo>
                  <a:pt x="2502" y="11656"/>
                </a:lnTo>
                <a:lnTo>
                  <a:pt x="2566" y="11308"/>
                </a:lnTo>
                <a:lnTo>
                  <a:pt x="2566" y="11047"/>
                </a:lnTo>
                <a:lnTo>
                  <a:pt x="2566" y="10786"/>
                </a:lnTo>
                <a:lnTo>
                  <a:pt x="2566" y="10438"/>
                </a:lnTo>
                <a:lnTo>
                  <a:pt x="2630" y="10177"/>
                </a:lnTo>
                <a:lnTo>
                  <a:pt x="2630" y="9858"/>
                </a:lnTo>
                <a:lnTo>
                  <a:pt x="2630" y="9597"/>
                </a:lnTo>
                <a:lnTo>
                  <a:pt x="2630" y="9307"/>
                </a:lnTo>
                <a:lnTo>
                  <a:pt x="2630" y="8988"/>
                </a:lnTo>
                <a:lnTo>
                  <a:pt x="2726" y="8727"/>
                </a:lnTo>
                <a:lnTo>
                  <a:pt x="2726" y="8466"/>
                </a:lnTo>
                <a:lnTo>
                  <a:pt x="2726" y="8176"/>
                </a:lnTo>
                <a:lnTo>
                  <a:pt x="2726" y="7857"/>
                </a:lnTo>
                <a:lnTo>
                  <a:pt x="2790" y="7596"/>
                </a:lnTo>
                <a:lnTo>
                  <a:pt x="2790" y="7335"/>
                </a:lnTo>
                <a:lnTo>
                  <a:pt x="2790" y="7074"/>
                </a:lnTo>
                <a:lnTo>
                  <a:pt x="2790" y="6726"/>
                </a:lnTo>
                <a:lnTo>
                  <a:pt x="2790" y="6466"/>
                </a:lnTo>
                <a:lnTo>
                  <a:pt x="2855" y="6205"/>
                </a:lnTo>
                <a:lnTo>
                  <a:pt x="2855" y="5944"/>
                </a:lnTo>
                <a:lnTo>
                  <a:pt x="2855" y="5654"/>
                </a:lnTo>
                <a:lnTo>
                  <a:pt x="2855" y="5393"/>
                </a:lnTo>
                <a:lnTo>
                  <a:pt x="2855" y="5074"/>
                </a:lnTo>
                <a:lnTo>
                  <a:pt x="2919" y="4813"/>
                </a:lnTo>
                <a:lnTo>
                  <a:pt x="2919" y="4523"/>
                </a:lnTo>
                <a:lnTo>
                  <a:pt x="2919" y="4262"/>
                </a:lnTo>
                <a:lnTo>
                  <a:pt x="2919" y="4001"/>
                </a:lnTo>
                <a:lnTo>
                  <a:pt x="3015" y="3740"/>
                </a:lnTo>
                <a:lnTo>
                  <a:pt x="3015" y="3479"/>
                </a:lnTo>
                <a:lnTo>
                  <a:pt x="3015" y="3189"/>
                </a:lnTo>
                <a:lnTo>
                  <a:pt x="3015" y="2928"/>
                </a:lnTo>
                <a:lnTo>
                  <a:pt x="3015" y="2667"/>
                </a:lnTo>
                <a:lnTo>
                  <a:pt x="3079" y="2406"/>
                </a:lnTo>
                <a:lnTo>
                  <a:pt x="3079" y="2145"/>
                </a:lnTo>
                <a:lnTo>
                  <a:pt x="3079" y="1884"/>
                </a:lnTo>
                <a:lnTo>
                  <a:pt x="3079" y="1594"/>
                </a:lnTo>
                <a:lnTo>
                  <a:pt x="3143" y="1333"/>
                </a:lnTo>
                <a:lnTo>
                  <a:pt x="3143" y="1072"/>
                </a:lnTo>
                <a:lnTo>
                  <a:pt x="3143" y="811"/>
                </a:lnTo>
                <a:lnTo>
                  <a:pt x="3143" y="550"/>
                </a:lnTo>
                <a:lnTo>
                  <a:pt x="3143" y="289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4348767" y="3077712"/>
            <a:ext cx="3047" cy="33431"/>
          </a:xfrm>
          <a:custGeom>
            <a:avLst/>
            <a:gdLst/>
            <a:ahLst/>
            <a:cxnLst/>
            <a:rect l="l" t="t" r="r" b="b"/>
            <a:pathLst>
              <a:path w="3047" h="33431">
                <a:moveTo>
                  <a:pt x="0" y="33431"/>
                </a:moveTo>
                <a:lnTo>
                  <a:pt x="0" y="33170"/>
                </a:lnTo>
                <a:lnTo>
                  <a:pt x="0" y="32967"/>
                </a:lnTo>
                <a:lnTo>
                  <a:pt x="0" y="32706"/>
                </a:lnTo>
                <a:lnTo>
                  <a:pt x="64" y="32446"/>
                </a:lnTo>
                <a:lnTo>
                  <a:pt x="64" y="32185"/>
                </a:lnTo>
                <a:lnTo>
                  <a:pt x="64" y="31924"/>
                </a:lnTo>
                <a:lnTo>
                  <a:pt x="64" y="31721"/>
                </a:lnTo>
                <a:lnTo>
                  <a:pt x="64" y="31460"/>
                </a:lnTo>
                <a:lnTo>
                  <a:pt x="128" y="31170"/>
                </a:lnTo>
                <a:lnTo>
                  <a:pt x="128" y="30909"/>
                </a:lnTo>
                <a:lnTo>
                  <a:pt x="128" y="30706"/>
                </a:lnTo>
                <a:lnTo>
                  <a:pt x="128" y="30445"/>
                </a:lnTo>
                <a:lnTo>
                  <a:pt x="192" y="30184"/>
                </a:lnTo>
                <a:lnTo>
                  <a:pt x="192" y="29923"/>
                </a:lnTo>
                <a:lnTo>
                  <a:pt x="192" y="29720"/>
                </a:lnTo>
                <a:lnTo>
                  <a:pt x="192" y="29459"/>
                </a:lnTo>
                <a:lnTo>
                  <a:pt x="192" y="29198"/>
                </a:lnTo>
                <a:lnTo>
                  <a:pt x="288" y="28995"/>
                </a:lnTo>
                <a:lnTo>
                  <a:pt x="288" y="28734"/>
                </a:lnTo>
                <a:lnTo>
                  <a:pt x="288" y="28444"/>
                </a:lnTo>
                <a:lnTo>
                  <a:pt x="288" y="28270"/>
                </a:lnTo>
                <a:lnTo>
                  <a:pt x="352" y="27980"/>
                </a:lnTo>
                <a:lnTo>
                  <a:pt x="352" y="27777"/>
                </a:lnTo>
                <a:lnTo>
                  <a:pt x="352" y="27516"/>
                </a:lnTo>
                <a:lnTo>
                  <a:pt x="352" y="27313"/>
                </a:lnTo>
                <a:lnTo>
                  <a:pt x="352" y="27052"/>
                </a:lnTo>
                <a:lnTo>
                  <a:pt x="417" y="26791"/>
                </a:lnTo>
                <a:lnTo>
                  <a:pt x="417" y="26588"/>
                </a:lnTo>
                <a:lnTo>
                  <a:pt x="417" y="26327"/>
                </a:lnTo>
                <a:lnTo>
                  <a:pt x="417" y="26124"/>
                </a:lnTo>
                <a:lnTo>
                  <a:pt x="417" y="25922"/>
                </a:lnTo>
                <a:lnTo>
                  <a:pt x="513" y="25661"/>
                </a:lnTo>
                <a:lnTo>
                  <a:pt x="513" y="25458"/>
                </a:lnTo>
                <a:lnTo>
                  <a:pt x="513" y="25197"/>
                </a:lnTo>
                <a:lnTo>
                  <a:pt x="513" y="24994"/>
                </a:lnTo>
                <a:lnTo>
                  <a:pt x="577" y="24733"/>
                </a:lnTo>
                <a:lnTo>
                  <a:pt x="577" y="24530"/>
                </a:lnTo>
                <a:lnTo>
                  <a:pt x="577" y="24327"/>
                </a:lnTo>
                <a:lnTo>
                  <a:pt x="577" y="24066"/>
                </a:lnTo>
                <a:lnTo>
                  <a:pt x="577" y="23863"/>
                </a:lnTo>
                <a:lnTo>
                  <a:pt x="641" y="23660"/>
                </a:lnTo>
                <a:lnTo>
                  <a:pt x="641" y="23399"/>
                </a:lnTo>
                <a:lnTo>
                  <a:pt x="641" y="23196"/>
                </a:lnTo>
                <a:lnTo>
                  <a:pt x="641" y="22993"/>
                </a:lnTo>
                <a:lnTo>
                  <a:pt x="705" y="22732"/>
                </a:lnTo>
                <a:lnTo>
                  <a:pt x="705" y="22529"/>
                </a:lnTo>
                <a:lnTo>
                  <a:pt x="705" y="22326"/>
                </a:lnTo>
                <a:lnTo>
                  <a:pt x="705" y="22152"/>
                </a:lnTo>
                <a:lnTo>
                  <a:pt x="705" y="21862"/>
                </a:lnTo>
                <a:lnTo>
                  <a:pt x="802" y="21659"/>
                </a:lnTo>
                <a:lnTo>
                  <a:pt x="802" y="21485"/>
                </a:lnTo>
                <a:lnTo>
                  <a:pt x="802" y="21282"/>
                </a:lnTo>
                <a:lnTo>
                  <a:pt x="802" y="21079"/>
                </a:lnTo>
                <a:lnTo>
                  <a:pt x="802" y="20818"/>
                </a:lnTo>
                <a:lnTo>
                  <a:pt x="802" y="20615"/>
                </a:lnTo>
                <a:lnTo>
                  <a:pt x="802" y="20412"/>
                </a:lnTo>
                <a:lnTo>
                  <a:pt x="802" y="20209"/>
                </a:lnTo>
                <a:lnTo>
                  <a:pt x="802" y="20006"/>
                </a:lnTo>
                <a:lnTo>
                  <a:pt x="866" y="19803"/>
                </a:lnTo>
                <a:lnTo>
                  <a:pt x="866" y="19600"/>
                </a:lnTo>
                <a:lnTo>
                  <a:pt x="866" y="19427"/>
                </a:lnTo>
                <a:lnTo>
                  <a:pt x="866" y="19224"/>
                </a:lnTo>
                <a:lnTo>
                  <a:pt x="930" y="19021"/>
                </a:lnTo>
                <a:lnTo>
                  <a:pt x="930" y="18818"/>
                </a:lnTo>
                <a:lnTo>
                  <a:pt x="930" y="18557"/>
                </a:lnTo>
                <a:lnTo>
                  <a:pt x="930" y="18354"/>
                </a:lnTo>
                <a:lnTo>
                  <a:pt x="930" y="18209"/>
                </a:lnTo>
                <a:lnTo>
                  <a:pt x="994" y="18006"/>
                </a:lnTo>
                <a:lnTo>
                  <a:pt x="994" y="17803"/>
                </a:lnTo>
                <a:lnTo>
                  <a:pt x="994" y="17629"/>
                </a:lnTo>
                <a:lnTo>
                  <a:pt x="994" y="17426"/>
                </a:lnTo>
                <a:lnTo>
                  <a:pt x="1090" y="17223"/>
                </a:lnTo>
                <a:lnTo>
                  <a:pt x="1090" y="17020"/>
                </a:lnTo>
                <a:lnTo>
                  <a:pt x="1090" y="16817"/>
                </a:lnTo>
                <a:lnTo>
                  <a:pt x="1090" y="16614"/>
                </a:lnTo>
                <a:lnTo>
                  <a:pt x="1090" y="16411"/>
                </a:lnTo>
                <a:lnTo>
                  <a:pt x="1154" y="16208"/>
                </a:lnTo>
                <a:lnTo>
                  <a:pt x="1154" y="15889"/>
                </a:lnTo>
                <a:lnTo>
                  <a:pt x="1154" y="15686"/>
                </a:lnTo>
                <a:lnTo>
                  <a:pt x="1154" y="15483"/>
                </a:lnTo>
                <a:lnTo>
                  <a:pt x="1219" y="15280"/>
                </a:lnTo>
                <a:lnTo>
                  <a:pt x="1219" y="14961"/>
                </a:lnTo>
                <a:lnTo>
                  <a:pt x="1219" y="14758"/>
                </a:lnTo>
                <a:lnTo>
                  <a:pt x="1315" y="14555"/>
                </a:lnTo>
                <a:lnTo>
                  <a:pt x="1315" y="14236"/>
                </a:lnTo>
                <a:lnTo>
                  <a:pt x="1315" y="14033"/>
                </a:lnTo>
                <a:lnTo>
                  <a:pt x="1315" y="13888"/>
                </a:lnTo>
                <a:lnTo>
                  <a:pt x="1379" y="13685"/>
                </a:lnTo>
                <a:lnTo>
                  <a:pt x="1379" y="13482"/>
                </a:lnTo>
                <a:lnTo>
                  <a:pt x="1379" y="13163"/>
                </a:lnTo>
                <a:lnTo>
                  <a:pt x="1443" y="12961"/>
                </a:lnTo>
                <a:lnTo>
                  <a:pt x="1443" y="12816"/>
                </a:lnTo>
                <a:lnTo>
                  <a:pt x="1443" y="12642"/>
                </a:lnTo>
                <a:lnTo>
                  <a:pt x="1443" y="12497"/>
                </a:lnTo>
                <a:lnTo>
                  <a:pt x="1443" y="12294"/>
                </a:lnTo>
                <a:lnTo>
                  <a:pt x="1507" y="11975"/>
                </a:lnTo>
                <a:lnTo>
                  <a:pt x="1507" y="11830"/>
                </a:lnTo>
                <a:lnTo>
                  <a:pt x="1507" y="11627"/>
                </a:lnTo>
                <a:lnTo>
                  <a:pt x="1604" y="11308"/>
                </a:lnTo>
                <a:lnTo>
                  <a:pt x="1604" y="11163"/>
                </a:lnTo>
                <a:lnTo>
                  <a:pt x="1604" y="10960"/>
                </a:lnTo>
                <a:lnTo>
                  <a:pt x="1668" y="10641"/>
                </a:lnTo>
                <a:lnTo>
                  <a:pt x="1668" y="10496"/>
                </a:lnTo>
                <a:lnTo>
                  <a:pt x="1668" y="10177"/>
                </a:lnTo>
                <a:lnTo>
                  <a:pt x="1732" y="10032"/>
                </a:lnTo>
                <a:lnTo>
                  <a:pt x="1732" y="9713"/>
                </a:lnTo>
                <a:lnTo>
                  <a:pt x="1732" y="9568"/>
                </a:lnTo>
                <a:lnTo>
                  <a:pt x="1828" y="9249"/>
                </a:lnTo>
                <a:lnTo>
                  <a:pt x="1828" y="9104"/>
                </a:lnTo>
                <a:lnTo>
                  <a:pt x="1828" y="8959"/>
                </a:lnTo>
                <a:lnTo>
                  <a:pt x="1892" y="8640"/>
                </a:lnTo>
                <a:lnTo>
                  <a:pt x="1892" y="8495"/>
                </a:lnTo>
                <a:lnTo>
                  <a:pt x="1892" y="8234"/>
                </a:lnTo>
                <a:lnTo>
                  <a:pt x="1956" y="7915"/>
                </a:lnTo>
                <a:lnTo>
                  <a:pt x="1956" y="7770"/>
                </a:lnTo>
                <a:lnTo>
                  <a:pt x="1956" y="7509"/>
                </a:lnTo>
                <a:lnTo>
                  <a:pt x="1956" y="7364"/>
                </a:lnTo>
                <a:lnTo>
                  <a:pt x="2021" y="7103"/>
                </a:lnTo>
                <a:lnTo>
                  <a:pt x="2021" y="6842"/>
                </a:lnTo>
                <a:lnTo>
                  <a:pt x="2117" y="6697"/>
                </a:lnTo>
                <a:lnTo>
                  <a:pt x="2117" y="6523"/>
                </a:lnTo>
                <a:lnTo>
                  <a:pt x="2117" y="6379"/>
                </a:lnTo>
                <a:lnTo>
                  <a:pt x="2117" y="6234"/>
                </a:lnTo>
                <a:lnTo>
                  <a:pt x="2181" y="6060"/>
                </a:lnTo>
                <a:lnTo>
                  <a:pt x="2181" y="5915"/>
                </a:lnTo>
                <a:lnTo>
                  <a:pt x="2181" y="5770"/>
                </a:lnTo>
                <a:lnTo>
                  <a:pt x="2245" y="5509"/>
                </a:lnTo>
                <a:lnTo>
                  <a:pt x="2245" y="5248"/>
                </a:lnTo>
                <a:lnTo>
                  <a:pt x="2245" y="5103"/>
                </a:lnTo>
                <a:lnTo>
                  <a:pt x="2309" y="4842"/>
                </a:lnTo>
                <a:lnTo>
                  <a:pt x="2309" y="4639"/>
                </a:lnTo>
                <a:lnTo>
                  <a:pt x="2406" y="4378"/>
                </a:lnTo>
                <a:lnTo>
                  <a:pt x="2406" y="4175"/>
                </a:lnTo>
                <a:lnTo>
                  <a:pt x="2406" y="3914"/>
                </a:lnTo>
                <a:lnTo>
                  <a:pt x="2470" y="3711"/>
                </a:lnTo>
                <a:lnTo>
                  <a:pt x="2470" y="3450"/>
                </a:lnTo>
                <a:lnTo>
                  <a:pt x="2534" y="3247"/>
                </a:lnTo>
                <a:lnTo>
                  <a:pt x="2534" y="3044"/>
                </a:lnTo>
                <a:lnTo>
                  <a:pt x="2630" y="2841"/>
                </a:lnTo>
                <a:lnTo>
                  <a:pt x="2630" y="2580"/>
                </a:lnTo>
                <a:lnTo>
                  <a:pt x="2694" y="2377"/>
                </a:lnTo>
                <a:lnTo>
                  <a:pt x="2694" y="2203"/>
                </a:lnTo>
                <a:lnTo>
                  <a:pt x="2694" y="2000"/>
                </a:lnTo>
                <a:lnTo>
                  <a:pt x="2758" y="1797"/>
                </a:lnTo>
                <a:lnTo>
                  <a:pt x="2758" y="1652"/>
                </a:lnTo>
                <a:lnTo>
                  <a:pt x="2823" y="1449"/>
                </a:lnTo>
                <a:lnTo>
                  <a:pt x="2823" y="1246"/>
                </a:lnTo>
                <a:lnTo>
                  <a:pt x="2919" y="1072"/>
                </a:lnTo>
                <a:lnTo>
                  <a:pt x="2919" y="927"/>
                </a:lnTo>
                <a:lnTo>
                  <a:pt x="2919" y="782"/>
                </a:lnTo>
                <a:lnTo>
                  <a:pt x="2983" y="521"/>
                </a:lnTo>
                <a:lnTo>
                  <a:pt x="3047" y="318"/>
                </a:lnTo>
                <a:lnTo>
                  <a:pt x="3047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351815" y="3074523"/>
            <a:ext cx="3208" cy="6118"/>
          </a:xfrm>
          <a:custGeom>
            <a:avLst/>
            <a:gdLst/>
            <a:ahLst/>
            <a:cxnLst/>
            <a:rect l="l" t="t" r="r" b="b"/>
            <a:pathLst>
              <a:path w="3208" h="6118">
                <a:moveTo>
                  <a:pt x="0" y="3189"/>
                </a:moveTo>
                <a:lnTo>
                  <a:pt x="64" y="3044"/>
                </a:lnTo>
                <a:lnTo>
                  <a:pt x="160" y="2783"/>
                </a:lnTo>
                <a:lnTo>
                  <a:pt x="160" y="2580"/>
                </a:lnTo>
                <a:lnTo>
                  <a:pt x="224" y="2377"/>
                </a:lnTo>
                <a:lnTo>
                  <a:pt x="288" y="2174"/>
                </a:lnTo>
                <a:lnTo>
                  <a:pt x="288" y="2000"/>
                </a:lnTo>
                <a:lnTo>
                  <a:pt x="384" y="1855"/>
                </a:lnTo>
                <a:lnTo>
                  <a:pt x="384" y="1710"/>
                </a:lnTo>
                <a:lnTo>
                  <a:pt x="449" y="1536"/>
                </a:lnTo>
                <a:lnTo>
                  <a:pt x="513" y="1391"/>
                </a:lnTo>
                <a:lnTo>
                  <a:pt x="513" y="1246"/>
                </a:lnTo>
                <a:lnTo>
                  <a:pt x="577" y="1043"/>
                </a:lnTo>
                <a:lnTo>
                  <a:pt x="673" y="869"/>
                </a:lnTo>
                <a:lnTo>
                  <a:pt x="737" y="724"/>
                </a:lnTo>
                <a:lnTo>
                  <a:pt x="802" y="579"/>
                </a:lnTo>
                <a:lnTo>
                  <a:pt x="802" y="521"/>
                </a:lnTo>
                <a:lnTo>
                  <a:pt x="962" y="318"/>
                </a:lnTo>
                <a:lnTo>
                  <a:pt x="962" y="260"/>
                </a:lnTo>
                <a:lnTo>
                  <a:pt x="1090" y="202"/>
                </a:lnTo>
                <a:lnTo>
                  <a:pt x="1186" y="57"/>
                </a:lnTo>
                <a:lnTo>
                  <a:pt x="1251" y="0"/>
                </a:lnTo>
                <a:lnTo>
                  <a:pt x="1315" y="0"/>
                </a:lnTo>
                <a:lnTo>
                  <a:pt x="1475" y="0"/>
                </a:lnTo>
                <a:lnTo>
                  <a:pt x="1604" y="57"/>
                </a:lnTo>
                <a:lnTo>
                  <a:pt x="1700" y="202"/>
                </a:lnTo>
                <a:lnTo>
                  <a:pt x="1764" y="202"/>
                </a:lnTo>
                <a:lnTo>
                  <a:pt x="1828" y="405"/>
                </a:lnTo>
                <a:lnTo>
                  <a:pt x="1892" y="463"/>
                </a:lnTo>
                <a:lnTo>
                  <a:pt x="1988" y="666"/>
                </a:lnTo>
                <a:lnTo>
                  <a:pt x="2053" y="724"/>
                </a:lnTo>
                <a:lnTo>
                  <a:pt x="2053" y="869"/>
                </a:lnTo>
                <a:lnTo>
                  <a:pt x="2117" y="1043"/>
                </a:lnTo>
                <a:lnTo>
                  <a:pt x="2213" y="1188"/>
                </a:lnTo>
                <a:lnTo>
                  <a:pt x="2277" y="1333"/>
                </a:lnTo>
                <a:lnTo>
                  <a:pt x="2277" y="1536"/>
                </a:lnTo>
                <a:lnTo>
                  <a:pt x="2341" y="1710"/>
                </a:lnTo>
                <a:lnTo>
                  <a:pt x="2406" y="1855"/>
                </a:lnTo>
                <a:lnTo>
                  <a:pt x="2406" y="2000"/>
                </a:lnTo>
                <a:lnTo>
                  <a:pt x="2502" y="2174"/>
                </a:lnTo>
                <a:lnTo>
                  <a:pt x="2502" y="2319"/>
                </a:lnTo>
                <a:lnTo>
                  <a:pt x="2566" y="2464"/>
                </a:lnTo>
                <a:lnTo>
                  <a:pt x="2566" y="2667"/>
                </a:lnTo>
                <a:lnTo>
                  <a:pt x="2630" y="2841"/>
                </a:lnTo>
                <a:lnTo>
                  <a:pt x="2694" y="2986"/>
                </a:lnTo>
                <a:lnTo>
                  <a:pt x="2694" y="3131"/>
                </a:lnTo>
                <a:lnTo>
                  <a:pt x="2694" y="3305"/>
                </a:lnTo>
                <a:lnTo>
                  <a:pt x="2790" y="3450"/>
                </a:lnTo>
                <a:lnTo>
                  <a:pt x="2790" y="3595"/>
                </a:lnTo>
                <a:lnTo>
                  <a:pt x="2855" y="3798"/>
                </a:lnTo>
                <a:lnTo>
                  <a:pt x="2855" y="4059"/>
                </a:lnTo>
                <a:lnTo>
                  <a:pt x="2919" y="4320"/>
                </a:lnTo>
                <a:lnTo>
                  <a:pt x="3015" y="4581"/>
                </a:lnTo>
                <a:lnTo>
                  <a:pt x="3015" y="4726"/>
                </a:lnTo>
                <a:lnTo>
                  <a:pt x="3079" y="4900"/>
                </a:lnTo>
                <a:lnTo>
                  <a:pt x="3079" y="5045"/>
                </a:lnTo>
                <a:lnTo>
                  <a:pt x="3079" y="5248"/>
                </a:lnTo>
                <a:lnTo>
                  <a:pt x="3143" y="5451"/>
                </a:lnTo>
                <a:lnTo>
                  <a:pt x="3143" y="5654"/>
                </a:lnTo>
                <a:lnTo>
                  <a:pt x="3208" y="5857"/>
                </a:lnTo>
                <a:lnTo>
                  <a:pt x="3208" y="6031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355023" y="3080641"/>
            <a:ext cx="3240" cy="37955"/>
          </a:xfrm>
          <a:custGeom>
            <a:avLst/>
            <a:gdLst/>
            <a:ahLst/>
            <a:cxnLst/>
            <a:rect l="l" t="t" r="r" b="b"/>
            <a:pathLst>
              <a:path w="3240" h="37955">
                <a:moveTo>
                  <a:pt x="0" y="0"/>
                </a:moveTo>
                <a:lnTo>
                  <a:pt x="96" y="202"/>
                </a:lnTo>
                <a:lnTo>
                  <a:pt x="96" y="463"/>
                </a:lnTo>
                <a:lnTo>
                  <a:pt x="160" y="666"/>
                </a:lnTo>
                <a:lnTo>
                  <a:pt x="160" y="869"/>
                </a:lnTo>
                <a:lnTo>
                  <a:pt x="160" y="1130"/>
                </a:lnTo>
                <a:lnTo>
                  <a:pt x="224" y="1333"/>
                </a:lnTo>
                <a:lnTo>
                  <a:pt x="224" y="1594"/>
                </a:lnTo>
                <a:lnTo>
                  <a:pt x="288" y="1797"/>
                </a:lnTo>
                <a:lnTo>
                  <a:pt x="288" y="2058"/>
                </a:lnTo>
                <a:lnTo>
                  <a:pt x="384" y="2319"/>
                </a:lnTo>
                <a:lnTo>
                  <a:pt x="384" y="2522"/>
                </a:lnTo>
                <a:lnTo>
                  <a:pt x="384" y="2667"/>
                </a:lnTo>
                <a:lnTo>
                  <a:pt x="449" y="2928"/>
                </a:lnTo>
                <a:lnTo>
                  <a:pt x="449" y="3189"/>
                </a:lnTo>
                <a:lnTo>
                  <a:pt x="513" y="3450"/>
                </a:lnTo>
                <a:lnTo>
                  <a:pt x="513" y="3595"/>
                </a:lnTo>
                <a:lnTo>
                  <a:pt x="513" y="3856"/>
                </a:lnTo>
                <a:lnTo>
                  <a:pt x="609" y="4117"/>
                </a:lnTo>
                <a:lnTo>
                  <a:pt x="609" y="4262"/>
                </a:lnTo>
                <a:lnTo>
                  <a:pt x="609" y="4523"/>
                </a:lnTo>
                <a:lnTo>
                  <a:pt x="673" y="4784"/>
                </a:lnTo>
                <a:lnTo>
                  <a:pt x="673" y="5045"/>
                </a:lnTo>
                <a:lnTo>
                  <a:pt x="673" y="5248"/>
                </a:lnTo>
                <a:lnTo>
                  <a:pt x="737" y="5393"/>
                </a:lnTo>
                <a:lnTo>
                  <a:pt x="737" y="5654"/>
                </a:lnTo>
                <a:lnTo>
                  <a:pt x="802" y="5915"/>
                </a:lnTo>
                <a:lnTo>
                  <a:pt x="802" y="6118"/>
                </a:lnTo>
                <a:lnTo>
                  <a:pt x="802" y="6379"/>
                </a:lnTo>
                <a:lnTo>
                  <a:pt x="802" y="6523"/>
                </a:lnTo>
                <a:lnTo>
                  <a:pt x="898" y="6697"/>
                </a:lnTo>
                <a:lnTo>
                  <a:pt x="898" y="6842"/>
                </a:lnTo>
                <a:lnTo>
                  <a:pt x="898" y="6987"/>
                </a:lnTo>
                <a:lnTo>
                  <a:pt x="962" y="7306"/>
                </a:lnTo>
                <a:lnTo>
                  <a:pt x="962" y="7451"/>
                </a:lnTo>
                <a:lnTo>
                  <a:pt x="962" y="7770"/>
                </a:lnTo>
                <a:lnTo>
                  <a:pt x="962" y="7915"/>
                </a:lnTo>
                <a:lnTo>
                  <a:pt x="1026" y="8118"/>
                </a:lnTo>
                <a:lnTo>
                  <a:pt x="1026" y="8379"/>
                </a:lnTo>
                <a:lnTo>
                  <a:pt x="1026" y="8582"/>
                </a:lnTo>
                <a:lnTo>
                  <a:pt x="1122" y="8901"/>
                </a:lnTo>
                <a:lnTo>
                  <a:pt x="1122" y="9046"/>
                </a:lnTo>
                <a:lnTo>
                  <a:pt x="1122" y="9249"/>
                </a:lnTo>
                <a:lnTo>
                  <a:pt x="1186" y="9568"/>
                </a:lnTo>
                <a:lnTo>
                  <a:pt x="1186" y="9713"/>
                </a:lnTo>
                <a:lnTo>
                  <a:pt x="1186" y="9887"/>
                </a:lnTo>
                <a:lnTo>
                  <a:pt x="1186" y="10032"/>
                </a:lnTo>
                <a:lnTo>
                  <a:pt x="1251" y="10235"/>
                </a:lnTo>
                <a:lnTo>
                  <a:pt x="1251" y="10380"/>
                </a:lnTo>
                <a:lnTo>
                  <a:pt x="1251" y="10554"/>
                </a:lnTo>
                <a:lnTo>
                  <a:pt x="1251" y="10699"/>
                </a:lnTo>
                <a:lnTo>
                  <a:pt x="1251" y="10902"/>
                </a:lnTo>
                <a:lnTo>
                  <a:pt x="1315" y="11105"/>
                </a:lnTo>
                <a:lnTo>
                  <a:pt x="1315" y="11424"/>
                </a:lnTo>
                <a:lnTo>
                  <a:pt x="1315" y="11627"/>
                </a:lnTo>
                <a:lnTo>
                  <a:pt x="1315" y="11772"/>
                </a:lnTo>
                <a:lnTo>
                  <a:pt x="1411" y="11975"/>
                </a:lnTo>
                <a:lnTo>
                  <a:pt x="1411" y="12149"/>
                </a:lnTo>
                <a:lnTo>
                  <a:pt x="1411" y="12294"/>
                </a:lnTo>
                <a:lnTo>
                  <a:pt x="1411" y="12497"/>
                </a:lnTo>
                <a:lnTo>
                  <a:pt x="1475" y="12700"/>
                </a:lnTo>
                <a:lnTo>
                  <a:pt x="1475" y="12903"/>
                </a:lnTo>
                <a:lnTo>
                  <a:pt x="1475" y="13221"/>
                </a:lnTo>
                <a:lnTo>
                  <a:pt x="1475" y="13424"/>
                </a:lnTo>
                <a:lnTo>
                  <a:pt x="1539" y="13627"/>
                </a:lnTo>
                <a:lnTo>
                  <a:pt x="1539" y="13946"/>
                </a:lnTo>
                <a:lnTo>
                  <a:pt x="1539" y="14149"/>
                </a:lnTo>
                <a:lnTo>
                  <a:pt x="1604" y="14352"/>
                </a:lnTo>
                <a:lnTo>
                  <a:pt x="1604" y="14555"/>
                </a:lnTo>
                <a:lnTo>
                  <a:pt x="1604" y="14758"/>
                </a:lnTo>
                <a:lnTo>
                  <a:pt x="1604" y="14961"/>
                </a:lnTo>
                <a:lnTo>
                  <a:pt x="1700" y="15280"/>
                </a:lnTo>
                <a:lnTo>
                  <a:pt x="1700" y="15483"/>
                </a:lnTo>
                <a:lnTo>
                  <a:pt x="1700" y="15686"/>
                </a:lnTo>
                <a:lnTo>
                  <a:pt x="1700" y="15889"/>
                </a:lnTo>
                <a:lnTo>
                  <a:pt x="1764" y="16092"/>
                </a:lnTo>
                <a:lnTo>
                  <a:pt x="1764" y="16295"/>
                </a:lnTo>
                <a:lnTo>
                  <a:pt x="1764" y="16498"/>
                </a:lnTo>
                <a:lnTo>
                  <a:pt x="1764" y="16672"/>
                </a:lnTo>
                <a:lnTo>
                  <a:pt x="1764" y="16875"/>
                </a:lnTo>
                <a:lnTo>
                  <a:pt x="1828" y="17078"/>
                </a:lnTo>
                <a:lnTo>
                  <a:pt x="1828" y="17281"/>
                </a:lnTo>
                <a:lnTo>
                  <a:pt x="1828" y="17484"/>
                </a:lnTo>
                <a:lnTo>
                  <a:pt x="1828" y="17687"/>
                </a:lnTo>
                <a:lnTo>
                  <a:pt x="1924" y="17890"/>
                </a:lnTo>
                <a:lnTo>
                  <a:pt x="1924" y="18093"/>
                </a:lnTo>
                <a:lnTo>
                  <a:pt x="1924" y="18354"/>
                </a:lnTo>
                <a:lnTo>
                  <a:pt x="1924" y="18557"/>
                </a:lnTo>
                <a:lnTo>
                  <a:pt x="1924" y="18731"/>
                </a:lnTo>
                <a:lnTo>
                  <a:pt x="1988" y="18934"/>
                </a:lnTo>
                <a:lnTo>
                  <a:pt x="1988" y="19137"/>
                </a:lnTo>
                <a:lnTo>
                  <a:pt x="1988" y="19340"/>
                </a:lnTo>
                <a:lnTo>
                  <a:pt x="1988" y="19543"/>
                </a:lnTo>
                <a:lnTo>
                  <a:pt x="2053" y="19803"/>
                </a:lnTo>
                <a:lnTo>
                  <a:pt x="2053" y="20006"/>
                </a:lnTo>
                <a:lnTo>
                  <a:pt x="2053" y="20209"/>
                </a:lnTo>
                <a:lnTo>
                  <a:pt x="2053" y="20412"/>
                </a:lnTo>
                <a:lnTo>
                  <a:pt x="2053" y="20615"/>
                </a:lnTo>
                <a:lnTo>
                  <a:pt x="2117" y="20876"/>
                </a:lnTo>
                <a:lnTo>
                  <a:pt x="2117" y="21079"/>
                </a:lnTo>
                <a:lnTo>
                  <a:pt x="2117" y="21282"/>
                </a:lnTo>
                <a:lnTo>
                  <a:pt x="2117" y="21543"/>
                </a:lnTo>
                <a:lnTo>
                  <a:pt x="2117" y="21746"/>
                </a:lnTo>
                <a:lnTo>
                  <a:pt x="2213" y="21949"/>
                </a:lnTo>
                <a:lnTo>
                  <a:pt x="2213" y="22123"/>
                </a:lnTo>
                <a:lnTo>
                  <a:pt x="2213" y="22413"/>
                </a:lnTo>
                <a:lnTo>
                  <a:pt x="2213" y="22616"/>
                </a:lnTo>
                <a:lnTo>
                  <a:pt x="2277" y="22877"/>
                </a:lnTo>
                <a:lnTo>
                  <a:pt x="2277" y="23080"/>
                </a:lnTo>
                <a:lnTo>
                  <a:pt x="2277" y="23254"/>
                </a:lnTo>
                <a:lnTo>
                  <a:pt x="2277" y="23544"/>
                </a:lnTo>
                <a:lnTo>
                  <a:pt x="2277" y="23718"/>
                </a:lnTo>
                <a:lnTo>
                  <a:pt x="2341" y="23921"/>
                </a:lnTo>
                <a:lnTo>
                  <a:pt x="2341" y="24211"/>
                </a:lnTo>
                <a:lnTo>
                  <a:pt x="2341" y="24385"/>
                </a:lnTo>
                <a:lnTo>
                  <a:pt x="2341" y="24675"/>
                </a:lnTo>
                <a:lnTo>
                  <a:pt x="2438" y="24849"/>
                </a:lnTo>
                <a:lnTo>
                  <a:pt x="2438" y="25139"/>
                </a:lnTo>
                <a:lnTo>
                  <a:pt x="2438" y="25342"/>
                </a:lnTo>
                <a:lnTo>
                  <a:pt x="2438" y="25603"/>
                </a:lnTo>
                <a:lnTo>
                  <a:pt x="2438" y="25806"/>
                </a:lnTo>
                <a:lnTo>
                  <a:pt x="2502" y="26067"/>
                </a:lnTo>
                <a:lnTo>
                  <a:pt x="2502" y="26269"/>
                </a:lnTo>
                <a:lnTo>
                  <a:pt x="2502" y="26530"/>
                </a:lnTo>
                <a:lnTo>
                  <a:pt x="2502" y="26791"/>
                </a:lnTo>
                <a:lnTo>
                  <a:pt x="2566" y="26994"/>
                </a:lnTo>
                <a:lnTo>
                  <a:pt x="2566" y="27255"/>
                </a:lnTo>
                <a:lnTo>
                  <a:pt x="2566" y="27458"/>
                </a:lnTo>
                <a:lnTo>
                  <a:pt x="2566" y="27719"/>
                </a:lnTo>
                <a:lnTo>
                  <a:pt x="2566" y="27980"/>
                </a:lnTo>
                <a:lnTo>
                  <a:pt x="2630" y="28183"/>
                </a:lnTo>
                <a:lnTo>
                  <a:pt x="2630" y="28444"/>
                </a:lnTo>
                <a:lnTo>
                  <a:pt x="2630" y="28647"/>
                </a:lnTo>
                <a:lnTo>
                  <a:pt x="2630" y="28908"/>
                </a:lnTo>
                <a:lnTo>
                  <a:pt x="2726" y="29198"/>
                </a:lnTo>
                <a:lnTo>
                  <a:pt x="2726" y="29459"/>
                </a:lnTo>
                <a:lnTo>
                  <a:pt x="2726" y="29662"/>
                </a:lnTo>
                <a:lnTo>
                  <a:pt x="2726" y="29923"/>
                </a:lnTo>
                <a:lnTo>
                  <a:pt x="2726" y="30184"/>
                </a:lnTo>
                <a:lnTo>
                  <a:pt x="2790" y="30387"/>
                </a:lnTo>
                <a:lnTo>
                  <a:pt x="2790" y="30648"/>
                </a:lnTo>
                <a:lnTo>
                  <a:pt x="2790" y="30909"/>
                </a:lnTo>
                <a:lnTo>
                  <a:pt x="2790" y="31170"/>
                </a:lnTo>
                <a:lnTo>
                  <a:pt x="2855" y="31460"/>
                </a:lnTo>
                <a:lnTo>
                  <a:pt x="2855" y="31634"/>
                </a:lnTo>
                <a:lnTo>
                  <a:pt x="2855" y="31924"/>
                </a:lnTo>
                <a:lnTo>
                  <a:pt x="2855" y="32185"/>
                </a:lnTo>
                <a:lnTo>
                  <a:pt x="2855" y="32446"/>
                </a:lnTo>
                <a:lnTo>
                  <a:pt x="2919" y="32706"/>
                </a:lnTo>
                <a:lnTo>
                  <a:pt x="2919" y="32967"/>
                </a:lnTo>
                <a:lnTo>
                  <a:pt x="2919" y="33228"/>
                </a:lnTo>
                <a:lnTo>
                  <a:pt x="2919" y="33431"/>
                </a:lnTo>
                <a:lnTo>
                  <a:pt x="2919" y="33692"/>
                </a:lnTo>
                <a:lnTo>
                  <a:pt x="3015" y="33982"/>
                </a:lnTo>
                <a:lnTo>
                  <a:pt x="3015" y="34243"/>
                </a:lnTo>
                <a:lnTo>
                  <a:pt x="3015" y="34504"/>
                </a:lnTo>
                <a:lnTo>
                  <a:pt x="3015" y="34765"/>
                </a:lnTo>
                <a:lnTo>
                  <a:pt x="3079" y="35026"/>
                </a:lnTo>
                <a:lnTo>
                  <a:pt x="3079" y="35316"/>
                </a:lnTo>
                <a:lnTo>
                  <a:pt x="3079" y="35577"/>
                </a:lnTo>
                <a:lnTo>
                  <a:pt x="3079" y="35838"/>
                </a:lnTo>
                <a:lnTo>
                  <a:pt x="3079" y="36099"/>
                </a:lnTo>
                <a:lnTo>
                  <a:pt x="3143" y="36360"/>
                </a:lnTo>
                <a:lnTo>
                  <a:pt x="3143" y="36621"/>
                </a:lnTo>
                <a:lnTo>
                  <a:pt x="3143" y="36911"/>
                </a:lnTo>
                <a:lnTo>
                  <a:pt x="3143" y="37172"/>
                </a:lnTo>
                <a:lnTo>
                  <a:pt x="3240" y="37433"/>
                </a:lnTo>
                <a:lnTo>
                  <a:pt x="3240" y="37694"/>
                </a:lnTo>
                <a:lnTo>
                  <a:pt x="3240" y="3795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358263" y="3118596"/>
            <a:ext cx="3208" cy="68574"/>
          </a:xfrm>
          <a:custGeom>
            <a:avLst/>
            <a:gdLst/>
            <a:ahLst/>
            <a:cxnLst/>
            <a:rect l="l" t="t" r="r" b="b"/>
            <a:pathLst>
              <a:path w="3208" h="68574">
                <a:moveTo>
                  <a:pt x="0" y="0"/>
                </a:moveTo>
                <a:lnTo>
                  <a:pt x="0" y="260"/>
                </a:lnTo>
                <a:lnTo>
                  <a:pt x="0" y="608"/>
                </a:lnTo>
                <a:lnTo>
                  <a:pt x="64" y="869"/>
                </a:lnTo>
                <a:lnTo>
                  <a:pt x="64" y="1130"/>
                </a:lnTo>
                <a:lnTo>
                  <a:pt x="64" y="1391"/>
                </a:lnTo>
                <a:lnTo>
                  <a:pt x="64" y="1681"/>
                </a:lnTo>
                <a:lnTo>
                  <a:pt x="128" y="1942"/>
                </a:lnTo>
                <a:lnTo>
                  <a:pt x="128" y="2261"/>
                </a:lnTo>
                <a:lnTo>
                  <a:pt x="128" y="2522"/>
                </a:lnTo>
                <a:lnTo>
                  <a:pt x="128" y="2812"/>
                </a:lnTo>
                <a:lnTo>
                  <a:pt x="128" y="3073"/>
                </a:lnTo>
                <a:lnTo>
                  <a:pt x="192" y="3334"/>
                </a:lnTo>
                <a:lnTo>
                  <a:pt x="192" y="3653"/>
                </a:lnTo>
                <a:lnTo>
                  <a:pt x="192" y="3943"/>
                </a:lnTo>
                <a:lnTo>
                  <a:pt x="192" y="4204"/>
                </a:lnTo>
                <a:lnTo>
                  <a:pt x="288" y="4465"/>
                </a:lnTo>
                <a:lnTo>
                  <a:pt x="288" y="4784"/>
                </a:lnTo>
                <a:lnTo>
                  <a:pt x="288" y="5074"/>
                </a:lnTo>
                <a:lnTo>
                  <a:pt x="288" y="5335"/>
                </a:lnTo>
                <a:lnTo>
                  <a:pt x="288" y="5654"/>
                </a:lnTo>
                <a:lnTo>
                  <a:pt x="352" y="5915"/>
                </a:lnTo>
                <a:lnTo>
                  <a:pt x="352" y="6205"/>
                </a:lnTo>
                <a:lnTo>
                  <a:pt x="352" y="6523"/>
                </a:lnTo>
                <a:lnTo>
                  <a:pt x="352" y="6784"/>
                </a:lnTo>
                <a:lnTo>
                  <a:pt x="417" y="7045"/>
                </a:lnTo>
                <a:lnTo>
                  <a:pt x="417" y="7393"/>
                </a:lnTo>
                <a:lnTo>
                  <a:pt x="417" y="7654"/>
                </a:lnTo>
                <a:lnTo>
                  <a:pt x="417" y="7973"/>
                </a:lnTo>
                <a:lnTo>
                  <a:pt x="417" y="8263"/>
                </a:lnTo>
                <a:lnTo>
                  <a:pt x="481" y="8582"/>
                </a:lnTo>
                <a:lnTo>
                  <a:pt x="481" y="8843"/>
                </a:lnTo>
                <a:lnTo>
                  <a:pt x="481" y="9104"/>
                </a:lnTo>
                <a:lnTo>
                  <a:pt x="481" y="9452"/>
                </a:lnTo>
                <a:lnTo>
                  <a:pt x="481" y="9713"/>
                </a:lnTo>
                <a:lnTo>
                  <a:pt x="577" y="10061"/>
                </a:lnTo>
                <a:lnTo>
                  <a:pt x="577" y="10322"/>
                </a:lnTo>
                <a:lnTo>
                  <a:pt x="577" y="10641"/>
                </a:lnTo>
                <a:lnTo>
                  <a:pt x="577" y="10989"/>
                </a:lnTo>
                <a:lnTo>
                  <a:pt x="641" y="11250"/>
                </a:lnTo>
                <a:lnTo>
                  <a:pt x="641" y="11569"/>
                </a:lnTo>
                <a:lnTo>
                  <a:pt x="641" y="11830"/>
                </a:lnTo>
                <a:lnTo>
                  <a:pt x="641" y="12178"/>
                </a:lnTo>
                <a:lnTo>
                  <a:pt x="641" y="12439"/>
                </a:lnTo>
                <a:lnTo>
                  <a:pt x="705" y="12787"/>
                </a:lnTo>
                <a:lnTo>
                  <a:pt x="705" y="13105"/>
                </a:lnTo>
                <a:lnTo>
                  <a:pt x="705" y="13366"/>
                </a:lnTo>
                <a:lnTo>
                  <a:pt x="705" y="13714"/>
                </a:lnTo>
                <a:lnTo>
                  <a:pt x="802" y="13975"/>
                </a:lnTo>
                <a:lnTo>
                  <a:pt x="802" y="14294"/>
                </a:lnTo>
                <a:lnTo>
                  <a:pt x="802" y="14642"/>
                </a:lnTo>
                <a:lnTo>
                  <a:pt x="802" y="14903"/>
                </a:lnTo>
                <a:lnTo>
                  <a:pt x="802" y="15222"/>
                </a:lnTo>
                <a:lnTo>
                  <a:pt x="866" y="15570"/>
                </a:lnTo>
                <a:lnTo>
                  <a:pt x="866" y="15831"/>
                </a:lnTo>
                <a:lnTo>
                  <a:pt x="866" y="16179"/>
                </a:lnTo>
                <a:lnTo>
                  <a:pt x="866" y="16498"/>
                </a:lnTo>
                <a:lnTo>
                  <a:pt x="930" y="16817"/>
                </a:lnTo>
                <a:lnTo>
                  <a:pt x="930" y="17107"/>
                </a:lnTo>
                <a:lnTo>
                  <a:pt x="930" y="17426"/>
                </a:lnTo>
                <a:lnTo>
                  <a:pt x="930" y="17774"/>
                </a:lnTo>
                <a:lnTo>
                  <a:pt x="930" y="18093"/>
                </a:lnTo>
                <a:lnTo>
                  <a:pt x="994" y="18441"/>
                </a:lnTo>
                <a:lnTo>
                  <a:pt x="994" y="18702"/>
                </a:lnTo>
                <a:lnTo>
                  <a:pt x="994" y="19021"/>
                </a:lnTo>
                <a:lnTo>
                  <a:pt x="994" y="19369"/>
                </a:lnTo>
                <a:lnTo>
                  <a:pt x="1090" y="19687"/>
                </a:lnTo>
                <a:lnTo>
                  <a:pt x="1090" y="20035"/>
                </a:lnTo>
                <a:lnTo>
                  <a:pt x="1090" y="20354"/>
                </a:lnTo>
                <a:lnTo>
                  <a:pt x="1090" y="20615"/>
                </a:lnTo>
                <a:lnTo>
                  <a:pt x="1090" y="20963"/>
                </a:lnTo>
                <a:lnTo>
                  <a:pt x="1154" y="21282"/>
                </a:lnTo>
                <a:lnTo>
                  <a:pt x="1154" y="21630"/>
                </a:lnTo>
                <a:lnTo>
                  <a:pt x="1154" y="21949"/>
                </a:lnTo>
                <a:lnTo>
                  <a:pt x="1154" y="22297"/>
                </a:lnTo>
                <a:lnTo>
                  <a:pt x="1219" y="22616"/>
                </a:lnTo>
                <a:lnTo>
                  <a:pt x="1219" y="22935"/>
                </a:lnTo>
                <a:lnTo>
                  <a:pt x="1219" y="23283"/>
                </a:lnTo>
                <a:lnTo>
                  <a:pt x="1219" y="23602"/>
                </a:lnTo>
                <a:lnTo>
                  <a:pt x="1219" y="23950"/>
                </a:lnTo>
                <a:lnTo>
                  <a:pt x="1315" y="24269"/>
                </a:lnTo>
                <a:lnTo>
                  <a:pt x="1315" y="24617"/>
                </a:lnTo>
                <a:lnTo>
                  <a:pt x="1315" y="24936"/>
                </a:lnTo>
                <a:lnTo>
                  <a:pt x="1315" y="25284"/>
                </a:lnTo>
                <a:lnTo>
                  <a:pt x="1315" y="25603"/>
                </a:lnTo>
                <a:lnTo>
                  <a:pt x="1379" y="25951"/>
                </a:lnTo>
                <a:lnTo>
                  <a:pt x="1379" y="26269"/>
                </a:lnTo>
                <a:lnTo>
                  <a:pt x="1379" y="26617"/>
                </a:lnTo>
                <a:lnTo>
                  <a:pt x="1379" y="26936"/>
                </a:lnTo>
                <a:lnTo>
                  <a:pt x="1443" y="27284"/>
                </a:lnTo>
                <a:lnTo>
                  <a:pt x="1443" y="27603"/>
                </a:lnTo>
                <a:lnTo>
                  <a:pt x="1443" y="27922"/>
                </a:lnTo>
                <a:lnTo>
                  <a:pt x="1443" y="28270"/>
                </a:lnTo>
                <a:lnTo>
                  <a:pt x="1443" y="28676"/>
                </a:lnTo>
                <a:lnTo>
                  <a:pt x="1507" y="28995"/>
                </a:lnTo>
                <a:lnTo>
                  <a:pt x="1507" y="29343"/>
                </a:lnTo>
                <a:lnTo>
                  <a:pt x="1507" y="29662"/>
                </a:lnTo>
                <a:lnTo>
                  <a:pt x="1507" y="30010"/>
                </a:lnTo>
                <a:lnTo>
                  <a:pt x="1604" y="30329"/>
                </a:lnTo>
                <a:lnTo>
                  <a:pt x="1604" y="30735"/>
                </a:lnTo>
                <a:lnTo>
                  <a:pt x="1604" y="31054"/>
                </a:lnTo>
                <a:lnTo>
                  <a:pt x="1604" y="31402"/>
                </a:lnTo>
                <a:lnTo>
                  <a:pt x="1604" y="31721"/>
                </a:lnTo>
                <a:lnTo>
                  <a:pt x="1668" y="32069"/>
                </a:lnTo>
                <a:lnTo>
                  <a:pt x="1668" y="32446"/>
                </a:lnTo>
                <a:lnTo>
                  <a:pt x="1668" y="32793"/>
                </a:lnTo>
                <a:lnTo>
                  <a:pt x="1668" y="33112"/>
                </a:lnTo>
                <a:lnTo>
                  <a:pt x="1732" y="33518"/>
                </a:lnTo>
                <a:lnTo>
                  <a:pt x="1732" y="33866"/>
                </a:lnTo>
                <a:lnTo>
                  <a:pt x="1732" y="34185"/>
                </a:lnTo>
                <a:lnTo>
                  <a:pt x="1732" y="34533"/>
                </a:lnTo>
                <a:lnTo>
                  <a:pt x="1732" y="34910"/>
                </a:lnTo>
                <a:lnTo>
                  <a:pt x="1796" y="35258"/>
                </a:lnTo>
                <a:lnTo>
                  <a:pt x="1796" y="35577"/>
                </a:lnTo>
                <a:lnTo>
                  <a:pt x="1796" y="35983"/>
                </a:lnTo>
                <a:lnTo>
                  <a:pt x="1796" y="36302"/>
                </a:lnTo>
                <a:lnTo>
                  <a:pt x="1892" y="36650"/>
                </a:lnTo>
                <a:lnTo>
                  <a:pt x="1892" y="37056"/>
                </a:lnTo>
                <a:lnTo>
                  <a:pt x="1892" y="37375"/>
                </a:lnTo>
                <a:lnTo>
                  <a:pt x="1892" y="37781"/>
                </a:lnTo>
                <a:lnTo>
                  <a:pt x="1892" y="38100"/>
                </a:lnTo>
                <a:lnTo>
                  <a:pt x="1956" y="38448"/>
                </a:lnTo>
                <a:lnTo>
                  <a:pt x="1956" y="38854"/>
                </a:lnTo>
                <a:lnTo>
                  <a:pt x="1956" y="39172"/>
                </a:lnTo>
                <a:lnTo>
                  <a:pt x="1956" y="39578"/>
                </a:lnTo>
                <a:lnTo>
                  <a:pt x="2021" y="39897"/>
                </a:lnTo>
                <a:lnTo>
                  <a:pt x="2021" y="40303"/>
                </a:lnTo>
                <a:lnTo>
                  <a:pt x="2021" y="40622"/>
                </a:lnTo>
                <a:lnTo>
                  <a:pt x="2021" y="41028"/>
                </a:lnTo>
                <a:lnTo>
                  <a:pt x="2021" y="41376"/>
                </a:lnTo>
                <a:lnTo>
                  <a:pt x="2117" y="41753"/>
                </a:lnTo>
                <a:lnTo>
                  <a:pt x="2117" y="42101"/>
                </a:lnTo>
                <a:lnTo>
                  <a:pt x="2117" y="42507"/>
                </a:lnTo>
                <a:lnTo>
                  <a:pt x="2117" y="42826"/>
                </a:lnTo>
                <a:lnTo>
                  <a:pt x="2117" y="43232"/>
                </a:lnTo>
                <a:lnTo>
                  <a:pt x="2181" y="43551"/>
                </a:lnTo>
                <a:lnTo>
                  <a:pt x="2181" y="43957"/>
                </a:lnTo>
                <a:lnTo>
                  <a:pt x="2181" y="44363"/>
                </a:lnTo>
                <a:lnTo>
                  <a:pt x="2181" y="44682"/>
                </a:lnTo>
                <a:lnTo>
                  <a:pt x="2245" y="45088"/>
                </a:lnTo>
                <a:lnTo>
                  <a:pt x="2245" y="45436"/>
                </a:lnTo>
                <a:lnTo>
                  <a:pt x="2245" y="45812"/>
                </a:lnTo>
                <a:lnTo>
                  <a:pt x="2245" y="46218"/>
                </a:lnTo>
                <a:lnTo>
                  <a:pt x="2245" y="46566"/>
                </a:lnTo>
                <a:lnTo>
                  <a:pt x="2309" y="46943"/>
                </a:lnTo>
                <a:lnTo>
                  <a:pt x="2309" y="47349"/>
                </a:lnTo>
                <a:lnTo>
                  <a:pt x="2309" y="47697"/>
                </a:lnTo>
                <a:lnTo>
                  <a:pt x="2309" y="48074"/>
                </a:lnTo>
                <a:lnTo>
                  <a:pt x="2406" y="48480"/>
                </a:lnTo>
                <a:lnTo>
                  <a:pt x="2406" y="48828"/>
                </a:lnTo>
                <a:lnTo>
                  <a:pt x="2406" y="49205"/>
                </a:lnTo>
                <a:lnTo>
                  <a:pt x="2406" y="49611"/>
                </a:lnTo>
                <a:lnTo>
                  <a:pt x="2406" y="49959"/>
                </a:lnTo>
                <a:lnTo>
                  <a:pt x="2470" y="50336"/>
                </a:lnTo>
                <a:lnTo>
                  <a:pt x="2470" y="50742"/>
                </a:lnTo>
                <a:lnTo>
                  <a:pt x="2470" y="51148"/>
                </a:lnTo>
                <a:lnTo>
                  <a:pt x="2470" y="51467"/>
                </a:lnTo>
                <a:lnTo>
                  <a:pt x="2534" y="51873"/>
                </a:lnTo>
                <a:lnTo>
                  <a:pt x="2534" y="52278"/>
                </a:lnTo>
                <a:lnTo>
                  <a:pt x="2534" y="52684"/>
                </a:lnTo>
                <a:lnTo>
                  <a:pt x="2534" y="53061"/>
                </a:lnTo>
                <a:lnTo>
                  <a:pt x="2534" y="53409"/>
                </a:lnTo>
                <a:lnTo>
                  <a:pt x="2598" y="53815"/>
                </a:lnTo>
                <a:lnTo>
                  <a:pt x="2598" y="54192"/>
                </a:lnTo>
                <a:lnTo>
                  <a:pt x="2598" y="54598"/>
                </a:lnTo>
                <a:lnTo>
                  <a:pt x="2598" y="55004"/>
                </a:lnTo>
                <a:lnTo>
                  <a:pt x="2694" y="55410"/>
                </a:lnTo>
                <a:lnTo>
                  <a:pt x="2694" y="55729"/>
                </a:lnTo>
                <a:lnTo>
                  <a:pt x="2694" y="56135"/>
                </a:lnTo>
                <a:lnTo>
                  <a:pt x="2694" y="56541"/>
                </a:lnTo>
                <a:lnTo>
                  <a:pt x="2694" y="56918"/>
                </a:lnTo>
                <a:lnTo>
                  <a:pt x="2758" y="57324"/>
                </a:lnTo>
                <a:lnTo>
                  <a:pt x="2758" y="57730"/>
                </a:lnTo>
                <a:lnTo>
                  <a:pt x="2758" y="58136"/>
                </a:lnTo>
                <a:lnTo>
                  <a:pt x="2758" y="58513"/>
                </a:lnTo>
                <a:lnTo>
                  <a:pt x="2823" y="58918"/>
                </a:lnTo>
                <a:lnTo>
                  <a:pt x="2823" y="59324"/>
                </a:lnTo>
                <a:lnTo>
                  <a:pt x="2823" y="59730"/>
                </a:lnTo>
                <a:lnTo>
                  <a:pt x="2823" y="60107"/>
                </a:lnTo>
                <a:lnTo>
                  <a:pt x="2823" y="60513"/>
                </a:lnTo>
                <a:lnTo>
                  <a:pt x="2919" y="60919"/>
                </a:lnTo>
                <a:lnTo>
                  <a:pt x="2919" y="61325"/>
                </a:lnTo>
                <a:lnTo>
                  <a:pt x="2919" y="61702"/>
                </a:lnTo>
                <a:lnTo>
                  <a:pt x="2919" y="62108"/>
                </a:lnTo>
                <a:lnTo>
                  <a:pt x="2919" y="62514"/>
                </a:lnTo>
                <a:lnTo>
                  <a:pt x="2983" y="62920"/>
                </a:lnTo>
                <a:lnTo>
                  <a:pt x="2983" y="63326"/>
                </a:lnTo>
                <a:lnTo>
                  <a:pt x="2983" y="63703"/>
                </a:lnTo>
                <a:lnTo>
                  <a:pt x="2983" y="64109"/>
                </a:lnTo>
                <a:lnTo>
                  <a:pt x="3047" y="64515"/>
                </a:lnTo>
                <a:lnTo>
                  <a:pt x="3047" y="64921"/>
                </a:lnTo>
                <a:lnTo>
                  <a:pt x="3047" y="65297"/>
                </a:lnTo>
                <a:lnTo>
                  <a:pt x="3047" y="65703"/>
                </a:lnTo>
                <a:lnTo>
                  <a:pt x="3047" y="66109"/>
                </a:lnTo>
                <a:lnTo>
                  <a:pt x="3111" y="66573"/>
                </a:lnTo>
                <a:lnTo>
                  <a:pt x="3111" y="66979"/>
                </a:lnTo>
                <a:lnTo>
                  <a:pt x="3111" y="67356"/>
                </a:lnTo>
                <a:lnTo>
                  <a:pt x="3111" y="67762"/>
                </a:lnTo>
                <a:lnTo>
                  <a:pt x="3208" y="68168"/>
                </a:lnTo>
                <a:lnTo>
                  <a:pt x="3208" y="6857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361471" y="3187171"/>
            <a:ext cx="3208" cy="92089"/>
          </a:xfrm>
          <a:custGeom>
            <a:avLst/>
            <a:gdLst/>
            <a:ahLst/>
            <a:cxnLst/>
            <a:rect l="l" t="t" r="r" b="b"/>
            <a:pathLst>
              <a:path w="3208" h="92089">
                <a:moveTo>
                  <a:pt x="0" y="0"/>
                </a:moveTo>
                <a:lnTo>
                  <a:pt x="0" y="376"/>
                </a:lnTo>
                <a:lnTo>
                  <a:pt x="0" y="869"/>
                </a:lnTo>
                <a:lnTo>
                  <a:pt x="0" y="1246"/>
                </a:lnTo>
                <a:lnTo>
                  <a:pt x="64" y="1652"/>
                </a:lnTo>
                <a:lnTo>
                  <a:pt x="64" y="2058"/>
                </a:lnTo>
                <a:lnTo>
                  <a:pt x="64" y="2464"/>
                </a:lnTo>
                <a:lnTo>
                  <a:pt x="64" y="2928"/>
                </a:lnTo>
                <a:lnTo>
                  <a:pt x="128" y="3305"/>
                </a:lnTo>
                <a:lnTo>
                  <a:pt x="128" y="3711"/>
                </a:lnTo>
                <a:lnTo>
                  <a:pt x="128" y="4117"/>
                </a:lnTo>
                <a:lnTo>
                  <a:pt x="128" y="4581"/>
                </a:lnTo>
                <a:lnTo>
                  <a:pt x="128" y="4987"/>
                </a:lnTo>
                <a:lnTo>
                  <a:pt x="224" y="5364"/>
                </a:lnTo>
                <a:lnTo>
                  <a:pt x="224" y="5857"/>
                </a:lnTo>
                <a:lnTo>
                  <a:pt x="224" y="6234"/>
                </a:lnTo>
                <a:lnTo>
                  <a:pt x="224" y="6639"/>
                </a:lnTo>
                <a:lnTo>
                  <a:pt x="288" y="7103"/>
                </a:lnTo>
                <a:lnTo>
                  <a:pt x="288" y="7509"/>
                </a:lnTo>
                <a:lnTo>
                  <a:pt x="288" y="7915"/>
                </a:lnTo>
                <a:lnTo>
                  <a:pt x="288" y="8379"/>
                </a:lnTo>
                <a:lnTo>
                  <a:pt x="288" y="8756"/>
                </a:lnTo>
                <a:lnTo>
                  <a:pt x="352" y="9162"/>
                </a:lnTo>
                <a:lnTo>
                  <a:pt x="352" y="9626"/>
                </a:lnTo>
                <a:lnTo>
                  <a:pt x="352" y="10032"/>
                </a:lnTo>
                <a:lnTo>
                  <a:pt x="352" y="10438"/>
                </a:lnTo>
                <a:lnTo>
                  <a:pt x="417" y="10902"/>
                </a:lnTo>
                <a:lnTo>
                  <a:pt x="417" y="11308"/>
                </a:lnTo>
                <a:lnTo>
                  <a:pt x="417" y="11772"/>
                </a:lnTo>
                <a:lnTo>
                  <a:pt x="417" y="12149"/>
                </a:lnTo>
                <a:lnTo>
                  <a:pt x="417" y="12555"/>
                </a:lnTo>
                <a:lnTo>
                  <a:pt x="513" y="13019"/>
                </a:lnTo>
                <a:lnTo>
                  <a:pt x="513" y="13424"/>
                </a:lnTo>
                <a:lnTo>
                  <a:pt x="513" y="13888"/>
                </a:lnTo>
                <a:lnTo>
                  <a:pt x="513" y="14294"/>
                </a:lnTo>
                <a:lnTo>
                  <a:pt x="513" y="14758"/>
                </a:lnTo>
                <a:lnTo>
                  <a:pt x="577" y="15164"/>
                </a:lnTo>
                <a:lnTo>
                  <a:pt x="577" y="15628"/>
                </a:lnTo>
                <a:lnTo>
                  <a:pt x="577" y="16005"/>
                </a:lnTo>
                <a:lnTo>
                  <a:pt x="577" y="16469"/>
                </a:lnTo>
                <a:lnTo>
                  <a:pt x="641" y="16875"/>
                </a:lnTo>
                <a:lnTo>
                  <a:pt x="641" y="17339"/>
                </a:lnTo>
                <a:lnTo>
                  <a:pt x="641" y="17745"/>
                </a:lnTo>
                <a:lnTo>
                  <a:pt x="641" y="18209"/>
                </a:lnTo>
                <a:lnTo>
                  <a:pt x="641" y="18615"/>
                </a:lnTo>
                <a:lnTo>
                  <a:pt x="705" y="19079"/>
                </a:lnTo>
                <a:lnTo>
                  <a:pt x="705" y="19485"/>
                </a:lnTo>
                <a:lnTo>
                  <a:pt x="705" y="19948"/>
                </a:lnTo>
                <a:lnTo>
                  <a:pt x="705" y="20412"/>
                </a:lnTo>
                <a:lnTo>
                  <a:pt x="802" y="20818"/>
                </a:lnTo>
                <a:lnTo>
                  <a:pt x="802" y="21282"/>
                </a:lnTo>
                <a:lnTo>
                  <a:pt x="802" y="21659"/>
                </a:lnTo>
                <a:lnTo>
                  <a:pt x="802" y="22123"/>
                </a:lnTo>
                <a:lnTo>
                  <a:pt x="802" y="22587"/>
                </a:lnTo>
                <a:lnTo>
                  <a:pt x="866" y="22993"/>
                </a:lnTo>
                <a:lnTo>
                  <a:pt x="866" y="23457"/>
                </a:lnTo>
                <a:lnTo>
                  <a:pt x="866" y="23921"/>
                </a:lnTo>
                <a:lnTo>
                  <a:pt x="866" y="24327"/>
                </a:lnTo>
                <a:lnTo>
                  <a:pt x="930" y="24791"/>
                </a:lnTo>
                <a:lnTo>
                  <a:pt x="930" y="25255"/>
                </a:lnTo>
                <a:lnTo>
                  <a:pt x="930" y="25661"/>
                </a:lnTo>
                <a:lnTo>
                  <a:pt x="930" y="26124"/>
                </a:lnTo>
                <a:lnTo>
                  <a:pt x="930" y="26588"/>
                </a:lnTo>
                <a:lnTo>
                  <a:pt x="1026" y="26994"/>
                </a:lnTo>
                <a:lnTo>
                  <a:pt x="1026" y="27458"/>
                </a:lnTo>
                <a:lnTo>
                  <a:pt x="1026" y="27922"/>
                </a:lnTo>
                <a:lnTo>
                  <a:pt x="1026" y="28328"/>
                </a:lnTo>
                <a:lnTo>
                  <a:pt x="1090" y="28792"/>
                </a:lnTo>
                <a:lnTo>
                  <a:pt x="1090" y="29256"/>
                </a:lnTo>
                <a:lnTo>
                  <a:pt x="1090" y="29720"/>
                </a:lnTo>
                <a:lnTo>
                  <a:pt x="1090" y="30126"/>
                </a:lnTo>
                <a:lnTo>
                  <a:pt x="1090" y="30590"/>
                </a:lnTo>
                <a:lnTo>
                  <a:pt x="1154" y="31054"/>
                </a:lnTo>
                <a:lnTo>
                  <a:pt x="1154" y="31518"/>
                </a:lnTo>
                <a:lnTo>
                  <a:pt x="1154" y="31982"/>
                </a:lnTo>
                <a:lnTo>
                  <a:pt x="1154" y="32388"/>
                </a:lnTo>
                <a:lnTo>
                  <a:pt x="1219" y="32851"/>
                </a:lnTo>
                <a:lnTo>
                  <a:pt x="1219" y="33315"/>
                </a:lnTo>
                <a:lnTo>
                  <a:pt x="1219" y="33779"/>
                </a:lnTo>
                <a:lnTo>
                  <a:pt x="1219" y="34243"/>
                </a:lnTo>
                <a:lnTo>
                  <a:pt x="1219" y="34649"/>
                </a:lnTo>
                <a:lnTo>
                  <a:pt x="1315" y="35113"/>
                </a:lnTo>
                <a:lnTo>
                  <a:pt x="1315" y="35577"/>
                </a:lnTo>
                <a:lnTo>
                  <a:pt x="1315" y="36041"/>
                </a:lnTo>
                <a:lnTo>
                  <a:pt x="1315" y="36505"/>
                </a:lnTo>
                <a:lnTo>
                  <a:pt x="1315" y="36969"/>
                </a:lnTo>
                <a:lnTo>
                  <a:pt x="1379" y="37433"/>
                </a:lnTo>
                <a:lnTo>
                  <a:pt x="1379" y="37897"/>
                </a:lnTo>
                <a:lnTo>
                  <a:pt x="1379" y="38303"/>
                </a:lnTo>
                <a:lnTo>
                  <a:pt x="1379" y="38767"/>
                </a:lnTo>
                <a:lnTo>
                  <a:pt x="1443" y="39230"/>
                </a:lnTo>
                <a:lnTo>
                  <a:pt x="1443" y="39694"/>
                </a:lnTo>
                <a:lnTo>
                  <a:pt x="1443" y="40158"/>
                </a:lnTo>
                <a:lnTo>
                  <a:pt x="1443" y="40622"/>
                </a:lnTo>
                <a:lnTo>
                  <a:pt x="1443" y="41086"/>
                </a:lnTo>
                <a:lnTo>
                  <a:pt x="1539" y="41550"/>
                </a:lnTo>
                <a:lnTo>
                  <a:pt x="1539" y="42014"/>
                </a:lnTo>
                <a:lnTo>
                  <a:pt x="1539" y="42478"/>
                </a:lnTo>
                <a:lnTo>
                  <a:pt x="1539" y="42942"/>
                </a:lnTo>
                <a:lnTo>
                  <a:pt x="1604" y="43406"/>
                </a:lnTo>
                <a:lnTo>
                  <a:pt x="1604" y="43870"/>
                </a:lnTo>
                <a:lnTo>
                  <a:pt x="1604" y="44334"/>
                </a:lnTo>
                <a:lnTo>
                  <a:pt x="1604" y="44798"/>
                </a:lnTo>
                <a:lnTo>
                  <a:pt x="1604" y="45262"/>
                </a:lnTo>
                <a:lnTo>
                  <a:pt x="1668" y="45754"/>
                </a:lnTo>
                <a:lnTo>
                  <a:pt x="1668" y="46218"/>
                </a:lnTo>
                <a:lnTo>
                  <a:pt x="1668" y="46682"/>
                </a:lnTo>
                <a:lnTo>
                  <a:pt x="1668" y="47146"/>
                </a:lnTo>
                <a:lnTo>
                  <a:pt x="1732" y="47610"/>
                </a:lnTo>
                <a:lnTo>
                  <a:pt x="1732" y="48074"/>
                </a:lnTo>
                <a:lnTo>
                  <a:pt x="1732" y="48538"/>
                </a:lnTo>
                <a:lnTo>
                  <a:pt x="1732" y="49002"/>
                </a:lnTo>
                <a:lnTo>
                  <a:pt x="1732" y="49466"/>
                </a:lnTo>
                <a:lnTo>
                  <a:pt x="1828" y="49930"/>
                </a:lnTo>
                <a:lnTo>
                  <a:pt x="1828" y="50394"/>
                </a:lnTo>
                <a:lnTo>
                  <a:pt x="1828" y="50858"/>
                </a:lnTo>
                <a:lnTo>
                  <a:pt x="1828" y="51380"/>
                </a:lnTo>
                <a:lnTo>
                  <a:pt x="1892" y="51844"/>
                </a:lnTo>
                <a:lnTo>
                  <a:pt x="1892" y="52336"/>
                </a:lnTo>
                <a:lnTo>
                  <a:pt x="1892" y="52800"/>
                </a:lnTo>
                <a:lnTo>
                  <a:pt x="1892" y="53264"/>
                </a:lnTo>
                <a:lnTo>
                  <a:pt x="1892" y="53728"/>
                </a:lnTo>
                <a:lnTo>
                  <a:pt x="1956" y="54192"/>
                </a:lnTo>
                <a:lnTo>
                  <a:pt x="1956" y="54656"/>
                </a:lnTo>
                <a:lnTo>
                  <a:pt x="1956" y="55178"/>
                </a:lnTo>
                <a:lnTo>
                  <a:pt x="1956" y="55642"/>
                </a:lnTo>
                <a:lnTo>
                  <a:pt x="2021" y="56106"/>
                </a:lnTo>
                <a:lnTo>
                  <a:pt x="2021" y="56570"/>
                </a:lnTo>
                <a:lnTo>
                  <a:pt x="2021" y="57034"/>
                </a:lnTo>
                <a:lnTo>
                  <a:pt x="2021" y="57585"/>
                </a:lnTo>
                <a:lnTo>
                  <a:pt x="2021" y="58049"/>
                </a:lnTo>
                <a:lnTo>
                  <a:pt x="2117" y="58513"/>
                </a:lnTo>
                <a:lnTo>
                  <a:pt x="2117" y="58976"/>
                </a:lnTo>
                <a:lnTo>
                  <a:pt x="2117" y="59440"/>
                </a:lnTo>
                <a:lnTo>
                  <a:pt x="2117" y="59962"/>
                </a:lnTo>
                <a:lnTo>
                  <a:pt x="2117" y="60426"/>
                </a:lnTo>
                <a:lnTo>
                  <a:pt x="2181" y="60890"/>
                </a:lnTo>
                <a:lnTo>
                  <a:pt x="2181" y="61354"/>
                </a:lnTo>
                <a:lnTo>
                  <a:pt x="2181" y="61905"/>
                </a:lnTo>
                <a:lnTo>
                  <a:pt x="2181" y="62369"/>
                </a:lnTo>
                <a:lnTo>
                  <a:pt x="2245" y="62833"/>
                </a:lnTo>
                <a:lnTo>
                  <a:pt x="2245" y="63297"/>
                </a:lnTo>
                <a:lnTo>
                  <a:pt x="2245" y="63819"/>
                </a:lnTo>
                <a:lnTo>
                  <a:pt x="2245" y="64283"/>
                </a:lnTo>
                <a:lnTo>
                  <a:pt x="2245" y="64747"/>
                </a:lnTo>
                <a:lnTo>
                  <a:pt x="2341" y="65297"/>
                </a:lnTo>
                <a:lnTo>
                  <a:pt x="2341" y="65761"/>
                </a:lnTo>
                <a:lnTo>
                  <a:pt x="2341" y="66225"/>
                </a:lnTo>
                <a:lnTo>
                  <a:pt x="2341" y="66689"/>
                </a:lnTo>
                <a:lnTo>
                  <a:pt x="2406" y="67211"/>
                </a:lnTo>
                <a:lnTo>
                  <a:pt x="2406" y="67675"/>
                </a:lnTo>
                <a:lnTo>
                  <a:pt x="2406" y="68139"/>
                </a:lnTo>
                <a:lnTo>
                  <a:pt x="2406" y="68690"/>
                </a:lnTo>
                <a:lnTo>
                  <a:pt x="2406" y="69154"/>
                </a:lnTo>
                <a:lnTo>
                  <a:pt x="2470" y="69676"/>
                </a:lnTo>
                <a:lnTo>
                  <a:pt x="2470" y="70140"/>
                </a:lnTo>
                <a:lnTo>
                  <a:pt x="2470" y="70604"/>
                </a:lnTo>
                <a:lnTo>
                  <a:pt x="2470" y="71155"/>
                </a:lnTo>
                <a:lnTo>
                  <a:pt x="2534" y="71619"/>
                </a:lnTo>
                <a:lnTo>
                  <a:pt x="2534" y="72082"/>
                </a:lnTo>
                <a:lnTo>
                  <a:pt x="2534" y="72604"/>
                </a:lnTo>
                <a:lnTo>
                  <a:pt x="2534" y="73068"/>
                </a:lnTo>
                <a:lnTo>
                  <a:pt x="2534" y="73590"/>
                </a:lnTo>
                <a:lnTo>
                  <a:pt x="2630" y="74054"/>
                </a:lnTo>
                <a:lnTo>
                  <a:pt x="2630" y="74547"/>
                </a:lnTo>
                <a:lnTo>
                  <a:pt x="2630" y="75069"/>
                </a:lnTo>
                <a:lnTo>
                  <a:pt x="2630" y="75533"/>
                </a:lnTo>
                <a:lnTo>
                  <a:pt x="2694" y="76055"/>
                </a:lnTo>
                <a:lnTo>
                  <a:pt x="2694" y="76519"/>
                </a:lnTo>
                <a:lnTo>
                  <a:pt x="2694" y="77070"/>
                </a:lnTo>
                <a:lnTo>
                  <a:pt x="2694" y="77534"/>
                </a:lnTo>
                <a:lnTo>
                  <a:pt x="2694" y="78056"/>
                </a:lnTo>
                <a:lnTo>
                  <a:pt x="2758" y="78519"/>
                </a:lnTo>
                <a:lnTo>
                  <a:pt x="2758" y="79041"/>
                </a:lnTo>
                <a:lnTo>
                  <a:pt x="2758" y="79534"/>
                </a:lnTo>
                <a:lnTo>
                  <a:pt x="2758" y="80056"/>
                </a:lnTo>
                <a:lnTo>
                  <a:pt x="2823" y="80520"/>
                </a:lnTo>
                <a:lnTo>
                  <a:pt x="2823" y="81042"/>
                </a:lnTo>
                <a:lnTo>
                  <a:pt x="2823" y="81506"/>
                </a:lnTo>
                <a:lnTo>
                  <a:pt x="2823" y="82057"/>
                </a:lnTo>
                <a:lnTo>
                  <a:pt x="2823" y="82521"/>
                </a:lnTo>
                <a:lnTo>
                  <a:pt x="2919" y="83043"/>
                </a:lnTo>
                <a:lnTo>
                  <a:pt x="2919" y="83507"/>
                </a:lnTo>
                <a:lnTo>
                  <a:pt x="2919" y="84029"/>
                </a:lnTo>
                <a:lnTo>
                  <a:pt x="2919" y="84522"/>
                </a:lnTo>
                <a:lnTo>
                  <a:pt x="2919" y="85043"/>
                </a:lnTo>
                <a:lnTo>
                  <a:pt x="2983" y="85507"/>
                </a:lnTo>
                <a:lnTo>
                  <a:pt x="2983" y="86029"/>
                </a:lnTo>
                <a:lnTo>
                  <a:pt x="2983" y="86493"/>
                </a:lnTo>
                <a:lnTo>
                  <a:pt x="2983" y="87044"/>
                </a:lnTo>
                <a:lnTo>
                  <a:pt x="3047" y="87566"/>
                </a:lnTo>
                <a:lnTo>
                  <a:pt x="3047" y="88030"/>
                </a:lnTo>
                <a:lnTo>
                  <a:pt x="3047" y="88552"/>
                </a:lnTo>
                <a:lnTo>
                  <a:pt x="3047" y="89016"/>
                </a:lnTo>
                <a:lnTo>
                  <a:pt x="3047" y="89567"/>
                </a:lnTo>
                <a:lnTo>
                  <a:pt x="3143" y="90089"/>
                </a:lnTo>
                <a:lnTo>
                  <a:pt x="3143" y="90553"/>
                </a:lnTo>
                <a:lnTo>
                  <a:pt x="3143" y="91104"/>
                </a:lnTo>
                <a:lnTo>
                  <a:pt x="3143" y="91567"/>
                </a:lnTo>
                <a:lnTo>
                  <a:pt x="3208" y="9208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4364679" y="3279260"/>
            <a:ext cx="3143" cy="106732"/>
          </a:xfrm>
          <a:custGeom>
            <a:avLst/>
            <a:gdLst/>
            <a:ahLst/>
            <a:cxnLst/>
            <a:rect l="l" t="t" r="r" b="b"/>
            <a:pathLst>
              <a:path w="3143" h="106732">
                <a:moveTo>
                  <a:pt x="0" y="0"/>
                </a:moveTo>
                <a:lnTo>
                  <a:pt x="0" y="521"/>
                </a:lnTo>
                <a:lnTo>
                  <a:pt x="0" y="985"/>
                </a:lnTo>
                <a:lnTo>
                  <a:pt x="0" y="1536"/>
                </a:lnTo>
                <a:lnTo>
                  <a:pt x="0" y="2058"/>
                </a:lnTo>
                <a:lnTo>
                  <a:pt x="64" y="2522"/>
                </a:lnTo>
                <a:lnTo>
                  <a:pt x="64" y="3044"/>
                </a:lnTo>
                <a:lnTo>
                  <a:pt x="64" y="3595"/>
                </a:lnTo>
                <a:lnTo>
                  <a:pt x="64" y="4059"/>
                </a:lnTo>
                <a:lnTo>
                  <a:pt x="128" y="4581"/>
                </a:lnTo>
                <a:lnTo>
                  <a:pt x="128" y="5132"/>
                </a:lnTo>
                <a:lnTo>
                  <a:pt x="128" y="5596"/>
                </a:lnTo>
                <a:lnTo>
                  <a:pt x="128" y="6118"/>
                </a:lnTo>
                <a:lnTo>
                  <a:pt x="128" y="6639"/>
                </a:lnTo>
                <a:lnTo>
                  <a:pt x="224" y="7103"/>
                </a:lnTo>
                <a:lnTo>
                  <a:pt x="224" y="7654"/>
                </a:lnTo>
                <a:lnTo>
                  <a:pt x="224" y="8176"/>
                </a:lnTo>
                <a:lnTo>
                  <a:pt x="224" y="8698"/>
                </a:lnTo>
                <a:lnTo>
                  <a:pt x="288" y="9162"/>
                </a:lnTo>
                <a:lnTo>
                  <a:pt x="288" y="9713"/>
                </a:lnTo>
                <a:lnTo>
                  <a:pt x="288" y="10235"/>
                </a:lnTo>
                <a:lnTo>
                  <a:pt x="288" y="10757"/>
                </a:lnTo>
                <a:lnTo>
                  <a:pt x="288" y="11250"/>
                </a:lnTo>
                <a:lnTo>
                  <a:pt x="352" y="11772"/>
                </a:lnTo>
                <a:lnTo>
                  <a:pt x="352" y="12294"/>
                </a:lnTo>
                <a:lnTo>
                  <a:pt x="352" y="12845"/>
                </a:lnTo>
                <a:lnTo>
                  <a:pt x="352" y="13308"/>
                </a:lnTo>
                <a:lnTo>
                  <a:pt x="449" y="13830"/>
                </a:lnTo>
                <a:lnTo>
                  <a:pt x="449" y="14352"/>
                </a:lnTo>
                <a:lnTo>
                  <a:pt x="449" y="14903"/>
                </a:lnTo>
                <a:lnTo>
                  <a:pt x="449" y="15367"/>
                </a:lnTo>
                <a:lnTo>
                  <a:pt x="449" y="15889"/>
                </a:lnTo>
                <a:lnTo>
                  <a:pt x="513" y="16411"/>
                </a:lnTo>
                <a:lnTo>
                  <a:pt x="513" y="16962"/>
                </a:lnTo>
                <a:lnTo>
                  <a:pt x="513" y="17484"/>
                </a:lnTo>
                <a:lnTo>
                  <a:pt x="513" y="17948"/>
                </a:lnTo>
                <a:lnTo>
                  <a:pt x="513" y="18499"/>
                </a:lnTo>
                <a:lnTo>
                  <a:pt x="577" y="19021"/>
                </a:lnTo>
                <a:lnTo>
                  <a:pt x="577" y="19543"/>
                </a:lnTo>
                <a:lnTo>
                  <a:pt x="577" y="20093"/>
                </a:lnTo>
                <a:lnTo>
                  <a:pt x="577" y="20615"/>
                </a:lnTo>
                <a:lnTo>
                  <a:pt x="641" y="21079"/>
                </a:lnTo>
                <a:lnTo>
                  <a:pt x="641" y="21601"/>
                </a:lnTo>
                <a:lnTo>
                  <a:pt x="641" y="22152"/>
                </a:lnTo>
                <a:lnTo>
                  <a:pt x="641" y="22674"/>
                </a:lnTo>
                <a:lnTo>
                  <a:pt x="641" y="23196"/>
                </a:lnTo>
                <a:lnTo>
                  <a:pt x="737" y="23747"/>
                </a:lnTo>
                <a:lnTo>
                  <a:pt x="737" y="24269"/>
                </a:lnTo>
                <a:lnTo>
                  <a:pt x="737" y="24733"/>
                </a:lnTo>
                <a:lnTo>
                  <a:pt x="737" y="25255"/>
                </a:lnTo>
                <a:lnTo>
                  <a:pt x="802" y="25806"/>
                </a:lnTo>
                <a:lnTo>
                  <a:pt x="802" y="26327"/>
                </a:lnTo>
                <a:lnTo>
                  <a:pt x="802" y="26849"/>
                </a:lnTo>
                <a:lnTo>
                  <a:pt x="802" y="27400"/>
                </a:lnTo>
                <a:lnTo>
                  <a:pt x="802" y="27922"/>
                </a:lnTo>
                <a:lnTo>
                  <a:pt x="866" y="28473"/>
                </a:lnTo>
                <a:lnTo>
                  <a:pt x="866" y="28995"/>
                </a:lnTo>
                <a:lnTo>
                  <a:pt x="866" y="29517"/>
                </a:lnTo>
                <a:lnTo>
                  <a:pt x="866" y="29981"/>
                </a:lnTo>
                <a:lnTo>
                  <a:pt x="930" y="30532"/>
                </a:lnTo>
                <a:lnTo>
                  <a:pt x="930" y="31054"/>
                </a:lnTo>
                <a:lnTo>
                  <a:pt x="930" y="31576"/>
                </a:lnTo>
                <a:lnTo>
                  <a:pt x="930" y="32127"/>
                </a:lnTo>
                <a:lnTo>
                  <a:pt x="930" y="32648"/>
                </a:lnTo>
                <a:lnTo>
                  <a:pt x="1026" y="33170"/>
                </a:lnTo>
                <a:lnTo>
                  <a:pt x="1026" y="33721"/>
                </a:lnTo>
                <a:lnTo>
                  <a:pt x="1026" y="34243"/>
                </a:lnTo>
                <a:lnTo>
                  <a:pt x="1026" y="34765"/>
                </a:lnTo>
                <a:lnTo>
                  <a:pt x="1090" y="35316"/>
                </a:lnTo>
                <a:lnTo>
                  <a:pt x="1090" y="35838"/>
                </a:lnTo>
                <a:lnTo>
                  <a:pt x="1090" y="36360"/>
                </a:lnTo>
                <a:lnTo>
                  <a:pt x="1090" y="36911"/>
                </a:lnTo>
                <a:lnTo>
                  <a:pt x="1090" y="37433"/>
                </a:lnTo>
                <a:lnTo>
                  <a:pt x="1154" y="37955"/>
                </a:lnTo>
                <a:lnTo>
                  <a:pt x="1154" y="38506"/>
                </a:lnTo>
                <a:lnTo>
                  <a:pt x="1154" y="39028"/>
                </a:lnTo>
                <a:lnTo>
                  <a:pt x="1154" y="39549"/>
                </a:lnTo>
                <a:lnTo>
                  <a:pt x="1251" y="40100"/>
                </a:lnTo>
                <a:lnTo>
                  <a:pt x="1251" y="40622"/>
                </a:lnTo>
                <a:lnTo>
                  <a:pt x="1251" y="41173"/>
                </a:lnTo>
                <a:lnTo>
                  <a:pt x="1251" y="41695"/>
                </a:lnTo>
                <a:lnTo>
                  <a:pt x="1251" y="42217"/>
                </a:lnTo>
                <a:lnTo>
                  <a:pt x="1315" y="42768"/>
                </a:lnTo>
                <a:lnTo>
                  <a:pt x="1315" y="43290"/>
                </a:lnTo>
                <a:lnTo>
                  <a:pt x="1315" y="43812"/>
                </a:lnTo>
                <a:lnTo>
                  <a:pt x="1315" y="44363"/>
                </a:lnTo>
                <a:lnTo>
                  <a:pt x="1315" y="44885"/>
                </a:lnTo>
                <a:lnTo>
                  <a:pt x="1379" y="45407"/>
                </a:lnTo>
                <a:lnTo>
                  <a:pt x="1379" y="45957"/>
                </a:lnTo>
                <a:lnTo>
                  <a:pt x="1379" y="46479"/>
                </a:lnTo>
                <a:lnTo>
                  <a:pt x="1379" y="47001"/>
                </a:lnTo>
                <a:lnTo>
                  <a:pt x="1443" y="47552"/>
                </a:lnTo>
                <a:lnTo>
                  <a:pt x="1443" y="48074"/>
                </a:lnTo>
                <a:lnTo>
                  <a:pt x="1443" y="48596"/>
                </a:lnTo>
                <a:lnTo>
                  <a:pt x="1443" y="49147"/>
                </a:lnTo>
                <a:lnTo>
                  <a:pt x="1443" y="49727"/>
                </a:lnTo>
                <a:lnTo>
                  <a:pt x="1539" y="50278"/>
                </a:lnTo>
                <a:lnTo>
                  <a:pt x="1539" y="50800"/>
                </a:lnTo>
                <a:lnTo>
                  <a:pt x="1539" y="51322"/>
                </a:lnTo>
                <a:lnTo>
                  <a:pt x="1539" y="51873"/>
                </a:lnTo>
                <a:lnTo>
                  <a:pt x="1604" y="52394"/>
                </a:lnTo>
                <a:lnTo>
                  <a:pt x="1604" y="52916"/>
                </a:lnTo>
                <a:lnTo>
                  <a:pt x="1604" y="53467"/>
                </a:lnTo>
                <a:lnTo>
                  <a:pt x="1604" y="53989"/>
                </a:lnTo>
                <a:lnTo>
                  <a:pt x="1604" y="54511"/>
                </a:lnTo>
                <a:lnTo>
                  <a:pt x="1668" y="55120"/>
                </a:lnTo>
                <a:lnTo>
                  <a:pt x="1668" y="55642"/>
                </a:lnTo>
                <a:lnTo>
                  <a:pt x="1668" y="56193"/>
                </a:lnTo>
                <a:lnTo>
                  <a:pt x="1668" y="56715"/>
                </a:lnTo>
                <a:lnTo>
                  <a:pt x="1764" y="57266"/>
                </a:lnTo>
                <a:lnTo>
                  <a:pt x="1764" y="57788"/>
                </a:lnTo>
                <a:lnTo>
                  <a:pt x="1764" y="58310"/>
                </a:lnTo>
                <a:lnTo>
                  <a:pt x="1764" y="58860"/>
                </a:lnTo>
                <a:lnTo>
                  <a:pt x="1764" y="59440"/>
                </a:lnTo>
                <a:lnTo>
                  <a:pt x="1828" y="59991"/>
                </a:lnTo>
                <a:lnTo>
                  <a:pt x="1828" y="60513"/>
                </a:lnTo>
                <a:lnTo>
                  <a:pt x="1828" y="61035"/>
                </a:lnTo>
                <a:lnTo>
                  <a:pt x="1828" y="61586"/>
                </a:lnTo>
                <a:lnTo>
                  <a:pt x="1892" y="62108"/>
                </a:lnTo>
                <a:lnTo>
                  <a:pt x="1892" y="62630"/>
                </a:lnTo>
                <a:lnTo>
                  <a:pt x="1892" y="63239"/>
                </a:lnTo>
                <a:lnTo>
                  <a:pt x="1892" y="63761"/>
                </a:lnTo>
                <a:lnTo>
                  <a:pt x="1892" y="64312"/>
                </a:lnTo>
                <a:lnTo>
                  <a:pt x="1956" y="64834"/>
                </a:lnTo>
                <a:lnTo>
                  <a:pt x="1956" y="65355"/>
                </a:lnTo>
                <a:lnTo>
                  <a:pt x="1956" y="65906"/>
                </a:lnTo>
                <a:lnTo>
                  <a:pt x="1956" y="66486"/>
                </a:lnTo>
                <a:lnTo>
                  <a:pt x="2053" y="67037"/>
                </a:lnTo>
                <a:lnTo>
                  <a:pt x="2053" y="67559"/>
                </a:lnTo>
                <a:lnTo>
                  <a:pt x="2053" y="68081"/>
                </a:lnTo>
                <a:lnTo>
                  <a:pt x="2053" y="68632"/>
                </a:lnTo>
                <a:lnTo>
                  <a:pt x="2053" y="69212"/>
                </a:lnTo>
                <a:lnTo>
                  <a:pt x="2117" y="69763"/>
                </a:lnTo>
                <a:lnTo>
                  <a:pt x="2117" y="70285"/>
                </a:lnTo>
                <a:lnTo>
                  <a:pt x="2117" y="70807"/>
                </a:lnTo>
                <a:lnTo>
                  <a:pt x="2117" y="71358"/>
                </a:lnTo>
                <a:lnTo>
                  <a:pt x="2117" y="71937"/>
                </a:lnTo>
                <a:lnTo>
                  <a:pt x="2181" y="72488"/>
                </a:lnTo>
                <a:lnTo>
                  <a:pt x="2181" y="73010"/>
                </a:lnTo>
                <a:lnTo>
                  <a:pt x="2181" y="73532"/>
                </a:lnTo>
                <a:lnTo>
                  <a:pt x="2181" y="74141"/>
                </a:lnTo>
                <a:lnTo>
                  <a:pt x="2245" y="74663"/>
                </a:lnTo>
                <a:lnTo>
                  <a:pt x="2245" y="75214"/>
                </a:lnTo>
                <a:lnTo>
                  <a:pt x="2245" y="75736"/>
                </a:lnTo>
                <a:lnTo>
                  <a:pt x="2245" y="76345"/>
                </a:lnTo>
                <a:lnTo>
                  <a:pt x="2245" y="76867"/>
                </a:lnTo>
                <a:lnTo>
                  <a:pt x="2341" y="77389"/>
                </a:lnTo>
                <a:lnTo>
                  <a:pt x="2341" y="77940"/>
                </a:lnTo>
                <a:lnTo>
                  <a:pt x="2341" y="78519"/>
                </a:lnTo>
                <a:lnTo>
                  <a:pt x="2341" y="79070"/>
                </a:lnTo>
                <a:lnTo>
                  <a:pt x="2406" y="79592"/>
                </a:lnTo>
                <a:lnTo>
                  <a:pt x="2406" y="80114"/>
                </a:lnTo>
                <a:lnTo>
                  <a:pt x="2406" y="80723"/>
                </a:lnTo>
                <a:lnTo>
                  <a:pt x="2406" y="81245"/>
                </a:lnTo>
                <a:lnTo>
                  <a:pt x="2406" y="81796"/>
                </a:lnTo>
                <a:lnTo>
                  <a:pt x="2470" y="82318"/>
                </a:lnTo>
                <a:lnTo>
                  <a:pt x="2470" y="82927"/>
                </a:lnTo>
                <a:lnTo>
                  <a:pt x="2470" y="83449"/>
                </a:lnTo>
                <a:lnTo>
                  <a:pt x="2470" y="83971"/>
                </a:lnTo>
                <a:lnTo>
                  <a:pt x="2566" y="84522"/>
                </a:lnTo>
                <a:lnTo>
                  <a:pt x="2566" y="85101"/>
                </a:lnTo>
                <a:lnTo>
                  <a:pt x="2566" y="85652"/>
                </a:lnTo>
                <a:lnTo>
                  <a:pt x="2566" y="86174"/>
                </a:lnTo>
                <a:lnTo>
                  <a:pt x="2566" y="86783"/>
                </a:lnTo>
                <a:lnTo>
                  <a:pt x="2630" y="87305"/>
                </a:lnTo>
                <a:lnTo>
                  <a:pt x="2630" y="87827"/>
                </a:lnTo>
                <a:lnTo>
                  <a:pt x="2630" y="88378"/>
                </a:lnTo>
                <a:lnTo>
                  <a:pt x="2630" y="88958"/>
                </a:lnTo>
                <a:lnTo>
                  <a:pt x="2694" y="89509"/>
                </a:lnTo>
                <a:lnTo>
                  <a:pt x="2694" y="90031"/>
                </a:lnTo>
                <a:lnTo>
                  <a:pt x="2694" y="90640"/>
                </a:lnTo>
                <a:lnTo>
                  <a:pt x="2694" y="91162"/>
                </a:lnTo>
                <a:lnTo>
                  <a:pt x="2694" y="91683"/>
                </a:lnTo>
                <a:lnTo>
                  <a:pt x="2758" y="92292"/>
                </a:lnTo>
                <a:lnTo>
                  <a:pt x="2758" y="92814"/>
                </a:lnTo>
                <a:lnTo>
                  <a:pt x="2758" y="93365"/>
                </a:lnTo>
                <a:lnTo>
                  <a:pt x="2758" y="93945"/>
                </a:lnTo>
                <a:lnTo>
                  <a:pt x="2855" y="94496"/>
                </a:lnTo>
                <a:lnTo>
                  <a:pt x="2855" y="95018"/>
                </a:lnTo>
                <a:lnTo>
                  <a:pt x="2855" y="95627"/>
                </a:lnTo>
                <a:lnTo>
                  <a:pt x="2855" y="96149"/>
                </a:lnTo>
                <a:lnTo>
                  <a:pt x="2855" y="96671"/>
                </a:lnTo>
                <a:lnTo>
                  <a:pt x="2919" y="97280"/>
                </a:lnTo>
                <a:lnTo>
                  <a:pt x="2919" y="97801"/>
                </a:lnTo>
                <a:lnTo>
                  <a:pt x="2919" y="98352"/>
                </a:lnTo>
                <a:lnTo>
                  <a:pt x="2919" y="98932"/>
                </a:lnTo>
                <a:lnTo>
                  <a:pt x="2919" y="99483"/>
                </a:lnTo>
                <a:lnTo>
                  <a:pt x="2983" y="100005"/>
                </a:lnTo>
                <a:lnTo>
                  <a:pt x="2983" y="100614"/>
                </a:lnTo>
                <a:lnTo>
                  <a:pt x="2983" y="101136"/>
                </a:lnTo>
                <a:lnTo>
                  <a:pt x="2983" y="101658"/>
                </a:lnTo>
                <a:lnTo>
                  <a:pt x="3047" y="102267"/>
                </a:lnTo>
                <a:lnTo>
                  <a:pt x="3047" y="102789"/>
                </a:lnTo>
                <a:lnTo>
                  <a:pt x="3047" y="103340"/>
                </a:lnTo>
                <a:lnTo>
                  <a:pt x="3047" y="103920"/>
                </a:lnTo>
                <a:lnTo>
                  <a:pt x="3047" y="104470"/>
                </a:lnTo>
                <a:lnTo>
                  <a:pt x="3143" y="104992"/>
                </a:lnTo>
                <a:lnTo>
                  <a:pt x="3143" y="105601"/>
                </a:lnTo>
                <a:lnTo>
                  <a:pt x="3143" y="106123"/>
                </a:lnTo>
                <a:lnTo>
                  <a:pt x="3143" y="10673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4367823" y="3385993"/>
            <a:ext cx="3208" cy="111313"/>
          </a:xfrm>
          <a:custGeom>
            <a:avLst/>
            <a:gdLst/>
            <a:ahLst/>
            <a:cxnLst/>
            <a:rect l="l" t="t" r="r" b="b"/>
            <a:pathLst>
              <a:path w="3208" h="111313">
                <a:moveTo>
                  <a:pt x="0" y="0"/>
                </a:moveTo>
                <a:lnTo>
                  <a:pt x="64" y="521"/>
                </a:lnTo>
                <a:lnTo>
                  <a:pt x="64" y="1043"/>
                </a:lnTo>
                <a:lnTo>
                  <a:pt x="64" y="1652"/>
                </a:lnTo>
                <a:lnTo>
                  <a:pt x="64" y="2174"/>
                </a:lnTo>
                <a:lnTo>
                  <a:pt x="64" y="2725"/>
                </a:lnTo>
                <a:lnTo>
                  <a:pt x="128" y="3305"/>
                </a:lnTo>
                <a:lnTo>
                  <a:pt x="128" y="3856"/>
                </a:lnTo>
                <a:lnTo>
                  <a:pt x="128" y="4436"/>
                </a:lnTo>
                <a:lnTo>
                  <a:pt x="128" y="4987"/>
                </a:lnTo>
                <a:lnTo>
                  <a:pt x="224" y="5509"/>
                </a:lnTo>
                <a:lnTo>
                  <a:pt x="224" y="6118"/>
                </a:lnTo>
                <a:lnTo>
                  <a:pt x="224" y="6639"/>
                </a:lnTo>
                <a:lnTo>
                  <a:pt x="224" y="7161"/>
                </a:lnTo>
                <a:lnTo>
                  <a:pt x="224" y="7770"/>
                </a:lnTo>
                <a:lnTo>
                  <a:pt x="288" y="8292"/>
                </a:lnTo>
                <a:lnTo>
                  <a:pt x="288" y="8901"/>
                </a:lnTo>
                <a:lnTo>
                  <a:pt x="288" y="9423"/>
                </a:lnTo>
                <a:lnTo>
                  <a:pt x="288" y="9974"/>
                </a:lnTo>
                <a:lnTo>
                  <a:pt x="352" y="10554"/>
                </a:lnTo>
                <a:lnTo>
                  <a:pt x="352" y="11105"/>
                </a:lnTo>
                <a:lnTo>
                  <a:pt x="352" y="11685"/>
                </a:lnTo>
                <a:lnTo>
                  <a:pt x="352" y="12236"/>
                </a:lnTo>
                <a:lnTo>
                  <a:pt x="352" y="12758"/>
                </a:lnTo>
                <a:lnTo>
                  <a:pt x="417" y="13366"/>
                </a:lnTo>
                <a:lnTo>
                  <a:pt x="417" y="13888"/>
                </a:lnTo>
                <a:lnTo>
                  <a:pt x="417" y="14497"/>
                </a:lnTo>
                <a:lnTo>
                  <a:pt x="417" y="15019"/>
                </a:lnTo>
                <a:lnTo>
                  <a:pt x="513" y="15541"/>
                </a:lnTo>
                <a:lnTo>
                  <a:pt x="513" y="16150"/>
                </a:lnTo>
                <a:lnTo>
                  <a:pt x="513" y="16672"/>
                </a:lnTo>
                <a:lnTo>
                  <a:pt x="513" y="17281"/>
                </a:lnTo>
                <a:lnTo>
                  <a:pt x="513" y="17803"/>
                </a:lnTo>
                <a:lnTo>
                  <a:pt x="577" y="18412"/>
                </a:lnTo>
                <a:lnTo>
                  <a:pt x="577" y="18934"/>
                </a:lnTo>
                <a:lnTo>
                  <a:pt x="577" y="19485"/>
                </a:lnTo>
                <a:lnTo>
                  <a:pt x="577" y="20064"/>
                </a:lnTo>
                <a:lnTo>
                  <a:pt x="577" y="20615"/>
                </a:lnTo>
                <a:lnTo>
                  <a:pt x="641" y="21195"/>
                </a:lnTo>
                <a:lnTo>
                  <a:pt x="641" y="21746"/>
                </a:lnTo>
                <a:lnTo>
                  <a:pt x="641" y="22268"/>
                </a:lnTo>
                <a:lnTo>
                  <a:pt x="641" y="22877"/>
                </a:lnTo>
                <a:lnTo>
                  <a:pt x="737" y="23399"/>
                </a:lnTo>
                <a:lnTo>
                  <a:pt x="737" y="24008"/>
                </a:lnTo>
                <a:lnTo>
                  <a:pt x="737" y="24530"/>
                </a:lnTo>
                <a:lnTo>
                  <a:pt x="737" y="25139"/>
                </a:lnTo>
                <a:lnTo>
                  <a:pt x="737" y="25661"/>
                </a:lnTo>
                <a:lnTo>
                  <a:pt x="802" y="26182"/>
                </a:lnTo>
                <a:lnTo>
                  <a:pt x="802" y="26791"/>
                </a:lnTo>
                <a:lnTo>
                  <a:pt x="802" y="27313"/>
                </a:lnTo>
                <a:lnTo>
                  <a:pt x="802" y="27922"/>
                </a:lnTo>
                <a:lnTo>
                  <a:pt x="866" y="28444"/>
                </a:lnTo>
                <a:lnTo>
                  <a:pt x="866" y="29053"/>
                </a:lnTo>
                <a:lnTo>
                  <a:pt x="866" y="29575"/>
                </a:lnTo>
                <a:lnTo>
                  <a:pt x="866" y="30126"/>
                </a:lnTo>
                <a:lnTo>
                  <a:pt x="866" y="30706"/>
                </a:lnTo>
                <a:lnTo>
                  <a:pt x="930" y="31257"/>
                </a:lnTo>
                <a:lnTo>
                  <a:pt x="930" y="31837"/>
                </a:lnTo>
                <a:lnTo>
                  <a:pt x="930" y="32388"/>
                </a:lnTo>
                <a:lnTo>
                  <a:pt x="930" y="32967"/>
                </a:lnTo>
                <a:lnTo>
                  <a:pt x="1026" y="33518"/>
                </a:lnTo>
                <a:lnTo>
                  <a:pt x="1026" y="34098"/>
                </a:lnTo>
                <a:lnTo>
                  <a:pt x="1026" y="34649"/>
                </a:lnTo>
                <a:lnTo>
                  <a:pt x="1026" y="35171"/>
                </a:lnTo>
                <a:lnTo>
                  <a:pt x="1026" y="35780"/>
                </a:lnTo>
                <a:lnTo>
                  <a:pt x="1090" y="36302"/>
                </a:lnTo>
                <a:lnTo>
                  <a:pt x="1090" y="36911"/>
                </a:lnTo>
                <a:lnTo>
                  <a:pt x="1090" y="37433"/>
                </a:lnTo>
                <a:lnTo>
                  <a:pt x="1090" y="38042"/>
                </a:lnTo>
                <a:lnTo>
                  <a:pt x="1154" y="38564"/>
                </a:lnTo>
                <a:lnTo>
                  <a:pt x="1154" y="39172"/>
                </a:lnTo>
                <a:lnTo>
                  <a:pt x="1154" y="39694"/>
                </a:lnTo>
                <a:lnTo>
                  <a:pt x="1154" y="40216"/>
                </a:lnTo>
                <a:lnTo>
                  <a:pt x="1154" y="40825"/>
                </a:lnTo>
                <a:lnTo>
                  <a:pt x="1219" y="41347"/>
                </a:lnTo>
                <a:lnTo>
                  <a:pt x="1219" y="41956"/>
                </a:lnTo>
                <a:lnTo>
                  <a:pt x="1219" y="42478"/>
                </a:lnTo>
                <a:lnTo>
                  <a:pt x="1219" y="43087"/>
                </a:lnTo>
                <a:lnTo>
                  <a:pt x="1315" y="43609"/>
                </a:lnTo>
                <a:lnTo>
                  <a:pt x="1315" y="44218"/>
                </a:lnTo>
                <a:lnTo>
                  <a:pt x="1315" y="44740"/>
                </a:lnTo>
                <a:lnTo>
                  <a:pt x="1315" y="45291"/>
                </a:lnTo>
                <a:lnTo>
                  <a:pt x="1315" y="45870"/>
                </a:lnTo>
                <a:lnTo>
                  <a:pt x="1379" y="46421"/>
                </a:lnTo>
                <a:lnTo>
                  <a:pt x="1379" y="47001"/>
                </a:lnTo>
                <a:lnTo>
                  <a:pt x="1379" y="47523"/>
                </a:lnTo>
                <a:lnTo>
                  <a:pt x="1379" y="48132"/>
                </a:lnTo>
                <a:lnTo>
                  <a:pt x="1379" y="48654"/>
                </a:lnTo>
                <a:lnTo>
                  <a:pt x="1443" y="49263"/>
                </a:lnTo>
                <a:lnTo>
                  <a:pt x="1443" y="49785"/>
                </a:lnTo>
                <a:lnTo>
                  <a:pt x="1443" y="50336"/>
                </a:lnTo>
                <a:lnTo>
                  <a:pt x="1443" y="50916"/>
                </a:lnTo>
                <a:lnTo>
                  <a:pt x="1539" y="51467"/>
                </a:lnTo>
                <a:lnTo>
                  <a:pt x="1539" y="52047"/>
                </a:lnTo>
                <a:lnTo>
                  <a:pt x="1539" y="52597"/>
                </a:lnTo>
                <a:lnTo>
                  <a:pt x="1539" y="53177"/>
                </a:lnTo>
                <a:lnTo>
                  <a:pt x="1539" y="53728"/>
                </a:lnTo>
                <a:lnTo>
                  <a:pt x="1604" y="54308"/>
                </a:lnTo>
                <a:lnTo>
                  <a:pt x="1604" y="54859"/>
                </a:lnTo>
                <a:lnTo>
                  <a:pt x="1604" y="55439"/>
                </a:lnTo>
                <a:lnTo>
                  <a:pt x="1604" y="55990"/>
                </a:lnTo>
                <a:lnTo>
                  <a:pt x="1668" y="56512"/>
                </a:lnTo>
                <a:lnTo>
                  <a:pt x="1668" y="57121"/>
                </a:lnTo>
                <a:lnTo>
                  <a:pt x="1668" y="57643"/>
                </a:lnTo>
                <a:lnTo>
                  <a:pt x="1668" y="58252"/>
                </a:lnTo>
                <a:lnTo>
                  <a:pt x="1668" y="58773"/>
                </a:lnTo>
                <a:lnTo>
                  <a:pt x="1732" y="59382"/>
                </a:lnTo>
                <a:lnTo>
                  <a:pt x="1732" y="59904"/>
                </a:lnTo>
                <a:lnTo>
                  <a:pt x="1732" y="60513"/>
                </a:lnTo>
                <a:lnTo>
                  <a:pt x="1732" y="61035"/>
                </a:lnTo>
                <a:lnTo>
                  <a:pt x="1828" y="61557"/>
                </a:lnTo>
                <a:lnTo>
                  <a:pt x="1828" y="62166"/>
                </a:lnTo>
                <a:lnTo>
                  <a:pt x="1828" y="62688"/>
                </a:lnTo>
                <a:lnTo>
                  <a:pt x="1828" y="63297"/>
                </a:lnTo>
                <a:lnTo>
                  <a:pt x="1828" y="63819"/>
                </a:lnTo>
                <a:lnTo>
                  <a:pt x="1892" y="64428"/>
                </a:lnTo>
                <a:lnTo>
                  <a:pt x="1892" y="64950"/>
                </a:lnTo>
                <a:lnTo>
                  <a:pt x="1892" y="65558"/>
                </a:lnTo>
                <a:lnTo>
                  <a:pt x="1892" y="66080"/>
                </a:lnTo>
                <a:lnTo>
                  <a:pt x="1956" y="66631"/>
                </a:lnTo>
                <a:lnTo>
                  <a:pt x="1956" y="67211"/>
                </a:lnTo>
                <a:lnTo>
                  <a:pt x="1956" y="67762"/>
                </a:lnTo>
                <a:lnTo>
                  <a:pt x="1956" y="68342"/>
                </a:lnTo>
                <a:lnTo>
                  <a:pt x="1956" y="68893"/>
                </a:lnTo>
                <a:lnTo>
                  <a:pt x="2053" y="69473"/>
                </a:lnTo>
                <a:lnTo>
                  <a:pt x="2053" y="70024"/>
                </a:lnTo>
                <a:lnTo>
                  <a:pt x="2053" y="70604"/>
                </a:lnTo>
                <a:lnTo>
                  <a:pt x="2053" y="71155"/>
                </a:lnTo>
                <a:lnTo>
                  <a:pt x="2117" y="71677"/>
                </a:lnTo>
                <a:lnTo>
                  <a:pt x="2117" y="72285"/>
                </a:lnTo>
                <a:lnTo>
                  <a:pt x="2117" y="72807"/>
                </a:lnTo>
                <a:lnTo>
                  <a:pt x="2117" y="73416"/>
                </a:lnTo>
                <a:lnTo>
                  <a:pt x="2117" y="73938"/>
                </a:lnTo>
                <a:lnTo>
                  <a:pt x="2181" y="74547"/>
                </a:lnTo>
                <a:lnTo>
                  <a:pt x="2181" y="75069"/>
                </a:lnTo>
                <a:lnTo>
                  <a:pt x="2181" y="75591"/>
                </a:lnTo>
                <a:lnTo>
                  <a:pt x="2181" y="76200"/>
                </a:lnTo>
                <a:lnTo>
                  <a:pt x="2181" y="76722"/>
                </a:lnTo>
                <a:lnTo>
                  <a:pt x="2245" y="77331"/>
                </a:lnTo>
                <a:lnTo>
                  <a:pt x="2245" y="77853"/>
                </a:lnTo>
                <a:lnTo>
                  <a:pt x="2245" y="78461"/>
                </a:lnTo>
                <a:lnTo>
                  <a:pt x="2245" y="78983"/>
                </a:lnTo>
                <a:lnTo>
                  <a:pt x="2341" y="79534"/>
                </a:lnTo>
                <a:lnTo>
                  <a:pt x="2341" y="80114"/>
                </a:lnTo>
                <a:lnTo>
                  <a:pt x="2341" y="80665"/>
                </a:lnTo>
                <a:lnTo>
                  <a:pt x="2341" y="81245"/>
                </a:lnTo>
                <a:lnTo>
                  <a:pt x="2341" y="81796"/>
                </a:lnTo>
                <a:lnTo>
                  <a:pt x="2406" y="82376"/>
                </a:lnTo>
                <a:lnTo>
                  <a:pt x="2406" y="82927"/>
                </a:lnTo>
                <a:lnTo>
                  <a:pt x="2406" y="83449"/>
                </a:lnTo>
                <a:lnTo>
                  <a:pt x="2406" y="84058"/>
                </a:lnTo>
                <a:lnTo>
                  <a:pt x="2470" y="84580"/>
                </a:lnTo>
                <a:lnTo>
                  <a:pt x="2470" y="85188"/>
                </a:lnTo>
                <a:lnTo>
                  <a:pt x="2470" y="85710"/>
                </a:lnTo>
                <a:lnTo>
                  <a:pt x="2470" y="86232"/>
                </a:lnTo>
                <a:lnTo>
                  <a:pt x="2470" y="86841"/>
                </a:lnTo>
                <a:lnTo>
                  <a:pt x="2534" y="87363"/>
                </a:lnTo>
                <a:lnTo>
                  <a:pt x="2534" y="87972"/>
                </a:lnTo>
                <a:lnTo>
                  <a:pt x="2534" y="88494"/>
                </a:lnTo>
                <a:lnTo>
                  <a:pt x="2534" y="89103"/>
                </a:lnTo>
                <a:lnTo>
                  <a:pt x="2630" y="89625"/>
                </a:lnTo>
                <a:lnTo>
                  <a:pt x="2630" y="90089"/>
                </a:lnTo>
                <a:lnTo>
                  <a:pt x="2630" y="90698"/>
                </a:lnTo>
                <a:lnTo>
                  <a:pt x="2630" y="91220"/>
                </a:lnTo>
                <a:lnTo>
                  <a:pt x="2630" y="91828"/>
                </a:lnTo>
                <a:lnTo>
                  <a:pt x="2694" y="92350"/>
                </a:lnTo>
                <a:lnTo>
                  <a:pt x="2694" y="92901"/>
                </a:lnTo>
                <a:lnTo>
                  <a:pt x="2694" y="93481"/>
                </a:lnTo>
                <a:lnTo>
                  <a:pt x="2694" y="94032"/>
                </a:lnTo>
                <a:lnTo>
                  <a:pt x="2758" y="94612"/>
                </a:lnTo>
                <a:lnTo>
                  <a:pt x="2758" y="95163"/>
                </a:lnTo>
                <a:lnTo>
                  <a:pt x="2758" y="95685"/>
                </a:lnTo>
                <a:lnTo>
                  <a:pt x="2758" y="96294"/>
                </a:lnTo>
                <a:lnTo>
                  <a:pt x="2758" y="96816"/>
                </a:lnTo>
                <a:lnTo>
                  <a:pt x="2855" y="97338"/>
                </a:lnTo>
                <a:lnTo>
                  <a:pt x="2855" y="97946"/>
                </a:lnTo>
                <a:lnTo>
                  <a:pt x="2855" y="98468"/>
                </a:lnTo>
                <a:lnTo>
                  <a:pt x="2855" y="99077"/>
                </a:lnTo>
                <a:lnTo>
                  <a:pt x="2919" y="99599"/>
                </a:lnTo>
                <a:lnTo>
                  <a:pt x="2919" y="100150"/>
                </a:lnTo>
                <a:lnTo>
                  <a:pt x="2919" y="100730"/>
                </a:lnTo>
                <a:lnTo>
                  <a:pt x="2919" y="101281"/>
                </a:lnTo>
                <a:lnTo>
                  <a:pt x="2919" y="101803"/>
                </a:lnTo>
                <a:lnTo>
                  <a:pt x="2983" y="102383"/>
                </a:lnTo>
                <a:lnTo>
                  <a:pt x="2983" y="102934"/>
                </a:lnTo>
                <a:lnTo>
                  <a:pt x="2983" y="103514"/>
                </a:lnTo>
                <a:lnTo>
                  <a:pt x="2983" y="104065"/>
                </a:lnTo>
                <a:lnTo>
                  <a:pt x="2983" y="104586"/>
                </a:lnTo>
                <a:lnTo>
                  <a:pt x="3047" y="105195"/>
                </a:lnTo>
                <a:lnTo>
                  <a:pt x="3047" y="105717"/>
                </a:lnTo>
                <a:lnTo>
                  <a:pt x="3047" y="106268"/>
                </a:lnTo>
                <a:lnTo>
                  <a:pt x="3047" y="106848"/>
                </a:lnTo>
                <a:lnTo>
                  <a:pt x="3143" y="107370"/>
                </a:lnTo>
                <a:lnTo>
                  <a:pt x="3143" y="107921"/>
                </a:lnTo>
                <a:lnTo>
                  <a:pt x="3143" y="108501"/>
                </a:lnTo>
                <a:lnTo>
                  <a:pt x="3143" y="109052"/>
                </a:lnTo>
                <a:lnTo>
                  <a:pt x="3143" y="109632"/>
                </a:lnTo>
                <a:lnTo>
                  <a:pt x="3208" y="110183"/>
                </a:lnTo>
                <a:lnTo>
                  <a:pt x="3208" y="110705"/>
                </a:lnTo>
                <a:lnTo>
                  <a:pt x="3208" y="11131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4371031" y="3497307"/>
            <a:ext cx="3208" cy="106065"/>
          </a:xfrm>
          <a:custGeom>
            <a:avLst/>
            <a:gdLst/>
            <a:ahLst/>
            <a:cxnLst/>
            <a:rect l="l" t="t" r="r" b="b"/>
            <a:pathLst>
              <a:path w="3208" h="106065">
                <a:moveTo>
                  <a:pt x="0" y="0"/>
                </a:moveTo>
                <a:lnTo>
                  <a:pt x="0" y="521"/>
                </a:lnTo>
                <a:lnTo>
                  <a:pt x="64" y="1043"/>
                </a:lnTo>
                <a:lnTo>
                  <a:pt x="64" y="1652"/>
                </a:lnTo>
                <a:lnTo>
                  <a:pt x="64" y="2174"/>
                </a:lnTo>
                <a:lnTo>
                  <a:pt x="64" y="2725"/>
                </a:lnTo>
                <a:lnTo>
                  <a:pt x="64" y="3305"/>
                </a:lnTo>
                <a:lnTo>
                  <a:pt x="128" y="3856"/>
                </a:lnTo>
                <a:lnTo>
                  <a:pt x="128" y="4378"/>
                </a:lnTo>
                <a:lnTo>
                  <a:pt x="128" y="4987"/>
                </a:lnTo>
                <a:lnTo>
                  <a:pt x="128" y="5509"/>
                </a:lnTo>
                <a:lnTo>
                  <a:pt x="224" y="6031"/>
                </a:lnTo>
                <a:lnTo>
                  <a:pt x="224" y="6581"/>
                </a:lnTo>
                <a:lnTo>
                  <a:pt x="224" y="7161"/>
                </a:lnTo>
                <a:lnTo>
                  <a:pt x="224" y="7712"/>
                </a:lnTo>
                <a:lnTo>
                  <a:pt x="224" y="8234"/>
                </a:lnTo>
                <a:lnTo>
                  <a:pt x="288" y="8843"/>
                </a:lnTo>
                <a:lnTo>
                  <a:pt x="288" y="9365"/>
                </a:lnTo>
                <a:lnTo>
                  <a:pt x="288" y="9916"/>
                </a:lnTo>
                <a:lnTo>
                  <a:pt x="288" y="10496"/>
                </a:lnTo>
                <a:lnTo>
                  <a:pt x="352" y="11018"/>
                </a:lnTo>
                <a:lnTo>
                  <a:pt x="352" y="11569"/>
                </a:lnTo>
                <a:lnTo>
                  <a:pt x="352" y="12091"/>
                </a:lnTo>
                <a:lnTo>
                  <a:pt x="352" y="12700"/>
                </a:lnTo>
                <a:lnTo>
                  <a:pt x="352" y="13221"/>
                </a:lnTo>
                <a:lnTo>
                  <a:pt x="449" y="13772"/>
                </a:lnTo>
                <a:lnTo>
                  <a:pt x="449" y="14352"/>
                </a:lnTo>
                <a:lnTo>
                  <a:pt x="449" y="14903"/>
                </a:lnTo>
                <a:lnTo>
                  <a:pt x="449" y="15425"/>
                </a:lnTo>
                <a:lnTo>
                  <a:pt x="513" y="15947"/>
                </a:lnTo>
                <a:lnTo>
                  <a:pt x="513" y="16556"/>
                </a:lnTo>
                <a:lnTo>
                  <a:pt x="513" y="17078"/>
                </a:lnTo>
                <a:lnTo>
                  <a:pt x="513" y="17629"/>
                </a:lnTo>
                <a:lnTo>
                  <a:pt x="513" y="18209"/>
                </a:lnTo>
                <a:lnTo>
                  <a:pt x="577" y="18760"/>
                </a:lnTo>
                <a:lnTo>
                  <a:pt x="577" y="19282"/>
                </a:lnTo>
                <a:lnTo>
                  <a:pt x="577" y="19803"/>
                </a:lnTo>
                <a:lnTo>
                  <a:pt x="577" y="20412"/>
                </a:lnTo>
                <a:lnTo>
                  <a:pt x="577" y="20934"/>
                </a:lnTo>
                <a:lnTo>
                  <a:pt x="641" y="21485"/>
                </a:lnTo>
                <a:lnTo>
                  <a:pt x="641" y="22007"/>
                </a:lnTo>
                <a:lnTo>
                  <a:pt x="641" y="22616"/>
                </a:lnTo>
                <a:lnTo>
                  <a:pt x="641" y="23138"/>
                </a:lnTo>
                <a:lnTo>
                  <a:pt x="737" y="23660"/>
                </a:lnTo>
                <a:lnTo>
                  <a:pt x="737" y="24211"/>
                </a:lnTo>
                <a:lnTo>
                  <a:pt x="737" y="24733"/>
                </a:lnTo>
                <a:lnTo>
                  <a:pt x="737" y="25342"/>
                </a:lnTo>
                <a:lnTo>
                  <a:pt x="737" y="25864"/>
                </a:lnTo>
                <a:lnTo>
                  <a:pt x="802" y="26385"/>
                </a:lnTo>
                <a:lnTo>
                  <a:pt x="802" y="26936"/>
                </a:lnTo>
                <a:lnTo>
                  <a:pt x="802" y="27516"/>
                </a:lnTo>
                <a:lnTo>
                  <a:pt x="802" y="28067"/>
                </a:lnTo>
                <a:lnTo>
                  <a:pt x="866" y="28589"/>
                </a:lnTo>
                <a:lnTo>
                  <a:pt x="866" y="29111"/>
                </a:lnTo>
                <a:lnTo>
                  <a:pt x="866" y="29662"/>
                </a:lnTo>
                <a:lnTo>
                  <a:pt x="866" y="30242"/>
                </a:lnTo>
                <a:lnTo>
                  <a:pt x="866" y="30793"/>
                </a:lnTo>
                <a:lnTo>
                  <a:pt x="962" y="31315"/>
                </a:lnTo>
                <a:lnTo>
                  <a:pt x="962" y="31837"/>
                </a:lnTo>
                <a:lnTo>
                  <a:pt x="962" y="32388"/>
                </a:lnTo>
                <a:lnTo>
                  <a:pt x="962" y="32967"/>
                </a:lnTo>
                <a:lnTo>
                  <a:pt x="1026" y="33518"/>
                </a:lnTo>
                <a:lnTo>
                  <a:pt x="1026" y="34040"/>
                </a:lnTo>
                <a:lnTo>
                  <a:pt x="1026" y="34562"/>
                </a:lnTo>
                <a:lnTo>
                  <a:pt x="1026" y="35113"/>
                </a:lnTo>
                <a:lnTo>
                  <a:pt x="1026" y="35635"/>
                </a:lnTo>
                <a:lnTo>
                  <a:pt x="1090" y="36244"/>
                </a:lnTo>
                <a:lnTo>
                  <a:pt x="1090" y="36766"/>
                </a:lnTo>
                <a:lnTo>
                  <a:pt x="1090" y="37288"/>
                </a:lnTo>
                <a:lnTo>
                  <a:pt x="1090" y="37839"/>
                </a:lnTo>
                <a:lnTo>
                  <a:pt x="1154" y="38361"/>
                </a:lnTo>
                <a:lnTo>
                  <a:pt x="1154" y="38883"/>
                </a:lnTo>
                <a:lnTo>
                  <a:pt x="1154" y="39491"/>
                </a:lnTo>
                <a:lnTo>
                  <a:pt x="1154" y="40013"/>
                </a:lnTo>
                <a:lnTo>
                  <a:pt x="1154" y="40564"/>
                </a:lnTo>
                <a:lnTo>
                  <a:pt x="1251" y="41086"/>
                </a:lnTo>
                <a:lnTo>
                  <a:pt x="1251" y="41608"/>
                </a:lnTo>
                <a:lnTo>
                  <a:pt x="1251" y="42159"/>
                </a:lnTo>
                <a:lnTo>
                  <a:pt x="1251" y="42681"/>
                </a:lnTo>
                <a:lnTo>
                  <a:pt x="1315" y="43203"/>
                </a:lnTo>
                <a:lnTo>
                  <a:pt x="1315" y="43812"/>
                </a:lnTo>
                <a:lnTo>
                  <a:pt x="1315" y="44334"/>
                </a:lnTo>
                <a:lnTo>
                  <a:pt x="1315" y="44885"/>
                </a:lnTo>
                <a:lnTo>
                  <a:pt x="1315" y="45407"/>
                </a:lnTo>
                <a:lnTo>
                  <a:pt x="1379" y="45928"/>
                </a:lnTo>
                <a:lnTo>
                  <a:pt x="1379" y="46479"/>
                </a:lnTo>
                <a:lnTo>
                  <a:pt x="1379" y="47001"/>
                </a:lnTo>
                <a:lnTo>
                  <a:pt x="1379" y="47552"/>
                </a:lnTo>
                <a:lnTo>
                  <a:pt x="1379" y="48074"/>
                </a:lnTo>
                <a:lnTo>
                  <a:pt x="1443" y="48596"/>
                </a:lnTo>
                <a:lnTo>
                  <a:pt x="1443" y="49205"/>
                </a:lnTo>
                <a:lnTo>
                  <a:pt x="1443" y="49727"/>
                </a:lnTo>
                <a:lnTo>
                  <a:pt x="1443" y="50278"/>
                </a:lnTo>
                <a:lnTo>
                  <a:pt x="1539" y="50800"/>
                </a:lnTo>
                <a:lnTo>
                  <a:pt x="1539" y="51322"/>
                </a:lnTo>
                <a:lnTo>
                  <a:pt x="1539" y="51873"/>
                </a:lnTo>
                <a:lnTo>
                  <a:pt x="1539" y="52394"/>
                </a:lnTo>
                <a:lnTo>
                  <a:pt x="1539" y="52916"/>
                </a:lnTo>
                <a:lnTo>
                  <a:pt x="1604" y="53467"/>
                </a:lnTo>
                <a:lnTo>
                  <a:pt x="1604" y="53989"/>
                </a:lnTo>
                <a:lnTo>
                  <a:pt x="1604" y="54511"/>
                </a:lnTo>
                <a:lnTo>
                  <a:pt x="1604" y="55062"/>
                </a:lnTo>
                <a:lnTo>
                  <a:pt x="1668" y="55584"/>
                </a:lnTo>
                <a:lnTo>
                  <a:pt x="1668" y="56106"/>
                </a:lnTo>
                <a:lnTo>
                  <a:pt x="1668" y="56657"/>
                </a:lnTo>
                <a:lnTo>
                  <a:pt x="1668" y="57179"/>
                </a:lnTo>
                <a:lnTo>
                  <a:pt x="1668" y="57701"/>
                </a:lnTo>
                <a:lnTo>
                  <a:pt x="1764" y="58252"/>
                </a:lnTo>
                <a:lnTo>
                  <a:pt x="1764" y="58773"/>
                </a:lnTo>
                <a:lnTo>
                  <a:pt x="1764" y="59295"/>
                </a:lnTo>
                <a:lnTo>
                  <a:pt x="1764" y="59846"/>
                </a:lnTo>
                <a:lnTo>
                  <a:pt x="1828" y="60368"/>
                </a:lnTo>
                <a:lnTo>
                  <a:pt x="1828" y="60890"/>
                </a:lnTo>
                <a:lnTo>
                  <a:pt x="1828" y="61441"/>
                </a:lnTo>
                <a:lnTo>
                  <a:pt x="1828" y="61963"/>
                </a:lnTo>
                <a:lnTo>
                  <a:pt x="1828" y="62514"/>
                </a:lnTo>
                <a:lnTo>
                  <a:pt x="1892" y="63036"/>
                </a:lnTo>
                <a:lnTo>
                  <a:pt x="1892" y="63558"/>
                </a:lnTo>
                <a:lnTo>
                  <a:pt x="1892" y="64109"/>
                </a:lnTo>
                <a:lnTo>
                  <a:pt x="1892" y="64631"/>
                </a:lnTo>
                <a:lnTo>
                  <a:pt x="1956" y="65153"/>
                </a:lnTo>
                <a:lnTo>
                  <a:pt x="1956" y="65703"/>
                </a:lnTo>
                <a:lnTo>
                  <a:pt x="1956" y="66225"/>
                </a:lnTo>
                <a:lnTo>
                  <a:pt x="1956" y="66747"/>
                </a:lnTo>
                <a:lnTo>
                  <a:pt x="1956" y="67298"/>
                </a:lnTo>
                <a:lnTo>
                  <a:pt x="2053" y="67820"/>
                </a:lnTo>
                <a:lnTo>
                  <a:pt x="2053" y="68342"/>
                </a:lnTo>
                <a:lnTo>
                  <a:pt x="2053" y="68893"/>
                </a:lnTo>
                <a:lnTo>
                  <a:pt x="2053" y="69415"/>
                </a:lnTo>
                <a:lnTo>
                  <a:pt x="2117" y="69937"/>
                </a:lnTo>
                <a:lnTo>
                  <a:pt x="2117" y="70488"/>
                </a:lnTo>
                <a:lnTo>
                  <a:pt x="2117" y="71010"/>
                </a:lnTo>
                <a:lnTo>
                  <a:pt x="2117" y="71474"/>
                </a:lnTo>
                <a:lnTo>
                  <a:pt x="2117" y="71995"/>
                </a:lnTo>
                <a:lnTo>
                  <a:pt x="2181" y="72546"/>
                </a:lnTo>
                <a:lnTo>
                  <a:pt x="2181" y="73068"/>
                </a:lnTo>
                <a:lnTo>
                  <a:pt x="2181" y="73619"/>
                </a:lnTo>
                <a:lnTo>
                  <a:pt x="2181" y="74141"/>
                </a:lnTo>
                <a:lnTo>
                  <a:pt x="2181" y="74663"/>
                </a:lnTo>
                <a:lnTo>
                  <a:pt x="2245" y="75214"/>
                </a:lnTo>
                <a:lnTo>
                  <a:pt x="2245" y="75736"/>
                </a:lnTo>
                <a:lnTo>
                  <a:pt x="2245" y="76200"/>
                </a:lnTo>
                <a:lnTo>
                  <a:pt x="2245" y="76722"/>
                </a:lnTo>
                <a:lnTo>
                  <a:pt x="2341" y="77273"/>
                </a:lnTo>
                <a:lnTo>
                  <a:pt x="2341" y="77795"/>
                </a:lnTo>
                <a:lnTo>
                  <a:pt x="2341" y="78316"/>
                </a:lnTo>
                <a:lnTo>
                  <a:pt x="2341" y="78867"/>
                </a:lnTo>
                <a:lnTo>
                  <a:pt x="2341" y="79389"/>
                </a:lnTo>
                <a:lnTo>
                  <a:pt x="2406" y="79853"/>
                </a:lnTo>
                <a:lnTo>
                  <a:pt x="2406" y="80375"/>
                </a:lnTo>
                <a:lnTo>
                  <a:pt x="2406" y="80926"/>
                </a:lnTo>
                <a:lnTo>
                  <a:pt x="2406" y="81448"/>
                </a:lnTo>
                <a:lnTo>
                  <a:pt x="2470" y="81970"/>
                </a:lnTo>
                <a:lnTo>
                  <a:pt x="2470" y="82521"/>
                </a:lnTo>
                <a:lnTo>
                  <a:pt x="2470" y="82985"/>
                </a:lnTo>
                <a:lnTo>
                  <a:pt x="2470" y="83507"/>
                </a:lnTo>
                <a:lnTo>
                  <a:pt x="2470" y="84058"/>
                </a:lnTo>
                <a:lnTo>
                  <a:pt x="2566" y="84580"/>
                </a:lnTo>
                <a:lnTo>
                  <a:pt x="2566" y="85101"/>
                </a:lnTo>
                <a:lnTo>
                  <a:pt x="2566" y="85565"/>
                </a:lnTo>
                <a:lnTo>
                  <a:pt x="2566" y="86116"/>
                </a:lnTo>
                <a:lnTo>
                  <a:pt x="2630" y="86638"/>
                </a:lnTo>
                <a:lnTo>
                  <a:pt x="2630" y="87160"/>
                </a:lnTo>
                <a:lnTo>
                  <a:pt x="2630" y="87624"/>
                </a:lnTo>
                <a:lnTo>
                  <a:pt x="2630" y="88175"/>
                </a:lnTo>
                <a:lnTo>
                  <a:pt x="2630" y="88697"/>
                </a:lnTo>
                <a:lnTo>
                  <a:pt x="2694" y="89219"/>
                </a:lnTo>
                <a:lnTo>
                  <a:pt x="2694" y="89770"/>
                </a:lnTo>
                <a:lnTo>
                  <a:pt x="2694" y="90234"/>
                </a:lnTo>
                <a:lnTo>
                  <a:pt x="2694" y="90756"/>
                </a:lnTo>
                <a:lnTo>
                  <a:pt x="2758" y="91306"/>
                </a:lnTo>
                <a:lnTo>
                  <a:pt x="2758" y="91770"/>
                </a:lnTo>
                <a:lnTo>
                  <a:pt x="2758" y="92292"/>
                </a:lnTo>
                <a:lnTo>
                  <a:pt x="2758" y="92814"/>
                </a:lnTo>
                <a:lnTo>
                  <a:pt x="2758" y="93365"/>
                </a:lnTo>
                <a:lnTo>
                  <a:pt x="2855" y="93829"/>
                </a:lnTo>
                <a:lnTo>
                  <a:pt x="2855" y="94351"/>
                </a:lnTo>
                <a:lnTo>
                  <a:pt x="2855" y="94873"/>
                </a:lnTo>
                <a:lnTo>
                  <a:pt x="2855" y="95337"/>
                </a:lnTo>
                <a:lnTo>
                  <a:pt x="2919" y="95888"/>
                </a:lnTo>
                <a:lnTo>
                  <a:pt x="2919" y="96410"/>
                </a:lnTo>
                <a:lnTo>
                  <a:pt x="2919" y="96874"/>
                </a:lnTo>
                <a:lnTo>
                  <a:pt x="2919" y="97425"/>
                </a:lnTo>
                <a:lnTo>
                  <a:pt x="2919" y="97946"/>
                </a:lnTo>
                <a:lnTo>
                  <a:pt x="2983" y="98410"/>
                </a:lnTo>
                <a:lnTo>
                  <a:pt x="2983" y="98932"/>
                </a:lnTo>
                <a:lnTo>
                  <a:pt x="2983" y="99483"/>
                </a:lnTo>
                <a:lnTo>
                  <a:pt x="2983" y="99947"/>
                </a:lnTo>
                <a:lnTo>
                  <a:pt x="2983" y="100469"/>
                </a:lnTo>
                <a:lnTo>
                  <a:pt x="3079" y="100991"/>
                </a:lnTo>
                <a:lnTo>
                  <a:pt x="3079" y="101455"/>
                </a:lnTo>
                <a:lnTo>
                  <a:pt x="3079" y="102006"/>
                </a:lnTo>
                <a:lnTo>
                  <a:pt x="3079" y="102528"/>
                </a:lnTo>
                <a:lnTo>
                  <a:pt x="3143" y="102992"/>
                </a:lnTo>
                <a:lnTo>
                  <a:pt x="3143" y="103543"/>
                </a:lnTo>
                <a:lnTo>
                  <a:pt x="3143" y="104007"/>
                </a:lnTo>
                <a:lnTo>
                  <a:pt x="3143" y="104528"/>
                </a:lnTo>
                <a:lnTo>
                  <a:pt x="3143" y="105050"/>
                </a:lnTo>
                <a:lnTo>
                  <a:pt x="3208" y="105514"/>
                </a:lnTo>
                <a:lnTo>
                  <a:pt x="3208" y="10606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4374239" y="3603373"/>
            <a:ext cx="3208" cy="91567"/>
          </a:xfrm>
          <a:custGeom>
            <a:avLst/>
            <a:gdLst/>
            <a:ahLst/>
            <a:cxnLst/>
            <a:rect l="l" t="t" r="r" b="b"/>
            <a:pathLst>
              <a:path w="3208" h="91567">
                <a:moveTo>
                  <a:pt x="0" y="0"/>
                </a:moveTo>
                <a:lnTo>
                  <a:pt x="0" y="463"/>
                </a:lnTo>
                <a:lnTo>
                  <a:pt x="0" y="985"/>
                </a:lnTo>
                <a:lnTo>
                  <a:pt x="64" y="1449"/>
                </a:lnTo>
                <a:lnTo>
                  <a:pt x="64" y="1971"/>
                </a:lnTo>
                <a:lnTo>
                  <a:pt x="64" y="2464"/>
                </a:lnTo>
                <a:lnTo>
                  <a:pt x="64" y="2986"/>
                </a:lnTo>
                <a:lnTo>
                  <a:pt x="64" y="3508"/>
                </a:lnTo>
                <a:lnTo>
                  <a:pt x="160" y="3972"/>
                </a:lnTo>
                <a:lnTo>
                  <a:pt x="160" y="4523"/>
                </a:lnTo>
                <a:lnTo>
                  <a:pt x="160" y="4987"/>
                </a:lnTo>
                <a:lnTo>
                  <a:pt x="160" y="5509"/>
                </a:lnTo>
                <a:lnTo>
                  <a:pt x="224" y="5973"/>
                </a:lnTo>
                <a:lnTo>
                  <a:pt x="224" y="6495"/>
                </a:lnTo>
                <a:lnTo>
                  <a:pt x="224" y="6958"/>
                </a:lnTo>
                <a:lnTo>
                  <a:pt x="224" y="7509"/>
                </a:lnTo>
                <a:lnTo>
                  <a:pt x="224" y="7973"/>
                </a:lnTo>
                <a:lnTo>
                  <a:pt x="288" y="8495"/>
                </a:lnTo>
                <a:lnTo>
                  <a:pt x="288" y="8959"/>
                </a:lnTo>
                <a:lnTo>
                  <a:pt x="288" y="9510"/>
                </a:lnTo>
                <a:lnTo>
                  <a:pt x="288" y="9974"/>
                </a:lnTo>
                <a:lnTo>
                  <a:pt x="352" y="10438"/>
                </a:lnTo>
                <a:lnTo>
                  <a:pt x="352" y="10960"/>
                </a:lnTo>
                <a:lnTo>
                  <a:pt x="352" y="11424"/>
                </a:lnTo>
                <a:lnTo>
                  <a:pt x="352" y="11946"/>
                </a:lnTo>
                <a:lnTo>
                  <a:pt x="352" y="12439"/>
                </a:lnTo>
                <a:lnTo>
                  <a:pt x="449" y="12961"/>
                </a:lnTo>
                <a:lnTo>
                  <a:pt x="449" y="13424"/>
                </a:lnTo>
                <a:lnTo>
                  <a:pt x="449" y="13946"/>
                </a:lnTo>
                <a:lnTo>
                  <a:pt x="449" y="14410"/>
                </a:lnTo>
                <a:lnTo>
                  <a:pt x="513" y="14874"/>
                </a:lnTo>
                <a:lnTo>
                  <a:pt x="513" y="15425"/>
                </a:lnTo>
                <a:lnTo>
                  <a:pt x="513" y="15889"/>
                </a:lnTo>
                <a:lnTo>
                  <a:pt x="513" y="16411"/>
                </a:lnTo>
                <a:lnTo>
                  <a:pt x="513" y="16875"/>
                </a:lnTo>
                <a:lnTo>
                  <a:pt x="577" y="17339"/>
                </a:lnTo>
                <a:lnTo>
                  <a:pt x="577" y="17890"/>
                </a:lnTo>
                <a:lnTo>
                  <a:pt x="577" y="18354"/>
                </a:lnTo>
                <a:lnTo>
                  <a:pt x="577" y="18818"/>
                </a:lnTo>
                <a:lnTo>
                  <a:pt x="577" y="19340"/>
                </a:lnTo>
                <a:lnTo>
                  <a:pt x="673" y="19803"/>
                </a:lnTo>
                <a:lnTo>
                  <a:pt x="673" y="20267"/>
                </a:lnTo>
                <a:lnTo>
                  <a:pt x="673" y="20789"/>
                </a:lnTo>
                <a:lnTo>
                  <a:pt x="673" y="21282"/>
                </a:lnTo>
                <a:lnTo>
                  <a:pt x="737" y="21746"/>
                </a:lnTo>
                <a:lnTo>
                  <a:pt x="737" y="22268"/>
                </a:lnTo>
                <a:lnTo>
                  <a:pt x="737" y="22732"/>
                </a:lnTo>
                <a:lnTo>
                  <a:pt x="737" y="23196"/>
                </a:lnTo>
                <a:lnTo>
                  <a:pt x="737" y="23718"/>
                </a:lnTo>
                <a:lnTo>
                  <a:pt x="802" y="24182"/>
                </a:lnTo>
                <a:lnTo>
                  <a:pt x="802" y="24646"/>
                </a:lnTo>
                <a:lnTo>
                  <a:pt x="802" y="25139"/>
                </a:lnTo>
                <a:lnTo>
                  <a:pt x="802" y="25661"/>
                </a:lnTo>
                <a:lnTo>
                  <a:pt x="866" y="26124"/>
                </a:lnTo>
                <a:lnTo>
                  <a:pt x="866" y="26588"/>
                </a:lnTo>
                <a:lnTo>
                  <a:pt x="866" y="27052"/>
                </a:lnTo>
                <a:lnTo>
                  <a:pt x="866" y="27574"/>
                </a:lnTo>
                <a:lnTo>
                  <a:pt x="866" y="28038"/>
                </a:lnTo>
                <a:lnTo>
                  <a:pt x="962" y="28531"/>
                </a:lnTo>
                <a:lnTo>
                  <a:pt x="962" y="28995"/>
                </a:lnTo>
                <a:lnTo>
                  <a:pt x="962" y="29517"/>
                </a:lnTo>
                <a:lnTo>
                  <a:pt x="962" y="29981"/>
                </a:lnTo>
                <a:lnTo>
                  <a:pt x="1026" y="30445"/>
                </a:lnTo>
                <a:lnTo>
                  <a:pt x="1026" y="30909"/>
                </a:lnTo>
                <a:lnTo>
                  <a:pt x="1026" y="31373"/>
                </a:lnTo>
                <a:lnTo>
                  <a:pt x="1026" y="31895"/>
                </a:lnTo>
                <a:lnTo>
                  <a:pt x="1026" y="32388"/>
                </a:lnTo>
                <a:lnTo>
                  <a:pt x="1090" y="32851"/>
                </a:lnTo>
                <a:lnTo>
                  <a:pt x="1090" y="33315"/>
                </a:lnTo>
                <a:lnTo>
                  <a:pt x="1090" y="33779"/>
                </a:lnTo>
                <a:lnTo>
                  <a:pt x="1090" y="34243"/>
                </a:lnTo>
                <a:lnTo>
                  <a:pt x="1186" y="34765"/>
                </a:lnTo>
                <a:lnTo>
                  <a:pt x="1186" y="35229"/>
                </a:lnTo>
                <a:lnTo>
                  <a:pt x="1186" y="35693"/>
                </a:lnTo>
                <a:lnTo>
                  <a:pt x="1186" y="36157"/>
                </a:lnTo>
                <a:lnTo>
                  <a:pt x="1186" y="36621"/>
                </a:lnTo>
                <a:lnTo>
                  <a:pt x="1251" y="37085"/>
                </a:lnTo>
                <a:lnTo>
                  <a:pt x="1251" y="37549"/>
                </a:lnTo>
                <a:lnTo>
                  <a:pt x="1251" y="38013"/>
                </a:lnTo>
                <a:lnTo>
                  <a:pt x="1251" y="38506"/>
                </a:lnTo>
                <a:lnTo>
                  <a:pt x="1315" y="39028"/>
                </a:lnTo>
                <a:lnTo>
                  <a:pt x="1315" y="39491"/>
                </a:lnTo>
                <a:lnTo>
                  <a:pt x="1315" y="39955"/>
                </a:lnTo>
                <a:lnTo>
                  <a:pt x="1315" y="40419"/>
                </a:lnTo>
                <a:lnTo>
                  <a:pt x="1315" y="40883"/>
                </a:lnTo>
                <a:lnTo>
                  <a:pt x="1379" y="41347"/>
                </a:lnTo>
                <a:lnTo>
                  <a:pt x="1379" y="41811"/>
                </a:lnTo>
                <a:lnTo>
                  <a:pt x="1379" y="42275"/>
                </a:lnTo>
                <a:lnTo>
                  <a:pt x="1379" y="42739"/>
                </a:lnTo>
                <a:lnTo>
                  <a:pt x="1379" y="43203"/>
                </a:lnTo>
                <a:lnTo>
                  <a:pt x="1475" y="43667"/>
                </a:lnTo>
                <a:lnTo>
                  <a:pt x="1475" y="44131"/>
                </a:lnTo>
                <a:lnTo>
                  <a:pt x="1475" y="44595"/>
                </a:lnTo>
                <a:lnTo>
                  <a:pt x="1475" y="45088"/>
                </a:lnTo>
                <a:lnTo>
                  <a:pt x="1539" y="45552"/>
                </a:lnTo>
                <a:lnTo>
                  <a:pt x="1539" y="46015"/>
                </a:lnTo>
                <a:lnTo>
                  <a:pt x="1539" y="46479"/>
                </a:lnTo>
                <a:lnTo>
                  <a:pt x="1539" y="46943"/>
                </a:lnTo>
                <a:lnTo>
                  <a:pt x="1539" y="47407"/>
                </a:lnTo>
                <a:lnTo>
                  <a:pt x="1604" y="47871"/>
                </a:lnTo>
                <a:lnTo>
                  <a:pt x="1604" y="48335"/>
                </a:lnTo>
                <a:lnTo>
                  <a:pt x="1604" y="48799"/>
                </a:lnTo>
                <a:lnTo>
                  <a:pt x="1604" y="49263"/>
                </a:lnTo>
                <a:lnTo>
                  <a:pt x="1668" y="49727"/>
                </a:lnTo>
                <a:lnTo>
                  <a:pt x="1668" y="50133"/>
                </a:lnTo>
                <a:lnTo>
                  <a:pt x="1668" y="50597"/>
                </a:lnTo>
                <a:lnTo>
                  <a:pt x="1668" y="51061"/>
                </a:lnTo>
                <a:lnTo>
                  <a:pt x="1668" y="51525"/>
                </a:lnTo>
                <a:lnTo>
                  <a:pt x="1764" y="51989"/>
                </a:lnTo>
                <a:lnTo>
                  <a:pt x="1764" y="52452"/>
                </a:lnTo>
                <a:lnTo>
                  <a:pt x="1764" y="52916"/>
                </a:lnTo>
                <a:lnTo>
                  <a:pt x="1764" y="53380"/>
                </a:lnTo>
                <a:lnTo>
                  <a:pt x="1828" y="53844"/>
                </a:lnTo>
                <a:lnTo>
                  <a:pt x="1828" y="54250"/>
                </a:lnTo>
                <a:lnTo>
                  <a:pt x="1828" y="54714"/>
                </a:lnTo>
                <a:lnTo>
                  <a:pt x="1828" y="55178"/>
                </a:lnTo>
                <a:lnTo>
                  <a:pt x="1828" y="55642"/>
                </a:lnTo>
                <a:lnTo>
                  <a:pt x="1892" y="56106"/>
                </a:lnTo>
                <a:lnTo>
                  <a:pt x="1892" y="56570"/>
                </a:lnTo>
                <a:lnTo>
                  <a:pt x="1892" y="56976"/>
                </a:lnTo>
                <a:lnTo>
                  <a:pt x="1892" y="57440"/>
                </a:lnTo>
                <a:lnTo>
                  <a:pt x="1988" y="57904"/>
                </a:lnTo>
                <a:lnTo>
                  <a:pt x="1988" y="58368"/>
                </a:lnTo>
                <a:lnTo>
                  <a:pt x="1988" y="58831"/>
                </a:lnTo>
                <a:lnTo>
                  <a:pt x="1988" y="59237"/>
                </a:lnTo>
                <a:lnTo>
                  <a:pt x="1988" y="59701"/>
                </a:lnTo>
                <a:lnTo>
                  <a:pt x="2053" y="60165"/>
                </a:lnTo>
                <a:lnTo>
                  <a:pt x="2053" y="60629"/>
                </a:lnTo>
                <a:lnTo>
                  <a:pt x="2053" y="61035"/>
                </a:lnTo>
                <a:lnTo>
                  <a:pt x="2053" y="61499"/>
                </a:lnTo>
                <a:lnTo>
                  <a:pt x="2117" y="61963"/>
                </a:lnTo>
                <a:lnTo>
                  <a:pt x="2117" y="62369"/>
                </a:lnTo>
                <a:lnTo>
                  <a:pt x="2117" y="62833"/>
                </a:lnTo>
                <a:lnTo>
                  <a:pt x="2117" y="63297"/>
                </a:lnTo>
                <a:lnTo>
                  <a:pt x="2117" y="63761"/>
                </a:lnTo>
                <a:lnTo>
                  <a:pt x="2181" y="64167"/>
                </a:lnTo>
                <a:lnTo>
                  <a:pt x="2181" y="64631"/>
                </a:lnTo>
                <a:lnTo>
                  <a:pt x="2181" y="65095"/>
                </a:lnTo>
                <a:lnTo>
                  <a:pt x="2181" y="65500"/>
                </a:lnTo>
                <a:lnTo>
                  <a:pt x="2181" y="65964"/>
                </a:lnTo>
                <a:lnTo>
                  <a:pt x="2277" y="66428"/>
                </a:lnTo>
                <a:lnTo>
                  <a:pt x="2277" y="66805"/>
                </a:lnTo>
                <a:lnTo>
                  <a:pt x="2277" y="67298"/>
                </a:lnTo>
                <a:lnTo>
                  <a:pt x="2277" y="67675"/>
                </a:lnTo>
                <a:lnTo>
                  <a:pt x="2341" y="68139"/>
                </a:lnTo>
                <a:lnTo>
                  <a:pt x="2341" y="68603"/>
                </a:lnTo>
                <a:lnTo>
                  <a:pt x="2341" y="69009"/>
                </a:lnTo>
                <a:lnTo>
                  <a:pt x="2341" y="69473"/>
                </a:lnTo>
                <a:lnTo>
                  <a:pt x="2341" y="69879"/>
                </a:lnTo>
                <a:lnTo>
                  <a:pt x="2406" y="70343"/>
                </a:lnTo>
                <a:lnTo>
                  <a:pt x="2406" y="70807"/>
                </a:lnTo>
                <a:lnTo>
                  <a:pt x="2406" y="71213"/>
                </a:lnTo>
                <a:lnTo>
                  <a:pt x="2406" y="71677"/>
                </a:lnTo>
                <a:lnTo>
                  <a:pt x="2470" y="72082"/>
                </a:lnTo>
                <a:lnTo>
                  <a:pt x="2470" y="72546"/>
                </a:lnTo>
                <a:lnTo>
                  <a:pt x="2470" y="72923"/>
                </a:lnTo>
                <a:lnTo>
                  <a:pt x="2470" y="73416"/>
                </a:lnTo>
                <a:lnTo>
                  <a:pt x="2470" y="73793"/>
                </a:lnTo>
                <a:lnTo>
                  <a:pt x="2566" y="74257"/>
                </a:lnTo>
                <a:lnTo>
                  <a:pt x="2566" y="74663"/>
                </a:lnTo>
                <a:lnTo>
                  <a:pt x="2566" y="75127"/>
                </a:lnTo>
                <a:lnTo>
                  <a:pt x="2566" y="75533"/>
                </a:lnTo>
                <a:lnTo>
                  <a:pt x="2630" y="75997"/>
                </a:lnTo>
                <a:lnTo>
                  <a:pt x="2630" y="76403"/>
                </a:lnTo>
                <a:lnTo>
                  <a:pt x="2630" y="76867"/>
                </a:lnTo>
                <a:lnTo>
                  <a:pt x="2630" y="77273"/>
                </a:lnTo>
                <a:lnTo>
                  <a:pt x="2630" y="77737"/>
                </a:lnTo>
                <a:lnTo>
                  <a:pt x="2694" y="78114"/>
                </a:lnTo>
                <a:lnTo>
                  <a:pt x="2694" y="78577"/>
                </a:lnTo>
                <a:lnTo>
                  <a:pt x="2694" y="78983"/>
                </a:lnTo>
                <a:lnTo>
                  <a:pt x="2694" y="79389"/>
                </a:lnTo>
                <a:lnTo>
                  <a:pt x="2790" y="79853"/>
                </a:lnTo>
                <a:lnTo>
                  <a:pt x="2790" y="80259"/>
                </a:lnTo>
                <a:lnTo>
                  <a:pt x="2790" y="80723"/>
                </a:lnTo>
                <a:lnTo>
                  <a:pt x="2790" y="81129"/>
                </a:lnTo>
                <a:lnTo>
                  <a:pt x="2790" y="81506"/>
                </a:lnTo>
                <a:lnTo>
                  <a:pt x="2855" y="81970"/>
                </a:lnTo>
                <a:lnTo>
                  <a:pt x="2855" y="82376"/>
                </a:lnTo>
                <a:lnTo>
                  <a:pt x="2855" y="82782"/>
                </a:lnTo>
                <a:lnTo>
                  <a:pt x="2855" y="83246"/>
                </a:lnTo>
                <a:lnTo>
                  <a:pt x="2919" y="83652"/>
                </a:lnTo>
                <a:lnTo>
                  <a:pt x="2919" y="84029"/>
                </a:lnTo>
                <a:lnTo>
                  <a:pt x="2919" y="84493"/>
                </a:lnTo>
                <a:lnTo>
                  <a:pt x="2919" y="84898"/>
                </a:lnTo>
                <a:lnTo>
                  <a:pt x="2919" y="85304"/>
                </a:lnTo>
                <a:lnTo>
                  <a:pt x="2983" y="85768"/>
                </a:lnTo>
                <a:lnTo>
                  <a:pt x="2983" y="86174"/>
                </a:lnTo>
                <a:lnTo>
                  <a:pt x="2983" y="86580"/>
                </a:lnTo>
                <a:lnTo>
                  <a:pt x="2983" y="86957"/>
                </a:lnTo>
                <a:lnTo>
                  <a:pt x="2983" y="87421"/>
                </a:lnTo>
                <a:lnTo>
                  <a:pt x="3079" y="87827"/>
                </a:lnTo>
                <a:lnTo>
                  <a:pt x="3079" y="88233"/>
                </a:lnTo>
                <a:lnTo>
                  <a:pt x="3079" y="88639"/>
                </a:lnTo>
                <a:lnTo>
                  <a:pt x="3079" y="89103"/>
                </a:lnTo>
                <a:lnTo>
                  <a:pt x="3143" y="89480"/>
                </a:lnTo>
                <a:lnTo>
                  <a:pt x="3143" y="89886"/>
                </a:lnTo>
                <a:lnTo>
                  <a:pt x="3143" y="90292"/>
                </a:lnTo>
                <a:lnTo>
                  <a:pt x="3143" y="90698"/>
                </a:lnTo>
                <a:lnTo>
                  <a:pt x="3143" y="91162"/>
                </a:lnTo>
                <a:lnTo>
                  <a:pt x="3208" y="9156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377447" y="3694941"/>
            <a:ext cx="3143" cy="69473"/>
          </a:xfrm>
          <a:custGeom>
            <a:avLst/>
            <a:gdLst/>
            <a:ahLst/>
            <a:cxnLst/>
            <a:rect l="l" t="t" r="r" b="b"/>
            <a:pathLst>
              <a:path w="3143" h="69473">
                <a:moveTo>
                  <a:pt x="0" y="0"/>
                </a:moveTo>
                <a:lnTo>
                  <a:pt x="0" y="376"/>
                </a:lnTo>
                <a:lnTo>
                  <a:pt x="0" y="782"/>
                </a:lnTo>
                <a:lnTo>
                  <a:pt x="0" y="1188"/>
                </a:lnTo>
                <a:lnTo>
                  <a:pt x="96" y="1594"/>
                </a:lnTo>
                <a:lnTo>
                  <a:pt x="96" y="2058"/>
                </a:lnTo>
                <a:lnTo>
                  <a:pt x="96" y="2435"/>
                </a:lnTo>
                <a:lnTo>
                  <a:pt x="96" y="2841"/>
                </a:lnTo>
                <a:lnTo>
                  <a:pt x="96" y="3247"/>
                </a:lnTo>
                <a:lnTo>
                  <a:pt x="160" y="3653"/>
                </a:lnTo>
                <a:lnTo>
                  <a:pt x="160" y="4030"/>
                </a:lnTo>
                <a:lnTo>
                  <a:pt x="160" y="4436"/>
                </a:lnTo>
                <a:lnTo>
                  <a:pt x="160" y="4842"/>
                </a:lnTo>
                <a:lnTo>
                  <a:pt x="224" y="5248"/>
                </a:lnTo>
                <a:lnTo>
                  <a:pt x="224" y="5654"/>
                </a:lnTo>
                <a:lnTo>
                  <a:pt x="224" y="6031"/>
                </a:lnTo>
                <a:lnTo>
                  <a:pt x="224" y="6437"/>
                </a:lnTo>
                <a:lnTo>
                  <a:pt x="224" y="6842"/>
                </a:lnTo>
                <a:lnTo>
                  <a:pt x="288" y="7306"/>
                </a:lnTo>
                <a:lnTo>
                  <a:pt x="288" y="7712"/>
                </a:lnTo>
                <a:lnTo>
                  <a:pt x="288" y="8089"/>
                </a:lnTo>
                <a:lnTo>
                  <a:pt x="288" y="8495"/>
                </a:lnTo>
                <a:lnTo>
                  <a:pt x="384" y="8843"/>
                </a:lnTo>
                <a:lnTo>
                  <a:pt x="384" y="9220"/>
                </a:lnTo>
                <a:lnTo>
                  <a:pt x="384" y="9626"/>
                </a:lnTo>
                <a:lnTo>
                  <a:pt x="384" y="10032"/>
                </a:lnTo>
                <a:lnTo>
                  <a:pt x="384" y="10438"/>
                </a:lnTo>
                <a:lnTo>
                  <a:pt x="449" y="10815"/>
                </a:lnTo>
                <a:lnTo>
                  <a:pt x="449" y="11221"/>
                </a:lnTo>
                <a:lnTo>
                  <a:pt x="449" y="11627"/>
                </a:lnTo>
                <a:lnTo>
                  <a:pt x="449" y="12033"/>
                </a:lnTo>
                <a:lnTo>
                  <a:pt x="513" y="12410"/>
                </a:lnTo>
                <a:lnTo>
                  <a:pt x="513" y="12816"/>
                </a:lnTo>
                <a:lnTo>
                  <a:pt x="513" y="13221"/>
                </a:lnTo>
                <a:lnTo>
                  <a:pt x="513" y="13627"/>
                </a:lnTo>
                <a:lnTo>
                  <a:pt x="513" y="14004"/>
                </a:lnTo>
                <a:lnTo>
                  <a:pt x="577" y="14352"/>
                </a:lnTo>
                <a:lnTo>
                  <a:pt x="577" y="14758"/>
                </a:lnTo>
                <a:lnTo>
                  <a:pt x="577" y="15135"/>
                </a:lnTo>
                <a:lnTo>
                  <a:pt x="577" y="15541"/>
                </a:lnTo>
                <a:lnTo>
                  <a:pt x="577" y="15947"/>
                </a:lnTo>
                <a:lnTo>
                  <a:pt x="673" y="16353"/>
                </a:lnTo>
                <a:lnTo>
                  <a:pt x="673" y="16672"/>
                </a:lnTo>
                <a:lnTo>
                  <a:pt x="673" y="17078"/>
                </a:lnTo>
                <a:lnTo>
                  <a:pt x="673" y="17484"/>
                </a:lnTo>
                <a:lnTo>
                  <a:pt x="737" y="17861"/>
                </a:lnTo>
                <a:lnTo>
                  <a:pt x="737" y="18209"/>
                </a:lnTo>
                <a:lnTo>
                  <a:pt x="737" y="18615"/>
                </a:lnTo>
                <a:lnTo>
                  <a:pt x="737" y="18992"/>
                </a:lnTo>
                <a:lnTo>
                  <a:pt x="737" y="19398"/>
                </a:lnTo>
                <a:lnTo>
                  <a:pt x="802" y="19745"/>
                </a:lnTo>
                <a:lnTo>
                  <a:pt x="802" y="20122"/>
                </a:lnTo>
                <a:lnTo>
                  <a:pt x="802" y="20528"/>
                </a:lnTo>
                <a:lnTo>
                  <a:pt x="802" y="20934"/>
                </a:lnTo>
                <a:lnTo>
                  <a:pt x="898" y="21253"/>
                </a:lnTo>
                <a:lnTo>
                  <a:pt x="898" y="21659"/>
                </a:lnTo>
                <a:lnTo>
                  <a:pt x="898" y="22065"/>
                </a:lnTo>
                <a:lnTo>
                  <a:pt x="898" y="22384"/>
                </a:lnTo>
                <a:lnTo>
                  <a:pt x="898" y="22790"/>
                </a:lnTo>
                <a:lnTo>
                  <a:pt x="962" y="23196"/>
                </a:lnTo>
                <a:lnTo>
                  <a:pt x="962" y="23515"/>
                </a:lnTo>
                <a:lnTo>
                  <a:pt x="962" y="23921"/>
                </a:lnTo>
                <a:lnTo>
                  <a:pt x="962" y="24327"/>
                </a:lnTo>
                <a:lnTo>
                  <a:pt x="1026" y="24646"/>
                </a:lnTo>
                <a:lnTo>
                  <a:pt x="1026" y="25052"/>
                </a:lnTo>
                <a:lnTo>
                  <a:pt x="1026" y="25400"/>
                </a:lnTo>
                <a:lnTo>
                  <a:pt x="1026" y="25777"/>
                </a:lnTo>
                <a:lnTo>
                  <a:pt x="1026" y="26182"/>
                </a:lnTo>
                <a:lnTo>
                  <a:pt x="1090" y="26530"/>
                </a:lnTo>
                <a:lnTo>
                  <a:pt x="1090" y="26907"/>
                </a:lnTo>
                <a:lnTo>
                  <a:pt x="1090" y="27255"/>
                </a:lnTo>
                <a:lnTo>
                  <a:pt x="1090" y="27661"/>
                </a:lnTo>
                <a:lnTo>
                  <a:pt x="1186" y="27980"/>
                </a:lnTo>
                <a:lnTo>
                  <a:pt x="1186" y="28386"/>
                </a:lnTo>
                <a:lnTo>
                  <a:pt x="1186" y="28705"/>
                </a:lnTo>
                <a:lnTo>
                  <a:pt x="1186" y="29111"/>
                </a:lnTo>
                <a:lnTo>
                  <a:pt x="1186" y="29459"/>
                </a:lnTo>
                <a:lnTo>
                  <a:pt x="1251" y="29836"/>
                </a:lnTo>
                <a:lnTo>
                  <a:pt x="1251" y="30184"/>
                </a:lnTo>
                <a:lnTo>
                  <a:pt x="1251" y="30590"/>
                </a:lnTo>
                <a:lnTo>
                  <a:pt x="1251" y="30909"/>
                </a:lnTo>
                <a:lnTo>
                  <a:pt x="1315" y="31315"/>
                </a:lnTo>
                <a:lnTo>
                  <a:pt x="1315" y="31634"/>
                </a:lnTo>
                <a:lnTo>
                  <a:pt x="1315" y="32040"/>
                </a:lnTo>
                <a:lnTo>
                  <a:pt x="1315" y="32359"/>
                </a:lnTo>
                <a:lnTo>
                  <a:pt x="1315" y="32706"/>
                </a:lnTo>
                <a:lnTo>
                  <a:pt x="1411" y="33112"/>
                </a:lnTo>
                <a:lnTo>
                  <a:pt x="1411" y="33431"/>
                </a:lnTo>
                <a:lnTo>
                  <a:pt x="1411" y="33837"/>
                </a:lnTo>
                <a:lnTo>
                  <a:pt x="1411" y="34156"/>
                </a:lnTo>
                <a:lnTo>
                  <a:pt x="1411" y="34504"/>
                </a:lnTo>
                <a:lnTo>
                  <a:pt x="1475" y="34910"/>
                </a:lnTo>
                <a:lnTo>
                  <a:pt x="1475" y="35229"/>
                </a:lnTo>
                <a:lnTo>
                  <a:pt x="1475" y="35577"/>
                </a:lnTo>
                <a:lnTo>
                  <a:pt x="1475" y="35954"/>
                </a:lnTo>
                <a:lnTo>
                  <a:pt x="1539" y="36302"/>
                </a:lnTo>
                <a:lnTo>
                  <a:pt x="1539" y="36621"/>
                </a:lnTo>
                <a:lnTo>
                  <a:pt x="1539" y="37027"/>
                </a:lnTo>
                <a:lnTo>
                  <a:pt x="1539" y="37346"/>
                </a:lnTo>
                <a:lnTo>
                  <a:pt x="1539" y="37694"/>
                </a:lnTo>
                <a:lnTo>
                  <a:pt x="1604" y="38100"/>
                </a:lnTo>
                <a:lnTo>
                  <a:pt x="1604" y="38419"/>
                </a:lnTo>
                <a:lnTo>
                  <a:pt x="1604" y="38767"/>
                </a:lnTo>
                <a:lnTo>
                  <a:pt x="1604" y="39086"/>
                </a:lnTo>
                <a:lnTo>
                  <a:pt x="1700" y="39491"/>
                </a:lnTo>
                <a:lnTo>
                  <a:pt x="1700" y="39810"/>
                </a:lnTo>
                <a:lnTo>
                  <a:pt x="1700" y="40158"/>
                </a:lnTo>
                <a:lnTo>
                  <a:pt x="1700" y="40477"/>
                </a:lnTo>
                <a:lnTo>
                  <a:pt x="1700" y="40825"/>
                </a:lnTo>
                <a:lnTo>
                  <a:pt x="1764" y="41202"/>
                </a:lnTo>
                <a:lnTo>
                  <a:pt x="1764" y="41550"/>
                </a:lnTo>
                <a:lnTo>
                  <a:pt x="1764" y="41869"/>
                </a:lnTo>
                <a:lnTo>
                  <a:pt x="1764" y="42217"/>
                </a:lnTo>
                <a:lnTo>
                  <a:pt x="1828" y="42536"/>
                </a:lnTo>
                <a:lnTo>
                  <a:pt x="1828" y="42884"/>
                </a:lnTo>
                <a:lnTo>
                  <a:pt x="1828" y="43203"/>
                </a:lnTo>
                <a:lnTo>
                  <a:pt x="1828" y="43609"/>
                </a:lnTo>
                <a:lnTo>
                  <a:pt x="1828" y="43928"/>
                </a:lnTo>
                <a:lnTo>
                  <a:pt x="1892" y="44276"/>
                </a:lnTo>
                <a:lnTo>
                  <a:pt x="1892" y="44595"/>
                </a:lnTo>
                <a:lnTo>
                  <a:pt x="1892" y="44943"/>
                </a:lnTo>
                <a:lnTo>
                  <a:pt x="1892" y="45262"/>
                </a:lnTo>
                <a:lnTo>
                  <a:pt x="1988" y="45610"/>
                </a:lnTo>
                <a:lnTo>
                  <a:pt x="1988" y="45928"/>
                </a:lnTo>
                <a:lnTo>
                  <a:pt x="1988" y="46276"/>
                </a:lnTo>
                <a:lnTo>
                  <a:pt x="1988" y="46595"/>
                </a:lnTo>
                <a:lnTo>
                  <a:pt x="1988" y="46943"/>
                </a:lnTo>
                <a:lnTo>
                  <a:pt x="2053" y="47262"/>
                </a:lnTo>
                <a:lnTo>
                  <a:pt x="2053" y="47610"/>
                </a:lnTo>
                <a:lnTo>
                  <a:pt x="2053" y="47929"/>
                </a:lnTo>
                <a:lnTo>
                  <a:pt x="2053" y="48277"/>
                </a:lnTo>
                <a:lnTo>
                  <a:pt x="2117" y="48596"/>
                </a:lnTo>
                <a:lnTo>
                  <a:pt x="2117" y="48915"/>
                </a:lnTo>
                <a:lnTo>
                  <a:pt x="2117" y="49263"/>
                </a:lnTo>
                <a:lnTo>
                  <a:pt x="2117" y="49582"/>
                </a:lnTo>
                <a:lnTo>
                  <a:pt x="2117" y="49930"/>
                </a:lnTo>
                <a:lnTo>
                  <a:pt x="2213" y="50249"/>
                </a:lnTo>
                <a:lnTo>
                  <a:pt x="2213" y="50597"/>
                </a:lnTo>
                <a:lnTo>
                  <a:pt x="2213" y="50916"/>
                </a:lnTo>
                <a:lnTo>
                  <a:pt x="2213" y="51264"/>
                </a:lnTo>
                <a:lnTo>
                  <a:pt x="2213" y="51525"/>
                </a:lnTo>
                <a:lnTo>
                  <a:pt x="2277" y="51844"/>
                </a:lnTo>
                <a:lnTo>
                  <a:pt x="2277" y="52191"/>
                </a:lnTo>
                <a:lnTo>
                  <a:pt x="2277" y="52510"/>
                </a:lnTo>
                <a:lnTo>
                  <a:pt x="2277" y="52858"/>
                </a:lnTo>
                <a:lnTo>
                  <a:pt x="2341" y="53177"/>
                </a:lnTo>
                <a:lnTo>
                  <a:pt x="2341" y="53438"/>
                </a:lnTo>
                <a:lnTo>
                  <a:pt x="2341" y="53786"/>
                </a:lnTo>
                <a:lnTo>
                  <a:pt x="2341" y="54105"/>
                </a:lnTo>
                <a:lnTo>
                  <a:pt x="2341" y="54453"/>
                </a:lnTo>
                <a:lnTo>
                  <a:pt x="2406" y="54772"/>
                </a:lnTo>
                <a:lnTo>
                  <a:pt x="2406" y="55033"/>
                </a:lnTo>
                <a:lnTo>
                  <a:pt x="2406" y="55381"/>
                </a:lnTo>
                <a:lnTo>
                  <a:pt x="2406" y="55700"/>
                </a:lnTo>
                <a:lnTo>
                  <a:pt x="2502" y="56048"/>
                </a:lnTo>
                <a:lnTo>
                  <a:pt x="2502" y="56309"/>
                </a:lnTo>
                <a:lnTo>
                  <a:pt x="2502" y="56657"/>
                </a:lnTo>
                <a:lnTo>
                  <a:pt x="2502" y="56976"/>
                </a:lnTo>
                <a:lnTo>
                  <a:pt x="2502" y="57237"/>
                </a:lnTo>
                <a:lnTo>
                  <a:pt x="2566" y="57585"/>
                </a:lnTo>
                <a:lnTo>
                  <a:pt x="2566" y="57904"/>
                </a:lnTo>
                <a:lnTo>
                  <a:pt x="2566" y="58252"/>
                </a:lnTo>
                <a:lnTo>
                  <a:pt x="2566" y="58513"/>
                </a:lnTo>
                <a:lnTo>
                  <a:pt x="2630" y="58831"/>
                </a:lnTo>
                <a:lnTo>
                  <a:pt x="2630" y="59092"/>
                </a:lnTo>
                <a:lnTo>
                  <a:pt x="2630" y="59440"/>
                </a:lnTo>
                <a:lnTo>
                  <a:pt x="2630" y="59759"/>
                </a:lnTo>
                <a:lnTo>
                  <a:pt x="2630" y="60020"/>
                </a:lnTo>
                <a:lnTo>
                  <a:pt x="2694" y="60368"/>
                </a:lnTo>
                <a:lnTo>
                  <a:pt x="2694" y="60687"/>
                </a:lnTo>
                <a:lnTo>
                  <a:pt x="2694" y="60977"/>
                </a:lnTo>
                <a:lnTo>
                  <a:pt x="2694" y="61296"/>
                </a:lnTo>
                <a:lnTo>
                  <a:pt x="2790" y="61557"/>
                </a:lnTo>
                <a:lnTo>
                  <a:pt x="2790" y="61905"/>
                </a:lnTo>
                <a:lnTo>
                  <a:pt x="2790" y="62166"/>
                </a:lnTo>
                <a:lnTo>
                  <a:pt x="2790" y="62485"/>
                </a:lnTo>
                <a:lnTo>
                  <a:pt x="2790" y="62746"/>
                </a:lnTo>
                <a:lnTo>
                  <a:pt x="2855" y="63094"/>
                </a:lnTo>
                <a:lnTo>
                  <a:pt x="2855" y="63355"/>
                </a:lnTo>
                <a:lnTo>
                  <a:pt x="2855" y="63703"/>
                </a:lnTo>
                <a:lnTo>
                  <a:pt x="2855" y="63964"/>
                </a:lnTo>
                <a:lnTo>
                  <a:pt x="2919" y="64283"/>
                </a:lnTo>
                <a:lnTo>
                  <a:pt x="2919" y="64544"/>
                </a:lnTo>
                <a:lnTo>
                  <a:pt x="2919" y="64892"/>
                </a:lnTo>
                <a:lnTo>
                  <a:pt x="2919" y="65153"/>
                </a:lnTo>
                <a:lnTo>
                  <a:pt x="2919" y="65413"/>
                </a:lnTo>
                <a:lnTo>
                  <a:pt x="3015" y="65761"/>
                </a:lnTo>
                <a:lnTo>
                  <a:pt x="3015" y="66022"/>
                </a:lnTo>
                <a:lnTo>
                  <a:pt x="3015" y="66341"/>
                </a:lnTo>
                <a:lnTo>
                  <a:pt x="3015" y="66631"/>
                </a:lnTo>
                <a:lnTo>
                  <a:pt x="3015" y="66892"/>
                </a:lnTo>
                <a:lnTo>
                  <a:pt x="3079" y="67211"/>
                </a:lnTo>
                <a:lnTo>
                  <a:pt x="3079" y="67472"/>
                </a:lnTo>
                <a:lnTo>
                  <a:pt x="3079" y="67733"/>
                </a:lnTo>
                <a:lnTo>
                  <a:pt x="3079" y="68081"/>
                </a:lnTo>
                <a:lnTo>
                  <a:pt x="3143" y="68342"/>
                </a:lnTo>
                <a:lnTo>
                  <a:pt x="3143" y="68603"/>
                </a:lnTo>
                <a:lnTo>
                  <a:pt x="3143" y="68951"/>
                </a:lnTo>
                <a:lnTo>
                  <a:pt x="3143" y="69212"/>
                </a:lnTo>
                <a:lnTo>
                  <a:pt x="3143" y="6947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4380591" y="3764414"/>
            <a:ext cx="3208" cy="42162"/>
          </a:xfrm>
          <a:custGeom>
            <a:avLst/>
            <a:gdLst/>
            <a:ahLst/>
            <a:cxnLst/>
            <a:rect l="l" t="t" r="r" b="b"/>
            <a:pathLst>
              <a:path w="3208" h="42162">
                <a:moveTo>
                  <a:pt x="0" y="0"/>
                </a:moveTo>
                <a:lnTo>
                  <a:pt x="64" y="347"/>
                </a:lnTo>
                <a:lnTo>
                  <a:pt x="64" y="608"/>
                </a:lnTo>
                <a:lnTo>
                  <a:pt x="64" y="869"/>
                </a:lnTo>
                <a:lnTo>
                  <a:pt x="64" y="1130"/>
                </a:lnTo>
                <a:lnTo>
                  <a:pt x="160" y="1478"/>
                </a:lnTo>
                <a:lnTo>
                  <a:pt x="160" y="1739"/>
                </a:lnTo>
                <a:lnTo>
                  <a:pt x="160" y="2000"/>
                </a:lnTo>
                <a:lnTo>
                  <a:pt x="160" y="2261"/>
                </a:lnTo>
                <a:lnTo>
                  <a:pt x="160" y="2522"/>
                </a:lnTo>
                <a:lnTo>
                  <a:pt x="224" y="2783"/>
                </a:lnTo>
                <a:lnTo>
                  <a:pt x="224" y="3131"/>
                </a:lnTo>
                <a:lnTo>
                  <a:pt x="224" y="3392"/>
                </a:lnTo>
                <a:lnTo>
                  <a:pt x="224" y="3653"/>
                </a:lnTo>
                <a:lnTo>
                  <a:pt x="288" y="3914"/>
                </a:lnTo>
                <a:lnTo>
                  <a:pt x="288" y="4204"/>
                </a:lnTo>
                <a:lnTo>
                  <a:pt x="288" y="4465"/>
                </a:lnTo>
                <a:lnTo>
                  <a:pt x="288" y="4726"/>
                </a:lnTo>
                <a:lnTo>
                  <a:pt x="288" y="4987"/>
                </a:lnTo>
                <a:lnTo>
                  <a:pt x="384" y="5335"/>
                </a:lnTo>
                <a:lnTo>
                  <a:pt x="384" y="5596"/>
                </a:lnTo>
                <a:lnTo>
                  <a:pt x="384" y="5857"/>
                </a:lnTo>
                <a:lnTo>
                  <a:pt x="384" y="6118"/>
                </a:lnTo>
                <a:lnTo>
                  <a:pt x="449" y="6379"/>
                </a:lnTo>
                <a:lnTo>
                  <a:pt x="449" y="6639"/>
                </a:lnTo>
                <a:lnTo>
                  <a:pt x="449" y="6929"/>
                </a:lnTo>
                <a:lnTo>
                  <a:pt x="449" y="7190"/>
                </a:lnTo>
                <a:lnTo>
                  <a:pt x="449" y="7451"/>
                </a:lnTo>
                <a:lnTo>
                  <a:pt x="513" y="7712"/>
                </a:lnTo>
                <a:lnTo>
                  <a:pt x="513" y="7973"/>
                </a:lnTo>
                <a:lnTo>
                  <a:pt x="513" y="8234"/>
                </a:lnTo>
                <a:lnTo>
                  <a:pt x="513" y="8524"/>
                </a:lnTo>
                <a:lnTo>
                  <a:pt x="577" y="8785"/>
                </a:lnTo>
                <a:lnTo>
                  <a:pt x="577" y="8988"/>
                </a:lnTo>
                <a:lnTo>
                  <a:pt x="577" y="9249"/>
                </a:lnTo>
                <a:lnTo>
                  <a:pt x="577" y="9510"/>
                </a:lnTo>
                <a:lnTo>
                  <a:pt x="577" y="9771"/>
                </a:lnTo>
                <a:lnTo>
                  <a:pt x="673" y="10032"/>
                </a:lnTo>
                <a:lnTo>
                  <a:pt x="673" y="10322"/>
                </a:lnTo>
                <a:lnTo>
                  <a:pt x="673" y="10583"/>
                </a:lnTo>
                <a:lnTo>
                  <a:pt x="673" y="10844"/>
                </a:lnTo>
                <a:lnTo>
                  <a:pt x="673" y="11047"/>
                </a:lnTo>
                <a:lnTo>
                  <a:pt x="737" y="11308"/>
                </a:lnTo>
                <a:lnTo>
                  <a:pt x="737" y="11569"/>
                </a:lnTo>
                <a:lnTo>
                  <a:pt x="737" y="11830"/>
                </a:lnTo>
                <a:lnTo>
                  <a:pt x="737" y="12120"/>
                </a:lnTo>
                <a:lnTo>
                  <a:pt x="802" y="12294"/>
                </a:lnTo>
                <a:lnTo>
                  <a:pt x="802" y="12584"/>
                </a:lnTo>
                <a:lnTo>
                  <a:pt x="802" y="12845"/>
                </a:lnTo>
                <a:lnTo>
                  <a:pt x="802" y="13105"/>
                </a:lnTo>
                <a:lnTo>
                  <a:pt x="802" y="13366"/>
                </a:lnTo>
                <a:lnTo>
                  <a:pt x="866" y="13569"/>
                </a:lnTo>
                <a:lnTo>
                  <a:pt x="866" y="13830"/>
                </a:lnTo>
                <a:lnTo>
                  <a:pt x="866" y="14091"/>
                </a:lnTo>
                <a:lnTo>
                  <a:pt x="866" y="14294"/>
                </a:lnTo>
                <a:lnTo>
                  <a:pt x="962" y="14555"/>
                </a:lnTo>
                <a:lnTo>
                  <a:pt x="962" y="14845"/>
                </a:lnTo>
                <a:lnTo>
                  <a:pt x="962" y="15019"/>
                </a:lnTo>
                <a:lnTo>
                  <a:pt x="962" y="15309"/>
                </a:lnTo>
                <a:lnTo>
                  <a:pt x="962" y="15570"/>
                </a:lnTo>
                <a:lnTo>
                  <a:pt x="1026" y="15773"/>
                </a:lnTo>
                <a:lnTo>
                  <a:pt x="1026" y="16034"/>
                </a:lnTo>
                <a:lnTo>
                  <a:pt x="1026" y="16295"/>
                </a:lnTo>
                <a:lnTo>
                  <a:pt x="1026" y="16498"/>
                </a:lnTo>
                <a:lnTo>
                  <a:pt x="1090" y="16759"/>
                </a:lnTo>
                <a:lnTo>
                  <a:pt x="1090" y="16962"/>
                </a:lnTo>
                <a:lnTo>
                  <a:pt x="1090" y="17223"/>
                </a:lnTo>
                <a:lnTo>
                  <a:pt x="1090" y="17426"/>
                </a:lnTo>
                <a:lnTo>
                  <a:pt x="1090" y="17687"/>
                </a:lnTo>
                <a:lnTo>
                  <a:pt x="1186" y="17948"/>
                </a:lnTo>
                <a:lnTo>
                  <a:pt x="1186" y="18151"/>
                </a:lnTo>
                <a:lnTo>
                  <a:pt x="1186" y="18412"/>
                </a:lnTo>
                <a:lnTo>
                  <a:pt x="1186" y="18615"/>
                </a:lnTo>
                <a:lnTo>
                  <a:pt x="1251" y="18876"/>
                </a:lnTo>
                <a:lnTo>
                  <a:pt x="1251" y="19079"/>
                </a:lnTo>
                <a:lnTo>
                  <a:pt x="1251" y="19354"/>
                </a:lnTo>
                <a:lnTo>
                  <a:pt x="1251" y="19554"/>
                </a:lnTo>
                <a:lnTo>
                  <a:pt x="1251" y="19751"/>
                </a:lnTo>
                <a:lnTo>
                  <a:pt x="1315" y="20018"/>
                </a:lnTo>
                <a:lnTo>
                  <a:pt x="1315" y="20218"/>
                </a:lnTo>
                <a:lnTo>
                  <a:pt x="1315" y="20485"/>
                </a:lnTo>
                <a:lnTo>
                  <a:pt x="1315" y="20682"/>
                </a:lnTo>
                <a:lnTo>
                  <a:pt x="1379" y="20949"/>
                </a:lnTo>
                <a:lnTo>
                  <a:pt x="1379" y="21149"/>
                </a:lnTo>
                <a:lnTo>
                  <a:pt x="1379" y="21349"/>
                </a:lnTo>
                <a:lnTo>
                  <a:pt x="1379" y="21616"/>
                </a:lnTo>
                <a:lnTo>
                  <a:pt x="1379" y="21813"/>
                </a:lnTo>
                <a:lnTo>
                  <a:pt x="1475" y="22013"/>
                </a:lnTo>
                <a:lnTo>
                  <a:pt x="1475" y="22280"/>
                </a:lnTo>
                <a:lnTo>
                  <a:pt x="1475" y="22480"/>
                </a:lnTo>
                <a:lnTo>
                  <a:pt x="1475" y="22677"/>
                </a:lnTo>
                <a:lnTo>
                  <a:pt x="1475" y="22944"/>
                </a:lnTo>
                <a:lnTo>
                  <a:pt x="1539" y="23144"/>
                </a:lnTo>
                <a:lnTo>
                  <a:pt x="1539" y="23344"/>
                </a:lnTo>
                <a:lnTo>
                  <a:pt x="1539" y="23544"/>
                </a:lnTo>
                <a:lnTo>
                  <a:pt x="1539" y="23808"/>
                </a:lnTo>
                <a:lnTo>
                  <a:pt x="1604" y="24008"/>
                </a:lnTo>
                <a:lnTo>
                  <a:pt x="1604" y="24208"/>
                </a:lnTo>
                <a:lnTo>
                  <a:pt x="1604" y="24408"/>
                </a:lnTo>
                <a:lnTo>
                  <a:pt x="1604" y="24608"/>
                </a:lnTo>
                <a:lnTo>
                  <a:pt x="1604" y="24872"/>
                </a:lnTo>
                <a:lnTo>
                  <a:pt x="1700" y="25072"/>
                </a:lnTo>
                <a:lnTo>
                  <a:pt x="1700" y="25272"/>
                </a:lnTo>
                <a:lnTo>
                  <a:pt x="1700" y="25472"/>
                </a:lnTo>
                <a:lnTo>
                  <a:pt x="1700" y="25669"/>
                </a:lnTo>
                <a:lnTo>
                  <a:pt x="1764" y="25869"/>
                </a:lnTo>
                <a:lnTo>
                  <a:pt x="1764" y="26136"/>
                </a:lnTo>
                <a:lnTo>
                  <a:pt x="1764" y="26336"/>
                </a:lnTo>
                <a:lnTo>
                  <a:pt x="1764" y="26536"/>
                </a:lnTo>
                <a:lnTo>
                  <a:pt x="1764" y="26733"/>
                </a:lnTo>
                <a:lnTo>
                  <a:pt x="1828" y="26933"/>
                </a:lnTo>
                <a:lnTo>
                  <a:pt x="1828" y="27134"/>
                </a:lnTo>
                <a:lnTo>
                  <a:pt x="1828" y="27334"/>
                </a:lnTo>
                <a:lnTo>
                  <a:pt x="1828" y="27534"/>
                </a:lnTo>
                <a:lnTo>
                  <a:pt x="1892" y="27731"/>
                </a:lnTo>
                <a:lnTo>
                  <a:pt x="1892" y="27931"/>
                </a:lnTo>
                <a:lnTo>
                  <a:pt x="1892" y="28131"/>
                </a:lnTo>
                <a:lnTo>
                  <a:pt x="1892" y="28331"/>
                </a:lnTo>
                <a:lnTo>
                  <a:pt x="1892" y="28531"/>
                </a:lnTo>
                <a:lnTo>
                  <a:pt x="1988" y="28728"/>
                </a:lnTo>
                <a:lnTo>
                  <a:pt x="1988" y="28928"/>
                </a:lnTo>
                <a:lnTo>
                  <a:pt x="1988" y="29128"/>
                </a:lnTo>
                <a:lnTo>
                  <a:pt x="1988" y="29329"/>
                </a:lnTo>
                <a:lnTo>
                  <a:pt x="2053" y="29529"/>
                </a:lnTo>
                <a:lnTo>
                  <a:pt x="2053" y="29726"/>
                </a:lnTo>
                <a:lnTo>
                  <a:pt x="2053" y="29926"/>
                </a:lnTo>
                <a:lnTo>
                  <a:pt x="2053" y="30126"/>
                </a:lnTo>
                <a:lnTo>
                  <a:pt x="2053" y="30326"/>
                </a:lnTo>
                <a:lnTo>
                  <a:pt x="2117" y="30526"/>
                </a:lnTo>
                <a:lnTo>
                  <a:pt x="2117" y="30656"/>
                </a:lnTo>
                <a:lnTo>
                  <a:pt x="2117" y="30857"/>
                </a:lnTo>
                <a:lnTo>
                  <a:pt x="2117" y="31057"/>
                </a:lnTo>
                <a:lnTo>
                  <a:pt x="2181" y="31257"/>
                </a:lnTo>
                <a:lnTo>
                  <a:pt x="2181" y="31457"/>
                </a:lnTo>
                <a:lnTo>
                  <a:pt x="2181" y="31654"/>
                </a:lnTo>
                <a:lnTo>
                  <a:pt x="2181" y="31787"/>
                </a:lnTo>
                <a:lnTo>
                  <a:pt x="2181" y="31987"/>
                </a:lnTo>
                <a:lnTo>
                  <a:pt x="2277" y="32187"/>
                </a:lnTo>
                <a:lnTo>
                  <a:pt x="2277" y="32388"/>
                </a:lnTo>
                <a:lnTo>
                  <a:pt x="2277" y="32521"/>
                </a:lnTo>
                <a:lnTo>
                  <a:pt x="2277" y="32718"/>
                </a:lnTo>
                <a:lnTo>
                  <a:pt x="2277" y="32918"/>
                </a:lnTo>
                <a:lnTo>
                  <a:pt x="2341" y="33118"/>
                </a:lnTo>
                <a:lnTo>
                  <a:pt x="2341" y="33252"/>
                </a:lnTo>
                <a:lnTo>
                  <a:pt x="2341" y="33452"/>
                </a:lnTo>
                <a:lnTo>
                  <a:pt x="2341" y="33649"/>
                </a:lnTo>
                <a:lnTo>
                  <a:pt x="2406" y="33782"/>
                </a:lnTo>
                <a:lnTo>
                  <a:pt x="2406" y="33982"/>
                </a:lnTo>
                <a:lnTo>
                  <a:pt x="2406" y="34182"/>
                </a:lnTo>
                <a:lnTo>
                  <a:pt x="2406" y="34316"/>
                </a:lnTo>
                <a:lnTo>
                  <a:pt x="2406" y="34516"/>
                </a:lnTo>
                <a:lnTo>
                  <a:pt x="2502" y="34713"/>
                </a:lnTo>
                <a:lnTo>
                  <a:pt x="2502" y="34846"/>
                </a:lnTo>
                <a:lnTo>
                  <a:pt x="2502" y="35046"/>
                </a:lnTo>
                <a:lnTo>
                  <a:pt x="2502" y="35180"/>
                </a:lnTo>
                <a:lnTo>
                  <a:pt x="2566" y="35380"/>
                </a:lnTo>
                <a:lnTo>
                  <a:pt x="2566" y="35580"/>
                </a:lnTo>
                <a:lnTo>
                  <a:pt x="2566" y="35710"/>
                </a:lnTo>
                <a:lnTo>
                  <a:pt x="2566" y="35910"/>
                </a:lnTo>
                <a:lnTo>
                  <a:pt x="2566" y="36044"/>
                </a:lnTo>
                <a:lnTo>
                  <a:pt x="2630" y="36244"/>
                </a:lnTo>
                <a:lnTo>
                  <a:pt x="2630" y="36377"/>
                </a:lnTo>
                <a:lnTo>
                  <a:pt x="2630" y="36577"/>
                </a:lnTo>
                <a:lnTo>
                  <a:pt x="2630" y="36708"/>
                </a:lnTo>
                <a:lnTo>
                  <a:pt x="2694" y="36908"/>
                </a:lnTo>
                <a:lnTo>
                  <a:pt x="2694" y="37041"/>
                </a:lnTo>
                <a:lnTo>
                  <a:pt x="2694" y="37241"/>
                </a:lnTo>
                <a:lnTo>
                  <a:pt x="2694" y="37375"/>
                </a:lnTo>
                <a:lnTo>
                  <a:pt x="2694" y="37508"/>
                </a:lnTo>
                <a:lnTo>
                  <a:pt x="2790" y="37705"/>
                </a:lnTo>
                <a:lnTo>
                  <a:pt x="2790" y="37839"/>
                </a:lnTo>
                <a:lnTo>
                  <a:pt x="2790" y="38039"/>
                </a:lnTo>
                <a:lnTo>
                  <a:pt x="2790" y="38172"/>
                </a:lnTo>
                <a:lnTo>
                  <a:pt x="2855" y="38306"/>
                </a:lnTo>
                <a:lnTo>
                  <a:pt x="2855" y="38506"/>
                </a:lnTo>
                <a:lnTo>
                  <a:pt x="2855" y="38636"/>
                </a:lnTo>
                <a:lnTo>
                  <a:pt x="2855" y="38769"/>
                </a:lnTo>
                <a:lnTo>
                  <a:pt x="2855" y="38970"/>
                </a:lnTo>
                <a:lnTo>
                  <a:pt x="2919" y="39103"/>
                </a:lnTo>
                <a:lnTo>
                  <a:pt x="2919" y="39236"/>
                </a:lnTo>
                <a:lnTo>
                  <a:pt x="2919" y="39436"/>
                </a:lnTo>
                <a:lnTo>
                  <a:pt x="2919" y="39570"/>
                </a:lnTo>
                <a:lnTo>
                  <a:pt x="2983" y="39700"/>
                </a:lnTo>
                <a:lnTo>
                  <a:pt x="2983" y="39834"/>
                </a:lnTo>
                <a:lnTo>
                  <a:pt x="2983" y="40034"/>
                </a:lnTo>
                <a:lnTo>
                  <a:pt x="2983" y="40167"/>
                </a:lnTo>
                <a:lnTo>
                  <a:pt x="2983" y="40300"/>
                </a:lnTo>
                <a:lnTo>
                  <a:pt x="3079" y="40434"/>
                </a:lnTo>
                <a:lnTo>
                  <a:pt x="3079" y="40631"/>
                </a:lnTo>
                <a:lnTo>
                  <a:pt x="3079" y="40764"/>
                </a:lnTo>
                <a:lnTo>
                  <a:pt x="3079" y="40898"/>
                </a:lnTo>
                <a:lnTo>
                  <a:pt x="3079" y="41031"/>
                </a:lnTo>
                <a:lnTo>
                  <a:pt x="3143" y="41164"/>
                </a:lnTo>
                <a:lnTo>
                  <a:pt x="3143" y="41298"/>
                </a:lnTo>
                <a:lnTo>
                  <a:pt x="3143" y="41431"/>
                </a:lnTo>
                <a:lnTo>
                  <a:pt x="3143" y="41628"/>
                </a:lnTo>
                <a:lnTo>
                  <a:pt x="3208" y="41762"/>
                </a:lnTo>
                <a:lnTo>
                  <a:pt x="3208" y="41895"/>
                </a:lnTo>
                <a:lnTo>
                  <a:pt x="3208" y="42029"/>
                </a:lnTo>
                <a:lnTo>
                  <a:pt x="3208" y="4216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4383799" y="3806576"/>
            <a:ext cx="3208" cy="12236"/>
          </a:xfrm>
          <a:custGeom>
            <a:avLst/>
            <a:gdLst/>
            <a:ahLst/>
            <a:cxnLst/>
            <a:rect l="l" t="t" r="r" b="b"/>
            <a:pathLst>
              <a:path w="3208" h="12236">
                <a:moveTo>
                  <a:pt x="0" y="0"/>
                </a:moveTo>
                <a:lnTo>
                  <a:pt x="0" y="133"/>
                </a:lnTo>
                <a:lnTo>
                  <a:pt x="96" y="266"/>
                </a:lnTo>
                <a:lnTo>
                  <a:pt x="96" y="397"/>
                </a:lnTo>
                <a:lnTo>
                  <a:pt x="96" y="530"/>
                </a:lnTo>
                <a:lnTo>
                  <a:pt x="96" y="663"/>
                </a:lnTo>
                <a:lnTo>
                  <a:pt x="160" y="797"/>
                </a:lnTo>
                <a:lnTo>
                  <a:pt x="160" y="930"/>
                </a:lnTo>
                <a:lnTo>
                  <a:pt x="160" y="1064"/>
                </a:lnTo>
                <a:lnTo>
                  <a:pt x="160" y="1197"/>
                </a:lnTo>
                <a:lnTo>
                  <a:pt x="160" y="1330"/>
                </a:lnTo>
                <a:lnTo>
                  <a:pt x="224" y="1461"/>
                </a:lnTo>
                <a:lnTo>
                  <a:pt x="224" y="1594"/>
                </a:lnTo>
                <a:lnTo>
                  <a:pt x="224" y="1728"/>
                </a:lnTo>
                <a:lnTo>
                  <a:pt x="224" y="1861"/>
                </a:lnTo>
                <a:lnTo>
                  <a:pt x="288" y="1994"/>
                </a:lnTo>
                <a:lnTo>
                  <a:pt x="288" y="2128"/>
                </a:lnTo>
                <a:lnTo>
                  <a:pt x="288" y="2328"/>
                </a:lnTo>
                <a:lnTo>
                  <a:pt x="288" y="2458"/>
                </a:lnTo>
                <a:lnTo>
                  <a:pt x="384" y="2592"/>
                </a:lnTo>
                <a:lnTo>
                  <a:pt x="384" y="2725"/>
                </a:lnTo>
                <a:lnTo>
                  <a:pt x="384" y="2858"/>
                </a:lnTo>
                <a:lnTo>
                  <a:pt x="449" y="3059"/>
                </a:lnTo>
                <a:lnTo>
                  <a:pt x="449" y="3192"/>
                </a:lnTo>
                <a:lnTo>
                  <a:pt x="449" y="3325"/>
                </a:lnTo>
                <a:lnTo>
                  <a:pt x="449" y="3522"/>
                </a:lnTo>
                <a:lnTo>
                  <a:pt x="513" y="3656"/>
                </a:lnTo>
                <a:lnTo>
                  <a:pt x="513" y="3789"/>
                </a:lnTo>
                <a:lnTo>
                  <a:pt x="513" y="3989"/>
                </a:lnTo>
                <a:lnTo>
                  <a:pt x="609" y="4123"/>
                </a:lnTo>
                <a:lnTo>
                  <a:pt x="609" y="4323"/>
                </a:lnTo>
                <a:lnTo>
                  <a:pt x="609" y="4453"/>
                </a:lnTo>
                <a:lnTo>
                  <a:pt x="673" y="4653"/>
                </a:lnTo>
                <a:lnTo>
                  <a:pt x="673" y="4787"/>
                </a:lnTo>
                <a:lnTo>
                  <a:pt x="673" y="4987"/>
                </a:lnTo>
                <a:lnTo>
                  <a:pt x="737" y="5187"/>
                </a:lnTo>
                <a:lnTo>
                  <a:pt x="737" y="5320"/>
                </a:lnTo>
                <a:lnTo>
                  <a:pt x="737" y="5517"/>
                </a:lnTo>
                <a:lnTo>
                  <a:pt x="802" y="5717"/>
                </a:lnTo>
                <a:lnTo>
                  <a:pt x="802" y="5917"/>
                </a:lnTo>
                <a:lnTo>
                  <a:pt x="898" y="6118"/>
                </a:lnTo>
                <a:lnTo>
                  <a:pt x="898" y="6318"/>
                </a:lnTo>
                <a:lnTo>
                  <a:pt x="962" y="6448"/>
                </a:lnTo>
                <a:lnTo>
                  <a:pt x="962" y="6581"/>
                </a:lnTo>
                <a:lnTo>
                  <a:pt x="962" y="6782"/>
                </a:lnTo>
                <a:lnTo>
                  <a:pt x="1026" y="6915"/>
                </a:lnTo>
                <a:lnTo>
                  <a:pt x="1026" y="7048"/>
                </a:lnTo>
                <a:lnTo>
                  <a:pt x="1026" y="7182"/>
                </a:lnTo>
                <a:lnTo>
                  <a:pt x="1090" y="7315"/>
                </a:lnTo>
                <a:lnTo>
                  <a:pt x="1090" y="7446"/>
                </a:lnTo>
                <a:lnTo>
                  <a:pt x="1090" y="7579"/>
                </a:lnTo>
                <a:lnTo>
                  <a:pt x="1186" y="7712"/>
                </a:lnTo>
                <a:lnTo>
                  <a:pt x="1186" y="7912"/>
                </a:lnTo>
                <a:lnTo>
                  <a:pt x="1251" y="8046"/>
                </a:lnTo>
                <a:lnTo>
                  <a:pt x="1251" y="8179"/>
                </a:lnTo>
                <a:lnTo>
                  <a:pt x="1251" y="8313"/>
                </a:lnTo>
                <a:lnTo>
                  <a:pt x="1315" y="8443"/>
                </a:lnTo>
                <a:lnTo>
                  <a:pt x="1315" y="8576"/>
                </a:lnTo>
                <a:lnTo>
                  <a:pt x="1411" y="8710"/>
                </a:lnTo>
                <a:lnTo>
                  <a:pt x="1411" y="8843"/>
                </a:lnTo>
                <a:lnTo>
                  <a:pt x="1411" y="8977"/>
                </a:lnTo>
                <a:lnTo>
                  <a:pt x="1475" y="9110"/>
                </a:lnTo>
                <a:lnTo>
                  <a:pt x="1475" y="9243"/>
                </a:lnTo>
                <a:lnTo>
                  <a:pt x="1475" y="9377"/>
                </a:lnTo>
                <a:lnTo>
                  <a:pt x="1539" y="9507"/>
                </a:lnTo>
                <a:lnTo>
                  <a:pt x="1539" y="9641"/>
                </a:lnTo>
                <a:lnTo>
                  <a:pt x="1604" y="9774"/>
                </a:lnTo>
                <a:lnTo>
                  <a:pt x="1604" y="9907"/>
                </a:lnTo>
                <a:lnTo>
                  <a:pt x="1700" y="10041"/>
                </a:lnTo>
                <a:lnTo>
                  <a:pt x="1700" y="10174"/>
                </a:lnTo>
                <a:lnTo>
                  <a:pt x="1764" y="10307"/>
                </a:lnTo>
                <a:lnTo>
                  <a:pt x="1764" y="10438"/>
                </a:lnTo>
                <a:lnTo>
                  <a:pt x="1828" y="10571"/>
                </a:lnTo>
                <a:lnTo>
                  <a:pt x="1892" y="10705"/>
                </a:lnTo>
                <a:lnTo>
                  <a:pt x="1892" y="10838"/>
                </a:lnTo>
                <a:lnTo>
                  <a:pt x="1988" y="10971"/>
                </a:lnTo>
                <a:lnTo>
                  <a:pt x="2053" y="11105"/>
                </a:lnTo>
                <a:lnTo>
                  <a:pt x="2053" y="11238"/>
                </a:lnTo>
                <a:lnTo>
                  <a:pt x="2117" y="11372"/>
                </a:lnTo>
                <a:lnTo>
                  <a:pt x="2213" y="11502"/>
                </a:lnTo>
                <a:lnTo>
                  <a:pt x="2213" y="11569"/>
                </a:lnTo>
                <a:lnTo>
                  <a:pt x="2277" y="11702"/>
                </a:lnTo>
                <a:lnTo>
                  <a:pt x="2341" y="11835"/>
                </a:lnTo>
                <a:lnTo>
                  <a:pt x="2406" y="11835"/>
                </a:lnTo>
                <a:lnTo>
                  <a:pt x="2406" y="11969"/>
                </a:lnTo>
                <a:lnTo>
                  <a:pt x="2566" y="12036"/>
                </a:lnTo>
                <a:lnTo>
                  <a:pt x="2630" y="12169"/>
                </a:lnTo>
                <a:lnTo>
                  <a:pt x="2790" y="12236"/>
                </a:lnTo>
                <a:lnTo>
                  <a:pt x="2919" y="12236"/>
                </a:lnTo>
                <a:lnTo>
                  <a:pt x="3015" y="12236"/>
                </a:lnTo>
                <a:lnTo>
                  <a:pt x="3143" y="12169"/>
                </a:lnTo>
                <a:lnTo>
                  <a:pt x="3208" y="12036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4387007" y="3800725"/>
            <a:ext cx="3240" cy="17887"/>
          </a:xfrm>
          <a:custGeom>
            <a:avLst/>
            <a:gdLst/>
            <a:ahLst/>
            <a:cxnLst/>
            <a:rect l="l" t="t" r="r" b="b"/>
            <a:pathLst>
              <a:path w="3240" h="17887">
                <a:moveTo>
                  <a:pt x="0" y="17887"/>
                </a:moveTo>
                <a:lnTo>
                  <a:pt x="160" y="17753"/>
                </a:lnTo>
                <a:lnTo>
                  <a:pt x="224" y="17620"/>
                </a:lnTo>
                <a:lnTo>
                  <a:pt x="320" y="17487"/>
                </a:lnTo>
                <a:lnTo>
                  <a:pt x="384" y="17353"/>
                </a:lnTo>
                <a:lnTo>
                  <a:pt x="449" y="17223"/>
                </a:lnTo>
                <a:lnTo>
                  <a:pt x="513" y="17089"/>
                </a:lnTo>
                <a:lnTo>
                  <a:pt x="513" y="16956"/>
                </a:lnTo>
                <a:lnTo>
                  <a:pt x="609" y="16823"/>
                </a:lnTo>
                <a:lnTo>
                  <a:pt x="673" y="16689"/>
                </a:lnTo>
                <a:lnTo>
                  <a:pt x="673" y="16556"/>
                </a:lnTo>
                <a:lnTo>
                  <a:pt x="737" y="16423"/>
                </a:lnTo>
                <a:lnTo>
                  <a:pt x="834" y="16289"/>
                </a:lnTo>
                <a:lnTo>
                  <a:pt x="834" y="16159"/>
                </a:lnTo>
                <a:lnTo>
                  <a:pt x="898" y="16025"/>
                </a:lnTo>
                <a:lnTo>
                  <a:pt x="898" y="15892"/>
                </a:lnTo>
                <a:lnTo>
                  <a:pt x="962" y="15759"/>
                </a:lnTo>
                <a:lnTo>
                  <a:pt x="962" y="15625"/>
                </a:lnTo>
                <a:lnTo>
                  <a:pt x="1026" y="15492"/>
                </a:lnTo>
                <a:lnTo>
                  <a:pt x="1026" y="15358"/>
                </a:lnTo>
                <a:lnTo>
                  <a:pt x="1122" y="15228"/>
                </a:lnTo>
                <a:lnTo>
                  <a:pt x="1122" y="15095"/>
                </a:lnTo>
                <a:lnTo>
                  <a:pt x="1122" y="14961"/>
                </a:lnTo>
                <a:lnTo>
                  <a:pt x="1186" y="14828"/>
                </a:lnTo>
                <a:lnTo>
                  <a:pt x="1186" y="14694"/>
                </a:lnTo>
                <a:lnTo>
                  <a:pt x="1251" y="14561"/>
                </a:lnTo>
                <a:lnTo>
                  <a:pt x="1251" y="14428"/>
                </a:lnTo>
                <a:lnTo>
                  <a:pt x="1251" y="14294"/>
                </a:lnTo>
                <a:lnTo>
                  <a:pt x="1315" y="14164"/>
                </a:lnTo>
                <a:lnTo>
                  <a:pt x="1315" y="13964"/>
                </a:lnTo>
                <a:lnTo>
                  <a:pt x="1411" y="13830"/>
                </a:lnTo>
                <a:lnTo>
                  <a:pt x="1411" y="13697"/>
                </a:lnTo>
                <a:lnTo>
                  <a:pt x="1411" y="13564"/>
                </a:lnTo>
                <a:lnTo>
                  <a:pt x="1475" y="13430"/>
                </a:lnTo>
                <a:lnTo>
                  <a:pt x="1475" y="13233"/>
                </a:lnTo>
                <a:lnTo>
                  <a:pt x="1539" y="13100"/>
                </a:lnTo>
                <a:lnTo>
                  <a:pt x="1539" y="12966"/>
                </a:lnTo>
                <a:lnTo>
                  <a:pt x="1539" y="12833"/>
                </a:lnTo>
                <a:lnTo>
                  <a:pt x="1636" y="12700"/>
                </a:lnTo>
                <a:lnTo>
                  <a:pt x="1636" y="12566"/>
                </a:lnTo>
                <a:lnTo>
                  <a:pt x="1636" y="12433"/>
                </a:lnTo>
                <a:lnTo>
                  <a:pt x="1700" y="12299"/>
                </a:lnTo>
                <a:lnTo>
                  <a:pt x="1700" y="12169"/>
                </a:lnTo>
                <a:lnTo>
                  <a:pt x="1700" y="11969"/>
                </a:lnTo>
                <a:lnTo>
                  <a:pt x="1764" y="11769"/>
                </a:lnTo>
                <a:lnTo>
                  <a:pt x="1764" y="11569"/>
                </a:lnTo>
                <a:lnTo>
                  <a:pt x="1828" y="11369"/>
                </a:lnTo>
                <a:lnTo>
                  <a:pt x="1828" y="11171"/>
                </a:lnTo>
                <a:lnTo>
                  <a:pt x="1924" y="10971"/>
                </a:lnTo>
                <a:lnTo>
                  <a:pt x="1924" y="10771"/>
                </a:lnTo>
                <a:lnTo>
                  <a:pt x="1924" y="10571"/>
                </a:lnTo>
                <a:lnTo>
                  <a:pt x="1988" y="10371"/>
                </a:lnTo>
                <a:lnTo>
                  <a:pt x="1988" y="10241"/>
                </a:lnTo>
                <a:lnTo>
                  <a:pt x="2053" y="10041"/>
                </a:lnTo>
                <a:lnTo>
                  <a:pt x="2053" y="9907"/>
                </a:lnTo>
                <a:lnTo>
                  <a:pt x="2053" y="9707"/>
                </a:lnTo>
                <a:lnTo>
                  <a:pt x="2053" y="9574"/>
                </a:lnTo>
                <a:lnTo>
                  <a:pt x="2117" y="9374"/>
                </a:lnTo>
                <a:lnTo>
                  <a:pt x="2117" y="9243"/>
                </a:lnTo>
                <a:lnTo>
                  <a:pt x="2213" y="9043"/>
                </a:lnTo>
                <a:lnTo>
                  <a:pt x="2213" y="8910"/>
                </a:lnTo>
                <a:lnTo>
                  <a:pt x="2213" y="8776"/>
                </a:lnTo>
                <a:lnTo>
                  <a:pt x="2213" y="8576"/>
                </a:lnTo>
                <a:lnTo>
                  <a:pt x="2277" y="8443"/>
                </a:lnTo>
                <a:lnTo>
                  <a:pt x="2277" y="8310"/>
                </a:lnTo>
                <a:lnTo>
                  <a:pt x="2277" y="8179"/>
                </a:lnTo>
                <a:lnTo>
                  <a:pt x="2277" y="7979"/>
                </a:lnTo>
                <a:lnTo>
                  <a:pt x="2341" y="7846"/>
                </a:lnTo>
                <a:lnTo>
                  <a:pt x="2341" y="7712"/>
                </a:lnTo>
                <a:lnTo>
                  <a:pt x="2341" y="7579"/>
                </a:lnTo>
                <a:lnTo>
                  <a:pt x="2341" y="7446"/>
                </a:lnTo>
                <a:lnTo>
                  <a:pt x="2438" y="7312"/>
                </a:lnTo>
                <a:lnTo>
                  <a:pt x="2438" y="7182"/>
                </a:lnTo>
                <a:lnTo>
                  <a:pt x="2438" y="6982"/>
                </a:lnTo>
                <a:lnTo>
                  <a:pt x="2438" y="6848"/>
                </a:lnTo>
                <a:lnTo>
                  <a:pt x="2502" y="6715"/>
                </a:lnTo>
                <a:lnTo>
                  <a:pt x="2502" y="6581"/>
                </a:lnTo>
                <a:lnTo>
                  <a:pt x="2502" y="6448"/>
                </a:lnTo>
                <a:lnTo>
                  <a:pt x="2502" y="6315"/>
                </a:lnTo>
                <a:lnTo>
                  <a:pt x="2566" y="6184"/>
                </a:lnTo>
                <a:lnTo>
                  <a:pt x="2566" y="6051"/>
                </a:lnTo>
                <a:lnTo>
                  <a:pt x="2566" y="5917"/>
                </a:lnTo>
                <a:lnTo>
                  <a:pt x="2566" y="5784"/>
                </a:lnTo>
                <a:lnTo>
                  <a:pt x="2566" y="5651"/>
                </a:lnTo>
                <a:lnTo>
                  <a:pt x="2630" y="5517"/>
                </a:lnTo>
                <a:lnTo>
                  <a:pt x="2630" y="5384"/>
                </a:lnTo>
                <a:lnTo>
                  <a:pt x="2630" y="5253"/>
                </a:lnTo>
                <a:lnTo>
                  <a:pt x="2630" y="5120"/>
                </a:lnTo>
                <a:lnTo>
                  <a:pt x="2726" y="4987"/>
                </a:lnTo>
                <a:lnTo>
                  <a:pt x="2726" y="4787"/>
                </a:lnTo>
                <a:lnTo>
                  <a:pt x="2726" y="4653"/>
                </a:lnTo>
                <a:lnTo>
                  <a:pt x="2726" y="4520"/>
                </a:lnTo>
                <a:lnTo>
                  <a:pt x="2726" y="4387"/>
                </a:lnTo>
                <a:lnTo>
                  <a:pt x="2790" y="4256"/>
                </a:lnTo>
                <a:lnTo>
                  <a:pt x="2790" y="4123"/>
                </a:lnTo>
                <a:lnTo>
                  <a:pt x="2790" y="3989"/>
                </a:lnTo>
                <a:lnTo>
                  <a:pt x="2790" y="3856"/>
                </a:lnTo>
                <a:lnTo>
                  <a:pt x="2855" y="3656"/>
                </a:lnTo>
                <a:lnTo>
                  <a:pt x="2855" y="3522"/>
                </a:lnTo>
                <a:lnTo>
                  <a:pt x="2855" y="3389"/>
                </a:lnTo>
                <a:lnTo>
                  <a:pt x="2855" y="3259"/>
                </a:lnTo>
                <a:lnTo>
                  <a:pt x="2855" y="3125"/>
                </a:lnTo>
                <a:lnTo>
                  <a:pt x="2951" y="2925"/>
                </a:lnTo>
                <a:lnTo>
                  <a:pt x="2951" y="2792"/>
                </a:lnTo>
                <a:lnTo>
                  <a:pt x="2951" y="2658"/>
                </a:lnTo>
                <a:lnTo>
                  <a:pt x="2951" y="2525"/>
                </a:lnTo>
                <a:lnTo>
                  <a:pt x="3015" y="2325"/>
                </a:lnTo>
                <a:lnTo>
                  <a:pt x="3015" y="2194"/>
                </a:lnTo>
                <a:lnTo>
                  <a:pt x="3015" y="2061"/>
                </a:lnTo>
                <a:lnTo>
                  <a:pt x="3015" y="1861"/>
                </a:lnTo>
                <a:lnTo>
                  <a:pt x="3015" y="1728"/>
                </a:lnTo>
                <a:lnTo>
                  <a:pt x="3079" y="1594"/>
                </a:lnTo>
                <a:lnTo>
                  <a:pt x="3079" y="1394"/>
                </a:lnTo>
                <a:lnTo>
                  <a:pt x="3079" y="1261"/>
                </a:lnTo>
                <a:lnTo>
                  <a:pt x="3079" y="1130"/>
                </a:lnTo>
                <a:lnTo>
                  <a:pt x="3079" y="930"/>
                </a:lnTo>
                <a:lnTo>
                  <a:pt x="3143" y="797"/>
                </a:lnTo>
                <a:lnTo>
                  <a:pt x="3143" y="663"/>
                </a:lnTo>
                <a:lnTo>
                  <a:pt x="3143" y="463"/>
                </a:lnTo>
                <a:lnTo>
                  <a:pt x="3143" y="330"/>
                </a:lnTo>
                <a:lnTo>
                  <a:pt x="3240" y="133"/>
                </a:lnTo>
                <a:lnTo>
                  <a:pt x="3240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390247" y="3755570"/>
            <a:ext cx="3208" cy="45154"/>
          </a:xfrm>
          <a:custGeom>
            <a:avLst/>
            <a:gdLst/>
            <a:ahLst/>
            <a:cxnLst/>
            <a:rect l="l" t="t" r="r" b="b"/>
            <a:pathLst>
              <a:path w="3208" h="45154">
                <a:moveTo>
                  <a:pt x="0" y="45154"/>
                </a:moveTo>
                <a:lnTo>
                  <a:pt x="0" y="45021"/>
                </a:lnTo>
                <a:lnTo>
                  <a:pt x="0" y="44821"/>
                </a:lnTo>
                <a:lnTo>
                  <a:pt x="0" y="44687"/>
                </a:lnTo>
                <a:lnTo>
                  <a:pt x="64" y="44487"/>
                </a:lnTo>
                <a:lnTo>
                  <a:pt x="64" y="44357"/>
                </a:lnTo>
                <a:lnTo>
                  <a:pt x="64" y="44157"/>
                </a:lnTo>
                <a:lnTo>
                  <a:pt x="64" y="44023"/>
                </a:lnTo>
                <a:lnTo>
                  <a:pt x="128" y="43823"/>
                </a:lnTo>
                <a:lnTo>
                  <a:pt x="128" y="43690"/>
                </a:lnTo>
                <a:lnTo>
                  <a:pt x="128" y="43490"/>
                </a:lnTo>
                <a:lnTo>
                  <a:pt x="128" y="43359"/>
                </a:lnTo>
                <a:lnTo>
                  <a:pt x="128" y="43159"/>
                </a:lnTo>
                <a:lnTo>
                  <a:pt x="192" y="43026"/>
                </a:lnTo>
                <a:lnTo>
                  <a:pt x="192" y="42826"/>
                </a:lnTo>
                <a:lnTo>
                  <a:pt x="192" y="42626"/>
                </a:lnTo>
                <a:lnTo>
                  <a:pt x="192" y="42492"/>
                </a:lnTo>
                <a:lnTo>
                  <a:pt x="288" y="42295"/>
                </a:lnTo>
                <a:lnTo>
                  <a:pt x="288" y="42162"/>
                </a:lnTo>
                <a:lnTo>
                  <a:pt x="288" y="41962"/>
                </a:lnTo>
                <a:lnTo>
                  <a:pt x="288" y="41762"/>
                </a:lnTo>
                <a:lnTo>
                  <a:pt x="288" y="41628"/>
                </a:lnTo>
                <a:lnTo>
                  <a:pt x="352" y="41431"/>
                </a:lnTo>
                <a:lnTo>
                  <a:pt x="352" y="41231"/>
                </a:lnTo>
                <a:lnTo>
                  <a:pt x="352" y="41098"/>
                </a:lnTo>
                <a:lnTo>
                  <a:pt x="352" y="40898"/>
                </a:lnTo>
                <a:lnTo>
                  <a:pt x="417" y="40698"/>
                </a:lnTo>
                <a:lnTo>
                  <a:pt x="417" y="40564"/>
                </a:lnTo>
                <a:lnTo>
                  <a:pt x="417" y="40367"/>
                </a:lnTo>
                <a:lnTo>
                  <a:pt x="417" y="40167"/>
                </a:lnTo>
                <a:lnTo>
                  <a:pt x="417" y="39967"/>
                </a:lnTo>
                <a:lnTo>
                  <a:pt x="513" y="39834"/>
                </a:lnTo>
                <a:lnTo>
                  <a:pt x="513" y="39634"/>
                </a:lnTo>
                <a:lnTo>
                  <a:pt x="513" y="39436"/>
                </a:lnTo>
                <a:lnTo>
                  <a:pt x="513" y="39236"/>
                </a:lnTo>
                <a:lnTo>
                  <a:pt x="577" y="39103"/>
                </a:lnTo>
                <a:lnTo>
                  <a:pt x="577" y="38903"/>
                </a:lnTo>
                <a:lnTo>
                  <a:pt x="577" y="38703"/>
                </a:lnTo>
                <a:lnTo>
                  <a:pt x="577" y="38503"/>
                </a:lnTo>
                <a:lnTo>
                  <a:pt x="577" y="38306"/>
                </a:lnTo>
                <a:lnTo>
                  <a:pt x="641" y="38105"/>
                </a:lnTo>
                <a:lnTo>
                  <a:pt x="641" y="37972"/>
                </a:lnTo>
                <a:lnTo>
                  <a:pt x="641" y="37772"/>
                </a:lnTo>
                <a:lnTo>
                  <a:pt x="641" y="37572"/>
                </a:lnTo>
                <a:lnTo>
                  <a:pt x="641" y="37375"/>
                </a:lnTo>
                <a:lnTo>
                  <a:pt x="705" y="37175"/>
                </a:lnTo>
                <a:lnTo>
                  <a:pt x="705" y="36975"/>
                </a:lnTo>
                <a:lnTo>
                  <a:pt x="705" y="36775"/>
                </a:lnTo>
                <a:lnTo>
                  <a:pt x="705" y="36574"/>
                </a:lnTo>
                <a:lnTo>
                  <a:pt x="802" y="36377"/>
                </a:lnTo>
                <a:lnTo>
                  <a:pt x="802" y="36244"/>
                </a:lnTo>
                <a:lnTo>
                  <a:pt x="802" y="36044"/>
                </a:lnTo>
                <a:lnTo>
                  <a:pt x="802" y="35844"/>
                </a:lnTo>
                <a:lnTo>
                  <a:pt x="802" y="35644"/>
                </a:lnTo>
                <a:lnTo>
                  <a:pt x="866" y="35447"/>
                </a:lnTo>
                <a:lnTo>
                  <a:pt x="866" y="35246"/>
                </a:lnTo>
                <a:lnTo>
                  <a:pt x="866" y="35046"/>
                </a:lnTo>
                <a:lnTo>
                  <a:pt x="866" y="34846"/>
                </a:lnTo>
                <a:lnTo>
                  <a:pt x="930" y="34646"/>
                </a:lnTo>
                <a:lnTo>
                  <a:pt x="930" y="34449"/>
                </a:lnTo>
                <a:lnTo>
                  <a:pt x="930" y="34249"/>
                </a:lnTo>
                <a:lnTo>
                  <a:pt x="930" y="34049"/>
                </a:lnTo>
                <a:lnTo>
                  <a:pt x="930" y="33782"/>
                </a:lnTo>
                <a:lnTo>
                  <a:pt x="1026" y="33582"/>
                </a:lnTo>
                <a:lnTo>
                  <a:pt x="1026" y="33385"/>
                </a:lnTo>
                <a:lnTo>
                  <a:pt x="1026" y="33185"/>
                </a:lnTo>
                <a:lnTo>
                  <a:pt x="1026" y="32985"/>
                </a:lnTo>
                <a:lnTo>
                  <a:pt x="1090" y="32785"/>
                </a:lnTo>
                <a:lnTo>
                  <a:pt x="1090" y="32585"/>
                </a:lnTo>
                <a:lnTo>
                  <a:pt x="1090" y="32388"/>
                </a:lnTo>
                <a:lnTo>
                  <a:pt x="1090" y="32187"/>
                </a:lnTo>
                <a:lnTo>
                  <a:pt x="1090" y="31987"/>
                </a:lnTo>
                <a:lnTo>
                  <a:pt x="1154" y="31721"/>
                </a:lnTo>
                <a:lnTo>
                  <a:pt x="1154" y="31521"/>
                </a:lnTo>
                <a:lnTo>
                  <a:pt x="1154" y="31323"/>
                </a:lnTo>
                <a:lnTo>
                  <a:pt x="1154" y="31123"/>
                </a:lnTo>
                <a:lnTo>
                  <a:pt x="1219" y="30923"/>
                </a:lnTo>
                <a:lnTo>
                  <a:pt x="1219" y="30656"/>
                </a:lnTo>
                <a:lnTo>
                  <a:pt x="1219" y="30459"/>
                </a:lnTo>
                <a:lnTo>
                  <a:pt x="1219" y="30259"/>
                </a:lnTo>
                <a:lnTo>
                  <a:pt x="1219" y="30059"/>
                </a:lnTo>
                <a:lnTo>
                  <a:pt x="1315" y="29792"/>
                </a:lnTo>
                <a:lnTo>
                  <a:pt x="1315" y="29592"/>
                </a:lnTo>
                <a:lnTo>
                  <a:pt x="1315" y="29395"/>
                </a:lnTo>
                <a:lnTo>
                  <a:pt x="1315" y="29195"/>
                </a:lnTo>
                <a:lnTo>
                  <a:pt x="1379" y="28928"/>
                </a:lnTo>
                <a:lnTo>
                  <a:pt x="1379" y="28728"/>
                </a:lnTo>
                <a:lnTo>
                  <a:pt x="1379" y="28528"/>
                </a:lnTo>
                <a:lnTo>
                  <a:pt x="1379" y="28331"/>
                </a:lnTo>
                <a:lnTo>
                  <a:pt x="1379" y="28067"/>
                </a:lnTo>
                <a:lnTo>
                  <a:pt x="1443" y="27864"/>
                </a:lnTo>
                <a:lnTo>
                  <a:pt x="1443" y="27661"/>
                </a:lnTo>
                <a:lnTo>
                  <a:pt x="1443" y="27400"/>
                </a:lnTo>
                <a:lnTo>
                  <a:pt x="1443" y="27197"/>
                </a:lnTo>
                <a:lnTo>
                  <a:pt x="1443" y="26936"/>
                </a:lnTo>
                <a:lnTo>
                  <a:pt x="1507" y="26733"/>
                </a:lnTo>
                <a:lnTo>
                  <a:pt x="1507" y="26530"/>
                </a:lnTo>
                <a:lnTo>
                  <a:pt x="1507" y="26269"/>
                </a:lnTo>
                <a:lnTo>
                  <a:pt x="1507" y="26067"/>
                </a:lnTo>
                <a:lnTo>
                  <a:pt x="1604" y="25806"/>
                </a:lnTo>
                <a:lnTo>
                  <a:pt x="1604" y="25603"/>
                </a:lnTo>
                <a:lnTo>
                  <a:pt x="1604" y="25400"/>
                </a:lnTo>
                <a:lnTo>
                  <a:pt x="1604" y="25139"/>
                </a:lnTo>
                <a:lnTo>
                  <a:pt x="1604" y="24936"/>
                </a:lnTo>
                <a:lnTo>
                  <a:pt x="1668" y="24675"/>
                </a:lnTo>
                <a:lnTo>
                  <a:pt x="1668" y="24472"/>
                </a:lnTo>
                <a:lnTo>
                  <a:pt x="1668" y="24211"/>
                </a:lnTo>
                <a:lnTo>
                  <a:pt x="1668" y="24008"/>
                </a:lnTo>
                <a:lnTo>
                  <a:pt x="1732" y="23747"/>
                </a:lnTo>
                <a:lnTo>
                  <a:pt x="1732" y="23544"/>
                </a:lnTo>
                <a:lnTo>
                  <a:pt x="1732" y="23283"/>
                </a:lnTo>
                <a:lnTo>
                  <a:pt x="1732" y="23080"/>
                </a:lnTo>
                <a:lnTo>
                  <a:pt x="1732" y="22819"/>
                </a:lnTo>
                <a:lnTo>
                  <a:pt x="1828" y="22616"/>
                </a:lnTo>
                <a:lnTo>
                  <a:pt x="1828" y="22355"/>
                </a:lnTo>
                <a:lnTo>
                  <a:pt x="1828" y="22065"/>
                </a:lnTo>
                <a:lnTo>
                  <a:pt x="1828" y="21891"/>
                </a:lnTo>
                <a:lnTo>
                  <a:pt x="1892" y="21601"/>
                </a:lnTo>
                <a:lnTo>
                  <a:pt x="1892" y="21427"/>
                </a:lnTo>
                <a:lnTo>
                  <a:pt x="1892" y="21137"/>
                </a:lnTo>
                <a:lnTo>
                  <a:pt x="1892" y="20876"/>
                </a:lnTo>
                <a:lnTo>
                  <a:pt x="1892" y="20673"/>
                </a:lnTo>
                <a:lnTo>
                  <a:pt x="1956" y="20412"/>
                </a:lnTo>
                <a:lnTo>
                  <a:pt x="1956" y="20209"/>
                </a:lnTo>
                <a:lnTo>
                  <a:pt x="1956" y="19948"/>
                </a:lnTo>
                <a:lnTo>
                  <a:pt x="1956" y="19687"/>
                </a:lnTo>
                <a:lnTo>
                  <a:pt x="2021" y="19485"/>
                </a:lnTo>
                <a:lnTo>
                  <a:pt x="2021" y="19224"/>
                </a:lnTo>
                <a:lnTo>
                  <a:pt x="2021" y="18963"/>
                </a:lnTo>
                <a:lnTo>
                  <a:pt x="2021" y="18760"/>
                </a:lnTo>
                <a:lnTo>
                  <a:pt x="2021" y="18499"/>
                </a:lnTo>
                <a:lnTo>
                  <a:pt x="2117" y="18209"/>
                </a:lnTo>
                <a:lnTo>
                  <a:pt x="2117" y="17948"/>
                </a:lnTo>
                <a:lnTo>
                  <a:pt x="2117" y="17745"/>
                </a:lnTo>
                <a:lnTo>
                  <a:pt x="2117" y="17484"/>
                </a:lnTo>
                <a:lnTo>
                  <a:pt x="2181" y="17223"/>
                </a:lnTo>
                <a:lnTo>
                  <a:pt x="2181" y="16962"/>
                </a:lnTo>
                <a:lnTo>
                  <a:pt x="2181" y="16759"/>
                </a:lnTo>
                <a:lnTo>
                  <a:pt x="2181" y="16498"/>
                </a:lnTo>
                <a:lnTo>
                  <a:pt x="2181" y="16237"/>
                </a:lnTo>
                <a:lnTo>
                  <a:pt x="2245" y="15976"/>
                </a:lnTo>
                <a:lnTo>
                  <a:pt x="2245" y="15686"/>
                </a:lnTo>
                <a:lnTo>
                  <a:pt x="2245" y="15483"/>
                </a:lnTo>
                <a:lnTo>
                  <a:pt x="2245" y="15222"/>
                </a:lnTo>
                <a:lnTo>
                  <a:pt x="2245" y="14961"/>
                </a:lnTo>
                <a:lnTo>
                  <a:pt x="2309" y="14700"/>
                </a:lnTo>
                <a:lnTo>
                  <a:pt x="2309" y="14439"/>
                </a:lnTo>
                <a:lnTo>
                  <a:pt x="2309" y="14178"/>
                </a:lnTo>
                <a:lnTo>
                  <a:pt x="2309" y="13888"/>
                </a:lnTo>
                <a:lnTo>
                  <a:pt x="2406" y="13714"/>
                </a:lnTo>
                <a:lnTo>
                  <a:pt x="2406" y="13424"/>
                </a:lnTo>
                <a:lnTo>
                  <a:pt x="2406" y="13163"/>
                </a:lnTo>
                <a:lnTo>
                  <a:pt x="2406" y="12903"/>
                </a:lnTo>
                <a:lnTo>
                  <a:pt x="2406" y="12642"/>
                </a:lnTo>
                <a:lnTo>
                  <a:pt x="2470" y="12381"/>
                </a:lnTo>
                <a:lnTo>
                  <a:pt x="2470" y="12091"/>
                </a:lnTo>
                <a:lnTo>
                  <a:pt x="2470" y="11830"/>
                </a:lnTo>
                <a:lnTo>
                  <a:pt x="2470" y="11569"/>
                </a:lnTo>
                <a:lnTo>
                  <a:pt x="2534" y="11308"/>
                </a:lnTo>
                <a:lnTo>
                  <a:pt x="2534" y="11047"/>
                </a:lnTo>
                <a:lnTo>
                  <a:pt x="2534" y="10786"/>
                </a:lnTo>
                <a:lnTo>
                  <a:pt x="2534" y="10496"/>
                </a:lnTo>
                <a:lnTo>
                  <a:pt x="2534" y="10235"/>
                </a:lnTo>
                <a:lnTo>
                  <a:pt x="2630" y="9974"/>
                </a:lnTo>
                <a:lnTo>
                  <a:pt x="2630" y="9713"/>
                </a:lnTo>
                <a:lnTo>
                  <a:pt x="2630" y="9452"/>
                </a:lnTo>
                <a:lnTo>
                  <a:pt x="2630" y="9191"/>
                </a:lnTo>
                <a:lnTo>
                  <a:pt x="2694" y="8901"/>
                </a:lnTo>
                <a:lnTo>
                  <a:pt x="2694" y="8640"/>
                </a:lnTo>
                <a:lnTo>
                  <a:pt x="2694" y="8379"/>
                </a:lnTo>
                <a:lnTo>
                  <a:pt x="2694" y="8118"/>
                </a:lnTo>
                <a:lnTo>
                  <a:pt x="2694" y="7857"/>
                </a:lnTo>
                <a:lnTo>
                  <a:pt x="2758" y="7596"/>
                </a:lnTo>
                <a:lnTo>
                  <a:pt x="2758" y="7306"/>
                </a:lnTo>
                <a:lnTo>
                  <a:pt x="2758" y="7045"/>
                </a:lnTo>
                <a:lnTo>
                  <a:pt x="2758" y="6726"/>
                </a:lnTo>
                <a:lnTo>
                  <a:pt x="2823" y="6466"/>
                </a:lnTo>
                <a:lnTo>
                  <a:pt x="2823" y="6176"/>
                </a:lnTo>
                <a:lnTo>
                  <a:pt x="2823" y="5915"/>
                </a:lnTo>
                <a:lnTo>
                  <a:pt x="2823" y="5654"/>
                </a:lnTo>
                <a:lnTo>
                  <a:pt x="2823" y="5393"/>
                </a:lnTo>
                <a:lnTo>
                  <a:pt x="2919" y="5132"/>
                </a:lnTo>
                <a:lnTo>
                  <a:pt x="2919" y="4784"/>
                </a:lnTo>
                <a:lnTo>
                  <a:pt x="2919" y="4523"/>
                </a:lnTo>
                <a:lnTo>
                  <a:pt x="2919" y="4262"/>
                </a:lnTo>
                <a:lnTo>
                  <a:pt x="2983" y="4001"/>
                </a:lnTo>
                <a:lnTo>
                  <a:pt x="2983" y="3740"/>
                </a:lnTo>
                <a:lnTo>
                  <a:pt x="2983" y="3392"/>
                </a:lnTo>
                <a:lnTo>
                  <a:pt x="2983" y="3131"/>
                </a:lnTo>
                <a:lnTo>
                  <a:pt x="2983" y="2870"/>
                </a:lnTo>
                <a:lnTo>
                  <a:pt x="3047" y="2609"/>
                </a:lnTo>
                <a:lnTo>
                  <a:pt x="3047" y="2261"/>
                </a:lnTo>
                <a:lnTo>
                  <a:pt x="3047" y="2000"/>
                </a:lnTo>
                <a:lnTo>
                  <a:pt x="3047" y="1739"/>
                </a:lnTo>
                <a:lnTo>
                  <a:pt x="3047" y="1478"/>
                </a:lnTo>
                <a:lnTo>
                  <a:pt x="3143" y="1130"/>
                </a:lnTo>
                <a:lnTo>
                  <a:pt x="3143" y="869"/>
                </a:lnTo>
                <a:lnTo>
                  <a:pt x="3143" y="608"/>
                </a:lnTo>
                <a:lnTo>
                  <a:pt x="3143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393455" y="3688272"/>
            <a:ext cx="3143" cy="67298"/>
          </a:xfrm>
          <a:custGeom>
            <a:avLst/>
            <a:gdLst/>
            <a:ahLst/>
            <a:cxnLst/>
            <a:rect l="l" t="t" r="r" b="b"/>
            <a:pathLst>
              <a:path w="3143" h="67298">
                <a:moveTo>
                  <a:pt x="0" y="67298"/>
                </a:moveTo>
                <a:lnTo>
                  <a:pt x="0" y="67037"/>
                </a:lnTo>
                <a:lnTo>
                  <a:pt x="0" y="66689"/>
                </a:lnTo>
                <a:lnTo>
                  <a:pt x="0" y="66428"/>
                </a:lnTo>
                <a:lnTo>
                  <a:pt x="0" y="66167"/>
                </a:lnTo>
                <a:lnTo>
                  <a:pt x="64" y="65848"/>
                </a:lnTo>
                <a:lnTo>
                  <a:pt x="64" y="65558"/>
                </a:lnTo>
                <a:lnTo>
                  <a:pt x="64" y="65297"/>
                </a:lnTo>
                <a:lnTo>
                  <a:pt x="64" y="64979"/>
                </a:lnTo>
                <a:lnTo>
                  <a:pt x="128" y="64718"/>
                </a:lnTo>
                <a:lnTo>
                  <a:pt x="128" y="64370"/>
                </a:lnTo>
                <a:lnTo>
                  <a:pt x="128" y="64109"/>
                </a:lnTo>
                <a:lnTo>
                  <a:pt x="128" y="63848"/>
                </a:lnTo>
                <a:lnTo>
                  <a:pt x="128" y="63500"/>
                </a:lnTo>
                <a:lnTo>
                  <a:pt x="224" y="63239"/>
                </a:lnTo>
                <a:lnTo>
                  <a:pt x="224" y="62920"/>
                </a:lnTo>
                <a:lnTo>
                  <a:pt x="224" y="62659"/>
                </a:lnTo>
                <a:lnTo>
                  <a:pt x="224" y="62311"/>
                </a:lnTo>
                <a:lnTo>
                  <a:pt x="288" y="62050"/>
                </a:lnTo>
                <a:lnTo>
                  <a:pt x="288" y="61702"/>
                </a:lnTo>
                <a:lnTo>
                  <a:pt x="288" y="61441"/>
                </a:lnTo>
                <a:lnTo>
                  <a:pt x="288" y="61122"/>
                </a:lnTo>
                <a:lnTo>
                  <a:pt x="288" y="60861"/>
                </a:lnTo>
                <a:lnTo>
                  <a:pt x="352" y="60513"/>
                </a:lnTo>
                <a:lnTo>
                  <a:pt x="352" y="60252"/>
                </a:lnTo>
                <a:lnTo>
                  <a:pt x="352" y="59933"/>
                </a:lnTo>
                <a:lnTo>
                  <a:pt x="352" y="59643"/>
                </a:lnTo>
                <a:lnTo>
                  <a:pt x="417" y="59324"/>
                </a:lnTo>
                <a:lnTo>
                  <a:pt x="417" y="59063"/>
                </a:lnTo>
                <a:lnTo>
                  <a:pt x="417" y="58715"/>
                </a:lnTo>
                <a:lnTo>
                  <a:pt x="417" y="58455"/>
                </a:lnTo>
                <a:lnTo>
                  <a:pt x="417" y="58136"/>
                </a:lnTo>
                <a:lnTo>
                  <a:pt x="513" y="57788"/>
                </a:lnTo>
                <a:lnTo>
                  <a:pt x="513" y="57527"/>
                </a:lnTo>
                <a:lnTo>
                  <a:pt x="513" y="57208"/>
                </a:lnTo>
                <a:lnTo>
                  <a:pt x="513" y="56918"/>
                </a:lnTo>
                <a:lnTo>
                  <a:pt x="577" y="56599"/>
                </a:lnTo>
                <a:lnTo>
                  <a:pt x="577" y="56251"/>
                </a:lnTo>
                <a:lnTo>
                  <a:pt x="577" y="55990"/>
                </a:lnTo>
                <a:lnTo>
                  <a:pt x="577" y="55671"/>
                </a:lnTo>
                <a:lnTo>
                  <a:pt x="577" y="55410"/>
                </a:lnTo>
                <a:lnTo>
                  <a:pt x="641" y="55062"/>
                </a:lnTo>
                <a:lnTo>
                  <a:pt x="641" y="54743"/>
                </a:lnTo>
                <a:lnTo>
                  <a:pt x="641" y="54453"/>
                </a:lnTo>
                <a:lnTo>
                  <a:pt x="641" y="54134"/>
                </a:lnTo>
                <a:lnTo>
                  <a:pt x="641" y="53815"/>
                </a:lnTo>
                <a:lnTo>
                  <a:pt x="737" y="53467"/>
                </a:lnTo>
                <a:lnTo>
                  <a:pt x="737" y="53206"/>
                </a:lnTo>
                <a:lnTo>
                  <a:pt x="737" y="52858"/>
                </a:lnTo>
                <a:lnTo>
                  <a:pt x="737" y="52539"/>
                </a:lnTo>
                <a:lnTo>
                  <a:pt x="802" y="52278"/>
                </a:lnTo>
                <a:lnTo>
                  <a:pt x="802" y="51931"/>
                </a:lnTo>
                <a:lnTo>
                  <a:pt x="802" y="51612"/>
                </a:lnTo>
                <a:lnTo>
                  <a:pt x="802" y="51264"/>
                </a:lnTo>
                <a:lnTo>
                  <a:pt x="802" y="51003"/>
                </a:lnTo>
                <a:lnTo>
                  <a:pt x="866" y="50684"/>
                </a:lnTo>
                <a:lnTo>
                  <a:pt x="866" y="50336"/>
                </a:lnTo>
                <a:lnTo>
                  <a:pt x="866" y="50017"/>
                </a:lnTo>
                <a:lnTo>
                  <a:pt x="866" y="49669"/>
                </a:lnTo>
                <a:lnTo>
                  <a:pt x="930" y="49408"/>
                </a:lnTo>
                <a:lnTo>
                  <a:pt x="930" y="49089"/>
                </a:lnTo>
                <a:lnTo>
                  <a:pt x="930" y="48741"/>
                </a:lnTo>
                <a:lnTo>
                  <a:pt x="930" y="48422"/>
                </a:lnTo>
                <a:lnTo>
                  <a:pt x="930" y="48074"/>
                </a:lnTo>
                <a:lnTo>
                  <a:pt x="1026" y="47813"/>
                </a:lnTo>
                <a:lnTo>
                  <a:pt x="1026" y="47494"/>
                </a:lnTo>
                <a:lnTo>
                  <a:pt x="1026" y="47146"/>
                </a:lnTo>
                <a:lnTo>
                  <a:pt x="1026" y="46827"/>
                </a:lnTo>
                <a:lnTo>
                  <a:pt x="1090" y="46479"/>
                </a:lnTo>
                <a:lnTo>
                  <a:pt x="1090" y="46160"/>
                </a:lnTo>
                <a:lnTo>
                  <a:pt x="1090" y="45812"/>
                </a:lnTo>
                <a:lnTo>
                  <a:pt x="1090" y="45494"/>
                </a:lnTo>
                <a:lnTo>
                  <a:pt x="1090" y="45233"/>
                </a:lnTo>
                <a:lnTo>
                  <a:pt x="1154" y="44885"/>
                </a:lnTo>
                <a:lnTo>
                  <a:pt x="1154" y="44566"/>
                </a:lnTo>
                <a:lnTo>
                  <a:pt x="1154" y="44218"/>
                </a:lnTo>
                <a:lnTo>
                  <a:pt x="1154" y="43899"/>
                </a:lnTo>
                <a:lnTo>
                  <a:pt x="1251" y="43551"/>
                </a:lnTo>
                <a:lnTo>
                  <a:pt x="1251" y="43232"/>
                </a:lnTo>
                <a:lnTo>
                  <a:pt x="1251" y="42884"/>
                </a:lnTo>
                <a:lnTo>
                  <a:pt x="1251" y="42565"/>
                </a:lnTo>
                <a:lnTo>
                  <a:pt x="1251" y="42246"/>
                </a:lnTo>
                <a:lnTo>
                  <a:pt x="1315" y="41898"/>
                </a:lnTo>
                <a:lnTo>
                  <a:pt x="1315" y="41579"/>
                </a:lnTo>
                <a:lnTo>
                  <a:pt x="1315" y="41231"/>
                </a:lnTo>
                <a:lnTo>
                  <a:pt x="1315" y="40912"/>
                </a:lnTo>
                <a:lnTo>
                  <a:pt x="1379" y="40564"/>
                </a:lnTo>
                <a:lnTo>
                  <a:pt x="1379" y="40245"/>
                </a:lnTo>
                <a:lnTo>
                  <a:pt x="1379" y="39897"/>
                </a:lnTo>
                <a:lnTo>
                  <a:pt x="1379" y="39578"/>
                </a:lnTo>
                <a:lnTo>
                  <a:pt x="1379" y="39230"/>
                </a:lnTo>
                <a:lnTo>
                  <a:pt x="1443" y="38912"/>
                </a:lnTo>
                <a:lnTo>
                  <a:pt x="1443" y="38564"/>
                </a:lnTo>
                <a:lnTo>
                  <a:pt x="1443" y="38245"/>
                </a:lnTo>
                <a:lnTo>
                  <a:pt x="1443" y="37897"/>
                </a:lnTo>
                <a:lnTo>
                  <a:pt x="1443" y="37578"/>
                </a:lnTo>
                <a:lnTo>
                  <a:pt x="1539" y="37259"/>
                </a:lnTo>
                <a:lnTo>
                  <a:pt x="1539" y="36911"/>
                </a:lnTo>
                <a:lnTo>
                  <a:pt x="1539" y="36592"/>
                </a:lnTo>
                <a:lnTo>
                  <a:pt x="1539" y="36186"/>
                </a:lnTo>
                <a:lnTo>
                  <a:pt x="1604" y="35838"/>
                </a:lnTo>
                <a:lnTo>
                  <a:pt x="1604" y="35519"/>
                </a:lnTo>
                <a:lnTo>
                  <a:pt x="1604" y="35171"/>
                </a:lnTo>
                <a:lnTo>
                  <a:pt x="1604" y="34852"/>
                </a:lnTo>
                <a:lnTo>
                  <a:pt x="1604" y="34504"/>
                </a:lnTo>
                <a:lnTo>
                  <a:pt x="1668" y="34185"/>
                </a:lnTo>
                <a:lnTo>
                  <a:pt x="1668" y="33866"/>
                </a:lnTo>
                <a:lnTo>
                  <a:pt x="1668" y="33460"/>
                </a:lnTo>
                <a:lnTo>
                  <a:pt x="1668" y="33112"/>
                </a:lnTo>
                <a:lnTo>
                  <a:pt x="1732" y="32793"/>
                </a:lnTo>
                <a:lnTo>
                  <a:pt x="1732" y="32446"/>
                </a:lnTo>
                <a:lnTo>
                  <a:pt x="1732" y="32127"/>
                </a:lnTo>
                <a:lnTo>
                  <a:pt x="1732" y="31721"/>
                </a:lnTo>
                <a:lnTo>
                  <a:pt x="1732" y="31402"/>
                </a:lnTo>
                <a:lnTo>
                  <a:pt x="1828" y="31054"/>
                </a:lnTo>
                <a:lnTo>
                  <a:pt x="1828" y="30735"/>
                </a:lnTo>
                <a:lnTo>
                  <a:pt x="1828" y="30387"/>
                </a:lnTo>
                <a:lnTo>
                  <a:pt x="1828" y="30010"/>
                </a:lnTo>
                <a:lnTo>
                  <a:pt x="1892" y="29662"/>
                </a:lnTo>
                <a:lnTo>
                  <a:pt x="1892" y="29343"/>
                </a:lnTo>
                <a:lnTo>
                  <a:pt x="1892" y="28995"/>
                </a:lnTo>
                <a:lnTo>
                  <a:pt x="1892" y="28589"/>
                </a:lnTo>
                <a:lnTo>
                  <a:pt x="1892" y="28270"/>
                </a:lnTo>
                <a:lnTo>
                  <a:pt x="1956" y="27922"/>
                </a:lnTo>
                <a:lnTo>
                  <a:pt x="1956" y="27603"/>
                </a:lnTo>
                <a:lnTo>
                  <a:pt x="1956" y="27197"/>
                </a:lnTo>
                <a:lnTo>
                  <a:pt x="1956" y="26878"/>
                </a:lnTo>
                <a:lnTo>
                  <a:pt x="2053" y="26530"/>
                </a:lnTo>
                <a:lnTo>
                  <a:pt x="2053" y="26153"/>
                </a:lnTo>
                <a:lnTo>
                  <a:pt x="2053" y="25806"/>
                </a:lnTo>
                <a:lnTo>
                  <a:pt x="2053" y="25487"/>
                </a:lnTo>
                <a:lnTo>
                  <a:pt x="2053" y="25081"/>
                </a:lnTo>
                <a:lnTo>
                  <a:pt x="2117" y="24733"/>
                </a:lnTo>
                <a:lnTo>
                  <a:pt x="2117" y="24414"/>
                </a:lnTo>
                <a:lnTo>
                  <a:pt x="2117" y="24008"/>
                </a:lnTo>
                <a:lnTo>
                  <a:pt x="2117" y="23689"/>
                </a:lnTo>
                <a:lnTo>
                  <a:pt x="2181" y="23341"/>
                </a:lnTo>
                <a:lnTo>
                  <a:pt x="2181" y="22935"/>
                </a:lnTo>
                <a:lnTo>
                  <a:pt x="2181" y="22616"/>
                </a:lnTo>
                <a:lnTo>
                  <a:pt x="2181" y="22297"/>
                </a:lnTo>
                <a:lnTo>
                  <a:pt x="2181" y="21891"/>
                </a:lnTo>
                <a:lnTo>
                  <a:pt x="2245" y="21543"/>
                </a:lnTo>
                <a:lnTo>
                  <a:pt x="2245" y="21166"/>
                </a:lnTo>
                <a:lnTo>
                  <a:pt x="2245" y="20818"/>
                </a:lnTo>
                <a:lnTo>
                  <a:pt x="2245" y="20499"/>
                </a:lnTo>
                <a:lnTo>
                  <a:pt x="2245" y="20093"/>
                </a:lnTo>
                <a:lnTo>
                  <a:pt x="2341" y="19745"/>
                </a:lnTo>
                <a:lnTo>
                  <a:pt x="2341" y="19369"/>
                </a:lnTo>
                <a:lnTo>
                  <a:pt x="2341" y="19021"/>
                </a:lnTo>
                <a:lnTo>
                  <a:pt x="2341" y="18615"/>
                </a:lnTo>
                <a:lnTo>
                  <a:pt x="2406" y="18296"/>
                </a:lnTo>
                <a:lnTo>
                  <a:pt x="2406" y="17948"/>
                </a:lnTo>
                <a:lnTo>
                  <a:pt x="2406" y="17571"/>
                </a:lnTo>
                <a:lnTo>
                  <a:pt x="2406" y="17223"/>
                </a:lnTo>
                <a:lnTo>
                  <a:pt x="2406" y="16817"/>
                </a:lnTo>
                <a:lnTo>
                  <a:pt x="2470" y="16498"/>
                </a:lnTo>
                <a:lnTo>
                  <a:pt x="2470" y="16092"/>
                </a:lnTo>
                <a:lnTo>
                  <a:pt x="2470" y="15773"/>
                </a:lnTo>
                <a:lnTo>
                  <a:pt x="2470" y="15367"/>
                </a:lnTo>
                <a:lnTo>
                  <a:pt x="2534" y="15048"/>
                </a:lnTo>
                <a:lnTo>
                  <a:pt x="2534" y="14642"/>
                </a:lnTo>
                <a:lnTo>
                  <a:pt x="2534" y="14294"/>
                </a:lnTo>
                <a:lnTo>
                  <a:pt x="2534" y="13917"/>
                </a:lnTo>
                <a:lnTo>
                  <a:pt x="2534" y="13569"/>
                </a:lnTo>
                <a:lnTo>
                  <a:pt x="2630" y="13163"/>
                </a:lnTo>
                <a:lnTo>
                  <a:pt x="2630" y="12787"/>
                </a:lnTo>
                <a:lnTo>
                  <a:pt x="2630" y="12439"/>
                </a:lnTo>
                <a:lnTo>
                  <a:pt x="2630" y="12033"/>
                </a:lnTo>
                <a:lnTo>
                  <a:pt x="2694" y="11714"/>
                </a:lnTo>
                <a:lnTo>
                  <a:pt x="2694" y="11308"/>
                </a:lnTo>
                <a:lnTo>
                  <a:pt x="2694" y="10989"/>
                </a:lnTo>
                <a:lnTo>
                  <a:pt x="2694" y="10583"/>
                </a:lnTo>
                <a:lnTo>
                  <a:pt x="2694" y="10177"/>
                </a:lnTo>
                <a:lnTo>
                  <a:pt x="2758" y="9858"/>
                </a:lnTo>
                <a:lnTo>
                  <a:pt x="2758" y="9452"/>
                </a:lnTo>
                <a:lnTo>
                  <a:pt x="2758" y="9104"/>
                </a:lnTo>
                <a:lnTo>
                  <a:pt x="2758" y="8727"/>
                </a:lnTo>
                <a:lnTo>
                  <a:pt x="2855" y="8321"/>
                </a:lnTo>
                <a:lnTo>
                  <a:pt x="2855" y="7973"/>
                </a:lnTo>
                <a:lnTo>
                  <a:pt x="2855" y="7596"/>
                </a:lnTo>
                <a:lnTo>
                  <a:pt x="2855" y="7190"/>
                </a:lnTo>
                <a:lnTo>
                  <a:pt x="2855" y="6842"/>
                </a:lnTo>
                <a:lnTo>
                  <a:pt x="2919" y="6466"/>
                </a:lnTo>
                <a:lnTo>
                  <a:pt x="2919" y="6060"/>
                </a:lnTo>
                <a:lnTo>
                  <a:pt x="2919" y="5712"/>
                </a:lnTo>
                <a:lnTo>
                  <a:pt x="2919" y="5335"/>
                </a:lnTo>
                <a:lnTo>
                  <a:pt x="2983" y="4929"/>
                </a:lnTo>
                <a:lnTo>
                  <a:pt x="2983" y="4581"/>
                </a:lnTo>
                <a:lnTo>
                  <a:pt x="2983" y="4204"/>
                </a:lnTo>
                <a:lnTo>
                  <a:pt x="2983" y="3798"/>
                </a:lnTo>
                <a:lnTo>
                  <a:pt x="2983" y="3479"/>
                </a:lnTo>
                <a:lnTo>
                  <a:pt x="3047" y="3073"/>
                </a:lnTo>
                <a:lnTo>
                  <a:pt x="3047" y="2667"/>
                </a:lnTo>
                <a:lnTo>
                  <a:pt x="3047" y="2348"/>
                </a:lnTo>
                <a:lnTo>
                  <a:pt x="3047" y="1942"/>
                </a:lnTo>
                <a:lnTo>
                  <a:pt x="3047" y="1536"/>
                </a:lnTo>
                <a:lnTo>
                  <a:pt x="3143" y="1130"/>
                </a:lnTo>
                <a:lnTo>
                  <a:pt x="3143" y="811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396599" y="3605692"/>
            <a:ext cx="3208" cy="82579"/>
          </a:xfrm>
          <a:custGeom>
            <a:avLst/>
            <a:gdLst/>
            <a:ahLst/>
            <a:cxnLst/>
            <a:rect l="l" t="t" r="r" b="b"/>
            <a:pathLst>
              <a:path w="3208" h="82579">
                <a:moveTo>
                  <a:pt x="0" y="82579"/>
                </a:moveTo>
                <a:lnTo>
                  <a:pt x="64" y="82173"/>
                </a:lnTo>
                <a:lnTo>
                  <a:pt x="64" y="81854"/>
                </a:lnTo>
                <a:lnTo>
                  <a:pt x="64" y="81448"/>
                </a:lnTo>
                <a:lnTo>
                  <a:pt x="64" y="81071"/>
                </a:lnTo>
                <a:lnTo>
                  <a:pt x="64" y="80665"/>
                </a:lnTo>
                <a:lnTo>
                  <a:pt x="128" y="80259"/>
                </a:lnTo>
                <a:lnTo>
                  <a:pt x="128" y="79940"/>
                </a:lnTo>
                <a:lnTo>
                  <a:pt x="128" y="79534"/>
                </a:lnTo>
                <a:lnTo>
                  <a:pt x="128" y="79128"/>
                </a:lnTo>
                <a:lnTo>
                  <a:pt x="224" y="78722"/>
                </a:lnTo>
                <a:lnTo>
                  <a:pt x="224" y="78316"/>
                </a:lnTo>
                <a:lnTo>
                  <a:pt x="224" y="77998"/>
                </a:lnTo>
                <a:lnTo>
                  <a:pt x="224" y="77592"/>
                </a:lnTo>
                <a:lnTo>
                  <a:pt x="224" y="77186"/>
                </a:lnTo>
                <a:lnTo>
                  <a:pt x="288" y="76809"/>
                </a:lnTo>
                <a:lnTo>
                  <a:pt x="288" y="76403"/>
                </a:lnTo>
                <a:lnTo>
                  <a:pt x="288" y="75997"/>
                </a:lnTo>
                <a:lnTo>
                  <a:pt x="288" y="75591"/>
                </a:lnTo>
                <a:lnTo>
                  <a:pt x="352" y="75272"/>
                </a:lnTo>
                <a:lnTo>
                  <a:pt x="352" y="74866"/>
                </a:lnTo>
                <a:lnTo>
                  <a:pt x="352" y="74460"/>
                </a:lnTo>
                <a:lnTo>
                  <a:pt x="352" y="74083"/>
                </a:lnTo>
                <a:lnTo>
                  <a:pt x="352" y="73677"/>
                </a:lnTo>
                <a:lnTo>
                  <a:pt x="417" y="73271"/>
                </a:lnTo>
                <a:lnTo>
                  <a:pt x="417" y="72865"/>
                </a:lnTo>
                <a:lnTo>
                  <a:pt x="417" y="72488"/>
                </a:lnTo>
                <a:lnTo>
                  <a:pt x="417" y="72082"/>
                </a:lnTo>
                <a:lnTo>
                  <a:pt x="513" y="71734"/>
                </a:lnTo>
                <a:lnTo>
                  <a:pt x="513" y="71358"/>
                </a:lnTo>
                <a:lnTo>
                  <a:pt x="513" y="70952"/>
                </a:lnTo>
                <a:lnTo>
                  <a:pt x="513" y="70546"/>
                </a:lnTo>
                <a:lnTo>
                  <a:pt x="513" y="70140"/>
                </a:lnTo>
                <a:lnTo>
                  <a:pt x="577" y="69763"/>
                </a:lnTo>
                <a:lnTo>
                  <a:pt x="577" y="69357"/>
                </a:lnTo>
                <a:lnTo>
                  <a:pt x="577" y="68951"/>
                </a:lnTo>
                <a:lnTo>
                  <a:pt x="577" y="68545"/>
                </a:lnTo>
                <a:lnTo>
                  <a:pt x="641" y="68168"/>
                </a:lnTo>
                <a:lnTo>
                  <a:pt x="641" y="67762"/>
                </a:lnTo>
                <a:lnTo>
                  <a:pt x="641" y="67356"/>
                </a:lnTo>
                <a:lnTo>
                  <a:pt x="641" y="66950"/>
                </a:lnTo>
                <a:lnTo>
                  <a:pt x="641" y="66573"/>
                </a:lnTo>
                <a:lnTo>
                  <a:pt x="705" y="66167"/>
                </a:lnTo>
                <a:lnTo>
                  <a:pt x="705" y="65761"/>
                </a:lnTo>
                <a:lnTo>
                  <a:pt x="705" y="65355"/>
                </a:lnTo>
                <a:lnTo>
                  <a:pt x="705" y="64979"/>
                </a:lnTo>
                <a:lnTo>
                  <a:pt x="705" y="64573"/>
                </a:lnTo>
                <a:lnTo>
                  <a:pt x="802" y="64167"/>
                </a:lnTo>
                <a:lnTo>
                  <a:pt x="802" y="63761"/>
                </a:lnTo>
                <a:lnTo>
                  <a:pt x="802" y="63355"/>
                </a:lnTo>
                <a:lnTo>
                  <a:pt x="802" y="62978"/>
                </a:lnTo>
                <a:lnTo>
                  <a:pt x="866" y="62572"/>
                </a:lnTo>
                <a:lnTo>
                  <a:pt x="866" y="62166"/>
                </a:lnTo>
                <a:lnTo>
                  <a:pt x="866" y="61760"/>
                </a:lnTo>
                <a:lnTo>
                  <a:pt x="866" y="61383"/>
                </a:lnTo>
                <a:lnTo>
                  <a:pt x="866" y="60977"/>
                </a:lnTo>
                <a:lnTo>
                  <a:pt x="930" y="60571"/>
                </a:lnTo>
                <a:lnTo>
                  <a:pt x="930" y="60165"/>
                </a:lnTo>
                <a:lnTo>
                  <a:pt x="930" y="59788"/>
                </a:lnTo>
                <a:lnTo>
                  <a:pt x="930" y="59382"/>
                </a:lnTo>
                <a:lnTo>
                  <a:pt x="1026" y="58918"/>
                </a:lnTo>
                <a:lnTo>
                  <a:pt x="1026" y="58513"/>
                </a:lnTo>
                <a:lnTo>
                  <a:pt x="1026" y="58107"/>
                </a:lnTo>
                <a:lnTo>
                  <a:pt x="1026" y="57730"/>
                </a:lnTo>
                <a:lnTo>
                  <a:pt x="1026" y="57324"/>
                </a:lnTo>
                <a:lnTo>
                  <a:pt x="1090" y="56918"/>
                </a:lnTo>
                <a:lnTo>
                  <a:pt x="1090" y="56512"/>
                </a:lnTo>
                <a:lnTo>
                  <a:pt x="1090" y="56135"/>
                </a:lnTo>
                <a:lnTo>
                  <a:pt x="1090" y="55729"/>
                </a:lnTo>
                <a:lnTo>
                  <a:pt x="1154" y="55323"/>
                </a:lnTo>
                <a:lnTo>
                  <a:pt x="1154" y="54859"/>
                </a:lnTo>
                <a:lnTo>
                  <a:pt x="1154" y="54453"/>
                </a:lnTo>
                <a:lnTo>
                  <a:pt x="1154" y="54047"/>
                </a:lnTo>
                <a:lnTo>
                  <a:pt x="1154" y="53670"/>
                </a:lnTo>
                <a:lnTo>
                  <a:pt x="1219" y="53264"/>
                </a:lnTo>
                <a:lnTo>
                  <a:pt x="1219" y="52858"/>
                </a:lnTo>
                <a:lnTo>
                  <a:pt x="1219" y="52452"/>
                </a:lnTo>
                <a:lnTo>
                  <a:pt x="1219" y="51989"/>
                </a:lnTo>
                <a:lnTo>
                  <a:pt x="1315" y="51612"/>
                </a:lnTo>
                <a:lnTo>
                  <a:pt x="1315" y="51206"/>
                </a:lnTo>
                <a:lnTo>
                  <a:pt x="1315" y="50800"/>
                </a:lnTo>
                <a:lnTo>
                  <a:pt x="1315" y="50394"/>
                </a:lnTo>
                <a:lnTo>
                  <a:pt x="1315" y="49930"/>
                </a:lnTo>
                <a:lnTo>
                  <a:pt x="1379" y="49524"/>
                </a:lnTo>
                <a:lnTo>
                  <a:pt x="1379" y="49147"/>
                </a:lnTo>
                <a:lnTo>
                  <a:pt x="1379" y="48741"/>
                </a:lnTo>
                <a:lnTo>
                  <a:pt x="1379" y="48335"/>
                </a:lnTo>
                <a:lnTo>
                  <a:pt x="1443" y="47871"/>
                </a:lnTo>
                <a:lnTo>
                  <a:pt x="1443" y="47465"/>
                </a:lnTo>
                <a:lnTo>
                  <a:pt x="1443" y="47088"/>
                </a:lnTo>
                <a:lnTo>
                  <a:pt x="1443" y="46682"/>
                </a:lnTo>
                <a:lnTo>
                  <a:pt x="1443" y="46276"/>
                </a:lnTo>
                <a:lnTo>
                  <a:pt x="1539" y="45812"/>
                </a:lnTo>
                <a:lnTo>
                  <a:pt x="1539" y="45407"/>
                </a:lnTo>
                <a:lnTo>
                  <a:pt x="1539" y="45030"/>
                </a:lnTo>
                <a:lnTo>
                  <a:pt x="1539" y="44624"/>
                </a:lnTo>
                <a:lnTo>
                  <a:pt x="1539" y="44160"/>
                </a:lnTo>
                <a:lnTo>
                  <a:pt x="1604" y="43754"/>
                </a:lnTo>
                <a:lnTo>
                  <a:pt x="1604" y="43348"/>
                </a:lnTo>
                <a:lnTo>
                  <a:pt x="1604" y="42942"/>
                </a:lnTo>
                <a:lnTo>
                  <a:pt x="1604" y="42478"/>
                </a:lnTo>
                <a:lnTo>
                  <a:pt x="1668" y="42101"/>
                </a:lnTo>
                <a:lnTo>
                  <a:pt x="1668" y="41695"/>
                </a:lnTo>
                <a:lnTo>
                  <a:pt x="1668" y="41231"/>
                </a:lnTo>
                <a:lnTo>
                  <a:pt x="1668" y="40825"/>
                </a:lnTo>
                <a:lnTo>
                  <a:pt x="1668" y="40419"/>
                </a:lnTo>
                <a:lnTo>
                  <a:pt x="1732" y="40042"/>
                </a:lnTo>
                <a:lnTo>
                  <a:pt x="1732" y="39549"/>
                </a:lnTo>
                <a:lnTo>
                  <a:pt x="1732" y="39172"/>
                </a:lnTo>
                <a:lnTo>
                  <a:pt x="1732" y="38767"/>
                </a:lnTo>
                <a:lnTo>
                  <a:pt x="1828" y="38303"/>
                </a:lnTo>
                <a:lnTo>
                  <a:pt x="1828" y="37897"/>
                </a:lnTo>
                <a:lnTo>
                  <a:pt x="1828" y="37491"/>
                </a:lnTo>
                <a:lnTo>
                  <a:pt x="1828" y="37027"/>
                </a:lnTo>
                <a:lnTo>
                  <a:pt x="1828" y="36650"/>
                </a:lnTo>
                <a:lnTo>
                  <a:pt x="1892" y="36244"/>
                </a:lnTo>
                <a:lnTo>
                  <a:pt x="1892" y="35780"/>
                </a:lnTo>
                <a:lnTo>
                  <a:pt x="1892" y="35374"/>
                </a:lnTo>
                <a:lnTo>
                  <a:pt x="1892" y="34968"/>
                </a:lnTo>
                <a:lnTo>
                  <a:pt x="1956" y="34504"/>
                </a:lnTo>
                <a:lnTo>
                  <a:pt x="1956" y="34098"/>
                </a:lnTo>
                <a:lnTo>
                  <a:pt x="1956" y="33721"/>
                </a:lnTo>
                <a:lnTo>
                  <a:pt x="1956" y="33257"/>
                </a:lnTo>
                <a:lnTo>
                  <a:pt x="1956" y="32851"/>
                </a:lnTo>
                <a:lnTo>
                  <a:pt x="2021" y="32446"/>
                </a:lnTo>
                <a:lnTo>
                  <a:pt x="2021" y="31982"/>
                </a:lnTo>
                <a:lnTo>
                  <a:pt x="2021" y="31576"/>
                </a:lnTo>
                <a:lnTo>
                  <a:pt x="2021" y="31112"/>
                </a:lnTo>
                <a:lnTo>
                  <a:pt x="2117" y="30706"/>
                </a:lnTo>
                <a:lnTo>
                  <a:pt x="2117" y="30329"/>
                </a:lnTo>
                <a:lnTo>
                  <a:pt x="2117" y="29865"/>
                </a:lnTo>
                <a:lnTo>
                  <a:pt x="2117" y="29459"/>
                </a:lnTo>
                <a:lnTo>
                  <a:pt x="2117" y="28995"/>
                </a:lnTo>
                <a:lnTo>
                  <a:pt x="2181" y="28589"/>
                </a:lnTo>
                <a:lnTo>
                  <a:pt x="2181" y="28183"/>
                </a:lnTo>
                <a:lnTo>
                  <a:pt x="2181" y="27719"/>
                </a:lnTo>
                <a:lnTo>
                  <a:pt x="2181" y="27313"/>
                </a:lnTo>
                <a:lnTo>
                  <a:pt x="2245" y="26849"/>
                </a:lnTo>
                <a:lnTo>
                  <a:pt x="2245" y="26472"/>
                </a:lnTo>
                <a:lnTo>
                  <a:pt x="2245" y="26067"/>
                </a:lnTo>
                <a:lnTo>
                  <a:pt x="2245" y="25603"/>
                </a:lnTo>
                <a:lnTo>
                  <a:pt x="2245" y="25197"/>
                </a:lnTo>
                <a:lnTo>
                  <a:pt x="2341" y="24733"/>
                </a:lnTo>
                <a:lnTo>
                  <a:pt x="2341" y="24327"/>
                </a:lnTo>
                <a:lnTo>
                  <a:pt x="2341" y="23863"/>
                </a:lnTo>
                <a:lnTo>
                  <a:pt x="2341" y="23457"/>
                </a:lnTo>
                <a:lnTo>
                  <a:pt x="2341" y="22993"/>
                </a:lnTo>
                <a:lnTo>
                  <a:pt x="2406" y="22616"/>
                </a:lnTo>
                <a:lnTo>
                  <a:pt x="2406" y="22210"/>
                </a:lnTo>
                <a:lnTo>
                  <a:pt x="2406" y="21746"/>
                </a:lnTo>
                <a:lnTo>
                  <a:pt x="2406" y="21340"/>
                </a:lnTo>
                <a:lnTo>
                  <a:pt x="2470" y="20876"/>
                </a:lnTo>
                <a:lnTo>
                  <a:pt x="2470" y="20470"/>
                </a:lnTo>
                <a:lnTo>
                  <a:pt x="2470" y="20006"/>
                </a:lnTo>
                <a:lnTo>
                  <a:pt x="2470" y="19600"/>
                </a:lnTo>
                <a:lnTo>
                  <a:pt x="2470" y="19137"/>
                </a:lnTo>
                <a:lnTo>
                  <a:pt x="2534" y="18760"/>
                </a:lnTo>
                <a:lnTo>
                  <a:pt x="2534" y="18296"/>
                </a:lnTo>
                <a:lnTo>
                  <a:pt x="2534" y="17890"/>
                </a:lnTo>
                <a:lnTo>
                  <a:pt x="2534" y="17426"/>
                </a:lnTo>
                <a:lnTo>
                  <a:pt x="2630" y="17020"/>
                </a:lnTo>
                <a:lnTo>
                  <a:pt x="2630" y="16556"/>
                </a:lnTo>
                <a:lnTo>
                  <a:pt x="2630" y="16150"/>
                </a:lnTo>
                <a:lnTo>
                  <a:pt x="2630" y="15686"/>
                </a:lnTo>
                <a:lnTo>
                  <a:pt x="2630" y="15280"/>
                </a:lnTo>
                <a:lnTo>
                  <a:pt x="2694" y="14816"/>
                </a:lnTo>
                <a:lnTo>
                  <a:pt x="2694" y="14439"/>
                </a:lnTo>
                <a:lnTo>
                  <a:pt x="2694" y="13975"/>
                </a:lnTo>
                <a:lnTo>
                  <a:pt x="2694" y="13569"/>
                </a:lnTo>
                <a:lnTo>
                  <a:pt x="2758" y="13105"/>
                </a:lnTo>
                <a:lnTo>
                  <a:pt x="2758" y="12642"/>
                </a:lnTo>
                <a:lnTo>
                  <a:pt x="2758" y="12236"/>
                </a:lnTo>
                <a:lnTo>
                  <a:pt x="2758" y="11772"/>
                </a:lnTo>
                <a:lnTo>
                  <a:pt x="2758" y="11366"/>
                </a:lnTo>
                <a:lnTo>
                  <a:pt x="2823" y="10902"/>
                </a:lnTo>
                <a:lnTo>
                  <a:pt x="2823" y="10496"/>
                </a:lnTo>
                <a:lnTo>
                  <a:pt x="2823" y="10032"/>
                </a:lnTo>
                <a:lnTo>
                  <a:pt x="2823" y="9626"/>
                </a:lnTo>
                <a:lnTo>
                  <a:pt x="2919" y="9162"/>
                </a:lnTo>
                <a:lnTo>
                  <a:pt x="2919" y="8785"/>
                </a:lnTo>
                <a:lnTo>
                  <a:pt x="2919" y="8321"/>
                </a:lnTo>
                <a:lnTo>
                  <a:pt x="2919" y="7857"/>
                </a:lnTo>
                <a:lnTo>
                  <a:pt x="2919" y="7451"/>
                </a:lnTo>
                <a:lnTo>
                  <a:pt x="2983" y="6987"/>
                </a:lnTo>
                <a:lnTo>
                  <a:pt x="2983" y="6581"/>
                </a:lnTo>
                <a:lnTo>
                  <a:pt x="2983" y="6118"/>
                </a:lnTo>
                <a:lnTo>
                  <a:pt x="2983" y="5654"/>
                </a:lnTo>
                <a:lnTo>
                  <a:pt x="3047" y="5248"/>
                </a:lnTo>
                <a:lnTo>
                  <a:pt x="3047" y="4784"/>
                </a:lnTo>
                <a:lnTo>
                  <a:pt x="3047" y="4378"/>
                </a:lnTo>
                <a:lnTo>
                  <a:pt x="3047" y="3914"/>
                </a:lnTo>
                <a:lnTo>
                  <a:pt x="3047" y="3450"/>
                </a:lnTo>
                <a:lnTo>
                  <a:pt x="3143" y="3044"/>
                </a:lnTo>
                <a:lnTo>
                  <a:pt x="3143" y="2580"/>
                </a:lnTo>
                <a:lnTo>
                  <a:pt x="3143" y="2203"/>
                </a:lnTo>
                <a:lnTo>
                  <a:pt x="3143" y="1739"/>
                </a:lnTo>
                <a:lnTo>
                  <a:pt x="3143" y="1275"/>
                </a:lnTo>
                <a:lnTo>
                  <a:pt x="3208" y="869"/>
                </a:lnTo>
                <a:lnTo>
                  <a:pt x="3208" y="405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399807" y="3515661"/>
            <a:ext cx="3208" cy="90031"/>
          </a:xfrm>
          <a:custGeom>
            <a:avLst/>
            <a:gdLst/>
            <a:ahLst/>
            <a:cxnLst/>
            <a:rect l="l" t="t" r="r" b="b"/>
            <a:pathLst>
              <a:path w="3208" h="90031">
                <a:moveTo>
                  <a:pt x="0" y="90031"/>
                </a:moveTo>
                <a:lnTo>
                  <a:pt x="0" y="89567"/>
                </a:lnTo>
                <a:lnTo>
                  <a:pt x="64" y="89103"/>
                </a:lnTo>
                <a:lnTo>
                  <a:pt x="64" y="88697"/>
                </a:lnTo>
                <a:lnTo>
                  <a:pt x="64" y="88233"/>
                </a:lnTo>
                <a:lnTo>
                  <a:pt x="64" y="87769"/>
                </a:lnTo>
                <a:lnTo>
                  <a:pt x="64" y="87363"/>
                </a:lnTo>
                <a:lnTo>
                  <a:pt x="128" y="86899"/>
                </a:lnTo>
                <a:lnTo>
                  <a:pt x="128" y="86435"/>
                </a:lnTo>
                <a:lnTo>
                  <a:pt x="128" y="86029"/>
                </a:lnTo>
                <a:lnTo>
                  <a:pt x="128" y="85565"/>
                </a:lnTo>
                <a:lnTo>
                  <a:pt x="224" y="85101"/>
                </a:lnTo>
                <a:lnTo>
                  <a:pt x="224" y="84696"/>
                </a:lnTo>
                <a:lnTo>
                  <a:pt x="224" y="84232"/>
                </a:lnTo>
                <a:lnTo>
                  <a:pt x="224" y="83768"/>
                </a:lnTo>
                <a:lnTo>
                  <a:pt x="224" y="83391"/>
                </a:lnTo>
                <a:lnTo>
                  <a:pt x="288" y="82927"/>
                </a:lnTo>
                <a:lnTo>
                  <a:pt x="288" y="82434"/>
                </a:lnTo>
                <a:lnTo>
                  <a:pt x="288" y="82057"/>
                </a:lnTo>
                <a:lnTo>
                  <a:pt x="288" y="81593"/>
                </a:lnTo>
                <a:lnTo>
                  <a:pt x="352" y="81129"/>
                </a:lnTo>
                <a:lnTo>
                  <a:pt x="352" y="80723"/>
                </a:lnTo>
                <a:lnTo>
                  <a:pt x="352" y="80259"/>
                </a:lnTo>
                <a:lnTo>
                  <a:pt x="352" y="79795"/>
                </a:lnTo>
                <a:lnTo>
                  <a:pt x="352" y="79389"/>
                </a:lnTo>
                <a:lnTo>
                  <a:pt x="449" y="78925"/>
                </a:lnTo>
                <a:lnTo>
                  <a:pt x="449" y="78461"/>
                </a:lnTo>
                <a:lnTo>
                  <a:pt x="449" y="78056"/>
                </a:lnTo>
                <a:lnTo>
                  <a:pt x="449" y="77592"/>
                </a:lnTo>
                <a:lnTo>
                  <a:pt x="513" y="77128"/>
                </a:lnTo>
                <a:lnTo>
                  <a:pt x="513" y="76722"/>
                </a:lnTo>
                <a:lnTo>
                  <a:pt x="513" y="76258"/>
                </a:lnTo>
                <a:lnTo>
                  <a:pt x="513" y="75794"/>
                </a:lnTo>
                <a:lnTo>
                  <a:pt x="513" y="75330"/>
                </a:lnTo>
                <a:lnTo>
                  <a:pt x="577" y="74924"/>
                </a:lnTo>
                <a:lnTo>
                  <a:pt x="577" y="74460"/>
                </a:lnTo>
                <a:lnTo>
                  <a:pt x="577" y="73996"/>
                </a:lnTo>
                <a:lnTo>
                  <a:pt x="577" y="73590"/>
                </a:lnTo>
                <a:lnTo>
                  <a:pt x="641" y="73126"/>
                </a:lnTo>
                <a:lnTo>
                  <a:pt x="641" y="72662"/>
                </a:lnTo>
                <a:lnTo>
                  <a:pt x="641" y="72198"/>
                </a:lnTo>
                <a:lnTo>
                  <a:pt x="641" y="71821"/>
                </a:lnTo>
                <a:lnTo>
                  <a:pt x="641" y="71358"/>
                </a:lnTo>
                <a:lnTo>
                  <a:pt x="737" y="70865"/>
                </a:lnTo>
                <a:lnTo>
                  <a:pt x="737" y="70401"/>
                </a:lnTo>
                <a:lnTo>
                  <a:pt x="737" y="70024"/>
                </a:lnTo>
                <a:lnTo>
                  <a:pt x="737" y="69560"/>
                </a:lnTo>
                <a:lnTo>
                  <a:pt x="737" y="69096"/>
                </a:lnTo>
                <a:lnTo>
                  <a:pt x="802" y="68603"/>
                </a:lnTo>
                <a:lnTo>
                  <a:pt x="802" y="68226"/>
                </a:lnTo>
                <a:lnTo>
                  <a:pt x="802" y="67762"/>
                </a:lnTo>
                <a:lnTo>
                  <a:pt x="802" y="67298"/>
                </a:lnTo>
                <a:lnTo>
                  <a:pt x="866" y="66834"/>
                </a:lnTo>
                <a:lnTo>
                  <a:pt x="866" y="66428"/>
                </a:lnTo>
                <a:lnTo>
                  <a:pt x="866" y="65964"/>
                </a:lnTo>
                <a:lnTo>
                  <a:pt x="866" y="65500"/>
                </a:lnTo>
                <a:lnTo>
                  <a:pt x="866" y="65037"/>
                </a:lnTo>
                <a:lnTo>
                  <a:pt x="930" y="64631"/>
                </a:lnTo>
                <a:lnTo>
                  <a:pt x="930" y="64167"/>
                </a:lnTo>
                <a:lnTo>
                  <a:pt x="930" y="63703"/>
                </a:lnTo>
                <a:lnTo>
                  <a:pt x="930" y="63239"/>
                </a:lnTo>
                <a:lnTo>
                  <a:pt x="1026" y="62833"/>
                </a:lnTo>
                <a:lnTo>
                  <a:pt x="1026" y="62369"/>
                </a:lnTo>
                <a:lnTo>
                  <a:pt x="1026" y="61905"/>
                </a:lnTo>
                <a:lnTo>
                  <a:pt x="1026" y="61441"/>
                </a:lnTo>
                <a:lnTo>
                  <a:pt x="1026" y="61035"/>
                </a:lnTo>
                <a:lnTo>
                  <a:pt x="1090" y="60571"/>
                </a:lnTo>
                <a:lnTo>
                  <a:pt x="1090" y="60107"/>
                </a:lnTo>
                <a:lnTo>
                  <a:pt x="1090" y="59643"/>
                </a:lnTo>
                <a:lnTo>
                  <a:pt x="1090" y="59179"/>
                </a:lnTo>
                <a:lnTo>
                  <a:pt x="1154" y="58773"/>
                </a:lnTo>
                <a:lnTo>
                  <a:pt x="1154" y="58310"/>
                </a:lnTo>
                <a:lnTo>
                  <a:pt x="1154" y="57846"/>
                </a:lnTo>
                <a:lnTo>
                  <a:pt x="1154" y="57382"/>
                </a:lnTo>
                <a:lnTo>
                  <a:pt x="1154" y="56918"/>
                </a:lnTo>
                <a:lnTo>
                  <a:pt x="1251" y="56512"/>
                </a:lnTo>
                <a:lnTo>
                  <a:pt x="1251" y="56048"/>
                </a:lnTo>
                <a:lnTo>
                  <a:pt x="1251" y="55584"/>
                </a:lnTo>
                <a:lnTo>
                  <a:pt x="1251" y="55120"/>
                </a:lnTo>
                <a:lnTo>
                  <a:pt x="1315" y="54656"/>
                </a:lnTo>
                <a:lnTo>
                  <a:pt x="1315" y="54250"/>
                </a:lnTo>
                <a:lnTo>
                  <a:pt x="1315" y="53786"/>
                </a:lnTo>
                <a:lnTo>
                  <a:pt x="1315" y="53322"/>
                </a:lnTo>
                <a:lnTo>
                  <a:pt x="1315" y="52858"/>
                </a:lnTo>
                <a:lnTo>
                  <a:pt x="1379" y="52394"/>
                </a:lnTo>
                <a:lnTo>
                  <a:pt x="1379" y="51989"/>
                </a:lnTo>
                <a:lnTo>
                  <a:pt x="1379" y="51525"/>
                </a:lnTo>
                <a:lnTo>
                  <a:pt x="1379" y="51061"/>
                </a:lnTo>
                <a:lnTo>
                  <a:pt x="1443" y="50597"/>
                </a:lnTo>
                <a:lnTo>
                  <a:pt x="1443" y="50133"/>
                </a:lnTo>
                <a:lnTo>
                  <a:pt x="1443" y="49727"/>
                </a:lnTo>
                <a:lnTo>
                  <a:pt x="1443" y="49263"/>
                </a:lnTo>
                <a:lnTo>
                  <a:pt x="1443" y="48799"/>
                </a:lnTo>
                <a:lnTo>
                  <a:pt x="1539" y="48335"/>
                </a:lnTo>
                <a:lnTo>
                  <a:pt x="1539" y="47871"/>
                </a:lnTo>
                <a:lnTo>
                  <a:pt x="1539" y="47407"/>
                </a:lnTo>
                <a:lnTo>
                  <a:pt x="1539" y="47001"/>
                </a:lnTo>
                <a:lnTo>
                  <a:pt x="1539" y="46537"/>
                </a:lnTo>
                <a:lnTo>
                  <a:pt x="1604" y="46073"/>
                </a:lnTo>
                <a:lnTo>
                  <a:pt x="1604" y="45610"/>
                </a:lnTo>
                <a:lnTo>
                  <a:pt x="1604" y="45146"/>
                </a:lnTo>
                <a:lnTo>
                  <a:pt x="1604" y="44682"/>
                </a:lnTo>
                <a:lnTo>
                  <a:pt x="1668" y="44276"/>
                </a:lnTo>
                <a:lnTo>
                  <a:pt x="1668" y="43812"/>
                </a:lnTo>
                <a:lnTo>
                  <a:pt x="1668" y="43348"/>
                </a:lnTo>
                <a:lnTo>
                  <a:pt x="1668" y="42884"/>
                </a:lnTo>
                <a:lnTo>
                  <a:pt x="1668" y="42420"/>
                </a:lnTo>
                <a:lnTo>
                  <a:pt x="1732" y="41956"/>
                </a:lnTo>
                <a:lnTo>
                  <a:pt x="1732" y="41550"/>
                </a:lnTo>
                <a:lnTo>
                  <a:pt x="1732" y="41086"/>
                </a:lnTo>
                <a:lnTo>
                  <a:pt x="1732" y="40622"/>
                </a:lnTo>
                <a:lnTo>
                  <a:pt x="1828" y="40158"/>
                </a:lnTo>
                <a:lnTo>
                  <a:pt x="1828" y="39694"/>
                </a:lnTo>
                <a:lnTo>
                  <a:pt x="1828" y="39230"/>
                </a:lnTo>
                <a:lnTo>
                  <a:pt x="1828" y="38825"/>
                </a:lnTo>
                <a:lnTo>
                  <a:pt x="1828" y="38361"/>
                </a:lnTo>
                <a:lnTo>
                  <a:pt x="1892" y="37897"/>
                </a:lnTo>
                <a:lnTo>
                  <a:pt x="1892" y="37433"/>
                </a:lnTo>
                <a:lnTo>
                  <a:pt x="1892" y="36969"/>
                </a:lnTo>
                <a:lnTo>
                  <a:pt x="1892" y="36505"/>
                </a:lnTo>
                <a:lnTo>
                  <a:pt x="1956" y="36041"/>
                </a:lnTo>
                <a:lnTo>
                  <a:pt x="1956" y="35635"/>
                </a:lnTo>
                <a:lnTo>
                  <a:pt x="1956" y="35171"/>
                </a:lnTo>
                <a:lnTo>
                  <a:pt x="1956" y="34707"/>
                </a:lnTo>
                <a:lnTo>
                  <a:pt x="1956" y="34243"/>
                </a:lnTo>
                <a:lnTo>
                  <a:pt x="2053" y="33779"/>
                </a:lnTo>
                <a:lnTo>
                  <a:pt x="2053" y="33315"/>
                </a:lnTo>
                <a:lnTo>
                  <a:pt x="2053" y="32851"/>
                </a:lnTo>
                <a:lnTo>
                  <a:pt x="2053" y="32446"/>
                </a:lnTo>
                <a:lnTo>
                  <a:pt x="2117" y="31982"/>
                </a:lnTo>
                <a:lnTo>
                  <a:pt x="2117" y="31518"/>
                </a:lnTo>
                <a:lnTo>
                  <a:pt x="2117" y="31054"/>
                </a:lnTo>
                <a:lnTo>
                  <a:pt x="2117" y="30590"/>
                </a:lnTo>
                <a:lnTo>
                  <a:pt x="2117" y="30126"/>
                </a:lnTo>
                <a:lnTo>
                  <a:pt x="2181" y="29662"/>
                </a:lnTo>
                <a:lnTo>
                  <a:pt x="2181" y="29256"/>
                </a:lnTo>
                <a:lnTo>
                  <a:pt x="2181" y="28792"/>
                </a:lnTo>
                <a:lnTo>
                  <a:pt x="2181" y="28328"/>
                </a:lnTo>
                <a:lnTo>
                  <a:pt x="2245" y="27864"/>
                </a:lnTo>
                <a:lnTo>
                  <a:pt x="2245" y="27400"/>
                </a:lnTo>
                <a:lnTo>
                  <a:pt x="2245" y="26936"/>
                </a:lnTo>
                <a:lnTo>
                  <a:pt x="2245" y="26472"/>
                </a:lnTo>
                <a:lnTo>
                  <a:pt x="2245" y="26067"/>
                </a:lnTo>
                <a:lnTo>
                  <a:pt x="2341" y="25603"/>
                </a:lnTo>
                <a:lnTo>
                  <a:pt x="2341" y="25139"/>
                </a:lnTo>
                <a:lnTo>
                  <a:pt x="2341" y="24675"/>
                </a:lnTo>
                <a:lnTo>
                  <a:pt x="2341" y="24211"/>
                </a:lnTo>
                <a:lnTo>
                  <a:pt x="2341" y="23718"/>
                </a:lnTo>
                <a:lnTo>
                  <a:pt x="2406" y="23254"/>
                </a:lnTo>
                <a:lnTo>
                  <a:pt x="2406" y="22790"/>
                </a:lnTo>
                <a:lnTo>
                  <a:pt x="2406" y="22413"/>
                </a:lnTo>
                <a:lnTo>
                  <a:pt x="2406" y="21949"/>
                </a:lnTo>
                <a:lnTo>
                  <a:pt x="2470" y="21485"/>
                </a:lnTo>
                <a:lnTo>
                  <a:pt x="2470" y="20992"/>
                </a:lnTo>
                <a:lnTo>
                  <a:pt x="2470" y="20528"/>
                </a:lnTo>
                <a:lnTo>
                  <a:pt x="2470" y="20064"/>
                </a:lnTo>
                <a:lnTo>
                  <a:pt x="2470" y="19600"/>
                </a:lnTo>
                <a:lnTo>
                  <a:pt x="2566" y="19137"/>
                </a:lnTo>
                <a:lnTo>
                  <a:pt x="2566" y="18731"/>
                </a:lnTo>
                <a:lnTo>
                  <a:pt x="2566" y="18267"/>
                </a:lnTo>
                <a:lnTo>
                  <a:pt x="2566" y="17803"/>
                </a:lnTo>
                <a:lnTo>
                  <a:pt x="2630" y="17339"/>
                </a:lnTo>
                <a:lnTo>
                  <a:pt x="2630" y="16875"/>
                </a:lnTo>
                <a:lnTo>
                  <a:pt x="2630" y="16411"/>
                </a:lnTo>
                <a:lnTo>
                  <a:pt x="2630" y="15947"/>
                </a:lnTo>
                <a:lnTo>
                  <a:pt x="2630" y="15483"/>
                </a:lnTo>
                <a:lnTo>
                  <a:pt x="2694" y="15077"/>
                </a:lnTo>
                <a:lnTo>
                  <a:pt x="2694" y="14613"/>
                </a:lnTo>
                <a:lnTo>
                  <a:pt x="2694" y="14149"/>
                </a:lnTo>
                <a:lnTo>
                  <a:pt x="2694" y="13685"/>
                </a:lnTo>
                <a:lnTo>
                  <a:pt x="2758" y="13221"/>
                </a:lnTo>
                <a:lnTo>
                  <a:pt x="2758" y="12758"/>
                </a:lnTo>
                <a:lnTo>
                  <a:pt x="2758" y="12294"/>
                </a:lnTo>
                <a:lnTo>
                  <a:pt x="2758" y="11830"/>
                </a:lnTo>
                <a:lnTo>
                  <a:pt x="2758" y="11424"/>
                </a:lnTo>
                <a:lnTo>
                  <a:pt x="2855" y="10960"/>
                </a:lnTo>
                <a:lnTo>
                  <a:pt x="2855" y="10496"/>
                </a:lnTo>
                <a:lnTo>
                  <a:pt x="2855" y="10032"/>
                </a:lnTo>
                <a:lnTo>
                  <a:pt x="2855" y="9568"/>
                </a:lnTo>
                <a:lnTo>
                  <a:pt x="2919" y="9104"/>
                </a:lnTo>
                <a:lnTo>
                  <a:pt x="2919" y="8640"/>
                </a:lnTo>
                <a:lnTo>
                  <a:pt x="2919" y="8176"/>
                </a:lnTo>
                <a:lnTo>
                  <a:pt x="2919" y="7770"/>
                </a:lnTo>
                <a:lnTo>
                  <a:pt x="2919" y="7306"/>
                </a:lnTo>
                <a:lnTo>
                  <a:pt x="2983" y="6842"/>
                </a:lnTo>
                <a:lnTo>
                  <a:pt x="2983" y="6379"/>
                </a:lnTo>
                <a:lnTo>
                  <a:pt x="2983" y="5915"/>
                </a:lnTo>
                <a:lnTo>
                  <a:pt x="2983" y="5451"/>
                </a:lnTo>
                <a:lnTo>
                  <a:pt x="3047" y="4987"/>
                </a:lnTo>
                <a:lnTo>
                  <a:pt x="3047" y="4523"/>
                </a:lnTo>
                <a:lnTo>
                  <a:pt x="3047" y="4059"/>
                </a:lnTo>
                <a:lnTo>
                  <a:pt x="3047" y="3653"/>
                </a:lnTo>
                <a:lnTo>
                  <a:pt x="3047" y="3189"/>
                </a:lnTo>
                <a:lnTo>
                  <a:pt x="3143" y="2725"/>
                </a:lnTo>
                <a:lnTo>
                  <a:pt x="3143" y="2261"/>
                </a:lnTo>
                <a:lnTo>
                  <a:pt x="3143" y="1797"/>
                </a:lnTo>
                <a:lnTo>
                  <a:pt x="3143" y="1333"/>
                </a:lnTo>
                <a:lnTo>
                  <a:pt x="3143" y="869"/>
                </a:lnTo>
                <a:lnTo>
                  <a:pt x="3208" y="405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403015" y="3426471"/>
            <a:ext cx="3208" cy="89190"/>
          </a:xfrm>
          <a:custGeom>
            <a:avLst/>
            <a:gdLst/>
            <a:ahLst/>
            <a:cxnLst/>
            <a:rect l="l" t="t" r="r" b="b"/>
            <a:pathLst>
              <a:path w="3208" h="89190">
                <a:moveTo>
                  <a:pt x="0" y="89190"/>
                </a:moveTo>
                <a:lnTo>
                  <a:pt x="0" y="88726"/>
                </a:lnTo>
                <a:lnTo>
                  <a:pt x="0" y="88262"/>
                </a:lnTo>
                <a:lnTo>
                  <a:pt x="64" y="87798"/>
                </a:lnTo>
                <a:lnTo>
                  <a:pt x="64" y="87334"/>
                </a:lnTo>
                <a:lnTo>
                  <a:pt x="64" y="86841"/>
                </a:lnTo>
                <a:lnTo>
                  <a:pt x="64" y="86377"/>
                </a:lnTo>
                <a:lnTo>
                  <a:pt x="64" y="85913"/>
                </a:lnTo>
                <a:lnTo>
                  <a:pt x="160" y="85536"/>
                </a:lnTo>
                <a:lnTo>
                  <a:pt x="160" y="85072"/>
                </a:lnTo>
                <a:lnTo>
                  <a:pt x="160" y="84609"/>
                </a:lnTo>
                <a:lnTo>
                  <a:pt x="160" y="84116"/>
                </a:lnTo>
                <a:lnTo>
                  <a:pt x="224" y="83652"/>
                </a:lnTo>
                <a:lnTo>
                  <a:pt x="224" y="83188"/>
                </a:lnTo>
                <a:lnTo>
                  <a:pt x="224" y="82724"/>
                </a:lnTo>
                <a:lnTo>
                  <a:pt x="224" y="82347"/>
                </a:lnTo>
                <a:lnTo>
                  <a:pt x="224" y="81854"/>
                </a:lnTo>
                <a:lnTo>
                  <a:pt x="288" y="81390"/>
                </a:lnTo>
                <a:lnTo>
                  <a:pt x="288" y="80926"/>
                </a:lnTo>
                <a:lnTo>
                  <a:pt x="288" y="80462"/>
                </a:lnTo>
                <a:lnTo>
                  <a:pt x="288" y="79998"/>
                </a:lnTo>
                <a:lnTo>
                  <a:pt x="352" y="79534"/>
                </a:lnTo>
                <a:lnTo>
                  <a:pt x="352" y="79070"/>
                </a:lnTo>
                <a:lnTo>
                  <a:pt x="352" y="78664"/>
                </a:lnTo>
                <a:lnTo>
                  <a:pt x="352" y="78201"/>
                </a:lnTo>
                <a:lnTo>
                  <a:pt x="352" y="77737"/>
                </a:lnTo>
                <a:lnTo>
                  <a:pt x="449" y="77273"/>
                </a:lnTo>
                <a:lnTo>
                  <a:pt x="449" y="76809"/>
                </a:lnTo>
                <a:lnTo>
                  <a:pt x="449" y="76345"/>
                </a:lnTo>
                <a:lnTo>
                  <a:pt x="449" y="75881"/>
                </a:lnTo>
                <a:lnTo>
                  <a:pt x="513" y="75475"/>
                </a:lnTo>
                <a:lnTo>
                  <a:pt x="513" y="75011"/>
                </a:lnTo>
                <a:lnTo>
                  <a:pt x="513" y="74547"/>
                </a:lnTo>
                <a:lnTo>
                  <a:pt x="513" y="74083"/>
                </a:lnTo>
                <a:lnTo>
                  <a:pt x="513" y="73619"/>
                </a:lnTo>
                <a:lnTo>
                  <a:pt x="577" y="73155"/>
                </a:lnTo>
                <a:lnTo>
                  <a:pt x="577" y="72691"/>
                </a:lnTo>
                <a:lnTo>
                  <a:pt x="577" y="72285"/>
                </a:lnTo>
                <a:lnTo>
                  <a:pt x="577" y="71821"/>
                </a:lnTo>
                <a:lnTo>
                  <a:pt x="673" y="71358"/>
                </a:lnTo>
                <a:lnTo>
                  <a:pt x="673" y="70894"/>
                </a:lnTo>
                <a:lnTo>
                  <a:pt x="673" y="70430"/>
                </a:lnTo>
                <a:lnTo>
                  <a:pt x="673" y="69966"/>
                </a:lnTo>
                <a:lnTo>
                  <a:pt x="673" y="69502"/>
                </a:lnTo>
                <a:lnTo>
                  <a:pt x="737" y="69096"/>
                </a:lnTo>
                <a:lnTo>
                  <a:pt x="737" y="68632"/>
                </a:lnTo>
                <a:lnTo>
                  <a:pt x="737" y="68168"/>
                </a:lnTo>
                <a:lnTo>
                  <a:pt x="737" y="67704"/>
                </a:lnTo>
                <a:lnTo>
                  <a:pt x="737" y="67240"/>
                </a:lnTo>
                <a:lnTo>
                  <a:pt x="802" y="66776"/>
                </a:lnTo>
                <a:lnTo>
                  <a:pt x="802" y="66370"/>
                </a:lnTo>
                <a:lnTo>
                  <a:pt x="802" y="65906"/>
                </a:lnTo>
                <a:lnTo>
                  <a:pt x="802" y="65442"/>
                </a:lnTo>
                <a:lnTo>
                  <a:pt x="866" y="64979"/>
                </a:lnTo>
                <a:lnTo>
                  <a:pt x="866" y="64515"/>
                </a:lnTo>
                <a:lnTo>
                  <a:pt x="866" y="64051"/>
                </a:lnTo>
                <a:lnTo>
                  <a:pt x="866" y="63645"/>
                </a:lnTo>
                <a:lnTo>
                  <a:pt x="866" y="63181"/>
                </a:lnTo>
                <a:lnTo>
                  <a:pt x="962" y="62717"/>
                </a:lnTo>
                <a:lnTo>
                  <a:pt x="962" y="62253"/>
                </a:lnTo>
                <a:lnTo>
                  <a:pt x="962" y="61789"/>
                </a:lnTo>
                <a:lnTo>
                  <a:pt x="962" y="61325"/>
                </a:lnTo>
                <a:lnTo>
                  <a:pt x="1026" y="60919"/>
                </a:lnTo>
                <a:lnTo>
                  <a:pt x="1026" y="60455"/>
                </a:lnTo>
                <a:lnTo>
                  <a:pt x="1026" y="59991"/>
                </a:lnTo>
                <a:lnTo>
                  <a:pt x="1026" y="59527"/>
                </a:lnTo>
                <a:lnTo>
                  <a:pt x="1026" y="59063"/>
                </a:lnTo>
                <a:lnTo>
                  <a:pt x="1090" y="58600"/>
                </a:lnTo>
                <a:lnTo>
                  <a:pt x="1090" y="58194"/>
                </a:lnTo>
                <a:lnTo>
                  <a:pt x="1090" y="57730"/>
                </a:lnTo>
                <a:lnTo>
                  <a:pt x="1090" y="57266"/>
                </a:lnTo>
                <a:lnTo>
                  <a:pt x="1154" y="56802"/>
                </a:lnTo>
                <a:lnTo>
                  <a:pt x="1154" y="56338"/>
                </a:lnTo>
                <a:lnTo>
                  <a:pt x="1154" y="55932"/>
                </a:lnTo>
                <a:lnTo>
                  <a:pt x="1154" y="55468"/>
                </a:lnTo>
                <a:lnTo>
                  <a:pt x="1154" y="55004"/>
                </a:lnTo>
                <a:lnTo>
                  <a:pt x="1251" y="54540"/>
                </a:lnTo>
                <a:lnTo>
                  <a:pt x="1251" y="54076"/>
                </a:lnTo>
                <a:lnTo>
                  <a:pt x="1251" y="53670"/>
                </a:lnTo>
                <a:lnTo>
                  <a:pt x="1251" y="53206"/>
                </a:lnTo>
                <a:lnTo>
                  <a:pt x="1315" y="52742"/>
                </a:lnTo>
                <a:lnTo>
                  <a:pt x="1315" y="52278"/>
                </a:lnTo>
                <a:lnTo>
                  <a:pt x="1315" y="51815"/>
                </a:lnTo>
                <a:lnTo>
                  <a:pt x="1315" y="51409"/>
                </a:lnTo>
                <a:lnTo>
                  <a:pt x="1315" y="50945"/>
                </a:lnTo>
                <a:lnTo>
                  <a:pt x="1379" y="50481"/>
                </a:lnTo>
                <a:lnTo>
                  <a:pt x="1379" y="50017"/>
                </a:lnTo>
                <a:lnTo>
                  <a:pt x="1379" y="49553"/>
                </a:lnTo>
                <a:lnTo>
                  <a:pt x="1379" y="49205"/>
                </a:lnTo>
                <a:lnTo>
                  <a:pt x="1475" y="48741"/>
                </a:lnTo>
                <a:lnTo>
                  <a:pt x="1475" y="48277"/>
                </a:lnTo>
                <a:lnTo>
                  <a:pt x="1475" y="47813"/>
                </a:lnTo>
                <a:lnTo>
                  <a:pt x="1475" y="47436"/>
                </a:lnTo>
                <a:lnTo>
                  <a:pt x="1475" y="46943"/>
                </a:lnTo>
                <a:lnTo>
                  <a:pt x="1539" y="46479"/>
                </a:lnTo>
                <a:lnTo>
                  <a:pt x="1539" y="46015"/>
                </a:lnTo>
                <a:lnTo>
                  <a:pt x="1539" y="45552"/>
                </a:lnTo>
                <a:lnTo>
                  <a:pt x="1539" y="45175"/>
                </a:lnTo>
                <a:lnTo>
                  <a:pt x="1539" y="44711"/>
                </a:lnTo>
                <a:lnTo>
                  <a:pt x="1604" y="44218"/>
                </a:lnTo>
                <a:lnTo>
                  <a:pt x="1604" y="43754"/>
                </a:lnTo>
                <a:lnTo>
                  <a:pt x="1604" y="43377"/>
                </a:lnTo>
                <a:lnTo>
                  <a:pt x="1604" y="42913"/>
                </a:lnTo>
                <a:lnTo>
                  <a:pt x="1668" y="42449"/>
                </a:lnTo>
                <a:lnTo>
                  <a:pt x="1668" y="41956"/>
                </a:lnTo>
                <a:lnTo>
                  <a:pt x="1668" y="41579"/>
                </a:lnTo>
                <a:lnTo>
                  <a:pt x="1668" y="41115"/>
                </a:lnTo>
                <a:lnTo>
                  <a:pt x="1668" y="40651"/>
                </a:lnTo>
                <a:lnTo>
                  <a:pt x="1764" y="40187"/>
                </a:lnTo>
                <a:lnTo>
                  <a:pt x="1764" y="39781"/>
                </a:lnTo>
                <a:lnTo>
                  <a:pt x="1764" y="39317"/>
                </a:lnTo>
                <a:lnTo>
                  <a:pt x="1764" y="38854"/>
                </a:lnTo>
                <a:lnTo>
                  <a:pt x="1828" y="38390"/>
                </a:lnTo>
                <a:lnTo>
                  <a:pt x="1828" y="37984"/>
                </a:lnTo>
                <a:lnTo>
                  <a:pt x="1828" y="37520"/>
                </a:lnTo>
                <a:lnTo>
                  <a:pt x="1828" y="37056"/>
                </a:lnTo>
                <a:lnTo>
                  <a:pt x="1828" y="36592"/>
                </a:lnTo>
                <a:lnTo>
                  <a:pt x="1892" y="36186"/>
                </a:lnTo>
                <a:lnTo>
                  <a:pt x="1892" y="35722"/>
                </a:lnTo>
                <a:lnTo>
                  <a:pt x="1892" y="35258"/>
                </a:lnTo>
                <a:lnTo>
                  <a:pt x="1892" y="34794"/>
                </a:lnTo>
                <a:lnTo>
                  <a:pt x="1956" y="34388"/>
                </a:lnTo>
                <a:lnTo>
                  <a:pt x="1956" y="33924"/>
                </a:lnTo>
                <a:lnTo>
                  <a:pt x="1956" y="33460"/>
                </a:lnTo>
                <a:lnTo>
                  <a:pt x="1956" y="33054"/>
                </a:lnTo>
                <a:lnTo>
                  <a:pt x="1956" y="32591"/>
                </a:lnTo>
                <a:lnTo>
                  <a:pt x="2053" y="32127"/>
                </a:lnTo>
                <a:lnTo>
                  <a:pt x="2053" y="31663"/>
                </a:lnTo>
                <a:lnTo>
                  <a:pt x="2053" y="31257"/>
                </a:lnTo>
                <a:lnTo>
                  <a:pt x="2053" y="30793"/>
                </a:lnTo>
                <a:lnTo>
                  <a:pt x="2117" y="30329"/>
                </a:lnTo>
                <a:lnTo>
                  <a:pt x="2117" y="29923"/>
                </a:lnTo>
                <a:lnTo>
                  <a:pt x="2117" y="29459"/>
                </a:lnTo>
                <a:lnTo>
                  <a:pt x="2117" y="28995"/>
                </a:lnTo>
                <a:lnTo>
                  <a:pt x="2117" y="28618"/>
                </a:lnTo>
                <a:lnTo>
                  <a:pt x="2181" y="28125"/>
                </a:lnTo>
                <a:lnTo>
                  <a:pt x="2181" y="27661"/>
                </a:lnTo>
                <a:lnTo>
                  <a:pt x="2181" y="27197"/>
                </a:lnTo>
                <a:lnTo>
                  <a:pt x="2181" y="26820"/>
                </a:lnTo>
                <a:lnTo>
                  <a:pt x="2277" y="26356"/>
                </a:lnTo>
                <a:lnTo>
                  <a:pt x="2277" y="25893"/>
                </a:lnTo>
                <a:lnTo>
                  <a:pt x="2277" y="25487"/>
                </a:lnTo>
                <a:lnTo>
                  <a:pt x="2277" y="25023"/>
                </a:lnTo>
                <a:lnTo>
                  <a:pt x="2277" y="24559"/>
                </a:lnTo>
                <a:lnTo>
                  <a:pt x="2341" y="24153"/>
                </a:lnTo>
                <a:lnTo>
                  <a:pt x="2341" y="23689"/>
                </a:lnTo>
                <a:lnTo>
                  <a:pt x="2341" y="23225"/>
                </a:lnTo>
                <a:lnTo>
                  <a:pt x="2341" y="22819"/>
                </a:lnTo>
                <a:lnTo>
                  <a:pt x="2341" y="22355"/>
                </a:lnTo>
                <a:lnTo>
                  <a:pt x="2406" y="21891"/>
                </a:lnTo>
                <a:lnTo>
                  <a:pt x="2406" y="21485"/>
                </a:lnTo>
                <a:lnTo>
                  <a:pt x="2406" y="21021"/>
                </a:lnTo>
                <a:lnTo>
                  <a:pt x="2406" y="20557"/>
                </a:lnTo>
                <a:lnTo>
                  <a:pt x="2470" y="20151"/>
                </a:lnTo>
                <a:lnTo>
                  <a:pt x="2470" y="19687"/>
                </a:lnTo>
                <a:lnTo>
                  <a:pt x="2470" y="19282"/>
                </a:lnTo>
                <a:lnTo>
                  <a:pt x="2470" y="18818"/>
                </a:lnTo>
                <a:lnTo>
                  <a:pt x="2470" y="18354"/>
                </a:lnTo>
                <a:lnTo>
                  <a:pt x="2566" y="17977"/>
                </a:lnTo>
                <a:lnTo>
                  <a:pt x="2566" y="17513"/>
                </a:lnTo>
                <a:lnTo>
                  <a:pt x="2566" y="17020"/>
                </a:lnTo>
                <a:lnTo>
                  <a:pt x="2566" y="16643"/>
                </a:lnTo>
                <a:lnTo>
                  <a:pt x="2630" y="16179"/>
                </a:lnTo>
                <a:lnTo>
                  <a:pt x="2630" y="15773"/>
                </a:lnTo>
                <a:lnTo>
                  <a:pt x="2630" y="15309"/>
                </a:lnTo>
                <a:lnTo>
                  <a:pt x="2630" y="14845"/>
                </a:lnTo>
                <a:lnTo>
                  <a:pt x="2630" y="14439"/>
                </a:lnTo>
                <a:lnTo>
                  <a:pt x="2694" y="13975"/>
                </a:lnTo>
                <a:lnTo>
                  <a:pt x="2694" y="13511"/>
                </a:lnTo>
                <a:lnTo>
                  <a:pt x="2694" y="13105"/>
                </a:lnTo>
                <a:lnTo>
                  <a:pt x="2694" y="12642"/>
                </a:lnTo>
                <a:lnTo>
                  <a:pt x="2790" y="12236"/>
                </a:lnTo>
                <a:lnTo>
                  <a:pt x="2790" y="11772"/>
                </a:lnTo>
                <a:lnTo>
                  <a:pt x="2790" y="11308"/>
                </a:lnTo>
                <a:lnTo>
                  <a:pt x="2790" y="10931"/>
                </a:lnTo>
                <a:lnTo>
                  <a:pt x="2790" y="10438"/>
                </a:lnTo>
                <a:lnTo>
                  <a:pt x="2855" y="10061"/>
                </a:lnTo>
                <a:lnTo>
                  <a:pt x="2855" y="9597"/>
                </a:lnTo>
                <a:lnTo>
                  <a:pt x="2855" y="9191"/>
                </a:lnTo>
                <a:lnTo>
                  <a:pt x="2855" y="8727"/>
                </a:lnTo>
                <a:lnTo>
                  <a:pt x="2919" y="8263"/>
                </a:lnTo>
                <a:lnTo>
                  <a:pt x="2919" y="7857"/>
                </a:lnTo>
                <a:lnTo>
                  <a:pt x="2919" y="7393"/>
                </a:lnTo>
                <a:lnTo>
                  <a:pt x="2919" y="6987"/>
                </a:lnTo>
                <a:lnTo>
                  <a:pt x="2919" y="6523"/>
                </a:lnTo>
                <a:lnTo>
                  <a:pt x="2983" y="6118"/>
                </a:lnTo>
                <a:lnTo>
                  <a:pt x="2983" y="5654"/>
                </a:lnTo>
                <a:lnTo>
                  <a:pt x="2983" y="5277"/>
                </a:lnTo>
                <a:lnTo>
                  <a:pt x="2983" y="4813"/>
                </a:lnTo>
                <a:lnTo>
                  <a:pt x="3079" y="4320"/>
                </a:lnTo>
                <a:lnTo>
                  <a:pt x="3079" y="3943"/>
                </a:lnTo>
                <a:lnTo>
                  <a:pt x="3079" y="3479"/>
                </a:lnTo>
                <a:lnTo>
                  <a:pt x="3079" y="3073"/>
                </a:lnTo>
                <a:lnTo>
                  <a:pt x="3079" y="2609"/>
                </a:lnTo>
                <a:lnTo>
                  <a:pt x="3143" y="2203"/>
                </a:lnTo>
                <a:lnTo>
                  <a:pt x="3143" y="1739"/>
                </a:lnTo>
                <a:lnTo>
                  <a:pt x="3143" y="1333"/>
                </a:lnTo>
                <a:lnTo>
                  <a:pt x="3143" y="869"/>
                </a:lnTo>
                <a:lnTo>
                  <a:pt x="3143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406223" y="3345950"/>
            <a:ext cx="3143" cy="80520"/>
          </a:xfrm>
          <a:custGeom>
            <a:avLst/>
            <a:gdLst/>
            <a:ahLst/>
            <a:cxnLst/>
            <a:rect l="l" t="t" r="r" b="b"/>
            <a:pathLst>
              <a:path w="3143" h="80520">
                <a:moveTo>
                  <a:pt x="0" y="80520"/>
                </a:moveTo>
                <a:lnTo>
                  <a:pt x="0" y="80143"/>
                </a:lnTo>
                <a:lnTo>
                  <a:pt x="0" y="79679"/>
                </a:lnTo>
                <a:lnTo>
                  <a:pt x="0" y="79273"/>
                </a:lnTo>
                <a:lnTo>
                  <a:pt x="64" y="78809"/>
                </a:lnTo>
                <a:lnTo>
                  <a:pt x="64" y="78403"/>
                </a:lnTo>
                <a:lnTo>
                  <a:pt x="64" y="77940"/>
                </a:lnTo>
                <a:lnTo>
                  <a:pt x="64" y="77534"/>
                </a:lnTo>
                <a:lnTo>
                  <a:pt x="64" y="77070"/>
                </a:lnTo>
                <a:lnTo>
                  <a:pt x="160" y="76664"/>
                </a:lnTo>
                <a:lnTo>
                  <a:pt x="160" y="76200"/>
                </a:lnTo>
                <a:lnTo>
                  <a:pt x="160" y="75823"/>
                </a:lnTo>
                <a:lnTo>
                  <a:pt x="160" y="75359"/>
                </a:lnTo>
                <a:lnTo>
                  <a:pt x="224" y="74953"/>
                </a:lnTo>
                <a:lnTo>
                  <a:pt x="224" y="74489"/>
                </a:lnTo>
                <a:lnTo>
                  <a:pt x="224" y="74083"/>
                </a:lnTo>
                <a:lnTo>
                  <a:pt x="224" y="73677"/>
                </a:lnTo>
                <a:lnTo>
                  <a:pt x="224" y="73213"/>
                </a:lnTo>
                <a:lnTo>
                  <a:pt x="288" y="72807"/>
                </a:lnTo>
                <a:lnTo>
                  <a:pt x="288" y="72343"/>
                </a:lnTo>
                <a:lnTo>
                  <a:pt x="288" y="71966"/>
                </a:lnTo>
                <a:lnTo>
                  <a:pt x="288" y="71503"/>
                </a:lnTo>
                <a:lnTo>
                  <a:pt x="384" y="71097"/>
                </a:lnTo>
                <a:lnTo>
                  <a:pt x="384" y="70633"/>
                </a:lnTo>
                <a:lnTo>
                  <a:pt x="384" y="70227"/>
                </a:lnTo>
                <a:lnTo>
                  <a:pt x="384" y="69821"/>
                </a:lnTo>
                <a:lnTo>
                  <a:pt x="384" y="69357"/>
                </a:lnTo>
                <a:lnTo>
                  <a:pt x="449" y="68951"/>
                </a:lnTo>
                <a:lnTo>
                  <a:pt x="449" y="68487"/>
                </a:lnTo>
                <a:lnTo>
                  <a:pt x="449" y="68110"/>
                </a:lnTo>
                <a:lnTo>
                  <a:pt x="449" y="67704"/>
                </a:lnTo>
                <a:lnTo>
                  <a:pt x="513" y="67240"/>
                </a:lnTo>
                <a:lnTo>
                  <a:pt x="513" y="66834"/>
                </a:lnTo>
                <a:lnTo>
                  <a:pt x="513" y="66370"/>
                </a:lnTo>
                <a:lnTo>
                  <a:pt x="513" y="65964"/>
                </a:lnTo>
                <a:lnTo>
                  <a:pt x="513" y="65558"/>
                </a:lnTo>
                <a:lnTo>
                  <a:pt x="577" y="65095"/>
                </a:lnTo>
                <a:lnTo>
                  <a:pt x="577" y="64718"/>
                </a:lnTo>
                <a:lnTo>
                  <a:pt x="577" y="64312"/>
                </a:lnTo>
                <a:lnTo>
                  <a:pt x="577" y="63848"/>
                </a:lnTo>
                <a:lnTo>
                  <a:pt x="673" y="63442"/>
                </a:lnTo>
                <a:lnTo>
                  <a:pt x="673" y="62978"/>
                </a:lnTo>
                <a:lnTo>
                  <a:pt x="673" y="62572"/>
                </a:lnTo>
                <a:lnTo>
                  <a:pt x="673" y="62166"/>
                </a:lnTo>
                <a:lnTo>
                  <a:pt x="673" y="61702"/>
                </a:lnTo>
                <a:lnTo>
                  <a:pt x="737" y="61325"/>
                </a:lnTo>
                <a:lnTo>
                  <a:pt x="737" y="60919"/>
                </a:lnTo>
                <a:lnTo>
                  <a:pt x="737" y="60455"/>
                </a:lnTo>
                <a:lnTo>
                  <a:pt x="737" y="60049"/>
                </a:lnTo>
                <a:lnTo>
                  <a:pt x="737" y="59643"/>
                </a:lnTo>
                <a:lnTo>
                  <a:pt x="802" y="59179"/>
                </a:lnTo>
                <a:lnTo>
                  <a:pt x="802" y="58773"/>
                </a:lnTo>
                <a:lnTo>
                  <a:pt x="802" y="58397"/>
                </a:lnTo>
                <a:lnTo>
                  <a:pt x="802" y="57933"/>
                </a:lnTo>
                <a:lnTo>
                  <a:pt x="898" y="57527"/>
                </a:lnTo>
                <a:lnTo>
                  <a:pt x="898" y="57121"/>
                </a:lnTo>
                <a:lnTo>
                  <a:pt x="898" y="56657"/>
                </a:lnTo>
                <a:lnTo>
                  <a:pt x="898" y="56251"/>
                </a:lnTo>
                <a:lnTo>
                  <a:pt x="898" y="55874"/>
                </a:lnTo>
                <a:lnTo>
                  <a:pt x="962" y="55468"/>
                </a:lnTo>
                <a:lnTo>
                  <a:pt x="962" y="55004"/>
                </a:lnTo>
                <a:lnTo>
                  <a:pt x="962" y="54598"/>
                </a:lnTo>
                <a:lnTo>
                  <a:pt x="962" y="54192"/>
                </a:lnTo>
                <a:lnTo>
                  <a:pt x="1026" y="53728"/>
                </a:lnTo>
                <a:lnTo>
                  <a:pt x="1026" y="53322"/>
                </a:lnTo>
                <a:lnTo>
                  <a:pt x="1026" y="52945"/>
                </a:lnTo>
                <a:lnTo>
                  <a:pt x="1026" y="52539"/>
                </a:lnTo>
                <a:lnTo>
                  <a:pt x="1026" y="52076"/>
                </a:lnTo>
                <a:lnTo>
                  <a:pt x="1090" y="51670"/>
                </a:lnTo>
                <a:lnTo>
                  <a:pt x="1090" y="51264"/>
                </a:lnTo>
                <a:lnTo>
                  <a:pt x="1090" y="50887"/>
                </a:lnTo>
                <a:lnTo>
                  <a:pt x="1090" y="50423"/>
                </a:lnTo>
                <a:lnTo>
                  <a:pt x="1186" y="50017"/>
                </a:lnTo>
                <a:lnTo>
                  <a:pt x="1186" y="49611"/>
                </a:lnTo>
                <a:lnTo>
                  <a:pt x="1186" y="49205"/>
                </a:lnTo>
                <a:lnTo>
                  <a:pt x="1186" y="48799"/>
                </a:lnTo>
                <a:lnTo>
                  <a:pt x="1186" y="48335"/>
                </a:lnTo>
                <a:lnTo>
                  <a:pt x="1251" y="47958"/>
                </a:lnTo>
                <a:lnTo>
                  <a:pt x="1251" y="47552"/>
                </a:lnTo>
                <a:lnTo>
                  <a:pt x="1251" y="47146"/>
                </a:lnTo>
                <a:lnTo>
                  <a:pt x="1251" y="46740"/>
                </a:lnTo>
                <a:lnTo>
                  <a:pt x="1315" y="46276"/>
                </a:lnTo>
                <a:lnTo>
                  <a:pt x="1315" y="45899"/>
                </a:lnTo>
                <a:lnTo>
                  <a:pt x="1315" y="45494"/>
                </a:lnTo>
                <a:lnTo>
                  <a:pt x="1315" y="45088"/>
                </a:lnTo>
                <a:lnTo>
                  <a:pt x="1315" y="44682"/>
                </a:lnTo>
                <a:lnTo>
                  <a:pt x="1379" y="44218"/>
                </a:lnTo>
                <a:lnTo>
                  <a:pt x="1379" y="43812"/>
                </a:lnTo>
                <a:lnTo>
                  <a:pt x="1379" y="43435"/>
                </a:lnTo>
                <a:lnTo>
                  <a:pt x="1379" y="43029"/>
                </a:lnTo>
                <a:lnTo>
                  <a:pt x="1475" y="42623"/>
                </a:lnTo>
                <a:lnTo>
                  <a:pt x="1475" y="42217"/>
                </a:lnTo>
                <a:lnTo>
                  <a:pt x="1475" y="41753"/>
                </a:lnTo>
                <a:lnTo>
                  <a:pt x="1475" y="41376"/>
                </a:lnTo>
                <a:lnTo>
                  <a:pt x="1475" y="40970"/>
                </a:lnTo>
                <a:lnTo>
                  <a:pt x="1539" y="40564"/>
                </a:lnTo>
                <a:lnTo>
                  <a:pt x="1539" y="40158"/>
                </a:lnTo>
                <a:lnTo>
                  <a:pt x="1539" y="39781"/>
                </a:lnTo>
                <a:lnTo>
                  <a:pt x="1539" y="39375"/>
                </a:lnTo>
                <a:lnTo>
                  <a:pt x="1539" y="38970"/>
                </a:lnTo>
                <a:lnTo>
                  <a:pt x="1604" y="38506"/>
                </a:lnTo>
                <a:lnTo>
                  <a:pt x="1604" y="38100"/>
                </a:lnTo>
                <a:lnTo>
                  <a:pt x="1604" y="37694"/>
                </a:lnTo>
                <a:lnTo>
                  <a:pt x="1604" y="37317"/>
                </a:lnTo>
                <a:lnTo>
                  <a:pt x="1700" y="36911"/>
                </a:lnTo>
                <a:lnTo>
                  <a:pt x="1700" y="36505"/>
                </a:lnTo>
                <a:lnTo>
                  <a:pt x="1700" y="36099"/>
                </a:lnTo>
                <a:lnTo>
                  <a:pt x="1700" y="35722"/>
                </a:lnTo>
                <a:lnTo>
                  <a:pt x="1700" y="35316"/>
                </a:lnTo>
                <a:lnTo>
                  <a:pt x="1764" y="34910"/>
                </a:lnTo>
                <a:lnTo>
                  <a:pt x="1764" y="34504"/>
                </a:lnTo>
                <a:lnTo>
                  <a:pt x="1764" y="34127"/>
                </a:lnTo>
                <a:lnTo>
                  <a:pt x="1764" y="33721"/>
                </a:lnTo>
                <a:lnTo>
                  <a:pt x="1828" y="33315"/>
                </a:lnTo>
                <a:lnTo>
                  <a:pt x="1828" y="32851"/>
                </a:lnTo>
                <a:lnTo>
                  <a:pt x="1828" y="32446"/>
                </a:lnTo>
                <a:lnTo>
                  <a:pt x="1828" y="32069"/>
                </a:lnTo>
                <a:lnTo>
                  <a:pt x="1828" y="31663"/>
                </a:lnTo>
                <a:lnTo>
                  <a:pt x="1892" y="31257"/>
                </a:lnTo>
                <a:lnTo>
                  <a:pt x="1892" y="30851"/>
                </a:lnTo>
                <a:lnTo>
                  <a:pt x="1892" y="30474"/>
                </a:lnTo>
                <a:lnTo>
                  <a:pt x="1892" y="30068"/>
                </a:lnTo>
                <a:lnTo>
                  <a:pt x="1988" y="29662"/>
                </a:lnTo>
                <a:lnTo>
                  <a:pt x="1988" y="29256"/>
                </a:lnTo>
                <a:lnTo>
                  <a:pt x="1988" y="28850"/>
                </a:lnTo>
                <a:lnTo>
                  <a:pt x="1988" y="28473"/>
                </a:lnTo>
                <a:lnTo>
                  <a:pt x="1988" y="28067"/>
                </a:lnTo>
                <a:lnTo>
                  <a:pt x="2053" y="27661"/>
                </a:lnTo>
                <a:lnTo>
                  <a:pt x="2053" y="27255"/>
                </a:lnTo>
                <a:lnTo>
                  <a:pt x="2053" y="26878"/>
                </a:lnTo>
                <a:lnTo>
                  <a:pt x="2053" y="26472"/>
                </a:lnTo>
                <a:lnTo>
                  <a:pt x="2117" y="26124"/>
                </a:lnTo>
                <a:lnTo>
                  <a:pt x="2117" y="25748"/>
                </a:lnTo>
                <a:lnTo>
                  <a:pt x="2117" y="25342"/>
                </a:lnTo>
                <a:lnTo>
                  <a:pt x="2117" y="24936"/>
                </a:lnTo>
                <a:lnTo>
                  <a:pt x="2117" y="24530"/>
                </a:lnTo>
                <a:lnTo>
                  <a:pt x="2181" y="24153"/>
                </a:lnTo>
                <a:lnTo>
                  <a:pt x="2181" y="23747"/>
                </a:lnTo>
                <a:lnTo>
                  <a:pt x="2181" y="23341"/>
                </a:lnTo>
                <a:lnTo>
                  <a:pt x="2181" y="22935"/>
                </a:lnTo>
                <a:lnTo>
                  <a:pt x="2277" y="22558"/>
                </a:lnTo>
                <a:lnTo>
                  <a:pt x="2277" y="22152"/>
                </a:lnTo>
                <a:lnTo>
                  <a:pt x="2277" y="21746"/>
                </a:lnTo>
                <a:lnTo>
                  <a:pt x="2277" y="21340"/>
                </a:lnTo>
                <a:lnTo>
                  <a:pt x="2277" y="21021"/>
                </a:lnTo>
                <a:lnTo>
                  <a:pt x="2341" y="20615"/>
                </a:lnTo>
                <a:lnTo>
                  <a:pt x="2341" y="20209"/>
                </a:lnTo>
                <a:lnTo>
                  <a:pt x="2341" y="19832"/>
                </a:lnTo>
                <a:lnTo>
                  <a:pt x="2341" y="19427"/>
                </a:lnTo>
                <a:lnTo>
                  <a:pt x="2341" y="19021"/>
                </a:lnTo>
                <a:lnTo>
                  <a:pt x="2406" y="18615"/>
                </a:lnTo>
                <a:lnTo>
                  <a:pt x="2406" y="18238"/>
                </a:lnTo>
                <a:lnTo>
                  <a:pt x="2406" y="17890"/>
                </a:lnTo>
                <a:lnTo>
                  <a:pt x="2406" y="17484"/>
                </a:lnTo>
                <a:lnTo>
                  <a:pt x="2502" y="17107"/>
                </a:lnTo>
                <a:lnTo>
                  <a:pt x="2502" y="16701"/>
                </a:lnTo>
                <a:lnTo>
                  <a:pt x="2502" y="16295"/>
                </a:lnTo>
                <a:lnTo>
                  <a:pt x="2502" y="15889"/>
                </a:lnTo>
                <a:lnTo>
                  <a:pt x="2502" y="15570"/>
                </a:lnTo>
                <a:lnTo>
                  <a:pt x="2566" y="15164"/>
                </a:lnTo>
                <a:lnTo>
                  <a:pt x="2566" y="14758"/>
                </a:lnTo>
                <a:lnTo>
                  <a:pt x="2566" y="14381"/>
                </a:lnTo>
                <a:lnTo>
                  <a:pt x="2566" y="13975"/>
                </a:lnTo>
                <a:lnTo>
                  <a:pt x="2630" y="13627"/>
                </a:lnTo>
                <a:lnTo>
                  <a:pt x="2630" y="13250"/>
                </a:lnTo>
                <a:lnTo>
                  <a:pt x="2630" y="12845"/>
                </a:lnTo>
                <a:lnTo>
                  <a:pt x="2630" y="12439"/>
                </a:lnTo>
                <a:lnTo>
                  <a:pt x="2630" y="12120"/>
                </a:lnTo>
                <a:lnTo>
                  <a:pt x="2694" y="11714"/>
                </a:lnTo>
                <a:lnTo>
                  <a:pt x="2694" y="11308"/>
                </a:lnTo>
                <a:lnTo>
                  <a:pt x="2694" y="10902"/>
                </a:lnTo>
                <a:lnTo>
                  <a:pt x="2694" y="10583"/>
                </a:lnTo>
                <a:lnTo>
                  <a:pt x="2790" y="10177"/>
                </a:lnTo>
                <a:lnTo>
                  <a:pt x="2790" y="9771"/>
                </a:lnTo>
                <a:lnTo>
                  <a:pt x="2790" y="9394"/>
                </a:lnTo>
                <a:lnTo>
                  <a:pt x="2790" y="9046"/>
                </a:lnTo>
                <a:lnTo>
                  <a:pt x="2790" y="8640"/>
                </a:lnTo>
                <a:lnTo>
                  <a:pt x="2855" y="8263"/>
                </a:lnTo>
                <a:lnTo>
                  <a:pt x="2855" y="7915"/>
                </a:lnTo>
                <a:lnTo>
                  <a:pt x="2855" y="7509"/>
                </a:lnTo>
                <a:lnTo>
                  <a:pt x="2855" y="7132"/>
                </a:lnTo>
                <a:lnTo>
                  <a:pt x="2919" y="6726"/>
                </a:lnTo>
                <a:lnTo>
                  <a:pt x="2919" y="6379"/>
                </a:lnTo>
                <a:lnTo>
                  <a:pt x="2919" y="6002"/>
                </a:lnTo>
                <a:lnTo>
                  <a:pt x="2919" y="5596"/>
                </a:lnTo>
                <a:lnTo>
                  <a:pt x="2919" y="5248"/>
                </a:lnTo>
                <a:lnTo>
                  <a:pt x="3015" y="4871"/>
                </a:lnTo>
                <a:lnTo>
                  <a:pt x="3015" y="4465"/>
                </a:lnTo>
                <a:lnTo>
                  <a:pt x="3015" y="4117"/>
                </a:lnTo>
                <a:lnTo>
                  <a:pt x="3015" y="3740"/>
                </a:lnTo>
                <a:lnTo>
                  <a:pt x="3079" y="3334"/>
                </a:lnTo>
                <a:lnTo>
                  <a:pt x="3079" y="2986"/>
                </a:lnTo>
                <a:lnTo>
                  <a:pt x="3079" y="2609"/>
                </a:lnTo>
                <a:lnTo>
                  <a:pt x="3079" y="2261"/>
                </a:lnTo>
                <a:lnTo>
                  <a:pt x="3079" y="1855"/>
                </a:lnTo>
                <a:lnTo>
                  <a:pt x="3143" y="1478"/>
                </a:lnTo>
                <a:lnTo>
                  <a:pt x="3143" y="1130"/>
                </a:lnTo>
                <a:lnTo>
                  <a:pt x="3143" y="724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409367" y="3280797"/>
            <a:ext cx="3208" cy="65153"/>
          </a:xfrm>
          <a:custGeom>
            <a:avLst/>
            <a:gdLst/>
            <a:ahLst/>
            <a:cxnLst/>
            <a:rect l="l" t="t" r="r" b="b"/>
            <a:pathLst>
              <a:path w="3208" h="65153">
                <a:moveTo>
                  <a:pt x="0" y="65153"/>
                </a:moveTo>
                <a:lnTo>
                  <a:pt x="64" y="64747"/>
                </a:lnTo>
                <a:lnTo>
                  <a:pt x="64" y="64428"/>
                </a:lnTo>
                <a:lnTo>
                  <a:pt x="64" y="64022"/>
                </a:lnTo>
                <a:lnTo>
                  <a:pt x="64" y="63703"/>
                </a:lnTo>
                <a:lnTo>
                  <a:pt x="160" y="63297"/>
                </a:lnTo>
                <a:lnTo>
                  <a:pt x="160" y="62949"/>
                </a:lnTo>
                <a:lnTo>
                  <a:pt x="160" y="62572"/>
                </a:lnTo>
                <a:lnTo>
                  <a:pt x="160" y="62224"/>
                </a:lnTo>
                <a:lnTo>
                  <a:pt x="160" y="61847"/>
                </a:lnTo>
                <a:lnTo>
                  <a:pt x="224" y="61499"/>
                </a:lnTo>
                <a:lnTo>
                  <a:pt x="224" y="61093"/>
                </a:lnTo>
                <a:lnTo>
                  <a:pt x="224" y="60716"/>
                </a:lnTo>
                <a:lnTo>
                  <a:pt x="224" y="60368"/>
                </a:lnTo>
                <a:lnTo>
                  <a:pt x="288" y="59962"/>
                </a:lnTo>
                <a:lnTo>
                  <a:pt x="288" y="59643"/>
                </a:lnTo>
                <a:lnTo>
                  <a:pt x="288" y="59237"/>
                </a:lnTo>
                <a:lnTo>
                  <a:pt x="288" y="58918"/>
                </a:lnTo>
                <a:lnTo>
                  <a:pt x="288" y="58571"/>
                </a:lnTo>
                <a:lnTo>
                  <a:pt x="352" y="58165"/>
                </a:lnTo>
                <a:lnTo>
                  <a:pt x="352" y="57846"/>
                </a:lnTo>
                <a:lnTo>
                  <a:pt x="352" y="57440"/>
                </a:lnTo>
                <a:lnTo>
                  <a:pt x="352" y="57121"/>
                </a:lnTo>
                <a:lnTo>
                  <a:pt x="449" y="56715"/>
                </a:lnTo>
                <a:lnTo>
                  <a:pt x="449" y="56367"/>
                </a:lnTo>
                <a:lnTo>
                  <a:pt x="449" y="55990"/>
                </a:lnTo>
                <a:lnTo>
                  <a:pt x="449" y="55642"/>
                </a:lnTo>
                <a:lnTo>
                  <a:pt x="449" y="55323"/>
                </a:lnTo>
                <a:lnTo>
                  <a:pt x="513" y="54917"/>
                </a:lnTo>
                <a:lnTo>
                  <a:pt x="513" y="54598"/>
                </a:lnTo>
                <a:lnTo>
                  <a:pt x="513" y="54192"/>
                </a:lnTo>
                <a:lnTo>
                  <a:pt x="513" y="53844"/>
                </a:lnTo>
                <a:lnTo>
                  <a:pt x="577" y="53525"/>
                </a:lnTo>
                <a:lnTo>
                  <a:pt x="577" y="53119"/>
                </a:lnTo>
                <a:lnTo>
                  <a:pt x="577" y="52800"/>
                </a:lnTo>
                <a:lnTo>
                  <a:pt x="577" y="52394"/>
                </a:lnTo>
                <a:lnTo>
                  <a:pt x="577" y="52047"/>
                </a:lnTo>
                <a:lnTo>
                  <a:pt x="673" y="51728"/>
                </a:lnTo>
                <a:lnTo>
                  <a:pt x="673" y="51322"/>
                </a:lnTo>
                <a:lnTo>
                  <a:pt x="673" y="51003"/>
                </a:lnTo>
                <a:lnTo>
                  <a:pt x="673" y="50655"/>
                </a:lnTo>
                <a:lnTo>
                  <a:pt x="737" y="50249"/>
                </a:lnTo>
                <a:lnTo>
                  <a:pt x="737" y="49930"/>
                </a:lnTo>
                <a:lnTo>
                  <a:pt x="737" y="49611"/>
                </a:lnTo>
                <a:lnTo>
                  <a:pt x="737" y="49205"/>
                </a:lnTo>
                <a:lnTo>
                  <a:pt x="737" y="48857"/>
                </a:lnTo>
                <a:lnTo>
                  <a:pt x="802" y="48538"/>
                </a:lnTo>
                <a:lnTo>
                  <a:pt x="802" y="48132"/>
                </a:lnTo>
                <a:lnTo>
                  <a:pt x="802" y="47813"/>
                </a:lnTo>
                <a:lnTo>
                  <a:pt x="802" y="47465"/>
                </a:lnTo>
                <a:lnTo>
                  <a:pt x="802" y="47146"/>
                </a:lnTo>
                <a:lnTo>
                  <a:pt x="866" y="46740"/>
                </a:lnTo>
                <a:lnTo>
                  <a:pt x="866" y="46392"/>
                </a:lnTo>
                <a:lnTo>
                  <a:pt x="866" y="46073"/>
                </a:lnTo>
                <a:lnTo>
                  <a:pt x="866" y="45754"/>
                </a:lnTo>
                <a:lnTo>
                  <a:pt x="962" y="45349"/>
                </a:lnTo>
                <a:lnTo>
                  <a:pt x="962" y="45001"/>
                </a:lnTo>
                <a:lnTo>
                  <a:pt x="962" y="44682"/>
                </a:lnTo>
                <a:lnTo>
                  <a:pt x="962" y="44334"/>
                </a:lnTo>
                <a:lnTo>
                  <a:pt x="962" y="43957"/>
                </a:lnTo>
                <a:lnTo>
                  <a:pt x="1026" y="43609"/>
                </a:lnTo>
                <a:lnTo>
                  <a:pt x="1026" y="43290"/>
                </a:lnTo>
                <a:lnTo>
                  <a:pt x="1026" y="42942"/>
                </a:lnTo>
                <a:lnTo>
                  <a:pt x="1026" y="42623"/>
                </a:lnTo>
                <a:lnTo>
                  <a:pt x="1090" y="42217"/>
                </a:lnTo>
                <a:lnTo>
                  <a:pt x="1090" y="41898"/>
                </a:lnTo>
                <a:lnTo>
                  <a:pt x="1090" y="41550"/>
                </a:lnTo>
                <a:lnTo>
                  <a:pt x="1090" y="41231"/>
                </a:lnTo>
                <a:lnTo>
                  <a:pt x="1090" y="40883"/>
                </a:lnTo>
                <a:lnTo>
                  <a:pt x="1186" y="40564"/>
                </a:lnTo>
                <a:lnTo>
                  <a:pt x="1186" y="40158"/>
                </a:lnTo>
                <a:lnTo>
                  <a:pt x="1186" y="39810"/>
                </a:lnTo>
                <a:lnTo>
                  <a:pt x="1186" y="39491"/>
                </a:lnTo>
                <a:lnTo>
                  <a:pt x="1251" y="39143"/>
                </a:lnTo>
                <a:lnTo>
                  <a:pt x="1251" y="38825"/>
                </a:lnTo>
                <a:lnTo>
                  <a:pt x="1251" y="38506"/>
                </a:lnTo>
                <a:lnTo>
                  <a:pt x="1251" y="38158"/>
                </a:lnTo>
                <a:lnTo>
                  <a:pt x="1251" y="37839"/>
                </a:lnTo>
                <a:lnTo>
                  <a:pt x="1315" y="37433"/>
                </a:lnTo>
                <a:lnTo>
                  <a:pt x="1315" y="37085"/>
                </a:lnTo>
                <a:lnTo>
                  <a:pt x="1315" y="36766"/>
                </a:lnTo>
                <a:lnTo>
                  <a:pt x="1315" y="36418"/>
                </a:lnTo>
                <a:lnTo>
                  <a:pt x="1379" y="36099"/>
                </a:lnTo>
                <a:lnTo>
                  <a:pt x="1379" y="35780"/>
                </a:lnTo>
                <a:lnTo>
                  <a:pt x="1379" y="35432"/>
                </a:lnTo>
                <a:lnTo>
                  <a:pt x="1379" y="35113"/>
                </a:lnTo>
                <a:lnTo>
                  <a:pt x="1379" y="34765"/>
                </a:lnTo>
                <a:lnTo>
                  <a:pt x="1475" y="34446"/>
                </a:lnTo>
                <a:lnTo>
                  <a:pt x="1475" y="34098"/>
                </a:lnTo>
                <a:lnTo>
                  <a:pt x="1475" y="33779"/>
                </a:lnTo>
                <a:lnTo>
                  <a:pt x="1475" y="33431"/>
                </a:lnTo>
                <a:lnTo>
                  <a:pt x="1539" y="33112"/>
                </a:lnTo>
                <a:lnTo>
                  <a:pt x="1539" y="32764"/>
                </a:lnTo>
                <a:lnTo>
                  <a:pt x="1539" y="32446"/>
                </a:lnTo>
                <a:lnTo>
                  <a:pt x="1539" y="32098"/>
                </a:lnTo>
                <a:lnTo>
                  <a:pt x="1539" y="31779"/>
                </a:lnTo>
                <a:lnTo>
                  <a:pt x="1604" y="31431"/>
                </a:lnTo>
                <a:lnTo>
                  <a:pt x="1604" y="31112"/>
                </a:lnTo>
                <a:lnTo>
                  <a:pt x="1604" y="30793"/>
                </a:lnTo>
                <a:lnTo>
                  <a:pt x="1604" y="30445"/>
                </a:lnTo>
                <a:lnTo>
                  <a:pt x="1604" y="30126"/>
                </a:lnTo>
                <a:lnTo>
                  <a:pt x="1668" y="29778"/>
                </a:lnTo>
                <a:lnTo>
                  <a:pt x="1668" y="29459"/>
                </a:lnTo>
                <a:lnTo>
                  <a:pt x="1668" y="29111"/>
                </a:lnTo>
                <a:lnTo>
                  <a:pt x="1668" y="28850"/>
                </a:lnTo>
                <a:lnTo>
                  <a:pt x="1764" y="28531"/>
                </a:lnTo>
                <a:lnTo>
                  <a:pt x="1764" y="28183"/>
                </a:lnTo>
                <a:lnTo>
                  <a:pt x="1764" y="27864"/>
                </a:lnTo>
                <a:lnTo>
                  <a:pt x="1764" y="27516"/>
                </a:lnTo>
                <a:lnTo>
                  <a:pt x="1764" y="27197"/>
                </a:lnTo>
                <a:lnTo>
                  <a:pt x="1828" y="26849"/>
                </a:lnTo>
                <a:lnTo>
                  <a:pt x="1828" y="26530"/>
                </a:lnTo>
                <a:lnTo>
                  <a:pt x="1828" y="26182"/>
                </a:lnTo>
                <a:lnTo>
                  <a:pt x="1828" y="25922"/>
                </a:lnTo>
                <a:lnTo>
                  <a:pt x="1892" y="25603"/>
                </a:lnTo>
                <a:lnTo>
                  <a:pt x="1892" y="25255"/>
                </a:lnTo>
                <a:lnTo>
                  <a:pt x="1892" y="24936"/>
                </a:lnTo>
                <a:lnTo>
                  <a:pt x="1892" y="24588"/>
                </a:lnTo>
                <a:lnTo>
                  <a:pt x="1892" y="24269"/>
                </a:lnTo>
                <a:lnTo>
                  <a:pt x="1988" y="24008"/>
                </a:lnTo>
                <a:lnTo>
                  <a:pt x="1988" y="23660"/>
                </a:lnTo>
                <a:lnTo>
                  <a:pt x="1988" y="23341"/>
                </a:lnTo>
                <a:lnTo>
                  <a:pt x="1988" y="22993"/>
                </a:lnTo>
                <a:lnTo>
                  <a:pt x="2053" y="22674"/>
                </a:lnTo>
                <a:lnTo>
                  <a:pt x="2053" y="22413"/>
                </a:lnTo>
                <a:lnTo>
                  <a:pt x="2053" y="22065"/>
                </a:lnTo>
                <a:lnTo>
                  <a:pt x="2053" y="21746"/>
                </a:lnTo>
                <a:lnTo>
                  <a:pt x="2053" y="21398"/>
                </a:lnTo>
                <a:lnTo>
                  <a:pt x="2117" y="21137"/>
                </a:lnTo>
                <a:lnTo>
                  <a:pt x="2117" y="20818"/>
                </a:lnTo>
                <a:lnTo>
                  <a:pt x="2117" y="20470"/>
                </a:lnTo>
                <a:lnTo>
                  <a:pt x="2117" y="20209"/>
                </a:lnTo>
                <a:lnTo>
                  <a:pt x="2181" y="19861"/>
                </a:lnTo>
                <a:lnTo>
                  <a:pt x="2181" y="19543"/>
                </a:lnTo>
                <a:lnTo>
                  <a:pt x="2181" y="19195"/>
                </a:lnTo>
                <a:lnTo>
                  <a:pt x="2181" y="18934"/>
                </a:lnTo>
                <a:lnTo>
                  <a:pt x="2181" y="18615"/>
                </a:lnTo>
                <a:lnTo>
                  <a:pt x="2277" y="18267"/>
                </a:lnTo>
                <a:lnTo>
                  <a:pt x="2277" y="18006"/>
                </a:lnTo>
                <a:lnTo>
                  <a:pt x="2277" y="17687"/>
                </a:lnTo>
                <a:lnTo>
                  <a:pt x="2277" y="17339"/>
                </a:lnTo>
                <a:lnTo>
                  <a:pt x="2341" y="17078"/>
                </a:lnTo>
                <a:lnTo>
                  <a:pt x="2341" y="16759"/>
                </a:lnTo>
                <a:lnTo>
                  <a:pt x="2341" y="16411"/>
                </a:lnTo>
                <a:lnTo>
                  <a:pt x="2341" y="16150"/>
                </a:lnTo>
                <a:lnTo>
                  <a:pt x="2341" y="15831"/>
                </a:lnTo>
                <a:lnTo>
                  <a:pt x="2406" y="15541"/>
                </a:lnTo>
                <a:lnTo>
                  <a:pt x="2406" y="15222"/>
                </a:lnTo>
                <a:lnTo>
                  <a:pt x="2406" y="14874"/>
                </a:lnTo>
                <a:lnTo>
                  <a:pt x="2406" y="14613"/>
                </a:lnTo>
                <a:lnTo>
                  <a:pt x="2406" y="14294"/>
                </a:lnTo>
                <a:lnTo>
                  <a:pt x="2470" y="14033"/>
                </a:lnTo>
                <a:lnTo>
                  <a:pt x="2470" y="13685"/>
                </a:lnTo>
                <a:lnTo>
                  <a:pt x="2470" y="13424"/>
                </a:lnTo>
                <a:lnTo>
                  <a:pt x="2470" y="13076"/>
                </a:lnTo>
                <a:lnTo>
                  <a:pt x="2566" y="12758"/>
                </a:lnTo>
                <a:lnTo>
                  <a:pt x="2566" y="12497"/>
                </a:lnTo>
                <a:lnTo>
                  <a:pt x="2566" y="12149"/>
                </a:lnTo>
                <a:lnTo>
                  <a:pt x="2566" y="11888"/>
                </a:lnTo>
                <a:lnTo>
                  <a:pt x="2566" y="11569"/>
                </a:lnTo>
                <a:lnTo>
                  <a:pt x="2630" y="11308"/>
                </a:lnTo>
                <a:lnTo>
                  <a:pt x="2630" y="10960"/>
                </a:lnTo>
                <a:lnTo>
                  <a:pt x="2630" y="10699"/>
                </a:lnTo>
                <a:lnTo>
                  <a:pt x="2630" y="10351"/>
                </a:lnTo>
                <a:lnTo>
                  <a:pt x="2694" y="10090"/>
                </a:lnTo>
                <a:lnTo>
                  <a:pt x="2694" y="9771"/>
                </a:lnTo>
                <a:lnTo>
                  <a:pt x="2694" y="9510"/>
                </a:lnTo>
                <a:lnTo>
                  <a:pt x="2694" y="9162"/>
                </a:lnTo>
                <a:lnTo>
                  <a:pt x="2694" y="8901"/>
                </a:lnTo>
                <a:lnTo>
                  <a:pt x="2790" y="8640"/>
                </a:lnTo>
                <a:lnTo>
                  <a:pt x="2790" y="8292"/>
                </a:lnTo>
                <a:lnTo>
                  <a:pt x="2790" y="8031"/>
                </a:lnTo>
                <a:lnTo>
                  <a:pt x="2790" y="7712"/>
                </a:lnTo>
                <a:lnTo>
                  <a:pt x="2855" y="7451"/>
                </a:lnTo>
                <a:lnTo>
                  <a:pt x="2855" y="7103"/>
                </a:lnTo>
                <a:lnTo>
                  <a:pt x="2855" y="6842"/>
                </a:lnTo>
                <a:lnTo>
                  <a:pt x="2855" y="6581"/>
                </a:lnTo>
                <a:lnTo>
                  <a:pt x="2855" y="6234"/>
                </a:lnTo>
                <a:lnTo>
                  <a:pt x="2919" y="5973"/>
                </a:lnTo>
                <a:lnTo>
                  <a:pt x="2919" y="5712"/>
                </a:lnTo>
                <a:lnTo>
                  <a:pt x="2919" y="5364"/>
                </a:lnTo>
                <a:lnTo>
                  <a:pt x="2919" y="5103"/>
                </a:lnTo>
                <a:lnTo>
                  <a:pt x="2983" y="4842"/>
                </a:lnTo>
                <a:lnTo>
                  <a:pt x="2983" y="4523"/>
                </a:lnTo>
                <a:lnTo>
                  <a:pt x="2983" y="4233"/>
                </a:lnTo>
                <a:lnTo>
                  <a:pt x="2983" y="3972"/>
                </a:lnTo>
                <a:lnTo>
                  <a:pt x="2983" y="3653"/>
                </a:lnTo>
                <a:lnTo>
                  <a:pt x="3079" y="3392"/>
                </a:lnTo>
                <a:lnTo>
                  <a:pt x="3079" y="3102"/>
                </a:lnTo>
                <a:lnTo>
                  <a:pt x="3079" y="2783"/>
                </a:lnTo>
                <a:lnTo>
                  <a:pt x="3079" y="2522"/>
                </a:lnTo>
                <a:lnTo>
                  <a:pt x="3143" y="2261"/>
                </a:lnTo>
                <a:lnTo>
                  <a:pt x="3143" y="2000"/>
                </a:lnTo>
                <a:lnTo>
                  <a:pt x="3143" y="1652"/>
                </a:lnTo>
                <a:lnTo>
                  <a:pt x="3143" y="1391"/>
                </a:lnTo>
                <a:lnTo>
                  <a:pt x="3143" y="1130"/>
                </a:lnTo>
                <a:lnTo>
                  <a:pt x="3208" y="869"/>
                </a:lnTo>
                <a:lnTo>
                  <a:pt x="3208" y="521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412575" y="3236028"/>
            <a:ext cx="3208" cy="44769"/>
          </a:xfrm>
          <a:custGeom>
            <a:avLst/>
            <a:gdLst/>
            <a:ahLst/>
            <a:cxnLst/>
            <a:rect l="l" t="t" r="r" b="b"/>
            <a:pathLst>
              <a:path w="3208" h="44769">
                <a:moveTo>
                  <a:pt x="0" y="44769"/>
                </a:moveTo>
                <a:lnTo>
                  <a:pt x="0" y="44508"/>
                </a:lnTo>
                <a:lnTo>
                  <a:pt x="96" y="44218"/>
                </a:lnTo>
                <a:lnTo>
                  <a:pt x="96" y="43899"/>
                </a:lnTo>
                <a:lnTo>
                  <a:pt x="96" y="43638"/>
                </a:lnTo>
                <a:lnTo>
                  <a:pt x="96" y="43377"/>
                </a:lnTo>
                <a:lnTo>
                  <a:pt x="160" y="43087"/>
                </a:lnTo>
                <a:lnTo>
                  <a:pt x="160" y="42826"/>
                </a:lnTo>
                <a:lnTo>
                  <a:pt x="160" y="42565"/>
                </a:lnTo>
                <a:lnTo>
                  <a:pt x="160" y="42246"/>
                </a:lnTo>
                <a:lnTo>
                  <a:pt x="160" y="41956"/>
                </a:lnTo>
                <a:lnTo>
                  <a:pt x="224" y="41695"/>
                </a:lnTo>
                <a:lnTo>
                  <a:pt x="224" y="41434"/>
                </a:lnTo>
                <a:lnTo>
                  <a:pt x="224" y="41173"/>
                </a:lnTo>
                <a:lnTo>
                  <a:pt x="224" y="40912"/>
                </a:lnTo>
                <a:lnTo>
                  <a:pt x="288" y="40651"/>
                </a:lnTo>
                <a:lnTo>
                  <a:pt x="288" y="40361"/>
                </a:lnTo>
                <a:lnTo>
                  <a:pt x="288" y="40100"/>
                </a:lnTo>
                <a:lnTo>
                  <a:pt x="288" y="39839"/>
                </a:lnTo>
                <a:lnTo>
                  <a:pt x="288" y="39520"/>
                </a:lnTo>
                <a:lnTo>
                  <a:pt x="384" y="39230"/>
                </a:lnTo>
                <a:lnTo>
                  <a:pt x="384" y="38970"/>
                </a:lnTo>
                <a:lnTo>
                  <a:pt x="384" y="38709"/>
                </a:lnTo>
                <a:lnTo>
                  <a:pt x="384" y="38448"/>
                </a:lnTo>
                <a:lnTo>
                  <a:pt x="449" y="38187"/>
                </a:lnTo>
                <a:lnTo>
                  <a:pt x="449" y="37897"/>
                </a:lnTo>
                <a:lnTo>
                  <a:pt x="449" y="37636"/>
                </a:lnTo>
                <a:lnTo>
                  <a:pt x="449" y="37375"/>
                </a:lnTo>
                <a:lnTo>
                  <a:pt x="449" y="37114"/>
                </a:lnTo>
                <a:lnTo>
                  <a:pt x="513" y="36853"/>
                </a:lnTo>
                <a:lnTo>
                  <a:pt x="513" y="36592"/>
                </a:lnTo>
                <a:lnTo>
                  <a:pt x="513" y="36302"/>
                </a:lnTo>
                <a:lnTo>
                  <a:pt x="513" y="36041"/>
                </a:lnTo>
                <a:lnTo>
                  <a:pt x="577" y="35780"/>
                </a:lnTo>
                <a:lnTo>
                  <a:pt x="577" y="35577"/>
                </a:lnTo>
                <a:lnTo>
                  <a:pt x="577" y="35316"/>
                </a:lnTo>
                <a:lnTo>
                  <a:pt x="577" y="35055"/>
                </a:lnTo>
                <a:lnTo>
                  <a:pt x="577" y="34794"/>
                </a:lnTo>
                <a:lnTo>
                  <a:pt x="673" y="34533"/>
                </a:lnTo>
                <a:lnTo>
                  <a:pt x="673" y="34243"/>
                </a:lnTo>
                <a:lnTo>
                  <a:pt x="673" y="33982"/>
                </a:lnTo>
                <a:lnTo>
                  <a:pt x="673" y="33721"/>
                </a:lnTo>
                <a:lnTo>
                  <a:pt x="737" y="33460"/>
                </a:lnTo>
                <a:lnTo>
                  <a:pt x="737" y="33199"/>
                </a:lnTo>
                <a:lnTo>
                  <a:pt x="737" y="32996"/>
                </a:lnTo>
                <a:lnTo>
                  <a:pt x="737" y="32735"/>
                </a:lnTo>
                <a:lnTo>
                  <a:pt x="737" y="32446"/>
                </a:lnTo>
                <a:lnTo>
                  <a:pt x="802" y="32185"/>
                </a:lnTo>
                <a:lnTo>
                  <a:pt x="802" y="31924"/>
                </a:lnTo>
                <a:lnTo>
                  <a:pt x="802" y="31663"/>
                </a:lnTo>
                <a:lnTo>
                  <a:pt x="802" y="31460"/>
                </a:lnTo>
                <a:lnTo>
                  <a:pt x="802" y="31199"/>
                </a:lnTo>
                <a:lnTo>
                  <a:pt x="898" y="30938"/>
                </a:lnTo>
                <a:lnTo>
                  <a:pt x="898" y="30677"/>
                </a:lnTo>
                <a:lnTo>
                  <a:pt x="898" y="30387"/>
                </a:lnTo>
                <a:lnTo>
                  <a:pt x="898" y="30184"/>
                </a:lnTo>
                <a:lnTo>
                  <a:pt x="962" y="29923"/>
                </a:lnTo>
                <a:lnTo>
                  <a:pt x="962" y="29662"/>
                </a:lnTo>
                <a:lnTo>
                  <a:pt x="962" y="29401"/>
                </a:lnTo>
                <a:lnTo>
                  <a:pt x="962" y="29198"/>
                </a:lnTo>
                <a:lnTo>
                  <a:pt x="962" y="28937"/>
                </a:lnTo>
                <a:lnTo>
                  <a:pt x="1026" y="28676"/>
                </a:lnTo>
                <a:lnTo>
                  <a:pt x="1026" y="28473"/>
                </a:lnTo>
                <a:lnTo>
                  <a:pt x="1026" y="28212"/>
                </a:lnTo>
                <a:lnTo>
                  <a:pt x="1026" y="27922"/>
                </a:lnTo>
                <a:lnTo>
                  <a:pt x="1090" y="27661"/>
                </a:lnTo>
                <a:lnTo>
                  <a:pt x="1090" y="27458"/>
                </a:lnTo>
                <a:lnTo>
                  <a:pt x="1090" y="27197"/>
                </a:lnTo>
                <a:lnTo>
                  <a:pt x="1090" y="26936"/>
                </a:lnTo>
                <a:lnTo>
                  <a:pt x="1090" y="26733"/>
                </a:lnTo>
                <a:lnTo>
                  <a:pt x="1186" y="26472"/>
                </a:lnTo>
                <a:lnTo>
                  <a:pt x="1186" y="26269"/>
                </a:lnTo>
                <a:lnTo>
                  <a:pt x="1186" y="26009"/>
                </a:lnTo>
                <a:lnTo>
                  <a:pt x="1186" y="25748"/>
                </a:lnTo>
                <a:lnTo>
                  <a:pt x="1251" y="25545"/>
                </a:lnTo>
                <a:lnTo>
                  <a:pt x="1251" y="25284"/>
                </a:lnTo>
                <a:lnTo>
                  <a:pt x="1251" y="25023"/>
                </a:lnTo>
                <a:lnTo>
                  <a:pt x="1251" y="24820"/>
                </a:lnTo>
                <a:lnTo>
                  <a:pt x="1251" y="24559"/>
                </a:lnTo>
                <a:lnTo>
                  <a:pt x="1315" y="24356"/>
                </a:lnTo>
                <a:lnTo>
                  <a:pt x="1315" y="24066"/>
                </a:lnTo>
                <a:lnTo>
                  <a:pt x="1315" y="23892"/>
                </a:lnTo>
                <a:lnTo>
                  <a:pt x="1315" y="23602"/>
                </a:lnTo>
                <a:lnTo>
                  <a:pt x="1379" y="23428"/>
                </a:lnTo>
                <a:lnTo>
                  <a:pt x="1379" y="23138"/>
                </a:lnTo>
                <a:lnTo>
                  <a:pt x="1379" y="22935"/>
                </a:lnTo>
                <a:lnTo>
                  <a:pt x="1379" y="22674"/>
                </a:lnTo>
                <a:lnTo>
                  <a:pt x="1379" y="22471"/>
                </a:lnTo>
                <a:lnTo>
                  <a:pt x="1475" y="22210"/>
                </a:lnTo>
                <a:lnTo>
                  <a:pt x="1475" y="22007"/>
                </a:lnTo>
                <a:lnTo>
                  <a:pt x="1475" y="21746"/>
                </a:lnTo>
                <a:lnTo>
                  <a:pt x="1475" y="21543"/>
                </a:lnTo>
                <a:lnTo>
                  <a:pt x="1539" y="21282"/>
                </a:lnTo>
                <a:lnTo>
                  <a:pt x="1539" y="21079"/>
                </a:lnTo>
                <a:lnTo>
                  <a:pt x="1539" y="20818"/>
                </a:lnTo>
                <a:lnTo>
                  <a:pt x="1539" y="20615"/>
                </a:lnTo>
                <a:lnTo>
                  <a:pt x="1539" y="20354"/>
                </a:lnTo>
                <a:lnTo>
                  <a:pt x="1604" y="20151"/>
                </a:lnTo>
                <a:lnTo>
                  <a:pt x="1604" y="19948"/>
                </a:lnTo>
                <a:lnTo>
                  <a:pt x="1604" y="19687"/>
                </a:lnTo>
                <a:lnTo>
                  <a:pt x="1604" y="19485"/>
                </a:lnTo>
                <a:lnTo>
                  <a:pt x="1604" y="19224"/>
                </a:lnTo>
                <a:lnTo>
                  <a:pt x="1700" y="19021"/>
                </a:lnTo>
                <a:lnTo>
                  <a:pt x="1700" y="18818"/>
                </a:lnTo>
                <a:lnTo>
                  <a:pt x="1700" y="18557"/>
                </a:lnTo>
                <a:lnTo>
                  <a:pt x="1700" y="18354"/>
                </a:lnTo>
                <a:lnTo>
                  <a:pt x="1764" y="18151"/>
                </a:lnTo>
                <a:lnTo>
                  <a:pt x="1764" y="17890"/>
                </a:lnTo>
                <a:lnTo>
                  <a:pt x="1764" y="17687"/>
                </a:lnTo>
                <a:lnTo>
                  <a:pt x="1764" y="17484"/>
                </a:lnTo>
                <a:lnTo>
                  <a:pt x="1764" y="17223"/>
                </a:lnTo>
                <a:lnTo>
                  <a:pt x="1828" y="17020"/>
                </a:lnTo>
                <a:lnTo>
                  <a:pt x="1828" y="16846"/>
                </a:lnTo>
                <a:lnTo>
                  <a:pt x="1828" y="16556"/>
                </a:lnTo>
                <a:lnTo>
                  <a:pt x="1828" y="16353"/>
                </a:lnTo>
                <a:lnTo>
                  <a:pt x="1892" y="16179"/>
                </a:lnTo>
                <a:lnTo>
                  <a:pt x="1892" y="15976"/>
                </a:lnTo>
                <a:lnTo>
                  <a:pt x="1892" y="15715"/>
                </a:lnTo>
                <a:lnTo>
                  <a:pt x="1892" y="15512"/>
                </a:lnTo>
                <a:lnTo>
                  <a:pt x="1892" y="15309"/>
                </a:lnTo>
                <a:lnTo>
                  <a:pt x="1988" y="15106"/>
                </a:lnTo>
                <a:lnTo>
                  <a:pt x="1988" y="14903"/>
                </a:lnTo>
                <a:lnTo>
                  <a:pt x="1988" y="14642"/>
                </a:lnTo>
                <a:lnTo>
                  <a:pt x="1988" y="14439"/>
                </a:lnTo>
                <a:lnTo>
                  <a:pt x="2053" y="14236"/>
                </a:lnTo>
                <a:lnTo>
                  <a:pt x="2053" y="14033"/>
                </a:lnTo>
                <a:lnTo>
                  <a:pt x="2053" y="13830"/>
                </a:lnTo>
                <a:lnTo>
                  <a:pt x="2053" y="13569"/>
                </a:lnTo>
                <a:lnTo>
                  <a:pt x="2053" y="13366"/>
                </a:lnTo>
                <a:lnTo>
                  <a:pt x="2117" y="13163"/>
                </a:lnTo>
                <a:lnTo>
                  <a:pt x="2117" y="12961"/>
                </a:lnTo>
                <a:lnTo>
                  <a:pt x="2117" y="12787"/>
                </a:lnTo>
                <a:lnTo>
                  <a:pt x="2117" y="12584"/>
                </a:lnTo>
                <a:lnTo>
                  <a:pt x="2213" y="12381"/>
                </a:lnTo>
                <a:lnTo>
                  <a:pt x="2213" y="12178"/>
                </a:lnTo>
                <a:lnTo>
                  <a:pt x="2213" y="11917"/>
                </a:lnTo>
                <a:lnTo>
                  <a:pt x="2213" y="11714"/>
                </a:lnTo>
                <a:lnTo>
                  <a:pt x="2213" y="11511"/>
                </a:lnTo>
                <a:lnTo>
                  <a:pt x="2277" y="11308"/>
                </a:lnTo>
                <a:lnTo>
                  <a:pt x="2277" y="11105"/>
                </a:lnTo>
                <a:lnTo>
                  <a:pt x="2277" y="10902"/>
                </a:lnTo>
                <a:lnTo>
                  <a:pt x="2277" y="10728"/>
                </a:lnTo>
                <a:lnTo>
                  <a:pt x="2341" y="10525"/>
                </a:lnTo>
                <a:lnTo>
                  <a:pt x="2341" y="10322"/>
                </a:lnTo>
                <a:lnTo>
                  <a:pt x="2341" y="10119"/>
                </a:lnTo>
                <a:lnTo>
                  <a:pt x="2341" y="9916"/>
                </a:lnTo>
                <a:lnTo>
                  <a:pt x="2341" y="9713"/>
                </a:lnTo>
                <a:lnTo>
                  <a:pt x="2406" y="9510"/>
                </a:lnTo>
                <a:lnTo>
                  <a:pt x="2406" y="9307"/>
                </a:lnTo>
                <a:lnTo>
                  <a:pt x="2406" y="9104"/>
                </a:lnTo>
                <a:lnTo>
                  <a:pt x="2406" y="8930"/>
                </a:lnTo>
                <a:lnTo>
                  <a:pt x="2406" y="8727"/>
                </a:lnTo>
                <a:lnTo>
                  <a:pt x="2502" y="8524"/>
                </a:lnTo>
                <a:lnTo>
                  <a:pt x="2502" y="8321"/>
                </a:lnTo>
                <a:lnTo>
                  <a:pt x="2502" y="8118"/>
                </a:lnTo>
                <a:lnTo>
                  <a:pt x="2502" y="7915"/>
                </a:lnTo>
                <a:lnTo>
                  <a:pt x="2566" y="7596"/>
                </a:lnTo>
                <a:lnTo>
                  <a:pt x="2566" y="7393"/>
                </a:lnTo>
                <a:lnTo>
                  <a:pt x="2566" y="7190"/>
                </a:lnTo>
                <a:lnTo>
                  <a:pt x="2566" y="6987"/>
                </a:lnTo>
                <a:lnTo>
                  <a:pt x="2630" y="6784"/>
                </a:lnTo>
                <a:lnTo>
                  <a:pt x="2630" y="6581"/>
                </a:lnTo>
                <a:lnTo>
                  <a:pt x="2630" y="6379"/>
                </a:lnTo>
                <a:lnTo>
                  <a:pt x="2694" y="6060"/>
                </a:lnTo>
                <a:lnTo>
                  <a:pt x="2694" y="5857"/>
                </a:lnTo>
                <a:lnTo>
                  <a:pt x="2694" y="5654"/>
                </a:lnTo>
                <a:lnTo>
                  <a:pt x="2694" y="5451"/>
                </a:lnTo>
                <a:lnTo>
                  <a:pt x="2790" y="5132"/>
                </a:lnTo>
                <a:lnTo>
                  <a:pt x="2790" y="4929"/>
                </a:lnTo>
                <a:lnTo>
                  <a:pt x="2790" y="4726"/>
                </a:lnTo>
                <a:lnTo>
                  <a:pt x="2855" y="4407"/>
                </a:lnTo>
                <a:lnTo>
                  <a:pt x="2855" y="4204"/>
                </a:lnTo>
                <a:lnTo>
                  <a:pt x="2855" y="4001"/>
                </a:lnTo>
                <a:lnTo>
                  <a:pt x="2855" y="3856"/>
                </a:lnTo>
                <a:lnTo>
                  <a:pt x="2855" y="3653"/>
                </a:lnTo>
                <a:lnTo>
                  <a:pt x="2919" y="3479"/>
                </a:lnTo>
                <a:lnTo>
                  <a:pt x="2919" y="3276"/>
                </a:lnTo>
                <a:lnTo>
                  <a:pt x="2919" y="3131"/>
                </a:lnTo>
                <a:lnTo>
                  <a:pt x="2919" y="2928"/>
                </a:lnTo>
                <a:lnTo>
                  <a:pt x="3015" y="2725"/>
                </a:lnTo>
                <a:lnTo>
                  <a:pt x="3015" y="2406"/>
                </a:lnTo>
                <a:lnTo>
                  <a:pt x="3015" y="2203"/>
                </a:lnTo>
                <a:lnTo>
                  <a:pt x="3015" y="2058"/>
                </a:lnTo>
                <a:lnTo>
                  <a:pt x="3079" y="1884"/>
                </a:lnTo>
                <a:lnTo>
                  <a:pt x="3079" y="1739"/>
                </a:lnTo>
                <a:lnTo>
                  <a:pt x="3079" y="1536"/>
                </a:lnTo>
                <a:lnTo>
                  <a:pt x="3079" y="1333"/>
                </a:lnTo>
                <a:lnTo>
                  <a:pt x="3143" y="1014"/>
                </a:lnTo>
                <a:lnTo>
                  <a:pt x="3143" y="869"/>
                </a:lnTo>
                <a:lnTo>
                  <a:pt x="3143" y="666"/>
                </a:lnTo>
                <a:lnTo>
                  <a:pt x="3208" y="347"/>
                </a:lnTo>
                <a:lnTo>
                  <a:pt x="3208" y="144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415783" y="3214687"/>
            <a:ext cx="3240" cy="21340"/>
          </a:xfrm>
          <a:custGeom>
            <a:avLst/>
            <a:gdLst/>
            <a:ahLst/>
            <a:cxnLst/>
            <a:rect l="l" t="t" r="r" b="b"/>
            <a:pathLst>
              <a:path w="3240" h="21340">
                <a:moveTo>
                  <a:pt x="0" y="21340"/>
                </a:moveTo>
                <a:lnTo>
                  <a:pt x="0" y="21137"/>
                </a:lnTo>
                <a:lnTo>
                  <a:pt x="96" y="20818"/>
                </a:lnTo>
                <a:lnTo>
                  <a:pt x="96" y="20673"/>
                </a:lnTo>
                <a:lnTo>
                  <a:pt x="96" y="20470"/>
                </a:lnTo>
                <a:lnTo>
                  <a:pt x="160" y="20209"/>
                </a:lnTo>
                <a:lnTo>
                  <a:pt x="160" y="20006"/>
                </a:lnTo>
                <a:lnTo>
                  <a:pt x="160" y="19687"/>
                </a:lnTo>
                <a:lnTo>
                  <a:pt x="160" y="19543"/>
                </a:lnTo>
                <a:lnTo>
                  <a:pt x="224" y="19340"/>
                </a:lnTo>
                <a:lnTo>
                  <a:pt x="224" y="19079"/>
                </a:lnTo>
                <a:lnTo>
                  <a:pt x="224" y="18876"/>
                </a:lnTo>
                <a:lnTo>
                  <a:pt x="320" y="18557"/>
                </a:lnTo>
                <a:lnTo>
                  <a:pt x="320" y="18412"/>
                </a:lnTo>
                <a:lnTo>
                  <a:pt x="320" y="18093"/>
                </a:lnTo>
                <a:lnTo>
                  <a:pt x="384" y="17948"/>
                </a:lnTo>
                <a:lnTo>
                  <a:pt x="384" y="17629"/>
                </a:lnTo>
                <a:lnTo>
                  <a:pt x="384" y="17484"/>
                </a:lnTo>
                <a:lnTo>
                  <a:pt x="449" y="17165"/>
                </a:lnTo>
                <a:lnTo>
                  <a:pt x="449" y="17020"/>
                </a:lnTo>
                <a:lnTo>
                  <a:pt x="449" y="16759"/>
                </a:lnTo>
                <a:lnTo>
                  <a:pt x="513" y="16556"/>
                </a:lnTo>
                <a:lnTo>
                  <a:pt x="513" y="16295"/>
                </a:lnTo>
                <a:lnTo>
                  <a:pt x="513" y="16150"/>
                </a:lnTo>
                <a:lnTo>
                  <a:pt x="609" y="15976"/>
                </a:lnTo>
                <a:lnTo>
                  <a:pt x="609" y="15831"/>
                </a:lnTo>
                <a:lnTo>
                  <a:pt x="609" y="15686"/>
                </a:lnTo>
                <a:lnTo>
                  <a:pt x="609" y="15425"/>
                </a:lnTo>
                <a:lnTo>
                  <a:pt x="673" y="15106"/>
                </a:lnTo>
                <a:lnTo>
                  <a:pt x="673" y="14961"/>
                </a:lnTo>
                <a:lnTo>
                  <a:pt x="737" y="14700"/>
                </a:lnTo>
                <a:lnTo>
                  <a:pt x="737" y="14555"/>
                </a:lnTo>
                <a:lnTo>
                  <a:pt x="737" y="14294"/>
                </a:lnTo>
                <a:lnTo>
                  <a:pt x="737" y="14091"/>
                </a:lnTo>
                <a:lnTo>
                  <a:pt x="802" y="13830"/>
                </a:lnTo>
                <a:lnTo>
                  <a:pt x="802" y="13569"/>
                </a:lnTo>
                <a:lnTo>
                  <a:pt x="802" y="13424"/>
                </a:lnTo>
                <a:lnTo>
                  <a:pt x="898" y="13163"/>
                </a:lnTo>
                <a:lnTo>
                  <a:pt x="898" y="12903"/>
                </a:lnTo>
                <a:lnTo>
                  <a:pt x="962" y="12758"/>
                </a:lnTo>
                <a:lnTo>
                  <a:pt x="962" y="12497"/>
                </a:lnTo>
                <a:lnTo>
                  <a:pt x="962" y="12236"/>
                </a:lnTo>
                <a:lnTo>
                  <a:pt x="1026" y="11975"/>
                </a:lnTo>
                <a:lnTo>
                  <a:pt x="1026" y="11830"/>
                </a:lnTo>
                <a:lnTo>
                  <a:pt x="1122" y="11569"/>
                </a:lnTo>
                <a:lnTo>
                  <a:pt x="1122" y="11308"/>
                </a:lnTo>
                <a:lnTo>
                  <a:pt x="1122" y="11105"/>
                </a:lnTo>
                <a:lnTo>
                  <a:pt x="1186" y="10844"/>
                </a:lnTo>
                <a:lnTo>
                  <a:pt x="1186" y="10699"/>
                </a:lnTo>
                <a:lnTo>
                  <a:pt x="1251" y="10438"/>
                </a:lnTo>
                <a:lnTo>
                  <a:pt x="1251" y="10235"/>
                </a:lnTo>
                <a:lnTo>
                  <a:pt x="1251" y="9974"/>
                </a:lnTo>
                <a:lnTo>
                  <a:pt x="1315" y="9771"/>
                </a:lnTo>
                <a:lnTo>
                  <a:pt x="1315" y="9510"/>
                </a:lnTo>
                <a:lnTo>
                  <a:pt x="1411" y="9365"/>
                </a:lnTo>
                <a:lnTo>
                  <a:pt x="1411" y="9191"/>
                </a:lnTo>
                <a:lnTo>
                  <a:pt x="1411" y="9046"/>
                </a:lnTo>
                <a:lnTo>
                  <a:pt x="1411" y="8901"/>
                </a:lnTo>
                <a:lnTo>
                  <a:pt x="1475" y="8727"/>
                </a:lnTo>
                <a:lnTo>
                  <a:pt x="1475" y="8582"/>
                </a:lnTo>
                <a:lnTo>
                  <a:pt x="1475" y="8437"/>
                </a:lnTo>
                <a:lnTo>
                  <a:pt x="1539" y="8263"/>
                </a:lnTo>
                <a:lnTo>
                  <a:pt x="1539" y="8118"/>
                </a:lnTo>
                <a:lnTo>
                  <a:pt x="1539" y="7915"/>
                </a:lnTo>
                <a:lnTo>
                  <a:pt x="1604" y="7712"/>
                </a:lnTo>
                <a:lnTo>
                  <a:pt x="1604" y="7509"/>
                </a:lnTo>
                <a:lnTo>
                  <a:pt x="1700" y="7306"/>
                </a:lnTo>
                <a:lnTo>
                  <a:pt x="1700" y="7045"/>
                </a:lnTo>
                <a:lnTo>
                  <a:pt x="1764" y="6842"/>
                </a:lnTo>
                <a:lnTo>
                  <a:pt x="1764" y="6639"/>
                </a:lnTo>
                <a:lnTo>
                  <a:pt x="1764" y="6466"/>
                </a:lnTo>
                <a:lnTo>
                  <a:pt x="1828" y="6263"/>
                </a:lnTo>
                <a:lnTo>
                  <a:pt x="1828" y="6060"/>
                </a:lnTo>
                <a:lnTo>
                  <a:pt x="1924" y="5857"/>
                </a:lnTo>
                <a:lnTo>
                  <a:pt x="1924" y="5654"/>
                </a:lnTo>
                <a:lnTo>
                  <a:pt x="1988" y="5509"/>
                </a:lnTo>
                <a:lnTo>
                  <a:pt x="1988" y="5335"/>
                </a:lnTo>
                <a:lnTo>
                  <a:pt x="1988" y="5190"/>
                </a:lnTo>
                <a:lnTo>
                  <a:pt x="2053" y="5045"/>
                </a:lnTo>
                <a:lnTo>
                  <a:pt x="2053" y="4871"/>
                </a:lnTo>
                <a:lnTo>
                  <a:pt x="2117" y="4668"/>
                </a:lnTo>
                <a:lnTo>
                  <a:pt x="2117" y="4523"/>
                </a:lnTo>
                <a:lnTo>
                  <a:pt x="2117" y="4378"/>
                </a:lnTo>
                <a:lnTo>
                  <a:pt x="2213" y="4117"/>
                </a:lnTo>
                <a:lnTo>
                  <a:pt x="2277" y="3914"/>
                </a:lnTo>
                <a:lnTo>
                  <a:pt x="2277" y="3740"/>
                </a:lnTo>
                <a:lnTo>
                  <a:pt x="2341" y="3595"/>
                </a:lnTo>
                <a:lnTo>
                  <a:pt x="2341" y="3450"/>
                </a:lnTo>
                <a:lnTo>
                  <a:pt x="2341" y="3276"/>
                </a:lnTo>
                <a:lnTo>
                  <a:pt x="2438" y="3131"/>
                </a:lnTo>
                <a:lnTo>
                  <a:pt x="2438" y="2986"/>
                </a:lnTo>
                <a:lnTo>
                  <a:pt x="2502" y="2783"/>
                </a:lnTo>
                <a:lnTo>
                  <a:pt x="2502" y="2609"/>
                </a:lnTo>
                <a:lnTo>
                  <a:pt x="2566" y="2464"/>
                </a:lnTo>
                <a:lnTo>
                  <a:pt x="2566" y="2261"/>
                </a:lnTo>
                <a:lnTo>
                  <a:pt x="2630" y="2058"/>
                </a:lnTo>
                <a:lnTo>
                  <a:pt x="2726" y="1855"/>
                </a:lnTo>
                <a:lnTo>
                  <a:pt x="2726" y="1652"/>
                </a:lnTo>
                <a:lnTo>
                  <a:pt x="2790" y="1478"/>
                </a:lnTo>
                <a:lnTo>
                  <a:pt x="2855" y="1333"/>
                </a:lnTo>
                <a:lnTo>
                  <a:pt x="2855" y="1188"/>
                </a:lnTo>
                <a:lnTo>
                  <a:pt x="2919" y="1014"/>
                </a:lnTo>
                <a:lnTo>
                  <a:pt x="2919" y="869"/>
                </a:lnTo>
                <a:lnTo>
                  <a:pt x="3015" y="724"/>
                </a:lnTo>
                <a:lnTo>
                  <a:pt x="3079" y="521"/>
                </a:lnTo>
                <a:lnTo>
                  <a:pt x="3143" y="347"/>
                </a:lnTo>
                <a:lnTo>
                  <a:pt x="3143" y="202"/>
                </a:lnTo>
                <a:lnTo>
                  <a:pt x="3240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419023" y="3213035"/>
            <a:ext cx="3208" cy="4581"/>
          </a:xfrm>
          <a:custGeom>
            <a:avLst/>
            <a:gdLst/>
            <a:ahLst/>
            <a:cxnLst/>
            <a:rect l="l" t="t" r="r" b="b"/>
            <a:pathLst>
              <a:path w="3208" h="4581">
                <a:moveTo>
                  <a:pt x="0" y="1652"/>
                </a:moveTo>
                <a:lnTo>
                  <a:pt x="64" y="1449"/>
                </a:lnTo>
                <a:lnTo>
                  <a:pt x="128" y="1333"/>
                </a:lnTo>
                <a:lnTo>
                  <a:pt x="128" y="1188"/>
                </a:lnTo>
                <a:lnTo>
                  <a:pt x="192" y="1043"/>
                </a:lnTo>
                <a:lnTo>
                  <a:pt x="288" y="869"/>
                </a:lnTo>
                <a:lnTo>
                  <a:pt x="352" y="724"/>
                </a:lnTo>
                <a:lnTo>
                  <a:pt x="417" y="579"/>
                </a:lnTo>
                <a:lnTo>
                  <a:pt x="577" y="463"/>
                </a:lnTo>
                <a:lnTo>
                  <a:pt x="641" y="318"/>
                </a:lnTo>
                <a:lnTo>
                  <a:pt x="802" y="202"/>
                </a:lnTo>
                <a:lnTo>
                  <a:pt x="866" y="57"/>
                </a:lnTo>
                <a:lnTo>
                  <a:pt x="994" y="0"/>
                </a:lnTo>
                <a:lnTo>
                  <a:pt x="1090" y="0"/>
                </a:lnTo>
                <a:lnTo>
                  <a:pt x="1219" y="0"/>
                </a:lnTo>
                <a:lnTo>
                  <a:pt x="1379" y="0"/>
                </a:lnTo>
                <a:lnTo>
                  <a:pt x="1507" y="57"/>
                </a:lnTo>
                <a:lnTo>
                  <a:pt x="1604" y="202"/>
                </a:lnTo>
                <a:lnTo>
                  <a:pt x="1668" y="260"/>
                </a:lnTo>
                <a:lnTo>
                  <a:pt x="1732" y="405"/>
                </a:lnTo>
                <a:lnTo>
                  <a:pt x="1796" y="405"/>
                </a:lnTo>
                <a:lnTo>
                  <a:pt x="1796" y="463"/>
                </a:lnTo>
                <a:lnTo>
                  <a:pt x="1956" y="666"/>
                </a:lnTo>
                <a:lnTo>
                  <a:pt x="2021" y="782"/>
                </a:lnTo>
                <a:lnTo>
                  <a:pt x="2021" y="927"/>
                </a:lnTo>
                <a:lnTo>
                  <a:pt x="2181" y="1043"/>
                </a:lnTo>
                <a:lnTo>
                  <a:pt x="2181" y="1188"/>
                </a:lnTo>
                <a:lnTo>
                  <a:pt x="2245" y="1333"/>
                </a:lnTo>
                <a:lnTo>
                  <a:pt x="2309" y="1536"/>
                </a:lnTo>
                <a:lnTo>
                  <a:pt x="2406" y="1710"/>
                </a:lnTo>
                <a:lnTo>
                  <a:pt x="2470" y="1855"/>
                </a:lnTo>
                <a:lnTo>
                  <a:pt x="2470" y="2000"/>
                </a:lnTo>
                <a:lnTo>
                  <a:pt x="2534" y="2174"/>
                </a:lnTo>
                <a:lnTo>
                  <a:pt x="2630" y="2319"/>
                </a:lnTo>
                <a:lnTo>
                  <a:pt x="2630" y="2464"/>
                </a:lnTo>
                <a:lnTo>
                  <a:pt x="2694" y="2667"/>
                </a:lnTo>
                <a:lnTo>
                  <a:pt x="2758" y="2841"/>
                </a:lnTo>
                <a:lnTo>
                  <a:pt x="2758" y="2986"/>
                </a:lnTo>
                <a:lnTo>
                  <a:pt x="2823" y="3131"/>
                </a:lnTo>
                <a:lnTo>
                  <a:pt x="2823" y="3305"/>
                </a:lnTo>
                <a:lnTo>
                  <a:pt x="2919" y="3450"/>
                </a:lnTo>
                <a:lnTo>
                  <a:pt x="2919" y="3595"/>
                </a:lnTo>
                <a:lnTo>
                  <a:pt x="2983" y="3798"/>
                </a:lnTo>
                <a:lnTo>
                  <a:pt x="3047" y="3972"/>
                </a:lnTo>
                <a:lnTo>
                  <a:pt x="3047" y="4117"/>
                </a:lnTo>
                <a:lnTo>
                  <a:pt x="3111" y="4262"/>
                </a:lnTo>
                <a:lnTo>
                  <a:pt x="3111" y="4436"/>
                </a:lnTo>
                <a:lnTo>
                  <a:pt x="3208" y="4581"/>
                </a:lnTo>
              </a:path>
            </a:pathLst>
          </a:custGeom>
          <a:ln w="43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422231" y="3217616"/>
            <a:ext cx="3143" cy="25806"/>
          </a:xfrm>
          <a:custGeom>
            <a:avLst/>
            <a:gdLst/>
            <a:ahLst/>
            <a:cxnLst/>
            <a:rect l="l" t="t" r="r" b="b"/>
            <a:pathLst>
              <a:path w="3143" h="25806">
                <a:moveTo>
                  <a:pt x="0" y="0"/>
                </a:moveTo>
                <a:lnTo>
                  <a:pt x="0" y="144"/>
                </a:lnTo>
                <a:lnTo>
                  <a:pt x="0" y="347"/>
                </a:lnTo>
                <a:lnTo>
                  <a:pt x="64" y="608"/>
                </a:lnTo>
                <a:lnTo>
                  <a:pt x="128" y="811"/>
                </a:lnTo>
                <a:lnTo>
                  <a:pt x="128" y="985"/>
                </a:lnTo>
                <a:lnTo>
                  <a:pt x="224" y="1130"/>
                </a:lnTo>
                <a:lnTo>
                  <a:pt x="224" y="1275"/>
                </a:lnTo>
                <a:lnTo>
                  <a:pt x="288" y="1449"/>
                </a:lnTo>
                <a:lnTo>
                  <a:pt x="288" y="1652"/>
                </a:lnTo>
                <a:lnTo>
                  <a:pt x="288" y="1797"/>
                </a:lnTo>
                <a:lnTo>
                  <a:pt x="352" y="2000"/>
                </a:lnTo>
                <a:lnTo>
                  <a:pt x="417" y="2261"/>
                </a:lnTo>
                <a:lnTo>
                  <a:pt x="417" y="2464"/>
                </a:lnTo>
                <a:lnTo>
                  <a:pt x="513" y="2725"/>
                </a:lnTo>
                <a:lnTo>
                  <a:pt x="513" y="2870"/>
                </a:lnTo>
                <a:lnTo>
                  <a:pt x="577" y="3073"/>
                </a:lnTo>
                <a:lnTo>
                  <a:pt x="577" y="3247"/>
                </a:lnTo>
                <a:lnTo>
                  <a:pt x="577" y="3392"/>
                </a:lnTo>
                <a:lnTo>
                  <a:pt x="641" y="3595"/>
                </a:lnTo>
                <a:lnTo>
                  <a:pt x="641" y="3856"/>
                </a:lnTo>
                <a:lnTo>
                  <a:pt x="705" y="4059"/>
                </a:lnTo>
                <a:lnTo>
                  <a:pt x="705" y="4262"/>
                </a:lnTo>
                <a:lnTo>
                  <a:pt x="802" y="4465"/>
                </a:lnTo>
                <a:lnTo>
                  <a:pt x="802" y="4668"/>
                </a:lnTo>
                <a:lnTo>
                  <a:pt x="866" y="4842"/>
                </a:lnTo>
                <a:lnTo>
                  <a:pt x="866" y="4987"/>
                </a:lnTo>
                <a:lnTo>
                  <a:pt x="866" y="5132"/>
                </a:lnTo>
                <a:lnTo>
                  <a:pt x="866" y="5335"/>
                </a:lnTo>
                <a:lnTo>
                  <a:pt x="930" y="5509"/>
                </a:lnTo>
                <a:lnTo>
                  <a:pt x="930" y="5654"/>
                </a:lnTo>
                <a:lnTo>
                  <a:pt x="930" y="5857"/>
                </a:lnTo>
                <a:lnTo>
                  <a:pt x="1026" y="6060"/>
                </a:lnTo>
                <a:lnTo>
                  <a:pt x="1026" y="6321"/>
                </a:lnTo>
                <a:lnTo>
                  <a:pt x="1090" y="6523"/>
                </a:lnTo>
                <a:lnTo>
                  <a:pt x="1090" y="6726"/>
                </a:lnTo>
                <a:lnTo>
                  <a:pt x="1154" y="6987"/>
                </a:lnTo>
                <a:lnTo>
                  <a:pt x="1154" y="7190"/>
                </a:lnTo>
                <a:lnTo>
                  <a:pt x="1219" y="7451"/>
                </a:lnTo>
                <a:lnTo>
                  <a:pt x="1219" y="7654"/>
                </a:lnTo>
                <a:lnTo>
                  <a:pt x="1219" y="7915"/>
                </a:lnTo>
                <a:lnTo>
                  <a:pt x="1315" y="8060"/>
                </a:lnTo>
                <a:lnTo>
                  <a:pt x="1315" y="8321"/>
                </a:lnTo>
                <a:lnTo>
                  <a:pt x="1379" y="8524"/>
                </a:lnTo>
                <a:lnTo>
                  <a:pt x="1379" y="8785"/>
                </a:lnTo>
                <a:lnTo>
                  <a:pt x="1379" y="9046"/>
                </a:lnTo>
                <a:lnTo>
                  <a:pt x="1443" y="9191"/>
                </a:lnTo>
                <a:lnTo>
                  <a:pt x="1443" y="9365"/>
                </a:lnTo>
                <a:lnTo>
                  <a:pt x="1443" y="9510"/>
                </a:lnTo>
                <a:lnTo>
                  <a:pt x="1539" y="9655"/>
                </a:lnTo>
                <a:lnTo>
                  <a:pt x="1539" y="9916"/>
                </a:lnTo>
                <a:lnTo>
                  <a:pt x="1539" y="10177"/>
                </a:lnTo>
                <a:lnTo>
                  <a:pt x="1604" y="10322"/>
                </a:lnTo>
                <a:lnTo>
                  <a:pt x="1604" y="10583"/>
                </a:lnTo>
                <a:lnTo>
                  <a:pt x="1668" y="10844"/>
                </a:lnTo>
                <a:lnTo>
                  <a:pt x="1668" y="11105"/>
                </a:lnTo>
                <a:lnTo>
                  <a:pt x="1668" y="11250"/>
                </a:lnTo>
                <a:lnTo>
                  <a:pt x="1732" y="11511"/>
                </a:lnTo>
                <a:lnTo>
                  <a:pt x="1732" y="11772"/>
                </a:lnTo>
                <a:lnTo>
                  <a:pt x="1732" y="11917"/>
                </a:lnTo>
                <a:lnTo>
                  <a:pt x="1828" y="12178"/>
                </a:lnTo>
                <a:lnTo>
                  <a:pt x="1828" y="12439"/>
                </a:lnTo>
                <a:lnTo>
                  <a:pt x="1892" y="12758"/>
                </a:lnTo>
                <a:lnTo>
                  <a:pt x="1892" y="12903"/>
                </a:lnTo>
                <a:lnTo>
                  <a:pt x="1892" y="13047"/>
                </a:lnTo>
                <a:lnTo>
                  <a:pt x="1892" y="13308"/>
                </a:lnTo>
                <a:lnTo>
                  <a:pt x="1956" y="13569"/>
                </a:lnTo>
                <a:lnTo>
                  <a:pt x="1956" y="13772"/>
                </a:lnTo>
                <a:lnTo>
                  <a:pt x="2021" y="14033"/>
                </a:lnTo>
                <a:lnTo>
                  <a:pt x="2021" y="14178"/>
                </a:lnTo>
                <a:lnTo>
                  <a:pt x="2021" y="14439"/>
                </a:lnTo>
                <a:lnTo>
                  <a:pt x="2021" y="14642"/>
                </a:lnTo>
                <a:lnTo>
                  <a:pt x="2117" y="14903"/>
                </a:lnTo>
                <a:lnTo>
                  <a:pt x="2117" y="15222"/>
                </a:lnTo>
                <a:lnTo>
                  <a:pt x="2181" y="15367"/>
                </a:lnTo>
                <a:lnTo>
                  <a:pt x="2181" y="15628"/>
                </a:lnTo>
                <a:lnTo>
                  <a:pt x="2181" y="15831"/>
                </a:lnTo>
                <a:lnTo>
                  <a:pt x="2245" y="16092"/>
                </a:lnTo>
                <a:lnTo>
                  <a:pt x="2245" y="16295"/>
                </a:lnTo>
                <a:lnTo>
                  <a:pt x="2245" y="16556"/>
                </a:lnTo>
                <a:lnTo>
                  <a:pt x="2341" y="16701"/>
                </a:lnTo>
                <a:lnTo>
                  <a:pt x="2341" y="16904"/>
                </a:lnTo>
                <a:lnTo>
                  <a:pt x="2341" y="17165"/>
                </a:lnTo>
                <a:lnTo>
                  <a:pt x="2341" y="17368"/>
                </a:lnTo>
                <a:lnTo>
                  <a:pt x="2406" y="17687"/>
                </a:lnTo>
                <a:lnTo>
                  <a:pt x="2406" y="17832"/>
                </a:lnTo>
                <a:lnTo>
                  <a:pt x="2470" y="18151"/>
                </a:lnTo>
                <a:lnTo>
                  <a:pt x="2470" y="18296"/>
                </a:lnTo>
                <a:lnTo>
                  <a:pt x="2470" y="18499"/>
                </a:lnTo>
                <a:lnTo>
                  <a:pt x="2470" y="18760"/>
                </a:lnTo>
                <a:lnTo>
                  <a:pt x="2534" y="18963"/>
                </a:lnTo>
                <a:lnTo>
                  <a:pt x="2534" y="19282"/>
                </a:lnTo>
                <a:lnTo>
                  <a:pt x="2534" y="19427"/>
                </a:lnTo>
                <a:lnTo>
                  <a:pt x="2534" y="19629"/>
                </a:lnTo>
                <a:lnTo>
                  <a:pt x="2630" y="19948"/>
                </a:lnTo>
                <a:lnTo>
                  <a:pt x="2630" y="20093"/>
                </a:lnTo>
                <a:lnTo>
                  <a:pt x="2694" y="20412"/>
                </a:lnTo>
                <a:lnTo>
                  <a:pt x="2694" y="20615"/>
                </a:lnTo>
                <a:lnTo>
                  <a:pt x="2694" y="20760"/>
                </a:lnTo>
                <a:lnTo>
                  <a:pt x="2694" y="20934"/>
                </a:lnTo>
                <a:lnTo>
                  <a:pt x="2694" y="21079"/>
                </a:lnTo>
                <a:lnTo>
                  <a:pt x="2758" y="21282"/>
                </a:lnTo>
                <a:lnTo>
                  <a:pt x="2758" y="21601"/>
                </a:lnTo>
                <a:lnTo>
                  <a:pt x="2758" y="21746"/>
                </a:lnTo>
                <a:lnTo>
                  <a:pt x="2855" y="21949"/>
                </a:lnTo>
                <a:lnTo>
                  <a:pt x="2855" y="22268"/>
                </a:lnTo>
                <a:lnTo>
                  <a:pt x="2855" y="22471"/>
                </a:lnTo>
                <a:lnTo>
                  <a:pt x="2855" y="22616"/>
                </a:lnTo>
                <a:lnTo>
                  <a:pt x="2919" y="22819"/>
                </a:lnTo>
                <a:lnTo>
                  <a:pt x="2919" y="23138"/>
                </a:lnTo>
                <a:lnTo>
                  <a:pt x="2919" y="23341"/>
                </a:lnTo>
                <a:lnTo>
                  <a:pt x="2983" y="23486"/>
                </a:lnTo>
                <a:lnTo>
                  <a:pt x="2983" y="23660"/>
                </a:lnTo>
                <a:lnTo>
                  <a:pt x="2983" y="23863"/>
                </a:lnTo>
                <a:lnTo>
                  <a:pt x="2983" y="24008"/>
                </a:lnTo>
                <a:lnTo>
                  <a:pt x="2983" y="24211"/>
                </a:lnTo>
                <a:lnTo>
                  <a:pt x="3047" y="24414"/>
                </a:lnTo>
                <a:lnTo>
                  <a:pt x="3047" y="24733"/>
                </a:lnTo>
                <a:lnTo>
                  <a:pt x="3047" y="24936"/>
                </a:lnTo>
                <a:lnTo>
                  <a:pt x="3143" y="25081"/>
                </a:lnTo>
                <a:lnTo>
                  <a:pt x="3143" y="25284"/>
                </a:lnTo>
                <a:lnTo>
                  <a:pt x="3143" y="25458"/>
                </a:lnTo>
                <a:lnTo>
                  <a:pt x="3143" y="25661"/>
                </a:lnTo>
                <a:lnTo>
                  <a:pt x="3143" y="2580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425375" y="3243422"/>
            <a:ext cx="3208" cy="45349"/>
          </a:xfrm>
          <a:custGeom>
            <a:avLst/>
            <a:gdLst/>
            <a:ahLst/>
            <a:cxnLst/>
            <a:rect l="l" t="t" r="r" b="b"/>
            <a:pathLst>
              <a:path w="3208" h="45349">
                <a:moveTo>
                  <a:pt x="0" y="0"/>
                </a:moveTo>
                <a:lnTo>
                  <a:pt x="64" y="202"/>
                </a:lnTo>
                <a:lnTo>
                  <a:pt x="64" y="405"/>
                </a:lnTo>
                <a:lnTo>
                  <a:pt x="64" y="579"/>
                </a:lnTo>
                <a:lnTo>
                  <a:pt x="64" y="724"/>
                </a:lnTo>
                <a:lnTo>
                  <a:pt x="128" y="927"/>
                </a:lnTo>
                <a:lnTo>
                  <a:pt x="128" y="1130"/>
                </a:lnTo>
                <a:lnTo>
                  <a:pt x="128" y="1333"/>
                </a:lnTo>
                <a:lnTo>
                  <a:pt x="128" y="1652"/>
                </a:lnTo>
                <a:lnTo>
                  <a:pt x="192" y="1855"/>
                </a:lnTo>
                <a:lnTo>
                  <a:pt x="192" y="2058"/>
                </a:lnTo>
                <a:lnTo>
                  <a:pt x="192" y="2261"/>
                </a:lnTo>
                <a:lnTo>
                  <a:pt x="192" y="2464"/>
                </a:lnTo>
                <a:lnTo>
                  <a:pt x="288" y="2783"/>
                </a:lnTo>
                <a:lnTo>
                  <a:pt x="288" y="2986"/>
                </a:lnTo>
                <a:lnTo>
                  <a:pt x="288" y="3189"/>
                </a:lnTo>
                <a:lnTo>
                  <a:pt x="288" y="3392"/>
                </a:lnTo>
                <a:lnTo>
                  <a:pt x="352" y="3595"/>
                </a:lnTo>
                <a:lnTo>
                  <a:pt x="352" y="3798"/>
                </a:lnTo>
                <a:lnTo>
                  <a:pt x="352" y="4117"/>
                </a:lnTo>
                <a:lnTo>
                  <a:pt x="352" y="4320"/>
                </a:lnTo>
                <a:lnTo>
                  <a:pt x="417" y="4523"/>
                </a:lnTo>
                <a:lnTo>
                  <a:pt x="417" y="4726"/>
                </a:lnTo>
                <a:lnTo>
                  <a:pt x="417" y="4929"/>
                </a:lnTo>
                <a:lnTo>
                  <a:pt x="417" y="5103"/>
                </a:lnTo>
                <a:lnTo>
                  <a:pt x="513" y="5306"/>
                </a:lnTo>
                <a:lnTo>
                  <a:pt x="513" y="5509"/>
                </a:lnTo>
                <a:lnTo>
                  <a:pt x="513" y="5712"/>
                </a:lnTo>
                <a:lnTo>
                  <a:pt x="513" y="5915"/>
                </a:lnTo>
                <a:lnTo>
                  <a:pt x="513" y="6118"/>
                </a:lnTo>
                <a:lnTo>
                  <a:pt x="577" y="6321"/>
                </a:lnTo>
                <a:lnTo>
                  <a:pt x="577" y="6523"/>
                </a:lnTo>
                <a:lnTo>
                  <a:pt x="577" y="6697"/>
                </a:lnTo>
                <a:lnTo>
                  <a:pt x="577" y="6900"/>
                </a:lnTo>
                <a:lnTo>
                  <a:pt x="641" y="7103"/>
                </a:lnTo>
                <a:lnTo>
                  <a:pt x="641" y="7306"/>
                </a:lnTo>
                <a:lnTo>
                  <a:pt x="641" y="7509"/>
                </a:lnTo>
                <a:lnTo>
                  <a:pt x="641" y="7712"/>
                </a:lnTo>
                <a:lnTo>
                  <a:pt x="641" y="7915"/>
                </a:lnTo>
                <a:lnTo>
                  <a:pt x="705" y="8118"/>
                </a:lnTo>
                <a:lnTo>
                  <a:pt x="705" y="8321"/>
                </a:lnTo>
                <a:lnTo>
                  <a:pt x="705" y="8495"/>
                </a:lnTo>
                <a:lnTo>
                  <a:pt x="705" y="8698"/>
                </a:lnTo>
                <a:lnTo>
                  <a:pt x="802" y="8901"/>
                </a:lnTo>
                <a:lnTo>
                  <a:pt x="802" y="9104"/>
                </a:lnTo>
                <a:lnTo>
                  <a:pt x="802" y="9307"/>
                </a:lnTo>
                <a:lnTo>
                  <a:pt x="802" y="9510"/>
                </a:lnTo>
                <a:lnTo>
                  <a:pt x="802" y="9713"/>
                </a:lnTo>
                <a:lnTo>
                  <a:pt x="866" y="9974"/>
                </a:lnTo>
                <a:lnTo>
                  <a:pt x="866" y="10177"/>
                </a:lnTo>
                <a:lnTo>
                  <a:pt x="866" y="10380"/>
                </a:lnTo>
                <a:lnTo>
                  <a:pt x="866" y="10554"/>
                </a:lnTo>
                <a:lnTo>
                  <a:pt x="930" y="10757"/>
                </a:lnTo>
                <a:lnTo>
                  <a:pt x="930" y="10960"/>
                </a:lnTo>
                <a:lnTo>
                  <a:pt x="930" y="11163"/>
                </a:lnTo>
                <a:lnTo>
                  <a:pt x="930" y="11366"/>
                </a:lnTo>
                <a:lnTo>
                  <a:pt x="930" y="11627"/>
                </a:lnTo>
                <a:lnTo>
                  <a:pt x="994" y="11830"/>
                </a:lnTo>
                <a:lnTo>
                  <a:pt x="994" y="12033"/>
                </a:lnTo>
                <a:lnTo>
                  <a:pt x="994" y="12236"/>
                </a:lnTo>
                <a:lnTo>
                  <a:pt x="994" y="12439"/>
                </a:lnTo>
                <a:lnTo>
                  <a:pt x="994" y="12700"/>
                </a:lnTo>
                <a:lnTo>
                  <a:pt x="1090" y="12903"/>
                </a:lnTo>
                <a:lnTo>
                  <a:pt x="1090" y="13105"/>
                </a:lnTo>
                <a:lnTo>
                  <a:pt x="1090" y="13308"/>
                </a:lnTo>
                <a:lnTo>
                  <a:pt x="1090" y="13482"/>
                </a:lnTo>
                <a:lnTo>
                  <a:pt x="1154" y="13772"/>
                </a:lnTo>
                <a:lnTo>
                  <a:pt x="1154" y="13946"/>
                </a:lnTo>
                <a:lnTo>
                  <a:pt x="1154" y="14149"/>
                </a:lnTo>
                <a:lnTo>
                  <a:pt x="1154" y="14352"/>
                </a:lnTo>
                <a:lnTo>
                  <a:pt x="1154" y="14613"/>
                </a:lnTo>
                <a:lnTo>
                  <a:pt x="1219" y="14816"/>
                </a:lnTo>
                <a:lnTo>
                  <a:pt x="1219" y="15019"/>
                </a:lnTo>
                <a:lnTo>
                  <a:pt x="1219" y="15222"/>
                </a:lnTo>
                <a:lnTo>
                  <a:pt x="1219" y="15483"/>
                </a:lnTo>
                <a:lnTo>
                  <a:pt x="1315" y="15686"/>
                </a:lnTo>
                <a:lnTo>
                  <a:pt x="1315" y="15889"/>
                </a:lnTo>
                <a:lnTo>
                  <a:pt x="1315" y="16150"/>
                </a:lnTo>
                <a:lnTo>
                  <a:pt x="1315" y="16353"/>
                </a:lnTo>
                <a:lnTo>
                  <a:pt x="1315" y="16556"/>
                </a:lnTo>
                <a:lnTo>
                  <a:pt x="1379" y="16817"/>
                </a:lnTo>
                <a:lnTo>
                  <a:pt x="1379" y="17020"/>
                </a:lnTo>
                <a:lnTo>
                  <a:pt x="1379" y="17223"/>
                </a:lnTo>
                <a:lnTo>
                  <a:pt x="1379" y="17484"/>
                </a:lnTo>
                <a:lnTo>
                  <a:pt x="1443" y="17687"/>
                </a:lnTo>
                <a:lnTo>
                  <a:pt x="1443" y="17890"/>
                </a:lnTo>
                <a:lnTo>
                  <a:pt x="1443" y="18151"/>
                </a:lnTo>
                <a:lnTo>
                  <a:pt x="1443" y="18354"/>
                </a:lnTo>
                <a:lnTo>
                  <a:pt x="1443" y="18557"/>
                </a:lnTo>
                <a:lnTo>
                  <a:pt x="1507" y="18818"/>
                </a:lnTo>
                <a:lnTo>
                  <a:pt x="1507" y="19021"/>
                </a:lnTo>
                <a:lnTo>
                  <a:pt x="1507" y="19282"/>
                </a:lnTo>
                <a:lnTo>
                  <a:pt x="1507" y="19485"/>
                </a:lnTo>
                <a:lnTo>
                  <a:pt x="1604" y="19687"/>
                </a:lnTo>
                <a:lnTo>
                  <a:pt x="1604" y="19948"/>
                </a:lnTo>
                <a:lnTo>
                  <a:pt x="1604" y="20151"/>
                </a:lnTo>
                <a:lnTo>
                  <a:pt x="1604" y="20412"/>
                </a:lnTo>
                <a:lnTo>
                  <a:pt x="1604" y="20615"/>
                </a:lnTo>
                <a:lnTo>
                  <a:pt x="1668" y="20876"/>
                </a:lnTo>
                <a:lnTo>
                  <a:pt x="1668" y="21079"/>
                </a:lnTo>
                <a:lnTo>
                  <a:pt x="1668" y="21282"/>
                </a:lnTo>
                <a:lnTo>
                  <a:pt x="1668" y="21543"/>
                </a:lnTo>
                <a:lnTo>
                  <a:pt x="1732" y="21746"/>
                </a:lnTo>
                <a:lnTo>
                  <a:pt x="1732" y="22007"/>
                </a:lnTo>
                <a:lnTo>
                  <a:pt x="1732" y="22210"/>
                </a:lnTo>
                <a:lnTo>
                  <a:pt x="1732" y="22471"/>
                </a:lnTo>
                <a:lnTo>
                  <a:pt x="1732" y="22674"/>
                </a:lnTo>
                <a:lnTo>
                  <a:pt x="1828" y="22935"/>
                </a:lnTo>
                <a:lnTo>
                  <a:pt x="1828" y="23138"/>
                </a:lnTo>
                <a:lnTo>
                  <a:pt x="1828" y="23399"/>
                </a:lnTo>
                <a:lnTo>
                  <a:pt x="1828" y="23602"/>
                </a:lnTo>
                <a:lnTo>
                  <a:pt x="1828" y="23863"/>
                </a:lnTo>
                <a:lnTo>
                  <a:pt x="1892" y="24124"/>
                </a:lnTo>
                <a:lnTo>
                  <a:pt x="1892" y="24327"/>
                </a:lnTo>
                <a:lnTo>
                  <a:pt x="1892" y="24588"/>
                </a:lnTo>
                <a:lnTo>
                  <a:pt x="1892" y="24791"/>
                </a:lnTo>
                <a:lnTo>
                  <a:pt x="1956" y="25052"/>
                </a:lnTo>
                <a:lnTo>
                  <a:pt x="1956" y="25255"/>
                </a:lnTo>
                <a:lnTo>
                  <a:pt x="1956" y="25516"/>
                </a:lnTo>
                <a:lnTo>
                  <a:pt x="1956" y="25719"/>
                </a:lnTo>
                <a:lnTo>
                  <a:pt x="1956" y="26009"/>
                </a:lnTo>
                <a:lnTo>
                  <a:pt x="2021" y="26269"/>
                </a:lnTo>
                <a:lnTo>
                  <a:pt x="2021" y="26472"/>
                </a:lnTo>
                <a:lnTo>
                  <a:pt x="2021" y="26733"/>
                </a:lnTo>
                <a:lnTo>
                  <a:pt x="2021" y="26936"/>
                </a:lnTo>
                <a:lnTo>
                  <a:pt x="2117" y="27197"/>
                </a:lnTo>
                <a:lnTo>
                  <a:pt x="2117" y="27458"/>
                </a:lnTo>
                <a:lnTo>
                  <a:pt x="2117" y="27661"/>
                </a:lnTo>
                <a:lnTo>
                  <a:pt x="2117" y="27922"/>
                </a:lnTo>
                <a:lnTo>
                  <a:pt x="2117" y="28183"/>
                </a:lnTo>
                <a:lnTo>
                  <a:pt x="2181" y="28386"/>
                </a:lnTo>
                <a:lnTo>
                  <a:pt x="2181" y="28647"/>
                </a:lnTo>
                <a:lnTo>
                  <a:pt x="2181" y="28908"/>
                </a:lnTo>
                <a:lnTo>
                  <a:pt x="2181" y="29111"/>
                </a:lnTo>
                <a:lnTo>
                  <a:pt x="2245" y="29401"/>
                </a:lnTo>
                <a:lnTo>
                  <a:pt x="2245" y="29662"/>
                </a:lnTo>
                <a:lnTo>
                  <a:pt x="2245" y="29865"/>
                </a:lnTo>
                <a:lnTo>
                  <a:pt x="2245" y="30126"/>
                </a:lnTo>
                <a:lnTo>
                  <a:pt x="2245" y="30387"/>
                </a:lnTo>
                <a:lnTo>
                  <a:pt x="2309" y="30590"/>
                </a:lnTo>
                <a:lnTo>
                  <a:pt x="2309" y="30851"/>
                </a:lnTo>
                <a:lnTo>
                  <a:pt x="2309" y="31112"/>
                </a:lnTo>
                <a:lnTo>
                  <a:pt x="2309" y="31373"/>
                </a:lnTo>
                <a:lnTo>
                  <a:pt x="2406" y="31576"/>
                </a:lnTo>
                <a:lnTo>
                  <a:pt x="2406" y="31837"/>
                </a:lnTo>
                <a:lnTo>
                  <a:pt x="2406" y="32127"/>
                </a:lnTo>
                <a:lnTo>
                  <a:pt x="2406" y="32388"/>
                </a:lnTo>
                <a:lnTo>
                  <a:pt x="2406" y="32591"/>
                </a:lnTo>
                <a:lnTo>
                  <a:pt x="2470" y="32851"/>
                </a:lnTo>
                <a:lnTo>
                  <a:pt x="2470" y="33112"/>
                </a:lnTo>
                <a:lnTo>
                  <a:pt x="2470" y="33373"/>
                </a:lnTo>
                <a:lnTo>
                  <a:pt x="2470" y="33576"/>
                </a:lnTo>
                <a:lnTo>
                  <a:pt x="2534" y="33837"/>
                </a:lnTo>
                <a:lnTo>
                  <a:pt x="2534" y="34098"/>
                </a:lnTo>
                <a:lnTo>
                  <a:pt x="2534" y="34388"/>
                </a:lnTo>
                <a:lnTo>
                  <a:pt x="2534" y="34649"/>
                </a:lnTo>
                <a:lnTo>
                  <a:pt x="2534" y="34852"/>
                </a:lnTo>
                <a:lnTo>
                  <a:pt x="2630" y="35113"/>
                </a:lnTo>
                <a:lnTo>
                  <a:pt x="2630" y="35374"/>
                </a:lnTo>
                <a:lnTo>
                  <a:pt x="2630" y="35635"/>
                </a:lnTo>
                <a:lnTo>
                  <a:pt x="2630" y="35896"/>
                </a:lnTo>
                <a:lnTo>
                  <a:pt x="2630" y="36157"/>
                </a:lnTo>
                <a:lnTo>
                  <a:pt x="2694" y="36360"/>
                </a:lnTo>
                <a:lnTo>
                  <a:pt x="2694" y="36621"/>
                </a:lnTo>
                <a:lnTo>
                  <a:pt x="2694" y="36911"/>
                </a:lnTo>
                <a:lnTo>
                  <a:pt x="2694" y="37172"/>
                </a:lnTo>
                <a:lnTo>
                  <a:pt x="2758" y="37433"/>
                </a:lnTo>
                <a:lnTo>
                  <a:pt x="2758" y="37694"/>
                </a:lnTo>
                <a:lnTo>
                  <a:pt x="2758" y="37955"/>
                </a:lnTo>
                <a:lnTo>
                  <a:pt x="2758" y="38158"/>
                </a:lnTo>
                <a:lnTo>
                  <a:pt x="2758" y="38419"/>
                </a:lnTo>
                <a:lnTo>
                  <a:pt x="2823" y="38709"/>
                </a:lnTo>
                <a:lnTo>
                  <a:pt x="2823" y="38970"/>
                </a:lnTo>
                <a:lnTo>
                  <a:pt x="2823" y="39230"/>
                </a:lnTo>
                <a:lnTo>
                  <a:pt x="2823" y="39491"/>
                </a:lnTo>
                <a:lnTo>
                  <a:pt x="2919" y="39752"/>
                </a:lnTo>
                <a:lnTo>
                  <a:pt x="2919" y="40013"/>
                </a:lnTo>
                <a:lnTo>
                  <a:pt x="2919" y="40303"/>
                </a:lnTo>
                <a:lnTo>
                  <a:pt x="2919" y="40564"/>
                </a:lnTo>
                <a:lnTo>
                  <a:pt x="2919" y="40825"/>
                </a:lnTo>
                <a:lnTo>
                  <a:pt x="2983" y="41086"/>
                </a:lnTo>
                <a:lnTo>
                  <a:pt x="2983" y="41347"/>
                </a:lnTo>
                <a:lnTo>
                  <a:pt x="2983" y="41608"/>
                </a:lnTo>
                <a:lnTo>
                  <a:pt x="2983" y="41811"/>
                </a:lnTo>
                <a:lnTo>
                  <a:pt x="3047" y="42101"/>
                </a:lnTo>
                <a:lnTo>
                  <a:pt x="3047" y="42362"/>
                </a:lnTo>
                <a:lnTo>
                  <a:pt x="3047" y="42623"/>
                </a:lnTo>
                <a:lnTo>
                  <a:pt x="3047" y="42884"/>
                </a:lnTo>
                <a:lnTo>
                  <a:pt x="3047" y="43145"/>
                </a:lnTo>
                <a:lnTo>
                  <a:pt x="3143" y="43406"/>
                </a:lnTo>
                <a:lnTo>
                  <a:pt x="3143" y="43696"/>
                </a:lnTo>
                <a:lnTo>
                  <a:pt x="3143" y="43957"/>
                </a:lnTo>
                <a:lnTo>
                  <a:pt x="3143" y="44218"/>
                </a:lnTo>
                <a:lnTo>
                  <a:pt x="3208" y="44537"/>
                </a:lnTo>
                <a:lnTo>
                  <a:pt x="3208" y="44827"/>
                </a:lnTo>
                <a:lnTo>
                  <a:pt x="3208" y="45088"/>
                </a:lnTo>
                <a:lnTo>
                  <a:pt x="3208" y="4534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428583" y="3288771"/>
            <a:ext cx="3208" cy="59904"/>
          </a:xfrm>
          <a:custGeom>
            <a:avLst/>
            <a:gdLst/>
            <a:ahLst/>
            <a:cxnLst/>
            <a:rect l="l" t="t" r="r" b="b"/>
            <a:pathLst>
              <a:path w="3208" h="59904">
                <a:moveTo>
                  <a:pt x="0" y="0"/>
                </a:moveTo>
                <a:lnTo>
                  <a:pt x="0" y="260"/>
                </a:lnTo>
                <a:lnTo>
                  <a:pt x="64" y="521"/>
                </a:lnTo>
                <a:lnTo>
                  <a:pt x="64" y="782"/>
                </a:lnTo>
                <a:lnTo>
                  <a:pt x="64" y="1072"/>
                </a:lnTo>
                <a:lnTo>
                  <a:pt x="64" y="1333"/>
                </a:lnTo>
                <a:lnTo>
                  <a:pt x="128" y="1594"/>
                </a:lnTo>
                <a:lnTo>
                  <a:pt x="128" y="1855"/>
                </a:lnTo>
                <a:lnTo>
                  <a:pt x="128" y="2116"/>
                </a:lnTo>
                <a:lnTo>
                  <a:pt x="128" y="2377"/>
                </a:lnTo>
                <a:lnTo>
                  <a:pt x="128" y="2667"/>
                </a:lnTo>
                <a:lnTo>
                  <a:pt x="224" y="2928"/>
                </a:lnTo>
                <a:lnTo>
                  <a:pt x="224" y="3247"/>
                </a:lnTo>
                <a:lnTo>
                  <a:pt x="224" y="3508"/>
                </a:lnTo>
                <a:lnTo>
                  <a:pt x="224" y="3798"/>
                </a:lnTo>
                <a:lnTo>
                  <a:pt x="224" y="4059"/>
                </a:lnTo>
                <a:lnTo>
                  <a:pt x="288" y="4320"/>
                </a:lnTo>
                <a:lnTo>
                  <a:pt x="288" y="4581"/>
                </a:lnTo>
                <a:lnTo>
                  <a:pt x="288" y="4842"/>
                </a:lnTo>
                <a:lnTo>
                  <a:pt x="288" y="5103"/>
                </a:lnTo>
                <a:lnTo>
                  <a:pt x="352" y="5451"/>
                </a:lnTo>
                <a:lnTo>
                  <a:pt x="352" y="5712"/>
                </a:lnTo>
                <a:lnTo>
                  <a:pt x="352" y="5973"/>
                </a:lnTo>
                <a:lnTo>
                  <a:pt x="352" y="6234"/>
                </a:lnTo>
                <a:lnTo>
                  <a:pt x="352" y="6523"/>
                </a:lnTo>
                <a:lnTo>
                  <a:pt x="417" y="6784"/>
                </a:lnTo>
                <a:lnTo>
                  <a:pt x="417" y="7103"/>
                </a:lnTo>
                <a:lnTo>
                  <a:pt x="417" y="7364"/>
                </a:lnTo>
                <a:lnTo>
                  <a:pt x="417" y="7654"/>
                </a:lnTo>
                <a:lnTo>
                  <a:pt x="513" y="7915"/>
                </a:lnTo>
                <a:lnTo>
                  <a:pt x="513" y="8176"/>
                </a:lnTo>
                <a:lnTo>
                  <a:pt x="513" y="8495"/>
                </a:lnTo>
                <a:lnTo>
                  <a:pt x="513" y="8785"/>
                </a:lnTo>
                <a:lnTo>
                  <a:pt x="513" y="9046"/>
                </a:lnTo>
                <a:lnTo>
                  <a:pt x="577" y="9307"/>
                </a:lnTo>
                <a:lnTo>
                  <a:pt x="577" y="9626"/>
                </a:lnTo>
                <a:lnTo>
                  <a:pt x="577" y="9916"/>
                </a:lnTo>
                <a:lnTo>
                  <a:pt x="577" y="10177"/>
                </a:lnTo>
                <a:lnTo>
                  <a:pt x="641" y="10438"/>
                </a:lnTo>
                <a:lnTo>
                  <a:pt x="641" y="10757"/>
                </a:lnTo>
                <a:lnTo>
                  <a:pt x="641" y="11047"/>
                </a:lnTo>
                <a:lnTo>
                  <a:pt x="641" y="11308"/>
                </a:lnTo>
                <a:lnTo>
                  <a:pt x="641" y="11569"/>
                </a:lnTo>
                <a:lnTo>
                  <a:pt x="737" y="11888"/>
                </a:lnTo>
                <a:lnTo>
                  <a:pt x="737" y="12178"/>
                </a:lnTo>
                <a:lnTo>
                  <a:pt x="737" y="12439"/>
                </a:lnTo>
                <a:lnTo>
                  <a:pt x="737" y="12700"/>
                </a:lnTo>
                <a:lnTo>
                  <a:pt x="802" y="13019"/>
                </a:lnTo>
                <a:lnTo>
                  <a:pt x="802" y="13308"/>
                </a:lnTo>
                <a:lnTo>
                  <a:pt x="802" y="13569"/>
                </a:lnTo>
                <a:lnTo>
                  <a:pt x="802" y="13888"/>
                </a:lnTo>
                <a:lnTo>
                  <a:pt x="802" y="14149"/>
                </a:lnTo>
                <a:lnTo>
                  <a:pt x="866" y="14439"/>
                </a:lnTo>
                <a:lnTo>
                  <a:pt x="866" y="14758"/>
                </a:lnTo>
                <a:lnTo>
                  <a:pt x="866" y="15019"/>
                </a:lnTo>
                <a:lnTo>
                  <a:pt x="866" y="15280"/>
                </a:lnTo>
                <a:lnTo>
                  <a:pt x="930" y="15628"/>
                </a:lnTo>
                <a:lnTo>
                  <a:pt x="930" y="15889"/>
                </a:lnTo>
                <a:lnTo>
                  <a:pt x="930" y="16150"/>
                </a:lnTo>
                <a:lnTo>
                  <a:pt x="930" y="16498"/>
                </a:lnTo>
                <a:lnTo>
                  <a:pt x="930" y="16759"/>
                </a:lnTo>
                <a:lnTo>
                  <a:pt x="1026" y="17020"/>
                </a:lnTo>
                <a:lnTo>
                  <a:pt x="1026" y="17339"/>
                </a:lnTo>
                <a:lnTo>
                  <a:pt x="1026" y="17629"/>
                </a:lnTo>
                <a:lnTo>
                  <a:pt x="1026" y="17890"/>
                </a:lnTo>
                <a:lnTo>
                  <a:pt x="1026" y="18209"/>
                </a:lnTo>
                <a:lnTo>
                  <a:pt x="1090" y="18470"/>
                </a:lnTo>
                <a:lnTo>
                  <a:pt x="1090" y="18818"/>
                </a:lnTo>
                <a:lnTo>
                  <a:pt x="1090" y="19079"/>
                </a:lnTo>
                <a:lnTo>
                  <a:pt x="1090" y="19340"/>
                </a:lnTo>
                <a:lnTo>
                  <a:pt x="1154" y="19687"/>
                </a:lnTo>
                <a:lnTo>
                  <a:pt x="1154" y="19948"/>
                </a:lnTo>
                <a:lnTo>
                  <a:pt x="1154" y="20267"/>
                </a:lnTo>
                <a:lnTo>
                  <a:pt x="1154" y="20557"/>
                </a:lnTo>
                <a:lnTo>
                  <a:pt x="1154" y="20876"/>
                </a:lnTo>
                <a:lnTo>
                  <a:pt x="1219" y="21137"/>
                </a:lnTo>
                <a:lnTo>
                  <a:pt x="1219" y="21398"/>
                </a:lnTo>
                <a:lnTo>
                  <a:pt x="1219" y="21746"/>
                </a:lnTo>
                <a:lnTo>
                  <a:pt x="1219" y="22007"/>
                </a:lnTo>
                <a:lnTo>
                  <a:pt x="1315" y="22326"/>
                </a:lnTo>
                <a:lnTo>
                  <a:pt x="1315" y="22616"/>
                </a:lnTo>
                <a:lnTo>
                  <a:pt x="1315" y="22935"/>
                </a:lnTo>
                <a:lnTo>
                  <a:pt x="1315" y="23196"/>
                </a:lnTo>
                <a:lnTo>
                  <a:pt x="1315" y="23544"/>
                </a:lnTo>
                <a:lnTo>
                  <a:pt x="1379" y="23805"/>
                </a:lnTo>
                <a:lnTo>
                  <a:pt x="1379" y="24124"/>
                </a:lnTo>
                <a:lnTo>
                  <a:pt x="1379" y="24414"/>
                </a:lnTo>
                <a:lnTo>
                  <a:pt x="1379" y="24733"/>
                </a:lnTo>
                <a:lnTo>
                  <a:pt x="1443" y="24994"/>
                </a:lnTo>
                <a:lnTo>
                  <a:pt x="1443" y="25342"/>
                </a:lnTo>
                <a:lnTo>
                  <a:pt x="1443" y="25603"/>
                </a:lnTo>
                <a:lnTo>
                  <a:pt x="1443" y="25922"/>
                </a:lnTo>
                <a:lnTo>
                  <a:pt x="1443" y="26182"/>
                </a:lnTo>
                <a:lnTo>
                  <a:pt x="1539" y="26530"/>
                </a:lnTo>
                <a:lnTo>
                  <a:pt x="1539" y="26791"/>
                </a:lnTo>
                <a:lnTo>
                  <a:pt x="1539" y="27139"/>
                </a:lnTo>
                <a:lnTo>
                  <a:pt x="1539" y="27400"/>
                </a:lnTo>
                <a:lnTo>
                  <a:pt x="1604" y="27719"/>
                </a:lnTo>
                <a:lnTo>
                  <a:pt x="1604" y="27980"/>
                </a:lnTo>
                <a:lnTo>
                  <a:pt x="1604" y="28328"/>
                </a:lnTo>
                <a:lnTo>
                  <a:pt x="1604" y="28589"/>
                </a:lnTo>
                <a:lnTo>
                  <a:pt x="1604" y="28937"/>
                </a:lnTo>
                <a:lnTo>
                  <a:pt x="1668" y="29198"/>
                </a:lnTo>
                <a:lnTo>
                  <a:pt x="1668" y="29517"/>
                </a:lnTo>
                <a:lnTo>
                  <a:pt x="1668" y="29865"/>
                </a:lnTo>
                <a:lnTo>
                  <a:pt x="1668" y="30126"/>
                </a:lnTo>
                <a:lnTo>
                  <a:pt x="1732" y="30445"/>
                </a:lnTo>
                <a:lnTo>
                  <a:pt x="1732" y="30706"/>
                </a:lnTo>
                <a:lnTo>
                  <a:pt x="1732" y="31054"/>
                </a:lnTo>
                <a:lnTo>
                  <a:pt x="1732" y="31315"/>
                </a:lnTo>
                <a:lnTo>
                  <a:pt x="1732" y="31663"/>
                </a:lnTo>
                <a:lnTo>
                  <a:pt x="1828" y="31982"/>
                </a:lnTo>
                <a:lnTo>
                  <a:pt x="1828" y="32243"/>
                </a:lnTo>
                <a:lnTo>
                  <a:pt x="1828" y="32591"/>
                </a:lnTo>
                <a:lnTo>
                  <a:pt x="1828" y="32851"/>
                </a:lnTo>
                <a:lnTo>
                  <a:pt x="1828" y="33170"/>
                </a:lnTo>
                <a:lnTo>
                  <a:pt x="1892" y="33518"/>
                </a:lnTo>
                <a:lnTo>
                  <a:pt x="1892" y="33779"/>
                </a:lnTo>
                <a:lnTo>
                  <a:pt x="1892" y="34098"/>
                </a:lnTo>
                <a:lnTo>
                  <a:pt x="1892" y="34446"/>
                </a:lnTo>
                <a:lnTo>
                  <a:pt x="1956" y="34707"/>
                </a:lnTo>
                <a:lnTo>
                  <a:pt x="1956" y="35026"/>
                </a:lnTo>
                <a:lnTo>
                  <a:pt x="1956" y="35316"/>
                </a:lnTo>
                <a:lnTo>
                  <a:pt x="1956" y="35635"/>
                </a:lnTo>
                <a:lnTo>
                  <a:pt x="1956" y="35983"/>
                </a:lnTo>
                <a:lnTo>
                  <a:pt x="2053" y="36244"/>
                </a:lnTo>
                <a:lnTo>
                  <a:pt x="2053" y="36563"/>
                </a:lnTo>
                <a:lnTo>
                  <a:pt x="2053" y="36911"/>
                </a:lnTo>
                <a:lnTo>
                  <a:pt x="2053" y="37172"/>
                </a:lnTo>
                <a:lnTo>
                  <a:pt x="2117" y="37491"/>
                </a:lnTo>
                <a:lnTo>
                  <a:pt x="2117" y="37839"/>
                </a:lnTo>
                <a:lnTo>
                  <a:pt x="2117" y="38100"/>
                </a:lnTo>
                <a:lnTo>
                  <a:pt x="2117" y="38419"/>
                </a:lnTo>
                <a:lnTo>
                  <a:pt x="2117" y="38767"/>
                </a:lnTo>
                <a:lnTo>
                  <a:pt x="2181" y="39028"/>
                </a:lnTo>
                <a:lnTo>
                  <a:pt x="2181" y="39375"/>
                </a:lnTo>
                <a:lnTo>
                  <a:pt x="2181" y="39694"/>
                </a:lnTo>
                <a:lnTo>
                  <a:pt x="2181" y="40013"/>
                </a:lnTo>
                <a:lnTo>
                  <a:pt x="2245" y="40303"/>
                </a:lnTo>
                <a:lnTo>
                  <a:pt x="2245" y="40622"/>
                </a:lnTo>
                <a:lnTo>
                  <a:pt x="2245" y="40970"/>
                </a:lnTo>
                <a:lnTo>
                  <a:pt x="2245" y="41231"/>
                </a:lnTo>
                <a:lnTo>
                  <a:pt x="2245" y="41550"/>
                </a:lnTo>
                <a:lnTo>
                  <a:pt x="2341" y="41898"/>
                </a:lnTo>
                <a:lnTo>
                  <a:pt x="2341" y="42217"/>
                </a:lnTo>
                <a:lnTo>
                  <a:pt x="2341" y="42478"/>
                </a:lnTo>
                <a:lnTo>
                  <a:pt x="2341" y="42826"/>
                </a:lnTo>
                <a:lnTo>
                  <a:pt x="2406" y="43145"/>
                </a:lnTo>
                <a:lnTo>
                  <a:pt x="2406" y="43493"/>
                </a:lnTo>
                <a:lnTo>
                  <a:pt x="2406" y="43754"/>
                </a:lnTo>
                <a:lnTo>
                  <a:pt x="2406" y="44073"/>
                </a:lnTo>
                <a:lnTo>
                  <a:pt x="2406" y="44421"/>
                </a:lnTo>
                <a:lnTo>
                  <a:pt x="2470" y="44740"/>
                </a:lnTo>
                <a:lnTo>
                  <a:pt x="2470" y="45001"/>
                </a:lnTo>
                <a:lnTo>
                  <a:pt x="2470" y="45349"/>
                </a:lnTo>
                <a:lnTo>
                  <a:pt x="2470" y="45667"/>
                </a:lnTo>
                <a:lnTo>
                  <a:pt x="2534" y="46015"/>
                </a:lnTo>
                <a:lnTo>
                  <a:pt x="2534" y="46276"/>
                </a:lnTo>
                <a:lnTo>
                  <a:pt x="2534" y="46624"/>
                </a:lnTo>
                <a:lnTo>
                  <a:pt x="2534" y="46943"/>
                </a:lnTo>
                <a:lnTo>
                  <a:pt x="2534" y="47262"/>
                </a:lnTo>
                <a:lnTo>
                  <a:pt x="2630" y="47610"/>
                </a:lnTo>
                <a:lnTo>
                  <a:pt x="2630" y="47871"/>
                </a:lnTo>
                <a:lnTo>
                  <a:pt x="2630" y="48219"/>
                </a:lnTo>
                <a:lnTo>
                  <a:pt x="2630" y="48538"/>
                </a:lnTo>
                <a:lnTo>
                  <a:pt x="2630" y="48886"/>
                </a:lnTo>
                <a:lnTo>
                  <a:pt x="2694" y="49205"/>
                </a:lnTo>
                <a:lnTo>
                  <a:pt x="2694" y="49524"/>
                </a:lnTo>
                <a:lnTo>
                  <a:pt x="2694" y="49814"/>
                </a:lnTo>
                <a:lnTo>
                  <a:pt x="2694" y="50133"/>
                </a:lnTo>
                <a:lnTo>
                  <a:pt x="2758" y="50481"/>
                </a:lnTo>
                <a:lnTo>
                  <a:pt x="2758" y="50800"/>
                </a:lnTo>
                <a:lnTo>
                  <a:pt x="2758" y="51119"/>
                </a:lnTo>
                <a:lnTo>
                  <a:pt x="2758" y="51467"/>
                </a:lnTo>
                <a:lnTo>
                  <a:pt x="2758" y="51728"/>
                </a:lnTo>
                <a:lnTo>
                  <a:pt x="2855" y="52076"/>
                </a:lnTo>
                <a:lnTo>
                  <a:pt x="2855" y="52394"/>
                </a:lnTo>
                <a:lnTo>
                  <a:pt x="2855" y="52742"/>
                </a:lnTo>
                <a:lnTo>
                  <a:pt x="2855" y="53061"/>
                </a:lnTo>
                <a:lnTo>
                  <a:pt x="2919" y="53380"/>
                </a:lnTo>
                <a:lnTo>
                  <a:pt x="2919" y="53728"/>
                </a:lnTo>
                <a:lnTo>
                  <a:pt x="2919" y="53989"/>
                </a:lnTo>
                <a:lnTo>
                  <a:pt x="2919" y="54337"/>
                </a:lnTo>
                <a:lnTo>
                  <a:pt x="2919" y="54656"/>
                </a:lnTo>
                <a:lnTo>
                  <a:pt x="2983" y="54975"/>
                </a:lnTo>
                <a:lnTo>
                  <a:pt x="2983" y="55323"/>
                </a:lnTo>
                <a:lnTo>
                  <a:pt x="2983" y="55642"/>
                </a:lnTo>
                <a:lnTo>
                  <a:pt x="2983" y="55990"/>
                </a:lnTo>
                <a:lnTo>
                  <a:pt x="3047" y="56309"/>
                </a:lnTo>
                <a:lnTo>
                  <a:pt x="3047" y="56599"/>
                </a:lnTo>
                <a:lnTo>
                  <a:pt x="3047" y="56918"/>
                </a:lnTo>
                <a:lnTo>
                  <a:pt x="3047" y="57237"/>
                </a:lnTo>
                <a:lnTo>
                  <a:pt x="3047" y="57585"/>
                </a:lnTo>
                <a:lnTo>
                  <a:pt x="3143" y="57904"/>
                </a:lnTo>
                <a:lnTo>
                  <a:pt x="3143" y="58252"/>
                </a:lnTo>
                <a:lnTo>
                  <a:pt x="3143" y="58571"/>
                </a:lnTo>
                <a:lnTo>
                  <a:pt x="3143" y="58918"/>
                </a:lnTo>
                <a:lnTo>
                  <a:pt x="3208" y="59237"/>
                </a:lnTo>
                <a:lnTo>
                  <a:pt x="3208" y="59585"/>
                </a:lnTo>
                <a:lnTo>
                  <a:pt x="3208" y="5990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431791" y="3348676"/>
            <a:ext cx="3208" cy="68574"/>
          </a:xfrm>
          <a:custGeom>
            <a:avLst/>
            <a:gdLst/>
            <a:ahLst/>
            <a:cxnLst/>
            <a:rect l="l" t="t" r="r" b="b"/>
            <a:pathLst>
              <a:path w="3208" h="68574">
                <a:moveTo>
                  <a:pt x="0" y="0"/>
                </a:moveTo>
                <a:lnTo>
                  <a:pt x="0" y="347"/>
                </a:lnTo>
                <a:lnTo>
                  <a:pt x="0" y="666"/>
                </a:lnTo>
                <a:lnTo>
                  <a:pt x="64" y="927"/>
                </a:lnTo>
                <a:lnTo>
                  <a:pt x="64" y="1275"/>
                </a:lnTo>
                <a:lnTo>
                  <a:pt x="64" y="1594"/>
                </a:lnTo>
                <a:lnTo>
                  <a:pt x="64" y="1942"/>
                </a:lnTo>
                <a:lnTo>
                  <a:pt x="160" y="2261"/>
                </a:lnTo>
                <a:lnTo>
                  <a:pt x="160" y="2609"/>
                </a:lnTo>
                <a:lnTo>
                  <a:pt x="160" y="2928"/>
                </a:lnTo>
                <a:lnTo>
                  <a:pt x="160" y="3276"/>
                </a:lnTo>
                <a:lnTo>
                  <a:pt x="160" y="3595"/>
                </a:lnTo>
                <a:lnTo>
                  <a:pt x="224" y="3943"/>
                </a:lnTo>
                <a:lnTo>
                  <a:pt x="224" y="4262"/>
                </a:lnTo>
                <a:lnTo>
                  <a:pt x="224" y="4581"/>
                </a:lnTo>
                <a:lnTo>
                  <a:pt x="224" y="4929"/>
                </a:lnTo>
                <a:lnTo>
                  <a:pt x="224" y="5248"/>
                </a:lnTo>
                <a:lnTo>
                  <a:pt x="288" y="5596"/>
                </a:lnTo>
                <a:lnTo>
                  <a:pt x="288" y="5915"/>
                </a:lnTo>
                <a:lnTo>
                  <a:pt x="288" y="6263"/>
                </a:lnTo>
                <a:lnTo>
                  <a:pt x="288" y="6581"/>
                </a:lnTo>
                <a:lnTo>
                  <a:pt x="352" y="6929"/>
                </a:lnTo>
                <a:lnTo>
                  <a:pt x="352" y="7248"/>
                </a:lnTo>
                <a:lnTo>
                  <a:pt x="352" y="7596"/>
                </a:lnTo>
                <a:lnTo>
                  <a:pt x="352" y="7915"/>
                </a:lnTo>
                <a:lnTo>
                  <a:pt x="352" y="8263"/>
                </a:lnTo>
                <a:lnTo>
                  <a:pt x="449" y="8582"/>
                </a:lnTo>
                <a:lnTo>
                  <a:pt x="449" y="8930"/>
                </a:lnTo>
                <a:lnTo>
                  <a:pt x="449" y="9249"/>
                </a:lnTo>
                <a:lnTo>
                  <a:pt x="449" y="9568"/>
                </a:lnTo>
                <a:lnTo>
                  <a:pt x="513" y="9916"/>
                </a:lnTo>
                <a:lnTo>
                  <a:pt x="513" y="10235"/>
                </a:lnTo>
                <a:lnTo>
                  <a:pt x="513" y="10583"/>
                </a:lnTo>
                <a:lnTo>
                  <a:pt x="513" y="10902"/>
                </a:lnTo>
                <a:lnTo>
                  <a:pt x="513" y="11250"/>
                </a:lnTo>
                <a:lnTo>
                  <a:pt x="577" y="11569"/>
                </a:lnTo>
                <a:lnTo>
                  <a:pt x="577" y="11917"/>
                </a:lnTo>
                <a:lnTo>
                  <a:pt x="577" y="12236"/>
                </a:lnTo>
                <a:lnTo>
                  <a:pt x="577" y="12584"/>
                </a:lnTo>
                <a:lnTo>
                  <a:pt x="641" y="12903"/>
                </a:lnTo>
                <a:lnTo>
                  <a:pt x="641" y="13308"/>
                </a:lnTo>
                <a:lnTo>
                  <a:pt x="641" y="13627"/>
                </a:lnTo>
                <a:lnTo>
                  <a:pt x="641" y="13975"/>
                </a:lnTo>
                <a:lnTo>
                  <a:pt x="641" y="14294"/>
                </a:lnTo>
                <a:lnTo>
                  <a:pt x="737" y="14642"/>
                </a:lnTo>
                <a:lnTo>
                  <a:pt x="737" y="14961"/>
                </a:lnTo>
                <a:lnTo>
                  <a:pt x="737" y="15309"/>
                </a:lnTo>
                <a:lnTo>
                  <a:pt x="737" y="15628"/>
                </a:lnTo>
                <a:lnTo>
                  <a:pt x="802" y="15976"/>
                </a:lnTo>
                <a:lnTo>
                  <a:pt x="802" y="16295"/>
                </a:lnTo>
                <a:lnTo>
                  <a:pt x="802" y="16643"/>
                </a:lnTo>
                <a:lnTo>
                  <a:pt x="802" y="16962"/>
                </a:lnTo>
                <a:lnTo>
                  <a:pt x="802" y="17281"/>
                </a:lnTo>
                <a:lnTo>
                  <a:pt x="866" y="17687"/>
                </a:lnTo>
                <a:lnTo>
                  <a:pt x="866" y="18035"/>
                </a:lnTo>
                <a:lnTo>
                  <a:pt x="866" y="18354"/>
                </a:lnTo>
                <a:lnTo>
                  <a:pt x="866" y="18702"/>
                </a:lnTo>
                <a:lnTo>
                  <a:pt x="962" y="19021"/>
                </a:lnTo>
                <a:lnTo>
                  <a:pt x="962" y="19369"/>
                </a:lnTo>
                <a:lnTo>
                  <a:pt x="962" y="19687"/>
                </a:lnTo>
                <a:lnTo>
                  <a:pt x="962" y="20006"/>
                </a:lnTo>
                <a:lnTo>
                  <a:pt x="962" y="20354"/>
                </a:lnTo>
                <a:lnTo>
                  <a:pt x="1026" y="20673"/>
                </a:lnTo>
                <a:lnTo>
                  <a:pt x="1026" y="21079"/>
                </a:lnTo>
                <a:lnTo>
                  <a:pt x="1026" y="21427"/>
                </a:lnTo>
                <a:lnTo>
                  <a:pt x="1026" y="21746"/>
                </a:lnTo>
                <a:lnTo>
                  <a:pt x="1026" y="22094"/>
                </a:lnTo>
                <a:lnTo>
                  <a:pt x="1090" y="22413"/>
                </a:lnTo>
                <a:lnTo>
                  <a:pt x="1090" y="22761"/>
                </a:lnTo>
                <a:lnTo>
                  <a:pt x="1090" y="23080"/>
                </a:lnTo>
                <a:lnTo>
                  <a:pt x="1090" y="23399"/>
                </a:lnTo>
                <a:lnTo>
                  <a:pt x="1154" y="23805"/>
                </a:lnTo>
                <a:lnTo>
                  <a:pt x="1154" y="24153"/>
                </a:lnTo>
                <a:lnTo>
                  <a:pt x="1154" y="24472"/>
                </a:lnTo>
                <a:lnTo>
                  <a:pt x="1154" y="24820"/>
                </a:lnTo>
                <a:lnTo>
                  <a:pt x="1154" y="25139"/>
                </a:lnTo>
                <a:lnTo>
                  <a:pt x="1251" y="25487"/>
                </a:lnTo>
                <a:lnTo>
                  <a:pt x="1251" y="25806"/>
                </a:lnTo>
                <a:lnTo>
                  <a:pt x="1251" y="26211"/>
                </a:lnTo>
                <a:lnTo>
                  <a:pt x="1251" y="26530"/>
                </a:lnTo>
                <a:lnTo>
                  <a:pt x="1315" y="26878"/>
                </a:lnTo>
                <a:lnTo>
                  <a:pt x="1315" y="27197"/>
                </a:lnTo>
                <a:lnTo>
                  <a:pt x="1315" y="27545"/>
                </a:lnTo>
                <a:lnTo>
                  <a:pt x="1315" y="27864"/>
                </a:lnTo>
                <a:lnTo>
                  <a:pt x="1315" y="28270"/>
                </a:lnTo>
                <a:lnTo>
                  <a:pt x="1379" y="28589"/>
                </a:lnTo>
                <a:lnTo>
                  <a:pt x="1379" y="28937"/>
                </a:lnTo>
                <a:lnTo>
                  <a:pt x="1379" y="29256"/>
                </a:lnTo>
                <a:lnTo>
                  <a:pt x="1379" y="29604"/>
                </a:lnTo>
                <a:lnTo>
                  <a:pt x="1443" y="29923"/>
                </a:lnTo>
                <a:lnTo>
                  <a:pt x="1443" y="30329"/>
                </a:lnTo>
                <a:lnTo>
                  <a:pt x="1443" y="30648"/>
                </a:lnTo>
                <a:lnTo>
                  <a:pt x="1443" y="30996"/>
                </a:lnTo>
                <a:lnTo>
                  <a:pt x="1443" y="31315"/>
                </a:lnTo>
                <a:lnTo>
                  <a:pt x="1539" y="31663"/>
                </a:lnTo>
                <a:lnTo>
                  <a:pt x="1539" y="32069"/>
                </a:lnTo>
                <a:lnTo>
                  <a:pt x="1539" y="32388"/>
                </a:lnTo>
                <a:lnTo>
                  <a:pt x="1539" y="32735"/>
                </a:lnTo>
                <a:lnTo>
                  <a:pt x="1604" y="33054"/>
                </a:lnTo>
                <a:lnTo>
                  <a:pt x="1604" y="33373"/>
                </a:lnTo>
                <a:lnTo>
                  <a:pt x="1604" y="33779"/>
                </a:lnTo>
                <a:lnTo>
                  <a:pt x="1604" y="34127"/>
                </a:lnTo>
                <a:lnTo>
                  <a:pt x="1604" y="34446"/>
                </a:lnTo>
                <a:lnTo>
                  <a:pt x="1668" y="34794"/>
                </a:lnTo>
                <a:lnTo>
                  <a:pt x="1668" y="35113"/>
                </a:lnTo>
                <a:lnTo>
                  <a:pt x="1668" y="35519"/>
                </a:lnTo>
                <a:lnTo>
                  <a:pt x="1668" y="35838"/>
                </a:lnTo>
                <a:lnTo>
                  <a:pt x="1764" y="36186"/>
                </a:lnTo>
                <a:lnTo>
                  <a:pt x="1764" y="36505"/>
                </a:lnTo>
                <a:lnTo>
                  <a:pt x="1764" y="36853"/>
                </a:lnTo>
                <a:lnTo>
                  <a:pt x="1764" y="37230"/>
                </a:lnTo>
                <a:lnTo>
                  <a:pt x="1764" y="37578"/>
                </a:lnTo>
                <a:lnTo>
                  <a:pt x="1828" y="37897"/>
                </a:lnTo>
                <a:lnTo>
                  <a:pt x="1828" y="38245"/>
                </a:lnTo>
                <a:lnTo>
                  <a:pt x="1828" y="38651"/>
                </a:lnTo>
                <a:lnTo>
                  <a:pt x="1828" y="38970"/>
                </a:lnTo>
                <a:lnTo>
                  <a:pt x="1828" y="39317"/>
                </a:lnTo>
                <a:lnTo>
                  <a:pt x="1892" y="39636"/>
                </a:lnTo>
                <a:lnTo>
                  <a:pt x="1892" y="40042"/>
                </a:lnTo>
                <a:lnTo>
                  <a:pt x="1892" y="40361"/>
                </a:lnTo>
                <a:lnTo>
                  <a:pt x="1892" y="40709"/>
                </a:lnTo>
                <a:lnTo>
                  <a:pt x="1956" y="41028"/>
                </a:lnTo>
                <a:lnTo>
                  <a:pt x="1956" y="41376"/>
                </a:lnTo>
                <a:lnTo>
                  <a:pt x="1956" y="41753"/>
                </a:lnTo>
                <a:lnTo>
                  <a:pt x="1956" y="42101"/>
                </a:lnTo>
                <a:lnTo>
                  <a:pt x="1956" y="42420"/>
                </a:lnTo>
                <a:lnTo>
                  <a:pt x="2053" y="42768"/>
                </a:lnTo>
                <a:lnTo>
                  <a:pt x="2053" y="43174"/>
                </a:lnTo>
                <a:lnTo>
                  <a:pt x="2053" y="43493"/>
                </a:lnTo>
                <a:lnTo>
                  <a:pt x="2053" y="43841"/>
                </a:lnTo>
                <a:lnTo>
                  <a:pt x="2117" y="44218"/>
                </a:lnTo>
                <a:lnTo>
                  <a:pt x="2117" y="44566"/>
                </a:lnTo>
                <a:lnTo>
                  <a:pt x="2117" y="44885"/>
                </a:lnTo>
                <a:lnTo>
                  <a:pt x="2117" y="45233"/>
                </a:lnTo>
                <a:lnTo>
                  <a:pt x="2117" y="45610"/>
                </a:lnTo>
                <a:lnTo>
                  <a:pt x="2181" y="45957"/>
                </a:lnTo>
                <a:lnTo>
                  <a:pt x="2181" y="46276"/>
                </a:lnTo>
                <a:lnTo>
                  <a:pt x="2181" y="46624"/>
                </a:lnTo>
                <a:lnTo>
                  <a:pt x="2181" y="47030"/>
                </a:lnTo>
                <a:lnTo>
                  <a:pt x="2277" y="47349"/>
                </a:lnTo>
                <a:lnTo>
                  <a:pt x="2277" y="47697"/>
                </a:lnTo>
                <a:lnTo>
                  <a:pt x="2277" y="48016"/>
                </a:lnTo>
                <a:lnTo>
                  <a:pt x="2277" y="48422"/>
                </a:lnTo>
                <a:lnTo>
                  <a:pt x="2277" y="48741"/>
                </a:lnTo>
                <a:lnTo>
                  <a:pt x="2341" y="49089"/>
                </a:lnTo>
                <a:lnTo>
                  <a:pt x="2341" y="49466"/>
                </a:lnTo>
                <a:lnTo>
                  <a:pt x="2341" y="49814"/>
                </a:lnTo>
                <a:lnTo>
                  <a:pt x="2341" y="50133"/>
                </a:lnTo>
                <a:lnTo>
                  <a:pt x="2406" y="50481"/>
                </a:lnTo>
                <a:lnTo>
                  <a:pt x="2406" y="50887"/>
                </a:lnTo>
                <a:lnTo>
                  <a:pt x="2406" y="51206"/>
                </a:lnTo>
                <a:lnTo>
                  <a:pt x="2406" y="51554"/>
                </a:lnTo>
                <a:lnTo>
                  <a:pt x="2406" y="51931"/>
                </a:lnTo>
                <a:lnTo>
                  <a:pt x="2470" y="52278"/>
                </a:lnTo>
                <a:lnTo>
                  <a:pt x="2470" y="52597"/>
                </a:lnTo>
                <a:lnTo>
                  <a:pt x="2470" y="52945"/>
                </a:lnTo>
                <a:lnTo>
                  <a:pt x="2470" y="53322"/>
                </a:lnTo>
                <a:lnTo>
                  <a:pt x="2566" y="53670"/>
                </a:lnTo>
                <a:lnTo>
                  <a:pt x="2566" y="53989"/>
                </a:lnTo>
                <a:lnTo>
                  <a:pt x="2566" y="54395"/>
                </a:lnTo>
                <a:lnTo>
                  <a:pt x="2566" y="54743"/>
                </a:lnTo>
                <a:lnTo>
                  <a:pt x="2566" y="55062"/>
                </a:lnTo>
                <a:lnTo>
                  <a:pt x="2630" y="55468"/>
                </a:lnTo>
                <a:lnTo>
                  <a:pt x="2630" y="55787"/>
                </a:lnTo>
                <a:lnTo>
                  <a:pt x="2630" y="56135"/>
                </a:lnTo>
                <a:lnTo>
                  <a:pt x="2630" y="56541"/>
                </a:lnTo>
                <a:lnTo>
                  <a:pt x="2630" y="56860"/>
                </a:lnTo>
                <a:lnTo>
                  <a:pt x="2694" y="57179"/>
                </a:lnTo>
                <a:lnTo>
                  <a:pt x="2694" y="57527"/>
                </a:lnTo>
                <a:lnTo>
                  <a:pt x="2694" y="57933"/>
                </a:lnTo>
                <a:lnTo>
                  <a:pt x="2694" y="58252"/>
                </a:lnTo>
                <a:lnTo>
                  <a:pt x="2758" y="58600"/>
                </a:lnTo>
                <a:lnTo>
                  <a:pt x="2758" y="58976"/>
                </a:lnTo>
                <a:lnTo>
                  <a:pt x="2758" y="59324"/>
                </a:lnTo>
                <a:lnTo>
                  <a:pt x="2758" y="59643"/>
                </a:lnTo>
                <a:lnTo>
                  <a:pt x="2758" y="60049"/>
                </a:lnTo>
                <a:lnTo>
                  <a:pt x="2855" y="60397"/>
                </a:lnTo>
                <a:lnTo>
                  <a:pt x="2855" y="60716"/>
                </a:lnTo>
                <a:lnTo>
                  <a:pt x="2855" y="61122"/>
                </a:lnTo>
                <a:lnTo>
                  <a:pt x="2855" y="61441"/>
                </a:lnTo>
                <a:lnTo>
                  <a:pt x="2919" y="61789"/>
                </a:lnTo>
                <a:lnTo>
                  <a:pt x="2919" y="62166"/>
                </a:lnTo>
                <a:lnTo>
                  <a:pt x="2919" y="62514"/>
                </a:lnTo>
                <a:lnTo>
                  <a:pt x="2919" y="62833"/>
                </a:lnTo>
                <a:lnTo>
                  <a:pt x="2919" y="63239"/>
                </a:lnTo>
                <a:lnTo>
                  <a:pt x="2983" y="63587"/>
                </a:lnTo>
                <a:lnTo>
                  <a:pt x="2983" y="63906"/>
                </a:lnTo>
                <a:lnTo>
                  <a:pt x="2983" y="64312"/>
                </a:lnTo>
                <a:lnTo>
                  <a:pt x="2983" y="64631"/>
                </a:lnTo>
                <a:lnTo>
                  <a:pt x="3079" y="64979"/>
                </a:lnTo>
                <a:lnTo>
                  <a:pt x="3079" y="65384"/>
                </a:lnTo>
                <a:lnTo>
                  <a:pt x="3079" y="65703"/>
                </a:lnTo>
                <a:lnTo>
                  <a:pt x="3079" y="66022"/>
                </a:lnTo>
                <a:lnTo>
                  <a:pt x="3079" y="66428"/>
                </a:lnTo>
                <a:lnTo>
                  <a:pt x="3143" y="66776"/>
                </a:lnTo>
                <a:lnTo>
                  <a:pt x="3143" y="67095"/>
                </a:lnTo>
                <a:lnTo>
                  <a:pt x="3143" y="67501"/>
                </a:lnTo>
                <a:lnTo>
                  <a:pt x="3143" y="67820"/>
                </a:lnTo>
                <a:lnTo>
                  <a:pt x="3208" y="68168"/>
                </a:lnTo>
                <a:lnTo>
                  <a:pt x="3208" y="6857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434999" y="3417250"/>
            <a:ext cx="3208" cy="70662"/>
          </a:xfrm>
          <a:custGeom>
            <a:avLst/>
            <a:gdLst/>
            <a:ahLst/>
            <a:cxnLst/>
            <a:rect l="l" t="t" r="r" b="b"/>
            <a:pathLst>
              <a:path w="3208" h="70662">
                <a:moveTo>
                  <a:pt x="0" y="0"/>
                </a:moveTo>
                <a:lnTo>
                  <a:pt x="0" y="318"/>
                </a:lnTo>
                <a:lnTo>
                  <a:pt x="0" y="666"/>
                </a:lnTo>
                <a:lnTo>
                  <a:pt x="0" y="1043"/>
                </a:lnTo>
                <a:lnTo>
                  <a:pt x="64" y="1391"/>
                </a:lnTo>
                <a:lnTo>
                  <a:pt x="64" y="1797"/>
                </a:lnTo>
                <a:lnTo>
                  <a:pt x="64" y="2116"/>
                </a:lnTo>
                <a:lnTo>
                  <a:pt x="64" y="2435"/>
                </a:lnTo>
                <a:lnTo>
                  <a:pt x="160" y="2841"/>
                </a:lnTo>
                <a:lnTo>
                  <a:pt x="160" y="3189"/>
                </a:lnTo>
                <a:lnTo>
                  <a:pt x="160" y="3508"/>
                </a:lnTo>
                <a:lnTo>
                  <a:pt x="160" y="3914"/>
                </a:lnTo>
                <a:lnTo>
                  <a:pt x="160" y="4233"/>
                </a:lnTo>
                <a:lnTo>
                  <a:pt x="224" y="4581"/>
                </a:lnTo>
                <a:lnTo>
                  <a:pt x="224" y="4987"/>
                </a:lnTo>
                <a:lnTo>
                  <a:pt x="224" y="5306"/>
                </a:lnTo>
                <a:lnTo>
                  <a:pt x="224" y="5654"/>
                </a:lnTo>
                <a:lnTo>
                  <a:pt x="224" y="6031"/>
                </a:lnTo>
                <a:lnTo>
                  <a:pt x="288" y="6379"/>
                </a:lnTo>
                <a:lnTo>
                  <a:pt x="288" y="6697"/>
                </a:lnTo>
                <a:lnTo>
                  <a:pt x="288" y="7103"/>
                </a:lnTo>
                <a:lnTo>
                  <a:pt x="288" y="7422"/>
                </a:lnTo>
                <a:lnTo>
                  <a:pt x="352" y="7828"/>
                </a:lnTo>
                <a:lnTo>
                  <a:pt x="352" y="8176"/>
                </a:lnTo>
                <a:lnTo>
                  <a:pt x="352" y="8495"/>
                </a:lnTo>
                <a:lnTo>
                  <a:pt x="352" y="8901"/>
                </a:lnTo>
                <a:lnTo>
                  <a:pt x="352" y="9220"/>
                </a:lnTo>
                <a:lnTo>
                  <a:pt x="449" y="9568"/>
                </a:lnTo>
                <a:lnTo>
                  <a:pt x="449" y="9974"/>
                </a:lnTo>
                <a:lnTo>
                  <a:pt x="449" y="10293"/>
                </a:lnTo>
                <a:lnTo>
                  <a:pt x="449" y="10641"/>
                </a:lnTo>
                <a:lnTo>
                  <a:pt x="513" y="11018"/>
                </a:lnTo>
                <a:lnTo>
                  <a:pt x="513" y="11366"/>
                </a:lnTo>
                <a:lnTo>
                  <a:pt x="513" y="11772"/>
                </a:lnTo>
                <a:lnTo>
                  <a:pt x="513" y="12091"/>
                </a:lnTo>
                <a:lnTo>
                  <a:pt x="513" y="12410"/>
                </a:lnTo>
                <a:lnTo>
                  <a:pt x="577" y="12816"/>
                </a:lnTo>
                <a:lnTo>
                  <a:pt x="577" y="13163"/>
                </a:lnTo>
                <a:lnTo>
                  <a:pt x="577" y="13482"/>
                </a:lnTo>
                <a:lnTo>
                  <a:pt x="577" y="13888"/>
                </a:lnTo>
                <a:lnTo>
                  <a:pt x="673" y="14207"/>
                </a:lnTo>
                <a:lnTo>
                  <a:pt x="673" y="14613"/>
                </a:lnTo>
                <a:lnTo>
                  <a:pt x="673" y="14961"/>
                </a:lnTo>
                <a:lnTo>
                  <a:pt x="673" y="15280"/>
                </a:lnTo>
                <a:lnTo>
                  <a:pt x="673" y="15686"/>
                </a:lnTo>
                <a:lnTo>
                  <a:pt x="737" y="16005"/>
                </a:lnTo>
                <a:lnTo>
                  <a:pt x="737" y="16353"/>
                </a:lnTo>
                <a:lnTo>
                  <a:pt x="737" y="16759"/>
                </a:lnTo>
                <a:lnTo>
                  <a:pt x="737" y="17078"/>
                </a:lnTo>
                <a:lnTo>
                  <a:pt x="802" y="17484"/>
                </a:lnTo>
                <a:lnTo>
                  <a:pt x="802" y="17803"/>
                </a:lnTo>
                <a:lnTo>
                  <a:pt x="802" y="18151"/>
                </a:lnTo>
                <a:lnTo>
                  <a:pt x="802" y="18528"/>
                </a:lnTo>
                <a:lnTo>
                  <a:pt x="802" y="18876"/>
                </a:lnTo>
                <a:lnTo>
                  <a:pt x="866" y="19195"/>
                </a:lnTo>
                <a:lnTo>
                  <a:pt x="866" y="19600"/>
                </a:lnTo>
                <a:lnTo>
                  <a:pt x="866" y="19948"/>
                </a:lnTo>
                <a:lnTo>
                  <a:pt x="866" y="20325"/>
                </a:lnTo>
                <a:lnTo>
                  <a:pt x="962" y="20673"/>
                </a:lnTo>
                <a:lnTo>
                  <a:pt x="962" y="20992"/>
                </a:lnTo>
                <a:lnTo>
                  <a:pt x="962" y="21398"/>
                </a:lnTo>
                <a:lnTo>
                  <a:pt x="962" y="21746"/>
                </a:lnTo>
                <a:lnTo>
                  <a:pt x="962" y="22065"/>
                </a:lnTo>
                <a:lnTo>
                  <a:pt x="1026" y="22471"/>
                </a:lnTo>
                <a:lnTo>
                  <a:pt x="1026" y="22790"/>
                </a:lnTo>
                <a:lnTo>
                  <a:pt x="1026" y="23196"/>
                </a:lnTo>
                <a:lnTo>
                  <a:pt x="1026" y="23515"/>
                </a:lnTo>
                <a:lnTo>
                  <a:pt x="1026" y="23863"/>
                </a:lnTo>
                <a:lnTo>
                  <a:pt x="1090" y="24269"/>
                </a:lnTo>
                <a:lnTo>
                  <a:pt x="1090" y="24588"/>
                </a:lnTo>
                <a:lnTo>
                  <a:pt x="1090" y="24936"/>
                </a:lnTo>
                <a:lnTo>
                  <a:pt x="1090" y="25313"/>
                </a:lnTo>
                <a:lnTo>
                  <a:pt x="1186" y="25661"/>
                </a:lnTo>
                <a:lnTo>
                  <a:pt x="1186" y="26067"/>
                </a:lnTo>
                <a:lnTo>
                  <a:pt x="1186" y="26385"/>
                </a:lnTo>
                <a:lnTo>
                  <a:pt x="1186" y="26733"/>
                </a:lnTo>
                <a:lnTo>
                  <a:pt x="1186" y="27110"/>
                </a:lnTo>
                <a:lnTo>
                  <a:pt x="1251" y="27458"/>
                </a:lnTo>
                <a:lnTo>
                  <a:pt x="1251" y="27777"/>
                </a:lnTo>
                <a:lnTo>
                  <a:pt x="1251" y="28183"/>
                </a:lnTo>
                <a:lnTo>
                  <a:pt x="1251" y="28502"/>
                </a:lnTo>
                <a:lnTo>
                  <a:pt x="1315" y="28908"/>
                </a:lnTo>
                <a:lnTo>
                  <a:pt x="1315" y="29256"/>
                </a:lnTo>
                <a:lnTo>
                  <a:pt x="1315" y="29575"/>
                </a:lnTo>
                <a:lnTo>
                  <a:pt x="1315" y="29981"/>
                </a:lnTo>
                <a:lnTo>
                  <a:pt x="1315" y="30300"/>
                </a:lnTo>
                <a:lnTo>
                  <a:pt x="1379" y="30648"/>
                </a:lnTo>
                <a:lnTo>
                  <a:pt x="1379" y="31054"/>
                </a:lnTo>
                <a:lnTo>
                  <a:pt x="1379" y="31373"/>
                </a:lnTo>
                <a:lnTo>
                  <a:pt x="1379" y="31721"/>
                </a:lnTo>
                <a:lnTo>
                  <a:pt x="1475" y="32098"/>
                </a:lnTo>
                <a:lnTo>
                  <a:pt x="1475" y="32446"/>
                </a:lnTo>
                <a:lnTo>
                  <a:pt x="1475" y="32851"/>
                </a:lnTo>
                <a:lnTo>
                  <a:pt x="1475" y="33170"/>
                </a:lnTo>
                <a:lnTo>
                  <a:pt x="1475" y="33489"/>
                </a:lnTo>
                <a:lnTo>
                  <a:pt x="1539" y="33895"/>
                </a:lnTo>
                <a:lnTo>
                  <a:pt x="1539" y="34243"/>
                </a:lnTo>
                <a:lnTo>
                  <a:pt x="1539" y="34562"/>
                </a:lnTo>
                <a:lnTo>
                  <a:pt x="1539" y="34968"/>
                </a:lnTo>
                <a:lnTo>
                  <a:pt x="1604" y="35287"/>
                </a:lnTo>
                <a:lnTo>
                  <a:pt x="1604" y="35693"/>
                </a:lnTo>
                <a:lnTo>
                  <a:pt x="1604" y="36041"/>
                </a:lnTo>
                <a:lnTo>
                  <a:pt x="1604" y="36360"/>
                </a:lnTo>
                <a:lnTo>
                  <a:pt x="1604" y="36766"/>
                </a:lnTo>
                <a:lnTo>
                  <a:pt x="1668" y="37085"/>
                </a:lnTo>
                <a:lnTo>
                  <a:pt x="1668" y="37433"/>
                </a:lnTo>
                <a:lnTo>
                  <a:pt x="1668" y="37839"/>
                </a:lnTo>
                <a:lnTo>
                  <a:pt x="1668" y="38158"/>
                </a:lnTo>
                <a:lnTo>
                  <a:pt x="1764" y="38564"/>
                </a:lnTo>
                <a:lnTo>
                  <a:pt x="1764" y="38883"/>
                </a:lnTo>
                <a:lnTo>
                  <a:pt x="1764" y="39230"/>
                </a:lnTo>
                <a:lnTo>
                  <a:pt x="1764" y="39607"/>
                </a:lnTo>
                <a:lnTo>
                  <a:pt x="1764" y="39955"/>
                </a:lnTo>
                <a:lnTo>
                  <a:pt x="1828" y="40274"/>
                </a:lnTo>
                <a:lnTo>
                  <a:pt x="1828" y="40680"/>
                </a:lnTo>
                <a:lnTo>
                  <a:pt x="1828" y="41028"/>
                </a:lnTo>
                <a:lnTo>
                  <a:pt x="1828" y="41347"/>
                </a:lnTo>
                <a:lnTo>
                  <a:pt x="1828" y="41753"/>
                </a:lnTo>
                <a:lnTo>
                  <a:pt x="1892" y="42072"/>
                </a:lnTo>
                <a:lnTo>
                  <a:pt x="1892" y="42420"/>
                </a:lnTo>
                <a:lnTo>
                  <a:pt x="1892" y="42826"/>
                </a:lnTo>
                <a:lnTo>
                  <a:pt x="1892" y="43145"/>
                </a:lnTo>
                <a:lnTo>
                  <a:pt x="1988" y="43551"/>
                </a:lnTo>
                <a:lnTo>
                  <a:pt x="1988" y="43870"/>
                </a:lnTo>
                <a:lnTo>
                  <a:pt x="1988" y="44218"/>
                </a:lnTo>
                <a:lnTo>
                  <a:pt x="1988" y="44595"/>
                </a:lnTo>
                <a:lnTo>
                  <a:pt x="1988" y="44943"/>
                </a:lnTo>
                <a:lnTo>
                  <a:pt x="2053" y="45262"/>
                </a:lnTo>
                <a:lnTo>
                  <a:pt x="2053" y="45667"/>
                </a:lnTo>
                <a:lnTo>
                  <a:pt x="2053" y="46015"/>
                </a:lnTo>
                <a:lnTo>
                  <a:pt x="2053" y="46334"/>
                </a:lnTo>
                <a:lnTo>
                  <a:pt x="2117" y="46740"/>
                </a:lnTo>
                <a:lnTo>
                  <a:pt x="2117" y="47059"/>
                </a:lnTo>
                <a:lnTo>
                  <a:pt x="2117" y="47407"/>
                </a:lnTo>
                <a:lnTo>
                  <a:pt x="2117" y="47813"/>
                </a:lnTo>
                <a:lnTo>
                  <a:pt x="2117" y="48132"/>
                </a:lnTo>
                <a:lnTo>
                  <a:pt x="2181" y="48451"/>
                </a:lnTo>
                <a:lnTo>
                  <a:pt x="2181" y="48857"/>
                </a:lnTo>
                <a:lnTo>
                  <a:pt x="2181" y="49205"/>
                </a:lnTo>
                <a:lnTo>
                  <a:pt x="2181" y="49582"/>
                </a:lnTo>
                <a:lnTo>
                  <a:pt x="2277" y="49930"/>
                </a:lnTo>
                <a:lnTo>
                  <a:pt x="2277" y="50249"/>
                </a:lnTo>
                <a:lnTo>
                  <a:pt x="2277" y="50655"/>
                </a:lnTo>
                <a:lnTo>
                  <a:pt x="2277" y="51003"/>
                </a:lnTo>
                <a:lnTo>
                  <a:pt x="2277" y="51322"/>
                </a:lnTo>
                <a:lnTo>
                  <a:pt x="2341" y="51728"/>
                </a:lnTo>
                <a:lnTo>
                  <a:pt x="2341" y="52047"/>
                </a:lnTo>
                <a:lnTo>
                  <a:pt x="2341" y="52394"/>
                </a:lnTo>
                <a:lnTo>
                  <a:pt x="2341" y="52800"/>
                </a:lnTo>
                <a:lnTo>
                  <a:pt x="2406" y="53119"/>
                </a:lnTo>
                <a:lnTo>
                  <a:pt x="2406" y="53438"/>
                </a:lnTo>
                <a:lnTo>
                  <a:pt x="2406" y="53844"/>
                </a:lnTo>
                <a:lnTo>
                  <a:pt x="2406" y="54192"/>
                </a:lnTo>
                <a:lnTo>
                  <a:pt x="2406" y="54511"/>
                </a:lnTo>
                <a:lnTo>
                  <a:pt x="2502" y="54917"/>
                </a:lnTo>
                <a:lnTo>
                  <a:pt x="2502" y="55236"/>
                </a:lnTo>
                <a:lnTo>
                  <a:pt x="2502" y="55584"/>
                </a:lnTo>
                <a:lnTo>
                  <a:pt x="2502" y="55990"/>
                </a:lnTo>
                <a:lnTo>
                  <a:pt x="2566" y="56309"/>
                </a:lnTo>
                <a:lnTo>
                  <a:pt x="2566" y="56657"/>
                </a:lnTo>
                <a:lnTo>
                  <a:pt x="2566" y="57034"/>
                </a:lnTo>
                <a:lnTo>
                  <a:pt x="2566" y="57382"/>
                </a:lnTo>
                <a:lnTo>
                  <a:pt x="2566" y="57701"/>
                </a:lnTo>
                <a:lnTo>
                  <a:pt x="2630" y="58107"/>
                </a:lnTo>
                <a:lnTo>
                  <a:pt x="2630" y="58426"/>
                </a:lnTo>
                <a:lnTo>
                  <a:pt x="2630" y="58715"/>
                </a:lnTo>
                <a:lnTo>
                  <a:pt x="2630" y="59034"/>
                </a:lnTo>
                <a:lnTo>
                  <a:pt x="2630" y="59440"/>
                </a:lnTo>
                <a:lnTo>
                  <a:pt x="2694" y="59759"/>
                </a:lnTo>
                <a:lnTo>
                  <a:pt x="2694" y="60107"/>
                </a:lnTo>
                <a:lnTo>
                  <a:pt x="2694" y="60513"/>
                </a:lnTo>
                <a:lnTo>
                  <a:pt x="2694" y="60832"/>
                </a:lnTo>
                <a:lnTo>
                  <a:pt x="2790" y="61151"/>
                </a:lnTo>
                <a:lnTo>
                  <a:pt x="2790" y="61557"/>
                </a:lnTo>
                <a:lnTo>
                  <a:pt x="2790" y="61905"/>
                </a:lnTo>
                <a:lnTo>
                  <a:pt x="2790" y="62224"/>
                </a:lnTo>
                <a:lnTo>
                  <a:pt x="2790" y="62630"/>
                </a:lnTo>
                <a:lnTo>
                  <a:pt x="2855" y="62949"/>
                </a:lnTo>
                <a:lnTo>
                  <a:pt x="2855" y="63297"/>
                </a:lnTo>
                <a:lnTo>
                  <a:pt x="2855" y="63616"/>
                </a:lnTo>
                <a:lnTo>
                  <a:pt x="2855" y="64022"/>
                </a:lnTo>
                <a:lnTo>
                  <a:pt x="2919" y="64370"/>
                </a:lnTo>
                <a:lnTo>
                  <a:pt x="2919" y="64689"/>
                </a:lnTo>
                <a:lnTo>
                  <a:pt x="2919" y="65095"/>
                </a:lnTo>
                <a:lnTo>
                  <a:pt x="2919" y="65413"/>
                </a:lnTo>
                <a:lnTo>
                  <a:pt x="2919" y="65761"/>
                </a:lnTo>
                <a:lnTo>
                  <a:pt x="2983" y="66138"/>
                </a:lnTo>
                <a:lnTo>
                  <a:pt x="2983" y="66486"/>
                </a:lnTo>
                <a:lnTo>
                  <a:pt x="2983" y="66805"/>
                </a:lnTo>
                <a:lnTo>
                  <a:pt x="2983" y="67153"/>
                </a:lnTo>
                <a:lnTo>
                  <a:pt x="3079" y="67559"/>
                </a:lnTo>
                <a:lnTo>
                  <a:pt x="3079" y="67878"/>
                </a:lnTo>
                <a:lnTo>
                  <a:pt x="3079" y="68226"/>
                </a:lnTo>
                <a:lnTo>
                  <a:pt x="3079" y="68603"/>
                </a:lnTo>
                <a:lnTo>
                  <a:pt x="3079" y="68951"/>
                </a:lnTo>
                <a:lnTo>
                  <a:pt x="3143" y="69270"/>
                </a:lnTo>
                <a:lnTo>
                  <a:pt x="3143" y="69618"/>
                </a:lnTo>
                <a:lnTo>
                  <a:pt x="3143" y="70024"/>
                </a:lnTo>
                <a:lnTo>
                  <a:pt x="3143" y="70343"/>
                </a:lnTo>
                <a:lnTo>
                  <a:pt x="3208" y="7066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438207" y="3487912"/>
            <a:ext cx="3143" cy="66718"/>
          </a:xfrm>
          <a:custGeom>
            <a:avLst/>
            <a:gdLst/>
            <a:ahLst/>
            <a:cxnLst/>
            <a:rect l="l" t="t" r="r" b="b"/>
            <a:pathLst>
              <a:path w="3143" h="66718">
                <a:moveTo>
                  <a:pt x="0" y="0"/>
                </a:moveTo>
                <a:lnTo>
                  <a:pt x="0" y="347"/>
                </a:lnTo>
                <a:lnTo>
                  <a:pt x="0" y="753"/>
                </a:lnTo>
                <a:lnTo>
                  <a:pt x="0" y="1072"/>
                </a:lnTo>
                <a:lnTo>
                  <a:pt x="0" y="1420"/>
                </a:lnTo>
                <a:lnTo>
                  <a:pt x="96" y="1797"/>
                </a:lnTo>
                <a:lnTo>
                  <a:pt x="96" y="2145"/>
                </a:lnTo>
                <a:lnTo>
                  <a:pt x="96" y="2464"/>
                </a:lnTo>
                <a:lnTo>
                  <a:pt x="96" y="2812"/>
                </a:lnTo>
                <a:lnTo>
                  <a:pt x="160" y="3218"/>
                </a:lnTo>
                <a:lnTo>
                  <a:pt x="160" y="3537"/>
                </a:lnTo>
                <a:lnTo>
                  <a:pt x="160" y="3856"/>
                </a:lnTo>
                <a:lnTo>
                  <a:pt x="160" y="4204"/>
                </a:lnTo>
                <a:lnTo>
                  <a:pt x="160" y="4610"/>
                </a:lnTo>
                <a:lnTo>
                  <a:pt x="224" y="4929"/>
                </a:lnTo>
                <a:lnTo>
                  <a:pt x="224" y="5277"/>
                </a:lnTo>
                <a:lnTo>
                  <a:pt x="224" y="5596"/>
                </a:lnTo>
                <a:lnTo>
                  <a:pt x="224" y="6002"/>
                </a:lnTo>
                <a:lnTo>
                  <a:pt x="224" y="6321"/>
                </a:lnTo>
                <a:lnTo>
                  <a:pt x="288" y="6668"/>
                </a:lnTo>
                <a:lnTo>
                  <a:pt x="288" y="6987"/>
                </a:lnTo>
                <a:lnTo>
                  <a:pt x="288" y="7335"/>
                </a:lnTo>
                <a:lnTo>
                  <a:pt x="288" y="7712"/>
                </a:lnTo>
                <a:lnTo>
                  <a:pt x="384" y="8060"/>
                </a:lnTo>
                <a:lnTo>
                  <a:pt x="384" y="8379"/>
                </a:lnTo>
                <a:lnTo>
                  <a:pt x="384" y="8727"/>
                </a:lnTo>
                <a:lnTo>
                  <a:pt x="384" y="9133"/>
                </a:lnTo>
                <a:lnTo>
                  <a:pt x="384" y="9452"/>
                </a:lnTo>
                <a:lnTo>
                  <a:pt x="449" y="9800"/>
                </a:lnTo>
                <a:lnTo>
                  <a:pt x="449" y="10119"/>
                </a:lnTo>
                <a:lnTo>
                  <a:pt x="449" y="10525"/>
                </a:lnTo>
                <a:lnTo>
                  <a:pt x="449" y="10844"/>
                </a:lnTo>
                <a:lnTo>
                  <a:pt x="513" y="11192"/>
                </a:lnTo>
                <a:lnTo>
                  <a:pt x="513" y="11511"/>
                </a:lnTo>
                <a:lnTo>
                  <a:pt x="513" y="11859"/>
                </a:lnTo>
                <a:lnTo>
                  <a:pt x="513" y="12236"/>
                </a:lnTo>
                <a:lnTo>
                  <a:pt x="513" y="12584"/>
                </a:lnTo>
                <a:lnTo>
                  <a:pt x="577" y="12903"/>
                </a:lnTo>
                <a:lnTo>
                  <a:pt x="577" y="13250"/>
                </a:lnTo>
                <a:lnTo>
                  <a:pt x="577" y="13569"/>
                </a:lnTo>
                <a:lnTo>
                  <a:pt x="577" y="13975"/>
                </a:lnTo>
                <a:lnTo>
                  <a:pt x="673" y="14323"/>
                </a:lnTo>
                <a:lnTo>
                  <a:pt x="673" y="14642"/>
                </a:lnTo>
                <a:lnTo>
                  <a:pt x="673" y="14961"/>
                </a:lnTo>
                <a:lnTo>
                  <a:pt x="673" y="15309"/>
                </a:lnTo>
                <a:lnTo>
                  <a:pt x="673" y="15715"/>
                </a:lnTo>
                <a:lnTo>
                  <a:pt x="737" y="16034"/>
                </a:lnTo>
                <a:lnTo>
                  <a:pt x="737" y="16382"/>
                </a:lnTo>
                <a:lnTo>
                  <a:pt x="737" y="16701"/>
                </a:lnTo>
                <a:lnTo>
                  <a:pt x="737" y="17049"/>
                </a:lnTo>
                <a:lnTo>
                  <a:pt x="802" y="17368"/>
                </a:lnTo>
                <a:lnTo>
                  <a:pt x="802" y="17774"/>
                </a:lnTo>
                <a:lnTo>
                  <a:pt x="802" y="18093"/>
                </a:lnTo>
                <a:lnTo>
                  <a:pt x="802" y="18441"/>
                </a:lnTo>
                <a:lnTo>
                  <a:pt x="802" y="18760"/>
                </a:lnTo>
                <a:lnTo>
                  <a:pt x="898" y="19108"/>
                </a:lnTo>
                <a:lnTo>
                  <a:pt x="898" y="19485"/>
                </a:lnTo>
                <a:lnTo>
                  <a:pt x="898" y="19832"/>
                </a:lnTo>
                <a:lnTo>
                  <a:pt x="898" y="20151"/>
                </a:lnTo>
                <a:lnTo>
                  <a:pt x="962" y="20499"/>
                </a:lnTo>
                <a:lnTo>
                  <a:pt x="962" y="20818"/>
                </a:lnTo>
                <a:lnTo>
                  <a:pt x="962" y="21166"/>
                </a:lnTo>
                <a:lnTo>
                  <a:pt x="962" y="21485"/>
                </a:lnTo>
                <a:lnTo>
                  <a:pt x="962" y="21891"/>
                </a:lnTo>
                <a:lnTo>
                  <a:pt x="1026" y="22210"/>
                </a:lnTo>
                <a:lnTo>
                  <a:pt x="1026" y="22558"/>
                </a:lnTo>
                <a:lnTo>
                  <a:pt x="1026" y="22877"/>
                </a:lnTo>
                <a:lnTo>
                  <a:pt x="1026" y="23225"/>
                </a:lnTo>
                <a:lnTo>
                  <a:pt x="1026" y="23544"/>
                </a:lnTo>
                <a:lnTo>
                  <a:pt x="1090" y="23892"/>
                </a:lnTo>
                <a:lnTo>
                  <a:pt x="1090" y="24298"/>
                </a:lnTo>
                <a:lnTo>
                  <a:pt x="1090" y="24617"/>
                </a:lnTo>
                <a:lnTo>
                  <a:pt x="1090" y="24936"/>
                </a:lnTo>
                <a:lnTo>
                  <a:pt x="1186" y="25284"/>
                </a:lnTo>
                <a:lnTo>
                  <a:pt x="1186" y="25603"/>
                </a:lnTo>
                <a:lnTo>
                  <a:pt x="1186" y="25951"/>
                </a:lnTo>
                <a:lnTo>
                  <a:pt x="1186" y="26269"/>
                </a:lnTo>
                <a:lnTo>
                  <a:pt x="1186" y="26617"/>
                </a:lnTo>
                <a:lnTo>
                  <a:pt x="1251" y="27023"/>
                </a:lnTo>
                <a:lnTo>
                  <a:pt x="1251" y="27342"/>
                </a:lnTo>
                <a:lnTo>
                  <a:pt x="1251" y="27661"/>
                </a:lnTo>
                <a:lnTo>
                  <a:pt x="1251" y="28009"/>
                </a:lnTo>
                <a:lnTo>
                  <a:pt x="1315" y="28328"/>
                </a:lnTo>
                <a:lnTo>
                  <a:pt x="1315" y="28676"/>
                </a:lnTo>
                <a:lnTo>
                  <a:pt x="1315" y="28995"/>
                </a:lnTo>
                <a:lnTo>
                  <a:pt x="1315" y="29343"/>
                </a:lnTo>
                <a:lnTo>
                  <a:pt x="1315" y="29662"/>
                </a:lnTo>
                <a:lnTo>
                  <a:pt x="1411" y="30010"/>
                </a:lnTo>
                <a:lnTo>
                  <a:pt x="1411" y="30387"/>
                </a:lnTo>
                <a:lnTo>
                  <a:pt x="1411" y="30735"/>
                </a:lnTo>
                <a:lnTo>
                  <a:pt x="1411" y="31054"/>
                </a:lnTo>
                <a:lnTo>
                  <a:pt x="1475" y="31402"/>
                </a:lnTo>
                <a:lnTo>
                  <a:pt x="1475" y="31721"/>
                </a:lnTo>
                <a:lnTo>
                  <a:pt x="1475" y="32069"/>
                </a:lnTo>
                <a:lnTo>
                  <a:pt x="1475" y="32388"/>
                </a:lnTo>
                <a:lnTo>
                  <a:pt x="1475" y="32735"/>
                </a:lnTo>
                <a:lnTo>
                  <a:pt x="1539" y="33054"/>
                </a:lnTo>
                <a:lnTo>
                  <a:pt x="1539" y="33402"/>
                </a:lnTo>
                <a:lnTo>
                  <a:pt x="1539" y="33721"/>
                </a:lnTo>
                <a:lnTo>
                  <a:pt x="1539" y="34069"/>
                </a:lnTo>
                <a:lnTo>
                  <a:pt x="1604" y="34388"/>
                </a:lnTo>
                <a:lnTo>
                  <a:pt x="1604" y="34736"/>
                </a:lnTo>
                <a:lnTo>
                  <a:pt x="1604" y="35113"/>
                </a:lnTo>
                <a:lnTo>
                  <a:pt x="1604" y="35461"/>
                </a:lnTo>
                <a:lnTo>
                  <a:pt x="1604" y="35780"/>
                </a:lnTo>
                <a:lnTo>
                  <a:pt x="1700" y="36128"/>
                </a:lnTo>
                <a:lnTo>
                  <a:pt x="1700" y="36447"/>
                </a:lnTo>
                <a:lnTo>
                  <a:pt x="1700" y="36795"/>
                </a:lnTo>
                <a:lnTo>
                  <a:pt x="1700" y="37114"/>
                </a:lnTo>
                <a:lnTo>
                  <a:pt x="1764" y="37462"/>
                </a:lnTo>
                <a:lnTo>
                  <a:pt x="1764" y="37781"/>
                </a:lnTo>
                <a:lnTo>
                  <a:pt x="1764" y="38129"/>
                </a:lnTo>
                <a:lnTo>
                  <a:pt x="1764" y="38448"/>
                </a:lnTo>
                <a:lnTo>
                  <a:pt x="1764" y="38767"/>
                </a:lnTo>
                <a:lnTo>
                  <a:pt x="1828" y="39114"/>
                </a:lnTo>
                <a:lnTo>
                  <a:pt x="1828" y="39433"/>
                </a:lnTo>
                <a:lnTo>
                  <a:pt x="1828" y="39781"/>
                </a:lnTo>
                <a:lnTo>
                  <a:pt x="1828" y="40100"/>
                </a:lnTo>
                <a:lnTo>
                  <a:pt x="1828" y="40448"/>
                </a:lnTo>
                <a:lnTo>
                  <a:pt x="1892" y="40767"/>
                </a:lnTo>
                <a:lnTo>
                  <a:pt x="1892" y="41115"/>
                </a:lnTo>
                <a:lnTo>
                  <a:pt x="1892" y="41434"/>
                </a:lnTo>
                <a:lnTo>
                  <a:pt x="1892" y="41782"/>
                </a:lnTo>
                <a:lnTo>
                  <a:pt x="1988" y="42101"/>
                </a:lnTo>
                <a:lnTo>
                  <a:pt x="1988" y="42449"/>
                </a:lnTo>
                <a:lnTo>
                  <a:pt x="1988" y="42768"/>
                </a:lnTo>
                <a:lnTo>
                  <a:pt x="1988" y="43116"/>
                </a:lnTo>
                <a:lnTo>
                  <a:pt x="1988" y="43435"/>
                </a:lnTo>
                <a:lnTo>
                  <a:pt x="2053" y="43754"/>
                </a:lnTo>
                <a:lnTo>
                  <a:pt x="2053" y="44102"/>
                </a:lnTo>
                <a:lnTo>
                  <a:pt x="2053" y="44421"/>
                </a:lnTo>
                <a:lnTo>
                  <a:pt x="2053" y="44769"/>
                </a:lnTo>
                <a:lnTo>
                  <a:pt x="2117" y="45088"/>
                </a:lnTo>
                <a:lnTo>
                  <a:pt x="2117" y="45436"/>
                </a:lnTo>
                <a:lnTo>
                  <a:pt x="2117" y="45754"/>
                </a:lnTo>
                <a:lnTo>
                  <a:pt x="2117" y="46102"/>
                </a:lnTo>
                <a:lnTo>
                  <a:pt x="2117" y="46421"/>
                </a:lnTo>
                <a:lnTo>
                  <a:pt x="2213" y="46769"/>
                </a:lnTo>
                <a:lnTo>
                  <a:pt x="2213" y="47030"/>
                </a:lnTo>
                <a:lnTo>
                  <a:pt x="2213" y="47349"/>
                </a:lnTo>
                <a:lnTo>
                  <a:pt x="2213" y="47697"/>
                </a:lnTo>
                <a:lnTo>
                  <a:pt x="2277" y="48016"/>
                </a:lnTo>
                <a:lnTo>
                  <a:pt x="2277" y="48364"/>
                </a:lnTo>
                <a:lnTo>
                  <a:pt x="2277" y="48683"/>
                </a:lnTo>
                <a:lnTo>
                  <a:pt x="2277" y="49031"/>
                </a:lnTo>
                <a:lnTo>
                  <a:pt x="2277" y="49350"/>
                </a:lnTo>
                <a:lnTo>
                  <a:pt x="2341" y="49698"/>
                </a:lnTo>
                <a:lnTo>
                  <a:pt x="2341" y="50017"/>
                </a:lnTo>
                <a:lnTo>
                  <a:pt x="2341" y="50336"/>
                </a:lnTo>
                <a:lnTo>
                  <a:pt x="2341" y="50684"/>
                </a:lnTo>
                <a:lnTo>
                  <a:pt x="2406" y="51003"/>
                </a:lnTo>
                <a:lnTo>
                  <a:pt x="2406" y="51351"/>
                </a:lnTo>
                <a:lnTo>
                  <a:pt x="2406" y="51612"/>
                </a:lnTo>
                <a:lnTo>
                  <a:pt x="2406" y="51960"/>
                </a:lnTo>
                <a:lnTo>
                  <a:pt x="2406" y="52278"/>
                </a:lnTo>
                <a:lnTo>
                  <a:pt x="2502" y="52597"/>
                </a:lnTo>
                <a:lnTo>
                  <a:pt x="2502" y="52945"/>
                </a:lnTo>
                <a:lnTo>
                  <a:pt x="2502" y="53264"/>
                </a:lnTo>
                <a:lnTo>
                  <a:pt x="2502" y="53612"/>
                </a:lnTo>
                <a:lnTo>
                  <a:pt x="2566" y="53931"/>
                </a:lnTo>
                <a:lnTo>
                  <a:pt x="2566" y="54279"/>
                </a:lnTo>
                <a:lnTo>
                  <a:pt x="2566" y="54540"/>
                </a:lnTo>
                <a:lnTo>
                  <a:pt x="2566" y="54859"/>
                </a:lnTo>
                <a:lnTo>
                  <a:pt x="2566" y="55207"/>
                </a:lnTo>
                <a:lnTo>
                  <a:pt x="2630" y="55526"/>
                </a:lnTo>
                <a:lnTo>
                  <a:pt x="2630" y="55874"/>
                </a:lnTo>
                <a:lnTo>
                  <a:pt x="2630" y="56193"/>
                </a:lnTo>
                <a:lnTo>
                  <a:pt x="2630" y="56541"/>
                </a:lnTo>
                <a:lnTo>
                  <a:pt x="2630" y="56802"/>
                </a:lnTo>
                <a:lnTo>
                  <a:pt x="2726" y="57121"/>
                </a:lnTo>
                <a:lnTo>
                  <a:pt x="2726" y="57469"/>
                </a:lnTo>
                <a:lnTo>
                  <a:pt x="2726" y="57788"/>
                </a:lnTo>
                <a:lnTo>
                  <a:pt x="2726" y="58136"/>
                </a:lnTo>
                <a:lnTo>
                  <a:pt x="2790" y="58455"/>
                </a:lnTo>
                <a:lnTo>
                  <a:pt x="2790" y="58715"/>
                </a:lnTo>
                <a:lnTo>
                  <a:pt x="2790" y="59063"/>
                </a:lnTo>
                <a:lnTo>
                  <a:pt x="2790" y="59382"/>
                </a:lnTo>
                <a:lnTo>
                  <a:pt x="2790" y="59730"/>
                </a:lnTo>
                <a:lnTo>
                  <a:pt x="2855" y="60049"/>
                </a:lnTo>
                <a:lnTo>
                  <a:pt x="2855" y="60397"/>
                </a:lnTo>
                <a:lnTo>
                  <a:pt x="2855" y="60658"/>
                </a:lnTo>
                <a:lnTo>
                  <a:pt x="2855" y="60977"/>
                </a:lnTo>
                <a:lnTo>
                  <a:pt x="2919" y="61325"/>
                </a:lnTo>
                <a:lnTo>
                  <a:pt x="2919" y="61644"/>
                </a:lnTo>
                <a:lnTo>
                  <a:pt x="2919" y="61992"/>
                </a:lnTo>
                <a:lnTo>
                  <a:pt x="2919" y="62253"/>
                </a:lnTo>
                <a:lnTo>
                  <a:pt x="2919" y="62572"/>
                </a:lnTo>
                <a:lnTo>
                  <a:pt x="3015" y="62920"/>
                </a:lnTo>
                <a:lnTo>
                  <a:pt x="3015" y="63239"/>
                </a:lnTo>
                <a:lnTo>
                  <a:pt x="3015" y="63529"/>
                </a:lnTo>
                <a:lnTo>
                  <a:pt x="3015" y="63848"/>
                </a:lnTo>
                <a:lnTo>
                  <a:pt x="3079" y="64196"/>
                </a:lnTo>
                <a:lnTo>
                  <a:pt x="3079" y="64515"/>
                </a:lnTo>
                <a:lnTo>
                  <a:pt x="3079" y="64776"/>
                </a:lnTo>
                <a:lnTo>
                  <a:pt x="3079" y="65124"/>
                </a:lnTo>
                <a:lnTo>
                  <a:pt x="3079" y="65442"/>
                </a:lnTo>
                <a:lnTo>
                  <a:pt x="3143" y="65790"/>
                </a:lnTo>
                <a:lnTo>
                  <a:pt x="3143" y="66051"/>
                </a:lnTo>
                <a:lnTo>
                  <a:pt x="3143" y="66370"/>
                </a:lnTo>
                <a:lnTo>
                  <a:pt x="3143" y="6671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441351" y="3554631"/>
            <a:ext cx="3208" cy="56918"/>
          </a:xfrm>
          <a:custGeom>
            <a:avLst/>
            <a:gdLst/>
            <a:ahLst/>
            <a:cxnLst/>
            <a:rect l="l" t="t" r="r" b="b"/>
            <a:pathLst>
              <a:path w="3208" h="56918">
                <a:moveTo>
                  <a:pt x="0" y="0"/>
                </a:moveTo>
                <a:lnTo>
                  <a:pt x="64" y="318"/>
                </a:lnTo>
                <a:lnTo>
                  <a:pt x="64" y="579"/>
                </a:lnTo>
                <a:lnTo>
                  <a:pt x="64" y="927"/>
                </a:lnTo>
                <a:lnTo>
                  <a:pt x="64" y="1246"/>
                </a:lnTo>
                <a:lnTo>
                  <a:pt x="64" y="1594"/>
                </a:lnTo>
                <a:lnTo>
                  <a:pt x="160" y="1855"/>
                </a:lnTo>
                <a:lnTo>
                  <a:pt x="160" y="2174"/>
                </a:lnTo>
                <a:lnTo>
                  <a:pt x="160" y="2522"/>
                </a:lnTo>
                <a:lnTo>
                  <a:pt x="160" y="2783"/>
                </a:lnTo>
                <a:lnTo>
                  <a:pt x="224" y="3102"/>
                </a:lnTo>
                <a:lnTo>
                  <a:pt x="224" y="3450"/>
                </a:lnTo>
                <a:lnTo>
                  <a:pt x="224" y="3769"/>
                </a:lnTo>
                <a:lnTo>
                  <a:pt x="224" y="4059"/>
                </a:lnTo>
                <a:lnTo>
                  <a:pt x="224" y="4378"/>
                </a:lnTo>
                <a:lnTo>
                  <a:pt x="288" y="4697"/>
                </a:lnTo>
                <a:lnTo>
                  <a:pt x="288" y="4987"/>
                </a:lnTo>
                <a:lnTo>
                  <a:pt x="288" y="5306"/>
                </a:lnTo>
                <a:lnTo>
                  <a:pt x="288" y="5654"/>
                </a:lnTo>
                <a:lnTo>
                  <a:pt x="288" y="5915"/>
                </a:lnTo>
                <a:lnTo>
                  <a:pt x="384" y="6234"/>
                </a:lnTo>
                <a:lnTo>
                  <a:pt x="384" y="6581"/>
                </a:lnTo>
                <a:lnTo>
                  <a:pt x="384" y="6842"/>
                </a:lnTo>
                <a:lnTo>
                  <a:pt x="384" y="7161"/>
                </a:lnTo>
                <a:lnTo>
                  <a:pt x="449" y="7509"/>
                </a:lnTo>
                <a:lnTo>
                  <a:pt x="449" y="7770"/>
                </a:lnTo>
                <a:lnTo>
                  <a:pt x="449" y="8089"/>
                </a:lnTo>
                <a:lnTo>
                  <a:pt x="449" y="8379"/>
                </a:lnTo>
                <a:lnTo>
                  <a:pt x="449" y="8698"/>
                </a:lnTo>
                <a:lnTo>
                  <a:pt x="513" y="9046"/>
                </a:lnTo>
                <a:lnTo>
                  <a:pt x="513" y="9307"/>
                </a:lnTo>
                <a:lnTo>
                  <a:pt x="513" y="9626"/>
                </a:lnTo>
                <a:lnTo>
                  <a:pt x="513" y="9974"/>
                </a:lnTo>
                <a:lnTo>
                  <a:pt x="577" y="10235"/>
                </a:lnTo>
                <a:lnTo>
                  <a:pt x="577" y="10554"/>
                </a:lnTo>
                <a:lnTo>
                  <a:pt x="577" y="10815"/>
                </a:lnTo>
                <a:lnTo>
                  <a:pt x="577" y="11163"/>
                </a:lnTo>
                <a:lnTo>
                  <a:pt x="577" y="11482"/>
                </a:lnTo>
                <a:lnTo>
                  <a:pt x="673" y="11772"/>
                </a:lnTo>
                <a:lnTo>
                  <a:pt x="673" y="12091"/>
                </a:lnTo>
                <a:lnTo>
                  <a:pt x="673" y="12352"/>
                </a:lnTo>
                <a:lnTo>
                  <a:pt x="673" y="12700"/>
                </a:lnTo>
                <a:lnTo>
                  <a:pt x="737" y="12961"/>
                </a:lnTo>
                <a:lnTo>
                  <a:pt x="737" y="13279"/>
                </a:lnTo>
                <a:lnTo>
                  <a:pt x="737" y="13627"/>
                </a:lnTo>
                <a:lnTo>
                  <a:pt x="737" y="13888"/>
                </a:lnTo>
                <a:lnTo>
                  <a:pt x="737" y="14207"/>
                </a:lnTo>
                <a:lnTo>
                  <a:pt x="802" y="14497"/>
                </a:lnTo>
                <a:lnTo>
                  <a:pt x="802" y="14816"/>
                </a:lnTo>
                <a:lnTo>
                  <a:pt x="802" y="15077"/>
                </a:lnTo>
                <a:lnTo>
                  <a:pt x="802" y="15425"/>
                </a:lnTo>
                <a:lnTo>
                  <a:pt x="866" y="15686"/>
                </a:lnTo>
                <a:lnTo>
                  <a:pt x="866" y="16005"/>
                </a:lnTo>
                <a:lnTo>
                  <a:pt x="866" y="16353"/>
                </a:lnTo>
                <a:lnTo>
                  <a:pt x="866" y="16614"/>
                </a:lnTo>
                <a:lnTo>
                  <a:pt x="866" y="16933"/>
                </a:lnTo>
                <a:lnTo>
                  <a:pt x="962" y="17223"/>
                </a:lnTo>
                <a:lnTo>
                  <a:pt x="962" y="17542"/>
                </a:lnTo>
                <a:lnTo>
                  <a:pt x="962" y="17803"/>
                </a:lnTo>
                <a:lnTo>
                  <a:pt x="962" y="18151"/>
                </a:lnTo>
                <a:lnTo>
                  <a:pt x="1026" y="18412"/>
                </a:lnTo>
                <a:lnTo>
                  <a:pt x="1026" y="18731"/>
                </a:lnTo>
                <a:lnTo>
                  <a:pt x="1026" y="19021"/>
                </a:lnTo>
                <a:lnTo>
                  <a:pt x="1026" y="19340"/>
                </a:lnTo>
                <a:lnTo>
                  <a:pt x="1026" y="19600"/>
                </a:lnTo>
                <a:lnTo>
                  <a:pt x="1090" y="19948"/>
                </a:lnTo>
                <a:lnTo>
                  <a:pt x="1090" y="20209"/>
                </a:lnTo>
                <a:lnTo>
                  <a:pt x="1090" y="20470"/>
                </a:lnTo>
                <a:lnTo>
                  <a:pt x="1090" y="20789"/>
                </a:lnTo>
                <a:lnTo>
                  <a:pt x="1090" y="21079"/>
                </a:lnTo>
                <a:lnTo>
                  <a:pt x="1186" y="21398"/>
                </a:lnTo>
                <a:lnTo>
                  <a:pt x="1186" y="21659"/>
                </a:lnTo>
                <a:lnTo>
                  <a:pt x="1186" y="22007"/>
                </a:lnTo>
                <a:lnTo>
                  <a:pt x="1186" y="22268"/>
                </a:lnTo>
                <a:lnTo>
                  <a:pt x="1251" y="22587"/>
                </a:lnTo>
                <a:lnTo>
                  <a:pt x="1251" y="22877"/>
                </a:lnTo>
                <a:lnTo>
                  <a:pt x="1251" y="23138"/>
                </a:lnTo>
                <a:lnTo>
                  <a:pt x="1251" y="23457"/>
                </a:lnTo>
                <a:lnTo>
                  <a:pt x="1251" y="23718"/>
                </a:lnTo>
                <a:lnTo>
                  <a:pt x="1315" y="24066"/>
                </a:lnTo>
                <a:lnTo>
                  <a:pt x="1315" y="24327"/>
                </a:lnTo>
                <a:lnTo>
                  <a:pt x="1315" y="24646"/>
                </a:lnTo>
                <a:lnTo>
                  <a:pt x="1315" y="24936"/>
                </a:lnTo>
                <a:lnTo>
                  <a:pt x="1379" y="25197"/>
                </a:lnTo>
                <a:lnTo>
                  <a:pt x="1379" y="25516"/>
                </a:lnTo>
                <a:lnTo>
                  <a:pt x="1379" y="25777"/>
                </a:lnTo>
                <a:lnTo>
                  <a:pt x="1379" y="26067"/>
                </a:lnTo>
                <a:lnTo>
                  <a:pt x="1379" y="26385"/>
                </a:lnTo>
                <a:lnTo>
                  <a:pt x="1475" y="26646"/>
                </a:lnTo>
                <a:lnTo>
                  <a:pt x="1475" y="26994"/>
                </a:lnTo>
                <a:lnTo>
                  <a:pt x="1475" y="27255"/>
                </a:lnTo>
                <a:lnTo>
                  <a:pt x="1475" y="27516"/>
                </a:lnTo>
                <a:lnTo>
                  <a:pt x="1539" y="27864"/>
                </a:lnTo>
                <a:lnTo>
                  <a:pt x="1539" y="28125"/>
                </a:lnTo>
                <a:lnTo>
                  <a:pt x="1539" y="28386"/>
                </a:lnTo>
                <a:lnTo>
                  <a:pt x="1539" y="28705"/>
                </a:lnTo>
                <a:lnTo>
                  <a:pt x="1539" y="28995"/>
                </a:lnTo>
                <a:lnTo>
                  <a:pt x="1604" y="29256"/>
                </a:lnTo>
                <a:lnTo>
                  <a:pt x="1604" y="29575"/>
                </a:lnTo>
                <a:lnTo>
                  <a:pt x="1604" y="29836"/>
                </a:lnTo>
                <a:lnTo>
                  <a:pt x="1604" y="30126"/>
                </a:lnTo>
                <a:lnTo>
                  <a:pt x="1700" y="30445"/>
                </a:lnTo>
                <a:lnTo>
                  <a:pt x="1700" y="30706"/>
                </a:lnTo>
                <a:lnTo>
                  <a:pt x="1700" y="30967"/>
                </a:lnTo>
                <a:lnTo>
                  <a:pt x="1700" y="31315"/>
                </a:lnTo>
                <a:lnTo>
                  <a:pt x="1700" y="31576"/>
                </a:lnTo>
                <a:lnTo>
                  <a:pt x="1764" y="31837"/>
                </a:lnTo>
                <a:lnTo>
                  <a:pt x="1764" y="32098"/>
                </a:lnTo>
                <a:lnTo>
                  <a:pt x="1764" y="32446"/>
                </a:lnTo>
                <a:lnTo>
                  <a:pt x="1764" y="32706"/>
                </a:lnTo>
                <a:lnTo>
                  <a:pt x="1828" y="32967"/>
                </a:lnTo>
                <a:lnTo>
                  <a:pt x="1828" y="33315"/>
                </a:lnTo>
                <a:lnTo>
                  <a:pt x="1828" y="33576"/>
                </a:lnTo>
                <a:lnTo>
                  <a:pt x="1828" y="33837"/>
                </a:lnTo>
                <a:lnTo>
                  <a:pt x="1828" y="34098"/>
                </a:lnTo>
                <a:lnTo>
                  <a:pt x="1892" y="34446"/>
                </a:lnTo>
                <a:lnTo>
                  <a:pt x="1892" y="34707"/>
                </a:lnTo>
                <a:lnTo>
                  <a:pt x="1892" y="34968"/>
                </a:lnTo>
                <a:lnTo>
                  <a:pt x="1892" y="35229"/>
                </a:lnTo>
                <a:lnTo>
                  <a:pt x="1892" y="35577"/>
                </a:lnTo>
                <a:lnTo>
                  <a:pt x="1988" y="35838"/>
                </a:lnTo>
                <a:lnTo>
                  <a:pt x="1988" y="36099"/>
                </a:lnTo>
                <a:lnTo>
                  <a:pt x="1988" y="36360"/>
                </a:lnTo>
                <a:lnTo>
                  <a:pt x="1988" y="36621"/>
                </a:lnTo>
                <a:lnTo>
                  <a:pt x="2053" y="36969"/>
                </a:lnTo>
                <a:lnTo>
                  <a:pt x="2053" y="37230"/>
                </a:lnTo>
                <a:lnTo>
                  <a:pt x="2053" y="37491"/>
                </a:lnTo>
                <a:lnTo>
                  <a:pt x="2053" y="37752"/>
                </a:lnTo>
                <a:lnTo>
                  <a:pt x="2053" y="38013"/>
                </a:lnTo>
                <a:lnTo>
                  <a:pt x="2117" y="38361"/>
                </a:lnTo>
                <a:lnTo>
                  <a:pt x="2117" y="38622"/>
                </a:lnTo>
                <a:lnTo>
                  <a:pt x="2117" y="38883"/>
                </a:lnTo>
                <a:lnTo>
                  <a:pt x="2117" y="39143"/>
                </a:lnTo>
                <a:lnTo>
                  <a:pt x="2181" y="39433"/>
                </a:lnTo>
                <a:lnTo>
                  <a:pt x="2181" y="39694"/>
                </a:lnTo>
                <a:lnTo>
                  <a:pt x="2181" y="39955"/>
                </a:lnTo>
                <a:lnTo>
                  <a:pt x="2181" y="40274"/>
                </a:lnTo>
                <a:lnTo>
                  <a:pt x="2181" y="40564"/>
                </a:lnTo>
                <a:lnTo>
                  <a:pt x="2277" y="40825"/>
                </a:lnTo>
                <a:lnTo>
                  <a:pt x="2277" y="41086"/>
                </a:lnTo>
                <a:lnTo>
                  <a:pt x="2277" y="41347"/>
                </a:lnTo>
                <a:lnTo>
                  <a:pt x="2277" y="41608"/>
                </a:lnTo>
                <a:lnTo>
                  <a:pt x="2341" y="41869"/>
                </a:lnTo>
                <a:lnTo>
                  <a:pt x="2341" y="42217"/>
                </a:lnTo>
                <a:lnTo>
                  <a:pt x="2341" y="42478"/>
                </a:lnTo>
                <a:lnTo>
                  <a:pt x="2341" y="42739"/>
                </a:lnTo>
                <a:lnTo>
                  <a:pt x="2341" y="43000"/>
                </a:lnTo>
                <a:lnTo>
                  <a:pt x="2406" y="43290"/>
                </a:lnTo>
                <a:lnTo>
                  <a:pt x="2406" y="43551"/>
                </a:lnTo>
                <a:lnTo>
                  <a:pt x="2406" y="43812"/>
                </a:lnTo>
                <a:lnTo>
                  <a:pt x="2406" y="44073"/>
                </a:lnTo>
                <a:lnTo>
                  <a:pt x="2502" y="44334"/>
                </a:lnTo>
                <a:lnTo>
                  <a:pt x="2502" y="44595"/>
                </a:lnTo>
                <a:lnTo>
                  <a:pt x="2502" y="44885"/>
                </a:lnTo>
                <a:lnTo>
                  <a:pt x="2502" y="45146"/>
                </a:lnTo>
                <a:lnTo>
                  <a:pt x="2502" y="45407"/>
                </a:lnTo>
                <a:lnTo>
                  <a:pt x="2566" y="45667"/>
                </a:lnTo>
                <a:lnTo>
                  <a:pt x="2566" y="46015"/>
                </a:lnTo>
                <a:lnTo>
                  <a:pt x="2566" y="46276"/>
                </a:lnTo>
                <a:lnTo>
                  <a:pt x="2566" y="46537"/>
                </a:lnTo>
                <a:lnTo>
                  <a:pt x="2630" y="46798"/>
                </a:lnTo>
                <a:lnTo>
                  <a:pt x="2630" y="47059"/>
                </a:lnTo>
                <a:lnTo>
                  <a:pt x="2630" y="47349"/>
                </a:lnTo>
                <a:lnTo>
                  <a:pt x="2630" y="47610"/>
                </a:lnTo>
                <a:lnTo>
                  <a:pt x="2630" y="47871"/>
                </a:lnTo>
                <a:lnTo>
                  <a:pt x="2694" y="48132"/>
                </a:lnTo>
                <a:lnTo>
                  <a:pt x="2694" y="48393"/>
                </a:lnTo>
                <a:lnTo>
                  <a:pt x="2694" y="48654"/>
                </a:lnTo>
                <a:lnTo>
                  <a:pt x="2694" y="48944"/>
                </a:lnTo>
                <a:lnTo>
                  <a:pt x="2694" y="49205"/>
                </a:lnTo>
                <a:lnTo>
                  <a:pt x="2790" y="49466"/>
                </a:lnTo>
                <a:lnTo>
                  <a:pt x="2790" y="49727"/>
                </a:lnTo>
                <a:lnTo>
                  <a:pt x="2790" y="49988"/>
                </a:lnTo>
                <a:lnTo>
                  <a:pt x="2790" y="50191"/>
                </a:lnTo>
                <a:lnTo>
                  <a:pt x="2855" y="50452"/>
                </a:lnTo>
                <a:lnTo>
                  <a:pt x="2855" y="50713"/>
                </a:lnTo>
                <a:lnTo>
                  <a:pt x="2855" y="51003"/>
                </a:lnTo>
                <a:lnTo>
                  <a:pt x="2855" y="51264"/>
                </a:lnTo>
                <a:lnTo>
                  <a:pt x="2855" y="51525"/>
                </a:lnTo>
                <a:lnTo>
                  <a:pt x="2919" y="51786"/>
                </a:lnTo>
                <a:lnTo>
                  <a:pt x="2919" y="52047"/>
                </a:lnTo>
                <a:lnTo>
                  <a:pt x="2919" y="52336"/>
                </a:lnTo>
                <a:lnTo>
                  <a:pt x="2919" y="52597"/>
                </a:lnTo>
                <a:lnTo>
                  <a:pt x="3015" y="52858"/>
                </a:lnTo>
                <a:lnTo>
                  <a:pt x="3015" y="53119"/>
                </a:lnTo>
                <a:lnTo>
                  <a:pt x="3015" y="53380"/>
                </a:lnTo>
                <a:lnTo>
                  <a:pt x="3015" y="53583"/>
                </a:lnTo>
                <a:lnTo>
                  <a:pt x="3015" y="53844"/>
                </a:lnTo>
                <a:lnTo>
                  <a:pt x="3079" y="54105"/>
                </a:lnTo>
                <a:lnTo>
                  <a:pt x="3079" y="54395"/>
                </a:lnTo>
                <a:lnTo>
                  <a:pt x="3079" y="54656"/>
                </a:lnTo>
                <a:lnTo>
                  <a:pt x="3079" y="54917"/>
                </a:lnTo>
                <a:lnTo>
                  <a:pt x="3143" y="55178"/>
                </a:lnTo>
                <a:lnTo>
                  <a:pt x="3143" y="55381"/>
                </a:lnTo>
                <a:lnTo>
                  <a:pt x="3143" y="55642"/>
                </a:lnTo>
                <a:lnTo>
                  <a:pt x="3143" y="55903"/>
                </a:lnTo>
                <a:lnTo>
                  <a:pt x="3143" y="56193"/>
                </a:lnTo>
                <a:lnTo>
                  <a:pt x="3208" y="56454"/>
                </a:lnTo>
                <a:lnTo>
                  <a:pt x="3208" y="56715"/>
                </a:lnTo>
                <a:lnTo>
                  <a:pt x="3208" y="5691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444559" y="3611549"/>
            <a:ext cx="3208" cy="42739"/>
          </a:xfrm>
          <a:custGeom>
            <a:avLst/>
            <a:gdLst/>
            <a:ahLst/>
            <a:cxnLst/>
            <a:rect l="l" t="t" r="r" b="b"/>
            <a:pathLst>
              <a:path w="3208" h="42739">
                <a:moveTo>
                  <a:pt x="0" y="0"/>
                </a:moveTo>
                <a:lnTo>
                  <a:pt x="0" y="260"/>
                </a:lnTo>
                <a:lnTo>
                  <a:pt x="96" y="521"/>
                </a:lnTo>
                <a:lnTo>
                  <a:pt x="96" y="782"/>
                </a:lnTo>
                <a:lnTo>
                  <a:pt x="96" y="1043"/>
                </a:lnTo>
                <a:lnTo>
                  <a:pt x="96" y="1246"/>
                </a:lnTo>
                <a:lnTo>
                  <a:pt x="96" y="1507"/>
                </a:lnTo>
                <a:lnTo>
                  <a:pt x="160" y="1797"/>
                </a:lnTo>
                <a:lnTo>
                  <a:pt x="160" y="2058"/>
                </a:lnTo>
                <a:lnTo>
                  <a:pt x="160" y="2319"/>
                </a:lnTo>
                <a:lnTo>
                  <a:pt x="160" y="2522"/>
                </a:lnTo>
                <a:lnTo>
                  <a:pt x="224" y="2783"/>
                </a:lnTo>
                <a:lnTo>
                  <a:pt x="224" y="3044"/>
                </a:lnTo>
                <a:lnTo>
                  <a:pt x="224" y="3305"/>
                </a:lnTo>
                <a:lnTo>
                  <a:pt x="224" y="3508"/>
                </a:lnTo>
                <a:lnTo>
                  <a:pt x="224" y="3769"/>
                </a:lnTo>
                <a:lnTo>
                  <a:pt x="288" y="4059"/>
                </a:lnTo>
                <a:lnTo>
                  <a:pt x="288" y="4320"/>
                </a:lnTo>
                <a:lnTo>
                  <a:pt x="288" y="4523"/>
                </a:lnTo>
                <a:lnTo>
                  <a:pt x="288" y="4784"/>
                </a:lnTo>
                <a:lnTo>
                  <a:pt x="288" y="5045"/>
                </a:lnTo>
                <a:lnTo>
                  <a:pt x="384" y="5248"/>
                </a:lnTo>
                <a:lnTo>
                  <a:pt x="384" y="5509"/>
                </a:lnTo>
                <a:lnTo>
                  <a:pt x="384" y="5770"/>
                </a:lnTo>
                <a:lnTo>
                  <a:pt x="384" y="5973"/>
                </a:lnTo>
                <a:lnTo>
                  <a:pt x="449" y="6234"/>
                </a:lnTo>
                <a:lnTo>
                  <a:pt x="449" y="6495"/>
                </a:lnTo>
                <a:lnTo>
                  <a:pt x="449" y="6697"/>
                </a:lnTo>
                <a:lnTo>
                  <a:pt x="449" y="6987"/>
                </a:lnTo>
                <a:lnTo>
                  <a:pt x="449" y="7248"/>
                </a:lnTo>
                <a:lnTo>
                  <a:pt x="513" y="7451"/>
                </a:lnTo>
                <a:lnTo>
                  <a:pt x="513" y="7712"/>
                </a:lnTo>
                <a:lnTo>
                  <a:pt x="513" y="7973"/>
                </a:lnTo>
                <a:lnTo>
                  <a:pt x="513" y="8176"/>
                </a:lnTo>
                <a:lnTo>
                  <a:pt x="609" y="8437"/>
                </a:lnTo>
                <a:lnTo>
                  <a:pt x="609" y="8698"/>
                </a:lnTo>
                <a:lnTo>
                  <a:pt x="609" y="8901"/>
                </a:lnTo>
                <a:lnTo>
                  <a:pt x="609" y="9162"/>
                </a:lnTo>
                <a:lnTo>
                  <a:pt x="609" y="9365"/>
                </a:lnTo>
                <a:lnTo>
                  <a:pt x="673" y="9626"/>
                </a:lnTo>
                <a:lnTo>
                  <a:pt x="673" y="9887"/>
                </a:lnTo>
                <a:lnTo>
                  <a:pt x="673" y="10090"/>
                </a:lnTo>
                <a:lnTo>
                  <a:pt x="673" y="10380"/>
                </a:lnTo>
                <a:lnTo>
                  <a:pt x="737" y="10554"/>
                </a:lnTo>
                <a:lnTo>
                  <a:pt x="737" y="10844"/>
                </a:lnTo>
                <a:lnTo>
                  <a:pt x="737" y="11018"/>
                </a:lnTo>
                <a:lnTo>
                  <a:pt x="737" y="11308"/>
                </a:lnTo>
                <a:lnTo>
                  <a:pt x="737" y="11569"/>
                </a:lnTo>
                <a:lnTo>
                  <a:pt x="802" y="11772"/>
                </a:lnTo>
                <a:lnTo>
                  <a:pt x="802" y="12033"/>
                </a:lnTo>
                <a:lnTo>
                  <a:pt x="802" y="12236"/>
                </a:lnTo>
                <a:lnTo>
                  <a:pt x="802" y="12497"/>
                </a:lnTo>
                <a:lnTo>
                  <a:pt x="898" y="12700"/>
                </a:lnTo>
                <a:lnTo>
                  <a:pt x="898" y="12961"/>
                </a:lnTo>
                <a:lnTo>
                  <a:pt x="898" y="13163"/>
                </a:lnTo>
                <a:lnTo>
                  <a:pt x="898" y="13424"/>
                </a:lnTo>
                <a:lnTo>
                  <a:pt x="898" y="13627"/>
                </a:lnTo>
                <a:lnTo>
                  <a:pt x="962" y="13888"/>
                </a:lnTo>
                <a:lnTo>
                  <a:pt x="962" y="14091"/>
                </a:lnTo>
                <a:lnTo>
                  <a:pt x="962" y="14352"/>
                </a:lnTo>
                <a:lnTo>
                  <a:pt x="962" y="14555"/>
                </a:lnTo>
                <a:lnTo>
                  <a:pt x="1026" y="14816"/>
                </a:lnTo>
                <a:lnTo>
                  <a:pt x="1026" y="15019"/>
                </a:lnTo>
                <a:lnTo>
                  <a:pt x="1026" y="15280"/>
                </a:lnTo>
                <a:lnTo>
                  <a:pt x="1026" y="15483"/>
                </a:lnTo>
                <a:lnTo>
                  <a:pt x="1026" y="15744"/>
                </a:lnTo>
                <a:lnTo>
                  <a:pt x="1090" y="15947"/>
                </a:lnTo>
                <a:lnTo>
                  <a:pt x="1090" y="16150"/>
                </a:lnTo>
                <a:lnTo>
                  <a:pt x="1090" y="16411"/>
                </a:lnTo>
                <a:lnTo>
                  <a:pt x="1090" y="16614"/>
                </a:lnTo>
                <a:lnTo>
                  <a:pt x="1090" y="16875"/>
                </a:lnTo>
                <a:lnTo>
                  <a:pt x="1186" y="17078"/>
                </a:lnTo>
                <a:lnTo>
                  <a:pt x="1186" y="17339"/>
                </a:lnTo>
                <a:lnTo>
                  <a:pt x="1186" y="17542"/>
                </a:lnTo>
                <a:lnTo>
                  <a:pt x="1186" y="17745"/>
                </a:lnTo>
                <a:lnTo>
                  <a:pt x="1251" y="18006"/>
                </a:lnTo>
                <a:lnTo>
                  <a:pt x="1251" y="18209"/>
                </a:lnTo>
                <a:lnTo>
                  <a:pt x="1251" y="18412"/>
                </a:lnTo>
                <a:lnTo>
                  <a:pt x="1251" y="18673"/>
                </a:lnTo>
                <a:lnTo>
                  <a:pt x="1251" y="18876"/>
                </a:lnTo>
                <a:lnTo>
                  <a:pt x="1315" y="19137"/>
                </a:lnTo>
                <a:lnTo>
                  <a:pt x="1315" y="19340"/>
                </a:lnTo>
                <a:lnTo>
                  <a:pt x="1315" y="19543"/>
                </a:lnTo>
                <a:lnTo>
                  <a:pt x="1315" y="19803"/>
                </a:lnTo>
                <a:lnTo>
                  <a:pt x="1411" y="20006"/>
                </a:lnTo>
                <a:lnTo>
                  <a:pt x="1411" y="20209"/>
                </a:lnTo>
                <a:lnTo>
                  <a:pt x="1411" y="20470"/>
                </a:lnTo>
                <a:lnTo>
                  <a:pt x="1411" y="20673"/>
                </a:lnTo>
                <a:lnTo>
                  <a:pt x="1411" y="20876"/>
                </a:lnTo>
                <a:lnTo>
                  <a:pt x="1475" y="21137"/>
                </a:lnTo>
                <a:lnTo>
                  <a:pt x="1475" y="21340"/>
                </a:lnTo>
                <a:lnTo>
                  <a:pt x="1475" y="21543"/>
                </a:lnTo>
                <a:lnTo>
                  <a:pt x="1475" y="21746"/>
                </a:lnTo>
                <a:lnTo>
                  <a:pt x="1539" y="22007"/>
                </a:lnTo>
                <a:lnTo>
                  <a:pt x="1539" y="22210"/>
                </a:lnTo>
                <a:lnTo>
                  <a:pt x="1539" y="22413"/>
                </a:lnTo>
                <a:lnTo>
                  <a:pt x="1539" y="22674"/>
                </a:lnTo>
                <a:lnTo>
                  <a:pt x="1539" y="22877"/>
                </a:lnTo>
                <a:lnTo>
                  <a:pt x="1604" y="23080"/>
                </a:lnTo>
                <a:lnTo>
                  <a:pt x="1604" y="23254"/>
                </a:lnTo>
                <a:lnTo>
                  <a:pt x="1604" y="23544"/>
                </a:lnTo>
                <a:lnTo>
                  <a:pt x="1604" y="23718"/>
                </a:lnTo>
                <a:lnTo>
                  <a:pt x="1700" y="23921"/>
                </a:lnTo>
                <a:lnTo>
                  <a:pt x="1700" y="24124"/>
                </a:lnTo>
                <a:lnTo>
                  <a:pt x="1700" y="24327"/>
                </a:lnTo>
                <a:lnTo>
                  <a:pt x="1700" y="24588"/>
                </a:lnTo>
                <a:lnTo>
                  <a:pt x="1700" y="24791"/>
                </a:lnTo>
                <a:lnTo>
                  <a:pt x="1764" y="24994"/>
                </a:lnTo>
                <a:lnTo>
                  <a:pt x="1764" y="25197"/>
                </a:lnTo>
                <a:lnTo>
                  <a:pt x="1764" y="25400"/>
                </a:lnTo>
                <a:lnTo>
                  <a:pt x="1764" y="25661"/>
                </a:lnTo>
                <a:lnTo>
                  <a:pt x="1828" y="25864"/>
                </a:lnTo>
                <a:lnTo>
                  <a:pt x="1828" y="26067"/>
                </a:lnTo>
                <a:lnTo>
                  <a:pt x="1828" y="26269"/>
                </a:lnTo>
                <a:lnTo>
                  <a:pt x="1828" y="26443"/>
                </a:lnTo>
                <a:lnTo>
                  <a:pt x="1828" y="26646"/>
                </a:lnTo>
                <a:lnTo>
                  <a:pt x="1924" y="26849"/>
                </a:lnTo>
                <a:lnTo>
                  <a:pt x="1924" y="27110"/>
                </a:lnTo>
                <a:lnTo>
                  <a:pt x="1924" y="27313"/>
                </a:lnTo>
                <a:lnTo>
                  <a:pt x="1924" y="27516"/>
                </a:lnTo>
                <a:lnTo>
                  <a:pt x="1924" y="27719"/>
                </a:lnTo>
                <a:lnTo>
                  <a:pt x="1988" y="27922"/>
                </a:lnTo>
                <a:lnTo>
                  <a:pt x="1988" y="28125"/>
                </a:lnTo>
                <a:lnTo>
                  <a:pt x="1988" y="28328"/>
                </a:lnTo>
                <a:lnTo>
                  <a:pt x="1988" y="28531"/>
                </a:lnTo>
                <a:lnTo>
                  <a:pt x="2053" y="28705"/>
                </a:lnTo>
                <a:lnTo>
                  <a:pt x="2053" y="28995"/>
                </a:lnTo>
                <a:lnTo>
                  <a:pt x="2053" y="29198"/>
                </a:lnTo>
                <a:lnTo>
                  <a:pt x="2053" y="29372"/>
                </a:lnTo>
                <a:lnTo>
                  <a:pt x="2053" y="29575"/>
                </a:lnTo>
                <a:lnTo>
                  <a:pt x="2117" y="29778"/>
                </a:lnTo>
                <a:lnTo>
                  <a:pt x="2117" y="29981"/>
                </a:lnTo>
                <a:lnTo>
                  <a:pt x="2117" y="30184"/>
                </a:lnTo>
                <a:lnTo>
                  <a:pt x="2117" y="30387"/>
                </a:lnTo>
                <a:lnTo>
                  <a:pt x="2213" y="30590"/>
                </a:lnTo>
                <a:lnTo>
                  <a:pt x="2213" y="30793"/>
                </a:lnTo>
                <a:lnTo>
                  <a:pt x="2213" y="30967"/>
                </a:lnTo>
                <a:lnTo>
                  <a:pt x="2213" y="31170"/>
                </a:lnTo>
                <a:lnTo>
                  <a:pt x="2213" y="31373"/>
                </a:lnTo>
                <a:lnTo>
                  <a:pt x="2277" y="31576"/>
                </a:lnTo>
                <a:lnTo>
                  <a:pt x="2277" y="31779"/>
                </a:lnTo>
                <a:lnTo>
                  <a:pt x="2277" y="31982"/>
                </a:lnTo>
                <a:lnTo>
                  <a:pt x="2277" y="32185"/>
                </a:lnTo>
                <a:lnTo>
                  <a:pt x="2341" y="32388"/>
                </a:lnTo>
                <a:lnTo>
                  <a:pt x="2341" y="32562"/>
                </a:lnTo>
                <a:lnTo>
                  <a:pt x="2341" y="32764"/>
                </a:lnTo>
                <a:lnTo>
                  <a:pt x="2341" y="32967"/>
                </a:lnTo>
                <a:lnTo>
                  <a:pt x="2341" y="33170"/>
                </a:lnTo>
                <a:lnTo>
                  <a:pt x="2406" y="33373"/>
                </a:lnTo>
                <a:lnTo>
                  <a:pt x="2406" y="33576"/>
                </a:lnTo>
                <a:lnTo>
                  <a:pt x="2406" y="33779"/>
                </a:lnTo>
                <a:lnTo>
                  <a:pt x="2502" y="34098"/>
                </a:lnTo>
                <a:lnTo>
                  <a:pt x="2502" y="34301"/>
                </a:lnTo>
                <a:lnTo>
                  <a:pt x="2502" y="34504"/>
                </a:lnTo>
                <a:lnTo>
                  <a:pt x="2502" y="34707"/>
                </a:lnTo>
                <a:lnTo>
                  <a:pt x="2502" y="34910"/>
                </a:lnTo>
                <a:lnTo>
                  <a:pt x="2566" y="35113"/>
                </a:lnTo>
                <a:lnTo>
                  <a:pt x="2566" y="35316"/>
                </a:lnTo>
                <a:lnTo>
                  <a:pt x="2566" y="35490"/>
                </a:lnTo>
                <a:lnTo>
                  <a:pt x="2566" y="35635"/>
                </a:lnTo>
                <a:lnTo>
                  <a:pt x="2630" y="35838"/>
                </a:lnTo>
                <a:lnTo>
                  <a:pt x="2630" y="36041"/>
                </a:lnTo>
                <a:lnTo>
                  <a:pt x="2630" y="36244"/>
                </a:lnTo>
                <a:lnTo>
                  <a:pt x="2630" y="36418"/>
                </a:lnTo>
                <a:lnTo>
                  <a:pt x="2630" y="36621"/>
                </a:lnTo>
                <a:lnTo>
                  <a:pt x="2726" y="36824"/>
                </a:lnTo>
                <a:lnTo>
                  <a:pt x="2726" y="36969"/>
                </a:lnTo>
                <a:lnTo>
                  <a:pt x="2726" y="37172"/>
                </a:lnTo>
                <a:lnTo>
                  <a:pt x="2726" y="37375"/>
                </a:lnTo>
                <a:lnTo>
                  <a:pt x="2726" y="37549"/>
                </a:lnTo>
                <a:lnTo>
                  <a:pt x="2790" y="37752"/>
                </a:lnTo>
                <a:lnTo>
                  <a:pt x="2790" y="37897"/>
                </a:lnTo>
                <a:lnTo>
                  <a:pt x="2790" y="38100"/>
                </a:lnTo>
                <a:lnTo>
                  <a:pt x="2790" y="38303"/>
                </a:lnTo>
                <a:lnTo>
                  <a:pt x="2855" y="38506"/>
                </a:lnTo>
                <a:lnTo>
                  <a:pt x="2855" y="38825"/>
                </a:lnTo>
                <a:lnTo>
                  <a:pt x="2855" y="39028"/>
                </a:lnTo>
                <a:lnTo>
                  <a:pt x="2855" y="39230"/>
                </a:lnTo>
                <a:lnTo>
                  <a:pt x="2919" y="39549"/>
                </a:lnTo>
                <a:lnTo>
                  <a:pt x="2919" y="39752"/>
                </a:lnTo>
                <a:lnTo>
                  <a:pt x="2919" y="39955"/>
                </a:lnTo>
                <a:lnTo>
                  <a:pt x="3015" y="40100"/>
                </a:lnTo>
                <a:lnTo>
                  <a:pt x="3015" y="40303"/>
                </a:lnTo>
                <a:lnTo>
                  <a:pt x="3015" y="40477"/>
                </a:lnTo>
                <a:lnTo>
                  <a:pt x="3015" y="40622"/>
                </a:lnTo>
                <a:lnTo>
                  <a:pt x="3015" y="40825"/>
                </a:lnTo>
                <a:lnTo>
                  <a:pt x="3079" y="41028"/>
                </a:lnTo>
                <a:lnTo>
                  <a:pt x="3079" y="41347"/>
                </a:lnTo>
                <a:lnTo>
                  <a:pt x="3079" y="41550"/>
                </a:lnTo>
                <a:lnTo>
                  <a:pt x="3143" y="41695"/>
                </a:lnTo>
                <a:lnTo>
                  <a:pt x="3143" y="41898"/>
                </a:lnTo>
                <a:lnTo>
                  <a:pt x="3143" y="42072"/>
                </a:lnTo>
                <a:lnTo>
                  <a:pt x="3143" y="42217"/>
                </a:lnTo>
                <a:lnTo>
                  <a:pt x="3143" y="42420"/>
                </a:lnTo>
                <a:lnTo>
                  <a:pt x="3208" y="4273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447767" y="3654289"/>
            <a:ext cx="3240" cy="25487"/>
          </a:xfrm>
          <a:custGeom>
            <a:avLst/>
            <a:gdLst/>
            <a:ahLst/>
            <a:cxnLst/>
            <a:rect l="l" t="t" r="r" b="b"/>
            <a:pathLst>
              <a:path w="3240" h="25487">
                <a:moveTo>
                  <a:pt x="0" y="0"/>
                </a:moveTo>
                <a:lnTo>
                  <a:pt x="0" y="202"/>
                </a:lnTo>
                <a:lnTo>
                  <a:pt x="0" y="347"/>
                </a:lnTo>
                <a:lnTo>
                  <a:pt x="96" y="550"/>
                </a:lnTo>
                <a:lnTo>
                  <a:pt x="96" y="869"/>
                </a:lnTo>
                <a:lnTo>
                  <a:pt x="96" y="1072"/>
                </a:lnTo>
                <a:lnTo>
                  <a:pt x="96" y="1217"/>
                </a:lnTo>
                <a:lnTo>
                  <a:pt x="160" y="1420"/>
                </a:lnTo>
                <a:lnTo>
                  <a:pt x="160" y="1739"/>
                </a:lnTo>
                <a:lnTo>
                  <a:pt x="160" y="1884"/>
                </a:lnTo>
                <a:lnTo>
                  <a:pt x="224" y="2058"/>
                </a:lnTo>
                <a:lnTo>
                  <a:pt x="224" y="2203"/>
                </a:lnTo>
                <a:lnTo>
                  <a:pt x="224" y="2406"/>
                </a:lnTo>
                <a:lnTo>
                  <a:pt x="224" y="2551"/>
                </a:lnTo>
                <a:lnTo>
                  <a:pt x="224" y="2725"/>
                </a:lnTo>
                <a:lnTo>
                  <a:pt x="320" y="2870"/>
                </a:lnTo>
                <a:lnTo>
                  <a:pt x="320" y="3073"/>
                </a:lnTo>
                <a:lnTo>
                  <a:pt x="320" y="3392"/>
                </a:lnTo>
                <a:lnTo>
                  <a:pt x="320" y="3537"/>
                </a:lnTo>
                <a:lnTo>
                  <a:pt x="384" y="3740"/>
                </a:lnTo>
                <a:lnTo>
                  <a:pt x="384" y="4059"/>
                </a:lnTo>
                <a:lnTo>
                  <a:pt x="384" y="4204"/>
                </a:lnTo>
                <a:lnTo>
                  <a:pt x="449" y="4407"/>
                </a:lnTo>
                <a:lnTo>
                  <a:pt x="449" y="4668"/>
                </a:lnTo>
                <a:lnTo>
                  <a:pt x="449" y="4871"/>
                </a:lnTo>
                <a:lnTo>
                  <a:pt x="513" y="5190"/>
                </a:lnTo>
                <a:lnTo>
                  <a:pt x="513" y="5335"/>
                </a:lnTo>
                <a:lnTo>
                  <a:pt x="513" y="5654"/>
                </a:lnTo>
                <a:lnTo>
                  <a:pt x="609" y="5799"/>
                </a:lnTo>
                <a:lnTo>
                  <a:pt x="609" y="6002"/>
                </a:lnTo>
                <a:lnTo>
                  <a:pt x="609" y="6263"/>
                </a:lnTo>
                <a:lnTo>
                  <a:pt x="609" y="6466"/>
                </a:lnTo>
                <a:lnTo>
                  <a:pt x="673" y="6726"/>
                </a:lnTo>
                <a:lnTo>
                  <a:pt x="673" y="6929"/>
                </a:lnTo>
                <a:lnTo>
                  <a:pt x="737" y="7190"/>
                </a:lnTo>
                <a:lnTo>
                  <a:pt x="737" y="7393"/>
                </a:lnTo>
                <a:lnTo>
                  <a:pt x="737" y="7538"/>
                </a:lnTo>
                <a:lnTo>
                  <a:pt x="737" y="7799"/>
                </a:lnTo>
                <a:lnTo>
                  <a:pt x="834" y="8002"/>
                </a:lnTo>
                <a:lnTo>
                  <a:pt x="834" y="8263"/>
                </a:lnTo>
                <a:lnTo>
                  <a:pt x="834" y="8466"/>
                </a:lnTo>
                <a:lnTo>
                  <a:pt x="898" y="8727"/>
                </a:lnTo>
                <a:lnTo>
                  <a:pt x="898" y="9046"/>
                </a:lnTo>
                <a:lnTo>
                  <a:pt x="898" y="9191"/>
                </a:lnTo>
                <a:lnTo>
                  <a:pt x="962" y="9452"/>
                </a:lnTo>
                <a:lnTo>
                  <a:pt x="962" y="9597"/>
                </a:lnTo>
                <a:lnTo>
                  <a:pt x="962" y="9771"/>
                </a:lnTo>
                <a:lnTo>
                  <a:pt x="1026" y="9916"/>
                </a:lnTo>
                <a:lnTo>
                  <a:pt x="1026" y="10061"/>
                </a:lnTo>
                <a:lnTo>
                  <a:pt x="1026" y="10322"/>
                </a:lnTo>
                <a:lnTo>
                  <a:pt x="1122" y="10641"/>
                </a:lnTo>
                <a:lnTo>
                  <a:pt x="1122" y="10786"/>
                </a:lnTo>
                <a:lnTo>
                  <a:pt x="1122" y="11047"/>
                </a:lnTo>
                <a:lnTo>
                  <a:pt x="1122" y="11192"/>
                </a:lnTo>
                <a:lnTo>
                  <a:pt x="1186" y="11453"/>
                </a:lnTo>
                <a:lnTo>
                  <a:pt x="1186" y="11656"/>
                </a:lnTo>
                <a:lnTo>
                  <a:pt x="1251" y="11917"/>
                </a:lnTo>
                <a:lnTo>
                  <a:pt x="1251" y="12178"/>
                </a:lnTo>
                <a:lnTo>
                  <a:pt x="1251" y="12323"/>
                </a:lnTo>
                <a:lnTo>
                  <a:pt x="1315" y="12584"/>
                </a:lnTo>
                <a:lnTo>
                  <a:pt x="1315" y="12845"/>
                </a:lnTo>
                <a:lnTo>
                  <a:pt x="1315" y="12990"/>
                </a:lnTo>
                <a:lnTo>
                  <a:pt x="1411" y="13250"/>
                </a:lnTo>
                <a:lnTo>
                  <a:pt x="1411" y="13511"/>
                </a:lnTo>
                <a:lnTo>
                  <a:pt x="1475" y="13772"/>
                </a:lnTo>
                <a:lnTo>
                  <a:pt x="1475" y="13917"/>
                </a:lnTo>
                <a:lnTo>
                  <a:pt x="1475" y="14178"/>
                </a:lnTo>
                <a:lnTo>
                  <a:pt x="1539" y="14439"/>
                </a:lnTo>
                <a:lnTo>
                  <a:pt x="1539" y="14584"/>
                </a:lnTo>
                <a:lnTo>
                  <a:pt x="1539" y="14845"/>
                </a:lnTo>
                <a:lnTo>
                  <a:pt x="1636" y="15106"/>
                </a:lnTo>
                <a:lnTo>
                  <a:pt x="1636" y="15251"/>
                </a:lnTo>
                <a:lnTo>
                  <a:pt x="1700" y="15512"/>
                </a:lnTo>
                <a:lnTo>
                  <a:pt x="1700" y="15773"/>
                </a:lnTo>
                <a:lnTo>
                  <a:pt x="1700" y="15976"/>
                </a:lnTo>
                <a:lnTo>
                  <a:pt x="1764" y="16237"/>
                </a:lnTo>
                <a:lnTo>
                  <a:pt x="1764" y="16382"/>
                </a:lnTo>
                <a:lnTo>
                  <a:pt x="1828" y="16643"/>
                </a:lnTo>
                <a:lnTo>
                  <a:pt x="1828" y="16846"/>
                </a:lnTo>
                <a:lnTo>
                  <a:pt x="1828" y="17107"/>
                </a:lnTo>
                <a:lnTo>
                  <a:pt x="1924" y="17368"/>
                </a:lnTo>
                <a:lnTo>
                  <a:pt x="1924" y="17571"/>
                </a:lnTo>
                <a:lnTo>
                  <a:pt x="1988" y="17832"/>
                </a:lnTo>
                <a:lnTo>
                  <a:pt x="1988" y="18035"/>
                </a:lnTo>
                <a:lnTo>
                  <a:pt x="2053" y="18296"/>
                </a:lnTo>
                <a:lnTo>
                  <a:pt x="2053" y="18441"/>
                </a:lnTo>
                <a:lnTo>
                  <a:pt x="2053" y="18615"/>
                </a:lnTo>
                <a:lnTo>
                  <a:pt x="2053" y="18760"/>
                </a:lnTo>
                <a:lnTo>
                  <a:pt x="2149" y="18963"/>
                </a:lnTo>
                <a:lnTo>
                  <a:pt x="2149" y="19108"/>
                </a:lnTo>
                <a:lnTo>
                  <a:pt x="2213" y="19282"/>
                </a:lnTo>
                <a:lnTo>
                  <a:pt x="2213" y="19427"/>
                </a:lnTo>
                <a:lnTo>
                  <a:pt x="2213" y="19571"/>
                </a:lnTo>
                <a:lnTo>
                  <a:pt x="2213" y="19745"/>
                </a:lnTo>
                <a:lnTo>
                  <a:pt x="2277" y="19890"/>
                </a:lnTo>
                <a:lnTo>
                  <a:pt x="2277" y="20093"/>
                </a:lnTo>
                <a:lnTo>
                  <a:pt x="2341" y="20296"/>
                </a:lnTo>
                <a:lnTo>
                  <a:pt x="2341" y="20499"/>
                </a:lnTo>
                <a:lnTo>
                  <a:pt x="2341" y="20702"/>
                </a:lnTo>
                <a:lnTo>
                  <a:pt x="2438" y="20963"/>
                </a:lnTo>
                <a:lnTo>
                  <a:pt x="2438" y="21166"/>
                </a:lnTo>
                <a:lnTo>
                  <a:pt x="2502" y="21369"/>
                </a:lnTo>
                <a:lnTo>
                  <a:pt x="2502" y="21543"/>
                </a:lnTo>
                <a:lnTo>
                  <a:pt x="2502" y="21688"/>
                </a:lnTo>
                <a:lnTo>
                  <a:pt x="2566" y="21891"/>
                </a:lnTo>
                <a:lnTo>
                  <a:pt x="2566" y="22094"/>
                </a:lnTo>
                <a:lnTo>
                  <a:pt x="2630" y="22297"/>
                </a:lnTo>
                <a:lnTo>
                  <a:pt x="2630" y="22500"/>
                </a:lnTo>
                <a:lnTo>
                  <a:pt x="2726" y="22761"/>
                </a:lnTo>
                <a:lnTo>
                  <a:pt x="2726" y="22964"/>
                </a:lnTo>
                <a:lnTo>
                  <a:pt x="2790" y="23138"/>
                </a:lnTo>
                <a:lnTo>
                  <a:pt x="2790" y="23341"/>
                </a:lnTo>
                <a:lnTo>
                  <a:pt x="2855" y="23486"/>
                </a:lnTo>
                <a:lnTo>
                  <a:pt x="2855" y="23689"/>
                </a:lnTo>
                <a:lnTo>
                  <a:pt x="2855" y="23892"/>
                </a:lnTo>
                <a:lnTo>
                  <a:pt x="2951" y="24095"/>
                </a:lnTo>
                <a:lnTo>
                  <a:pt x="3015" y="24356"/>
                </a:lnTo>
                <a:lnTo>
                  <a:pt x="3015" y="24617"/>
                </a:lnTo>
                <a:lnTo>
                  <a:pt x="3079" y="24820"/>
                </a:lnTo>
                <a:lnTo>
                  <a:pt x="3079" y="25023"/>
                </a:lnTo>
                <a:lnTo>
                  <a:pt x="3143" y="25226"/>
                </a:lnTo>
                <a:lnTo>
                  <a:pt x="3143" y="2540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451007" y="3679776"/>
            <a:ext cx="3143" cy="7103"/>
          </a:xfrm>
          <a:custGeom>
            <a:avLst/>
            <a:gdLst/>
            <a:ahLst/>
            <a:cxnLst/>
            <a:rect l="l" t="t" r="r" b="b"/>
            <a:pathLst>
              <a:path w="3143" h="7103">
                <a:moveTo>
                  <a:pt x="0" y="0"/>
                </a:moveTo>
                <a:lnTo>
                  <a:pt x="0" y="202"/>
                </a:lnTo>
                <a:lnTo>
                  <a:pt x="64" y="463"/>
                </a:lnTo>
                <a:lnTo>
                  <a:pt x="64" y="666"/>
                </a:lnTo>
                <a:lnTo>
                  <a:pt x="128" y="927"/>
                </a:lnTo>
                <a:lnTo>
                  <a:pt x="192" y="1130"/>
                </a:lnTo>
                <a:lnTo>
                  <a:pt x="192" y="1333"/>
                </a:lnTo>
                <a:lnTo>
                  <a:pt x="288" y="1507"/>
                </a:lnTo>
                <a:lnTo>
                  <a:pt x="288" y="1652"/>
                </a:lnTo>
                <a:lnTo>
                  <a:pt x="352" y="1797"/>
                </a:lnTo>
                <a:lnTo>
                  <a:pt x="352" y="2000"/>
                </a:lnTo>
                <a:lnTo>
                  <a:pt x="417" y="2174"/>
                </a:lnTo>
                <a:lnTo>
                  <a:pt x="417" y="2319"/>
                </a:lnTo>
                <a:lnTo>
                  <a:pt x="513" y="2464"/>
                </a:lnTo>
                <a:lnTo>
                  <a:pt x="577" y="2638"/>
                </a:lnTo>
                <a:lnTo>
                  <a:pt x="577" y="2783"/>
                </a:lnTo>
                <a:lnTo>
                  <a:pt x="577" y="2928"/>
                </a:lnTo>
                <a:lnTo>
                  <a:pt x="641" y="3102"/>
                </a:lnTo>
                <a:lnTo>
                  <a:pt x="705" y="3247"/>
                </a:lnTo>
                <a:lnTo>
                  <a:pt x="705" y="3392"/>
                </a:lnTo>
                <a:lnTo>
                  <a:pt x="802" y="3595"/>
                </a:lnTo>
                <a:lnTo>
                  <a:pt x="866" y="3769"/>
                </a:lnTo>
                <a:lnTo>
                  <a:pt x="866" y="3914"/>
                </a:lnTo>
                <a:lnTo>
                  <a:pt x="930" y="4059"/>
                </a:lnTo>
                <a:lnTo>
                  <a:pt x="1026" y="4233"/>
                </a:lnTo>
                <a:lnTo>
                  <a:pt x="1026" y="4378"/>
                </a:lnTo>
                <a:lnTo>
                  <a:pt x="1090" y="4523"/>
                </a:lnTo>
                <a:lnTo>
                  <a:pt x="1090" y="4726"/>
                </a:lnTo>
                <a:lnTo>
                  <a:pt x="1219" y="4900"/>
                </a:lnTo>
                <a:lnTo>
                  <a:pt x="1219" y="5045"/>
                </a:lnTo>
                <a:lnTo>
                  <a:pt x="1315" y="5190"/>
                </a:lnTo>
                <a:lnTo>
                  <a:pt x="1379" y="5364"/>
                </a:lnTo>
                <a:lnTo>
                  <a:pt x="1443" y="5509"/>
                </a:lnTo>
                <a:lnTo>
                  <a:pt x="1443" y="5654"/>
                </a:lnTo>
                <a:lnTo>
                  <a:pt x="1507" y="5770"/>
                </a:lnTo>
                <a:lnTo>
                  <a:pt x="1604" y="5915"/>
                </a:lnTo>
                <a:lnTo>
                  <a:pt x="1668" y="5973"/>
                </a:lnTo>
                <a:lnTo>
                  <a:pt x="1668" y="6118"/>
                </a:lnTo>
                <a:lnTo>
                  <a:pt x="1828" y="6234"/>
                </a:lnTo>
                <a:lnTo>
                  <a:pt x="1828" y="6379"/>
                </a:lnTo>
                <a:lnTo>
                  <a:pt x="1956" y="6495"/>
                </a:lnTo>
                <a:lnTo>
                  <a:pt x="2021" y="6639"/>
                </a:lnTo>
                <a:lnTo>
                  <a:pt x="2117" y="6784"/>
                </a:lnTo>
                <a:lnTo>
                  <a:pt x="2181" y="6842"/>
                </a:lnTo>
                <a:lnTo>
                  <a:pt x="2341" y="6900"/>
                </a:lnTo>
                <a:lnTo>
                  <a:pt x="2470" y="7045"/>
                </a:lnTo>
                <a:lnTo>
                  <a:pt x="2630" y="7103"/>
                </a:lnTo>
                <a:lnTo>
                  <a:pt x="2758" y="7103"/>
                </a:lnTo>
                <a:lnTo>
                  <a:pt x="2919" y="7103"/>
                </a:lnTo>
                <a:lnTo>
                  <a:pt x="2919" y="7103"/>
                </a:lnTo>
                <a:lnTo>
                  <a:pt x="3047" y="7045"/>
                </a:lnTo>
              </a:path>
            </a:pathLst>
          </a:custGeom>
          <a:ln w="4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454151" y="3675456"/>
            <a:ext cx="3208" cy="11308"/>
          </a:xfrm>
          <a:custGeom>
            <a:avLst/>
            <a:gdLst/>
            <a:ahLst/>
            <a:cxnLst/>
            <a:rect l="l" t="t" r="r" b="b"/>
            <a:pathLst>
              <a:path w="3208" h="11308">
                <a:moveTo>
                  <a:pt x="0" y="11308"/>
                </a:moveTo>
                <a:lnTo>
                  <a:pt x="128" y="11221"/>
                </a:lnTo>
                <a:lnTo>
                  <a:pt x="192" y="11105"/>
                </a:lnTo>
                <a:lnTo>
                  <a:pt x="288" y="10960"/>
                </a:lnTo>
                <a:lnTo>
                  <a:pt x="417" y="10815"/>
                </a:lnTo>
                <a:lnTo>
                  <a:pt x="481" y="10641"/>
                </a:lnTo>
                <a:lnTo>
                  <a:pt x="641" y="10496"/>
                </a:lnTo>
                <a:lnTo>
                  <a:pt x="641" y="10351"/>
                </a:lnTo>
                <a:lnTo>
                  <a:pt x="802" y="10235"/>
                </a:lnTo>
                <a:lnTo>
                  <a:pt x="802" y="10090"/>
                </a:lnTo>
                <a:lnTo>
                  <a:pt x="802" y="10090"/>
                </a:lnTo>
                <a:lnTo>
                  <a:pt x="930" y="9887"/>
                </a:lnTo>
                <a:lnTo>
                  <a:pt x="994" y="9684"/>
                </a:lnTo>
                <a:lnTo>
                  <a:pt x="1090" y="9510"/>
                </a:lnTo>
                <a:lnTo>
                  <a:pt x="1090" y="9365"/>
                </a:lnTo>
                <a:lnTo>
                  <a:pt x="1154" y="9220"/>
                </a:lnTo>
                <a:lnTo>
                  <a:pt x="1219" y="9046"/>
                </a:lnTo>
                <a:lnTo>
                  <a:pt x="1315" y="8901"/>
                </a:lnTo>
                <a:lnTo>
                  <a:pt x="1315" y="8756"/>
                </a:lnTo>
                <a:lnTo>
                  <a:pt x="1379" y="8553"/>
                </a:lnTo>
                <a:lnTo>
                  <a:pt x="1443" y="8379"/>
                </a:lnTo>
                <a:lnTo>
                  <a:pt x="1507" y="8234"/>
                </a:lnTo>
                <a:lnTo>
                  <a:pt x="1507" y="8089"/>
                </a:lnTo>
                <a:lnTo>
                  <a:pt x="1604" y="7915"/>
                </a:lnTo>
                <a:lnTo>
                  <a:pt x="1604" y="7770"/>
                </a:lnTo>
                <a:lnTo>
                  <a:pt x="1668" y="7625"/>
                </a:lnTo>
                <a:lnTo>
                  <a:pt x="1732" y="7422"/>
                </a:lnTo>
                <a:lnTo>
                  <a:pt x="1732" y="7248"/>
                </a:lnTo>
                <a:lnTo>
                  <a:pt x="1796" y="7103"/>
                </a:lnTo>
                <a:lnTo>
                  <a:pt x="1796" y="6958"/>
                </a:lnTo>
                <a:lnTo>
                  <a:pt x="1892" y="6784"/>
                </a:lnTo>
                <a:lnTo>
                  <a:pt x="1892" y="6639"/>
                </a:lnTo>
                <a:lnTo>
                  <a:pt x="1956" y="6495"/>
                </a:lnTo>
                <a:lnTo>
                  <a:pt x="2021" y="6234"/>
                </a:lnTo>
                <a:lnTo>
                  <a:pt x="2021" y="6031"/>
                </a:lnTo>
                <a:lnTo>
                  <a:pt x="2117" y="5828"/>
                </a:lnTo>
                <a:lnTo>
                  <a:pt x="2181" y="5654"/>
                </a:lnTo>
                <a:lnTo>
                  <a:pt x="2181" y="5509"/>
                </a:lnTo>
                <a:lnTo>
                  <a:pt x="2245" y="5364"/>
                </a:lnTo>
                <a:lnTo>
                  <a:pt x="2245" y="5190"/>
                </a:lnTo>
                <a:lnTo>
                  <a:pt x="2245" y="5045"/>
                </a:lnTo>
                <a:lnTo>
                  <a:pt x="2309" y="4900"/>
                </a:lnTo>
                <a:lnTo>
                  <a:pt x="2406" y="4639"/>
                </a:lnTo>
                <a:lnTo>
                  <a:pt x="2406" y="4436"/>
                </a:lnTo>
                <a:lnTo>
                  <a:pt x="2470" y="4233"/>
                </a:lnTo>
                <a:lnTo>
                  <a:pt x="2470" y="4059"/>
                </a:lnTo>
                <a:lnTo>
                  <a:pt x="2534" y="3856"/>
                </a:lnTo>
                <a:lnTo>
                  <a:pt x="2534" y="3711"/>
                </a:lnTo>
                <a:lnTo>
                  <a:pt x="2630" y="3508"/>
                </a:lnTo>
                <a:lnTo>
                  <a:pt x="2630" y="3305"/>
                </a:lnTo>
                <a:lnTo>
                  <a:pt x="2694" y="3102"/>
                </a:lnTo>
                <a:lnTo>
                  <a:pt x="2694" y="2928"/>
                </a:lnTo>
                <a:lnTo>
                  <a:pt x="2758" y="2783"/>
                </a:lnTo>
                <a:lnTo>
                  <a:pt x="2758" y="2580"/>
                </a:lnTo>
                <a:lnTo>
                  <a:pt x="2758" y="2435"/>
                </a:lnTo>
                <a:lnTo>
                  <a:pt x="2823" y="2261"/>
                </a:lnTo>
                <a:lnTo>
                  <a:pt x="2823" y="2058"/>
                </a:lnTo>
                <a:lnTo>
                  <a:pt x="2919" y="1855"/>
                </a:lnTo>
                <a:lnTo>
                  <a:pt x="2919" y="1710"/>
                </a:lnTo>
                <a:lnTo>
                  <a:pt x="2983" y="1507"/>
                </a:lnTo>
                <a:lnTo>
                  <a:pt x="2983" y="1333"/>
                </a:lnTo>
                <a:lnTo>
                  <a:pt x="3047" y="1130"/>
                </a:lnTo>
                <a:lnTo>
                  <a:pt x="3047" y="927"/>
                </a:lnTo>
                <a:lnTo>
                  <a:pt x="3047" y="724"/>
                </a:lnTo>
                <a:lnTo>
                  <a:pt x="3111" y="579"/>
                </a:lnTo>
                <a:lnTo>
                  <a:pt x="3111" y="376"/>
                </a:lnTo>
                <a:lnTo>
                  <a:pt x="3208" y="202"/>
                </a:lnTo>
                <a:lnTo>
                  <a:pt x="3208" y="57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457359" y="3647852"/>
            <a:ext cx="3208" cy="27603"/>
          </a:xfrm>
          <a:custGeom>
            <a:avLst/>
            <a:gdLst/>
            <a:ahLst/>
            <a:cxnLst/>
            <a:rect l="l" t="t" r="r" b="b"/>
            <a:pathLst>
              <a:path w="3208" h="27603">
                <a:moveTo>
                  <a:pt x="0" y="27603"/>
                </a:moveTo>
                <a:lnTo>
                  <a:pt x="0" y="27458"/>
                </a:lnTo>
                <a:lnTo>
                  <a:pt x="64" y="27255"/>
                </a:lnTo>
                <a:lnTo>
                  <a:pt x="64" y="27052"/>
                </a:lnTo>
                <a:lnTo>
                  <a:pt x="128" y="26849"/>
                </a:lnTo>
                <a:lnTo>
                  <a:pt x="128" y="26675"/>
                </a:lnTo>
                <a:lnTo>
                  <a:pt x="128" y="26530"/>
                </a:lnTo>
                <a:lnTo>
                  <a:pt x="224" y="26327"/>
                </a:lnTo>
                <a:lnTo>
                  <a:pt x="224" y="26124"/>
                </a:lnTo>
                <a:lnTo>
                  <a:pt x="288" y="25922"/>
                </a:lnTo>
                <a:lnTo>
                  <a:pt x="288" y="25719"/>
                </a:lnTo>
                <a:lnTo>
                  <a:pt x="352" y="25458"/>
                </a:lnTo>
                <a:lnTo>
                  <a:pt x="352" y="25255"/>
                </a:lnTo>
                <a:lnTo>
                  <a:pt x="352" y="25052"/>
                </a:lnTo>
                <a:lnTo>
                  <a:pt x="417" y="24791"/>
                </a:lnTo>
                <a:lnTo>
                  <a:pt x="417" y="24588"/>
                </a:lnTo>
                <a:lnTo>
                  <a:pt x="513" y="24414"/>
                </a:lnTo>
                <a:lnTo>
                  <a:pt x="513" y="24269"/>
                </a:lnTo>
                <a:lnTo>
                  <a:pt x="513" y="24124"/>
                </a:lnTo>
                <a:lnTo>
                  <a:pt x="577" y="23950"/>
                </a:lnTo>
                <a:lnTo>
                  <a:pt x="577" y="23805"/>
                </a:lnTo>
                <a:lnTo>
                  <a:pt x="577" y="23602"/>
                </a:lnTo>
                <a:lnTo>
                  <a:pt x="641" y="23457"/>
                </a:lnTo>
                <a:lnTo>
                  <a:pt x="641" y="23283"/>
                </a:lnTo>
                <a:lnTo>
                  <a:pt x="641" y="23138"/>
                </a:lnTo>
                <a:lnTo>
                  <a:pt x="641" y="22993"/>
                </a:lnTo>
                <a:lnTo>
                  <a:pt x="705" y="22819"/>
                </a:lnTo>
                <a:lnTo>
                  <a:pt x="705" y="22674"/>
                </a:lnTo>
                <a:lnTo>
                  <a:pt x="705" y="22529"/>
                </a:lnTo>
                <a:lnTo>
                  <a:pt x="802" y="22268"/>
                </a:lnTo>
                <a:lnTo>
                  <a:pt x="802" y="22065"/>
                </a:lnTo>
                <a:lnTo>
                  <a:pt x="866" y="21804"/>
                </a:lnTo>
                <a:lnTo>
                  <a:pt x="866" y="21601"/>
                </a:lnTo>
                <a:lnTo>
                  <a:pt x="930" y="21340"/>
                </a:lnTo>
                <a:lnTo>
                  <a:pt x="930" y="21195"/>
                </a:lnTo>
                <a:lnTo>
                  <a:pt x="930" y="20934"/>
                </a:lnTo>
                <a:lnTo>
                  <a:pt x="1026" y="20731"/>
                </a:lnTo>
                <a:lnTo>
                  <a:pt x="1026" y="20470"/>
                </a:lnTo>
                <a:lnTo>
                  <a:pt x="1090" y="20209"/>
                </a:lnTo>
                <a:lnTo>
                  <a:pt x="1090" y="20064"/>
                </a:lnTo>
                <a:lnTo>
                  <a:pt x="1090" y="19803"/>
                </a:lnTo>
                <a:lnTo>
                  <a:pt x="1154" y="19543"/>
                </a:lnTo>
                <a:lnTo>
                  <a:pt x="1154" y="19340"/>
                </a:lnTo>
                <a:lnTo>
                  <a:pt x="1154" y="19079"/>
                </a:lnTo>
                <a:lnTo>
                  <a:pt x="1219" y="18818"/>
                </a:lnTo>
                <a:lnTo>
                  <a:pt x="1219" y="18673"/>
                </a:lnTo>
                <a:lnTo>
                  <a:pt x="1315" y="18412"/>
                </a:lnTo>
                <a:lnTo>
                  <a:pt x="1315" y="18151"/>
                </a:lnTo>
                <a:lnTo>
                  <a:pt x="1315" y="18006"/>
                </a:lnTo>
                <a:lnTo>
                  <a:pt x="1379" y="17745"/>
                </a:lnTo>
                <a:lnTo>
                  <a:pt x="1379" y="17484"/>
                </a:lnTo>
                <a:lnTo>
                  <a:pt x="1379" y="17339"/>
                </a:lnTo>
                <a:lnTo>
                  <a:pt x="1443" y="17078"/>
                </a:lnTo>
                <a:lnTo>
                  <a:pt x="1443" y="16817"/>
                </a:lnTo>
                <a:lnTo>
                  <a:pt x="1539" y="16556"/>
                </a:lnTo>
                <a:lnTo>
                  <a:pt x="1539" y="16411"/>
                </a:lnTo>
                <a:lnTo>
                  <a:pt x="1539" y="16208"/>
                </a:lnTo>
                <a:lnTo>
                  <a:pt x="1604" y="15947"/>
                </a:lnTo>
                <a:lnTo>
                  <a:pt x="1604" y="15686"/>
                </a:lnTo>
                <a:lnTo>
                  <a:pt x="1604" y="15425"/>
                </a:lnTo>
                <a:lnTo>
                  <a:pt x="1668" y="15280"/>
                </a:lnTo>
                <a:lnTo>
                  <a:pt x="1668" y="15019"/>
                </a:lnTo>
                <a:lnTo>
                  <a:pt x="1732" y="14700"/>
                </a:lnTo>
                <a:lnTo>
                  <a:pt x="1732" y="14555"/>
                </a:lnTo>
                <a:lnTo>
                  <a:pt x="1732" y="14294"/>
                </a:lnTo>
                <a:lnTo>
                  <a:pt x="1732" y="14149"/>
                </a:lnTo>
                <a:lnTo>
                  <a:pt x="1828" y="13830"/>
                </a:lnTo>
                <a:lnTo>
                  <a:pt x="1828" y="13685"/>
                </a:lnTo>
                <a:lnTo>
                  <a:pt x="1892" y="13424"/>
                </a:lnTo>
                <a:lnTo>
                  <a:pt x="1892" y="13163"/>
                </a:lnTo>
                <a:lnTo>
                  <a:pt x="1892" y="12961"/>
                </a:lnTo>
                <a:lnTo>
                  <a:pt x="1956" y="12700"/>
                </a:lnTo>
                <a:lnTo>
                  <a:pt x="1956" y="12555"/>
                </a:lnTo>
                <a:lnTo>
                  <a:pt x="1956" y="12236"/>
                </a:lnTo>
                <a:lnTo>
                  <a:pt x="1956" y="12091"/>
                </a:lnTo>
                <a:lnTo>
                  <a:pt x="2021" y="11830"/>
                </a:lnTo>
                <a:lnTo>
                  <a:pt x="2021" y="11627"/>
                </a:lnTo>
                <a:lnTo>
                  <a:pt x="2117" y="11366"/>
                </a:lnTo>
                <a:lnTo>
                  <a:pt x="2117" y="11221"/>
                </a:lnTo>
                <a:lnTo>
                  <a:pt x="2117" y="11047"/>
                </a:lnTo>
                <a:lnTo>
                  <a:pt x="2117" y="10902"/>
                </a:lnTo>
                <a:lnTo>
                  <a:pt x="2117" y="10757"/>
                </a:lnTo>
                <a:lnTo>
                  <a:pt x="2181" y="10583"/>
                </a:lnTo>
                <a:lnTo>
                  <a:pt x="2181" y="10438"/>
                </a:lnTo>
                <a:lnTo>
                  <a:pt x="2181" y="10293"/>
                </a:lnTo>
                <a:lnTo>
                  <a:pt x="2245" y="9974"/>
                </a:lnTo>
                <a:lnTo>
                  <a:pt x="2245" y="9829"/>
                </a:lnTo>
                <a:lnTo>
                  <a:pt x="2245" y="9510"/>
                </a:lnTo>
                <a:lnTo>
                  <a:pt x="2245" y="9365"/>
                </a:lnTo>
                <a:lnTo>
                  <a:pt x="2341" y="9046"/>
                </a:lnTo>
                <a:lnTo>
                  <a:pt x="2341" y="8901"/>
                </a:lnTo>
                <a:lnTo>
                  <a:pt x="2406" y="8582"/>
                </a:lnTo>
                <a:lnTo>
                  <a:pt x="2406" y="8437"/>
                </a:lnTo>
                <a:lnTo>
                  <a:pt x="2406" y="8118"/>
                </a:lnTo>
                <a:lnTo>
                  <a:pt x="2406" y="7973"/>
                </a:lnTo>
                <a:lnTo>
                  <a:pt x="2470" y="7770"/>
                </a:lnTo>
                <a:lnTo>
                  <a:pt x="2470" y="7509"/>
                </a:lnTo>
                <a:lnTo>
                  <a:pt x="2470" y="7306"/>
                </a:lnTo>
                <a:lnTo>
                  <a:pt x="2534" y="6987"/>
                </a:lnTo>
                <a:lnTo>
                  <a:pt x="2534" y="6842"/>
                </a:lnTo>
                <a:lnTo>
                  <a:pt x="2534" y="6523"/>
                </a:lnTo>
                <a:lnTo>
                  <a:pt x="2630" y="6379"/>
                </a:lnTo>
                <a:lnTo>
                  <a:pt x="2630" y="6176"/>
                </a:lnTo>
                <a:lnTo>
                  <a:pt x="2630" y="5857"/>
                </a:lnTo>
                <a:lnTo>
                  <a:pt x="2694" y="5712"/>
                </a:lnTo>
                <a:lnTo>
                  <a:pt x="2694" y="5393"/>
                </a:lnTo>
                <a:lnTo>
                  <a:pt x="2694" y="5248"/>
                </a:lnTo>
                <a:lnTo>
                  <a:pt x="2694" y="5045"/>
                </a:lnTo>
                <a:lnTo>
                  <a:pt x="2758" y="4726"/>
                </a:lnTo>
                <a:lnTo>
                  <a:pt x="2758" y="4581"/>
                </a:lnTo>
                <a:lnTo>
                  <a:pt x="2758" y="4378"/>
                </a:lnTo>
                <a:lnTo>
                  <a:pt x="2823" y="4059"/>
                </a:lnTo>
                <a:lnTo>
                  <a:pt x="2823" y="3914"/>
                </a:lnTo>
                <a:lnTo>
                  <a:pt x="2823" y="3711"/>
                </a:lnTo>
                <a:lnTo>
                  <a:pt x="2919" y="3392"/>
                </a:lnTo>
                <a:lnTo>
                  <a:pt x="2919" y="3247"/>
                </a:lnTo>
                <a:lnTo>
                  <a:pt x="2919" y="3044"/>
                </a:lnTo>
                <a:lnTo>
                  <a:pt x="2919" y="2725"/>
                </a:lnTo>
                <a:lnTo>
                  <a:pt x="2983" y="2522"/>
                </a:lnTo>
                <a:lnTo>
                  <a:pt x="2983" y="2377"/>
                </a:lnTo>
                <a:lnTo>
                  <a:pt x="2983" y="2203"/>
                </a:lnTo>
                <a:lnTo>
                  <a:pt x="2983" y="2058"/>
                </a:lnTo>
                <a:lnTo>
                  <a:pt x="3047" y="1855"/>
                </a:lnTo>
                <a:lnTo>
                  <a:pt x="3047" y="1536"/>
                </a:lnTo>
                <a:lnTo>
                  <a:pt x="3047" y="1391"/>
                </a:lnTo>
                <a:lnTo>
                  <a:pt x="3047" y="1188"/>
                </a:lnTo>
                <a:lnTo>
                  <a:pt x="3143" y="985"/>
                </a:lnTo>
                <a:lnTo>
                  <a:pt x="3143" y="666"/>
                </a:lnTo>
                <a:lnTo>
                  <a:pt x="3143" y="521"/>
                </a:lnTo>
                <a:lnTo>
                  <a:pt x="3208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460567" y="3607229"/>
            <a:ext cx="3208" cy="40622"/>
          </a:xfrm>
          <a:custGeom>
            <a:avLst/>
            <a:gdLst/>
            <a:ahLst/>
            <a:cxnLst/>
            <a:rect l="l" t="t" r="r" b="b"/>
            <a:pathLst>
              <a:path w="3208" h="40622">
                <a:moveTo>
                  <a:pt x="0" y="40622"/>
                </a:moveTo>
                <a:lnTo>
                  <a:pt x="0" y="40419"/>
                </a:lnTo>
                <a:lnTo>
                  <a:pt x="0" y="40216"/>
                </a:lnTo>
                <a:lnTo>
                  <a:pt x="64" y="39897"/>
                </a:lnTo>
                <a:lnTo>
                  <a:pt x="64" y="39694"/>
                </a:lnTo>
                <a:lnTo>
                  <a:pt x="64" y="39549"/>
                </a:lnTo>
                <a:lnTo>
                  <a:pt x="128" y="39346"/>
                </a:lnTo>
                <a:lnTo>
                  <a:pt x="128" y="39143"/>
                </a:lnTo>
                <a:lnTo>
                  <a:pt x="128" y="38825"/>
                </a:lnTo>
                <a:lnTo>
                  <a:pt x="128" y="38622"/>
                </a:lnTo>
                <a:lnTo>
                  <a:pt x="224" y="38303"/>
                </a:lnTo>
                <a:lnTo>
                  <a:pt x="224" y="38100"/>
                </a:lnTo>
                <a:lnTo>
                  <a:pt x="224" y="37955"/>
                </a:lnTo>
                <a:lnTo>
                  <a:pt x="288" y="37752"/>
                </a:lnTo>
                <a:lnTo>
                  <a:pt x="288" y="37549"/>
                </a:lnTo>
                <a:lnTo>
                  <a:pt x="288" y="37230"/>
                </a:lnTo>
                <a:lnTo>
                  <a:pt x="288" y="37027"/>
                </a:lnTo>
                <a:lnTo>
                  <a:pt x="352" y="36824"/>
                </a:lnTo>
                <a:lnTo>
                  <a:pt x="352" y="36505"/>
                </a:lnTo>
                <a:lnTo>
                  <a:pt x="352" y="36302"/>
                </a:lnTo>
                <a:lnTo>
                  <a:pt x="352" y="36099"/>
                </a:lnTo>
                <a:lnTo>
                  <a:pt x="449" y="35954"/>
                </a:lnTo>
                <a:lnTo>
                  <a:pt x="449" y="35751"/>
                </a:lnTo>
                <a:lnTo>
                  <a:pt x="449" y="35577"/>
                </a:lnTo>
                <a:lnTo>
                  <a:pt x="449" y="35374"/>
                </a:lnTo>
                <a:lnTo>
                  <a:pt x="513" y="35229"/>
                </a:lnTo>
                <a:lnTo>
                  <a:pt x="513" y="35026"/>
                </a:lnTo>
                <a:lnTo>
                  <a:pt x="513" y="34823"/>
                </a:lnTo>
                <a:lnTo>
                  <a:pt x="513" y="34649"/>
                </a:lnTo>
                <a:lnTo>
                  <a:pt x="513" y="34504"/>
                </a:lnTo>
                <a:lnTo>
                  <a:pt x="577" y="34301"/>
                </a:lnTo>
                <a:lnTo>
                  <a:pt x="577" y="34098"/>
                </a:lnTo>
                <a:lnTo>
                  <a:pt x="577" y="33895"/>
                </a:lnTo>
                <a:lnTo>
                  <a:pt x="577" y="33692"/>
                </a:lnTo>
                <a:lnTo>
                  <a:pt x="641" y="33373"/>
                </a:lnTo>
                <a:lnTo>
                  <a:pt x="641" y="33170"/>
                </a:lnTo>
                <a:lnTo>
                  <a:pt x="641" y="32967"/>
                </a:lnTo>
                <a:lnTo>
                  <a:pt x="641" y="32764"/>
                </a:lnTo>
                <a:lnTo>
                  <a:pt x="737" y="32562"/>
                </a:lnTo>
                <a:lnTo>
                  <a:pt x="737" y="32243"/>
                </a:lnTo>
                <a:lnTo>
                  <a:pt x="737" y="32040"/>
                </a:lnTo>
                <a:lnTo>
                  <a:pt x="802" y="31837"/>
                </a:lnTo>
                <a:lnTo>
                  <a:pt x="802" y="31634"/>
                </a:lnTo>
                <a:lnTo>
                  <a:pt x="802" y="31431"/>
                </a:lnTo>
                <a:lnTo>
                  <a:pt x="802" y="31257"/>
                </a:lnTo>
                <a:lnTo>
                  <a:pt x="802" y="31112"/>
                </a:lnTo>
                <a:lnTo>
                  <a:pt x="866" y="30909"/>
                </a:lnTo>
                <a:lnTo>
                  <a:pt x="866" y="30706"/>
                </a:lnTo>
                <a:lnTo>
                  <a:pt x="866" y="30503"/>
                </a:lnTo>
                <a:lnTo>
                  <a:pt x="866" y="30300"/>
                </a:lnTo>
                <a:lnTo>
                  <a:pt x="930" y="30126"/>
                </a:lnTo>
                <a:lnTo>
                  <a:pt x="930" y="29923"/>
                </a:lnTo>
                <a:lnTo>
                  <a:pt x="930" y="29720"/>
                </a:lnTo>
                <a:lnTo>
                  <a:pt x="930" y="29517"/>
                </a:lnTo>
                <a:lnTo>
                  <a:pt x="930" y="29314"/>
                </a:lnTo>
                <a:lnTo>
                  <a:pt x="1026" y="29169"/>
                </a:lnTo>
                <a:lnTo>
                  <a:pt x="1026" y="28995"/>
                </a:lnTo>
                <a:lnTo>
                  <a:pt x="1026" y="28792"/>
                </a:lnTo>
                <a:lnTo>
                  <a:pt x="1026" y="28589"/>
                </a:lnTo>
                <a:lnTo>
                  <a:pt x="1090" y="28386"/>
                </a:lnTo>
                <a:lnTo>
                  <a:pt x="1090" y="28183"/>
                </a:lnTo>
                <a:lnTo>
                  <a:pt x="1090" y="27980"/>
                </a:lnTo>
                <a:lnTo>
                  <a:pt x="1090" y="27777"/>
                </a:lnTo>
                <a:lnTo>
                  <a:pt x="1090" y="27574"/>
                </a:lnTo>
                <a:lnTo>
                  <a:pt x="1154" y="27400"/>
                </a:lnTo>
                <a:lnTo>
                  <a:pt x="1154" y="27197"/>
                </a:lnTo>
                <a:lnTo>
                  <a:pt x="1154" y="26994"/>
                </a:lnTo>
                <a:lnTo>
                  <a:pt x="1154" y="26791"/>
                </a:lnTo>
                <a:lnTo>
                  <a:pt x="1154" y="26588"/>
                </a:lnTo>
                <a:lnTo>
                  <a:pt x="1251" y="26385"/>
                </a:lnTo>
                <a:lnTo>
                  <a:pt x="1251" y="26182"/>
                </a:lnTo>
                <a:lnTo>
                  <a:pt x="1251" y="25980"/>
                </a:lnTo>
                <a:lnTo>
                  <a:pt x="1251" y="25777"/>
                </a:lnTo>
                <a:lnTo>
                  <a:pt x="1315" y="25603"/>
                </a:lnTo>
                <a:lnTo>
                  <a:pt x="1315" y="25400"/>
                </a:lnTo>
                <a:lnTo>
                  <a:pt x="1315" y="25197"/>
                </a:lnTo>
                <a:lnTo>
                  <a:pt x="1315" y="24994"/>
                </a:lnTo>
                <a:lnTo>
                  <a:pt x="1315" y="24791"/>
                </a:lnTo>
                <a:lnTo>
                  <a:pt x="1379" y="24588"/>
                </a:lnTo>
                <a:lnTo>
                  <a:pt x="1379" y="24385"/>
                </a:lnTo>
                <a:lnTo>
                  <a:pt x="1379" y="24182"/>
                </a:lnTo>
                <a:lnTo>
                  <a:pt x="1379" y="24008"/>
                </a:lnTo>
                <a:lnTo>
                  <a:pt x="1443" y="23805"/>
                </a:lnTo>
                <a:lnTo>
                  <a:pt x="1443" y="23602"/>
                </a:lnTo>
                <a:lnTo>
                  <a:pt x="1443" y="23399"/>
                </a:lnTo>
                <a:lnTo>
                  <a:pt x="1443" y="23196"/>
                </a:lnTo>
                <a:lnTo>
                  <a:pt x="1443" y="22993"/>
                </a:lnTo>
                <a:lnTo>
                  <a:pt x="1539" y="22790"/>
                </a:lnTo>
                <a:lnTo>
                  <a:pt x="1539" y="22587"/>
                </a:lnTo>
                <a:lnTo>
                  <a:pt x="1539" y="22413"/>
                </a:lnTo>
                <a:lnTo>
                  <a:pt x="1539" y="22210"/>
                </a:lnTo>
                <a:lnTo>
                  <a:pt x="1604" y="22007"/>
                </a:lnTo>
                <a:lnTo>
                  <a:pt x="1604" y="21746"/>
                </a:lnTo>
                <a:lnTo>
                  <a:pt x="1604" y="21543"/>
                </a:lnTo>
                <a:lnTo>
                  <a:pt x="1604" y="21340"/>
                </a:lnTo>
                <a:lnTo>
                  <a:pt x="1604" y="21137"/>
                </a:lnTo>
                <a:lnTo>
                  <a:pt x="1668" y="20934"/>
                </a:lnTo>
                <a:lnTo>
                  <a:pt x="1668" y="20731"/>
                </a:lnTo>
                <a:lnTo>
                  <a:pt x="1668" y="20528"/>
                </a:lnTo>
                <a:lnTo>
                  <a:pt x="1668" y="20325"/>
                </a:lnTo>
                <a:lnTo>
                  <a:pt x="1764" y="20151"/>
                </a:lnTo>
                <a:lnTo>
                  <a:pt x="1764" y="19948"/>
                </a:lnTo>
                <a:lnTo>
                  <a:pt x="1764" y="19687"/>
                </a:lnTo>
                <a:lnTo>
                  <a:pt x="1764" y="19485"/>
                </a:lnTo>
                <a:lnTo>
                  <a:pt x="1764" y="19282"/>
                </a:lnTo>
                <a:lnTo>
                  <a:pt x="1828" y="19079"/>
                </a:lnTo>
                <a:lnTo>
                  <a:pt x="1828" y="18876"/>
                </a:lnTo>
                <a:lnTo>
                  <a:pt x="1828" y="18673"/>
                </a:lnTo>
                <a:lnTo>
                  <a:pt x="1828" y="18470"/>
                </a:lnTo>
                <a:lnTo>
                  <a:pt x="1892" y="18267"/>
                </a:lnTo>
                <a:lnTo>
                  <a:pt x="1892" y="18006"/>
                </a:lnTo>
                <a:lnTo>
                  <a:pt x="1892" y="17803"/>
                </a:lnTo>
                <a:lnTo>
                  <a:pt x="1892" y="17600"/>
                </a:lnTo>
                <a:lnTo>
                  <a:pt x="1892" y="17426"/>
                </a:lnTo>
                <a:lnTo>
                  <a:pt x="1956" y="17223"/>
                </a:lnTo>
                <a:lnTo>
                  <a:pt x="1956" y="17020"/>
                </a:lnTo>
                <a:lnTo>
                  <a:pt x="1956" y="16759"/>
                </a:lnTo>
                <a:lnTo>
                  <a:pt x="1956" y="16556"/>
                </a:lnTo>
                <a:lnTo>
                  <a:pt x="1956" y="16353"/>
                </a:lnTo>
                <a:lnTo>
                  <a:pt x="2053" y="16150"/>
                </a:lnTo>
                <a:lnTo>
                  <a:pt x="2053" y="15947"/>
                </a:lnTo>
                <a:lnTo>
                  <a:pt x="2053" y="15686"/>
                </a:lnTo>
                <a:lnTo>
                  <a:pt x="2053" y="15483"/>
                </a:lnTo>
                <a:lnTo>
                  <a:pt x="2117" y="15280"/>
                </a:lnTo>
                <a:lnTo>
                  <a:pt x="2117" y="15077"/>
                </a:lnTo>
                <a:lnTo>
                  <a:pt x="2117" y="14874"/>
                </a:lnTo>
                <a:lnTo>
                  <a:pt x="2117" y="14613"/>
                </a:lnTo>
                <a:lnTo>
                  <a:pt x="2117" y="14410"/>
                </a:lnTo>
                <a:lnTo>
                  <a:pt x="2181" y="14207"/>
                </a:lnTo>
                <a:lnTo>
                  <a:pt x="2181" y="14033"/>
                </a:lnTo>
                <a:lnTo>
                  <a:pt x="2181" y="13743"/>
                </a:lnTo>
                <a:lnTo>
                  <a:pt x="2181" y="13569"/>
                </a:lnTo>
                <a:lnTo>
                  <a:pt x="2245" y="13366"/>
                </a:lnTo>
                <a:lnTo>
                  <a:pt x="2245" y="13163"/>
                </a:lnTo>
                <a:lnTo>
                  <a:pt x="2245" y="12903"/>
                </a:lnTo>
                <a:lnTo>
                  <a:pt x="2245" y="12700"/>
                </a:lnTo>
                <a:lnTo>
                  <a:pt x="2245" y="12497"/>
                </a:lnTo>
                <a:lnTo>
                  <a:pt x="2341" y="12294"/>
                </a:lnTo>
                <a:lnTo>
                  <a:pt x="2341" y="12033"/>
                </a:lnTo>
                <a:lnTo>
                  <a:pt x="2341" y="11830"/>
                </a:lnTo>
                <a:lnTo>
                  <a:pt x="2341" y="11627"/>
                </a:lnTo>
                <a:lnTo>
                  <a:pt x="2406" y="11424"/>
                </a:lnTo>
                <a:lnTo>
                  <a:pt x="2406" y="11163"/>
                </a:lnTo>
                <a:lnTo>
                  <a:pt x="2406" y="10960"/>
                </a:lnTo>
                <a:lnTo>
                  <a:pt x="2406" y="10757"/>
                </a:lnTo>
                <a:lnTo>
                  <a:pt x="2406" y="10496"/>
                </a:lnTo>
                <a:lnTo>
                  <a:pt x="2470" y="10293"/>
                </a:lnTo>
                <a:lnTo>
                  <a:pt x="2470" y="10090"/>
                </a:lnTo>
                <a:lnTo>
                  <a:pt x="2470" y="9887"/>
                </a:lnTo>
                <a:lnTo>
                  <a:pt x="2470" y="9626"/>
                </a:lnTo>
                <a:lnTo>
                  <a:pt x="2566" y="9423"/>
                </a:lnTo>
                <a:lnTo>
                  <a:pt x="2566" y="9220"/>
                </a:lnTo>
                <a:lnTo>
                  <a:pt x="2566" y="8959"/>
                </a:lnTo>
                <a:lnTo>
                  <a:pt x="2566" y="8756"/>
                </a:lnTo>
                <a:lnTo>
                  <a:pt x="2566" y="8582"/>
                </a:lnTo>
                <a:lnTo>
                  <a:pt x="2630" y="8292"/>
                </a:lnTo>
                <a:lnTo>
                  <a:pt x="2630" y="8089"/>
                </a:lnTo>
                <a:lnTo>
                  <a:pt x="2630" y="7915"/>
                </a:lnTo>
                <a:lnTo>
                  <a:pt x="2630" y="7625"/>
                </a:lnTo>
                <a:lnTo>
                  <a:pt x="2694" y="7451"/>
                </a:lnTo>
                <a:lnTo>
                  <a:pt x="2694" y="7248"/>
                </a:lnTo>
                <a:lnTo>
                  <a:pt x="2694" y="6958"/>
                </a:lnTo>
                <a:lnTo>
                  <a:pt x="2694" y="6784"/>
                </a:lnTo>
                <a:lnTo>
                  <a:pt x="2694" y="6581"/>
                </a:lnTo>
                <a:lnTo>
                  <a:pt x="2758" y="6321"/>
                </a:lnTo>
                <a:lnTo>
                  <a:pt x="2758" y="6118"/>
                </a:lnTo>
                <a:lnTo>
                  <a:pt x="2758" y="5828"/>
                </a:lnTo>
                <a:lnTo>
                  <a:pt x="2758" y="5654"/>
                </a:lnTo>
                <a:lnTo>
                  <a:pt x="2758" y="5451"/>
                </a:lnTo>
                <a:lnTo>
                  <a:pt x="2855" y="5190"/>
                </a:lnTo>
                <a:lnTo>
                  <a:pt x="2855" y="4987"/>
                </a:lnTo>
                <a:lnTo>
                  <a:pt x="2855" y="4784"/>
                </a:lnTo>
                <a:lnTo>
                  <a:pt x="2855" y="4523"/>
                </a:lnTo>
                <a:lnTo>
                  <a:pt x="2919" y="4320"/>
                </a:lnTo>
                <a:lnTo>
                  <a:pt x="2919" y="4059"/>
                </a:lnTo>
                <a:lnTo>
                  <a:pt x="2919" y="3856"/>
                </a:lnTo>
                <a:lnTo>
                  <a:pt x="2919" y="3653"/>
                </a:lnTo>
                <a:lnTo>
                  <a:pt x="2919" y="3392"/>
                </a:lnTo>
                <a:lnTo>
                  <a:pt x="2983" y="3189"/>
                </a:lnTo>
                <a:lnTo>
                  <a:pt x="2983" y="2928"/>
                </a:lnTo>
                <a:lnTo>
                  <a:pt x="2983" y="2725"/>
                </a:lnTo>
                <a:lnTo>
                  <a:pt x="2983" y="2464"/>
                </a:lnTo>
                <a:lnTo>
                  <a:pt x="3047" y="2261"/>
                </a:lnTo>
                <a:lnTo>
                  <a:pt x="3047" y="2058"/>
                </a:lnTo>
                <a:lnTo>
                  <a:pt x="3047" y="1797"/>
                </a:lnTo>
                <a:lnTo>
                  <a:pt x="3047" y="1594"/>
                </a:lnTo>
                <a:lnTo>
                  <a:pt x="3047" y="1333"/>
                </a:lnTo>
                <a:lnTo>
                  <a:pt x="3143" y="1130"/>
                </a:lnTo>
                <a:lnTo>
                  <a:pt x="3143" y="840"/>
                </a:lnTo>
                <a:lnTo>
                  <a:pt x="3143" y="666"/>
                </a:lnTo>
                <a:lnTo>
                  <a:pt x="3143" y="463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463775" y="3557734"/>
            <a:ext cx="3208" cy="49495"/>
          </a:xfrm>
          <a:custGeom>
            <a:avLst/>
            <a:gdLst/>
            <a:ahLst/>
            <a:cxnLst/>
            <a:rect l="l" t="t" r="r" b="b"/>
            <a:pathLst>
              <a:path w="3208" h="49495">
                <a:moveTo>
                  <a:pt x="0" y="49495"/>
                </a:moveTo>
                <a:lnTo>
                  <a:pt x="0" y="49234"/>
                </a:lnTo>
                <a:lnTo>
                  <a:pt x="0" y="49031"/>
                </a:lnTo>
                <a:lnTo>
                  <a:pt x="0" y="48741"/>
                </a:lnTo>
                <a:lnTo>
                  <a:pt x="64" y="48567"/>
                </a:lnTo>
                <a:lnTo>
                  <a:pt x="64" y="48277"/>
                </a:lnTo>
                <a:lnTo>
                  <a:pt x="64" y="48103"/>
                </a:lnTo>
                <a:lnTo>
                  <a:pt x="64" y="47813"/>
                </a:lnTo>
                <a:lnTo>
                  <a:pt x="160" y="47610"/>
                </a:lnTo>
                <a:lnTo>
                  <a:pt x="160" y="47349"/>
                </a:lnTo>
                <a:lnTo>
                  <a:pt x="160" y="47146"/>
                </a:lnTo>
                <a:lnTo>
                  <a:pt x="160" y="46885"/>
                </a:lnTo>
                <a:lnTo>
                  <a:pt x="160" y="46682"/>
                </a:lnTo>
                <a:lnTo>
                  <a:pt x="224" y="46421"/>
                </a:lnTo>
                <a:lnTo>
                  <a:pt x="224" y="46218"/>
                </a:lnTo>
                <a:lnTo>
                  <a:pt x="224" y="45957"/>
                </a:lnTo>
                <a:lnTo>
                  <a:pt x="224" y="45754"/>
                </a:lnTo>
                <a:lnTo>
                  <a:pt x="288" y="45494"/>
                </a:lnTo>
                <a:lnTo>
                  <a:pt x="288" y="45291"/>
                </a:lnTo>
                <a:lnTo>
                  <a:pt x="288" y="45030"/>
                </a:lnTo>
                <a:lnTo>
                  <a:pt x="288" y="44827"/>
                </a:lnTo>
                <a:lnTo>
                  <a:pt x="288" y="44566"/>
                </a:lnTo>
                <a:lnTo>
                  <a:pt x="352" y="44363"/>
                </a:lnTo>
                <a:lnTo>
                  <a:pt x="352" y="44102"/>
                </a:lnTo>
                <a:lnTo>
                  <a:pt x="352" y="43899"/>
                </a:lnTo>
                <a:lnTo>
                  <a:pt x="352" y="43638"/>
                </a:lnTo>
                <a:lnTo>
                  <a:pt x="352" y="43377"/>
                </a:lnTo>
                <a:lnTo>
                  <a:pt x="449" y="43174"/>
                </a:lnTo>
                <a:lnTo>
                  <a:pt x="449" y="42913"/>
                </a:lnTo>
                <a:lnTo>
                  <a:pt x="449" y="42710"/>
                </a:lnTo>
                <a:lnTo>
                  <a:pt x="449" y="42449"/>
                </a:lnTo>
                <a:lnTo>
                  <a:pt x="513" y="42246"/>
                </a:lnTo>
                <a:lnTo>
                  <a:pt x="513" y="41985"/>
                </a:lnTo>
                <a:lnTo>
                  <a:pt x="513" y="41782"/>
                </a:lnTo>
                <a:lnTo>
                  <a:pt x="513" y="41492"/>
                </a:lnTo>
                <a:lnTo>
                  <a:pt x="513" y="41231"/>
                </a:lnTo>
                <a:lnTo>
                  <a:pt x="577" y="41028"/>
                </a:lnTo>
                <a:lnTo>
                  <a:pt x="577" y="40767"/>
                </a:lnTo>
                <a:lnTo>
                  <a:pt x="577" y="40564"/>
                </a:lnTo>
                <a:lnTo>
                  <a:pt x="577" y="40303"/>
                </a:lnTo>
                <a:lnTo>
                  <a:pt x="673" y="40100"/>
                </a:lnTo>
                <a:lnTo>
                  <a:pt x="673" y="39839"/>
                </a:lnTo>
                <a:lnTo>
                  <a:pt x="673" y="39578"/>
                </a:lnTo>
                <a:lnTo>
                  <a:pt x="673" y="39375"/>
                </a:lnTo>
                <a:lnTo>
                  <a:pt x="673" y="39114"/>
                </a:lnTo>
                <a:lnTo>
                  <a:pt x="737" y="38912"/>
                </a:lnTo>
                <a:lnTo>
                  <a:pt x="737" y="38651"/>
                </a:lnTo>
                <a:lnTo>
                  <a:pt x="737" y="38390"/>
                </a:lnTo>
                <a:lnTo>
                  <a:pt x="737" y="38187"/>
                </a:lnTo>
                <a:lnTo>
                  <a:pt x="802" y="37926"/>
                </a:lnTo>
                <a:lnTo>
                  <a:pt x="802" y="37636"/>
                </a:lnTo>
                <a:lnTo>
                  <a:pt x="802" y="37462"/>
                </a:lnTo>
                <a:lnTo>
                  <a:pt x="802" y="37172"/>
                </a:lnTo>
                <a:lnTo>
                  <a:pt x="802" y="36998"/>
                </a:lnTo>
                <a:lnTo>
                  <a:pt x="866" y="36708"/>
                </a:lnTo>
                <a:lnTo>
                  <a:pt x="866" y="36447"/>
                </a:lnTo>
                <a:lnTo>
                  <a:pt x="866" y="36244"/>
                </a:lnTo>
                <a:lnTo>
                  <a:pt x="866" y="35983"/>
                </a:lnTo>
                <a:lnTo>
                  <a:pt x="962" y="35722"/>
                </a:lnTo>
                <a:lnTo>
                  <a:pt x="962" y="35519"/>
                </a:lnTo>
                <a:lnTo>
                  <a:pt x="962" y="35258"/>
                </a:lnTo>
                <a:lnTo>
                  <a:pt x="962" y="35055"/>
                </a:lnTo>
                <a:lnTo>
                  <a:pt x="962" y="34794"/>
                </a:lnTo>
                <a:lnTo>
                  <a:pt x="1026" y="34533"/>
                </a:lnTo>
                <a:lnTo>
                  <a:pt x="1026" y="34330"/>
                </a:lnTo>
                <a:lnTo>
                  <a:pt x="1026" y="34069"/>
                </a:lnTo>
                <a:lnTo>
                  <a:pt x="1026" y="33779"/>
                </a:lnTo>
                <a:lnTo>
                  <a:pt x="1090" y="33605"/>
                </a:lnTo>
                <a:lnTo>
                  <a:pt x="1090" y="33315"/>
                </a:lnTo>
                <a:lnTo>
                  <a:pt x="1090" y="33054"/>
                </a:lnTo>
                <a:lnTo>
                  <a:pt x="1090" y="32851"/>
                </a:lnTo>
                <a:lnTo>
                  <a:pt x="1090" y="32591"/>
                </a:lnTo>
                <a:lnTo>
                  <a:pt x="1154" y="32330"/>
                </a:lnTo>
                <a:lnTo>
                  <a:pt x="1154" y="32127"/>
                </a:lnTo>
                <a:lnTo>
                  <a:pt x="1154" y="31866"/>
                </a:lnTo>
                <a:lnTo>
                  <a:pt x="1154" y="31605"/>
                </a:lnTo>
                <a:lnTo>
                  <a:pt x="1154" y="31344"/>
                </a:lnTo>
                <a:lnTo>
                  <a:pt x="1251" y="31141"/>
                </a:lnTo>
                <a:lnTo>
                  <a:pt x="1251" y="30880"/>
                </a:lnTo>
                <a:lnTo>
                  <a:pt x="1251" y="30590"/>
                </a:lnTo>
                <a:lnTo>
                  <a:pt x="1251" y="30387"/>
                </a:lnTo>
                <a:lnTo>
                  <a:pt x="1315" y="30126"/>
                </a:lnTo>
                <a:lnTo>
                  <a:pt x="1315" y="29865"/>
                </a:lnTo>
                <a:lnTo>
                  <a:pt x="1315" y="29662"/>
                </a:lnTo>
                <a:lnTo>
                  <a:pt x="1315" y="29401"/>
                </a:lnTo>
                <a:lnTo>
                  <a:pt x="1315" y="29140"/>
                </a:lnTo>
                <a:lnTo>
                  <a:pt x="1379" y="28879"/>
                </a:lnTo>
                <a:lnTo>
                  <a:pt x="1379" y="28676"/>
                </a:lnTo>
                <a:lnTo>
                  <a:pt x="1379" y="28415"/>
                </a:lnTo>
                <a:lnTo>
                  <a:pt x="1379" y="28154"/>
                </a:lnTo>
                <a:lnTo>
                  <a:pt x="1475" y="27864"/>
                </a:lnTo>
                <a:lnTo>
                  <a:pt x="1475" y="27661"/>
                </a:lnTo>
                <a:lnTo>
                  <a:pt x="1475" y="27400"/>
                </a:lnTo>
                <a:lnTo>
                  <a:pt x="1475" y="27139"/>
                </a:lnTo>
                <a:lnTo>
                  <a:pt x="1475" y="26936"/>
                </a:lnTo>
                <a:lnTo>
                  <a:pt x="1539" y="26675"/>
                </a:lnTo>
                <a:lnTo>
                  <a:pt x="1539" y="26414"/>
                </a:lnTo>
                <a:lnTo>
                  <a:pt x="1539" y="26153"/>
                </a:lnTo>
                <a:lnTo>
                  <a:pt x="1539" y="25951"/>
                </a:lnTo>
                <a:lnTo>
                  <a:pt x="1604" y="25690"/>
                </a:lnTo>
                <a:lnTo>
                  <a:pt x="1604" y="25400"/>
                </a:lnTo>
                <a:lnTo>
                  <a:pt x="1604" y="25139"/>
                </a:lnTo>
                <a:lnTo>
                  <a:pt x="1604" y="24936"/>
                </a:lnTo>
                <a:lnTo>
                  <a:pt x="1604" y="24675"/>
                </a:lnTo>
                <a:lnTo>
                  <a:pt x="1668" y="24414"/>
                </a:lnTo>
                <a:lnTo>
                  <a:pt x="1668" y="24153"/>
                </a:lnTo>
                <a:lnTo>
                  <a:pt x="1668" y="23950"/>
                </a:lnTo>
                <a:lnTo>
                  <a:pt x="1668" y="23689"/>
                </a:lnTo>
                <a:lnTo>
                  <a:pt x="1764" y="23428"/>
                </a:lnTo>
                <a:lnTo>
                  <a:pt x="1764" y="23167"/>
                </a:lnTo>
                <a:lnTo>
                  <a:pt x="1764" y="22877"/>
                </a:lnTo>
                <a:lnTo>
                  <a:pt x="1764" y="22674"/>
                </a:lnTo>
                <a:lnTo>
                  <a:pt x="1764" y="22413"/>
                </a:lnTo>
                <a:lnTo>
                  <a:pt x="1828" y="22152"/>
                </a:lnTo>
                <a:lnTo>
                  <a:pt x="1828" y="21891"/>
                </a:lnTo>
                <a:lnTo>
                  <a:pt x="1828" y="21630"/>
                </a:lnTo>
                <a:lnTo>
                  <a:pt x="1828" y="21427"/>
                </a:lnTo>
                <a:lnTo>
                  <a:pt x="1892" y="21166"/>
                </a:lnTo>
                <a:lnTo>
                  <a:pt x="1892" y="20905"/>
                </a:lnTo>
                <a:lnTo>
                  <a:pt x="1892" y="20615"/>
                </a:lnTo>
                <a:lnTo>
                  <a:pt x="1892" y="20412"/>
                </a:lnTo>
                <a:lnTo>
                  <a:pt x="1892" y="20151"/>
                </a:lnTo>
                <a:lnTo>
                  <a:pt x="1988" y="19890"/>
                </a:lnTo>
                <a:lnTo>
                  <a:pt x="1988" y="19629"/>
                </a:lnTo>
                <a:lnTo>
                  <a:pt x="1988" y="19369"/>
                </a:lnTo>
                <a:lnTo>
                  <a:pt x="1988" y="19108"/>
                </a:lnTo>
                <a:lnTo>
                  <a:pt x="1988" y="18905"/>
                </a:lnTo>
                <a:lnTo>
                  <a:pt x="2053" y="18644"/>
                </a:lnTo>
                <a:lnTo>
                  <a:pt x="2053" y="18354"/>
                </a:lnTo>
                <a:lnTo>
                  <a:pt x="2053" y="18093"/>
                </a:lnTo>
                <a:lnTo>
                  <a:pt x="2053" y="17832"/>
                </a:lnTo>
                <a:lnTo>
                  <a:pt x="2117" y="17629"/>
                </a:lnTo>
                <a:lnTo>
                  <a:pt x="2117" y="17368"/>
                </a:lnTo>
                <a:lnTo>
                  <a:pt x="2117" y="17107"/>
                </a:lnTo>
                <a:lnTo>
                  <a:pt x="2117" y="16846"/>
                </a:lnTo>
                <a:lnTo>
                  <a:pt x="2117" y="16556"/>
                </a:lnTo>
                <a:lnTo>
                  <a:pt x="2181" y="16295"/>
                </a:lnTo>
                <a:lnTo>
                  <a:pt x="2181" y="16092"/>
                </a:lnTo>
                <a:lnTo>
                  <a:pt x="2181" y="15831"/>
                </a:lnTo>
                <a:lnTo>
                  <a:pt x="2181" y="15570"/>
                </a:lnTo>
                <a:lnTo>
                  <a:pt x="2277" y="15309"/>
                </a:lnTo>
                <a:lnTo>
                  <a:pt x="2277" y="15048"/>
                </a:lnTo>
                <a:lnTo>
                  <a:pt x="2277" y="14787"/>
                </a:lnTo>
                <a:lnTo>
                  <a:pt x="2277" y="14497"/>
                </a:lnTo>
                <a:lnTo>
                  <a:pt x="2277" y="14323"/>
                </a:lnTo>
                <a:lnTo>
                  <a:pt x="2341" y="14033"/>
                </a:lnTo>
                <a:lnTo>
                  <a:pt x="2341" y="13772"/>
                </a:lnTo>
                <a:lnTo>
                  <a:pt x="2341" y="13511"/>
                </a:lnTo>
                <a:lnTo>
                  <a:pt x="2341" y="13250"/>
                </a:lnTo>
                <a:lnTo>
                  <a:pt x="2406" y="12990"/>
                </a:lnTo>
                <a:lnTo>
                  <a:pt x="2406" y="12700"/>
                </a:lnTo>
                <a:lnTo>
                  <a:pt x="2406" y="12526"/>
                </a:lnTo>
                <a:lnTo>
                  <a:pt x="2406" y="12236"/>
                </a:lnTo>
                <a:lnTo>
                  <a:pt x="2406" y="11975"/>
                </a:lnTo>
                <a:lnTo>
                  <a:pt x="2470" y="11714"/>
                </a:lnTo>
                <a:lnTo>
                  <a:pt x="2470" y="11453"/>
                </a:lnTo>
                <a:lnTo>
                  <a:pt x="2470" y="11192"/>
                </a:lnTo>
                <a:lnTo>
                  <a:pt x="2470" y="10931"/>
                </a:lnTo>
                <a:lnTo>
                  <a:pt x="2566" y="10641"/>
                </a:lnTo>
                <a:lnTo>
                  <a:pt x="2566" y="10438"/>
                </a:lnTo>
                <a:lnTo>
                  <a:pt x="2566" y="10177"/>
                </a:lnTo>
                <a:lnTo>
                  <a:pt x="2566" y="9916"/>
                </a:lnTo>
                <a:lnTo>
                  <a:pt x="2566" y="9655"/>
                </a:lnTo>
                <a:lnTo>
                  <a:pt x="2630" y="9394"/>
                </a:lnTo>
                <a:lnTo>
                  <a:pt x="2630" y="9133"/>
                </a:lnTo>
                <a:lnTo>
                  <a:pt x="2630" y="8843"/>
                </a:lnTo>
                <a:lnTo>
                  <a:pt x="2630" y="8582"/>
                </a:lnTo>
                <a:lnTo>
                  <a:pt x="2694" y="8321"/>
                </a:lnTo>
                <a:lnTo>
                  <a:pt x="2694" y="8118"/>
                </a:lnTo>
                <a:lnTo>
                  <a:pt x="2694" y="7857"/>
                </a:lnTo>
                <a:lnTo>
                  <a:pt x="2694" y="7596"/>
                </a:lnTo>
                <a:lnTo>
                  <a:pt x="2694" y="7335"/>
                </a:lnTo>
                <a:lnTo>
                  <a:pt x="2790" y="7074"/>
                </a:lnTo>
                <a:lnTo>
                  <a:pt x="2790" y="6784"/>
                </a:lnTo>
                <a:lnTo>
                  <a:pt x="2790" y="6523"/>
                </a:lnTo>
                <a:lnTo>
                  <a:pt x="2790" y="6263"/>
                </a:lnTo>
                <a:lnTo>
                  <a:pt x="2790" y="6002"/>
                </a:lnTo>
                <a:lnTo>
                  <a:pt x="2855" y="5741"/>
                </a:lnTo>
                <a:lnTo>
                  <a:pt x="2855" y="5451"/>
                </a:lnTo>
                <a:lnTo>
                  <a:pt x="2855" y="5277"/>
                </a:lnTo>
                <a:lnTo>
                  <a:pt x="2855" y="4987"/>
                </a:lnTo>
                <a:lnTo>
                  <a:pt x="2919" y="4726"/>
                </a:lnTo>
                <a:lnTo>
                  <a:pt x="2919" y="4465"/>
                </a:lnTo>
                <a:lnTo>
                  <a:pt x="2919" y="4204"/>
                </a:lnTo>
                <a:lnTo>
                  <a:pt x="2919" y="3943"/>
                </a:lnTo>
                <a:lnTo>
                  <a:pt x="2919" y="3682"/>
                </a:lnTo>
                <a:lnTo>
                  <a:pt x="2983" y="3392"/>
                </a:lnTo>
                <a:lnTo>
                  <a:pt x="2983" y="3131"/>
                </a:lnTo>
                <a:lnTo>
                  <a:pt x="2983" y="2870"/>
                </a:lnTo>
                <a:lnTo>
                  <a:pt x="2983" y="2609"/>
                </a:lnTo>
                <a:lnTo>
                  <a:pt x="3079" y="2348"/>
                </a:lnTo>
                <a:lnTo>
                  <a:pt x="3079" y="2087"/>
                </a:lnTo>
                <a:lnTo>
                  <a:pt x="3079" y="1797"/>
                </a:lnTo>
                <a:lnTo>
                  <a:pt x="3079" y="1594"/>
                </a:lnTo>
                <a:lnTo>
                  <a:pt x="3079" y="1333"/>
                </a:lnTo>
                <a:lnTo>
                  <a:pt x="3143" y="1072"/>
                </a:lnTo>
                <a:lnTo>
                  <a:pt x="3143" y="811"/>
                </a:lnTo>
                <a:lnTo>
                  <a:pt x="3143" y="550"/>
                </a:lnTo>
                <a:lnTo>
                  <a:pt x="3143" y="289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466983" y="3504208"/>
            <a:ext cx="3143" cy="53525"/>
          </a:xfrm>
          <a:custGeom>
            <a:avLst/>
            <a:gdLst/>
            <a:ahLst/>
            <a:cxnLst/>
            <a:rect l="l" t="t" r="r" b="b"/>
            <a:pathLst>
              <a:path w="3143" h="53525">
                <a:moveTo>
                  <a:pt x="0" y="53525"/>
                </a:moveTo>
                <a:lnTo>
                  <a:pt x="0" y="53264"/>
                </a:lnTo>
                <a:lnTo>
                  <a:pt x="0" y="53003"/>
                </a:lnTo>
                <a:lnTo>
                  <a:pt x="0" y="52742"/>
                </a:lnTo>
                <a:lnTo>
                  <a:pt x="0" y="52481"/>
                </a:lnTo>
                <a:lnTo>
                  <a:pt x="64" y="52220"/>
                </a:lnTo>
                <a:lnTo>
                  <a:pt x="64" y="51931"/>
                </a:lnTo>
                <a:lnTo>
                  <a:pt x="64" y="51670"/>
                </a:lnTo>
                <a:lnTo>
                  <a:pt x="64" y="51409"/>
                </a:lnTo>
                <a:lnTo>
                  <a:pt x="160" y="51148"/>
                </a:lnTo>
                <a:lnTo>
                  <a:pt x="160" y="50887"/>
                </a:lnTo>
                <a:lnTo>
                  <a:pt x="160" y="50626"/>
                </a:lnTo>
                <a:lnTo>
                  <a:pt x="160" y="50336"/>
                </a:lnTo>
                <a:lnTo>
                  <a:pt x="160" y="50075"/>
                </a:lnTo>
                <a:lnTo>
                  <a:pt x="224" y="49814"/>
                </a:lnTo>
                <a:lnTo>
                  <a:pt x="224" y="49553"/>
                </a:lnTo>
                <a:lnTo>
                  <a:pt x="224" y="49292"/>
                </a:lnTo>
                <a:lnTo>
                  <a:pt x="224" y="49002"/>
                </a:lnTo>
                <a:lnTo>
                  <a:pt x="288" y="48741"/>
                </a:lnTo>
                <a:lnTo>
                  <a:pt x="288" y="48480"/>
                </a:lnTo>
                <a:lnTo>
                  <a:pt x="288" y="48219"/>
                </a:lnTo>
                <a:lnTo>
                  <a:pt x="288" y="47958"/>
                </a:lnTo>
                <a:lnTo>
                  <a:pt x="288" y="47755"/>
                </a:lnTo>
                <a:lnTo>
                  <a:pt x="384" y="47494"/>
                </a:lnTo>
                <a:lnTo>
                  <a:pt x="384" y="47233"/>
                </a:lnTo>
                <a:lnTo>
                  <a:pt x="384" y="46943"/>
                </a:lnTo>
                <a:lnTo>
                  <a:pt x="384" y="46682"/>
                </a:lnTo>
                <a:lnTo>
                  <a:pt x="384" y="46421"/>
                </a:lnTo>
                <a:lnTo>
                  <a:pt x="449" y="46160"/>
                </a:lnTo>
                <a:lnTo>
                  <a:pt x="449" y="45899"/>
                </a:lnTo>
                <a:lnTo>
                  <a:pt x="449" y="45638"/>
                </a:lnTo>
                <a:lnTo>
                  <a:pt x="449" y="45349"/>
                </a:lnTo>
                <a:lnTo>
                  <a:pt x="513" y="45088"/>
                </a:lnTo>
                <a:lnTo>
                  <a:pt x="513" y="44827"/>
                </a:lnTo>
                <a:lnTo>
                  <a:pt x="513" y="44566"/>
                </a:lnTo>
                <a:lnTo>
                  <a:pt x="513" y="44305"/>
                </a:lnTo>
                <a:lnTo>
                  <a:pt x="513" y="44015"/>
                </a:lnTo>
                <a:lnTo>
                  <a:pt x="577" y="43754"/>
                </a:lnTo>
                <a:lnTo>
                  <a:pt x="577" y="43493"/>
                </a:lnTo>
                <a:lnTo>
                  <a:pt x="577" y="43232"/>
                </a:lnTo>
                <a:lnTo>
                  <a:pt x="577" y="42971"/>
                </a:lnTo>
                <a:lnTo>
                  <a:pt x="673" y="42710"/>
                </a:lnTo>
                <a:lnTo>
                  <a:pt x="673" y="42420"/>
                </a:lnTo>
                <a:lnTo>
                  <a:pt x="673" y="42159"/>
                </a:lnTo>
                <a:lnTo>
                  <a:pt x="673" y="41898"/>
                </a:lnTo>
                <a:lnTo>
                  <a:pt x="673" y="41637"/>
                </a:lnTo>
                <a:lnTo>
                  <a:pt x="737" y="41376"/>
                </a:lnTo>
                <a:lnTo>
                  <a:pt x="737" y="41028"/>
                </a:lnTo>
                <a:lnTo>
                  <a:pt x="737" y="40767"/>
                </a:lnTo>
                <a:lnTo>
                  <a:pt x="737" y="40506"/>
                </a:lnTo>
                <a:lnTo>
                  <a:pt x="802" y="40245"/>
                </a:lnTo>
                <a:lnTo>
                  <a:pt x="802" y="39984"/>
                </a:lnTo>
                <a:lnTo>
                  <a:pt x="802" y="39694"/>
                </a:lnTo>
                <a:lnTo>
                  <a:pt x="802" y="39433"/>
                </a:lnTo>
                <a:lnTo>
                  <a:pt x="802" y="39172"/>
                </a:lnTo>
                <a:lnTo>
                  <a:pt x="898" y="38912"/>
                </a:lnTo>
                <a:lnTo>
                  <a:pt x="898" y="38651"/>
                </a:lnTo>
                <a:lnTo>
                  <a:pt x="898" y="38390"/>
                </a:lnTo>
                <a:lnTo>
                  <a:pt x="898" y="38100"/>
                </a:lnTo>
                <a:lnTo>
                  <a:pt x="962" y="37839"/>
                </a:lnTo>
                <a:lnTo>
                  <a:pt x="962" y="37578"/>
                </a:lnTo>
                <a:lnTo>
                  <a:pt x="962" y="37317"/>
                </a:lnTo>
                <a:lnTo>
                  <a:pt x="962" y="37056"/>
                </a:lnTo>
                <a:lnTo>
                  <a:pt x="962" y="36795"/>
                </a:lnTo>
                <a:lnTo>
                  <a:pt x="1026" y="36505"/>
                </a:lnTo>
                <a:lnTo>
                  <a:pt x="1026" y="36244"/>
                </a:lnTo>
                <a:lnTo>
                  <a:pt x="1026" y="35983"/>
                </a:lnTo>
                <a:lnTo>
                  <a:pt x="1026" y="35722"/>
                </a:lnTo>
                <a:lnTo>
                  <a:pt x="1090" y="35461"/>
                </a:lnTo>
                <a:lnTo>
                  <a:pt x="1090" y="35171"/>
                </a:lnTo>
                <a:lnTo>
                  <a:pt x="1090" y="34910"/>
                </a:lnTo>
                <a:lnTo>
                  <a:pt x="1090" y="34649"/>
                </a:lnTo>
                <a:lnTo>
                  <a:pt x="1090" y="34388"/>
                </a:lnTo>
                <a:lnTo>
                  <a:pt x="1186" y="34127"/>
                </a:lnTo>
                <a:lnTo>
                  <a:pt x="1186" y="33866"/>
                </a:lnTo>
                <a:lnTo>
                  <a:pt x="1186" y="33576"/>
                </a:lnTo>
                <a:lnTo>
                  <a:pt x="1186" y="33315"/>
                </a:lnTo>
                <a:lnTo>
                  <a:pt x="1186" y="33054"/>
                </a:lnTo>
                <a:lnTo>
                  <a:pt x="1251" y="32793"/>
                </a:lnTo>
                <a:lnTo>
                  <a:pt x="1251" y="32446"/>
                </a:lnTo>
                <a:lnTo>
                  <a:pt x="1251" y="32185"/>
                </a:lnTo>
                <a:lnTo>
                  <a:pt x="1251" y="31924"/>
                </a:lnTo>
                <a:lnTo>
                  <a:pt x="1315" y="31663"/>
                </a:lnTo>
                <a:lnTo>
                  <a:pt x="1315" y="31402"/>
                </a:lnTo>
                <a:lnTo>
                  <a:pt x="1315" y="31141"/>
                </a:lnTo>
                <a:lnTo>
                  <a:pt x="1315" y="30851"/>
                </a:lnTo>
                <a:lnTo>
                  <a:pt x="1315" y="30590"/>
                </a:lnTo>
                <a:lnTo>
                  <a:pt x="1379" y="30329"/>
                </a:lnTo>
                <a:lnTo>
                  <a:pt x="1379" y="30068"/>
                </a:lnTo>
                <a:lnTo>
                  <a:pt x="1379" y="29807"/>
                </a:lnTo>
                <a:lnTo>
                  <a:pt x="1379" y="29546"/>
                </a:lnTo>
                <a:lnTo>
                  <a:pt x="1475" y="29256"/>
                </a:lnTo>
                <a:lnTo>
                  <a:pt x="1475" y="28995"/>
                </a:lnTo>
                <a:lnTo>
                  <a:pt x="1475" y="28734"/>
                </a:lnTo>
                <a:lnTo>
                  <a:pt x="1475" y="28473"/>
                </a:lnTo>
                <a:lnTo>
                  <a:pt x="1475" y="28212"/>
                </a:lnTo>
                <a:lnTo>
                  <a:pt x="1539" y="27951"/>
                </a:lnTo>
                <a:lnTo>
                  <a:pt x="1539" y="27661"/>
                </a:lnTo>
                <a:lnTo>
                  <a:pt x="1539" y="27342"/>
                </a:lnTo>
                <a:lnTo>
                  <a:pt x="1539" y="27081"/>
                </a:lnTo>
                <a:lnTo>
                  <a:pt x="1604" y="26820"/>
                </a:lnTo>
                <a:lnTo>
                  <a:pt x="1604" y="26530"/>
                </a:lnTo>
                <a:lnTo>
                  <a:pt x="1604" y="26269"/>
                </a:lnTo>
                <a:lnTo>
                  <a:pt x="1604" y="26009"/>
                </a:lnTo>
                <a:lnTo>
                  <a:pt x="1604" y="25748"/>
                </a:lnTo>
                <a:lnTo>
                  <a:pt x="1700" y="25487"/>
                </a:lnTo>
                <a:lnTo>
                  <a:pt x="1700" y="25197"/>
                </a:lnTo>
                <a:lnTo>
                  <a:pt x="1700" y="24936"/>
                </a:lnTo>
                <a:lnTo>
                  <a:pt x="1700" y="24675"/>
                </a:lnTo>
                <a:lnTo>
                  <a:pt x="1764" y="24414"/>
                </a:lnTo>
                <a:lnTo>
                  <a:pt x="1764" y="24153"/>
                </a:lnTo>
                <a:lnTo>
                  <a:pt x="1764" y="23892"/>
                </a:lnTo>
                <a:lnTo>
                  <a:pt x="1764" y="23602"/>
                </a:lnTo>
                <a:lnTo>
                  <a:pt x="1764" y="23341"/>
                </a:lnTo>
                <a:lnTo>
                  <a:pt x="1828" y="23022"/>
                </a:lnTo>
                <a:lnTo>
                  <a:pt x="1828" y="22761"/>
                </a:lnTo>
                <a:lnTo>
                  <a:pt x="1828" y="22471"/>
                </a:lnTo>
                <a:lnTo>
                  <a:pt x="1828" y="22210"/>
                </a:lnTo>
                <a:lnTo>
                  <a:pt x="1892" y="21949"/>
                </a:lnTo>
                <a:lnTo>
                  <a:pt x="1892" y="21688"/>
                </a:lnTo>
                <a:lnTo>
                  <a:pt x="1892" y="21427"/>
                </a:lnTo>
                <a:lnTo>
                  <a:pt x="1892" y="21166"/>
                </a:lnTo>
                <a:lnTo>
                  <a:pt x="1892" y="20876"/>
                </a:lnTo>
                <a:lnTo>
                  <a:pt x="1988" y="20615"/>
                </a:lnTo>
                <a:lnTo>
                  <a:pt x="1988" y="20354"/>
                </a:lnTo>
                <a:lnTo>
                  <a:pt x="1988" y="20093"/>
                </a:lnTo>
                <a:lnTo>
                  <a:pt x="1988" y="19832"/>
                </a:lnTo>
                <a:lnTo>
                  <a:pt x="1988" y="19571"/>
                </a:lnTo>
                <a:lnTo>
                  <a:pt x="2053" y="19224"/>
                </a:lnTo>
                <a:lnTo>
                  <a:pt x="2053" y="18963"/>
                </a:lnTo>
                <a:lnTo>
                  <a:pt x="2053" y="18702"/>
                </a:lnTo>
                <a:lnTo>
                  <a:pt x="2053" y="18441"/>
                </a:lnTo>
                <a:lnTo>
                  <a:pt x="2117" y="18151"/>
                </a:lnTo>
                <a:lnTo>
                  <a:pt x="2117" y="17890"/>
                </a:lnTo>
                <a:lnTo>
                  <a:pt x="2117" y="17629"/>
                </a:lnTo>
                <a:lnTo>
                  <a:pt x="2117" y="17368"/>
                </a:lnTo>
                <a:lnTo>
                  <a:pt x="2117" y="17107"/>
                </a:lnTo>
                <a:lnTo>
                  <a:pt x="2213" y="16846"/>
                </a:lnTo>
                <a:lnTo>
                  <a:pt x="2213" y="16556"/>
                </a:lnTo>
                <a:lnTo>
                  <a:pt x="2213" y="16295"/>
                </a:lnTo>
                <a:lnTo>
                  <a:pt x="2213" y="16034"/>
                </a:lnTo>
                <a:lnTo>
                  <a:pt x="2277" y="15715"/>
                </a:lnTo>
                <a:lnTo>
                  <a:pt x="2277" y="15425"/>
                </a:lnTo>
                <a:lnTo>
                  <a:pt x="2277" y="15164"/>
                </a:lnTo>
                <a:lnTo>
                  <a:pt x="2277" y="14903"/>
                </a:lnTo>
                <a:lnTo>
                  <a:pt x="2277" y="14642"/>
                </a:lnTo>
                <a:lnTo>
                  <a:pt x="2341" y="14381"/>
                </a:lnTo>
                <a:lnTo>
                  <a:pt x="2341" y="14091"/>
                </a:lnTo>
                <a:lnTo>
                  <a:pt x="2341" y="13830"/>
                </a:lnTo>
                <a:lnTo>
                  <a:pt x="2341" y="13569"/>
                </a:lnTo>
                <a:lnTo>
                  <a:pt x="2406" y="13308"/>
                </a:lnTo>
                <a:lnTo>
                  <a:pt x="2406" y="13047"/>
                </a:lnTo>
                <a:lnTo>
                  <a:pt x="2406" y="12787"/>
                </a:lnTo>
                <a:lnTo>
                  <a:pt x="2406" y="12497"/>
                </a:lnTo>
                <a:lnTo>
                  <a:pt x="2406" y="12178"/>
                </a:lnTo>
                <a:lnTo>
                  <a:pt x="2502" y="11917"/>
                </a:lnTo>
                <a:lnTo>
                  <a:pt x="2502" y="11656"/>
                </a:lnTo>
                <a:lnTo>
                  <a:pt x="2502" y="11366"/>
                </a:lnTo>
                <a:lnTo>
                  <a:pt x="2502" y="11105"/>
                </a:lnTo>
                <a:lnTo>
                  <a:pt x="2566" y="10844"/>
                </a:lnTo>
                <a:lnTo>
                  <a:pt x="2566" y="10583"/>
                </a:lnTo>
                <a:lnTo>
                  <a:pt x="2566" y="10322"/>
                </a:lnTo>
                <a:lnTo>
                  <a:pt x="2566" y="10061"/>
                </a:lnTo>
                <a:lnTo>
                  <a:pt x="2566" y="9771"/>
                </a:lnTo>
                <a:lnTo>
                  <a:pt x="2630" y="9510"/>
                </a:lnTo>
                <a:lnTo>
                  <a:pt x="2630" y="9249"/>
                </a:lnTo>
                <a:lnTo>
                  <a:pt x="2630" y="8930"/>
                </a:lnTo>
                <a:lnTo>
                  <a:pt x="2630" y="8640"/>
                </a:lnTo>
                <a:lnTo>
                  <a:pt x="2694" y="8379"/>
                </a:lnTo>
                <a:lnTo>
                  <a:pt x="2694" y="8118"/>
                </a:lnTo>
                <a:lnTo>
                  <a:pt x="2694" y="7857"/>
                </a:lnTo>
                <a:lnTo>
                  <a:pt x="2694" y="7596"/>
                </a:lnTo>
                <a:lnTo>
                  <a:pt x="2694" y="7335"/>
                </a:lnTo>
                <a:lnTo>
                  <a:pt x="2790" y="7045"/>
                </a:lnTo>
                <a:lnTo>
                  <a:pt x="2790" y="6784"/>
                </a:lnTo>
                <a:lnTo>
                  <a:pt x="2790" y="6523"/>
                </a:lnTo>
                <a:lnTo>
                  <a:pt x="2790" y="6263"/>
                </a:lnTo>
                <a:lnTo>
                  <a:pt x="2790" y="6002"/>
                </a:lnTo>
                <a:lnTo>
                  <a:pt x="2855" y="5654"/>
                </a:lnTo>
                <a:lnTo>
                  <a:pt x="2855" y="5393"/>
                </a:lnTo>
                <a:lnTo>
                  <a:pt x="2855" y="5132"/>
                </a:lnTo>
                <a:lnTo>
                  <a:pt x="2855" y="4871"/>
                </a:lnTo>
                <a:lnTo>
                  <a:pt x="2919" y="4610"/>
                </a:lnTo>
                <a:lnTo>
                  <a:pt x="2919" y="4320"/>
                </a:lnTo>
                <a:lnTo>
                  <a:pt x="2919" y="4059"/>
                </a:lnTo>
                <a:lnTo>
                  <a:pt x="2919" y="3798"/>
                </a:lnTo>
                <a:lnTo>
                  <a:pt x="2919" y="3537"/>
                </a:lnTo>
                <a:lnTo>
                  <a:pt x="3015" y="3276"/>
                </a:lnTo>
                <a:lnTo>
                  <a:pt x="3015" y="3015"/>
                </a:lnTo>
                <a:lnTo>
                  <a:pt x="3015" y="2725"/>
                </a:lnTo>
                <a:lnTo>
                  <a:pt x="3015" y="2464"/>
                </a:lnTo>
                <a:lnTo>
                  <a:pt x="3079" y="2145"/>
                </a:lnTo>
                <a:lnTo>
                  <a:pt x="3079" y="1884"/>
                </a:lnTo>
                <a:lnTo>
                  <a:pt x="3079" y="1594"/>
                </a:lnTo>
                <a:lnTo>
                  <a:pt x="3079" y="1333"/>
                </a:lnTo>
                <a:lnTo>
                  <a:pt x="3079" y="1072"/>
                </a:lnTo>
                <a:lnTo>
                  <a:pt x="3143" y="811"/>
                </a:lnTo>
                <a:lnTo>
                  <a:pt x="3143" y="550"/>
                </a:lnTo>
                <a:lnTo>
                  <a:pt x="3143" y="260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470127" y="3451552"/>
            <a:ext cx="3208" cy="52655"/>
          </a:xfrm>
          <a:custGeom>
            <a:avLst/>
            <a:gdLst/>
            <a:ahLst/>
            <a:cxnLst/>
            <a:rect l="l" t="t" r="r" b="b"/>
            <a:pathLst>
              <a:path w="3208" h="52655">
                <a:moveTo>
                  <a:pt x="0" y="52655"/>
                </a:moveTo>
                <a:lnTo>
                  <a:pt x="64" y="52394"/>
                </a:lnTo>
                <a:lnTo>
                  <a:pt x="64" y="52134"/>
                </a:lnTo>
                <a:lnTo>
                  <a:pt x="64" y="51873"/>
                </a:lnTo>
                <a:lnTo>
                  <a:pt x="64" y="51612"/>
                </a:lnTo>
                <a:lnTo>
                  <a:pt x="64" y="51264"/>
                </a:lnTo>
                <a:lnTo>
                  <a:pt x="160" y="51003"/>
                </a:lnTo>
                <a:lnTo>
                  <a:pt x="160" y="50742"/>
                </a:lnTo>
                <a:lnTo>
                  <a:pt x="160" y="50481"/>
                </a:lnTo>
                <a:lnTo>
                  <a:pt x="160" y="50191"/>
                </a:lnTo>
                <a:lnTo>
                  <a:pt x="224" y="49930"/>
                </a:lnTo>
                <a:lnTo>
                  <a:pt x="224" y="49669"/>
                </a:lnTo>
                <a:lnTo>
                  <a:pt x="224" y="49408"/>
                </a:lnTo>
                <a:lnTo>
                  <a:pt x="224" y="49147"/>
                </a:lnTo>
                <a:lnTo>
                  <a:pt x="224" y="48886"/>
                </a:lnTo>
                <a:lnTo>
                  <a:pt x="288" y="48596"/>
                </a:lnTo>
                <a:lnTo>
                  <a:pt x="288" y="48335"/>
                </a:lnTo>
                <a:lnTo>
                  <a:pt x="288" y="48074"/>
                </a:lnTo>
                <a:lnTo>
                  <a:pt x="288" y="47813"/>
                </a:lnTo>
                <a:lnTo>
                  <a:pt x="352" y="47465"/>
                </a:lnTo>
                <a:lnTo>
                  <a:pt x="352" y="47204"/>
                </a:lnTo>
                <a:lnTo>
                  <a:pt x="352" y="46943"/>
                </a:lnTo>
                <a:lnTo>
                  <a:pt x="352" y="46682"/>
                </a:lnTo>
                <a:lnTo>
                  <a:pt x="352" y="46421"/>
                </a:lnTo>
                <a:lnTo>
                  <a:pt x="449" y="46160"/>
                </a:lnTo>
                <a:lnTo>
                  <a:pt x="449" y="45870"/>
                </a:lnTo>
                <a:lnTo>
                  <a:pt x="449" y="45610"/>
                </a:lnTo>
                <a:lnTo>
                  <a:pt x="449" y="45349"/>
                </a:lnTo>
                <a:lnTo>
                  <a:pt x="449" y="45088"/>
                </a:lnTo>
                <a:lnTo>
                  <a:pt x="513" y="44827"/>
                </a:lnTo>
                <a:lnTo>
                  <a:pt x="513" y="44566"/>
                </a:lnTo>
                <a:lnTo>
                  <a:pt x="513" y="44276"/>
                </a:lnTo>
                <a:lnTo>
                  <a:pt x="513" y="44015"/>
                </a:lnTo>
                <a:lnTo>
                  <a:pt x="577" y="43754"/>
                </a:lnTo>
                <a:lnTo>
                  <a:pt x="577" y="43493"/>
                </a:lnTo>
                <a:lnTo>
                  <a:pt x="577" y="43145"/>
                </a:lnTo>
                <a:lnTo>
                  <a:pt x="577" y="42884"/>
                </a:lnTo>
                <a:lnTo>
                  <a:pt x="577" y="42623"/>
                </a:lnTo>
                <a:lnTo>
                  <a:pt x="673" y="42362"/>
                </a:lnTo>
                <a:lnTo>
                  <a:pt x="673" y="42101"/>
                </a:lnTo>
                <a:lnTo>
                  <a:pt x="673" y="41811"/>
                </a:lnTo>
                <a:lnTo>
                  <a:pt x="673" y="41550"/>
                </a:lnTo>
                <a:lnTo>
                  <a:pt x="737" y="41289"/>
                </a:lnTo>
                <a:lnTo>
                  <a:pt x="737" y="41028"/>
                </a:lnTo>
                <a:lnTo>
                  <a:pt x="737" y="40767"/>
                </a:lnTo>
                <a:lnTo>
                  <a:pt x="737" y="40506"/>
                </a:lnTo>
                <a:lnTo>
                  <a:pt x="737" y="40216"/>
                </a:lnTo>
                <a:lnTo>
                  <a:pt x="802" y="39955"/>
                </a:lnTo>
                <a:lnTo>
                  <a:pt x="802" y="39694"/>
                </a:lnTo>
                <a:lnTo>
                  <a:pt x="802" y="39433"/>
                </a:lnTo>
                <a:lnTo>
                  <a:pt x="802" y="39172"/>
                </a:lnTo>
                <a:lnTo>
                  <a:pt x="866" y="38912"/>
                </a:lnTo>
                <a:lnTo>
                  <a:pt x="866" y="38622"/>
                </a:lnTo>
                <a:lnTo>
                  <a:pt x="866" y="38361"/>
                </a:lnTo>
                <a:lnTo>
                  <a:pt x="866" y="38042"/>
                </a:lnTo>
                <a:lnTo>
                  <a:pt x="866" y="37781"/>
                </a:lnTo>
                <a:lnTo>
                  <a:pt x="962" y="37491"/>
                </a:lnTo>
                <a:lnTo>
                  <a:pt x="962" y="37230"/>
                </a:lnTo>
                <a:lnTo>
                  <a:pt x="962" y="36969"/>
                </a:lnTo>
                <a:lnTo>
                  <a:pt x="962" y="36708"/>
                </a:lnTo>
                <a:lnTo>
                  <a:pt x="1026" y="36447"/>
                </a:lnTo>
                <a:lnTo>
                  <a:pt x="1026" y="36186"/>
                </a:lnTo>
                <a:lnTo>
                  <a:pt x="1026" y="35896"/>
                </a:lnTo>
                <a:lnTo>
                  <a:pt x="1026" y="35635"/>
                </a:lnTo>
                <a:lnTo>
                  <a:pt x="1026" y="35374"/>
                </a:lnTo>
                <a:lnTo>
                  <a:pt x="1090" y="35113"/>
                </a:lnTo>
                <a:lnTo>
                  <a:pt x="1090" y="34852"/>
                </a:lnTo>
                <a:lnTo>
                  <a:pt x="1090" y="34591"/>
                </a:lnTo>
                <a:lnTo>
                  <a:pt x="1090" y="34301"/>
                </a:lnTo>
                <a:lnTo>
                  <a:pt x="1186" y="34040"/>
                </a:lnTo>
                <a:lnTo>
                  <a:pt x="1186" y="33779"/>
                </a:lnTo>
                <a:lnTo>
                  <a:pt x="1186" y="33518"/>
                </a:lnTo>
                <a:lnTo>
                  <a:pt x="1186" y="33257"/>
                </a:lnTo>
                <a:lnTo>
                  <a:pt x="1186" y="32967"/>
                </a:lnTo>
                <a:lnTo>
                  <a:pt x="1251" y="32706"/>
                </a:lnTo>
                <a:lnTo>
                  <a:pt x="1251" y="32446"/>
                </a:lnTo>
                <a:lnTo>
                  <a:pt x="1251" y="32185"/>
                </a:lnTo>
                <a:lnTo>
                  <a:pt x="1251" y="31924"/>
                </a:lnTo>
                <a:lnTo>
                  <a:pt x="1251" y="31663"/>
                </a:lnTo>
                <a:lnTo>
                  <a:pt x="1315" y="31373"/>
                </a:lnTo>
                <a:lnTo>
                  <a:pt x="1315" y="31112"/>
                </a:lnTo>
                <a:lnTo>
                  <a:pt x="1315" y="30851"/>
                </a:lnTo>
                <a:lnTo>
                  <a:pt x="1315" y="30590"/>
                </a:lnTo>
                <a:lnTo>
                  <a:pt x="1379" y="30329"/>
                </a:lnTo>
                <a:lnTo>
                  <a:pt x="1379" y="29981"/>
                </a:lnTo>
                <a:lnTo>
                  <a:pt x="1379" y="29720"/>
                </a:lnTo>
                <a:lnTo>
                  <a:pt x="1379" y="29459"/>
                </a:lnTo>
                <a:lnTo>
                  <a:pt x="1379" y="29198"/>
                </a:lnTo>
                <a:lnTo>
                  <a:pt x="1475" y="28937"/>
                </a:lnTo>
                <a:lnTo>
                  <a:pt x="1475" y="28647"/>
                </a:lnTo>
                <a:lnTo>
                  <a:pt x="1475" y="28386"/>
                </a:lnTo>
                <a:lnTo>
                  <a:pt x="1475" y="28125"/>
                </a:lnTo>
                <a:lnTo>
                  <a:pt x="1539" y="27864"/>
                </a:lnTo>
                <a:lnTo>
                  <a:pt x="1539" y="27603"/>
                </a:lnTo>
                <a:lnTo>
                  <a:pt x="1539" y="27342"/>
                </a:lnTo>
                <a:lnTo>
                  <a:pt x="1539" y="27052"/>
                </a:lnTo>
                <a:lnTo>
                  <a:pt x="1539" y="26791"/>
                </a:lnTo>
                <a:lnTo>
                  <a:pt x="1604" y="26530"/>
                </a:lnTo>
                <a:lnTo>
                  <a:pt x="1604" y="26269"/>
                </a:lnTo>
                <a:lnTo>
                  <a:pt x="1604" y="26009"/>
                </a:lnTo>
                <a:lnTo>
                  <a:pt x="1604" y="25748"/>
                </a:lnTo>
                <a:lnTo>
                  <a:pt x="1668" y="25458"/>
                </a:lnTo>
                <a:lnTo>
                  <a:pt x="1668" y="25197"/>
                </a:lnTo>
                <a:lnTo>
                  <a:pt x="1668" y="24936"/>
                </a:lnTo>
                <a:lnTo>
                  <a:pt x="1668" y="24675"/>
                </a:lnTo>
                <a:lnTo>
                  <a:pt x="1668" y="24414"/>
                </a:lnTo>
                <a:lnTo>
                  <a:pt x="1764" y="24211"/>
                </a:lnTo>
                <a:lnTo>
                  <a:pt x="1764" y="23950"/>
                </a:lnTo>
                <a:lnTo>
                  <a:pt x="1764" y="23660"/>
                </a:lnTo>
                <a:lnTo>
                  <a:pt x="1764" y="23399"/>
                </a:lnTo>
                <a:lnTo>
                  <a:pt x="1828" y="23138"/>
                </a:lnTo>
                <a:lnTo>
                  <a:pt x="1828" y="22877"/>
                </a:lnTo>
                <a:lnTo>
                  <a:pt x="1828" y="22616"/>
                </a:lnTo>
                <a:lnTo>
                  <a:pt x="1828" y="22355"/>
                </a:lnTo>
                <a:lnTo>
                  <a:pt x="1828" y="22065"/>
                </a:lnTo>
                <a:lnTo>
                  <a:pt x="1892" y="21804"/>
                </a:lnTo>
                <a:lnTo>
                  <a:pt x="1892" y="21601"/>
                </a:lnTo>
                <a:lnTo>
                  <a:pt x="1892" y="21340"/>
                </a:lnTo>
                <a:lnTo>
                  <a:pt x="1892" y="21079"/>
                </a:lnTo>
                <a:lnTo>
                  <a:pt x="1988" y="20818"/>
                </a:lnTo>
                <a:lnTo>
                  <a:pt x="1988" y="20557"/>
                </a:lnTo>
                <a:lnTo>
                  <a:pt x="1988" y="20267"/>
                </a:lnTo>
                <a:lnTo>
                  <a:pt x="1988" y="20006"/>
                </a:lnTo>
                <a:lnTo>
                  <a:pt x="1988" y="19745"/>
                </a:lnTo>
                <a:lnTo>
                  <a:pt x="2053" y="19485"/>
                </a:lnTo>
                <a:lnTo>
                  <a:pt x="2053" y="19224"/>
                </a:lnTo>
                <a:lnTo>
                  <a:pt x="2053" y="18963"/>
                </a:lnTo>
                <a:lnTo>
                  <a:pt x="2053" y="18673"/>
                </a:lnTo>
                <a:lnTo>
                  <a:pt x="2053" y="18412"/>
                </a:lnTo>
                <a:lnTo>
                  <a:pt x="2117" y="18151"/>
                </a:lnTo>
                <a:lnTo>
                  <a:pt x="2117" y="17890"/>
                </a:lnTo>
                <a:lnTo>
                  <a:pt x="2117" y="17629"/>
                </a:lnTo>
                <a:lnTo>
                  <a:pt x="2117" y="17368"/>
                </a:lnTo>
                <a:lnTo>
                  <a:pt x="2181" y="17078"/>
                </a:lnTo>
                <a:lnTo>
                  <a:pt x="2181" y="16817"/>
                </a:lnTo>
                <a:lnTo>
                  <a:pt x="2181" y="16556"/>
                </a:lnTo>
                <a:lnTo>
                  <a:pt x="2181" y="16295"/>
                </a:lnTo>
                <a:lnTo>
                  <a:pt x="2181" y="16034"/>
                </a:lnTo>
                <a:lnTo>
                  <a:pt x="2277" y="15773"/>
                </a:lnTo>
                <a:lnTo>
                  <a:pt x="2277" y="15483"/>
                </a:lnTo>
                <a:lnTo>
                  <a:pt x="2277" y="15222"/>
                </a:lnTo>
                <a:lnTo>
                  <a:pt x="2277" y="14961"/>
                </a:lnTo>
                <a:lnTo>
                  <a:pt x="2341" y="14758"/>
                </a:lnTo>
                <a:lnTo>
                  <a:pt x="2341" y="14497"/>
                </a:lnTo>
                <a:lnTo>
                  <a:pt x="2341" y="14236"/>
                </a:lnTo>
                <a:lnTo>
                  <a:pt x="2341" y="13975"/>
                </a:lnTo>
                <a:lnTo>
                  <a:pt x="2341" y="13685"/>
                </a:lnTo>
                <a:lnTo>
                  <a:pt x="2406" y="13424"/>
                </a:lnTo>
                <a:lnTo>
                  <a:pt x="2406" y="13163"/>
                </a:lnTo>
                <a:lnTo>
                  <a:pt x="2406" y="12903"/>
                </a:lnTo>
                <a:lnTo>
                  <a:pt x="2406" y="12642"/>
                </a:lnTo>
                <a:lnTo>
                  <a:pt x="2502" y="12381"/>
                </a:lnTo>
                <a:lnTo>
                  <a:pt x="2502" y="12091"/>
                </a:lnTo>
                <a:lnTo>
                  <a:pt x="2502" y="11830"/>
                </a:lnTo>
                <a:lnTo>
                  <a:pt x="2502" y="11569"/>
                </a:lnTo>
                <a:lnTo>
                  <a:pt x="2502" y="11308"/>
                </a:lnTo>
                <a:lnTo>
                  <a:pt x="2566" y="11105"/>
                </a:lnTo>
                <a:lnTo>
                  <a:pt x="2566" y="10844"/>
                </a:lnTo>
                <a:lnTo>
                  <a:pt x="2566" y="10583"/>
                </a:lnTo>
                <a:lnTo>
                  <a:pt x="2566" y="10293"/>
                </a:lnTo>
                <a:lnTo>
                  <a:pt x="2630" y="10032"/>
                </a:lnTo>
                <a:lnTo>
                  <a:pt x="2630" y="9771"/>
                </a:lnTo>
                <a:lnTo>
                  <a:pt x="2630" y="9510"/>
                </a:lnTo>
                <a:lnTo>
                  <a:pt x="2630" y="9249"/>
                </a:lnTo>
                <a:lnTo>
                  <a:pt x="2630" y="8988"/>
                </a:lnTo>
                <a:lnTo>
                  <a:pt x="2694" y="8698"/>
                </a:lnTo>
                <a:lnTo>
                  <a:pt x="2694" y="8437"/>
                </a:lnTo>
                <a:lnTo>
                  <a:pt x="2694" y="8234"/>
                </a:lnTo>
                <a:lnTo>
                  <a:pt x="2694" y="7973"/>
                </a:lnTo>
                <a:lnTo>
                  <a:pt x="2790" y="7712"/>
                </a:lnTo>
                <a:lnTo>
                  <a:pt x="2790" y="7451"/>
                </a:lnTo>
                <a:lnTo>
                  <a:pt x="2790" y="7190"/>
                </a:lnTo>
                <a:lnTo>
                  <a:pt x="2790" y="6900"/>
                </a:lnTo>
                <a:lnTo>
                  <a:pt x="2790" y="6639"/>
                </a:lnTo>
                <a:lnTo>
                  <a:pt x="2855" y="6379"/>
                </a:lnTo>
                <a:lnTo>
                  <a:pt x="2855" y="6118"/>
                </a:lnTo>
                <a:lnTo>
                  <a:pt x="2855" y="5857"/>
                </a:lnTo>
                <a:lnTo>
                  <a:pt x="2855" y="5654"/>
                </a:lnTo>
                <a:lnTo>
                  <a:pt x="2855" y="5393"/>
                </a:lnTo>
                <a:lnTo>
                  <a:pt x="2919" y="5132"/>
                </a:lnTo>
                <a:lnTo>
                  <a:pt x="2919" y="4842"/>
                </a:lnTo>
                <a:lnTo>
                  <a:pt x="2919" y="4581"/>
                </a:lnTo>
                <a:lnTo>
                  <a:pt x="2919" y="4320"/>
                </a:lnTo>
                <a:lnTo>
                  <a:pt x="2983" y="4059"/>
                </a:lnTo>
                <a:lnTo>
                  <a:pt x="2983" y="3798"/>
                </a:lnTo>
                <a:lnTo>
                  <a:pt x="2983" y="3595"/>
                </a:lnTo>
                <a:lnTo>
                  <a:pt x="2983" y="3334"/>
                </a:lnTo>
                <a:lnTo>
                  <a:pt x="2983" y="3044"/>
                </a:lnTo>
                <a:lnTo>
                  <a:pt x="3079" y="2783"/>
                </a:lnTo>
                <a:lnTo>
                  <a:pt x="3079" y="2522"/>
                </a:lnTo>
                <a:lnTo>
                  <a:pt x="3079" y="2261"/>
                </a:lnTo>
                <a:lnTo>
                  <a:pt x="3079" y="2000"/>
                </a:lnTo>
                <a:lnTo>
                  <a:pt x="3143" y="1797"/>
                </a:lnTo>
                <a:lnTo>
                  <a:pt x="3143" y="1536"/>
                </a:lnTo>
                <a:lnTo>
                  <a:pt x="3143" y="1275"/>
                </a:lnTo>
                <a:lnTo>
                  <a:pt x="3143" y="985"/>
                </a:lnTo>
                <a:lnTo>
                  <a:pt x="3143" y="724"/>
                </a:lnTo>
                <a:lnTo>
                  <a:pt x="3208" y="463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473335" y="3404086"/>
            <a:ext cx="3208" cy="47465"/>
          </a:xfrm>
          <a:custGeom>
            <a:avLst/>
            <a:gdLst/>
            <a:ahLst/>
            <a:cxnLst/>
            <a:rect l="l" t="t" r="r" b="b"/>
            <a:pathLst>
              <a:path w="3208" h="47465">
                <a:moveTo>
                  <a:pt x="0" y="47465"/>
                </a:moveTo>
                <a:lnTo>
                  <a:pt x="0" y="47204"/>
                </a:lnTo>
                <a:lnTo>
                  <a:pt x="96" y="46943"/>
                </a:lnTo>
                <a:lnTo>
                  <a:pt x="96" y="46653"/>
                </a:lnTo>
                <a:lnTo>
                  <a:pt x="96" y="46392"/>
                </a:lnTo>
                <a:lnTo>
                  <a:pt x="96" y="46189"/>
                </a:lnTo>
                <a:lnTo>
                  <a:pt x="96" y="45928"/>
                </a:lnTo>
                <a:lnTo>
                  <a:pt x="160" y="45667"/>
                </a:lnTo>
                <a:lnTo>
                  <a:pt x="160" y="45407"/>
                </a:lnTo>
                <a:lnTo>
                  <a:pt x="160" y="45146"/>
                </a:lnTo>
                <a:lnTo>
                  <a:pt x="160" y="44885"/>
                </a:lnTo>
                <a:lnTo>
                  <a:pt x="224" y="44682"/>
                </a:lnTo>
                <a:lnTo>
                  <a:pt x="224" y="44392"/>
                </a:lnTo>
                <a:lnTo>
                  <a:pt x="224" y="44131"/>
                </a:lnTo>
                <a:lnTo>
                  <a:pt x="224" y="43870"/>
                </a:lnTo>
                <a:lnTo>
                  <a:pt x="224" y="43609"/>
                </a:lnTo>
                <a:lnTo>
                  <a:pt x="288" y="43406"/>
                </a:lnTo>
                <a:lnTo>
                  <a:pt x="288" y="43145"/>
                </a:lnTo>
                <a:lnTo>
                  <a:pt x="288" y="42884"/>
                </a:lnTo>
                <a:lnTo>
                  <a:pt x="288" y="42623"/>
                </a:lnTo>
                <a:lnTo>
                  <a:pt x="384" y="42333"/>
                </a:lnTo>
                <a:lnTo>
                  <a:pt x="384" y="42159"/>
                </a:lnTo>
                <a:lnTo>
                  <a:pt x="384" y="41869"/>
                </a:lnTo>
                <a:lnTo>
                  <a:pt x="384" y="41608"/>
                </a:lnTo>
                <a:lnTo>
                  <a:pt x="384" y="41347"/>
                </a:lnTo>
                <a:lnTo>
                  <a:pt x="449" y="41086"/>
                </a:lnTo>
                <a:lnTo>
                  <a:pt x="449" y="40883"/>
                </a:lnTo>
                <a:lnTo>
                  <a:pt x="449" y="40622"/>
                </a:lnTo>
                <a:lnTo>
                  <a:pt x="449" y="40361"/>
                </a:lnTo>
                <a:lnTo>
                  <a:pt x="449" y="40071"/>
                </a:lnTo>
                <a:lnTo>
                  <a:pt x="513" y="39810"/>
                </a:lnTo>
                <a:lnTo>
                  <a:pt x="513" y="39607"/>
                </a:lnTo>
                <a:lnTo>
                  <a:pt x="513" y="39346"/>
                </a:lnTo>
                <a:lnTo>
                  <a:pt x="513" y="39086"/>
                </a:lnTo>
                <a:lnTo>
                  <a:pt x="577" y="38825"/>
                </a:lnTo>
                <a:lnTo>
                  <a:pt x="577" y="38622"/>
                </a:lnTo>
                <a:lnTo>
                  <a:pt x="577" y="38361"/>
                </a:lnTo>
                <a:lnTo>
                  <a:pt x="577" y="38100"/>
                </a:lnTo>
                <a:lnTo>
                  <a:pt x="577" y="37810"/>
                </a:lnTo>
                <a:lnTo>
                  <a:pt x="673" y="37636"/>
                </a:lnTo>
                <a:lnTo>
                  <a:pt x="673" y="37346"/>
                </a:lnTo>
                <a:lnTo>
                  <a:pt x="673" y="37085"/>
                </a:lnTo>
                <a:lnTo>
                  <a:pt x="673" y="36824"/>
                </a:lnTo>
                <a:lnTo>
                  <a:pt x="737" y="36621"/>
                </a:lnTo>
                <a:lnTo>
                  <a:pt x="737" y="36360"/>
                </a:lnTo>
                <a:lnTo>
                  <a:pt x="737" y="36099"/>
                </a:lnTo>
                <a:lnTo>
                  <a:pt x="737" y="35838"/>
                </a:lnTo>
                <a:lnTo>
                  <a:pt x="737" y="35635"/>
                </a:lnTo>
                <a:lnTo>
                  <a:pt x="802" y="35374"/>
                </a:lnTo>
                <a:lnTo>
                  <a:pt x="802" y="35084"/>
                </a:lnTo>
                <a:lnTo>
                  <a:pt x="802" y="34823"/>
                </a:lnTo>
                <a:lnTo>
                  <a:pt x="802" y="34620"/>
                </a:lnTo>
                <a:lnTo>
                  <a:pt x="898" y="34359"/>
                </a:lnTo>
                <a:lnTo>
                  <a:pt x="898" y="34098"/>
                </a:lnTo>
                <a:lnTo>
                  <a:pt x="898" y="33895"/>
                </a:lnTo>
                <a:lnTo>
                  <a:pt x="898" y="33634"/>
                </a:lnTo>
                <a:lnTo>
                  <a:pt x="898" y="33373"/>
                </a:lnTo>
                <a:lnTo>
                  <a:pt x="962" y="33112"/>
                </a:lnTo>
                <a:lnTo>
                  <a:pt x="962" y="32909"/>
                </a:lnTo>
                <a:lnTo>
                  <a:pt x="962" y="32648"/>
                </a:lnTo>
                <a:lnTo>
                  <a:pt x="962" y="32359"/>
                </a:lnTo>
                <a:lnTo>
                  <a:pt x="1026" y="32185"/>
                </a:lnTo>
                <a:lnTo>
                  <a:pt x="1026" y="31895"/>
                </a:lnTo>
                <a:lnTo>
                  <a:pt x="1026" y="31634"/>
                </a:lnTo>
                <a:lnTo>
                  <a:pt x="1026" y="31431"/>
                </a:lnTo>
                <a:lnTo>
                  <a:pt x="1026" y="31170"/>
                </a:lnTo>
                <a:lnTo>
                  <a:pt x="1090" y="30909"/>
                </a:lnTo>
                <a:lnTo>
                  <a:pt x="1090" y="30648"/>
                </a:lnTo>
                <a:lnTo>
                  <a:pt x="1090" y="30445"/>
                </a:lnTo>
                <a:lnTo>
                  <a:pt x="1090" y="30184"/>
                </a:lnTo>
                <a:lnTo>
                  <a:pt x="1186" y="29923"/>
                </a:lnTo>
                <a:lnTo>
                  <a:pt x="1186" y="29720"/>
                </a:lnTo>
                <a:lnTo>
                  <a:pt x="1186" y="29430"/>
                </a:lnTo>
                <a:lnTo>
                  <a:pt x="1186" y="29169"/>
                </a:lnTo>
                <a:lnTo>
                  <a:pt x="1186" y="28966"/>
                </a:lnTo>
                <a:lnTo>
                  <a:pt x="1251" y="28705"/>
                </a:lnTo>
                <a:lnTo>
                  <a:pt x="1251" y="28444"/>
                </a:lnTo>
                <a:lnTo>
                  <a:pt x="1251" y="28241"/>
                </a:lnTo>
                <a:lnTo>
                  <a:pt x="1251" y="27980"/>
                </a:lnTo>
                <a:lnTo>
                  <a:pt x="1251" y="27719"/>
                </a:lnTo>
                <a:lnTo>
                  <a:pt x="1315" y="27516"/>
                </a:lnTo>
                <a:lnTo>
                  <a:pt x="1315" y="27255"/>
                </a:lnTo>
                <a:lnTo>
                  <a:pt x="1315" y="26994"/>
                </a:lnTo>
                <a:lnTo>
                  <a:pt x="1315" y="26791"/>
                </a:lnTo>
                <a:lnTo>
                  <a:pt x="1411" y="26530"/>
                </a:lnTo>
                <a:lnTo>
                  <a:pt x="1411" y="26327"/>
                </a:lnTo>
                <a:lnTo>
                  <a:pt x="1411" y="26067"/>
                </a:lnTo>
                <a:lnTo>
                  <a:pt x="1411" y="25777"/>
                </a:lnTo>
                <a:lnTo>
                  <a:pt x="1411" y="25574"/>
                </a:lnTo>
                <a:lnTo>
                  <a:pt x="1475" y="25313"/>
                </a:lnTo>
                <a:lnTo>
                  <a:pt x="1475" y="25052"/>
                </a:lnTo>
                <a:lnTo>
                  <a:pt x="1475" y="24849"/>
                </a:lnTo>
                <a:lnTo>
                  <a:pt x="1475" y="24588"/>
                </a:lnTo>
                <a:lnTo>
                  <a:pt x="1539" y="24385"/>
                </a:lnTo>
                <a:lnTo>
                  <a:pt x="1539" y="24124"/>
                </a:lnTo>
                <a:lnTo>
                  <a:pt x="1539" y="23863"/>
                </a:lnTo>
                <a:lnTo>
                  <a:pt x="1539" y="23660"/>
                </a:lnTo>
                <a:lnTo>
                  <a:pt x="1539" y="23399"/>
                </a:lnTo>
                <a:lnTo>
                  <a:pt x="1604" y="23196"/>
                </a:lnTo>
                <a:lnTo>
                  <a:pt x="1604" y="22935"/>
                </a:lnTo>
                <a:lnTo>
                  <a:pt x="1604" y="22674"/>
                </a:lnTo>
                <a:lnTo>
                  <a:pt x="1604" y="22471"/>
                </a:lnTo>
                <a:lnTo>
                  <a:pt x="1700" y="22210"/>
                </a:lnTo>
                <a:lnTo>
                  <a:pt x="1700" y="22007"/>
                </a:lnTo>
                <a:lnTo>
                  <a:pt x="1700" y="21717"/>
                </a:lnTo>
                <a:lnTo>
                  <a:pt x="1700" y="21456"/>
                </a:lnTo>
                <a:lnTo>
                  <a:pt x="1700" y="21253"/>
                </a:lnTo>
                <a:lnTo>
                  <a:pt x="1764" y="20992"/>
                </a:lnTo>
                <a:lnTo>
                  <a:pt x="1764" y="20789"/>
                </a:lnTo>
                <a:lnTo>
                  <a:pt x="1764" y="20528"/>
                </a:lnTo>
                <a:lnTo>
                  <a:pt x="1764" y="20325"/>
                </a:lnTo>
                <a:lnTo>
                  <a:pt x="1828" y="20064"/>
                </a:lnTo>
                <a:lnTo>
                  <a:pt x="1828" y="19803"/>
                </a:lnTo>
                <a:lnTo>
                  <a:pt x="1828" y="19600"/>
                </a:lnTo>
                <a:lnTo>
                  <a:pt x="1828" y="19340"/>
                </a:lnTo>
                <a:lnTo>
                  <a:pt x="1828" y="19137"/>
                </a:lnTo>
                <a:lnTo>
                  <a:pt x="1892" y="18876"/>
                </a:lnTo>
                <a:lnTo>
                  <a:pt x="1892" y="18673"/>
                </a:lnTo>
                <a:lnTo>
                  <a:pt x="1892" y="18412"/>
                </a:lnTo>
                <a:lnTo>
                  <a:pt x="1892" y="18209"/>
                </a:lnTo>
                <a:lnTo>
                  <a:pt x="1988" y="17948"/>
                </a:lnTo>
                <a:lnTo>
                  <a:pt x="1988" y="17687"/>
                </a:lnTo>
                <a:lnTo>
                  <a:pt x="1988" y="17484"/>
                </a:lnTo>
                <a:lnTo>
                  <a:pt x="1988" y="17223"/>
                </a:lnTo>
                <a:lnTo>
                  <a:pt x="1988" y="17020"/>
                </a:lnTo>
                <a:lnTo>
                  <a:pt x="2053" y="16730"/>
                </a:lnTo>
                <a:lnTo>
                  <a:pt x="2053" y="16556"/>
                </a:lnTo>
                <a:lnTo>
                  <a:pt x="2053" y="16266"/>
                </a:lnTo>
                <a:lnTo>
                  <a:pt x="2053" y="16092"/>
                </a:lnTo>
                <a:lnTo>
                  <a:pt x="2053" y="15802"/>
                </a:lnTo>
                <a:lnTo>
                  <a:pt x="2117" y="15599"/>
                </a:lnTo>
                <a:lnTo>
                  <a:pt x="2117" y="15338"/>
                </a:lnTo>
                <a:lnTo>
                  <a:pt x="2117" y="15135"/>
                </a:lnTo>
                <a:lnTo>
                  <a:pt x="2117" y="14874"/>
                </a:lnTo>
                <a:lnTo>
                  <a:pt x="2213" y="14671"/>
                </a:lnTo>
                <a:lnTo>
                  <a:pt x="2213" y="14410"/>
                </a:lnTo>
                <a:lnTo>
                  <a:pt x="2213" y="14207"/>
                </a:lnTo>
                <a:lnTo>
                  <a:pt x="2213" y="13946"/>
                </a:lnTo>
                <a:lnTo>
                  <a:pt x="2213" y="13743"/>
                </a:lnTo>
                <a:lnTo>
                  <a:pt x="2277" y="13482"/>
                </a:lnTo>
                <a:lnTo>
                  <a:pt x="2277" y="13279"/>
                </a:lnTo>
                <a:lnTo>
                  <a:pt x="2277" y="13019"/>
                </a:lnTo>
                <a:lnTo>
                  <a:pt x="2277" y="12816"/>
                </a:lnTo>
                <a:lnTo>
                  <a:pt x="2341" y="12555"/>
                </a:lnTo>
                <a:lnTo>
                  <a:pt x="2341" y="12352"/>
                </a:lnTo>
                <a:lnTo>
                  <a:pt x="2341" y="12091"/>
                </a:lnTo>
                <a:lnTo>
                  <a:pt x="2341" y="11888"/>
                </a:lnTo>
                <a:lnTo>
                  <a:pt x="2341" y="11685"/>
                </a:lnTo>
                <a:lnTo>
                  <a:pt x="2406" y="11424"/>
                </a:lnTo>
                <a:lnTo>
                  <a:pt x="2406" y="11221"/>
                </a:lnTo>
                <a:lnTo>
                  <a:pt x="2406" y="10960"/>
                </a:lnTo>
                <a:lnTo>
                  <a:pt x="2406" y="10757"/>
                </a:lnTo>
                <a:lnTo>
                  <a:pt x="2502" y="10496"/>
                </a:lnTo>
                <a:lnTo>
                  <a:pt x="2502" y="10293"/>
                </a:lnTo>
                <a:lnTo>
                  <a:pt x="2502" y="10032"/>
                </a:lnTo>
                <a:lnTo>
                  <a:pt x="2502" y="9829"/>
                </a:lnTo>
                <a:lnTo>
                  <a:pt x="2502" y="9626"/>
                </a:lnTo>
                <a:lnTo>
                  <a:pt x="2566" y="9365"/>
                </a:lnTo>
                <a:lnTo>
                  <a:pt x="2566" y="9162"/>
                </a:lnTo>
                <a:lnTo>
                  <a:pt x="2566" y="8901"/>
                </a:lnTo>
                <a:lnTo>
                  <a:pt x="2566" y="8698"/>
                </a:lnTo>
                <a:lnTo>
                  <a:pt x="2630" y="8495"/>
                </a:lnTo>
                <a:lnTo>
                  <a:pt x="2630" y="8234"/>
                </a:lnTo>
                <a:lnTo>
                  <a:pt x="2630" y="8031"/>
                </a:lnTo>
                <a:lnTo>
                  <a:pt x="2630" y="7770"/>
                </a:lnTo>
                <a:lnTo>
                  <a:pt x="2630" y="7567"/>
                </a:lnTo>
                <a:lnTo>
                  <a:pt x="2694" y="7364"/>
                </a:lnTo>
                <a:lnTo>
                  <a:pt x="2694" y="7103"/>
                </a:lnTo>
                <a:lnTo>
                  <a:pt x="2694" y="6900"/>
                </a:lnTo>
                <a:lnTo>
                  <a:pt x="2694" y="6639"/>
                </a:lnTo>
                <a:lnTo>
                  <a:pt x="2790" y="6437"/>
                </a:lnTo>
                <a:lnTo>
                  <a:pt x="2790" y="6234"/>
                </a:lnTo>
                <a:lnTo>
                  <a:pt x="2790" y="5973"/>
                </a:lnTo>
                <a:lnTo>
                  <a:pt x="2790" y="5770"/>
                </a:lnTo>
                <a:lnTo>
                  <a:pt x="2790" y="5509"/>
                </a:lnTo>
                <a:lnTo>
                  <a:pt x="2855" y="5306"/>
                </a:lnTo>
                <a:lnTo>
                  <a:pt x="2855" y="5103"/>
                </a:lnTo>
                <a:lnTo>
                  <a:pt x="2855" y="4842"/>
                </a:lnTo>
                <a:lnTo>
                  <a:pt x="2855" y="4639"/>
                </a:lnTo>
                <a:lnTo>
                  <a:pt x="2855" y="4436"/>
                </a:lnTo>
                <a:lnTo>
                  <a:pt x="2919" y="4175"/>
                </a:lnTo>
                <a:lnTo>
                  <a:pt x="2919" y="3972"/>
                </a:lnTo>
                <a:lnTo>
                  <a:pt x="2919" y="3769"/>
                </a:lnTo>
                <a:lnTo>
                  <a:pt x="2919" y="3508"/>
                </a:lnTo>
                <a:lnTo>
                  <a:pt x="3015" y="3305"/>
                </a:lnTo>
                <a:lnTo>
                  <a:pt x="3015" y="3102"/>
                </a:lnTo>
                <a:lnTo>
                  <a:pt x="3015" y="2841"/>
                </a:lnTo>
                <a:lnTo>
                  <a:pt x="3015" y="2638"/>
                </a:lnTo>
                <a:lnTo>
                  <a:pt x="3015" y="2435"/>
                </a:lnTo>
                <a:lnTo>
                  <a:pt x="3079" y="2174"/>
                </a:lnTo>
                <a:lnTo>
                  <a:pt x="3079" y="1971"/>
                </a:lnTo>
                <a:lnTo>
                  <a:pt x="3079" y="1768"/>
                </a:lnTo>
                <a:lnTo>
                  <a:pt x="3079" y="1507"/>
                </a:lnTo>
                <a:lnTo>
                  <a:pt x="3143" y="1304"/>
                </a:lnTo>
                <a:lnTo>
                  <a:pt x="3143" y="1130"/>
                </a:lnTo>
                <a:lnTo>
                  <a:pt x="3143" y="840"/>
                </a:lnTo>
                <a:lnTo>
                  <a:pt x="3143" y="637"/>
                </a:lnTo>
                <a:lnTo>
                  <a:pt x="3143" y="463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476543" y="3365783"/>
            <a:ext cx="3240" cy="38303"/>
          </a:xfrm>
          <a:custGeom>
            <a:avLst/>
            <a:gdLst/>
            <a:ahLst/>
            <a:cxnLst/>
            <a:rect l="l" t="t" r="r" b="b"/>
            <a:pathLst>
              <a:path w="3240" h="38303">
                <a:moveTo>
                  <a:pt x="0" y="38303"/>
                </a:moveTo>
                <a:lnTo>
                  <a:pt x="0" y="38100"/>
                </a:lnTo>
                <a:lnTo>
                  <a:pt x="0" y="37897"/>
                </a:lnTo>
                <a:lnTo>
                  <a:pt x="96" y="37694"/>
                </a:lnTo>
                <a:lnTo>
                  <a:pt x="96" y="37433"/>
                </a:lnTo>
                <a:lnTo>
                  <a:pt x="96" y="37230"/>
                </a:lnTo>
                <a:lnTo>
                  <a:pt x="96" y="37027"/>
                </a:lnTo>
                <a:lnTo>
                  <a:pt x="96" y="36766"/>
                </a:lnTo>
                <a:lnTo>
                  <a:pt x="160" y="36563"/>
                </a:lnTo>
                <a:lnTo>
                  <a:pt x="160" y="36360"/>
                </a:lnTo>
                <a:lnTo>
                  <a:pt x="160" y="36157"/>
                </a:lnTo>
                <a:lnTo>
                  <a:pt x="160" y="35896"/>
                </a:lnTo>
                <a:lnTo>
                  <a:pt x="224" y="35693"/>
                </a:lnTo>
                <a:lnTo>
                  <a:pt x="224" y="35490"/>
                </a:lnTo>
                <a:lnTo>
                  <a:pt x="224" y="35287"/>
                </a:lnTo>
                <a:lnTo>
                  <a:pt x="224" y="35084"/>
                </a:lnTo>
                <a:lnTo>
                  <a:pt x="224" y="34823"/>
                </a:lnTo>
                <a:lnTo>
                  <a:pt x="320" y="34620"/>
                </a:lnTo>
                <a:lnTo>
                  <a:pt x="320" y="34446"/>
                </a:lnTo>
                <a:lnTo>
                  <a:pt x="320" y="34243"/>
                </a:lnTo>
                <a:lnTo>
                  <a:pt x="320" y="33953"/>
                </a:lnTo>
                <a:lnTo>
                  <a:pt x="384" y="33779"/>
                </a:lnTo>
                <a:lnTo>
                  <a:pt x="384" y="33576"/>
                </a:lnTo>
                <a:lnTo>
                  <a:pt x="384" y="33373"/>
                </a:lnTo>
                <a:lnTo>
                  <a:pt x="384" y="33170"/>
                </a:lnTo>
                <a:lnTo>
                  <a:pt x="384" y="32909"/>
                </a:lnTo>
                <a:lnTo>
                  <a:pt x="449" y="32706"/>
                </a:lnTo>
                <a:lnTo>
                  <a:pt x="449" y="32504"/>
                </a:lnTo>
                <a:lnTo>
                  <a:pt x="449" y="32301"/>
                </a:lnTo>
                <a:lnTo>
                  <a:pt x="449" y="32098"/>
                </a:lnTo>
                <a:lnTo>
                  <a:pt x="449" y="31837"/>
                </a:lnTo>
                <a:lnTo>
                  <a:pt x="513" y="31634"/>
                </a:lnTo>
                <a:lnTo>
                  <a:pt x="513" y="31431"/>
                </a:lnTo>
                <a:lnTo>
                  <a:pt x="513" y="31228"/>
                </a:lnTo>
                <a:lnTo>
                  <a:pt x="513" y="31054"/>
                </a:lnTo>
                <a:lnTo>
                  <a:pt x="609" y="30851"/>
                </a:lnTo>
                <a:lnTo>
                  <a:pt x="609" y="30590"/>
                </a:lnTo>
                <a:lnTo>
                  <a:pt x="609" y="30387"/>
                </a:lnTo>
                <a:lnTo>
                  <a:pt x="609" y="30184"/>
                </a:lnTo>
                <a:lnTo>
                  <a:pt x="609" y="29981"/>
                </a:lnTo>
                <a:lnTo>
                  <a:pt x="673" y="29778"/>
                </a:lnTo>
                <a:lnTo>
                  <a:pt x="673" y="29575"/>
                </a:lnTo>
                <a:lnTo>
                  <a:pt x="673" y="29372"/>
                </a:lnTo>
                <a:lnTo>
                  <a:pt x="673" y="29169"/>
                </a:lnTo>
                <a:lnTo>
                  <a:pt x="737" y="28908"/>
                </a:lnTo>
                <a:lnTo>
                  <a:pt x="737" y="28705"/>
                </a:lnTo>
                <a:lnTo>
                  <a:pt x="737" y="28502"/>
                </a:lnTo>
                <a:lnTo>
                  <a:pt x="737" y="28328"/>
                </a:lnTo>
                <a:lnTo>
                  <a:pt x="737" y="28125"/>
                </a:lnTo>
                <a:lnTo>
                  <a:pt x="802" y="27922"/>
                </a:lnTo>
                <a:lnTo>
                  <a:pt x="802" y="27719"/>
                </a:lnTo>
                <a:lnTo>
                  <a:pt x="802" y="27516"/>
                </a:lnTo>
                <a:lnTo>
                  <a:pt x="802" y="27313"/>
                </a:lnTo>
                <a:lnTo>
                  <a:pt x="898" y="27052"/>
                </a:lnTo>
                <a:lnTo>
                  <a:pt x="898" y="26849"/>
                </a:lnTo>
                <a:lnTo>
                  <a:pt x="898" y="26646"/>
                </a:lnTo>
                <a:lnTo>
                  <a:pt x="898" y="26443"/>
                </a:lnTo>
                <a:lnTo>
                  <a:pt x="898" y="26240"/>
                </a:lnTo>
                <a:lnTo>
                  <a:pt x="962" y="26067"/>
                </a:lnTo>
                <a:lnTo>
                  <a:pt x="962" y="25864"/>
                </a:lnTo>
                <a:lnTo>
                  <a:pt x="962" y="25661"/>
                </a:lnTo>
                <a:lnTo>
                  <a:pt x="962" y="25458"/>
                </a:lnTo>
                <a:lnTo>
                  <a:pt x="1026" y="25255"/>
                </a:lnTo>
                <a:lnTo>
                  <a:pt x="1026" y="25052"/>
                </a:lnTo>
                <a:lnTo>
                  <a:pt x="1026" y="24849"/>
                </a:lnTo>
                <a:lnTo>
                  <a:pt x="1026" y="24646"/>
                </a:lnTo>
                <a:lnTo>
                  <a:pt x="1026" y="24472"/>
                </a:lnTo>
                <a:lnTo>
                  <a:pt x="1122" y="24269"/>
                </a:lnTo>
                <a:lnTo>
                  <a:pt x="1122" y="24066"/>
                </a:lnTo>
                <a:lnTo>
                  <a:pt x="1122" y="23863"/>
                </a:lnTo>
                <a:lnTo>
                  <a:pt x="1122" y="23660"/>
                </a:lnTo>
                <a:lnTo>
                  <a:pt x="1186" y="23457"/>
                </a:lnTo>
                <a:lnTo>
                  <a:pt x="1186" y="23196"/>
                </a:lnTo>
                <a:lnTo>
                  <a:pt x="1186" y="22993"/>
                </a:lnTo>
                <a:lnTo>
                  <a:pt x="1186" y="22790"/>
                </a:lnTo>
                <a:lnTo>
                  <a:pt x="1186" y="22587"/>
                </a:lnTo>
                <a:lnTo>
                  <a:pt x="1251" y="22384"/>
                </a:lnTo>
                <a:lnTo>
                  <a:pt x="1251" y="22210"/>
                </a:lnTo>
                <a:lnTo>
                  <a:pt x="1251" y="22007"/>
                </a:lnTo>
                <a:lnTo>
                  <a:pt x="1251" y="21804"/>
                </a:lnTo>
                <a:lnTo>
                  <a:pt x="1251" y="21659"/>
                </a:lnTo>
                <a:lnTo>
                  <a:pt x="1315" y="21456"/>
                </a:lnTo>
                <a:lnTo>
                  <a:pt x="1315" y="21253"/>
                </a:lnTo>
                <a:lnTo>
                  <a:pt x="1315" y="21079"/>
                </a:lnTo>
                <a:lnTo>
                  <a:pt x="1315" y="20876"/>
                </a:lnTo>
                <a:lnTo>
                  <a:pt x="1411" y="20673"/>
                </a:lnTo>
                <a:lnTo>
                  <a:pt x="1411" y="20470"/>
                </a:lnTo>
                <a:lnTo>
                  <a:pt x="1411" y="20267"/>
                </a:lnTo>
                <a:lnTo>
                  <a:pt x="1411" y="20064"/>
                </a:lnTo>
                <a:lnTo>
                  <a:pt x="1411" y="19861"/>
                </a:lnTo>
                <a:lnTo>
                  <a:pt x="1475" y="19658"/>
                </a:lnTo>
                <a:lnTo>
                  <a:pt x="1475" y="19485"/>
                </a:lnTo>
                <a:lnTo>
                  <a:pt x="1475" y="19282"/>
                </a:lnTo>
                <a:lnTo>
                  <a:pt x="1475" y="19079"/>
                </a:lnTo>
                <a:lnTo>
                  <a:pt x="1539" y="18876"/>
                </a:lnTo>
                <a:lnTo>
                  <a:pt x="1539" y="18673"/>
                </a:lnTo>
                <a:lnTo>
                  <a:pt x="1539" y="18470"/>
                </a:lnTo>
                <a:lnTo>
                  <a:pt x="1539" y="18267"/>
                </a:lnTo>
                <a:lnTo>
                  <a:pt x="1539" y="18064"/>
                </a:lnTo>
                <a:lnTo>
                  <a:pt x="1636" y="17745"/>
                </a:lnTo>
                <a:lnTo>
                  <a:pt x="1636" y="17542"/>
                </a:lnTo>
                <a:lnTo>
                  <a:pt x="1636" y="17339"/>
                </a:lnTo>
                <a:lnTo>
                  <a:pt x="1700" y="17136"/>
                </a:lnTo>
                <a:lnTo>
                  <a:pt x="1700" y="16933"/>
                </a:lnTo>
                <a:lnTo>
                  <a:pt x="1700" y="16759"/>
                </a:lnTo>
                <a:lnTo>
                  <a:pt x="1700" y="16556"/>
                </a:lnTo>
                <a:lnTo>
                  <a:pt x="1700" y="16353"/>
                </a:lnTo>
                <a:lnTo>
                  <a:pt x="1764" y="16208"/>
                </a:lnTo>
                <a:lnTo>
                  <a:pt x="1764" y="16005"/>
                </a:lnTo>
                <a:lnTo>
                  <a:pt x="1764" y="15802"/>
                </a:lnTo>
                <a:lnTo>
                  <a:pt x="1764" y="15628"/>
                </a:lnTo>
                <a:lnTo>
                  <a:pt x="1828" y="15425"/>
                </a:lnTo>
                <a:lnTo>
                  <a:pt x="1828" y="15222"/>
                </a:lnTo>
                <a:lnTo>
                  <a:pt x="1828" y="15019"/>
                </a:lnTo>
                <a:lnTo>
                  <a:pt x="1828" y="14874"/>
                </a:lnTo>
                <a:lnTo>
                  <a:pt x="1828" y="14671"/>
                </a:lnTo>
                <a:lnTo>
                  <a:pt x="1924" y="14497"/>
                </a:lnTo>
                <a:lnTo>
                  <a:pt x="1924" y="14294"/>
                </a:lnTo>
                <a:lnTo>
                  <a:pt x="1924" y="14091"/>
                </a:lnTo>
                <a:lnTo>
                  <a:pt x="1924" y="13888"/>
                </a:lnTo>
                <a:lnTo>
                  <a:pt x="1988" y="13743"/>
                </a:lnTo>
                <a:lnTo>
                  <a:pt x="1988" y="13540"/>
                </a:lnTo>
                <a:lnTo>
                  <a:pt x="1988" y="13366"/>
                </a:lnTo>
                <a:lnTo>
                  <a:pt x="1988" y="13163"/>
                </a:lnTo>
                <a:lnTo>
                  <a:pt x="1988" y="12961"/>
                </a:lnTo>
                <a:lnTo>
                  <a:pt x="2053" y="12816"/>
                </a:lnTo>
                <a:lnTo>
                  <a:pt x="2053" y="12613"/>
                </a:lnTo>
                <a:lnTo>
                  <a:pt x="2053" y="12410"/>
                </a:lnTo>
                <a:lnTo>
                  <a:pt x="2053" y="12236"/>
                </a:lnTo>
                <a:lnTo>
                  <a:pt x="2053" y="12033"/>
                </a:lnTo>
                <a:lnTo>
                  <a:pt x="2117" y="11888"/>
                </a:lnTo>
                <a:lnTo>
                  <a:pt x="2117" y="11685"/>
                </a:lnTo>
                <a:lnTo>
                  <a:pt x="2117" y="11482"/>
                </a:lnTo>
                <a:lnTo>
                  <a:pt x="2117" y="11279"/>
                </a:lnTo>
                <a:lnTo>
                  <a:pt x="2213" y="10960"/>
                </a:lnTo>
                <a:lnTo>
                  <a:pt x="2213" y="10757"/>
                </a:lnTo>
                <a:lnTo>
                  <a:pt x="2213" y="10554"/>
                </a:lnTo>
                <a:lnTo>
                  <a:pt x="2277" y="10235"/>
                </a:lnTo>
                <a:lnTo>
                  <a:pt x="2277" y="10032"/>
                </a:lnTo>
                <a:lnTo>
                  <a:pt x="2277" y="9829"/>
                </a:lnTo>
                <a:lnTo>
                  <a:pt x="2277" y="9684"/>
                </a:lnTo>
                <a:lnTo>
                  <a:pt x="2341" y="9510"/>
                </a:lnTo>
                <a:lnTo>
                  <a:pt x="2341" y="9307"/>
                </a:lnTo>
                <a:lnTo>
                  <a:pt x="2341" y="9162"/>
                </a:lnTo>
                <a:lnTo>
                  <a:pt x="2341" y="8959"/>
                </a:lnTo>
                <a:lnTo>
                  <a:pt x="2341" y="8756"/>
                </a:lnTo>
                <a:lnTo>
                  <a:pt x="2438" y="8437"/>
                </a:lnTo>
                <a:lnTo>
                  <a:pt x="2438" y="8234"/>
                </a:lnTo>
                <a:lnTo>
                  <a:pt x="2438" y="8031"/>
                </a:lnTo>
                <a:lnTo>
                  <a:pt x="2502" y="7886"/>
                </a:lnTo>
                <a:lnTo>
                  <a:pt x="2502" y="7712"/>
                </a:lnTo>
                <a:lnTo>
                  <a:pt x="2502" y="7509"/>
                </a:lnTo>
                <a:lnTo>
                  <a:pt x="2502" y="7364"/>
                </a:lnTo>
                <a:lnTo>
                  <a:pt x="2502" y="7161"/>
                </a:lnTo>
                <a:lnTo>
                  <a:pt x="2566" y="6958"/>
                </a:lnTo>
                <a:lnTo>
                  <a:pt x="2566" y="6639"/>
                </a:lnTo>
                <a:lnTo>
                  <a:pt x="2566" y="6437"/>
                </a:lnTo>
                <a:lnTo>
                  <a:pt x="2630" y="6292"/>
                </a:lnTo>
                <a:lnTo>
                  <a:pt x="2630" y="6118"/>
                </a:lnTo>
                <a:lnTo>
                  <a:pt x="2630" y="5973"/>
                </a:lnTo>
                <a:lnTo>
                  <a:pt x="2630" y="5770"/>
                </a:lnTo>
                <a:lnTo>
                  <a:pt x="2630" y="5567"/>
                </a:lnTo>
                <a:lnTo>
                  <a:pt x="2726" y="5248"/>
                </a:lnTo>
                <a:lnTo>
                  <a:pt x="2726" y="5045"/>
                </a:lnTo>
                <a:lnTo>
                  <a:pt x="2726" y="4900"/>
                </a:lnTo>
                <a:lnTo>
                  <a:pt x="2790" y="4697"/>
                </a:lnTo>
                <a:lnTo>
                  <a:pt x="2790" y="4378"/>
                </a:lnTo>
                <a:lnTo>
                  <a:pt x="2790" y="4233"/>
                </a:lnTo>
                <a:lnTo>
                  <a:pt x="2790" y="4030"/>
                </a:lnTo>
                <a:lnTo>
                  <a:pt x="2855" y="3856"/>
                </a:lnTo>
                <a:lnTo>
                  <a:pt x="2855" y="3711"/>
                </a:lnTo>
                <a:lnTo>
                  <a:pt x="2855" y="3508"/>
                </a:lnTo>
                <a:lnTo>
                  <a:pt x="2855" y="3189"/>
                </a:lnTo>
                <a:lnTo>
                  <a:pt x="2919" y="3044"/>
                </a:lnTo>
                <a:lnTo>
                  <a:pt x="2919" y="2841"/>
                </a:lnTo>
                <a:lnTo>
                  <a:pt x="2919" y="2638"/>
                </a:lnTo>
                <a:lnTo>
                  <a:pt x="3015" y="2319"/>
                </a:lnTo>
                <a:lnTo>
                  <a:pt x="3015" y="2174"/>
                </a:lnTo>
                <a:lnTo>
                  <a:pt x="3015" y="1971"/>
                </a:lnTo>
                <a:lnTo>
                  <a:pt x="3015" y="1652"/>
                </a:lnTo>
                <a:lnTo>
                  <a:pt x="3079" y="1507"/>
                </a:lnTo>
                <a:lnTo>
                  <a:pt x="3079" y="1304"/>
                </a:lnTo>
                <a:lnTo>
                  <a:pt x="3079" y="985"/>
                </a:lnTo>
                <a:lnTo>
                  <a:pt x="3143" y="840"/>
                </a:lnTo>
                <a:lnTo>
                  <a:pt x="3143" y="666"/>
                </a:lnTo>
                <a:lnTo>
                  <a:pt x="3143" y="521"/>
                </a:lnTo>
                <a:lnTo>
                  <a:pt x="3143" y="318"/>
                </a:lnTo>
                <a:lnTo>
                  <a:pt x="3143" y="173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479783" y="3339426"/>
            <a:ext cx="3111" cy="26356"/>
          </a:xfrm>
          <a:custGeom>
            <a:avLst/>
            <a:gdLst/>
            <a:ahLst/>
            <a:cxnLst/>
            <a:rect l="l" t="t" r="r" b="b"/>
            <a:pathLst>
              <a:path w="3111" h="26356">
                <a:moveTo>
                  <a:pt x="0" y="26356"/>
                </a:moveTo>
                <a:lnTo>
                  <a:pt x="0" y="26211"/>
                </a:lnTo>
                <a:lnTo>
                  <a:pt x="0" y="26009"/>
                </a:lnTo>
                <a:lnTo>
                  <a:pt x="64" y="25690"/>
                </a:lnTo>
                <a:lnTo>
                  <a:pt x="64" y="25545"/>
                </a:lnTo>
                <a:lnTo>
                  <a:pt x="64" y="25400"/>
                </a:lnTo>
                <a:lnTo>
                  <a:pt x="64" y="25226"/>
                </a:lnTo>
                <a:lnTo>
                  <a:pt x="64" y="25081"/>
                </a:lnTo>
                <a:lnTo>
                  <a:pt x="128" y="24878"/>
                </a:lnTo>
                <a:lnTo>
                  <a:pt x="128" y="24559"/>
                </a:lnTo>
                <a:lnTo>
                  <a:pt x="128" y="24414"/>
                </a:lnTo>
                <a:lnTo>
                  <a:pt x="192" y="24269"/>
                </a:lnTo>
                <a:lnTo>
                  <a:pt x="192" y="24095"/>
                </a:lnTo>
                <a:lnTo>
                  <a:pt x="192" y="23950"/>
                </a:lnTo>
                <a:lnTo>
                  <a:pt x="192" y="23747"/>
                </a:lnTo>
                <a:lnTo>
                  <a:pt x="288" y="23486"/>
                </a:lnTo>
                <a:lnTo>
                  <a:pt x="288" y="23283"/>
                </a:lnTo>
                <a:lnTo>
                  <a:pt x="288" y="22964"/>
                </a:lnTo>
                <a:lnTo>
                  <a:pt x="352" y="22819"/>
                </a:lnTo>
                <a:lnTo>
                  <a:pt x="352" y="22674"/>
                </a:lnTo>
                <a:lnTo>
                  <a:pt x="352" y="22500"/>
                </a:lnTo>
                <a:lnTo>
                  <a:pt x="352" y="22355"/>
                </a:lnTo>
                <a:lnTo>
                  <a:pt x="352" y="22210"/>
                </a:lnTo>
                <a:lnTo>
                  <a:pt x="417" y="22036"/>
                </a:lnTo>
                <a:lnTo>
                  <a:pt x="417" y="21891"/>
                </a:lnTo>
                <a:lnTo>
                  <a:pt x="417" y="21746"/>
                </a:lnTo>
                <a:lnTo>
                  <a:pt x="417" y="21543"/>
                </a:lnTo>
                <a:lnTo>
                  <a:pt x="513" y="21282"/>
                </a:lnTo>
                <a:lnTo>
                  <a:pt x="513" y="21079"/>
                </a:lnTo>
                <a:lnTo>
                  <a:pt x="513" y="20818"/>
                </a:lnTo>
                <a:lnTo>
                  <a:pt x="577" y="20615"/>
                </a:lnTo>
                <a:lnTo>
                  <a:pt x="577" y="20354"/>
                </a:lnTo>
                <a:lnTo>
                  <a:pt x="577" y="20151"/>
                </a:lnTo>
                <a:lnTo>
                  <a:pt x="641" y="19890"/>
                </a:lnTo>
                <a:lnTo>
                  <a:pt x="641" y="19571"/>
                </a:lnTo>
                <a:lnTo>
                  <a:pt x="641" y="19427"/>
                </a:lnTo>
                <a:lnTo>
                  <a:pt x="705" y="19282"/>
                </a:lnTo>
                <a:lnTo>
                  <a:pt x="705" y="18963"/>
                </a:lnTo>
                <a:lnTo>
                  <a:pt x="705" y="18818"/>
                </a:lnTo>
                <a:lnTo>
                  <a:pt x="802" y="18557"/>
                </a:lnTo>
                <a:lnTo>
                  <a:pt x="802" y="18354"/>
                </a:lnTo>
                <a:lnTo>
                  <a:pt x="802" y="18093"/>
                </a:lnTo>
                <a:lnTo>
                  <a:pt x="866" y="17774"/>
                </a:lnTo>
                <a:lnTo>
                  <a:pt x="866" y="17629"/>
                </a:lnTo>
                <a:lnTo>
                  <a:pt x="866" y="17368"/>
                </a:lnTo>
                <a:lnTo>
                  <a:pt x="930" y="17223"/>
                </a:lnTo>
                <a:lnTo>
                  <a:pt x="930" y="17049"/>
                </a:lnTo>
                <a:lnTo>
                  <a:pt x="930" y="16904"/>
                </a:lnTo>
                <a:lnTo>
                  <a:pt x="930" y="16759"/>
                </a:lnTo>
                <a:lnTo>
                  <a:pt x="994" y="16498"/>
                </a:lnTo>
                <a:lnTo>
                  <a:pt x="994" y="16179"/>
                </a:lnTo>
                <a:lnTo>
                  <a:pt x="994" y="16034"/>
                </a:lnTo>
                <a:lnTo>
                  <a:pt x="1090" y="15773"/>
                </a:lnTo>
                <a:lnTo>
                  <a:pt x="1090" y="15628"/>
                </a:lnTo>
                <a:lnTo>
                  <a:pt x="1154" y="15367"/>
                </a:lnTo>
                <a:lnTo>
                  <a:pt x="1154" y="15164"/>
                </a:lnTo>
                <a:lnTo>
                  <a:pt x="1154" y="14903"/>
                </a:lnTo>
                <a:lnTo>
                  <a:pt x="1219" y="14642"/>
                </a:lnTo>
                <a:lnTo>
                  <a:pt x="1219" y="14497"/>
                </a:lnTo>
                <a:lnTo>
                  <a:pt x="1219" y="14236"/>
                </a:lnTo>
                <a:lnTo>
                  <a:pt x="1315" y="13917"/>
                </a:lnTo>
                <a:lnTo>
                  <a:pt x="1315" y="13772"/>
                </a:lnTo>
                <a:lnTo>
                  <a:pt x="1315" y="13511"/>
                </a:lnTo>
                <a:lnTo>
                  <a:pt x="1379" y="13366"/>
                </a:lnTo>
                <a:lnTo>
                  <a:pt x="1379" y="13105"/>
                </a:lnTo>
                <a:lnTo>
                  <a:pt x="1379" y="12845"/>
                </a:lnTo>
                <a:lnTo>
                  <a:pt x="1443" y="12700"/>
                </a:lnTo>
                <a:lnTo>
                  <a:pt x="1443" y="12439"/>
                </a:lnTo>
                <a:lnTo>
                  <a:pt x="1507" y="12178"/>
                </a:lnTo>
                <a:lnTo>
                  <a:pt x="1507" y="11917"/>
                </a:lnTo>
                <a:lnTo>
                  <a:pt x="1507" y="11772"/>
                </a:lnTo>
                <a:lnTo>
                  <a:pt x="1604" y="11511"/>
                </a:lnTo>
                <a:lnTo>
                  <a:pt x="1604" y="11250"/>
                </a:lnTo>
                <a:lnTo>
                  <a:pt x="1604" y="11105"/>
                </a:lnTo>
                <a:lnTo>
                  <a:pt x="1668" y="10844"/>
                </a:lnTo>
                <a:lnTo>
                  <a:pt x="1668" y="10583"/>
                </a:lnTo>
                <a:lnTo>
                  <a:pt x="1668" y="10438"/>
                </a:lnTo>
                <a:lnTo>
                  <a:pt x="1732" y="10177"/>
                </a:lnTo>
                <a:lnTo>
                  <a:pt x="1732" y="9916"/>
                </a:lnTo>
                <a:lnTo>
                  <a:pt x="1828" y="9655"/>
                </a:lnTo>
                <a:lnTo>
                  <a:pt x="1828" y="9510"/>
                </a:lnTo>
                <a:lnTo>
                  <a:pt x="1828" y="9307"/>
                </a:lnTo>
                <a:lnTo>
                  <a:pt x="1892" y="9046"/>
                </a:lnTo>
                <a:lnTo>
                  <a:pt x="1892" y="8785"/>
                </a:lnTo>
                <a:lnTo>
                  <a:pt x="1956" y="8524"/>
                </a:lnTo>
                <a:lnTo>
                  <a:pt x="1956" y="8379"/>
                </a:lnTo>
                <a:lnTo>
                  <a:pt x="1956" y="8205"/>
                </a:lnTo>
                <a:lnTo>
                  <a:pt x="2021" y="8060"/>
                </a:lnTo>
                <a:lnTo>
                  <a:pt x="2021" y="7915"/>
                </a:lnTo>
                <a:lnTo>
                  <a:pt x="2021" y="7654"/>
                </a:lnTo>
                <a:lnTo>
                  <a:pt x="2117" y="7451"/>
                </a:lnTo>
                <a:lnTo>
                  <a:pt x="2117" y="7190"/>
                </a:lnTo>
                <a:lnTo>
                  <a:pt x="2181" y="6929"/>
                </a:lnTo>
                <a:lnTo>
                  <a:pt x="2181" y="6784"/>
                </a:lnTo>
                <a:lnTo>
                  <a:pt x="2181" y="6581"/>
                </a:lnTo>
                <a:lnTo>
                  <a:pt x="2245" y="6321"/>
                </a:lnTo>
                <a:lnTo>
                  <a:pt x="2245" y="6118"/>
                </a:lnTo>
                <a:lnTo>
                  <a:pt x="2309" y="5857"/>
                </a:lnTo>
                <a:lnTo>
                  <a:pt x="2309" y="5654"/>
                </a:lnTo>
                <a:lnTo>
                  <a:pt x="2309" y="5393"/>
                </a:lnTo>
                <a:lnTo>
                  <a:pt x="2406" y="5190"/>
                </a:lnTo>
                <a:lnTo>
                  <a:pt x="2406" y="4929"/>
                </a:lnTo>
                <a:lnTo>
                  <a:pt x="2470" y="4726"/>
                </a:lnTo>
                <a:lnTo>
                  <a:pt x="2470" y="4465"/>
                </a:lnTo>
                <a:lnTo>
                  <a:pt x="2534" y="4262"/>
                </a:lnTo>
                <a:lnTo>
                  <a:pt x="2534" y="4059"/>
                </a:lnTo>
                <a:lnTo>
                  <a:pt x="2630" y="3798"/>
                </a:lnTo>
                <a:lnTo>
                  <a:pt x="2630" y="3595"/>
                </a:lnTo>
                <a:lnTo>
                  <a:pt x="2630" y="3334"/>
                </a:lnTo>
                <a:lnTo>
                  <a:pt x="2694" y="3131"/>
                </a:lnTo>
                <a:lnTo>
                  <a:pt x="2694" y="2928"/>
                </a:lnTo>
                <a:lnTo>
                  <a:pt x="2758" y="2725"/>
                </a:lnTo>
                <a:lnTo>
                  <a:pt x="2758" y="2464"/>
                </a:lnTo>
                <a:lnTo>
                  <a:pt x="2823" y="2261"/>
                </a:lnTo>
                <a:lnTo>
                  <a:pt x="2823" y="2087"/>
                </a:lnTo>
                <a:lnTo>
                  <a:pt x="2823" y="1942"/>
                </a:lnTo>
                <a:lnTo>
                  <a:pt x="2919" y="1739"/>
                </a:lnTo>
                <a:lnTo>
                  <a:pt x="2919" y="1536"/>
                </a:lnTo>
                <a:lnTo>
                  <a:pt x="2983" y="1333"/>
                </a:lnTo>
                <a:lnTo>
                  <a:pt x="2983" y="1130"/>
                </a:lnTo>
                <a:lnTo>
                  <a:pt x="2983" y="956"/>
                </a:lnTo>
                <a:lnTo>
                  <a:pt x="3047" y="811"/>
                </a:lnTo>
                <a:lnTo>
                  <a:pt x="3047" y="608"/>
                </a:lnTo>
                <a:lnTo>
                  <a:pt x="3111" y="405"/>
                </a:lnTo>
                <a:lnTo>
                  <a:pt x="3111" y="202"/>
                </a:lnTo>
                <a:lnTo>
                  <a:pt x="31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482895" y="3326726"/>
            <a:ext cx="3240" cy="12700"/>
          </a:xfrm>
          <a:custGeom>
            <a:avLst/>
            <a:gdLst/>
            <a:ahLst/>
            <a:cxnLst/>
            <a:rect l="l" t="t" r="r" b="b"/>
            <a:pathLst>
              <a:path w="3240" h="12700">
                <a:moveTo>
                  <a:pt x="0" y="12700"/>
                </a:moveTo>
                <a:lnTo>
                  <a:pt x="96" y="12526"/>
                </a:lnTo>
                <a:lnTo>
                  <a:pt x="96" y="12323"/>
                </a:lnTo>
                <a:lnTo>
                  <a:pt x="160" y="12120"/>
                </a:lnTo>
                <a:lnTo>
                  <a:pt x="160" y="11917"/>
                </a:lnTo>
                <a:lnTo>
                  <a:pt x="224" y="11772"/>
                </a:lnTo>
                <a:lnTo>
                  <a:pt x="224" y="11569"/>
                </a:lnTo>
                <a:lnTo>
                  <a:pt x="320" y="11395"/>
                </a:lnTo>
                <a:lnTo>
                  <a:pt x="320" y="11250"/>
                </a:lnTo>
                <a:lnTo>
                  <a:pt x="320" y="11105"/>
                </a:lnTo>
                <a:lnTo>
                  <a:pt x="384" y="10931"/>
                </a:lnTo>
                <a:lnTo>
                  <a:pt x="384" y="10786"/>
                </a:lnTo>
                <a:lnTo>
                  <a:pt x="384" y="10641"/>
                </a:lnTo>
                <a:lnTo>
                  <a:pt x="449" y="10438"/>
                </a:lnTo>
                <a:lnTo>
                  <a:pt x="449" y="10264"/>
                </a:lnTo>
                <a:lnTo>
                  <a:pt x="513" y="10119"/>
                </a:lnTo>
                <a:lnTo>
                  <a:pt x="513" y="9974"/>
                </a:lnTo>
                <a:lnTo>
                  <a:pt x="513" y="9713"/>
                </a:lnTo>
                <a:lnTo>
                  <a:pt x="609" y="9452"/>
                </a:lnTo>
                <a:lnTo>
                  <a:pt x="673" y="9307"/>
                </a:lnTo>
                <a:lnTo>
                  <a:pt x="673" y="9133"/>
                </a:lnTo>
                <a:lnTo>
                  <a:pt x="673" y="8988"/>
                </a:lnTo>
                <a:lnTo>
                  <a:pt x="737" y="8843"/>
                </a:lnTo>
                <a:lnTo>
                  <a:pt x="737" y="8582"/>
                </a:lnTo>
                <a:lnTo>
                  <a:pt x="834" y="8379"/>
                </a:lnTo>
                <a:lnTo>
                  <a:pt x="834" y="8176"/>
                </a:lnTo>
                <a:lnTo>
                  <a:pt x="898" y="8002"/>
                </a:lnTo>
                <a:lnTo>
                  <a:pt x="898" y="7857"/>
                </a:lnTo>
                <a:lnTo>
                  <a:pt x="962" y="7712"/>
                </a:lnTo>
                <a:lnTo>
                  <a:pt x="962" y="7451"/>
                </a:lnTo>
                <a:lnTo>
                  <a:pt x="1026" y="7248"/>
                </a:lnTo>
                <a:lnTo>
                  <a:pt x="1122" y="6987"/>
                </a:lnTo>
                <a:lnTo>
                  <a:pt x="1122" y="6784"/>
                </a:lnTo>
                <a:lnTo>
                  <a:pt x="1186" y="6581"/>
                </a:lnTo>
                <a:lnTo>
                  <a:pt x="1251" y="6408"/>
                </a:lnTo>
                <a:lnTo>
                  <a:pt x="1251" y="6263"/>
                </a:lnTo>
                <a:lnTo>
                  <a:pt x="1251" y="6118"/>
                </a:lnTo>
                <a:lnTo>
                  <a:pt x="1315" y="5944"/>
                </a:lnTo>
                <a:lnTo>
                  <a:pt x="1315" y="5799"/>
                </a:lnTo>
                <a:lnTo>
                  <a:pt x="1411" y="5654"/>
                </a:lnTo>
                <a:lnTo>
                  <a:pt x="1475" y="5393"/>
                </a:lnTo>
                <a:lnTo>
                  <a:pt x="1475" y="5190"/>
                </a:lnTo>
                <a:lnTo>
                  <a:pt x="1539" y="4987"/>
                </a:lnTo>
                <a:lnTo>
                  <a:pt x="1636" y="4813"/>
                </a:lnTo>
                <a:lnTo>
                  <a:pt x="1636" y="4668"/>
                </a:lnTo>
                <a:lnTo>
                  <a:pt x="1700" y="4523"/>
                </a:lnTo>
                <a:lnTo>
                  <a:pt x="1700" y="4320"/>
                </a:lnTo>
                <a:lnTo>
                  <a:pt x="1764" y="4146"/>
                </a:lnTo>
                <a:lnTo>
                  <a:pt x="1764" y="4001"/>
                </a:lnTo>
                <a:lnTo>
                  <a:pt x="1828" y="3856"/>
                </a:lnTo>
                <a:lnTo>
                  <a:pt x="1924" y="3682"/>
                </a:lnTo>
                <a:lnTo>
                  <a:pt x="1924" y="3537"/>
                </a:lnTo>
                <a:lnTo>
                  <a:pt x="1988" y="3392"/>
                </a:lnTo>
                <a:lnTo>
                  <a:pt x="2053" y="3189"/>
                </a:lnTo>
                <a:lnTo>
                  <a:pt x="2053" y="3015"/>
                </a:lnTo>
                <a:lnTo>
                  <a:pt x="2149" y="2870"/>
                </a:lnTo>
                <a:lnTo>
                  <a:pt x="2149" y="2725"/>
                </a:lnTo>
                <a:lnTo>
                  <a:pt x="2213" y="2551"/>
                </a:lnTo>
                <a:lnTo>
                  <a:pt x="2277" y="2406"/>
                </a:lnTo>
                <a:lnTo>
                  <a:pt x="2277" y="2261"/>
                </a:lnTo>
                <a:lnTo>
                  <a:pt x="2341" y="2058"/>
                </a:lnTo>
                <a:lnTo>
                  <a:pt x="2438" y="1884"/>
                </a:lnTo>
                <a:lnTo>
                  <a:pt x="2502" y="1739"/>
                </a:lnTo>
                <a:lnTo>
                  <a:pt x="2502" y="1594"/>
                </a:lnTo>
                <a:lnTo>
                  <a:pt x="2566" y="1420"/>
                </a:lnTo>
                <a:lnTo>
                  <a:pt x="2630" y="1275"/>
                </a:lnTo>
                <a:lnTo>
                  <a:pt x="2726" y="1130"/>
                </a:lnTo>
                <a:lnTo>
                  <a:pt x="2790" y="956"/>
                </a:lnTo>
                <a:lnTo>
                  <a:pt x="2855" y="811"/>
                </a:lnTo>
                <a:lnTo>
                  <a:pt x="2855" y="666"/>
                </a:lnTo>
                <a:lnTo>
                  <a:pt x="2951" y="550"/>
                </a:lnTo>
                <a:lnTo>
                  <a:pt x="3015" y="405"/>
                </a:lnTo>
                <a:lnTo>
                  <a:pt x="3079" y="347"/>
                </a:lnTo>
                <a:lnTo>
                  <a:pt x="3079" y="202"/>
                </a:lnTo>
                <a:lnTo>
                  <a:pt x="3240" y="86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486135" y="3325537"/>
            <a:ext cx="3208" cy="2464"/>
          </a:xfrm>
          <a:custGeom>
            <a:avLst/>
            <a:gdLst/>
            <a:ahLst/>
            <a:cxnLst/>
            <a:rect l="l" t="t" r="r" b="b"/>
            <a:pathLst>
              <a:path w="3208" h="2464">
                <a:moveTo>
                  <a:pt x="0" y="1188"/>
                </a:moveTo>
                <a:lnTo>
                  <a:pt x="64" y="1072"/>
                </a:lnTo>
                <a:lnTo>
                  <a:pt x="128" y="927"/>
                </a:lnTo>
                <a:lnTo>
                  <a:pt x="192" y="869"/>
                </a:lnTo>
                <a:lnTo>
                  <a:pt x="288" y="724"/>
                </a:lnTo>
                <a:lnTo>
                  <a:pt x="417" y="608"/>
                </a:lnTo>
                <a:lnTo>
                  <a:pt x="513" y="463"/>
                </a:lnTo>
                <a:lnTo>
                  <a:pt x="641" y="347"/>
                </a:lnTo>
                <a:lnTo>
                  <a:pt x="802" y="202"/>
                </a:lnTo>
                <a:lnTo>
                  <a:pt x="866" y="144"/>
                </a:lnTo>
                <a:lnTo>
                  <a:pt x="1026" y="57"/>
                </a:lnTo>
                <a:lnTo>
                  <a:pt x="1154" y="57"/>
                </a:lnTo>
                <a:lnTo>
                  <a:pt x="1219" y="0"/>
                </a:lnTo>
                <a:lnTo>
                  <a:pt x="1315" y="0"/>
                </a:lnTo>
                <a:lnTo>
                  <a:pt x="1443" y="57"/>
                </a:lnTo>
                <a:lnTo>
                  <a:pt x="1604" y="57"/>
                </a:lnTo>
                <a:lnTo>
                  <a:pt x="1732" y="144"/>
                </a:lnTo>
                <a:lnTo>
                  <a:pt x="1892" y="260"/>
                </a:lnTo>
                <a:lnTo>
                  <a:pt x="2021" y="347"/>
                </a:lnTo>
                <a:lnTo>
                  <a:pt x="2117" y="521"/>
                </a:lnTo>
                <a:lnTo>
                  <a:pt x="2245" y="608"/>
                </a:lnTo>
                <a:lnTo>
                  <a:pt x="2309" y="811"/>
                </a:lnTo>
                <a:lnTo>
                  <a:pt x="2406" y="869"/>
                </a:lnTo>
                <a:lnTo>
                  <a:pt x="2470" y="1014"/>
                </a:lnTo>
                <a:lnTo>
                  <a:pt x="2534" y="1014"/>
                </a:lnTo>
                <a:lnTo>
                  <a:pt x="2630" y="1188"/>
                </a:lnTo>
                <a:lnTo>
                  <a:pt x="2694" y="1333"/>
                </a:lnTo>
                <a:lnTo>
                  <a:pt x="2758" y="1478"/>
                </a:lnTo>
                <a:lnTo>
                  <a:pt x="2823" y="1652"/>
                </a:lnTo>
                <a:lnTo>
                  <a:pt x="2919" y="1797"/>
                </a:lnTo>
                <a:lnTo>
                  <a:pt x="2983" y="1942"/>
                </a:lnTo>
                <a:lnTo>
                  <a:pt x="3047" y="2145"/>
                </a:lnTo>
                <a:lnTo>
                  <a:pt x="3143" y="2319"/>
                </a:lnTo>
                <a:lnTo>
                  <a:pt x="3208" y="2464"/>
                </a:lnTo>
              </a:path>
            </a:pathLst>
          </a:custGeom>
          <a:ln w="4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489343" y="3328002"/>
            <a:ext cx="3208" cy="14497"/>
          </a:xfrm>
          <a:custGeom>
            <a:avLst/>
            <a:gdLst/>
            <a:ahLst/>
            <a:cxnLst/>
            <a:rect l="l" t="t" r="r" b="b"/>
            <a:pathLst>
              <a:path w="3208" h="14497">
                <a:moveTo>
                  <a:pt x="0" y="0"/>
                </a:moveTo>
                <a:lnTo>
                  <a:pt x="64" y="144"/>
                </a:lnTo>
                <a:lnTo>
                  <a:pt x="128" y="318"/>
                </a:lnTo>
                <a:lnTo>
                  <a:pt x="128" y="463"/>
                </a:lnTo>
                <a:lnTo>
                  <a:pt x="224" y="608"/>
                </a:lnTo>
                <a:lnTo>
                  <a:pt x="288" y="782"/>
                </a:lnTo>
                <a:lnTo>
                  <a:pt x="352" y="927"/>
                </a:lnTo>
                <a:lnTo>
                  <a:pt x="352" y="1072"/>
                </a:lnTo>
                <a:lnTo>
                  <a:pt x="417" y="1275"/>
                </a:lnTo>
                <a:lnTo>
                  <a:pt x="513" y="1449"/>
                </a:lnTo>
                <a:lnTo>
                  <a:pt x="513" y="1594"/>
                </a:lnTo>
                <a:lnTo>
                  <a:pt x="577" y="1739"/>
                </a:lnTo>
                <a:lnTo>
                  <a:pt x="641" y="1913"/>
                </a:lnTo>
                <a:lnTo>
                  <a:pt x="641" y="2058"/>
                </a:lnTo>
                <a:lnTo>
                  <a:pt x="737" y="2203"/>
                </a:lnTo>
                <a:lnTo>
                  <a:pt x="802" y="2406"/>
                </a:lnTo>
                <a:lnTo>
                  <a:pt x="802" y="2580"/>
                </a:lnTo>
                <a:lnTo>
                  <a:pt x="866" y="2725"/>
                </a:lnTo>
                <a:lnTo>
                  <a:pt x="930" y="2870"/>
                </a:lnTo>
                <a:lnTo>
                  <a:pt x="930" y="3044"/>
                </a:lnTo>
                <a:lnTo>
                  <a:pt x="1026" y="3189"/>
                </a:lnTo>
                <a:lnTo>
                  <a:pt x="1026" y="3334"/>
                </a:lnTo>
                <a:lnTo>
                  <a:pt x="1090" y="3537"/>
                </a:lnTo>
                <a:lnTo>
                  <a:pt x="1154" y="3711"/>
                </a:lnTo>
                <a:lnTo>
                  <a:pt x="1154" y="3856"/>
                </a:lnTo>
                <a:lnTo>
                  <a:pt x="1251" y="4001"/>
                </a:lnTo>
                <a:lnTo>
                  <a:pt x="1251" y="4175"/>
                </a:lnTo>
                <a:lnTo>
                  <a:pt x="1315" y="4320"/>
                </a:lnTo>
                <a:lnTo>
                  <a:pt x="1315" y="4465"/>
                </a:lnTo>
                <a:lnTo>
                  <a:pt x="1379" y="4668"/>
                </a:lnTo>
                <a:lnTo>
                  <a:pt x="1379" y="4842"/>
                </a:lnTo>
                <a:lnTo>
                  <a:pt x="1443" y="4987"/>
                </a:lnTo>
                <a:lnTo>
                  <a:pt x="1443" y="5132"/>
                </a:lnTo>
                <a:lnTo>
                  <a:pt x="1539" y="5393"/>
                </a:lnTo>
                <a:lnTo>
                  <a:pt x="1604" y="5596"/>
                </a:lnTo>
                <a:lnTo>
                  <a:pt x="1604" y="5770"/>
                </a:lnTo>
                <a:lnTo>
                  <a:pt x="1668" y="5915"/>
                </a:lnTo>
                <a:lnTo>
                  <a:pt x="1668" y="6118"/>
                </a:lnTo>
                <a:lnTo>
                  <a:pt x="1732" y="6263"/>
                </a:lnTo>
                <a:lnTo>
                  <a:pt x="1732" y="6437"/>
                </a:lnTo>
                <a:lnTo>
                  <a:pt x="1828" y="6639"/>
                </a:lnTo>
                <a:lnTo>
                  <a:pt x="1828" y="6784"/>
                </a:lnTo>
                <a:lnTo>
                  <a:pt x="1892" y="6987"/>
                </a:lnTo>
                <a:lnTo>
                  <a:pt x="1892" y="7190"/>
                </a:lnTo>
                <a:lnTo>
                  <a:pt x="1956" y="7393"/>
                </a:lnTo>
                <a:lnTo>
                  <a:pt x="1956" y="7567"/>
                </a:lnTo>
                <a:lnTo>
                  <a:pt x="2053" y="7712"/>
                </a:lnTo>
                <a:lnTo>
                  <a:pt x="2053" y="7915"/>
                </a:lnTo>
                <a:lnTo>
                  <a:pt x="2117" y="8118"/>
                </a:lnTo>
                <a:lnTo>
                  <a:pt x="2117" y="8321"/>
                </a:lnTo>
                <a:lnTo>
                  <a:pt x="2181" y="8582"/>
                </a:lnTo>
                <a:lnTo>
                  <a:pt x="2245" y="8843"/>
                </a:lnTo>
                <a:lnTo>
                  <a:pt x="2245" y="8988"/>
                </a:lnTo>
                <a:lnTo>
                  <a:pt x="2245" y="9162"/>
                </a:lnTo>
                <a:lnTo>
                  <a:pt x="2341" y="9307"/>
                </a:lnTo>
                <a:lnTo>
                  <a:pt x="2341" y="9452"/>
                </a:lnTo>
                <a:lnTo>
                  <a:pt x="2406" y="9713"/>
                </a:lnTo>
                <a:lnTo>
                  <a:pt x="2406" y="9974"/>
                </a:lnTo>
                <a:lnTo>
                  <a:pt x="2470" y="10119"/>
                </a:lnTo>
                <a:lnTo>
                  <a:pt x="2470" y="10293"/>
                </a:lnTo>
                <a:lnTo>
                  <a:pt x="2534" y="10496"/>
                </a:lnTo>
                <a:lnTo>
                  <a:pt x="2534" y="10641"/>
                </a:lnTo>
                <a:lnTo>
                  <a:pt x="2630" y="10844"/>
                </a:lnTo>
                <a:lnTo>
                  <a:pt x="2630" y="11047"/>
                </a:lnTo>
                <a:lnTo>
                  <a:pt x="2694" y="11250"/>
                </a:lnTo>
                <a:lnTo>
                  <a:pt x="2694" y="11424"/>
                </a:lnTo>
                <a:lnTo>
                  <a:pt x="2694" y="11569"/>
                </a:lnTo>
                <a:lnTo>
                  <a:pt x="2758" y="11714"/>
                </a:lnTo>
                <a:lnTo>
                  <a:pt x="2758" y="11888"/>
                </a:lnTo>
                <a:lnTo>
                  <a:pt x="2855" y="12091"/>
                </a:lnTo>
                <a:lnTo>
                  <a:pt x="2855" y="12294"/>
                </a:lnTo>
                <a:lnTo>
                  <a:pt x="2855" y="12439"/>
                </a:lnTo>
                <a:lnTo>
                  <a:pt x="2919" y="12642"/>
                </a:lnTo>
                <a:lnTo>
                  <a:pt x="2919" y="12845"/>
                </a:lnTo>
                <a:lnTo>
                  <a:pt x="2983" y="13019"/>
                </a:lnTo>
                <a:lnTo>
                  <a:pt x="2983" y="13163"/>
                </a:lnTo>
                <a:lnTo>
                  <a:pt x="2983" y="13366"/>
                </a:lnTo>
                <a:lnTo>
                  <a:pt x="3047" y="13569"/>
                </a:lnTo>
                <a:lnTo>
                  <a:pt x="3047" y="13772"/>
                </a:lnTo>
                <a:lnTo>
                  <a:pt x="3143" y="13975"/>
                </a:lnTo>
                <a:lnTo>
                  <a:pt x="3143" y="14149"/>
                </a:lnTo>
                <a:lnTo>
                  <a:pt x="3143" y="14294"/>
                </a:lnTo>
                <a:lnTo>
                  <a:pt x="3208" y="14497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492551" y="3342500"/>
            <a:ext cx="3208" cy="25719"/>
          </a:xfrm>
          <a:custGeom>
            <a:avLst/>
            <a:gdLst/>
            <a:ahLst/>
            <a:cxnLst/>
            <a:rect l="l" t="t" r="r" b="b"/>
            <a:pathLst>
              <a:path w="3208" h="25719">
                <a:moveTo>
                  <a:pt x="0" y="0"/>
                </a:moveTo>
                <a:lnTo>
                  <a:pt x="0" y="202"/>
                </a:lnTo>
                <a:lnTo>
                  <a:pt x="64" y="405"/>
                </a:lnTo>
                <a:lnTo>
                  <a:pt x="64" y="608"/>
                </a:lnTo>
                <a:lnTo>
                  <a:pt x="160" y="782"/>
                </a:lnTo>
                <a:lnTo>
                  <a:pt x="160" y="927"/>
                </a:lnTo>
                <a:lnTo>
                  <a:pt x="160" y="1130"/>
                </a:lnTo>
                <a:lnTo>
                  <a:pt x="224" y="1333"/>
                </a:lnTo>
                <a:lnTo>
                  <a:pt x="224" y="1536"/>
                </a:lnTo>
                <a:lnTo>
                  <a:pt x="288" y="1797"/>
                </a:lnTo>
                <a:lnTo>
                  <a:pt x="288" y="2000"/>
                </a:lnTo>
                <a:lnTo>
                  <a:pt x="288" y="2203"/>
                </a:lnTo>
                <a:lnTo>
                  <a:pt x="352" y="2377"/>
                </a:lnTo>
                <a:lnTo>
                  <a:pt x="352" y="2522"/>
                </a:lnTo>
                <a:lnTo>
                  <a:pt x="352" y="2667"/>
                </a:lnTo>
                <a:lnTo>
                  <a:pt x="449" y="2870"/>
                </a:lnTo>
                <a:lnTo>
                  <a:pt x="449" y="3044"/>
                </a:lnTo>
                <a:lnTo>
                  <a:pt x="449" y="3189"/>
                </a:lnTo>
                <a:lnTo>
                  <a:pt x="513" y="3334"/>
                </a:lnTo>
                <a:lnTo>
                  <a:pt x="513" y="3508"/>
                </a:lnTo>
                <a:lnTo>
                  <a:pt x="513" y="3653"/>
                </a:lnTo>
                <a:lnTo>
                  <a:pt x="577" y="3856"/>
                </a:lnTo>
                <a:lnTo>
                  <a:pt x="577" y="4001"/>
                </a:lnTo>
                <a:lnTo>
                  <a:pt x="577" y="4175"/>
                </a:lnTo>
                <a:lnTo>
                  <a:pt x="641" y="4320"/>
                </a:lnTo>
                <a:lnTo>
                  <a:pt x="641" y="4465"/>
                </a:lnTo>
                <a:lnTo>
                  <a:pt x="641" y="4639"/>
                </a:lnTo>
                <a:lnTo>
                  <a:pt x="641" y="4784"/>
                </a:lnTo>
                <a:lnTo>
                  <a:pt x="737" y="4929"/>
                </a:lnTo>
                <a:lnTo>
                  <a:pt x="737" y="5132"/>
                </a:lnTo>
                <a:lnTo>
                  <a:pt x="802" y="5393"/>
                </a:lnTo>
                <a:lnTo>
                  <a:pt x="802" y="5596"/>
                </a:lnTo>
                <a:lnTo>
                  <a:pt x="802" y="5857"/>
                </a:lnTo>
                <a:lnTo>
                  <a:pt x="866" y="6060"/>
                </a:lnTo>
                <a:lnTo>
                  <a:pt x="866" y="6321"/>
                </a:lnTo>
                <a:lnTo>
                  <a:pt x="962" y="6523"/>
                </a:lnTo>
                <a:lnTo>
                  <a:pt x="962" y="6784"/>
                </a:lnTo>
                <a:lnTo>
                  <a:pt x="1026" y="7045"/>
                </a:lnTo>
                <a:lnTo>
                  <a:pt x="1026" y="7248"/>
                </a:lnTo>
                <a:lnTo>
                  <a:pt x="1090" y="7509"/>
                </a:lnTo>
                <a:lnTo>
                  <a:pt x="1090" y="7654"/>
                </a:lnTo>
                <a:lnTo>
                  <a:pt x="1090" y="7857"/>
                </a:lnTo>
                <a:lnTo>
                  <a:pt x="1154" y="8118"/>
                </a:lnTo>
                <a:lnTo>
                  <a:pt x="1154" y="8379"/>
                </a:lnTo>
                <a:lnTo>
                  <a:pt x="1251" y="8640"/>
                </a:lnTo>
                <a:lnTo>
                  <a:pt x="1251" y="8843"/>
                </a:lnTo>
                <a:lnTo>
                  <a:pt x="1251" y="8988"/>
                </a:lnTo>
                <a:lnTo>
                  <a:pt x="1315" y="9249"/>
                </a:lnTo>
                <a:lnTo>
                  <a:pt x="1315" y="9510"/>
                </a:lnTo>
                <a:lnTo>
                  <a:pt x="1315" y="9771"/>
                </a:lnTo>
                <a:lnTo>
                  <a:pt x="1379" y="9974"/>
                </a:lnTo>
                <a:lnTo>
                  <a:pt x="1379" y="10119"/>
                </a:lnTo>
                <a:lnTo>
                  <a:pt x="1475" y="10380"/>
                </a:lnTo>
                <a:lnTo>
                  <a:pt x="1475" y="10641"/>
                </a:lnTo>
                <a:lnTo>
                  <a:pt x="1475" y="10902"/>
                </a:lnTo>
                <a:lnTo>
                  <a:pt x="1539" y="11047"/>
                </a:lnTo>
                <a:lnTo>
                  <a:pt x="1539" y="11308"/>
                </a:lnTo>
                <a:lnTo>
                  <a:pt x="1604" y="11511"/>
                </a:lnTo>
                <a:lnTo>
                  <a:pt x="1604" y="11772"/>
                </a:lnTo>
                <a:lnTo>
                  <a:pt x="1604" y="12033"/>
                </a:lnTo>
                <a:lnTo>
                  <a:pt x="1668" y="12178"/>
                </a:lnTo>
                <a:lnTo>
                  <a:pt x="1668" y="12439"/>
                </a:lnTo>
                <a:lnTo>
                  <a:pt x="1764" y="12700"/>
                </a:lnTo>
                <a:lnTo>
                  <a:pt x="1764" y="12845"/>
                </a:lnTo>
                <a:lnTo>
                  <a:pt x="1764" y="13105"/>
                </a:lnTo>
                <a:lnTo>
                  <a:pt x="1828" y="13366"/>
                </a:lnTo>
                <a:lnTo>
                  <a:pt x="1828" y="13627"/>
                </a:lnTo>
                <a:lnTo>
                  <a:pt x="1828" y="13772"/>
                </a:lnTo>
                <a:lnTo>
                  <a:pt x="1892" y="14033"/>
                </a:lnTo>
                <a:lnTo>
                  <a:pt x="1892" y="14294"/>
                </a:lnTo>
                <a:lnTo>
                  <a:pt x="1892" y="14439"/>
                </a:lnTo>
                <a:lnTo>
                  <a:pt x="1956" y="14700"/>
                </a:lnTo>
                <a:lnTo>
                  <a:pt x="1956" y="14903"/>
                </a:lnTo>
                <a:lnTo>
                  <a:pt x="2053" y="15164"/>
                </a:lnTo>
                <a:lnTo>
                  <a:pt x="2053" y="15425"/>
                </a:lnTo>
                <a:lnTo>
                  <a:pt x="2053" y="15570"/>
                </a:lnTo>
                <a:lnTo>
                  <a:pt x="2117" y="15831"/>
                </a:lnTo>
                <a:lnTo>
                  <a:pt x="2117" y="16092"/>
                </a:lnTo>
                <a:lnTo>
                  <a:pt x="2117" y="16353"/>
                </a:lnTo>
                <a:lnTo>
                  <a:pt x="2181" y="16498"/>
                </a:lnTo>
                <a:lnTo>
                  <a:pt x="2181" y="16817"/>
                </a:lnTo>
                <a:lnTo>
                  <a:pt x="2181" y="16962"/>
                </a:lnTo>
                <a:lnTo>
                  <a:pt x="2277" y="17223"/>
                </a:lnTo>
                <a:lnTo>
                  <a:pt x="2277" y="17484"/>
                </a:lnTo>
                <a:lnTo>
                  <a:pt x="2277" y="17629"/>
                </a:lnTo>
                <a:lnTo>
                  <a:pt x="2341" y="17890"/>
                </a:lnTo>
                <a:lnTo>
                  <a:pt x="2341" y="18093"/>
                </a:lnTo>
                <a:lnTo>
                  <a:pt x="2406" y="18354"/>
                </a:lnTo>
                <a:lnTo>
                  <a:pt x="2406" y="18615"/>
                </a:lnTo>
                <a:lnTo>
                  <a:pt x="2406" y="18760"/>
                </a:lnTo>
                <a:lnTo>
                  <a:pt x="2470" y="19079"/>
                </a:lnTo>
                <a:lnTo>
                  <a:pt x="2470" y="19224"/>
                </a:lnTo>
                <a:lnTo>
                  <a:pt x="2470" y="19485"/>
                </a:lnTo>
                <a:lnTo>
                  <a:pt x="2566" y="19745"/>
                </a:lnTo>
                <a:lnTo>
                  <a:pt x="2566" y="19948"/>
                </a:lnTo>
                <a:lnTo>
                  <a:pt x="2566" y="20093"/>
                </a:lnTo>
                <a:lnTo>
                  <a:pt x="2630" y="20354"/>
                </a:lnTo>
                <a:lnTo>
                  <a:pt x="2630" y="20673"/>
                </a:lnTo>
                <a:lnTo>
                  <a:pt x="2630" y="20818"/>
                </a:lnTo>
                <a:lnTo>
                  <a:pt x="2694" y="21079"/>
                </a:lnTo>
                <a:lnTo>
                  <a:pt x="2694" y="21398"/>
                </a:lnTo>
                <a:lnTo>
                  <a:pt x="2694" y="21543"/>
                </a:lnTo>
                <a:lnTo>
                  <a:pt x="2758" y="21688"/>
                </a:lnTo>
                <a:lnTo>
                  <a:pt x="2758" y="21949"/>
                </a:lnTo>
                <a:lnTo>
                  <a:pt x="2758" y="22152"/>
                </a:lnTo>
                <a:lnTo>
                  <a:pt x="2855" y="22413"/>
                </a:lnTo>
                <a:lnTo>
                  <a:pt x="2855" y="22732"/>
                </a:lnTo>
                <a:lnTo>
                  <a:pt x="2855" y="22877"/>
                </a:lnTo>
                <a:lnTo>
                  <a:pt x="2919" y="23138"/>
                </a:lnTo>
                <a:lnTo>
                  <a:pt x="2919" y="23341"/>
                </a:lnTo>
                <a:lnTo>
                  <a:pt x="2919" y="23602"/>
                </a:lnTo>
                <a:lnTo>
                  <a:pt x="2983" y="23747"/>
                </a:lnTo>
                <a:lnTo>
                  <a:pt x="2983" y="23950"/>
                </a:lnTo>
                <a:lnTo>
                  <a:pt x="2983" y="24211"/>
                </a:lnTo>
                <a:lnTo>
                  <a:pt x="3079" y="24530"/>
                </a:lnTo>
                <a:lnTo>
                  <a:pt x="3079" y="24675"/>
                </a:lnTo>
                <a:lnTo>
                  <a:pt x="3079" y="24994"/>
                </a:lnTo>
                <a:lnTo>
                  <a:pt x="3143" y="25139"/>
                </a:lnTo>
                <a:lnTo>
                  <a:pt x="3143" y="25458"/>
                </a:lnTo>
                <a:lnTo>
                  <a:pt x="3143" y="2560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495760" y="3368219"/>
            <a:ext cx="3143" cy="34330"/>
          </a:xfrm>
          <a:custGeom>
            <a:avLst/>
            <a:gdLst/>
            <a:ahLst/>
            <a:cxnLst/>
            <a:rect l="l" t="t" r="r" b="b"/>
            <a:pathLst>
              <a:path w="3143" h="34330">
                <a:moveTo>
                  <a:pt x="0" y="0"/>
                </a:moveTo>
                <a:lnTo>
                  <a:pt x="0" y="144"/>
                </a:lnTo>
                <a:lnTo>
                  <a:pt x="0" y="347"/>
                </a:lnTo>
                <a:lnTo>
                  <a:pt x="0" y="608"/>
                </a:lnTo>
                <a:lnTo>
                  <a:pt x="64" y="811"/>
                </a:lnTo>
                <a:lnTo>
                  <a:pt x="64" y="956"/>
                </a:lnTo>
                <a:lnTo>
                  <a:pt x="64" y="1275"/>
                </a:lnTo>
                <a:lnTo>
                  <a:pt x="160" y="1420"/>
                </a:lnTo>
                <a:lnTo>
                  <a:pt x="160" y="1739"/>
                </a:lnTo>
                <a:lnTo>
                  <a:pt x="160" y="1884"/>
                </a:lnTo>
                <a:lnTo>
                  <a:pt x="224" y="2203"/>
                </a:lnTo>
                <a:lnTo>
                  <a:pt x="224" y="2348"/>
                </a:lnTo>
                <a:lnTo>
                  <a:pt x="224" y="2667"/>
                </a:lnTo>
                <a:lnTo>
                  <a:pt x="288" y="2812"/>
                </a:lnTo>
                <a:lnTo>
                  <a:pt x="288" y="3015"/>
                </a:lnTo>
                <a:lnTo>
                  <a:pt x="288" y="3276"/>
                </a:lnTo>
                <a:lnTo>
                  <a:pt x="288" y="3479"/>
                </a:lnTo>
                <a:lnTo>
                  <a:pt x="384" y="3740"/>
                </a:lnTo>
                <a:lnTo>
                  <a:pt x="384" y="3943"/>
                </a:lnTo>
                <a:lnTo>
                  <a:pt x="449" y="4262"/>
                </a:lnTo>
                <a:lnTo>
                  <a:pt x="449" y="4407"/>
                </a:lnTo>
                <a:lnTo>
                  <a:pt x="449" y="4726"/>
                </a:lnTo>
                <a:lnTo>
                  <a:pt x="449" y="4871"/>
                </a:lnTo>
                <a:lnTo>
                  <a:pt x="513" y="5074"/>
                </a:lnTo>
                <a:lnTo>
                  <a:pt x="513" y="5335"/>
                </a:lnTo>
                <a:lnTo>
                  <a:pt x="513" y="5538"/>
                </a:lnTo>
                <a:lnTo>
                  <a:pt x="577" y="5857"/>
                </a:lnTo>
                <a:lnTo>
                  <a:pt x="577" y="6002"/>
                </a:lnTo>
                <a:lnTo>
                  <a:pt x="577" y="6205"/>
                </a:lnTo>
                <a:lnTo>
                  <a:pt x="673" y="6466"/>
                </a:lnTo>
                <a:lnTo>
                  <a:pt x="673" y="6668"/>
                </a:lnTo>
                <a:lnTo>
                  <a:pt x="673" y="6987"/>
                </a:lnTo>
                <a:lnTo>
                  <a:pt x="673" y="7132"/>
                </a:lnTo>
                <a:lnTo>
                  <a:pt x="737" y="7335"/>
                </a:lnTo>
                <a:lnTo>
                  <a:pt x="737" y="7654"/>
                </a:lnTo>
                <a:lnTo>
                  <a:pt x="737" y="7799"/>
                </a:lnTo>
                <a:lnTo>
                  <a:pt x="802" y="8002"/>
                </a:lnTo>
                <a:lnTo>
                  <a:pt x="802" y="8263"/>
                </a:lnTo>
                <a:lnTo>
                  <a:pt x="802" y="8466"/>
                </a:lnTo>
                <a:lnTo>
                  <a:pt x="866" y="8785"/>
                </a:lnTo>
                <a:lnTo>
                  <a:pt x="866" y="8930"/>
                </a:lnTo>
                <a:lnTo>
                  <a:pt x="866" y="9133"/>
                </a:lnTo>
                <a:lnTo>
                  <a:pt x="962" y="9452"/>
                </a:lnTo>
                <a:lnTo>
                  <a:pt x="962" y="9597"/>
                </a:lnTo>
                <a:lnTo>
                  <a:pt x="962" y="9800"/>
                </a:lnTo>
                <a:lnTo>
                  <a:pt x="962" y="10119"/>
                </a:lnTo>
                <a:lnTo>
                  <a:pt x="1026" y="10264"/>
                </a:lnTo>
                <a:lnTo>
                  <a:pt x="1026" y="10438"/>
                </a:lnTo>
                <a:lnTo>
                  <a:pt x="1026" y="10583"/>
                </a:lnTo>
                <a:lnTo>
                  <a:pt x="1026" y="10786"/>
                </a:lnTo>
                <a:lnTo>
                  <a:pt x="1090" y="10931"/>
                </a:lnTo>
                <a:lnTo>
                  <a:pt x="1090" y="11105"/>
                </a:lnTo>
                <a:lnTo>
                  <a:pt x="1090" y="11250"/>
                </a:lnTo>
                <a:lnTo>
                  <a:pt x="1090" y="11453"/>
                </a:lnTo>
                <a:lnTo>
                  <a:pt x="1186" y="11772"/>
                </a:lnTo>
                <a:lnTo>
                  <a:pt x="1186" y="11975"/>
                </a:lnTo>
                <a:lnTo>
                  <a:pt x="1186" y="12120"/>
                </a:lnTo>
                <a:lnTo>
                  <a:pt x="1186" y="12323"/>
                </a:lnTo>
                <a:lnTo>
                  <a:pt x="1251" y="12642"/>
                </a:lnTo>
                <a:lnTo>
                  <a:pt x="1251" y="12787"/>
                </a:lnTo>
                <a:lnTo>
                  <a:pt x="1251" y="12990"/>
                </a:lnTo>
                <a:lnTo>
                  <a:pt x="1315" y="13308"/>
                </a:lnTo>
                <a:lnTo>
                  <a:pt x="1315" y="13453"/>
                </a:lnTo>
                <a:lnTo>
                  <a:pt x="1315" y="13656"/>
                </a:lnTo>
                <a:lnTo>
                  <a:pt x="1315" y="13830"/>
                </a:lnTo>
                <a:lnTo>
                  <a:pt x="1315" y="13975"/>
                </a:lnTo>
                <a:lnTo>
                  <a:pt x="1379" y="14178"/>
                </a:lnTo>
                <a:lnTo>
                  <a:pt x="1379" y="14323"/>
                </a:lnTo>
                <a:lnTo>
                  <a:pt x="1379" y="14497"/>
                </a:lnTo>
                <a:lnTo>
                  <a:pt x="1379" y="14642"/>
                </a:lnTo>
                <a:lnTo>
                  <a:pt x="1475" y="14845"/>
                </a:lnTo>
                <a:lnTo>
                  <a:pt x="1475" y="15048"/>
                </a:lnTo>
                <a:lnTo>
                  <a:pt x="1475" y="15367"/>
                </a:lnTo>
                <a:lnTo>
                  <a:pt x="1475" y="15512"/>
                </a:lnTo>
                <a:lnTo>
                  <a:pt x="1539" y="15715"/>
                </a:lnTo>
                <a:lnTo>
                  <a:pt x="1539" y="15918"/>
                </a:lnTo>
                <a:lnTo>
                  <a:pt x="1539" y="16237"/>
                </a:lnTo>
                <a:lnTo>
                  <a:pt x="1604" y="16382"/>
                </a:lnTo>
                <a:lnTo>
                  <a:pt x="1604" y="16556"/>
                </a:lnTo>
                <a:lnTo>
                  <a:pt x="1604" y="16759"/>
                </a:lnTo>
                <a:lnTo>
                  <a:pt x="1604" y="16904"/>
                </a:lnTo>
                <a:lnTo>
                  <a:pt x="1604" y="17107"/>
                </a:lnTo>
                <a:lnTo>
                  <a:pt x="1668" y="17426"/>
                </a:lnTo>
                <a:lnTo>
                  <a:pt x="1668" y="17629"/>
                </a:lnTo>
                <a:lnTo>
                  <a:pt x="1668" y="17774"/>
                </a:lnTo>
                <a:lnTo>
                  <a:pt x="1764" y="17977"/>
                </a:lnTo>
                <a:lnTo>
                  <a:pt x="1764" y="18180"/>
                </a:lnTo>
                <a:lnTo>
                  <a:pt x="1764" y="18499"/>
                </a:lnTo>
                <a:lnTo>
                  <a:pt x="1764" y="18644"/>
                </a:lnTo>
                <a:lnTo>
                  <a:pt x="1828" y="18818"/>
                </a:lnTo>
                <a:lnTo>
                  <a:pt x="1828" y="19021"/>
                </a:lnTo>
                <a:lnTo>
                  <a:pt x="1828" y="19166"/>
                </a:lnTo>
                <a:lnTo>
                  <a:pt x="1828" y="19369"/>
                </a:lnTo>
                <a:lnTo>
                  <a:pt x="1892" y="19571"/>
                </a:lnTo>
                <a:lnTo>
                  <a:pt x="1892" y="19890"/>
                </a:lnTo>
                <a:lnTo>
                  <a:pt x="1892" y="20093"/>
                </a:lnTo>
                <a:lnTo>
                  <a:pt x="1892" y="20238"/>
                </a:lnTo>
                <a:lnTo>
                  <a:pt x="1988" y="20412"/>
                </a:lnTo>
                <a:lnTo>
                  <a:pt x="1988" y="20615"/>
                </a:lnTo>
                <a:lnTo>
                  <a:pt x="1988" y="20760"/>
                </a:lnTo>
                <a:lnTo>
                  <a:pt x="1988" y="20963"/>
                </a:lnTo>
                <a:lnTo>
                  <a:pt x="2053" y="21166"/>
                </a:lnTo>
                <a:lnTo>
                  <a:pt x="2053" y="21485"/>
                </a:lnTo>
                <a:lnTo>
                  <a:pt x="2053" y="21688"/>
                </a:lnTo>
                <a:lnTo>
                  <a:pt x="2053" y="21833"/>
                </a:lnTo>
                <a:lnTo>
                  <a:pt x="2117" y="22036"/>
                </a:lnTo>
                <a:lnTo>
                  <a:pt x="2117" y="22210"/>
                </a:lnTo>
                <a:lnTo>
                  <a:pt x="2117" y="22355"/>
                </a:lnTo>
                <a:lnTo>
                  <a:pt x="2117" y="22558"/>
                </a:lnTo>
                <a:lnTo>
                  <a:pt x="2117" y="22761"/>
                </a:lnTo>
                <a:lnTo>
                  <a:pt x="2181" y="23080"/>
                </a:lnTo>
                <a:lnTo>
                  <a:pt x="2181" y="23283"/>
                </a:lnTo>
                <a:lnTo>
                  <a:pt x="2181" y="23486"/>
                </a:lnTo>
                <a:lnTo>
                  <a:pt x="2277" y="23631"/>
                </a:lnTo>
                <a:lnTo>
                  <a:pt x="2277" y="23805"/>
                </a:lnTo>
                <a:lnTo>
                  <a:pt x="2277" y="24008"/>
                </a:lnTo>
                <a:lnTo>
                  <a:pt x="2277" y="24153"/>
                </a:lnTo>
                <a:lnTo>
                  <a:pt x="2277" y="24356"/>
                </a:lnTo>
                <a:lnTo>
                  <a:pt x="2341" y="24559"/>
                </a:lnTo>
                <a:lnTo>
                  <a:pt x="2341" y="24762"/>
                </a:lnTo>
                <a:lnTo>
                  <a:pt x="2341" y="25081"/>
                </a:lnTo>
                <a:lnTo>
                  <a:pt x="2406" y="25284"/>
                </a:lnTo>
                <a:lnTo>
                  <a:pt x="2406" y="25487"/>
                </a:lnTo>
                <a:lnTo>
                  <a:pt x="2406" y="25806"/>
                </a:lnTo>
                <a:lnTo>
                  <a:pt x="2406" y="26009"/>
                </a:lnTo>
                <a:lnTo>
                  <a:pt x="2502" y="26153"/>
                </a:lnTo>
                <a:lnTo>
                  <a:pt x="2502" y="26356"/>
                </a:lnTo>
                <a:lnTo>
                  <a:pt x="2502" y="26530"/>
                </a:lnTo>
                <a:lnTo>
                  <a:pt x="2502" y="26733"/>
                </a:lnTo>
                <a:lnTo>
                  <a:pt x="2566" y="26878"/>
                </a:lnTo>
                <a:lnTo>
                  <a:pt x="2566" y="27081"/>
                </a:lnTo>
                <a:lnTo>
                  <a:pt x="2566" y="27284"/>
                </a:lnTo>
                <a:lnTo>
                  <a:pt x="2566" y="27487"/>
                </a:lnTo>
                <a:lnTo>
                  <a:pt x="2630" y="27806"/>
                </a:lnTo>
                <a:lnTo>
                  <a:pt x="2630" y="28009"/>
                </a:lnTo>
                <a:lnTo>
                  <a:pt x="2630" y="28212"/>
                </a:lnTo>
                <a:lnTo>
                  <a:pt x="2694" y="28531"/>
                </a:lnTo>
                <a:lnTo>
                  <a:pt x="2694" y="28734"/>
                </a:lnTo>
                <a:lnTo>
                  <a:pt x="2694" y="28937"/>
                </a:lnTo>
                <a:lnTo>
                  <a:pt x="2694" y="29140"/>
                </a:lnTo>
                <a:lnTo>
                  <a:pt x="2694" y="29285"/>
                </a:lnTo>
                <a:lnTo>
                  <a:pt x="2790" y="29459"/>
                </a:lnTo>
                <a:lnTo>
                  <a:pt x="2790" y="29662"/>
                </a:lnTo>
                <a:lnTo>
                  <a:pt x="2790" y="29865"/>
                </a:lnTo>
                <a:lnTo>
                  <a:pt x="2790" y="30010"/>
                </a:lnTo>
                <a:lnTo>
                  <a:pt x="2855" y="30213"/>
                </a:lnTo>
                <a:lnTo>
                  <a:pt x="2855" y="30387"/>
                </a:lnTo>
                <a:lnTo>
                  <a:pt x="2855" y="30590"/>
                </a:lnTo>
                <a:lnTo>
                  <a:pt x="2855" y="30793"/>
                </a:lnTo>
                <a:lnTo>
                  <a:pt x="2855" y="30938"/>
                </a:lnTo>
                <a:lnTo>
                  <a:pt x="2919" y="31141"/>
                </a:lnTo>
                <a:lnTo>
                  <a:pt x="2919" y="31344"/>
                </a:lnTo>
                <a:lnTo>
                  <a:pt x="2919" y="31518"/>
                </a:lnTo>
                <a:lnTo>
                  <a:pt x="2919" y="31721"/>
                </a:lnTo>
                <a:lnTo>
                  <a:pt x="2919" y="31866"/>
                </a:lnTo>
                <a:lnTo>
                  <a:pt x="2983" y="32069"/>
                </a:lnTo>
                <a:lnTo>
                  <a:pt x="2983" y="32272"/>
                </a:lnTo>
                <a:lnTo>
                  <a:pt x="2983" y="32475"/>
                </a:lnTo>
                <a:lnTo>
                  <a:pt x="2983" y="32648"/>
                </a:lnTo>
                <a:lnTo>
                  <a:pt x="3079" y="32851"/>
                </a:lnTo>
                <a:lnTo>
                  <a:pt x="3079" y="32996"/>
                </a:lnTo>
                <a:lnTo>
                  <a:pt x="3079" y="33199"/>
                </a:lnTo>
                <a:lnTo>
                  <a:pt x="3079" y="33402"/>
                </a:lnTo>
                <a:lnTo>
                  <a:pt x="3079" y="33605"/>
                </a:lnTo>
                <a:lnTo>
                  <a:pt x="3143" y="33779"/>
                </a:lnTo>
                <a:lnTo>
                  <a:pt x="3143" y="33924"/>
                </a:lnTo>
                <a:lnTo>
                  <a:pt x="3143" y="34127"/>
                </a:lnTo>
                <a:lnTo>
                  <a:pt x="3143" y="3433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498903" y="3402550"/>
            <a:ext cx="3208" cy="39549"/>
          </a:xfrm>
          <a:custGeom>
            <a:avLst/>
            <a:gdLst/>
            <a:ahLst/>
            <a:cxnLst/>
            <a:rect l="l" t="t" r="r" b="b"/>
            <a:pathLst>
              <a:path w="3208" h="39549">
                <a:moveTo>
                  <a:pt x="0" y="0"/>
                </a:moveTo>
                <a:lnTo>
                  <a:pt x="64" y="202"/>
                </a:lnTo>
                <a:lnTo>
                  <a:pt x="64" y="405"/>
                </a:lnTo>
                <a:lnTo>
                  <a:pt x="64" y="579"/>
                </a:lnTo>
                <a:lnTo>
                  <a:pt x="64" y="724"/>
                </a:lnTo>
                <a:lnTo>
                  <a:pt x="64" y="927"/>
                </a:lnTo>
                <a:lnTo>
                  <a:pt x="160" y="1130"/>
                </a:lnTo>
                <a:lnTo>
                  <a:pt x="160" y="1333"/>
                </a:lnTo>
                <a:lnTo>
                  <a:pt x="160" y="1536"/>
                </a:lnTo>
                <a:lnTo>
                  <a:pt x="160" y="1710"/>
                </a:lnTo>
                <a:lnTo>
                  <a:pt x="224" y="1913"/>
                </a:lnTo>
                <a:lnTo>
                  <a:pt x="224" y="2058"/>
                </a:lnTo>
                <a:lnTo>
                  <a:pt x="224" y="2261"/>
                </a:lnTo>
                <a:lnTo>
                  <a:pt x="224" y="2464"/>
                </a:lnTo>
                <a:lnTo>
                  <a:pt x="224" y="2667"/>
                </a:lnTo>
                <a:lnTo>
                  <a:pt x="288" y="2841"/>
                </a:lnTo>
                <a:lnTo>
                  <a:pt x="288" y="3044"/>
                </a:lnTo>
                <a:lnTo>
                  <a:pt x="288" y="3247"/>
                </a:lnTo>
                <a:lnTo>
                  <a:pt x="288" y="3392"/>
                </a:lnTo>
                <a:lnTo>
                  <a:pt x="352" y="3595"/>
                </a:lnTo>
                <a:lnTo>
                  <a:pt x="352" y="3798"/>
                </a:lnTo>
                <a:lnTo>
                  <a:pt x="352" y="3972"/>
                </a:lnTo>
                <a:lnTo>
                  <a:pt x="352" y="4175"/>
                </a:lnTo>
                <a:lnTo>
                  <a:pt x="352" y="4378"/>
                </a:lnTo>
                <a:lnTo>
                  <a:pt x="449" y="4581"/>
                </a:lnTo>
                <a:lnTo>
                  <a:pt x="449" y="4784"/>
                </a:lnTo>
                <a:lnTo>
                  <a:pt x="449" y="4929"/>
                </a:lnTo>
                <a:lnTo>
                  <a:pt x="449" y="5103"/>
                </a:lnTo>
                <a:lnTo>
                  <a:pt x="513" y="5306"/>
                </a:lnTo>
                <a:lnTo>
                  <a:pt x="513" y="5509"/>
                </a:lnTo>
                <a:lnTo>
                  <a:pt x="513" y="5712"/>
                </a:lnTo>
                <a:lnTo>
                  <a:pt x="513" y="5915"/>
                </a:lnTo>
                <a:lnTo>
                  <a:pt x="513" y="6118"/>
                </a:lnTo>
                <a:lnTo>
                  <a:pt x="577" y="6321"/>
                </a:lnTo>
                <a:lnTo>
                  <a:pt x="577" y="6523"/>
                </a:lnTo>
                <a:lnTo>
                  <a:pt x="577" y="6697"/>
                </a:lnTo>
                <a:lnTo>
                  <a:pt x="577" y="6842"/>
                </a:lnTo>
                <a:lnTo>
                  <a:pt x="577" y="7045"/>
                </a:lnTo>
                <a:lnTo>
                  <a:pt x="673" y="7248"/>
                </a:lnTo>
                <a:lnTo>
                  <a:pt x="673" y="7451"/>
                </a:lnTo>
                <a:lnTo>
                  <a:pt x="673" y="7654"/>
                </a:lnTo>
                <a:lnTo>
                  <a:pt x="673" y="7828"/>
                </a:lnTo>
                <a:lnTo>
                  <a:pt x="737" y="8031"/>
                </a:lnTo>
                <a:lnTo>
                  <a:pt x="737" y="8234"/>
                </a:lnTo>
                <a:lnTo>
                  <a:pt x="737" y="8437"/>
                </a:lnTo>
                <a:lnTo>
                  <a:pt x="737" y="8640"/>
                </a:lnTo>
                <a:lnTo>
                  <a:pt x="737" y="8843"/>
                </a:lnTo>
                <a:lnTo>
                  <a:pt x="802" y="9162"/>
                </a:lnTo>
                <a:lnTo>
                  <a:pt x="802" y="9365"/>
                </a:lnTo>
                <a:lnTo>
                  <a:pt x="802" y="9568"/>
                </a:lnTo>
                <a:lnTo>
                  <a:pt x="866" y="9771"/>
                </a:lnTo>
                <a:lnTo>
                  <a:pt x="866" y="9974"/>
                </a:lnTo>
                <a:lnTo>
                  <a:pt x="866" y="10177"/>
                </a:lnTo>
                <a:lnTo>
                  <a:pt x="866" y="10380"/>
                </a:lnTo>
                <a:lnTo>
                  <a:pt x="866" y="10554"/>
                </a:lnTo>
                <a:lnTo>
                  <a:pt x="962" y="10757"/>
                </a:lnTo>
                <a:lnTo>
                  <a:pt x="962" y="10960"/>
                </a:lnTo>
                <a:lnTo>
                  <a:pt x="962" y="11163"/>
                </a:lnTo>
                <a:lnTo>
                  <a:pt x="962" y="11366"/>
                </a:lnTo>
                <a:lnTo>
                  <a:pt x="1026" y="11569"/>
                </a:lnTo>
                <a:lnTo>
                  <a:pt x="1026" y="11888"/>
                </a:lnTo>
                <a:lnTo>
                  <a:pt x="1026" y="12091"/>
                </a:lnTo>
                <a:lnTo>
                  <a:pt x="1026" y="12294"/>
                </a:lnTo>
                <a:lnTo>
                  <a:pt x="1090" y="12497"/>
                </a:lnTo>
                <a:lnTo>
                  <a:pt x="1090" y="12700"/>
                </a:lnTo>
                <a:lnTo>
                  <a:pt x="1090" y="12903"/>
                </a:lnTo>
                <a:lnTo>
                  <a:pt x="1090" y="13105"/>
                </a:lnTo>
                <a:lnTo>
                  <a:pt x="1154" y="13279"/>
                </a:lnTo>
                <a:lnTo>
                  <a:pt x="1154" y="13482"/>
                </a:lnTo>
                <a:lnTo>
                  <a:pt x="1154" y="13685"/>
                </a:lnTo>
                <a:lnTo>
                  <a:pt x="1154" y="13888"/>
                </a:lnTo>
                <a:lnTo>
                  <a:pt x="1154" y="14091"/>
                </a:lnTo>
                <a:lnTo>
                  <a:pt x="1251" y="14294"/>
                </a:lnTo>
                <a:lnTo>
                  <a:pt x="1251" y="14497"/>
                </a:lnTo>
                <a:lnTo>
                  <a:pt x="1251" y="14700"/>
                </a:lnTo>
                <a:lnTo>
                  <a:pt x="1251" y="14903"/>
                </a:lnTo>
                <a:lnTo>
                  <a:pt x="1315" y="15077"/>
                </a:lnTo>
                <a:lnTo>
                  <a:pt x="1315" y="15280"/>
                </a:lnTo>
                <a:lnTo>
                  <a:pt x="1315" y="15483"/>
                </a:lnTo>
                <a:lnTo>
                  <a:pt x="1315" y="15686"/>
                </a:lnTo>
                <a:lnTo>
                  <a:pt x="1315" y="15889"/>
                </a:lnTo>
                <a:lnTo>
                  <a:pt x="1379" y="16092"/>
                </a:lnTo>
                <a:lnTo>
                  <a:pt x="1379" y="16295"/>
                </a:lnTo>
                <a:lnTo>
                  <a:pt x="1379" y="16498"/>
                </a:lnTo>
                <a:lnTo>
                  <a:pt x="1379" y="16672"/>
                </a:lnTo>
                <a:lnTo>
                  <a:pt x="1379" y="16875"/>
                </a:lnTo>
                <a:lnTo>
                  <a:pt x="1475" y="17020"/>
                </a:lnTo>
                <a:lnTo>
                  <a:pt x="1475" y="17223"/>
                </a:lnTo>
                <a:lnTo>
                  <a:pt x="1475" y="17426"/>
                </a:lnTo>
                <a:lnTo>
                  <a:pt x="1475" y="17629"/>
                </a:lnTo>
                <a:lnTo>
                  <a:pt x="1539" y="17803"/>
                </a:lnTo>
                <a:lnTo>
                  <a:pt x="1539" y="18006"/>
                </a:lnTo>
                <a:lnTo>
                  <a:pt x="1539" y="18209"/>
                </a:lnTo>
                <a:lnTo>
                  <a:pt x="1539" y="18412"/>
                </a:lnTo>
                <a:lnTo>
                  <a:pt x="1539" y="18615"/>
                </a:lnTo>
                <a:lnTo>
                  <a:pt x="1604" y="18818"/>
                </a:lnTo>
                <a:lnTo>
                  <a:pt x="1604" y="19021"/>
                </a:lnTo>
                <a:lnTo>
                  <a:pt x="1604" y="19224"/>
                </a:lnTo>
                <a:lnTo>
                  <a:pt x="1604" y="19398"/>
                </a:lnTo>
                <a:lnTo>
                  <a:pt x="1668" y="19600"/>
                </a:lnTo>
                <a:lnTo>
                  <a:pt x="1668" y="19803"/>
                </a:lnTo>
                <a:lnTo>
                  <a:pt x="1668" y="20006"/>
                </a:lnTo>
                <a:lnTo>
                  <a:pt x="1668" y="20209"/>
                </a:lnTo>
                <a:lnTo>
                  <a:pt x="1668" y="20412"/>
                </a:lnTo>
                <a:lnTo>
                  <a:pt x="1764" y="20615"/>
                </a:lnTo>
                <a:lnTo>
                  <a:pt x="1764" y="20818"/>
                </a:lnTo>
                <a:lnTo>
                  <a:pt x="1764" y="20992"/>
                </a:lnTo>
                <a:lnTo>
                  <a:pt x="1764" y="21195"/>
                </a:lnTo>
                <a:lnTo>
                  <a:pt x="1828" y="21398"/>
                </a:lnTo>
                <a:lnTo>
                  <a:pt x="1828" y="21601"/>
                </a:lnTo>
                <a:lnTo>
                  <a:pt x="1828" y="21804"/>
                </a:lnTo>
                <a:lnTo>
                  <a:pt x="1828" y="22007"/>
                </a:lnTo>
                <a:lnTo>
                  <a:pt x="1828" y="22210"/>
                </a:lnTo>
                <a:lnTo>
                  <a:pt x="1892" y="22471"/>
                </a:lnTo>
                <a:lnTo>
                  <a:pt x="1892" y="22674"/>
                </a:lnTo>
                <a:lnTo>
                  <a:pt x="1892" y="22877"/>
                </a:lnTo>
                <a:lnTo>
                  <a:pt x="1892" y="23080"/>
                </a:lnTo>
                <a:lnTo>
                  <a:pt x="1956" y="23254"/>
                </a:lnTo>
                <a:lnTo>
                  <a:pt x="1956" y="23457"/>
                </a:lnTo>
                <a:lnTo>
                  <a:pt x="1956" y="23660"/>
                </a:lnTo>
                <a:lnTo>
                  <a:pt x="1956" y="23863"/>
                </a:lnTo>
                <a:lnTo>
                  <a:pt x="1956" y="24066"/>
                </a:lnTo>
                <a:lnTo>
                  <a:pt x="2053" y="24269"/>
                </a:lnTo>
                <a:lnTo>
                  <a:pt x="2053" y="24472"/>
                </a:lnTo>
                <a:lnTo>
                  <a:pt x="2053" y="24675"/>
                </a:lnTo>
                <a:lnTo>
                  <a:pt x="2053" y="24878"/>
                </a:lnTo>
                <a:lnTo>
                  <a:pt x="2117" y="25052"/>
                </a:lnTo>
                <a:lnTo>
                  <a:pt x="2117" y="25255"/>
                </a:lnTo>
                <a:lnTo>
                  <a:pt x="2117" y="25458"/>
                </a:lnTo>
                <a:lnTo>
                  <a:pt x="2117" y="25661"/>
                </a:lnTo>
                <a:lnTo>
                  <a:pt x="2117" y="25864"/>
                </a:lnTo>
                <a:lnTo>
                  <a:pt x="2181" y="26067"/>
                </a:lnTo>
                <a:lnTo>
                  <a:pt x="2181" y="26269"/>
                </a:lnTo>
                <a:lnTo>
                  <a:pt x="2181" y="26472"/>
                </a:lnTo>
                <a:lnTo>
                  <a:pt x="2181" y="26646"/>
                </a:lnTo>
                <a:lnTo>
                  <a:pt x="2181" y="26849"/>
                </a:lnTo>
                <a:lnTo>
                  <a:pt x="2277" y="27052"/>
                </a:lnTo>
                <a:lnTo>
                  <a:pt x="2277" y="27255"/>
                </a:lnTo>
                <a:lnTo>
                  <a:pt x="2277" y="27458"/>
                </a:lnTo>
                <a:lnTo>
                  <a:pt x="2277" y="27661"/>
                </a:lnTo>
                <a:lnTo>
                  <a:pt x="2341" y="27864"/>
                </a:lnTo>
                <a:lnTo>
                  <a:pt x="2341" y="28067"/>
                </a:lnTo>
                <a:lnTo>
                  <a:pt x="2341" y="28241"/>
                </a:lnTo>
                <a:lnTo>
                  <a:pt x="2341" y="28531"/>
                </a:lnTo>
                <a:lnTo>
                  <a:pt x="2341" y="28734"/>
                </a:lnTo>
                <a:lnTo>
                  <a:pt x="2406" y="28908"/>
                </a:lnTo>
                <a:lnTo>
                  <a:pt x="2406" y="29111"/>
                </a:lnTo>
                <a:lnTo>
                  <a:pt x="2406" y="29314"/>
                </a:lnTo>
                <a:lnTo>
                  <a:pt x="2406" y="29517"/>
                </a:lnTo>
                <a:lnTo>
                  <a:pt x="2470" y="29720"/>
                </a:lnTo>
                <a:lnTo>
                  <a:pt x="2470" y="29923"/>
                </a:lnTo>
                <a:lnTo>
                  <a:pt x="2470" y="30126"/>
                </a:lnTo>
                <a:lnTo>
                  <a:pt x="2470" y="30329"/>
                </a:lnTo>
                <a:lnTo>
                  <a:pt x="2470" y="30503"/>
                </a:lnTo>
                <a:lnTo>
                  <a:pt x="2566" y="30706"/>
                </a:lnTo>
                <a:lnTo>
                  <a:pt x="2566" y="30909"/>
                </a:lnTo>
                <a:lnTo>
                  <a:pt x="2566" y="31112"/>
                </a:lnTo>
                <a:lnTo>
                  <a:pt x="2566" y="31315"/>
                </a:lnTo>
                <a:lnTo>
                  <a:pt x="2630" y="31518"/>
                </a:lnTo>
                <a:lnTo>
                  <a:pt x="2630" y="31721"/>
                </a:lnTo>
                <a:lnTo>
                  <a:pt x="2630" y="31982"/>
                </a:lnTo>
                <a:lnTo>
                  <a:pt x="2630" y="32185"/>
                </a:lnTo>
                <a:lnTo>
                  <a:pt x="2630" y="32388"/>
                </a:lnTo>
                <a:lnTo>
                  <a:pt x="2694" y="32591"/>
                </a:lnTo>
                <a:lnTo>
                  <a:pt x="2694" y="32764"/>
                </a:lnTo>
                <a:lnTo>
                  <a:pt x="2694" y="32967"/>
                </a:lnTo>
                <a:lnTo>
                  <a:pt x="2694" y="33170"/>
                </a:lnTo>
                <a:lnTo>
                  <a:pt x="2790" y="33373"/>
                </a:lnTo>
                <a:lnTo>
                  <a:pt x="2790" y="33576"/>
                </a:lnTo>
                <a:lnTo>
                  <a:pt x="2790" y="33779"/>
                </a:lnTo>
                <a:lnTo>
                  <a:pt x="2790" y="33982"/>
                </a:lnTo>
                <a:lnTo>
                  <a:pt x="2790" y="34185"/>
                </a:lnTo>
                <a:lnTo>
                  <a:pt x="2855" y="34359"/>
                </a:lnTo>
                <a:lnTo>
                  <a:pt x="2855" y="34562"/>
                </a:lnTo>
                <a:lnTo>
                  <a:pt x="2855" y="34852"/>
                </a:lnTo>
                <a:lnTo>
                  <a:pt x="2855" y="35026"/>
                </a:lnTo>
                <a:lnTo>
                  <a:pt x="2919" y="35229"/>
                </a:lnTo>
                <a:lnTo>
                  <a:pt x="2919" y="35432"/>
                </a:lnTo>
                <a:lnTo>
                  <a:pt x="2919" y="35635"/>
                </a:lnTo>
                <a:lnTo>
                  <a:pt x="2919" y="35838"/>
                </a:lnTo>
                <a:lnTo>
                  <a:pt x="2919" y="36041"/>
                </a:lnTo>
                <a:lnTo>
                  <a:pt x="2983" y="36244"/>
                </a:lnTo>
                <a:lnTo>
                  <a:pt x="2983" y="36447"/>
                </a:lnTo>
                <a:lnTo>
                  <a:pt x="2983" y="36621"/>
                </a:lnTo>
                <a:lnTo>
                  <a:pt x="2983" y="36824"/>
                </a:lnTo>
                <a:lnTo>
                  <a:pt x="2983" y="37027"/>
                </a:lnTo>
                <a:lnTo>
                  <a:pt x="3079" y="37288"/>
                </a:lnTo>
                <a:lnTo>
                  <a:pt x="3079" y="37491"/>
                </a:lnTo>
                <a:lnTo>
                  <a:pt x="3079" y="37694"/>
                </a:lnTo>
                <a:lnTo>
                  <a:pt x="3079" y="37897"/>
                </a:lnTo>
                <a:lnTo>
                  <a:pt x="3143" y="38100"/>
                </a:lnTo>
                <a:lnTo>
                  <a:pt x="3143" y="38303"/>
                </a:lnTo>
                <a:lnTo>
                  <a:pt x="3143" y="38506"/>
                </a:lnTo>
                <a:lnTo>
                  <a:pt x="3143" y="38709"/>
                </a:lnTo>
                <a:lnTo>
                  <a:pt x="3143" y="38883"/>
                </a:lnTo>
                <a:lnTo>
                  <a:pt x="3208" y="39086"/>
                </a:lnTo>
                <a:lnTo>
                  <a:pt x="3208" y="39288"/>
                </a:lnTo>
                <a:lnTo>
                  <a:pt x="3208" y="3954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502111" y="3442099"/>
            <a:ext cx="3208" cy="41028"/>
          </a:xfrm>
          <a:custGeom>
            <a:avLst/>
            <a:gdLst/>
            <a:ahLst/>
            <a:cxnLst/>
            <a:rect l="l" t="t" r="r" b="b"/>
            <a:pathLst>
              <a:path w="3208" h="41028">
                <a:moveTo>
                  <a:pt x="0" y="0"/>
                </a:moveTo>
                <a:lnTo>
                  <a:pt x="0" y="202"/>
                </a:lnTo>
                <a:lnTo>
                  <a:pt x="64" y="405"/>
                </a:lnTo>
                <a:lnTo>
                  <a:pt x="64" y="608"/>
                </a:lnTo>
                <a:lnTo>
                  <a:pt x="64" y="811"/>
                </a:lnTo>
                <a:lnTo>
                  <a:pt x="64" y="1014"/>
                </a:lnTo>
                <a:lnTo>
                  <a:pt x="64" y="1217"/>
                </a:lnTo>
                <a:lnTo>
                  <a:pt x="160" y="1391"/>
                </a:lnTo>
                <a:lnTo>
                  <a:pt x="160" y="1594"/>
                </a:lnTo>
                <a:lnTo>
                  <a:pt x="160" y="1797"/>
                </a:lnTo>
                <a:lnTo>
                  <a:pt x="160" y="2000"/>
                </a:lnTo>
                <a:lnTo>
                  <a:pt x="224" y="2261"/>
                </a:lnTo>
                <a:lnTo>
                  <a:pt x="224" y="2464"/>
                </a:lnTo>
                <a:lnTo>
                  <a:pt x="224" y="2667"/>
                </a:lnTo>
                <a:lnTo>
                  <a:pt x="224" y="2870"/>
                </a:lnTo>
                <a:lnTo>
                  <a:pt x="224" y="3073"/>
                </a:lnTo>
                <a:lnTo>
                  <a:pt x="288" y="3276"/>
                </a:lnTo>
                <a:lnTo>
                  <a:pt x="288" y="3479"/>
                </a:lnTo>
                <a:lnTo>
                  <a:pt x="288" y="3653"/>
                </a:lnTo>
                <a:lnTo>
                  <a:pt x="288" y="3856"/>
                </a:lnTo>
                <a:lnTo>
                  <a:pt x="384" y="4059"/>
                </a:lnTo>
                <a:lnTo>
                  <a:pt x="384" y="4320"/>
                </a:lnTo>
                <a:lnTo>
                  <a:pt x="384" y="4523"/>
                </a:lnTo>
                <a:lnTo>
                  <a:pt x="384" y="4726"/>
                </a:lnTo>
                <a:lnTo>
                  <a:pt x="384" y="4929"/>
                </a:lnTo>
                <a:lnTo>
                  <a:pt x="449" y="5132"/>
                </a:lnTo>
                <a:lnTo>
                  <a:pt x="449" y="5335"/>
                </a:lnTo>
                <a:lnTo>
                  <a:pt x="449" y="5538"/>
                </a:lnTo>
                <a:lnTo>
                  <a:pt x="449" y="5741"/>
                </a:lnTo>
                <a:lnTo>
                  <a:pt x="513" y="5915"/>
                </a:lnTo>
                <a:lnTo>
                  <a:pt x="513" y="6205"/>
                </a:lnTo>
                <a:lnTo>
                  <a:pt x="513" y="6379"/>
                </a:lnTo>
                <a:lnTo>
                  <a:pt x="513" y="6581"/>
                </a:lnTo>
                <a:lnTo>
                  <a:pt x="513" y="6784"/>
                </a:lnTo>
                <a:lnTo>
                  <a:pt x="577" y="6987"/>
                </a:lnTo>
                <a:lnTo>
                  <a:pt x="577" y="7190"/>
                </a:lnTo>
                <a:lnTo>
                  <a:pt x="577" y="7393"/>
                </a:lnTo>
                <a:lnTo>
                  <a:pt x="577" y="7596"/>
                </a:lnTo>
                <a:lnTo>
                  <a:pt x="577" y="7799"/>
                </a:lnTo>
                <a:lnTo>
                  <a:pt x="673" y="8060"/>
                </a:lnTo>
                <a:lnTo>
                  <a:pt x="673" y="8263"/>
                </a:lnTo>
                <a:lnTo>
                  <a:pt x="673" y="8466"/>
                </a:lnTo>
                <a:lnTo>
                  <a:pt x="673" y="8640"/>
                </a:lnTo>
                <a:lnTo>
                  <a:pt x="737" y="8843"/>
                </a:lnTo>
                <a:lnTo>
                  <a:pt x="737" y="9046"/>
                </a:lnTo>
                <a:lnTo>
                  <a:pt x="737" y="9249"/>
                </a:lnTo>
                <a:lnTo>
                  <a:pt x="737" y="9452"/>
                </a:lnTo>
                <a:lnTo>
                  <a:pt x="737" y="9655"/>
                </a:lnTo>
                <a:lnTo>
                  <a:pt x="802" y="9916"/>
                </a:lnTo>
                <a:lnTo>
                  <a:pt x="802" y="10119"/>
                </a:lnTo>
                <a:lnTo>
                  <a:pt x="802" y="10322"/>
                </a:lnTo>
                <a:lnTo>
                  <a:pt x="802" y="10525"/>
                </a:lnTo>
                <a:lnTo>
                  <a:pt x="898" y="10728"/>
                </a:lnTo>
                <a:lnTo>
                  <a:pt x="898" y="10902"/>
                </a:lnTo>
                <a:lnTo>
                  <a:pt x="898" y="11105"/>
                </a:lnTo>
                <a:lnTo>
                  <a:pt x="898" y="11308"/>
                </a:lnTo>
                <a:lnTo>
                  <a:pt x="898" y="11511"/>
                </a:lnTo>
                <a:lnTo>
                  <a:pt x="962" y="11772"/>
                </a:lnTo>
                <a:lnTo>
                  <a:pt x="962" y="11975"/>
                </a:lnTo>
                <a:lnTo>
                  <a:pt x="962" y="12178"/>
                </a:lnTo>
                <a:lnTo>
                  <a:pt x="962" y="12381"/>
                </a:lnTo>
                <a:lnTo>
                  <a:pt x="1026" y="12584"/>
                </a:lnTo>
                <a:lnTo>
                  <a:pt x="1026" y="12787"/>
                </a:lnTo>
                <a:lnTo>
                  <a:pt x="1026" y="12990"/>
                </a:lnTo>
                <a:lnTo>
                  <a:pt x="1026" y="13163"/>
                </a:lnTo>
                <a:lnTo>
                  <a:pt x="1026" y="13453"/>
                </a:lnTo>
                <a:lnTo>
                  <a:pt x="1090" y="13627"/>
                </a:lnTo>
                <a:lnTo>
                  <a:pt x="1090" y="13830"/>
                </a:lnTo>
                <a:lnTo>
                  <a:pt x="1090" y="14033"/>
                </a:lnTo>
                <a:lnTo>
                  <a:pt x="1090" y="14236"/>
                </a:lnTo>
                <a:lnTo>
                  <a:pt x="1186" y="14439"/>
                </a:lnTo>
                <a:lnTo>
                  <a:pt x="1186" y="14642"/>
                </a:lnTo>
                <a:lnTo>
                  <a:pt x="1186" y="14845"/>
                </a:lnTo>
                <a:lnTo>
                  <a:pt x="1186" y="15106"/>
                </a:lnTo>
                <a:lnTo>
                  <a:pt x="1186" y="15309"/>
                </a:lnTo>
                <a:lnTo>
                  <a:pt x="1251" y="15512"/>
                </a:lnTo>
                <a:lnTo>
                  <a:pt x="1251" y="15715"/>
                </a:lnTo>
                <a:lnTo>
                  <a:pt x="1251" y="15889"/>
                </a:lnTo>
                <a:lnTo>
                  <a:pt x="1251" y="16092"/>
                </a:lnTo>
                <a:lnTo>
                  <a:pt x="1315" y="16295"/>
                </a:lnTo>
                <a:lnTo>
                  <a:pt x="1315" y="16498"/>
                </a:lnTo>
                <a:lnTo>
                  <a:pt x="1315" y="16701"/>
                </a:lnTo>
                <a:lnTo>
                  <a:pt x="1315" y="16962"/>
                </a:lnTo>
                <a:lnTo>
                  <a:pt x="1315" y="17165"/>
                </a:lnTo>
                <a:lnTo>
                  <a:pt x="1379" y="17368"/>
                </a:lnTo>
                <a:lnTo>
                  <a:pt x="1379" y="17571"/>
                </a:lnTo>
                <a:lnTo>
                  <a:pt x="1379" y="17774"/>
                </a:lnTo>
                <a:lnTo>
                  <a:pt x="1379" y="17977"/>
                </a:lnTo>
                <a:lnTo>
                  <a:pt x="1379" y="18151"/>
                </a:lnTo>
                <a:lnTo>
                  <a:pt x="1475" y="18354"/>
                </a:lnTo>
                <a:lnTo>
                  <a:pt x="1475" y="18615"/>
                </a:lnTo>
                <a:lnTo>
                  <a:pt x="1475" y="18818"/>
                </a:lnTo>
                <a:lnTo>
                  <a:pt x="1475" y="19021"/>
                </a:lnTo>
                <a:lnTo>
                  <a:pt x="1539" y="19224"/>
                </a:lnTo>
                <a:lnTo>
                  <a:pt x="1539" y="19427"/>
                </a:lnTo>
                <a:lnTo>
                  <a:pt x="1539" y="19629"/>
                </a:lnTo>
                <a:lnTo>
                  <a:pt x="1539" y="19832"/>
                </a:lnTo>
                <a:lnTo>
                  <a:pt x="1539" y="20035"/>
                </a:lnTo>
                <a:lnTo>
                  <a:pt x="1604" y="20296"/>
                </a:lnTo>
                <a:lnTo>
                  <a:pt x="1604" y="20499"/>
                </a:lnTo>
                <a:lnTo>
                  <a:pt x="1604" y="20702"/>
                </a:lnTo>
                <a:lnTo>
                  <a:pt x="1604" y="20876"/>
                </a:lnTo>
                <a:lnTo>
                  <a:pt x="1700" y="21079"/>
                </a:lnTo>
                <a:lnTo>
                  <a:pt x="1700" y="21282"/>
                </a:lnTo>
                <a:lnTo>
                  <a:pt x="1700" y="21485"/>
                </a:lnTo>
                <a:lnTo>
                  <a:pt x="1700" y="21688"/>
                </a:lnTo>
                <a:lnTo>
                  <a:pt x="1700" y="21891"/>
                </a:lnTo>
                <a:lnTo>
                  <a:pt x="1764" y="22152"/>
                </a:lnTo>
                <a:lnTo>
                  <a:pt x="1764" y="22355"/>
                </a:lnTo>
                <a:lnTo>
                  <a:pt x="1764" y="22558"/>
                </a:lnTo>
                <a:lnTo>
                  <a:pt x="1764" y="22761"/>
                </a:lnTo>
                <a:lnTo>
                  <a:pt x="1828" y="22964"/>
                </a:lnTo>
                <a:lnTo>
                  <a:pt x="1828" y="23138"/>
                </a:lnTo>
                <a:lnTo>
                  <a:pt x="1828" y="23341"/>
                </a:lnTo>
                <a:lnTo>
                  <a:pt x="1828" y="23544"/>
                </a:lnTo>
                <a:lnTo>
                  <a:pt x="1828" y="23805"/>
                </a:lnTo>
                <a:lnTo>
                  <a:pt x="1892" y="24008"/>
                </a:lnTo>
                <a:lnTo>
                  <a:pt x="1892" y="24211"/>
                </a:lnTo>
                <a:lnTo>
                  <a:pt x="1892" y="24414"/>
                </a:lnTo>
                <a:lnTo>
                  <a:pt x="1892" y="24617"/>
                </a:lnTo>
                <a:lnTo>
                  <a:pt x="1988" y="24820"/>
                </a:lnTo>
                <a:lnTo>
                  <a:pt x="1988" y="25023"/>
                </a:lnTo>
                <a:lnTo>
                  <a:pt x="1988" y="25226"/>
                </a:lnTo>
                <a:lnTo>
                  <a:pt x="1988" y="25400"/>
                </a:lnTo>
                <a:lnTo>
                  <a:pt x="1988" y="25690"/>
                </a:lnTo>
                <a:lnTo>
                  <a:pt x="2053" y="25864"/>
                </a:lnTo>
                <a:lnTo>
                  <a:pt x="2053" y="26067"/>
                </a:lnTo>
                <a:lnTo>
                  <a:pt x="2053" y="26269"/>
                </a:lnTo>
                <a:lnTo>
                  <a:pt x="2053" y="26472"/>
                </a:lnTo>
                <a:lnTo>
                  <a:pt x="2117" y="26675"/>
                </a:lnTo>
                <a:lnTo>
                  <a:pt x="2117" y="26878"/>
                </a:lnTo>
                <a:lnTo>
                  <a:pt x="2117" y="27081"/>
                </a:lnTo>
                <a:lnTo>
                  <a:pt x="2117" y="27284"/>
                </a:lnTo>
                <a:lnTo>
                  <a:pt x="2117" y="27545"/>
                </a:lnTo>
                <a:lnTo>
                  <a:pt x="2181" y="27748"/>
                </a:lnTo>
                <a:lnTo>
                  <a:pt x="2181" y="27951"/>
                </a:lnTo>
                <a:lnTo>
                  <a:pt x="2181" y="28125"/>
                </a:lnTo>
                <a:lnTo>
                  <a:pt x="2181" y="28328"/>
                </a:lnTo>
                <a:lnTo>
                  <a:pt x="2181" y="28531"/>
                </a:lnTo>
                <a:lnTo>
                  <a:pt x="2277" y="28734"/>
                </a:lnTo>
                <a:lnTo>
                  <a:pt x="2277" y="28937"/>
                </a:lnTo>
                <a:lnTo>
                  <a:pt x="2277" y="29198"/>
                </a:lnTo>
                <a:lnTo>
                  <a:pt x="2277" y="29401"/>
                </a:lnTo>
                <a:lnTo>
                  <a:pt x="2341" y="29604"/>
                </a:lnTo>
                <a:lnTo>
                  <a:pt x="2341" y="29807"/>
                </a:lnTo>
                <a:lnTo>
                  <a:pt x="2341" y="30010"/>
                </a:lnTo>
                <a:lnTo>
                  <a:pt x="2341" y="30213"/>
                </a:lnTo>
                <a:lnTo>
                  <a:pt x="2341" y="30387"/>
                </a:lnTo>
                <a:lnTo>
                  <a:pt x="2406" y="30590"/>
                </a:lnTo>
                <a:lnTo>
                  <a:pt x="2406" y="30793"/>
                </a:lnTo>
                <a:lnTo>
                  <a:pt x="2406" y="30996"/>
                </a:lnTo>
                <a:lnTo>
                  <a:pt x="2406" y="31257"/>
                </a:lnTo>
                <a:lnTo>
                  <a:pt x="2502" y="31460"/>
                </a:lnTo>
                <a:lnTo>
                  <a:pt x="2502" y="31663"/>
                </a:lnTo>
                <a:lnTo>
                  <a:pt x="2502" y="31866"/>
                </a:lnTo>
                <a:lnTo>
                  <a:pt x="2502" y="32069"/>
                </a:lnTo>
                <a:lnTo>
                  <a:pt x="2502" y="32272"/>
                </a:lnTo>
                <a:lnTo>
                  <a:pt x="2566" y="32446"/>
                </a:lnTo>
                <a:lnTo>
                  <a:pt x="2566" y="32648"/>
                </a:lnTo>
                <a:lnTo>
                  <a:pt x="2566" y="32851"/>
                </a:lnTo>
                <a:lnTo>
                  <a:pt x="2566" y="33112"/>
                </a:lnTo>
                <a:lnTo>
                  <a:pt x="2630" y="33315"/>
                </a:lnTo>
                <a:lnTo>
                  <a:pt x="2630" y="33518"/>
                </a:lnTo>
                <a:lnTo>
                  <a:pt x="2630" y="33663"/>
                </a:lnTo>
                <a:lnTo>
                  <a:pt x="2630" y="33866"/>
                </a:lnTo>
                <a:lnTo>
                  <a:pt x="2630" y="34069"/>
                </a:lnTo>
                <a:lnTo>
                  <a:pt x="2694" y="34243"/>
                </a:lnTo>
                <a:lnTo>
                  <a:pt x="2694" y="34446"/>
                </a:lnTo>
                <a:lnTo>
                  <a:pt x="2694" y="34649"/>
                </a:lnTo>
                <a:lnTo>
                  <a:pt x="2694" y="34852"/>
                </a:lnTo>
                <a:lnTo>
                  <a:pt x="2790" y="35113"/>
                </a:lnTo>
                <a:lnTo>
                  <a:pt x="2790" y="35316"/>
                </a:lnTo>
                <a:lnTo>
                  <a:pt x="2790" y="35519"/>
                </a:lnTo>
                <a:lnTo>
                  <a:pt x="2790" y="35722"/>
                </a:lnTo>
                <a:lnTo>
                  <a:pt x="2790" y="35925"/>
                </a:lnTo>
                <a:lnTo>
                  <a:pt x="2855" y="36128"/>
                </a:lnTo>
                <a:lnTo>
                  <a:pt x="2855" y="36302"/>
                </a:lnTo>
                <a:lnTo>
                  <a:pt x="2855" y="36505"/>
                </a:lnTo>
                <a:lnTo>
                  <a:pt x="2855" y="36708"/>
                </a:lnTo>
                <a:lnTo>
                  <a:pt x="2919" y="36911"/>
                </a:lnTo>
                <a:lnTo>
                  <a:pt x="2919" y="37114"/>
                </a:lnTo>
                <a:lnTo>
                  <a:pt x="2919" y="37375"/>
                </a:lnTo>
                <a:lnTo>
                  <a:pt x="2919" y="37578"/>
                </a:lnTo>
                <a:lnTo>
                  <a:pt x="2919" y="37781"/>
                </a:lnTo>
                <a:lnTo>
                  <a:pt x="3015" y="37984"/>
                </a:lnTo>
                <a:lnTo>
                  <a:pt x="3015" y="38187"/>
                </a:lnTo>
                <a:lnTo>
                  <a:pt x="3015" y="38390"/>
                </a:lnTo>
                <a:lnTo>
                  <a:pt x="3015" y="38564"/>
                </a:lnTo>
                <a:lnTo>
                  <a:pt x="3015" y="38767"/>
                </a:lnTo>
                <a:lnTo>
                  <a:pt x="3079" y="38970"/>
                </a:lnTo>
                <a:lnTo>
                  <a:pt x="3079" y="39172"/>
                </a:lnTo>
                <a:lnTo>
                  <a:pt x="3079" y="39375"/>
                </a:lnTo>
                <a:lnTo>
                  <a:pt x="3079" y="39636"/>
                </a:lnTo>
                <a:lnTo>
                  <a:pt x="3143" y="39839"/>
                </a:lnTo>
                <a:lnTo>
                  <a:pt x="3143" y="40042"/>
                </a:lnTo>
                <a:lnTo>
                  <a:pt x="3143" y="40245"/>
                </a:lnTo>
                <a:lnTo>
                  <a:pt x="3143" y="40448"/>
                </a:lnTo>
                <a:lnTo>
                  <a:pt x="3143" y="40651"/>
                </a:lnTo>
                <a:lnTo>
                  <a:pt x="3208" y="40825"/>
                </a:lnTo>
                <a:lnTo>
                  <a:pt x="3208" y="4102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505320" y="3483128"/>
            <a:ext cx="3240" cy="39172"/>
          </a:xfrm>
          <a:custGeom>
            <a:avLst/>
            <a:gdLst/>
            <a:ahLst/>
            <a:cxnLst/>
            <a:rect l="l" t="t" r="r" b="b"/>
            <a:pathLst>
              <a:path w="3240" h="39172">
                <a:moveTo>
                  <a:pt x="0" y="0"/>
                </a:moveTo>
                <a:lnTo>
                  <a:pt x="0" y="202"/>
                </a:lnTo>
                <a:lnTo>
                  <a:pt x="0" y="405"/>
                </a:lnTo>
                <a:lnTo>
                  <a:pt x="96" y="608"/>
                </a:lnTo>
                <a:lnTo>
                  <a:pt x="96" y="811"/>
                </a:lnTo>
                <a:lnTo>
                  <a:pt x="96" y="1014"/>
                </a:lnTo>
                <a:lnTo>
                  <a:pt x="96" y="1275"/>
                </a:lnTo>
                <a:lnTo>
                  <a:pt x="96" y="1478"/>
                </a:lnTo>
                <a:lnTo>
                  <a:pt x="160" y="1681"/>
                </a:lnTo>
                <a:lnTo>
                  <a:pt x="160" y="1884"/>
                </a:lnTo>
                <a:lnTo>
                  <a:pt x="160" y="2058"/>
                </a:lnTo>
                <a:lnTo>
                  <a:pt x="160" y="2261"/>
                </a:lnTo>
                <a:lnTo>
                  <a:pt x="224" y="2464"/>
                </a:lnTo>
                <a:lnTo>
                  <a:pt x="224" y="2667"/>
                </a:lnTo>
                <a:lnTo>
                  <a:pt x="224" y="2870"/>
                </a:lnTo>
                <a:lnTo>
                  <a:pt x="224" y="3073"/>
                </a:lnTo>
                <a:lnTo>
                  <a:pt x="224" y="3276"/>
                </a:lnTo>
                <a:lnTo>
                  <a:pt x="288" y="3479"/>
                </a:lnTo>
                <a:lnTo>
                  <a:pt x="288" y="3653"/>
                </a:lnTo>
                <a:lnTo>
                  <a:pt x="288" y="3856"/>
                </a:lnTo>
                <a:lnTo>
                  <a:pt x="288" y="4059"/>
                </a:lnTo>
                <a:lnTo>
                  <a:pt x="384" y="4320"/>
                </a:lnTo>
                <a:lnTo>
                  <a:pt x="384" y="4523"/>
                </a:lnTo>
                <a:lnTo>
                  <a:pt x="384" y="4726"/>
                </a:lnTo>
                <a:lnTo>
                  <a:pt x="384" y="4929"/>
                </a:lnTo>
                <a:lnTo>
                  <a:pt x="384" y="5132"/>
                </a:lnTo>
                <a:lnTo>
                  <a:pt x="449" y="5335"/>
                </a:lnTo>
                <a:lnTo>
                  <a:pt x="449" y="5538"/>
                </a:lnTo>
                <a:lnTo>
                  <a:pt x="449" y="5741"/>
                </a:lnTo>
                <a:lnTo>
                  <a:pt x="449" y="5915"/>
                </a:lnTo>
                <a:lnTo>
                  <a:pt x="513" y="6118"/>
                </a:lnTo>
                <a:lnTo>
                  <a:pt x="513" y="6321"/>
                </a:lnTo>
                <a:lnTo>
                  <a:pt x="513" y="6523"/>
                </a:lnTo>
                <a:lnTo>
                  <a:pt x="513" y="6726"/>
                </a:lnTo>
                <a:lnTo>
                  <a:pt x="513" y="6929"/>
                </a:lnTo>
                <a:lnTo>
                  <a:pt x="609" y="7132"/>
                </a:lnTo>
                <a:lnTo>
                  <a:pt x="609" y="7335"/>
                </a:lnTo>
                <a:lnTo>
                  <a:pt x="609" y="7509"/>
                </a:lnTo>
                <a:lnTo>
                  <a:pt x="609" y="7712"/>
                </a:lnTo>
                <a:lnTo>
                  <a:pt x="609" y="7915"/>
                </a:lnTo>
                <a:lnTo>
                  <a:pt x="673" y="8176"/>
                </a:lnTo>
                <a:lnTo>
                  <a:pt x="673" y="8379"/>
                </a:lnTo>
                <a:lnTo>
                  <a:pt x="673" y="8582"/>
                </a:lnTo>
                <a:lnTo>
                  <a:pt x="673" y="8785"/>
                </a:lnTo>
                <a:lnTo>
                  <a:pt x="737" y="8988"/>
                </a:lnTo>
                <a:lnTo>
                  <a:pt x="737" y="9191"/>
                </a:lnTo>
                <a:lnTo>
                  <a:pt x="737" y="9394"/>
                </a:lnTo>
                <a:lnTo>
                  <a:pt x="737" y="9597"/>
                </a:lnTo>
                <a:lnTo>
                  <a:pt x="737" y="9771"/>
                </a:lnTo>
                <a:lnTo>
                  <a:pt x="802" y="9974"/>
                </a:lnTo>
                <a:lnTo>
                  <a:pt x="802" y="10177"/>
                </a:lnTo>
                <a:lnTo>
                  <a:pt x="802" y="10380"/>
                </a:lnTo>
                <a:lnTo>
                  <a:pt x="802" y="10583"/>
                </a:lnTo>
                <a:lnTo>
                  <a:pt x="898" y="10786"/>
                </a:lnTo>
                <a:lnTo>
                  <a:pt x="898" y="10989"/>
                </a:lnTo>
                <a:lnTo>
                  <a:pt x="898" y="11192"/>
                </a:lnTo>
                <a:lnTo>
                  <a:pt x="898" y="11366"/>
                </a:lnTo>
                <a:lnTo>
                  <a:pt x="898" y="11569"/>
                </a:lnTo>
                <a:lnTo>
                  <a:pt x="962" y="11772"/>
                </a:lnTo>
                <a:lnTo>
                  <a:pt x="962" y="11975"/>
                </a:lnTo>
                <a:lnTo>
                  <a:pt x="962" y="12178"/>
                </a:lnTo>
                <a:lnTo>
                  <a:pt x="962" y="12381"/>
                </a:lnTo>
                <a:lnTo>
                  <a:pt x="1026" y="12584"/>
                </a:lnTo>
                <a:lnTo>
                  <a:pt x="1026" y="12787"/>
                </a:lnTo>
                <a:lnTo>
                  <a:pt x="1026" y="12990"/>
                </a:lnTo>
                <a:lnTo>
                  <a:pt x="1026" y="13163"/>
                </a:lnTo>
                <a:lnTo>
                  <a:pt x="1026" y="13366"/>
                </a:lnTo>
                <a:lnTo>
                  <a:pt x="1122" y="13569"/>
                </a:lnTo>
                <a:lnTo>
                  <a:pt x="1122" y="13772"/>
                </a:lnTo>
                <a:lnTo>
                  <a:pt x="1122" y="13975"/>
                </a:lnTo>
                <a:lnTo>
                  <a:pt x="1122" y="14178"/>
                </a:lnTo>
                <a:lnTo>
                  <a:pt x="1186" y="14381"/>
                </a:lnTo>
                <a:lnTo>
                  <a:pt x="1186" y="14584"/>
                </a:lnTo>
                <a:lnTo>
                  <a:pt x="1186" y="14758"/>
                </a:lnTo>
                <a:lnTo>
                  <a:pt x="1186" y="14961"/>
                </a:lnTo>
                <a:lnTo>
                  <a:pt x="1186" y="15164"/>
                </a:lnTo>
                <a:lnTo>
                  <a:pt x="1251" y="15367"/>
                </a:lnTo>
                <a:lnTo>
                  <a:pt x="1251" y="15570"/>
                </a:lnTo>
                <a:lnTo>
                  <a:pt x="1251" y="15773"/>
                </a:lnTo>
                <a:lnTo>
                  <a:pt x="1251" y="15976"/>
                </a:lnTo>
                <a:lnTo>
                  <a:pt x="1315" y="16179"/>
                </a:lnTo>
                <a:lnTo>
                  <a:pt x="1315" y="16353"/>
                </a:lnTo>
                <a:lnTo>
                  <a:pt x="1315" y="16556"/>
                </a:lnTo>
                <a:lnTo>
                  <a:pt x="1315" y="16759"/>
                </a:lnTo>
                <a:lnTo>
                  <a:pt x="1315" y="16962"/>
                </a:lnTo>
                <a:lnTo>
                  <a:pt x="1411" y="17165"/>
                </a:lnTo>
                <a:lnTo>
                  <a:pt x="1411" y="17368"/>
                </a:lnTo>
                <a:lnTo>
                  <a:pt x="1411" y="17571"/>
                </a:lnTo>
                <a:lnTo>
                  <a:pt x="1411" y="17774"/>
                </a:lnTo>
                <a:lnTo>
                  <a:pt x="1411" y="17977"/>
                </a:lnTo>
                <a:lnTo>
                  <a:pt x="1475" y="18151"/>
                </a:lnTo>
                <a:lnTo>
                  <a:pt x="1475" y="18354"/>
                </a:lnTo>
                <a:lnTo>
                  <a:pt x="1475" y="18557"/>
                </a:lnTo>
                <a:lnTo>
                  <a:pt x="1475" y="18760"/>
                </a:lnTo>
                <a:lnTo>
                  <a:pt x="1539" y="18963"/>
                </a:lnTo>
                <a:lnTo>
                  <a:pt x="1539" y="19166"/>
                </a:lnTo>
                <a:lnTo>
                  <a:pt x="1539" y="19369"/>
                </a:lnTo>
                <a:lnTo>
                  <a:pt x="1539" y="19571"/>
                </a:lnTo>
                <a:lnTo>
                  <a:pt x="1539" y="19745"/>
                </a:lnTo>
                <a:lnTo>
                  <a:pt x="1604" y="19948"/>
                </a:lnTo>
                <a:lnTo>
                  <a:pt x="1604" y="20151"/>
                </a:lnTo>
                <a:lnTo>
                  <a:pt x="1604" y="20354"/>
                </a:lnTo>
                <a:lnTo>
                  <a:pt x="1604" y="20557"/>
                </a:lnTo>
                <a:lnTo>
                  <a:pt x="1700" y="20760"/>
                </a:lnTo>
                <a:lnTo>
                  <a:pt x="1700" y="20963"/>
                </a:lnTo>
                <a:lnTo>
                  <a:pt x="1700" y="21166"/>
                </a:lnTo>
                <a:lnTo>
                  <a:pt x="1700" y="21340"/>
                </a:lnTo>
                <a:lnTo>
                  <a:pt x="1700" y="21543"/>
                </a:lnTo>
                <a:lnTo>
                  <a:pt x="1764" y="21746"/>
                </a:lnTo>
                <a:lnTo>
                  <a:pt x="1764" y="21949"/>
                </a:lnTo>
                <a:lnTo>
                  <a:pt x="1764" y="22152"/>
                </a:lnTo>
                <a:lnTo>
                  <a:pt x="1764" y="22355"/>
                </a:lnTo>
                <a:lnTo>
                  <a:pt x="1828" y="22558"/>
                </a:lnTo>
                <a:lnTo>
                  <a:pt x="1828" y="22761"/>
                </a:lnTo>
                <a:lnTo>
                  <a:pt x="1828" y="23080"/>
                </a:lnTo>
                <a:lnTo>
                  <a:pt x="1828" y="23283"/>
                </a:lnTo>
                <a:lnTo>
                  <a:pt x="1924" y="23486"/>
                </a:lnTo>
                <a:lnTo>
                  <a:pt x="1924" y="23689"/>
                </a:lnTo>
                <a:lnTo>
                  <a:pt x="1924" y="23892"/>
                </a:lnTo>
                <a:lnTo>
                  <a:pt x="1924" y="24095"/>
                </a:lnTo>
                <a:lnTo>
                  <a:pt x="1988" y="24269"/>
                </a:lnTo>
                <a:lnTo>
                  <a:pt x="1988" y="24472"/>
                </a:lnTo>
                <a:lnTo>
                  <a:pt x="1988" y="24675"/>
                </a:lnTo>
                <a:lnTo>
                  <a:pt x="1988" y="24878"/>
                </a:lnTo>
                <a:lnTo>
                  <a:pt x="1988" y="25081"/>
                </a:lnTo>
                <a:lnTo>
                  <a:pt x="2053" y="25284"/>
                </a:lnTo>
                <a:lnTo>
                  <a:pt x="2053" y="25487"/>
                </a:lnTo>
                <a:lnTo>
                  <a:pt x="2053" y="25690"/>
                </a:lnTo>
                <a:lnTo>
                  <a:pt x="2053" y="25864"/>
                </a:lnTo>
                <a:lnTo>
                  <a:pt x="2117" y="26067"/>
                </a:lnTo>
                <a:lnTo>
                  <a:pt x="2117" y="26211"/>
                </a:lnTo>
                <a:lnTo>
                  <a:pt x="2117" y="26414"/>
                </a:lnTo>
                <a:lnTo>
                  <a:pt x="2117" y="26617"/>
                </a:lnTo>
                <a:lnTo>
                  <a:pt x="2117" y="26820"/>
                </a:lnTo>
                <a:lnTo>
                  <a:pt x="2213" y="26994"/>
                </a:lnTo>
                <a:lnTo>
                  <a:pt x="2213" y="27197"/>
                </a:lnTo>
                <a:lnTo>
                  <a:pt x="2213" y="27400"/>
                </a:lnTo>
                <a:lnTo>
                  <a:pt x="2213" y="27603"/>
                </a:lnTo>
                <a:lnTo>
                  <a:pt x="2213" y="27806"/>
                </a:lnTo>
                <a:lnTo>
                  <a:pt x="2277" y="28009"/>
                </a:lnTo>
                <a:lnTo>
                  <a:pt x="2277" y="28212"/>
                </a:lnTo>
                <a:lnTo>
                  <a:pt x="2277" y="28415"/>
                </a:lnTo>
                <a:lnTo>
                  <a:pt x="2341" y="28734"/>
                </a:lnTo>
                <a:lnTo>
                  <a:pt x="2341" y="28937"/>
                </a:lnTo>
                <a:lnTo>
                  <a:pt x="2341" y="29140"/>
                </a:lnTo>
                <a:lnTo>
                  <a:pt x="2341" y="29343"/>
                </a:lnTo>
                <a:lnTo>
                  <a:pt x="2341" y="29546"/>
                </a:lnTo>
                <a:lnTo>
                  <a:pt x="2406" y="29720"/>
                </a:lnTo>
                <a:lnTo>
                  <a:pt x="2406" y="29923"/>
                </a:lnTo>
                <a:lnTo>
                  <a:pt x="2406" y="30126"/>
                </a:lnTo>
                <a:lnTo>
                  <a:pt x="2406" y="30271"/>
                </a:lnTo>
                <a:lnTo>
                  <a:pt x="2502" y="30474"/>
                </a:lnTo>
                <a:lnTo>
                  <a:pt x="2502" y="30677"/>
                </a:lnTo>
                <a:lnTo>
                  <a:pt x="2502" y="30851"/>
                </a:lnTo>
                <a:lnTo>
                  <a:pt x="2502" y="31054"/>
                </a:lnTo>
                <a:lnTo>
                  <a:pt x="2502" y="31257"/>
                </a:lnTo>
                <a:lnTo>
                  <a:pt x="2566" y="31460"/>
                </a:lnTo>
                <a:lnTo>
                  <a:pt x="2566" y="31663"/>
                </a:lnTo>
                <a:lnTo>
                  <a:pt x="2566" y="31866"/>
                </a:lnTo>
                <a:lnTo>
                  <a:pt x="2630" y="32185"/>
                </a:lnTo>
                <a:lnTo>
                  <a:pt x="2630" y="32388"/>
                </a:lnTo>
                <a:lnTo>
                  <a:pt x="2630" y="32591"/>
                </a:lnTo>
                <a:lnTo>
                  <a:pt x="2630" y="32793"/>
                </a:lnTo>
                <a:lnTo>
                  <a:pt x="2630" y="32996"/>
                </a:lnTo>
                <a:lnTo>
                  <a:pt x="2726" y="33199"/>
                </a:lnTo>
                <a:lnTo>
                  <a:pt x="2726" y="33518"/>
                </a:lnTo>
                <a:lnTo>
                  <a:pt x="2726" y="33721"/>
                </a:lnTo>
                <a:lnTo>
                  <a:pt x="2790" y="33924"/>
                </a:lnTo>
                <a:lnTo>
                  <a:pt x="2790" y="34127"/>
                </a:lnTo>
                <a:lnTo>
                  <a:pt x="2790" y="34330"/>
                </a:lnTo>
                <a:lnTo>
                  <a:pt x="2790" y="34533"/>
                </a:lnTo>
                <a:lnTo>
                  <a:pt x="2855" y="34852"/>
                </a:lnTo>
                <a:lnTo>
                  <a:pt x="2855" y="35055"/>
                </a:lnTo>
                <a:lnTo>
                  <a:pt x="2855" y="35258"/>
                </a:lnTo>
                <a:lnTo>
                  <a:pt x="2855" y="35461"/>
                </a:lnTo>
                <a:lnTo>
                  <a:pt x="2919" y="35664"/>
                </a:lnTo>
                <a:lnTo>
                  <a:pt x="2919" y="35838"/>
                </a:lnTo>
                <a:lnTo>
                  <a:pt x="2919" y="35983"/>
                </a:lnTo>
                <a:lnTo>
                  <a:pt x="2919" y="36186"/>
                </a:lnTo>
                <a:lnTo>
                  <a:pt x="2919" y="36389"/>
                </a:lnTo>
                <a:lnTo>
                  <a:pt x="3015" y="36592"/>
                </a:lnTo>
                <a:lnTo>
                  <a:pt x="3015" y="36795"/>
                </a:lnTo>
                <a:lnTo>
                  <a:pt x="3015" y="36969"/>
                </a:lnTo>
                <a:lnTo>
                  <a:pt x="3015" y="37114"/>
                </a:lnTo>
                <a:lnTo>
                  <a:pt x="3015" y="37317"/>
                </a:lnTo>
                <a:lnTo>
                  <a:pt x="3079" y="37520"/>
                </a:lnTo>
                <a:lnTo>
                  <a:pt x="3079" y="37723"/>
                </a:lnTo>
                <a:lnTo>
                  <a:pt x="3079" y="37926"/>
                </a:lnTo>
                <a:lnTo>
                  <a:pt x="3143" y="38245"/>
                </a:lnTo>
                <a:lnTo>
                  <a:pt x="3143" y="38448"/>
                </a:lnTo>
                <a:lnTo>
                  <a:pt x="3143" y="38651"/>
                </a:lnTo>
                <a:lnTo>
                  <a:pt x="3143" y="38854"/>
                </a:lnTo>
                <a:lnTo>
                  <a:pt x="3143" y="390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508560" y="3522301"/>
            <a:ext cx="3111" cy="34040"/>
          </a:xfrm>
          <a:custGeom>
            <a:avLst/>
            <a:gdLst/>
            <a:ahLst/>
            <a:cxnLst/>
            <a:rect l="l" t="t" r="r" b="b"/>
            <a:pathLst>
              <a:path w="3111" h="34040">
                <a:moveTo>
                  <a:pt x="0" y="0"/>
                </a:moveTo>
                <a:lnTo>
                  <a:pt x="0" y="202"/>
                </a:lnTo>
                <a:lnTo>
                  <a:pt x="0" y="405"/>
                </a:lnTo>
                <a:lnTo>
                  <a:pt x="0" y="608"/>
                </a:lnTo>
                <a:lnTo>
                  <a:pt x="64" y="811"/>
                </a:lnTo>
                <a:lnTo>
                  <a:pt x="64" y="1130"/>
                </a:lnTo>
                <a:lnTo>
                  <a:pt x="64" y="1333"/>
                </a:lnTo>
                <a:lnTo>
                  <a:pt x="64" y="1536"/>
                </a:lnTo>
                <a:lnTo>
                  <a:pt x="128" y="1855"/>
                </a:lnTo>
                <a:lnTo>
                  <a:pt x="128" y="2058"/>
                </a:lnTo>
                <a:lnTo>
                  <a:pt x="128" y="2261"/>
                </a:lnTo>
                <a:lnTo>
                  <a:pt x="192" y="2464"/>
                </a:lnTo>
                <a:lnTo>
                  <a:pt x="192" y="2609"/>
                </a:lnTo>
                <a:lnTo>
                  <a:pt x="192" y="2783"/>
                </a:lnTo>
                <a:lnTo>
                  <a:pt x="192" y="2986"/>
                </a:lnTo>
                <a:lnTo>
                  <a:pt x="192" y="3189"/>
                </a:lnTo>
                <a:lnTo>
                  <a:pt x="288" y="3334"/>
                </a:lnTo>
                <a:lnTo>
                  <a:pt x="288" y="3537"/>
                </a:lnTo>
                <a:lnTo>
                  <a:pt x="288" y="3740"/>
                </a:lnTo>
                <a:lnTo>
                  <a:pt x="288" y="3914"/>
                </a:lnTo>
                <a:lnTo>
                  <a:pt x="352" y="4059"/>
                </a:lnTo>
                <a:lnTo>
                  <a:pt x="352" y="4262"/>
                </a:lnTo>
                <a:lnTo>
                  <a:pt x="352" y="4465"/>
                </a:lnTo>
                <a:lnTo>
                  <a:pt x="352" y="4668"/>
                </a:lnTo>
                <a:lnTo>
                  <a:pt x="417" y="4987"/>
                </a:lnTo>
                <a:lnTo>
                  <a:pt x="417" y="5190"/>
                </a:lnTo>
                <a:lnTo>
                  <a:pt x="417" y="5393"/>
                </a:lnTo>
                <a:lnTo>
                  <a:pt x="481" y="5712"/>
                </a:lnTo>
                <a:lnTo>
                  <a:pt x="481" y="5915"/>
                </a:lnTo>
                <a:lnTo>
                  <a:pt x="481" y="6118"/>
                </a:lnTo>
                <a:lnTo>
                  <a:pt x="481" y="6263"/>
                </a:lnTo>
                <a:lnTo>
                  <a:pt x="481" y="6466"/>
                </a:lnTo>
                <a:lnTo>
                  <a:pt x="577" y="6639"/>
                </a:lnTo>
                <a:lnTo>
                  <a:pt x="577" y="6842"/>
                </a:lnTo>
                <a:lnTo>
                  <a:pt x="577" y="6987"/>
                </a:lnTo>
                <a:lnTo>
                  <a:pt x="577" y="7190"/>
                </a:lnTo>
                <a:lnTo>
                  <a:pt x="577" y="7393"/>
                </a:lnTo>
                <a:lnTo>
                  <a:pt x="641" y="7712"/>
                </a:lnTo>
                <a:lnTo>
                  <a:pt x="641" y="7915"/>
                </a:lnTo>
                <a:lnTo>
                  <a:pt x="641" y="8118"/>
                </a:lnTo>
                <a:lnTo>
                  <a:pt x="705" y="8437"/>
                </a:lnTo>
                <a:lnTo>
                  <a:pt x="705" y="8640"/>
                </a:lnTo>
                <a:lnTo>
                  <a:pt x="705" y="8785"/>
                </a:lnTo>
                <a:lnTo>
                  <a:pt x="705" y="8988"/>
                </a:lnTo>
                <a:lnTo>
                  <a:pt x="802" y="9191"/>
                </a:lnTo>
                <a:lnTo>
                  <a:pt x="802" y="9365"/>
                </a:lnTo>
                <a:lnTo>
                  <a:pt x="802" y="9510"/>
                </a:lnTo>
                <a:lnTo>
                  <a:pt x="802" y="9713"/>
                </a:lnTo>
                <a:lnTo>
                  <a:pt x="866" y="9916"/>
                </a:lnTo>
                <a:lnTo>
                  <a:pt x="866" y="10235"/>
                </a:lnTo>
                <a:lnTo>
                  <a:pt x="866" y="10438"/>
                </a:lnTo>
                <a:lnTo>
                  <a:pt x="866" y="10583"/>
                </a:lnTo>
                <a:lnTo>
                  <a:pt x="930" y="10786"/>
                </a:lnTo>
                <a:lnTo>
                  <a:pt x="930" y="10960"/>
                </a:lnTo>
                <a:lnTo>
                  <a:pt x="930" y="11105"/>
                </a:lnTo>
                <a:lnTo>
                  <a:pt x="930" y="11308"/>
                </a:lnTo>
                <a:lnTo>
                  <a:pt x="994" y="11511"/>
                </a:lnTo>
                <a:lnTo>
                  <a:pt x="994" y="11830"/>
                </a:lnTo>
                <a:lnTo>
                  <a:pt x="994" y="12033"/>
                </a:lnTo>
                <a:lnTo>
                  <a:pt x="994" y="12178"/>
                </a:lnTo>
                <a:lnTo>
                  <a:pt x="1090" y="12381"/>
                </a:lnTo>
                <a:lnTo>
                  <a:pt x="1090" y="12584"/>
                </a:lnTo>
                <a:lnTo>
                  <a:pt x="1090" y="12903"/>
                </a:lnTo>
                <a:lnTo>
                  <a:pt x="1154" y="13105"/>
                </a:lnTo>
                <a:lnTo>
                  <a:pt x="1154" y="13424"/>
                </a:lnTo>
                <a:lnTo>
                  <a:pt x="1154" y="13627"/>
                </a:lnTo>
                <a:lnTo>
                  <a:pt x="1154" y="13772"/>
                </a:lnTo>
                <a:lnTo>
                  <a:pt x="1219" y="13975"/>
                </a:lnTo>
                <a:lnTo>
                  <a:pt x="1219" y="14294"/>
                </a:lnTo>
                <a:lnTo>
                  <a:pt x="1219" y="14497"/>
                </a:lnTo>
                <a:lnTo>
                  <a:pt x="1283" y="14642"/>
                </a:lnTo>
                <a:lnTo>
                  <a:pt x="1283" y="14845"/>
                </a:lnTo>
                <a:lnTo>
                  <a:pt x="1283" y="15019"/>
                </a:lnTo>
                <a:lnTo>
                  <a:pt x="1283" y="15164"/>
                </a:lnTo>
                <a:lnTo>
                  <a:pt x="1283" y="15367"/>
                </a:lnTo>
                <a:lnTo>
                  <a:pt x="1379" y="15686"/>
                </a:lnTo>
                <a:lnTo>
                  <a:pt x="1379" y="15889"/>
                </a:lnTo>
                <a:lnTo>
                  <a:pt x="1379" y="16034"/>
                </a:lnTo>
                <a:lnTo>
                  <a:pt x="1379" y="16237"/>
                </a:lnTo>
                <a:lnTo>
                  <a:pt x="1443" y="16556"/>
                </a:lnTo>
                <a:lnTo>
                  <a:pt x="1443" y="16759"/>
                </a:lnTo>
                <a:lnTo>
                  <a:pt x="1443" y="16904"/>
                </a:lnTo>
                <a:lnTo>
                  <a:pt x="1507" y="17078"/>
                </a:lnTo>
                <a:lnTo>
                  <a:pt x="1507" y="17223"/>
                </a:lnTo>
                <a:lnTo>
                  <a:pt x="1507" y="17426"/>
                </a:lnTo>
                <a:lnTo>
                  <a:pt x="1507" y="17629"/>
                </a:lnTo>
                <a:lnTo>
                  <a:pt x="1604" y="17948"/>
                </a:lnTo>
                <a:lnTo>
                  <a:pt x="1604" y="18093"/>
                </a:lnTo>
                <a:lnTo>
                  <a:pt x="1604" y="18296"/>
                </a:lnTo>
                <a:lnTo>
                  <a:pt x="1668" y="18615"/>
                </a:lnTo>
                <a:lnTo>
                  <a:pt x="1668" y="18818"/>
                </a:lnTo>
                <a:lnTo>
                  <a:pt x="1668" y="18963"/>
                </a:lnTo>
                <a:lnTo>
                  <a:pt x="1668" y="19166"/>
                </a:lnTo>
                <a:lnTo>
                  <a:pt x="1732" y="19485"/>
                </a:lnTo>
                <a:lnTo>
                  <a:pt x="1732" y="19629"/>
                </a:lnTo>
                <a:lnTo>
                  <a:pt x="1732" y="19832"/>
                </a:lnTo>
                <a:lnTo>
                  <a:pt x="1796" y="20151"/>
                </a:lnTo>
                <a:lnTo>
                  <a:pt x="1796" y="20354"/>
                </a:lnTo>
                <a:lnTo>
                  <a:pt x="1796" y="20673"/>
                </a:lnTo>
                <a:lnTo>
                  <a:pt x="1796" y="20818"/>
                </a:lnTo>
                <a:lnTo>
                  <a:pt x="1892" y="21021"/>
                </a:lnTo>
                <a:lnTo>
                  <a:pt x="1892" y="21340"/>
                </a:lnTo>
                <a:lnTo>
                  <a:pt x="1892" y="21485"/>
                </a:lnTo>
                <a:lnTo>
                  <a:pt x="1956" y="21688"/>
                </a:lnTo>
                <a:lnTo>
                  <a:pt x="1956" y="22007"/>
                </a:lnTo>
                <a:lnTo>
                  <a:pt x="1956" y="22152"/>
                </a:lnTo>
                <a:lnTo>
                  <a:pt x="1956" y="22355"/>
                </a:lnTo>
                <a:lnTo>
                  <a:pt x="2021" y="22674"/>
                </a:lnTo>
                <a:lnTo>
                  <a:pt x="2021" y="22819"/>
                </a:lnTo>
                <a:lnTo>
                  <a:pt x="2021" y="23022"/>
                </a:lnTo>
                <a:lnTo>
                  <a:pt x="2117" y="23341"/>
                </a:lnTo>
                <a:lnTo>
                  <a:pt x="2117" y="23486"/>
                </a:lnTo>
                <a:lnTo>
                  <a:pt x="2117" y="23689"/>
                </a:lnTo>
                <a:lnTo>
                  <a:pt x="2181" y="24008"/>
                </a:lnTo>
                <a:lnTo>
                  <a:pt x="2181" y="24153"/>
                </a:lnTo>
                <a:lnTo>
                  <a:pt x="2181" y="24327"/>
                </a:lnTo>
                <a:lnTo>
                  <a:pt x="2181" y="24472"/>
                </a:lnTo>
                <a:lnTo>
                  <a:pt x="2181" y="24675"/>
                </a:lnTo>
                <a:lnTo>
                  <a:pt x="2245" y="24820"/>
                </a:lnTo>
                <a:lnTo>
                  <a:pt x="2245" y="24994"/>
                </a:lnTo>
                <a:lnTo>
                  <a:pt x="2245" y="25139"/>
                </a:lnTo>
                <a:lnTo>
                  <a:pt x="2245" y="25342"/>
                </a:lnTo>
                <a:lnTo>
                  <a:pt x="2309" y="25661"/>
                </a:lnTo>
                <a:lnTo>
                  <a:pt x="2309" y="25806"/>
                </a:lnTo>
                <a:lnTo>
                  <a:pt x="2309" y="26124"/>
                </a:lnTo>
                <a:lnTo>
                  <a:pt x="2406" y="26269"/>
                </a:lnTo>
                <a:lnTo>
                  <a:pt x="2406" y="26472"/>
                </a:lnTo>
                <a:lnTo>
                  <a:pt x="2406" y="26791"/>
                </a:lnTo>
                <a:lnTo>
                  <a:pt x="2470" y="26936"/>
                </a:lnTo>
                <a:lnTo>
                  <a:pt x="2470" y="27255"/>
                </a:lnTo>
                <a:lnTo>
                  <a:pt x="2470" y="27400"/>
                </a:lnTo>
                <a:lnTo>
                  <a:pt x="2470" y="27603"/>
                </a:lnTo>
                <a:lnTo>
                  <a:pt x="2534" y="27922"/>
                </a:lnTo>
                <a:lnTo>
                  <a:pt x="2534" y="28067"/>
                </a:lnTo>
                <a:lnTo>
                  <a:pt x="2598" y="28386"/>
                </a:lnTo>
                <a:lnTo>
                  <a:pt x="2598" y="28531"/>
                </a:lnTo>
                <a:lnTo>
                  <a:pt x="2598" y="28734"/>
                </a:lnTo>
                <a:lnTo>
                  <a:pt x="2598" y="28995"/>
                </a:lnTo>
                <a:lnTo>
                  <a:pt x="2694" y="29198"/>
                </a:lnTo>
                <a:lnTo>
                  <a:pt x="2694" y="29517"/>
                </a:lnTo>
                <a:lnTo>
                  <a:pt x="2694" y="29662"/>
                </a:lnTo>
                <a:lnTo>
                  <a:pt x="2758" y="29807"/>
                </a:lnTo>
                <a:lnTo>
                  <a:pt x="2758" y="29981"/>
                </a:lnTo>
                <a:lnTo>
                  <a:pt x="2758" y="30126"/>
                </a:lnTo>
                <a:lnTo>
                  <a:pt x="2758" y="30329"/>
                </a:lnTo>
                <a:lnTo>
                  <a:pt x="2823" y="30590"/>
                </a:lnTo>
                <a:lnTo>
                  <a:pt x="2823" y="30793"/>
                </a:lnTo>
                <a:lnTo>
                  <a:pt x="2823" y="31054"/>
                </a:lnTo>
                <a:lnTo>
                  <a:pt x="2919" y="31257"/>
                </a:lnTo>
                <a:lnTo>
                  <a:pt x="2919" y="31402"/>
                </a:lnTo>
                <a:lnTo>
                  <a:pt x="2919" y="31721"/>
                </a:lnTo>
                <a:lnTo>
                  <a:pt x="2919" y="31866"/>
                </a:lnTo>
                <a:lnTo>
                  <a:pt x="2983" y="32185"/>
                </a:lnTo>
                <a:lnTo>
                  <a:pt x="2983" y="32330"/>
                </a:lnTo>
                <a:lnTo>
                  <a:pt x="2983" y="32648"/>
                </a:lnTo>
                <a:lnTo>
                  <a:pt x="3047" y="32793"/>
                </a:lnTo>
                <a:lnTo>
                  <a:pt x="3047" y="33112"/>
                </a:lnTo>
                <a:lnTo>
                  <a:pt x="3047" y="33257"/>
                </a:lnTo>
                <a:lnTo>
                  <a:pt x="3111" y="33576"/>
                </a:lnTo>
                <a:lnTo>
                  <a:pt x="3111" y="33721"/>
                </a:lnTo>
                <a:lnTo>
                  <a:pt x="3111" y="3404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511671" y="3556342"/>
            <a:ext cx="3240" cy="26153"/>
          </a:xfrm>
          <a:custGeom>
            <a:avLst/>
            <a:gdLst/>
            <a:ahLst/>
            <a:cxnLst/>
            <a:rect l="l" t="t" r="r" b="b"/>
            <a:pathLst>
              <a:path w="3240" h="26153">
                <a:moveTo>
                  <a:pt x="0" y="0"/>
                </a:moveTo>
                <a:lnTo>
                  <a:pt x="96" y="144"/>
                </a:lnTo>
                <a:lnTo>
                  <a:pt x="96" y="463"/>
                </a:lnTo>
                <a:lnTo>
                  <a:pt x="96" y="608"/>
                </a:lnTo>
                <a:lnTo>
                  <a:pt x="160" y="753"/>
                </a:lnTo>
                <a:lnTo>
                  <a:pt x="160" y="1072"/>
                </a:lnTo>
                <a:lnTo>
                  <a:pt x="160" y="1217"/>
                </a:lnTo>
                <a:lnTo>
                  <a:pt x="224" y="1536"/>
                </a:lnTo>
                <a:lnTo>
                  <a:pt x="224" y="1681"/>
                </a:lnTo>
                <a:lnTo>
                  <a:pt x="224" y="1942"/>
                </a:lnTo>
                <a:lnTo>
                  <a:pt x="320" y="2145"/>
                </a:lnTo>
                <a:lnTo>
                  <a:pt x="320" y="2406"/>
                </a:lnTo>
                <a:lnTo>
                  <a:pt x="320" y="2725"/>
                </a:lnTo>
                <a:lnTo>
                  <a:pt x="384" y="2870"/>
                </a:lnTo>
                <a:lnTo>
                  <a:pt x="384" y="3131"/>
                </a:lnTo>
                <a:lnTo>
                  <a:pt x="384" y="3334"/>
                </a:lnTo>
                <a:lnTo>
                  <a:pt x="449" y="3479"/>
                </a:lnTo>
                <a:lnTo>
                  <a:pt x="449" y="3740"/>
                </a:lnTo>
                <a:lnTo>
                  <a:pt x="449" y="4059"/>
                </a:lnTo>
                <a:lnTo>
                  <a:pt x="513" y="4204"/>
                </a:lnTo>
                <a:lnTo>
                  <a:pt x="513" y="4465"/>
                </a:lnTo>
                <a:lnTo>
                  <a:pt x="513" y="4668"/>
                </a:lnTo>
                <a:lnTo>
                  <a:pt x="609" y="4929"/>
                </a:lnTo>
                <a:lnTo>
                  <a:pt x="609" y="5074"/>
                </a:lnTo>
                <a:lnTo>
                  <a:pt x="609" y="5393"/>
                </a:lnTo>
                <a:lnTo>
                  <a:pt x="673" y="5538"/>
                </a:lnTo>
                <a:lnTo>
                  <a:pt x="673" y="5799"/>
                </a:lnTo>
                <a:lnTo>
                  <a:pt x="673" y="6060"/>
                </a:lnTo>
                <a:lnTo>
                  <a:pt x="737" y="6263"/>
                </a:lnTo>
                <a:lnTo>
                  <a:pt x="737" y="6523"/>
                </a:lnTo>
                <a:lnTo>
                  <a:pt x="737" y="6668"/>
                </a:lnTo>
                <a:lnTo>
                  <a:pt x="802" y="6929"/>
                </a:lnTo>
                <a:lnTo>
                  <a:pt x="802" y="7132"/>
                </a:lnTo>
                <a:lnTo>
                  <a:pt x="802" y="7393"/>
                </a:lnTo>
                <a:lnTo>
                  <a:pt x="898" y="7654"/>
                </a:lnTo>
                <a:lnTo>
                  <a:pt x="898" y="7799"/>
                </a:lnTo>
                <a:lnTo>
                  <a:pt x="898" y="7973"/>
                </a:lnTo>
                <a:lnTo>
                  <a:pt x="962" y="8118"/>
                </a:lnTo>
                <a:lnTo>
                  <a:pt x="962" y="8263"/>
                </a:lnTo>
                <a:lnTo>
                  <a:pt x="962" y="8524"/>
                </a:lnTo>
                <a:lnTo>
                  <a:pt x="1026" y="8785"/>
                </a:lnTo>
                <a:lnTo>
                  <a:pt x="1026" y="8930"/>
                </a:lnTo>
                <a:lnTo>
                  <a:pt x="1026" y="9249"/>
                </a:lnTo>
                <a:lnTo>
                  <a:pt x="1122" y="9394"/>
                </a:lnTo>
                <a:lnTo>
                  <a:pt x="1122" y="9655"/>
                </a:lnTo>
                <a:lnTo>
                  <a:pt x="1122" y="9916"/>
                </a:lnTo>
                <a:lnTo>
                  <a:pt x="1186" y="10061"/>
                </a:lnTo>
                <a:lnTo>
                  <a:pt x="1186" y="10322"/>
                </a:lnTo>
                <a:lnTo>
                  <a:pt x="1251" y="10583"/>
                </a:lnTo>
                <a:lnTo>
                  <a:pt x="1251" y="10786"/>
                </a:lnTo>
                <a:lnTo>
                  <a:pt x="1251" y="11047"/>
                </a:lnTo>
                <a:lnTo>
                  <a:pt x="1251" y="11192"/>
                </a:lnTo>
                <a:lnTo>
                  <a:pt x="1315" y="11453"/>
                </a:lnTo>
                <a:lnTo>
                  <a:pt x="1315" y="11714"/>
                </a:lnTo>
                <a:lnTo>
                  <a:pt x="1411" y="11975"/>
                </a:lnTo>
                <a:lnTo>
                  <a:pt x="1411" y="12120"/>
                </a:lnTo>
                <a:lnTo>
                  <a:pt x="1411" y="12381"/>
                </a:lnTo>
                <a:lnTo>
                  <a:pt x="1475" y="12642"/>
                </a:lnTo>
                <a:lnTo>
                  <a:pt x="1475" y="12787"/>
                </a:lnTo>
                <a:lnTo>
                  <a:pt x="1475" y="13047"/>
                </a:lnTo>
                <a:lnTo>
                  <a:pt x="1539" y="13308"/>
                </a:lnTo>
                <a:lnTo>
                  <a:pt x="1539" y="13453"/>
                </a:lnTo>
                <a:lnTo>
                  <a:pt x="1604" y="13714"/>
                </a:lnTo>
                <a:lnTo>
                  <a:pt x="1604" y="13975"/>
                </a:lnTo>
                <a:lnTo>
                  <a:pt x="1604" y="14236"/>
                </a:lnTo>
                <a:lnTo>
                  <a:pt x="1700" y="14381"/>
                </a:lnTo>
                <a:lnTo>
                  <a:pt x="1700" y="14642"/>
                </a:lnTo>
                <a:lnTo>
                  <a:pt x="1764" y="14903"/>
                </a:lnTo>
                <a:lnTo>
                  <a:pt x="1764" y="15048"/>
                </a:lnTo>
                <a:lnTo>
                  <a:pt x="1764" y="15309"/>
                </a:lnTo>
                <a:lnTo>
                  <a:pt x="1828" y="15570"/>
                </a:lnTo>
                <a:lnTo>
                  <a:pt x="1828" y="15715"/>
                </a:lnTo>
                <a:lnTo>
                  <a:pt x="1828" y="15976"/>
                </a:lnTo>
                <a:lnTo>
                  <a:pt x="1924" y="16237"/>
                </a:lnTo>
                <a:lnTo>
                  <a:pt x="1924" y="16440"/>
                </a:lnTo>
                <a:lnTo>
                  <a:pt x="1988" y="16701"/>
                </a:lnTo>
                <a:lnTo>
                  <a:pt x="1988" y="16962"/>
                </a:lnTo>
                <a:lnTo>
                  <a:pt x="1988" y="17107"/>
                </a:lnTo>
                <a:lnTo>
                  <a:pt x="2053" y="17368"/>
                </a:lnTo>
                <a:lnTo>
                  <a:pt x="2053" y="17629"/>
                </a:lnTo>
                <a:lnTo>
                  <a:pt x="2117" y="17832"/>
                </a:lnTo>
                <a:lnTo>
                  <a:pt x="2117" y="18093"/>
                </a:lnTo>
                <a:lnTo>
                  <a:pt x="2117" y="18238"/>
                </a:lnTo>
                <a:lnTo>
                  <a:pt x="2213" y="18499"/>
                </a:lnTo>
                <a:lnTo>
                  <a:pt x="2213" y="18702"/>
                </a:lnTo>
                <a:lnTo>
                  <a:pt x="2277" y="18963"/>
                </a:lnTo>
                <a:lnTo>
                  <a:pt x="2277" y="19224"/>
                </a:lnTo>
                <a:lnTo>
                  <a:pt x="2277" y="19369"/>
                </a:lnTo>
                <a:lnTo>
                  <a:pt x="2341" y="19571"/>
                </a:lnTo>
                <a:lnTo>
                  <a:pt x="2341" y="19832"/>
                </a:lnTo>
                <a:lnTo>
                  <a:pt x="2438" y="20093"/>
                </a:lnTo>
                <a:lnTo>
                  <a:pt x="2438" y="20296"/>
                </a:lnTo>
                <a:lnTo>
                  <a:pt x="2438" y="20557"/>
                </a:lnTo>
                <a:lnTo>
                  <a:pt x="2502" y="20702"/>
                </a:lnTo>
                <a:lnTo>
                  <a:pt x="2502" y="20876"/>
                </a:lnTo>
                <a:lnTo>
                  <a:pt x="2502" y="21021"/>
                </a:lnTo>
                <a:lnTo>
                  <a:pt x="2566" y="21166"/>
                </a:lnTo>
                <a:lnTo>
                  <a:pt x="2566" y="21427"/>
                </a:lnTo>
                <a:lnTo>
                  <a:pt x="2566" y="21630"/>
                </a:lnTo>
                <a:lnTo>
                  <a:pt x="2630" y="21891"/>
                </a:lnTo>
                <a:lnTo>
                  <a:pt x="2630" y="22094"/>
                </a:lnTo>
                <a:lnTo>
                  <a:pt x="2726" y="22355"/>
                </a:lnTo>
                <a:lnTo>
                  <a:pt x="2726" y="22558"/>
                </a:lnTo>
                <a:lnTo>
                  <a:pt x="2790" y="22819"/>
                </a:lnTo>
                <a:lnTo>
                  <a:pt x="2790" y="23022"/>
                </a:lnTo>
                <a:lnTo>
                  <a:pt x="2855" y="23283"/>
                </a:lnTo>
                <a:lnTo>
                  <a:pt x="2855" y="23486"/>
                </a:lnTo>
                <a:lnTo>
                  <a:pt x="2855" y="23747"/>
                </a:lnTo>
                <a:lnTo>
                  <a:pt x="2919" y="23950"/>
                </a:lnTo>
                <a:lnTo>
                  <a:pt x="2919" y="24153"/>
                </a:lnTo>
                <a:lnTo>
                  <a:pt x="3015" y="24414"/>
                </a:lnTo>
                <a:lnTo>
                  <a:pt x="3015" y="24617"/>
                </a:lnTo>
                <a:lnTo>
                  <a:pt x="3079" y="24820"/>
                </a:lnTo>
                <a:lnTo>
                  <a:pt x="3079" y="25081"/>
                </a:lnTo>
                <a:lnTo>
                  <a:pt x="3079" y="25284"/>
                </a:lnTo>
                <a:lnTo>
                  <a:pt x="3143" y="25487"/>
                </a:lnTo>
                <a:lnTo>
                  <a:pt x="3143" y="25748"/>
                </a:lnTo>
                <a:lnTo>
                  <a:pt x="3240" y="25951"/>
                </a:lnTo>
                <a:lnTo>
                  <a:pt x="3240" y="2615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514912" y="3582496"/>
            <a:ext cx="3208" cy="16469"/>
          </a:xfrm>
          <a:custGeom>
            <a:avLst/>
            <a:gdLst/>
            <a:ahLst/>
            <a:cxnLst/>
            <a:rect l="l" t="t" r="r" b="b"/>
            <a:pathLst>
              <a:path w="3208" h="16469">
                <a:moveTo>
                  <a:pt x="0" y="0"/>
                </a:moveTo>
                <a:lnTo>
                  <a:pt x="64" y="260"/>
                </a:lnTo>
                <a:lnTo>
                  <a:pt x="64" y="463"/>
                </a:lnTo>
                <a:lnTo>
                  <a:pt x="128" y="637"/>
                </a:lnTo>
                <a:lnTo>
                  <a:pt x="128" y="782"/>
                </a:lnTo>
                <a:lnTo>
                  <a:pt x="128" y="985"/>
                </a:lnTo>
                <a:lnTo>
                  <a:pt x="192" y="1188"/>
                </a:lnTo>
                <a:lnTo>
                  <a:pt x="192" y="1391"/>
                </a:lnTo>
                <a:lnTo>
                  <a:pt x="288" y="1594"/>
                </a:lnTo>
                <a:lnTo>
                  <a:pt x="288" y="1768"/>
                </a:lnTo>
                <a:lnTo>
                  <a:pt x="288" y="1913"/>
                </a:lnTo>
                <a:lnTo>
                  <a:pt x="288" y="2058"/>
                </a:lnTo>
                <a:lnTo>
                  <a:pt x="352" y="2261"/>
                </a:lnTo>
                <a:lnTo>
                  <a:pt x="352" y="2435"/>
                </a:lnTo>
                <a:lnTo>
                  <a:pt x="417" y="2638"/>
                </a:lnTo>
                <a:lnTo>
                  <a:pt x="417" y="2841"/>
                </a:lnTo>
                <a:lnTo>
                  <a:pt x="513" y="3044"/>
                </a:lnTo>
                <a:lnTo>
                  <a:pt x="513" y="3247"/>
                </a:lnTo>
                <a:lnTo>
                  <a:pt x="577" y="3450"/>
                </a:lnTo>
                <a:lnTo>
                  <a:pt x="577" y="3653"/>
                </a:lnTo>
                <a:lnTo>
                  <a:pt x="577" y="3856"/>
                </a:lnTo>
                <a:lnTo>
                  <a:pt x="641" y="4030"/>
                </a:lnTo>
                <a:lnTo>
                  <a:pt x="641" y="4233"/>
                </a:lnTo>
                <a:lnTo>
                  <a:pt x="705" y="4436"/>
                </a:lnTo>
                <a:lnTo>
                  <a:pt x="705" y="4639"/>
                </a:lnTo>
                <a:lnTo>
                  <a:pt x="802" y="4842"/>
                </a:lnTo>
                <a:lnTo>
                  <a:pt x="802" y="5045"/>
                </a:lnTo>
                <a:lnTo>
                  <a:pt x="866" y="5306"/>
                </a:lnTo>
                <a:lnTo>
                  <a:pt x="866" y="5509"/>
                </a:lnTo>
                <a:lnTo>
                  <a:pt x="930" y="5712"/>
                </a:lnTo>
                <a:lnTo>
                  <a:pt x="930" y="5973"/>
                </a:lnTo>
                <a:lnTo>
                  <a:pt x="994" y="6176"/>
                </a:lnTo>
                <a:lnTo>
                  <a:pt x="994" y="6437"/>
                </a:lnTo>
                <a:lnTo>
                  <a:pt x="1090" y="6639"/>
                </a:lnTo>
                <a:lnTo>
                  <a:pt x="1090" y="6900"/>
                </a:lnTo>
                <a:lnTo>
                  <a:pt x="1154" y="7045"/>
                </a:lnTo>
                <a:lnTo>
                  <a:pt x="1154" y="7248"/>
                </a:lnTo>
                <a:lnTo>
                  <a:pt x="1219" y="7422"/>
                </a:lnTo>
                <a:lnTo>
                  <a:pt x="1219" y="7567"/>
                </a:lnTo>
                <a:lnTo>
                  <a:pt x="1219" y="7712"/>
                </a:lnTo>
                <a:lnTo>
                  <a:pt x="1315" y="7973"/>
                </a:lnTo>
                <a:lnTo>
                  <a:pt x="1379" y="8234"/>
                </a:lnTo>
                <a:lnTo>
                  <a:pt x="1379" y="8379"/>
                </a:lnTo>
                <a:lnTo>
                  <a:pt x="1443" y="8553"/>
                </a:lnTo>
                <a:lnTo>
                  <a:pt x="1443" y="8756"/>
                </a:lnTo>
                <a:lnTo>
                  <a:pt x="1443" y="8901"/>
                </a:lnTo>
                <a:lnTo>
                  <a:pt x="1507" y="9104"/>
                </a:lnTo>
                <a:lnTo>
                  <a:pt x="1604" y="9307"/>
                </a:lnTo>
                <a:lnTo>
                  <a:pt x="1604" y="9510"/>
                </a:lnTo>
                <a:lnTo>
                  <a:pt x="1668" y="9771"/>
                </a:lnTo>
                <a:lnTo>
                  <a:pt x="1668" y="9974"/>
                </a:lnTo>
                <a:lnTo>
                  <a:pt x="1732" y="10148"/>
                </a:lnTo>
                <a:lnTo>
                  <a:pt x="1732" y="10293"/>
                </a:lnTo>
                <a:lnTo>
                  <a:pt x="1796" y="10496"/>
                </a:lnTo>
                <a:lnTo>
                  <a:pt x="1796" y="10699"/>
                </a:lnTo>
                <a:lnTo>
                  <a:pt x="1892" y="10902"/>
                </a:lnTo>
                <a:lnTo>
                  <a:pt x="1892" y="11105"/>
                </a:lnTo>
                <a:lnTo>
                  <a:pt x="1956" y="11366"/>
                </a:lnTo>
                <a:lnTo>
                  <a:pt x="2021" y="11569"/>
                </a:lnTo>
                <a:lnTo>
                  <a:pt x="2021" y="11743"/>
                </a:lnTo>
                <a:lnTo>
                  <a:pt x="2117" y="11888"/>
                </a:lnTo>
                <a:lnTo>
                  <a:pt x="2117" y="12033"/>
                </a:lnTo>
                <a:lnTo>
                  <a:pt x="2181" y="12236"/>
                </a:lnTo>
                <a:lnTo>
                  <a:pt x="2181" y="12497"/>
                </a:lnTo>
                <a:lnTo>
                  <a:pt x="2245" y="12700"/>
                </a:lnTo>
                <a:lnTo>
                  <a:pt x="2309" y="12874"/>
                </a:lnTo>
                <a:lnTo>
                  <a:pt x="2309" y="13019"/>
                </a:lnTo>
                <a:lnTo>
                  <a:pt x="2406" y="13163"/>
                </a:lnTo>
                <a:lnTo>
                  <a:pt x="2406" y="13366"/>
                </a:lnTo>
                <a:lnTo>
                  <a:pt x="2470" y="13540"/>
                </a:lnTo>
                <a:lnTo>
                  <a:pt x="2470" y="13685"/>
                </a:lnTo>
                <a:lnTo>
                  <a:pt x="2534" y="13830"/>
                </a:lnTo>
                <a:lnTo>
                  <a:pt x="2534" y="14004"/>
                </a:lnTo>
                <a:lnTo>
                  <a:pt x="2630" y="14149"/>
                </a:lnTo>
                <a:lnTo>
                  <a:pt x="2630" y="14294"/>
                </a:lnTo>
                <a:lnTo>
                  <a:pt x="2694" y="14497"/>
                </a:lnTo>
                <a:lnTo>
                  <a:pt x="2694" y="14671"/>
                </a:lnTo>
                <a:lnTo>
                  <a:pt x="2758" y="14816"/>
                </a:lnTo>
                <a:lnTo>
                  <a:pt x="2823" y="14961"/>
                </a:lnTo>
                <a:lnTo>
                  <a:pt x="2823" y="15135"/>
                </a:lnTo>
                <a:lnTo>
                  <a:pt x="2919" y="15280"/>
                </a:lnTo>
                <a:lnTo>
                  <a:pt x="2919" y="15425"/>
                </a:lnTo>
                <a:lnTo>
                  <a:pt x="2983" y="15599"/>
                </a:lnTo>
                <a:lnTo>
                  <a:pt x="2983" y="15744"/>
                </a:lnTo>
                <a:lnTo>
                  <a:pt x="3047" y="15889"/>
                </a:lnTo>
                <a:lnTo>
                  <a:pt x="3047" y="16092"/>
                </a:lnTo>
                <a:lnTo>
                  <a:pt x="3111" y="16266"/>
                </a:lnTo>
                <a:lnTo>
                  <a:pt x="3208" y="16411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518120" y="3598965"/>
            <a:ext cx="3208" cy="5741"/>
          </a:xfrm>
          <a:custGeom>
            <a:avLst/>
            <a:gdLst/>
            <a:ahLst/>
            <a:cxnLst/>
            <a:rect l="l" t="t" r="r" b="b"/>
            <a:pathLst>
              <a:path w="3208" h="5741">
                <a:moveTo>
                  <a:pt x="0" y="0"/>
                </a:moveTo>
                <a:lnTo>
                  <a:pt x="64" y="144"/>
                </a:lnTo>
                <a:lnTo>
                  <a:pt x="64" y="347"/>
                </a:lnTo>
                <a:lnTo>
                  <a:pt x="128" y="550"/>
                </a:lnTo>
                <a:lnTo>
                  <a:pt x="224" y="753"/>
                </a:lnTo>
                <a:lnTo>
                  <a:pt x="288" y="927"/>
                </a:lnTo>
                <a:lnTo>
                  <a:pt x="288" y="1072"/>
                </a:lnTo>
                <a:lnTo>
                  <a:pt x="352" y="1217"/>
                </a:lnTo>
                <a:lnTo>
                  <a:pt x="417" y="1391"/>
                </a:lnTo>
                <a:lnTo>
                  <a:pt x="417" y="1536"/>
                </a:lnTo>
                <a:lnTo>
                  <a:pt x="513" y="1681"/>
                </a:lnTo>
                <a:lnTo>
                  <a:pt x="577" y="1884"/>
                </a:lnTo>
                <a:lnTo>
                  <a:pt x="641" y="2058"/>
                </a:lnTo>
                <a:lnTo>
                  <a:pt x="737" y="2203"/>
                </a:lnTo>
                <a:lnTo>
                  <a:pt x="737" y="2348"/>
                </a:lnTo>
                <a:lnTo>
                  <a:pt x="802" y="2522"/>
                </a:lnTo>
                <a:lnTo>
                  <a:pt x="866" y="2667"/>
                </a:lnTo>
                <a:lnTo>
                  <a:pt x="930" y="2812"/>
                </a:lnTo>
                <a:lnTo>
                  <a:pt x="1026" y="3015"/>
                </a:lnTo>
                <a:lnTo>
                  <a:pt x="1090" y="3189"/>
                </a:lnTo>
                <a:lnTo>
                  <a:pt x="1154" y="3334"/>
                </a:lnTo>
                <a:lnTo>
                  <a:pt x="1219" y="3479"/>
                </a:lnTo>
                <a:lnTo>
                  <a:pt x="1315" y="3653"/>
                </a:lnTo>
                <a:lnTo>
                  <a:pt x="1379" y="3798"/>
                </a:lnTo>
                <a:lnTo>
                  <a:pt x="1443" y="3943"/>
                </a:lnTo>
                <a:lnTo>
                  <a:pt x="1539" y="4117"/>
                </a:lnTo>
                <a:lnTo>
                  <a:pt x="1604" y="4262"/>
                </a:lnTo>
                <a:lnTo>
                  <a:pt x="1668" y="4407"/>
                </a:lnTo>
                <a:lnTo>
                  <a:pt x="1732" y="4465"/>
                </a:lnTo>
                <a:lnTo>
                  <a:pt x="1828" y="4610"/>
                </a:lnTo>
                <a:lnTo>
                  <a:pt x="1956" y="4784"/>
                </a:lnTo>
                <a:lnTo>
                  <a:pt x="2021" y="4929"/>
                </a:lnTo>
                <a:lnTo>
                  <a:pt x="2117" y="5074"/>
                </a:lnTo>
                <a:lnTo>
                  <a:pt x="2245" y="5132"/>
                </a:lnTo>
                <a:lnTo>
                  <a:pt x="2341" y="5248"/>
                </a:lnTo>
                <a:lnTo>
                  <a:pt x="2470" y="5393"/>
                </a:lnTo>
                <a:lnTo>
                  <a:pt x="2534" y="5393"/>
                </a:lnTo>
                <a:lnTo>
                  <a:pt x="2630" y="5538"/>
                </a:lnTo>
                <a:lnTo>
                  <a:pt x="2630" y="5538"/>
                </a:lnTo>
                <a:lnTo>
                  <a:pt x="2758" y="5596"/>
                </a:lnTo>
                <a:lnTo>
                  <a:pt x="2919" y="5654"/>
                </a:lnTo>
                <a:lnTo>
                  <a:pt x="2983" y="5654"/>
                </a:lnTo>
                <a:lnTo>
                  <a:pt x="3047" y="5741"/>
                </a:lnTo>
                <a:lnTo>
                  <a:pt x="3208" y="5741"/>
                </a:lnTo>
              </a:path>
            </a:pathLst>
          </a:custGeom>
          <a:ln w="4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521328" y="3599632"/>
            <a:ext cx="3208" cy="5074"/>
          </a:xfrm>
          <a:custGeom>
            <a:avLst/>
            <a:gdLst/>
            <a:ahLst/>
            <a:cxnLst/>
            <a:rect l="l" t="t" r="r" b="b"/>
            <a:pathLst>
              <a:path w="3208" h="5074">
                <a:moveTo>
                  <a:pt x="0" y="5074"/>
                </a:moveTo>
                <a:lnTo>
                  <a:pt x="64" y="5074"/>
                </a:lnTo>
                <a:lnTo>
                  <a:pt x="224" y="5074"/>
                </a:lnTo>
                <a:lnTo>
                  <a:pt x="288" y="5074"/>
                </a:lnTo>
                <a:lnTo>
                  <a:pt x="449" y="4987"/>
                </a:lnTo>
                <a:lnTo>
                  <a:pt x="513" y="4987"/>
                </a:lnTo>
                <a:lnTo>
                  <a:pt x="513" y="4987"/>
                </a:lnTo>
                <a:lnTo>
                  <a:pt x="641" y="4871"/>
                </a:lnTo>
                <a:lnTo>
                  <a:pt x="802" y="4784"/>
                </a:lnTo>
                <a:lnTo>
                  <a:pt x="866" y="4726"/>
                </a:lnTo>
                <a:lnTo>
                  <a:pt x="930" y="4581"/>
                </a:lnTo>
                <a:lnTo>
                  <a:pt x="1090" y="4523"/>
                </a:lnTo>
                <a:lnTo>
                  <a:pt x="1251" y="4407"/>
                </a:lnTo>
                <a:lnTo>
                  <a:pt x="1251" y="4262"/>
                </a:lnTo>
                <a:lnTo>
                  <a:pt x="1379" y="4204"/>
                </a:lnTo>
                <a:lnTo>
                  <a:pt x="1379" y="4059"/>
                </a:lnTo>
                <a:lnTo>
                  <a:pt x="1539" y="3943"/>
                </a:lnTo>
                <a:lnTo>
                  <a:pt x="1604" y="3798"/>
                </a:lnTo>
                <a:lnTo>
                  <a:pt x="1668" y="3653"/>
                </a:lnTo>
                <a:lnTo>
                  <a:pt x="1764" y="3450"/>
                </a:lnTo>
                <a:lnTo>
                  <a:pt x="1892" y="3334"/>
                </a:lnTo>
                <a:lnTo>
                  <a:pt x="1892" y="3189"/>
                </a:lnTo>
                <a:lnTo>
                  <a:pt x="2053" y="3073"/>
                </a:lnTo>
                <a:lnTo>
                  <a:pt x="2053" y="2928"/>
                </a:lnTo>
                <a:lnTo>
                  <a:pt x="2053" y="2928"/>
                </a:lnTo>
                <a:lnTo>
                  <a:pt x="2181" y="2725"/>
                </a:lnTo>
                <a:lnTo>
                  <a:pt x="2245" y="2522"/>
                </a:lnTo>
                <a:lnTo>
                  <a:pt x="2341" y="2348"/>
                </a:lnTo>
                <a:lnTo>
                  <a:pt x="2406" y="2203"/>
                </a:lnTo>
                <a:lnTo>
                  <a:pt x="2406" y="2058"/>
                </a:lnTo>
                <a:lnTo>
                  <a:pt x="2566" y="1855"/>
                </a:lnTo>
                <a:lnTo>
                  <a:pt x="2630" y="1681"/>
                </a:lnTo>
                <a:lnTo>
                  <a:pt x="2630" y="1536"/>
                </a:lnTo>
                <a:lnTo>
                  <a:pt x="2694" y="1391"/>
                </a:lnTo>
                <a:lnTo>
                  <a:pt x="2758" y="1217"/>
                </a:lnTo>
                <a:lnTo>
                  <a:pt x="2855" y="1072"/>
                </a:lnTo>
                <a:lnTo>
                  <a:pt x="2855" y="927"/>
                </a:lnTo>
                <a:lnTo>
                  <a:pt x="2919" y="724"/>
                </a:lnTo>
                <a:lnTo>
                  <a:pt x="2983" y="550"/>
                </a:lnTo>
                <a:lnTo>
                  <a:pt x="3079" y="405"/>
                </a:lnTo>
                <a:lnTo>
                  <a:pt x="3079" y="260"/>
                </a:lnTo>
                <a:lnTo>
                  <a:pt x="3143" y="86"/>
                </a:lnTo>
              </a:path>
            </a:pathLst>
          </a:custGeom>
          <a:ln w="4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524536" y="3584468"/>
            <a:ext cx="3143" cy="15164"/>
          </a:xfrm>
          <a:custGeom>
            <a:avLst/>
            <a:gdLst/>
            <a:ahLst/>
            <a:cxnLst/>
            <a:rect l="l" t="t" r="r" b="b"/>
            <a:pathLst>
              <a:path w="3143" h="15164">
                <a:moveTo>
                  <a:pt x="0" y="15164"/>
                </a:moveTo>
                <a:lnTo>
                  <a:pt x="0" y="14961"/>
                </a:lnTo>
                <a:lnTo>
                  <a:pt x="64" y="14758"/>
                </a:lnTo>
                <a:lnTo>
                  <a:pt x="160" y="14584"/>
                </a:lnTo>
                <a:lnTo>
                  <a:pt x="160" y="14439"/>
                </a:lnTo>
                <a:lnTo>
                  <a:pt x="224" y="14294"/>
                </a:lnTo>
                <a:lnTo>
                  <a:pt x="288" y="14120"/>
                </a:lnTo>
                <a:lnTo>
                  <a:pt x="288" y="13975"/>
                </a:lnTo>
                <a:lnTo>
                  <a:pt x="352" y="13830"/>
                </a:lnTo>
                <a:lnTo>
                  <a:pt x="449" y="13627"/>
                </a:lnTo>
                <a:lnTo>
                  <a:pt x="449" y="13453"/>
                </a:lnTo>
                <a:lnTo>
                  <a:pt x="513" y="13308"/>
                </a:lnTo>
                <a:lnTo>
                  <a:pt x="513" y="13163"/>
                </a:lnTo>
                <a:lnTo>
                  <a:pt x="577" y="12990"/>
                </a:lnTo>
                <a:lnTo>
                  <a:pt x="577" y="12845"/>
                </a:lnTo>
                <a:lnTo>
                  <a:pt x="673" y="12700"/>
                </a:lnTo>
                <a:lnTo>
                  <a:pt x="737" y="12526"/>
                </a:lnTo>
                <a:lnTo>
                  <a:pt x="737" y="12381"/>
                </a:lnTo>
                <a:lnTo>
                  <a:pt x="802" y="12236"/>
                </a:lnTo>
                <a:lnTo>
                  <a:pt x="802" y="12033"/>
                </a:lnTo>
                <a:lnTo>
                  <a:pt x="866" y="11859"/>
                </a:lnTo>
                <a:lnTo>
                  <a:pt x="866" y="11714"/>
                </a:lnTo>
                <a:lnTo>
                  <a:pt x="962" y="11569"/>
                </a:lnTo>
                <a:lnTo>
                  <a:pt x="962" y="11395"/>
                </a:lnTo>
                <a:lnTo>
                  <a:pt x="1026" y="11250"/>
                </a:lnTo>
                <a:lnTo>
                  <a:pt x="1026" y="11105"/>
                </a:lnTo>
                <a:lnTo>
                  <a:pt x="1090" y="10902"/>
                </a:lnTo>
                <a:lnTo>
                  <a:pt x="1154" y="10728"/>
                </a:lnTo>
                <a:lnTo>
                  <a:pt x="1154" y="10583"/>
                </a:lnTo>
                <a:lnTo>
                  <a:pt x="1154" y="10438"/>
                </a:lnTo>
                <a:lnTo>
                  <a:pt x="1251" y="10264"/>
                </a:lnTo>
                <a:lnTo>
                  <a:pt x="1251" y="10119"/>
                </a:lnTo>
                <a:lnTo>
                  <a:pt x="1315" y="9974"/>
                </a:lnTo>
                <a:lnTo>
                  <a:pt x="1379" y="9771"/>
                </a:lnTo>
                <a:lnTo>
                  <a:pt x="1379" y="9597"/>
                </a:lnTo>
                <a:lnTo>
                  <a:pt x="1379" y="9452"/>
                </a:lnTo>
                <a:lnTo>
                  <a:pt x="1475" y="9307"/>
                </a:lnTo>
                <a:lnTo>
                  <a:pt x="1475" y="9133"/>
                </a:lnTo>
                <a:lnTo>
                  <a:pt x="1539" y="8988"/>
                </a:lnTo>
                <a:lnTo>
                  <a:pt x="1539" y="8843"/>
                </a:lnTo>
                <a:lnTo>
                  <a:pt x="1604" y="8640"/>
                </a:lnTo>
                <a:lnTo>
                  <a:pt x="1604" y="8466"/>
                </a:lnTo>
                <a:lnTo>
                  <a:pt x="1668" y="8321"/>
                </a:lnTo>
                <a:lnTo>
                  <a:pt x="1668" y="8176"/>
                </a:lnTo>
                <a:lnTo>
                  <a:pt x="1764" y="8002"/>
                </a:lnTo>
                <a:lnTo>
                  <a:pt x="1764" y="7857"/>
                </a:lnTo>
                <a:lnTo>
                  <a:pt x="1764" y="7712"/>
                </a:lnTo>
                <a:lnTo>
                  <a:pt x="1828" y="7538"/>
                </a:lnTo>
                <a:lnTo>
                  <a:pt x="1828" y="7393"/>
                </a:lnTo>
                <a:lnTo>
                  <a:pt x="1892" y="7190"/>
                </a:lnTo>
                <a:lnTo>
                  <a:pt x="1892" y="7045"/>
                </a:lnTo>
                <a:lnTo>
                  <a:pt x="1988" y="6784"/>
                </a:lnTo>
                <a:lnTo>
                  <a:pt x="2053" y="6581"/>
                </a:lnTo>
                <a:lnTo>
                  <a:pt x="2053" y="6408"/>
                </a:lnTo>
                <a:lnTo>
                  <a:pt x="2053" y="6263"/>
                </a:lnTo>
                <a:lnTo>
                  <a:pt x="2117" y="6118"/>
                </a:lnTo>
                <a:lnTo>
                  <a:pt x="2117" y="5915"/>
                </a:lnTo>
                <a:lnTo>
                  <a:pt x="2181" y="5741"/>
                </a:lnTo>
                <a:lnTo>
                  <a:pt x="2181" y="5538"/>
                </a:lnTo>
                <a:lnTo>
                  <a:pt x="2277" y="5393"/>
                </a:lnTo>
                <a:lnTo>
                  <a:pt x="2277" y="5190"/>
                </a:lnTo>
                <a:lnTo>
                  <a:pt x="2341" y="4929"/>
                </a:lnTo>
                <a:lnTo>
                  <a:pt x="2341" y="4784"/>
                </a:lnTo>
                <a:lnTo>
                  <a:pt x="2406" y="4610"/>
                </a:lnTo>
                <a:lnTo>
                  <a:pt x="2406" y="4407"/>
                </a:lnTo>
                <a:lnTo>
                  <a:pt x="2406" y="4262"/>
                </a:lnTo>
                <a:lnTo>
                  <a:pt x="2470" y="4059"/>
                </a:lnTo>
                <a:lnTo>
                  <a:pt x="2470" y="3856"/>
                </a:lnTo>
                <a:lnTo>
                  <a:pt x="2566" y="3595"/>
                </a:lnTo>
                <a:lnTo>
                  <a:pt x="2630" y="3334"/>
                </a:lnTo>
                <a:lnTo>
                  <a:pt x="2630" y="3131"/>
                </a:lnTo>
                <a:lnTo>
                  <a:pt x="2694" y="2870"/>
                </a:lnTo>
                <a:lnTo>
                  <a:pt x="2694" y="2725"/>
                </a:lnTo>
                <a:lnTo>
                  <a:pt x="2790" y="2551"/>
                </a:lnTo>
                <a:lnTo>
                  <a:pt x="2790" y="2406"/>
                </a:lnTo>
                <a:lnTo>
                  <a:pt x="2790" y="2261"/>
                </a:lnTo>
                <a:lnTo>
                  <a:pt x="2855" y="2058"/>
                </a:lnTo>
                <a:lnTo>
                  <a:pt x="2855" y="1884"/>
                </a:lnTo>
                <a:lnTo>
                  <a:pt x="2855" y="1739"/>
                </a:lnTo>
                <a:lnTo>
                  <a:pt x="2919" y="1594"/>
                </a:lnTo>
                <a:lnTo>
                  <a:pt x="2919" y="1420"/>
                </a:lnTo>
                <a:lnTo>
                  <a:pt x="2983" y="1275"/>
                </a:lnTo>
                <a:lnTo>
                  <a:pt x="2983" y="1072"/>
                </a:lnTo>
                <a:lnTo>
                  <a:pt x="2983" y="869"/>
                </a:lnTo>
                <a:lnTo>
                  <a:pt x="3079" y="608"/>
                </a:lnTo>
                <a:lnTo>
                  <a:pt x="3079" y="405"/>
                </a:lnTo>
                <a:lnTo>
                  <a:pt x="3143" y="202"/>
                </a:lnTo>
                <a:lnTo>
                  <a:pt x="3143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527680" y="3560952"/>
            <a:ext cx="3208" cy="23515"/>
          </a:xfrm>
          <a:custGeom>
            <a:avLst/>
            <a:gdLst/>
            <a:ahLst/>
            <a:cxnLst/>
            <a:rect l="l" t="t" r="r" b="b"/>
            <a:pathLst>
              <a:path w="3208" h="23515">
                <a:moveTo>
                  <a:pt x="0" y="23515"/>
                </a:moveTo>
                <a:lnTo>
                  <a:pt x="64" y="23312"/>
                </a:lnTo>
                <a:lnTo>
                  <a:pt x="64" y="23138"/>
                </a:lnTo>
                <a:lnTo>
                  <a:pt x="160" y="22935"/>
                </a:lnTo>
                <a:lnTo>
                  <a:pt x="160" y="22732"/>
                </a:lnTo>
                <a:lnTo>
                  <a:pt x="224" y="22529"/>
                </a:lnTo>
                <a:lnTo>
                  <a:pt x="224" y="22326"/>
                </a:lnTo>
                <a:lnTo>
                  <a:pt x="224" y="22123"/>
                </a:lnTo>
                <a:lnTo>
                  <a:pt x="288" y="21920"/>
                </a:lnTo>
                <a:lnTo>
                  <a:pt x="288" y="21717"/>
                </a:lnTo>
                <a:lnTo>
                  <a:pt x="352" y="21543"/>
                </a:lnTo>
                <a:lnTo>
                  <a:pt x="352" y="21398"/>
                </a:lnTo>
                <a:lnTo>
                  <a:pt x="352" y="21195"/>
                </a:lnTo>
                <a:lnTo>
                  <a:pt x="449" y="20992"/>
                </a:lnTo>
                <a:lnTo>
                  <a:pt x="449" y="20789"/>
                </a:lnTo>
                <a:lnTo>
                  <a:pt x="513" y="20586"/>
                </a:lnTo>
                <a:lnTo>
                  <a:pt x="513" y="20412"/>
                </a:lnTo>
                <a:lnTo>
                  <a:pt x="513" y="20267"/>
                </a:lnTo>
                <a:lnTo>
                  <a:pt x="577" y="20122"/>
                </a:lnTo>
                <a:lnTo>
                  <a:pt x="577" y="19948"/>
                </a:lnTo>
                <a:lnTo>
                  <a:pt x="641" y="19745"/>
                </a:lnTo>
                <a:lnTo>
                  <a:pt x="641" y="19600"/>
                </a:lnTo>
                <a:lnTo>
                  <a:pt x="641" y="19398"/>
                </a:lnTo>
                <a:lnTo>
                  <a:pt x="737" y="19195"/>
                </a:lnTo>
                <a:lnTo>
                  <a:pt x="737" y="18992"/>
                </a:lnTo>
                <a:lnTo>
                  <a:pt x="737" y="18818"/>
                </a:lnTo>
                <a:lnTo>
                  <a:pt x="802" y="18673"/>
                </a:lnTo>
                <a:lnTo>
                  <a:pt x="802" y="18528"/>
                </a:lnTo>
                <a:lnTo>
                  <a:pt x="802" y="18325"/>
                </a:lnTo>
                <a:lnTo>
                  <a:pt x="866" y="18151"/>
                </a:lnTo>
                <a:lnTo>
                  <a:pt x="866" y="18006"/>
                </a:lnTo>
                <a:lnTo>
                  <a:pt x="866" y="17861"/>
                </a:lnTo>
                <a:lnTo>
                  <a:pt x="962" y="17687"/>
                </a:lnTo>
                <a:lnTo>
                  <a:pt x="962" y="17542"/>
                </a:lnTo>
                <a:lnTo>
                  <a:pt x="962" y="17339"/>
                </a:lnTo>
                <a:lnTo>
                  <a:pt x="1026" y="17194"/>
                </a:lnTo>
                <a:lnTo>
                  <a:pt x="1026" y="17020"/>
                </a:lnTo>
                <a:lnTo>
                  <a:pt x="1026" y="16875"/>
                </a:lnTo>
                <a:lnTo>
                  <a:pt x="1090" y="16672"/>
                </a:lnTo>
                <a:lnTo>
                  <a:pt x="1090" y="16469"/>
                </a:lnTo>
                <a:lnTo>
                  <a:pt x="1154" y="16208"/>
                </a:lnTo>
                <a:lnTo>
                  <a:pt x="1154" y="16005"/>
                </a:lnTo>
                <a:lnTo>
                  <a:pt x="1154" y="15744"/>
                </a:lnTo>
                <a:lnTo>
                  <a:pt x="1251" y="15541"/>
                </a:lnTo>
                <a:lnTo>
                  <a:pt x="1251" y="15338"/>
                </a:lnTo>
                <a:lnTo>
                  <a:pt x="1315" y="15077"/>
                </a:lnTo>
                <a:lnTo>
                  <a:pt x="1315" y="14874"/>
                </a:lnTo>
                <a:lnTo>
                  <a:pt x="1379" y="14613"/>
                </a:lnTo>
                <a:lnTo>
                  <a:pt x="1379" y="14468"/>
                </a:lnTo>
                <a:lnTo>
                  <a:pt x="1379" y="14294"/>
                </a:lnTo>
                <a:lnTo>
                  <a:pt x="1443" y="14149"/>
                </a:lnTo>
                <a:lnTo>
                  <a:pt x="1443" y="14004"/>
                </a:lnTo>
                <a:lnTo>
                  <a:pt x="1443" y="13830"/>
                </a:lnTo>
                <a:lnTo>
                  <a:pt x="1443" y="13685"/>
                </a:lnTo>
                <a:lnTo>
                  <a:pt x="1539" y="13540"/>
                </a:lnTo>
                <a:lnTo>
                  <a:pt x="1539" y="13337"/>
                </a:lnTo>
                <a:lnTo>
                  <a:pt x="1539" y="13076"/>
                </a:lnTo>
                <a:lnTo>
                  <a:pt x="1604" y="12874"/>
                </a:lnTo>
                <a:lnTo>
                  <a:pt x="1604" y="12613"/>
                </a:lnTo>
                <a:lnTo>
                  <a:pt x="1668" y="12410"/>
                </a:lnTo>
                <a:lnTo>
                  <a:pt x="1668" y="12149"/>
                </a:lnTo>
                <a:lnTo>
                  <a:pt x="1764" y="11888"/>
                </a:lnTo>
                <a:lnTo>
                  <a:pt x="1764" y="11685"/>
                </a:lnTo>
                <a:lnTo>
                  <a:pt x="1828" y="11424"/>
                </a:lnTo>
                <a:lnTo>
                  <a:pt x="1828" y="11279"/>
                </a:lnTo>
                <a:lnTo>
                  <a:pt x="1828" y="11105"/>
                </a:lnTo>
                <a:lnTo>
                  <a:pt x="1828" y="10960"/>
                </a:lnTo>
                <a:lnTo>
                  <a:pt x="1892" y="10815"/>
                </a:lnTo>
                <a:lnTo>
                  <a:pt x="1892" y="10554"/>
                </a:lnTo>
                <a:lnTo>
                  <a:pt x="1956" y="10351"/>
                </a:lnTo>
                <a:lnTo>
                  <a:pt x="1956" y="10090"/>
                </a:lnTo>
                <a:lnTo>
                  <a:pt x="1956" y="9829"/>
                </a:lnTo>
                <a:lnTo>
                  <a:pt x="2053" y="9684"/>
                </a:lnTo>
                <a:lnTo>
                  <a:pt x="2053" y="9481"/>
                </a:lnTo>
                <a:lnTo>
                  <a:pt x="2117" y="9220"/>
                </a:lnTo>
                <a:lnTo>
                  <a:pt x="2117" y="8959"/>
                </a:lnTo>
                <a:lnTo>
                  <a:pt x="2117" y="8698"/>
                </a:lnTo>
                <a:lnTo>
                  <a:pt x="2181" y="8495"/>
                </a:lnTo>
                <a:lnTo>
                  <a:pt x="2181" y="8350"/>
                </a:lnTo>
                <a:lnTo>
                  <a:pt x="2277" y="8089"/>
                </a:lnTo>
                <a:lnTo>
                  <a:pt x="2277" y="7828"/>
                </a:lnTo>
                <a:lnTo>
                  <a:pt x="2277" y="7567"/>
                </a:lnTo>
                <a:lnTo>
                  <a:pt x="2341" y="7422"/>
                </a:lnTo>
                <a:lnTo>
                  <a:pt x="2341" y="7219"/>
                </a:lnTo>
                <a:lnTo>
                  <a:pt x="2341" y="6958"/>
                </a:lnTo>
                <a:lnTo>
                  <a:pt x="2406" y="6697"/>
                </a:lnTo>
                <a:lnTo>
                  <a:pt x="2406" y="6437"/>
                </a:lnTo>
                <a:lnTo>
                  <a:pt x="2470" y="6292"/>
                </a:lnTo>
                <a:lnTo>
                  <a:pt x="2470" y="6031"/>
                </a:lnTo>
                <a:lnTo>
                  <a:pt x="2470" y="5828"/>
                </a:lnTo>
                <a:lnTo>
                  <a:pt x="2566" y="5567"/>
                </a:lnTo>
                <a:lnTo>
                  <a:pt x="2566" y="5306"/>
                </a:lnTo>
                <a:lnTo>
                  <a:pt x="2630" y="5161"/>
                </a:lnTo>
                <a:lnTo>
                  <a:pt x="2630" y="4900"/>
                </a:lnTo>
                <a:lnTo>
                  <a:pt x="2630" y="4639"/>
                </a:lnTo>
                <a:lnTo>
                  <a:pt x="2694" y="4494"/>
                </a:lnTo>
                <a:lnTo>
                  <a:pt x="2694" y="4233"/>
                </a:lnTo>
                <a:lnTo>
                  <a:pt x="2758" y="3972"/>
                </a:lnTo>
                <a:lnTo>
                  <a:pt x="2758" y="3711"/>
                </a:lnTo>
                <a:lnTo>
                  <a:pt x="2758" y="3566"/>
                </a:lnTo>
                <a:lnTo>
                  <a:pt x="2855" y="3305"/>
                </a:lnTo>
                <a:lnTo>
                  <a:pt x="2855" y="3044"/>
                </a:lnTo>
                <a:lnTo>
                  <a:pt x="2855" y="2899"/>
                </a:lnTo>
                <a:lnTo>
                  <a:pt x="2919" y="2638"/>
                </a:lnTo>
                <a:lnTo>
                  <a:pt x="2919" y="2377"/>
                </a:lnTo>
                <a:lnTo>
                  <a:pt x="2919" y="2232"/>
                </a:lnTo>
                <a:lnTo>
                  <a:pt x="2983" y="1971"/>
                </a:lnTo>
                <a:lnTo>
                  <a:pt x="2983" y="1710"/>
                </a:lnTo>
                <a:lnTo>
                  <a:pt x="3079" y="1449"/>
                </a:lnTo>
                <a:lnTo>
                  <a:pt x="3079" y="1304"/>
                </a:lnTo>
                <a:lnTo>
                  <a:pt x="3079" y="1043"/>
                </a:lnTo>
                <a:lnTo>
                  <a:pt x="3143" y="782"/>
                </a:lnTo>
                <a:lnTo>
                  <a:pt x="3143" y="637"/>
                </a:lnTo>
                <a:lnTo>
                  <a:pt x="3143" y="376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530888" y="3531087"/>
            <a:ext cx="3208" cy="29865"/>
          </a:xfrm>
          <a:custGeom>
            <a:avLst/>
            <a:gdLst/>
            <a:ahLst/>
            <a:cxnLst/>
            <a:rect l="l" t="t" r="r" b="b"/>
            <a:pathLst>
              <a:path w="3208" h="29865">
                <a:moveTo>
                  <a:pt x="0" y="29865"/>
                </a:moveTo>
                <a:lnTo>
                  <a:pt x="0" y="29720"/>
                </a:lnTo>
                <a:lnTo>
                  <a:pt x="64" y="29575"/>
                </a:lnTo>
                <a:lnTo>
                  <a:pt x="64" y="29314"/>
                </a:lnTo>
                <a:lnTo>
                  <a:pt x="64" y="29111"/>
                </a:lnTo>
                <a:lnTo>
                  <a:pt x="160" y="28850"/>
                </a:lnTo>
                <a:lnTo>
                  <a:pt x="160" y="28589"/>
                </a:lnTo>
                <a:lnTo>
                  <a:pt x="160" y="28444"/>
                </a:lnTo>
                <a:lnTo>
                  <a:pt x="224" y="28183"/>
                </a:lnTo>
                <a:lnTo>
                  <a:pt x="224" y="27922"/>
                </a:lnTo>
                <a:lnTo>
                  <a:pt x="224" y="27777"/>
                </a:lnTo>
                <a:lnTo>
                  <a:pt x="288" y="27516"/>
                </a:lnTo>
                <a:lnTo>
                  <a:pt x="288" y="27313"/>
                </a:lnTo>
                <a:lnTo>
                  <a:pt x="384" y="27052"/>
                </a:lnTo>
                <a:lnTo>
                  <a:pt x="384" y="26791"/>
                </a:lnTo>
                <a:lnTo>
                  <a:pt x="384" y="26646"/>
                </a:lnTo>
                <a:lnTo>
                  <a:pt x="449" y="26385"/>
                </a:lnTo>
                <a:lnTo>
                  <a:pt x="449" y="26124"/>
                </a:lnTo>
                <a:lnTo>
                  <a:pt x="449" y="25922"/>
                </a:lnTo>
                <a:lnTo>
                  <a:pt x="513" y="25661"/>
                </a:lnTo>
                <a:lnTo>
                  <a:pt x="513" y="25516"/>
                </a:lnTo>
                <a:lnTo>
                  <a:pt x="513" y="25255"/>
                </a:lnTo>
                <a:lnTo>
                  <a:pt x="577" y="24994"/>
                </a:lnTo>
                <a:lnTo>
                  <a:pt x="577" y="24791"/>
                </a:lnTo>
                <a:lnTo>
                  <a:pt x="673" y="24530"/>
                </a:lnTo>
                <a:lnTo>
                  <a:pt x="673" y="24385"/>
                </a:lnTo>
                <a:lnTo>
                  <a:pt x="673" y="24124"/>
                </a:lnTo>
                <a:lnTo>
                  <a:pt x="737" y="23863"/>
                </a:lnTo>
                <a:lnTo>
                  <a:pt x="737" y="23660"/>
                </a:lnTo>
                <a:lnTo>
                  <a:pt x="737" y="23399"/>
                </a:lnTo>
                <a:lnTo>
                  <a:pt x="737" y="23254"/>
                </a:lnTo>
                <a:lnTo>
                  <a:pt x="802" y="22993"/>
                </a:lnTo>
                <a:lnTo>
                  <a:pt x="802" y="22790"/>
                </a:lnTo>
                <a:lnTo>
                  <a:pt x="866" y="22529"/>
                </a:lnTo>
                <a:lnTo>
                  <a:pt x="866" y="22268"/>
                </a:lnTo>
                <a:lnTo>
                  <a:pt x="866" y="22123"/>
                </a:lnTo>
                <a:lnTo>
                  <a:pt x="866" y="21949"/>
                </a:lnTo>
                <a:lnTo>
                  <a:pt x="962" y="21804"/>
                </a:lnTo>
                <a:lnTo>
                  <a:pt x="962" y="21659"/>
                </a:lnTo>
                <a:lnTo>
                  <a:pt x="962" y="21398"/>
                </a:lnTo>
                <a:lnTo>
                  <a:pt x="1026" y="21079"/>
                </a:lnTo>
                <a:lnTo>
                  <a:pt x="1026" y="20934"/>
                </a:lnTo>
                <a:lnTo>
                  <a:pt x="1026" y="20673"/>
                </a:lnTo>
                <a:lnTo>
                  <a:pt x="1090" y="20528"/>
                </a:lnTo>
                <a:lnTo>
                  <a:pt x="1090" y="20354"/>
                </a:lnTo>
                <a:lnTo>
                  <a:pt x="1090" y="20209"/>
                </a:lnTo>
                <a:lnTo>
                  <a:pt x="1090" y="20064"/>
                </a:lnTo>
                <a:lnTo>
                  <a:pt x="1186" y="19803"/>
                </a:lnTo>
                <a:lnTo>
                  <a:pt x="1186" y="19600"/>
                </a:lnTo>
                <a:lnTo>
                  <a:pt x="1186" y="19340"/>
                </a:lnTo>
                <a:lnTo>
                  <a:pt x="1251" y="19021"/>
                </a:lnTo>
                <a:lnTo>
                  <a:pt x="1251" y="18876"/>
                </a:lnTo>
                <a:lnTo>
                  <a:pt x="1315" y="18615"/>
                </a:lnTo>
                <a:lnTo>
                  <a:pt x="1315" y="18470"/>
                </a:lnTo>
                <a:lnTo>
                  <a:pt x="1315" y="18267"/>
                </a:lnTo>
                <a:lnTo>
                  <a:pt x="1315" y="18006"/>
                </a:lnTo>
                <a:lnTo>
                  <a:pt x="1379" y="17687"/>
                </a:lnTo>
                <a:lnTo>
                  <a:pt x="1379" y="17542"/>
                </a:lnTo>
                <a:lnTo>
                  <a:pt x="1475" y="17281"/>
                </a:lnTo>
                <a:lnTo>
                  <a:pt x="1475" y="17136"/>
                </a:lnTo>
                <a:lnTo>
                  <a:pt x="1475" y="16962"/>
                </a:lnTo>
                <a:lnTo>
                  <a:pt x="1475" y="16817"/>
                </a:lnTo>
                <a:lnTo>
                  <a:pt x="1475" y="16672"/>
                </a:lnTo>
                <a:lnTo>
                  <a:pt x="1539" y="16353"/>
                </a:lnTo>
                <a:lnTo>
                  <a:pt x="1539" y="16208"/>
                </a:lnTo>
                <a:lnTo>
                  <a:pt x="1539" y="15947"/>
                </a:lnTo>
                <a:lnTo>
                  <a:pt x="1604" y="15744"/>
                </a:lnTo>
                <a:lnTo>
                  <a:pt x="1604" y="15483"/>
                </a:lnTo>
                <a:lnTo>
                  <a:pt x="1604" y="15280"/>
                </a:lnTo>
                <a:lnTo>
                  <a:pt x="1668" y="15019"/>
                </a:lnTo>
                <a:lnTo>
                  <a:pt x="1668" y="14700"/>
                </a:lnTo>
                <a:lnTo>
                  <a:pt x="1668" y="14555"/>
                </a:lnTo>
                <a:lnTo>
                  <a:pt x="1764" y="14410"/>
                </a:lnTo>
                <a:lnTo>
                  <a:pt x="1764" y="14091"/>
                </a:lnTo>
                <a:lnTo>
                  <a:pt x="1764" y="13946"/>
                </a:lnTo>
                <a:lnTo>
                  <a:pt x="1828" y="13627"/>
                </a:lnTo>
                <a:lnTo>
                  <a:pt x="1828" y="13482"/>
                </a:lnTo>
                <a:lnTo>
                  <a:pt x="1828" y="13221"/>
                </a:lnTo>
                <a:lnTo>
                  <a:pt x="1892" y="13019"/>
                </a:lnTo>
                <a:lnTo>
                  <a:pt x="1892" y="12758"/>
                </a:lnTo>
                <a:lnTo>
                  <a:pt x="1892" y="12555"/>
                </a:lnTo>
                <a:lnTo>
                  <a:pt x="1988" y="12294"/>
                </a:lnTo>
                <a:lnTo>
                  <a:pt x="1988" y="12091"/>
                </a:lnTo>
                <a:lnTo>
                  <a:pt x="1988" y="11830"/>
                </a:lnTo>
                <a:lnTo>
                  <a:pt x="2053" y="11685"/>
                </a:lnTo>
                <a:lnTo>
                  <a:pt x="2053" y="11511"/>
                </a:lnTo>
                <a:lnTo>
                  <a:pt x="2053" y="11366"/>
                </a:lnTo>
                <a:lnTo>
                  <a:pt x="2053" y="11221"/>
                </a:lnTo>
                <a:lnTo>
                  <a:pt x="2117" y="11047"/>
                </a:lnTo>
                <a:lnTo>
                  <a:pt x="2117" y="10902"/>
                </a:lnTo>
                <a:lnTo>
                  <a:pt x="2117" y="10757"/>
                </a:lnTo>
                <a:lnTo>
                  <a:pt x="2117" y="10554"/>
                </a:lnTo>
                <a:lnTo>
                  <a:pt x="2181" y="10293"/>
                </a:lnTo>
                <a:lnTo>
                  <a:pt x="2181" y="10090"/>
                </a:lnTo>
                <a:lnTo>
                  <a:pt x="2181" y="9829"/>
                </a:lnTo>
                <a:lnTo>
                  <a:pt x="2277" y="9626"/>
                </a:lnTo>
                <a:lnTo>
                  <a:pt x="2277" y="9365"/>
                </a:lnTo>
                <a:lnTo>
                  <a:pt x="2277" y="9162"/>
                </a:lnTo>
                <a:lnTo>
                  <a:pt x="2341" y="8901"/>
                </a:lnTo>
                <a:lnTo>
                  <a:pt x="2341" y="8698"/>
                </a:lnTo>
                <a:lnTo>
                  <a:pt x="2341" y="8437"/>
                </a:lnTo>
                <a:lnTo>
                  <a:pt x="2341" y="8234"/>
                </a:lnTo>
                <a:lnTo>
                  <a:pt x="2406" y="7973"/>
                </a:lnTo>
                <a:lnTo>
                  <a:pt x="2406" y="7770"/>
                </a:lnTo>
                <a:lnTo>
                  <a:pt x="2502" y="7509"/>
                </a:lnTo>
                <a:lnTo>
                  <a:pt x="2502" y="7306"/>
                </a:lnTo>
                <a:lnTo>
                  <a:pt x="2502" y="7161"/>
                </a:lnTo>
                <a:lnTo>
                  <a:pt x="2502" y="6842"/>
                </a:lnTo>
                <a:lnTo>
                  <a:pt x="2566" y="6697"/>
                </a:lnTo>
                <a:lnTo>
                  <a:pt x="2566" y="6523"/>
                </a:lnTo>
                <a:lnTo>
                  <a:pt x="2566" y="6379"/>
                </a:lnTo>
                <a:lnTo>
                  <a:pt x="2566" y="6234"/>
                </a:lnTo>
                <a:lnTo>
                  <a:pt x="2630" y="6060"/>
                </a:lnTo>
                <a:lnTo>
                  <a:pt x="2630" y="5915"/>
                </a:lnTo>
                <a:lnTo>
                  <a:pt x="2630" y="5770"/>
                </a:lnTo>
                <a:lnTo>
                  <a:pt x="2630" y="5567"/>
                </a:lnTo>
                <a:lnTo>
                  <a:pt x="2694" y="5248"/>
                </a:lnTo>
                <a:lnTo>
                  <a:pt x="2694" y="5103"/>
                </a:lnTo>
                <a:lnTo>
                  <a:pt x="2694" y="4784"/>
                </a:lnTo>
                <a:lnTo>
                  <a:pt x="2790" y="4639"/>
                </a:lnTo>
                <a:lnTo>
                  <a:pt x="2790" y="4320"/>
                </a:lnTo>
                <a:lnTo>
                  <a:pt x="2790" y="4175"/>
                </a:lnTo>
                <a:lnTo>
                  <a:pt x="2790" y="3972"/>
                </a:lnTo>
                <a:lnTo>
                  <a:pt x="2855" y="3711"/>
                </a:lnTo>
                <a:lnTo>
                  <a:pt x="2855" y="3508"/>
                </a:lnTo>
                <a:lnTo>
                  <a:pt x="2919" y="3189"/>
                </a:lnTo>
                <a:lnTo>
                  <a:pt x="2919" y="3044"/>
                </a:lnTo>
                <a:lnTo>
                  <a:pt x="2919" y="2725"/>
                </a:lnTo>
                <a:lnTo>
                  <a:pt x="2919" y="2580"/>
                </a:lnTo>
                <a:lnTo>
                  <a:pt x="2983" y="2377"/>
                </a:lnTo>
                <a:lnTo>
                  <a:pt x="2983" y="2116"/>
                </a:lnTo>
                <a:lnTo>
                  <a:pt x="2983" y="1913"/>
                </a:lnTo>
                <a:lnTo>
                  <a:pt x="3079" y="1594"/>
                </a:lnTo>
                <a:lnTo>
                  <a:pt x="3079" y="1449"/>
                </a:lnTo>
                <a:lnTo>
                  <a:pt x="3079" y="1130"/>
                </a:lnTo>
                <a:lnTo>
                  <a:pt x="3143" y="985"/>
                </a:lnTo>
                <a:lnTo>
                  <a:pt x="3143" y="782"/>
                </a:lnTo>
                <a:lnTo>
                  <a:pt x="3143" y="463"/>
                </a:lnTo>
                <a:lnTo>
                  <a:pt x="3143" y="318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534096" y="3497626"/>
            <a:ext cx="3208" cy="33460"/>
          </a:xfrm>
          <a:custGeom>
            <a:avLst/>
            <a:gdLst/>
            <a:ahLst/>
            <a:cxnLst/>
            <a:rect l="l" t="t" r="r" b="b"/>
            <a:pathLst>
              <a:path w="3208" h="33460">
                <a:moveTo>
                  <a:pt x="0" y="33460"/>
                </a:moveTo>
                <a:lnTo>
                  <a:pt x="0" y="33315"/>
                </a:lnTo>
                <a:lnTo>
                  <a:pt x="0" y="33112"/>
                </a:lnTo>
                <a:lnTo>
                  <a:pt x="96" y="32793"/>
                </a:lnTo>
                <a:lnTo>
                  <a:pt x="96" y="32648"/>
                </a:lnTo>
                <a:lnTo>
                  <a:pt x="96" y="32330"/>
                </a:lnTo>
                <a:lnTo>
                  <a:pt x="160" y="32185"/>
                </a:lnTo>
                <a:lnTo>
                  <a:pt x="160" y="31982"/>
                </a:lnTo>
                <a:lnTo>
                  <a:pt x="160" y="31663"/>
                </a:lnTo>
                <a:lnTo>
                  <a:pt x="224" y="31518"/>
                </a:lnTo>
                <a:lnTo>
                  <a:pt x="224" y="31199"/>
                </a:lnTo>
                <a:lnTo>
                  <a:pt x="224" y="31054"/>
                </a:lnTo>
                <a:lnTo>
                  <a:pt x="224" y="30851"/>
                </a:lnTo>
                <a:lnTo>
                  <a:pt x="288" y="30532"/>
                </a:lnTo>
                <a:lnTo>
                  <a:pt x="288" y="30387"/>
                </a:lnTo>
                <a:lnTo>
                  <a:pt x="288" y="30184"/>
                </a:lnTo>
                <a:lnTo>
                  <a:pt x="384" y="29865"/>
                </a:lnTo>
                <a:lnTo>
                  <a:pt x="384" y="29720"/>
                </a:lnTo>
                <a:lnTo>
                  <a:pt x="384" y="29401"/>
                </a:lnTo>
                <a:lnTo>
                  <a:pt x="449" y="29256"/>
                </a:lnTo>
                <a:lnTo>
                  <a:pt x="449" y="29053"/>
                </a:lnTo>
                <a:lnTo>
                  <a:pt x="449" y="28734"/>
                </a:lnTo>
                <a:lnTo>
                  <a:pt x="513" y="28589"/>
                </a:lnTo>
                <a:lnTo>
                  <a:pt x="513" y="28415"/>
                </a:lnTo>
                <a:lnTo>
                  <a:pt x="513" y="28270"/>
                </a:lnTo>
                <a:lnTo>
                  <a:pt x="513" y="28067"/>
                </a:lnTo>
                <a:lnTo>
                  <a:pt x="513" y="27922"/>
                </a:lnTo>
                <a:lnTo>
                  <a:pt x="577" y="27748"/>
                </a:lnTo>
                <a:lnTo>
                  <a:pt x="577" y="27603"/>
                </a:lnTo>
                <a:lnTo>
                  <a:pt x="577" y="27458"/>
                </a:lnTo>
                <a:lnTo>
                  <a:pt x="577" y="27284"/>
                </a:lnTo>
                <a:lnTo>
                  <a:pt x="673" y="27139"/>
                </a:lnTo>
                <a:lnTo>
                  <a:pt x="673" y="26936"/>
                </a:lnTo>
                <a:lnTo>
                  <a:pt x="673" y="26791"/>
                </a:lnTo>
                <a:lnTo>
                  <a:pt x="673" y="26617"/>
                </a:lnTo>
                <a:lnTo>
                  <a:pt x="673" y="26472"/>
                </a:lnTo>
                <a:lnTo>
                  <a:pt x="737" y="26269"/>
                </a:lnTo>
                <a:lnTo>
                  <a:pt x="737" y="25951"/>
                </a:lnTo>
                <a:lnTo>
                  <a:pt x="737" y="25806"/>
                </a:lnTo>
                <a:lnTo>
                  <a:pt x="737" y="25603"/>
                </a:lnTo>
                <a:lnTo>
                  <a:pt x="802" y="25284"/>
                </a:lnTo>
                <a:lnTo>
                  <a:pt x="802" y="25139"/>
                </a:lnTo>
                <a:lnTo>
                  <a:pt x="802" y="24936"/>
                </a:lnTo>
                <a:lnTo>
                  <a:pt x="898" y="24617"/>
                </a:lnTo>
                <a:lnTo>
                  <a:pt x="898" y="24472"/>
                </a:lnTo>
                <a:lnTo>
                  <a:pt x="898" y="24269"/>
                </a:lnTo>
                <a:lnTo>
                  <a:pt x="962" y="23950"/>
                </a:lnTo>
                <a:lnTo>
                  <a:pt x="962" y="23805"/>
                </a:lnTo>
                <a:lnTo>
                  <a:pt x="962" y="23602"/>
                </a:lnTo>
                <a:lnTo>
                  <a:pt x="1026" y="23283"/>
                </a:lnTo>
                <a:lnTo>
                  <a:pt x="1026" y="23138"/>
                </a:lnTo>
                <a:lnTo>
                  <a:pt x="1026" y="22935"/>
                </a:lnTo>
                <a:lnTo>
                  <a:pt x="1026" y="22616"/>
                </a:lnTo>
                <a:lnTo>
                  <a:pt x="1090" y="22471"/>
                </a:lnTo>
                <a:lnTo>
                  <a:pt x="1090" y="22297"/>
                </a:lnTo>
                <a:lnTo>
                  <a:pt x="1090" y="22152"/>
                </a:lnTo>
                <a:lnTo>
                  <a:pt x="1090" y="21949"/>
                </a:lnTo>
                <a:lnTo>
                  <a:pt x="1186" y="21804"/>
                </a:lnTo>
                <a:lnTo>
                  <a:pt x="1186" y="21630"/>
                </a:lnTo>
                <a:lnTo>
                  <a:pt x="1186" y="21485"/>
                </a:lnTo>
                <a:lnTo>
                  <a:pt x="1186" y="21282"/>
                </a:lnTo>
                <a:lnTo>
                  <a:pt x="1251" y="20963"/>
                </a:lnTo>
                <a:lnTo>
                  <a:pt x="1251" y="20818"/>
                </a:lnTo>
                <a:lnTo>
                  <a:pt x="1251" y="20615"/>
                </a:lnTo>
                <a:lnTo>
                  <a:pt x="1315" y="20296"/>
                </a:lnTo>
                <a:lnTo>
                  <a:pt x="1315" y="20151"/>
                </a:lnTo>
                <a:lnTo>
                  <a:pt x="1315" y="19948"/>
                </a:lnTo>
                <a:lnTo>
                  <a:pt x="1315" y="19629"/>
                </a:lnTo>
                <a:lnTo>
                  <a:pt x="1411" y="19485"/>
                </a:lnTo>
                <a:lnTo>
                  <a:pt x="1411" y="19282"/>
                </a:lnTo>
                <a:lnTo>
                  <a:pt x="1411" y="18963"/>
                </a:lnTo>
                <a:lnTo>
                  <a:pt x="1475" y="18760"/>
                </a:lnTo>
                <a:lnTo>
                  <a:pt x="1475" y="18615"/>
                </a:lnTo>
                <a:lnTo>
                  <a:pt x="1475" y="18441"/>
                </a:lnTo>
                <a:lnTo>
                  <a:pt x="1475" y="18296"/>
                </a:lnTo>
                <a:lnTo>
                  <a:pt x="1475" y="18093"/>
                </a:lnTo>
                <a:lnTo>
                  <a:pt x="1539" y="17948"/>
                </a:lnTo>
                <a:lnTo>
                  <a:pt x="1539" y="17774"/>
                </a:lnTo>
                <a:lnTo>
                  <a:pt x="1539" y="17629"/>
                </a:lnTo>
                <a:lnTo>
                  <a:pt x="1539" y="17426"/>
                </a:lnTo>
                <a:lnTo>
                  <a:pt x="1604" y="17107"/>
                </a:lnTo>
                <a:lnTo>
                  <a:pt x="1604" y="16962"/>
                </a:lnTo>
                <a:lnTo>
                  <a:pt x="1604" y="16759"/>
                </a:lnTo>
                <a:lnTo>
                  <a:pt x="1700" y="16440"/>
                </a:lnTo>
                <a:lnTo>
                  <a:pt x="1700" y="16237"/>
                </a:lnTo>
                <a:lnTo>
                  <a:pt x="1700" y="16092"/>
                </a:lnTo>
                <a:lnTo>
                  <a:pt x="1700" y="15889"/>
                </a:lnTo>
                <a:lnTo>
                  <a:pt x="1764" y="15570"/>
                </a:lnTo>
                <a:lnTo>
                  <a:pt x="1764" y="15425"/>
                </a:lnTo>
                <a:lnTo>
                  <a:pt x="1764" y="15222"/>
                </a:lnTo>
                <a:lnTo>
                  <a:pt x="1828" y="14903"/>
                </a:lnTo>
                <a:lnTo>
                  <a:pt x="1828" y="14758"/>
                </a:lnTo>
                <a:lnTo>
                  <a:pt x="1828" y="14584"/>
                </a:lnTo>
                <a:lnTo>
                  <a:pt x="1828" y="14381"/>
                </a:lnTo>
                <a:lnTo>
                  <a:pt x="1828" y="14236"/>
                </a:lnTo>
                <a:lnTo>
                  <a:pt x="1892" y="14033"/>
                </a:lnTo>
                <a:lnTo>
                  <a:pt x="1892" y="13714"/>
                </a:lnTo>
                <a:lnTo>
                  <a:pt x="1892" y="13569"/>
                </a:lnTo>
                <a:lnTo>
                  <a:pt x="1988" y="13366"/>
                </a:lnTo>
                <a:lnTo>
                  <a:pt x="1988" y="13047"/>
                </a:lnTo>
                <a:lnTo>
                  <a:pt x="1988" y="12845"/>
                </a:lnTo>
                <a:lnTo>
                  <a:pt x="1988" y="12700"/>
                </a:lnTo>
                <a:lnTo>
                  <a:pt x="2053" y="12497"/>
                </a:lnTo>
                <a:lnTo>
                  <a:pt x="2053" y="12178"/>
                </a:lnTo>
                <a:lnTo>
                  <a:pt x="2053" y="12033"/>
                </a:lnTo>
                <a:lnTo>
                  <a:pt x="2117" y="11830"/>
                </a:lnTo>
                <a:lnTo>
                  <a:pt x="2117" y="11511"/>
                </a:lnTo>
                <a:lnTo>
                  <a:pt x="2117" y="11308"/>
                </a:lnTo>
                <a:lnTo>
                  <a:pt x="2213" y="10989"/>
                </a:lnTo>
                <a:lnTo>
                  <a:pt x="2213" y="10844"/>
                </a:lnTo>
                <a:lnTo>
                  <a:pt x="2213" y="10641"/>
                </a:lnTo>
                <a:lnTo>
                  <a:pt x="2277" y="10322"/>
                </a:lnTo>
                <a:lnTo>
                  <a:pt x="2277" y="10177"/>
                </a:lnTo>
                <a:lnTo>
                  <a:pt x="2277" y="9974"/>
                </a:lnTo>
                <a:lnTo>
                  <a:pt x="2277" y="9771"/>
                </a:lnTo>
                <a:lnTo>
                  <a:pt x="2341" y="9452"/>
                </a:lnTo>
                <a:lnTo>
                  <a:pt x="2341" y="9307"/>
                </a:lnTo>
                <a:lnTo>
                  <a:pt x="2341" y="9104"/>
                </a:lnTo>
                <a:lnTo>
                  <a:pt x="2341" y="8785"/>
                </a:lnTo>
                <a:lnTo>
                  <a:pt x="2406" y="8582"/>
                </a:lnTo>
                <a:lnTo>
                  <a:pt x="2406" y="8263"/>
                </a:lnTo>
                <a:lnTo>
                  <a:pt x="2406" y="8118"/>
                </a:lnTo>
                <a:lnTo>
                  <a:pt x="2502" y="7915"/>
                </a:lnTo>
                <a:lnTo>
                  <a:pt x="2502" y="7596"/>
                </a:lnTo>
                <a:lnTo>
                  <a:pt x="2502" y="7393"/>
                </a:lnTo>
                <a:lnTo>
                  <a:pt x="2502" y="7248"/>
                </a:lnTo>
                <a:lnTo>
                  <a:pt x="2566" y="7045"/>
                </a:lnTo>
                <a:lnTo>
                  <a:pt x="2566" y="6726"/>
                </a:lnTo>
                <a:lnTo>
                  <a:pt x="2566" y="6523"/>
                </a:lnTo>
                <a:lnTo>
                  <a:pt x="2630" y="6379"/>
                </a:lnTo>
                <a:lnTo>
                  <a:pt x="2630" y="6205"/>
                </a:lnTo>
                <a:lnTo>
                  <a:pt x="2630" y="6060"/>
                </a:lnTo>
                <a:lnTo>
                  <a:pt x="2630" y="5857"/>
                </a:lnTo>
                <a:lnTo>
                  <a:pt x="2630" y="5712"/>
                </a:lnTo>
                <a:lnTo>
                  <a:pt x="2726" y="5538"/>
                </a:lnTo>
                <a:lnTo>
                  <a:pt x="2726" y="5335"/>
                </a:lnTo>
                <a:lnTo>
                  <a:pt x="2726" y="5190"/>
                </a:lnTo>
                <a:lnTo>
                  <a:pt x="2726" y="4987"/>
                </a:lnTo>
                <a:lnTo>
                  <a:pt x="2790" y="4668"/>
                </a:lnTo>
                <a:lnTo>
                  <a:pt x="2790" y="4523"/>
                </a:lnTo>
                <a:lnTo>
                  <a:pt x="2790" y="4320"/>
                </a:lnTo>
                <a:lnTo>
                  <a:pt x="2790" y="4117"/>
                </a:lnTo>
                <a:lnTo>
                  <a:pt x="2855" y="3798"/>
                </a:lnTo>
                <a:lnTo>
                  <a:pt x="2855" y="3653"/>
                </a:lnTo>
                <a:lnTo>
                  <a:pt x="2855" y="3479"/>
                </a:lnTo>
                <a:lnTo>
                  <a:pt x="2919" y="3276"/>
                </a:lnTo>
                <a:lnTo>
                  <a:pt x="2919" y="3131"/>
                </a:lnTo>
                <a:lnTo>
                  <a:pt x="2919" y="2928"/>
                </a:lnTo>
                <a:lnTo>
                  <a:pt x="2919" y="2609"/>
                </a:lnTo>
                <a:lnTo>
                  <a:pt x="3015" y="2406"/>
                </a:lnTo>
                <a:lnTo>
                  <a:pt x="3015" y="2261"/>
                </a:lnTo>
                <a:lnTo>
                  <a:pt x="3015" y="2058"/>
                </a:lnTo>
                <a:lnTo>
                  <a:pt x="3079" y="1739"/>
                </a:lnTo>
                <a:lnTo>
                  <a:pt x="3079" y="1594"/>
                </a:lnTo>
                <a:lnTo>
                  <a:pt x="3079" y="1391"/>
                </a:lnTo>
                <a:lnTo>
                  <a:pt x="3079" y="1217"/>
                </a:lnTo>
                <a:lnTo>
                  <a:pt x="3079" y="1072"/>
                </a:lnTo>
                <a:lnTo>
                  <a:pt x="3143" y="869"/>
                </a:lnTo>
                <a:lnTo>
                  <a:pt x="3143" y="724"/>
                </a:lnTo>
                <a:lnTo>
                  <a:pt x="3143" y="550"/>
                </a:lnTo>
                <a:lnTo>
                  <a:pt x="3143" y="347"/>
                </a:lnTo>
                <a:lnTo>
                  <a:pt x="3143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537304" y="3463527"/>
            <a:ext cx="3143" cy="34098"/>
          </a:xfrm>
          <a:custGeom>
            <a:avLst/>
            <a:gdLst/>
            <a:ahLst/>
            <a:cxnLst/>
            <a:rect l="l" t="t" r="r" b="b"/>
            <a:pathLst>
              <a:path w="3143" h="34098">
                <a:moveTo>
                  <a:pt x="0" y="34098"/>
                </a:moveTo>
                <a:lnTo>
                  <a:pt x="0" y="33779"/>
                </a:lnTo>
                <a:lnTo>
                  <a:pt x="0" y="33576"/>
                </a:lnTo>
                <a:lnTo>
                  <a:pt x="96" y="33431"/>
                </a:lnTo>
                <a:lnTo>
                  <a:pt x="96" y="33228"/>
                </a:lnTo>
                <a:lnTo>
                  <a:pt x="96" y="32909"/>
                </a:lnTo>
                <a:lnTo>
                  <a:pt x="96" y="32706"/>
                </a:lnTo>
                <a:lnTo>
                  <a:pt x="160" y="32388"/>
                </a:lnTo>
                <a:lnTo>
                  <a:pt x="160" y="32243"/>
                </a:lnTo>
                <a:lnTo>
                  <a:pt x="160" y="32040"/>
                </a:lnTo>
                <a:lnTo>
                  <a:pt x="224" y="31837"/>
                </a:lnTo>
                <a:lnTo>
                  <a:pt x="224" y="31518"/>
                </a:lnTo>
                <a:lnTo>
                  <a:pt x="224" y="31373"/>
                </a:lnTo>
                <a:lnTo>
                  <a:pt x="224" y="31170"/>
                </a:lnTo>
                <a:lnTo>
                  <a:pt x="320" y="30851"/>
                </a:lnTo>
                <a:lnTo>
                  <a:pt x="320" y="30648"/>
                </a:lnTo>
                <a:lnTo>
                  <a:pt x="320" y="30503"/>
                </a:lnTo>
                <a:lnTo>
                  <a:pt x="384" y="30329"/>
                </a:lnTo>
                <a:lnTo>
                  <a:pt x="384" y="30184"/>
                </a:lnTo>
                <a:lnTo>
                  <a:pt x="384" y="29981"/>
                </a:lnTo>
                <a:lnTo>
                  <a:pt x="384" y="29778"/>
                </a:lnTo>
                <a:lnTo>
                  <a:pt x="449" y="29459"/>
                </a:lnTo>
                <a:lnTo>
                  <a:pt x="449" y="29314"/>
                </a:lnTo>
                <a:lnTo>
                  <a:pt x="449" y="29111"/>
                </a:lnTo>
                <a:lnTo>
                  <a:pt x="449" y="28908"/>
                </a:lnTo>
                <a:lnTo>
                  <a:pt x="513" y="28589"/>
                </a:lnTo>
                <a:lnTo>
                  <a:pt x="513" y="28444"/>
                </a:lnTo>
                <a:lnTo>
                  <a:pt x="513" y="28241"/>
                </a:lnTo>
                <a:lnTo>
                  <a:pt x="513" y="28067"/>
                </a:lnTo>
                <a:lnTo>
                  <a:pt x="609" y="27922"/>
                </a:lnTo>
                <a:lnTo>
                  <a:pt x="609" y="27719"/>
                </a:lnTo>
                <a:lnTo>
                  <a:pt x="609" y="27400"/>
                </a:lnTo>
                <a:lnTo>
                  <a:pt x="673" y="27197"/>
                </a:lnTo>
                <a:lnTo>
                  <a:pt x="673" y="27052"/>
                </a:lnTo>
                <a:lnTo>
                  <a:pt x="673" y="26849"/>
                </a:lnTo>
                <a:lnTo>
                  <a:pt x="673" y="26530"/>
                </a:lnTo>
                <a:lnTo>
                  <a:pt x="737" y="26327"/>
                </a:lnTo>
                <a:lnTo>
                  <a:pt x="737" y="26182"/>
                </a:lnTo>
                <a:lnTo>
                  <a:pt x="737" y="25980"/>
                </a:lnTo>
                <a:lnTo>
                  <a:pt x="737" y="25661"/>
                </a:lnTo>
                <a:lnTo>
                  <a:pt x="802" y="25458"/>
                </a:lnTo>
                <a:lnTo>
                  <a:pt x="802" y="25139"/>
                </a:lnTo>
                <a:lnTo>
                  <a:pt x="802" y="24994"/>
                </a:lnTo>
                <a:lnTo>
                  <a:pt x="898" y="24791"/>
                </a:lnTo>
                <a:lnTo>
                  <a:pt x="898" y="24588"/>
                </a:lnTo>
                <a:lnTo>
                  <a:pt x="898" y="24269"/>
                </a:lnTo>
                <a:lnTo>
                  <a:pt x="898" y="24124"/>
                </a:lnTo>
                <a:lnTo>
                  <a:pt x="962" y="23921"/>
                </a:lnTo>
                <a:lnTo>
                  <a:pt x="962" y="23747"/>
                </a:lnTo>
                <a:lnTo>
                  <a:pt x="962" y="23602"/>
                </a:lnTo>
                <a:lnTo>
                  <a:pt x="962" y="23399"/>
                </a:lnTo>
                <a:lnTo>
                  <a:pt x="1026" y="23254"/>
                </a:lnTo>
                <a:lnTo>
                  <a:pt x="1026" y="23080"/>
                </a:lnTo>
                <a:lnTo>
                  <a:pt x="1026" y="22877"/>
                </a:lnTo>
                <a:lnTo>
                  <a:pt x="1026" y="22732"/>
                </a:lnTo>
                <a:lnTo>
                  <a:pt x="1026" y="22529"/>
                </a:lnTo>
                <a:lnTo>
                  <a:pt x="1122" y="22210"/>
                </a:lnTo>
                <a:lnTo>
                  <a:pt x="1122" y="22007"/>
                </a:lnTo>
                <a:lnTo>
                  <a:pt x="1122" y="21862"/>
                </a:lnTo>
                <a:lnTo>
                  <a:pt x="1186" y="21659"/>
                </a:lnTo>
                <a:lnTo>
                  <a:pt x="1186" y="21340"/>
                </a:lnTo>
                <a:lnTo>
                  <a:pt x="1186" y="21137"/>
                </a:lnTo>
                <a:lnTo>
                  <a:pt x="1186" y="20992"/>
                </a:lnTo>
                <a:lnTo>
                  <a:pt x="1251" y="20818"/>
                </a:lnTo>
                <a:lnTo>
                  <a:pt x="1251" y="20673"/>
                </a:lnTo>
                <a:lnTo>
                  <a:pt x="1251" y="20470"/>
                </a:lnTo>
                <a:lnTo>
                  <a:pt x="1251" y="20267"/>
                </a:lnTo>
                <a:lnTo>
                  <a:pt x="1315" y="19948"/>
                </a:lnTo>
                <a:lnTo>
                  <a:pt x="1315" y="19803"/>
                </a:lnTo>
                <a:lnTo>
                  <a:pt x="1315" y="19600"/>
                </a:lnTo>
                <a:lnTo>
                  <a:pt x="1315" y="19398"/>
                </a:lnTo>
                <a:lnTo>
                  <a:pt x="1411" y="19079"/>
                </a:lnTo>
                <a:lnTo>
                  <a:pt x="1411" y="18934"/>
                </a:lnTo>
                <a:lnTo>
                  <a:pt x="1411" y="18760"/>
                </a:lnTo>
                <a:lnTo>
                  <a:pt x="1475" y="18557"/>
                </a:lnTo>
                <a:lnTo>
                  <a:pt x="1475" y="18412"/>
                </a:lnTo>
                <a:lnTo>
                  <a:pt x="1475" y="18209"/>
                </a:lnTo>
                <a:lnTo>
                  <a:pt x="1475" y="17890"/>
                </a:lnTo>
                <a:lnTo>
                  <a:pt x="1539" y="17687"/>
                </a:lnTo>
                <a:lnTo>
                  <a:pt x="1539" y="17542"/>
                </a:lnTo>
                <a:lnTo>
                  <a:pt x="1539" y="17339"/>
                </a:lnTo>
                <a:lnTo>
                  <a:pt x="1539" y="17020"/>
                </a:lnTo>
                <a:lnTo>
                  <a:pt x="1636" y="16817"/>
                </a:lnTo>
                <a:lnTo>
                  <a:pt x="1636" y="16672"/>
                </a:lnTo>
                <a:lnTo>
                  <a:pt x="1636" y="16498"/>
                </a:lnTo>
                <a:lnTo>
                  <a:pt x="1636" y="16353"/>
                </a:lnTo>
                <a:lnTo>
                  <a:pt x="1700" y="16150"/>
                </a:lnTo>
                <a:lnTo>
                  <a:pt x="1700" y="15947"/>
                </a:lnTo>
                <a:lnTo>
                  <a:pt x="1700" y="15628"/>
                </a:lnTo>
                <a:lnTo>
                  <a:pt x="1700" y="15483"/>
                </a:lnTo>
                <a:lnTo>
                  <a:pt x="1764" y="15280"/>
                </a:lnTo>
                <a:lnTo>
                  <a:pt x="1764" y="14961"/>
                </a:lnTo>
                <a:lnTo>
                  <a:pt x="1764" y="14758"/>
                </a:lnTo>
                <a:lnTo>
                  <a:pt x="1828" y="14613"/>
                </a:lnTo>
                <a:lnTo>
                  <a:pt x="1828" y="14410"/>
                </a:lnTo>
                <a:lnTo>
                  <a:pt x="1828" y="14091"/>
                </a:lnTo>
                <a:lnTo>
                  <a:pt x="1828" y="13888"/>
                </a:lnTo>
                <a:lnTo>
                  <a:pt x="1924" y="13569"/>
                </a:lnTo>
                <a:lnTo>
                  <a:pt x="1924" y="13424"/>
                </a:lnTo>
                <a:lnTo>
                  <a:pt x="1924" y="13221"/>
                </a:lnTo>
                <a:lnTo>
                  <a:pt x="1988" y="13019"/>
                </a:lnTo>
                <a:lnTo>
                  <a:pt x="1988" y="12700"/>
                </a:lnTo>
                <a:lnTo>
                  <a:pt x="1988" y="12555"/>
                </a:lnTo>
                <a:lnTo>
                  <a:pt x="1988" y="12352"/>
                </a:lnTo>
                <a:lnTo>
                  <a:pt x="2053" y="12091"/>
                </a:lnTo>
                <a:lnTo>
                  <a:pt x="2053" y="11888"/>
                </a:lnTo>
                <a:lnTo>
                  <a:pt x="2117" y="11569"/>
                </a:lnTo>
                <a:lnTo>
                  <a:pt x="2117" y="11424"/>
                </a:lnTo>
                <a:lnTo>
                  <a:pt x="2117" y="11221"/>
                </a:lnTo>
                <a:lnTo>
                  <a:pt x="2117" y="11018"/>
                </a:lnTo>
                <a:lnTo>
                  <a:pt x="2213" y="10699"/>
                </a:lnTo>
                <a:lnTo>
                  <a:pt x="2213" y="10554"/>
                </a:lnTo>
                <a:lnTo>
                  <a:pt x="2213" y="10380"/>
                </a:lnTo>
                <a:lnTo>
                  <a:pt x="2213" y="10235"/>
                </a:lnTo>
                <a:lnTo>
                  <a:pt x="2277" y="10032"/>
                </a:lnTo>
                <a:lnTo>
                  <a:pt x="2277" y="9829"/>
                </a:lnTo>
                <a:lnTo>
                  <a:pt x="2277" y="9510"/>
                </a:lnTo>
                <a:lnTo>
                  <a:pt x="2277" y="9365"/>
                </a:lnTo>
                <a:lnTo>
                  <a:pt x="2341" y="9162"/>
                </a:lnTo>
                <a:lnTo>
                  <a:pt x="2341" y="8959"/>
                </a:lnTo>
                <a:lnTo>
                  <a:pt x="2341" y="8640"/>
                </a:lnTo>
                <a:lnTo>
                  <a:pt x="2341" y="8495"/>
                </a:lnTo>
                <a:lnTo>
                  <a:pt x="2438" y="8292"/>
                </a:lnTo>
                <a:lnTo>
                  <a:pt x="2438" y="7973"/>
                </a:lnTo>
                <a:lnTo>
                  <a:pt x="2438" y="7770"/>
                </a:lnTo>
                <a:lnTo>
                  <a:pt x="2502" y="7451"/>
                </a:lnTo>
                <a:lnTo>
                  <a:pt x="2502" y="7306"/>
                </a:lnTo>
                <a:lnTo>
                  <a:pt x="2502" y="7103"/>
                </a:lnTo>
                <a:lnTo>
                  <a:pt x="2566" y="6784"/>
                </a:lnTo>
                <a:lnTo>
                  <a:pt x="2566" y="6581"/>
                </a:lnTo>
                <a:lnTo>
                  <a:pt x="2566" y="6437"/>
                </a:lnTo>
                <a:lnTo>
                  <a:pt x="2566" y="6234"/>
                </a:lnTo>
                <a:lnTo>
                  <a:pt x="2630" y="5915"/>
                </a:lnTo>
                <a:lnTo>
                  <a:pt x="2630" y="5770"/>
                </a:lnTo>
                <a:lnTo>
                  <a:pt x="2630" y="5567"/>
                </a:lnTo>
                <a:lnTo>
                  <a:pt x="2726" y="5248"/>
                </a:lnTo>
                <a:lnTo>
                  <a:pt x="2726" y="5045"/>
                </a:lnTo>
                <a:lnTo>
                  <a:pt x="2726" y="4900"/>
                </a:lnTo>
                <a:lnTo>
                  <a:pt x="2726" y="4726"/>
                </a:lnTo>
                <a:lnTo>
                  <a:pt x="2790" y="4581"/>
                </a:lnTo>
                <a:lnTo>
                  <a:pt x="2790" y="4378"/>
                </a:lnTo>
                <a:lnTo>
                  <a:pt x="2790" y="4059"/>
                </a:lnTo>
                <a:lnTo>
                  <a:pt x="2790" y="3856"/>
                </a:lnTo>
                <a:lnTo>
                  <a:pt x="2855" y="3711"/>
                </a:lnTo>
                <a:lnTo>
                  <a:pt x="2855" y="3508"/>
                </a:lnTo>
                <a:lnTo>
                  <a:pt x="2855" y="3189"/>
                </a:lnTo>
                <a:lnTo>
                  <a:pt x="2951" y="3044"/>
                </a:lnTo>
                <a:lnTo>
                  <a:pt x="2951" y="2841"/>
                </a:lnTo>
                <a:lnTo>
                  <a:pt x="2951" y="2522"/>
                </a:lnTo>
                <a:lnTo>
                  <a:pt x="2951" y="2319"/>
                </a:lnTo>
                <a:lnTo>
                  <a:pt x="3015" y="2174"/>
                </a:lnTo>
                <a:lnTo>
                  <a:pt x="3015" y="2000"/>
                </a:lnTo>
                <a:lnTo>
                  <a:pt x="3015" y="1855"/>
                </a:lnTo>
                <a:lnTo>
                  <a:pt x="3015" y="1652"/>
                </a:lnTo>
                <a:lnTo>
                  <a:pt x="3079" y="1333"/>
                </a:lnTo>
                <a:lnTo>
                  <a:pt x="3079" y="1188"/>
                </a:lnTo>
                <a:lnTo>
                  <a:pt x="3079" y="985"/>
                </a:lnTo>
                <a:lnTo>
                  <a:pt x="3143" y="666"/>
                </a:lnTo>
                <a:lnTo>
                  <a:pt x="3143" y="463"/>
                </a:lnTo>
                <a:lnTo>
                  <a:pt x="3143" y="318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540448" y="3431400"/>
            <a:ext cx="3240" cy="32127"/>
          </a:xfrm>
          <a:custGeom>
            <a:avLst/>
            <a:gdLst/>
            <a:ahLst/>
            <a:cxnLst/>
            <a:rect l="l" t="t" r="r" b="b"/>
            <a:pathLst>
              <a:path w="3240" h="32127">
                <a:moveTo>
                  <a:pt x="0" y="32127"/>
                </a:moveTo>
                <a:lnTo>
                  <a:pt x="96" y="31924"/>
                </a:lnTo>
                <a:lnTo>
                  <a:pt x="96" y="31779"/>
                </a:lnTo>
                <a:lnTo>
                  <a:pt x="96" y="31576"/>
                </a:lnTo>
                <a:lnTo>
                  <a:pt x="160" y="31257"/>
                </a:lnTo>
                <a:lnTo>
                  <a:pt x="160" y="31112"/>
                </a:lnTo>
                <a:lnTo>
                  <a:pt x="160" y="30938"/>
                </a:lnTo>
                <a:lnTo>
                  <a:pt x="160" y="30793"/>
                </a:lnTo>
                <a:lnTo>
                  <a:pt x="160" y="30590"/>
                </a:lnTo>
                <a:lnTo>
                  <a:pt x="224" y="30387"/>
                </a:lnTo>
                <a:lnTo>
                  <a:pt x="224" y="30068"/>
                </a:lnTo>
                <a:lnTo>
                  <a:pt x="224" y="29923"/>
                </a:lnTo>
                <a:lnTo>
                  <a:pt x="288" y="29720"/>
                </a:lnTo>
                <a:lnTo>
                  <a:pt x="288" y="29401"/>
                </a:lnTo>
                <a:lnTo>
                  <a:pt x="288" y="29256"/>
                </a:lnTo>
                <a:lnTo>
                  <a:pt x="288" y="29053"/>
                </a:lnTo>
                <a:lnTo>
                  <a:pt x="384" y="28734"/>
                </a:lnTo>
                <a:lnTo>
                  <a:pt x="384" y="28589"/>
                </a:lnTo>
                <a:lnTo>
                  <a:pt x="384" y="28386"/>
                </a:lnTo>
                <a:lnTo>
                  <a:pt x="449" y="28067"/>
                </a:lnTo>
                <a:lnTo>
                  <a:pt x="449" y="27922"/>
                </a:lnTo>
                <a:lnTo>
                  <a:pt x="449" y="27719"/>
                </a:lnTo>
                <a:lnTo>
                  <a:pt x="513" y="27400"/>
                </a:lnTo>
                <a:lnTo>
                  <a:pt x="513" y="27255"/>
                </a:lnTo>
                <a:lnTo>
                  <a:pt x="513" y="27052"/>
                </a:lnTo>
                <a:lnTo>
                  <a:pt x="513" y="26878"/>
                </a:lnTo>
                <a:lnTo>
                  <a:pt x="609" y="26733"/>
                </a:lnTo>
                <a:lnTo>
                  <a:pt x="609" y="26530"/>
                </a:lnTo>
                <a:lnTo>
                  <a:pt x="609" y="26211"/>
                </a:lnTo>
                <a:lnTo>
                  <a:pt x="609" y="26067"/>
                </a:lnTo>
                <a:lnTo>
                  <a:pt x="673" y="25864"/>
                </a:lnTo>
                <a:lnTo>
                  <a:pt x="673" y="25545"/>
                </a:lnTo>
                <a:lnTo>
                  <a:pt x="673" y="25400"/>
                </a:lnTo>
                <a:lnTo>
                  <a:pt x="737" y="25197"/>
                </a:lnTo>
                <a:lnTo>
                  <a:pt x="737" y="24878"/>
                </a:lnTo>
                <a:lnTo>
                  <a:pt x="737" y="24733"/>
                </a:lnTo>
                <a:lnTo>
                  <a:pt x="737" y="24530"/>
                </a:lnTo>
                <a:lnTo>
                  <a:pt x="802" y="24211"/>
                </a:lnTo>
                <a:lnTo>
                  <a:pt x="802" y="24066"/>
                </a:lnTo>
                <a:lnTo>
                  <a:pt x="802" y="23863"/>
                </a:lnTo>
                <a:lnTo>
                  <a:pt x="898" y="23544"/>
                </a:lnTo>
                <a:lnTo>
                  <a:pt x="898" y="23399"/>
                </a:lnTo>
                <a:lnTo>
                  <a:pt x="898" y="23196"/>
                </a:lnTo>
                <a:lnTo>
                  <a:pt x="962" y="22877"/>
                </a:lnTo>
                <a:lnTo>
                  <a:pt x="962" y="22732"/>
                </a:lnTo>
                <a:lnTo>
                  <a:pt x="962" y="22558"/>
                </a:lnTo>
                <a:lnTo>
                  <a:pt x="962" y="22413"/>
                </a:lnTo>
                <a:lnTo>
                  <a:pt x="962" y="22210"/>
                </a:lnTo>
                <a:lnTo>
                  <a:pt x="1026" y="22065"/>
                </a:lnTo>
                <a:lnTo>
                  <a:pt x="1026" y="21746"/>
                </a:lnTo>
                <a:lnTo>
                  <a:pt x="1026" y="21601"/>
                </a:lnTo>
                <a:lnTo>
                  <a:pt x="1090" y="21427"/>
                </a:lnTo>
                <a:lnTo>
                  <a:pt x="1090" y="21282"/>
                </a:lnTo>
                <a:lnTo>
                  <a:pt x="1090" y="21079"/>
                </a:lnTo>
                <a:lnTo>
                  <a:pt x="1090" y="20760"/>
                </a:lnTo>
                <a:lnTo>
                  <a:pt x="1186" y="20615"/>
                </a:lnTo>
                <a:lnTo>
                  <a:pt x="1186" y="20412"/>
                </a:lnTo>
                <a:lnTo>
                  <a:pt x="1186" y="20093"/>
                </a:lnTo>
                <a:lnTo>
                  <a:pt x="1251" y="19948"/>
                </a:lnTo>
                <a:lnTo>
                  <a:pt x="1251" y="19745"/>
                </a:lnTo>
                <a:lnTo>
                  <a:pt x="1251" y="19427"/>
                </a:lnTo>
                <a:lnTo>
                  <a:pt x="1251" y="19282"/>
                </a:lnTo>
                <a:lnTo>
                  <a:pt x="1315" y="19079"/>
                </a:lnTo>
                <a:lnTo>
                  <a:pt x="1315" y="18818"/>
                </a:lnTo>
                <a:lnTo>
                  <a:pt x="1315" y="18615"/>
                </a:lnTo>
                <a:lnTo>
                  <a:pt x="1411" y="18296"/>
                </a:lnTo>
                <a:lnTo>
                  <a:pt x="1411" y="18151"/>
                </a:lnTo>
                <a:lnTo>
                  <a:pt x="1411" y="17948"/>
                </a:lnTo>
                <a:lnTo>
                  <a:pt x="1475" y="17629"/>
                </a:lnTo>
                <a:lnTo>
                  <a:pt x="1475" y="17484"/>
                </a:lnTo>
                <a:lnTo>
                  <a:pt x="1475" y="17281"/>
                </a:lnTo>
                <a:lnTo>
                  <a:pt x="1539" y="17020"/>
                </a:lnTo>
                <a:lnTo>
                  <a:pt x="1539" y="16817"/>
                </a:lnTo>
                <a:lnTo>
                  <a:pt x="1539" y="16498"/>
                </a:lnTo>
                <a:lnTo>
                  <a:pt x="1539" y="16353"/>
                </a:lnTo>
                <a:lnTo>
                  <a:pt x="1604" y="16150"/>
                </a:lnTo>
                <a:lnTo>
                  <a:pt x="1604" y="15831"/>
                </a:lnTo>
                <a:lnTo>
                  <a:pt x="1604" y="15686"/>
                </a:lnTo>
                <a:lnTo>
                  <a:pt x="1700" y="15367"/>
                </a:lnTo>
                <a:lnTo>
                  <a:pt x="1700" y="15222"/>
                </a:lnTo>
                <a:lnTo>
                  <a:pt x="1700" y="15019"/>
                </a:lnTo>
                <a:lnTo>
                  <a:pt x="1764" y="14700"/>
                </a:lnTo>
                <a:lnTo>
                  <a:pt x="1764" y="14555"/>
                </a:lnTo>
                <a:lnTo>
                  <a:pt x="1764" y="14236"/>
                </a:lnTo>
                <a:lnTo>
                  <a:pt x="1764" y="14091"/>
                </a:lnTo>
                <a:lnTo>
                  <a:pt x="1828" y="13888"/>
                </a:lnTo>
                <a:lnTo>
                  <a:pt x="1828" y="13627"/>
                </a:lnTo>
                <a:lnTo>
                  <a:pt x="1828" y="13424"/>
                </a:lnTo>
                <a:lnTo>
                  <a:pt x="1924" y="13105"/>
                </a:lnTo>
                <a:lnTo>
                  <a:pt x="1924" y="12961"/>
                </a:lnTo>
                <a:lnTo>
                  <a:pt x="1924" y="12758"/>
                </a:lnTo>
                <a:lnTo>
                  <a:pt x="1988" y="12497"/>
                </a:lnTo>
                <a:lnTo>
                  <a:pt x="1988" y="12294"/>
                </a:lnTo>
                <a:lnTo>
                  <a:pt x="1988" y="11975"/>
                </a:lnTo>
                <a:lnTo>
                  <a:pt x="2053" y="11830"/>
                </a:lnTo>
                <a:lnTo>
                  <a:pt x="2053" y="11511"/>
                </a:lnTo>
                <a:lnTo>
                  <a:pt x="2053" y="11366"/>
                </a:lnTo>
                <a:lnTo>
                  <a:pt x="2053" y="11163"/>
                </a:lnTo>
                <a:lnTo>
                  <a:pt x="2117" y="10902"/>
                </a:lnTo>
                <a:lnTo>
                  <a:pt x="2117" y="10699"/>
                </a:lnTo>
                <a:lnTo>
                  <a:pt x="2213" y="10380"/>
                </a:lnTo>
                <a:lnTo>
                  <a:pt x="2213" y="10235"/>
                </a:lnTo>
                <a:lnTo>
                  <a:pt x="2213" y="9916"/>
                </a:lnTo>
                <a:lnTo>
                  <a:pt x="2213" y="9771"/>
                </a:lnTo>
                <a:lnTo>
                  <a:pt x="2277" y="9452"/>
                </a:lnTo>
                <a:lnTo>
                  <a:pt x="2277" y="9307"/>
                </a:lnTo>
                <a:lnTo>
                  <a:pt x="2277" y="9104"/>
                </a:lnTo>
                <a:lnTo>
                  <a:pt x="2341" y="8843"/>
                </a:lnTo>
                <a:lnTo>
                  <a:pt x="2341" y="8640"/>
                </a:lnTo>
                <a:lnTo>
                  <a:pt x="2341" y="8321"/>
                </a:lnTo>
                <a:lnTo>
                  <a:pt x="2406" y="8176"/>
                </a:lnTo>
                <a:lnTo>
                  <a:pt x="2406" y="7857"/>
                </a:lnTo>
                <a:lnTo>
                  <a:pt x="2406" y="7712"/>
                </a:lnTo>
                <a:lnTo>
                  <a:pt x="2502" y="7393"/>
                </a:lnTo>
                <a:lnTo>
                  <a:pt x="2502" y="7248"/>
                </a:lnTo>
                <a:lnTo>
                  <a:pt x="2502" y="7103"/>
                </a:lnTo>
                <a:lnTo>
                  <a:pt x="2502" y="6929"/>
                </a:lnTo>
                <a:lnTo>
                  <a:pt x="2566" y="6784"/>
                </a:lnTo>
                <a:lnTo>
                  <a:pt x="2566" y="6639"/>
                </a:lnTo>
                <a:lnTo>
                  <a:pt x="2566" y="6466"/>
                </a:lnTo>
                <a:lnTo>
                  <a:pt x="2566" y="6321"/>
                </a:lnTo>
                <a:lnTo>
                  <a:pt x="2566" y="6118"/>
                </a:lnTo>
                <a:lnTo>
                  <a:pt x="2630" y="5857"/>
                </a:lnTo>
                <a:lnTo>
                  <a:pt x="2630" y="5654"/>
                </a:lnTo>
                <a:lnTo>
                  <a:pt x="2630" y="5509"/>
                </a:lnTo>
                <a:lnTo>
                  <a:pt x="2726" y="5190"/>
                </a:lnTo>
                <a:lnTo>
                  <a:pt x="2726" y="5045"/>
                </a:lnTo>
                <a:lnTo>
                  <a:pt x="2726" y="4726"/>
                </a:lnTo>
                <a:lnTo>
                  <a:pt x="2790" y="4581"/>
                </a:lnTo>
                <a:lnTo>
                  <a:pt x="2790" y="4262"/>
                </a:lnTo>
                <a:lnTo>
                  <a:pt x="2790" y="4117"/>
                </a:lnTo>
                <a:lnTo>
                  <a:pt x="2855" y="3798"/>
                </a:lnTo>
                <a:lnTo>
                  <a:pt x="2855" y="3653"/>
                </a:lnTo>
                <a:lnTo>
                  <a:pt x="2855" y="3334"/>
                </a:lnTo>
                <a:lnTo>
                  <a:pt x="2919" y="3189"/>
                </a:lnTo>
                <a:lnTo>
                  <a:pt x="2919" y="2928"/>
                </a:lnTo>
                <a:lnTo>
                  <a:pt x="2919" y="2725"/>
                </a:lnTo>
                <a:lnTo>
                  <a:pt x="3015" y="2464"/>
                </a:lnTo>
                <a:lnTo>
                  <a:pt x="3015" y="2261"/>
                </a:lnTo>
                <a:lnTo>
                  <a:pt x="3015" y="2116"/>
                </a:lnTo>
                <a:lnTo>
                  <a:pt x="3079" y="1797"/>
                </a:lnTo>
                <a:lnTo>
                  <a:pt x="3079" y="1652"/>
                </a:lnTo>
                <a:lnTo>
                  <a:pt x="3079" y="1333"/>
                </a:lnTo>
                <a:lnTo>
                  <a:pt x="3143" y="1188"/>
                </a:lnTo>
                <a:lnTo>
                  <a:pt x="3143" y="927"/>
                </a:lnTo>
                <a:lnTo>
                  <a:pt x="3143" y="724"/>
                </a:lnTo>
                <a:lnTo>
                  <a:pt x="3240" y="463"/>
                </a:lnTo>
                <a:lnTo>
                  <a:pt x="3240" y="260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543688" y="3403999"/>
            <a:ext cx="3208" cy="27400"/>
          </a:xfrm>
          <a:custGeom>
            <a:avLst/>
            <a:gdLst/>
            <a:ahLst/>
            <a:cxnLst/>
            <a:rect l="l" t="t" r="r" b="b"/>
            <a:pathLst>
              <a:path w="3208" h="27400">
                <a:moveTo>
                  <a:pt x="0" y="27400"/>
                </a:moveTo>
                <a:lnTo>
                  <a:pt x="64" y="27081"/>
                </a:lnTo>
                <a:lnTo>
                  <a:pt x="64" y="26936"/>
                </a:lnTo>
                <a:lnTo>
                  <a:pt x="64" y="26791"/>
                </a:lnTo>
                <a:lnTo>
                  <a:pt x="128" y="26472"/>
                </a:lnTo>
                <a:lnTo>
                  <a:pt x="128" y="26327"/>
                </a:lnTo>
                <a:lnTo>
                  <a:pt x="128" y="26009"/>
                </a:lnTo>
                <a:lnTo>
                  <a:pt x="128" y="25864"/>
                </a:lnTo>
                <a:lnTo>
                  <a:pt x="192" y="25603"/>
                </a:lnTo>
                <a:lnTo>
                  <a:pt x="192" y="25400"/>
                </a:lnTo>
                <a:lnTo>
                  <a:pt x="288" y="25139"/>
                </a:lnTo>
                <a:lnTo>
                  <a:pt x="288" y="24820"/>
                </a:lnTo>
                <a:lnTo>
                  <a:pt x="288" y="24675"/>
                </a:lnTo>
                <a:lnTo>
                  <a:pt x="288" y="24530"/>
                </a:lnTo>
                <a:lnTo>
                  <a:pt x="352" y="24211"/>
                </a:lnTo>
                <a:lnTo>
                  <a:pt x="352" y="24066"/>
                </a:lnTo>
                <a:lnTo>
                  <a:pt x="417" y="23805"/>
                </a:lnTo>
                <a:lnTo>
                  <a:pt x="417" y="23486"/>
                </a:lnTo>
                <a:lnTo>
                  <a:pt x="417" y="23341"/>
                </a:lnTo>
                <a:lnTo>
                  <a:pt x="481" y="23080"/>
                </a:lnTo>
                <a:lnTo>
                  <a:pt x="481" y="22877"/>
                </a:lnTo>
                <a:lnTo>
                  <a:pt x="481" y="22616"/>
                </a:lnTo>
                <a:lnTo>
                  <a:pt x="577" y="22471"/>
                </a:lnTo>
                <a:lnTo>
                  <a:pt x="577" y="22297"/>
                </a:lnTo>
                <a:lnTo>
                  <a:pt x="577" y="22152"/>
                </a:lnTo>
                <a:lnTo>
                  <a:pt x="577" y="22007"/>
                </a:lnTo>
                <a:lnTo>
                  <a:pt x="641" y="21746"/>
                </a:lnTo>
                <a:lnTo>
                  <a:pt x="641" y="21543"/>
                </a:lnTo>
                <a:lnTo>
                  <a:pt x="641" y="21282"/>
                </a:lnTo>
                <a:lnTo>
                  <a:pt x="705" y="21021"/>
                </a:lnTo>
                <a:lnTo>
                  <a:pt x="705" y="20818"/>
                </a:lnTo>
                <a:lnTo>
                  <a:pt x="705" y="20673"/>
                </a:lnTo>
                <a:lnTo>
                  <a:pt x="802" y="20412"/>
                </a:lnTo>
                <a:lnTo>
                  <a:pt x="802" y="20093"/>
                </a:lnTo>
                <a:lnTo>
                  <a:pt x="802" y="19948"/>
                </a:lnTo>
                <a:lnTo>
                  <a:pt x="866" y="19687"/>
                </a:lnTo>
                <a:lnTo>
                  <a:pt x="866" y="19543"/>
                </a:lnTo>
                <a:lnTo>
                  <a:pt x="866" y="19224"/>
                </a:lnTo>
                <a:lnTo>
                  <a:pt x="930" y="19079"/>
                </a:lnTo>
                <a:lnTo>
                  <a:pt x="930" y="18818"/>
                </a:lnTo>
                <a:lnTo>
                  <a:pt x="930" y="18557"/>
                </a:lnTo>
                <a:lnTo>
                  <a:pt x="994" y="18354"/>
                </a:lnTo>
                <a:lnTo>
                  <a:pt x="994" y="18093"/>
                </a:lnTo>
                <a:lnTo>
                  <a:pt x="994" y="17948"/>
                </a:lnTo>
                <a:lnTo>
                  <a:pt x="1090" y="17687"/>
                </a:lnTo>
                <a:lnTo>
                  <a:pt x="1090" y="17484"/>
                </a:lnTo>
                <a:lnTo>
                  <a:pt x="1090" y="17223"/>
                </a:lnTo>
                <a:lnTo>
                  <a:pt x="1154" y="16962"/>
                </a:lnTo>
                <a:lnTo>
                  <a:pt x="1154" y="16817"/>
                </a:lnTo>
                <a:lnTo>
                  <a:pt x="1219" y="16556"/>
                </a:lnTo>
                <a:lnTo>
                  <a:pt x="1219" y="16353"/>
                </a:lnTo>
                <a:lnTo>
                  <a:pt x="1219" y="16092"/>
                </a:lnTo>
                <a:lnTo>
                  <a:pt x="1283" y="15831"/>
                </a:lnTo>
                <a:lnTo>
                  <a:pt x="1283" y="15686"/>
                </a:lnTo>
                <a:lnTo>
                  <a:pt x="1283" y="15425"/>
                </a:lnTo>
                <a:lnTo>
                  <a:pt x="1379" y="15222"/>
                </a:lnTo>
                <a:lnTo>
                  <a:pt x="1379" y="14961"/>
                </a:lnTo>
                <a:lnTo>
                  <a:pt x="1379" y="14700"/>
                </a:lnTo>
                <a:lnTo>
                  <a:pt x="1443" y="14555"/>
                </a:lnTo>
                <a:lnTo>
                  <a:pt x="1443" y="14294"/>
                </a:lnTo>
                <a:lnTo>
                  <a:pt x="1507" y="13975"/>
                </a:lnTo>
                <a:lnTo>
                  <a:pt x="1507" y="13830"/>
                </a:lnTo>
                <a:lnTo>
                  <a:pt x="1507" y="13569"/>
                </a:lnTo>
                <a:lnTo>
                  <a:pt x="1604" y="13308"/>
                </a:lnTo>
                <a:lnTo>
                  <a:pt x="1604" y="13163"/>
                </a:lnTo>
                <a:lnTo>
                  <a:pt x="1604" y="12903"/>
                </a:lnTo>
                <a:lnTo>
                  <a:pt x="1668" y="12642"/>
                </a:lnTo>
                <a:lnTo>
                  <a:pt x="1668" y="12497"/>
                </a:lnTo>
                <a:lnTo>
                  <a:pt x="1668" y="12178"/>
                </a:lnTo>
                <a:lnTo>
                  <a:pt x="1732" y="12033"/>
                </a:lnTo>
                <a:lnTo>
                  <a:pt x="1732" y="11772"/>
                </a:lnTo>
                <a:lnTo>
                  <a:pt x="1732" y="11511"/>
                </a:lnTo>
                <a:lnTo>
                  <a:pt x="1796" y="11366"/>
                </a:lnTo>
                <a:lnTo>
                  <a:pt x="1796" y="11105"/>
                </a:lnTo>
                <a:lnTo>
                  <a:pt x="1892" y="10844"/>
                </a:lnTo>
                <a:lnTo>
                  <a:pt x="1892" y="10699"/>
                </a:lnTo>
                <a:lnTo>
                  <a:pt x="1892" y="10438"/>
                </a:lnTo>
                <a:lnTo>
                  <a:pt x="1956" y="10177"/>
                </a:lnTo>
                <a:lnTo>
                  <a:pt x="1956" y="9916"/>
                </a:lnTo>
                <a:lnTo>
                  <a:pt x="1956" y="9771"/>
                </a:lnTo>
                <a:lnTo>
                  <a:pt x="2021" y="9510"/>
                </a:lnTo>
                <a:lnTo>
                  <a:pt x="2021" y="9249"/>
                </a:lnTo>
                <a:lnTo>
                  <a:pt x="2021" y="9104"/>
                </a:lnTo>
                <a:lnTo>
                  <a:pt x="2117" y="8843"/>
                </a:lnTo>
                <a:lnTo>
                  <a:pt x="2117" y="8582"/>
                </a:lnTo>
                <a:lnTo>
                  <a:pt x="2181" y="8321"/>
                </a:lnTo>
                <a:lnTo>
                  <a:pt x="2181" y="8176"/>
                </a:lnTo>
                <a:lnTo>
                  <a:pt x="2181" y="7915"/>
                </a:lnTo>
                <a:lnTo>
                  <a:pt x="2245" y="7654"/>
                </a:lnTo>
                <a:lnTo>
                  <a:pt x="2245" y="7509"/>
                </a:lnTo>
                <a:lnTo>
                  <a:pt x="2309" y="7248"/>
                </a:lnTo>
                <a:lnTo>
                  <a:pt x="2309" y="6987"/>
                </a:lnTo>
                <a:lnTo>
                  <a:pt x="2309" y="6842"/>
                </a:lnTo>
                <a:lnTo>
                  <a:pt x="2406" y="6581"/>
                </a:lnTo>
                <a:lnTo>
                  <a:pt x="2406" y="6321"/>
                </a:lnTo>
                <a:lnTo>
                  <a:pt x="2406" y="6060"/>
                </a:lnTo>
                <a:lnTo>
                  <a:pt x="2470" y="5915"/>
                </a:lnTo>
                <a:lnTo>
                  <a:pt x="2470" y="5654"/>
                </a:lnTo>
                <a:lnTo>
                  <a:pt x="2534" y="5393"/>
                </a:lnTo>
                <a:lnTo>
                  <a:pt x="2534" y="5248"/>
                </a:lnTo>
                <a:lnTo>
                  <a:pt x="2534" y="4987"/>
                </a:lnTo>
                <a:lnTo>
                  <a:pt x="2598" y="4784"/>
                </a:lnTo>
                <a:lnTo>
                  <a:pt x="2598" y="4523"/>
                </a:lnTo>
                <a:lnTo>
                  <a:pt x="2694" y="4262"/>
                </a:lnTo>
                <a:lnTo>
                  <a:pt x="2694" y="4117"/>
                </a:lnTo>
                <a:lnTo>
                  <a:pt x="2694" y="3856"/>
                </a:lnTo>
                <a:lnTo>
                  <a:pt x="2758" y="3595"/>
                </a:lnTo>
                <a:lnTo>
                  <a:pt x="2758" y="3334"/>
                </a:lnTo>
                <a:lnTo>
                  <a:pt x="2823" y="3131"/>
                </a:lnTo>
                <a:lnTo>
                  <a:pt x="2823" y="2986"/>
                </a:lnTo>
                <a:lnTo>
                  <a:pt x="2823" y="2725"/>
                </a:lnTo>
                <a:lnTo>
                  <a:pt x="2919" y="2464"/>
                </a:lnTo>
                <a:lnTo>
                  <a:pt x="2919" y="2203"/>
                </a:lnTo>
                <a:lnTo>
                  <a:pt x="2983" y="2000"/>
                </a:lnTo>
                <a:lnTo>
                  <a:pt x="2983" y="1855"/>
                </a:lnTo>
                <a:lnTo>
                  <a:pt x="2983" y="1594"/>
                </a:lnTo>
                <a:lnTo>
                  <a:pt x="3047" y="1333"/>
                </a:lnTo>
                <a:lnTo>
                  <a:pt x="3047" y="1130"/>
                </a:lnTo>
                <a:lnTo>
                  <a:pt x="3111" y="869"/>
                </a:lnTo>
                <a:lnTo>
                  <a:pt x="3111" y="724"/>
                </a:lnTo>
                <a:lnTo>
                  <a:pt x="3111" y="463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546896" y="3383586"/>
            <a:ext cx="3208" cy="20412"/>
          </a:xfrm>
          <a:custGeom>
            <a:avLst/>
            <a:gdLst/>
            <a:ahLst/>
            <a:cxnLst/>
            <a:rect l="l" t="t" r="r" b="b"/>
            <a:pathLst>
              <a:path w="3208" h="20412">
                <a:moveTo>
                  <a:pt x="0" y="20412"/>
                </a:moveTo>
                <a:lnTo>
                  <a:pt x="0" y="20151"/>
                </a:lnTo>
                <a:lnTo>
                  <a:pt x="64" y="19948"/>
                </a:lnTo>
                <a:lnTo>
                  <a:pt x="64" y="19687"/>
                </a:lnTo>
                <a:lnTo>
                  <a:pt x="128" y="19543"/>
                </a:lnTo>
                <a:lnTo>
                  <a:pt x="128" y="19369"/>
                </a:lnTo>
                <a:lnTo>
                  <a:pt x="128" y="19224"/>
                </a:lnTo>
                <a:lnTo>
                  <a:pt x="128" y="19079"/>
                </a:lnTo>
                <a:lnTo>
                  <a:pt x="192" y="18818"/>
                </a:lnTo>
                <a:lnTo>
                  <a:pt x="192" y="18615"/>
                </a:lnTo>
                <a:lnTo>
                  <a:pt x="288" y="18354"/>
                </a:lnTo>
                <a:lnTo>
                  <a:pt x="288" y="18151"/>
                </a:lnTo>
                <a:lnTo>
                  <a:pt x="352" y="17890"/>
                </a:lnTo>
                <a:lnTo>
                  <a:pt x="352" y="17687"/>
                </a:lnTo>
                <a:lnTo>
                  <a:pt x="417" y="17426"/>
                </a:lnTo>
                <a:lnTo>
                  <a:pt x="417" y="17281"/>
                </a:lnTo>
                <a:lnTo>
                  <a:pt x="417" y="17107"/>
                </a:lnTo>
                <a:lnTo>
                  <a:pt x="417" y="16962"/>
                </a:lnTo>
                <a:lnTo>
                  <a:pt x="513" y="16817"/>
                </a:lnTo>
                <a:lnTo>
                  <a:pt x="513" y="16643"/>
                </a:lnTo>
                <a:lnTo>
                  <a:pt x="513" y="16498"/>
                </a:lnTo>
                <a:lnTo>
                  <a:pt x="577" y="16353"/>
                </a:lnTo>
                <a:lnTo>
                  <a:pt x="577" y="16150"/>
                </a:lnTo>
                <a:lnTo>
                  <a:pt x="577" y="15889"/>
                </a:lnTo>
                <a:lnTo>
                  <a:pt x="641" y="15686"/>
                </a:lnTo>
                <a:lnTo>
                  <a:pt x="641" y="15425"/>
                </a:lnTo>
                <a:lnTo>
                  <a:pt x="705" y="15222"/>
                </a:lnTo>
                <a:lnTo>
                  <a:pt x="705" y="15019"/>
                </a:lnTo>
                <a:lnTo>
                  <a:pt x="802" y="14758"/>
                </a:lnTo>
                <a:lnTo>
                  <a:pt x="802" y="14555"/>
                </a:lnTo>
                <a:lnTo>
                  <a:pt x="802" y="14294"/>
                </a:lnTo>
                <a:lnTo>
                  <a:pt x="866" y="14091"/>
                </a:lnTo>
                <a:lnTo>
                  <a:pt x="866" y="13917"/>
                </a:lnTo>
                <a:lnTo>
                  <a:pt x="930" y="13772"/>
                </a:lnTo>
                <a:lnTo>
                  <a:pt x="930" y="13627"/>
                </a:lnTo>
                <a:lnTo>
                  <a:pt x="930" y="13424"/>
                </a:lnTo>
                <a:lnTo>
                  <a:pt x="1026" y="13250"/>
                </a:lnTo>
                <a:lnTo>
                  <a:pt x="1026" y="13105"/>
                </a:lnTo>
                <a:lnTo>
                  <a:pt x="1026" y="12961"/>
                </a:lnTo>
                <a:lnTo>
                  <a:pt x="1090" y="12787"/>
                </a:lnTo>
                <a:lnTo>
                  <a:pt x="1090" y="12642"/>
                </a:lnTo>
                <a:lnTo>
                  <a:pt x="1090" y="12439"/>
                </a:lnTo>
                <a:lnTo>
                  <a:pt x="1090" y="12294"/>
                </a:lnTo>
                <a:lnTo>
                  <a:pt x="1154" y="12120"/>
                </a:lnTo>
                <a:lnTo>
                  <a:pt x="1154" y="11917"/>
                </a:lnTo>
                <a:lnTo>
                  <a:pt x="1219" y="11772"/>
                </a:lnTo>
                <a:lnTo>
                  <a:pt x="1219" y="11569"/>
                </a:lnTo>
                <a:lnTo>
                  <a:pt x="1219" y="11366"/>
                </a:lnTo>
                <a:lnTo>
                  <a:pt x="1315" y="11163"/>
                </a:lnTo>
                <a:lnTo>
                  <a:pt x="1315" y="10902"/>
                </a:lnTo>
                <a:lnTo>
                  <a:pt x="1379" y="10699"/>
                </a:lnTo>
                <a:lnTo>
                  <a:pt x="1379" y="10525"/>
                </a:lnTo>
                <a:lnTo>
                  <a:pt x="1379" y="10380"/>
                </a:lnTo>
                <a:lnTo>
                  <a:pt x="1443" y="10177"/>
                </a:lnTo>
                <a:lnTo>
                  <a:pt x="1443" y="9974"/>
                </a:lnTo>
                <a:lnTo>
                  <a:pt x="1507" y="9771"/>
                </a:lnTo>
                <a:lnTo>
                  <a:pt x="1507" y="9568"/>
                </a:lnTo>
                <a:lnTo>
                  <a:pt x="1604" y="9394"/>
                </a:lnTo>
                <a:lnTo>
                  <a:pt x="1604" y="9249"/>
                </a:lnTo>
                <a:lnTo>
                  <a:pt x="1604" y="9046"/>
                </a:lnTo>
                <a:lnTo>
                  <a:pt x="1668" y="8843"/>
                </a:lnTo>
                <a:lnTo>
                  <a:pt x="1668" y="8640"/>
                </a:lnTo>
                <a:lnTo>
                  <a:pt x="1732" y="8437"/>
                </a:lnTo>
                <a:lnTo>
                  <a:pt x="1732" y="8263"/>
                </a:lnTo>
                <a:lnTo>
                  <a:pt x="1732" y="8118"/>
                </a:lnTo>
                <a:lnTo>
                  <a:pt x="1828" y="7915"/>
                </a:lnTo>
                <a:lnTo>
                  <a:pt x="1828" y="7712"/>
                </a:lnTo>
                <a:lnTo>
                  <a:pt x="1892" y="7509"/>
                </a:lnTo>
                <a:lnTo>
                  <a:pt x="1892" y="7306"/>
                </a:lnTo>
                <a:lnTo>
                  <a:pt x="1892" y="7132"/>
                </a:lnTo>
                <a:lnTo>
                  <a:pt x="1956" y="6929"/>
                </a:lnTo>
                <a:lnTo>
                  <a:pt x="1956" y="6726"/>
                </a:lnTo>
                <a:lnTo>
                  <a:pt x="2021" y="6523"/>
                </a:lnTo>
                <a:lnTo>
                  <a:pt x="2021" y="6379"/>
                </a:lnTo>
                <a:lnTo>
                  <a:pt x="2117" y="6176"/>
                </a:lnTo>
                <a:lnTo>
                  <a:pt x="2117" y="6002"/>
                </a:lnTo>
                <a:lnTo>
                  <a:pt x="2117" y="5857"/>
                </a:lnTo>
                <a:lnTo>
                  <a:pt x="2181" y="5654"/>
                </a:lnTo>
                <a:lnTo>
                  <a:pt x="2181" y="5451"/>
                </a:lnTo>
                <a:lnTo>
                  <a:pt x="2245" y="5190"/>
                </a:lnTo>
                <a:lnTo>
                  <a:pt x="2245" y="4987"/>
                </a:lnTo>
                <a:lnTo>
                  <a:pt x="2341" y="4784"/>
                </a:lnTo>
                <a:lnTo>
                  <a:pt x="2341" y="4523"/>
                </a:lnTo>
                <a:lnTo>
                  <a:pt x="2406" y="4320"/>
                </a:lnTo>
                <a:lnTo>
                  <a:pt x="2406" y="4059"/>
                </a:lnTo>
                <a:lnTo>
                  <a:pt x="2470" y="3798"/>
                </a:lnTo>
                <a:lnTo>
                  <a:pt x="2534" y="3595"/>
                </a:lnTo>
                <a:lnTo>
                  <a:pt x="2534" y="3450"/>
                </a:lnTo>
                <a:lnTo>
                  <a:pt x="2534" y="3276"/>
                </a:lnTo>
                <a:lnTo>
                  <a:pt x="2630" y="3073"/>
                </a:lnTo>
                <a:lnTo>
                  <a:pt x="2630" y="2870"/>
                </a:lnTo>
                <a:lnTo>
                  <a:pt x="2694" y="2725"/>
                </a:lnTo>
                <a:lnTo>
                  <a:pt x="2694" y="2522"/>
                </a:lnTo>
                <a:lnTo>
                  <a:pt x="2758" y="2319"/>
                </a:lnTo>
                <a:lnTo>
                  <a:pt x="2758" y="2058"/>
                </a:lnTo>
                <a:lnTo>
                  <a:pt x="2823" y="1855"/>
                </a:lnTo>
                <a:lnTo>
                  <a:pt x="2823" y="1681"/>
                </a:lnTo>
                <a:lnTo>
                  <a:pt x="2919" y="1478"/>
                </a:lnTo>
                <a:lnTo>
                  <a:pt x="2919" y="1333"/>
                </a:lnTo>
                <a:lnTo>
                  <a:pt x="2983" y="1188"/>
                </a:lnTo>
                <a:lnTo>
                  <a:pt x="2983" y="1014"/>
                </a:lnTo>
                <a:lnTo>
                  <a:pt x="2983" y="869"/>
                </a:lnTo>
                <a:lnTo>
                  <a:pt x="3047" y="724"/>
                </a:lnTo>
                <a:lnTo>
                  <a:pt x="3047" y="550"/>
                </a:lnTo>
                <a:lnTo>
                  <a:pt x="3143" y="405"/>
                </a:lnTo>
                <a:lnTo>
                  <a:pt x="3143" y="202"/>
                </a:lnTo>
                <a:lnTo>
                  <a:pt x="3208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550104" y="3371698"/>
            <a:ext cx="3208" cy="11888"/>
          </a:xfrm>
          <a:custGeom>
            <a:avLst/>
            <a:gdLst/>
            <a:ahLst/>
            <a:cxnLst/>
            <a:rect l="l" t="t" r="r" b="b"/>
            <a:pathLst>
              <a:path w="3208" h="11888">
                <a:moveTo>
                  <a:pt x="0" y="11888"/>
                </a:moveTo>
                <a:lnTo>
                  <a:pt x="0" y="11685"/>
                </a:lnTo>
                <a:lnTo>
                  <a:pt x="64" y="11424"/>
                </a:lnTo>
                <a:lnTo>
                  <a:pt x="128" y="11221"/>
                </a:lnTo>
                <a:lnTo>
                  <a:pt x="128" y="11018"/>
                </a:lnTo>
                <a:lnTo>
                  <a:pt x="224" y="10844"/>
                </a:lnTo>
                <a:lnTo>
                  <a:pt x="224" y="10641"/>
                </a:lnTo>
                <a:lnTo>
                  <a:pt x="288" y="10496"/>
                </a:lnTo>
                <a:lnTo>
                  <a:pt x="288" y="10351"/>
                </a:lnTo>
                <a:lnTo>
                  <a:pt x="288" y="10177"/>
                </a:lnTo>
                <a:lnTo>
                  <a:pt x="352" y="10032"/>
                </a:lnTo>
                <a:lnTo>
                  <a:pt x="352" y="9887"/>
                </a:lnTo>
                <a:lnTo>
                  <a:pt x="417" y="9713"/>
                </a:lnTo>
                <a:lnTo>
                  <a:pt x="417" y="9568"/>
                </a:lnTo>
                <a:lnTo>
                  <a:pt x="513" y="9423"/>
                </a:lnTo>
                <a:lnTo>
                  <a:pt x="513" y="9220"/>
                </a:lnTo>
                <a:lnTo>
                  <a:pt x="577" y="9046"/>
                </a:lnTo>
                <a:lnTo>
                  <a:pt x="577" y="8901"/>
                </a:lnTo>
                <a:lnTo>
                  <a:pt x="641" y="8756"/>
                </a:lnTo>
                <a:lnTo>
                  <a:pt x="641" y="8582"/>
                </a:lnTo>
                <a:lnTo>
                  <a:pt x="737" y="8437"/>
                </a:lnTo>
                <a:lnTo>
                  <a:pt x="737" y="8292"/>
                </a:lnTo>
                <a:lnTo>
                  <a:pt x="802" y="8089"/>
                </a:lnTo>
                <a:lnTo>
                  <a:pt x="802" y="7915"/>
                </a:lnTo>
                <a:lnTo>
                  <a:pt x="866" y="7770"/>
                </a:lnTo>
                <a:lnTo>
                  <a:pt x="866" y="7625"/>
                </a:lnTo>
                <a:lnTo>
                  <a:pt x="930" y="7451"/>
                </a:lnTo>
                <a:lnTo>
                  <a:pt x="930" y="7306"/>
                </a:lnTo>
                <a:lnTo>
                  <a:pt x="930" y="7161"/>
                </a:lnTo>
                <a:lnTo>
                  <a:pt x="1026" y="6958"/>
                </a:lnTo>
                <a:lnTo>
                  <a:pt x="1090" y="6784"/>
                </a:lnTo>
                <a:lnTo>
                  <a:pt x="1090" y="6639"/>
                </a:lnTo>
                <a:lnTo>
                  <a:pt x="1154" y="6495"/>
                </a:lnTo>
                <a:lnTo>
                  <a:pt x="1154" y="6321"/>
                </a:lnTo>
                <a:lnTo>
                  <a:pt x="1251" y="6176"/>
                </a:lnTo>
                <a:lnTo>
                  <a:pt x="1251" y="6031"/>
                </a:lnTo>
                <a:lnTo>
                  <a:pt x="1315" y="5857"/>
                </a:lnTo>
                <a:lnTo>
                  <a:pt x="1315" y="5712"/>
                </a:lnTo>
                <a:lnTo>
                  <a:pt x="1379" y="5567"/>
                </a:lnTo>
                <a:lnTo>
                  <a:pt x="1443" y="5364"/>
                </a:lnTo>
                <a:lnTo>
                  <a:pt x="1443" y="5190"/>
                </a:lnTo>
                <a:lnTo>
                  <a:pt x="1539" y="5045"/>
                </a:lnTo>
                <a:lnTo>
                  <a:pt x="1539" y="4900"/>
                </a:lnTo>
                <a:lnTo>
                  <a:pt x="1604" y="4726"/>
                </a:lnTo>
                <a:lnTo>
                  <a:pt x="1604" y="4581"/>
                </a:lnTo>
                <a:lnTo>
                  <a:pt x="1668" y="4436"/>
                </a:lnTo>
                <a:lnTo>
                  <a:pt x="1732" y="4233"/>
                </a:lnTo>
                <a:lnTo>
                  <a:pt x="1732" y="4059"/>
                </a:lnTo>
                <a:lnTo>
                  <a:pt x="1828" y="3914"/>
                </a:lnTo>
                <a:lnTo>
                  <a:pt x="1892" y="3769"/>
                </a:lnTo>
                <a:lnTo>
                  <a:pt x="1892" y="3595"/>
                </a:lnTo>
                <a:lnTo>
                  <a:pt x="1956" y="3450"/>
                </a:lnTo>
                <a:lnTo>
                  <a:pt x="1956" y="3305"/>
                </a:lnTo>
                <a:lnTo>
                  <a:pt x="2053" y="3102"/>
                </a:lnTo>
                <a:lnTo>
                  <a:pt x="2117" y="2928"/>
                </a:lnTo>
                <a:lnTo>
                  <a:pt x="2181" y="2783"/>
                </a:lnTo>
                <a:lnTo>
                  <a:pt x="2181" y="2638"/>
                </a:lnTo>
                <a:lnTo>
                  <a:pt x="2245" y="2464"/>
                </a:lnTo>
                <a:lnTo>
                  <a:pt x="2341" y="2319"/>
                </a:lnTo>
                <a:lnTo>
                  <a:pt x="2341" y="2174"/>
                </a:lnTo>
                <a:lnTo>
                  <a:pt x="2406" y="1971"/>
                </a:lnTo>
                <a:lnTo>
                  <a:pt x="2470" y="1797"/>
                </a:lnTo>
                <a:lnTo>
                  <a:pt x="2566" y="1652"/>
                </a:lnTo>
                <a:lnTo>
                  <a:pt x="2566" y="1507"/>
                </a:lnTo>
                <a:lnTo>
                  <a:pt x="2630" y="1333"/>
                </a:lnTo>
                <a:lnTo>
                  <a:pt x="2694" y="1188"/>
                </a:lnTo>
                <a:lnTo>
                  <a:pt x="2758" y="1043"/>
                </a:lnTo>
                <a:lnTo>
                  <a:pt x="2855" y="869"/>
                </a:lnTo>
                <a:lnTo>
                  <a:pt x="2855" y="724"/>
                </a:lnTo>
                <a:lnTo>
                  <a:pt x="2919" y="579"/>
                </a:lnTo>
                <a:lnTo>
                  <a:pt x="2983" y="376"/>
                </a:lnTo>
                <a:lnTo>
                  <a:pt x="3047" y="202"/>
                </a:lnTo>
                <a:lnTo>
                  <a:pt x="3143" y="57"/>
                </a:lnTo>
              </a:path>
            </a:pathLst>
          </a:custGeom>
          <a:ln w="4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553312" y="3369031"/>
            <a:ext cx="3143" cy="2667"/>
          </a:xfrm>
          <a:custGeom>
            <a:avLst/>
            <a:gdLst/>
            <a:ahLst/>
            <a:cxnLst/>
            <a:rect l="l" t="t" r="r" b="b"/>
            <a:pathLst>
              <a:path w="3143" h="2667">
                <a:moveTo>
                  <a:pt x="0" y="2667"/>
                </a:moveTo>
                <a:lnTo>
                  <a:pt x="0" y="2522"/>
                </a:lnTo>
                <a:lnTo>
                  <a:pt x="0" y="2522"/>
                </a:lnTo>
                <a:lnTo>
                  <a:pt x="160" y="2319"/>
                </a:lnTo>
                <a:lnTo>
                  <a:pt x="224" y="2116"/>
                </a:lnTo>
                <a:lnTo>
                  <a:pt x="288" y="1913"/>
                </a:lnTo>
                <a:lnTo>
                  <a:pt x="449" y="1797"/>
                </a:lnTo>
                <a:lnTo>
                  <a:pt x="449" y="1652"/>
                </a:lnTo>
                <a:lnTo>
                  <a:pt x="577" y="1536"/>
                </a:lnTo>
                <a:lnTo>
                  <a:pt x="577" y="1391"/>
                </a:lnTo>
                <a:lnTo>
                  <a:pt x="737" y="1275"/>
                </a:lnTo>
                <a:lnTo>
                  <a:pt x="802" y="1130"/>
                </a:lnTo>
                <a:lnTo>
                  <a:pt x="802" y="1072"/>
                </a:lnTo>
                <a:lnTo>
                  <a:pt x="962" y="927"/>
                </a:lnTo>
                <a:lnTo>
                  <a:pt x="1026" y="782"/>
                </a:lnTo>
                <a:lnTo>
                  <a:pt x="1154" y="666"/>
                </a:lnTo>
                <a:lnTo>
                  <a:pt x="1251" y="521"/>
                </a:lnTo>
                <a:lnTo>
                  <a:pt x="1251" y="521"/>
                </a:lnTo>
                <a:lnTo>
                  <a:pt x="1379" y="463"/>
                </a:lnTo>
                <a:lnTo>
                  <a:pt x="1475" y="318"/>
                </a:lnTo>
                <a:lnTo>
                  <a:pt x="1604" y="260"/>
                </a:lnTo>
                <a:lnTo>
                  <a:pt x="1604" y="202"/>
                </a:lnTo>
                <a:lnTo>
                  <a:pt x="1604" y="202"/>
                </a:lnTo>
                <a:lnTo>
                  <a:pt x="1764" y="202"/>
                </a:lnTo>
                <a:lnTo>
                  <a:pt x="1892" y="57"/>
                </a:lnTo>
                <a:lnTo>
                  <a:pt x="2053" y="57"/>
                </a:lnTo>
                <a:lnTo>
                  <a:pt x="2053" y="0"/>
                </a:lnTo>
                <a:lnTo>
                  <a:pt x="2117" y="0"/>
                </a:lnTo>
                <a:lnTo>
                  <a:pt x="2277" y="0"/>
                </a:lnTo>
                <a:lnTo>
                  <a:pt x="2406" y="0"/>
                </a:lnTo>
                <a:lnTo>
                  <a:pt x="2566" y="0"/>
                </a:lnTo>
                <a:lnTo>
                  <a:pt x="2694" y="57"/>
                </a:lnTo>
                <a:lnTo>
                  <a:pt x="2855" y="57"/>
                </a:lnTo>
                <a:lnTo>
                  <a:pt x="2919" y="202"/>
                </a:lnTo>
                <a:lnTo>
                  <a:pt x="3079" y="202"/>
                </a:lnTo>
              </a:path>
            </a:pathLst>
          </a:custGeom>
          <a:ln w="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556456" y="3369350"/>
            <a:ext cx="3208" cy="7393"/>
          </a:xfrm>
          <a:custGeom>
            <a:avLst/>
            <a:gdLst/>
            <a:ahLst/>
            <a:cxnLst/>
            <a:rect l="l" t="t" r="r" b="b"/>
            <a:pathLst>
              <a:path w="3208" h="7393">
                <a:moveTo>
                  <a:pt x="0" y="0"/>
                </a:moveTo>
                <a:lnTo>
                  <a:pt x="0" y="0"/>
                </a:lnTo>
                <a:lnTo>
                  <a:pt x="128" y="86"/>
                </a:lnTo>
                <a:lnTo>
                  <a:pt x="224" y="202"/>
                </a:lnTo>
                <a:lnTo>
                  <a:pt x="352" y="289"/>
                </a:lnTo>
                <a:lnTo>
                  <a:pt x="513" y="463"/>
                </a:lnTo>
                <a:lnTo>
                  <a:pt x="577" y="550"/>
                </a:lnTo>
                <a:lnTo>
                  <a:pt x="577" y="608"/>
                </a:lnTo>
                <a:lnTo>
                  <a:pt x="641" y="753"/>
                </a:lnTo>
                <a:lnTo>
                  <a:pt x="737" y="753"/>
                </a:lnTo>
                <a:lnTo>
                  <a:pt x="737" y="811"/>
                </a:lnTo>
                <a:lnTo>
                  <a:pt x="802" y="956"/>
                </a:lnTo>
                <a:lnTo>
                  <a:pt x="866" y="956"/>
                </a:lnTo>
                <a:lnTo>
                  <a:pt x="930" y="1130"/>
                </a:lnTo>
                <a:lnTo>
                  <a:pt x="1026" y="1275"/>
                </a:lnTo>
                <a:lnTo>
                  <a:pt x="1090" y="1420"/>
                </a:lnTo>
                <a:lnTo>
                  <a:pt x="1154" y="1594"/>
                </a:lnTo>
                <a:lnTo>
                  <a:pt x="1251" y="1739"/>
                </a:lnTo>
                <a:lnTo>
                  <a:pt x="1315" y="1884"/>
                </a:lnTo>
                <a:lnTo>
                  <a:pt x="1315" y="1884"/>
                </a:lnTo>
                <a:lnTo>
                  <a:pt x="1443" y="2087"/>
                </a:lnTo>
                <a:lnTo>
                  <a:pt x="1539" y="2261"/>
                </a:lnTo>
                <a:lnTo>
                  <a:pt x="1604" y="2406"/>
                </a:lnTo>
                <a:lnTo>
                  <a:pt x="1604" y="2551"/>
                </a:lnTo>
                <a:lnTo>
                  <a:pt x="1764" y="2725"/>
                </a:lnTo>
                <a:lnTo>
                  <a:pt x="1764" y="2870"/>
                </a:lnTo>
                <a:lnTo>
                  <a:pt x="1828" y="3015"/>
                </a:lnTo>
                <a:lnTo>
                  <a:pt x="1892" y="3218"/>
                </a:lnTo>
                <a:lnTo>
                  <a:pt x="1956" y="3392"/>
                </a:lnTo>
                <a:lnTo>
                  <a:pt x="2053" y="3537"/>
                </a:lnTo>
                <a:lnTo>
                  <a:pt x="2117" y="3682"/>
                </a:lnTo>
                <a:lnTo>
                  <a:pt x="2181" y="3856"/>
                </a:lnTo>
                <a:lnTo>
                  <a:pt x="2181" y="4001"/>
                </a:lnTo>
                <a:lnTo>
                  <a:pt x="2245" y="4146"/>
                </a:lnTo>
                <a:lnTo>
                  <a:pt x="2341" y="4320"/>
                </a:lnTo>
                <a:lnTo>
                  <a:pt x="2406" y="4465"/>
                </a:lnTo>
                <a:lnTo>
                  <a:pt x="2406" y="4610"/>
                </a:lnTo>
                <a:lnTo>
                  <a:pt x="2470" y="4813"/>
                </a:lnTo>
                <a:lnTo>
                  <a:pt x="2566" y="4987"/>
                </a:lnTo>
                <a:lnTo>
                  <a:pt x="2566" y="5132"/>
                </a:lnTo>
                <a:lnTo>
                  <a:pt x="2630" y="5277"/>
                </a:lnTo>
                <a:lnTo>
                  <a:pt x="2694" y="5451"/>
                </a:lnTo>
                <a:lnTo>
                  <a:pt x="2694" y="5596"/>
                </a:lnTo>
                <a:lnTo>
                  <a:pt x="2758" y="5741"/>
                </a:lnTo>
                <a:lnTo>
                  <a:pt x="2855" y="5944"/>
                </a:lnTo>
                <a:lnTo>
                  <a:pt x="2919" y="6118"/>
                </a:lnTo>
                <a:lnTo>
                  <a:pt x="2919" y="6263"/>
                </a:lnTo>
                <a:lnTo>
                  <a:pt x="2919" y="6408"/>
                </a:lnTo>
                <a:lnTo>
                  <a:pt x="2983" y="6581"/>
                </a:lnTo>
                <a:lnTo>
                  <a:pt x="3079" y="6726"/>
                </a:lnTo>
                <a:lnTo>
                  <a:pt x="3079" y="6871"/>
                </a:lnTo>
                <a:lnTo>
                  <a:pt x="3143" y="7074"/>
                </a:lnTo>
                <a:lnTo>
                  <a:pt x="3208" y="7248"/>
                </a:lnTo>
                <a:lnTo>
                  <a:pt x="3208" y="7393"/>
                </a:lnTo>
              </a:path>
            </a:pathLst>
          </a:custGeom>
          <a:ln w="4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559664" y="3376744"/>
            <a:ext cx="3208" cy="16498"/>
          </a:xfrm>
          <a:custGeom>
            <a:avLst/>
            <a:gdLst/>
            <a:ahLst/>
            <a:cxnLst/>
            <a:rect l="l" t="t" r="r" b="b"/>
            <a:pathLst>
              <a:path w="3208" h="16498">
                <a:moveTo>
                  <a:pt x="0" y="0"/>
                </a:moveTo>
                <a:lnTo>
                  <a:pt x="64" y="144"/>
                </a:lnTo>
                <a:lnTo>
                  <a:pt x="64" y="318"/>
                </a:lnTo>
                <a:lnTo>
                  <a:pt x="160" y="463"/>
                </a:lnTo>
                <a:lnTo>
                  <a:pt x="160" y="608"/>
                </a:lnTo>
                <a:lnTo>
                  <a:pt x="224" y="811"/>
                </a:lnTo>
                <a:lnTo>
                  <a:pt x="288" y="985"/>
                </a:lnTo>
                <a:lnTo>
                  <a:pt x="288" y="1130"/>
                </a:lnTo>
                <a:lnTo>
                  <a:pt x="352" y="1275"/>
                </a:lnTo>
                <a:lnTo>
                  <a:pt x="352" y="1449"/>
                </a:lnTo>
                <a:lnTo>
                  <a:pt x="449" y="1594"/>
                </a:lnTo>
                <a:lnTo>
                  <a:pt x="449" y="1739"/>
                </a:lnTo>
                <a:lnTo>
                  <a:pt x="513" y="1913"/>
                </a:lnTo>
                <a:lnTo>
                  <a:pt x="513" y="2058"/>
                </a:lnTo>
                <a:lnTo>
                  <a:pt x="577" y="2203"/>
                </a:lnTo>
                <a:lnTo>
                  <a:pt x="577" y="2406"/>
                </a:lnTo>
                <a:lnTo>
                  <a:pt x="673" y="2580"/>
                </a:lnTo>
                <a:lnTo>
                  <a:pt x="673" y="2725"/>
                </a:lnTo>
                <a:lnTo>
                  <a:pt x="737" y="2870"/>
                </a:lnTo>
                <a:lnTo>
                  <a:pt x="802" y="3044"/>
                </a:lnTo>
                <a:lnTo>
                  <a:pt x="802" y="3189"/>
                </a:lnTo>
                <a:lnTo>
                  <a:pt x="802" y="3334"/>
                </a:lnTo>
                <a:lnTo>
                  <a:pt x="866" y="3537"/>
                </a:lnTo>
                <a:lnTo>
                  <a:pt x="866" y="3711"/>
                </a:lnTo>
                <a:lnTo>
                  <a:pt x="962" y="3914"/>
                </a:lnTo>
                <a:lnTo>
                  <a:pt x="962" y="4059"/>
                </a:lnTo>
                <a:lnTo>
                  <a:pt x="1026" y="4262"/>
                </a:lnTo>
                <a:lnTo>
                  <a:pt x="1090" y="4523"/>
                </a:lnTo>
                <a:lnTo>
                  <a:pt x="1090" y="4668"/>
                </a:lnTo>
                <a:lnTo>
                  <a:pt x="1154" y="4842"/>
                </a:lnTo>
                <a:lnTo>
                  <a:pt x="1154" y="5045"/>
                </a:lnTo>
                <a:lnTo>
                  <a:pt x="1251" y="5190"/>
                </a:lnTo>
                <a:lnTo>
                  <a:pt x="1251" y="5393"/>
                </a:lnTo>
                <a:lnTo>
                  <a:pt x="1315" y="5596"/>
                </a:lnTo>
                <a:lnTo>
                  <a:pt x="1315" y="5799"/>
                </a:lnTo>
                <a:lnTo>
                  <a:pt x="1379" y="5973"/>
                </a:lnTo>
                <a:lnTo>
                  <a:pt x="1379" y="6118"/>
                </a:lnTo>
                <a:lnTo>
                  <a:pt x="1475" y="6321"/>
                </a:lnTo>
                <a:lnTo>
                  <a:pt x="1475" y="6523"/>
                </a:lnTo>
                <a:lnTo>
                  <a:pt x="1539" y="6726"/>
                </a:lnTo>
                <a:lnTo>
                  <a:pt x="1604" y="6900"/>
                </a:lnTo>
                <a:lnTo>
                  <a:pt x="1604" y="7045"/>
                </a:lnTo>
                <a:lnTo>
                  <a:pt x="1604" y="7190"/>
                </a:lnTo>
                <a:lnTo>
                  <a:pt x="1668" y="7393"/>
                </a:lnTo>
                <a:lnTo>
                  <a:pt x="1668" y="7567"/>
                </a:lnTo>
                <a:lnTo>
                  <a:pt x="1668" y="7712"/>
                </a:lnTo>
                <a:lnTo>
                  <a:pt x="1764" y="7857"/>
                </a:lnTo>
                <a:lnTo>
                  <a:pt x="1764" y="8031"/>
                </a:lnTo>
                <a:lnTo>
                  <a:pt x="1828" y="8176"/>
                </a:lnTo>
                <a:lnTo>
                  <a:pt x="1828" y="8321"/>
                </a:lnTo>
                <a:lnTo>
                  <a:pt x="1892" y="8582"/>
                </a:lnTo>
                <a:lnTo>
                  <a:pt x="1892" y="8843"/>
                </a:lnTo>
                <a:lnTo>
                  <a:pt x="1988" y="8988"/>
                </a:lnTo>
                <a:lnTo>
                  <a:pt x="1988" y="9162"/>
                </a:lnTo>
                <a:lnTo>
                  <a:pt x="2053" y="9365"/>
                </a:lnTo>
                <a:lnTo>
                  <a:pt x="2053" y="9510"/>
                </a:lnTo>
                <a:lnTo>
                  <a:pt x="2053" y="9655"/>
                </a:lnTo>
                <a:lnTo>
                  <a:pt x="2117" y="9916"/>
                </a:lnTo>
                <a:lnTo>
                  <a:pt x="2181" y="10177"/>
                </a:lnTo>
                <a:lnTo>
                  <a:pt x="2181" y="10438"/>
                </a:lnTo>
                <a:lnTo>
                  <a:pt x="2277" y="10583"/>
                </a:lnTo>
                <a:lnTo>
                  <a:pt x="2277" y="10786"/>
                </a:lnTo>
                <a:lnTo>
                  <a:pt x="2341" y="10960"/>
                </a:lnTo>
                <a:lnTo>
                  <a:pt x="2341" y="11163"/>
                </a:lnTo>
                <a:lnTo>
                  <a:pt x="2406" y="11366"/>
                </a:lnTo>
                <a:lnTo>
                  <a:pt x="2406" y="11511"/>
                </a:lnTo>
                <a:lnTo>
                  <a:pt x="2406" y="11714"/>
                </a:lnTo>
                <a:lnTo>
                  <a:pt x="2470" y="11888"/>
                </a:lnTo>
                <a:lnTo>
                  <a:pt x="2470" y="12033"/>
                </a:lnTo>
                <a:lnTo>
                  <a:pt x="2470" y="12178"/>
                </a:lnTo>
                <a:lnTo>
                  <a:pt x="2566" y="12381"/>
                </a:lnTo>
                <a:lnTo>
                  <a:pt x="2566" y="12555"/>
                </a:lnTo>
                <a:lnTo>
                  <a:pt x="2630" y="12700"/>
                </a:lnTo>
                <a:lnTo>
                  <a:pt x="2630" y="12845"/>
                </a:lnTo>
                <a:lnTo>
                  <a:pt x="2630" y="13019"/>
                </a:lnTo>
                <a:lnTo>
                  <a:pt x="2694" y="13163"/>
                </a:lnTo>
                <a:lnTo>
                  <a:pt x="2694" y="13366"/>
                </a:lnTo>
                <a:lnTo>
                  <a:pt x="2790" y="13569"/>
                </a:lnTo>
                <a:lnTo>
                  <a:pt x="2790" y="13772"/>
                </a:lnTo>
                <a:lnTo>
                  <a:pt x="2790" y="13975"/>
                </a:lnTo>
                <a:lnTo>
                  <a:pt x="2855" y="14149"/>
                </a:lnTo>
                <a:lnTo>
                  <a:pt x="2855" y="14352"/>
                </a:lnTo>
                <a:lnTo>
                  <a:pt x="2919" y="14555"/>
                </a:lnTo>
                <a:lnTo>
                  <a:pt x="2919" y="14758"/>
                </a:lnTo>
                <a:lnTo>
                  <a:pt x="2983" y="14961"/>
                </a:lnTo>
                <a:lnTo>
                  <a:pt x="2983" y="15164"/>
                </a:lnTo>
                <a:lnTo>
                  <a:pt x="3079" y="15367"/>
                </a:lnTo>
                <a:lnTo>
                  <a:pt x="3079" y="15570"/>
                </a:lnTo>
                <a:lnTo>
                  <a:pt x="3079" y="15773"/>
                </a:lnTo>
                <a:lnTo>
                  <a:pt x="3143" y="15947"/>
                </a:lnTo>
                <a:lnTo>
                  <a:pt x="3143" y="16092"/>
                </a:lnTo>
                <a:lnTo>
                  <a:pt x="3208" y="16295"/>
                </a:lnTo>
                <a:lnTo>
                  <a:pt x="3208" y="16498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562872" y="3393242"/>
            <a:ext cx="3208" cy="24269"/>
          </a:xfrm>
          <a:custGeom>
            <a:avLst/>
            <a:gdLst/>
            <a:ahLst/>
            <a:cxnLst/>
            <a:rect l="l" t="t" r="r" b="b"/>
            <a:pathLst>
              <a:path w="3208" h="24269">
                <a:moveTo>
                  <a:pt x="0" y="0"/>
                </a:moveTo>
                <a:lnTo>
                  <a:pt x="0" y="202"/>
                </a:lnTo>
                <a:lnTo>
                  <a:pt x="64" y="376"/>
                </a:lnTo>
                <a:lnTo>
                  <a:pt x="64" y="521"/>
                </a:lnTo>
                <a:lnTo>
                  <a:pt x="64" y="724"/>
                </a:lnTo>
                <a:lnTo>
                  <a:pt x="160" y="927"/>
                </a:lnTo>
                <a:lnTo>
                  <a:pt x="160" y="1130"/>
                </a:lnTo>
                <a:lnTo>
                  <a:pt x="224" y="1333"/>
                </a:lnTo>
                <a:lnTo>
                  <a:pt x="224" y="1594"/>
                </a:lnTo>
                <a:lnTo>
                  <a:pt x="288" y="1797"/>
                </a:lnTo>
                <a:lnTo>
                  <a:pt x="288" y="2000"/>
                </a:lnTo>
                <a:lnTo>
                  <a:pt x="384" y="2174"/>
                </a:lnTo>
                <a:lnTo>
                  <a:pt x="384" y="2319"/>
                </a:lnTo>
                <a:lnTo>
                  <a:pt x="384" y="2522"/>
                </a:lnTo>
                <a:lnTo>
                  <a:pt x="449" y="2725"/>
                </a:lnTo>
                <a:lnTo>
                  <a:pt x="449" y="2986"/>
                </a:lnTo>
                <a:lnTo>
                  <a:pt x="513" y="3189"/>
                </a:lnTo>
                <a:lnTo>
                  <a:pt x="513" y="3392"/>
                </a:lnTo>
                <a:lnTo>
                  <a:pt x="513" y="3653"/>
                </a:lnTo>
                <a:lnTo>
                  <a:pt x="577" y="3856"/>
                </a:lnTo>
                <a:lnTo>
                  <a:pt x="577" y="4059"/>
                </a:lnTo>
                <a:lnTo>
                  <a:pt x="673" y="4320"/>
                </a:lnTo>
                <a:lnTo>
                  <a:pt x="673" y="4523"/>
                </a:lnTo>
                <a:lnTo>
                  <a:pt x="737" y="4726"/>
                </a:lnTo>
                <a:lnTo>
                  <a:pt x="737" y="4987"/>
                </a:lnTo>
                <a:lnTo>
                  <a:pt x="802" y="5190"/>
                </a:lnTo>
                <a:lnTo>
                  <a:pt x="802" y="5451"/>
                </a:lnTo>
                <a:lnTo>
                  <a:pt x="802" y="5654"/>
                </a:lnTo>
                <a:lnTo>
                  <a:pt x="898" y="5857"/>
                </a:lnTo>
                <a:lnTo>
                  <a:pt x="898" y="6118"/>
                </a:lnTo>
                <a:lnTo>
                  <a:pt x="962" y="6321"/>
                </a:lnTo>
                <a:lnTo>
                  <a:pt x="962" y="6581"/>
                </a:lnTo>
                <a:lnTo>
                  <a:pt x="1026" y="6784"/>
                </a:lnTo>
                <a:lnTo>
                  <a:pt x="1026" y="7045"/>
                </a:lnTo>
                <a:lnTo>
                  <a:pt x="1026" y="7248"/>
                </a:lnTo>
                <a:lnTo>
                  <a:pt x="1090" y="7509"/>
                </a:lnTo>
                <a:lnTo>
                  <a:pt x="1090" y="7712"/>
                </a:lnTo>
                <a:lnTo>
                  <a:pt x="1186" y="7973"/>
                </a:lnTo>
                <a:lnTo>
                  <a:pt x="1186" y="8118"/>
                </a:lnTo>
                <a:lnTo>
                  <a:pt x="1186" y="8292"/>
                </a:lnTo>
                <a:lnTo>
                  <a:pt x="1251" y="8437"/>
                </a:lnTo>
                <a:lnTo>
                  <a:pt x="1251" y="8582"/>
                </a:lnTo>
                <a:lnTo>
                  <a:pt x="1251" y="8756"/>
                </a:lnTo>
                <a:lnTo>
                  <a:pt x="1315" y="8901"/>
                </a:lnTo>
                <a:lnTo>
                  <a:pt x="1315" y="9046"/>
                </a:lnTo>
                <a:lnTo>
                  <a:pt x="1315" y="9249"/>
                </a:lnTo>
                <a:lnTo>
                  <a:pt x="1379" y="9510"/>
                </a:lnTo>
                <a:lnTo>
                  <a:pt x="1379" y="9771"/>
                </a:lnTo>
                <a:lnTo>
                  <a:pt x="1475" y="9974"/>
                </a:lnTo>
                <a:lnTo>
                  <a:pt x="1475" y="10235"/>
                </a:lnTo>
                <a:lnTo>
                  <a:pt x="1475" y="10496"/>
                </a:lnTo>
                <a:lnTo>
                  <a:pt x="1539" y="10699"/>
                </a:lnTo>
                <a:lnTo>
                  <a:pt x="1539" y="10844"/>
                </a:lnTo>
                <a:lnTo>
                  <a:pt x="1604" y="11105"/>
                </a:lnTo>
                <a:lnTo>
                  <a:pt x="1604" y="11308"/>
                </a:lnTo>
                <a:lnTo>
                  <a:pt x="1604" y="11569"/>
                </a:lnTo>
                <a:lnTo>
                  <a:pt x="1700" y="11830"/>
                </a:lnTo>
                <a:lnTo>
                  <a:pt x="1700" y="11975"/>
                </a:lnTo>
                <a:lnTo>
                  <a:pt x="1700" y="12149"/>
                </a:lnTo>
                <a:lnTo>
                  <a:pt x="1764" y="12294"/>
                </a:lnTo>
                <a:lnTo>
                  <a:pt x="1764" y="12439"/>
                </a:lnTo>
                <a:lnTo>
                  <a:pt x="1764" y="12700"/>
                </a:lnTo>
                <a:lnTo>
                  <a:pt x="1828" y="12961"/>
                </a:lnTo>
                <a:lnTo>
                  <a:pt x="1828" y="13163"/>
                </a:lnTo>
                <a:lnTo>
                  <a:pt x="1892" y="13424"/>
                </a:lnTo>
                <a:lnTo>
                  <a:pt x="1892" y="13569"/>
                </a:lnTo>
                <a:lnTo>
                  <a:pt x="1892" y="13830"/>
                </a:lnTo>
                <a:lnTo>
                  <a:pt x="1988" y="14091"/>
                </a:lnTo>
                <a:lnTo>
                  <a:pt x="1988" y="14236"/>
                </a:lnTo>
                <a:lnTo>
                  <a:pt x="1988" y="14410"/>
                </a:lnTo>
                <a:lnTo>
                  <a:pt x="2053" y="14555"/>
                </a:lnTo>
                <a:lnTo>
                  <a:pt x="2053" y="14700"/>
                </a:lnTo>
                <a:lnTo>
                  <a:pt x="2053" y="14961"/>
                </a:lnTo>
                <a:lnTo>
                  <a:pt x="2117" y="15222"/>
                </a:lnTo>
                <a:lnTo>
                  <a:pt x="2117" y="15483"/>
                </a:lnTo>
                <a:lnTo>
                  <a:pt x="2117" y="15628"/>
                </a:lnTo>
                <a:lnTo>
                  <a:pt x="2213" y="15831"/>
                </a:lnTo>
                <a:lnTo>
                  <a:pt x="2213" y="16092"/>
                </a:lnTo>
                <a:lnTo>
                  <a:pt x="2277" y="16353"/>
                </a:lnTo>
                <a:lnTo>
                  <a:pt x="2277" y="16614"/>
                </a:lnTo>
                <a:lnTo>
                  <a:pt x="2277" y="16759"/>
                </a:lnTo>
                <a:lnTo>
                  <a:pt x="2341" y="17020"/>
                </a:lnTo>
                <a:lnTo>
                  <a:pt x="2341" y="17281"/>
                </a:lnTo>
                <a:lnTo>
                  <a:pt x="2406" y="17426"/>
                </a:lnTo>
                <a:lnTo>
                  <a:pt x="2406" y="17687"/>
                </a:lnTo>
                <a:lnTo>
                  <a:pt x="2406" y="17948"/>
                </a:lnTo>
                <a:lnTo>
                  <a:pt x="2502" y="18093"/>
                </a:lnTo>
                <a:lnTo>
                  <a:pt x="2502" y="18354"/>
                </a:lnTo>
                <a:lnTo>
                  <a:pt x="2502" y="18615"/>
                </a:lnTo>
                <a:lnTo>
                  <a:pt x="2566" y="18876"/>
                </a:lnTo>
                <a:lnTo>
                  <a:pt x="2566" y="19021"/>
                </a:lnTo>
                <a:lnTo>
                  <a:pt x="2630" y="19282"/>
                </a:lnTo>
                <a:lnTo>
                  <a:pt x="2630" y="19543"/>
                </a:lnTo>
                <a:lnTo>
                  <a:pt x="2630" y="19687"/>
                </a:lnTo>
                <a:lnTo>
                  <a:pt x="2694" y="19948"/>
                </a:lnTo>
                <a:lnTo>
                  <a:pt x="2694" y="20209"/>
                </a:lnTo>
                <a:lnTo>
                  <a:pt x="2790" y="20470"/>
                </a:lnTo>
                <a:lnTo>
                  <a:pt x="2790" y="20615"/>
                </a:lnTo>
                <a:lnTo>
                  <a:pt x="2790" y="20876"/>
                </a:lnTo>
                <a:lnTo>
                  <a:pt x="2855" y="21137"/>
                </a:lnTo>
                <a:lnTo>
                  <a:pt x="2855" y="21282"/>
                </a:lnTo>
                <a:lnTo>
                  <a:pt x="2855" y="21543"/>
                </a:lnTo>
                <a:lnTo>
                  <a:pt x="2919" y="21804"/>
                </a:lnTo>
                <a:lnTo>
                  <a:pt x="2919" y="21949"/>
                </a:lnTo>
                <a:lnTo>
                  <a:pt x="2919" y="22210"/>
                </a:lnTo>
                <a:lnTo>
                  <a:pt x="3015" y="22471"/>
                </a:lnTo>
                <a:lnTo>
                  <a:pt x="3015" y="22732"/>
                </a:lnTo>
                <a:lnTo>
                  <a:pt x="3079" y="22935"/>
                </a:lnTo>
                <a:lnTo>
                  <a:pt x="3079" y="23080"/>
                </a:lnTo>
                <a:lnTo>
                  <a:pt x="3079" y="23341"/>
                </a:lnTo>
                <a:lnTo>
                  <a:pt x="3143" y="23602"/>
                </a:lnTo>
                <a:lnTo>
                  <a:pt x="3143" y="23863"/>
                </a:lnTo>
                <a:lnTo>
                  <a:pt x="3143" y="24008"/>
                </a:lnTo>
                <a:lnTo>
                  <a:pt x="3208" y="2426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566080" y="3417511"/>
            <a:ext cx="3240" cy="30184"/>
          </a:xfrm>
          <a:custGeom>
            <a:avLst/>
            <a:gdLst/>
            <a:ahLst/>
            <a:cxnLst/>
            <a:rect l="l" t="t" r="r" b="b"/>
            <a:pathLst>
              <a:path w="3240" h="30184">
                <a:moveTo>
                  <a:pt x="0" y="0"/>
                </a:moveTo>
                <a:lnTo>
                  <a:pt x="0" y="260"/>
                </a:lnTo>
                <a:lnTo>
                  <a:pt x="0" y="463"/>
                </a:lnTo>
                <a:lnTo>
                  <a:pt x="96" y="724"/>
                </a:lnTo>
                <a:lnTo>
                  <a:pt x="96" y="869"/>
                </a:lnTo>
                <a:lnTo>
                  <a:pt x="96" y="1130"/>
                </a:lnTo>
                <a:lnTo>
                  <a:pt x="160" y="1391"/>
                </a:lnTo>
                <a:lnTo>
                  <a:pt x="160" y="1536"/>
                </a:lnTo>
                <a:lnTo>
                  <a:pt x="224" y="1855"/>
                </a:lnTo>
                <a:lnTo>
                  <a:pt x="224" y="2000"/>
                </a:lnTo>
                <a:lnTo>
                  <a:pt x="224" y="2261"/>
                </a:lnTo>
                <a:lnTo>
                  <a:pt x="288" y="2522"/>
                </a:lnTo>
                <a:lnTo>
                  <a:pt x="288" y="2667"/>
                </a:lnTo>
                <a:lnTo>
                  <a:pt x="288" y="2986"/>
                </a:lnTo>
                <a:lnTo>
                  <a:pt x="384" y="3131"/>
                </a:lnTo>
                <a:lnTo>
                  <a:pt x="384" y="3392"/>
                </a:lnTo>
                <a:lnTo>
                  <a:pt x="384" y="3653"/>
                </a:lnTo>
                <a:lnTo>
                  <a:pt x="449" y="3798"/>
                </a:lnTo>
                <a:lnTo>
                  <a:pt x="449" y="3972"/>
                </a:lnTo>
                <a:lnTo>
                  <a:pt x="449" y="4117"/>
                </a:lnTo>
                <a:lnTo>
                  <a:pt x="449" y="4262"/>
                </a:lnTo>
                <a:lnTo>
                  <a:pt x="513" y="4523"/>
                </a:lnTo>
                <a:lnTo>
                  <a:pt x="513" y="4784"/>
                </a:lnTo>
                <a:lnTo>
                  <a:pt x="513" y="4987"/>
                </a:lnTo>
                <a:lnTo>
                  <a:pt x="609" y="5248"/>
                </a:lnTo>
                <a:lnTo>
                  <a:pt x="609" y="5393"/>
                </a:lnTo>
                <a:lnTo>
                  <a:pt x="673" y="5654"/>
                </a:lnTo>
                <a:lnTo>
                  <a:pt x="673" y="5857"/>
                </a:lnTo>
                <a:lnTo>
                  <a:pt x="673" y="6118"/>
                </a:lnTo>
                <a:lnTo>
                  <a:pt x="737" y="6379"/>
                </a:lnTo>
                <a:lnTo>
                  <a:pt x="737" y="6581"/>
                </a:lnTo>
                <a:lnTo>
                  <a:pt x="737" y="6842"/>
                </a:lnTo>
                <a:lnTo>
                  <a:pt x="802" y="6987"/>
                </a:lnTo>
                <a:lnTo>
                  <a:pt x="802" y="7248"/>
                </a:lnTo>
                <a:lnTo>
                  <a:pt x="802" y="7451"/>
                </a:lnTo>
                <a:lnTo>
                  <a:pt x="898" y="7712"/>
                </a:lnTo>
                <a:lnTo>
                  <a:pt x="898" y="7973"/>
                </a:lnTo>
                <a:lnTo>
                  <a:pt x="898" y="8176"/>
                </a:lnTo>
                <a:lnTo>
                  <a:pt x="962" y="8437"/>
                </a:lnTo>
                <a:lnTo>
                  <a:pt x="962" y="8582"/>
                </a:lnTo>
                <a:lnTo>
                  <a:pt x="962" y="8901"/>
                </a:lnTo>
                <a:lnTo>
                  <a:pt x="1026" y="9046"/>
                </a:lnTo>
                <a:lnTo>
                  <a:pt x="1026" y="9307"/>
                </a:lnTo>
                <a:lnTo>
                  <a:pt x="1026" y="9510"/>
                </a:lnTo>
                <a:lnTo>
                  <a:pt x="1122" y="9771"/>
                </a:lnTo>
                <a:lnTo>
                  <a:pt x="1122" y="9916"/>
                </a:lnTo>
                <a:lnTo>
                  <a:pt x="1122" y="10235"/>
                </a:lnTo>
                <a:lnTo>
                  <a:pt x="1186" y="10380"/>
                </a:lnTo>
                <a:lnTo>
                  <a:pt x="1186" y="10641"/>
                </a:lnTo>
                <a:lnTo>
                  <a:pt x="1186" y="10844"/>
                </a:lnTo>
                <a:lnTo>
                  <a:pt x="1251" y="11105"/>
                </a:lnTo>
                <a:lnTo>
                  <a:pt x="1251" y="11424"/>
                </a:lnTo>
                <a:lnTo>
                  <a:pt x="1251" y="11569"/>
                </a:lnTo>
                <a:lnTo>
                  <a:pt x="1315" y="11830"/>
                </a:lnTo>
                <a:lnTo>
                  <a:pt x="1315" y="12033"/>
                </a:lnTo>
                <a:lnTo>
                  <a:pt x="1315" y="12294"/>
                </a:lnTo>
                <a:lnTo>
                  <a:pt x="1411" y="12439"/>
                </a:lnTo>
                <a:lnTo>
                  <a:pt x="1411" y="12642"/>
                </a:lnTo>
                <a:lnTo>
                  <a:pt x="1411" y="12903"/>
                </a:lnTo>
                <a:lnTo>
                  <a:pt x="1475" y="13105"/>
                </a:lnTo>
                <a:lnTo>
                  <a:pt x="1475" y="13366"/>
                </a:lnTo>
                <a:lnTo>
                  <a:pt x="1475" y="13685"/>
                </a:lnTo>
                <a:lnTo>
                  <a:pt x="1539" y="13830"/>
                </a:lnTo>
                <a:lnTo>
                  <a:pt x="1539" y="14091"/>
                </a:lnTo>
                <a:lnTo>
                  <a:pt x="1539" y="14294"/>
                </a:lnTo>
                <a:lnTo>
                  <a:pt x="1604" y="14555"/>
                </a:lnTo>
                <a:lnTo>
                  <a:pt x="1604" y="14758"/>
                </a:lnTo>
                <a:lnTo>
                  <a:pt x="1604" y="14903"/>
                </a:lnTo>
                <a:lnTo>
                  <a:pt x="1700" y="15164"/>
                </a:lnTo>
                <a:lnTo>
                  <a:pt x="1700" y="15367"/>
                </a:lnTo>
                <a:lnTo>
                  <a:pt x="1700" y="15628"/>
                </a:lnTo>
                <a:lnTo>
                  <a:pt x="1700" y="15831"/>
                </a:lnTo>
                <a:lnTo>
                  <a:pt x="1764" y="16092"/>
                </a:lnTo>
                <a:lnTo>
                  <a:pt x="1764" y="16295"/>
                </a:lnTo>
                <a:lnTo>
                  <a:pt x="1828" y="16556"/>
                </a:lnTo>
                <a:lnTo>
                  <a:pt x="1828" y="16875"/>
                </a:lnTo>
                <a:lnTo>
                  <a:pt x="1828" y="17020"/>
                </a:lnTo>
                <a:lnTo>
                  <a:pt x="1924" y="17339"/>
                </a:lnTo>
                <a:lnTo>
                  <a:pt x="1924" y="17484"/>
                </a:lnTo>
                <a:lnTo>
                  <a:pt x="1924" y="17629"/>
                </a:lnTo>
                <a:lnTo>
                  <a:pt x="1924" y="17803"/>
                </a:lnTo>
                <a:lnTo>
                  <a:pt x="1988" y="17948"/>
                </a:lnTo>
                <a:lnTo>
                  <a:pt x="1988" y="18093"/>
                </a:lnTo>
                <a:lnTo>
                  <a:pt x="1988" y="18267"/>
                </a:lnTo>
                <a:lnTo>
                  <a:pt x="1988" y="18412"/>
                </a:lnTo>
                <a:lnTo>
                  <a:pt x="1988" y="18557"/>
                </a:lnTo>
                <a:lnTo>
                  <a:pt x="2053" y="18760"/>
                </a:lnTo>
                <a:lnTo>
                  <a:pt x="2053" y="19021"/>
                </a:lnTo>
                <a:lnTo>
                  <a:pt x="2053" y="19224"/>
                </a:lnTo>
                <a:lnTo>
                  <a:pt x="2117" y="19485"/>
                </a:lnTo>
                <a:lnTo>
                  <a:pt x="2117" y="19687"/>
                </a:lnTo>
                <a:lnTo>
                  <a:pt x="2117" y="19948"/>
                </a:lnTo>
                <a:lnTo>
                  <a:pt x="2213" y="20151"/>
                </a:lnTo>
                <a:lnTo>
                  <a:pt x="2213" y="20412"/>
                </a:lnTo>
                <a:lnTo>
                  <a:pt x="2213" y="20615"/>
                </a:lnTo>
                <a:lnTo>
                  <a:pt x="2277" y="20934"/>
                </a:lnTo>
                <a:lnTo>
                  <a:pt x="2277" y="21079"/>
                </a:lnTo>
                <a:lnTo>
                  <a:pt x="2277" y="21398"/>
                </a:lnTo>
                <a:lnTo>
                  <a:pt x="2341" y="21543"/>
                </a:lnTo>
                <a:lnTo>
                  <a:pt x="2341" y="21862"/>
                </a:lnTo>
                <a:lnTo>
                  <a:pt x="2341" y="22007"/>
                </a:lnTo>
                <a:lnTo>
                  <a:pt x="2438" y="22326"/>
                </a:lnTo>
                <a:lnTo>
                  <a:pt x="2438" y="22471"/>
                </a:lnTo>
                <a:lnTo>
                  <a:pt x="2438" y="22674"/>
                </a:lnTo>
                <a:lnTo>
                  <a:pt x="2502" y="22935"/>
                </a:lnTo>
                <a:lnTo>
                  <a:pt x="2502" y="23138"/>
                </a:lnTo>
                <a:lnTo>
                  <a:pt x="2502" y="23399"/>
                </a:lnTo>
                <a:lnTo>
                  <a:pt x="2566" y="23602"/>
                </a:lnTo>
                <a:lnTo>
                  <a:pt x="2566" y="23747"/>
                </a:lnTo>
                <a:lnTo>
                  <a:pt x="2566" y="23921"/>
                </a:lnTo>
                <a:lnTo>
                  <a:pt x="2566" y="24066"/>
                </a:lnTo>
                <a:lnTo>
                  <a:pt x="2566" y="24211"/>
                </a:lnTo>
                <a:lnTo>
                  <a:pt x="2630" y="24385"/>
                </a:lnTo>
                <a:lnTo>
                  <a:pt x="2630" y="24530"/>
                </a:lnTo>
                <a:lnTo>
                  <a:pt x="2630" y="24733"/>
                </a:lnTo>
                <a:lnTo>
                  <a:pt x="2630" y="24878"/>
                </a:lnTo>
                <a:lnTo>
                  <a:pt x="2726" y="25197"/>
                </a:lnTo>
                <a:lnTo>
                  <a:pt x="2726" y="25342"/>
                </a:lnTo>
                <a:lnTo>
                  <a:pt x="2726" y="25516"/>
                </a:lnTo>
                <a:lnTo>
                  <a:pt x="2726" y="25661"/>
                </a:lnTo>
                <a:lnTo>
                  <a:pt x="2790" y="25806"/>
                </a:lnTo>
                <a:lnTo>
                  <a:pt x="2790" y="25980"/>
                </a:lnTo>
                <a:lnTo>
                  <a:pt x="2790" y="26124"/>
                </a:lnTo>
                <a:lnTo>
                  <a:pt x="2790" y="26327"/>
                </a:lnTo>
                <a:lnTo>
                  <a:pt x="2790" y="26472"/>
                </a:lnTo>
                <a:lnTo>
                  <a:pt x="2855" y="26791"/>
                </a:lnTo>
                <a:lnTo>
                  <a:pt x="2855" y="26936"/>
                </a:lnTo>
                <a:lnTo>
                  <a:pt x="2855" y="27110"/>
                </a:lnTo>
                <a:lnTo>
                  <a:pt x="2919" y="27255"/>
                </a:lnTo>
                <a:lnTo>
                  <a:pt x="2919" y="27400"/>
                </a:lnTo>
                <a:lnTo>
                  <a:pt x="2919" y="27603"/>
                </a:lnTo>
                <a:lnTo>
                  <a:pt x="2919" y="27922"/>
                </a:lnTo>
                <a:lnTo>
                  <a:pt x="3015" y="28067"/>
                </a:lnTo>
                <a:lnTo>
                  <a:pt x="3015" y="28241"/>
                </a:lnTo>
                <a:lnTo>
                  <a:pt x="3015" y="28386"/>
                </a:lnTo>
                <a:lnTo>
                  <a:pt x="3015" y="28531"/>
                </a:lnTo>
                <a:lnTo>
                  <a:pt x="3079" y="28734"/>
                </a:lnTo>
                <a:lnTo>
                  <a:pt x="3079" y="29053"/>
                </a:lnTo>
                <a:lnTo>
                  <a:pt x="3079" y="29198"/>
                </a:lnTo>
                <a:lnTo>
                  <a:pt x="3079" y="29372"/>
                </a:lnTo>
                <a:lnTo>
                  <a:pt x="3143" y="29517"/>
                </a:lnTo>
                <a:lnTo>
                  <a:pt x="3143" y="29662"/>
                </a:lnTo>
                <a:lnTo>
                  <a:pt x="3143" y="29865"/>
                </a:lnTo>
                <a:lnTo>
                  <a:pt x="3240" y="3018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569320" y="3447696"/>
            <a:ext cx="3111" cy="33460"/>
          </a:xfrm>
          <a:custGeom>
            <a:avLst/>
            <a:gdLst/>
            <a:ahLst/>
            <a:cxnLst/>
            <a:rect l="l" t="t" r="r" b="b"/>
            <a:pathLst>
              <a:path w="3111" h="33460">
                <a:moveTo>
                  <a:pt x="0" y="0"/>
                </a:moveTo>
                <a:lnTo>
                  <a:pt x="0" y="144"/>
                </a:lnTo>
                <a:lnTo>
                  <a:pt x="0" y="318"/>
                </a:lnTo>
                <a:lnTo>
                  <a:pt x="0" y="463"/>
                </a:lnTo>
                <a:lnTo>
                  <a:pt x="0" y="608"/>
                </a:lnTo>
                <a:lnTo>
                  <a:pt x="64" y="782"/>
                </a:lnTo>
                <a:lnTo>
                  <a:pt x="64" y="927"/>
                </a:lnTo>
                <a:lnTo>
                  <a:pt x="64" y="1130"/>
                </a:lnTo>
                <a:lnTo>
                  <a:pt x="64" y="1275"/>
                </a:lnTo>
                <a:lnTo>
                  <a:pt x="128" y="1449"/>
                </a:lnTo>
                <a:lnTo>
                  <a:pt x="128" y="1594"/>
                </a:lnTo>
                <a:lnTo>
                  <a:pt x="128" y="1797"/>
                </a:lnTo>
                <a:lnTo>
                  <a:pt x="128" y="2116"/>
                </a:lnTo>
                <a:lnTo>
                  <a:pt x="192" y="2261"/>
                </a:lnTo>
                <a:lnTo>
                  <a:pt x="192" y="2406"/>
                </a:lnTo>
                <a:lnTo>
                  <a:pt x="192" y="2580"/>
                </a:lnTo>
                <a:lnTo>
                  <a:pt x="192" y="2725"/>
                </a:lnTo>
                <a:lnTo>
                  <a:pt x="192" y="2928"/>
                </a:lnTo>
                <a:lnTo>
                  <a:pt x="288" y="3247"/>
                </a:lnTo>
                <a:lnTo>
                  <a:pt x="288" y="3392"/>
                </a:lnTo>
                <a:lnTo>
                  <a:pt x="288" y="3595"/>
                </a:lnTo>
                <a:lnTo>
                  <a:pt x="352" y="3914"/>
                </a:lnTo>
                <a:lnTo>
                  <a:pt x="352" y="4059"/>
                </a:lnTo>
                <a:lnTo>
                  <a:pt x="352" y="4262"/>
                </a:lnTo>
                <a:lnTo>
                  <a:pt x="417" y="4581"/>
                </a:lnTo>
                <a:lnTo>
                  <a:pt x="417" y="4726"/>
                </a:lnTo>
                <a:lnTo>
                  <a:pt x="417" y="5045"/>
                </a:lnTo>
                <a:lnTo>
                  <a:pt x="481" y="5190"/>
                </a:lnTo>
                <a:lnTo>
                  <a:pt x="481" y="5393"/>
                </a:lnTo>
                <a:lnTo>
                  <a:pt x="481" y="5712"/>
                </a:lnTo>
                <a:lnTo>
                  <a:pt x="481" y="5857"/>
                </a:lnTo>
                <a:lnTo>
                  <a:pt x="577" y="6060"/>
                </a:lnTo>
                <a:lnTo>
                  <a:pt x="577" y="6379"/>
                </a:lnTo>
                <a:lnTo>
                  <a:pt x="577" y="6523"/>
                </a:lnTo>
                <a:lnTo>
                  <a:pt x="641" y="6726"/>
                </a:lnTo>
                <a:lnTo>
                  <a:pt x="641" y="7045"/>
                </a:lnTo>
                <a:lnTo>
                  <a:pt x="641" y="7190"/>
                </a:lnTo>
                <a:lnTo>
                  <a:pt x="641" y="7393"/>
                </a:lnTo>
                <a:lnTo>
                  <a:pt x="705" y="7712"/>
                </a:lnTo>
                <a:lnTo>
                  <a:pt x="705" y="7857"/>
                </a:lnTo>
                <a:lnTo>
                  <a:pt x="705" y="8031"/>
                </a:lnTo>
                <a:lnTo>
                  <a:pt x="802" y="8176"/>
                </a:lnTo>
                <a:lnTo>
                  <a:pt x="802" y="8379"/>
                </a:lnTo>
                <a:lnTo>
                  <a:pt x="802" y="8524"/>
                </a:lnTo>
                <a:lnTo>
                  <a:pt x="802" y="8698"/>
                </a:lnTo>
                <a:lnTo>
                  <a:pt x="802" y="8843"/>
                </a:lnTo>
                <a:lnTo>
                  <a:pt x="866" y="9046"/>
                </a:lnTo>
                <a:lnTo>
                  <a:pt x="866" y="9365"/>
                </a:lnTo>
                <a:lnTo>
                  <a:pt x="866" y="9510"/>
                </a:lnTo>
                <a:lnTo>
                  <a:pt x="930" y="9713"/>
                </a:lnTo>
                <a:lnTo>
                  <a:pt x="930" y="10032"/>
                </a:lnTo>
                <a:lnTo>
                  <a:pt x="930" y="10177"/>
                </a:lnTo>
                <a:lnTo>
                  <a:pt x="930" y="10380"/>
                </a:lnTo>
                <a:lnTo>
                  <a:pt x="994" y="10699"/>
                </a:lnTo>
                <a:lnTo>
                  <a:pt x="994" y="10844"/>
                </a:lnTo>
                <a:lnTo>
                  <a:pt x="994" y="11047"/>
                </a:lnTo>
                <a:lnTo>
                  <a:pt x="1090" y="11366"/>
                </a:lnTo>
                <a:lnTo>
                  <a:pt x="1090" y="11511"/>
                </a:lnTo>
                <a:lnTo>
                  <a:pt x="1090" y="11714"/>
                </a:lnTo>
                <a:lnTo>
                  <a:pt x="1154" y="12033"/>
                </a:lnTo>
                <a:lnTo>
                  <a:pt x="1154" y="12236"/>
                </a:lnTo>
                <a:lnTo>
                  <a:pt x="1154" y="12381"/>
                </a:lnTo>
                <a:lnTo>
                  <a:pt x="1154" y="12555"/>
                </a:lnTo>
                <a:lnTo>
                  <a:pt x="1154" y="12700"/>
                </a:lnTo>
                <a:lnTo>
                  <a:pt x="1219" y="12903"/>
                </a:lnTo>
                <a:lnTo>
                  <a:pt x="1219" y="13221"/>
                </a:lnTo>
                <a:lnTo>
                  <a:pt x="1219" y="13366"/>
                </a:lnTo>
                <a:lnTo>
                  <a:pt x="1315" y="13569"/>
                </a:lnTo>
                <a:lnTo>
                  <a:pt x="1315" y="13888"/>
                </a:lnTo>
                <a:lnTo>
                  <a:pt x="1315" y="14033"/>
                </a:lnTo>
                <a:lnTo>
                  <a:pt x="1315" y="14236"/>
                </a:lnTo>
                <a:lnTo>
                  <a:pt x="1379" y="14555"/>
                </a:lnTo>
                <a:lnTo>
                  <a:pt x="1379" y="14700"/>
                </a:lnTo>
                <a:lnTo>
                  <a:pt x="1379" y="14903"/>
                </a:lnTo>
                <a:lnTo>
                  <a:pt x="1443" y="15106"/>
                </a:lnTo>
                <a:lnTo>
                  <a:pt x="1443" y="15425"/>
                </a:lnTo>
                <a:lnTo>
                  <a:pt x="1443" y="15570"/>
                </a:lnTo>
                <a:lnTo>
                  <a:pt x="1443" y="15744"/>
                </a:lnTo>
                <a:lnTo>
                  <a:pt x="1507" y="15889"/>
                </a:lnTo>
                <a:lnTo>
                  <a:pt x="1507" y="16092"/>
                </a:lnTo>
                <a:lnTo>
                  <a:pt x="1507" y="16237"/>
                </a:lnTo>
                <a:lnTo>
                  <a:pt x="1507" y="16411"/>
                </a:lnTo>
                <a:lnTo>
                  <a:pt x="1604" y="16556"/>
                </a:lnTo>
                <a:lnTo>
                  <a:pt x="1604" y="16759"/>
                </a:lnTo>
                <a:lnTo>
                  <a:pt x="1604" y="17078"/>
                </a:lnTo>
                <a:lnTo>
                  <a:pt x="1604" y="17281"/>
                </a:lnTo>
                <a:lnTo>
                  <a:pt x="1668" y="17426"/>
                </a:lnTo>
                <a:lnTo>
                  <a:pt x="1668" y="17629"/>
                </a:lnTo>
                <a:lnTo>
                  <a:pt x="1668" y="17948"/>
                </a:lnTo>
                <a:lnTo>
                  <a:pt x="1732" y="18093"/>
                </a:lnTo>
                <a:lnTo>
                  <a:pt x="1732" y="18296"/>
                </a:lnTo>
                <a:lnTo>
                  <a:pt x="1732" y="18615"/>
                </a:lnTo>
                <a:lnTo>
                  <a:pt x="1732" y="18818"/>
                </a:lnTo>
                <a:lnTo>
                  <a:pt x="1796" y="18963"/>
                </a:lnTo>
                <a:lnTo>
                  <a:pt x="1796" y="19137"/>
                </a:lnTo>
                <a:lnTo>
                  <a:pt x="1796" y="19282"/>
                </a:lnTo>
                <a:lnTo>
                  <a:pt x="1796" y="19485"/>
                </a:lnTo>
                <a:lnTo>
                  <a:pt x="1796" y="19629"/>
                </a:lnTo>
                <a:lnTo>
                  <a:pt x="1892" y="19803"/>
                </a:lnTo>
                <a:lnTo>
                  <a:pt x="1892" y="19948"/>
                </a:lnTo>
                <a:lnTo>
                  <a:pt x="1892" y="20151"/>
                </a:lnTo>
                <a:lnTo>
                  <a:pt x="1892" y="20354"/>
                </a:lnTo>
                <a:lnTo>
                  <a:pt x="1956" y="20673"/>
                </a:lnTo>
                <a:lnTo>
                  <a:pt x="1956" y="20818"/>
                </a:lnTo>
                <a:lnTo>
                  <a:pt x="1956" y="21021"/>
                </a:lnTo>
                <a:lnTo>
                  <a:pt x="2021" y="21340"/>
                </a:lnTo>
                <a:lnTo>
                  <a:pt x="2021" y="21485"/>
                </a:lnTo>
                <a:lnTo>
                  <a:pt x="2021" y="21688"/>
                </a:lnTo>
                <a:lnTo>
                  <a:pt x="2021" y="21862"/>
                </a:lnTo>
                <a:lnTo>
                  <a:pt x="2117" y="22007"/>
                </a:lnTo>
                <a:lnTo>
                  <a:pt x="2117" y="22210"/>
                </a:lnTo>
                <a:lnTo>
                  <a:pt x="2117" y="22355"/>
                </a:lnTo>
                <a:lnTo>
                  <a:pt x="2117" y="22529"/>
                </a:lnTo>
                <a:lnTo>
                  <a:pt x="2117" y="22674"/>
                </a:lnTo>
                <a:lnTo>
                  <a:pt x="2181" y="22877"/>
                </a:lnTo>
                <a:lnTo>
                  <a:pt x="2181" y="23080"/>
                </a:lnTo>
                <a:lnTo>
                  <a:pt x="2181" y="23399"/>
                </a:lnTo>
                <a:lnTo>
                  <a:pt x="2245" y="23544"/>
                </a:lnTo>
                <a:lnTo>
                  <a:pt x="2245" y="23747"/>
                </a:lnTo>
                <a:lnTo>
                  <a:pt x="2245" y="24066"/>
                </a:lnTo>
                <a:lnTo>
                  <a:pt x="2245" y="24269"/>
                </a:lnTo>
                <a:lnTo>
                  <a:pt x="2309" y="24414"/>
                </a:lnTo>
                <a:lnTo>
                  <a:pt x="2309" y="24617"/>
                </a:lnTo>
                <a:lnTo>
                  <a:pt x="2309" y="24936"/>
                </a:lnTo>
                <a:lnTo>
                  <a:pt x="2406" y="25081"/>
                </a:lnTo>
                <a:lnTo>
                  <a:pt x="2406" y="25255"/>
                </a:lnTo>
                <a:lnTo>
                  <a:pt x="2406" y="25458"/>
                </a:lnTo>
                <a:lnTo>
                  <a:pt x="2406" y="25603"/>
                </a:lnTo>
                <a:lnTo>
                  <a:pt x="2406" y="25806"/>
                </a:lnTo>
                <a:lnTo>
                  <a:pt x="2470" y="26124"/>
                </a:lnTo>
                <a:lnTo>
                  <a:pt x="2470" y="26327"/>
                </a:lnTo>
                <a:lnTo>
                  <a:pt x="2470" y="26472"/>
                </a:lnTo>
                <a:lnTo>
                  <a:pt x="2534" y="26675"/>
                </a:lnTo>
                <a:lnTo>
                  <a:pt x="2534" y="26994"/>
                </a:lnTo>
                <a:lnTo>
                  <a:pt x="2534" y="27139"/>
                </a:lnTo>
                <a:lnTo>
                  <a:pt x="2534" y="27342"/>
                </a:lnTo>
                <a:lnTo>
                  <a:pt x="2630" y="27516"/>
                </a:lnTo>
                <a:lnTo>
                  <a:pt x="2630" y="27661"/>
                </a:lnTo>
                <a:lnTo>
                  <a:pt x="2630" y="27864"/>
                </a:lnTo>
                <a:lnTo>
                  <a:pt x="2630" y="28125"/>
                </a:lnTo>
                <a:lnTo>
                  <a:pt x="2694" y="28328"/>
                </a:lnTo>
                <a:lnTo>
                  <a:pt x="2694" y="28473"/>
                </a:lnTo>
                <a:lnTo>
                  <a:pt x="2694" y="28647"/>
                </a:lnTo>
                <a:lnTo>
                  <a:pt x="2694" y="28792"/>
                </a:lnTo>
                <a:lnTo>
                  <a:pt x="2758" y="28995"/>
                </a:lnTo>
                <a:lnTo>
                  <a:pt x="2758" y="29314"/>
                </a:lnTo>
                <a:lnTo>
                  <a:pt x="2758" y="29517"/>
                </a:lnTo>
                <a:lnTo>
                  <a:pt x="2758" y="29662"/>
                </a:lnTo>
                <a:lnTo>
                  <a:pt x="2823" y="29865"/>
                </a:lnTo>
                <a:lnTo>
                  <a:pt x="2823" y="30184"/>
                </a:lnTo>
                <a:lnTo>
                  <a:pt x="2823" y="30387"/>
                </a:lnTo>
                <a:lnTo>
                  <a:pt x="2919" y="30532"/>
                </a:lnTo>
                <a:lnTo>
                  <a:pt x="2919" y="30706"/>
                </a:lnTo>
                <a:lnTo>
                  <a:pt x="2919" y="30851"/>
                </a:lnTo>
                <a:lnTo>
                  <a:pt x="2919" y="31054"/>
                </a:lnTo>
                <a:lnTo>
                  <a:pt x="2919" y="31257"/>
                </a:lnTo>
                <a:lnTo>
                  <a:pt x="2983" y="31576"/>
                </a:lnTo>
                <a:lnTo>
                  <a:pt x="2983" y="31721"/>
                </a:lnTo>
                <a:lnTo>
                  <a:pt x="2983" y="31924"/>
                </a:lnTo>
                <a:lnTo>
                  <a:pt x="3047" y="32243"/>
                </a:lnTo>
                <a:lnTo>
                  <a:pt x="3047" y="32446"/>
                </a:lnTo>
                <a:lnTo>
                  <a:pt x="3047" y="32591"/>
                </a:lnTo>
                <a:lnTo>
                  <a:pt x="3047" y="32793"/>
                </a:lnTo>
                <a:lnTo>
                  <a:pt x="3111" y="33112"/>
                </a:lnTo>
                <a:lnTo>
                  <a:pt x="3111" y="33315"/>
                </a:lnTo>
                <a:lnTo>
                  <a:pt x="3111" y="3346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572432" y="3481156"/>
            <a:ext cx="3240" cy="34156"/>
          </a:xfrm>
          <a:custGeom>
            <a:avLst/>
            <a:gdLst/>
            <a:ahLst/>
            <a:cxnLst/>
            <a:rect l="l" t="t" r="r" b="b"/>
            <a:pathLst>
              <a:path w="3240" h="34156">
                <a:moveTo>
                  <a:pt x="0" y="0"/>
                </a:moveTo>
                <a:lnTo>
                  <a:pt x="96" y="173"/>
                </a:lnTo>
                <a:lnTo>
                  <a:pt x="96" y="318"/>
                </a:lnTo>
                <a:lnTo>
                  <a:pt x="96" y="521"/>
                </a:lnTo>
                <a:lnTo>
                  <a:pt x="96" y="724"/>
                </a:lnTo>
                <a:lnTo>
                  <a:pt x="160" y="1043"/>
                </a:lnTo>
                <a:lnTo>
                  <a:pt x="160" y="1188"/>
                </a:lnTo>
                <a:lnTo>
                  <a:pt x="160" y="1391"/>
                </a:lnTo>
                <a:lnTo>
                  <a:pt x="160" y="1594"/>
                </a:lnTo>
                <a:lnTo>
                  <a:pt x="224" y="1913"/>
                </a:lnTo>
                <a:lnTo>
                  <a:pt x="224" y="2058"/>
                </a:lnTo>
                <a:lnTo>
                  <a:pt x="224" y="2232"/>
                </a:lnTo>
                <a:lnTo>
                  <a:pt x="224" y="2435"/>
                </a:lnTo>
                <a:lnTo>
                  <a:pt x="320" y="2580"/>
                </a:lnTo>
                <a:lnTo>
                  <a:pt x="320" y="2783"/>
                </a:lnTo>
                <a:lnTo>
                  <a:pt x="320" y="3102"/>
                </a:lnTo>
                <a:lnTo>
                  <a:pt x="320" y="3305"/>
                </a:lnTo>
                <a:lnTo>
                  <a:pt x="384" y="3450"/>
                </a:lnTo>
                <a:lnTo>
                  <a:pt x="384" y="3653"/>
                </a:lnTo>
                <a:lnTo>
                  <a:pt x="384" y="3972"/>
                </a:lnTo>
                <a:lnTo>
                  <a:pt x="449" y="4175"/>
                </a:lnTo>
                <a:lnTo>
                  <a:pt x="449" y="4320"/>
                </a:lnTo>
                <a:lnTo>
                  <a:pt x="449" y="4494"/>
                </a:lnTo>
                <a:lnTo>
                  <a:pt x="449" y="4639"/>
                </a:lnTo>
                <a:lnTo>
                  <a:pt x="449" y="4842"/>
                </a:lnTo>
                <a:lnTo>
                  <a:pt x="513" y="5045"/>
                </a:lnTo>
                <a:lnTo>
                  <a:pt x="513" y="5364"/>
                </a:lnTo>
                <a:lnTo>
                  <a:pt x="513" y="5509"/>
                </a:lnTo>
                <a:lnTo>
                  <a:pt x="609" y="5712"/>
                </a:lnTo>
                <a:lnTo>
                  <a:pt x="609" y="5915"/>
                </a:lnTo>
                <a:lnTo>
                  <a:pt x="609" y="6234"/>
                </a:lnTo>
                <a:lnTo>
                  <a:pt x="609" y="6379"/>
                </a:lnTo>
                <a:lnTo>
                  <a:pt x="673" y="6581"/>
                </a:lnTo>
                <a:lnTo>
                  <a:pt x="673" y="6755"/>
                </a:lnTo>
                <a:lnTo>
                  <a:pt x="673" y="6900"/>
                </a:lnTo>
                <a:lnTo>
                  <a:pt x="673" y="7103"/>
                </a:lnTo>
                <a:lnTo>
                  <a:pt x="737" y="7422"/>
                </a:lnTo>
                <a:lnTo>
                  <a:pt x="737" y="7625"/>
                </a:lnTo>
                <a:lnTo>
                  <a:pt x="737" y="7770"/>
                </a:lnTo>
                <a:lnTo>
                  <a:pt x="737" y="7973"/>
                </a:lnTo>
                <a:lnTo>
                  <a:pt x="802" y="8292"/>
                </a:lnTo>
                <a:lnTo>
                  <a:pt x="802" y="8495"/>
                </a:lnTo>
                <a:lnTo>
                  <a:pt x="802" y="8640"/>
                </a:lnTo>
                <a:lnTo>
                  <a:pt x="898" y="8843"/>
                </a:lnTo>
                <a:lnTo>
                  <a:pt x="898" y="9162"/>
                </a:lnTo>
                <a:lnTo>
                  <a:pt x="898" y="9365"/>
                </a:lnTo>
                <a:lnTo>
                  <a:pt x="962" y="9684"/>
                </a:lnTo>
                <a:lnTo>
                  <a:pt x="962" y="9829"/>
                </a:lnTo>
                <a:lnTo>
                  <a:pt x="962" y="10032"/>
                </a:lnTo>
                <a:lnTo>
                  <a:pt x="962" y="10235"/>
                </a:lnTo>
                <a:lnTo>
                  <a:pt x="1026" y="10554"/>
                </a:lnTo>
                <a:lnTo>
                  <a:pt x="1026" y="10699"/>
                </a:lnTo>
                <a:lnTo>
                  <a:pt x="1026" y="10902"/>
                </a:lnTo>
                <a:lnTo>
                  <a:pt x="1026" y="11105"/>
                </a:lnTo>
                <a:lnTo>
                  <a:pt x="1122" y="11424"/>
                </a:lnTo>
                <a:lnTo>
                  <a:pt x="1122" y="11569"/>
                </a:lnTo>
                <a:lnTo>
                  <a:pt x="1122" y="11743"/>
                </a:lnTo>
                <a:lnTo>
                  <a:pt x="1122" y="11946"/>
                </a:lnTo>
                <a:lnTo>
                  <a:pt x="1186" y="12091"/>
                </a:lnTo>
                <a:lnTo>
                  <a:pt x="1186" y="12294"/>
                </a:lnTo>
                <a:lnTo>
                  <a:pt x="1186" y="12613"/>
                </a:lnTo>
                <a:lnTo>
                  <a:pt x="1251" y="12816"/>
                </a:lnTo>
                <a:lnTo>
                  <a:pt x="1251" y="12961"/>
                </a:lnTo>
                <a:lnTo>
                  <a:pt x="1251" y="13163"/>
                </a:lnTo>
                <a:lnTo>
                  <a:pt x="1251" y="13482"/>
                </a:lnTo>
                <a:lnTo>
                  <a:pt x="1315" y="13685"/>
                </a:lnTo>
                <a:lnTo>
                  <a:pt x="1315" y="13830"/>
                </a:lnTo>
                <a:lnTo>
                  <a:pt x="1315" y="14004"/>
                </a:lnTo>
                <a:lnTo>
                  <a:pt x="1315" y="14149"/>
                </a:lnTo>
                <a:lnTo>
                  <a:pt x="1411" y="14352"/>
                </a:lnTo>
                <a:lnTo>
                  <a:pt x="1411" y="14555"/>
                </a:lnTo>
                <a:lnTo>
                  <a:pt x="1411" y="14874"/>
                </a:lnTo>
                <a:lnTo>
                  <a:pt x="1411" y="15019"/>
                </a:lnTo>
                <a:lnTo>
                  <a:pt x="1475" y="15222"/>
                </a:lnTo>
                <a:lnTo>
                  <a:pt x="1475" y="15541"/>
                </a:lnTo>
                <a:lnTo>
                  <a:pt x="1475" y="15744"/>
                </a:lnTo>
                <a:lnTo>
                  <a:pt x="1539" y="15889"/>
                </a:lnTo>
                <a:lnTo>
                  <a:pt x="1539" y="16092"/>
                </a:lnTo>
                <a:lnTo>
                  <a:pt x="1539" y="16411"/>
                </a:lnTo>
                <a:lnTo>
                  <a:pt x="1539" y="16614"/>
                </a:lnTo>
                <a:lnTo>
                  <a:pt x="1636" y="16933"/>
                </a:lnTo>
                <a:lnTo>
                  <a:pt x="1636" y="17078"/>
                </a:lnTo>
                <a:lnTo>
                  <a:pt x="1636" y="17281"/>
                </a:lnTo>
                <a:lnTo>
                  <a:pt x="1700" y="17484"/>
                </a:lnTo>
                <a:lnTo>
                  <a:pt x="1700" y="17803"/>
                </a:lnTo>
                <a:lnTo>
                  <a:pt x="1700" y="17948"/>
                </a:lnTo>
                <a:lnTo>
                  <a:pt x="1700" y="18151"/>
                </a:lnTo>
                <a:lnTo>
                  <a:pt x="1764" y="18325"/>
                </a:lnTo>
                <a:lnTo>
                  <a:pt x="1764" y="18470"/>
                </a:lnTo>
                <a:lnTo>
                  <a:pt x="1764" y="18673"/>
                </a:lnTo>
                <a:lnTo>
                  <a:pt x="1764" y="18818"/>
                </a:lnTo>
                <a:lnTo>
                  <a:pt x="1828" y="18992"/>
                </a:lnTo>
                <a:lnTo>
                  <a:pt x="1828" y="19195"/>
                </a:lnTo>
                <a:lnTo>
                  <a:pt x="1828" y="19340"/>
                </a:lnTo>
                <a:lnTo>
                  <a:pt x="1828" y="19543"/>
                </a:lnTo>
                <a:lnTo>
                  <a:pt x="1924" y="19861"/>
                </a:lnTo>
                <a:lnTo>
                  <a:pt x="1924" y="20006"/>
                </a:lnTo>
                <a:lnTo>
                  <a:pt x="1924" y="20209"/>
                </a:lnTo>
                <a:lnTo>
                  <a:pt x="1924" y="20412"/>
                </a:lnTo>
                <a:lnTo>
                  <a:pt x="1988" y="20731"/>
                </a:lnTo>
                <a:lnTo>
                  <a:pt x="1988" y="20876"/>
                </a:lnTo>
                <a:lnTo>
                  <a:pt x="1988" y="21079"/>
                </a:lnTo>
                <a:lnTo>
                  <a:pt x="1988" y="21253"/>
                </a:lnTo>
                <a:lnTo>
                  <a:pt x="2053" y="21398"/>
                </a:lnTo>
                <a:lnTo>
                  <a:pt x="2053" y="21601"/>
                </a:lnTo>
                <a:lnTo>
                  <a:pt x="2053" y="21920"/>
                </a:lnTo>
                <a:lnTo>
                  <a:pt x="2053" y="22065"/>
                </a:lnTo>
                <a:lnTo>
                  <a:pt x="2117" y="22268"/>
                </a:lnTo>
                <a:lnTo>
                  <a:pt x="2117" y="22471"/>
                </a:lnTo>
                <a:lnTo>
                  <a:pt x="2117" y="22790"/>
                </a:lnTo>
                <a:lnTo>
                  <a:pt x="2213" y="22935"/>
                </a:lnTo>
                <a:lnTo>
                  <a:pt x="2213" y="23138"/>
                </a:lnTo>
                <a:lnTo>
                  <a:pt x="2213" y="23457"/>
                </a:lnTo>
                <a:lnTo>
                  <a:pt x="2213" y="23660"/>
                </a:lnTo>
                <a:lnTo>
                  <a:pt x="2277" y="23805"/>
                </a:lnTo>
                <a:lnTo>
                  <a:pt x="2277" y="23979"/>
                </a:lnTo>
                <a:lnTo>
                  <a:pt x="2277" y="24124"/>
                </a:lnTo>
                <a:lnTo>
                  <a:pt x="2277" y="24327"/>
                </a:lnTo>
                <a:lnTo>
                  <a:pt x="2341" y="24530"/>
                </a:lnTo>
                <a:lnTo>
                  <a:pt x="2341" y="24849"/>
                </a:lnTo>
                <a:lnTo>
                  <a:pt x="2341" y="24994"/>
                </a:lnTo>
                <a:lnTo>
                  <a:pt x="2341" y="25197"/>
                </a:lnTo>
                <a:lnTo>
                  <a:pt x="2438" y="25516"/>
                </a:lnTo>
                <a:lnTo>
                  <a:pt x="2438" y="25719"/>
                </a:lnTo>
                <a:lnTo>
                  <a:pt x="2438" y="25864"/>
                </a:lnTo>
                <a:lnTo>
                  <a:pt x="2502" y="26067"/>
                </a:lnTo>
                <a:lnTo>
                  <a:pt x="2502" y="26385"/>
                </a:lnTo>
                <a:lnTo>
                  <a:pt x="2502" y="26530"/>
                </a:lnTo>
                <a:lnTo>
                  <a:pt x="2502" y="26704"/>
                </a:lnTo>
                <a:lnTo>
                  <a:pt x="2566" y="26849"/>
                </a:lnTo>
                <a:lnTo>
                  <a:pt x="2566" y="27052"/>
                </a:lnTo>
                <a:lnTo>
                  <a:pt x="2566" y="27255"/>
                </a:lnTo>
                <a:lnTo>
                  <a:pt x="2630" y="27574"/>
                </a:lnTo>
                <a:lnTo>
                  <a:pt x="2630" y="27719"/>
                </a:lnTo>
                <a:lnTo>
                  <a:pt x="2630" y="27922"/>
                </a:lnTo>
                <a:lnTo>
                  <a:pt x="2630" y="28241"/>
                </a:lnTo>
                <a:lnTo>
                  <a:pt x="2726" y="28444"/>
                </a:lnTo>
                <a:lnTo>
                  <a:pt x="2726" y="28589"/>
                </a:lnTo>
                <a:lnTo>
                  <a:pt x="2726" y="28792"/>
                </a:lnTo>
                <a:lnTo>
                  <a:pt x="2726" y="29111"/>
                </a:lnTo>
                <a:lnTo>
                  <a:pt x="2790" y="29256"/>
                </a:lnTo>
                <a:lnTo>
                  <a:pt x="2790" y="29430"/>
                </a:lnTo>
                <a:lnTo>
                  <a:pt x="2790" y="29575"/>
                </a:lnTo>
                <a:lnTo>
                  <a:pt x="2790" y="29778"/>
                </a:lnTo>
                <a:lnTo>
                  <a:pt x="2855" y="29981"/>
                </a:lnTo>
                <a:lnTo>
                  <a:pt x="2855" y="30300"/>
                </a:lnTo>
                <a:lnTo>
                  <a:pt x="2855" y="30445"/>
                </a:lnTo>
                <a:lnTo>
                  <a:pt x="2855" y="30648"/>
                </a:lnTo>
                <a:lnTo>
                  <a:pt x="2919" y="30967"/>
                </a:lnTo>
                <a:lnTo>
                  <a:pt x="2919" y="31112"/>
                </a:lnTo>
                <a:lnTo>
                  <a:pt x="2919" y="31315"/>
                </a:lnTo>
                <a:lnTo>
                  <a:pt x="3015" y="31634"/>
                </a:lnTo>
                <a:lnTo>
                  <a:pt x="3015" y="31837"/>
                </a:lnTo>
                <a:lnTo>
                  <a:pt x="3015" y="31982"/>
                </a:lnTo>
                <a:lnTo>
                  <a:pt x="3015" y="32156"/>
                </a:lnTo>
                <a:lnTo>
                  <a:pt x="3079" y="32301"/>
                </a:lnTo>
                <a:lnTo>
                  <a:pt x="3079" y="32504"/>
                </a:lnTo>
                <a:lnTo>
                  <a:pt x="3079" y="32648"/>
                </a:lnTo>
                <a:lnTo>
                  <a:pt x="3079" y="32822"/>
                </a:lnTo>
                <a:lnTo>
                  <a:pt x="3143" y="32967"/>
                </a:lnTo>
                <a:lnTo>
                  <a:pt x="3143" y="33170"/>
                </a:lnTo>
                <a:lnTo>
                  <a:pt x="3143" y="33489"/>
                </a:lnTo>
                <a:lnTo>
                  <a:pt x="3143" y="33692"/>
                </a:lnTo>
                <a:lnTo>
                  <a:pt x="3240" y="33837"/>
                </a:lnTo>
                <a:lnTo>
                  <a:pt x="3240" y="3404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575672" y="3515313"/>
            <a:ext cx="3208" cy="31924"/>
          </a:xfrm>
          <a:custGeom>
            <a:avLst/>
            <a:gdLst/>
            <a:ahLst/>
            <a:cxnLst/>
            <a:rect l="l" t="t" r="r" b="b"/>
            <a:pathLst>
              <a:path w="3208" h="31924">
                <a:moveTo>
                  <a:pt x="0" y="0"/>
                </a:moveTo>
                <a:lnTo>
                  <a:pt x="0" y="202"/>
                </a:lnTo>
                <a:lnTo>
                  <a:pt x="64" y="347"/>
                </a:lnTo>
                <a:lnTo>
                  <a:pt x="64" y="550"/>
                </a:lnTo>
                <a:lnTo>
                  <a:pt x="64" y="869"/>
                </a:lnTo>
                <a:lnTo>
                  <a:pt x="64" y="1014"/>
                </a:lnTo>
                <a:lnTo>
                  <a:pt x="128" y="1217"/>
                </a:lnTo>
                <a:lnTo>
                  <a:pt x="128" y="1536"/>
                </a:lnTo>
                <a:lnTo>
                  <a:pt x="128" y="1681"/>
                </a:lnTo>
                <a:lnTo>
                  <a:pt x="192" y="1884"/>
                </a:lnTo>
                <a:lnTo>
                  <a:pt x="192" y="2203"/>
                </a:lnTo>
                <a:lnTo>
                  <a:pt x="192" y="2406"/>
                </a:lnTo>
                <a:lnTo>
                  <a:pt x="288" y="2725"/>
                </a:lnTo>
                <a:lnTo>
                  <a:pt x="288" y="2870"/>
                </a:lnTo>
                <a:lnTo>
                  <a:pt x="288" y="3073"/>
                </a:lnTo>
                <a:lnTo>
                  <a:pt x="288" y="3392"/>
                </a:lnTo>
                <a:lnTo>
                  <a:pt x="352" y="3537"/>
                </a:lnTo>
                <a:lnTo>
                  <a:pt x="352" y="3740"/>
                </a:lnTo>
                <a:lnTo>
                  <a:pt x="352" y="4059"/>
                </a:lnTo>
                <a:lnTo>
                  <a:pt x="417" y="4204"/>
                </a:lnTo>
                <a:lnTo>
                  <a:pt x="417" y="4407"/>
                </a:lnTo>
                <a:lnTo>
                  <a:pt x="417" y="4726"/>
                </a:lnTo>
                <a:lnTo>
                  <a:pt x="417" y="4871"/>
                </a:lnTo>
                <a:lnTo>
                  <a:pt x="513" y="5074"/>
                </a:lnTo>
                <a:lnTo>
                  <a:pt x="513" y="5393"/>
                </a:lnTo>
                <a:lnTo>
                  <a:pt x="513" y="5538"/>
                </a:lnTo>
                <a:lnTo>
                  <a:pt x="577" y="5741"/>
                </a:lnTo>
                <a:lnTo>
                  <a:pt x="577" y="6060"/>
                </a:lnTo>
                <a:lnTo>
                  <a:pt x="577" y="6205"/>
                </a:lnTo>
                <a:lnTo>
                  <a:pt x="577" y="6379"/>
                </a:lnTo>
                <a:lnTo>
                  <a:pt x="641" y="6523"/>
                </a:lnTo>
                <a:lnTo>
                  <a:pt x="641" y="6726"/>
                </a:lnTo>
                <a:lnTo>
                  <a:pt x="641" y="6871"/>
                </a:lnTo>
                <a:lnTo>
                  <a:pt x="641" y="7045"/>
                </a:lnTo>
                <a:lnTo>
                  <a:pt x="705" y="7190"/>
                </a:lnTo>
                <a:lnTo>
                  <a:pt x="705" y="7393"/>
                </a:lnTo>
                <a:lnTo>
                  <a:pt x="705" y="7712"/>
                </a:lnTo>
                <a:lnTo>
                  <a:pt x="705" y="7857"/>
                </a:lnTo>
                <a:lnTo>
                  <a:pt x="802" y="8060"/>
                </a:lnTo>
                <a:lnTo>
                  <a:pt x="802" y="8379"/>
                </a:lnTo>
                <a:lnTo>
                  <a:pt x="802" y="8524"/>
                </a:lnTo>
                <a:lnTo>
                  <a:pt x="866" y="8727"/>
                </a:lnTo>
                <a:lnTo>
                  <a:pt x="866" y="9046"/>
                </a:lnTo>
                <a:lnTo>
                  <a:pt x="866" y="9191"/>
                </a:lnTo>
                <a:lnTo>
                  <a:pt x="930" y="9510"/>
                </a:lnTo>
                <a:lnTo>
                  <a:pt x="930" y="9655"/>
                </a:lnTo>
                <a:lnTo>
                  <a:pt x="930" y="9858"/>
                </a:lnTo>
                <a:lnTo>
                  <a:pt x="994" y="10177"/>
                </a:lnTo>
                <a:lnTo>
                  <a:pt x="994" y="10322"/>
                </a:lnTo>
                <a:lnTo>
                  <a:pt x="994" y="10525"/>
                </a:lnTo>
                <a:lnTo>
                  <a:pt x="994" y="10844"/>
                </a:lnTo>
                <a:lnTo>
                  <a:pt x="1090" y="10989"/>
                </a:lnTo>
                <a:lnTo>
                  <a:pt x="1090" y="11192"/>
                </a:lnTo>
                <a:lnTo>
                  <a:pt x="1090" y="11511"/>
                </a:lnTo>
                <a:lnTo>
                  <a:pt x="1090" y="11656"/>
                </a:lnTo>
                <a:lnTo>
                  <a:pt x="1154" y="11975"/>
                </a:lnTo>
                <a:lnTo>
                  <a:pt x="1154" y="12120"/>
                </a:lnTo>
                <a:lnTo>
                  <a:pt x="1154" y="12323"/>
                </a:lnTo>
                <a:lnTo>
                  <a:pt x="1219" y="12642"/>
                </a:lnTo>
                <a:lnTo>
                  <a:pt x="1219" y="12787"/>
                </a:lnTo>
                <a:lnTo>
                  <a:pt x="1219" y="12961"/>
                </a:lnTo>
                <a:lnTo>
                  <a:pt x="1219" y="13105"/>
                </a:lnTo>
                <a:lnTo>
                  <a:pt x="1315" y="13308"/>
                </a:lnTo>
                <a:lnTo>
                  <a:pt x="1315" y="13453"/>
                </a:lnTo>
                <a:lnTo>
                  <a:pt x="1315" y="13772"/>
                </a:lnTo>
                <a:lnTo>
                  <a:pt x="1379" y="13917"/>
                </a:lnTo>
                <a:lnTo>
                  <a:pt x="1379" y="14091"/>
                </a:lnTo>
                <a:lnTo>
                  <a:pt x="1379" y="14236"/>
                </a:lnTo>
                <a:lnTo>
                  <a:pt x="1379" y="14439"/>
                </a:lnTo>
                <a:lnTo>
                  <a:pt x="1379" y="14584"/>
                </a:lnTo>
                <a:lnTo>
                  <a:pt x="1443" y="14758"/>
                </a:lnTo>
                <a:lnTo>
                  <a:pt x="1443" y="14903"/>
                </a:lnTo>
                <a:lnTo>
                  <a:pt x="1443" y="15048"/>
                </a:lnTo>
                <a:lnTo>
                  <a:pt x="1443" y="15222"/>
                </a:lnTo>
                <a:lnTo>
                  <a:pt x="1507" y="15367"/>
                </a:lnTo>
                <a:lnTo>
                  <a:pt x="1507" y="15570"/>
                </a:lnTo>
                <a:lnTo>
                  <a:pt x="1507" y="15715"/>
                </a:lnTo>
                <a:lnTo>
                  <a:pt x="1507" y="15889"/>
                </a:lnTo>
                <a:lnTo>
                  <a:pt x="1507" y="16034"/>
                </a:lnTo>
                <a:lnTo>
                  <a:pt x="1604" y="16179"/>
                </a:lnTo>
                <a:lnTo>
                  <a:pt x="1604" y="16353"/>
                </a:lnTo>
                <a:lnTo>
                  <a:pt x="1604" y="16498"/>
                </a:lnTo>
                <a:lnTo>
                  <a:pt x="1604" y="16701"/>
                </a:lnTo>
                <a:lnTo>
                  <a:pt x="1668" y="16846"/>
                </a:lnTo>
                <a:lnTo>
                  <a:pt x="1668" y="17165"/>
                </a:lnTo>
                <a:lnTo>
                  <a:pt x="1668" y="17310"/>
                </a:lnTo>
                <a:lnTo>
                  <a:pt x="1668" y="17484"/>
                </a:lnTo>
                <a:lnTo>
                  <a:pt x="1732" y="17629"/>
                </a:lnTo>
                <a:lnTo>
                  <a:pt x="1732" y="17832"/>
                </a:lnTo>
                <a:lnTo>
                  <a:pt x="1732" y="18093"/>
                </a:lnTo>
                <a:lnTo>
                  <a:pt x="1828" y="18296"/>
                </a:lnTo>
                <a:lnTo>
                  <a:pt x="1828" y="18441"/>
                </a:lnTo>
                <a:lnTo>
                  <a:pt x="1828" y="18615"/>
                </a:lnTo>
                <a:lnTo>
                  <a:pt x="1828" y="18760"/>
                </a:lnTo>
                <a:lnTo>
                  <a:pt x="1828" y="18905"/>
                </a:lnTo>
                <a:lnTo>
                  <a:pt x="1892" y="19079"/>
                </a:lnTo>
                <a:lnTo>
                  <a:pt x="1892" y="19224"/>
                </a:lnTo>
                <a:lnTo>
                  <a:pt x="1892" y="19427"/>
                </a:lnTo>
                <a:lnTo>
                  <a:pt x="1892" y="19571"/>
                </a:lnTo>
                <a:lnTo>
                  <a:pt x="1956" y="19890"/>
                </a:lnTo>
                <a:lnTo>
                  <a:pt x="1956" y="20035"/>
                </a:lnTo>
                <a:lnTo>
                  <a:pt x="1956" y="20354"/>
                </a:lnTo>
                <a:lnTo>
                  <a:pt x="2021" y="20499"/>
                </a:lnTo>
                <a:lnTo>
                  <a:pt x="2021" y="20702"/>
                </a:lnTo>
                <a:lnTo>
                  <a:pt x="2021" y="20963"/>
                </a:lnTo>
                <a:lnTo>
                  <a:pt x="2021" y="21166"/>
                </a:lnTo>
                <a:lnTo>
                  <a:pt x="2117" y="21485"/>
                </a:lnTo>
                <a:lnTo>
                  <a:pt x="2117" y="21630"/>
                </a:lnTo>
                <a:lnTo>
                  <a:pt x="2181" y="21949"/>
                </a:lnTo>
                <a:lnTo>
                  <a:pt x="2181" y="22094"/>
                </a:lnTo>
                <a:lnTo>
                  <a:pt x="2181" y="22413"/>
                </a:lnTo>
                <a:lnTo>
                  <a:pt x="2181" y="22558"/>
                </a:lnTo>
                <a:lnTo>
                  <a:pt x="2245" y="22877"/>
                </a:lnTo>
                <a:lnTo>
                  <a:pt x="2245" y="23022"/>
                </a:lnTo>
                <a:lnTo>
                  <a:pt x="2245" y="23225"/>
                </a:lnTo>
                <a:lnTo>
                  <a:pt x="2309" y="23486"/>
                </a:lnTo>
                <a:lnTo>
                  <a:pt x="2309" y="23689"/>
                </a:lnTo>
                <a:lnTo>
                  <a:pt x="2309" y="23950"/>
                </a:lnTo>
                <a:lnTo>
                  <a:pt x="2406" y="24153"/>
                </a:lnTo>
                <a:lnTo>
                  <a:pt x="2406" y="24414"/>
                </a:lnTo>
                <a:lnTo>
                  <a:pt x="2406" y="24617"/>
                </a:lnTo>
                <a:lnTo>
                  <a:pt x="2470" y="24878"/>
                </a:lnTo>
                <a:lnTo>
                  <a:pt x="2470" y="25081"/>
                </a:lnTo>
                <a:lnTo>
                  <a:pt x="2470" y="25342"/>
                </a:lnTo>
                <a:lnTo>
                  <a:pt x="2534" y="25545"/>
                </a:lnTo>
                <a:lnTo>
                  <a:pt x="2534" y="25690"/>
                </a:lnTo>
                <a:lnTo>
                  <a:pt x="2534" y="26009"/>
                </a:lnTo>
                <a:lnTo>
                  <a:pt x="2630" y="26153"/>
                </a:lnTo>
                <a:lnTo>
                  <a:pt x="2630" y="26472"/>
                </a:lnTo>
                <a:lnTo>
                  <a:pt x="2630" y="26617"/>
                </a:lnTo>
                <a:lnTo>
                  <a:pt x="2694" y="26936"/>
                </a:lnTo>
                <a:lnTo>
                  <a:pt x="2694" y="27081"/>
                </a:lnTo>
                <a:lnTo>
                  <a:pt x="2694" y="27400"/>
                </a:lnTo>
                <a:lnTo>
                  <a:pt x="2694" y="27545"/>
                </a:lnTo>
                <a:lnTo>
                  <a:pt x="2758" y="27806"/>
                </a:lnTo>
                <a:lnTo>
                  <a:pt x="2758" y="28009"/>
                </a:lnTo>
                <a:lnTo>
                  <a:pt x="2823" y="28270"/>
                </a:lnTo>
                <a:lnTo>
                  <a:pt x="2823" y="28473"/>
                </a:lnTo>
                <a:lnTo>
                  <a:pt x="2823" y="28734"/>
                </a:lnTo>
                <a:lnTo>
                  <a:pt x="2823" y="28937"/>
                </a:lnTo>
                <a:lnTo>
                  <a:pt x="2919" y="29198"/>
                </a:lnTo>
                <a:lnTo>
                  <a:pt x="2919" y="29343"/>
                </a:lnTo>
                <a:lnTo>
                  <a:pt x="2919" y="29546"/>
                </a:lnTo>
                <a:lnTo>
                  <a:pt x="2983" y="29807"/>
                </a:lnTo>
                <a:lnTo>
                  <a:pt x="2983" y="30010"/>
                </a:lnTo>
                <a:lnTo>
                  <a:pt x="2983" y="30271"/>
                </a:lnTo>
                <a:lnTo>
                  <a:pt x="3047" y="30590"/>
                </a:lnTo>
                <a:lnTo>
                  <a:pt x="3047" y="30735"/>
                </a:lnTo>
                <a:lnTo>
                  <a:pt x="3111" y="30996"/>
                </a:lnTo>
                <a:lnTo>
                  <a:pt x="3111" y="31199"/>
                </a:lnTo>
                <a:lnTo>
                  <a:pt x="3111" y="31460"/>
                </a:lnTo>
                <a:lnTo>
                  <a:pt x="3111" y="31663"/>
                </a:lnTo>
                <a:lnTo>
                  <a:pt x="3208" y="3180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578880" y="3547237"/>
            <a:ext cx="3208" cy="26878"/>
          </a:xfrm>
          <a:custGeom>
            <a:avLst/>
            <a:gdLst/>
            <a:ahLst/>
            <a:cxnLst/>
            <a:rect l="l" t="t" r="r" b="b"/>
            <a:pathLst>
              <a:path w="3208" h="26878">
                <a:moveTo>
                  <a:pt x="0" y="0"/>
                </a:moveTo>
                <a:lnTo>
                  <a:pt x="0" y="144"/>
                </a:lnTo>
                <a:lnTo>
                  <a:pt x="0" y="347"/>
                </a:lnTo>
                <a:lnTo>
                  <a:pt x="64" y="608"/>
                </a:lnTo>
                <a:lnTo>
                  <a:pt x="64" y="927"/>
                </a:lnTo>
                <a:lnTo>
                  <a:pt x="64" y="1072"/>
                </a:lnTo>
                <a:lnTo>
                  <a:pt x="128" y="1333"/>
                </a:lnTo>
                <a:lnTo>
                  <a:pt x="128" y="1478"/>
                </a:lnTo>
                <a:lnTo>
                  <a:pt x="128" y="1652"/>
                </a:lnTo>
                <a:lnTo>
                  <a:pt x="224" y="1797"/>
                </a:lnTo>
                <a:lnTo>
                  <a:pt x="224" y="1942"/>
                </a:lnTo>
                <a:lnTo>
                  <a:pt x="224" y="2261"/>
                </a:lnTo>
                <a:lnTo>
                  <a:pt x="224" y="2406"/>
                </a:lnTo>
                <a:lnTo>
                  <a:pt x="288" y="2667"/>
                </a:lnTo>
                <a:lnTo>
                  <a:pt x="288" y="2870"/>
                </a:lnTo>
                <a:lnTo>
                  <a:pt x="288" y="3131"/>
                </a:lnTo>
                <a:lnTo>
                  <a:pt x="352" y="3392"/>
                </a:lnTo>
                <a:lnTo>
                  <a:pt x="352" y="3595"/>
                </a:lnTo>
                <a:lnTo>
                  <a:pt x="352" y="3740"/>
                </a:lnTo>
                <a:lnTo>
                  <a:pt x="417" y="4001"/>
                </a:lnTo>
                <a:lnTo>
                  <a:pt x="417" y="4320"/>
                </a:lnTo>
                <a:lnTo>
                  <a:pt x="417" y="4465"/>
                </a:lnTo>
                <a:lnTo>
                  <a:pt x="513" y="4726"/>
                </a:lnTo>
                <a:lnTo>
                  <a:pt x="513" y="4871"/>
                </a:lnTo>
                <a:lnTo>
                  <a:pt x="513" y="5045"/>
                </a:lnTo>
                <a:lnTo>
                  <a:pt x="577" y="5190"/>
                </a:lnTo>
                <a:lnTo>
                  <a:pt x="577" y="5335"/>
                </a:lnTo>
                <a:lnTo>
                  <a:pt x="577" y="5596"/>
                </a:lnTo>
                <a:lnTo>
                  <a:pt x="641" y="5915"/>
                </a:lnTo>
                <a:lnTo>
                  <a:pt x="641" y="6060"/>
                </a:lnTo>
                <a:lnTo>
                  <a:pt x="641" y="6321"/>
                </a:lnTo>
                <a:lnTo>
                  <a:pt x="737" y="6466"/>
                </a:lnTo>
                <a:lnTo>
                  <a:pt x="737" y="6784"/>
                </a:lnTo>
                <a:lnTo>
                  <a:pt x="737" y="6929"/>
                </a:lnTo>
                <a:lnTo>
                  <a:pt x="802" y="7190"/>
                </a:lnTo>
                <a:lnTo>
                  <a:pt x="802" y="7451"/>
                </a:lnTo>
                <a:lnTo>
                  <a:pt x="802" y="7654"/>
                </a:lnTo>
                <a:lnTo>
                  <a:pt x="866" y="7915"/>
                </a:lnTo>
                <a:lnTo>
                  <a:pt x="866" y="8060"/>
                </a:lnTo>
                <a:lnTo>
                  <a:pt x="866" y="8321"/>
                </a:lnTo>
                <a:lnTo>
                  <a:pt x="930" y="8640"/>
                </a:lnTo>
                <a:lnTo>
                  <a:pt x="930" y="8785"/>
                </a:lnTo>
                <a:lnTo>
                  <a:pt x="1026" y="9046"/>
                </a:lnTo>
                <a:lnTo>
                  <a:pt x="1026" y="9191"/>
                </a:lnTo>
                <a:lnTo>
                  <a:pt x="1026" y="9452"/>
                </a:lnTo>
                <a:lnTo>
                  <a:pt x="1090" y="9771"/>
                </a:lnTo>
                <a:lnTo>
                  <a:pt x="1090" y="9916"/>
                </a:lnTo>
                <a:lnTo>
                  <a:pt x="1090" y="10177"/>
                </a:lnTo>
                <a:lnTo>
                  <a:pt x="1090" y="10322"/>
                </a:lnTo>
                <a:lnTo>
                  <a:pt x="1154" y="10583"/>
                </a:lnTo>
                <a:lnTo>
                  <a:pt x="1154" y="10844"/>
                </a:lnTo>
                <a:lnTo>
                  <a:pt x="1219" y="11163"/>
                </a:lnTo>
                <a:lnTo>
                  <a:pt x="1219" y="11308"/>
                </a:lnTo>
                <a:lnTo>
                  <a:pt x="1219" y="11453"/>
                </a:lnTo>
                <a:lnTo>
                  <a:pt x="1315" y="11714"/>
                </a:lnTo>
                <a:lnTo>
                  <a:pt x="1315" y="11975"/>
                </a:lnTo>
                <a:lnTo>
                  <a:pt x="1379" y="12236"/>
                </a:lnTo>
                <a:lnTo>
                  <a:pt x="1379" y="12381"/>
                </a:lnTo>
                <a:lnTo>
                  <a:pt x="1379" y="12642"/>
                </a:lnTo>
                <a:lnTo>
                  <a:pt x="1443" y="12961"/>
                </a:lnTo>
                <a:lnTo>
                  <a:pt x="1443" y="13105"/>
                </a:lnTo>
                <a:lnTo>
                  <a:pt x="1443" y="13366"/>
                </a:lnTo>
                <a:lnTo>
                  <a:pt x="1539" y="13511"/>
                </a:lnTo>
                <a:lnTo>
                  <a:pt x="1539" y="13772"/>
                </a:lnTo>
                <a:lnTo>
                  <a:pt x="1539" y="14033"/>
                </a:lnTo>
                <a:lnTo>
                  <a:pt x="1604" y="14178"/>
                </a:lnTo>
                <a:lnTo>
                  <a:pt x="1604" y="14439"/>
                </a:lnTo>
                <a:lnTo>
                  <a:pt x="1668" y="14700"/>
                </a:lnTo>
                <a:lnTo>
                  <a:pt x="1668" y="14845"/>
                </a:lnTo>
                <a:lnTo>
                  <a:pt x="1668" y="15106"/>
                </a:lnTo>
                <a:lnTo>
                  <a:pt x="1732" y="15367"/>
                </a:lnTo>
                <a:lnTo>
                  <a:pt x="1732" y="15628"/>
                </a:lnTo>
                <a:lnTo>
                  <a:pt x="1732" y="15773"/>
                </a:lnTo>
                <a:lnTo>
                  <a:pt x="1828" y="16034"/>
                </a:lnTo>
                <a:lnTo>
                  <a:pt x="1828" y="16295"/>
                </a:lnTo>
                <a:lnTo>
                  <a:pt x="1828" y="16440"/>
                </a:lnTo>
                <a:lnTo>
                  <a:pt x="1892" y="16701"/>
                </a:lnTo>
                <a:lnTo>
                  <a:pt x="1892" y="16962"/>
                </a:lnTo>
                <a:lnTo>
                  <a:pt x="1956" y="17223"/>
                </a:lnTo>
                <a:lnTo>
                  <a:pt x="1956" y="17368"/>
                </a:lnTo>
                <a:lnTo>
                  <a:pt x="1956" y="17629"/>
                </a:lnTo>
                <a:lnTo>
                  <a:pt x="2053" y="17890"/>
                </a:lnTo>
                <a:lnTo>
                  <a:pt x="2053" y="18035"/>
                </a:lnTo>
                <a:lnTo>
                  <a:pt x="2053" y="18296"/>
                </a:lnTo>
                <a:lnTo>
                  <a:pt x="2117" y="18557"/>
                </a:lnTo>
                <a:lnTo>
                  <a:pt x="2117" y="18702"/>
                </a:lnTo>
                <a:lnTo>
                  <a:pt x="2181" y="18963"/>
                </a:lnTo>
                <a:lnTo>
                  <a:pt x="2181" y="19224"/>
                </a:lnTo>
                <a:lnTo>
                  <a:pt x="2181" y="19485"/>
                </a:lnTo>
                <a:lnTo>
                  <a:pt x="2245" y="19629"/>
                </a:lnTo>
                <a:lnTo>
                  <a:pt x="2245" y="19832"/>
                </a:lnTo>
                <a:lnTo>
                  <a:pt x="2341" y="20093"/>
                </a:lnTo>
                <a:lnTo>
                  <a:pt x="2341" y="20354"/>
                </a:lnTo>
                <a:lnTo>
                  <a:pt x="2341" y="20615"/>
                </a:lnTo>
                <a:lnTo>
                  <a:pt x="2406" y="20760"/>
                </a:lnTo>
                <a:lnTo>
                  <a:pt x="2406" y="21021"/>
                </a:lnTo>
                <a:lnTo>
                  <a:pt x="2470" y="21282"/>
                </a:lnTo>
                <a:lnTo>
                  <a:pt x="2470" y="21485"/>
                </a:lnTo>
                <a:lnTo>
                  <a:pt x="2470" y="21746"/>
                </a:lnTo>
                <a:lnTo>
                  <a:pt x="2534" y="21891"/>
                </a:lnTo>
                <a:lnTo>
                  <a:pt x="2534" y="22152"/>
                </a:lnTo>
                <a:lnTo>
                  <a:pt x="2630" y="22413"/>
                </a:lnTo>
                <a:lnTo>
                  <a:pt x="2630" y="22616"/>
                </a:lnTo>
                <a:lnTo>
                  <a:pt x="2630" y="22877"/>
                </a:lnTo>
                <a:lnTo>
                  <a:pt x="2694" y="23022"/>
                </a:lnTo>
                <a:lnTo>
                  <a:pt x="2694" y="23283"/>
                </a:lnTo>
                <a:lnTo>
                  <a:pt x="2694" y="23486"/>
                </a:lnTo>
                <a:lnTo>
                  <a:pt x="2758" y="23747"/>
                </a:lnTo>
                <a:lnTo>
                  <a:pt x="2758" y="24008"/>
                </a:lnTo>
                <a:lnTo>
                  <a:pt x="2855" y="24153"/>
                </a:lnTo>
                <a:lnTo>
                  <a:pt x="2855" y="24327"/>
                </a:lnTo>
                <a:lnTo>
                  <a:pt x="2855" y="24472"/>
                </a:lnTo>
                <a:lnTo>
                  <a:pt x="2855" y="24617"/>
                </a:lnTo>
                <a:lnTo>
                  <a:pt x="2919" y="24878"/>
                </a:lnTo>
                <a:lnTo>
                  <a:pt x="2919" y="25081"/>
                </a:lnTo>
                <a:lnTo>
                  <a:pt x="2983" y="25342"/>
                </a:lnTo>
                <a:lnTo>
                  <a:pt x="2983" y="25603"/>
                </a:lnTo>
                <a:lnTo>
                  <a:pt x="3047" y="25806"/>
                </a:lnTo>
                <a:lnTo>
                  <a:pt x="3047" y="26067"/>
                </a:lnTo>
                <a:lnTo>
                  <a:pt x="3047" y="26211"/>
                </a:lnTo>
                <a:lnTo>
                  <a:pt x="3143" y="26414"/>
                </a:lnTo>
                <a:lnTo>
                  <a:pt x="3143" y="26675"/>
                </a:lnTo>
                <a:lnTo>
                  <a:pt x="3208" y="2687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582088" y="3574116"/>
            <a:ext cx="3143" cy="19398"/>
          </a:xfrm>
          <a:custGeom>
            <a:avLst/>
            <a:gdLst/>
            <a:ahLst/>
            <a:cxnLst/>
            <a:rect l="l" t="t" r="r" b="b"/>
            <a:pathLst>
              <a:path w="3143" h="19398">
                <a:moveTo>
                  <a:pt x="0" y="0"/>
                </a:moveTo>
                <a:lnTo>
                  <a:pt x="0" y="260"/>
                </a:lnTo>
                <a:lnTo>
                  <a:pt x="64" y="463"/>
                </a:lnTo>
                <a:lnTo>
                  <a:pt x="64" y="724"/>
                </a:lnTo>
                <a:lnTo>
                  <a:pt x="64" y="927"/>
                </a:lnTo>
                <a:lnTo>
                  <a:pt x="128" y="1188"/>
                </a:lnTo>
                <a:lnTo>
                  <a:pt x="128" y="1391"/>
                </a:lnTo>
                <a:lnTo>
                  <a:pt x="224" y="1652"/>
                </a:lnTo>
                <a:lnTo>
                  <a:pt x="224" y="1797"/>
                </a:lnTo>
                <a:lnTo>
                  <a:pt x="224" y="1971"/>
                </a:lnTo>
                <a:lnTo>
                  <a:pt x="288" y="2116"/>
                </a:lnTo>
                <a:lnTo>
                  <a:pt x="288" y="2319"/>
                </a:lnTo>
                <a:lnTo>
                  <a:pt x="288" y="2580"/>
                </a:lnTo>
                <a:lnTo>
                  <a:pt x="352" y="2783"/>
                </a:lnTo>
                <a:lnTo>
                  <a:pt x="352" y="2928"/>
                </a:lnTo>
                <a:lnTo>
                  <a:pt x="449" y="3102"/>
                </a:lnTo>
                <a:lnTo>
                  <a:pt x="449" y="3247"/>
                </a:lnTo>
                <a:lnTo>
                  <a:pt x="449" y="3392"/>
                </a:lnTo>
                <a:lnTo>
                  <a:pt x="449" y="3566"/>
                </a:lnTo>
                <a:lnTo>
                  <a:pt x="513" y="3711"/>
                </a:lnTo>
                <a:lnTo>
                  <a:pt x="513" y="3914"/>
                </a:lnTo>
                <a:lnTo>
                  <a:pt x="577" y="4117"/>
                </a:lnTo>
                <a:lnTo>
                  <a:pt x="577" y="4378"/>
                </a:lnTo>
                <a:lnTo>
                  <a:pt x="577" y="4581"/>
                </a:lnTo>
                <a:lnTo>
                  <a:pt x="641" y="4784"/>
                </a:lnTo>
                <a:lnTo>
                  <a:pt x="641" y="5045"/>
                </a:lnTo>
                <a:lnTo>
                  <a:pt x="737" y="5248"/>
                </a:lnTo>
                <a:lnTo>
                  <a:pt x="737" y="5451"/>
                </a:lnTo>
                <a:lnTo>
                  <a:pt x="802" y="5654"/>
                </a:lnTo>
                <a:lnTo>
                  <a:pt x="802" y="5915"/>
                </a:lnTo>
                <a:lnTo>
                  <a:pt x="866" y="6118"/>
                </a:lnTo>
                <a:lnTo>
                  <a:pt x="866" y="6292"/>
                </a:lnTo>
                <a:lnTo>
                  <a:pt x="866" y="6437"/>
                </a:lnTo>
                <a:lnTo>
                  <a:pt x="962" y="6639"/>
                </a:lnTo>
                <a:lnTo>
                  <a:pt x="962" y="6784"/>
                </a:lnTo>
                <a:lnTo>
                  <a:pt x="962" y="6958"/>
                </a:lnTo>
                <a:lnTo>
                  <a:pt x="1026" y="7161"/>
                </a:lnTo>
                <a:lnTo>
                  <a:pt x="1026" y="7306"/>
                </a:lnTo>
                <a:lnTo>
                  <a:pt x="1026" y="7509"/>
                </a:lnTo>
                <a:lnTo>
                  <a:pt x="1090" y="7712"/>
                </a:lnTo>
                <a:lnTo>
                  <a:pt x="1090" y="7915"/>
                </a:lnTo>
                <a:lnTo>
                  <a:pt x="1154" y="8089"/>
                </a:lnTo>
                <a:lnTo>
                  <a:pt x="1154" y="8234"/>
                </a:lnTo>
                <a:lnTo>
                  <a:pt x="1154" y="8437"/>
                </a:lnTo>
                <a:lnTo>
                  <a:pt x="1251" y="8640"/>
                </a:lnTo>
                <a:lnTo>
                  <a:pt x="1251" y="8843"/>
                </a:lnTo>
                <a:lnTo>
                  <a:pt x="1315" y="9017"/>
                </a:lnTo>
                <a:lnTo>
                  <a:pt x="1315" y="9220"/>
                </a:lnTo>
                <a:lnTo>
                  <a:pt x="1315" y="9365"/>
                </a:lnTo>
                <a:lnTo>
                  <a:pt x="1379" y="9568"/>
                </a:lnTo>
                <a:lnTo>
                  <a:pt x="1379" y="9771"/>
                </a:lnTo>
                <a:lnTo>
                  <a:pt x="1443" y="9974"/>
                </a:lnTo>
                <a:lnTo>
                  <a:pt x="1443" y="10148"/>
                </a:lnTo>
                <a:lnTo>
                  <a:pt x="1539" y="10351"/>
                </a:lnTo>
                <a:lnTo>
                  <a:pt x="1539" y="10554"/>
                </a:lnTo>
                <a:lnTo>
                  <a:pt x="1539" y="10699"/>
                </a:lnTo>
                <a:lnTo>
                  <a:pt x="1604" y="10902"/>
                </a:lnTo>
                <a:lnTo>
                  <a:pt x="1604" y="11105"/>
                </a:lnTo>
                <a:lnTo>
                  <a:pt x="1668" y="11279"/>
                </a:lnTo>
                <a:lnTo>
                  <a:pt x="1668" y="11424"/>
                </a:lnTo>
                <a:lnTo>
                  <a:pt x="1668" y="11627"/>
                </a:lnTo>
                <a:lnTo>
                  <a:pt x="1764" y="11830"/>
                </a:lnTo>
                <a:lnTo>
                  <a:pt x="1828" y="12091"/>
                </a:lnTo>
                <a:lnTo>
                  <a:pt x="1828" y="12294"/>
                </a:lnTo>
                <a:lnTo>
                  <a:pt x="1892" y="12555"/>
                </a:lnTo>
                <a:lnTo>
                  <a:pt x="1892" y="12758"/>
                </a:lnTo>
                <a:lnTo>
                  <a:pt x="1892" y="12961"/>
                </a:lnTo>
                <a:lnTo>
                  <a:pt x="1956" y="13221"/>
                </a:lnTo>
                <a:lnTo>
                  <a:pt x="2053" y="13366"/>
                </a:lnTo>
                <a:lnTo>
                  <a:pt x="2053" y="13540"/>
                </a:lnTo>
                <a:lnTo>
                  <a:pt x="2053" y="13685"/>
                </a:lnTo>
                <a:lnTo>
                  <a:pt x="2117" y="13830"/>
                </a:lnTo>
                <a:lnTo>
                  <a:pt x="2117" y="14004"/>
                </a:lnTo>
                <a:lnTo>
                  <a:pt x="2181" y="14207"/>
                </a:lnTo>
                <a:lnTo>
                  <a:pt x="2181" y="14352"/>
                </a:lnTo>
                <a:lnTo>
                  <a:pt x="2181" y="14497"/>
                </a:lnTo>
                <a:lnTo>
                  <a:pt x="2245" y="14671"/>
                </a:lnTo>
                <a:lnTo>
                  <a:pt x="2245" y="14816"/>
                </a:lnTo>
                <a:lnTo>
                  <a:pt x="2341" y="15019"/>
                </a:lnTo>
                <a:lnTo>
                  <a:pt x="2341" y="15280"/>
                </a:lnTo>
                <a:lnTo>
                  <a:pt x="2406" y="15425"/>
                </a:lnTo>
                <a:lnTo>
                  <a:pt x="2406" y="15628"/>
                </a:lnTo>
                <a:lnTo>
                  <a:pt x="2470" y="15802"/>
                </a:lnTo>
                <a:lnTo>
                  <a:pt x="2470" y="15947"/>
                </a:lnTo>
                <a:lnTo>
                  <a:pt x="2470" y="16150"/>
                </a:lnTo>
                <a:lnTo>
                  <a:pt x="2566" y="16411"/>
                </a:lnTo>
                <a:lnTo>
                  <a:pt x="2630" y="16556"/>
                </a:lnTo>
                <a:lnTo>
                  <a:pt x="2630" y="16759"/>
                </a:lnTo>
                <a:lnTo>
                  <a:pt x="2694" y="16933"/>
                </a:lnTo>
                <a:lnTo>
                  <a:pt x="2694" y="17078"/>
                </a:lnTo>
                <a:lnTo>
                  <a:pt x="2694" y="17223"/>
                </a:lnTo>
                <a:lnTo>
                  <a:pt x="2758" y="17484"/>
                </a:lnTo>
                <a:lnTo>
                  <a:pt x="2855" y="17687"/>
                </a:lnTo>
                <a:lnTo>
                  <a:pt x="2855" y="17890"/>
                </a:lnTo>
                <a:lnTo>
                  <a:pt x="2919" y="18064"/>
                </a:lnTo>
                <a:lnTo>
                  <a:pt x="2919" y="18209"/>
                </a:lnTo>
                <a:lnTo>
                  <a:pt x="2919" y="18354"/>
                </a:lnTo>
                <a:lnTo>
                  <a:pt x="2983" y="18528"/>
                </a:lnTo>
                <a:lnTo>
                  <a:pt x="2983" y="18673"/>
                </a:lnTo>
                <a:lnTo>
                  <a:pt x="3079" y="18818"/>
                </a:lnTo>
                <a:lnTo>
                  <a:pt x="3079" y="18992"/>
                </a:lnTo>
                <a:lnTo>
                  <a:pt x="3143" y="19137"/>
                </a:lnTo>
                <a:lnTo>
                  <a:pt x="3143" y="1928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585232" y="3593514"/>
            <a:ext cx="3208" cy="10061"/>
          </a:xfrm>
          <a:custGeom>
            <a:avLst/>
            <a:gdLst/>
            <a:ahLst/>
            <a:cxnLst/>
            <a:rect l="l" t="t" r="r" b="b"/>
            <a:pathLst>
              <a:path w="3208" h="10061">
                <a:moveTo>
                  <a:pt x="0" y="0"/>
                </a:moveTo>
                <a:lnTo>
                  <a:pt x="64" y="144"/>
                </a:lnTo>
                <a:lnTo>
                  <a:pt x="64" y="347"/>
                </a:lnTo>
                <a:lnTo>
                  <a:pt x="128" y="550"/>
                </a:lnTo>
                <a:lnTo>
                  <a:pt x="224" y="724"/>
                </a:lnTo>
                <a:lnTo>
                  <a:pt x="224" y="869"/>
                </a:lnTo>
                <a:lnTo>
                  <a:pt x="224" y="1014"/>
                </a:lnTo>
                <a:lnTo>
                  <a:pt x="288" y="1217"/>
                </a:lnTo>
                <a:lnTo>
                  <a:pt x="352" y="1391"/>
                </a:lnTo>
                <a:lnTo>
                  <a:pt x="352" y="1536"/>
                </a:lnTo>
                <a:lnTo>
                  <a:pt x="352" y="1681"/>
                </a:lnTo>
                <a:lnTo>
                  <a:pt x="417" y="1855"/>
                </a:lnTo>
                <a:lnTo>
                  <a:pt x="513" y="2000"/>
                </a:lnTo>
                <a:lnTo>
                  <a:pt x="513" y="2145"/>
                </a:lnTo>
                <a:lnTo>
                  <a:pt x="513" y="2348"/>
                </a:lnTo>
                <a:lnTo>
                  <a:pt x="577" y="2522"/>
                </a:lnTo>
                <a:lnTo>
                  <a:pt x="641" y="2667"/>
                </a:lnTo>
                <a:lnTo>
                  <a:pt x="641" y="2812"/>
                </a:lnTo>
                <a:lnTo>
                  <a:pt x="737" y="2986"/>
                </a:lnTo>
                <a:lnTo>
                  <a:pt x="737" y="3131"/>
                </a:lnTo>
                <a:lnTo>
                  <a:pt x="802" y="3276"/>
                </a:lnTo>
                <a:lnTo>
                  <a:pt x="802" y="3479"/>
                </a:lnTo>
                <a:lnTo>
                  <a:pt x="866" y="3653"/>
                </a:lnTo>
                <a:lnTo>
                  <a:pt x="930" y="3798"/>
                </a:lnTo>
                <a:lnTo>
                  <a:pt x="930" y="3943"/>
                </a:lnTo>
                <a:lnTo>
                  <a:pt x="1026" y="4117"/>
                </a:lnTo>
                <a:lnTo>
                  <a:pt x="1026" y="4262"/>
                </a:lnTo>
                <a:lnTo>
                  <a:pt x="1090" y="4407"/>
                </a:lnTo>
                <a:lnTo>
                  <a:pt x="1090" y="4581"/>
                </a:lnTo>
                <a:lnTo>
                  <a:pt x="1154" y="4726"/>
                </a:lnTo>
                <a:lnTo>
                  <a:pt x="1154" y="4871"/>
                </a:lnTo>
                <a:lnTo>
                  <a:pt x="1251" y="5074"/>
                </a:lnTo>
                <a:lnTo>
                  <a:pt x="1315" y="5248"/>
                </a:lnTo>
                <a:lnTo>
                  <a:pt x="1315" y="5393"/>
                </a:lnTo>
                <a:lnTo>
                  <a:pt x="1379" y="5538"/>
                </a:lnTo>
                <a:lnTo>
                  <a:pt x="1443" y="5712"/>
                </a:lnTo>
                <a:lnTo>
                  <a:pt x="1443" y="5857"/>
                </a:lnTo>
                <a:lnTo>
                  <a:pt x="1539" y="6002"/>
                </a:lnTo>
                <a:lnTo>
                  <a:pt x="1604" y="6205"/>
                </a:lnTo>
                <a:lnTo>
                  <a:pt x="1668" y="6379"/>
                </a:lnTo>
                <a:lnTo>
                  <a:pt x="1668" y="6523"/>
                </a:lnTo>
                <a:lnTo>
                  <a:pt x="1732" y="6668"/>
                </a:lnTo>
                <a:lnTo>
                  <a:pt x="1828" y="6842"/>
                </a:lnTo>
                <a:lnTo>
                  <a:pt x="1828" y="6987"/>
                </a:lnTo>
                <a:lnTo>
                  <a:pt x="1892" y="7132"/>
                </a:lnTo>
                <a:lnTo>
                  <a:pt x="1956" y="7335"/>
                </a:lnTo>
                <a:lnTo>
                  <a:pt x="2053" y="7509"/>
                </a:lnTo>
                <a:lnTo>
                  <a:pt x="2117" y="7654"/>
                </a:lnTo>
                <a:lnTo>
                  <a:pt x="2117" y="7799"/>
                </a:lnTo>
                <a:lnTo>
                  <a:pt x="2181" y="7973"/>
                </a:lnTo>
                <a:lnTo>
                  <a:pt x="2245" y="8118"/>
                </a:lnTo>
                <a:lnTo>
                  <a:pt x="2341" y="8263"/>
                </a:lnTo>
                <a:lnTo>
                  <a:pt x="2406" y="8466"/>
                </a:lnTo>
                <a:lnTo>
                  <a:pt x="2470" y="8640"/>
                </a:lnTo>
                <a:lnTo>
                  <a:pt x="2534" y="8785"/>
                </a:lnTo>
                <a:lnTo>
                  <a:pt x="2630" y="8930"/>
                </a:lnTo>
                <a:lnTo>
                  <a:pt x="2694" y="9104"/>
                </a:lnTo>
                <a:lnTo>
                  <a:pt x="2758" y="9249"/>
                </a:lnTo>
                <a:lnTo>
                  <a:pt x="2758" y="9307"/>
                </a:lnTo>
                <a:lnTo>
                  <a:pt x="2855" y="9452"/>
                </a:lnTo>
                <a:lnTo>
                  <a:pt x="2983" y="9655"/>
                </a:lnTo>
                <a:lnTo>
                  <a:pt x="3047" y="9713"/>
                </a:lnTo>
                <a:lnTo>
                  <a:pt x="3047" y="9858"/>
                </a:lnTo>
                <a:lnTo>
                  <a:pt x="3208" y="9974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588440" y="3603083"/>
            <a:ext cx="3208" cy="1623"/>
          </a:xfrm>
          <a:custGeom>
            <a:avLst/>
            <a:gdLst/>
            <a:ahLst/>
            <a:cxnLst/>
            <a:rect l="l" t="t" r="r" b="b"/>
            <a:pathLst>
              <a:path w="3208" h="1623">
                <a:moveTo>
                  <a:pt x="0" y="492"/>
                </a:moveTo>
                <a:lnTo>
                  <a:pt x="160" y="608"/>
                </a:lnTo>
                <a:lnTo>
                  <a:pt x="160" y="753"/>
                </a:lnTo>
                <a:lnTo>
                  <a:pt x="288" y="811"/>
                </a:lnTo>
                <a:lnTo>
                  <a:pt x="352" y="956"/>
                </a:lnTo>
                <a:lnTo>
                  <a:pt x="513" y="1072"/>
                </a:lnTo>
                <a:lnTo>
                  <a:pt x="577" y="1130"/>
                </a:lnTo>
                <a:lnTo>
                  <a:pt x="641" y="1275"/>
                </a:lnTo>
                <a:lnTo>
                  <a:pt x="737" y="1333"/>
                </a:lnTo>
                <a:lnTo>
                  <a:pt x="866" y="1420"/>
                </a:lnTo>
                <a:lnTo>
                  <a:pt x="1026" y="1478"/>
                </a:lnTo>
                <a:lnTo>
                  <a:pt x="1090" y="1536"/>
                </a:lnTo>
                <a:lnTo>
                  <a:pt x="1251" y="1623"/>
                </a:lnTo>
                <a:lnTo>
                  <a:pt x="1379" y="1623"/>
                </a:lnTo>
                <a:lnTo>
                  <a:pt x="1539" y="1623"/>
                </a:lnTo>
                <a:lnTo>
                  <a:pt x="1668" y="1623"/>
                </a:lnTo>
                <a:lnTo>
                  <a:pt x="1764" y="1623"/>
                </a:lnTo>
                <a:lnTo>
                  <a:pt x="1892" y="1536"/>
                </a:lnTo>
                <a:lnTo>
                  <a:pt x="1956" y="1478"/>
                </a:lnTo>
                <a:lnTo>
                  <a:pt x="2053" y="1478"/>
                </a:lnTo>
                <a:lnTo>
                  <a:pt x="2117" y="1333"/>
                </a:lnTo>
                <a:lnTo>
                  <a:pt x="2277" y="1275"/>
                </a:lnTo>
                <a:lnTo>
                  <a:pt x="2406" y="1130"/>
                </a:lnTo>
                <a:lnTo>
                  <a:pt x="2566" y="1014"/>
                </a:lnTo>
                <a:lnTo>
                  <a:pt x="2630" y="869"/>
                </a:lnTo>
                <a:lnTo>
                  <a:pt x="2758" y="753"/>
                </a:lnTo>
                <a:lnTo>
                  <a:pt x="2855" y="608"/>
                </a:lnTo>
                <a:lnTo>
                  <a:pt x="2919" y="405"/>
                </a:lnTo>
                <a:lnTo>
                  <a:pt x="3079" y="289"/>
                </a:lnTo>
                <a:lnTo>
                  <a:pt x="3143" y="144"/>
                </a:lnTo>
                <a:lnTo>
                  <a:pt x="3143" y="86"/>
                </a:lnTo>
              </a:path>
            </a:pathLst>
          </a:custGeom>
          <a:ln w="4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591648" y="3591659"/>
            <a:ext cx="3208" cy="11424"/>
          </a:xfrm>
          <a:custGeom>
            <a:avLst/>
            <a:gdLst/>
            <a:ahLst/>
            <a:cxnLst/>
            <a:rect l="l" t="t" r="r" b="b"/>
            <a:pathLst>
              <a:path w="3208" h="11424">
                <a:moveTo>
                  <a:pt x="0" y="11424"/>
                </a:moveTo>
                <a:lnTo>
                  <a:pt x="0" y="11366"/>
                </a:lnTo>
                <a:lnTo>
                  <a:pt x="160" y="11163"/>
                </a:lnTo>
                <a:lnTo>
                  <a:pt x="224" y="10960"/>
                </a:lnTo>
                <a:lnTo>
                  <a:pt x="288" y="10786"/>
                </a:lnTo>
                <a:lnTo>
                  <a:pt x="384" y="10641"/>
                </a:lnTo>
                <a:lnTo>
                  <a:pt x="449" y="10496"/>
                </a:lnTo>
                <a:lnTo>
                  <a:pt x="513" y="10322"/>
                </a:lnTo>
                <a:lnTo>
                  <a:pt x="577" y="10177"/>
                </a:lnTo>
                <a:lnTo>
                  <a:pt x="673" y="10032"/>
                </a:lnTo>
                <a:lnTo>
                  <a:pt x="673" y="9829"/>
                </a:lnTo>
                <a:lnTo>
                  <a:pt x="802" y="9655"/>
                </a:lnTo>
                <a:lnTo>
                  <a:pt x="802" y="9510"/>
                </a:lnTo>
                <a:lnTo>
                  <a:pt x="866" y="9365"/>
                </a:lnTo>
                <a:lnTo>
                  <a:pt x="962" y="9191"/>
                </a:lnTo>
                <a:lnTo>
                  <a:pt x="962" y="9046"/>
                </a:lnTo>
                <a:lnTo>
                  <a:pt x="1026" y="8901"/>
                </a:lnTo>
                <a:lnTo>
                  <a:pt x="1090" y="8698"/>
                </a:lnTo>
                <a:lnTo>
                  <a:pt x="1186" y="8524"/>
                </a:lnTo>
                <a:lnTo>
                  <a:pt x="1186" y="8379"/>
                </a:lnTo>
                <a:lnTo>
                  <a:pt x="1251" y="8234"/>
                </a:lnTo>
                <a:lnTo>
                  <a:pt x="1315" y="8060"/>
                </a:lnTo>
                <a:lnTo>
                  <a:pt x="1315" y="7915"/>
                </a:lnTo>
                <a:lnTo>
                  <a:pt x="1379" y="7770"/>
                </a:lnTo>
                <a:lnTo>
                  <a:pt x="1475" y="7567"/>
                </a:lnTo>
                <a:lnTo>
                  <a:pt x="1539" y="7393"/>
                </a:lnTo>
                <a:lnTo>
                  <a:pt x="1539" y="7248"/>
                </a:lnTo>
                <a:lnTo>
                  <a:pt x="1604" y="7103"/>
                </a:lnTo>
                <a:lnTo>
                  <a:pt x="1604" y="6929"/>
                </a:lnTo>
                <a:lnTo>
                  <a:pt x="1700" y="6784"/>
                </a:lnTo>
                <a:lnTo>
                  <a:pt x="1764" y="6639"/>
                </a:lnTo>
                <a:lnTo>
                  <a:pt x="1764" y="6437"/>
                </a:lnTo>
                <a:lnTo>
                  <a:pt x="1828" y="6263"/>
                </a:lnTo>
                <a:lnTo>
                  <a:pt x="1828" y="6118"/>
                </a:lnTo>
                <a:lnTo>
                  <a:pt x="1892" y="5973"/>
                </a:lnTo>
                <a:lnTo>
                  <a:pt x="1988" y="5799"/>
                </a:lnTo>
                <a:lnTo>
                  <a:pt x="1988" y="5654"/>
                </a:lnTo>
                <a:lnTo>
                  <a:pt x="1988" y="5509"/>
                </a:lnTo>
                <a:lnTo>
                  <a:pt x="2053" y="5335"/>
                </a:lnTo>
                <a:lnTo>
                  <a:pt x="2117" y="5190"/>
                </a:lnTo>
                <a:lnTo>
                  <a:pt x="2117" y="5045"/>
                </a:lnTo>
                <a:lnTo>
                  <a:pt x="2181" y="4842"/>
                </a:lnTo>
                <a:lnTo>
                  <a:pt x="2181" y="4668"/>
                </a:lnTo>
                <a:lnTo>
                  <a:pt x="2277" y="4523"/>
                </a:lnTo>
                <a:lnTo>
                  <a:pt x="2277" y="4378"/>
                </a:lnTo>
                <a:lnTo>
                  <a:pt x="2341" y="4204"/>
                </a:lnTo>
                <a:lnTo>
                  <a:pt x="2341" y="4059"/>
                </a:lnTo>
                <a:lnTo>
                  <a:pt x="2406" y="3914"/>
                </a:lnTo>
                <a:lnTo>
                  <a:pt x="2406" y="3711"/>
                </a:lnTo>
                <a:lnTo>
                  <a:pt x="2502" y="3537"/>
                </a:lnTo>
                <a:lnTo>
                  <a:pt x="2502" y="3392"/>
                </a:lnTo>
                <a:lnTo>
                  <a:pt x="2566" y="3247"/>
                </a:lnTo>
                <a:lnTo>
                  <a:pt x="2566" y="3073"/>
                </a:lnTo>
                <a:lnTo>
                  <a:pt x="2630" y="2928"/>
                </a:lnTo>
                <a:lnTo>
                  <a:pt x="2630" y="2783"/>
                </a:lnTo>
                <a:lnTo>
                  <a:pt x="2694" y="2580"/>
                </a:lnTo>
                <a:lnTo>
                  <a:pt x="2694" y="2319"/>
                </a:lnTo>
                <a:lnTo>
                  <a:pt x="2790" y="2116"/>
                </a:lnTo>
                <a:lnTo>
                  <a:pt x="2855" y="1855"/>
                </a:lnTo>
                <a:lnTo>
                  <a:pt x="2855" y="1652"/>
                </a:lnTo>
                <a:lnTo>
                  <a:pt x="2919" y="1391"/>
                </a:lnTo>
                <a:lnTo>
                  <a:pt x="2983" y="1188"/>
                </a:lnTo>
                <a:lnTo>
                  <a:pt x="2983" y="985"/>
                </a:lnTo>
                <a:lnTo>
                  <a:pt x="3079" y="811"/>
                </a:lnTo>
                <a:lnTo>
                  <a:pt x="3079" y="666"/>
                </a:lnTo>
                <a:lnTo>
                  <a:pt x="3079" y="521"/>
                </a:lnTo>
                <a:lnTo>
                  <a:pt x="3143" y="347"/>
                </a:lnTo>
                <a:lnTo>
                  <a:pt x="3143" y="202"/>
                </a:lnTo>
                <a:lnTo>
                  <a:pt x="3208" y="0"/>
                </a:lnTo>
              </a:path>
            </a:pathLst>
          </a:custGeom>
          <a:ln w="4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594856" y="3569970"/>
            <a:ext cx="3208" cy="21688"/>
          </a:xfrm>
          <a:custGeom>
            <a:avLst/>
            <a:gdLst/>
            <a:ahLst/>
            <a:cxnLst/>
            <a:rect l="l" t="t" r="r" b="b"/>
            <a:pathLst>
              <a:path w="3208" h="21688">
                <a:moveTo>
                  <a:pt x="0" y="21688"/>
                </a:moveTo>
                <a:lnTo>
                  <a:pt x="0" y="21543"/>
                </a:lnTo>
                <a:lnTo>
                  <a:pt x="96" y="21369"/>
                </a:lnTo>
                <a:lnTo>
                  <a:pt x="96" y="21224"/>
                </a:lnTo>
                <a:lnTo>
                  <a:pt x="160" y="21021"/>
                </a:lnTo>
                <a:lnTo>
                  <a:pt x="160" y="20760"/>
                </a:lnTo>
                <a:lnTo>
                  <a:pt x="224" y="20615"/>
                </a:lnTo>
                <a:lnTo>
                  <a:pt x="224" y="20412"/>
                </a:lnTo>
                <a:lnTo>
                  <a:pt x="288" y="20238"/>
                </a:lnTo>
                <a:lnTo>
                  <a:pt x="288" y="20093"/>
                </a:lnTo>
                <a:lnTo>
                  <a:pt x="288" y="19948"/>
                </a:lnTo>
                <a:lnTo>
                  <a:pt x="384" y="19687"/>
                </a:lnTo>
                <a:lnTo>
                  <a:pt x="384" y="19427"/>
                </a:lnTo>
                <a:lnTo>
                  <a:pt x="449" y="19282"/>
                </a:lnTo>
                <a:lnTo>
                  <a:pt x="449" y="19108"/>
                </a:lnTo>
                <a:lnTo>
                  <a:pt x="513" y="18963"/>
                </a:lnTo>
                <a:lnTo>
                  <a:pt x="513" y="18818"/>
                </a:lnTo>
                <a:lnTo>
                  <a:pt x="513" y="18644"/>
                </a:lnTo>
                <a:lnTo>
                  <a:pt x="609" y="18499"/>
                </a:lnTo>
                <a:lnTo>
                  <a:pt x="609" y="18354"/>
                </a:lnTo>
                <a:lnTo>
                  <a:pt x="673" y="18151"/>
                </a:lnTo>
                <a:lnTo>
                  <a:pt x="673" y="17977"/>
                </a:lnTo>
                <a:lnTo>
                  <a:pt x="673" y="17774"/>
                </a:lnTo>
                <a:lnTo>
                  <a:pt x="737" y="17571"/>
                </a:lnTo>
                <a:lnTo>
                  <a:pt x="737" y="17368"/>
                </a:lnTo>
                <a:lnTo>
                  <a:pt x="802" y="17165"/>
                </a:lnTo>
                <a:lnTo>
                  <a:pt x="802" y="16962"/>
                </a:lnTo>
                <a:lnTo>
                  <a:pt x="898" y="16701"/>
                </a:lnTo>
                <a:lnTo>
                  <a:pt x="898" y="16498"/>
                </a:lnTo>
                <a:lnTo>
                  <a:pt x="962" y="16295"/>
                </a:lnTo>
                <a:lnTo>
                  <a:pt x="962" y="16092"/>
                </a:lnTo>
                <a:lnTo>
                  <a:pt x="1026" y="15918"/>
                </a:lnTo>
                <a:lnTo>
                  <a:pt x="1026" y="15715"/>
                </a:lnTo>
                <a:lnTo>
                  <a:pt x="1090" y="15512"/>
                </a:lnTo>
                <a:lnTo>
                  <a:pt x="1090" y="15309"/>
                </a:lnTo>
                <a:lnTo>
                  <a:pt x="1090" y="15106"/>
                </a:lnTo>
                <a:lnTo>
                  <a:pt x="1186" y="14961"/>
                </a:lnTo>
                <a:lnTo>
                  <a:pt x="1186" y="14787"/>
                </a:lnTo>
                <a:lnTo>
                  <a:pt x="1186" y="14584"/>
                </a:lnTo>
                <a:lnTo>
                  <a:pt x="1251" y="14381"/>
                </a:lnTo>
                <a:lnTo>
                  <a:pt x="1251" y="14178"/>
                </a:lnTo>
                <a:lnTo>
                  <a:pt x="1315" y="14033"/>
                </a:lnTo>
                <a:lnTo>
                  <a:pt x="1315" y="13830"/>
                </a:lnTo>
                <a:lnTo>
                  <a:pt x="1315" y="13656"/>
                </a:lnTo>
                <a:lnTo>
                  <a:pt x="1411" y="13511"/>
                </a:lnTo>
                <a:lnTo>
                  <a:pt x="1411" y="13308"/>
                </a:lnTo>
                <a:lnTo>
                  <a:pt x="1475" y="13105"/>
                </a:lnTo>
                <a:lnTo>
                  <a:pt x="1475" y="12903"/>
                </a:lnTo>
                <a:lnTo>
                  <a:pt x="1475" y="12700"/>
                </a:lnTo>
                <a:lnTo>
                  <a:pt x="1539" y="12439"/>
                </a:lnTo>
                <a:lnTo>
                  <a:pt x="1539" y="12236"/>
                </a:lnTo>
                <a:lnTo>
                  <a:pt x="1604" y="12062"/>
                </a:lnTo>
                <a:lnTo>
                  <a:pt x="1604" y="11917"/>
                </a:lnTo>
                <a:lnTo>
                  <a:pt x="1604" y="11714"/>
                </a:lnTo>
                <a:lnTo>
                  <a:pt x="1700" y="11569"/>
                </a:lnTo>
                <a:lnTo>
                  <a:pt x="1700" y="11395"/>
                </a:lnTo>
                <a:lnTo>
                  <a:pt x="1700" y="11250"/>
                </a:lnTo>
                <a:lnTo>
                  <a:pt x="1764" y="11047"/>
                </a:lnTo>
                <a:lnTo>
                  <a:pt x="1764" y="10786"/>
                </a:lnTo>
                <a:lnTo>
                  <a:pt x="1828" y="10583"/>
                </a:lnTo>
                <a:lnTo>
                  <a:pt x="1828" y="10438"/>
                </a:lnTo>
                <a:lnTo>
                  <a:pt x="1828" y="10264"/>
                </a:lnTo>
                <a:lnTo>
                  <a:pt x="1892" y="10119"/>
                </a:lnTo>
                <a:lnTo>
                  <a:pt x="1892" y="9916"/>
                </a:lnTo>
                <a:lnTo>
                  <a:pt x="1892" y="9655"/>
                </a:lnTo>
                <a:lnTo>
                  <a:pt x="1988" y="9452"/>
                </a:lnTo>
                <a:lnTo>
                  <a:pt x="1988" y="9307"/>
                </a:lnTo>
                <a:lnTo>
                  <a:pt x="1988" y="9133"/>
                </a:lnTo>
                <a:lnTo>
                  <a:pt x="2053" y="8988"/>
                </a:lnTo>
                <a:lnTo>
                  <a:pt x="2053" y="8843"/>
                </a:lnTo>
                <a:lnTo>
                  <a:pt x="2053" y="8669"/>
                </a:lnTo>
                <a:lnTo>
                  <a:pt x="2117" y="8524"/>
                </a:lnTo>
                <a:lnTo>
                  <a:pt x="2117" y="8379"/>
                </a:lnTo>
                <a:lnTo>
                  <a:pt x="2117" y="8176"/>
                </a:lnTo>
                <a:lnTo>
                  <a:pt x="2213" y="7915"/>
                </a:lnTo>
                <a:lnTo>
                  <a:pt x="2213" y="7712"/>
                </a:lnTo>
                <a:lnTo>
                  <a:pt x="2277" y="7451"/>
                </a:lnTo>
                <a:lnTo>
                  <a:pt x="2277" y="7190"/>
                </a:lnTo>
                <a:lnTo>
                  <a:pt x="2277" y="6987"/>
                </a:lnTo>
                <a:lnTo>
                  <a:pt x="2341" y="6726"/>
                </a:lnTo>
                <a:lnTo>
                  <a:pt x="2341" y="6581"/>
                </a:lnTo>
                <a:lnTo>
                  <a:pt x="2406" y="6408"/>
                </a:lnTo>
                <a:lnTo>
                  <a:pt x="2406" y="6263"/>
                </a:lnTo>
                <a:lnTo>
                  <a:pt x="2406" y="6118"/>
                </a:lnTo>
                <a:lnTo>
                  <a:pt x="2406" y="5857"/>
                </a:lnTo>
                <a:lnTo>
                  <a:pt x="2502" y="5654"/>
                </a:lnTo>
                <a:lnTo>
                  <a:pt x="2502" y="5393"/>
                </a:lnTo>
                <a:lnTo>
                  <a:pt x="2566" y="5132"/>
                </a:lnTo>
                <a:lnTo>
                  <a:pt x="2566" y="4987"/>
                </a:lnTo>
                <a:lnTo>
                  <a:pt x="2566" y="4813"/>
                </a:lnTo>
                <a:lnTo>
                  <a:pt x="2630" y="4668"/>
                </a:lnTo>
                <a:lnTo>
                  <a:pt x="2630" y="4523"/>
                </a:lnTo>
                <a:lnTo>
                  <a:pt x="2630" y="4262"/>
                </a:lnTo>
                <a:lnTo>
                  <a:pt x="2726" y="4001"/>
                </a:lnTo>
                <a:lnTo>
                  <a:pt x="2726" y="3798"/>
                </a:lnTo>
                <a:lnTo>
                  <a:pt x="2790" y="3537"/>
                </a:lnTo>
                <a:lnTo>
                  <a:pt x="2790" y="3392"/>
                </a:lnTo>
                <a:lnTo>
                  <a:pt x="2790" y="3131"/>
                </a:lnTo>
                <a:lnTo>
                  <a:pt x="2855" y="2870"/>
                </a:lnTo>
                <a:lnTo>
                  <a:pt x="2855" y="2725"/>
                </a:lnTo>
                <a:lnTo>
                  <a:pt x="2855" y="2551"/>
                </a:lnTo>
                <a:lnTo>
                  <a:pt x="2919" y="2406"/>
                </a:lnTo>
                <a:lnTo>
                  <a:pt x="2919" y="2261"/>
                </a:lnTo>
                <a:lnTo>
                  <a:pt x="2919" y="2000"/>
                </a:lnTo>
                <a:lnTo>
                  <a:pt x="3015" y="1739"/>
                </a:lnTo>
                <a:lnTo>
                  <a:pt x="3015" y="1594"/>
                </a:lnTo>
                <a:lnTo>
                  <a:pt x="3015" y="1333"/>
                </a:lnTo>
                <a:lnTo>
                  <a:pt x="3079" y="1072"/>
                </a:lnTo>
                <a:lnTo>
                  <a:pt x="3079" y="811"/>
                </a:lnTo>
                <a:lnTo>
                  <a:pt x="3079" y="666"/>
                </a:lnTo>
                <a:lnTo>
                  <a:pt x="3143" y="405"/>
                </a:lnTo>
                <a:lnTo>
                  <a:pt x="3143" y="144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598064" y="3539467"/>
            <a:ext cx="3143" cy="30503"/>
          </a:xfrm>
          <a:custGeom>
            <a:avLst/>
            <a:gdLst/>
            <a:ahLst/>
            <a:cxnLst/>
            <a:rect l="l" t="t" r="r" b="b"/>
            <a:pathLst>
              <a:path w="3143" h="30503">
                <a:moveTo>
                  <a:pt x="0" y="30503"/>
                </a:moveTo>
                <a:lnTo>
                  <a:pt x="0" y="30242"/>
                </a:lnTo>
                <a:lnTo>
                  <a:pt x="0" y="29981"/>
                </a:lnTo>
                <a:lnTo>
                  <a:pt x="96" y="29836"/>
                </a:lnTo>
                <a:lnTo>
                  <a:pt x="96" y="29575"/>
                </a:lnTo>
                <a:lnTo>
                  <a:pt x="160" y="29314"/>
                </a:lnTo>
                <a:lnTo>
                  <a:pt x="160" y="29053"/>
                </a:lnTo>
                <a:lnTo>
                  <a:pt x="160" y="28908"/>
                </a:lnTo>
                <a:lnTo>
                  <a:pt x="224" y="28647"/>
                </a:lnTo>
                <a:lnTo>
                  <a:pt x="224" y="28386"/>
                </a:lnTo>
                <a:lnTo>
                  <a:pt x="224" y="28241"/>
                </a:lnTo>
                <a:lnTo>
                  <a:pt x="320" y="27980"/>
                </a:lnTo>
                <a:lnTo>
                  <a:pt x="320" y="27661"/>
                </a:lnTo>
                <a:lnTo>
                  <a:pt x="320" y="27516"/>
                </a:lnTo>
                <a:lnTo>
                  <a:pt x="384" y="27255"/>
                </a:lnTo>
                <a:lnTo>
                  <a:pt x="384" y="27110"/>
                </a:lnTo>
                <a:lnTo>
                  <a:pt x="384" y="26849"/>
                </a:lnTo>
                <a:lnTo>
                  <a:pt x="449" y="26588"/>
                </a:lnTo>
                <a:lnTo>
                  <a:pt x="449" y="26327"/>
                </a:lnTo>
                <a:lnTo>
                  <a:pt x="513" y="26182"/>
                </a:lnTo>
                <a:lnTo>
                  <a:pt x="513" y="25980"/>
                </a:lnTo>
                <a:lnTo>
                  <a:pt x="513" y="25719"/>
                </a:lnTo>
                <a:lnTo>
                  <a:pt x="609" y="25458"/>
                </a:lnTo>
                <a:lnTo>
                  <a:pt x="609" y="25197"/>
                </a:lnTo>
                <a:lnTo>
                  <a:pt x="609" y="25052"/>
                </a:lnTo>
                <a:lnTo>
                  <a:pt x="673" y="24849"/>
                </a:lnTo>
                <a:lnTo>
                  <a:pt x="673" y="24588"/>
                </a:lnTo>
                <a:lnTo>
                  <a:pt x="673" y="24327"/>
                </a:lnTo>
                <a:lnTo>
                  <a:pt x="737" y="24066"/>
                </a:lnTo>
                <a:lnTo>
                  <a:pt x="737" y="23863"/>
                </a:lnTo>
                <a:lnTo>
                  <a:pt x="737" y="23718"/>
                </a:lnTo>
                <a:lnTo>
                  <a:pt x="834" y="23457"/>
                </a:lnTo>
                <a:lnTo>
                  <a:pt x="834" y="23196"/>
                </a:lnTo>
                <a:lnTo>
                  <a:pt x="834" y="22993"/>
                </a:lnTo>
                <a:lnTo>
                  <a:pt x="898" y="22732"/>
                </a:lnTo>
                <a:lnTo>
                  <a:pt x="898" y="22471"/>
                </a:lnTo>
                <a:lnTo>
                  <a:pt x="962" y="22326"/>
                </a:lnTo>
                <a:lnTo>
                  <a:pt x="962" y="22123"/>
                </a:lnTo>
                <a:lnTo>
                  <a:pt x="962" y="21862"/>
                </a:lnTo>
                <a:lnTo>
                  <a:pt x="1026" y="21601"/>
                </a:lnTo>
                <a:lnTo>
                  <a:pt x="1026" y="21398"/>
                </a:lnTo>
                <a:lnTo>
                  <a:pt x="1026" y="21137"/>
                </a:lnTo>
                <a:lnTo>
                  <a:pt x="1122" y="20992"/>
                </a:lnTo>
                <a:lnTo>
                  <a:pt x="1122" y="20818"/>
                </a:lnTo>
                <a:lnTo>
                  <a:pt x="1122" y="20673"/>
                </a:lnTo>
                <a:lnTo>
                  <a:pt x="1122" y="20528"/>
                </a:lnTo>
                <a:lnTo>
                  <a:pt x="1186" y="20267"/>
                </a:lnTo>
                <a:lnTo>
                  <a:pt x="1186" y="20064"/>
                </a:lnTo>
                <a:lnTo>
                  <a:pt x="1186" y="19803"/>
                </a:lnTo>
                <a:lnTo>
                  <a:pt x="1251" y="19485"/>
                </a:lnTo>
                <a:lnTo>
                  <a:pt x="1251" y="19340"/>
                </a:lnTo>
                <a:lnTo>
                  <a:pt x="1251" y="19079"/>
                </a:lnTo>
                <a:lnTo>
                  <a:pt x="1315" y="18876"/>
                </a:lnTo>
                <a:lnTo>
                  <a:pt x="1315" y="18731"/>
                </a:lnTo>
                <a:lnTo>
                  <a:pt x="1315" y="18470"/>
                </a:lnTo>
                <a:lnTo>
                  <a:pt x="1315" y="18267"/>
                </a:lnTo>
                <a:lnTo>
                  <a:pt x="1411" y="18006"/>
                </a:lnTo>
                <a:lnTo>
                  <a:pt x="1411" y="17803"/>
                </a:lnTo>
                <a:lnTo>
                  <a:pt x="1475" y="17542"/>
                </a:lnTo>
                <a:lnTo>
                  <a:pt x="1475" y="17223"/>
                </a:lnTo>
                <a:lnTo>
                  <a:pt x="1475" y="17078"/>
                </a:lnTo>
                <a:lnTo>
                  <a:pt x="1539" y="16759"/>
                </a:lnTo>
                <a:lnTo>
                  <a:pt x="1539" y="16614"/>
                </a:lnTo>
                <a:lnTo>
                  <a:pt x="1539" y="16295"/>
                </a:lnTo>
                <a:lnTo>
                  <a:pt x="1636" y="16150"/>
                </a:lnTo>
                <a:lnTo>
                  <a:pt x="1636" y="16005"/>
                </a:lnTo>
                <a:lnTo>
                  <a:pt x="1636" y="15831"/>
                </a:lnTo>
                <a:lnTo>
                  <a:pt x="1636" y="15686"/>
                </a:lnTo>
                <a:lnTo>
                  <a:pt x="1636" y="15541"/>
                </a:lnTo>
                <a:lnTo>
                  <a:pt x="1700" y="15222"/>
                </a:lnTo>
                <a:lnTo>
                  <a:pt x="1700" y="15077"/>
                </a:lnTo>
                <a:lnTo>
                  <a:pt x="1764" y="14758"/>
                </a:lnTo>
                <a:lnTo>
                  <a:pt x="1764" y="14613"/>
                </a:lnTo>
                <a:lnTo>
                  <a:pt x="1764" y="14410"/>
                </a:lnTo>
                <a:lnTo>
                  <a:pt x="1764" y="14149"/>
                </a:lnTo>
                <a:lnTo>
                  <a:pt x="1828" y="13946"/>
                </a:lnTo>
                <a:lnTo>
                  <a:pt x="1828" y="13685"/>
                </a:lnTo>
                <a:lnTo>
                  <a:pt x="1828" y="13482"/>
                </a:lnTo>
                <a:lnTo>
                  <a:pt x="1924" y="13221"/>
                </a:lnTo>
                <a:lnTo>
                  <a:pt x="1924" y="13019"/>
                </a:lnTo>
                <a:lnTo>
                  <a:pt x="1924" y="12700"/>
                </a:lnTo>
                <a:lnTo>
                  <a:pt x="1988" y="12555"/>
                </a:lnTo>
                <a:lnTo>
                  <a:pt x="1988" y="12236"/>
                </a:lnTo>
                <a:lnTo>
                  <a:pt x="1988" y="12091"/>
                </a:lnTo>
                <a:lnTo>
                  <a:pt x="2053" y="11772"/>
                </a:lnTo>
                <a:lnTo>
                  <a:pt x="2053" y="11627"/>
                </a:lnTo>
                <a:lnTo>
                  <a:pt x="2053" y="11424"/>
                </a:lnTo>
                <a:lnTo>
                  <a:pt x="2117" y="11163"/>
                </a:lnTo>
                <a:lnTo>
                  <a:pt x="2117" y="10960"/>
                </a:lnTo>
                <a:lnTo>
                  <a:pt x="2117" y="10641"/>
                </a:lnTo>
                <a:lnTo>
                  <a:pt x="2117" y="10496"/>
                </a:lnTo>
                <a:lnTo>
                  <a:pt x="2213" y="10293"/>
                </a:lnTo>
                <a:lnTo>
                  <a:pt x="2213" y="10032"/>
                </a:lnTo>
                <a:lnTo>
                  <a:pt x="2213" y="9829"/>
                </a:lnTo>
                <a:lnTo>
                  <a:pt x="2277" y="9510"/>
                </a:lnTo>
                <a:lnTo>
                  <a:pt x="2277" y="9365"/>
                </a:lnTo>
                <a:lnTo>
                  <a:pt x="2277" y="9162"/>
                </a:lnTo>
                <a:lnTo>
                  <a:pt x="2341" y="8901"/>
                </a:lnTo>
                <a:lnTo>
                  <a:pt x="2341" y="8698"/>
                </a:lnTo>
                <a:lnTo>
                  <a:pt x="2341" y="8379"/>
                </a:lnTo>
                <a:lnTo>
                  <a:pt x="2438" y="8234"/>
                </a:lnTo>
                <a:lnTo>
                  <a:pt x="2438" y="8031"/>
                </a:lnTo>
                <a:lnTo>
                  <a:pt x="2438" y="7712"/>
                </a:lnTo>
                <a:lnTo>
                  <a:pt x="2438" y="7567"/>
                </a:lnTo>
                <a:lnTo>
                  <a:pt x="2502" y="7364"/>
                </a:lnTo>
                <a:lnTo>
                  <a:pt x="2502" y="7045"/>
                </a:lnTo>
                <a:lnTo>
                  <a:pt x="2502" y="6900"/>
                </a:lnTo>
                <a:lnTo>
                  <a:pt x="2566" y="6697"/>
                </a:lnTo>
                <a:lnTo>
                  <a:pt x="2566" y="6379"/>
                </a:lnTo>
                <a:lnTo>
                  <a:pt x="2566" y="6234"/>
                </a:lnTo>
                <a:lnTo>
                  <a:pt x="2566" y="6031"/>
                </a:lnTo>
                <a:lnTo>
                  <a:pt x="2630" y="5712"/>
                </a:lnTo>
                <a:lnTo>
                  <a:pt x="2630" y="5567"/>
                </a:lnTo>
                <a:lnTo>
                  <a:pt x="2630" y="5393"/>
                </a:lnTo>
                <a:lnTo>
                  <a:pt x="2726" y="5248"/>
                </a:lnTo>
                <a:lnTo>
                  <a:pt x="2726" y="5045"/>
                </a:lnTo>
                <a:lnTo>
                  <a:pt x="2726" y="4900"/>
                </a:lnTo>
                <a:lnTo>
                  <a:pt x="2726" y="4726"/>
                </a:lnTo>
                <a:lnTo>
                  <a:pt x="2726" y="4581"/>
                </a:lnTo>
                <a:lnTo>
                  <a:pt x="2790" y="4378"/>
                </a:lnTo>
                <a:lnTo>
                  <a:pt x="2790" y="4059"/>
                </a:lnTo>
                <a:lnTo>
                  <a:pt x="2790" y="3914"/>
                </a:lnTo>
                <a:lnTo>
                  <a:pt x="2790" y="3711"/>
                </a:lnTo>
                <a:lnTo>
                  <a:pt x="2855" y="3392"/>
                </a:lnTo>
                <a:lnTo>
                  <a:pt x="2855" y="3247"/>
                </a:lnTo>
                <a:lnTo>
                  <a:pt x="2855" y="3044"/>
                </a:lnTo>
                <a:lnTo>
                  <a:pt x="2951" y="2725"/>
                </a:lnTo>
                <a:lnTo>
                  <a:pt x="2951" y="2580"/>
                </a:lnTo>
                <a:lnTo>
                  <a:pt x="2951" y="2377"/>
                </a:lnTo>
                <a:lnTo>
                  <a:pt x="2951" y="2174"/>
                </a:lnTo>
                <a:lnTo>
                  <a:pt x="3015" y="1855"/>
                </a:lnTo>
                <a:lnTo>
                  <a:pt x="3015" y="1710"/>
                </a:lnTo>
                <a:lnTo>
                  <a:pt x="3015" y="1536"/>
                </a:lnTo>
                <a:lnTo>
                  <a:pt x="3079" y="1391"/>
                </a:lnTo>
                <a:lnTo>
                  <a:pt x="3079" y="1188"/>
                </a:lnTo>
                <a:lnTo>
                  <a:pt x="3079" y="985"/>
                </a:lnTo>
                <a:lnTo>
                  <a:pt x="3079" y="666"/>
                </a:lnTo>
                <a:lnTo>
                  <a:pt x="3143" y="521"/>
                </a:lnTo>
                <a:lnTo>
                  <a:pt x="3143" y="318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601208" y="3502410"/>
            <a:ext cx="3240" cy="37056"/>
          </a:xfrm>
          <a:custGeom>
            <a:avLst/>
            <a:gdLst/>
            <a:ahLst/>
            <a:cxnLst/>
            <a:rect l="l" t="t" r="r" b="b"/>
            <a:pathLst>
              <a:path w="3240" h="37056">
                <a:moveTo>
                  <a:pt x="0" y="37056"/>
                </a:moveTo>
                <a:lnTo>
                  <a:pt x="96" y="36853"/>
                </a:lnTo>
                <a:lnTo>
                  <a:pt x="96" y="36708"/>
                </a:lnTo>
                <a:lnTo>
                  <a:pt x="96" y="36505"/>
                </a:lnTo>
                <a:lnTo>
                  <a:pt x="96" y="36186"/>
                </a:lnTo>
                <a:lnTo>
                  <a:pt x="160" y="35983"/>
                </a:lnTo>
                <a:lnTo>
                  <a:pt x="160" y="35838"/>
                </a:lnTo>
                <a:lnTo>
                  <a:pt x="160" y="35664"/>
                </a:lnTo>
                <a:lnTo>
                  <a:pt x="160" y="35519"/>
                </a:lnTo>
                <a:lnTo>
                  <a:pt x="224" y="35316"/>
                </a:lnTo>
                <a:lnTo>
                  <a:pt x="224" y="35113"/>
                </a:lnTo>
                <a:lnTo>
                  <a:pt x="224" y="34794"/>
                </a:lnTo>
                <a:lnTo>
                  <a:pt x="224" y="34649"/>
                </a:lnTo>
                <a:lnTo>
                  <a:pt x="288" y="34446"/>
                </a:lnTo>
                <a:lnTo>
                  <a:pt x="288" y="34243"/>
                </a:lnTo>
                <a:lnTo>
                  <a:pt x="288" y="33924"/>
                </a:lnTo>
                <a:lnTo>
                  <a:pt x="384" y="33721"/>
                </a:lnTo>
                <a:lnTo>
                  <a:pt x="384" y="33402"/>
                </a:lnTo>
                <a:lnTo>
                  <a:pt x="384" y="33199"/>
                </a:lnTo>
                <a:lnTo>
                  <a:pt x="384" y="33054"/>
                </a:lnTo>
                <a:lnTo>
                  <a:pt x="449" y="32851"/>
                </a:lnTo>
                <a:lnTo>
                  <a:pt x="449" y="32533"/>
                </a:lnTo>
                <a:lnTo>
                  <a:pt x="449" y="32330"/>
                </a:lnTo>
                <a:lnTo>
                  <a:pt x="449" y="32185"/>
                </a:lnTo>
                <a:lnTo>
                  <a:pt x="513" y="31982"/>
                </a:lnTo>
                <a:lnTo>
                  <a:pt x="513" y="31808"/>
                </a:lnTo>
                <a:lnTo>
                  <a:pt x="513" y="31663"/>
                </a:lnTo>
                <a:lnTo>
                  <a:pt x="513" y="31460"/>
                </a:lnTo>
                <a:lnTo>
                  <a:pt x="609" y="31257"/>
                </a:lnTo>
                <a:lnTo>
                  <a:pt x="609" y="30938"/>
                </a:lnTo>
                <a:lnTo>
                  <a:pt x="609" y="30735"/>
                </a:lnTo>
                <a:lnTo>
                  <a:pt x="609" y="30590"/>
                </a:lnTo>
                <a:lnTo>
                  <a:pt x="673" y="30387"/>
                </a:lnTo>
                <a:lnTo>
                  <a:pt x="673" y="30213"/>
                </a:lnTo>
                <a:lnTo>
                  <a:pt x="673" y="30068"/>
                </a:lnTo>
                <a:lnTo>
                  <a:pt x="673" y="29865"/>
                </a:lnTo>
                <a:lnTo>
                  <a:pt x="737" y="29662"/>
                </a:lnTo>
                <a:lnTo>
                  <a:pt x="737" y="29459"/>
                </a:lnTo>
                <a:lnTo>
                  <a:pt x="737" y="29140"/>
                </a:lnTo>
                <a:lnTo>
                  <a:pt x="737" y="28937"/>
                </a:lnTo>
                <a:lnTo>
                  <a:pt x="802" y="28792"/>
                </a:lnTo>
                <a:lnTo>
                  <a:pt x="802" y="28618"/>
                </a:lnTo>
                <a:lnTo>
                  <a:pt x="802" y="28415"/>
                </a:lnTo>
                <a:lnTo>
                  <a:pt x="802" y="28270"/>
                </a:lnTo>
                <a:lnTo>
                  <a:pt x="898" y="28067"/>
                </a:lnTo>
                <a:lnTo>
                  <a:pt x="898" y="27864"/>
                </a:lnTo>
                <a:lnTo>
                  <a:pt x="898" y="27661"/>
                </a:lnTo>
                <a:lnTo>
                  <a:pt x="898" y="27342"/>
                </a:lnTo>
                <a:lnTo>
                  <a:pt x="962" y="27139"/>
                </a:lnTo>
                <a:lnTo>
                  <a:pt x="962" y="26994"/>
                </a:lnTo>
                <a:lnTo>
                  <a:pt x="962" y="26820"/>
                </a:lnTo>
                <a:lnTo>
                  <a:pt x="962" y="26617"/>
                </a:lnTo>
                <a:lnTo>
                  <a:pt x="1026" y="26414"/>
                </a:lnTo>
                <a:lnTo>
                  <a:pt x="1026" y="26269"/>
                </a:lnTo>
                <a:lnTo>
                  <a:pt x="1026" y="26067"/>
                </a:lnTo>
                <a:lnTo>
                  <a:pt x="1026" y="25864"/>
                </a:lnTo>
                <a:lnTo>
                  <a:pt x="1026" y="25690"/>
                </a:lnTo>
                <a:lnTo>
                  <a:pt x="1122" y="25545"/>
                </a:lnTo>
                <a:lnTo>
                  <a:pt x="1122" y="25342"/>
                </a:lnTo>
                <a:lnTo>
                  <a:pt x="1122" y="25139"/>
                </a:lnTo>
                <a:lnTo>
                  <a:pt x="1122" y="24936"/>
                </a:lnTo>
                <a:lnTo>
                  <a:pt x="1186" y="24617"/>
                </a:lnTo>
                <a:lnTo>
                  <a:pt x="1186" y="24414"/>
                </a:lnTo>
                <a:lnTo>
                  <a:pt x="1186" y="24211"/>
                </a:lnTo>
                <a:lnTo>
                  <a:pt x="1251" y="23892"/>
                </a:lnTo>
                <a:lnTo>
                  <a:pt x="1251" y="23689"/>
                </a:lnTo>
                <a:lnTo>
                  <a:pt x="1251" y="23486"/>
                </a:lnTo>
                <a:lnTo>
                  <a:pt x="1251" y="23341"/>
                </a:lnTo>
                <a:lnTo>
                  <a:pt x="1251" y="23138"/>
                </a:lnTo>
                <a:lnTo>
                  <a:pt x="1315" y="22964"/>
                </a:lnTo>
                <a:lnTo>
                  <a:pt x="1315" y="22761"/>
                </a:lnTo>
                <a:lnTo>
                  <a:pt x="1315" y="22616"/>
                </a:lnTo>
                <a:lnTo>
                  <a:pt x="1315" y="22413"/>
                </a:lnTo>
                <a:lnTo>
                  <a:pt x="1411" y="22210"/>
                </a:lnTo>
                <a:lnTo>
                  <a:pt x="1411" y="22007"/>
                </a:lnTo>
                <a:lnTo>
                  <a:pt x="1411" y="21833"/>
                </a:lnTo>
                <a:lnTo>
                  <a:pt x="1411" y="21688"/>
                </a:lnTo>
                <a:lnTo>
                  <a:pt x="1411" y="21485"/>
                </a:lnTo>
                <a:lnTo>
                  <a:pt x="1475" y="21282"/>
                </a:lnTo>
                <a:lnTo>
                  <a:pt x="1475" y="21079"/>
                </a:lnTo>
                <a:lnTo>
                  <a:pt x="1475" y="20760"/>
                </a:lnTo>
                <a:lnTo>
                  <a:pt x="1539" y="20557"/>
                </a:lnTo>
                <a:lnTo>
                  <a:pt x="1539" y="20354"/>
                </a:lnTo>
                <a:lnTo>
                  <a:pt x="1539" y="20151"/>
                </a:lnTo>
                <a:lnTo>
                  <a:pt x="1539" y="19832"/>
                </a:lnTo>
                <a:lnTo>
                  <a:pt x="1604" y="19629"/>
                </a:lnTo>
                <a:lnTo>
                  <a:pt x="1604" y="19427"/>
                </a:lnTo>
                <a:lnTo>
                  <a:pt x="1604" y="19224"/>
                </a:lnTo>
                <a:lnTo>
                  <a:pt x="1700" y="18905"/>
                </a:lnTo>
                <a:lnTo>
                  <a:pt x="1700" y="18702"/>
                </a:lnTo>
                <a:lnTo>
                  <a:pt x="1700" y="18499"/>
                </a:lnTo>
                <a:lnTo>
                  <a:pt x="1700" y="18296"/>
                </a:lnTo>
                <a:lnTo>
                  <a:pt x="1700" y="18093"/>
                </a:lnTo>
                <a:lnTo>
                  <a:pt x="1764" y="17774"/>
                </a:lnTo>
                <a:lnTo>
                  <a:pt x="1764" y="17571"/>
                </a:lnTo>
                <a:lnTo>
                  <a:pt x="1764" y="17368"/>
                </a:lnTo>
                <a:lnTo>
                  <a:pt x="1828" y="17165"/>
                </a:lnTo>
                <a:lnTo>
                  <a:pt x="1828" y="16962"/>
                </a:lnTo>
                <a:lnTo>
                  <a:pt x="1828" y="16643"/>
                </a:lnTo>
                <a:lnTo>
                  <a:pt x="1828" y="16440"/>
                </a:lnTo>
                <a:lnTo>
                  <a:pt x="1924" y="16237"/>
                </a:lnTo>
                <a:lnTo>
                  <a:pt x="1924" y="16034"/>
                </a:lnTo>
                <a:lnTo>
                  <a:pt x="1924" y="15831"/>
                </a:lnTo>
                <a:lnTo>
                  <a:pt x="1988" y="15512"/>
                </a:lnTo>
                <a:lnTo>
                  <a:pt x="1988" y="15309"/>
                </a:lnTo>
                <a:lnTo>
                  <a:pt x="1988" y="15106"/>
                </a:lnTo>
                <a:lnTo>
                  <a:pt x="1988" y="14903"/>
                </a:lnTo>
                <a:lnTo>
                  <a:pt x="1988" y="14700"/>
                </a:lnTo>
                <a:lnTo>
                  <a:pt x="2053" y="14497"/>
                </a:lnTo>
                <a:lnTo>
                  <a:pt x="2053" y="14178"/>
                </a:lnTo>
                <a:lnTo>
                  <a:pt x="2053" y="13975"/>
                </a:lnTo>
                <a:lnTo>
                  <a:pt x="2053" y="13772"/>
                </a:lnTo>
                <a:lnTo>
                  <a:pt x="2117" y="13569"/>
                </a:lnTo>
                <a:lnTo>
                  <a:pt x="2117" y="13366"/>
                </a:lnTo>
                <a:lnTo>
                  <a:pt x="2117" y="13163"/>
                </a:lnTo>
                <a:lnTo>
                  <a:pt x="2213" y="12845"/>
                </a:lnTo>
                <a:lnTo>
                  <a:pt x="2213" y="12642"/>
                </a:lnTo>
                <a:lnTo>
                  <a:pt x="2213" y="12439"/>
                </a:lnTo>
                <a:lnTo>
                  <a:pt x="2213" y="12236"/>
                </a:lnTo>
                <a:lnTo>
                  <a:pt x="2213" y="12033"/>
                </a:lnTo>
                <a:lnTo>
                  <a:pt x="2277" y="11859"/>
                </a:lnTo>
                <a:lnTo>
                  <a:pt x="2277" y="11656"/>
                </a:lnTo>
                <a:lnTo>
                  <a:pt x="2277" y="11511"/>
                </a:lnTo>
                <a:lnTo>
                  <a:pt x="2277" y="11308"/>
                </a:lnTo>
                <a:lnTo>
                  <a:pt x="2341" y="11105"/>
                </a:lnTo>
                <a:lnTo>
                  <a:pt x="2341" y="10902"/>
                </a:lnTo>
                <a:lnTo>
                  <a:pt x="2341" y="10728"/>
                </a:lnTo>
                <a:lnTo>
                  <a:pt x="2341" y="10525"/>
                </a:lnTo>
                <a:lnTo>
                  <a:pt x="2341" y="10322"/>
                </a:lnTo>
                <a:lnTo>
                  <a:pt x="2406" y="10119"/>
                </a:lnTo>
                <a:lnTo>
                  <a:pt x="2406" y="9916"/>
                </a:lnTo>
                <a:lnTo>
                  <a:pt x="2406" y="9597"/>
                </a:lnTo>
                <a:lnTo>
                  <a:pt x="2502" y="9394"/>
                </a:lnTo>
                <a:lnTo>
                  <a:pt x="2502" y="9191"/>
                </a:lnTo>
                <a:lnTo>
                  <a:pt x="2502" y="8988"/>
                </a:lnTo>
                <a:lnTo>
                  <a:pt x="2502" y="8785"/>
                </a:lnTo>
                <a:lnTo>
                  <a:pt x="2502" y="8582"/>
                </a:lnTo>
                <a:lnTo>
                  <a:pt x="2566" y="8379"/>
                </a:lnTo>
                <a:lnTo>
                  <a:pt x="2566" y="8176"/>
                </a:lnTo>
                <a:lnTo>
                  <a:pt x="2566" y="8002"/>
                </a:lnTo>
                <a:lnTo>
                  <a:pt x="2566" y="7799"/>
                </a:lnTo>
                <a:lnTo>
                  <a:pt x="2630" y="7654"/>
                </a:lnTo>
                <a:lnTo>
                  <a:pt x="2630" y="7451"/>
                </a:lnTo>
                <a:lnTo>
                  <a:pt x="2630" y="7248"/>
                </a:lnTo>
                <a:lnTo>
                  <a:pt x="2630" y="7045"/>
                </a:lnTo>
                <a:lnTo>
                  <a:pt x="2630" y="6871"/>
                </a:lnTo>
                <a:lnTo>
                  <a:pt x="2726" y="6668"/>
                </a:lnTo>
                <a:lnTo>
                  <a:pt x="2726" y="6466"/>
                </a:lnTo>
                <a:lnTo>
                  <a:pt x="2726" y="6263"/>
                </a:lnTo>
                <a:lnTo>
                  <a:pt x="2726" y="6060"/>
                </a:lnTo>
                <a:lnTo>
                  <a:pt x="2790" y="5857"/>
                </a:lnTo>
                <a:lnTo>
                  <a:pt x="2790" y="5654"/>
                </a:lnTo>
                <a:lnTo>
                  <a:pt x="2790" y="5451"/>
                </a:lnTo>
                <a:lnTo>
                  <a:pt x="2790" y="5277"/>
                </a:lnTo>
                <a:lnTo>
                  <a:pt x="2790" y="5074"/>
                </a:lnTo>
                <a:lnTo>
                  <a:pt x="2855" y="4871"/>
                </a:lnTo>
                <a:lnTo>
                  <a:pt x="2855" y="4726"/>
                </a:lnTo>
                <a:lnTo>
                  <a:pt x="2855" y="4523"/>
                </a:lnTo>
                <a:lnTo>
                  <a:pt x="2855" y="4320"/>
                </a:lnTo>
                <a:lnTo>
                  <a:pt x="2855" y="4146"/>
                </a:lnTo>
                <a:lnTo>
                  <a:pt x="2919" y="3943"/>
                </a:lnTo>
                <a:lnTo>
                  <a:pt x="2919" y="3740"/>
                </a:lnTo>
                <a:lnTo>
                  <a:pt x="2919" y="3537"/>
                </a:lnTo>
                <a:lnTo>
                  <a:pt x="2919" y="3334"/>
                </a:lnTo>
                <a:lnTo>
                  <a:pt x="3015" y="3131"/>
                </a:lnTo>
                <a:lnTo>
                  <a:pt x="3015" y="2928"/>
                </a:lnTo>
                <a:lnTo>
                  <a:pt x="3015" y="2725"/>
                </a:lnTo>
                <a:lnTo>
                  <a:pt x="3015" y="2551"/>
                </a:lnTo>
                <a:lnTo>
                  <a:pt x="3015" y="2348"/>
                </a:lnTo>
                <a:lnTo>
                  <a:pt x="3079" y="2145"/>
                </a:lnTo>
                <a:lnTo>
                  <a:pt x="3079" y="1942"/>
                </a:lnTo>
                <a:lnTo>
                  <a:pt x="3079" y="1739"/>
                </a:lnTo>
                <a:lnTo>
                  <a:pt x="3079" y="1536"/>
                </a:lnTo>
                <a:lnTo>
                  <a:pt x="3143" y="1333"/>
                </a:lnTo>
                <a:lnTo>
                  <a:pt x="3143" y="1130"/>
                </a:lnTo>
                <a:lnTo>
                  <a:pt x="3143" y="927"/>
                </a:lnTo>
                <a:lnTo>
                  <a:pt x="3143" y="753"/>
                </a:lnTo>
                <a:lnTo>
                  <a:pt x="3143" y="550"/>
                </a:lnTo>
                <a:lnTo>
                  <a:pt x="3240" y="347"/>
                </a:lnTo>
                <a:lnTo>
                  <a:pt x="3240" y="144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604448" y="3461845"/>
            <a:ext cx="3208" cy="40564"/>
          </a:xfrm>
          <a:custGeom>
            <a:avLst/>
            <a:gdLst/>
            <a:ahLst/>
            <a:cxnLst/>
            <a:rect l="l" t="t" r="r" b="b"/>
            <a:pathLst>
              <a:path w="3208" h="40564">
                <a:moveTo>
                  <a:pt x="0" y="40564"/>
                </a:moveTo>
                <a:lnTo>
                  <a:pt x="0" y="40390"/>
                </a:lnTo>
                <a:lnTo>
                  <a:pt x="64" y="40187"/>
                </a:lnTo>
                <a:lnTo>
                  <a:pt x="64" y="39984"/>
                </a:lnTo>
                <a:lnTo>
                  <a:pt x="64" y="39781"/>
                </a:lnTo>
                <a:lnTo>
                  <a:pt x="64" y="39578"/>
                </a:lnTo>
                <a:lnTo>
                  <a:pt x="64" y="39375"/>
                </a:lnTo>
                <a:lnTo>
                  <a:pt x="128" y="39172"/>
                </a:lnTo>
                <a:lnTo>
                  <a:pt x="128" y="38970"/>
                </a:lnTo>
                <a:lnTo>
                  <a:pt x="128" y="38767"/>
                </a:lnTo>
                <a:lnTo>
                  <a:pt x="128" y="38593"/>
                </a:lnTo>
                <a:lnTo>
                  <a:pt x="192" y="38390"/>
                </a:lnTo>
                <a:lnTo>
                  <a:pt x="192" y="38187"/>
                </a:lnTo>
                <a:lnTo>
                  <a:pt x="192" y="37984"/>
                </a:lnTo>
                <a:lnTo>
                  <a:pt x="192" y="37781"/>
                </a:lnTo>
                <a:lnTo>
                  <a:pt x="192" y="37578"/>
                </a:lnTo>
                <a:lnTo>
                  <a:pt x="288" y="37375"/>
                </a:lnTo>
                <a:lnTo>
                  <a:pt x="288" y="37172"/>
                </a:lnTo>
                <a:lnTo>
                  <a:pt x="288" y="36998"/>
                </a:lnTo>
                <a:lnTo>
                  <a:pt x="288" y="36795"/>
                </a:lnTo>
                <a:lnTo>
                  <a:pt x="352" y="36592"/>
                </a:lnTo>
                <a:lnTo>
                  <a:pt x="352" y="36389"/>
                </a:lnTo>
                <a:lnTo>
                  <a:pt x="352" y="36186"/>
                </a:lnTo>
                <a:lnTo>
                  <a:pt x="352" y="35983"/>
                </a:lnTo>
                <a:lnTo>
                  <a:pt x="352" y="35780"/>
                </a:lnTo>
                <a:lnTo>
                  <a:pt x="417" y="35577"/>
                </a:lnTo>
                <a:lnTo>
                  <a:pt x="417" y="35403"/>
                </a:lnTo>
                <a:lnTo>
                  <a:pt x="417" y="35200"/>
                </a:lnTo>
                <a:lnTo>
                  <a:pt x="417" y="34997"/>
                </a:lnTo>
                <a:lnTo>
                  <a:pt x="417" y="34794"/>
                </a:lnTo>
                <a:lnTo>
                  <a:pt x="481" y="34591"/>
                </a:lnTo>
                <a:lnTo>
                  <a:pt x="481" y="34388"/>
                </a:lnTo>
                <a:lnTo>
                  <a:pt x="481" y="34185"/>
                </a:lnTo>
                <a:lnTo>
                  <a:pt x="481" y="33982"/>
                </a:lnTo>
                <a:lnTo>
                  <a:pt x="577" y="33779"/>
                </a:lnTo>
                <a:lnTo>
                  <a:pt x="577" y="33605"/>
                </a:lnTo>
                <a:lnTo>
                  <a:pt x="577" y="33402"/>
                </a:lnTo>
                <a:lnTo>
                  <a:pt x="577" y="33141"/>
                </a:lnTo>
                <a:lnTo>
                  <a:pt x="577" y="32938"/>
                </a:lnTo>
                <a:lnTo>
                  <a:pt x="641" y="32735"/>
                </a:lnTo>
                <a:lnTo>
                  <a:pt x="641" y="32533"/>
                </a:lnTo>
                <a:lnTo>
                  <a:pt x="641" y="32330"/>
                </a:lnTo>
                <a:lnTo>
                  <a:pt x="641" y="32127"/>
                </a:lnTo>
                <a:lnTo>
                  <a:pt x="705" y="31924"/>
                </a:lnTo>
                <a:lnTo>
                  <a:pt x="705" y="31721"/>
                </a:lnTo>
                <a:lnTo>
                  <a:pt x="705" y="31518"/>
                </a:lnTo>
                <a:lnTo>
                  <a:pt x="705" y="31344"/>
                </a:lnTo>
                <a:lnTo>
                  <a:pt x="705" y="31141"/>
                </a:lnTo>
                <a:lnTo>
                  <a:pt x="802" y="30938"/>
                </a:lnTo>
                <a:lnTo>
                  <a:pt x="802" y="30735"/>
                </a:lnTo>
                <a:lnTo>
                  <a:pt x="802" y="30532"/>
                </a:lnTo>
                <a:lnTo>
                  <a:pt x="802" y="30329"/>
                </a:lnTo>
                <a:lnTo>
                  <a:pt x="866" y="30126"/>
                </a:lnTo>
                <a:lnTo>
                  <a:pt x="866" y="29923"/>
                </a:lnTo>
                <a:lnTo>
                  <a:pt x="866" y="29749"/>
                </a:lnTo>
                <a:lnTo>
                  <a:pt x="866" y="29546"/>
                </a:lnTo>
                <a:lnTo>
                  <a:pt x="866" y="29343"/>
                </a:lnTo>
                <a:lnTo>
                  <a:pt x="930" y="29140"/>
                </a:lnTo>
                <a:lnTo>
                  <a:pt x="930" y="28937"/>
                </a:lnTo>
                <a:lnTo>
                  <a:pt x="930" y="28734"/>
                </a:lnTo>
                <a:lnTo>
                  <a:pt x="930" y="28531"/>
                </a:lnTo>
                <a:lnTo>
                  <a:pt x="994" y="28328"/>
                </a:lnTo>
                <a:lnTo>
                  <a:pt x="994" y="28154"/>
                </a:lnTo>
                <a:lnTo>
                  <a:pt x="994" y="27951"/>
                </a:lnTo>
                <a:lnTo>
                  <a:pt x="994" y="27661"/>
                </a:lnTo>
                <a:lnTo>
                  <a:pt x="994" y="27487"/>
                </a:lnTo>
                <a:lnTo>
                  <a:pt x="1090" y="27284"/>
                </a:lnTo>
                <a:lnTo>
                  <a:pt x="1090" y="27081"/>
                </a:lnTo>
                <a:lnTo>
                  <a:pt x="1090" y="26878"/>
                </a:lnTo>
                <a:lnTo>
                  <a:pt x="1090" y="26675"/>
                </a:lnTo>
                <a:lnTo>
                  <a:pt x="1154" y="26472"/>
                </a:lnTo>
                <a:lnTo>
                  <a:pt x="1154" y="26269"/>
                </a:lnTo>
                <a:lnTo>
                  <a:pt x="1154" y="26067"/>
                </a:lnTo>
                <a:lnTo>
                  <a:pt x="1154" y="25893"/>
                </a:lnTo>
                <a:lnTo>
                  <a:pt x="1154" y="25690"/>
                </a:lnTo>
                <a:lnTo>
                  <a:pt x="1219" y="25487"/>
                </a:lnTo>
                <a:lnTo>
                  <a:pt x="1219" y="25284"/>
                </a:lnTo>
                <a:lnTo>
                  <a:pt x="1219" y="25081"/>
                </a:lnTo>
                <a:lnTo>
                  <a:pt x="1219" y="24878"/>
                </a:lnTo>
                <a:lnTo>
                  <a:pt x="1219" y="24675"/>
                </a:lnTo>
                <a:lnTo>
                  <a:pt x="1315" y="24472"/>
                </a:lnTo>
                <a:lnTo>
                  <a:pt x="1315" y="24211"/>
                </a:lnTo>
                <a:lnTo>
                  <a:pt x="1315" y="24008"/>
                </a:lnTo>
                <a:lnTo>
                  <a:pt x="1315" y="23805"/>
                </a:lnTo>
                <a:lnTo>
                  <a:pt x="1379" y="23631"/>
                </a:lnTo>
                <a:lnTo>
                  <a:pt x="1379" y="23428"/>
                </a:lnTo>
                <a:lnTo>
                  <a:pt x="1379" y="23225"/>
                </a:lnTo>
                <a:lnTo>
                  <a:pt x="1379" y="23022"/>
                </a:lnTo>
                <a:lnTo>
                  <a:pt x="1379" y="22819"/>
                </a:lnTo>
                <a:lnTo>
                  <a:pt x="1443" y="22616"/>
                </a:lnTo>
                <a:lnTo>
                  <a:pt x="1443" y="22413"/>
                </a:lnTo>
                <a:lnTo>
                  <a:pt x="1443" y="22210"/>
                </a:lnTo>
                <a:lnTo>
                  <a:pt x="1443" y="22036"/>
                </a:lnTo>
                <a:lnTo>
                  <a:pt x="1507" y="21833"/>
                </a:lnTo>
                <a:lnTo>
                  <a:pt x="1507" y="21630"/>
                </a:lnTo>
                <a:lnTo>
                  <a:pt x="1507" y="21369"/>
                </a:lnTo>
                <a:lnTo>
                  <a:pt x="1507" y="21166"/>
                </a:lnTo>
                <a:lnTo>
                  <a:pt x="1507" y="20963"/>
                </a:lnTo>
                <a:lnTo>
                  <a:pt x="1604" y="20760"/>
                </a:lnTo>
                <a:lnTo>
                  <a:pt x="1604" y="20557"/>
                </a:lnTo>
                <a:lnTo>
                  <a:pt x="1604" y="20354"/>
                </a:lnTo>
                <a:lnTo>
                  <a:pt x="1604" y="20151"/>
                </a:lnTo>
                <a:lnTo>
                  <a:pt x="1668" y="19948"/>
                </a:lnTo>
                <a:lnTo>
                  <a:pt x="1668" y="19774"/>
                </a:lnTo>
                <a:lnTo>
                  <a:pt x="1668" y="19571"/>
                </a:lnTo>
                <a:lnTo>
                  <a:pt x="1668" y="19369"/>
                </a:lnTo>
                <a:lnTo>
                  <a:pt x="1668" y="19166"/>
                </a:lnTo>
                <a:lnTo>
                  <a:pt x="1732" y="18905"/>
                </a:lnTo>
                <a:lnTo>
                  <a:pt x="1732" y="18702"/>
                </a:lnTo>
                <a:lnTo>
                  <a:pt x="1732" y="18499"/>
                </a:lnTo>
                <a:lnTo>
                  <a:pt x="1732" y="18296"/>
                </a:lnTo>
                <a:lnTo>
                  <a:pt x="1796" y="18093"/>
                </a:lnTo>
                <a:lnTo>
                  <a:pt x="1796" y="17890"/>
                </a:lnTo>
                <a:lnTo>
                  <a:pt x="1796" y="17687"/>
                </a:lnTo>
                <a:lnTo>
                  <a:pt x="1796" y="17513"/>
                </a:lnTo>
                <a:lnTo>
                  <a:pt x="1796" y="17310"/>
                </a:lnTo>
                <a:lnTo>
                  <a:pt x="1892" y="17107"/>
                </a:lnTo>
                <a:lnTo>
                  <a:pt x="1892" y="16904"/>
                </a:lnTo>
                <a:lnTo>
                  <a:pt x="1892" y="16643"/>
                </a:lnTo>
                <a:lnTo>
                  <a:pt x="1892" y="16440"/>
                </a:lnTo>
                <a:lnTo>
                  <a:pt x="1956" y="16237"/>
                </a:lnTo>
                <a:lnTo>
                  <a:pt x="1956" y="16034"/>
                </a:lnTo>
                <a:lnTo>
                  <a:pt x="1956" y="15831"/>
                </a:lnTo>
                <a:lnTo>
                  <a:pt x="1956" y="15628"/>
                </a:lnTo>
                <a:lnTo>
                  <a:pt x="1956" y="15454"/>
                </a:lnTo>
                <a:lnTo>
                  <a:pt x="2021" y="15251"/>
                </a:lnTo>
                <a:lnTo>
                  <a:pt x="2021" y="15048"/>
                </a:lnTo>
                <a:lnTo>
                  <a:pt x="2021" y="14845"/>
                </a:lnTo>
                <a:lnTo>
                  <a:pt x="2021" y="14642"/>
                </a:lnTo>
                <a:lnTo>
                  <a:pt x="2021" y="14381"/>
                </a:lnTo>
                <a:lnTo>
                  <a:pt x="2117" y="14178"/>
                </a:lnTo>
                <a:lnTo>
                  <a:pt x="2117" y="13975"/>
                </a:lnTo>
                <a:lnTo>
                  <a:pt x="2117" y="13830"/>
                </a:lnTo>
                <a:lnTo>
                  <a:pt x="2117" y="13656"/>
                </a:lnTo>
                <a:lnTo>
                  <a:pt x="2181" y="13453"/>
                </a:lnTo>
                <a:lnTo>
                  <a:pt x="2181" y="13250"/>
                </a:lnTo>
                <a:lnTo>
                  <a:pt x="2181" y="13047"/>
                </a:lnTo>
                <a:lnTo>
                  <a:pt x="2181" y="12845"/>
                </a:lnTo>
                <a:lnTo>
                  <a:pt x="2181" y="12642"/>
                </a:lnTo>
                <a:lnTo>
                  <a:pt x="2245" y="12381"/>
                </a:lnTo>
                <a:lnTo>
                  <a:pt x="2245" y="12178"/>
                </a:lnTo>
                <a:lnTo>
                  <a:pt x="2245" y="11975"/>
                </a:lnTo>
                <a:lnTo>
                  <a:pt x="2245" y="11772"/>
                </a:lnTo>
                <a:lnTo>
                  <a:pt x="2309" y="11569"/>
                </a:lnTo>
                <a:lnTo>
                  <a:pt x="2309" y="11395"/>
                </a:lnTo>
                <a:lnTo>
                  <a:pt x="2309" y="11192"/>
                </a:lnTo>
                <a:lnTo>
                  <a:pt x="2309" y="10989"/>
                </a:lnTo>
                <a:lnTo>
                  <a:pt x="2309" y="10786"/>
                </a:lnTo>
                <a:lnTo>
                  <a:pt x="2406" y="10525"/>
                </a:lnTo>
                <a:lnTo>
                  <a:pt x="2406" y="10322"/>
                </a:lnTo>
                <a:lnTo>
                  <a:pt x="2406" y="10119"/>
                </a:lnTo>
                <a:lnTo>
                  <a:pt x="2406" y="9916"/>
                </a:lnTo>
                <a:lnTo>
                  <a:pt x="2470" y="9713"/>
                </a:lnTo>
                <a:lnTo>
                  <a:pt x="2470" y="9510"/>
                </a:lnTo>
                <a:lnTo>
                  <a:pt x="2470" y="9336"/>
                </a:lnTo>
                <a:lnTo>
                  <a:pt x="2470" y="9133"/>
                </a:lnTo>
                <a:lnTo>
                  <a:pt x="2470" y="8930"/>
                </a:lnTo>
                <a:lnTo>
                  <a:pt x="2534" y="8669"/>
                </a:lnTo>
                <a:lnTo>
                  <a:pt x="2534" y="8466"/>
                </a:lnTo>
                <a:lnTo>
                  <a:pt x="2534" y="8263"/>
                </a:lnTo>
                <a:lnTo>
                  <a:pt x="2534" y="8060"/>
                </a:lnTo>
                <a:lnTo>
                  <a:pt x="2598" y="7857"/>
                </a:lnTo>
                <a:lnTo>
                  <a:pt x="2598" y="7654"/>
                </a:lnTo>
                <a:lnTo>
                  <a:pt x="2598" y="7451"/>
                </a:lnTo>
                <a:lnTo>
                  <a:pt x="2598" y="7248"/>
                </a:lnTo>
                <a:lnTo>
                  <a:pt x="2598" y="7074"/>
                </a:lnTo>
                <a:lnTo>
                  <a:pt x="2694" y="6784"/>
                </a:lnTo>
                <a:lnTo>
                  <a:pt x="2694" y="6581"/>
                </a:lnTo>
                <a:lnTo>
                  <a:pt x="2694" y="6408"/>
                </a:lnTo>
                <a:lnTo>
                  <a:pt x="2694" y="6205"/>
                </a:lnTo>
                <a:lnTo>
                  <a:pt x="2758" y="6002"/>
                </a:lnTo>
                <a:lnTo>
                  <a:pt x="2758" y="5799"/>
                </a:lnTo>
                <a:lnTo>
                  <a:pt x="2758" y="5596"/>
                </a:lnTo>
                <a:lnTo>
                  <a:pt x="2758" y="5393"/>
                </a:lnTo>
                <a:lnTo>
                  <a:pt x="2758" y="5190"/>
                </a:lnTo>
                <a:lnTo>
                  <a:pt x="2823" y="4929"/>
                </a:lnTo>
                <a:lnTo>
                  <a:pt x="2823" y="4726"/>
                </a:lnTo>
                <a:lnTo>
                  <a:pt x="2823" y="4523"/>
                </a:lnTo>
                <a:lnTo>
                  <a:pt x="2823" y="4349"/>
                </a:lnTo>
                <a:lnTo>
                  <a:pt x="2823" y="4146"/>
                </a:lnTo>
                <a:lnTo>
                  <a:pt x="2919" y="3943"/>
                </a:lnTo>
                <a:lnTo>
                  <a:pt x="2919" y="3740"/>
                </a:lnTo>
                <a:lnTo>
                  <a:pt x="2919" y="3537"/>
                </a:lnTo>
                <a:lnTo>
                  <a:pt x="2919" y="3276"/>
                </a:lnTo>
                <a:lnTo>
                  <a:pt x="2983" y="3073"/>
                </a:lnTo>
                <a:lnTo>
                  <a:pt x="2983" y="2870"/>
                </a:lnTo>
                <a:lnTo>
                  <a:pt x="2983" y="2667"/>
                </a:lnTo>
                <a:lnTo>
                  <a:pt x="2983" y="2464"/>
                </a:lnTo>
                <a:lnTo>
                  <a:pt x="2983" y="2261"/>
                </a:lnTo>
                <a:lnTo>
                  <a:pt x="3047" y="2087"/>
                </a:lnTo>
                <a:lnTo>
                  <a:pt x="3047" y="1884"/>
                </a:lnTo>
                <a:lnTo>
                  <a:pt x="3047" y="1681"/>
                </a:lnTo>
                <a:lnTo>
                  <a:pt x="3047" y="1420"/>
                </a:lnTo>
                <a:lnTo>
                  <a:pt x="3111" y="1217"/>
                </a:lnTo>
                <a:lnTo>
                  <a:pt x="3111" y="1014"/>
                </a:lnTo>
                <a:lnTo>
                  <a:pt x="3111" y="811"/>
                </a:lnTo>
                <a:lnTo>
                  <a:pt x="3111" y="608"/>
                </a:lnTo>
                <a:lnTo>
                  <a:pt x="3111" y="405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607656" y="3421107"/>
            <a:ext cx="3208" cy="40738"/>
          </a:xfrm>
          <a:custGeom>
            <a:avLst/>
            <a:gdLst/>
            <a:ahLst/>
            <a:cxnLst/>
            <a:rect l="l" t="t" r="r" b="b"/>
            <a:pathLst>
              <a:path w="3208" h="40738">
                <a:moveTo>
                  <a:pt x="0" y="40738"/>
                </a:moveTo>
                <a:lnTo>
                  <a:pt x="0" y="40477"/>
                </a:lnTo>
                <a:lnTo>
                  <a:pt x="0" y="40274"/>
                </a:lnTo>
                <a:lnTo>
                  <a:pt x="64" y="40100"/>
                </a:lnTo>
                <a:lnTo>
                  <a:pt x="64" y="39897"/>
                </a:lnTo>
                <a:lnTo>
                  <a:pt x="64" y="39694"/>
                </a:lnTo>
                <a:lnTo>
                  <a:pt x="64" y="39491"/>
                </a:lnTo>
                <a:lnTo>
                  <a:pt x="64" y="39288"/>
                </a:lnTo>
                <a:lnTo>
                  <a:pt x="128" y="39086"/>
                </a:lnTo>
                <a:lnTo>
                  <a:pt x="128" y="38825"/>
                </a:lnTo>
                <a:lnTo>
                  <a:pt x="128" y="38622"/>
                </a:lnTo>
                <a:lnTo>
                  <a:pt x="128" y="38419"/>
                </a:lnTo>
                <a:lnTo>
                  <a:pt x="224" y="38216"/>
                </a:lnTo>
                <a:lnTo>
                  <a:pt x="224" y="38013"/>
                </a:lnTo>
                <a:lnTo>
                  <a:pt x="224" y="37839"/>
                </a:lnTo>
                <a:lnTo>
                  <a:pt x="224" y="37636"/>
                </a:lnTo>
                <a:lnTo>
                  <a:pt x="224" y="37433"/>
                </a:lnTo>
                <a:lnTo>
                  <a:pt x="288" y="37230"/>
                </a:lnTo>
                <a:lnTo>
                  <a:pt x="288" y="36969"/>
                </a:lnTo>
                <a:lnTo>
                  <a:pt x="288" y="36766"/>
                </a:lnTo>
                <a:lnTo>
                  <a:pt x="288" y="36563"/>
                </a:lnTo>
                <a:lnTo>
                  <a:pt x="352" y="36360"/>
                </a:lnTo>
                <a:lnTo>
                  <a:pt x="352" y="36157"/>
                </a:lnTo>
                <a:lnTo>
                  <a:pt x="352" y="35954"/>
                </a:lnTo>
                <a:lnTo>
                  <a:pt x="352" y="35751"/>
                </a:lnTo>
                <a:lnTo>
                  <a:pt x="352" y="35577"/>
                </a:lnTo>
                <a:lnTo>
                  <a:pt x="417" y="35287"/>
                </a:lnTo>
                <a:lnTo>
                  <a:pt x="417" y="35113"/>
                </a:lnTo>
                <a:lnTo>
                  <a:pt x="417" y="34910"/>
                </a:lnTo>
                <a:lnTo>
                  <a:pt x="417" y="34707"/>
                </a:lnTo>
                <a:lnTo>
                  <a:pt x="417" y="34504"/>
                </a:lnTo>
                <a:lnTo>
                  <a:pt x="513" y="34301"/>
                </a:lnTo>
                <a:lnTo>
                  <a:pt x="513" y="34098"/>
                </a:lnTo>
                <a:lnTo>
                  <a:pt x="513" y="33895"/>
                </a:lnTo>
                <a:lnTo>
                  <a:pt x="513" y="33634"/>
                </a:lnTo>
                <a:lnTo>
                  <a:pt x="577" y="33431"/>
                </a:lnTo>
                <a:lnTo>
                  <a:pt x="577" y="33228"/>
                </a:lnTo>
                <a:lnTo>
                  <a:pt x="577" y="33025"/>
                </a:lnTo>
                <a:lnTo>
                  <a:pt x="577" y="32851"/>
                </a:lnTo>
                <a:lnTo>
                  <a:pt x="577" y="32648"/>
                </a:lnTo>
                <a:lnTo>
                  <a:pt x="641" y="32446"/>
                </a:lnTo>
                <a:lnTo>
                  <a:pt x="641" y="32243"/>
                </a:lnTo>
                <a:lnTo>
                  <a:pt x="641" y="32040"/>
                </a:lnTo>
                <a:lnTo>
                  <a:pt x="641" y="31779"/>
                </a:lnTo>
                <a:lnTo>
                  <a:pt x="705" y="31576"/>
                </a:lnTo>
                <a:lnTo>
                  <a:pt x="705" y="31373"/>
                </a:lnTo>
                <a:lnTo>
                  <a:pt x="705" y="31170"/>
                </a:lnTo>
                <a:lnTo>
                  <a:pt x="705" y="30967"/>
                </a:lnTo>
                <a:lnTo>
                  <a:pt x="705" y="30764"/>
                </a:lnTo>
                <a:lnTo>
                  <a:pt x="802" y="30590"/>
                </a:lnTo>
                <a:lnTo>
                  <a:pt x="802" y="30387"/>
                </a:lnTo>
                <a:lnTo>
                  <a:pt x="802" y="30184"/>
                </a:lnTo>
                <a:lnTo>
                  <a:pt x="802" y="29923"/>
                </a:lnTo>
                <a:lnTo>
                  <a:pt x="866" y="29720"/>
                </a:lnTo>
                <a:lnTo>
                  <a:pt x="866" y="29517"/>
                </a:lnTo>
                <a:lnTo>
                  <a:pt x="866" y="29314"/>
                </a:lnTo>
                <a:lnTo>
                  <a:pt x="866" y="29111"/>
                </a:lnTo>
                <a:lnTo>
                  <a:pt x="866" y="28908"/>
                </a:lnTo>
                <a:lnTo>
                  <a:pt x="930" y="28705"/>
                </a:lnTo>
                <a:lnTo>
                  <a:pt x="930" y="28502"/>
                </a:lnTo>
                <a:lnTo>
                  <a:pt x="930" y="28328"/>
                </a:lnTo>
                <a:lnTo>
                  <a:pt x="930" y="28038"/>
                </a:lnTo>
                <a:lnTo>
                  <a:pt x="1026" y="27864"/>
                </a:lnTo>
                <a:lnTo>
                  <a:pt x="1026" y="27661"/>
                </a:lnTo>
                <a:lnTo>
                  <a:pt x="1026" y="27458"/>
                </a:lnTo>
                <a:lnTo>
                  <a:pt x="1026" y="27255"/>
                </a:lnTo>
                <a:lnTo>
                  <a:pt x="1026" y="27052"/>
                </a:lnTo>
                <a:lnTo>
                  <a:pt x="1090" y="26849"/>
                </a:lnTo>
                <a:lnTo>
                  <a:pt x="1090" y="26646"/>
                </a:lnTo>
                <a:lnTo>
                  <a:pt x="1090" y="26443"/>
                </a:lnTo>
                <a:lnTo>
                  <a:pt x="1090" y="26182"/>
                </a:lnTo>
                <a:lnTo>
                  <a:pt x="1154" y="25980"/>
                </a:lnTo>
                <a:lnTo>
                  <a:pt x="1154" y="25777"/>
                </a:lnTo>
                <a:lnTo>
                  <a:pt x="1154" y="25603"/>
                </a:lnTo>
                <a:lnTo>
                  <a:pt x="1154" y="25400"/>
                </a:lnTo>
                <a:lnTo>
                  <a:pt x="1154" y="25197"/>
                </a:lnTo>
                <a:lnTo>
                  <a:pt x="1219" y="24994"/>
                </a:lnTo>
                <a:lnTo>
                  <a:pt x="1219" y="24791"/>
                </a:lnTo>
                <a:lnTo>
                  <a:pt x="1219" y="24588"/>
                </a:lnTo>
                <a:lnTo>
                  <a:pt x="1219" y="24327"/>
                </a:lnTo>
                <a:lnTo>
                  <a:pt x="1219" y="24124"/>
                </a:lnTo>
                <a:lnTo>
                  <a:pt x="1315" y="23921"/>
                </a:lnTo>
                <a:lnTo>
                  <a:pt x="1315" y="23718"/>
                </a:lnTo>
                <a:lnTo>
                  <a:pt x="1315" y="23515"/>
                </a:lnTo>
                <a:lnTo>
                  <a:pt x="1315" y="23341"/>
                </a:lnTo>
                <a:lnTo>
                  <a:pt x="1379" y="23138"/>
                </a:lnTo>
                <a:lnTo>
                  <a:pt x="1379" y="22935"/>
                </a:lnTo>
                <a:lnTo>
                  <a:pt x="1379" y="22732"/>
                </a:lnTo>
                <a:lnTo>
                  <a:pt x="1379" y="22529"/>
                </a:lnTo>
                <a:lnTo>
                  <a:pt x="1379" y="22268"/>
                </a:lnTo>
                <a:lnTo>
                  <a:pt x="1443" y="22065"/>
                </a:lnTo>
                <a:lnTo>
                  <a:pt x="1443" y="21862"/>
                </a:lnTo>
                <a:lnTo>
                  <a:pt x="1443" y="21659"/>
                </a:lnTo>
                <a:lnTo>
                  <a:pt x="1443" y="21456"/>
                </a:lnTo>
                <a:lnTo>
                  <a:pt x="1507" y="21282"/>
                </a:lnTo>
                <a:lnTo>
                  <a:pt x="1507" y="21079"/>
                </a:lnTo>
                <a:lnTo>
                  <a:pt x="1507" y="20876"/>
                </a:lnTo>
                <a:lnTo>
                  <a:pt x="1507" y="20673"/>
                </a:lnTo>
                <a:lnTo>
                  <a:pt x="1507" y="20470"/>
                </a:lnTo>
                <a:lnTo>
                  <a:pt x="1604" y="20267"/>
                </a:lnTo>
                <a:lnTo>
                  <a:pt x="1604" y="20006"/>
                </a:lnTo>
                <a:lnTo>
                  <a:pt x="1604" y="19803"/>
                </a:lnTo>
                <a:lnTo>
                  <a:pt x="1604" y="19600"/>
                </a:lnTo>
                <a:lnTo>
                  <a:pt x="1668" y="19398"/>
                </a:lnTo>
                <a:lnTo>
                  <a:pt x="1668" y="19195"/>
                </a:lnTo>
                <a:lnTo>
                  <a:pt x="1668" y="19021"/>
                </a:lnTo>
                <a:lnTo>
                  <a:pt x="1668" y="18818"/>
                </a:lnTo>
                <a:lnTo>
                  <a:pt x="1668" y="18615"/>
                </a:lnTo>
                <a:lnTo>
                  <a:pt x="1732" y="18412"/>
                </a:lnTo>
                <a:lnTo>
                  <a:pt x="1732" y="18209"/>
                </a:lnTo>
                <a:lnTo>
                  <a:pt x="1732" y="18006"/>
                </a:lnTo>
                <a:lnTo>
                  <a:pt x="1732" y="17745"/>
                </a:lnTo>
                <a:lnTo>
                  <a:pt x="1828" y="17542"/>
                </a:lnTo>
                <a:lnTo>
                  <a:pt x="1828" y="17339"/>
                </a:lnTo>
                <a:lnTo>
                  <a:pt x="1828" y="17136"/>
                </a:lnTo>
                <a:lnTo>
                  <a:pt x="1828" y="16933"/>
                </a:lnTo>
                <a:lnTo>
                  <a:pt x="1828" y="16759"/>
                </a:lnTo>
                <a:lnTo>
                  <a:pt x="1892" y="16556"/>
                </a:lnTo>
                <a:lnTo>
                  <a:pt x="1892" y="16353"/>
                </a:lnTo>
                <a:lnTo>
                  <a:pt x="1892" y="16150"/>
                </a:lnTo>
                <a:lnTo>
                  <a:pt x="1892" y="15947"/>
                </a:lnTo>
                <a:lnTo>
                  <a:pt x="1956" y="15744"/>
                </a:lnTo>
                <a:lnTo>
                  <a:pt x="1956" y="15541"/>
                </a:lnTo>
                <a:lnTo>
                  <a:pt x="1956" y="15338"/>
                </a:lnTo>
                <a:lnTo>
                  <a:pt x="1956" y="15077"/>
                </a:lnTo>
                <a:lnTo>
                  <a:pt x="1956" y="14874"/>
                </a:lnTo>
                <a:lnTo>
                  <a:pt x="2021" y="14671"/>
                </a:lnTo>
                <a:lnTo>
                  <a:pt x="2021" y="14497"/>
                </a:lnTo>
                <a:lnTo>
                  <a:pt x="2021" y="14294"/>
                </a:lnTo>
                <a:lnTo>
                  <a:pt x="2021" y="14091"/>
                </a:lnTo>
                <a:lnTo>
                  <a:pt x="2021" y="13888"/>
                </a:lnTo>
                <a:lnTo>
                  <a:pt x="2117" y="13685"/>
                </a:lnTo>
                <a:lnTo>
                  <a:pt x="2117" y="13482"/>
                </a:lnTo>
                <a:lnTo>
                  <a:pt x="2117" y="13279"/>
                </a:lnTo>
                <a:lnTo>
                  <a:pt x="2117" y="13076"/>
                </a:lnTo>
                <a:lnTo>
                  <a:pt x="2181" y="12903"/>
                </a:lnTo>
                <a:lnTo>
                  <a:pt x="2181" y="12700"/>
                </a:lnTo>
                <a:lnTo>
                  <a:pt x="2181" y="12497"/>
                </a:lnTo>
                <a:lnTo>
                  <a:pt x="2181" y="12294"/>
                </a:lnTo>
                <a:lnTo>
                  <a:pt x="2181" y="12033"/>
                </a:lnTo>
                <a:lnTo>
                  <a:pt x="2245" y="11830"/>
                </a:lnTo>
                <a:lnTo>
                  <a:pt x="2245" y="11627"/>
                </a:lnTo>
                <a:lnTo>
                  <a:pt x="2245" y="11424"/>
                </a:lnTo>
                <a:lnTo>
                  <a:pt x="2245" y="11221"/>
                </a:lnTo>
                <a:lnTo>
                  <a:pt x="2341" y="11018"/>
                </a:lnTo>
                <a:lnTo>
                  <a:pt x="2341" y="10815"/>
                </a:lnTo>
                <a:lnTo>
                  <a:pt x="2341" y="10641"/>
                </a:lnTo>
                <a:lnTo>
                  <a:pt x="2341" y="10438"/>
                </a:lnTo>
                <a:lnTo>
                  <a:pt x="2341" y="10235"/>
                </a:lnTo>
                <a:lnTo>
                  <a:pt x="2406" y="10032"/>
                </a:lnTo>
                <a:lnTo>
                  <a:pt x="2406" y="9829"/>
                </a:lnTo>
                <a:lnTo>
                  <a:pt x="2406" y="9626"/>
                </a:lnTo>
                <a:lnTo>
                  <a:pt x="2406" y="9423"/>
                </a:lnTo>
                <a:lnTo>
                  <a:pt x="2470" y="9220"/>
                </a:lnTo>
                <a:lnTo>
                  <a:pt x="2470" y="9046"/>
                </a:lnTo>
                <a:lnTo>
                  <a:pt x="2470" y="8843"/>
                </a:lnTo>
                <a:lnTo>
                  <a:pt x="2470" y="8640"/>
                </a:lnTo>
                <a:lnTo>
                  <a:pt x="2470" y="8437"/>
                </a:lnTo>
                <a:lnTo>
                  <a:pt x="2534" y="8176"/>
                </a:lnTo>
                <a:lnTo>
                  <a:pt x="2534" y="7973"/>
                </a:lnTo>
                <a:lnTo>
                  <a:pt x="2534" y="7770"/>
                </a:lnTo>
                <a:lnTo>
                  <a:pt x="2534" y="7567"/>
                </a:lnTo>
                <a:lnTo>
                  <a:pt x="2630" y="7364"/>
                </a:lnTo>
                <a:lnTo>
                  <a:pt x="2630" y="7161"/>
                </a:lnTo>
                <a:lnTo>
                  <a:pt x="2630" y="6958"/>
                </a:lnTo>
                <a:lnTo>
                  <a:pt x="2630" y="6784"/>
                </a:lnTo>
                <a:lnTo>
                  <a:pt x="2630" y="6581"/>
                </a:lnTo>
                <a:lnTo>
                  <a:pt x="2694" y="6379"/>
                </a:lnTo>
                <a:lnTo>
                  <a:pt x="2694" y="6176"/>
                </a:lnTo>
                <a:lnTo>
                  <a:pt x="2694" y="5973"/>
                </a:lnTo>
                <a:lnTo>
                  <a:pt x="2694" y="5770"/>
                </a:lnTo>
                <a:lnTo>
                  <a:pt x="2758" y="5567"/>
                </a:lnTo>
                <a:lnTo>
                  <a:pt x="2758" y="5364"/>
                </a:lnTo>
                <a:lnTo>
                  <a:pt x="2758" y="5190"/>
                </a:lnTo>
                <a:lnTo>
                  <a:pt x="2758" y="4987"/>
                </a:lnTo>
                <a:lnTo>
                  <a:pt x="2758" y="4784"/>
                </a:lnTo>
                <a:lnTo>
                  <a:pt x="2823" y="4581"/>
                </a:lnTo>
                <a:lnTo>
                  <a:pt x="2823" y="4378"/>
                </a:lnTo>
                <a:lnTo>
                  <a:pt x="2823" y="4175"/>
                </a:lnTo>
                <a:lnTo>
                  <a:pt x="2823" y="3972"/>
                </a:lnTo>
                <a:lnTo>
                  <a:pt x="2823" y="3769"/>
                </a:lnTo>
                <a:lnTo>
                  <a:pt x="2919" y="3566"/>
                </a:lnTo>
                <a:lnTo>
                  <a:pt x="2919" y="3392"/>
                </a:lnTo>
                <a:lnTo>
                  <a:pt x="2919" y="3189"/>
                </a:lnTo>
                <a:lnTo>
                  <a:pt x="2919" y="2986"/>
                </a:lnTo>
                <a:lnTo>
                  <a:pt x="2983" y="2783"/>
                </a:lnTo>
                <a:lnTo>
                  <a:pt x="2983" y="2580"/>
                </a:lnTo>
                <a:lnTo>
                  <a:pt x="2983" y="2377"/>
                </a:lnTo>
                <a:lnTo>
                  <a:pt x="2983" y="2174"/>
                </a:lnTo>
                <a:lnTo>
                  <a:pt x="2983" y="1971"/>
                </a:lnTo>
                <a:lnTo>
                  <a:pt x="3047" y="1797"/>
                </a:lnTo>
                <a:lnTo>
                  <a:pt x="3047" y="1594"/>
                </a:lnTo>
                <a:lnTo>
                  <a:pt x="3047" y="1391"/>
                </a:lnTo>
                <a:lnTo>
                  <a:pt x="3047" y="1188"/>
                </a:lnTo>
                <a:lnTo>
                  <a:pt x="3143" y="985"/>
                </a:lnTo>
                <a:lnTo>
                  <a:pt x="3143" y="782"/>
                </a:lnTo>
                <a:lnTo>
                  <a:pt x="3143" y="579"/>
                </a:lnTo>
                <a:lnTo>
                  <a:pt x="3143" y="376"/>
                </a:lnTo>
                <a:lnTo>
                  <a:pt x="3143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610864" y="3383847"/>
            <a:ext cx="3143" cy="37259"/>
          </a:xfrm>
          <a:custGeom>
            <a:avLst/>
            <a:gdLst/>
            <a:ahLst/>
            <a:cxnLst/>
            <a:rect l="l" t="t" r="r" b="b"/>
            <a:pathLst>
              <a:path w="3143" h="37259">
                <a:moveTo>
                  <a:pt x="0" y="37259"/>
                </a:moveTo>
                <a:lnTo>
                  <a:pt x="0" y="37056"/>
                </a:lnTo>
                <a:lnTo>
                  <a:pt x="0" y="36853"/>
                </a:lnTo>
                <a:lnTo>
                  <a:pt x="0" y="36650"/>
                </a:lnTo>
                <a:lnTo>
                  <a:pt x="64" y="36447"/>
                </a:lnTo>
                <a:lnTo>
                  <a:pt x="64" y="36244"/>
                </a:lnTo>
                <a:lnTo>
                  <a:pt x="64" y="36041"/>
                </a:lnTo>
                <a:lnTo>
                  <a:pt x="64" y="35838"/>
                </a:lnTo>
                <a:lnTo>
                  <a:pt x="64" y="35664"/>
                </a:lnTo>
                <a:lnTo>
                  <a:pt x="128" y="35461"/>
                </a:lnTo>
                <a:lnTo>
                  <a:pt x="128" y="35258"/>
                </a:lnTo>
                <a:lnTo>
                  <a:pt x="128" y="35055"/>
                </a:lnTo>
                <a:lnTo>
                  <a:pt x="128" y="34852"/>
                </a:lnTo>
                <a:lnTo>
                  <a:pt x="224" y="34649"/>
                </a:lnTo>
                <a:lnTo>
                  <a:pt x="224" y="34446"/>
                </a:lnTo>
                <a:lnTo>
                  <a:pt x="224" y="34243"/>
                </a:lnTo>
                <a:lnTo>
                  <a:pt x="224" y="34069"/>
                </a:lnTo>
                <a:lnTo>
                  <a:pt x="224" y="33866"/>
                </a:lnTo>
                <a:lnTo>
                  <a:pt x="288" y="33663"/>
                </a:lnTo>
                <a:lnTo>
                  <a:pt x="288" y="33460"/>
                </a:lnTo>
                <a:lnTo>
                  <a:pt x="288" y="33257"/>
                </a:lnTo>
                <a:lnTo>
                  <a:pt x="288" y="33054"/>
                </a:lnTo>
                <a:lnTo>
                  <a:pt x="352" y="32851"/>
                </a:lnTo>
                <a:lnTo>
                  <a:pt x="352" y="32648"/>
                </a:lnTo>
                <a:lnTo>
                  <a:pt x="352" y="32475"/>
                </a:lnTo>
                <a:lnTo>
                  <a:pt x="352" y="32272"/>
                </a:lnTo>
                <a:lnTo>
                  <a:pt x="352" y="32069"/>
                </a:lnTo>
                <a:lnTo>
                  <a:pt x="449" y="31866"/>
                </a:lnTo>
                <a:lnTo>
                  <a:pt x="449" y="31663"/>
                </a:lnTo>
                <a:lnTo>
                  <a:pt x="449" y="31518"/>
                </a:lnTo>
                <a:lnTo>
                  <a:pt x="449" y="31344"/>
                </a:lnTo>
                <a:lnTo>
                  <a:pt x="449" y="31141"/>
                </a:lnTo>
                <a:lnTo>
                  <a:pt x="513" y="30938"/>
                </a:lnTo>
                <a:lnTo>
                  <a:pt x="513" y="30735"/>
                </a:lnTo>
                <a:lnTo>
                  <a:pt x="513" y="30532"/>
                </a:lnTo>
                <a:lnTo>
                  <a:pt x="513" y="30329"/>
                </a:lnTo>
                <a:lnTo>
                  <a:pt x="577" y="30126"/>
                </a:lnTo>
                <a:lnTo>
                  <a:pt x="577" y="29923"/>
                </a:lnTo>
                <a:lnTo>
                  <a:pt x="577" y="29720"/>
                </a:lnTo>
                <a:lnTo>
                  <a:pt x="577" y="29546"/>
                </a:lnTo>
                <a:lnTo>
                  <a:pt x="577" y="29343"/>
                </a:lnTo>
                <a:lnTo>
                  <a:pt x="641" y="29140"/>
                </a:lnTo>
                <a:lnTo>
                  <a:pt x="641" y="28937"/>
                </a:lnTo>
                <a:lnTo>
                  <a:pt x="641" y="28734"/>
                </a:lnTo>
                <a:lnTo>
                  <a:pt x="641" y="28531"/>
                </a:lnTo>
                <a:lnTo>
                  <a:pt x="737" y="28212"/>
                </a:lnTo>
                <a:lnTo>
                  <a:pt x="737" y="28009"/>
                </a:lnTo>
                <a:lnTo>
                  <a:pt x="737" y="27806"/>
                </a:lnTo>
                <a:lnTo>
                  <a:pt x="737" y="27603"/>
                </a:lnTo>
                <a:lnTo>
                  <a:pt x="802" y="27400"/>
                </a:lnTo>
                <a:lnTo>
                  <a:pt x="802" y="27197"/>
                </a:lnTo>
                <a:lnTo>
                  <a:pt x="802" y="26994"/>
                </a:lnTo>
                <a:lnTo>
                  <a:pt x="802" y="26820"/>
                </a:lnTo>
                <a:lnTo>
                  <a:pt x="866" y="26617"/>
                </a:lnTo>
                <a:lnTo>
                  <a:pt x="866" y="26414"/>
                </a:lnTo>
                <a:lnTo>
                  <a:pt x="866" y="26211"/>
                </a:lnTo>
                <a:lnTo>
                  <a:pt x="866" y="26067"/>
                </a:lnTo>
                <a:lnTo>
                  <a:pt x="866" y="25864"/>
                </a:lnTo>
                <a:lnTo>
                  <a:pt x="930" y="25690"/>
                </a:lnTo>
                <a:lnTo>
                  <a:pt x="930" y="25487"/>
                </a:lnTo>
                <a:lnTo>
                  <a:pt x="930" y="25284"/>
                </a:lnTo>
                <a:lnTo>
                  <a:pt x="930" y="25081"/>
                </a:lnTo>
                <a:lnTo>
                  <a:pt x="1026" y="24878"/>
                </a:lnTo>
                <a:lnTo>
                  <a:pt x="1026" y="24675"/>
                </a:lnTo>
                <a:lnTo>
                  <a:pt x="1026" y="24472"/>
                </a:lnTo>
                <a:lnTo>
                  <a:pt x="1026" y="24269"/>
                </a:lnTo>
                <a:lnTo>
                  <a:pt x="1090" y="23950"/>
                </a:lnTo>
                <a:lnTo>
                  <a:pt x="1090" y="23747"/>
                </a:lnTo>
                <a:lnTo>
                  <a:pt x="1090" y="23544"/>
                </a:lnTo>
                <a:lnTo>
                  <a:pt x="1090" y="23341"/>
                </a:lnTo>
                <a:lnTo>
                  <a:pt x="1154" y="23138"/>
                </a:lnTo>
                <a:lnTo>
                  <a:pt x="1154" y="22964"/>
                </a:lnTo>
                <a:lnTo>
                  <a:pt x="1154" y="22761"/>
                </a:lnTo>
                <a:lnTo>
                  <a:pt x="1154" y="22616"/>
                </a:lnTo>
                <a:lnTo>
                  <a:pt x="1154" y="22413"/>
                </a:lnTo>
                <a:lnTo>
                  <a:pt x="1251" y="22210"/>
                </a:lnTo>
                <a:lnTo>
                  <a:pt x="1251" y="22007"/>
                </a:lnTo>
                <a:lnTo>
                  <a:pt x="1251" y="21833"/>
                </a:lnTo>
                <a:lnTo>
                  <a:pt x="1251" y="21630"/>
                </a:lnTo>
                <a:lnTo>
                  <a:pt x="1251" y="21427"/>
                </a:lnTo>
                <a:lnTo>
                  <a:pt x="1315" y="21224"/>
                </a:lnTo>
                <a:lnTo>
                  <a:pt x="1315" y="21079"/>
                </a:lnTo>
                <a:lnTo>
                  <a:pt x="1315" y="20876"/>
                </a:lnTo>
                <a:lnTo>
                  <a:pt x="1315" y="20702"/>
                </a:lnTo>
                <a:lnTo>
                  <a:pt x="1379" y="20499"/>
                </a:lnTo>
                <a:lnTo>
                  <a:pt x="1379" y="20296"/>
                </a:lnTo>
                <a:lnTo>
                  <a:pt x="1379" y="20093"/>
                </a:lnTo>
                <a:lnTo>
                  <a:pt x="1379" y="19890"/>
                </a:lnTo>
                <a:lnTo>
                  <a:pt x="1379" y="19745"/>
                </a:lnTo>
                <a:lnTo>
                  <a:pt x="1443" y="19571"/>
                </a:lnTo>
                <a:lnTo>
                  <a:pt x="1443" y="19369"/>
                </a:lnTo>
                <a:lnTo>
                  <a:pt x="1443" y="19166"/>
                </a:lnTo>
                <a:lnTo>
                  <a:pt x="1443" y="18963"/>
                </a:lnTo>
                <a:lnTo>
                  <a:pt x="1539" y="18760"/>
                </a:lnTo>
                <a:lnTo>
                  <a:pt x="1539" y="18441"/>
                </a:lnTo>
                <a:lnTo>
                  <a:pt x="1539" y="18238"/>
                </a:lnTo>
                <a:lnTo>
                  <a:pt x="1539" y="18035"/>
                </a:lnTo>
                <a:lnTo>
                  <a:pt x="1604" y="17832"/>
                </a:lnTo>
                <a:lnTo>
                  <a:pt x="1604" y="17629"/>
                </a:lnTo>
                <a:lnTo>
                  <a:pt x="1604" y="17310"/>
                </a:lnTo>
                <a:lnTo>
                  <a:pt x="1668" y="17107"/>
                </a:lnTo>
                <a:lnTo>
                  <a:pt x="1668" y="16904"/>
                </a:lnTo>
                <a:lnTo>
                  <a:pt x="1668" y="16701"/>
                </a:lnTo>
                <a:lnTo>
                  <a:pt x="1668" y="16556"/>
                </a:lnTo>
                <a:lnTo>
                  <a:pt x="1668" y="16382"/>
                </a:lnTo>
                <a:lnTo>
                  <a:pt x="1732" y="16179"/>
                </a:lnTo>
                <a:lnTo>
                  <a:pt x="1732" y="15976"/>
                </a:lnTo>
                <a:lnTo>
                  <a:pt x="1732" y="15773"/>
                </a:lnTo>
                <a:lnTo>
                  <a:pt x="1732" y="15628"/>
                </a:lnTo>
                <a:lnTo>
                  <a:pt x="1828" y="15425"/>
                </a:lnTo>
                <a:lnTo>
                  <a:pt x="1828" y="15251"/>
                </a:lnTo>
                <a:lnTo>
                  <a:pt x="1828" y="15048"/>
                </a:lnTo>
                <a:lnTo>
                  <a:pt x="1828" y="14845"/>
                </a:lnTo>
                <a:lnTo>
                  <a:pt x="1828" y="14700"/>
                </a:lnTo>
                <a:lnTo>
                  <a:pt x="1892" y="14497"/>
                </a:lnTo>
                <a:lnTo>
                  <a:pt x="1892" y="14294"/>
                </a:lnTo>
                <a:lnTo>
                  <a:pt x="1892" y="14120"/>
                </a:lnTo>
                <a:lnTo>
                  <a:pt x="1892" y="13917"/>
                </a:lnTo>
                <a:lnTo>
                  <a:pt x="1956" y="13772"/>
                </a:lnTo>
                <a:lnTo>
                  <a:pt x="1956" y="13569"/>
                </a:lnTo>
                <a:lnTo>
                  <a:pt x="1956" y="13366"/>
                </a:lnTo>
                <a:lnTo>
                  <a:pt x="1956" y="13163"/>
                </a:lnTo>
                <a:lnTo>
                  <a:pt x="2053" y="12845"/>
                </a:lnTo>
                <a:lnTo>
                  <a:pt x="2053" y="12642"/>
                </a:lnTo>
                <a:lnTo>
                  <a:pt x="2053" y="12439"/>
                </a:lnTo>
                <a:lnTo>
                  <a:pt x="2053" y="12236"/>
                </a:lnTo>
                <a:lnTo>
                  <a:pt x="2117" y="11917"/>
                </a:lnTo>
                <a:lnTo>
                  <a:pt x="2117" y="11714"/>
                </a:lnTo>
                <a:lnTo>
                  <a:pt x="2117" y="11511"/>
                </a:lnTo>
                <a:lnTo>
                  <a:pt x="2181" y="11192"/>
                </a:lnTo>
                <a:lnTo>
                  <a:pt x="2181" y="10989"/>
                </a:lnTo>
                <a:lnTo>
                  <a:pt x="2181" y="10786"/>
                </a:lnTo>
                <a:lnTo>
                  <a:pt x="2181" y="10641"/>
                </a:lnTo>
                <a:lnTo>
                  <a:pt x="2181" y="10438"/>
                </a:lnTo>
                <a:lnTo>
                  <a:pt x="2245" y="10264"/>
                </a:lnTo>
                <a:lnTo>
                  <a:pt x="2245" y="10061"/>
                </a:lnTo>
                <a:lnTo>
                  <a:pt x="2245" y="9916"/>
                </a:lnTo>
                <a:lnTo>
                  <a:pt x="2245" y="9713"/>
                </a:lnTo>
                <a:lnTo>
                  <a:pt x="2341" y="9510"/>
                </a:lnTo>
                <a:lnTo>
                  <a:pt x="2341" y="9191"/>
                </a:lnTo>
                <a:lnTo>
                  <a:pt x="2341" y="8988"/>
                </a:lnTo>
                <a:lnTo>
                  <a:pt x="2341" y="8785"/>
                </a:lnTo>
                <a:lnTo>
                  <a:pt x="2406" y="8466"/>
                </a:lnTo>
                <a:lnTo>
                  <a:pt x="2406" y="8263"/>
                </a:lnTo>
                <a:lnTo>
                  <a:pt x="2406" y="8118"/>
                </a:lnTo>
                <a:lnTo>
                  <a:pt x="2470" y="7915"/>
                </a:lnTo>
                <a:lnTo>
                  <a:pt x="2470" y="7712"/>
                </a:lnTo>
                <a:lnTo>
                  <a:pt x="2470" y="7538"/>
                </a:lnTo>
                <a:lnTo>
                  <a:pt x="2470" y="7393"/>
                </a:lnTo>
                <a:lnTo>
                  <a:pt x="2470" y="7190"/>
                </a:lnTo>
                <a:lnTo>
                  <a:pt x="2566" y="6987"/>
                </a:lnTo>
                <a:lnTo>
                  <a:pt x="2566" y="6668"/>
                </a:lnTo>
                <a:lnTo>
                  <a:pt x="2566" y="6466"/>
                </a:lnTo>
                <a:lnTo>
                  <a:pt x="2630" y="6321"/>
                </a:lnTo>
                <a:lnTo>
                  <a:pt x="2630" y="6118"/>
                </a:lnTo>
                <a:lnTo>
                  <a:pt x="2630" y="5915"/>
                </a:lnTo>
                <a:lnTo>
                  <a:pt x="2630" y="5596"/>
                </a:lnTo>
                <a:lnTo>
                  <a:pt x="2694" y="5393"/>
                </a:lnTo>
                <a:lnTo>
                  <a:pt x="2694" y="5190"/>
                </a:lnTo>
                <a:lnTo>
                  <a:pt x="2694" y="4871"/>
                </a:lnTo>
                <a:lnTo>
                  <a:pt x="2758" y="4668"/>
                </a:lnTo>
                <a:lnTo>
                  <a:pt x="2758" y="4523"/>
                </a:lnTo>
                <a:lnTo>
                  <a:pt x="2758" y="4320"/>
                </a:lnTo>
                <a:lnTo>
                  <a:pt x="2758" y="4001"/>
                </a:lnTo>
                <a:lnTo>
                  <a:pt x="2855" y="3798"/>
                </a:lnTo>
                <a:lnTo>
                  <a:pt x="2855" y="3479"/>
                </a:lnTo>
                <a:lnTo>
                  <a:pt x="2855" y="3276"/>
                </a:lnTo>
                <a:lnTo>
                  <a:pt x="2855" y="3131"/>
                </a:lnTo>
                <a:lnTo>
                  <a:pt x="2919" y="2928"/>
                </a:lnTo>
                <a:lnTo>
                  <a:pt x="2919" y="2725"/>
                </a:lnTo>
                <a:lnTo>
                  <a:pt x="2919" y="2406"/>
                </a:lnTo>
                <a:lnTo>
                  <a:pt x="2983" y="2203"/>
                </a:lnTo>
                <a:lnTo>
                  <a:pt x="2983" y="2058"/>
                </a:lnTo>
                <a:lnTo>
                  <a:pt x="2983" y="1884"/>
                </a:lnTo>
                <a:lnTo>
                  <a:pt x="2983" y="1739"/>
                </a:lnTo>
                <a:lnTo>
                  <a:pt x="2983" y="1536"/>
                </a:lnTo>
                <a:lnTo>
                  <a:pt x="3047" y="1333"/>
                </a:lnTo>
                <a:lnTo>
                  <a:pt x="3047" y="1014"/>
                </a:lnTo>
                <a:lnTo>
                  <a:pt x="3047" y="869"/>
                </a:lnTo>
                <a:lnTo>
                  <a:pt x="3143" y="666"/>
                </a:lnTo>
                <a:lnTo>
                  <a:pt x="3143" y="463"/>
                </a:lnTo>
                <a:lnTo>
                  <a:pt x="3143" y="144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614008" y="3353605"/>
            <a:ext cx="3208" cy="30242"/>
          </a:xfrm>
          <a:custGeom>
            <a:avLst/>
            <a:gdLst/>
            <a:ahLst/>
            <a:cxnLst/>
            <a:rect l="l" t="t" r="r" b="b"/>
            <a:pathLst>
              <a:path w="3208" h="30242">
                <a:moveTo>
                  <a:pt x="0" y="30242"/>
                </a:moveTo>
                <a:lnTo>
                  <a:pt x="64" y="30039"/>
                </a:lnTo>
                <a:lnTo>
                  <a:pt x="64" y="29865"/>
                </a:lnTo>
                <a:lnTo>
                  <a:pt x="64" y="29720"/>
                </a:lnTo>
                <a:lnTo>
                  <a:pt x="64" y="29517"/>
                </a:lnTo>
                <a:lnTo>
                  <a:pt x="128" y="29198"/>
                </a:lnTo>
                <a:lnTo>
                  <a:pt x="128" y="28995"/>
                </a:lnTo>
                <a:lnTo>
                  <a:pt x="128" y="28850"/>
                </a:lnTo>
                <a:lnTo>
                  <a:pt x="128" y="28647"/>
                </a:lnTo>
                <a:lnTo>
                  <a:pt x="224" y="28328"/>
                </a:lnTo>
                <a:lnTo>
                  <a:pt x="224" y="28183"/>
                </a:lnTo>
                <a:lnTo>
                  <a:pt x="224" y="27980"/>
                </a:lnTo>
                <a:lnTo>
                  <a:pt x="288" y="27806"/>
                </a:lnTo>
                <a:lnTo>
                  <a:pt x="288" y="27661"/>
                </a:lnTo>
                <a:lnTo>
                  <a:pt x="288" y="27458"/>
                </a:lnTo>
                <a:lnTo>
                  <a:pt x="288" y="27313"/>
                </a:lnTo>
                <a:lnTo>
                  <a:pt x="288" y="27139"/>
                </a:lnTo>
                <a:lnTo>
                  <a:pt x="352" y="26994"/>
                </a:lnTo>
                <a:lnTo>
                  <a:pt x="352" y="26791"/>
                </a:lnTo>
                <a:lnTo>
                  <a:pt x="352" y="26472"/>
                </a:lnTo>
                <a:lnTo>
                  <a:pt x="417" y="26327"/>
                </a:lnTo>
                <a:lnTo>
                  <a:pt x="417" y="26124"/>
                </a:lnTo>
                <a:lnTo>
                  <a:pt x="417" y="25806"/>
                </a:lnTo>
                <a:lnTo>
                  <a:pt x="417" y="25661"/>
                </a:lnTo>
                <a:lnTo>
                  <a:pt x="513" y="25458"/>
                </a:lnTo>
                <a:lnTo>
                  <a:pt x="513" y="25255"/>
                </a:lnTo>
                <a:lnTo>
                  <a:pt x="513" y="24936"/>
                </a:lnTo>
                <a:lnTo>
                  <a:pt x="513" y="24791"/>
                </a:lnTo>
                <a:lnTo>
                  <a:pt x="577" y="24588"/>
                </a:lnTo>
                <a:lnTo>
                  <a:pt x="577" y="24269"/>
                </a:lnTo>
                <a:lnTo>
                  <a:pt x="577" y="24124"/>
                </a:lnTo>
                <a:lnTo>
                  <a:pt x="641" y="23950"/>
                </a:lnTo>
                <a:lnTo>
                  <a:pt x="641" y="23805"/>
                </a:lnTo>
                <a:lnTo>
                  <a:pt x="641" y="23660"/>
                </a:lnTo>
                <a:lnTo>
                  <a:pt x="641" y="23457"/>
                </a:lnTo>
                <a:lnTo>
                  <a:pt x="737" y="23138"/>
                </a:lnTo>
                <a:lnTo>
                  <a:pt x="737" y="22993"/>
                </a:lnTo>
                <a:lnTo>
                  <a:pt x="737" y="22819"/>
                </a:lnTo>
                <a:lnTo>
                  <a:pt x="737" y="22674"/>
                </a:lnTo>
                <a:lnTo>
                  <a:pt x="802" y="22471"/>
                </a:lnTo>
                <a:lnTo>
                  <a:pt x="802" y="22326"/>
                </a:lnTo>
                <a:lnTo>
                  <a:pt x="802" y="22152"/>
                </a:lnTo>
                <a:lnTo>
                  <a:pt x="802" y="22007"/>
                </a:lnTo>
                <a:lnTo>
                  <a:pt x="802" y="21804"/>
                </a:lnTo>
                <a:lnTo>
                  <a:pt x="866" y="21485"/>
                </a:lnTo>
                <a:lnTo>
                  <a:pt x="866" y="21340"/>
                </a:lnTo>
                <a:lnTo>
                  <a:pt x="866" y="21195"/>
                </a:lnTo>
                <a:lnTo>
                  <a:pt x="930" y="21021"/>
                </a:lnTo>
                <a:lnTo>
                  <a:pt x="930" y="20876"/>
                </a:lnTo>
                <a:lnTo>
                  <a:pt x="930" y="20673"/>
                </a:lnTo>
                <a:lnTo>
                  <a:pt x="930" y="20354"/>
                </a:lnTo>
                <a:lnTo>
                  <a:pt x="1026" y="20209"/>
                </a:lnTo>
                <a:lnTo>
                  <a:pt x="1026" y="20064"/>
                </a:lnTo>
                <a:lnTo>
                  <a:pt x="1026" y="19890"/>
                </a:lnTo>
                <a:lnTo>
                  <a:pt x="1026" y="19745"/>
                </a:lnTo>
                <a:lnTo>
                  <a:pt x="1090" y="19543"/>
                </a:lnTo>
                <a:lnTo>
                  <a:pt x="1090" y="19282"/>
                </a:lnTo>
                <a:lnTo>
                  <a:pt x="1090" y="19079"/>
                </a:lnTo>
                <a:lnTo>
                  <a:pt x="1154" y="18760"/>
                </a:lnTo>
                <a:lnTo>
                  <a:pt x="1154" y="18615"/>
                </a:lnTo>
                <a:lnTo>
                  <a:pt x="1154" y="18470"/>
                </a:lnTo>
                <a:lnTo>
                  <a:pt x="1154" y="18296"/>
                </a:lnTo>
                <a:lnTo>
                  <a:pt x="1219" y="18151"/>
                </a:lnTo>
                <a:lnTo>
                  <a:pt x="1219" y="17948"/>
                </a:lnTo>
                <a:lnTo>
                  <a:pt x="1219" y="17687"/>
                </a:lnTo>
                <a:lnTo>
                  <a:pt x="1219" y="17484"/>
                </a:lnTo>
                <a:lnTo>
                  <a:pt x="1315" y="17339"/>
                </a:lnTo>
                <a:lnTo>
                  <a:pt x="1315" y="17020"/>
                </a:lnTo>
                <a:lnTo>
                  <a:pt x="1315" y="16875"/>
                </a:lnTo>
                <a:lnTo>
                  <a:pt x="1315" y="16701"/>
                </a:lnTo>
                <a:lnTo>
                  <a:pt x="1379" y="16556"/>
                </a:lnTo>
                <a:lnTo>
                  <a:pt x="1379" y="16411"/>
                </a:lnTo>
                <a:lnTo>
                  <a:pt x="1379" y="16208"/>
                </a:lnTo>
                <a:lnTo>
                  <a:pt x="1443" y="15947"/>
                </a:lnTo>
                <a:lnTo>
                  <a:pt x="1443" y="15744"/>
                </a:lnTo>
                <a:lnTo>
                  <a:pt x="1443" y="15483"/>
                </a:lnTo>
                <a:lnTo>
                  <a:pt x="1443" y="15280"/>
                </a:lnTo>
                <a:lnTo>
                  <a:pt x="1539" y="15019"/>
                </a:lnTo>
                <a:lnTo>
                  <a:pt x="1539" y="14816"/>
                </a:lnTo>
                <a:lnTo>
                  <a:pt x="1604" y="14555"/>
                </a:lnTo>
                <a:lnTo>
                  <a:pt x="1604" y="14236"/>
                </a:lnTo>
                <a:lnTo>
                  <a:pt x="1604" y="14091"/>
                </a:lnTo>
                <a:lnTo>
                  <a:pt x="1668" y="13772"/>
                </a:lnTo>
                <a:lnTo>
                  <a:pt x="1668" y="13627"/>
                </a:lnTo>
                <a:lnTo>
                  <a:pt x="1668" y="13482"/>
                </a:lnTo>
                <a:lnTo>
                  <a:pt x="1732" y="13163"/>
                </a:lnTo>
                <a:lnTo>
                  <a:pt x="1732" y="13019"/>
                </a:lnTo>
                <a:lnTo>
                  <a:pt x="1732" y="12700"/>
                </a:lnTo>
                <a:lnTo>
                  <a:pt x="1732" y="12555"/>
                </a:lnTo>
                <a:lnTo>
                  <a:pt x="1828" y="12294"/>
                </a:lnTo>
                <a:lnTo>
                  <a:pt x="1828" y="12091"/>
                </a:lnTo>
                <a:lnTo>
                  <a:pt x="1892" y="11830"/>
                </a:lnTo>
                <a:lnTo>
                  <a:pt x="1892" y="11511"/>
                </a:lnTo>
                <a:lnTo>
                  <a:pt x="1892" y="11366"/>
                </a:lnTo>
                <a:lnTo>
                  <a:pt x="1892" y="11221"/>
                </a:lnTo>
                <a:lnTo>
                  <a:pt x="1956" y="10902"/>
                </a:lnTo>
                <a:lnTo>
                  <a:pt x="1956" y="10757"/>
                </a:lnTo>
                <a:lnTo>
                  <a:pt x="2021" y="10496"/>
                </a:lnTo>
                <a:lnTo>
                  <a:pt x="2021" y="10177"/>
                </a:lnTo>
                <a:lnTo>
                  <a:pt x="2021" y="10032"/>
                </a:lnTo>
                <a:lnTo>
                  <a:pt x="2117" y="9771"/>
                </a:lnTo>
                <a:lnTo>
                  <a:pt x="2117" y="9626"/>
                </a:lnTo>
                <a:lnTo>
                  <a:pt x="2117" y="9452"/>
                </a:lnTo>
                <a:lnTo>
                  <a:pt x="2117" y="9307"/>
                </a:lnTo>
                <a:lnTo>
                  <a:pt x="2117" y="9162"/>
                </a:lnTo>
                <a:lnTo>
                  <a:pt x="2181" y="8901"/>
                </a:lnTo>
                <a:lnTo>
                  <a:pt x="2181" y="8698"/>
                </a:lnTo>
                <a:lnTo>
                  <a:pt x="2245" y="8437"/>
                </a:lnTo>
                <a:lnTo>
                  <a:pt x="2245" y="8176"/>
                </a:lnTo>
                <a:lnTo>
                  <a:pt x="2245" y="8031"/>
                </a:lnTo>
                <a:lnTo>
                  <a:pt x="2245" y="7857"/>
                </a:lnTo>
                <a:lnTo>
                  <a:pt x="2341" y="7712"/>
                </a:lnTo>
                <a:lnTo>
                  <a:pt x="2341" y="7567"/>
                </a:lnTo>
                <a:lnTo>
                  <a:pt x="2341" y="7306"/>
                </a:lnTo>
                <a:lnTo>
                  <a:pt x="2406" y="7045"/>
                </a:lnTo>
                <a:lnTo>
                  <a:pt x="2406" y="6842"/>
                </a:lnTo>
                <a:lnTo>
                  <a:pt x="2406" y="6581"/>
                </a:lnTo>
                <a:lnTo>
                  <a:pt x="2470" y="6437"/>
                </a:lnTo>
                <a:lnTo>
                  <a:pt x="2470" y="6176"/>
                </a:lnTo>
                <a:lnTo>
                  <a:pt x="2534" y="5915"/>
                </a:lnTo>
                <a:lnTo>
                  <a:pt x="2534" y="5770"/>
                </a:lnTo>
                <a:lnTo>
                  <a:pt x="2534" y="5596"/>
                </a:lnTo>
                <a:lnTo>
                  <a:pt x="2534" y="5451"/>
                </a:lnTo>
                <a:lnTo>
                  <a:pt x="2534" y="5306"/>
                </a:lnTo>
                <a:lnTo>
                  <a:pt x="2630" y="5045"/>
                </a:lnTo>
                <a:lnTo>
                  <a:pt x="2630" y="4784"/>
                </a:lnTo>
                <a:lnTo>
                  <a:pt x="2694" y="4639"/>
                </a:lnTo>
                <a:lnTo>
                  <a:pt x="2694" y="4378"/>
                </a:lnTo>
                <a:lnTo>
                  <a:pt x="2694" y="4117"/>
                </a:lnTo>
                <a:lnTo>
                  <a:pt x="2758" y="3914"/>
                </a:lnTo>
                <a:lnTo>
                  <a:pt x="2758" y="3653"/>
                </a:lnTo>
                <a:lnTo>
                  <a:pt x="2758" y="3508"/>
                </a:lnTo>
                <a:lnTo>
                  <a:pt x="2855" y="3247"/>
                </a:lnTo>
                <a:lnTo>
                  <a:pt x="2855" y="2986"/>
                </a:lnTo>
                <a:lnTo>
                  <a:pt x="2919" y="2725"/>
                </a:lnTo>
                <a:lnTo>
                  <a:pt x="2919" y="2580"/>
                </a:lnTo>
                <a:lnTo>
                  <a:pt x="2919" y="2319"/>
                </a:lnTo>
                <a:lnTo>
                  <a:pt x="2983" y="2058"/>
                </a:lnTo>
                <a:lnTo>
                  <a:pt x="2983" y="1913"/>
                </a:lnTo>
                <a:lnTo>
                  <a:pt x="2983" y="1652"/>
                </a:lnTo>
                <a:lnTo>
                  <a:pt x="3047" y="1391"/>
                </a:lnTo>
                <a:lnTo>
                  <a:pt x="3047" y="1246"/>
                </a:lnTo>
                <a:lnTo>
                  <a:pt x="3047" y="985"/>
                </a:lnTo>
                <a:lnTo>
                  <a:pt x="3143" y="724"/>
                </a:lnTo>
                <a:lnTo>
                  <a:pt x="3143" y="463"/>
                </a:lnTo>
                <a:lnTo>
                  <a:pt x="3208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617216" y="3333395"/>
            <a:ext cx="3208" cy="20209"/>
          </a:xfrm>
          <a:custGeom>
            <a:avLst/>
            <a:gdLst/>
            <a:ahLst/>
            <a:cxnLst/>
            <a:rect l="l" t="t" r="r" b="b"/>
            <a:pathLst>
              <a:path w="3208" h="20209">
                <a:moveTo>
                  <a:pt x="0" y="20209"/>
                </a:moveTo>
                <a:lnTo>
                  <a:pt x="0" y="20064"/>
                </a:lnTo>
                <a:lnTo>
                  <a:pt x="64" y="19803"/>
                </a:lnTo>
                <a:lnTo>
                  <a:pt x="64" y="19543"/>
                </a:lnTo>
                <a:lnTo>
                  <a:pt x="128" y="19398"/>
                </a:lnTo>
                <a:lnTo>
                  <a:pt x="128" y="19137"/>
                </a:lnTo>
                <a:lnTo>
                  <a:pt x="128" y="18876"/>
                </a:lnTo>
                <a:lnTo>
                  <a:pt x="224" y="18731"/>
                </a:lnTo>
                <a:lnTo>
                  <a:pt x="224" y="18557"/>
                </a:lnTo>
                <a:lnTo>
                  <a:pt x="224" y="18412"/>
                </a:lnTo>
                <a:lnTo>
                  <a:pt x="288" y="18267"/>
                </a:lnTo>
                <a:lnTo>
                  <a:pt x="288" y="18006"/>
                </a:lnTo>
                <a:lnTo>
                  <a:pt x="288" y="17745"/>
                </a:lnTo>
                <a:lnTo>
                  <a:pt x="352" y="17542"/>
                </a:lnTo>
                <a:lnTo>
                  <a:pt x="352" y="17281"/>
                </a:lnTo>
                <a:lnTo>
                  <a:pt x="449" y="17136"/>
                </a:lnTo>
                <a:lnTo>
                  <a:pt x="449" y="16875"/>
                </a:lnTo>
                <a:lnTo>
                  <a:pt x="449" y="16672"/>
                </a:lnTo>
                <a:lnTo>
                  <a:pt x="513" y="16411"/>
                </a:lnTo>
                <a:lnTo>
                  <a:pt x="513" y="16150"/>
                </a:lnTo>
                <a:lnTo>
                  <a:pt x="577" y="15947"/>
                </a:lnTo>
                <a:lnTo>
                  <a:pt x="577" y="15686"/>
                </a:lnTo>
                <a:lnTo>
                  <a:pt x="577" y="15541"/>
                </a:lnTo>
                <a:lnTo>
                  <a:pt x="641" y="15338"/>
                </a:lnTo>
                <a:lnTo>
                  <a:pt x="641" y="15077"/>
                </a:lnTo>
                <a:lnTo>
                  <a:pt x="737" y="14874"/>
                </a:lnTo>
                <a:lnTo>
                  <a:pt x="737" y="14613"/>
                </a:lnTo>
                <a:lnTo>
                  <a:pt x="802" y="14410"/>
                </a:lnTo>
                <a:lnTo>
                  <a:pt x="802" y="14149"/>
                </a:lnTo>
                <a:lnTo>
                  <a:pt x="802" y="13946"/>
                </a:lnTo>
                <a:lnTo>
                  <a:pt x="866" y="13685"/>
                </a:lnTo>
                <a:lnTo>
                  <a:pt x="866" y="13482"/>
                </a:lnTo>
                <a:lnTo>
                  <a:pt x="962" y="13221"/>
                </a:lnTo>
                <a:lnTo>
                  <a:pt x="962" y="13019"/>
                </a:lnTo>
                <a:lnTo>
                  <a:pt x="1026" y="12816"/>
                </a:lnTo>
                <a:lnTo>
                  <a:pt x="1026" y="12555"/>
                </a:lnTo>
                <a:lnTo>
                  <a:pt x="1090" y="12352"/>
                </a:lnTo>
                <a:lnTo>
                  <a:pt x="1090" y="12091"/>
                </a:lnTo>
                <a:lnTo>
                  <a:pt x="1090" y="11888"/>
                </a:lnTo>
                <a:lnTo>
                  <a:pt x="1154" y="11685"/>
                </a:lnTo>
                <a:lnTo>
                  <a:pt x="1154" y="11424"/>
                </a:lnTo>
                <a:lnTo>
                  <a:pt x="1251" y="11221"/>
                </a:lnTo>
                <a:lnTo>
                  <a:pt x="1251" y="11018"/>
                </a:lnTo>
                <a:lnTo>
                  <a:pt x="1315" y="10844"/>
                </a:lnTo>
                <a:lnTo>
                  <a:pt x="1315" y="10699"/>
                </a:lnTo>
                <a:lnTo>
                  <a:pt x="1315" y="10554"/>
                </a:lnTo>
                <a:lnTo>
                  <a:pt x="1315" y="10351"/>
                </a:lnTo>
                <a:lnTo>
                  <a:pt x="1379" y="10177"/>
                </a:lnTo>
                <a:lnTo>
                  <a:pt x="1379" y="10032"/>
                </a:lnTo>
                <a:lnTo>
                  <a:pt x="1443" y="9829"/>
                </a:lnTo>
                <a:lnTo>
                  <a:pt x="1443" y="9626"/>
                </a:lnTo>
                <a:lnTo>
                  <a:pt x="1443" y="9423"/>
                </a:lnTo>
                <a:lnTo>
                  <a:pt x="1539" y="9249"/>
                </a:lnTo>
                <a:lnTo>
                  <a:pt x="1539" y="9104"/>
                </a:lnTo>
                <a:lnTo>
                  <a:pt x="1604" y="8901"/>
                </a:lnTo>
                <a:lnTo>
                  <a:pt x="1604" y="8698"/>
                </a:lnTo>
                <a:lnTo>
                  <a:pt x="1604" y="8495"/>
                </a:lnTo>
                <a:lnTo>
                  <a:pt x="1668" y="8292"/>
                </a:lnTo>
                <a:lnTo>
                  <a:pt x="1668" y="8118"/>
                </a:lnTo>
                <a:lnTo>
                  <a:pt x="1764" y="7973"/>
                </a:lnTo>
                <a:lnTo>
                  <a:pt x="1764" y="7770"/>
                </a:lnTo>
                <a:lnTo>
                  <a:pt x="1764" y="7625"/>
                </a:lnTo>
                <a:lnTo>
                  <a:pt x="1828" y="7451"/>
                </a:lnTo>
                <a:lnTo>
                  <a:pt x="1828" y="7306"/>
                </a:lnTo>
                <a:lnTo>
                  <a:pt x="1892" y="7103"/>
                </a:lnTo>
                <a:lnTo>
                  <a:pt x="1892" y="6900"/>
                </a:lnTo>
                <a:lnTo>
                  <a:pt x="1892" y="6697"/>
                </a:lnTo>
                <a:lnTo>
                  <a:pt x="1956" y="6495"/>
                </a:lnTo>
                <a:lnTo>
                  <a:pt x="2053" y="6234"/>
                </a:lnTo>
                <a:lnTo>
                  <a:pt x="2053" y="6031"/>
                </a:lnTo>
                <a:lnTo>
                  <a:pt x="2053" y="5857"/>
                </a:lnTo>
                <a:lnTo>
                  <a:pt x="2117" y="5712"/>
                </a:lnTo>
                <a:lnTo>
                  <a:pt x="2117" y="5567"/>
                </a:lnTo>
                <a:lnTo>
                  <a:pt x="2117" y="5364"/>
                </a:lnTo>
                <a:lnTo>
                  <a:pt x="2181" y="5103"/>
                </a:lnTo>
                <a:lnTo>
                  <a:pt x="2245" y="4842"/>
                </a:lnTo>
                <a:lnTo>
                  <a:pt x="2245" y="4581"/>
                </a:lnTo>
                <a:lnTo>
                  <a:pt x="2341" y="4436"/>
                </a:lnTo>
                <a:lnTo>
                  <a:pt x="2341" y="4262"/>
                </a:lnTo>
                <a:lnTo>
                  <a:pt x="2406" y="4059"/>
                </a:lnTo>
                <a:lnTo>
                  <a:pt x="2406" y="3914"/>
                </a:lnTo>
                <a:lnTo>
                  <a:pt x="2406" y="3769"/>
                </a:lnTo>
                <a:lnTo>
                  <a:pt x="2470" y="3508"/>
                </a:lnTo>
                <a:lnTo>
                  <a:pt x="2566" y="3305"/>
                </a:lnTo>
                <a:lnTo>
                  <a:pt x="2566" y="3131"/>
                </a:lnTo>
                <a:lnTo>
                  <a:pt x="2630" y="2928"/>
                </a:lnTo>
                <a:lnTo>
                  <a:pt x="2630" y="2783"/>
                </a:lnTo>
                <a:lnTo>
                  <a:pt x="2694" y="2580"/>
                </a:lnTo>
                <a:lnTo>
                  <a:pt x="2694" y="2377"/>
                </a:lnTo>
                <a:lnTo>
                  <a:pt x="2758" y="2174"/>
                </a:lnTo>
                <a:lnTo>
                  <a:pt x="2758" y="2000"/>
                </a:lnTo>
                <a:lnTo>
                  <a:pt x="2855" y="1855"/>
                </a:lnTo>
                <a:lnTo>
                  <a:pt x="2855" y="1710"/>
                </a:lnTo>
                <a:lnTo>
                  <a:pt x="2919" y="1507"/>
                </a:lnTo>
                <a:lnTo>
                  <a:pt x="2919" y="1333"/>
                </a:lnTo>
                <a:lnTo>
                  <a:pt x="2919" y="1188"/>
                </a:lnTo>
                <a:lnTo>
                  <a:pt x="2983" y="1043"/>
                </a:lnTo>
                <a:lnTo>
                  <a:pt x="2983" y="869"/>
                </a:lnTo>
                <a:lnTo>
                  <a:pt x="3079" y="724"/>
                </a:lnTo>
                <a:lnTo>
                  <a:pt x="3079" y="579"/>
                </a:lnTo>
                <a:lnTo>
                  <a:pt x="3143" y="318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620424" y="3325595"/>
            <a:ext cx="3208" cy="7799"/>
          </a:xfrm>
          <a:custGeom>
            <a:avLst/>
            <a:gdLst/>
            <a:ahLst/>
            <a:cxnLst/>
            <a:rect l="l" t="t" r="r" b="b"/>
            <a:pathLst>
              <a:path w="3208" h="7799">
                <a:moveTo>
                  <a:pt x="0" y="7799"/>
                </a:moveTo>
                <a:lnTo>
                  <a:pt x="0" y="7654"/>
                </a:lnTo>
                <a:lnTo>
                  <a:pt x="64" y="7451"/>
                </a:lnTo>
                <a:lnTo>
                  <a:pt x="160" y="7248"/>
                </a:lnTo>
                <a:lnTo>
                  <a:pt x="160" y="7074"/>
                </a:lnTo>
                <a:lnTo>
                  <a:pt x="224" y="6929"/>
                </a:lnTo>
                <a:lnTo>
                  <a:pt x="224" y="6784"/>
                </a:lnTo>
                <a:lnTo>
                  <a:pt x="288" y="6581"/>
                </a:lnTo>
                <a:lnTo>
                  <a:pt x="288" y="6408"/>
                </a:lnTo>
                <a:lnTo>
                  <a:pt x="352" y="6263"/>
                </a:lnTo>
                <a:lnTo>
                  <a:pt x="352" y="6118"/>
                </a:lnTo>
                <a:lnTo>
                  <a:pt x="449" y="5944"/>
                </a:lnTo>
                <a:lnTo>
                  <a:pt x="513" y="5799"/>
                </a:lnTo>
                <a:lnTo>
                  <a:pt x="513" y="5654"/>
                </a:lnTo>
                <a:lnTo>
                  <a:pt x="577" y="5451"/>
                </a:lnTo>
                <a:lnTo>
                  <a:pt x="577" y="5277"/>
                </a:lnTo>
                <a:lnTo>
                  <a:pt x="673" y="5132"/>
                </a:lnTo>
                <a:lnTo>
                  <a:pt x="673" y="4987"/>
                </a:lnTo>
                <a:lnTo>
                  <a:pt x="737" y="4813"/>
                </a:lnTo>
                <a:lnTo>
                  <a:pt x="802" y="4668"/>
                </a:lnTo>
                <a:lnTo>
                  <a:pt x="802" y="4523"/>
                </a:lnTo>
                <a:lnTo>
                  <a:pt x="866" y="4320"/>
                </a:lnTo>
                <a:lnTo>
                  <a:pt x="962" y="4146"/>
                </a:lnTo>
                <a:lnTo>
                  <a:pt x="962" y="4001"/>
                </a:lnTo>
                <a:lnTo>
                  <a:pt x="1026" y="3856"/>
                </a:lnTo>
                <a:lnTo>
                  <a:pt x="1090" y="3682"/>
                </a:lnTo>
                <a:lnTo>
                  <a:pt x="1090" y="3537"/>
                </a:lnTo>
                <a:lnTo>
                  <a:pt x="1154" y="3392"/>
                </a:lnTo>
                <a:lnTo>
                  <a:pt x="1251" y="3189"/>
                </a:lnTo>
                <a:lnTo>
                  <a:pt x="1315" y="3015"/>
                </a:lnTo>
                <a:lnTo>
                  <a:pt x="1315" y="2870"/>
                </a:lnTo>
                <a:lnTo>
                  <a:pt x="1379" y="2725"/>
                </a:lnTo>
                <a:lnTo>
                  <a:pt x="1475" y="2551"/>
                </a:lnTo>
                <a:lnTo>
                  <a:pt x="1539" y="2406"/>
                </a:lnTo>
                <a:lnTo>
                  <a:pt x="1604" y="2261"/>
                </a:lnTo>
                <a:lnTo>
                  <a:pt x="1668" y="2087"/>
                </a:lnTo>
                <a:lnTo>
                  <a:pt x="1764" y="1942"/>
                </a:lnTo>
                <a:lnTo>
                  <a:pt x="1764" y="1797"/>
                </a:lnTo>
                <a:lnTo>
                  <a:pt x="1892" y="1594"/>
                </a:lnTo>
                <a:lnTo>
                  <a:pt x="1988" y="1420"/>
                </a:lnTo>
                <a:lnTo>
                  <a:pt x="2053" y="1275"/>
                </a:lnTo>
                <a:lnTo>
                  <a:pt x="2117" y="1130"/>
                </a:lnTo>
                <a:lnTo>
                  <a:pt x="2181" y="956"/>
                </a:lnTo>
                <a:lnTo>
                  <a:pt x="2341" y="811"/>
                </a:lnTo>
                <a:lnTo>
                  <a:pt x="2406" y="666"/>
                </a:lnTo>
                <a:lnTo>
                  <a:pt x="2566" y="550"/>
                </a:lnTo>
                <a:lnTo>
                  <a:pt x="2566" y="463"/>
                </a:lnTo>
                <a:lnTo>
                  <a:pt x="2694" y="347"/>
                </a:lnTo>
                <a:lnTo>
                  <a:pt x="2855" y="202"/>
                </a:lnTo>
                <a:lnTo>
                  <a:pt x="2919" y="144"/>
                </a:lnTo>
                <a:lnTo>
                  <a:pt x="3079" y="86"/>
                </a:lnTo>
                <a:lnTo>
                  <a:pt x="3208" y="0"/>
                </a:lnTo>
              </a:path>
            </a:pathLst>
          </a:custGeom>
          <a:ln w="4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623632" y="3325537"/>
            <a:ext cx="3208" cy="6060"/>
          </a:xfrm>
          <a:custGeom>
            <a:avLst/>
            <a:gdLst/>
            <a:ahLst/>
            <a:cxnLst/>
            <a:rect l="l" t="t" r="r" b="b"/>
            <a:pathLst>
              <a:path w="3208" h="6060">
                <a:moveTo>
                  <a:pt x="0" y="57"/>
                </a:moveTo>
                <a:lnTo>
                  <a:pt x="96" y="57"/>
                </a:lnTo>
                <a:lnTo>
                  <a:pt x="160" y="0"/>
                </a:lnTo>
                <a:lnTo>
                  <a:pt x="224" y="0"/>
                </a:lnTo>
                <a:lnTo>
                  <a:pt x="384" y="57"/>
                </a:lnTo>
                <a:lnTo>
                  <a:pt x="513" y="57"/>
                </a:lnTo>
                <a:lnTo>
                  <a:pt x="673" y="144"/>
                </a:lnTo>
                <a:lnTo>
                  <a:pt x="802" y="260"/>
                </a:lnTo>
                <a:lnTo>
                  <a:pt x="962" y="347"/>
                </a:lnTo>
                <a:lnTo>
                  <a:pt x="1026" y="463"/>
                </a:lnTo>
                <a:lnTo>
                  <a:pt x="1090" y="608"/>
                </a:lnTo>
                <a:lnTo>
                  <a:pt x="1251" y="666"/>
                </a:lnTo>
                <a:lnTo>
                  <a:pt x="1251" y="811"/>
                </a:lnTo>
                <a:lnTo>
                  <a:pt x="1379" y="927"/>
                </a:lnTo>
                <a:lnTo>
                  <a:pt x="1475" y="1072"/>
                </a:lnTo>
                <a:lnTo>
                  <a:pt x="1539" y="1275"/>
                </a:lnTo>
                <a:lnTo>
                  <a:pt x="1604" y="1391"/>
                </a:lnTo>
                <a:lnTo>
                  <a:pt x="1700" y="1536"/>
                </a:lnTo>
                <a:lnTo>
                  <a:pt x="1764" y="1594"/>
                </a:lnTo>
                <a:lnTo>
                  <a:pt x="1764" y="1739"/>
                </a:lnTo>
                <a:lnTo>
                  <a:pt x="1892" y="1855"/>
                </a:lnTo>
                <a:lnTo>
                  <a:pt x="1892" y="2000"/>
                </a:lnTo>
                <a:lnTo>
                  <a:pt x="1988" y="2145"/>
                </a:lnTo>
                <a:lnTo>
                  <a:pt x="2053" y="2319"/>
                </a:lnTo>
                <a:lnTo>
                  <a:pt x="2117" y="2464"/>
                </a:lnTo>
                <a:lnTo>
                  <a:pt x="2117" y="2609"/>
                </a:lnTo>
                <a:lnTo>
                  <a:pt x="2213" y="2783"/>
                </a:lnTo>
                <a:lnTo>
                  <a:pt x="2277" y="2928"/>
                </a:lnTo>
                <a:lnTo>
                  <a:pt x="2341" y="3073"/>
                </a:lnTo>
                <a:lnTo>
                  <a:pt x="2406" y="3247"/>
                </a:lnTo>
                <a:lnTo>
                  <a:pt x="2406" y="3392"/>
                </a:lnTo>
                <a:lnTo>
                  <a:pt x="2502" y="3537"/>
                </a:lnTo>
                <a:lnTo>
                  <a:pt x="2566" y="3740"/>
                </a:lnTo>
                <a:lnTo>
                  <a:pt x="2630" y="3914"/>
                </a:lnTo>
                <a:lnTo>
                  <a:pt x="2630" y="4059"/>
                </a:lnTo>
                <a:lnTo>
                  <a:pt x="2694" y="4204"/>
                </a:lnTo>
                <a:lnTo>
                  <a:pt x="2694" y="4378"/>
                </a:lnTo>
                <a:lnTo>
                  <a:pt x="2790" y="4523"/>
                </a:lnTo>
                <a:lnTo>
                  <a:pt x="2855" y="4668"/>
                </a:lnTo>
                <a:lnTo>
                  <a:pt x="2855" y="4871"/>
                </a:lnTo>
                <a:lnTo>
                  <a:pt x="2919" y="5045"/>
                </a:lnTo>
                <a:lnTo>
                  <a:pt x="2919" y="5190"/>
                </a:lnTo>
                <a:lnTo>
                  <a:pt x="3015" y="5335"/>
                </a:lnTo>
                <a:lnTo>
                  <a:pt x="3079" y="5509"/>
                </a:lnTo>
                <a:lnTo>
                  <a:pt x="3079" y="5654"/>
                </a:lnTo>
                <a:lnTo>
                  <a:pt x="3143" y="5799"/>
                </a:lnTo>
                <a:lnTo>
                  <a:pt x="3143" y="6002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626840" y="3331597"/>
            <a:ext cx="3143" cy="19948"/>
          </a:xfrm>
          <a:custGeom>
            <a:avLst/>
            <a:gdLst/>
            <a:ahLst/>
            <a:cxnLst/>
            <a:rect l="l" t="t" r="r" b="b"/>
            <a:pathLst>
              <a:path w="3143" h="19948">
                <a:moveTo>
                  <a:pt x="0" y="0"/>
                </a:moveTo>
                <a:lnTo>
                  <a:pt x="0" y="202"/>
                </a:lnTo>
                <a:lnTo>
                  <a:pt x="96" y="405"/>
                </a:lnTo>
                <a:lnTo>
                  <a:pt x="160" y="579"/>
                </a:lnTo>
                <a:lnTo>
                  <a:pt x="160" y="724"/>
                </a:lnTo>
                <a:lnTo>
                  <a:pt x="160" y="869"/>
                </a:lnTo>
                <a:lnTo>
                  <a:pt x="224" y="1072"/>
                </a:lnTo>
                <a:lnTo>
                  <a:pt x="320" y="1246"/>
                </a:lnTo>
                <a:lnTo>
                  <a:pt x="320" y="1391"/>
                </a:lnTo>
                <a:lnTo>
                  <a:pt x="320" y="1536"/>
                </a:lnTo>
                <a:lnTo>
                  <a:pt x="384" y="1710"/>
                </a:lnTo>
                <a:lnTo>
                  <a:pt x="449" y="1913"/>
                </a:lnTo>
                <a:lnTo>
                  <a:pt x="449" y="2058"/>
                </a:lnTo>
                <a:lnTo>
                  <a:pt x="513" y="2261"/>
                </a:lnTo>
                <a:lnTo>
                  <a:pt x="513" y="2464"/>
                </a:lnTo>
                <a:lnTo>
                  <a:pt x="609" y="2667"/>
                </a:lnTo>
                <a:lnTo>
                  <a:pt x="609" y="2928"/>
                </a:lnTo>
                <a:lnTo>
                  <a:pt x="673" y="3131"/>
                </a:lnTo>
                <a:lnTo>
                  <a:pt x="673" y="3305"/>
                </a:lnTo>
                <a:lnTo>
                  <a:pt x="737" y="3450"/>
                </a:lnTo>
                <a:lnTo>
                  <a:pt x="737" y="3653"/>
                </a:lnTo>
                <a:lnTo>
                  <a:pt x="802" y="3798"/>
                </a:lnTo>
                <a:lnTo>
                  <a:pt x="802" y="3972"/>
                </a:lnTo>
                <a:lnTo>
                  <a:pt x="898" y="4117"/>
                </a:lnTo>
                <a:lnTo>
                  <a:pt x="898" y="4320"/>
                </a:lnTo>
                <a:lnTo>
                  <a:pt x="962" y="4581"/>
                </a:lnTo>
                <a:lnTo>
                  <a:pt x="962" y="4726"/>
                </a:lnTo>
                <a:lnTo>
                  <a:pt x="1026" y="4929"/>
                </a:lnTo>
                <a:lnTo>
                  <a:pt x="1026" y="5103"/>
                </a:lnTo>
                <a:lnTo>
                  <a:pt x="1122" y="5248"/>
                </a:lnTo>
                <a:lnTo>
                  <a:pt x="1122" y="5393"/>
                </a:lnTo>
                <a:lnTo>
                  <a:pt x="1122" y="5654"/>
                </a:lnTo>
                <a:lnTo>
                  <a:pt x="1186" y="5915"/>
                </a:lnTo>
                <a:lnTo>
                  <a:pt x="1251" y="6118"/>
                </a:lnTo>
                <a:lnTo>
                  <a:pt x="1251" y="6379"/>
                </a:lnTo>
                <a:lnTo>
                  <a:pt x="1315" y="6581"/>
                </a:lnTo>
                <a:lnTo>
                  <a:pt x="1315" y="6842"/>
                </a:lnTo>
                <a:lnTo>
                  <a:pt x="1411" y="7045"/>
                </a:lnTo>
                <a:lnTo>
                  <a:pt x="1411" y="7248"/>
                </a:lnTo>
                <a:lnTo>
                  <a:pt x="1475" y="7451"/>
                </a:lnTo>
                <a:lnTo>
                  <a:pt x="1475" y="7654"/>
                </a:lnTo>
                <a:lnTo>
                  <a:pt x="1539" y="7915"/>
                </a:lnTo>
                <a:lnTo>
                  <a:pt x="1539" y="8118"/>
                </a:lnTo>
                <a:lnTo>
                  <a:pt x="1604" y="8292"/>
                </a:lnTo>
                <a:lnTo>
                  <a:pt x="1604" y="8437"/>
                </a:lnTo>
                <a:lnTo>
                  <a:pt x="1604" y="8640"/>
                </a:lnTo>
                <a:lnTo>
                  <a:pt x="1700" y="8843"/>
                </a:lnTo>
                <a:lnTo>
                  <a:pt x="1700" y="9046"/>
                </a:lnTo>
                <a:lnTo>
                  <a:pt x="1764" y="9249"/>
                </a:lnTo>
                <a:lnTo>
                  <a:pt x="1764" y="9423"/>
                </a:lnTo>
                <a:lnTo>
                  <a:pt x="1764" y="9568"/>
                </a:lnTo>
                <a:lnTo>
                  <a:pt x="1828" y="9771"/>
                </a:lnTo>
                <a:lnTo>
                  <a:pt x="1828" y="9974"/>
                </a:lnTo>
                <a:lnTo>
                  <a:pt x="1924" y="10177"/>
                </a:lnTo>
                <a:lnTo>
                  <a:pt x="1924" y="10380"/>
                </a:lnTo>
                <a:lnTo>
                  <a:pt x="1924" y="10641"/>
                </a:lnTo>
                <a:lnTo>
                  <a:pt x="1988" y="10844"/>
                </a:lnTo>
                <a:lnTo>
                  <a:pt x="1988" y="11047"/>
                </a:lnTo>
                <a:lnTo>
                  <a:pt x="2053" y="11221"/>
                </a:lnTo>
                <a:lnTo>
                  <a:pt x="2053" y="11366"/>
                </a:lnTo>
                <a:lnTo>
                  <a:pt x="2053" y="11511"/>
                </a:lnTo>
                <a:lnTo>
                  <a:pt x="2117" y="11685"/>
                </a:lnTo>
                <a:lnTo>
                  <a:pt x="2117" y="11830"/>
                </a:lnTo>
                <a:lnTo>
                  <a:pt x="2117" y="12033"/>
                </a:lnTo>
                <a:lnTo>
                  <a:pt x="2213" y="12294"/>
                </a:lnTo>
                <a:lnTo>
                  <a:pt x="2213" y="12497"/>
                </a:lnTo>
                <a:lnTo>
                  <a:pt x="2213" y="12642"/>
                </a:lnTo>
                <a:lnTo>
                  <a:pt x="2277" y="12816"/>
                </a:lnTo>
                <a:lnTo>
                  <a:pt x="2277" y="12961"/>
                </a:lnTo>
                <a:lnTo>
                  <a:pt x="2277" y="13105"/>
                </a:lnTo>
                <a:lnTo>
                  <a:pt x="2341" y="13279"/>
                </a:lnTo>
                <a:lnTo>
                  <a:pt x="2341" y="13424"/>
                </a:lnTo>
                <a:lnTo>
                  <a:pt x="2341" y="13569"/>
                </a:lnTo>
                <a:lnTo>
                  <a:pt x="2438" y="13772"/>
                </a:lnTo>
                <a:lnTo>
                  <a:pt x="2438" y="14033"/>
                </a:lnTo>
                <a:lnTo>
                  <a:pt x="2438" y="14236"/>
                </a:lnTo>
                <a:lnTo>
                  <a:pt x="2502" y="14497"/>
                </a:lnTo>
                <a:lnTo>
                  <a:pt x="2502" y="14700"/>
                </a:lnTo>
                <a:lnTo>
                  <a:pt x="2566" y="14961"/>
                </a:lnTo>
                <a:lnTo>
                  <a:pt x="2566" y="15222"/>
                </a:lnTo>
                <a:lnTo>
                  <a:pt x="2566" y="15367"/>
                </a:lnTo>
                <a:lnTo>
                  <a:pt x="2630" y="15541"/>
                </a:lnTo>
                <a:lnTo>
                  <a:pt x="2630" y="15686"/>
                </a:lnTo>
                <a:lnTo>
                  <a:pt x="2630" y="15831"/>
                </a:lnTo>
                <a:lnTo>
                  <a:pt x="2726" y="16092"/>
                </a:lnTo>
                <a:lnTo>
                  <a:pt x="2726" y="16295"/>
                </a:lnTo>
                <a:lnTo>
                  <a:pt x="2790" y="16556"/>
                </a:lnTo>
                <a:lnTo>
                  <a:pt x="2790" y="16817"/>
                </a:lnTo>
                <a:lnTo>
                  <a:pt x="2790" y="16962"/>
                </a:lnTo>
                <a:lnTo>
                  <a:pt x="2855" y="17223"/>
                </a:lnTo>
                <a:lnTo>
                  <a:pt x="2855" y="17426"/>
                </a:lnTo>
                <a:lnTo>
                  <a:pt x="2919" y="17687"/>
                </a:lnTo>
                <a:lnTo>
                  <a:pt x="2919" y="17948"/>
                </a:lnTo>
                <a:lnTo>
                  <a:pt x="2919" y="18093"/>
                </a:lnTo>
                <a:lnTo>
                  <a:pt x="3015" y="18354"/>
                </a:lnTo>
                <a:lnTo>
                  <a:pt x="3015" y="18615"/>
                </a:lnTo>
                <a:lnTo>
                  <a:pt x="3015" y="18760"/>
                </a:lnTo>
                <a:lnTo>
                  <a:pt x="3079" y="19021"/>
                </a:lnTo>
                <a:lnTo>
                  <a:pt x="3079" y="19282"/>
                </a:lnTo>
                <a:lnTo>
                  <a:pt x="3143" y="19543"/>
                </a:lnTo>
                <a:lnTo>
                  <a:pt x="3143" y="19687"/>
                </a:lnTo>
                <a:lnTo>
                  <a:pt x="3143" y="1994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629984" y="3351546"/>
            <a:ext cx="3208" cy="32851"/>
          </a:xfrm>
          <a:custGeom>
            <a:avLst/>
            <a:gdLst/>
            <a:ahLst/>
            <a:cxnLst/>
            <a:rect l="l" t="t" r="r" b="b"/>
            <a:pathLst>
              <a:path w="3208" h="32851">
                <a:moveTo>
                  <a:pt x="0" y="0"/>
                </a:moveTo>
                <a:lnTo>
                  <a:pt x="96" y="260"/>
                </a:lnTo>
                <a:lnTo>
                  <a:pt x="96" y="405"/>
                </a:lnTo>
                <a:lnTo>
                  <a:pt x="96" y="666"/>
                </a:lnTo>
                <a:lnTo>
                  <a:pt x="160" y="927"/>
                </a:lnTo>
                <a:lnTo>
                  <a:pt x="160" y="1072"/>
                </a:lnTo>
                <a:lnTo>
                  <a:pt x="224" y="1333"/>
                </a:lnTo>
                <a:lnTo>
                  <a:pt x="224" y="1594"/>
                </a:lnTo>
                <a:lnTo>
                  <a:pt x="224" y="1797"/>
                </a:lnTo>
                <a:lnTo>
                  <a:pt x="288" y="2058"/>
                </a:lnTo>
                <a:lnTo>
                  <a:pt x="288" y="2319"/>
                </a:lnTo>
                <a:lnTo>
                  <a:pt x="288" y="2464"/>
                </a:lnTo>
                <a:lnTo>
                  <a:pt x="384" y="2725"/>
                </a:lnTo>
                <a:lnTo>
                  <a:pt x="384" y="2986"/>
                </a:lnTo>
                <a:lnTo>
                  <a:pt x="384" y="3189"/>
                </a:lnTo>
                <a:lnTo>
                  <a:pt x="449" y="3450"/>
                </a:lnTo>
                <a:lnTo>
                  <a:pt x="449" y="3595"/>
                </a:lnTo>
                <a:lnTo>
                  <a:pt x="513" y="3856"/>
                </a:lnTo>
                <a:lnTo>
                  <a:pt x="513" y="4175"/>
                </a:lnTo>
                <a:lnTo>
                  <a:pt x="513" y="4320"/>
                </a:lnTo>
                <a:lnTo>
                  <a:pt x="609" y="4581"/>
                </a:lnTo>
                <a:lnTo>
                  <a:pt x="609" y="4726"/>
                </a:lnTo>
                <a:lnTo>
                  <a:pt x="609" y="5045"/>
                </a:lnTo>
                <a:lnTo>
                  <a:pt x="609" y="5190"/>
                </a:lnTo>
                <a:lnTo>
                  <a:pt x="673" y="5451"/>
                </a:lnTo>
                <a:lnTo>
                  <a:pt x="673" y="5770"/>
                </a:lnTo>
                <a:lnTo>
                  <a:pt x="737" y="5915"/>
                </a:lnTo>
                <a:lnTo>
                  <a:pt x="737" y="6060"/>
                </a:lnTo>
                <a:lnTo>
                  <a:pt x="737" y="6379"/>
                </a:lnTo>
                <a:lnTo>
                  <a:pt x="737" y="6523"/>
                </a:lnTo>
                <a:lnTo>
                  <a:pt x="802" y="6784"/>
                </a:lnTo>
                <a:lnTo>
                  <a:pt x="802" y="6987"/>
                </a:lnTo>
                <a:lnTo>
                  <a:pt x="898" y="7248"/>
                </a:lnTo>
                <a:lnTo>
                  <a:pt x="898" y="7567"/>
                </a:lnTo>
                <a:lnTo>
                  <a:pt x="898" y="7712"/>
                </a:lnTo>
                <a:lnTo>
                  <a:pt x="962" y="7973"/>
                </a:lnTo>
                <a:lnTo>
                  <a:pt x="962" y="8176"/>
                </a:lnTo>
                <a:lnTo>
                  <a:pt x="962" y="8437"/>
                </a:lnTo>
                <a:lnTo>
                  <a:pt x="1026" y="8640"/>
                </a:lnTo>
                <a:lnTo>
                  <a:pt x="1026" y="8785"/>
                </a:lnTo>
                <a:lnTo>
                  <a:pt x="1026" y="9104"/>
                </a:lnTo>
                <a:lnTo>
                  <a:pt x="1026" y="9249"/>
                </a:lnTo>
                <a:lnTo>
                  <a:pt x="1090" y="9568"/>
                </a:lnTo>
                <a:lnTo>
                  <a:pt x="1090" y="9713"/>
                </a:lnTo>
                <a:lnTo>
                  <a:pt x="1186" y="10032"/>
                </a:lnTo>
                <a:lnTo>
                  <a:pt x="1186" y="10177"/>
                </a:lnTo>
                <a:lnTo>
                  <a:pt x="1186" y="10496"/>
                </a:lnTo>
                <a:lnTo>
                  <a:pt x="1186" y="10641"/>
                </a:lnTo>
                <a:lnTo>
                  <a:pt x="1251" y="10960"/>
                </a:lnTo>
                <a:lnTo>
                  <a:pt x="1251" y="11105"/>
                </a:lnTo>
                <a:lnTo>
                  <a:pt x="1251" y="11308"/>
                </a:lnTo>
                <a:lnTo>
                  <a:pt x="1315" y="11569"/>
                </a:lnTo>
                <a:lnTo>
                  <a:pt x="1315" y="11772"/>
                </a:lnTo>
                <a:lnTo>
                  <a:pt x="1315" y="12033"/>
                </a:lnTo>
                <a:lnTo>
                  <a:pt x="1411" y="12236"/>
                </a:lnTo>
                <a:lnTo>
                  <a:pt x="1411" y="12555"/>
                </a:lnTo>
                <a:lnTo>
                  <a:pt x="1411" y="12700"/>
                </a:lnTo>
                <a:lnTo>
                  <a:pt x="1411" y="12903"/>
                </a:lnTo>
                <a:lnTo>
                  <a:pt x="1475" y="13163"/>
                </a:lnTo>
                <a:lnTo>
                  <a:pt x="1475" y="13366"/>
                </a:lnTo>
                <a:lnTo>
                  <a:pt x="1539" y="13685"/>
                </a:lnTo>
                <a:lnTo>
                  <a:pt x="1539" y="13830"/>
                </a:lnTo>
                <a:lnTo>
                  <a:pt x="1539" y="14033"/>
                </a:lnTo>
                <a:lnTo>
                  <a:pt x="1539" y="14352"/>
                </a:lnTo>
                <a:lnTo>
                  <a:pt x="1604" y="14497"/>
                </a:lnTo>
                <a:lnTo>
                  <a:pt x="1604" y="14700"/>
                </a:lnTo>
                <a:lnTo>
                  <a:pt x="1604" y="15019"/>
                </a:lnTo>
                <a:lnTo>
                  <a:pt x="1700" y="15164"/>
                </a:lnTo>
                <a:lnTo>
                  <a:pt x="1700" y="15367"/>
                </a:lnTo>
                <a:lnTo>
                  <a:pt x="1700" y="15686"/>
                </a:lnTo>
                <a:lnTo>
                  <a:pt x="1700" y="15831"/>
                </a:lnTo>
                <a:lnTo>
                  <a:pt x="1764" y="16034"/>
                </a:lnTo>
                <a:lnTo>
                  <a:pt x="1764" y="16353"/>
                </a:lnTo>
                <a:lnTo>
                  <a:pt x="1764" y="16498"/>
                </a:lnTo>
                <a:lnTo>
                  <a:pt x="1828" y="16672"/>
                </a:lnTo>
                <a:lnTo>
                  <a:pt x="1828" y="16817"/>
                </a:lnTo>
                <a:lnTo>
                  <a:pt x="1828" y="17020"/>
                </a:lnTo>
                <a:lnTo>
                  <a:pt x="1828" y="17339"/>
                </a:lnTo>
                <a:lnTo>
                  <a:pt x="1892" y="17484"/>
                </a:lnTo>
                <a:lnTo>
                  <a:pt x="1892" y="17687"/>
                </a:lnTo>
                <a:lnTo>
                  <a:pt x="1892" y="17890"/>
                </a:lnTo>
                <a:lnTo>
                  <a:pt x="1988" y="18209"/>
                </a:lnTo>
                <a:lnTo>
                  <a:pt x="1988" y="18354"/>
                </a:lnTo>
                <a:lnTo>
                  <a:pt x="1988" y="18557"/>
                </a:lnTo>
                <a:lnTo>
                  <a:pt x="1988" y="18760"/>
                </a:lnTo>
                <a:lnTo>
                  <a:pt x="2053" y="19079"/>
                </a:lnTo>
                <a:lnTo>
                  <a:pt x="2053" y="19224"/>
                </a:lnTo>
                <a:lnTo>
                  <a:pt x="2053" y="19398"/>
                </a:lnTo>
                <a:lnTo>
                  <a:pt x="2053" y="19600"/>
                </a:lnTo>
                <a:lnTo>
                  <a:pt x="2117" y="19745"/>
                </a:lnTo>
                <a:lnTo>
                  <a:pt x="2117" y="19948"/>
                </a:lnTo>
                <a:lnTo>
                  <a:pt x="2117" y="20267"/>
                </a:lnTo>
                <a:lnTo>
                  <a:pt x="2117" y="20470"/>
                </a:lnTo>
                <a:lnTo>
                  <a:pt x="2213" y="20615"/>
                </a:lnTo>
                <a:lnTo>
                  <a:pt x="2213" y="20818"/>
                </a:lnTo>
                <a:lnTo>
                  <a:pt x="2213" y="21021"/>
                </a:lnTo>
                <a:lnTo>
                  <a:pt x="2213" y="21340"/>
                </a:lnTo>
                <a:lnTo>
                  <a:pt x="2277" y="21543"/>
                </a:lnTo>
                <a:lnTo>
                  <a:pt x="2277" y="21862"/>
                </a:lnTo>
                <a:lnTo>
                  <a:pt x="2277" y="22065"/>
                </a:lnTo>
                <a:lnTo>
                  <a:pt x="2341" y="22210"/>
                </a:lnTo>
                <a:lnTo>
                  <a:pt x="2341" y="22413"/>
                </a:lnTo>
                <a:lnTo>
                  <a:pt x="2341" y="22616"/>
                </a:lnTo>
                <a:lnTo>
                  <a:pt x="2341" y="22935"/>
                </a:lnTo>
                <a:lnTo>
                  <a:pt x="2406" y="23138"/>
                </a:lnTo>
                <a:lnTo>
                  <a:pt x="2406" y="23457"/>
                </a:lnTo>
                <a:lnTo>
                  <a:pt x="2406" y="23660"/>
                </a:lnTo>
                <a:lnTo>
                  <a:pt x="2502" y="23863"/>
                </a:lnTo>
                <a:lnTo>
                  <a:pt x="2502" y="24008"/>
                </a:lnTo>
                <a:lnTo>
                  <a:pt x="2502" y="24211"/>
                </a:lnTo>
                <a:lnTo>
                  <a:pt x="2502" y="24385"/>
                </a:lnTo>
                <a:lnTo>
                  <a:pt x="2502" y="24530"/>
                </a:lnTo>
                <a:lnTo>
                  <a:pt x="2566" y="24733"/>
                </a:lnTo>
                <a:lnTo>
                  <a:pt x="2566" y="24936"/>
                </a:lnTo>
                <a:lnTo>
                  <a:pt x="2566" y="25139"/>
                </a:lnTo>
                <a:lnTo>
                  <a:pt x="2630" y="25458"/>
                </a:lnTo>
                <a:lnTo>
                  <a:pt x="2630" y="25661"/>
                </a:lnTo>
                <a:lnTo>
                  <a:pt x="2630" y="25864"/>
                </a:lnTo>
                <a:lnTo>
                  <a:pt x="2630" y="26009"/>
                </a:lnTo>
                <a:lnTo>
                  <a:pt x="2630" y="26182"/>
                </a:lnTo>
                <a:lnTo>
                  <a:pt x="2726" y="26385"/>
                </a:lnTo>
                <a:lnTo>
                  <a:pt x="2726" y="26588"/>
                </a:lnTo>
                <a:lnTo>
                  <a:pt x="2726" y="26791"/>
                </a:lnTo>
                <a:lnTo>
                  <a:pt x="2726" y="26936"/>
                </a:lnTo>
                <a:lnTo>
                  <a:pt x="2790" y="27110"/>
                </a:lnTo>
                <a:lnTo>
                  <a:pt x="2790" y="27313"/>
                </a:lnTo>
                <a:lnTo>
                  <a:pt x="2790" y="27516"/>
                </a:lnTo>
                <a:lnTo>
                  <a:pt x="2790" y="27719"/>
                </a:lnTo>
                <a:lnTo>
                  <a:pt x="2790" y="27864"/>
                </a:lnTo>
                <a:lnTo>
                  <a:pt x="2855" y="28067"/>
                </a:lnTo>
                <a:lnTo>
                  <a:pt x="2855" y="28241"/>
                </a:lnTo>
                <a:lnTo>
                  <a:pt x="2855" y="28444"/>
                </a:lnTo>
                <a:lnTo>
                  <a:pt x="2855" y="28647"/>
                </a:lnTo>
                <a:lnTo>
                  <a:pt x="2919" y="28792"/>
                </a:lnTo>
                <a:lnTo>
                  <a:pt x="2919" y="28995"/>
                </a:lnTo>
                <a:lnTo>
                  <a:pt x="2919" y="29198"/>
                </a:lnTo>
                <a:lnTo>
                  <a:pt x="2919" y="29372"/>
                </a:lnTo>
                <a:lnTo>
                  <a:pt x="2919" y="29575"/>
                </a:lnTo>
                <a:lnTo>
                  <a:pt x="3015" y="29778"/>
                </a:lnTo>
                <a:lnTo>
                  <a:pt x="3015" y="29981"/>
                </a:lnTo>
                <a:lnTo>
                  <a:pt x="3015" y="30126"/>
                </a:lnTo>
                <a:lnTo>
                  <a:pt x="3015" y="30329"/>
                </a:lnTo>
                <a:lnTo>
                  <a:pt x="3015" y="30503"/>
                </a:lnTo>
                <a:lnTo>
                  <a:pt x="3079" y="30706"/>
                </a:lnTo>
                <a:lnTo>
                  <a:pt x="3079" y="30909"/>
                </a:lnTo>
                <a:lnTo>
                  <a:pt x="3079" y="31112"/>
                </a:lnTo>
                <a:lnTo>
                  <a:pt x="3079" y="31315"/>
                </a:lnTo>
                <a:lnTo>
                  <a:pt x="3143" y="31518"/>
                </a:lnTo>
                <a:lnTo>
                  <a:pt x="3143" y="31837"/>
                </a:lnTo>
                <a:lnTo>
                  <a:pt x="3143" y="32040"/>
                </a:lnTo>
                <a:lnTo>
                  <a:pt x="3143" y="32243"/>
                </a:lnTo>
                <a:lnTo>
                  <a:pt x="3208" y="32446"/>
                </a:lnTo>
                <a:lnTo>
                  <a:pt x="3208" y="32648"/>
                </a:lnTo>
                <a:lnTo>
                  <a:pt x="3208" y="3285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633192" y="3384398"/>
            <a:ext cx="3240" cy="43493"/>
          </a:xfrm>
          <a:custGeom>
            <a:avLst/>
            <a:gdLst/>
            <a:ahLst/>
            <a:cxnLst/>
            <a:rect l="l" t="t" r="r" b="b"/>
            <a:pathLst>
              <a:path w="3240" h="43493">
                <a:moveTo>
                  <a:pt x="0" y="0"/>
                </a:moveTo>
                <a:lnTo>
                  <a:pt x="0" y="202"/>
                </a:lnTo>
                <a:lnTo>
                  <a:pt x="96" y="376"/>
                </a:lnTo>
                <a:lnTo>
                  <a:pt x="96" y="579"/>
                </a:lnTo>
                <a:lnTo>
                  <a:pt x="96" y="782"/>
                </a:lnTo>
                <a:lnTo>
                  <a:pt x="96" y="985"/>
                </a:lnTo>
                <a:lnTo>
                  <a:pt x="96" y="1130"/>
                </a:lnTo>
                <a:lnTo>
                  <a:pt x="160" y="1333"/>
                </a:lnTo>
                <a:lnTo>
                  <a:pt x="160" y="1507"/>
                </a:lnTo>
                <a:lnTo>
                  <a:pt x="160" y="1710"/>
                </a:lnTo>
                <a:lnTo>
                  <a:pt x="160" y="1913"/>
                </a:lnTo>
                <a:lnTo>
                  <a:pt x="224" y="2116"/>
                </a:lnTo>
                <a:lnTo>
                  <a:pt x="224" y="2319"/>
                </a:lnTo>
                <a:lnTo>
                  <a:pt x="224" y="2522"/>
                </a:lnTo>
                <a:lnTo>
                  <a:pt x="224" y="2725"/>
                </a:lnTo>
                <a:lnTo>
                  <a:pt x="224" y="2928"/>
                </a:lnTo>
                <a:lnTo>
                  <a:pt x="320" y="3131"/>
                </a:lnTo>
                <a:lnTo>
                  <a:pt x="320" y="3305"/>
                </a:lnTo>
                <a:lnTo>
                  <a:pt x="320" y="3508"/>
                </a:lnTo>
                <a:lnTo>
                  <a:pt x="320" y="3711"/>
                </a:lnTo>
                <a:lnTo>
                  <a:pt x="384" y="3914"/>
                </a:lnTo>
                <a:lnTo>
                  <a:pt x="384" y="4117"/>
                </a:lnTo>
                <a:lnTo>
                  <a:pt x="384" y="4320"/>
                </a:lnTo>
                <a:lnTo>
                  <a:pt x="384" y="4523"/>
                </a:lnTo>
                <a:lnTo>
                  <a:pt x="384" y="4726"/>
                </a:lnTo>
                <a:lnTo>
                  <a:pt x="449" y="4900"/>
                </a:lnTo>
                <a:lnTo>
                  <a:pt x="449" y="5103"/>
                </a:lnTo>
                <a:lnTo>
                  <a:pt x="449" y="5306"/>
                </a:lnTo>
                <a:lnTo>
                  <a:pt x="449" y="5509"/>
                </a:lnTo>
                <a:lnTo>
                  <a:pt x="513" y="5712"/>
                </a:lnTo>
                <a:lnTo>
                  <a:pt x="513" y="5915"/>
                </a:lnTo>
                <a:lnTo>
                  <a:pt x="513" y="6118"/>
                </a:lnTo>
                <a:lnTo>
                  <a:pt x="513" y="6321"/>
                </a:lnTo>
                <a:lnTo>
                  <a:pt x="513" y="6495"/>
                </a:lnTo>
                <a:lnTo>
                  <a:pt x="609" y="6784"/>
                </a:lnTo>
                <a:lnTo>
                  <a:pt x="609" y="6987"/>
                </a:lnTo>
                <a:lnTo>
                  <a:pt x="609" y="7161"/>
                </a:lnTo>
                <a:lnTo>
                  <a:pt x="609" y="7364"/>
                </a:lnTo>
                <a:lnTo>
                  <a:pt x="609" y="7567"/>
                </a:lnTo>
                <a:lnTo>
                  <a:pt x="673" y="7770"/>
                </a:lnTo>
                <a:lnTo>
                  <a:pt x="673" y="7973"/>
                </a:lnTo>
                <a:lnTo>
                  <a:pt x="673" y="8176"/>
                </a:lnTo>
                <a:lnTo>
                  <a:pt x="673" y="8379"/>
                </a:lnTo>
                <a:lnTo>
                  <a:pt x="737" y="8582"/>
                </a:lnTo>
                <a:lnTo>
                  <a:pt x="737" y="8756"/>
                </a:lnTo>
                <a:lnTo>
                  <a:pt x="737" y="8959"/>
                </a:lnTo>
                <a:lnTo>
                  <a:pt x="737" y="9162"/>
                </a:lnTo>
                <a:lnTo>
                  <a:pt x="737" y="9423"/>
                </a:lnTo>
                <a:lnTo>
                  <a:pt x="834" y="9626"/>
                </a:lnTo>
                <a:lnTo>
                  <a:pt x="834" y="9829"/>
                </a:lnTo>
                <a:lnTo>
                  <a:pt x="834" y="10032"/>
                </a:lnTo>
                <a:lnTo>
                  <a:pt x="834" y="10235"/>
                </a:lnTo>
                <a:lnTo>
                  <a:pt x="898" y="10438"/>
                </a:lnTo>
                <a:lnTo>
                  <a:pt x="898" y="10641"/>
                </a:lnTo>
                <a:lnTo>
                  <a:pt x="898" y="10844"/>
                </a:lnTo>
                <a:lnTo>
                  <a:pt x="898" y="11105"/>
                </a:lnTo>
                <a:lnTo>
                  <a:pt x="898" y="11308"/>
                </a:lnTo>
                <a:lnTo>
                  <a:pt x="962" y="11482"/>
                </a:lnTo>
                <a:lnTo>
                  <a:pt x="962" y="11685"/>
                </a:lnTo>
                <a:lnTo>
                  <a:pt x="962" y="11888"/>
                </a:lnTo>
                <a:lnTo>
                  <a:pt x="962" y="12091"/>
                </a:lnTo>
                <a:lnTo>
                  <a:pt x="1026" y="12294"/>
                </a:lnTo>
                <a:lnTo>
                  <a:pt x="1026" y="12555"/>
                </a:lnTo>
                <a:lnTo>
                  <a:pt x="1026" y="12758"/>
                </a:lnTo>
                <a:lnTo>
                  <a:pt x="1026" y="12961"/>
                </a:lnTo>
                <a:lnTo>
                  <a:pt x="1026" y="13163"/>
                </a:lnTo>
                <a:lnTo>
                  <a:pt x="1122" y="13366"/>
                </a:lnTo>
                <a:lnTo>
                  <a:pt x="1122" y="13569"/>
                </a:lnTo>
                <a:lnTo>
                  <a:pt x="1122" y="13830"/>
                </a:lnTo>
                <a:lnTo>
                  <a:pt x="1122" y="14033"/>
                </a:lnTo>
                <a:lnTo>
                  <a:pt x="1186" y="14207"/>
                </a:lnTo>
                <a:lnTo>
                  <a:pt x="1186" y="14410"/>
                </a:lnTo>
                <a:lnTo>
                  <a:pt x="1186" y="14613"/>
                </a:lnTo>
                <a:lnTo>
                  <a:pt x="1186" y="14874"/>
                </a:lnTo>
                <a:lnTo>
                  <a:pt x="1186" y="15077"/>
                </a:lnTo>
                <a:lnTo>
                  <a:pt x="1251" y="15280"/>
                </a:lnTo>
                <a:lnTo>
                  <a:pt x="1251" y="15483"/>
                </a:lnTo>
                <a:lnTo>
                  <a:pt x="1251" y="15686"/>
                </a:lnTo>
                <a:lnTo>
                  <a:pt x="1251" y="15947"/>
                </a:lnTo>
                <a:lnTo>
                  <a:pt x="1315" y="16150"/>
                </a:lnTo>
                <a:lnTo>
                  <a:pt x="1315" y="16353"/>
                </a:lnTo>
                <a:lnTo>
                  <a:pt x="1315" y="16556"/>
                </a:lnTo>
                <a:lnTo>
                  <a:pt x="1315" y="16817"/>
                </a:lnTo>
                <a:lnTo>
                  <a:pt x="1315" y="17020"/>
                </a:lnTo>
                <a:lnTo>
                  <a:pt x="1411" y="17223"/>
                </a:lnTo>
                <a:lnTo>
                  <a:pt x="1411" y="17426"/>
                </a:lnTo>
                <a:lnTo>
                  <a:pt x="1411" y="17600"/>
                </a:lnTo>
                <a:lnTo>
                  <a:pt x="1411" y="17890"/>
                </a:lnTo>
                <a:lnTo>
                  <a:pt x="1411" y="18093"/>
                </a:lnTo>
                <a:lnTo>
                  <a:pt x="1475" y="18267"/>
                </a:lnTo>
                <a:lnTo>
                  <a:pt x="1475" y="18557"/>
                </a:lnTo>
                <a:lnTo>
                  <a:pt x="1475" y="18731"/>
                </a:lnTo>
                <a:lnTo>
                  <a:pt x="1475" y="18934"/>
                </a:lnTo>
                <a:lnTo>
                  <a:pt x="1539" y="19137"/>
                </a:lnTo>
                <a:lnTo>
                  <a:pt x="1539" y="19398"/>
                </a:lnTo>
                <a:lnTo>
                  <a:pt x="1539" y="19600"/>
                </a:lnTo>
                <a:lnTo>
                  <a:pt x="1539" y="19803"/>
                </a:lnTo>
                <a:lnTo>
                  <a:pt x="1539" y="20006"/>
                </a:lnTo>
                <a:lnTo>
                  <a:pt x="1636" y="20267"/>
                </a:lnTo>
                <a:lnTo>
                  <a:pt x="1636" y="20470"/>
                </a:lnTo>
                <a:lnTo>
                  <a:pt x="1636" y="20673"/>
                </a:lnTo>
                <a:lnTo>
                  <a:pt x="1636" y="20934"/>
                </a:lnTo>
                <a:lnTo>
                  <a:pt x="1700" y="21137"/>
                </a:lnTo>
                <a:lnTo>
                  <a:pt x="1700" y="21340"/>
                </a:lnTo>
                <a:lnTo>
                  <a:pt x="1700" y="21601"/>
                </a:lnTo>
                <a:lnTo>
                  <a:pt x="1700" y="21804"/>
                </a:lnTo>
                <a:lnTo>
                  <a:pt x="1700" y="22007"/>
                </a:lnTo>
                <a:lnTo>
                  <a:pt x="1764" y="22210"/>
                </a:lnTo>
                <a:lnTo>
                  <a:pt x="1764" y="22471"/>
                </a:lnTo>
                <a:lnTo>
                  <a:pt x="1764" y="22674"/>
                </a:lnTo>
                <a:lnTo>
                  <a:pt x="1764" y="22877"/>
                </a:lnTo>
                <a:lnTo>
                  <a:pt x="1828" y="23138"/>
                </a:lnTo>
                <a:lnTo>
                  <a:pt x="1828" y="23341"/>
                </a:lnTo>
                <a:lnTo>
                  <a:pt x="1828" y="23544"/>
                </a:lnTo>
                <a:lnTo>
                  <a:pt x="1828" y="23805"/>
                </a:lnTo>
                <a:lnTo>
                  <a:pt x="1828" y="24008"/>
                </a:lnTo>
                <a:lnTo>
                  <a:pt x="1924" y="24269"/>
                </a:lnTo>
                <a:lnTo>
                  <a:pt x="1924" y="24472"/>
                </a:lnTo>
                <a:lnTo>
                  <a:pt x="1924" y="24675"/>
                </a:lnTo>
                <a:lnTo>
                  <a:pt x="1924" y="24936"/>
                </a:lnTo>
                <a:lnTo>
                  <a:pt x="1988" y="25139"/>
                </a:lnTo>
                <a:lnTo>
                  <a:pt x="1988" y="25313"/>
                </a:lnTo>
                <a:lnTo>
                  <a:pt x="1988" y="25603"/>
                </a:lnTo>
                <a:lnTo>
                  <a:pt x="1988" y="25806"/>
                </a:lnTo>
                <a:lnTo>
                  <a:pt x="1988" y="25980"/>
                </a:lnTo>
                <a:lnTo>
                  <a:pt x="2053" y="26269"/>
                </a:lnTo>
                <a:lnTo>
                  <a:pt x="2053" y="26443"/>
                </a:lnTo>
                <a:lnTo>
                  <a:pt x="2053" y="26733"/>
                </a:lnTo>
                <a:lnTo>
                  <a:pt x="2053" y="26936"/>
                </a:lnTo>
                <a:lnTo>
                  <a:pt x="2117" y="27110"/>
                </a:lnTo>
                <a:lnTo>
                  <a:pt x="2117" y="27400"/>
                </a:lnTo>
                <a:lnTo>
                  <a:pt x="2117" y="27574"/>
                </a:lnTo>
                <a:lnTo>
                  <a:pt x="2117" y="27864"/>
                </a:lnTo>
                <a:lnTo>
                  <a:pt x="2117" y="28067"/>
                </a:lnTo>
                <a:lnTo>
                  <a:pt x="2213" y="28241"/>
                </a:lnTo>
                <a:lnTo>
                  <a:pt x="2213" y="28531"/>
                </a:lnTo>
                <a:lnTo>
                  <a:pt x="2213" y="28705"/>
                </a:lnTo>
                <a:lnTo>
                  <a:pt x="2213" y="28995"/>
                </a:lnTo>
                <a:lnTo>
                  <a:pt x="2213" y="29169"/>
                </a:lnTo>
                <a:lnTo>
                  <a:pt x="2277" y="29459"/>
                </a:lnTo>
                <a:lnTo>
                  <a:pt x="2277" y="29662"/>
                </a:lnTo>
                <a:lnTo>
                  <a:pt x="2277" y="29836"/>
                </a:lnTo>
                <a:lnTo>
                  <a:pt x="2277" y="30126"/>
                </a:lnTo>
                <a:lnTo>
                  <a:pt x="2341" y="30300"/>
                </a:lnTo>
                <a:lnTo>
                  <a:pt x="2341" y="30590"/>
                </a:lnTo>
                <a:lnTo>
                  <a:pt x="2341" y="30793"/>
                </a:lnTo>
                <a:lnTo>
                  <a:pt x="2341" y="31054"/>
                </a:lnTo>
                <a:lnTo>
                  <a:pt x="2341" y="31257"/>
                </a:lnTo>
                <a:lnTo>
                  <a:pt x="2438" y="31431"/>
                </a:lnTo>
                <a:lnTo>
                  <a:pt x="2438" y="31721"/>
                </a:lnTo>
                <a:lnTo>
                  <a:pt x="2438" y="31924"/>
                </a:lnTo>
                <a:lnTo>
                  <a:pt x="2438" y="32185"/>
                </a:lnTo>
                <a:lnTo>
                  <a:pt x="2502" y="32388"/>
                </a:lnTo>
                <a:lnTo>
                  <a:pt x="2502" y="32648"/>
                </a:lnTo>
                <a:lnTo>
                  <a:pt x="2502" y="32851"/>
                </a:lnTo>
                <a:lnTo>
                  <a:pt x="2502" y="33112"/>
                </a:lnTo>
                <a:lnTo>
                  <a:pt x="2502" y="33315"/>
                </a:lnTo>
                <a:lnTo>
                  <a:pt x="2566" y="33576"/>
                </a:lnTo>
                <a:lnTo>
                  <a:pt x="2566" y="33779"/>
                </a:lnTo>
                <a:lnTo>
                  <a:pt x="2566" y="34040"/>
                </a:lnTo>
                <a:lnTo>
                  <a:pt x="2566" y="34243"/>
                </a:lnTo>
                <a:lnTo>
                  <a:pt x="2630" y="34504"/>
                </a:lnTo>
                <a:lnTo>
                  <a:pt x="2630" y="34707"/>
                </a:lnTo>
                <a:lnTo>
                  <a:pt x="2630" y="34968"/>
                </a:lnTo>
                <a:lnTo>
                  <a:pt x="2630" y="35171"/>
                </a:lnTo>
                <a:lnTo>
                  <a:pt x="2630" y="35432"/>
                </a:lnTo>
                <a:lnTo>
                  <a:pt x="2726" y="35635"/>
                </a:lnTo>
                <a:lnTo>
                  <a:pt x="2726" y="35896"/>
                </a:lnTo>
                <a:lnTo>
                  <a:pt x="2726" y="36099"/>
                </a:lnTo>
                <a:lnTo>
                  <a:pt x="2726" y="36360"/>
                </a:lnTo>
                <a:lnTo>
                  <a:pt x="2790" y="36563"/>
                </a:lnTo>
                <a:lnTo>
                  <a:pt x="2790" y="36824"/>
                </a:lnTo>
                <a:lnTo>
                  <a:pt x="2790" y="37027"/>
                </a:lnTo>
                <a:lnTo>
                  <a:pt x="2790" y="37288"/>
                </a:lnTo>
                <a:lnTo>
                  <a:pt x="2790" y="37491"/>
                </a:lnTo>
                <a:lnTo>
                  <a:pt x="2855" y="37752"/>
                </a:lnTo>
                <a:lnTo>
                  <a:pt x="2855" y="37955"/>
                </a:lnTo>
                <a:lnTo>
                  <a:pt x="2855" y="38216"/>
                </a:lnTo>
                <a:lnTo>
                  <a:pt x="2855" y="38506"/>
                </a:lnTo>
                <a:lnTo>
                  <a:pt x="2951" y="38680"/>
                </a:lnTo>
                <a:lnTo>
                  <a:pt x="2951" y="38970"/>
                </a:lnTo>
                <a:lnTo>
                  <a:pt x="2951" y="39143"/>
                </a:lnTo>
                <a:lnTo>
                  <a:pt x="2951" y="39433"/>
                </a:lnTo>
                <a:lnTo>
                  <a:pt x="2951" y="39636"/>
                </a:lnTo>
                <a:lnTo>
                  <a:pt x="3015" y="39897"/>
                </a:lnTo>
                <a:lnTo>
                  <a:pt x="3015" y="40100"/>
                </a:lnTo>
                <a:lnTo>
                  <a:pt x="3015" y="40361"/>
                </a:lnTo>
                <a:lnTo>
                  <a:pt x="3015" y="40622"/>
                </a:lnTo>
                <a:lnTo>
                  <a:pt x="3015" y="40825"/>
                </a:lnTo>
                <a:lnTo>
                  <a:pt x="3079" y="41086"/>
                </a:lnTo>
                <a:lnTo>
                  <a:pt x="3079" y="41289"/>
                </a:lnTo>
                <a:lnTo>
                  <a:pt x="3079" y="41550"/>
                </a:lnTo>
                <a:lnTo>
                  <a:pt x="3079" y="41811"/>
                </a:lnTo>
                <a:lnTo>
                  <a:pt x="3143" y="42014"/>
                </a:lnTo>
                <a:lnTo>
                  <a:pt x="3143" y="42275"/>
                </a:lnTo>
                <a:lnTo>
                  <a:pt x="3143" y="42478"/>
                </a:lnTo>
                <a:lnTo>
                  <a:pt x="3143" y="42739"/>
                </a:lnTo>
                <a:lnTo>
                  <a:pt x="3143" y="43029"/>
                </a:lnTo>
                <a:lnTo>
                  <a:pt x="3240" y="43203"/>
                </a:lnTo>
                <a:lnTo>
                  <a:pt x="3240" y="4349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636432" y="3427892"/>
            <a:ext cx="3208" cy="50655"/>
          </a:xfrm>
          <a:custGeom>
            <a:avLst/>
            <a:gdLst/>
            <a:ahLst/>
            <a:cxnLst/>
            <a:rect l="l" t="t" r="r" b="b"/>
            <a:pathLst>
              <a:path w="3208" h="50655">
                <a:moveTo>
                  <a:pt x="0" y="0"/>
                </a:moveTo>
                <a:lnTo>
                  <a:pt x="0" y="173"/>
                </a:lnTo>
                <a:lnTo>
                  <a:pt x="0" y="463"/>
                </a:lnTo>
                <a:lnTo>
                  <a:pt x="64" y="724"/>
                </a:lnTo>
                <a:lnTo>
                  <a:pt x="64" y="927"/>
                </a:lnTo>
                <a:lnTo>
                  <a:pt x="64" y="1188"/>
                </a:lnTo>
                <a:lnTo>
                  <a:pt x="64" y="1391"/>
                </a:lnTo>
                <a:lnTo>
                  <a:pt x="64" y="1652"/>
                </a:lnTo>
                <a:lnTo>
                  <a:pt x="128" y="1913"/>
                </a:lnTo>
                <a:lnTo>
                  <a:pt x="128" y="2116"/>
                </a:lnTo>
                <a:lnTo>
                  <a:pt x="128" y="2377"/>
                </a:lnTo>
                <a:lnTo>
                  <a:pt x="128" y="2638"/>
                </a:lnTo>
                <a:lnTo>
                  <a:pt x="192" y="2841"/>
                </a:lnTo>
                <a:lnTo>
                  <a:pt x="192" y="3102"/>
                </a:lnTo>
                <a:lnTo>
                  <a:pt x="192" y="3392"/>
                </a:lnTo>
                <a:lnTo>
                  <a:pt x="192" y="3566"/>
                </a:lnTo>
                <a:lnTo>
                  <a:pt x="192" y="3856"/>
                </a:lnTo>
                <a:lnTo>
                  <a:pt x="288" y="4030"/>
                </a:lnTo>
                <a:lnTo>
                  <a:pt x="288" y="4320"/>
                </a:lnTo>
                <a:lnTo>
                  <a:pt x="288" y="4581"/>
                </a:lnTo>
                <a:lnTo>
                  <a:pt x="288" y="4784"/>
                </a:lnTo>
                <a:lnTo>
                  <a:pt x="352" y="5045"/>
                </a:lnTo>
                <a:lnTo>
                  <a:pt x="352" y="5306"/>
                </a:lnTo>
                <a:lnTo>
                  <a:pt x="352" y="5509"/>
                </a:lnTo>
                <a:lnTo>
                  <a:pt x="352" y="5770"/>
                </a:lnTo>
                <a:lnTo>
                  <a:pt x="352" y="6031"/>
                </a:lnTo>
                <a:lnTo>
                  <a:pt x="417" y="6234"/>
                </a:lnTo>
                <a:lnTo>
                  <a:pt x="417" y="6495"/>
                </a:lnTo>
                <a:lnTo>
                  <a:pt x="417" y="6755"/>
                </a:lnTo>
                <a:lnTo>
                  <a:pt x="417" y="6958"/>
                </a:lnTo>
                <a:lnTo>
                  <a:pt x="513" y="7248"/>
                </a:lnTo>
                <a:lnTo>
                  <a:pt x="513" y="7509"/>
                </a:lnTo>
                <a:lnTo>
                  <a:pt x="513" y="7770"/>
                </a:lnTo>
                <a:lnTo>
                  <a:pt x="513" y="7973"/>
                </a:lnTo>
                <a:lnTo>
                  <a:pt x="513" y="8234"/>
                </a:lnTo>
                <a:lnTo>
                  <a:pt x="577" y="8495"/>
                </a:lnTo>
                <a:lnTo>
                  <a:pt x="577" y="8698"/>
                </a:lnTo>
                <a:lnTo>
                  <a:pt x="577" y="8959"/>
                </a:lnTo>
                <a:lnTo>
                  <a:pt x="577" y="9220"/>
                </a:lnTo>
                <a:lnTo>
                  <a:pt x="577" y="9423"/>
                </a:lnTo>
                <a:lnTo>
                  <a:pt x="641" y="9684"/>
                </a:lnTo>
                <a:lnTo>
                  <a:pt x="641" y="9974"/>
                </a:lnTo>
                <a:lnTo>
                  <a:pt x="641" y="10235"/>
                </a:lnTo>
                <a:lnTo>
                  <a:pt x="641" y="10438"/>
                </a:lnTo>
                <a:lnTo>
                  <a:pt x="705" y="10699"/>
                </a:lnTo>
                <a:lnTo>
                  <a:pt x="705" y="10960"/>
                </a:lnTo>
                <a:lnTo>
                  <a:pt x="705" y="11221"/>
                </a:lnTo>
                <a:lnTo>
                  <a:pt x="705" y="11424"/>
                </a:lnTo>
                <a:lnTo>
                  <a:pt x="705" y="11685"/>
                </a:lnTo>
                <a:lnTo>
                  <a:pt x="802" y="11946"/>
                </a:lnTo>
                <a:lnTo>
                  <a:pt x="802" y="12149"/>
                </a:lnTo>
                <a:lnTo>
                  <a:pt x="802" y="12410"/>
                </a:lnTo>
                <a:lnTo>
                  <a:pt x="802" y="12700"/>
                </a:lnTo>
                <a:lnTo>
                  <a:pt x="866" y="12961"/>
                </a:lnTo>
                <a:lnTo>
                  <a:pt x="866" y="13163"/>
                </a:lnTo>
                <a:lnTo>
                  <a:pt x="866" y="13424"/>
                </a:lnTo>
                <a:lnTo>
                  <a:pt x="866" y="13685"/>
                </a:lnTo>
                <a:lnTo>
                  <a:pt x="866" y="13946"/>
                </a:lnTo>
                <a:lnTo>
                  <a:pt x="930" y="14149"/>
                </a:lnTo>
                <a:lnTo>
                  <a:pt x="930" y="14410"/>
                </a:lnTo>
                <a:lnTo>
                  <a:pt x="930" y="14671"/>
                </a:lnTo>
                <a:lnTo>
                  <a:pt x="930" y="14961"/>
                </a:lnTo>
                <a:lnTo>
                  <a:pt x="994" y="15135"/>
                </a:lnTo>
                <a:lnTo>
                  <a:pt x="994" y="15425"/>
                </a:lnTo>
                <a:lnTo>
                  <a:pt x="994" y="15686"/>
                </a:lnTo>
                <a:lnTo>
                  <a:pt x="994" y="15947"/>
                </a:lnTo>
                <a:lnTo>
                  <a:pt x="994" y="16208"/>
                </a:lnTo>
                <a:lnTo>
                  <a:pt x="1090" y="16411"/>
                </a:lnTo>
                <a:lnTo>
                  <a:pt x="1090" y="16672"/>
                </a:lnTo>
                <a:lnTo>
                  <a:pt x="1090" y="16933"/>
                </a:lnTo>
                <a:lnTo>
                  <a:pt x="1090" y="17223"/>
                </a:lnTo>
                <a:lnTo>
                  <a:pt x="1154" y="17397"/>
                </a:lnTo>
                <a:lnTo>
                  <a:pt x="1154" y="17687"/>
                </a:lnTo>
                <a:lnTo>
                  <a:pt x="1154" y="17948"/>
                </a:lnTo>
                <a:lnTo>
                  <a:pt x="1154" y="18209"/>
                </a:lnTo>
                <a:lnTo>
                  <a:pt x="1154" y="18470"/>
                </a:lnTo>
                <a:lnTo>
                  <a:pt x="1219" y="18673"/>
                </a:lnTo>
                <a:lnTo>
                  <a:pt x="1219" y="18934"/>
                </a:lnTo>
                <a:lnTo>
                  <a:pt x="1219" y="19195"/>
                </a:lnTo>
                <a:lnTo>
                  <a:pt x="1219" y="19485"/>
                </a:lnTo>
                <a:lnTo>
                  <a:pt x="1315" y="19745"/>
                </a:lnTo>
                <a:lnTo>
                  <a:pt x="1315" y="19948"/>
                </a:lnTo>
                <a:lnTo>
                  <a:pt x="1315" y="20209"/>
                </a:lnTo>
                <a:lnTo>
                  <a:pt x="1315" y="20470"/>
                </a:lnTo>
                <a:lnTo>
                  <a:pt x="1315" y="20731"/>
                </a:lnTo>
                <a:lnTo>
                  <a:pt x="1379" y="20992"/>
                </a:lnTo>
                <a:lnTo>
                  <a:pt x="1379" y="21195"/>
                </a:lnTo>
                <a:lnTo>
                  <a:pt x="1379" y="21456"/>
                </a:lnTo>
                <a:lnTo>
                  <a:pt x="1379" y="21717"/>
                </a:lnTo>
                <a:lnTo>
                  <a:pt x="1379" y="22007"/>
                </a:lnTo>
                <a:lnTo>
                  <a:pt x="1443" y="22268"/>
                </a:lnTo>
                <a:lnTo>
                  <a:pt x="1443" y="22529"/>
                </a:lnTo>
                <a:lnTo>
                  <a:pt x="1443" y="22732"/>
                </a:lnTo>
                <a:lnTo>
                  <a:pt x="1443" y="22993"/>
                </a:lnTo>
                <a:lnTo>
                  <a:pt x="1507" y="23254"/>
                </a:lnTo>
                <a:lnTo>
                  <a:pt x="1507" y="23515"/>
                </a:lnTo>
                <a:lnTo>
                  <a:pt x="1507" y="23805"/>
                </a:lnTo>
                <a:lnTo>
                  <a:pt x="1507" y="24066"/>
                </a:lnTo>
                <a:lnTo>
                  <a:pt x="1507" y="24269"/>
                </a:lnTo>
                <a:lnTo>
                  <a:pt x="1604" y="24530"/>
                </a:lnTo>
                <a:lnTo>
                  <a:pt x="1604" y="24791"/>
                </a:lnTo>
                <a:lnTo>
                  <a:pt x="1604" y="25052"/>
                </a:lnTo>
                <a:lnTo>
                  <a:pt x="1604" y="25313"/>
                </a:lnTo>
                <a:lnTo>
                  <a:pt x="1668" y="25574"/>
                </a:lnTo>
                <a:lnTo>
                  <a:pt x="1668" y="25864"/>
                </a:lnTo>
                <a:lnTo>
                  <a:pt x="1668" y="26067"/>
                </a:lnTo>
                <a:lnTo>
                  <a:pt x="1668" y="26327"/>
                </a:lnTo>
                <a:lnTo>
                  <a:pt x="1668" y="26588"/>
                </a:lnTo>
                <a:lnTo>
                  <a:pt x="1732" y="26849"/>
                </a:lnTo>
                <a:lnTo>
                  <a:pt x="1732" y="27110"/>
                </a:lnTo>
                <a:lnTo>
                  <a:pt x="1732" y="27371"/>
                </a:lnTo>
                <a:lnTo>
                  <a:pt x="1732" y="27661"/>
                </a:lnTo>
                <a:lnTo>
                  <a:pt x="1828" y="27835"/>
                </a:lnTo>
                <a:lnTo>
                  <a:pt x="1828" y="28125"/>
                </a:lnTo>
                <a:lnTo>
                  <a:pt x="1828" y="28386"/>
                </a:lnTo>
                <a:lnTo>
                  <a:pt x="1828" y="28647"/>
                </a:lnTo>
                <a:lnTo>
                  <a:pt x="1828" y="28908"/>
                </a:lnTo>
                <a:lnTo>
                  <a:pt x="1892" y="29169"/>
                </a:lnTo>
                <a:lnTo>
                  <a:pt x="1892" y="29459"/>
                </a:lnTo>
                <a:lnTo>
                  <a:pt x="1892" y="29720"/>
                </a:lnTo>
                <a:lnTo>
                  <a:pt x="1892" y="29981"/>
                </a:lnTo>
                <a:lnTo>
                  <a:pt x="1956" y="30184"/>
                </a:lnTo>
                <a:lnTo>
                  <a:pt x="1956" y="30445"/>
                </a:lnTo>
                <a:lnTo>
                  <a:pt x="1956" y="30706"/>
                </a:lnTo>
                <a:lnTo>
                  <a:pt x="1956" y="30967"/>
                </a:lnTo>
                <a:lnTo>
                  <a:pt x="1956" y="31228"/>
                </a:lnTo>
                <a:lnTo>
                  <a:pt x="2021" y="31518"/>
                </a:lnTo>
                <a:lnTo>
                  <a:pt x="2021" y="31779"/>
                </a:lnTo>
                <a:lnTo>
                  <a:pt x="2021" y="32040"/>
                </a:lnTo>
                <a:lnTo>
                  <a:pt x="2021" y="32301"/>
                </a:lnTo>
                <a:lnTo>
                  <a:pt x="2117" y="32504"/>
                </a:lnTo>
                <a:lnTo>
                  <a:pt x="2117" y="32764"/>
                </a:lnTo>
                <a:lnTo>
                  <a:pt x="2117" y="33025"/>
                </a:lnTo>
                <a:lnTo>
                  <a:pt x="2117" y="33315"/>
                </a:lnTo>
                <a:lnTo>
                  <a:pt x="2117" y="33576"/>
                </a:lnTo>
                <a:lnTo>
                  <a:pt x="2181" y="33837"/>
                </a:lnTo>
                <a:lnTo>
                  <a:pt x="2181" y="34098"/>
                </a:lnTo>
                <a:lnTo>
                  <a:pt x="2181" y="34359"/>
                </a:lnTo>
                <a:lnTo>
                  <a:pt x="2181" y="34620"/>
                </a:lnTo>
                <a:lnTo>
                  <a:pt x="2181" y="34910"/>
                </a:lnTo>
                <a:lnTo>
                  <a:pt x="2245" y="35171"/>
                </a:lnTo>
                <a:lnTo>
                  <a:pt x="2245" y="35432"/>
                </a:lnTo>
                <a:lnTo>
                  <a:pt x="2245" y="35635"/>
                </a:lnTo>
                <a:lnTo>
                  <a:pt x="2245" y="35896"/>
                </a:lnTo>
                <a:lnTo>
                  <a:pt x="2309" y="36157"/>
                </a:lnTo>
                <a:lnTo>
                  <a:pt x="2309" y="36418"/>
                </a:lnTo>
                <a:lnTo>
                  <a:pt x="2309" y="36679"/>
                </a:lnTo>
                <a:lnTo>
                  <a:pt x="2309" y="36969"/>
                </a:lnTo>
                <a:lnTo>
                  <a:pt x="2309" y="37230"/>
                </a:lnTo>
                <a:lnTo>
                  <a:pt x="2406" y="37491"/>
                </a:lnTo>
                <a:lnTo>
                  <a:pt x="2406" y="37752"/>
                </a:lnTo>
                <a:lnTo>
                  <a:pt x="2406" y="38013"/>
                </a:lnTo>
                <a:lnTo>
                  <a:pt x="2406" y="38303"/>
                </a:lnTo>
                <a:lnTo>
                  <a:pt x="2470" y="38564"/>
                </a:lnTo>
                <a:lnTo>
                  <a:pt x="2470" y="38825"/>
                </a:lnTo>
                <a:lnTo>
                  <a:pt x="2470" y="39086"/>
                </a:lnTo>
                <a:lnTo>
                  <a:pt x="2470" y="39346"/>
                </a:lnTo>
                <a:lnTo>
                  <a:pt x="2470" y="39549"/>
                </a:lnTo>
                <a:lnTo>
                  <a:pt x="2534" y="39810"/>
                </a:lnTo>
                <a:lnTo>
                  <a:pt x="2534" y="40071"/>
                </a:lnTo>
                <a:lnTo>
                  <a:pt x="2534" y="40361"/>
                </a:lnTo>
                <a:lnTo>
                  <a:pt x="2534" y="40622"/>
                </a:lnTo>
                <a:lnTo>
                  <a:pt x="2630" y="40883"/>
                </a:lnTo>
                <a:lnTo>
                  <a:pt x="2630" y="41144"/>
                </a:lnTo>
                <a:lnTo>
                  <a:pt x="2630" y="41405"/>
                </a:lnTo>
                <a:lnTo>
                  <a:pt x="2630" y="41666"/>
                </a:lnTo>
                <a:lnTo>
                  <a:pt x="2630" y="41956"/>
                </a:lnTo>
                <a:lnTo>
                  <a:pt x="2694" y="42217"/>
                </a:lnTo>
                <a:lnTo>
                  <a:pt x="2694" y="42478"/>
                </a:lnTo>
                <a:lnTo>
                  <a:pt x="2694" y="42739"/>
                </a:lnTo>
                <a:lnTo>
                  <a:pt x="2694" y="43000"/>
                </a:lnTo>
                <a:lnTo>
                  <a:pt x="2758" y="43290"/>
                </a:lnTo>
                <a:lnTo>
                  <a:pt x="2758" y="43551"/>
                </a:lnTo>
                <a:lnTo>
                  <a:pt x="2758" y="43812"/>
                </a:lnTo>
                <a:lnTo>
                  <a:pt x="2758" y="44073"/>
                </a:lnTo>
                <a:lnTo>
                  <a:pt x="2758" y="44334"/>
                </a:lnTo>
                <a:lnTo>
                  <a:pt x="2823" y="44595"/>
                </a:lnTo>
                <a:lnTo>
                  <a:pt x="2823" y="44885"/>
                </a:lnTo>
                <a:lnTo>
                  <a:pt x="2823" y="45146"/>
                </a:lnTo>
                <a:lnTo>
                  <a:pt x="2823" y="45407"/>
                </a:lnTo>
                <a:lnTo>
                  <a:pt x="2919" y="45667"/>
                </a:lnTo>
                <a:lnTo>
                  <a:pt x="2919" y="45928"/>
                </a:lnTo>
                <a:lnTo>
                  <a:pt x="2919" y="46189"/>
                </a:lnTo>
                <a:lnTo>
                  <a:pt x="2919" y="46479"/>
                </a:lnTo>
                <a:lnTo>
                  <a:pt x="2919" y="46740"/>
                </a:lnTo>
                <a:lnTo>
                  <a:pt x="2983" y="47001"/>
                </a:lnTo>
                <a:lnTo>
                  <a:pt x="2983" y="47262"/>
                </a:lnTo>
                <a:lnTo>
                  <a:pt x="2983" y="47523"/>
                </a:lnTo>
                <a:lnTo>
                  <a:pt x="2983" y="47784"/>
                </a:lnTo>
                <a:lnTo>
                  <a:pt x="2983" y="47987"/>
                </a:lnTo>
                <a:lnTo>
                  <a:pt x="3047" y="48277"/>
                </a:lnTo>
                <a:lnTo>
                  <a:pt x="3047" y="48538"/>
                </a:lnTo>
                <a:lnTo>
                  <a:pt x="3047" y="48799"/>
                </a:lnTo>
                <a:lnTo>
                  <a:pt x="3047" y="49060"/>
                </a:lnTo>
                <a:lnTo>
                  <a:pt x="3143" y="49321"/>
                </a:lnTo>
                <a:lnTo>
                  <a:pt x="3143" y="49582"/>
                </a:lnTo>
                <a:lnTo>
                  <a:pt x="3143" y="49872"/>
                </a:lnTo>
                <a:lnTo>
                  <a:pt x="3143" y="50133"/>
                </a:lnTo>
                <a:lnTo>
                  <a:pt x="3143" y="50394"/>
                </a:lnTo>
                <a:lnTo>
                  <a:pt x="3208" y="5065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639640" y="3478547"/>
            <a:ext cx="3143" cy="53728"/>
          </a:xfrm>
          <a:custGeom>
            <a:avLst/>
            <a:gdLst/>
            <a:ahLst/>
            <a:cxnLst/>
            <a:rect l="l" t="t" r="r" b="b"/>
            <a:pathLst>
              <a:path w="3143" h="53728">
                <a:moveTo>
                  <a:pt x="0" y="0"/>
                </a:moveTo>
                <a:lnTo>
                  <a:pt x="0" y="260"/>
                </a:lnTo>
                <a:lnTo>
                  <a:pt x="0" y="521"/>
                </a:lnTo>
                <a:lnTo>
                  <a:pt x="0" y="811"/>
                </a:lnTo>
                <a:lnTo>
                  <a:pt x="64" y="1072"/>
                </a:lnTo>
                <a:lnTo>
                  <a:pt x="64" y="1333"/>
                </a:lnTo>
                <a:lnTo>
                  <a:pt x="64" y="1594"/>
                </a:lnTo>
                <a:lnTo>
                  <a:pt x="64" y="1855"/>
                </a:lnTo>
                <a:lnTo>
                  <a:pt x="64" y="2116"/>
                </a:lnTo>
                <a:lnTo>
                  <a:pt x="128" y="2406"/>
                </a:lnTo>
                <a:lnTo>
                  <a:pt x="128" y="2667"/>
                </a:lnTo>
                <a:lnTo>
                  <a:pt x="128" y="2928"/>
                </a:lnTo>
                <a:lnTo>
                  <a:pt x="128" y="3189"/>
                </a:lnTo>
                <a:lnTo>
                  <a:pt x="224" y="3450"/>
                </a:lnTo>
                <a:lnTo>
                  <a:pt x="224" y="3740"/>
                </a:lnTo>
                <a:lnTo>
                  <a:pt x="224" y="4001"/>
                </a:lnTo>
                <a:lnTo>
                  <a:pt x="224" y="4262"/>
                </a:lnTo>
                <a:lnTo>
                  <a:pt x="224" y="4523"/>
                </a:lnTo>
                <a:lnTo>
                  <a:pt x="288" y="4784"/>
                </a:lnTo>
                <a:lnTo>
                  <a:pt x="288" y="5045"/>
                </a:lnTo>
                <a:lnTo>
                  <a:pt x="288" y="5335"/>
                </a:lnTo>
                <a:lnTo>
                  <a:pt x="288" y="5596"/>
                </a:lnTo>
                <a:lnTo>
                  <a:pt x="352" y="5857"/>
                </a:lnTo>
                <a:lnTo>
                  <a:pt x="352" y="6118"/>
                </a:lnTo>
                <a:lnTo>
                  <a:pt x="352" y="6379"/>
                </a:lnTo>
                <a:lnTo>
                  <a:pt x="352" y="6639"/>
                </a:lnTo>
                <a:lnTo>
                  <a:pt x="352" y="6929"/>
                </a:lnTo>
                <a:lnTo>
                  <a:pt x="417" y="7190"/>
                </a:lnTo>
                <a:lnTo>
                  <a:pt x="417" y="7451"/>
                </a:lnTo>
                <a:lnTo>
                  <a:pt x="417" y="7712"/>
                </a:lnTo>
                <a:lnTo>
                  <a:pt x="417" y="7973"/>
                </a:lnTo>
                <a:lnTo>
                  <a:pt x="513" y="8234"/>
                </a:lnTo>
                <a:lnTo>
                  <a:pt x="513" y="8524"/>
                </a:lnTo>
                <a:lnTo>
                  <a:pt x="513" y="8785"/>
                </a:lnTo>
                <a:lnTo>
                  <a:pt x="513" y="9046"/>
                </a:lnTo>
                <a:lnTo>
                  <a:pt x="513" y="9307"/>
                </a:lnTo>
                <a:lnTo>
                  <a:pt x="577" y="9568"/>
                </a:lnTo>
                <a:lnTo>
                  <a:pt x="577" y="9829"/>
                </a:lnTo>
                <a:lnTo>
                  <a:pt x="577" y="10177"/>
                </a:lnTo>
                <a:lnTo>
                  <a:pt x="577" y="10438"/>
                </a:lnTo>
                <a:lnTo>
                  <a:pt x="577" y="10699"/>
                </a:lnTo>
                <a:lnTo>
                  <a:pt x="641" y="10960"/>
                </a:lnTo>
                <a:lnTo>
                  <a:pt x="641" y="11250"/>
                </a:lnTo>
                <a:lnTo>
                  <a:pt x="641" y="11511"/>
                </a:lnTo>
                <a:lnTo>
                  <a:pt x="641" y="11772"/>
                </a:lnTo>
                <a:lnTo>
                  <a:pt x="737" y="12033"/>
                </a:lnTo>
                <a:lnTo>
                  <a:pt x="737" y="12294"/>
                </a:lnTo>
                <a:lnTo>
                  <a:pt x="737" y="12584"/>
                </a:lnTo>
                <a:lnTo>
                  <a:pt x="737" y="12845"/>
                </a:lnTo>
                <a:lnTo>
                  <a:pt x="737" y="13105"/>
                </a:lnTo>
                <a:lnTo>
                  <a:pt x="802" y="13366"/>
                </a:lnTo>
                <a:lnTo>
                  <a:pt x="802" y="13627"/>
                </a:lnTo>
                <a:lnTo>
                  <a:pt x="802" y="13888"/>
                </a:lnTo>
                <a:lnTo>
                  <a:pt x="802" y="14178"/>
                </a:lnTo>
                <a:lnTo>
                  <a:pt x="866" y="14439"/>
                </a:lnTo>
                <a:lnTo>
                  <a:pt x="866" y="14700"/>
                </a:lnTo>
                <a:lnTo>
                  <a:pt x="866" y="14961"/>
                </a:lnTo>
                <a:lnTo>
                  <a:pt x="866" y="15222"/>
                </a:lnTo>
                <a:lnTo>
                  <a:pt x="866" y="15570"/>
                </a:lnTo>
                <a:lnTo>
                  <a:pt x="930" y="15831"/>
                </a:lnTo>
                <a:lnTo>
                  <a:pt x="930" y="16092"/>
                </a:lnTo>
                <a:lnTo>
                  <a:pt x="930" y="16353"/>
                </a:lnTo>
                <a:lnTo>
                  <a:pt x="930" y="16614"/>
                </a:lnTo>
                <a:lnTo>
                  <a:pt x="1026" y="16904"/>
                </a:lnTo>
                <a:lnTo>
                  <a:pt x="1026" y="17165"/>
                </a:lnTo>
                <a:lnTo>
                  <a:pt x="1026" y="17426"/>
                </a:lnTo>
                <a:lnTo>
                  <a:pt x="1026" y="17687"/>
                </a:lnTo>
                <a:lnTo>
                  <a:pt x="1026" y="17948"/>
                </a:lnTo>
                <a:lnTo>
                  <a:pt x="1090" y="18209"/>
                </a:lnTo>
                <a:lnTo>
                  <a:pt x="1090" y="18499"/>
                </a:lnTo>
                <a:lnTo>
                  <a:pt x="1090" y="18760"/>
                </a:lnTo>
                <a:lnTo>
                  <a:pt x="1090" y="19021"/>
                </a:lnTo>
                <a:lnTo>
                  <a:pt x="1154" y="19282"/>
                </a:lnTo>
                <a:lnTo>
                  <a:pt x="1154" y="19543"/>
                </a:lnTo>
                <a:lnTo>
                  <a:pt x="1154" y="19890"/>
                </a:lnTo>
                <a:lnTo>
                  <a:pt x="1154" y="20151"/>
                </a:lnTo>
                <a:lnTo>
                  <a:pt x="1154" y="20412"/>
                </a:lnTo>
                <a:lnTo>
                  <a:pt x="1219" y="20673"/>
                </a:lnTo>
                <a:lnTo>
                  <a:pt x="1219" y="20934"/>
                </a:lnTo>
                <a:lnTo>
                  <a:pt x="1219" y="21224"/>
                </a:lnTo>
                <a:lnTo>
                  <a:pt x="1219" y="21485"/>
                </a:lnTo>
                <a:lnTo>
                  <a:pt x="1315" y="21746"/>
                </a:lnTo>
                <a:lnTo>
                  <a:pt x="1315" y="22007"/>
                </a:lnTo>
                <a:lnTo>
                  <a:pt x="1315" y="22268"/>
                </a:lnTo>
                <a:lnTo>
                  <a:pt x="1315" y="22558"/>
                </a:lnTo>
                <a:lnTo>
                  <a:pt x="1315" y="22819"/>
                </a:lnTo>
                <a:lnTo>
                  <a:pt x="1379" y="23080"/>
                </a:lnTo>
                <a:lnTo>
                  <a:pt x="1379" y="23341"/>
                </a:lnTo>
                <a:lnTo>
                  <a:pt x="1379" y="23689"/>
                </a:lnTo>
                <a:lnTo>
                  <a:pt x="1379" y="23950"/>
                </a:lnTo>
                <a:lnTo>
                  <a:pt x="1379" y="24211"/>
                </a:lnTo>
                <a:lnTo>
                  <a:pt x="1443" y="24472"/>
                </a:lnTo>
                <a:lnTo>
                  <a:pt x="1443" y="24733"/>
                </a:lnTo>
                <a:lnTo>
                  <a:pt x="1443" y="24994"/>
                </a:lnTo>
                <a:lnTo>
                  <a:pt x="1443" y="25284"/>
                </a:lnTo>
                <a:lnTo>
                  <a:pt x="1539" y="25545"/>
                </a:lnTo>
                <a:lnTo>
                  <a:pt x="1539" y="25806"/>
                </a:lnTo>
                <a:lnTo>
                  <a:pt x="1539" y="26067"/>
                </a:lnTo>
                <a:lnTo>
                  <a:pt x="1539" y="26327"/>
                </a:lnTo>
                <a:lnTo>
                  <a:pt x="1539" y="26588"/>
                </a:lnTo>
                <a:lnTo>
                  <a:pt x="1604" y="26878"/>
                </a:lnTo>
                <a:lnTo>
                  <a:pt x="1604" y="27139"/>
                </a:lnTo>
                <a:lnTo>
                  <a:pt x="1604" y="27458"/>
                </a:lnTo>
                <a:lnTo>
                  <a:pt x="1604" y="27719"/>
                </a:lnTo>
                <a:lnTo>
                  <a:pt x="1668" y="28009"/>
                </a:lnTo>
                <a:lnTo>
                  <a:pt x="1668" y="28270"/>
                </a:lnTo>
                <a:lnTo>
                  <a:pt x="1668" y="28531"/>
                </a:lnTo>
                <a:lnTo>
                  <a:pt x="1668" y="28792"/>
                </a:lnTo>
                <a:lnTo>
                  <a:pt x="1668" y="29053"/>
                </a:lnTo>
                <a:lnTo>
                  <a:pt x="1732" y="29314"/>
                </a:lnTo>
                <a:lnTo>
                  <a:pt x="1732" y="29604"/>
                </a:lnTo>
                <a:lnTo>
                  <a:pt x="1732" y="29865"/>
                </a:lnTo>
                <a:lnTo>
                  <a:pt x="1732" y="30126"/>
                </a:lnTo>
                <a:lnTo>
                  <a:pt x="1828" y="30387"/>
                </a:lnTo>
                <a:lnTo>
                  <a:pt x="1828" y="30648"/>
                </a:lnTo>
                <a:lnTo>
                  <a:pt x="1828" y="30996"/>
                </a:lnTo>
                <a:lnTo>
                  <a:pt x="1828" y="31257"/>
                </a:lnTo>
                <a:lnTo>
                  <a:pt x="1828" y="31518"/>
                </a:lnTo>
                <a:lnTo>
                  <a:pt x="1892" y="31779"/>
                </a:lnTo>
                <a:lnTo>
                  <a:pt x="1892" y="32040"/>
                </a:lnTo>
                <a:lnTo>
                  <a:pt x="1892" y="32330"/>
                </a:lnTo>
                <a:lnTo>
                  <a:pt x="1892" y="32591"/>
                </a:lnTo>
                <a:lnTo>
                  <a:pt x="1956" y="32851"/>
                </a:lnTo>
                <a:lnTo>
                  <a:pt x="1956" y="33112"/>
                </a:lnTo>
                <a:lnTo>
                  <a:pt x="1956" y="33373"/>
                </a:lnTo>
                <a:lnTo>
                  <a:pt x="1956" y="33663"/>
                </a:lnTo>
                <a:lnTo>
                  <a:pt x="1956" y="33924"/>
                </a:lnTo>
                <a:lnTo>
                  <a:pt x="2053" y="34243"/>
                </a:lnTo>
                <a:lnTo>
                  <a:pt x="2053" y="34504"/>
                </a:lnTo>
                <a:lnTo>
                  <a:pt x="2053" y="34765"/>
                </a:lnTo>
                <a:lnTo>
                  <a:pt x="2053" y="35055"/>
                </a:lnTo>
                <a:lnTo>
                  <a:pt x="2117" y="35316"/>
                </a:lnTo>
                <a:lnTo>
                  <a:pt x="2117" y="35577"/>
                </a:lnTo>
                <a:lnTo>
                  <a:pt x="2117" y="35838"/>
                </a:lnTo>
                <a:lnTo>
                  <a:pt x="2117" y="36099"/>
                </a:lnTo>
                <a:lnTo>
                  <a:pt x="2117" y="36389"/>
                </a:lnTo>
                <a:lnTo>
                  <a:pt x="2181" y="36650"/>
                </a:lnTo>
                <a:lnTo>
                  <a:pt x="2181" y="36911"/>
                </a:lnTo>
                <a:lnTo>
                  <a:pt x="2181" y="37172"/>
                </a:lnTo>
                <a:lnTo>
                  <a:pt x="2181" y="37520"/>
                </a:lnTo>
                <a:lnTo>
                  <a:pt x="2181" y="37781"/>
                </a:lnTo>
                <a:lnTo>
                  <a:pt x="2245" y="38042"/>
                </a:lnTo>
                <a:lnTo>
                  <a:pt x="2245" y="38303"/>
                </a:lnTo>
                <a:lnTo>
                  <a:pt x="2245" y="38564"/>
                </a:lnTo>
                <a:lnTo>
                  <a:pt x="2245" y="38825"/>
                </a:lnTo>
                <a:lnTo>
                  <a:pt x="2341" y="39114"/>
                </a:lnTo>
                <a:lnTo>
                  <a:pt x="2341" y="39375"/>
                </a:lnTo>
                <a:lnTo>
                  <a:pt x="2341" y="39636"/>
                </a:lnTo>
                <a:lnTo>
                  <a:pt x="2341" y="39897"/>
                </a:lnTo>
                <a:lnTo>
                  <a:pt x="2341" y="40158"/>
                </a:lnTo>
                <a:lnTo>
                  <a:pt x="2406" y="40419"/>
                </a:lnTo>
                <a:lnTo>
                  <a:pt x="2406" y="40709"/>
                </a:lnTo>
                <a:lnTo>
                  <a:pt x="2406" y="41028"/>
                </a:lnTo>
                <a:lnTo>
                  <a:pt x="2406" y="41289"/>
                </a:lnTo>
                <a:lnTo>
                  <a:pt x="2470" y="41550"/>
                </a:lnTo>
                <a:lnTo>
                  <a:pt x="2470" y="41840"/>
                </a:lnTo>
                <a:lnTo>
                  <a:pt x="2470" y="42101"/>
                </a:lnTo>
                <a:lnTo>
                  <a:pt x="2470" y="42362"/>
                </a:lnTo>
                <a:lnTo>
                  <a:pt x="2470" y="42623"/>
                </a:lnTo>
                <a:lnTo>
                  <a:pt x="2534" y="42884"/>
                </a:lnTo>
                <a:lnTo>
                  <a:pt x="2534" y="43145"/>
                </a:lnTo>
                <a:lnTo>
                  <a:pt x="2534" y="43435"/>
                </a:lnTo>
                <a:lnTo>
                  <a:pt x="2534" y="43696"/>
                </a:lnTo>
                <a:lnTo>
                  <a:pt x="2630" y="43957"/>
                </a:lnTo>
                <a:lnTo>
                  <a:pt x="2630" y="44218"/>
                </a:lnTo>
                <a:lnTo>
                  <a:pt x="2630" y="44566"/>
                </a:lnTo>
                <a:lnTo>
                  <a:pt x="2630" y="44827"/>
                </a:lnTo>
                <a:lnTo>
                  <a:pt x="2630" y="45088"/>
                </a:lnTo>
                <a:lnTo>
                  <a:pt x="2694" y="45349"/>
                </a:lnTo>
                <a:lnTo>
                  <a:pt x="2694" y="45610"/>
                </a:lnTo>
                <a:lnTo>
                  <a:pt x="2694" y="45870"/>
                </a:lnTo>
                <a:lnTo>
                  <a:pt x="2694" y="46160"/>
                </a:lnTo>
                <a:lnTo>
                  <a:pt x="2758" y="46421"/>
                </a:lnTo>
                <a:lnTo>
                  <a:pt x="2758" y="46682"/>
                </a:lnTo>
                <a:lnTo>
                  <a:pt x="2758" y="46943"/>
                </a:lnTo>
                <a:lnTo>
                  <a:pt x="2758" y="47204"/>
                </a:lnTo>
                <a:lnTo>
                  <a:pt x="2758" y="47494"/>
                </a:lnTo>
                <a:lnTo>
                  <a:pt x="2855" y="47755"/>
                </a:lnTo>
                <a:lnTo>
                  <a:pt x="2855" y="48016"/>
                </a:lnTo>
                <a:lnTo>
                  <a:pt x="2855" y="48335"/>
                </a:lnTo>
                <a:lnTo>
                  <a:pt x="2855" y="48625"/>
                </a:lnTo>
                <a:lnTo>
                  <a:pt x="2919" y="48886"/>
                </a:lnTo>
                <a:lnTo>
                  <a:pt x="2919" y="49147"/>
                </a:lnTo>
                <a:lnTo>
                  <a:pt x="2919" y="49408"/>
                </a:lnTo>
                <a:lnTo>
                  <a:pt x="2919" y="49669"/>
                </a:lnTo>
                <a:lnTo>
                  <a:pt x="2919" y="49930"/>
                </a:lnTo>
                <a:lnTo>
                  <a:pt x="2983" y="50220"/>
                </a:lnTo>
                <a:lnTo>
                  <a:pt x="2983" y="50481"/>
                </a:lnTo>
                <a:lnTo>
                  <a:pt x="2983" y="50742"/>
                </a:lnTo>
                <a:lnTo>
                  <a:pt x="2983" y="51003"/>
                </a:lnTo>
                <a:lnTo>
                  <a:pt x="2983" y="51264"/>
                </a:lnTo>
                <a:lnTo>
                  <a:pt x="3047" y="51525"/>
                </a:lnTo>
                <a:lnTo>
                  <a:pt x="3047" y="51815"/>
                </a:lnTo>
                <a:lnTo>
                  <a:pt x="3047" y="52076"/>
                </a:lnTo>
                <a:lnTo>
                  <a:pt x="3047" y="52394"/>
                </a:lnTo>
                <a:lnTo>
                  <a:pt x="3143" y="52655"/>
                </a:lnTo>
                <a:lnTo>
                  <a:pt x="3143" y="52945"/>
                </a:lnTo>
                <a:lnTo>
                  <a:pt x="3143" y="53206"/>
                </a:lnTo>
                <a:lnTo>
                  <a:pt x="3143" y="53467"/>
                </a:lnTo>
                <a:lnTo>
                  <a:pt x="3143" y="5372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642784" y="3532276"/>
            <a:ext cx="3208" cy="51989"/>
          </a:xfrm>
          <a:custGeom>
            <a:avLst/>
            <a:gdLst/>
            <a:ahLst/>
            <a:cxnLst/>
            <a:rect l="l" t="t" r="r" b="b"/>
            <a:pathLst>
              <a:path w="3208" h="51989">
                <a:moveTo>
                  <a:pt x="0" y="0"/>
                </a:moveTo>
                <a:lnTo>
                  <a:pt x="64" y="260"/>
                </a:lnTo>
                <a:lnTo>
                  <a:pt x="64" y="521"/>
                </a:lnTo>
                <a:lnTo>
                  <a:pt x="64" y="811"/>
                </a:lnTo>
                <a:lnTo>
                  <a:pt x="64" y="1072"/>
                </a:lnTo>
                <a:lnTo>
                  <a:pt x="128" y="1333"/>
                </a:lnTo>
                <a:lnTo>
                  <a:pt x="128" y="1594"/>
                </a:lnTo>
                <a:lnTo>
                  <a:pt x="128" y="1855"/>
                </a:lnTo>
                <a:lnTo>
                  <a:pt x="128" y="2116"/>
                </a:lnTo>
                <a:lnTo>
                  <a:pt x="128" y="2406"/>
                </a:lnTo>
                <a:lnTo>
                  <a:pt x="224" y="2667"/>
                </a:lnTo>
                <a:lnTo>
                  <a:pt x="224" y="2928"/>
                </a:lnTo>
                <a:lnTo>
                  <a:pt x="224" y="3189"/>
                </a:lnTo>
                <a:lnTo>
                  <a:pt x="224" y="3537"/>
                </a:lnTo>
                <a:lnTo>
                  <a:pt x="288" y="3798"/>
                </a:lnTo>
                <a:lnTo>
                  <a:pt x="288" y="4059"/>
                </a:lnTo>
                <a:lnTo>
                  <a:pt x="288" y="4320"/>
                </a:lnTo>
                <a:lnTo>
                  <a:pt x="288" y="4581"/>
                </a:lnTo>
                <a:lnTo>
                  <a:pt x="288" y="4871"/>
                </a:lnTo>
                <a:lnTo>
                  <a:pt x="352" y="5132"/>
                </a:lnTo>
                <a:lnTo>
                  <a:pt x="352" y="5393"/>
                </a:lnTo>
                <a:lnTo>
                  <a:pt x="352" y="5654"/>
                </a:lnTo>
                <a:lnTo>
                  <a:pt x="352" y="5915"/>
                </a:lnTo>
                <a:lnTo>
                  <a:pt x="417" y="6176"/>
                </a:lnTo>
                <a:lnTo>
                  <a:pt x="417" y="6466"/>
                </a:lnTo>
                <a:lnTo>
                  <a:pt x="417" y="6726"/>
                </a:lnTo>
                <a:lnTo>
                  <a:pt x="417" y="6987"/>
                </a:lnTo>
                <a:lnTo>
                  <a:pt x="417" y="7248"/>
                </a:lnTo>
                <a:lnTo>
                  <a:pt x="513" y="7509"/>
                </a:lnTo>
                <a:lnTo>
                  <a:pt x="513" y="7770"/>
                </a:lnTo>
                <a:lnTo>
                  <a:pt x="513" y="8060"/>
                </a:lnTo>
                <a:lnTo>
                  <a:pt x="513" y="8321"/>
                </a:lnTo>
                <a:lnTo>
                  <a:pt x="577" y="8582"/>
                </a:lnTo>
                <a:lnTo>
                  <a:pt x="577" y="8843"/>
                </a:lnTo>
                <a:lnTo>
                  <a:pt x="577" y="9104"/>
                </a:lnTo>
                <a:lnTo>
                  <a:pt x="577" y="9365"/>
                </a:lnTo>
                <a:lnTo>
                  <a:pt x="577" y="9655"/>
                </a:lnTo>
                <a:lnTo>
                  <a:pt x="641" y="9916"/>
                </a:lnTo>
                <a:lnTo>
                  <a:pt x="641" y="10177"/>
                </a:lnTo>
                <a:lnTo>
                  <a:pt x="641" y="10438"/>
                </a:lnTo>
                <a:lnTo>
                  <a:pt x="641" y="10786"/>
                </a:lnTo>
                <a:lnTo>
                  <a:pt x="641" y="11047"/>
                </a:lnTo>
                <a:lnTo>
                  <a:pt x="705" y="11308"/>
                </a:lnTo>
                <a:lnTo>
                  <a:pt x="705" y="11569"/>
                </a:lnTo>
                <a:lnTo>
                  <a:pt x="705" y="11830"/>
                </a:lnTo>
                <a:lnTo>
                  <a:pt x="705" y="12091"/>
                </a:lnTo>
                <a:lnTo>
                  <a:pt x="802" y="12381"/>
                </a:lnTo>
                <a:lnTo>
                  <a:pt x="802" y="12642"/>
                </a:lnTo>
                <a:lnTo>
                  <a:pt x="802" y="12903"/>
                </a:lnTo>
                <a:lnTo>
                  <a:pt x="802" y="13163"/>
                </a:lnTo>
                <a:lnTo>
                  <a:pt x="802" y="13424"/>
                </a:lnTo>
                <a:lnTo>
                  <a:pt x="866" y="13714"/>
                </a:lnTo>
                <a:lnTo>
                  <a:pt x="866" y="13975"/>
                </a:lnTo>
                <a:lnTo>
                  <a:pt x="866" y="14236"/>
                </a:lnTo>
                <a:lnTo>
                  <a:pt x="866" y="14497"/>
                </a:lnTo>
                <a:lnTo>
                  <a:pt x="930" y="14758"/>
                </a:lnTo>
                <a:lnTo>
                  <a:pt x="930" y="15019"/>
                </a:lnTo>
                <a:lnTo>
                  <a:pt x="930" y="15309"/>
                </a:lnTo>
                <a:lnTo>
                  <a:pt x="930" y="15570"/>
                </a:lnTo>
                <a:lnTo>
                  <a:pt x="930" y="15831"/>
                </a:lnTo>
                <a:lnTo>
                  <a:pt x="1026" y="16092"/>
                </a:lnTo>
                <a:lnTo>
                  <a:pt x="1026" y="16353"/>
                </a:lnTo>
                <a:lnTo>
                  <a:pt x="1026" y="16614"/>
                </a:lnTo>
                <a:lnTo>
                  <a:pt x="1026" y="16904"/>
                </a:lnTo>
                <a:lnTo>
                  <a:pt x="1090" y="17165"/>
                </a:lnTo>
                <a:lnTo>
                  <a:pt x="1090" y="17426"/>
                </a:lnTo>
                <a:lnTo>
                  <a:pt x="1090" y="17687"/>
                </a:lnTo>
                <a:lnTo>
                  <a:pt x="1090" y="17948"/>
                </a:lnTo>
                <a:lnTo>
                  <a:pt x="1090" y="18209"/>
                </a:lnTo>
                <a:lnTo>
                  <a:pt x="1154" y="18499"/>
                </a:lnTo>
                <a:lnTo>
                  <a:pt x="1154" y="18760"/>
                </a:lnTo>
                <a:lnTo>
                  <a:pt x="1154" y="19021"/>
                </a:lnTo>
                <a:lnTo>
                  <a:pt x="1154" y="19282"/>
                </a:lnTo>
                <a:lnTo>
                  <a:pt x="1219" y="19543"/>
                </a:lnTo>
                <a:lnTo>
                  <a:pt x="1219" y="19832"/>
                </a:lnTo>
                <a:lnTo>
                  <a:pt x="1219" y="20093"/>
                </a:lnTo>
                <a:lnTo>
                  <a:pt x="1219" y="20354"/>
                </a:lnTo>
                <a:lnTo>
                  <a:pt x="1219" y="20615"/>
                </a:lnTo>
                <a:lnTo>
                  <a:pt x="1315" y="20876"/>
                </a:lnTo>
                <a:lnTo>
                  <a:pt x="1315" y="21137"/>
                </a:lnTo>
                <a:lnTo>
                  <a:pt x="1315" y="21427"/>
                </a:lnTo>
                <a:lnTo>
                  <a:pt x="1315" y="21688"/>
                </a:lnTo>
                <a:lnTo>
                  <a:pt x="1379" y="21949"/>
                </a:lnTo>
                <a:lnTo>
                  <a:pt x="1379" y="22152"/>
                </a:lnTo>
                <a:lnTo>
                  <a:pt x="1379" y="22413"/>
                </a:lnTo>
                <a:lnTo>
                  <a:pt x="1379" y="22674"/>
                </a:lnTo>
                <a:lnTo>
                  <a:pt x="1379" y="22935"/>
                </a:lnTo>
                <a:lnTo>
                  <a:pt x="1443" y="23196"/>
                </a:lnTo>
                <a:lnTo>
                  <a:pt x="1443" y="23486"/>
                </a:lnTo>
                <a:lnTo>
                  <a:pt x="1443" y="23747"/>
                </a:lnTo>
                <a:lnTo>
                  <a:pt x="1443" y="24008"/>
                </a:lnTo>
                <a:lnTo>
                  <a:pt x="1443" y="24269"/>
                </a:lnTo>
                <a:lnTo>
                  <a:pt x="1507" y="24530"/>
                </a:lnTo>
                <a:lnTo>
                  <a:pt x="1507" y="24820"/>
                </a:lnTo>
                <a:lnTo>
                  <a:pt x="1507" y="25081"/>
                </a:lnTo>
                <a:lnTo>
                  <a:pt x="1507" y="25342"/>
                </a:lnTo>
                <a:lnTo>
                  <a:pt x="1604" y="25603"/>
                </a:lnTo>
                <a:lnTo>
                  <a:pt x="1604" y="25864"/>
                </a:lnTo>
                <a:lnTo>
                  <a:pt x="1604" y="26124"/>
                </a:lnTo>
                <a:lnTo>
                  <a:pt x="1604" y="26414"/>
                </a:lnTo>
                <a:lnTo>
                  <a:pt x="1604" y="26675"/>
                </a:lnTo>
                <a:lnTo>
                  <a:pt x="1668" y="26936"/>
                </a:lnTo>
                <a:lnTo>
                  <a:pt x="1668" y="27197"/>
                </a:lnTo>
                <a:lnTo>
                  <a:pt x="1668" y="27458"/>
                </a:lnTo>
                <a:lnTo>
                  <a:pt x="1668" y="27719"/>
                </a:lnTo>
                <a:lnTo>
                  <a:pt x="1732" y="28009"/>
                </a:lnTo>
                <a:lnTo>
                  <a:pt x="1732" y="28183"/>
                </a:lnTo>
                <a:lnTo>
                  <a:pt x="1732" y="28473"/>
                </a:lnTo>
                <a:lnTo>
                  <a:pt x="1732" y="28734"/>
                </a:lnTo>
                <a:lnTo>
                  <a:pt x="1732" y="28995"/>
                </a:lnTo>
                <a:lnTo>
                  <a:pt x="1828" y="29256"/>
                </a:lnTo>
                <a:lnTo>
                  <a:pt x="1828" y="29517"/>
                </a:lnTo>
                <a:lnTo>
                  <a:pt x="1828" y="29807"/>
                </a:lnTo>
                <a:lnTo>
                  <a:pt x="1828" y="30068"/>
                </a:lnTo>
                <a:lnTo>
                  <a:pt x="1892" y="30329"/>
                </a:lnTo>
                <a:lnTo>
                  <a:pt x="1892" y="30590"/>
                </a:lnTo>
                <a:lnTo>
                  <a:pt x="1892" y="30851"/>
                </a:lnTo>
                <a:lnTo>
                  <a:pt x="1892" y="31112"/>
                </a:lnTo>
                <a:lnTo>
                  <a:pt x="1892" y="31402"/>
                </a:lnTo>
                <a:lnTo>
                  <a:pt x="1956" y="31576"/>
                </a:lnTo>
                <a:lnTo>
                  <a:pt x="1956" y="31866"/>
                </a:lnTo>
                <a:lnTo>
                  <a:pt x="1956" y="32127"/>
                </a:lnTo>
                <a:lnTo>
                  <a:pt x="1956" y="32388"/>
                </a:lnTo>
                <a:lnTo>
                  <a:pt x="2021" y="32648"/>
                </a:lnTo>
                <a:lnTo>
                  <a:pt x="2021" y="32909"/>
                </a:lnTo>
                <a:lnTo>
                  <a:pt x="2021" y="33170"/>
                </a:lnTo>
                <a:lnTo>
                  <a:pt x="2021" y="33460"/>
                </a:lnTo>
                <a:lnTo>
                  <a:pt x="2021" y="33721"/>
                </a:lnTo>
                <a:lnTo>
                  <a:pt x="2117" y="33982"/>
                </a:lnTo>
                <a:lnTo>
                  <a:pt x="2117" y="34243"/>
                </a:lnTo>
                <a:lnTo>
                  <a:pt x="2117" y="34446"/>
                </a:lnTo>
                <a:lnTo>
                  <a:pt x="2117" y="34707"/>
                </a:lnTo>
                <a:lnTo>
                  <a:pt x="2181" y="34968"/>
                </a:lnTo>
                <a:lnTo>
                  <a:pt x="2181" y="35258"/>
                </a:lnTo>
                <a:lnTo>
                  <a:pt x="2181" y="35519"/>
                </a:lnTo>
                <a:lnTo>
                  <a:pt x="2181" y="35780"/>
                </a:lnTo>
                <a:lnTo>
                  <a:pt x="2181" y="36041"/>
                </a:lnTo>
                <a:lnTo>
                  <a:pt x="2245" y="36302"/>
                </a:lnTo>
                <a:lnTo>
                  <a:pt x="2245" y="36563"/>
                </a:lnTo>
                <a:lnTo>
                  <a:pt x="2245" y="36766"/>
                </a:lnTo>
                <a:lnTo>
                  <a:pt x="2245" y="37027"/>
                </a:lnTo>
                <a:lnTo>
                  <a:pt x="2245" y="37317"/>
                </a:lnTo>
                <a:lnTo>
                  <a:pt x="2341" y="37578"/>
                </a:lnTo>
                <a:lnTo>
                  <a:pt x="2341" y="37839"/>
                </a:lnTo>
                <a:lnTo>
                  <a:pt x="2341" y="38100"/>
                </a:lnTo>
                <a:lnTo>
                  <a:pt x="2341" y="38361"/>
                </a:lnTo>
                <a:lnTo>
                  <a:pt x="2406" y="38564"/>
                </a:lnTo>
                <a:lnTo>
                  <a:pt x="2406" y="38825"/>
                </a:lnTo>
                <a:lnTo>
                  <a:pt x="2406" y="39114"/>
                </a:lnTo>
                <a:lnTo>
                  <a:pt x="2406" y="39375"/>
                </a:lnTo>
                <a:lnTo>
                  <a:pt x="2406" y="39636"/>
                </a:lnTo>
                <a:lnTo>
                  <a:pt x="2470" y="39897"/>
                </a:lnTo>
                <a:lnTo>
                  <a:pt x="2470" y="40158"/>
                </a:lnTo>
                <a:lnTo>
                  <a:pt x="2470" y="40361"/>
                </a:lnTo>
                <a:lnTo>
                  <a:pt x="2470" y="40622"/>
                </a:lnTo>
                <a:lnTo>
                  <a:pt x="2534" y="40883"/>
                </a:lnTo>
                <a:lnTo>
                  <a:pt x="2534" y="41173"/>
                </a:lnTo>
                <a:lnTo>
                  <a:pt x="2534" y="41434"/>
                </a:lnTo>
                <a:lnTo>
                  <a:pt x="2534" y="41695"/>
                </a:lnTo>
                <a:lnTo>
                  <a:pt x="2534" y="41956"/>
                </a:lnTo>
                <a:lnTo>
                  <a:pt x="2630" y="42159"/>
                </a:lnTo>
                <a:lnTo>
                  <a:pt x="2630" y="42420"/>
                </a:lnTo>
                <a:lnTo>
                  <a:pt x="2630" y="42681"/>
                </a:lnTo>
                <a:lnTo>
                  <a:pt x="2630" y="42971"/>
                </a:lnTo>
                <a:lnTo>
                  <a:pt x="2694" y="43232"/>
                </a:lnTo>
                <a:lnTo>
                  <a:pt x="2694" y="43435"/>
                </a:lnTo>
                <a:lnTo>
                  <a:pt x="2694" y="43696"/>
                </a:lnTo>
                <a:lnTo>
                  <a:pt x="2694" y="43957"/>
                </a:lnTo>
                <a:lnTo>
                  <a:pt x="2694" y="44218"/>
                </a:lnTo>
                <a:lnTo>
                  <a:pt x="2758" y="44479"/>
                </a:lnTo>
                <a:lnTo>
                  <a:pt x="2758" y="44769"/>
                </a:lnTo>
                <a:lnTo>
                  <a:pt x="2758" y="44943"/>
                </a:lnTo>
                <a:lnTo>
                  <a:pt x="2758" y="45233"/>
                </a:lnTo>
                <a:lnTo>
                  <a:pt x="2823" y="45494"/>
                </a:lnTo>
                <a:lnTo>
                  <a:pt x="2823" y="45754"/>
                </a:lnTo>
                <a:lnTo>
                  <a:pt x="2823" y="46015"/>
                </a:lnTo>
                <a:lnTo>
                  <a:pt x="2823" y="46218"/>
                </a:lnTo>
                <a:lnTo>
                  <a:pt x="2823" y="46479"/>
                </a:lnTo>
                <a:lnTo>
                  <a:pt x="2919" y="46740"/>
                </a:lnTo>
                <a:lnTo>
                  <a:pt x="2919" y="47001"/>
                </a:lnTo>
                <a:lnTo>
                  <a:pt x="2919" y="47291"/>
                </a:lnTo>
                <a:lnTo>
                  <a:pt x="2919" y="47494"/>
                </a:lnTo>
                <a:lnTo>
                  <a:pt x="2983" y="47755"/>
                </a:lnTo>
                <a:lnTo>
                  <a:pt x="2983" y="48016"/>
                </a:lnTo>
                <a:lnTo>
                  <a:pt x="2983" y="48277"/>
                </a:lnTo>
                <a:lnTo>
                  <a:pt x="2983" y="48480"/>
                </a:lnTo>
                <a:lnTo>
                  <a:pt x="2983" y="48741"/>
                </a:lnTo>
                <a:lnTo>
                  <a:pt x="3047" y="49002"/>
                </a:lnTo>
                <a:lnTo>
                  <a:pt x="3047" y="49263"/>
                </a:lnTo>
                <a:lnTo>
                  <a:pt x="3047" y="49553"/>
                </a:lnTo>
                <a:lnTo>
                  <a:pt x="3047" y="49756"/>
                </a:lnTo>
                <a:lnTo>
                  <a:pt x="3047" y="50017"/>
                </a:lnTo>
                <a:lnTo>
                  <a:pt x="3143" y="50278"/>
                </a:lnTo>
                <a:lnTo>
                  <a:pt x="3143" y="50539"/>
                </a:lnTo>
                <a:lnTo>
                  <a:pt x="3143" y="50742"/>
                </a:lnTo>
                <a:lnTo>
                  <a:pt x="3143" y="51003"/>
                </a:lnTo>
                <a:lnTo>
                  <a:pt x="3208" y="51264"/>
                </a:lnTo>
                <a:lnTo>
                  <a:pt x="3208" y="51525"/>
                </a:lnTo>
                <a:lnTo>
                  <a:pt x="3208" y="51728"/>
                </a:lnTo>
                <a:lnTo>
                  <a:pt x="3208" y="5198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645992" y="3584265"/>
            <a:ext cx="3208" cy="45436"/>
          </a:xfrm>
          <a:custGeom>
            <a:avLst/>
            <a:gdLst/>
            <a:ahLst/>
            <a:cxnLst/>
            <a:rect l="l" t="t" r="r" b="b"/>
            <a:pathLst>
              <a:path w="3208" h="45436">
                <a:moveTo>
                  <a:pt x="0" y="0"/>
                </a:moveTo>
                <a:lnTo>
                  <a:pt x="0" y="289"/>
                </a:lnTo>
                <a:lnTo>
                  <a:pt x="64" y="550"/>
                </a:lnTo>
                <a:lnTo>
                  <a:pt x="64" y="753"/>
                </a:lnTo>
                <a:lnTo>
                  <a:pt x="64" y="1014"/>
                </a:lnTo>
                <a:lnTo>
                  <a:pt x="64" y="1275"/>
                </a:lnTo>
                <a:lnTo>
                  <a:pt x="128" y="1536"/>
                </a:lnTo>
                <a:lnTo>
                  <a:pt x="128" y="1739"/>
                </a:lnTo>
                <a:lnTo>
                  <a:pt x="128" y="2000"/>
                </a:lnTo>
                <a:lnTo>
                  <a:pt x="128" y="2261"/>
                </a:lnTo>
                <a:lnTo>
                  <a:pt x="128" y="2464"/>
                </a:lnTo>
                <a:lnTo>
                  <a:pt x="224" y="2754"/>
                </a:lnTo>
                <a:lnTo>
                  <a:pt x="224" y="3015"/>
                </a:lnTo>
                <a:lnTo>
                  <a:pt x="224" y="3276"/>
                </a:lnTo>
                <a:lnTo>
                  <a:pt x="224" y="3479"/>
                </a:lnTo>
                <a:lnTo>
                  <a:pt x="288" y="3740"/>
                </a:lnTo>
                <a:lnTo>
                  <a:pt x="288" y="4001"/>
                </a:lnTo>
                <a:lnTo>
                  <a:pt x="288" y="4204"/>
                </a:lnTo>
                <a:lnTo>
                  <a:pt x="288" y="4465"/>
                </a:lnTo>
                <a:lnTo>
                  <a:pt x="288" y="4726"/>
                </a:lnTo>
                <a:lnTo>
                  <a:pt x="352" y="4929"/>
                </a:lnTo>
                <a:lnTo>
                  <a:pt x="352" y="5190"/>
                </a:lnTo>
                <a:lnTo>
                  <a:pt x="352" y="5480"/>
                </a:lnTo>
                <a:lnTo>
                  <a:pt x="352" y="5741"/>
                </a:lnTo>
                <a:lnTo>
                  <a:pt x="449" y="5944"/>
                </a:lnTo>
                <a:lnTo>
                  <a:pt x="449" y="6205"/>
                </a:lnTo>
                <a:lnTo>
                  <a:pt x="449" y="6466"/>
                </a:lnTo>
                <a:lnTo>
                  <a:pt x="449" y="6668"/>
                </a:lnTo>
                <a:lnTo>
                  <a:pt x="449" y="6929"/>
                </a:lnTo>
                <a:lnTo>
                  <a:pt x="513" y="7190"/>
                </a:lnTo>
                <a:lnTo>
                  <a:pt x="513" y="7393"/>
                </a:lnTo>
                <a:lnTo>
                  <a:pt x="513" y="7654"/>
                </a:lnTo>
                <a:lnTo>
                  <a:pt x="513" y="7915"/>
                </a:lnTo>
                <a:lnTo>
                  <a:pt x="577" y="8118"/>
                </a:lnTo>
                <a:lnTo>
                  <a:pt x="577" y="8379"/>
                </a:lnTo>
                <a:lnTo>
                  <a:pt x="577" y="8669"/>
                </a:lnTo>
                <a:lnTo>
                  <a:pt x="577" y="8843"/>
                </a:lnTo>
                <a:lnTo>
                  <a:pt x="577" y="9133"/>
                </a:lnTo>
                <a:lnTo>
                  <a:pt x="641" y="9336"/>
                </a:lnTo>
                <a:lnTo>
                  <a:pt x="641" y="9597"/>
                </a:lnTo>
                <a:lnTo>
                  <a:pt x="641" y="9858"/>
                </a:lnTo>
                <a:lnTo>
                  <a:pt x="641" y="10061"/>
                </a:lnTo>
                <a:lnTo>
                  <a:pt x="641" y="10322"/>
                </a:lnTo>
                <a:lnTo>
                  <a:pt x="737" y="10583"/>
                </a:lnTo>
                <a:lnTo>
                  <a:pt x="737" y="10786"/>
                </a:lnTo>
                <a:lnTo>
                  <a:pt x="737" y="11047"/>
                </a:lnTo>
                <a:lnTo>
                  <a:pt x="737" y="11250"/>
                </a:lnTo>
                <a:lnTo>
                  <a:pt x="802" y="11511"/>
                </a:lnTo>
                <a:lnTo>
                  <a:pt x="802" y="11772"/>
                </a:lnTo>
                <a:lnTo>
                  <a:pt x="802" y="11975"/>
                </a:lnTo>
                <a:lnTo>
                  <a:pt x="802" y="12236"/>
                </a:lnTo>
                <a:lnTo>
                  <a:pt x="802" y="12526"/>
                </a:lnTo>
                <a:lnTo>
                  <a:pt x="866" y="12729"/>
                </a:lnTo>
                <a:lnTo>
                  <a:pt x="866" y="12990"/>
                </a:lnTo>
                <a:lnTo>
                  <a:pt x="866" y="13192"/>
                </a:lnTo>
                <a:lnTo>
                  <a:pt x="866" y="13453"/>
                </a:lnTo>
                <a:lnTo>
                  <a:pt x="930" y="13714"/>
                </a:lnTo>
                <a:lnTo>
                  <a:pt x="930" y="13917"/>
                </a:lnTo>
                <a:lnTo>
                  <a:pt x="930" y="14178"/>
                </a:lnTo>
                <a:lnTo>
                  <a:pt x="930" y="14381"/>
                </a:lnTo>
                <a:lnTo>
                  <a:pt x="930" y="14642"/>
                </a:lnTo>
                <a:lnTo>
                  <a:pt x="1026" y="14845"/>
                </a:lnTo>
                <a:lnTo>
                  <a:pt x="1026" y="15106"/>
                </a:lnTo>
                <a:lnTo>
                  <a:pt x="1026" y="15367"/>
                </a:lnTo>
                <a:lnTo>
                  <a:pt x="1026" y="15570"/>
                </a:lnTo>
                <a:lnTo>
                  <a:pt x="1090" y="15831"/>
                </a:lnTo>
                <a:lnTo>
                  <a:pt x="1090" y="16034"/>
                </a:lnTo>
                <a:lnTo>
                  <a:pt x="1090" y="16295"/>
                </a:lnTo>
                <a:lnTo>
                  <a:pt x="1090" y="16498"/>
                </a:lnTo>
                <a:lnTo>
                  <a:pt x="1090" y="16759"/>
                </a:lnTo>
                <a:lnTo>
                  <a:pt x="1154" y="16962"/>
                </a:lnTo>
                <a:lnTo>
                  <a:pt x="1154" y="17223"/>
                </a:lnTo>
                <a:lnTo>
                  <a:pt x="1154" y="17513"/>
                </a:lnTo>
                <a:lnTo>
                  <a:pt x="1154" y="17716"/>
                </a:lnTo>
                <a:lnTo>
                  <a:pt x="1251" y="17977"/>
                </a:lnTo>
                <a:lnTo>
                  <a:pt x="1251" y="18180"/>
                </a:lnTo>
                <a:lnTo>
                  <a:pt x="1251" y="18441"/>
                </a:lnTo>
                <a:lnTo>
                  <a:pt x="1251" y="18644"/>
                </a:lnTo>
                <a:lnTo>
                  <a:pt x="1251" y="18905"/>
                </a:lnTo>
                <a:lnTo>
                  <a:pt x="1315" y="19108"/>
                </a:lnTo>
                <a:lnTo>
                  <a:pt x="1315" y="19369"/>
                </a:lnTo>
                <a:lnTo>
                  <a:pt x="1315" y="19571"/>
                </a:lnTo>
                <a:lnTo>
                  <a:pt x="1315" y="19832"/>
                </a:lnTo>
                <a:lnTo>
                  <a:pt x="1379" y="20035"/>
                </a:lnTo>
                <a:lnTo>
                  <a:pt x="1379" y="20296"/>
                </a:lnTo>
                <a:lnTo>
                  <a:pt x="1379" y="20499"/>
                </a:lnTo>
                <a:lnTo>
                  <a:pt x="1379" y="20760"/>
                </a:lnTo>
                <a:lnTo>
                  <a:pt x="1379" y="20963"/>
                </a:lnTo>
                <a:lnTo>
                  <a:pt x="1443" y="21224"/>
                </a:lnTo>
                <a:lnTo>
                  <a:pt x="1443" y="21427"/>
                </a:lnTo>
                <a:lnTo>
                  <a:pt x="1443" y="21688"/>
                </a:lnTo>
                <a:lnTo>
                  <a:pt x="1443" y="21891"/>
                </a:lnTo>
                <a:lnTo>
                  <a:pt x="1443" y="22152"/>
                </a:lnTo>
                <a:lnTo>
                  <a:pt x="1539" y="22355"/>
                </a:lnTo>
                <a:lnTo>
                  <a:pt x="1539" y="22616"/>
                </a:lnTo>
                <a:lnTo>
                  <a:pt x="1539" y="22819"/>
                </a:lnTo>
                <a:lnTo>
                  <a:pt x="1539" y="23080"/>
                </a:lnTo>
                <a:lnTo>
                  <a:pt x="1604" y="23283"/>
                </a:lnTo>
                <a:lnTo>
                  <a:pt x="1604" y="23486"/>
                </a:lnTo>
                <a:lnTo>
                  <a:pt x="1604" y="23747"/>
                </a:lnTo>
                <a:lnTo>
                  <a:pt x="1604" y="23950"/>
                </a:lnTo>
                <a:lnTo>
                  <a:pt x="1604" y="24211"/>
                </a:lnTo>
                <a:lnTo>
                  <a:pt x="1668" y="24414"/>
                </a:lnTo>
                <a:lnTo>
                  <a:pt x="1668" y="24675"/>
                </a:lnTo>
                <a:lnTo>
                  <a:pt x="1668" y="24878"/>
                </a:lnTo>
                <a:lnTo>
                  <a:pt x="1668" y="25139"/>
                </a:lnTo>
                <a:lnTo>
                  <a:pt x="1732" y="25342"/>
                </a:lnTo>
                <a:lnTo>
                  <a:pt x="1732" y="25545"/>
                </a:lnTo>
                <a:lnTo>
                  <a:pt x="1732" y="25806"/>
                </a:lnTo>
                <a:lnTo>
                  <a:pt x="1732" y="26009"/>
                </a:lnTo>
                <a:lnTo>
                  <a:pt x="1732" y="26269"/>
                </a:lnTo>
                <a:lnTo>
                  <a:pt x="1828" y="26472"/>
                </a:lnTo>
                <a:lnTo>
                  <a:pt x="1828" y="26675"/>
                </a:lnTo>
                <a:lnTo>
                  <a:pt x="1828" y="26936"/>
                </a:lnTo>
                <a:lnTo>
                  <a:pt x="1828" y="27139"/>
                </a:lnTo>
                <a:lnTo>
                  <a:pt x="1892" y="27400"/>
                </a:lnTo>
                <a:lnTo>
                  <a:pt x="1892" y="27603"/>
                </a:lnTo>
                <a:lnTo>
                  <a:pt x="1892" y="27806"/>
                </a:lnTo>
                <a:lnTo>
                  <a:pt x="1892" y="28067"/>
                </a:lnTo>
                <a:lnTo>
                  <a:pt x="1892" y="28270"/>
                </a:lnTo>
                <a:lnTo>
                  <a:pt x="1956" y="28531"/>
                </a:lnTo>
                <a:lnTo>
                  <a:pt x="1956" y="28734"/>
                </a:lnTo>
                <a:lnTo>
                  <a:pt x="1956" y="28937"/>
                </a:lnTo>
                <a:lnTo>
                  <a:pt x="1956" y="29198"/>
                </a:lnTo>
                <a:lnTo>
                  <a:pt x="2053" y="29401"/>
                </a:lnTo>
                <a:lnTo>
                  <a:pt x="2053" y="29604"/>
                </a:lnTo>
                <a:lnTo>
                  <a:pt x="2053" y="29865"/>
                </a:lnTo>
                <a:lnTo>
                  <a:pt x="2053" y="30068"/>
                </a:lnTo>
                <a:lnTo>
                  <a:pt x="2053" y="30271"/>
                </a:lnTo>
                <a:lnTo>
                  <a:pt x="2117" y="30532"/>
                </a:lnTo>
                <a:lnTo>
                  <a:pt x="2117" y="30735"/>
                </a:lnTo>
                <a:lnTo>
                  <a:pt x="2117" y="30938"/>
                </a:lnTo>
                <a:lnTo>
                  <a:pt x="2117" y="31199"/>
                </a:lnTo>
                <a:lnTo>
                  <a:pt x="2181" y="31402"/>
                </a:lnTo>
                <a:lnTo>
                  <a:pt x="2181" y="31605"/>
                </a:lnTo>
                <a:lnTo>
                  <a:pt x="2181" y="31866"/>
                </a:lnTo>
                <a:lnTo>
                  <a:pt x="2181" y="32069"/>
                </a:lnTo>
                <a:lnTo>
                  <a:pt x="2181" y="32272"/>
                </a:lnTo>
                <a:lnTo>
                  <a:pt x="2245" y="32533"/>
                </a:lnTo>
                <a:lnTo>
                  <a:pt x="2245" y="32735"/>
                </a:lnTo>
                <a:lnTo>
                  <a:pt x="2245" y="32938"/>
                </a:lnTo>
                <a:lnTo>
                  <a:pt x="2245" y="33199"/>
                </a:lnTo>
                <a:lnTo>
                  <a:pt x="2245" y="33402"/>
                </a:lnTo>
                <a:lnTo>
                  <a:pt x="2341" y="33605"/>
                </a:lnTo>
                <a:lnTo>
                  <a:pt x="2341" y="33866"/>
                </a:lnTo>
                <a:lnTo>
                  <a:pt x="2341" y="34069"/>
                </a:lnTo>
                <a:lnTo>
                  <a:pt x="2341" y="34272"/>
                </a:lnTo>
                <a:lnTo>
                  <a:pt x="2406" y="34446"/>
                </a:lnTo>
                <a:lnTo>
                  <a:pt x="2406" y="34736"/>
                </a:lnTo>
                <a:lnTo>
                  <a:pt x="2406" y="34910"/>
                </a:lnTo>
                <a:lnTo>
                  <a:pt x="2406" y="35113"/>
                </a:lnTo>
                <a:lnTo>
                  <a:pt x="2406" y="35316"/>
                </a:lnTo>
                <a:lnTo>
                  <a:pt x="2470" y="35577"/>
                </a:lnTo>
                <a:lnTo>
                  <a:pt x="2470" y="35780"/>
                </a:lnTo>
                <a:lnTo>
                  <a:pt x="2470" y="35983"/>
                </a:lnTo>
                <a:lnTo>
                  <a:pt x="2470" y="36186"/>
                </a:lnTo>
                <a:lnTo>
                  <a:pt x="2566" y="36447"/>
                </a:lnTo>
                <a:lnTo>
                  <a:pt x="2566" y="36650"/>
                </a:lnTo>
                <a:lnTo>
                  <a:pt x="2566" y="36853"/>
                </a:lnTo>
                <a:lnTo>
                  <a:pt x="2566" y="37056"/>
                </a:lnTo>
                <a:lnTo>
                  <a:pt x="2566" y="37317"/>
                </a:lnTo>
                <a:lnTo>
                  <a:pt x="2630" y="37520"/>
                </a:lnTo>
                <a:lnTo>
                  <a:pt x="2630" y="37723"/>
                </a:lnTo>
                <a:lnTo>
                  <a:pt x="2630" y="37926"/>
                </a:lnTo>
                <a:lnTo>
                  <a:pt x="2630" y="38187"/>
                </a:lnTo>
                <a:lnTo>
                  <a:pt x="2694" y="38390"/>
                </a:lnTo>
                <a:lnTo>
                  <a:pt x="2694" y="38593"/>
                </a:lnTo>
                <a:lnTo>
                  <a:pt x="2694" y="38767"/>
                </a:lnTo>
                <a:lnTo>
                  <a:pt x="2694" y="38970"/>
                </a:lnTo>
                <a:lnTo>
                  <a:pt x="2694" y="39259"/>
                </a:lnTo>
                <a:lnTo>
                  <a:pt x="2758" y="39433"/>
                </a:lnTo>
                <a:lnTo>
                  <a:pt x="2758" y="39636"/>
                </a:lnTo>
                <a:lnTo>
                  <a:pt x="2758" y="39839"/>
                </a:lnTo>
                <a:lnTo>
                  <a:pt x="2758" y="40042"/>
                </a:lnTo>
                <a:lnTo>
                  <a:pt x="2855" y="40245"/>
                </a:lnTo>
                <a:lnTo>
                  <a:pt x="2855" y="40506"/>
                </a:lnTo>
                <a:lnTo>
                  <a:pt x="2855" y="40709"/>
                </a:lnTo>
                <a:lnTo>
                  <a:pt x="2855" y="40912"/>
                </a:lnTo>
                <a:lnTo>
                  <a:pt x="2855" y="41115"/>
                </a:lnTo>
                <a:lnTo>
                  <a:pt x="2919" y="41318"/>
                </a:lnTo>
                <a:lnTo>
                  <a:pt x="2919" y="41521"/>
                </a:lnTo>
                <a:lnTo>
                  <a:pt x="2919" y="41782"/>
                </a:lnTo>
                <a:lnTo>
                  <a:pt x="2919" y="41985"/>
                </a:lnTo>
                <a:lnTo>
                  <a:pt x="2983" y="42159"/>
                </a:lnTo>
                <a:lnTo>
                  <a:pt x="2983" y="42362"/>
                </a:lnTo>
                <a:lnTo>
                  <a:pt x="2983" y="42565"/>
                </a:lnTo>
                <a:lnTo>
                  <a:pt x="2983" y="42768"/>
                </a:lnTo>
                <a:lnTo>
                  <a:pt x="2983" y="42971"/>
                </a:lnTo>
                <a:lnTo>
                  <a:pt x="3047" y="43174"/>
                </a:lnTo>
                <a:lnTo>
                  <a:pt x="3047" y="43435"/>
                </a:lnTo>
                <a:lnTo>
                  <a:pt x="3047" y="43638"/>
                </a:lnTo>
                <a:lnTo>
                  <a:pt x="3047" y="43841"/>
                </a:lnTo>
                <a:lnTo>
                  <a:pt x="3047" y="44044"/>
                </a:lnTo>
                <a:lnTo>
                  <a:pt x="3143" y="44247"/>
                </a:lnTo>
                <a:lnTo>
                  <a:pt x="3143" y="44421"/>
                </a:lnTo>
                <a:lnTo>
                  <a:pt x="3143" y="44624"/>
                </a:lnTo>
                <a:lnTo>
                  <a:pt x="3143" y="44827"/>
                </a:lnTo>
                <a:lnTo>
                  <a:pt x="3208" y="45030"/>
                </a:lnTo>
                <a:lnTo>
                  <a:pt x="3208" y="45233"/>
                </a:lnTo>
                <a:lnTo>
                  <a:pt x="3208" y="4543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649200" y="3629701"/>
            <a:ext cx="3208" cy="34359"/>
          </a:xfrm>
          <a:custGeom>
            <a:avLst/>
            <a:gdLst/>
            <a:ahLst/>
            <a:cxnLst/>
            <a:rect l="l" t="t" r="r" b="b"/>
            <a:pathLst>
              <a:path w="3208" h="34359">
                <a:moveTo>
                  <a:pt x="0" y="0"/>
                </a:moveTo>
                <a:lnTo>
                  <a:pt x="0" y="202"/>
                </a:lnTo>
                <a:lnTo>
                  <a:pt x="0" y="463"/>
                </a:lnTo>
                <a:lnTo>
                  <a:pt x="64" y="666"/>
                </a:lnTo>
                <a:lnTo>
                  <a:pt x="64" y="869"/>
                </a:lnTo>
                <a:lnTo>
                  <a:pt x="64" y="1072"/>
                </a:lnTo>
                <a:lnTo>
                  <a:pt x="64" y="1246"/>
                </a:lnTo>
                <a:lnTo>
                  <a:pt x="160" y="1449"/>
                </a:lnTo>
                <a:lnTo>
                  <a:pt x="160" y="1652"/>
                </a:lnTo>
                <a:lnTo>
                  <a:pt x="160" y="1855"/>
                </a:lnTo>
                <a:lnTo>
                  <a:pt x="160" y="2058"/>
                </a:lnTo>
                <a:lnTo>
                  <a:pt x="160" y="2261"/>
                </a:lnTo>
                <a:lnTo>
                  <a:pt x="224" y="2464"/>
                </a:lnTo>
                <a:lnTo>
                  <a:pt x="224" y="2667"/>
                </a:lnTo>
                <a:lnTo>
                  <a:pt x="224" y="2841"/>
                </a:lnTo>
                <a:lnTo>
                  <a:pt x="224" y="3044"/>
                </a:lnTo>
                <a:lnTo>
                  <a:pt x="288" y="3247"/>
                </a:lnTo>
                <a:lnTo>
                  <a:pt x="288" y="3450"/>
                </a:lnTo>
                <a:lnTo>
                  <a:pt x="288" y="3653"/>
                </a:lnTo>
                <a:lnTo>
                  <a:pt x="288" y="3856"/>
                </a:lnTo>
                <a:lnTo>
                  <a:pt x="288" y="4059"/>
                </a:lnTo>
                <a:lnTo>
                  <a:pt x="352" y="4262"/>
                </a:lnTo>
                <a:lnTo>
                  <a:pt x="352" y="4436"/>
                </a:lnTo>
                <a:lnTo>
                  <a:pt x="352" y="4639"/>
                </a:lnTo>
                <a:lnTo>
                  <a:pt x="352" y="4842"/>
                </a:lnTo>
                <a:lnTo>
                  <a:pt x="449" y="5045"/>
                </a:lnTo>
                <a:lnTo>
                  <a:pt x="449" y="5248"/>
                </a:lnTo>
                <a:lnTo>
                  <a:pt x="449" y="5451"/>
                </a:lnTo>
                <a:lnTo>
                  <a:pt x="449" y="5654"/>
                </a:lnTo>
                <a:lnTo>
                  <a:pt x="449" y="5857"/>
                </a:lnTo>
                <a:lnTo>
                  <a:pt x="513" y="6176"/>
                </a:lnTo>
                <a:lnTo>
                  <a:pt x="513" y="6379"/>
                </a:lnTo>
                <a:lnTo>
                  <a:pt x="513" y="6581"/>
                </a:lnTo>
                <a:lnTo>
                  <a:pt x="577" y="6784"/>
                </a:lnTo>
                <a:lnTo>
                  <a:pt x="577" y="6987"/>
                </a:lnTo>
                <a:lnTo>
                  <a:pt x="577" y="7190"/>
                </a:lnTo>
                <a:lnTo>
                  <a:pt x="577" y="7364"/>
                </a:lnTo>
                <a:lnTo>
                  <a:pt x="577" y="7567"/>
                </a:lnTo>
                <a:lnTo>
                  <a:pt x="641" y="7770"/>
                </a:lnTo>
                <a:lnTo>
                  <a:pt x="641" y="7973"/>
                </a:lnTo>
                <a:lnTo>
                  <a:pt x="641" y="8118"/>
                </a:lnTo>
                <a:lnTo>
                  <a:pt x="641" y="8292"/>
                </a:lnTo>
                <a:lnTo>
                  <a:pt x="641" y="8495"/>
                </a:lnTo>
                <a:lnTo>
                  <a:pt x="737" y="8698"/>
                </a:lnTo>
                <a:lnTo>
                  <a:pt x="737" y="8901"/>
                </a:lnTo>
                <a:lnTo>
                  <a:pt x="737" y="9104"/>
                </a:lnTo>
                <a:lnTo>
                  <a:pt x="737" y="9307"/>
                </a:lnTo>
                <a:lnTo>
                  <a:pt x="802" y="9510"/>
                </a:lnTo>
                <a:lnTo>
                  <a:pt x="802" y="9829"/>
                </a:lnTo>
                <a:lnTo>
                  <a:pt x="802" y="10032"/>
                </a:lnTo>
                <a:lnTo>
                  <a:pt x="802" y="10235"/>
                </a:lnTo>
                <a:lnTo>
                  <a:pt x="866" y="10438"/>
                </a:lnTo>
                <a:lnTo>
                  <a:pt x="866" y="10641"/>
                </a:lnTo>
                <a:lnTo>
                  <a:pt x="866" y="10960"/>
                </a:lnTo>
                <a:lnTo>
                  <a:pt x="962" y="11163"/>
                </a:lnTo>
                <a:lnTo>
                  <a:pt x="962" y="11366"/>
                </a:lnTo>
                <a:lnTo>
                  <a:pt x="962" y="11569"/>
                </a:lnTo>
                <a:lnTo>
                  <a:pt x="962" y="11772"/>
                </a:lnTo>
                <a:lnTo>
                  <a:pt x="1026" y="12091"/>
                </a:lnTo>
                <a:lnTo>
                  <a:pt x="1026" y="12294"/>
                </a:lnTo>
                <a:lnTo>
                  <a:pt x="1026" y="12497"/>
                </a:lnTo>
                <a:lnTo>
                  <a:pt x="1026" y="12642"/>
                </a:lnTo>
                <a:lnTo>
                  <a:pt x="1090" y="12816"/>
                </a:lnTo>
                <a:lnTo>
                  <a:pt x="1090" y="13019"/>
                </a:lnTo>
                <a:lnTo>
                  <a:pt x="1090" y="13221"/>
                </a:lnTo>
                <a:lnTo>
                  <a:pt x="1090" y="13366"/>
                </a:lnTo>
                <a:lnTo>
                  <a:pt x="1090" y="13569"/>
                </a:lnTo>
                <a:lnTo>
                  <a:pt x="1154" y="13772"/>
                </a:lnTo>
                <a:lnTo>
                  <a:pt x="1154" y="13946"/>
                </a:lnTo>
                <a:lnTo>
                  <a:pt x="1154" y="14091"/>
                </a:lnTo>
                <a:lnTo>
                  <a:pt x="1154" y="14294"/>
                </a:lnTo>
                <a:lnTo>
                  <a:pt x="1251" y="14497"/>
                </a:lnTo>
                <a:lnTo>
                  <a:pt x="1251" y="14700"/>
                </a:lnTo>
                <a:lnTo>
                  <a:pt x="1251" y="15019"/>
                </a:lnTo>
                <a:lnTo>
                  <a:pt x="1251" y="15222"/>
                </a:lnTo>
                <a:lnTo>
                  <a:pt x="1315" y="15425"/>
                </a:lnTo>
                <a:lnTo>
                  <a:pt x="1315" y="15744"/>
                </a:lnTo>
                <a:lnTo>
                  <a:pt x="1315" y="15947"/>
                </a:lnTo>
                <a:lnTo>
                  <a:pt x="1379" y="16092"/>
                </a:lnTo>
                <a:lnTo>
                  <a:pt x="1379" y="16295"/>
                </a:lnTo>
                <a:lnTo>
                  <a:pt x="1379" y="16498"/>
                </a:lnTo>
                <a:lnTo>
                  <a:pt x="1379" y="16817"/>
                </a:lnTo>
                <a:lnTo>
                  <a:pt x="1475" y="17020"/>
                </a:lnTo>
                <a:lnTo>
                  <a:pt x="1475" y="17165"/>
                </a:lnTo>
                <a:lnTo>
                  <a:pt x="1475" y="17339"/>
                </a:lnTo>
                <a:lnTo>
                  <a:pt x="1475" y="17542"/>
                </a:lnTo>
                <a:lnTo>
                  <a:pt x="1475" y="17687"/>
                </a:lnTo>
                <a:lnTo>
                  <a:pt x="1539" y="17890"/>
                </a:lnTo>
                <a:lnTo>
                  <a:pt x="1539" y="18209"/>
                </a:lnTo>
                <a:lnTo>
                  <a:pt x="1539" y="18412"/>
                </a:lnTo>
                <a:lnTo>
                  <a:pt x="1604" y="18557"/>
                </a:lnTo>
                <a:lnTo>
                  <a:pt x="1604" y="18760"/>
                </a:lnTo>
                <a:lnTo>
                  <a:pt x="1604" y="18934"/>
                </a:lnTo>
                <a:lnTo>
                  <a:pt x="1604" y="19079"/>
                </a:lnTo>
                <a:lnTo>
                  <a:pt x="1604" y="19282"/>
                </a:lnTo>
                <a:lnTo>
                  <a:pt x="1668" y="19600"/>
                </a:lnTo>
                <a:lnTo>
                  <a:pt x="1668" y="19803"/>
                </a:lnTo>
                <a:lnTo>
                  <a:pt x="1668" y="19948"/>
                </a:lnTo>
                <a:lnTo>
                  <a:pt x="1764" y="20151"/>
                </a:lnTo>
                <a:lnTo>
                  <a:pt x="1764" y="20470"/>
                </a:lnTo>
                <a:lnTo>
                  <a:pt x="1764" y="20615"/>
                </a:lnTo>
                <a:lnTo>
                  <a:pt x="1764" y="20818"/>
                </a:lnTo>
                <a:lnTo>
                  <a:pt x="1828" y="21137"/>
                </a:lnTo>
                <a:lnTo>
                  <a:pt x="1828" y="21340"/>
                </a:lnTo>
                <a:lnTo>
                  <a:pt x="1828" y="21485"/>
                </a:lnTo>
                <a:lnTo>
                  <a:pt x="1892" y="21659"/>
                </a:lnTo>
                <a:lnTo>
                  <a:pt x="1892" y="21804"/>
                </a:lnTo>
                <a:lnTo>
                  <a:pt x="1892" y="22007"/>
                </a:lnTo>
                <a:lnTo>
                  <a:pt x="1892" y="22152"/>
                </a:lnTo>
                <a:lnTo>
                  <a:pt x="1892" y="22326"/>
                </a:lnTo>
                <a:lnTo>
                  <a:pt x="1956" y="22471"/>
                </a:lnTo>
                <a:lnTo>
                  <a:pt x="1956" y="22674"/>
                </a:lnTo>
                <a:lnTo>
                  <a:pt x="1956" y="22993"/>
                </a:lnTo>
                <a:lnTo>
                  <a:pt x="2053" y="23138"/>
                </a:lnTo>
                <a:lnTo>
                  <a:pt x="2053" y="23341"/>
                </a:lnTo>
                <a:lnTo>
                  <a:pt x="2053" y="23602"/>
                </a:lnTo>
                <a:lnTo>
                  <a:pt x="2053" y="23805"/>
                </a:lnTo>
                <a:lnTo>
                  <a:pt x="2117" y="24124"/>
                </a:lnTo>
                <a:lnTo>
                  <a:pt x="2117" y="24269"/>
                </a:lnTo>
                <a:lnTo>
                  <a:pt x="2117" y="24472"/>
                </a:lnTo>
                <a:lnTo>
                  <a:pt x="2181" y="24791"/>
                </a:lnTo>
                <a:lnTo>
                  <a:pt x="2181" y="24936"/>
                </a:lnTo>
                <a:lnTo>
                  <a:pt x="2181" y="25255"/>
                </a:lnTo>
                <a:lnTo>
                  <a:pt x="2277" y="25400"/>
                </a:lnTo>
                <a:lnTo>
                  <a:pt x="2277" y="25603"/>
                </a:lnTo>
                <a:lnTo>
                  <a:pt x="2277" y="25864"/>
                </a:lnTo>
                <a:lnTo>
                  <a:pt x="2277" y="26067"/>
                </a:lnTo>
                <a:lnTo>
                  <a:pt x="2341" y="26385"/>
                </a:lnTo>
                <a:lnTo>
                  <a:pt x="2341" y="26530"/>
                </a:lnTo>
                <a:lnTo>
                  <a:pt x="2406" y="26849"/>
                </a:lnTo>
                <a:lnTo>
                  <a:pt x="2406" y="26994"/>
                </a:lnTo>
                <a:lnTo>
                  <a:pt x="2406" y="27139"/>
                </a:lnTo>
                <a:lnTo>
                  <a:pt x="2406" y="27313"/>
                </a:lnTo>
                <a:lnTo>
                  <a:pt x="2406" y="27458"/>
                </a:lnTo>
                <a:lnTo>
                  <a:pt x="2470" y="27603"/>
                </a:lnTo>
                <a:lnTo>
                  <a:pt x="2470" y="27777"/>
                </a:lnTo>
                <a:lnTo>
                  <a:pt x="2470" y="27922"/>
                </a:lnTo>
                <a:lnTo>
                  <a:pt x="2470" y="28067"/>
                </a:lnTo>
                <a:lnTo>
                  <a:pt x="2566" y="28241"/>
                </a:lnTo>
                <a:lnTo>
                  <a:pt x="2566" y="28386"/>
                </a:lnTo>
                <a:lnTo>
                  <a:pt x="2566" y="28531"/>
                </a:lnTo>
                <a:lnTo>
                  <a:pt x="2566" y="28850"/>
                </a:lnTo>
                <a:lnTo>
                  <a:pt x="2630" y="28995"/>
                </a:lnTo>
                <a:lnTo>
                  <a:pt x="2630" y="29314"/>
                </a:lnTo>
                <a:lnTo>
                  <a:pt x="2630" y="29459"/>
                </a:lnTo>
                <a:lnTo>
                  <a:pt x="2694" y="29720"/>
                </a:lnTo>
                <a:lnTo>
                  <a:pt x="2694" y="29923"/>
                </a:lnTo>
                <a:lnTo>
                  <a:pt x="2694" y="30184"/>
                </a:lnTo>
                <a:lnTo>
                  <a:pt x="2790" y="30329"/>
                </a:lnTo>
                <a:lnTo>
                  <a:pt x="2790" y="30503"/>
                </a:lnTo>
                <a:lnTo>
                  <a:pt x="2790" y="30648"/>
                </a:lnTo>
                <a:lnTo>
                  <a:pt x="2790" y="30793"/>
                </a:lnTo>
                <a:lnTo>
                  <a:pt x="2855" y="31054"/>
                </a:lnTo>
                <a:lnTo>
                  <a:pt x="2855" y="31257"/>
                </a:lnTo>
                <a:lnTo>
                  <a:pt x="2855" y="31518"/>
                </a:lnTo>
                <a:lnTo>
                  <a:pt x="2919" y="31779"/>
                </a:lnTo>
                <a:lnTo>
                  <a:pt x="2919" y="31982"/>
                </a:lnTo>
                <a:lnTo>
                  <a:pt x="2919" y="32127"/>
                </a:lnTo>
                <a:lnTo>
                  <a:pt x="2983" y="32388"/>
                </a:lnTo>
                <a:lnTo>
                  <a:pt x="2983" y="32648"/>
                </a:lnTo>
                <a:lnTo>
                  <a:pt x="3079" y="32967"/>
                </a:lnTo>
                <a:lnTo>
                  <a:pt x="3079" y="33112"/>
                </a:lnTo>
                <a:lnTo>
                  <a:pt x="3079" y="33373"/>
                </a:lnTo>
                <a:lnTo>
                  <a:pt x="3079" y="33518"/>
                </a:lnTo>
                <a:lnTo>
                  <a:pt x="3143" y="33779"/>
                </a:lnTo>
                <a:lnTo>
                  <a:pt x="3143" y="34040"/>
                </a:lnTo>
                <a:lnTo>
                  <a:pt x="3208" y="34185"/>
                </a:lnTo>
                <a:lnTo>
                  <a:pt x="3208" y="3435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652408" y="3664060"/>
            <a:ext cx="3208" cy="19427"/>
          </a:xfrm>
          <a:custGeom>
            <a:avLst/>
            <a:gdLst/>
            <a:ahLst/>
            <a:cxnLst/>
            <a:rect l="l" t="t" r="r" b="b"/>
            <a:pathLst>
              <a:path w="3208" h="19427">
                <a:moveTo>
                  <a:pt x="0" y="0"/>
                </a:moveTo>
                <a:lnTo>
                  <a:pt x="0" y="144"/>
                </a:lnTo>
                <a:lnTo>
                  <a:pt x="0" y="289"/>
                </a:lnTo>
                <a:lnTo>
                  <a:pt x="64" y="550"/>
                </a:lnTo>
                <a:lnTo>
                  <a:pt x="64" y="811"/>
                </a:lnTo>
                <a:lnTo>
                  <a:pt x="64" y="956"/>
                </a:lnTo>
                <a:lnTo>
                  <a:pt x="160" y="1217"/>
                </a:lnTo>
                <a:lnTo>
                  <a:pt x="160" y="1478"/>
                </a:lnTo>
                <a:lnTo>
                  <a:pt x="160" y="1623"/>
                </a:lnTo>
                <a:lnTo>
                  <a:pt x="224" y="1884"/>
                </a:lnTo>
                <a:lnTo>
                  <a:pt x="224" y="2145"/>
                </a:lnTo>
                <a:lnTo>
                  <a:pt x="288" y="2406"/>
                </a:lnTo>
                <a:lnTo>
                  <a:pt x="288" y="2551"/>
                </a:lnTo>
                <a:lnTo>
                  <a:pt x="288" y="2812"/>
                </a:lnTo>
                <a:lnTo>
                  <a:pt x="384" y="3073"/>
                </a:lnTo>
                <a:lnTo>
                  <a:pt x="384" y="3218"/>
                </a:lnTo>
                <a:lnTo>
                  <a:pt x="449" y="3479"/>
                </a:lnTo>
                <a:lnTo>
                  <a:pt x="449" y="3682"/>
                </a:lnTo>
                <a:lnTo>
                  <a:pt x="449" y="3943"/>
                </a:lnTo>
                <a:lnTo>
                  <a:pt x="513" y="4204"/>
                </a:lnTo>
                <a:lnTo>
                  <a:pt x="513" y="4349"/>
                </a:lnTo>
                <a:lnTo>
                  <a:pt x="577" y="4610"/>
                </a:lnTo>
                <a:lnTo>
                  <a:pt x="577" y="4813"/>
                </a:lnTo>
                <a:lnTo>
                  <a:pt x="577" y="5074"/>
                </a:lnTo>
                <a:lnTo>
                  <a:pt x="673" y="5335"/>
                </a:lnTo>
                <a:lnTo>
                  <a:pt x="673" y="5480"/>
                </a:lnTo>
                <a:lnTo>
                  <a:pt x="673" y="5654"/>
                </a:lnTo>
                <a:lnTo>
                  <a:pt x="737" y="5799"/>
                </a:lnTo>
                <a:lnTo>
                  <a:pt x="737" y="5944"/>
                </a:lnTo>
                <a:lnTo>
                  <a:pt x="737" y="6118"/>
                </a:lnTo>
                <a:lnTo>
                  <a:pt x="802" y="6263"/>
                </a:lnTo>
                <a:lnTo>
                  <a:pt x="802" y="6408"/>
                </a:lnTo>
                <a:lnTo>
                  <a:pt x="802" y="6610"/>
                </a:lnTo>
                <a:lnTo>
                  <a:pt x="866" y="6871"/>
                </a:lnTo>
                <a:lnTo>
                  <a:pt x="866" y="7132"/>
                </a:lnTo>
                <a:lnTo>
                  <a:pt x="962" y="7335"/>
                </a:lnTo>
                <a:lnTo>
                  <a:pt x="962" y="7538"/>
                </a:lnTo>
                <a:lnTo>
                  <a:pt x="962" y="7799"/>
                </a:lnTo>
                <a:lnTo>
                  <a:pt x="1026" y="8002"/>
                </a:lnTo>
                <a:lnTo>
                  <a:pt x="1026" y="8263"/>
                </a:lnTo>
                <a:lnTo>
                  <a:pt x="1090" y="8466"/>
                </a:lnTo>
                <a:lnTo>
                  <a:pt x="1090" y="8669"/>
                </a:lnTo>
                <a:lnTo>
                  <a:pt x="1186" y="8930"/>
                </a:lnTo>
                <a:lnTo>
                  <a:pt x="1186" y="9133"/>
                </a:lnTo>
                <a:lnTo>
                  <a:pt x="1251" y="9336"/>
                </a:lnTo>
                <a:lnTo>
                  <a:pt x="1251" y="9510"/>
                </a:lnTo>
                <a:lnTo>
                  <a:pt x="1251" y="9655"/>
                </a:lnTo>
                <a:lnTo>
                  <a:pt x="1251" y="9800"/>
                </a:lnTo>
                <a:lnTo>
                  <a:pt x="1315" y="9974"/>
                </a:lnTo>
                <a:lnTo>
                  <a:pt x="1315" y="10177"/>
                </a:lnTo>
                <a:lnTo>
                  <a:pt x="1379" y="10322"/>
                </a:lnTo>
                <a:lnTo>
                  <a:pt x="1379" y="10525"/>
                </a:lnTo>
                <a:lnTo>
                  <a:pt x="1379" y="10728"/>
                </a:lnTo>
                <a:lnTo>
                  <a:pt x="1475" y="10931"/>
                </a:lnTo>
                <a:lnTo>
                  <a:pt x="1475" y="11105"/>
                </a:lnTo>
                <a:lnTo>
                  <a:pt x="1539" y="11308"/>
                </a:lnTo>
                <a:lnTo>
                  <a:pt x="1539" y="11511"/>
                </a:lnTo>
                <a:lnTo>
                  <a:pt x="1604" y="11714"/>
                </a:lnTo>
                <a:lnTo>
                  <a:pt x="1604" y="11917"/>
                </a:lnTo>
                <a:lnTo>
                  <a:pt x="1604" y="12120"/>
                </a:lnTo>
                <a:lnTo>
                  <a:pt x="1700" y="12323"/>
                </a:lnTo>
                <a:lnTo>
                  <a:pt x="1700" y="12526"/>
                </a:lnTo>
                <a:lnTo>
                  <a:pt x="1764" y="12787"/>
                </a:lnTo>
                <a:lnTo>
                  <a:pt x="1764" y="12990"/>
                </a:lnTo>
                <a:lnTo>
                  <a:pt x="1828" y="13250"/>
                </a:lnTo>
                <a:lnTo>
                  <a:pt x="1892" y="13453"/>
                </a:lnTo>
                <a:lnTo>
                  <a:pt x="1892" y="13714"/>
                </a:lnTo>
                <a:lnTo>
                  <a:pt x="1988" y="13975"/>
                </a:lnTo>
                <a:lnTo>
                  <a:pt x="1988" y="14120"/>
                </a:lnTo>
                <a:lnTo>
                  <a:pt x="2053" y="14323"/>
                </a:lnTo>
                <a:lnTo>
                  <a:pt x="2053" y="14497"/>
                </a:lnTo>
                <a:lnTo>
                  <a:pt x="2117" y="14642"/>
                </a:lnTo>
                <a:lnTo>
                  <a:pt x="2117" y="14845"/>
                </a:lnTo>
                <a:lnTo>
                  <a:pt x="2181" y="15048"/>
                </a:lnTo>
                <a:lnTo>
                  <a:pt x="2181" y="15251"/>
                </a:lnTo>
                <a:lnTo>
                  <a:pt x="2277" y="15512"/>
                </a:lnTo>
                <a:lnTo>
                  <a:pt x="2277" y="15715"/>
                </a:lnTo>
                <a:lnTo>
                  <a:pt x="2341" y="15918"/>
                </a:lnTo>
                <a:lnTo>
                  <a:pt x="2406" y="16092"/>
                </a:lnTo>
                <a:lnTo>
                  <a:pt x="2406" y="16237"/>
                </a:lnTo>
                <a:lnTo>
                  <a:pt x="2406" y="16382"/>
                </a:lnTo>
                <a:lnTo>
                  <a:pt x="2502" y="16585"/>
                </a:lnTo>
                <a:lnTo>
                  <a:pt x="2566" y="16759"/>
                </a:lnTo>
                <a:lnTo>
                  <a:pt x="2566" y="16904"/>
                </a:lnTo>
                <a:lnTo>
                  <a:pt x="2566" y="17049"/>
                </a:lnTo>
                <a:lnTo>
                  <a:pt x="2630" y="17223"/>
                </a:lnTo>
                <a:lnTo>
                  <a:pt x="2630" y="17368"/>
                </a:lnTo>
                <a:lnTo>
                  <a:pt x="2694" y="17513"/>
                </a:lnTo>
                <a:lnTo>
                  <a:pt x="2694" y="17716"/>
                </a:lnTo>
                <a:lnTo>
                  <a:pt x="2790" y="17890"/>
                </a:lnTo>
                <a:lnTo>
                  <a:pt x="2855" y="18035"/>
                </a:lnTo>
                <a:lnTo>
                  <a:pt x="2855" y="18180"/>
                </a:lnTo>
                <a:lnTo>
                  <a:pt x="2919" y="18354"/>
                </a:lnTo>
                <a:lnTo>
                  <a:pt x="2919" y="18499"/>
                </a:lnTo>
                <a:lnTo>
                  <a:pt x="3015" y="18644"/>
                </a:lnTo>
                <a:lnTo>
                  <a:pt x="3015" y="18818"/>
                </a:lnTo>
                <a:lnTo>
                  <a:pt x="3079" y="18963"/>
                </a:lnTo>
                <a:lnTo>
                  <a:pt x="3079" y="19108"/>
                </a:lnTo>
                <a:lnTo>
                  <a:pt x="3143" y="19311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655616" y="3683487"/>
            <a:ext cx="3143" cy="3392"/>
          </a:xfrm>
          <a:custGeom>
            <a:avLst/>
            <a:gdLst/>
            <a:ahLst/>
            <a:cxnLst/>
            <a:rect l="l" t="t" r="r" b="b"/>
            <a:pathLst>
              <a:path w="3143" h="3392">
                <a:moveTo>
                  <a:pt x="0" y="0"/>
                </a:moveTo>
                <a:lnTo>
                  <a:pt x="0" y="144"/>
                </a:lnTo>
                <a:lnTo>
                  <a:pt x="96" y="347"/>
                </a:lnTo>
                <a:lnTo>
                  <a:pt x="160" y="521"/>
                </a:lnTo>
                <a:lnTo>
                  <a:pt x="160" y="666"/>
                </a:lnTo>
                <a:lnTo>
                  <a:pt x="224" y="811"/>
                </a:lnTo>
                <a:lnTo>
                  <a:pt x="288" y="1014"/>
                </a:lnTo>
                <a:lnTo>
                  <a:pt x="384" y="1188"/>
                </a:lnTo>
                <a:lnTo>
                  <a:pt x="449" y="1333"/>
                </a:lnTo>
                <a:lnTo>
                  <a:pt x="449" y="1478"/>
                </a:lnTo>
                <a:lnTo>
                  <a:pt x="513" y="1652"/>
                </a:lnTo>
                <a:lnTo>
                  <a:pt x="609" y="1797"/>
                </a:lnTo>
                <a:lnTo>
                  <a:pt x="673" y="1942"/>
                </a:lnTo>
                <a:lnTo>
                  <a:pt x="737" y="2145"/>
                </a:lnTo>
                <a:lnTo>
                  <a:pt x="802" y="2319"/>
                </a:lnTo>
                <a:lnTo>
                  <a:pt x="802" y="2319"/>
                </a:lnTo>
                <a:lnTo>
                  <a:pt x="898" y="2464"/>
                </a:lnTo>
                <a:lnTo>
                  <a:pt x="962" y="2464"/>
                </a:lnTo>
                <a:lnTo>
                  <a:pt x="962" y="2609"/>
                </a:lnTo>
                <a:lnTo>
                  <a:pt x="1090" y="2725"/>
                </a:lnTo>
                <a:lnTo>
                  <a:pt x="1186" y="2870"/>
                </a:lnTo>
                <a:lnTo>
                  <a:pt x="1251" y="2986"/>
                </a:lnTo>
                <a:lnTo>
                  <a:pt x="1411" y="3131"/>
                </a:lnTo>
                <a:lnTo>
                  <a:pt x="1539" y="3276"/>
                </a:lnTo>
                <a:lnTo>
                  <a:pt x="1700" y="3334"/>
                </a:lnTo>
                <a:lnTo>
                  <a:pt x="1828" y="3392"/>
                </a:lnTo>
                <a:lnTo>
                  <a:pt x="1988" y="3392"/>
                </a:lnTo>
                <a:lnTo>
                  <a:pt x="2053" y="3392"/>
                </a:lnTo>
                <a:lnTo>
                  <a:pt x="2117" y="3334"/>
                </a:lnTo>
                <a:lnTo>
                  <a:pt x="2277" y="3334"/>
                </a:lnTo>
                <a:lnTo>
                  <a:pt x="2341" y="3189"/>
                </a:lnTo>
                <a:lnTo>
                  <a:pt x="2502" y="3131"/>
                </a:lnTo>
                <a:lnTo>
                  <a:pt x="2566" y="2986"/>
                </a:lnTo>
                <a:lnTo>
                  <a:pt x="2726" y="2870"/>
                </a:lnTo>
                <a:lnTo>
                  <a:pt x="2790" y="2725"/>
                </a:lnTo>
                <a:lnTo>
                  <a:pt x="2855" y="2522"/>
                </a:lnTo>
                <a:lnTo>
                  <a:pt x="3015" y="2406"/>
                </a:lnTo>
                <a:lnTo>
                  <a:pt x="3015" y="2261"/>
                </a:lnTo>
                <a:lnTo>
                  <a:pt x="3143" y="2058"/>
                </a:lnTo>
              </a:path>
            </a:pathLst>
          </a:custGeom>
          <a:ln w="4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658760" y="3668787"/>
            <a:ext cx="3208" cy="16701"/>
          </a:xfrm>
          <a:custGeom>
            <a:avLst/>
            <a:gdLst/>
            <a:ahLst/>
            <a:cxnLst/>
            <a:rect l="l" t="t" r="r" b="b"/>
            <a:pathLst>
              <a:path w="3208" h="16701">
                <a:moveTo>
                  <a:pt x="0" y="16701"/>
                </a:moveTo>
                <a:lnTo>
                  <a:pt x="64" y="16556"/>
                </a:lnTo>
                <a:lnTo>
                  <a:pt x="160" y="16353"/>
                </a:lnTo>
                <a:lnTo>
                  <a:pt x="224" y="16179"/>
                </a:lnTo>
                <a:lnTo>
                  <a:pt x="288" y="16034"/>
                </a:lnTo>
                <a:lnTo>
                  <a:pt x="288" y="15889"/>
                </a:lnTo>
                <a:lnTo>
                  <a:pt x="384" y="15715"/>
                </a:lnTo>
                <a:lnTo>
                  <a:pt x="449" y="15570"/>
                </a:lnTo>
                <a:lnTo>
                  <a:pt x="513" y="15425"/>
                </a:lnTo>
                <a:lnTo>
                  <a:pt x="513" y="15222"/>
                </a:lnTo>
                <a:lnTo>
                  <a:pt x="577" y="15048"/>
                </a:lnTo>
                <a:lnTo>
                  <a:pt x="673" y="14903"/>
                </a:lnTo>
                <a:lnTo>
                  <a:pt x="673" y="14758"/>
                </a:lnTo>
                <a:lnTo>
                  <a:pt x="737" y="14584"/>
                </a:lnTo>
                <a:lnTo>
                  <a:pt x="802" y="14439"/>
                </a:lnTo>
                <a:lnTo>
                  <a:pt x="802" y="14294"/>
                </a:lnTo>
                <a:lnTo>
                  <a:pt x="898" y="14091"/>
                </a:lnTo>
                <a:lnTo>
                  <a:pt x="898" y="13917"/>
                </a:lnTo>
                <a:lnTo>
                  <a:pt x="962" y="13772"/>
                </a:lnTo>
                <a:lnTo>
                  <a:pt x="1026" y="13627"/>
                </a:lnTo>
                <a:lnTo>
                  <a:pt x="1026" y="13453"/>
                </a:lnTo>
                <a:lnTo>
                  <a:pt x="1090" y="13308"/>
                </a:lnTo>
                <a:lnTo>
                  <a:pt x="1090" y="13163"/>
                </a:lnTo>
                <a:lnTo>
                  <a:pt x="1186" y="12990"/>
                </a:lnTo>
                <a:lnTo>
                  <a:pt x="1186" y="12845"/>
                </a:lnTo>
                <a:lnTo>
                  <a:pt x="1186" y="12700"/>
                </a:lnTo>
                <a:lnTo>
                  <a:pt x="1251" y="12497"/>
                </a:lnTo>
                <a:lnTo>
                  <a:pt x="1315" y="12323"/>
                </a:lnTo>
                <a:lnTo>
                  <a:pt x="1315" y="12178"/>
                </a:lnTo>
                <a:lnTo>
                  <a:pt x="1315" y="12033"/>
                </a:lnTo>
                <a:lnTo>
                  <a:pt x="1379" y="11859"/>
                </a:lnTo>
                <a:lnTo>
                  <a:pt x="1475" y="11714"/>
                </a:lnTo>
                <a:lnTo>
                  <a:pt x="1475" y="11569"/>
                </a:lnTo>
                <a:lnTo>
                  <a:pt x="1475" y="11366"/>
                </a:lnTo>
                <a:lnTo>
                  <a:pt x="1539" y="11192"/>
                </a:lnTo>
                <a:lnTo>
                  <a:pt x="1539" y="11047"/>
                </a:lnTo>
                <a:lnTo>
                  <a:pt x="1604" y="10902"/>
                </a:lnTo>
                <a:lnTo>
                  <a:pt x="1604" y="10728"/>
                </a:lnTo>
                <a:lnTo>
                  <a:pt x="1700" y="10583"/>
                </a:lnTo>
                <a:lnTo>
                  <a:pt x="1700" y="10438"/>
                </a:lnTo>
                <a:lnTo>
                  <a:pt x="1700" y="10177"/>
                </a:lnTo>
                <a:lnTo>
                  <a:pt x="1764" y="9916"/>
                </a:lnTo>
                <a:lnTo>
                  <a:pt x="1828" y="9771"/>
                </a:lnTo>
                <a:lnTo>
                  <a:pt x="1828" y="9597"/>
                </a:lnTo>
                <a:lnTo>
                  <a:pt x="1828" y="9394"/>
                </a:lnTo>
                <a:lnTo>
                  <a:pt x="1892" y="9249"/>
                </a:lnTo>
                <a:lnTo>
                  <a:pt x="1892" y="9104"/>
                </a:lnTo>
                <a:lnTo>
                  <a:pt x="1988" y="8843"/>
                </a:lnTo>
                <a:lnTo>
                  <a:pt x="1988" y="8640"/>
                </a:lnTo>
                <a:lnTo>
                  <a:pt x="2053" y="8466"/>
                </a:lnTo>
                <a:lnTo>
                  <a:pt x="2053" y="8321"/>
                </a:lnTo>
                <a:lnTo>
                  <a:pt x="2053" y="8176"/>
                </a:lnTo>
                <a:lnTo>
                  <a:pt x="2117" y="8002"/>
                </a:lnTo>
                <a:lnTo>
                  <a:pt x="2117" y="7799"/>
                </a:lnTo>
                <a:lnTo>
                  <a:pt x="2213" y="7596"/>
                </a:lnTo>
                <a:lnTo>
                  <a:pt x="2213" y="7393"/>
                </a:lnTo>
                <a:lnTo>
                  <a:pt x="2277" y="7190"/>
                </a:lnTo>
                <a:lnTo>
                  <a:pt x="2277" y="6987"/>
                </a:lnTo>
                <a:lnTo>
                  <a:pt x="2277" y="6784"/>
                </a:lnTo>
                <a:lnTo>
                  <a:pt x="2341" y="6581"/>
                </a:lnTo>
                <a:lnTo>
                  <a:pt x="2341" y="6379"/>
                </a:lnTo>
                <a:lnTo>
                  <a:pt x="2406" y="6205"/>
                </a:lnTo>
                <a:lnTo>
                  <a:pt x="2406" y="6060"/>
                </a:lnTo>
                <a:lnTo>
                  <a:pt x="2406" y="5915"/>
                </a:lnTo>
                <a:lnTo>
                  <a:pt x="2502" y="5741"/>
                </a:lnTo>
                <a:lnTo>
                  <a:pt x="2502" y="5538"/>
                </a:lnTo>
                <a:lnTo>
                  <a:pt x="2502" y="5393"/>
                </a:lnTo>
                <a:lnTo>
                  <a:pt x="2566" y="5190"/>
                </a:lnTo>
                <a:lnTo>
                  <a:pt x="2566" y="4987"/>
                </a:lnTo>
                <a:lnTo>
                  <a:pt x="2630" y="4726"/>
                </a:lnTo>
                <a:lnTo>
                  <a:pt x="2630" y="4523"/>
                </a:lnTo>
                <a:lnTo>
                  <a:pt x="2630" y="4262"/>
                </a:lnTo>
                <a:lnTo>
                  <a:pt x="2694" y="4059"/>
                </a:lnTo>
                <a:lnTo>
                  <a:pt x="2694" y="3856"/>
                </a:lnTo>
                <a:lnTo>
                  <a:pt x="2790" y="3595"/>
                </a:lnTo>
                <a:lnTo>
                  <a:pt x="2790" y="3392"/>
                </a:lnTo>
                <a:lnTo>
                  <a:pt x="2855" y="3131"/>
                </a:lnTo>
                <a:lnTo>
                  <a:pt x="2855" y="2870"/>
                </a:lnTo>
                <a:lnTo>
                  <a:pt x="2919" y="2667"/>
                </a:lnTo>
                <a:lnTo>
                  <a:pt x="2919" y="2522"/>
                </a:lnTo>
                <a:lnTo>
                  <a:pt x="2919" y="2261"/>
                </a:lnTo>
                <a:lnTo>
                  <a:pt x="3015" y="2058"/>
                </a:lnTo>
                <a:lnTo>
                  <a:pt x="3015" y="1797"/>
                </a:lnTo>
                <a:lnTo>
                  <a:pt x="3079" y="1536"/>
                </a:lnTo>
                <a:lnTo>
                  <a:pt x="3079" y="1391"/>
                </a:lnTo>
                <a:lnTo>
                  <a:pt x="3079" y="1217"/>
                </a:lnTo>
                <a:lnTo>
                  <a:pt x="3079" y="1072"/>
                </a:lnTo>
                <a:lnTo>
                  <a:pt x="3143" y="927"/>
                </a:lnTo>
                <a:lnTo>
                  <a:pt x="3143" y="666"/>
                </a:lnTo>
                <a:lnTo>
                  <a:pt x="3143" y="405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661968" y="3634079"/>
            <a:ext cx="3240" cy="34707"/>
          </a:xfrm>
          <a:custGeom>
            <a:avLst/>
            <a:gdLst/>
            <a:ahLst/>
            <a:cxnLst/>
            <a:rect l="l" t="t" r="r" b="b"/>
            <a:pathLst>
              <a:path w="3240" h="34707">
                <a:moveTo>
                  <a:pt x="0" y="34707"/>
                </a:moveTo>
                <a:lnTo>
                  <a:pt x="96" y="34446"/>
                </a:lnTo>
                <a:lnTo>
                  <a:pt x="96" y="34185"/>
                </a:lnTo>
                <a:lnTo>
                  <a:pt x="96" y="34040"/>
                </a:lnTo>
                <a:lnTo>
                  <a:pt x="160" y="33779"/>
                </a:lnTo>
                <a:lnTo>
                  <a:pt x="160" y="33518"/>
                </a:lnTo>
                <a:lnTo>
                  <a:pt x="160" y="33373"/>
                </a:lnTo>
                <a:lnTo>
                  <a:pt x="224" y="33112"/>
                </a:lnTo>
                <a:lnTo>
                  <a:pt x="224" y="32851"/>
                </a:lnTo>
                <a:lnTo>
                  <a:pt x="288" y="32591"/>
                </a:lnTo>
                <a:lnTo>
                  <a:pt x="288" y="32446"/>
                </a:lnTo>
                <a:lnTo>
                  <a:pt x="288" y="32185"/>
                </a:lnTo>
                <a:lnTo>
                  <a:pt x="384" y="31866"/>
                </a:lnTo>
                <a:lnTo>
                  <a:pt x="384" y="31721"/>
                </a:lnTo>
                <a:lnTo>
                  <a:pt x="384" y="31460"/>
                </a:lnTo>
                <a:lnTo>
                  <a:pt x="449" y="31315"/>
                </a:lnTo>
                <a:lnTo>
                  <a:pt x="449" y="31054"/>
                </a:lnTo>
                <a:lnTo>
                  <a:pt x="513" y="30735"/>
                </a:lnTo>
                <a:lnTo>
                  <a:pt x="513" y="30590"/>
                </a:lnTo>
                <a:lnTo>
                  <a:pt x="513" y="30329"/>
                </a:lnTo>
                <a:lnTo>
                  <a:pt x="513" y="30184"/>
                </a:lnTo>
                <a:lnTo>
                  <a:pt x="609" y="29865"/>
                </a:lnTo>
                <a:lnTo>
                  <a:pt x="609" y="29720"/>
                </a:lnTo>
                <a:lnTo>
                  <a:pt x="673" y="29459"/>
                </a:lnTo>
                <a:lnTo>
                  <a:pt x="673" y="29140"/>
                </a:lnTo>
                <a:lnTo>
                  <a:pt x="673" y="28995"/>
                </a:lnTo>
                <a:lnTo>
                  <a:pt x="673" y="28850"/>
                </a:lnTo>
                <a:lnTo>
                  <a:pt x="737" y="28531"/>
                </a:lnTo>
                <a:lnTo>
                  <a:pt x="737" y="28386"/>
                </a:lnTo>
                <a:lnTo>
                  <a:pt x="737" y="28067"/>
                </a:lnTo>
                <a:lnTo>
                  <a:pt x="802" y="27922"/>
                </a:lnTo>
                <a:lnTo>
                  <a:pt x="802" y="27661"/>
                </a:lnTo>
                <a:lnTo>
                  <a:pt x="802" y="27458"/>
                </a:lnTo>
                <a:lnTo>
                  <a:pt x="898" y="27197"/>
                </a:lnTo>
                <a:lnTo>
                  <a:pt x="898" y="26994"/>
                </a:lnTo>
                <a:lnTo>
                  <a:pt x="898" y="26733"/>
                </a:lnTo>
                <a:lnTo>
                  <a:pt x="962" y="26530"/>
                </a:lnTo>
                <a:lnTo>
                  <a:pt x="962" y="26269"/>
                </a:lnTo>
                <a:lnTo>
                  <a:pt x="962" y="26067"/>
                </a:lnTo>
                <a:lnTo>
                  <a:pt x="1026" y="25748"/>
                </a:lnTo>
                <a:lnTo>
                  <a:pt x="1026" y="25603"/>
                </a:lnTo>
                <a:lnTo>
                  <a:pt x="1026" y="25284"/>
                </a:lnTo>
                <a:lnTo>
                  <a:pt x="1122" y="25139"/>
                </a:lnTo>
                <a:lnTo>
                  <a:pt x="1122" y="24994"/>
                </a:lnTo>
                <a:lnTo>
                  <a:pt x="1122" y="24820"/>
                </a:lnTo>
                <a:lnTo>
                  <a:pt x="1122" y="24675"/>
                </a:lnTo>
                <a:lnTo>
                  <a:pt x="1186" y="24472"/>
                </a:lnTo>
                <a:lnTo>
                  <a:pt x="1186" y="24153"/>
                </a:lnTo>
                <a:lnTo>
                  <a:pt x="1186" y="24008"/>
                </a:lnTo>
                <a:lnTo>
                  <a:pt x="1186" y="23805"/>
                </a:lnTo>
                <a:lnTo>
                  <a:pt x="1251" y="23486"/>
                </a:lnTo>
                <a:lnTo>
                  <a:pt x="1251" y="23341"/>
                </a:lnTo>
                <a:lnTo>
                  <a:pt x="1315" y="23022"/>
                </a:lnTo>
                <a:lnTo>
                  <a:pt x="1315" y="22877"/>
                </a:lnTo>
                <a:lnTo>
                  <a:pt x="1315" y="22674"/>
                </a:lnTo>
                <a:lnTo>
                  <a:pt x="1315" y="22355"/>
                </a:lnTo>
                <a:lnTo>
                  <a:pt x="1411" y="22152"/>
                </a:lnTo>
                <a:lnTo>
                  <a:pt x="1411" y="22007"/>
                </a:lnTo>
                <a:lnTo>
                  <a:pt x="1411" y="21804"/>
                </a:lnTo>
                <a:lnTo>
                  <a:pt x="1475" y="21485"/>
                </a:lnTo>
                <a:lnTo>
                  <a:pt x="1475" y="21340"/>
                </a:lnTo>
                <a:lnTo>
                  <a:pt x="1475" y="21137"/>
                </a:lnTo>
                <a:lnTo>
                  <a:pt x="1475" y="20818"/>
                </a:lnTo>
                <a:lnTo>
                  <a:pt x="1539" y="20615"/>
                </a:lnTo>
                <a:lnTo>
                  <a:pt x="1539" y="20296"/>
                </a:lnTo>
                <a:lnTo>
                  <a:pt x="1539" y="20151"/>
                </a:lnTo>
                <a:lnTo>
                  <a:pt x="1539" y="19948"/>
                </a:lnTo>
                <a:lnTo>
                  <a:pt x="1604" y="19745"/>
                </a:lnTo>
                <a:lnTo>
                  <a:pt x="1604" y="19427"/>
                </a:lnTo>
                <a:lnTo>
                  <a:pt x="1604" y="19224"/>
                </a:lnTo>
                <a:lnTo>
                  <a:pt x="1700" y="19079"/>
                </a:lnTo>
                <a:lnTo>
                  <a:pt x="1700" y="18876"/>
                </a:lnTo>
                <a:lnTo>
                  <a:pt x="1700" y="18557"/>
                </a:lnTo>
                <a:lnTo>
                  <a:pt x="1700" y="18354"/>
                </a:lnTo>
                <a:lnTo>
                  <a:pt x="1764" y="18035"/>
                </a:lnTo>
                <a:lnTo>
                  <a:pt x="1764" y="17832"/>
                </a:lnTo>
                <a:lnTo>
                  <a:pt x="1764" y="17629"/>
                </a:lnTo>
                <a:lnTo>
                  <a:pt x="1828" y="17484"/>
                </a:lnTo>
                <a:lnTo>
                  <a:pt x="1828" y="17281"/>
                </a:lnTo>
                <a:lnTo>
                  <a:pt x="1828" y="17107"/>
                </a:lnTo>
                <a:lnTo>
                  <a:pt x="1828" y="16962"/>
                </a:lnTo>
                <a:lnTo>
                  <a:pt x="1828" y="16759"/>
                </a:lnTo>
                <a:lnTo>
                  <a:pt x="1924" y="16556"/>
                </a:lnTo>
                <a:lnTo>
                  <a:pt x="1924" y="16353"/>
                </a:lnTo>
                <a:lnTo>
                  <a:pt x="1924" y="16034"/>
                </a:lnTo>
                <a:lnTo>
                  <a:pt x="1988" y="15831"/>
                </a:lnTo>
                <a:lnTo>
                  <a:pt x="1988" y="15628"/>
                </a:lnTo>
                <a:lnTo>
                  <a:pt x="1988" y="15309"/>
                </a:lnTo>
                <a:lnTo>
                  <a:pt x="1988" y="15106"/>
                </a:lnTo>
                <a:lnTo>
                  <a:pt x="2053" y="14903"/>
                </a:lnTo>
                <a:lnTo>
                  <a:pt x="2053" y="14700"/>
                </a:lnTo>
                <a:lnTo>
                  <a:pt x="2053" y="14555"/>
                </a:lnTo>
                <a:lnTo>
                  <a:pt x="2053" y="14381"/>
                </a:lnTo>
                <a:lnTo>
                  <a:pt x="2117" y="14178"/>
                </a:lnTo>
                <a:lnTo>
                  <a:pt x="2117" y="13975"/>
                </a:lnTo>
                <a:lnTo>
                  <a:pt x="2117" y="13772"/>
                </a:lnTo>
                <a:lnTo>
                  <a:pt x="2117" y="13569"/>
                </a:lnTo>
                <a:lnTo>
                  <a:pt x="2117" y="13424"/>
                </a:lnTo>
                <a:lnTo>
                  <a:pt x="2213" y="13250"/>
                </a:lnTo>
                <a:lnTo>
                  <a:pt x="2213" y="13047"/>
                </a:lnTo>
                <a:lnTo>
                  <a:pt x="2213" y="12845"/>
                </a:lnTo>
                <a:lnTo>
                  <a:pt x="2213" y="12642"/>
                </a:lnTo>
                <a:lnTo>
                  <a:pt x="2277" y="12439"/>
                </a:lnTo>
                <a:lnTo>
                  <a:pt x="2277" y="12236"/>
                </a:lnTo>
                <a:lnTo>
                  <a:pt x="2277" y="12033"/>
                </a:lnTo>
                <a:lnTo>
                  <a:pt x="2277" y="11714"/>
                </a:lnTo>
                <a:lnTo>
                  <a:pt x="2341" y="11511"/>
                </a:lnTo>
                <a:lnTo>
                  <a:pt x="2341" y="11308"/>
                </a:lnTo>
                <a:lnTo>
                  <a:pt x="2341" y="11105"/>
                </a:lnTo>
                <a:lnTo>
                  <a:pt x="2341" y="10902"/>
                </a:lnTo>
                <a:lnTo>
                  <a:pt x="2341" y="10699"/>
                </a:lnTo>
                <a:lnTo>
                  <a:pt x="2438" y="10525"/>
                </a:lnTo>
                <a:lnTo>
                  <a:pt x="2438" y="10322"/>
                </a:lnTo>
                <a:lnTo>
                  <a:pt x="2438" y="10119"/>
                </a:lnTo>
                <a:lnTo>
                  <a:pt x="2438" y="9916"/>
                </a:lnTo>
                <a:lnTo>
                  <a:pt x="2502" y="9713"/>
                </a:lnTo>
                <a:lnTo>
                  <a:pt x="2502" y="9510"/>
                </a:lnTo>
                <a:lnTo>
                  <a:pt x="2502" y="9307"/>
                </a:lnTo>
                <a:lnTo>
                  <a:pt x="2502" y="9104"/>
                </a:lnTo>
                <a:lnTo>
                  <a:pt x="2502" y="8901"/>
                </a:lnTo>
                <a:lnTo>
                  <a:pt x="2566" y="8727"/>
                </a:lnTo>
                <a:lnTo>
                  <a:pt x="2566" y="8524"/>
                </a:lnTo>
                <a:lnTo>
                  <a:pt x="2566" y="8321"/>
                </a:lnTo>
                <a:lnTo>
                  <a:pt x="2566" y="8118"/>
                </a:lnTo>
                <a:lnTo>
                  <a:pt x="2630" y="7915"/>
                </a:lnTo>
                <a:lnTo>
                  <a:pt x="2630" y="7712"/>
                </a:lnTo>
                <a:lnTo>
                  <a:pt x="2630" y="7509"/>
                </a:lnTo>
                <a:lnTo>
                  <a:pt x="2630" y="7306"/>
                </a:lnTo>
                <a:lnTo>
                  <a:pt x="2630" y="7132"/>
                </a:lnTo>
                <a:lnTo>
                  <a:pt x="2726" y="6929"/>
                </a:lnTo>
                <a:lnTo>
                  <a:pt x="2726" y="6726"/>
                </a:lnTo>
                <a:lnTo>
                  <a:pt x="2726" y="6523"/>
                </a:lnTo>
                <a:lnTo>
                  <a:pt x="2726" y="6321"/>
                </a:lnTo>
                <a:lnTo>
                  <a:pt x="2790" y="6118"/>
                </a:lnTo>
                <a:lnTo>
                  <a:pt x="2790" y="5915"/>
                </a:lnTo>
                <a:lnTo>
                  <a:pt x="2790" y="5712"/>
                </a:lnTo>
                <a:lnTo>
                  <a:pt x="2790" y="5451"/>
                </a:lnTo>
                <a:lnTo>
                  <a:pt x="2790" y="5248"/>
                </a:lnTo>
                <a:lnTo>
                  <a:pt x="2855" y="5045"/>
                </a:lnTo>
                <a:lnTo>
                  <a:pt x="2855" y="4871"/>
                </a:lnTo>
                <a:lnTo>
                  <a:pt x="2855" y="4668"/>
                </a:lnTo>
                <a:lnTo>
                  <a:pt x="2855" y="4465"/>
                </a:lnTo>
                <a:lnTo>
                  <a:pt x="2919" y="4262"/>
                </a:lnTo>
                <a:lnTo>
                  <a:pt x="2919" y="4059"/>
                </a:lnTo>
                <a:lnTo>
                  <a:pt x="2919" y="3798"/>
                </a:lnTo>
                <a:lnTo>
                  <a:pt x="2919" y="3595"/>
                </a:lnTo>
                <a:lnTo>
                  <a:pt x="2919" y="3392"/>
                </a:lnTo>
                <a:lnTo>
                  <a:pt x="3015" y="3189"/>
                </a:lnTo>
                <a:lnTo>
                  <a:pt x="3015" y="2986"/>
                </a:lnTo>
                <a:lnTo>
                  <a:pt x="3015" y="2812"/>
                </a:lnTo>
                <a:lnTo>
                  <a:pt x="3015" y="2522"/>
                </a:lnTo>
                <a:lnTo>
                  <a:pt x="3079" y="2319"/>
                </a:lnTo>
                <a:lnTo>
                  <a:pt x="3079" y="2145"/>
                </a:lnTo>
                <a:lnTo>
                  <a:pt x="3079" y="1942"/>
                </a:lnTo>
                <a:lnTo>
                  <a:pt x="3079" y="1739"/>
                </a:lnTo>
                <a:lnTo>
                  <a:pt x="3079" y="1478"/>
                </a:lnTo>
                <a:lnTo>
                  <a:pt x="3143" y="1275"/>
                </a:lnTo>
                <a:lnTo>
                  <a:pt x="3143" y="1072"/>
                </a:lnTo>
                <a:lnTo>
                  <a:pt x="3143" y="869"/>
                </a:lnTo>
                <a:lnTo>
                  <a:pt x="3143" y="608"/>
                </a:lnTo>
                <a:lnTo>
                  <a:pt x="3143" y="405"/>
                </a:lnTo>
                <a:lnTo>
                  <a:pt x="3240" y="202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665208" y="3583482"/>
            <a:ext cx="3208" cy="50597"/>
          </a:xfrm>
          <a:custGeom>
            <a:avLst/>
            <a:gdLst/>
            <a:ahLst/>
            <a:cxnLst/>
            <a:rect l="l" t="t" r="r" b="b"/>
            <a:pathLst>
              <a:path w="3208" h="50597">
                <a:moveTo>
                  <a:pt x="0" y="50597"/>
                </a:moveTo>
                <a:lnTo>
                  <a:pt x="0" y="50336"/>
                </a:lnTo>
                <a:lnTo>
                  <a:pt x="0" y="50133"/>
                </a:lnTo>
                <a:lnTo>
                  <a:pt x="64" y="49930"/>
                </a:lnTo>
                <a:lnTo>
                  <a:pt x="64" y="49727"/>
                </a:lnTo>
                <a:lnTo>
                  <a:pt x="64" y="49466"/>
                </a:lnTo>
                <a:lnTo>
                  <a:pt x="64" y="49263"/>
                </a:lnTo>
                <a:lnTo>
                  <a:pt x="64" y="49060"/>
                </a:lnTo>
                <a:lnTo>
                  <a:pt x="128" y="48799"/>
                </a:lnTo>
                <a:lnTo>
                  <a:pt x="128" y="48596"/>
                </a:lnTo>
                <a:lnTo>
                  <a:pt x="128" y="48422"/>
                </a:lnTo>
                <a:lnTo>
                  <a:pt x="128" y="48132"/>
                </a:lnTo>
                <a:lnTo>
                  <a:pt x="192" y="47929"/>
                </a:lnTo>
                <a:lnTo>
                  <a:pt x="192" y="47755"/>
                </a:lnTo>
                <a:lnTo>
                  <a:pt x="192" y="47465"/>
                </a:lnTo>
                <a:lnTo>
                  <a:pt x="192" y="47291"/>
                </a:lnTo>
                <a:lnTo>
                  <a:pt x="192" y="47088"/>
                </a:lnTo>
                <a:lnTo>
                  <a:pt x="288" y="46798"/>
                </a:lnTo>
                <a:lnTo>
                  <a:pt x="288" y="46624"/>
                </a:lnTo>
                <a:lnTo>
                  <a:pt x="288" y="46421"/>
                </a:lnTo>
                <a:lnTo>
                  <a:pt x="288" y="46160"/>
                </a:lnTo>
                <a:lnTo>
                  <a:pt x="352" y="45957"/>
                </a:lnTo>
                <a:lnTo>
                  <a:pt x="352" y="45667"/>
                </a:lnTo>
                <a:lnTo>
                  <a:pt x="352" y="45494"/>
                </a:lnTo>
                <a:lnTo>
                  <a:pt x="352" y="45291"/>
                </a:lnTo>
                <a:lnTo>
                  <a:pt x="352" y="45030"/>
                </a:lnTo>
                <a:lnTo>
                  <a:pt x="417" y="44827"/>
                </a:lnTo>
                <a:lnTo>
                  <a:pt x="417" y="44537"/>
                </a:lnTo>
                <a:lnTo>
                  <a:pt x="417" y="44363"/>
                </a:lnTo>
                <a:lnTo>
                  <a:pt x="417" y="44160"/>
                </a:lnTo>
                <a:lnTo>
                  <a:pt x="481" y="43899"/>
                </a:lnTo>
                <a:lnTo>
                  <a:pt x="481" y="43696"/>
                </a:lnTo>
                <a:lnTo>
                  <a:pt x="481" y="43435"/>
                </a:lnTo>
                <a:lnTo>
                  <a:pt x="481" y="43232"/>
                </a:lnTo>
                <a:lnTo>
                  <a:pt x="481" y="42942"/>
                </a:lnTo>
                <a:lnTo>
                  <a:pt x="577" y="42768"/>
                </a:lnTo>
                <a:lnTo>
                  <a:pt x="577" y="42478"/>
                </a:lnTo>
                <a:lnTo>
                  <a:pt x="577" y="42304"/>
                </a:lnTo>
                <a:lnTo>
                  <a:pt x="577" y="42014"/>
                </a:lnTo>
                <a:lnTo>
                  <a:pt x="641" y="41811"/>
                </a:lnTo>
                <a:lnTo>
                  <a:pt x="641" y="41550"/>
                </a:lnTo>
                <a:lnTo>
                  <a:pt x="641" y="41347"/>
                </a:lnTo>
                <a:lnTo>
                  <a:pt x="641" y="41086"/>
                </a:lnTo>
                <a:lnTo>
                  <a:pt x="641" y="40883"/>
                </a:lnTo>
                <a:lnTo>
                  <a:pt x="705" y="40622"/>
                </a:lnTo>
                <a:lnTo>
                  <a:pt x="705" y="40419"/>
                </a:lnTo>
                <a:lnTo>
                  <a:pt x="705" y="40158"/>
                </a:lnTo>
                <a:lnTo>
                  <a:pt x="705" y="39955"/>
                </a:lnTo>
                <a:lnTo>
                  <a:pt x="705" y="39694"/>
                </a:lnTo>
                <a:lnTo>
                  <a:pt x="802" y="39491"/>
                </a:lnTo>
                <a:lnTo>
                  <a:pt x="802" y="39230"/>
                </a:lnTo>
                <a:lnTo>
                  <a:pt x="802" y="39028"/>
                </a:lnTo>
                <a:lnTo>
                  <a:pt x="802" y="38767"/>
                </a:lnTo>
                <a:lnTo>
                  <a:pt x="866" y="38506"/>
                </a:lnTo>
                <a:lnTo>
                  <a:pt x="866" y="38303"/>
                </a:lnTo>
                <a:lnTo>
                  <a:pt x="866" y="38042"/>
                </a:lnTo>
                <a:lnTo>
                  <a:pt x="866" y="37839"/>
                </a:lnTo>
                <a:lnTo>
                  <a:pt x="866" y="37578"/>
                </a:lnTo>
                <a:lnTo>
                  <a:pt x="930" y="37317"/>
                </a:lnTo>
                <a:lnTo>
                  <a:pt x="930" y="37114"/>
                </a:lnTo>
                <a:lnTo>
                  <a:pt x="930" y="36824"/>
                </a:lnTo>
                <a:lnTo>
                  <a:pt x="930" y="36650"/>
                </a:lnTo>
                <a:lnTo>
                  <a:pt x="994" y="36360"/>
                </a:lnTo>
                <a:lnTo>
                  <a:pt x="994" y="36099"/>
                </a:lnTo>
                <a:lnTo>
                  <a:pt x="994" y="35896"/>
                </a:lnTo>
                <a:lnTo>
                  <a:pt x="994" y="35635"/>
                </a:lnTo>
                <a:lnTo>
                  <a:pt x="994" y="35374"/>
                </a:lnTo>
                <a:lnTo>
                  <a:pt x="1090" y="35171"/>
                </a:lnTo>
                <a:lnTo>
                  <a:pt x="1090" y="34910"/>
                </a:lnTo>
                <a:lnTo>
                  <a:pt x="1090" y="34649"/>
                </a:lnTo>
                <a:lnTo>
                  <a:pt x="1090" y="34446"/>
                </a:lnTo>
                <a:lnTo>
                  <a:pt x="1154" y="34185"/>
                </a:lnTo>
                <a:lnTo>
                  <a:pt x="1154" y="33924"/>
                </a:lnTo>
                <a:lnTo>
                  <a:pt x="1154" y="33721"/>
                </a:lnTo>
                <a:lnTo>
                  <a:pt x="1154" y="33460"/>
                </a:lnTo>
                <a:lnTo>
                  <a:pt x="1154" y="33170"/>
                </a:lnTo>
                <a:lnTo>
                  <a:pt x="1219" y="32967"/>
                </a:lnTo>
                <a:lnTo>
                  <a:pt x="1219" y="32706"/>
                </a:lnTo>
                <a:lnTo>
                  <a:pt x="1219" y="32446"/>
                </a:lnTo>
                <a:lnTo>
                  <a:pt x="1219" y="32185"/>
                </a:lnTo>
                <a:lnTo>
                  <a:pt x="1315" y="31982"/>
                </a:lnTo>
                <a:lnTo>
                  <a:pt x="1315" y="31721"/>
                </a:lnTo>
                <a:lnTo>
                  <a:pt x="1315" y="31460"/>
                </a:lnTo>
                <a:lnTo>
                  <a:pt x="1315" y="31257"/>
                </a:lnTo>
                <a:lnTo>
                  <a:pt x="1315" y="30996"/>
                </a:lnTo>
                <a:lnTo>
                  <a:pt x="1379" y="30706"/>
                </a:lnTo>
                <a:lnTo>
                  <a:pt x="1379" y="30445"/>
                </a:lnTo>
                <a:lnTo>
                  <a:pt x="1379" y="30184"/>
                </a:lnTo>
                <a:lnTo>
                  <a:pt x="1379" y="29981"/>
                </a:lnTo>
                <a:lnTo>
                  <a:pt x="1443" y="29720"/>
                </a:lnTo>
                <a:lnTo>
                  <a:pt x="1443" y="29459"/>
                </a:lnTo>
                <a:lnTo>
                  <a:pt x="1443" y="29198"/>
                </a:lnTo>
                <a:lnTo>
                  <a:pt x="1443" y="28995"/>
                </a:lnTo>
                <a:lnTo>
                  <a:pt x="1443" y="28734"/>
                </a:lnTo>
                <a:lnTo>
                  <a:pt x="1507" y="28473"/>
                </a:lnTo>
                <a:lnTo>
                  <a:pt x="1507" y="28183"/>
                </a:lnTo>
                <a:lnTo>
                  <a:pt x="1507" y="27922"/>
                </a:lnTo>
                <a:lnTo>
                  <a:pt x="1507" y="27719"/>
                </a:lnTo>
                <a:lnTo>
                  <a:pt x="1507" y="27458"/>
                </a:lnTo>
                <a:lnTo>
                  <a:pt x="1604" y="27197"/>
                </a:lnTo>
                <a:lnTo>
                  <a:pt x="1604" y="26936"/>
                </a:lnTo>
                <a:lnTo>
                  <a:pt x="1604" y="26675"/>
                </a:lnTo>
                <a:lnTo>
                  <a:pt x="1604" y="26385"/>
                </a:lnTo>
                <a:lnTo>
                  <a:pt x="1668" y="26124"/>
                </a:lnTo>
                <a:lnTo>
                  <a:pt x="1668" y="25922"/>
                </a:lnTo>
                <a:lnTo>
                  <a:pt x="1668" y="25661"/>
                </a:lnTo>
                <a:lnTo>
                  <a:pt x="1668" y="25400"/>
                </a:lnTo>
                <a:lnTo>
                  <a:pt x="1668" y="25139"/>
                </a:lnTo>
                <a:lnTo>
                  <a:pt x="1732" y="24878"/>
                </a:lnTo>
                <a:lnTo>
                  <a:pt x="1732" y="24588"/>
                </a:lnTo>
                <a:lnTo>
                  <a:pt x="1732" y="24327"/>
                </a:lnTo>
                <a:lnTo>
                  <a:pt x="1732" y="24066"/>
                </a:lnTo>
                <a:lnTo>
                  <a:pt x="1796" y="23863"/>
                </a:lnTo>
                <a:lnTo>
                  <a:pt x="1796" y="23602"/>
                </a:lnTo>
                <a:lnTo>
                  <a:pt x="1796" y="23341"/>
                </a:lnTo>
                <a:lnTo>
                  <a:pt x="1796" y="23080"/>
                </a:lnTo>
                <a:lnTo>
                  <a:pt x="1796" y="22819"/>
                </a:lnTo>
                <a:lnTo>
                  <a:pt x="1892" y="22529"/>
                </a:lnTo>
                <a:lnTo>
                  <a:pt x="1892" y="22268"/>
                </a:lnTo>
                <a:lnTo>
                  <a:pt x="1892" y="22007"/>
                </a:lnTo>
                <a:lnTo>
                  <a:pt x="1892" y="21746"/>
                </a:lnTo>
                <a:lnTo>
                  <a:pt x="1956" y="21485"/>
                </a:lnTo>
                <a:lnTo>
                  <a:pt x="1956" y="21224"/>
                </a:lnTo>
                <a:lnTo>
                  <a:pt x="1956" y="20934"/>
                </a:lnTo>
                <a:lnTo>
                  <a:pt x="1956" y="20673"/>
                </a:lnTo>
                <a:lnTo>
                  <a:pt x="1956" y="20412"/>
                </a:lnTo>
                <a:lnTo>
                  <a:pt x="2021" y="20151"/>
                </a:lnTo>
                <a:lnTo>
                  <a:pt x="2021" y="19890"/>
                </a:lnTo>
                <a:lnTo>
                  <a:pt x="2021" y="19600"/>
                </a:lnTo>
                <a:lnTo>
                  <a:pt x="2021" y="19340"/>
                </a:lnTo>
                <a:lnTo>
                  <a:pt x="2117" y="19079"/>
                </a:lnTo>
                <a:lnTo>
                  <a:pt x="2117" y="18818"/>
                </a:lnTo>
                <a:lnTo>
                  <a:pt x="2117" y="18557"/>
                </a:lnTo>
                <a:lnTo>
                  <a:pt x="2117" y="18296"/>
                </a:lnTo>
                <a:lnTo>
                  <a:pt x="2117" y="18006"/>
                </a:lnTo>
                <a:lnTo>
                  <a:pt x="2181" y="17745"/>
                </a:lnTo>
                <a:lnTo>
                  <a:pt x="2181" y="17484"/>
                </a:lnTo>
                <a:lnTo>
                  <a:pt x="2181" y="17223"/>
                </a:lnTo>
                <a:lnTo>
                  <a:pt x="2181" y="16962"/>
                </a:lnTo>
                <a:lnTo>
                  <a:pt x="2245" y="16701"/>
                </a:lnTo>
                <a:lnTo>
                  <a:pt x="2245" y="16411"/>
                </a:lnTo>
                <a:lnTo>
                  <a:pt x="2245" y="16150"/>
                </a:lnTo>
                <a:lnTo>
                  <a:pt x="2245" y="15889"/>
                </a:lnTo>
                <a:lnTo>
                  <a:pt x="2245" y="15628"/>
                </a:lnTo>
                <a:lnTo>
                  <a:pt x="2309" y="15367"/>
                </a:lnTo>
                <a:lnTo>
                  <a:pt x="2309" y="15106"/>
                </a:lnTo>
                <a:lnTo>
                  <a:pt x="2309" y="14816"/>
                </a:lnTo>
                <a:lnTo>
                  <a:pt x="2309" y="14555"/>
                </a:lnTo>
                <a:lnTo>
                  <a:pt x="2309" y="14294"/>
                </a:lnTo>
                <a:lnTo>
                  <a:pt x="2406" y="14033"/>
                </a:lnTo>
                <a:lnTo>
                  <a:pt x="2406" y="13685"/>
                </a:lnTo>
                <a:lnTo>
                  <a:pt x="2406" y="13424"/>
                </a:lnTo>
                <a:lnTo>
                  <a:pt x="2406" y="13163"/>
                </a:lnTo>
                <a:lnTo>
                  <a:pt x="2470" y="12903"/>
                </a:lnTo>
                <a:lnTo>
                  <a:pt x="2470" y="12642"/>
                </a:lnTo>
                <a:lnTo>
                  <a:pt x="2470" y="12381"/>
                </a:lnTo>
                <a:lnTo>
                  <a:pt x="2470" y="12091"/>
                </a:lnTo>
                <a:lnTo>
                  <a:pt x="2470" y="11830"/>
                </a:lnTo>
                <a:lnTo>
                  <a:pt x="2534" y="11569"/>
                </a:lnTo>
                <a:lnTo>
                  <a:pt x="2534" y="11250"/>
                </a:lnTo>
                <a:lnTo>
                  <a:pt x="2534" y="10960"/>
                </a:lnTo>
                <a:lnTo>
                  <a:pt x="2534" y="10699"/>
                </a:lnTo>
                <a:lnTo>
                  <a:pt x="2630" y="10438"/>
                </a:lnTo>
                <a:lnTo>
                  <a:pt x="2630" y="10177"/>
                </a:lnTo>
                <a:lnTo>
                  <a:pt x="2630" y="9916"/>
                </a:lnTo>
                <a:lnTo>
                  <a:pt x="2630" y="9568"/>
                </a:lnTo>
                <a:lnTo>
                  <a:pt x="2630" y="9307"/>
                </a:lnTo>
                <a:lnTo>
                  <a:pt x="2694" y="9046"/>
                </a:lnTo>
                <a:lnTo>
                  <a:pt x="2694" y="8785"/>
                </a:lnTo>
                <a:lnTo>
                  <a:pt x="2694" y="8524"/>
                </a:lnTo>
                <a:lnTo>
                  <a:pt x="2694" y="8176"/>
                </a:lnTo>
                <a:lnTo>
                  <a:pt x="2758" y="7915"/>
                </a:lnTo>
                <a:lnTo>
                  <a:pt x="2758" y="7654"/>
                </a:lnTo>
                <a:lnTo>
                  <a:pt x="2758" y="7393"/>
                </a:lnTo>
                <a:lnTo>
                  <a:pt x="2758" y="7103"/>
                </a:lnTo>
                <a:lnTo>
                  <a:pt x="2758" y="6784"/>
                </a:lnTo>
                <a:lnTo>
                  <a:pt x="2823" y="6523"/>
                </a:lnTo>
                <a:lnTo>
                  <a:pt x="2823" y="6263"/>
                </a:lnTo>
                <a:lnTo>
                  <a:pt x="2823" y="5973"/>
                </a:lnTo>
                <a:lnTo>
                  <a:pt x="2823" y="5654"/>
                </a:lnTo>
                <a:lnTo>
                  <a:pt x="2919" y="5393"/>
                </a:lnTo>
                <a:lnTo>
                  <a:pt x="2919" y="5132"/>
                </a:lnTo>
                <a:lnTo>
                  <a:pt x="2919" y="4842"/>
                </a:lnTo>
                <a:lnTo>
                  <a:pt x="2919" y="4523"/>
                </a:lnTo>
                <a:lnTo>
                  <a:pt x="2919" y="4262"/>
                </a:lnTo>
                <a:lnTo>
                  <a:pt x="2983" y="4001"/>
                </a:lnTo>
                <a:lnTo>
                  <a:pt x="2983" y="3711"/>
                </a:lnTo>
                <a:lnTo>
                  <a:pt x="2983" y="3392"/>
                </a:lnTo>
                <a:lnTo>
                  <a:pt x="2983" y="3131"/>
                </a:lnTo>
                <a:lnTo>
                  <a:pt x="3047" y="2870"/>
                </a:lnTo>
                <a:lnTo>
                  <a:pt x="3047" y="2580"/>
                </a:lnTo>
                <a:lnTo>
                  <a:pt x="3047" y="2261"/>
                </a:lnTo>
                <a:lnTo>
                  <a:pt x="3047" y="2000"/>
                </a:lnTo>
                <a:lnTo>
                  <a:pt x="3047" y="1739"/>
                </a:lnTo>
                <a:lnTo>
                  <a:pt x="3111" y="1391"/>
                </a:lnTo>
                <a:lnTo>
                  <a:pt x="3111" y="1130"/>
                </a:lnTo>
                <a:lnTo>
                  <a:pt x="3111" y="869"/>
                </a:lnTo>
                <a:lnTo>
                  <a:pt x="3111" y="521"/>
                </a:lnTo>
                <a:lnTo>
                  <a:pt x="3111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668416" y="3520764"/>
            <a:ext cx="3143" cy="62717"/>
          </a:xfrm>
          <a:custGeom>
            <a:avLst/>
            <a:gdLst/>
            <a:ahLst/>
            <a:cxnLst/>
            <a:rect l="l" t="t" r="r" b="b"/>
            <a:pathLst>
              <a:path w="3143" h="62717">
                <a:moveTo>
                  <a:pt x="0" y="62717"/>
                </a:moveTo>
                <a:lnTo>
                  <a:pt x="0" y="62369"/>
                </a:lnTo>
                <a:lnTo>
                  <a:pt x="0" y="62108"/>
                </a:lnTo>
                <a:lnTo>
                  <a:pt x="0" y="61847"/>
                </a:lnTo>
                <a:lnTo>
                  <a:pt x="64" y="61528"/>
                </a:lnTo>
                <a:lnTo>
                  <a:pt x="64" y="61267"/>
                </a:lnTo>
                <a:lnTo>
                  <a:pt x="64" y="60977"/>
                </a:lnTo>
                <a:lnTo>
                  <a:pt x="64" y="60658"/>
                </a:lnTo>
                <a:lnTo>
                  <a:pt x="64" y="60397"/>
                </a:lnTo>
                <a:lnTo>
                  <a:pt x="128" y="60049"/>
                </a:lnTo>
                <a:lnTo>
                  <a:pt x="128" y="59788"/>
                </a:lnTo>
                <a:lnTo>
                  <a:pt x="128" y="59527"/>
                </a:lnTo>
                <a:lnTo>
                  <a:pt x="128" y="59179"/>
                </a:lnTo>
                <a:lnTo>
                  <a:pt x="224" y="58918"/>
                </a:lnTo>
                <a:lnTo>
                  <a:pt x="224" y="58658"/>
                </a:lnTo>
                <a:lnTo>
                  <a:pt x="224" y="58339"/>
                </a:lnTo>
                <a:lnTo>
                  <a:pt x="224" y="58049"/>
                </a:lnTo>
                <a:lnTo>
                  <a:pt x="224" y="57730"/>
                </a:lnTo>
                <a:lnTo>
                  <a:pt x="288" y="57469"/>
                </a:lnTo>
                <a:lnTo>
                  <a:pt x="288" y="57121"/>
                </a:lnTo>
                <a:lnTo>
                  <a:pt x="288" y="56860"/>
                </a:lnTo>
                <a:lnTo>
                  <a:pt x="288" y="56599"/>
                </a:lnTo>
                <a:lnTo>
                  <a:pt x="352" y="56280"/>
                </a:lnTo>
                <a:lnTo>
                  <a:pt x="352" y="55990"/>
                </a:lnTo>
                <a:lnTo>
                  <a:pt x="352" y="55671"/>
                </a:lnTo>
                <a:lnTo>
                  <a:pt x="352" y="55410"/>
                </a:lnTo>
                <a:lnTo>
                  <a:pt x="352" y="55062"/>
                </a:lnTo>
                <a:lnTo>
                  <a:pt x="417" y="54801"/>
                </a:lnTo>
                <a:lnTo>
                  <a:pt x="417" y="54482"/>
                </a:lnTo>
                <a:lnTo>
                  <a:pt x="417" y="54192"/>
                </a:lnTo>
                <a:lnTo>
                  <a:pt x="417" y="53931"/>
                </a:lnTo>
                <a:lnTo>
                  <a:pt x="513" y="53612"/>
                </a:lnTo>
                <a:lnTo>
                  <a:pt x="513" y="53351"/>
                </a:lnTo>
                <a:lnTo>
                  <a:pt x="513" y="53003"/>
                </a:lnTo>
                <a:lnTo>
                  <a:pt x="513" y="52742"/>
                </a:lnTo>
                <a:lnTo>
                  <a:pt x="513" y="52394"/>
                </a:lnTo>
                <a:lnTo>
                  <a:pt x="577" y="52134"/>
                </a:lnTo>
                <a:lnTo>
                  <a:pt x="577" y="51815"/>
                </a:lnTo>
                <a:lnTo>
                  <a:pt x="577" y="51554"/>
                </a:lnTo>
                <a:lnTo>
                  <a:pt x="577" y="51206"/>
                </a:lnTo>
                <a:lnTo>
                  <a:pt x="641" y="50945"/>
                </a:lnTo>
                <a:lnTo>
                  <a:pt x="641" y="50626"/>
                </a:lnTo>
                <a:lnTo>
                  <a:pt x="641" y="50336"/>
                </a:lnTo>
                <a:lnTo>
                  <a:pt x="641" y="50017"/>
                </a:lnTo>
                <a:lnTo>
                  <a:pt x="641" y="49669"/>
                </a:lnTo>
                <a:lnTo>
                  <a:pt x="705" y="49408"/>
                </a:lnTo>
                <a:lnTo>
                  <a:pt x="705" y="49089"/>
                </a:lnTo>
                <a:lnTo>
                  <a:pt x="705" y="48828"/>
                </a:lnTo>
                <a:lnTo>
                  <a:pt x="705" y="48480"/>
                </a:lnTo>
                <a:lnTo>
                  <a:pt x="705" y="48219"/>
                </a:lnTo>
                <a:lnTo>
                  <a:pt x="802" y="47900"/>
                </a:lnTo>
                <a:lnTo>
                  <a:pt x="802" y="47610"/>
                </a:lnTo>
                <a:lnTo>
                  <a:pt x="802" y="47291"/>
                </a:lnTo>
                <a:lnTo>
                  <a:pt x="802" y="47030"/>
                </a:lnTo>
                <a:lnTo>
                  <a:pt x="866" y="46682"/>
                </a:lnTo>
                <a:lnTo>
                  <a:pt x="866" y="46363"/>
                </a:lnTo>
                <a:lnTo>
                  <a:pt x="866" y="46102"/>
                </a:lnTo>
                <a:lnTo>
                  <a:pt x="866" y="45754"/>
                </a:lnTo>
                <a:lnTo>
                  <a:pt x="866" y="45494"/>
                </a:lnTo>
                <a:lnTo>
                  <a:pt x="930" y="45175"/>
                </a:lnTo>
                <a:lnTo>
                  <a:pt x="930" y="44827"/>
                </a:lnTo>
                <a:lnTo>
                  <a:pt x="930" y="44566"/>
                </a:lnTo>
                <a:lnTo>
                  <a:pt x="930" y="44218"/>
                </a:lnTo>
                <a:lnTo>
                  <a:pt x="1026" y="43957"/>
                </a:lnTo>
                <a:lnTo>
                  <a:pt x="1026" y="43638"/>
                </a:lnTo>
                <a:lnTo>
                  <a:pt x="1026" y="43290"/>
                </a:lnTo>
                <a:lnTo>
                  <a:pt x="1026" y="43029"/>
                </a:lnTo>
                <a:lnTo>
                  <a:pt x="1026" y="42710"/>
                </a:lnTo>
                <a:lnTo>
                  <a:pt x="1090" y="42420"/>
                </a:lnTo>
                <a:lnTo>
                  <a:pt x="1090" y="42101"/>
                </a:lnTo>
                <a:lnTo>
                  <a:pt x="1090" y="41782"/>
                </a:lnTo>
                <a:lnTo>
                  <a:pt x="1090" y="41492"/>
                </a:lnTo>
                <a:lnTo>
                  <a:pt x="1154" y="41173"/>
                </a:lnTo>
                <a:lnTo>
                  <a:pt x="1154" y="40825"/>
                </a:lnTo>
                <a:lnTo>
                  <a:pt x="1154" y="40564"/>
                </a:lnTo>
                <a:lnTo>
                  <a:pt x="1154" y="40245"/>
                </a:lnTo>
                <a:lnTo>
                  <a:pt x="1154" y="39897"/>
                </a:lnTo>
                <a:lnTo>
                  <a:pt x="1219" y="39636"/>
                </a:lnTo>
                <a:lnTo>
                  <a:pt x="1219" y="39317"/>
                </a:lnTo>
                <a:lnTo>
                  <a:pt x="1219" y="38970"/>
                </a:lnTo>
                <a:lnTo>
                  <a:pt x="1219" y="38709"/>
                </a:lnTo>
                <a:lnTo>
                  <a:pt x="1315" y="38390"/>
                </a:lnTo>
                <a:lnTo>
                  <a:pt x="1315" y="38042"/>
                </a:lnTo>
                <a:lnTo>
                  <a:pt x="1315" y="37781"/>
                </a:lnTo>
                <a:lnTo>
                  <a:pt x="1315" y="37433"/>
                </a:lnTo>
                <a:lnTo>
                  <a:pt x="1315" y="37114"/>
                </a:lnTo>
                <a:lnTo>
                  <a:pt x="1379" y="36853"/>
                </a:lnTo>
                <a:lnTo>
                  <a:pt x="1379" y="36505"/>
                </a:lnTo>
                <a:lnTo>
                  <a:pt x="1379" y="36186"/>
                </a:lnTo>
                <a:lnTo>
                  <a:pt x="1379" y="35838"/>
                </a:lnTo>
                <a:lnTo>
                  <a:pt x="1443" y="35577"/>
                </a:lnTo>
                <a:lnTo>
                  <a:pt x="1443" y="35258"/>
                </a:lnTo>
                <a:lnTo>
                  <a:pt x="1443" y="34910"/>
                </a:lnTo>
                <a:lnTo>
                  <a:pt x="1443" y="34649"/>
                </a:lnTo>
                <a:lnTo>
                  <a:pt x="1443" y="34330"/>
                </a:lnTo>
                <a:lnTo>
                  <a:pt x="1539" y="33982"/>
                </a:lnTo>
                <a:lnTo>
                  <a:pt x="1539" y="33663"/>
                </a:lnTo>
                <a:lnTo>
                  <a:pt x="1539" y="33402"/>
                </a:lnTo>
                <a:lnTo>
                  <a:pt x="1539" y="33054"/>
                </a:lnTo>
                <a:lnTo>
                  <a:pt x="1539" y="32735"/>
                </a:lnTo>
                <a:lnTo>
                  <a:pt x="1604" y="32388"/>
                </a:lnTo>
                <a:lnTo>
                  <a:pt x="1604" y="32127"/>
                </a:lnTo>
                <a:lnTo>
                  <a:pt x="1604" y="31808"/>
                </a:lnTo>
                <a:lnTo>
                  <a:pt x="1604" y="31460"/>
                </a:lnTo>
                <a:lnTo>
                  <a:pt x="1668" y="31141"/>
                </a:lnTo>
                <a:lnTo>
                  <a:pt x="1668" y="30851"/>
                </a:lnTo>
                <a:lnTo>
                  <a:pt x="1668" y="30532"/>
                </a:lnTo>
                <a:lnTo>
                  <a:pt x="1668" y="30213"/>
                </a:lnTo>
                <a:lnTo>
                  <a:pt x="1668" y="29865"/>
                </a:lnTo>
                <a:lnTo>
                  <a:pt x="1732" y="29546"/>
                </a:lnTo>
                <a:lnTo>
                  <a:pt x="1732" y="29256"/>
                </a:lnTo>
                <a:lnTo>
                  <a:pt x="1732" y="28937"/>
                </a:lnTo>
                <a:lnTo>
                  <a:pt x="1732" y="28589"/>
                </a:lnTo>
                <a:lnTo>
                  <a:pt x="1828" y="28270"/>
                </a:lnTo>
                <a:lnTo>
                  <a:pt x="1828" y="27951"/>
                </a:lnTo>
                <a:lnTo>
                  <a:pt x="1828" y="27661"/>
                </a:lnTo>
                <a:lnTo>
                  <a:pt x="1828" y="27342"/>
                </a:lnTo>
                <a:lnTo>
                  <a:pt x="1828" y="26994"/>
                </a:lnTo>
                <a:lnTo>
                  <a:pt x="1892" y="26675"/>
                </a:lnTo>
                <a:lnTo>
                  <a:pt x="1892" y="26356"/>
                </a:lnTo>
                <a:lnTo>
                  <a:pt x="1892" y="26067"/>
                </a:lnTo>
                <a:lnTo>
                  <a:pt x="1892" y="25748"/>
                </a:lnTo>
                <a:lnTo>
                  <a:pt x="1956" y="25400"/>
                </a:lnTo>
                <a:lnTo>
                  <a:pt x="1956" y="25081"/>
                </a:lnTo>
                <a:lnTo>
                  <a:pt x="1956" y="24733"/>
                </a:lnTo>
                <a:lnTo>
                  <a:pt x="1956" y="24414"/>
                </a:lnTo>
                <a:lnTo>
                  <a:pt x="1956" y="24153"/>
                </a:lnTo>
                <a:lnTo>
                  <a:pt x="2021" y="23805"/>
                </a:lnTo>
                <a:lnTo>
                  <a:pt x="2021" y="23486"/>
                </a:lnTo>
                <a:lnTo>
                  <a:pt x="2021" y="23138"/>
                </a:lnTo>
                <a:lnTo>
                  <a:pt x="2021" y="22819"/>
                </a:lnTo>
                <a:lnTo>
                  <a:pt x="2117" y="22471"/>
                </a:lnTo>
                <a:lnTo>
                  <a:pt x="2117" y="22152"/>
                </a:lnTo>
                <a:lnTo>
                  <a:pt x="2117" y="21891"/>
                </a:lnTo>
                <a:lnTo>
                  <a:pt x="2117" y="21543"/>
                </a:lnTo>
                <a:lnTo>
                  <a:pt x="2117" y="21224"/>
                </a:lnTo>
                <a:lnTo>
                  <a:pt x="2181" y="20876"/>
                </a:lnTo>
                <a:lnTo>
                  <a:pt x="2181" y="20557"/>
                </a:lnTo>
                <a:lnTo>
                  <a:pt x="2181" y="20238"/>
                </a:lnTo>
                <a:lnTo>
                  <a:pt x="2181" y="19890"/>
                </a:lnTo>
                <a:lnTo>
                  <a:pt x="2245" y="19571"/>
                </a:lnTo>
                <a:lnTo>
                  <a:pt x="2245" y="19282"/>
                </a:lnTo>
                <a:lnTo>
                  <a:pt x="2245" y="18963"/>
                </a:lnTo>
                <a:lnTo>
                  <a:pt x="2245" y="18615"/>
                </a:lnTo>
                <a:lnTo>
                  <a:pt x="2245" y="18296"/>
                </a:lnTo>
                <a:lnTo>
                  <a:pt x="2341" y="17977"/>
                </a:lnTo>
                <a:lnTo>
                  <a:pt x="2341" y="17629"/>
                </a:lnTo>
                <a:lnTo>
                  <a:pt x="2341" y="17310"/>
                </a:lnTo>
                <a:lnTo>
                  <a:pt x="2341" y="16962"/>
                </a:lnTo>
                <a:lnTo>
                  <a:pt x="2341" y="16643"/>
                </a:lnTo>
                <a:lnTo>
                  <a:pt x="2406" y="16295"/>
                </a:lnTo>
                <a:lnTo>
                  <a:pt x="2406" y="15976"/>
                </a:lnTo>
                <a:lnTo>
                  <a:pt x="2406" y="15628"/>
                </a:lnTo>
                <a:lnTo>
                  <a:pt x="2406" y="15367"/>
                </a:lnTo>
                <a:lnTo>
                  <a:pt x="2470" y="15048"/>
                </a:lnTo>
                <a:lnTo>
                  <a:pt x="2470" y="14700"/>
                </a:lnTo>
                <a:lnTo>
                  <a:pt x="2470" y="14381"/>
                </a:lnTo>
                <a:lnTo>
                  <a:pt x="2470" y="14033"/>
                </a:lnTo>
                <a:lnTo>
                  <a:pt x="2470" y="13714"/>
                </a:lnTo>
                <a:lnTo>
                  <a:pt x="2534" y="13366"/>
                </a:lnTo>
                <a:lnTo>
                  <a:pt x="2534" y="13047"/>
                </a:lnTo>
                <a:lnTo>
                  <a:pt x="2534" y="12700"/>
                </a:lnTo>
                <a:lnTo>
                  <a:pt x="2534" y="12381"/>
                </a:lnTo>
                <a:lnTo>
                  <a:pt x="2630" y="12033"/>
                </a:lnTo>
                <a:lnTo>
                  <a:pt x="2630" y="11714"/>
                </a:lnTo>
                <a:lnTo>
                  <a:pt x="2630" y="11395"/>
                </a:lnTo>
                <a:lnTo>
                  <a:pt x="2630" y="11047"/>
                </a:lnTo>
                <a:lnTo>
                  <a:pt x="2630" y="10728"/>
                </a:lnTo>
                <a:lnTo>
                  <a:pt x="2694" y="10380"/>
                </a:lnTo>
                <a:lnTo>
                  <a:pt x="2694" y="10061"/>
                </a:lnTo>
                <a:lnTo>
                  <a:pt x="2694" y="9713"/>
                </a:lnTo>
                <a:lnTo>
                  <a:pt x="2694" y="9394"/>
                </a:lnTo>
                <a:lnTo>
                  <a:pt x="2758" y="9046"/>
                </a:lnTo>
                <a:lnTo>
                  <a:pt x="2758" y="8727"/>
                </a:lnTo>
                <a:lnTo>
                  <a:pt x="2758" y="8379"/>
                </a:lnTo>
                <a:lnTo>
                  <a:pt x="2758" y="8060"/>
                </a:lnTo>
                <a:lnTo>
                  <a:pt x="2758" y="7712"/>
                </a:lnTo>
                <a:lnTo>
                  <a:pt x="2823" y="7393"/>
                </a:lnTo>
                <a:lnTo>
                  <a:pt x="2823" y="7045"/>
                </a:lnTo>
                <a:lnTo>
                  <a:pt x="2823" y="6726"/>
                </a:lnTo>
                <a:lnTo>
                  <a:pt x="2823" y="6408"/>
                </a:lnTo>
                <a:lnTo>
                  <a:pt x="2919" y="6060"/>
                </a:lnTo>
                <a:lnTo>
                  <a:pt x="2919" y="5741"/>
                </a:lnTo>
                <a:lnTo>
                  <a:pt x="2919" y="5393"/>
                </a:lnTo>
                <a:lnTo>
                  <a:pt x="2919" y="5074"/>
                </a:lnTo>
                <a:lnTo>
                  <a:pt x="2919" y="4726"/>
                </a:lnTo>
                <a:lnTo>
                  <a:pt x="2983" y="4407"/>
                </a:lnTo>
                <a:lnTo>
                  <a:pt x="2983" y="4059"/>
                </a:lnTo>
                <a:lnTo>
                  <a:pt x="2983" y="3740"/>
                </a:lnTo>
                <a:lnTo>
                  <a:pt x="2983" y="3392"/>
                </a:lnTo>
                <a:lnTo>
                  <a:pt x="3047" y="3073"/>
                </a:lnTo>
                <a:lnTo>
                  <a:pt x="3047" y="2725"/>
                </a:lnTo>
                <a:lnTo>
                  <a:pt x="3047" y="2406"/>
                </a:lnTo>
                <a:lnTo>
                  <a:pt x="3047" y="2058"/>
                </a:lnTo>
                <a:lnTo>
                  <a:pt x="3047" y="1739"/>
                </a:lnTo>
                <a:lnTo>
                  <a:pt x="3143" y="1420"/>
                </a:lnTo>
                <a:lnTo>
                  <a:pt x="3143" y="1072"/>
                </a:lnTo>
                <a:lnTo>
                  <a:pt x="3143" y="753"/>
                </a:lnTo>
                <a:lnTo>
                  <a:pt x="3143" y="347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671560" y="3451291"/>
            <a:ext cx="3208" cy="69473"/>
          </a:xfrm>
          <a:custGeom>
            <a:avLst/>
            <a:gdLst/>
            <a:ahLst/>
            <a:cxnLst/>
            <a:rect l="l" t="t" r="r" b="b"/>
            <a:pathLst>
              <a:path w="3208" h="69473">
                <a:moveTo>
                  <a:pt x="0" y="69473"/>
                </a:moveTo>
                <a:lnTo>
                  <a:pt x="64" y="69154"/>
                </a:lnTo>
                <a:lnTo>
                  <a:pt x="64" y="68806"/>
                </a:lnTo>
                <a:lnTo>
                  <a:pt x="64" y="68487"/>
                </a:lnTo>
                <a:lnTo>
                  <a:pt x="64" y="68139"/>
                </a:lnTo>
                <a:lnTo>
                  <a:pt x="128" y="67820"/>
                </a:lnTo>
                <a:lnTo>
                  <a:pt x="128" y="67501"/>
                </a:lnTo>
                <a:lnTo>
                  <a:pt x="128" y="67153"/>
                </a:lnTo>
                <a:lnTo>
                  <a:pt x="128" y="66834"/>
                </a:lnTo>
                <a:lnTo>
                  <a:pt x="128" y="66486"/>
                </a:lnTo>
                <a:lnTo>
                  <a:pt x="192" y="66167"/>
                </a:lnTo>
                <a:lnTo>
                  <a:pt x="192" y="65761"/>
                </a:lnTo>
                <a:lnTo>
                  <a:pt x="192" y="65413"/>
                </a:lnTo>
                <a:lnTo>
                  <a:pt x="192" y="65095"/>
                </a:lnTo>
                <a:lnTo>
                  <a:pt x="288" y="64776"/>
                </a:lnTo>
                <a:lnTo>
                  <a:pt x="288" y="64428"/>
                </a:lnTo>
                <a:lnTo>
                  <a:pt x="288" y="64109"/>
                </a:lnTo>
                <a:lnTo>
                  <a:pt x="288" y="63761"/>
                </a:lnTo>
                <a:lnTo>
                  <a:pt x="288" y="63442"/>
                </a:lnTo>
                <a:lnTo>
                  <a:pt x="352" y="63094"/>
                </a:lnTo>
                <a:lnTo>
                  <a:pt x="352" y="62775"/>
                </a:lnTo>
                <a:lnTo>
                  <a:pt x="352" y="62369"/>
                </a:lnTo>
                <a:lnTo>
                  <a:pt x="352" y="62021"/>
                </a:lnTo>
                <a:lnTo>
                  <a:pt x="417" y="61702"/>
                </a:lnTo>
                <a:lnTo>
                  <a:pt x="417" y="61383"/>
                </a:lnTo>
                <a:lnTo>
                  <a:pt x="417" y="61035"/>
                </a:lnTo>
                <a:lnTo>
                  <a:pt x="417" y="60716"/>
                </a:lnTo>
                <a:lnTo>
                  <a:pt x="417" y="60368"/>
                </a:lnTo>
                <a:lnTo>
                  <a:pt x="513" y="59962"/>
                </a:lnTo>
                <a:lnTo>
                  <a:pt x="513" y="59643"/>
                </a:lnTo>
                <a:lnTo>
                  <a:pt x="513" y="59295"/>
                </a:lnTo>
                <a:lnTo>
                  <a:pt x="513" y="58976"/>
                </a:lnTo>
                <a:lnTo>
                  <a:pt x="577" y="58658"/>
                </a:lnTo>
                <a:lnTo>
                  <a:pt x="577" y="58310"/>
                </a:lnTo>
                <a:lnTo>
                  <a:pt x="577" y="57991"/>
                </a:lnTo>
                <a:lnTo>
                  <a:pt x="577" y="57585"/>
                </a:lnTo>
                <a:lnTo>
                  <a:pt x="577" y="57237"/>
                </a:lnTo>
                <a:lnTo>
                  <a:pt x="641" y="56918"/>
                </a:lnTo>
                <a:lnTo>
                  <a:pt x="641" y="56570"/>
                </a:lnTo>
                <a:lnTo>
                  <a:pt x="641" y="56251"/>
                </a:lnTo>
                <a:lnTo>
                  <a:pt x="641" y="55932"/>
                </a:lnTo>
                <a:lnTo>
                  <a:pt x="705" y="55584"/>
                </a:lnTo>
                <a:lnTo>
                  <a:pt x="705" y="55178"/>
                </a:lnTo>
                <a:lnTo>
                  <a:pt x="705" y="54859"/>
                </a:lnTo>
                <a:lnTo>
                  <a:pt x="705" y="54511"/>
                </a:lnTo>
                <a:lnTo>
                  <a:pt x="705" y="54192"/>
                </a:lnTo>
                <a:lnTo>
                  <a:pt x="802" y="53844"/>
                </a:lnTo>
                <a:lnTo>
                  <a:pt x="802" y="53467"/>
                </a:lnTo>
                <a:lnTo>
                  <a:pt x="802" y="53119"/>
                </a:lnTo>
                <a:lnTo>
                  <a:pt x="802" y="52800"/>
                </a:lnTo>
                <a:lnTo>
                  <a:pt x="802" y="52452"/>
                </a:lnTo>
                <a:lnTo>
                  <a:pt x="866" y="52134"/>
                </a:lnTo>
                <a:lnTo>
                  <a:pt x="866" y="51786"/>
                </a:lnTo>
                <a:lnTo>
                  <a:pt x="866" y="51409"/>
                </a:lnTo>
                <a:lnTo>
                  <a:pt x="866" y="51061"/>
                </a:lnTo>
                <a:lnTo>
                  <a:pt x="930" y="50742"/>
                </a:lnTo>
                <a:lnTo>
                  <a:pt x="930" y="50394"/>
                </a:lnTo>
                <a:lnTo>
                  <a:pt x="930" y="50075"/>
                </a:lnTo>
                <a:lnTo>
                  <a:pt x="930" y="49669"/>
                </a:lnTo>
                <a:lnTo>
                  <a:pt x="930" y="49321"/>
                </a:lnTo>
                <a:lnTo>
                  <a:pt x="994" y="49002"/>
                </a:lnTo>
                <a:lnTo>
                  <a:pt x="994" y="48683"/>
                </a:lnTo>
                <a:lnTo>
                  <a:pt x="994" y="48335"/>
                </a:lnTo>
                <a:lnTo>
                  <a:pt x="994" y="47929"/>
                </a:lnTo>
                <a:lnTo>
                  <a:pt x="1090" y="47610"/>
                </a:lnTo>
                <a:lnTo>
                  <a:pt x="1090" y="47262"/>
                </a:lnTo>
                <a:lnTo>
                  <a:pt x="1090" y="46943"/>
                </a:lnTo>
                <a:lnTo>
                  <a:pt x="1090" y="46537"/>
                </a:lnTo>
                <a:lnTo>
                  <a:pt x="1090" y="46218"/>
                </a:lnTo>
                <a:lnTo>
                  <a:pt x="1154" y="45870"/>
                </a:lnTo>
                <a:lnTo>
                  <a:pt x="1154" y="45552"/>
                </a:lnTo>
                <a:lnTo>
                  <a:pt x="1154" y="45204"/>
                </a:lnTo>
                <a:lnTo>
                  <a:pt x="1154" y="44827"/>
                </a:lnTo>
                <a:lnTo>
                  <a:pt x="1219" y="44479"/>
                </a:lnTo>
                <a:lnTo>
                  <a:pt x="1219" y="44160"/>
                </a:lnTo>
                <a:lnTo>
                  <a:pt x="1219" y="43812"/>
                </a:lnTo>
                <a:lnTo>
                  <a:pt x="1219" y="43406"/>
                </a:lnTo>
                <a:lnTo>
                  <a:pt x="1219" y="43087"/>
                </a:lnTo>
                <a:lnTo>
                  <a:pt x="1315" y="42739"/>
                </a:lnTo>
                <a:lnTo>
                  <a:pt x="1315" y="42420"/>
                </a:lnTo>
                <a:lnTo>
                  <a:pt x="1315" y="42014"/>
                </a:lnTo>
                <a:lnTo>
                  <a:pt x="1315" y="41695"/>
                </a:lnTo>
                <a:lnTo>
                  <a:pt x="1379" y="41347"/>
                </a:lnTo>
                <a:lnTo>
                  <a:pt x="1379" y="41028"/>
                </a:lnTo>
                <a:lnTo>
                  <a:pt x="1379" y="40622"/>
                </a:lnTo>
                <a:lnTo>
                  <a:pt x="1379" y="40303"/>
                </a:lnTo>
                <a:lnTo>
                  <a:pt x="1379" y="39955"/>
                </a:lnTo>
                <a:lnTo>
                  <a:pt x="1443" y="39636"/>
                </a:lnTo>
                <a:lnTo>
                  <a:pt x="1443" y="39230"/>
                </a:lnTo>
                <a:lnTo>
                  <a:pt x="1443" y="38883"/>
                </a:lnTo>
                <a:lnTo>
                  <a:pt x="1443" y="38564"/>
                </a:lnTo>
                <a:lnTo>
                  <a:pt x="1507" y="38216"/>
                </a:lnTo>
                <a:lnTo>
                  <a:pt x="1507" y="37839"/>
                </a:lnTo>
                <a:lnTo>
                  <a:pt x="1507" y="37491"/>
                </a:lnTo>
                <a:lnTo>
                  <a:pt x="1507" y="37172"/>
                </a:lnTo>
                <a:lnTo>
                  <a:pt x="1507" y="36824"/>
                </a:lnTo>
                <a:lnTo>
                  <a:pt x="1604" y="36447"/>
                </a:lnTo>
                <a:lnTo>
                  <a:pt x="1604" y="36099"/>
                </a:lnTo>
                <a:lnTo>
                  <a:pt x="1604" y="35780"/>
                </a:lnTo>
                <a:lnTo>
                  <a:pt x="1604" y="35374"/>
                </a:lnTo>
                <a:lnTo>
                  <a:pt x="1604" y="35026"/>
                </a:lnTo>
                <a:lnTo>
                  <a:pt x="1668" y="34707"/>
                </a:lnTo>
                <a:lnTo>
                  <a:pt x="1668" y="34359"/>
                </a:lnTo>
                <a:lnTo>
                  <a:pt x="1668" y="33982"/>
                </a:lnTo>
                <a:lnTo>
                  <a:pt x="1668" y="33634"/>
                </a:lnTo>
                <a:lnTo>
                  <a:pt x="1732" y="33315"/>
                </a:lnTo>
                <a:lnTo>
                  <a:pt x="1732" y="32909"/>
                </a:lnTo>
                <a:lnTo>
                  <a:pt x="1732" y="32591"/>
                </a:lnTo>
                <a:lnTo>
                  <a:pt x="1732" y="32243"/>
                </a:lnTo>
                <a:lnTo>
                  <a:pt x="1732" y="31924"/>
                </a:lnTo>
                <a:lnTo>
                  <a:pt x="1828" y="31518"/>
                </a:lnTo>
                <a:lnTo>
                  <a:pt x="1828" y="31170"/>
                </a:lnTo>
                <a:lnTo>
                  <a:pt x="1828" y="30851"/>
                </a:lnTo>
                <a:lnTo>
                  <a:pt x="1828" y="30445"/>
                </a:lnTo>
                <a:lnTo>
                  <a:pt x="1892" y="30126"/>
                </a:lnTo>
                <a:lnTo>
                  <a:pt x="1892" y="29778"/>
                </a:lnTo>
                <a:lnTo>
                  <a:pt x="1892" y="29459"/>
                </a:lnTo>
                <a:lnTo>
                  <a:pt x="1892" y="29053"/>
                </a:lnTo>
                <a:lnTo>
                  <a:pt x="1892" y="28734"/>
                </a:lnTo>
                <a:lnTo>
                  <a:pt x="1956" y="28386"/>
                </a:lnTo>
                <a:lnTo>
                  <a:pt x="1956" y="27980"/>
                </a:lnTo>
                <a:lnTo>
                  <a:pt x="1956" y="27661"/>
                </a:lnTo>
                <a:lnTo>
                  <a:pt x="1956" y="27313"/>
                </a:lnTo>
                <a:lnTo>
                  <a:pt x="2021" y="26936"/>
                </a:lnTo>
                <a:lnTo>
                  <a:pt x="2021" y="26588"/>
                </a:lnTo>
                <a:lnTo>
                  <a:pt x="2021" y="26269"/>
                </a:lnTo>
                <a:lnTo>
                  <a:pt x="2021" y="25864"/>
                </a:lnTo>
                <a:lnTo>
                  <a:pt x="2021" y="25516"/>
                </a:lnTo>
                <a:lnTo>
                  <a:pt x="2117" y="25197"/>
                </a:lnTo>
                <a:lnTo>
                  <a:pt x="2117" y="24878"/>
                </a:lnTo>
                <a:lnTo>
                  <a:pt x="2117" y="24472"/>
                </a:lnTo>
                <a:lnTo>
                  <a:pt x="2117" y="24211"/>
                </a:lnTo>
                <a:lnTo>
                  <a:pt x="2181" y="23863"/>
                </a:lnTo>
                <a:lnTo>
                  <a:pt x="2181" y="23457"/>
                </a:lnTo>
                <a:lnTo>
                  <a:pt x="2181" y="23138"/>
                </a:lnTo>
                <a:lnTo>
                  <a:pt x="2181" y="22790"/>
                </a:lnTo>
                <a:lnTo>
                  <a:pt x="2181" y="22413"/>
                </a:lnTo>
                <a:lnTo>
                  <a:pt x="2245" y="22065"/>
                </a:lnTo>
                <a:lnTo>
                  <a:pt x="2245" y="21746"/>
                </a:lnTo>
                <a:lnTo>
                  <a:pt x="2245" y="21340"/>
                </a:lnTo>
                <a:lnTo>
                  <a:pt x="2245" y="21021"/>
                </a:lnTo>
                <a:lnTo>
                  <a:pt x="2309" y="20673"/>
                </a:lnTo>
                <a:lnTo>
                  <a:pt x="2309" y="20267"/>
                </a:lnTo>
                <a:lnTo>
                  <a:pt x="2309" y="19948"/>
                </a:lnTo>
                <a:lnTo>
                  <a:pt x="2309" y="19600"/>
                </a:lnTo>
                <a:lnTo>
                  <a:pt x="2309" y="19224"/>
                </a:lnTo>
                <a:lnTo>
                  <a:pt x="2406" y="18876"/>
                </a:lnTo>
                <a:lnTo>
                  <a:pt x="2406" y="18557"/>
                </a:lnTo>
                <a:lnTo>
                  <a:pt x="2406" y="18151"/>
                </a:lnTo>
                <a:lnTo>
                  <a:pt x="2406" y="17803"/>
                </a:lnTo>
                <a:lnTo>
                  <a:pt x="2406" y="17484"/>
                </a:lnTo>
                <a:lnTo>
                  <a:pt x="2470" y="17078"/>
                </a:lnTo>
                <a:lnTo>
                  <a:pt x="2470" y="16759"/>
                </a:lnTo>
                <a:lnTo>
                  <a:pt x="2470" y="16411"/>
                </a:lnTo>
                <a:lnTo>
                  <a:pt x="2470" y="16034"/>
                </a:lnTo>
                <a:lnTo>
                  <a:pt x="2534" y="15686"/>
                </a:lnTo>
                <a:lnTo>
                  <a:pt x="2534" y="15367"/>
                </a:lnTo>
                <a:lnTo>
                  <a:pt x="2534" y="14961"/>
                </a:lnTo>
                <a:lnTo>
                  <a:pt x="2534" y="14613"/>
                </a:lnTo>
                <a:lnTo>
                  <a:pt x="2534" y="14294"/>
                </a:lnTo>
                <a:lnTo>
                  <a:pt x="2630" y="13888"/>
                </a:lnTo>
                <a:lnTo>
                  <a:pt x="2630" y="13569"/>
                </a:lnTo>
                <a:lnTo>
                  <a:pt x="2630" y="13221"/>
                </a:lnTo>
                <a:lnTo>
                  <a:pt x="2630" y="12816"/>
                </a:lnTo>
                <a:lnTo>
                  <a:pt x="2694" y="12497"/>
                </a:lnTo>
                <a:lnTo>
                  <a:pt x="2694" y="12091"/>
                </a:lnTo>
                <a:lnTo>
                  <a:pt x="2694" y="11772"/>
                </a:lnTo>
                <a:lnTo>
                  <a:pt x="2694" y="11424"/>
                </a:lnTo>
                <a:lnTo>
                  <a:pt x="2694" y="11047"/>
                </a:lnTo>
                <a:lnTo>
                  <a:pt x="2758" y="10699"/>
                </a:lnTo>
                <a:lnTo>
                  <a:pt x="2758" y="10380"/>
                </a:lnTo>
                <a:lnTo>
                  <a:pt x="2758" y="9974"/>
                </a:lnTo>
                <a:lnTo>
                  <a:pt x="2758" y="9626"/>
                </a:lnTo>
                <a:lnTo>
                  <a:pt x="2823" y="9307"/>
                </a:lnTo>
                <a:lnTo>
                  <a:pt x="2823" y="8901"/>
                </a:lnTo>
                <a:lnTo>
                  <a:pt x="2823" y="8582"/>
                </a:lnTo>
                <a:lnTo>
                  <a:pt x="2823" y="8234"/>
                </a:lnTo>
                <a:lnTo>
                  <a:pt x="2823" y="7828"/>
                </a:lnTo>
                <a:lnTo>
                  <a:pt x="2919" y="7509"/>
                </a:lnTo>
                <a:lnTo>
                  <a:pt x="2919" y="7103"/>
                </a:lnTo>
                <a:lnTo>
                  <a:pt x="2919" y="6784"/>
                </a:lnTo>
                <a:lnTo>
                  <a:pt x="2919" y="6437"/>
                </a:lnTo>
                <a:lnTo>
                  <a:pt x="2983" y="6060"/>
                </a:lnTo>
                <a:lnTo>
                  <a:pt x="2983" y="5712"/>
                </a:lnTo>
                <a:lnTo>
                  <a:pt x="2983" y="5393"/>
                </a:lnTo>
                <a:lnTo>
                  <a:pt x="2983" y="4987"/>
                </a:lnTo>
                <a:lnTo>
                  <a:pt x="2983" y="4639"/>
                </a:lnTo>
                <a:lnTo>
                  <a:pt x="3047" y="4320"/>
                </a:lnTo>
                <a:lnTo>
                  <a:pt x="3047" y="3914"/>
                </a:lnTo>
                <a:lnTo>
                  <a:pt x="3047" y="3595"/>
                </a:lnTo>
                <a:lnTo>
                  <a:pt x="3047" y="3189"/>
                </a:lnTo>
                <a:lnTo>
                  <a:pt x="3111" y="2841"/>
                </a:lnTo>
                <a:lnTo>
                  <a:pt x="3111" y="2522"/>
                </a:lnTo>
                <a:lnTo>
                  <a:pt x="3111" y="2116"/>
                </a:lnTo>
                <a:lnTo>
                  <a:pt x="3111" y="1797"/>
                </a:lnTo>
                <a:lnTo>
                  <a:pt x="3111" y="1449"/>
                </a:lnTo>
                <a:lnTo>
                  <a:pt x="3208" y="1072"/>
                </a:lnTo>
                <a:lnTo>
                  <a:pt x="3208" y="724"/>
                </a:lnTo>
                <a:lnTo>
                  <a:pt x="3208" y="405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674768" y="3380861"/>
            <a:ext cx="3208" cy="70430"/>
          </a:xfrm>
          <a:custGeom>
            <a:avLst/>
            <a:gdLst/>
            <a:ahLst/>
            <a:cxnLst/>
            <a:rect l="l" t="t" r="r" b="b"/>
            <a:pathLst>
              <a:path w="3208" h="70430">
                <a:moveTo>
                  <a:pt x="0" y="70430"/>
                </a:moveTo>
                <a:lnTo>
                  <a:pt x="0" y="70082"/>
                </a:lnTo>
                <a:lnTo>
                  <a:pt x="64" y="69705"/>
                </a:lnTo>
                <a:lnTo>
                  <a:pt x="64" y="69357"/>
                </a:lnTo>
                <a:lnTo>
                  <a:pt x="64" y="69038"/>
                </a:lnTo>
                <a:lnTo>
                  <a:pt x="64" y="68632"/>
                </a:lnTo>
                <a:lnTo>
                  <a:pt x="128" y="68284"/>
                </a:lnTo>
                <a:lnTo>
                  <a:pt x="128" y="67965"/>
                </a:lnTo>
                <a:lnTo>
                  <a:pt x="128" y="67559"/>
                </a:lnTo>
                <a:lnTo>
                  <a:pt x="128" y="67240"/>
                </a:lnTo>
                <a:lnTo>
                  <a:pt x="128" y="66834"/>
                </a:lnTo>
                <a:lnTo>
                  <a:pt x="224" y="66515"/>
                </a:lnTo>
                <a:lnTo>
                  <a:pt x="224" y="66167"/>
                </a:lnTo>
                <a:lnTo>
                  <a:pt x="224" y="65761"/>
                </a:lnTo>
                <a:lnTo>
                  <a:pt x="224" y="65442"/>
                </a:lnTo>
                <a:lnTo>
                  <a:pt x="288" y="65095"/>
                </a:lnTo>
                <a:lnTo>
                  <a:pt x="288" y="64718"/>
                </a:lnTo>
                <a:lnTo>
                  <a:pt x="288" y="64370"/>
                </a:lnTo>
                <a:lnTo>
                  <a:pt x="288" y="63964"/>
                </a:lnTo>
                <a:lnTo>
                  <a:pt x="288" y="63645"/>
                </a:lnTo>
                <a:lnTo>
                  <a:pt x="352" y="63297"/>
                </a:lnTo>
                <a:lnTo>
                  <a:pt x="352" y="62920"/>
                </a:lnTo>
                <a:lnTo>
                  <a:pt x="352" y="62572"/>
                </a:lnTo>
                <a:lnTo>
                  <a:pt x="352" y="62253"/>
                </a:lnTo>
                <a:lnTo>
                  <a:pt x="417" y="61847"/>
                </a:lnTo>
                <a:lnTo>
                  <a:pt x="417" y="61528"/>
                </a:lnTo>
                <a:lnTo>
                  <a:pt x="417" y="61122"/>
                </a:lnTo>
                <a:lnTo>
                  <a:pt x="417" y="60774"/>
                </a:lnTo>
                <a:lnTo>
                  <a:pt x="417" y="60455"/>
                </a:lnTo>
                <a:lnTo>
                  <a:pt x="513" y="60049"/>
                </a:lnTo>
                <a:lnTo>
                  <a:pt x="513" y="59730"/>
                </a:lnTo>
                <a:lnTo>
                  <a:pt x="513" y="59382"/>
                </a:lnTo>
                <a:lnTo>
                  <a:pt x="513" y="58976"/>
                </a:lnTo>
                <a:lnTo>
                  <a:pt x="577" y="58658"/>
                </a:lnTo>
                <a:lnTo>
                  <a:pt x="577" y="58252"/>
                </a:lnTo>
                <a:lnTo>
                  <a:pt x="577" y="57933"/>
                </a:lnTo>
                <a:lnTo>
                  <a:pt x="577" y="57585"/>
                </a:lnTo>
                <a:lnTo>
                  <a:pt x="577" y="57179"/>
                </a:lnTo>
                <a:lnTo>
                  <a:pt x="641" y="56860"/>
                </a:lnTo>
                <a:lnTo>
                  <a:pt x="641" y="56541"/>
                </a:lnTo>
                <a:lnTo>
                  <a:pt x="641" y="56135"/>
                </a:lnTo>
                <a:lnTo>
                  <a:pt x="641" y="55787"/>
                </a:lnTo>
                <a:lnTo>
                  <a:pt x="737" y="55410"/>
                </a:lnTo>
                <a:lnTo>
                  <a:pt x="737" y="55062"/>
                </a:lnTo>
                <a:lnTo>
                  <a:pt x="737" y="54743"/>
                </a:lnTo>
                <a:lnTo>
                  <a:pt x="737" y="54337"/>
                </a:lnTo>
                <a:lnTo>
                  <a:pt x="737" y="53989"/>
                </a:lnTo>
                <a:lnTo>
                  <a:pt x="802" y="53670"/>
                </a:lnTo>
                <a:lnTo>
                  <a:pt x="802" y="53264"/>
                </a:lnTo>
                <a:lnTo>
                  <a:pt x="802" y="52945"/>
                </a:lnTo>
                <a:lnTo>
                  <a:pt x="802" y="52539"/>
                </a:lnTo>
                <a:lnTo>
                  <a:pt x="802" y="52191"/>
                </a:lnTo>
                <a:lnTo>
                  <a:pt x="866" y="51873"/>
                </a:lnTo>
                <a:lnTo>
                  <a:pt x="866" y="51467"/>
                </a:lnTo>
                <a:lnTo>
                  <a:pt x="866" y="51148"/>
                </a:lnTo>
                <a:lnTo>
                  <a:pt x="866" y="50800"/>
                </a:lnTo>
                <a:lnTo>
                  <a:pt x="930" y="50423"/>
                </a:lnTo>
                <a:lnTo>
                  <a:pt x="930" y="50075"/>
                </a:lnTo>
                <a:lnTo>
                  <a:pt x="930" y="49669"/>
                </a:lnTo>
                <a:lnTo>
                  <a:pt x="930" y="49350"/>
                </a:lnTo>
                <a:lnTo>
                  <a:pt x="930" y="49002"/>
                </a:lnTo>
                <a:lnTo>
                  <a:pt x="1026" y="48625"/>
                </a:lnTo>
                <a:lnTo>
                  <a:pt x="1026" y="48277"/>
                </a:lnTo>
                <a:lnTo>
                  <a:pt x="1026" y="47958"/>
                </a:lnTo>
                <a:lnTo>
                  <a:pt x="1026" y="47552"/>
                </a:lnTo>
                <a:lnTo>
                  <a:pt x="1090" y="47204"/>
                </a:lnTo>
                <a:lnTo>
                  <a:pt x="1090" y="46885"/>
                </a:lnTo>
                <a:lnTo>
                  <a:pt x="1090" y="46479"/>
                </a:lnTo>
                <a:lnTo>
                  <a:pt x="1090" y="46160"/>
                </a:lnTo>
                <a:lnTo>
                  <a:pt x="1090" y="45754"/>
                </a:lnTo>
                <a:lnTo>
                  <a:pt x="1154" y="45436"/>
                </a:lnTo>
                <a:lnTo>
                  <a:pt x="1154" y="45088"/>
                </a:lnTo>
                <a:lnTo>
                  <a:pt x="1154" y="44682"/>
                </a:lnTo>
                <a:lnTo>
                  <a:pt x="1154" y="44363"/>
                </a:lnTo>
                <a:lnTo>
                  <a:pt x="1219" y="44015"/>
                </a:lnTo>
                <a:lnTo>
                  <a:pt x="1219" y="43638"/>
                </a:lnTo>
                <a:lnTo>
                  <a:pt x="1219" y="43290"/>
                </a:lnTo>
                <a:lnTo>
                  <a:pt x="1219" y="42971"/>
                </a:lnTo>
                <a:lnTo>
                  <a:pt x="1219" y="42565"/>
                </a:lnTo>
                <a:lnTo>
                  <a:pt x="1315" y="42217"/>
                </a:lnTo>
                <a:lnTo>
                  <a:pt x="1315" y="41840"/>
                </a:lnTo>
                <a:lnTo>
                  <a:pt x="1315" y="41492"/>
                </a:lnTo>
                <a:lnTo>
                  <a:pt x="1315" y="41173"/>
                </a:lnTo>
                <a:lnTo>
                  <a:pt x="1379" y="40767"/>
                </a:lnTo>
                <a:lnTo>
                  <a:pt x="1379" y="40448"/>
                </a:lnTo>
                <a:lnTo>
                  <a:pt x="1379" y="40100"/>
                </a:lnTo>
                <a:lnTo>
                  <a:pt x="1379" y="39694"/>
                </a:lnTo>
                <a:lnTo>
                  <a:pt x="1379" y="39375"/>
                </a:lnTo>
                <a:lnTo>
                  <a:pt x="1443" y="39028"/>
                </a:lnTo>
                <a:lnTo>
                  <a:pt x="1443" y="38651"/>
                </a:lnTo>
                <a:lnTo>
                  <a:pt x="1443" y="38303"/>
                </a:lnTo>
                <a:lnTo>
                  <a:pt x="1443" y="37984"/>
                </a:lnTo>
                <a:lnTo>
                  <a:pt x="1539" y="37578"/>
                </a:lnTo>
                <a:lnTo>
                  <a:pt x="1539" y="37230"/>
                </a:lnTo>
                <a:lnTo>
                  <a:pt x="1539" y="36911"/>
                </a:lnTo>
                <a:lnTo>
                  <a:pt x="1539" y="36505"/>
                </a:lnTo>
                <a:lnTo>
                  <a:pt x="1539" y="36186"/>
                </a:lnTo>
                <a:lnTo>
                  <a:pt x="1604" y="35780"/>
                </a:lnTo>
                <a:lnTo>
                  <a:pt x="1604" y="35461"/>
                </a:lnTo>
                <a:lnTo>
                  <a:pt x="1604" y="35113"/>
                </a:lnTo>
                <a:lnTo>
                  <a:pt x="1604" y="34707"/>
                </a:lnTo>
                <a:lnTo>
                  <a:pt x="1604" y="34388"/>
                </a:lnTo>
                <a:lnTo>
                  <a:pt x="1668" y="34040"/>
                </a:lnTo>
                <a:lnTo>
                  <a:pt x="1668" y="33663"/>
                </a:lnTo>
                <a:lnTo>
                  <a:pt x="1668" y="33315"/>
                </a:lnTo>
                <a:lnTo>
                  <a:pt x="1668" y="32996"/>
                </a:lnTo>
                <a:lnTo>
                  <a:pt x="1732" y="32591"/>
                </a:lnTo>
                <a:lnTo>
                  <a:pt x="1732" y="32243"/>
                </a:lnTo>
                <a:lnTo>
                  <a:pt x="1732" y="31924"/>
                </a:lnTo>
                <a:lnTo>
                  <a:pt x="1732" y="31518"/>
                </a:lnTo>
                <a:lnTo>
                  <a:pt x="1732" y="31199"/>
                </a:lnTo>
                <a:lnTo>
                  <a:pt x="1828" y="30851"/>
                </a:lnTo>
                <a:lnTo>
                  <a:pt x="1828" y="30474"/>
                </a:lnTo>
                <a:lnTo>
                  <a:pt x="1828" y="30126"/>
                </a:lnTo>
                <a:lnTo>
                  <a:pt x="1828" y="29807"/>
                </a:lnTo>
                <a:lnTo>
                  <a:pt x="1892" y="29401"/>
                </a:lnTo>
                <a:lnTo>
                  <a:pt x="1892" y="29053"/>
                </a:lnTo>
                <a:lnTo>
                  <a:pt x="1892" y="28734"/>
                </a:lnTo>
                <a:lnTo>
                  <a:pt x="1892" y="28328"/>
                </a:lnTo>
                <a:lnTo>
                  <a:pt x="1892" y="28009"/>
                </a:lnTo>
                <a:lnTo>
                  <a:pt x="1956" y="27661"/>
                </a:lnTo>
                <a:lnTo>
                  <a:pt x="1956" y="27255"/>
                </a:lnTo>
                <a:lnTo>
                  <a:pt x="1956" y="26936"/>
                </a:lnTo>
                <a:lnTo>
                  <a:pt x="1956" y="26617"/>
                </a:lnTo>
                <a:lnTo>
                  <a:pt x="2053" y="26269"/>
                </a:lnTo>
                <a:lnTo>
                  <a:pt x="2053" y="25864"/>
                </a:lnTo>
                <a:lnTo>
                  <a:pt x="2053" y="25545"/>
                </a:lnTo>
                <a:lnTo>
                  <a:pt x="2053" y="25197"/>
                </a:lnTo>
                <a:lnTo>
                  <a:pt x="2053" y="24820"/>
                </a:lnTo>
                <a:lnTo>
                  <a:pt x="2117" y="24472"/>
                </a:lnTo>
                <a:lnTo>
                  <a:pt x="2117" y="24153"/>
                </a:lnTo>
                <a:lnTo>
                  <a:pt x="2117" y="23747"/>
                </a:lnTo>
                <a:lnTo>
                  <a:pt x="2117" y="23399"/>
                </a:lnTo>
                <a:lnTo>
                  <a:pt x="2181" y="23080"/>
                </a:lnTo>
                <a:lnTo>
                  <a:pt x="2181" y="22674"/>
                </a:lnTo>
                <a:lnTo>
                  <a:pt x="2181" y="22355"/>
                </a:lnTo>
                <a:lnTo>
                  <a:pt x="2181" y="22007"/>
                </a:lnTo>
                <a:lnTo>
                  <a:pt x="2181" y="21630"/>
                </a:lnTo>
                <a:lnTo>
                  <a:pt x="2245" y="21282"/>
                </a:lnTo>
                <a:lnTo>
                  <a:pt x="2245" y="20963"/>
                </a:lnTo>
                <a:lnTo>
                  <a:pt x="2245" y="20615"/>
                </a:lnTo>
                <a:lnTo>
                  <a:pt x="2245" y="20209"/>
                </a:lnTo>
                <a:lnTo>
                  <a:pt x="2341" y="19890"/>
                </a:lnTo>
                <a:lnTo>
                  <a:pt x="2341" y="19543"/>
                </a:lnTo>
                <a:lnTo>
                  <a:pt x="2341" y="19166"/>
                </a:lnTo>
                <a:lnTo>
                  <a:pt x="2341" y="18818"/>
                </a:lnTo>
                <a:lnTo>
                  <a:pt x="2341" y="18499"/>
                </a:lnTo>
                <a:lnTo>
                  <a:pt x="2406" y="18151"/>
                </a:lnTo>
                <a:lnTo>
                  <a:pt x="2406" y="17745"/>
                </a:lnTo>
                <a:lnTo>
                  <a:pt x="2406" y="17426"/>
                </a:lnTo>
                <a:lnTo>
                  <a:pt x="2406" y="17107"/>
                </a:lnTo>
                <a:lnTo>
                  <a:pt x="2406" y="16701"/>
                </a:lnTo>
                <a:lnTo>
                  <a:pt x="2470" y="16353"/>
                </a:lnTo>
                <a:lnTo>
                  <a:pt x="2470" y="16034"/>
                </a:lnTo>
                <a:lnTo>
                  <a:pt x="2470" y="15686"/>
                </a:lnTo>
                <a:lnTo>
                  <a:pt x="2470" y="15309"/>
                </a:lnTo>
                <a:lnTo>
                  <a:pt x="2534" y="14961"/>
                </a:lnTo>
                <a:lnTo>
                  <a:pt x="2534" y="14642"/>
                </a:lnTo>
                <a:lnTo>
                  <a:pt x="2534" y="14236"/>
                </a:lnTo>
                <a:lnTo>
                  <a:pt x="2534" y="13888"/>
                </a:lnTo>
                <a:lnTo>
                  <a:pt x="2534" y="13569"/>
                </a:lnTo>
                <a:lnTo>
                  <a:pt x="2630" y="13250"/>
                </a:lnTo>
                <a:lnTo>
                  <a:pt x="2630" y="12845"/>
                </a:lnTo>
                <a:lnTo>
                  <a:pt x="2630" y="12497"/>
                </a:lnTo>
                <a:lnTo>
                  <a:pt x="2630" y="12178"/>
                </a:lnTo>
                <a:lnTo>
                  <a:pt x="2694" y="11830"/>
                </a:lnTo>
                <a:lnTo>
                  <a:pt x="2694" y="11453"/>
                </a:lnTo>
                <a:lnTo>
                  <a:pt x="2694" y="11105"/>
                </a:lnTo>
                <a:lnTo>
                  <a:pt x="2694" y="10786"/>
                </a:lnTo>
                <a:lnTo>
                  <a:pt x="2694" y="10438"/>
                </a:lnTo>
                <a:lnTo>
                  <a:pt x="2758" y="10032"/>
                </a:lnTo>
                <a:lnTo>
                  <a:pt x="2758" y="9713"/>
                </a:lnTo>
                <a:lnTo>
                  <a:pt x="2758" y="9394"/>
                </a:lnTo>
                <a:lnTo>
                  <a:pt x="2758" y="9046"/>
                </a:lnTo>
                <a:lnTo>
                  <a:pt x="2855" y="8640"/>
                </a:lnTo>
                <a:lnTo>
                  <a:pt x="2855" y="8321"/>
                </a:lnTo>
                <a:lnTo>
                  <a:pt x="2855" y="7973"/>
                </a:lnTo>
                <a:lnTo>
                  <a:pt x="2855" y="7654"/>
                </a:lnTo>
                <a:lnTo>
                  <a:pt x="2855" y="7248"/>
                </a:lnTo>
                <a:lnTo>
                  <a:pt x="2919" y="6929"/>
                </a:lnTo>
                <a:lnTo>
                  <a:pt x="2919" y="6581"/>
                </a:lnTo>
                <a:lnTo>
                  <a:pt x="2919" y="6263"/>
                </a:lnTo>
                <a:lnTo>
                  <a:pt x="2919" y="5857"/>
                </a:lnTo>
                <a:lnTo>
                  <a:pt x="2983" y="5538"/>
                </a:lnTo>
                <a:lnTo>
                  <a:pt x="2983" y="5190"/>
                </a:lnTo>
                <a:lnTo>
                  <a:pt x="2983" y="4871"/>
                </a:lnTo>
                <a:lnTo>
                  <a:pt x="2983" y="4523"/>
                </a:lnTo>
                <a:lnTo>
                  <a:pt x="2983" y="4117"/>
                </a:lnTo>
                <a:lnTo>
                  <a:pt x="3047" y="3798"/>
                </a:lnTo>
                <a:lnTo>
                  <a:pt x="3047" y="3450"/>
                </a:lnTo>
                <a:lnTo>
                  <a:pt x="3047" y="3131"/>
                </a:lnTo>
                <a:lnTo>
                  <a:pt x="3047" y="2783"/>
                </a:lnTo>
                <a:lnTo>
                  <a:pt x="3143" y="2406"/>
                </a:lnTo>
                <a:lnTo>
                  <a:pt x="3143" y="2058"/>
                </a:lnTo>
                <a:lnTo>
                  <a:pt x="3143" y="1739"/>
                </a:lnTo>
                <a:lnTo>
                  <a:pt x="3143" y="1391"/>
                </a:lnTo>
                <a:lnTo>
                  <a:pt x="3143" y="1014"/>
                </a:lnTo>
                <a:lnTo>
                  <a:pt x="3208" y="666"/>
                </a:lnTo>
                <a:lnTo>
                  <a:pt x="3208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677976" y="3316027"/>
            <a:ext cx="3208" cy="64834"/>
          </a:xfrm>
          <a:custGeom>
            <a:avLst/>
            <a:gdLst/>
            <a:ahLst/>
            <a:cxnLst/>
            <a:rect l="l" t="t" r="r" b="b"/>
            <a:pathLst>
              <a:path w="3208" h="64834">
                <a:moveTo>
                  <a:pt x="0" y="64834"/>
                </a:moveTo>
                <a:lnTo>
                  <a:pt x="0" y="64515"/>
                </a:lnTo>
                <a:lnTo>
                  <a:pt x="0" y="64167"/>
                </a:lnTo>
                <a:lnTo>
                  <a:pt x="64" y="63761"/>
                </a:lnTo>
                <a:lnTo>
                  <a:pt x="64" y="63442"/>
                </a:lnTo>
                <a:lnTo>
                  <a:pt x="64" y="63123"/>
                </a:lnTo>
                <a:lnTo>
                  <a:pt x="64" y="62775"/>
                </a:lnTo>
                <a:lnTo>
                  <a:pt x="128" y="62456"/>
                </a:lnTo>
                <a:lnTo>
                  <a:pt x="128" y="62050"/>
                </a:lnTo>
                <a:lnTo>
                  <a:pt x="128" y="61702"/>
                </a:lnTo>
                <a:lnTo>
                  <a:pt x="128" y="61383"/>
                </a:lnTo>
                <a:lnTo>
                  <a:pt x="128" y="61035"/>
                </a:lnTo>
                <a:lnTo>
                  <a:pt x="224" y="60716"/>
                </a:lnTo>
                <a:lnTo>
                  <a:pt x="224" y="60397"/>
                </a:lnTo>
                <a:lnTo>
                  <a:pt x="224" y="59991"/>
                </a:lnTo>
                <a:lnTo>
                  <a:pt x="224" y="59643"/>
                </a:lnTo>
                <a:lnTo>
                  <a:pt x="288" y="59324"/>
                </a:lnTo>
                <a:lnTo>
                  <a:pt x="288" y="58976"/>
                </a:lnTo>
                <a:lnTo>
                  <a:pt x="288" y="58658"/>
                </a:lnTo>
                <a:lnTo>
                  <a:pt x="288" y="58310"/>
                </a:lnTo>
                <a:lnTo>
                  <a:pt x="288" y="57933"/>
                </a:lnTo>
                <a:lnTo>
                  <a:pt x="352" y="57585"/>
                </a:lnTo>
                <a:lnTo>
                  <a:pt x="352" y="57266"/>
                </a:lnTo>
                <a:lnTo>
                  <a:pt x="352" y="56918"/>
                </a:lnTo>
                <a:lnTo>
                  <a:pt x="352" y="56599"/>
                </a:lnTo>
                <a:lnTo>
                  <a:pt x="449" y="56251"/>
                </a:lnTo>
                <a:lnTo>
                  <a:pt x="449" y="55932"/>
                </a:lnTo>
                <a:lnTo>
                  <a:pt x="449" y="55526"/>
                </a:lnTo>
                <a:lnTo>
                  <a:pt x="449" y="55207"/>
                </a:lnTo>
                <a:lnTo>
                  <a:pt x="449" y="54859"/>
                </a:lnTo>
                <a:lnTo>
                  <a:pt x="513" y="54540"/>
                </a:lnTo>
                <a:lnTo>
                  <a:pt x="513" y="54192"/>
                </a:lnTo>
                <a:lnTo>
                  <a:pt x="513" y="53873"/>
                </a:lnTo>
                <a:lnTo>
                  <a:pt x="513" y="53525"/>
                </a:lnTo>
                <a:lnTo>
                  <a:pt x="577" y="53206"/>
                </a:lnTo>
                <a:lnTo>
                  <a:pt x="577" y="52858"/>
                </a:lnTo>
                <a:lnTo>
                  <a:pt x="577" y="52481"/>
                </a:lnTo>
                <a:lnTo>
                  <a:pt x="577" y="52134"/>
                </a:lnTo>
                <a:lnTo>
                  <a:pt x="577" y="51815"/>
                </a:lnTo>
                <a:lnTo>
                  <a:pt x="641" y="51467"/>
                </a:lnTo>
                <a:lnTo>
                  <a:pt x="641" y="51148"/>
                </a:lnTo>
                <a:lnTo>
                  <a:pt x="641" y="50800"/>
                </a:lnTo>
                <a:lnTo>
                  <a:pt x="641" y="50481"/>
                </a:lnTo>
                <a:lnTo>
                  <a:pt x="737" y="50133"/>
                </a:lnTo>
                <a:lnTo>
                  <a:pt x="737" y="49814"/>
                </a:lnTo>
                <a:lnTo>
                  <a:pt x="737" y="49466"/>
                </a:lnTo>
                <a:lnTo>
                  <a:pt x="737" y="49089"/>
                </a:lnTo>
                <a:lnTo>
                  <a:pt x="737" y="48741"/>
                </a:lnTo>
                <a:lnTo>
                  <a:pt x="802" y="48422"/>
                </a:lnTo>
                <a:lnTo>
                  <a:pt x="802" y="48074"/>
                </a:lnTo>
                <a:lnTo>
                  <a:pt x="802" y="47755"/>
                </a:lnTo>
                <a:lnTo>
                  <a:pt x="802" y="47407"/>
                </a:lnTo>
                <a:lnTo>
                  <a:pt x="802" y="47088"/>
                </a:lnTo>
                <a:lnTo>
                  <a:pt x="866" y="46740"/>
                </a:lnTo>
                <a:lnTo>
                  <a:pt x="866" y="46421"/>
                </a:lnTo>
                <a:lnTo>
                  <a:pt x="866" y="46073"/>
                </a:lnTo>
                <a:lnTo>
                  <a:pt x="866" y="45754"/>
                </a:lnTo>
                <a:lnTo>
                  <a:pt x="962" y="45436"/>
                </a:lnTo>
                <a:lnTo>
                  <a:pt x="962" y="45088"/>
                </a:lnTo>
                <a:lnTo>
                  <a:pt x="962" y="44769"/>
                </a:lnTo>
                <a:lnTo>
                  <a:pt x="962" y="44421"/>
                </a:lnTo>
                <a:lnTo>
                  <a:pt x="962" y="44102"/>
                </a:lnTo>
                <a:lnTo>
                  <a:pt x="1026" y="43696"/>
                </a:lnTo>
                <a:lnTo>
                  <a:pt x="1026" y="43348"/>
                </a:lnTo>
                <a:lnTo>
                  <a:pt x="1026" y="43029"/>
                </a:lnTo>
                <a:lnTo>
                  <a:pt x="1026" y="42681"/>
                </a:lnTo>
                <a:lnTo>
                  <a:pt x="1090" y="42362"/>
                </a:lnTo>
                <a:lnTo>
                  <a:pt x="1090" y="42043"/>
                </a:lnTo>
                <a:lnTo>
                  <a:pt x="1090" y="41695"/>
                </a:lnTo>
                <a:lnTo>
                  <a:pt x="1090" y="41376"/>
                </a:lnTo>
                <a:lnTo>
                  <a:pt x="1090" y="41028"/>
                </a:lnTo>
                <a:lnTo>
                  <a:pt x="1154" y="40709"/>
                </a:lnTo>
                <a:lnTo>
                  <a:pt x="1154" y="40361"/>
                </a:lnTo>
                <a:lnTo>
                  <a:pt x="1154" y="40042"/>
                </a:lnTo>
                <a:lnTo>
                  <a:pt x="1154" y="39694"/>
                </a:lnTo>
                <a:lnTo>
                  <a:pt x="1251" y="39375"/>
                </a:lnTo>
                <a:lnTo>
                  <a:pt x="1251" y="39028"/>
                </a:lnTo>
                <a:lnTo>
                  <a:pt x="1251" y="38709"/>
                </a:lnTo>
                <a:lnTo>
                  <a:pt x="1251" y="38361"/>
                </a:lnTo>
                <a:lnTo>
                  <a:pt x="1251" y="38042"/>
                </a:lnTo>
                <a:lnTo>
                  <a:pt x="1315" y="37694"/>
                </a:lnTo>
                <a:lnTo>
                  <a:pt x="1315" y="37375"/>
                </a:lnTo>
                <a:lnTo>
                  <a:pt x="1315" y="37056"/>
                </a:lnTo>
                <a:lnTo>
                  <a:pt x="1315" y="36708"/>
                </a:lnTo>
                <a:lnTo>
                  <a:pt x="1379" y="36389"/>
                </a:lnTo>
                <a:lnTo>
                  <a:pt x="1379" y="36041"/>
                </a:lnTo>
                <a:lnTo>
                  <a:pt x="1379" y="35722"/>
                </a:lnTo>
                <a:lnTo>
                  <a:pt x="1379" y="35374"/>
                </a:lnTo>
                <a:lnTo>
                  <a:pt x="1379" y="35113"/>
                </a:lnTo>
                <a:lnTo>
                  <a:pt x="1443" y="34794"/>
                </a:lnTo>
                <a:lnTo>
                  <a:pt x="1443" y="34446"/>
                </a:lnTo>
                <a:lnTo>
                  <a:pt x="1443" y="34127"/>
                </a:lnTo>
                <a:lnTo>
                  <a:pt x="1443" y="33779"/>
                </a:lnTo>
                <a:lnTo>
                  <a:pt x="1539" y="33460"/>
                </a:lnTo>
                <a:lnTo>
                  <a:pt x="1539" y="33112"/>
                </a:lnTo>
                <a:lnTo>
                  <a:pt x="1539" y="32793"/>
                </a:lnTo>
                <a:lnTo>
                  <a:pt x="1539" y="32446"/>
                </a:lnTo>
                <a:lnTo>
                  <a:pt x="1539" y="32127"/>
                </a:lnTo>
                <a:lnTo>
                  <a:pt x="1604" y="31779"/>
                </a:lnTo>
                <a:lnTo>
                  <a:pt x="1604" y="31460"/>
                </a:lnTo>
                <a:lnTo>
                  <a:pt x="1604" y="31112"/>
                </a:lnTo>
                <a:lnTo>
                  <a:pt x="1604" y="30793"/>
                </a:lnTo>
                <a:lnTo>
                  <a:pt x="1604" y="30474"/>
                </a:lnTo>
                <a:lnTo>
                  <a:pt x="1668" y="30126"/>
                </a:lnTo>
                <a:lnTo>
                  <a:pt x="1668" y="29865"/>
                </a:lnTo>
                <a:lnTo>
                  <a:pt x="1668" y="29517"/>
                </a:lnTo>
                <a:lnTo>
                  <a:pt x="1668" y="29198"/>
                </a:lnTo>
                <a:lnTo>
                  <a:pt x="1764" y="28850"/>
                </a:lnTo>
                <a:lnTo>
                  <a:pt x="1764" y="28531"/>
                </a:lnTo>
                <a:lnTo>
                  <a:pt x="1764" y="28212"/>
                </a:lnTo>
                <a:lnTo>
                  <a:pt x="1764" y="27864"/>
                </a:lnTo>
                <a:lnTo>
                  <a:pt x="1764" y="27545"/>
                </a:lnTo>
                <a:lnTo>
                  <a:pt x="1828" y="27197"/>
                </a:lnTo>
                <a:lnTo>
                  <a:pt x="1828" y="26936"/>
                </a:lnTo>
                <a:lnTo>
                  <a:pt x="1828" y="26617"/>
                </a:lnTo>
                <a:lnTo>
                  <a:pt x="1828" y="26269"/>
                </a:lnTo>
                <a:lnTo>
                  <a:pt x="1892" y="25951"/>
                </a:lnTo>
                <a:lnTo>
                  <a:pt x="1892" y="25603"/>
                </a:lnTo>
                <a:lnTo>
                  <a:pt x="1892" y="25284"/>
                </a:lnTo>
                <a:lnTo>
                  <a:pt x="1892" y="24936"/>
                </a:lnTo>
                <a:lnTo>
                  <a:pt x="1892" y="24675"/>
                </a:lnTo>
                <a:lnTo>
                  <a:pt x="1956" y="24356"/>
                </a:lnTo>
                <a:lnTo>
                  <a:pt x="1956" y="24008"/>
                </a:lnTo>
                <a:lnTo>
                  <a:pt x="1956" y="23689"/>
                </a:lnTo>
                <a:lnTo>
                  <a:pt x="1956" y="23341"/>
                </a:lnTo>
                <a:lnTo>
                  <a:pt x="2053" y="23022"/>
                </a:lnTo>
                <a:lnTo>
                  <a:pt x="2053" y="22732"/>
                </a:lnTo>
                <a:lnTo>
                  <a:pt x="2053" y="22413"/>
                </a:lnTo>
                <a:lnTo>
                  <a:pt x="2053" y="22094"/>
                </a:lnTo>
                <a:lnTo>
                  <a:pt x="2053" y="21746"/>
                </a:lnTo>
                <a:lnTo>
                  <a:pt x="2117" y="21427"/>
                </a:lnTo>
                <a:lnTo>
                  <a:pt x="2117" y="21079"/>
                </a:lnTo>
                <a:lnTo>
                  <a:pt x="2117" y="20818"/>
                </a:lnTo>
                <a:lnTo>
                  <a:pt x="2117" y="20499"/>
                </a:lnTo>
                <a:lnTo>
                  <a:pt x="2181" y="20151"/>
                </a:lnTo>
                <a:lnTo>
                  <a:pt x="2181" y="19832"/>
                </a:lnTo>
                <a:lnTo>
                  <a:pt x="2181" y="19485"/>
                </a:lnTo>
                <a:lnTo>
                  <a:pt x="2181" y="19224"/>
                </a:lnTo>
                <a:lnTo>
                  <a:pt x="2181" y="18876"/>
                </a:lnTo>
                <a:lnTo>
                  <a:pt x="2277" y="18557"/>
                </a:lnTo>
                <a:lnTo>
                  <a:pt x="2277" y="18238"/>
                </a:lnTo>
                <a:lnTo>
                  <a:pt x="2277" y="17948"/>
                </a:lnTo>
                <a:lnTo>
                  <a:pt x="2277" y="17629"/>
                </a:lnTo>
                <a:lnTo>
                  <a:pt x="2341" y="17281"/>
                </a:lnTo>
                <a:lnTo>
                  <a:pt x="2341" y="16962"/>
                </a:lnTo>
                <a:lnTo>
                  <a:pt x="2341" y="16643"/>
                </a:lnTo>
                <a:lnTo>
                  <a:pt x="2341" y="16353"/>
                </a:lnTo>
                <a:lnTo>
                  <a:pt x="2341" y="16034"/>
                </a:lnTo>
                <a:lnTo>
                  <a:pt x="2406" y="15686"/>
                </a:lnTo>
                <a:lnTo>
                  <a:pt x="2406" y="15367"/>
                </a:lnTo>
                <a:lnTo>
                  <a:pt x="2406" y="15106"/>
                </a:lnTo>
                <a:lnTo>
                  <a:pt x="2406" y="14758"/>
                </a:lnTo>
                <a:lnTo>
                  <a:pt x="2406" y="14439"/>
                </a:lnTo>
                <a:lnTo>
                  <a:pt x="2470" y="14178"/>
                </a:lnTo>
                <a:lnTo>
                  <a:pt x="2470" y="13830"/>
                </a:lnTo>
                <a:lnTo>
                  <a:pt x="2470" y="13511"/>
                </a:lnTo>
                <a:lnTo>
                  <a:pt x="2470" y="13163"/>
                </a:lnTo>
                <a:lnTo>
                  <a:pt x="2566" y="12903"/>
                </a:lnTo>
                <a:lnTo>
                  <a:pt x="2566" y="12584"/>
                </a:lnTo>
                <a:lnTo>
                  <a:pt x="2566" y="12236"/>
                </a:lnTo>
                <a:lnTo>
                  <a:pt x="2566" y="11975"/>
                </a:lnTo>
                <a:lnTo>
                  <a:pt x="2566" y="11656"/>
                </a:lnTo>
                <a:lnTo>
                  <a:pt x="2630" y="11308"/>
                </a:lnTo>
                <a:lnTo>
                  <a:pt x="2630" y="10989"/>
                </a:lnTo>
                <a:lnTo>
                  <a:pt x="2630" y="10699"/>
                </a:lnTo>
                <a:lnTo>
                  <a:pt x="2630" y="10380"/>
                </a:lnTo>
                <a:lnTo>
                  <a:pt x="2694" y="10032"/>
                </a:lnTo>
                <a:lnTo>
                  <a:pt x="2694" y="9771"/>
                </a:lnTo>
                <a:lnTo>
                  <a:pt x="2694" y="9452"/>
                </a:lnTo>
                <a:lnTo>
                  <a:pt x="2694" y="9104"/>
                </a:lnTo>
                <a:lnTo>
                  <a:pt x="2694" y="8843"/>
                </a:lnTo>
                <a:lnTo>
                  <a:pt x="2758" y="8524"/>
                </a:lnTo>
                <a:lnTo>
                  <a:pt x="2758" y="8263"/>
                </a:lnTo>
                <a:lnTo>
                  <a:pt x="2758" y="7915"/>
                </a:lnTo>
                <a:lnTo>
                  <a:pt x="2758" y="7596"/>
                </a:lnTo>
                <a:lnTo>
                  <a:pt x="2855" y="7306"/>
                </a:lnTo>
                <a:lnTo>
                  <a:pt x="2855" y="6987"/>
                </a:lnTo>
                <a:lnTo>
                  <a:pt x="2855" y="6668"/>
                </a:lnTo>
                <a:lnTo>
                  <a:pt x="2855" y="6379"/>
                </a:lnTo>
                <a:lnTo>
                  <a:pt x="2855" y="6060"/>
                </a:lnTo>
                <a:lnTo>
                  <a:pt x="2919" y="5712"/>
                </a:lnTo>
                <a:lnTo>
                  <a:pt x="2919" y="5451"/>
                </a:lnTo>
                <a:lnTo>
                  <a:pt x="2919" y="5132"/>
                </a:lnTo>
                <a:lnTo>
                  <a:pt x="2919" y="4871"/>
                </a:lnTo>
                <a:lnTo>
                  <a:pt x="2983" y="4523"/>
                </a:lnTo>
                <a:lnTo>
                  <a:pt x="2983" y="4204"/>
                </a:lnTo>
                <a:lnTo>
                  <a:pt x="2983" y="3914"/>
                </a:lnTo>
                <a:lnTo>
                  <a:pt x="2983" y="3595"/>
                </a:lnTo>
                <a:lnTo>
                  <a:pt x="2983" y="3334"/>
                </a:lnTo>
                <a:lnTo>
                  <a:pt x="3079" y="2986"/>
                </a:lnTo>
                <a:lnTo>
                  <a:pt x="3079" y="2725"/>
                </a:lnTo>
                <a:lnTo>
                  <a:pt x="3079" y="2406"/>
                </a:lnTo>
                <a:lnTo>
                  <a:pt x="3079" y="2058"/>
                </a:lnTo>
                <a:lnTo>
                  <a:pt x="3143" y="1797"/>
                </a:lnTo>
                <a:lnTo>
                  <a:pt x="3143" y="1478"/>
                </a:lnTo>
                <a:lnTo>
                  <a:pt x="3143" y="1188"/>
                </a:lnTo>
                <a:lnTo>
                  <a:pt x="3143" y="869"/>
                </a:lnTo>
                <a:lnTo>
                  <a:pt x="3143" y="608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681184" y="3263023"/>
            <a:ext cx="3208" cy="53003"/>
          </a:xfrm>
          <a:custGeom>
            <a:avLst/>
            <a:gdLst/>
            <a:ahLst/>
            <a:cxnLst/>
            <a:rect l="l" t="t" r="r" b="b"/>
            <a:pathLst>
              <a:path w="3208" h="53003">
                <a:moveTo>
                  <a:pt x="0" y="53003"/>
                </a:moveTo>
                <a:lnTo>
                  <a:pt x="0" y="52684"/>
                </a:lnTo>
                <a:lnTo>
                  <a:pt x="0" y="52423"/>
                </a:lnTo>
                <a:lnTo>
                  <a:pt x="0" y="52076"/>
                </a:lnTo>
                <a:lnTo>
                  <a:pt x="64" y="51815"/>
                </a:lnTo>
                <a:lnTo>
                  <a:pt x="64" y="51467"/>
                </a:lnTo>
                <a:lnTo>
                  <a:pt x="64" y="51206"/>
                </a:lnTo>
                <a:lnTo>
                  <a:pt x="64" y="50887"/>
                </a:lnTo>
                <a:lnTo>
                  <a:pt x="160" y="50626"/>
                </a:lnTo>
                <a:lnTo>
                  <a:pt x="160" y="50278"/>
                </a:lnTo>
                <a:lnTo>
                  <a:pt x="160" y="50017"/>
                </a:lnTo>
                <a:lnTo>
                  <a:pt x="160" y="49698"/>
                </a:lnTo>
                <a:lnTo>
                  <a:pt x="160" y="49408"/>
                </a:lnTo>
                <a:lnTo>
                  <a:pt x="224" y="49089"/>
                </a:lnTo>
                <a:lnTo>
                  <a:pt x="224" y="48828"/>
                </a:lnTo>
                <a:lnTo>
                  <a:pt x="224" y="48480"/>
                </a:lnTo>
                <a:lnTo>
                  <a:pt x="224" y="48219"/>
                </a:lnTo>
                <a:lnTo>
                  <a:pt x="288" y="47900"/>
                </a:lnTo>
                <a:lnTo>
                  <a:pt x="288" y="47610"/>
                </a:lnTo>
                <a:lnTo>
                  <a:pt x="288" y="47291"/>
                </a:lnTo>
                <a:lnTo>
                  <a:pt x="288" y="47030"/>
                </a:lnTo>
                <a:lnTo>
                  <a:pt x="288" y="46769"/>
                </a:lnTo>
                <a:lnTo>
                  <a:pt x="352" y="46421"/>
                </a:lnTo>
                <a:lnTo>
                  <a:pt x="352" y="46160"/>
                </a:lnTo>
                <a:lnTo>
                  <a:pt x="352" y="45812"/>
                </a:lnTo>
                <a:lnTo>
                  <a:pt x="352" y="45552"/>
                </a:lnTo>
                <a:lnTo>
                  <a:pt x="449" y="45233"/>
                </a:lnTo>
                <a:lnTo>
                  <a:pt x="449" y="44972"/>
                </a:lnTo>
                <a:lnTo>
                  <a:pt x="449" y="44711"/>
                </a:lnTo>
                <a:lnTo>
                  <a:pt x="449" y="44363"/>
                </a:lnTo>
                <a:lnTo>
                  <a:pt x="449" y="44102"/>
                </a:lnTo>
                <a:lnTo>
                  <a:pt x="513" y="43754"/>
                </a:lnTo>
                <a:lnTo>
                  <a:pt x="513" y="43493"/>
                </a:lnTo>
                <a:lnTo>
                  <a:pt x="513" y="43232"/>
                </a:lnTo>
                <a:lnTo>
                  <a:pt x="513" y="42913"/>
                </a:lnTo>
                <a:lnTo>
                  <a:pt x="577" y="42623"/>
                </a:lnTo>
                <a:lnTo>
                  <a:pt x="577" y="42362"/>
                </a:lnTo>
                <a:lnTo>
                  <a:pt x="577" y="42043"/>
                </a:lnTo>
                <a:lnTo>
                  <a:pt x="577" y="41782"/>
                </a:lnTo>
                <a:lnTo>
                  <a:pt x="577" y="41492"/>
                </a:lnTo>
                <a:lnTo>
                  <a:pt x="673" y="41173"/>
                </a:lnTo>
                <a:lnTo>
                  <a:pt x="673" y="40912"/>
                </a:lnTo>
                <a:lnTo>
                  <a:pt x="673" y="40651"/>
                </a:lnTo>
                <a:lnTo>
                  <a:pt x="673" y="40303"/>
                </a:lnTo>
                <a:lnTo>
                  <a:pt x="737" y="40042"/>
                </a:lnTo>
                <a:lnTo>
                  <a:pt x="737" y="39781"/>
                </a:lnTo>
                <a:lnTo>
                  <a:pt x="737" y="39433"/>
                </a:lnTo>
                <a:lnTo>
                  <a:pt x="737" y="39172"/>
                </a:lnTo>
                <a:lnTo>
                  <a:pt x="737" y="38912"/>
                </a:lnTo>
                <a:lnTo>
                  <a:pt x="802" y="38593"/>
                </a:lnTo>
                <a:lnTo>
                  <a:pt x="802" y="38303"/>
                </a:lnTo>
                <a:lnTo>
                  <a:pt x="802" y="38042"/>
                </a:lnTo>
                <a:lnTo>
                  <a:pt x="802" y="37781"/>
                </a:lnTo>
                <a:lnTo>
                  <a:pt x="802" y="37462"/>
                </a:lnTo>
                <a:lnTo>
                  <a:pt x="866" y="37172"/>
                </a:lnTo>
                <a:lnTo>
                  <a:pt x="866" y="36911"/>
                </a:lnTo>
                <a:lnTo>
                  <a:pt x="866" y="36592"/>
                </a:lnTo>
                <a:lnTo>
                  <a:pt x="866" y="36331"/>
                </a:lnTo>
                <a:lnTo>
                  <a:pt x="962" y="36041"/>
                </a:lnTo>
                <a:lnTo>
                  <a:pt x="962" y="35780"/>
                </a:lnTo>
                <a:lnTo>
                  <a:pt x="962" y="35461"/>
                </a:lnTo>
                <a:lnTo>
                  <a:pt x="962" y="35200"/>
                </a:lnTo>
                <a:lnTo>
                  <a:pt x="962" y="34910"/>
                </a:lnTo>
                <a:lnTo>
                  <a:pt x="1026" y="34649"/>
                </a:lnTo>
                <a:lnTo>
                  <a:pt x="1026" y="34388"/>
                </a:lnTo>
                <a:lnTo>
                  <a:pt x="1026" y="34069"/>
                </a:lnTo>
                <a:lnTo>
                  <a:pt x="1026" y="33779"/>
                </a:lnTo>
                <a:lnTo>
                  <a:pt x="1090" y="33518"/>
                </a:lnTo>
                <a:lnTo>
                  <a:pt x="1090" y="33257"/>
                </a:lnTo>
                <a:lnTo>
                  <a:pt x="1090" y="32996"/>
                </a:lnTo>
                <a:lnTo>
                  <a:pt x="1090" y="32648"/>
                </a:lnTo>
                <a:lnTo>
                  <a:pt x="1090" y="32388"/>
                </a:lnTo>
                <a:lnTo>
                  <a:pt x="1186" y="32127"/>
                </a:lnTo>
                <a:lnTo>
                  <a:pt x="1186" y="31866"/>
                </a:lnTo>
                <a:lnTo>
                  <a:pt x="1186" y="31605"/>
                </a:lnTo>
                <a:lnTo>
                  <a:pt x="1186" y="31344"/>
                </a:lnTo>
                <a:lnTo>
                  <a:pt x="1251" y="30996"/>
                </a:lnTo>
                <a:lnTo>
                  <a:pt x="1251" y="30735"/>
                </a:lnTo>
                <a:lnTo>
                  <a:pt x="1251" y="30474"/>
                </a:lnTo>
                <a:lnTo>
                  <a:pt x="1251" y="30213"/>
                </a:lnTo>
                <a:lnTo>
                  <a:pt x="1251" y="29923"/>
                </a:lnTo>
                <a:lnTo>
                  <a:pt x="1315" y="29662"/>
                </a:lnTo>
                <a:lnTo>
                  <a:pt x="1315" y="29401"/>
                </a:lnTo>
                <a:lnTo>
                  <a:pt x="1315" y="29082"/>
                </a:lnTo>
                <a:lnTo>
                  <a:pt x="1315" y="28792"/>
                </a:lnTo>
                <a:lnTo>
                  <a:pt x="1379" y="28531"/>
                </a:lnTo>
                <a:lnTo>
                  <a:pt x="1379" y="28270"/>
                </a:lnTo>
                <a:lnTo>
                  <a:pt x="1379" y="28009"/>
                </a:lnTo>
                <a:lnTo>
                  <a:pt x="1379" y="27748"/>
                </a:lnTo>
                <a:lnTo>
                  <a:pt x="1379" y="27487"/>
                </a:lnTo>
                <a:lnTo>
                  <a:pt x="1475" y="27197"/>
                </a:lnTo>
                <a:lnTo>
                  <a:pt x="1475" y="26936"/>
                </a:lnTo>
                <a:lnTo>
                  <a:pt x="1475" y="26675"/>
                </a:lnTo>
                <a:lnTo>
                  <a:pt x="1475" y="26414"/>
                </a:lnTo>
                <a:lnTo>
                  <a:pt x="1539" y="26067"/>
                </a:lnTo>
                <a:lnTo>
                  <a:pt x="1539" y="25806"/>
                </a:lnTo>
                <a:lnTo>
                  <a:pt x="1539" y="25545"/>
                </a:lnTo>
                <a:lnTo>
                  <a:pt x="1539" y="25284"/>
                </a:lnTo>
                <a:lnTo>
                  <a:pt x="1539" y="25023"/>
                </a:lnTo>
                <a:lnTo>
                  <a:pt x="1604" y="24762"/>
                </a:lnTo>
                <a:lnTo>
                  <a:pt x="1604" y="24472"/>
                </a:lnTo>
                <a:lnTo>
                  <a:pt x="1604" y="24211"/>
                </a:lnTo>
                <a:lnTo>
                  <a:pt x="1604" y="23950"/>
                </a:lnTo>
                <a:lnTo>
                  <a:pt x="1604" y="23689"/>
                </a:lnTo>
                <a:lnTo>
                  <a:pt x="1668" y="23428"/>
                </a:lnTo>
                <a:lnTo>
                  <a:pt x="1668" y="23138"/>
                </a:lnTo>
                <a:lnTo>
                  <a:pt x="1668" y="22877"/>
                </a:lnTo>
                <a:lnTo>
                  <a:pt x="1668" y="22616"/>
                </a:lnTo>
                <a:lnTo>
                  <a:pt x="1764" y="22355"/>
                </a:lnTo>
                <a:lnTo>
                  <a:pt x="1764" y="22094"/>
                </a:lnTo>
                <a:lnTo>
                  <a:pt x="1764" y="21833"/>
                </a:lnTo>
                <a:lnTo>
                  <a:pt x="1764" y="21543"/>
                </a:lnTo>
                <a:lnTo>
                  <a:pt x="1764" y="21282"/>
                </a:lnTo>
                <a:lnTo>
                  <a:pt x="1828" y="21021"/>
                </a:lnTo>
                <a:lnTo>
                  <a:pt x="1828" y="20818"/>
                </a:lnTo>
                <a:lnTo>
                  <a:pt x="1828" y="20557"/>
                </a:lnTo>
                <a:lnTo>
                  <a:pt x="1828" y="20296"/>
                </a:lnTo>
                <a:lnTo>
                  <a:pt x="1892" y="20035"/>
                </a:lnTo>
                <a:lnTo>
                  <a:pt x="1892" y="19774"/>
                </a:lnTo>
                <a:lnTo>
                  <a:pt x="1892" y="19485"/>
                </a:lnTo>
                <a:lnTo>
                  <a:pt x="1892" y="19224"/>
                </a:lnTo>
                <a:lnTo>
                  <a:pt x="1892" y="18963"/>
                </a:lnTo>
                <a:lnTo>
                  <a:pt x="1988" y="18702"/>
                </a:lnTo>
                <a:lnTo>
                  <a:pt x="1988" y="18441"/>
                </a:lnTo>
                <a:lnTo>
                  <a:pt x="1988" y="18151"/>
                </a:lnTo>
                <a:lnTo>
                  <a:pt x="1988" y="17977"/>
                </a:lnTo>
                <a:lnTo>
                  <a:pt x="2053" y="17687"/>
                </a:lnTo>
                <a:lnTo>
                  <a:pt x="2053" y="17426"/>
                </a:lnTo>
                <a:lnTo>
                  <a:pt x="2053" y="17165"/>
                </a:lnTo>
                <a:lnTo>
                  <a:pt x="2053" y="16904"/>
                </a:lnTo>
                <a:lnTo>
                  <a:pt x="2053" y="16643"/>
                </a:lnTo>
                <a:lnTo>
                  <a:pt x="2117" y="16382"/>
                </a:lnTo>
                <a:lnTo>
                  <a:pt x="2117" y="16179"/>
                </a:lnTo>
                <a:lnTo>
                  <a:pt x="2117" y="15889"/>
                </a:lnTo>
                <a:lnTo>
                  <a:pt x="2117" y="15628"/>
                </a:lnTo>
                <a:lnTo>
                  <a:pt x="2181" y="15367"/>
                </a:lnTo>
                <a:lnTo>
                  <a:pt x="2181" y="15106"/>
                </a:lnTo>
                <a:lnTo>
                  <a:pt x="2181" y="14845"/>
                </a:lnTo>
                <a:lnTo>
                  <a:pt x="2181" y="14642"/>
                </a:lnTo>
                <a:lnTo>
                  <a:pt x="2181" y="14381"/>
                </a:lnTo>
                <a:lnTo>
                  <a:pt x="2277" y="14120"/>
                </a:lnTo>
                <a:lnTo>
                  <a:pt x="2277" y="13830"/>
                </a:lnTo>
                <a:lnTo>
                  <a:pt x="2277" y="13656"/>
                </a:lnTo>
                <a:lnTo>
                  <a:pt x="2277" y="13366"/>
                </a:lnTo>
                <a:lnTo>
                  <a:pt x="2341" y="13105"/>
                </a:lnTo>
                <a:lnTo>
                  <a:pt x="2341" y="12845"/>
                </a:lnTo>
                <a:lnTo>
                  <a:pt x="2341" y="12584"/>
                </a:lnTo>
                <a:lnTo>
                  <a:pt x="2341" y="12381"/>
                </a:lnTo>
                <a:lnTo>
                  <a:pt x="2341" y="12120"/>
                </a:lnTo>
                <a:lnTo>
                  <a:pt x="2406" y="11859"/>
                </a:lnTo>
                <a:lnTo>
                  <a:pt x="2406" y="11656"/>
                </a:lnTo>
                <a:lnTo>
                  <a:pt x="2406" y="11395"/>
                </a:lnTo>
                <a:lnTo>
                  <a:pt x="2406" y="11105"/>
                </a:lnTo>
                <a:lnTo>
                  <a:pt x="2406" y="10844"/>
                </a:lnTo>
                <a:lnTo>
                  <a:pt x="2470" y="10641"/>
                </a:lnTo>
                <a:lnTo>
                  <a:pt x="2470" y="10380"/>
                </a:lnTo>
                <a:lnTo>
                  <a:pt x="2470" y="10119"/>
                </a:lnTo>
                <a:lnTo>
                  <a:pt x="2470" y="9916"/>
                </a:lnTo>
                <a:lnTo>
                  <a:pt x="2566" y="9655"/>
                </a:lnTo>
                <a:lnTo>
                  <a:pt x="2566" y="9394"/>
                </a:lnTo>
                <a:lnTo>
                  <a:pt x="2566" y="9191"/>
                </a:lnTo>
                <a:lnTo>
                  <a:pt x="2566" y="8930"/>
                </a:lnTo>
                <a:lnTo>
                  <a:pt x="2566" y="8669"/>
                </a:lnTo>
                <a:lnTo>
                  <a:pt x="2630" y="8466"/>
                </a:lnTo>
                <a:lnTo>
                  <a:pt x="2630" y="8176"/>
                </a:lnTo>
                <a:lnTo>
                  <a:pt x="2630" y="7915"/>
                </a:lnTo>
                <a:lnTo>
                  <a:pt x="2630" y="7712"/>
                </a:lnTo>
                <a:lnTo>
                  <a:pt x="2694" y="7451"/>
                </a:lnTo>
                <a:lnTo>
                  <a:pt x="2694" y="7190"/>
                </a:lnTo>
                <a:lnTo>
                  <a:pt x="2694" y="6987"/>
                </a:lnTo>
                <a:lnTo>
                  <a:pt x="2694" y="6726"/>
                </a:lnTo>
                <a:lnTo>
                  <a:pt x="2694" y="6523"/>
                </a:lnTo>
                <a:lnTo>
                  <a:pt x="2790" y="6263"/>
                </a:lnTo>
                <a:lnTo>
                  <a:pt x="2790" y="6002"/>
                </a:lnTo>
                <a:lnTo>
                  <a:pt x="2790" y="5799"/>
                </a:lnTo>
                <a:lnTo>
                  <a:pt x="2790" y="5538"/>
                </a:lnTo>
                <a:lnTo>
                  <a:pt x="2855" y="5335"/>
                </a:lnTo>
                <a:lnTo>
                  <a:pt x="2855" y="5074"/>
                </a:lnTo>
                <a:lnTo>
                  <a:pt x="2855" y="4871"/>
                </a:lnTo>
                <a:lnTo>
                  <a:pt x="2855" y="4610"/>
                </a:lnTo>
                <a:lnTo>
                  <a:pt x="2855" y="4407"/>
                </a:lnTo>
                <a:lnTo>
                  <a:pt x="2919" y="4146"/>
                </a:lnTo>
                <a:lnTo>
                  <a:pt x="2919" y="3856"/>
                </a:lnTo>
                <a:lnTo>
                  <a:pt x="2919" y="3682"/>
                </a:lnTo>
                <a:lnTo>
                  <a:pt x="2919" y="3392"/>
                </a:lnTo>
                <a:lnTo>
                  <a:pt x="2983" y="3189"/>
                </a:lnTo>
                <a:lnTo>
                  <a:pt x="2983" y="2928"/>
                </a:lnTo>
                <a:lnTo>
                  <a:pt x="2983" y="2725"/>
                </a:lnTo>
                <a:lnTo>
                  <a:pt x="2983" y="2464"/>
                </a:lnTo>
                <a:lnTo>
                  <a:pt x="2983" y="2261"/>
                </a:lnTo>
                <a:lnTo>
                  <a:pt x="3079" y="2058"/>
                </a:lnTo>
                <a:lnTo>
                  <a:pt x="3079" y="1797"/>
                </a:lnTo>
                <a:lnTo>
                  <a:pt x="3079" y="1594"/>
                </a:lnTo>
                <a:lnTo>
                  <a:pt x="3079" y="1333"/>
                </a:lnTo>
                <a:lnTo>
                  <a:pt x="3143" y="1130"/>
                </a:lnTo>
                <a:lnTo>
                  <a:pt x="3143" y="869"/>
                </a:lnTo>
                <a:lnTo>
                  <a:pt x="3143" y="666"/>
                </a:lnTo>
                <a:lnTo>
                  <a:pt x="3143" y="405"/>
                </a:lnTo>
                <a:lnTo>
                  <a:pt x="3143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684393" y="3227329"/>
            <a:ext cx="3143" cy="35693"/>
          </a:xfrm>
          <a:custGeom>
            <a:avLst/>
            <a:gdLst/>
            <a:ahLst/>
            <a:cxnLst/>
            <a:rect l="l" t="t" r="r" b="b"/>
            <a:pathLst>
              <a:path w="3143" h="35693">
                <a:moveTo>
                  <a:pt x="0" y="35693"/>
                </a:moveTo>
                <a:lnTo>
                  <a:pt x="0" y="35432"/>
                </a:lnTo>
                <a:lnTo>
                  <a:pt x="0" y="35229"/>
                </a:lnTo>
                <a:lnTo>
                  <a:pt x="0" y="34968"/>
                </a:lnTo>
                <a:lnTo>
                  <a:pt x="0" y="34765"/>
                </a:lnTo>
                <a:lnTo>
                  <a:pt x="96" y="34562"/>
                </a:lnTo>
                <a:lnTo>
                  <a:pt x="96" y="34301"/>
                </a:lnTo>
                <a:lnTo>
                  <a:pt x="96" y="34098"/>
                </a:lnTo>
                <a:lnTo>
                  <a:pt x="96" y="33837"/>
                </a:lnTo>
                <a:lnTo>
                  <a:pt x="160" y="33634"/>
                </a:lnTo>
                <a:lnTo>
                  <a:pt x="160" y="33431"/>
                </a:lnTo>
                <a:lnTo>
                  <a:pt x="160" y="33170"/>
                </a:lnTo>
                <a:lnTo>
                  <a:pt x="160" y="32967"/>
                </a:lnTo>
                <a:lnTo>
                  <a:pt x="160" y="32764"/>
                </a:lnTo>
                <a:lnTo>
                  <a:pt x="224" y="32504"/>
                </a:lnTo>
                <a:lnTo>
                  <a:pt x="224" y="32301"/>
                </a:lnTo>
                <a:lnTo>
                  <a:pt x="224" y="32127"/>
                </a:lnTo>
                <a:lnTo>
                  <a:pt x="224" y="31837"/>
                </a:lnTo>
                <a:lnTo>
                  <a:pt x="288" y="31634"/>
                </a:lnTo>
                <a:lnTo>
                  <a:pt x="288" y="31460"/>
                </a:lnTo>
                <a:lnTo>
                  <a:pt x="288" y="31257"/>
                </a:lnTo>
                <a:lnTo>
                  <a:pt x="288" y="30996"/>
                </a:lnTo>
                <a:lnTo>
                  <a:pt x="288" y="30793"/>
                </a:lnTo>
                <a:lnTo>
                  <a:pt x="384" y="30590"/>
                </a:lnTo>
                <a:lnTo>
                  <a:pt x="384" y="30387"/>
                </a:lnTo>
                <a:lnTo>
                  <a:pt x="384" y="30126"/>
                </a:lnTo>
                <a:lnTo>
                  <a:pt x="384" y="29923"/>
                </a:lnTo>
                <a:lnTo>
                  <a:pt x="449" y="29720"/>
                </a:lnTo>
                <a:lnTo>
                  <a:pt x="449" y="29517"/>
                </a:lnTo>
                <a:lnTo>
                  <a:pt x="449" y="29256"/>
                </a:lnTo>
                <a:lnTo>
                  <a:pt x="449" y="29053"/>
                </a:lnTo>
                <a:lnTo>
                  <a:pt x="449" y="28850"/>
                </a:lnTo>
                <a:lnTo>
                  <a:pt x="513" y="28647"/>
                </a:lnTo>
                <a:lnTo>
                  <a:pt x="513" y="28444"/>
                </a:lnTo>
                <a:lnTo>
                  <a:pt x="513" y="28183"/>
                </a:lnTo>
                <a:lnTo>
                  <a:pt x="513" y="27980"/>
                </a:lnTo>
                <a:lnTo>
                  <a:pt x="577" y="27777"/>
                </a:lnTo>
                <a:lnTo>
                  <a:pt x="577" y="27603"/>
                </a:lnTo>
                <a:lnTo>
                  <a:pt x="577" y="27400"/>
                </a:lnTo>
                <a:lnTo>
                  <a:pt x="577" y="27197"/>
                </a:lnTo>
                <a:lnTo>
                  <a:pt x="577" y="26936"/>
                </a:lnTo>
                <a:lnTo>
                  <a:pt x="673" y="26733"/>
                </a:lnTo>
                <a:lnTo>
                  <a:pt x="673" y="26530"/>
                </a:lnTo>
                <a:lnTo>
                  <a:pt x="673" y="26327"/>
                </a:lnTo>
                <a:lnTo>
                  <a:pt x="673" y="26124"/>
                </a:lnTo>
                <a:lnTo>
                  <a:pt x="737" y="25922"/>
                </a:lnTo>
                <a:lnTo>
                  <a:pt x="737" y="25719"/>
                </a:lnTo>
                <a:lnTo>
                  <a:pt x="737" y="25545"/>
                </a:lnTo>
                <a:lnTo>
                  <a:pt x="737" y="25342"/>
                </a:lnTo>
                <a:lnTo>
                  <a:pt x="737" y="25052"/>
                </a:lnTo>
                <a:lnTo>
                  <a:pt x="802" y="24878"/>
                </a:lnTo>
                <a:lnTo>
                  <a:pt x="802" y="24675"/>
                </a:lnTo>
                <a:lnTo>
                  <a:pt x="802" y="24472"/>
                </a:lnTo>
                <a:lnTo>
                  <a:pt x="802" y="24269"/>
                </a:lnTo>
                <a:lnTo>
                  <a:pt x="802" y="24066"/>
                </a:lnTo>
                <a:lnTo>
                  <a:pt x="898" y="23863"/>
                </a:lnTo>
                <a:lnTo>
                  <a:pt x="898" y="23660"/>
                </a:lnTo>
                <a:lnTo>
                  <a:pt x="898" y="23457"/>
                </a:lnTo>
                <a:lnTo>
                  <a:pt x="898" y="23283"/>
                </a:lnTo>
                <a:lnTo>
                  <a:pt x="962" y="23080"/>
                </a:lnTo>
                <a:lnTo>
                  <a:pt x="962" y="22877"/>
                </a:lnTo>
                <a:lnTo>
                  <a:pt x="962" y="22674"/>
                </a:lnTo>
                <a:lnTo>
                  <a:pt x="962" y="22471"/>
                </a:lnTo>
                <a:lnTo>
                  <a:pt x="962" y="22268"/>
                </a:lnTo>
                <a:lnTo>
                  <a:pt x="1026" y="22065"/>
                </a:lnTo>
                <a:lnTo>
                  <a:pt x="1026" y="21862"/>
                </a:lnTo>
                <a:lnTo>
                  <a:pt x="1026" y="21659"/>
                </a:lnTo>
                <a:lnTo>
                  <a:pt x="1026" y="21485"/>
                </a:lnTo>
                <a:lnTo>
                  <a:pt x="1090" y="21282"/>
                </a:lnTo>
                <a:lnTo>
                  <a:pt x="1090" y="21079"/>
                </a:lnTo>
                <a:lnTo>
                  <a:pt x="1090" y="20876"/>
                </a:lnTo>
                <a:lnTo>
                  <a:pt x="1090" y="20673"/>
                </a:lnTo>
                <a:lnTo>
                  <a:pt x="1186" y="20354"/>
                </a:lnTo>
                <a:lnTo>
                  <a:pt x="1186" y="20151"/>
                </a:lnTo>
                <a:lnTo>
                  <a:pt x="1186" y="19948"/>
                </a:lnTo>
                <a:lnTo>
                  <a:pt x="1186" y="19745"/>
                </a:lnTo>
                <a:lnTo>
                  <a:pt x="1251" y="19543"/>
                </a:lnTo>
                <a:lnTo>
                  <a:pt x="1251" y="19340"/>
                </a:lnTo>
                <a:lnTo>
                  <a:pt x="1251" y="19137"/>
                </a:lnTo>
                <a:lnTo>
                  <a:pt x="1251" y="18934"/>
                </a:lnTo>
                <a:lnTo>
                  <a:pt x="1315" y="18615"/>
                </a:lnTo>
                <a:lnTo>
                  <a:pt x="1315" y="18412"/>
                </a:lnTo>
                <a:lnTo>
                  <a:pt x="1315" y="18209"/>
                </a:lnTo>
                <a:lnTo>
                  <a:pt x="1315" y="18006"/>
                </a:lnTo>
                <a:lnTo>
                  <a:pt x="1411" y="17687"/>
                </a:lnTo>
                <a:lnTo>
                  <a:pt x="1411" y="17484"/>
                </a:lnTo>
                <a:lnTo>
                  <a:pt x="1411" y="17281"/>
                </a:lnTo>
                <a:lnTo>
                  <a:pt x="1411" y="17078"/>
                </a:lnTo>
                <a:lnTo>
                  <a:pt x="1475" y="16759"/>
                </a:lnTo>
                <a:lnTo>
                  <a:pt x="1475" y="16556"/>
                </a:lnTo>
                <a:lnTo>
                  <a:pt x="1475" y="16353"/>
                </a:lnTo>
                <a:lnTo>
                  <a:pt x="1539" y="16208"/>
                </a:lnTo>
                <a:lnTo>
                  <a:pt x="1539" y="16034"/>
                </a:lnTo>
                <a:lnTo>
                  <a:pt x="1539" y="15831"/>
                </a:lnTo>
                <a:lnTo>
                  <a:pt x="1539" y="15628"/>
                </a:lnTo>
                <a:lnTo>
                  <a:pt x="1539" y="15483"/>
                </a:lnTo>
                <a:lnTo>
                  <a:pt x="1604" y="15280"/>
                </a:lnTo>
                <a:lnTo>
                  <a:pt x="1604" y="15077"/>
                </a:lnTo>
                <a:lnTo>
                  <a:pt x="1604" y="14758"/>
                </a:lnTo>
                <a:lnTo>
                  <a:pt x="1604" y="14555"/>
                </a:lnTo>
                <a:lnTo>
                  <a:pt x="1700" y="14352"/>
                </a:lnTo>
                <a:lnTo>
                  <a:pt x="1700" y="14033"/>
                </a:lnTo>
                <a:lnTo>
                  <a:pt x="1700" y="13888"/>
                </a:lnTo>
                <a:lnTo>
                  <a:pt x="1764" y="13685"/>
                </a:lnTo>
                <a:lnTo>
                  <a:pt x="1764" y="13482"/>
                </a:lnTo>
                <a:lnTo>
                  <a:pt x="1764" y="13163"/>
                </a:lnTo>
                <a:lnTo>
                  <a:pt x="1764" y="12961"/>
                </a:lnTo>
                <a:lnTo>
                  <a:pt x="1828" y="12816"/>
                </a:lnTo>
                <a:lnTo>
                  <a:pt x="1828" y="12642"/>
                </a:lnTo>
                <a:lnTo>
                  <a:pt x="1828" y="12497"/>
                </a:lnTo>
                <a:lnTo>
                  <a:pt x="1828" y="12294"/>
                </a:lnTo>
                <a:lnTo>
                  <a:pt x="1892" y="12091"/>
                </a:lnTo>
                <a:lnTo>
                  <a:pt x="1892" y="11772"/>
                </a:lnTo>
                <a:lnTo>
                  <a:pt x="1892" y="11627"/>
                </a:lnTo>
                <a:lnTo>
                  <a:pt x="1892" y="11424"/>
                </a:lnTo>
                <a:lnTo>
                  <a:pt x="1988" y="11105"/>
                </a:lnTo>
                <a:lnTo>
                  <a:pt x="1988" y="10960"/>
                </a:lnTo>
                <a:lnTo>
                  <a:pt x="1988" y="10757"/>
                </a:lnTo>
                <a:lnTo>
                  <a:pt x="2053" y="10438"/>
                </a:lnTo>
                <a:lnTo>
                  <a:pt x="2053" y="10293"/>
                </a:lnTo>
                <a:lnTo>
                  <a:pt x="2053" y="10090"/>
                </a:lnTo>
                <a:lnTo>
                  <a:pt x="2117" y="9771"/>
                </a:lnTo>
                <a:lnTo>
                  <a:pt x="2117" y="9626"/>
                </a:lnTo>
                <a:lnTo>
                  <a:pt x="2117" y="9452"/>
                </a:lnTo>
                <a:lnTo>
                  <a:pt x="2117" y="9307"/>
                </a:lnTo>
                <a:lnTo>
                  <a:pt x="2213" y="9104"/>
                </a:lnTo>
                <a:lnTo>
                  <a:pt x="2213" y="8959"/>
                </a:lnTo>
                <a:lnTo>
                  <a:pt x="2213" y="8640"/>
                </a:lnTo>
                <a:lnTo>
                  <a:pt x="2213" y="8495"/>
                </a:lnTo>
                <a:lnTo>
                  <a:pt x="2277" y="8321"/>
                </a:lnTo>
                <a:lnTo>
                  <a:pt x="2277" y="8176"/>
                </a:lnTo>
                <a:lnTo>
                  <a:pt x="2277" y="8031"/>
                </a:lnTo>
                <a:lnTo>
                  <a:pt x="2277" y="7828"/>
                </a:lnTo>
                <a:lnTo>
                  <a:pt x="2341" y="7567"/>
                </a:lnTo>
                <a:lnTo>
                  <a:pt x="2341" y="7364"/>
                </a:lnTo>
                <a:lnTo>
                  <a:pt x="2341" y="7103"/>
                </a:lnTo>
                <a:lnTo>
                  <a:pt x="2406" y="6900"/>
                </a:lnTo>
                <a:lnTo>
                  <a:pt x="2406" y="6639"/>
                </a:lnTo>
                <a:lnTo>
                  <a:pt x="2406" y="6437"/>
                </a:lnTo>
                <a:lnTo>
                  <a:pt x="2502" y="6176"/>
                </a:lnTo>
                <a:lnTo>
                  <a:pt x="2502" y="5973"/>
                </a:lnTo>
                <a:lnTo>
                  <a:pt x="2502" y="5712"/>
                </a:lnTo>
                <a:lnTo>
                  <a:pt x="2566" y="5393"/>
                </a:lnTo>
                <a:lnTo>
                  <a:pt x="2566" y="5248"/>
                </a:lnTo>
                <a:lnTo>
                  <a:pt x="2566" y="5103"/>
                </a:lnTo>
                <a:lnTo>
                  <a:pt x="2630" y="4784"/>
                </a:lnTo>
                <a:lnTo>
                  <a:pt x="2630" y="4639"/>
                </a:lnTo>
                <a:lnTo>
                  <a:pt x="2630" y="4378"/>
                </a:lnTo>
                <a:lnTo>
                  <a:pt x="2694" y="4117"/>
                </a:lnTo>
                <a:lnTo>
                  <a:pt x="2694" y="3914"/>
                </a:lnTo>
                <a:lnTo>
                  <a:pt x="2694" y="3653"/>
                </a:lnTo>
                <a:lnTo>
                  <a:pt x="2790" y="3508"/>
                </a:lnTo>
                <a:lnTo>
                  <a:pt x="2790" y="3247"/>
                </a:lnTo>
                <a:lnTo>
                  <a:pt x="2855" y="2928"/>
                </a:lnTo>
                <a:lnTo>
                  <a:pt x="2855" y="2783"/>
                </a:lnTo>
                <a:lnTo>
                  <a:pt x="2855" y="2522"/>
                </a:lnTo>
                <a:lnTo>
                  <a:pt x="2855" y="2377"/>
                </a:lnTo>
                <a:lnTo>
                  <a:pt x="2919" y="2116"/>
                </a:lnTo>
                <a:lnTo>
                  <a:pt x="2919" y="1855"/>
                </a:lnTo>
                <a:lnTo>
                  <a:pt x="3015" y="1710"/>
                </a:lnTo>
                <a:lnTo>
                  <a:pt x="3015" y="1449"/>
                </a:lnTo>
                <a:lnTo>
                  <a:pt x="3015" y="1188"/>
                </a:lnTo>
                <a:lnTo>
                  <a:pt x="3079" y="927"/>
                </a:lnTo>
                <a:lnTo>
                  <a:pt x="3079" y="782"/>
                </a:lnTo>
                <a:lnTo>
                  <a:pt x="3143" y="521"/>
                </a:lnTo>
                <a:lnTo>
                  <a:pt x="3143" y="260"/>
                </a:lnTo>
                <a:lnTo>
                  <a:pt x="3143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687536" y="3213151"/>
            <a:ext cx="3208" cy="14178"/>
          </a:xfrm>
          <a:custGeom>
            <a:avLst/>
            <a:gdLst/>
            <a:ahLst/>
            <a:cxnLst/>
            <a:rect l="l" t="t" r="r" b="b"/>
            <a:pathLst>
              <a:path w="3208" h="14178">
                <a:moveTo>
                  <a:pt x="0" y="14178"/>
                </a:moveTo>
                <a:lnTo>
                  <a:pt x="64" y="14033"/>
                </a:lnTo>
                <a:lnTo>
                  <a:pt x="64" y="13772"/>
                </a:lnTo>
                <a:lnTo>
                  <a:pt x="64" y="13569"/>
                </a:lnTo>
                <a:lnTo>
                  <a:pt x="160" y="13308"/>
                </a:lnTo>
                <a:lnTo>
                  <a:pt x="160" y="13163"/>
                </a:lnTo>
                <a:lnTo>
                  <a:pt x="224" y="12903"/>
                </a:lnTo>
                <a:lnTo>
                  <a:pt x="224" y="12700"/>
                </a:lnTo>
                <a:lnTo>
                  <a:pt x="224" y="12439"/>
                </a:lnTo>
                <a:lnTo>
                  <a:pt x="288" y="12178"/>
                </a:lnTo>
                <a:lnTo>
                  <a:pt x="288" y="11975"/>
                </a:lnTo>
                <a:lnTo>
                  <a:pt x="384" y="11714"/>
                </a:lnTo>
                <a:lnTo>
                  <a:pt x="384" y="11569"/>
                </a:lnTo>
                <a:lnTo>
                  <a:pt x="384" y="11395"/>
                </a:lnTo>
                <a:lnTo>
                  <a:pt x="449" y="11250"/>
                </a:lnTo>
                <a:lnTo>
                  <a:pt x="449" y="11105"/>
                </a:lnTo>
                <a:lnTo>
                  <a:pt x="449" y="10902"/>
                </a:lnTo>
                <a:lnTo>
                  <a:pt x="513" y="10728"/>
                </a:lnTo>
                <a:lnTo>
                  <a:pt x="513" y="10583"/>
                </a:lnTo>
                <a:lnTo>
                  <a:pt x="513" y="10438"/>
                </a:lnTo>
                <a:lnTo>
                  <a:pt x="577" y="10264"/>
                </a:lnTo>
                <a:lnTo>
                  <a:pt x="577" y="10119"/>
                </a:lnTo>
                <a:lnTo>
                  <a:pt x="577" y="9916"/>
                </a:lnTo>
                <a:lnTo>
                  <a:pt x="673" y="9713"/>
                </a:lnTo>
                <a:lnTo>
                  <a:pt x="673" y="9510"/>
                </a:lnTo>
                <a:lnTo>
                  <a:pt x="737" y="9249"/>
                </a:lnTo>
                <a:lnTo>
                  <a:pt x="737" y="9046"/>
                </a:lnTo>
                <a:lnTo>
                  <a:pt x="802" y="8843"/>
                </a:lnTo>
                <a:lnTo>
                  <a:pt x="802" y="8669"/>
                </a:lnTo>
                <a:lnTo>
                  <a:pt x="802" y="8466"/>
                </a:lnTo>
                <a:lnTo>
                  <a:pt x="866" y="8263"/>
                </a:lnTo>
                <a:lnTo>
                  <a:pt x="866" y="8060"/>
                </a:lnTo>
                <a:lnTo>
                  <a:pt x="962" y="7857"/>
                </a:lnTo>
                <a:lnTo>
                  <a:pt x="962" y="7654"/>
                </a:lnTo>
                <a:lnTo>
                  <a:pt x="1026" y="7451"/>
                </a:lnTo>
                <a:lnTo>
                  <a:pt x="1026" y="7190"/>
                </a:lnTo>
                <a:lnTo>
                  <a:pt x="1090" y="6987"/>
                </a:lnTo>
                <a:lnTo>
                  <a:pt x="1090" y="6726"/>
                </a:lnTo>
                <a:lnTo>
                  <a:pt x="1186" y="6581"/>
                </a:lnTo>
                <a:lnTo>
                  <a:pt x="1186" y="6408"/>
                </a:lnTo>
                <a:lnTo>
                  <a:pt x="1251" y="6205"/>
                </a:lnTo>
                <a:lnTo>
                  <a:pt x="1251" y="6060"/>
                </a:lnTo>
                <a:lnTo>
                  <a:pt x="1315" y="5857"/>
                </a:lnTo>
                <a:lnTo>
                  <a:pt x="1315" y="5654"/>
                </a:lnTo>
                <a:lnTo>
                  <a:pt x="1379" y="5451"/>
                </a:lnTo>
                <a:lnTo>
                  <a:pt x="1379" y="5190"/>
                </a:lnTo>
                <a:lnTo>
                  <a:pt x="1475" y="4987"/>
                </a:lnTo>
                <a:lnTo>
                  <a:pt x="1539" y="4726"/>
                </a:lnTo>
                <a:lnTo>
                  <a:pt x="1539" y="4523"/>
                </a:lnTo>
                <a:lnTo>
                  <a:pt x="1604" y="4320"/>
                </a:lnTo>
                <a:lnTo>
                  <a:pt x="1700" y="4059"/>
                </a:lnTo>
                <a:lnTo>
                  <a:pt x="1700" y="3856"/>
                </a:lnTo>
                <a:lnTo>
                  <a:pt x="1764" y="3682"/>
                </a:lnTo>
                <a:lnTo>
                  <a:pt x="1764" y="3537"/>
                </a:lnTo>
                <a:lnTo>
                  <a:pt x="1828" y="3392"/>
                </a:lnTo>
                <a:lnTo>
                  <a:pt x="1828" y="3189"/>
                </a:lnTo>
                <a:lnTo>
                  <a:pt x="1892" y="3015"/>
                </a:lnTo>
                <a:lnTo>
                  <a:pt x="1988" y="2870"/>
                </a:lnTo>
                <a:lnTo>
                  <a:pt x="1988" y="2725"/>
                </a:lnTo>
                <a:lnTo>
                  <a:pt x="2053" y="2551"/>
                </a:lnTo>
                <a:lnTo>
                  <a:pt x="2117" y="2406"/>
                </a:lnTo>
                <a:lnTo>
                  <a:pt x="2117" y="2261"/>
                </a:lnTo>
                <a:lnTo>
                  <a:pt x="2181" y="2058"/>
                </a:lnTo>
                <a:lnTo>
                  <a:pt x="2277" y="1884"/>
                </a:lnTo>
                <a:lnTo>
                  <a:pt x="2277" y="1739"/>
                </a:lnTo>
                <a:lnTo>
                  <a:pt x="2341" y="1594"/>
                </a:lnTo>
                <a:lnTo>
                  <a:pt x="2406" y="1420"/>
                </a:lnTo>
                <a:lnTo>
                  <a:pt x="2406" y="1333"/>
                </a:lnTo>
                <a:lnTo>
                  <a:pt x="2502" y="1130"/>
                </a:lnTo>
                <a:lnTo>
                  <a:pt x="2566" y="1072"/>
                </a:lnTo>
                <a:lnTo>
                  <a:pt x="2566" y="927"/>
                </a:lnTo>
                <a:lnTo>
                  <a:pt x="2630" y="811"/>
                </a:lnTo>
                <a:lnTo>
                  <a:pt x="2694" y="666"/>
                </a:lnTo>
                <a:lnTo>
                  <a:pt x="2855" y="463"/>
                </a:lnTo>
                <a:lnTo>
                  <a:pt x="2855" y="405"/>
                </a:lnTo>
                <a:lnTo>
                  <a:pt x="2983" y="289"/>
                </a:lnTo>
                <a:lnTo>
                  <a:pt x="3079" y="144"/>
                </a:lnTo>
                <a:lnTo>
                  <a:pt x="3143" y="0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690744" y="3213035"/>
            <a:ext cx="3208" cy="9771"/>
          </a:xfrm>
          <a:custGeom>
            <a:avLst/>
            <a:gdLst/>
            <a:ahLst/>
            <a:cxnLst/>
            <a:rect l="l" t="t" r="r" b="b"/>
            <a:pathLst>
              <a:path w="3208" h="9771">
                <a:moveTo>
                  <a:pt x="0" y="115"/>
                </a:moveTo>
                <a:lnTo>
                  <a:pt x="160" y="57"/>
                </a:lnTo>
                <a:lnTo>
                  <a:pt x="160" y="0"/>
                </a:lnTo>
                <a:lnTo>
                  <a:pt x="288" y="0"/>
                </a:lnTo>
                <a:lnTo>
                  <a:pt x="449" y="0"/>
                </a:lnTo>
                <a:lnTo>
                  <a:pt x="609" y="0"/>
                </a:lnTo>
                <a:lnTo>
                  <a:pt x="609" y="57"/>
                </a:lnTo>
                <a:lnTo>
                  <a:pt x="737" y="115"/>
                </a:lnTo>
                <a:lnTo>
                  <a:pt x="802" y="260"/>
                </a:lnTo>
                <a:lnTo>
                  <a:pt x="802" y="260"/>
                </a:lnTo>
                <a:lnTo>
                  <a:pt x="962" y="405"/>
                </a:lnTo>
                <a:lnTo>
                  <a:pt x="1026" y="579"/>
                </a:lnTo>
                <a:lnTo>
                  <a:pt x="1186" y="724"/>
                </a:lnTo>
                <a:lnTo>
                  <a:pt x="1186" y="869"/>
                </a:lnTo>
                <a:lnTo>
                  <a:pt x="1315" y="985"/>
                </a:lnTo>
                <a:lnTo>
                  <a:pt x="1315" y="1130"/>
                </a:lnTo>
                <a:lnTo>
                  <a:pt x="1411" y="1333"/>
                </a:lnTo>
                <a:lnTo>
                  <a:pt x="1475" y="1536"/>
                </a:lnTo>
                <a:lnTo>
                  <a:pt x="1539" y="1710"/>
                </a:lnTo>
                <a:lnTo>
                  <a:pt x="1604" y="1855"/>
                </a:lnTo>
                <a:lnTo>
                  <a:pt x="1700" y="2000"/>
                </a:lnTo>
                <a:lnTo>
                  <a:pt x="1700" y="2174"/>
                </a:lnTo>
                <a:lnTo>
                  <a:pt x="1764" y="2319"/>
                </a:lnTo>
                <a:lnTo>
                  <a:pt x="1828" y="2464"/>
                </a:lnTo>
                <a:lnTo>
                  <a:pt x="1828" y="2667"/>
                </a:lnTo>
                <a:lnTo>
                  <a:pt x="1924" y="2841"/>
                </a:lnTo>
                <a:lnTo>
                  <a:pt x="1988" y="2986"/>
                </a:lnTo>
                <a:lnTo>
                  <a:pt x="1988" y="3131"/>
                </a:lnTo>
                <a:lnTo>
                  <a:pt x="2053" y="3305"/>
                </a:lnTo>
                <a:lnTo>
                  <a:pt x="2053" y="3450"/>
                </a:lnTo>
                <a:lnTo>
                  <a:pt x="2117" y="3595"/>
                </a:lnTo>
                <a:lnTo>
                  <a:pt x="2117" y="3798"/>
                </a:lnTo>
                <a:lnTo>
                  <a:pt x="2213" y="3972"/>
                </a:lnTo>
                <a:lnTo>
                  <a:pt x="2213" y="4117"/>
                </a:lnTo>
                <a:lnTo>
                  <a:pt x="2277" y="4262"/>
                </a:lnTo>
                <a:lnTo>
                  <a:pt x="2277" y="4436"/>
                </a:lnTo>
                <a:lnTo>
                  <a:pt x="2341" y="4581"/>
                </a:lnTo>
                <a:lnTo>
                  <a:pt x="2341" y="4726"/>
                </a:lnTo>
                <a:lnTo>
                  <a:pt x="2406" y="4987"/>
                </a:lnTo>
                <a:lnTo>
                  <a:pt x="2406" y="5190"/>
                </a:lnTo>
                <a:lnTo>
                  <a:pt x="2502" y="5393"/>
                </a:lnTo>
                <a:lnTo>
                  <a:pt x="2502" y="5567"/>
                </a:lnTo>
                <a:lnTo>
                  <a:pt x="2566" y="5712"/>
                </a:lnTo>
                <a:lnTo>
                  <a:pt x="2566" y="5857"/>
                </a:lnTo>
                <a:lnTo>
                  <a:pt x="2630" y="6031"/>
                </a:lnTo>
                <a:lnTo>
                  <a:pt x="2630" y="6176"/>
                </a:lnTo>
                <a:lnTo>
                  <a:pt x="2630" y="6321"/>
                </a:lnTo>
                <a:lnTo>
                  <a:pt x="2726" y="6581"/>
                </a:lnTo>
                <a:lnTo>
                  <a:pt x="2790" y="6842"/>
                </a:lnTo>
                <a:lnTo>
                  <a:pt x="2790" y="7045"/>
                </a:lnTo>
                <a:lnTo>
                  <a:pt x="2855" y="7306"/>
                </a:lnTo>
                <a:lnTo>
                  <a:pt x="2855" y="7509"/>
                </a:lnTo>
                <a:lnTo>
                  <a:pt x="2919" y="7712"/>
                </a:lnTo>
                <a:lnTo>
                  <a:pt x="2919" y="7973"/>
                </a:lnTo>
                <a:lnTo>
                  <a:pt x="3015" y="8176"/>
                </a:lnTo>
                <a:lnTo>
                  <a:pt x="3015" y="8379"/>
                </a:lnTo>
                <a:lnTo>
                  <a:pt x="3079" y="8582"/>
                </a:lnTo>
                <a:lnTo>
                  <a:pt x="3079" y="8785"/>
                </a:lnTo>
                <a:lnTo>
                  <a:pt x="3079" y="8959"/>
                </a:lnTo>
                <a:lnTo>
                  <a:pt x="3143" y="9104"/>
                </a:lnTo>
                <a:lnTo>
                  <a:pt x="3143" y="9249"/>
                </a:lnTo>
                <a:lnTo>
                  <a:pt x="3143" y="9423"/>
                </a:lnTo>
                <a:lnTo>
                  <a:pt x="3208" y="9626"/>
                </a:lnTo>
                <a:lnTo>
                  <a:pt x="3208" y="9771"/>
                </a:lnTo>
              </a:path>
            </a:pathLst>
          </a:custGeom>
          <a:ln w="4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693952" y="3222806"/>
            <a:ext cx="3240" cy="33721"/>
          </a:xfrm>
          <a:custGeom>
            <a:avLst/>
            <a:gdLst/>
            <a:ahLst/>
            <a:cxnLst/>
            <a:rect l="l" t="t" r="r" b="b"/>
            <a:pathLst>
              <a:path w="3240" h="33721">
                <a:moveTo>
                  <a:pt x="0" y="0"/>
                </a:moveTo>
                <a:lnTo>
                  <a:pt x="0" y="202"/>
                </a:lnTo>
                <a:lnTo>
                  <a:pt x="96" y="405"/>
                </a:lnTo>
                <a:lnTo>
                  <a:pt x="96" y="666"/>
                </a:lnTo>
                <a:lnTo>
                  <a:pt x="160" y="869"/>
                </a:lnTo>
                <a:lnTo>
                  <a:pt x="160" y="1130"/>
                </a:lnTo>
                <a:lnTo>
                  <a:pt x="224" y="1333"/>
                </a:lnTo>
                <a:lnTo>
                  <a:pt x="224" y="1594"/>
                </a:lnTo>
                <a:lnTo>
                  <a:pt x="224" y="1739"/>
                </a:lnTo>
                <a:lnTo>
                  <a:pt x="320" y="1913"/>
                </a:lnTo>
                <a:lnTo>
                  <a:pt x="320" y="2058"/>
                </a:lnTo>
                <a:lnTo>
                  <a:pt x="320" y="2203"/>
                </a:lnTo>
                <a:lnTo>
                  <a:pt x="384" y="2377"/>
                </a:lnTo>
                <a:lnTo>
                  <a:pt x="384" y="2522"/>
                </a:lnTo>
                <a:lnTo>
                  <a:pt x="384" y="2667"/>
                </a:lnTo>
                <a:lnTo>
                  <a:pt x="384" y="2928"/>
                </a:lnTo>
                <a:lnTo>
                  <a:pt x="449" y="3189"/>
                </a:lnTo>
                <a:lnTo>
                  <a:pt x="449" y="3334"/>
                </a:lnTo>
                <a:lnTo>
                  <a:pt x="513" y="3508"/>
                </a:lnTo>
                <a:lnTo>
                  <a:pt x="513" y="3653"/>
                </a:lnTo>
                <a:lnTo>
                  <a:pt x="513" y="3798"/>
                </a:lnTo>
                <a:lnTo>
                  <a:pt x="513" y="4059"/>
                </a:lnTo>
                <a:lnTo>
                  <a:pt x="609" y="4320"/>
                </a:lnTo>
                <a:lnTo>
                  <a:pt x="609" y="4465"/>
                </a:lnTo>
                <a:lnTo>
                  <a:pt x="673" y="4726"/>
                </a:lnTo>
                <a:lnTo>
                  <a:pt x="673" y="4987"/>
                </a:lnTo>
                <a:lnTo>
                  <a:pt x="673" y="5132"/>
                </a:lnTo>
                <a:lnTo>
                  <a:pt x="737" y="5393"/>
                </a:lnTo>
                <a:lnTo>
                  <a:pt x="737" y="5654"/>
                </a:lnTo>
                <a:lnTo>
                  <a:pt x="834" y="5973"/>
                </a:lnTo>
                <a:lnTo>
                  <a:pt x="834" y="6118"/>
                </a:lnTo>
                <a:lnTo>
                  <a:pt x="834" y="6379"/>
                </a:lnTo>
                <a:lnTo>
                  <a:pt x="834" y="6523"/>
                </a:lnTo>
                <a:lnTo>
                  <a:pt x="898" y="6784"/>
                </a:lnTo>
                <a:lnTo>
                  <a:pt x="898" y="7103"/>
                </a:lnTo>
                <a:lnTo>
                  <a:pt x="898" y="7248"/>
                </a:lnTo>
                <a:lnTo>
                  <a:pt x="962" y="7509"/>
                </a:lnTo>
                <a:lnTo>
                  <a:pt x="962" y="7654"/>
                </a:lnTo>
                <a:lnTo>
                  <a:pt x="1026" y="7973"/>
                </a:lnTo>
                <a:lnTo>
                  <a:pt x="1026" y="8118"/>
                </a:lnTo>
                <a:lnTo>
                  <a:pt x="1026" y="8379"/>
                </a:lnTo>
                <a:lnTo>
                  <a:pt x="1026" y="8582"/>
                </a:lnTo>
                <a:lnTo>
                  <a:pt x="1122" y="8843"/>
                </a:lnTo>
                <a:lnTo>
                  <a:pt x="1122" y="8988"/>
                </a:lnTo>
                <a:lnTo>
                  <a:pt x="1122" y="9162"/>
                </a:lnTo>
                <a:lnTo>
                  <a:pt x="1186" y="9307"/>
                </a:lnTo>
                <a:lnTo>
                  <a:pt x="1186" y="9452"/>
                </a:lnTo>
                <a:lnTo>
                  <a:pt x="1186" y="9626"/>
                </a:lnTo>
                <a:lnTo>
                  <a:pt x="1186" y="9771"/>
                </a:lnTo>
                <a:lnTo>
                  <a:pt x="1186" y="9916"/>
                </a:lnTo>
                <a:lnTo>
                  <a:pt x="1251" y="10119"/>
                </a:lnTo>
                <a:lnTo>
                  <a:pt x="1251" y="10380"/>
                </a:lnTo>
                <a:lnTo>
                  <a:pt x="1251" y="10583"/>
                </a:lnTo>
                <a:lnTo>
                  <a:pt x="1315" y="10844"/>
                </a:lnTo>
                <a:lnTo>
                  <a:pt x="1315" y="11047"/>
                </a:lnTo>
                <a:lnTo>
                  <a:pt x="1315" y="11366"/>
                </a:lnTo>
                <a:lnTo>
                  <a:pt x="1411" y="11511"/>
                </a:lnTo>
                <a:lnTo>
                  <a:pt x="1411" y="11714"/>
                </a:lnTo>
                <a:lnTo>
                  <a:pt x="1411" y="11975"/>
                </a:lnTo>
                <a:lnTo>
                  <a:pt x="1475" y="12178"/>
                </a:lnTo>
                <a:lnTo>
                  <a:pt x="1475" y="12497"/>
                </a:lnTo>
                <a:lnTo>
                  <a:pt x="1475" y="12642"/>
                </a:lnTo>
                <a:lnTo>
                  <a:pt x="1475" y="12845"/>
                </a:lnTo>
                <a:lnTo>
                  <a:pt x="1539" y="13163"/>
                </a:lnTo>
                <a:lnTo>
                  <a:pt x="1539" y="13308"/>
                </a:lnTo>
                <a:lnTo>
                  <a:pt x="1539" y="13482"/>
                </a:lnTo>
                <a:lnTo>
                  <a:pt x="1636" y="13627"/>
                </a:lnTo>
                <a:lnTo>
                  <a:pt x="1636" y="13830"/>
                </a:lnTo>
                <a:lnTo>
                  <a:pt x="1636" y="14033"/>
                </a:lnTo>
                <a:lnTo>
                  <a:pt x="1636" y="14352"/>
                </a:lnTo>
                <a:lnTo>
                  <a:pt x="1700" y="14497"/>
                </a:lnTo>
                <a:lnTo>
                  <a:pt x="1700" y="14700"/>
                </a:lnTo>
                <a:lnTo>
                  <a:pt x="1700" y="15019"/>
                </a:lnTo>
                <a:lnTo>
                  <a:pt x="1700" y="15222"/>
                </a:lnTo>
                <a:lnTo>
                  <a:pt x="1764" y="15367"/>
                </a:lnTo>
                <a:lnTo>
                  <a:pt x="1764" y="15570"/>
                </a:lnTo>
                <a:lnTo>
                  <a:pt x="1764" y="15744"/>
                </a:lnTo>
                <a:lnTo>
                  <a:pt x="1764" y="15889"/>
                </a:lnTo>
                <a:lnTo>
                  <a:pt x="1828" y="16092"/>
                </a:lnTo>
                <a:lnTo>
                  <a:pt x="1828" y="16295"/>
                </a:lnTo>
                <a:lnTo>
                  <a:pt x="1828" y="16614"/>
                </a:lnTo>
                <a:lnTo>
                  <a:pt x="1828" y="16817"/>
                </a:lnTo>
                <a:lnTo>
                  <a:pt x="1924" y="16962"/>
                </a:lnTo>
                <a:lnTo>
                  <a:pt x="1924" y="17165"/>
                </a:lnTo>
                <a:lnTo>
                  <a:pt x="1924" y="17339"/>
                </a:lnTo>
                <a:lnTo>
                  <a:pt x="1924" y="17542"/>
                </a:lnTo>
                <a:lnTo>
                  <a:pt x="1988" y="17687"/>
                </a:lnTo>
                <a:lnTo>
                  <a:pt x="1988" y="17890"/>
                </a:lnTo>
                <a:lnTo>
                  <a:pt x="1988" y="18093"/>
                </a:lnTo>
                <a:lnTo>
                  <a:pt x="1988" y="18296"/>
                </a:lnTo>
                <a:lnTo>
                  <a:pt x="2053" y="18615"/>
                </a:lnTo>
                <a:lnTo>
                  <a:pt x="2053" y="18818"/>
                </a:lnTo>
                <a:lnTo>
                  <a:pt x="2053" y="19021"/>
                </a:lnTo>
                <a:lnTo>
                  <a:pt x="2053" y="19224"/>
                </a:lnTo>
                <a:lnTo>
                  <a:pt x="2117" y="19543"/>
                </a:lnTo>
                <a:lnTo>
                  <a:pt x="2117" y="19745"/>
                </a:lnTo>
                <a:lnTo>
                  <a:pt x="2117" y="19948"/>
                </a:lnTo>
                <a:lnTo>
                  <a:pt x="2117" y="20151"/>
                </a:lnTo>
                <a:lnTo>
                  <a:pt x="2213" y="20354"/>
                </a:lnTo>
                <a:lnTo>
                  <a:pt x="2213" y="20673"/>
                </a:lnTo>
                <a:lnTo>
                  <a:pt x="2213" y="20876"/>
                </a:lnTo>
                <a:lnTo>
                  <a:pt x="2277" y="21079"/>
                </a:lnTo>
                <a:lnTo>
                  <a:pt x="2277" y="21282"/>
                </a:lnTo>
                <a:lnTo>
                  <a:pt x="2277" y="21485"/>
                </a:lnTo>
                <a:lnTo>
                  <a:pt x="2277" y="21688"/>
                </a:lnTo>
                <a:lnTo>
                  <a:pt x="2277" y="21862"/>
                </a:lnTo>
                <a:lnTo>
                  <a:pt x="2341" y="22065"/>
                </a:lnTo>
                <a:lnTo>
                  <a:pt x="2341" y="22268"/>
                </a:lnTo>
                <a:lnTo>
                  <a:pt x="2341" y="22471"/>
                </a:lnTo>
                <a:lnTo>
                  <a:pt x="2341" y="22674"/>
                </a:lnTo>
                <a:lnTo>
                  <a:pt x="2438" y="22877"/>
                </a:lnTo>
                <a:lnTo>
                  <a:pt x="2438" y="23080"/>
                </a:lnTo>
                <a:lnTo>
                  <a:pt x="2438" y="23283"/>
                </a:lnTo>
                <a:lnTo>
                  <a:pt x="2438" y="23457"/>
                </a:lnTo>
                <a:lnTo>
                  <a:pt x="2438" y="23660"/>
                </a:lnTo>
                <a:lnTo>
                  <a:pt x="2502" y="23863"/>
                </a:lnTo>
                <a:lnTo>
                  <a:pt x="2502" y="24066"/>
                </a:lnTo>
                <a:lnTo>
                  <a:pt x="2502" y="24269"/>
                </a:lnTo>
                <a:lnTo>
                  <a:pt x="2502" y="24472"/>
                </a:lnTo>
                <a:lnTo>
                  <a:pt x="2502" y="24675"/>
                </a:lnTo>
                <a:lnTo>
                  <a:pt x="2566" y="24878"/>
                </a:lnTo>
                <a:lnTo>
                  <a:pt x="2566" y="25081"/>
                </a:lnTo>
                <a:lnTo>
                  <a:pt x="2566" y="25255"/>
                </a:lnTo>
                <a:lnTo>
                  <a:pt x="2566" y="25458"/>
                </a:lnTo>
                <a:lnTo>
                  <a:pt x="2630" y="25661"/>
                </a:lnTo>
                <a:lnTo>
                  <a:pt x="2630" y="25864"/>
                </a:lnTo>
                <a:lnTo>
                  <a:pt x="2630" y="26124"/>
                </a:lnTo>
                <a:lnTo>
                  <a:pt x="2630" y="26327"/>
                </a:lnTo>
                <a:lnTo>
                  <a:pt x="2630" y="26530"/>
                </a:lnTo>
                <a:lnTo>
                  <a:pt x="2726" y="26733"/>
                </a:lnTo>
                <a:lnTo>
                  <a:pt x="2726" y="26936"/>
                </a:lnTo>
                <a:lnTo>
                  <a:pt x="2726" y="27139"/>
                </a:lnTo>
                <a:lnTo>
                  <a:pt x="2726" y="27400"/>
                </a:lnTo>
                <a:lnTo>
                  <a:pt x="2790" y="27603"/>
                </a:lnTo>
                <a:lnTo>
                  <a:pt x="2790" y="27806"/>
                </a:lnTo>
                <a:lnTo>
                  <a:pt x="2790" y="27980"/>
                </a:lnTo>
                <a:lnTo>
                  <a:pt x="2790" y="28183"/>
                </a:lnTo>
                <a:lnTo>
                  <a:pt x="2790" y="28386"/>
                </a:lnTo>
                <a:lnTo>
                  <a:pt x="2855" y="28647"/>
                </a:lnTo>
                <a:lnTo>
                  <a:pt x="2855" y="28850"/>
                </a:lnTo>
                <a:lnTo>
                  <a:pt x="2855" y="29053"/>
                </a:lnTo>
                <a:lnTo>
                  <a:pt x="2855" y="29256"/>
                </a:lnTo>
                <a:lnTo>
                  <a:pt x="2951" y="29517"/>
                </a:lnTo>
                <a:lnTo>
                  <a:pt x="2951" y="29720"/>
                </a:lnTo>
                <a:lnTo>
                  <a:pt x="2951" y="29923"/>
                </a:lnTo>
                <a:lnTo>
                  <a:pt x="2951" y="30184"/>
                </a:lnTo>
                <a:lnTo>
                  <a:pt x="2951" y="30387"/>
                </a:lnTo>
                <a:lnTo>
                  <a:pt x="3015" y="30590"/>
                </a:lnTo>
                <a:lnTo>
                  <a:pt x="3015" y="30793"/>
                </a:lnTo>
                <a:lnTo>
                  <a:pt x="3015" y="31054"/>
                </a:lnTo>
                <a:lnTo>
                  <a:pt x="3015" y="31257"/>
                </a:lnTo>
                <a:lnTo>
                  <a:pt x="3079" y="31460"/>
                </a:lnTo>
                <a:lnTo>
                  <a:pt x="3079" y="31721"/>
                </a:lnTo>
                <a:lnTo>
                  <a:pt x="3079" y="31924"/>
                </a:lnTo>
                <a:lnTo>
                  <a:pt x="3079" y="32127"/>
                </a:lnTo>
                <a:lnTo>
                  <a:pt x="3079" y="32388"/>
                </a:lnTo>
                <a:lnTo>
                  <a:pt x="3143" y="32591"/>
                </a:lnTo>
                <a:lnTo>
                  <a:pt x="3143" y="32851"/>
                </a:lnTo>
                <a:lnTo>
                  <a:pt x="3143" y="33054"/>
                </a:lnTo>
                <a:lnTo>
                  <a:pt x="3143" y="33257"/>
                </a:lnTo>
                <a:lnTo>
                  <a:pt x="3240" y="33518"/>
                </a:lnTo>
                <a:lnTo>
                  <a:pt x="3240" y="3372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697193" y="3256528"/>
            <a:ext cx="3208" cy="55903"/>
          </a:xfrm>
          <a:custGeom>
            <a:avLst/>
            <a:gdLst/>
            <a:ahLst/>
            <a:cxnLst/>
            <a:rect l="l" t="t" r="r" b="b"/>
            <a:pathLst>
              <a:path w="3208" h="55903">
                <a:moveTo>
                  <a:pt x="0" y="0"/>
                </a:moveTo>
                <a:lnTo>
                  <a:pt x="0" y="260"/>
                </a:lnTo>
                <a:lnTo>
                  <a:pt x="0" y="463"/>
                </a:lnTo>
                <a:lnTo>
                  <a:pt x="0" y="724"/>
                </a:lnTo>
                <a:lnTo>
                  <a:pt x="64" y="927"/>
                </a:lnTo>
                <a:lnTo>
                  <a:pt x="64" y="1130"/>
                </a:lnTo>
                <a:lnTo>
                  <a:pt x="64" y="1391"/>
                </a:lnTo>
                <a:lnTo>
                  <a:pt x="64" y="1594"/>
                </a:lnTo>
                <a:lnTo>
                  <a:pt x="64" y="1855"/>
                </a:lnTo>
                <a:lnTo>
                  <a:pt x="128" y="2058"/>
                </a:lnTo>
                <a:lnTo>
                  <a:pt x="128" y="2319"/>
                </a:lnTo>
                <a:lnTo>
                  <a:pt x="128" y="2522"/>
                </a:lnTo>
                <a:lnTo>
                  <a:pt x="128" y="2783"/>
                </a:lnTo>
                <a:lnTo>
                  <a:pt x="192" y="3044"/>
                </a:lnTo>
                <a:lnTo>
                  <a:pt x="192" y="3247"/>
                </a:lnTo>
                <a:lnTo>
                  <a:pt x="192" y="3508"/>
                </a:lnTo>
                <a:lnTo>
                  <a:pt x="192" y="3711"/>
                </a:lnTo>
                <a:lnTo>
                  <a:pt x="192" y="3972"/>
                </a:lnTo>
                <a:lnTo>
                  <a:pt x="288" y="4175"/>
                </a:lnTo>
                <a:lnTo>
                  <a:pt x="288" y="4436"/>
                </a:lnTo>
                <a:lnTo>
                  <a:pt x="288" y="4639"/>
                </a:lnTo>
                <a:lnTo>
                  <a:pt x="288" y="4900"/>
                </a:lnTo>
                <a:lnTo>
                  <a:pt x="352" y="5190"/>
                </a:lnTo>
                <a:lnTo>
                  <a:pt x="352" y="5364"/>
                </a:lnTo>
                <a:lnTo>
                  <a:pt x="352" y="5654"/>
                </a:lnTo>
                <a:lnTo>
                  <a:pt x="352" y="5915"/>
                </a:lnTo>
                <a:lnTo>
                  <a:pt x="352" y="6118"/>
                </a:lnTo>
                <a:lnTo>
                  <a:pt x="417" y="6379"/>
                </a:lnTo>
                <a:lnTo>
                  <a:pt x="417" y="6581"/>
                </a:lnTo>
                <a:lnTo>
                  <a:pt x="417" y="6842"/>
                </a:lnTo>
                <a:lnTo>
                  <a:pt x="417" y="7103"/>
                </a:lnTo>
                <a:lnTo>
                  <a:pt x="513" y="7364"/>
                </a:lnTo>
                <a:lnTo>
                  <a:pt x="513" y="7567"/>
                </a:lnTo>
                <a:lnTo>
                  <a:pt x="513" y="7828"/>
                </a:lnTo>
                <a:lnTo>
                  <a:pt x="513" y="8089"/>
                </a:lnTo>
                <a:lnTo>
                  <a:pt x="513" y="8292"/>
                </a:lnTo>
                <a:lnTo>
                  <a:pt x="577" y="8553"/>
                </a:lnTo>
                <a:lnTo>
                  <a:pt x="577" y="8843"/>
                </a:lnTo>
                <a:lnTo>
                  <a:pt x="577" y="9104"/>
                </a:lnTo>
                <a:lnTo>
                  <a:pt x="577" y="9307"/>
                </a:lnTo>
                <a:lnTo>
                  <a:pt x="641" y="9568"/>
                </a:lnTo>
                <a:lnTo>
                  <a:pt x="641" y="9829"/>
                </a:lnTo>
                <a:lnTo>
                  <a:pt x="641" y="10090"/>
                </a:lnTo>
                <a:lnTo>
                  <a:pt x="641" y="10293"/>
                </a:lnTo>
                <a:lnTo>
                  <a:pt x="641" y="10554"/>
                </a:lnTo>
                <a:lnTo>
                  <a:pt x="705" y="10815"/>
                </a:lnTo>
                <a:lnTo>
                  <a:pt x="705" y="11105"/>
                </a:lnTo>
                <a:lnTo>
                  <a:pt x="705" y="11366"/>
                </a:lnTo>
                <a:lnTo>
                  <a:pt x="705" y="11569"/>
                </a:lnTo>
                <a:lnTo>
                  <a:pt x="802" y="11830"/>
                </a:lnTo>
                <a:lnTo>
                  <a:pt x="802" y="12091"/>
                </a:lnTo>
                <a:lnTo>
                  <a:pt x="802" y="12352"/>
                </a:lnTo>
                <a:lnTo>
                  <a:pt x="802" y="12613"/>
                </a:lnTo>
                <a:lnTo>
                  <a:pt x="802" y="12903"/>
                </a:lnTo>
                <a:lnTo>
                  <a:pt x="866" y="13076"/>
                </a:lnTo>
                <a:lnTo>
                  <a:pt x="866" y="13366"/>
                </a:lnTo>
                <a:lnTo>
                  <a:pt x="866" y="13627"/>
                </a:lnTo>
                <a:lnTo>
                  <a:pt x="866" y="13888"/>
                </a:lnTo>
                <a:lnTo>
                  <a:pt x="866" y="14149"/>
                </a:lnTo>
                <a:lnTo>
                  <a:pt x="930" y="14410"/>
                </a:lnTo>
                <a:lnTo>
                  <a:pt x="930" y="14671"/>
                </a:lnTo>
                <a:lnTo>
                  <a:pt x="930" y="14961"/>
                </a:lnTo>
                <a:lnTo>
                  <a:pt x="930" y="15222"/>
                </a:lnTo>
                <a:lnTo>
                  <a:pt x="1026" y="15483"/>
                </a:lnTo>
                <a:lnTo>
                  <a:pt x="1026" y="15744"/>
                </a:lnTo>
                <a:lnTo>
                  <a:pt x="1026" y="16005"/>
                </a:lnTo>
                <a:lnTo>
                  <a:pt x="1026" y="16295"/>
                </a:lnTo>
                <a:lnTo>
                  <a:pt x="1026" y="16469"/>
                </a:lnTo>
                <a:lnTo>
                  <a:pt x="1090" y="16759"/>
                </a:lnTo>
                <a:lnTo>
                  <a:pt x="1090" y="17020"/>
                </a:lnTo>
                <a:lnTo>
                  <a:pt x="1090" y="17281"/>
                </a:lnTo>
                <a:lnTo>
                  <a:pt x="1090" y="17542"/>
                </a:lnTo>
                <a:lnTo>
                  <a:pt x="1154" y="17803"/>
                </a:lnTo>
                <a:lnTo>
                  <a:pt x="1154" y="18151"/>
                </a:lnTo>
                <a:lnTo>
                  <a:pt x="1154" y="18412"/>
                </a:lnTo>
                <a:lnTo>
                  <a:pt x="1154" y="18673"/>
                </a:lnTo>
                <a:lnTo>
                  <a:pt x="1154" y="18934"/>
                </a:lnTo>
                <a:lnTo>
                  <a:pt x="1219" y="19195"/>
                </a:lnTo>
                <a:lnTo>
                  <a:pt x="1219" y="19485"/>
                </a:lnTo>
                <a:lnTo>
                  <a:pt x="1219" y="19745"/>
                </a:lnTo>
                <a:lnTo>
                  <a:pt x="1219" y="20006"/>
                </a:lnTo>
                <a:lnTo>
                  <a:pt x="1315" y="20267"/>
                </a:lnTo>
                <a:lnTo>
                  <a:pt x="1315" y="20528"/>
                </a:lnTo>
                <a:lnTo>
                  <a:pt x="1315" y="20789"/>
                </a:lnTo>
                <a:lnTo>
                  <a:pt x="1315" y="21079"/>
                </a:lnTo>
                <a:lnTo>
                  <a:pt x="1315" y="21340"/>
                </a:lnTo>
                <a:lnTo>
                  <a:pt x="1379" y="21659"/>
                </a:lnTo>
                <a:lnTo>
                  <a:pt x="1379" y="21920"/>
                </a:lnTo>
                <a:lnTo>
                  <a:pt x="1379" y="22210"/>
                </a:lnTo>
                <a:lnTo>
                  <a:pt x="1379" y="22471"/>
                </a:lnTo>
                <a:lnTo>
                  <a:pt x="1443" y="22732"/>
                </a:lnTo>
                <a:lnTo>
                  <a:pt x="1443" y="22993"/>
                </a:lnTo>
                <a:lnTo>
                  <a:pt x="1443" y="23254"/>
                </a:lnTo>
                <a:lnTo>
                  <a:pt x="1443" y="23602"/>
                </a:lnTo>
                <a:lnTo>
                  <a:pt x="1443" y="23863"/>
                </a:lnTo>
                <a:lnTo>
                  <a:pt x="1507" y="24124"/>
                </a:lnTo>
                <a:lnTo>
                  <a:pt x="1507" y="24385"/>
                </a:lnTo>
                <a:lnTo>
                  <a:pt x="1507" y="24646"/>
                </a:lnTo>
                <a:lnTo>
                  <a:pt x="1507" y="24994"/>
                </a:lnTo>
                <a:lnTo>
                  <a:pt x="1604" y="25255"/>
                </a:lnTo>
                <a:lnTo>
                  <a:pt x="1604" y="25516"/>
                </a:lnTo>
                <a:lnTo>
                  <a:pt x="1604" y="25777"/>
                </a:lnTo>
                <a:lnTo>
                  <a:pt x="1604" y="26124"/>
                </a:lnTo>
                <a:lnTo>
                  <a:pt x="1604" y="26385"/>
                </a:lnTo>
                <a:lnTo>
                  <a:pt x="1668" y="26646"/>
                </a:lnTo>
                <a:lnTo>
                  <a:pt x="1668" y="26907"/>
                </a:lnTo>
                <a:lnTo>
                  <a:pt x="1668" y="27255"/>
                </a:lnTo>
                <a:lnTo>
                  <a:pt x="1668" y="27516"/>
                </a:lnTo>
                <a:lnTo>
                  <a:pt x="1668" y="27777"/>
                </a:lnTo>
                <a:lnTo>
                  <a:pt x="1732" y="28125"/>
                </a:lnTo>
                <a:lnTo>
                  <a:pt x="1732" y="28386"/>
                </a:lnTo>
                <a:lnTo>
                  <a:pt x="1732" y="28647"/>
                </a:lnTo>
                <a:lnTo>
                  <a:pt x="1732" y="28995"/>
                </a:lnTo>
                <a:lnTo>
                  <a:pt x="1828" y="29256"/>
                </a:lnTo>
                <a:lnTo>
                  <a:pt x="1828" y="29517"/>
                </a:lnTo>
                <a:lnTo>
                  <a:pt x="1828" y="29836"/>
                </a:lnTo>
                <a:lnTo>
                  <a:pt x="1828" y="30126"/>
                </a:lnTo>
                <a:lnTo>
                  <a:pt x="1828" y="30387"/>
                </a:lnTo>
                <a:lnTo>
                  <a:pt x="1892" y="30706"/>
                </a:lnTo>
                <a:lnTo>
                  <a:pt x="1892" y="30967"/>
                </a:lnTo>
                <a:lnTo>
                  <a:pt x="1892" y="31315"/>
                </a:lnTo>
                <a:lnTo>
                  <a:pt x="1892" y="31576"/>
                </a:lnTo>
                <a:lnTo>
                  <a:pt x="1956" y="31837"/>
                </a:lnTo>
                <a:lnTo>
                  <a:pt x="1956" y="32185"/>
                </a:lnTo>
                <a:lnTo>
                  <a:pt x="1956" y="32446"/>
                </a:lnTo>
                <a:lnTo>
                  <a:pt x="1956" y="32764"/>
                </a:lnTo>
                <a:lnTo>
                  <a:pt x="1956" y="33025"/>
                </a:lnTo>
                <a:lnTo>
                  <a:pt x="2021" y="33315"/>
                </a:lnTo>
                <a:lnTo>
                  <a:pt x="2021" y="33634"/>
                </a:lnTo>
                <a:lnTo>
                  <a:pt x="2021" y="33895"/>
                </a:lnTo>
                <a:lnTo>
                  <a:pt x="2021" y="34243"/>
                </a:lnTo>
                <a:lnTo>
                  <a:pt x="2117" y="34504"/>
                </a:lnTo>
                <a:lnTo>
                  <a:pt x="2117" y="34823"/>
                </a:lnTo>
                <a:lnTo>
                  <a:pt x="2117" y="35113"/>
                </a:lnTo>
                <a:lnTo>
                  <a:pt x="2117" y="35432"/>
                </a:lnTo>
                <a:lnTo>
                  <a:pt x="2117" y="35693"/>
                </a:lnTo>
                <a:lnTo>
                  <a:pt x="2181" y="36041"/>
                </a:lnTo>
                <a:lnTo>
                  <a:pt x="2181" y="36302"/>
                </a:lnTo>
                <a:lnTo>
                  <a:pt x="2181" y="36621"/>
                </a:lnTo>
                <a:lnTo>
                  <a:pt x="2181" y="36882"/>
                </a:lnTo>
                <a:lnTo>
                  <a:pt x="2245" y="37230"/>
                </a:lnTo>
                <a:lnTo>
                  <a:pt x="2245" y="37491"/>
                </a:lnTo>
                <a:lnTo>
                  <a:pt x="2245" y="37839"/>
                </a:lnTo>
                <a:lnTo>
                  <a:pt x="2245" y="38158"/>
                </a:lnTo>
                <a:lnTo>
                  <a:pt x="2245" y="38419"/>
                </a:lnTo>
                <a:lnTo>
                  <a:pt x="2309" y="38767"/>
                </a:lnTo>
                <a:lnTo>
                  <a:pt x="2309" y="39028"/>
                </a:lnTo>
                <a:lnTo>
                  <a:pt x="2309" y="39346"/>
                </a:lnTo>
                <a:lnTo>
                  <a:pt x="2309" y="39694"/>
                </a:lnTo>
                <a:lnTo>
                  <a:pt x="2406" y="39955"/>
                </a:lnTo>
                <a:lnTo>
                  <a:pt x="2406" y="40274"/>
                </a:lnTo>
                <a:lnTo>
                  <a:pt x="2406" y="40564"/>
                </a:lnTo>
                <a:lnTo>
                  <a:pt x="2406" y="40883"/>
                </a:lnTo>
                <a:lnTo>
                  <a:pt x="2406" y="41231"/>
                </a:lnTo>
                <a:lnTo>
                  <a:pt x="2470" y="41492"/>
                </a:lnTo>
                <a:lnTo>
                  <a:pt x="2470" y="41811"/>
                </a:lnTo>
                <a:lnTo>
                  <a:pt x="2470" y="42159"/>
                </a:lnTo>
                <a:lnTo>
                  <a:pt x="2470" y="42420"/>
                </a:lnTo>
                <a:lnTo>
                  <a:pt x="2470" y="42739"/>
                </a:lnTo>
                <a:lnTo>
                  <a:pt x="2534" y="43087"/>
                </a:lnTo>
                <a:lnTo>
                  <a:pt x="2534" y="43348"/>
                </a:lnTo>
                <a:lnTo>
                  <a:pt x="2534" y="43667"/>
                </a:lnTo>
                <a:lnTo>
                  <a:pt x="2534" y="44015"/>
                </a:lnTo>
                <a:lnTo>
                  <a:pt x="2630" y="44276"/>
                </a:lnTo>
                <a:lnTo>
                  <a:pt x="2630" y="44595"/>
                </a:lnTo>
                <a:lnTo>
                  <a:pt x="2630" y="44943"/>
                </a:lnTo>
                <a:lnTo>
                  <a:pt x="2630" y="45262"/>
                </a:lnTo>
                <a:lnTo>
                  <a:pt x="2630" y="45552"/>
                </a:lnTo>
                <a:lnTo>
                  <a:pt x="2694" y="45870"/>
                </a:lnTo>
                <a:lnTo>
                  <a:pt x="2694" y="46218"/>
                </a:lnTo>
                <a:lnTo>
                  <a:pt x="2694" y="46537"/>
                </a:lnTo>
                <a:lnTo>
                  <a:pt x="2694" y="46798"/>
                </a:lnTo>
                <a:lnTo>
                  <a:pt x="2758" y="47146"/>
                </a:lnTo>
                <a:lnTo>
                  <a:pt x="2758" y="47465"/>
                </a:lnTo>
                <a:lnTo>
                  <a:pt x="2758" y="47813"/>
                </a:lnTo>
                <a:lnTo>
                  <a:pt x="2758" y="48074"/>
                </a:lnTo>
                <a:lnTo>
                  <a:pt x="2758" y="48393"/>
                </a:lnTo>
                <a:lnTo>
                  <a:pt x="2823" y="48741"/>
                </a:lnTo>
                <a:lnTo>
                  <a:pt x="2823" y="49060"/>
                </a:lnTo>
                <a:lnTo>
                  <a:pt x="2823" y="49408"/>
                </a:lnTo>
                <a:lnTo>
                  <a:pt x="2823" y="49727"/>
                </a:lnTo>
                <a:lnTo>
                  <a:pt x="2919" y="49988"/>
                </a:lnTo>
                <a:lnTo>
                  <a:pt x="2919" y="50336"/>
                </a:lnTo>
                <a:lnTo>
                  <a:pt x="2919" y="50655"/>
                </a:lnTo>
                <a:lnTo>
                  <a:pt x="2919" y="51003"/>
                </a:lnTo>
                <a:lnTo>
                  <a:pt x="2919" y="51322"/>
                </a:lnTo>
                <a:lnTo>
                  <a:pt x="2983" y="51670"/>
                </a:lnTo>
                <a:lnTo>
                  <a:pt x="2983" y="51989"/>
                </a:lnTo>
                <a:lnTo>
                  <a:pt x="2983" y="52307"/>
                </a:lnTo>
                <a:lnTo>
                  <a:pt x="2983" y="52597"/>
                </a:lnTo>
                <a:lnTo>
                  <a:pt x="3047" y="52916"/>
                </a:lnTo>
                <a:lnTo>
                  <a:pt x="3047" y="53264"/>
                </a:lnTo>
                <a:lnTo>
                  <a:pt x="3047" y="53583"/>
                </a:lnTo>
                <a:lnTo>
                  <a:pt x="3047" y="53931"/>
                </a:lnTo>
                <a:lnTo>
                  <a:pt x="3047" y="54250"/>
                </a:lnTo>
                <a:lnTo>
                  <a:pt x="3143" y="54569"/>
                </a:lnTo>
                <a:lnTo>
                  <a:pt x="3143" y="54917"/>
                </a:lnTo>
                <a:lnTo>
                  <a:pt x="3143" y="55236"/>
                </a:lnTo>
                <a:lnTo>
                  <a:pt x="3143" y="55584"/>
                </a:lnTo>
                <a:lnTo>
                  <a:pt x="3208" y="5590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700401" y="3312431"/>
            <a:ext cx="3143" cy="73880"/>
          </a:xfrm>
          <a:custGeom>
            <a:avLst/>
            <a:gdLst/>
            <a:ahLst/>
            <a:cxnLst/>
            <a:rect l="l" t="t" r="r" b="b"/>
            <a:pathLst>
              <a:path w="3143" h="73880">
                <a:moveTo>
                  <a:pt x="0" y="0"/>
                </a:moveTo>
                <a:lnTo>
                  <a:pt x="0" y="347"/>
                </a:lnTo>
                <a:lnTo>
                  <a:pt x="0" y="666"/>
                </a:lnTo>
                <a:lnTo>
                  <a:pt x="0" y="1014"/>
                </a:lnTo>
                <a:lnTo>
                  <a:pt x="0" y="1333"/>
                </a:lnTo>
                <a:lnTo>
                  <a:pt x="64" y="1681"/>
                </a:lnTo>
                <a:lnTo>
                  <a:pt x="64" y="2000"/>
                </a:lnTo>
                <a:lnTo>
                  <a:pt x="64" y="2348"/>
                </a:lnTo>
                <a:lnTo>
                  <a:pt x="64" y="2667"/>
                </a:lnTo>
                <a:lnTo>
                  <a:pt x="64" y="3015"/>
                </a:lnTo>
                <a:lnTo>
                  <a:pt x="128" y="3334"/>
                </a:lnTo>
                <a:lnTo>
                  <a:pt x="128" y="3653"/>
                </a:lnTo>
                <a:lnTo>
                  <a:pt x="128" y="4001"/>
                </a:lnTo>
                <a:lnTo>
                  <a:pt x="128" y="4320"/>
                </a:lnTo>
                <a:lnTo>
                  <a:pt x="224" y="4668"/>
                </a:lnTo>
                <a:lnTo>
                  <a:pt x="224" y="4987"/>
                </a:lnTo>
                <a:lnTo>
                  <a:pt x="224" y="5335"/>
                </a:lnTo>
                <a:lnTo>
                  <a:pt x="224" y="5654"/>
                </a:lnTo>
                <a:lnTo>
                  <a:pt x="224" y="6002"/>
                </a:lnTo>
                <a:lnTo>
                  <a:pt x="288" y="6321"/>
                </a:lnTo>
                <a:lnTo>
                  <a:pt x="288" y="6668"/>
                </a:lnTo>
                <a:lnTo>
                  <a:pt x="288" y="7045"/>
                </a:lnTo>
                <a:lnTo>
                  <a:pt x="288" y="7393"/>
                </a:lnTo>
                <a:lnTo>
                  <a:pt x="352" y="7712"/>
                </a:lnTo>
                <a:lnTo>
                  <a:pt x="352" y="8060"/>
                </a:lnTo>
                <a:lnTo>
                  <a:pt x="352" y="8379"/>
                </a:lnTo>
                <a:lnTo>
                  <a:pt x="352" y="8727"/>
                </a:lnTo>
                <a:lnTo>
                  <a:pt x="352" y="9046"/>
                </a:lnTo>
                <a:lnTo>
                  <a:pt x="417" y="9452"/>
                </a:lnTo>
                <a:lnTo>
                  <a:pt x="417" y="9771"/>
                </a:lnTo>
                <a:lnTo>
                  <a:pt x="417" y="10119"/>
                </a:lnTo>
                <a:lnTo>
                  <a:pt x="417" y="10438"/>
                </a:lnTo>
                <a:lnTo>
                  <a:pt x="513" y="10786"/>
                </a:lnTo>
                <a:lnTo>
                  <a:pt x="513" y="11105"/>
                </a:lnTo>
                <a:lnTo>
                  <a:pt x="513" y="11511"/>
                </a:lnTo>
                <a:lnTo>
                  <a:pt x="513" y="11859"/>
                </a:lnTo>
                <a:lnTo>
                  <a:pt x="513" y="12178"/>
                </a:lnTo>
                <a:lnTo>
                  <a:pt x="577" y="12497"/>
                </a:lnTo>
                <a:lnTo>
                  <a:pt x="577" y="12845"/>
                </a:lnTo>
                <a:lnTo>
                  <a:pt x="577" y="13250"/>
                </a:lnTo>
                <a:lnTo>
                  <a:pt x="577" y="13569"/>
                </a:lnTo>
                <a:lnTo>
                  <a:pt x="641" y="13917"/>
                </a:lnTo>
                <a:lnTo>
                  <a:pt x="641" y="14236"/>
                </a:lnTo>
                <a:lnTo>
                  <a:pt x="641" y="14642"/>
                </a:lnTo>
                <a:lnTo>
                  <a:pt x="641" y="14961"/>
                </a:lnTo>
                <a:lnTo>
                  <a:pt x="641" y="15309"/>
                </a:lnTo>
                <a:lnTo>
                  <a:pt x="737" y="15628"/>
                </a:lnTo>
                <a:lnTo>
                  <a:pt x="737" y="16034"/>
                </a:lnTo>
                <a:lnTo>
                  <a:pt x="737" y="16353"/>
                </a:lnTo>
                <a:lnTo>
                  <a:pt x="737" y="16701"/>
                </a:lnTo>
                <a:lnTo>
                  <a:pt x="802" y="17107"/>
                </a:lnTo>
                <a:lnTo>
                  <a:pt x="802" y="17426"/>
                </a:lnTo>
                <a:lnTo>
                  <a:pt x="802" y="17774"/>
                </a:lnTo>
                <a:lnTo>
                  <a:pt x="802" y="18151"/>
                </a:lnTo>
                <a:lnTo>
                  <a:pt x="802" y="18499"/>
                </a:lnTo>
                <a:lnTo>
                  <a:pt x="866" y="18818"/>
                </a:lnTo>
                <a:lnTo>
                  <a:pt x="866" y="19224"/>
                </a:lnTo>
                <a:lnTo>
                  <a:pt x="866" y="19571"/>
                </a:lnTo>
                <a:lnTo>
                  <a:pt x="866" y="19890"/>
                </a:lnTo>
                <a:lnTo>
                  <a:pt x="866" y="20296"/>
                </a:lnTo>
                <a:lnTo>
                  <a:pt x="930" y="20615"/>
                </a:lnTo>
                <a:lnTo>
                  <a:pt x="930" y="20963"/>
                </a:lnTo>
                <a:lnTo>
                  <a:pt x="930" y="21340"/>
                </a:lnTo>
                <a:lnTo>
                  <a:pt x="930" y="21688"/>
                </a:lnTo>
                <a:lnTo>
                  <a:pt x="1026" y="22007"/>
                </a:lnTo>
                <a:lnTo>
                  <a:pt x="1026" y="22413"/>
                </a:lnTo>
                <a:lnTo>
                  <a:pt x="1026" y="22761"/>
                </a:lnTo>
                <a:lnTo>
                  <a:pt x="1026" y="23138"/>
                </a:lnTo>
                <a:lnTo>
                  <a:pt x="1026" y="23486"/>
                </a:lnTo>
                <a:lnTo>
                  <a:pt x="1090" y="23892"/>
                </a:lnTo>
                <a:lnTo>
                  <a:pt x="1090" y="24211"/>
                </a:lnTo>
                <a:lnTo>
                  <a:pt x="1090" y="24559"/>
                </a:lnTo>
                <a:lnTo>
                  <a:pt x="1090" y="24936"/>
                </a:lnTo>
                <a:lnTo>
                  <a:pt x="1154" y="25284"/>
                </a:lnTo>
                <a:lnTo>
                  <a:pt x="1154" y="25690"/>
                </a:lnTo>
                <a:lnTo>
                  <a:pt x="1154" y="26009"/>
                </a:lnTo>
                <a:lnTo>
                  <a:pt x="1154" y="26414"/>
                </a:lnTo>
                <a:lnTo>
                  <a:pt x="1154" y="26733"/>
                </a:lnTo>
                <a:lnTo>
                  <a:pt x="1251" y="27139"/>
                </a:lnTo>
                <a:lnTo>
                  <a:pt x="1251" y="27458"/>
                </a:lnTo>
                <a:lnTo>
                  <a:pt x="1251" y="27864"/>
                </a:lnTo>
                <a:lnTo>
                  <a:pt x="1251" y="28212"/>
                </a:lnTo>
                <a:lnTo>
                  <a:pt x="1315" y="28531"/>
                </a:lnTo>
                <a:lnTo>
                  <a:pt x="1315" y="28937"/>
                </a:lnTo>
                <a:lnTo>
                  <a:pt x="1315" y="29343"/>
                </a:lnTo>
                <a:lnTo>
                  <a:pt x="1315" y="29662"/>
                </a:lnTo>
                <a:lnTo>
                  <a:pt x="1315" y="30068"/>
                </a:lnTo>
                <a:lnTo>
                  <a:pt x="1379" y="30387"/>
                </a:lnTo>
                <a:lnTo>
                  <a:pt x="1379" y="30793"/>
                </a:lnTo>
                <a:lnTo>
                  <a:pt x="1379" y="31141"/>
                </a:lnTo>
                <a:lnTo>
                  <a:pt x="1379" y="31518"/>
                </a:lnTo>
                <a:lnTo>
                  <a:pt x="1443" y="31866"/>
                </a:lnTo>
                <a:lnTo>
                  <a:pt x="1443" y="32272"/>
                </a:lnTo>
                <a:lnTo>
                  <a:pt x="1443" y="32591"/>
                </a:lnTo>
                <a:lnTo>
                  <a:pt x="1443" y="32996"/>
                </a:lnTo>
                <a:lnTo>
                  <a:pt x="1443" y="33402"/>
                </a:lnTo>
                <a:lnTo>
                  <a:pt x="1539" y="33721"/>
                </a:lnTo>
                <a:lnTo>
                  <a:pt x="1539" y="34127"/>
                </a:lnTo>
                <a:lnTo>
                  <a:pt x="1539" y="34446"/>
                </a:lnTo>
                <a:lnTo>
                  <a:pt x="1539" y="34852"/>
                </a:lnTo>
                <a:lnTo>
                  <a:pt x="1604" y="35200"/>
                </a:lnTo>
                <a:lnTo>
                  <a:pt x="1604" y="35577"/>
                </a:lnTo>
                <a:lnTo>
                  <a:pt x="1604" y="35983"/>
                </a:lnTo>
                <a:lnTo>
                  <a:pt x="1604" y="36302"/>
                </a:lnTo>
                <a:lnTo>
                  <a:pt x="1604" y="36708"/>
                </a:lnTo>
                <a:lnTo>
                  <a:pt x="1668" y="37114"/>
                </a:lnTo>
                <a:lnTo>
                  <a:pt x="1668" y="37433"/>
                </a:lnTo>
                <a:lnTo>
                  <a:pt x="1668" y="37839"/>
                </a:lnTo>
                <a:lnTo>
                  <a:pt x="1668" y="38245"/>
                </a:lnTo>
                <a:lnTo>
                  <a:pt x="1668" y="38564"/>
                </a:lnTo>
                <a:lnTo>
                  <a:pt x="1732" y="38970"/>
                </a:lnTo>
                <a:lnTo>
                  <a:pt x="1732" y="39375"/>
                </a:lnTo>
                <a:lnTo>
                  <a:pt x="1732" y="39694"/>
                </a:lnTo>
                <a:lnTo>
                  <a:pt x="1732" y="40100"/>
                </a:lnTo>
                <a:lnTo>
                  <a:pt x="1828" y="40506"/>
                </a:lnTo>
                <a:lnTo>
                  <a:pt x="1828" y="40825"/>
                </a:lnTo>
                <a:lnTo>
                  <a:pt x="1828" y="41231"/>
                </a:lnTo>
                <a:lnTo>
                  <a:pt x="1828" y="41637"/>
                </a:lnTo>
                <a:lnTo>
                  <a:pt x="1828" y="41956"/>
                </a:lnTo>
                <a:lnTo>
                  <a:pt x="1892" y="42362"/>
                </a:lnTo>
                <a:lnTo>
                  <a:pt x="1892" y="42768"/>
                </a:lnTo>
                <a:lnTo>
                  <a:pt x="1892" y="43174"/>
                </a:lnTo>
                <a:lnTo>
                  <a:pt x="1892" y="43493"/>
                </a:lnTo>
                <a:lnTo>
                  <a:pt x="1956" y="43899"/>
                </a:lnTo>
                <a:lnTo>
                  <a:pt x="1956" y="44305"/>
                </a:lnTo>
                <a:lnTo>
                  <a:pt x="1956" y="44624"/>
                </a:lnTo>
                <a:lnTo>
                  <a:pt x="1956" y="45030"/>
                </a:lnTo>
                <a:lnTo>
                  <a:pt x="1956" y="45436"/>
                </a:lnTo>
                <a:lnTo>
                  <a:pt x="2053" y="45812"/>
                </a:lnTo>
                <a:lnTo>
                  <a:pt x="2053" y="46218"/>
                </a:lnTo>
                <a:lnTo>
                  <a:pt x="2053" y="46566"/>
                </a:lnTo>
                <a:lnTo>
                  <a:pt x="2053" y="46943"/>
                </a:lnTo>
                <a:lnTo>
                  <a:pt x="2117" y="47349"/>
                </a:lnTo>
                <a:lnTo>
                  <a:pt x="2117" y="47755"/>
                </a:lnTo>
                <a:lnTo>
                  <a:pt x="2117" y="48074"/>
                </a:lnTo>
                <a:lnTo>
                  <a:pt x="2117" y="48480"/>
                </a:lnTo>
                <a:lnTo>
                  <a:pt x="2117" y="48886"/>
                </a:lnTo>
                <a:lnTo>
                  <a:pt x="2181" y="49292"/>
                </a:lnTo>
                <a:lnTo>
                  <a:pt x="2181" y="49669"/>
                </a:lnTo>
                <a:lnTo>
                  <a:pt x="2181" y="50075"/>
                </a:lnTo>
                <a:lnTo>
                  <a:pt x="2181" y="50423"/>
                </a:lnTo>
                <a:lnTo>
                  <a:pt x="2245" y="50800"/>
                </a:lnTo>
                <a:lnTo>
                  <a:pt x="2245" y="51206"/>
                </a:lnTo>
                <a:lnTo>
                  <a:pt x="2245" y="51612"/>
                </a:lnTo>
                <a:lnTo>
                  <a:pt x="2245" y="52018"/>
                </a:lnTo>
                <a:lnTo>
                  <a:pt x="2245" y="52394"/>
                </a:lnTo>
                <a:lnTo>
                  <a:pt x="2341" y="52742"/>
                </a:lnTo>
                <a:lnTo>
                  <a:pt x="2341" y="53148"/>
                </a:lnTo>
                <a:lnTo>
                  <a:pt x="2341" y="53525"/>
                </a:lnTo>
                <a:lnTo>
                  <a:pt x="2341" y="53931"/>
                </a:lnTo>
                <a:lnTo>
                  <a:pt x="2406" y="54337"/>
                </a:lnTo>
                <a:lnTo>
                  <a:pt x="2406" y="54743"/>
                </a:lnTo>
                <a:lnTo>
                  <a:pt x="2406" y="55149"/>
                </a:lnTo>
                <a:lnTo>
                  <a:pt x="2406" y="55526"/>
                </a:lnTo>
                <a:lnTo>
                  <a:pt x="2406" y="55932"/>
                </a:lnTo>
                <a:lnTo>
                  <a:pt x="2470" y="56251"/>
                </a:lnTo>
                <a:lnTo>
                  <a:pt x="2470" y="56657"/>
                </a:lnTo>
                <a:lnTo>
                  <a:pt x="2470" y="57063"/>
                </a:lnTo>
                <a:lnTo>
                  <a:pt x="2470" y="57469"/>
                </a:lnTo>
                <a:lnTo>
                  <a:pt x="2470" y="57875"/>
                </a:lnTo>
                <a:lnTo>
                  <a:pt x="2534" y="58252"/>
                </a:lnTo>
                <a:lnTo>
                  <a:pt x="2534" y="58658"/>
                </a:lnTo>
                <a:lnTo>
                  <a:pt x="2534" y="59063"/>
                </a:lnTo>
                <a:lnTo>
                  <a:pt x="2534" y="59469"/>
                </a:lnTo>
                <a:lnTo>
                  <a:pt x="2630" y="59846"/>
                </a:lnTo>
                <a:lnTo>
                  <a:pt x="2630" y="60252"/>
                </a:lnTo>
                <a:lnTo>
                  <a:pt x="2630" y="60658"/>
                </a:lnTo>
                <a:lnTo>
                  <a:pt x="2630" y="61064"/>
                </a:lnTo>
                <a:lnTo>
                  <a:pt x="2630" y="61441"/>
                </a:lnTo>
                <a:lnTo>
                  <a:pt x="2694" y="61847"/>
                </a:lnTo>
                <a:lnTo>
                  <a:pt x="2694" y="62253"/>
                </a:lnTo>
                <a:lnTo>
                  <a:pt x="2694" y="62659"/>
                </a:lnTo>
                <a:lnTo>
                  <a:pt x="2694" y="63036"/>
                </a:lnTo>
                <a:lnTo>
                  <a:pt x="2758" y="63442"/>
                </a:lnTo>
                <a:lnTo>
                  <a:pt x="2758" y="63848"/>
                </a:lnTo>
                <a:lnTo>
                  <a:pt x="2758" y="64254"/>
                </a:lnTo>
                <a:lnTo>
                  <a:pt x="2758" y="64631"/>
                </a:lnTo>
                <a:lnTo>
                  <a:pt x="2758" y="65037"/>
                </a:lnTo>
                <a:lnTo>
                  <a:pt x="2855" y="65442"/>
                </a:lnTo>
                <a:lnTo>
                  <a:pt x="2855" y="65848"/>
                </a:lnTo>
                <a:lnTo>
                  <a:pt x="2855" y="66225"/>
                </a:lnTo>
                <a:lnTo>
                  <a:pt x="2855" y="66631"/>
                </a:lnTo>
                <a:lnTo>
                  <a:pt x="2919" y="67037"/>
                </a:lnTo>
                <a:lnTo>
                  <a:pt x="2919" y="67443"/>
                </a:lnTo>
                <a:lnTo>
                  <a:pt x="2919" y="67849"/>
                </a:lnTo>
                <a:lnTo>
                  <a:pt x="2919" y="68226"/>
                </a:lnTo>
                <a:lnTo>
                  <a:pt x="2919" y="68632"/>
                </a:lnTo>
                <a:lnTo>
                  <a:pt x="2983" y="69038"/>
                </a:lnTo>
                <a:lnTo>
                  <a:pt x="2983" y="69444"/>
                </a:lnTo>
                <a:lnTo>
                  <a:pt x="2983" y="69821"/>
                </a:lnTo>
                <a:lnTo>
                  <a:pt x="2983" y="70227"/>
                </a:lnTo>
                <a:lnTo>
                  <a:pt x="3047" y="70633"/>
                </a:lnTo>
                <a:lnTo>
                  <a:pt x="3047" y="71097"/>
                </a:lnTo>
                <a:lnTo>
                  <a:pt x="3047" y="71503"/>
                </a:lnTo>
                <a:lnTo>
                  <a:pt x="3047" y="71879"/>
                </a:lnTo>
                <a:lnTo>
                  <a:pt x="3047" y="72285"/>
                </a:lnTo>
                <a:lnTo>
                  <a:pt x="3143" y="72691"/>
                </a:lnTo>
                <a:lnTo>
                  <a:pt x="3143" y="73097"/>
                </a:lnTo>
                <a:lnTo>
                  <a:pt x="3143" y="73474"/>
                </a:lnTo>
                <a:lnTo>
                  <a:pt x="3143" y="7388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703545" y="3386312"/>
            <a:ext cx="3208" cy="86000"/>
          </a:xfrm>
          <a:custGeom>
            <a:avLst/>
            <a:gdLst/>
            <a:ahLst/>
            <a:cxnLst/>
            <a:rect l="l" t="t" r="r" b="b"/>
            <a:pathLst>
              <a:path w="3208" h="86000">
                <a:moveTo>
                  <a:pt x="0" y="0"/>
                </a:moveTo>
                <a:lnTo>
                  <a:pt x="64" y="405"/>
                </a:lnTo>
                <a:lnTo>
                  <a:pt x="64" y="869"/>
                </a:lnTo>
                <a:lnTo>
                  <a:pt x="64" y="1275"/>
                </a:lnTo>
                <a:lnTo>
                  <a:pt x="64" y="1681"/>
                </a:lnTo>
                <a:lnTo>
                  <a:pt x="64" y="2058"/>
                </a:lnTo>
                <a:lnTo>
                  <a:pt x="128" y="2464"/>
                </a:lnTo>
                <a:lnTo>
                  <a:pt x="128" y="2870"/>
                </a:lnTo>
                <a:lnTo>
                  <a:pt x="128" y="3276"/>
                </a:lnTo>
                <a:lnTo>
                  <a:pt x="128" y="3740"/>
                </a:lnTo>
                <a:lnTo>
                  <a:pt x="128" y="4117"/>
                </a:lnTo>
                <a:lnTo>
                  <a:pt x="224" y="4523"/>
                </a:lnTo>
                <a:lnTo>
                  <a:pt x="224" y="4929"/>
                </a:lnTo>
                <a:lnTo>
                  <a:pt x="224" y="5335"/>
                </a:lnTo>
                <a:lnTo>
                  <a:pt x="224" y="5799"/>
                </a:lnTo>
                <a:lnTo>
                  <a:pt x="288" y="6205"/>
                </a:lnTo>
                <a:lnTo>
                  <a:pt x="288" y="6581"/>
                </a:lnTo>
                <a:lnTo>
                  <a:pt x="288" y="6987"/>
                </a:lnTo>
                <a:lnTo>
                  <a:pt x="288" y="7393"/>
                </a:lnTo>
                <a:lnTo>
                  <a:pt x="288" y="7857"/>
                </a:lnTo>
                <a:lnTo>
                  <a:pt x="352" y="8263"/>
                </a:lnTo>
                <a:lnTo>
                  <a:pt x="352" y="8640"/>
                </a:lnTo>
                <a:lnTo>
                  <a:pt x="352" y="9046"/>
                </a:lnTo>
                <a:lnTo>
                  <a:pt x="352" y="9452"/>
                </a:lnTo>
                <a:lnTo>
                  <a:pt x="417" y="9916"/>
                </a:lnTo>
                <a:lnTo>
                  <a:pt x="417" y="10322"/>
                </a:lnTo>
                <a:lnTo>
                  <a:pt x="417" y="10699"/>
                </a:lnTo>
                <a:lnTo>
                  <a:pt x="417" y="11105"/>
                </a:lnTo>
                <a:lnTo>
                  <a:pt x="417" y="11569"/>
                </a:lnTo>
                <a:lnTo>
                  <a:pt x="513" y="11975"/>
                </a:lnTo>
                <a:lnTo>
                  <a:pt x="513" y="12381"/>
                </a:lnTo>
                <a:lnTo>
                  <a:pt x="513" y="12787"/>
                </a:lnTo>
                <a:lnTo>
                  <a:pt x="513" y="13250"/>
                </a:lnTo>
                <a:lnTo>
                  <a:pt x="577" y="13627"/>
                </a:lnTo>
                <a:lnTo>
                  <a:pt x="577" y="14033"/>
                </a:lnTo>
                <a:lnTo>
                  <a:pt x="577" y="14439"/>
                </a:lnTo>
                <a:lnTo>
                  <a:pt x="577" y="14903"/>
                </a:lnTo>
                <a:lnTo>
                  <a:pt x="577" y="15309"/>
                </a:lnTo>
                <a:lnTo>
                  <a:pt x="641" y="15686"/>
                </a:lnTo>
                <a:lnTo>
                  <a:pt x="641" y="16179"/>
                </a:lnTo>
                <a:lnTo>
                  <a:pt x="641" y="16556"/>
                </a:lnTo>
                <a:lnTo>
                  <a:pt x="641" y="16962"/>
                </a:lnTo>
                <a:lnTo>
                  <a:pt x="705" y="17426"/>
                </a:lnTo>
                <a:lnTo>
                  <a:pt x="705" y="17832"/>
                </a:lnTo>
                <a:lnTo>
                  <a:pt x="705" y="18238"/>
                </a:lnTo>
                <a:lnTo>
                  <a:pt x="705" y="18702"/>
                </a:lnTo>
                <a:lnTo>
                  <a:pt x="705" y="19079"/>
                </a:lnTo>
                <a:lnTo>
                  <a:pt x="802" y="19485"/>
                </a:lnTo>
                <a:lnTo>
                  <a:pt x="802" y="19890"/>
                </a:lnTo>
                <a:lnTo>
                  <a:pt x="802" y="20354"/>
                </a:lnTo>
                <a:lnTo>
                  <a:pt x="802" y="20760"/>
                </a:lnTo>
                <a:lnTo>
                  <a:pt x="866" y="21224"/>
                </a:lnTo>
                <a:lnTo>
                  <a:pt x="866" y="21630"/>
                </a:lnTo>
                <a:lnTo>
                  <a:pt x="866" y="22007"/>
                </a:lnTo>
                <a:lnTo>
                  <a:pt x="866" y="22471"/>
                </a:lnTo>
                <a:lnTo>
                  <a:pt x="866" y="22877"/>
                </a:lnTo>
                <a:lnTo>
                  <a:pt x="930" y="23283"/>
                </a:lnTo>
                <a:lnTo>
                  <a:pt x="930" y="23747"/>
                </a:lnTo>
                <a:lnTo>
                  <a:pt x="930" y="24153"/>
                </a:lnTo>
                <a:lnTo>
                  <a:pt x="930" y="24530"/>
                </a:lnTo>
                <a:lnTo>
                  <a:pt x="930" y="25023"/>
                </a:lnTo>
                <a:lnTo>
                  <a:pt x="1026" y="25400"/>
                </a:lnTo>
                <a:lnTo>
                  <a:pt x="1026" y="25864"/>
                </a:lnTo>
                <a:lnTo>
                  <a:pt x="1026" y="26269"/>
                </a:lnTo>
                <a:lnTo>
                  <a:pt x="1026" y="26675"/>
                </a:lnTo>
                <a:lnTo>
                  <a:pt x="1090" y="27139"/>
                </a:lnTo>
                <a:lnTo>
                  <a:pt x="1090" y="27545"/>
                </a:lnTo>
                <a:lnTo>
                  <a:pt x="1090" y="28009"/>
                </a:lnTo>
                <a:lnTo>
                  <a:pt x="1090" y="28386"/>
                </a:lnTo>
                <a:lnTo>
                  <a:pt x="1090" y="28792"/>
                </a:lnTo>
                <a:lnTo>
                  <a:pt x="1154" y="29256"/>
                </a:lnTo>
                <a:lnTo>
                  <a:pt x="1154" y="29662"/>
                </a:lnTo>
                <a:lnTo>
                  <a:pt x="1154" y="30126"/>
                </a:lnTo>
                <a:lnTo>
                  <a:pt x="1154" y="30532"/>
                </a:lnTo>
                <a:lnTo>
                  <a:pt x="1219" y="30938"/>
                </a:lnTo>
                <a:lnTo>
                  <a:pt x="1219" y="31402"/>
                </a:lnTo>
                <a:lnTo>
                  <a:pt x="1219" y="31779"/>
                </a:lnTo>
                <a:lnTo>
                  <a:pt x="1219" y="32243"/>
                </a:lnTo>
                <a:lnTo>
                  <a:pt x="1219" y="32648"/>
                </a:lnTo>
                <a:lnTo>
                  <a:pt x="1315" y="33112"/>
                </a:lnTo>
                <a:lnTo>
                  <a:pt x="1315" y="33518"/>
                </a:lnTo>
                <a:lnTo>
                  <a:pt x="1315" y="33982"/>
                </a:lnTo>
                <a:lnTo>
                  <a:pt x="1315" y="34388"/>
                </a:lnTo>
                <a:lnTo>
                  <a:pt x="1379" y="34794"/>
                </a:lnTo>
                <a:lnTo>
                  <a:pt x="1379" y="35258"/>
                </a:lnTo>
                <a:lnTo>
                  <a:pt x="1379" y="35635"/>
                </a:lnTo>
                <a:lnTo>
                  <a:pt x="1379" y="36128"/>
                </a:lnTo>
                <a:lnTo>
                  <a:pt x="1379" y="36505"/>
                </a:lnTo>
                <a:lnTo>
                  <a:pt x="1443" y="36969"/>
                </a:lnTo>
                <a:lnTo>
                  <a:pt x="1443" y="37375"/>
                </a:lnTo>
                <a:lnTo>
                  <a:pt x="1443" y="37839"/>
                </a:lnTo>
                <a:lnTo>
                  <a:pt x="1443" y="38245"/>
                </a:lnTo>
                <a:lnTo>
                  <a:pt x="1539" y="38709"/>
                </a:lnTo>
                <a:lnTo>
                  <a:pt x="1539" y="39114"/>
                </a:lnTo>
                <a:lnTo>
                  <a:pt x="1539" y="39578"/>
                </a:lnTo>
                <a:lnTo>
                  <a:pt x="1539" y="39984"/>
                </a:lnTo>
                <a:lnTo>
                  <a:pt x="1539" y="40448"/>
                </a:lnTo>
                <a:lnTo>
                  <a:pt x="1604" y="40825"/>
                </a:lnTo>
                <a:lnTo>
                  <a:pt x="1604" y="41289"/>
                </a:lnTo>
                <a:lnTo>
                  <a:pt x="1604" y="41695"/>
                </a:lnTo>
                <a:lnTo>
                  <a:pt x="1604" y="42159"/>
                </a:lnTo>
                <a:lnTo>
                  <a:pt x="1668" y="42565"/>
                </a:lnTo>
                <a:lnTo>
                  <a:pt x="1668" y="43029"/>
                </a:lnTo>
                <a:lnTo>
                  <a:pt x="1668" y="43435"/>
                </a:lnTo>
                <a:lnTo>
                  <a:pt x="1668" y="43899"/>
                </a:lnTo>
                <a:lnTo>
                  <a:pt x="1668" y="44363"/>
                </a:lnTo>
                <a:lnTo>
                  <a:pt x="1732" y="44769"/>
                </a:lnTo>
                <a:lnTo>
                  <a:pt x="1732" y="45233"/>
                </a:lnTo>
                <a:lnTo>
                  <a:pt x="1732" y="45610"/>
                </a:lnTo>
                <a:lnTo>
                  <a:pt x="1732" y="46102"/>
                </a:lnTo>
                <a:lnTo>
                  <a:pt x="1732" y="46479"/>
                </a:lnTo>
                <a:lnTo>
                  <a:pt x="1828" y="46943"/>
                </a:lnTo>
                <a:lnTo>
                  <a:pt x="1828" y="47349"/>
                </a:lnTo>
                <a:lnTo>
                  <a:pt x="1828" y="47813"/>
                </a:lnTo>
                <a:lnTo>
                  <a:pt x="1828" y="48219"/>
                </a:lnTo>
                <a:lnTo>
                  <a:pt x="1892" y="48683"/>
                </a:lnTo>
                <a:lnTo>
                  <a:pt x="1892" y="49147"/>
                </a:lnTo>
                <a:lnTo>
                  <a:pt x="1892" y="49553"/>
                </a:lnTo>
                <a:lnTo>
                  <a:pt x="1892" y="50017"/>
                </a:lnTo>
                <a:lnTo>
                  <a:pt x="1892" y="50423"/>
                </a:lnTo>
                <a:lnTo>
                  <a:pt x="1956" y="50887"/>
                </a:lnTo>
                <a:lnTo>
                  <a:pt x="1956" y="51351"/>
                </a:lnTo>
                <a:lnTo>
                  <a:pt x="1956" y="51728"/>
                </a:lnTo>
                <a:lnTo>
                  <a:pt x="1956" y="52191"/>
                </a:lnTo>
                <a:lnTo>
                  <a:pt x="2021" y="52597"/>
                </a:lnTo>
                <a:lnTo>
                  <a:pt x="2021" y="53061"/>
                </a:lnTo>
                <a:lnTo>
                  <a:pt x="2021" y="53467"/>
                </a:lnTo>
                <a:lnTo>
                  <a:pt x="2021" y="53931"/>
                </a:lnTo>
                <a:lnTo>
                  <a:pt x="2021" y="54395"/>
                </a:lnTo>
                <a:lnTo>
                  <a:pt x="2117" y="54801"/>
                </a:lnTo>
                <a:lnTo>
                  <a:pt x="2117" y="55265"/>
                </a:lnTo>
                <a:lnTo>
                  <a:pt x="2117" y="55729"/>
                </a:lnTo>
                <a:lnTo>
                  <a:pt x="2117" y="56135"/>
                </a:lnTo>
                <a:lnTo>
                  <a:pt x="2181" y="56599"/>
                </a:lnTo>
                <a:lnTo>
                  <a:pt x="2181" y="57005"/>
                </a:lnTo>
                <a:lnTo>
                  <a:pt x="2181" y="57469"/>
                </a:lnTo>
                <a:lnTo>
                  <a:pt x="2181" y="57933"/>
                </a:lnTo>
                <a:lnTo>
                  <a:pt x="2181" y="58310"/>
                </a:lnTo>
                <a:lnTo>
                  <a:pt x="2245" y="58802"/>
                </a:lnTo>
                <a:lnTo>
                  <a:pt x="2245" y="59266"/>
                </a:lnTo>
                <a:lnTo>
                  <a:pt x="2245" y="59643"/>
                </a:lnTo>
                <a:lnTo>
                  <a:pt x="2245" y="60107"/>
                </a:lnTo>
                <a:lnTo>
                  <a:pt x="2341" y="60513"/>
                </a:lnTo>
                <a:lnTo>
                  <a:pt x="2341" y="60977"/>
                </a:lnTo>
                <a:lnTo>
                  <a:pt x="2341" y="61441"/>
                </a:lnTo>
                <a:lnTo>
                  <a:pt x="2341" y="61847"/>
                </a:lnTo>
                <a:lnTo>
                  <a:pt x="2341" y="62311"/>
                </a:lnTo>
                <a:lnTo>
                  <a:pt x="2406" y="62775"/>
                </a:lnTo>
                <a:lnTo>
                  <a:pt x="2406" y="63181"/>
                </a:lnTo>
                <a:lnTo>
                  <a:pt x="2406" y="63645"/>
                </a:lnTo>
                <a:lnTo>
                  <a:pt x="2406" y="64109"/>
                </a:lnTo>
                <a:lnTo>
                  <a:pt x="2470" y="64515"/>
                </a:lnTo>
                <a:lnTo>
                  <a:pt x="2470" y="64979"/>
                </a:lnTo>
                <a:lnTo>
                  <a:pt x="2470" y="65442"/>
                </a:lnTo>
                <a:lnTo>
                  <a:pt x="2470" y="65848"/>
                </a:lnTo>
                <a:lnTo>
                  <a:pt x="2470" y="66312"/>
                </a:lnTo>
                <a:lnTo>
                  <a:pt x="2534" y="66776"/>
                </a:lnTo>
                <a:lnTo>
                  <a:pt x="2534" y="67153"/>
                </a:lnTo>
                <a:lnTo>
                  <a:pt x="2534" y="67646"/>
                </a:lnTo>
                <a:lnTo>
                  <a:pt x="2534" y="68110"/>
                </a:lnTo>
                <a:lnTo>
                  <a:pt x="2534" y="68574"/>
                </a:lnTo>
                <a:lnTo>
                  <a:pt x="2630" y="68951"/>
                </a:lnTo>
                <a:lnTo>
                  <a:pt x="2630" y="69415"/>
                </a:lnTo>
                <a:lnTo>
                  <a:pt x="2630" y="69908"/>
                </a:lnTo>
                <a:lnTo>
                  <a:pt x="2630" y="70285"/>
                </a:lnTo>
                <a:lnTo>
                  <a:pt x="2694" y="70749"/>
                </a:lnTo>
                <a:lnTo>
                  <a:pt x="2694" y="71213"/>
                </a:lnTo>
                <a:lnTo>
                  <a:pt x="2694" y="71619"/>
                </a:lnTo>
                <a:lnTo>
                  <a:pt x="2694" y="72082"/>
                </a:lnTo>
                <a:lnTo>
                  <a:pt x="2694" y="72546"/>
                </a:lnTo>
                <a:lnTo>
                  <a:pt x="2758" y="73010"/>
                </a:lnTo>
                <a:lnTo>
                  <a:pt x="2758" y="73416"/>
                </a:lnTo>
                <a:lnTo>
                  <a:pt x="2758" y="73880"/>
                </a:lnTo>
                <a:lnTo>
                  <a:pt x="2758" y="74344"/>
                </a:lnTo>
                <a:lnTo>
                  <a:pt x="2823" y="74750"/>
                </a:lnTo>
                <a:lnTo>
                  <a:pt x="2823" y="75214"/>
                </a:lnTo>
                <a:lnTo>
                  <a:pt x="2823" y="75678"/>
                </a:lnTo>
                <a:lnTo>
                  <a:pt x="2823" y="76142"/>
                </a:lnTo>
                <a:lnTo>
                  <a:pt x="2823" y="76548"/>
                </a:lnTo>
                <a:lnTo>
                  <a:pt x="2919" y="77012"/>
                </a:lnTo>
                <a:lnTo>
                  <a:pt x="2919" y="77476"/>
                </a:lnTo>
                <a:lnTo>
                  <a:pt x="2919" y="77940"/>
                </a:lnTo>
                <a:lnTo>
                  <a:pt x="2919" y="78345"/>
                </a:lnTo>
                <a:lnTo>
                  <a:pt x="2983" y="78809"/>
                </a:lnTo>
                <a:lnTo>
                  <a:pt x="2983" y="79273"/>
                </a:lnTo>
                <a:lnTo>
                  <a:pt x="2983" y="79737"/>
                </a:lnTo>
                <a:lnTo>
                  <a:pt x="2983" y="80143"/>
                </a:lnTo>
                <a:lnTo>
                  <a:pt x="2983" y="80607"/>
                </a:lnTo>
                <a:lnTo>
                  <a:pt x="3047" y="81071"/>
                </a:lnTo>
                <a:lnTo>
                  <a:pt x="3047" y="81535"/>
                </a:lnTo>
                <a:lnTo>
                  <a:pt x="3047" y="81941"/>
                </a:lnTo>
                <a:lnTo>
                  <a:pt x="3047" y="82405"/>
                </a:lnTo>
                <a:lnTo>
                  <a:pt x="3143" y="82869"/>
                </a:lnTo>
                <a:lnTo>
                  <a:pt x="3143" y="83333"/>
                </a:lnTo>
                <a:lnTo>
                  <a:pt x="3143" y="83739"/>
                </a:lnTo>
                <a:lnTo>
                  <a:pt x="3143" y="84203"/>
                </a:lnTo>
                <a:lnTo>
                  <a:pt x="3143" y="84667"/>
                </a:lnTo>
                <a:lnTo>
                  <a:pt x="3208" y="85130"/>
                </a:lnTo>
                <a:lnTo>
                  <a:pt x="3208" y="85507"/>
                </a:lnTo>
                <a:lnTo>
                  <a:pt x="3208" y="8600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706753" y="3472313"/>
            <a:ext cx="3208" cy="90553"/>
          </a:xfrm>
          <a:custGeom>
            <a:avLst/>
            <a:gdLst/>
            <a:ahLst/>
            <a:cxnLst/>
            <a:rect l="l" t="t" r="r" b="b"/>
            <a:pathLst>
              <a:path w="3208" h="90553">
                <a:moveTo>
                  <a:pt x="0" y="0"/>
                </a:moveTo>
                <a:lnTo>
                  <a:pt x="0" y="463"/>
                </a:lnTo>
                <a:lnTo>
                  <a:pt x="64" y="927"/>
                </a:lnTo>
                <a:lnTo>
                  <a:pt x="64" y="1304"/>
                </a:lnTo>
                <a:lnTo>
                  <a:pt x="64" y="1768"/>
                </a:lnTo>
                <a:lnTo>
                  <a:pt x="64" y="2232"/>
                </a:lnTo>
                <a:lnTo>
                  <a:pt x="64" y="2725"/>
                </a:lnTo>
                <a:lnTo>
                  <a:pt x="128" y="3189"/>
                </a:lnTo>
                <a:lnTo>
                  <a:pt x="128" y="3508"/>
                </a:lnTo>
                <a:lnTo>
                  <a:pt x="128" y="3972"/>
                </a:lnTo>
                <a:lnTo>
                  <a:pt x="128" y="4436"/>
                </a:lnTo>
                <a:lnTo>
                  <a:pt x="128" y="4900"/>
                </a:lnTo>
                <a:lnTo>
                  <a:pt x="224" y="5364"/>
                </a:lnTo>
                <a:lnTo>
                  <a:pt x="224" y="5770"/>
                </a:lnTo>
                <a:lnTo>
                  <a:pt x="224" y="6234"/>
                </a:lnTo>
                <a:lnTo>
                  <a:pt x="224" y="6697"/>
                </a:lnTo>
                <a:lnTo>
                  <a:pt x="288" y="7161"/>
                </a:lnTo>
                <a:lnTo>
                  <a:pt x="288" y="7625"/>
                </a:lnTo>
                <a:lnTo>
                  <a:pt x="288" y="8031"/>
                </a:lnTo>
                <a:lnTo>
                  <a:pt x="288" y="8495"/>
                </a:lnTo>
                <a:lnTo>
                  <a:pt x="288" y="8959"/>
                </a:lnTo>
                <a:lnTo>
                  <a:pt x="352" y="9423"/>
                </a:lnTo>
                <a:lnTo>
                  <a:pt x="352" y="9887"/>
                </a:lnTo>
                <a:lnTo>
                  <a:pt x="352" y="10293"/>
                </a:lnTo>
                <a:lnTo>
                  <a:pt x="352" y="10757"/>
                </a:lnTo>
                <a:lnTo>
                  <a:pt x="449" y="11221"/>
                </a:lnTo>
                <a:lnTo>
                  <a:pt x="449" y="11685"/>
                </a:lnTo>
                <a:lnTo>
                  <a:pt x="449" y="12149"/>
                </a:lnTo>
                <a:lnTo>
                  <a:pt x="449" y="12555"/>
                </a:lnTo>
                <a:lnTo>
                  <a:pt x="449" y="13019"/>
                </a:lnTo>
                <a:lnTo>
                  <a:pt x="513" y="13482"/>
                </a:lnTo>
                <a:lnTo>
                  <a:pt x="513" y="13946"/>
                </a:lnTo>
                <a:lnTo>
                  <a:pt x="513" y="14410"/>
                </a:lnTo>
                <a:lnTo>
                  <a:pt x="513" y="14874"/>
                </a:lnTo>
                <a:lnTo>
                  <a:pt x="577" y="15280"/>
                </a:lnTo>
                <a:lnTo>
                  <a:pt x="577" y="15744"/>
                </a:lnTo>
                <a:lnTo>
                  <a:pt x="577" y="16208"/>
                </a:lnTo>
                <a:lnTo>
                  <a:pt x="577" y="16672"/>
                </a:lnTo>
                <a:lnTo>
                  <a:pt x="577" y="17136"/>
                </a:lnTo>
                <a:lnTo>
                  <a:pt x="641" y="17542"/>
                </a:lnTo>
                <a:lnTo>
                  <a:pt x="641" y="18006"/>
                </a:lnTo>
                <a:lnTo>
                  <a:pt x="641" y="18470"/>
                </a:lnTo>
                <a:lnTo>
                  <a:pt x="641" y="18934"/>
                </a:lnTo>
                <a:lnTo>
                  <a:pt x="737" y="19398"/>
                </a:lnTo>
                <a:lnTo>
                  <a:pt x="737" y="19861"/>
                </a:lnTo>
                <a:lnTo>
                  <a:pt x="737" y="20325"/>
                </a:lnTo>
                <a:lnTo>
                  <a:pt x="737" y="20731"/>
                </a:lnTo>
                <a:lnTo>
                  <a:pt x="737" y="21195"/>
                </a:lnTo>
                <a:lnTo>
                  <a:pt x="802" y="21659"/>
                </a:lnTo>
                <a:lnTo>
                  <a:pt x="802" y="22123"/>
                </a:lnTo>
                <a:lnTo>
                  <a:pt x="802" y="22587"/>
                </a:lnTo>
                <a:lnTo>
                  <a:pt x="802" y="23051"/>
                </a:lnTo>
                <a:lnTo>
                  <a:pt x="866" y="23457"/>
                </a:lnTo>
                <a:lnTo>
                  <a:pt x="866" y="23921"/>
                </a:lnTo>
                <a:lnTo>
                  <a:pt x="866" y="24385"/>
                </a:lnTo>
                <a:lnTo>
                  <a:pt x="866" y="24849"/>
                </a:lnTo>
                <a:lnTo>
                  <a:pt x="866" y="25313"/>
                </a:lnTo>
                <a:lnTo>
                  <a:pt x="930" y="25777"/>
                </a:lnTo>
                <a:lnTo>
                  <a:pt x="930" y="26240"/>
                </a:lnTo>
                <a:lnTo>
                  <a:pt x="930" y="26646"/>
                </a:lnTo>
                <a:lnTo>
                  <a:pt x="930" y="27110"/>
                </a:lnTo>
                <a:lnTo>
                  <a:pt x="930" y="27574"/>
                </a:lnTo>
                <a:lnTo>
                  <a:pt x="1026" y="28038"/>
                </a:lnTo>
                <a:lnTo>
                  <a:pt x="1026" y="28502"/>
                </a:lnTo>
                <a:lnTo>
                  <a:pt x="1026" y="28966"/>
                </a:lnTo>
                <a:lnTo>
                  <a:pt x="1026" y="29372"/>
                </a:lnTo>
                <a:lnTo>
                  <a:pt x="1090" y="29836"/>
                </a:lnTo>
                <a:lnTo>
                  <a:pt x="1090" y="30300"/>
                </a:lnTo>
                <a:lnTo>
                  <a:pt x="1090" y="30764"/>
                </a:lnTo>
                <a:lnTo>
                  <a:pt x="1090" y="31228"/>
                </a:lnTo>
                <a:lnTo>
                  <a:pt x="1090" y="31692"/>
                </a:lnTo>
                <a:lnTo>
                  <a:pt x="1154" y="32156"/>
                </a:lnTo>
                <a:lnTo>
                  <a:pt x="1154" y="32648"/>
                </a:lnTo>
                <a:lnTo>
                  <a:pt x="1154" y="33025"/>
                </a:lnTo>
                <a:lnTo>
                  <a:pt x="1154" y="33489"/>
                </a:lnTo>
                <a:lnTo>
                  <a:pt x="1251" y="33953"/>
                </a:lnTo>
                <a:lnTo>
                  <a:pt x="1251" y="34417"/>
                </a:lnTo>
                <a:lnTo>
                  <a:pt x="1251" y="34910"/>
                </a:lnTo>
                <a:lnTo>
                  <a:pt x="1251" y="35374"/>
                </a:lnTo>
                <a:lnTo>
                  <a:pt x="1251" y="35838"/>
                </a:lnTo>
                <a:lnTo>
                  <a:pt x="1315" y="36215"/>
                </a:lnTo>
                <a:lnTo>
                  <a:pt x="1315" y="36679"/>
                </a:lnTo>
                <a:lnTo>
                  <a:pt x="1315" y="37143"/>
                </a:lnTo>
                <a:lnTo>
                  <a:pt x="1315" y="37636"/>
                </a:lnTo>
                <a:lnTo>
                  <a:pt x="1379" y="38100"/>
                </a:lnTo>
                <a:lnTo>
                  <a:pt x="1379" y="38564"/>
                </a:lnTo>
                <a:lnTo>
                  <a:pt x="1379" y="39028"/>
                </a:lnTo>
                <a:lnTo>
                  <a:pt x="1379" y="39491"/>
                </a:lnTo>
                <a:lnTo>
                  <a:pt x="1379" y="39897"/>
                </a:lnTo>
                <a:lnTo>
                  <a:pt x="1443" y="40361"/>
                </a:lnTo>
                <a:lnTo>
                  <a:pt x="1443" y="40825"/>
                </a:lnTo>
                <a:lnTo>
                  <a:pt x="1443" y="41289"/>
                </a:lnTo>
                <a:lnTo>
                  <a:pt x="1443" y="41753"/>
                </a:lnTo>
                <a:lnTo>
                  <a:pt x="1539" y="42217"/>
                </a:lnTo>
                <a:lnTo>
                  <a:pt x="1539" y="42681"/>
                </a:lnTo>
                <a:lnTo>
                  <a:pt x="1539" y="43145"/>
                </a:lnTo>
                <a:lnTo>
                  <a:pt x="1539" y="43551"/>
                </a:lnTo>
                <a:lnTo>
                  <a:pt x="1539" y="44015"/>
                </a:lnTo>
                <a:lnTo>
                  <a:pt x="1604" y="44479"/>
                </a:lnTo>
                <a:lnTo>
                  <a:pt x="1604" y="44943"/>
                </a:lnTo>
                <a:lnTo>
                  <a:pt x="1604" y="45407"/>
                </a:lnTo>
                <a:lnTo>
                  <a:pt x="1604" y="45870"/>
                </a:lnTo>
                <a:lnTo>
                  <a:pt x="1668" y="46334"/>
                </a:lnTo>
                <a:lnTo>
                  <a:pt x="1668" y="46798"/>
                </a:lnTo>
                <a:lnTo>
                  <a:pt x="1668" y="47204"/>
                </a:lnTo>
                <a:lnTo>
                  <a:pt x="1668" y="47668"/>
                </a:lnTo>
                <a:lnTo>
                  <a:pt x="1668" y="48132"/>
                </a:lnTo>
                <a:lnTo>
                  <a:pt x="1732" y="48596"/>
                </a:lnTo>
                <a:lnTo>
                  <a:pt x="1732" y="49060"/>
                </a:lnTo>
                <a:lnTo>
                  <a:pt x="1732" y="49524"/>
                </a:lnTo>
                <a:lnTo>
                  <a:pt x="1732" y="49988"/>
                </a:lnTo>
                <a:lnTo>
                  <a:pt x="1732" y="50452"/>
                </a:lnTo>
                <a:lnTo>
                  <a:pt x="1828" y="50858"/>
                </a:lnTo>
                <a:lnTo>
                  <a:pt x="1828" y="51322"/>
                </a:lnTo>
                <a:lnTo>
                  <a:pt x="1828" y="51786"/>
                </a:lnTo>
                <a:lnTo>
                  <a:pt x="1828" y="52249"/>
                </a:lnTo>
                <a:lnTo>
                  <a:pt x="1892" y="52713"/>
                </a:lnTo>
                <a:lnTo>
                  <a:pt x="1892" y="53177"/>
                </a:lnTo>
                <a:lnTo>
                  <a:pt x="1892" y="53641"/>
                </a:lnTo>
                <a:lnTo>
                  <a:pt x="1892" y="54105"/>
                </a:lnTo>
                <a:lnTo>
                  <a:pt x="1892" y="54511"/>
                </a:lnTo>
                <a:lnTo>
                  <a:pt x="1956" y="54975"/>
                </a:lnTo>
                <a:lnTo>
                  <a:pt x="1956" y="55439"/>
                </a:lnTo>
                <a:lnTo>
                  <a:pt x="1956" y="55903"/>
                </a:lnTo>
                <a:lnTo>
                  <a:pt x="1956" y="56367"/>
                </a:lnTo>
                <a:lnTo>
                  <a:pt x="2053" y="56831"/>
                </a:lnTo>
                <a:lnTo>
                  <a:pt x="2053" y="57295"/>
                </a:lnTo>
                <a:lnTo>
                  <a:pt x="2053" y="57759"/>
                </a:lnTo>
                <a:lnTo>
                  <a:pt x="2053" y="58165"/>
                </a:lnTo>
                <a:lnTo>
                  <a:pt x="2053" y="58629"/>
                </a:lnTo>
                <a:lnTo>
                  <a:pt x="2117" y="59092"/>
                </a:lnTo>
                <a:lnTo>
                  <a:pt x="2117" y="59556"/>
                </a:lnTo>
                <a:lnTo>
                  <a:pt x="2117" y="60020"/>
                </a:lnTo>
                <a:lnTo>
                  <a:pt x="2117" y="60484"/>
                </a:lnTo>
                <a:lnTo>
                  <a:pt x="2181" y="60948"/>
                </a:lnTo>
                <a:lnTo>
                  <a:pt x="2181" y="61441"/>
                </a:lnTo>
                <a:lnTo>
                  <a:pt x="2181" y="61818"/>
                </a:lnTo>
                <a:lnTo>
                  <a:pt x="2181" y="62282"/>
                </a:lnTo>
                <a:lnTo>
                  <a:pt x="2181" y="62746"/>
                </a:lnTo>
                <a:lnTo>
                  <a:pt x="2245" y="63210"/>
                </a:lnTo>
                <a:lnTo>
                  <a:pt x="2245" y="63703"/>
                </a:lnTo>
                <a:lnTo>
                  <a:pt x="2245" y="64167"/>
                </a:lnTo>
                <a:lnTo>
                  <a:pt x="2245" y="64631"/>
                </a:lnTo>
                <a:lnTo>
                  <a:pt x="2341" y="65095"/>
                </a:lnTo>
                <a:lnTo>
                  <a:pt x="2341" y="65471"/>
                </a:lnTo>
                <a:lnTo>
                  <a:pt x="2341" y="65935"/>
                </a:lnTo>
                <a:lnTo>
                  <a:pt x="2341" y="66428"/>
                </a:lnTo>
                <a:lnTo>
                  <a:pt x="2341" y="66892"/>
                </a:lnTo>
                <a:lnTo>
                  <a:pt x="2406" y="67356"/>
                </a:lnTo>
                <a:lnTo>
                  <a:pt x="2406" y="67820"/>
                </a:lnTo>
                <a:lnTo>
                  <a:pt x="2406" y="68284"/>
                </a:lnTo>
                <a:lnTo>
                  <a:pt x="2406" y="68748"/>
                </a:lnTo>
                <a:lnTo>
                  <a:pt x="2470" y="69154"/>
                </a:lnTo>
                <a:lnTo>
                  <a:pt x="2470" y="69618"/>
                </a:lnTo>
                <a:lnTo>
                  <a:pt x="2470" y="70082"/>
                </a:lnTo>
                <a:lnTo>
                  <a:pt x="2470" y="70546"/>
                </a:lnTo>
                <a:lnTo>
                  <a:pt x="2470" y="71010"/>
                </a:lnTo>
                <a:lnTo>
                  <a:pt x="2566" y="71474"/>
                </a:lnTo>
                <a:lnTo>
                  <a:pt x="2566" y="71937"/>
                </a:lnTo>
                <a:lnTo>
                  <a:pt x="2566" y="72401"/>
                </a:lnTo>
                <a:lnTo>
                  <a:pt x="2566" y="72807"/>
                </a:lnTo>
                <a:lnTo>
                  <a:pt x="2566" y="73271"/>
                </a:lnTo>
                <a:lnTo>
                  <a:pt x="2630" y="73735"/>
                </a:lnTo>
                <a:lnTo>
                  <a:pt x="2630" y="74199"/>
                </a:lnTo>
                <a:lnTo>
                  <a:pt x="2630" y="74663"/>
                </a:lnTo>
                <a:lnTo>
                  <a:pt x="2630" y="75127"/>
                </a:lnTo>
                <a:lnTo>
                  <a:pt x="2694" y="75591"/>
                </a:lnTo>
                <a:lnTo>
                  <a:pt x="2694" y="75997"/>
                </a:lnTo>
                <a:lnTo>
                  <a:pt x="2694" y="76461"/>
                </a:lnTo>
                <a:lnTo>
                  <a:pt x="2694" y="76925"/>
                </a:lnTo>
                <a:lnTo>
                  <a:pt x="2694" y="77389"/>
                </a:lnTo>
                <a:lnTo>
                  <a:pt x="2758" y="77853"/>
                </a:lnTo>
                <a:lnTo>
                  <a:pt x="2758" y="78316"/>
                </a:lnTo>
                <a:lnTo>
                  <a:pt x="2758" y="78780"/>
                </a:lnTo>
                <a:lnTo>
                  <a:pt x="2758" y="79186"/>
                </a:lnTo>
                <a:lnTo>
                  <a:pt x="2855" y="79650"/>
                </a:lnTo>
                <a:lnTo>
                  <a:pt x="2855" y="80114"/>
                </a:lnTo>
                <a:lnTo>
                  <a:pt x="2855" y="80578"/>
                </a:lnTo>
                <a:lnTo>
                  <a:pt x="2855" y="81042"/>
                </a:lnTo>
                <a:lnTo>
                  <a:pt x="2855" y="81506"/>
                </a:lnTo>
                <a:lnTo>
                  <a:pt x="2919" y="81912"/>
                </a:lnTo>
                <a:lnTo>
                  <a:pt x="2919" y="82376"/>
                </a:lnTo>
                <a:lnTo>
                  <a:pt x="2919" y="82840"/>
                </a:lnTo>
                <a:lnTo>
                  <a:pt x="2919" y="83304"/>
                </a:lnTo>
                <a:lnTo>
                  <a:pt x="2983" y="83768"/>
                </a:lnTo>
                <a:lnTo>
                  <a:pt x="2983" y="84232"/>
                </a:lnTo>
                <a:lnTo>
                  <a:pt x="2983" y="84696"/>
                </a:lnTo>
                <a:lnTo>
                  <a:pt x="2983" y="85101"/>
                </a:lnTo>
                <a:lnTo>
                  <a:pt x="2983" y="85565"/>
                </a:lnTo>
                <a:lnTo>
                  <a:pt x="3047" y="86029"/>
                </a:lnTo>
                <a:lnTo>
                  <a:pt x="3047" y="86493"/>
                </a:lnTo>
                <a:lnTo>
                  <a:pt x="3047" y="86957"/>
                </a:lnTo>
                <a:lnTo>
                  <a:pt x="3047" y="87421"/>
                </a:lnTo>
                <a:lnTo>
                  <a:pt x="3143" y="87827"/>
                </a:lnTo>
                <a:lnTo>
                  <a:pt x="3143" y="88291"/>
                </a:lnTo>
                <a:lnTo>
                  <a:pt x="3143" y="88755"/>
                </a:lnTo>
                <a:lnTo>
                  <a:pt x="3143" y="89219"/>
                </a:lnTo>
                <a:lnTo>
                  <a:pt x="3143" y="89683"/>
                </a:lnTo>
                <a:lnTo>
                  <a:pt x="3208" y="90147"/>
                </a:lnTo>
                <a:lnTo>
                  <a:pt x="3208" y="9055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709961" y="3562866"/>
            <a:ext cx="3208" cy="87247"/>
          </a:xfrm>
          <a:custGeom>
            <a:avLst/>
            <a:gdLst/>
            <a:ahLst/>
            <a:cxnLst/>
            <a:rect l="l" t="t" r="r" b="b"/>
            <a:pathLst>
              <a:path w="3208" h="87247">
                <a:moveTo>
                  <a:pt x="0" y="0"/>
                </a:moveTo>
                <a:lnTo>
                  <a:pt x="0" y="463"/>
                </a:lnTo>
                <a:lnTo>
                  <a:pt x="0" y="927"/>
                </a:lnTo>
                <a:lnTo>
                  <a:pt x="64" y="1391"/>
                </a:lnTo>
                <a:lnTo>
                  <a:pt x="64" y="1855"/>
                </a:lnTo>
                <a:lnTo>
                  <a:pt x="64" y="2261"/>
                </a:lnTo>
                <a:lnTo>
                  <a:pt x="64" y="2725"/>
                </a:lnTo>
                <a:lnTo>
                  <a:pt x="64" y="3189"/>
                </a:lnTo>
                <a:lnTo>
                  <a:pt x="160" y="3653"/>
                </a:lnTo>
                <a:lnTo>
                  <a:pt x="160" y="4117"/>
                </a:lnTo>
                <a:lnTo>
                  <a:pt x="160" y="4581"/>
                </a:lnTo>
                <a:lnTo>
                  <a:pt x="160" y="4987"/>
                </a:lnTo>
                <a:lnTo>
                  <a:pt x="160" y="5451"/>
                </a:lnTo>
                <a:lnTo>
                  <a:pt x="224" y="5915"/>
                </a:lnTo>
                <a:lnTo>
                  <a:pt x="224" y="6379"/>
                </a:lnTo>
                <a:lnTo>
                  <a:pt x="224" y="6842"/>
                </a:lnTo>
                <a:lnTo>
                  <a:pt x="224" y="7248"/>
                </a:lnTo>
                <a:lnTo>
                  <a:pt x="288" y="7712"/>
                </a:lnTo>
                <a:lnTo>
                  <a:pt x="288" y="8176"/>
                </a:lnTo>
                <a:lnTo>
                  <a:pt x="288" y="8640"/>
                </a:lnTo>
                <a:lnTo>
                  <a:pt x="288" y="9104"/>
                </a:lnTo>
                <a:lnTo>
                  <a:pt x="288" y="9510"/>
                </a:lnTo>
                <a:lnTo>
                  <a:pt x="352" y="9974"/>
                </a:lnTo>
                <a:lnTo>
                  <a:pt x="352" y="10438"/>
                </a:lnTo>
                <a:lnTo>
                  <a:pt x="352" y="10902"/>
                </a:lnTo>
                <a:lnTo>
                  <a:pt x="352" y="11366"/>
                </a:lnTo>
                <a:lnTo>
                  <a:pt x="449" y="11772"/>
                </a:lnTo>
                <a:lnTo>
                  <a:pt x="449" y="12236"/>
                </a:lnTo>
                <a:lnTo>
                  <a:pt x="449" y="12700"/>
                </a:lnTo>
                <a:lnTo>
                  <a:pt x="449" y="13163"/>
                </a:lnTo>
                <a:lnTo>
                  <a:pt x="449" y="13569"/>
                </a:lnTo>
                <a:lnTo>
                  <a:pt x="513" y="14033"/>
                </a:lnTo>
                <a:lnTo>
                  <a:pt x="513" y="14497"/>
                </a:lnTo>
                <a:lnTo>
                  <a:pt x="513" y="14961"/>
                </a:lnTo>
                <a:lnTo>
                  <a:pt x="513" y="15425"/>
                </a:lnTo>
                <a:lnTo>
                  <a:pt x="577" y="15831"/>
                </a:lnTo>
                <a:lnTo>
                  <a:pt x="577" y="16295"/>
                </a:lnTo>
                <a:lnTo>
                  <a:pt x="577" y="16759"/>
                </a:lnTo>
                <a:lnTo>
                  <a:pt x="577" y="17223"/>
                </a:lnTo>
                <a:lnTo>
                  <a:pt x="577" y="17629"/>
                </a:lnTo>
                <a:lnTo>
                  <a:pt x="673" y="18093"/>
                </a:lnTo>
                <a:lnTo>
                  <a:pt x="673" y="18557"/>
                </a:lnTo>
                <a:lnTo>
                  <a:pt x="673" y="19021"/>
                </a:lnTo>
                <a:lnTo>
                  <a:pt x="673" y="19427"/>
                </a:lnTo>
                <a:lnTo>
                  <a:pt x="737" y="19890"/>
                </a:lnTo>
                <a:lnTo>
                  <a:pt x="737" y="20354"/>
                </a:lnTo>
                <a:lnTo>
                  <a:pt x="737" y="20818"/>
                </a:lnTo>
                <a:lnTo>
                  <a:pt x="737" y="21224"/>
                </a:lnTo>
                <a:lnTo>
                  <a:pt x="737" y="21688"/>
                </a:lnTo>
                <a:lnTo>
                  <a:pt x="802" y="22152"/>
                </a:lnTo>
                <a:lnTo>
                  <a:pt x="802" y="22616"/>
                </a:lnTo>
                <a:lnTo>
                  <a:pt x="802" y="23022"/>
                </a:lnTo>
                <a:lnTo>
                  <a:pt x="802" y="23486"/>
                </a:lnTo>
                <a:lnTo>
                  <a:pt x="866" y="23950"/>
                </a:lnTo>
                <a:lnTo>
                  <a:pt x="866" y="24414"/>
                </a:lnTo>
                <a:lnTo>
                  <a:pt x="866" y="24791"/>
                </a:lnTo>
                <a:lnTo>
                  <a:pt x="866" y="25255"/>
                </a:lnTo>
                <a:lnTo>
                  <a:pt x="866" y="25748"/>
                </a:lnTo>
                <a:lnTo>
                  <a:pt x="962" y="26211"/>
                </a:lnTo>
                <a:lnTo>
                  <a:pt x="962" y="26588"/>
                </a:lnTo>
                <a:lnTo>
                  <a:pt x="962" y="27052"/>
                </a:lnTo>
                <a:lnTo>
                  <a:pt x="962" y="27516"/>
                </a:lnTo>
                <a:lnTo>
                  <a:pt x="962" y="27922"/>
                </a:lnTo>
                <a:lnTo>
                  <a:pt x="1026" y="28386"/>
                </a:lnTo>
                <a:lnTo>
                  <a:pt x="1026" y="28850"/>
                </a:lnTo>
                <a:lnTo>
                  <a:pt x="1026" y="29314"/>
                </a:lnTo>
                <a:lnTo>
                  <a:pt x="1026" y="29720"/>
                </a:lnTo>
                <a:lnTo>
                  <a:pt x="1090" y="30184"/>
                </a:lnTo>
                <a:lnTo>
                  <a:pt x="1090" y="30648"/>
                </a:lnTo>
                <a:lnTo>
                  <a:pt x="1090" y="31054"/>
                </a:lnTo>
                <a:lnTo>
                  <a:pt x="1090" y="31518"/>
                </a:lnTo>
                <a:lnTo>
                  <a:pt x="1090" y="31982"/>
                </a:lnTo>
                <a:lnTo>
                  <a:pt x="1154" y="32388"/>
                </a:lnTo>
                <a:lnTo>
                  <a:pt x="1154" y="32851"/>
                </a:lnTo>
                <a:lnTo>
                  <a:pt x="1154" y="33315"/>
                </a:lnTo>
                <a:lnTo>
                  <a:pt x="1154" y="33721"/>
                </a:lnTo>
                <a:lnTo>
                  <a:pt x="1251" y="34185"/>
                </a:lnTo>
                <a:lnTo>
                  <a:pt x="1251" y="34649"/>
                </a:lnTo>
                <a:lnTo>
                  <a:pt x="1251" y="35055"/>
                </a:lnTo>
                <a:lnTo>
                  <a:pt x="1251" y="35519"/>
                </a:lnTo>
                <a:lnTo>
                  <a:pt x="1251" y="35983"/>
                </a:lnTo>
                <a:lnTo>
                  <a:pt x="1315" y="36360"/>
                </a:lnTo>
                <a:lnTo>
                  <a:pt x="1315" y="36853"/>
                </a:lnTo>
                <a:lnTo>
                  <a:pt x="1315" y="37317"/>
                </a:lnTo>
                <a:lnTo>
                  <a:pt x="1315" y="37694"/>
                </a:lnTo>
                <a:lnTo>
                  <a:pt x="1379" y="38158"/>
                </a:lnTo>
                <a:lnTo>
                  <a:pt x="1379" y="38622"/>
                </a:lnTo>
                <a:lnTo>
                  <a:pt x="1379" y="39028"/>
                </a:lnTo>
                <a:lnTo>
                  <a:pt x="1379" y="39491"/>
                </a:lnTo>
                <a:lnTo>
                  <a:pt x="1379" y="39955"/>
                </a:lnTo>
                <a:lnTo>
                  <a:pt x="1475" y="40361"/>
                </a:lnTo>
                <a:lnTo>
                  <a:pt x="1475" y="40825"/>
                </a:lnTo>
                <a:lnTo>
                  <a:pt x="1475" y="41289"/>
                </a:lnTo>
                <a:lnTo>
                  <a:pt x="1475" y="41695"/>
                </a:lnTo>
                <a:lnTo>
                  <a:pt x="1539" y="42159"/>
                </a:lnTo>
                <a:lnTo>
                  <a:pt x="1539" y="42623"/>
                </a:lnTo>
                <a:lnTo>
                  <a:pt x="1539" y="43029"/>
                </a:lnTo>
                <a:lnTo>
                  <a:pt x="1539" y="43493"/>
                </a:lnTo>
                <a:lnTo>
                  <a:pt x="1539" y="43899"/>
                </a:lnTo>
                <a:lnTo>
                  <a:pt x="1604" y="44363"/>
                </a:lnTo>
                <a:lnTo>
                  <a:pt x="1604" y="44827"/>
                </a:lnTo>
                <a:lnTo>
                  <a:pt x="1604" y="45204"/>
                </a:lnTo>
                <a:lnTo>
                  <a:pt x="1604" y="45696"/>
                </a:lnTo>
                <a:lnTo>
                  <a:pt x="1668" y="46160"/>
                </a:lnTo>
                <a:lnTo>
                  <a:pt x="1668" y="46537"/>
                </a:lnTo>
                <a:lnTo>
                  <a:pt x="1668" y="47001"/>
                </a:lnTo>
                <a:lnTo>
                  <a:pt x="1668" y="47407"/>
                </a:lnTo>
                <a:lnTo>
                  <a:pt x="1668" y="47871"/>
                </a:lnTo>
                <a:lnTo>
                  <a:pt x="1764" y="48277"/>
                </a:lnTo>
                <a:lnTo>
                  <a:pt x="1764" y="48741"/>
                </a:lnTo>
                <a:lnTo>
                  <a:pt x="1764" y="49205"/>
                </a:lnTo>
                <a:lnTo>
                  <a:pt x="1764" y="49611"/>
                </a:lnTo>
                <a:lnTo>
                  <a:pt x="1764" y="50075"/>
                </a:lnTo>
                <a:lnTo>
                  <a:pt x="1828" y="50481"/>
                </a:lnTo>
                <a:lnTo>
                  <a:pt x="1828" y="50945"/>
                </a:lnTo>
                <a:lnTo>
                  <a:pt x="1828" y="51409"/>
                </a:lnTo>
                <a:lnTo>
                  <a:pt x="1828" y="51815"/>
                </a:lnTo>
                <a:lnTo>
                  <a:pt x="1892" y="52278"/>
                </a:lnTo>
                <a:lnTo>
                  <a:pt x="1892" y="52655"/>
                </a:lnTo>
                <a:lnTo>
                  <a:pt x="1892" y="53119"/>
                </a:lnTo>
                <a:lnTo>
                  <a:pt x="1892" y="53525"/>
                </a:lnTo>
                <a:lnTo>
                  <a:pt x="1892" y="53989"/>
                </a:lnTo>
                <a:lnTo>
                  <a:pt x="1956" y="54395"/>
                </a:lnTo>
                <a:lnTo>
                  <a:pt x="1956" y="54859"/>
                </a:lnTo>
                <a:lnTo>
                  <a:pt x="1956" y="55323"/>
                </a:lnTo>
                <a:lnTo>
                  <a:pt x="1956" y="55729"/>
                </a:lnTo>
                <a:lnTo>
                  <a:pt x="2053" y="56193"/>
                </a:lnTo>
                <a:lnTo>
                  <a:pt x="2053" y="56599"/>
                </a:lnTo>
                <a:lnTo>
                  <a:pt x="2053" y="57063"/>
                </a:lnTo>
                <a:lnTo>
                  <a:pt x="2053" y="57440"/>
                </a:lnTo>
                <a:lnTo>
                  <a:pt x="2053" y="57933"/>
                </a:lnTo>
                <a:lnTo>
                  <a:pt x="2117" y="58310"/>
                </a:lnTo>
                <a:lnTo>
                  <a:pt x="2117" y="58773"/>
                </a:lnTo>
                <a:lnTo>
                  <a:pt x="2117" y="59179"/>
                </a:lnTo>
                <a:lnTo>
                  <a:pt x="2117" y="59643"/>
                </a:lnTo>
                <a:lnTo>
                  <a:pt x="2181" y="60049"/>
                </a:lnTo>
                <a:lnTo>
                  <a:pt x="2181" y="60513"/>
                </a:lnTo>
                <a:lnTo>
                  <a:pt x="2181" y="60919"/>
                </a:lnTo>
                <a:lnTo>
                  <a:pt x="2181" y="61383"/>
                </a:lnTo>
                <a:lnTo>
                  <a:pt x="2181" y="61789"/>
                </a:lnTo>
                <a:lnTo>
                  <a:pt x="2277" y="62253"/>
                </a:lnTo>
                <a:lnTo>
                  <a:pt x="2277" y="62630"/>
                </a:lnTo>
                <a:lnTo>
                  <a:pt x="2277" y="63094"/>
                </a:lnTo>
                <a:lnTo>
                  <a:pt x="2277" y="63500"/>
                </a:lnTo>
                <a:lnTo>
                  <a:pt x="2341" y="63964"/>
                </a:lnTo>
                <a:lnTo>
                  <a:pt x="2341" y="64370"/>
                </a:lnTo>
                <a:lnTo>
                  <a:pt x="2341" y="64834"/>
                </a:lnTo>
                <a:lnTo>
                  <a:pt x="2341" y="65239"/>
                </a:lnTo>
                <a:lnTo>
                  <a:pt x="2341" y="65703"/>
                </a:lnTo>
                <a:lnTo>
                  <a:pt x="2406" y="66109"/>
                </a:lnTo>
                <a:lnTo>
                  <a:pt x="2406" y="66486"/>
                </a:lnTo>
                <a:lnTo>
                  <a:pt x="2406" y="66950"/>
                </a:lnTo>
                <a:lnTo>
                  <a:pt x="2406" y="67356"/>
                </a:lnTo>
                <a:lnTo>
                  <a:pt x="2470" y="67820"/>
                </a:lnTo>
                <a:lnTo>
                  <a:pt x="2470" y="68226"/>
                </a:lnTo>
                <a:lnTo>
                  <a:pt x="2470" y="68690"/>
                </a:lnTo>
                <a:lnTo>
                  <a:pt x="2470" y="69096"/>
                </a:lnTo>
                <a:lnTo>
                  <a:pt x="2470" y="69560"/>
                </a:lnTo>
                <a:lnTo>
                  <a:pt x="2566" y="69966"/>
                </a:lnTo>
                <a:lnTo>
                  <a:pt x="2566" y="70343"/>
                </a:lnTo>
                <a:lnTo>
                  <a:pt x="2566" y="70807"/>
                </a:lnTo>
                <a:lnTo>
                  <a:pt x="2566" y="71213"/>
                </a:lnTo>
                <a:lnTo>
                  <a:pt x="2566" y="71677"/>
                </a:lnTo>
                <a:lnTo>
                  <a:pt x="2630" y="72082"/>
                </a:lnTo>
                <a:lnTo>
                  <a:pt x="2630" y="72488"/>
                </a:lnTo>
                <a:lnTo>
                  <a:pt x="2630" y="72952"/>
                </a:lnTo>
                <a:lnTo>
                  <a:pt x="2630" y="73358"/>
                </a:lnTo>
                <a:lnTo>
                  <a:pt x="2694" y="73822"/>
                </a:lnTo>
                <a:lnTo>
                  <a:pt x="2694" y="74199"/>
                </a:lnTo>
                <a:lnTo>
                  <a:pt x="2694" y="74605"/>
                </a:lnTo>
                <a:lnTo>
                  <a:pt x="2694" y="75069"/>
                </a:lnTo>
                <a:lnTo>
                  <a:pt x="2694" y="75475"/>
                </a:lnTo>
                <a:lnTo>
                  <a:pt x="2790" y="75881"/>
                </a:lnTo>
                <a:lnTo>
                  <a:pt x="2790" y="76345"/>
                </a:lnTo>
                <a:lnTo>
                  <a:pt x="2790" y="76751"/>
                </a:lnTo>
                <a:lnTo>
                  <a:pt x="2790" y="77215"/>
                </a:lnTo>
                <a:lnTo>
                  <a:pt x="2855" y="77592"/>
                </a:lnTo>
                <a:lnTo>
                  <a:pt x="2855" y="77998"/>
                </a:lnTo>
                <a:lnTo>
                  <a:pt x="2855" y="78461"/>
                </a:lnTo>
                <a:lnTo>
                  <a:pt x="2855" y="78867"/>
                </a:lnTo>
                <a:lnTo>
                  <a:pt x="2855" y="79273"/>
                </a:lnTo>
                <a:lnTo>
                  <a:pt x="2919" y="79737"/>
                </a:lnTo>
                <a:lnTo>
                  <a:pt x="2919" y="80114"/>
                </a:lnTo>
                <a:lnTo>
                  <a:pt x="2919" y="80520"/>
                </a:lnTo>
                <a:lnTo>
                  <a:pt x="2919" y="80984"/>
                </a:lnTo>
                <a:lnTo>
                  <a:pt x="2983" y="81390"/>
                </a:lnTo>
                <a:lnTo>
                  <a:pt x="2983" y="81796"/>
                </a:lnTo>
                <a:lnTo>
                  <a:pt x="2983" y="82202"/>
                </a:lnTo>
                <a:lnTo>
                  <a:pt x="2983" y="82666"/>
                </a:lnTo>
                <a:lnTo>
                  <a:pt x="2983" y="83043"/>
                </a:lnTo>
                <a:lnTo>
                  <a:pt x="3079" y="83449"/>
                </a:lnTo>
                <a:lnTo>
                  <a:pt x="3079" y="83913"/>
                </a:lnTo>
                <a:lnTo>
                  <a:pt x="3079" y="84319"/>
                </a:lnTo>
                <a:lnTo>
                  <a:pt x="3079" y="84725"/>
                </a:lnTo>
                <a:lnTo>
                  <a:pt x="3143" y="85101"/>
                </a:lnTo>
                <a:lnTo>
                  <a:pt x="3143" y="85594"/>
                </a:lnTo>
                <a:lnTo>
                  <a:pt x="3143" y="85971"/>
                </a:lnTo>
                <a:lnTo>
                  <a:pt x="3143" y="86377"/>
                </a:lnTo>
                <a:lnTo>
                  <a:pt x="3143" y="86841"/>
                </a:lnTo>
                <a:lnTo>
                  <a:pt x="3208" y="8724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713169" y="3650114"/>
            <a:ext cx="3143" cy="75533"/>
          </a:xfrm>
          <a:custGeom>
            <a:avLst/>
            <a:gdLst/>
            <a:ahLst/>
            <a:cxnLst/>
            <a:rect l="l" t="t" r="r" b="b"/>
            <a:pathLst>
              <a:path w="3143" h="75533">
                <a:moveTo>
                  <a:pt x="0" y="0"/>
                </a:moveTo>
                <a:lnTo>
                  <a:pt x="0" y="405"/>
                </a:lnTo>
                <a:lnTo>
                  <a:pt x="0" y="782"/>
                </a:lnTo>
                <a:lnTo>
                  <a:pt x="0" y="1246"/>
                </a:lnTo>
                <a:lnTo>
                  <a:pt x="64" y="1652"/>
                </a:lnTo>
                <a:lnTo>
                  <a:pt x="64" y="2058"/>
                </a:lnTo>
                <a:lnTo>
                  <a:pt x="64" y="2464"/>
                </a:lnTo>
                <a:lnTo>
                  <a:pt x="64" y="2841"/>
                </a:lnTo>
                <a:lnTo>
                  <a:pt x="64" y="3334"/>
                </a:lnTo>
                <a:lnTo>
                  <a:pt x="160" y="3711"/>
                </a:lnTo>
                <a:lnTo>
                  <a:pt x="160" y="4117"/>
                </a:lnTo>
                <a:lnTo>
                  <a:pt x="160" y="4523"/>
                </a:lnTo>
                <a:lnTo>
                  <a:pt x="160" y="4929"/>
                </a:lnTo>
                <a:lnTo>
                  <a:pt x="160" y="5393"/>
                </a:lnTo>
                <a:lnTo>
                  <a:pt x="224" y="5770"/>
                </a:lnTo>
                <a:lnTo>
                  <a:pt x="224" y="6176"/>
                </a:lnTo>
                <a:lnTo>
                  <a:pt x="224" y="6581"/>
                </a:lnTo>
                <a:lnTo>
                  <a:pt x="224" y="6987"/>
                </a:lnTo>
                <a:lnTo>
                  <a:pt x="288" y="7451"/>
                </a:lnTo>
                <a:lnTo>
                  <a:pt x="288" y="7828"/>
                </a:lnTo>
                <a:lnTo>
                  <a:pt x="288" y="8234"/>
                </a:lnTo>
                <a:lnTo>
                  <a:pt x="288" y="8640"/>
                </a:lnTo>
                <a:lnTo>
                  <a:pt x="288" y="9046"/>
                </a:lnTo>
                <a:lnTo>
                  <a:pt x="384" y="9452"/>
                </a:lnTo>
                <a:lnTo>
                  <a:pt x="384" y="9916"/>
                </a:lnTo>
                <a:lnTo>
                  <a:pt x="384" y="10293"/>
                </a:lnTo>
                <a:lnTo>
                  <a:pt x="384" y="10699"/>
                </a:lnTo>
                <a:lnTo>
                  <a:pt x="449" y="11105"/>
                </a:lnTo>
                <a:lnTo>
                  <a:pt x="449" y="11511"/>
                </a:lnTo>
                <a:lnTo>
                  <a:pt x="449" y="11888"/>
                </a:lnTo>
                <a:lnTo>
                  <a:pt x="449" y="12294"/>
                </a:lnTo>
                <a:lnTo>
                  <a:pt x="449" y="12700"/>
                </a:lnTo>
                <a:lnTo>
                  <a:pt x="513" y="13105"/>
                </a:lnTo>
                <a:lnTo>
                  <a:pt x="513" y="13569"/>
                </a:lnTo>
                <a:lnTo>
                  <a:pt x="513" y="13946"/>
                </a:lnTo>
                <a:lnTo>
                  <a:pt x="513" y="14352"/>
                </a:lnTo>
                <a:lnTo>
                  <a:pt x="577" y="14758"/>
                </a:lnTo>
                <a:lnTo>
                  <a:pt x="577" y="15164"/>
                </a:lnTo>
                <a:lnTo>
                  <a:pt x="577" y="15570"/>
                </a:lnTo>
                <a:lnTo>
                  <a:pt x="577" y="15947"/>
                </a:lnTo>
                <a:lnTo>
                  <a:pt x="577" y="16353"/>
                </a:lnTo>
                <a:lnTo>
                  <a:pt x="673" y="16759"/>
                </a:lnTo>
                <a:lnTo>
                  <a:pt x="673" y="17165"/>
                </a:lnTo>
                <a:lnTo>
                  <a:pt x="673" y="17542"/>
                </a:lnTo>
                <a:lnTo>
                  <a:pt x="673" y="17948"/>
                </a:lnTo>
                <a:lnTo>
                  <a:pt x="737" y="18354"/>
                </a:lnTo>
                <a:lnTo>
                  <a:pt x="737" y="18760"/>
                </a:lnTo>
                <a:lnTo>
                  <a:pt x="737" y="19137"/>
                </a:lnTo>
                <a:lnTo>
                  <a:pt x="737" y="19543"/>
                </a:lnTo>
                <a:lnTo>
                  <a:pt x="737" y="19948"/>
                </a:lnTo>
                <a:lnTo>
                  <a:pt x="802" y="20354"/>
                </a:lnTo>
                <a:lnTo>
                  <a:pt x="802" y="20731"/>
                </a:lnTo>
                <a:lnTo>
                  <a:pt x="802" y="21195"/>
                </a:lnTo>
                <a:lnTo>
                  <a:pt x="802" y="21601"/>
                </a:lnTo>
                <a:lnTo>
                  <a:pt x="898" y="21949"/>
                </a:lnTo>
                <a:lnTo>
                  <a:pt x="898" y="22326"/>
                </a:lnTo>
                <a:lnTo>
                  <a:pt x="898" y="22732"/>
                </a:lnTo>
                <a:lnTo>
                  <a:pt x="898" y="23138"/>
                </a:lnTo>
                <a:lnTo>
                  <a:pt x="898" y="23544"/>
                </a:lnTo>
                <a:lnTo>
                  <a:pt x="962" y="23921"/>
                </a:lnTo>
                <a:lnTo>
                  <a:pt x="962" y="24327"/>
                </a:lnTo>
                <a:lnTo>
                  <a:pt x="962" y="24733"/>
                </a:lnTo>
                <a:lnTo>
                  <a:pt x="962" y="25139"/>
                </a:lnTo>
                <a:lnTo>
                  <a:pt x="962" y="25545"/>
                </a:lnTo>
                <a:lnTo>
                  <a:pt x="1026" y="25922"/>
                </a:lnTo>
                <a:lnTo>
                  <a:pt x="1026" y="26327"/>
                </a:lnTo>
                <a:lnTo>
                  <a:pt x="1026" y="26733"/>
                </a:lnTo>
                <a:lnTo>
                  <a:pt x="1026" y="27139"/>
                </a:lnTo>
                <a:lnTo>
                  <a:pt x="1090" y="27516"/>
                </a:lnTo>
                <a:lnTo>
                  <a:pt x="1090" y="27922"/>
                </a:lnTo>
                <a:lnTo>
                  <a:pt x="1090" y="28328"/>
                </a:lnTo>
                <a:lnTo>
                  <a:pt x="1090" y="28734"/>
                </a:lnTo>
                <a:lnTo>
                  <a:pt x="1090" y="29053"/>
                </a:lnTo>
                <a:lnTo>
                  <a:pt x="1186" y="29459"/>
                </a:lnTo>
                <a:lnTo>
                  <a:pt x="1186" y="29865"/>
                </a:lnTo>
                <a:lnTo>
                  <a:pt x="1186" y="30242"/>
                </a:lnTo>
                <a:lnTo>
                  <a:pt x="1186" y="30648"/>
                </a:lnTo>
                <a:lnTo>
                  <a:pt x="1251" y="31054"/>
                </a:lnTo>
                <a:lnTo>
                  <a:pt x="1251" y="31460"/>
                </a:lnTo>
                <a:lnTo>
                  <a:pt x="1251" y="31837"/>
                </a:lnTo>
                <a:lnTo>
                  <a:pt x="1251" y="32185"/>
                </a:lnTo>
                <a:lnTo>
                  <a:pt x="1251" y="32591"/>
                </a:lnTo>
                <a:lnTo>
                  <a:pt x="1315" y="32967"/>
                </a:lnTo>
                <a:lnTo>
                  <a:pt x="1315" y="33373"/>
                </a:lnTo>
                <a:lnTo>
                  <a:pt x="1315" y="33779"/>
                </a:lnTo>
                <a:lnTo>
                  <a:pt x="1315" y="34185"/>
                </a:lnTo>
                <a:lnTo>
                  <a:pt x="1379" y="34504"/>
                </a:lnTo>
                <a:lnTo>
                  <a:pt x="1379" y="34910"/>
                </a:lnTo>
                <a:lnTo>
                  <a:pt x="1379" y="35316"/>
                </a:lnTo>
                <a:lnTo>
                  <a:pt x="1379" y="35693"/>
                </a:lnTo>
                <a:lnTo>
                  <a:pt x="1379" y="36099"/>
                </a:lnTo>
                <a:lnTo>
                  <a:pt x="1475" y="36447"/>
                </a:lnTo>
                <a:lnTo>
                  <a:pt x="1475" y="36824"/>
                </a:lnTo>
                <a:lnTo>
                  <a:pt x="1475" y="37230"/>
                </a:lnTo>
                <a:lnTo>
                  <a:pt x="1475" y="37636"/>
                </a:lnTo>
                <a:lnTo>
                  <a:pt x="1539" y="37955"/>
                </a:lnTo>
                <a:lnTo>
                  <a:pt x="1539" y="38361"/>
                </a:lnTo>
                <a:lnTo>
                  <a:pt x="1539" y="38767"/>
                </a:lnTo>
                <a:lnTo>
                  <a:pt x="1539" y="39172"/>
                </a:lnTo>
                <a:lnTo>
                  <a:pt x="1539" y="39491"/>
                </a:lnTo>
                <a:lnTo>
                  <a:pt x="1604" y="39897"/>
                </a:lnTo>
                <a:lnTo>
                  <a:pt x="1604" y="40303"/>
                </a:lnTo>
                <a:lnTo>
                  <a:pt x="1604" y="40680"/>
                </a:lnTo>
                <a:lnTo>
                  <a:pt x="1604" y="41028"/>
                </a:lnTo>
                <a:lnTo>
                  <a:pt x="1700" y="41434"/>
                </a:lnTo>
                <a:lnTo>
                  <a:pt x="1700" y="41811"/>
                </a:lnTo>
                <a:lnTo>
                  <a:pt x="1700" y="42217"/>
                </a:lnTo>
                <a:lnTo>
                  <a:pt x="1700" y="42565"/>
                </a:lnTo>
                <a:lnTo>
                  <a:pt x="1700" y="42942"/>
                </a:lnTo>
                <a:lnTo>
                  <a:pt x="1764" y="43348"/>
                </a:lnTo>
                <a:lnTo>
                  <a:pt x="1764" y="43696"/>
                </a:lnTo>
                <a:lnTo>
                  <a:pt x="1764" y="44073"/>
                </a:lnTo>
                <a:lnTo>
                  <a:pt x="1764" y="44479"/>
                </a:lnTo>
                <a:lnTo>
                  <a:pt x="1828" y="44827"/>
                </a:lnTo>
                <a:lnTo>
                  <a:pt x="1828" y="45204"/>
                </a:lnTo>
                <a:lnTo>
                  <a:pt x="1828" y="45610"/>
                </a:lnTo>
                <a:lnTo>
                  <a:pt x="1828" y="45957"/>
                </a:lnTo>
                <a:lnTo>
                  <a:pt x="1828" y="46334"/>
                </a:lnTo>
                <a:lnTo>
                  <a:pt x="1892" y="46682"/>
                </a:lnTo>
                <a:lnTo>
                  <a:pt x="1892" y="47088"/>
                </a:lnTo>
                <a:lnTo>
                  <a:pt x="1892" y="47465"/>
                </a:lnTo>
                <a:lnTo>
                  <a:pt x="1892" y="47813"/>
                </a:lnTo>
                <a:lnTo>
                  <a:pt x="1892" y="48219"/>
                </a:lnTo>
                <a:lnTo>
                  <a:pt x="1988" y="48538"/>
                </a:lnTo>
                <a:lnTo>
                  <a:pt x="1988" y="48944"/>
                </a:lnTo>
                <a:lnTo>
                  <a:pt x="1988" y="49350"/>
                </a:lnTo>
                <a:lnTo>
                  <a:pt x="1988" y="49669"/>
                </a:lnTo>
                <a:lnTo>
                  <a:pt x="2053" y="50075"/>
                </a:lnTo>
                <a:lnTo>
                  <a:pt x="2053" y="50394"/>
                </a:lnTo>
                <a:lnTo>
                  <a:pt x="2053" y="50800"/>
                </a:lnTo>
                <a:lnTo>
                  <a:pt x="2053" y="51119"/>
                </a:lnTo>
                <a:lnTo>
                  <a:pt x="2053" y="51525"/>
                </a:lnTo>
                <a:lnTo>
                  <a:pt x="2117" y="51931"/>
                </a:lnTo>
                <a:lnTo>
                  <a:pt x="2117" y="52249"/>
                </a:lnTo>
                <a:lnTo>
                  <a:pt x="2117" y="52655"/>
                </a:lnTo>
                <a:lnTo>
                  <a:pt x="2117" y="53003"/>
                </a:lnTo>
                <a:lnTo>
                  <a:pt x="2181" y="53380"/>
                </a:lnTo>
                <a:lnTo>
                  <a:pt x="2181" y="53728"/>
                </a:lnTo>
                <a:lnTo>
                  <a:pt x="2181" y="54134"/>
                </a:lnTo>
                <a:lnTo>
                  <a:pt x="2181" y="54453"/>
                </a:lnTo>
                <a:lnTo>
                  <a:pt x="2181" y="54859"/>
                </a:lnTo>
                <a:lnTo>
                  <a:pt x="2277" y="55178"/>
                </a:lnTo>
                <a:lnTo>
                  <a:pt x="2277" y="55584"/>
                </a:lnTo>
                <a:lnTo>
                  <a:pt x="2277" y="55932"/>
                </a:lnTo>
                <a:lnTo>
                  <a:pt x="2277" y="56309"/>
                </a:lnTo>
                <a:lnTo>
                  <a:pt x="2341" y="56657"/>
                </a:lnTo>
                <a:lnTo>
                  <a:pt x="2341" y="56976"/>
                </a:lnTo>
                <a:lnTo>
                  <a:pt x="2341" y="57382"/>
                </a:lnTo>
                <a:lnTo>
                  <a:pt x="2341" y="57701"/>
                </a:lnTo>
                <a:lnTo>
                  <a:pt x="2341" y="58107"/>
                </a:lnTo>
                <a:lnTo>
                  <a:pt x="2406" y="58455"/>
                </a:lnTo>
                <a:lnTo>
                  <a:pt x="2406" y="58831"/>
                </a:lnTo>
                <a:lnTo>
                  <a:pt x="2406" y="59179"/>
                </a:lnTo>
                <a:lnTo>
                  <a:pt x="2406" y="59498"/>
                </a:lnTo>
                <a:lnTo>
                  <a:pt x="2502" y="59904"/>
                </a:lnTo>
                <a:lnTo>
                  <a:pt x="2502" y="60252"/>
                </a:lnTo>
                <a:lnTo>
                  <a:pt x="2502" y="60629"/>
                </a:lnTo>
                <a:lnTo>
                  <a:pt x="2502" y="60977"/>
                </a:lnTo>
                <a:lnTo>
                  <a:pt x="2502" y="61296"/>
                </a:lnTo>
                <a:lnTo>
                  <a:pt x="2566" y="61702"/>
                </a:lnTo>
                <a:lnTo>
                  <a:pt x="2566" y="62050"/>
                </a:lnTo>
                <a:lnTo>
                  <a:pt x="2566" y="62369"/>
                </a:lnTo>
                <a:lnTo>
                  <a:pt x="2566" y="62775"/>
                </a:lnTo>
                <a:lnTo>
                  <a:pt x="2630" y="63094"/>
                </a:lnTo>
                <a:lnTo>
                  <a:pt x="2630" y="63442"/>
                </a:lnTo>
                <a:lnTo>
                  <a:pt x="2630" y="63819"/>
                </a:lnTo>
                <a:lnTo>
                  <a:pt x="2630" y="64167"/>
                </a:lnTo>
                <a:lnTo>
                  <a:pt x="2630" y="64486"/>
                </a:lnTo>
                <a:lnTo>
                  <a:pt x="2694" y="64892"/>
                </a:lnTo>
                <a:lnTo>
                  <a:pt x="2694" y="65239"/>
                </a:lnTo>
                <a:lnTo>
                  <a:pt x="2694" y="65558"/>
                </a:lnTo>
                <a:lnTo>
                  <a:pt x="2694" y="65906"/>
                </a:lnTo>
                <a:lnTo>
                  <a:pt x="2694" y="66283"/>
                </a:lnTo>
                <a:lnTo>
                  <a:pt x="2790" y="66631"/>
                </a:lnTo>
                <a:lnTo>
                  <a:pt x="2790" y="66950"/>
                </a:lnTo>
                <a:lnTo>
                  <a:pt x="2790" y="67356"/>
                </a:lnTo>
                <a:lnTo>
                  <a:pt x="2790" y="67675"/>
                </a:lnTo>
                <a:lnTo>
                  <a:pt x="2855" y="68023"/>
                </a:lnTo>
                <a:lnTo>
                  <a:pt x="2855" y="68342"/>
                </a:lnTo>
                <a:lnTo>
                  <a:pt x="2855" y="68690"/>
                </a:lnTo>
                <a:lnTo>
                  <a:pt x="2855" y="69096"/>
                </a:lnTo>
                <a:lnTo>
                  <a:pt x="2855" y="69415"/>
                </a:lnTo>
                <a:lnTo>
                  <a:pt x="2919" y="69763"/>
                </a:lnTo>
                <a:lnTo>
                  <a:pt x="2919" y="70082"/>
                </a:lnTo>
                <a:lnTo>
                  <a:pt x="2919" y="70488"/>
                </a:lnTo>
                <a:lnTo>
                  <a:pt x="2919" y="70807"/>
                </a:lnTo>
                <a:lnTo>
                  <a:pt x="3015" y="71155"/>
                </a:lnTo>
                <a:lnTo>
                  <a:pt x="3015" y="71474"/>
                </a:lnTo>
                <a:lnTo>
                  <a:pt x="3015" y="71821"/>
                </a:lnTo>
                <a:lnTo>
                  <a:pt x="3015" y="72140"/>
                </a:lnTo>
                <a:lnTo>
                  <a:pt x="3015" y="72488"/>
                </a:lnTo>
                <a:lnTo>
                  <a:pt x="3079" y="72865"/>
                </a:lnTo>
                <a:lnTo>
                  <a:pt x="3079" y="73213"/>
                </a:lnTo>
                <a:lnTo>
                  <a:pt x="3079" y="73532"/>
                </a:lnTo>
                <a:lnTo>
                  <a:pt x="3079" y="73880"/>
                </a:lnTo>
                <a:lnTo>
                  <a:pt x="3143" y="74199"/>
                </a:lnTo>
                <a:lnTo>
                  <a:pt x="3143" y="74547"/>
                </a:lnTo>
                <a:lnTo>
                  <a:pt x="3143" y="74866"/>
                </a:lnTo>
                <a:lnTo>
                  <a:pt x="3143" y="75214"/>
                </a:lnTo>
                <a:lnTo>
                  <a:pt x="3143" y="7553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716313" y="3725647"/>
            <a:ext cx="3208" cy="56599"/>
          </a:xfrm>
          <a:custGeom>
            <a:avLst/>
            <a:gdLst/>
            <a:ahLst/>
            <a:cxnLst/>
            <a:rect l="l" t="t" r="r" b="b"/>
            <a:pathLst>
              <a:path w="3208" h="56599">
                <a:moveTo>
                  <a:pt x="0" y="0"/>
                </a:moveTo>
                <a:lnTo>
                  <a:pt x="64" y="405"/>
                </a:lnTo>
                <a:lnTo>
                  <a:pt x="64" y="724"/>
                </a:lnTo>
                <a:lnTo>
                  <a:pt x="64" y="1072"/>
                </a:lnTo>
                <a:lnTo>
                  <a:pt x="64" y="1391"/>
                </a:lnTo>
                <a:lnTo>
                  <a:pt x="160" y="1739"/>
                </a:lnTo>
                <a:lnTo>
                  <a:pt x="160" y="2058"/>
                </a:lnTo>
                <a:lnTo>
                  <a:pt x="160" y="2406"/>
                </a:lnTo>
                <a:lnTo>
                  <a:pt x="160" y="2725"/>
                </a:lnTo>
                <a:lnTo>
                  <a:pt x="160" y="3073"/>
                </a:lnTo>
                <a:lnTo>
                  <a:pt x="224" y="3392"/>
                </a:lnTo>
                <a:lnTo>
                  <a:pt x="224" y="3740"/>
                </a:lnTo>
                <a:lnTo>
                  <a:pt x="224" y="4059"/>
                </a:lnTo>
                <a:lnTo>
                  <a:pt x="224" y="4378"/>
                </a:lnTo>
                <a:lnTo>
                  <a:pt x="288" y="4726"/>
                </a:lnTo>
                <a:lnTo>
                  <a:pt x="288" y="5045"/>
                </a:lnTo>
                <a:lnTo>
                  <a:pt x="288" y="5393"/>
                </a:lnTo>
                <a:lnTo>
                  <a:pt x="288" y="5712"/>
                </a:lnTo>
                <a:lnTo>
                  <a:pt x="288" y="6060"/>
                </a:lnTo>
                <a:lnTo>
                  <a:pt x="352" y="6379"/>
                </a:lnTo>
                <a:lnTo>
                  <a:pt x="352" y="6726"/>
                </a:lnTo>
                <a:lnTo>
                  <a:pt x="352" y="7045"/>
                </a:lnTo>
                <a:lnTo>
                  <a:pt x="352" y="7306"/>
                </a:lnTo>
                <a:lnTo>
                  <a:pt x="352" y="7654"/>
                </a:lnTo>
                <a:lnTo>
                  <a:pt x="449" y="7973"/>
                </a:lnTo>
                <a:lnTo>
                  <a:pt x="449" y="8321"/>
                </a:lnTo>
                <a:lnTo>
                  <a:pt x="449" y="8640"/>
                </a:lnTo>
                <a:lnTo>
                  <a:pt x="449" y="8988"/>
                </a:lnTo>
                <a:lnTo>
                  <a:pt x="513" y="9307"/>
                </a:lnTo>
                <a:lnTo>
                  <a:pt x="513" y="9655"/>
                </a:lnTo>
                <a:lnTo>
                  <a:pt x="513" y="9916"/>
                </a:lnTo>
                <a:lnTo>
                  <a:pt x="513" y="10235"/>
                </a:lnTo>
                <a:lnTo>
                  <a:pt x="513" y="10583"/>
                </a:lnTo>
                <a:lnTo>
                  <a:pt x="577" y="10902"/>
                </a:lnTo>
                <a:lnTo>
                  <a:pt x="577" y="11250"/>
                </a:lnTo>
                <a:lnTo>
                  <a:pt x="577" y="11569"/>
                </a:lnTo>
                <a:lnTo>
                  <a:pt x="577" y="11830"/>
                </a:lnTo>
                <a:lnTo>
                  <a:pt x="673" y="12178"/>
                </a:lnTo>
                <a:lnTo>
                  <a:pt x="673" y="12497"/>
                </a:lnTo>
                <a:lnTo>
                  <a:pt x="673" y="12845"/>
                </a:lnTo>
                <a:lnTo>
                  <a:pt x="673" y="13163"/>
                </a:lnTo>
                <a:lnTo>
                  <a:pt x="673" y="13424"/>
                </a:lnTo>
                <a:lnTo>
                  <a:pt x="737" y="13772"/>
                </a:lnTo>
                <a:lnTo>
                  <a:pt x="737" y="14091"/>
                </a:lnTo>
                <a:lnTo>
                  <a:pt x="737" y="14439"/>
                </a:lnTo>
                <a:lnTo>
                  <a:pt x="737" y="14700"/>
                </a:lnTo>
                <a:lnTo>
                  <a:pt x="802" y="15019"/>
                </a:lnTo>
                <a:lnTo>
                  <a:pt x="802" y="15367"/>
                </a:lnTo>
                <a:lnTo>
                  <a:pt x="802" y="15686"/>
                </a:lnTo>
                <a:lnTo>
                  <a:pt x="802" y="15976"/>
                </a:lnTo>
                <a:lnTo>
                  <a:pt x="802" y="16295"/>
                </a:lnTo>
                <a:lnTo>
                  <a:pt x="866" y="16614"/>
                </a:lnTo>
                <a:lnTo>
                  <a:pt x="866" y="16904"/>
                </a:lnTo>
                <a:lnTo>
                  <a:pt x="866" y="17223"/>
                </a:lnTo>
                <a:lnTo>
                  <a:pt x="866" y="17571"/>
                </a:lnTo>
                <a:lnTo>
                  <a:pt x="962" y="17832"/>
                </a:lnTo>
                <a:lnTo>
                  <a:pt x="962" y="18151"/>
                </a:lnTo>
                <a:lnTo>
                  <a:pt x="962" y="18499"/>
                </a:lnTo>
                <a:lnTo>
                  <a:pt x="962" y="18760"/>
                </a:lnTo>
                <a:lnTo>
                  <a:pt x="962" y="19079"/>
                </a:lnTo>
                <a:lnTo>
                  <a:pt x="1026" y="19427"/>
                </a:lnTo>
                <a:lnTo>
                  <a:pt x="1026" y="19687"/>
                </a:lnTo>
                <a:lnTo>
                  <a:pt x="1026" y="20006"/>
                </a:lnTo>
                <a:lnTo>
                  <a:pt x="1026" y="20296"/>
                </a:lnTo>
                <a:lnTo>
                  <a:pt x="1090" y="20615"/>
                </a:lnTo>
                <a:lnTo>
                  <a:pt x="1090" y="20963"/>
                </a:lnTo>
                <a:lnTo>
                  <a:pt x="1090" y="21224"/>
                </a:lnTo>
                <a:lnTo>
                  <a:pt x="1090" y="21543"/>
                </a:lnTo>
                <a:lnTo>
                  <a:pt x="1090" y="21804"/>
                </a:lnTo>
                <a:lnTo>
                  <a:pt x="1186" y="22152"/>
                </a:lnTo>
                <a:lnTo>
                  <a:pt x="1186" y="22413"/>
                </a:lnTo>
                <a:lnTo>
                  <a:pt x="1186" y="22732"/>
                </a:lnTo>
                <a:lnTo>
                  <a:pt x="1186" y="23022"/>
                </a:lnTo>
                <a:lnTo>
                  <a:pt x="1186" y="23341"/>
                </a:lnTo>
                <a:lnTo>
                  <a:pt x="1251" y="23602"/>
                </a:lnTo>
                <a:lnTo>
                  <a:pt x="1251" y="23950"/>
                </a:lnTo>
                <a:lnTo>
                  <a:pt x="1251" y="24211"/>
                </a:lnTo>
                <a:lnTo>
                  <a:pt x="1251" y="24530"/>
                </a:lnTo>
                <a:lnTo>
                  <a:pt x="1315" y="24820"/>
                </a:lnTo>
                <a:lnTo>
                  <a:pt x="1315" y="25139"/>
                </a:lnTo>
                <a:lnTo>
                  <a:pt x="1315" y="25400"/>
                </a:lnTo>
                <a:lnTo>
                  <a:pt x="1315" y="25748"/>
                </a:lnTo>
                <a:lnTo>
                  <a:pt x="1315" y="26009"/>
                </a:lnTo>
                <a:lnTo>
                  <a:pt x="1379" y="26327"/>
                </a:lnTo>
                <a:lnTo>
                  <a:pt x="1379" y="26588"/>
                </a:lnTo>
                <a:lnTo>
                  <a:pt x="1379" y="26936"/>
                </a:lnTo>
                <a:lnTo>
                  <a:pt x="1379" y="27197"/>
                </a:lnTo>
                <a:lnTo>
                  <a:pt x="1475" y="27458"/>
                </a:lnTo>
                <a:lnTo>
                  <a:pt x="1475" y="27806"/>
                </a:lnTo>
                <a:lnTo>
                  <a:pt x="1475" y="28067"/>
                </a:lnTo>
                <a:lnTo>
                  <a:pt x="1475" y="28328"/>
                </a:lnTo>
                <a:lnTo>
                  <a:pt x="1475" y="28676"/>
                </a:lnTo>
                <a:lnTo>
                  <a:pt x="1539" y="28937"/>
                </a:lnTo>
                <a:lnTo>
                  <a:pt x="1539" y="29256"/>
                </a:lnTo>
                <a:lnTo>
                  <a:pt x="1539" y="29517"/>
                </a:lnTo>
                <a:lnTo>
                  <a:pt x="1539" y="29807"/>
                </a:lnTo>
                <a:lnTo>
                  <a:pt x="1604" y="30126"/>
                </a:lnTo>
                <a:lnTo>
                  <a:pt x="1604" y="30387"/>
                </a:lnTo>
                <a:lnTo>
                  <a:pt x="1604" y="30648"/>
                </a:lnTo>
                <a:lnTo>
                  <a:pt x="1604" y="30938"/>
                </a:lnTo>
                <a:lnTo>
                  <a:pt x="1604" y="31257"/>
                </a:lnTo>
                <a:lnTo>
                  <a:pt x="1668" y="31518"/>
                </a:lnTo>
                <a:lnTo>
                  <a:pt x="1668" y="31779"/>
                </a:lnTo>
                <a:lnTo>
                  <a:pt x="1668" y="32127"/>
                </a:lnTo>
                <a:lnTo>
                  <a:pt x="1668" y="32388"/>
                </a:lnTo>
                <a:lnTo>
                  <a:pt x="1764" y="32648"/>
                </a:lnTo>
                <a:lnTo>
                  <a:pt x="1764" y="32909"/>
                </a:lnTo>
                <a:lnTo>
                  <a:pt x="1764" y="33257"/>
                </a:lnTo>
                <a:lnTo>
                  <a:pt x="1764" y="33518"/>
                </a:lnTo>
                <a:lnTo>
                  <a:pt x="1764" y="33779"/>
                </a:lnTo>
                <a:lnTo>
                  <a:pt x="1828" y="34040"/>
                </a:lnTo>
                <a:lnTo>
                  <a:pt x="1828" y="34301"/>
                </a:lnTo>
                <a:lnTo>
                  <a:pt x="1828" y="34649"/>
                </a:lnTo>
                <a:lnTo>
                  <a:pt x="1828" y="34910"/>
                </a:lnTo>
                <a:lnTo>
                  <a:pt x="1892" y="35171"/>
                </a:lnTo>
                <a:lnTo>
                  <a:pt x="1892" y="35432"/>
                </a:lnTo>
                <a:lnTo>
                  <a:pt x="1892" y="35722"/>
                </a:lnTo>
                <a:lnTo>
                  <a:pt x="1892" y="35983"/>
                </a:lnTo>
                <a:lnTo>
                  <a:pt x="1892" y="36302"/>
                </a:lnTo>
                <a:lnTo>
                  <a:pt x="1988" y="36563"/>
                </a:lnTo>
                <a:lnTo>
                  <a:pt x="1988" y="36853"/>
                </a:lnTo>
                <a:lnTo>
                  <a:pt x="1988" y="37114"/>
                </a:lnTo>
                <a:lnTo>
                  <a:pt x="1988" y="37375"/>
                </a:lnTo>
                <a:lnTo>
                  <a:pt x="1988" y="37636"/>
                </a:lnTo>
                <a:lnTo>
                  <a:pt x="2053" y="37897"/>
                </a:lnTo>
                <a:lnTo>
                  <a:pt x="2053" y="38158"/>
                </a:lnTo>
                <a:lnTo>
                  <a:pt x="2053" y="38448"/>
                </a:lnTo>
                <a:lnTo>
                  <a:pt x="2053" y="38709"/>
                </a:lnTo>
                <a:lnTo>
                  <a:pt x="2117" y="38970"/>
                </a:lnTo>
                <a:lnTo>
                  <a:pt x="2117" y="39230"/>
                </a:lnTo>
                <a:lnTo>
                  <a:pt x="2117" y="39491"/>
                </a:lnTo>
                <a:lnTo>
                  <a:pt x="2117" y="39781"/>
                </a:lnTo>
                <a:lnTo>
                  <a:pt x="2117" y="40042"/>
                </a:lnTo>
                <a:lnTo>
                  <a:pt x="2181" y="40303"/>
                </a:lnTo>
                <a:lnTo>
                  <a:pt x="2181" y="40564"/>
                </a:lnTo>
                <a:lnTo>
                  <a:pt x="2181" y="40825"/>
                </a:lnTo>
                <a:lnTo>
                  <a:pt x="2181" y="41086"/>
                </a:lnTo>
                <a:lnTo>
                  <a:pt x="2277" y="41376"/>
                </a:lnTo>
                <a:lnTo>
                  <a:pt x="2277" y="41637"/>
                </a:lnTo>
                <a:lnTo>
                  <a:pt x="2277" y="41898"/>
                </a:lnTo>
                <a:lnTo>
                  <a:pt x="2277" y="42159"/>
                </a:lnTo>
                <a:lnTo>
                  <a:pt x="2277" y="42420"/>
                </a:lnTo>
                <a:lnTo>
                  <a:pt x="2341" y="42681"/>
                </a:lnTo>
                <a:lnTo>
                  <a:pt x="2341" y="42971"/>
                </a:lnTo>
                <a:lnTo>
                  <a:pt x="2341" y="43232"/>
                </a:lnTo>
                <a:lnTo>
                  <a:pt x="2341" y="43493"/>
                </a:lnTo>
                <a:lnTo>
                  <a:pt x="2406" y="43754"/>
                </a:lnTo>
                <a:lnTo>
                  <a:pt x="2406" y="44015"/>
                </a:lnTo>
                <a:lnTo>
                  <a:pt x="2406" y="44218"/>
                </a:lnTo>
                <a:lnTo>
                  <a:pt x="2406" y="44479"/>
                </a:lnTo>
                <a:lnTo>
                  <a:pt x="2406" y="44769"/>
                </a:lnTo>
                <a:lnTo>
                  <a:pt x="2470" y="45030"/>
                </a:lnTo>
                <a:lnTo>
                  <a:pt x="2470" y="45291"/>
                </a:lnTo>
                <a:lnTo>
                  <a:pt x="2470" y="45552"/>
                </a:lnTo>
                <a:lnTo>
                  <a:pt x="2470" y="45754"/>
                </a:lnTo>
                <a:lnTo>
                  <a:pt x="2566" y="46015"/>
                </a:lnTo>
                <a:lnTo>
                  <a:pt x="2566" y="46276"/>
                </a:lnTo>
                <a:lnTo>
                  <a:pt x="2566" y="46537"/>
                </a:lnTo>
                <a:lnTo>
                  <a:pt x="2566" y="46827"/>
                </a:lnTo>
                <a:lnTo>
                  <a:pt x="2566" y="47001"/>
                </a:lnTo>
                <a:lnTo>
                  <a:pt x="2630" y="47291"/>
                </a:lnTo>
                <a:lnTo>
                  <a:pt x="2630" y="47552"/>
                </a:lnTo>
                <a:lnTo>
                  <a:pt x="2630" y="47813"/>
                </a:lnTo>
                <a:lnTo>
                  <a:pt x="2630" y="48016"/>
                </a:lnTo>
                <a:lnTo>
                  <a:pt x="2694" y="48277"/>
                </a:lnTo>
                <a:lnTo>
                  <a:pt x="2694" y="48538"/>
                </a:lnTo>
                <a:lnTo>
                  <a:pt x="2694" y="48799"/>
                </a:lnTo>
                <a:lnTo>
                  <a:pt x="2694" y="49002"/>
                </a:lnTo>
                <a:lnTo>
                  <a:pt x="2694" y="49263"/>
                </a:lnTo>
                <a:lnTo>
                  <a:pt x="2790" y="49553"/>
                </a:lnTo>
                <a:lnTo>
                  <a:pt x="2790" y="49756"/>
                </a:lnTo>
                <a:lnTo>
                  <a:pt x="2790" y="50017"/>
                </a:lnTo>
                <a:lnTo>
                  <a:pt x="2790" y="50278"/>
                </a:lnTo>
                <a:lnTo>
                  <a:pt x="2790" y="50481"/>
                </a:lnTo>
                <a:lnTo>
                  <a:pt x="2855" y="50742"/>
                </a:lnTo>
                <a:lnTo>
                  <a:pt x="2855" y="50945"/>
                </a:lnTo>
                <a:lnTo>
                  <a:pt x="2855" y="51206"/>
                </a:lnTo>
                <a:lnTo>
                  <a:pt x="2855" y="51467"/>
                </a:lnTo>
                <a:lnTo>
                  <a:pt x="2919" y="51670"/>
                </a:lnTo>
                <a:lnTo>
                  <a:pt x="2919" y="51931"/>
                </a:lnTo>
                <a:lnTo>
                  <a:pt x="2919" y="52134"/>
                </a:lnTo>
                <a:lnTo>
                  <a:pt x="2919" y="52394"/>
                </a:lnTo>
                <a:lnTo>
                  <a:pt x="2919" y="52655"/>
                </a:lnTo>
                <a:lnTo>
                  <a:pt x="2983" y="52858"/>
                </a:lnTo>
                <a:lnTo>
                  <a:pt x="2983" y="53119"/>
                </a:lnTo>
                <a:lnTo>
                  <a:pt x="2983" y="53322"/>
                </a:lnTo>
                <a:lnTo>
                  <a:pt x="2983" y="53612"/>
                </a:lnTo>
                <a:lnTo>
                  <a:pt x="3079" y="53786"/>
                </a:lnTo>
                <a:lnTo>
                  <a:pt x="3079" y="54076"/>
                </a:lnTo>
                <a:lnTo>
                  <a:pt x="3079" y="54250"/>
                </a:lnTo>
                <a:lnTo>
                  <a:pt x="3079" y="54540"/>
                </a:lnTo>
                <a:lnTo>
                  <a:pt x="3079" y="54743"/>
                </a:lnTo>
                <a:lnTo>
                  <a:pt x="3143" y="55004"/>
                </a:lnTo>
                <a:lnTo>
                  <a:pt x="3143" y="55207"/>
                </a:lnTo>
                <a:lnTo>
                  <a:pt x="3143" y="55381"/>
                </a:lnTo>
                <a:lnTo>
                  <a:pt x="3143" y="55671"/>
                </a:lnTo>
                <a:lnTo>
                  <a:pt x="3208" y="55874"/>
                </a:lnTo>
                <a:lnTo>
                  <a:pt x="3208" y="56135"/>
                </a:lnTo>
                <a:lnTo>
                  <a:pt x="3208" y="56338"/>
                </a:lnTo>
                <a:lnTo>
                  <a:pt x="3208" y="56599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719521" y="3782246"/>
            <a:ext cx="3208" cy="31445"/>
          </a:xfrm>
          <a:custGeom>
            <a:avLst/>
            <a:gdLst/>
            <a:ahLst/>
            <a:cxnLst/>
            <a:rect l="l" t="t" r="r" b="b"/>
            <a:pathLst>
              <a:path w="3208" h="31445">
                <a:moveTo>
                  <a:pt x="0" y="0"/>
                </a:moveTo>
                <a:lnTo>
                  <a:pt x="0" y="202"/>
                </a:lnTo>
                <a:lnTo>
                  <a:pt x="96" y="376"/>
                </a:lnTo>
                <a:lnTo>
                  <a:pt x="96" y="666"/>
                </a:lnTo>
                <a:lnTo>
                  <a:pt x="96" y="869"/>
                </a:lnTo>
                <a:lnTo>
                  <a:pt x="96" y="1043"/>
                </a:lnTo>
                <a:lnTo>
                  <a:pt x="160" y="1333"/>
                </a:lnTo>
                <a:lnTo>
                  <a:pt x="160" y="1522"/>
                </a:lnTo>
                <a:lnTo>
                  <a:pt x="160" y="1722"/>
                </a:lnTo>
                <a:lnTo>
                  <a:pt x="160" y="1986"/>
                </a:lnTo>
                <a:lnTo>
                  <a:pt x="160" y="2186"/>
                </a:lnTo>
                <a:lnTo>
                  <a:pt x="224" y="2386"/>
                </a:lnTo>
                <a:lnTo>
                  <a:pt x="224" y="2653"/>
                </a:lnTo>
                <a:lnTo>
                  <a:pt x="224" y="2850"/>
                </a:lnTo>
                <a:lnTo>
                  <a:pt x="224" y="3050"/>
                </a:lnTo>
                <a:lnTo>
                  <a:pt x="288" y="3250"/>
                </a:lnTo>
                <a:lnTo>
                  <a:pt x="288" y="3517"/>
                </a:lnTo>
                <a:lnTo>
                  <a:pt x="288" y="3717"/>
                </a:lnTo>
                <a:lnTo>
                  <a:pt x="288" y="3914"/>
                </a:lnTo>
                <a:lnTo>
                  <a:pt x="288" y="4114"/>
                </a:lnTo>
                <a:lnTo>
                  <a:pt x="384" y="4314"/>
                </a:lnTo>
                <a:lnTo>
                  <a:pt x="384" y="4581"/>
                </a:lnTo>
                <a:lnTo>
                  <a:pt x="384" y="4781"/>
                </a:lnTo>
                <a:lnTo>
                  <a:pt x="384" y="4978"/>
                </a:lnTo>
                <a:lnTo>
                  <a:pt x="384" y="5178"/>
                </a:lnTo>
                <a:lnTo>
                  <a:pt x="449" y="5378"/>
                </a:lnTo>
                <a:lnTo>
                  <a:pt x="449" y="5578"/>
                </a:lnTo>
                <a:lnTo>
                  <a:pt x="449" y="5842"/>
                </a:lnTo>
                <a:lnTo>
                  <a:pt x="449" y="6042"/>
                </a:lnTo>
                <a:lnTo>
                  <a:pt x="513" y="6242"/>
                </a:lnTo>
                <a:lnTo>
                  <a:pt x="513" y="6442"/>
                </a:lnTo>
                <a:lnTo>
                  <a:pt x="513" y="6642"/>
                </a:lnTo>
                <a:lnTo>
                  <a:pt x="513" y="6840"/>
                </a:lnTo>
                <a:lnTo>
                  <a:pt x="513" y="7040"/>
                </a:lnTo>
                <a:lnTo>
                  <a:pt x="577" y="7240"/>
                </a:lnTo>
                <a:lnTo>
                  <a:pt x="577" y="7440"/>
                </a:lnTo>
                <a:lnTo>
                  <a:pt x="577" y="7640"/>
                </a:lnTo>
                <a:lnTo>
                  <a:pt x="577" y="7837"/>
                </a:lnTo>
                <a:lnTo>
                  <a:pt x="673" y="8037"/>
                </a:lnTo>
                <a:lnTo>
                  <a:pt x="673" y="8237"/>
                </a:lnTo>
                <a:lnTo>
                  <a:pt x="673" y="8437"/>
                </a:lnTo>
                <a:lnTo>
                  <a:pt x="673" y="8637"/>
                </a:lnTo>
                <a:lnTo>
                  <a:pt x="673" y="8834"/>
                </a:lnTo>
                <a:lnTo>
                  <a:pt x="737" y="9035"/>
                </a:lnTo>
                <a:lnTo>
                  <a:pt x="737" y="9235"/>
                </a:lnTo>
                <a:lnTo>
                  <a:pt x="737" y="9435"/>
                </a:lnTo>
                <a:lnTo>
                  <a:pt x="737" y="9635"/>
                </a:lnTo>
                <a:lnTo>
                  <a:pt x="802" y="9832"/>
                </a:lnTo>
                <a:lnTo>
                  <a:pt x="802" y="10032"/>
                </a:lnTo>
                <a:lnTo>
                  <a:pt x="802" y="10232"/>
                </a:lnTo>
                <a:lnTo>
                  <a:pt x="802" y="10432"/>
                </a:lnTo>
                <a:lnTo>
                  <a:pt x="802" y="10632"/>
                </a:lnTo>
                <a:lnTo>
                  <a:pt x="898" y="10829"/>
                </a:lnTo>
                <a:lnTo>
                  <a:pt x="898" y="10963"/>
                </a:lnTo>
                <a:lnTo>
                  <a:pt x="898" y="11163"/>
                </a:lnTo>
                <a:lnTo>
                  <a:pt x="898" y="11363"/>
                </a:lnTo>
                <a:lnTo>
                  <a:pt x="962" y="11563"/>
                </a:lnTo>
                <a:lnTo>
                  <a:pt x="962" y="11763"/>
                </a:lnTo>
                <a:lnTo>
                  <a:pt x="962" y="11960"/>
                </a:lnTo>
                <a:lnTo>
                  <a:pt x="962" y="12094"/>
                </a:lnTo>
                <a:lnTo>
                  <a:pt x="962" y="12294"/>
                </a:lnTo>
                <a:lnTo>
                  <a:pt x="1026" y="12494"/>
                </a:lnTo>
                <a:lnTo>
                  <a:pt x="1026" y="12694"/>
                </a:lnTo>
                <a:lnTo>
                  <a:pt x="1026" y="12891"/>
                </a:lnTo>
                <a:lnTo>
                  <a:pt x="1026" y="13024"/>
                </a:lnTo>
                <a:lnTo>
                  <a:pt x="1090" y="13224"/>
                </a:lnTo>
                <a:lnTo>
                  <a:pt x="1090" y="13424"/>
                </a:lnTo>
                <a:lnTo>
                  <a:pt x="1090" y="13625"/>
                </a:lnTo>
                <a:lnTo>
                  <a:pt x="1090" y="13758"/>
                </a:lnTo>
                <a:lnTo>
                  <a:pt x="1090" y="13955"/>
                </a:lnTo>
                <a:lnTo>
                  <a:pt x="1186" y="14155"/>
                </a:lnTo>
                <a:lnTo>
                  <a:pt x="1186" y="14289"/>
                </a:lnTo>
                <a:lnTo>
                  <a:pt x="1186" y="14489"/>
                </a:lnTo>
                <a:lnTo>
                  <a:pt x="1186" y="14689"/>
                </a:lnTo>
                <a:lnTo>
                  <a:pt x="1186" y="14819"/>
                </a:lnTo>
                <a:lnTo>
                  <a:pt x="1251" y="15019"/>
                </a:lnTo>
                <a:lnTo>
                  <a:pt x="1251" y="15219"/>
                </a:lnTo>
                <a:lnTo>
                  <a:pt x="1251" y="15353"/>
                </a:lnTo>
                <a:lnTo>
                  <a:pt x="1251" y="15553"/>
                </a:lnTo>
                <a:lnTo>
                  <a:pt x="1315" y="15753"/>
                </a:lnTo>
                <a:lnTo>
                  <a:pt x="1315" y="15883"/>
                </a:lnTo>
                <a:lnTo>
                  <a:pt x="1315" y="16083"/>
                </a:lnTo>
                <a:lnTo>
                  <a:pt x="1315" y="16217"/>
                </a:lnTo>
                <a:lnTo>
                  <a:pt x="1315" y="16417"/>
                </a:lnTo>
                <a:lnTo>
                  <a:pt x="1411" y="16550"/>
                </a:lnTo>
                <a:lnTo>
                  <a:pt x="1411" y="16750"/>
                </a:lnTo>
                <a:lnTo>
                  <a:pt x="1411" y="16947"/>
                </a:lnTo>
                <a:lnTo>
                  <a:pt x="1411" y="17081"/>
                </a:lnTo>
                <a:lnTo>
                  <a:pt x="1475" y="17281"/>
                </a:lnTo>
                <a:lnTo>
                  <a:pt x="1475" y="17414"/>
                </a:lnTo>
                <a:lnTo>
                  <a:pt x="1475" y="17614"/>
                </a:lnTo>
                <a:lnTo>
                  <a:pt x="1475" y="17748"/>
                </a:lnTo>
                <a:lnTo>
                  <a:pt x="1475" y="17945"/>
                </a:lnTo>
                <a:lnTo>
                  <a:pt x="1539" y="18078"/>
                </a:lnTo>
                <a:lnTo>
                  <a:pt x="1539" y="18212"/>
                </a:lnTo>
                <a:lnTo>
                  <a:pt x="1539" y="18412"/>
                </a:lnTo>
                <a:lnTo>
                  <a:pt x="1539" y="18545"/>
                </a:lnTo>
                <a:lnTo>
                  <a:pt x="1604" y="18745"/>
                </a:lnTo>
                <a:lnTo>
                  <a:pt x="1604" y="18876"/>
                </a:lnTo>
                <a:lnTo>
                  <a:pt x="1604" y="19076"/>
                </a:lnTo>
                <a:lnTo>
                  <a:pt x="1604" y="19209"/>
                </a:lnTo>
                <a:lnTo>
                  <a:pt x="1604" y="19342"/>
                </a:lnTo>
                <a:lnTo>
                  <a:pt x="1700" y="19543"/>
                </a:lnTo>
                <a:lnTo>
                  <a:pt x="1700" y="19676"/>
                </a:lnTo>
                <a:lnTo>
                  <a:pt x="1700" y="19806"/>
                </a:lnTo>
                <a:lnTo>
                  <a:pt x="1700" y="20006"/>
                </a:lnTo>
                <a:lnTo>
                  <a:pt x="1764" y="20140"/>
                </a:lnTo>
                <a:lnTo>
                  <a:pt x="1764" y="20273"/>
                </a:lnTo>
                <a:lnTo>
                  <a:pt x="1764" y="20473"/>
                </a:lnTo>
                <a:lnTo>
                  <a:pt x="1764" y="20607"/>
                </a:lnTo>
                <a:lnTo>
                  <a:pt x="1764" y="20740"/>
                </a:lnTo>
                <a:lnTo>
                  <a:pt x="1828" y="20937"/>
                </a:lnTo>
                <a:lnTo>
                  <a:pt x="1828" y="21071"/>
                </a:lnTo>
                <a:lnTo>
                  <a:pt x="1828" y="21204"/>
                </a:lnTo>
                <a:lnTo>
                  <a:pt x="1828" y="21337"/>
                </a:lnTo>
                <a:lnTo>
                  <a:pt x="1892" y="21537"/>
                </a:lnTo>
                <a:lnTo>
                  <a:pt x="1892" y="21671"/>
                </a:lnTo>
                <a:lnTo>
                  <a:pt x="1892" y="21801"/>
                </a:lnTo>
                <a:lnTo>
                  <a:pt x="1892" y="21935"/>
                </a:lnTo>
                <a:lnTo>
                  <a:pt x="1892" y="22068"/>
                </a:lnTo>
                <a:lnTo>
                  <a:pt x="1988" y="22268"/>
                </a:lnTo>
                <a:lnTo>
                  <a:pt x="1988" y="22401"/>
                </a:lnTo>
                <a:lnTo>
                  <a:pt x="1988" y="22535"/>
                </a:lnTo>
                <a:lnTo>
                  <a:pt x="1988" y="22668"/>
                </a:lnTo>
                <a:lnTo>
                  <a:pt x="1988" y="22799"/>
                </a:lnTo>
                <a:lnTo>
                  <a:pt x="2053" y="22932"/>
                </a:lnTo>
                <a:lnTo>
                  <a:pt x="2053" y="23065"/>
                </a:lnTo>
                <a:lnTo>
                  <a:pt x="2053" y="23266"/>
                </a:lnTo>
                <a:lnTo>
                  <a:pt x="2053" y="23399"/>
                </a:lnTo>
                <a:lnTo>
                  <a:pt x="2117" y="23532"/>
                </a:lnTo>
                <a:lnTo>
                  <a:pt x="2117" y="23666"/>
                </a:lnTo>
                <a:lnTo>
                  <a:pt x="2117" y="23796"/>
                </a:lnTo>
                <a:lnTo>
                  <a:pt x="2117" y="23930"/>
                </a:lnTo>
                <a:lnTo>
                  <a:pt x="2117" y="24063"/>
                </a:lnTo>
                <a:lnTo>
                  <a:pt x="2213" y="24196"/>
                </a:lnTo>
                <a:lnTo>
                  <a:pt x="2213" y="24330"/>
                </a:lnTo>
                <a:lnTo>
                  <a:pt x="2213" y="24463"/>
                </a:lnTo>
                <a:lnTo>
                  <a:pt x="2213" y="24596"/>
                </a:lnTo>
                <a:lnTo>
                  <a:pt x="2277" y="24727"/>
                </a:lnTo>
                <a:lnTo>
                  <a:pt x="2277" y="24860"/>
                </a:lnTo>
                <a:lnTo>
                  <a:pt x="2277" y="24994"/>
                </a:lnTo>
                <a:lnTo>
                  <a:pt x="2277" y="25127"/>
                </a:lnTo>
                <a:lnTo>
                  <a:pt x="2277" y="25260"/>
                </a:lnTo>
                <a:lnTo>
                  <a:pt x="2341" y="25394"/>
                </a:lnTo>
                <a:lnTo>
                  <a:pt x="2341" y="25527"/>
                </a:lnTo>
                <a:lnTo>
                  <a:pt x="2341" y="25661"/>
                </a:lnTo>
                <a:lnTo>
                  <a:pt x="2341" y="25791"/>
                </a:lnTo>
                <a:lnTo>
                  <a:pt x="2406" y="25991"/>
                </a:lnTo>
                <a:lnTo>
                  <a:pt x="2406" y="26124"/>
                </a:lnTo>
                <a:lnTo>
                  <a:pt x="2406" y="26258"/>
                </a:lnTo>
                <a:lnTo>
                  <a:pt x="2406" y="26391"/>
                </a:lnTo>
                <a:lnTo>
                  <a:pt x="2502" y="26525"/>
                </a:lnTo>
                <a:lnTo>
                  <a:pt x="2502" y="26658"/>
                </a:lnTo>
                <a:lnTo>
                  <a:pt x="2502" y="26855"/>
                </a:lnTo>
                <a:lnTo>
                  <a:pt x="2566" y="26989"/>
                </a:lnTo>
                <a:lnTo>
                  <a:pt x="2566" y="27122"/>
                </a:lnTo>
                <a:lnTo>
                  <a:pt x="2566" y="27255"/>
                </a:lnTo>
                <a:lnTo>
                  <a:pt x="2566" y="27455"/>
                </a:lnTo>
                <a:lnTo>
                  <a:pt x="2630" y="27589"/>
                </a:lnTo>
                <a:lnTo>
                  <a:pt x="2630" y="27722"/>
                </a:lnTo>
                <a:lnTo>
                  <a:pt x="2630" y="27919"/>
                </a:lnTo>
                <a:lnTo>
                  <a:pt x="2694" y="28053"/>
                </a:lnTo>
                <a:lnTo>
                  <a:pt x="2694" y="28253"/>
                </a:lnTo>
                <a:lnTo>
                  <a:pt x="2694" y="28386"/>
                </a:lnTo>
                <a:lnTo>
                  <a:pt x="2790" y="28586"/>
                </a:lnTo>
                <a:lnTo>
                  <a:pt x="2790" y="28720"/>
                </a:lnTo>
                <a:lnTo>
                  <a:pt x="2790" y="28917"/>
                </a:lnTo>
                <a:lnTo>
                  <a:pt x="2855" y="29117"/>
                </a:lnTo>
                <a:lnTo>
                  <a:pt x="2855" y="29250"/>
                </a:lnTo>
                <a:lnTo>
                  <a:pt x="2855" y="29450"/>
                </a:lnTo>
                <a:lnTo>
                  <a:pt x="2919" y="29650"/>
                </a:lnTo>
                <a:lnTo>
                  <a:pt x="2919" y="29848"/>
                </a:lnTo>
                <a:lnTo>
                  <a:pt x="3015" y="30048"/>
                </a:lnTo>
                <a:lnTo>
                  <a:pt x="3015" y="30248"/>
                </a:lnTo>
                <a:lnTo>
                  <a:pt x="3079" y="30448"/>
                </a:lnTo>
                <a:lnTo>
                  <a:pt x="3079" y="30581"/>
                </a:lnTo>
                <a:lnTo>
                  <a:pt x="3079" y="30714"/>
                </a:lnTo>
                <a:lnTo>
                  <a:pt x="3143" y="30912"/>
                </a:lnTo>
                <a:lnTo>
                  <a:pt x="3143" y="31045"/>
                </a:lnTo>
                <a:lnTo>
                  <a:pt x="3143" y="31178"/>
                </a:lnTo>
                <a:lnTo>
                  <a:pt x="3208" y="31312"/>
                </a:lnTo>
                <a:lnTo>
                  <a:pt x="3208" y="3144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722729" y="3813692"/>
            <a:ext cx="3240" cy="5120"/>
          </a:xfrm>
          <a:custGeom>
            <a:avLst/>
            <a:gdLst/>
            <a:ahLst/>
            <a:cxnLst/>
            <a:rect l="l" t="t" r="r" b="b"/>
            <a:pathLst>
              <a:path w="3240" h="5120">
                <a:moveTo>
                  <a:pt x="0" y="0"/>
                </a:moveTo>
                <a:lnTo>
                  <a:pt x="0" y="133"/>
                </a:lnTo>
                <a:lnTo>
                  <a:pt x="96" y="266"/>
                </a:lnTo>
                <a:lnTo>
                  <a:pt x="96" y="397"/>
                </a:lnTo>
                <a:lnTo>
                  <a:pt x="96" y="530"/>
                </a:lnTo>
                <a:lnTo>
                  <a:pt x="160" y="663"/>
                </a:lnTo>
                <a:lnTo>
                  <a:pt x="160" y="797"/>
                </a:lnTo>
                <a:lnTo>
                  <a:pt x="160" y="930"/>
                </a:lnTo>
                <a:lnTo>
                  <a:pt x="224" y="1064"/>
                </a:lnTo>
                <a:lnTo>
                  <a:pt x="224" y="1197"/>
                </a:lnTo>
                <a:lnTo>
                  <a:pt x="320" y="1394"/>
                </a:lnTo>
                <a:lnTo>
                  <a:pt x="320" y="1528"/>
                </a:lnTo>
                <a:lnTo>
                  <a:pt x="384" y="1661"/>
                </a:lnTo>
                <a:lnTo>
                  <a:pt x="384" y="1794"/>
                </a:lnTo>
                <a:lnTo>
                  <a:pt x="384" y="1928"/>
                </a:lnTo>
                <a:lnTo>
                  <a:pt x="449" y="2061"/>
                </a:lnTo>
                <a:lnTo>
                  <a:pt x="449" y="2194"/>
                </a:lnTo>
                <a:lnTo>
                  <a:pt x="513" y="2325"/>
                </a:lnTo>
                <a:lnTo>
                  <a:pt x="513" y="2458"/>
                </a:lnTo>
                <a:lnTo>
                  <a:pt x="609" y="2592"/>
                </a:lnTo>
                <a:lnTo>
                  <a:pt x="609" y="2725"/>
                </a:lnTo>
                <a:lnTo>
                  <a:pt x="673" y="2858"/>
                </a:lnTo>
                <a:lnTo>
                  <a:pt x="673" y="2992"/>
                </a:lnTo>
                <a:lnTo>
                  <a:pt x="737" y="3125"/>
                </a:lnTo>
                <a:lnTo>
                  <a:pt x="737" y="3259"/>
                </a:lnTo>
                <a:lnTo>
                  <a:pt x="802" y="3389"/>
                </a:lnTo>
                <a:lnTo>
                  <a:pt x="802" y="3522"/>
                </a:lnTo>
                <a:lnTo>
                  <a:pt x="898" y="3656"/>
                </a:lnTo>
                <a:lnTo>
                  <a:pt x="962" y="3789"/>
                </a:lnTo>
                <a:lnTo>
                  <a:pt x="962" y="3923"/>
                </a:lnTo>
                <a:lnTo>
                  <a:pt x="1026" y="4056"/>
                </a:lnTo>
                <a:lnTo>
                  <a:pt x="1122" y="4189"/>
                </a:lnTo>
                <a:lnTo>
                  <a:pt x="1122" y="4320"/>
                </a:lnTo>
                <a:lnTo>
                  <a:pt x="1186" y="4453"/>
                </a:lnTo>
                <a:lnTo>
                  <a:pt x="1251" y="4587"/>
                </a:lnTo>
                <a:lnTo>
                  <a:pt x="1315" y="4720"/>
                </a:lnTo>
                <a:lnTo>
                  <a:pt x="1411" y="4787"/>
                </a:lnTo>
                <a:lnTo>
                  <a:pt x="1475" y="4920"/>
                </a:lnTo>
                <a:lnTo>
                  <a:pt x="1604" y="4987"/>
                </a:lnTo>
                <a:lnTo>
                  <a:pt x="1764" y="5053"/>
                </a:lnTo>
                <a:lnTo>
                  <a:pt x="1828" y="5120"/>
                </a:lnTo>
                <a:lnTo>
                  <a:pt x="1988" y="5120"/>
                </a:lnTo>
                <a:lnTo>
                  <a:pt x="2117" y="5053"/>
                </a:lnTo>
                <a:lnTo>
                  <a:pt x="2117" y="4987"/>
                </a:lnTo>
                <a:lnTo>
                  <a:pt x="2277" y="4920"/>
                </a:lnTo>
                <a:lnTo>
                  <a:pt x="2341" y="4787"/>
                </a:lnTo>
                <a:lnTo>
                  <a:pt x="2438" y="4653"/>
                </a:lnTo>
                <a:lnTo>
                  <a:pt x="2438" y="4653"/>
                </a:lnTo>
                <a:lnTo>
                  <a:pt x="2502" y="4520"/>
                </a:lnTo>
                <a:lnTo>
                  <a:pt x="2566" y="4453"/>
                </a:lnTo>
                <a:lnTo>
                  <a:pt x="2566" y="4320"/>
                </a:lnTo>
                <a:lnTo>
                  <a:pt x="2630" y="4189"/>
                </a:lnTo>
                <a:lnTo>
                  <a:pt x="2726" y="4056"/>
                </a:lnTo>
                <a:lnTo>
                  <a:pt x="2790" y="3923"/>
                </a:lnTo>
                <a:lnTo>
                  <a:pt x="2790" y="3789"/>
                </a:lnTo>
                <a:lnTo>
                  <a:pt x="2855" y="3656"/>
                </a:lnTo>
                <a:lnTo>
                  <a:pt x="2919" y="3522"/>
                </a:lnTo>
                <a:lnTo>
                  <a:pt x="2919" y="3389"/>
                </a:lnTo>
                <a:lnTo>
                  <a:pt x="3015" y="3259"/>
                </a:lnTo>
                <a:lnTo>
                  <a:pt x="3015" y="3125"/>
                </a:lnTo>
                <a:lnTo>
                  <a:pt x="3079" y="2992"/>
                </a:lnTo>
                <a:lnTo>
                  <a:pt x="3079" y="2858"/>
                </a:lnTo>
                <a:lnTo>
                  <a:pt x="3143" y="2725"/>
                </a:lnTo>
                <a:lnTo>
                  <a:pt x="3143" y="2592"/>
                </a:lnTo>
                <a:lnTo>
                  <a:pt x="3240" y="2458"/>
                </a:lnTo>
              </a:path>
            </a:pathLst>
          </a:custGeom>
          <a:ln w="4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725969" y="3788289"/>
            <a:ext cx="3208" cy="27861"/>
          </a:xfrm>
          <a:custGeom>
            <a:avLst/>
            <a:gdLst/>
            <a:ahLst/>
            <a:cxnLst/>
            <a:rect l="l" t="t" r="r" b="b"/>
            <a:pathLst>
              <a:path w="3208" h="27861">
                <a:moveTo>
                  <a:pt x="0" y="27861"/>
                </a:moveTo>
                <a:lnTo>
                  <a:pt x="0" y="27728"/>
                </a:lnTo>
                <a:lnTo>
                  <a:pt x="64" y="27597"/>
                </a:lnTo>
                <a:lnTo>
                  <a:pt x="64" y="27464"/>
                </a:lnTo>
                <a:lnTo>
                  <a:pt x="128" y="27331"/>
                </a:lnTo>
                <a:lnTo>
                  <a:pt x="128" y="27197"/>
                </a:lnTo>
                <a:lnTo>
                  <a:pt x="128" y="27064"/>
                </a:lnTo>
                <a:lnTo>
                  <a:pt x="192" y="26931"/>
                </a:lnTo>
                <a:lnTo>
                  <a:pt x="192" y="26730"/>
                </a:lnTo>
                <a:lnTo>
                  <a:pt x="288" y="26600"/>
                </a:lnTo>
                <a:lnTo>
                  <a:pt x="288" y="26467"/>
                </a:lnTo>
                <a:lnTo>
                  <a:pt x="352" y="26267"/>
                </a:lnTo>
                <a:lnTo>
                  <a:pt x="352" y="26133"/>
                </a:lnTo>
                <a:lnTo>
                  <a:pt x="352" y="25933"/>
                </a:lnTo>
                <a:lnTo>
                  <a:pt x="417" y="25800"/>
                </a:lnTo>
                <a:lnTo>
                  <a:pt x="417" y="25603"/>
                </a:lnTo>
                <a:lnTo>
                  <a:pt x="513" y="25469"/>
                </a:lnTo>
                <a:lnTo>
                  <a:pt x="513" y="25336"/>
                </a:lnTo>
                <a:lnTo>
                  <a:pt x="513" y="25202"/>
                </a:lnTo>
                <a:lnTo>
                  <a:pt x="577" y="25069"/>
                </a:lnTo>
                <a:lnTo>
                  <a:pt x="577" y="24936"/>
                </a:lnTo>
                <a:lnTo>
                  <a:pt x="577" y="24802"/>
                </a:lnTo>
                <a:lnTo>
                  <a:pt x="641" y="24605"/>
                </a:lnTo>
                <a:lnTo>
                  <a:pt x="641" y="24405"/>
                </a:lnTo>
                <a:lnTo>
                  <a:pt x="705" y="24205"/>
                </a:lnTo>
                <a:lnTo>
                  <a:pt x="705" y="24005"/>
                </a:lnTo>
                <a:lnTo>
                  <a:pt x="802" y="23805"/>
                </a:lnTo>
                <a:lnTo>
                  <a:pt x="802" y="23608"/>
                </a:lnTo>
                <a:lnTo>
                  <a:pt x="802" y="23408"/>
                </a:lnTo>
                <a:lnTo>
                  <a:pt x="866" y="23208"/>
                </a:lnTo>
                <a:lnTo>
                  <a:pt x="866" y="23074"/>
                </a:lnTo>
                <a:lnTo>
                  <a:pt x="930" y="22874"/>
                </a:lnTo>
                <a:lnTo>
                  <a:pt x="930" y="22677"/>
                </a:lnTo>
                <a:lnTo>
                  <a:pt x="930" y="22544"/>
                </a:lnTo>
                <a:lnTo>
                  <a:pt x="994" y="22343"/>
                </a:lnTo>
                <a:lnTo>
                  <a:pt x="994" y="22210"/>
                </a:lnTo>
                <a:lnTo>
                  <a:pt x="994" y="22077"/>
                </a:lnTo>
                <a:lnTo>
                  <a:pt x="1090" y="21877"/>
                </a:lnTo>
                <a:lnTo>
                  <a:pt x="1090" y="21743"/>
                </a:lnTo>
                <a:lnTo>
                  <a:pt x="1090" y="21546"/>
                </a:lnTo>
                <a:lnTo>
                  <a:pt x="1090" y="21413"/>
                </a:lnTo>
                <a:lnTo>
                  <a:pt x="1154" y="21279"/>
                </a:lnTo>
                <a:lnTo>
                  <a:pt x="1154" y="21146"/>
                </a:lnTo>
                <a:lnTo>
                  <a:pt x="1154" y="20946"/>
                </a:lnTo>
                <a:lnTo>
                  <a:pt x="1154" y="20813"/>
                </a:lnTo>
                <a:lnTo>
                  <a:pt x="1219" y="20682"/>
                </a:lnTo>
                <a:lnTo>
                  <a:pt x="1219" y="20549"/>
                </a:lnTo>
                <a:lnTo>
                  <a:pt x="1219" y="20415"/>
                </a:lnTo>
                <a:lnTo>
                  <a:pt x="1219" y="20282"/>
                </a:lnTo>
                <a:lnTo>
                  <a:pt x="1315" y="20082"/>
                </a:lnTo>
                <a:lnTo>
                  <a:pt x="1315" y="19948"/>
                </a:lnTo>
                <a:lnTo>
                  <a:pt x="1315" y="19815"/>
                </a:lnTo>
                <a:lnTo>
                  <a:pt x="1315" y="19685"/>
                </a:lnTo>
                <a:lnTo>
                  <a:pt x="1379" y="19551"/>
                </a:lnTo>
                <a:lnTo>
                  <a:pt x="1379" y="19418"/>
                </a:lnTo>
                <a:lnTo>
                  <a:pt x="1379" y="19284"/>
                </a:lnTo>
                <a:lnTo>
                  <a:pt x="1379" y="19151"/>
                </a:lnTo>
                <a:lnTo>
                  <a:pt x="1443" y="19018"/>
                </a:lnTo>
                <a:lnTo>
                  <a:pt x="1443" y="18884"/>
                </a:lnTo>
                <a:lnTo>
                  <a:pt x="1443" y="18751"/>
                </a:lnTo>
                <a:lnTo>
                  <a:pt x="1443" y="18620"/>
                </a:lnTo>
                <a:lnTo>
                  <a:pt x="1443" y="18487"/>
                </a:lnTo>
                <a:lnTo>
                  <a:pt x="1507" y="18354"/>
                </a:lnTo>
                <a:lnTo>
                  <a:pt x="1507" y="18220"/>
                </a:lnTo>
                <a:lnTo>
                  <a:pt x="1507" y="18087"/>
                </a:lnTo>
                <a:lnTo>
                  <a:pt x="1507" y="17954"/>
                </a:lnTo>
                <a:lnTo>
                  <a:pt x="1604" y="17820"/>
                </a:lnTo>
                <a:lnTo>
                  <a:pt x="1604" y="17623"/>
                </a:lnTo>
                <a:lnTo>
                  <a:pt x="1604" y="17490"/>
                </a:lnTo>
                <a:lnTo>
                  <a:pt x="1604" y="17356"/>
                </a:lnTo>
                <a:lnTo>
                  <a:pt x="1604" y="17223"/>
                </a:lnTo>
                <a:lnTo>
                  <a:pt x="1668" y="17089"/>
                </a:lnTo>
                <a:lnTo>
                  <a:pt x="1668" y="16956"/>
                </a:lnTo>
                <a:lnTo>
                  <a:pt x="1668" y="16823"/>
                </a:lnTo>
                <a:lnTo>
                  <a:pt x="1668" y="16626"/>
                </a:lnTo>
                <a:lnTo>
                  <a:pt x="1732" y="16492"/>
                </a:lnTo>
                <a:lnTo>
                  <a:pt x="1732" y="16359"/>
                </a:lnTo>
                <a:lnTo>
                  <a:pt x="1732" y="16225"/>
                </a:lnTo>
                <a:lnTo>
                  <a:pt x="1732" y="16025"/>
                </a:lnTo>
                <a:lnTo>
                  <a:pt x="1732" y="15892"/>
                </a:lnTo>
                <a:lnTo>
                  <a:pt x="1796" y="15759"/>
                </a:lnTo>
                <a:lnTo>
                  <a:pt x="1796" y="15628"/>
                </a:lnTo>
                <a:lnTo>
                  <a:pt x="1796" y="15428"/>
                </a:lnTo>
                <a:lnTo>
                  <a:pt x="1796" y="15295"/>
                </a:lnTo>
                <a:lnTo>
                  <a:pt x="1892" y="15161"/>
                </a:lnTo>
                <a:lnTo>
                  <a:pt x="1892" y="14961"/>
                </a:lnTo>
                <a:lnTo>
                  <a:pt x="1892" y="14828"/>
                </a:lnTo>
                <a:lnTo>
                  <a:pt x="1892" y="14697"/>
                </a:lnTo>
                <a:lnTo>
                  <a:pt x="1892" y="14497"/>
                </a:lnTo>
                <a:lnTo>
                  <a:pt x="1956" y="14364"/>
                </a:lnTo>
                <a:lnTo>
                  <a:pt x="1956" y="14231"/>
                </a:lnTo>
                <a:lnTo>
                  <a:pt x="1956" y="14030"/>
                </a:lnTo>
                <a:lnTo>
                  <a:pt x="1956" y="13897"/>
                </a:lnTo>
                <a:lnTo>
                  <a:pt x="1956" y="13764"/>
                </a:lnTo>
                <a:lnTo>
                  <a:pt x="2021" y="13567"/>
                </a:lnTo>
                <a:lnTo>
                  <a:pt x="2021" y="13433"/>
                </a:lnTo>
                <a:lnTo>
                  <a:pt x="2021" y="13233"/>
                </a:lnTo>
                <a:lnTo>
                  <a:pt x="2021" y="13100"/>
                </a:lnTo>
                <a:lnTo>
                  <a:pt x="2117" y="12900"/>
                </a:lnTo>
                <a:lnTo>
                  <a:pt x="2117" y="12766"/>
                </a:lnTo>
                <a:lnTo>
                  <a:pt x="2117" y="12569"/>
                </a:lnTo>
                <a:lnTo>
                  <a:pt x="2117" y="12436"/>
                </a:lnTo>
                <a:lnTo>
                  <a:pt x="2117" y="12236"/>
                </a:lnTo>
                <a:lnTo>
                  <a:pt x="2181" y="12102"/>
                </a:lnTo>
                <a:lnTo>
                  <a:pt x="2181" y="11902"/>
                </a:lnTo>
                <a:lnTo>
                  <a:pt x="2181" y="11769"/>
                </a:lnTo>
                <a:lnTo>
                  <a:pt x="2181" y="11572"/>
                </a:lnTo>
                <a:lnTo>
                  <a:pt x="2245" y="11438"/>
                </a:lnTo>
                <a:lnTo>
                  <a:pt x="2245" y="11238"/>
                </a:lnTo>
                <a:lnTo>
                  <a:pt x="2245" y="11038"/>
                </a:lnTo>
                <a:lnTo>
                  <a:pt x="2245" y="10905"/>
                </a:lnTo>
                <a:lnTo>
                  <a:pt x="2245" y="10708"/>
                </a:lnTo>
                <a:lnTo>
                  <a:pt x="2309" y="10574"/>
                </a:lnTo>
                <a:lnTo>
                  <a:pt x="2309" y="10374"/>
                </a:lnTo>
                <a:lnTo>
                  <a:pt x="2309" y="10174"/>
                </a:lnTo>
                <a:lnTo>
                  <a:pt x="2309" y="10041"/>
                </a:lnTo>
                <a:lnTo>
                  <a:pt x="2406" y="9841"/>
                </a:lnTo>
                <a:lnTo>
                  <a:pt x="2406" y="9643"/>
                </a:lnTo>
                <a:lnTo>
                  <a:pt x="2406" y="9510"/>
                </a:lnTo>
                <a:lnTo>
                  <a:pt x="2406" y="9310"/>
                </a:lnTo>
                <a:lnTo>
                  <a:pt x="2406" y="9110"/>
                </a:lnTo>
                <a:lnTo>
                  <a:pt x="2470" y="8910"/>
                </a:lnTo>
                <a:lnTo>
                  <a:pt x="2470" y="8776"/>
                </a:lnTo>
                <a:lnTo>
                  <a:pt x="2470" y="8579"/>
                </a:lnTo>
                <a:lnTo>
                  <a:pt x="2470" y="8379"/>
                </a:lnTo>
                <a:lnTo>
                  <a:pt x="2534" y="8179"/>
                </a:lnTo>
                <a:lnTo>
                  <a:pt x="2534" y="8046"/>
                </a:lnTo>
                <a:lnTo>
                  <a:pt x="2534" y="7846"/>
                </a:lnTo>
                <a:lnTo>
                  <a:pt x="2534" y="7649"/>
                </a:lnTo>
                <a:lnTo>
                  <a:pt x="2534" y="7448"/>
                </a:lnTo>
                <a:lnTo>
                  <a:pt x="2630" y="7248"/>
                </a:lnTo>
                <a:lnTo>
                  <a:pt x="2630" y="7115"/>
                </a:lnTo>
                <a:lnTo>
                  <a:pt x="2630" y="6915"/>
                </a:lnTo>
                <a:lnTo>
                  <a:pt x="2630" y="6718"/>
                </a:lnTo>
                <a:lnTo>
                  <a:pt x="2694" y="6518"/>
                </a:lnTo>
                <a:lnTo>
                  <a:pt x="2694" y="6318"/>
                </a:lnTo>
                <a:lnTo>
                  <a:pt x="2694" y="6118"/>
                </a:lnTo>
                <a:lnTo>
                  <a:pt x="2694" y="5917"/>
                </a:lnTo>
                <a:lnTo>
                  <a:pt x="2694" y="5720"/>
                </a:lnTo>
                <a:lnTo>
                  <a:pt x="2758" y="5520"/>
                </a:lnTo>
                <a:lnTo>
                  <a:pt x="2758" y="5320"/>
                </a:lnTo>
                <a:lnTo>
                  <a:pt x="2758" y="5187"/>
                </a:lnTo>
                <a:lnTo>
                  <a:pt x="2758" y="4987"/>
                </a:lnTo>
                <a:lnTo>
                  <a:pt x="2758" y="4787"/>
                </a:lnTo>
                <a:lnTo>
                  <a:pt x="2823" y="4589"/>
                </a:lnTo>
                <a:lnTo>
                  <a:pt x="2823" y="4389"/>
                </a:lnTo>
                <a:lnTo>
                  <a:pt x="2823" y="4189"/>
                </a:lnTo>
                <a:lnTo>
                  <a:pt x="2823" y="3989"/>
                </a:lnTo>
                <a:lnTo>
                  <a:pt x="2919" y="3789"/>
                </a:lnTo>
                <a:lnTo>
                  <a:pt x="2919" y="3592"/>
                </a:lnTo>
                <a:lnTo>
                  <a:pt x="2919" y="3325"/>
                </a:lnTo>
                <a:lnTo>
                  <a:pt x="2919" y="3125"/>
                </a:lnTo>
                <a:lnTo>
                  <a:pt x="2919" y="2925"/>
                </a:lnTo>
                <a:lnTo>
                  <a:pt x="2983" y="2728"/>
                </a:lnTo>
                <a:lnTo>
                  <a:pt x="2983" y="2528"/>
                </a:lnTo>
                <a:lnTo>
                  <a:pt x="2983" y="2328"/>
                </a:lnTo>
                <a:lnTo>
                  <a:pt x="2983" y="2128"/>
                </a:lnTo>
                <a:lnTo>
                  <a:pt x="3047" y="1928"/>
                </a:lnTo>
                <a:lnTo>
                  <a:pt x="3047" y="1731"/>
                </a:lnTo>
                <a:lnTo>
                  <a:pt x="3047" y="1464"/>
                </a:lnTo>
                <a:lnTo>
                  <a:pt x="3047" y="1264"/>
                </a:lnTo>
                <a:lnTo>
                  <a:pt x="3047" y="1064"/>
                </a:lnTo>
                <a:lnTo>
                  <a:pt x="3111" y="864"/>
                </a:lnTo>
                <a:lnTo>
                  <a:pt x="3111" y="666"/>
                </a:lnTo>
                <a:lnTo>
                  <a:pt x="3111" y="466"/>
                </a:lnTo>
                <a:lnTo>
                  <a:pt x="3111" y="20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729177" y="3731359"/>
            <a:ext cx="3143" cy="56929"/>
          </a:xfrm>
          <a:custGeom>
            <a:avLst/>
            <a:gdLst/>
            <a:ahLst/>
            <a:cxnLst/>
            <a:rect l="l" t="t" r="r" b="b"/>
            <a:pathLst>
              <a:path w="3143" h="56929">
                <a:moveTo>
                  <a:pt x="0" y="56929"/>
                </a:moveTo>
                <a:lnTo>
                  <a:pt x="0" y="56729"/>
                </a:lnTo>
                <a:lnTo>
                  <a:pt x="0" y="56532"/>
                </a:lnTo>
                <a:lnTo>
                  <a:pt x="0" y="56265"/>
                </a:lnTo>
                <a:lnTo>
                  <a:pt x="0" y="56065"/>
                </a:lnTo>
                <a:lnTo>
                  <a:pt x="64" y="55865"/>
                </a:lnTo>
                <a:lnTo>
                  <a:pt x="64" y="55601"/>
                </a:lnTo>
                <a:lnTo>
                  <a:pt x="64" y="55401"/>
                </a:lnTo>
                <a:lnTo>
                  <a:pt x="64" y="55201"/>
                </a:lnTo>
                <a:lnTo>
                  <a:pt x="128" y="54934"/>
                </a:lnTo>
                <a:lnTo>
                  <a:pt x="128" y="54734"/>
                </a:lnTo>
                <a:lnTo>
                  <a:pt x="128" y="54537"/>
                </a:lnTo>
                <a:lnTo>
                  <a:pt x="128" y="54270"/>
                </a:lnTo>
                <a:lnTo>
                  <a:pt x="128" y="54070"/>
                </a:lnTo>
                <a:lnTo>
                  <a:pt x="224" y="53870"/>
                </a:lnTo>
                <a:lnTo>
                  <a:pt x="224" y="53606"/>
                </a:lnTo>
                <a:lnTo>
                  <a:pt x="224" y="53406"/>
                </a:lnTo>
                <a:lnTo>
                  <a:pt x="224" y="53140"/>
                </a:lnTo>
                <a:lnTo>
                  <a:pt x="288" y="52940"/>
                </a:lnTo>
                <a:lnTo>
                  <a:pt x="288" y="52740"/>
                </a:lnTo>
                <a:lnTo>
                  <a:pt x="288" y="52476"/>
                </a:lnTo>
                <a:lnTo>
                  <a:pt x="288" y="52278"/>
                </a:lnTo>
                <a:lnTo>
                  <a:pt x="288" y="52018"/>
                </a:lnTo>
                <a:lnTo>
                  <a:pt x="352" y="51815"/>
                </a:lnTo>
                <a:lnTo>
                  <a:pt x="352" y="51554"/>
                </a:lnTo>
                <a:lnTo>
                  <a:pt x="352" y="51351"/>
                </a:lnTo>
                <a:lnTo>
                  <a:pt x="352" y="51090"/>
                </a:lnTo>
                <a:lnTo>
                  <a:pt x="352" y="50887"/>
                </a:lnTo>
                <a:lnTo>
                  <a:pt x="417" y="50626"/>
                </a:lnTo>
                <a:lnTo>
                  <a:pt x="417" y="50423"/>
                </a:lnTo>
                <a:lnTo>
                  <a:pt x="417" y="50162"/>
                </a:lnTo>
                <a:lnTo>
                  <a:pt x="417" y="49872"/>
                </a:lnTo>
                <a:lnTo>
                  <a:pt x="513" y="49669"/>
                </a:lnTo>
                <a:lnTo>
                  <a:pt x="513" y="49408"/>
                </a:lnTo>
                <a:lnTo>
                  <a:pt x="513" y="49205"/>
                </a:lnTo>
                <a:lnTo>
                  <a:pt x="513" y="48944"/>
                </a:lnTo>
                <a:lnTo>
                  <a:pt x="513" y="48683"/>
                </a:lnTo>
                <a:lnTo>
                  <a:pt x="577" y="48480"/>
                </a:lnTo>
                <a:lnTo>
                  <a:pt x="577" y="48219"/>
                </a:lnTo>
                <a:lnTo>
                  <a:pt x="577" y="47958"/>
                </a:lnTo>
                <a:lnTo>
                  <a:pt x="577" y="47755"/>
                </a:lnTo>
                <a:lnTo>
                  <a:pt x="641" y="47494"/>
                </a:lnTo>
                <a:lnTo>
                  <a:pt x="641" y="47233"/>
                </a:lnTo>
                <a:lnTo>
                  <a:pt x="641" y="47030"/>
                </a:lnTo>
                <a:lnTo>
                  <a:pt x="641" y="46769"/>
                </a:lnTo>
                <a:lnTo>
                  <a:pt x="641" y="46479"/>
                </a:lnTo>
                <a:lnTo>
                  <a:pt x="737" y="46218"/>
                </a:lnTo>
                <a:lnTo>
                  <a:pt x="737" y="46015"/>
                </a:lnTo>
                <a:lnTo>
                  <a:pt x="737" y="45754"/>
                </a:lnTo>
                <a:lnTo>
                  <a:pt x="737" y="45494"/>
                </a:lnTo>
                <a:lnTo>
                  <a:pt x="802" y="45233"/>
                </a:lnTo>
                <a:lnTo>
                  <a:pt x="802" y="45030"/>
                </a:lnTo>
                <a:lnTo>
                  <a:pt x="802" y="44769"/>
                </a:lnTo>
                <a:lnTo>
                  <a:pt x="802" y="44508"/>
                </a:lnTo>
                <a:lnTo>
                  <a:pt x="802" y="44218"/>
                </a:lnTo>
                <a:lnTo>
                  <a:pt x="866" y="43957"/>
                </a:lnTo>
                <a:lnTo>
                  <a:pt x="866" y="43754"/>
                </a:lnTo>
                <a:lnTo>
                  <a:pt x="866" y="43493"/>
                </a:lnTo>
                <a:lnTo>
                  <a:pt x="866" y="43232"/>
                </a:lnTo>
                <a:lnTo>
                  <a:pt x="930" y="42971"/>
                </a:lnTo>
                <a:lnTo>
                  <a:pt x="930" y="42710"/>
                </a:lnTo>
                <a:lnTo>
                  <a:pt x="930" y="42420"/>
                </a:lnTo>
                <a:lnTo>
                  <a:pt x="930" y="42159"/>
                </a:lnTo>
                <a:lnTo>
                  <a:pt x="930" y="41898"/>
                </a:lnTo>
                <a:lnTo>
                  <a:pt x="1026" y="41637"/>
                </a:lnTo>
                <a:lnTo>
                  <a:pt x="1026" y="41376"/>
                </a:lnTo>
                <a:lnTo>
                  <a:pt x="1026" y="41115"/>
                </a:lnTo>
                <a:lnTo>
                  <a:pt x="1026" y="40825"/>
                </a:lnTo>
                <a:lnTo>
                  <a:pt x="1090" y="40651"/>
                </a:lnTo>
                <a:lnTo>
                  <a:pt x="1090" y="40361"/>
                </a:lnTo>
                <a:lnTo>
                  <a:pt x="1090" y="40100"/>
                </a:lnTo>
                <a:lnTo>
                  <a:pt x="1090" y="39839"/>
                </a:lnTo>
                <a:lnTo>
                  <a:pt x="1090" y="39578"/>
                </a:lnTo>
                <a:lnTo>
                  <a:pt x="1154" y="39230"/>
                </a:lnTo>
                <a:lnTo>
                  <a:pt x="1154" y="38970"/>
                </a:lnTo>
                <a:lnTo>
                  <a:pt x="1154" y="38709"/>
                </a:lnTo>
                <a:lnTo>
                  <a:pt x="1154" y="38448"/>
                </a:lnTo>
                <a:lnTo>
                  <a:pt x="1154" y="38187"/>
                </a:lnTo>
                <a:lnTo>
                  <a:pt x="1219" y="37926"/>
                </a:lnTo>
                <a:lnTo>
                  <a:pt x="1219" y="37636"/>
                </a:lnTo>
                <a:lnTo>
                  <a:pt x="1219" y="37375"/>
                </a:lnTo>
                <a:lnTo>
                  <a:pt x="1219" y="37114"/>
                </a:lnTo>
                <a:lnTo>
                  <a:pt x="1315" y="36853"/>
                </a:lnTo>
                <a:lnTo>
                  <a:pt x="1315" y="36592"/>
                </a:lnTo>
                <a:lnTo>
                  <a:pt x="1315" y="36244"/>
                </a:lnTo>
                <a:lnTo>
                  <a:pt x="1315" y="35983"/>
                </a:lnTo>
                <a:lnTo>
                  <a:pt x="1315" y="35722"/>
                </a:lnTo>
                <a:lnTo>
                  <a:pt x="1379" y="35461"/>
                </a:lnTo>
                <a:lnTo>
                  <a:pt x="1379" y="35200"/>
                </a:lnTo>
                <a:lnTo>
                  <a:pt x="1379" y="34910"/>
                </a:lnTo>
                <a:lnTo>
                  <a:pt x="1379" y="34591"/>
                </a:lnTo>
                <a:lnTo>
                  <a:pt x="1443" y="34330"/>
                </a:lnTo>
                <a:lnTo>
                  <a:pt x="1443" y="34069"/>
                </a:lnTo>
                <a:lnTo>
                  <a:pt x="1443" y="33779"/>
                </a:lnTo>
                <a:lnTo>
                  <a:pt x="1443" y="33460"/>
                </a:lnTo>
                <a:lnTo>
                  <a:pt x="1443" y="33199"/>
                </a:lnTo>
                <a:lnTo>
                  <a:pt x="1539" y="32938"/>
                </a:lnTo>
                <a:lnTo>
                  <a:pt x="1539" y="32648"/>
                </a:lnTo>
                <a:lnTo>
                  <a:pt x="1539" y="32330"/>
                </a:lnTo>
                <a:lnTo>
                  <a:pt x="1539" y="32069"/>
                </a:lnTo>
                <a:lnTo>
                  <a:pt x="1604" y="31808"/>
                </a:lnTo>
                <a:lnTo>
                  <a:pt x="1604" y="31460"/>
                </a:lnTo>
                <a:lnTo>
                  <a:pt x="1604" y="31199"/>
                </a:lnTo>
                <a:lnTo>
                  <a:pt x="1604" y="30938"/>
                </a:lnTo>
                <a:lnTo>
                  <a:pt x="1604" y="30590"/>
                </a:lnTo>
                <a:lnTo>
                  <a:pt x="1668" y="30329"/>
                </a:lnTo>
                <a:lnTo>
                  <a:pt x="1668" y="30068"/>
                </a:lnTo>
                <a:lnTo>
                  <a:pt x="1668" y="29720"/>
                </a:lnTo>
                <a:lnTo>
                  <a:pt x="1668" y="29459"/>
                </a:lnTo>
                <a:lnTo>
                  <a:pt x="1732" y="29140"/>
                </a:lnTo>
                <a:lnTo>
                  <a:pt x="1732" y="28879"/>
                </a:lnTo>
                <a:lnTo>
                  <a:pt x="1732" y="28589"/>
                </a:lnTo>
                <a:lnTo>
                  <a:pt x="1732" y="28270"/>
                </a:lnTo>
                <a:lnTo>
                  <a:pt x="1732" y="28009"/>
                </a:lnTo>
                <a:lnTo>
                  <a:pt x="1828" y="27661"/>
                </a:lnTo>
                <a:lnTo>
                  <a:pt x="1828" y="27400"/>
                </a:lnTo>
                <a:lnTo>
                  <a:pt x="1828" y="27081"/>
                </a:lnTo>
                <a:lnTo>
                  <a:pt x="1828" y="26820"/>
                </a:lnTo>
                <a:lnTo>
                  <a:pt x="1892" y="26472"/>
                </a:lnTo>
                <a:lnTo>
                  <a:pt x="1892" y="26211"/>
                </a:lnTo>
                <a:lnTo>
                  <a:pt x="1892" y="25864"/>
                </a:lnTo>
                <a:lnTo>
                  <a:pt x="1892" y="25603"/>
                </a:lnTo>
                <a:lnTo>
                  <a:pt x="1892" y="25284"/>
                </a:lnTo>
                <a:lnTo>
                  <a:pt x="1956" y="25023"/>
                </a:lnTo>
                <a:lnTo>
                  <a:pt x="1956" y="24675"/>
                </a:lnTo>
                <a:lnTo>
                  <a:pt x="1956" y="24414"/>
                </a:lnTo>
                <a:lnTo>
                  <a:pt x="1956" y="24095"/>
                </a:lnTo>
                <a:lnTo>
                  <a:pt x="1956" y="23747"/>
                </a:lnTo>
                <a:lnTo>
                  <a:pt x="2021" y="23486"/>
                </a:lnTo>
                <a:lnTo>
                  <a:pt x="2021" y="23138"/>
                </a:lnTo>
                <a:lnTo>
                  <a:pt x="2021" y="22877"/>
                </a:lnTo>
                <a:lnTo>
                  <a:pt x="2021" y="22558"/>
                </a:lnTo>
                <a:lnTo>
                  <a:pt x="2117" y="22210"/>
                </a:lnTo>
                <a:lnTo>
                  <a:pt x="2117" y="21949"/>
                </a:lnTo>
                <a:lnTo>
                  <a:pt x="2117" y="21630"/>
                </a:lnTo>
                <a:lnTo>
                  <a:pt x="2117" y="21282"/>
                </a:lnTo>
                <a:lnTo>
                  <a:pt x="2117" y="21021"/>
                </a:lnTo>
                <a:lnTo>
                  <a:pt x="2181" y="20702"/>
                </a:lnTo>
                <a:lnTo>
                  <a:pt x="2181" y="20354"/>
                </a:lnTo>
                <a:lnTo>
                  <a:pt x="2181" y="20035"/>
                </a:lnTo>
                <a:lnTo>
                  <a:pt x="2181" y="19745"/>
                </a:lnTo>
                <a:lnTo>
                  <a:pt x="2245" y="19427"/>
                </a:lnTo>
                <a:lnTo>
                  <a:pt x="2245" y="19108"/>
                </a:lnTo>
                <a:lnTo>
                  <a:pt x="2245" y="18818"/>
                </a:lnTo>
                <a:lnTo>
                  <a:pt x="2245" y="18499"/>
                </a:lnTo>
                <a:lnTo>
                  <a:pt x="2245" y="18151"/>
                </a:lnTo>
                <a:lnTo>
                  <a:pt x="2341" y="17832"/>
                </a:lnTo>
                <a:lnTo>
                  <a:pt x="2341" y="17484"/>
                </a:lnTo>
                <a:lnTo>
                  <a:pt x="2341" y="17223"/>
                </a:lnTo>
                <a:lnTo>
                  <a:pt x="2341" y="16904"/>
                </a:lnTo>
                <a:lnTo>
                  <a:pt x="2406" y="16556"/>
                </a:lnTo>
                <a:lnTo>
                  <a:pt x="2406" y="16237"/>
                </a:lnTo>
                <a:lnTo>
                  <a:pt x="2406" y="15889"/>
                </a:lnTo>
                <a:lnTo>
                  <a:pt x="2406" y="15570"/>
                </a:lnTo>
                <a:lnTo>
                  <a:pt x="2406" y="15309"/>
                </a:lnTo>
                <a:lnTo>
                  <a:pt x="2470" y="14961"/>
                </a:lnTo>
                <a:lnTo>
                  <a:pt x="2470" y="14642"/>
                </a:lnTo>
                <a:lnTo>
                  <a:pt x="2470" y="14294"/>
                </a:lnTo>
                <a:lnTo>
                  <a:pt x="2470" y="13975"/>
                </a:lnTo>
                <a:lnTo>
                  <a:pt x="2534" y="13627"/>
                </a:lnTo>
                <a:lnTo>
                  <a:pt x="2534" y="13308"/>
                </a:lnTo>
                <a:lnTo>
                  <a:pt x="2534" y="12990"/>
                </a:lnTo>
                <a:lnTo>
                  <a:pt x="2534" y="12642"/>
                </a:lnTo>
                <a:lnTo>
                  <a:pt x="2534" y="12323"/>
                </a:lnTo>
                <a:lnTo>
                  <a:pt x="2630" y="11975"/>
                </a:lnTo>
                <a:lnTo>
                  <a:pt x="2630" y="11656"/>
                </a:lnTo>
                <a:lnTo>
                  <a:pt x="2630" y="11308"/>
                </a:lnTo>
                <a:lnTo>
                  <a:pt x="2630" y="10989"/>
                </a:lnTo>
                <a:lnTo>
                  <a:pt x="2694" y="10641"/>
                </a:lnTo>
                <a:lnTo>
                  <a:pt x="2694" y="10322"/>
                </a:lnTo>
                <a:lnTo>
                  <a:pt x="2694" y="9974"/>
                </a:lnTo>
                <a:lnTo>
                  <a:pt x="2694" y="9655"/>
                </a:lnTo>
                <a:lnTo>
                  <a:pt x="2694" y="9307"/>
                </a:lnTo>
                <a:lnTo>
                  <a:pt x="2758" y="8988"/>
                </a:lnTo>
                <a:lnTo>
                  <a:pt x="2758" y="8640"/>
                </a:lnTo>
                <a:lnTo>
                  <a:pt x="2758" y="8321"/>
                </a:lnTo>
                <a:lnTo>
                  <a:pt x="2758" y="8002"/>
                </a:lnTo>
                <a:lnTo>
                  <a:pt x="2758" y="7654"/>
                </a:lnTo>
                <a:lnTo>
                  <a:pt x="2855" y="7335"/>
                </a:lnTo>
                <a:lnTo>
                  <a:pt x="2855" y="6987"/>
                </a:lnTo>
                <a:lnTo>
                  <a:pt x="2855" y="6668"/>
                </a:lnTo>
                <a:lnTo>
                  <a:pt x="2855" y="6263"/>
                </a:lnTo>
                <a:lnTo>
                  <a:pt x="2919" y="5915"/>
                </a:lnTo>
                <a:lnTo>
                  <a:pt x="2919" y="5596"/>
                </a:lnTo>
                <a:lnTo>
                  <a:pt x="2919" y="5277"/>
                </a:lnTo>
                <a:lnTo>
                  <a:pt x="2919" y="4929"/>
                </a:lnTo>
                <a:lnTo>
                  <a:pt x="2919" y="4610"/>
                </a:lnTo>
                <a:lnTo>
                  <a:pt x="2983" y="4204"/>
                </a:lnTo>
                <a:lnTo>
                  <a:pt x="2983" y="3856"/>
                </a:lnTo>
                <a:lnTo>
                  <a:pt x="2983" y="3537"/>
                </a:lnTo>
                <a:lnTo>
                  <a:pt x="2983" y="3189"/>
                </a:lnTo>
                <a:lnTo>
                  <a:pt x="3047" y="2870"/>
                </a:lnTo>
                <a:lnTo>
                  <a:pt x="3047" y="2464"/>
                </a:lnTo>
                <a:lnTo>
                  <a:pt x="3047" y="2145"/>
                </a:lnTo>
                <a:lnTo>
                  <a:pt x="3047" y="1797"/>
                </a:lnTo>
                <a:lnTo>
                  <a:pt x="3047" y="1478"/>
                </a:lnTo>
                <a:lnTo>
                  <a:pt x="3143" y="1072"/>
                </a:lnTo>
                <a:lnTo>
                  <a:pt x="3143" y="753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732321" y="3649592"/>
            <a:ext cx="3208" cy="81767"/>
          </a:xfrm>
          <a:custGeom>
            <a:avLst/>
            <a:gdLst/>
            <a:ahLst/>
            <a:cxnLst/>
            <a:rect l="l" t="t" r="r" b="b"/>
            <a:pathLst>
              <a:path w="3208" h="81767">
                <a:moveTo>
                  <a:pt x="0" y="81767"/>
                </a:moveTo>
                <a:lnTo>
                  <a:pt x="64" y="81448"/>
                </a:lnTo>
                <a:lnTo>
                  <a:pt x="64" y="81100"/>
                </a:lnTo>
                <a:lnTo>
                  <a:pt x="64" y="80781"/>
                </a:lnTo>
                <a:lnTo>
                  <a:pt x="64" y="80375"/>
                </a:lnTo>
                <a:lnTo>
                  <a:pt x="64" y="80056"/>
                </a:lnTo>
                <a:lnTo>
                  <a:pt x="128" y="79650"/>
                </a:lnTo>
                <a:lnTo>
                  <a:pt x="128" y="79302"/>
                </a:lnTo>
                <a:lnTo>
                  <a:pt x="128" y="78983"/>
                </a:lnTo>
                <a:lnTo>
                  <a:pt x="128" y="78577"/>
                </a:lnTo>
                <a:lnTo>
                  <a:pt x="192" y="78258"/>
                </a:lnTo>
                <a:lnTo>
                  <a:pt x="192" y="77911"/>
                </a:lnTo>
                <a:lnTo>
                  <a:pt x="192" y="77534"/>
                </a:lnTo>
                <a:lnTo>
                  <a:pt x="192" y="77186"/>
                </a:lnTo>
                <a:lnTo>
                  <a:pt x="192" y="76780"/>
                </a:lnTo>
                <a:lnTo>
                  <a:pt x="288" y="76461"/>
                </a:lnTo>
                <a:lnTo>
                  <a:pt x="288" y="76055"/>
                </a:lnTo>
                <a:lnTo>
                  <a:pt x="288" y="75736"/>
                </a:lnTo>
                <a:lnTo>
                  <a:pt x="288" y="75330"/>
                </a:lnTo>
                <a:lnTo>
                  <a:pt x="352" y="74982"/>
                </a:lnTo>
                <a:lnTo>
                  <a:pt x="352" y="74605"/>
                </a:lnTo>
                <a:lnTo>
                  <a:pt x="352" y="74257"/>
                </a:lnTo>
                <a:lnTo>
                  <a:pt x="352" y="73851"/>
                </a:lnTo>
                <a:lnTo>
                  <a:pt x="352" y="73532"/>
                </a:lnTo>
                <a:lnTo>
                  <a:pt x="417" y="73126"/>
                </a:lnTo>
                <a:lnTo>
                  <a:pt x="417" y="72807"/>
                </a:lnTo>
                <a:lnTo>
                  <a:pt x="417" y="72401"/>
                </a:lnTo>
                <a:lnTo>
                  <a:pt x="417" y="72082"/>
                </a:lnTo>
                <a:lnTo>
                  <a:pt x="417" y="71677"/>
                </a:lnTo>
                <a:lnTo>
                  <a:pt x="513" y="71329"/>
                </a:lnTo>
                <a:lnTo>
                  <a:pt x="513" y="70952"/>
                </a:lnTo>
                <a:lnTo>
                  <a:pt x="513" y="70546"/>
                </a:lnTo>
                <a:lnTo>
                  <a:pt x="513" y="70198"/>
                </a:lnTo>
                <a:lnTo>
                  <a:pt x="577" y="69821"/>
                </a:lnTo>
                <a:lnTo>
                  <a:pt x="577" y="69473"/>
                </a:lnTo>
                <a:lnTo>
                  <a:pt x="577" y="69067"/>
                </a:lnTo>
                <a:lnTo>
                  <a:pt x="577" y="68690"/>
                </a:lnTo>
                <a:lnTo>
                  <a:pt x="577" y="68342"/>
                </a:lnTo>
                <a:lnTo>
                  <a:pt x="641" y="67936"/>
                </a:lnTo>
                <a:lnTo>
                  <a:pt x="641" y="67559"/>
                </a:lnTo>
                <a:lnTo>
                  <a:pt x="641" y="67211"/>
                </a:lnTo>
                <a:lnTo>
                  <a:pt x="641" y="66805"/>
                </a:lnTo>
                <a:lnTo>
                  <a:pt x="705" y="66428"/>
                </a:lnTo>
                <a:lnTo>
                  <a:pt x="705" y="66080"/>
                </a:lnTo>
                <a:lnTo>
                  <a:pt x="705" y="65674"/>
                </a:lnTo>
                <a:lnTo>
                  <a:pt x="705" y="65297"/>
                </a:lnTo>
                <a:lnTo>
                  <a:pt x="705" y="64892"/>
                </a:lnTo>
                <a:lnTo>
                  <a:pt x="802" y="64544"/>
                </a:lnTo>
                <a:lnTo>
                  <a:pt x="802" y="64167"/>
                </a:lnTo>
                <a:lnTo>
                  <a:pt x="802" y="63761"/>
                </a:lnTo>
                <a:lnTo>
                  <a:pt x="802" y="63355"/>
                </a:lnTo>
                <a:lnTo>
                  <a:pt x="866" y="63036"/>
                </a:lnTo>
                <a:lnTo>
                  <a:pt x="866" y="62630"/>
                </a:lnTo>
                <a:lnTo>
                  <a:pt x="866" y="62224"/>
                </a:lnTo>
                <a:lnTo>
                  <a:pt x="866" y="61818"/>
                </a:lnTo>
                <a:lnTo>
                  <a:pt x="866" y="61441"/>
                </a:lnTo>
                <a:lnTo>
                  <a:pt x="930" y="61093"/>
                </a:lnTo>
                <a:lnTo>
                  <a:pt x="930" y="60687"/>
                </a:lnTo>
                <a:lnTo>
                  <a:pt x="930" y="60310"/>
                </a:lnTo>
                <a:lnTo>
                  <a:pt x="930" y="59904"/>
                </a:lnTo>
                <a:lnTo>
                  <a:pt x="994" y="59498"/>
                </a:lnTo>
                <a:lnTo>
                  <a:pt x="994" y="59092"/>
                </a:lnTo>
                <a:lnTo>
                  <a:pt x="994" y="58715"/>
                </a:lnTo>
                <a:lnTo>
                  <a:pt x="994" y="58368"/>
                </a:lnTo>
                <a:lnTo>
                  <a:pt x="994" y="57962"/>
                </a:lnTo>
                <a:lnTo>
                  <a:pt x="1090" y="57585"/>
                </a:lnTo>
                <a:lnTo>
                  <a:pt x="1090" y="57179"/>
                </a:lnTo>
                <a:lnTo>
                  <a:pt x="1090" y="56773"/>
                </a:lnTo>
                <a:lnTo>
                  <a:pt x="1090" y="56367"/>
                </a:lnTo>
                <a:lnTo>
                  <a:pt x="1154" y="55990"/>
                </a:lnTo>
                <a:lnTo>
                  <a:pt x="1154" y="55584"/>
                </a:lnTo>
                <a:lnTo>
                  <a:pt x="1154" y="55178"/>
                </a:lnTo>
                <a:lnTo>
                  <a:pt x="1154" y="54772"/>
                </a:lnTo>
                <a:lnTo>
                  <a:pt x="1154" y="54366"/>
                </a:lnTo>
                <a:lnTo>
                  <a:pt x="1219" y="53989"/>
                </a:lnTo>
                <a:lnTo>
                  <a:pt x="1219" y="53583"/>
                </a:lnTo>
                <a:lnTo>
                  <a:pt x="1219" y="53177"/>
                </a:lnTo>
                <a:lnTo>
                  <a:pt x="1219" y="52771"/>
                </a:lnTo>
                <a:lnTo>
                  <a:pt x="1219" y="52394"/>
                </a:lnTo>
                <a:lnTo>
                  <a:pt x="1315" y="51989"/>
                </a:lnTo>
                <a:lnTo>
                  <a:pt x="1315" y="51583"/>
                </a:lnTo>
                <a:lnTo>
                  <a:pt x="1315" y="51177"/>
                </a:lnTo>
                <a:lnTo>
                  <a:pt x="1315" y="50800"/>
                </a:lnTo>
                <a:lnTo>
                  <a:pt x="1379" y="50394"/>
                </a:lnTo>
                <a:lnTo>
                  <a:pt x="1379" y="49988"/>
                </a:lnTo>
                <a:lnTo>
                  <a:pt x="1379" y="49582"/>
                </a:lnTo>
                <a:lnTo>
                  <a:pt x="1379" y="49205"/>
                </a:lnTo>
                <a:lnTo>
                  <a:pt x="1379" y="48799"/>
                </a:lnTo>
                <a:lnTo>
                  <a:pt x="1443" y="48393"/>
                </a:lnTo>
                <a:lnTo>
                  <a:pt x="1443" y="47929"/>
                </a:lnTo>
                <a:lnTo>
                  <a:pt x="1443" y="47523"/>
                </a:lnTo>
                <a:lnTo>
                  <a:pt x="1443" y="47146"/>
                </a:lnTo>
                <a:lnTo>
                  <a:pt x="1507" y="46740"/>
                </a:lnTo>
                <a:lnTo>
                  <a:pt x="1507" y="46334"/>
                </a:lnTo>
                <a:lnTo>
                  <a:pt x="1507" y="45928"/>
                </a:lnTo>
                <a:lnTo>
                  <a:pt x="1507" y="45523"/>
                </a:lnTo>
                <a:lnTo>
                  <a:pt x="1507" y="45059"/>
                </a:lnTo>
                <a:lnTo>
                  <a:pt x="1604" y="44682"/>
                </a:lnTo>
                <a:lnTo>
                  <a:pt x="1604" y="44276"/>
                </a:lnTo>
                <a:lnTo>
                  <a:pt x="1604" y="43870"/>
                </a:lnTo>
                <a:lnTo>
                  <a:pt x="1604" y="43464"/>
                </a:lnTo>
                <a:lnTo>
                  <a:pt x="1668" y="43000"/>
                </a:lnTo>
                <a:lnTo>
                  <a:pt x="1668" y="42623"/>
                </a:lnTo>
                <a:lnTo>
                  <a:pt x="1668" y="42217"/>
                </a:lnTo>
                <a:lnTo>
                  <a:pt x="1668" y="41811"/>
                </a:lnTo>
                <a:lnTo>
                  <a:pt x="1668" y="41405"/>
                </a:lnTo>
                <a:lnTo>
                  <a:pt x="1732" y="40941"/>
                </a:lnTo>
                <a:lnTo>
                  <a:pt x="1732" y="40535"/>
                </a:lnTo>
                <a:lnTo>
                  <a:pt x="1732" y="40158"/>
                </a:lnTo>
                <a:lnTo>
                  <a:pt x="1732" y="39694"/>
                </a:lnTo>
                <a:lnTo>
                  <a:pt x="1828" y="39288"/>
                </a:lnTo>
                <a:lnTo>
                  <a:pt x="1828" y="38883"/>
                </a:lnTo>
                <a:lnTo>
                  <a:pt x="1828" y="38477"/>
                </a:lnTo>
                <a:lnTo>
                  <a:pt x="1828" y="38013"/>
                </a:lnTo>
                <a:lnTo>
                  <a:pt x="1828" y="37636"/>
                </a:lnTo>
                <a:lnTo>
                  <a:pt x="1892" y="37230"/>
                </a:lnTo>
                <a:lnTo>
                  <a:pt x="1892" y="36766"/>
                </a:lnTo>
                <a:lnTo>
                  <a:pt x="1892" y="36360"/>
                </a:lnTo>
                <a:lnTo>
                  <a:pt x="1892" y="35954"/>
                </a:lnTo>
                <a:lnTo>
                  <a:pt x="1956" y="35490"/>
                </a:lnTo>
                <a:lnTo>
                  <a:pt x="1956" y="35084"/>
                </a:lnTo>
                <a:lnTo>
                  <a:pt x="1956" y="34620"/>
                </a:lnTo>
                <a:lnTo>
                  <a:pt x="1956" y="34243"/>
                </a:lnTo>
                <a:lnTo>
                  <a:pt x="1956" y="33837"/>
                </a:lnTo>
                <a:lnTo>
                  <a:pt x="2021" y="33373"/>
                </a:lnTo>
                <a:lnTo>
                  <a:pt x="2021" y="32967"/>
                </a:lnTo>
                <a:lnTo>
                  <a:pt x="2021" y="32504"/>
                </a:lnTo>
                <a:lnTo>
                  <a:pt x="2021" y="32098"/>
                </a:lnTo>
                <a:lnTo>
                  <a:pt x="2021" y="31692"/>
                </a:lnTo>
                <a:lnTo>
                  <a:pt x="2117" y="31228"/>
                </a:lnTo>
                <a:lnTo>
                  <a:pt x="2117" y="30851"/>
                </a:lnTo>
                <a:lnTo>
                  <a:pt x="2117" y="30387"/>
                </a:lnTo>
                <a:lnTo>
                  <a:pt x="2117" y="29981"/>
                </a:lnTo>
                <a:lnTo>
                  <a:pt x="2181" y="29517"/>
                </a:lnTo>
                <a:lnTo>
                  <a:pt x="2181" y="29111"/>
                </a:lnTo>
                <a:lnTo>
                  <a:pt x="2181" y="28647"/>
                </a:lnTo>
                <a:lnTo>
                  <a:pt x="2181" y="28241"/>
                </a:lnTo>
                <a:lnTo>
                  <a:pt x="2181" y="27777"/>
                </a:lnTo>
                <a:lnTo>
                  <a:pt x="2245" y="27371"/>
                </a:lnTo>
                <a:lnTo>
                  <a:pt x="2245" y="26907"/>
                </a:lnTo>
                <a:lnTo>
                  <a:pt x="2245" y="26530"/>
                </a:lnTo>
                <a:lnTo>
                  <a:pt x="2245" y="26067"/>
                </a:lnTo>
                <a:lnTo>
                  <a:pt x="2309" y="25661"/>
                </a:lnTo>
                <a:lnTo>
                  <a:pt x="2309" y="25197"/>
                </a:lnTo>
                <a:lnTo>
                  <a:pt x="2309" y="24791"/>
                </a:lnTo>
                <a:lnTo>
                  <a:pt x="2309" y="24327"/>
                </a:lnTo>
                <a:lnTo>
                  <a:pt x="2309" y="23863"/>
                </a:lnTo>
                <a:lnTo>
                  <a:pt x="2406" y="23457"/>
                </a:lnTo>
                <a:lnTo>
                  <a:pt x="2406" y="22993"/>
                </a:lnTo>
                <a:lnTo>
                  <a:pt x="2406" y="22587"/>
                </a:lnTo>
                <a:lnTo>
                  <a:pt x="2406" y="22123"/>
                </a:lnTo>
                <a:lnTo>
                  <a:pt x="2470" y="21659"/>
                </a:lnTo>
                <a:lnTo>
                  <a:pt x="2470" y="21253"/>
                </a:lnTo>
                <a:lnTo>
                  <a:pt x="2470" y="20789"/>
                </a:lnTo>
                <a:lnTo>
                  <a:pt x="2470" y="20412"/>
                </a:lnTo>
                <a:lnTo>
                  <a:pt x="2470" y="19948"/>
                </a:lnTo>
                <a:lnTo>
                  <a:pt x="2534" y="19456"/>
                </a:lnTo>
                <a:lnTo>
                  <a:pt x="2534" y="19079"/>
                </a:lnTo>
                <a:lnTo>
                  <a:pt x="2534" y="18615"/>
                </a:lnTo>
                <a:lnTo>
                  <a:pt x="2534" y="18151"/>
                </a:lnTo>
                <a:lnTo>
                  <a:pt x="2630" y="17745"/>
                </a:lnTo>
                <a:lnTo>
                  <a:pt x="2630" y="17281"/>
                </a:lnTo>
                <a:lnTo>
                  <a:pt x="2630" y="16817"/>
                </a:lnTo>
                <a:lnTo>
                  <a:pt x="2630" y="16353"/>
                </a:lnTo>
                <a:lnTo>
                  <a:pt x="2630" y="15947"/>
                </a:lnTo>
                <a:lnTo>
                  <a:pt x="2694" y="15483"/>
                </a:lnTo>
                <a:lnTo>
                  <a:pt x="2694" y="15019"/>
                </a:lnTo>
                <a:lnTo>
                  <a:pt x="2694" y="14613"/>
                </a:lnTo>
                <a:lnTo>
                  <a:pt x="2694" y="14149"/>
                </a:lnTo>
                <a:lnTo>
                  <a:pt x="2758" y="13685"/>
                </a:lnTo>
                <a:lnTo>
                  <a:pt x="2758" y="13221"/>
                </a:lnTo>
                <a:lnTo>
                  <a:pt x="2758" y="12816"/>
                </a:lnTo>
                <a:lnTo>
                  <a:pt x="2758" y="12352"/>
                </a:lnTo>
                <a:lnTo>
                  <a:pt x="2758" y="11888"/>
                </a:lnTo>
                <a:lnTo>
                  <a:pt x="2823" y="11424"/>
                </a:lnTo>
                <a:lnTo>
                  <a:pt x="2823" y="10960"/>
                </a:lnTo>
                <a:lnTo>
                  <a:pt x="2823" y="10554"/>
                </a:lnTo>
                <a:lnTo>
                  <a:pt x="2823" y="10090"/>
                </a:lnTo>
                <a:lnTo>
                  <a:pt x="2823" y="9626"/>
                </a:lnTo>
                <a:lnTo>
                  <a:pt x="2919" y="9162"/>
                </a:lnTo>
                <a:lnTo>
                  <a:pt x="2919" y="8698"/>
                </a:lnTo>
                <a:lnTo>
                  <a:pt x="2919" y="8234"/>
                </a:lnTo>
                <a:lnTo>
                  <a:pt x="2919" y="7828"/>
                </a:lnTo>
                <a:lnTo>
                  <a:pt x="2983" y="7364"/>
                </a:lnTo>
                <a:lnTo>
                  <a:pt x="2983" y="6900"/>
                </a:lnTo>
                <a:lnTo>
                  <a:pt x="2983" y="6437"/>
                </a:lnTo>
                <a:lnTo>
                  <a:pt x="2983" y="5973"/>
                </a:lnTo>
                <a:lnTo>
                  <a:pt x="2983" y="5509"/>
                </a:lnTo>
                <a:lnTo>
                  <a:pt x="3047" y="5045"/>
                </a:lnTo>
                <a:lnTo>
                  <a:pt x="3047" y="4581"/>
                </a:lnTo>
                <a:lnTo>
                  <a:pt x="3047" y="4175"/>
                </a:lnTo>
                <a:lnTo>
                  <a:pt x="3047" y="3711"/>
                </a:lnTo>
                <a:lnTo>
                  <a:pt x="3143" y="3247"/>
                </a:lnTo>
                <a:lnTo>
                  <a:pt x="3143" y="2783"/>
                </a:lnTo>
                <a:lnTo>
                  <a:pt x="3143" y="2319"/>
                </a:lnTo>
                <a:lnTo>
                  <a:pt x="3143" y="1855"/>
                </a:lnTo>
                <a:lnTo>
                  <a:pt x="3143" y="1391"/>
                </a:lnTo>
                <a:lnTo>
                  <a:pt x="3208" y="927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735529" y="3549441"/>
            <a:ext cx="3208" cy="100150"/>
          </a:xfrm>
          <a:custGeom>
            <a:avLst/>
            <a:gdLst/>
            <a:ahLst/>
            <a:cxnLst/>
            <a:rect l="l" t="t" r="r" b="b"/>
            <a:pathLst>
              <a:path w="3208" h="100150">
                <a:moveTo>
                  <a:pt x="0" y="100150"/>
                </a:moveTo>
                <a:lnTo>
                  <a:pt x="0" y="99657"/>
                </a:lnTo>
                <a:lnTo>
                  <a:pt x="64" y="99193"/>
                </a:lnTo>
                <a:lnTo>
                  <a:pt x="64" y="98729"/>
                </a:lnTo>
                <a:lnTo>
                  <a:pt x="64" y="98265"/>
                </a:lnTo>
                <a:lnTo>
                  <a:pt x="64" y="97801"/>
                </a:lnTo>
                <a:lnTo>
                  <a:pt x="64" y="97338"/>
                </a:lnTo>
                <a:lnTo>
                  <a:pt x="128" y="96874"/>
                </a:lnTo>
                <a:lnTo>
                  <a:pt x="128" y="96410"/>
                </a:lnTo>
                <a:lnTo>
                  <a:pt x="128" y="95946"/>
                </a:lnTo>
                <a:lnTo>
                  <a:pt x="128" y="95482"/>
                </a:lnTo>
                <a:lnTo>
                  <a:pt x="224" y="95018"/>
                </a:lnTo>
                <a:lnTo>
                  <a:pt x="224" y="94554"/>
                </a:lnTo>
                <a:lnTo>
                  <a:pt x="224" y="94090"/>
                </a:lnTo>
                <a:lnTo>
                  <a:pt x="224" y="93626"/>
                </a:lnTo>
                <a:lnTo>
                  <a:pt x="224" y="93162"/>
                </a:lnTo>
                <a:lnTo>
                  <a:pt x="288" y="92698"/>
                </a:lnTo>
                <a:lnTo>
                  <a:pt x="288" y="92234"/>
                </a:lnTo>
                <a:lnTo>
                  <a:pt x="288" y="91683"/>
                </a:lnTo>
                <a:lnTo>
                  <a:pt x="288" y="91220"/>
                </a:lnTo>
                <a:lnTo>
                  <a:pt x="352" y="90756"/>
                </a:lnTo>
                <a:lnTo>
                  <a:pt x="352" y="90292"/>
                </a:lnTo>
                <a:lnTo>
                  <a:pt x="352" y="89828"/>
                </a:lnTo>
                <a:lnTo>
                  <a:pt x="352" y="89364"/>
                </a:lnTo>
                <a:lnTo>
                  <a:pt x="352" y="88900"/>
                </a:lnTo>
                <a:lnTo>
                  <a:pt x="417" y="88436"/>
                </a:lnTo>
                <a:lnTo>
                  <a:pt x="417" y="87914"/>
                </a:lnTo>
                <a:lnTo>
                  <a:pt x="417" y="87450"/>
                </a:lnTo>
                <a:lnTo>
                  <a:pt x="417" y="86957"/>
                </a:lnTo>
                <a:lnTo>
                  <a:pt x="417" y="86493"/>
                </a:lnTo>
                <a:lnTo>
                  <a:pt x="513" y="86029"/>
                </a:lnTo>
                <a:lnTo>
                  <a:pt x="513" y="85565"/>
                </a:lnTo>
                <a:lnTo>
                  <a:pt x="513" y="85043"/>
                </a:lnTo>
                <a:lnTo>
                  <a:pt x="513" y="84580"/>
                </a:lnTo>
                <a:lnTo>
                  <a:pt x="577" y="84116"/>
                </a:lnTo>
                <a:lnTo>
                  <a:pt x="577" y="83652"/>
                </a:lnTo>
                <a:lnTo>
                  <a:pt x="577" y="83188"/>
                </a:lnTo>
                <a:lnTo>
                  <a:pt x="577" y="82637"/>
                </a:lnTo>
                <a:lnTo>
                  <a:pt x="577" y="82173"/>
                </a:lnTo>
                <a:lnTo>
                  <a:pt x="641" y="81709"/>
                </a:lnTo>
                <a:lnTo>
                  <a:pt x="641" y="81245"/>
                </a:lnTo>
                <a:lnTo>
                  <a:pt x="641" y="80723"/>
                </a:lnTo>
                <a:lnTo>
                  <a:pt x="641" y="80259"/>
                </a:lnTo>
                <a:lnTo>
                  <a:pt x="737" y="79795"/>
                </a:lnTo>
                <a:lnTo>
                  <a:pt x="737" y="79331"/>
                </a:lnTo>
                <a:lnTo>
                  <a:pt x="737" y="78780"/>
                </a:lnTo>
                <a:lnTo>
                  <a:pt x="737" y="78316"/>
                </a:lnTo>
                <a:lnTo>
                  <a:pt x="737" y="77853"/>
                </a:lnTo>
                <a:lnTo>
                  <a:pt x="802" y="77389"/>
                </a:lnTo>
                <a:lnTo>
                  <a:pt x="802" y="76867"/>
                </a:lnTo>
                <a:lnTo>
                  <a:pt x="802" y="76403"/>
                </a:lnTo>
                <a:lnTo>
                  <a:pt x="802" y="75939"/>
                </a:lnTo>
                <a:lnTo>
                  <a:pt x="866" y="75388"/>
                </a:lnTo>
                <a:lnTo>
                  <a:pt x="866" y="74924"/>
                </a:lnTo>
                <a:lnTo>
                  <a:pt x="866" y="74460"/>
                </a:lnTo>
                <a:lnTo>
                  <a:pt x="866" y="73938"/>
                </a:lnTo>
                <a:lnTo>
                  <a:pt x="866" y="73474"/>
                </a:lnTo>
                <a:lnTo>
                  <a:pt x="930" y="73010"/>
                </a:lnTo>
                <a:lnTo>
                  <a:pt x="930" y="72488"/>
                </a:lnTo>
                <a:lnTo>
                  <a:pt x="930" y="71995"/>
                </a:lnTo>
                <a:lnTo>
                  <a:pt x="930" y="71532"/>
                </a:lnTo>
                <a:lnTo>
                  <a:pt x="1026" y="71010"/>
                </a:lnTo>
                <a:lnTo>
                  <a:pt x="1026" y="70546"/>
                </a:lnTo>
                <a:lnTo>
                  <a:pt x="1026" y="70024"/>
                </a:lnTo>
                <a:lnTo>
                  <a:pt x="1026" y="69560"/>
                </a:lnTo>
                <a:lnTo>
                  <a:pt x="1026" y="69096"/>
                </a:lnTo>
                <a:lnTo>
                  <a:pt x="1090" y="68545"/>
                </a:lnTo>
                <a:lnTo>
                  <a:pt x="1090" y="68081"/>
                </a:lnTo>
                <a:lnTo>
                  <a:pt x="1090" y="67559"/>
                </a:lnTo>
                <a:lnTo>
                  <a:pt x="1090" y="67095"/>
                </a:lnTo>
                <a:lnTo>
                  <a:pt x="1154" y="66631"/>
                </a:lnTo>
                <a:lnTo>
                  <a:pt x="1154" y="66080"/>
                </a:lnTo>
                <a:lnTo>
                  <a:pt x="1154" y="65616"/>
                </a:lnTo>
                <a:lnTo>
                  <a:pt x="1154" y="65095"/>
                </a:lnTo>
                <a:lnTo>
                  <a:pt x="1154" y="64631"/>
                </a:lnTo>
                <a:lnTo>
                  <a:pt x="1219" y="64109"/>
                </a:lnTo>
                <a:lnTo>
                  <a:pt x="1219" y="63616"/>
                </a:lnTo>
                <a:lnTo>
                  <a:pt x="1219" y="63094"/>
                </a:lnTo>
                <a:lnTo>
                  <a:pt x="1219" y="62630"/>
                </a:lnTo>
                <a:lnTo>
                  <a:pt x="1219" y="62166"/>
                </a:lnTo>
                <a:lnTo>
                  <a:pt x="1315" y="61644"/>
                </a:lnTo>
                <a:lnTo>
                  <a:pt x="1315" y="61180"/>
                </a:lnTo>
                <a:lnTo>
                  <a:pt x="1315" y="60629"/>
                </a:lnTo>
                <a:lnTo>
                  <a:pt x="1315" y="60165"/>
                </a:lnTo>
                <a:lnTo>
                  <a:pt x="1379" y="59643"/>
                </a:lnTo>
                <a:lnTo>
                  <a:pt x="1379" y="59179"/>
                </a:lnTo>
                <a:lnTo>
                  <a:pt x="1379" y="58629"/>
                </a:lnTo>
                <a:lnTo>
                  <a:pt x="1379" y="58107"/>
                </a:lnTo>
                <a:lnTo>
                  <a:pt x="1379" y="57643"/>
                </a:lnTo>
                <a:lnTo>
                  <a:pt x="1443" y="57121"/>
                </a:lnTo>
                <a:lnTo>
                  <a:pt x="1443" y="56657"/>
                </a:lnTo>
                <a:lnTo>
                  <a:pt x="1443" y="56106"/>
                </a:lnTo>
                <a:lnTo>
                  <a:pt x="1443" y="55642"/>
                </a:lnTo>
                <a:lnTo>
                  <a:pt x="1539" y="55120"/>
                </a:lnTo>
                <a:lnTo>
                  <a:pt x="1539" y="54656"/>
                </a:lnTo>
                <a:lnTo>
                  <a:pt x="1539" y="54134"/>
                </a:lnTo>
                <a:lnTo>
                  <a:pt x="1539" y="53583"/>
                </a:lnTo>
                <a:lnTo>
                  <a:pt x="1539" y="53119"/>
                </a:lnTo>
                <a:lnTo>
                  <a:pt x="1604" y="52597"/>
                </a:lnTo>
                <a:lnTo>
                  <a:pt x="1604" y="52134"/>
                </a:lnTo>
                <a:lnTo>
                  <a:pt x="1604" y="51583"/>
                </a:lnTo>
                <a:lnTo>
                  <a:pt x="1604" y="51119"/>
                </a:lnTo>
                <a:lnTo>
                  <a:pt x="1668" y="50597"/>
                </a:lnTo>
                <a:lnTo>
                  <a:pt x="1668" y="50075"/>
                </a:lnTo>
                <a:lnTo>
                  <a:pt x="1668" y="49611"/>
                </a:lnTo>
                <a:lnTo>
                  <a:pt x="1668" y="49060"/>
                </a:lnTo>
                <a:lnTo>
                  <a:pt x="1668" y="48538"/>
                </a:lnTo>
                <a:lnTo>
                  <a:pt x="1732" y="48074"/>
                </a:lnTo>
                <a:lnTo>
                  <a:pt x="1732" y="47552"/>
                </a:lnTo>
                <a:lnTo>
                  <a:pt x="1732" y="47059"/>
                </a:lnTo>
                <a:lnTo>
                  <a:pt x="1732" y="46537"/>
                </a:lnTo>
                <a:lnTo>
                  <a:pt x="1828" y="46015"/>
                </a:lnTo>
                <a:lnTo>
                  <a:pt x="1828" y="45552"/>
                </a:lnTo>
                <a:lnTo>
                  <a:pt x="1828" y="45001"/>
                </a:lnTo>
                <a:lnTo>
                  <a:pt x="1828" y="44479"/>
                </a:lnTo>
                <a:lnTo>
                  <a:pt x="1828" y="44015"/>
                </a:lnTo>
                <a:lnTo>
                  <a:pt x="1892" y="43493"/>
                </a:lnTo>
                <a:lnTo>
                  <a:pt x="1892" y="42942"/>
                </a:lnTo>
                <a:lnTo>
                  <a:pt x="1892" y="42420"/>
                </a:lnTo>
                <a:lnTo>
                  <a:pt x="1892" y="41956"/>
                </a:lnTo>
                <a:lnTo>
                  <a:pt x="1956" y="41434"/>
                </a:lnTo>
                <a:lnTo>
                  <a:pt x="1956" y="40883"/>
                </a:lnTo>
                <a:lnTo>
                  <a:pt x="1956" y="40419"/>
                </a:lnTo>
                <a:lnTo>
                  <a:pt x="1956" y="39897"/>
                </a:lnTo>
                <a:lnTo>
                  <a:pt x="1956" y="39346"/>
                </a:lnTo>
                <a:lnTo>
                  <a:pt x="2053" y="38825"/>
                </a:lnTo>
                <a:lnTo>
                  <a:pt x="2053" y="38361"/>
                </a:lnTo>
                <a:lnTo>
                  <a:pt x="2053" y="37839"/>
                </a:lnTo>
                <a:lnTo>
                  <a:pt x="2053" y="37288"/>
                </a:lnTo>
                <a:lnTo>
                  <a:pt x="2053" y="36766"/>
                </a:lnTo>
                <a:lnTo>
                  <a:pt x="2117" y="36302"/>
                </a:lnTo>
                <a:lnTo>
                  <a:pt x="2117" y="35780"/>
                </a:lnTo>
                <a:lnTo>
                  <a:pt x="2117" y="35229"/>
                </a:lnTo>
                <a:lnTo>
                  <a:pt x="2117" y="34707"/>
                </a:lnTo>
                <a:lnTo>
                  <a:pt x="2181" y="34243"/>
                </a:lnTo>
                <a:lnTo>
                  <a:pt x="2181" y="33692"/>
                </a:lnTo>
                <a:lnTo>
                  <a:pt x="2181" y="33170"/>
                </a:lnTo>
                <a:lnTo>
                  <a:pt x="2181" y="32648"/>
                </a:lnTo>
                <a:lnTo>
                  <a:pt x="2181" y="32185"/>
                </a:lnTo>
                <a:lnTo>
                  <a:pt x="2245" y="31634"/>
                </a:lnTo>
                <a:lnTo>
                  <a:pt x="2245" y="31112"/>
                </a:lnTo>
                <a:lnTo>
                  <a:pt x="2245" y="30590"/>
                </a:lnTo>
                <a:lnTo>
                  <a:pt x="2245" y="30039"/>
                </a:lnTo>
                <a:lnTo>
                  <a:pt x="2341" y="29517"/>
                </a:lnTo>
                <a:lnTo>
                  <a:pt x="2341" y="29053"/>
                </a:lnTo>
                <a:lnTo>
                  <a:pt x="2341" y="28531"/>
                </a:lnTo>
                <a:lnTo>
                  <a:pt x="2341" y="27980"/>
                </a:lnTo>
                <a:lnTo>
                  <a:pt x="2341" y="27458"/>
                </a:lnTo>
                <a:lnTo>
                  <a:pt x="2406" y="26936"/>
                </a:lnTo>
                <a:lnTo>
                  <a:pt x="2406" y="26385"/>
                </a:lnTo>
                <a:lnTo>
                  <a:pt x="2406" y="25922"/>
                </a:lnTo>
                <a:lnTo>
                  <a:pt x="2406" y="25400"/>
                </a:lnTo>
                <a:lnTo>
                  <a:pt x="2470" y="24849"/>
                </a:lnTo>
                <a:lnTo>
                  <a:pt x="2470" y="24327"/>
                </a:lnTo>
                <a:lnTo>
                  <a:pt x="2470" y="23805"/>
                </a:lnTo>
                <a:lnTo>
                  <a:pt x="2470" y="23254"/>
                </a:lnTo>
                <a:lnTo>
                  <a:pt x="2470" y="22732"/>
                </a:lnTo>
                <a:lnTo>
                  <a:pt x="2534" y="22268"/>
                </a:lnTo>
                <a:lnTo>
                  <a:pt x="2534" y="21746"/>
                </a:lnTo>
                <a:lnTo>
                  <a:pt x="2534" y="21195"/>
                </a:lnTo>
                <a:lnTo>
                  <a:pt x="2534" y="20673"/>
                </a:lnTo>
                <a:lnTo>
                  <a:pt x="2630" y="20151"/>
                </a:lnTo>
                <a:lnTo>
                  <a:pt x="2630" y="19600"/>
                </a:lnTo>
                <a:lnTo>
                  <a:pt x="2630" y="19079"/>
                </a:lnTo>
                <a:lnTo>
                  <a:pt x="2630" y="18557"/>
                </a:lnTo>
                <a:lnTo>
                  <a:pt x="2630" y="18006"/>
                </a:lnTo>
                <a:lnTo>
                  <a:pt x="2694" y="17484"/>
                </a:lnTo>
                <a:lnTo>
                  <a:pt x="2694" y="16962"/>
                </a:lnTo>
                <a:lnTo>
                  <a:pt x="2694" y="16498"/>
                </a:lnTo>
                <a:lnTo>
                  <a:pt x="2694" y="15947"/>
                </a:lnTo>
                <a:lnTo>
                  <a:pt x="2758" y="15425"/>
                </a:lnTo>
                <a:lnTo>
                  <a:pt x="2758" y="14874"/>
                </a:lnTo>
                <a:lnTo>
                  <a:pt x="2758" y="14352"/>
                </a:lnTo>
                <a:lnTo>
                  <a:pt x="2758" y="13830"/>
                </a:lnTo>
                <a:lnTo>
                  <a:pt x="2758" y="13279"/>
                </a:lnTo>
                <a:lnTo>
                  <a:pt x="2855" y="12758"/>
                </a:lnTo>
                <a:lnTo>
                  <a:pt x="2855" y="12236"/>
                </a:lnTo>
                <a:lnTo>
                  <a:pt x="2855" y="11685"/>
                </a:lnTo>
                <a:lnTo>
                  <a:pt x="2855" y="11163"/>
                </a:lnTo>
                <a:lnTo>
                  <a:pt x="2855" y="10641"/>
                </a:lnTo>
                <a:lnTo>
                  <a:pt x="2919" y="10090"/>
                </a:lnTo>
                <a:lnTo>
                  <a:pt x="2919" y="9568"/>
                </a:lnTo>
                <a:lnTo>
                  <a:pt x="2919" y="9046"/>
                </a:lnTo>
                <a:lnTo>
                  <a:pt x="2919" y="8495"/>
                </a:lnTo>
                <a:lnTo>
                  <a:pt x="2983" y="7973"/>
                </a:lnTo>
                <a:lnTo>
                  <a:pt x="2983" y="7451"/>
                </a:lnTo>
                <a:lnTo>
                  <a:pt x="2983" y="6900"/>
                </a:lnTo>
                <a:lnTo>
                  <a:pt x="2983" y="6379"/>
                </a:lnTo>
                <a:lnTo>
                  <a:pt x="2983" y="5857"/>
                </a:lnTo>
                <a:lnTo>
                  <a:pt x="3047" y="5306"/>
                </a:lnTo>
                <a:lnTo>
                  <a:pt x="3047" y="4784"/>
                </a:lnTo>
                <a:lnTo>
                  <a:pt x="3047" y="4262"/>
                </a:lnTo>
                <a:lnTo>
                  <a:pt x="3047" y="3711"/>
                </a:lnTo>
                <a:lnTo>
                  <a:pt x="3143" y="3189"/>
                </a:lnTo>
                <a:lnTo>
                  <a:pt x="3143" y="2667"/>
                </a:lnTo>
                <a:lnTo>
                  <a:pt x="3143" y="2116"/>
                </a:lnTo>
                <a:lnTo>
                  <a:pt x="3143" y="1594"/>
                </a:lnTo>
                <a:lnTo>
                  <a:pt x="3143" y="1043"/>
                </a:lnTo>
                <a:lnTo>
                  <a:pt x="3208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738737" y="3439461"/>
            <a:ext cx="3208" cy="109980"/>
          </a:xfrm>
          <a:custGeom>
            <a:avLst/>
            <a:gdLst/>
            <a:ahLst/>
            <a:cxnLst/>
            <a:rect l="l" t="t" r="r" b="b"/>
            <a:pathLst>
              <a:path w="3208" h="109980">
                <a:moveTo>
                  <a:pt x="0" y="109980"/>
                </a:moveTo>
                <a:lnTo>
                  <a:pt x="0" y="109371"/>
                </a:lnTo>
                <a:lnTo>
                  <a:pt x="0" y="108849"/>
                </a:lnTo>
                <a:lnTo>
                  <a:pt x="64" y="108298"/>
                </a:lnTo>
                <a:lnTo>
                  <a:pt x="64" y="107776"/>
                </a:lnTo>
                <a:lnTo>
                  <a:pt x="64" y="107254"/>
                </a:lnTo>
                <a:lnTo>
                  <a:pt x="64" y="106703"/>
                </a:lnTo>
                <a:lnTo>
                  <a:pt x="64" y="106181"/>
                </a:lnTo>
                <a:lnTo>
                  <a:pt x="160" y="105659"/>
                </a:lnTo>
                <a:lnTo>
                  <a:pt x="160" y="105108"/>
                </a:lnTo>
                <a:lnTo>
                  <a:pt x="160" y="104586"/>
                </a:lnTo>
                <a:lnTo>
                  <a:pt x="160" y="104065"/>
                </a:lnTo>
                <a:lnTo>
                  <a:pt x="224" y="103514"/>
                </a:lnTo>
                <a:lnTo>
                  <a:pt x="224" y="102934"/>
                </a:lnTo>
                <a:lnTo>
                  <a:pt x="224" y="102383"/>
                </a:lnTo>
                <a:lnTo>
                  <a:pt x="224" y="101861"/>
                </a:lnTo>
                <a:lnTo>
                  <a:pt x="224" y="101339"/>
                </a:lnTo>
                <a:lnTo>
                  <a:pt x="288" y="100788"/>
                </a:lnTo>
                <a:lnTo>
                  <a:pt x="288" y="100266"/>
                </a:lnTo>
                <a:lnTo>
                  <a:pt x="288" y="99744"/>
                </a:lnTo>
                <a:lnTo>
                  <a:pt x="288" y="99193"/>
                </a:lnTo>
                <a:lnTo>
                  <a:pt x="352" y="98613"/>
                </a:lnTo>
                <a:lnTo>
                  <a:pt x="352" y="98062"/>
                </a:lnTo>
                <a:lnTo>
                  <a:pt x="352" y="97541"/>
                </a:lnTo>
                <a:lnTo>
                  <a:pt x="352" y="97019"/>
                </a:lnTo>
                <a:lnTo>
                  <a:pt x="352" y="96468"/>
                </a:lnTo>
                <a:lnTo>
                  <a:pt x="449" y="95946"/>
                </a:lnTo>
                <a:lnTo>
                  <a:pt x="449" y="95424"/>
                </a:lnTo>
                <a:lnTo>
                  <a:pt x="449" y="94815"/>
                </a:lnTo>
                <a:lnTo>
                  <a:pt x="449" y="94293"/>
                </a:lnTo>
                <a:lnTo>
                  <a:pt x="449" y="93742"/>
                </a:lnTo>
                <a:lnTo>
                  <a:pt x="513" y="93220"/>
                </a:lnTo>
                <a:lnTo>
                  <a:pt x="513" y="92698"/>
                </a:lnTo>
                <a:lnTo>
                  <a:pt x="513" y="92147"/>
                </a:lnTo>
                <a:lnTo>
                  <a:pt x="513" y="91567"/>
                </a:lnTo>
                <a:lnTo>
                  <a:pt x="577" y="91017"/>
                </a:lnTo>
                <a:lnTo>
                  <a:pt x="577" y="90495"/>
                </a:lnTo>
                <a:lnTo>
                  <a:pt x="577" y="89944"/>
                </a:lnTo>
                <a:lnTo>
                  <a:pt x="577" y="89422"/>
                </a:lnTo>
                <a:lnTo>
                  <a:pt x="577" y="88813"/>
                </a:lnTo>
                <a:lnTo>
                  <a:pt x="641" y="88291"/>
                </a:lnTo>
                <a:lnTo>
                  <a:pt x="641" y="87769"/>
                </a:lnTo>
                <a:lnTo>
                  <a:pt x="641" y="87218"/>
                </a:lnTo>
                <a:lnTo>
                  <a:pt x="641" y="86696"/>
                </a:lnTo>
                <a:lnTo>
                  <a:pt x="737" y="86087"/>
                </a:lnTo>
                <a:lnTo>
                  <a:pt x="737" y="85565"/>
                </a:lnTo>
                <a:lnTo>
                  <a:pt x="737" y="85043"/>
                </a:lnTo>
                <a:lnTo>
                  <a:pt x="737" y="84493"/>
                </a:lnTo>
                <a:lnTo>
                  <a:pt x="737" y="83971"/>
                </a:lnTo>
                <a:lnTo>
                  <a:pt x="802" y="83362"/>
                </a:lnTo>
                <a:lnTo>
                  <a:pt x="802" y="82840"/>
                </a:lnTo>
                <a:lnTo>
                  <a:pt x="802" y="82318"/>
                </a:lnTo>
                <a:lnTo>
                  <a:pt x="802" y="81767"/>
                </a:lnTo>
                <a:lnTo>
                  <a:pt x="866" y="81187"/>
                </a:lnTo>
                <a:lnTo>
                  <a:pt x="866" y="80636"/>
                </a:lnTo>
                <a:lnTo>
                  <a:pt x="866" y="80114"/>
                </a:lnTo>
                <a:lnTo>
                  <a:pt x="866" y="79592"/>
                </a:lnTo>
                <a:lnTo>
                  <a:pt x="866" y="78983"/>
                </a:lnTo>
                <a:lnTo>
                  <a:pt x="962" y="78461"/>
                </a:lnTo>
                <a:lnTo>
                  <a:pt x="962" y="77911"/>
                </a:lnTo>
                <a:lnTo>
                  <a:pt x="962" y="77389"/>
                </a:lnTo>
                <a:lnTo>
                  <a:pt x="962" y="76780"/>
                </a:lnTo>
                <a:lnTo>
                  <a:pt x="1026" y="76258"/>
                </a:lnTo>
                <a:lnTo>
                  <a:pt x="1026" y="75736"/>
                </a:lnTo>
                <a:lnTo>
                  <a:pt x="1026" y="75185"/>
                </a:lnTo>
                <a:lnTo>
                  <a:pt x="1026" y="74605"/>
                </a:lnTo>
                <a:lnTo>
                  <a:pt x="1026" y="74054"/>
                </a:lnTo>
                <a:lnTo>
                  <a:pt x="1090" y="73532"/>
                </a:lnTo>
                <a:lnTo>
                  <a:pt x="1090" y="73010"/>
                </a:lnTo>
                <a:lnTo>
                  <a:pt x="1090" y="72401"/>
                </a:lnTo>
                <a:lnTo>
                  <a:pt x="1090" y="71879"/>
                </a:lnTo>
                <a:lnTo>
                  <a:pt x="1154" y="71329"/>
                </a:lnTo>
                <a:lnTo>
                  <a:pt x="1154" y="70749"/>
                </a:lnTo>
                <a:lnTo>
                  <a:pt x="1154" y="70198"/>
                </a:lnTo>
                <a:lnTo>
                  <a:pt x="1154" y="69676"/>
                </a:lnTo>
                <a:lnTo>
                  <a:pt x="1154" y="69154"/>
                </a:lnTo>
                <a:lnTo>
                  <a:pt x="1251" y="68545"/>
                </a:lnTo>
                <a:lnTo>
                  <a:pt x="1251" y="68023"/>
                </a:lnTo>
                <a:lnTo>
                  <a:pt x="1251" y="67472"/>
                </a:lnTo>
                <a:lnTo>
                  <a:pt x="1251" y="66892"/>
                </a:lnTo>
                <a:lnTo>
                  <a:pt x="1251" y="66341"/>
                </a:lnTo>
                <a:lnTo>
                  <a:pt x="1315" y="65819"/>
                </a:lnTo>
                <a:lnTo>
                  <a:pt x="1315" y="65297"/>
                </a:lnTo>
                <a:lnTo>
                  <a:pt x="1315" y="64689"/>
                </a:lnTo>
                <a:lnTo>
                  <a:pt x="1315" y="64167"/>
                </a:lnTo>
                <a:lnTo>
                  <a:pt x="1379" y="63616"/>
                </a:lnTo>
                <a:lnTo>
                  <a:pt x="1379" y="63036"/>
                </a:lnTo>
                <a:lnTo>
                  <a:pt x="1379" y="62485"/>
                </a:lnTo>
                <a:lnTo>
                  <a:pt x="1379" y="61963"/>
                </a:lnTo>
                <a:lnTo>
                  <a:pt x="1379" y="61354"/>
                </a:lnTo>
                <a:lnTo>
                  <a:pt x="1443" y="60832"/>
                </a:lnTo>
                <a:lnTo>
                  <a:pt x="1443" y="60310"/>
                </a:lnTo>
                <a:lnTo>
                  <a:pt x="1443" y="59701"/>
                </a:lnTo>
                <a:lnTo>
                  <a:pt x="1443" y="59179"/>
                </a:lnTo>
                <a:lnTo>
                  <a:pt x="1539" y="58629"/>
                </a:lnTo>
                <a:lnTo>
                  <a:pt x="1539" y="58049"/>
                </a:lnTo>
                <a:lnTo>
                  <a:pt x="1539" y="57498"/>
                </a:lnTo>
                <a:lnTo>
                  <a:pt x="1539" y="56976"/>
                </a:lnTo>
                <a:lnTo>
                  <a:pt x="1539" y="56367"/>
                </a:lnTo>
                <a:lnTo>
                  <a:pt x="1604" y="55845"/>
                </a:lnTo>
                <a:lnTo>
                  <a:pt x="1604" y="55323"/>
                </a:lnTo>
                <a:lnTo>
                  <a:pt x="1604" y="54714"/>
                </a:lnTo>
                <a:lnTo>
                  <a:pt x="1604" y="54192"/>
                </a:lnTo>
                <a:lnTo>
                  <a:pt x="1668" y="53641"/>
                </a:lnTo>
                <a:lnTo>
                  <a:pt x="1668" y="53061"/>
                </a:lnTo>
                <a:lnTo>
                  <a:pt x="1668" y="52510"/>
                </a:lnTo>
                <a:lnTo>
                  <a:pt x="1668" y="51931"/>
                </a:lnTo>
                <a:lnTo>
                  <a:pt x="1668" y="51380"/>
                </a:lnTo>
                <a:lnTo>
                  <a:pt x="1764" y="50858"/>
                </a:lnTo>
                <a:lnTo>
                  <a:pt x="1764" y="50249"/>
                </a:lnTo>
                <a:lnTo>
                  <a:pt x="1764" y="49727"/>
                </a:lnTo>
                <a:lnTo>
                  <a:pt x="1764" y="49205"/>
                </a:lnTo>
                <a:lnTo>
                  <a:pt x="1828" y="48596"/>
                </a:lnTo>
                <a:lnTo>
                  <a:pt x="1828" y="48074"/>
                </a:lnTo>
                <a:lnTo>
                  <a:pt x="1828" y="47523"/>
                </a:lnTo>
                <a:lnTo>
                  <a:pt x="1828" y="46943"/>
                </a:lnTo>
                <a:lnTo>
                  <a:pt x="1828" y="46392"/>
                </a:lnTo>
                <a:lnTo>
                  <a:pt x="1892" y="45812"/>
                </a:lnTo>
                <a:lnTo>
                  <a:pt x="1892" y="45262"/>
                </a:lnTo>
                <a:lnTo>
                  <a:pt x="1892" y="44740"/>
                </a:lnTo>
                <a:lnTo>
                  <a:pt x="1892" y="44131"/>
                </a:lnTo>
                <a:lnTo>
                  <a:pt x="1956" y="43609"/>
                </a:lnTo>
                <a:lnTo>
                  <a:pt x="1956" y="43000"/>
                </a:lnTo>
                <a:lnTo>
                  <a:pt x="1956" y="42478"/>
                </a:lnTo>
                <a:lnTo>
                  <a:pt x="1956" y="41956"/>
                </a:lnTo>
                <a:lnTo>
                  <a:pt x="1956" y="41347"/>
                </a:lnTo>
                <a:lnTo>
                  <a:pt x="2053" y="40825"/>
                </a:lnTo>
                <a:lnTo>
                  <a:pt x="2053" y="40274"/>
                </a:lnTo>
                <a:lnTo>
                  <a:pt x="2053" y="39694"/>
                </a:lnTo>
                <a:lnTo>
                  <a:pt x="2053" y="39143"/>
                </a:lnTo>
                <a:lnTo>
                  <a:pt x="2053" y="38564"/>
                </a:lnTo>
                <a:lnTo>
                  <a:pt x="2117" y="38013"/>
                </a:lnTo>
                <a:lnTo>
                  <a:pt x="2117" y="37491"/>
                </a:lnTo>
                <a:lnTo>
                  <a:pt x="2117" y="36882"/>
                </a:lnTo>
                <a:lnTo>
                  <a:pt x="2117" y="36360"/>
                </a:lnTo>
                <a:lnTo>
                  <a:pt x="2181" y="35838"/>
                </a:lnTo>
                <a:lnTo>
                  <a:pt x="2181" y="35287"/>
                </a:lnTo>
                <a:lnTo>
                  <a:pt x="2181" y="34707"/>
                </a:lnTo>
                <a:lnTo>
                  <a:pt x="2181" y="34156"/>
                </a:lnTo>
                <a:lnTo>
                  <a:pt x="2181" y="33634"/>
                </a:lnTo>
                <a:lnTo>
                  <a:pt x="2277" y="33025"/>
                </a:lnTo>
                <a:lnTo>
                  <a:pt x="2277" y="32504"/>
                </a:lnTo>
                <a:lnTo>
                  <a:pt x="2277" y="31895"/>
                </a:lnTo>
                <a:lnTo>
                  <a:pt x="2277" y="31373"/>
                </a:lnTo>
                <a:lnTo>
                  <a:pt x="2341" y="30851"/>
                </a:lnTo>
                <a:lnTo>
                  <a:pt x="2341" y="30242"/>
                </a:lnTo>
                <a:lnTo>
                  <a:pt x="2341" y="29720"/>
                </a:lnTo>
                <a:lnTo>
                  <a:pt x="2341" y="29111"/>
                </a:lnTo>
                <a:lnTo>
                  <a:pt x="2341" y="28589"/>
                </a:lnTo>
                <a:lnTo>
                  <a:pt x="2406" y="28038"/>
                </a:lnTo>
                <a:lnTo>
                  <a:pt x="2406" y="27458"/>
                </a:lnTo>
                <a:lnTo>
                  <a:pt x="2406" y="26907"/>
                </a:lnTo>
                <a:lnTo>
                  <a:pt x="2406" y="26327"/>
                </a:lnTo>
                <a:lnTo>
                  <a:pt x="2470" y="25777"/>
                </a:lnTo>
                <a:lnTo>
                  <a:pt x="2470" y="25197"/>
                </a:lnTo>
                <a:lnTo>
                  <a:pt x="2470" y="24646"/>
                </a:lnTo>
                <a:lnTo>
                  <a:pt x="2470" y="24124"/>
                </a:lnTo>
                <a:lnTo>
                  <a:pt x="2470" y="23515"/>
                </a:lnTo>
                <a:lnTo>
                  <a:pt x="2566" y="22993"/>
                </a:lnTo>
                <a:lnTo>
                  <a:pt x="2566" y="22384"/>
                </a:lnTo>
                <a:lnTo>
                  <a:pt x="2566" y="21862"/>
                </a:lnTo>
                <a:lnTo>
                  <a:pt x="2566" y="21253"/>
                </a:lnTo>
                <a:lnTo>
                  <a:pt x="2630" y="20731"/>
                </a:lnTo>
                <a:lnTo>
                  <a:pt x="2630" y="20209"/>
                </a:lnTo>
                <a:lnTo>
                  <a:pt x="2630" y="19600"/>
                </a:lnTo>
                <a:lnTo>
                  <a:pt x="2630" y="19079"/>
                </a:lnTo>
                <a:lnTo>
                  <a:pt x="2630" y="18470"/>
                </a:lnTo>
                <a:lnTo>
                  <a:pt x="2694" y="17948"/>
                </a:lnTo>
                <a:lnTo>
                  <a:pt x="2694" y="17339"/>
                </a:lnTo>
                <a:lnTo>
                  <a:pt x="2694" y="16817"/>
                </a:lnTo>
                <a:lnTo>
                  <a:pt x="2694" y="16208"/>
                </a:lnTo>
                <a:lnTo>
                  <a:pt x="2758" y="15686"/>
                </a:lnTo>
                <a:lnTo>
                  <a:pt x="2758" y="15135"/>
                </a:lnTo>
                <a:lnTo>
                  <a:pt x="2758" y="14555"/>
                </a:lnTo>
                <a:lnTo>
                  <a:pt x="2758" y="14004"/>
                </a:lnTo>
                <a:lnTo>
                  <a:pt x="2758" y="13424"/>
                </a:lnTo>
                <a:lnTo>
                  <a:pt x="2855" y="12903"/>
                </a:lnTo>
                <a:lnTo>
                  <a:pt x="2855" y="12294"/>
                </a:lnTo>
                <a:lnTo>
                  <a:pt x="2855" y="11772"/>
                </a:lnTo>
                <a:lnTo>
                  <a:pt x="2855" y="11163"/>
                </a:lnTo>
                <a:lnTo>
                  <a:pt x="2855" y="10641"/>
                </a:lnTo>
                <a:lnTo>
                  <a:pt x="2919" y="10090"/>
                </a:lnTo>
                <a:lnTo>
                  <a:pt x="2919" y="9510"/>
                </a:lnTo>
                <a:lnTo>
                  <a:pt x="2919" y="8959"/>
                </a:lnTo>
                <a:lnTo>
                  <a:pt x="2919" y="8379"/>
                </a:lnTo>
                <a:lnTo>
                  <a:pt x="2983" y="7828"/>
                </a:lnTo>
                <a:lnTo>
                  <a:pt x="2983" y="7248"/>
                </a:lnTo>
                <a:lnTo>
                  <a:pt x="2983" y="6697"/>
                </a:lnTo>
                <a:lnTo>
                  <a:pt x="2983" y="6118"/>
                </a:lnTo>
                <a:lnTo>
                  <a:pt x="2983" y="5567"/>
                </a:lnTo>
                <a:lnTo>
                  <a:pt x="3079" y="5045"/>
                </a:lnTo>
                <a:lnTo>
                  <a:pt x="3079" y="4436"/>
                </a:lnTo>
                <a:lnTo>
                  <a:pt x="3079" y="3914"/>
                </a:lnTo>
                <a:lnTo>
                  <a:pt x="3079" y="3305"/>
                </a:lnTo>
                <a:lnTo>
                  <a:pt x="3143" y="2783"/>
                </a:lnTo>
                <a:lnTo>
                  <a:pt x="3143" y="2174"/>
                </a:lnTo>
                <a:lnTo>
                  <a:pt x="3143" y="1652"/>
                </a:lnTo>
                <a:lnTo>
                  <a:pt x="3143" y="1043"/>
                </a:lnTo>
                <a:lnTo>
                  <a:pt x="3143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741945" y="3329191"/>
            <a:ext cx="3143" cy="110270"/>
          </a:xfrm>
          <a:custGeom>
            <a:avLst/>
            <a:gdLst/>
            <a:ahLst/>
            <a:cxnLst/>
            <a:rect l="l" t="t" r="r" b="b"/>
            <a:pathLst>
              <a:path w="3143" h="110270">
                <a:moveTo>
                  <a:pt x="0" y="110270"/>
                </a:moveTo>
                <a:lnTo>
                  <a:pt x="0" y="109661"/>
                </a:lnTo>
                <a:lnTo>
                  <a:pt x="0" y="109139"/>
                </a:lnTo>
                <a:lnTo>
                  <a:pt x="0" y="108530"/>
                </a:lnTo>
                <a:lnTo>
                  <a:pt x="64" y="108008"/>
                </a:lnTo>
                <a:lnTo>
                  <a:pt x="64" y="107399"/>
                </a:lnTo>
                <a:lnTo>
                  <a:pt x="64" y="106877"/>
                </a:lnTo>
                <a:lnTo>
                  <a:pt x="64" y="106268"/>
                </a:lnTo>
                <a:lnTo>
                  <a:pt x="64" y="105746"/>
                </a:lnTo>
                <a:lnTo>
                  <a:pt x="160" y="105137"/>
                </a:lnTo>
                <a:lnTo>
                  <a:pt x="160" y="104615"/>
                </a:lnTo>
                <a:lnTo>
                  <a:pt x="160" y="104065"/>
                </a:lnTo>
                <a:lnTo>
                  <a:pt x="160" y="103485"/>
                </a:lnTo>
                <a:lnTo>
                  <a:pt x="224" y="102934"/>
                </a:lnTo>
                <a:lnTo>
                  <a:pt x="224" y="102354"/>
                </a:lnTo>
                <a:lnTo>
                  <a:pt x="224" y="101803"/>
                </a:lnTo>
                <a:lnTo>
                  <a:pt x="224" y="101223"/>
                </a:lnTo>
                <a:lnTo>
                  <a:pt x="224" y="100672"/>
                </a:lnTo>
                <a:lnTo>
                  <a:pt x="288" y="100092"/>
                </a:lnTo>
                <a:lnTo>
                  <a:pt x="288" y="99541"/>
                </a:lnTo>
                <a:lnTo>
                  <a:pt x="288" y="99019"/>
                </a:lnTo>
                <a:lnTo>
                  <a:pt x="288" y="98410"/>
                </a:lnTo>
                <a:lnTo>
                  <a:pt x="384" y="97888"/>
                </a:lnTo>
                <a:lnTo>
                  <a:pt x="384" y="97280"/>
                </a:lnTo>
                <a:lnTo>
                  <a:pt x="384" y="96758"/>
                </a:lnTo>
                <a:lnTo>
                  <a:pt x="384" y="96149"/>
                </a:lnTo>
                <a:lnTo>
                  <a:pt x="384" y="95627"/>
                </a:lnTo>
                <a:lnTo>
                  <a:pt x="449" y="95018"/>
                </a:lnTo>
                <a:lnTo>
                  <a:pt x="449" y="94496"/>
                </a:lnTo>
                <a:lnTo>
                  <a:pt x="449" y="93974"/>
                </a:lnTo>
                <a:lnTo>
                  <a:pt x="449" y="93365"/>
                </a:lnTo>
                <a:lnTo>
                  <a:pt x="449" y="92843"/>
                </a:lnTo>
                <a:lnTo>
                  <a:pt x="513" y="92234"/>
                </a:lnTo>
                <a:lnTo>
                  <a:pt x="513" y="91712"/>
                </a:lnTo>
                <a:lnTo>
                  <a:pt x="513" y="91104"/>
                </a:lnTo>
                <a:lnTo>
                  <a:pt x="513" y="90582"/>
                </a:lnTo>
                <a:lnTo>
                  <a:pt x="577" y="89973"/>
                </a:lnTo>
                <a:lnTo>
                  <a:pt x="577" y="89451"/>
                </a:lnTo>
                <a:lnTo>
                  <a:pt x="577" y="88900"/>
                </a:lnTo>
                <a:lnTo>
                  <a:pt x="577" y="88320"/>
                </a:lnTo>
                <a:lnTo>
                  <a:pt x="577" y="87769"/>
                </a:lnTo>
                <a:lnTo>
                  <a:pt x="673" y="87189"/>
                </a:lnTo>
                <a:lnTo>
                  <a:pt x="673" y="86638"/>
                </a:lnTo>
                <a:lnTo>
                  <a:pt x="673" y="86058"/>
                </a:lnTo>
                <a:lnTo>
                  <a:pt x="673" y="85507"/>
                </a:lnTo>
                <a:lnTo>
                  <a:pt x="737" y="84985"/>
                </a:lnTo>
                <a:lnTo>
                  <a:pt x="737" y="84377"/>
                </a:lnTo>
                <a:lnTo>
                  <a:pt x="737" y="83855"/>
                </a:lnTo>
                <a:lnTo>
                  <a:pt x="737" y="83275"/>
                </a:lnTo>
                <a:lnTo>
                  <a:pt x="737" y="82724"/>
                </a:lnTo>
                <a:lnTo>
                  <a:pt x="802" y="82144"/>
                </a:lnTo>
                <a:lnTo>
                  <a:pt x="802" y="81593"/>
                </a:lnTo>
                <a:lnTo>
                  <a:pt x="802" y="81071"/>
                </a:lnTo>
                <a:lnTo>
                  <a:pt x="802" y="80462"/>
                </a:lnTo>
                <a:lnTo>
                  <a:pt x="866" y="79940"/>
                </a:lnTo>
                <a:lnTo>
                  <a:pt x="866" y="79331"/>
                </a:lnTo>
                <a:lnTo>
                  <a:pt x="866" y="78809"/>
                </a:lnTo>
                <a:lnTo>
                  <a:pt x="866" y="78201"/>
                </a:lnTo>
                <a:lnTo>
                  <a:pt x="866" y="77679"/>
                </a:lnTo>
                <a:lnTo>
                  <a:pt x="962" y="77157"/>
                </a:lnTo>
                <a:lnTo>
                  <a:pt x="962" y="76548"/>
                </a:lnTo>
                <a:lnTo>
                  <a:pt x="962" y="76026"/>
                </a:lnTo>
                <a:lnTo>
                  <a:pt x="962" y="75417"/>
                </a:lnTo>
                <a:lnTo>
                  <a:pt x="1026" y="74895"/>
                </a:lnTo>
                <a:lnTo>
                  <a:pt x="1026" y="74286"/>
                </a:lnTo>
                <a:lnTo>
                  <a:pt x="1026" y="73764"/>
                </a:lnTo>
                <a:lnTo>
                  <a:pt x="1026" y="73213"/>
                </a:lnTo>
                <a:lnTo>
                  <a:pt x="1026" y="72633"/>
                </a:lnTo>
                <a:lnTo>
                  <a:pt x="1090" y="72082"/>
                </a:lnTo>
                <a:lnTo>
                  <a:pt x="1090" y="71503"/>
                </a:lnTo>
                <a:lnTo>
                  <a:pt x="1090" y="70952"/>
                </a:lnTo>
                <a:lnTo>
                  <a:pt x="1090" y="70430"/>
                </a:lnTo>
                <a:lnTo>
                  <a:pt x="1186" y="69821"/>
                </a:lnTo>
                <a:lnTo>
                  <a:pt x="1186" y="69299"/>
                </a:lnTo>
                <a:lnTo>
                  <a:pt x="1186" y="68690"/>
                </a:lnTo>
                <a:lnTo>
                  <a:pt x="1186" y="68168"/>
                </a:lnTo>
                <a:lnTo>
                  <a:pt x="1186" y="67646"/>
                </a:lnTo>
                <a:lnTo>
                  <a:pt x="1251" y="67037"/>
                </a:lnTo>
                <a:lnTo>
                  <a:pt x="1251" y="66515"/>
                </a:lnTo>
                <a:lnTo>
                  <a:pt x="1251" y="65906"/>
                </a:lnTo>
                <a:lnTo>
                  <a:pt x="1251" y="65384"/>
                </a:lnTo>
                <a:lnTo>
                  <a:pt x="1251" y="64834"/>
                </a:lnTo>
                <a:lnTo>
                  <a:pt x="1315" y="64254"/>
                </a:lnTo>
                <a:lnTo>
                  <a:pt x="1315" y="63703"/>
                </a:lnTo>
                <a:lnTo>
                  <a:pt x="1315" y="63123"/>
                </a:lnTo>
                <a:lnTo>
                  <a:pt x="1315" y="62572"/>
                </a:lnTo>
                <a:lnTo>
                  <a:pt x="1379" y="62050"/>
                </a:lnTo>
                <a:lnTo>
                  <a:pt x="1379" y="61441"/>
                </a:lnTo>
                <a:lnTo>
                  <a:pt x="1379" y="60919"/>
                </a:lnTo>
                <a:lnTo>
                  <a:pt x="1379" y="60397"/>
                </a:lnTo>
                <a:lnTo>
                  <a:pt x="1379" y="59788"/>
                </a:lnTo>
                <a:lnTo>
                  <a:pt x="1475" y="59266"/>
                </a:lnTo>
                <a:lnTo>
                  <a:pt x="1475" y="58658"/>
                </a:lnTo>
                <a:lnTo>
                  <a:pt x="1475" y="58136"/>
                </a:lnTo>
                <a:lnTo>
                  <a:pt x="1475" y="57585"/>
                </a:lnTo>
                <a:lnTo>
                  <a:pt x="1539" y="57005"/>
                </a:lnTo>
                <a:lnTo>
                  <a:pt x="1539" y="56454"/>
                </a:lnTo>
                <a:lnTo>
                  <a:pt x="1539" y="55932"/>
                </a:lnTo>
                <a:lnTo>
                  <a:pt x="1539" y="55323"/>
                </a:lnTo>
                <a:lnTo>
                  <a:pt x="1539" y="54801"/>
                </a:lnTo>
                <a:lnTo>
                  <a:pt x="1604" y="54192"/>
                </a:lnTo>
                <a:lnTo>
                  <a:pt x="1604" y="53670"/>
                </a:lnTo>
                <a:lnTo>
                  <a:pt x="1604" y="53148"/>
                </a:lnTo>
                <a:lnTo>
                  <a:pt x="1604" y="52539"/>
                </a:lnTo>
                <a:lnTo>
                  <a:pt x="1668" y="52018"/>
                </a:lnTo>
                <a:lnTo>
                  <a:pt x="1668" y="51467"/>
                </a:lnTo>
                <a:lnTo>
                  <a:pt x="1668" y="50887"/>
                </a:lnTo>
                <a:lnTo>
                  <a:pt x="1668" y="50336"/>
                </a:lnTo>
                <a:lnTo>
                  <a:pt x="1668" y="49814"/>
                </a:lnTo>
                <a:lnTo>
                  <a:pt x="1764" y="49205"/>
                </a:lnTo>
                <a:lnTo>
                  <a:pt x="1764" y="48683"/>
                </a:lnTo>
                <a:lnTo>
                  <a:pt x="1764" y="48161"/>
                </a:lnTo>
                <a:lnTo>
                  <a:pt x="1764" y="47552"/>
                </a:lnTo>
                <a:lnTo>
                  <a:pt x="1828" y="47030"/>
                </a:lnTo>
                <a:lnTo>
                  <a:pt x="1828" y="46479"/>
                </a:lnTo>
                <a:lnTo>
                  <a:pt x="1828" y="45899"/>
                </a:lnTo>
                <a:lnTo>
                  <a:pt x="1828" y="45349"/>
                </a:lnTo>
                <a:lnTo>
                  <a:pt x="1828" y="44827"/>
                </a:lnTo>
                <a:lnTo>
                  <a:pt x="1892" y="44218"/>
                </a:lnTo>
                <a:lnTo>
                  <a:pt x="1892" y="43696"/>
                </a:lnTo>
                <a:lnTo>
                  <a:pt x="1892" y="43174"/>
                </a:lnTo>
                <a:lnTo>
                  <a:pt x="1892" y="42565"/>
                </a:lnTo>
                <a:lnTo>
                  <a:pt x="1988" y="42043"/>
                </a:lnTo>
                <a:lnTo>
                  <a:pt x="1988" y="41492"/>
                </a:lnTo>
                <a:lnTo>
                  <a:pt x="1988" y="40912"/>
                </a:lnTo>
                <a:lnTo>
                  <a:pt x="1988" y="40361"/>
                </a:lnTo>
                <a:lnTo>
                  <a:pt x="1988" y="39839"/>
                </a:lnTo>
                <a:lnTo>
                  <a:pt x="2053" y="39317"/>
                </a:lnTo>
                <a:lnTo>
                  <a:pt x="2053" y="38709"/>
                </a:lnTo>
                <a:lnTo>
                  <a:pt x="2053" y="38187"/>
                </a:lnTo>
                <a:lnTo>
                  <a:pt x="2053" y="37636"/>
                </a:lnTo>
                <a:lnTo>
                  <a:pt x="2053" y="37056"/>
                </a:lnTo>
                <a:lnTo>
                  <a:pt x="2117" y="36505"/>
                </a:lnTo>
                <a:lnTo>
                  <a:pt x="2117" y="35983"/>
                </a:lnTo>
                <a:lnTo>
                  <a:pt x="2117" y="35374"/>
                </a:lnTo>
                <a:lnTo>
                  <a:pt x="2117" y="34852"/>
                </a:lnTo>
                <a:lnTo>
                  <a:pt x="2181" y="34330"/>
                </a:lnTo>
                <a:lnTo>
                  <a:pt x="2181" y="33779"/>
                </a:lnTo>
                <a:lnTo>
                  <a:pt x="2181" y="33199"/>
                </a:lnTo>
                <a:lnTo>
                  <a:pt x="2181" y="32648"/>
                </a:lnTo>
                <a:lnTo>
                  <a:pt x="2181" y="32127"/>
                </a:lnTo>
                <a:lnTo>
                  <a:pt x="2277" y="31605"/>
                </a:lnTo>
                <a:lnTo>
                  <a:pt x="2277" y="30996"/>
                </a:lnTo>
                <a:lnTo>
                  <a:pt x="2277" y="30474"/>
                </a:lnTo>
                <a:lnTo>
                  <a:pt x="2277" y="29923"/>
                </a:lnTo>
                <a:lnTo>
                  <a:pt x="2341" y="29343"/>
                </a:lnTo>
                <a:lnTo>
                  <a:pt x="2341" y="28792"/>
                </a:lnTo>
                <a:lnTo>
                  <a:pt x="2341" y="28270"/>
                </a:lnTo>
                <a:lnTo>
                  <a:pt x="2341" y="27748"/>
                </a:lnTo>
                <a:lnTo>
                  <a:pt x="2341" y="27139"/>
                </a:lnTo>
                <a:lnTo>
                  <a:pt x="2406" y="26617"/>
                </a:lnTo>
                <a:lnTo>
                  <a:pt x="2406" y="26067"/>
                </a:lnTo>
                <a:lnTo>
                  <a:pt x="2406" y="25545"/>
                </a:lnTo>
                <a:lnTo>
                  <a:pt x="2406" y="25023"/>
                </a:lnTo>
                <a:lnTo>
                  <a:pt x="2502" y="24414"/>
                </a:lnTo>
                <a:lnTo>
                  <a:pt x="2502" y="23892"/>
                </a:lnTo>
                <a:lnTo>
                  <a:pt x="2502" y="23341"/>
                </a:lnTo>
                <a:lnTo>
                  <a:pt x="2502" y="22819"/>
                </a:lnTo>
                <a:lnTo>
                  <a:pt x="2502" y="22210"/>
                </a:lnTo>
                <a:lnTo>
                  <a:pt x="2566" y="21688"/>
                </a:lnTo>
                <a:lnTo>
                  <a:pt x="2566" y="21166"/>
                </a:lnTo>
                <a:lnTo>
                  <a:pt x="2566" y="20615"/>
                </a:lnTo>
                <a:lnTo>
                  <a:pt x="2566" y="20093"/>
                </a:lnTo>
                <a:lnTo>
                  <a:pt x="2630" y="19485"/>
                </a:lnTo>
                <a:lnTo>
                  <a:pt x="2630" y="18963"/>
                </a:lnTo>
                <a:lnTo>
                  <a:pt x="2630" y="18441"/>
                </a:lnTo>
                <a:lnTo>
                  <a:pt x="2630" y="17890"/>
                </a:lnTo>
                <a:lnTo>
                  <a:pt x="2630" y="17368"/>
                </a:lnTo>
                <a:lnTo>
                  <a:pt x="2694" y="16759"/>
                </a:lnTo>
                <a:lnTo>
                  <a:pt x="2694" y="16237"/>
                </a:lnTo>
                <a:lnTo>
                  <a:pt x="2694" y="15686"/>
                </a:lnTo>
                <a:lnTo>
                  <a:pt x="2694" y="15164"/>
                </a:lnTo>
                <a:lnTo>
                  <a:pt x="2790" y="14642"/>
                </a:lnTo>
                <a:lnTo>
                  <a:pt x="2790" y="14033"/>
                </a:lnTo>
                <a:lnTo>
                  <a:pt x="2790" y="13511"/>
                </a:lnTo>
                <a:lnTo>
                  <a:pt x="2790" y="12961"/>
                </a:lnTo>
                <a:lnTo>
                  <a:pt x="2790" y="12439"/>
                </a:lnTo>
                <a:lnTo>
                  <a:pt x="2855" y="11917"/>
                </a:lnTo>
                <a:lnTo>
                  <a:pt x="2855" y="11366"/>
                </a:lnTo>
                <a:lnTo>
                  <a:pt x="2855" y="10844"/>
                </a:lnTo>
                <a:lnTo>
                  <a:pt x="2855" y="10235"/>
                </a:lnTo>
                <a:lnTo>
                  <a:pt x="2855" y="9713"/>
                </a:lnTo>
                <a:lnTo>
                  <a:pt x="2919" y="9191"/>
                </a:lnTo>
                <a:lnTo>
                  <a:pt x="2919" y="8640"/>
                </a:lnTo>
                <a:lnTo>
                  <a:pt x="2919" y="8118"/>
                </a:lnTo>
                <a:lnTo>
                  <a:pt x="2919" y="7596"/>
                </a:lnTo>
                <a:lnTo>
                  <a:pt x="2983" y="7045"/>
                </a:lnTo>
                <a:lnTo>
                  <a:pt x="2983" y="6466"/>
                </a:lnTo>
                <a:lnTo>
                  <a:pt x="2983" y="5915"/>
                </a:lnTo>
                <a:lnTo>
                  <a:pt x="2983" y="5393"/>
                </a:lnTo>
                <a:lnTo>
                  <a:pt x="2983" y="4871"/>
                </a:lnTo>
                <a:lnTo>
                  <a:pt x="3079" y="4320"/>
                </a:lnTo>
                <a:lnTo>
                  <a:pt x="3079" y="3798"/>
                </a:lnTo>
                <a:lnTo>
                  <a:pt x="3079" y="3276"/>
                </a:lnTo>
                <a:lnTo>
                  <a:pt x="3079" y="2725"/>
                </a:lnTo>
                <a:lnTo>
                  <a:pt x="3143" y="2203"/>
                </a:lnTo>
                <a:lnTo>
                  <a:pt x="3143" y="1594"/>
                </a:lnTo>
                <a:lnTo>
                  <a:pt x="3143" y="1072"/>
                </a:lnTo>
                <a:lnTo>
                  <a:pt x="3143" y="550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745089" y="3228924"/>
            <a:ext cx="3208" cy="100266"/>
          </a:xfrm>
          <a:custGeom>
            <a:avLst/>
            <a:gdLst/>
            <a:ahLst/>
            <a:cxnLst/>
            <a:rect l="l" t="t" r="r" b="b"/>
            <a:pathLst>
              <a:path w="3208" h="100266">
                <a:moveTo>
                  <a:pt x="0" y="100266"/>
                </a:moveTo>
                <a:lnTo>
                  <a:pt x="64" y="99744"/>
                </a:lnTo>
                <a:lnTo>
                  <a:pt x="64" y="99222"/>
                </a:lnTo>
                <a:lnTo>
                  <a:pt x="64" y="98671"/>
                </a:lnTo>
                <a:lnTo>
                  <a:pt x="64" y="98149"/>
                </a:lnTo>
                <a:lnTo>
                  <a:pt x="160" y="97628"/>
                </a:lnTo>
                <a:lnTo>
                  <a:pt x="160" y="97077"/>
                </a:lnTo>
                <a:lnTo>
                  <a:pt x="160" y="96555"/>
                </a:lnTo>
                <a:lnTo>
                  <a:pt x="160" y="96004"/>
                </a:lnTo>
                <a:lnTo>
                  <a:pt x="160" y="95482"/>
                </a:lnTo>
                <a:lnTo>
                  <a:pt x="224" y="94960"/>
                </a:lnTo>
                <a:lnTo>
                  <a:pt x="224" y="94409"/>
                </a:lnTo>
                <a:lnTo>
                  <a:pt x="224" y="93887"/>
                </a:lnTo>
                <a:lnTo>
                  <a:pt x="224" y="93278"/>
                </a:lnTo>
                <a:lnTo>
                  <a:pt x="288" y="92756"/>
                </a:lnTo>
                <a:lnTo>
                  <a:pt x="288" y="92234"/>
                </a:lnTo>
                <a:lnTo>
                  <a:pt x="288" y="91683"/>
                </a:lnTo>
                <a:lnTo>
                  <a:pt x="288" y="91162"/>
                </a:lnTo>
                <a:lnTo>
                  <a:pt x="288" y="90640"/>
                </a:lnTo>
                <a:lnTo>
                  <a:pt x="352" y="90089"/>
                </a:lnTo>
                <a:lnTo>
                  <a:pt x="352" y="89567"/>
                </a:lnTo>
                <a:lnTo>
                  <a:pt x="352" y="89045"/>
                </a:lnTo>
                <a:lnTo>
                  <a:pt x="352" y="88494"/>
                </a:lnTo>
                <a:lnTo>
                  <a:pt x="449" y="87972"/>
                </a:lnTo>
                <a:lnTo>
                  <a:pt x="449" y="87450"/>
                </a:lnTo>
                <a:lnTo>
                  <a:pt x="449" y="86899"/>
                </a:lnTo>
                <a:lnTo>
                  <a:pt x="449" y="86377"/>
                </a:lnTo>
                <a:lnTo>
                  <a:pt x="449" y="85855"/>
                </a:lnTo>
                <a:lnTo>
                  <a:pt x="513" y="85391"/>
                </a:lnTo>
                <a:lnTo>
                  <a:pt x="513" y="84840"/>
                </a:lnTo>
                <a:lnTo>
                  <a:pt x="513" y="84319"/>
                </a:lnTo>
                <a:lnTo>
                  <a:pt x="513" y="83797"/>
                </a:lnTo>
                <a:lnTo>
                  <a:pt x="513" y="83246"/>
                </a:lnTo>
                <a:lnTo>
                  <a:pt x="577" y="82724"/>
                </a:lnTo>
                <a:lnTo>
                  <a:pt x="577" y="82173"/>
                </a:lnTo>
                <a:lnTo>
                  <a:pt x="577" y="81651"/>
                </a:lnTo>
                <a:lnTo>
                  <a:pt x="577" y="81129"/>
                </a:lnTo>
                <a:lnTo>
                  <a:pt x="641" y="80578"/>
                </a:lnTo>
                <a:lnTo>
                  <a:pt x="641" y="80056"/>
                </a:lnTo>
                <a:lnTo>
                  <a:pt x="641" y="79534"/>
                </a:lnTo>
                <a:lnTo>
                  <a:pt x="641" y="78983"/>
                </a:lnTo>
                <a:lnTo>
                  <a:pt x="641" y="78461"/>
                </a:lnTo>
                <a:lnTo>
                  <a:pt x="737" y="77940"/>
                </a:lnTo>
                <a:lnTo>
                  <a:pt x="737" y="77476"/>
                </a:lnTo>
                <a:lnTo>
                  <a:pt x="737" y="76925"/>
                </a:lnTo>
                <a:lnTo>
                  <a:pt x="737" y="76403"/>
                </a:lnTo>
                <a:lnTo>
                  <a:pt x="802" y="75881"/>
                </a:lnTo>
                <a:lnTo>
                  <a:pt x="802" y="75330"/>
                </a:lnTo>
                <a:lnTo>
                  <a:pt x="802" y="74808"/>
                </a:lnTo>
                <a:lnTo>
                  <a:pt x="802" y="74286"/>
                </a:lnTo>
                <a:lnTo>
                  <a:pt x="802" y="73735"/>
                </a:lnTo>
                <a:lnTo>
                  <a:pt x="866" y="73213"/>
                </a:lnTo>
                <a:lnTo>
                  <a:pt x="866" y="72749"/>
                </a:lnTo>
                <a:lnTo>
                  <a:pt x="866" y="72198"/>
                </a:lnTo>
                <a:lnTo>
                  <a:pt x="866" y="71677"/>
                </a:lnTo>
                <a:lnTo>
                  <a:pt x="962" y="71155"/>
                </a:lnTo>
                <a:lnTo>
                  <a:pt x="962" y="70604"/>
                </a:lnTo>
                <a:lnTo>
                  <a:pt x="962" y="70082"/>
                </a:lnTo>
                <a:lnTo>
                  <a:pt x="962" y="69618"/>
                </a:lnTo>
                <a:lnTo>
                  <a:pt x="962" y="69096"/>
                </a:lnTo>
                <a:lnTo>
                  <a:pt x="1026" y="68545"/>
                </a:lnTo>
                <a:lnTo>
                  <a:pt x="1026" y="68023"/>
                </a:lnTo>
                <a:lnTo>
                  <a:pt x="1026" y="67501"/>
                </a:lnTo>
                <a:lnTo>
                  <a:pt x="1026" y="67037"/>
                </a:lnTo>
                <a:lnTo>
                  <a:pt x="1090" y="66486"/>
                </a:lnTo>
                <a:lnTo>
                  <a:pt x="1090" y="65964"/>
                </a:lnTo>
                <a:lnTo>
                  <a:pt x="1090" y="65442"/>
                </a:lnTo>
                <a:lnTo>
                  <a:pt x="1090" y="64892"/>
                </a:lnTo>
                <a:lnTo>
                  <a:pt x="1090" y="64428"/>
                </a:lnTo>
                <a:lnTo>
                  <a:pt x="1154" y="63906"/>
                </a:lnTo>
                <a:lnTo>
                  <a:pt x="1154" y="63355"/>
                </a:lnTo>
                <a:lnTo>
                  <a:pt x="1154" y="62833"/>
                </a:lnTo>
                <a:lnTo>
                  <a:pt x="1154" y="62311"/>
                </a:lnTo>
                <a:lnTo>
                  <a:pt x="1251" y="61847"/>
                </a:lnTo>
                <a:lnTo>
                  <a:pt x="1251" y="61296"/>
                </a:lnTo>
                <a:lnTo>
                  <a:pt x="1251" y="60774"/>
                </a:lnTo>
                <a:lnTo>
                  <a:pt x="1251" y="60252"/>
                </a:lnTo>
                <a:lnTo>
                  <a:pt x="1251" y="59788"/>
                </a:lnTo>
                <a:lnTo>
                  <a:pt x="1315" y="59237"/>
                </a:lnTo>
                <a:lnTo>
                  <a:pt x="1315" y="58715"/>
                </a:lnTo>
                <a:lnTo>
                  <a:pt x="1315" y="58252"/>
                </a:lnTo>
                <a:lnTo>
                  <a:pt x="1315" y="57730"/>
                </a:lnTo>
                <a:lnTo>
                  <a:pt x="1315" y="57179"/>
                </a:lnTo>
                <a:lnTo>
                  <a:pt x="1379" y="56657"/>
                </a:lnTo>
                <a:lnTo>
                  <a:pt x="1379" y="56193"/>
                </a:lnTo>
                <a:lnTo>
                  <a:pt x="1379" y="55642"/>
                </a:lnTo>
                <a:lnTo>
                  <a:pt x="1379" y="55120"/>
                </a:lnTo>
                <a:lnTo>
                  <a:pt x="1475" y="54656"/>
                </a:lnTo>
                <a:lnTo>
                  <a:pt x="1475" y="54134"/>
                </a:lnTo>
                <a:lnTo>
                  <a:pt x="1475" y="53583"/>
                </a:lnTo>
                <a:lnTo>
                  <a:pt x="1475" y="53119"/>
                </a:lnTo>
                <a:lnTo>
                  <a:pt x="1475" y="52597"/>
                </a:lnTo>
                <a:lnTo>
                  <a:pt x="1539" y="52076"/>
                </a:lnTo>
                <a:lnTo>
                  <a:pt x="1539" y="51612"/>
                </a:lnTo>
                <a:lnTo>
                  <a:pt x="1539" y="51061"/>
                </a:lnTo>
                <a:lnTo>
                  <a:pt x="1539" y="50539"/>
                </a:lnTo>
                <a:lnTo>
                  <a:pt x="1604" y="50075"/>
                </a:lnTo>
                <a:lnTo>
                  <a:pt x="1604" y="49524"/>
                </a:lnTo>
                <a:lnTo>
                  <a:pt x="1604" y="49060"/>
                </a:lnTo>
                <a:lnTo>
                  <a:pt x="1604" y="48538"/>
                </a:lnTo>
                <a:lnTo>
                  <a:pt x="1604" y="48016"/>
                </a:lnTo>
                <a:lnTo>
                  <a:pt x="1668" y="47552"/>
                </a:lnTo>
                <a:lnTo>
                  <a:pt x="1668" y="47001"/>
                </a:lnTo>
                <a:lnTo>
                  <a:pt x="1668" y="46537"/>
                </a:lnTo>
                <a:lnTo>
                  <a:pt x="1668" y="46015"/>
                </a:lnTo>
                <a:lnTo>
                  <a:pt x="1764" y="45494"/>
                </a:lnTo>
                <a:lnTo>
                  <a:pt x="1764" y="45001"/>
                </a:lnTo>
                <a:lnTo>
                  <a:pt x="1764" y="44479"/>
                </a:lnTo>
                <a:lnTo>
                  <a:pt x="1764" y="44015"/>
                </a:lnTo>
                <a:lnTo>
                  <a:pt x="1764" y="43493"/>
                </a:lnTo>
                <a:lnTo>
                  <a:pt x="1828" y="43029"/>
                </a:lnTo>
                <a:lnTo>
                  <a:pt x="1828" y="42478"/>
                </a:lnTo>
                <a:lnTo>
                  <a:pt x="1828" y="42014"/>
                </a:lnTo>
                <a:lnTo>
                  <a:pt x="1828" y="41492"/>
                </a:lnTo>
                <a:lnTo>
                  <a:pt x="1892" y="40970"/>
                </a:lnTo>
                <a:lnTo>
                  <a:pt x="1892" y="40506"/>
                </a:lnTo>
                <a:lnTo>
                  <a:pt x="1892" y="39955"/>
                </a:lnTo>
                <a:lnTo>
                  <a:pt x="1892" y="39491"/>
                </a:lnTo>
                <a:lnTo>
                  <a:pt x="1892" y="38970"/>
                </a:lnTo>
                <a:lnTo>
                  <a:pt x="1956" y="38506"/>
                </a:lnTo>
                <a:lnTo>
                  <a:pt x="1956" y="37955"/>
                </a:lnTo>
                <a:lnTo>
                  <a:pt x="1956" y="37491"/>
                </a:lnTo>
                <a:lnTo>
                  <a:pt x="1956" y="36969"/>
                </a:lnTo>
                <a:lnTo>
                  <a:pt x="2053" y="36505"/>
                </a:lnTo>
                <a:lnTo>
                  <a:pt x="2053" y="35983"/>
                </a:lnTo>
                <a:lnTo>
                  <a:pt x="2053" y="35519"/>
                </a:lnTo>
                <a:lnTo>
                  <a:pt x="2053" y="35026"/>
                </a:lnTo>
                <a:lnTo>
                  <a:pt x="2053" y="34504"/>
                </a:lnTo>
                <a:lnTo>
                  <a:pt x="2117" y="34040"/>
                </a:lnTo>
                <a:lnTo>
                  <a:pt x="2117" y="33518"/>
                </a:lnTo>
                <a:lnTo>
                  <a:pt x="2117" y="33054"/>
                </a:lnTo>
                <a:lnTo>
                  <a:pt x="2117" y="32504"/>
                </a:lnTo>
                <a:lnTo>
                  <a:pt x="2117" y="32040"/>
                </a:lnTo>
                <a:lnTo>
                  <a:pt x="2181" y="31576"/>
                </a:lnTo>
                <a:lnTo>
                  <a:pt x="2181" y="31054"/>
                </a:lnTo>
                <a:lnTo>
                  <a:pt x="2181" y="30590"/>
                </a:lnTo>
                <a:lnTo>
                  <a:pt x="2181" y="30039"/>
                </a:lnTo>
                <a:lnTo>
                  <a:pt x="2277" y="29575"/>
                </a:lnTo>
                <a:lnTo>
                  <a:pt x="2277" y="29111"/>
                </a:lnTo>
                <a:lnTo>
                  <a:pt x="2277" y="28589"/>
                </a:lnTo>
                <a:lnTo>
                  <a:pt x="2277" y="28125"/>
                </a:lnTo>
                <a:lnTo>
                  <a:pt x="2277" y="27603"/>
                </a:lnTo>
                <a:lnTo>
                  <a:pt x="2341" y="27139"/>
                </a:lnTo>
                <a:lnTo>
                  <a:pt x="2341" y="26675"/>
                </a:lnTo>
                <a:lnTo>
                  <a:pt x="2341" y="26124"/>
                </a:lnTo>
                <a:lnTo>
                  <a:pt x="2341" y="25661"/>
                </a:lnTo>
                <a:lnTo>
                  <a:pt x="2406" y="25197"/>
                </a:lnTo>
                <a:lnTo>
                  <a:pt x="2406" y="24675"/>
                </a:lnTo>
                <a:lnTo>
                  <a:pt x="2406" y="24211"/>
                </a:lnTo>
                <a:lnTo>
                  <a:pt x="2406" y="23747"/>
                </a:lnTo>
                <a:lnTo>
                  <a:pt x="2406" y="23283"/>
                </a:lnTo>
                <a:lnTo>
                  <a:pt x="2470" y="22732"/>
                </a:lnTo>
                <a:lnTo>
                  <a:pt x="2470" y="22268"/>
                </a:lnTo>
                <a:lnTo>
                  <a:pt x="2470" y="21804"/>
                </a:lnTo>
                <a:lnTo>
                  <a:pt x="2470" y="21282"/>
                </a:lnTo>
                <a:lnTo>
                  <a:pt x="2566" y="20818"/>
                </a:lnTo>
                <a:lnTo>
                  <a:pt x="2566" y="20354"/>
                </a:lnTo>
                <a:lnTo>
                  <a:pt x="2566" y="19890"/>
                </a:lnTo>
                <a:lnTo>
                  <a:pt x="2566" y="19340"/>
                </a:lnTo>
                <a:lnTo>
                  <a:pt x="2566" y="18876"/>
                </a:lnTo>
                <a:lnTo>
                  <a:pt x="2630" y="18412"/>
                </a:lnTo>
                <a:lnTo>
                  <a:pt x="2630" y="17948"/>
                </a:lnTo>
                <a:lnTo>
                  <a:pt x="2630" y="17426"/>
                </a:lnTo>
                <a:lnTo>
                  <a:pt x="2630" y="16962"/>
                </a:lnTo>
                <a:lnTo>
                  <a:pt x="2694" y="16498"/>
                </a:lnTo>
                <a:lnTo>
                  <a:pt x="2694" y="16034"/>
                </a:lnTo>
                <a:lnTo>
                  <a:pt x="2694" y="15570"/>
                </a:lnTo>
                <a:lnTo>
                  <a:pt x="2694" y="15019"/>
                </a:lnTo>
                <a:lnTo>
                  <a:pt x="2694" y="14555"/>
                </a:lnTo>
                <a:lnTo>
                  <a:pt x="2790" y="14091"/>
                </a:lnTo>
                <a:lnTo>
                  <a:pt x="2790" y="13627"/>
                </a:lnTo>
                <a:lnTo>
                  <a:pt x="2790" y="13163"/>
                </a:lnTo>
                <a:lnTo>
                  <a:pt x="2790" y="12700"/>
                </a:lnTo>
                <a:lnTo>
                  <a:pt x="2855" y="12178"/>
                </a:lnTo>
                <a:lnTo>
                  <a:pt x="2855" y="11714"/>
                </a:lnTo>
                <a:lnTo>
                  <a:pt x="2855" y="11221"/>
                </a:lnTo>
                <a:lnTo>
                  <a:pt x="2855" y="10757"/>
                </a:lnTo>
                <a:lnTo>
                  <a:pt x="2855" y="10293"/>
                </a:lnTo>
                <a:lnTo>
                  <a:pt x="2919" y="9829"/>
                </a:lnTo>
                <a:lnTo>
                  <a:pt x="2919" y="9365"/>
                </a:lnTo>
                <a:lnTo>
                  <a:pt x="2919" y="8901"/>
                </a:lnTo>
                <a:lnTo>
                  <a:pt x="2919" y="8379"/>
                </a:lnTo>
                <a:lnTo>
                  <a:pt x="2919" y="7915"/>
                </a:lnTo>
                <a:lnTo>
                  <a:pt x="2983" y="7451"/>
                </a:lnTo>
                <a:lnTo>
                  <a:pt x="2983" y="6987"/>
                </a:lnTo>
                <a:lnTo>
                  <a:pt x="2983" y="6523"/>
                </a:lnTo>
                <a:lnTo>
                  <a:pt x="2983" y="6060"/>
                </a:lnTo>
                <a:lnTo>
                  <a:pt x="3079" y="5596"/>
                </a:lnTo>
                <a:lnTo>
                  <a:pt x="3079" y="5103"/>
                </a:lnTo>
                <a:lnTo>
                  <a:pt x="3079" y="4639"/>
                </a:lnTo>
                <a:lnTo>
                  <a:pt x="3079" y="4175"/>
                </a:lnTo>
                <a:lnTo>
                  <a:pt x="3079" y="3711"/>
                </a:lnTo>
                <a:lnTo>
                  <a:pt x="3143" y="3247"/>
                </a:lnTo>
                <a:lnTo>
                  <a:pt x="3143" y="2783"/>
                </a:lnTo>
                <a:lnTo>
                  <a:pt x="3143" y="2319"/>
                </a:lnTo>
                <a:lnTo>
                  <a:pt x="3143" y="1855"/>
                </a:lnTo>
                <a:lnTo>
                  <a:pt x="3208" y="1391"/>
                </a:lnTo>
                <a:lnTo>
                  <a:pt x="3208" y="927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748297" y="3148056"/>
            <a:ext cx="3208" cy="80868"/>
          </a:xfrm>
          <a:custGeom>
            <a:avLst/>
            <a:gdLst/>
            <a:ahLst/>
            <a:cxnLst/>
            <a:rect l="l" t="t" r="r" b="b"/>
            <a:pathLst>
              <a:path w="3208" h="80868">
                <a:moveTo>
                  <a:pt x="0" y="80868"/>
                </a:moveTo>
                <a:lnTo>
                  <a:pt x="0" y="80404"/>
                </a:lnTo>
                <a:lnTo>
                  <a:pt x="64" y="79940"/>
                </a:lnTo>
                <a:lnTo>
                  <a:pt x="64" y="79476"/>
                </a:lnTo>
                <a:lnTo>
                  <a:pt x="64" y="79012"/>
                </a:lnTo>
                <a:lnTo>
                  <a:pt x="64" y="78548"/>
                </a:lnTo>
                <a:lnTo>
                  <a:pt x="160" y="78085"/>
                </a:lnTo>
                <a:lnTo>
                  <a:pt x="160" y="77679"/>
                </a:lnTo>
                <a:lnTo>
                  <a:pt x="160" y="77215"/>
                </a:lnTo>
                <a:lnTo>
                  <a:pt x="160" y="76751"/>
                </a:lnTo>
                <a:lnTo>
                  <a:pt x="160" y="76287"/>
                </a:lnTo>
                <a:lnTo>
                  <a:pt x="224" y="75823"/>
                </a:lnTo>
                <a:lnTo>
                  <a:pt x="224" y="75359"/>
                </a:lnTo>
                <a:lnTo>
                  <a:pt x="224" y="74895"/>
                </a:lnTo>
                <a:lnTo>
                  <a:pt x="224" y="74402"/>
                </a:lnTo>
                <a:lnTo>
                  <a:pt x="288" y="74025"/>
                </a:lnTo>
                <a:lnTo>
                  <a:pt x="288" y="73561"/>
                </a:lnTo>
                <a:lnTo>
                  <a:pt x="288" y="73097"/>
                </a:lnTo>
                <a:lnTo>
                  <a:pt x="288" y="72633"/>
                </a:lnTo>
                <a:lnTo>
                  <a:pt x="288" y="72140"/>
                </a:lnTo>
                <a:lnTo>
                  <a:pt x="384" y="71677"/>
                </a:lnTo>
                <a:lnTo>
                  <a:pt x="384" y="71300"/>
                </a:lnTo>
                <a:lnTo>
                  <a:pt x="384" y="70836"/>
                </a:lnTo>
                <a:lnTo>
                  <a:pt x="384" y="70372"/>
                </a:lnTo>
                <a:lnTo>
                  <a:pt x="449" y="69908"/>
                </a:lnTo>
                <a:lnTo>
                  <a:pt x="449" y="69502"/>
                </a:lnTo>
                <a:lnTo>
                  <a:pt x="449" y="69038"/>
                </a:lnTo>
                <a:lnTo>
                  <a:pt x="449" y="68574"/>
                </a:lnTo>
                <a:lnTo>
                  <a:pt x="449" y="68110"/>
                </a:lnTo>
                <a:lnTo>
                  <a:pt x="513" y="67704"/>
                </a:lnTo>
                <a:lnTo>
                  <a:pt x="513" y="67240"/>
                </a:lnTo>
                <a:lnTo>
                  <a:pt x="513" y="66776"/>
                </a:lnTo>
                <a:lnTo>
                  <a:pt x="513" y="66312"/>
                </a:lnTo>
                <a:lnTo>
                  <a:pt x="513" y="65906"/>
                </a:lnTo>
                <a:lnTo>
                  <a:pt x="577" y="65442"/>
                </a:lnTo>
                <a:lnTo>
                  <a:pt x="577" y="64979"/>
                </a:lnTo>
                <a:lnTo>
                  <a:pt x="577" y="64573"/>
                </a:lnTo>
                <a:lnTo>
                  <a:pt x="577" y="64109"/>
                </a:lnTo>
                <a:lnTo>
                  <a:pt x="673" y="63645"/>
                </a:lnTo>
                <a:lnTo>
                  <a:pt x="673" y="63239"/>
                </a:lnTo>
                <a:lnTo>
                  <a:pt x="673" y="62775"/>
                </a:lnTo>
                <a:lnTo>
                  <a:pt x="673" y="62311"/>
                </a:lnTo>
                <a:lnTo>
                  <a:pt x="673" y="61905"/>
                </a:lnTo>
                <a:lnTo>
                  <a:pt x="737" y="61441"/>
                </a:lnTo>
                <a:lnTo>
                  <a:pt x="737" y="60977"/>
                </a:lnTo>
                <a:lnTo>
                  <a:pt x="737" y="60571"/>
                </a:lnTo>
                <a:lnTo>
                  <a:pt x="737" y="60107"/>
                </a:lnTo>
                <a:lnTo>
                  <a:pt x="802" y="59730"/>
                </a:lnTo>
                <a:lnTo>
                  <a:pt x="802" y="59266"/>
                </a:lnTo>
                <a:lnTo>
                  <a:pt x="802" y="58802"/>
                </a:lnTo>
                <a:lnTo>
                  <a:pt x="802" y="58397"/>
                </a:lnTo>
                <a:lnTo>
                  <a:pt x="802" y="57933"/>
                </a:lnTo>
                <a:lnTo>
                  <a:pt x="866" y="57527"/>
                </a:lnTo>
                <a:lnTo>
                  <a:pt x="866" y="57063"/>
                </a:lnTo>
                <a:lnTo>
                  <a:pt x="866" y="56657"/>
                </a:lnTo>
                <a:lnTo>
                  <a:pt x="866" y="56193"/>
                </a:lnTo>
                <a:lnTo>
                  <a:pt x="962" y="55787"/>
                </a:lnTo>
                <a:lnTo>
                  <a:pt x="962" y="55323"/>
                </a:lnTo>
                <a:lnTo>
                  <a:pt x="962" y="54946"/>
                </a:lnTo>
                <a:lnTo>
                  <a:pt x="962" y="54453"/>
                </a:lnTo>
                <a:lnTo>
                  <a:pt x="962" y="54076"/>
                </a:lnTo>
                <a:lnTo>
                  <a:pt x="1026" y="53612"/>
                </a:lnTo>
                <a:lnTo>
                  <a:pt x="1026" y="53206"/>
                </a:lnTo>
                <a:lnTo>
                  <a:pt x="1026" y="52742"/>
                </a:lnTo>
                <a:lnTo>
                  <a:pt x="1026" y="52336"/>
                </a:lnTo>
                <a:lnTo>
                  <a:pt x="1090" y="51873"/>
                </a:lnTo>
                <a:lnTo>
                  <a:pt x="1090" y="51467"/>
                </a:lnTo>
                <a:lnTo>
                  <a:pt x="1090" y="51003"/>
                </a:lnTo>
                <a:lnTo>
                  <a:pt x="1090" y="50597"/>
                </a:lnTo>
                <a:lnTo>
                  <a:pt x="1090" y="50220"/>
                </a:lnTo>
                <a:lnTo>
                  <a:pt x="1186" y="49756"/>
                </a:lnTo>
                <a:lnTo>
                  <a:pt x="1186" y="49350"/>
                </a:lnTo>
                <a:lnTo>
                  <a:pt x="1186" y="48886"/>
                </a:lnTo>
                <a:lnTo>
                  <a:pt x="1186" y="48480"/>
                </a:lnTo>
                <a:lnTo>
                  <a:pt x="1251" y="48074"/>
                </a:lnTo>
                <a:lnTo>
                  <a:pt x="1251" y="47610"/>
                </a:lnTo>
                <a:lnTo>
                  <a:pt x="1251" y="47204"/>
                </a:lnTo>
                <a:lnTo>
                  <a:pt x="1251" y="46827"/>
                </a:lnTo>
                <a:lnTo>
                  <a:pt x="1251" y="46363"/>
                </a:lnTo>
                <a:lnTo>
                  <a:pt x="1315" y="45957"/>
                </a:lnTo>
                <a:lnTo>
                  <a:pt x="1315" y="45552"/>
                </a:lnTo>
                <a:lnTo>
                  <a:pt x="1315" y="45088"/>
                </a:lnTo>
                <a:lnTo>
                  <a:pt x="1315" y="44682"/>
                </a:lnTo>
                <a:lnTo>
                  <a:pt x="1315" y="44305"/>
                </a:lnTo>
                <a:lnTo>
                  <a:pt x="1379" y="43899"/>
                </a:lnTo>
                <a:lnTo>
                  <a:pt x="1379" y="43435"/>
                </a:lnTo>
                <a:lnTo>
                  <a:pt x="1379" y="43029"/>
                </a:lnTo>
                <a:lnTo>
                  <a:pt x="1379" y="42623"/>
                </a:lnTo>
                <a:lnTo>
                  <a:pt x="1475" y="42217"/>
                </a:lnTo>
                <a:lnTo>
                  <a:pt x="1475" y="41753"/>
                </a:lnTo>
                <a:lnTo>
                  <a:pt x="1475" y="41376"/>
                </a:lnTo>
                <a:lnTo>
                  <a:pt x="1475" y="40970"/>
                </a:lnTo>
                <a:lnTo>
                  <a:pt x="1475" y="40564"/>
                </a:lnTo>
                <a:lnTo>
                  <a:pt x="1539" y="40100"/>
                </a:lnTo>
                <a:lnTo>
                  <a:pt x="1539" y="39694"/>
                </a:lnTo>
                <a:lnTo>
                  <a:pt x="1539" y="39317"/>
                </a:lnTo>
                <a:lnTo>
                  <a:pt x="1539" y="38912"/>
                </a:lnTo>
                <a:lnTo>
                  <a:pt x="1604" y="38506"/>
                </a:lnTo>
                <a:lnTo>
                  <a:pt x="1604" y="38100"/>
                </a:lnTo>
                <a:lnTo>
                  <a:pt x="1604" y="37636"/>
                </a:lnTo>
                <a:lnTo>
                  <a:pt x="1604" y="37230"/>
                </a:lnTo>
                <a:lnTo>
                  <a:pt x="1604" y="36853"/>
                </a:lnTo>
                <a:lnTo>
                  <a:pt x="1700" y="36447"/>
                </a:lnTo>
                <a:lnTo>
                  <a:pt x="1700" y="36041"/>
                </a:lnTo>
                <a:lnTo>
                  <a:pt x="1700" y="35635"/>
                </a:lnTo>
                <a:lnTo>
                  <a:pt x="1700" y="35258"/>
                </a:lnTo>
                <a:lnTo>
                  <a:pt x="1764" y="34852"/>
                </a:lnTo>
                <a:lnTo>
                  <a:pt x="1764" y="34446"/>
                </a:lnTo>
                <a:lnTo>
                  <a:pt x="1764" y="34040"/>
                </a:lnTo>
                <a:lnTo>
                  <a:pt x="1764" y="33663"/>
                </a:lnTo>
                <a:lnTo>
                  <a:pt x="1764" y="33199"/>
                </a:lnTo>
                <a:lnTo>
                  <a:pt x="1828" y="32793"/>
                </a:lnTo>
                <a:lnTo>
                  <a:pt x="1828" y="32388"/>
                </a:lnTo>
                <a:lnTo>
                  <a:pt x="1828" y="31982"/>
                </a:lnTo>
                <a:lnTo>
                  <a:pt x="1828" y="31605"/>
                </a:lnTo>
                <a:lnTo>
                  <a:pt x="1892" y="31199"/>
                </a:lnTo>
                <a:lnTo>
                  <a:pt x="1892" y="30793"/>
                </a:lnTo>
                <a:lnTo>
                  <a:pt x="1892" y="30387"/>
                </a:lnTo>
                <a:lnTo>
                  <a:pt x="1892" y="30010"/>
                </a:lnTo>
                <a:lnTo>
                  <a:pt x="1892" y="29604"/>
                </a:lnTo>
                <a:lnTo>
                  <a:pt x="1988" y="29256"/>
                </a:lnTo>
                <a:lnTo>
                  <a:pt x="1988" y="28879"/>
                </a:lnTo>
                <a:lnTo>
                  <a:pt x="1988" y="28473"/>
                </a:lnTo>
                <a:lnTo>
                  <a:pt x="1988" y="28067"/>
                </a:lnTo>
                <a:lnTo>
                  <a:pt x="2053" y="27661"/>
                </a:lnTo>
                <a:lnTo>
                  <a:pt x="2053" y="27255"/>
                </a:lnTo>
                <a:lnTo>
                  <a:pt x="2053" y="26878"/>
                </a:lnTo>
                <a:lnTo>
                  <a:pt x="2053" y="26472"/>
                </a:lnTo>
                <a:lnTo>
                  <a:pt x="2053" y="26067"/>
                </a:lnTo>
                <a:lnTo>
                  <a:pt x="2117" y="25661"/>
                </a:lnTo>
                <a:lnTo>
                  <a:pt x="2117" y="25342"/>
                </a:lnTo>
                <a:lnTo>
                  <a:pt x="2117" y="24936"/>
                </a:lnTo>
                <a:lnTo>
                  <a:pt x="2117" y="24530"/>
                </a:lnTo>
                <a:lnTo>
                  <a:pt x="2117" y="24153"/>
                </a:lnTo>
                <a:lnTo>
                  <a:pt x="2181" y="23747"/>
                </a:lnTo>
                <a:lnTo>
                  <a:pt x="2181" y="23341"/>
                </a:lnTo>
                <a:lnTo>
                  <a:pt x="2181" y="23022"/>
                </a:lnTo>
                <a:lnTo>
                  <a:pt x="2181" y="22616"/>
                </a:lnTo>
                <a:lnTo>
                  <a:pt x="2277" y="22210"/>
                </a:lnTo>
                <a:lnTo>
                  <a:pt x="2277" y="21804"/>
                </a:lnTo>
                <a:lnTo>
                  <a:pt x="2277" y="21427"/>
                </a:lnTo>
                <a:lnTo>
                  <a:pt x="2277" y="21079"/>
                </a:lnTo>
                <a:lnTo>
                  <a:pt x="2277" y="20673"/>
                </a:lnTo>
                <a:lnTo>
                  <a:pt x="2341" y="20296"/>
                </a:lnTo>
                <a:lnTo>
                  <a:pt x="2341" y="19948"/>
                </a:lnTo>
                <a:lnTo>
                  <a:pt x="2341" y="19543"/>
                </a:lnTo>
                <a:lnTo>
                  <a:pt x="2341" y="19166"/>
                </a:lnTo>
                <a:lnTo>
                  <a:pt x="2406" y="18760"/>
                </a:lnTo>
                <a:lnTo>
                  <a:pt x="2406" y="18412"/>
                </a:lnTo>
                <a:lnTo>
                  <a:pt x="2406" y="18035"/>
                </a:lnTo>
                <a:lnTo>
                  <a:pt x="2406" y="17629"/>
                </a:lnTo>
                <a:lnTo>
                  <a:pt x="2406" y="17281"/>
                </a:lnTo>
                <a:lnTo>
                  <a:pt x="2502" y="16904"/>
                </a:lnTo>
                <a:lnTo>
                  <a:pt x="2502" y="16498"/>
                </a:lnTo>
                <a:lnTo>
                  <a:pt x="2502" y="16150"/>
                </a:lnTo>
                <a:lnTo>
                  <a:pt x="2502" y="15773"/>
                </a:lnTo>
                <a:lnTo>
                  <a:pt x="2566" y="15425"/>
                </a:lnTo>
                <a:lnTo>
                  <a:pt x="2566" y="15048"/>
                </a:lnTo>
                <a:lnTo>
                  <a:pt x="2566" y="14642"/>
                </a:lnTo>
                <a:lnTo>
                  <a:pt x="2566" y="14294"/>
                </a:lnTo>
                <a:lnTo>
                  <a:pt x="2566" y="13917"/>
                </a:lnTo>
                <a:lnTo>
                  <a:pt x="2630" y="13569"/>
                </a:lnTo>
                <a:lnTo>
                  <a:pt x="2630" y="13163"/>
                </a:lnTo>
                <a:lnTo>
                  <a:pt x="2630" y="12845"/>
                </a:lnTo>
                <a:lnTo>
                  <a:pt x="2630" y="12439"/>
                </a:lnTo>
                <a:lnTo>
                  <a:pt x="2694" y="12120"/>
                </a:lnTo>
                <a:lnTo>
                  <a:pt x="2694" y="11714"/>
                </a:lnTo>
                <a:lnTo>
                  <a:pt x="2694" y="11366"/>
                </a:lnTo>
                <a:lnTo>
                  <a:pt x="2694" y="10989"/>
                </a:lnTo>
                <a:lnTo>
                  <a:pt x="2694" y="10641"/>
                </a:lnTo>
                <a:lnTo>
                  <a:pt x="2790" y="10235"/>
                </a:lnTo>
                <a:lnTo>
                  <a:pt x="2790" y="9916"/>
                </a:lnTo>
                <a:lnTo>
                  <a:pt x="2790" y="9510"/>
                </a:lnTo>
                <a:lnTo>
                  <a:pt x="2790" y="9191"/>
                </a:lnTo>
                <a:lnTo>
                  <a:pt x="2855" y="8785"/>
                </a:lnTo>
                <a:lnTo>
                  <a:pt x="2855" y="8437"/>
                </a:lnTo>
                <a:lnTo>
                  <a:pt x="2855" y="8118"/>
                </a:lnTo>
                <a:lnTo>
                  <a:pt x="2855" y="7712"/>
                </a:lnTo>
                <a:lnTo>
                  <a:pt x="2855" y="7393"/>
                </a:lnTo>
                <a:lnTo>
                  <a:pt x="2919" y="7045"/>
                </a:lnTo>
                <a:lnTo>
                  <a:pt x="2919" y="6668"/>
                </a:lnTo>
                <a:lnTo>
                  <a:pt x="2919" y="6321"/>
                </a:lnTo>
                <a:lnTo>
                  <a:pt x="2919" y="5915"/>
                </a:lnTo>
                <a:lnTo>
                  <a:pt x="2919" y="5596"/>
                </a:lnTo>
                <a:lnTo>
                  <a:pt x="3015" y="5248"/>
                </a:lnTo>
                <a:lnTo>
                  <a:pt x="3015" y="4871"/>
                </a:lnTo>
                <a:lnTo>
                  <a:pt x="3015" y="4523"/>
                </a:lnTo>
                <a:lnTo>
                  <a:pt x="3015" y="4204"/>
                </a:lnTo>
                <a:lnTo>
                  <a:pt x="3079" y="3856"/>
                </a:lnTo>
                <a:lnTo>
                  <a:pt x="3079" y="3450"/>
                </a:lnTo>
                <a:lnTo>
                  <a:pt x="3079" y="3131"/>
                </a:lnTo>
                <a:lnTo>
                  <a:pt x="3079" y="2812"/>
                </a:lnTo>
                <a:lnTo>
                  <a:pt x="3079" y="2464"/>
                </a:lnTo>
                <a:lnTo>
                  <a:pt x="3143" y="2058"/>
                </a:lnTo>
                <a:lnTo>
                  <a:pt x="3143" y="1739"/>
                </a:lnTo>
                <a:lnTo>
                  <a:pt x="3143" y="1391"/>
                </a:lnTo>
                <a:lnTo>
                  <a:pt x="3143" y="1072"/>
                </a:lnTo>
                <a:lnTo>
                  <a:pt x="3208" y="724"/>
                </a:lnTo>
                <a:lnTo>
                  <a:pt x="3208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751505" y="3094733"/>
            <a:ext cx="3240" cy="53322"/>
          </a:xfrm>
          <a:custGeom>
            <a:avLst/>
            <a:gdLst/>
            <a:ahLst/>
            <a:cxnLst/>
            <a:rect l="l" t="t" r="r" b="b"/>
            <a:pathLst>
              <a:path w="3240" h="53322">
                <a:moveTo>
                  <a:pt x="0" y="53322"/>
                </a:moveTo>
                <a:lnTo>
                  <a:pt x="0" y="53003"/>
                </a:lnTo>
                <a:lnTo>
                  <a:pt x="0" y="52655"/>
                </a:lnTo>
                <a:lnTo>
                  <a:pt x="96" y="52336"/>
                </a:lnTo>
                <a:lnTo>
                  <a:pt x="96" y="51989"/>
                </a:lnTo>
                <a:lnTo>
                  <a:pt x="96" y="51670"/>
                </a:lnTo>
                <a:lnTo>
                  <a:pt x="96" y="51264"/>
                </a:lnTo>
                <a:lnTo>
                  <a:pt x="160" y="50945"/>
                </a:lnTo>
                <a:lnTo>
                  <a:pt x="160" y="50597"/>
                </a:lnTo>
                <a:lnTo>
                  <a:pt x="160" y="50278"/>
                </a:lnTo>
                <a:lnTo>
                  <a:pt x="160" y="49930"/>
                </a:lnTo>
                <a:lnTo>
                  <a:pt x="160" y="49611"/>
                </a:lnTo>
                <a:lnTo>
                  <a:pt x="224" y="49263"/>
                </a:lnTo>
                <a:lnTo>
                  <a:pt x="224" y="48944"/>
                </a:lnTo>
                <a:lnTo>
                  <a:pt x="224" y="48596"/>
                </a:lnTo>
                <a:lnTo>
                  <a:pt x="224" y="48277"/>
                </a:lnTo>
                <a:lnTo>
                  <a:pt x="288" y="47929"/>
                </a:lnTo>
                <a:lnTo>
                  <a:pt x="288" y="47610"/>
                </a:lnTo>
                <a:lnTo>
                  <a:pt x="288" y="47291"/>
                </a:lnTo>
                <a:lnTo>
                  <a:pt x="288" y="46943"/>
                </a:lnTo>
                <a:lnTo>
                  <a:pt x="288" y="46624"/>
                </a:lnTo>
                <a:lnTo>
                  <a:pt x="384" y="46276"/>
                </a:lnTo>
                <a:lnTo>
                  <a:pt x="384" y="45957"/>
                </a:lnTo>
                <a:lnTo>
                  <a:pt x="384" y="45610"/>
                </a:lnTo>
                <a:lnTo>
                  <a:pt x="384" y="45291"/>
                </a:lnTo>
                <a:lnTo>
                  <a:pt x="449" y="45030"/>
                </a:lnTo>
                <a:lnTo>
                  <a:pt x="449" y="44682"/>
                </a:lnTo>
                <a:lnTo>
                  <a:pt x="449" y="44363"/>
                </a:lnTo>
                <a:lnTo>
                  <a:pt x="449" y="44015"/>
                </a:lnTo>
                <a:lnTo>
                  <a:pt x="449" y="43696"/>
                </a:lnTo>
                <a:lnTo>
                  <a:pt x="513" y="43348"/>
                </a:lnTo>
                <a:lnTo>
                  <a:pt x="513" y="43029"/>
                </a:lnTo>
                <a:lnTo>
                  <a:pt x="513" y="42768"/>
                </a:lnTo>
                <a:lnTo>
                  <a:pt x="513" y="42420"/>
                </a:lnTo>
                <a:lnTo>
                  <a:pt x="513" y="42101"/>
                </a:lnTo>
                <a:lnTo>
                  <a:pt x="609" y="41753"/>
                </a:lnTo>
                <a:lnTo>
                  <a:pt x="609" y="41434"/>
                </a:lnTo>
                <a:lnTo>
                  <a:pt x="609" y="41173"/>
                </a:lnTo>
                <a:lnTo>
                  <a:pt x="609" y="40825"/>
                </a:lnTo>
                <a:lnTo>
                  <a:pt x="673" y="40506"/>
                </a:lnTo>
                <a:lnTo>
                  <a:pt x="673" y="40158"/>
                </a:lnTo>
                <a:lnTo>
                  <a:pt x="673" y="39897"/>
                </a:lnTo>
                <a:lnTo>
                  <a:pt x="673" y="39549"/>
                </a:lnTo>
                <a:lnTo>
                  <a:pt x="673" y="39230"/>
                </a:lnTo>
                <a:lnTo>
                  <a:pt x="737" y="38970"/>
                </a:lnTo>
                <a:lnTo>
                  <a:pt x="737" y="38622"/>
                </a:lnTo>
                <a:lnTo>
                  <a:pt x="737" y="38303"/>
                </a:lnTo>
                <a:lnTo>
                  <a:pt x="737" y="38042"/>
                </a:lnTo>
                <a:lnTo>
                  <a:pt x="802" y="37694"/>
                </a:lnTo>
                <a:lnTo>
                  <a:pt x="802" y="37375"/>
                </a:lnTo>
                <a:lnTo>
                  <a:pt x="802" y="37114"/>
                </a:lnTo>
                <a:lnTo>
                  <a:pt x="802" y="36766"/>
                </a:lnTo>
                <a:lnTo>
                  <a:pt x="802" y="36447"/>
                </a:lnTo>
                <a:lnTo>
                  <a:pt x="898" y="36186"/>
                </a:lnTo>
                <a:lnTo>
                  <a:pt x="898" y="35838"/>
                </a:lnTo>
                <a:lnTo>
                  <a:pt x="898" y="35577"/>
                </a:lnTo>
                <a:lnTo>
                  <a:pt x="898" y="35229"/>
                </a:lnTo>
                <a:lnTo>
                  <a:pt x="962" y="34968"/>
                </a:lnTo>
                <a:lnTo>
                  <a:pt x="962" y="34649"/>
                </a:lnTo>
                <a:lnTo>
                  <a:pt x="962" y="34301"/>
                </a:lnTo>
                <a:lnTo>
                  <a:pt x="962" y="34040"/>
                </a:lnTo>
                <a:lnTo>
                  <a:pt x="962" y="33721"/>
                </a:lnTo>
                <a:lnTo>
                  <a:pt x="1026" y="33460"/>
                </a:lnTo>
                <a:lnTo>
                  <a:pt x="1026" y="33170"/>
                </a:lnTo>
                <a:lnTo>
                  <a:pt x="1026" y="32851"/>
                </a:lnTo>
                <a:lnTo>
                  <a:pt x="1026" y="32591"/>
                </a:lnTo>
                <a:lnTo>
                  <a:pt x="1090" y="32243"/>
                </a:lnTo>
                <a:lnTo>
                  <a:pt x="1090" y="31982"/>
                </a:lnTo>
                <a:lnTo>
                  <a:pt x="1090" y="31663"/>
                </a:lnTo>
                <a:lnTo>
                  <a:pt x="1090" y="31373"/>
                </a:lnTo>
                <a:lnTo>
                  <a:pt x="1090" y="31054"/>
                </a:lnTo>
                <a:lnTo>
                  <a:pt x="1186" y="30793"/>
                </a:lnTo>
                <a:lnTo>
                  <a:pt x="1186" y="30532"/>
                </a:lnTo>
                <a:lnTo>
                  <a:pt x="1186" y="30184"/>
                </a:lnTo>
                <a:lnTo>
                  <a:pt x="1186" y="29923"/>
                </a:lnTo>
                <a:lnTo>
                  <a:pt x="1251" y="29662"/>
                </a:lnTo>
                <a:lnTo>
                  <a:pt x="1251" y="29314"/>
                </a:lnTo>
                <a:lnTo>
                  <a:pt x="1251" y="29053"/>
                </a:lnTo>
                <a:lnTo>
                  <a:pt x="1251" y="28792"/>
                </a:lnTo>
                <a:lnTo>
                  <a:pt x="1251" y="28473"/>
                </a:lnTo>
                <a:lnTo>
                  <a:pt x="1315" y="28183"/>
                </a:lnTo>
                <a:lnTo>
                  <a:pt x="1315" y="27922"/>
                </a:lnTo>
                <a:lnTo>
                  <a:pt x="1315" y="27661"/>
                </a:lnTo>
                <a:lnTo>
                  <a:pt x="1315" y="27342"/>
                </a:lnTo>
                <a:lnTo>
                  <a:pt x="1315" y="27052"/>
                </a:lnTo>
                <a:lnTo>
                  <a:pt x="1411" y="26791"/>
                </a:lnTo>
                <a:lnTo>
                  <a:pt x="1411" y="26530"/>
                </a:lnTo>
                <a:lnTo>
                  <a:pt x="1411" y="26211"/>
                </a:lnTo>
                <a:lnTo>
                  <a:pt x="1411" y="25922"/>
                </a:lnTo>
                <a:lnTo>
                  <a:pt x="1475" y="25661"/>
                </a:lnTo>
                <a:lnTo>
                  <a:pt x="1475" y="25400"/>
                </a:lnTo>
                <a:lnTo>
                  <a:pt x="1475" y="25139"/>
                </a:lnTo>
                <a:lnTo>
                  <a:pt x="1475" y="24878"/>
                </a:lnTo>
                <a:lnTo>
                  <a:pt x="1475" y="24530"/>
                </a:lnTo>
                <a:lnTo>
                  <a:pt x="1539" y="24269"/>
                </a:lnTo>
                <a:lnTo>
                  <a:pt x="1539" y="24008"/>
                </a:lnTo>
                <a:lnTo>
                  <a:pt x="1539" y="23747"/>
                </a:lnTo>
                <a:lnTo>
                  <a:pt x="1539" y="23486"/>
                </a:lnTo>
                <a:lnTo>
                  <a:pt x="1604" y="23196"/>
                </a:lnTo>
                <a:lnTo>
                  <a:pt x="1604" y="22935"/>
                </a:lnTo>
                <a:lnTo>
                  <a:pt x="1604" y="22674"/>
                </a:lnTo>
                <a:lnTo>
                  <a:pt x="1604" y="22413"/>
                </a:lnTo>
                <a:lnTo>
                  <a:pt x="1604" y="22152"/>
                </a:lnTo>
                <a:lnTo>
                  <a:pt x="1700" y="21862"/>
                </a:lnTo>
                <a:lnTo>
                  <a:pt x="1700" y="21601"/>
                </a:lnTo>
                <a:lnTo>
                  <a:pt x="1700" y="21340"/>
                </a:lnTo>
                <a:lnTo>
                  <a:pt x="1700" y="21079"/>
                </a:lnTo>
                <a:lnTo>
                  <a:pt x="1764" y="20818"/>
                </a:lnTo>
                <a:lnTo>
                  <a:pt x="1764" y="20557"/>
                </a:lnTo>
                <a:lnTo>
                  <a:pt x="1764" y="20267"/>
                </a:lnTo>
                <a:lnTo>
                  <a:pt x="1764" y="20006"/>
                </a:lnTo>
                <a:lnTo>
                  <a:pt x="1764" y="19745"/>
                </a:lnTo>
                <a:lnTo>
                  <a:pt x="1828" y="19485"/>
                </a:lnTo>
                <a:lnTo>
                  <a:pt x="1828" y="19224"/>
                </a:lnTo>
                <a:lnTo>
                  <a:pt x="1828" y="18963"/>
                </a:lnTo>
                <a:lnTo>
                  <a:pt x="1828" y="18760"/>
                </a:lnTo>
                <a:lnTo>
                  <a:pt x="1924" y="18499"/>
                </a:lnTo>
                <a:lnTo>
                  <a:pt x="1924" y="18209"/>
                </a:lnTo>
                <a:lnTo>
                  <a:pt x="1924" y="17948"/>
                </a:lnTo>
                <a:lnTo>
                  <a:pt x="1924" y="17687"/>
                </a:lnTo>
                <a:lnTo>
                  <a:pt x="1924" y="17426"/>
                </a:lnTo>
                <a:lnTo>
                  <a:pt x="1988" y="17223"/>
                </a:lnTo>
                <a:lnTo>
                  <a:pt x="1988" y="16962"/>
                </a:lnTo>
                <a:lnTo>
                  <a:pt x="1988" y="16701"/>
                </a:lnTo>
                <a:lnTo>
                  <a:pt x="1988" y="16411"/>
                </a:lnTo>
                <a:lnTo>
                  <a:pt x="2053" y="16150"/>
                </a:lnTo>
                <a:lnTo>
                  <a:pt x="2053" y="15947"/>
                </a:lnTo>
                <a:lnTo>
                  <a:pt x="2053" y="15686"/>
                </a:lnTo>
                <a:lnTo>
                  <a:pt x="2053" y="15425"/>
                </a:lnTo>
                <a:lnTo>
                  <a:pt x="2053" y="15222"/>
                </a:lnTo>
                <a:lnTo>
                  <a:pt x="2117" y="14961"/>
                </a:lnTo>
                <a:lnTo>
                  <a:pt x="2117" y="14700"/>
                </a:lnTo>
                <a:lnTo>
                  <a:pt x="2117" y="14439"/>
                </a:lnTo>
                <a:lnTo>
                  <a:pt x="2117" y="14236"/>
                </a:lnTo>
                <a:lnTo>
                  <a:pt x="2117" y="13975"/>
                </a:lnTo>
                <a:lnTo>
                  <a:pt x="2213" y="13772"/>
                </a:lnTo>
                <a:lnTo>
                  <a:pt x="2213" y="13511"/>
                </a:lnTo>
                <a:lnTo>
                  <a:pt x="2213" y="13221"/>
                </a:lnTo>
                <a:lnTo>
                  <a:pt x="2213" y="13019"/>
                </a:lnTo>
                <a:lnTo>
                  <a:pt x="2277" y="12758"/>
                </a:lnTo>
                <a:lnTo>
                  <a:pt x="2277" y="12555"/>
                </a:lnTo>
                <a:lnTo>
                  <a:pt x="2277" y="12294"/>
                </a:lnTo>
                <a:lnTo>
                  <a:pt x="2277" y="12033"/>
                </a:lnTo>
                <a:lnTo>
                  <a:pt x="2277" y="11830"/>
                </a:lnTo>
                <a:lnTo>
                  <a:pt x="2341" y="11569"/>
                </a:lnTo>
                <a:lnTo>
                  <a:pt x="2341" y="11366"/>
                </a:lnTo>
                <a:lnTo>
                  <a:pt x="2341" y="11105"/>
                </a:lnTo>
                <a:lnTo>
                  <a:pt x="2341" y="10902"/>
                </a:lnTo>
                <a:lnTo>
                  <a:pt x="2406" y="10641"/>
                </a:lnTo>
                <a:lnTo>
                  <a:pt x="2406" y="10438"/>
                </a:lnTo>
                <a:lnTo>
                  <a:pt x="2406" y="10177"/>
                </a:lnTo>
                <a:lnTo>
                  <a:pt x="2406" y="9974"/>
                </a:lnTo>
                <a:lnTo>
                  <a:pt x="2406" y="9771"/>
                </a:lnTo>
                <a:lnTo>
                  <a:pt x="2502" y="9510"/>
                </a:lnTo>
                <a:lnTo>
                  <a:pt x="2502" y="9307"/>
                </a:lnTo>
                <a:lnTo>
                  <a:pt x="2502" y="9046"/>
                </a:lnTo>
                <a:lnTo>
                  <a:pt x="2502" y="8843"/>
                </a:lnTo>
                <a:lnTo>
                  <a:pt x="2566" y="8640"/>
                </a:lnTo>
                <a:lnTo>
                  <a:pt x="2566" y="8379"/>
                </a:lnTo>
                <a:lnTo>
                  <a:pt x="2566" y="8176"/>
                </a:lnTo>
                <a:lnTo>
                  <a:pt x="2566" y="7973"/>
                </a:lnTo>
                <a:lnTo>
                  <a:pt x="2566" y="7712"/>
                </a:lnTo>
                <a:lnTo>
                  <a:pt x="2630" y="7509"/>
                </a:lnTo>
                <a:lnTo>
                  <a:pt x="2630" y="7306"/>
                </a:lnTo>
                <a:lnTo>
                  <a:pt x="2630" y="7045"/>
                </a:lnTo>
                <a:lnTo>
                  <a:pt x="2630" y="6842"/>
                </a:lnTo>
                <a:lnTo>
                  <a:pt x="2726" y="6639"/>
                </a:lnTo>
                <a:lnTo>
                  <a:pt x="2726" y="6437"/>
                </a:lnTo>
                <a:lnTo>
                  <a:pt x="2726" y="6176"/>
                </a:lnTo>
                <a:lnTo>
                  <a:pt x="2726" y="5973"/>
                </a:lnTo>
                <a:lnTo>
                  <a:pt x="2726" y="5770"/>
                </a:lnTo>
                <a:lnTo>
                  <a:pt x="2790" y="5596"/>
                </a:lnTo>
                <a:lnTo>
                  <a:pt x="2790" y="5393"/>
                </a:lnTo>
                <a:lnTo>
                  <a:pt x="2790" y="5132"/>
                </a:lnTo>
                <a:lnTo>
                  <a:pt x="2790" y="4929"/>
                </a:lnTo>
                <a:lnTo>
                  <a:pt x="2855" y="4726"/>
                </a:lnTo>
                <a:lnTo>
                  <a:pt x="2855" y="4523"/>
                </a:lnTo>
                <a:lnTo>
                  <a:pt x="2855" y="4320"/>
                </a:lnTo>
                <a:lnTo>
                  <a:pt x="2855" y="4117"/>
                </a:lnTo>
                <a:lnTo>
                  <a:pt x="2855" y="3914"/>
                </a:lnTo>
                <a:lnTo>
                  <a:pt x="2919" y="3711"/>
                </a:lnTo>
                <a:lnTo>
                  <a:pt x="2919" y="3537"/>
                </a:lnTo>
                <a:lnTo>
                  <a:pt x="2919" y="3334"/>
                </a:lnTo>
                <a:lnTo>
                  <a:pt x="2919" y="3131"/>
                </a:lnTo>
                <a:lnTo>
                  <a:pt x="2919" y="2870"/>
                </a:lnTo>
                <a:lnTo>
                  <a:pt x="3015" y="2667"/>
                </a:lnTo>
                <a:lnTo>
                  <a:pt x="3015" y="2464"/>
                </a:lnTo>
                <a:lnTo>
                  <a:pt x="3015" y="2261"/>
                </a:lnTo>
                <a:lnTo>
                  <a:pt x="3015" y="2116"/>
                </a:lnTo>
                <a:lnTo>
                  <a:pt x="3079" y="1913"/>
                </a:lnTo>
                <a:lnTo>
                  <a:pt x="3079" y="1739"/>
                </a:lnTo>
                <a:lnTo>
                  <a:pt x="3079" y="1536"/>
                </a:lnTo>
                <a:lnTo>
                  <a:pt x="3079" y="1333"/>
                </a:lnTo>
                <a:lnTo>
                  <a:pt x="3079" y="1130"/>
                </a:lnTo>
                <a:lnTo>
                  <a:pt x="3143" y="927"/>
                </a:lnTo>
                <a:lnTo>
                  <a:pt x="3143" y="724"/>
                </a:lnTo>
                <a:lnTo>
                  <a:pt x="3143" y="521"/>
                </a:lnTo>
                <a:lnTo>
                  <a:pt x="3143" y="318"/>
                </a:lnTo>
                <a:lnTo>
                  <a:pt x="3240" y="144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754745" y="3074581"/>
            <a:ext cx="3208" cy="20151"/>
          </a:xfrm>
          <a:custGeom>
            <a:avLst/>
            <a:gdLst/>
            <a:ahLst/>
            <a:cxnLst/>
            <a:rect l="l" t="t" r="r" b="b"/>
            <a:pathLst>
              <a:path w="3208" h="20151">
                <a:moveTo>
                  <a:pt x="0" y="20151"/>
                </a:moveTo>
                <a:lnTo>
                  <a:pt x="0" y="19948"/>
                </a:lnTo>
                <a:lnTo>
                  <a:pt x="0" y="19745"/>
                </a:lnTo>
                <a:lnTo>
                  <a:pt x="0" y="19543"/>
                </a:lnTo>
                <a:lnTo>
                  <a:pt x="64" y="19340"/>
                </a:lnTo>
                <a:lnTo>
                  <a:pt x="64" y="19021"/>
                </a:lnTo>
                <a:lnTo>
                  <a:pt x="64" y="18818"/>
                </a:lnTo>
                <a:lnTo>
                  <a:pt x="128" y="18615"/>
                </a:lnTo>
                <a:lnTo>
                  <a:pt x="128" y="18296"/>
                </a:lnTo>
                <a:lnTo>
                  <a:pt x="128" y="18093"/>
                </a:lnTo>
                <a:lnTo>
                  <a:pt x="128" y="17890"/>
                </a:lnTo>
                <a:lnTo>
                  <a:pt x="192" y="17745"/>
                </a:lnTo>
                <a:lnTo>
                  <a:pt x="192" y="17571"/>
                </a:lnTo>
                <a:lnTo>
                  <a:pt x="192" y="17426"/>
                </a:lnTo>
                <a:lnTo>
                  <a:pt x="192" y="17223"/>
                </a:lnTo>
                <a:lnTo>
                  <a:pt x="288" y="17020"/>
                </a:lnTo>
                <a:lnTo>
                  <a:pt x="288" y="16701"/>
                </a:lnTo>
                <a:lnTo>
                  <a:pt x="288" y="16498"/>
                </a:lnTo>
                <a:lnTo>
                  <a:pt x="288" y="16353"/>
                </a:lnTo>
                <a:lnTo>
                  <a:pt x="352" y="16150"/>
                </a:lnTo>
                <a:lnTo>
                  <a:pt x="352" y="15831"/>
                </a:lnTo>
                <a:lnTo>
                  <a:pt x="352" y="15686"/>
                </a:lnTo>
                <a:lnTo>
                  <a:pt x="417" y="15483"/>
                </a:lnTo>
                <a:lnTo>
                  <a:pt x="417" y="15164"/>
                </a:lnTo>
                <a:lnTo>
                  <a:pt x="417" y="15019"/>
                </a:lnTo>
                <a:lnTo>
                  <a:pt x="417" y="14816"/>
                </a:lnTo>
                <a:lnTo>
                  <a:pt x="481" y="14497"/>
                </a:lnTo>
                <a:lnTo>
                  <a:pt x="481" y="14352"/>
                </a:lnTo>
                <a:lnTo>
                  <a:pt x="481" y="14033"/>
                </a:lnTo>
                <a:lnTo>
                  <a:pt x="577" y="13888"/>
                </a:lnTo>
                <a:lnTo>
                  <a:pt x="577" y="13569"/>
                </a:lnTo>
                <a:lnTo>
                  <a:pt x="577" y="13424"/>
                </a:lnTo>
                <a:lnTo>
                  <a:pt x="641" y="13105"/>
                </a:lnTo>
                <a:lnTo>
                  <a:pt x="641" y="12961"/>
                </a:lnTo>
                <a:lnTo>
                  <a:pt x="641" y="12642"/>
                </a:lnTo>
                <a:lnTo>
                  <a:pt x="705" y="12497"/>
                </a:lnTo>
                <a:lnTo>
                  <a:pt x="705" y="12236"/>
                </a:lnTo>
                <a:lnTo>
                  <a:pt x="705" y="12033"/>
                </a:lnTo>
                <a:lnTo>
                  <a:pt x="802" y="11772"/>
                </a:lnTo>
                <a:lnTo>
                  <a:pt x="802" y="11627"/>
                </a:lnTo>
                <a:lnTo>
                  <a:pt x="802" y="11366"/>
                </a:lnTo>
                <a:lnTo>
                  <a:pt x="866" y="11163"/>
                </a:lnTo>
                <a:lnTo>
                  <a:pt x="866" y="10902"/>
                </a:lnTo>
                <a:lnTo>
                  <a:pt x="930" y="10641"/>
                </a:lnTo>
                <a:lnTo>
                  <a:pt x="930" y="10496"/>
                </a:lnTo>
                <a:lnTo>
                  <a:pt x="930" y="10235"/>
                </a:lnTo>
                <a:lnTo>
                  <a:pt x="994" y="9974"/>
                </a:lnTo>
                <a:lnTo>
                  <a:pt x="994" y="9829"/>
                </a:lnTo>
                <a:lnTo>
                  <a:pt x="994" y="9568"/>
                </a:lnTo>
                <a:lnTo>
                  <a:pt x="1090" y="9307"/>
                </a:lnTo>
                <a:lnTo>
                  <a:pt x="1090" y="9046"/>
                </a:lnTo>
                <a:lnTo>
                  <a:pt x="1090" y="8901"/>
                </a:lnTo>
                <a:lnTo>
                  <a:pt x="1154" y="8640"/>
                </a:lnTo>
                <a:lnTo>
                  <a:pt x="1154" y="8379"/>
                </a:lnTo>
                <a:lnTo>
                  <a:pt x="1219" y="8176"/>
                </a:lnTo>
                <a:lnTo>
                  <a:pt x="1219" y="7915"/>
                </a:lnTo>
                <a:lnTo>
                  <a:pt x="1219" y="7770"/>
                </a:lnTo>
                <a:lnTo>
                  <a:pt x="1283" y="7596"/>
                </a:lnTo>
                <a:lnTo>
                  <a:pt x="1283" y="7451"/>
                </a:lnTo>
                <a:lnTo>
                  <a:pt x="1283" y="7306"/>
                </a:lnTo>
                <a:lnTo>
                  <a:pt x="1379" y="7103"/>
                </a:lnTo>
                <a:lnTo>
                  <a:pt x="1379" y="6842"/>
                </a:lnTo>
                <a:lnTo>
                  <a:pt x="1443" y="6639"/>
                </a:lnTo>
                <a:lnTo>
                  <a:pt x="1443" y="6466"/>
                </a:lnTo>
                <a:lnTo>
                  <a:pt x="1443" y="6321"/>
                </a:lnTo>
                <a:lnTo>
                  <a:pt x="1507" y="6118"/>
                </a:lnTo>
                <a:lnTo>
                  <a:pt x="1507" y="5973"/>
                </a:lnTo>
                <a:lnTo>
                  <a:pt x="1507" y="5799"/>
                </a:lnTo>
                <a:lnTo>
                  <a:pt x="1604" y="5596"/>
                </a:lnTo>
                <a:lnTo>
                  <a:pt x="1604" y="5393"/>
                </a:lnTo>
                <a:lnTo>
                  <a:pt x="1668" y="5190"/>
                </a:lnTo>
                <a:lnTo>
                  <a:pt x="1668" y="4987"/>
                </a:lnTo>
                <a:lnTo>
                  <a:pt x="1732" y="4784"/>
                </a:lnTo>
                <a:lnTo>
                  <a:pt x="1732" y="4523"/>
                </a:lnTo>
                <a:lnTo>
                  <a:pt x="1796" y="4378"/>
                </a:lnTo>
                <a:lnTo>
                  <a:pt x="1796" y="4204"/>
                </a:lnTo>
                <a:lnTo>
                  <a:pt x="1892" y="4001"/>
                </a:lnTo>
                <a:lnTo>
                  <a:pt x="1892" y="3856"/>
                </a:lnTo>
                <a:lnTo>
                  <a:pt x="1892" y="3653"/>
                </a:lnTo>
                <a:lnTo>
                  <a:pt x="1956" y="3450"/>
                </a:lnTo>
                <a:lnTo>
                  <a:pt x="2021" y="3247"/>
                </a:lnTo>
                <a:lnTo>
                  <a:pt x="2021" y="3073"/>
                </a:lnTo>
                <a:lnTo>
                  <a:pt x="2117" y="2870"/>
                </a:lnTo>
                <a:lnTo>
                  <a:pt x="2117" y="2725"/>
                </a:lnTo>
                <a:lnTo>
                  <a:pt x="2181" y="2522"/>
                </a:lnTo>
                <a:lnTo>
                  <a:pt x="2181" y="2319"/>
                </a:lnTo>
                <a:lnTo>
                  <a:pt x="2245" y="2116"/>
                </a:lnTo>
                <a:lnTo>
                  <a:pt x="2309" y="1942"/>
                </a:lnTo>
                <a:lnTo>
                  <a:pt x="2309" y="1797"/>
                </a:lnTo>
                <a:lnTo>
                  <a:pt x="2406" y="1652"/>
                </a:lnTo>
                <a:lnTo>
                  <a:pt x="2406" y="1478"/>
                </a:lnTo>
                <a:lnTo>
                  <a:pt x="2470" y="1333"/>
                </a:lnTo>
                <a:lnTo>
                  <a:pt x="2534" y="1188"/>
                </a:lnTo>
                <a:lnTo>
                  <a:pt x="2598" y="985"/>
                </a:lnTo>
                <a:lnTo>
                  <a:pt x="2694" y="811"/>
                </a:lnTo>
                <a:lnTo>
                  <a:pt x="2694" y="666"/>
                </a:lnTo>
                <a:lnTo>
                  <a:pt x="2758" y="521"/>
                </a:lnTo>
                <a:lnTo>
                  <a:pt x="2823" y="405"/>
                </a:lnTo>
                <a:lnTo>
                  <a:pt x="2919" y="260"/>
                </a:lnTo>
                <a:lnTo>
                  <a:pt x="2983" y="202"/>
                </a:lnTo>
                <a:lnTo>
                  <a:pt x="3047" y="57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757953" y="3074523"/>
            <a:ext cx="3143" cy="16092"/>
          </a:xfrm>
          <a:custGeom>
            <a:avLst/>
            <a:gdLst/>
            <a:ahLst/>
            <a:cxnLst/>
            <a:rect l="l" t="t" r="r" b="b"/>
            <a:pathLst>
              <a:path w="3143" h="16092">
                <a:moveTo>
                  <a:pt x="0" y="57"/>
                </a:moveTo>
                <a:lnTo>
                  <a:pt x="128" y="0"/>
                </a:lnTo>
                <a:lnTo>
                  <a:pt x="288" y="0"/>
                </a:lnTo>
                <a:lnTo>
                  <a:pt x="417" y="57"/>
                </a:lnTo>
                <a:lnTo>
                  <a:pt x="513" y="202"/>
                </a:lnTo>
                <a:lnTo>
                  <a:pt x="577" y="260"/>
                </a:lnTo>
                <a:lnTo>
                  <a:pt x="577" y="318"/>
                </a:lnTo>
                <a:lnTo>
                  <a:pt x="641" y="463"/>
                </a:lnTo>
                <a:lnTo>
                  <a:pt x="802" y="666"/>
                </a:lnTo>
                <a:lnTo>
                  <a:pt x="866" y="869"/>
                </a:lnTo>
                <a:lnTo>
                  <a:pt x="930" y="1043"/>
                </a:lnTo>
                <a:lnTo>
                  <a:pt x="930" y="1188"/>
                </a:lnTo>
                <a:lnTo>
                  <a:pt x="1026" y="1333"/>
                </a:lnTo>
                <a:lnTo>
                  <a:pt x="1090" y="1536"/>
                </a:lnTo>
                <a:lnTo>
                  <a:pt x="1154" y="1710"/>
                </a:lnTo>
                <a:lnTo>
                  <a:pt x="1154" y="1855"/>
                </a:lnTo>
                <a:lnTo>
                  <a:pt x="1219" y="2000"/>
                </a:lnTo>
                <a:lnTo>
                  <a:pt x="1219" y="2174"/>
                </a:lnTo>
                <a:lnTo>
                  <a:pt x="1315" y="2319"/>
                </a:lnTo>
                <a:lnTo>
                  <a:pt x="1315" y="2464"/>
                </a:lnTo>
                <a:lnTo>
                  <a:pt x="1379" y="2667"/>
                </a:lnTo>
                <a:lnTo>
                  <a:pt x="1443" y="2841"/>
                </a:lnTo>
                <a:lnTo>
                  <a:pt x="1443" y="2986"/>
                </a:lnTo>
                <a:lnTo>
                  <a:pt x="1443" y="3189"/>
                </a:lnTo>
                <a:lnTo>
                  <a:pt x="1507" y="3392"/>
                </a:lnTo>
                <a:lnTo>
                  <a:pt x="1604" y="3653"/>
                </a:lnTo>
                <a:lnTo>
                  <a:pt x="1604" y="3798"/>
                </a:lnTo>
                <a:lnTo>
                  <a:pt x="1668" y="3972"/>
                </a:lnTo>
                <a:lnTo>
                  <a:pt x="1668" y="4117"/>
                </a:lnTo>
                <a:lnTo>
                  <a:pt x="1668" y="4262"/>
                </a:lnTo>
                <a:lnTo>
                  <a:pt x="1732" y="4523"/>
                </a:lnTo>
                <a:lnTo>
                  <a:pt x="1828" y="4784"/>
                </a:lnTo>
                <a:lnTo>
                  <a:pt x="1828" y="4987"/>
                </a:lnTo>
                <a:lnTo>
                  <a:pt x="1892" y="5190"/>
                </a:lnTo>
                <a:lnTo>
                  <a:pt x="1892" y="5393"/>
                </a:lnTo>
                <a:lnTo>
                  <a:pt x="1892" y="5567"/>
                </a:lnTo>
                <a:lnTo>
                  <a:pt x="1956" y="5770"/>
                </a:lnTo>
                <a:lnTo>
                  <a:pt x="1956" y="5973"/>
                </a:lnTo>
                <a:lnTo>
                  <a:pt x="2021" y="6176"/>
                </a:lnTo>
                <a:lnTo>
                  <a:pt x="2021" y="6321"/>
                </a:lnTo>
                <a:lnTo>
                  <a:pt x="2021" y="6523"/>
                </a:lnTo>
                <a:lnTo>
                  <a:pt x="2117" y="6697"/>
                </a:lnTo>
                <a:lnTo>
                  <a:pt x="2117" y="6842"/>
                </a:lnTo>
                <a:lnTo>
                  <a:pt x="2117" y="6987"/>
                </a:lnTo>
                <a:lnTo>
                  <a:pt x="2181" y="7161"/>
                </a:lnTo>
                <a:lnTo>
                  <a:pt x="2181" y="7306"/>
                </a:lnTo>
                <a:lnTo>
                  <a:pt x="2181" y="7451"/>
                </a:lnTo>
                <a:lnTo>
                  <a:pt x="2245" y="7654"/>
                </a:lnTo>
                <a:lnTo>
                  <a:pt x="2245" y="7915"/>
                </a:lnTo>
                <a:lnTo>
                  <a:pt x="2245" y="8118"/>
                </a:lnTo>
                <a:lnTo>
                  <a:pt x="2341" y="8379"/>
                </a:lnTo>
                <a:lnTo>
                  <a:pt x="2341" y="8640"/>
                </a:lnTo>
                <a:lnTo>
                  <a:pt x="2406" y="8785"/>
                </a:lnTo>
                <a:lnTo>
                  <a:pt x="2406" y="9046"/>
                </a:lnTo>
                <a:lnTo>
                  <a:pt x="2406" y="9307"/>
                </a:lnTo>
                <a:lnTo>
                  <a:pt x="2470" y="9568"/>
                </a:lnTo>
                <a:lnTo>
                  <a:pt x="2470" y="9713"/>
                </a:lnTo>
                <a:lnTo>
                  <a:pt x="2534" y="9974"/>
                </a:lnTo>
                <a:lnTo>
                  <a:pt x="2534" y="10235"/>
                </a:lnTo>
                <a:lnTo>
                  <a:pt x="2534" y="10380"/>
                </a:lnTo>
                <a:lnTo>
                  <a:pt x="2630" y="10641"/>
                </a:lnTo>
                <a:lnTo>
                  <a:pt x="2630" y="10902"/>
                </a:lnTo>
                <a:lnTo>
                  <a:pt x="2694" y="11221"/>
                </a:lnTo>
                <a:lnTo>
                  <a:pt x="2694" y="11366"/>
                </a:lnTo>
                <a:lnTo>
                  <a:pt x="2694" y="11511"/>
                </a:lnTo>
                <a:lnTo>
                  <a:pt x="2694" y="11772"/>
                </a:lnTo>
                <a:lnTo>
                  <a:pt x="2758" y="11975"/>
                </a:lnTo>
                <a:lnTo>
                  <a:pt x="2758" y="12236"/>
                </a:lnTo>
                <a:lnTo>
                  <a:pt x="2823" y="12555"/>
                </a:lnTo>
                <a:lnTo>
                  <a:pt x="2823" y="12700"/>
                </a:lnTo>
                <a:lnTo>
                  <a:pt x="2823" y="13019"/>
                </a:lnTo>
                <a:lnTo>
                  <a:pt x="2823" y="13163"/>
                </a:lnTo>
                <a:lnTo>
                  <a:pt x="2919" y="13482"/>
                </a:lnTo>
                <a:lnTo>
                  <a:pt x="2919" y="13627"/>
                </a:lnTo>
                <a:lnTo>
                  <a:pt x="2919" y="13772"/>
                </a:lnTo>
                <a:lnTo>
                  <a:pt x="2919" y="13946"/>
                </a:lnTo>
                <a:lnTo>
                  <a:pt x="2983" y="14091"/>
                </a:lnTo>
                <a:lnTo>
                  <a:pt x="2983" y="14294"/>
                </a:lnTo>
                <a:lnTo>
                  <a:pt x="2983" y="14613"/>
                </a:lnTo>
                <a:lnTo>
                  <a:pt x="3047" y="14758"/>
                </a:lnTo>
                <a:lnTo>
                  <a:pt x="3047" y="15077"/>
                </a:lnTo>
                <a:lnTo>
                  <a:pt x="3047" y="15222"/>
                </a:lnTo>
                <a:lnTo>
                  <a:pt x="3047" y="15425"/>
                </a:lnTo>
                <a:lnTo>
                  <a:pt x="3143" y="15628"/>
                </a:lnTo>
                <a:lnTo>
                  <a:pt x="3143" y="15947"/>
                </a:lnTo>
                <a:lnTo>
                  <a:pt x="3143" y="16092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761097" y="3090615"/>
            <a:ext cx="3208" cy="51873"/>
          </a:xfrm>
          <a:custGeom>
            <a:avLst/>
            <a:gdLst/>
            <a:ahLst/>
            <a:cxnLst/>
            <a:rect l="l" t="t" r="r" b="b"/>
            <a:pathLst>
              <a:path w="3208" h="51873">
                <a:moveTo>
                  <a:pt x="0" y="0"/>
                </a:moveTo>
                <a:lnTo>
                  <a:pt x="64" y="202"/>
                </a:lnTo>
                <a:lnTo>
                  <a:pt x="64" y="521"/>
                </a:lnTo>
                <a:lnTo>
                  <a:pt x="64" y="724"/>
                </a:lnTo>
                <a:lnTo>
                  <a:pt x="64" y="869"/>
                </a:lnTo>
                <a:lnTo>
                  <a:pt x="128" y="1043"/>
                </a:lnTo>
                <a:lnTo>
                  <a:pt x="128" y="1246"/>
                </a:lnTo>
                <a:lnTo>
                  <a:pt x="128" y="1391"/>
                </a:lnTo>
                <a:lnTo>
                  <a:pt x="128" y="1594"/>
                </a:lnTo>
                <a:lnTo>
                  <a:pt x="192" y="1797"/>
                </a:lnTo>
                <a:lnTo>
                  <a:pt x="192" y="2000"/>
                </a:lnTo>
                <a:lnTo>
                  <a:pt x="192" y="2319"/>
                </a:lnTo>
                <a:lnTo>
                  <a:pt x="192" y="2522"/>
                </a:lnTo>
                <a:lnTo>
                  <a:pt x="288" y="2725"/>
                </a:lnTo>
                <a:lnTo>
                  <a:pt x="288" y="3044"/>
                </a:lnTo>
                <a:lnTo>
                  <a:pt x="288" y="3247"/>
                </a:lnTo>
                <a:lnTo>
                  <a:pt x="352" y="3450"/>
                </a:lnTo>
                <a:lnTo>
                  <a:pt x="352" y="3653"/>
                </a:lnTo>
                <a:lnTo>
                  <a:pt x="352" y="3856"/>
                </a:lnTo>
                <a:lnTo>
                  <a:pt x="352" y="4059"/>
                </a:lnTo>
                <a:lnTo>
                  <a:pt x="417" y="4378"/>
                </a:lnTo>
                <a:lnTo>
                  <a:pt x="417" y="4581"/>
                </a:lnTo>
                <a:lnTo>
                  <a:pt x="417" y="4784"/>
                </a:lnTo>
                <a:lnTo>
                  <a:pt x="417" y="4987"/>
                </a:lnTo>
                <a:lnTo>
                  <a:pt x="481" y="5190"/>
                </a:lnTo>
                <a:lnTo>
                  <a:pt x="481" y="5393"/>
                </a:lnTo>
                <a:lnTo>
                  <a:pt x="481" y="5567"/>
                </a:lnTo>
                <a:lnTo>
                  <a:pt x="481" y="5770"/>
                </a:lnTo>
                <a:lnTo>
                  <a:pt x="481" y="5973"/>
                </a:lnTo>
                <a:lnTo>
                  <a:pt x="577" y="6176"/>
                </a:lnTo>
                <a:lnTo>
                  <a:pt x="577" y="6379"/>
                </a:lnTo>
                <a:lnTo>
                  <a:pt x="577" y="6581"/>
                </a:lnTo>
                <a:lnTo>
                  <a:pt x="577" y="6784"/>
                </a:lnTo>
                <a:lnTo>
                  <a:pt x="577" y="6987"/>
                </a:lnTo>
                <a:lnTo>
                  <a:pt x="641" y="7248"/>
                </a:lnTo>
                <a:lnTo>
                  <a:pt x="641" y="7451"/>
                </a:lnTo>
                <a:lnTo>
                  <a:pt x="641" y="7654"/>
                </a:lnTo>
                <a:lnTo>
                  <a:pt x="641" y="7828"/>
                </a:lnTo>
                <a:lnTo>
                  <a:pt x="705" y="8031"/>
                </a:lnTo>
                <a:lnTo>
                  <a:pt x="705" y="8234"/>
                </a:lnTo>
                <a:lnTo>
                  <a:pt x="705" y="8437"/>
                </a:lnTo>
                <a:lnTo>
                  <a:pt x="705" y="8698"/>
                </a:lnTo>
                <a:lnTo>
                  <a:pt x="705" y="8901"/>
                </a:lnTo>
                <a:lnTo>
                  <a:pt x="802" y="9104"/>
                </a:lnTo>
                <a:lnTo>
                  <a:pt x="802" y="9307"/>
                </a:lnTo>
                <a:lnTo>
                  <a:pt x="802" y="9568"/>
                </a:lnTo>
                <a:lnTo>
                  <a:pt x="802" y="9771"/>
                </a:lnTo>
                <a:lnTo>
                  <a:pt x="866" y="9974"/>
                </a:lnTo>
                <a:lnTo>
                  <a:pt x="866" y="10177"/>
                </a:lnTo>
                <a:lnTo>
                  <a:pt x="866" y="10438"/>
                </a:lnTo>
                <a:lnTo>
                  <a:pt x="866" y="10641"/>
                </a:lnTo>
                <a:lnTo>
                  <a:pt x="866" y="10844"/>
                </a:lnTo>
                <a:lnTo>
                  <a:pt x="930" y="11105"/>
                </a:lnTo>
                <a:lnTo>
                  <a:pt x="930" y="11308"/>
                </a:lnTo>
                <a:lnTo>
                  <a:pt x="930" y="11511"/>
                </a:lnTo>
                <a:lnTo>
                  <a:pt x="930" y="11772"/>
                </a:lnTo>
                <a:lnTo>
                  <a:pt x="994" y="11975"/>
                </a:lnTo>
                <a:lnTo>
                  <a:pt x="994" y="12236"/>
                </a:lnTo>
                <a:lnTo>
                  <a:pt x="994" y="12439"/>
                </a:lnTo>
                <a:lnTo>
                  <a:pt x="994" y="12700"/>
                </a:lnTo>
                <a:lnTo>
                  <a:pt x="994" y="12903"/>
                </a:lnTo>
                <a:lnTo>
                  <a:pt x="1090" y="13105"/>
                </a:lnTo>
                <a:lnTo>
                  <a:pt x="1090" y="13366"/>
                </a:lnTo>
                <a:lnTo>
                  <a:pt x="1090" y="13569"/>
                </a:lnTo>
                <a:lnTo>
                  <a:pt x="1090" y="13830"/>
                </a:lnTo>
                <a:lnTo>
                  <a:pt x="1154" y="14033"/>
                </a:lnTo>
                <a:lnTo>
                  <a:pt x="1154" y="14294"/>
                </a:lnTo>
                <a:lnTo>
                  <a:pt x="1154" y="14555"/>
                </a:lnTo>
                <a:lnTo>
                  <a:pt x="1154" y="14758"/>
                </a:lnTo>
                <a:lnTo>
                  <a:pt x="1154" y="15019"/>
                </a:lnTo>
                <a:lnTo>
                  <a:pt x="1219" y="15222"/>
                </a:lnTo>
                <a:lnTo>
                  <a:pt x="1219" y="15483"/>
                </a:lnTo>
                <a:lnTo>
                  <a:pt x="1219" y="15686"/>
                </a:lnTo>
                <a:lnTo>
                  <a:pt x="1219" y="15947"/>
                </a:lnTo>
                <a:lnTo>
                  <a:pt x="1315" y="16208"/>
                </a:lnTo>
                <a:lnTo>
                  <a:pt x="1315" y="16411"/>
                </a:lnTo>
                <a:lnTo>
                  <a:pt x="1315" y="16672"/>
                </a:lnTo>
                <a:lnTo>
                  <a:pt x="1315" y="16962"/>
                </a:lnTo>
                <a:lnTo>
                  <a:pt x="1315" y="17136"/>
                </a:lnTo>
                <a:lnTo>
                  <a:pt x="1379" y="17426"/>
                </a:lnTo>
                <a:lnTo>
                  <a:pt x="1379" y="17687"/>
                </a:lnTo>
                <a:lnTo>
                  <a:pt x="1379" y="17948"/>
                </a:lnTo>
                <a:lnTo>
                  <a:pt x="1379" y="18151"/>
                </a:lnTo>
                <a:lnTo>
                  <a:pt x="1379" y="18412"/>
                </a:lnTo>
                <a:lnTo>
                  <a:pt x="1443" y="18673"/>
                </a:lnTo>
                <a:lnTo>
                  <a:pt x="1443" y="18934"/>
                </a:lnTo>
                <a:lnTo>
                  <a:pt x="1443" y="19137"/>
                </a:lnTo>
                <a:lnTo>
                  <a:pt x="1443" y="19398"/>
                </a:lnTo>
                <a:lnTo>
                  <a:pt x="1507" y="19687"/>
                </a:lnTo>
                <a:lnTo>
                  <a:pt x="1507" y="19948"/>
                </a:lnTo>
                <a:lnTo>
                  <a:pt x="1507" y="20209"/>
                </a:lnTo>
                <a:lnTo>
                  <a:pt x="1507" y="20470"/>
                </a:lnTo>
                <a:lnTo>
                  <a:pt x="1507" y="20673"/>
                </a:lnTo>
                <a:lnTo>
                  <a:pt x="1604" y="20934"/>
                </a:lnTo>
                <a:lnTo>
                  <a:pt x="1604" y="21195"/>
                </a:lnTo>
                <a:lnTo>
                  <a:pt x="1604" y="21485"/>
                </a:lnTo>
                <a:lnTo>
                  <a:pt x="1604" y="21746"/>
                </a:lnTo>
                <a:lnTo>
                  <a:pt x="1668" y="22007"/>
                </a:lnTo>
                <a:lnTo>
                  <a:pt x="1668" y="22268"/>
                </a:lnTo>
                <a:lnTo>
                  <a:pt x="1668" y="22529"/>
                </a:lnTo>
                <a:lnTo>
                  <a:pt x="1668" y="22790"/>
                </a:lnTo>
                <a:lnTo>
                  <a:pt x="1668" y="23080"/>
                </a:lnTo>
                <a:lnTo>
                  <a:pt x="1732" y="23341"/>
                </a:lnTo>
                <a:lnTo>
                  <a:pt x="1732" y="23602"/>
                </a:lnTo>
                <a:lnTo>
                  <a:pt x="1732" y="23863"/>
                </a:lnTo>
                <a:lnTo>
                  <a:pt x="1732" y="24124"/>
                </a:lnTo>
                <a:lnTo>
                  <a:pt x="1796" y="24385"/>
                </a:lnTo>
                <a:lnTo>
                  <a:pt x="1796" y="24675"/>
                </a:lnTo>
                <a:lnTo>
                  <a:pt x="1796" y="24936"/>
                </a:lnTo>
                <a:lnTo>
                  <a:pt x="1796" y="25197"/>
                </a:lnTo>
                <a:lnTo>
                  <a:pt x="1796" y="25516"/>
                </a:lnTo>
                <a:lnTo>
                  <a:pt x="1892" y="25806"/>
                </a:lnTo>
                <a:lnTo>
                  <a:pt x="1892" y="26067"/>
                </a:lnTo>
                <a:lnTo>
                  <a:pt x="1892" y="26327"/>
                </a:lnTo>
                <a:lnTo>
                  <a:pt x="1892" y="26588"/>
                </a:lnTo>
                <a:lnTo>
                  <a:pt x="1956" y="26849"/>
                </a:lnTo>
                <a:lnTo>
                  <a:pt x="1956" y="27197"/>
                </a:lnTo>
                <a:lnTo>
                  <a:pt x="1956" y="27458"/>
                </a:lnTo>
                <a:lnTo>
                  <a:pt x="1956" y="27719"/>
                </a:lnTo>
                <a:lnTo>
                  <a:pt x="1956" y="27980"/>
                </a:lnTo>
                <a:lnTo>
                  <a:pt x="2021" y="28241"/>
                </a:lnTo>
                <a:lnTo>
                  <a:pt x="2021" y="28589"/>
                </a:lnTo>
                <a:lnTo>
                  <a:pt x="2021" y="28850"/>
                </a:lnTo>
                <a:lnTo>
                  <a:pt x="2021" y="29111"/>
                </a:lnTo>
                <a:lnTo>
                  <a:pt x="2117" y="29459"/>
                </a:lnTo>
                <a:lnTo>
                  <a:pt x="2117" y="29720"/>
                </a:lnTo>
                <a:lnTo>
                  <a:pt x="2117" y="29981"/>
                </a:lnTo>
                <a:lnTo>
                  <a:pt x="2117" y="30242"/>
                </a:lnTo>
                <a:lnTo>
                  <a:pt x="2117" y="30590"/>
                </a:lnTo>
                <a:lnTo>
                  <a:pt x="2181" y="30851"/>
                </a:lnTo>
                <a:lnTo>
                  <a:pt x="2181" y="31170"/>
                </a:lnTo>
                <a:lnTo>
                  <a:pt x="2181" y="31460"/>
                </a:lnTo>
                <a:lnTo>
                  <a:pt x="2181" y="31721"/>
                </a:lnTo>
                <a:lnTo>
                  <a:pt x="2181" y="32040"/>
                </a:lnTo>
                <a:lnTo>
                  <a:pt x="2245" y="32301"/>
                </a:lnTo>
                <a:lnTo>
                  <a:pt x="2245" y="32648"/>
                </a:lnTo>
                <a:lnTo>
                  <a:pt x="2245" y="32909"/>
                </a:lnTo>
                <a:lnTo>
                  <a:pt x="2245" y="33228"/>
                </a:lnTo>
                <a:lnTo>
                  <a:pt x="2309" y="33518"/>
                </a:lnTo>
                <a:lnTo>
                  <a:pt x="2309" y="33837"/>
                </a:lnTo>
                <a:lnTo>
                  <a:pt x="2309" y="34098"/>
                </a:lnTo>
                <a:lnTo>
                  <a:pt x="2309" y="34446"/>
                </a:lnTo>
                <a:lnTo>
                  <a:pt x="2309" y="34707"/>
                </a:lnTo>
                <a:lnTo>
                  <a:pt x="2406" y="35026"/>
                </a:lnTo>
                <a:lnTo>
                  <a:pt x="2406" y="35316"/>
                </a:lnTo>
                <a:lnTo>
                  <a:pt x="2406" y="35635"/>
                </a:lnTo>
                <a:lnTo>
                  <a:pt x="2406" y="35896"/>
                </a:lnTo>
                <a:lnTo>
                  <a:pt x="2470" y="36244"/>
                </a:lnTo>
                <a:lnTo>
                  <a:pt x="2470" y="36563"/>
                </a:lnTo>
                <a:lnTo>
                  <a:pt x="2470" y="36824"/>
                </a:lnTo>
                <a:lnTo>
                  <a:pt x="2470" y="37172"/>
                </a:lnTo>
                <a:lnTo>
                  <a:pt x="2470" y="37433"/>
                </a:lnTo>
                <a:lnTo>
                  <a:pt x="2534" y="37752"/>
                </a:lnTo>
                <a:lnTo>
                  <a:pt x="2534" y="38100"/>
                </a:lnTo>
                <a:lnTo>
                  <a:pt x="2534" y="38361"/>
                </a:lnTo>
                <a:lnTo>
                  <a:pt x="2534" y="38680"/>
                </a:lnTo>
                <a:lnTo>
                  <a:pt x="2630" y="39028"/>
                </a:lnTo>
                <a:lnTo>
                  <a:pt x="2630" y="39346"/>
                </a:lnTo>
                <a:lnTo>
                  <a:pt x="2630" y="39636"/>
                </a:lnTo>
                <a:lnTo>
                  <a:pt x="2630" y="39955"/>
                </a:lnTo>
                <a:lnTo>
                  <a:pt x="2630" y="40303"/>
                </a:lnTo>
                <a:lnTo>
                  <a:pt x="2694" y="40622"/>
                </a:lnTo>
                <a:lnTo>
                  <a:pt x="2694" y="40883"/>
                </a:lnTo>
                <a:lnTo>
                  <a:pt x="2694" y="41231"/>
                </a:lnTo>
                <a:lnTo>
                  <a:pt x="2694" y="41550"/>
                </a:lnTo>
                <a:lnTo>
                  <a:pt x="2758" y="41898"/>
                </a:lnTo>
                <a:lnTo>
                  <a:pt x="2758" y="42217"/>
                </a:lnTo>
                <a:lnTo>
                  <a:pt x="2758" y="42478"/>
                </a:lnTo>
                <a:lnTo>
                  <a:pt x="2758" y="42826"/>
                </a:lnTo>
                <a:lnTo>
                  <a:pt x="2758" y="43145"/>
                </a:lnTo>
                <a:lnTo>
                  <a:pt x="2823" y="43493"/>
                </a:lnTo>
                <a:lnTo>
                  <a:pt x="2823" y="43812"/>
                </a:lnTo>
                <a:lnTo>
                  <a:pt x="2823" y="44160"/>
                </a:lnTo>
                <a:lnTo>
                  <a:pt x="2823" y="44479"/>
                </a:lnTo>
                <a:lnTo>
                  <a:pt x="2919" y="44798"/>
                </a:lnTo>
                <a:lnTo>
                  <a:pt x="2919" y="45146"/>
                </a:lnTo>
                <a:lnTo>
                  <a:pt x="2919" y="45465"/>
                </a:lnTo>
                <a:lnTo>
                  <a:pt x="2919" y="45812"/>
                </a:lnTo>
                <a:lnTo>
                  <a:pt x="2919" y="46131"/>
                </a:lnTo>
                <a:lnTo>
                  <a:pt x="2983" y="46479"/>
                </a:lnTo>
                <a:lnTo>
                  <a:pt x="2983" y="46798"/>
                </a:lnTo>
                <a:lnTo>
                  <a:pt x="2983" y="47146"/>
                </a:lnTo>
                <a:lnTo>
                  <a:pt x="2983" y="47465"/>
                </a:lnTo>
                <a:lnTo>
                  <a:pt x="2983" y="47813"/>
                </a:lnTo>
                <a:lnTo>
                  <a:pt x="3047" y="48132"/>
                </a:lnTo>
                <a:lnTo>
                  <a:pt x="3047" y="48480"/>
                </a:lnTo>
                <a:lnTo>
                  <a:pt x="3047" y="48799"/>
                </a:lnTo>
                <a:lnTo>
                  <a:pt x="3047" y="49147"/>
                </a:lnTo>
                <a:lnTo>
                  <a:pt x="3111" y="49466"/>
                </a:lnTo>
                <a:lnTo>
                  <a:pt x="3111" y="49785"/>
                </a:lnTo>
                <a:lnTo>
                  <a:pt x="3111" y="50133"/>
                </a:lnTo>
                <a:lnTo>
                  <a:pt x="3111" y="50539"/>
                </a:lnTo>
                <a:lnTo>
                  <a:pt x="3111" y="50858"/>
                </a:lnTo>
                <a:lnTo>
                  <a:pt x="3208" y="51206"/>
                </a:lnTo>
                <a:lnTo>
                  <a:pt x="3208" y="51525"/>
                </a:lnTo>
                <a:lnTo>
                  <a:pt x="3208" y="5187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764305" y="3142488"/>
            <a:ext cx="3208" cy="84029"/>
          </a:xfrm>
          <a:custGeom>
            <a:avLst/>
            <a:gdLst/>
            <a:ahLst/>
            <a:cxnLst/>
            <a:rect l="l" t="t" r="r" b="b"/>
            <a:pathLst>
              <a:path w="3208" h="84029">
                <a:moveTo>
                  <a:pt x="0" y="0"/>
                </a:moveTo>
                <a:lnTo>
                  <a:pt x="0" y="318"/>
                </a:lnTo>
                <a:lnTo>
                  <a:pt x="64" y="724"/>
                </a:lnTo>
                <a:lnTo>
                  <a:pt x="64" y="1043"/>
                </a:lnTo>
                <a:lnTo>
                  <a:pt x="64" y="1391"/>
                </a:lnTo>
                <a:lnTo>
                  <a:pt x="64" y="1710"/>
                </a:lnTo>
                <a:lnTo>
                  <a:pt x="64" y="2116"/>
                </a:lnTo>
                <a:lnTo>
                  <a:pt x="128" y="2435"/>
                </a:lnTo>
                <a:lnTo>
                  <a:pt x="128" y="2783"/>
                </a:lnTo>
                <a:lnTo>
                  <a:pt x="128" y="3189"/>
                </a:lnTo>
                <a:lnTo>
                  <a:pt x="128" y="3508"/>
                </a:lnTo>
                <a:lnTo>
                  <a:pt x="224" y="3856"/>
                </a:lnTo>
                <a:lnTo>
                  <a:pt x="224" y="4233"/>
                </a:lnTo>
                <a:lnTo>
                  <a:pt x="224" y="4581"/>
                </a:lnTo>
                <a:lnTo>
                  <a:pt x="224" y="4900"/>
                </a:lnTo>
                <a:lnTo>
                  <a:pt x="224" y="5306"/>
                </a:lnTo>
                <a:lnTo>
                  <a:pt x="288" y="5654"/>
                </a:lnTo>
                <a:lnTo>
                  <a:pt x="288" y="5973"/>
                </a:lnTo>
                <a:lnTo>
                  <a:pt x="288" y="6379"/>
                </a:lnTo>
                <a:lnTo>
                  <a:pt x="288" y="6697"/>
                </a:lnTo>
                <a:lnTo>
                  <a:pt x="352" y="7103"/>
                </a:lnTo>
                <a:lnTo>
                  <a:pt x="352" y="7422"/>
                </a:lnTo>
                <a:lnTo>
                  <a:pt x="352" y="7828"/>
                </a:lnTo>
                <a:lnTo>
                  <a:pt x="352" y="8176"/>
                </a:lnTo>
                <a:lnTo>
                  <a:pt x="352" y="8553"/>
                </a:lnTo>
                <a:lnTo>
                  <a:pt x="417" y="8901"/>
                </a:lnTo>
                <a:lnTo>
                  <a:pt x="417" y="9307"/>
                </a:lnTo>
                <a:lnTo>
                  <a:pt x="417" y="9626"/>
                </a:lnTo>
                <a:lnTo>
                  <a:pt x="417" y="10032"/>
                </a:lnTo>
                <a:lnTo>
                  <a:pt x="513" y="10351"/>
                </a:lnTo>
                <a:lnTo>
                  <a:pt x="513" y="10757"/>
                </a:lnTo>
                <a:lnTo>
                  <a:pt x="513" y="11105"/>
                </a:lnTo>
                <a:lnTo>
                  <a:pt x="513" y="11482"/>
                </a:lnTo>
                <a:lnTo>
                  <a:pt x="513" y="11888"/>
                </a:lnTo>
                <a:lnTo>
                  <a:pt x="577" y="12236"/>
                </a:lnTo>
                <a:lnTo>
                  <a:pt x="577" y="12613"/>
                </a:lnTo>
                <a:lnTo>
                  <a:pt x="577" y="12961"/>
                </a:lnTo>
                <a:lnTo>
                  <a:pt x="577" y="13366"/>
                </a:lnTo>
                <a:lnTo>
                  <a:pt x="577" y="13743"/>
                </a:lnTo>
                <a:lnTo>
                  <a:pt x="641" y="14091"/>
                </a:lnTo>
                <a:lnTo>
                  <a:pt x="641" y="14497"/>
                </a:lnTo>
                <a:lnTo>
                  <a:pt x="641" y="14874"/>
                </a:lnTo>
                <a:lnTo>
                  <a:pt x="641" y="15222"/>
                </a:lnTo>
                <a:lnTo>
                  <a:pt x="705" y="15628"/>
                </a:lnTo>
                <a:lnTo>
                  <a:pt x="705" y="16005"/>
                </a:lnTo>
                <a:lnTo>
                  <a:pt x="705" y="16411"/>
                </a:lnTo>
                <a:lnTo>
                  <a:pt x="705" y="16730"/>
                </a:lnTo>
                <a:lnTo>
                  <a:pt x="705" y="17136"/>
                </a:lnTo>
                <a:lnTo>
                  <a:pt x="802" y="17542"/>
                </a:lnTo>
                <a:lnTo>
                  <a:pt x="802" y="17948"/>
                </a:lnTo>
                <a:lnTo>
                  <a:pt x="802" y="18267"/>
                </a:lnTo>
                <a:lnTo>
                  <a:pt x="802" y="18673"/>
                </a:lnTo>
                <a:lnTo>
                  <a:pt x="866" y="19079"/>
                </a:lnTo>
                <a:lnTo>
                  <a:pt x="866" y="19485"/>
                </a:lnTo>
                <a:lnTo>
                  <a:pt x="866" y="19861"/>
                </a:lnTo>
                <a:lnTo>
                  <a:pt x="866" y="20267"/>
                </a:lnTo>
                <a:lnTo>
                  <a:pt x="866" y="20673"/>
                </a:lnTo>
                <a:lnTo>
                  <a:pt x="930" y="20992"/>
                </a:lnTo>
                <a:lnTo>
                  <a:pt x="930" y="21398"/>
                </a:lnTo>
                <a:lnTo>
                  <a:pt x="930" y="21804"/>
                </a:lnTo>
                <a:lnTo>
                  <a:pt x="930" y="22210"/>
                </a:lnTo>
                <a:lnTo>
                  <a:pt x="1026" y="22587"/>
                </a:lnTo>
                <a:lnTo>
                  <a:pt x="1026" y="22993"/>
                </a:lnTo>
                <a:lnTo>
                  <a:pt x="1026" y="23399"/>
                </a:lnTo>
                <a:lnTo>
                  <a:pt x="1026" y="23805"/>
                </a:lnTo>
                <a:lnTo>
                  <a:pt x="1026" y="24182"/>
                </a:lnTo>
                <a:lnTo>
                  <a:pt x="1090" y="24588"/>
                </a:lnTo>
                <a:lnTo>
                  <a:pt x="1090" y="24994"/>
                </a:lnTo>
                <a:lnTo>
                  <a:pt x="1090" y="25400"/>
                </a:lnTo>
                <a:lnTo>
                  <a:pt x="1090" y="25777"/>
                </a:lnTo>
                <a:lnTo>
                  <a:pt x="1154" y="26182"/>
                </a:lnTo>
                <a:lnTo>
                  <a:pt x="1154" y="26588"/>
                </a:lnTo>
                <a:lnTo>
                  <a:pt x="1154" y="26994"/>
                </a:lnTo>
                <a:lnTo>
                  <a:pt x="1154" y="27371"/>
                </a:lnTo>
                <a:lnTo>
                  <a:pt x="1154" y="27777"/>
                </a:lnTo>
                <a:lnTo>
                  <a:pt x="1219" y="28183"/>
                </a:lnTo>
                <a:lnTo>
                  <a:pt x="1219" y="28589"/>
                </a:lnTo>
                <a:lnTo>
                  <a:pt x="1219" y="28966"/>
                </a:lnTo>
                <a:lnTo>
                  <a:pt x="1219" y="29459"/>
                </a:lnTo>
                <a:lnTo>
                  <a:pt x="1315" y="29836"/>
                </a:lnTo>
                <a:lnTo>
                  <a:pt x="1315" y="30242"/>
                </a:lnTo>
                <a:lnTo>
                  <a:pt x="1315" y="30648"/>
                </a:lnTo>
                <a:lnTo>
                  <a:pt x="1315" y="31054"/>
                </a:lnTo>
                <a:lnTo>
                  <a:pt x="1315" y="31431"/>
                </a:lnTo>
                <a:lnTo>
                  <a:pt x="1379" y="31895"/>
                </a:lnTo>
                <a:lnTo>
                  <a:pt x="1379" y="32301"/>
                </a:lnTo>
                <a:lnTo>
                  <a:pt x="1379" y="32706"/>
                </a:lnTo>
                <a:lnTo>
                  <a:pt x="1379" y="33112"/>
                </a:lnTo>
                <a:lnTo>
                  <a:pt x="1379" y="33489"/>
                </a:lnTo>
                <a:lnTo>
                  <a:pt x="1443" y="33953"/>
                </a:lnTo>
                <a:lnTo>
                  <a:pt x="1443" y="34359"/>
                </a:lnTo>
                <a:lnTo>
                  <a:pt x="1443" y="34765"/>
                </a:lnTo>
                <a:lnTo>
                  <a:pt x="1443" y="35171"/>
                </a:lnTo>
                <a:lnTo>
                  <a:pt x="1539" y="35635"/>
                </a:lnTo>
                <a:lnTo>
                  <a:pt x="1539" y="36041"/>
                </a:lnTo>
                <a:lnTo>
                  <a:pt x="1539" y="36418"/>
                </a:lnTo>
                <a:lnTo>
                  <a:pt x="1539" y="36882"/>
                </a:lnTo>
                <a:lnTo>
                  <a:pt x="1539" y="37288"/>
                </a:lnTo>
                <a:lnTo>
                  <a:pt x="1604" y="37694"/>
                </a:lnTo>
                <a:lnTo>
                  <a:pt x="1604" y="38158"/>
                </a:lnTo>
                <a:lnTo>
                  <a:pt x="1604" y="38564"/>
                </a:lnTo>
                <a:lnTo>
                  <a:pt x="1604" y="39028"/>
                </a:lnTo>
                <a:lnTo>
                  <a:pt x="1668" y="39433"/>
                </a:lnTo>
                <a:lnTo>
                  <a:pt x="1668" y="39810"/>
                </a:lnTo>
                <a:lnTo>
                  <a:pt x="1668" y="40274"/>
                </a:lnTo>
                <a:lnTo>
                  <a:pt x="1668" y="40680"/>
                </a:lnTo>
                <a:lnTo>
                  <a:pt x="1668" y="41144"/>
                </a:lnTo>
                <a:lnTo>
                  <a:pt x="1732" y="41550"/>
                </a:lnTo>
                <a:lnTo>
                  <a:pt x="1732" y="42014"/>
                </a:lnTo>
                <a:lnTo>
                  <a:pt x="1732" y="42420"/>
                </a:lnTo>
                <a:lnTo>
                  <a:pt x="1732" y="42884"/>
                </a:lnTo>
                <a:lnTo>
                  <a:pt x="1828" y="43290"/>
                </a:lnTo>
                <a:lnTo>
                  <a:pt x="1828" y="43754"/>
                </a:lnTo>
                <a:lnTo>
                  <a:pt x="1828" y="44131"/>
                </a:lnTo>
                <a:lnTo>
                  <a:pt x="1828" y="44595"/>
                </a:lnTo>
                <a:lnTo>
                  <a:pt x="1828" y="45001"/>
                </a:lnTo>
                <a:lnTo>
                  <a:pt x="1892" y="45465"/>
                </a:lnTo>
                <a:lnTo>
                  <a:pt x="1892" y="45870"/>
                </a:lnTo>
                <a:lnTo>
                  <a:pt x="1892" y="46334"/>
                </a:lnTo>
                <a:lnTo>
                  <a:pt x="1892" y="46740"/>
                </a:lnTo>
                <a:lnTo>
                  <a:pt x="1956" y="47204"/>
                </a:lnTo>
                <a:lnTo>
                  <a:pt x="1956" y="47668"/>
                </a:lnTo>
                <a:lnTo>
                  <a:pt x="1956" y="48074"/>
                </a:lnTo>
                <a:lnTo>
                  <a:pt x="1956" y="48538"/>
                </a:lnTo>
                <a:lnTo>
                  <a:pt x="1956" y="48915"/>
                </a:lnTo>
                <a:lnTo>
                  <a:pt x="2021" y="49408"/>
                </a:lnTo>
                <a:lnTo>
                  <a:pt x="2021" y="49872"/>
                </a:lnTo>
                <a:lnTo>
                  <a:pt x="2021" y="50249"/>
                </a:lnTo>
                <a:lnTo>
                  <a:pt x="2021" y="50713"/>
                </a:lnTo>
                <a:lnTo>
                  <a:pt x="2117" y="51177"/>
                </a:lnTo>
                <a:lnTo>
                  <a:pt x="2117" y="51583"/>
                </a:lnTo>
                <a:lnTo>
                  <a:pt x="2117" y="52047"/>
                </a:lnTo>
                <a:lnTo>
                  <a:pt x="2117" y="52510"/>
                </a:lnTo>
                <a:lnTo>
                  <a:pt x="2117" y="52974"/>
                </a:lnTo>
                <a:lnTo>
                  <a:pt x="2181" y="53380"/>
                </a:lnTo>
                <a:lnTo>
                  <a:pt x="2181" y="53844"/>
                </a:lnTo>
                <a:lnTo>
                  <a:pt x="2181" y="54308"/>
                </a:lnTo>
                <a:lnTo>
                  <a:pt x="2181" y="54772"/>
                </a:lnTo>
                <a:lnTo>
                  <a:pt x="2181" y="55178"/>
                </a:lnTo>
                <a:lnTo>
                  <a:pt x="2245" y="55642"/>
                </a:lnTo>
                <a:lnTo>
                  <a:pt x="2245" y="56106"/>
                </a:lnTo>
                <a:lnTo>
                  <a:pt x="2245" y="56570"/>
                </a:lnTo>
                <a:lnTo>
                  <a:pt x="2245" y="57034"/>
                </a:lnTo>
                <a:lnTo>
                  <a:pt x="2341" y="57498"/>
                </a:lnTo>
                <a:lnTo>
                  <a:pt x="2341" y="57904"/>
                </a:lnTo>
                <a:lnTo>
                  <a:pt x="2341" y="58368"/>
                </a:lnTo>
                <a:lnTo>
                  <a:pt x="2341" y="58831"/>
                </a:lnTo>
                <a:lnTo>
                  <a:pt x="2341" y="59295"/>
                </a:lnTo>
                <a:lnTo>
                  <a:pt x="2406" y="59759"/>
                </a:lnTo>
                <a:lnTo>
                  <a:pt x="2406" y="60223"/>
                </a:lnTo>
                <a:lnTo>
                  <a:pt x="2406" y="60687"/>
                </a:lnTo>
                <a:lnTo>
                  <a:pt x="2406" y="61151"/>
                </a:lnTo>
                <a:lnTo>
                  <a:pt x="2470" y="61615"/>
                </a:lnTo>
                <a:lnTo>
                  <a:pt x="2470" y="62108"/>
                </a:lnTo>
                <a:lnTo>
                  <a:pt x="2470" y="62572"/>
                </a:lnTo>
                <a:lnTo>
                  <a:pt x="2470" y="62949"/>
                </a:lnTo>
                <a:lnTo>
                  <a:pt x="2470" y="63413"/>
                </a:lnTo>
                <a:lnTo>
                  <a:pt x="2534" y="63877"/>
                </a:lnTo>
                <a:lnTo>
                  <a:pt x="2534" y="64370"/>
                </a:lnTo>
                <a:lnTo>
                  <a:pt x="2534" y="64834"/>
                </a:lnTo>
                <a:lnTo>
                  <a:pt x="2534" y="65297"/>
                </a:lnTo>
                <a:lnTo>
                  <a:pt x="2630" y="65819"/>
                </a:lnTo>
                <a:lnTo>
                  <a:pt x="2630" y="66283"/>
                </a:lnTo>
                <a:lnTo>
                  <a:pt x="2630" y="66747"/>
                </a:lnTo>
                <a:lnTo>
                  <a:pt x="2630" y="67211"/>
                </a:lnTo>
                <a:lnTo>
                  <a:pt x="2630" y="67675"/>
                </a:lnTo>
                <a:lnTo>
                  <a:pt x="2694" y="68139"/>
                </a:lnTo>
                <a:lnTo>
                  <a:pt x="2694" y="68603"/>
                </a:lnTo>
                <a:lnTo>
                  <a:pt x="2694" y="69067"/>
                </a:lnTo>
                <a:lnTo>
                  <a:pt x="2694" y="69531"/>
                </a:lnTo>
                <a:lnTo>
                  <a:pt x="2758" y="69995"/>
                </a:lnTo>
                <a:lnTo>
                  <a:pt x="2758" y="70488"/>
                </a:lnTo>
                <a:lnTo>
                  <a:pt x="2758" y="71010"/>
                </a:lnTo>
                <a:lnTo>
                  <a:pt x="2758" y="71474"/>
                </a:lnTo>
                <a:lnTo>
                  <a:pt x="2758" y="71937"/>
                </a:lnTo>
                <a:lnTo>
                  <a:pt x="2855" y="72401"/>
                </a:lnTo>
                <a:lnTo>
                  <a:pt x="2855" y="72865"/>
                </a:lnTo>
                <a:lnTo>
                  <a:pt x="2855" y="73329"/>
                </a:lnTo>
                <a:lnTo>
                  <a:pt x="2855" y="73851"/>
                </a:lnTo>
                <a:lnTo>
                  <a:pt x="2919" y="74344"/>
                </a:lnTo>
                <a:lnTo>
                  <a:pt x="2919" y="74808"/>
                </a:lnTo>
                <a:lnTo>
                  <a:pt x="2919" y="75272"/>
                </a:lnTo>
                <a:lnTo>
                  <a:pt x="2919" y="75736"/>
                </a:lnTo>
                <a:lnTo>
                  <a:pt x="2919" y="76258"/>
                </a:lnTo>
                <a:lnTo>
                  <a:pt x="2983" y="76722"/>
                </a:lnTo>
                <a:lnTo>
                  <a:pt x="2983" y="77186"/>
                </a:lnTo>
                <a:lnTo>
                  <a:pt x="2983" y="77708"/>
                </a:lnTo>
                <a:lnTo>
                  <a:pt x="2983" y="78201"/>
                </a:lnTo>
                <a:lnTo>
                  <a:pt x="2983" y="78664"/>
                </a:lnTo>
                <a:lnTo>
                  <a:pt x="3047" y="79128"/>
                </a:lnTo>
                <a:lnTo>
                  <a:pt x="3047" y="79650"/>
                </a:lnTo>
                <a:lnTo>
                  <a:pt x="3047" y="80114"/>
                </a:lnTo>
                <a:lnTo>
                  <a:pt x="3047" y="80578"/>
                </a:lnTo>
                <a:lnTo>
                  <a:pt x="3143" y="81100"/>
                </a:lnTo>
                <a:lnTo>
                  <a:pt x="3143" y="81564"/>
                </a:lnTo>
                <a:lnTo>
                  <a:pt x="3143" y="82115"/>
                </a:lnTo>
                <a:lnTo>
                  <a:pt x="3143" y="82579"/>
                </a:lnTo>
                <a:lnTo>
                  <a:pt x="3143" y="83043"/>
                </a:lnTo>
                <a:lnTo>
                  <a:pt x="3208" y="83565"/>
                </a:lnTo>
                <a:lnTo>
                  <a:pt x="3208" y="8402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767513" y="3226518"/>
            <a:ext cx="3208" cy="109516"/>
          </a:xfrm>
          <a:custGeom>
            <a:avLst/>
            <a:gdLst/>
            <a:ahLst/>
            <a:cxnLst/>
            <a:rect l="l" t="t" r="r" b="b"/>
            <a:pathLst>
              <a:path w="3208" h="109516">
                <a:moveTo>
                  <a:pt x="0" y="0"/>
                </a:moveTo>
                <a:lnTo>
                  <a:pt x="0" y="550"/>
                </a:lnTo>
                <a:lnTo>
                  <a:pt x="0" y="1014"/>
                </a:lnTo>
                <a:lnTo>
                  <a:pt x="64" y="1478"/>
                </a:lnTo>
                <a:lnTo>
                  <a:pt x="64" y="2000"/>
                </a:lnTo>
                <a:lnTo>
                  <a:pt x="64" y="2464"/>
                </a:lnTo>
                <a:lnTo>
                  <a:pt x="64" y="3015"/>
                </a:lnTo>
                <a:lnTo>
                  <a:pt x="64" y="3479"/>
                </a:lnTo>
                <a:lnTo>
                  <a:pt x="128" y="4001"/>
                </a:lnTo>
                <a:lnTo>
                  <a:pt x="128" y="4465"/>
                </a:lnTo>
                <a:lnTo>
                  <a:pt x="128" y="4987"/>
                </a:lnTo>
                <a:lnTo>
                  <a:pt x="128" y="5451"/>
                </a:lnTo>
                <a:lnTo>
                  <a:pt x="224" y="6002"/>
                </a:lnTo>
                <a:lnTo>
                  <a:pt x="224" y="6466"/>
                </a:lnTo>
                <a:lnTo>
                  <a:pt x="224" y="6987"/>
                </a:lnTo>
                <a:lnTo>
                  <a:pt x="224" y="7451"/>
                </a:lnTo>
                <a:lnTo>
                  <a:pt x="224" y="8002"/>
                </a:lnTo>
                <a:lnTo>
                  <a:pt x="288" y="8524"/>
                </a:lnTo>
                <a:lnTo>
                  <a:pt x="288" y="8988"/>
                </a:lnTo>
                <a:lnTo>
                  <a:pt x="288" y="9510"/>
                </a:lnTo>
                <a:lnTo>
                  <a:pt x="288" y="9974"/>
                </a:lnTo>
                <a:lnTo>
                  <a:pt x="352" y="10525"/>
                </a:lnTo>
                <a:lnTo>
                  <a:pt x="352" y="11047"/>
                </a:lnTo>
                <a:lnTo>
                  <a:pt x="352" y="11511"/>
                </a:lnTo>
                <a:lnTo>
                  <a:pt x="352" y="12033"/>
                </a:lnTo>
                <a:lnTo>
                  <a:pt x="352" y="12584"/>
                </a:lnTo>
                <a:lnTo>
                  <a:pt x="449" y="13047"/>
                </a:lnTo>
                <a:lnTo>
                  <a:pt x="449" y="13569"/>
                </a:lnTo>
                <a:lnTo>
                  <a:pt x="449" y="14120"/>
                </a:lnTo>
                <a:lnTo>
                  <a:pt x="449" y="14584"/>
                </a:lnTo>
                <a:lnTo>
                  <a:pt x="513" y="15106"/>
                </a:lnTo>
                <a:lnTo>
                  <a:pt x="513" y="15628"/>
                </a:lnTo>
                <a:lnTo>
                  <a:pt x="513" y="16092"/>
                </a:lnTo>
                <a:lnTo>
                  <a:pt x="513" y="16643"/>
                </a:lnTo>
                <a:lnTo>
                  <a:pt x="513" y="17165"/>
                </a:lnTo>
                <a:lnTo>
                  <a:pt x="577" y="17687"/>
                </a:lnTo>
                <a:lnTo>
                  <a:pt x="577" y="18151"/>
                </a:lnTo>
                <a:lnTo>
                  <a:pt x="577" y="18702"/>
                </a:lnTo>
                <a:lnTo>
                  <a:pt x="577" y="19224"/>
                </a:lnTo>
                <a:lnTo>
                  <a:pt x="577" y="19745"/>
                </a:lnTo>
                <a:lnTo>
                  <a:pt x="641" y="20238"/>
                </a:lnTo>
                <a:lnTo>
                  <a:pt x="641" y="20760"/>
                </a:lnTo>
                <a:lnTo>
                  <a:pt x="641" y="21282"/>
                </a:lnTo>
                <a:lnTo>
                  <a:pt x="641" y="21833"/>
                </a:lnTo>
                <a:lnTo>
                  <a:pt x="737" y="22355"/>
                </a:lnTo>
                <a:lnTo>
                  <a:pt x="737" y="22877"/>
                </a:lnTo>
                <a:lnTo>
                  <a:pt x="737" y="23341"/>
                </a:lnTo>
                <a:lnTo>
                  <a:pt x="737" y="23892"/>
                </a:lnTo>
                <a:lnTo>
                  <a:pt x="737" y="24414"/>
                </a:lnTo>
                <a:lnTo>
                  <a:pt x="802" y="24936"/>
                </a:lnTo>
                <a:lnTo>
                  <a:pt x="802" y="25487"/>
                </a:lnTo>
                <a:lnTo>
                  <a:pt x="802" y="26009"/>
                </a:lnTo>
                <a:lnTo>
                  <a:pt x="802" y="26530"/>
                </a:lnTo>
                <a:lnTo>
                  <a:pt x="866" y="27081"/>
                </a:lnTo>
                <a:lnTo>
                  <a:pt x="866" y="27545"/>
                </a:lnTo>
                <a:lnTo>
                  <a:pt x="866" y="28067"/>
                </a:lnTo>
                <a:lnTo>
                  <a:pt x="866" y="28589"/>
                </a:lnTo>
                <a:lnTo>
                  <a:pt x="866" y="29140"/>
                </a:lnTo>
                <a:lnTo>
                  <a:pt x="930" y="29662"/>
                </a:lnTo>
                <a:lnTo>
                  <a:pt x="930" y="30213"/>
                </a:lnTo>
                <a:lnTo>
                  <a:pt x="930" y="30735"/>
                </a:lnTo>
                <a:lnTo>
                  <a:pt x="930" y="31257"/>
                </a:lnTo>
                <a:lnTo>
                  <a:pt x="1026" y="31808"/>
                </a:lnTo>
                <a:lnTo>
                  <a:pt x="1026" y="32330"/>
                </a:lnTo>
                <a:lnTo>
                  <a:pt x="1026" y="32851"/>
                </a:lnTo>
                <a:lnTo>
                  <a:pt x="1026" y="33402"/>
                </a:lnTo>
                <a:lnTo>
                  <a:pt x="1026" y="33924"/>
                </a:lnTo>
                <a:lnTo>
                  <a:pt x="1090" y="34446"/>
                </a:lnTo>
                <a:lnTo>
                  <a:pt x="1090" y="34997"/>
                </a:lnTo>
                <a:lnTo>
                  <a:pt x="1090" y="35519"/>
                </a:lnTo>
                <a:lnTo>
                  <a:pt x="1090" y="36041"/>
                </a:lnTo>
                <a:lnTo>
                  <a:pt x="1154" y="36592"/>
                </a:lnTo>
                <a:lnTo>
                  <a:pt x="1154" y="37114"/>
                </a:lnTo>
                <a:lnTo>
                  <a:pt x="1154" y="37636"/>
                </a:lnTo>
                <a:lnTo>
                  <a:pt x="1154" y="38245"/>
                </a:lnTo>
                <a:lnTo>
                  <a:pt x="1154" y="38767"/>
                </a:lnTo>
                <a:lnTo>
                  <a:pt x="1251" y="39317"/>
                </a:lnTo>
                <a:lnTo>
                  <a:pt x="1251" y="39839"/>
                </a:lnTo>
                <a:lnTo>
                  <a:pt x="1251" y="40361"/>
                </a:lnTo>
                <a:lnTo>
                  <a:pt x="1251" y="40912"/>
                </a:lnTo>
                <a:lnTo>
                  <a:pt x="1315" y="41434"/>
                </a:lnTo>
                <a:lnTo>
                  <a:pt x="1315" y="41956"/>
                </a:lnTo>
                <a:lnTo>
                  <a:pt x="1315" y="42565"/>
                </a:lnTo>
                <a:lnTo>
                  <a:pt x="1315" y="43087"/>
                </a:lnTo>
                <a:lnTo>
                  <a:pt x="1315" y="43638"/>
                </a:lnTo>
                <a:lnTo>
                  <a:pt x="1379" y="44160"/>
                </a:lnTo>
                <a:lnTo>
                  <a:pt x="1379" y="44682"/>
                </a:lnTo>
                <a:lnTo>
                  <a:pt x="1379" y="45291"/>
                </a:lnTo>
                <a:lnTo>
                  <a:pt x="1379" y="45812"/>
                </a:lnTo>
                <a:lnTo>
                  <a:pt x="1379" y="46363"/>
                </a:lnTo>
                <a:lnTo>
                  <a:pt x="1443" y="46885"/>
                </a:lnTo>
                <a:lnTo>
                  <a:pt x="1443" y="47407"/>
                </a:lnTo>
                <a:lnTo>
                  <a:pt x="1443" y="48016"/>
                </a:lnTo>
                <a:lnTo>
                  <a:pt x="1443" y="48538"/>
                </a:lnTo>
                <a:lnTo>
                  <a:pt x="1539" y="49089"/>
                </a:lnTo>
                <a:lnTo>
                  <a:pt x="1539" y="49611"/>
                </a:lnTo>
                <a:lnTo>
                  <a:pt x="1539" y="50220"/>
                </a:lnTo>
                <a:lnTo>
                  <a:pt x="1539" y="50742"/>
                </a:lnTo>
                <a:lnTo>
                  <a:pt x="1539" y="51293"/>
                </a:lnTo>
                <a:lnTo>
                  <a:pt x="1604" y="51873"/>
                </a:lnTo>
                <a:lnTo>
                  <a:pt x="1604" y="52394"/>
                </a:lnTo>
                <a:lnTo>
                  <a:pt x="1604" y="52945"/>
                </a:lnTo>
                <a:lnTo>
                  <a:pt x="1604" y="53467"/>
                </a:lnTo>
                <a:lnTo>
                  <a:pt x="1668" y="54076"/>
                </a:lnTo>
                <a:lnTo>
                  <a:pt x="1668" y="54598"/>
                </a:lnTo>
                <a:lnTo>
                  <a:pt x="1668" y="55207"/>
                </a:lnTo>
                <a:lnTo>
                  <a:pt x="1668" y="55729"/>
                </a:lnTo>
                <a:lnTo>
                  <a:pt x="1668" y="56280"/>
                </a:lnTo>
                <a:lnTo>
                  <a:pt x="1764" y="56860"/>
                </a:lnTo>
                <a:lnTo>
                  <a:pt x="1764" y="57382"/>
                </a:lnTo>
                <a:lnTo>
                  <a:pt x="1764" y="57933"/>
                </a:lnTo>
                <a:lnTo>
                  <a:pt x="1764" y="58513"/>
                </a:lnTo>
                <a:lnTo>
                  <a:pt x="1828" y="59063"/>
                </a:lnTo>
                <a:lnTo>
                  <a:pt x="1828" y="59643"/>
                </a:lnTo>
                <a:lnTo>
                  <a:pt x="1828" y="60194"/>
                </a:lnTo>
                <a:lnTo>
                  <a:pt x="1828" y="60716"/>
                </a:lnTo>
                <a:lnTo>
                  <a:pt x="1828" y="61325"/>
                </a:lnTo>
                <a:lnTo>
                  <a:pt x="1892" y="61847"/>
                </a:lnTo>
                <a:lnTo>
                  <a:pt x="1892" y="62456"/>
                </a:lnTo>
                <a:lnTo>
                  <a:pt x="1892" y="62978"/>
                </a:lnTo>
                <a:lnTo>
                  <a:pt x="1892" y="63587"/>
                </a:lnTo>
                <a:lnTo>
                  <a:pt x="1956" y="64109"/>
                </a:lnTo>
                <a:lnTo>
                  <a:pt x="1956" y="64718"/>
                </a:lnTo>
                <a:lnTo>
                  <a:pt x="1956" y="65239"/>
                </a:lnTo>
                <a:lnTo>
                  <a:pt x="1956" y="65848"/>
                </a:lnTo>
                <a:lnTo>
                  <a:pt x="1956" y="66370"/>
                </a:lnTo>
                <a:lnTo>
                  <a:pt x="2053" y="66979"/>
                </a:lnTo>
                <a:lnTo>
                  <a:pt x="2053" y="67501"/>
                </a:lnTo>
                <a:lnTo>
                  <a:pt x="2053" y="68110"/>
                </a:lnTo>
                <a:lnTo>
                  <a:pt x="2053" y="68632"/>
                </a:lnTo>
                <a:lnTo>
                  <a:pt x="2117" y="69241"/>
                </a:lnTo>
                <a:lnTo>
                  <a:pt x="2117" y="69763"/>
                </a:lnTo>
                <a:lnTo>
                  <a:pt x="2117" y="70372"/>
                </a:lnTo>
                <a:lnTo>
                  <a:pt x="2117" y="70894"/>
                </a:lnTo>
                <a:lnTo>
                  <a:pt x="2117" y="71503"/>
                </a:lnTo>
                <a:lnTo>
                  <a:pt x="2181" y="72082"/>
                </a:lnTo>
                <a:lnTo>
                  <a:pt x="2181" y="72633"/>
                </a:lnTo>
                <a:lnTo>
                  <a:pt x="2181" y="73213"/>
                </a:lnTo>
                <a:lnTo>
                  <a:pt x="2181" y="73764"/>
                </a:lnTo>
                <a:lnTo>
                  <a:pt x="2181" y="74344"/>
                </a:lnTo>
                <a:lnTo>
                  <a:pt x="2245" y="74953"/>
                </a:lnTo>
                <a:lnTo>
                  <a:pt x="2245" y="75475"/>
                </a:lnTo>
                <a:lnTo>
                  <a:pt x="2245" y="76084"/>
                </a:lnTo>
                <a:lnTo>
                  <a:pt x="2245" y="76606"/>
                </a:lnTo>
                <a:lnTo>
                  <a:pt x="2341" y="77215"/>
                </a:lnTo>
                <a:lnTo>
                  <a:pt x="2341" y="77824"/>
                </a:lnTo>
                <a:lnTo>
                  <a:pt x="2341" y="78345"/>
                </a:lnTo>
                <a:lnTo>
                  <a:pt x="2341" y="78954"/>
                </a:lnTo>
                <a:lnTo>
                  <a:pt x="2341" y="79534"/>
                </a:lnTo>
                <a:lnTo>
                  <a:pt x="2406" y="80085"/>
                </a:lnTo>
                <a:lnTo>
                  <a:pt x="2406" y="80665"/>
                </a:lnTo>
                <a:lnTo>
                  <a:pt x="2406" y="81274"/>
                </a:lnTo>
                <a:lnTo>
                  <a:pt x="2406" y="81796"/>
                </a:lnTo>
                <a:lnTo>
                  <a:pt x="2470" y="82405"/>
                </a:lnTo>
                <a:lnTo>
                  <a:pt x="2470" y="82985"/>
                </a:lnTo>
                <a:lnTo>
                  <a:pt x="2470" y="83594"/>
                </a:lnTo>
                <a:lnTo>
                  <a:pt x="2470" y="84116"/>
                </a:lnTo>
                <a:lnTo>
                  <a:pt x="2470" y="84725"/>
                </a:lnTo>
                <a:lnTo>
                  <a:pt x="2566" y="85333"/>
                </a:lnTo>
                <a:lnTo>
                  <a:pt x="2566" y="85913"/>
                </a:lnTo>
                <a:lnTo>
                  <a:pt x="2566" y="86464"/>
                </a:lnTo>
                <a:lnTo>
                  <a:pt x="2566" y="87044"/>
                </a:lnTo>
                <a:lnTo>
                  <a:pt x="2630" y="87653"/>
                </a:lnTo>
                <a:lnTo>
                  <a:pt x="2630" y="88262"/>
                </a:lnTo>
                <a:lnTo>
                  <a:pt x="2630" y="88784"/>
                </a:lnTo>
                <a:lnTo>
                  <a:pt x="2630" y="89393"/>
                </a:lnTo>
                <a:lnTo>
                  <a:pt x="2630" y="89973"/>
                </a:lnTo>
                <a:lnTo>
                  <a:pt x="2694" y="90582"/>
                </a:lnTo>
                <a:lnTo>
                  <a:pt x="2694" y="91191"/>
                </a:lnTo>
                <a:lnTo>
                  <a:pt x="2694" y="91770"/>
                </a:lnTo>
                <a:lnTo>
                  <a:pt x="2694" y="92292"/>
                </a:lnTo>
                <a:lnTo>
                  <a:pt x="2758" y="92901"/>
                </a:lnTo>
                <a:lnTo>
                  <a:pt x="2758" y="93510"/>
                </a:lnTo>
                <a:lnTo>
                  <a:pt x="2758" y="94090"/>
                </a:lnTo>
                <a:lnTo>
                  <a:pt x="2758" y="94699"/>
                </a:lnTo>
                <a:lnTo>
                  <a:pt x="2758" y="95308"/>
                </a:lnTo>
                <a:lnTo>
                  <a:pt x="2855" y="95830"/>
                </a:lnTo>
                <a:lnTo>
                  <a:pt x="2855" y="96439"/>
                </a:lnTo>
                <a:lnTo>
                  <a:pt x="2855" y="97019"/>
                </a:lnTo>
                <a:lnTo>
                  <a:pt x="2855" y="97628"/>
                </a:lnTo>
                <a:lnTo>
                  <a:pt x="2919" y="98236"/>
                </a:lnTo>
                <a:lnTo>
                  <a:pt x="2919" y="98816"/>
                </a:lnTo>
                <a:lnTo>
                  <a:pt x="2919" y="99425"/>
                </a:lnTo>
                <a:lnTo>
                  <a:pt x="2919" y="100034"/>
                </a:lnTo>
                <a:lnTo>
                  <a:pt x="2919" y="100614"/>
                </a:lnTo>
                <a:lnTo>
                  <a:pt x="2983" y="101223"/>
                </a:lnTo>
                <a:lnTo>
                  <a:pt x="2983" y="101745"/>
                </a:lnTo>
                <a:lnTo>
                  <a:pt x="2983" y="102354"/>
                </a:lnTo>
                <a:lnTo>
                  <a:pt x="2983" y="102934"/>
                </a:lnTo>
                <a:lnTo>
                  <a:pt x="2983" y="103543"/>
                </a:lnTo>
                <a:lnTo>
                  <a:pt x="3047" y="104152"/>
                </a:lnTo>
                <a:lnTo>
                  <a:pt x="3047" y="104731"/>
                </a:lnTo>
                <a:lnTo>
                  <a:pt x="3047" y="105340"/>
                </a:lnTo>
                <a:lnTo>
                  <a:pt x="3047" y="105949"/>
                </a:lnTo>
                <a:lnTo>
                  <a:pt x="3143" y="106529"/>
                </a:lnTo>
                <a:lnTo>
                  <a:pt x="3143" y="107138"/>
                </a:lnTo>
                <a:lnTo>
                  <a:pt x="3143" y="107747"/>
                </a:lnTo>
                <a:lnTo>
                  <a:pt x="3143" y="108327"/>
                </a:lnTo>
                <a:lnTo>
                  <a:pt x="3143" y="108936"/>
                </a:lnTo>
                <a:lnTo>
                  <a:pt x="3208" y="10951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770721" y="3336034"/>
            <a:ext cx="3143" cy="125753"/>
          </a:xfrm>
          <a:custGeom>
            <a:avLst/>
            <a:gdLst/>
            <a:ahLst/>
            <a:cxnLst/>
            <a:rect l="l" t="t" r="r" b="b"/>
            <a:pathLst>
              <a:path w="3143" h="125753">
                <a:moveTo>
                  <a:pt x="0" y="0"/>
                </a:moveTo>
                <a:lnTo>
                  <a:pt x="0" y="608"/>
                </a:lnTo>
                <a:lnTo>
                  <a:pt x="0" y="1217"/>
                </a:lnTo>
                <a:lnTo>
                  <a:pt x="0" y="1797"/>
                </a:lnTo>
                <a:lnTo>
                  <a:pt x="64" y="2406"/>
                </a:lnTo>
                <a:lnTo>
                  <a:pt x="64" y="3015"/>
                </a:lnTo>
                <a:lnTo>
                  <a:pt x="64" y="3595"/>
                </a:lnTo>
                <a:lnTo>
                  <a:pt x="64" y="4262"/>
                </a:lnTo>
                <a:lnTo>
                  <a:pt x="64" y="4871"/>
                </a:lnTo>
                <a:lnTo>
                  <a:pt x="160" y="5480"/>
                </a:lnTo>
                <a:lnTo>
                  <a:pt x="160" y="6060"/>
                </a:lnTo>
                <a:lnTo>
                  <a:pt x="160" y="6668"/>
                </a:lnTo>
                <a:lnTo>
                  <a:pt x="160" y="7248"/>
                </a:lnTo>
                <a:lnTo>
                  <a:pt x="224" y="7857"/>
                </a:lnTo>
                <a:lnTo>
                  <a:pt x="224" y="8466"/>
                </a:lnTo>
                <a:lnTo>
                  <a:pt x="224" y="9046"/>
                </a:lnTo>
                <a:lnTo>
                  <a:pt x="224" y="9655"/>
                </a:lnTo>
                <a:lnTo>
                  <a:pt x="224" y="10264"/>
                </a:lnTo>
                <a:lnTo>
                  <a:pt x="288" y="10931"/>
                </a:lnTo>
                <a:lnTo>
                  <a:pt x="288" y="11511"/>
                </a:lnTo>
                <a:lnTo>
                  <a:pt x="288" y="12120"/>
                </a:lnTo>
                <a:lnTo>
                  <a:pt x="288" y="12700"/>
                </a:lnTo>
                <a:lnTo>
                  <a:pt x="352" y="13308"/>
                </a:lnTo>
                <a:lnTo>
                  <a:pt x="352" y="13917"/>
                </a:lnTo>
                <a:lnTo>
                  <a:pt x="352" y="14497"/>
                </a:lnTo>
                <a:lnTo>
                  <a:pt x="352" y="15164"/>
                </a:lnTo>
                <a:lnTo>
                  <a:pt x="352" y="15773"/>
                </a:lnTo>
                <a:lnTo>
                  <a:pt x="449" y="16382"/>
                </a:lnTo>
                <a:lnTo>
                  <a:pt x="449" y="16962"/>
                </a:lnTo>
                <a:lnTo>
                  <a:pt x="449" y="17571"/>
                </a:lnTo>
                <a:lnTo>
                  <a:pt x="449" y="18238"/>
                </a:lnTo>
                <a:lnTo>
                  <a:pt x="513" y="18818"/>
                </a:lnTo>
                <a:lnTo>
                  <a:pt x="513" y="19427"/>
                </a:lnTo>
                <a:lnTo>
                  <a:pt x="513" y="20035"/>
                </a:lnTo>
                <a:lnTo>
                  <a:pt x="513" y="20615"/>
                </a:lnTo>
                <a:lnTo>
                  <a:pt x="513" y="21282"/>
                </a:lnTo>
                <a:lnTo>
                  <a:pt x="577" y="21891"/>
                </a:lnTo>
                <a:lnTo>
                  <a:pt x="577" y="22500"/>
                </a:lnTo>
                <a:lnTo>
                  <a:pt x="577" y="23080"/>
                </a:lnTo>
                <a:lnTo>
                  <a:pt x="577" y="23747"/>
                </a:lnTo>
                <a:lnTo>
                  <a:pt x="577" y="24356"/>
                </a:lnTo>
                <a:lnTo>
                  <a:pt x="673" y="24936"/>
                </a:lnTo>
                <a:lnTo>
                  <a:pt x="673" y="25545"/>
                </a:lnTo>
                <a:lnTo>
                  <a:pt x="673" y="26211"/>
                </a:lnTo>
                <a:lnTo>
                  <a:pt x="673" y="26820"/>
                </a:lnTo>
                <a:lnTo>
                  <a:pt x="737" y="27400"/>
                </a:lnTo>
                <a:lnTo>
                  <a:pt x="737" y="28009"/>
                </a:lnTo>
                <a:lnTo>
                  <a:pt x="737" y="28676"/>
                </a:lnTo>
                <a:lnTo>
                  <a:pt x="737" y="29285"/>
                </a:lnTo>
                <a:lnTo>
                  <a:pt x="737" y="29865"/>
                </a:lnTo>
                <a:lnTo>
                  <a:pt x="802" y="30532"/>
                </a:lnTo>
                <a:lnTo>
                  <a:pt x="802" y="31141"/>
                </a:lnTo>
                <a:lnTo>
                  <a:pt x="802" y="31721"/>
                </a:lnTo>
                <a:lnTo>
                  <a:pt x="802" y="32388"/>
                </a:lnTo>
                <a:lnTo>
                  <a:pt x="866" y="32996"/>
                </a:lnTo>
                <a:lnTo>
                  <a:pt x="866" y="33605"/>
                </a:lnTo>
                <a:lnTo>
                  <a:pt x="866" y="34272"/>
                </a:lnTo>
                <a:lnTo>
                  <a:pt x="866" y="34852"/>
                </a:lnTo>
                <a:lnTo>
                  <a:pt x="866" y="35461"/>
                </a:lnTo>
                <a:lnTo>
                  <a:pt x="962" y="36128"/>
                </a:lnTo>
                <a:lnTo>
                  <a:pt x="962" y="36708"/>
                </a:lnTo>
                <a:lnTo>
                  <a:pt x="962" y="37317"/>
                </a:lnTo>
                <a:lnTo>
                  <a:pt x="962" y="37984"/>
                </a:lnTo>
                <a:lnTo>
                  <a:pt x="1026" y="38593"/>
                </a:lnTo>
                <a:lnTo>
                  <a:pt x="1026" y="39172"/>
                </a:lnTo>
                <a:lnTo>
                  <a:pt x="1026" y="39839"/>
                </a:lnTo>
                <a:lnTo>
                  <a:pt x="1026" y="40448"/>
                </a:lnTo>
                <a:lnTo>
                  <a:pt x="1026" y="41115"/>
                </a:lnTo>
                <a:lnTo>
                  <a:pt x="1090" y="41695"/>
                </a:lnTo>
                <a:lnTo>
                  <a:pt x="1090" y="42304"/>
                </a:lnTo>
                <a:lnTo>
                  <a:pt x="1090" y="42971"/>
                </a:lnTo>
                <a:lnTo>
                  <a:pt x="1090" y="43580"/>
                </a:lnTo>
                <a:lnTo>
                  <a:pt x="1154" y="44247"/>
                </a:lnTo>
                <a:lnTo>
                  <a:pt x="1154" y="44827"/>
                </a:lnTo>
                <a:lnTo>
                  <a:pt x="1154" y="45436"/>
                </a:lnTo>
                <a:lnTo>
                  <a:pt x="1154" y="46102"/>
                </a:lnTo>
                <a:lnTo>
                  <a:pt x="1154" y="46682"/>
                </a:lnTo>
                <a:lnTo>
                  <a:pt x="1251" y="47349"/>
                </a:lnTo>
                <a:lnTo>
                  <a:pt x="1251" y="47958"/>
                </a:lnTo>
                <a:lnTo>
                  <a:pt x="1251" y="48625"/>
                </a:lnTo>
                <a:lnTo>
                  <a:pt x="1251" y="49234"/>
                </a:lnTo>
                <a:lnTo>
                  <a:pt x="1315" y="49814"/>
                </a:lnTo>
                <a:lnTo>
                  <a:pt x="1315" y="50481"/>
                </a:lnTo>
                <a:lnTo>
                  <a:pt x="1315" y="51090"/>
                </a:lnTo>
                <a:lnTo>
                  <a:pt x="1315" y="51757"/>
                </a:lnTo>
                <a:lnTo>
                  <a:pt x="1315" y="52336"/>
                </a:lnTo>
                <a:lnTo>
                  <a:pt x="1379" y="53003"/>
                </a:lnTo>
                <a:lnTo>
                  <a:pt x="1379" y="53612"/>
                </a:lnTo>
                <a:lnTo>
                  <a:pt x="1379" y="54279"/>
                </a:lnTo>
                <a:lnTo>
                  <a:pt x="1379" y="54859"/>
                </a:lnTo>
                <a:lnTo>
                  <a:pt x="1379" y="55526"/>
                </a:lnTo>
                <a:lnTo>
                  <a:pt x="1475" y="56135"/>
                </a:lnTo>
                <a:lnTo>
                  <a:pt x="1475" y="56802"/>
                </a:lnTo>
                <a:lnTo>
                  <a:pt x="1475" y="57411"/>
                </a:lnTo>
                <a:lnTo>
                  <a:pt x="1475" y="58078"/>
                </a:lnTo>
                <a:lnTo>
                  <a:pt x="1539" y="58658"/>
                </a:lnTo>
                <a:lnTo>
                  <a:pt x="1539" y="59324"/>
                </a:lnTo>
                <a:lnTo>
                  <a:pt x="1539" y="59933"/>
                </a:lnTo>
                <a:lnTo>
                  <a:pt x="1539" y="60600"/>
                </a:lnTo>
                <a:lnTo>
                  <a:pt x="1539" y="61180"/>
                </a:lnTo>
                <a:lnTo>
                  <a:pt x="1604" y="61847"/>
                </a:lnTo>
                <a:lnTo>
                  <a:pt x="1604" y="62514"/>
                </a:lnTo>
                <a:lnTo>
                  <a:pt x="1604" y="63123"/>
                </a:lnTo>
                <a:lnTo>
                  <a:pt x="1604" y="63790"/>
                </a:lnTo>
                <a:lnTo>
                  <a:pt x="1668" y="64370"/>
                </a:lnTo>
                <a:lnTo>
                  <a:pt x="1668" y="65037"/>
                </a:lnTo>
                <a:lnTo>
                  <a:pt x="1668" y="65645"/>
                </a:lnTo>
                <a:lnTo>
                  <a:pt x="1668" y="66312"/>
                </a:lnTo>
                <a:lnTo>
                  <a:pt x="1668" y="66921"/>
                </a:lnTo>
                <a:lnTo>
                  <a:pt x="1764" y="67559"/>
                </a:lnTo>
                <a:lnTo>
                  <a:pt x="1764" y="68226"/>
                </a:lnTo>
                <a:lnTo>
                  <a:pt x="1764" y="68835"/>
                </a:lnTo>
                <a:lnTo>
                  <a:pt x="1764" y="69502"/>
                </a:lnTo>
                <a:lnTo>
                  <a:pt x="1828" y="70111"/>
                </a:lnTo>
                <a:lnTo>
                  <a:pt x="1828" y="70778"/>
                </a:lnTo>
                <a:lnTo>
                  <a:pt x="1828" y="71445"/>
                </a:lnTo>
                <a:lnTo>
                  <a:pt x="1828" y="72024"/>
                </a:lnTo>
                <a:lnTo>
                  <a:pt x="1828" y="72691"/>
                </a:lnTo>
                <a:lnTo>
                  <a:pt x="1892" y="73300"/>
                </a:lnTo>
                <a:lnTo>
                  <a:pt x="1892" y="73967"/>
                </a:lnTo>
                <a:lnTo>
                  <a:pt x="1892" y="74634"/>
                </a:lnTo>
                <a:lnTo>
                  <a:pt x="1892" y="75214"/>
                </a:lnTo>
                <a:lnTo>
                  <a:pt x="1988" y="75881"/>
                </a:lnTo>
                <a:lnTo>
                  <a:pt x="1988" y="76490"/>
                </a:lnTo>
                <a:lnTo>
                  <a:pt x="1988" y="77157"/>
                </a:lnTo>
                <a:lnTo>
                  <a:pt x="1988" y="77824"/>
                </a:lnTo>
                <a:lnTo>
                  <a:pt x="1988" y="78403"/>
                </a:lnTo>
                <a:lnTo>
                  <a:pt x="2053" y="79070"/>
                </a:lnTo>
                <a:lnTo>
                  <a:pt x="2053" y="79737"/>
                </a:lnTo>
                <a:lnTo>
                  <a:pt x="2053" y="80346"/>
                </a:lnTo>
                <a:lnTo>
                  <a:pt x="2053" y="81013"/>
                </a:lnTo>
                <a:lnTo>
                  <a:pt x="2117" y="81680"/>
                </a:lnTo>
                <a:lnTo>
                  <a:pt x="2117" y="82260"/>
                </a:lnTo>
                <a:lnTo>
                  <a:pt x="2117" y="82927"/>
                </a:lnTo>
                <a:lnTo>
                  <a:pt x="2117" y="83594"/>
                </a:lnTo>
                <a:lnTo>
                  <a:pt x="2117" y="84203"/>
                </a:lnTo>
                <a:lnTo>
                  <a:pt x="2181" y="84869"/>
                </a:lnTo>
                <a:lnTo>
                  <a:pt x="2181" y="85536"/>
                </a:lnTo>
                <a:lnTo>
                  <a:pt x="2181" y="86116"/>
                </a:lnTo>
                <a:lnTo>
                  <a:pt x="2181" y="86783"/>
                </a:lnTo>
                <a:lnTo>
                  <a:pt x="2181" y="87450"/>
                </a:lnTo>
                <a:lnTo>
                  <a:pt x="2277" y="88059"/>
                </a:lnTo>
                <a:lnTo>
                  <a:pt x="2277" y="88726"/>
                </a:lnTo>
                <a:lnTo>
                  <a:pt x="2277" y="89393"/>
                </a:lnTo>
                <a:lnTo>
                  <a:pt x="2277" y="89973"/>
                </a:lnTo>
                <a:lnTo>
                  <a:pt x="2341" y="90640"/>
                </a:lnTo>
                <a:lnTo>
                  <a:pt x="2341" y="91306"/>
                </a:lnTo>
                <a:lnTo>
                  <a:pt x="2341" y="91973"/>
                </a:lnTo>
                <a:lnTo>
                  <a:pt x="2341" y="92582"/>
                </a:lnTo>
                <a:lnTo>
                  <a:pt x="2341" y="93249"/>
                </a:lnTo>
                <a:lnTo>
                  <a:pt x="2406" y="93916"/>
                </a:lnTo>
                <a:lnTo>
                  <a:pt x="2406" y="94583"/>
                </a:lnTo>
                <a:lnTo>
                  <a:pt x="2406" y="95163"/>
                </a:lnTo>
                <a:lnTo>
                  <a:pt x="2406" y="95830"/>
                </a:lnTo>
                <a:lnTo>
                  <a:pt x="2470" y="96497"/>
                </a:lnTo>
                <a:lnTo>
                  <a:pt x="2470" y="97106"/>
                </a:lnTo>
                <a:lnTo>
                  <a:pt x="2470" y="97773"/>
                </a:lnTo>
                <a:lnTo>
                  <a:pt x="2470" y="98439"/>
                </a:lnTo>
                <a:lnTo>
                  <a:pt x="2470" y="99106"/>
                </a:lnTo>
                <a:lnTo>
                  <a:pt x="2566" y="99686"/>
                </a:lnTo>
                <a:lnTo>
                  <a:pt x="2566" y="100353"/>
                </a:lnTo>
                <a:lnTo>
                  <a:pt x="2566" y="101020"/>
                </a:lnTo>
                <a:lnTo>
                  <a:pt x="2566" y="101687"/>
                </a:lnTo>
                <a:lnTo>
                  <a:pt x="2630" y="102296"/>
                </a:lnTo>
                <a:lnTo>
                  <a:pt x="2630" y="102963"/>
                </a:lnTo>
                <a:lnTo>
                  <a:pt x="2630" y="103601"/>
                </a:lnTo>
                <a:lnTo>
                  <a:pt x="2630" y="104268"/>
                </a:lnTo>
                <a:lnTo>
                  <a:pt x="2630" y="104876"/>
                </a:lnTo>
                <a:lnTo>
                  <a:pt x="2694" y="105543"/>
                </a:lnTo>
                <a:lnTo>
                  <a:pt x="2694" y="106210"/>
                </a:lnTo>
                <a:lnTo>
                  <a:pt x="2694" y="106877"/>
                </a:lnTo>
                <a:lnTo>
                  <a:pt x="2694" y="107544"/>
                </a:lnTo>
                <a:lnTo>
                  <a:pt x="2790" y="108124"/>
                </a:lnTo>
                <a:lnTo>
                  <a:pt x="2790" y="108791"/>
                </a:lnTo>
                <a:lnTo>
                  <a:pt x="2790" y="109458"/>
                </a:lnTo>
                <a:lnTo>
                  <a:pt x="2790" y="110125"/>
                </a:lnTo>
                <a:lnTo>
                  <a:pt x="2790" y="110792"/>
                </a:lnTo>
                <a:lnTo>
                  <a:pt x="2855" y="111400"/>
                </a:lnTo>
                <a:lnTo>
                  <a:pt x="2855" y="112067"/>
                </a:lnTo>
                <a:lnTo>
                  <a:pt x="2855" y="112734"/>
                </a:lnTo>
                <a:lnTo>
                  <a:pt x="2855" y="113401"/>
                </a:lnTo>
                <a:lnTo>
                  <a:pt x="2919" y="114068"/>
                </a:lnTo>
                <a:lnTo>
                  <a:pt x="2919" y="114648"/>
                </a:lnTo>
                <a:lnTo>
                  <a:pt x="2919" y="115315"/>
                </a:lnTo>
                <a:lnTo>
                  <a:pt x="2919" y="115982"/>
                </a:lnTo>
                <a:lnTo>
                  <a:pt x="2919" y="116649"/>
                </a:lnTo>
                <a:lnTo>
                  <a:pt x="2983" y="117316"/>
                </a:lnTo>
                <a:lnTo>
                  <a:pt x="2983" y="117924"/>
                </a:lnTo>
                <a:lnTo>
                  <a:pt x="2983" y="118562"/>
                </a:lnTo>
                <a:lnTo>
                  <a:pt x="2983" y="119229"/>
                </a:lnTo>
                <a:lnTo>
                  <a:pt x="2983" y="119896"/>
                </a:lnTo>
                <a:lnTo>
                  <a:pt x="3079" y="120563"/>
                </a:lnTo>
                <a:lnTo>
                  <a:pt x="3079" y="121230"/>
                </a:lnTo>
                <a:lnTo>
                  <a:pt x="3079" y="121839"/>
                </a:lnTo>
                <a:lnTo>
                  <a:pt x="3079" y="122506"/>
                </a:lnTo>
                <a:lnTo>
                  <a:pt x="3143" y="123173"/>
                </a:lnTo>
                <a:lnTo>
                  <a:pt x="3143" y="123840"/>
                </a:lnTo>
                <a:lnTo>
                  <a:pt x="3143" y="124506"/>
                </a:lnTo>
                <a:lnTo>
                  <a:pt x="3143" y="125173"/>
                </a:lnTo>
                <a:lnTo>
                  <a:pt x="3143" y="12575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773865" y="3461787"/>
            <a:ext cx="3208" cy="131001"/>
          </a:xfrm>
          <a:custGeom>
            <a:avLst/>
            <a:gdLst/>
            <a:ahLst/>
            <a:cxnLst/>
            <a:rect l="l" t="t" r="r" b="b"/>
            <a:pathLst>
              <a:path w="3208" h="131001">
                <a:moveTo>
                  <a:pt x="0" y="0"/>
                </a:moveTo>
                <a:lnTo>
                  <a:pt x="64" y="666"/>
                </a:lnTo>
                <a:lnTo>
                  <a:pt x="64" y="1333"/>
                </a:lnTo>
                <a:lnTo>
                  <a:pt x="64" y="2000"/>
                </a:lnTo>
                <a:lnTo>
                  <a:pt x="64" y="2667"/>
                </a:lnTo>
                <a:lnTo>
                  <a:pt x="128" y="3334"/>
                </a:lnTo>
                <a:lnTo>
                  <a:pt x="128" y="4001"/>
                </a:lnTo>
                <a:lnTo>
                  <a:pt x="128" y="4581"/>
                </a:lnTo>
                <a:lnTo>
                  <a:pt x="128" y="5248"/>
                </a:lnTo>
                <a:lnTo>
                  <a:pt x="128" y="5915"/>
                </a:lnTo>
                <a:lnTo>
                  <a:pt x="224" y="6581"/>
                </a:lnTo>
                <a:lnTo>
                  <a:pt x="224" y="7248"/>
                </a:lnTo>
                <a:lnTo>
                  <a:pt x="224" y="7915"/>
                </a:lnTo>
                <a:lnTo>
                  <a:pt x="224" y="8582"/>
                </a:lnTo>
                <a:lnTo>
                  <a:pt x="288" y="9249"/>
                </a:lnTo>
                <a:lnTo>
                  <a:pt x="288" y="9858"/>
                </a:lnTo>
                <a:lnTo>
                  <a:pt x="288" y="10525"/>
                </a:lnTo>
                <a:lnTo>
                  <a:pt x="288" y="11163"/>
                </a:lnTo>
                <a:lnTo>
                  <a:pt x="288" y="11830"/>
                </a:lnTo>
                <a:lnTo>
                  <a:pt x="352" y="12497"/>
                </a:lnTo>
                <a:lnTo>
                  <a:pt x="352" y="13163"/>
                </a:lnTo>
                <a:lnTo>
                  <a:pt x="352" y="13830"/>
                </a:lnTo>
                <a:lnTo>
                  <a:pt x="352" y="14439"/>
                </a:lnTo>
                <a:lnTo>
                  <a:pt x="449" y="15019"/>
                </a:lnTo>
                <a:lnTo>
                  <a:pt x="449" y="15686"/>
                </a:lnTo>
                <a:lnTo>
                  <a:pt x="449" y="16353"/>
                </a:lnTo>
                <a:lnTo>
                  <a:pt x="449" y="17020"/>
                </a:lnTo>
                <a:lnTo>
                  <a:pt x="449" y="17687"/>
                </a:lnTo>
                <a:lnTo>
                  <a:pt x="513" y="18354"/>
                </a:lnTo>
                <a:lnTo>
                  <a:pt x="513" y="19021"/>
                </a:lnTo>
                <a:lnTo>
                  <a:pt x="513" y="19687"/>
                </a:lnTo>
                <a:lnTo>
                  <a:pt x="513" y="20354"/>
                </a:lnTo>
                <a:lnTo>
                  <a:pt x="577" y="21021"/>
                </a:lnTo>
                <a:lnTo>
                  <a:pt x="577" y="21601"/>
                </a:lnTo>
                <a:lnTo>
                  <a:pt x="577" y="22268"/>
                </a:lnTo>
                <a:lnTo>
                  <a:pt x="577" y="22935"/>
                </a:lnTo>
                <a:lnTo>
                  <a:pt x="577" y="23602"/>
                </a:lnTo>
                <a:lnTo>
                  <a:pt x="641" y="24269"/>
                </a:lnTo>
                <a:lnTo>
                  <a:pt x="641" y="24936"/>
                </a:lnTo>
                <a:lnTo>
                  <a:pt x="641" y="25603"/>
                </a:lnTo>
                <a:lnTo>
                  <a:pt x="641" y="26269"/>
                </a:lnTo>
                <a:lnTo>
                  <a:pt x="641" y="26936"/>
                </a:lnTo>
                <a:lnTo>
                  <a:pt x="737" y="27603"/>
                </a:lnTo>
                <a:lnTo>
                  <a:pt x="737" y="28212"/>
                </a:lnTo>
                <a:lnTo>
                  <a:pt x="737" y="28850"/>
                </a:lnTo>
                <a:lnTo>
                  <a:pt x="737" y="29517"/>
                </a:lnTo>
                <a:lnTo>
                  <a:pt x="802" y="30184"/>
                </a:lnTo>
                <a:lnTo>
                  <a:pt x="802" y="30851"/>
                </a:lnTo>
                <a:lnTo>
                  <a:pt x="802" y="31518"/>
                </a:lnTo>
                <a:lnTo>
                  <a:pt x="802" y="32185"/>
                </a:lnTo>
                <a:lnTo>
                  <a:pt x="802" y="32851"/>
                </a:lnTo>
                <a:lnTo>
                  <a:pt x="866" y="33518"/>
                </a:lnTo>
                <a:lnTo>
                  <a:pt x="866" y="34185"/>
                </a:lnTo>
                <a:lnTo>
                  <a:pt x="866" y="34852"/>
                </a:lnTo>
                <a:lnTo>
                  <a:pt x="866" y="35519"/>
                </a:lnTo>
                <a:lnTo>
                  <a:pt x="962" y="36186"/>
                </a:lnTo>
                <a:lnTo>
                  <a:pt x="962" y="36766"/>
                </a:lnTo>
                <a:lnTo>
                  <a:pt x="962" y="37433"/>
                </a:lnTo>
                <a:lnTo>
                  <a:pt x="962" y="38100"/>
                </a:lnTo>
                <a:lnTo>
                  <a:pt x="962" y="38767"/>
                </a:lnTo>
                <a:lnTo>
                  <a:pt x="1026" y="39433"/>
                </a:lnTo>
                <a:lnTo>
                  <a:pt x="1026" y="40100"/>
                </a:lnTo>
                <a:lnTo>
                  <a:pt x="1026" y="40767"/>
                </a:lnTo>
                <a:lnTo>
                  <a:pt x="1026" y="41434"/>
                </a:lnTo>
                <a:lnTo>
                  <a:pt x="1090" y="42101"/>
                </a:lnTo>
                <a:lnTo>
                  <a:pt x="1090" y="42768"/>
                </a:lnTo>
                <a:lnTo>
                  <a:pt x="1090" y="43435"/>
                </a:lnTo>
                <a:lnTo>
                  <a:pt x="1090" y="44102"/>
                </a:lnTo>
                <a:lnTo>
                  <a:pt x="1090" y="44769"/>
                </a:lnTo>
                <a:lnTo>
                  <a:pt x="1154" y="45436"/>
                </a:lnTo>
                <a:lnTo>
                  <a:pt x="1154" y="46015"/>
                </a:lnTo>
                <a:lnTo>
                  <a:pt x="1154" y="46682"/>
                </a:lnTo>
                <a:lnTo>
                  <a:pt x="1154" y="47349"/>
                </a:lnTo>
                <a:lnTo>
                  <a:pt x="1251" y="48016"/>
                </a:lnTo>
                <a:lnTo>
                  <a:pt x="1251" y="48683"/>
                </a:lnTo>
                <a:lnTo>
                  <a:pt x="1251" y="49350"/>
                </a:lnTo>
                <a:lnTo>
                  <a:pt x="1251" y="50017"/>
                </a:lnTo>
                <a:lnTo>
                  <a:pt x="1251" y="50684"/>
                </a:lnTo>
                <a:lnTo>
                  <a:pt x="1315" y="51351"/>
                </a:lnTo>
                <a:lnTo>
                  <a:pt x="1315" y="52018"/>
                </a:lnTo>
                <a:lnTo>
                  <a:pt x="1315" y="52655"/>
                </a:lnTo>
                <a:lnTo>
                  <a:pt x="1315" y="53322"/>
                </a:lnTo>
                <a:lnTo>
                  <a:pt x="1379" y="53989"/>
                </a:lnTo>
                <a:lnTo>
                  <a:pt x="1379" y="54656"/>
                </a:lnTo>
                <a:lnTo>
                  <a:pt x="1379" y="55323"/>
                </a:lnTo>
                <a:lnTo>
                  <a:pt x="1379" y="55990"/>
                </a:lnTo>
                <a:lnTo>
                  <a:pt x="1379" y="56599"/>
                </a:lnTo>
                <a:lnTo>
                  <a:pt x="1443" y="57266"/>
                </a:lnTo>
                <a:lnTo>
                  <a:pt x="1443" y="57933"/>
                </a:lnTo>
                <a:lnTo>
                  <a:pt x="1443" y="58600"/>
                </a:lnTo>
                <a:lnTo>
                  <a:pt x="1443" y="59266"/>
                </a:lnTo>
                <a:lnTo>
                  <a:pt x="1443" y="59904"/>
                </a:lnTo>
                <a:lnTo>
                  <a:pt x="1539" y="60571"/>
                </a:lnTo>
                <a:lnTo>
                  <a:pt x="1539" y="61238"/>
                </a:lnTo>
                <a:lnTo>
                  <a:pt x="1539" y="61905"/>
                </a:lnTo>
                <a:lnTo>
                  <a:pt x="1539" y="62572"/>
                </a:lnTo>
                <a:lnTo>
                  <a:pt x="1604" y="63239"/>
                </a:lnTo>
                <a:lnTo>
                  <a:pt x="1604" y="63906"/>
                </a:lnTo>
                <a:lnTo>
                  <a:pt x="1604" y="64573"/>
                </a:lnTo>
                <a:lnTo>
                  <a:pt x="1604" y="65239"/>
                </a:lnTo>
                <a:lnTo>
                  <a:pt x="1604" y="65906"/>
                </a:lnTo>
                <a:lnTo>
                  <a:pt x="1668" y="66573"/>
                </a:lnTo>
                <a:lnTo>
                  <a:pt x="1668" y="67153"/>
                </a:lnTo>
                <a:lnTo>
                  <a:pt x="1668" y="67820"/>
                </a:lnTo>
                <a:lnTo>
                  <a:pt x="1668" y="68487"/>
                </a:lnTo>
                <a:lnTo>
                  <a:pt x="1764" y="69154"/>
                </a:lnTo>
                <a:lnTo>
                  <a:pt x="1764" y="69821"/>
                </a:lnTo>
                <a:lnTo>
                  <a:pt x="1764" y="70488"/>
                </a:lnTo>
                <a:lnTo>
                  <a:pt x="1764" y="71155"/>
                </a:lnTo>
                <a:lnTo>
                  <a:pt x="1764" y="71821"/>
                </a:lnTo>
                <a:lnTo>
                  <a:pt x="1828" y="72488"/>
                </a:lnTo>
                <a:lnTo>
                  <a:pt x="1828" y="73155"/>
                </a:lnTo>
                <a:lnTo>
                  <a:pt x="1828" y="73822"/>
                </a:lnTo>
                <a:lnTo>
                  <a:pt x="1828" y="74489"/>
                </a:lnTo>
                <a:lnTo>
                  <a:pt x="1892" y="75156"/>
                </a:lnTo>
                <a:lnTo>
                  <a:pt x="1892" y="75823"/>
                </a:lnTo>
                <a:lnTo>
                  <a:pt x="1892" y="76461"/>
                </a:lnTo>
                <a:lnTo>
                  <a:pt x="1892" y="77070"/>
                </a:lnTo>
                <a:lnTo>
                  <a:pt x="1892" y="77737"/>
                </a:lnTo>
                <a:lnTo>
                  <a:pt x="1956" y="78403"/>
                </a:lnTo>
                <a:lnTo>
                  <a:pt x="1956" y="79070"/>
                </a:lnTo>
                <a:lnTo>
                  <a:pt x="1956" y="79737"/>
                </a:lnTo>
                <a:lnTo>
                  <a:pt x="1956" y="80404"/>
                </a:lnTo>
                <a:lnTo>
                  <a:pt x="2053" y="81071"/>
                </a:lnTo>
                <a:lnTo>
                  <a:pt x="2053" y="81738"/>
                </a:lnTo>
                <a:lnTo>
                  <a:pt x="2053" y="82405"/>
                </a:lnTo>
                <a:lnTo>
                  <a:pt x="2053" y="83072"/>
                </a:lnTo>
                <a:lnTo>
                  <a:pt x="2053" y="83710"/>
                </a:lnTo>
                <a:lnTo>
                  <a:pt x="2117" y="84377"/>
                </a:lnTo>
                <a:lnTo>
                  <a:pt x="2117" y="85043"/>
                </a:lnTo>
                <a:lnTo>
                  <a:pt x="2117" y="85710"/>
                </a:lnTo>
                <a:lnTo>
                  <a:pt x="2117" y="86319"/>
                </a:lnTo>
                <a:lnTo>
                  <a:pt x="2181" y="86986"/>
                </a:lnTo>
                <a:lnTo>
                  <a:pt x="2181" y="87653"/>
                </a:lnTo>
                <a:lnTo>
                  <a:pt x="2181" y="88320"/>
                </a:lnTo>
                <a:lnTo>
                  <a:pt x="2181" y="88987"/>
                </a:lnTo>
                <a:lnTo>
                  <a:pt x="2181" y="89654"/>
                </a:lnTo>
                <a:lnTo>
                  <a:pt x="2277" y="90321"/>
                </a:lnTo>
                <a:lnTo>
                  <a:pt x="2277" y="90959"/>
                </a:lnTo>
                <a:lnTo>
                  <a:pt x="2277" y="91625"/>
                </a:lnTo>
                <a:lnTo>
                  <a:pt x="2277" y="92292"/>
                </a:lnTo>
                <a:lnTo>
                  <a:pt x="2277" y="92959"/>
                </a:lnTo>
                <a:lnTo>
                  <a:pt x="2341" y="93568"/>
                </a:lnTo>
                <a:lnTo>
                  <a:pt x="2341" y="94235"/>
                </a:lnTo>
                <a:lnTo>
                  <a:pt x="2341" y="94902"/>
                </a:lnTo>
                <a:lnTo>
                  <a:pt x="2341" y="95569"/>
                </a:lnTo>
                <a:lnTo>
                  <a:pt x="2406" y="96236"/>
                </a:lnTo>
                <a:lnTo>
                  <a:pt x="2406" y="96903"/>
                </a:lnTo>
                <a:lnTo>
                  <a:pt x="2406" y="97541"/>
                </a:lnTo>
                <a:lnTo>
                  <a:pt x="2406" y="98207"/>
                </a:lnTo>
                <a:lnTo>
                  <a:pt x="2406" y="98874"/>
                </a:lnTo>
                <a:lnTo>
                  <a:pt x="2470" y="99541"/>
                </a:lnTo>
                <a:lnTo>
                  <a:pt x="2470" y="100150"/>
                </a:lnTo>
                <a:lnTo>
                  <a:pt x="2470" y="100817"/>
                </a:lnTo>
                <a:lnTo>
                  <a:pt x="2470" y="101484"/>
                </a:lnTo>
                <a:lnTo>
                  <a:pt x="2566" y="102151"/>
                </a:lnTo>
                <a:lnTo>
                  <a:pt x="2566" y="102818"/>
                </a:lnTo>
                <a:lnTo>
                  <a:pt x="2566" y="103485"/>
                </a:lnTo>
                <a:lnTo>
                  <a:pt x="2566" y="104152"/>
                </a:lnTo>
                <a:lnTo>
                  <a:pt x="2566" y="104789"/>
                </a:lnTo>
                <a:lnTo>
                  <a:pt x="2630" y="105456"/>
                </a:lnTo>
                <a:lnTo>
                  <a:pt x="2630" y="106065"/>
                </a:lnTo>
                <a:lnTo>
                  <a:pt x="2630" y="106732"/>
                </a:lnTo>
                <a:lnTo>
                  <a:pt x="2630" y="107399"/>
                </a:lnTo>
                <a:lnTo>
                  <a:pt x="2694" y="108066"/>
                </a:lnTo>
                <a:lnTo>
                  <a:pt x="2694" y="108733"/>
                </a:lnTo>
                <a:lnTo>
                  <a:pt x="2694" y="109400"/>
                </a:lnTo>
                <a:lnTo>
                  <a:pt x="2694" y="110067"/>
                </a:lnTo>
                <a:lnTo>
                  <a:pt x="2694" y="110734"/>
                </a:lnTo>
                <a:lnTo>
                  <a:pt x="2758" y="111313"/>
                </a:lnTo>
                <a:lnTo>
                  <a:pt x="2758" y="111980"/>
                </a:lnTo>
                <a:lnTo>
                  <a:pt x="2758" y="112647"/>
                </a:lnTo>
                <a:lnTo>
                  <a:pt x="2758" y="113314"/>
                </a:lnTo>
                <a:lnTo>
                  <a:pt x="2855" y="113981"/>
                </a:lnTo>
                <a:lnTo>
                  <a:pt x="2855" y="114648"/>
                </a:lnTo>
                <a:lnTo>
                  <a:pt x="2855" y="115315"/>
                </a:lnTo>
                <a:lnTo>
                  <a:pt x="2855" y="115895"/>
                </a:lnTo>
                <a:lnTo>
                  <a:pt x="2855" y="116562"/>
                </a:lnTo>
                <a:lnTo>
                  <a:pt x="2919" y="117229"/>
                </a:lnTo>
                <a:lnTo>
                  <a:pt x="2919" y="117895"/>
                </a:lnTo>
                <a:lnTo>
                  <a:pt x="2919" y="118562"/>
                </a:lnTo>
                <a:lnTo>
                  <a:pt x="2919" y="119229"/>
                </a:lnTo>
                <a:lnTo>
                  <a:pt x="2983" y="119896"/>
                </a:lnTo>
                <a:lnTo>
                  <a:pt x="2983" y="120505"/>
                </a:lnTo>
                <a:lnTo>
                  <a:pt x="2983" y="121172"/>
                </a:lnTo>
                <a:lnTo>
                  <a:pt x="2983" y="121839"/>
                </a:lnTo>
                <a:lnTo>
                  <a:pt x="2983" y="122477"/>
                </a:lnTo>
                <a:lnTo>
                  <a:pt x="3079" y="123144"/>
                </a:lnTo>
                <a:lnTo>
                  <a:pt x="3079" y="123811"/>
                </a:lnTo>
                <a:lnTo>
                  <a:pt x="3079" y="124419"/>
                </a:lnTo>
                <a:lnTo>
                  <a:pt x="3079" y="125086"/>
                </a:lnTo>
                <a:lnTo>
                  <a:pt x="3079" y="125753"/>
                </a:lnTo>
                <a:lnTo>
                  <a:pt x="3143" y="126420"/>
                </a:lnTo>
                <a:lnTo>
                  <a:pt x="3143" y="127087"/>
                </a:lnTo>
                <a:lnTo>
                  <a:pt x="3143" y="127754"/>
                </a:lnTo>
                <a:lnTo>
                  <a:pt x="3143" y="128334"/>
                </a:lnTo>
                <a:lnTo>
                  <a:pt x="3208" y="129001"/>
                </a:lnTo>
                <a:lnTo>
                  <a:pt x="3208" y="129668"/>
                </a:lnTo>
                <a:lnTo>
                  <a:pt x="3208" y="130335"/>
                </a:lnTo>
                <a:lnTo>
                  <a:pt x="3208" y="13100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777073" y="3592789"/>
            <a:ext cx="3208" cy="124419"/>
          </a:xfrm>
          <a:custGeom>
            <a:avLst/>
            <a:gdLst/>
            <a:ahLst/>
            <a:cxnLst/>
            <a:rect l="l" t="t" r="r" b="b"/>
            <a:pathLst>
              <a:path w="3208" h="124419">
                <a:moveTo>
                  <a:pt x="0" y="0"/>
                </a:moveTo>
                <a:lnTo>
                  <a:pt x="0" y="608"/>
                </a:lnTo>
                <a:lnTo>
                  <a:pt x="64" y="1275"/>
                </a:lnTo>
                <a:lnTo>
                  <a:pt x="64" y="1942"/>
                </a:lnTo>
                <a:lnTo>
                  <a:pt x="64" y="2580"/>
                </a:lnTo>
                <a:lnTo>
                  <a:pt x="64" y="3247"/>
                </a:lnTo>
                <a:lnTo>
                  <a:pt x="160" y="3856"/>
                </a:lnTo>
                <a:lnTo>
                  <a:pt x="160" y="4523"/>
                </a:lnTo>
                <a:lnTo>
                  <a:pt x="160" y="5190"/>
                </a:lnTo>
                <a:lnTo>
                  <a:pt x="160" y="5857"/>
                </a:lnTo>
                <a:lnTo>
                  <a:pt x="160" y="6437"/>
                </a:lnTo>
                <a:lnTo>
                  <a:pt x="224" y="7103"/>
                </a:lnTo>
                <a:lnTo>
                  <a:pt x="224" y="7770"/>
                </a:lnTo>
                <a:lnTo>
                  <a:pt x="224" y="8437"/>
                </a:lnTo>
                <a:lnTo>
                  <a:pt x="224" y="9104"/>
                </a:lnTo>
                <a:lnTo>
                  <a:pt x="288" y="9713"/>
                </a:lnTo>
                <a:lnTo>
                  <a:pt x="288" y="10380"/>
                </a:lnTo>
                <a:lnTo>
                  <a:pt x="288" y="11047"/>
                </a:lnTo>
                <a:lnTo>
                  <a:pt x="288" y="11714"/>
                </a:lnTo>
                <a:lnTo>
                  <a:pt x="288" y="12294"/>
                </a:lnTo>
                <a:lnTo>
                  <a:pt x="352" y="12961"/>
                </a:lnTo>
                <a:lnTo>
                  <a:pt x="352" y="13627"/>
                </a:lnTo>
                <a:lnTo>
                  <a:pt x="352" y="14294"/>
                </a:lnTo>
                <a:lnTo>
                  <a:pt x="352" y="14903"/>
                </a:lnTo>
                <a:lnTo>
                  <a:pt x="449" y="15570"/>
                </a:lnTo>
                <a:lnTo>
                  <a:pt x="449" y="16237"/>
                </a:lnTo>
                <a:lnTo>
                  <a:pt x="449" y="16904"/>
                </a:lnTo>
                <a:lnTo>
                  <a:pt x="449" y="17484"/>
                </a:lnTo>
                <a:lnTo>
                  <a:pt x="449" y="18151"/>
                </a:lnTo>
                <a:lnTo>
                  <a:pt x="513" y="18818"/>
                </a:lnTo>
                <a:lnTo>
                  <a:pt x="513" y="19427"/>
                </a:lnTo>
                <a:lnTo>
                  <a:pt x="513" y="20093"/>
                </a:lnTo>
                <a:lnTo>
                  <a:pt x="513" y="20760"/>
                </a:lnTo>
                <a:lnTo>
                  <a:pt x="577" y="21398"/>
                </a:lnTo>
                <a:lnTo>
                  <a:pt x="577" y="22007"/>
                </a:lnTo>
                <a:lnTo>
                  <a:pt x="577" y="22674"/>
                </a:lnTo>
                <a:lnTo>
                  <a:pt x="577" y="23341"/>
                </a:lnTo>
                <a:lnTo>
                  <a:pt x="577" y="23950"/>
                </a:lnTo>
                <a:lnTo>
                  <a:pt x="673" y="24617"/>
                </a:lnTo>
                <a:lnTo>
                  <a:pt x="673" y="25255"/>
                </a:lnTo>
                <a:lnTo>
                  <a:pt x="673" y="25864"/>
                </a:lnTo>
                <a:lnTo>
                  <a:pt x="673" y="26530"/>
                </a:lnTo>
                <a:lnTo>
                  <a:pt x="673" y="27197"/>
                </a:lnTo>
                <a:lnTo>
                  <a:pt x="737" y="27806"/>
                </a:lnTo>
                <a:lnTo>
                  <a:pt x="737" y="28473"/>
                </a:lnTo>
                <a:lnTo>
                  <a:pt x="737" y="29140"/>
                </a:lnTo>
                <a:lnTo>
                  <a:pt x="737" y="29720"/>
                </a:lnTo>
                <a:lnTo>
                  <a:pt x="802" y="30387"/>
                </a:lnTo>
                <a:lnTo>
                  <a:pt x="802" y="31054"/>
                </a:lnTo>
                <a:lnTo>
                  <a:pt x="802" y="31663"/>
                </a:lnTo>
                <a:lnTo>
                  <a:pt x="802" y="32330"/>
                </a:lnTo>
                <a:lnTo>
                  <a:pt x="802" y="32996"/>
                </a:lnTo>
                <a:lnTo>
                  <a:pt x="866" y="33576"/>
                </a:lnTo>
                <a:lnTo>
                  <a:pt x="866" y="34243"/>
                </a:lnTo>
                <a:lnTo>
                  <a:pt x="866" y="34910"/>
                </a:lnTo>
                <a:lnTo>
                  <a:pt x="866" y="35519"/>
                </a:lnTo>
                <a:lnTo>
                  <a:pt x="962" y="36186"/>
                </a:lnTo>
                <a:lnTo>
                  <a:pt x="962" y="36853"/>
                </a:lnTo>
                <a:lnTo>
                  <a:pt x="962" y="37433"/>
                </a:lnTo>
                <a:lnTo>
                  <a:pt x="962" y="38100"/>
                </a:lnTo>
                <a:lnTo>
                  <a:pt x="962" y="38709"/>
                </a:lnTo>
                <a:lnTo>
                  <a:pt x="1026" y="39375"/>
                </a:lnTo>
                <a:lnTo>
                  <a:pt x="1026" y="40042"/>
                </a:lnTo>
                <a:lnTo>
                  <a:pt x="1026" y="40622"/>
                </a:lnTo>
                <a:lnTo>
                  <a:pt x="1026" y="41289"/>
                </a:lnTo>
                <a:lnTo>
                  <a:pt x="1090" y="41898"/>
                </a:lnTo>
                <a:lnTo>
                  <a:pt x="1090" y="42565"/>
                </a:lnTo>
                <a:lnTo>
                  <a:pt x="1090" y="43232"/>
                </a:lnTo>
                <a:lnTo>
                  <a:pt x="1090" y="43812"/>
                </a:lnTo>
                <a:lnTo>
                  <a:pt x="1090" y="44479"/>
                </a:lnTo>
                <a:lnTo>
                  <a:pt x="1186" y="45088"/>
                </a:lnTo>
                <a:lnTo>
                  <a:pt x="1186" y="45754"/>
                </a:lnTo>
                <a:lnTo>
                  <a:pt x="1186" y="46334"/>
                </a:lnTo>
                <a:lnTo>
                  <a:pt x="1186" y="47001"/>
                </a:lnTo>
                <a:lnTo>
                  <a:pt x="1251" y="47668"/>
                </a:lnTo>
                <a:lnTo>
                  <a:pt x="1251" y="48277"/>
                </a:lnTo>
                <a:lnTo>
                  <a:pt x="1251" y="48944"/>
                </a:lnTo>
                <a:lnTo>
                  <a:pt x="1251" y="49553"/>
                </a:lnTo>
                <a:lnTo>
                  <a:pt x="1251" y="50191"/>
                </a:lnTo>
                <a:lnTo>
                  <a:pt x="1315" y="50800"/>
                </a:lnTo>
                <a:lnTo>
                  <a:pt x="1315" y="51467"/>
                </a:lnTo>
                <a:lnTo>
                  <a:pt x="1315" y="52076"/>
                </a:lnTo>
                <a:lnTo>
                  <a:pt x="1315" y="52742"/>
                </a:lnTo>
                <a:lnTo>
                  <a:pt x="1379" y="53322"/>
                </a:lnTo>
                <a:lnTo>
                  <a:pt x="1379" y="53989"/>
                </a:lnTo>
                <a:lnTo>
                  <a:pt x="1379" y="54598"/>
                </a:lnTo>
                <a:lnTo>
                  <a:pt x="1379" y="55265"/>
                </a:lnTo>
                <a:lnTo>
                  <a:pt x="1379" y="55845"/>
                </a:lnTo>
                <a:lnTo>
                  <a:pt x="1475" y="56512"/>
                </a:lnTo>
                <a:lnTo>
                  <a:pt x="1475" y="57121"/>
                </a:lnTo>
                <a:lnTo>
                  <a:pt x="1475" y="57788"/>
                </a:lnTo>
                <a:lnTo>
                  <a:pt x="1475" y="58397"/>
                </a:lnTo>
                <a:lnTo>
                  <a:pt x="1475" y="59063"/>
                </a:lnTo>
                <a:lnTo>
                  <a:pt x="1539" y="59643"/>
                </a:lnTo>
                <a:lnTo>
                  <a:pt x="1539" y="60310"/>
                </a:lnTo>
                <a:lnTo>
                  <a:pt x="1539" y="60919"/>
                </a:lnTo>
                <a:lnTo>
                  <a:pt x="1539" y="61586"/>
                </a:lnTo>
                <a:lnTo>
                  <a:pt x="1604" y="62166"/>
                </a:lnTo>
                <a:lnTo>
                  <a:pt x="1604" y="62833"/>
                </a:lnTo>
                <a:lnTo>
                  <a:pt x="1604" y="63442"/>
                </a:lnTo>
                <a:lnTo>
                  <a:pt x="1604" y="64109"/>
                </a:lnTo>
                <a:lnTo>
                  <a:pt x="1604" y="64689"/>
                </a:lnTo>
                <a:lnTo>
                  <a:pt x="1668" y="65297"/>
                </a:lnTo>
                <a:lnTo>
                  <a:pt x="1668" y="65964"/>
                </a:lnTo>
                <a:lnTo>
                  <a:pt x="1668" y="66573"/>
                </a:lnTo>
                <a:lnTo>
                  <a:pt x="1668" y="67240"/>
                </a:lnTo>
                <a:lnTo>
                  <a:pt x="1764" y="67820"/>
                </a:lnTo>
                <a:lnTo>
                  <a:pt x="1764" y="68487"/>
                </a:lnTo>
                <a:lnTo>
                  <a:pt x="1764" y="69096"/>
                </a:lnTo>
                <a:lnTo>
                  <a:pt x="1764" y="69676"/>
                </a:lnTo>
                <a:lnTo>
                  <a:pt x="1764" y="70343"/>
                </a:lnTo>
                <a:lnTo>
                  <a:pt x="1828" y="70952"/>
                </a:lnTo>
                <a:lnTo>
                  <a:pt x="1828" y="71619"/>
                </a:lnTo>
                <a:lnTo>
                  <a:pt x="1828" y="72227"/>
                </a:lnTo>
                <a:lnTo>
                  <a:pt x="1828" y="72807"/>
                </a:lnTo>
                <a:lnTo>
                  <a:pt x="1892" y="73474"/>
                </a:lnTo>
                <a:lnTo>
                  <a:pt x="1892" y="74083"/>
                </a:lnTo>
                <a:lnTo>
                  <a:pt x="1892" y="74663"/>
                </a:lnTo>
                <a:lnTo>
                  <a:pt x="1892" y="75330"/>
                </a:lnTo>
                <a:lnTo>
                  <a:pt x="1892" y="75939"/>
                </a:lnTo>
                <a:lnTo>
                  <a:pt x="1988" y="76548"/>
                </a:lnTo>
                <a:lnTo>
                  <a:pt x="1988" y="77215"/>
                </a:lnTo>
                <a:lnTo>
                  <a:pt x="1988" y="77795"/>
                </a:lnTo>
                <a:lnTo>
                  <a:pt x="1988" y="78403"/>
                </a:lnTo>
                <a:lnTo>
                  <a:pt x="2053" y="79070"/>
                </a:lnTo>
                <a:lnTo>
                  <a:pt x="2053" y="79650"/>
                </a:lnTo>
                <a:lnTo>
                  <a:pt x="2053" y="80259"/>
                </a:lnTo>
                <a:lnTo>
                  <a:pt x="2053" y="80926"/>
                </a:lnTo>
                <a:lnTo>
                  <a:pt x="2053" y="81535"/>
                </a:lnTo>
                <a:lnTo>
                  <a:pt x="2117" y="82115"/>
                </a:lnTo>
                <a:lnTo>
                  <a:pt x="2117" y="82782"/>
                </a:lnTo>
                <a:lnTo>
                  <a:pt x="2117" y="83391"/>
                </a:lnTo>
                <a:lnTo>
                  <a:pt x="2117" y="84000"/>
                </a:lnTo>
                <a:lnTo>
                  <a:pt x="2181" y="84580"/>
                </a:lnTo>
                <a:lnTo>
                  <a:pt x="2181" y="85246"/>
                </a:lnTo>
                <a:lnTo>
                  <a:pt x="2181" y="85855"/>
                </a:lnTo>
                <a:lnTo>
                  <a:pt x="2181" y="86435"/>
                </a:lnTo>
                <a:lnTo>
                  <a:pt x="2181" y="87044"/>
                </a:lnTo>
                <a:lnTo>
                  <a:pt x="2277" y="87711"/>
                </a:lnTo>
                <a:lnTo>
                  <a:pt x="2277" y="88320"/>
                </a:lnTo>
                <a:lnTo>
                  <a:pt x="2277" y="88900"/>
                </a:lnTo>
                <a:lnTo>
                  <a:pt x="2277" y="89509"/>
                </a:lnTo>
                <a:lnTo>
                  <a:pt x="2277" y="90176"/>
                </a:lnTo>
                <a:lnTo>
                  <a:pt x="2341" y="90756"/>
                </a:lnTo>
                <a:lnTo>
                  <a:pt x="2341" y="91364"/>
                </a:lnTo>
                <a:lnTo>
                  <a:pt x="2341" y="91973"/>
                </a:lnTo>
                <a:lnTo>
                  <a:pt x="2341" y="92553"/>
                </a:lnTo>
                <a:lnTo>
                  <a:pt x="2406" y="93220"/>
                </a:lnTo>
                <a:lnTo>
                  <a:pt x="2406" y="93829"/>
                </a:lnTo>
                <a:lnTo>
                  <a:pt x="2406" y="94438"/>
                </a:lnTo>
                <a:lnTo>
                  <a:pt x="2406" y="95018"/>
                </a:lnTo>
                <a:lnTo>
                  <a:pt x="2406" y="95627"/>
                </a:lnTo>
                <a:lnTo>
                  <a:pt x="2502" y="96294"/>
                </a:lnTo>
                <a:lnTo>
                  <a:pt x="2502" y="96874"/>
                </a:lnTo>
                <a:lnTo>
                  <a:pt x="2502" y="97483"/>
                </a:lnTo>
                <a:lnTo>
                  <a:pt x="2502" y="98091"/>
                </a:lnTo>
                <a:lnTo>
                  <a:pt x="2566" y="98671"/>
                </a:lnTo>
                <a:lnTo>
                  <a:pt x="2566" y="99280"/>
                </a:lnTo>
                <a:lnTo>
                  <a:pt x="2566" y="99889"/>
                </a:lnTo>
                <a:lnTo>
                  <a:pt x="2566" y="100556"/>
                </a:lnTo>
                <a:lnTo>
                  <a:pt x="2566" y="101136"/>
                </a:lnTo>
                <a:lnTo>
                  <a:pt x="2630" y="101745"/>
                </a:lnTo>
                <a:lnTo>
                  <a:pt x="2630" y="102325"/>
                </a:lnTo>
                <a:lnTo>
                  <a:pt x="2630" y="102934"/>
                </a:lnTo>
                <a:lnTo>
                  <a:pt x="2630" y="103543"/>
                </a:lnTo>
                <a:lnTo>
                  <a:pt x="2694" y="104123"/>
                </a:lnTo>
                <a:lnTo>
                  <a:pt x="2694" y="104731"/>
                </a:lnTo>
                <a:lnTo>
                  <a:pt x="2694" y="105340"/>
                </a:lnTo>
                <a:lnTo>
                  <a:pt x="2694" y="105920"/>
                </a:lnTo>
                <a:lnTo>
                  <a:pt x="2694" y="106529"/>
                </a:lnTo>
                <a:lnTo>
                  <a:pt x="2790" y="107196"/>
                </a:lnTo>
                <a:lnTo>
                  <a:pt x="2790" y="107805"/>
                </a:lnTo>
                <a:lnTo>
                  <a:pt x="2790" y="108385"/>
                </a:lnTo>
                <a:lnTo>
                  <a:pt x="2790" y="108994"/>
                </a:lnTo>
                <a:lnTo>
                  <a:pt x="2855" y="109574"/>
                </a:lnTo>
                <a:lnTo>
                  <a:pt x="2855" y="110183"/>
                </a:lnTo>
                <a:lnTo>
                  <a:pt x="2855" y="110792"/>
                </a:lnTo>
                <a:lnTo>
                  <a:pt x="2855" y="111371"/>
                </a:lnTo>
                <a:lnTo>
                  <a:pt x="2855" y="111980"/>
                </a:lnTo>
                <a:lnTo>
                  <a:pt x="2919" y="112589"/>
                </a:lnTo>
                <a:lnTo>
                  <a:pt x="2919" y="113169"/>
                </a:lnTo>
                <a:lnTo>
                  <a:pt x="2919" y="113778"/>
                </a:lnTo>
                <a:lnTo>
                  <a:pt x="2919" y="114387"/>
                </a:lnTo>
                <a:lnTo>
                  <a:pt x="2983" y="114967"/>
                </a:lnTo>
                <a:lnTo>
                  <a:pt x="2983" y="115576"/>
                </a:lnTo>
                <a:lnTo>
                  <a:pt x="2983" y="116156"/>
                </a:lnTo>
                <a:lnTo>
                  <a:pt x="2983" y="116765"/>
                </a:lnTo>
                <a:lnTo>
                  <a:pt x="2983" y="117373"/>
                </a:lnTo>
                <a:lnTo>
                  <a:pt x="3079" y="117895"/>
                </a:lnTo>
                <a:lnTo>
                  <a:pt x="3079" y="118504"/>
                </a:lnTo>
                <a:lnTo>
                  <a:pt x="3079" y="119084"/>
                </a:lnTo>
                <a:lnTo>
                  <a:pt x="3079" y="119693"/>
                </a:lnTo>
                <a:lnTo>
                  <a:pt x="3079" y="120302"/>
                </a:lnTo>
                <a:lnTo>
                  <a:pt x="3143" y="120882"/>
                </a:lnTo>
                <a:lnTo>
                  <a:pt x="3143" y="121491"/>
                </a:lnTo>
                <a:lnTo>
                  <a:pt x="3143" y="122100"/>
                </a:lnTo>
                <a:lnTo>
                  <a:pt x="3143" y="122680"/>
                </a:lnTo>
                <a:lnTo>
                  <a:pt x="3208" y="123289"/>
                </a:lnTo>
                <a:lnTo>
                  <a:pt x="3208" y="123897"/>
                </a:lnTo>
                <a:lnTo>
                  <a:pt x="3208" y="12441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780281" y="3717209"/>
            <a:ext cx="3208" cy="106457"/>
          </a:xfrm>
          <a:custGeom>
            <a:avLst/>
            <a:gdLst/>
            <a:ahLst/>
            <a:cxnLst/>
            <a:rect l="l" t="t" r="r" b="b"/>
            <a:pathLst>
              <a:path w="3208" h="106457">
                <a:moveTo>
                  <a:pt x="0" y="0"/>
                </a:moveTo>
                <a:lnTo>
                  <a:pt x="0" y="579"/>
                </a:lnTo>
                <a:lnTo>
                  <a:pt x="0" y="1188"/>
                </a:lnTo>
                <a:lnTo>
                  <a:pt x="96" y="1797"/>
                </a:lnTo>
                <a:lnTo>
                  <a:pt x="96" y="2377"/>
                </a:lnTo>
                <a:lnTo>
                  <a:pt x="96" y="2986"/>
                </a:lnTo>
                <a:lnTo>
                  <a:pt x="96" y="3508"/>
                </a:lnTo>
                <a:lnTo>
                  <a:pt x="160" y="4117"/>
                </a:lnTo>
                <a:lnTo>
                  <a:pt x="160" y="4726"/>
                </a:lnTo>
                <a:lnTo>
                  <a:pt x="160" y="5306"/>
                </a:lnTo>
                <a:lnTo>
                  <a:pt x="160" y="5915"/>
                </a:lnTo>
                <a:lnTo>
                  <a:pt x="160" y="6437"/>
                </a:lnTo>
                <a:lnTo>
                  <a:pt x="224" y="7045"/>
                </a:lnTo>
                <a:lnTo>
                  <a:pt x="224" y="7654"/>
                </a:lnTo>
                <a:lnTo>
                  <a:pt x="224" y="8234"/>
                </a:lnTo>
                <a:lnTo>
                  <a:pt x="224" y="8843"/>
                </a:lnTo>
                <a:lnTo>
                  <a:pt x="288" y="9365"/>
                </a:lnTo>
                <a:lnTo>
                  <a:pt x="288" y="9974"/>
                </a:lnTo>
                <a:lnTo>
                  <a:pt x="288" y="10554"/>
                </a:lnTo>
                <a:lnTo>
                  <a:pt x="288" y="11163"/>
                </a:lnTo>
                <a:lnTo>
                  <a:pt x="288" y="11685"/>
                </a:lnTo>
                <a:lnTo>
                  <a:pt x="384" y="12294"/>
                </a:lnTo>
                <a:lnTo>
                  <a:pt x="384" y="12903"/>
                </a:lnTo>
                <a:lnTo>
                  <a:pt x="384" y="13424"/>
                </a:lnTo>
                <a:lnTo>
                  <a:pt x="384" y="14033"/>
                </a:lnTo>
                <a:lnTo>
                  <a:pt x="449" y="14613"/>
                </a:lnTo>
                <a:lnTo>
                  <a:pt x="449" y="15164"/>
                </a:lnTo>
                <a:lnTo>
                  <a:pt x="449" y="15744"/>
                </a:lnTo>
                <a:lnTo>
                  <a:pt x="449" y="16353"/>
                </a:lnTo>
                <a:lnTo>
                  <a:pt x="449" y="16875"/>
                </a:lnTo>
                <a:lnTo>
                  <a:pt x="513" y="17484"/>
                </a:lnTo>
                <a:lnTo>
                  <a:pt x="513" y="18093"/>
                </a:lnTo>
                <a:lnTo>
                  <a:pt x="513" y="18615"/>
                </a:lnTo>
                <a:lnTo>
                  <a:pt x="513" y="19224"/>
                </a:lnTo>
                <a:lnTo>
                  <a:pt x="577" y="19803"/>
                </a:lnTo>
                <a:lnTo>
                  <a:pt x="577" y="20354"/>
                </a:lnTo>
                <a:lnTo>
                  <a:pt x="577" y="20934"/>
                </a:lnTo>
                <a:lnTo>
                  <a:pt x="577" y="21485"/>
                </a:lnTo>
                <a:lnTo>
                  <a:pt x="577" y="22065"/>
                </a:lnTo>
                <a:lnTo>
                  <a:pt x="673" y="22674"/>
                </a:lnTo>
                <a:lnTo>
                  <a:pt x="673" y="23196"/>
                </a:lnTo>
                <a:lnTo>
                  <a:pt x="673" y="23805"/>
                </a:lnTo>
                <a:lnTo>
                  <a:pt x="673" y="24327"/>
                </a:lnTo>
                <a:lnTo>
                  <a:pt x="673" y="24936"/>
                </a:lnTo>
                <a:lnTo>
                  <a:pt x="737" y="25458"/>
                </a:lnTo>
                <a:lnTo>
                  <a:pt x="737" y="26067"/>
                </a:lnTo>
                <a:lnTo>
                  <a:pt x="737" y="26646"/>
                </a:lnTo>
                <a:lnTo>
                  <a:pt x="737" y="27197"/>
                </a:lnTo>
                <a:lnTo>
                  <a:pt x="802" y="27777"/>
                </a:lnTo>
                <a:lnTo>
                  <a:pt x="802" y="28328"/>
                </a:lnTo>
                <a:lnTo>
                  <a:pt x="802" y="28908"/>
                </a:lnTo>
                <a:lnTo>
                  <a:pt x="802" y="29459"/>
                </a:lnTo>
                <a:lnTo>
                  <a:pt x="802" y="30039"/>
                </a:lnTo>
                <a:lnTo>
                  <a:pt x="898" y="30590"/>
                </a:lnTo>
                <a:lnTo>
                  <a:pt x="898" y="31112"/>
                </a:lnTo>
                <a:lnTo>
                  <a:pt x="898" y="31721"/>
                </a:lnTo>
                <a:lnTo>
                  <a:pt x="898" y="32243"/>
                </a:lnTo>
                <a:lnTo>
                  <a:pt x="962" y="32851"/>
                </a:lnTo>
                <a:lnTo>
                  <a:pt x="962" y="33373"/>
                </a:lnTo>
                <a:lnTo>
                  <a:pt x="962" y="33982"/>
                </a:lnTo>
                <a:lnTo>
                  <a:pt x="962" y="34504"/>
                </a:lnTo>
                <a:lnTo>
                  <a:pt x="962" y="35113"/>
                </a:lnTo>
                <a:lnTo>
                  <a:pt x="1026" y="35635"/>
                </a:lnTo>
                <a:lnTo>
                  <a:pt x="1026" y="36157"/>
                </a:lnTo>
                <a:lnTo>
                  <a:pt x="1026" y="36766"/>
                </a:lnTo>
                <a:lnTo>
                  <a:pt x="1026" y="37288"/>
                </a:lnTo>
                <a:lnTo>
                  <a:pt x="1090" y="37839"/>
                </a:lnTo>
                <a:lnTo>
                  <a:pt x="1090" y="38419"/>
                </a:lnTo>
                <a:lnTo>
                  <a:pt x="1090" y="38970"/>
                </a:lnTo>
                <a:lnTo>
                  <a:pt x="1090" y="39491"/>
                </a:lnTo>
                <a:lnTo>
                  <a:pt x="1090" y="40100"/>
                </a:lnTo>
                <a:lnTo>
                  <a:pt x="1186" y="40622"/>
                </a:lnTo>
                <a:lnTo>
                  <a:pt x="1186" y="41144"/>
                </a:lnTo>
                <a:lnTo>
                  <a:pt x="1186" y="41753"/>
                </a:lnTo>
                <a:lnTo>
                  <a:pt x="1186" y="42275"/>
                </a:lnTo>
                <a:lnTo>
                  <a:pt x="1251" y="42826"/>
                </a:lnTo>
                <a:lnTo>
                  <a:pt x="1251" y="43406"/>
                </a:lnTo>
                <a:lnTo>
                  <a:pt x="1251" y="43957"/>
                </a:lnTo>
                <a:lnTo>
                  <a:pt x="1251" y="44479"/>
                </a:lnTo>
                <a:lnTo>
                  <a:pt x="1251" y="45001"/>
                </a:lnTo>
                <a:lnTo>
                  <a:pt x="1315" y="45610"/>
                </a:lnTo>
                <a:lnTo>
                  <a:pt x="1315" y="46131"/>
                </a:lnTo>
                <a:lnTo>
                  <a:pt x="1315" y="46682"/>
                </a:lnTo>
                <a:lnTo>
                  <a:pt x="1315" y="47204"/>
                </a:lnTo>
                <a:lnTo>
                  <a:pt x="1411" y="47813"/>
                </a:lnTo>
                <a:lnTo>
                  <a:pt x="1411" y="48335"/>
                </a:lnTo>
                <a:lnTo>
                  <a:pt x="1411" y="48857"/>
                </a:lnTo>
                <a:lnTo>
                  <a:pt x="1411" y="49408"/>
                </a:lnTo>
                <a:lnTo>
                  <a:pt x="1411" y="49930"/>
                </a:lnTo>
                <a:lnTo>
                  <a:pt x="1475" y="50539"/>
                </a:lnTo>
                <a:lnTo>
                  <a:pt x="1475" y="51061"/>
                </a:lnTo>
                <a:lnTo>
                  <a:pt x="1475" y="51583"/>
                </a:lnTo>
                <a:lnTo>
                  <a:pt x="1475" y="52134"/>
                </a:lnTo>
                <a:lnTo>
                  <a:pt x="1475" y="52655"/>
                </a:lnTo>
                <a:lnTo>
                  <a:pt x="1539" y="53206"/>
                </a:lnTo>
                <a:lnTo>
                  <a:pt x="1539" y="53728"/>
                </a:lnTo>
                <a:lnTo>
                  <a:pt x="1539" y="54337"/>
                </a:lnTo>
                <a:lnTo>
                  <a:pt x="1539" y="54859"/>
                </a:lnTo>
                <a:lnTo>
                  <a:pt x="1604" y="55381"/>
                </a:lnTo>
                <a:lnTo>
                  <a:pt x="1604" y="55932"/>
                </a:lnTo>
                <a:lnTo>
                  <a:pt x="1604" y="56454"/>
                </a:lnTo>
                <a:lnTo>
                  <a:pt x="1604" y="56976"/>
                </a:lnTo>
                <a:lnTo>
                  <a:pt x="1604" y="57527"/>
                </a:lnTo>
                <a:lnTo>
                  <a:pt x="1700" y="58049"/>
                </a:lnTo>
                <a:lnTo>
                  <a:pt x="1700" y="58571"/>
                </a:lnTo>
                <a:lnTo>
                  <a:pt x="1700" y="59121"/>
                </a:lnTo>
                <a:lnTo>
                  <a:pt x="1700" y="59643"/>
                </a:lnTo>
                <a:lnTo>
                  <a:pt x="1764" y="60165"/>
                </a:lnTo>
                <a:lnTo>
                  <a:pt x="1764" y="60716"/>
                </a:lnTo>
                <a:lnTo>
                  <a:pt x="1764" y="61238"/>
                </a:lnTo>
                <a:lnTo>
                  <a:pt x="1764" y="61760"/>
                </a:lnTo>
                <a:lnTo>
                  <a:pt x="1764" y="62311"/>
                </a:lnTo>
                <a:lnTo>
                  <a:pt x="1828" y="62833"/>
                </a:lnTo>
                <a:lnTo>
                  <a:pt x="1828" y="63355"/>
                </a:lnTo>
                <a:lnTo>
                  <a:pt x="1828" y="63906"/>
                </a:lnTo>
                <a:lnTo>
                  <a:pt x="1828" y="64428"/>
                </a:lnTo>
                <a:lnTo>
                  <a:pt x="1892" y="64950"/>
                </a:lnTo>
                <a:lnTo>
                  <a:pt x="1892" y="65500"/>
                </a:lnTo>
                <a:lnTo>
                  <a:pt x="1892" y="66022"/>
                </a:lnTo>
                <a:lnTo>
                  <a:pt x="1892" y="66559"/>
                </a:lnTo>
                <a:lnTo>
                  <a:pt x="1892" y="67089"/>
                </a:lnTo>
                <a:lnTo>
                  <a:pt x="1988" y="67556"/>
                </a:lnTo>
                <a:lnTo>
                  <a:pt x="1988" y="68087"/>
                </a:lnTo>
                <a:lnTo>
                  <a:pt x="1988" y="68620"/>
                </a:lnTo>
                <a:lnTo>
                  <a:pt x="1988" y="69151"/>
                </a:lnTo>
                <a:lnTo>
                  <a:pt x="2053" y="69685"/>
                </a:lnTo>
                <a:lnTo>
                  <a:pt x="2053" y="70215"/>
                </a:lnTo>
                <a:lnTo>
                  <a:pt x="2053" y="70749"/>
                </a:lnTo>
                <a:lnTo>
                  <a:pt x="2053" y="71213"/>
                </a:lnTo>
                <a:lnTo>
                  <a:pt x="2053" y="71746"/>
                </a:lnTo>
                <a:lnTo>
                  <a:pt x="2117" y="72277"/>
                </a:lnTo>
                <a:lnTo>
                  <a:pt x="2117" y="72810"/>
                </a:lnTo>
                <a:lnTo>
                  <a:pt x="2117" y="73341"/>
                </a:lnTo>
                <a:lnTo>
                  <a:pt x="2117" y="73808"/>
                </a:lnTo>
                <a:lnTo>
                  <a:pt x="2213" y="74338"/>
                </a:lnTo>
                <a:lnTo>
                  <a:pt x="2213" y="74869"/>
                </a:lnTo>
                <a:lnTo>
                  <a:pt x="2213" y="75402"/>
                </a:lnTo>
                <a:lnTo>
                  <a:pt x="2213" y="75866"/>
                </a:lnTo>
                <a:lnTo>
                  <a:pt x="2213" y="76400"/>
                </a:lnTo>
                <a:lnTo>
                  <a:pt x="2277" y="76930"/>
                </a:lnTo>
                <a:lnTo>
                  <a:pt x="2277" y="77397"/>
                </a:lnTo>
                <a:lnTo>
                  <a:pt x="2277" y="77928"/>
                </a:lnTo>
                <a:lnTo>
                  <a:pt x="2277" y="78461"/>
                </a:lnTo>
                <a:lnTo>
                  <a:pt x="2277" y="78925"/>
                </a:lnTo>
                <a:lnTo>
                  <a:pt x="2341" y="79459"/>
                </a:lnTo>
                <a:lnTo>
                  <a:pt x="2341" y="79990"/>
                </a:lnTo>
                <a:lnTo>
                  <a:pt x="2341" y="80456"/>
                </a:lnTo>
                <a:lnTo>
                  <a:pt x="2341" y="80987"/>
                </a:lnTo>
                <a:lnTo>
                  <a:pt x="2406" y="81520"/>
                </a:lnTo>
                <a:lnTo>
                  <a:pt x="2406" y="81984"/>
                </a:lnTo>
                <a:lnTo>
                  <a:pt x="2406" y="82518"/>
                </a:lnTo>
                <a:lnTo>
                  <a:pt x="2406" y="83049"/>
                </a:lnTo>
                <a:lnTo>
                  <a:pt x="2406" y="83515"/>
                </a:lnTo>
                <a:lnTo>
                  <a:pt x="2502" y="84046"/>
                </a:lnTo>
                <a:lnTo>
                  <a:pt x="2502" y="84513"/>
                </a:lnTo>
                <a:lnTo>
                  <a:pt x="2502" y="85043"/>
                </a:lnTo>
                <a:lnTo>
                  <a:pt x="2502" y="85510"/>
                </a:lnTo>
                <a:lnTo>
                  <a:pt x="2566" y="86041"/>
                </a:lnTo>
                <a:lnTo>
                  <a:pt x="2566" y="86508"/>
                </a:lnTo>
                <a:lnTo>
                  <a:pt x="2566" y="87038"/>
                </a:lnTo>
                <a:lnTo>
                  <a:pt x="2566" y="87505"/>
                </a:lnTo>
                <a:lnTo>
                  <a:pt x="2566" y="88036"/>
                </a:lnTo>
                <a:lnTo>
                  <a:pt x="2630" y="88503"/>
                </a:lnTo>
                <a:lnTo>
                  <a:pt x="2630" y="89033"/>
                </a:lnTo>
                <a:lnTo>
                  <a:pt x="2630" y="89500"/>
                </a:lnTo>
                <a:lnTo>
                  <a:pt x="2630" y="90031"/>
                </a:lnTo>
                <a:lnTo>
                  <a:pt x="2694" y="90498"/>
                </a:lnTo>
                <a:lnTo>
                  <a:pt x="2694" y="91028"/>
                </a:lnTo>
                <a:lnTo>
                  <a:pt x="2694" y="91495"/>
                </a:lnTo>
                <a:lnTo>
                  <a:pt x="2694" y="92026"/>
                </a:lnTo>
                <a:lnTo>
                  <a:pt x="2694" y="92492"/>
                </a:lnTo>
                <a:lnTo>
                  <a:pt x="2790" y="92956"/>
                </a:lnTo>
                <a:lnTo>
                  <a:pt x="2790" y="93490"/>
                </a:lnTo>
                <a:lnTo>
                  <a:pt x="2790" y="93954"/>
                </a:lnTo>
                <a:lnTo>
                  <a:pt x="2790" y="94487"/>
                </a:lnTo>
                <a:lnTo>
                  <a:pt x="2855" y="94951"/>
                </a:lnTo>
                <a:lnTo>
                  <a:pt x="2855" y="95418"/>
                </a:lnTo>
                <a:lnTo>
                  <a:pt x="2855" y="95949"/>
                </a:lnTo>
                <a:lnTo>
                  <a:pt x="2855" y="96416"/>
                </a:lnTo>
                <a:lnTo>
                  <a:pt x="2855" y="96879"/>
                </a:lnTo>
                <a:lnTo>
                  <a:pt x="2919" y="97346"/>
                </a:lnTo>
                <a:lnTo>
                  <a:pt x="2919" y="97877"/>
                </a:lnTo>
                <a:lnTo>
                  <a:pt x="2919" y="98344"/>
                </a:lnTo>
                <a:lnTo>
                  <a:pt x="2919" y="98808"/>
                </a:lnTo>
                <a:lnTo>
                  <a:pt x="3015" y="99341"/>
                </a:lnTo>
                <a:lnTo>
                  <a:pt x="3015" y="99805"/>
                </a:lnTo>
                <a:lnTo>
                  <a:pt x="3015" y="100272"/>
                </a:lnTo>
                <a:lnTo>
                  <a:pt x="3015" y="100739"/>
                </a:lnTo>
                <a:lnTo>
                  <a:pt x="3015" y="101269"/>
                </a:lnTo>
                <a:lnTo>
                  <a:pt x="3079" y="101736"/>
                </a:lnTo>
                <a:lnTo>
                  <a:pt x="3079" y="102200"/>
                </a:lnTo>
                <a:lnTo>
                  <a:pt x="3079" y="102667"/>
                </a:lnTo>
                <a:lnTo>
                  <a:pt x="3079" y="103131"/>
                </a:lnTo>
                <a:lnTo>
                  <a:pt x="3079" y="103598"/>
                </a:lnTo>
                <a:lnTo>
                  <a:pt x="3143" y="104128"/>
                </a:lnTo>
                <a:lnTo>
                  <a:pt x="3143" y="104595"/>
                </a:lnTo>
                <a:lnTo>
                  <a:pt x="3143" y="105059"/>
                </a:lnTo>
                <a:lnTo>
                  <a:pt x="3143" y="105526"/>
                </a:lnTo>
                <a:lnTo>
                  <a:pt x="3208" y="105990"/>
                </a:lnTo>
                <a:lnTo>
                  <a:pt x="3208" y="10645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783489" y="3823666"/>
            <a:ext cx="3240" cy="78331"/>
          </a:xfrm>
          <a:custGeom>
            <a:avLst/>
            <a:gdLst/>
            <a:ahLst/>
            <a:cxnLst/>
            <a:rect l="l" t="t" r="r" b="b"/>
            <a:pathLst>
              <a:path w="3240" h="78331">
                <a:moveTo>
                  <a:pt x="0" y="0"/>
                </a:moveTo>
                <a:lnTo>
                  <a:pt x="0" y="463"/>
                </a:lnTo>
                <a:lnTo>
                  <a:pt x="0" y="930"/>
                </a:lnTo>
                <a:lnTo>
                  <a:pt x="0" y="1394"/>
                </a:lnTo>
                <a:lnTo>
                  <a:pt x="96" y="1928"/>
                </a:lnTo>
                <a:lnTo>
                  <a:pt x="96" y="2392"/>
                </a:lnTo>
                <a:lnTo>
                  <a:pt x="96" y="2858"/>
                </a:lnTo>
                <a:lnTo>
                  <a:pt x="96" y="3322"/>
                </a:lnTo>
                <a:lnTo>
                  <a:pt x="160" y="3789"/>
                </a:lnTo>
                <a:lnTo>
                  <a:pt x="160" y="4253"/>
                </a:lnTo>
                <a:lnTo>
                  <a:pt x="160" y="4720"/>
                </a:lnTo>
                <a:lnTo>
                  <a:pt x="160" y="5187"/>
                </a:lnTo>
                <a:lnTo>
                  <a:pt x="160" y="5651"/>
                </a:lnTo>
                <a:lnTo>
                  <a:pt x="224" y="6118"/>
                </a:lnTo>
                <a:lnTo>
                  <a:pt x="224" y="6515"/>
                </a:lnTo>
                <a:lnTo>
                  <a:pt x="224" y="6982"/>
                </a:lnTo>
                <a:lnTo>
                  <a:pt x="224" y="7446"/>
                </a:lnTo>
                <a:lnTo>
                  <a:pt x="320" y="7912"/>
                </a:lnTo>
                <a:lnTo>
                  <a:pt x="320" y="8376"/>
                </a:lnTo>
                <a:lnTo>
                  <a:pt x="320" y="8843"/>
                </a:lnTo>
                <a:lnTo>
                  <a:pt x="320" y="9307"/>
                </a:lnTo>
                <a:lnTo>
                  <a:pt x="320" y="9774"/>
                </a:lnTo>
                <a:lnTo>
                  <a:pt x="384" y="10241"/>
                </a:lnTo>
                <a:lnTo>
                  <a:pt x="384" y="10705"/>
                </a:lnTo>
                <a:lnTo>
                  <a:pt x="384" y="11105"/>
                </a:lnTo>
                <a:lnTo>
                  <a:pt x="384" y="11569"/>
                </a:lnTo>
                <a:lnTo>
                  <a:pt x="449" y="12036"/>
                </a:lnTo>
                <a:lnTo>
                  <a:pt x="449" y="12499"/>
                </a:lnTo>
                <a:lnTo>
                  <a:pt x="449" y="12966"/>
                </a:lnTo>
                <a:lnTo>
                  <a:pt x="449" y="13364"/>
                </a:lnTo>
                <a:lnTo>
                  <a:pt x="449" y="13830"/>
                </a:lnTo>
                <a:lnTo>
                  <a:pt x="513" y="14294"/>
                </a:lnTo>
                <a:lnTo>
                  <a:pt x="513" y="14761"/>
                </a:lnTo>
                <a:lnTo>
                  <a:pt x="513" y="15161"/>
                </a:lnTo>
                <a:lnTo>
                  <a:pt x="513" y="15625"/>
                </a:lnTo>
                <a:lnTo>
                  <a:pt x="609" y="16092"/>
                </a:lnTo>
                <a:lnTo>
                  <a:pt x="609" y="16556"/>
                </a:lnTo>
                <a:lnTo>
                  <a:pt x="609" y="16956"/>
                </a:lnTo>
                <a:lnTo>
                  <a:pt x="609" y="17420"/>
                </a:lnTo>
                <a:lnTo>
                  <a:pt x="609" y="17887"/>
                </a:lnTo>
                <a:lnTo>
                  <a:pt x="673" y="18284"/>
                </a:lnTo>
                <a:lnTo>
                  <a:pt x="673" y="18751"/>
                </a:lnTo>
                <a:lnTo>
                  <a:pt x="673" y="19218"/>
                </a:lnTo>
                <a:lnTo>
                  <a:pt x="673" y="19615"/>
                </a:lnTo>
                <a:lnTo>
                  <a:pt x="673" y="20082"/>
                </a:lnTo>
                <a:lnTo>
                  <a:pt x="737" y="20479"/>
                </a:lnTo>
                <a:lnTo>
                  <a:pt x="737" y="20946"/>
                </a:lnTo>
                <a:lnTo>
                  <a:pt x="737" y="21410"/>
                </a:lnTo>
                <a:lnTo>
                  <a:pt x="737" y="21810"/>
                </a:lnTo>
                <a:lnTo>
                  <a:pt x="802" y="22274"/>
                </a:lnTo>
                <a:lnTo>
                  <a:pt x="802" y="22674"/>
                </a:lnTo>
                <a:lnTo>
                  <a:pt x="802" y="23141"/>
                </a:lnTo>
                <a:lnTo>
                  <a:pt x="802" y="23538"/>
                </a:lnTo>
                <a:lnTo>
                  <a:pt x="802" y="24005"/>
                </a:lnTo>
                <a:lnTo>
                  <a:pt x="898" y="24402"/>
                </a:lnTo>
                <a:lnTo>
                  <a:pt x="898" y="24869"/>
                </a:lnTo>
                <a:lnTo>
                  <a:pt x="898" y="25266"/>
                </a:lnTo>
                <a:lnTo>
                  <a:pt x="898" y="25733"/>
                </a:lnTo>
                <a:lnTo>
                  <a:pt x="962" y="26133"/>
                </a:lnTo>
                <a:lnTo>
                  <a:pt x="962" y="26597"/>
                </a:lnTo>
                <a:lnTo>
                  <a:pt x="962" y="26997"/>
                </a:lnTo>
                <a:lnTo>
                  <a:pt x="962" y="27394"/>
                </a:lnTo>
                <a:lnTo>
                  <a:pt x="962" y="27861"/>
                </a:lnTo>
                <a:lnTo>
                  <a:pt x="1026" y="28259"/>
                </a:lnTo>
                <a:lnTo>
                  <a:pt x="1026" y="28725"/>
                </a:lnTo>
                <a:lnTo>
                  <a:pt x="1026" y="29126"/>
                </a:lnTo>
                <a:lnTo>
                  <a:pt x="1026" y="29523"/>
                </a:lnTo>
                <a:lnTo>
                  <a:pt x="1122" y="29990"/>
                </a:lnTo>
                <a:lnTo>
                  <a:pt x="1122" y="30387"/>
                </a:lnTo>
                <a:lnTo>
                  <a:pt x="1122" y="30787"/>
                </a:lnTo>
                <a:lnTo>
                  <a:pt x="1122" y="31251"/>
                </a:lnTo>
                <a:lnTo>
                  <a:pt x="1122" y="31651"/>
                </a:lnTo>
                <a:lnTo>
                  <a:pt x="1186" y="32051"/>
                </a:lnTo>
                <a:lnTo>
                  <a:pt x="1186" y="32448"/>
                </a:lnTo>
                <a:lnTo>
                  <a:pt x="1186" y="32915"/>
                </a:lnTo>
                <a:lnTo>
                  <a:pt x="1186" y="33312"/>
                </a:lnTo>
                <a:lnTo>
                  <a:pt x="1251" y="33713"/>
                </a:lnTo>
                <a:lnTo>
                  <a:pt x="1251" y="34113"/>
                </a:lnTo>
                <a:lnTo>
                  <a:pt x="1251" y="34577"/>
                </a:lnTo>
                <a:lnTo>
                  <a:pt x="1251" y="34977"/>
                </a:lnTo>
                <a:lnTo>
                  <a:pt x="1251" y="35374"/>
                </a:lnTo>
                <a:lnTo>
                  <a:pt x="1315" y="35774"/>
                </a:lnTo>
                <a:lnTo>
                  <a:pt x="1315" y="36174"/>
                </a:lnTo>
                <a:lnTo>
                  <a:pt x="1315" y="36572"/>
                </a:lnTo>
                <a:lnTo>
                  <a:pt x="1315" y="37038"/>
                </a:lnTo>
                <a:lnTo>
                  <a:pt x="1411" y="37436"/>
                </a:lnTo>
                <a:lnTo>
                  <a:pt x="1411" y="37836"/>
                </a:lnTo>
                <a:lnTo>
                  <a:pt x="1411" y="38233"/>
                </a:lnTo>
                <a:lnTo>
                  <a:pt x="1411" y="38633"/>
                </a:lnTo>
                <a:lnTo>
                  <a:pt x="1411" y="39033"/>
                </a:lnTo>
                <a:lnTo>
                  <a:pt x="1475" y="39431"/>
                </a:lnTo>
                <a:lnTo>
                  <a:pt x="1475" y="39831"/>
                </a:lnTo>
                <a:lnTo>
                  <a:pt x="1475" y="40228"/>
                </a:lnTo>
                <a:lnTo>
                  <a:pt x="1475" y="40628"/>
                </a:lnTo>
                <a:lnTo>
                  <a:pt x="1475" y="41028"/>
                </a:lnTo>
                <a:lnTo>
                  <a:pt x="1539" y="41425"/>
                </a:lnTo>
                <a:lnTo>
                  <a:pt x="1539" y="41826"/>
                </a:lnTo>
                <a:lnTo>
                  <a:pt x="1539" y="42223"/>
                </a:lnTo>
                <a:lnTo>
                  <a:pt x="1539" y="42623"/>
                </a:lnTo>
                <a:lnTo>
                  <a:pt x="1636" y="43023"/>
                </a:lnTo>
                <a:lnTo>
                  <a:pt x="1636" y="43420"/>
                </a:lnTo>
                <a:lnTo>
                  <a:pt x="1636" y="43820"/>
                </a:lnTo>
                <a:lnTo>
                  <a:pt x="1636" y="44218"/>
                </a:lnTo>
                <a:lnTo>
                  <a:pt x="1636" y="44618"/>
                </a:lnTo>
                <a:lnTo>
                  <a:pt x="1700" y="45018"/>
                </a:lnTo>
                <a:lnTo>
                  <a:pt x="1700" y="45415"/>
                </a:lnTo>
                <a:lnTo>
                  <a:pt x="1700" y="45815"/>
                </a:lnTo>
                <a:lnTo>
                  <a:pt x="1700" y="46149"/>
                </a:lnTo>
                <a:lnTo>
                  <a:pt x="1764" y="46546"/>
                </a:lnTo>
                <a:lnTo>
                  <a:pt x="1764" y="46946"/>
                </a:lnTo>
                <a:lnTo>
                  <a:pt x="1764" y="47343"/>
                </a:lnTo>
                <a:lnTo>
                  <a:pt x="1764" y="47744"/>
                </a:lnTo>
                <a:lnTo>
                  <a:pt x="1764" y="48077"/>
                </a:lnTo>
                <a:lnTo>
                  <a:pt x="1828" y="48474"/>
                </a:lnTo>
                <a:lnTo>
                  <a:pt x="1828" y="48874"/>
                </a:lnTo>
                <a:lnTo>
                  <a:pt x="1828" y="49272"/>
                </a:lnTo>
                <a:lnTo>
                  <a:pt x="1828" y="49605"/>
                </a:lnTo>
                <a:lnTo>
                  <a:pt x="1924" y="50005"/>
                </a:lnTo>
                <a:lnTo>
                  <a:pt x="1924" y="50402"/>
                </a:lnTo>
                <a:lnTo>
                  <a:pt x="1924" y="50803"/>
                </a:lnTo>
                <a:lnTo>
                  <a:pt x="1924" y="51133"/>
                </a:lnTo>
                <a:lnTo>
                  <a:pt x="1924" y="51533"/>
                </a:lnTo>
                <a:lnTo>
                  <a:pt x="1988" y="51933"/>
                </a:lnTo>
                <a:lnTo>
                  <a:pt x="1988" y="52264"/>
                </a:lnTo>
                <a:lnTo>
                  <a:pt x="1988" y="52664"/>
                </a:lnTo>
                <a:lnTo>
                  <a:pt x="1988" y="53064"/>
                </a:lnTo>
                <a:lnTo>
                  <a:pt x="2053" y="53395"/>
                </a:lnTo>
                <a:lnTo>
                  <a:pt x="2053" y="53795"/>
                </a:lnTo>
                <a:lnTo>
                  <a:pt x="2053" y="54128"/>
                </a:lnTo>
                <a:lnTo>
                  <a:pt x="2053" y="54526"/>
                </a:lnTo>
                <a:lnTo>
                  <a:pt x="2053" y="54926"/>
                </a:lnTo>
                <a:lnTo>
                  <a:pt x="2117" y="55256"/>
                </a:lnTo>
                <a:lnTo>
                  <a:pt x="2117" y="55656"/>
                </a:lnTo>
                <a:lnTo>
                  <a:pt x="2117" y="55990"/>
                </a:lnTo>
                <a:lnTo>
                  <a:pt x="2117" y="56387"/>
                </a:lnTo>
                <a:lnTo>
                  <a:pt x="2213" y="56721"/>
                </a:lnTo>
                <a:lnTo>
                  <a:pt x="2213" y="57121"/>
                </a:lnTo>
                <a:lnTo>
                  <a:pt x="2213" y="57451"/>
                </a:lnTo>
                <a:lnTo>
                  <a:pt x="2213" y="57851"/>
                </a:lnTo>
                <a:lnTo>
                  <a:pt x="2213" y="58182"/>
                </a:lnTo>
                <a:lnTo>
                  <a:pt x="2277" y="58515"/>
                </a:lnTo>
                <a:lnTo>
                  <a:pt x="2277" y="58916"/>
                </a:lnTo>
                <a:lnTo>
                  <a:pt x="2277" y="59246"/>
                </a:lnTo>
                <a:lnTo>
                  <a:pt x="2277" y="59646"/>
                </a:lnTo>
                <a:lnTo>
                  <a:pt x="2277" y="59980"/>
                </a:lnTo>
                <a:lnTo>
                  <a:pt x="2341" y="60310"/>
                </a:lnTo>
                <a:lnTo>
                  <a:pt x="2341" y="60710"/>
                </a:lnTo>
                <a:lnTo>
                  <a:pt x="2341" y="61044"/>
                </a:lnTo>
                <a:lnTo>
                  <a:pt x="2341" y="61374"/>
                </a:lnTo>
                <a:lnTo>
                  <a:pt x="2438" y="61775"/>
                </a:lnTo>
                <a:lnTo>
                  <a:pt x="2438" y="62108"/>
                </a:lnTo>
                <a:lnTo>
                  <a:pt x="2438" y="62439"/>
                </a:lnTo>
                <a:lnTo>
                  <a:pt x="2438" y="62839"/>
                </a:lnTo>
                <a:lnTo>
                  <a:pt x="2438" y="63169"/>
                </a:lnTo>
                <a:lnTo>
                  <a:pt x="2502" y="63503"/>
                </a:lnTo>
                <a:lnTo>
                  <a:pt x="2502" y="63836"/>
                </a:lnTo>
                <a:lnTo>
                  <a:pt x="2502" y="64233"/>
                </a:lnTo>
                <a:lnTo>
                  <a:pt x="2502" y="64567"/>
                </a:lnTo>
                <a:lnTo>
                  <a:pt x="2566" y="64900"/>
                </a:lnTo>
                <a:lnTo>
                  <a:pt x="2566" y="65231"/>
                </a:lnTo>
                <a:lnTo>
                  <a:pt x="2566" y="65564"/>
                </a:lnTo>
                <a:lnTo>
                  <a:pt x="2566" y="65964"/>
                </a:lnTo>
                <a:lnTo>
                  <a:pt x="2566" y="66295"/>
                </a:lnTo>
                <a:lnTo>
                  <a:pt x="2630" y="66628"/>
                </a:lnTo>
                <a:lnTo>
                  <a:pt x="2630" y="66962"/>
                </a:lnTo>
                <a:lnTo>
                  <a:pt x="2630" y="67292"/>
                </a:lnTo>
                <a:lnTo>
                  <a:pt x="2630" y="67626"/>
                </a:lnTo>
                <a:lnTo>
                  <a:pt x="2726" y="67959"/>
                </a:lnTo>
                <a:lnTo>
                  <a:pt x="2726" y="68290"/>
                </a:lnTo>
                <a:lnTo>
                  <a:pt x="2726" y="68623"/>
                </a:lnTo>
                <a:lnTo>
                  <a:pt x="2726" y="68957"/>
                </a:lnTo>
                <a:lnTo>
                  <a:pt x="2726" y="69287"/>
                </a:lnTo>
                <a:lnTo>
                  <a:pt x="2790" y="69621"/>
                </a:lnTo>
                <a:lnTo>
                  <a:pt x="2790" y="69954"/>
                </a:lnTo>
                <a:lnTo>
                  <a:pt x="2790" y="70285"/>
                </a:lnTo>
                <a:lnTo>
                  <a:pt x="2790" y="70618"/>
                </a:lnTo>
                <a:lnTo>
                  <a:pt x="2855" y="70952"/>
                </a:lnTo>
                <a:lnTo>
                  <a:pt x="2855" y="71282"/>
                </a:lnTo>
                <a:lnTo>
                  <a:pt x="2855" y="71616"/>
                </a:lnTo>
                <a:lnTo>
                  <a:pt x="2855" y="71949"/>
                </a:lnTo>
                <a:lnTo>
                  <a:pt x="2855" y="72280"/>
                </a:lnTo>
                <a:lnTo>
                  <a:pt x="2919" y="72613"/>
                </a:lnTo>
                <a:lnTo>
                  <a:pt x="2919" y="72947"/>
                </a:lnTo>
                <a:lnTo>
                  <a:pt x="2919" y="73277"/>
                </a:lnTo>
                <a:lnTo>
                  <a:pt x="2919" y="73544"/>
                </a:lnTo>
                <a:lnTo>
                  <a:pt x="3015" y="73877"/>
                </a:lnTo>
                <a:lnTo>
                  <a:pt x="3015" y="74208"/>
                </a:lnTo>
                <a:lnTo>
                  <a:pt x="3015" y="74541"/>
                </a:lnTo>
                <a:lnTo>
                  <a:pt x="3015" y="74875"/>
                </a:lnTo>
                <a:lnTo>
                  <a:pt x="3015" y="75205"/>
                </a:lnTo>
                <a:lnTo>
                  <a:pt x="3079" y="75472"/>
                </a:lnTo>
                <a:lnTo>
                  <a:pt x="3079" y="75805"/>
                </a:lnTo>
                <a:lnTo>
                  <a:pt x="3079" y="76136"/>
                </a:lnTo>
                <a:lnTo>
                  <a:pt x="3079" y="76469"/>
                </a:lnTo>
                <a:lnTo>
                  <a:pt x="3079" y="76736"/>
                </a:lnTo>
                <a:lnTo>
                  <a:pt x="3143" y="77070"/>
                </a:lnTo>
                <a:lnTo>
                  <a:pt x="3143" y="77400"/>
                </a:lnTo>
                <a:lnTo>
                  <a:pt x="3143" y="77667"/>
                </a:lnTo>
                <a:lnTo>
                  <a:pt x="3143" y="78000"/>
                </a:lnTo>
                <a:lnTo>
                  <a:pt x="3240" y="7833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786729" y="3901998"/>
            <a:ext cx="3111" cy="42292"/>
          </a:xfrm>
          <a:custGeom>
            <a:avLst/>
            <a:gdLst/>
            <a:ahLst/>
            <a:cxnLst/>
            <a:rect l="l" t="t" r="r" b="b"/>
            <a:pathLst>
              <a:path w="3111" h="42292">
                <a:moveTo>
                  <a:pt x="0" y="0"/>
                </a:moveTo>
                <a:lnTo>
                  <a:pt x="0" y="266"/>
                </a:lnTo>
                <a:lnTo>
                  <a:pt x="0" y="600"/>
                </a:lnTo>
                <a:lnTo>
                  <a:pt x="0" y="864"/>
                </a:lnTo>
                <a:lnTo>
                  <a:pt x="0" y="1197"/>
                </a:lnTo>
                <a:lnTo>
                  <a:pt x="64" y="1530"/>
                </a:lnTo>
                <a:lnTo>
                  <a:pt x="64" y="1794"/>
                </a:lnTo>
                <a:lnTo>
                  <a:pt x="64" y="2128"/>
                </a:lnTo>
                <a:lnTo>
                  <a:pt x="64" y="2395"/>
                </a:lnTo>
                <a:lnTo>
                  <a:pt x="128" y="2728"/>
                </a:lnTo>
                <a:lnTo>
                  <a:pt x="128" y="2992"/>
                </a:lnTo>
                <a:lnTo>
                  <a:pt x="128" y="3325"/>
                </a:lnTo>
                <a:lnTo>
                  <a:pt x="128" y="3592"/>
                </a:lnTo>
                <a:lnTo>
                  <a:pt x="128" y="3923"/>
                </a:lnTo>
                <a:lnTo>
                  <a:pt x="192" y="4189"/>
                </a:lnTo>
                <a:lnTo>
                  <a:pt x="192" y="4523"/>
                </a:lnTo>
                <a:lnTo>
                  <a:pt x="192" y="4787"/>
                </a:lnTo>
                <a:lnTo>
                  <a:pt x="192" y="5053"/>
                </a:lnTo>
                <a:lnTo>
                  <a:pt x="288" y="5387"/>
                </a:lnTo>
                <a:lnTo>
                  <a:pt x="288" y="5654"/>
                </a:lnTo>
                <a:lnTo>
                  <a:pt x="288" y="5984"/>
                </a:lnTo>
                <a:lnTo>
                  <a:pt x="288" y="6251"/>
                </a:lnTo>
                <a:lnTo>
                  <a:pt x="288" y="6518"/>
                </a:lnTo>
                <a:lnTo>
                  <a:pt x="352" y="6848"/>
                </a:lnTo>
                <a:lnTo>
                  <a:pt x="352" y="7115"/>
                </a:lnTo>
                <a:lnTo>
                  <a:pt x="352" y="7382"/>
                </a:lnTo>
                <a:lnTo>
                  <a:pt x="352" y="7649"/>
                </a:lnTo>
                <a:lnTo>
                  <a:pt x="417" y="7979"/>
                </a:lnTo>
                <a:lnTo>
                  <a:pt x="417" y="8246"/>
                </a:lnTo>
                <a:lnTo>
                  <a:pt x="417" y="8513"/>
                </a:lnTo>
                <a:lnTo>
                  <a:pt x="417" y="8776"/>
                </a:lnTo>
                <a:lnTo>
                  <a:pt x="417" y="9110"/>
                </a:lnTo>
                <a:lnTo>
                  <a:pt x="513" y="9377"/>
                </a:lnTo>
                <a:lnTo>
                  <a:pt x="513" y="9643"/>
                </a:lnTo>
                <a:lnTo>
                  <a:pt x="513" y="9907"/>
                </a:lnTo>
                <a:lnTo>
                  <a:pt x="513" y="10174"/>
                </a:lnTo>
                <a:lnTo>
                  <a:pt x="577" y="10507"/>
                </a:lnTo>
                <a:lnTo>
                  <a:pt x="577" y="10771"/>
                </a:lnTo>
                <a:lnTo>
                  <a:pt x="577" y="11038"/>
                </a:lnTo>
                <a:lnTo>
                  <a:pt x="577" y="11305"/>
                </a:lnTo>
                <a:lnTo>
                  <a:pt x="577" y="11572"/>
                </a:lnTo>
                <a:lnTo>
                  <a:pt x="641" y="11835"/>
                </a:lnTo>
                <a:lnTo>
                  <a:pt x="641" y="12102"/>
                </a:lnTo>
                <a:lnTo>
                  <a:pt x="641" y="12369"/>
                </a:lnTo>
                <a:lnTo>
                  <a:pt x="641" y="12636"/>
                </a:lnTo>
                <a:lnTo>
                  <a:pt x="641" y="12900"/>
                </a:lnTo>
                <a:lnTo>
                  <a:pt x="705" y="13166"/>
                </a:lnTo>
                <a:lnTo>
                  <a:pt x="705" y="13433"/>
                </a:lnTo>
                <a:lnTo>
                  <a:pt x="705" y="13700"/>
                </a:lnTo>
                <a:lnTo>
                  <a:pt x="705" y="13964"/>
                </a:lnTo>
                <a:lnTo>
                  <a:pt x="802" y="14231"/>
                </a:lnTo>
                <a:lnTo>
                  <a:pt x="802" y="14497"/>
                </a:lnTo>
                <a:lnTo>
                  <a:pt x="802" y="14761"/>
                </a:lnTo>
                <a:lnTo>
                  <a:pt x="802" y="15028"/>
                </a:lnTo>
                <a:lnTo>
                  <a:pt x="802" y="15295"/>
                </a:lnTo>
                <a:lnTo>
                  <a:pt x="866" y="15561"/>
                </a:lnTo>
                <a:lnTo>
                  <a:pt x="866" y="15759"/>
                </a:lnTo>
                <a:lnTo>
                  <a:pt x="866" y="16025"/>
                </a:lnTo>
                <a:lnTo>
                  <a:pt x="866" y="16292"/>
                </a:lnTo>
                <a:lnTo>
                  <a:pt x="930" y="16559"/>
                </a:lnTo>
                <a:lnTo>
                  <a:pt x="930" y="16823"/>
                </a:lnTo>
                <a:lnTo>
                  <a:pt x="930" y="17023"/>
                </a:lnTo>
                <a:lnTo>
                  <a:pt x="930" y="17290"/>
                </a:lnTo>
                <a:lnTo>
                  <a:pt x="930" y="17556"/>
                </a:lnTo>
                <a:lnTo>
                  <a:pt x="994" y="17820"/>
                </a:lnTo>
                <a:lnTo>
                  <a:pt x="994" y="18020"/>
                </a:lnTo>
                <a:lnTo>
                  <a:pt x="994" y="18287"/>
                </a:lnTo>
                <a:lnTo>
                  <a:pt x="994" y="18554"/>
                </a:lnTo>
                <a:lnTo>
                  <a:pt x="1090" y="18818"/>
                </a:lnTo>
                <a:lnTo>
                  <a:pt x="1090" y="19018"/>
                </a:lnTo>
                <a:lnTo>
                  <a:pt x="1090" y="19284"/>
                </a:lnTo>
                <a:lnTo>
                  <a:pt x="1090" y="19551"/>
                </a:lnTo>
                <a:lnTo>
                  <a:pt x="1090" y="19748"/>
                </a:lnTo>
                <a:lnTo>
                  <a:pt x="1154" y="20015"/>
                </a:lnTo>
                <a:lnTo>
                  <a:pt x="1154" y="20215"/>
                </a:lnTo>
                <a:lnTo>
                  <a:pt x="1154" y="20482"/>
                </a:lnTo>
                <a:lnTo>
                  <a:pt x="1154" y="20682"/>
                </a:lnTo>
                <a:lnTo>
                  <a:pt x="1219" y="20946"/>
                </a:lnTo>
                <a:lnTo>
                  <a:pt x="1219" y="21213"/>
                </a:lnTo>
                <a:lnTo>
                  <a:pt x="1219" y="21413"/>
                </a:lnTo>
                <a:lnTo>
                  <a:pt x="1219" y="21679"/>
                </a:lnTo>
                <a:lnTo>
                  <a:pt x="1219" y="21877"/>
                </a:lnTo>
                <a:lnTo>
                  <a:pt x="1315" y="22143"/>
                </a:lnTo>
                <a:lnTo>
                  <a:pt x="1315" y="22343"/>
                </a:lnTo>
                <a:lnTo>
                  <a:pt x="1315" y="22610"/>
                </a:lnTo>
                <a:lnTo>
                  <a:pt x="1315" y="22807"/>
                </a:lnTo>
                <a:lnTo>
                  <a:pt x="1379" y="23007"/>
                </a:lnTo>
                <a:lnTo>
                  <a:pt x="1379" y="23274"/>
                </a:lnTo>
                <a:lnTo>
                  <a:pt x="1379" y="23474"/>
                </a:lnTo>
                <a:lnTo>
                  <a:pt x="1379" y="23738"/>
                </a:lnTo>
                <a:lnTo>
                  <a:pt x="1379" y="23938"/>
                </a:lnTo>
                <a:lnTo>
                  <a:pt x="1443" y="24138"/>
                </a:lnTo>
                <a:lnTo>
                  <a:pt x="1443" y="24405"/>
                </a:lnTo>
                <a:lnTo>
                  <a:pt x="1443" y="24605"/>
                </a:lnTo>
                <a:lnTo>
                  <a:pt x="1443" y="24802"/>
                </a:lnTo>
                <a:lnTo>
                  <a:pt x="1443" y="25002"/>
                </a:lnTo>
                <a:lnTo>
                  <a:pt x="1507" y="25269"/>
                </a:lnTo>
                <a:lnTo>
                  <a:pt x="1507" y="25469"/>
                </a:lnTo>
                <a:lnTo>
                  <a:pt x="1507" y="25669"/>
                </a:lnTo>
                <a:lnTo>
                  <a:pt x="1507" y="25866"/>
                </a:lnTo>
                <a:lnTo>
                  <a:pt x="1604" y="26133"/>
                </a:lnTo>
                <a:lnTo>
                  <a:pt x="1604" y="26333"/>
                </a:lnTo>
                <a:lnTo>
                  <a:pt x="1604" y="26533"/>
                </a:lnTo>
                <a:lnTo>
                  <a:pt x="1604" y="26730"/>
                </a:lnTo>
                <a:lnTo>
                  <a:pt x="1604" y="26931"/>
                </a:lnTo>
                <a:lnTo>
                  <a:pt x="1668" y="27197"/>
                </a:lnTo>
                <a:lnTo>
                  <a:pt x="1668" y="27397"/>
                </a:lnTo>
                <a:lnTo>
                  <a:pt x="1668" y="27597"/>
                </a:lnTo>
                <a:lnTo>
                  <a:pt x="1668" y="27795"/>
                </a:lnTo>
                <a:lnTo>
                  <a:pt x="1732" y="27995"/>
                </a:lnTo>
                <a:lnTo>
                  <a:pt x="1732" y="28195"/>
                </a:lnTo>
                <a:lnTo>
                  <a:pt x="1732" y="28395"/>
                </a:lnTo>
                <a:lnTo>
                  <a:pt x="1732" y="28595"/>
                </a:lnTo>
                <a:lnTo>
                  <a:pt x="1732" y="28792"/>
                </a:lnTo>
                <a:lnTo>
                  <a:pt x="1828" y="28992"/>
                </a:lnTo>
                <a:lnTo>
                  <a:pt x="1828" y="29192"/>
                </a:lnTo>
                <a:lnTo>
                  <a:pt x="1828" y="29392"/>
                </a:lnTo>
                <a:lnTo>
                  <a:pt x="1828" y="29592"/>
                </a:lnTo>
                <a:lnTo>
                  <a:pt x="1892" y="29790"/>
                </a:lnTo>
                <a:lnTo>
                  <a:pt x="1892" y="29990"/>
                </a:lnTo>
                <a:lnTo>
                  <a:pt x="1892" y="30190"/>
                </a:lnTo>
                <a:lnTo>
                  <a:pt x="1892" y="30390"/>
                </a:lnTo>
                <a:lnTo>
                  <a:pt x="1892" y="30590"/>
                </a:lnTo>
                <a:lnTo>
                  <a:pt x="1956" y="30720"/>
                </a:lnTo>
                <a:lnTo>
                  <a:pt x="1956" y="30920"/>
                </a:lnTo>
                <a:lnTo>
                  <a:pt x="1956" y="31120"/>
                </a:lnTo>
                <a:lnTo>
                  <a:pt x="1956" y="31320"/>
                </a:lnTo>
                <a:lnTo>
                  <a:pt x="2021" y="31521"/>
                </a:lnTo>
                <a:lnTo>
                  <a:pt x="2021" y="31718"/>
                </a:lnTo>
                <a:lnTo>
                  <a:pt x="2021" y="31851"/>
                </a:lnTo>
                <a:lnTo>
                  <a:pt x="2021" y="32051"/>
                </a:lnTo>
                <a:lnTo>
                  <a:pt x="2021" y="32251"/>
                </a:lnTo>
                <a:lnTo>
                  <a:pt x="2117" y="32451"/>
                </a:lnTo>
                <a:lnTo>
                  <a:pt x="2117" y="32585"/>
                </a:lnTo>
                <a:lnTo>
                  <a:pt x="2117" y="32782"/>
                </a:lnTo>
                <a:lnTo>
                  <a:pt x="2117" y="32982"/>
                </a:lnTo>
                <a:lnTo>
                  <a:pt x="2181" y="33115"/>
                </a:lnTo>
                <a:lnTo>
                  <a:pt x="2181" y="33315"/>
                </a:lnTo>
                <a:lnTo>
                  <a:pt x="2181" y="33515"/>
                </a:lnTo>
                <a:lnTo>
                  <a:pt x="2181" y="33649"/>
                </a:lnTo>
                <a:lnTo>
                  <a:pt x="2181" y="33846"/>
                </a:lnTo>
                <a:lnTo>
                  <a:pt x="2245" y="34046"/>
                </a:lnTo>
                <a:lnTo>
                  <a:pt x="2245" y="34179"/>
                </a:lnTo>
                <a:lnTo>
                  <a:pt x="2245" y="34380"/>
                </a:lnTo>
                <a:lnTo>
                  <a:pt x="2245" y="34513"/>
                </a:lnTo>
                <a:lnTo>
                  <a:pt x="2245" y="34710"/>
                </a:lnTo>
                <a:lnTo>
                  <a:pt x="2309" y="34843"/>
                </a:lnTo>
                <a:lnTo>
                  <a:pt x="2309" y="35044"/>
                </a:lnTo>
                <a:lnTo>
                  <a:pt x="2309" y="35177"/>
                </a:lnTo>
                <a:lnTo>
                  <a:pt x="2309" y="35377"/>
                </a:lnTo>
                <a:lnTo>
                  <a:pt x="2406" y="35510"/>
                </a:lnTo>
                <a:lnTo>
                  <a:pt x="2406" y="35708"/>
                </a:lnTo>
                <a:lnTo>
                  <a:pt x="2406" y="35841"/>
                </a:lnTo>
                <a:lnTo>
                  <a:pt x="2406" y="36041"/>
                </a:lnTo>
                <a:lnTo>
                  <a:pt x="2406" y="36174"/>
                </a:lnTo>
                <a:lnTo>
                  <a:pt x="2470" y="36308"/>
                </a:lnTo>
                <a:lnTo>
                  <a:pt x="2470" y="36508"/>
                </a:lnTo>
                <a:lnTo>
                  <a:pt x="2470" y="36641"/>
                </a:lnTo>
                <a:lnTo>
                  <a:pt x="2470" y="36772"/>
                </a:lnTo>
                <a:lnTo>
                  <a:pt x="2534" y="36972"/>
                </a:lnTo>
                <a:lnTo>
                  <a:pt x="2534" y="37105"/>
                </a:lnTo>
                <a:lnTo>
                  <a:pt x="2534" y="37238"/>
                </a:lnTo>
                <a:lnTo>
                  <a:pt x="2534" y="37439"/>
                </a:lnTo>
                <a:lnTo>
                  <a:pt x="2534" y="37572"/>
                </a:lnTo>
                <a:lnTo>
                  <a:pt x="2630" y="37702"/>
                </a:lnTo>
                <a:lnTo>
                  <a:pt x="2630" y="37836"/>
                </a:lnTo>
                <a:lnTo>
                  <a:pt x="2630" y="38036"/>
                </a:lnTo>
                <a:lnTo>
                  <a:pt x="2630" y="38169"/>
                </a:lnTo>
                <a:lnTo>
                  <a:pt x="2694" y="38303"/>
                </a:lnTo>
                <a:lnTo>
                  <a:pt x="2694" y="38436"/>
                </a:lnTo>
                <a:lnTo>
                  <a:pt x="2694" y="38569"/>
                </a:lnTo>
                <a:lnTo>
                  <a:pt x="2694" y="38700"/>
                </a:lnTo>
                <a:lnTo>
                  <a:pt x="2694" y="38900"/>
                </a:lnTo>
                <a:lnTo>
                  <a:pt x="2758" y="39033"/>
                </a:lnTo>
                <a:lnTo>
                  <a:pt x="2758" y="39167"/>
                </a:lnTo>
                <a:lnTo>
                  <a:pt x="2758" y="39300"/>
                </a:lnTo>
                <a:lnTo>
                  <a:pt x="2758" y="39433"/>
                </a:lnTo>
                <a:lnTo>
                  <a:pt x="2823" y="39567"/>
                </a:lnTo>
                <a:lnTo>
                  <a:pt x="2823" y="39697"/>
                </a:lnTo>
                <a:lnTo>
                  <a:pt x="2823" y="39831"/>
                </a:lnTo>
                <a:lnTo>
                  <a:pt x="2823" y="39964"/>
                </a:lnTo>
                <a:lnTo>
                  <a:pt x="2823" y="40097"/>
                </a:lnTo>
                <a:lnTo>
                  <a:pt x="2919" y="40231"/>
                </a:lnTo>
                <a:lnTo>
                  <a:pt x="2919" y="40364"/>
                </a:lnTo>
                <a:lnTo>
                  <a:pt x="2919" y="40498"/>
                </a:lnTo>
                <a:lnTo>
                  <a:pt x="2919" y="40631"/>
                </a:lnTo>
                <a:lnTo>
                  <a:pt x="2983" y="40761"/>
                </a:lnTo>
                <a:lnTo>
                  <a:pt x="2983" y="40895"/>
                </a:lnTo>
                <a:lnTo>
                  <a:pt x="2983" y="41095"/>
                </a:lnTo>
                <a:lnTo>
                  <a:pt x="2983" y="41228"/>
                </a:lnTo>
                <a:lnTo>
                  <a:pt x="3047" y="41362"/>
                </a:lnTo>
                <a:lnTo>
                  <a:pt x="3047" y="41495"/>
                </a:lnTo>
                <a:lnTo>
                  <a:pt x="3047" y="41628"/>
                </a:lnTo>
                <a:lnTo>
                  <a:pt x="3047" y="41826"/>
                </a:lnTo>
                <a:lnTo>
                  <a:pt x="3111" y="41959"/>
                </a:lnTo>
                <a:lnTo>
                  <a:pt x="3111" y="42092"/>
                </a:lnTo>
                <a:lnTo>
                  <a:pt x="3111" y="42292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789841" y="3944291"/>
            <a:ext cx="3240" cy="6118"/>
          </a:xfrm>
          <a:custGeom>
            <a:avLst/>
            <a:gdLst/>
            <a:ahLst/>
            <a:cxnLst/>
            <a:rect l="l" t="t" r="r" b="b"/>
            <a:pathLst>
              <a:path w="3240" h="6118">
                <a:moveTo>
                  <a:pt x="0" y="0"/>
                </a:moveTo>
                <a:lnTo>
                  <a:pt x="96" y="133"/>
                </a:lnTo>
                <a:lnTo>
                  <a:pt x="96" y="333"/>
                </a:lnTo>
                <a:lnTo>
                  <a:pt x="96" y="463"/>
                </a:lnTo>
                <a:lnTo>
                  <a:pt x="160" y="663"/>
                </a:lnTo>
                <a:lnTo>
                  <a:pt x="160" y="797"/>
                </a:lnTo>
                <a:lnTo>
                  <a:pt x="160" y="997"/>
                </a:lnTo>
                <a:lnTo>
                  <a:pt x="224" y="1197"/>
                </a:lnTo>
                <a:lnTo>
                  <a:pt x="224" y="1394"/>
                </a:lnTo>
                <a:lnTo>
                  <a:pt x="320" y="1594"/>
                </a:lnTo>
                <a:lnTo>
                  <a:pt x="320" y="1794"/>
                </a:lnTo>
                <a:lnTo>
                  <a:pt x="384" y="1994"/>
                </a:lnTo>
                <a:lnTo>
                  <a:pt x="384" y="2128"/>
                </a:lnTo>
                <a:lnTo>
                  <a:pt x="384" y="2261"/>
                </a:lnTo>
                <a:lnTo>
                  <a:pt x="449" y="2392"/>
                </a:lnTo>
                <a:lnTo>
                  <a:pt x="449" y="2525"/>
                </a:lnTo>
                <a:lnTo>
                  <a:pt x="449" y="2658"/>
                </a:lnTo>
                <a:lnTo>
                  <a:pt x="513" y="2792"/>
                </a:lnTo>
                <a:lnTo>
                  <a:pt x="513" y="2925"/>
                </a:lnTo>
                <a:lnTo>
                  <a:pt x="513" y="3059"/>
                </a:lnTo>
                <a:lnTo>
                  <a:pt x="609" y="3192"/>
                </a:lnTo>
                <a:lnTo>
                  <a:pt x="609" y="3325"/>
                </a:lnTo>
                <a:lnTo>
                  <a:pt x="673" y="3456"/>
                </a:lnTo>
                <a:lnTo>
                  <a:pt x="673" y="3589"/>
                </a:lnTo>
                <a:lnTo>
                  <a:pt x="673" y="3723"/>
                </a:lnTo>
                <a:lnTo>
                  <a:pt x="737" y="3856"/>
                </a:lnTo>
                <a:lnTo>
                  <a:pt x="737" y="3989"/>
                </a:lnTo>
                <a:lnTo>
                  <a:pt x="737" y="4123"/>
                </a:lnTo>
                <a:lnTo>
                  <a:pt x="834" y="4256"/>
                </a:lnTo>
                <a:lnTo>
                  <a:pt x="834" y="4387"/>
                </a:lnTo>
                <a:lnTo>
                  <a:pt x="898" y="4520"/>
                </a:lnTo>
                <a:lnTo>
                  <a:pt x="898" y="4653"/>
                </a:lnTo>
                <a:lnTo>
                  <a:pt x="962" y="4787"/>
                </a:lnTo>
                <a:lnTo>
                  <a:pt x="1026" y="4920"/>
                </a:lnTo>
                <a:lnTo>
                  <a:pt x="1026" y="5053"/>
                </a:lnTo>
                <a:lnTo>
                  <a:pt x="1122" y="5187"/>
                </a:lnTo>
                <a:lnTo>
                  <a:pt x="1186" y="5320"/>
                </a:lnTo>
                <a:lnTo>
                  <a:pt x="1186" y="5451"/>
                </a:lnTo>
                <a:lnTo>
                  <a:pt x="1251" y="5584"/>
                </a:lnTo>
                <a:lnTo>
                  <a:pt x="1315" y="5717"/>
                </a:lnTo>
                <a:lnTo>
                  <a:pt x="1411" y="5851"/>
                </a:lnTo>
                <a:lnTo>
                  <a:pt x="1475" y="5984"/>
                </a:lnTo>
                <a:lnTo>
                  <a:pt x="1539" y="6051"/>
                </a:lnTo>
                <a:lnTo>
                  <a:pt x="1700" y="6118"/>
                </a:lnTo>
                <a:lnTo>
                  <a:pt x="1828" y="6118"/>
                </a:lnTo>
                <a:lnTo>
                  <a:pt x="1924" y="6051"/>
                </a:lnTo>
                <a:lnTo>
                  <a:pt x="2053" y="5984"/>
                </a:lnTo>
                <a:lnTo>
                  <a:pt x="2149" y="5851"/>
                </a:lnTo>
                <a:lnTo>
                  <a:pt x="2213" y="5717"/>
                </a:lnTo>
                <a:lnTo>
                  <a:pt x="2277" y="5584"/>
                </a:lnTo>
                <a:lnTo>
                  <a:pt x="2341" y="5451"/>
                </a:lnTo>
                <a:lnTo>
                  <a:pt x="2341" y="5320"/>
                </a:lnTo>
                <a:lnTo>
                  <a:pt x="2438" y="5187"/>
                </a:lnTo>
                <a:lnTo>
                  <a:pt x="2502" y="5053"/>
                </a:lnTo>
                <a:lnTo>
                  <a:pt x="2502" y="4920"/>
                </a:lnTo>
                <a:lnTo>
                  <a:pt x="2566" y="4787"/>
                </a:lnTo>
                <a:lnTo>
                  <a:pt x="2630" y="4653"/>
                </a:lnTo>
                <a:lnTo>
                  <a:pt x="2630" y="4520"/>
                </a:lnTo>
                <a:lnTo>
                  <a:pt x="2630" y="4387"/>
                </a:lnTo>
                <a:lnTo>
                  <a:pt x="2726" y="4256"/>
                </a:lnTo>
                <a:lnTo>
                  <a:pt x="2790" y="4123"/>
                </a:lnTo>
                <a:lnTo>
                  <a:pt x="2790" y="3989"/>
                </a:lnTo>
                <a:lnTo>
                  <a:pt x="2790" y="3856"/>
                </a:lnTo>
                <a:lnTo>
                  <a:pt x="2855" y="3656"/>
                </a:lnTo>
                <a:lnTo>
                  <a:pt x="2855" y="3522"/>
                </a:lnTo>
                <a:lnTo>
                  <a:pt x="2951" y="3389"/>
                </a:lnTo>
                <a:lnTo>
                  <a:pt x="2951" y="3259"/>
                </a:lnTo>
                <a:lnTo>
                  <a:pt x="3015" y="3059"/>
                </a:lnTo>
                <a:lnTo>
                  <a:pt x="3015" y="2925"/>
                </a:lnTo>
                <a:lnTo>
                  <a:pt x="3079" y="2725"/>
                </a:lnTo>
                <a:lnTo>
                  <a:pt x="3079" y="2592"/>
                </a:lnTo>
                <a:lnTo>
                  <a:pt x="3079" y="2392"/>
                </a:lnTo>
                <a:lnTo>
                  <a:pt x="3143" y="2194"/>
                </a:lnTo>
                <a:lnTo>
                  <a:pt x="3143" y="2061"/>
                </a:lnTo>
                <a:lnTo>
                  <a:pt x="3143" y="1928"/>
                </a:lnTo>
                <a:lnTo>
                  <a:pt x="3240" y="1728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793081" y="3905854"/>
            <a:ext cx="3208" cy="40097"/>
          </a:xfrm>
          <a:custGeom>
            <a:avLst/>
            <a:gdLst/>
            <a:ahLst/>
            <a:cxnLst/>
            <a:rect l="l" t="t" r="r" b="b"/>
            <a:pathLst>
              <a:path w="3208" h="40097">
                <a:moveTo>
                  <a:pt x="0" y="40097"/>
                </a:moveTo>
                <a:lnTo>
                  <a:pt x="64" y="39897"/>
                </a:lnTo>
                <a:lnTo>
                  <a:pt x="64" y="39700"/>
                </a:lnTo>
                <a:lnTo>
                  <a:pt x="64" y="39567"/>
                </a:lnTo>
                <a:lnTo>
                  <a:pt x="128" y="39367"/>
                </a:lnTo>
                <a:lnTo>
                  <a:pt x="128" y="39167"/>
                </a:lnTo>
                <a:lnTo>
                  <a:pt x="192" y="38967"/>
                </a:lnTo>
                <a:lnTo>
                  <a:pt x="192" y="38833"/>
                </a:lnTo>
                <a:lnTo>
                  <a:pt x="192" y="38636"/>
                </a:lnTo>
                <a:lnTo>
                  <a:pt x="192" y="38503"/>
                </a:lnTo>
                <a:lnTo>
                  <a:pt x="288" y="38303"/>
                </a:lnTo>
                <a:lnTo>
                  <a:pt x="288" y="38169"/>
                </a:lnTo>
                <a:lnTo>
                  <a:pt x="288" y="38036"/>
                </a:lnTo>
                <a:lnTo>
                  <a:pt x="352" y="37836"/>
                </a:lnTo>
                <a:lnTo>
                  <a:pt x="352" y="37705"/>
                </a:lnTo>
                <a:lnTo>
                  <a:pt x="352" y="37572"/>
                </a:lnTo>
                <a:lnTo>
                  <a:pt x="352" y="37439"/>
                </a:lnTo>
                <a:lnTo>
                  <a:pt x="417" y="37305"/>
                </a:lnTo>
                <a:lnTo>
                  <a:pt x="417" y="37105"/>
                </a:lnTo>
                <a:lnTo>
                  <a:pt x="417" y="36972"/>
                </a:lnTo>
                <a:lnTo>
                  <a:pt x="513" y="36838"/>
                </a:lnTo>
                <a:lnTo>
                  <a:pt x="513" y="36708"/>
                </a:lnTo>
                <a:lnTo>
                  <a:pt x="513" y="36574"/>
                </a:lnTo>
                <a:lnTo>
                  <a:pt x="513" y="36441"/>
                </a:lnTo>
                <a:lnTo>
                  <a:pt x="513" y="36308"/>
                </a:lnTo>
                <a:lnTo>
                  <a:pt x="577" y="36174"/>
                </a:lnTo>
                <a:lnTo>
                  <a:pt x="577" y="36041"/>
                </a:lnTo>
                <a:lnTo>
                  <a:pt x="577" y="35908"/>
                </a:lnTo>
                <a:lnTo>
                  <a:pt x="577" y="35777"/>
                </a:lnTo>
                <a:lnTo>
                  <a:pt x="641" y="35644"/>
                </a:lnTo>
                <a:lnTo>
                  <a:pt x="641" y="35510"/>
                </a:lnTo>
                <a:lnTo>
                  <a:pt x="641" y="35377"/>
                </a:lnTo>
                <a:lnTo>
                  <a:pt x="641" y="35244"/>
                </a:lnTo>
                <a:lnTo>
                  <a:pt x="641" y="35044"/>
                </a:lnTo>
                <a:lnTo>
                  <a:pt x="705" y="34910"/>
                </a:lnTo>
                <a:lnTo>
                  <a:pt x="705" y="34780"/>
                </a:lnTo>
                <a:lnTo>
                  <a:pt x="705" y="34646"/>
                </a:lnTo>
                <a:lnTo>
                  <a:pt x="705" y="34513"/>
                </a:lnTo>
                <a:lnTo>
                  <a:pt x="705" y="34380"/>
                </a:lnTo>
                <a:lnTo>
                  <a:pt x="802" y="34179"/>
                </a:lnTo>
                <a:lnTo>
                  <a:pt x="802" y="34046"/>
                </a:lnTo>
                <a:lnTo>
                  <a:pt x="802" y="33913"/>
                </a:lnTo>
                <a:lnTo>
                  <a:pt x="802" y="33782"/>
                </a:lnTo>
                <a:lnTo>
                  <a:pt x="866" y="33582"/>
                </a:lnTo>
                <a:lnTo>
                  <a:pt x="866" y="33449"/>
                </a:lnTo>
                <a:lnTo>
                  <a:pt x="866" y="33315"/>
                </a:lnTo>
                <a:lnTo>
                  <a:pt x="866" y="33115"/>
                </a:lnTo>
                <a:lnTo>
                  <a:pt x="866" y="32982"/>
                </a:lnTo>
                <a:lnTo>
                  <a:pt x="930" y="32849"/>
                </a:lnTo>
                <a:lnTo>
                  <a:pt x="930" y="32651"/>
                </a:lnTo>
                <a:lnTo>
                  <a:pt x="930" y="32518"/>
                </a:lnTo>
                <a:lnTo>
                  <a:pt x="930" y="32385"/>
                </a:lnTo>
                <a:lnTo>
                  <a:pt x="1026" y="32185"/>
                </a:lnTo>
                <a:lnTo>
                  <a:pt x="1026" y="32051"/>
                </a:lnTo>
                <a:lnTo>
                  <a:pt x="1026" y="31851"/>
                </a:lnTo>
                <a:lnTo>
                  <a:pt x="1026" y="31721"/>
                </a:lnTo>
                <a:lnTo>
                  <a:pt x="1026" y="31521"/>
                </a:lnTo>
                <a:lnTo>
                  <a:pt x="1090" y="31387"/>
                </a:lnTo>
                <a:lnTo>
                  <a:pt x="1090" y="31187"/>
                </a:lnTo>
                <a:lnTo>
                  <a:pt x="1090" y="31054"/>
                </a:lnTo>
                <a:lnTo>
                  <a:pt x="1090" y="30854"/>
                </a:lnTo>
                <a:lnTo>
                  <a:pt x="1154" y="30723"/>
                </a:lnTo>
                <a:lnTo>
                  <a:pt x="1154" y="30523"/>
                </a:lnTo>
                <a:lnTo>
                  <a:pt x="1154" y="30323"/>
                </a:lnTo>
                <a:lnTo>
                  <a:pt x="1154" y="30190"/>
                </a:lnTo>
                <a:lnTo>
                  <a:pt x="1154" y="29990"/>
                </a:lnTo>
                <a:lnTo>
                  <a:pt x="1219" y="29792"/>
                </a:lnTo>
                <a:lnTo>
                  <a:pt x="1219" y="29659"/>
                </a:lnTo>
                <a:lnTo>
                  <a:pt x="1219" y="29459"/>
                </a:lnTo>
                <a:lnTo>
                  <a:pt x="1219" y="29259"/>
                </a:lnTo>
                <a:lnTo>
                  <a:pt x="1315" y="29126"/>
                </a:lnTo>
                <a:lnTo>
                  <a:pt x="1315" y="28925"/>
                </a:lnTo>
                <a:lnTo>
                  <a:pt x="1315" y="28728"/>
                </a:lnTo>
                <a:lnTo>
                  <a:pt x="1315" y="28528"/>
                </a:lnTo>
                <a:lnTo>
                  <a:pt x="1315" y="28395"/>
                </a:lnTo>
                <a:lnTo>
                  <a:pt x="1379" y="28195"/>
                </a:lnTo>
                <a:lnTo>
                  <a:pt x="1379" y="27995"/>
                </a:lnTo>
                <a:lnTo>
                  <a:pt x="1379" y="27798"/>
                </a:lnTo>
                <a:lnTo>
                  <a:pt x="1379" y="27597"/>
                </a:lnTo>
                <a:lnTo>
                  <a:pt x="1443" y="27464"/>
                </a:lnTo>
                <a:lnTo>
                  <a:pt x="1443" y="27264"/>
                </a:lnTo>
                <a:lnTo>
                  <a:pt x="1443" y="27064"/>
                </a:lnTo>
                <a:lnTo>
                  <a:pt x="1443" y="26864"/>
                </a:lnTo>
                <a:lnTo>
                  <a:pt x="1443" y="26667"/>
                </a:lnTo>
                <a:lnTo>
                  <a:pt x="1507" y="26467"/>
                </a:lnTo>
                <a:lnTo>
                  <a:pt x="1507" y="26267"/>
                </a:lnTo>
                <a:lnTo>
                  <a:pt x="1507" y="26067"/>
                </a:lnTo>
                <a:lnTo>
                  <a:pt x="1507" y="25866"/>
                </a:lnTo>
                <a:lnTo>
                  <a:pt x="1507" y="25669"/>
                </a:lnTo>
                <a:lnTo>
                  <a:pt x="1604" y="25469"/>
                </a:lnTo>
                <a:lnTo>
                  <a:pt x="1604" y="25269"/>
                </a:lnTo>
                <a:lnTo>
                  <a:pt x="1604" y="25069"/>
                </a:lnTo>
                <a:lnTo>
                  <a:pt x="1604" y="24869"/>
                </a:lnTo>
                <a:lnTo>
                  <a:pt x="1668" y="24672"/>
                </a:lnTo>
                <a:lnTo>
                  <a:pt x="1668" y="24472"/>
                </a:lnTo>
                <a:lnTo>
                  <a:pt x="1668" y="24272"/>
                </a:lnTo>
                <a:lnTo>
                  <a:pt x="1668" y="24072"/>
                </a:lnTo>
                <a:lnTo>
                  <a:pt x="1668" y="23872"/>
                </a:lnTo>
                <a:lnTo>
                  <a:pt x="1732" y="23608"/>
                </a:lnTo>
                <a:lnTo>
                  <a:pt x="1732" y="23408"/>
                </a:lnTo>
                <a:lnTo>
                  <a:pt x="1732" y="23208"/>
                </a:lnTo>
                <a:lnTo>
                  <a:pt x="1732" y="23007"/>
                </a:lnTo>
                <a:lnTo>
                  <a:pt x="1828" y="22810"/>
                </a:lnTo>
                <a:lnTo>
                  <a:pt x="1828" y="22544"/>
                </a:lnTo>
                <a:lnTo>
                  <a:pt x="1828" y="22343"/>
                </a:lnTo>
                <a:lnTo>
                  <a:pt x="1828" y="22143"/>
                </a:lnTo>
                <a:lnTo>
                  <a:pt x="1828" y="21943"/>
                </a:lnTo>
                <a:lnTo>
                  <a:pt x="1892" y="21679"/>
                </a:lnTo>
                <a:lnTo>
                  <a:pt x="1892" y="21479"/>
                </a:lnTo>
                <a:lnTo>
                  <a:pt x="1892" y="21279"/>
                </a:lnTo>
                <a:lnTo>
                  <a:pt x="1892" y="21013"/>
                </a:lnTo>
                <a:lnTo>
                  <a:pt x="1956" y="20815"/>
                </a:lnTo>
                <a:lnTo>
                  <a:pt x="1956" y="20615"/>
                </a:lnTo>
                <a:lnTo>
                  <a:pt x="1956" y="20349"/>
                </a:lnTo>
                <a:lnTo>
                  <a:pt x="1956" y="20149"/>
                </a:lnTo>
                <a:lnTo>
                  <a:pt x="1956" y="19948"/>
                </a:lnTo>
                <a:lnTo>
                  <a:pt x="2021" y="19685"/>
                </a:lnTo>
                <a:lnTo>
                  <a:pt x="2021" y="19485"/>
                </a:lnTo>
                <a:lnTo>
                  <a:pt x="2021" y="19218"/>
                </a:lnTo>
                <a:lnTo>
                  <a:pt x="2021" y="19018"/>
                </a:lnTo>
                <a:lnTo>
                  <a:pt x="2117" y="18754"/>
                </a:lnTo>
                <a:lnTo>
                  <a:pt x="2117" y="18554"/>
                </a:lnTo>
                <a:lnTo>
                  <a:pt x="2117" y="18287"/>
                </a:lnTo>
                <a:lnTo>
                  <a:pt x="2117" y="18087"/>
                </a:lnTo>
                <a:lnTo>
                  <a:pt x="2117" y="17823"/>
                </a:lnTo>
                <a:lnTo>
                  <a:pt x="2181" y="17623"/>
                </a:lnTo>
                <a:lnTo>
                  <a:pt x="2181" y="17356"/>
                </a:lnTo>
                <a:lnTo>
                  <a:pt x="2181" y="17089"/>
                </a:lnTo>
                <a:lnTo>
                  <a:pt x="2181" y="16889"/>
                </a:lnTo>
                <a:lnTo>
                  <a:pt x="2245" y="16626"/>
                </a:lnTo>
                <a:lnTo>
                  <a:pt x="2245" y="16359"/>
                </a:lnTo>
                <a:lnTo>
                  <a:pt x="2245" y="16159"/>
                </a:lnTo>
                <a:lnTo>
                  <a:pt x="2245" y="15892"/>
                </a:lnTo>
                <a:lnTo>
                  <a:pt x="2245" y="15628"/>
                </a:lnTo>
                <a:lnTo>
                  <a:pt x="2341" y="15428"/>
                </a:lnTo>
                <a:lnTo>
                  <a:pt x="2341" y="15161"/>
                </a:lnTo>
                <a:lnTo>
                  <a:pt x="2341" y="14895"/>
                </a:lnTo>
                <a:lnTo>
                  <a:pt x="2341" y="14697"/>
                </a:lnTo>
                <a:lnTo>
                  <a:pt x="2341" y="14431"/>
                </a:lnTo>
                <a:lnTo>
                  <a:pt x="2406" y="14164"/>
                </a:lnTo>
                <a:lnTo>
                  <a:pt x="2406" y="13897"/>
                </a:lnTo>
                <a:lnTo>
                  <a:pt x="2406" y="13633"/>
                </a:lnTo>
                <a:lnTo>
                  <a:pt x="2406" y="13433"/>
                </a:lnTo>
                <a:lnTo>
                  <a:pt x="2470" y="13166"/>
                </a:lnTo>
                <a:lnTo>
                  <a:pt x="2470" y="12900"/>
                </a:lnTo>
                <a:lnTo>
                  <a:pt x="2470" y="12636"/>
                </a:lnTo>
                <a:lnTo>
                  <a:pt x="2470" y="12369"/>
                </a:lnTo>
                <a:lnTo>
                  <a:pt x="2470" y="12102"/>
                </a:lnTo>
                <a:lnTo>
                  <a:pt x="2534" y="11838"/>
                </a:lnTo>
                <a:lnTo>
                  <a:pt x="2534" y="11572"/>
                </a:lnTo>
                <a:lnTo>
                  <a:pt x="2534" y="11305"/>
                </a:lnTo>
                <a:lnTo>
                  <a:pt x="2534" y="11038"/>
                </a:lnTo>
                <a:lnTo>
                  <a:pt x="2630" y="10774"/>
                </a:lnTo>
                <a:lnTo>
                  <a:pt x="2630" y="10507"/>
                </a:lnTo>
                <a:lnTo>
                  <a:pt x="2630" y="10241"/>
                </a:lnTo>
                <a:lnTo>
                  <a:pt x="2630" y="9974"/>
                </a:lnTo>
                <a:lnTo>
                  <a:pt x="2630" y="9710"/>
                </a:lnTo>
                <a:lnTo>
                  <a:pt x="2694" y="9443"/>
                </a:lnTo>
                <a:lnTo>
                  <a:pt x="2694" y="9177"/>
                </a:lnTo>
                <a:lnTo>
                  <a:pt x="2694" y="8910"/>
                </a:lnTo>
                <a:lnTo>
                  <a:pt x="2694" y="8646"/>
                </a:lnTo>
                <a:lnTo>
                  <a:pt x="2758" y="8379"/>
                </a:lnTo>
                <a:lnTo>
                  <a:pt x="2758" y="8112"/>
                </a:lnTo>
                <a:lnTo>
                  <a:pt x="2758" y="7849"/>
                </a:lnTo>
                <a:lnTo>
                  <a:pt x="2758" y="7515"/>
                </a:lnTo>
                <a:lnTo>
                  <a:pt x="2758" y="7248"/>
                </a:lnTo>
                <a:lnTo>
                  <a:pt x="2823" y="6982"/>
                </a:lnTo>
                <a:lnTo>
                  <a:pt x="2823" y="6718"/>
                </a:lnTo>
                <a:lnTo>
                  <a:pt x="2823" y="6451"/>
                </a:lnTo>
                <a:lnTo>
                  <a:pt x="2823" y="6118"/>
                </a:lnTo>
                <a:lnTo>
                  <a:pt x="2919" y="5854"/>
                </a:lnTo>
                <a:lnTo>
                  <a:pt x="2919" y="5587"/>
                </a:lnTo>
                <a:lnTo>
                  <a:pt x="2919" y="5320"/>
                </a:lnTo>
                <a:lnTo>
                  <a:pt x="2919" y="4987"/>
                </a:lnTo>
                <a:lnTo>
                  <a:pt x="2919" y="4723"/>
                </a:lnTo>
                <a:lnTo>
                  <a:pt x="2983" y="4456"/>
                </a:lnTo>
                <a:lnTo>
                  <a:pt x="2983" y="4123"/>
                </a:lnTo>
                <a:lnTo>
                  <a:pt x="2983" y="3859"/>
                </a:lnTo>
                <a:lnTo>
                  <a:pt x="2983" y="3525"/>
                </a:lnTo>
                <a:lnTo>
                  <a:pt x="3047" y="3259"/>
                </a:lnTo>
                <a:lnTo>
                  <a:pt x="3047" y="2992"/>
                </a:lnTo>
                <a:lnTo>
                  <a:pt x="3047" y="2661"/>
                </a:lnTo>
                <a:lnTo>
                  <a:pt x="3047" y="2395"/>
                </a:lnTo>
                <a:lnTo>
                  <a:pt x="3047" y="2061"/>
                </a:lnTo>
                <a:lnTo>
                  <a:pt x="3143" y="1797"/>
                </a:lnTo>
                <a:lnTo>
                  <a:pt x="3143" y="1464"/>
                </a:lnTo>
                <a:lnTo>
                  <a:pt x="3143" y="1197"/>
                </a:lnTo>
                <a:lnTo>
                  <a:pt x="3143" y="866"/>
                </a:lnTo>
                <a:lnTo>
                  <a:pt x="3143" y="600"/>
                </a:lnTo>
                <a:lnTo>
                  <a:pt x="3208" y="266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796289" y="3826659"/>
            <a:ext cx="3208" cy="79195"/>
          </a:xfrm>
          <a:custGeom>
            <a:avLst/>
            <a:gdLst/>
            <a:ahLst/>
            <a:cxnLst/>
            <a:rect l="l" t="t" r="r" b="b"/>
            <a:pathLst>
              <a:path w="3208" h="79195">
                <a:moveTo>
                  <a:pt x="0" y="79195"/>
                </a:moveTo>
                <a:lnTo>
                  <a:pt x="0" y="78865"/>
                </a:lnTo>
                <a:lnTo>
                  <a:pt x="0" y="78598"/>
                </a:lnTo>
                <a:lnTo>
                  <a:pt x="64" y="78264"/>
                </a:lnTo>
                <a:lnTo>
                  <a:pt x="64" y="77934"/>
                </a:lnTo>
                <a:lnTo>
                  <a:pt x="64" y="77667"/>
                </a:lnTo>
                <a:lnTo>
                  <a:pt x="64" y="77334"/>
                </a:lnTo>
                <a:lnTo>
                  <a:pt x="64" y="77003"/>
                </a:lnTo>
                <a:lnTo>
                  <a:pt x="128" y="76736"/>
                </a:lnTo>
                <a:lnTo>
                  <a:pt x="128" y="76403"/>
                </a:lnTo>
                <a:lnTo>
                  <a:pt x="128" y="76072"/>
                </a:lnTo>
                <a:lnTo>
                  <a:pt x="128" y="75805"/>
                </a:lnTo>
                <a:lnTo>
                  <a:pt x="224" y="75472"/>
                </a:lnTo>
                <a:lnTo>
                  <a:pt x="224" y="75139"/>
                </a:lnTo>
                <a:lnTo>
                  <a:pt x="224" y="74808"/>
                </a:lnTo>
                <a:lnTo>
                  <a:pt x="224" y="74541"/>
                </a:lnTo>
                <a:lnTo>
                  <a:pt x="224" y="74208"/>
                </a:lnTo>
                <a:lnTo>
                  <a:pt x="288" y="73877"/>
                </a:lnTo>
                <a:lnTo>
                  <a:pt x="288" y="73544"/>
                </a:lnTo>
                <a:lnTo>
                  <a:pt x="288" y="73210"/>
                </a:lnTo>
                <a:lnTo>
                  <a:pt x="288" y="72880"/>
                </a:lnTo>
                <a:lnTo>
                  <a:pt x="352" y="72613"/>
                </a:lnTo>
                <a:lnTo>
                  <a:pt x="352" y="72280"/>
                </a:lnTo>
                <a:lnTo>
                  <a:pt x="352" y="71949"/>
                </a:lnTo>
                <a:lnTo>
                  <a:pt x="352" y="71616"/>
                </a:lnTo>
                <a:lnTo>
                  <a:pt x="352" y="71282"/>
                </a:lnTo>
                <a:lnTo>
                  <a:pt x="417" y="70952"/>
                </a:lnTo>
                <a:lnTo>
                  <a:pt x="417" y="70618"/>
                </a:lnTo>
                <a:lnTo>
                  <a:pt x="417" y="70285"/>
                </a:lnTo>
                <a:lnTo>
                  <a:pt x="417" y="69954"/>
                </a:lnTo>
                <a:lnTo>
                  <a:pt x="513" y="69621"/>
                </a:lnTo>
                <a:lnTo>
                  <a:pt x="513" y="69287"/>
                </a:lnTo>
                <a:lnTo>
                  <a:pt x="513" y="68957"/>
                </a:lnTo>
                <a:lnTo>
                  <a:pt x="513" y="68623"/>
                </a:lnTo>
                <a:lnTo>
                  <a:pt x="513" y="68290"/>
                </a:lnTo>
                <a:lnTo>
                  <a:pt x="577" y="67959"/>
                </a:lnTo>
                <a:lnTo>
                  <a:pt x="577" y="67626"/>
                </a:lnTo>
                <a:lnTo>
                  <a:pt x="577" y="67292"/>
                </a:lnTo>
                <a:lnTo>
                  <a:pt x="577" y="66962"/>
                </a:lnTo>
                <a:lnTo>
                  <a:pt x="641" y="66562"/>
                </a:lnTo>
                <a:lnTo>
                  <a:pt x="641" y="66228"/>
                </a:lnTo>
                <a:lnTo>
                  <a:pt x="641" y="65898"/>
                </a:lnTo>
                <a:lnTo>
                  <a:pt x="641" y="65564"/>
                </a:lnTo>
                <a:lnTo>
                  <a:pt x="641" y="65231"/>
                </a:lnTo>
                <a:lnTo>
                  <a:pt x="737" y="64900"/>
                </a:lnTo>
                <a:lnTo>
                  <a:pt x="737" y="64500"/>
                </a:lnTo>
                <a:lnTo>
                  <a:pt x="737" y="64167"/>
                </a:lnTo>
                <a:lnTo>
                  <a:pt x="737" y="63836"/>
                </a:lnTo>
                <a:lnTo>
                  <a:pt x="737" y="63503"/>
                </a:lnTo>
                <a:lnTo>
                  <a:pt x="802" y="63105"/>
                </a:lnTo>
                <a:lnTo>
                  <a:pt x="802" y="62772"/>
                </a:lnTo>
                <a:lnTo>
                  <a:pt x="802" y="62439"/>
                </a:lnTo>
                <a:lnTo>
                  <a:pt x="802" y="62041"/>
                </a:lnTo>
                <a:lnTo>
                  <a:pt x="866" y="61708"/>
                </a:lnTo>
                <a:lnTo>
                  <a:pt x="866" y="61374"/>
                </a:lnTo>
                <a:lnTo>
                  <a:pt x="866" y="60977"/>
                </a:lnTo>
                <a:lnTo>
                  <a:pt x="866" y="60644"/>
                </a:lnTo>
                <a:lnTo>
                  <a:pt x="866" y="60310"/>
                </a:lnTo>
                <a:lnTo>
                  <a:pt x="930" y="59913"/>
                </a:lnTo>
                <a:lnTo>
                  <a:pt x="930" y="59580"/>
                </a:lnTo>
                <a:lnTo>
                  <a:pt x="930" y="59179"/>
                </a:lnTo>
                <a:lnTo>
                  <a:pt x="930" y="58849"/>
                </a:lnTo>
                <a:lnTo>
                  <a:pt x="1026" y="58449"/>
                </a:lnTo>
                <a:lnTo>
                  <a:pt x="1026" y="58118"/>
                </a:lnTo>
                <a:lnTo>
                  <a:pt x="1026" y="57718"/>
                </a:lnTo>
                <a:lnTo>
                  <a:pt x="1026" y="57385"/>
                </a:lnTo>
                <a:lnTo>
                  <a:pt x="1026" y="56987"/>
                </a:lnTo>
                <a:lnTo>
                  <a:pt x="1090" y="56654"/>
                </a:lnTo>
                <a:lnTo>
                  <a:pt x="1090" y="56254"/>
                </a:lnTo>
                <a:lnTo>
                  <a:pt x="1090" y="55923"/>
                </a:lnTo>
                <a:lnTo>
                  <a:pt x="1090" y="55523"/>
                </a:lnTo>
                <a:lnTo>
                  <a:pt x="1154" y="55190"/>
                </a:lnTo>
                <a:lnTo>
                  <a:pt x="1154" y="54792"/>
                </a:lnTo>
                <a:lnTo>
                  <a:pt x="1154" y="54392"/>
                </a:lnTo>
                <a:lnTo>
                  <a:pt x="1154" y="54062"/>
                </a:lnTo>
                <a:lnTo>
                  <a:pt x="1154" y="53662"/>
                </a:lnTo>
                <a:lnTo>
                  <a:pt x="1251" y="53261"/>
                </a:lnTo>
                <a:lnTo>
                  <a:pt x="1251" y="52931"/>
                </a:lnTo>
                <a:lnTo>
                  <a:pt x="1251" y="52531"/>
                </a:lnTo>
                <a:lnTo>
                  <a:pt x="1251" y="52134"/>
                </a:lnTo>
                <a:lnTo>
                  <a:pt x="1315" y="51800"/>
                </a:lnTo>
                <a:lnTo>
                  <a:pt x="1315" y="51400"/>
                </a:lnTo>
                <a:lnTo>
                  <a:pt x="1315" y="51003"/>
                </a:lnTo>
                <a:lnTo>
                  <a:pt x="1315" y="50603"/>
                </a:lnTo>
                <a:lnTo>
                  <a:pt x="1315" y="50269"/>
                </a:lnTo>
                <a:lnTo>
                  <a:pt x="1379" y="49872"/>
                </a:lnTo>
                <a:lnTo>
                  <a:pt x="1379" y="49472"/>
                </a:lnTo>
                <a:lnTo>
                  <a:pt x="1379" y="49074"/>
                </a:lnTo>
                <a:lnTo>
                  <a:pt x="1379" y="48674"/>
                </a:lnTo>
                <a:lnTo>
                  <a:pt x="1443" y="48274"/>
                </a:lnTo>
                <a:lnTo>
                  <a:pt x="1443" y="47944"/>
                </a:lnTo>
                <a:lnTo>
                  <a:pt x="1443" y="47544"/>
                </a:lnTo>
                <a:lnTo>
                  <a:pt x="1443" y="47146"/>
                </a:lnTo>
                <a:lnTo>
                  <a:pt x="1443" y="46746"/>
                </a:lnTo>
                <a:lnTo>
                  <a:pt x="1539" y="46346"/>
                </a:lnTo>
                <a:lnTo>
                  <a:pt x="1539" y="45949"/>
                </a:lnTo>
                <a:lnTo>
                  <a:pt x="1539" y="45549"/>
                </a:lnTo>
                <a:lnTo>
                  <a:pt x="1539" y="45151"/>
                </a:lnTo>
                <a:lnTo>
                  <a:pt x="1539" y="44751"/>
                </a:lnTo>
                <a:lnTo>
                  <a:pt x="1604" y="44351"/>
                </a:lnTo>
                <a:lnTo>
                  <a:pt x="1604" y="43954"/>
                </a:lnTo>
                <a:lnTo>
                  <a:pt x="1604" y="43554"/>
                </a:lnTo>
                <a:lnTo>
                  <a:pt x="1604" y="43156"/>
                </a:lnTo>
                <a:lnTo>
                  <a:pt x="1668" y="42756"/>
                </a:lnTo>
                <a:lnTo>
                  <a:pt x="1668" y="42356"/>
                </a:lnTo>
                <a:lnTo>
                  <a:pt x="1668" y="41959"/>
                </a:lnTo>
                <a:lnTo>
                  <a:pt x="1668" y="41559"/>
                </a:lnTo>
                <a:lnTo>
                  <a:pt x="1668" y="41162"/>
                </a:lnTo>
                <a:lnTo>
                  <a:pt x="1732" y="40761"/>
                </a:lnTo>
                <a:lnTo>
                  <a:pt x="1732" y="40295"/>
                </a:lnTo>
                <a:lnTo>
                  <a:pt x="1732" y="39897"/>
                </a:lnTo>
                <a:lnTo>
                  <a:pt x="1732" y="39497"/>
                </a:lnTo>
                <a:lnTo>
                  <a:pt x="1828" y="39100"/>
                </a:lnTo>
                <a:lnTo>
                  <a:pt x="1828" y="38700"/>
                </a:lnTo>
                <a:lnTo>
                  <a:pt x="1828" y="38300"/>
                </a:lnTo>
                <a:lnTo>
                  <a:pt x="1828" y="37836"/>
                </a:lnTo>
                <a:lnTo>
                  <a:pt x="1828" y="37436"/>
                </a:lnTo>
                <a:lnTo>
                  <a:pt x="1892" y="37038"/>
                </a:lnTo>
                <a:lnTo>
                  <a:pt x="1892" y="36638"/>
                </a:lnTo>
                <a:lnTo>
                  <a:pt x="1892" y="36174"/>
                </a:lnTo>
                <a:lnTo>
                  <a:pt x="1892" y="35774"/>
                </a:lnTo>
                <a:lnTo>
                  <a:pt x="1956" y="35374"/>
                </a:lnTo>
                <a:lnTo>
                  <a:pt x="1956" y="34977"/>
                </a:lnTo>
                <a:lnTo>
                  <a:pt x="1956" y="34510"/>
                </a:lnTo>
                <a:lnTo>
                  <a:pt x="1956" y="34113"/>
                </a:lnTo>
                <a:lnTo>
                  <a:pt x="1956" y="33713"/>
                </a:lnTo>
                <a:lnTo>
                  <a:pt x="2053" y="33246"/>
                </a:lnTo>
                <a:lnTo>
                  <a:pt x="2053" y="32849"/>
                </a:lnTo>
                <a:lnTo>
                  <a:pt x="2053" y="32382"/>
                </a:lnTo>
                <a:lnTo>
                  <a:pt x="2053" y="31984"/>
                </a:lnTo>
                <a:lnTo>
                  <a:pt x="2117" y="31584"/>
                </a:lnTo>
                <a:lnTo>
                  <a:pt x="2117" y="31120"/>
                </a:lnTo>
                <a:lnTo>
                  <a:pt x="2117" y="30720"/>
                </a:lnTo>
                <a:lnTo>
                  <a:pt x="2117" y="30253"/>
                </a:lnTo>
                <a:lnTo>
                  <a:pt x="2117" y="29856"/>
                </a:lnTo>
                <a:lnTo>
                  <a:pt x="2181" y="29389"/>
                </a:lnTo>
                <a:lnTo>
                  <a:pt x="2181" y="28992"/>
                </a:lnTo>
                <a:lnTo>
                  <a:pt x="2181" y="28525"/>
                </a:lnTo>
                <a:lnTo>
                  <a:pt x="2181" y="28128"/>
                </a:lnTo>
                <a:lnTo>
                  <a:pt x="2245" y="27661"/>
                </a:lnTo>
                <a:lnTo>
                  <a:pt x="2245" y="27261"/>
                </a:lnTo>
                <a:lnTo>
                  <a:pt x="2245" y="26797"/>
                </a:lnTo>
                <a:lnTo>
                  <a:pt x="2245" y="26397"/>
                </a:lnTo>
                <a:lnTo>
                  <a:pt x="2245" y="25933"/>
                </a:lnTo>
                <a:lnTo>
                  <a:pt x="2341" y="25466"/>
                </a:lnTo>
                <a:lnTo>
                  <a:pt x="2341" y="25069"/>
                </a:lnTo>
                <a:lnTo>
                  <a:pt x="2341" y="24602"/>
                </a:lnTo>
                <a:lnTo>
                  <a:pt x="2341" y="24138"/>
                </a:lnTo>
                <a:lnTo>
                  <a:pt x="2341" y="23738"/>
                </a:lnTo>
                <a:lnTo>
                  <a:pt x="2406" y="23271"/>
                </a:lnTo>
                <a:lnTo>
                  <a:pt x="2406" y="22807"/>
                </a:lnTo>
                <a:lnTo>
                  <a:pt x="2406" y="22407"/>
                </a:lnTo>
                <a:lnTo>
                  <a:pt x="2406" y="21943"/>
                </a:lnTo>
                <a:lnTo>
                  <a:pt x="2470" y="21477"/>
                </a:lnTo>
                <a:lnTo>
                  <a:pt x="2470" y="21079"/>
                </a:lnTo>
                <a:lnTo>
                  <a:pt x="2470" y="20612"/>
                </a:lnTo>
                <a:lnTo>
                  <a:pt x="2470" y="20149"/>
                </a:lnTo>
                <a:lnTo>
                  <a:pt x="2470" y="19682"/>
                </a:lnTo>
                <a:lnTo>
                  <a:pt x="2534" y="19282"/>
                </a:lnTo>
                <a:lnTo>
                  <a:pt x="2534" y="18818"/>
                </a:lnTo>
                <a:lnTo>
                  <a:pt x="2534" y="18351"/>
                </a:lnTo>
                <a:lnTo>
                  <a:pt x="2534" y="17887"/>
                </a:lnTo>
                <a:lnTo>
                  <a:pt x="2630" y="17420"/>
                </a:lnTo>
                <a:lnTo>
                  <a:pt x="2630" y="16956"/>
                </a:lnTo>
                <a:lnTo>
                  <a:pt x="2630" y="16556"/>
                </a:lnTo>
                <a:lnTo>
                  <a:pt x="2630" y="16092"/>
                </a:lnTo>
                <a:lnTo>
                  <a:pt x="2630" y="15625"/>
                </a:lnTo>
                <a:lnTo>
                  <a:pt x="2694" y="15161"/>
                </a:lnTo>
                <a:lnTo>
                  <a:pt x="2694" y="14694"/>
                </a:lnTo>
                <a:lnTo>
                  <a:pt x="2694" y="14231"/>
                </a:lnTo>
                <a:lnTo>
                  <a:pt x="2694" y="13764"/>
                </a:lnTo>
                <a:lnTo>
                  <a:pt x="2758" y="13297"/>
                </a:lnTo>
                <a:lnTo>
                  <a:pt x="2758" y="12833"/>
                </a:lnTo>
                <a:lnTo>
                  <a:pt x="2758" y="12366"/>
                </a:lnTo>
                <a:lnTo>
                  <a:pt x="2758" y="11902"/>
                </a:lnTo>
                <a:lnTo>
                  <a:pt x="2758" y="11435"/>
                </a:lnTo>
                <a:lnTo>
                  <a:pt x="2855" y="10971"/>
                </a:lnTo>
                <a:lnTo>
                  <a:pt x="2855" y="10505"/>
                </a:lnTo>
                <a:lnTo>
                  <a:pt x="2855" y="10041"/>
                </a:lnTo>
                <a:lnTo>
                  <a:pt x="2855" y="9574"/>
                </a:lnTo>
                <a:lnTo>
                  <a:pt x="2919" y="9110"/>
                </a:lnTo>
                <a:lnTo>
                  <a:pt x="2919" y="8643"/>
                </a:lnTo>
                <a:lnTo>
                  <a:pt x="2919" y="8179"/>
                </a:lnTo>
                <a:lnTo>
                  <a:pt x="2919" y="7712"/>
                </a:lnTo>
                <a:lnTo>
                  <a:pt x="2919" y="7182"/>
                </a:lnTo>
                <a:lnTo>
                  <a:pt x="2983" y="6715"/>
                </a:lnTo>
                <a:lnTo>
                  <a:pt x="2983" y="6251"/>
                </a:lnTo>
                <a:lnTo>
                  <a:pt x="2983" y="5784"/>
                </a:lnTo>
                <a:lnTo>
                  <a:pt x="2983" y="5317"/>
                </a:lnTo>
                <a:lnTo>
                  <a:pt x="3047" y="4853"/>
                </a:lnTo>
                <a:lnTo>
                  <a:pt x="3047" y="4320"/>
                </a:lnTo>
                <a:lnTo>
                  <a:pt x="3047" y="3856"/>
                </a:lnTo>
                <a:lnTo>
                  <a:pt x="3047" y="3389"/>
                </a:lnTo>
                <a:lnTo>
                  <a:pt x="3047" y="2925"/>
                </a:lnTo>
                <a:lnTo>
                  <a:pt x="3143" y="2458"/>
                </a:lnTo>
                <a:lnTo>
                  <a:pt x="3143" y="1928"/>
                </a:lnTo>
                <a:lnTo>
                  <a:pt x="3143" y="1461"/>
                </a:lnTo>
                <a:lnTo>
                  <a:pt x="3143" y="997"/>
                </a:lnTo>
                <a:lnTo>
                  <a:pt x="3143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799497" y="3714745"/>
            <a:ext cx="3143" cy="111914"/>
          </a:xfrm>
          <a:custGeom>
            <a:avLst/>
            <a:gdLst/>
            <a:ahLst/>
            <a:cxnLst/>
            <a:rect l="l" t="t" r="r" b="b"/>
            <a:pathLst>
              <a:path w="3143" h="111914">
                <a:moveTo>
                  <a:pt x="0" y="111914"/>
                </a:moveTo>
                <a:lnTo>
                  <a:pt x="0" y="111447"/>
                </a:lnTo>
                <a:lnTo>
                  <a:pt x="0" y="110916"/>
                </a:lnTo>
                <a:lnTo>
                  <a:pt x="0" y="110449"/>
                </a:lnTo>
                <a:lnTo>
                  <a:pt x="64" y="109985"/>
                </a:lnTo>
                <a:lnTo>
                  <a:pt x="64" y="109452"/>
                </a:lnTo>
                <a:lnTo>
                  <a:pt x="64" y="108988"/>
                </a:lnTo>
                <a:lnTo>
                  <a:pt x="64" y="108521"/>
                </a:lnTo>
                <a:lnTo>
                  <a:pt x="64" y="107991"/>
                </a:lnTo>
                <a:lnTo>
                  <a:pt x="160" y="107524"/>
                </a:lnTo>
                <a:lnTo>
                  <a:pt x="160" y="106993"/>
                </a:lnTo>
                <a:lnTo>
                  <a:pt x="160" y="106526"/>
                </a:lnTo>
                <a:lnTo>
                  <a:pt x="160" y="105996"/>
                </a:lnTo>
                <a:lnTo>
                  <a:pt x="224" y="105529"/>
                </a:lnTo>
                <a:lnTo>
                  <a:pt x="224" y="104998"/>
                </a:lnTo>
                <a:lnTo>
                  <a:pt x="224" y="104531"/>
                </a:lnTo>
                <a:lnTo>
                  <a:pt x="224" y="104001"/>
                </a:lnTo>
                <a:lnTo>
                  <a:pt x="224" y="103534"/>
                </a:lnTo>
                <a:lnTo>
                  <a:pt x="288" y="103003"/>
                </a:lnTo>
                <a:lnTo>
                  <a:pt x="288" y="102536"/>
                </a:lnTo>
                <a:lnTo>
                  <a:pt x="288" y="102006"/>
                </a:lnTo>
                <a:lnTo>
                  <a:pt x="288" y="101539"/>
                </a:lnTo>
                <a:lnTo>
                  <a:pt x="352" y="101008"/>
                </a:lnTo>
                <a:lnTo>
                  <a:pt x="352" y="100475"/>
                </a:lnTo>
                <a:lnTo>
                  <a:pt x="352" y="100011"/>
                </a:lnTo>
                <a:lnTo>
                  <a:pt x="352" y="99477"/>
                </a:lnTo>
                <a:lnTo>
                  <a:pt x="352" y="99014"/>
                </a:lnTo>
                <a:lnTo>
                  <a:pt x="449" y="98480"/>
                </a:lnTo>
                <a:lnTo>
                  <a:pt x="449" y="97949"/>
                </a:lnTo>
                <a:lnTo>
                  <a:pt x="449" y="97483"/>
                </a:lnTo>
                <a:lnTo>
                  <a:pt x="449" y="96952"/>
                </a:lnTo>
                <a:lnTo>
                  <a:pt x="513" y="96418"/>
                </a:lnTo>
                <a:lnTo>
                  <a:pt x="513" y="95888"/>
                </a:lnTo>
                <a:lnTo>
                  <a:pt x="513" y="95421"/>
                </a:lnTo>
                <a:lnTo>
                  <a:pt x="513" y="94890"/>
                </a:lnTo>
                <a:lnTo>
                  <a:pt x="513" y="94357"/>
                </a:lnTo>
                <a:lnTo>
                  <a:pt x="577" y="93893"/>
                </a:lnTo>
                <a:lnTo>
                  <a:pt x="577" y="93359"/>
                </a:lnTo>
                <a:lnTo>
                  <a:pt x="577" y="92829"/>
                </a:lnTo>
                <a:lnTo>
                  <a:pt x="577" y="92295"/>
                </a:lnTo>
                <a:lnTo>
                  <a:pt x="641" y="91765"/>
                </a:lnTo>
                <a:lnTo>
                  <a:pt x="641" y="91298"/>
                </a:lnTo>
                <a:lnTo>
                  <a:pt x="641" y="90767"/>
                </a:lnTo>
                <a:lnTo>
                  <a:pt x="641" y="90237"/>
                </a:lnTo>
                <a:lnTo>
                  <a:pt x="641" y="89703"/>
                </a:lnTo>
                <a:lnTo>
                  <a:pt x="737" y="89172"/>
                </a:lnTo>
                <a:lnTo>
                  <a:pt x="737" y="88639"/>
                </a:lnTo>
                <a:lnTo>
                  <a:pt x="737" y="88108"/>
                </a:lnTo>
                <a:lnTo>
                  <a:pt x="737" y="87641"/>
                </a:lnTo>
                <a:lnTo>
                  <a:pt x="737" y="87111"/>
                </a:lnTo>
                <a:lnTo>
                  <a:pt x="802" y="86577"/>
                </a:lnTo>
                <a:lnTo>
                  <a:pt x="802" y="86047"/>
                </a:lnTo>
                <a:lnTo>
                  <a:pt x="802" y="85513"/>
                </a:lnTo>
                <a:lnTo>
                  <a:pt x="802" y="84983"/>
                </a:lnTo>
                <a:lnTo>
                  <a:pt x="866" y="84449"/>
                </a:lnTo>
                <a:lnTo>
                  <a:pt x="866" y="83918"/>
                </a:lnTo>
                <a:lnTo>
                  <a:pt x="866" y="83385"/>
                </a:lnTo>
                <a:lnTo>
                  <a:pt x="866" y="82854"/>
                </a:lnTo>
                <a:lnTo>
                  <a:pt x="866" y="82321"/>
                </a:lnTo>
                <a:lnTo>
                  <a:pt x="962" y="81790"/>
                </a:lnTo>
                <a:lnTo>
                  <a:pt x="962" y="81260"/>
                </a:lnTo>
                <a:lnTo>
                  <a:pt x="962" y="80726"/>
                </a:lnTo>
                <a:lnTo>
                  <a:pt x="962" y="80195"/>
                </a:lnTo>
                <a:lnTo>
                  <a:pt x="1026" y="79662"/>
                </a:lnTo>
                <a:lnTo>
                  <a:pt x="1026" y="79131"/>
                </a:lnTo>
                <a:lnTo>
                  <a:pt x="1026" y="78531"/>
                </a:lnTo>
                <a:lnTo>
                  <a:pt x="1026" y="78000"/>
                </a:lnTo>
                <a:lnTo>
                  <a:pt x="1026" y="77467"/>
                </a:lnTo>
                <a:lnTo>
                  <a:pt x="1090" y="76936"/>
                </a:lnTo>
                <a:lnTo>
                  <a:pt x="1090" y="76403"/>
                </a:lnTo>
                <a:lnTo>
                  <a:pt x="1090" y="75872"/>
                </a:lnTo>
                <a:lnTo>
                  <a:pt x="1090" y="75339"/>
                </a:lnTo>
                <a:lnTo>
                  <a:pt x="1154" y="74741"/>
                </a:lnTo>
                <a:lnTo>
                  <a:pt x="1154" y="74211"/>
                </a:lnTo>
                <a:lnTo>
                  <a:pt x="1154" y="73677"/>
                </a:lnTo>
                <a:lnTo>
                  <a:pt x="1154" y="73147"/>
                </a:lnTo>
                <a:lnTo>
                  <a:pt x="1154" y="72613"/>
                </a:lnTo>
                <a:lnTo>
                  <a:pt x="1251" y="72016"/>
                </a:lnTo>
                <a:lnTo>
                  <a:pt x="1251" y="71482"/>
                </a:lnTo>
                <a:lnTo>
                  <a:pt x="1251" y="70952"/>
                </a:lnTo>
                <a:lnTo>
                  <a:pt x="1251" y="70418"/>
                </a:lnTo>
                <a:lnTo>
                  <a:pt x="1315" y="69821"/>
                </a:lnTo>
                <a:lnTo>
                  <a:pt x="1315" y="69290"/>
                </a:lnTo>
                <a:lnTo>
                  <a:pt x="1315" y="68748"/>
                </a:lnTo>
                <a:lnTo>
                  <a:pt x="1315" y="68168"/>
                </a:lnTo>
                <a:lnTo>
                  <a:pt x="1315" y="67617"/>
                </a:lnTo>
                <a:lnTo>
                  <a:pt x="1379" y="67095"/>
                </a:lnTo>
                <a:lnTo>
                  <a:pt x="1379" y="66486"/>
                </a:lnTo>
                <a:lnTo>
                  <a:pt x="1379" y="65964"/>
                </a:lnTo>
                <a:lnTo>
                  <a:pt x="1379" y="65442"/>
                </a:lnTo>
                <a:lnTo>
                  <a:pt x="1475" y="64834"/>
                </a:lnTo>
                <a:lnTo>
                  <a:pt x="1475" y="64312"/>
                </a:lnTo>
                <a:lnTo>
                  <a:pt x="1475" y="63761"/>
                </a:lnTo>
                <a:lnTo>
                  <a:pt x="1475" y="63181"/>
                </a:lnTo>
                <a:lnTo>
                  <a:pt x="1475" y="62630"/>
                </a:lnTo>
                <a:lnTo>
                  <a:pt x="1539" y="62050"/>
                </a:lnTo>
                <a:lnTo>
                  <a:pt x="1539" y="61499"/>
                </a:lnTo>
                <a:lnTo>
                  <a:pt x="1539" y="60919"/>
                </a:lnTo>
                <a:lnTo>
                  <a:pt x="1539" y="60368"/>
                </a:lnTo>
                <a:lnTo>
                  <a:pt x="1539" y="59788"/>
                </a:lnTo>
                <a:lnTo>
                  <a:pt x="1604" y="59237"/>
                </a:lnTo>
                <a:lnTo>
                  <a:pt x="1604" y="58658"/>
                </a:lnTo>
                <a:lnTo>
                  <a:pt x="1604" y="58107"/>
                </a:lnTo>
                <a:lnTo>
                  <a:pt x="1604" y="57527"/>
                </a:lnTo>
                <a:lnTo>
                  <a:pt x="1668" y="56976"/>
                </a:lnTo>
                <a:lnTo>
                  <a:pt x="1668" y="56396"/>
                </a:lnTo>
                <a:lnTo>
                  <a:pt x="1668" y="55845"/>
                </a:lnTo>
                <a:lnTo>
                  <a:pt x="1668" y="55265"/>
                </a:lnTo>
                <a:lnTo>
                  <a:pt x="1668" y="54714"/>
                </a:lnTo>
                <a:lnTo>
                  <a:pt x="1764" y="54134"/>
                </a:lnTo>
                <a:lnTo>
                  <a:pt x="1764" y="53583"/>
                </a:lnTo>
                <a:lnTo>
                  <a:pt x="1764" y="53003"/>
                </a:lnTo>
                <a:lnTo>
                  <a:pt x="1764" y="52394"/>
                </a:lnTo>
                <a:lnTo>
                  <a:pt x="1828" y="51873"/>
                </a:lnTo>
                <a:lnTo>
                  <a:pt x="1828" y="51264"/>
                </a:lnTo>
                <a:lnTo>
                  <a:pt x="1828" y="50684"/>
                </a:lnTo>
                <a:lnTo>
                  <a:pt x="1828" y="50133"/>
                </a:lnTo>
                <a:lnTo>
                  <a:pt x="1828" y="49553"/>
                </a:lnTo>
                <a:lnTo>
                  <a:pt x="1892" y="48944"/>
                </a:lnTo>
                <a:lnTo>
                  <a:pt x="1892" y="48422"/>
                </a:lnTo>
                <a:lnTo>
                  <a:pt x="1892" y="47813"/>
                </a:lnTo>
                <a:lnTo>
                  <a:pt x="1892" y="47204"/>
                </a:lnTo>
                <a:lnTo>
                  <a:pt x="1956" y="46682"/>
                </a:lnTo>
                <a:lnTo>
                  <a:pt x="1956" y="46073"/>
                </a:lnTo>
                <a:lnTo>
                  <a:pt x="1956" y="45494"/>
                </a:lnTo>
                <a:lnTo>
                  <a:pt x="1956" y="44885"/>
                </a:lnTo>
                <a:lnTo>
                  <a:pt x="1956" y="44363"/>
                </a:lnTo>
                <a:lnTo>
                  <a:pt x="2053" y="43754"/>
                </a:lnTo>
                <a:lnTo>
                  <a:pt x="2053" y="43145"/>
                </a:lnTo>
                <a:lnTo>
                  <a:pt x="2053" y="42565"/>
                </a:lnTo>
                <a:lnTo>
                  <a:pt x="2053" y="41956"/>
                </a:lnTo>
                <a:lnTo>
                  <a:pt x="2117" y="41434"/>
                </a:lnTo>
                <a:lnTo>
                  <a:pt x="2117" y="40825"/>
                </a:lnTo>
                <a:lnTo>
                  <a:pt x="2117" y="40216"/>
                </a:lnTo>
                <a:lnTo>
                  <a:pt x="2117" y="39636"/>
                </a:lnTo>
                <a:lnTo>
                  <a:pt x="2117" y="39028"/>
                </a:lnTo>
                <a:lnTo>
                  <a:pt x="2181" y="38448"/>
                </a:lnTo>
                <a:lnTo>
                  <a:pt x="2181" y="37839"/>
                </a:lnTo>
                <a:lnTo>
                  <a:pt x="2181" y="37317"/>
                </a:lnTo>
                <a:lnTo>
                  <a:pt x="2181" y="36708"/>
                </a:lnTo>
                <a:lnTo>
                  <a:pt x="2277" y="36099"/>
                </a:lnTo>
                <a:lnTo>
                  <a:pt x="2277" y="35519"/>
                </a:lnTo>
                <a:lnTo>
                  <a:pt x="2277" y="34910"/>
                </a:lnTo>
                <a:lnTo>
                  <a:pt x="2277" y="34301"/>
                </a:lnTo>
                <a:lnTo>
                  <a:pt x="2277" y="33721"/>
                </a:lnTo>
                <a:lnTo>
                  <a:pt x="2341" y="33112"/>
                </a:lnTo>
                <a:lnTo>
                  <a:pt x="2341" y="32504"/>
                </a:lnTo>
                <a:lnTo>
                  <a:pt x="2341" y="31924"/>
                </a:lnTo>
                <a:lnTo>
                  <a:pt x="2341" y="31315"/>
                </a:lnTo>
                <a:lnTo>
                  <a:pt x="2341" y="30735"/>
                </a:lnTo>
                <a:lnTo>
                  <a:pt x="2406" y="30126"/>
                </a:lnTo>
                <a:lnTo>
                  <a:pt x="2406" y="29517"/>
                </a:lnTo>
                <a:lnTo>
                  <a:pt x="2406" y="28937"/>
                </a:lnTo>
                <a:lnTo>
                  <a:pt x="2406" y="28328"/>
                </a:lnTo>
                <a:lnTo>
                  <a:pt x="2470" y="27719"/>
                </a:lnTo>
                <a:lnTo>
                  <a:pt x="2470" y="27139"/>
                </a:lnTo>
                <a:lnTo>
                  <a:pt x="2470" y="26530"/>
                </a:lnTo>
                <a:lnTo>
                  <a:pt x="2470" y="25922"/>
                </a:lnTo>
                <a:lnTo>
                  <a:pt x="2470" y="25342"/>
                </a:lnTo>
                <a:lnTo>
                  <a:pt x="2566" y="24733"/>
                </a:lnTo>
                <a:lnTo>
                  <a:pt x="2566" y="24124"/>
                </a:lnTo>
                <a:lnTo>
                  <a:pt x="2566" y="23486"/>
                </a:lnTo>
                <a:lnTo>
                  <a:pt x="2566" y="22877"/>
                </a:lnTo>
                <a:lnTo>
                  <a:pt x="2630" y="22268"/>
                </a:lnTo>
                <a:lnTo>
                  <a:pt x="2630" y="21688"/>
                </a:lnTo>
                <a:lnTo>
                  <a:pt x="2630" y="21079"/>
                </a:lnTo>
                <a:lnTo>
                  <a:pt x="2630" y="20470"/>
                </a:lnTo>
                <a:lnTo>
                  <a:pt x="2630" y="19890"/>
                </a:lnTo>
                <a:lnTo>
                  <a:pt x="2694" y="19224"/>
                </a:lnTo>
                <a:lnTo>
                  <a:pt x="2694" y="18615"/>
                </a:lnTo>
                <a:lnTo>
                  <a:pt x="2694" y="18006"/>
                </a:lnTo>
                <a:lnTo>
                  <a:pt x="2694" y="17426"/>
                </a:lnTo>
                <a:lnTo>
                  <a:pt x="2758" y="16817"/>
                </a:lnTo>
                <a:lnTo>
                  <a:pt x="2758" y="16150"/>
                </a:lnTo>
                <a:lnTo>
                  <a:pt x="2758" y="15570"/>
                </a:lnTo>
                <a:lnTo>
                  <a:pt x="2758" y="14961"/>
                </a:lnTo>
                <a:lnTo>
                  <a:pt x="2758" y="14352"/>
                </a:lnTo>
                <a:lnTo>
                  <a:pt x="2855" y="13685"/>
                </a:lnTo>
                <a:lnTo>
                  <a:pt x="2855" y="13105"/>
                </a:lnTo>
                <a:lnTo>
                  <a:pt x="2855" y="12497"/>
                </a:lnTo>
                <a:lnTo>
                  <a:pt x="2855" y="11830"/>
                </a:lnTo>
                <a:lnTo>
                  <a:pt x="2919" y="11250"/>
                </a:lnTo>
                <a:lnTo>
                  <a:pt x="2919" y="10641"/>
                </a:lnTo>
                <a:lnTo>
                  <a:pt x="2919" y="10032"/>
                </a:lnTo>
                <a:lnTo>
                  <a:pt x="2919" y="9365"/>
                </a:lnTo>
                <a:lnTo>
                  <a:pt x="2919" y="8785"/>
                </a:lnTo>
                <a:lnTo>
                  <a:pt x="2983" y="8118"/>
                </a:lnTo>
                <a:lnTo>
                  <a:pt x="2983" y="7509"/>
                </a:lnTo>
                <a:lnTo>
                  <a:pt x="2983" y="6929"/>
                </a:lnTo>
                <a:lnTo>
                  <a:pt x="2983" y="6263"/>
                </a:lnTo>
                <a:lnTo>
                  <a:pt x="3079" y="5654"/>
                </a:lnTo>
                <a:lnTo>
                  <a:pt x="3079" y="5045"/>
                </a:lnTo>
                <a:lnTo>
                  <a:pt x="3079" y="4378"/>
                </a:lnTo>
                <a:lnTo>
                  <a:pt x="3079" y="3798"/>
                </a:lnTo>
                <a:lnTo>
                  <a:pt x="3079" y="3131"/>
                </a:lnTo>
                <a:lnTo>
                  <a:pt x="3143" y="2522"/>
                </a:lnTo>
                <a:lnTo>
                  <a:pt x="3143" y="1855"/>
                </a:lnTo>
                <a:lnTo>
                  <a:pt x="3143" y="1275"/>
                </a:lnTo>
                <a:lnTo>
                  <a:pt x="3143" y="666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802641" y="3579567"/>
            <a:ext cx="3208" cy="135177"/>
          </a:xfrm>
          <a:custGeom>
            <a:avLst/>
            <a:gdLst/>
            <a:ahLst/>
            <a:cxnLst/>
            <a:rect l="l" t="t" r="r" b="b"/>
            <a:pathLst>
              <a:path w="3208" h="135177">
                <a:moveTo>
                  <a:pt x="0" y="135177"/>
                </a:moveTo>
                <a:lnTo>
                  <a:pt x="64" y="134568"/>
                </a:lnTo>
                <a:lnTo>
                  <a:pt x="64" y="133901"/>
                </a:lnTo>
                <a:lnTo>
                  <a:pt x="64" y="133321"/>
                </a:lnTo>
                <a:lnTo>
                  <a:pt x="64" y="132654"/>
                </a:lnTo>
                <a:lnTo>
                  <a:pt x="128" y="132045"/>
                </a:lnTo>
                <a:lnTo>
                  <a:pt x="128" y="131378"/>
                </a:lnTo>
                <a:lnTo>
                  <a:pt x="128" y="130798"/>
                </a:lnTo>
                <a:lnTo>
                  <a:pt x="128" y="130132"/>
                </a:lnTo>
                <a:lnTo>
                  <a:pt x="128" y="129465"/>
                </a:lnTo>
                <a:lnTo>
                  <a:pt x="224" y="128856"/>
                </a:lnTo>
                <a:lnTo>
                  <a:pt x="224" y="128189"/>
                </a:lnTo>
                <a:lnTo>
                  <a:pt x="224" y="127609"/>
                </a:lnTo>
                <a:lnTo>
                  <a:pt x="224" y="126942"/>
                </a:lnTo>
                <a:lnTo>
                  <a:pt x="288" y="126333"/>
                </a:lnTo>
                <a:lnTo>
                  <a:pt x="288" y="125666"/>
                </a:lnTo>
                <a:lnTo>
                  <a:pt x="288" y="124999"/>
                </a:lnTo>
                <a:lnTo>
                  <a:pt x="288" y="124390"/>
                </a:lnTo>
                <a:lnTo>
                  <a:pt x="288" y="123753"/>
                </a:lnTo>
                <a:lnTo>
                  <a:pt x="352" y="123144"/>
                </a:lnTo>
                <a:lnTo>
                  <a:pt x="352" y="122477"/>
                </a:lnTo>
                <a:lnTo>
                  <a:pt x="352" y="121810"/>
                </a:lnTo>
                <a:lnTo>
                  <a:pt x="352" y="121201"/>
                </a:lnTo>
                <a:lnTo>
                  <a:pt x="449" y="120534"/>
                </a:lnTo>
                <a:lnTo>
                  <a:pt x="449" y="119896"/>
                </a:lnTo>
                <a:lnTo>
                  <a:pt x="449" y="119287"/>
                </a:lnTo>
                <a:lnTo>
                  <a:pt x="449" y="118620"/>
                </a:lnTo>
                <a:lnTo>
                  <a:pt x="449" y="117953"/>
                </a:lnTo>
                <a:lnTo>
                  <a:pt x="513" y="117287"/>
                </a:lnTo>
                <a:lnTo>
                  <a:pt x="513" y="116678"/>
                </a:lnTo>
                <a:lnTo>
                  <a:pt x="513" y="116040"/>
                </a:lnTo>
                <a:lnTo>
                  <a:pt x="513" y="115373"/>
                </a:lnTo>
                <a:lnTo>
                  <a:pt x="577" y="114764"/>
                </a:lnTo>
                <a:lnTo>
                  <a:pt x="577" y="114097"/>
                </a:lnTo>
                <a:lnTo>
                  <a:pt x="577" y="113430"/>
                </a:lnTo>
                <a:lnTo>
                  <a:pt x="577" y="112763"/>
                </a:lnTo>
                <a:lnTo>
                  <a:pt x="577" y="112096"/>
                </a:lnTo>
                <a:lnTo>
                  <a:pt x="641" y="111516"/>
                </a:lnTo>
                <a:lnTo>
                  <a:pt x="641" y="110849"/>
                </a:lnTo>
                <a:lnTo>
                  <a:pt x="641" y="110183"/>
                </a:lnTo>
                <a:lnTo>
                  <a:pt x="641" y="109516"/>
                </a:lnTo>
                <a:lnTo>
                  <a:pt x="737" y="108849"/>
                </a:lnTo>
                <a:lnTo>
                  <a:pt x="737" y="108240"/>
                </a:lnTo>
                <a:lnTo>
                  <a:pt x="737" y="107573"/>
                </a:lnTo>
                <a:lnTo>
                  <a:pt x="737" y="106906"/>
                </a:lnTo>
                <a:lnTo>
                  <a:pt x="737" y="106239"/>
                </a:lnTo>
                <a:lnTo>
                  <a:pt x="802" y="105572"/>
                </a:lnTo>
                <a:lnTo>
                  <a:pt x="802" y="104934"/>
                </a:lnTo>
                <a:lnTo>
                  <a:pt x="802" y="104325"/>
                </a:lnTo>
                <a:lnTo>
                  <a:pt x="802" y="103659"/>
                </a:lnTo>
                <a:lnTo>
                  <a:pt x="802" y="102992"/>
                </a:lnTo>
                <a:lnTo>
                  <a:pt x="866" y="102325"/>
                </a:lnTo>
                <a:lnTo>
                  <a:pt x="866" y="101658"/>
                </a:lnTo>
                <a:lnTo>
                  <a:pt x="866" y="100991"/>
                </a:lnTo>
                <a:lnTo>
                  <a:pt x="866" y="100324"/>
                </a:lnTo>
                <a:lnTo>
                  <a:pt x="930" y="99657"/>
                </a:lnTo>
                <a:lnTo>
                  <a:pt x="930" y="98990"/>
                </a:lnTo>
                <a:lnTo>
                  <a:pt x="930" y="98323"/>
                </a:lnTo>
                <a:lnTo>
                  <a:pt x="930" y="97686"/>
                </a:lnTo>
                <a:lnTo>
                  <a:pt x="930" y="97019"/>
                </a:lnTo>
                <a:lnTo>
                  <a:pt x="1026" y="96352"/>
                </a:lnTo>
                <a:lnTo>
                  <a:pt x="1026" y="95685"/>
                </a:lnTo>
                <a:lnTo>
                  <a:pt x="1026" y="95018"/>
                </a:lnTo>
                <a:lnTo>
                  <a:pt x="1026" y="94351"/>
                </a:lnTo>
                <a:lnTo>
                  <a:pt x="1090" y="93684"/>
                </a:lnTo>
                <a:lnTo>
                  <a:pt x="1090" y="93017"/>
                </a:lnTo>
                <a:lnTo>
                  <a:pt x="1090" y="92350"/>
                </a:lnTo>
                <a:lnTo>
                  <a:pt x="1090" y="91683"/>
                </a:lnTo>
                <a:lnTo>
                  <a:pt x="1090" y="91017"/>
                </a:lnTo>
                <a:lnTo>
                  <a:pt x="1154" y="90350"/>
                </a:lnTo>
                <a:lnTo>
                  <a:pt x="1154" y="89683"/>
                </a:lnTo>
                <a:lnTo>
                  <a:pt x="1154" y="89016"/>
                </a:lnTo>
                <a:lnTo>
                  <a:pt x="1154" y="88349"/>
                </a:lnTo>
                <a:lnTo>
                  <a:pt x="1251" y="87711"/>
                </a:lnTo>
                <a:lnTo>
                  <a:pt x="1251" y="87044"/>
                </a:lnTo>
                <a:lnTo>
                  <a:pt x="1251" y="86377"/>
                </a:lnTo>
                <a:lnTo>
                  <a:pt x="1251" y="85710"/>
                </a:lnTo>
                <a:lnTo>
                  <a:pt x="1251" y="85043"/>
                </a:lnTo>
                <a:lnTo>
                  <a:pt x="1315" y="84377"/>
                </a:lnTo>
                <a:lnTo>
                  <a:pt x="1315" y="83710"/>
                </a:lnTo>
                <a:lnTo>
                  <a:pt x="1315" y="83043"/>
                </a:lnTo>
                <a:lnTo>
                  <a:pt x="1315" y="82318"/>
                </a:lnTo>
                <a:lnTo>
                  <a:pt x="1379" y="81651"/>
                </a:lnTo>
                <a:lnTo>
                  <a:pt x="1379" y="80984"/>
                </a:lnTo>
                <a:lnTo>
                  <a:pt x="1379" y="80317"/>
                </a:lnTo>
                <a:lnTo>
                  <a:pt x="1379" y="79650"/>
                </a:lnTo>
                <a:lnTo>
                  <a:pt x="1379" y="78983"/>
                </a:lnTo>
                <a:lnTo>
                  <a:pt x="1443" y="78316"/>
                </a:lnTo>
                <a:lnTo>
                  <a:pt x="1443" y="77592"/>
                </a:lnTo>
                <a:lnTo>
                  <a:pt x="1443" y="76925"/>
                </a:lnTo>
                <a:lnTo>
                  <a:pt x="1443" y="76258"/>
                </a:lnTo>
                <a:lnTo>
                  <a:pt x="1539" y="75591"/>
                </a:lnTo>
                <a:lnTo>
                  <a:pt x="1539" y="74924"/>
                </a:lnTo>
                <a:lnTo>
                  <a:pt x="1539" y="74199"/>
                </a:lnTo>
                <a:lnTo>
                  <a:pt x="1539" y="73532"/>
                </a:lnTo>
                <a:lnTo>
                  <a:pt x="1539" y="72865"/>
                </a:lnTo>
                <a:lnTo>
                  <a:pt x="1604" y="72198"/>
                </a:lnTo>
                <a:lnTo>
                  <a:pt x="1604" y="71532"/>
                </a:lnTo>
                <a:lnTo>
                  <a:pt x="1604" y="70807"/>
                </a:lnTo>
                <a:lnTo>
                  <a:pt x="1604" y="70140"/>
                </a:lnTo>
                <a:lnTo>
                  <a:pt x="1604" y="69473"/>
                </a:lnTo>
                <a:lnTo>
                  <a:pt x="1668" y="68806"/>
                </a:lnTo>
                <a:lnTo>
                  <a:pt x="1668" y="68081"/>
                </a:lnTo>
                <a:lnTo>
                  <a:pt x="1668" y="67414"/>
                </a:lnTo>
                <a:lnTo>
                  <a:pt x="1668" y="66747"/>
                </a:lnTo>
                <a:lnTo>
                  <a:pt x="1764" y="66022"/>
                </a:lnTo>
                <a:lnTo>
                  <a:pt x="1764" y="65355"/>
                </a:lnTo>
                <a:lnTo>
                  <a:pt x="1764" y="64689"/>
                </a:lnTo>
                <a:lnTo>
                  <a:pt x="1764" y="64022"/>
                </a:lnTo>
                <a:lnTo>
                  <a:pt x="1764" y="63297"/>
                </a:lnTo>
                <a:lnTo>
                  <a:pt x="1828" y="62630"/>
                </a:lnTo>
                <a:lnTo>
                  <a:pt x="1828" y="61963"/>
                </a:lnTo>
                <a:lnTo>
                  <a:pt x="1828" y="61238"/>
                </a:lnTo>
                <a:lnTo>
                  <a:pt x="1828" y="60571"/>
                </a:lnTo>
                <a:lnTo>
                  <a:pt x="1892" y="59904"/>
                </a:lnTo>
                <a:lnTo>
                  <a:pt x="1892" y="59179"/>
                </a:lnTo>
                <a:lnTo>
                  <a:pt x="1892" y="58513"/>
                </a:lnTo>
                <a:lnTo>
                  <a:pt x="1892" y="57788"/>
                </a:lnTo>
                <a:lnTo>
                  <a:pt x="1892" y="57121"/>
                </a:lnTo>
                <a:lnTo>
                  <a:pt x="1956" y="56454"/>
                </a:lnTo>
                <a:lnTo>
                  <a:pt x="1956" y="55700"/>
                </a:lnTo>
                <a:lnTo>
                  <a:pt x="1956" y="55062"/>
                </a:lnTo>
                <a:lnTo>
                  <a:pt x="1956" y="54395"/>
                </a:lnTo>
                <a:lnTo>
                  <a:pt x="2053" y="53641"/>
                </a:lnTo>
                <a:lnTo>
                  <a:pt x="2053" y="52974"/>
                </a:lnTo>
                <a:lnTo>
                  <a:pt x="2053" y="52249"/>
                </a:lnTo>
                <a:lnTo>
                  <a:pt x="2053" y="51583"/>
                </a:lnTo>
                <a:lnTo>
                  <a:pt x="2053" y="50858"/>
                </a:lnTo>
                <a:lnTo>
                  <a:pt x="2117" y="50191"/>
                </a:lnTo>
                <a:lnTo>
                  <a:pt x="2117" y="49524"/>
                </a:lnTo>
                <a:lnTo>
                  <a:pt x="2117" y="48799"/>
                </a:lnTo>
                <a:lnTo>
                  <a:pt x="2117" y="48132"/>
                </a:lnTo>
                <a:lnTo>
                  <a:pt x="2181" y="47407"/>
                </a:lnTo>
                <a:lnTo>
                  <a:pt x="2181" y="46740"/>
                </a:lnTo>
                <a:lnTo>
                  <a:pt x="2181" y="46015"/>
                </a:lnTo>
                <a:lnTo>
                  <a:pt x="2181" y="45349"/>
                </a:lnTo>
                <a:lnTo>
                  <a:pt x="2181" y="44595"/>
                </a:lnTo>
                <a:lnTo>
                  <a:pt x="2245" y="43957"/>
                </a:lnTo>
                <a:lnTo>
                  <a:pt x="2245" y="43203"/>
                </a:lnTo>
                <a:lnTo>
                  <a:pt x="2245" y="42536"/>
                </a:lnTo>
                <a:lnTo>
                  <a:pt x="2245" y="41811"/>
                </a:lnTo>
                <a:lnTo>
                  <a:pt x="2341" y="41144"/>
                </a:lnTo>
                <a:lnTo>
                  <a:pt x="2341" y="40419"/>
                </a:lnTo>
                <a:lnTo>
                  <a:pt x="2341" y="39752"/>
                </a:lnTo>
                <a:lnTo>
                  <a:pt x="2341" y="39028"/>
                </a:lnTo>
                <a:lnTo>
                  <a:pt x="2341" y="38361"/>
                </a:lnTo>
                <a:lnTo>
                  <a:pt x="2406" y="37636"/>
                </a:lnTo>
                <a:lnTo>
                  <a:pt x="2406" y="36969"/>
                </a:lnTo>
                <a:lnTo>
                  <a:pt x="2406" y="36244"/>
                </a:lnTo>
                <a:lnTo>
                  <a:pt x="2406" y="35577"/>
                </a:lnTo>
                <a:lnTo>
                  <a:pt x="2406" y="34823"/>
                </a:lnTo>
                <a:lnTo>
                  <a:pt x="2470" y="34098"/>
                </a:lnTo>
                <a:lnTo>
                  <a:pt x="2470" y="33431"/>
                </a:lnTo>
                <a:lnTo>
                  <a:pt x="2470" y="32706"/>
                </a:lnTo>
                <a:lnTo>
                  <a:pt x="2470" y="32040"/>
                </a:lnTo>
                <a:lnTo>
                  <a:pt x="2566" y="31315"/>
                </a:lnTo>
                <a:lnTo>
                  <a:pt x="2566" y="30590"/>
                </a:lnTo>
                <a:lnTo>
                  <a:pt x="2566" y="29923"/>
                </a:lnTo>
                <a:lnTo>
                  <a:pt x="2566" y="29169"/>
                </a:lnTo>
                <a:lnTo>
                  <a:pt x="2566" y="28502"/>
                </a:lnTo>
                <a:lnTo>
                  <a:pt x="2630" y="27777"/>
                </a:lnTo>
                <a:lnTo>
                  <a:pt x="2630" y="27052"/>
                </a:lnTo>
                <a:lnTo>
                  <a:pt x="2630" y="26385"/>
                </a:lnTo>
                <a:lnTo>
                  <a:pt x="2630" y="25661"/>
                </a:lnTo>
                <a:lnTo>
                  <a:pt x="2694" y="24994"/>
                </a:lnTo>
                <a:lnTo>
                  <a:pt x="2694" y="24269"/>
                </a:lnTo>
                <a:lnTo>
                  <a:pt x="2694" y="23515"/>
                </a:lnTo>
                <a:lnTo>
                  <a:pt x="2694" y="22877"/>
                </a:lnTo>
                <a:lnTo>
                  <a:pt x="2694" y="22123"/>
                </a:lnTo>
                <a:lnTo>
                  <a:pt x="2758" y="21398"/>
                </a:lnTo>
                <a:lnTo>
                  <a:pt x="2758" y="20731"/>
                </a:lnTo>
                <a:lnTo>
                  <a:pt x="2758" y="20006"/>
                </a:lnTo>
                <a:lnTo>
                  <a:pt x="2758" y="19282"/>
                </a:lnTo>
                <a:lnTo>
                  <a:pt x="2855" y="18615"/>
                </a:lnTo>
                <a:lnTo>
                  <a:pt x="2855" y="17890"/>
                </a:lnTo>
                <a:lnTo>
                  <a:pt x="2855" y="17136"/>
                </a:lnTo>
                <a:lnTo>
                  <a:pt x="2855" y="16411"/>
                </a:lnTo>
                <a:lnTo>
                  <a:pt x="2855" y="15744"/>
                </a:lnTo>
                <a:lnTo>
                  <a:pt x="2919" y="15019"/>
                </a:lnTo>
                <a:lnTo>
                  <a:pt x="2919" y="14294"/>
                </a:lnTo>
                <a:lnTo>
                  <a:pt x="2919" y="13627"/>
                </a:lnTo>
                <a:lnTo>
                  <a:pt x="2919" y="12903"/>
                </a:lnTo>
                <a:lnTo>
                  <a:pt x="2983" y="12149"/>
                </a:lnTo>
                <a:lnTo>
                  <a:pt x="2983" y="11424"/>
                </a:lnTo>
                <a:lnTo>
                  <a:pt x="2983" y="10757"/>
                </a:lnTo>
                <a:lnTo>
                  <a:pt x="2983" y="10032"/>
                </a:lnTo>
                <a:lnTo>
                  <a:pt x="2983" y="9307"/>
                </a:lnTo>
                <a:lnTo>
                  <a:pt x="3047" y="8553"/>
                </a:lnTo>
                <a:lnTo>
                  <a:pt x="3047" y="7915"/>
                </a:lnTo>
                <a:lnTo>
                  <a:pt x="3047" y="7161"/>
                </a:lnTo>
                <a:lnTo>
                  <a:pt x="3047" y="6437"/>
                </a:lnTo>
                <a:lnTo>
                  <a:pt x="3143" y="5712"/>
                </a:lnTo>
                <a:lnTo>
                  <a:pt x="3143" y="5045"/>
                </a:lnTo>
                <a:lnTo>
                  <a:pt x="3143" y="4320"/>
                </a:lnTo>
                <a:lnTo>
                  <a:pt x="3143" y="3566"/>
                </a:lnTo>
                <a:lnTo>
                  <a:pt x="3143" y="2841"/>
                </a:lnTo>
                <a:lnTo>
                  <a:pt x="3208" y="2116"/>
                </a:lnTo>
                <a:lnTo>
                  <a:pt x="3208" y="1449"/>
                </a:lnTo>
                <a:lnTo>
                  <a:pt x="3208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805849" y="3432937"/>
            <a:ext cx="3208" cy="146630"/>
          </a:xfrm>
          <a:custGeom>
            <a:avLst/>
            <a:gdLst/>
            <a:ahLst/>
            <a:cxnLst/>
            <a:rect l="l" t="t" r="r" b="b"/>
            <a:pathLst>
              <a:path w="3208" h="146630">
                <a:moveTo>
                  <a:pt x="0" y="146630"/>
                </a:moveTo>
                <a:lnTo>
                  <a:pt x="0" y="145876"/>
                </a:lnTo>
                <a:lnTo>
                  <a:pt x="64" y="145151"/>
                </a:lnTo>
                <a:lnTo>
                  <a:pt x="64" y="144484"/>
                </a:lnTo>
                <a:lnTo>
                  <a:pt x="64" y="143759"/>
                </a:lnTo>
                <a:lnTo>
                  <a:pt x="64" y="143035"/>
                </a:lnTo>
                <a:lnTo>
                  <a:pt x="160" y="142310"/>
                </a:lnTo>
                <a:lnTo>
                  <a:pt x="160" y="141556"/>
                </a:lnTo>
                <a:lnTo>
                  <a:pt x="160" y="140831"/>
                </a:lnTo>
                <a:lnTo>
                  <a:pt x="160" y="140164"/>
                </a:lnTo>
                <a:lnTo>
                  <a:pt x="160" y="139439"/>
                </a:lnTo>
                <a:lnTo>
                  <a:pt x="224" y="138714"/>
                </a:lnTo>
                <a:lnTo>
                  <a:pt x="224" y="137989"/>
                </a:lnTo>
                <a:lnTo>
                  <a:pt x="224" y="137235"/>
                </a:lnTo>
                <a:lnTo>
                  <a:pt x="224" y="136511"/>
                </a:lnTo>
                <a:lnTo>
                  <a:pt x="288" y="135786"/>
                </a:lnTo>
                <a:lnTo>
                  <a:pt x="288" y="135061"/>
                </a:lnTo>
                <a:lnTo>
                  <a:pt x="288" y="134394"/>
                </a:lnTo>
                <a:lnTo>
                  <a:pt x="288" y="133640"/>
                </a:lnTo>
                <a:lnTo>
                  <a:pt x="288" y="132915"/>
                </a:lnTo>
                <a:lnTo>
                  <a:pt x="352" y="132190"/>
                </a:lnTo>
                <a:lnTo>
                  <a:pt x="352" y="131465"/>
                </a:lnTo>
                <a:lnTo>
                  <a:pt x="352" y="130740"/>
                </a:lnTo>
                <a:lnTo>
                  <a:pt x="352" y="129987"/>
                </a:lnTo>
                <a:lnTo>
                  <a:pt x="449" y="129262"/>
                </a:lnTo>
                <a:lnTo>
                  <a:pt x="449" y="128537"/>
                </a:lnTo>
                <a:lnTo>
                  <a:pt x="449" y="127870"/>
                </a:lnTo>
                <a:lnTo>
                  <a:pt x="449" y="127145"/>
                </a:lnTo>
                <a:lnTo>
                  <a:pt x="449" y="126391"/>
                </a:lnTo>
                <a:lnTo>
                  <a:pt x="513" y="125666"/>
                </a:lnTo>
                <a:lnTo>
                  <a:pt x="513" y="124941"/>
                </a:lnTo>
                <a:lnTo>
                  <a:pt x="513" y="124216"/>
                </a:lnTo>
                <a:lnTo>
                  <a:pt x="513" y="123492"/>
                </a:lnTo>
                <a:lnTo>
                  <a:pt x="577" y="122738"/>
                </a:lnTo>
                <a:lnTo>
                  <a:pt x="577" y="122013"/>
                </a:lnTo>
                <a:lnTo>
                  <a:pt x="577" y="121288"/>
                </a:lnTo>
                <a:lnTo>
                  <a:pt x="577" y="120563"/>
                </a:lnTo>
                <a:lnTo>
                  <a:pt x="577" y="119809"/>
                </a:lnTo>
                <a:lnTo>
                  <a:pt x="673" y="119084"/>
                </a:lnTo>
                <a:lnTo>
                  <a:pt x="673" y="118359"/>
                </a:lnTo>
                <a:lnTo>
                  <a:pt x="673" y="117634"/>
                </a:lnTo>
                <a:lnTo>
                  <a:pt x="673" y="116910"/>
                </a:lnTo>
                <a:lnTo>
                  <a:pt x="737" y="116156"/>
                </a:lnTo>
                <a:lnTo>
                  <a:pt x="737" y="115431"/>
                </a:lnTo>
                <a:lnTo>
                  <a:pt x="737" y="114706"/>
                </a:lnTo>
                <a:lnTo>
                  <a:pt x="737" y="113981"/>
                </a:lnTo>
                <a:lnTo>
                  <a:pt x="737" y="113227"/>
                </a:lnTo>
                <a:lnTo>
                  <a:pt x="802" y="112502"/>
                </a:lnTo>
                <a:lnTo>
                  <a:pt x="802" y="111777"/>
                </a:lnTo>
                <a:lnTo>
                  <a:pt x="802" y="111052"/>
                </a:lnTo>
                <a:lnTo>
                  <a:pt x="802" y="110299"/>
                </a:lnTo>
                <a:lnTo>
                  <a:pt x="802" y="109574"/>
                </a:lnTo>
                <a:lnTo>
                  <a:pt x="866" y="108849"/>
                </a:lnTo>
                <a:lnTo>
                  <a:pt x="866" y="108124"/>
                </a:lnTo>
                <a:lnTo>
                  <a:pt x="866" y="107399"/>
                </a:lnTo>
                <a:lnTo>
                  <a:pt x="866" y="106645"/>
                </a:lnTo>
                <a:lnTo>
                  <a:pt x="962" y="105920"/>
                </a:lnTo>
                <a:lnTo>
                  <a:pt x="962" y="105195"/>
                </a:lnTo>
                <a:lnTo>
                  <a:pt x="962" y="104470"/>
                </a:lnTo>
                <a:lnTo>
                  <a:pt x="962" y="103717"/>
                </a:lnTo>
                <a:lnTo>
                  <a:pt x="962" y="102992"/>
                </a:lnTo>
                <a:lnTo>
                  <a:pt x="1026" y="102267"/>
                </a:lnTo>
                <a:lnTo>
                  <a:pt x="1026" y="101542"/>
                </a:lnTo>
                <a:lnTo>
                  <a:pt x="1026" y="100817"/>
                </a:lnTo>
                <a:lnTo>
                  <a:pt x="1026" y="100063"/>
                </a:lnTo>
                <a:lnTo>
                  <a:pt x="1090" y="99338"/>
                </a:lnTo>
                <a:lnTo>
                  <a:pt x="1090" y="98613"/>
                </a:lnTo>
                <a:lnTo>
                  <a:pt x="1090" y="97888"/>
                </a:lnTo>
                <a:lnTo>
                  <a:pt x="1090" y="97135"/>
                </a:lnTo>
                <a:lnTo>
                  <a:pt x="1090" y="96410"/>
                </a:lnTo>
                <a:lnTo>
                  <a:pt x="1154" y="95685"/>
                </a:lnTo>
                <a:lnTo>
                  <a:pt x="1154" y="94960"/>
                </a:lnTo>
                <a:lnTo>
                  <a:pt x="1154" y="94235"/>
                </a:lnTo>
                <a:lnTo>
                  <a:pt x="1154" y="93481"/>
                </a:lnTo>
                <a:lnTo>
                  <a:pt x="1251" y="92756"/>
                </a:lnTo>
                <a:lnTo>
                  <a:pt x="1251" y="92031"/>
                </a:lnTo>
                <a:lnTo>
                  <a:pt x="1251" y="91220"/>
                </a:lnTo>
                <a:lnTo>
                  <a:pt x="1251" y="90495"/>
                </a:lnTo>
                <a:lnTo>
                  <a:pt x="1251" y="89770"/>
                </a:lnTo>
                <a:lnTo>
                  <a:pt x="1315" y="89045"/>
                </a:lnTo>
                <a:lnTo>
                  <a:pt x="1315" y="88291"/>
                </a:lnTo>
                <a:lnTo>
                  <a:pt x="1315" y="87566"/>
                </a:lnTo>
                <a:lnTo>
                  <a:pt x="1315" y="86841"/>
                </a:lnTo>
                <a:lnTo>
                  <a:pt x="1379" y="86116"/>
                </a:lnTo>
                <a:lnTo>
                  <a:pt x="1379" y="85362"/>
                </a:lnTo>
                <a:lnTo>
                  <a:pt x="1379" y="84638"/>
                </a:lnTo>
                <a:lnTo>
                  <a:pt x="1379" y="83913"/>
                </a:lnTo>
                <a:lnTo>
                  <a:pt x="1379" y="83130"/>
                </a:lnTo>
                <a:lnTo>
                  <a:pt x="1475" y="82376"/>
                </a:lnTo>
                <a:lnTo>
                  <a:pt x="1475" y="81651"/>
                </a:lnTo>
                <a:lnTo>
                  <a:pt x="1475" y="80926"/>
                </a:lnTo>
                <a:lnTo>
                  <a:pt x="1475" y="80201"/>
                </a:lnTo>
                <a:lnTo>
                  <a:pt x="1539" y="79447"/>
                </a:lnTo>
                <a:lnTo>
                  <a:pt x="1539" y="78722"/>
                </a:lnTo>
                <a:lnTo>
                  <a:pt x="1539" y="77998"/>
                </a:lnTo>
                <a:lnTo>
                  <a:pt x="1539" y="77273"/>
                </a:lnTo>
                <a:lnTo>
                  <a:pt x="1539" y="76461"/>
                </a:lnTo>
                <a:lnTo>
                  <a:pt x="1604" y="75736"/>
                </a:lnTo>
                <a:lnTo>
                  <a:pt x="1604" y="75011"/>
                </a:lnTo>
                <a:lnTo>
                  <a:pt x="1604" y="74286"/>
                </a:lnTo>
                <a:lnTo>
                  <a:pt x="1604" y="73532"/>
                </a:lnTo>
                <a:lnTo>
                  <a:pt x="1604" y="72807"/>
                </a:lnTo>
                <a:lnTo>
                  <a:pt x="1668" y="72082"/>
                </a:lnTo>
                <a:lnTo>
                  <a:pt x="1668" y="71358"/>
                </a:lnTo>
                <a:lnTo>
                  <a:pt x="1668" y="70546"/>
                </a:lnTo>
                <a:lnTo>
                  <a:pt x="1668" y="69821"/>
                </a:lnTo>
                <a:lnTo>
                  <a:pt x="1764" y="69096"/>
                </a:lnTo>
                <a:lnTo>
                  <a:pt x="1764" y="68342"/>
                </a:lnTo>
                <a:lnTo>
                  <a:pt x="1764" y="67617"/>
                </a:lnTo>
                <a:lnTo>
                  <a:pt x="1764" y="66892"/>
                </a:lnTo>
                <a:lnTo>
                  <a:pt x="1764" y="66167"/>
                </a:lnTo>
                <a:lnTo>
                  <a:pt x="1828" y="65355"/>
                </a:lnTo>
                <a:lnTo>
                  <a:pt x="1828" y="64631"/>
                </a:lnTo>
                <a:lnTo>
                  <a:pt x="1828" y="63906"/>
                </a:lnTo>
                <a:lnTo>
                  <a:pt x="1828" y="63181"/>
                </a:lnTo>
                <a:lnTo>
                  <a:pt x="1892" y="62427"/>
                </a:lnTo>
                <a:lnTo>
                  <a:pt x="1892" y="61702"/>
                </a:lnTo>
                <a:lnTo>
                  <a:pt x="1892" y="60977"/>
                </a:lnTo>
                <a:lnTo>
                  <a:pt x="1892" y="60165"/>
                </a:lnTo>
                <a:lnTo>
                  <a:pt x="1892" y="59440"/>
                </a:lnTo>
                <a:lnTo>
                  <a:pt x="1956" y="58715"/>
                </a:lnTo>
                <a:lnTo>
                  <a:pt x="1956" y="57991"/>
                </a:lnTo>
                <a:lnTo>
                  <a:pt x="1956" y="57237"/>
                </a:lnTo>
                <a:lnTo>
                  <a:pt x="1956" y="56512"/>
                </a:lnTo>
                <a:lnTo>
                  <a:pt x="2053" y="55729"/>
                </a:lnTo>
                <a:lnTo>
                  <a:pt x="2053" y="54975"/>
                </a:lnTo>
                <a:lnTo>
                  <a:pt x="2053" y="54250"/>
                </a:lnTo>
                <a:lnTo>
                  <a:pt x="2053" y="53525"/>
                </a:lnTo>
                <a:lnTo>
                  <a:pt x="2053" y="52800"/>
                </a:lnTo>
                <a:lnTo>
                  <a:pt x="2117" y="52076"/>
                </a:lnTo>
                <a:lnTo>
                  <a:pt x="2117" y="51264"/>
                </a:lnTo>
                <a:lnTo>
                  <a:pt x="2117" y="50539"/>
                </a:lnTo>
                <a:lnTo>
                  <a:pt x="2117" y="49814"/>
                </a:lnTo>
                <a:lnTo>
                  <a:pt x="2181" y="49060"/>
                </a:lnTo>
                <a:lnTo>
                  <a:pt x="2181" y="48335"/>
                </a:lnTo>
                <a:lnTo>
                  <a:pt x="2181" y="47552"/>
                </a:lnTo>
                <a:lnTo>
                  <a:pt x="2181" y="46798"/>
                </a:lnTo>
                <a:lnTo>
                  <a:pt x="2181" y="46073"/>
                </a:lnTo>
                <a:lnTo>
                  <a:pt x="2277" y="45349"/>
                </a:lnTo>
                <a:lnTo>
                  <a:pt x="2277" y="44624"/>
                </a:lnTo>
                <a:lnTo>
                  <a:pt x="2277" y="43870"/>
                </a:lnTo>
                <a:lnTo>
                  <a:pt x="2277" y="43087"/>
                </a:lnTo>
                <a:lnTo>
                  <a:pt x="2341" y="42420"/>
                </a:lnTo>
                <a:lnTo>
                  <a:pt x="2341" y="41695"/>
                </a:lnTo>
                <a:lnTo>
                  <a:pt x="2341" y="40970"/>
                </a:lnTo>
                <a:lnTo>
                  <a:pt x="2341" y="40216"/>
                </a:lnTo>
                <a:lnTo>
                  <a:pt x="2341" y="39433"/>
                </a:lnTo>
                <a:lnTo>
                  <a:pt x="2406" y="38709"/>
                </a:lnTo>
                <a:lnTo>
                  <a:pt x="2406" y="37955"/>
                </a:lnTo>
                <a:lnTo>
                  <a:pt x="2406" y="37230"/>
                </a:lnTo>
                <a:lnTo>
                  <a:pt x="2406" y="36505"/>
                </a:lnTo>
                <a:lnTo>
                  <a:pt x="2406" y="35693"/>
                </a:lnTo>
                <a:lnTo>
                  <a:pt x="2470" y="34968"/>
                </a:lnTo>
                <a:lnTo>
                  <a:pt x="2470" y="34243"/>
                </a:lnTo>
                <a:lnTo>
                  <a:pt x="2470" y="33518"/>
                </a:lnTo>
                <a:lnTo>
                  <a:pt x="2470" y="32764"/>
                </a:lnTo>
                <a:lnTo>
                  <a:pt x="2566" y="31982"/>
                </a:lnTo>
                <a:lnTo>
                  <a:pt x="2566" y="31257"/>
                </a:lnTo>
                <a:lnTo>
                  <a:pt x="2566" y="30503"/>
                </a:lnTo>
                <a:lnTo>
                  <a:pt x="2566" y="29778"/>
                </a:lnTo>
                <a:lnTo>
                  <a:pt x="2566" y="29053"/>
                </a:lnTo>
                <a:lnTo>
                  <a:pt x="2630" y="28270"/>
                </a:lnTo>
                <a:lnTo>
                  <a:pt x="2630" y="27516"/>
                </a:lnTo>
                <a:lnTo>
                  <a:pt x="2630" y="26791"/>
                </a:lnTo>
                <a:lnTo>
                  <a:pt x="2630" y="26067"/>
                </a:lnTo>
                <a:lnTo>
                  <a:pt x="2694" y="25342"/>
                </a:lnTo>
                <a:lnTo>
                  <a:pt x="2694" y="24530"/>
                </a:lnTo>
                <a:lnTo>
                  <a:pt x="2694" y="23805"/>
                </a:lnTo>
                <a:lnTo>
                  <a:pt x="2694" y="23080"/>
                </a:lnTo>
                <a:lnTo>
                  <a:pt x="2694" y="22326"/>
                </a:lnTo>
                <a:lnTo>
                  <a:pt x="2790" y="21601"/>
                </a:lnTo>
                <a:lnTo>
                  <a:pt x="2790" y="20818"/>
                </a:lnTo>
                <a:lnTo>
                  <a:pt x="2790" y="20064"/>
                </a:lnTo>
                <a:lnTo>
                  <a:pt x="2790" y="19340"/>
                </a:lnTo>
                <a:lnTo>
                  <a:pt x="2855" y="18615"/>
                </a:lnTo>
                <a:lnTo>
                  <a:pt x="2855" y="17890"/>
                </a:lnTo>
                <a:lnTo>
                  <a:pt x="2855" y="17078"/>
                </a:lnTo>
                <a:lnTo>
                  <a:pt x="2855" y="16353"/>
                </a:lnTo>
                <a:lnTo>
                  <a:pt x="2855" y="15628"/>
                </a:lnTo>
                <a:lnTo>
                  <a:pt x="2919" y="14903"/>
                </a:lnTo>
                <a:lnTo>
                  <a:pt x="2919" y="14149"/>
                </a:lnTo>
                <a:lnTo>
                  <a:pt x="2919" y="13366"/>
                </a:lnTo>
                <a:lnTo>
                  <a:pt x="2919" y="12642"/>
                </a:lnTo>
                <a:lnTo>
                  <a:pt x="2983" y="11888"/>
                </a:lnTo>
                <a:lnTo>
                  <a:pt x="2983" y="11163"/>
                </a:lnTo>
                <a:lnTo>
                  <a:pt x="2983" y="10438"/>
                </a:lnTo>
                <a:lnTo>
                  <a:pt x="2983" y="9626"/>
                </a:lnTo>
                <a:lnTo>
                  <a:pt x="2983" y="8901"/>
                </a:lnTo>
                <a:lnTo>
                  <a:pt x="3079" y="8176"/>
                </a:lnTo>
                <a:lnTo>
                  <a:pt x="3079" y="7451"/>
                </a:lnTo>
                <a:lnTo>
                  <a:pt x="3079" y="6697"/>
                </a:lnTo>
                <a:lnTo>
                  <a:pt x="3079" y="5915"/>
                </a:lnTo>
                <a:lnTo>
                  <a:pt x="3143" y="5190"/>
                </a:lnTo>
                <a:lnTo>
                  <a:pt x="3143" y="4465"/>
                </a:lnTo>
                <a:lnTo>
                  <a:pt x="3143" y="3711"/>
                </a:lnTo>
                <a:lnTo>
                  <a:pt x="3143" y="2986"/>
                </a:lnTo>
                <a:lnTo>
                  <a:pt x="3143" y="2203"/>
                </a:lnTo>
                <a:lnTo>
                  <a:pt x="3208" y="1449"/>
                </a:lnTo>
                <a:lnTo>
                  <a:pt x="3208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809057" y="3287785"/>
            <a:ext cx="3208" cy="145151"/>
          </a:xfrm>
          <a:custGeom>
            <a:avLst/>
            <a:gdLst/>
            <a:ahLst/>
            <a:cxnLst/>
            <a:rect l="l" t="t" r="r" b="b"/>
            <a:pathLst>
              <a:path w="3208" h="145151">
                <a:moveTo>
                  <a:pt x="0" y="145151"/>
                </a:moveTo>
                <a:lnTo>
                  <a:pt x="0" y="144426"/>
                </a:lnTo>
                <a:lnTo>
                  <a:pt x="0" y="143614"/>
                </a:lnTo>
                <a:lnTo>
                  <a:pt x="64" y="142890"/>
                </a:lnTo>
                <a:lnTo>
                  <a:pt x="64" y="142165"/>
                </a:lnTo>
                <a:lnTo>
                  <a:pt x="64" y="141411"/>
                </a:lnTo>
                <a:lnTo>
                  <a:pt x="64" y="140686"/>
                </a:lnTo>
                <a:lnTo>
                  <a:pt x="160" y="139903"/>
                </a:lnTo>
                <a:lnTo>
                  <a:pt x="160" y="139149"/>
                </a:lnTo>
                <a:lnTo>
                  <a:pt x="160" y="138424"/>
                </a:lnTo>
                <a:lnTo>
                  <a:pt x="160" y="137699"/>
                </a:lnTo>
                <a:lnTo>
                  <a:pt x="160" y="136974"/>
                </a:lnTo>
                <a:lnTo>
                  <a:pt x="224" y="136250"/>
                </a:lnTo>
                <a:lnTo>
                  <a:pt x="224" y="135438"/>
                </a:lnTo>
                <a:lnTo>
                  <a:pt x="224" y="134713"/>
                </a:lnTo>
                <a:lnTo>
                  <a:pt x="224" y="133988"/>
                </a:lnTo>
                <a:lnTo>
                  <a:pt x="288" y="133234"/>
                </a:lnTo>
                <a:lnTo>
                  <a:pt x="288" y="132509"/>
                </a:lnTo>
                <a:lnTo>
                  <a:pt x="288" y="131726"/>
                </a:lnTo>
                <a:lnTo>
                  <a:pt x="288" y="130972"/>
                </a:lnTo>
                <a:lnTo>
                  <a:pt x="288" y="130248"/>
                </a:lnTo>
                <a:lnTo>
                  <a:pt x="384" y="129523"/>
                </a:lnTo>
                <a:lnTo>
                  <a:pt x="384" y="128798"/>
                </a:lnTo>
                <a:lnTo>
                  <a:pt x="384" y="128044"/>
                </a:lnTo>
                <a:lnTo>
                  <a:pt x="384" y="127261"/>
                </a:lnTo>
                <a:lnTo>
                  <a:pt x="449" y="126536"/>
                </a:lnTo>
                <a:lnTo>
                  <a:pt x="449" y="125782"/>
                </a:lnTo>
                <a:lnTo>
                  <a:pt x="449" y="125057"/>
                </a:lnTo>
                <a:lnTo>
                  <a:pt x="449" y="124332"/>
                </a:lnTo>
                <a:lnTo>
                  <a:pt x="449" y="123608"/>
                </a:lnTo>
                <a:lnTo>
                  <a:pt x="513" y="122796"/>
                </a:lnTo>
                <a:lnTo>
                  <a:pt x="513" y="122071"/>
                </a:lnTo>
                <a:lnTo>
                  <a:pt x="513" y="121346"/>
                </a:lnTo>
                <a:lnTo>
                  <a:pt x="513" y="120621"/>
                </a:lnTo>
                <a:lnTo>
                  <a:pt x="577" y="119867"/>
                </a:lnTo>
                <a:lnTo>
                  <a:pt x="577" y="119142"/>
                </a:lnTo>
                <a:lnTo>
                  <a:pt x="577" y="118359"/>
                </a:lnTo>
                <a:lnTo>
                  <a:pt x="577" y="117605"/>
                </a:lnTo>
                <a:lnTo>
                  <a:pt x="577" y="116881"/>
                </a:lnTo>
                <a:lnTo>
                  <a:pt x="673" y="116156"/>
                </a:lnTo>
                <a:lnTo>
                  <a:pt x="673" y="115431"/>
                </a:lnTo>
                <a:lnTo>
                  <a:pt x="673" y="114706"/>
                </a:lnTo>
                <a:lnTo>
                  <a:pt x="673" y="113894"/>
                </a:lnTo>
                <a:lnTo>
                  <a:pt x="737" y="113169"/>
                </a:lnTo>
                <a:lnTo>
                  <a:pt x="737" y="112444"/>
                </a:lnTo>
                <a:lnTo>
                  <a:pt x="737" y="111690"/>
                </a:lnTo>
                <a:lnTo>
                  <a:pt x="737" y="110965"/>
                </a:lnTo>
                <a:lnTo>
                  <a:pt x="737" y="110241"/>
                </a:lnTo>
                <a:lnTo>
                  <a:pt x="802" y="109516"/>
                </a:lnTo>
                <a:lnTo>
                  <a:pt x="802" y="108704"/>
                </a:lnTo>
                <a:lnTo>
                  <a:pt x="802" y="107979"/>
                </a:lnTo>
                <a:lnTo>
                  <a:pt x="802" y="107254"/>
                </a:lnTo>
                <a:lnTo>
                  <a:pt x="802" y="106500"/>
                </a:lnTo>
                <a:lnTo>
                  <a:pt x="898" y="105775"/>
                </a:lnTo>
                <a:lnTo>
                  <a:pt x="898" y="105050"/>
                </a:lnTo>
                <a:lnTo>
                  <a:pt x="898" y="104325"/>
                </a:lnTo>
                <a:lnTo>
                  <a:pt x="898" y="103601"/>
                </a:lnTo>
                <a:lnTo>
                  <a:pt x="962" y="102789"/>
                </a:lnTo>
                <a:lnTo>
                  <a:pt x="962" y="102064"/>
                </a:lnTo>
                <a:lnTo>
                  <a:pt x="962" y="101339"/>
                </a:lnTo>
                <a:lnTo>
                  <a:pt x="962" y="100585"/>
                </a:lnTo>
                <a:lnTo>
                  <a:pt x="962" y="99860"/>
                </a:lnTo>
                <a:lnTo>
                  <a:pt x="1026" y="99135"/>
                </a:lnTo>
                <a:lnTo>
                  <a:pt x="1026" y="98410"/>
                </a:lnTo>
                <a:lnTo>
                  <a:pt x="1026" y="97657"/>
                </a:lnTo>
                <a:lnTo>
                  <a:pt x="1026" y="96932"/>
                </a:lnTo>
                <a:lnTo>
                  <a:pt x="1090" y="96149"/>
                </a:lnTo>
                <a:lnTo>
                  <a:pt x="1090" y="95395"/>
                </a:lnTo>
                <a:lnTo>
                  <a:pt x="1090" y="94670"/>
                </a:lnTo>
                <a:lnTo>
                  <a:pt x="1090" y="93945"/>
                </a:lnTo>
                <a:lnTo>
                  <a:pt x="1090" y="93220"/>
                </a:lnTo>
                <a:lnTo>
                  <a:pt x="1186" y="92495"/>
                </a:lnTo>
                <a:lnTo>
                  <a:pt x="1186" y="91741"/>
                </a:lnTo>
                <a:lnTo>
                  <a:pt x="1186" y="91017"/>
                </a:lnTo>
                <a:lnTo>
                  <a:pt x="1186" y="90292"/>
                </a:lnTo>
                <a:lnTo>
                  <a:pt x="1251" y="89567"/>
                </a:lnTo>
                <a:lnTo>
                  <a:pt x="1251" y="88813"/>
                </a:lnTo>
                <a:lnTo>
                  <a:pt x="1251" y="88030"/>
                </a:lnTo>
                <a:lnTo>
                  <a:pt x="1251" y="87305"/>
                </a:lnTo>
                <a:lnTo>
                  <a:pt x="1251" y="86551"/>
                </a:lnTo>
                <a:lnTo>
                  <a:pt x="1315" y="85826"/>
                </a:lnTo>
                <a:lnTo>
                  <a:pt x="1315" y="85101"/>
                </a:lnTo>
                <a:lnTo>
                  <a:pt x="1315" y="84377"/>
                </a:lnTo>
                <a:lnTo>
                  <a:pt x="1315" y="83652"/>
                </a:lnTo>
                <a:lnTo>
                  <a:pt x="1379" y="82898"/>
                </a:lnTo>
                <a:lnTo>
                  <a:pt x="1379" y="82173"/>
                </a:lnTo>
                <a:lnTo>
                  <a:pt x="1379" y="81448"/>
                </a:lnTo>
                <a:lnTo>
                  <a:pt x="1379" y="80723"/>
                </a:lnTo>
                <a:lnTo>
                  <a:pt x="1379" y="79969"/>
                </a:lnTo>
                <a:lnTo>
                  <a:pt x="1475" y="79244"/>
                </a:lnTo>
                <a:lnTo>
                  <a:pt x="1475" y="78519"/>
                </a:lnTo>
                <a:lnTo>
                  <a:pt x="1475" y="77795"/>
                </a:lnTo>
                <a:lnTo>
                  <a:pt x="1475" y="77041"/>
                </a:lnTo>
                <a:lnTo>
                  <a:pt x="1539" y="76316"/>
                </a:lnTo>
                <a:lnTo>
                  <a:pt x="1539" y="75591"/>
                </a:lnTo>
                <a:lnTo>
                  <a:pt x="1539" y="74866"/>
                </a:lnTo>
                <a:lnTo>
                  <a:pt x="1539" y="74141"/>
                </a:lnTo>
                <a:lnTo>
                  <a:pt x="1539" y="73329"/>
                </a:lnTo>
                <a:lnTo>
                  <a:pt x="1604" y="72604"/>
                </a:lnTo>
                <a:lnTo>
                  <a:pt x="1604" y="71879"/>
                </a:lnTo>
                <a:lnTo>
                  <a:pt x="1604" y="71126"/>
                </a:lnTo>
                <a:lnTo>
                  <a:pt x="1604" y="70401"/>
                </a:lnTo>
                <a:lnTo>
                  <a:pt x="1604" y="69676"/>
                </a:lnTo>
                <a:lnTo>
                  <a:pt x="1700" y="68951"/>
                </a:lnTo>
                <a:lnTo>
                  <a:pt x="1700" y="68197"/>
                </a:lnTo>
                <a:lnTo>
                  <a:pt x="1700" y="67472"/>
                </a:lnTo>
                <a:lnTo>
                  <a:pt x="1700" y="66747"/>
                </a:lnTo>
                <a:lnTo>
                  <a:pt x="1764" y="66022"/>
                </a:lnTo>
                <a:lnTo>
                  <a:pt x="1764" y="65297"/>
                </a:lnTo>
                <a:lnTo>
                  <a:pt x="1764" y="64544"/>
                </a:lnTo>
                <a:lnTo>
                  <a:pt x="1764" y="63819"/>
                </a:lnTo>
                <a:lnTo>
                  <a:pt x="1764" y="63152"/>
                </a:lnTo>
                <a:lnTo>
                  <a:pt x="1828" y="62427"/>
                </a:lnTo>
                <a:lnTo>
                  <a:pt x="1828" y="61702"/>
                </a:lnTo>
                <a:lnTo>
                  <a:pt x="1828" y="60948"/>
                </a:lnTo>
                <a:lnTo>
                  <a:pt x="1828" y="60223"/>
                </a:lnTo>
                <a:lnTo>
                  <a:pt x="1892" y="59498"/>
                </a:lnTo>
                <a:lnTo>
                  <a:pt x="1892" y="58773"/>
                </a:lnTo>
                <a:lnTo>
                  <a:pt x="1892" y="58049"/>
                </a:lnTo>
                <a:lnTo>
                  <a:pt x="1892" y="57295"/>
                </a:lnTo>
                <a:lnTo>
                  <a:pt x="1892" y="56570"/>
                </a:lnTo>
                <a:lnTo>
                  <a:pt x="1988" y="55845"/>
                </a:lnTo>
                <a:lnTo>
                  <a:pt x="1988" y="55120"/>
                </a:lnTo>
                <a:lnTo>
                  <a:pt x="1988" y="54366"/>
                </a:lnTo>
                <a:lnTo>
                  <a:pt x="1988" y="53641"/>
                </a:lnTo>
                <a:lnTo>
                  <a:pt x="2053" y="52916"/>
                </a:lnTo>
                <a:lnTo>
                  <a:pt x="2053" y="52191"/>
                </a:lnTo>
                <a:lnTo>
                  <a:pt x="2053" y="51467"/>
                </a:lnTo>
                <a:lnTo>
                  <a:pt x="2053" y="50713"/>
                </a:lnTo>
                <a:lnTo>
                  <a:pt x="2053" y="50046"/>
                </a:lnTo>
                <a:lnTo>
                  <a:pt x="2117" y="49321"/>
                </a:lnTo>
                <a:lnTo>
                  <a:pt x="2117" y="48596"/>
                </a:lnTo>
                <a:lnTo>
                  <a:pt x="2117" y="47871"/>
                </a:lnTo>
                <a:lnTo>
                  <a:pt x="2117" y="47117"/>
                </a:lnTo>
                <a:lnTo>
                  <a:pt x="2181" y="46392"/>
                </a:lnTo>
                <a:lnTo>
                  <a:pt x="2181" y="45667"/>
                </a:lnTo>
                <a:lnTo>
                  <a:pt x="2181" y="44943"/>
                </a:lnTo>
                <a:lnTo>
                  <a:pt x="2181" y="44218"/>
                </a:lnTo>
                <a:lnTo>
                  <a:pt x="2181" y="43551"/>
                </a:lnTo>
                <a:lnTo>
                  <a:pt x="2277" y="42797"/>
                </a:lnTo>
                <a:lnTo>
                  <a:pt x="2277" y="42072"/>
                </a:lnTo>
                <a:lnTo>
                  <a:pt x="2277" y="41347"/>
                </a:lnTo>
                <a:lnTo>
                  <a:pt x="2277" y="40622"/>
                </a:lnTo>
                <a:lnTo>
                  <a:pt x="2341" y="39897"/>
                </a:lnTo>
                <a:lnTo>
                  <a:pt x="2341" y="39143"/>
                </a:lnTo>
                <a:lnTo>
                  <a:pt x="2341" y="38477"/>
                </a:lnTo>
                <a:lnTo>
                  <a:pt x="2341" y="37752"/>
                </a:lnTo>
                <a:lnTo>
                  <a:pt x="2341" y="37027"/>
                </a:lnTo>
                <a:lnTo>
                  <a:pt x="2406" y="36302"/>
                </a:lnTo>
                <a:lnTo>
                  <a:pt x="2406" y="35548"/>
                </a:lnTo>
                <a:lnTo>
                  <a:pt x="2406" y="34823"/>
                </a:lnTo>
                <a:lnTo>
                  <a:pt x="2406" y="34156"/>
                </a:lnTo>
                <a:lnTo>
                  <a:pt x="2406" y="33431"/>
                </a:lnTo>
                <a:lnTo>
                  <a:pt x="2502" y="32706"/>
                </a:lnTo>
                <a:lnTo>
                  <a:pt x="2502" y="31982"/>
                </a:lnTo>
                <a:lnTo>
                  <a:pt x="2502" y="31228"/>
                </a:lnTo>
                <a:lnTo>
                  <a:pt x="2502" y="30561"/>
                </a:lnTo>
                <a:lnTo>
                  <a:pt x="2566" y="29836"/>
                </a:lnTo>
                <a:lnTo>
                  <a:pt x="2566" y="29111"/>
                </a:lnTo>
                <a:lnTo>
                  <a:pt x="2566" y="28386"/>
                </a:lnTo>
                <a:lnTo>
                  <a:pt x="2566" y="27661"/>
                </a:lnTo>
                <a:lnTo>
                  <a:pt x="2566" y="26994"/>
                </a:lnTo>
                <a:lnTo>
                  <a:pt x="2630" y="26240"/>
                </a:lnTo>
                <a:lnTo>
                  <a:pt x="2630" y="25516"/>
                </a:lnTo>
                <a:lnTo>
                  <a:pt x="2630" y="24791"/>
                </a:lnTo>
                <a:lnTo>
                  <a:pt x="2630" y="24124"/>
                </a:lnTo>
                <a:lnTo>
                  <a:pt x="2694" y="23399"/>
                </a:lnTo>
                <a:lnTo>
                  <a:pt x="2694" y="22674"/>
                </a:lnTo>
                <a:lnTo>
                  <a:pt x="2694" y="21920"/>
                </a:lnTo>
                <a:lnTo>
                  <a:pt x="2694" y="21253"/>
                </a:lnTo>
                <a:lnTo>
                  <a:pt x="2694" y="20528"/>
                </a:lnTo>
                <a:lnTo>
                  <a:pt x="2790" y="19803"/>
                </a:lnTo>
                <a:lnTo>
                  <a:pt x="2790" y="19079"/>
                </a:lnTo>
                <a:lnTo>
                  <a:pt x="2790" y="18412"/>
                </a:lnTo>
                <a:lnTo>
                  <a:pt x="2790" y="17687"/>
                </a:lnTo>
                <a:lnTo>
                  <a:pt x="2855" y="16933"/>
                </a:lnTo>
                <a:lnTo>
                  <a:pt x="2855" y="16266"/>
                </a:lnTo>
                <a:lnTo>
                  <a:pt x="2855" y="15541"/>
                </a:lnTo>
                <a:lnTo>
                  <a:pt x="2855" y="14816"/>
                </a:lnTo>
                <a:lnTo>
                  <a:pt x="2855" y="14149"/>
                </a:lnTo>
                <a:lnTo>
                  <a:pt x="2919" y="13424"/>
                </a:lnTo>
                <a:lnTo>
                  <a:pt x="2919" y="12700"/>
                </a:lnTo>
                <a:lnTo>
                  <a:pt x="2919" y="12033"/>
                </a:lnTo>
                <a:lnTo>
                  <a:pt x="2919" y="11279"/>
                </a:lnTo>
                <a:lnTo>
                  <a:pt x="3015" y="10554"/>
                </a:lnTo>
                <a:lnTo>
                  <a:pt x="3015" y="9887"/>
                </a:lnTo>
                <a:lnTo>
                  <a:pt x="3015" y="9162"/>
                </a:lnTo>
                <a:lnTo>
                  <a:pt x="3015" y="8437"/>
                </a:lnTo>
                <a:lnTo>
                  <a:pt x="3015" y="7770"/>
                </a:lnTo>
                <a:lnTo>
                  <a:pt x="3079" y="7045"/>
                </a:lnTo>
                <a:lnTo>
                  <a:pt x="3079" y="6292"/>
                </a:lnTo>
                <a:lnTo>
                  <a:pt x="3079" y="5625"/>
                </a:lnTo>
                <a:lnTo>
                  <a:pt x="3079" y="4900"/>
                </a:lnTo>
                <a:lnTo>
                  <a:pt x="3143" y="4175"/>
                </a:lnTo>
                <a:lnTo>
                  <a:pt x="3143" y="3508"/>
                </a:lnTo>
                <a:lnTo>
                  <a:pt x="3143" y="2783"/>
                </a:lnTo>
                <a:lnTo>
                  <a:pt x="3143" y="2116"/>
                </a:lnTo>
                <a:lnTo>
                  <a:pt x="3143" y="1391"/>
                </a:lnTo>
                <a:lnTo>
                  <a:pt x="3208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812265" y="3157305"/>
            <a:ext cx="3240" cy="130479"/>
          </a:xfrm>
          <a:custGeom>
            <a:avLst/>
            <a:gdLst/>
            <a:ahLst/>
            <a:cxnLst/>
            <a:rect l="l" t="t" r="r" b="b"/>
            <a:pathLst>
              <a:path w="3240" h="130479">
                <a:moveTo>
                  <a:pt x="0" y="130479"/>
                </a:moveTo>
                <a:lnTo>
                  <a:pt x="0" y="129726"/>
                </a:lnTo>
                <a:lnTo>
                  <a:pt x="0" y="129059"/>
                </a:lnTo>
                <a:lnTo>
                  <a:pt x="0" y="128334"/>
                </a:lnTo>
                <a:lnTo>
                  <a:pt x="96" y="127667"/>
                </a:lnTo>
                <a:lnTo>
                  <a:pt x="96" y="126942"/>
                </a:lnTo>
                <a:lnTo>
                  <a:pt x="96" y="126275"/>
                </a:lnTo>
                <a:lnTo>
                  <a:pt x="96" y="125550"/>
                </a:lnTo>
                <a:lnTo>
                  <a:pt x="160" y="124883"/>
                </a:lnTo>
                <a:lnTo>
                  <a:pt x="160" y="124158"/>
                </a:lnTo>
                <a:lnTo>
                  <a:pt x="160" y="123405"/>
                </a:lnTo>
                <a:lnTo>
                  <a:pt x="160" y="122738"/>
                </a:lnTo>
                <a:lnTo>
                  <a:pt x="160" y="122013"/>
                </a:lnTo>
                <a:lnTo>
                  <a:pt x="224" y="121346"/>
                </a:lnTo>
                <a:lnTo>
                  <a:pt x="224" y="120621"/>
                </a:lnTo>
                <a:lnTo>
                  <a:pt x="224" y="119954"/>
                </a:lnTo>
                <a:lnTo>
                  <a:pt x="224" y="119229"/>
                </a:lnTo>
                <a:lnTo>
                  <a:pt x="288" y="118562"/>
                </a:lnTo>
                <a:lnTo>
                  <a:pt x="288" y="117837"/>
                </a:lnTo>
                <a:lnTo>
                  <a:pt x="288" y="117171"/>
                </a:lnTo>
                <a:lnTo>
                  <a:pt x="288" y="116504"/>
                </a:lnTo>
                <a:lnTo>
                  <a:pt x="288" y="115779"/>
                </a:lnTo>
                <a:lnTo>
                  <a:pt x="384" y="115112"/>
                </a:lnTo>
                <a:lnTo>
                  <a:pt x="384" y="114387"/>
                </a:lnTo>
                <a:lnTo>
                  <a:pt x="384" y="113720"/>
                </a:lnTo>
                <a:lnTo>
                  <a:pt x="384" y="112966"/>
                </a:lnTo>
                <a:lnTo>
                  <a:pt x="449" y="112299"/>
                </a:lnTo>
                <a:lnTo>
                  <a:pt x="449" y="111632"/>
                </a:lnTo>
                <a:lnTo>
                  <a:pt x="449" y="110907"/>
                </a:lnTo>
                <a:lnTo>
                  <a:pt x="449" y="110241"/>
                </a:lnTo>
                <a:lnTo>
                  <a:pt x="449" y="109516"/>
                </a:lnTo>
                <a:lnTo>
                  <a:pt x="513" y="108849"/>
                </a:lnTo>
                <a:lnTo>
                  <a:pt x="513" y="108182"/>
                </a:lnTo>
                <a:lnTo>
                  <a:pt x="513" y="107457"/>
                </a:lnTo>
                <a:lnTo>
                  <a:pt x="513" y="106790"/>
                </a:lnTo>
                <a:lnTo>
                  <a:pt x="609" y="106065"/>
                </a:lnTo>
                <a:lnTo>
                  <a:pt x="609" y="105398"/>
                </a:lnTo>
                <a:lnTo>
                  <a:pt x="609" y="104731"/>
                </a:lnTo>
                <a:lnTo>
                  <a:pt x="609" y="104007"/>
                </a:lnTo>
                <a:lnTo>
                  <a:pt x="609" y="103340"/>
                </a:lnTo>
                <a:lnTo>
                  <a:pt x="673" y="102673"/>
                </a:lnTo>
                <a:lnTo>
                  <a:pt x="673" y="101948"/>
                </a:lnTo>
                <a:lnTo>
                  <a:pt x="673" y="101281"/>
                </a:lnTo>
                <a:lnTo>
                  <a:pt x="673" y="100614"/>
                </a:lnTo>
                <a:lnTo>
                  <a:pt x="737" y="99889"/>
                </a:lnTo>
                <a:lnTo>
                  <a:pt x="737" y="99222"/>
                </a:lnTo>
                <a:lnTo>
                  <a:pt x="737" y="98555"/>
                </a:lnTo>
                <a:lnTo>
                  <a:pt x="737" y="97801"/>
                </a:lnTo>
                <a:lnTo>
                  <a:pt x="737" y="97164"/>
                </a:lnTo>
                <a:lnTo>
                  <a:pt x="802" y="96497"/>
                </a:lnTo>
                <a:lnTo>
                  <a:pt x="802" y="95830"/>
                </a:lnTo>
                <a:lnTo>
                  <a:pt x="802" y="95076"/>
                </a:lnTo>
                <a:lnTo>
                  <a:pt x="802" y="94438"/>
                </a:lnTo>
                <a:lnTo>
                  <a:pt x="802" y="93771"/>
                </a:lnTo>
                <a:lnTo>
                  <a:pt x="898" y="93104"/>
                </a:lnTo>
                <a:lnTo>
                  <a:pt x="898" y="92350"/>
                </a:lnTo>
                <a:lnTo>
                  <a:pt x="898" y="91683"/>
                </a:lnTo>
                <a:lnTo>
                  <a:pt x="898" y="91046"/>
                </a:lnTo>
                <a:lnTo>
                  <a:pt x="962" y="90379"/>
                </a:lnTo>
                <a:lnTo>
                  <a:pt x="962" y="89712"/>
                </a:lnTo>
                <a:lnTo>
                  <a:pt x="962" y="88958"/>
                </a:lnTo>
                <a:lnTo>
                  <a:pt x="962" y="88320"/>
                </a:lnTo>
                <a:lnTo>
                  <a:pt x="962" y="87653"/>
                </a:lnTo>
                <a:lnTo>
                  <a:pt x="1026" y="86986"/>
                </a:lnTo>
                <a:lnTo>
                  <a:pt x="1026" y="86319"/>
                </a:lnTo>
                <a:lnTo>
                  <a:pt x="1026" y="85594"/>
                </a:lnTo>
                <a:lnTo>
                  <a:pt x="1026" y="84927"/>
                </a:lnTo>
                <a:lnTo>
                  <a:pt x="1122" y="84261"/>
                </a:lnTo>
                <a:lnTo>
                  <a:pt x="1122" y="83594"/>
                </a:lnTo>
                <a:lnTo>
                  <a:pt x="1122" y="82927"/>
                </a:lnTo>
                <a:lnTo>
                  <a:pt x="1122" y="82260"/>
                </a:lnTo>
                <a:lnTo>
                  <a:pt x="1122" y="81593"/>
                </a:lnTo>
                <a:lnTo>
                  <a:pt x="1186" y="80926"/>
                </a:lnTo>
                <a:lnTo>
                  <a:pt x="1186" y="80201"/>
                </a:lnTo>
                <a:lnTo>
                  <a:pt x="1186" y="79534"/>
                </a:lnTo>
                <a:lnTo>
                  <a:pt x="1186" y="78867"/>
                </a:lnTo>
                <a:lnTo>
                  <a:pt x="1251" y="78201"/>
                </a:lnTo>
                <a:lnTo>
                  <a:pt x="1251" y="77534"/>
                </a:lnTo>
                <a:lnTo>
                  <a:pt x="1251" y="76867"/>
                </a:lnTo>
                <a:lnTo>
                  <a:pt x="1251" y="76200"/>
                </a:lnTo>
                <a:lnTo>
                  <a:pt x="1251" y="75533"/>
                </a:lnTo>
                <a:lnTo>
                  <a:pt x="1315" y="74866"/>
                </a:lnTo>
                <a:lnTo>
                  <a:pt x="1315" y="74199"/>
                </a:lnTo>
                <a:lnTo>
                  <a:pt x="1315" y="73532"/>
                </a:lnTo>
                <a:lnTo>
                  <a:pt x="1315" y="72865"/>
                </a:lnTo>
                <a:lnTo>
                  <a:pt x="1411" y="72227"/>
                </a:lnTo>
                <a:lnTo>
                  <a:pt x="1411" y="71561"/>
                </a:lnTo>
                <a:lnTo>
                  <a:pt x="1411" y="70894"/>
                </a:lnTo>
                <a:lnTo>
                  <a:pt x="1411" y="70227"/>
                </a:lnTo>
                <a:lnTo>
                  <a:pt x="1411" y="69560"/>
                </a:lnTo>
                <a:lnTo>
                  <a:pt x="1475" y="68893"/>
                </a:lnTo>
                <a:lnTo>
                  <a:pt x="1475" y="68226"/>
                </a:lnTo>
                <a:lnTo>
                  <a:pt x="1475" y="67559"/>
                </a:lnTo>
                <a:lnTo>
                  <a:pt x="1475" y="66892"/>
                </a:lnTo>
                <a:lnTo>
                  <a:pt x="1539" y="66225"/>
                </a:lnTo>
                <a:lnTo>
                  <a:pt x="1539" y="65558"/>
                </a:lnTo>
                <a:lnTo>
                  <a:pt x="1539" y="64892"/>
                </a:lnTo>
                <a:lnTo>
                  <a:pt x="1539" y="64225"/>
                </a:lnTo>
                <a:lnTo>
                  <a:pt x="1539" y="63558"/>
                </a:lnTo>
                <a:lnTo>
                  <a:pt x="1604" y="62891"/>
                </a:lnTo>
                <a:lnTo>
                  <a:pt x="1604" y="62253"/>
                </a:lnTo>
                <a:lnTo>
                  <a:pt x="1604" y="61644"/>
                </a:lnTo>
                <a:lnTo>
                  <a:pt x="1604" y="60977"/>
                </a:lnTo>
                <a:lnTo>
                  <a:pt x="1604" y="60310"/>
                </a:lnTo>
                <a:lnTo>
                  <a:pt x="1700" y="59643"/>
                </a:lnTo>
                <a:lnTo>
                  <a:pt x="1700" y="58976"/>
                </a:lnTo>
                <a:lnTo>
                  <a:pt x="1700" y="58310"/>
                </a:lnTo>
                <a:lnTo>
                  <a:pt x="1700" y="57643"/>
                </a:lnTo>
                <a:lnTo>
                  <a:pt x="1764" y="57063"/>
                </a:lnTo>
                <a:lnTo>
                  <a:pt x="1764" y="56396"/>
                </a:lnTo>
                <a:lnTo>
                  <a:pt x="1764" y="55729"/>
                </a:lnTo>
                <a:lnTo>
                  <a:pt x="1764" y="55062"/>
                </a:lnTo>
                <a:lnTo>
                  <a:pt x="1764" y="54395"/>
                </a:lnTo>
                <a:lnTo>
                  <a:pt x="1828" y="53786"/>
                </a:lnTo>
                <a:lnTo>
                  <a:pt x="1828" y="53119"/>
                </a:lnTo>
                <a:lnTo>
                  <a:pt x="1828" y="52452"/>
                </a:lnTo>
                <a:lnTo>
                  <a:pt x="1828" y="51786"/>
                </a:lnTo>
                <a:lnTo>
                  <a:pt x="1924" y="51206"/>
                </a:lnTo>
                <a:lnTo>
                  <a:pt x="1924" y="50539"/>
                </a:lnTo>
                <a:lnTo>
                  <a:pt x="1924" y="49872"/>
                </a:lnTo>
                <a:lnTo>
                  <a:pt x="1924" y="49205"/>
                </a:lnTo>
                <a:lnTo>
                  <a:pt x="1924" y="48596"/>
                </a:lnTo>
                <a:lnTo>
                  <a:pt x="1988" y="47929"/>
                </a:lnTo>
                <a:lnTo>
                  <a:pt x="1988" y="47291"/>
                </a:lnTo>
                <a:lnTo>
                  <a:pt x="1988" y="46624"/>
                </a:lnTo>
                <a:lnTo>
                  <a:pt x="1988" y="46015"/>
                </a:lnTo>
                <a:lnTo>
                  <a:pt x="2053" y="45349"/>
                </a:lnTo>
                <a:lnTo>
                  <a:pt x="2053" y="44682"/>
                </a:lnTo>
                <a:lnTo>
                  <a:pt x="2053" y="44073"/>
                </a:lnTo>
                <a:lnTo>
                  <a:pt x="2053" y="43435"/>
                </a:lnTo>
                <a:lnTo>
                  <a:pt x="2053" y="42768"/>
                </a:lnTo>
                <a:lnTo>
                  <a:pt x="2117" y="42159"/>
                </a:lnTo>
                <a:lnTo>
                  <a:pt x="2117" y="41492"/>
                </a:lnTo>
                <a:lnTo>
                  <a:pt x="2117" y="40883"/>
                </a:lnTo>
                <a:lnTo>
                  <a:pt x="2117" y="40216"/>
                </a:lnTo>
                <a:lnTo>
                  <a:pt x="2213" y="39578"/>
                </a:lnTo>
                <a:lnTo>
                  <a:pt x="2213" y="38970"/>
                </a:lnTo>
                <a:lnTo>
                  <a:pt x="2213" y="38303"/>
                </a:lnTo>
                <a:lnTo>
                  <a:pt x="2213" y="37694"/>
                </a:lnTo>
                <a:lnTo>
                  <a:pt x="2213" y="37027"/>
                </a:lnTo>
                <a:lnTo>
                  <a:pt x="2277" y="36360"/>
                </a:lnTo>
                <a:lnTo>
                  <a:pt x="2277" y="35780"/>
                </a:lnTo>
                <a:lnTo>
                  <a:pt x="2277" y="35113"/>
                </a:lnTo>
                <a:lnTo>
                  <a:pt x="2277" y="34504"/>
                </a:lnTo>
                <a:lnTo>
                  <a:pt x="2341" y="33837"/>
                </a:lnTo>
                <a:lnTo>
                  <a:pt x="2341" y="33257"/>
                </a:lnTo>
                <a:lnTo>
                  <a:pt x="2341" y="32591"/>
                </a:lnTo>
                <a:lnTo>
                  <a:pt x="2341" y="31982"/>
                </a:lnTo>
                <a:lnTo>
                  <a:pt x="2341" y="31315"/>
                </a:lnTo>
                <a:lnTo>
                  <a:pt x="2406" y="30735"/>
                </a:lnTo>
                <a:lnTo>
                  <a:pt x="2406" y="30068"/>
                </a:lnTo>
                <a:lnTo>
                  <a:pt x="2406" y="29459"/>
                </a:lnTo>
                <a:lnTo>
                  <a:pt x="2406" y="28792"/>
                </a:lnTo>
                <a:lnTo>
                  <a:pt x="2406" y="28183"/>
                </a:lnTo>
                <a:lnTo>
                  <a:pt x="2502" y="27603"/>
                </a:lnTo>
                <a:lnTo>
                  <a:pt x="2502" y="26936"/>
                </a:lnTo>
                <a:lnTo>
                  <a:pt x="2502" y="26327"/>
                </a:lnTo>
                <a:lnTo>
                  <a:pt x="2502" y="25661"/>
                </a:lnTo>
                <a:lnTo>
                  <a:pt x="2566" y="25081"/>
                </a:lnTo>
                <a:lnTo>
                  <a:pt x="2566" y="24472"/>
                </a:lnTo>
                <a:lnTo>
                  <a:pt x="2566" y="23805"/>
                </a:lnTo>
                <a:lnTo>
                  <a:pt x="2566" y="23196"/>
                </a:lnTo>
                <a:lnTo>
                  <a:pt x="2566" y="22529"/>
                </a:lnTo>
                <a:lnTo>
                  <a:pt x="2630" y="21949"/>
                </a:lnTo>
                <a:lnTo>
                  <a:pt x="2630" y="21340"/>
                </a:lnTo>
                <a:lnTo>
                  <a:pt x="2630" y="20673"/>
                </a:lnTo>
                <a:lnTo>
                  <a:pt x="2630" y="20093"/>
                </a:lnTo>
                <a:lnTo>
                  <a:pt x="2726" y="19485"/>
                </a:lnTo>
                <a:lnTo>
                  <a:pt x="2726" y="18876"/>
                </a:lnTo>
                <a:lnTo>
                  <a:pt x="2726" y="18209"/>
                </a:lnTo>
                <a:lnTo>
                  <a:pt x="2726" y="17629"/>
                </a:lnTo>
                <a:lnTo>
                  <a:pt x="2726" y="17020"/>
                </a:lnTo>
                <a:lnTo>
                  <a:pt x="2790" y="16353"/>
                </a:lnTo>
                <a:lnTo>
                  <a:pt x="2790" y="15773"/>
                </a:lnTo>
                <a:lnTo>
                  <a:pt x="2790" y="15164"/>
                </a:lnTo>
                <a:lnTo>
                  <a:pt x="2790" y="14555"/>
                </a:lnTo>
                <a:lnTo>
                  <a:pt x="2855" y="13888"/>
                </a:lnTo>
                <a:lnTo>
                  <a:pt x="2855" y="13308"/>
                </a:lnTo>
                <a:lnTo>
                  <a:pt x="2855" y="12700"/>
                </a:lnTo>
                <a:lnTo>
                  <a:pt x="2855" y="12091"/>
                </a:lnTo>
                <a:lnTo>
                  <a:pt x="2855" y="11511"/>
                </a:lnTo>
                <a:lnTo>
                  <a:pt x="2919" y="10902"/>
                </a:lnTo>
                <a:lnTo>
                  <a:pt x="2919" y="10235"/>
                </a:lnTo>
                <a:lnTo>
                  <a:pt x="2919" y="9655"/>
                </a:lnTo>
                <a:lnTo>
                  <a:pt x="2919" y="9046"/>
                </a:lnTo>
                <a:lnTo>
                  <a:pt x="3015" y="8437"/>
                </a:lnTo>
                <a:lnTo>
                  <a:pt x="3015" y="7857"/>
                </a:lnTo>
                <a:lnTo>
                  <a:pt x="3015" y="7248"/>
                </a:lnTo>
                <a:lnTo>
                  <a:pt x="3015" y="6639"/>
                </a:lnTo>
                <a:lnTo>
                  <a:pt x="3015" y="5973"/>
                </a:lnTo>
                <a:lnTo>
                  <a:pt x="3079" y="5393"/>
                </a:lnTo>
                <a:lnTo>
                  <a:pt x="3079" y="4784"/>
                </a:lnTo>
                <a:lnTo>
                  <a:pt x="3079" y="4175"/>
                </a:lnTo>
                <a:lnTo>
                  <a:pt x="3079" y="3595"/>
                </a:lnTo>
                <a:lnTo>
                  <a:pt x="3143" y="2986"/>
                </a:lnTo>
                <a:lnTo>
                  <a:pt x="3143" y="2406"/>
                </a:lnTo>
                <a:lnTo>
                  <a:pt x="3143" y="1797"/>
                </a:lnTo>
                <a:lnTo>
                  <a:pt x="3143" y="1188"/>
                </a:lnTo>
                <a:lnTo>
                  <a:pt x="3143" y="608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815505" y="3053646"/>
            <a:ext cx="3111" cy="103659"/>
          </a:xfrm>
          <a:custGeom>
            <a:avLst/>
            <a:gdLst/>
            <a:ahLst/>
            <a:cxnLst/>
            <a:rect l="l" t="t" r="r" b="b"/>
            <a:pathLst>
              <a:path w="3111" h="103659">
                <a:moveTo>
                  <a:pt x="0" y="103659"/>
                </a:moveTo>
                <a:lnTo>
                  <a:pt x="0" y="103050"/>
                </a:lnTo>
                <a:lnTo>
                  <a:pt x="0" y="102470"/>
                </a:lnTo>
                <a:lnTo>
                  <a:pt x="0" y="101861"/>
                </a:lnTo>
                <a:lnTo>
                  <a:pt x="0" y="101252"/>
                </a:lnTo>
                <a:lnTo>
                  <a:pt x="64" y="100672"/>
                </a:lnTo>
                <a:lnTo>
                  <a:pt x="64" y="100063"/>
                </a:lnTo>
                <a:lnTo>
                  <a:pt x="64" y="99483"/>
                </a:lnTo>
                <a:lnTo>
                  <a:pt x="64" y="98932"/>
                </a:lnTo>
                <a:lnTo>
                  <a:pt x="128" y="98352"/>
                </a:lnTo>
                <a:lnTo>
                  <a:pt x="128" y="97744"/>
                </a:lnTo>
                <a:lnTo>
                  <a:pt x="128" y="97135"/>
                </a:lnTo>
                <a:lnTo>
                  <a:pt x="128" y="96555"/>
                </a:lnTo>
                <a:lnTo>
                  <a:pt x="128" y="95946"/>
                </a:lnTo>
                <a:lnTo>
                  <a:pt x="192" y="95337"/>
                </a:lnTo>
                <a:lnTo>
                  <a:pt x="192" y="94757"/>
                </a:lnTo>
                <a:lnTo>
                  <a:pt x="192" y="94206"/>
                </a:lnTo>
                <a:lnTo>
                  <a:pt x="192" y="93626"/>
                </a:lnTo>
                <a:lnTo>
                  <a:pt x="288" y="93017"/>
                </a:lnTo>
                <a:lnTo>
                  <a:pt x="288" y="92408"/>
                </a:lnTo>
                <a:lnTo>
                  <a:pt x="288" y="91828"/>
                </a:lnTo>
                <a:lnTo>
                  <a:pt x="288" y="91277"/>
                </a:lnTo>
                <a:lnTo>
                  <a:pt x="288" y="90698"/>
                </a:lnTo>
                <a:lnTo>
                  <a:pt x="352" y="90089"/>
                </a:lnTo>
                <a:lnTo>
                  <a:pt x="352" y="89509"/>
                </a:lnTo>
                <a:lnTo>
                  <a:pt x="352" y="88958"/>
                </a:lnTo>
                <a:lnTo>
                  <a:pt x="352" y="88378"/>
                </a:lnTo>
                <a:lnTo>
                  <a:pt x="417" y="87769"/>
                </a:lnTo>
                <a:lnTo>
                  <a:pt x="417" y="87247"/>
                </a:lnTo>
                <a:lnTo>
                  <a:pt x="417" y="86638"/>
                </a:lnTo>
                <a:lnTo>
                  <a:pt x="417" y="86029"/>
                </a:lnTo>
                <a:lnTo>
                  <a:pt x="417" y="85507"/>
                </a:lnTo>
                <a:lnTo>
                  <a:pt x="481" y="84898"/>
                </a:lnTo>
                <a:lnTo>
                  <a:pt x="481" y="84319"/>
                </a:lnTo>
                <a:lnTo>
                  <a:pt x="481" y="83768"/>
                </a:lnTo>
                <a:lnTo>
                  <a:pt x="481" y="83188"/>
                </a:lnTo>
                <a:lnTo>
                  <a:pt x="577" y="82579"/>
                </a:lnTo>
                <a:lnTo>
                  <a:pt x="577" y="82057"/>
                </a:lnTo>
                <a:lnTo>
                  <a:pt x="577" y="81448"/>
                </a:lnTo>
                <a:lnTo>
                  <a:pt x="577" y="80926"/>
                </a:lnTo>
                <a:lnTo>
                  <a:pt x="577" y="80317"/>
                </a:lnTo>
                <a:lnTo>
                  <a:pt x="641" y="79708"/>
                </a:lnTo>
                <a:lnTo>
                  <a:pt x="641" y="79186"/>
                </a:lnTo>
                <a:lnTo>
                  <a:pt x="641" y="78577"/>
                </a:lnTo>
                <a:lnTo>
                  <a:pt x="641" y="78056"/>
                </a:lnTo>
                <a:lnTo>
                  <a:pt x="705" y="77447"/>
                </a:lnTo>
                <a:lnTo>
                  <a:pt x="705" y="76925"/>
                </a:lnTo>
                <a:lnTo>
                  <a:pt x="705" y="76316"/>
                </a:lnTo>
                <a:lnTo>
                  <a:pt x="705" y="75794"/>
                </a:lnTo>
                <a:lnTo>
                  <a:pt x="705" y="75185"/>
                </a:lnTo>
                <a:lnTo>
                  <a:pt x="802" y="74663"/>
                </a:lnTo>
                <a:lnTo>
                  <a:pt x="802" y="74141"/>
                </a:lnTo>
                <a:lnTo>
                  <a:pt x="802" y="73532"/>
                </a:lnTo>
                <a:lnTo>
                  <a:pt x="802" y="73010"/>
                </a:lnTo>
                <a:lnTo>
                  <a:pt x="802" y="72401"/>
                </a:lnTo>
                <a:lnTo>
                  <a:pt x="866" y="71879"/>
                </a:lnTo>
                <a:lnTo>
                  <a:pt x="866" y="71271"/>
                </a:lnTo>
                <a:lnTo>
                  <a:pt x="866" y="70749"/>
                </a:lnTo>
                <a:lnTo>
                  <a:pt x="866" y="70198"/>
                </a:lnTo>
                <a:lnTo>
                  <a:pt x="930" y="69618"/>
                </a:lnTo>
                <a:lnTo>
                  <a:pt x="930" y="69067"/>
                </a:lnTo>
                <a:lnTo>
                  <a:pt x="930" y="68545"/>
                </a:lnTo>
                <a:lnTo>
                  <a:pt x="930" y="67936"/>
                </a:lnTo>
                <a:lnTo>
                  <a:pt x="930" y="67414"/>
                </a:lnTo>
                <a:lnTo>
                  <a:pt x="994" y="66892"/>
                </a:lnTo>
                <a:lnTo>
                  <a:pt x="994" y="66283"/>
                </a:lnTo>
                <a:lnTo>
                  <a:pt x="994" y="65761"/>
                </a:lnTo>
                <a:lnTo>
                  <a:pt x="994" y="65210"/>
                </a:lnTo>
                <a:lnTo>
                  <a:pt x="1090" y="64689"/>
                </a:lnTo>
                <a:lnTo>
                  <a:pt x="1090" y="64080"/>
                </a:lnTo>
                <a:lnTo>
                  <a:pt x="1090" y="63558"/>
                </a:lnTo>
                <a:lnTo>
                  <a:pt x="1090" y="63036"/>
                </a:lnTo>
                <a:lnTo>
                  <a:pt x="1090" y="62485"/>
                </a:lnTo>
                <a:lnTo>
                  <a:pt x="1154" y="61963"/>
                </a:lnTo>
                <a:lnTo>
                  <a:pt x="1154" y="61354"/>
                </a:lnTo>
                <a:lnTo>
                  <a:pt x="1154" y="60832"/>
                </a:lnTo>
                <a:lnTo>
                  <a:pt x="1154" y="60310"/>
                </a:lnTo>
                <a:lnTo>
                  <a:pt x="1219" y="59759"/>
                </a:lnTo>
                <a:lnTo>
                  <a:pt x="1219" y="59237"/>
                </a:lnTo>
                <a:lnTo>
                  <a:pt x="1219" y="58715"/>
                </a:lnTo>
                <a:lnTo>
                  <a:pt x="1219" y="58165"/>
                </a:lnTo>
                <a:lnTo>
                  <a:pt x="1219" y="57643"/>
                </a:lnTo>
                <a:lnTo>
                  <a:pt x="1315" y="57034"/>
                </a:lnTo>
                <a:lnTo>
                  <a:pt x="1315" y="56512"/>
                </a:lnTo>
                <a:lnTo>
                  <a:pt x="1315" y="55990"/>
                </a:lnTo>
                <a:lnTo>
                  <a:pt x="1315" y="55439"/>
                </a:lnTo>
                <a:lnTo>
                  <a:pt x="1379" y="54917"/>
                </a:lnTo>
                <a:lnTo>
                  <a:pt x="1379" y="54395"/>
                </a:lnTo>
                <a:lnTo>
                  <a:pt x="1379" y="53844"/>
                </a:lnTo>
                <a:lnTo>
                  <a:pt x="1379" y="53322"/>
                </a:lnTo>
                <a:lnTo>
                  <a:pt x="1379" y="52800"/>
                </a:lnTo>
                <a:lnTo>
                  <a:pt x="1443" y="52249"/>
                </a:lnTo>
                <a:lnTo>
                  <a:pt x="1443" y="51728"/>
                </a:lnTo>
                <a:lnTo>
                  <a:pt x="1443" y="51206"/>
                </a:lnTo>
                <a:lnTo>
                  <a:pt x="1443" y="50655"/>
                </a:lnTo>
                <a:lnTo>
                  <a:pt x="1507" y="50133"/>
                </a:lnTo>
                <a:lnTo>
                  <a:pt x="1507" y="49669"/>
                </a:lnTo>
                <a:lnTo>
                  <a:pt x="1507" y="49118"/>
                </a:lnTo>
                <a:lnTo>
                  <a:pt x="1507" y="48596"/>
                </a:lnTo>
                <a:lnTo>
                  <a:pt x="1507" y="48074"/>
                </a:lnTo>
                <a:lnTo>
                  <a:pt x="1604" y="47523"/>
                </a:lnTo>
                <a:lnTo>
                  <a:pt x="1604" y="47001"/>
                </a:lnTo>
                <a:lnTo>
                  <a:pt x="1604" y="46479"/>
                </a:lnTo>
                <a:lnTo>
                  <a:pt x="1604" y="45928"/>
                </a:lnTo>
                <a:lnTo>
                  <a:pt x="1604" y="45465"/>
                </a:lnTo>
                <a:lnTo>
                  <a:pt x="1668" y="44943"/>
                </a:lnTo>
                <a:lnTo>
                  <a:pt x="1668" y="44421"/>
                </a:lnTo>
                <a:lnTo>
                  <a:pt x="1668" y="43870"/>
                </a:lnTo>
                <a:lnTo>
                  <a:pt x="1668" y="43348"/>
                </a:lnTo>
                <a:lnTo>
                  <a:pt x="1732" y="42884"/>
                </a:lnTo>
                <a:lnTo>
                  <a:pt x="1732" y="42362"/>
                </a:lnTo>
                <a:lnTo>
                  <a:pt x="1732" y="41811"/>
                </a:lnTo>
                <a:lnTo>
                  <a:pt x="1732" y="41347"/>
                </a:lnTo>
                <a:lnTo>
                  <a:pt x="1732" y="40825"/>
                </a:lnTo>
                <a:lnTo>
                  <a:pt x="1796" y="40274"/>
                </a:lnTo>
                <a:lnTo>
                  <a:pt x="1796" y="39752"/>
                </a:lnTo>
                <a:lnTo>
                  <a:pt x="1796" y="39288"/>
                </a:lnTo>
                <a:lnTo>
                  <a:pt x="1796" y="38767"/>
                </a:lnTo>
                <a:lnTo>
                  <a:pt x="1892" y="38216"/>
                </a:lnTo>
                <a:lnTo>
                  <a:pt x="1892" y="37752"/>
                </a:lnTo>
                <a:lnTo>
                  <a:pt x="1892" y="37230"/>
                </a:lnTo>
                <a:lnTo>
                  <a:pt x="1892" y="36766"/>
                </a:lnTo>
                <a:lnTo>
                  <a:pt x="1892" y="36244"/>
                </a:lnTo>
                <a:lnTo>
                  <a:pt x="1956" y="35693"/>
                </a:lnTo>
                <a:lnTo>
                  <a:pt x="1956" y="35229"/>
                </a:lnTo>
                <a:lnTo>
                  <a:pt x="1956" y="34707"/>
                </a:lnTo>
                <a:lnTo>
                  <a:pt x="1956" y="34243"/>
                </a:lnTo>
                <a:lnTo>
                  <a:pt x="2021" y="33692"/>
                </a:lnTo>
                <a:lnTo>
                  <a:pt x="2021" y="33228"/>
                </a:lnTo>
                <a:lnTo>
                  <a:pt x="2021" y="32706"/>
                </a:lnTo>
                <a:lnTo>
                  <a:pt x="2021" y="32243"/>
                </a:lnTo>
                <a:lnTo>
                  <a:pt x="2021" y="31721"/>
                </a:lnTo>
                <a:lnTo>
                  <a:pt x="2117" y="31257"/>
                </a:lnTo>
                <a:lnTo>
                  <a:pt x="2117" y="30706"/>
                </a:lnTo>
                <a:lnTo>
                  <a:pt x="2117" y="30242"/>
                </a:lnTo>
                <a:lnTo>
                  <a:pt x="2117" y="29720"/>
                </a:lnTo>
                <a:lnTo>
                  <a:pt x="2181" y="29256"/>
                </a:lnTo>
                <a:lnTo>
                  <a:pt x="2181" y="28792"/>
                </a:lnTo>
                <a:lnTo>
                  <a:pt x="2181" y="28241"/>
                </a:lnTo>
                <a:lnTo>
                  <a:pt x="2181" y="27777"/>
                </a:lnTo>
                <a:lnTo>
                  <a:pt x="2181" y="27313"/>
                </a:lnTo>
                <a:lnTo>
                  <a:pt x="2245" y="26791"/>
                </a:lnTo>
                <a:lnTo>
                  <a:pt x="2245" y="26327"/>
                </a:lnTo>
                <a:lnTo>
                  <a:pt x="2245" y="25777"/>
                </a:lnTo>
                <a:lnTo>
                  <a:pt x="2245" y="25313"/>
                </a:lnTo>
                <a:lnTo>
                  <a:pt x="2309" y="24849"/>
                </a:lnTo>
                <a:lnTo>
                  <a:pt x="2309" y="24385"/>
                </a:lnTo>
                <a:lnTo>
                  <a:pt x="2309" y="23863"/>
                </a:lnTo>
                <a:lnTo>
                  <a:pt x="2309" y="23399"/>
                </a:lnTo>
                <a:lnTo>
                  <a:pt x="2309" y="22935"/>
                </a:lnTo>
                <a:lnTo>
                  <a:pt x="2406" y="22471"/>
                </a:lnTo>
                <a:lnTo>
                  <a:pt x="2406" y="21920"/>
                </a:lnTo>
                <a:lnTo>
                  <a:pt x="2406" y="21456"/>
                </a:lnTo>
                <a:lnTo>
                  <a:pt x="2406" y="20992"/>
                </a:lnTo>
                <a:lnTo>
                  <a:pt x="2406" y="20528"/>
                </a:lnTo>
                <a:lnTo>
                  <a:pt x="2470" y="20064"/>
                </a:lnTo>
                <a:lnTo>
                  <a:pt x="2470" y="19543"/>
                </a:lnTo>
                <a:lnTo>
                  <a:pt x="2470" y="19079"/>
                </a:lnTo>
                <a:lnTo>
                  <a:pt x="2470" y="18615"/>
                </a:lnTo>
                <a:lnTo>
                  <a:pt x="2534" y="18151"/>
                </a:lnTo>
                <a:lnTo>
                  <a:pt x="2534" y="17687"/>
                </a:lnTo>
                <a:lnTo>
                  <a:pt x="2534" y="17223"/>
                </a:lnTo>
                <a:lnTo>
                  <a:pt x="2534" y="16759"/>
                </a:lnTo>
                <a:lnTo>
                  <a:pt x="2534" y="16295"/>
                </a:lnTo>
                <a:lnTo>
                  <a:pt x="2598" y="15802"/>
                </a:lnTo>
                <a:lnTo>
                  <a:pt x="2598" y="15338"/>
                </a:lnTo>
                <a:lnTo>
                  <a:pt x="2598" y="14874"/>
                </a:lnTo>
                <a:lnTo>
                  <a:pt x="2598" y="14410"/>
                </a:lnTo>
                <a:lnTo>
                  <a:pt x="2694" y="13946"/>
                </a:lnTo>
                <a:lnTo>
                  <a:pt x="2694" y="13482"/>
                </a:lnTo>
                <a:lnTo>
                  <a:pt x="2694" y="13019"/>
                </a:lnTo>
                <a:lnTo>
                  <a:pt x="2694" y="12555"/>
                </a:lnTo>
                <a:lnTo>
                  <a:pt x="2694" y="12091"/>
                </a:lnTo>
                <a:lnTo>
                  <a:pt x="2758" y="11627"/>
                </a:lnTo>
                <a:lnTo>
                  <a:pt x="2758" y="11163"/>
                </a:lnTo>
                <a:lnTo>
                  <a:pt x="2758" y="10699"/>
                </a:lnTo>
                <a:lnTo>
                  <a:pt x="2758" y="10235"/>
                </a:lnTo>
                <a:lnTo>
                  <a:pt x="2823" y="9771"/>
                </a:lnTo>
                <a:lnTo>
                  <a:pt x="2823" y="9365"/>
                </a:lnTo>
                <a:lnTo>
                  <a:pt x="2823" y="8901"/>
                </a:lnTo>
                <a:lnTo>
                  <a:pt x="2823" y="8437"/>
                </a:lnTo>
                <a:lnTo>
                  <a:pt x="2823" y="7973"/>
                </a:lnTo>
                <a:lnTo>
                  <a:pt x="2919" y="7509"/>
                </a:lnTo>
                <a:lnTo>
                  <a:pt x="2919" y="7045"/>
                </a:lnTo>
                <a:lnTo>
                  <a:pt x="2919" y="6639"/>
                </a:lnTo>
                <a:lnTo>
                  <a:pt x="2919" y="6176"/>
                </a:lnTo>
                <a:lnTo>
                  <a:pt x="2983" y="5712"/>
                </a:lnTo>
                <a:lnTo>
                  <a:pt x="2983" y="5248"/>
                </a:lnTo>
                <a:lnTo>
                  <a:pt x="2983" y="4842"/>
                </a:lnTo>
                <a:lnTo>
                  <a:pt x="2983" y="4378"/>
                </a:lnTo>
                <a:lnTo>
                  <a:pt x="2983" y="3914"/>
                </a:lnTo>
                <a:lnTo>
                  <a:pt x="3047" y="3508"/>
                </a:lnTo>
                <a:lnTo>
                  <a:pt x="3047" y="3044"/>
                </a:lnTo>
                <a:lnTo>
                  <a:pt x="3047" y="2580"/>
                </a:lnTo>
                <a:lnTo>
                  <a:pt x="3047" y="2174"/>
                </a:lnTo>
                <a:lnTo>
                  <a:pt x="3111" y="1710"/>
                </a:lnTo>
                <a:lnTo>
                  <a:pt x="3111" y="1246"/>
                </a:lnTo>
                <a:lnTo>
                  <a:pt x="3111" y="840"/>
                </a:lnTo>
                <a:lnTo>
                  <a:pt x="3111" y="376"/>
                </a:lnTo>
                <a:lnTo>
                  <a:pt x="3111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818617" y="2986463"/>
            <a:ext cx="3240" cy="67182"/>
          </a:xfrm>
          <a:custGeom>
            <a:avLst/>
            <a:gdLst/>
            <a:ahLst/>
            <a:cxnLst/>
            <a:rect l="l" t="t" r="r" b="b"/>
            <a:pathLst>
              <a:path w="3240" h="67182">
                <a:moveTo>
                  <a:pt x="0" y="67182"/>
                </a:moveTo>
                <a:lnTo>
                  <a:pt x="96" y="66718"/>
                </a:lnTo>
                <a:lnTo>
                  <a:pt x="96" y="66312"/>
                </a:lnTo>
                <a:lnTo>
                  <a:pt x="96" y="65848"/>
                </a:lnTo>
                <a:lnTo>
                  <a:pt x="96" y="65442"/>
                </a:lnTo>
                <a:lnTo>
                  <a:pt x="96" y="64979"/>
                </a:lnTo>
                <a:lnTo>
                  <a:pt x="160" y="64573"/>
                </a:lnTo>
                <a:lnTo>
                  <a:pt x="160" y="64109"/>
                </a:lnTo>
                <a:lnTo>
                  <a:pt x="160" y="63703"/>
                </a:lnTo>
                <a:lnTo>
                  <a:pt x="160" y="63239"/>
                </a:lnTo>
                <a:lnTo>
                  <a:pt x="224" y="62862"/>
                </a:lnTo>
                <a:lnTo>
                  <a:pt x="224" y="62398"/>
                </a:lnTo>
                <a:lnTo>
                  <a:pt x="224" y="61992"/>
                </a:lnTo>
                <a:lnTo>
                  <a:pt x="224" y="61586"/>
                </a:lnTo>
                <a:lnTo>
                  <a:pt x="224" y="61122"/>
                </a:lnTo>
                <a:lnTo>
                  <a:pt x="320" y="60716"/>
                </a:lnTo>
                <a:lnTo>
                  <a:pt x="320" y="60310"/>
                </a:lnTo>
                <a:lnTo>
                  <a:pt x="320" y="59846"/>
                </a:lnTo>
                <a:lnTo>
                  <a:pt x="320" y="59469"/>
                </a:lnTo>
                <a:lnTo>
                  <a:pt x="384" y="59063"/>
                </a:lnTo>
                <a:lnTo>
                  <a:pt x="384" y="58600"/>
                </a:lnTo>
                <a:lnTo>
                  <a:pt x="384" y="58194"/>
                </a:lnTo>
                <a:lnTo>
                  <a:pt x="384" y="57788"/>
                </a:lnTo>
                <a:lnTo>
                  <a:pt x="384" y="57411"/>
                </a:lnTo>
                <a:lnTo>
                  <a:pt x="449" y="56947"/>
                </a:lnTo>
                <a:lnTo>
                  <a:pt x="449" y="56541"/>
                </a:lnTo>
                <a:lnTo>
                  <a:pt x="449" y="56135"/>
                </a:lnTo>
                <a:lnTo>
                  <a:pt x="449" y="55729"/>
                </a:lnTo>
                <a:lnTo>
                  <a:pt x="513" y="55323"/>
                </a:lnTo>
                <a:lnTo>
                  <a:pt x="513" y="54859"/>
                </a:lnTo>
                <a:lnTo>
                  <a:pt x="513" y="54482"/>
                </a:lnTo>
                <a:lnTo>
                  <a:pt x="513" y="54076"/>
                </a:lnTo>
                <a:lnTo>
                  <a:pt x="513" y="53670"/>
                </a:lnTo>
                <a:lnTo>
                  <a:pt x="609" y="53264"/>
                </a:lnTo>
                <a:lnTo>
                  <a:pt x="609" y="52887"/>
                </a:lnTo>
                <a:lnTo>
                  <a:pt x="609" y="52481"/>
                </a:lnTo>
                <a:lnTo>
                  <a:pt x="609" y="52076"/>
                </a:lnTo>
                <a:lnTo>
                  <a:pt x="673" y="51670"/>
                </a:lnTo>
                <a:lnTo>
                  <a:pt x="673" y="51293"/>
                </a:lnTo>
                <a:lnTo>
                  <a:pt x="673" y="50887"/>
                </a:lnTo>
                <a:lnTo>
                  <a:pt x="673" y="50481"/>
                </a:lnTo>
                <a:lnTo>
                  <a:pt x="673" y="50075"/>
                </a:lnTo>
                <a:lnTo>
                  <a:pt x="737" y="49698"/>
                </a:lnTo>
                <a:lnTo>
                  <a:pt x="737" y="49292"/>
                </a:lnTo>
                <a:lnTo>
                  <a:pt x="737" y="48886"/>
                </a:lnTo>
                <a:lnTo>
                  <a:pt x="737" y="48480"/>
                </a:lnTo>
                <a:lnTo>
                  <a:pt x="802" y="48074"/>
                </a:lnTo>
                <a:lnTo>
                  <a:pt x="802" y="47697"/>
                </a:lnTo>
                <a:lnTo>
                  <a:pt x="802" y="47291"/>
                </a:lnTo>
                <a:lnTo>
                  <a:pt x="802" y="46885"/>
                </a:lnTo>
                <a:lnTo>
                  <a:pt x="802" y="46566"/>
                </a:lnTo>
                <a:lnTo>
                  <a:pt x="898" y="46160"/>
                </a:lnTo>
                <a:lnTo>
                  <a:pt x="898" y="45754"/>
                </a:lnTo>
                <a:lnTo>
                  <a:pt x="898" y="45349"/>
                </a:lnTo>
                <a:lnTo>
                  <a:pt x="898" y="44972"/>
                </a:lnTo>
                <a:lnTo>
                  <a:pt x="898" y="44624"/>
                </a:lnTo>
                <a:lnTo>
                  <a:pt x="962" y="44218"/>
                </a:lnTo>
                <a:lnTo>
                  <a:pt x="962" y="43841"/>
                </a:lnTo>
                <a:lnTo>
                  <a:pt x="962" y="43435"/>
                </a:lnTo>
                <a:lnTo>
                  <a:pt x="962" y="43087"/>
                </a:lnTo>
                <a:lnTo>
                  <a:pt x="1026" y="42710"/>
                </a:lnTo>
                <a:lnTo>
                  <a:pt x="1026" y="42304"/>
                </a:lnTo>
                <a:lnTo>
                  <a:pt x="1026" y="41985"/>
                </a:lnTo>
                <a:lnTo>
                  <a:pt x="1026" y="41579"/>
                </a:lnTo>
                <a:lnTo>
                  <a:pt x="1026" y="41173"/>
                </a:lnTo>
                <a:lnTo>
                  <a:pt x="1122" y="40854"/>
                </a:lnTo>
                <a:lnTo>
                  <a:pt x="1122" y="40448"/>
                </a:lnTo>
                <a:lnTo>
                  <a:pt x="1122" y="40042"/>
                </a:lnTo>
                <a:lnTo>
                  <a:pt x="1122" y="39723"/>
                </a:lnTo>
                <a:lnTo>
                  <a:pt x="1186" y="39317"/>
                </a:lnTo>
                <a:lnTo>
                  <a:pt x="1186" y="38970"/>
                </a:lnTo>
                <a:lnTo>
                  <a:pt x="1186" y="38593"/>
                </a:lnTo>
                <a:lnTo>
                  <a:pt x="1186" y="38245"/>
                </a:lnTo>
                <a:lnTo>
                  <a:pt x="1186" y="37839"/>
                </a:lnTo>
                <a:lnTo>
                  <a:pt x="1251" y="37520"/>
                </a:lnTo>
                <a:lnTo>
                  <a:pt x="1251" y="37114"/>
                </a:lnTo>
                <a:lnTo>
                  <a:pt x="1251" y="36795"/>
                </a:lnTo>
                <a:lnTo>
                  <a:pt x="1251" y="36389"/>
                </a:lnTo>
                <a:lnTo>
                  <a:pt x="1315" y="36041"/>
                </a:lnTo>
                <a:lnTo>
                  <a:pt x="1315" y="35664"/>
                </a:lnTo>
                <a:lnTo>
                  <a:pt x="1315" y="35316"/>
                </a:lnTo>
                <a:lnTo>
                  <a:pt x="1315" y="34997"/>
                </a:lnTo>
                <a:lnTo>
                  <a:pt x="1315" y="34591"/>
                </a:lnTo>
                <a:lnTo>
                  <a:pt x="1411" y="34243"/>
                </a:lnTo>
                <a:lnTo>
                  <a:pt x="1411" y="33924"/>
                </a:lnTo>
                <a:lnTo>
                  <a:pt x="1411" y="33518"/>
                </a:lnTo>
                <a:lnTo>
                  <a:pt x="1411" y="33199"/>
                </a:lnTo>
                <a:lnTo>
                  <a:pt x="1475" y="32851"/>
                </a:lnTo>
                <a:lnTo>
                  <a:pt x="1475" y="32475"/>
                </a:lnTo>
                <a:lnTo>
                  <a:pt x="1475" y="32127"/>
                </a:lnTo>
                <a:lnTo>
                  <a:pt x="1475" y="31808"/>
                </a:lnTo>
                <a:lnTo>
                  <a:pt x="1475" y="31460"/>
                </a:lnTo>
                <a:lnTo>
                  <a:pt x="1539" y="31054"/>
                </a:lnTo>
                <a:lnTo>
                  <a:pt x="1539" y="30735"/>
                </a:lnTo>
                <a:lnTo>
                  <a:pt x="1539" y="30387"/>
                </a:lnTo>
                <a:lnTo>
                  <a:pt x="1539" y="30068"/>
                </a:lnTo>
                <a:lnTo>
                  <a:pt x="1604" y="29749"/>
                </a:lnTo>
                <a:lnTo>
                  <a:pt x="1604" y="29401"/>
                </a:lnTo>
                <a:lnTo>
                  <a:pt x="1604" y="28995"/>
                </a:lnTo>
                <a:lnTo>
                  <a:pt x="1604" y="28676"/>
                </a:lnTo>
                <a:lnTo>
                  <a:pt x="1604" y="28328"/>
                </a:lnTo>
                <a:lnTo>
                  <a:pt x="1700" y="28009"/>
                </a:lnTo>
                <a:lnTo>
                  <a:pt x="1700" y="27661"/>
                </a:lnTo>
                <a:lnTo>
                  <a:pt x="1700" y="27342"/>
                </a:lnTo>
                <a:lnTo>
                  <a:pt x="1700" y="27023"/>
                </a:lnTo>
                <a:lnTo>
                  <a:pt x="1700" y="26675"/>
                </a:lnTo>
                <a:lnTo>
                  <a:pt x="1764" y="26356"/>
                </a:lnTo>
                <a:lnTo>
                  <a:pt x="1764" y="26009"/>
                </a:lnTo>
                <a:lnTo>
                  <a:pt x="1764" y="25690"/>
                </a:lnTo>
                <a:lnTo>
                  <a:pt x="1764" y="25342"/>
                </a:lnTo>
                <a:lnTo>
                  <a:pt x="1828" y="25023"/>
                </a:lnTo>
                <a:lnTo>
                  <a:pt x="1828" y="24675"/>
                </a:lnTo>
                <a:lnTo>
                  <a:pt x="1828" y="24356"/>
                </a:lnTo>
                <a:lnTo>
                  <a:pt x="1828" y="24008"/>
                </a:lnTo>
                <a:lnTo>
                  <a:pt x="1828" y="23747"/>
                </a:lnTo>
                <a:lnTo>
                  <a:pt x="1924" y="23428"/>
                </a:lnTo>
                <a:lnTo>
                  <a:pt x="1924" y="23080"/>
                </a:lnTo>
                <a:lnTo>
                  <a:pt x="1924" y="22761"/>
                </a:lnTo>
                <a:lnTo>
                  <a:pt x="1924" y="22413"/>
                </a:lnTo>
                <a:lnTo>
                  <a:pt x="1988" y="22094"/>
                </a:lnTo>
                <a:lnTo>
                  <a:pt x="1988" y="21833"/>
                </a:lnTo>
                <a:lnTo>
                  <a:pt x="1988" y="21485"/>
                </a:lnTo>
                <a:lnTo>
                  <a:pt x="1988" y="21166"/>
                </a:lnTo>
                <a:lnTo>
                  <a:pt x="1988" y="20818"/>
                </a:lnTo>
                <a:lnTo>
                  <a:pt x="2053" y="20557"/>
                </a:lnTo>
                <a:lnTo>
                  <a:pt x="2053" y="20238"/>
                </a:lnTo>
                <a:lnTo>
                  <a:pt x="2053" y="19890"/>
                </a:lnTo>
                <a:lnTo>
                  <a:pt x="2053" y="19629"/>
                </a:lnTo>
                <a:lnTo>
                  <a:pt x="2117" y="19282"/>
                </a:lnTo>
                <a:lnTo>
                  <a:pt x="2117" y="18963"/>
                </a:lnTo>
                <a:lnTo>
                  <a:pt x="2117" y="18702"/>
                </a:lnTo>
                <a:lnTo>
                  <a:pt x="2117" y="18354"/>
                </a:lnTo>
                <a:lnTo>
                  <a:pt x="2117" y="18093"/>
                </a:lnTo>
                <a:lnTo>
                  <a:pt x="2213" y="17774"/>
                </a:lnTo>
                <a:lnTo>
                  <a:pt x="2213" y="17426"/>
                </a:lnTo>
                <a:lnTo>
                  <a:pt x="2213" y="17165"/>
                </a:lnTo>
                <a:lnTo>
                  <a:pt x="2213" y="16846"/>
                </a:lnTo>
                <a:lnTo>
                  <a:pt x="2277" y="16556"/>
                </a:lnTo>
                <a:lnTo>
                  <a:pt x="2277" y="16237"/>
                </a:lnTo>
                <a:lnTo>
                  <a:pt x="2277" y="15976"/>
                </a:lnTo>
                <a:lnTo>
                  <a:pt x="2277" y="15628"/>
                </a:lnTo>
                <a:lnTo>
                  <a:pt x="2277" y="15367"/>
                </a:lnTo>
                <a:lnTo>
                  <a:pt x="2341" y="15048"/>
                </a:lnTo>
                <a:lnTo>
                  <a:pt x="2341" y="14787"/>
                </a:lnTo>
                <a:lnTo>
                  <a:pt x="2341" y="14497"/>
                </a:lnTo>
                <a:lnTo>
                  <a:pt x="2341" y="14178"/>
                </a:lnTo>
                <a:lnTo>
                  <a:pt x="2438" y="13917"/>
                </a:lnTo>
                <a:lnTo>
                  <a:pt x="2438" y="13656"/>
                </a:lnTo>
                <a:lnTo>
                  <a:pt x="2438" y="13308"/>
                </a:lnTo>
                <a:lnTo>
                  <a:pt x="2438" y="13047"/>
                </a:lnTo>
                <a:lnTo>
                  <a:pt x="2438" y="12787"/>
                </a:lnTo>
                <a:lnTo>
                  <a:pt x="2502" y="12439"/>
                </a:lnTo>
                <a:lnTo>
                  <a:pt x="2502" y="12178"/>
                </a:lnTo>
                <a:lnTo>
                  <a:pt x="2502" y="11917"/>
                </a:lnTo>
                <a:lnTo>
                  <a:pt x="2502" y="11656"/>
                </a:lnTo>
                <a:lnTo>
                  <a:pt x="2502" y="11308"/>
                </a:lnTo>
                <a:lnTo>
                  <a:pt x="2566" y="11047"/>
                </a:lnTo>
                <a:lnTo>
                  <a:pt x="2566" y="10786"/>
                </a:lnTo>
                <a:lnTo>
                  <a:pt x="2566" y="10525"/>
                </a:lnTo>
                <a:lnTo>
                  <a:pt x="2566" y="10264"/>
                </a:lnTo>
                <a:lnTo>
                  <a:pt x="2630" y="9916"/>
                </a:lnTo>
                <a:lnTo>
                  <a:pt x="2630" y="9655"/>
                </a:lnTo>
                <a:lnTo>
                  <a:pt x="2630" y="9394"/>
                </a:lnTo>
                <a:lnTo>
                  <a:pt x="2630" y="9133"/>
                </a:lnTo>
                <a:lnTo>
                  <a:pt x="2630" y="8843"/>
                </a:lnTo>
                <a:lnTo>
                  <a:pt x="2726" y="8582"/>
                </a:lnTo>
                <a:lnTo>
                  <a:pt x="2726" y="8321"/>
                </a:lnTo>
                <a:lnTo>
                  <a:pt x="2726" y="8060"/>
                </a:lnTo>
                <a:lnTo>
                  <a:pt x="2726" y="7799"/>
                </a:lnTo>
                <a:lnTo>
                  <a:pt x="2790" y="7538"/>
                </a:lnTo>
                <a:lnTo>
                  <a:pt x="2790" y="7248"/>
                </a:lnTo>
                <a:lnTo>
                  <a:pt x="2790" y="6987"/>
                </a:lnTo>
                <a:lnTo>
                  <a:pt x="2790" y="6726"/>
                </a:lnTo>
                <a:lnTo>
                  <a:pt x="2790" y="6466"/>
                </a:lnTo>
                <a:lnTo>
                  <a:pt x="2855" y="6205"/>
                </a:lnTo>
                <a:lnTo>
                  <a:pt x="2855" y="5944"/>
                </a:lnTo>
                <a:lnTo>
                  <a:pt x="2855" y="5654"/>
                </a:lnTo>
                <a:lnTo>
                  <a:pt x="2855" y="5393"/>
                </a:lnTo>
                <a:lnTo>
                  <a:pt x="2919" y="5190"/>
                </a:lnTo>
                <a:lnTo>
                  <a:pt x="2919" y="4929"/>
                </a:lnTo>
                <a:lnTo>
                  <a:pt x="2919" y="4668"/>
                </a:lnTo>
                <a:lnTo>
                  <a:pt x="2919" y="4407"/>
                </a:lnTo>
                <a:lnTo>
                  <a:pt x="2919" y="4146"/>
                </a:lnTo>
                <a:lnTo>
                  <a:pt x="3015" y="3943"/>
                </a:lnTo>
                <a:lnTo>
                  <a:pt x="3015" y="3682"/>
                </a:lnTo>
                <a:lnTo>
                  <a:pt x="3015" y="3392"/>
                </a:lnTo>
                <a:lnTo>
                  <a:pt x="3015" y="3131"/>
                </a:lnTo>
                <a:lnTo>
                  <a:pt x="3079" y="2928"/>
                </a:lnTo>
                <a:lnTo>
                  <a:pt x="3079" y="2667"/>
                </a:lnTo>
                <a:lnTo>
                  <a:pt x="3079" y="2406"/>
                </a:lnTo>
                <a:lnTo>
                  <a:pt x="3079" y="2203"/>
                </a:lnTo>
                <a:lnTo>
                  <a:pt x="3079" y="1942"/>
                </a:lnTo>
                <a:lnTo>
                  <a:pt x="3143" y="1681"/>
                </a:lnTo>
                <a:lnTo>
                  <a:pt x="3143" y="1478"/>
                </a:lnTo>
                <a:lnTo>
                  <a:pt x="3143" y="1217"/>
                </a:lnTo>
                <a:lnTo>
                  <a:pt x="3143" y="1014"/>
                </a:lnTo>
                <a:lnTo>
                  <a:pt x="3240" y="753"/>
                </a:lnTo>
                <a:lnTo>
                  <a:pt x="3240" y="550"/>
                </a:lnTo>
                <a:lnTo>
                  <a:pt x="3240" y="289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821857" y="2962658"/>
            <a:ext cx="3208" cy="23805"/>
          </a:xfrm>
          <a:custGeom>
            <a:avLst/>
            <a:gdLst/>
            <a:ahLst/>
            <a:cxnLst/>
            <a:rect l="l" t="t" r="r" b="b"/>
            <a:pathLst>
              <a:path w="3208" h="23805">
                <a:moveTo>
                  <a:pt x="0" y="23805"/>
                </a:moveTo>
                <a:lnTo>
                  <a:pt x="0" y="23631"/>
                </a:lnTo>
                <a:lnTo>
                  <a:pt x="64" y="23428"/>
                </a:lnTo>
                <a:lnTo>
                  <a:pt x="64" y="23138"/>
                </a:lnTo>
                <a:lnTo>
                  <a:pt x="64" y="22964"/>
                </a:lnTo>
                <a:lnTo>
                  <a:pt x="64" y="22674"/>
                </a:lnTo>
                <a:lnTo>
                  <a:pt x="64" y="22500"/>
                </a:lnTo>
                <a:lnTo>
                  <a:pt x="128" y="22210"/>
                </a:lnTo>
                <a:lnTo>
                  <a:pt x="128" y="22007"/>
                </a:lnTo>
                <a:lnTo>
                  <a:pt x="128" y="21833"/>
                </a:lnTo>
                <a:lnTo>
                  <a:pt x="128" y="21543"/>
                </a:lnTo>
                <a:lnTo>
                  <a:pt x="192" y="21369"/>
                </a:lnTo>
                <a:lnTo>
                  <a:pt x="192" y="21166"/>
                </a:lnTo>
                <a:lnTo>
                  <a:pt x="192" y="20905"/>
                </a:lnTo>
                <a:lnTo>
                  <a:pt x="192" y="20702"/>
                </a:lnTo>
                <a:lnTo>
                  <a:pt x="192" y="20499"/>
                </a:lnTo>
                <a:lnTo>
                  <a:pt x="288" y="20296"/>
                </a:lnTo>
                <a:lnTo>
                  <a:pt x="288" y="20035"/>
                </a:lnTo>
                <a:lnTo>
                  <a:pt x="288" y="19832"/>
                </a:lnTo>
                <a:lnTo>
                  <a:pt x="288" y="19629"/>
                </a:lnTo>
                <a:lnTo>
                  <a:pt x="352" y="19427"/>
                </a:lnTo>
                <a:lnTo>
                  <a:pt x="352" y="19224"/>
                </a:lnTo>
                <a:lnTo>
                  <a:pt x="352" y="19021"/>
                </a:lnTo>
                <a:lnTo>
                  <a:pt x="352" y="18760"/>
                </a:lnTo>
                <a:lnTo>
                  <a:pt x="352" y="18557"/>
                </a:lnTo>
                <a:lnTo>
                  <a:pt x="417" y="18354"/>
                </a:lnTo>
                <a:lnTo>
                  <a:pt x="417" y="18151"/>
                </a:lnTo>
                <a:lnTo>
                  <a:pt x="417" y="17977"/>
                </a:lnTo>
                <a:lnTo>
                  <a:pt x="417" y="17774"/>
                </a:lnTo>
                <a:lnTo>
                  <a:pt x="513" y="17571"/>
                </a:lnTo>
                <a:lnTo>
                  <a:pt x="513" y="17368"/>
                </a:lnTo>
                <a:lnTo>
                  <a:pt x="513" y="17165"/>
                </a:lnTo>
                <a:lnTo>
                  <a:pt x="513" y="16962"/>
                </a:lnTo>
                <a:lnTo>
                  <a:pt x="513" y="16759"/>
                </a:lnTo>
                <a:lnTo>
                  <a:pt x="577" y="16556"/>
                </a:lnTo>
                <a:lnTo>
                  <a:pt x="577" y="16382"/>
                </a:lnTo>
                <a:lnTo>
                  <a:pt x="577" y="16179"/>
                </a:lnTo>
                <a:lnTo>
                  <a:pt x="577" y="15976"/>
                </a:lnTo>
                <a:lnTo>
                  <a:pt x="641" y="15831"/>
                </a:lnTo>
                <a:lnTo>
                  <a:pt x="641" y="15628"/>
                </a:lnTo>
                <a:lnTo>
                  <a:pt x="641" y="15425"/>
                </a:lnTo>
                <a:lnTo>
                  <a:pt x="641" y="15251"/>
                </a:lnTo>
                <a:lnTo>
                  <a:pt x="641" y="15048"/>
                </a:lnTo>
                <a:lnTo>
                  <a:pt x="705" y="14845"/>
                </a:lnTo>
                <a:lnTo>
                  <a:pt x="705" y="14700"/>
                </a:lnTo>
                <a:lnTo>
                  <a:pt x="705" y="14497"/>
                </a:lnTo>
                <a:lnTo>
                  <a:pt x="705" y="14294"/>
                </a:lnTo>
                <a:lnTo>
                  <a:pt x="802" y="14120"/>
                </a:lnTo>
                <a:lnTo>
                  <a:pt x="802" y="13975"/>
                </a:lnTo>
                <a:lnTo>
                  <a:pt x="802" y="13772"/>
                </a:lnTo>
                <a:lnTo>
                  <a:pt x="802" y="13569"/>
                </a:lnTo>
                <a:lnTo>
                  <a:pt x="866" y="13250"/>
                </a:lnTo>
                <a:lnTo>
                  <a:pt x="866" y="13105"/>
                </a:lnTo>
                <a:lnTo>
                  <a:pt x="866" y="12903"/>
                </a:lnTo>
                <a:lnTo>
                  <a:pt x="866" y="12700"/>
                </a:lnTo>
                <a:lnTo>
                  <a:pt x="930" y="12381"/>
                </a:lnTo>
                <a:lnTo>
                  <a:pt x="930" y="12236"/>
                </a:lnTo>
                <a:lnTo>
                  <a:pt x="930" y="12033"/>
                </a:lnTo>
                <a:lnTo>
                  <a:pt x="994" y="11714"/>
                </a:lnTo>
                <a:lnTo>
                  <a:pt x="994" y="11569"/>
                </a:lnTo>
                <a:lnTo>
                  <a:pt x="994" y="11395"/>
                </a:lnTo>
                <a:lnTo>
                  <a:pt x="994" y="11250"/>
                </a:lnTo>
                <a:lnTo>
                  <a:pt x="994" y="11047"/>
                </a:lnTo>
                <a:lnTo>
                  <a:pt x="1090" y="10786"/>
                </a:lnTo>
                <a:lnTo>
                  <a:pt x="1090" y="10583"/>
                </a:lnTo>
                <a:lnTo>
                  <a:pt x="1090" y="10438"/>
                </a:lnTo>
                <a:lnTo>
                  <a:pt x="1154" y="10119"/>
                </a:lnTo>
                <a:lnTo>
                  <a:pt x="1154" y="9974"/>
                </a:lnTo>
                <a:lnTo>
                  <a:pt x="1154" y="9655"/>
                </a:lnTo>
                <a:lnTo>
                  <a:pt x="1219" y="9510"/>
                </a:lnTo>
                <a:lnTo>
                  <a:pt x="1219" y="9249"/>
                </a:lnTo>
                <a:lnTo>
                  <a:pt x="1315" y="8930"/>
                </a:lnTo>
                <a:lnTo>
                  <a:pt x="1315" y="8785"/>
                </a:lnTo>
                <a:lnTo>
                  <a:pt x="1315" y="8524"/>
                </a:lnTo>
                <a:lnTo>
                  <a:pt x="1315" y="8379"/>
                </a:lnTo>
                <a:lnTo>
                  <a:pt x="1379" y="8118"/>
                </a:lnTo>
                <a:lnTo>
                  <a:pt x="1379" y="7857"/>
                </a:lnTo>
                <a:lnTo>
                  <a:pt x="1443" y="7712"/>
                </a:lnTo>
                <a:lnTo>
                  <a:pt x="1443" y="7451"/>
                </a:lnTo>
                <a:lnTo>
                  <a:pt x="1443" y="7190"/>
                </a:lnTo>
                <a:lnTo>
                  <a:pt x="1507" y="7045"/>
                </a:lnTo>
                <a:lnTo>
                  <a:pt x="1507" y="6784"/>
                </a:lnTo>
                <a:lnTo>
                  <a:pt x="1604" y="6523"/>
                </a:lnTo>
                <a:lnTo>
                  <a:pt x="1604" y="6321"/>
                </a:lnTo>
                <a:lnTo>
                  <a:pt x="1604" y="6060"/>
                </a:lnTo>
                <a:lnTo>
                  <a:pt x="1668" y="5799"/>
                </a:lnTo>
                <a:lnTo>
                  <a:pt x="1668" y="5596"/>
                </a:lnTo>
                <a:lnTo>
                  <a:pt x="1668" y="5451"/>
                </a:lnTo>
                <a:lnTo>
                  <a:pt x="1732" y="5277"/>
                </a:lnTo>
                <a:lnTo>
                  <a:pt x="1732" y="5132"/>
                </a:lnTo>
                <a:lnTo>
                  <a:pt x="1796" y="4929"/>
                </a:lnTo>
                <a:lnTo>
                  <a:pt x="1796" y="4726"/>
                </a:lnTo>
                <a:lnTo>
                  <a:pt x="1796" y="4523"/>
                </a:lnTo>
                <a:lnTo>
                  <a:pt x="1892" y="4320"/>
                </a:lnTo>
                <a:lnTo>
                  <a:pt x="1892" y="4146"/>
                </a:lnTo>
                <a:lnTo>
                  <a:pt x="1956" y="4001"/>
                </a:lnTo>
                <a:lnTo>
                  <a:pt x="1956" y="3798"/>
                </a:lnTo>
                <a:lnTo>
                  <a:pt x="1956" y="3595"/>
                </a:lnTo>
                <a:lnTo>
                  <a:pt x="2021" y="3334"/>
                </a:lnTo>
                <a:lnTo>
                  <a:pt x="2117" y="3189"/>
                </a:lnTo>
                <a:lnTo>
                  <a:pt x="2117" y="3015"/>
                </a:lnTo>
                <a:lnTo>
                  <a:pt x="2117" y="2870"/>
                </a:lnTo>
                <a:lnTo>
                  <a:pt x="2181" y="2725"/>
                </a:lnTo>
                <a:lnTo>
                  <a:pt x="2181" y="2551"/>
                </a:lnTo>
                <a:lnTo>
                  <a:pt x="2245" y="2406"/>
                </a:lnTo>
                <a:lnTo>
                  <a:pt x="2245" y="2261"/>
                </a:lnTo>
                <a:lnTo>
                  <a:pt x="2309" y="2058"/>
                </a:lnTo>
                <a:lnTo>
                  <a:pt x="2309" y="1884"/>
                </a:lnTo>
                <a:lnTo>
                  <a:pt x="2406" y="1739"/>
                </a:lnTo>
                <a:lnTo>
                  <a:pt x="2406" y="1594"/>
                </a:lnTo>
                <a:lnTo>
                  <a:pt x="2470" y="1420"/>
                </a:lnTo>
                <a:lnTo>
                  <a:pt x="2470" y="1275"/>
                </a:lnTo>
                <a:lnTo>
                  <a:pt x="2534" y="1130"/>
                </a:lnTo>
                <a:lnTo>
                  <a:pt x="2630" y="956"/>
                </a:lnTo>
                <a:lnTo>
                  <a:pt x="2630" y="811"/>
                </a:lnTo>
                <a:lnTo>
                  <a:pt x="2694" y="666"/>
                </a:lnTo>
                <a:lnTo>
                  <a:pt x="2758" y="608"/>
                </a:lnTo>
                <a:lnTo>
                  <a:pt x="2758" y="463"/>
                </a:lnTo>
                <a:lnTo>
                  <a:pt x="2823" y="347"/>
                </a:lnTo>
                <a:lnTo>
                  <a:pt x="2919" y="202"/>
                </a:lnTo>
                <a:lnTo>
                  <a:pt x="2983" y="144"/>
                </a:lnTo>
                <a:lnTo>
                  <a:pt x="31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825065" y="2962600"/>
            <a:ext cx="3208" cy="22268"/>
          </a:xfrm>
          <a:custGeom>
            <a:avLst/>
            <a:gdLst/>
            <a:ahLst/>
            <a:cxnLst/>
            <a:rect l="l" t="t" r="r" b="b"/>
            <a:pathLst>
              <a:path w="3208" h="22268">
                <a:moveTo>
                  <a:pt x="0" y="57"/>
                </a:moveTo>
                <a:lnTo>
                  <a:pt x="64" y="0"/>
                </a:lnTo>
                <a:lnTo>
                  <a:pt x="224" y="57"/>
                </a:lnTo>
                <a:lnTo>
                  <a:pt x="288" y="202"/>
                </a:lnTo>
                <a:lnTo>
                  <a:pt x="417" y="347"/>
                </a:lnTo>
                <a:lnTo>
                  <a:pt x="513" y="521"/>
                </a:lnTo>
                <a:lnTo>
                  <a:pt x="577" y="666"/>
                </a:lnTo>
                <a:lnTo>
                  <a:pt x="641" y="811"/>
                </a:lnTo>
                <a:lnTo>
                  <a:pt x="737" y="1014"/>
                </a:lnTo>
                <a:lnTo>
                  <a:pt x="802" y="1188"/>
                </a:lnTo>
                <a:lnTo>
                  <a:pt x="802" y="1333"/>
                </a:lnTo>
                <a:lnTo>
                  <a:pt x="866" y="1478"/>
                </a:lnTo>
                <a:lnTo>
                  <a:pt x="866" y="1652"/>
                </a:lnTo>
                <a:lnTo>
                  <a:pt x="930" y="1797"/>
                </a:lnTo>
                <a:lnTo>
                  <a:pt x="930" y="1942"/>
                </a:lnTo>
                <a:lnTo>
                  <a:pt x="1026" y="2116"/>
                </a:lnTo>
                <a:lnTo>
                  <a:pt x="1026" y="2261"/>
                </a:lnTo>
                <a:lnTo>
                  <a:pt x="1090" y="2406"/>
                </a:lnTo>
                <a:lnTo>
                  <a:pt x="1090" y="2609"/>
                </a:lnTo>
                <a:lnTo>
                  <a:pt x="1154" y="2783"/>
                </a:lnTo>
                <a:lnTo>
                  <a:pt x="1154" y="2928"/>
                </a:lnTo>
                <a:lnTo>
                  <a:pt x="1219" y="3073"/>
                </a:lnTo>
                <a:lnTo>
                  <a:pt x="1219" y="3247"/>
                </a:lnTo>
                <a:lnTo>
                  <a:pt x="1315" y="3392"/>
                </a:lnTo>
                <a:lnTo>
                  <a:pt x="1315" y="3537"/>
                </a:lnTo>
                <a:lnTo>
                  <a:pt x="1315" y="3798"/>
                </a:lnTo>
                <a:lnTo>
                  <a:pt x="1379" y="4001"/>
                </a:lnTo>
                <a:lnTo>
                  <a:pt x="1379" y="4204"/>
                </a:lnTo>
                <a:lnTo>
                  <a:pt x="1443" y="4378"/>
                </a:lnTo>
                <a:lnTo>
                  <a:pt x="1443" y="4581"/>
                </a:lnTo>
                <a:lnTo>
                  <a:pt x="1539" y="4784"/>
                </a:lnTo>
                <a:lnTo>
                  <a:pt x="1539" y="4987"/>
                </a:lnTo>
                <a:lnTo>
                  <a:pt x="1539" y="5132"/>
                </a:lnTo>
                <a:lnTo>
                  <a:pt x="1604" y="5335"/>
                </a:lnTo>
                <a:lnTo>
                  <a:pt x="1604" y="5509"/>
                </a:lnTo>
                <a:lnTo>
                  <a:pt x="1604" y="5654"/>
                </a:lnTo>
                <a:lnTo>
                  <a:pt x="1668" y="5799"/>
                </a:lnTo>
                <a:lnTo>
                  <a:pt x="1668" y="6002"/>
                </a:lnTo>
                <a:lnTo>
                  <a:pt x="1668" y="6263"/>
                </a:lnTo>
                <a:lnTo>
                  <a:pt x="1732" y="6466"/>
                </a:lnTo>
                <a:lnTo>
                  <a:pt x="1732" y="6726"/>
                </a:lnTo>
                <a:lnTo>
                  <a:pt x="1828" y="6987"/>
                </a:lnTo>
                <a:lnTo>
                  <a:pt x="1828" y="7248"/>
                </a:lnTo>
                <a:lnTo>
                  <a:pt x="1828" y="7393"/>
                </a:lnTo>
                <a:lnTo>
                  <a:pt x="1892" y="7654"/>
                </a:lnTo>
                <a:lnTo>
                  <a:pt x="1892" y="7915"/>
                </a:lnTo>
                <a:lnTo>
                  <a:pt x="1956" y="8060"/>
                </a:lnTo>
                <a:lnTo>
                  <a:pt x="1956" y="8321"/>
                </a:lnTo>
                <a:lnTo>
                  <a:pt x="1956" y="8582"/>
                </a:lnTo>
                <a:lnTo>
                  <a:pt x="2021" y="8727"/>
                </a:lnTo>
                <a:lnTo>
                  <a:pt x="2021" y="8901"/>
                </a:lnTo>
                <a:lnTo>
                  <a:pt x="2021" y="9046"/>
                </a:lnTo>
                <a:lnTo>
                  <a:pt x="2021" y="9191"/>
                </a:lnTo>
                <a:lnTo>
                  <a:pt x="2117" y="9452"/>
                </a:lnTo>
                <a:lnTo>
                  <a:pt x="2117" y="9655"/>
                </a:lnTo>
                <a:lnTo>
                  <a:pt x="2117" y="9916"/>
                </a:lnTo>
                <a:lnTo>
                  <a:pt x="2181" y="10235"/>
                </a:lnTo>
                <a:lnTo>
                  <a:pt x="2181" y="10380"/>
                </a:lnTo>
                <a:lnTo>
                  <a:pt x="2245" y="10699"/>
                </a:lnTo>
                <a:lnTo>
                  <a:pt x="2245" y="10844"/>
                </a:lnTo>
                <a:lnTo>
                  <a:pt x="2245" y="11047"/>
                </a:lnTo>
                <a:lnTo>
                  <a:pt x="2245" y="11308"/>
                </a:lnTo>
                <a:lnTo>
                  <a:pt x="2341" y="11511"/>
                </a:lnTo>
                <a:lnTo>
                  <a:pt x="2341" y="11830"/>
                </a:lnTo>
                <a:lnTo>
                  <a:pt x="2341" y="11975"/>
                </a:lnTo>
                <a:lnTo>
                  <a:pt x="2406" y="12178"/>
                </a:lnTo>
                <a:lnTo>
                  <a:pt x="2406" y="12497"/>
                </a:lnTo>
                <a:lnTo>
                  <a:pt x="2406" y="12700"/>
                </a:lnTo>
                <a:lnTo>
                  <a:pt x="2406" y="12845"/>
                </a:lnTo>
                <a:lnTo>
                  <a:pt x="2470" y="13047"/>
                </a:lnTo>
                <a:lnTo>
                  <a:pt x="2470" y="13366"/>
                </a:lnTo>
                <a:lnTo>
                  <a:pt x="2470" y="13569"/>
                </a:lnTo>
                <a:lnTo>
                  <a:pt x="2470" y="13714"/>
                </a:lnTo>
                <a:lnTo>
                  <a:pt x="2534" y="13888"/>
                </a:lnTo>
                <a:lnTo>
                  <a:pt x="2534" y="14091"/>
                </a:lnTo>
                <a:lnTo>
                  <a:pt x="2534" y="14294"/>
                </a:lnTo>
                <a:lnTo>
                  <a:pt x="2534" y="14439"/>
                </a:lnTo>
                <a:lnTo>
                  <a:pt x="2630" y="14642"/>
                </a:lnTo>
                <a:lnTo>
                  <a:pt x="2630" y="14845"/>
                </a:lnTo>
                <a:lnTo>
                  <a:pt x="2630" y="15019"/>
                </a:lnTo>
                <a:lnTo>
                  <a:pt x="2630" y="15164"/>
                </a:lnTo>
                <a:lnTo>
                  <a:pt x="2630" y="15367"/>
                </a:lnTo>
                <a:lnTo>
                  <a:pt x="2694" y="15570"/>
                </a:lnTo>
                <a:lnTo>
                  <a:pt x="2694" y="15773"/>
                </a:lnTo>
                <a:lnTo>
                  <a:pt x="2694" y="15976"/>
                </a:lnTo>
                <a:lnTo>
                  <a:pt x="2694" y="16150"/>
                </a:lnTo>
                <a:lnTo>
                  <a:pt x="2758" y="16353"/>
                </a:lnTo>
                <a:lnTo>
                  <a:pt x="2758" y="16556"/>
                </a:lnTo>
                <a:lnTo>
                  <a:pt x="2758" y="16759"/>
                </a:lnTo>
                <a:lnTo>
                  <a:pt x="2758" y="16962"/>
                </a:lnTo>
                <a:lnTo>
                  <a:pt x="2758" y="17165"/>
                </a:lnTo>
                <a:lnTo>
                  <a:pt x="2855" y="17368"/>
                </a:lnTo>
                <a:lnTo>
                  <a:pt x="2855" y="17571"/>
                </a:lnTo>
                <a:lnTo>
                  <a:pt x="2855" y="17745"/>
                </a:lnTo>
                <a:lnTo>
                  <a:pt x="2855" y="17948"/>
                </a:lnTo>
                <a:lnTo>
                  <a:pt x="2919" y="18151"/>
                </a:lnTo>
                <a:lnTo>
                  <a:pt x="2919" y="18354"/>
                </a:lnTo>
                <a:lnTo>
                  <a:pt x="2919" y="18557"/>
                </a:lnTo>
                <a:lnTo>
                  <a:pt x="2919" y="18760"/>
                </a:lnTo>
                <a:lnTo>
                  <a:pt x="2919" y="18963"/>
                </a:lnTo>
                <a:lnTo>
                  <a:pt x="2983" y="19166"/>
                </a:lnTo>
                <a:lnTo>
                  <a:pt x="2983" y="19427"/>
                </a:lnTo>
                <a:lnTo>
                  <a:pt x="2983" y="19629"/>
                </a:lnTo>
                <a:lnTo>
                  <a:pt x="2983" y="19832"/>
                </a:lnTo>
                <a:lnTo>
                  <a:pt x="3047" y="20006"/>
                </a:lnTo>
                <a:lnTo>
                  <a:pt x="3047" y="20209"/>
                </a:lnTo>
                <a:lnTo>
                  <a:pt x="3047" y="20470"/>
                </a:lnTo>
                <a:lnTo>
                  <a:pt x="3047" y="20673"/>
                </a:lnTo>
                <a:lnTo>
                  <a:pt x="3047" y="20876"/>
                </a:lnTo>
                <a:lnTo>
                  <a:pt x="3143" y="21137"/>
                </a:lnTo>
                <a:lnTo>
                  <a:pt x="3143" y="21340"/>
                </a:lnTo>
                <a:lnTo>
                  <a:pt x="3143" y="21543"/>
                </a:lnTo>
                <a:lnTo>
                  <a:pt x="3143" y="21804"/>
                </a:lnTo>
                <a:lnTo>
                  <a:pt x="3208" y="22007"/>
                </a:lnTo>
                <a:lnTo>
                  <a:pt x="3208" y="22268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828273" y="2984869"/>
            <a:ext cx="3208" cy="66892"/>
          </a:xfrm>
          <a:custGeom>
            <a:avLst/>
            <a:gdLst/>
            <a:ahLst/>
            <a:cxnLst/>
            <a:rect l="l" t="t" r="r" b="b"/>
            <a:pathLst>
              <a:path w="3208" h="66892">
                <a:moveTo>
                  <a:pt x="0" y="0"/>
                </a:moveTo>
                <a:lnTo>
                  <a:pt x="0" y="202"/>
                </a:lnTo>
                <a:lnTo>
                  <a:pt x="0" y="405"/>
                </a:lnTo>
                <a:lnTo>
                  <a:pt x="0" y="666"/>
                </a:lnTo>
                <a:lnTo>
                  <a:pt x="64" y="869"/>
                </a:lnTo>
                <a:lnTo>
                  <a:pt x="64" y="1130"/>
                </a:lnTo>
                <a:lnTo>
                  <a:pt x="64" y="1333"/>
                </a:lnTo>
                <a:lnTo>
                  <a:pt x="64" y="1594"/>
                </a:lnTo>
                <a:lnTo>
                  <a:pt x="64" y="1797"/>
                </a:lnTo>
                <a:lnTo>
                  <a:pt x="128" y="2058"/>
                </a:lnTo>
                <a:lnTo>
                  <a:pt x="128" y="2261"/>
                </a:lnTo>
                <a:lnTo>
                  <a:pt x="128" y="2551"/>
                </a:lnTo>
                <a:lnTo>
                  <a:pt x="128" y="2812"/>
                </a:lnTo>
                <a:lnTo>
                  <a:pt x="224" y="3015"/>
                </a:lnTo>
                <a:lnTo>
                  <a:pt x="224" y="3276"/>
                </a:lnTo>
                <a:lnTo>
                  <a:pt x="224" y="3537"/>
                </a:lnTo>
                <a:lnTo>
                  <a:pt x="224" y="3740"/>
                </a:lnTo>
                <a:lnTo>
                  <a:pt x="224" y="4001"/>
                </a:lnTo>
                <a:lnTo>
                  <a:pt x="288" y="4262"/>
                </a:lnTo>
                <a:lnTo>
                  <a:pt x="288" y="4465"/>
                </a:lnTo>
                <a:lnTo>
                  <a:pt x="288" y="4726"/>
                </a:lnTo>
                <a:lnTo>
                  <a:pt x="288" y="4987"/>
                </a:lnTo>
                <a:lnTo>
                  <a:pt x="352" y="5277"/>
                </a:lnTo>
                <a:lnTo>
                  <a:pt x="352" y="5451"/>
                </a:lnTo>
                <a:lnTo>
                  <a:pt x="352" y="5741"/>
                </a:lnTo>
                <a:lnTo>
                  <a:pt x="352" y="6002"/>
                </a:lnTo>
                <a:lnTo>
                  <a:pt x="352" y="6263"/>
                </a:lnTo>
                <a:lnTo>
                  <a:pt x="449" y="6523"/>
                </a:lnTo>
                <a:lnTo>
                  <a:pt x="449" y="6784"/>
                </a:lnTo>
                <a:lnTo>
                  <a:pt x="449" y="7045"/>
                </a:lnTo>
                <a:lnTo>
                  <a:pt x="449" y="7335"/>
                </a:lnTo>
                <a:lnTo>
                  <a:pt x="513" y="7538"/>
                </a:lnTo>
                <a:lnTo>
                  <a:pt x="513" y="7799"/>
                </a:lnTo>
                <a:lnTo>
                  <a:pt x="513" y="8060"/>
                </a:lnTo>
                <a:lnTo>
                  <a:pt x="513" y="8321"/>
                </a:lnTo>
                <a:lnTo>
                  <a:pt x="513" y="8582"/>
                </a:lnTo>
                <a:lnTo>
                  <a:pt x="577" y="8843"/>
                </a:lnTo>
                <a:lnTo>
                  <a:pt x="577" y="9133"/>
                </a:lnTo>
                <a:lnTo>
                  <a:pt x="577" y="9394"/>
                </a:lnTo>
                <a:lnTo>
                  <a:pt x="577" y="9713"/>
                </a:lnTo>
                <a:lnTo>
                  <a:pt x="641" y="9974"/>
                </a:lnTo>
                <a:lnTo>
                  <a:pt x="641" y="10264"/>
                </a:lnTo>
                <a:lnTo>
                  <a:pt x="641" y="10525"/>
                </a:lnTo>
                <a:lnTo>
                  <a:pt x="641" y="10786"/>
                </a:lnTo>
                <a:lnTo>
                  <a:pt x="641" y="11047"/>
                </a:lnTo>
                <a:lnTo>
                  <a:pt x="737" y="11308"/>
                </a:lnTo>
                <a:lnTo>
                  <a:pt x="737" y="11569"/>
                </a:lnTo>
                <a:lnTo>
                  <a:pt x="737" y="11917"/>
                </a:lnTo>
                <a:lnTo>
                  <a:pt x="737" y="12178"/>
                </a:lnTo>
                <a:lnTo>
                  <a:pt x="802" y="12439"/>
                </a:lnTo>
                <a:lnTo>
                  <a:pt x="802" y="12700"/>
                </a:lnTo>
                <a:lnTo>
                  <a:pt x="802" y="13047"/>
                </a:lnTo>
                <a:lnTo>
                  <a:pt x="802" y="13308"/>
                </a:lnTo>
                <a:lnTo>
                  <a:pt x="802" y="13569"/>
                </a:lnTo>
                <a:lnTo>
                  <a:pt x="866" y="13917"/>
                </a:lnTo>
                <a:lnTo>
                  <a:pt x="866" y="14178"/>
                </a:lnTo>
                <a:lnTo>
                  <a:pt x="866" y="14439"/>
                </a:lnTo>
                <a:lnTo>
                  <a:pt x="866" y="14758"/>
                </a:lnTo>
                <a:lnTo>
                  <a:pt x="866" y="15048"/>
                </a:lnTo>
                <a:lnTo>
                  <a:pt x="962" y="15309"/>
                </a:lnTo>
                <a:lnTo>
                  <a:pt x="962" y="15628"/>
                </a:lnTo>
                <a:lnTo>
                  <a:pt x="962" y="15889"/>
                </a:lnTo>
                <a:lnTo>
                  <a:pt x="962" y="16237"/>
                </a:lnTo>
                <a:lnTo>
                  <a:pt x="1026" y="16498"/>
                </a:lnTo>
                <a:lnTo>
                  <a:pt x="1026" y="16846"/>
                </a:lnTo>
                <a:lnTo>
                  <a:pt x="1026" y="17107"/>
                </a:lnTo>
                <a:lnTo>
                  <a:pt x="1026" y="17426"/>
                </a:lnTo>
                <a:lnTo>
                  <a:pt x="1026" y="17687"/>
                </a:lnTo>
                <a:lnTo>
                  <a:pt x="1090" y="18035"/>
                </a:lnTo>
                <a:lnTo>
                  <a:pt x="1090" y="18296"/>
                </a:lnTo>
                <a:lnTo>
                  <a:pt x="1090" y="18644"/>
                </a:lnTo>
                <a:lnTo>
                  <a:pt x="1090" y="18905"/>
                </a:lnTo>
                <a:lnTo>
                  <a:pt x="1154" y="19224"/>
                </a:lnTo>
                <a:lnTo>
                  <a:pt x="1154" y="19571"/>
                </a:lnTo>
                <a:lnTo>
                  <a:pt x="1154" y="19832"/>
                </a:lnTo>
                <a:lnTo>
                  <a:pt x="1154" y="20151"/>
                </a:lnTo>
                <a:lnTo>
                  <a:pt x="1154" y="20499"/>
                </a:lnTo>
                <a:lnTo>
                  <a:pt x="1251" y="20760"/>
                </a:lnTo>
                <a:lnTo>
                  <a:pt x="1251" y="21079"/>
                </a:lnTo>
                <a:lnTo>
                  <a:pt x="1251" y="21427"/>
                </a:lnTo>
                <a:lnTo>
                  <a:pt x="1251" y="21746"/>
                </a:lnTo>
                <a:lnTo>
                  <a:pt x="1315" y="22007"/>
                </a:lnTo>
                <a:lnTo>
                  <a:pt x="1315" y="22355"/>
                </a:lnTo>
                <a:lnTo>
                  <a:pt x="1315" y="22674"/>
                </a:lnTo>
                <a:lnTo>
                  <a:pt x="1315" y="23022"/>
                </a:lnTo>
                <a:lnTo>
                  <a:pt x="1315" y="23341"/>
                </a:lnTo>
                <a:lnTo>
                  <a:pt x="1379" y="23631"/>
                </a:lnTo>
                <a:lnTo>
                  <a:pt x="1379" y="23950"/>
                </a:lnTo>
                <a:lnTo>
                  <a:pt x="1379" y="24269"/>
                </a:lnTo>
                <a:lnTo>
                  <a:pt x="1379" y="24617"/>
                </a:lnTo>
                <a:lnTo>
                  <a:pt x="1443" y="24936"/>
                </a:lnTo>
                <a:lnTo>
                  <a:pt x="1443" y="25284"/>
                </a:lnTo>
                <a:lnTo>
                  <a:pt x="1443" y="25603"/>
                </a:lnTo>
                <a:lnTo>
                  <a:pt x="1443" y="25951"/>
                </a:lnTo>
                <a:lnTo>
                  <a:pt x="1443" y="26269"/>
                </a:lnTo>
                <a:lnTo>
                  <a:pt x="1539" y="26617"/>
                </a:lnTo>
                <a:lnTo>
                  <a:pt x="1539" y="26936"/>
                </a:lnTo>
                <a:lnTo>
                  <a:pt x="1539" y="27284"/>
                </a:lnTo>
                <a:lnTo>
                  <a:pt x="1539" y="27603"/>
                </a:lnTo>
                <a:lnTo>
                  <a:pt x="1604" y="27951"/>
                </a:lnTo>
                <a:lnTo>
                  <a:pt x="1604" y="28270"/>
                </a:lnTo>
                <a:lnTo>
                  <a:pt x="1604" y="28618"/>
                </a:lnTo>
                <a:lnTo>
                  <a:pt x="1604" y="28937"/>
                </a:lnTo>
                <a:lnTo>
                  <a:pt x="1604" y="29256"/>
                </a:lnTo>
                <a:lnTo>
                  <a:pt x="1668" y="29662"/>
                </a:lnTo>
                <a:lnTo>
                  <a:pt x="1668" y="30010"/>
                </a:lnTo>
                <a:lnTo>
                  <a:pt x="1668" y="30329"/>
                </a:lnTo>
                <a:lnTo>
                  <a:pt x="1668" y="30677"/>
                </a:lnTo>
                <a:lnTo>
                  <a:pt x="1668" y="30996"/>
                </a:lnTo>
                <a:lnTo>
                  <a:pt x="1764" y="31344"/>
                </a:lnTo>
                <a:lnTo>
                  <a:pt x="1764" y="31721"/>
                </a:lnTo>
                <a:lnTo>
                  <a:pt x="1764" y="32069"/>
                </a:lnTo>
                <a:lnTo>
                  <a:pt x="1764" y="32388"/>
                </a:lnTo>
                <a:lnTo>
                  <a:pt x="1828" y="32793"/>
                </a:lnTo>
                <a:lnTo>
                  <a:pt x="1828" y="33112"/>
                </a:lnTo>
                <a:lnTo>
                  <a:pt x="1828" y="33460"/>
                </a:lnTo>
                <a:lnTo>
                  <a:pt x="1828" y="33866"/>
                </a:lnTo>
                <a:lnTo>
                  <a:pt x="1828" y="34185"/>
                </a:lnTo>
                <a:lnTo>
                  <a:pt x="1892" y="34533"/>
                </a:lnTo>
                <a:lnTo>
                  <a:pt x="1892" y="34910"/>
                </a:lnTo>
                <a:lnTo>
                  <a:pt x="1892" y="35258"/>
                </a:lnTo>
                <a:lnTo>
                  <a:pt x="1892" y="35577"/>
                </a:lnTo>
                <a:lnTo>
                  <a:pt x="1956" y="35983"/>
                </a:lnTo>
                <a:lnTo>
                  <a:pt x="1956" y="36331"/>
                </a:lnTo>
                <a:lnTo>
                  <a:pt x="1956" y="36708"/>
                </a:lnTo>
                <a:lnTo>
                  <a:pt x="1956" y="37056"/>
                </a:lnTo>
                <a:lnTo>
                  <a:pt x="1956" y="37462"/>
                </a:lnTo>
                <a:lnTo>
                  <a:pt x="2053" y="37781"/>
                </a:lnTo>
                <a:lnTo>
                  <a:pt x="2053" y="38187"/>
                </a:lnTo>
                <a:lnTo>
                  <a:pt x="2053" y="38506"/>
                </a:lnTo>
                <a:lnTo>
                  <a:pt x="2053" y="38912"/>
                </a:lnTo>
                <a:lnTo>
                  <a:pt x="2117" y="39230"/>
                </a:lnTo>
                <a:lnTo>
                  <a:pt x="2117" y="39636"/>
                </a:lnTo>
                <a:lnTo>
                  <a:pt x="2117" y="40042"/>
                </a:lnTo>
                <a:lnTo>
                  <a:pt x="2117" y="40361"/>
                </a:lnTo>
                <a:lnTo>
                  <a:pt x="2117" y="40767"/>
                </a:lnTo>
                <a:lnTo>
                  <a:pt x="2181" y="41173"/>
                </a:lnTo>
                <a:lnTo>
                  <a:pt x="2181" y="41492"/>
                </a:lnTo>
                <a:lnTo>
                  <a:pt x="2181" y="41898"/>
                </a:lnTo>
                <a:lnTo>
                  <a:pt x="2181" y="42304"/>
                </a:lnTo>
                <a:lnTo>
                  <a:pt x="2245" y="42623"/>
                </a:lnTo>
                <a:lnTo>
                  <a:pt x="2245" y="43029"/>
                </a:lnTo>
                <a:lnTo>
                  <a:pt x="2245" y="43435"/>
                </a:lnTo>
                <a:lnTo>
                  <a:pt x="2245" y="43841"/>
                </a:lnTo>
                <a:lnTo>
                  <a:pt x="2245" y="44160"/>
                </a:lnTo>
                <a:lnTo>
                  <a:pt x="2341" y="44566"/>
                </a:lnTo>
                <a:lnTo>
                  <a:pt x="2341" y="44972"/>
                </a:lnTo>
                <a:lnTo>
                  <a:pt x="2341" y="45349"/>
                </a:lnTo>
                <a:lnTo>
                  <a:pt x="2341" y="45754"/>
                </a:lnTo>
                <a:lnTo>
                  <a:pt x="2406" y="46160"/>
                </a:lnTo>
                <a:lnTo>
                  <a:pt x="2406" y="46479"/>
                </a:lnTo>
                <a:lnTo>
                  <a:pt x="2406" y="46885"/>
                </a:lnTo>
                <a:lnTo>
                  <a:pt x="2406" y="47291"/>
                </a:lnTo>
                <a:lnTo>
                  <a:pt x="2406" y="47697"/>
                </a:lnTo>
                <a:lnTo>
                  <a:pt x="2470" y="48074"/>
                </a:lnTo>
                <a:lnTo>
                  <a:pt x="2470" y="48480"/>
                </a:lnTo>
                <a:lnTo>
                  <a:pt x="2470" y="48886"/>
                </a:lnTo>
                <a:lnTo>
                  <a:pt x="2470" y="49292"/>
                </a:lnTo>
                <a:lnTo>
                  <a:pt x="2470" y="49669"/>
                </a:lnTo>
                <a:lnTo>
                  <a:pt x="2566" y="50075"/>
                </a:lnTo>
                <a:lnTo>
                  <a:pt x="2566" y="50481"/>
                </a:lnTo>
                <a:lnTo>
                  <a:pt x="2566" y="50887"/>
                </a:lnTo>
                <a:lnTo>
                  <a:pt x="2566" y="51293"/>
                </a:lnTo>
                <a:lnTo>
                  <a:pt x="2630" y="51670"/>
                </a:lnTo>
                <a:lnTo>
                  <a:pt x="2630" y="52076"/>
                </a:lnTo>
                <a:lnTo>
                  <a:pt x="2630" y="52481"/>
                </a:lnTo>
                <a:lnTo>
                  <a:pt x="2630" y="52945"/>
                </a:lnTo>
                <a:lnTo>
                  <a:pt x="2630" y="53351"/>
                </a:lnTo>
                <a:lnTo>
                  <a:pt x="2694" y="53728"/>
                </a:lnTo>
                <a:lnTo>
                  <a:pt x="2694" y="54134"/>
                </a:lnTo>
                <a:lnTo>
                  <a:pt x="2694" y="54540"/>
                </a:lnTo>
                <a:lnTo>
                  <a:pt x="2694" y="54946"/>
                </a:lnTo>
                <a:lnTo>
                  <a:pt x="2758" y="55410"/>
                </a:lnTo>
                <a:lnTo>
                  <a:pt x="2758" y="55787"/>
                </a:lnTo>
                <a:lnTo>
                  <a:pt x="2758" y="56193"/>
                </a:lnTo>
                <a:lnTo>
                  <a:pt x="2758" y="56599"/>
                </a:lnTo>
                <a:lnTo>
                  <a:pt x="2758" y="57063"/>
                </a:lnTo>
                <a:lnTo>
                  <a:pt x="2855" y="57469"/>
                </a:lnTo>
                <a:lnTo>
                  <a:pt x="2855" y="57875"/>
                </a:lnTo>
                <a:lnTo>
                  <a:pt x="2855" y="58339"/>
                </a:lnTo>
                <a:lnTo>
                  <a:pt x="2855" y="58715"/>
                </a:lnTo>
                <a:lnTo>
                  <a:pt x="2919" y="59121"/>
                </a:lnTo>
                <a:lnTo>
                  <a:pt x="2919" y="59585"/>
                </a:lnTo>
                <a:lnTo>
                  <a:pt x="2919" y="59991"/>
                </a:lnTo>
                <a:lnTo>
                  <a:pt x="2919" y="60455"/>
                </a:lnTo>
                <a:lnTo>
                  <a:pt x="2919" y="60861"/>
                </a:lnTo>
                <a:lnTo>
                  <a:pt x="2983" y="61267"/>
                </a:lnTo>
                <a:lnTo>
                  <a:pt x="2983" y="61731"/>
                </a:lnTo>
                <a:lnTo>
                  <a:pt x="2983" y="62108"/>
                </a:lnTo>
                <a:lnTo>
                  <a:pt x="2983" y="62572"/>
                </a:lnTo>
                <a:lnTo>
                  <a:pt x="3079" y="62978"/>
                </a:lnTo>
                <a:lnTo>
                  <a:pt x="3079" y="63442"/>
                </a:lnTo>
                <a:lnTo>
                  <a:pt x="3079" y="63848"/>
                </a:lnTo>
                <a:lnTo>
                  <a:pt x="3079" y="64312"/>
                </a:lnTo>
                <a:lnTo>
                  <a:pt x="3079" y="64718"/>
                </a:lnTo>
                <a:lnTo>
                  <a:pt x="3143" y="65182"/>
                </a:lnTo>
                <a:lnTo>
                  <a:pt x="3143" y="65645"/>
                </a:lnTo>
                <a:lnTo>
                  <a:pt x="3143" y="66051"/>
                </a:lnTo>
                <a:lnTo>
                  <a:pt x="3143" y="66515"/>
                </a:lnTo>
                <a:lnTo>
                  <a:pt x="3208" y="6689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831481" y="3051761"/>
            <a:ext cx="3143" cy="106355"/>
          </a:xfrm>
          <a:custGeom>
            <a:avLst/>
            <a:gdLst/>
            <a:ahLst/>
            <a:cxnLst/>
            <a:rect l="l" t="t" r="r" b="b"/>
            <a:pathLst>
              <a:path w="3143" h="106355">
                <a:moveTo>
                  <a:pt x="0" y="0"/>
                </a:moveTo>
                <a:lnTo>
                  <a:pt x="0" y="492"/>
                </a:lnTo>
                <a:lnTo>
                  <a:pt x="0" y="956"/>
                </a:lnTo>
                <a:lnTo>
                  <a:pt x="0" y="1333"/>
                </a:lnTo>
                <a:lnTo>
                  <a:pt x="0" y="1797"/>
                </a:lnTo>
                <a:lnTo>
                  <a:pt x="64" y="2261"/>
                </a:lnTo>
                <a:lnTo>
                  <a:pt x="64" y="2725"/>
                </a:lnTo>
                <a:lnTo>
                  <a:pt x="64" y="3131"/>
                </a:lnTo>
                <a:lnTo>
                  <a:pt x="64" y="3595"/>
                </a:lnTo>
                <a:lnTo>
                  <a:pt x="64" y="4059"/>
                </a:lnTo>
                <a:lnTo>
                  <a:pt x="160" y="4523"/>
                </a:lnTo>
                <a:lnTo>
                  <a:pt x="160" y="4929"/>
                </a:lnTo>
                <a:lnTo>
                  <a:pt x="160" y="5393"/>
                </a:lnTo>
                <a:lnTo>
                  <a:pt x="160" y="5857"/>
                </a:lnTo>
                <a:lnTo>
                  <a:pt x="224" y="6321"/>
                </a:lnTo>
                <a:lnTo>
                  <a:pt x="224" y="6784"/>
                </a:lnTo>
                <a:lnTo>
                  <a:pt x="224" y="7248"/>
                </a:lnTo>
                <a:lnTo>
                  <a:pt x="224" y="7654"/>
                </a:lnTo>
                <a:lnTo>
                  <a:pt x="224" y="8118"/>
                </a:lnTo>
                <a:lnTo>
                  <a:pt x="288" y="8582"/>
                </a:lnTo>
                <a:lnTo>
                  <a:pt x="288" y="9046"/>
                </a:lnTo>
                <a:lnTo>
                  <a:pt x="288" y="9510"/>
                </a:lnTo>
                <a:lnTo>
                  <a:pt x="288" y="9974"/>
                </a:lnTo>
                <a:lnTo>
                  <a:pt x="352" y="10467"/>
                </a:lnTo>
                <a:lnTo>
                  <a:pt x="352" y="10931"/>
                </a:lnTo>
                <a:lnTo>
                  <a:pt x="352" y="11395"/>
                </a:lnTo>
                <a:lnTo>
                  <a:pt x="352" y="11859"/>
                </a:lnTo>
                <a:lnTo>
                  <a:pt x="352" y="12323"/>
                </a:lnTo>
                <a:lnTo>
                  <a:pt x="449" y="12787"/>
                </a:lnTo>
                <a:lnTo>
                  <a:pt x="449" y="13250"/>
                </a:lnTo>
                <a:lnTo>
                  <a:pt x="449" y="13714"/>
                </a:lnTo>
                <a:lnTo>
                  <a:pt x="449" y="14178"/>
                </a:lnTo>
                <a:lnTo>
                  <a:pt x="513" y="14642"/>
                </a:lnTo>
                <a:lnTo>
                  <a:pt x="513" y="15164"/>
                </a:lnTo>
                <a:lnTo>
                  <a:pt x="513" y="15628"/>
                </a:lnTo>
                <a:lnTo>
                  <a:pt x="513" y="16092"/>
                </a:lnTo>
                <a:lnTo>
                  <a:pt x="513" y="16585"/>
                </a:lnTo>
                <a:lnTo>
                  <a:pt x="577" y="17049"/>
                </a:lnTo>
                <a:lnTo>
                  <a:pt x="577" y="17513"/>
                </a:lnTo>
                <a:lnTo>
                  <a:pt x="577" y="18035"/>
                </a:lnTo>
                <a:lnTo>
                  <a:pt x="577" y="18499"/>
                </a:lnTo>
                <a:lnTo>
                  <a:pt x="673" y="18963"/>
                </a:lnTo>
                <a:lnTo>
                  <a:pt x="673" y="19427"/>
                </a:lnTo>
                <a:lnTo>
                  <a:pt x="673" y="19948"/>
                </a:lnTo>
                <a:lnTo>
                  <a:pt x="673" y="20441"/>
                </a:lnTo>
                <a:lnTo>
                  <a:pt x="673" y="20905"/>
                </a:lnTo>
                <a:lnTo>
                  <a:pt x="737" y="21427"/>
                </a:lnTo>
                <a:lnTo>
                  <a:pt x="737" y="21891"/>
                </a:lnTo>
                <a:lnTo>
                  <a:pt x="737" y="22355"/>
                </a:lnTo>
                <a:lnTo>
                  <a:pt x="737" y="22877"/>
                </a:lnTo>
                <a:lnTo>
                  <a:pt x="802" y="23341"/>
                </a:lnTo>
                <a:lnTo>
                  <a:pt x="802" y="23805"/>
                </a:lnTo>
                <a:lnTo>
                  <a:pt x="802" y="24356"/>
                </a:lnTo>
                <a:lnTo>
                  <a:pt x="802" y="24820"/>
                </a:lnTo>
                <a:lnTo>
                  <a:pt x="802" y="25284"/>
                </a:lnTo>
                <a:lnTo>
                  <a:pt x="866" y="25806"/>
                </a:lnTo>
                <a:lnTo>
                  <a:pt x="866" y="26269"/>
                </a:lnTo>
                <a:lnTo>
                  <a:pt x="866" y="26820"/>
                </a:lnTo>
                <a:lnTo>
                  <a:pt x="866" y="27284"/>
                </a:lnTo>
                <a:lnTo>
                  <a:pt x="866" y="27806"/>
                </a:lnTo>
                <a:lnTo>
                  <a:pt x="962" y="28270"/>
                </a:lnTo>
                <a:lnTo>
                  <a:pt x="962" y="28792"/>
                </a:lnTo>
                <a:lnTo>
                  <a:pt x="962" y="29285"/>
                </a:lnTo>
                <a:lnTo>
                  <a:pt x="962" y="29807"/>
                </a:lnTo>
                <a:lnTo>
                  <a:pt x="1026" y="30329"/>
                </a:lnTo>
                <a:lnTo>
                  <a:pt x="1026" y="30793"/>
                </a:lnTo>
                <a:lnTo>
                  <a:pt x="1026" y="31344"/>
                </a:lnTo>
                <a:lnTo>
                  <a:pt x="1026" y="31808"/>
                </a:lnTo>
                <a:lnTo>
                  <a:pt x="1026" y="32330"/>
                </a:lnTo>
                <a:lnTo>
                  <a:pt x="1090" y="32851"/>
                </a:lnTo>
                <a:lnTo>
                  <a:pt x="1090" y="33315"/>
                </a:lnTo>
                <a:lnTo>
                  <a:pt x="1090" y="33866"/>
                </a:lnTo>
                <a:lnTo>
                  <a:pt x="1090" y="34388"/>
                </a:lnTo>
                <a:lnTo>
                  <a:pt x="1154" y="34852"/>
                </a:lnTo>
                <a:lnTo>
                  <a:pt x="1154" y="35403"/>
                </a:lnTo>
                <a:lnTo>
                  <a:pt x="1154" y="35925"/>
                </a:lnTo>
                <a:lnTo>
                  <a:pt x="1154" y="36389"/>
                </a:lnTo>
                <a:lnTo>
                  <a:pt x="1154" y="36911"/>
                </a:lnTo>
                <a:lnTo>
                  <a:pt x="1251" y="37462"/>
                </a:lnTo>
                <a:lnTo>
                  <a:pt x="1251" y="37984"/>
                </a:lnTo>
                <a:lnTo>
                  <a:pt x="1251" y="38448"/>
                </a:lnTo>
                <a:lnTo>
                  <a:pt x="1251" y="38970"/>
                </a:lnTo>
                <a:lnTo>
                  <a:pt x="1315" y="39520"/>
                </a:lnTo>
                <a:lnTo>
                  <a:pt x="1315" y="40042"/>
                </a:lnTo>
                <a:lnTo>
                  <a:pt x="1315" y="40564"/>
                </a:lnTo>
                <a:lnTo>
                  <a:pt x="1315" y="41115"/>
                </a:lnTo>
                <a:lnTo>
                  <a:pt x="1315" y="41579"/>
                </a:lnTo>
                <a:lnTo>
                  <a:pt x="1379" y="42101"/>
                </a:lnTo>
                <a:lnTo>
                  <a:pt x="1379" y="42623"/>
                </a:lnTo>
                <a:lnTo>
                  <a:pt x="1379" y="43174"/>
                </a:lnTo>
                <a:lnTo>
                  <a:pt x="1379" y="43696"/>
                </a:lnTo>
                <a:lnTo>
                  <a:pt x="1475" y="44247"/>
                </a:lnTo>
                <a:lnTo>
                  <a:pt x="1475" y="44769"/>
                </a:lnTo>
                <a:lnTo>
                  <a:pt x="1475" y="45291"/>
                </a:lnTo>
                <a:lnTo>
                  <a:pt x="1475" y="45841"/>
                </a:lnTo>
                <a:lnTo>
                  <a:pt x="1475" y="46363"/>
                </a:lnTo>
                <a:lnTo>
                  <a:pt x="1539" y="46885"/>
                </a:lnTo>
                <a:lnTo>
                  <a:pt x="1539" y="47436"/>
                </a:lnTo>
                <a:lnTo>
                  <a:pt x="1539" y="47958"/>
                </a:lnTo>
                <a:lnTo>
                  <a:pt x="1539" y="48480"/>
                </a:lnTo>
                <a:lnTo>
                  <a:pt x="1604" y="49031"/>
                </a:lnTo>
                <a:lnTo>
                  <a:pt x="1604" y="49553"/>
                </a:lnTo>
                <a:lnTo>
                  <a:pt x="1604" y="50075"/>
                </a:lnTo>
                <a:lnTo>
                  <a:pt x="1604" y="50626"/>
                </a:lnTo>
                <a:lnTo>
                  <a:pt x="1604" y="51148"/>
                </a:lnTo>
                <a:lnTo>
                  <a:pt x="1668" y="51757"/>
                </a:lnTo>
                <a:lnTo>
                  <a:pt x="1668" y="52278"/>
                </a:lnTo>
                <a:lnTo>
                  <a:pt x="1668" y="52800"/>
                </a:lnTo>
                <a:lnTo>
                  <a:pt x="1668" y="53351"/>
                </a:lnTo>
                <a:lnTo>
                  <a:pt x="1668" y="53873"/>
                </a:lnTo>
                <a:lnTo>
                  <a:pt x="1764" y="54395"/>
                </a:lnTo>
                <a:lnTo>
                  <a:pt x="1764" y="55004"/>
                </a:lnTo>
                <a:lnTo>
                  <a:pt x="1764" y="55526"/>
                </a:lnTo>
                <a:lnTo>
                  <a:pt x="1764" y="56077"/>
                </a:lnTo>
                <a:lnTo>
                  <a:pt x="1828" y="56599"/>
                </a:lnTo>
                <a:lnTo>
                  <a:pt x="1828" y="57208"/>
                </a:lnTo>
                <a:lnTo>
                  <a:pt x="1828" y="57730"/>
                </a:lnTo>
                <a:lnTo>
                  <a:pt x="1828" y="58252"/>
                </a:lnTo>
                <a:lnTo>
                  <a:pt x="1828" y="58802"/>
                </a:lnTo>
                <a:lnTo>
                  <a:pt x="1892" y="59382"/>
                </a:lnTo>
                <a:lnTo>
                  <a:pt x="1892" y="59933"/>
                </a:lnTo>
                <a:lnTo>
                  <a:pt x="1892" y="60455"/>
                </a:lnTo>
                <a:lnTo>
                  <a:pt x="1892" y="61064"/>
                </a:lnTo>
                <a:lnTo>
                  <a:pt x="1988" y="61586"/>
                </a:lnTo>
                <a:lnTo>
                  <a:pt x="1988" y="62195"/>
                </a:lnTo>
                <a:lnTo>
                  <a:pt x="1988" y="62717"/>
                </a:lnTo>
                <a:lnTo>
                  <a:pt x="1988" y="63239"/>
                </a:lnTo>
                <a:lnTo>
                  <a:pt x="1988" y="63848"/>
                </a:lnTo>
                <a:lnTo>
                  <a:pt x="2053" y="64370"/>
                </a:lnTo>
                <a:lnTo>
                  <a:pt x="2053" y="64979"/>
                </a:lnTo>
                <a:lnTo>
                  <a:pt x="2053" y="65500"/>
                </a:lnTo>
                <a:lnTo>
                  <a:pt x="2053" y="66109"/>
                </a:lnTo>
                <a:lnTo>
                  <a:pt x="2117" y="66631"/>
                </a:lnTo>
                <a:lnTo>
                  <a:pt x="2117" y="67240"/>
                </a:lnTo>
                <a:lnTo>
                  <a:pt x="2117" y="67762"/>
                </a:lnTo>
                <a:lnTo>
                  <a:pt x="2117" y="68371"/>
                </a:lnTo>
                <a:lnTo>
                  <a:pt x="2117" y="68893"/>
                </a:lnTo>
                <a:lnTo>
                  <a:pt x="2181" y="69502"/>
                </a:lnTo>
                <a:lnTo>
                  <a:pt x="2181" y="70024"/>
                </a:lnTo>
                <a:lnTo>
                  <a:pt x="2181" y="70633"/>
                </a:lnTo>
                <a:lnTo>
                  <a:pt x="2181" y="71155"/>
                </a:lnTo>
                <a:lnTo>
                  <a:pt x="2277" y="71763"/>
                </a:lnTo>
                <a:lnTo>
                  <a:pt x="2277" y="72372"/>
                </a:lnTo>
                <a:lnTo>
                  <a:pt x="2277" y="72894"/>
                </a:lnTo>
                <a:lnTo>
                  <a:pt x="2277" y="73503"/>
                </a:lnTo>
                <a:lnTo>
                  <a:pt x="2277" y="74083"/>
                </a:lnTo>
                <a:lnTo>
                  <a:pt x="2341" y="74634"/>
                </a:lnTo>
                <a:lnTo>
                  <a:pt x="2341" y="75214"/>
                </a:lnTo>
                <a:lnTo>
                  <a:pt x="2341" y="75823"/>
                </a:lnTo>
                <a:lnTo>
                  <a:pt x="2341" y="76345"/>
                </a:lnTo>
                <a:lnTo>
                  <a:pt x="2406" y="76954"/>
                </a:lnTo>
                <a:lnTo>
                  <a:pt x="2406" y="77534"/>
                </a:lnTo>
                <a:lnTo>
                  <a:pt x="2406" y="78085"/>
                </a:lnTo>
                <a:lnTo>
                  <a:pt x="2406" y="78664"/>
                </a:lnTo>
                <a:lnTo>
                  <a:pt x="2406" y="79273"/>
                </a:lnTo>
                <a:lnTo>
                  <a:pt x="2470" y="79882"/>
                </a:lnTo>
                <a:lnTo>
                  <a:pt x="2470" y="80462"/>
                </a:lnTo>
                <a:lnTo>
                  <a:pt x="2470" y="81013"/>
                </a:lnTo>
                <a:lnTo>
                  <a:pt x="2470" y="81593"/>
                </a:lnTo>
                <a:lnTo>
                  <a:pt x="2470" y="82202"/>
                </a:lnTo>
                <a:lnTo>
                  <a:pt x="2566" y="82811"/>
                </a:lnTo>
                <a:lnTo>
                  <a:pt x="2566" y="83391"/>
                </a:lnTo>
                <a:lnTo>
                  <a:pt x="2566" y="84000"/>
                </a:lnTo>
                <a:lnTo>
                  <a:pt x="2566" y="84522"/>
                </a:lnTo>
                <a:lnTo>
                  <a:pt x="2630" y="85130"/>
                </a:lnTo>
                <a:lnTo>
                  <a:pt x="2630" y="85739"/>
                </a:lnTo>
                <a:lnTo>
                  <a:pt x="2630" y="86319"/>
                </a:lnTo>
                <a:lnTo>
                  <a:pt x="2630" y="86928"/>
                </a:lnTo>
                <a:lnTo>
                  <a:pt x="2630" y="87508"/>
                </a:lnTo>
                <a:lnTo>
                  <a:pt x="2694" y="88117"/>
                </a:lnTo>
                <a:lnTo>
                  <a:pt x="2694" y="88726"/>
                </a:lnTo>
                <a:lnTo>
                  <a:pt x="2694" y="89306"/>
                </a:lnTo>
                <a:lnTo>
                  <a:pt x="2694" y="89915"/>
                </a:lnTo>
                <a:lnTo>
                  <a:pt x="2790" y="90524"/>
                </a:lnTo>
                <a:lnTo>
                  <a:pt x="2790" y="91104"/>
                </a:lnTo>
                <a:lnTo>
                  <a:pt x="2790" y="91712"/>
                </a:lnTo>
                <a:lnTo>
                  <a:pt x="2790" y="92321"/>
                </a:lnTo>
                <a:lnTo>
                  <a:pt x="2790" y="92901"/>
                </a:lnTo>
                <a:lnTo>
                  <a:pt x="2855" y="93510"/>
                </a:lnTo>
                <a:lnTo>
                  <a:pt x="2855" y="94119"/>
                </a:lnTo>
                <a:lnTo>
                  <a:pt x="2855" y="94699"/>
                </a:lnTo>
                <a:lnTo>
                  <a:pt x="2855" y="95308"/>
                </a:lnTo>
                <a:lnTo>
                  <a:pt x="2919" y="95888"/>
                </a:lnTo>
                <a:lnTo>
                  <a:pt x="2919" y="96497"/>
                </a:lnTo>
                <a:lnTo>
                  <a:pt x="2919" y="97164"/>
                </a:lnTo>
                <a:lnTo>
                  <a:pt x="2919" y="97773"/>
                </a:lnTo>
                <a:lnTo>
                  <a:pt x="2919" y="98352"/>
                </a:lnTo>
                <a:lnTo>
                  <a:pt x="2983" y="98961"/>
                </a:lnTo>
                <a:lnTo>
                  <a:pt x="2983" y="99570"/>
                </a:lnTo>
                <a:lnTo>
                  <a:pt x="2983" y="100150"/>
                </a:lnTo>
                <a:lnTo>
                  <a:pt x="2983" y="100817"/>
                </a:lnTo>
                <a:lnTo>
                  <a:pt x="3079" y="101426"/>
                </a:lnTo>
                <a:lnTo>
                  <a:pt x="3079" y="102006"/>
                </a:lnTo>
                <a:lnTo>
                  <a:pt x="3079" y="102615"/>
                </a:lnTo>
                <a:lnTo>
                  <a:pt x="3079" y="103282"/>
                </a:lnTo>
                <a:lnTo>
                  <a:pt x="3079" y="103891"/>
                </a:lnTo>
                <a:lnTo>
                  <a:pt x="3143" y="104470"/>
                </a:lnTo>
                <a:lnTo>
                  <a:pt x="3143" y="105079"/>
                </a:lnTo>
                <a:lnTo>
                  <a:pt x="3143" y="105746"/>
                </a:lnTo>
                <a:lnTo>
                  <a:pt x="3143" y="10635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834625" y="3158117"/>
            <a:ext cx="3208" cy="136569"/>
          </a:xfrm>
          <a:custGeom>
            <a:avLst/>
            <a:gdLst/>
            <a:ahLst/>
            <a:cxnLst/>
            <a:rect l="l" t="t" r="r" b="b"/>
            <a:pathLst>
              <a:path w="3208" h="136569">
                <a:moveTo>
                  <a:pt x="0" y="0"/>
                </a:moveTo>
                <a:lnTo>
                  <a:pt x="64" y="579"/>
                </a:lnTo>
                <a:lnTo>
                  <a:pt x="64" y="1246"/>
                </a:lnTo>
                <a:lnTo>
                  <a:pt x="64" y="1855"/>
                </a:lnTo>
                <a:lnTo>
                  <a:pt x="64" y="2435"/>
                </a:lnTo>
                <a:lnTo>
                  <a:pt x="64" y="3102"/>
                </a:lnTo>
                <a:lnTo>
                  <a:pt x="160" y="3711"/>
                </a:lnTo>
                <a:lnTo>
                  <a:pt x="160" y="4320"/>
                </a:lnTo>
                <a:lnTo>
                  <a:pt x="160" y="4987"/>
                </a:lnTo>
                <a:lnTo>
                  <a:pt x="160" y="5567"/>
                </a:lnTo>
                <a:lnTo>
                  <a:pt x="160" y="6234"/>
                </a:lnTo>
                <a:lnTo>
                  <a:pt x="224" y="6842"/>
                </a:lnTo>
                <a:lnTo>
                  <a:pt x="224" y="7509"/>
                </a:lnTo>
                <a:lnTo>
                  <a:pt x="224" y="8089"/>
                </a:lnTo>
                <a:lnTo>
                  <a:pt x="224" y="8698"/>
                </a:lnTo>
                <a:lnTo>
                  <a:pt x="288" y="9365"/>
                </a:lnTo>
                <a:lnTo>
                  <a:pt x="288" y="9974"/>
                </a:lnTo>
                <a:lnTo>
                  <a:pt x="288" y="10612"/>
                </a:lnTo>
                <a:lnTo>
                  <a:pt x="288" y="11221"/>
                </a:lnTo>
                <a:lnTo>
                  <a:pt x="288" y="11888"/>
                </a:lnTo>
                <a:lnTo>
                  <a:pt x="352" y="12497"/>
                </a:lnTo>
                <a:lnTo>
                  <a:pt x="352" y="13163"/>
                </a:lnTo>
                <a:lnTo>
                  <a:pt x="352" y="13830"/>
                </a:lnTo>
                <a:lnTo>
                  <a:pt x="352" y="14410"/>
                </a:lnTo>
                <a:lnTo>
                  <a:pt x="449" y="15077"/>
                </a:lnTo>
                <a:lnTo>
                  <a:pt x="449" y="15686"/>
                </a:lnTo>
                <a:lnTo>
                  <a:pt x="449" y="16353"/>
                </a:lnTo>
                <a:lnTo>
                  <a:pt x="449" y="17020"/>
                </a:lnTo>
                <a:lnTo>
                  <a:pt x="449" y="17600"/>
                </a:lnTo>
                <a:lnTo>
                  <a:pt x="513" y="18267"/>
                </a:lnTo>
                <a:lnTo>
                  <a:pt x="513" y="18876"/>
                </a:lnTo>
                <a:lnTo>
                  <a:pt x="513" y="19543"/>
                </a:lnTo>
                <a:lnTo>
                  <a:pt x="513" y="20209"/>
                </a:lnTo>
                <a:lnTo>
                  <a:pt x="577" y="20789"/>
                </a:lnTo>
                <a:lnTo>
                  <a:pt x="577" y="21456"/>
                </a:lnTo>
                <a:lnTo>
                  <a:pt x="577" y="22123"/>
                </a:lnTo>
                <a:lnTo>
                  <a:pt x="577" y="22790"/>
                </a:lnTo>
                <a:lnTo>
                  <a:pt x="577" y="23399"/>
                </a:lnTo>
                <a:lnTo>
                  <a:pt x="641" y="24066"/>
                </a:lnTo>
                <a:lnTo>
                  <a:pt x="641" y="24733"/>
                </a:lnTo>
                <a:lnTo>
                  <a:pt x="641" y="25313"/>
                </a:lnTo>
                <a:lnTo>
                  <a:pt x="641" y="25980"/>
                </a:lnTo>
                <a:lnTo>
                  <a:pt x="737" y="26646"/>
                </a:lnTo>
                <a:lnTo>
                  <a:pt x="737" y="27313"/>
                </a:lnTo>
                <a:lnTo>
                  <a:pt x="737" y="27980"/>
                </a:lnTo>
                <a:lnTo>
                  <a:pt x="737" y="28589"/>
                </a:lnTo>
                <a:lnTo>
                  <a:pt x="737" y="29256"/>
                </a:lnTo>
                <a:lnTo>
                  <a:pt x="802" y="29923"/>
                </a:lnTo>
                <a:lnTo>
                  <a:pt x="802" y="30561"/>
                </a:lnTo>
                <a:lnTo>
                  <a:pt x="802" y="31228"/>
                </a:lnTo>
                <a:lnTo>
                  <a:pt x="802" y="31895"/>
                </a:lnTo>
                <a:lnTo>
                  <a:pt x="866" y="32504"/>
                </a:lnTo>
                <a:lnTo>
                  <a:pt x="866" y="33170"/>
                </a:lnTo>
                <a:lnTo>
                  <a:pt x="866" y="33837"/>
                </a:lnTo>
                <a:lnTo>
                  <a:pt x="866" y="34504"/>
                </a:lnTo>
                <a:lnTo>
                  <a:pt x="866" y="35171"/>
                </a:lnTo>
                <a:lnTo>
                  <a:pt x="962" y="35838"/>
                </a:lnTo>
                <a:lnTo>
                  <a:pt x="962" y="36505"/>
                </a:lnTo>
                <a:lnTo>
                  <a:pt x="962" y="37143"/>
                </a:lnTo>
                <a:lnTo>
                  <a:pt x="962" y="37810"/>
                </a:lnTo>
                <a:lnTo>
                  <a:pt x="962" y="38477"/>
                </a:lnTo>
                <a:lnTo>
                  <a:pt x="1026" y="39143"/>
                </a:lnTo>
                <a:lnTo>
                  <a:pt x="1026" y="39810"/>
                </a:lnTo>
                <a:lnTo>
                  <a:pt x="1026" y="40477"/>
                </a:lnTo>
                <a:lnTo>
                  <a:pt x="1026" y="41144"/>
                </a:lnTo>
                <a:lnTo>
                  <a:pt x="1090" y="41811"/>
                </a:lnTo>
                <a:lnTo>
                  <a:pt x="1090" y="42478"/>
                </a:lnTo>
                <a:lnTo>
                  <a:pt x="1090" y="43145"/>
                </a:lnTo>
                <a:lnTo>
                  <a:pt x="1090" y="43812"/>
                </a:lnTo>
                <a:lnTo>
                  <a:pt x="1090" y="44479"/>
                </a:lnTo>
                <a:lnTo>
                  <a:pt x="1154" y="45146"/>
                </a:lnTo>
                <a:lnTo>
                  <a:pt x="1154" y="45812"/>
                </a:lnTo>
                <a:lnTo>
                  <a:pt x="1154" y="46479"/>
                </a:lnTo>
                <a:lnTo>
                  <a:pt x="1154" y="47117"/>
                </a:lnTo>
                <a:lnTo>
                  <a:pt x="1251" y="47784"/>
                </a:lnTo>
                <a:lnTo>
                  <a:pt x="1251" y="48451"/>
                </a:lnTo>
                <a:lnTo>
                  <a:pt x="1251" y="49205"/>
                </a:lnTo>
                <a:lnTo>
                  <a:pt x="1251" y="49872"/>
                </a:lnTo>
                <a:lnTo>
                  <a:pt x="1251" y="50510"/>
                </a:lnTo>
                <a:lnTo>
                  <a:pt x="1315" y="51177"/>
                </a:lnTo>
                <a:lnTo>
                  <a:pt x="1315" y="51844"/>
                </a:lnTo>
                <a:lnTo>
                  <a:pt x="1315" y="52510"/>
                </a:lnTo>
                <a:lnTo>
                  <a:pt x="1315" y="53235"/>
                </a:lnTo>
                <a:lnTo>
                  <a:pt x="1379" y="53902"/>
                </a:lnTo>
                <a:lnTo>
                  <a:pt x="1379" y="54569"/>
                </a:lnTo>
                <a:lnTo>
                  <a:pt x="1379" y="55236"/>
                </a:lnTo>
                <a:lnTo>
                  <a:pt x="1379" y="55903"/>
                </a:lnTo>
                <a:lnTo>
                  <a:pt x="1379" y="56628"/>
                </a:lnTo>
                <a:lnTo>
                  <a:pt x="1443" y="57295"/>
                </a:lnTo>
                <a:lnTo>
                  <a:pt x="1443" y="57962"/>
                </a:lnTo>
                <a:lnTo>
                  <a:pt x="1443" y="58629"/>
                </a:lnTo>
                <a:lnTo>
                  <a:pt x="1443" y="59353"/>
                </a:lnTo>
                <a:lnTo>
                  <a:pt x="1539" y="60020"/>
                </a:lnTo>
                <a:lnTo>
                  <a:pt x="1539" y="60687"/>
                </a:lnTo>
                <a:lnTo>
                  <a:pt x="1539" y="61441"/>
                </a:lnTo>
                <a:lnTo>
                  <a:pt x="1539" y="62079"/>
                </a:lnTo>
                <a:lnTo>
                  <a:pt x="1539" y="62746"/>
                </a:lnTo>
                <a:lnTo>
                  <a:pt x="1604" y="63413"/>
                </a:lnTo>
                <a:lnTo>
                  <a:pt x="1604" y="64167"/>
                </a:lnTo>
                <a:lnTo>
                  <a:pt x="1604" y="64834"/>
                </a:lnTo>
                <a:lnTo>
                  <a:pt x="1604" y="65558"/>
                </a:lnTo>
                <a:lnTo>
                  <a:pt x="1668" y="66225"/>
                </a:lnTo>
                <a:lnTo>
                  <a:pt x="1668" y="66892"/>
                </a:lnTo>
                <a:lnTo>
                  <a:pt x="1668" y="67617"/>
                </a:lnTo>
                <a:lnTo>
                  <a:pt x="1668" y="68284"/>
                </a:lnTo>
                <a:lnTo>
                  <a:pt x="1668" y="68951"/>
                </a:lnTo>
                <a:lnTo>
                  <a:pt x="1764" y="69676"/>
                </a:lnTo>
                <a:lnTo>
                  <a:pt x="1764" y="70343"/>
                </a:lnTo>
                <a:lnTo>
                  <a:pt x="1764" y="71068"/>
                </a:lnTo>
                <a:lnTo>
                  <a:pt x="1764" y="71734"/>
                </a:lnTo>
                <a:lnTo>
                  <a:pt x="1764" y="72459"/>
                </a:lnTo>
                <a:lnTo>
                  <a:pt x="1828" y="73126"/>
                </a:lnTo>
                <a:lnTo>
                  <a:pt x="1828" y="73851"/>
                </a:lnTo>
                <a:lnTo>
                  <a:pt x="1828" y="74518"/>
                </a:lnTo>
                <a:lnTo>
                  <a:pt x="1828" y="75272"/>
                </a:lnTo>
                <a:lnTo>
                  <a:pt x="1892" y="75910"/>
                </a:lnTo>
                <a:lnTo>
                  <a:pt x="1892" y="76664"/>
                </a:lnTo>
                <a:lnTo>
                  <a:pt x="1892" y="77331"/>
                </a:lnTo>
                <a:lnTo>
                  <a:pt x="1892" y="78056"/>
                </a:lnTo>
                <a:lnTo>
                  <a:pt x="1892" y="78722"/>
                </a:lnTo>
                <a:lnTo>
                  <a:pt x="1956" y="79447"/>
                </a:lnTo>
                <a:lnTo>
                  <a:pt x="1956" y="80114"/>
                </a:lnTo>
                <a:lnTo>
                  <a:pt x="1956" y="80839"/>
                </a:lnTo>
                <a:lnTo>
                  <a:pt x="1956" y="81506"/>
                </a:lnTo>
                <a:lnTo>
                  <a:pt x="2053" y="82231"/>
                </a:lnTo>
                <a:lnTo>
                  <a:pt x="2053" y="82985"/>
                </a:lnTo>
                <a:lnTo>
                  <a:pt x="2053" y="83652"/>
                </a:lnTo>
                <a:lnTo>
                  <a:pt x="2053" y="84377"/>
                </a:lnTo>
                <a:lnTo>
                  <a:pt x="2053" y="85043"/>
                </a:lnTo>
                <a:lnTo>
                  <a:pt x="2117" y="85768"/>
                </a:lnTo>
                <a:lnTo>
                  <a:pt x="2117" y="86493"/>
                </a:lnTo>
                <a:lnTo>
                  <a:pt x="2117" y="87160"/>
                </a:lnTo>
                <a:lnTo>
                  <a:pt x="2117" y="87885"/>
                </a:lnTo>
                <a:lnTo>
                  <a:pt x="2181" y="88639"/>
                </a:lnTo>
                <a:lnTo>
                  <a:pt x="2181" y="89277"/>
                </a:lnTo>
                <a:lnTo>
                  <a:pt x="2181" y="90031"/>
                </a:lnTo>
                <a:lnTo>
                  <a:pt x="2181" y="90756"/>
                </a:lnTo>
                <a:lnTo>
                  <a:pt x="2181" y="91422"/>
                </a:lnTo>
                <a:lnTo>
                  <a:pt x="2277" y="92147"/>
                </a:lnTo>
                <a:lnTo>
                  <a:pt x="2277" y="92872"/>
                </a:lnTo>
                <a:lnTo>
                  <a:pt x="2277" y="93539"/>
                </a:lnTo>
                <a:lnTo>
                  <a:pt x="2277" y="94264"/>
                </a:lnTo>
                <a:lnTo>
                  <a:pt x="2341" y="95018"/>
                </a:lnTo>
                <a:lnTo>
                  <a:pt x="2341" y="95743"/>
                </a:lnTo>
                <a:lnTo>
                  <a:pt x="2341" y="96410"/>
                </a:lnTo>
                <a:lnTo>
                  <a:pt x="2341" y="97135"/>
                </a:lnTo>
                <a:lnTo>
                  <a:pt x="2341" y="97859"/>
                </a:lnTo>
                <a:lnTo>
                  <a:pt x="2406" y="98613"/>
                </a:lnTo>
                <a:lnTo>
                  <a:pt x="2406" y="99251"/>
                </a:lnTo>
                <a:lnTo>
                  <a:pt x="2406" y="100005"/>
                </a:lnTo>
                <a:lnTo>
                  <a:pt x="2406" y="100730"/>
                </a:lnTo>
                <a:lnTo>
                  <a:pt x="2470" y="101455"/>
                </a:lnTo>
                <a:lnTo>
                  <a:pt x="2470" y="102180"/>
                </a:lnTo>
                <a:lnTo>
                  <a:pt x="2470" y="102847"/>
                </a:lnTo>
                <a:lnTo>
                  <a:pt x="2470" y="103601"/>
                </a:lnTo>
                <a:lnTo>
                  <a:pt x="2470" y="104325"/>
                </a:lnTo>
                <a:lnTo>
                  <a:pt x="2566" y="105050"/>
                </a:lnTo>
                <a:lnTo>
                  <a:pt x="2566" y="105775"/>
                </a:lnTo>
                <a:lnTo>
                  <a:pt x="2566" y="106500"/>
                </a:lnTo>
                <a:lnTo>
                  <a:pt x="2566" y="107254"/>
                </a:lnTo>
                <a:lnTo>
                  <a:pt x="2566" y="107921"/>
                </a:lnTo>
                <a:lnTo>
                  <a:pt x="2630" y="108646"/>
                </a:lnTo>
                <a:lnTo>
                  <a:pt x="2630" y="109371"/>
                </a:lnTo>
                <a:lnTo>
                  <a:pt x="2630" y="110096"/>
                </a:lnTo>
                <a:lnTo>
                  <a:pt x="2630" y="110820"/>
                </a:lnTo>
                <a:lnTo>
                  <a:pt x="2694" y="111574"/>
                </a:lnTo>
                <a:lnTo>
                  <a:pt x="2694" y="112299"/>
                </a:lnTo>
                <a:lnTo>
                  <a:pt x="2694" y="113024"/>
                </a:lnTo>
                <a:lnTo>
                  <a:pt x="2694" y="113749"/>
                </a:lnTo>
                <a:lnTo>
                  <a:pt x="2694" y="114503"/>
                </a:lnTo>
                <a:lnTo>
                  <a:pt x="2758" y="115228"/>
                </a:lnTo>
                <a:lnTo>
                  <a:pt x="2758" y="115953"/>
                </a:lnTo>
                <a:lnTo>
                  <a:pt x="2758" y="116678"/>
                </a:lnTo>
                <a:lnTo>
                  <a:pt x="2758" y="117431"/>
                </a:lnTo>
                <a:lnTo>
                  <a:pt x="2855" y="118156"/>
                </a:lnTo>
                <a:lnTo>
                  <a:pt x="2855" y="118881"/>
                </a:lnTo>
                <a:lnTo>
                  <a:pt x="2855" y="119606"/>
                </a:lnTo>
                <a:lnTo>
                  <a:pt x="2855" y="120331"/>
                </a:lnTo>
                <a:lnTo>
                  <a:pt x="2855" y="121085"/>
                </a:lnTo>
                <a:lnTo>
                  <a:pt x="2919" y="121810"/>
                </a:lnTo>
                <a:lnTo>
                  <a:pt x="2919" y="122535"/>
                </a:lnTo>
                <a:lnTo>
                  <a:pt x="2919" y="123260"/>
                </a:lnTo>
                <a:lnTo>
                  <a:pt x="2919" y="124013"/>
                </a:lnTo>
                <a:lnTo>
                  <a:pt x="2983" y="124738"/>
                </a:lnTo>
                <a:lnTo>
                  <a:pt x="2983" y="125463"/>
                </a:lnTo>
                <a:lnTo>
                  <a:pt x="2983" y="126188"/>
                </a:lnTo>
                <a:lnTo>
                  <a:pt x="2983" y="126913"/>
                </a:lnTo>
                <a:lnTo>
                  <a:pt x="2983" y="127667"/>
                </a:lnTo>
                <a:lnTo>
                  <a:pt x="3079" y="128392"/>
                </a:lnTo>
                <a:lnTo>
                  <a:pt x="3079" y="129117"/>
                </a:lnTo>
                <a:lnTo>
                  <a:pt x="3079" y="129929"/>
                </a:lnTo>
                <a:lnTo>
                  <a:pt x="3079" y="130653"/>
                </a:lnTo>
                <a:lnTo>
                  <a:pt x="3143" y="131378"/>
                </a:lnTo>
                <a:lnTo>
                  <a:pt x="3143" y="132103"/>
                </a:lnTo>
                <a:lnTo>
                  <a:pt x="3143" y="132857"/>
                </a:lnTo>
                <a:lnTo>
                  <a:pt x="3143" y="133582"/>
                </a:lnTo>
                <a:lnTo>
                  <a:pt x="3143" y="134307"/>
                </a:lnTo>
                <a:lnTo>
                  <a:pt x="3208" y="135119"/>
                </a:lnTo>
                <a:lnTo>
                  <a:pt x="3208" y="135844"/>
                </a:lnTo>
                <a:lnTo>
                  <a:pt x="3208" y="13656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837833" y="3294686"/>
            <a:ext cx="3208" cy="154923"/>
          </a:xfrm>
          <a:custGeom>
            <a:avLst/>
            <a:gdLst/>
            <a:ahLst/>
            <a:cxnLst/>
            <a:rect l="l" t="t" r="r" b="b"/>
            <a:pathLst>
              <a:path w="3208" h="154923">
                <a:moveTo>
                  <a:pt x="0" y="0"/>
                </a:moveTo>
                <a:lnTo>
                  <a:pt x="0" y="724"/>
                </a:lnTo>
                <a:lnTo>
                  <a:pt x="64" y="1449"/>
                </a:lnTo>
                <a:lnTo>
                  <a:pt x="64" y="2203"/>
                </a:lnTo>
                <a:lnTo>
                  <a:pt x="64" y="2986"/>
                </a:lnTo>
                <a:lnTo>
                  <a:pt x="64" y="3711"/>
                </a:lnTo>
                <a:lnTo>
                  <a:pt x="64" y="4465"/>
                </a:lnTo>
                <a:lnTo>
                  <a:pt x="160" y="5190"/>
                </a:lnTo>
                <a:lnTo>
                  <a:pt x="160" y="5973"/>
                </a:lnTo>
                <a:lnTo>
                  <a:pt x="160" y="6726"/>
                </a:lnTo>
                <a:lnTo>
                  <a:pt x="160" y="7451"/>
                </a:lnTo>
                <a:lnTo>
                  <a:pt x="160" y="8176"/>
                </a:lnTo>
                <a:lnTo>
                  <a:pt x="224" y="8988"/>
                </a:lnTo>
                <a:lnTo>
                  <a:pt x="224" y="9713"/>
                </a:lnTo>
                <a:lnTo>
                  <a:pt x="224" y="10438"/>
                </a:lnTo>
                <a:lnTo>
                  <a:pt x="224" y="11163"/>
                </a:lnTo>
                <a:lnTo>
                  <a:pt x="288" y="11975"/>
                </a:lnTo>
                <a:lnTo>
                  <a:pt x="288" y="12700"/>
                </a:lnTo>
                <a:lnTo>
                  <a:pt x="288" y="13424"/>
                </a:lnTo>
                <a:lnTo>
                  <a:pt x="288" y="14236"/>
                </a:lnTo>
                <a:lnTo>
                  <a:pt x="288" y="14961"/>
                </a:lnTo>
                <a:lnTo>
                  <a:pt x="384" y="15686"/>
                </a:lnTo>
                <a:lnTo>
                  <a:pt x="384" y="16411"/>
                </a:lnTo>
                <a:lnTo>
                  <a:pt x="384" y="17223"/>
                </a:lnTo>
                <a:lnTo>
                  <a:pt x="384" y="17948"/>
                </a:lnTo>
                <a:lnTo>
                  <a:pt x="449" y="18673"/>
                </a:lnTo>
                <a:lnTo>
                  <a:pt x="449" y="19485"/>
                </a:lnTo>
                <a:lnTo>
                  <a:pt x="449" y="20209"/>
                </a:lnTo>
                <a:lnTo>
                  <a:pt x="449" y="21021"/>
                </a:lnTo>
                <a:lnTo>
                  <a:pt x="449" y="21746"/>
                </a:lnTo>
                <a:lnTo>
                  <a:pt x="513" y="22471"/>
                </a:lnTo>
                <a:lnTo>
                  <a:pt x="513" y="23283"/>
                </a:lnTo>
                <a:lnTo>
                  <a:pt x="513" y="24008"/>
                </a:lnTo>
                <a:lnTo>
                  <a:pt x="513" y="24733"/>
                </a:lnTo>
                <a:lnTo>
                  <a:pt x="577" y="25545"/>
                </a:lnTo>
                <a:lnTo>
                  <a:pt x="577" y="26269"/>
                </a:lnTo>
                <a:lnTo>
                  <a:pt x="577" y="27052"/>
                </a:lnTo>
                <a:lnTo>
                  <a:pt x="577" y="27806"/>
                </a:lnTo>
                <a:lnTo>
                  <a:pt x="577" y="28589"/>
                </a:lnTo>
                <a:lnTo>
                  <a:pt x="673" y="29314"/>
                </a:lnTo>
                <a:lnTo>
                  <a:pt x="673" y="30068"/>
                </a:lnTo>
                <a:lnTo>
                  <a:pt x="673" y="30851"/>
                </a:lnTo>
                <a:lnTo>
                  <a:pt x="673" y="31576"/>
                </a:lnTo>
                <a:lnTo>
                  <a:pt x="737" y="32388"/>
                </a:lnTo>
                <a:lnTo>
                  <a:pt x="737" y="33112"/>
                </a:lnTo>
                <a:lnTo>
                  <a:pt x="737" y="33924"/>
                </a:lnTo>
                <a:lnTo>
                  <a:pt x="737" y="34649"/>
                </a:lnTo>
                <a:lnTo>
                  <a:pt x="737" y="35432"/>
                </a:lnTo>
                <a:lnTo>
                  <a:pt x="802" y="36186"/>
                </a:lnTo>
                <a:lnTo>
                  <a:pt x="802" y="36969"/>
                </a:lnTo>
                <a:lnTo>
                  <a:pt x="802" y="37694"/>
                </a:lnTo>
                <a:lnTo>
                  <a:pt x="802" y="38506"/>
                </a:lnTo>
                <a:lnTo>
                  <a:pt x="866" y="39230"/>
                </a:lnTo>
                <a:lnTo>
                  <a:pt x="866" y="40042"/>
                </a:lnTo>
                <a:lnTo>
                  <a:pt x="866" y="40767"/>
                </a:lnTo>
                <a:lnTo>
                  <a:pt x="866" y="41550"/>
                </a:lnTo>
                <a:lnTo>
                  <a:pt x="866" y="42304"/>
                </a:lnTo>
                <a:lnTo>
                  <a:pt x="962" y="43087"/>
                </a:lnTo>
                <a:lnTo>
                  <a:pt x="962" y="43812"/>
                </a:lnTo>
                <a:lnTo>
                  <a:pt x="962" y="44624"/>
                </a:lnTo>
                <a:lnTo>
                  <a:pt x="962" y="45349"/>
                </a:lnTo>
                <a:lnTo>
                  <a:pt x="962" y="46160"/>
                </a:lnTo>
                <a:lnTo>
                  <a:pt x="1026" y="46943"/>
                </a:lnTo>
                <a:lnTo>
                  <a:pt x="1026" y="47668"/>
                </a:lnTo>
                <a:lnTo>
                  <a:pt x="1026" y="48480"/>
                </a:lnTo>
                <a:lnTo>
                  <a:pt x="1026" y="49205"/>
                </a:lnTo>
                <a:lnTo>
                  <a:pt x="1090" y="50017"/>
                </a:lnTo>
                <a:lnTo>
                  <a:pt x="1090" y="50742"/>
                </a:lnTo>
                <a:lnTo>
                  <a:pt x="1090" y="51525"/>
                </a:lnTo>
                <a:lnTo>
                  <a:pt x="1090" y="52336"/>
                </a:lnTo>
                <a:lnTo>
                  <a:pt x="1090" y="53061"/>
                </a:lnTo>
                <a:lnTo>
                  <a:pt x="1186" y="53873"/>
                </a:lnTo>
                <a:lnTo>
                  <a:pt x="1186" y="54598"/>
                </a:lnTo>
                <a:lnTo>
                  <a:pt x="1186" y="55381"/>
                </a:lnTo>
                <a:lnTo>
                  <a:pt x="1186" y="56193"/>
                </a:lnTo>
                <a:lnTo>
                  <a:pt x="1251" y="56918"/>
                </a:lnTo>
                <a:lnTo>
                  <a:pt x="1251" y="57730"/>
                </a:lnTo>
                <a:lnTo>
                  <a:pt x="1251" y="58513"/>
                </a:lnTo>
                <a:lnTo>
                  <a:pt x="1251" y="59237"/>
                </a:lnTo>
                <a:lnTo>
                  <a:pt x="1251" y="60049"/>
                </a:lnTo>
                <a:lnTo>
                  <a:pt x="1315" y="60832"/>
                </a:lnTo>
                <a:lnTo>
                  <a:pt x="1315" y="61586"/>
                </a:lnTo>
                <a:lnTo>
                  <a:pt x="1315" y="62369"/>
                </a:lnTo>
                <a:lnTo>
                  <a:pt x="1315" y="63181"/>
                </a:lnTo>
                <a:lnTo>
                  <a:pt x="1379" y="63906"/>
                </a:lnTo>
                <a:lnTo>
                  <a:pt x="1379" y="64689"/>
                </a:lnTo>
                <a:lnTo>
                  <a:pt x="1379" y="65500"/>
                </a:lnTo>
                <a:lnTo>
                  <a:pt x="1379" y="66225"/>
                </a:lnTo>
                <a:lnTo>
                  <a:pt x="1379" y="67037"/>
                </a:lnTo>
                <a:lnTo>
                  <a:pt x="1475" y="67820"/>
                </a:lnTo>
                <a:lnTo>
                  <a:pt x="1475" y="68545"/>
                </a:lnTo>
                <a:lnTo>
                  <a:pt x="1475" y="69357"/>
                </a:lnTo>
                <a:lnTo>
                  <a:pt x="1475" y="70140"/>
                </a:lnTo>
                <a:lnTo>
                  <a:pt x="1539" y="70952"/>
                </a:lnTo>
                <a:lnTo>
                  <a:pt x="1539" y="71677"/>
                </a:lnTo>
                <a:lnTo>
                  <a:pt x="1539" y="72488"/>
                </a:lnTo>
                <a:lnTo>
                  <a:pt x="1539" y="73271"/>
                </a:lnTo>
                <a:lnTo>
                  <a:pt x="1539" y="73996"/>
                </a:lnTo>
                <a:lnTo>
                  <a:pt x="1604" y="74808"/>
                </a:lnTo>
                <a:lnTo>
                  <a:pt x="1604" y="75620"/>
                </a:lnTo>
                <a:lnTo>
                  <a:pt x="1604" y="76403"/>
                </a:lnTo>
                <a:lnTo>
                  <a:pt x="1604" y="77128"/>
                </a:lnTo>
                <a:lnTo>
                  <a:pt x="1668" y="77940"/>
                </a:lnTo>
                <a:lnTo>
                  <a:pt x="1668" y="78722"/>
                </a:lnTo>
                <a:lnTo>
                  <a:pt x="1668" y="79534"/>
                </a:lnTo>
                <a:lnTo>
                  <a:pt x="1668" y="80317"/>
                </a:lnTo>
                <a:lnTo>
                  <a:pt x="1668" y="81071"/>
                </a:lnTo>
                <a:lnTo>
                  <a:pt x="1764" y="81854"/>
                </a:lnTo>
                <a:lnTo>
                  <a:pt x="1764" y="82666"/>
                </a:lnTo>
                <a:lnTo>
                  <a:pt x="1764" y="83449"/>
                </a:lnTo>
                <a:lnTo>
                  <a:pt x="1764" y="84174"/>
                </a:lnTo>
                <a:lnTo>
                  <a:pt x="1764" y="84985"/>
                </a:lnTo>
                <a:lnTo>
                  <a:pt x="1828" y="85768"/>
                </a:lnTo>
                <a:lnTo>
                  <a:pt x="1828" y="86580"/>
                </a:lnTo>
                <a:lnTo>
                  <a:pt x="1828" y="87363"/>
                </a:lnTo>
                <a:lnTo>
                  <a:pt x="1828" y="88175"/>
                </a:lnTo>
                <a:lnTo>
                  <a:pt x="1892" y="88900"/>
                </a:lnTo>
                <a:lnTo>
                  <a:pt x="1892" y="89712"/>
                </a:lnTo>
                <a:lnTo>
                  <a:pt x="1892" y="90495"/>
                </a:lnTo>
                <a:lnTo>
                  <a:pt x="1892" y="91306"/>
                </a:lnTo>
                <a:lnTo>
                  <a:pt x="1892" y="92089"/>
                </a:lnTo>
                <a:lnTo>
                  <a:pt x="1988" y="92901"/>
                </a:lnTo>
                <a:lnTo>
                  <a:pt x="1988" y="93626"/>
                </a:lnTo>
                <a:lnTo>
                  <a:pt x="1988" y="94438"/>
                </a:lnTo>
                <a:lnTo>
                  <a:pt x="1988" y="95221"/>
                </a:lnTo>
                <a:lnTo>
                  <a:pt x="2053" y="96033"/>
                </a:lnTo>
                <a:lnTo>
                  <a:pt x="2053" y="96816"/>
                </a:lnTo>
                <a:lnTo>
                  <a:pt x="2053" y="97628"/>
                </a:lnTo>
                <a:lnTo>
                  <a:pt x="2053" y="98352"/>
                </a:lnTo>
                <a:lnTo>
                  <a:pt x="2053" y="99135"/>
                </a:lnTo>
                <a:lnTo>
                  <a:pt x="2117" y="99947"/>
                </a:lnTo>
                <a:lnTo>
                  <a:pt x="2117" y="100730"/>
                </a:lnTo>
                <a:lnTo>
                  <a:pt x="2117" y="101542"/>
                </a:lnTo>
                <a:lnTo>
                  <a:pt x="2117" y="102325"/>
                </a:lnTo>
                <a:lnTo>
                  <a:pt x="2181" y="103137"/>
                </a:lnTo>
                <a:lnTo>
                  <a:pt x="2181" y="103920"/>
                </a:lnTo>
                <a:lnTo>
                  <a:pt x="2181" y="104731"/>
                </a:lnTo>
                <a:lnTo>
                  <a:pt x="2181" y="105456"/>
                </a:lnTo>
                <a:lnTo>
                  <a:pt x="2181" y="106268"/>
                </a:lnTo>
                <a:lnTo>
                  <a:pt x="2277" y="107051"/>
                </a:lnTo>
                <a:lnTo>
                  <a:pt x="2277" y="107863"/>
                </a:lnTo>
                <a:lnTo>
                  <a:pt x="2277" y="108646"/>
                </a:lnTo>
                <a:lnTo>
                  <a:pt x="2277" y="109458"/>
                </a:lnTo>
                <a:lnTo>
                  <a:pt x="2341" y="110241"/>
                </a:lnTo>
                <a:lnTo>
                  <a:pt x="2341" y="111052"/>
                </a:lnTo>
                <a:lnTo>
                  <a:pt x="2341" y="111835"/>
                </a:lnTo>
                <a:lnTo>
                  <a:pt x="2341" y="112647"/>
                </a:lnTo>
                <a:lnTo>
                  <a:pt x="2341" y="113430"/>
                </a:lnTo>
                <a:lnTo>
                  <a:pt x="2406" y="114242"/>
                </a:lnTo>
                <a:lnTo>
                  <a:pt x="2406" y="115025"/>
                </a:lnTo>
                <a:lnTo>
                  <a:pt x="2406" y="115779"/>
                </a:lnTo>
                <a:lnTo>
                  <a:pt x="2406" y="116562"/>
                </a:lnTo>
                <a:lnTo>
                  <a:pt x="2502" y="117373"/>
                </a:lnTo>
                <a:lnTo>
                  <a:pt x="2502" y="118156"/>
                </a:lnTo>
                <a:lnTo>
                  <a:pt x="2502" y="118968"/>
                </a:lnTo>
                <a:lnTo>
                  <a:pt x="2502" y="119751"/>
                </a:lnTo>
                <a:lnTo>
                  <a:pt x="2502" y="120563"/>
                </a:lnTo>
                <a:lnTo>
                  <a:pt x="2566" y="121346"/>
                </a:lnTo>
                <a:lnTo>
                  <a:pt x="2566" y="122158"/>
                </a:lnTo>
                <a:lnTo>
                  <a:pt x="2566" y="122941"/>
                </a:lnTo>
                <a:lnTo>
                  <a:pt x="2566" y="123753"/>
                </a:lnTo>
                <a:lnTo>
                  <a:pt x="2566" y="124535"/>
                </a:lnTo>
                <a:lnTo>
                  <a:pt x="2630" y="125347"/>
                </a:lnTo>
                <a:lnTo>
                  <a:pt x="2630" y="126130"/>
                </a:lnTo>
                <a:lnTo>
                  <a:pt x="2630" y="126942"/>
                </a:lnTo>
                <a:lnTo>
                  <a:pt x="2630" y="127754"/>
                </a:lnTo>
                <a:lnTo>
                  <a:pt x="2694" y="128537"/>
                </a:lnTo>
                <a:lnTo>
                  <a:pt x="2694" y="129349"/>
                </a:lnTo>
                <a:lnTo>
                  <a:pt x="2694" y="130132"/>
                </a:lnTo>
                <a:lnTo>
                  <a:pt x="2694" y="130943"/>
                </a:lnTo>
                <a:lnTo>
                  <a:pt x="2694" y="131726"/>
                </a:lnTo>
                <a:lnTo>
                  <a:pt x="2790" y="132538"/>
                </a:lnTo>
                <a:lnTo>
                  <a:pt x="2790" y="133321"/>
                </a:lnTo>
                <a:lnTo>
                  <a:pt x="2790" y="134133"/>
                </a:lnTo>
                <a:lnTo>
                  <a:pt x="2790" y="134916"/>
                </a:lnTo>
                <a:lnTo>
                  <a:pt x="2855" y="135728"/>
                </a:lnTo>
                <a:lnTo>
                  <a:pt x="2855" y="136511"/>
                </a:lnTo>
                <a:lnTo>
                  <a:pt x="2855" y="137322"/>
                </a:lnTo>
                <a:lnTo>
                  <a:pt x="2855" y="138105"/>
                </a:lnTo>
                <a:lnTo>
                  <a:pt x="2855" y="138917"/>
                </a:lnTo>
                <a:lnTo>
                  <a:pt x="2919" y="139700"/>
                </a:lnTo>
                <a:lnTo>
                  <a:pt x="2919" y="140512"/>
                </a:lnTo>
                <a:lnTo>
                  <a:pt x="2919" y="141295"/>
                </a:lnTo>
                <a:lnTo>
                  <a:pt x="2919" y="142107"/>
                </a:lnTo>
                <a:lnTo>
                  <a:pt x="2983" y="142890"/>
                </a:lnTo>
                <a:lnTo>
                  <a:pt x="2983" y="143701"/>
                </a:lnTo>
                <a:lnTo>
                  <a:pt x="2983" y="144484"/>
                </a:lnTo>
                <a:lnTo>
                  <a:pt x="2983" y="145296"/>
                </a:lnTo>
                <a:lnTo>
                  <a:pt x="2983" y="146079"/>
                </a:lnTo>
                <a:lnTo>
                  <a:pt x="3079" y="146891"/>
                </a:lnTo>
                <a:lnTo>
                  <a:pt x="3079" y="147703"/>
                </a:lnTo>
                <a:lnTo>
                  <a:pt x="3079" y="148486"/>
                </a:lnTo>
                <a:lnTo>
                  <a:pt x="3079" y="149298"/>
                </a:lnTo>
                <a:lnTo>
                  <a:pt x="3143" y="150138"/>
                </a:lnTo>
                <a:lnTo>
                  <a:pt x="3143" y="150950"/>
                </a:lnTo>
                <a:lnTo>
                  <a:pt x="3143" y="151733"/>
                </a:lnTo>
                <a:lnTo>
                  <a:pt x="3143" y="152545"/>
                </a:lnTo>
                <a:lnTo>
                  <a:pt x="3143" y="153328"/>
                </a:lnTo>
                <a:lnTo>
                  <a:pt x="3208" y="154140"/>
                </a:lnTo>
                <a:lnTo>
                  <a:pt x="3208" y="15492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841041" y="3449609"/>
            <a:ext cx="3208" cy="159475"/>
          </a:xfrm>
          <a:custGeom>
            <a:avLst/>
            <a:gdLst/>
            <a:ahLst/>
            <a:cxnLst/>
            <a:rect l="l" t="t" r="r" b="b"/>
            <a:pathLst>
              <a:path w="3208" h="159475">
                <a:moveTo>
                  <a:pt x="0" y="0"/>
                </a:moveTo>
                <a:lnTo>
                  <a:pt x="0" y="811"/>
                </a:lnTo>
                <a:lnTo>
                  <a:pt x="0" y="1623"/>
                </a:lnTo>
                <a:lnTo>
                  <a:pt x="96" y="2406"/>
                </a:lnTo>
                <a:lnTo>
                  <a:pt x="96" y="3218"/>
                </a:lnTo>
                <a:lnTo>
                  <a:pt x="96" y="4001"/>
                </a:lnTo>
                <a:lnTo>
                  <a:pt x="96" y="4813"/>
                </a:lnTo>
                <a:lnTo>
                  <a:pt x="96" y="5596"/>
                </a:lnTo>
                <a:lnTo>
                  <a:pt x="160" y="6408"/>
                </a:lnTo>
                <a:lnTo>
                  <a:pt x="160" y="7248"/>
                </a:lnTo>
                <a:lnTo>
                  <a:pt x="160" y="8060"/>
                </a:lnTo>
                <a:lnTo>
                  <a:pt x="160" y="8843"/>
                </a:lnTo>
                <a:lnTo>
                  <a:pt x="160" y="9655"/>
                </a:lnTo>
                <a:lnTo>
                  <a:pt x="224" y="10467"/>
                </a:lnTo>
                <a:lnTo>
                  <a:pt x="224" y="11250"/>
                </a:lnTo>
                <a:lnTo>
                  <a:pt x="224" y="12062"/>
                </a:lnTo>
                <a:lnTo>
                  <a:pt x="224" y="12845"/>
                </a:lnTo>
                <a:lnTo>
                  <a:pt x="288" y="13656"/>
                </a:lnTo>
                <a:lnTo>
                  <a:pt x="288" y="14439"/>
                </a:lnTo>
                <a:lnTo>
                  <a:pt x="288" y="15251"/>
                </a:lnTo>
                <a:lnTo>
                  <a:pt x="288" y="16034"/>
                </a:lnTo>
                <a:lnTo>
                  <a:pt x="288" y="16904"/>
                </a:lnTo>
                <a:lnTo>
                  <a:pt x="384" y="17716"/>
                </a:lnTo>
                <a:lnTo>
                  <a:pt x="384" y="18499"/>
                </a:lnTo>
                <a:lnTo>
                  <a:pt x="384" y="19311"/>
                </a:lnTo>
                <a:lnTo>
                  <a:pt x="384" y="20093"/>
                </a:lnTo>
                <a:lnTo>
                  <a:pt x="449" y="20905"/>
                </a:lnTo>
                <a:lnTo>
                  <a:pt x="449" y="21688"/>
                </a:lnTo>
                <a:lnTo>
                  <a:pt x="449" y="22500"/>
                </a:lnTo>
                <a:lnTo>
                  <a:pt x="449" y="23283"/>
                </a:lnTo>
                <a:lnTo>
                  <a:pt x="449" y="24095"/>
                </a:lnTo>
                <a:lnTo>
                  <a:pt x="513" y="24936"/>
                </a:lnTo>
                <a:lnTo>
                  <a:pt x="513" y="25748"/>
                </a:lnTo>
                <a:lnTo>
                  <a:pt x="513" y="26472"/>
                </a:lnTo>
                <a:lnTo>
                  <a:pt x="513" y="27284"/>
                </a:lnTo>
                <a:lnTo>
                  <a:pt x="609" y="28067"/>
                </a:lnTo>
                <a:lnTo>
                  <a:pt x="609" y="28879"/>
                </a:lnTo>
                <a:lnTo>
                  <a:pt x="609" y="29662"/>
                </a:lnTo>
                <a:lnTo>
                  <a:pt x="609" y="30474"/>
                </a:lnTo>
                <a:lnTo>
                  <a:pt x="609" y="31257"/>
                </a:lnTo>
                <a:lnTo>
                  <a:pt x="673" y="32127"/>
                </a:lnTo>
                <a:lnTo>
                  <a:pt x="673" y="32938"/>
                </a:lnTo>
                <a:lnTo>
                  <a:pt x="673" y="33721"/>
                </a:lnTo>
                <a:lnTo>
                  <a:pt x="673" y="34533"/>
                </a:lnTo>
                <a:lnTo>
                  <a:pt x="737" y="35316"/>
                </a:lnTo>
                <a:lnTo>
                  <a:pt x="737" y="36128"/>
                </a:lnTo>
                <a:lnTo>
                  <a:pt x="737" y="36911"/>
                </a:lnTo>
                <a:lnTo>
                  <a:pt x="737" y="37723"/>
                </a:lnTo>
                <a:lnTo>
                  <a:pt x="737" y="38506"/>
                </a:lnTo>
                <a:lnTo>
                  <a:pt x="802" y="39375"/>
                </a:lnTo>
                <a:lnTo>
                  <a:pt x="802" y="40187"/>
                </a:lnTo>
                <a:lnTo>
                  <a:pt x="802" y="40970"/>
                </a:lnTo>
                <a:lnTo>
                  <a:pt x="802" y="41782"/>
                </a:lnTo>
                <a:lnTo>
                  <a:pt x="898" y="42565"/>
                </a:lnTo>
                <a:lnTo>
                  <a:pt x="898" y="43377"/>
                </a:lnTo>
                <a:lnTo>
                  <a:pt x="898" y="44160"/>
                </a:lnTo>
                <a:lnTo>
                  <a:pt x="898" y="44972"/>
                </a:lnTo>
                <a:lnTo>
                  <a:pt x="898" y="45754"/>
                </a:lnTo>
                <a:lnTo>
                  <a:pt x="962" y="46624"/>
                </a:lnTo>
                <a:lnTo>
                  <a:pt x="962" y="47436"/>
                </a:lnTo>
                <a:lnTo>
                  <a:pt x="962" y="48219"/>
                </a:lnTo>
                <a:lnTo>
                  <a:pt x="962" y="49031"/>
                </a:lnTo>
                <a:lnTo>
                  <a:pt x="962" y="49814"/>
                </a:lnTo>
                <a:lnTo>
                  <a:pt x="1026" y="50626"/>
                </a:lnTo>
                <a:lnTo>
                  <a:pt x="1026" y="51409"/>
                </a:lnTo>
                <a:lnTo>
                  <a:pt x="1026" y="52220"/>
                </a:lnTo>
                <a:lnTo>
                  <a:pt x="1026" y="53090"/>
                </a:lnTo>
                <a:lnTo>
                  <a:pt x="1090" y="53873"/>
                </a:lnTo>
                <a:lnTo>
                  <a:pt x="1090" y="54685"/>
                </a:lnTo>
                <a:lnTo>
                  <a:pt x="1090" y="55468"/>
                </a:lnTo>
                <a:lnTo>
                  <a:pt x="1090" y="56280"/>
                </a:lnTo>
                <a:lnTo>
                  <a:pt x="1090" y="57063"/>
                </a:lnTo>
                <a:lnTo>
                  <a:pt x="1186" y="57875"/>
                </a:lnTo>
                <a:lnTo>
                  <a:pt x="1186" y="58658"/>
                </a:lnTo>
                <a:lnTo>
                  <a:pt x="1186" y="59527"/>
                </a:lnTo>
                <a:lnTo>
                  <a:pt x="1186" y="60339"/>
                </a:lnTo>
                <a:lnTo>
                  <a:pt x="1251" y="61122"/>
                </a:lnTo>
                <a:lnTo>
                  <a:pt x="1251" y="61934"/>
                </a:lnTo>
                <a:lnTo>
                  <a:pt x="1251" y="62717"/>
                </a:lnTo>
                <a:lnTo>
                  <a:pt x="1251" y="63529"/>
                </a:lnTo>
                <a:lnTo>
                  <a:pt x="1251" y="64312"/>
                </a:lnTo>
                <a:lnTo>
                  <a:pt x="1315" y="65124"/>
                </a:lnTo>
                <a:lnTo>
                  <a:pt x="1315" y="65906"/>
                </a:lnTo>
                <a:lnTo>
                  <a:pt x="1315" y="66776"/>
                </a:lnTo>
                <a:lnTo>
                  <a:pt x="1315" y="67588"/>
                </a:lnTo>
                <a:lnTo>
                  <a:pt x="1411" y="68371"/>
                </a:lnTo>
                <a:lnTo>
                  <a:pt x="1411" y="69183"/>
                </a:lnTo>
                <a:lnTo>
                  <a:pt x="1411" y="69966"/>
                </a:lnTo>
                <a:lnTo>
                  <a:pt x="1411" y="70778"/>
                </a:lnTo>
                <a:lnTo>
                  <a:pt x="1411" y="71561"/>
                </a:lnTo>
                <a:lnTo>
                  <a:pt x="1475" y="72372"/>
                </a:lnTo>
                <a:lnTo>
                  <a:pt x="1475" y="73155"/>
                </a:lnTo>
                <a:lnTo>
                  <a:pt x="1475" y="74025"/>
                </a:lnTo>
                <a:lnTo>
                  <a:pt x="1475" y="74808"/>
                </a:lnTo>
                <a:lnTo>
                  <a:pt x="1539" y="75620"/>
                </a:lnTo>
                <a:lnTo>
                  <a:pt x="1539" y="76432"/>
                </a:lnTo>
                <a:lnTo>
                  <a:pt x="1539" y="77215"/>
                </a:lnTo>
                <a:lnTo>
                  <a:pt x="1539" y="78027"/>
                </a:lnTo>
                <a:lnTo>
                  <a:pt x="1539" y="78809"/>
                </a:lnTo>
                <a:lnTo>
                  <a:pt x="1604" y="79621"/>
                </a:lnTo>
                <a:lnTo>
                  <a:pt x="1604" y="80404"/>
                </a:lnTo>
                <a:lnTo>
                  <a:pt x="1604" y="81274"/>
                </a:lnTo>
                <a:lnTo>
                  <a:pt x="1604" y="82057"/>
                </a:lnTo>
                <a:lnTo>
                  <a:pt x="1700" y="82869"/>
                </a:lnTo>
                <a:lnTo>
                  <a:pt x="1700" y="83652"/>
                </a:lnTo>
                <a:lnTo>
                  <a:pt x="1700" y="84464"/>
                </a:lnTo>
                <a:lnTo>
                  <a:pt x="1700" y="85275"/>
                </a:lnTo>
                <a:lnTo>
                  <a:pt x="1700" y="86058"/>
                </a:lnTo>
                <a:lnTo>
                  <a:pt x="1764" y="86870"/>
                </a:lnTo>
                <a:lnTo>
                  <a:pt x="1764" y="87653"/>
                </a:lnTo>
                <a:lnTo>
                  <a:pt x="1764" y="88465"/>
                </a:lnTo>
                <a:lnTo>
                  <a:pt x="1764" y="89306"/>
                </a:lnTo>
                <a:lnTo>
                  <a:pt x="1764" y="90118"/>
                </a:lnTo>
                <a:lnTo>
                  <a:pt x="1828" y="90901"/>
                </a:lnTo>
                <a:lnTo>
                  <a:pt x="1828" y="91712"/>
                </a:lnTo>
                <a:lnTo>
                  <a:pt x="1828" y="92524"/>
                </a:lnTo>
                <a:lnTo>
                  <a:pt x="1828" y="93307"/>
                </a:lnTo>
                <a:lnTo>
                  <a:pt x="1892" y="94119"/>
                </a:lnTo>
                <a:lnTo>
                  <a:pt x="1892" y="94902"/>
                </a:lnTo>
                <a:lnTo>
                  <a:pt x="1892" y="95714"/>
                </a:lnTo>
                <a:lnTo>
                  <a:pt x="1892" y="96497"/>
                </a:lnTo>
                <a:lnTo>
                  <a:pt x="1892" y="97309"/>
                </a:lnTo>
                <a:lnTo>
                  <a:pt x="1988" y="98091"/>
                </a:lnTo>
                <a:lnTo>
                  <a:pt x="1988" y="98903"/>
                </a:lnTo>
                <a:lnTo>
                  <a:pt x="1988" y="99744"/>
                </a:lnTo>
                <a:lnTo>
                  <a:pt x="1988" y="100556"/>
                </a:lnTo>
                <a:lnTo>
                  <a:pt x="2053" y="101368"/>
                </a:lnTo>
                <a:lnTo>
                  <a:pt x="2053" y="102151"/>
                </a:lnTo>
                <a:lnTo>
                  <a:pt x="2053" y="102963"/>
                </a:lnTo>
                <a:lnTo>
                  <a:pt x="2053" y="103746"/>
                </a:lnTo>
                <a:lnTo>
                  <a:pt x="2053" y="104557"/>
                </a:lnTo>
                <a:lnTo>
                  <a:pt x="2117" y="105340"/>
                </a:lnTo>
                <a:lnTo>
                  <a:pt x="2117" y="106152"/>
                </a:lnTo>
                <a:lnTo>
                  <a:pt x="2117" y="106935"/>
                </a:lnTo>
                <a:lnTo>
                  <a:pt x="2117" y="107747"/>
                </a:lnTo>
                <a:lnTo>
                  <a:pt x="2213" y="108530"/>
                </a:lnTo>
                <a:lnTo>
                  <a:pt x="2213" y="109342"/>
                </a:lnTo>
                <a:lnTo>
                  <a:pt x="2213" y="110125"/>
                </a:lnTo>
                <a:lnTo>
                  <a:pt x="2213" y="110936"/>
                </a:lnTo>
                <a:lnTo>
                  <a:pt x="2213" y="111719"/>
                </a:lnTo>
                <a:lnTo>
                  <a:pt x="2277" y="112531"/>
                </a:lnTo>
                <a:lnTo>
                  <a:pt x="2277" y="113401"/>
                </a:lnTo>
                <a:lnTo>
                  <a:pt x="2277" y="114184"/>
                </a:lnTo>
                <a:lnTo>
                  <a:pt x="2277" y="114996"/>
                </a:lnTo>
                <a:lnTo>
                  <a:pt x="2341" y="115779"/>
                </a:lnTo>
                <a:lnTo>
                  <a:pt x="2341" y="116591"/>
                </a:lnTo>
                <a:lnTo>
                  <a:pt x="2341" y="117373"/>
                </a:lnTo>
                <a:lnTo>
                  <a:pt x="2341" y="118185"/>
                </a:lnTo>
                <a:lnTo>
                  <a:pt x="2341" y="118968"/>
                </a:lnTo>
                <a:lnTo>
                  <a:pt x="2406" y="119780"/>
                </a:lnTo>
                <a:lnTo>
                  <a:pt x="2406" y="120563"/>
                </a:lnTo>
                <a:lnTo>
                  <a:pt x="2406" y="121375"/>
                </a:lnTo>
                <a:lnTo>
                  <a:pt x="2406" y="122158"/>
                </a:lnTo>
                <a:lnTo>
                  <a:pt x="2502" y="122970"/>
                </a:lnTo>
                <a:lnTo>
                  <a:pt x="2502" y="123753"/>
                </a:lnTo>
                <a:lnTo>
                  <a:pt x="2502" y="124564"/>
                </a:lnTo>
                <a:lnTo>
                  <a:pt x="2502" y="125347"/>
                </a:lnTo>
                <a:lnTo>
                  <a:pt x="2502" y="126159"/>
                </a:lnTo>
                <a:lnTo>
                  <a:pt x="2566" y="126942"/>
                </a:lnTo>
                <a:lnTo>
                  <a:pt x="2566" y="127754"/>
                </a:lnTo>
                <a:lnTo>
                  <a:pt x="2566" y="128537"/>
                </a:lnTo>
                <a:lnTo>
                  <a:pt x="2566" y="129349"/>
                </a:lnTo>
                <a:lnTo>
                  <a:pt x="2566" y="130161"/>
                </a:lnTo>
                <a:lnTo>
                  <a:pt x="2630" y="130943"/>
                </a:lnTo>
                <a:lnTo>
                  <a:pt x="2630" y="131755"/>
                </a:lnTo>
                <a:lnTo>
                  <a:pt x="2630" y="132538"/>
                </a:lnTo>
                <a:lnTo>
                  <a:pt x="2630" y="133350"/>
                </a:lnTo>
                <a:lnTo>
                  <a:pt x="2726" y="134133"/>
                </a:lnTo>
                <a:lnTo>
                  <a:pt x="2726" y="134945"/>
                </a:lnTo>
                <a:lnTo>
                  <a:pt x="2726" y="135728"/>
                </a:lnTo>
                <a:lnTo>
                  <a:pt x="2726" y="136540"/>
                </a:lnTo>
                <a:lnTo>
                  <a:pt x="2726" y="137322"/>
                </a:lnTo>
                <a:lnTo>
                  <a:pt x="2790" y="138134"/>
                </a:lnTo>
                <a:lnTo>
                  <a:pt x="2790" y="138917"/>
                </a:lnTo>
                <a:lnTo>
                  <a:pt x="2790" y="139642"/>
                </a:lnTo>
                <a:lnTo>
                  <a:pt x="2790" y="140454"/>
                </a:lnTo>
                <a:lnTo>
                  <a:pt x="2855" y="141266"/>
                </a:lnTo>
                <a:lnTo>
                  <a:pt x="2855" y="142049"/>
                </a:lnTo>
                <a:lnTo>
                  <a:pt x="2855" y="142861"/>
                </a:lnTo>
                <a:lnTo>
                  <a:pt x="2855" y="143643"/>
                </a:lnTo>
                <a:lnTo>
                  <a:pt x="2855" y="144455"/>
                </a:lnTo>
                <a:lnTo>
                  <a:pt x="2919" y="145238"/>
                </a:lnTo>
                <a:lnTo>
                  <a:pt x="2919" y="146050"/>
                </a:lnTo>
                <a:lnTo>
                  <a:pt x="2919" y="146833"/>
                </a:lnTo>
                <a:lnTo>
                  <a:pt x="2919" y="147645"/>
                </a:lnTo>
                <a:lnTo>
                  <a:pt x="3015" y="148428"/>
                </a:lnTo>
                <a:lnTo>
                  <a:pt x="3015" y="149240"/>
                </a:lnTo>
                <a:lnTo>
                  <a:pt x="3015" y="150022"/>
                </a:lnTo>
                <a:lnTo>
                  <a:pt x="3015" y="150834"/>
                </a:lnTo>
                <a:lnTo>
                  <a:pt x="3015" y="151559"/>
                </a:lnTo>
                <a:lnTo>
                  <a:pt x="3079" y="152371"/>
                </a:lnTo>
                <a:lnTo>
                  <a:pt x="3079" y="153154"/>
                </a:lnTo>
                <a:lnTo>
                  <a:pt x="3079" y="153966"/>
                </a:lnTo>
                <a:lnTo>
                  <a:pt x="3079" y="154749"/>
                </a:lnTo>
                <a:lnTo>
                  <a:pt x="3143" y="155561"/>
                </a:lnTo>
                <a:lnTo>
                  <a:pt x="3143" y="156344"/>
                </a:lnTo>
                <a:lnTo>
                  <a:pt x="3143" y="157155"/>
                </a:lnTo>
                <a:lnTo>
                  <a:pt x="3143" y="157938"/>
                </a:lnTo>
                <a:lnTo>
                  <a:pt x="3143" y="158663"/>
                </a:lnTo>
                <a:lnTo>
                  <a:pt x="3208" y="15947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844249" y="3609085"/>
            <a:ext cx="3143" cy="149878"/>
          </a:xfrm>
          <a:custGeom>
            <a:avLst/>
            <a:gdLst/>
            <a:ahLst/>
            <a:cxnLst/>
            <a:rect l="l" t="t" r="r" b="b"/>
            <a:pathLst>
              <a:path w="3143" h="149878">
                <a:moveTo>
                  <a:pt x="0" y="0"/>
                </a:moveTo>
                <a:lnTo>
                  <a:pt x="0" y="782"/>
                </a:lnTo>
                <a:lnTo>
                  <a:pt x="0" y="1594"/>
                </a:lnTo>
                <a:lnTo>
                  <a:pt x="0" y="2377"/>
                </a:lnTo>
                <a:lnTo>
                  <a:pt x="96" y="3189"/>
                </a:lnTo>
                <a:lnTo>
                  <a:pt x="96" y="3972"/>
                </a:lnTo>
                <a:lnTo>
                  <a:pt x="96" y="4726"/>
                </a:lnTo>
                <a:lnTo>
                  <a:pt x="96" y="5509"/>
                </a:lnTo>
                <a:lnTo>
                  <a:pt x="96" y="6321"/>
                </a:lnTo>
                <a:lnTo>
                  <a:pt x="160" y="7103"/>
                </a:lnTo>
                <a:lnTo>
                  <a:pt x="160" y="7915"/>
                </a:lnTo>
                <a:lnTo>
                  <a:pt x="160" y="8698"/>
                </a:lnTo>
                <a:lnTo>
                  <a:pt x="160" y="9510"/>
                </a:lnTo>
                <a:lnTo>
                  <a:pt x="160" y="10235"/>
                </a:lnTo>
                <a:lnTo>
                  <a:pt x="224" y="11047"/>
                </a:lnTo>
                <a:lnTo>
                  <a:pt x="224" y="11830"/>
                </a:lnTo>
                <a:lnTo>
                  <a:pt x="224" y="12642"/>
                </a:lnTo>
                <a:lnTo>
                  <a:pt x="224" y="13424"/>
                </a:lnTo>
                <a:lnTo>
                  <a:pt x="320" y="14149"/>
                </a:lnTo>
                <a:lnTo>
                  <a:pt x="320" y="14961"/>
                </a:lnTo>
                <a:lnTo>
                  <a:pt x="320" y="15744"/>
                </a:lnTo>
                <a:lnTo>
                  <a:pt x="320" y="16556"/>
                </a:lnTo>
                <a:lnTo>
                  <a:pt x="320" y="17339"/>
                </a:lnTo>
                <a:lnTo>
                  <a:pt x="384" y="18093"/>
                </a:lnTo>
                <a:lnTo>
                  <a:pt x="384" y="18876"/>
                </a:lnTo>
                <a:lnTo>
                  <a:pt x="384" y="19687"/>
                </a:lnTo>
                <a:lnTo>
                  <a:pt x="384" y="20470"/>
                </a:lnTo>
                <a:lnTo>
                  <a:pt x="449" y="21195"/>
                </a:lnTo>
                <a:lnTo>
                  <a:pt x="449" y="22007"/>
                </a:lnTo>
                <a:lnTo>
                  <a:pt x="449" y="22819"/>
                </a:lnTo>
                <a:lnTo>
                  <a:pt x="449" y="23602"/>
                </a:lnTo>
                <a:lnTo>
                  <a:pt x="449" y="24327"/>
                </a:lnTo>
                <a:lnTo>
                  <a:pt x="513" y="25139"/>
                </a:lnTo>
                <a:lnTo>
                  <a:pt x="513" y="25922"/>
                </a:lnTo>
                <a:lnTo>
                  <a:pt x="513" y="26733"/>
                </a:lnTo>
                <a:lnTo>
                  <a:pt x="513" y="27458"/>
                </a:lnTo>
                <a:lnTo>
                  <a:pt x="609" y="28270"/>
                </a:lnTo>
                <a:lnTo>
                  <a:pt x="609" y="29053"/>
                </a:lnTo>
                <a:lnTo>
                  <a:pt x="609" y="29778"/>
                </a:lnTo>
                <a:lnTo>
                  <a:pt x="609" y="30590"/>
                </a:lnTo>
                <a:lnTo>
                  <a:pt x="609" y="31373"/>
                </a:lnTo>
                <a:lnTo>
                  <a:pt x="673" y="32185"/>
                </a:lnTo>
                <a:lnTo>
                  <a:pt x="673" y="32909"/>
                </a:lnTo>
                <a:lnTo>
                  <a:pt x="673" y="33721"/>
                </a:lnTo>
                <a:lnTo>
                  <a:pt x="673" y="34504"/>
                </a:lnTo>
                <a:lnTo>
                  <a:pt x="737" y="35229"/>
                </a:lnTo>
                <a:lnTo>
                  <a:pt x="737" y="36041"/>
                </a:lnTo>
                <a:lnTo>
                  <a:pt x="737" y="36824"/>
                </a:lnTo>
                <a:lnTo>
                  <a:pt x="737" y="37578"/>
                </a:lnTo>
                <a:lnTo>
                  <a:pt x="737" y="38361"/>
                </a:lnTo>
                <a:lnTo>
                  <a:pt x="802" y="39172"/>
                </a:lnTo>
                <a:lnTo>
                  <a:pt x="802" y="39897"/>
                </a:lnTo>
                <a:lnTo>
                  <a:pt x="802" y="40680"/>
                </a:lnTo>
                <a:lnTo>
                  <a:pt x="802" y="41492"/>
                </a:lnTo>
                <a:lnTo>
                  <a:pt x="898" y="42217"/>
                </a:lnTo>
                <a:lnTo>
                  <a:pt x="898" y="43029"/>
                </a:lnTo>
                <a:lnTo>
                  <a:pt x="898" y="43754"/>
                </a:lnTo>
                <a:lnTo>
                  <a:pt x="898" y="44537"/>
                </a:lnTo>
                <a:lnTo>
                  <a:pt x="898" y="45349"/>
                </a:lnTo>
                <a:lnTo>
                  <a:pt x="962" y="46073"/>
                </a:lnTo>
                <a:lnTo>
                  <a:pt x="962" y="46885"/>
                </a:lnTo>
                <a:lnTo>
                  <a:pt x="962" y="47610"/>
                </a:lnTo>
                <a:lnTo>
                  <a:pt x="962" y="48393"/>
                </a:lnTo>
                <a:lnTo>
                  <a:pt x="962" y="49205"/>
                </a:lnTo>
                <a:lnTo>
                  <a:pt x="1026" y="49930"/>
                </a:lnTo>
                <a:lnTo>
                  <a:pt x="1026" y="50742"/>
                </a:lnTo>
                <a:lnTo>
                  <a:pt x="1026" y="51467"/>
                </a:lnTo>
                <a:lnTo>
                  <a:pt x="1026" y="52249"/>
                </a:lnTo>
                <a:lnTo>
                  <a:pt x="1122" y="53061"/>
                </a:lnTo>
                <a:lnTo>
                  <a:pt x="1122" y="53786"/>
                </a:lnTo>
                <a:lnTo>
                  <a:pt x="1122" y="54598"/>
                </a:lnTo>
                <a:lnTo>
                  <a:pt x="1122" y="55323"/>
                </a:lnTo>
                <a:lnTo>
                  <a:pt x="1122" y="56106"/>
                </a:lnTo>
                <a:lnTo>
                  <a:pt x="1186" y="56860"/>
                </a:lnTo>
                <a:lnTo>
                  <a:pt x="1186" y="57643"/>
                </a:lnTo>
                <a:lnTo>
                  <a:pt x="1186" y="58368"/>
                </a:lnTo>
                <a:lnTo>
                  <a:pt x="1186" y="59179"/>
                </a:lnTo>
                <a:lnTo>
                  <a:pt x="1251" y="59904"/>
                </a:lnTo>
                <a:lnTo>
                  <a:pt x="1251" y="60716"/>
                </a:lnTo>
                <a:lnTo>
                  <a:pt x="1251" y="61441"/>
                </a:lnTo>
                <a:lnTo>
                  <a:pt x="1251" y="62224"/>
                </a:lnTo>
                <a:lnTo>
                  <a:pt x="1251" y="62978"/>
                </a:lnTo>
                <a:lnTo>
                  <a:pt x="1315" y="63761"/>
                </a:lnTo>
                <a:lnTo>
                  <a:pt x="1315" y="64486"/>
                </a:lnTo>
                <a:lnTo>
                  <a:pt x="1315" y="65297"/>
                </a:lnTo>
                <a:lnTo>
                  <a:pt x="1315" y="66022"/>
                </a:lnTo>
                <a:lnTo>
                  <a:pt x="1411" y="66834"/>
                </a:lnTo>
                <a:lnTo>
                  <a:pt x="1411" y="67559"/>
                </a:lnTo>
                <a:lnTo>
                  <a:pt x="1411" y="68284"/>
                </a:lnTo>
                <a:lnTo>
                  <a:pt x="1411" y="69096"/>
                </a:lnTo>
                <a:lnTo>
                  <a:pt x="1411" y="69821"/>
                </a:lnTo>
                <a:lnTo>
                  <a:pt x="1475" y="70604"/>
                </a:lnTo>
                <a:lnTo>
                  <a:pt x="1475" y="71358"/>
                </a:lnTo>
                <a:lnTo>
                  <a:pt x="1475" y="72140"/>
                </a:lnTo>
                <a:lnTo>
                  <a:pt x="1475" y="72865"/>
                </a:lnTo>
                <a:lnTo>
                  <a:pt x="1539" y="73619"/>
                </a:lnTo>
                <a:lnTo>
                  <a:pt x="1539" y="74402"/>
                </a:lnTo>
                <a:lnTo>
                  <a:pt x="1539" y="75127"/>
                </a:lnTo>
                <a:lnTo>
                  <a:pt x="1539" y="75939"/>
                </a:lnTo>
                <a:lnTo>
                  <a:pt x="1539" y="76664"/>
                </a:lnTo>
                <a:lnTo>
                  <a:pt x="1636" y="77389"/>
                </a:lnTo>
                <a:lnTo>
                  <a:pt x="1636" y="78201"/>
                </a:lnTo>
                <a:lnTo>
                  <a:pt x="1636" y="78925"/>
                </a:lnTo>
                <a:lnTo>
                  <a:pt x="1636" y="79650"/>
                </a:lnTo>
                <a:lnTo>
                  <a:pt x="1700" y="80462"/>
                </a:lnTo>
                <a:lnTo>
                  <a:pt x="1700" y="81187"/>
                </a:lnTo>
                <a:lnTo>
                  <a:pt x="1700" y="81912"/>
                </a:lnTo>
                <a:lnTo>
                  <a:pt x="1700" y="82724"/>
                </a:lnTo>
                <a:lnTo>
                  <a:pt x="1700" y="83449"/>
                </a:lnTo>
                <a:lnTo>
                  <a:pt x="1764" y="84174"/>
                </a:lnTo>
                <a:lnTo>
                  <a:pt x="1764" y="84985"/>
                </a:lnTo>
                <a:lnTo>
                  <a:pt x="1764" y="85710"/>
                </a:lnTo>
                <a:lnTo>
                  <a:pt x="1764" y="86435"/>
                </a:lnTo>
                <a:lnTo>
                  <a:pt x="1764" y="87247"/>
                </a:lnTo>
                <a:lnTo>
                  <a:pt x="1828" y="87972"/>
                </a:lnTo>
                <a:lnTo>
                  <a:pt x="1828" y="88697"/>
                </a:lnTo>
                <a:lnTo>
                  <a:pt x="1828" y="89422"/>
                </a:lnTo>
                <a:lnTo>
                  <a:pt x="1828" y="90234"/>
                </a:lnTo>
                <a:lnTo>
                  <a:pt x="1924" y="90959"/>
                </a:lnTo>
                <a:lnTo>
                  <a:pt x="1924" y="91683"/>
                </a:lnTo>
                <a:lnTo>
                  <a:pt x="1924" y="92437"/>
                </a:lnTo>
                <a:lnTo>
                  <a:pt x="1924" y="93220"/>
                </a:lnTo>
                <a:lnTo>
                  <a:pt x="1924" y="93945"/>
                </a:lnTo>
                <a:lnTo>
                  <a:pt x="1988" y="94699"/>
                </a:lnTo>
                <a:lnTo>
                  <a:pt x="1988" y="95424"/>
                </a:lnTo>
                <a:lnTo>
                  <a:pt x="1988" y="96149"/>
                </a:lnTo>
                <a:lnTo>
                  <a:pt x="1988" y="96961"/>
                </a:lnTo>
                <a:lnTo>
                  <a:pt x="2053" y="97686"/>
                </a:lnTo>
                <a:lnTo>
                  <a:pt x="2053" y="98410"/>
                </a:lnTo>
                <a:lnTo>
                  <a:pt x="2053" y="99135"/>
                </a:lnTo>
                <a:lnTo>
                  <a:pt x="2053" y="99860"/>
                </a:lnTo>
                <a:lnTo>
                  <a:pt x="2053" y="100614"/>
                </a:lnTo>
                <a:lnTo>
                  <a:pt x="2117" y="101397"/>
                </a:lnTo>
                <a:lnTo>
                  <a:pt x="2117" y="102122"/>
                </a:lnTo>
                <a:lnTo>
                  <a:pt x="2117" y="102876"/>
                </a:lnTo>
                <a:lnTo>
                  <a:pt x="2117" y="103601"/>
                </a:lnTo>
                <a:lnTo>
                  <a:pt x="2213" y="104325"/>
                </a:lnTo>
                <a:lnTo>
                  <a:pt x="2213" y="105050"/>
                </a:lnTo>
                <a:lnTo>
                  <a:pt x="2213" y="105804"/>
                </a:lnTo>
                <a:lnTo>
                  <a:pt x="2213" y="106529"/>
                </a:lnTo>
                <a:lnTo>
                  <a:pt x="2213" y="107312"/>
                </a:lnTo>
                <a:lnTo>
                  <a:pt x="2277" y="108066"/>
                </a:lnTo>
                <a:lnTo>
                  <a:pt x="2277" y="108791"/>
                </a:lnTo>
                <a:lnTo>
                  <a:pt x="2277" y="109516"/>
                </a:lnTo>
                <a:lnTo>
                  <a:pt x="2277" y="110241"/>
                </a:lnTo>
                <a:lnTo>
                  <a:pt x="2341" y="110965"/>
                </a:lnTo>
                <a:lnTo>
                  <a:pt x="2341" y="111719"/>
                </a:lnTo>
                <a:lnTo>
                  <a:pt x="2341" y="112444"/>
                </a:lnTo>
                <a:lnTo>
                  <a:pt x="2341" y="113169"/>
                </a:lnTo>
                <a:lnTo>
                  <a:pt x="2341" y="113894"/>
                </a:lnTo>
                <a:lnTo>
                  <a:pt x="2438" y="114648"/>
                </a:lnTo>
                <a:lnTo>
                  <a:pt x="2438" y="115373"/>
                </a:lnTo>
                <a:lnTo>
                  <a:pt x="2438" y="116098"/>
                </a:lnTo>
                <a:lnTo>
                  <a:pt x="2438" y="116823"/>
                </a:lnTo>
                <a:lnTo>
                  <a:pt x="2502" y="117576"/>
                </a:lnTo>
                <a:lnTo>
                  <a:pt x="2502" y="118301"/>
                </a:lnTo>
                <a:lnTo>
                  <a:pt x="2502" y="119026"/>
                </a:lnTo>
                <a:lnTo>
                  <a:pt x="2502" y="119751"/>
                </a:lnTo>
                <a:lnTo>
                  <a:pt x="2502" y="120476"/>
                </a:lnTo>
                <a:lnTo>
                  <a:pt x="2566" y="121230"/>
                </a:lnTo>
                <a:lnTo>
                  <a:pt x="2566" y="121955"/>
                </a:lnTo>
                <a:lnTo>
                  <a:pt x="2566" y="122680"/>
                </a:lnTo>
                <a:lnTo>
                  <a:pt x="2566" y="123405"/>
                </a:lnTo>
                <a:lnTo>
                  <a:pt x="2566" y="124158"/>
                </a:lnTo>
                <a:lnTo>
                  <a:pt x="2630" y="124796"/>
                </a:lnTo>
                <a:lnTo>
                  <a:pt x="2630" y="125550"/>
                </a:lnTo>
                <a:lnTo>
                  <a:pt x="2630" y="126275"/>
                </a:lnTo>
                <a:lnTo>
                  <a:pt x="2630" y="127000"/>
                </a:lnTo>
                <a:lnTo>
                  <a:pt x="2726" y="127725"/>
                </a:lnTo>
                <a:lnTo>
                  <a:pt x="2726" y="128479"/>
                </a:lnTo>
                <a:lnTo>
                  <a:pt x="2726" y="129204"/>
                </a:lnTo>
                <a:lnTo>
                  <a:pt x="2726" y="129929"/>
                </a:lnTo>
                <a:lnTo>
                  <a:pt x="2726" y="130595"/>
                </a:lnTo>
                <a:lnTo>
                  <a:pt x="2790" y="131320"/>
                </a:lnTo>
                <a:lnTo>
                  <a:pt x="2790" y="132045"/>
                </a:lnTo>
                <a:lnTo>
                  <a:pt x="2790" y="132799"/>
                </a:lnTo>
                <a:lnTo>
                  <a:pt x="2790" y="133524"/>
                </a:lnTo>
                <a:lnTo>
                  <a:pt x="2855" y="134249"/>
                </a:lnTo>
                <a:lnTo>
                  <a:pt x="2855" y="134916"/>
                </a:lnTo>
                <a:lnTo>
                  <a:pt x="2855" y="135641"/>
                </a:lnTo>
                <a:lnTo>
                  <a:pt x="2855" y="136395"/>
                </a:lnTo>
                <a:lnTo>
                  <a:pt x="2855" y="137119"/>
                </a:lnTo>
                <a:lnTo>
                  <a:pt x="2951" y="137786"/>
                </a:lnTo>
                <a:lnTo>
                  <a:pt x="2951" y="138511"/>
                </a:lnTo>
                <a:lnTo>
                  <a:pt x="2951" y="139236"/>
                </a:lnTo>
                <a:lnTo>
                  <a:pt x="2951" y="139961"/>
                </a:lnTo>
                <a:lnTo>
                  <a:pt x="3015" y="140628"/>
                </a:lnTo>
                <a:lnTo>
                  <a:pt x="3015" y="141382"/>
                </a:lnTo>
                <a:lnTo>
                  <a:pt x="3015" y="142107"/>
                </a:lnTo>
                <a:lnTo>
                  <a:pt x="3015" y="142774"/>
                </a:lnTo>
                <a:lnTo>
                  <a:pt x="3015" y="143498"/>
                </a:lnTo>
                <a:lnTo>
                  <a:pt x="3079" y="144223"/>
                </a:lnTo>
                <a:lnTo>
                  <a:pt x="3079" y="144948"/>
                </a:lnTo>
                <a:lnTo>
                  <a:pt x="3079" y="145615"/>
                </a:lnTo>
                <a:lnTo>
                  <a:pt x="3079" y="146369"/>
                </a:lnTo>
                <a:lnTo>
                  <a:pt x="3143" y="147094"/>
                </a:lnTo>
                <a:lnTo>
                  <a:pt x="3143" y="147761"/>
                </a:lnTo>
                <a:lnTo>
                  <a:pt x="3143" y="148486"/>
                </a:lnTo>
                <a:lnTo>
                  <a:pt x="3143" y="149153"/>
                </a:lnTo>
                <a:lnTo>
                  <a:pt x="3143" y="14987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847393" y="3758963"/>
            <a:ext cx="3240" cy="126611"/>
          </a:xfrm>
          <a:custGeom>
            <a:avLst/>
            <a:gdLst/>
            <a:ahLst/>
            <a:cxnLst/>
            <a:rect l="l" t="t" r="r" b="b"/>
            <a:pathLst>
              <a:path w="3240" h="126611">
                <a:moveTo>
                  <a:pt x="0" y="0"/>
                </a:moveTo>
                <a:lnTo>
                  <a:pt x="96" y="724"/>
                </a:lnTo>
                <a:lnTo>
                  <a:pt x="96" y="1391"/>
                </a:lnTo>
                <a:lnTo>
                  <a:pt x="96" y="2116"/>
                </a:lnTo>
                <a:lnTo>
                  <a:pt x="96" y="2783"/>
                </a:lnTo>
                <a:lnTo>
                  <a:pt x="160" y="3537"/>
                </a:lnTo>
                <a:lnTo>
                  <a:pt x="160" y="4204"/>
                </a:lnTo>
                <a:lnTo>
                  <a:pt x="160" y="4929"/>
                </a:lnTo>
                <a:lnTo>
                  <a:pt x="160" y="5654"/>
                </a:lnTo>
                <a:lnTo>
                  <a:pt x="160" y="6321"/>
                </a:lnTo>
                <a:lnTo>
                  <a:pt x="224" y="7045"/>
                </a:lnTo>
                <a:lnTo>
                  <a:pt x="224" y="7712"/>
                </a:lnTo>
                <a:lnTo>
                  <a:pt x="224" y="8437"/>
                </a:lnTo>
                <a:lnTo>
                  <a:pt x="224" y="9104"/>
                </a:lnTo>
                <a:lnTo>
                  <a:pt x="224" y="9829"/>
                </a:lnTo>
                <a:lnTo>
                  <a:pt x="288" y="10496"/>
                </a:lnTo>
                <a:lnTo>
                  <a:pt x="288" y="11250"/>
                </a:lnTo>
                <a:lnTo>
                  <a:pt x="288" y="11917"/>
                </a:lnTo>
                <a:lnTo>
                  <a:pt x="288" y="12584"/>
                </a:lnTo>
                <a:lnTo>
                  <a:pt x="384" y="13308"/>
                </a:lnTo>
                <a:lnTo>
                  <a:pt x="384" y="13975"/>
                </a:lnTo>
                <a:lnTo>
                  <a:pt x="384" y="14700"/>
                </a:lnTo>
                <a:lnTo>
                  <a:pt x="384" y="15367"/>
                </a:lnTo>
                <a:lnTo>
                  <a:pt x="384" y="16092"/>
                </a:lnTo>
                <a:lnTo>
                  <a:pt x="449" y="16759"/>
                </a:lnTo>
                <a:lnTo>
                  <a:pt x="449" y="17426"/>
                </a:lnTo>
                <a:lnTo>
                  <a:pt x="449" y="18151"/>
                </a:lnTo>
                <a:lnTo>
                  <a:pt x="449" y="18818"/>
                </a:lnTo>
                <a:lnTo>
                  <a:pt x="513" y="19485"/>
                </a:lnTo>
                <a:lnTo>
                  <a:pt x="513" y="20209"/>
                </a:lnTo>
                <a:lnTo>
                  <a:pt x="513" y="20876"/>
                </a:lnTo>
                <a:lnTo>
                  <a:pt x="513" y="21543"/>
                </a:lnTo>
                <a:lnTo>
                  <a:pt x="513" y="22268"/>
                </a:lnTo>
                <a:lnTo>
                  <a:pt x="609" y="22935"/>
                </a:lnTo>
                <a:lnTo>
                  <a:pt x="609" y="23602"/>
                </a:lnTo>
                <a:lnTo>
                  <a:pt x="609" y="24327"/>
                </a:lnTo>
                <a:lnTo>
                  <a:pt x="609" y="25005"/>
                </a:lnTo>
                <a:lnTo>
                  <a:pt x="673" y="25669"/>
                </a:lnTo>
                <a:lnTo>
                  <a:pt x="673" y="26333"/>
                </a:lnTo>
                <a:lnTo>
                  <a:pt x="673" y="27067"/>
                </a:lnTo>
                <a:lnTo>
                  <a:pt x="673" y="27731"/>
                </a:lnTo>
                <a:lnTo>
                  <a:pt x="673" y="28395"/>
                </a:lnTo>
                <a:lnTo>
                  <a:pt x="737" y="29062"/>
                </a:lnTo>
                <a:lnTo>
                  <a:pt x="737" y="29792"/>
                </a:lnTo>
                <a:lnTo>
                  <a:pt x="737" y="30456"/>
                </a:lnTo>
                <a:lnTo>
                  <a:pt x="737" y="31120"/>
                </a:lnTo>
                <a:lnTo>
                  <a:pt x="802" y="31787"/>
                </a:lnTo>
                <a:lnTo>
                  <a:pt x="802" y="32451"/>
                </a:lnTo>
                <a:lnTo>
                  <a:pt x="802" y="33115"/>
                </a:lnTo>
                <a:lnTo>
                  <a:pt x="802" y="33849"/>
                </a:lnTo>
                <a:lnTo>
                  <a:pt x="802" y="34513"/>
                </a:lnTo>
                <a:lnTo>
                  <a:pt x="898" y="35177"/>
                </a:lnTo>
                <a:lnTo>
                  <a:pt x="898" y="35844"/>
                </a:lnTo>
                <a:lnTo>
                  <a:pt x="898" y="36508"/>
                </a:lnTo>
                <a:lnTo>
                  <a:pt x="898" y="37172"/>
                </a:lnTo>
                <a:lnTo>
                  <a:pt x="962" y="37839"/>
                </a:lnTo>
                <a:lnTo>
                  <a:pt x="962" y="38503"/>
                </a:lnTo>
                <a:lnTo>
                  <a:pt x="962" y="39167"/>
                </a:lnTo>
                <a:lnTo>
                  <a:pt x="962" y="39834"/>
                </a:lnTo>
                <a:lnTo>
                  <a:pt x="962" y="40498"/>
                </a:lnTo>
                <a:lnTo>
                  <a:pt x="1026" y="41228"/>
                </a:lnTo>
                <a:lnTo>
                  <a:pt x="1026" y="41895"/>
                </a:lnTo>
                <a:lnTo>
                  <a:pt x="1026" y="42559"/>
                </a:lnTo>
                <a:lnTo>
                  <a:pt x="1026" y="43223"/>
                </a:lnTo>
                <a:lnTo>
                  <a:pt x="1026" y="43890"/>
                </a:lnTo>
                <a:lnTo>
                  <a:pt x="1090" y="44554"/>
                </a:lnTo>
                <a:lnTo>
                  <a:pt x="1090" y="45218"/>
                </a:lnTo>
                <a:lnTo>
                  <a:pt x="1090" y="45818"/>
                </a:lnTo>
                <a:lnTo>
                  <a:pt x="1090" y="46482"/>
                </a:lnTo>
                <a:lnTo>
                  <a:pt x="1186" y="47146"/>
                </a:lnTo>
                <a:lnTo>
                  <a:pt x="1186" y="47813"/>
                </a:lnTo>
                <a:lnTo>
                  <a:pt x="1186" y="48477"/>
                </a:lnTo>
                <a:lnTo>
                  <a:pt x="1186" y="49141"/>
                </a:lnTo>
                <a:lnTo>
                  <a:pt x="1186" y="49808"/>
                </a:lnTo>
                <a:lnTo>
                  <a:pt x="1251" y="50472"/>
                </a:lnTo>
                <a:lnTo>
                  <a:pt x="1251" y="51136"/>
                </a:lnTo>
                <a:lnTo>
                  <a:pt x="1251" y="51803"/>
                </a:lnTo>
                <a:lnTo>
                  <a:pt x="1251" y="52467"/>
                </a:lnTo>
                <a:lnTo>
                  <a:pt x="1315" y="53064"/>
                </a:lnTo>
                <a:lnTo>
                  <a:pt x="1315" y="53731"/>
                </a:lnTo>
                <a:lnTo>
                  <a:pt x="1315" y="54395"/>
                </a:lnTo>
                <a:lnTo>
                  <a:pt x="1315" y="55059"/>
                </a:lnTo>
                <a:lnTo>
                  <a:pt x="1315" y="55726"/>
                </a:lnTo>
                <a:lnTo>
                  <a:pt x="1411" y="56323"/>
                </a:lnTo>
                <a:lnTo>
                  <a:pt x="1411" y="56990"/>
                </a:lnTo>
                <a:lnTo>
                  <a:pt x="1411" y="57654"/>
                </a:lnTo>
                <a:lnTo>
                  <a:pt x="1411" y="58318"/>
                </a:lnTo>
                <a:lnTo>
                  <a:pt x="1475" y="58918"/>
                </a:lnTo>
                <a:lnTo>
                  <a:pt x="1475" y="59582"/>
                </a:lnTo>
                <a:lnTo>
                  <a:pt x="1475" y="60246"/>
                </a:lnTo>
                <a:lnTo>
                  <a:pt x="1475" y="60913"/>
                </a:lnTo>
                <a:lnTo>
                  <a:pt x="1475" y="61511"/>
                </a:lnTo>
                <a:lnTo>
                  <a:pt x="1539" y="62175"/>
                </a:lnTo>
                <a:lnTo>
                  <a:pt x="1539" y="62842"/>
                </a:lnTo>
                <a:lnTo>
                  <a:pt x="1539" y="63439"/>
                </a:lnTo>
                <a:lnTo>
                  <a:pt x="1539" y="64103"/>
                </a:lnTo>
                <a:lnTo>
                  <a:pt x="1604" y="64770"/>
                </a:lnTo>
                <a:lnTo>
                  <a:pt x="1604" y="65367"/>
                </a:lnTo>
                <a:lnTo>
                  <a:pt x="1604" y="66031"/>
                </a:lnTo>
                <a:lnTo>
                  <a:pt x="1604" y="66698"/>
                </a:lnTo>
                <a:lnTo>
                  <a:pt x="1604" y="67295"/>
                </a:lnTo>
                <a:lnTo>
                  <a:pt x="1700" y="67962"/>
                </a:lnTo>
                <a:lnTo>
                  <a:pt x="1700" y="68559"/>
                </a:lnTo>
                <a:lnTo>
                  <a:pt x="1700" y="69223"/>
                </a:lnTo>
                <a:lnTo>
                  <a:pt x="1700" y="69824"/>
                </a:lnTo>
                <a:lnTo>
                  <a:pt x="1764" y="70488"/>
                </a:lnTo>
                <a:lnTo>
                  <a:pt x="1764" y="71152"/>
                </a:lnTo>
                <a:lnTo>
                  <a:pt x="1764" y="71752"/>
                </a:lnTo>
                <a:lnTo>
                  <a:pt x="1764" y="72416"/>
                </a:lnTo>
                <a:lnTo>
                  <a:pt x="1764" y="73013"/>
                </a:lnTo>
                <a:lnTo>
                  <a:pt x="1828" y="73680"/>
                </a:lnTo>
                <a:lnTo>
                  <a:pt x="1828" y="74277"/>
                </a:lnTo>
                <a:lnTo>
                  <a:pt x="1828" y="74944"/>
                </a:lnTo>
                <a:lnTo>
                  <a:pt x="1828" y="75542"/>
                </a:lnTo>
                <a:lnTo>
                  <a:pt x="1828" y="76139"/>
                </a:lnTo>
                <a:lnTo>
                  <a:pt x="1924" y="76806"/>
                </a:lnTo>
                <a:lnTo>
                  <a:pt x="1924" y="77403"/>
                </a:lnTo>
                <a:lnTo>
                  <a:pt x="1924" y="78067"/>
                </a:lnTo>
                <a:lnTo>
                  <a:pt x="1924" y="78667"/>
                </a:lnTo>
                <a:lnTo>
                  <a:pt x="1988" y="79265"/>
                </a:lnTo>
                <a:lnTo>
                  <a:pt x="1988" y="79932"/>
                </a:lnTo>
                <a:lnTo>
                  <a:pt x="1988" y="80529"/>
                </a:lnTo>
                <a:lnTo>
                  <a:pt x="1988" y="81193"/>
                </a:lnTo>
                <a:lnTo>
                  <a:pt x="1988" y="81793"/>
                </a:lnTo>
                <a:lnTo>
                  <a:pt x="2053" y="82390"/>
                </a:lnTo>
                <a:lnTo>
                  <a:pt x="2053" y="83054"/>
                </a:lnTo>
                <a:lnTo>
                  <a:pt x="2053" y="83655"/>
                </a:lnTo>
                <a:lnTo>
                  <a:pt x="2053" y="84252"/>
                </a:lnTo>
                <a:lnTo>
                  <a:pt x="2117" y="84852"/>
                </a:lnTo>
                <a:lnTo>
                  <a:pt x="2117" y="85516"/>
                </a:lnTo>
                <a:lnTo>
                  <a:pt x="2117" y="86113"/>
                </a:lnTo>
                <a:lnTo>
                  <a:pt x="2117" y="86714"/>
                </a:lnTo>
                <a:lnTo>
                  <a:pt x="2117" y="87311"/>
                </a:lnTo>
                <a:lnTo>
                  <a:pt x="2213" y="87975"/>
                </a:lnTo>
                <a:lnTo>
                  <a:pt x="2213" y="88575"/>
                </a:lnTo>
                <a:lnTo>
                  <a:pt x="2213" y="89172"/>
                </a:lnTo>
                <a:lnTo>
                  <a:pt x="2213" y="89773"/>
                </a:lnTo>
                <a:lnTo>
                  <a:pt x="2277" y="90370"/>
                </a:lnTo>
                <a:lnTo>
                  <a:pt x="2277" y="91034"/>
                </a:lnTo>
                <a:lnTo>
                  <a:pt x="2277" y="91634"/>
                </a:lnTo>
                <a:lnTo>
                  <a:pt x="2277" y="92231"/>
                </a:lnTo>
                <a:lnTo>
                  <a:pt x="2277" y="92832"/>
                </a:lnTo>
                <a:lnTo>
                  <a:pt x="2341" y="93429"/>
                </a:lnTo>
                <a:lnTo>
                  <a:pt x="2341" y="94026"/>
                </a:lnTo>
                <a:lnTo>
                  <a:pt x="2341" y="94626"/>
                </a:lnTo>
                <a:lnTo>
                  <a:pt x="2341" y="95224"/>
                </a:lnTo>
                <a:lnTo>
                  <a:pt x="2406" y="95824"/>
                </a:lnTo>
                <a:lnTo>
                  <a:pt x="2406" y="96421"/>
                </a:lnTo>
                <a:lnTo>
                  <a:pt x="2406" y="97019"/>
                </a:lnTo>
                <a:lnTo>
                  <a:pt x="2406" y="97619"/>
                </a:lnTo>
                <a:lnTo>
                  <a:pt x="2406" y="98216"/>
                </a:lnTo>
                <a:lnTo>
                  <a:pt x="2502" y="98816"/>
                </a:lnTo>
                <a:lnTo>
                  <a:pt x="2502" y="99414"/>
                </a:lnTo>
                <a:lnTo>
                  <a:pt x="2502" y="100011"/>
                </a:lnTo>
                <a:lnTo>
                  <a:pt x="2502" y="100611"/>
                </a:lnTo>
                <a:lnTo>
                  <a:pt x="2566" y="101208"/>
                </a:lnTo>
                <a:lnTo>
                  <a:pt x="2566" y="101809"/>
                </a:lnTo>
                <a:lnTo>
                  <a:pt x="2566" y="102406"/>
                </a:lnTo>
                <a:lnTo>
                  <a:pt x="2566" y="103003"/>
                </a:lnTo>
                <a:lnTo>
                  <a:pt x="2566" y="103604"/>
                </a:lnTo>
                <a:lnTo>
                  <a:pt x="2630" y="104201"/>
                </a:lnTo>
                <a:lnTo>
                  <a:pt x="2630" y="104801"/>
                </a:lnTo>
                <a:lnTo>
                  <a:pt x="2630" y="105398"/>
                </a:lnTo>
                <a:lnTo>
                  <a:pt x="2630" y="105996"/>
                </a:lnTo>
                <a:lnTo>
                  <a:pt x="2630" y="106529"/>
                </a:lnTo>
                <a:lnTo>
                  <a:pt x="2726" y="107126"/>
                </a:lnTo>
                <a:lnTo>
                  <a:pt x="2726" y="107727"/>
                </a:lnTo>
                <a:lnTo>
                  <a:pt x="2726" y="108324"/>
                </a:lnTo>
                <a:lnTo>
                  <a:pt x="2726" y="108921"/>
                </a:lnTo>
                <a:lnTo>
                  <a:pt x="2790" y="109455"/>
                </a:lnTo>
                <a:lnTo>
                  <a:pt x="2790" y="110052"/>
                </a:lnTo>
                <a:lnTo>
                  <a:pt x="2790" y="110652"/>
                </a:lnTo>
                <a:lnTo>
                  <a:pt x="2790" y="111250"/>
                </a:lnTo>
                <a:lnTo>
                  <a:pt x="2790" y="111783"/>
                </a:lnTo>
                <a:lnTo>
                  <a:pt x="2855" y="112380"/>
                </a:lnTo>
                <a:lnTo>
                  <a:pt x="2855" y="112978"/>
                </a:lnTo>
                <a:lnTo>
                  <a:pt x="2855" y="113511"/>
                </a:lnTo>
                <a:lnTo>
                  <a:pt x="2855" y="114109"/>
                </a:lnTo>
                <a:lnTo>
                  <a:pt x="2919" y="114709"/>
                </a:lnTo>
                <a:lnTo>
                  <a:pt x="2919" y="115239"/>
                </a:lnTo>
                <a:lnTo>
                  <a:pt x="2919" y="115837"/>
                </a:lnTo>
                <a:lnTo>
                  <a:pt x="2919" y="116437"/>
                </a:lnTo>
                <a:lnTo>
                  <a:pt x="2919" y="116968"/>
                </a:lnTo>
                <a:lnTo>
                  <a:pt x="3015" y="117568"/>
                </a:lnTo>
                <a:lnTo>
                  <a:pt x="3015" y="118098"/>
                </a:lnTo>
                <a:lnTo>
                  <a:pt x="3015" y="118699"/>
                </a:lnTo>
                <a:lnTo>
                  <a:pt x="3015" y="119296"/>
                </a:lnTo>
                <a:lnTo>
                  <a:pt x="3079" y="119829"/>
                </a:lnTo>
                <a:lnTo>
                  <a:pt x="3079" y="120427"/>
                </a:lnTo>
                <a:lnTo>
                  <a:pt x="3079" y="120957"/>
                </a:lnTo>
                <a:lnTo>
                  <a:pt x="3079" y="121558"/>
                </a:lnTo>
                <a:lnTo>
                  <a:pt x="3079" y="122088"/>
                </a:lnTo>
                <a:lnTo>
                  <a:pt x="3143" y="122688"/>
                </a:lnTo>
                <a:lnTo>
                  <a:pt x="3143" y="123219"/>
                </a:lnTo>
                <a:lnTo>
                  <a:pt x="3143" y="123819"/>
                </a:lnTo>
                <a:lnTo>
                  <a:pt x="3143" y="124350"/>
                </a:lnTo>
                <a:lnTo>
                  <a:pt x="3240" y="124880"/>
                </a:lnTo>
                <a:lnTo>
                  <a:pt x="3240" y="125481"/>
                </a:lnTo>
                <a:lnTo>
                  <a:pt x="3240" y="126011"/>
                </a:lnTo>
                <a:lnTo>
                  <a:pt x="3240" y="12661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850633" y="3885575"/>
            <a:ext cx="3208" cy="91631"/>
          </a:xfrm>
          <a:custGeom>
            <a:avLst/>
            <a:gdLst/>
            <a:ahLst/>
            <a:cxnLst/>
            <a:rect l="l" t="t" r="r" b="b"/>
            <a:pathLst>
              <a:path w="3208" h="91631">
                <a:moveTo>
                  <a:pt x="0" y="0"/>
                </a:moveTo>
                <a:lnTo>
                  <a:pt x="0" y="530"/>
                </a:lnTo>
                <a:lnTo>
                  <a:pt x="64" y="1064"/>
                </a:lnTo>
                <a:lnTo>
                  <a:pt x="64" y="1661"/>
                </a:lnTo>
                <a:lnTo>
                  <a:pt x="64" y="2194"/>
                </a:lnTo>
                <a:lnTo>
                  <a:pt x="64" y="2725"/>
                </a:lnTo>
                <a:lnTo>
                  <a:pt x="128" y="3322"/>
                </a:lnTo>
                <a:lnTo>
                  <a:pt x="128" y="3856"/>
                </a:lnTo>
                <a:lnTo>
                  <a:pt x="128" y="4387"/>
                </a:lnTo>
                <a:lnTo>
                  <a:pt x="128" y="4920"/>
                </a:lnTo>
                <a:lnTo>
                  <a:pt x="128" y="5517"/>
                </a:lnTo>
                <a:lnTo>
                  <a:pt x="192" y="6051"/>
                </a:lnTo>
                <a:lnTo>
                  <a:pt x="192" y="6581"/>
                </a:lnTo>
                <a:lnTo>
                  <a:pt x="192" y="7115"/>
                </a:lnTo>
                <a:lnTo>
                  <a:pt x="192" y="7712"/>
                </a:lnTo>
                <a:lnTo>
                  <a:pt x="192" y="8243"/>
                </a:lnTo>
                <a:lnTo>
                  <a:pt x="288" y="8776"/>
                </a:lnTo>
                <a:lnTo>
                  <a:pt x="288" y="9307"/>
                </a:lnTo>
                <a:lnTo>
                  <a:pt x="288" y="9841"/>
                </a:lnTo>
                <a:lnTo>
                  <a:pt x="288" y="10371"/>
                </a:lnTo>
                <a:lnTo>
                  <a:pt x="352" y="10905"/>
                </a:lnTo>
                <a:lnTo>
                  <a:pt x="352" y="11502"/>
                </a:lnTo>
                <a:lnTo>
                  <a:pt x="352" y="12036"/>
                </a:lnTo>
                <a:lnTo>
                  <a:pt x="352" y="12566"/>
                </a:lnTo>
                <a:lnTo>
                  <a:pt x="352" y="13100"/>
                </a:lnTo>
                <a:lnTo>
                  <a:pt x="417" y="13630"/>
                </a:lnTo>
                <a:lnTo>
                  <a:pt x="417" y="14164"/>
                </a:lnTo>
                <a:lnTo>
                  <a:pt x="417" y="14694"/>
                </a:lnTo>
                <a:lnTo>
                  <a:pt x="417" y="15225"/>
                </a:lnTo>
                <a:lnTo>
                  <a:pt x="481" y="15759"/>
                </a:lnTo>
                <a:lnTo>
                  <a:pt x="481" y="16289"/>
                </a:lnTo>
                <a:lnTo>
                  <a:pt x="481" y="16823"/>
                </a:lnTo>
                <a:lnTo>
                  <a:pt x="481" y="17353"/>
                </a:lnTo>
                <a:lnTo>
                  <a:pt x="481" y="17887"/>
                </a:lnTo>
                <a:lnTo>
                  <a:pt x="577" y="18417"/>
                </a:lnTo>
                <a:lnTo>
                  <a:pt x="577" y="18884"/>
                </a:lnTo>
                <a:lnTo>
                  <a:pt x="577" y="19415"/>
                </a:lnTo>
                <a:lnTo>
                  <a:pt x="577" y="19948"/>
                </a:lnTo>
                <a:lnTo>
                  <a:pt x="641" y="20479"/>
                </a:lnTo>
                <a:lnTo>
                  <a:pt x="641" y="21013"/>
                </a:lnTo>
                <a:lnTo>
                  <a:pt x="641" y="21543"/>
                </a:lnTo>
                <a:lnTo>
                  <a:pt x="641" y="22077"/>
                </a:lnTo>
                <a:lnTo>
                  <a:pt x="641" y="22541"/>
                </a:lnTo>
                <a:lnTo>
                  <a:pt x="705" y="23074"/>
                </a:lnTo>
                <a:lnTo>
                  <a:pt x="705" y="23605"/>
                </a:lnTo>
                <a:lnTo>
                  <a:pt x="705" y="24138"/>
                </a:lnTo>
                <a:lnTo>
                  <a:pt x="705" y="24602"/>
                </a:lnTo>
                <a:lnTo>
                  <a:pt x="802" y="25136"/>
                </a:lnTo>
                <a:lnTo>
                  <a:pt x="802" y="25666"/>
                </a:lnTo>
                <a:lnTo>
                  <a:pt x="802" y="26197"/>
                </a:lnTo>
                <a:lnTo>
                  <a:pt x="802" y="26664"/>
                </a:lnTo>
                <a:lnTo>
                  <a:pt x="802" y="27194"/>
                </a:lnTo>
                <a:lnTo>
                  <a:pt x="866" y="27728"/>
                </a:lnTo>
                <a:lnTo>
                  <a:pt x="866" y="28192"/>
                </a:lnTo>
                <a:lnTo>
                  <a:pt x="866" y="28725"/>
                </a:lnTo>
                <a:lnTo>
                  <a:pt x="866" y="29256"/>
                </a:lnTo>
                <a:lnTo>
                  <a:pt x="930" y="29723"/>
                </a:lnTo>
                <a:lnTo>
                  <a:pt x="930" y="30253"/>
                </a:lnTo>
                <a:lnTo>
                  <a:pt x="930" y="30720"/>
                </a:lnTo>
                <a:lnTo>
                  <a:pt x="930" y="31251"/>
                </a:lnTo>
                <a:lnTo>
                  <a:pt x="930" y="31718"/>
                </a:lnTo>
                <a:lnTo>
                  <a:pt x="994" y="32248"/>
                </a:lnTo>
                <a:lnTo>
                  <a:pt x="994" y="32782"/>
                </a:lnTo>
                <a:lnTo>
                  <a:pt x="994" y="33246"/>
                </a:lnTo>
                <a:lnTo>
                  <a:pt x="994" y="33713"/>
                </a:lnTo>
                <a:lnTo>
                  <a:pt x="994" y="34243"/>
                </a:lnTo>
                <a:lnTo>
                  <a:pt x="1090" y="34710"/>
                </a:lnTo>
                <a:lnTo>
                  <a:pt x="1090" y="35241"/>
                </a:lnTo>
                <a:lnTo>
                  <a:pt x="1090" y="35708"/>
                </a:lnTo>
                <a:lnTo>
                  <a:pt x="1090" y="36238"/>
                </a:lnTo>
                <a:lnTo>
                  <a:pt x="1154" y="36705"/>
                </a:lnTo>
                <a:lnTo>
                  <a:pt x="1154" y="37236"/>
                </a:lnTo>
                <a:lnTo>
                  <a:pt x="1154" y="37702"/>
                </a:lnTo>
                <a:lnTo>
                  <a:pt x="1154" y="38166"/>
                </a:lnTo>
                <a:lnTo>
                  <a:pt x="1154" y="38700"/>
                </a:lnTo>
                <a:lnTo>
                  <a:pt x="1219" y="39164"/>
                </a:lnTo>
                <a:lnTo>
                  <a:pt x="1219" y="39631"/>
                </a:lnTo>
                <a:lnTo>
                  <a:pt x="1219" y="40161"/>
                </a:lnTo>
                <a:lnTo>
                  <a:pt x="1219" y="40628"/>
                </a:lnTo>
                <a:lnTo>
                  <a:pt x="1283" y="41095"/>
                </a:lnTo>
                <a:lnTo>
                  <a:pt x="1283" y="41559"/>
                </a:lnTo>
                <a:lnTo>
                  <a:pt x="1283" y="42092"/>
                </a:lnTo>
                <a:lnTo>
                  <a:pt x="1283" y="42556"/>
                </a:lnTo>
                <a:lnTo>
                  <a:pt x="1283" y="43023"/>
                </a:lnTo>
                <a:lnTo>
                  <a:pt x="1379" y="43487"/>
                </a:lnTo>
                <a:lnTo>
                  <a:pt x="1379" y="43954"/>
                </a:lnTo>
                <a:lnTo>
                  <a:pt x="1379" y="44484"/>
                </a:lnTo>
                <a:lnTo>
                  <a:pt x="1379" y="44951"/>
                </a:lnTo>
                <a:lnTo>
                  <a:pt x="1443" y="45415"/>
                </a:lnTo>
                <a:lnTo>
                  <a:pt x="1443" y="45882"/>
                </a:lnTo>
                <a:lnTo>
                  <a:pt x="1443" y="46346"/>
                </a:lnTo>
                <a:lnTo>
                  <a:pt x="1443" y="46813"/>
                </a:lnTo>
                <a:lnTo>
                  <a:pt x="1443" y="47277"/>
                </a:lnTo>
                <a:lnTo>
                  <a:pt x="1507" y="47744"/>
                </a:lnTo>
                <a:lnTo>
                  <a:pt x="1507" y="48208"/>
                </a:lnTo>
                <a:lnTo>
                  <a:pt x="1507" y="48674"/>
                </a:lnTo>
                <a:lnTo>
                  <a:pt x="1507" y="49138"/>
                </a:lnTo>
                <a:lnTo>
                  <a:pt x="1604" y="49605"/>
                </a:lnTo>
                <a:lnTo>
                  <a:pt x="1604" y="50072"/>
                </a:lnTo>
                <a:lnTo>
                  <a:pt x="1604" y="50536"/>
                </a:lnTo>
                <a:lnTo>
                  <a:pt x="1604" y="51003"/>
                </a:lnTo>
                <a:lnTo>
                  <a:pt x="1604" y="51467"/>
                </a:lnTo>
                <a:lnTo>
                  <a:pt x="1668" y="51933"/>
                </a:lnTo>
                <a:lnTo>
                  <a:pt x="1668" y="52397"/>
                </a:lnTo>
                <a:lnTo>
                  <a:pt x="1668" y="52864"/>
                </a:lnTo>
                <a:lnTo>
                  <a:pt x="1668" y="53328"/>
                </a:lnTo>
                <a:lnTo>
                  <a:pt x="1732" y="53795"/>
                </a:lnTo>
                <a:lnTo>
                  <a:pt x="1732" y="54259"/>
                </a:lnTo>
                <a:lnTo>
                  <a:pt x="1732" y="54659"/>
                </a:lnTo>
                <a:lnTo>
                  <a:pt x="1732" y="55123"/>
                </a:lnTo>
                <a:lnTo>
                  <a:pt x="1732" y="55590"/>
                </a:lnTo>
                <a:lnTo>
                  <a:pt x="1796" y="56057"/>
                </a:lnTo>
                <a:lnTo>
                  <a:pt x="1796" y="56521"/>
                </a:lnTo>
                <a:lnTo>
                  <a:pt x="1796" y="56921"/>
                </a:lnTo>
                <a:lnTo>
                  <a:pt x="1796" y="57385"/>
                </a:lnTo>
                <a:lnTo>
                  <a:pt x="1796" y="57851"/>
                </a:lnTo>
                <a:lnTo>
                  <a:pt x="1892" y="58315"/>
                </a:lnTo>
                <a:lnTo>
                  <a:pt x="1892" y="58715"/>
                </a:lnTo>
                <a:lnTo>
                  <a:pt x="1892" y="59179"/>
                </a:lnTo>
                <a:lnTo>
                  <a:pt x="1892" y="59646"/>
                </a:lnTo>
                <a:lnTo>
                  <a:pt x="1956" y="60046"/>
                </a:lnTo>
                <a:lnTo>
                  <a:pt x="1956" y="60510"/>
                </a:lnTo>
                <a:lnTo>
                  <a:pt x="1956" y="60977"/>
                </a:lnTo>
                <a:lnTo>
                  <a:pt x="1956" y="61374"/>
                </a:lnTo>
                <a:lnTo>
                  <a:pt x="1956" y="61841"/>
                </a:lnTo>
                <a:lnTo>
                  <a:pt x="2021" y="62238"/>
                </a:lnTo>
                <a:lnTo>
                  <a:pt x="2021" y="62705"/>
                </a:lnTo>
                <a:lnTo>
                  <a:pt x="2021" y="63103"/>
                </a:lnTo>
                <a:lnTo>
                  <a:pt x="2021" y="63569"/>
                </a:lnTo>
                <a:lnTo>
                  <a:pt x="2117" y="63969"/>
                </a:lnTo>
                <a:lnTo>
                  <a:pt x="2117" y="64433"/>
                </a:lnTo>
                <a:lnTo>
                  <a:pt x="2117" y="64834"/>
                </a:lnTo>
                <a:lnTo>
                  <a:pt x="2117" y="65297"/>
                </a:lnTo>
                <a:lnTo>
                  <a:pt x="2117" y="65698"/>
                </a:lnTo>
                <a:lnTo>
                  <a:pt x="2181" y="66162"/>
                </a:lnTo>
                <a:lnTo>
                  <a:pt x="2181" y="66562"/>
                </a:lnTo>
                <a:lnTo>
                  <a:pt x="2181" y="67029"/>
                </a:lnTo>
                <a:lnTo>
                  <a:pt x="2181" y="67426"/>
                </a:lnTo>
                <a:lnTo>
                  <a:pt x="2245" y="67826"/>
                </a:lnTo>
                <a:lnTo>
                  <a:pt x="2245" y="68290"/>
                </a:lnTo>
                <a:lnTo>
                  <a:pt x="2245" y="68690"/>
                </a:lnTo>
                <a:lnTo>
                  <a:pt x="2245" y="69087"/>
                </a:lnTo>
                <a:lnTo>
                  <a:pt x="2245" y="69554"/>
                </a:lnTo>
                <a:lnTo>
                  <a:pt x="2309" y="69954"/>
                </a:lnTo>
                <a:lnTo>
                  <a:pt x="2309" y="70351"/>
                </a:lnTo>
                <a:lnTo>
                  <a:pt x="2309" y="70752"/>
                </a:lnTo>
                <a:lnTo>
                  <a:pt x="2309" y="71215"/>
                </a:lnTo>
                <a:lnTo>
                  <a:pt x="2406" y="71616"/>
                </a:lnTo>
                <a:lnTo>
                  <a:pt x="2406" y="72016"/>
                </a:lnTo>
                <a:lnTo>
                  <a:pt x="2406" y="72413"/>
                </a:lnTo>
                <a:lnTo>
                  <a:pt x="2406" y="72813"/>
                </a:lnTo>
                <a:lnTo>
                  <a:pt x="2406" y="73277"/>
                </a:lnTo>
                <a:lnTo>
                  <a:pt x="2470" y="73677"/>
                </a:lnTo>
                <a:lnTo>
                  <a:pt x="2470" y="74074"/>
                </a:lnTo>
                <a:lnTo>
                  <a:pt x="2470" y="74475"/>
                </a:lnTo>
                <a:lnTo>
                  <a:pt x="2470" y="74875"/>
                </a:lnTo>
                <a:lnTo>
                  <a:pt x="2534" y="75272"/>
                </a:lnTo>
                <a:lnTo>
                  <a:pt x="2534" y="75672"/>
                </a:lnTo>
                <a:lnTo>
                  <a:pt x="2534" y="76069"/>
                </a:lnTo>
                <a:lnTo>
                  <a:pt x="2534" y="76469"/>
                </a:lnTo>
                <a:lnTo>
                  <a:pt x="2534" y="76870"/>
                </a:lnTo>
                <a:lnTo>
                  <a:pt x="2598" y="77267"/>
                </a:lnTo>
                <a:lnTo>
                  <a:pt x="2598" y="77667"/>
                </a:lnTo>
                <a:lnTo>
                  <a:pt x="2598" y="78064"/>
                </a:lnTo>
                <a:lnTo>
                  <a:pt x="2598" y="78464"/>
                </a:lnTo>
                <a:lnTo>
                  <a:pt x="2598" y="78865"/>
                </a:lnTo>
                <a:lnTo>
                  <a:pt x="2694" y="79262"/>
                </a:lnTo>
                <a:lnTo>
                  <a:pt x="2694" y="79662"/>
                </a:lnTo>
                <a:lnTo>
                  <a:pt x="2694" y="80059"/>
                </a:lnTo>
                <a:lnTo>
                  <a:pt x="2694" y="80459"/>
                </a:lnTo>
                <a:lnTo>
                  <a:pt x="2758" y="80859"/>
                </a:lnTo>
                <a:lnTo>
                  <a:pt x="2758" y="81257"/>
                </a:lnTo>
                <a:lnTo>
                  <a:pt x="2758" y="81590"/>
                </a:lnTo>
                <a:lnTo>
                  <a:pt x="2758" y="81990"/>
                </a:lnTo>
                <a:lnTo>
                  <a:pt x="2758" y="82387"/>
                </a:lnTo>
                <a:lnTo>
                  <a:pt x="2823" y="82788"/>
                </a:lnTo>
                <a:lnTo>
                  <a:pt x="2823" y="83118"/>
                </a:lnTo>
                <a:lnTo>
                  <a:pt x="2823" y="83518"/>
                </a:lnTo>
                <a:lnTo>
                  <a:pt x="2823" y="83918"/>
                </a:lnTo>
                <a:lnTo>
                  <a:pt x="2919" y="84316"/>
                </a:lnTo>
                <a:lnTo>
                  <a:pt x="2919" y="84649"/>
                </a:lnTo>
                <a:lnTo>
                  <a:pt x="2919" y="85046"/>
                </a:lnTo>
                <a:lnTo>
                  <a:pt x="2919" y="85446"/>
                </a:lnTo>
                <a:lnTo>
                  <a:pt x="2919" y="85780"/>
                </a:lnTo>
                <a:lnTo>
                  <a:pt x="2983" y="86177"/>
                </a:lnTo>
                <a:lnTo>
                  <a:pt x="2983" y="86577"/>
                </a:lnTo>
                <a:lnTo>
                  <a:pt x="2983" y="86911"/>
                </a:lnTo>
                <a:lnTo>
                  <a:pt x="2983" y="87308"/>
                </a:lnTo>
                <a:lnTo>
                  <a:pt x="3047" y="87641"/>
                </a:lnTo>
                <a:lnTo>
                  <a:pt x="3047" y="88039"/>
                </a:lnTo>
                <a:lnTo>
                  <a:pt x="3047" y="88372"/>
                </a:lnTo>
                <a:lnTo>
                  <a:pt x="3047" y="88772"/>
                </a:lnTo>
                <a:lnTo>
                  <a:pt x="3047" y="89103"/>
                </a:lnTo>
                <a:lnTo>
                  <a:pt x="3111" y="89503"/>
                </a:lnTo>
                <a:lnTo>
                  <a:pt x="3111" y="89836"/>
                </a:lnTo>
                <a:lnTo>
                  <a:pt x="3111" y="90234"/>
                </a:lnTo>
                <a:lnTo>
                  <a:pt x="3111" y="90567"/>
                </a:lnTo>
                <a:lnTo>
                  <a:pt x="3208" y="90967"/>
                </a:lnTo>
                <a:lnTo>
                  <a:pt x="3208" y="91298"/>
                </a:lnTo>
                <a:lnTo>
                  <a:pt x="3208" y="9163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853841" y="3977207"/>
            <a:ext cx="3208" cy="48274"/>
          </a:xfrm>
          <a:custGeom>
            <a:avLst/>
            <a:gdLst/>
            <a:ahLst/>
            <a:cxnLst/>
            <a:rect l="l" t="t" r="r" b="b"/>
            <a:pathLst>
              <a:path w="3208" h="48274">
                <a:moveTo>
                  <a:pt x="0" y="0"/>
                </a:moveTo>
                <a:lnTo>
                  <a:pt x="0" y="397"/>
                </a:lnTo>
                <a:lnTo>
                  <a:pt x="0" y="730"/>
                </a:lnTo>
                <a:lnTo>
                  <a:pt x="64" y="1064"/>
                </a:lnTo>
                <a:lnTo>
                  <a:pt x="64" y="1461"/>
                </a:lnTo>
                <a:lnTo>
                  <a:pt x="64" y="1794"/>
                </a:lnTo>
                <a:lnTo>
                  <a:pt x="64" y="2128"/>
                </a:lnTo>
                <a:lnTo>
                  <a:pt x="128" y="2525"/>
                </a:lnTo>
                <a:lnTo>
                  <a:pt x="128" y="2858"/>
                </a:lnTo>
                <a:lnTo>
                  <a:pt x="128" y="3192"/>
                </a:lnTo>
                <a:lnTo>
                  <a:pt x="128" y="3522"/>
                </a:lnTo>
                <a:lnTo>
                  <a:pt x="128" y="3856"/>
                </a:lnTo>
                <a:lnTo>
                  <a:pt x="224" y="4256"/>
                </a:lnTo>
                <a:lnTo>
                  <a:pt x="224" y="4587"/>
                </a:lnTo>
                <a:lnTo>
                  <a:pt x="224" y="4920"/>
                </a:lnTo>
                <a:lnTo>
                  <a:pt x="224" y="5253"/>
                </a:lnTo>
                <a:lnTo>
                  <a:pt x="224" y="5584"/>
                </a:lnTo>
                <a:lnTo>
                  <a:pt x="288" y="5917"/>
                </a:lnTo>
                <a:lnTo>
                  <a:pt x="288" y="6251"/>
                </a:lnTo>
                <a:lnTo>
                  <a:pt x="288" y="6581"/>
                </a:lnTo>
                <a:lnTo>
                  <a:pt x="288" y="6982"/>
                </a:lnTo>
                <a:lnTo>
                  <a:pt x="352" y="7315"/>
                </a:lnTo>
                <a:lnTo>
                  <a:pt x="352" y="7646"/>
                </a:lnTo>
                <a:lnTo>
                  <a:pt x="352" y="7979"/>
                </a:lnTo>
                <a:lnTo>
                  <a:pt x="352" y="8313"/>
                </a:lnTo>
                <a:lnTo>
                  <a:pt x="352" y="8576"/>
                </a:lnTo>
                <a:lnTo>
                  <a:pt x="417" y="8910"/>
                </a:lnTo>
                <a:lnTo>
                  <a:pt x="417" y="9243"/>
                </a:lnTo>
                <a:lnTo>
                  <a:pt x="417" y="9574"/>
                </a:lnTo>
                <a:lnTo>
                  <a:pt x="417" y="9907"/>
                </a:lnTo>
                <a:lnTo>
                  <a:pt x="513" y="10241"/>
                </a:lnTo>
                <a:lnTo>
                  <a:pt x="513" y="10571"/>
                </a:lnTo>
                <a:lnTo>
                  <a:pt x="513" y="10905"/>
                </a:lnTo>
                <a:lnTo>
                  <a:pt x="513" y="11238"/>
                </a:lnTo>
                <a:lnTo>
                  <a:pt x="513" y="11502"/>
                </a:lnTo>
                <a:lnTo>
                  <a:pt x="577" y="11835"/>
                </a:lnTo>
                <a:lnTo>
                  <a:pt x="577" y="12169"/>
                </a:lnTo>
                <a:lnTo>
                  <a:pt x="577" y="12499"/>
                </a:lnTo>
                <a:lnTo>
                  <a:pt x="577" y="12766"/>
                </a:lnTo>
                <a:lnTo>
                  <a:pt x="641" y="13100"/>
                </a:lnTo>
                <a:lnTo>
                  <a:pt x="641" y="13430"/>
                </a:lnTo>
                <a:lnTo>
                  <a:pt x="641" y="13764"/>
                </a:lnTo>
                <a:lnTo>
                  <a:pt x="641" y="14030"/>
                </a:lnTo>
                <a:lnTo>
                  <a:pt x="641" y="14361"/>
                </a:lnTo>
                <a:lnTo>
                  <a:pt x="705" y="14694"/>
                </a:lnTo>
                <a:lnTo>
                  <a:pt x="705" y="14961"/>
                </a:lnTo>
                <a:lnTo>
                  <a:pt x="705" y="15295"/>
                </a:lnTo>
                <a:lnTo>
                  <a:pt x="705" y="15559"/>
                </a:lnTo>
                <a:lnTo>
                  <a:pt x="802" y="15892"/>
                </a:lnTo>
                <a:lnTo>
                  <a:pt x="802" y="16159"/>
                </a:lnTo>
                <a:lnTo>
                  <a:pt x="802" y="16489"/>
                </a:lnTo>
                <a:lnTo>
                  <a:pt x="802" y="16756"/>
                </a:lnTo>
                <a:lnTo>
                  <a:pt x="802" y="17089"/>
                </a:lnTo>
                <a:lnTo>
                  <a:pt x="866" y="17353"/>
                </a:lnTo>
                <a:lnTo>
                  <a:pt x="866" y="17687"/>
                </a:lnTo>
                <a:lnTo>
                  <a:pt x="866" y="17954"/>
                </a:lnTo>
                <a:lnTo>
                  <a:pt x="866" y="18287"/>
                </a:lnTo>
                <a:lnTo>
                  <a:pt x="930" y="18551"/>
                </a:lnTo>
                <a:lnTo>
                  <a:pt x="930" y="18884"/>
                </a:lnTo>
                <a:lnTo>
                  <a:pt x="930" y="19151"/>
                </a:lnTo>
                <a:lnTo>
                  <a:pt x="930" y="19415"/>
                </a:lnTo>
                <a:lnTo>
                  <a:pt x="930" y="19748"/>
                </a:lnTo>
                <a:lnTo>
                  <a:pt x="1026" y="20015"/>
                </a:lnTo>
                <a:lnTo>
                  <a:pt x="1026" y="20282"/>
                </a:lnTo>
                <a:lnTo>
                  <a:pt x="1026" y="20612"/>
                </a:lnTo>
                <a:lnTo>
                  <a:pt x="1026" y="20879"/>
                </a:lnTo>
                <a:lnTo>
                  <a:pt x="1026" y="21146"/>
                </a:lnTo>
                <a:lnTo>
                  <a:pt x="1090" y="21410"/>
                </a:lnTo>
                <a:lnTo>
                  <a:pt x="1090" y="21743"/>
                </a:lnTo>
                <a:lnTo>
                  <a:pt x="1090" y="22010"/>
                </a:lnTo>
                <a:lnTo>
                  <a:pt x="1090" y="22277"/>
                </a:lnTo>
                <a:lnTo>
                  <a:pt x="1154" y="22541"/>
                </a:lnTo>
                <a:lnTo>
                  <a:pt x="1154" y="22807"/>
                </a:lnTo>
                <a:lnTo>
                  <a:pt x="1154" y="23074"/>
                </a:lnTo>
                <a:lnTo>
                  <a:pt x="1154" y="23405"/>
                </a:lnTo>
                <a:lnTo>
                  <a:pt x="1154" y="23671"/>
                </a:lnTo>
                <a:lnTo>
                  <a:pt x="1219" y="23938"/>
                </a:lnTo>
                <a:lnTo>
                  <a:pt x="1219" y="24205"/>
                </a:lnTo>
                <a:lnTo>
                  <a:pt x="1219" y="24469"/>
                </a:lnTo>
                <a:lnTo>
                  <a:pt x="1219" y="24736"/>
                </a:lnTo>
                <a:lnTo>
                  <a:pt x="1315" y="25002"/>
                </a:lnTo>
                <a:lnTo>
                  <a:pt x="1315" y="25269"/>
                </a:lnTo>
                <a:lnTo>
                  <a:pt x="1315" y="25533"/>
                </a:lnTo>
                <a:lnTo>
                  <a:pt x="1315" y="25800"/>
                </a:lnTo>
                <a:lnTo>
                  <a:pt x="1315" y="26067"/>
                </a:lnTo>
                <a:lnTo>
                  <a:pt x="1379" y="26330"/>
                </a:lnTo>
                <a:lnTo>
                  <a:pt x="1379" y="26597"/>
                </a:lnTo>
                <a:lnTo>
                  <a:pt x="1379" y="26864"/>
                </a:lnTo>
                <a:lnTo>
                  <a:pt x="1379" y="27064"/>
                </a:lnTo>
                <a:lnTo>
                  <a:pt x="1443" y="27328"/>
                </a:lnTo>
                <a:lnTo>
                  <a:pt x="1443" y="27595"/>
                </a:lnTo>
                <a:lnTo>
                  <a:pt x="1443" y="27861"/>
                </a:lnTo>
                <a:lnTo>
                  <a:pt x="1443" y="28128"/>
                </a:lnTo>
                <a:lnTo>
                  <a:pt x="1443" y="28392"/>
                </a:lnTo>
                <a:lnTo>
                  <a:pt x="1507" y="28592"/>
                </a:lnTo>
                <a:lnTo>
                  <a:pt x="1507" y="28859"/>
                </a:lnTo>
                <a:lnTo>
                  <a:pt x="1507" y="29126"/>
                </a:lnTo>
                <a:lnTo>
                  <a:pt x="1507" y="29323"/>
                </a:lnTo>
                <a:lnTo>
                  <a:pt x="1604" y="29589"/>
                </a:lnTo>
                <a:lnTo>
                  <a:pt x="1604" y="29856"/>
                </a:lnTo>
                <a:lnTo>
                  <a:pt x="1604" y="30123"/>
                </a:lnTo>
                <a:lnTo>
                  <a:pt x="1604" y="30320"/>
                </a:lnTo>
                <a:lnTo>
                  <a:pt x="1604" y="30587"/>
                </a:lnTo>
                <a:lnTo>
                  <a:pt x="1668" y="30787"/>
                </a:lnTo>
                <a:lnTo>
                  <a:pt x="1668" y="31054"/>
                </a:lnTo>
                <a:lnTo>
                  <a:pt x="1668" y="31318"/>
                </a:lnTo>
                <a:lnTo>
                  <a:pt x="1668" y="31518"/>
                </a:lnTo>
                <a:lnTo>
                  <a:pt x="1732" y="31784"/>
                </a:lnTo>
                <a:lnTo>
                  <a:pt x="1732" y="31984"/>
                </a:lnTo>
                <a:lnTo>
                  <a:pt x="1732" y="32251"/>
                </a:lnTo>
                <a:lnTo>
                  <a:pt x="1732" y="32448"/>
                </a:lnTo>
                <a:lnTo>
                  <a:pt x="1732" y="32715"/>
                </a:lnTo>
                <a:lnTo>
                  <a:pt x="1828" y="32915"/>
                </a:lnTo>
                <a:lnTo>
                  <a:pt x="1828" y="33115"/>
                </a:lnTo>
                <a:lnTo>
                  <a:pt x="1828" y="33379"/>
                </a:lnTo>
                <a:lnTo>
                  <a:pt x="1828" y="33579"/>
                </a:lnTo>
                <a:lnTo>
                  <a:pt x="1828" y="33846"/>
                </a:lnTo>
                <a:lnTo>
                  <a:pt x="1892" y="34046"/>
                </a:lnTo>
                <a:lnTo>
                  <a:pt x="1892" y="34246"/>
                </a:lnTo>
                <a:lnTo>
                  <a:pt x="1892" y="34510"/>
                </a:lnTo>
                <a:lnTo>
                  <a:pt x="1892" y="34710"/>
                </a:lnTo>
                <a:lnTo>
                  <a:pt x="1956" y="34910"/>
                </a:lnTo>
                <a:lnTo>
                  <a:pt x="1956" y="35177"/>
                </a:lnTo>
                <a:lnTo>
                  <a:pt x="1956" y="35374"/>
                </a:lnTo>
                <a:lnTo>
                  <a:pt x="1956" y="35574"/>
                </a:lnTo>
                <a:lnTo>
                  <a:pt x="1956" y="35774"/>
                </a:lnTo>
                <a:lnTo>
                  <a:pt x="2021" y="35974"/>
                </a:lnTo>
                <a:lnTo>
                  <a:pt x="2021" y="36241"/>
                </a:lnTo>
                <a:lnTo>
                  <a:pt x="2021" y="36438"/>
                </a:lnTo>
                <a:lnTo>
                  <a:pt x="2021" y="36638"/>
                </a:lnTo>
                <a:lnTo>
                  <a:pt x="2117" y="36838"/>
                </a:lnTo>
                <a:lnTo>
                  <a:pt x="2117" y="37038"/>
                </a:lnTo>
                <a:lnTo>
                  <a:pt x="2117" y="37238"/>
                </a:lnTo>
                <a:lnTo>
                  <a:pt x="2117" y="37436"/>
                </a:lnTo>
                <a:lnTo>
                  <a:pt x="2117" y="37636"/>
                </a:lnTo>
                <a:lnTo>
                  <a:pt x="2181" y="37836"/>
                </a:lnTo>
                <a:lnTo>
                  <a:pt x="2181" y="38036"/>
                </a:lnTo>
                <a:lnTo>
                  <a:pt x="2181" y="38233"/>
                </a:lnTo>
                <a:lnTo>
                  <a:pt x="2181" y="38433"/>
                </a:lnTo>
                <a:lnTo>
                  <a:pt x="2245" y="38633"/>
                </a:lnTo>
                <a:lnTo>
                  <a:pt x="2245" y="38833"/>
                </a:lnTo>
                <a:lnTo>
                  <a:pt x="2245" y="39033"/>
                </a:lnTo>
                <a:lnTo>
                  <a:pt x="2245" y="39233"/>
                </a:lnTo>
                <a:lnTo>
                  <a:pt x="2245" y="39431"/>
                </a:lnTo>
                <a:lnTo>
                  <a:pt x="2341" y="39631"/>
                </a:lnTo>
                <a:lnTo>
                  <a:pt x="2341" y="39831"/>
                </a:lnTo>
                <a:lnTo>
                  <a:pt x="2341" y="40031"/>
                </a:lnTo>
                <a:lnTo>
                  <a:pt x="2341" y="40164"/>
                </a:lnTo>
                <a:lnTo>
                  <a:pt x="2406" y="40361"/>
                </a:lnTo>
                <a:lnTo>
                  <a:pt x="2406" y="40561"/>
                </a:lnTo>
                <a:lnTo>
                  <a:pt x="2406" y="40761"/>
                </a:lnTo>
                <a:lnTo>
                  <a:pt x="2406" y="40895"/>
                </a:lnTo>
                <a:lnTo>
                  <a:pt x="2406" y="41095"/>
                </a:lnTo>
                <a:lnTo>
                  <a:pt x="2470" y="41292"/>
                </a:lnTo>
                <a:lnTo>
                  <a:pt x="2470" y="41492"/>
                </a:lnTo>
                <a:lnTo>
                  <a:pt x="2470" y="41626"/>
                </a:lnTo>
                <a:lnTo>
                  <a:pt x="2470" y="41826"/>
                </a:lnTo>
                <a:lnTo>
                  <a:pt x="2534" y="42026"/>
                </a:lnTo>
                <a:lnTo>
                  <a:pt x="2534" y="42159"/>
                </a:lnTo>
                <a:lnTo>
                  <a:pt x="2534" y="42356"/>
                </a:lnTo>
                <a:lnTo>
                  <a:pt x="2534" y="42490"/>
                </a:lnTo>
                <a:lnTo>
                  <a:pt x="2534" y="42690"/>
                </a:lnTo>
                <a:lnTo>
                  <a:pt x="2630" y="42890"/>
                </a:lnTo>
                <a:lnTo>
                  <a:pt x="2630" y="43023"/>
                </a:lnTo>
                <a:lnTo>
                  <a:pt x="2630" y="43223"/>
                </a:lnTo>
                <a:lnTo>
                  <a:pt x="2630" y="43354"/>
                </a:lnTo>
                <a:lnTo>
                  <a:pt x="2630" y="43554"/>
                </a:lnTo>
                <a:lnTo>
                  <a:pt x="2694" y="43687"/>
                </a:lnTo>
                <a:lnTo>
                  <a:pt x="2694" y="43820"/>
                </a:lnTo>
                <a:lnTo>
                  <a:pt x="2694" y="44021"/>
                </a:lnTo>
                <a:lnTo>
                  <a:pt x="2694" y="44154"/>
                </a:lnTo>
                <a:lnTo>
                  <a:pt x="2758" y="44351"/>
                </a:lnTo>
                <a:lnTo>
                  <a:pt x="2758" y="44484"/>
                </a:lnTo>
                <a:lnTo>
                  <a:pt x="2758" y="44618"/>
                </a:lnTo>
                <a:lnTo>
                  <a:pt x="2758" y="44818"/>
                </a:lnTo>
                <a:lnTo>
                  <a:pt x="2758" y="44951"/>
                </a:lnTo>
                <a:lnTo>
                  <a:pt x="2823" y="45085"/>
                </a:lnTo>
                <a:lnTo>
                  <a:pt x="2823" y="45282"/>
                </a:lnTo>
                <a:lnTo>
                  <a:pt x="2823" y="45415"/>
                </a:lnTo>
                <a:lnTo>
                  <a:pt x="2823" y="45549"/>
                </a:lnTo>
                <a:lnTo>
                  <a:pt x="2919" y="45682"/>
                </a:lnTo>
                <a:lnTo>
                  <a:pt x="2919" y="45815"/>
                </a:lnTo>
                <a:lnTo>
                  <a:pt x="2919" y="46015"/>
                </a:lnTo>
                <a:lnTo>
                  <a:pt x="2919" y="46149"/>
                </a:lnTo>
                <a:lnTo>
                  <a:pt x="2919" y="46279"/>
                </a:lnTo>
                <a:lnTo>
                  <a:pt x="2983" y="46413"/>
                </a:lnTo>
                <a:lnTo>
                  <a:pt x="2983" y="46546"/>
                </a:lnTo>
                <a:lnTo>
                  <a:pt x="2983" y="46679"/>
                </a:lnTo>
                <a:lnTo>
                  <a:pt x="2983" y="46813"/>
                </a:lnTo>
                <a:lnTo>
                  <a:pt x="3047" y="46946"/>
                </a:lnTo>
                <a:lnTo>
                  <a:pt x="3047" y="47080"/>
                </a:lnTo>
                <a:lnTo>
                  <a:pt x="3047" y="47213"/>
                </a:lnTo>
                <a:lnTo>
                  <a:pt x="3047" y="47343"/>
                </a:lnTo>
                <a:lnTo>
                  <a:pt x="3047" y="47477"/>
                </a:lnTo>
                <a:lnTo>
                  <a:pt x="3143" y="47610"/>
                </a:lnTo>
                <a:lnTo>
                  <a:pt x="3143" y="47744"/>
                </a:lnTo>
                <a:lnTo>
                  <a:pt x="3143" y="47877"/>
                </a:lnTo>
                <a:lnTo>
                  <a:pt x="3143" y="48010"/>
                </a:lnTo>
                <a:lnTo>
                  <a:pt x="3208" y="48144"/>
                </a:lnTo>
                <a:lnTo>
                  <a:pt x="3208" y="4827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857049" y="4025481"/>
            <a:ext cx="3208" cy="6184"/>
          </a:xfrm>
          <a:custGeom>
            <a:avLst/>
            <a:gdLst/>
            <a:ahLst/>
            <a:cxnLst/>
            <a:rect l="l" t="t" r="r" b="b"/>
            <a:pathLst>
              <a:path w="3208" h="6184">
                <a:moveTo>
                  <a:pt x="0" y="0"/>
                </a:moveTo>
                <a:lnTo>
                  <a:pt x="0" y="133"/>
                </a:lnTo>
                <a:lnTo>
                  <a:pt x="0" y="266"/>
                </a:lnTo>
                <a:lnTo>
                  <a:pt x="64" y="466"/>
                </a:lnTo>
                <a:lnTo>
                  <a:pt x="64" y="600"/>
                </a:lnTo>
                <a:lnTo>
                  <a:pt x="64" y="733"/>
                </a:lnTo>
                <a:lnTo>
                  <a:pt x="128" y="933"/>
                </a:lnTo>
                <a:lnTo>
                  <a:pt x="128" y="1064"/>
                </a:lnTo>
                <a:lnTo>
                  <a:pt x="128" y="1197"/>
                </a:lnTo>
                <a:lnTo>
                  <a:pt x="128" y="1397"/>
                </a:lnTo>
                <a:lnTo>
                  <a:pt x="224" y="1597"/>
                </a:lnTo>
                <a:lnTo>
                  <a:pt x="224" y="1731"/>
                </a:lnTo>
                <a:lnTo>
                  <a:pt x="224" y="1931"/>
                </a:lnTo>
                <a:lnTo>
                  <a:pt x="288" y="2128"/>
                </a:lnTo>
                <a:lnTo>
                  <a:pt x="288" y="2328"/>
                </a:lnTo>
                <a:lnTo>
                  <a:pt x="352" y="2528"/>
                </a:lnTo>
                <a:lnTo>
                  <a:pt x="352" y="2728"/>
                </a:lnTo>
                <a:lnTo>
                  <a:pt x="417" y="2861"/>
                </a:lnTo>
                <a:lnTo>
                  <a:pt x="417" y="2992"/>
                </a:lnTo>
                <a:lnTo>
                  <a:pt x="417" y="3125"/>
                </a:lnTo>
                <a:lnTo>
                  <a:pt x="513" y="3259"/>
                </a:lnTo>
                <a:lnTo>
                  <a:pt x="513" y="3392"/>
                </a:lnTo>
                <a:lnTo>
                  <a:pt x="513" y="3592"/>
                </a:lnTo>
                <a:lnTo>
                  <a:pt x="577" y="3725"/>
                </a:lnTo>
                <a:lnTo>
                  <a:pt x="577" y="3859"/>
                </a:lnTo>
                <a:lnTo>
                  <a:pt x="641" y="4056"/>
                </a:lnTo>
                <a:lnTo>
                  <a:pt x="641" y="4189"/>
                </a:lnTo>
                <a:lnTo>
                  <a:pt x="737" y="4323"/>
                </a:lnTo>
                <a:lnTo>
                  <a:pt x="737" y="4456"/>
                </a:lnTo>
                <a:lnTo>
                  <a:pt x="802" y="4589"/>
                </a:lnTo>
                <a:lnTo>
                  <a:pt x="802" y="4723"/>
                </a:lnTo>
                <a:lnTo>
                  <a:pt x="866" y="4856"/>
                </a:lnTo>
                <a:lnTo>
                  <a:pt x="866" y="4987"/>
                </a:lnTo>
                <a:lnTo>
                  <a:pt x="930" y="5120"/>
                </a:lnTo>
                <a:lnTo>
                  <a:pt x="930" y="5253"/>
                </a:lnTo>
                <a:lnTo>
                  <a:pt x="1026" y="5387"/>
                </a:lnTo>
                <a:lnTo>
                  <a:pt x="1026" y="5520"/>
                </a:lnTo>
                <a:lnTo>
                  <a:pt x="1090" y="5654"/>
                </a:lnTo>
                <a:lnTo>
                  <a:pt x="1154" y="5787"/>
                </a:lnTo>
                <a:lnTo>
                  <a:pt x="1251" y="5920"/>
                </a:lnTo>
                <a:lnTo>
                  <a:pt x="1315" y="5984"/>
                </a:lnTo>
                <a:lnTo>
                  <a:pt x="1379" y="6118"/>
                </a:lnTo>
                <a:lnTo>
                  <a:pt x="1539" y="6184"/>
                </a:lnTo>
                <a:lnTo>
                  <a:pt x="1668" y="6184"/>
                </a:lnTo>
                <a:lnTo>
                  <a:pt x="1668" y="6184"/>
                </a:lnTo>
                <a:lnTo>
                  <a:pt x="1828" y="6051"/>
                </a:lnTo>
                <a:lnTo>
                  <a:pt x="1892" y="5920"/>
                </a:lnTo>
                <a:lnTo>
                  <a:pt x="1956" y="5854"/>
                </a:lnTo>
                <a:lnTo>
                  <a:pt x="2053" y="5720"/>
                </a:lnTo>
                <a:lnTo>
                  <a:pt x="2117" y="5587"/>
                </a:lnTo>
                <a:lnTo>
                  <a:pt x="2117" y="5454"/>
                </a:lnTo>
                <a:lnTo>
                  <a:pt x="2181" y="5320"/>
                </a:lnTo>
                <a:lnTo>
                  <a:pt x="2245" y="5187"/>
                </a:lnTo>
                <a:lnTo>
                  <a:pt x="2245" y="5053"/>
                </a:lnTo>
                <a:lnTo>
                  <a:pt x="2341" y="4923"/>
                </a:lnTo>
                <a:lnTo>
                  <a:pt x="2341" y="4790"/>
                </a:lnTo>
                <a:lnTo>
                  <a:pt x="2406" y="4656"/>
                </a:lnTo>
                <a:lnTo>
                  <a:pt x="2406" y="4523"/>
                </a:lnTo>
                <a:lnTo>
                  <a:pt x="2470" y="4389"/>
                </a:lnTo>
                <a:lnTo>
                  <a:pt x="2470" y="4256"/>
                </a:lnTo>
                <a:lnTo>
                  <a:pt x="2566" y="4056"/>
                </a:lnTo>
                <a:lnTo>
                  <a:pt x="2566" y="3925"/>
                </a:lnTo>
                <a:lnTo>
                  <a:pt x="2566" y="3792"/>
                </a:lnTo>
                <a:lnTo>
                  <a:pt x="2630" y="3659"/>
                </a:lnTo>
                <a:lnTo>
                  <a:pt x="2630" y="3525"/>
                </a:lnTo>
                <a:lnTo>
                  <a:pt x="2630" y="3392"/>
                </a:lnTo>
                <a:lnTo>
                  <a:pt x="2694" y="3192"/>
                </a:lnTo>
                <a:lnTo>
                  <a:pt x="2694" y="3059"/>
                </a:lnTo>
                <a:lnTo>
                  <a:pt x="2758" y="2928"/>
                </a:lnTo>
                <a:lnTo>
                  <a:pt x="2758" y="2795"/>
                </a:lnTo>
                <a:lnTo>
                  <a:pt x="2758" y="2661"/>
                </a:lnTo>
                <a:lnTo>
                  <a:pt x="2855" y="2528"/>
                </a:lnTo>
                <a:lnTo>
                  <a:pt x="2855" y="2395"/>
                </a:lnTo>
                <a:lnTo>
                  <a:pt x="2855" y="2194"/>
                </a:lnTo>
                <a:lnTo>
                  <a:pt x="2919" y="1994"/>
                </a:lnTo>
                <a:lnTo>
                  <a:pt x="2919" y="1797"/>
                </a:lnTo>
                <a:lnTo>
                  <a:pt x="2919" y="1664"/>
                </a:lnTo>
                <a:lnTo>
                  <a:pt x="2983" y="1464"/>
                </a:lnTo>
                <a:lnTo>
                  <a:pt x="2983" y="1264"/>
                </a:lnTo>
                <a:lnTo>
                  <a:pt x="3047" y="1130"/>
                </a:lnTo>
                <a:lnTo>
                  <a:pt x="3047" y="933"/>
                </a:lnTo>
                <a:lnTo>
                  <a:pt x="3047" y="800"/>
                </a:lnTo>
                <a:lnTo>
                  <a:pt x="3047" y="666"/>
                </a:lnTo>
                <a:lnTo>
                  <a:pt x="3143" y="466"/>
                </a:lnTo>
                <a:lnTo>
                  <a:pt x="3143" y="333"/>
                </a:lnTo>
                <a:lnTo>
                  <a:pt x="3143" y="200"/>
                </a:lnTo>
                <a:lnTo>
                  <a:pt x="3208" y="66"/>
                </a:lnTo>
              </a:path>
            </a:pathLst>
          </a:custGeom>
          <a:ln w="4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860258" y="3977140"/>
            <a:ext cx="3143" cy="48408"/>
          </a:xfrm>
          <a:custGeom>
            <a:avLst/>
            <a:gdLst/>
            <a:ahLst/>
            <a:cxnLst/>
            <a:rect l="l" t="t" r="r" b="b"/>
            <a:pathLst>
              <a:path w="3143" h="48408">
                <a:moveTo>
                  <a:pt x="0" y="48408"/>
                </a:moveTo>
                <a:lnTo>
                  <a:pt x="0" y="48277"/>
                </a:lnTo>
                <a:lnTo>
                  <a:pt x="0" y="48077"/>
                </a:lnTo>
                <a:lnTo>
                  <a:pt x="0" y="47944"/>
                </a:lnTo>
                <a:lnTo>
                  <a:pt x="64" y="47810"/>
                </a:lnTo>
                <a:lnTo>
                  <a:pt x="64" y="47677"/>
                </a:lnTo>
                <a:lnTo>
                  <a:pt x="64" y="47544"/>
                </a:lnTo>
                <a:lnTo>
                  <a:pt x="64" y="47410"/>
                </a:lnTo>
                <a:lnTo>
                  <a:pt x="160" y="47280"/>
                </a:lnTo>
                <a:lnTo>
                  <a:pt x="160" y="47146"/>
                </a:lnTo>
                <a:lnTo>
                  <a:pt x="160" y="47013"/>
                </a:lnTo>
                <a:lnTo>
                  <a:pt x="160" y="46880"/>
                </a:lnTo>
                <a:lnTo>
                  <a:pt x="160" y="46746"/>
                </a:lnTo>
                <a:lnTo>
                  <a:pt x="224" y="46613"/>
                </a:lnTo>
                <a:lnTo>
                  <a:pt x="224" y="46479"/>
                </a:lnTo>
                <a:lnTo>
                  <a:pt x="224" y="46282"/>
                </a:lnTo>
                <a:lnTo>
                  <a:pt x="224" y="46149"/>
                </a:lnTo>
                <a:lnTo>
                  <a:pt x="224" y="46015"/>
                </a:lnTo>
                <a:lnTo>
                  <a:pt x="288" y="45882"/>
                </a:lnTo>
                <a:lnTo>
                  <a:pt x="288" y="45749"/>
                </a:lnTo>
                <a:lnTo>
                  <a:pt x="288" y="45549"/>
                </a:lnTo>
                <a:lnTo>
                  <a:pt x="288" y="45415"/>
                </a:lnTo>
                <a:lnTo>
                  <a:pt x="352" y="45285"/>
                </a:lnTo>
                <a:lnTo>
                  <a:pt x="352" y="45151"/>
                </a:lnTo>
                <a:lnTo>
                  <a:pt x="352" y="44951"/>
                </a:lnTo>
                <a:lnTo>
                  <a:pt x="352" y="44818"/>
                </a:lnTo>
                <a:lnTo>
                  <a:pt x="352" y="44685"/>
                </a:lnTo>
                <a:lnTo>
                  <a:pt x="449" y="44484"/>
                </a:lnTo>
                <a:lnTo>
                  <a:pt x="449" y="44351"/>
                </a:lnTo>
                <a:lnTo>
                  <a:pt x="449" y="44221"/>
                </a:lnTo>
                <a:lnTo>
                  <a:pt x="449" y="44021"/>
                </a:lnTo>
                <a:lnTo>
                  <a:pt x="513" y="43887"/>
                </a:lnTo>
                <a:lnTo>
                  <a:pt x="513" y="43687"/>
                </a:lnTo>
                <a:lnTo>
                  <a:pt x="513" y="43554"/>
                </a:lnTo>
                <a:lnTo>
                  <a:pt x="513" y="43354"/>
                </a:lnTo>
                <a:lnTo>
                  <a:pt x="513" y="43223"/>
                </a:lnTo>
                <a:lnTo>
                  <a:pt x="577" y="43023"/>
                </a:lnTo>
                <a:lnTo>
                  <a:pt x="577" y="42890"/>
                </a:lnTo>
                <a:lnTo>
                  <a:pt x="577" y="42690"/>
                </a:lnTo>
                <a:lnTo>
                  <a:pt x="577" y="42556"/>
                </a:lnTo>
                <a:lnTo>
                  <a:pt x="641" y="42356"/>
                </a:lnTo>
                <a:lnTo>
                  <a:pt x="641" y="42159"/>
                </a:lnTo>
                <a:lnTo>
                  <a:pt x="641" y="42026"/>
                </a:lnTo>
                <a:lnTo>
                  <a:pt x="641" y="41826"/>
                </a:lnTo>
                <a:lnTo>
                  <a:pt x="641" y="41626"/>
                </a:lnTo>
                <a:lnTo>
                  <a:pt x="737" y="41492"/>
                </a:lnTo>
                <a:lnTo>
                  <a:pt x="737" y="41295"/>
                </a:lnTo>
                <a:lnTo>
                  <a:pt x="737" y="41095"/>
                </a:lnTo>
                <a:lnTo>
                  <a:pt x="737" y="40962"/>
                </a:lnTo>
                <a:lnTo>
                  <a:pt x="802" y="40761"/>
                </a:lnTo>
                <a:lnTo>
                  <a:pt x="802" y="40561"/>
                </a:lnTo>
                <a:lnTo>
                  <a:pt x="802" y="40361"/>
                </a:lnTo>
                <a:lnTo>
                  <a:pt x="802" y="40164"/>
                </a:lnTo>
                <a:lnTo>
                  <a:pt x="802" y="40031"/>
                </a:lnTo>
                <a:lnTo>
                  <a:pt x="866" y="39831"/>
                </a:lnTo>
                <a:lnTo>
                  <a:pt x="866" y="39631"/>
                </a:lnTo>
                <a:lnTo>
                  <a:pt x="866" y="39431"/>
                </a:lnTo>
                <a:lnTo>
                  <a:pt x="866" y="39233"/>
                </a:lnTo>
                <a:lnTo>
                  <a:pt x="962" y="39033"/>
                </a:lnTo>
                <a:lnTo>
                  <a:pt x="962" y="38833"/>
                </a:lnTo>
                <a:lnTo>
                  <a:pt x="962" y="38633"/>
                </a:lnTo>
                <a:lnTo>
                  <a:pt x="962" y="38433"/>
                </a:lnTo>
                <a:lnTo>
                  <a:pt x="962" y="38236"/>
                </a:lnTo>
                <a:lnTo>
                  <a:pt x="1026" y="38036"/>
                </a:lnTo>
                <a:lnTo>
                  <a:pt x="1026" y="37836"/>
                </a:lnTo>
                <a:lnTo>
                  <a:pt x="1026" y="37636"/>
                </a:lnTo>
                <a:lnTo>
                  <a:pt x="1026" y="37436"/>
                </a:lnTo>
                <a:lnTo>
                  <a:pt x="1090" y="37238"/>
                </a:lnTo>
                <a:lnTo>
                  <a:pt x="1090" y="37038"/>
                </a:lnTo>
                <a:lnTo>
                  <a:pt x="1090" y="36838"/>
                </a:lnTo>
                <a:lnTo>
                  <a:pt x="1090" y="36638"/>
                </a:lnTo>
                <a:lnTo>
                  <a:pt x="1090" y="36372"/>
                </a:lnTo>
                <a:lnTo>
                  <a:pt x="1154" y="36174"/>
                </a:lnTo>
                <a:lnTo>
                  <a:pt x="1154" y="35974"/>
                </a:lnTo>
                <a:lnTo>
                  <a:pt x="1154" y="35774"/>
                </a:lnTo>
                <a:lnTo>
                  <a:pt x="1154" y="35574"/>
                </a:lnTo>
                <a:lnTo>
                  <a:pt x="1154" y="35310"/>
                </a:lnTo>
                <a:lnTo>
                  <a:pt x="1251" y="35110"/>
                </a:lnTo>
                <a:lnTo>
                  <a:pt x="1251" y="34910"/>
                </a:lnTo>
                <a:lnTo>
                  <a:pt x="1251" y="34643"/>
                </a:lnTo>
                <a:lnTo>
                  <a:pt x="1251" y="34443"/>
                </a:lnTo>
                <a:lnTo>
                  <a:pt x="1315" y="34246"/>
                </a:lnTo>
                <a:lnTo>
                  <a:pt x="1315" y="33979"/>
                </a:lnTo>
                <a:lnTo>
                  <a:pt x="1315" y="33779"/>
                </a:lnTo>
                <a:lnTo>
                  <a:pt x="1315" y="33579"/>
                </a:lnTo>
                <a:lnTo>
                  <a:pt x="1315" y="33315"/>
                </a:lnTo>
                <a:lnTo>
                  <a:pt x="1379" y="33115"/>
                </a:lnTo>
                <a:lnTo>
                  <a:pt x="1379" y="32849"/>
                </a:lnTo>
                <a:lnTo>
                  <a:pt x="1379" y="32648"/>
                </a:lnTo>
                <a:lnTo>
                  <a:pt x="1379" y="32382"/>
                </a:lnTo>
                <a:lnTo>
                  <a:pt x="1475" y="32185"/>
                </a:lnTo>
                <a:lnTo>
                  <a:pt x="1475" y="31918"/>
                </a:lnTo>
                <a:lnTo>
                  <a:pt x="1475" y="31718"/>
                </a:lnTo>
                <a:lnTo>
                  <a:pt x="1475" y="31451"/>
                </a:lnTo>
                <a:lnTo>
                  <a:pt x="1475" y="31254"/>
                </a:lnTo>
                <a:lnTo>
                  <a:pt x="1539" y="30987"/>
                </a:lnTo>
                <a:lnTo>
                  <a:pt x="1539" y="30720"/>
                </a:lnTo>
                <a:lnTo>
                  <a:pt x="1539" y="30520"/>
                </a:lnTo>
                <a:lnTo>
                  <a:pt x="1539" y="30256"/>
                </a:lnTo>
                <a:lnTo>
                  <a:pt x="1604" y="29990"/>
                </a:lnTo>
                <a:lnTo>
                  <a:pt x="1604" y="29790"/>
                </a:lnTo>
                <a:lnTo>
                  <a:pt x="1604" y="29523"/>
                </a:lnTo>
                <a:lnTo>
                  <a:pt x="1604" y="29259"/>
                </a:lnTo>
                <a:lnTo>
                  <a:pt x="1604" y="29059"/>
                </a:lnTo>
                <a:lnTo>
                  <a:pt x="1668" y="28792"/>
                </a:lnTo>
                <a:lnTo>
                  <a:pt x="1668" y="28525"/>
                </a:lnTo>
                <a:lnTo>
                  <a:pt x="1668" y="28261"/>
                </a:lnTo>
                <a:lnTo>
                  <a:pt x="1668" y="27995"/>
                </a:lnTo>
                <a:lnTo>
                  <a:pt x="1764" y="27795"/>
                </a:lnTo>
                <a:lnTo>
                  <a:pt x="1764" y="27528"/>
                </a:lnTo>
                <a:lnTo>
                  <a:pt x="1764" y="27264"/>
                </a:lnTo>
                <a:lnTo>
                  <a:pt x="1764" y="26997"/>
                </a:lnTo>
                <a:lnTo>
                  <a:pt x="1764" y="26730"/>
                </a:lnTo>
                <a:lnTo>
                  <a:pt x="1828" y="26464"/>
                </a:lnTo>
                <a:lnTo>
                  <a:pt x="1828" y="26200"/>
                </a:lnTo>
                <a:lnTo>
                  <a:pt x="1828" y="25933"/>
                </a:lnTo>
                <a:lnTo>
                  <a:pt x="1828" y="25666"/>
                </a:lnTo>
                <a:lnTo>
                  <a:pt x="1892" y="25400"/>
                </a:lnTo>
                <a:lnTo>
                  <a:pt x="1892" y="25136"/>
                </a:lnTo>
                <a:lnTo>
                  <a:pt x="1892" y="24869"/>
                </a:lnTo>
                <a:lnTo>
                  <a:pt x="1892" y="24602"/>
                </a:lnTo>
                <a:lnTo>
                  <a:pt x="1892" y="24338"/>
                </a:lnTo>
                <a:lnTo>
                  <a:pt x="1956" y="24072"/>
                </a:lnTo>
                <a:lnTo>
                  <a:pt x="1956" y="23805"/>
                </a:lnTo>
                <a:lnTo>
                  <a:pt x="1956" y="23538"/>
                </a:lnTo>
                <a:lnTo>
                  <a:pt x="1956" y="23274"/>
                </a:lnTo>
                <a:lnTo>
                  <a:pt x="1956" y="23007"/>
                </a:lnTo>
                <a:lnTo>
                  <a:pt x="2053" y="22674"/>
                </a:lnTo>
                <a:lnTo>
                  <a:pt x="2053" y="22407"/>
                </a:lnTo>
                <a:lnTo>
                  <a:pt x="2053" y="22143"/>
                </a:lnTo>
                <a:lnTo>
                  <a:pt x="2053" y="21877"/>
                </a:lnTo>
                <a:lnTo>
                  <a:pt x="2117" y="21543"/>
                </a:lnTo>
                <a:lnTo>
                  <a:pt x="2117" y="21279"/>
                </a:lnTo>
                <a:lnTo>
                  <a:pt x="2117" y="21013"/>
                </a:lnTo>
                <a:lnTo>
                  <a:pt x="2117" y="20746"/>
                </a:lnTo>
                <a:lnTo>
                  <a:pt x="2117" y="20412"/>
                </a:lnTo>
                <a:lnTo>
                  <a:pt x="2181" y="20149"/>
                </a:lnTo>
                <a:lnTo>
                  <a:pt x="2181" y="19882"/>
                </a:lnTo>
                <a:lnTo>
                  <a:pt x="2181" y="19548"/>
                </a:lnTo>
                <a:lnTo>
                  <a:pt x="2181" y="19284"/>
                </a:lnTo>
                <a:lnTo>
                  <a:pt x="2277" y="18951"/>
                </a:lnTo>
                <a:lnTo>
                  <a:pt x="2277" y="18684"/>
                </a:lnTo>
                <a:lnTo>
                  <a:pt x="2277" y="18417"/>
                </a:lnTo>
                <a:lnTo>
                  <a:pt x="2277" y="18087"/>
                </a:lnTo>
                <a:lnTo>
                  <a:pt x="2277" y="17820"/>
                </a:lnTo>
                <a:lnTo>
                  <a:pt x="2341" y="17487"/>
                </a:lnTo>
                <a:lnTo>
                  <a:pt x="2341" y="17223"/>
                </a:lnTo>
                <a:lnTo>
                  <a:pt x="2341" y="16889"/>
                </a:lnTo>
                <a:lnTo>
                  <a:pt x="2341" y="16623"/>
                </a:lnTo>
                <a:lnTo>
                  <a:pt x="2406" y="16292"/>
                </a:lnTo>
                <a:lnTo>
                  <a:pt x="2406" y="16025"/>
                </a:lnTo>
                <a:lnTo>
                  <a:pt x="2406" y="15692"/>
                </a:lnTo>
                <a:lnTo>
                  <a:pt x="2406" y="15361"/>
                </a:lnTo>
                <a:lnTo>
                  <a:pt x="2406" y="15095"/>
                </a:lnTo>
                <a:lnTo>
                  <a:pt x="2470" y="14761"/>
                </a:lnTo>
                <a:lnTo>
                  <a:pt x="2470" y="14428"/>
                </a:lnTo>
                <a:lnTo>
                  <a:pt x="2470" y="14164"/>
                </a:lnTo>
                <a:lnTo>
                  <a:pt x="2470" y="13830"/>
                </a:lnTo>
                <a:lnTo>
                  <a:pt x="2566" y="13497"/>
                </a:lnTo>
                <a:lnTo>
                  <a:pt x="2566" y="13233"/>
                </a:lnTo>
                <a:lnTo>
                  <a:pt x="2566" y="12900"/>
                </a:lnTo>
                <a:lnTo>
                  <a:pt x="2566" y="12566"/>
                </a:lnTo>
                <a:lnTo>
                  <a:pt x="2566" y="12236"/>
                </a:lnTo>
                <a:lnTo>
                  <a:pt x="2630" y="11902"/>
                </a:lnTo>
                <a:lnTo>
                  <a:pt x="2630" y="11635"/>
                </a:lnTo>
                <a:lnTo>
                  <a:pt x="2630" y="11305"/>
                </a:lnTo>
                <a:lnTo>
                  <a:pt x="2630" y="10971"/>
                </a:lnTo>
                <a:lnTo>
                  <a:pt x="2694" y="10638"/>
                </a:lnTo>
                <a:lnTo>
                  <a:pt x="2694" y="10307"/>
                </a:lnTo>
                <a:lnTo>
                  <a:pt x="2694" y="9974"/>
                </a:lnTo>
                <a:lnTo>
                  <a:pt x="2694" y="9641"/>
                </a:lnTo>
                <a:lnTo>
                  <a:pt x="2694" y="9310"/>
                </a:lnTo>
                <a:lnTo>
                  <a:pt x="2790" y="8977"/>
                </a:lnTo>
                <a:lnTo>
                  <a:pt x="2790" y="8643"/>
                </a:lnTo>
                <a:lnTo>
                  <a:pt x="2790" y="8313"/>
                </a:lnTo>
                <a:lnTo>
                  <a:pt x="2790" y="7979"/>
                </a:lnTo>
                <a:lnTo>
                  <a:pt x="2790" y="7646"/>
                </a:lnTo>
                <a:lnTo>
                  <a:pt x="2855" y="7315"/>
                </a:lnTo>
                <a:lnTo>
                  <a:pt x="2855" y="6982"/>
                </a:lnTo>
                <a:lnTo>
                  <a:pt x="2855" y="6648"/>
                </a:lnTo>
                <a:lnTo>
                  <a:pt x="2855" y="6318"/>
                </a:lnTo>
                <a:lnTo>
                  <a:pt x="2919" y="5984"/>
                </a:lnTo>
                <a:lnTo>
                  <a:pt x="2919" y="5651"/>
                </a:lnTo>
                <a:lnTo>
                  <a:pt x="2919" y="5320"/>
                </a:lnTo>
                <a:lnTo>
                  <a:pt x="2919" y="4920"/>
                </a:lnTo>
                <a:lnTo>
                  <a:pt x="2919" y="4587"/>
                </a:lnTo>
                <a:lnTo>
                  <a:pt x="2983" y="4256"/>
                </a:lnTo>
                <a:lnTo>
                  <a:pt x="2983" y="3923"/>
                </a:lnTo>
                <a:lnTo>
                  <a:pt x="2983" y="3589"/>
                </a:lnTo>
                <a:lnTo>
                  <a:pt x="2983" y="3192"/>
                </a:lnTo>
                <a:lnTo>
                  <a:pt x="3079" y="2858"/>
                </a:lnTo>
                <a:lnTo>
                  <a:pt x="3079" y="2525"/>
                </a:lnTo>
                <a:lnTo>
                  <a:pt x="3079" y="2194"/>
                </a:lnTo>
                <a:lnTo>
                  <a:pt x="3079" y="1794"/>
                </a:lnTo>
                <a:lnTo>
                  <a:pt x="3079" y="1461"/>
                </a:lnTo>
                <a:lnTo>
                  <a:pt x="3143" y="1064"/>
                </a:lnTo>
                <a:lnTo>
                  <a:pt x="3143" y="730"/>
                </a:lnTo>
                <a:lnTo>
                  <a:pt x="3143" y="400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863401" y="3884244"/>
            <a:ext cx="3208" cy="92895"/>
          </a:xfrm>
          <a:custGeom>
            <a:avLst/>
            <a:gdLst/>
            <a:ahLst/>
            <a:cxnLst/>
            <a:rect l="l" t="t" r="r" b="b"/>
            <a:pathLst>
              <a:path w="3208" h="92895">
                <a:moveTo>
                  <a:pt x="0" y="92895"/>
                </a:moveTo>
                <a:lnTo>
                  <a:pt x="64" y="92562"/>
                </a:lnTo>
                <a:lnTo>
                  <a:pt x="64" y="92165"/>
                </a:lnTo>
                <a:lnTo>
                  <a:pt x="64" y="91831"/>
                </a:lnTo>
                <a:lnTo>
                  <a:pt x="64" y="91498"/>
                </a:lnTo>
                <a:lnTo>
                  <a:pt x="64" y="91101"/>
                </a:lnTo>
                <a:lnTo>
                  <a:pt x="128" y="90700"/>
                </a:lnTo>
                <a:lnTo>
                  <a:pt x="128" y="90367"/>
                </a:lnTo>
                <a:lnTo>
                  <a:pt x="128" y="89970"/>
                </a:lnTo>
                <a:lnTo>
                  <a:pt x="128" y="89636"/>
                </a:lnTo>
                <a:lnTo>
                  <a:pt x="224" y="89239"/>
                </a:lnTo>
                <a:lnTo>
                  <a:pt x="224" y="88906"/>
                </a:lnTo>
                <a:lnTo>
                  <a:pt x="224" y="88506"/>
                </a:lnTo>
                <a:lnTo>
                  <a:pt x="224" y="88108"/>
                </a:lnTo>
                <a:lnTo>
                  <a:pt x="224" y="87775"/>
                </a:lnTo>
                <a:lnTo>
                  <a:pt x="288" y="87375"/>
                </a:lnTo>
                <a:lnTo>
                  <a:pt x="288" y="86977"/>
                </a:lnTo>
                <a:lnTo>
                  <a:pt x="288" y="86644"/>
                </a:lnTo>
                <a:lnTo>
                  <a:pt x="288" y="86247"/>
                </a:lnTo>
                <a:lnTo>
                  <a:pt x="352" y="85847"/>
                </a:lnTo>
                <a:lnTo>
                  <a:pt x="352" y="85513"/>
                </a:lnTo>
                <a:lnTo>
                  <a:pt x="352" y="85116"/>
                </a:lnTo>
                <a:lnTo>
                  <a:pt x="352" y="84716"/>
                </a:lnTo>
                <a:lnTo>
                  <a:pt x="352" y="84319"/>
                </a:lnTo>
                <a:lnTo>
                  <a:pt x="449" y="83918"/>
                </a:lnTo>
                <a:lnTo>
                  <a:pt x="449" y="83585"/>
                </a:lnTo>
                <a:lnTo>
                  <a:pt x="449" y="83188"/>
                </a:lnTo>
                <a:lnTo>
                  <a:pt x="449" y="82788"/>
                </a:lnTo>
                <a:lnTo>
                  <a:pt x="449" y="82387"/>
                </a:lnTo>
                <a:lnTo>
                  <a:pt x="513" y="81990"/>
                </a:lnTo>
                <a:lnTo>
                  <a:pt x="513" y="81590"/>
                </a:lnTo>
                <a:lnTo>
                  <a:pt x="513" y="81193"/>
                </a:lnTo>
                <a:lnTo>
                  <a:pt x="513" y="80793"/>
                </a:lnTo>
                <a:lnTo>
                  <a:pt x="577" y="80393"/>
                </a:lnTo>
                <a:lnTo>
                  <a:pt x="577" y="79995"/>
                </a:lnTo>
                <a:lnTo>
                  <a:pt x="577" y="79595"/>
                </a:lnTo>
                <a:lnTo>
                  <a:pt x="577" y="79198"/>
                </a:lnTo>
                <a:lnTo>
                  <a:pt x="577" y="78798"/>
                </a:lnTo>
                <a:lnTo>
                  <a:pt x="641" y="78398"/>
                </a:lnTo>
                <a:lnTo>
                  <a:pt x="641" y="78000"/>
                </a:lnTo>
                <a:lnTo>
                  <a:pt x="641" y="77600"/>
                </a:lnTo>
                <a:lnTo>
                  <a:pt x="641" y="77203"/>
                </a:lnTo>
                <a:lnTo>
                  <a:pt x="737" y="76803"/>
                </a:lnTo>
                <a:lnTo>
                  <a:pt x="737" y="76403"/>
                </a:lnTo>
                <a:lnTo>
                  <a:pt x="737" y="76006"/>
                </a:lnTo>
                <a:lnTo>
                  <a:pt x="737" y="75539"/>
                </a:lnTo>
                <a:lnTo>
                  <a:pt x="737" y="75141"/>
                </a:lnTo>
                <a:lnTo>
                  <a:pt x="802" y="74741"/>
                </a:lnTo>
                <a:lnTo>
                  <a:pt x="802" y="74344"/>
                </a:lnTo>
                <a:lnTo>
                  <a:pt x="802" y="73944"/>
                </a:lnTo>
                <a:lnTo>
                  <a:pt x="802" y="73477"/>
                </a:lnTo>
                <a:lnTo>
                  <a:pt x="866" y="73080"/>
                </a:lnTo>
                <a:lnTo>
                  <a:pt x="866" y="72680"/>
                </a:lnTo>
                <a:lnTo>
                  <a:pt x="866" y="72283"/>
                </a:lnTo>
                <a:lnTo>
                  <a:pt x="866" y="71816"/>
                </a:lnTo>
                <a:lnTo>
                  <a:pt x="866" y="71416"/>
                </a:lnTo>
                <a:lnTo>
                  <a:pt x="930" y="71018"/>
                </a:lnTo>
                <a:lnTo>
                  <a:pt x="930" y="70551"/>
                </a:lnTo>
                <a:lnTo>
                  <a:pt x="930" y="70154"/>
                </a:lnTo>
                <a:lnTo>
                  <a:pt x="930" y="69687"/>
                </a:lnTo>
                <a:lnTo>
                  <a:pt x="1026" y="69290"/>
                </a:lnTo>
                <a:lnTo>
                  <a:pt x="1026" y="68890"/>
                </a:lnTo>
                <a:lnTo>
                  <a:pt x="1026" y="68423"/>
                </a:lnTo>
                <a:lnTo>
                  <a:pt x="1026" y="68026"/>
                </a:lnTo>
                <a:lnTo>
                  <a:pt x="1026" y="67559"/>
                </a:lnTo>
                <a:lnTo>
                  <a:pt x="1090" y="67162"/>
                </a:lnTo>
                <a:lnTo>
                  <a:pt x="1090" y="66695"/>
                </a:lnTo>
                <a:lnTo>
                  <a:pt x="1090" y="66298"/>
                </a:lnTo>
                <a:lnTo>
                  <a:pt x="1090" y="65831"/>
                </a:lnTo>
                <a:lnTo>
                  <a:pt x="1154" y="65431"/>
                </a:lnTo>
                <a:lnTo>
                  <a:pt x="1154" y="64967"/>
                </a:lnTo>
                <a:lnTo>
                  <a:pt x="1154" y="64567"/>
                </a:lnTo>
                <a:lnTo>
                  <a:pt x="1154" y="64103"/>
                </a:lnTo>
                <a:lnTo>
                  <a:pt x="1154" y="63636"/>
                </a:lnTo>
                <a:lnTo>
                  <a:pt x="1251" y="63239"/>
                </a:lnTo>
                <a:lnTo>
                  <a:pt x="1251" y="62772"/>
                </a:lnTo>
                <a:lnTo>
                  <a:pt x="1251" y="62308"/>
                </a:lnTo>
                <a:lnTo>
                  <a:pt x="1251" y="61908"/>
                </a:lnTo>
                <a:lnTo>
                  <a:pt x="1251" y="61441"/>
                </a:lnTo>
                <a:lnTo>
                  <a:pt x="1315" y="60977"/>
                </a:lnTo>
                <a:lnTo>
                  <a:pt x="1315" y="60577"/>
                </a:lnTo>
                <a:lnTo>
                  <a:pt x="1315" y="60113"/>
                </a:lnTo>
                <a:lnTo>
                  <a:pt x="1315" y="59646"/>
                </a:lnTo>
                <a:lnTo>
                  <a:pt x="1379" y="59182"/>
                </a:lnTo>
                <a:lnTo>
                  <a:pt x="1379" y="58715"/>
                </a:lnTo>
                <a:lnTo>
                  <a:pt x="1379" y="58318"/>
                </a:lnTo>
                <a:lnTo>
                  <a:pt x="1379" y="57851"/>
                </a:lnTo>
                <a:lnTo>
                  <a:pt x="1379" y="57387"/>
                </a:lnTo>
                <a:lnTo>
                  <a:pt x="1443" y="56921"/>
                </a:lnTo>
                <a:lnTo>
                  <a:pt x="1443" y="56454"/>
                </a:lnTo>
                <a:lnTo>
                  <a:pt x="1443" y="55990"/>
                </a:lnTo>
                <a:lnTo>
                  <a:pt x="1443" y="55523"/>
                </a:lnTo>
                <a:lnTo>
                  <a:pt x="1539" y="55126"/>
                </a:lnTo>
                <a:lnTo>
                  <a:pt x="1539" y="54659"/>
                </a:lnTo>
                <a:lnTo>
                  <a:pt x="1539" y="54195"/>
                </a:lnTo>
                <a:lnTo>
                  <a:pt x="1539" y="53728"/>
                </a:lnTo>
                <a:lnTo>
                  <a:pt x="1539" y="53264"/>
                </a:lnTo>
                <a:lnTo>
                  <a:pt x="1604" y="52798"/>
                </a:lnTo>
                <a:lnTo>
                  <a:pt x="1604" y="52334"/>
                </a:lnTo>
                <a:lnTo>
                  <a:pt x="1604" y="51867"/>
                </a:lnTo>
                <a:lnTo>
                  <a:pt x="1604" y="51403"/>
                </a:lnTo>
                <a:lnTo>
                  <a:pt x="1668" y="50936"/>
                </a:lnTo>
                <a:lnTo>
                  <a:pt x="1668" y="50405"/>
                </a:lnTo>
                <a:lnTo>
                  <a:pt x="1668" y="49939"/>
                </a:lnTo>
                <a:lnTo>
                  <a:pt x="1668" y="49472"/>
                </a:lnTo>
                <a:lnTo>
                  <a:pt x="1668" y="49008"/>
                </a:lnTo>
                <a:lnTo>
                  <a:pt x="1764" y="48541"/>
                </a:lnTo>
                <a:lnTo>
                  <a:pt x="1764" y="48077"/>
                </a:lnTo>
                <a:lnTo>
                  <a:pt x="1764" y="47610"/>
                </a:lnTo>
                <a:lnTo>
                  <a:pt x="1764" y="47080"/>
                </a:lnTo>
                <a:lnTo>
                  <a:pt x="1828" y="46613"/>
                </a:lnTo>
                <a:lnTo>
                  <a:pt x="1828" y="46149"/>
                </a:lnTo>
                <a:lnTo>
                  <a:pt x="1828" y="45682"/>
                </a:lnTo>
                <a:lnTo>
                  <a:pt x="1828" y="45218"/>
                </a:lnTo>
                <a:lnTo>
                  <a:pt x="1828" y="44685"/>
                </a:lnTo>
                <a:lnTo>
                  <a:pt x="1892" y="44221"/>
                </a:lnTo>
                <a:lnTo>
                  <a:pt x="1892" y="43754"/>
                </a:lnTo>
                <a:lnTo>
                  <a:pt x="1892" y="43223"/>
                </a:lnTo>
                <a:lnTo>
                  <a:pt x="1892" y="42756"/>
                </a:lnTo>
                <a:lnTo>
                  <a:pt x="1956" y="42292"/>
                </a:lnTo>
                <a:lnTo>
                  <a:pt x="1956" y="41759"/>
                </a:lnTo>
                <a:lnTo>
                  <a:pt x="1956" y="41295"/>
                </a:lnTo>
                <a:lnTo>
                  <a:pt x="1956" y="40828"/>
                </a:lnTo>
                <a:lnTo>
                  <a:pt x="1956" y="40298"/>
                </a:lnTo>
                <a:lnTo>
                  <a:pt x="2053" y="39831"/>
                </a:lnTo>
                <a:lnTo>
                  <a:pt x="2053" y="39300"/>
                </a:lnTo>
                <a:lnTo>
                  <a:pt x="2053" y="38833"/>
                </a:lnTo>
                <a:lnTo>
                  <a:pt x="2053" y="38303"/>
                </a:lnTo>
                <a:lnTo>
                  <a:pt x="2053" y="37836"/>
                </a:lnTo>
                <a:lnTo>
                  <a:pt x="2117" y="37372"/>
                </a:lnTo>
                <a:lnTo>
                  <a:pt x="2117" y="36838"/>
                </a:lnTo>
                <a:lnTo>
                  <a:pt x="2117" y="36308"/>
                </a:lnTo>
                <a:lnTo>
                  <a:pt x="2117" y="35841"/>
                </a:lnTo>
                <a:lnTo>
                  <a:pt x="2181" y="35310"/>
                </a:lnTo>
                <a:lnTo>
                  <a:pt x="2181" y="34843"/>
                </a:lnTo>
                <a:lnTo>
                  <a:pt x="2181" y="34313"/>
                </a:lnTo>
                <a:lnTo>
                  <a:pt x="2181" y="33846"/>
                </a:lnTo>
                <a:lnTo>
                  <a:pt x="2181" y="33315"/>
                </a:lnTo>
                <a:lnTo>
                  <a:pt x="2245" y="32782"/>
                </a:lnTo>
                <a:lnTo>
                  <a:pt x="2245" y="32318"/>
                </a:lnTo>
                <a:lnTo>
                  <a:pt x="2245" y="31784"/>
                </a:lnTo>
                <a:lnTo>
                  <a:pt x="2245" y="31254"/>
                </a:lnTo>
                <a:lnTo>
                  <a:pt x="2341" y="30787"/>
                </a:lnTo>
                <a:lnTo>
                  <a:pt x="2341" y="30256"/>
                </a:lnTo>
                <a:lnTo>
                  <a:pt x="2341" y="29723"/>
                </a:lnTo>
                <a:lnTo>
                  <a:pt x="2341" y="29259"/>
                </a:lnTo>
                <a:lnTo>
                  <a:pt x="2341" y="28725"/>
                </a:lnTo>
                <a:lnTo>
                  <a:pt x="2406" y="28195"/>
                </a:lnTo>
                <a:lnTo>
                  <a:pt x="2406" y="27661"/>
                </a:lnTo>
                <a:lnTo>
                  <a:pt x="2406" y="27131"/>
                </a:lnTo>
                <a:lnTo>
                  <a:pt x="2406" y="26664"/>
                </a:lnTo>
                <a:lnTo>
                  <a:pt x="2470" y="26133"/>
                </a:lnTo>
                <a:lnTo>
                  <a:pt x="2470" y="25600"/>
                </a:lnTo>
                <a:lnTo>
                  <a:pt x="2470" y="25069"/>
                </a:lnTo>
                <a:lnTo>
                  <a:pt x="2470" y="24536"/>
                </a:lnTo>
                <a:lnTo>
                  <a:pt x="2470" y="24005"/>
                </a:lnTo>
                <a:lnTo>
                  <a:pt x="2566" y="23538"/>
                </a:lnTo>
                <a:lnTo>
                  <a:pt x="2566" y="23007"/>
                </a:lnTo>
                <a:lnTo>
                  <a:pt x="2566" y="22477"/>
                </a:lnTo>
                <a:lnTo>
                  <a:pt x="2566" y="21943"/>
                </a:lnTo>
                <a:lnTo>
                  <a:pt x="2630" y="21413"/>
                </a:lnTo>
                <a:lnTo>
                  <a:pt x="2630" y="20879"/>
                </a:lnTo>
                <a:lnTo>
                  <a:pt x="2630" y="20349"/>
                </a:lnTo>
                <a:lnTo>
                  <a:pt x="2630" y="19815"/>
                </a:lnTo>
                <a:lnTo>
                  <a:pt x="2630" y="19284"/>
                </a:lnTo>
                <a:lnTo>
                  <a:pt x="2694" y="18751"/>
                </a:lnTo>
                <a:lnTo>
                  <a:pt x="2694" y="18220"/>
                </a:lnTo>
                <a:lnTo>
                  <a:pt x="2694" y="17687"/>
                </a:lnTo>
                <a:lnTo>
                  <a:pt x="2694" y="17156"/>
                </a:lnTo>
                <a:lnTo>
                  <a:pt x="2758" y="16623"/>
                </a:lnTo>
                <a:lnTo>
                  <a:pt x="2758" y="16025"/>
                </a:lnTo>
                <a:lnTo>
                  <a:pt x="2758" y="15495"/>
                </a:lnTo>
                <a:lnTo>
                  <a:pt x="2758" y="14961"/>
                </a:lnTo>
                <a:lnTo>
                  <a:pt x="2758" y="14431"/>
                </a:lnTo>
                <a:lnTo>
                  <a:pt x="2855" y="13897"/>
                </a:lnTo>
                <a:lnTo>
                  <a:pt x="2855" y="13366"/>
                </a:lnTo>
                <a:lnTo>
                  <a:pt x="2855" y="12766"/>
                </a:lnTo>
                <a:lnTo>
                  <a:pt x="2855" y="12236"/>
                </a:lnTo>
                <a:lnTo>
                  <a:pt x="2855" y="11702"/>
                </a:lnTo>
                <a:lnTo>
                  <a:pt x="2919" y="11171"/>
                </a:lnTo>
                <a:lnTo>
                  <a:pt x="2919" y="10638"/>
                </a:lnTo>
                <a:lnTo>
                  <a:pt x="2919" y="10041"/>
                </a:lnTo>
                <a:lnTo>
                  <a:pt x="2919" y="9510"/>
                </a:lnTo>
                <a:lnTo>
                  <a:pt x="2983" y="8977"/>
                </a:lnTo>
                <a:lnTo>
                  <a:pt x="2983" y="8379"/>
                </a:lnTo>
                <a:lnTo>
                  <a:pt x="2983" y="7846"/>
                </a:lnTo>
                <a:lnTo>
                  <a:pt x="2983" y="7315"/>
                </a:lnTo>
                <a:lnTo>
                  <a:pt x="2983" y="6715"/>
                </a:lnTo>
                <a:lnTo>
                  <a:pt x="3079" y="6184"/>
                </a:lnTo>
                <a:lnTo>
                  <a:pt x="3079" y="5651"/>
                </a:lnTo>
                <a:lnTo>
                  <a:pt x="3079" y="5053"/>
                </a:lnTo>
                <a:lnTo>
                  <a:pt x="3079" y="4523"/>
                </a:lnTo>
                <a:lnTo>
                  <a:pt x="3143" y="3989"/>
                </a:lnTo>
                <a:lnTo>
                  <a:pt x="3143" y="3392"/>
                </a:lnTo>
                <a:lnTo>
                  <a:pt x="3143" y="2858"/>
                </a:lnTo>
                <a:lnTo>
                  <a:pt x="3143" y="2261"/>
                </a:lnTo>
                <a:lnTo>
                  <a:pt x="3143" y="1728"/>
                </a:lnTo>
                <a:lnTo>
                  <a:pt x="3208" y="1130"/>
                </a:lnTo>
                <a:lnTo>
                  <a:pt x="3208" y="59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866609" y="3754904"/>
            <a:ext cx="3208" cy="129340"/>
          </a:xfrm>
          <a:custGeom>
            <a:avLst/>
            <a:gdLst/>
            <a:ahLst/>
            <a:cxnLst/>
            <a:rect l="l" t="t" r="r" b="b"/>
            <a:pathLst>
              <a:path w="3208" h="129340">
                <a:moveTo>
                  <a:pt x="0" y="129340"/>
                </a:moveTo>
                <a:lnTo>
                  <a:pt x="0" y="128809"/>
                </a:lnTo>
                <a:lnTo>
                  <a:pt x="64" y="128209"/>
                </a:lnTo>
                <a:lnTo>
                  <a:pt x="64" y="127679"/>
                </a:lnTo>
                <a:lnTo>
                  <a:pt x="64" y="127078"/>
                </a:lnTo>
                <a:lnTo>
                  <a:pt x="64" y="126481"/>
                </a:lnTo>
                <a:lnTo>
                  <a:pt x="64" y="125947"/>
                </a:lnTo>
                <a:lnTo>
                  <a:pt x="160" y="125350"/>
                </a:lnTo>
                <a:lnTo>
                  <a:pt x="160" y="124820"/>
                </a:lnTo>
                <a:lnTo>
                  <a:pt x="160" y="124219"/>
                </a:lnTo>
                <a:lnTo>
                  <a:pt x="160" y="123622"/>
                </a:lnTo>
                <a:lnTo>
                  <a:pt x="224" y="123089"/>
                </a:lnTo>
                <a:lnTo>
                  <a:pt x="224" y="122491"/>
                </a:lnTo>
                <a:lnTo>
                  <a:pt x="224" y="121894"/>
                </a:lnTo>
                <a:lnTo>
                  <a:pt x="224" y="121360"/>
                </a:lnTo>
                <a:lnTo>
                  <a:pt x="224" y="120763"/>
                </a:lnTo>
                <a:lnTo>
                  <a:pt x="288" y="120163"/>
                </a:lnTo>
                <a:lnTo>
                  <a:pt x="288" y="119566"/>
                </a:lnTo>
                <a:lnTo>
                  <a:pt x="288" y="119032"/>
                </a:lnTo>
                <a:lnTo>
                  <a:pt x="288" y="118435"/>
                </a:lnTo>
                <a:lnTo>
                  <a:pt x="352" y="117837"/>
                </a:lnTo>
                <a:lnTo>
                  <a:pt x="352" y="117237"/>
                </a:lnTo>
                <a:lnTo>
                  <a:pt x="352" y="116640"/>
                </a:lnTo>
                <a:lnTo>
                  <a:pt x="352" y="116106"/>
                </a:lnTo>
                <a:lnTo>
                  <a:pt x="352" y="115509"/>
                </a:lnTo>
                <a:lnTo>
                  <a:pt x="449" y="114912"/>
                </a:lnTo>
                <a:lnTo>
                  <a:pt x="449" y="114312"/>
                </a:lnTo>
                <a:lnTo>
                  <a:pt x="449" y="113714"/>
                </a:lnTo>
                <a:lnTo>
                  <a:pt x="449" y="113114"/>
                </a:lnTo>
                <a:lnTo>
                  <a:pt x="449" y="112517"/>
                </a:lnTo>
                <a:lnTo>
                  <a:pt x="513" y="111919"/>
                </a:lnTo>
                <a:lnTo>
                  <a:pt x="513" y="111319"/>
                </a:lnTo>
                <a:lnTo>
                  <a:pt x="513" y="110722"/>
                </a:lnTo>
                <a:lnTo>
                  <a:pt x="513" y="110188"/>
                </a:lnTo>
                <a:lnTo>
                  <a:pt x="577" y="109591"/>
                </a:lnTo>
                <a:lnTo>
                  <a:pt x="577" y="108991"/>
                </a:lnTo>
                <a:lnTo>
                  <a:pt x="577" y="108394"/>
                </a:lnTo>
                <a:lnTo>
                  <a:pt x="577" y="107796"/>
                </a:lnTo>
                <a:lnTo>
                  <a:pt x="577" y="107196"/>
                </a:lnTo>
                <a:lnTo>
                  <a:pt x="673" y="106532"/>
                </a:lnTo>
                <a:lnTo>
                  <a:pt x="673" y="105935"/>
                </a:lnTo>
                <a:lnTo>
                  <a:pt x="673" y="105335"/>
                </a:lnTo>
                <a:lnTo>
                  <a:pt x="673" y="104737"/>
                </a:lnTo>
                <a:lnTo>
                  <a:pt x="737" y="104137"/>
                </a:lnTo>
                <a:lnTo>
                  <a:pt x="737" y="103540"/>
                </a:lnTo>
                <a:lnTo>
                  <a:pt x="737" y="102942"/>
                </a:lnTo>
                <a:lnTo>
                  <a:pt x="737" y="102342"/>
                </a:lnTo>
                <a:lnTo>
                  <a:pt x="737" y="101745"/>
                </a:lnTo>
                <a:lnTo>
                  <a:pt x="802" y="101078"/>
                </a:lnTo>
                <a:lnTo>
                  <a:pt x="802" y="100481"/>
                </a:lnTo>
                <a:lnTo>
                  <a:pt x="802" y="99883"/>
                </a:lnTo>
                <a:lnTo>
                  <a:pt x="802" y="99283"/>
                </a:lnTo>
                <a:lnTo>
                  <a:pt x="866" y="98686"/>
                </a:lnTo>
                <a:lnTo>
                  <a:pt x="866" y="98019"/>
                </a:lnTo>
                <a:lnTo>
                  <a:pt x="866" y="97422"/>
                </a:lnTo>
                <a:lnTo>
                  <a:pt x="866" y="96824"/>
                </a:lnTo>
                <a:lnTo>
                  <a:pt x="866" y="96224"/>
                </a:lnTo>
                <a:lnTo>
                  <a:pt x="962" y="95560"/>
                </a:lnTo>
                <a:lnTo>
                  <a:pt x="962" y="94963"/>
                </a:lnTo>
                <a:lnTo>
                  <a:pt x="962" y="94363"/>
                </a:lnTo>
                <a:lnTo>
                  <a:pt x="962" y="93765"/>
                </a:lnTo>
                <a:lnTo>
                  <a:pt x="1026" y="93098"/>
                </a:lnTo>
                <a:lnTo>
                  <a:pt x="1026" y="92501"/>
                </a:lnTo>
                <a:lnTo>
                  <a:pt x="1026" y="91837"/>
                </a:lnTo>
                <a:lnTo>
                  <a:pt x="1026" y="91237"/>
                </a:lnTo>
                <a:lnTo>
                  <a:pt x="1026" y="90640"/>
                </a:lnTo>
                <a:lnTo>
                  <a:pt x="1090" y="89976"/>
                </a:lnTo>
                <a:lnTo>
                  <a:pt x="1090" y="89375"/>
                </a:lnTo>
                <a:lnTo>
                  <a:pt x="1090" y="88778"/>
                </a:lnTo>
                <a:lnTo>
                  <a:pt x="1090" y="88111"/>
                </a:lnTo>
                <a:lnTo>
                  <a:pt x="1154" y="87514"/>
                </a:lnTo>
                <a:lnTo>
                  <a:pt x="1154" y="86850"/>
                </a:lnTo>
                <a:lnTo>
                  <a:pt x="1154" y="86250"/>
                </a:lnTo>
                <a:lnTo>
                  <a:pt x="1154" y="85586"/>
                </a:lnTo>
                <a:lnTo>
                  <a:pt x="1154" y="84988"/>
                </a:lnTo>
                <a:lnTo>
                  <a:pt x="1251" y="84321"/>
                </a:lnTo>
                <a:lnTo>
                  <a:pt x="1251" y="83724"/>
                </a:lnTo>
                <a:lnTo>
                  <a:pt x="1251" y="83057"/>
                </a:lnTo>
                <a:lnTo>
                  <a:pt x="1251" y="82460"/>
                </a:lnTo>
                <a:lnTo>
                  <a:pt x="1251" y="81796"/>
                </a:lnTo>
                <a:lnTo>
                  <a:pt x="1315" y="81196"/>
                </a:lnTo>
                <a:lnTo>
                  <a:pt x="1315" y="80532"/>
                </a:lnTo>
                <a:lnTo>
                  <a:pt x="1315" y="79868"/>
                </a:lnTo>
                <a:lnTo>
                  <a:pt x="1315" y="79268"/>
                </a:lnTo>
                <a:lnTo>
                  <a:pt x="1379" y="78604"/>
                </a:lnTo>
                <a:lnTo>
                  <a:pt x="1379" y="78006"/>
                </a:lnTo>
                <a:lnTo>
                  <a:pt x="1379" y="77339"/>
                </a:lnTo>
                <a:lnTo>
                  <a:pt x="1379" y="76675"/>
                </a:lnTo>
                <a:lnTo>
                  <a:pt x="1379" y="76075"/>
                </a:lnTo>
                <a:lnTo>
                  <a:pt x="1475" y="75411"/>
                </a:lnTo>
                <a:lnTo>
                  <a:pt x="1475" y="74747"/>
                </a:lnTo>
                <a:lnTo>
                  <a:pt x="1475" y="74147"/>
                </a:lnTo>
                <a:lnTo>
                  <a:pt x="1475" y="73483"/>
                </a:lnTo>
                <a:lnTo>
                  <a:pt x="1539" y="72819"/>
                </a:lnTo>
                <a:lnTo>
                  <a:pt x="1539" y="72152"/>
                </a:lnTo>
                <a:lnTo>
                  <a:pt x="1539" y="71555"/>
                </a:lnTo>
                <a:lnTo>
                  <a:pt x="1539" y="70891"/>
                </a:lnTo>
                <a:lnTo>
                  <a:pt x="1539" y="70224"/>
                </a:lnTo>
                <a:lnTo>
                  <a:pt x="1604" y="69560"/>
                </a:lnTo>
                <a:lnTo>
                  <a:pt x="1604" y="68896"/>
                </a:lnTo>
                <a:lnTo>
                  <a:pt x="1604" y="68296"/>
                </a:lnTo>
                <a:lnTo>
                  <a:pt x="1604" y="67632"/>
                </a:lnTo>
                <a:lnTo>
                  <a:pt x="1668" y="66968"/>
                </a:lnTo>
                <a:lnTo>
                  <a:pt x="1668" y="66301"/>
                </a:lnTo>
                <a:lnTo>
                  <a:pt x="1668" y="65637"/>
                </a:lnTo>
                <a:lnTo>
                  <a:pt x="1668" y="64973"/>
                </a:lnTo>
                <a:lnTo>
                  <a:pt x="1668" y="64373"/>
                </a:lnTo>
                <a:lnTo>
                  <a:pt x="1764" y="63709"/>
                </a:lnTo>
                <a:lnTo>
                  <a:pt x="1764" y="63045"/>
                </a:lnTo>
                <a:lnTo>
                  <a:pt x="1764" y="62378"/>
                </a:lnTo>
                <a:lnTo>
                  <a:pt x="1764" y="61714"/>
                </a:lnTo>
                <a:lnTo>
                  <a:pt x="1828" y="61050"/>
                </a:lnTo>
                <a:lnTo>
                  <a:pt x="1828" y="60383"/>
                </a:lnTo>
                <a:lnTo>
                  <a:pt x="1828" y="59719"/>
                </a:lnTo>
                <a:lnTo>
                  <a:pt x="1828" y="59055"/>
                </a:lnTo>
                <a:lnTo>
                  <a:pt x="1828" y="58388"/>
                </a:lnTo>
                <a:lnTo>
                  <a:pt x="1892" y="57724"/>
                </a:lnTo>
                <a:lnTo>
                  <a:pt x="1892" y="57060"/>
                </a:lnTo>
                <a:lnTo>
                  <a:pt x="1892" y="56393"/>
                </a:lnTo>
                <a:lnTo>
                  <a:pt x="1892" y="55729"/>
                </a:lnTo>
                <a:lnTo>
                  <a:pt x="1988" y="55065"/>
                </a:lnTo>
                <a:lnTo>
                  <a:pt x="1988" y="54398"/>
                </a:lnTo>
                <a:lnTo>
                  <a:pt x="1988" y="53734"/>
                </a:lnTo>
                <a:lnTo>
                  <a:pt x="1988" y="53070"/>
                </a:lnTo>
                <a:lnTo>
                  <a:pt x="1988" y="52403"/>
                </a:lnTo>
                <a:lnTo>
                  <a:pt x="2053" y="51739"/>
                </a:lnTo>
                <a:lnTo>
                  <a:pt x="2053" y="51075"/>
                </a:lnTo>
                <a:lnTo>
                  <a:pt x="2053" y="50342"/>
                </a:lnTo>
                <a:lnTo>
                  <a:pt x="2053" y="49678"/>
                </a:lnTo>
                <a:lnTo>
                  <a:pt x="2053" y="49014"/>
                </a:lnTo>
                <a:lnTo>
                  <a:pt x="2117" y="48347"/>
                </a:lnTo>
                <a:lnTo>
                  <a:pt x="2117" y="47683"/>
                </a:lnTo>
                <a:lnTo>
                  <a:pt x="2117" y="47019"/>
                </a:lnTo>
                <a:lnTo>
                  <a:pt x="2117" y="46285"/>
                </a:lnTo>
                <a:lnTo>
                  <a:pt x="2181" y="45621"/>
                </a:lnTo>
                <a:lnTo>
                  <a:pt x="2181" y="44957"/>
                </a:lnTo>
                <a:lnTo>
                  <a:pt x="2181" y="44290"/>
                </a:lnTo>
                <a:lnTo>
                  <a:pt x="2181" y="43626"/>
                </a:lnTo>
                <a:lnTo>
                  <a:pt x="2181" y="42896"/>
                </a:lnTo>
                <a:lnTo>
                  <a:pt x="2277" y="42229"/>
                </a:lnTo>
                <a:lnTo>
                  <a:pt x="2277" y="41565"/>
                </a:lnTo>
                <a:lnTo>
                  <a:pt x="2277" y="40901"/>
                </a:lnTo>
                <a:lnTo>
                  <a:pt x="2277" y="40167"/>
                </a:lnTo>
                <a:lnTo>
                  <a:pt x="2341" y="39503"/>
                </a:lnTo>
                <a:lnTo>
                  <a:pt x="2341" y="38839"/>
                </a:lnTo>
                <a:lnTo>
                  <a:pt x="2341" y="38108"/>
                </a:lnTo>
                <a:lnTo>
                  <a:pt x="2341" y="37441"/>
                </a:lnTo>
                <a:lnTo>
                  <a:pt x="2341" y="36777"/>
                </a:lnTo>
                <a:lnTo>
                  <a:pt x="2406" y="36047"/>
                </a:lnTo>
                <a:lnTo>
                  <a:pt x="2406" y="35380"/>
                </a:lnTo>
                <a:lnTo>
                  <a:pt x="2406" y="34716"/>
                </a:lnTo>
                <a:lnTo>
                  <a:pt x="2406" y="33985"/>
                </a:lnTo>
                <a:lnTo>
                  <a:pt x="2470" y="33318"/>
                </a:lnTo>
                <a:lnTo>
                  <a:pt x="2470" y="32588"/>
                </a:lnTo>
                <a:lnTo>
                  <a:pt x="2470" y="31924"/>
                </a:lnTo>
                <a:lnTo>
                  <a:pt x="2470" y="31190"/>
                </a:lnTo>
                <a:lnTo>
                  <a:pt x="2470" y="30526"/>
                </a:lnTo>
                <a:lnTo>
                  <a:pt x="2566" y="29862"/>
                </a:lnTo>
                <a:lnTo>
                  <a:pt x="2566" y="29131"/>
                </a:lnTo>
                <a:lnTo>
                  <a:pt x="2566" y="28473"/>
                </a:lnTo>
                <a:lnTo>
                  <a:pt x="2566" y="27719"/>
                </a:lnTo>
                <a:lnTo>
                  <a:pt x="2630" y="27081"/>
                </a:lnTo>
                <a:lnTo>
                  <a:pt x="2630" y="26327"/>
                </a:lnTo>
                <a:lnTo>
                  <a:pt x="2630" y="25661"/>
                </a:lnTo>
                <a:lnTo>
                  <a:pt x="2630" y="24936"/>
                </a:lnTo>
                <a:lnTo>
                  <a:pt x="2630" y="24269"/>
                </a:lnTo>
                <a:lnTo>
                  <a:pt x="2694" y="23544"/>
                </a:lnTo>
                <a:lnTo>
                  <a:pt x="2694" y="22877"/>
                </a:lnTo>
                <a:lnTo>
                  <a:pt x="2694" y="22152"/>
                </a:lnTo>
                <a:lnTo>
                  <a:pt x="2694" y="21427"/>
                </a:lnTo>
                <a:lnTo>
                  <a:pt x="2790" y="20760"/>
                </a:lnTo>
                <a:lnTo>
                  <a:pt x="2790" y="20006"/>
                </a:lnTo>
                <a:lnTo>
                  <a:pt x="2790" y="19369"/>
                </a:lnTo>
                <a:lnTo>
                  <a:pt x="2790" y="18615"/>
                </a:lnTo>
                <a:lnTo>
                  <a:pt x="2790" y="17890"/>
                </a:lnTo>
                <a:lnTo>
                  <a:pt x="2855" y="17223"/>
                </a:lnTo>
                <a:lnTo>
                  <a:pt x="2855" y="16498"/>
                </a:lnTo>
                <a:lnTo>
                  <a:pt x="2855" y="15773"/>
                </a:lnTo>
                <a:lnTo>
                  <a:pt x="2855" y="15106"/>
                </a:lnTo>
                <a:lnTo>
                  <a:pt x="2855" y="14381"/>
                </a:lnTo>
                <a:lnTo>
                  <a:pt x="2919" y="13627"/>
                </a:lnTo>
                <a:lnTo>
                  <a:pt x="2919" y="12961"/>
                </a:lnTo>
                <a:lnTo>
                  <a:pt x="2919" y="12236"/>
                </a:lnTo>
                <a:lnTo>
                  <a:pt x="2919" y="11511"/>
                </a:lnTo>
                <a:lnTo>
                  <a:pt x="2983" y="10844"/>
                </a:lnTo>
                <a:lnTo>
                  <a:pt x="2983" y="10119"/>
                </a:lnTo>
                <a:lnTo>
                  <a:pt x="2983" y="9394"/>
                </a:lnTo>
                <a:lnTo>
                  <a:pt x="2983" y="8640"/>
                </a:lnTo>
                <a:lnTo>
                  <a:pt x="2983" y="7915"/>
                </a:lnTo>
                <a:lnTo>
                  <a:pt x="3079" y="7248"/>
                </a:lnTo>
                <a:lnTo>
                  <a:pt x="3079" y="6523"/>
                </a:lnTo>
                <a:lnTo>
                  <a:pt x="3079" y="5799"/>
                </a:lnTo>
                <a:lnTo>
                  <a:pt x="3079" y="5045"/>
                </a:lnTo>
                <a:lnTo>
                  <a:pt x="3143" y="4407"/>
                </a:lnTo>
                <a:lnTo>
                  <a:pt x="3143" y="3653"/>
                </a:lnTo>
                <a:lnTo>
                  <a:pt x="3143" y="2928"/>
                </a:lnTo>
                <a:lnTo>
                  <a:pt x="3143" y="2203"/>
                </a:lnTo>
                <a:lnTo>
                  <a:pt x="3143" y="1478"/>
                </a:lnTo>
                <a:lnTo>
                  <a:pt x="3208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869817" y="3600560"/>
            <a:ext cx="3208" cy="154343"/>
          </a:xfrm>
          <a:custGeom>
            <a:avLst/>
            <a:gdLst/>
            <a:ahLst/>
            <a:cxnLst/>
            <a:rect l="l" t="t" r="r" b="b"/>
            <a:pathLst>
              <a:path w="3208" h="154343">
                <a:moveTo>
                  <a:pt x="0" y="154343"/>
                </a:moveTo>
                <a:lnTo>
                  <a:pt x="0" y="153676"/>
                </a:lnTo>
                <a:lnTo>
                  <a:pt x="0" y="152951"/>
                </a:lnTo>
                <a:lnTo>
                  <a:pt x="96" y="152226"/>
                </a:lnTo>
                <a:lnTo>
                  <a:pt x="96" y="151501"/>
                </a:lnTo>
                <a:lnTo>
                  <a:pt x="96" y="150747"/>
                </a:lnTo>
                <a:lnTo>
                  <a:pt x="96" y="150022"/>
                </a:lnTo>
                <a:lnTo>
                  <a:pt x="96" y="149298"/>
                </a:lnTo>
                <a:lnTo>
                  <a:pt x="160" y="148573"/>
                </a:lnTo>
                <a:lnTo>
                  <a:pt x="160" y="147819"/>
                </a:lnTo>
                <a:lnTo>
                  <a:pt x="160" y="147094"/>
                </a:lnTo>
                <a:lnTo>
                  <a:pt x="160" y="146369"/>
                </a:lnTo>
                <a:lnTo>
                  <a:pt x="224" y="145644"/>
                </a:lnTo>
                <a:lnTo>
                  <a:pt x="224" y="144919"/>
                </a:lnTo>
                <a:lnTo>
                  <a:pt x="224" y="144165"/>
                </a:lnTo>
                <a:lnTo>
                  <a:pt x="224" y="143440"/>
                </a:lnTo>
                <a:lnTo>
                  <a:pt x="224" y="142716"/>
                </a:lnTo>
                <a:lnTo>
                  <a:pt x="288" y="141991"/>
                </a:lnTo>
                <a:lnTo>
                  <a:pt x="288" y="141237"/>
                </a:lnTo>
                <a:lnTo>
                  <a:pt x="288" y="140512"/>
                </a:lnTo>
                <a:lnTo>
                  <a:pt x="288" y="139787"/>
                </a:lnTo>
                <a:lnTo>
                  <a:pt x="384" y="139062"/>
                </a:lnTo>
                <a:lnTo>
                  <a:pt x="384" y="138308"/>
                </a:lnTo>
                <a:lnTo>
                  <a:pt x="384" y="137583"/>
                </a:lnTo>
                <a:lnTo>
                  <a:pt x="384" y="136859"/>
                </a:lnTo>
                <a:lnTo>
                  <a:pt x="384" y="136134"/>
                </a:lnTo>
                <a:lnTo>
                  <a:pt x="449" y="135322"/>
                </a:lnTo>
                <a:lnTo>
                  <a:pt x="449" y="134597"/>
                </a:lnTo>
                <a:lnTo>
                  <a:pt x="449" y="133872"/>
                </a:lnTo>
                <a:lnTo>
                  <a:pt x="449" y="133147"/>
                </a:lnTo>
                <a:lnTo>
                  <a:pt x="449" y="132393"/>
                </a:lnTo>
                <a:lnTo>
                  <a:pt x="513" y="131668"/>
                </a:lnTo>
                <a:lnTo>
                  <a:pt x="513" y="130943"/>
                </a:lnTo>
                <a:lnTo>
                  <a:pt x="513" y="130132"/>
                </a:lnTo>
                <a:lnTo>
                  <a:pt x="513" y="129407"/>
                </a:lnTo>
                <a:lnTo>
                  <a:pt x="577" y="128682"/>
                </a:lnTo>
                <a:lnTo>
                  <a:pt x="577" y="127957"/>
                </a:lnTo>
                <a:lnTo>
                  <a:pt x="577" y="127203"/>
                </a:lnTo>
                <a:lnTo>
                  <a:pt x="577" y="126420"/>
                </a:lnTo>
                <a:lnTo>
                  <a:pt x="577" y="125695"/>
                </a:lnTo>
                <a:lnTo>
                  <a:pt x="673" y="124970"/>
                </a:lnTo>
                <a:lnTo>
                  <a:pt x="673" y="124216"/>
                </a:lnTo>
                <a:lnTo>
                  <a:pt x="673" y="123434"/>
                </a:lnTo>
                <a:lnTo>
                  <a:pt x="673" y="122709"/>
                </a:lnTo>
                <a:lnTo>
                  <a:pt x="737" y="121955"/>
                </a:lnTo>
                <a:lnTo>
                  <a:pt x="737" y="121230"/>
                </a:lnTo>
                <a:lnTo>
                  <a:pt x="737" y="120447"/>
                </a:lnTo>
                <a:lnTo>
                  <a:pt x="737" y="119693"/>
                </a:lnTo>
                <a:lnTo>
                  <a:pt x="737" y="118968"/>
                </a:lnTo>
                <a:lnTo>
                  <a:pt x="802" y="118185"/>
                </a:lnTo>
                <a:lnTo>
                  <a:pt x="802" y="117431"/>
                </a:lnTo>
                <a:lnTo>
                  <a:pt x="802" y="116707"/>
                </a:lnTo>
                <a:lnTo>
                  <a:pt x="802" y="115924"/>
                </a:lnTo>
                <a:lnTo>
                  <a:pt x="898" y="115170"/>
                </a:lnTo>
                <a:lnTo>
                  <a:pt x="898" y="114445"/>
                </a:lnTo>
                <a:lnTo>
                  <a:pt x="898" y="113662"/>
                </a:lnTo>
                <a:lnTo>
                  <a:pt x="898" y="112908"/>
                </a:lnTo>
                <a:lnTo>
                  <a:pt x="898" y="112183"/>
                </a:lnTo>
                <a:lnTo>
                  <a:pt x="962" y="111400"/>
                </a:lnTo>
                <a:lnTo>
                  <a:pt x="962" y="110647"/>
                </a:lnTo>
                <a:lnTo>
                  <a:pt x="962" y="109864"/>
                </a:lnTo>
                <a:lnTo>
                  <a:pt x="962" y="109139"/>
                </a:lnTo>
                <a:lnTo>
                  <a:pt x="1026" y="108327"/>
                </a:lnTo>
                <a:lnTo>
                  <a:pt x="1026" y="107602"/>
                </a:lnTo>
                <a:lnTo>
                  <a:pt x="1026" y="106877"/>
                </a:lnTo>
                <a:lnTo>
                  <a:pt x="1026" y="106065"/>
                </a:lnTo>
                <a:lnTo>
                  <a:pt x="1026" y="105340"/>
                </a:lnTo>
                <a:lnTo>
                  <a:pt x="1090" y="104528"/>
                </a:lnTo>
                <a:lnTo>
                  <a:pt x="1090" y="103804"/>
                </a:lnTo>
                <a:lnTo>
                  <a:pt x="1090" y="103021"/>
                </a:lnTo>
                <a:lnTo>
                  <a:pt x="1090" y="102267"/>
                </a:lnTo>
                <a:lnTo>
                  <a:pt x="1186" y="101484"/>
                </a:lnTo>
                <a:lnTo>
                  <a:pt x="1186" y="100759"/>
                </a:lnTo>
                <a:lnTo>
                  <a:pt x="1186" y="99947"/>
                </a:lnTo>
                <a:lnTo>
                  <a:pt x="1186" y="99222"/>
                </a:lnTo>
                <a:lnTo>
                  <a:pt x="1186" y="98410"/>
                </a:lnTo>
                <a:lnTo>
                  <a:pt x="1251" y="97686"/>
                </a:lnTo>
                <a:lnTo>
                  <a:pt x="1251" y="96903"/>
                </a:lnTo>
                <a:lnTo>
                  <a:pt x="1251" y="96178"/>
                </a:lnTo>
                <a:lnTo>
                  <a:pt x="1251" y="95366"/>
                </a:lnTo>
                <a:lnTo>
                  <a:pt x="1251" y="94641"/>
                </a:lnTo>
                <a:lnTo>
                  <a:pt x="1315" y="93829"/>
                </a:lnTo>
                <a:lnTo>
                  <a:pt x="1315" y="93046"/>
                </a:lnTo>
                <a:lnTo>
                  <a:pt x="1315" y="92292"/>
                </a:lnTo>
                <a:lnTo>
                  <a:pt x="1315" y="91509"/>
                </a:lnTo>
                <a:lnTo>
                  <a:pt x="1379" y="90785"/>
                </a:lnTo>
                <a:lnTo>
                  <a:pt x="1379" y="89973"/>
                </a:lnTo>
                <a:lnTo>
                  <a:pt x="1379" y="89190"/>
                </a:lnTo>
                <a:lnTo>
                  <a:pt x="1379" y="88436"/>
                </a:lnTo>
                <a:lnTo>
                  <a:pt x="1379" y="87653"/>
                </a:lnTo>
                <a:lnTo>
                  <a:pt x="1475" y="86928"/>
                </a:lnTo>
                <a:lnTo>
                  <a:pt x="1475" y="86116"/>
                </a:lnTo>
                <a:lnTo>
                  <a:pt x="1475" y="85333"/>
                </a:lnTo>
                <a:lnTo>
                  <a:pt x="1475" y="84580"/>
                </a:lnTo>
                <a:lnTo>
                  <a:pt x="1539" y="83797"/>
                </a:lnTo>
                <a:lnTo>
                  <a:pt x="1539" y="82985"/>
                </a:lnTo>
                <a:lnTo>
                  <a:pt x="1539" y="82260"/>
                </a:lnTo>
                <a:lnTo>
                  <a:pt x="1539" y="81477"/>
                </a:lnTo>
                <a:lnTo>
                  <a:pt x="1539" y="80665"/>
                </a:lnTo>
                <a:lnTo>
                  <a:pt x="1604" y="79940"/>
                </a:lnTo>
                <a:lnTo>
                  <a:pt x="1604" y="79128"/>
                </a:lnTo>
                <a:lnTo>
                  <a:pt x="1604" y="78345"/>
                </a:lnTo>
                <a:lnTo>
                  <a:pt x="1604" y="77534"/>
                </a:lnTo>
                <a:lnTo>
                  <a:pt x="1700" y="76809"/>
                </a:lnTo>
                <a:lnTo>
                  <a:pt x="1700" y="76026"/>
                </a:lnTo>
                <a:lnTo>
                  <a:pt x="1700" y="75214"/>
                </a:lnTo>
                <a:lnTo>
                  <a:pt x="1700" y="74431"/>
                </a:lnTo>
                <a:lnTo>
                  <a:pt x="1700" y="73677"/>
                </a:lnTo>
                <a:lnTo>
                  <a:pt x="1764" y="72894"/>
                </a:lnTo>
                <a:lnTo>
                  <a:pt x="1764" y="72082"/>
                </a:lnTo>
                <a:lnTo>
                  <a:pt x="1764" y="71300"/>
                </a:lnTo>
                <a:lnTo>
                  <a:pt x="1764" y="70575"/>
                </a:lnTo>
                <a:lnTo>
                  <a:pt x="1828" y="69763"/>
                </a:lnTo>
                <a:lnTo>
                  <a:pt x="1828" y="68980"/>
                </a:lnTo>
                <a:lnTo>
                  <a:pt x="1828" y="68168"/>
                </a:lnTo>
                <a:lnTo>
                  <a:pt x="1828" y="67356"/>
                </a:lnTo>
                <a:lnTo>
                  <a:pt x="1828" y="66631"/>
                </a:lnTo>
                <a:lnTo>
                  <a:pt x="1892" y="65848"/>
                </a:lnTo>
                <a:lnTo>
                  <a:pt x="1892" y="65037"/>
                </a:lnTo>
                <a:lnTo>
                  <a:pt x="1892" y="64254"/>
                </a:lnTo>
                <a:lnTo>
                  <a:pt x="1892" y="63442"/>
                </a:lnTo>
                <a:lnTo>
                  <a:pt x="1988" y="62659"/>
                </a:lnTo>
                <a:lnTo>
                  <a:pt x="1988" y="61905"/>
                </a:lnTo>
                <a:lnTo>
                  <a:pt x="1988" y="61122"/>
                </a:lnTo>
                <a:lnTo>
                  <a:pt x="1988" y="60310"/>
                </a:lnTo>
                <a:lnTo>
                  <a:pt x="1988" y="59527"/>
                </a:lnTo>
                <a:lnTo>
                  <a:pt x="2053" y="58715"/>
                </a:lnTo>
                <a:lnTo>
                  <a:pt x="2053" y="57933"/>
                </a:lnTo>
                <a:lnTo>
                  <a:pt x="2053" y="57121"/>
                </a:lnTo>
                <a:lnTo>
                  <a:pt x="2053" y="56338"/>
                </a:lnTo>
                <a:lnTo>
                  <a:pt x="2053" y="55526"/>
                </a:lnTo>
                <a:lnTo>
                  <a:pt x="2117" y="54801"/>
                </a:lnTo>
                <a:lnTo>
                  <a:pt x="2117" y="54018"/>
                </a:lnTo>
                <a:lnTo>
                  <a:pt x="2117" y="53206"/>
                </a:lnTo>
                <a:lnTo>
                  <a:pt x="2117" y="52394"/>
                </a:lnTo>
                <a:lnTo>
                  <a:pt x="2213" y="51612"/>
                </a:lnTo>
                <a:lnTo>
                  <a:pt x="2213" y="50800"/>
                </a:lnTo>
                <a:lnTo>
                  <a:pt x="2213" y="50017"/>
                </a:lnTo>
                <a:lnTo>
                  <a:pt x="2213" y="49205"/>
                </a:lnTo>
                <a:lnTo>
                  <a:pt x="2213" y="48422"/>
                </a:lnTo>
                <a:lnTo>
                  <a:pt x="2277" y="47610"/>
                </a:lnTo>
                <a:lnTo>
                  <a:pt x="2277" y="46827"/>
                </a:lnTo>
                <a:lnTo>
                  <a:pt x="2277" y="46015"/>
                </a:lnTo>
                <a:lnTo>
                  <a:pt x="2277" y="45233"/>
                </a:lnTo>
                <a:lnTo>
                  <a:pt x="2341" y="44421"/>
                </a:lnTo>
                <a:lnTo>
                  <a:pt x="2341" y="43638"/>
                </a:lnTo>
                <a:lnTo>
                  <a:pt x="2341" y="42826"/>
                </a:lnTo>
                <a:lnTo>
                  <a:pt x="2341" y="42043"/>
                </a:lnTo>
                <a:lnTo>
                  <a:pt x="2341" y="41231"/>
                </a:lnTo>
                <a:lnTo>
                  <a:pt x="2406" y="40448"/>
                </a:lnTo>
                <a:lnTo>
                  <a:pt x="2406" y="39636"/>
                </a:lnTo>
                <a:lnTo>
                  <a:pt x="2406" y="38854"/>
                </a:lnTo>
                <a:lnTo>
                  <a:pt x="2406" y="38042"/>
                </a:lnTo>
                <a:lnTo>
                  <a:pt x="2502" y="37259"/>
                </a:lnTo>
                <a:lnTo>
                  <a:pt x="2502" y="36447"/>
                </a:lnTo>
                <a:lnTo>
                  <a:pt x="2502" y="35664"/>
                </a:lnTo>
                <a:lnTo>
                  <a:pt x="2502" y="34852"/>
                </a:lnTo>
                <a:lnTo>
                  <a:pt x="2502" y="34069"/>
                </a:lnTo>
                <a:lnTo>
                  <a:pt x="2566" y="33257"/>
                </a:lnTo>
                <a:lnTo>
                  <a:pt x="2566" y="32446"/>
                </a:lnTo>
                <a:lnTo>
                  <a:pt x="2566" y="31663"/>
                </a:lnTo>
                <a:lnTo>
                  <a:pt x="2566" y="30793"/>
                </a:lnTo>
                <a:lnTo>
                  <a:pt x="2630" y="30010"/>
                </a:lnTo>
                <a:lnTo>
                  <a:pt x="2630" y="29198"/>
                </a:lnTo>
                <a:lnTo>
                  <a:pt x="2630" y="28415"/>
                </a:lnTo>
                <a:lnTo>
                  <a:pt x="2630" y="27603"/>
                </a:lnTo>
                <a:lnTo>
                  <a:pt x="2630" y="26820"/>
                </a:lnTo>
                <a:lnTo>
                  <a:pt x="2694" y="26009"/>
                </a:lnTo>
                <a:lnTo>
                  <a:pt x="2694" y="25226"/>
                </a:lnTo>
                <a:lnTo>
                  <a:pt x="2694" y="24414"/>
                </a:lnTo>
                <a:lnTo>
                  <a:pt x="2694" y="23544"/>
                </a:lnTo>
                <a:lnTo>
                  <a:pt x="2790" y="22761"/>
                </a:lnTo>
                <a:lnTo>
                  <a:pt x="2790" y="21949"/>
                </a:lnTo>
                <a:lnTo>
                  <a:pt x="2790" y="21166"/>
                </a:lnTo>
                <a:lnTo>
                  <a:pt x="2790" y="20354"/>
                </a:lnTo>
                <a:lnTo>
                  <a:pt x="2790" y="19571"/>
                </a:lnTo>
                <a:lnTo>
                  <a:pt x="2855" y="18760"/>
                </a:lnTo>
                <a:lnTo>
                  <a:pt x="2855" y="17890"/>
                </a:lnTo>
                <a:lnTo>
                  <a:pt x="2855" y="17107"/>
                </a:lnTo>
                <a:lnTo>
                  <a:pt x="2855" y="16295"/>
                </a:lnTo>
                <a:lnTo>
                  <a:pt x="2855" y="15512"/>
                </a:lnTo>
                <a:lnTo>
                  <a:pt x="2919" y="14700"/>
                </a:lnTo>
                <a:lnTo>
                  <a:pt x="2919" y="13830"/>
                </a:lnTo>
                <a:lnTo>
                  <a:pt x="2919" y="13047"/>
                </a:lnTo>
                <a:lnTo>
                  <a:pt x="2919" y="12236"/>
                </a:lnTo>
                <a:lnTo>
                  <a:pt x="3015" y="11453"/>
                </a:lnTo>
                <a:lnTo>
                  <a:pt x="3015" y="10641"/>
                </a:lnTo>
                <a:lnTo>
                  <a:pt x="3015" y="9771"/>
                </a:lnTo>
                <a:lnTo>
                  <a:pt x="3015" y="8988"/>
                </a:lnTo>
                <a:lnTo>
                  <a:pt x="3015" y="8176"/>
                </a:lnTo>
                <a:lnTo>
                  <a:pt x="3079" y="7393"/>
                </a:lnTo>
                <a:lnTo>
                  <a:pt x="3079" y="6581"/>
                </a:lnTo>
                <a:lnTo>
                  <a:pt x="3079" y="5741"/>
                </a:lnTo>
                <a:lnTo>
                  <a:pt x="3079" y="4929"/>
                </a:lnTo>
                <a:lnTo>
                  <a:pt x="3143" y="4146"/>
                </a:lnTo>
                <a:lnTo>
                  <a:pt x="3143" y="3334"/>
                </a:lnTo>
                <a:lnTo>
                  <a:pt x="3143" y="2464"/>
                </a:lnTo>
                <a:lnTo>
                  <a:pt x="3143" y="1681"/>
                </a:lnTo>
                <a:lnTo>
                  <a:pt x="3143" y="869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873026" y="3435054"/>
            <a:ext cx="3143" cy="165506"/>
          </a:xfrm>
          <a:custGeom>
            <a:avLst/>
            <a:gdLst/>
            <a:ahLst/>
            <a:cxnLst/>
            <a:rect l="l" t="t" r="r" b="b"/>
            <a:pathLst>
              <a:path w="3143" h="165506">
                <a:moveTo>
                  <a:pt x="0" y="165506"/>
                </a:moveTo>
                <a:lnTo>
                  <a:pt x="0" y="164723"/>
                </a:lnTo>
                <a:lnTo>
                  <a:pt x="0" y="163911"/>
                </a:lnTo>
                <a:lnTo>
                  <a:pt x="0" y="163128"/>
                </a:lnTo>
                <a:lnTo>
                  <a:pt x="96" y="162259"/>
                </a:lnTo>
                <a:lnTo>
                  <a:pt x="96" y="161447"/>
                </a:lnTo>
                <a:lnTo>
                  <a:pt x="96" y="160664"/>
                </a:lnTo>
                <a:lnTo>
                  <a:pt x="96" y="159794"/>
                </a:lnTo>
                <a:lnTo>
                  <a:pt x="96" y="159011"/>
                </a:lnTo>
                <a:lnTo>
                  <a:pt x="160" y="158199"/>
                </a:lnTo>
                <a:lnTo>
                  <a:pt x="160" y="157416"/>
                </a:lnTo>
                <a:lnTo>
                  <a:pt x="160" y="156546"/>
                </a:lnTo>
                <a:lnTo>
                  <a:pt x="160" y="155735"/>
                </a:lnTo>
                <a:lnTo>
                  <a:pt x="224" y="154952"/>
                </a:lnTo>
                <a:lnTo>
                  <a:pt x="224" y="154082"/>
                </a:lnTo>
                <a:lnTo>
                  <a:pt x="224" y="153270"/>
                </a:lnTo>
                <a:lnTo>
                  <a:pt x="224" y="152487"/>
                </a:lnTo>
                <a:lnTo>
                  <a:pt x="224" y="151617"/>
                </a:lnTo>
                <a:lnTo>
                  <a:pt x="288" y="150834"/>
                </a:lnTo>
                <a:lnTo>
                  <a:pt x="288" y="150022"/>
                </a:lnTo>
                <a:lnTo>
                  <a:pt x="288" y="149153"/>
                </a:lnTo>
                <a:lnTo>
                  <a:pt x="288" y="148370"/>
                </a:lnTo>
                <a:lnTo>
                  <a:pt x="384" y="147558"/>
                </a:lnTo>
                <a:lnTo>
                  <a:pt x="384" y="146688"/>
                </a:lnTo>
                <a:lnTo>
                  <a:pt x="384" y="145905"/>
                </a:lnTo>
                <a:lnTo>
                  <a:pt x="384" y="145035"/>
                </a:lnTo>
                <a:lnTo>
                  <a:pt x="384" y="144223"/>
                </a:lnTo>
                <a:lnTo>
                  <a:pt x="449" y="143440"/>
                </a:lnTo>
                <a:lnTo>
                  <a:pt x="449" y="142571"/>
                </a:lnTo>
                <a:lnTo>
                  <a:pt x="449" y="141788"/>
                </a:lnTo>
                <a:lnTo>
                  <a:pt x="449" y="140976"/>
                </a:lnTo>
                <a:lnTo>
                  <a:pt x="449" y="140106"/>
                </a:lnTo>
                <a:lnTo>
                  <a:pt x="513" y="139323"/>
                </a:lnTo>
                <a:lnTo>
                  <a:pt x="513" y="138453"/>
                </a:lnTo>
                <a:lnTo>
                  <a:pt x="513" y="137641"/>
                </a:lnTo>
                <a:lnTo>
                  <a:pt x="513" y="136859"/>
                </a:lnTo>
                <a:lnTo>
                  <a:pt x="609" y="135989"/>
                </a:lnTo>
                <a:lnTo>
                  <a:pt x="609" y="135206"/>
                </a:lnTo>
                <a:lnTo>
                  <a:pt x="609" y="134336"/>
                </a:lnTo>
                <a:lnTo>
                  <a:pt x="609" y="133524"/>
                </a:lnTo>
                <a:lnTo>
                  <a:pt x="609" y="132654"/>
                </a:lnTo>
                <a:lnTo>
                  <a:pt x="673" y="131871"/>
                </a:lnTo>
                <a:lnTo>
                  <a:pt x="673" y="131059"/>
                </a:lnTo>
                <a:lnTo>
                  <a:pt x="673" y="130219"/>
                </a:lnTo>
                <a:lnTo>
                  <a:pt x="673" y="129407"/>
                </a:lnTo>
                <a:lnTo>
                  <a:pt x="737" y="128537"/>
                </a:lnTo>
                <a:lnTo>
                  <a:pt x="737" y="127754"/>
                </a:lnTo>
                <a:lnTo>
                  <a:pt x="737" y="126884"/>
                </a:lnTo>
                <a:lnTo>
                  <a:pt x="737" y="126072"/>
                </a:lnTo>
                <a:lnTo>
                  <a:pt x="737" y="125289"/>
                </a:lnTo>
                <a:lnTo>
                  <a:pt x="802" y="124419"/>
                </a:lnTo>
                <a:lnTo>
                  <a:pt x="802" y="123637"/>
                </a:lnTo>
                <a:lnTo>
                  <a:pt x="802" y="122767"/>
                </a:lnTo>
                <a:lnTo>
                  <a:pt x="802" y="121955"/>
                </a:lnTo>
                <a:lnTo>
                  <a:pt x="898" y="121085"/>
                </a:lnTo>
                <a:lnTo>
                  <a:pt x="898" y="120302"/>
                </a:lnTo>
                <a:lnTo>
                  <a:pt x="898" y="119432"/>
                </a:lnTo>
                <a:lnTo>
                  <a:pt x="898" y="118649"/>
                </a:lnTo>
                <a:lnTo>
                  <a:pt x="898" y="117779"/>
                </a:lnTo>
                <a:lnTo>
                  <a:pt x="962" y="116968"/>
                </a:lnTo>
                <a:lnTo>
                  <a:pt x="962" y="116098"/>
                </a:lnTo>
                <a:lnTo>
                  <a:pt x="962" y="115315"/>
                </a:lnTo>
                <a:lnTo>
                  <a:pt x="962" y="114445"/>
                </a:lnTo>
                <a:lnTo>
                  <a:pt x="1026" y="113662"/>
                </a:lnTo>
                <a:lnTo>
                  <a:pt x="1026" y="112792"/>
                </a:lnTo>
                <a:lnTo>
                  <a:pt x="1026" y="111980"/>
                </a:lnTo>
                <a:lnTo>
                  <a:pt x="1026" y="111110"/>
                </a:lnTo>
                <a:lnTo>
                  <a:pt x="1026" y="110328"/>
                </a:lnTo>
                <a:lnTo>
                  <a:pt x="1122" y="109458"/>
                </a:lnTo>
                <a:lnTo>
                  <a:pt x="1122" y="108675"/>
                </a:lnTo>
                <a:lnTo>
                  <a:pt x="1122" y="107805"/>
                </a:lnTo>
                <a:lnTo>
                  <a:pt x="1122" y="106993"/>
                </a:lnTo>
                <a:lnTo>
                  <a:pt x="1186" y="106123"/>
                </a:lnTo>
                <a:lnTo>
                  <a:pt x="1186" y="105340"/>
                </a:lnTo>
                <a:lnTo>
                  <a:pt x="1186" y="104470"/>
                </a:lnTo>
                <a:lnTo>
                  <a:pt x="1186" y="103688"/>
                </a:lnTo>
                <a:lnTo>
                  <a:pt x="1186" y="102818"/>
                </a:lnTo>
                <a:lnTo>
                  <a:pt x="1251" y="102006"/>
                </a:lnTo>
                <a:lnTo>
                  <a:pt x="1251" y="101136"/>
                </a:lnTo>
                <a:lnTo>
                  <a:pt x="1251" y="100353"/>
                </a:lnTo>
                <a:lnTo>
                  <a:pt x="1251" y="99483"/>
                </a:lnTo>
                <a:lnTo>
                  <a:pt x="1251" y="98700"/>
                </a:lnTo>
                <a:lnTo>
                  <a:pt x="1315" y="97830"/>
                </a:lnTo>
                <a:lnTo>
                  <a:pt x="1315" y="97019"/>
                </a:lnTo>
                <a:lnTo>
                  <a:pt x="1315" y="96149"/>
                </a:lnTo>
                <a:lnTo>
                  <a:pt x="1315" y="95366"/>
                </a:lnTo>
                <a:lnTo>
                  <a:pt x="1411" y="94496"/>
                </a:lnTo>
                <a:lnTo>
                  <a:pt x="1411" y="93713"/>
                </a:lnTo>
                <a:lnTo>
                  <a:pt x="1411" y="92843"/>
                </a:lnTo>
                <a:lnTo>
                  <a:pt x="1411" y="91973"/>
                </a:lnTo>
                <a:lnTo>
                  <a:pt x="1411" y="91162"/>
                </a:lnTo>
                <a:lnTo>
                  <a:pt x="1475" y="90321"/>
                </a:lnTo>
                <a:lnTo>
                  <a:pt x="1475" y="89509"/>
                </a:lnTo>
                <a:lnTo>
                  <a:pt x="1475" y="88639"/>
                </a:lnTo>
                <a:lnTo>
                  <a:pt x="1475" y="87856"/>
                </a:lnTo>
                <a:lnTo>
                  <a:pt x="1539" y="86986"/>
                </a:lnTo>
                <a:lnTo>
                  <a:pt x="1539" y="86174"/>
                </a:lnTo>
                <a:lnTo>
                  <a:pt x="1539" y="85333"/>
                </a:lnTo>
                <a:lnTo>
                  <a:pt x="1539" y="84464"/>
                </a:lnTo>
                <a:lnTo>
                  <a:pt x="1539" y="83652"/>
                </a:lnTo>
                <a:lnTo>
                  <a:pt x="1604" y="82782"/>
                </a:lnTo>
                <a:lnTo>
                  <a:pt x="1604" y="81999"/>
                </a:lnTo>
                <a:lnTo>
                  <a:pt x="1604" y="81129"/>
                </a:lnTo>
                <a:lnTo>
                  <a:pt x="1604" y="80346"/>
                </a:lnTo>
                <a:lnTo>
                  <a:pt x="1700" y="79476"/>
                </a:lnTo>
                <a:lnTo>
                  <a:pt x="1700" y="78664"/>
                </a:lnTo>
                <a:lnTo>
                  <a:pt x="1700" y="77795"/>
                </a:lnTo>
                <a:lnTo>
                  <a:pt x="1700" y="76954"/>
                </a:lnTo>
                <a:lnTo>
                  <a:pt x="1700" y="76142"/>
                </a:lnTo>
                <a:lnTo>
                  <a:pt x="1764" y="75272"/>
                </a:lnTo>
                <a:lnTo>
                  <a:pt x="1764" y="74489"/>
                </a:lnTo>
                <a:lnTo>
                  <a:pt x="1764" y="73619"/>
                </a:lnTo>
                <a:lnTo>
                  <a:pt x="1764" y="72749"/>
                </a:lnTo>
                <a:lnTo>
                  <a:pt x="1828" y="71966"/>
                </a:lnTo>
                <a:lnTo>
                  <a:pt x="1828" y="71097"/>
                </a:lnTo>
                <a:lnTo>
                  <a:pt x="1828" y="70285"/>
                </a:lnTo>
                <a:lnTo>
                  <a:pt x="1828" y="69415"/>
                </a:lnTo>
                <a:lnTo>
                  <a:pt x="1828" y="68632"/>
                </a:lnTo>
                <a:lnTo>
                  <a:pt x="1924" y="67762"/>
                </a:lnTo>
                <a:lnTo>
                  <a:pt x="1924" y="66892"/>
                </a:lnTo>
                <a:lnTo>
                  <a:pt x="1924" y="66109"/>
                </a:lnTo>
                <a:lnTo>
                  <a:pt x="1924" y="65239"/>
                </a:lnTo>
                <a:lnTo>
                  <a:pt x="1988" y="64428"/>
                </a:lnTo>
                <a:lnTo>
                  <a:pt x="1988" y="63587"/>
                </a:lnTo>
                <a:lnTo>
                  <a:pt x="1988" y="62717"/>
                </a:lnTo>
                <a:lnTo>
                  <a:pt x="1988" y="61905"/>
                </a:lnTo>
                <a:lnTo>
                  <a:pt x="1988" y="61064"/>
                </a:lnTo>
                <a:lnTo>
                  <a:pt x="2053" y="60252"/>
                </a:lnTo>
                <a:lnTo>
                  <a:pt x="2053" y="59382"/>
                </a:lnTo>
                <a:lnTo>
                  <a:pt x="2053" y="58600"/>
                </a:lnTo>
                <a:lnTo>
                  <a:pt x="2053" y="57730"/>
                </a:lnTo>
                <a:lnTo>
                  <a:pt x="2053" y="56860"/>
                </a:lnTo>
                <a:lnTo>
                  <a:pt x="2117" y="56077"/>
                </a:lnTo>
                <a:lnTo>
                  <a:pt x="2117" y="55207"/>
                </a:lnTo>
                <a:lnTo>
                  <a:pt x="2117" y="54395"/>
                </a:lnTo>
                <a:lnTo>
                  <a:pt x="2117" y="53525"/>
                </a:lnTo>
                <a:lnTo>
                  <a:pt x="2213" y="52684"/>
                </a:lnTo>
                <a:lnTo>
                  <a:pt x="2213" y="51873"/>
                </a:lnTo>
                <a:lnTo>
                  <a:pt x="2213" y="51003"/>
                </a:lnTo>
                <a:lnTo>
                  <a:pt x="2213" y="50220"/>
                </a:lnTo>
                <a:lnTo>
                  <a:pt x="2213" y="49350"/>
                </a:lnTo>
                <a:lnTo>
                  <a:pt x="2277" y="48480"/>
                </a:lnTo>
                <a:lnTo>
                  <a:pt x="2277" y="47697"/>
                </a:lnTo>
                <a:lnTo>
                  <a:pt x="2277" y="46827"/>
                </a:lnTo>
                <a:lnTo>
                  <a:pt x="2277" y="46015"/>
                </a:lnTo>
                <a:lnTo>
                  <a:pt x="2341" y="45146"/>
                </a:lnTo>
                <a:lnTo>
                  <a:pt x="2341" y="44305"/>
                </a:lnTo>
                <a:lnTo>
                  <a:pt x="2341" y="43493"/>
                </a:lnTo>
                <a:lnTo>
                  <a:pt x="2341" y="42623"/>
                </a:lnTo>
                <a:lnTo>
                  <a:pt x="2341" y="41840"/>
                </a:lnTo>
                <a:lnTo>
                  <a:pt x="2438" y="40970"/>
                </a:lnTo>
                <a:lnTo>
                  <a:pt x="2438" y="40158"/>
                </a:lnTo>
                <a:lnTo>
                  <a:pt x="2438" y="39375"/>
                </a:lnTo>
                <a:lnTo>
                  <a:pt x="2438" y="38506"/>
                </a:lnTo>
                <a:lnTo>
                  <a:pt x="2502" y="37723"/>
                </a:lnTo>
                <a:lnTo>
                  <a:pt x="2502" y="36853"/>
                </a:lnTo>
                <a:lnTo>
                  <a:pt x="2502" y="35983"/>
                </a:lnTo>
                <a:lnTo>
                  <a:pt x="2502" y="35171"/>
                </a:lnTo>
                <a:lnTo>
                  <a:pt x="2502" y="34330"/>
                </a:lnTo>
                <a:lnTo>
                  <a:pt x="2566" y="33518"/>
                </a:lnTo>
                <a:lnTo>
                  <a:pt x="2566" y="32648"/>
                </a:lnTo>
                <a:lnTo>
                  <a:pt x="2566" y="31779"/>
                </a:lnTo>
                <a:lnTo>
                  <a:pt x="2566" y="30996"/>
                </a:lnTo>
                <a:lnTo>
                  <a:pt x="2630" y="30126"/>
                </a:lnTo>
                <a:lnTo>
                  <a:pt x="2630" y="29256"/>
                </a:lnTo>
                <a:lnTo>
                  <a:pt x="2630" y="28473"/>
                </a:lnTo>
                <a:lnTo>
                  <a:pt x="2630" y="27603"/>
                </a:lnTo>
                <a:lnTo>
                  <a:pt x="2630" y="26791"/>
                </a:lnTo>
                <a:lnTo>
                  <a:pt x="2726" y="25951"/>
                </a:lnTo>
                <a:lnTo>
                  <a:pt x="2726" y="25139"/>
                </a:lnTo>
                <a:lnTo>
                  <a:pt x="2726" y="24269"/>
                </a:lnTo>
                <a:lnTo>
                  <a:pt x="2726" y="23399"/>
                </a:lnTo>
                <a:lnTo>
                  <a:pt x="2790" y="22616"/>
                </a:lnTo>
                <a:lnTo>
                  <a:pt x="2790" y="21746"/>
                </a:lnTo>
                <a:lnTo>
                  <a:pt x="2790" y="20963"/>
                </a:lnTo>
                <a:lnTo>
                  <a:pt x="2790" y="20093"/>
                </a:lnTo>
                <a:lnTo>
                  <a:pt x="2790" y="19224"/>
                </a:lnTo>
                <a:lnTo>
                  <a:pt x="2855" y="18412"/>
                </a:lnTo>
                <a:lnTo>
                  <a:pt x="2855" y="17571"/>
                </a:lnTo>
                <a:lnTo>
                  <a:pt x="2855" y="16759"/>
                </a:lnTo>
                <a:lnTo>
                  <a:pt x="2855" y="15889"/>
                </a:lnTo>
                <a:lnTo>
                  <a:pt x="2855" y="15048"/>
                </a:lnTo>
                <a:lnTo>
                  <a:pt x="2919" y="14236"/>
                </a:lnTo>
                <a:lnTo>
                  <a:pt x="2919" y="13366"/>
                </a:lnTo>
                <a:lnTo>
                  <a:pt x="2919" y="12584"/>
                </a:lnTo>
                <a:lnTo>
                  <a:pt x="2919" y="11714"/>
                </a:lnTo>
                <a:lnTo>
                  <a:pt x="3015" y="10844"/>
                </a:lnTo>
                <a:lnTo>
                  <a:pt x="3015" y="10061"/>
                </a:lnTo>
                <a:lnTo>
                  <a:pt x="3015" y="9191"/>
                </a:lnTo>
                <a:lnTo>
                  <a:pt x="3015" y="8379"/>
                </a:lnTo>
                <a:lnTo>
                  <a:pt x="3015" y="7509"/>
                </a:lnTo>
                <a:lnTo>
                  <a:pt x="3079" y="6726"/>
                </a:lnTo>
                <a:lnTo>
                  <a:pt x="3079" y="5857"/>
                </a:lnTo>
                <a:lnTo>
                  <a:pt x="3079" y="4987"/>
                </a:lnTo>
                <a:lnTo>
                  <a:pt x="3079" y="4204"/>
                </a:lnTo>
                <a:lnTo>
                  <a:pt x="3143" y="3334"/>
                </a:lnTo>
                <a:lnTo>
                  <a:pt x="3143" y="2522"/>
                </a:lnTo>
                <a:lnTo>
                  <a:pt x="3143" y="1681"/>
                </a:lnTo>
                <a:lnTo>
                  <a:pt x="3143" y="811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876169" y="3272939"/>
            <a:ext cx="3208" cy="162114"/>
          </a:xfrm>
          <a:custGeom>
            <a:avLst/>
            <a:gdLst/>
            <a:ahLst/>
            <a:cxnLst/>
            <a:rect l="l" t="t" r="r" b="b"/>
            <a:pathLst>
              <a:path w="3208" h="162114">
                <a:moveTo>
                  <a:pt x="0" y="162114"/>
                </a:moveTo>
                <a:lnTo>
                  <a:pt x="96" y="161244"/>
                </a:lnTo>
                <a:lnTo>
                  <a:pt x="96" y="160461"/>
                </a:lnTo>
                <a:lnTo>
                  <a:pt x="96" y="159591"/>
                </a:lnTo>
                <a:lnTo>
                  <a:pt x="96" y="158808"/>
                </a:lnTo>
                <a:lnTo>
                  <a:pt x="160" y="157938"/>
                </a:lnTo>
                <a:lnTo>
                  <a:pt x="160" y="157126"/>
                </a:lnTo>
                <a:lnTo>
                  <a:pt x="160" y="156257"/>
                </a:lnTo>
                <a:lnTo>
                  <a:pt x="160" y="155416"/>
                </a:lnTo>
                <a:lnTo>
                  <a:pt x="160" y="154604"/>
                </a:lnTo>
                <a:lnTo>
                  <a:pt x="224" y="153734"/>
                </a:lnTo>
                <a:lnTo>
                  <a:pt x="224" y="152951"/>
                </a:lnTo>
                <a:lnTo>
                  <a:pt x="224" y="152081"/>
                </a:lnTo>
                <a:lnTo>
                  <a:pt x="224" y="151269"/>
                </a:lnTo>
                <a:lnTo>
                  <a:pt x="288" y="150428"/>
                </a:lnTo>
                <a:lnTo>
                  <a:pt x="288" y="149617"/>
                </a:lnTo>
                <a:lnTo>
                  <a:pt x="288" y="148747"/>
                </a:lnTo>
                <a:lnTo>
                  <a:pt x="288" y="147877"/>
                </a:lnTo>
                <a:lnTo>
                  <a:pt x="288" y="147094"/>
                </a:lnTo>
                <a:lnTo>
                  <a:pt x="384" y="146224"/>
                </a:lnTo>
                <a:lnTo>
                  <a:pt x="384" y="145441"/>
                </a:lnTo>
                <a:lnTo>
                  <a:pt x="384" y="144571"/>
                </a:lnTo>
                <a:lnTo>
                  <a:pt x="384" y="143759"/>
                </a:lnTo>
                <a:lnTo>
                  <a:pt x="449" y="142890"/>
                </a:lnTo>
                <a:lnTo>
                  <a:pt x="449" y="142107"/>
                </a:lnTo>
                <a:lnTo>
                  <a:pt x="449" y="141237"/>
                </a:lnTo>
                <a:lnTo>
                  <a:pt x="449" y="140454"/>
                </a:lnTo>
                <a:lnTo>
                  <a:pt x="449" y="139584"/>
                </a:lnTo>
                <a:lnTo>
                  <a:pt x="513" y="138772"/>
                </a:lnTo>
                <a:lnTo>
                  <a:pt x="513" y="137902"/>
                </a:lnTo>
                <a:lnTo>
                  <a:pt x="513" y="137119"/>
                </a:lnTo>
                <a:lnTo>
                  <a:pt x="513" y="136250"/>
                </a:lnTo>
                <a:lnTo>
                  <a:pt x="513" y="135380"/>
                </a:lnTo>
                <a:lnTo>
                  <a:pt x="577" y="134597"/>
                </a:lnTo>
                <a:lnTo>
                  <a:pt x="577" y="133727"/>
                </a:lnTo>
                <a:lnTo>
                  <a:pt x="577" y="132915"/>
                </a:lnTo>
                <a:lnTo>
                  <a:pt x="577" y="132074"/>
                </a:lnTo>
                <a:lnTo>
                  <a:pt x="673" y="131262"/>
                </a:lnTo>
                <a:lnTo>
                  <a:pt x="673" y="130392"/>
                </a:lnTo>
                <a:lnTo>
                  <a:pt x="673" y="129610"/>
                </a:lnTo>
                <a:lnTo>
                  <a:pt x="673" y="128740"/>
                </a:lnTo>
                <a:lnTo>
                  <a:pt x="673" y="127928"/>
                </a:lnTo>
                <a:lnTo>
                  <a:pt x="737" y="127087"/>
                </a:lnTo>
                <a:lnTo>
                  <a:pt x="737" y="126275"/>
                </a:lnTo>
                <a:lnTo>
                  <a:pt x="737" y="125492"/>
                </a:lnTo>
                <a:lnTo>
                  <a:pt x="737" y="124622"/>
                </a:lnTo>
                <a:lnTo>
                  <a:pt x="802" y="123811"/>
                </a:lnTo>
                <a:lnTo>
                  <a:pt x="802" y="122941"/>
                </a:lnTo>
                <a:lnTo>
                  <a:pt x="802" y="122158"/>
                </a:lnTo>
                <a:lnTo>
                  <a:pt x="802" y="121288"/>
                </a:lnTo>
                <a:lnTo>
                  <a:pt x="802" y="120505"/>
                </a:lnTo>
                <a:lnTo>
                  <a:pt x="898" y="119635"/>
                </a:lnTo>
                <a:lnTo>
                  <a:pt x="898" y="118823"/>
                </a:lnTo>
                <a:lnTo>
                  <a:pt x="898" y="117953"/>
                </a:lnTo>
                <a:lnTo>
                  <a:pt x="898" y="117171"/>
                </a:lnTo>
                <a:lnTo>
                  <a:pt x="962" y="116301"/>
                </a:lnTo>
                <a:lnTo>
                  <a:pt x="962" y="115518"/>
                </a:lnTo>
                <a:lnTo>
                  <a:pt x="962" y="114648"/>
                </a:lnTo>
                <a:lnTo>
                  <a:pt x="962" y="113836"/>
                </a:lnTo>
                <a:lnTo>
                  <a:pt x="962" y="113053"/>
                </a:lnTo>
                <a:lnTo>
                  <a:pt x="1026" y="112183"/>
                </a:lnTo>
                <a:lnTo>
                  <a:pt x="1026" y="111371"/>
                </a:lnTo>
                <a:lnTo>
                  <a:pt x="1026" y="110531"/>
                </a:lnTo>
                <a:lnTo>
                  <a:pt x="1026" y="109719"/>
                </a:lnTo>
                <a:lnTo>
                  <a:pt x="1090" y="108849"/>
                </a:lnTo>
                <a:lnTo>
                  <a:pt x="1090" y="108066"/>
                </a:lnTo>
                <a:lnTo>
                  <a:pt x="1090" y="107254"/>
                </a:lnTo>
                <a:lnTo>
                  <a:pt x="1090" y="106384"/>
                </a:lnTo>
                <a:lnTo>
                  <a:pt x="1090" y="105601"/>
                </a:lnTo>
                <a:lnTo>
                  <a:pt x="1186" y="104731"/>
                </a:lnTo>
                <a:lnTo>
                  <a:pt x="1186" y="103949"/>
                </a:lnTo>
                <a:lnTo>
                  <a:pt x="1186" y="103079"/>
                </a:lnTo>
                <a:lnTo>
                  <a:pt x="1186" y="102267"/>
                </a:lnTo>
                <a:lnTo>
                  <a:pt x="1251" y="101484"/>
                </a:lnTo>
                <a:lnTo>
                  <a:pt x="1251" y="100614"/>
                </a:lnTo>
                <a:lnTo>
                  <a:pt x="1251" y="99802"/>
                </a:lnTo>
                <a:lnTo>
                  <a:pt x="1251" y="99019"/>
                </a:lnTo>
                <a:lnTo>
                  <a:pt x="1251" y="98149"/>
                </a:lnTo>
                <a:lnTo>
                  <a:pt x="1315" y="97367"/>
                </a:lnTo>
                <a:lnTo>
                  <a:pt x="1315" y="96497"/>
                </a:lnTo>
                <a:lnTo>
                  <a:pt x="1315" y="95685"/>
                </a:lnTo>
                <a:lnTo>
                  <a:pt x="1315" y="94902"/>
                </a:lnTo>
                <a:lnTo>
                  <a:pt x="1315" y="94032"/>
                </a:lnTo>
                <a:lnTo>
                  <a:pt x="1411" y="93220"/>
                </a:lnTo>
                <a:lnTo>
                  <a:pt x="1411" y="92437"/>
                </a:lnTo>
                <a:lnTo>
                  <a:pt x="1411" y="91567"/>
                </a:lnTo>
                <a:lnTo>
                  <a:pt x="1411" y="90756"/>
                </a:lnTo>
                <a:lnTo>
                  <a:pt x="1475" y="89915"/>
                </a:lnTo>
                <a:lnTo>
                  <a:pt x="1475" y="89103"/>
                </a:lnTo>
                <a:lnTo>
                  <a:pt x="1475" y="88320"/>
                </a:lnTo>
                <a:lnTo>
                  <a:pt x="1475" y="87450"/>
                </a:lnTo>
                <a:lnTo>
                  <a:pt x="1475" y="86638"/>
                </a:lnTo>
                <a:lnTo>
                  <a:pt x="1539" y="85855"/>
                </a:lnTo>
                <a:lnTo>
                  <a:pt x="1539" y="84985"/>
                </a:lnTo>
                <a:lnTo>
                  <a:pt x="1539" y="84174"/>
                </a:lnTo>
                <a:lnTo>
                  <a:pt x="1539" y="83391"/>
                </a:lnTo>
                <a:lnTo>
                  <a:pt x="1604" y="82579"/>
                </a:lnTo>
                <a:lnTo>
                  <a:pt x="1604" y="81738"/>
                </a:lnTo>
                <a:lnTo>
                  <a:pt x="1604" y="80926"/>
                </a:lnTo>
                <a:lnTo>
                  <a:pt x="1604" y="80143"/>
                </a:lnTo>
                <a:lnTo>
                  <a:pt x="1604" y="79273"/>
                </a:lnTo>
                <a:lnTo>
                  <a:pt x="1700" y="78461"/>
                </a:lnTo>
                <a:lnTo>
                  <a:pt x="1700" y="77679"/>
                </a:lnTo>
                <a:lnTo>
                  <a:pt x="1700" y="76809"/>
                </a:lnTo>
                <a:lnTo>
                  <a:pt x="1700" y="75997"/>
                </a:lnTo>
                <a:lnTo>
                  <a:pt x="1764" y="75214"/>
                </a:lnTo>
                <a:lnTo>
                  <a:pt x="1764" y="74402"/>
                </a:lnTo>
                <a:lnTo>
                  <a:pt x="1764" y="73561"/>
                </a:lnTo>
                <a:lnTo>
                  <a:pt x="1764" y="72749"/>
                </a:lnTo>
                <a:lnTo>
                  <a:pt x="1764" y="71937"/>
                </a:lnTo>
                <a:lnTo>
                  <a:pt x="1828" y="71155"/>
                </a:lnTo>
                <a:lnTo>
                  <a:pt x="1828" y="70285"/>
                </a:lnTo>
                <a:lnTo>
                  <a:pt x="1828" y="69502"/>
                </a:lnTo>
                <a:lnTo>
                  <a:pt x="1828" y="68690"/>
                </a:lnTo>
                <a:lnTo>
                  <a:pt x="1892" y="67907"/>
                </a:lnTo>
                <a:lnTo>
                  <a:pt x="1892" y="67037"/>
                </a:lnTo>
                <a:lnTo>
                  <a:pt x="1892" y="66225"/>
                </a:lnTo>
                <a:lnTo>
                  <a:pt x="1892" y="65442"/>
                </a:lnTo>
                <a:lnTo>
                  <a:pt x="1892" y="64631"/>
                </a:lnTo>
                <a:lnTo>
                  <a:pt x="1988" y="63848"/>
                </a:lnTo>
                <a:lnTo>
                  <a:pt x="1988" y="62978"/>
                </a:lnTo>
                <a:lnTo>
                  <a:pt x="1988" y="62166"/>
                </a:lnTo>
                <a:lnTo>
                  <a:pt x="1988" y="61383"/>
                </a:lnTo>
                <a:lnTo>
                  <a:pt x="2053" y="60571"/>
                </a:lnTo>
                <a:lnTo>
                  <a:pt x="2053" y="59788"/>
                </a:lnTo>
                <a:lnTo>
                  <a:pt x="2053" y="58918"/>
                </a:lnTo>
                <a:lnTo>
                  <a:pt x="2053" y="58107"/>
                </a:lnTo>
                <a:lnTo>
                  <a:pt x="2053" y="57324"/>
                </a:lnTo>
                <a:lnTo>
                  <a:pt x="2117" y="56512"/>
                </a:lnTo>
                <a:lnTo>
                  <a:pt x="2117" y="55729"/>
                </a:lnTo>
                <a:lnTo>
                  <a:pt x="2117" y="54917"/>
                </a:lnTo>
                <a:lnTo>
                  <a:pt x="2117" y="54076"/>
                </a:lnTo>
                <a:lnTo>
                  <a:pt x="2117" y="53264"/>
                </a:lnTo>
                <a:lnTo>
                  <a:pt x="2213" y="52481"/>
                </a:lnTo>
                <a:lnTo>
                  <a:pt x="2213" y="51670"/>
                </a:lnTo>
                <a:lnTo>
                  <a:pt x="2213" y="50858"/>
                </a:lnTo>
                <a:lnTo>
                  <a:pt x="2213" y="50075"/>
                </a:lnTo>
                <a:lnTo>
                  <a:pt x="2277" y="49263"/>
                </a:lnTo>
                <a:lnTo>
                  <a:pt x="2277" y="48422"/>
                </a:lnTo>
                <a:lnTo>
                  <a:pt x="2277" y="47610"/>
                </a:lnTo>
                <a:lnTo>
                  <a:pt x="2277" y="46827"/>
                </a:lnTo>
                <a:lnTo>
                  <a:pt x="2277" y="46015"/>
                </a:lnTo>
                <a:lnTo>
                  <a:pt x="2341" y="45233"/>
                </a:lnTo>
                <a:lnTo>
                  <a:pt x="2341" y="44421"/>
                </a:lnTo>
                <a:lnTo>
                  <a:pt x="2341" y="43638"/>
                </a:lnTo>
                <a:lnTo>
                  <a:pt x="2341" y="42826"/>
                </a:lnTo>
                <a:lnTo>
                  <a:pt x="2406" y="42014"/>
                </a:lnTo>
                <a:lnTo>
                  <a:pt x="2406" y="41231"/>
                </a:lnTo>
                <a:lnTo>
                  <a:pt x="2406" y="40419"/>
                </a:lnTo>
                <a:lnTo>
                  <a:pt x="2406" y="39636"/>
                </a:lnTo>
                <a:lnTo>
                  <a:pt x="2406" y="38767"/>
                </a:lnTo>
                <a:lnTo>
                  <a:pt x="2502" y="37984"/>
                </a:lnTo>
                <a:lnTo>
                  <a:pt x="2502" y="37172"/>
                </a:lnTo>
                <a:lnTo>
                  <a:pt x="2502" y="36389"/>
                </a:lnTo>
                <a:lnTo>
                  <a:pt x="2502" y="35577"/>
                </a:lnTo>
                <a:lnTo>
                  <a:pt x="2566" y="34794"/>
                </a:lnTo>
                <a:lnTo>
                  <a:pt x="2566" y="33982"/>
                </a:lnTo>
                <a:lnTo>
                  <a:pt x="2566" y="33170"/>
                </a:lnTo>
                <a:lnTo>
                  <a:pt x="2566" y="32388"/>
                </a:lnTo>
                <a:lnTo>
                  <a:pt x="2566" y="31576"/>
                </a:lnTo>
                <a:lnTo>
                  <a:pt x="2630" y="30793"/>
                </a:lnTo>
                <a:lnTo>
                  <a:pt x="2630" y="29981"/>
                </a:lnTo>
                <a:lnTo>
                  <a:pt x="2630" y="29198"/>
                </a:lnTo>
                <a:lnTo>
                  <a:pt x="2630" y="28386"/>
                </a:lnTo>
                <a:lnTo>
                  <a:pt x="2726" y="27603"/>
                </a:lnTo>
                <a:lnTo>
                  <a:pt x="2726" y="26791"/>
                </a:lnTo>
                <a:lnTo>
                  <a:pt x="2726" y="26009"/>
                </a:lnTo>
                <a:lnTo>
                  <a:pt x="2726" y="25197"/>
                </a:lnTo>
                <a:lnTo>
                  <a:pt x="2726" y="24472"/>
                </a:lnTo>
                <a:lnTo>
                  <a:pt x="2790" y="23689"/>
                </a:lnTo>
                <a:lnTo>
                  <a:pt x="2790" y="22877"/>
                </a:lnTo>
                <a:lnTo>
                  <a:pt x="2790" y="22065"/>
                </a:lnTo>
                <a:lnTo>
                  <a:pt x="2790" y="21282"/>
                </a:lnTo>
                <a:lnTo>
                  <a:pt x="2855" y="20470"/>
                </a:lnTo>
                <a:lnTo>
                  <a:pt x="2855" y="19687"/>
                </a:lnTo>
                <a:lnTo>
                  <a:pt x="2855" y="18876"/>
                </a:lnTo>
                <a:lnTo>
                  <a:pt x="2855" y="18093"/>
                </a:lnTo>
                <a:lnTo>
                  <a:pt x="2855" y="17281"/>
                </a:lnTo>
                <a:lnTo>
                  <a:pt x="2919" y="16498"/>
                </a:lnTo>
                <a:lnTo>
                  <a:pt x="2919" y="15773"/>
                </a:lnTo>
                <a:lnTo>
                  <a:pt x="2919" y="14961"/>
                </a:lnTo>
                <a:lnTo>
                  <a:pt x="2919" y="14178"/>
                </a:lnTo>
                <a:lnTo>
                  <a:pt x="2919" y="13366"/>
                </a:lnTo>
                <a:lnTo>
                  <a:pt x="3015" y="12584"/>
                </a:lnTo>
                <a:lnTo>
                  <a:pt x="3015" y="11772"/>
                </a:lnTo>
                <a:lnTo>
                  <a:pt x="3015" y="10960"/>
                </a:lnTo>
                <a:lnTo>
                  <a:pt x="3015" y="10235"/>
                </a:lnTo>
                <a:lnTo>
                  <a:pt x="3079" y="9452"/>
                </a:lnTo>
                <a:lnTo>
                  <a:pt x="3079" y="8640"/>
                </a:lnTo>
                <a:lnTo>
                  <a:pt x="3079" y="7857"/>
                </a:lnTo>
                <a:lnTo>
                  <a:pt x="3079" y="7045"/>
                </a:lnTo>
                <a:lnTo>
                  <a:pt x="3079" y="6263"/>
                </a:lnTo>
                <a:lnTo>
                  <a:pt x="3143" y="5509"/>
                </a:lnTo>
                <a:lnTo>
                  <a:pt x="3143" y="4726"/>
                </a:lnTo>
                <a:lnTo>
                  <a:pt x="3143" y="3914"/>
                </a:lnTo>
                <a:lnTo>
                  <a:pt x="3143" y="3131"/>
                </a:lnTo>
                <a:lnTo>
                  <a:pt x="3208" y="2406"/>
                </a:lnTo>
                <a:lnTo>
                  <a:pt x="3208" y="1594"/>
                </a:lnTo>
                <a:lnTo>
                  <a:pt x="3208" y="81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879377" y="3128919"/>
            <a:ext cx="3240" cy="144020"/>
          </a:xfrm>
          <a:custGeom>
            <a:avLst/>
            <a:gdLst/>
            <a:ahLst/>
            <a:cxnLst/>
            <a:rect l="l" t="t" r="r" b="b"/>
            <a:pathLst>
              <a:path w="3240" h="144020">
                <a:moveTo>
                  <a:pt x="0" y="144020"/>
                </a:moveTo>
                <a:lnTo>
                  <a:pt x="0" y="143296"/>
                </a:lnTo>
                <a:lnTo>
                  <a:pt x="96" y="142484"/>
                </a:lnTo>
                <a:lnTo>
                  <a:pt x="96" y="141701"/>
                </a:lnTo>
                <a:lnTo>
                  <a:pt x="96" y="140889"/>
                </a:lnTo>
                <a:lnTo>
                  <a:pt x="96" y="140164"/>
                </a:lnTo>
                <a:lnTo>
                  <a:pt x="160" y="139381"/>
                </a:lnTo>
                <a:lnTo>
                  <a:pt x="160" y="138569"/>
                </a:lnTo>
                <a:lnTo>
                  <a:pt x="160" y="137844"/>
                </a:lnTo>
                <a:lnTo>
                  <a:pt x="160" y="137032"/>
                </a:lnTo>
                <a:lnTo>
                  <a:pt x="160" y="136250"/>
                </a:lnTo>
                <a:lnTo>
                  <a:pt x="224" y="135525"/>
                </a:lnTo>
                <a:lnTo>
                  <a:pt x="224" y="134713"/>
                </a:lnTo>
                <a:lnTo>
                  <a:pt x="224" y="133930"/>
                </a:lnTo>
                <a:lnTo>
                  <a:pt x="224" y="133176"/>
                </a:lnTo>
                <a:lnTo>
                  <a:pt x="320" y="132393"/>
                </a:lnTo>
                <a:lnTo>
                  <a:pt x="320" y="131581"/>
                </a:lnTo>
                <a:lnTo>
                  <a:pt x="320" y="130856"/>
                </a:lnTo>
                <a:lnTo>
                  <a:pt x="320" y="130045"/>
                </a:lnTo>
                <a:lnTo>
                  <a:pt x="320" y="129262"/>
                </a:lnTo>
                <a:lnTo>
                  <a:pt x="384" y="128537"/>
                </a:lnTo>
                <a:lnTo>
                  <a:pt x="384" y="127725"/>
                </a:lnTo>
                <a:lnTo>
                  <a:pt x="384" y="127000"/>
                </a:lnTo>
                <a:lnTo>
                  <a:pt x="384" y="126188"/>
                </a:lnTo>
                <a:lnTo>
                  <a:pt x="449" y="125463"/>
                </a:lnTo>
                <a:lnTo>
                  <a:pt x="449" y="124680"/>
                </a:lnTo>
                <a:lnTo>
                  <a:pt x="449" y="123868"/>
                </a:lnTo>
                <a:lnTo>
                  <a:pt x="449" y="123144"/>
                </a:lnTo>
                <a:lnTo>
                  <a:pt x="449" y="122332"/>
                </a:lnTo>
                <a:lnTo>
                  <a:pt x="513" y="121607"/>
                </a:lnTo>
                <a:lnTo>
                  <a:pt x="513" y="120824"/>
                </a:lnTo>
                <a:lnTo>
                  <a:pt x="513" y="120070"/>
                </a:lnTo>
                <a:lnTo>
                  <a:pt x="513" y="119287"/>
                </a:lnTo>
                <a:lnTo>
                  <a:pt x="513" y="118562"/>
                </a:lnTo>
                <a:lnTo>
                  <a:pt x="609" y="117750"/>
                </a:lnTo>
                <a:lnTo>
                  <a:pt x="609" y="117026"/>
                </a:lnTo>
                <a:lnTo>
                  <a:pt x="609" y="116214"/>
                </a:lnTo>
                <a:lnTo>
                  <a:pt x="609" y="115489"/>
                </a:lnTo>
                <a:lnTo>
                  <a:pt x="673" y="114706"/>
                </a:lnTo>
                <a:lnTo>
                  <a:pt x="673" y="113981"/>
                </a:lnTo>
                <a:lnTo>
                  <a:pt x="673" y="113169"/>
                </a:lnTo>
                <a:lnTo>
                  <a:pt x="673" y="112444"/>
                </a:lnTo>
                <a:lnTo>
                  <a:pt x="673" y="111719"/>
                </a:lnTo>
                <a:lnTo>
                  <a:pt x="737" y="110907"/>
                </a:lnTo>
                <a:lnTo>
                  <a:pt x="737" y="110183"/>
                </a:lnTo>
                <a:lnTo>
                  <a:pt x="737" y="109371"/>
                </a:lnTo>
                <a:lnTo>
                  <a:pt x="737" y="108646"/>
                </a:lnTo>
                <a:lnTo>
                  <a:pt x="802" y="107863"/>
                </a:lnTo>
                <a:lnTo>
                  <a:pt x="802" y="107109"/>
                </a:lnTo>
                <a:lnTo>
                  <a:pt x="802" y="106384"/>
                </a:lnTo>
                <a:lnTo>
                  <a:pt x="802" y="105601"/>
                </a:lnTo>
                <a:lnTo>
                  <a:pt x="802" y="104847"/>
                </a:lnTo>
                <a:lnTo>
                  <a:pt x="898" y="104123"/>
                </a:lnTo>
                <a:lnTo>
                  <a:pt x="898" y="103340"/>
                </a:lnTo>
                <a:lnTo>
                  <a:pt x="898" y="102586"/>
                </a:lnTo>
                <a:lnTo>
                  <a:pt x="898" y="101861"/>
                </a:lnTo>
                <a:lnTo>
                  <a:pt x="962" y="101078"/>
                </a:lnTo>
                <a:lnTo>
                  <a:pt x="962" y="100324"/>
                </a:lnTo>
                <a:lnTo>
                  <a:pt x="962" y="99599"/>
                </a:lnTo>
                <a:lnTo>
                  <a:pt x="962" y="98816"/>
                </a:lnTo>
                <a:lnTo>
                  <a:pt x="962" y="98062"/>
                </a:lnTo>
                <a:lnTo>
                  <a:pt x="1026" y="97338"/>
                </a:lnTo>
                <a:lnTo>
                  <a:pt x="1026" y="96613"/>
                </a:lnTo>
                <a:lnTo>
                  <a:pt x="1026" y="95801"/>
                </a:lnTo>
                <a:lnTo>
                  <a:pt x="1026" y="95076"/>
                </a:lnTo>
                <a:lnTo>
                  <a:pt x="1122" y="94351"/>
                </a:lnTo>
                <a:lnTo>
                  <a:pt x="1122" y="93626"/>
                </a:lnTo>
                <a:lnTo>
                  <a:pt x="1122" y="92814"/>
                </a:lnTo>
                <a:lnTo>
                  <a:pt x="1122" y="92089"/>
                </a:lnTo>
                <a:lnTo>
                  <a:pt x="1122" y="91364"/>
                </a:lnTo>
                <a:lnTo>
                  <a:pt x="1186" y="90640"/>
                </a:lnTo>
                <a:lnTo>
                  <a:pt x="1186" y="89886"/>
                </a:lnTo>
                <a:lnTo>
                  <a:pt x="1186" y="89103"/>
                </a:lnTo>
                <a:lnTo>
                  <a:pt x="1186" y="88378"/>
                </a:lnTo>
                <a:lnTo>
                  <a:pt x="1251" y="87624"/>
                </a:lnTo>
                <a:lnTo>
                  <a:pt x="1251" y="86899"/>
                </a:lnTo>
                <a:lnTo>
                  <a:pt x="1251" y="86174"/>
                </a:lnTo>
                <a:lnTo>
                  <a:pt x="1251" y="85449"/>
                </a:lnTo>
                <a:lnTo>
                  <a:pt x="1251" y="84638"/>
                </a:lnTo>
                <a:lnTo>
                  <a:pt x="1315" y="83913"/>
                </a:lnTo>
                <a:lnTo>
                  <a:pt x="1315" y="83188"/>
                </a:lnTo>
                <a:lnTo>
                  <a:pt x="1315" y="82434"/>
                </a:lnTo>
                <a:lnTo>
                  <a:pt x="1315" y="81709"/>
                </a:lnTo>
                <a:lnTo>
                  <a:pt x="1315" y="80984"/>
                </a:lnTo>
                <a:lnTo>
                  <a:pt x="1411" y="80259"/>
                </a:lnTo>
                <a:lnTo>
                  <a:pt x="1411" y="79534"/>
                </a:lnTo>
                <a:lnTo>
                  <a:pt x="1411" y="78780"/>
                </a:lnTo>
                <a:lnTo>
                  <a:pt x="1411" y="78056"/>
                </a:lnTo>
                <a:lnTo>
                  <a:pt x="1475" y="77331"/>
                </a:lnTo>
                <a:lnTo>
                  <a:pt x="1475" y="76606"/>
                </a:lnTo>
                <a:lnTo>
                  <a:pt x="1475" y="75852"/>
                </a:lnTo>
                <a:lnTo>
                  <a:pt x="1475" y="75127"/>
                </a:lnTo>
                <a:lnTo>
                  <a:pt x="1475" y="74402"/>
                </a:lnTo>
                <a:lnTo>
                  <a:pt x="1539" y="73677"/>
                </a:lnTo>
                <a:lnTo>
                  <a:pt x="1539" y="72952"/>
                </a:lnTo>
                <a:lnTo>
                  <a:pt x="1539" y="72198"/>
                </a:lnTo>
                <a:lnTo>
                  <a:pt x="1539" y="71474"/>
                </a:lnTo>
                <a:lnTo>
                  <a:pt x="1636" y="70749"/>
                </a:lnTo>
                <a:lnTo>
                  <a:pt x="1636" y="70024"/>
                </a:lnTo>
                <a:lnTo>
                  <a:pt x="1636" y="69270"/>
                </a:lnTo>
                <a:lnTo>
                  <a:pt x="1636" y="68545"/>
                </a:lnTo>
                <a:lnTo>
                  <a:pt x="1636" y="67820"/>
                </a:lnTo>
                <a:lnTo>
                  <a:pt x="1700" y="67095"/>
                </a:lnTo>
                <a:lnTo>
                  <a:pt x="1700" y="66341"/>
                </a:lnTo>
                <a:lnTo>
                  <a:pt x="1700" y="65616"/>
                </a:lnTo>
                <a:lnTo>
                  <a:pt x="1700" y="64892"/>
                </a:lnTo>
                <a:lnTo>
                  <a:pt x="1764" y="64225"/>
                </a:lnTo>
                <a:lnTo>
                  <a:pt x="1764" y="63500"/>
                </a:lnTo>
                <a:lnTo>
                  <a:pt x="1764" y="62775"/>
                </a:lnTo>
                <a:lnTo>
                  <a:pt x="1764" y="62021"/>
                </a:lnTo>
                <a:lnTo>
                  <a:pt x="1764" y="61296"/>
                </a:lnTo>
                <a:lnTo>
                  <a:pt x="1828" y="60571"/>
                </a:lnTo>
                <a:lnTo>
                  <a:pt x="1828" y="59904"/>
                </a:lnTo>
                <a:lnTo>
                  <a:pt x="1828" y="59179"/>
                </a:lnTo>
                <a:lnTo>
                  <a:pt x="1828" y="58455"/>
                </a:lnTo>
                <a:lnTo>
                  <a:pt x="1924" y="57701"/>
                </a:lnTo>
                <a:lnTo>
                  <a:pt x="1924" y="56976"/>
                </a:lnTo>
                <a:lnTo>
                  <a:pt x="1924" y="56309"/>
                </a:lnTo>
                <a:lnTo>
                  <a:pt x="1924" y="55584"/>
                </a:lnTo>
                <a:lnTo>
                  <a:pt x="1924" y="54859"/>
                </a:lnTo>
                <a:lnTo>
                  <a:pt x="1988" y="54134"/>
                </a:lnTo>
                <a:lnTo>
                  <a:pt x="1988" y="53467"/>
                </a:lnTo>
                <a:lnTo>
                  <a:pt x="1988" y="52713"/>
                </a:lnTo>
                <a:lnTo>
                  <a:pt x="1988" y="51989"/>
                </a:lnTo>
                <a:lnTo>
                  <a:pt x="2053" y="51322"/>
                </a:lnTo>
                <a:lnTo>
                  <a:pt x="2053" y="50597"/>
                </a:lnTo>
                <a:lnTo>
                  <a:pt x="2053" y="49872"/>
                </a:lnTo>
                <a:lnTo>
                  <a:pt x="2053" y="49205"/>
                </a:lnTo>
                <a:lnTo>
                  <a:pt x="2053" y="48480"/>
                </a:lnTo>
                <a:lnTo>
                  <a:pt x="2117" y="47726"/>
                </a:lnTo>
                <a:lnTo>
                  <a:pt x="2117" y="47059"/>
                </a:lnTo>
                <a:lnTo>
                  <a:pt x="2117" y="46334"/>
                </a:lnTo>
                <a:lnTo>
                  <a:pt x="2117" y="45610"/>
                </a:lnTo>
                <a:lnTo>
                  <a:pt x="2117" y="44943"/>
                </a:lnTo>
                <a:lnTo>
                  <a:pt x="2213" y="44218"/>
                </a:lnTo>
                <a:lnTo>
                  <a:pt x="2213" y="43551"/>
                </a:lnTo>
                <a:lnTo>
                  <a:pt x="2213" y="42826"/>
                </a:lnTo>
                <a:lnTo>
                  <a:pt x="2213" y="42159"/>
                </a:lnTo>
                <a:lnTo>
                  <a:pt x="2277" y="41405"/>
                </a:lnTo>
                <a:lnTo>
                  <a:pt x="2277" y="40767"/>
                </a:lnTo>
                <a:lnTo>
                  <a:pt x="2277" y="40013"/>
                </a:lnTo>
                <a:lnTo>
                  <a:pt x="2277" y="39288"/>
                </a:lnTo>
                <a:lnTo>
                  <a:pt x="2277" y="38622"/>
                </a:lnTo>
                <a:lnTo>
                  <a:pt x="2341" y="37897"/>
                </a:lnTo>
                <a:lnTo>
                  <a:pt x="2341" y="37230"/>
                </a:lnTo>
                <a:lnTo>
                  <a:pt x="2341" y="36563"/>
                </a:lnTo>
                <a:lnTo>
                  <a:pt x="2341" y="35838"/>
                </a:lnTo>
                <a:lnTo>
                  <a:pt x="2438" y="35171"/>
                </a:lnTo>
                <a:lnTo>
                  <a:pt x="2438" y="34446"/>
                </a:lnTo>
                <a:lnTo>
                  <a:pt x="2438" y="33779"/>
                </a:lnTo>
                <a:lnTo>
                  <a:pt x="2438" y="33054"/>
                </a:lnTo>
                <a:lnTo>
                  <a:pt x="2438" y="32388"/>
                </a:lnTo>
                <a:lnTo>
                  <a:pt x="2502" y="31634"/>
                </a:lnTo>
                <a:lnTo>
                  <a:pt x="2502" y="30967"/>
                </a:lnTo>
                <a:lnTo>
                  <a:pt x="2502" y="30300"/>
                </a:lnTo>
                <a:lnTo>
                  <a:pt x="2502" y="29575"/>
                </a:lnTo>
                <a:lnTo>
                  <a:pt x="2566" y="28908"/>
                </a:lnTo>
                <a:lnTo>
                  <a:pt x="2566" y="28241"/>
                </a:lnTo>
                <a:lnTo>
                  <a:pt x="2566" y="27516"/>
                </a:lnTo>
                <a:lnTo>
                  <a:pt x="2566" y="26849"/>
                </a:lnTo>
                <a:lnTo>
                  <a:pt x="2566" y="26182"/>
                </a:lnTo>
                <a:lnTo>
                  <a:pt x="2630" y="25458"/>
                </a:lnTo>
                <a:lnTo>
                  <a:pt x="2630" y="24791"/>
                </a:lnTo>
                <a:lnTo>
                  <a:pt x="2630" y="24124"/>
                </a:lnTo>
                <a:lnTo>
                  <a:pt x="2630" y="23457"/>
                </a:lnTo>
                <a:lnTo>
                  <a:pt x="2726" y="22732"/>
                </a:lnTo>
                <a:lnTo>
                  <a:pt x="2726" y="22065"/>
                </a:lnTo>
                <a:lnTo>
                  <a:pt x="2726" y="21398"/>
                </a:lnTo>
                <a:lnTo>
                  <a:pt x="2726" y="20731"/>
                </a:lnTo>
                <a:lnTo>
                  <a:pt x="2726" y="20006"/>
                </a:lnTo>
                <a:lnTo>
                  <a:pt x="2790" y="19340"/>
                </a:lnTo>
                <a:lnTo>
                  <a:pt x="2790" y="18673"/>
                </a:lnTo>
                <a:lnTo>
                  <a:pt x="2790" y="18006"/>
                </a:lnTo>
                <a:lnTo>
                  <a:pt x="2790" y="17339"/>
                </a:lnTo>
                <a:lnTo>
                  <a:pt x="2855" y="16614"/>
                </a:lnTo>
                <a:lnTo>
                  <a:pt x="2855" y="15947"/>
                </a:lnTo>
                <a:lnTo>
                  <a:pt x="2855" y="15280"/>
                </a:lnTo>
                <a:lnTo>
                  <a:pt x="2855" y="14613"/>
                </a:lnTo>
                <a:lnTo>
                  <a:pt x="2855" y="13946"/>
                </a:lnTo>
                <a:lnTo>
                  <a:pt x="2951" y="13279"/>
                </a:lnTo>
                <a:lnTo>
                  <a:pt x="2951" y="12613"/>
                </a:lnTo>
                <a:lnTo>
                  <a:pt x="2951" y="11975"/>
                </a:lnTo>
                <a:lnTo>
                  <a:pt x="2951" y="11308"/>
                </a:lnTo>
                <a:lnTo>
                  <a:pt x="2951" y="10641"/>
                </a:lnTo>
                <a:lnTo>
                  <a:pt x="3015" y="9974"/>
                </a:lnTo>
                <a:lnTo>
                  <a:pt x="3015" y="9307"/>
                </a:lnTo>
                <a:lnTo>
                  <a:pt x="3015" y="8640"/>
                </a:lnTo>
                <a:lnTo>
                  <a:pt x="3015" y="7973"/>
                </a:lnTo>
                <a:lnTo>
                  <a:pt x="3079" y="7306"/>
                </a:lnTo>
                <a:lnTo>
                  <a:pt x="3079" y="6639"/>
                </a:lnTo>
                <a:lnTo>
                  <a:pt x="3079" y="5973"/>
                </a:lnTo>
                <a:lnTo>
                  <a:pt x="3079" y="5306"/>
                </a:lnTo>
                <a:lnTo>
                  <a:pt x="3079" y="4639"/>
                </a:lnTo>
                <a:lnTo>
                  <a:pt x="3143" y="3972"/>
                </a:lnTo>
                <a:lnTo>
                  <a:pt x="3143" y="3305"/>
                </a:lnTo>
                <a:lnTo>
                  <a:pt x="3143" y="2638"/>
                </a:lnTo>
                <a:lnTo>
                  <a:pt x="3143" y="2000"/>
                </a:lnTo>
                <a:lnTo>
                  <a:pt x="3240" y="1333"/>
                </a:lnTo>
                <a:lnTo>
                  <a:pt x="3240" y="666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882618" y="3015923"/>
            <a:ext cx="3208" cy="112995"/>
          </a:xfrm>
          <a:custGeom>
            <a:avLst/>
            <a:gdLst/>
            <a:ahLst/>
            <a:cxnLst/>
            <a:rect l="l" t="t" r="r" b="b"/>
            <a:pathLst>
              <a:path w="3208" h="112995">
                <a:moveTo>
                  <a:pt x="0" y="112995"/>
                </a:moveTo>
                <a:lnTo>
                  <a:pt x="0" y="112328"/>
                </a:lnTo>
                <a:lnTo>
                  <a:pt x="0" y="111719"/>
                </a:lnTo>
                <a:lnTo>
                  <a:pt x="64" y="111052"/>
                </a:lnTo>
                <a:lnTo>
                  <a:pt x="64" y="110386"/>
                </a:lnTo>
                <a:lnTo>
                  <a:pt x="64" y="109719"/>
                </a:lnTo>
                <a:lnTo>
                  <a:pt x="64" y="109052"/>
                </a:lnTo>
                <a:lnTo>
                  <a:pt x="128" y="108472"/>
                </a:lnTo>
                <a:lnTo>
                  <a:pt x="128" y="107805"/>
                </a:lnTo>
                <a:lnTo>
                  <a:pt x="128" y="107138"/>
                </a:lnTo>
                <a:lnTo>
                  <a:pt x="128" y="106471"/>
                </a:lnTo>
                <a:lnTo>
                  <a:pt x="128" y="105862"/>
                </a:lnTo>
                <a:lnTo>
                  <a:pt x="192" y="105195"/>
                </a:lnTo>
                <a:lnTo>
                  <a:pt x="192" y="104528"/>
                </a:lnTo>
                <a:lnTo>
                  <a:pt x="192" y="103891"/>
                </a:lnTo>
                <a:lnTo>
                  <a:pt x="192" y="103282"/>
                </a:lnTo>
                <a:lnTo>
                  <a:pt x="288" y="102615"/>
                </a:lnTo>
                <a:lnTo>
                  <a:pt x="288" y="101948"/>
                </a:lnTo>
                <a:lnTo>
                  <a:pt x="288" y="101339"/>
                </a:lnTo>
                <a:lnTo>
                  <a:pt x="288" y="100672"/>
                </a:lnTo>
                <a:lnTo>
                  <a:pt x="288" y="100092"/>
                </a:lnTo>
                <a:lnTo>
                  <a:pt x="352" y="99425"/>
                </a:lnTo>
                <a:lnTo>
                  <a:pt x="352" y="98758"/>
                </a:lnTo>
                <a:lnTo>
                  <a:pt x="352" y="98149"/>
                </a:lnTo>
                <a:lnTo>
                  <a:pt x="352" y="97483"/>
                </a:lnTo>
                <a:lnTo>
                  <a:pt x="417" y="96903"/>
                </a:lnTo>
                <a:lnTo>
                  <a:pt x="417" y="96236"/>
                </a:lnTo>
                <a:lnTo>
                  <a:pt x="417" y="95569"/>
                </a:lnTo>
                <a:lnTo>
                  <a:pt x="417" y="94960"/>
                </a:lnTo>
                <a:lnTo>
                  <a:pt x="417" y="94293"/>
                </a:lnTo>
                <a:lnTo>
                  <a:pt x="513" y="93713"/>
                </a:lnTo>
                <a:lnTo>
                  <a:pt x="513" y="93046"/>
                </a:lnTo>
                <a:lnTo>
                  <a:pt x="513" y="92437"/>
                </a:lnTo>
                <a:lnTo>
                  <a:pt x="513" y="91828"/>
                </a:lnTo>
                <a:lnTo>
                  <a:pt x="513" y="91191"/>
                </a:lnTo>
                <a:lnTo>
                  <a:pt x="577" y="90582"/>
                </a:lnTo>
                <a:lnTo>
                  <a:pt x="577" y="89915"/>
                </a:lnTo>
                <a:lnTo>
                  <a:pt x="577" y="89306"/>
                </a:lnTo>
                <a:lnTo>
                  <a:pt x="577" y="88639"/>
                </a:lnTo>
                <a:lnTo>
                  <a:pt x="641" y="88059"/>
                </a:lnTo>
                <a:lnTo>
                  <a:pt x="641" y="87450"/>
                </a:lnTo>
                <a:lnTo>
                  <a:pt x="641" y="86783"/>
                </a:lnTo>
                <a:lnTo>
                  <a:pt x="641" y="86203"/>
                </a:lnTo>
                <a:lnTo>
                  <a:pt x="641" y="85594"/>
                </a:lnTo>
                <a:lnTo>
                  <a:pt x="705" y="84927"/>
                </a:lnTo>
                <a:lnTo>
                  <a:pt x="705" y="84319"/>
                </a:lnTo>
                <a:lnTo>
                  <a:pt x="705" y="83739"/>
                </a:lnTo>
                <a:lnTo>
                  <a:pt x="705" y="83072"/>
                </a:lnTo>
                <a:lnTo>
                  <a:pt x="802" y="82463"/>
                </a:lnTo>
                <a:lnTo>
                  <a:pt x="802" y="81854"/>
                </a:lnTo>
                <a:lnTo>
                  <a:pt x="802" y="81274"/>
                </a:lnTo>
                <a:lnTo>
                  <a:pt x="802" y="80607"/>
                </a:lnTo>
                <a:lnTo>
                  <a:pt x="802" y="79998"/>
                </a:lnTo>
                <a:lnTo>
                  <a:pt x="866" y="79418"/>
                </a:lnTo>
                <a:lnTo>
                  <a:pt x="866" y="78809"/>
                </a:lnTo>
                <a:lnTo>
                  <a:pt x="866" y="78201"/>
                </a:lnTo>
                <a:lnTo>
                  <a:pt x="866" y="77534"/>
                </a:lnTo>
                <a:lnTo>
                  <a:pt x="930" y="76954"/>
                </a:lnTo>
                <a:lnTo>
                  <a:pt x="930" y="76345"/>
                </a:lnTo>
                <a:lnTo>
                  <a:pt x="930" y="75736"/>
                </a:lnTo>
                <a:lnTo>
                  <a:pt x="930" y="75156"/>
                </a:lnTo>
                <a:lnTo>
                  <a:pt x="930" y="74547"/>
                </a:lnTo>
                <a:lnTo>
                  <a:pt x="994" y="73967"/>
                </a:lnTo>
                <a:lnTo>
                  <a:pt x="994" y="73358"/>
                </a:lnTo>
                <a:lnTo>
                  <a:pt x="994" y="72749"/>
                </a:lnTo>
                <a:lnTo>
                  <a:pt x="994" y="72082"/>
                </a:lnTo>
                <a:lnTo>
                  <a:pt x="1090" y="71503"/>
                </a:lnTo>
                <a:lnTo>
                  <a:pt x="1090" y="70894"/>
                </a:lnTo>
                <a:lnTo>
                  <a:pt x="1090" y="70285"/>
                </a:lnTo>
                <a:lnTo>
                  <a:pt x="1090" y="69705"/>
                </a:lnTo>
                <a:lnTo>
                  <a:pt x="1090" y="69096"/>
                </a:lnTo>
                <a:lnTo>
                  <a:pt x="1154" y="68487"/>
                </a:lnTo>
                <a:lnTo>
                  <a:pt x="1154" y="67907"/>
                </a:lnTo>
                <a:lnTo>
                  <a:pt x="1154" y="67385"/>
                </a:lnTo>
                <a:lnTo>
                  <a:pt x="1154" y="66776"/>
                </a:lnTo>
                <a:lnTo>
                  <a:pt x="1219" y="66167"/>
                </a:lnTo>
                <a:lnTo>
                  <a:pt x="1219" y="65587"/>
                </a:lnTo>
                <a:lnTo>
                  <a:pt x="1219" y="64979"/>
                </a:lnTo>
                <a:lnTo>
                  <a:pt x="1219" y="64370"/>
                </a:lnTo>
                <a:lnTo>
                  <a:pt x="1219" y="63790"/>
                </a:lnTo>
                <a:lnTo>
                  <a:pt x="1315" y="63181"/>
                </a:lnTo>
                <a:lnTo>
                  <a:pt x="1315" y="62572"/>
                </a:lnTo>
                <a:lnTo>
                  <a:pt x="1315" y="62050"/>
                </a:lnTo>
                <a:lnTo>
                  <a:pt x="1315" y="61441"/>
                </a:lnTo>
                <a:lnTo>
                  <a:pt x="1315" y="60861"/>
                </a:lnTo>
                <a:lnTo>
                  <a:pt x="1379" y="60252"/>
                </a:lnTo>
                <a:lnTo>
                  <a:pt x="1379" y="59730"/>
                </a:lnTo>
                <a:lnTo>
                  <a:pt x="1379" y="59121"/>
                </a:lnTo>
                <a:lnTo>
                  <a:pt x="1379" y="58513"/>
                </a:lnTo>
                <a:lnTo>
                  <a:pt x="1443" y="57933"/>
                </a:lnTo>
                <a:lnTo>
                  <a:pt x="1443" y="57411"/>
                </a:lnTo>
                <a:lnTo>
                  <a:pt x="1443" y="56802"/>
                </a:lnTo>
                <a:lnTo>
                  <a:pt x="1443" y="56193"/>
                </a:lnTo>
                <a:lnTo>
                  <a:pt x="1443" y="55671"/>
                </a:lnTo>
                <a:lnTo>
                  <a:pt x="1507" y="55062"/>
                </a:lnTo>
                <a:lnTo>
                  <a:pt x="1507" y="54482"/>
                </a:lnTo>
                <a:lnTo>
                  <a:pt x="1507" y="53931"/>
                </a:lnTo>
                <a:lnTo>
                  <a:pt x="1507" y="53351"/>
                </a:lnTo>
                <a:lnTo>
                  <a:pt x="1604" y="52742"/>
                </a:lnTo>
                <a:lnTo>
                  <a:pt x="1604" y="52220"/>
                </a:lnTo>
                <a:lnTo>
                  <a:pt x="1604" y="51612"/>
                </a:lnTo>
                <a:lnTo>
                  <a:pt x="1604" y="51090"/>
                </a:lnTo>
                <a:lnTo>
                  <a:pt x="1604" y="50481"/>
                </a:lnTo>
                <a:lnTo>
                  <a:pt x="1668" y="49959"/>
                </a:lnTo>
                <a:lnTo>
                  <a:pt x="1668" y="49350"/>
                </a:lnTo>
                <a:lnTo>
                  <a:pt x="1668" y="48828"/>
                </a:lnTo>
                <a:lnTo>
                  <a:pt x="1668" y="48219"/>
                </a:lnTo>
                <a:lnTo>
                  <a:pt x="1732" y="47697"/>
                </a:lnTo>
                <a:lnTo>
                  <a:pt x="1732" y="47088"/>
                </a:lnTo>
                <a:lnTo>
                  <a:pt x="1732" y="46566"/>
                </a:lnTo>
                <a:lnTo>
                  <a:pt x="1732" y="45957"/>
                </a:lnTo>
                <a:lnTo>
                  <a:pt x="1732" y="45436"/>
                </a:lnTo>
                <a:lnTo>
                  <a:pt x="1828" y="44827"/>
                </a:lnTo>
                <a:lnTo>
                  <a:pt x="1828" y="44305"/>
                </a:lnTo>
                <a:lnTo>
                  <a:pt x="1828" y="43754"/>
                </a:lnTo>
                <a:lnTo>
                  <a:pt x="1828" y="43174"/>
                </a:lnTo>
                <a:lnTo>
                  <a:pt x="1892" y="42623"/>
                </a:lnTo>
                <a:lnTo>
                  <a:pt x="1892" y="42101"/>
                </a:lnTo>
                <a:lnTo>
                  <a:pt x="1892" y="41492"/>
                </a:lnTo>
                <a:lnTo>
                  <a:pt x="1892" y="40970"/>
                </a:lnTo>
                <a:lnTo>
                  <a:pt x="1892" y="40448"/>
                </a:lnTo>
                <a:lnTo>
                  <a:pt x="1956" y="39839"/>
                </a:lnTo>
                <a:lnTo>
                  <a:pt x="1956" y="39317"/>
                </a:lnTo>
                <a:lnTo>
                  <a:pt x="1956" y="38767"/>
                </a:lnTo>
                <a:lnTo>
                  <a:pt x="1956" y="38245"/>
                </a:lnTo>
                <a:lnTo>
                  <a:pt x="2021" y="37636"/>
                </a:lnTo>
                <a:lnTo>
                  <a:pt x="2021" y="37114"/>
                </a:lnTo>
                <a:lnTo>
                  <a:pt x="2021" y="36592"/>
                </a:lnTo>
                <a:lnTo>
                  <a:pt x="2021" y="36041"/>
                </a:lnTo>
                <a:lnTo>
                  <a:pt x="2021" y="35519"/>
                </a:lnTo>
                <a:lnTo>
                  <a:pt x="2117" y="34997"/>
                </a:lnTo>
                <a:lnTo>
                  <a:pt x="2117" y="34388"/>
                </a:lnTo>
                <a:lnTo>
                  <a:pt x="2117" y="33866"/>
                </a:lnTo>
                <a:lnTo>
                  <a:pt x="2117" y="33315"/>
                </a:lnTo>
                <a:lnTo>
                  <a:pt x="2117" y="32793"/>
                </a:lnTo>
                <a:lnTo>
                  <a:pt x="2181" y="32272"/>
                </a:lnTo>
                <a:lnTo>
                  <a:pt x="2181" y="31721"/>
                </a:lnTo>
                <a:lnTo>
                  <a:pt x="2181" y="31199"/>
                </a:lnTo>
                <a:lnTo>
                  <a:pt x="2181" y="30677"/>
                </a:lnTo>
                <a:lnTo>
                  <a:pt x="2245" y="30126"/>
                </a:lnTo>
                <a:lnTo>
                  <a:pt x="2245" y="29604"/>
                </a:lnTo>
                <a:lnTo>
                  <a:pt x="2245" y="29082"/>
                </a:lnTo>
                <a:lnTo>
                  <a:pt x="2245" y="28531"/>
                </a:lnTo>
                <a:lnTo>
                  <a:pt x="2245" y="28009"/>
                </a:lnTo>
                <a:lnTo>
                  <a:pt x="2309" y="27487"/>
                </a:lnTo>
                <a:lnTo>
                  <a:pt x="2309" y="26936"/>
                </a:lnTo>
                <a:lnTo>
                  <a:pt x="2309" y="26414"/>
                </a:lnTo>
                <a:lnTo>
                  <a:pt x="2309" y="25864"/>
                </a:lnTo>
                <a:lnTo>
                  <a:pt x="2406" y="25400"/>
                </a:lnTo>
                <a:lnTo>
                  <a:pt x="2406" y="24878"/>
                </a:lnTo>
                <a:lnTo>
                  <a:pt x="2406" y="24356"/>
                </a:lnTo>
                <a:lnTo>
                  <a:pt x="2406" y="23805"/>
                </a:lnTo>
                <a:lnTo>
                  <a:pt x="2406" y="23283"/>
                </a:lnTo>
                <a:lnTo>
                  <a:pt x="2470" y="22761"/>
                </a:lnTo>
                <a:lnTo>
                  <a:pt x="2470" y="22297"/>
                </a:lnTo>
                <a:lnTo>
                  <a:pt x="2470" y="21746"/>
                </a:lnTo>
                <a:lnTo>
                  <a:pt x="2470" y="21224"/>
                </a:lnTo>
                <a:lnTo>
                  <a:pt x="2534" y="20702"/>
                </a:lnTo>
                <a:lnTo>
                  <a:pt x="2534" y="20238"/>
                </a:lnTo>
                <a:lnTo>
                  <a:pt x="2534" y="19687"/>
                </a:lnTo>
                <a:lnTo>
                  <a:pt x="2534" y="19166"/>
                </a:lnTo>
                <a:lnTo>
                  <a:pt x="2534" y="18615"/>
                </a:lnTo>
                <a:lnTo>
                  <a:pt x="2630" y="18151"/>
                </a:lnTo>
                <a:lnTo>
                  <a:pt x="2630" y="17629"/>
                </a:lnTo>
                <a:lnTo>
                  <a:pt x="2630" y="17107"/>
                </a:lnTo>
                <a:lnTo>
                  <a:pt x="2630" y="16643"/>
                </a:lnTo>
                <a:lnTo>
                  <a:pt x="2694" y="16092"/>
                </a:lnTo>
                <a:lnTo>
                  <a:pt x="2694" y="15628"/>
                </a:lnTo>
                <a:lnTo>
                  <a:pt x="2694" y="15106"/>
                </a:lnTo>
                <a:lnTo>
                  <a:pt x="2694" y="14584"/>
                </a:lnTo>
                <a:lnTo>
                  <a:pt x="2694" y="14120"/>
                </a:lnTo>
                <a:lnTo>
                  <a:pt x="2758" y="13569"/>
                </a:lnTo>
                <a:lnTo>
                  <a:pt x="2758" y="13105"/>
                </a:lnTo>
                <a:lnTo>
                  <a:pt x="2758" y="12584"/>
                </a:lnTo>
                <a:lnTo>
                  <a:pt x="2758" y="12120"/>
                </a:lnTo>
                <a:lnTo>
                  <a:pt x="2823" y="11569"/>
                </a:lnTo>
                <a:lnTo>
                  <a:pt x="2823" y="11105"/>
                </a:lnTo>
                <a:lnTo>
                  <a:pt x="2823" y="10641"/>
                </a:lnTo>
                <a:lnTo>
                  <a:pt x="2823" y="10119"/>
                </a:lnTo>
                <a:lnTo>
                  <a:pt x="2823" y="9655"/>
                </a:lnTo>
                <a:lnTo>
                  <a:pt x="2919" y="9133"/>
                </a:lnTo>
                <a:lnTo>
                  <a:pt x="2919" y="8640"/>
                </a:lnTo>
                <a:lnTo>
                  <a:pt x="2919" y="8176"/>
                </a:lnTo>
                <a:lnTo>
                  <a:pt x="2919" y="7654"/>
                </a:lnTo>
                <a:lnTo>
                  <a:pt x="2919" y="7190"/>
                </a:lnTo>
                <a:lnTo>
                  <a:pt x="2983" y="6726"/>
                </a:lnTo>
                <a:lnTo>
                  <a:pt x="2983" y="6205"/>
                </a:lnTo>
                <a:lnTo>
                  <a:pt x="2983" y="5741"/>
                </a:lnTo>
                <a:lnTo>
                  <a:pt x="2983" y="5277"/>
                </a:lnTo>
                <a:lnTo>
                  <a:pt x="3047" y="4726"/>
                </a:lnTo>
                <a:lnTo>
                  <a:pt x="3047" y="4262"/>
                </a:lnTo>
                <a:lnTo>
                  <a:pt x="3047" y="3798"/>
                </a:lnTo>
                <a:lnTo>
                  <a:pt x="3047" y="3334"/>
                </a:lnTo>
                <a:lnTo>
                  <a:pt x="3047" y="2870"/>
                </a:lnTo>
                <a:lnTo>
                  <a:pt x="3111" y="2348"/>
                </a:lnTo>
                <a:lnTo>
                  <a:pt x="3111" y="1884"/>
                </a:lnTo>
                <a:lnTo>
                  <a:pt x="3111" y="1420"/>
                </a:lnTo>
                <a:lnTo>
                  <a:pt x="3111" y="927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885826" y="2944130"/>
            <a:ext cx="3208" cy="71792"/>
          </a:xfrm>
          <a:custGeom>
            <a:avLst/>
            <a:gdLst/>
            <a:ahLst/>
            <a:cxnLst/>
            <a:rect l="l" t="t" r="r" b="b"/>
            <a:pathLst>
              <a:path w="3208" h="71792">
                <a:moveTo>
                  <a:pt x="0" y="71792"/>
                </a:moveTo>
                <a:lnTo>
                  <a:pt x="0" y="71329"/>
                </a:lnTo>
                <a:lnTo>
                  <a:pt x="0" y="70865"/>
                </a:lnTo>
                <a:lnTo>
                  <a:pt x="0" y="70401"/>
                </a:lnTo>
                <a:lnTo>
                  <a:pt x="64" y="69879"/>
                </a:lnTo>
                <a:lnTo>
                  <a:pt x="64" y="69415"/>
                </a:lnTo>
                <a:lnTo>
                  <a:pt x="64" y="68951"/>
                </a:lnTo>
                <a:lnTo>
                  <a:pt x="64" y="68487"/>
                </a:lnTo>
                <a:lnTo>
                  <a:pt x="128" y="68023"/>
                </a:lnTo>
                <a:lnTo>
                  <a:pt x="128" y="67617"/>
                </a:lnTo>
                <a:lnTo>
                  <a:pt x="128" y="67153"/>
                </a:lnTo>
                <a:lnTo>
                  <a:pt x="128" y="66689"/>
                </a:lnTo>
                <a:lnTo>
                  <a:pt x="128" y="66225"/>
                </a:lnTo>
                <a:lnTo>
                  <a:pt x="224" y="65761"/>
                </a:lnTo>
                <a:lnTo>
                  <a:pt x="224" y="65297"/>
                </a:lnTo>
                <a:lnTo>
                  <a:pt x="224" y="64834"/>
                </a:lnTo>
                <a:lnTo>
                  <a:pt x="224" y="64370"/>
                </a:lnTo>
                <a:lnTo>
                  <a:pt x="288" y="63877"/>
                </a:lnTo>
                <a:lnTo>
                  <a:pt x="288" y="63500"/>
                </a:lnTo>
                <a:lnTo>
                  <a:pt x="288" y="63036"/>
                </a:lnTo>
                <a:lnTo>
                  <a:pt x="288" y="62572"/>
                </a:lnTo>
                <a:lnTo>
                  <a:pt x="288" y="62108"/>
                </a:lnTo>
                <a:lnTo>
                  <a:pt x="352" y="61702"/>
                </a:lnTo>
                <a:lnTo>
                  <a:pt x="352" y="61238"/>
                </a:lnTo>
                <a:lnTo>
                  <a:pt x="352" y="60774"/>
                </a:lnTo>
                <a:lnTo>
                  <a:pt x="352" y="60310"/>
                </a:lnTo>
                <a:lnTo>
                  <a:pt x="417" y="59904"/>
                </a:lnTo>
                <a:lnTo>
                  <a:pt x="417" y="59440"/>
                </a:lnTo>
                <a:lnTo>
                  <a:pt x="417" y="58976"/>
                </a:lnTo>
                <a:lnTo>
                  <a:pt x="417" y="58571"/>
                </a:lnTo>
                <a:lnTo>
                  <a:pt x="417" y="58107"/>
                </a:lnTo>
                <a:lnTo>
                  <a:pt x="513" y="57701"/>
                </a:lnTo>
                <a:lnTo>
                  <a:pt x="513" y="57237"/>
                </a:lnTo>
                <a:lnTo>
                  <a:pt x="513" y="56773"/>
                </a:lnTo>
                <a:lnTo>
                  <a:pt x="513" y="56367"/>
                </a:lnTo>
                <a:lnTo>
                  <a:pt x="513" y="55903"/>
                </a:lnTo>
                <a:lnTo>
                  <a:pt x="577" y="55497"/>
                </a:lnTo>
                <a:lnTo>
                  <a:pt x="577" y="55033"/>
                </a:lnTo>
                <a:lnTo>
                  <a:pt x="577" y="54656"/>
                </a:lnTo>
                <a:lnTo>
                  <a:pt x="577" y="54192"/>
                </a:lnTo>
                <a:lnTo>
                  <a:pt x="641" y="53786"/>
                </a:lnTo>
                <a:lnTo>
                  <a:pt x="641" y="53322"/>
                </a:lnTo>
                <a:lnTo>
                  <a:pt x="641" y="52916"/>
                </a:lnTo>
                <a:lnTo>
                  <a:pt x="641" y="52510"/>
                </a:lnTo>
                <a:lnTo>
                  <a:pt x="641" y="52047"/>
                </a:lnTo>
                <a:lnTo>
                  <a:pt x="737" y="51641"/>
                </a:lnTo>
                <a:lnTo>
                  <a:pt x="737" y="51177"/>
                </a:lnTo>
                <a:lnTo>
                  <a:pt x="737" y="50800"/>
                </a:lnTo>
                <a:lnTo>
                  <a:pt x="737" y="50394"/>
                </a:lnTo>
                <a:lnTo>
                  <a:pt x="802" y="49930"/>
                </a:lnTo>
                <a:lnTo>
                  <a:pt x="802" y="49524"/>
                </a:lnTo>
                <a:lnTo>
                  <a:pt x="802" y="49118"/>
                </a:lnTo>
                <a:lnTo>
                  <a:pt x="802" y="48741"/>
                </a:lnTo>
                <a:lnTo>
                  <a:pt x="802" y="48277"/>
                </a:lnTo>
                <a:lnTo>
                  <a:pt x="866" y="47871"/>
                </a:lnTo>
                <a:lnTo>
                  <a:pt x="866" y="47465"/>
                </a:lnTo>
                <a:lnTo>
                  <a:pt x="866" y="47059"/>
                </a:lnTo>
                <a:lnTo>
                  <a:pt x="866" y="46653"/>
                </a:lnTo>
                <a:lnTo>
                  <a:pt x="930" y="46189"/>
                </a:lnTo>
                <a:lnTo>
                  <a:pt x="930" y="45812"/>
                </a:lnTo>
                <a:lnTo>
                  <a:pt x="930" y="45407"/>
                </a:lnTo>
                <a:lnTo>
                  <a:pt x="930" y="45001"/>
                </a:lnTo>
                <a:lnTo>
                  <a:pt x="930" y="44595"/>
                </a:lnTo>
                <a:lnTo>
                  <a:pt x="1026" y="44218"/>
                </a:lnTo>
                <a:lnTo>
                  <a:pt x="1026" y="43812"/>
                </a:lnTo>
                <a:lnTo>
                  <a:pt x="1026" y="43406"/>
                </a:lnTo>
                <a:lnTo>
                  <a:pt x="1026" y="43000"/>
                </a:lnTo>
                <a:lnTo>
                  <a:pt x="1090" y="42623"/>
                </a:lnTo>
                <a:lnTo>
                  <a:pt x="1090" y="42217"/>
                </a:lnTo>
                <a:lnTo>
                  <a:pt x="1090" y="41811"/>
                </a:lnTo>
                <a:lnTo>
                  <a:pt x="1090" y="41405"/>
                </a:lnTo>
                <a:lnTo>
                  <a:pt x="1090" y="41028"/>
                </a:lnTo>
                <a:lnTo>
                  <a:pt x="1154" y="40622"/>
                </a:lnTo>
                <a:lnTo>
                  <a:pt x="1154" y="40216"/>
                </a:lnTo>
                <a:lnTo>
                  <a:pt x="1154" y="39810"/>
                </a:lnTo>
                <a:lnTo>
                  <a:pt x="1154" y="39433"/>
                </a:lnTo>
                <a:lnTo>
                  <a:pt x="1219" y="39028"/>
                </a:lnTo>
                <a:lnTo>
                  <a:pt x="1219" y="38680"/>
                </a:lnTo>
                <a:lnTo>
                  <a:pt x="1219" y="38303"/>
                </a:lnTo>
                <a:lnTo>
                  <a:pt x="1219" y="37897"/>
                </a:lnTo>
                <a:lnTo>
                  <a:pt x="1219" y="37491"/>
                </a:lnTo>
                <a:lnTo>
                  <a:pt x="1315" y="37085"/>
                </a:lnTo>
                <a:lnTo>
                  <a:pt x="1315" y="36766"/>
                </a:lnTo>
                <a:lnTo>
                  <a:pt x="1315" y="36360"/>
                </a:lnTo>
                <a:lnTo>
                  <a:pt x="1315" y="35954"/>
                </a:lnTo>
                <a:lnTo>
                  <a:pt x="1315" y="35548"/>
                </a:lnTo>
                <a:lnTo>
                  <a:pt x="1379" y="35229"/>
                </a:lnTo>
                <a:lnTo>
                  <a:pt x="1379" y="34823"/>
                </a:lnTo>
                <a:lnTo>
                  <a:pt x="1379" y="34446"/>
                </a:lnTo>
                <a:lnTo>
                  <a:pt x="1379" y="34098"/>
                </a:lnTo>
                <a:lnTo>
                  <a:pt x="1443" y="33692"/>
                </a:lnTo>
                <a:lnTo>
                  <a:pt x="1443" y="33373"/>
                </a:lnTo>
                <a:lnTo>
                  <a:pt x="1443" y="32967"/>
                </a:lnTo>
                <a:lnTo>
                  <a:pt x="1443" y="32562"/>
                </a:lnTo>
                <a:lnTo>
                  <a:pt x="1443" y="32243"/>
                </a:lnTo>
                <a:lnTo>
                  <a:pt x="1539" y="31837"/>
                </a:lnTo>
                <a:lnTo>
                  <a:pt x="1539" y="31518"/>
                </a:lnTo>
                <a:lnTo>
                  <a:pt x="1539" y="31112"/>
                </a:lnTo>
                <a:lnTo>
                  <a:pt x="1539" y="30764"/>
                </a:lnTo>
                <a:lnTo>
                  <a:pt x="1604" y="30387"/>
                </a:lnTo>
                <a:lnTo>
                  <a:pt x="1604" y="30039"/>
                </a:lnTo>
                <a:lnTo>
                  <a:pt x="1604" y="29720"/>
                </a:lnTo>
                <a:lnTo>
                  <a:pt x="1604" y="29314"/>
                </a:lnTo>
                <a:lnTo>
                  <a:pt x="1604" y="28966"/>
                </a:lnTo>
                <a:lnTo>
                  <a:pt x="1668" y="28589"/>
                </a:lnTo>
                <a:lnTo>
                  <a:pt x="1668" y="28241"/>
                </a:lnTo>
                <a:lnTo>
                  <a:pt x="1668" y="27922"/>
                </a:lnTo>
                <a:lnTo>
                  <a:pt x="1668" y="27516"/>
                </a:lnTo>
                <a:lnTo>
                  <a:pt x="1732" y="27197"/>
                </a:lnTo>
                <a:lnTo>
                  <a:pt x="1732" y="26849"/>
                </a:lnTo>
                <a:lnTo>
                  <a:pt x="1732" y="26443"/>
                </a:lnTo>
                <a:lnTo>
                  <a:pt x="1732" y="26124"/>
                </a:lnTo>
                <a:lnTo>
                  <a:pt x="1732" y="25777"/>
                </a:lnTo>
                <a:lnTo>
                  <a:pt x="1828" y="25458"/>
                </a:lnTo>
                <a:lnTo>
                  <a:pt x="1828" y="25052"/>
                </a:lnTo>
                <a:lnTo>
                  <a:pt x="1828" y="24733"/>
                </a:lnTo>
                <a:lnTo>
                  <a:pt x="1828" y="24385"/>
                </a:lnTo>
                <a:lnTo>
                  <a:pt x="1892" y="24066"/>
                </a:lnTo>
                <a:lnTo>
                  <a:pt x="1892" y="23718"/>
                </a:lnTo>
                <a:lnTo>
                  <a:pt x="1892" y="23399"/>
                </a:lnTo>
                <a:lnTo>
                  <a:pt x="1892" y="23051"/>
                </a:lnTo>
                <a:lnTo>
                  <a:pt x="1892" y="22732"/>
                </a:lnTo>
                <a:lnTo>
                  <a:pt x="1956" y="22326"/>
                </a:lnTo>
                <a:lnTo>
                  <a:pt x="1956" y="22007"/>
                </a:lnTo>
                <a:lnTo>
                  <a:pt x="1956" y="21659"/>
                </a:lnTo>
                <a:lnTo>
                  <a:pt x="1956" y="21340"/>
                </a:lnTo>
                <a:lnTo>
                  <a:pt x="2053" y="20992"/>
                </a:lnTo>
                <a:lnTo>
                  <a:pt x="2053" y="20673"/>
                </a:lnTo>
                <a:lnTo>
                  <a:pt x="2053" y="20325"/>
                </a:lnTo>
                <a:lnTo>
                  <a:pt x="2053" y="20006"/>
                </a:lnTo>
                <a:lnTo>
                  <a:pt x="2053" y="19745"/>
                </a:lnTo>
                <a:lnTo>
                  <a:pt x="2117" y="19398"/>
                </a:lnTo>
                <a:lnTo>
                  <a:pt x="2117" y="19079"/>
                </a:lnTo>
                <a:lnTo>
                  <a:pt x="2117" y="18731"/>
                </a:lnTo>
                <a:lnTo>
                  <a:pt x="2117" y="18412"/>
                </a:lnTo>
                <a:lnTo>
                  <a:pt x="2117" y="18064"/>
                </a:lnTo>
                <a:lnTo>
                  <a:pt x="2181" y="17745"/>
                </a:lnTo>
                <a:lnTo>
                  <a:pt x="2181" y="17484"/>
                </a:lnTo>
                <a:lnTo>
                  <a:pt x="2181" y="17136"/>
                </a:lnTo>
                <a:lnTo>
                  <a:pt x="2181" y="16817"/>
                </a:lnTo>
                <a:lnTo>
                  <a:pt x="2245" y="16469"/>
                </a:lnTo>
                <a:lnTo>
                  <a:pt x="2245" y="16150"/>
                </a:lnTo>
                <a:lnTo>
                  <a:pt x="2245" y="15889"/>
                </a:lnTo>
                <a:lnTo>
                  <a:pt x="2245" y="15541"/>
                </a:lnTo>
                <a:lnTo>
                  <a:pt x="2245" y="15222"/>
                </a:lnTo>
                <a:lnTo>
                  <a:pt x="2341" y="14961"/>
                </a:lnTo>
                <a:lnTo>
                  <a:pt x="2341" y="14613"/>
                </a:lnTo>
                <a:lnTo>
                  <a:pt x="2341" y="14294"/>
                </a:lnTo>
                <a:lnTo>
                  <a:pt x="2341" y="14004"/>
                </a:lnTo>
                <a:lnTo>
                  <a:pt x="2406" y="13685"/>
                </a:lnTo>
                <a:lnTo>
                  <a:pt x="2406" y="13424"/>
                </a:lnTo>
                <a:lnTo>
                  <a:pt x="2406" y="13076"/>
                </a:lnTo>
                <a:lnTo>
                  <a:pt x="2406" y="12816"/>
                </a:lnTo>
                <a:lnTo>
                  <a:pt x="2406" y="12497"/>
                </a:lnTo>
                <a:lnTo>
                  <a:pt x="2470" y="12236"/>
                </a:lnTo>
                <a:lnTo>
                  <a:pt x="2470" y="11888"/>
                </a:lnTo>
                <a:lnTo>
                  <a:pt x="2470" y="11627"/>
                </a:lnTo>
                <a:lnTo>
                  <a:pt x="2470" y="11279"/>
                </a:lnTo>
                <a:lnTo>
                  <a:pt x="2534" y="11018"/>
                </a:lnTo>
                <a:lnTo>
                  <a:pt x="2534" y="10699"/>
                </a:lnTo>
                <a:lnTo>
                  <a:pt x="2534" y="10438"/>
                </a:lnTo>
                <a:lnTo>
                  <a:pt x="2534" y="10148"/>
                </a:lnTo>
                <a:lnTo>
                  <a:pt x="2534" y="9829"/>
                </a:lnTo>
                <a:lnTo>
                  <a:pt x="2630" y="9568"/>
                </a:lnTo>
                <a:lnTo>
                  <a:pt x="2630" y="9307"/>
                </a:lnTo>
                <a:lnTo>
                  <a:pt x="2630" y="8959"/>
                </a:lnTo>
                <a:lnTo>
                  <a:pt x="2630" y="8698"/>
                </a:lnTo>
                <a:lnTo>
                  <a:pt x="2694" y="8437"/>
                </a:lnTo>
                <a:lnTo>
                  <a:pt x="2694" y="8089"/>
                </a:lnTo>
                <a:lnTo>
                  <a:pt x="2694" y="7828"/>
                </a:lnTo>
                <a:lnTo>
                  <a:pt x="2694" y="7567"/>
                </a:lnTo>
                <a:lnTo>
                  <a:pt x="2694" y="7306"/>
                </a:lnTo>
                <a:lnTo>
                  <a:pt x="2758" y="7045"/>
                </a:lnTo>
                <a:lnTo>
                  <a:pt x="2758" y="6697"/>
                </a:lnTo>
                <a:lnTo>
                  <a:pt x="2758" y="6437"/>
                </a:lnTo>
                <a:lnTo>
                  <a:pt x="2758" y="6176"/>
                </a:lnTo>
                <a:lnTo>
                  <a:pt x="2855" y="5915"/>
                </a:lnTo>
                <a:lnTo>
                  <a:pt x="2855" y="5625"/>
                </a:lnTo>
                <a:lnTo>
                  <a:pt x="2855" y="5364"/>
                </a:lnTo>
                <a:lnTo>
                  <a:pt x="2855" y="5103"/>
                </a:lnTo>
                <a:lnTo>
                  <a:pt x="2855" y="4842"/>
                </a:lnTo>
                <a:lnTo>
                  <a:pt x="2919" y="4581"/>
                </a:lnTo>
                <a:lnTo>
                  <a:pt x="2919" y="4320"/>
                </a:lnTo>
                <a:lnTo>
                  <a:pt x="2919" y="4030"/>
                </a:lnTo>
                <a:lnTo>
                  <a:pt x="2919" y="3769"/>
                </a:lnTo>
                <a:lnTo>
                  <a:pt x="2919" y="3508"/>
                </a:lnTo>
                <a:lnTo>
                  <a:pt x="2983" y="3247"/>
                </a:lnTo>
                <a:lnTo>
                  <a:pt x="2983" y="2986"/>
                </a:lnTo>
                <a:lnTo>
                  <a:pt x="2983" y="2725"/>
                </a:lnTo>
                <a:lnTo>
                  <a:pt x="2983" y="2435"/>
                </a:lnTo>
                <a:lnTo>
                  <a:pt x="3047" y="2174"/>
                </a:lnTo>
                <a:lnTo>
                  <a:pt x="3047" y="1971"/>
                </a:lnTo>
                <a:lnTo>
                  <a:pt x="3047" y="1710"/>
                </a:lnTo>
                <a:lnTo>
                  <a:pt x="3047" y="1449"/>
                </a:lnTo>
                <a:lnTo>
                  <a:pt x="3047" y="1188"/>
                </a:lnTo>
                <a:lnTo>
                  <a:pt x="3143" y="927"/>
                </a:lnTo>
                <a:lnTo>
                  <a:pt x="3143" y="724"/>
                </a:lnTo>
                <a:lnTo>
                  <a:pt x="3143" y="463"/>
                </a:lnTo>
                <a:lnTo>
                  <a:pt x="3143" y="17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889034" y="2919919"/>
            <a:ext cx="3143" cy="24211"/>
          </a:xfrm>
          <a:custGeom>
            <a:avLst/>
            <a:gdLst/>
            <a:ahLst/>
            <a:cxnLst/>
            <a:rect l="l" t="t" r="r" b="b"/>
            <a:pathLst>
              <a:path w="3143" h="24211">
                <a:moveTo>
                  <a:pt x="0" y="24211"/>
                </a:moveTo>
                <a:lnTo>
                  <a:pt x="0" y="23921"/>
                </a:lnTo>
                <a:lnTo>
                  <a:pt x="0" y="23660"/>
                </a:lnTo>
                <a:lnTo>
                  <a:pt x="0" y="23457"/>
                </a:lnTo>
                <a:lnTo>
                  <a:pt x="0" y="23196"/>
                </a:lnTo>
                <a:lnTo>
                  <a:pt x="64" y="22935"/>
                </a:lnTo>
                <a:lnTo>
                  <a:pt x="64" y="22732"/>
                </a:lnTo>
                <a:lnTo>
                  <a:pt x="64" y="22471"/>
                </a:lnTo>
                <a:lnTo>
                  <a:pt x="64" y="22268"/>
                </a:lnTo>
                <a:lnTo>
                  <a:pt x="128" y="22007"/>
                </a:lnTo>
                <a:lnTo>
                  <a:pt x="128" y="21804"/>
                </a:lnTo>
                <a:lnTo>
                  <a:pt x="128" y="21543"/>
                </a:lnTo>
                <a:lnTo>
                  <a:pt x="128" y="21340"/>
                </a:lnTo>
                <a:lnTo>
                  <a:pt x="128" y="21079"/>
                </a:lnTo>
                <a:lnTo>
                  <a:pt x="224" y="20876"/>
                </a:lnTo>
                <a:lnTo>
                  <a:pt x="224" y="20615"/>
                </a:lnTo>
                <a:lnTo>
                  <a:pt x="224" y="20412"/>
                </a:lnTo>
                <a:lnTo>
                  <a:pt x="224" y="20209"/>
                </a:lnTo>
                <a:lnTo>
                  <a:pt x="288" y="19948"/>
                </a:lnTo>
                <a:lnTo>
                  <a:pt x="288" y="19745"/>
                </a:lnTo>
                <a:lnTo>
                  <a:pt x="288" y="19543"/>
                </a:lnTo>
                <a:lnTo>
                  <a:pt x="288" y="19282"/>
                </a:lnTo>
                <a:lnTo>
                  <a:pt x="288" y="19079"/>
                </a:lnTo>
                <a:lnTo>
                  <a:pt x="352" y="18876"/>
                </a:lnTo>
                <a:lnTo>
                  <a:pt x="352" y="18615"/>
                </a:lnTo>
                <a:lnTo>
                  <a:pt x="352" y="18412"/>
                </a:lnTo>
                <a:lnTo>
                  <a:pt x="352" y="18209"/>
                </a:lnTo>
                <a:lnTo>
                  <a:pt x="449" y="18006"/>
                </a:lnTo>
                <a:lnTo>
                  <a:pt x="449" y="17803"/>
                </a:lnTo>
                <a:lnTo>
                  <a:pt x="449" y="17542"/>
                </a:lnTo>
                <a:lnTo>
                  <a:pt x="449" y="17339"/>
                </a:lnTo>
                <a:lnTo>
                  <a:pt x="449" y="17136"/>
                </a:lnTo>
                <a:lnTo>
                  <a:pt x="513" y="16962"/>
                </a:lnTo>
                <a:lnTo>
                  <a:pt x="513" y="16759"/>
                </a:lnTo>
                <a:lnTo>
                  <a:pt x="513" y="16556"/>
                </a:lnTo>
                <a:lnTo>
                  <a:pt x="513" y="16353"/>
                </a:lnTo>
                <a:lnTo>
                  <a:pt x="513" y="16150"/>
                </a:lnTo>
                <a:lnTo>
                  <a:pt x="577" y="15947"/>
                </a:lnTo>
                <a:lnTo>
                  <a:pt x="577" y="15744"/>
                </a:lnTo>
                <a:lnTo>
                  <a:pt x="577" y="15541"/>
                </a:lnTo>
                <a:lnTo>
                  <a:pt x="577" y="15367"/>
                </a:lnTo>
                <a:lnTo>
                  <a:pt x="641" y="15164"/>
                </a:lnTo>
                <a:lnTo>
                  <a:pt x="641" y="14961"/>
                </a:lnTo>
                <a:lnTo>
                  <a:pt x="641" y="14758"/>
                </a:lnTo>
                <a:lnTo>
                  <a:pt x="641" y="14555"/>
                </a:lnTo>
                <a:lnTo>
                  <a:pt x="641" y="14352"/>
                </a:lnTo>
                <a:lnTo>
                  <a:pt x="737" y="14033"/>
                </a:lnTo>
                <a:lnTo>
                  <a:pt x="737" y="13830"/>
                </a:lnTo>
                <a:lnTo>
                  <a:pt x="737" y="13627"/>
                </a:lnTo>
                <a:lnTo>
                  <a:pt x="802" y="13424"/>
                </a:lnTo>
                <a:lnTo>
                  <a:pt x="802" y="13279"/>
                </a:lnTo>
                <a:lnTo>
                  <a:pt x="802" y="13105"/>
                </a:lnTo>
                <a:lnTo>
                  <a:pt x="802" y="12903"/>
                </a:lnTo>
                <a:lnTo>
                  <a:pt x="802" y="12700"/>
                </a:lnTo>
                <a:lnTo>
                  <a:pt x="866" y="12555"/>
                </a:lnTo>
                <a:lnTo>
                  <a:pt x="866" y="12352"/>
                </a:lnTo>
                <a:lnTo>
                  <a:pt x="866" y="12149"/>
                </a:lnTo>
                <a:lnTo>
                  <a:pt x="962" y="11830"/>
                </a:lnTo>
                <a:lnTo>
                  <a:pt x="962" y="11685"/>
                </a:lnTo>
                <a:lnTo>
                  <a:pt x="962" y="11511"/>
                </a:lnTo>
                <a:lnTo>
                  <a:pt x="962" y="11366"/>
                </a:lnTo>
                <a:lnTo>
                  <a:pt x="962" y="11163"/>
                </a:lnTo>
                <a:lnTo>
                  <a:pt x="1026" y="11018"/>
                </a:lnTo>
                <a:lnTo>
                  <a:pt x="1026" y="10844"/>
                </a:lnTo>
                <a:lnTo>
                  <a:pt x="1026" y="10699"/>
                </a:lnTo>
                <a:lnTo>
                  <a:pt x="1026" y="10496"/>
                </a:lnTo>
                <a:lnTo>
                  <a:pt x="1090" y="10177"/>
                </a:lnTo>
                <a:lnTo>
                  <a:pt x="1090" y="10032"/>
                </a:lnTo>
                <a:lnTo>
                  <a:pt x="1090" y="9829"/>
                </a:lnTo>
                <a:lnTo>
                  <a:pt x="1154" y="9568"/>
                </a:lnTo>
                <a:lnTo>
                  <a:pt x="1154" y="9365"/>
                </a:lnTo>
                <a:lnTo>
                  <a:pt x="1154" y="9104"/>
                </a:lnTo>
                <a:lnTo>
                  <a:pt x="1251" y="8959"/>
                </a:lnTo>
                <a:lnTo>
                  <a:pt x="1251" y="8785"/>
                </a:lnTo>
                <a:lnTo>
                  <a:pt x="1251" y="8640"/>
                </a:lnTo>
                <a:lnTo>
                  <a:pt x="1251" y="8495"/>
                </a:lnTo>
                <a:lnTo>
                  <a:pt x="1315" y="8234"/>
                </a:lnTo>
                <a:lnTo>
                  <a:pt x="1315" y="8031"/>
                </a:lnTo>
                <a:lnTo>
                  <a:pt x="1315" y="7770"/>
                </a:lnTo>
                <a:lnTo>
                  <a:pt x="1379" y="7509"/>
                </a:lnTo>
                <a:lnTo>
                  <a:pt x="1379" y="7364"/>
                </a:lnTo>
                <a:lnTo>
                  <a:pt x="1379" y="7103"/>
                </a:lnTo>
                <a:lnTo>
                  <a:pt x="1443" y="6842"/>
                </a:lnTo>
                <a:lnTo>
                  <a:pt x="1443" y="6697"/>
                </a:lnTo>
                <a:lnTo>
                  <a:pt x="1443" y="6437"/>
                </a:lnTo>
                <a:lnTo>
                  <a:pt x="1539" y="6176"/>
                </a:lnTo>
                <a:lnTo>
                  <a:pt x="1539" y="6031"/>
                </a:lnTo>
                <a:lnTo>
                  <a:pt x="1604" y="5857"/>
                </a:lnTo>
                <a:lnTo>
                  <a:pt x="1604" y="5712"/>
                </a:lnTo>
                <a:lnTo>
                  <a:pt x="1604" y="5567"/>
                </a:lnTo>
                <a:lnTo>
                  <a:pt x="1604" y="5393"/>
                </a:lnTo>
                <a:lnTo>
                  <a:pt x="1668" y="5248"/>
                </a:lnTo>
                <a:lnTo>
                  <a:pt x="1668" y="5103"/>
                </a:lnTo>
                <a:lnTo>
                  <a:pt x="1668" y="4900"/>
                </a:lnTo>
                <a:lnTo>
                  <a:pt x="1764" y="4639"/>
                </a:lnTo>
                <a:lnTo>
                  <a:pt x="1764" y="4436"/>
                </a:lnTo>
                <a:lnTo>
                  <a:pt x="1828" y="4262"/>
                </a:lnTo>
                <a:lnTo>
                  <a:pt x="1828" y="4117"/>
                </a:lnTo>
                <a:lnTo>
                  <a:pt x="1828" y="3914"/>
                </a:lnTo>
                <a:lnTo>
                  <a:pt x="1892" y="3711"/>
                </a:lnTo>
                <a:lnTo>
                  <a:pt x="1892" y="3450"/>
                </a:lnTo>
                <a:lnTo>
                  <a:pt x="1956" y="3247"/>
                </a:lnTo>
                <a:lnTo>
                  <a:pt x="2053" y="2986"/>
                </a:lnTo>
                <a:lnTo>
                  <a:pt x="2053" y="2841"/>
                </a:lnTo>
                <a:lnTo>
                  <a:pt x="2053" y="2667"/>
                </a:lnTo>
                <a:lnTo>
                  <a:pt x="2117" y="2522"/>
                </a:lnTo>
                <a:lnTo>
                  <a:pt x="2117" y="2319"/>
                </a:lnTo>
                <a:lnTo>
                  <a:pt x="2181" y="2174"/>
                </a:lnTo>
                <a:lnTo>
                  <a:pt x="2181" y="2000"/>
                </a:lnTo>
                <a:lnTo>
                  <a:pt x="2277" y="1855"/>
                </a:lnTo>
                <a:lnTo>
                  <a:pt x="2277" y="1710"/>
                </a:lnTo>
                <a:lnTo>
                  <a:pt x="2341" y="1536"/>
                </a:lnTo>
                <a:lnTo>
                  <a:pt x="2341" y="1391"/>
                </a:lnTo>
                <a:lnTo>
                  <a:pt x="2406" y="1246"/>
                </a:lnTo>
                <a:lnTo>
                  <a:pt x="2470" y="1043"/>
                </a:lnTo>
                <a:lnTo>
                  <a:pt x="2566" y="869"/>
                </a:lnTo>
                <a:lnTo>
                  <a:pt x="2566" y="724"/>
                </a:lnTo>
                <a:lnTo>
                  <a:pt x="2630" y="579"/>
                </a:lnTo>
                <a:lnTo>
                  <a:pt x="2694" y="405"/>
                </a:lnTo>
                <a:lnTo>
                  <a:pt x="2758" y="260"/>
                </a:lnTo>
                <a:lnTo>
                  <a:pt x="2855" y="202"/>
                </a:lnTo>
                <a:lnTo>
                  <a:pt x="2919" y="57"/>
                </a:lnTo>
                <a:lnTo>
                  <a:pt x="2983" y="0"/>
                </a:lnTo>
                <a:lnTo>
                  <a:pt x="2983" y="0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892178" y="2919919"/>
            <a:ext cx="3208" cy="25661"/>
          </a:xfrm>
          <a:custGeom>
            <a:avLst/>
            <a:gdLst/>
            <a:ahLst/>
            <a:cxnLst/>
            <a:rect l="l" t="t" r="r" b="b"/>
            <a:pathLst>
              <a:path w="3208" h="25661">
                <a:moveTo>
                  <a:pt x="0" y="0"/>
                </a:moveTo>
                <a:lnTo>
                  <a:pt x="128" y="57"/>
                </a:lnTo>
                <a:lnTo>
                  <a:pt x="224" y="202"/>
                </a:lnTo>
                <a:lnTo>
                  <a:pt x="352" y="318"/>
                </a:lnTo>
                <a:lnTo>
                  <a:pt x="417" y="463"/>
                </a:lnTo>
                <a:lnTo>
                  <a:pt x="513" y="666"/>
                </a:lnTo>
                <a:lnTo>
                  <a:pt x="577" y="869"/>
                </a:lnTo>
                <a:lnTo>
                  <a:pt x="641" y="1043"/>
                </a:lnTo>
                <a:lnTo>
                  <a:pt x="641" y="1188"/>
                </a:lnTo>
                <a:lnTo>
                  <a:pt x="737" y="1333"/>
                </a:lnTo>
                <a:lnTo>
                  <a:pt x="737" y="1536"/>
                </a:lnTo>
                <a:lnTo>
                  <a:pt x="802" y="1710"/>
                </a:lnTo>
                <a:lnTo>
                  <a:pt x="866" y="1855"/>
                </a:lnTo>
                <a:lnTo>
                  <a:pt x="866" y="2000"/>
                </a:lnTo>
                <a:lnTo>
                  <a:pt x="930" y="2174"/>
                </a:lnTo>
                <a:lnTo>
                  <a:pt x="930" y="2319"/>
                </a:lnTo>
                <a:lnTo>
                  <a:pt x="930" y="2464"/>
                </a:lnTo>
                <a:lnTo>
                  <a:pt x="1026" y="2667"/>
                </a:lnTo>
                <a:lnTo>
                  <a:pt x="1026" y="2841"/>
                </a:lnTo>
                <a:lnTo>
                  <a:pt x="1090" y="2986"/>
                </a:lnTo>
                <a:lnTo>
                  <a:pt x="1090" y="3131"/>
                </a:lnTo>
                <a:lnTo>
                  <a:pt x="1154" y="3392"/>
                </a:lnTo>
                <a:lnTo>
                  <a:pt x="1154" y="3595"/>
                </a:lnTo>
                <a:lnTo>
                  <a:pt x="1251" y="3798"/>
                </a:lnTo>
                <a:lnTo>
                  <a:pt x="1251" y="4059"/>
                </a:lnTo>
                <a:lnTo>
                  <a:pt x="1315" y="4262"/>
                </a:lnTo>
                <a:lnTo>
                  <a:pt x="1315" y="4436"/>
                </a:lnTo>
                <a:lnTo>
                  <a:pt x="1315" y="4581"/>
                </a:lnTo>
                <a:lnTo>
                  <a:pt x="1379" y="4784"/>
                </a:lnTo>
                <a:lnTo>
                  <a:pt x="1379" y="4987"/>
                </a:lnTo>
                <a:lnTo>
                  <a:pt x="1443" y="5248"/>
                </a:lnTo>
                <a:lnTo>
                  <a:pt x="1443" y="5393"/>
                </a:lnTo>
                <a:lnTo>
                  <a:pt x="1443" y="5567"/>
                </a:lnTo>
                <a:lnTo>
                  <a:pt x="1539" y="5712"/>
                </a:lnTo>
                <a:lnTo>
                  <a:pt x="1539" y="5857"/>
                </a:lnTo>
                <a:lnTo>
                  <a:pt x="1539" y="6031"/>
                </a:lnTo>
                <a:lnTo>
                  <a:pt x="1539" y="6176"/>
                </a:lnTo>
                <a:lnTo>
                  <a:pt x="1604" y="6321"/>
                </a:lnTo>
                <a:lnTo>
                  <a:pt x="1604" y="6581"/>
                </a:lnTo>
                <a:lnTo>
                  <a:pt x="1668" y="6842"/>
                </a:lnTo>
                <a:lnTo>
                  <a:pt x="1668" y="6987"/>
                </a:lnTo>
                <a:lnTo>
                  <a:pt x="1668" y="7248"/>
                </a:lnTo>
                <a:lnTo>
                  <a:pt x="1732" y="7509"/>
                </a:lnTo>
                <a:lnTo>
                  <a:pt x="1732" y="7654"/>
                </a:lnTo>
                <a:lnTo>
                  <a:pt x="1732" y="7915"/>
                </a:lnTo>
                <a:lnTo>
                  <a:pt x="1828" y="8118"/>
                </a:lnTo>
                <a:lnTo>
                  <a:pt x="1828" y="8379"/>
                </a:lnTo>
                <a:lnTo>
                  <a:pt x="1828" y="8640"/>
                </a:lnTo>
                <a:lnTo>
                  <a:pt x="1892" y="8785"/>
                </a:lnTo>
                <a:lnTo>
                  <a:pt x="1892" y="8959"/>
                </a:lnTo>
                <a:lnTo>
                  <a:pt x="1892" y="9104"/>
                </a:lnTo>
                <a:lnTo>
                  <a:pt x="1892" y="9249"/>
                </a:lnTo>
                <a:lnTo>
                  <a:pt x="1956" y="9423"/>
                </a:lnTo>
                <a:lnTo>
                  <a:pt x="1956" y="9568"/>
                </a:lnTo>
                <a:lnTo>
                  <a:pt x="1956" y="9713"/>
                </a:lnTo>
                <a:lnTo>
                  <a:pt x="1956" y="9887"/>
                </a:lnTo>
                <a:lnTo>
                  <a:pt x="1956" y="10032"/>
                </a:lnTo>
                <a:lnTo>
                  <a:pt x="2053" y="10177"/>
                </a:lnTo>
                <a:lnTo>
                  <a:pt x="2053" y="10380"/>
                </a:lnTo>
                <a:lnTo>
                  <a:pt x="2053" y="10699"/>
                </a:lnTo>
                <a:lnTo>
                  <a:pt x="2117" y="10844"/>
                </a:lnTo>
                <a:lnTo>
                  <a:pt x="2117" y="11018"/>
                </a:lnTo>
                <a:lnTo>
                  <a:pt x="2117" y="11163"/>
                </a:lnTo>
                <a:lnTo>
                  <a:pt x="2117" y="11366"/>
                </a:lnTo>
                <a:lnTo>
                  <a:pt x="2117" y="11511"/>
                </a:lnTo>
                <a:lnTo>
                  <a:pt x="2181" y="11685"/>
                </a:lnTo>
                <a:lnTo>
                  <a:pt x="2181" y="11830"/>
                </a:lnTo>
                <a:lnTo>
                  <a:pt x="2181" y="12033"/>
                </a:lnTo>
                <a:lnTo>
                  <a:pt x="2181" y="12236"/>
                </a:lnTo>
                <a:lnTo>
                  <a:pt x="2245" y="12555"/>
                </a:lnTo>
                <a:lnTo>
                  <a:pt x="2245" y="12758"/>
                </a:lnTo>
                <a:lnTo>
                  <a:pt x="2245" y="12903"/>
                </a:lnTo>
                <a:lnTo>
                  <a:pt x="2245" y="13105"/>
                </a:lnTo>
                <a:lnTo>
                  <a:pt x="2341" y="13279"/>
                </a:lnTo>
                <a:lnTo>
                  <a:pt x="2341" y="13482"/>
                </a:lnTo>
                <a:lnTo>
                  <a:pt x="2341" y="13627"/>
                </a:lnTo>
                <a:lnTo>
                  <a:pt x="2341" y="13830"/>
                </a:lnTo>
                <a:lnTo>
                  <a:pt x="2341" y="14033"/>
                </a:lnTo>
                <a:lnTo>
                  <a:pt x="2406" y="14236"/>
                </a:lnTo>
                <a:lnTo>
                  <a:pt x="2406" y="14410"/>
                </a:lnTo>
                <a:lnTo>
                  <a:pt x="2406" y="14555"/>
                </a:lnTo>
                <a:lnTo>
                  <a:pt x="2406" y="14758"/>
                </a:lnTo>
                <a:lnTo>
                  <a:pt x="2470" y="14961"/>
                </a:lnTo>
                <a:lnTo>
                  <a:pt x="2470" y="15164"/>
                </a:lnTo>
                <a:lnTo>
                  <a:pt x="2470" y="15367"/>
                </a:lnTo>
                <a:lnTo>
                  <a:pt x="2470" y="15541"/>
                </a:lnTo>
                <a:lnTo>
                  <a:pt x="2470" y="15744"/>
                </a:lnTo>
                <a:lnTo>
                  <a:pt x="2534" y="15947"/>
                </a:lnTo>
                <a:lnTo>
                  <a:pt x="2534" y="16150"/>
                </a:lnTo>
                <a:lnTo>
                  <a:pt x="2534" y="16353"/>
                </a:lnTo>
                <a:lnTo>
                  <a:pt x="2534" y="16556"/>
                </a:lnTo>
                <a:lnTo>
                  <a:pt x="2630" y="16759"/>
                </a:lnTo>
                <a:lnTo>
                  <a:pt x="2630" y="16962"/>
                </a:lnTo>
                <a:lnTo>
                  <a:pt x="2630" y="17136"/>
                </a:lnTo>
                <a:lnTo>
                  <a:pt x="2630" y="17339"/>
                </a:lnTo>
                <a:lnTo>
                  <a:pt x="2630" y="17629"/>
                </a:lnTo>
                <a:lnTo>
                  <a:pt x="2694" y="17803"/>
                </a:lnTo>
                <a:lnTo>
                  <a:pt x="2694" y="18006"/>
                </a:lnTo>
                <a:lnTo>
                  <a:pt x="2694" y="18209"/>
                </a:lnTo>
                <a:lnTo>
                  <a:pt x="2694" y="18412"/>
                </a:lnTo>
                <a:lnTo>
                  <a:pt x="2758" y="18673"/>
                </a:lnTo>
                <a:lnTo>
                  <a:pt x="2758" y="18876"/>
                </a:lnTo>
                <a:lnTo>
                  <a:pt x="2758" y="19079"/>
                </a:lnTo>
                <a:lnTo>
                  <a:pt x="2758" y="19282"/>
                </a:lnTo>
                <a:lnTo>
                  <a:pt x="2758" y="19543"/>
                </a:lnTo>
                <a:lnTo>
                  <a:pt x="2855" y="19745"/>
                </a:lnTo>
                <a:lnTo>
                  <a:pt x="2855" y="19948"/>
                </a:lnTo>
                <a:lnTo>
                  <a:pt x="2855" y="20209"/>
                </a:lnTo>
                <a:lnTo>
                  <a:pt x="2855" y="20412"/>
                </a:lnTo>
                <a:lnTo>
                  <a:pt x="2919" y="20673"/>
                </a:lnTo>
                <a:lnTo>
                  <a:pt x="2919" y="20876"/>
                </a:lnTo>
                <a:lnTo>
                  <a:pt x="2919" y="21079"/>
                </a:lnTo>
                <a:lnTo>
                  <a:pt x="2919" y="21340"/>
                </a:lnTo>
                <a:lnTo>
                  <a:pt x="2919" y="21543"/>
                </a:lnTo>
                <a:lnTo>
                  <a:pt x="2983" y="21804"/>
                </a:lnTo>
                <a:lnTo>
                  <a:pt x="2983" y="22007"/>
                </a:lnTo>
                <a:lnTo>
                  <a:pt x="2983" y="22268"/>
                </a:lnTo>
                <a:lnTo>
                  <a:pt x="2983" y="22471"/>
                </a:lnTo>
                <a:lnTo>
                  <a:pt x="2983" y="22732"/>
                </a:lnTo>
                <a:lnTo>
                  <a:pt x="3047" y="22993"/>
                </a:lnTo>
                <a:lnTo>
                  <a:pt x="3047" y="23196"/>
                </a:lnTo>
                <a:lnTo>
                  <a:pt x="3047" y="23457"/>
                </a:lnTo>
                <a:lnTo>
                  <a:pt x="3047" y="23660"/>
                </a:lnTo>
                <a:lnTo>
                  <a:pt x="3143" y="23921"/>
                </a:lnTo>
                <a:lnTo>
                  <a:pt x="3143" y="24211"/>
                </a:lnTo>
                <a:lnTo>
                  <a:pt x="3143" y="24385"/>
                </a:lnTo>
                <a:lnTo>
                  <a:pt x="3143" y="24675"/>
                </a:lnTo>
                <a:lnTo>
                  <a:pt x="3143" y="24936"/>
                </a:lnTo>
                <a:lnTo>
                  <a:pt x="3208" y="25197"/>
                </a:lnTo>
                <a:lnTo>
                  <a:pt x="3208" y="25400"/>
                </a:lnTo>
                <a:lnTo>
                  <a:pt x="3208" y="2566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895386" y="2945580"/>
            <a:ext cx="3208" cy="73213"/>
          </a:xfrm>
          <a:custGeom>
            <a:avLst/>
            <a:gdLst/>
            <a:ahLst/>
            <a:cxnLst/>
            <a:rect l="l" t="t" r="r" b="b"/>
            <a:pathLst>
              <a:path w="3208" h="73213">
                <a:moveTo>
                  <a:pt x="0" y="0"/>
                </a:moveTo>
                <a:lnTo>
                  <a:pt x="0" y="260"/>
                </a:lnTo>
                <a:lnTo>
                  <a:pt x="64" y="521"/>
                </a:lnTo>
                <a:lnTo>
                  <a:pt x="64" y="811"/>
                </a:lnTo>
                <a:lnTo>
                  <a:pt x="64" y="1072"/>
                </a:lnTo>
                <a:lnTo>
                  <a:pt x="64" y="1275"/>
                </a:lnTo>
                <a:lnTo>
                  <a:pt x="64" y="1536"/>
                </a:lnTo>
                <a:lnTo>
                  <a:pt x="160" y="1797"/>
                </a:lnTo>
                <a:lnTo>
                  <a:pt x="160" y="2058"/>
                </a:lnTo>
                <a:lnTo>
                  <a:pt x="160" y="2319"/>
                </a:lnTo>
                <a:lnTo>
                  <a:pt x="160" y="2580"/>
                </a:lnTo>
                <a:lnTo>
                  <a:pt x="224" y="2870"/>
                </a:lnTo>
                <a:lnTo>
                  <a:pt x="224" y="3131"/>
                </a:lnTo>
                <a:lnTo>
                  <a:pt x="224" y="3392"/>
                </a:lnTo>
                <a:lnTo>
                  <a:pt x="224" y="3653"/>
                </a:lnTo>
                <a:lnTo>
                  <a:pt x="224" y="3914"/>
                </a:lnTo>
                <a:lnTo>
                  <a:pt x="288" y="4175"/>
                </a:lnTo>
                <a:lnTo>
                  <a:pt x="288" y="4465"/>
                </a:lnTo>
                <a:lnTo>
                  <a:pt x="288" y="4726"/>
                </a:lnTo>
                <a:lnTo>
                  <a:pt x="288" y="5045"/>
                </a:lnTo>
                <a:lnTo>
                  <a:pt x="352" y="5306"/>
                </a:lnTo>
                <a:lnTo>
                  <a:pt x="352" y="5596"/>
                </a:lnTo>
                <a:lnTo>
                  <a:pt x="352" y="5857"/>
                </a:lnTo>
                <a:lnTo>
                  <a:pt x="352" y="6118"/>
                </a:lnTo>
                <a:lnTo>
                  <a:pt x="352" y="6379"/>
                </a:lnTo>
                <a:lnTo>
                  <a:pt x="449" y="6726"/>
                </a:lnTo>
                <a:lnTo>
                  <a:pt x="449" y="6987"/>
                </a:lnTo>
                <a:lnTo>
                  <a:pt x="449" y="7248"/>
                </a:lnTo>
                <a:lnTo>
                  <a:pt x="449" y="7567"/>
                </a:lnTo>
                <a:lnTo>
                  <a:pt x="513" y="7857"/>
                </a:lnTo>
                <a:lnTo>
                  <a:pt x="513" y="8118"/>
                </a:lnTo>
                <a:lnTo>
                  <a:pt x="513" y="8379"/>
                </a:lnTo>
                <a:lnTo>
                  <a:pt x="513" y="8698"/>
                </a:lnTo>
                <a:lnTo>
                  <a:pt x="513" y="8988"/>
                </a:lnTo>
                <a:lnTo>
                  <a:pt x="577" y="9307"/>
                </a:lnTo>
                <a:lnTo>
                  <a:pt x="577" y="9568"/>
                </a:lnTo>
                <a:lnTo>
                  <a:pt x="577" y="9829"/>
                </a:lnTo>
                <a:lnTo>
                  <a:pt x="577" y="10177"/>
                </a:lnTo>
                <a:lnTo>
                  <a:pt x="577" y="10438"/>
                </a:lnTo>
                <a:lnTo>
                  <a:pt x="641" y="10786"/>
                </a:lnTo>
                <a:lnTo>
                  <a:pt x="641" y="11047"/>
                </a:lnTo>
                <a:lnTo>
                  <a:pt x="641" y="11366"/>
                </a:lnTo>
                <a:lnTo>
                  <a:pt x="641" y="11627"/>
                </a:lnTo>
                <a:lnTo>
                  <a:pt x="737" y="11975"/>
                </a:lnTo>
                <a:lnTo>
                  <a:pt x="737" y="12294"/>
                </a:lnTo>
                <a:lnTo>
                  <a:pt x="737" y="12555"/>
                </a:lnTo>
                <a:lnTo>
                  <a:pt x="737" y="12903"/>
                </a:lnTo>
                <a:lnTo>
                  <a:pt x="737" y="13163"/>
                </a:lnTo>
                <a:lnTo>
                  <a:pt x="802" y="13511"/>
                </a:lnTo>
                <a:lnTo>
                  <a:pt x="802" y="13830"/>
                </a:lnTo>
                <a:lnTo>
                  <a:pt x="802" y="14091"/>
                </a:lnTo>
                <a:lnTo>
                  <a:pt x="802" y="14439"/>
                </a:lnTo>
                <a:lnTo>
                  <a:pt x="866" y="14758"/>
                </a:lnTo>
                <a:lnTo>
                  <a:pt x="866" y="15106"/>
                </a:lnTo>
                <a:lnTo>
                  <a:pt x="866" y="15367"/>
                </a:lnTo>
                <a:lnTo>
                  <a:pt x="866" y="15686"/>
                </a:lnTo>
                <a:lnTo>
                  <a:pt x="866" y="16034"/>
                </a:lnTo>
                <a:lnTo>
                  <a:pt x="962" y="16353"/>
                </a:lnTo>
                <a:lnTo>
                  <a:pt x="962" y="16614"/>
                </a:lnTo>
                <a:lnTo>
                  <a:pt x="962" y="16962"/>
                </a:lnTo>
                <a:lnTo>
                  <a:pt x="962" y="17281"/>
                </a:lnTo>
                <a:lnTo>
                  <a:pt x="1026" y="17629"/>
                </a:lnTo>
                <a:lnTo>
                  <a:pt x="1026" y="17948"/>
                </a:lnTo>
                <a:lnTo>
                  <a:pt x="1026" y="18296"/>
                </a:lnTo>
                <a:lnTo>
                  <a:pt x="1026" y="18615"/>
                </a:lnTo>
                <a:lnTo>
                  <a:pt x="1026" y="18963"/>
                </a:lnTo>
                <a:lnTo>
                  <a:pt x="1090" y="19282"/>
                </a:lnTo>
                <a:lnTo>
                  <a:pt x="1090" y="19629"/>
                </a:lnTo>
                <a:lnTo>
                  <a:pt x="1090" y="19948"/>
                </a:lnTo>
                <a:lnTo>
                  <a:pt x="1090" y="20267"/>
                </a:lnTo>
                <a:lnTo>
                  <a:pt x="1154" y="20615"/>
                </a:lnTo>
                <a:lnTo>
                  <a:pt x="1154" y="20934"/>
                </a:lnTo>
                <a:lnTo>
                  <a:pt x="1154" y="21282"/>
                </a:lnTo>
                <a:lnTo>
                  <a:pt x="1154" y="21601"/>
                </a:lnTo>
                <a:lnTo>
                  <a:pt x="1154" y="21949"/>
                </a:lnTo>
                <a:lnTo>
                  <a:pt x="1251" y="22268"/>
                </a:lnTo>
                <a:lnTo>
                  <a:pt x="1251" y="22616"/>
                </a:lnTo>
                <a:lnTo>
                  <a:pt x="1251" y="22935"/>
                </a:lnTo>
                <a:lnTo>
                  <a:pt x="1251" y="23341"/>
                </a:lnTo>
                <a:lnTo>
                  <a:pt x="1315" y="23660"/>
                </a:lnTo>
                <a:lnTo>
                  <a:pt x="1315" y="24008"/>
                </a:lnTo>
                <a:lnTo>
                  <a:pt x="1315" y="24327"/>
                </a:lnTo>
                <a:lnTo>
                  <a:pt x="1315" y="24733"/>
                </a:lnTo>
                <a:lnTo>
                  <a:pt x="1315" y="25081"/>
                </a:lnTo>
                <a:lnTo>
                  <a:pt x="1379" y="25400"/>
                </a:lnTo>
                <a:lnTo>
                  <a:pt x="1379" y="25748"/>
                </a:lnTo>
                <a:lnTo>
                  <a:pt x="1379" y="26124"/>
                </a:lnTo>
                <a:lnTo>
                  <a:pt x="1379" y="26472"/>
                </a:lnTo>
                <a:lnTo>
                  <a:pt x="1379" y="26791"/>
                </a:lnTo>
                <a:lnTo>
                  <a:pt x="1475" y="27197"/>
                </a:lnTo>
                <a:lnTo>
                  <a:pt x="1475" y="27516"/>
                </a:lnTo>
                <a:lnTo>
                  <a:pt x="1475" y="27864"/>
                </a:lnTo>
                <a:lnTo>
                  <a:pt x="1475" y="28270"/>
                </a:lnTo>
                <a:lnTo>
                  <a:pt x="1539" y="28589"/>
                </a:lnTo>
                <a:lnTo>
                  <a:pt x="1539" y="28995"/>
                </a:lnTo>
                <a:lnTo>
                  <a:pt x="1539" y="29314"/>
                </a:lnTo>
                <a:lnTo>
                  <a:pt x="1539" y="29720"/>
                </a:lnTo>
                <a:lnTo>
                  <a:pt x="1539" y="30068"/>
                </a:lnTo>
                <a:lnTo>
                  <a:pt x="1604" y="30445"/>
                </a:lnTo>
                <a:lnTo>
                  <a:pt x="1604" y="30793"/>
                </a:lnTo>
                <a:lnTo>
                  <a:pt x="1604" y="31199"/>
                </a:lnTo>
                <a:lnTo>
                  <a:pt x="1604" y="31518"/>
                </a:lnTo>
                <a:lnTo>
                  <a:pt x="1668" y="31924"/>
                </a:lnTo>
                <a:lnTo>
                  <a:pt x="1668" y="32330"/>
                </a:lnTo>
                <a:lnTo>
                  <a:pt x="1668" y="32648"/>
                </a:lnTo>
                <a:lnTo>
                  <a:pt x="1668" y="33054"/>
                </a:lnTo>
                <a:lnTo>
                  <a:pt x="1668" y="33460"/>
                </a:lnTo>
                <a:lnTo>
                  <a:pt x="1764" y="33779"/>
                </a:lnTo>
                <a:lnTo>
                  <a:pt x="1764" y="34185"/>
                </a:lnTo>
                <a:lnTo>
                  <a:pt x="1764" y="34591"/>
                </a:lnTo>
                <a:lnTo>
                  <a:pt x="1764" y="34910"/>
                </a:lnTo>
                <a:lnTo>
                  <a:pt x="1828" y="35316"/>
                </a:lnTo>
                <a:lnTo>
                  <a:pt x="1828" y="35722"/>
                </a:lnTo>
                <a:lnTo>
                  <a:pt x="1828" y="36099"/>
                </a:lnTo>
                <a:lnTo>
                  <a:pt x="1828" y="36447"/>
                </a:lnTo>
                <a:lnTo>
                  <a:pt x="1828" y="36853"/>
                </a:lnTo>
                <a:lnTo>
                  <a:pt x="1892" y="37230"/>
                </a:lnTo>
                <a:lnTo>
                  <a:pt x="1892" y="37636"/>
                </a:lnTo>
                <a:lnTo>
                  <a:pt x="1892" y="38042"/>
                </a:lnTo>
                <a:lnTo>
                  <a:pt x="1892" y="38448"/>
                </a:lnTo>
                <a:lnTo>
                  <a:pt x="1956" y="38767"/>
                </a:lnTo>
                <a:lnTo>
                  <a:pt x="1956" y="39172"/>
                </a:lnTo>
                <a:lnTo>
                  <a:pt x="1956" y="39578"/>
                </a:lnTo>
                <a:lnTo>
                  <a:pt x="1956" y="39955"/>
                </a:lnTo>
                <a:lnTo>
                  <a:pt x="1956" y="40361"/>
                </a:lnTo>
                <a:lnTo>
                  <a:pt x="2053" y="40767"/>
                </a:lnTo>
                <a:lnTo>
                  <a:pt x="2053" y="41173"/>
                </a:lnTo>
                <a:lnTo>
                  <a:pt x="2053" y="41550"/>
                </a:lnTo>
                <a:lnTo>
                  <a:pt x="2053" y="41956"/>
                </a:lnTo>
                <a:lnTo>
                  <a:pt x="2117" y="42362"/>
                </a:lnTo>
                <a:lnTo>
                  <a:pt x="2117" y="42768"/>
                </a:lnTo>
                <a:lnTo>
                  <a:pt x="2117" y="43145"/>
                </a:lnTo>
                <a:lnTo>
                  <a:pt x="2117" y="43551"/>
                </a:lnTo>
                <a:lnTo>
                  <a:pt x="2117" y="44015"/>
                </a:lnTo>
                <a:lnTo>
                  <a:pt x="2181" y="44421"/>
                </a:lnTo>
                <a:lnTo>
                  <a:pt x="2181" y="44827"/>
                </a:lnTo>
                <a:lnTo>
                  <a:pt x="2181" y="45204"/>
                </a:lnTo>
                <a:lnTo>
                  <a:pt x="2181" y="45610"/>
                </a:lnTo>
                <a:lnTo>
                  <a:pt x="2181" y="46015"/>
                </a:lnTo>
                <a:lnTo>
                  <a:pt x="2277" y="46479"/>
                </a:lnTo>
                <a:lnTo>
                  <a:pt x="2277" y="46885"/>
                </a:lnTo>
                <a:lnTo>
                  <a:pt x="2277" y="47291"/>
                </a:lnTo>
                <a:lnTo>
                  <a:pt x="2277" y="47668"/>
                </a:lnTo>
                <a:lnTo>
                  <a:pt x="2341" y="48132"/>
                </a:lnTo>
                <a:lnTo>
                  <a:pt x="2341" y="48538"/>
                </a:lnTo>
                <a:lnTo>
                  <a:pt x="2341" y="48944"/>
                </a:lnTo>
                <a:lnTo>
                  <a:pt x="2341" y="49408"/>
                </a:lnTo>
                <a:lnTo>
                  <a:pt x="2341" y="49814"/>
                </a:lnTo>
                <a:lnTo>
                  <a:pt x="2406" y="50191"/>
                </a:lnTo>
                <a:lnTo>
                  <a:pt x="2406" y="50684"/>
                </a:lnTo>
                <a:lnTo>
                  <a:pt x="2406" y="51061"/>
                </a:lnTo>
                <a:lnTo>
                  <a:pt x="2406" y="51467"/>
                </a:lnTo>
                <a:lnTo>
                  <a:pt x="2470" y="51931"/>
                </a:lnTo>
                <a:lnTo>
                  <a:pt x="2470" y="52336"/>
                </a:lnTo>
                <a:lnTo>
                  <a:pt x="2470" y="52800"/>
                </a:lnTo>
                <a:lnTo>
                  <a:pt x="2470" y="53206"/>
                </a:lnTo>
                <a:lnTo>
                  <a:pt x="2470" y="53670"/>
                </a:lnTo>
                <a:lnTo>
                  <a:pt x="2566" y="54047"/>
                </a:lnTo>
                <a:lnTo>
                  <a:pt x="2566" y="54540"/>
                </a:lnTo>
                <a:lnTo>
                  <a:pt x="2566" y="54917"/>
                </a:lnTo>
                <a:lnTo>
                  <a:pt x="2566" y="55381"/>
                </a:lnTo>
                <a:lnTo>
                  <a:pt x="2630" y="55787"/>
                </a:lnTo>
                <a:lnTo>
                  <a:pt x="2630" y="56251"/>
                </a:lnTo>
                <a:lnTo>
                  <a:pt x="2630" y="56715"/>
                </a:lnTo>
                <a:lnTo>
                  <a:pt x="2630" y="57121"/>
                </a:lnTo>
                <a:lnTo>
                  <a:pt x="2630" y="57585"/>
                </a:lnTo>
                <a:lnTo>
                  <a:pt x="2694" y="58049"/>
                </a:lnTo>
                <a:lnTo>
                  <a:pt x="2694" y="58455"/>
                </a:lnTo>
                <a:lnTo>
                  <a:pt x="2694" y="58918"/>
                </a:lnTo>
                <a:lnTo>
                  <a:pt x="2694" y="59382"/>
                </a:lnTo>
                <a:lnTo>
                  <a:pt x="2758" y="59788"/>
                </a:lnTo>
                <a:lnTo>
                  <a:pt x="2758" y="60252"/>
                </a:lnTo>
                <a:lnTo>
                  <a:pt x="2758" y="60716"/>
                </a:lnTo>
                <a:lnTo>
                  <a:pt x="2758" y="61180"/>
                </a:lnTo>
                <a:lnTo>
                  <a:pt x="2758" y="61586"/>
                </a:lnTo>
                <a:lnTo>
                  <a:pt x="2855" y="62050"/>
                </a:lnTo>
                <a:lnTo>
                  <a:pt x="2855" y="62514"/>
                </a:lnTo>
                <a:lnTo>
                  <a:pt x="2855" y="62978"/>
                </a:lnTo>
                <a:lnTo>
                  <a:pt x="2855" y="63442"/>
                </a:lnTo>
                <a:lnTo>
                  <a:pt x="2919" y="63848"/>
                </a:lnTo>
                <a:lnTo>
                  <a:pt x="2919" y="64312"/>
                </a:lnTo>
                <a:lnTo>
                  <a:pt x="2919" y="64776"/>
                </a:lnTo>
                <a:lnTo>
                  <a:pt x="2919" y="65239"/>
                </a:lnTo>
                <a:lnTo>
                  <a:pt x="2919" y="65703"/>
                </a:lnTo>
                <a:lnTo>
                  <a:pt x="2983" y="66167"/>
                </a:lnTo>
                <a:lnTo>
                  <a:pt x="2983" y="66631"/>
                </a:lnTo>
                <a:lnTo>
                  <a:pt x="2983" y="67095"/>
                </a:lnTo>
                <a:lnTo>
                  <a:pt x="2983" y="67559"/>
                </a:lnTo>
                <a:lnTo>
                  <a:pt x="2983" y="68023"/>
                </a:lnTo>
                <a:lnTo>
                  <a:pt x="3079" y="68487"/>
                </a:lnTo>
                <a:lnTo>
                  <a:pt x="3079" y="68951"/>
                </a:lnTo>
                <a:lnTo>
                  <a:pt x="3079" y="69415"/>
                </a:lnTo>
                <a:lnTo>
                  <a:pt x="3079" y="69879"/>
                </a:lnTo>
                <a:lnTo>
                  <a:pt x="3143" y="70343"/>
                </a:lnTo>
                <a:lnTo>
                  <a:pt x="3143" y="70807"/>
                </a:lnTo>
                <a:lnTo>
                  <a:pt x="3143" y="71271"/>
                </a:lnTo>
                <a:lnTo>
                  <a:pt x="3143" y="71821"/>
                </a:lnTo>
                <a:lnTo>
                  <a:pt x="3143" y="72285"/>
                </a:lnTo>
                <a:lnTo>
                  <a:pt x="3208" y="72749"/>
                </a:lnTo>
                <a:lnTo>
                  <a:pt x="3208" y="7321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98594" y="3018793"/>
            <a:ext cx="3208" cy="114097"/>
          </a:xfrm>
          <a:custGeom>
            <a:avLst/>
            <a:gdLst/>
            <a:ahLst/>
            <a:cxnLst/>
            <a:rect l="l" t="t" r="r" b="b"/>
            <a:pathLst>
              <a:path w="3208" h="114097">
                <a:moveTo>
                  <a:pt x="0" y="0"/>
                </a:moveTo>
                <a:lnTo>
                  <a:pt x="0" y="463"/>
                </a:lnTo>
                <a:lnTo>
                  <a:pt x="0" y="927"/>
                </a:lnTo>
                <a:lnTo>
                  <a:pt x="64" y="1449"/>
                </a:lnTo>
                <a:lnTo>
                  <a:pt x="64" y="1913"/>
                </a:lnTo>
                <a:lnTo>
                  <a:pt x="64" y="2406"/>
                </a:lnTo>
                <a:lnTo>
                  <a:pt x="64" y="2870"/>
                </a:lnTo>
                <a:lnTo>
                  <a:pt x="64" y="3392"/>
                </a:lnTo>
                <a:lnTo>
                  <a:pt x="160" y="3856"/>
                </a:lnTo>
                <a:lnTo>
                  <a:pt x="160" y="4320"/>
                </a:lnTo>
                <a:lnTo>
                  <a:pt x="160" y="4842"/>
                </a:lnTo>
                <a:lnTo>
                  <a:pt x="160" y="5306"/>
                </a:lnTo>
                <a:lnTo>
                  <a:pt x="224" y="5770"/>
                </a:lnTo>
                <a:lnTo>
                  <a:pt x="224" y="6321"/>
                </a:lnTo>
                <a:lnTo>
                  <a:pt x="224" y="6784"/>
                </a:lnTo>
                <a:lnTo>
                  <a:pt x="224" y="7306"/>
                </a:lnTo>
                <a:lnTo>
                  <a:pt x="224" y="7770"/>
                </a:lnTo>
                <a:lnTo>
                  <a:pt x="288" y="8234"/>
                </a:lnTo>
                <a:lnTo>
                  <a:pt x="288" y="8785"/>
                </a:lnTo>
                <a:lnTo>
                  <a:pt x="288" y="9249"/>
                </a:lnTo>
                <a:lnTo>
                  <a:pt x="288" y="9771"/>
                </a:lnTo>
                <a:lnTo>
                  <a:pt x="384" y="10235"/>
                </a:lnTo>
                <a:lnTo>
                  <a:pt x="384" y="10757"/>
                </a:lnTo>
                <a:lnTo>
                  <a:pt x="384" y="11250"/>
                </a:lnTo>
                <a:lnTo>
                  <a:pt x="384" y="11772"/>
                </a:lnTo>
                <a:lnTo>
                  <a:pt x="384" y="12294"/>
                </a:lnTo>
                <a:lnTo>
                  <a:pt x="449" y="12758"/>
                </a:lnTo>
                <a:lnTo>
                  <a:pt x="449" y="13308"/>
                </a:lnTo>
                <a:lnTo>
                  <a:pt x="449" y="13772"/>
                </a:lnTo>
                <a:lnTo>
                  <a:pt x="449" y="14294"/>
                </a:lnTo>
                <a:lnTo>
                  <a:pt x="513" y="14816"/>
                </a:lnTo>
                <a:lnTo>
                  <a:pt x="513" y="15280"/>
                </a:lnTo>
                <a:lnTo>
                  <a:pt x="513" y="15831"/>
                </a:lnTo>
                <a:lnTo>
                  <a:pt x="513" y="16353"/>
                </a:lnTo>
                <a:lnTo>
                  <a:pt x="513" y="16817"/>
                </a:lnTo>
                <a:lnTo>
                  <a:pt x="577" y="17368"/>
                </a:lnTo>
                <a:lnTo>
                  <a:pt x="577" y="17890"/>
                </a:lnTo>
                <a:lnTo>
                  <a:pt x="577" y="18412"/>
                </a:lnTo>
                <a:lnTo>
                  <a:pt x="577" y="18876"/>
                </a:lnTo>
                <a:lnTo>
                  <a:pt x="577" y="19427"/>
                </a:lnTo>
                <a:lnTo>
                  <a:pt x="673" y="19948"/>
                </a:lnTo>
                <a:lnTo>
                  <a:pt x="673" y="20470"/>
                </a:lnTo>
                <a:lnTo>
                  <a:pt x="673" y="20934"/>
                </a:lnTo>
                <a:lnTo>
                  <a:pt x="673" y="21485"/>
                </a:lnTo>
                <a:lnTo>
                  <a:pt x="737" y="22007"/>
                </a:lnTo>
                <a:lnTo>
                  <a:pt x="737" y="22529"/>
                </a:lnTo>
                <a:lnTo>
                  <a:pt x="737" y="23080"/>
                </a:lnTo>
                <a:lnTo>
                  <a:pt x="737" y="23602"/>
                </a:lnTo>
                <a:lnTo>
                  <a:pt x="737" y="24124"/>
                </a:lnTo>
                <a:lnTo>
                  <a:pt x="802" y="24675"/>
                </a:lnTo>
                <a:lnTo>
                  <a:pt x="802" y="25197"/>
                </a:lnTo>
                <a:lnTo>
                  <a:pt x="802" y="25719"/>
                </a:lnTo>
                <a:lnTo>
                  <a:pt x="802" y="26269"/>
                </a:lnTo>
                <a:lnTo>
                  <a:pt x="866" y="26733"/>
                </a:lnTo>
                <a:lnTo>
                  <a:pt x="866" y="27255"/>
                </a:lnTo>
                <a:lnTo>
                  <a:pt x="866" y="27864"/>
                </a:lnTo>
                <a:lnTo>
                  <a:pt x="866" y="28386"/>
                </a:lnTo>
                <a:lnTo>
                  <a:pt x="866" y="28937"/>
                </a:lnTo>
                <a:lnTo>
                  <a:pt x="962" y="29459"/>
                </a:lnTo>
                <a:lnTo>
                  <a:pt x="962" y="29981"/>
                </a:lnTo>
                <a:lnTo>
                  <a:pt x="962" y="30532"/>
                </a:lnTo>
                <a:lnTo>
                  <a:pt x="962" y="31054"/>
                </a:lnTo>
                <a:lnTo>
                  <a:pt x="1026" y="31576"/>
                </a:lnTo>
                <a:lnTo>
                  <a:pt x="1026" y="32127"/>
                </a:lnTo>
                <a:lnTo>
                  <a:pt x="1026" y="32648"/>
                </a:lnTo>
                <a:lnTo>
                  <a:pt x="1026" y="33170"/>
                </a:lnTo>
                <a:lnTo>
                  <a:pt x="1026" y="33779"/>
                </a:lnTo>
                <a:lnTo>
                  <a:pt x="1090" y="34301"/>
                </a:lnTo>
                <a:lnTo>
                  <a:pt x="1090" y="34852"/>
                </a:lnTo>
                <a:lnTo>
                  <a:pt x="1090" y="35374"/>
                </a:lnTo>
                <a:lnTo>
                  <a:pt x="1090" y="35896"/>
                </a:lnTo>
                <a:lnTo>
                  <a:pt x="1186" y="36505"/>
                </a:lnTo>
                <a:lnTo>
                  <a:pt x="1186" y="37027"/>
                </a:lnTo>
                <a:lnTo>
                  <a:pt x="1186" y="37578"/>
                </a:lnTo>
                <a:lnTo>
                  <a:pt x="1186" y="38158"/>
                </a:lnTo>
                <a:lnTo>
                  <a:pt x="1186" y="38709"/>
                </a:lnTo>
                <a:lnTo>
                  <a:pt x="1251" y="39230"/>
                </a:lnTo>
                <a:lnTo>
                  <a:pt x="1251" y="39839"/>
                </a:lnTo>
                <a:lnTo>
                  <a:pt x="1251" y="40361"/>
                </a:lnTo>
                <a:lnTo>
                  <a:pt x="1251" y="40883"/>
                </a:lnTo>
                <a:lnTo>
                  <a:pt x="1315" y="41492"/>
                </a:lnTo>
                <a:lnTo>
                  <a:pt x="1315" y="42014"/>
                </a:lnTo>
                <a:lnTo>
                  <a:pt x="1315" y="42565"/>
                </a:lnTo>
                <a:lnTo>
                  <a:pt x="1315" y="43145"/>
                </a:lnTo>
                <a:lnTo>
                  <a:pt x="1315" y="43696"/>
                </a:lnTo>
                <a:lnTo>
                  <a:pt x="1379" y="44276"/>
                </a:lnTo>
                <a:lnTo>
                  <a:pt x="1379" y="44827"/>
                </a:lnTo>
                <a:lnTo>
                  <a:pt x="1379" y="45407"/>
                </a:lnTo>
                <a:lnTo>
                  <a:pt x="1379" y="45957"/>
                </a:lnTo>
                <a:lnTo>
                  <a:pt x="1379" y="46537"/>
                </a:lnTo>
                <a:lnTo>
                  <a:pt x="1475" y="47088"/>
                </a:lnTo>
                <a:lnTo>
                  <a:pt x="1475" y="47668"/>
                </a:lnTo>
                <a:lnTo>
                  <a:pt x="1475" y="48219"/>
                </a:lnTo>
                <a:lnTo>
                  <a:pt x="1475" y="48799"/>
                </a:lnTo>
                <a:lnTo>
                  <a:pt x="1539" y="49350"/>
                </a:lnTo>
                <a:lnTo>
                  <a:pt x="1539" y="49930"/>
                </a:lnTo>
                <a:lnTo>
                  <a:pt x="1539" y="50539"/>
                </a:lnTo>
                <a:lnTo>
                  <a:pt x="1539" y="51061"/>
                </a:lnTo>
                <a:lnTo>
                  <a:pt x="1539" y="51670"/>
                </a:lnTo>
                <a:lnTo>
                  <a:pt x="1604" y="52191"/>
                </a:lnTo>
                <a:lnTo>
                  <a:pt x="1604" y="52800"/>
                </a:lnTo>
                <a:lnTo>
                  <a:pt x="1604" y="53409"/>
                </a:lnTo>
                <a:lnTo>
                  <a:pt x="1604" y="53931"/>
                </a:lnTo>
                <a:lnTo>
                  <a:pt x="1700" y="54540"/>
                </a:lnTo>
                <a:lnTo>
                  <a:pt x="1700" y="55120"/>
                </a:lnTo>
                <a:lnTo>
                  <a:pt x="1700" y="55729"/>
                </a:lnTo>
                <a:lnTo>
                  <a:pt x="1700" y="56251"/>
                </a:lnTo>
                <a:lnTo>
                  <a:pt x="1700" y="56860"/>
                </a:lnTo>
                <a:lnTo>
                  <a:pt x="1764" y="57440"/>
                </a:lnTo>
                <a:lnTo>
                  <a:pt x="1764" y="58049"/>
                </a:lnTo>
                <a:lnTo>
                  <a:pt x="1764" y="58571"/>
                </a:lnTo>
                <a:lnTo>
                  <a:pt x="1764" y="59179"/>
                </a:lnTo>
                <a:lnTo>
                  <a:pt x="1828" y="59788"/>
                </a:lnTo>
                <a:lnTo>
                  <a:pt x="1828" y="60368"/>
                </a:lnTo>
                <a:lnTo>
                  <a:pt x="1828" y="60977"/>
                </a:lnTo>
                <a:lnTo>
                  <a:pt x="1828" y="61586"/>
                </a:lnTo>
                <a:lnTo>
                  <a:pt x="1828" y="62108"/>
                </a:lnTo>
                <a:lnTo>
                  <a:pt x="1892" y="62717"/>
                </a:lnTo>
                <a:lnTo>
                  <a:pt x="1892" y="63297"/>
                </a:lnTo>
                <a:lnTo>
                  <a:pt x="1892" y="63906"/>
                </a:lnTo>
                <a:lnTo>
                  <a:pt x="1892" y="64515"/>
                </a:lnTo>
                <a:lnTo>
                  <a:pt x="1988" y="65095"/>
                </a:lnTo>
                <a:lnTo>
                  <a:pt x="1988" y="65703"/>
                </a:lnTo>
                <a:lnTo>
                  <a:pt x="1988" y="66283"/>
                </a:lnTo>
                <a:lnTo>
                  <a:pt x="1988" y="66892"/>
                </a:lnTo>
                <a:lnTo>
                  <a:pt x="1988" y="67501"/>
                </a:lnTo>
                <a:lnTo>
                  <a:pt x="2053" y="68081"/>
                </a:lnTo>
                <a:lnTo>
                  <a:pt x="2053" y="68690"/>
                </a:lnTo>
                <a:lnTo>
                  <a:pt x="2053" y="69299"/>
                </a:lnTo>
                <a:lnTo>
                  <a:pt x="2053" y="69879"/>
                </a:lnTo>
                <a:lnTo>
                  <a:pt x="2117" y="70488"/>
                </a:lnTo>
                <a:lnTo>
                  <a:pt x="2117" y="71097"/>
                </a:lnTo>
                <a:lnTo>
                  <a:pt x="2117" y="71677"/>
                </a:lnTo>
                <a:lnTo>
                  <a:pt x="2117" y="72285"/>
                </a:lnTo>
                <a:lnTo>
                  <a:pt x="2117" y="72952"/>
                </a:lnTo>
                <a:lnTo>
                  <a:pt x="2181" y="73532"/>
                </a:lnTo>
                <a:lnTo>
                  <a:pt x="2181" y="74141"/>
                </a:lnTo>
                <a:lnTo>
                  <a:pt x="2181" y="74750"/>
                </a:lnTo>
                <a:lnTo>
                  <a:pt x="2181" y="75330"/>
                </a:lnTo>
                <a:lnTo>
                  <a:pt x="2181" y="75939"/>
                </a:lnTo>
                <a:lnTo>
                  <a:pt x="2277" y="76606"/>
                </a:lnTo>
                <a:lnTo>
                  <a:pt x="2277" y="77215"/>
                </a:lnTo>
                <a:lnTo>
                  <a:pt x="2277" y="77795"/>
                </a:lnTo>
                <a:lnTo>
                  <a:pt x="2277" y="78403"/>
                </a:lnTo>
                <a:lnTo>
                  <a:pt x="2341" y="78983"/>
                </a:lnTo>
                <a:lnTo>
                  <a:pt x="2341" y="79650"/>
                </a:lnTo>
                <a:lnTo>
                  <a:pt x="2341" y="80259"/>
                </a:lnTo>
                <a:lnTo>
                  <a:pt x="2341" y="80868"/>
                </a:lnTo>
                <a:lnTo>
                  <a:pt x="2341" y="81535"/>
                </a:lnTo>
                <a:lnTo>
                  <a:pt x="2406" y="82115"/>
                </a:lnTo>
                <a:lnTo>
                  <a:pt x="2406" y="82724"/>
                </a:lnTo>
                <a:lnTo>
                  <a:pt x="2406" y="83391"/>
                </a:lnTo>
                <a:lnTo>
                  <a:pt x="2406" y="83971"/>
                </a:lnTo>
                <a:lnTo>
                  <a:pt x="2502" y="84580"/>
                </a:lnTo>
                <a:lnTo>
                  <a:pt x="2502" y="85246"/>
                </a:lnTo>
                <a:lnTo>
                  <a:pt x="2502" y="85855"/>
                </a:lnTo>
                <a:lnTo>
                  <a:pt x="2502" y="86435"/>
                </a:lnTo>
                <a:lnTo>
                  <a:pt x="2502" y="87102"/>
                </a:lnTo>
                <a:lnTo>
                  <a:pt x="2566" y="87711"/>
                </a:lnTo>
                <a:lnTo>
                  <a:pt x="2566" y="88378"/>
                </a:lnTo>
                <a:lnTo>
                  <a:pt x="2566" y="88958"/>
                </a:lnTo>
                <a:lnTo>
                  <a:pt x="2566" y="89625"/>
                </a:lnTo>
                <a:lnTo>
                  <a:pt x="2630" y="90234"/>
                </a:lnTo>
                <a:lnTo>
                  <a:pt x="2630" y="90901"/>
                </a:lnTo>
                <a:lnTo>
                  <a:pt x="2630" y="91509"/>
                </a:lnTo>
                <a:lnTo>
                  <a:pt x="2630" y="92176"/>
                </a:lnTo>
                <a:lnTo>
                  <a:pt x="2630" y="92756"/>
                </a:lnTo>
                <a:lnTo>
                  <a:pt x="2694" y="93423"/>
                </a:lnTo>
                <a:lnTo>
                  <a:pt x="2694" y="94032"/>
                </a:lnTo>
                <a:lnTo>
                  <a:pt x="2694" y="94699"/>
                </a:lnTo>
                <a:lnTo>
                  <a:pt x="2694" y="95279"/>
                </a:lnTo>
                <a:lnTo>
                  <a:pt x="2790" y="95946"/>
                </a:lnTo>
                <a:lnTo>
                  <a:pt x="2790" y="96613"/>
                </a:lnTo>
                <a:lnTo>
                  <a:pt x="2790" y="97222"/>
                </a:lnTo>
                <a:lnTo>
                  <a:pt x="2790" y="97888"/>
                </a:lnTo>
                <a:lnTo>
                  <a:pt x="2790" y="98468"/>
                </a:lnTo>
                <a:lnTo>
                  <a:pt x="2855" y="99135"/>
                </a:lnTo>
                <a:lnTo>
                  <a:pt x="2855" y="99802"/>
                </a:lnTo>
                <a:lnTo>
                  <a:pt x="2855" y="100411"/>
                </a:lnTo>
                <a:lnTo>
                  <a:pt x="2855" y="101078"/>
                </a:lnTo>
                <a:lnTo>
                  <a:pt x="2919" y="101745"/>
                </a:lnTo>
                <a:lnTo>
                  <a:pt x="2919" y="102412"/>
                </a:lnTo>
                <a:lnTo>
                  <a:pt x="2919" y="102992"/>
                </a:lnTo>
                <a:lnTo>
                  <a:pt x="2919" y="103659"/>
                </a:lnTo>
                <a:lnTo>
                  <a:pt x="2919" y="104325"/>
                </a:lnTo>
                <a:lnTo>
                  <a:pt x="2983" y="104934"/>
                </a:lnTo>
                <a:lnTo>
                  <a:pt x="2983" y="105601"/>
                </a:lnTo>
                <a:lnTo>
                  <a:pt x="2983" y="106268"/>
                </a:lnTo>
                <a:lnTo>
                  <a:pt x="2983" y="106935"/>
                </a:lnTo>
                <a:lnTo>
                  <a:pt x="2983" y="107602"/>
                </a:lnTo>
                <a:lnTo>
                  <a:pt x="3079" y="108182"/>
                </a:lnTo>
                <a:lnTo>
                  <a:pt x="3079" y="108849"/>
                </a:lnTo>
                <a:lnTo>
                  <a:pt x="3079" y="109516"/>
                </a:lnTo>
                <a:lnTo>
                  <a:pt x="3079" y="110183"/>
                </a:lnTo>
                <a:lnTo>
                  <a:pt x="3143" y="110849"/>
                </a:lnTo>
                <a:lnTo>
                  <a:pt x="3143" y="111516"/>
                </a:lnTo>
                <a:lnTo>
                  <a:pt x="3143" y="112183"/>
                </a:lnTo>
                <a:lnTo>
                  <a:pt x="3143" y="112850"/>
                </a:lnTo>
                <a:lnTo>
                  <a:pt x="3143" y="113430"/>
                </a:lnTo>
                <a:lnTo>
                  <a:pt x="3208" y="11409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901802" y="3132891"/>
            <a:ext cx="3143" cy="144832"/>
          </a:xfrm>
          <a:custGeom>
            <a:avLst/>
            <a:gdLst/>
            <a:ahLst/>
            <a:cxnLst/>
            <a:rect l="l" t="t" r="r" b="b"/>
            <a:pathLst>
              <a:path w="3143" h="144832">
                <a:moveTo>
                  <a:pt x="0" y="0"/>
                </a:moveTo>
                <a:lnTo>
                  <a:pt x="0" y="666"/>
                </a:lnTo>
                <a:lnTo>
                  <a:pt x="0" y="1333"/>
                </a:lnTo>
                <a:lnTo>
                  <a:pt x="0" y="2000"/>
                </a:lnTo>
                <a:lnTo>
                  <a:pt x="96" y="2667"/>
                </a:lnTo>
                <a:lnTo>
                  <a:pt x="96" y="3334"/>
                </a:lnTo>
                <a:lnTo>
                  <a:pt x="96" y="4001"/>
                </a:lnTo>
                <a:lnTo>
                  <a:pt x="96" y="4668"/>
                </a:lnTo>
                <a:lnTo>
                  <a:pt x="96" y="5335"/>
                </a:lnTo>
                <a:lnTo>
                  <a:pt x="160" y="6002"/>
                </a:lnTo>
                <a:lnTo>
                  <a:pt x="160" y="6668"/>
                </a:lnTo>
                <a:lnTo>
                  <a:pt x="160" y="7335"/>
                </a:lnTo>
                <a:lnTo>
                  <a:pt x="160" y="8002"/>
                </a:lnTo>
                <a:lnTo>
                  <a:pt x="224" y="8640"/>
                </a:lnTo>
                <a:lnTo>
                  <a:pt x="224" y="9394"/>
                </a:lnTo>
                <a:lnTo>
                  <a:pt x="224" y="10061"/>
                </a:lnTo>
                <a:lnTo>
                  <a:pt x="224" y="10728"/>
                </a:lnTo>
                <a:lnTo>
                  <a:pt x="224" y="11366"/>
                </a:lnTo>
                <a:lnTo>
                  <a:pt x="288" y="12033"/>
                </a:lnTo>
                <a:lnTo>
                  <a:pt x="288" y="12700"/>
                </a:lnTo>
                <a:lnTo>
                  <a:pt x="288" y="13366"/>
                </a:lnTo>
                <a:lnTo>
                  <a:pt x="288" y="14120"/>
                </a:lnTo>
                <a:lnTo>
                  <a:pt x="384" y="14758"/>
                </a:lnTo>
                <a:lnTo>
                  <a:pt x="384" y="15425"/>
                </a:lnTo>
                <a:lnTo>
                  <a:pt x="384" y="16092"/>
                </a:lnTo>
                <a:lnTo>
                  <a:pt x="384" y="16759"/>
                </a:lnTo>
                <a:lnTo>
                  <a:pt x="384" y="17484"/>
                </a:lnTo>
                <a:lnTo>
                  <a:pt x="449" y="18151"/>
                </a:lnTo>
                <a:lnTo>
                  <a:pt x="449" y="18818"/>
                </a:lnTo>
                <a:lnTo>
                  <a:pt x="449" y="19485"/>
                </a:lnTo>
                <a:lnTo>
                  <a:pt x="449" y="20238"/>
                </a:lnTo>
                <a:lnTo>
                  <a:pt x="513" y="20876"/>
                </a:lnTo>
                <a:lnTo>
                  <a:pt x="513" y="21543"/>
                </a:lnTo>
                <a:lnTo>
                  <a:pt x="513" y="22210"/>
                </a:lnTo>
                <a:lnTo>
                  <a:pt x="513" y="22964"/>
                </a:lnTo>
                <a:lnTo>
                  <a:pt x="513" y="23602"/>
                </a:lnTo>
                <a:lnTo>
                  <a:pt x="609" y="24269"/>
                </a:lnTo>
                <a:lnTo>
                  <a:pt x="609" y="25023"/>
                </a:lnTo>
                <a:lnTo>
                  <a:pt x="609" y="25690"/>
                </a:lnTo>
                <a:lnTo>
                  <a:pt x="609" y="26327"/>
                </a:lnTo>
                <a:lnTo>
                  <a:pt x="609" y="27081"/>
                </a:lnTo>
                <a:lnTo>
                  <a:pt x="673" y="27748"/>
                </a:lnTo>
                <a:lnTo>
                  <a:pt x="673" y="28473"/>
                </a:lnTo>
                <a:lnTo>
                  <a:pt x="673" y="29140"/>
                </a:lnTo>
                <a:lnTo>
                  <a:pt x="673" y="29807"/>
                </a:lnTo>
                <a:lnTo>
                  <a:pt x="737" y="30532"/>
                </a:lnTo>
                <a:lnTo>
                  <a:pt x="737" y="31199"/>
                </a:lnTo>
                <a:lnTo>
                  <a:pt x="737" y="31924"/>
                </a:lnTo>
                <a:lnTo>
                  <a:pt x="737" y="32591"/>
                </a:lnTo>
                <a:lnTo>
                  <a:pt x="737" y="33315"/>
                </a:lnTo>
                <a:lnTo>
                  <a:pt x="802" y="33982"/>
                </a:lnTo>
                <a:lnTo>
                  <a:pt x="802" y="34707"/>
                </a:lnTo>
                <a:lnTo>
                  <a:pt x="802" y="35374"/>
                </a:lnTo>
                <a:lnTo>
                  <a:pt x="802" y="36128"/>
                </a:lnTo>
                <a:lnTo>
                  <a:pt x="898" y="36795"/>
                </a:lnTo>
                <a:lnTo>
                  <a:pt x="898" y="37520"/>
                </a:lnTo>
                <a:lnTo>
                  <a:pt x="898" y="38187"/>
                </a:lnTo>
                <a:lnTo>
                  <a:pt x="898" y="38912"/>
                </a:lnTo>
                <a:lnTo>
                  <a:pt x="898" y="39578"/>
                </a:lnTo>
                <a:lnTo>
                  <a:pt x="962" y="40303"/>
                </a:lnTo>
                <a:lnTo>
                  <a:pt x="962" y="41028"/>
                </a:lnTo>
                <a:lnTo>
                  <a:pt x="962" y="41695"/>
                </a:lnTo>
                <a:lnTo>
                  <a:pt x="962" y="42420"/>
                </a:lnTo>
                <a:lnTo>
                  <a:pt x="1026" y="43087"/>
                </a:lnTo>
                <a:lnTo>
                  <a:pt x="1026" y="43841"/>
                </a:lnTo>
                <a:lnTo>
                  <a:pt x="1026" y="44566"/>
                </a:lnTo>
                <a:lnTo>
                  <a:pt x="1026" y="45233"/>
                </a:lnTo>
                <a:lnTo>
                  <a:pt x="1026" y="45957"/>
                </a:lnTo>
                <a:lnTo>
                  <a:pt x="1090" y="46682"/>
                </a:lnTo>
                <a:lnTo>
                  <a:pt x="1090" y="47349"/>
                </a:lnTo>
                <a:lnTo>
                  <a:pt x="1090" y="48074"/>
                </a:lnTo>
                <a:lnTo>
                  <a:pt x="1090" y="48828"/>
                </a:lnTo>
                <a:lnTo>
                  <a:pt x="1186" y="49495"/>
                </a:lnTo>
                <a:lnTo>
                  <a:pt x="1186" y="50220"/>
                </a:lnTo>
                <a:lnTo>
                  <a:pt x="1186" y="50945"/>
                </a:lnTo>
                <a:lnTo>
                  <a:pt x="1186" y="51670"/>
                </a:lnTo>
                <a:lnTo>
                  <a:pt x="1186" y="52336"/>
                </a:lnTo>
                <a:lnTo>
                  <a:pt x="1251" y="53061"/>
                </a:lnTo>
                <a:lnTo>
                  <a:pt x="1251" y="53815"/>
                </a:lnTo>
                <a:lnTo>
                  <a:pt x="1251" y="54540"/>
                </a:lnTo>
                <a:lnTo>
                  <a:pt x="1251" y="55265"/>
                </a:lnTo>
                <a:lnTo>
                  <a:pt x="1315" y="55932"/>
                </a:lnTo>
                <a:lnTo>
                  <a:pt x="1315" y="56657"/>
                </a:lnTo>
                <a:lnTo>
                  <a:pt x="1315" y="57382"/>
                </a:lnTo>
                <a:lnTo>
                  <a:pt x="1315" y="58136"/>
                </a:lnTo>
                <a:lnTo>
                  <a:pt x="1315" y="58860"/>
                </a:lnTo>
                <a:lnTo>
                  <a:pt x="1411" y="59527"/>
                </a:lnTo>
                <a:lnTo>
                  <a:pt x="1411" y="60252"/>
                </a:lnTo>
                <a:lnTo>
                  <a:pt x="1411" y="60977"/>
                </a:lnTo>
                <a:lnTo>
                  <a:pt x="1411" y="61731"/>
                </a:lnTo>
                <a:lnTo>
                  <a:pt x="1411" y="62456"/>
                </a:lnTo>
                <a:lnTo>
                  <a:pt x="1475" y="63181"/>
                </a:lnTo>
                <a:lnTo>
                  <a:pt x="1475" y="63906"/>
                </a:lnTo>
                <a:lnTo>
                  <a:pt x="1475" y="64631"/>
                </a:lnTo>
                <a:lnTo>
                  <a:pt x="1475" y="65384"/>
                </a:lnTo>
                <a:lnTo>
                  <a:pt x="1539" y="66109"/>
                </a:lnTo>
                <a:lnTo>
                  <a:pt x="1539" y="66776"/>
                </a:lnTo>
                <a:lnTo>
                  <a:pt x="1539" y="67501"/>
                </a:lnTo>
                <a:lnTo>
                  <a:pt x="1539" y="68226"/>
                </a:lnTo>
                <a:lnTo>
                  <a:pt x="1539" y="68980"/>
                </a:lnTo>
                <a:lnTo>
                  <a:pt x="1604" y="69705"/>
                </a:lnTo>
                <a:lnTo>
                  <a:pt x="1604" y="70430"/>
                </a:lnTo>
                <a:lnTo>
                  <a:pt x="1604" y="71155"/>
                </a:lnTo>
                <a:lnTo>
                  <a:pt x="1604" y="71879"/>
                </a:lnTo>
                <a:lnTo>
                  <a:pt x="1700" y="72633"/>
                </a:lnTo>
                <a:lnTo>
                  <a:pt x="1700" y="73358"/>
                </a:lnTo>
                <a:lnTo>
                  <a:pt x="1700" y="74083"/>
                </a:lnTo>
                <a:lnTo>
                  <a:pt x="1700" y="74895"/>
                </a:lnTo>
                <a:lnTo>
                  <a:pt x="1700" y="75620"/>
                </a:lnTo>
                <a:lnTo>
                  <a:pt x="1764" y="76345"/>
                </a:lnTo>
                <a:lnTo>
                  <a:pt x="1764" y="77070"/>
                </a:lnTo>
                <a:lnTo>
                  <a:pt x="1764" y="77824"/>
                </a:lnTo>
                <a:lnTo>
                  <a:pt x="1764" y="78548"/>
                </a:lnTo>
                <a:lnTo>
                  <a:pt x="1828" y="79273"/>
                </a:lnTo>
                <a:lnTo>
                  <a:pt x="1828" y="79998"/>
                </a:lnTo>
                <a:lnTo>
                  <a:pt x="1828" y="80723"/>
                </a:lnTo>
                <a:lnTo>
                  <a:pt x="1828" y="81477"/>
                </a:lnTo>
                <a:lnTo>
                  <a:pt x="1828" y="82202"/>
                </a:lnTo>
                <a:lnTo>
                  <a:pt x="1924" y="82985"/>
                </a:lnTo>
                <a:lnTo>
                  <a:pt x="1924" y="83739"/>
                </a:lnTo>
                <a:lnTo>
                  <a:pt x="1924" y="84464"/>
                </a:lnTo>
                <a:lnTo>
                  <a:pt x="1924" y="85188"/>
                </a:lnTo>
                <a:lnTo>
                  <a:pt x="1988" y="85913"/>
                </a:lnTo>
                <a:lnTo>
                  <a:pt x="1988" y="86667"/>
                </a:lnTo>
                <a:lnTo>
                  <a:pt x="1988" y="87450"/>
                </a:lnTo>
                <a:lnTo>
                  <a:pt x="1988" y="88175"/>
                </a:lnTo>
                <a:lnTo>
                  <a:pt x="1988" y="88929"/>
                </a:lnTo>
                <a:lnTo>
                  <a:pt x="2053" y="89654"/>
                </a:lnTo>
                <a:lnTo>
                  <a:pt x="2053" y="90437"/>
                </a:lnTo>
                <a:lnTo>
                  <a:pt x="2053" y="91162"/>
                </a:lnTo>
                <a:lnTo>
                  <a:pt x="2053" y="91915"/>
                </a:lnTo>
                <a:lnTo>
                  <a:pt x="2117" y="92640"/>
                </a:lnTo>
                <a:lnTo>
                  <a:pt x="2117" y="93423"/>
                </a:lnTo>
                <a:lnTo>
                  <a:pt x="2117" y="94177"/>
                </a:lnTo>
                <a:lnTo>
                  <a:pt x="2117" y="94902"/>
                </a:lnTo>
                <a:lnTo>
                  <a:pt x="2117" y="95627"/>
                </a:lnTo>
                <a:lnTo>
                  <a:pt x="2213" y="96439"/>
                </a:lnTo>
                <a:lnTo>
                  <a:pt x="2213" y="97164"/>
                </a:lnTo>
                <a:lnTo>
                  <a:pt x="2213" y="97888"/>
                </a:lnTo>
                <a:lnTo>
                  <a:pt x="2213" y="98700"/>
                </a:lnTo>
                <a:lnTo>
                  <a:pt x="2213" y="99425"/>
                </a:lnTo>
                <a:lnTo>
                  <a:pt x="2277" y="100150"/>
                </a:lnTo>
                <a:lnTo>
                  <a:pt x="2277" y="100962"/>
                </a:lnTo>
                <a:lnTo>
                  <a:pt x="2277" y="101687"/>
                </a:lnTo>
                <a:lnTo>
                  <a:pt x="2277" y="102412"/>
                </a:lnTo>
                <a:lnTo>
                  <a:pt x="2341" y="103224"/>
                </a:lnTo>
                <a:lnTo>
                  <a:pt x="2341" y="103949"/>
                </a:lnTo>
                <a:lnTo>
                  <a:pt x="2341" y="104731"/>
                </a:lnTo>
                <a:lnTo>
                  <a:pt x="2341" y="105485"/>
                </a:lnTo>
                <a:lnTo>
                  <a:pt x="2341" y="106210"/>
                </a:lnTo>
                <a:lnTo>
                  <a:pt x="2406" y="106993"/>
                </a:lnTo>
                <a:lnTo>
                  <a:pt x="2406" y="107747"/>
                </a:lnTo>
                <a:lnTo>
                  <a:pt x="2406" y="108530"/>
                </a:lnTo>
                <a:lnTo>
                  <a:pt x="2406" y="109255"/>
                </a:lnTo>
                <a:lnTo>
                  <a:pt x="2502" y="110067"/>
                </a:lnTo>
                <a:lnTo>
                  <a:pt x="2502" y="110792"/>
                </a:lnTo>
                <a:lnTo>
                  <a:pt x="2502" y="111603"/>
                </a:lnTo>
                <a:lnTo>
                  <a:pt x="2502" y="112328"/>
                </a:lnTo>
                <a:lnTo>
                  <a:pt x="2502" y="113053"/>
                </a:lnTo>
                <a:lnTo>
                  <a:pt x="2566" y="113865"/>
                </a:lnTo>
                <a:lnTo>
                  <a:pt x="2566" y="114590"/>
                </a:lnTo>
                <a:lnTo>
                  <a:pt x="2566" y="115373"/>
                </a:lnTo>
                <a:lnTo>
                  <a:pt x="2566" y="116098"/>
                </a:lnTo>
                <a:lnTo>
                  <a:pt x="2630" y="116910"/>
                </a:lnTo>
                <a:lnTo>
                  <a:pt x="2630" y="117721"/>
                </a:lnTo>
                <a:lnTo>
                  <a:pt x="2630" y="118446"/>
                </a:lnTo>
                <a:lnTo>
                  <a:pt x="2630" y="119229"/>
                </a:lnTo>
                <a:lnTo>
                  <a:pt x="2630" y="119983"/>
                </a:lnTo>
                <a:lnTo>
                  <a:pt x="2726" y="120766"/>
                </a:lnTo>
                <a:lnTo>
                  <a:pt x="2726" y="121491"/>
                </a:lnTo>
                <a:lnTo>
                  <a:pt x="2726" y="122303"/>
                </a:lnTo>
                <a:lnTo>
                  <a:pt x="2726" y="123028"/>
                </a:lnTo>
                <a:lnTo>
                  <a:pt x="2790" y="123840"/>
                </a:lnTo>
                <a:lnTo>
                  <a:pt x="2790" y="124622"/>
                </a:lnTo>
                <a:lnTo>
                  <a:pt x="2790" y="125347"/>
                </a:lnTo>
                <a:lnTo>
                  <a:pt x="2790" y="126159"/>
                </a:lnTo>
                <a:lnTo>
                  <a:pt x="2790" y="126884"/>
                </a:lnTo>
                <a:lnTo>
                  <a:pt x="2855" y="127696"/>
                </a:lnTo>
                <a:lnTo>
                  <a:pt x="2855" y="128479"/>
                </a:lnTo>
                <a:lnTo>
                  <a:pt x="2855" y="129204"/>
                </a:lnTo>
                <a:lnTo>
                  <a:pt x="2855" y="130016"/>
                </a:lnTo>
                <a:lnTo>
                  <a:pt x="2919" y="130798"/>
                </a:lnTo>
                <a:lnTo>
                  <a:pt x="2919" y="131552"/>
                </a:lnTo>
                <a:lnTo>
                  <a:pt x="2919" y="132335"/>
                </a:lnTo>
                <a:lnTo>
                  <a:pt x="2919" y="133147"/>
                </a:lnTo>
                <a:lnTo>
                  <a:pt x="2919" y="133872"/>
                </a:lnTo>
                <a:lnTo>
                  <a:pt x="3015" y="134655"/>
                </a:lnTo>
                <a:lnTo>
                  <a:pt x="3015" y="135467"/>
                </a:lnTo>
                <a:lnTo>
                  <a:pt x="3015" y="136192"/>
                </a:lnTo>
                <a:lnTo>
                  <a:pt x="3015" y="137003"/>
                </a:lnTo>
                <a:lnTo>
                  <a:pt x="3015" y="137786"/>
                </a:lnTo>
                <a:lnTo>
                  <a:pt x="3079" y="138598"/>
                </a:lnTo>
                <a:lnTo>
                  <a:pt x="3079" y="139323"/>
                </a:lnTo>
                <a:lnTo>
                  <a:pt x="3079" y="140106"/>
                </a:lnTo>
                <a:lnTo>
                  <a:pt x="3079" y="140918"/>
                </a:lnTo>
                <a:lnTo>
                  <a:pt x="3143" y="141701"/>
                </a:lnTo>
                <a:lnTo>
                  <a:pt x="3143" y="142455"/>
                </a:lnTo>
                <a:lnTo>
                  <a:pt x="3143" y="143238"/>
                </a:lnTo>
                <a:lnTo>
                  <a:pt x="3143" y="144049"/>
                </a:lnTo>
                <a:lnTo>
                  <a:pt x="3143" y="14483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904946" y="3277724"/>
            <a:ext cx="3208" cy="162404"/>
          </a:xfrm>
          <a:custGeom>
            <a:avLst/>
            <a:gdLst/>
            <a:ahLst/>
            <a:cxnLst/>
            <a:rect l="l" t="t" r="r" b="b"/>
            <a:pathLst>
              <a:path w="3208" h="162404">
                <a:moveTo>
                  <a:pt x="0" y="0"/>
                </a:moveTo>
                <a:lnTo>
                  <a:pt x="64" y="724"/>
                </a:lnTo>
                <a:lnTo>
                  <a:pt x="64" y="1536"/>
                </a:lnTo>
                <a:lnTo>
                  <a:pt x="64" y="2319"/>
                </a:lnTo>
                <a:lnTo>
                  <a:pt x="64" y="3131"/>
                </a:lnTo>
                <a:lnTo>
                  <a:pt x="160" y="3943"/>
                </a:lnTo>
                <a:lnTo>
                  <a:pt x="160" y="4726"/>
                </a:lnTo>
                <a:lnTo>
                  <a:pt x="160" y="5451"/>
                </a:lnTo>
                <a:lnTo>
                  <a:pt x="160" y="6263"/>
                </a:lnTo>
                <a:lnTo>
                  <a:pt x="160" y="7045"/>
                </a:lnTo>
                <a:lnTo>
                  <a:pt x="224" y="7857"/>
                </a:lnTo>
                <a:lnTo>
                  <a:pt x="224" y="8640"/>
                </a:lnTo>
                <a:lnTo>
                  <a:pt x="224" y="9452"/>
                </a:lnTo>
                <a:lnTo>
                  <a:pt x="224" y="10177"/>
                </a:lnTo>
                <a:lnTo>
                  <a:pt x="288" y="10989"/>
                </a:lnTo>
                <a:lnTo>
                  <a:pt x="288" y="11772"/>
                </a:lnTo>
                <a:lnTo>
                  <a:pt x="288" y="12584"/>
                </a:lnTo>
                <a:lnTo>
                  <a:pt x="288" y="13366"/>
                </a:lnTo>
                <a:lnTo>
                  <a:pt x="288" y="14178"/>
                </a:lnTo>
                <a:lnTo>
                  <a:pt x="384" y="14961"/>
                </a:lnTo>
                <a:lnTo>
                  <a:pt x="384" y="15773"/>
                </a:lnTo>
                <a:lnTo>
                  <a:pt x="384" y="16556"/>
                </a:lnTo>
                <a:lnTo>
                  <a:pt x="384" y="17368"/>
                </a:lnTo>
                <a:lnTo>
                  <a:pt x="449" y="18093"/>
                </a:lnTo>
                <a:lnTo>
                  <a:pt x="449" y="18905"/>
                </a:lnTo>
                <a:lnTo>
                  <a:pt x="449" y="19687"/>
                </a:lnTo>
                <a:lnTo>
                  <a:pt x="449" y="20499"/>
                </a:lnTo>
                <a:lnTo>
                  <a:pt x="449" y="21282"/>
                </a:lnTo>
                <a:lnTo>
                  <a:pt x="513" y="22094"/>
                </a:lnTo>
                <a:lnTo>
                  <a:pt x="513" y="22877"/>
                </a:lnTo>
                <a:lnTo>
                  <a:pt x="513" y="23689"/>
                </a:lnTo>
                <a:lnTo>
                  <a:pt x="513" y="24472"/>
                </a:lnTo>
                <a:lnTo>
                  <a:pt x="577" y="25284"/>
                </a:lnTo>
                <a:lnTo>
                  <a:pt x="577" y="26067"/>
                </a:lnTo>
                <a:lnTo>
                  <a:pt x="577" y="26878"/>
                </a:lnTo>
                <a:lnTo>
                  <a:pt x="577" y="27661"/>
                </a:lnTo>
                <a:lnTo>
                  <a:pt x="577" y="28473"/>
                </a:lnTo>
                <a:lnTo>
                  <a:pt x="673" y="29256"/>
                </a:lnTo>
                <a:lnTo>
                  <a:pt x="673" y="30068"/>
                </a:lnTo>
                <a:lnTo>
                  <a:pt x="673" y="30851"/>
                </a:lnTo>
                <a:lnTo>
                  <a:pt x="673" y="31663"/>
                </a:lnTo>
                <a:lnTo>
                  <a:pt x="673" y="32446"/>
                </a:lnTo>
                <a:lnTo>
                  <a:pt x="737" y="33257"/>
                </a:lnTo>
                <a:lnTo>
                  <a:pt x="737" y="34040"/>
                </a:lnTo>
                <a:lnTo>
                  <a:pt x="737" y="34852"/>
                </a:lnTo>
                <a:lnTo>
                  <a:pt x="737" y="35635"/>
                </a:lnTo>
                <a:lnTo>
                  <a:pt x="802" y="36447"/>
                </a:lnTo>
                <a:lnTo>
                  <a:pt x="802" y="37317"/>
                </a:lnTo>
                <a:lnTo>
                  <a:pt x="802" y="38100"/>
                </a:lnTo>
                <a:lnTo>
                  <a:pt x="802" y="38912"/>
                </a:lnTo>
                <a:lnTo>
                  <a:pt x="802" y="39694"/>
                </a:lnTo>
                <a:lnTo>
                  <a:pt x="898" y="40506"/>
                </a:lnTo>
                <a:lnTo>
                  <a:pt x="898" y="41289"/>
                </a:lnTo>
                <a:lnTo>
                  <a:pt x="898" y="42101"/>
                </a:lnTo>
                <a:lnTo>
                  <a:pt x="898" y="42884"/>
                </a:lnTo>
                <a:lnTo>
                  <a:pt x="962" y="43696"/>
                </a:lnTo>
                <a:lnTo>
                  <a:pt x="962" y="44479"/>
                </a:lnTo>
                <a:lnTo>
                  <a:pt x="962" y="45349"/>
                </a:lnTo>
                <a:lnTo>
                  <a:pt x="962" y="46160"/>
                </a:lnTo>
                <a:lnTo>
                  <a:pt x="962" y="46943"/>
                </a:lnTo>
                <a:lnTo>
                  <a:pt x="1026" y="47755"/>
                </a:lnTo>
                <a:lnTo>
                  <a:pt x="1026" y="48538"/>
                </a:lnTo>
                <a:lnTo>
                  <a:pt x="1026" y="49350"/>
                </a:lnTo>
                <a:lnTo>
                  <a:pt x="1026" y="50133"/>
                </a:lnTo>
                <a:lnTo>
                  <a:pt x="1090" y="51003"/>
                </a:lnTo>
                <a:lnTo>
                  <a:pt x="1090" y="51815"/>
                </a:lnTo>
                <a:lnTo>
                  <a:pt x="1090" y="52597"/>
                </a:lnTo>
                <a:lnTo>
                  <a:pt x="1090" y="53409"/>
                </a:lnTo>
                <a:lnTo>
                  <a:pt x="1090" y="54192"/>
                </a:lnTo>
                <a:lnTo>
                  <a:pt x="1186" y="55004"/>
                </a:lnTo>
                <a:lnTo>
                  <a:pt x="1186" y="55874"/>
                </a:lnTo>
                <a:lnTo>
                  <a:pt x="1186" y="56657"/>
                </a:lnTo>
                <a:lnTo>
                  <a:pt x="1186" y="57469"/>
                </a:lnTo>
                <a:lnTo>
                  <a:pt x="1251" y="58252"/>
                </a:lnTo>
                <a:lnTo>
                  <a:pt x="1251" y="59063"/>
                </a:lnTo>
                <a:lnTo>
                  <a:pt x="1251" y="59933"/>
                </a:lnTo>
                <a:lnTo>
                  <a:pt x="1251" y="60716"/>
                </a:lnTo>
                <a:lnTo>
                  <a:pt x="1251" y="61528"/>
                </a:lnTo>
                <a:lnTo>
                  <a:pt x="1315" y="62311"/>
                </a:lnTo>
                <a:lnTo>
                  <a:pt x="1315" y="63123"/>
                </a:lnTo>
                <a:lnTo>
                  <a:pt x="1315" y="63964"/>
                </a:lnTo>
                <a:lnTo>
                  <a:pt x="1315" y="64776"/>
                </a:lnTo>
                <a:lnTo>
                  <a:pt x="1379" y="65558"/>
                </a:lnTo>
                <a:lnTo>
                  <a:pt x="1379" y="66370"/>
                </a:lnTo>
                <a:lnTo>
                  <a:pt x="1379" y="67240"/>
                </a:lnTo>
                <a:lnTo>
                  <a:pt x="1379" y="68023"/>
                </a:lnTo>
                <a:lnTo>
                  <a:pt x="1379" y="68835"/>
                </a:lnTo>
                <a:lnTo>
                  <a:pt x="1475" y="69618"/>
                </a:lnTo>
                <a:lnTo>
                  <a:pt x="1475" y="70488"/>
                </a:lnTo>
                <a:lnTo>
                  <a:pt x="1475" y="71300"/>
                </a:lnTo>
                <a:lnTo>
                  <a:pt x="1475" y="72082"/>
                </a:lnTo>
                <a:lnTo>
                  <a:pt x="1475" y="72952"/>
                </a:lnTo>
                <a:lnTo>
                  <a:pt x="1539" y="73764"/>
                </a:lnTo>
                <a:lnTo>
                  <a:pt x="1539" y="74547"/>
                </a:lnTo>
                <a:lnTo>
                  <a:pt x="1539" y="75359"/>
                </a:lnTo>
                <a:lnTo>
                  <a:pt x="1539" y="76200"/>
                </a:lnTo>
                <a:lnTo>
                  <a:pt x="1604" y="77012"/>
                </a:lnTo>
                <a:lnTo>
                  <a:pt x="1604" y="77795"/>
                </a:lnTo>
                <a:lnTo>
                  <a:pt x="1604" y="78664"/>
                </a:lnTo>
                <a:lnTo>
                  <a:pt x="1604" y="79476"/>
                </a:lnTo>
                <a:lnTo>
                  <a:pt x="1604" y="80259"/>
                </a:lnTo>
                <a:lnTo>
                  <a:pt x="1700" y="81129"/>
                </a:lnTo>
                <a:lnTo>
                  <a:pt x="1700" y="81941"/>
                </a:lnTo>
                <a:lnTo>
                  <a:pt x="1700" y="82724"/>
                </a:lnTo>
                <a:lnTo>
                  <a:pt x="1700" y="83594"/>
                </a:lnTo>
                <a:lnTo>
                  <a:pt x="1764" y="84377"/>
                </a:lnTo>
                <a:lnTo>
                  <a:pt x="1764" y="85188"/>
                </a:lnTo>
                <a:lnTo>
                  <a:pt x="1764" y="86058"/>
                </a:lnTo>
                <a:lnTo>
                  <a:pt x="1764" y="86841"/>
                </a:lnTo>
                <a:lnTo>
                  <a:pt x="1764" y="87653"/>
                </a:lnTo>
                <a:lnTo>
                  <a:pt x="1828" y="88523"/>
                </a:lnTo>
                <a:lnTo>
                  <a:pt x="1828" y="89306"/>
                </a:lnTo>
                <a:lnTo>
                  <a:pt x="1828" y="90118"/>
                </a:lnTo>
                <a:lnTo>
                  <a:pt x="1828" y="90959"/>
                </a:lnTo>
                <a:lnTo>
                  <a:pt x="1892" y="91770"/>
                </a:lnTo>
                <a:lnTo>
                  <a:pt x="1892" y="92640"/>
                </a:lnTo>
                <a:lnTo>
                  <a:pt x="1892" y="93423"/>
                </a:lnTo>
                <a:lnTo>
                  <a:pt x="1892" y="94235"/>
                </a:lnTo>
                <a:lnTo>
                  <a:pt x="1892" y="95105"/>
                </a:lnTo>
                <a:lnTo>
                  <a:pt x="1988" y="95888"/>
                </a:lnTo>
                <a:lnTo>
                  <a:pt x="1988" y="96758"/>
                </a:lnTo>
                <a:lnTo>
                  <a:pt x="1988" y="97570"/>
                </a:lnTo>
                <a:lnTo>
                  <a:pt x="1988" y="98352"/>
                </a:lnTo>
                <a:lnTo>
                  <a:pt x="2053" y="99222"/>
                </a:lnTo>
                <a:lnTo>
                  <a:pt x="2053" y="100005"/>
                </a:lnTo>
                <a:lnTo>
                  <a:pt x="2053" y="100875"/>
                </a:lnTo>
                <a:lnTo>
                  <a:pt x="2053" y="101687"/>
                </a:lnTo>
                <a:lnTo>
                  <a:pt x="2053" y="102470"/>
                </a:lnTo>
                <a:lnTo>
                  <a:pt x="2117" y="103340"/>
                </a:lnTo>
                <a:lnTo>
                  <a:pt x="2117" y="104152"/>
                </a:lnTo>
                <a:lnTo>
                  <a:pt x="2117" y="104992"/>
                </a:lnTo>
                <a:lnTo>
                  <a:pt x="2117" y="105804"/>
                </a:lnTo>
                <a:lnTo>
                  <a:pt x="2181" y="106674"/>
                </a:lnTo>
                <a:lnTo>
                  <a:pt x="2181" y="107457"/>
                </a:lnTo>
                <a:lnTo>
                  <a:pt x="2181" y="108269"/>
                </a:lnTo>
                <a:lnTo>
                  <a:pt x="2181" y="109139"/>
                </a:lnTo>
                <a:lnTo>
                  <a:pt x="2181" y="109922"/>
                </a:lnTo>
                <a:lnTo>
                  <a:pt x="2277" y="110792"/>
                </a:lnTo>
                <a:lnTo>
                  <a:pt x="2277" y="111574"/>
                </a:lnTo>
                <a:lnTo>
                  <a:pt x="2277" y="112444"/>
                </a:lnTo>
                <a:lnTo>
                  <a:pt x="2277" y="113256"/>
                </a:lnTo>
                <a:lnTo>
                  <a:pt x="2277" y="114126"/>
                </a:lnTo>
                <a:lnTo>
                  <a:pt x="2341" y="114909"/>
                </a:lnTo>
                <a:lnTo>
                  <a:pt x="2341" y="115721"/>
                </a:lnTo>
                <a:lnTo>
                  <a:pt x="2341" y="116562"/>
                </a:lnTo>
                <a:lnTo>
                  <a:pt x="2341" y="117373"/>
                </a:lnTo>
                <a:lnTo>
                  <a:pt x="2406" y="118243"/>
                </a:lnTo>
                <a:lnTo>
                  <a:pt x="2406" y="119026"/>
                </a:lnTo>
                <a:lnTo>
                  <a:pt x="2406" y="119896"/>
                </a:lnTo>
                <a:lnTo>
                  <a:pt x="2406" y="120708"/>
                </a:lnTo>
                <a:lnTo>
                  <a:pt x="2406" y="121549"/>
                </a:lnTo>
                <a:lnTo>
                  <a:pt x="2502" y="122361"/>
                </a:lnTo>
                <a:lnTo>
                  <a:pt x="2502" y="123231"/>
                </a:lnTo>
                <a:lnTo>
                  <a:pt x="2502" y="124013"/>
                </a:lnTo>
                <a:lnTo>
                  <a:pt x="2502" y="124883"/>
                </a:lnTo>
                <a:lnTo>
                  <a:pt x="2566" y="125695"/>
                </a:lnTo>
                <a:lnTo>
                  <a:pt x="2566" y="126536"/>
                </a:lnTo>
                <a:lnTo>
                  <a:pt x="2566" y="127348"/>
                </a:lnTo>
                <a:lnTo>
                  <a:pt x="2566" y="128218"/>
                </a:lnTo>
                <a:lnTo>
                  <a:pt x="2566" y="129001"/>
                </a:lnTo>
                <a:lnTo>
                  <a:pt x="2630" y="129871"/>
                </a:lnTo>
                <a:lnTo>
                  <a:pt x="2630" y="130682"/>
                </a:lnTo>
                <a:lnTo>
                  <a:pt x="2630" y="131523"/>
                </a:lnTo>
                <a:lnTo>
                  <a:pt x="2630" y="132335"/>
                </a:lnTo>
                <a:lnTo>
                  <a:pt x="2694" y="133205"/>
                </a:lnTo>
                <a:lnTo>
                  <a:pt x="2694" y="133988"/>
                </a:lnTo>
                <a:lnTo>
                  <a:pt x="2694" y="134858"/>
                </a:lnTo>
                <a:lnTo>
                  <a:pt x="2694" y="135670"/>
                </a:lnTo>
                <a:lnTo>
                  <a:pt x="2694" y="136511"/>
                </a:lnTo>
                <a:lnTo>
                  <a:pt x="2790" y="137380"/>
                </a:lnTo>
                <a:lnTo>
                  <a:pt x="2790" y="138192"/>
                </a:lnTo>
                <a:lnTo>
                  <a:pt x="2790" y="139062"/>
                </a:lnTo>
                <a:lnTo>
                  <a:pt x="2790" y="139845"/>
                </a:lnTo>
                <a:lnTo>
                  <a:pt x="2855" y="140715"/>
                </a:lnTo>
                <a:lnTo>
                  <a:pt x="2855" y="141498"/>
                </a:lnTo>
                <a:lnTo>
                  <a:pt x="2855" y="142368"/>
                </a:lnTo>
                <a:lnTo>
                  <a:pt x="2855" y="143180"/>
                </a:lnTo>
                <a:lnTo>
                  <a:pt x="2855" y="144049"/>
                </a:lnTo>
                <a:lnTo>
                  <a:pt x="2919" y="144832"/>
                </a:lnTo>
                <a:lnTo>
                  <a:pt x="2919" y="145702"/>
                </a:lnTo>
                <a:lnTo>
                  <a:pt x="2919" y="146485"/>
                </a:lnTo>
                <a:lnTo>
                  <a:pt x="2919" y="147355"/>
                </a:lnTo>
                <a:lnTo>
                  <a:pt x="3015" y="148225"/>
                </a:lnTo>
                <a:lnTo>
                  <a:pt x="3015" y="149037"/>
                </a:lnTo>
                <a:lnTo>
                  <a:pt x="3015" y="149878"/>
                </a:lnTo>
                <a:lnTo>
                  <a:pt x="3015" y="150689"/>
                </a:lnTo>
                <a:lnTo>
                  <a:pt x="3015" y="151559"/>
                </a:lnTo>
                <a:lnTo>
                  <a:pt x="3079" y="152342"/>
                </a:lnTo>
                <a:lnTo>
                  <a:pt x="3079" y="153212"/>
                </a:lnTo>
                <a:lnTo>
                  <a:pt x="3079" y="154024"/>
                </a:lnTo>
                <a:lnTo>
                  <a:pt x="3079" y="154865"/>
                </a:lnTo>
                <a:lnTo>
                  <a:pt x="3079" y="155735"/>
                </a:lnTo>
                <a:lnTo>
                  <a:pt x="3143" y="156546"/>
                </a:lnTo>
                <a:lnTo>
                  <a:pt x="3143" y="157416"/>
                </a:lnTo>
                <a:lnTo>
                  <a:pt x="3143" y="158199"/>
                </a:lnTo>
                <a:lnTo>
                  <a:pt x="3143" y="159069"/>
                </a:lnTo>
                <a:lnTo>
                  <a:pt x="3208" y="159852"/>
                </a:lnTo>
                <a:lnTo>
                  <a:pt x="3208" y="160722"/>
                </a:lnTo>
                <a:lnTo>
                  <a:pt x="3208" y="161592"/>
                </a:lnTo>
                <a:lnTo>
                  <a:pt x="3208" y="16240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08154" y="3440128"/>
            <a:ext cx="3240" cy="165419"/>
          </a:xfrm>
          <a:custGeom>
            <a:avLst/>
            <a:gdLst/>
            <a:ahLst/>
            <a:cxnLst/>
            <a:rect l="l" t="t" r="r" b="b"/>
            <a:pathLst>
              <a:path w="3240" h="165419">
                <a:moveTo>
                  <a:pt x="0" y="0"/>
                </a:moveTo>
                <a:lnTo>
                  <a:pt x="0" y="840"/>
                </a:lnTo>
                <a:lnTo>
                  <a:pt x="96" y="1652"/>
                </a:lnTo>
                <a:lnTo>
                  <a:pt x="96" y="2522"/>
                </a:lnTo>
                <a:lnTo>
                  <a:pt x="96" y="3363"/>
                </a:lnTo>
                <a:lnTo>
                  <a:pt x="96" y="4175"/>
                </a:lnTo>
                <a:lnTo>
                  <a:pt x="160" y="5045"/>
                </a:lnTo>
                <a:lnTo>
                  <a:pt x="160" y="5828"/>
                </a:lnTo>
                <a:lnTo>
                  <a:pt x="160" y="6697"/>
                </a:lnTo>
                <a:lnTo>
                  <a:pt x="160" y="7509"/>
                </a:lnTo>
                <a:lnTo>
                  <a:pt x="160" y="8350"/>
                </a:lnTo>
                <a:lnTo>
                  <a:pt x="224" y="9220"/>
                </a:lnTo>
                <a:lnTo>
                  <a:pt x="224" y="10032"/>
                </a:lnTo>
                <a:lnTo>
                  <a:pt x="224" y="10902"/>
                </a:lnTo>
                <a:lnTo>
                  <a:pt x="224" y="11685"/>
                </a:lnTo>
                <a:lnTo>
                  <a:pt x="288" y="12555"/>
                </a:lnTo>
                <a:lnTo>
                  <a:pt x="288" y="13424"/>
                </a:lnTo>
                <a:lnTo>
                  <a:pt x="288" y="14207"/>
                </a:lnTo>
                <a:lnTo>
                  <a:pt x="288" y="15077"/>
                </a:lnTo>
                <a:lnTo>
                  <a:pt x="288" y="15889"/>
                </a:lnTo>
                <a:lnTo>
                  <a:pt x="384" y="16730"/>
                </a:lnTo>
                <a:lnTo>
                  <a:pt x="384" y="17600"/>
                </a:lnTo>
                <a:lnTo>
                  <a:pt x="384" y="18412"/>
                </a:lnTo>
                <a:lnTo>
                  <a:pt x="384" y="19282"/>
                </a:lnTo>
                <a:lnTo>
                  <a:pt x="449" y="20064"/>
                </a:lnTo>
                <a:lnTo>
                  <a:pt x="449" y="20934"/>
                </a:lnTo>
                <a:lnTo>
                  <a:pt x="449" y="21804"/>
                </a:lnTo>
                <a:lnTo>
                  <a:pt x="449" y="22587"/>
                </a:lnTo>
                <a:lnTo>
                  <a:pt x="449" y="23457"/>
                </a:lnTo>
                <a:lnTo>
                  <a:pt x="513" y="24269"/>
                </a:lnTo>
                <a:lnTo>
                  <a:pt x="513" y="25110"/>
                </a:lnTo>
                <a:lnTo>
                  <a:pt x="513" y="25980"/>
                </a:lnTo>
                <a:lnTo>
                  <a:pt x="513" y="26791"/>
                </a:lnTo>
                <a:lnTo>
                  <a:pt x="609" y="27661"/>
                </a:lnTo>
                <a:lnTo>
                  <a:pt x="609" y="28444"/>
                </a:lnTo>
                <a:lnTo>
                  <a:pt x="609" y="29314"/>
                </a:lnTo>
                <a:lnTo>
                  <a:pt x="609" y="30184"/>
                </a:lnTo>
                <a:lnTo>
                  <a:pt x="609" y="30967"/>
                </a:lnTo>
                <a:lnTo>
                  <a:pt x="673" y="31837"/>
                </a:lnTo>
                <a:lnTo>
                  <a:pt x="673" y="32648"/>
                </a:lnTo>
                <a:lnTo>
                  <a:pt x="673" y="33489"/>
                </a:lnTo>
                <a:lnTo>
                  <a:pt x="673" y="34359"/>
                </a:lnTo>
                <a:lnTo>
                  <a:pt x="673" y="35171"/>
                </a:lnTo>
                <a:lnTo>
                  <a:pt x="737" y="35954"/>
                </a:lnTo>
                <a:lnTo>
                  <a:pt x="737" y="36766"/>
                </a:lnTo>
                <a:lnTo>
                  <a:pt x="737" y="37636"/>
                </a:lnTo>
                <a:lnTo>
                  <a:pt x="737" y="38477"/>
                </a:lnTo>
                <a:lnTo>
                  <a:pt x="802" y="39288"/>
                </a:lnTo>
                <a:lnTo>
                  <a:pt x="802" y="40158"/>
                </a:lnTo>
                <a:lnTo>
                  <a:pt x="802" y="40941"/>
                </a:lnTo>
                <a:lnTo>
                  <a:pt x="802" y="41811"/>
                </a:lnTo>
                <a:lnTo>
                  <a:pt x="802" y="42681"/>
                </a:lnTo>
                <a:lnTo>
                  <a:pt x="898" y="43464"/>
                </a:lnTo>
                <a:lnTo>
                  <a:pt x="898" y="44334"/>
                </a:lnTo>
                <a:lnTo>
                  <a:pt x="898" y="45146"/>
                </a:lnTo>
                <a:lnTo>
                  <a:pt x="898" y="46015"/>
                </a:lnTo>
                <a:lnTo>
                  <a:pt x="962" y="46856"/>
                </a:lnTo>
                <a:lnTo>
                  <a:pt x="962" y="47668"/>
                </a:lnTo>
                <a:lnTo>
                  <a:pt x="962" y="48538"/>
                </a:lnTo>
                <a:lnTo>
                  <a:pt x="962" y="49321"/>
                </a:lnTo>
                <a:lnTo>
                  <a:pt x="962" y="50191"/>
                </a:lnTo>
                <a:lnTo>
                  <a:pt x="1026" y="51061"/>
                </a:lnTo>
                <a:lnTo>
                  <a:pt x="1026" y="51844"/>
                </a:lnTo>
                <a:lnTo>
                  <a:pt x="1026" y="52713"/>
                </a:lnTo>
                <a:lnTo>
                  <a:pt x="1026" y="53525"/>
                </a:lnTo>
                <a:lnTo>
                  <a:pt x="1122" y="54366"/>
                </a:lnTo>
                <a:lnTo>
                  <a:pt x="1122" y="55236"/>
                </a:lnTo>
                <a:lnTo>
                  <a:pt x="1122" y="56048"/>
                </a:lnTo>
                <a:lnTo>
                  <a:pt x="1122" y="56918"/>
                </a:lnTo>
                <a:lnTo>
                  <a:pt x="1122" y="57701"/>
                </a:lnTo>
                <a:lnTo>
                  <a:pt x="1186" y="58571"/>
                </a:lnTo>
                <a:lnTo>
                  <a:pt x="1186" y="59353"/>
                </a:lnTo>
                <a:lnTo>
                  <a:pt x="1186" y="60223"/>
                </a:lnTo>
                <a:lnTo>
                  <a:pt x="1186" y="61093"/>
                </a:lnTo>
                <a:lnTo>
                  <a:pt x="1251" y="61905"/>
                </a:lnTo>
                <a:lnTo>
                  <a:pt x="1251" y="62746"/>
                </a:lnTo>
                <a:lnTo>
                  <a:pt x="1251" y="63558"/>
                </a:lnTo>
                <a:lnTo>
                  <a:pt x="1251" y="64428"/>
                </a:lnTo>
                <a:lnTo>
                  <a:pt x="1251" y="65297"/>
                </a:lnTo>
                <a:lnTo>
                  <a:pt x="1315" y="66080"/>
                </a:lnTo>
                <a:lnTo>
                  <a:pt x="1315" y="66950"/>
                </a:lnTo>
                <a:lnTo>
                  <a:pt x="1315" y="67733"/>
                </a:lnTo>
                <a:lnTo>
                  <a:pt x="1315" y="68603"/>
                </a:lnTo>
                <a:lnTo>
                  <a:pt x="1411" y="69415"/>
                </a:lnTo>
                <a:lnTo>
                  <a:pt x="1411" y="70285"/>
                </a:lnTo>
                <a:lnTo>
                  <a:pt x="1411" y="71126"/>
                </a:lnTo>
                <a:lnTo>
                  <a:pt x="1411" y="71937"/>
                </a:lnTo>
                <a:lnTo>
                  <a:pt x="1411" y="72807"/>
                </a:lnTo>
                <a:lnTo>
                  <a:pt x="1475" y="73590"/>
                </a:lnTo>
                <a:lnTo>
                  <a:pt x="1475" y="74460"/>
                </a:lnTo>
                <a:lnTo>
                  <a:pt x="1475" y="75330"/>
                </a:lnTo>
                <a:lnTo>
                  <a:pt x="1475" y="76113"/>
                </a:lnTo>
                <a:lnTo>
                  <a:pt x="1475" y="76983"/>
                </a:lnTo>
                <a:lnTo>
                  <a:pt x="1539" y="77795"/>
                </a:lnTo>
                <a:lnTo>
                  <a:pt x="1539" y="78664"/>
                </a:lnTo>
                <a:lnTo>
                  <a:pt x="1539" y="79447"/>
                </a:lnTo>
                <a:lnTo>
                  <a:pt x="1539" y="80317"/>
                </a:lnTo>
                <a:lnTo>
                  <a:pt x="1604" y="81100"/>
                </a:lnTo>
                <a:lnTo>
                  <a:pt x="1604" y="81970"/>
                </a:lnTo>
                <a:lnTo>
                  <a:pt x="1604" y="82840"/>
                </a:lnTo>
                <a:lnTo>
                  <a:pt x="1604" y="83652"/>
                </a:lnTo>
                <a:lnTo>
                  <a:pt x="1604" y="84493"/>
                </a:lnTo>
                <a:lnTo>
                  <a:pt x="1700" y="85304"/>
                </a:lnTo>
                <a:lnTo>
                  <a:pt x="1700" y="86174"/>
                </a:lnTo>
                <a:lnTo>
                  <a:pt x="1700" y="86957"/>
                </a:lnTo>
                <a:lnTo>
                  <a:pt x="1700" y="87827"/>
                </a:lnTo>
                <a:lnTo>
                  <a:pt x="1764" y="88639"/>
                </a:lnTo>
                <a:lnTo>
                  <a:pt x="1764" y="89480"/>
                </a:lnTo>
                <a:lnTo>
                  <a:pt x="1764" y="90292"/>
                </a:lnTo>
                <a:lnTo>
                  <a:pt x="1764" y="91162"/>
                </a:lnTo>
                <a:lnTo>
                  <a:pt x="1764" y="92031"/>
                </a:lnTo>
                <a:lnTo>
                  <a:pt x="1828" y="92814"/>
                </a:lnTo>
                <a:lnTo>
                  <a:pt x="1828" y="93684"/>
                </a:lnTo>
                <a:lnTo>
                  <a:pt x="1828" y="94467"/>
                </a:lnTo>
                <a:lnTo>
                  <a:pt x="1828" y="95337"/>
                </a:lnTo>
                <a:lnTo>
                  <a:pt x="1924" y="96149"/>
                </a:lnTo>
                <a:lnTo>
                  <a:pt x="1924" y="97019"/>
                </a:lnTo>
                <a:lnTo>
                  <a:pt x="1924" y="97801"/>
                </a:lnTo>
                <a:lnTo>
                  <a:pt x="1924" y="98671"/>
                </a:lnTo>
                <a:lnTo>
                  <a:pt x="1924" y="99454"/>
                </a:lnTo>
                <a:lnTo>
                  <a:pt x="1988" y="100324"/>
                </a:lnTo>
                <a:lnTo>
                  <a:pt x="1988" y="101136"/>
                </a:lnTo>
                <a:lnTo>
                  <a:pt x="1988" y="102006"/>
                </a:lnTo>
                <a:lnTo>
                  <a:pt x="1988" y="102789"/>
                </a:lnTo>
                <a:lnTo>
                  <a:pt x="2053" y="103659"/>
                </a:lnTo>
                <a:lnTo>
                  <a:pt x="2053" y="104441"/>
                </a:lnTo>
                <a:lnTo>
                  <a:pt x="2053" y="105311"/>
                </a:lnTo>
                <a:lnTo>
                  <a:pt x="2053" y="106123"/>
                </a:lnTo>
                <a:lnTo>
                  <a:pt x="2053" y="106993"/>
                </a:lnTo>
                <a:lnTo>
                  <a:pt x="2117" y="107776"/>
                </a:lnTo>
                <a:lnTo>
                  <a:pt x="2117" y="108646"/>
                </a:lnTo>
                <a:lnTo>
                  <a:pt x="2117" y="109429"/>
                </a:lnTo>
                <a:lnTo>
                  <a:pt x="2117" y="110299"/>
                </a:lnTo>
                <a:lnTo>
                  <a:pt x="2213" y="111110"/>
                </a:lnTo>
                <a:lnTo>
                  <a:pt x="2213" y="111980"/>
                </a:lnTo>
                <a:lnTo>
                  <a:pt x="2213" y="112763"/>
                </a:lnTo>
                <a:lnTo>
                  <a:pt x="2213" y="113633"/>
                </a:lnTo>
                <a:lnTo>
                  <a:pt x="2213" y="114416"/>
                </a:lnTo>
                <a:lnTo>
                  <a:pt x="2277" y="115286"/>
                </a:lnTo>
                <a:lnTo>
                  <a:pt x="2277" y="116098"/>
                </a:lnTo>
                <a:lnTo>
                  <a:pt x="2277" y="116968"/>
                </a:lnTo>
                <a:lnTo>
                  <a:pt x="2277" y="117750"/>
                </a:lnTo>
                <a:lnTo>
                  <a:pt x="2277" y="118562"/>
                </a:lnTo>
                <a:lnTo>
                  <a:pt x="2341" y="119403"/>
                </a:lnTo>
                <a:lnTo>
                  <a:pt x="2341" y="120215"/>
                </a:lnTo>
                <a:lnTo>
                  <a:pt x="2341" y="121085"/>
                </a:lnTo>
                <a:lnTo>
                  <a:pt x="2341" y="121868"/>
                </a:lnTo>
                <a:lnTo>
                  <a:pt x="2406" y="122738"/>
                </a:lnTo>
                <a:lnTo>
                  <a:pt x="2406" y="123550"/>
                </a:lnTo>
                <a:lnTo>
                  <a:pt x="2406" y="124390"/>
                </a:lnTo>
                <a:lnTo>
                  <a:pt x="2406" y="125202"/>
                </a:lnTo>
                <a:lnTo>
                  <a:pt x="2406" y="125985"/>
                </a:lnTo>
                <a:lnTo>
                  <a:pt x="2502" y="126855"/>
                </a:lnTo>
                <a:lnTo>
                  <a:pt x="2502" y="127667"/>
                </a:lnTo>
                <a:lnTo>
                  <a:pt x="2502" y="128537"/>
                </a:lnTo>
                <a:lnTo>
                  <a:pt x="2502" y="129320"/>
                </a:lnTo>
                <a:lnTo>
                  <a:pt x="2566" y="130190"/>
                </a:lnTo>
                <a:lnTo>
                  <a:pt x="2566" y="130972"/>
                </a:lnTo>
                <a:lnTo>
                  <a:pt x="2566" y="131784"/>
                </a:lnTo>
                <a:lnTo>
                  <a:pt x="2566" y="132654"/>
                </a:lnTo>
                <a:lnTo>
                  <a:pt x="2566" y="133437"/>
                </a:lnTo>
                <a:lnTo>
                  <a:pt x="2630" y="134307"/>
                </a:lnTo>
                <a:lnTo>
                  <a:pt x="2630" y="135119"/>
                </a:lnTo>
                <a:lnTo>
                  <a:pt x="2630" y="135902"/>
                </a:lnTo>
                <a:lnTo>
                  <a:pt x="2630" y="136772"/>
                </a:lnTo>
                <a:lnTo>
                  <a:pt x="2726" y="137554"/>
                </a:lnTo>
                <a:lnTo>
                  <a:pt x="2726" y="138366"/>
                </a:lnTo>
                <a:lnTo>
                  <a:pt x="2726" y="139236"/>
                </a:lnTo>
                <a:lnTo>
                  <a:pt x="2726" y="140019"/>
                </a:lnTo>
                <a:lnTo>
                  <a:pt x="2726" y="140889"/>
                </a:lnTo>
                <a:lnTo>
                  <a:pt x="2790" y="141701"/>
                </a:lnTo>
                <a:lnTo>
                  <a:pt x="2790" y="142484"/>
                </a:lnTo>
                <a:lnTo>
                  <a:pt x="2790" y="143354"/>
                </a:lnTo>
                <a:lnTo>
                  <a:pt x="2790" y="144136"/>
                </a:lnTo>
                <a:lnTo>
                  <a:pt x="2855" y="144948"/>
                </a:lnTo>
                <a:lnTo>
                  <a:pt x="2855" y="145818"/>
                </a:lnTo>
                <a:lnTo>
                  <a:pt x="2855" y="146601"/>
                </a:lnTo>
                <a:lnTo>
                  <a:pt x="2855" y="147413"/>
                </a:lnTo>
                <a:lnTo>
                  <a:pt x="2855" y="148283"/>
                </a:lnTo>
                <a:lnTo>
                  <a:pt x="2919" y="149066"/>
                </a:lnTo>
                <a:lnTo>
                  <a:pt x="2919" y="149878"/>
                </a:lnTo>
                <a:lnTo>
                  <a:pt x="2919" y="150747"/>
                </a:lnTo>
                <a:lnTo>
                  <a:pt x="2919" y="151530"/>
                </a:lnTo>
                <a:lnTo>
                  <a:pt x="3015" y="152342"/>
                </a:lnTo>
                <a:lnTo>
                  <a:pt x="3015" y="153183"/>
                </a:lnTo>
                <a:lnTo>
                  <a:pt x="3015" y="153995"/>
                </a:lnTo>
                <a:lnTo>
                  <a:pt x="3015" y="154778"/>
                </a:lnTo>
                <a:lnTo>
                  <a:pt x="3015" y="155648"/>
                </a:lnTo>
                <a:lnTo>
                  <a:pt x="3079" y="156459"/>
                </a:lnTo>
                <a:lnTo>
                  <a:pt x="3079" y="157242"/>
                </a:lnTo>
                <a:lnTo>
                  <a:pt x="3079" y="158054"/>
                </a:lnTo>
                <a:lnTo>
                  <a:pt x="3079" y="158924"/>
                </a:lnTo>
                <a:lnTo>
                  <a:pt x="3079" y="159707"/>
                </a:lnTo>
                <a:lnTo>
                  <a:pt x="3143" y="160519"/>
                </a:lnTo>
                <a:lnTo>
                  <a:pt x="3143" y="161360"/>
                </a:lnTo>
                <a:lnTo>
                  <a:pt x="3143" y="162172"/>
                </a:lnTo>
                <a:lnTo>
                  <a:pt x="3143" y="162955"/>
                </a:lnTo>
                <a:lnTo>
                  <a:pt x="3240" y="163766"/>
                </a:lnTo>
                <a:lnTo>
                  <a:pt x="3240" y="164636"/>
                </a:lnTo>
                <a:lnTo>
                  <a:pt x="3240" y="16541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911394" y="3605547"/>
            <a:ext cx="3208" cy="153763"/>
          </a:xfrm>
          <a:custGeom>
            <a:avLst/>
            <a:gdLst/>
            <a:ahLst/>
            <a:cxnLst/>
            <a:rect l="l" t="t" r="r" b="b"/>
            <a:pathLst>
              <a:path w="3208" h="153763">
                <a:moveTo>
                  <a:pt x="0" y="0"/>
                </a:moveTo>
                <a:lnTo>
                  <a:pt x="0" y="811"/>
                </a:lnTo>
                <a:lnTo>
                  <a:pt x="0" y="1594"/>
                </a:lnTo>
                <a:lnTo>
                  <a:pt x="64" y="2464"/>
                </a:lnTo>
                <a:lnTo>
                  <a:pt x="64" y="3276"/>
                </a:lnTo>
                <a:lnTo>
                  <a:pt x="64" y="4059"/>
                </a:lnTo>
                <a:lnTo>
                  <a:pt x="64" y="4871"/>
                </a:lnTo>
                <a:lnTo>
                  <a:pt x="128" y="5654"/>
                </a:lnTo>
                <a:lnTo>
                  <a:pt x="128" y="6523"/>
                </a:lnTo>
                <a:lnTo>
                  <a:pt x="128" y="7335"/>
                </a:lnTo>
                <a:lnTo>
                  <a:pt x="128" y="8118"/>
                </a:lnTo>
                <a:lnTo>
                  <a:pt x="128" y="8930"/>
                </a:lnTo>
                <a:lnTo>
                  <a:pt x="192" y="9713"/>
                </a:lnTo>
                <a:lnTo>
                  <a:pt x="192" y="10583"/>
                </a:lnTo>
                <a:lnTo>
                  <a:pt x="192" y="11395"/>
                </a:lnTo>
                <a:lnTo>
                  <a:pt x="192" y="12178"/>
                </a:lnTo>
                <a:lnTo>
                  <a:pt x="288" y="12990"/>
                </a:lnTo>
                <a:lnTo>
                  <a:pt x="288" y="13772"/>
                </a:lnTo>
                <a:lnTo>
                  <a:pt x="288" y="14642"/>
                </a:lnTo>
                <a:lnTo>
                  <a:pt x="288" y="15425"/>
                </a:lnTo>
                <a:lnTo>
                  <a:pt x="288" y="16237"/>
                </a:lnTo>
                <a:lnTo>
                  <a:pt x="352" y="17020"/>
                </a:lnTo>
                <a:lnTo>
                  <a:pt x="352" y="17832"/>
                </a:lnTo>
                <a:lnTo>
                  <a:pt x="352" y="18615"/>
                </a:lnTo>
                <a:lnTo>
                  <a:pt x="352" y="19427"/>
                </a:lnTo>
                <a:lnTo>
                  <a:pt x="417" y="20296"/>
                </a:lnTo>
                <a:lnTo>
                  <a:pt x="417" y="21079"/>
                </a:lnTo>
                <a:lnTo>
                  <a:pt x="417" y="21891"/>
                </a:lnTo>
                <a:lnTo>
                  <a:pt x="417" y="22674"/>
                </a:lnTo>
                <a:lnTo>
                  <a:pt x="417" y="23486"/>
                </a:lnTo>
                <a:lnTo>
                  <a:pt x="481" y="24269"/>
                </a:lnTo>
                <a:lnTo>
                  <a:pt x="481" y="25081"/>
                </a:lnTo>
                <a:lnTo>
                  <a:pt x="481" y="25864"/>
                </a:lnTo>
                <a:lnTo>
                  <a:pt x="481" y="26675"/>
                </a:lnTo>
                <a:lnTo>
                  <a:pt x="577" y="27458"/>
                </a:lnTo>
                <a:lnTo>
                  <a:pt x="577" y="28328"/>
                </a:lnTo>
                <a:lnTo>
                  <a:pt x="577" y="29140"/>
                </a:lnTo>
                <a:lnTo>
                  <a:pt x="577" y="29923"/>
                </a:lnTo>
                <a:lnTo>
                  <a:pt x="577" y="30735"/>
                </a:lnTo>
                <a:lnTo>
                  <a:pt x="641" y="31518"/>
                </a:lnTo>
                <a:lnTo>
                  <a:pt x="641" y="32330"/>
                </a:lnTo>
                <a:lnTo>
                  <a:pt x="641" y="33112"/>
                </a:lnTo>
                <a:lnTo>
                  <a:pt x="641" y="33924"/>
                </a:lnTo>
                <a:lnTo>
                  <a:pt x="641" y="34707"/>
                </a:lnTo>
                <a:lnTo>
                  <a:pt x="705" y="35519"/>
                </a:lnTo>
                <a:lnTo>
                  <a:pt x="705" y="36331"/>
                </a:lnTo>
                <a:lnTo>
                  <a:pt x="705" y="37114"/>
                </a:lnTo>
                <a:lnTo>
                  <a:pt x="705" y="37926"/>
                </a:lnTo>
                <a:lnTo>
                  <a:pt x="802" y="38709"/>
                </a:lnTo>
                <a:lnTo>
                  <a:pt x="802" y="39520"/>
                </a:lnTo>
                <a:lnTo>
                  <a:pt x="802" y="40303"/>
                </a:lnTo>
                <a:lnTo>
                  <a:pt x="802" y="41115"/>
                </a:lnTo>
                <a:lnTo>
                  <a:pt x="802" y="41898"/>
                </a:lnTo>
                <a:lnTo>
                  <a:pt x="866" y="42710"/>
                </a:lnTo>
                <a:lnTo>
                  <a:pt x="866" y="43493"/>
                </a:lnTo>
                <a:lnTo>
                  <a:pt x="866" y="44305"/>
                </a:lnTo>
                <a:lnTo>
                  <a:pt x="866" y="45088"/>
                </a:lnTo>
                <a:lnTo>
                  <a:pt x="930" y="45899"/>
                </a:lnTo>
                <a:lnTo>
                  <a:pt x="930" y="46682"/>
                </a:lnTo>
                <a:lnTo>
                  <a:pt x="930" y="47494"/>
                </a:lnTo>
                <a:lnTo>
                  <a:pt x="930" y="48277"/>
                </a:lnTo>
                <a:lnTo>
                  <a:pt x="930" y="49031"/>
                </a:lnTo>
                <a:lnTo>
                  <a:pt x="994" y="49814"/>
                </a:lnTo>
                <a:lnTo>
                  <a:pt x="994" y="50626"/>
                </a:lnTo>
                <a:lnTo>
                  <a:pt x="994" y="51409"/>
                </a:lnTo>
                <a:lnTo>
                  <a:pt x="994" y="52220"/>
                </a:lnTo>
                <a:lnTo>
                  <a:pt x="1090" y="53003"/>
                </a:lnTo>
                <a:lnTo>
                  <a:pt x="1090" y="53815"/>
                </a:lnTo>
                <a:lnTo>
                  <a:pt x="1090" y="54598"/>
                </a:lnTo>
                <a:lnTo>
                  <a:pt x="1090" y="55410"/>
                </a:lnTo>
                <a:lnTo>
                  <a:pt x="1090" y="56135"/>
                </a:lnTo>
                <a:lnTo>
                  <a:pt x="1154" y="56918"/>
                </a:lnTo>
                <a:lnTo>
                  <a:pt x="1154" y="57730"/>
                </a:lnTo>
                <a:lnTo>
                  <a:pt x="1154" y="58513"/>
                </a:lnTo>
                <a:lnTo>
                  <a:pt x="1154" y="59324"/>
                </a:lnTo>
                <a:lnTo>
                  <a:pt x="1219" y="60136"/>
                </a:lnTo>
                <a:lnTo>
                  <a:pt x="1219" y="60919"/>
                </a:lnTo>
                <a:lnTo>
                  <a:pt x="1219" y="61644"/>
                </a:lnTo>
                <a:lnTo>
                  <a:pt x="1219" y="62456"/>
                </a:lnTo>
                <a:lnTo>
                  <a:pt x="1219" y="63239"/>
                </a:lnTo>
                <a:lnTo>
                  <a:pt x="1315" y="64051"/>
                </a:lnTo>
                <a:lnTo>
                  <a:pt x="1315" y="64834"/>
                </a:lnTo>
                <a:lnTo>
                  <a:pt x="1315" y="65587"/>
                </a:lnTo>
                <a:lnTo>
                  <a:pt x="1315" y="66370"/>
                </a:lnTo>
                <a:lnTo>
                  <a:pt x="1379" y="67182"/>
                </a:lnTo>
                <a:lnTo>
                  <a:pt x="1379" y="67965"/>
                </a:lnTo>
                <a:lnTo>
                  <a:pt x="1379" y="68690"/>
                </a:lnTo>
                <a:lnTo>
                  <a:pt x="1379" y="69502"/>
                </a:lnTo>
                <a:lnTo>
                  <a:pt x="1379" y="70285"/>
                </a:lnTo>
                <a:lnTo>
                  <a:pt x="1443" y="71097"/>
                </a:lnTo>
                <a:lnTo>
                  <a:pt x="1443" y="71821"/>
                </a:lnTo>
                <a:lnTo>
                  <a:pt x="1443" y="72633"/>
                </a:lnTo>
                <a:lnTo>
                  <a:pt x="1443" y="73416"/>
                </a:lnTo>
                <a:lnTo>
                  <a:pt x="1443" y="74228"/>
                </a:lnTo>
                <a:lnTo>
                  <a:pt x="1507" y="74953"/>
                </a:lnTo>
                <a:lnTo>
                  <a:pt x="1507" y="75736"/>
                </a:lnTo>
                <a:lnTo>
                  <a:pt x="1507" y="76548"/>
                </a:lnTo>
                <a:lnTo>
                  <a:pt x="1507" y="77273"/>
                </a:lnTo>
                <a:lnTo>
                  <a:pt x="1604" y="78085"/>
                </a:lnTo>
                <a:lnTo>
                  <a:pt x="1604" y="78867"/>
                </a:lnTo>
                <a:lnTo>
                  <a:pt x="1604" y="79592"/>
                </a:lnTo>
                <a:lnTo>
                  <a:pt x="1604" y="80404"/>
                </a:lnTo>
                <a:lnTo>
                  <a:pt x="1604" y="81216"/>
                </a:lnTo>
                <a:lnTo>
                  <a:pt x="1668" y="81941"/>
                </a:lnTo>
                <a:lnTo>
                  <a:pt x="1668" y="82724"/>
                </a:lnTo>
                <a:lnTo>
                  <a:pt x="1668" y="83536"/>
                </a:lnTo>
                <a:lnTo>
                  <a:pt x="1668" y="84261"/>
                </a:lnTo>
                <a:lnTo>
                  <a:pt x="1732" y="85072"/>
                </a:lnTo>
                <a:lnTo>
                  <a:pt x="1732" y="85797"/>
                </a:lnTo>
                <a:lnTo>
                  <a:pt x="1732" y="86580"/>
                </a:lnTo>
                <a:lnTo>
                  <a:pt x="1732" y="87392"/>
                </a:lnTo>
                <a:lnTo>
                  <a:pt x="1732" y="88117"/>
                </a:lnTo>
                <a:lnTo>
                  <a:pt x="1796" y="88929"/>
                </a:lnTo>
                <a:lnTo>
                  <a:pt x="1796" y="89654"/>
                </a:lnTo>
                <a:lnTo>
                  <a:pt x="1796" y="90437"/>
                </a:lnTo>
                <a:lnTo>
                  <a:pt x="1796" y="91191"/>
                </a:lnTo>
                <a:lnTo>
                  <a:pt x="1892" y="91973"/>
                </a:lnTo>
                <a:lnTo>
                  <a:pt x="1892" y="92785"/>
                </a:lnTo>
                <a:lnTo>
                  <a:pt x="1892" y="93510"/>
                </a:lnTo>
                <a:lnTo>
                  <a:pt x="1892" y="94293"/>
                </a:lnTo>
                <a:lnTo>
                  <a:pt x="1892" y="95047"/>
                </a:lnTo>
                <a:lnTo>
                  <a:pt x="1956" y="95830"/>
                </a:lnTo>
                <a:lnTo>
                  <a:pt x="1956" y="96555"/>
                </a:lnTo>
                <a:lnTo>
                  <a:pt x="1956" y="97367"/>
                </a:lnTo>
                <a:lnTo>
                  <a:pt x="1956" y="98091"/>
                </a:lnTo>
                <a:lnTo>
                  <a:pt x="2021" y="98903"/>
                </a:lnTo>
                <a:lnTo>
                  <a:pt x="2021" y="99628"/>
                </a:lnTo>
                <a:lnTo>
                  <a:pt x="2021" y="100411"/>
                </a:lnTo>
                <a:lnTo>
                  <a:pt x="2021" y="101165"/>
                </a:lnTo>
                <a:lnTo>
                  <a:pt x="2021" y="101890"/>
                </a:lnTo>
                <a:lnTo>
                  <a:pt x="2117" y="102673"/>
                </a:lnTo>
                <a:lnTo>
                  <a:pt x="2117" y="103398"/>
                </a:lnTo>
                <a:lnTo>
                  <a:pt x="2117" y="104210"/>
                </a:lnTo>
                <a:lnTo>
                  <a:pt x="2117" y="104934"/>
                </a:lnTo>
                <a:lnTo>
                  <a:pt x="2181" y="105659"/>
                </a:lnTo>
                <a:lnTo>
                  <a:pt x="2181" y="106471"/>
                </a:lnTo>
                <a:lnTo>
                  <a:pt x="2181" y="107196"/>
                </a:lnTo>
                <a:lnTo>
                  <a:pt x="2181" y="108008"/>
                </a:lnTo>
                <a:lnTo>
                  <a:pt x="2181" y="108733"/>
                </a:lnTo>
                <a:lnTo>
                  <a:pt x="2245" y="109458"/>
                </a:lnTo>
                <a:lnTo>
                  <a:pt x="2245" y="110270"/>
                </a:lnTo>
                <a:lnTo>
                  <a:pt x="2245" y="110994"/>
                </a:lnTo>
                <a:lnTo>
                  <a:pt x="2245" y="111719"/>
                </a:lnTo>
                <a:lnTo>
                  <a:pt x="2245" y="112531"/>
                </a:lnTo>
                <a:lnTo>
                  <a:pt x="2309" y="113256"/>
                </a:lnTo>
                <a:lnTo>
                  <a:pt x="2309" y="113981"/>
                </a:lnTo>
                <a:lnTo>
                  <a:pt x="2309" y="114793"/>
                </a:lnTo>
                <a:lnTo>
                  <a:pt x="2309" y="115518"/>
                </a:lnTo>
                <a:lnTo>
                  <a:pt x="2406" y="116243"/>
                </a:lnTo>
                <a:lnTo>
                  <a:pt x="2406" y="117055"/>
                </a:lnTo>
                <a:lnTo>
                  <a:pt x="2406" y="117779"/>
                </a:lnTo>
                <a:lnTo>
                  <a:pt x="2406" y="118504"/>
                </a:lnTo>
                <a:lnTo>
                  <a:pt x="2406" y="119229"/>
                </a:lnTo>
                <a:lnTo>
                  <a:pt x="2470" y="120041"/>
                </a:lnTo>
                <a:lnTo>
                  <a:pt x="2470" y="120766"/>
                </a:lnTo>
                <a:lnTo>
                  <a:pt x="2470" y="121491"/>
                </a:lnTo>
                <a:lnTo>
                  <a:pt x="2470" y="122216"/>
                </a:lnTo>
                <a:lnTo>
                  <a:pt x="2534" y="123028"/>
                </a:lnTo>
                <a:lnTo>
                  <a:pt x="2534" y="123753"/>
                </a:lnTo>
                <a:lnTo>
                  <a:pt x="2534" y="124477"/>
                </a:lnTo>
                <a:lnTo>
                  <a:pt x="2534" y="125231"/>
                </a:lnTo>
                <a:lnTo>
                  <a:pt x="2534" y="125956"/>
                </a:lnTo>
                <a:lnTo>
                  <a:pt x="2598" y="126681"/>
                </a:lnTo>
                <a:lnTo>
                  <a:pt x="2598" y="127493"/>
                </a:lnTo>
                <a:lnTo>
                  <a:pt x="2598" y="128218"/>
                </a:lnTo>
                <a:lnTo>
                  <a:pt x="2598" y="128943"/>
                </a:lnTo>
                <a:lnTo>
                  <a:pt x="2694" y="129668"/>
                </a:lnTo>
                <a:lnTo>
                  <a:pt x="2694" y="130421"/>
                </a:lnTo>
                <a:lnTo>
                  <a:pt x="2694" y="131146"/>
                </a:lnTo>
                <a:lnTo>
                  <a:pt x="2694" y="131871"/>
                </a:lnTo>
                <a:lnTo>
                  <a:pt x="2694" y="132596"/>
                </a:lnTo>
                <a:lnTo>
                  <a:pt x="2758" y="133408"/>
                </a:lnTo>
                <a:lnTo>
                  <a:pt x="2758" y="134133"/>
                </a:lnTo>
                <a:lnTo>
                  <a:pt x="2758" y="134858"/>
                </a:lnTo>
                <a:lnTo>
                  <a:pt x="2758" y="135583"/>
                </a:lnTo>
                <a:lnTo>
                  <a:pt x="2823" y="136337"/>
                </a:lnTo>
                <a:lnTo>
                  <a:pt x="2823" y="137061"/>
                </a:lnTo>
                <a:lnTo>
                  <a:pt x="2823" y="137786"/>
                </a:lnTo>
                <a:lnTo>
                  <a:pt x="2823" y="138511"/>
                </a:lnTo>
                <a:lnTo>
                  <a:pt x="2823" y="139265"/>
                </a:lnTo>
                <a:lnTo>
                  <a:pt x="2919" y="139990"/>
                </a:lnTo>
                <a:lnTo>
                  <a:pt x="2919" y="140715"/>
                </a:lnTo>
                <a:lnTo>
                  <a:pt x="2919" y="141440"/>
                </a:lnTo>
                <a:lnTo>
                  <a:pt x="2919" y="142165"/>
                </a:lnTo>
                <a:lnTo>
                  <a:pt x="2983" y="142919"/>
                </a:lnTo>
                <a:lnTo>
                  <a:pt x="2983" y="143643"/>
                </a:lnTo>
                <a:lnTo>
                  <a:pt x="2983" y="144368"/>
                </a:lnTo>
                <a:lnTo>
                  <a:pt x="2983" y="145093"/>
                </a:lnTo>
                <a:lnTo>
                  <a:pt x="2983" y="145847"/>
                </a:lnTo>
                <a:lnTo>
                  <a:pt x="3047" y="146572"/>
                </a:lnTo>
                <a:lnTo>
                  <a:pt x="3047" y="147239"/>
                </a:lnTo>
                <a:lnTo>
                  <a:pt x="3047" y="147964"/>
                </a:lnTo>
                <a:lnTo>
                  <a:pt x="3047" y="148689"/>
                </a:lnTo>
                <a:lnTo>
                  <a:pt x="3047" y="149414"/>
                </a:lnTo>
                <a:lnTo>
                  <a:pt x="3111" y="150167"/>
                </a:lnTo>
                <a:lnTo>
                  <a:pt x="3111" y="150892"/>
                </a:lnTo>
                <a:lnTo>
                  <a:pt x="3111" y="151617"/>
                </a:lnTo>
                <a:lnTo>
                  <a:pt x="3111" y="152342"/>
                </a:lnTo>
                <a:lnTo>
                  <a:pt x="3208" y="153009"/>
                </a:lnTo>
                <a:lnTo>
                  <a:pt x="3208" y="15376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914602" y="3759311"/>
            <a:ext cx="3208" cy="128392"/>
          </a:xfrm>
          <a:custGeom>
            <a:avLst/>
            <a:gdLst/>
            <a:ahLst/>
            <a:cxnLst/>
            <a:rect l="l" t="t" r="r" b="b"/>
            <a:pathLst>
              <a:path w="3208" h="128392">
                <a:moveTo>
                  <a:pt x="0" y="0"/>
                </a:moveTo>
                <a:lnTo>
                  <a:pt x="0" y="724"/>
                </a:lnTo>
                <a:lnTo>
                  <a:pt x="0" y="1449"/>
                </a:lnTo>
                <a:lnTo>
                  <a:pt x="0" y="2174"/>
                </a:lnTo>
                <a:lnTo>
                  <a:pt x="64" y="2841"/>
                </a:lnTo>
                <a:lnTo>
                  <a:pt x="64" y="3566"/>
                </a:lnTo>
                <a:lnTo>
                  <a:pt x="64" y="4320"/>
                </a:lnTo>
                <a:lnTo>
                  <a:pt x="64" y="5045"/>
                </a:lnTo>
                <a:lnTo>
                  <a:pt x="128" y="5712"/>
                </a:lnTo>
                <a:lnTo>
                  <a:pt x="128" y="6437"/>
                </a:lnTo>
                <a:lnTo>
                  <a:pt x="128" y="7161"/>
                </a:lnTo>
                <a:lnTo>
                  <a:pt x="128" y="7886"/>
                </a:lnTo>
                <a:lnTo>
                  <a:pt x="128" y="8553"/>
                </a:lnTo>
                <a:lnTo>
                  <a:pt x="224" y="9307"/>
                </a:lnTo>
                <a:lnTo>
                  <a:pt x="224" y="10032"/>
                </a:lnTo>
                <a:lnTo>
                  <a:pt x="224" y="10699"/>
                </a:lnTo>
                <a:lnTo>
                  <a:pt x="224" y="11424"/>
                </a:lnTo>
                <a:lnTo>
                  <a:pt x="288" y="12149"/>
                </a:lnTo>
                <a:lnTo>
                  <a:pt x="288" y="12816"/>
                </a:lnTo>
                <a:lnTo>
                  <a:pt x="288" y="13540"/>
                </a:lnTo>
                <a:lnTo>
                  <a:pt x="288" y="14294"/>
                </a:lnTo>
                <a:lnTo>
                  <a:pt x="288" y="14961"/>
                </a:lnTo>
                <a:lnTo>
                  <a:pt x="352" y="15686"/>
                </a:lnTo>
                <a:lnTo>
                  <a:pt x="352" y="16353"/>
                </a:lnTo>
                <a:lnTo>
                  <a:pt x="352" y="17078"/>
                </a:lnTo>
                <a:lnTo>
                  <a:pt x="352" y="17803"/>
                </a:lnTo>
                <a:lnTo>
                  <a:pt x="417" y="18470"/>
                </a:lnTo>
                <a:lnTo>
                  <a:pt x="417" y="19195"/>
                </a:lnTo>
                <a:lnTo>
                  <a:pt x="417" y="19861"/>
                </a:lnTo>
                <a:lnTo>
                  <a:pt x="417" y="20586"/>
                </a:lnTo>
                <a:lnTo>
                  <a:pt x="417" y="21253"/>
                </a:lnTo>
                <a:lnTo>
                  <a:pt x="513" y="22007"/>
                </a:lnTo>
                <a:lnTo>
                  <a:pt x="513" y="22674"/>
                </a:lnTo>
                <a:lnTo>
                  <a:pt x="513" y="23399"/>
                </a:lnTo>
                <a:lnTo>
                  <a:pt x="513" y="24066"/>
                </a:lnTo>
                <a:lnTo>
                  <a:pt x="577" y="24788"/>
                </a:lnTo>
                <a:lnTo>
                  <a:pt x="577" y="25455"/>
                </a:lnTo>
                <a:lnTo>
                  <a:pt x="577" y="26185"/>
                </a:lnTo>
                <a:lnTo>
                  <a:pt x="577" y="26849"/>
                </a:lnTo>
                <a:lnTo>
                  <a:pt x="577" y="27583"/>
                </a:lnTo>
                <a:lnTo>
                  <a:pt x="641" y="28247"/>
                </a:lnTo>
                <a:lnTo>
                  <a:pt x="641" y="28911"/>
                </a:lnTo>
                <a:lnTo>
                  <a:pt x="641" y="29645"/>
                </a:lnTo>
                <a:lnTo>
                  <a:pt x="641" y="30309"/>
                </a:lnTo>
                <a:lnTo>
                  <a:pt x="641" y="31039"/>
                </a:lnTo>
                <a:lnTo>
                  <a:pt x="705" y="31706"/>
                </a:lnTo>
                <a:lnTo>
                  <a:pt x="705" y="32370"/>
                </a:lnTo>
                <a:lnTo>
                  <a:pt x="705" y="33101"/>
                </a:lnTo>
                <a:lnTo>
                  <a:pt x="705" y="33765"/>
                </a:lnTo>
                <a:lnTo>
                  <a:pt x="802" y="34432"/>
                </a:lnTo>
                <a:lnTo>
                  <a:pt x="802" y="35162"/>
                </a:lnTo>
                <a:lnTo>
                  <a:pt x="802" y="35826"/>
                </a:lnTo>
                <a:lnTo>
                  <a:pt x="802" y="36493"/>
                </a:lnTo>
                <a:lnTo>
                  <a:pt x="802" y="37157"/>
                </a:lnTo>
                <a:lnTo>
                  <a:pt x="866" y="37888"/>
                </a:lnTo>
                <a:lnTo>
                  <a:pt x="866" y="38555"/>
                </a:lnTo>
                <a:lnTo>
                  <a:pt x="866" y="39219"/>
                </a:lnTo>
                <a:lnTo>
                  <a:pt x="866" y="39883"/>
                </a:lnTo>
                <a:lnTo>
                  <a:pt x="930" y="40616"/>
                </a:lnTo>
                <a:lnTo>
                  <a:pt x="930" y="41280"/>
                </a:lnTo>
                <a:lnTo>
                  <a:pt x="930" y="41944"/>
                </a:lnTo>
                <a:lnTo>
                  <a:pt x="930" y="42611"/>
                </a:lnTo>
                <a:lnTo>
                  <a:pt x="930" y="43275"/>
                </a:lnTo>
                <a:lnTo>
                  <a:pt x="1026" y="44006"/>
                </a:lnTo>
                <a:lnTo>
                  <a:pt x="1026" y="44673"/>
                </a:lnTo>
                <a:lnTo>
                  <a:pt x="1026" y="45337"/>
                </a:lnTo>
                <a:lnTo>
                  <a:pt x="1026" y="46001"/>
                </a:lnTo>
                <a:lnTo>
                  <a:pt x="1090" y="46668"/>
                </a:lnTo>
                <a:lnTo>
                  <a:pt x="1090" y="47332"/>
                </a:lnTo>
                <a:lnTo>
                  <a:pt x="1090" y="47996"/>
                </a:lnTo>
                <a:lnTo>
                  <a:pt x="1090" y="48663"/>
                </a:lnTo>
                <a:lnTo>
                  <a:pt x="1090" y="49393"/>
                </a:lnTo>
                <a:lnTo>
                  <a:pt x="1154" y="50057"/>
                </a:lnTo>
                <a:lnTo>
                  <a:pt x="1154" y="50721"/>
                </a:lnTo>
                <a:lnTo>
                  <a:pt x="1154" y="51388"/>
                </a:lnTo>
                <a:lnTo>
                  <a:pt x="1154" y="52052"/>
                </a:lnTo>
                <a:lnTo>
                  <a:pt x="1219" y="52716"/>
                </a:lnTo>
                <a:lnTo>
                  <a:pt x="1219" y="53383"/>
                </a:lnTo>
                <a:lnTo>
                  <a:pt x="1219" y="54047"/>
                </a:lnTo>
                <a:lnTo>
                  <a:pt x="1219" y="54711"/>
                </a:lnTo>
                <a:lnTo>
                  <a:pt x="1219" y="55378"/>
                </a:lnTo>
                <a:lnTo>
                  <a:pt x="1315" y="56042"/>
                </a:lnTo>
                <a:lnTo>
                  <a:pt x="1315" y="56706"/>
                </a:lnTo>
                <a:lnTo>
                  <a:pt x="1315" y="57373"/>
                </a:lnTo>
                <a:lnTo>
                  <a:pt x="1315" y="58037"/>
                </a:lnTo>
                <a:lnTo>
                  <a:pt x="1379" y="58637"/>
                </a:lnTo>
                <a:lnTo>
                  <a:pt x="1379" y="59301"/>
                </a:lnTo>
                <a:lnTo>
                  <a:pt x="1379" y="59965"/>
                </a:lnTo>
                <a:lnTo>
                  <a:pt x="1379" y="60632"/>
                </a:lnTo>
                <a:lnTo>
                  <a:pt x="1379" y="61296"/>
                </a:lnTo>
                <a:lnTo>
                  <a:pt x="1443" y="61960"/>
                </a:lnTo>
                <a:lnTo>
                  <a:pt x="1443" y="62627"/>
                </a:lnTo>
                <a:lnTo>
                  <a:pt x="1443" y="63224"/>
                </a:lnTo>
                <a:lnTo>
                  <a:pt x="1443" y="63888"/>
                </a:lnTo>
                <a:lnTo>
                  <a:pt x="1443" y="64555"/>
                </a:lnTo>
                <a:lnTo>
                  <a:pt x="1539" y="65219"/>
                </a:lnTo>
                <a:lnTo>
                  <a:pt x="1539" y="65883"/>
                </a:lnTo>
                <a:lnTo>
                  <a:pt x="1539" y="66483"/>
                </a:lnTo>
                <a:lnTo>
                  <a:pt x="1539" y="67147"/>
                </a:lnTo>
                <a:lnTo>
                  <a:pt x="1604" y="67811"/>
                </a:lnTo>
                <a:lnTo>
                  <a:pt x="1604" y="68478"/>
                </a:lnTo>
                <a:lnTo>
                  <a:pt x="1604" y="69076"/>
                </a:lnTo>
                <a:lnTo>
                  <a:pt x="1604" y="69740"/>
                </a:lnTo>
                <a:lnTo>
                  <a:pt x="1604" y="70406"/>
                </a:lnTo>
                <a:lnTo>
                  <a:pt x="1668" y="71070"/>
                </a:lnTo>
                <a:lnTo>
                  <a:pt x="1668" y="71668"/>
                </a:lnTo>
                <a:lnTo>
                  <a:pt x="1668" y="72335"/>
                </a:lnTo>
                <a:lnTo>
                  <a:pt x="1668" y="72999"/>
                </a:lnTo>
                <a:lnTo>
                  <a:pt x="1732" y="73599"/>
                </a:lnTo>
                <a:lnTo>
                  <a:pt x="1732" y="74263"/>
                </a:lnTo>
                <a:lnTo>
                  <a:pt x="1732" y="74860"/>
                </a:lnTo>
                <a:lnTo>
                  <a:pt x="1732" y="75527"/>
                </a:lnTo>
                <a:lnTo>
                  <a:pt x="1732" y="76191"/>
                </a:lnTo>
                <a:lnTo>
                  <a:pt x="1828" y="76788"/>
                </a:lnTo>
                <a:lnTo>
                  <a:pt x="1828" y="77455"/>
                </a:lnTo>
                <a:lnTo>
                  <a:pt x="1828" y="78053"/>
                </a:lnTo>
                <a:lnTo>
                  <a:pt x="1828" y="78717"/>
                </a:lnTo>
                <a:lnTo>
                  <a:pt x="1892" y="79317"/>
                </a:lnTo>
                <a:lnTo>
                  <a:pt x="1892" y="79981"/>
                </a:lnTo>
                <a:lnTo>
                  <a:pt x="1892" y="80581"/>
                </a:lnTo>
                <a:lnTo>
                  <a:pt x="1892" y="81245"/>
                </a:lnTo>
                <a:lnTo>
                  <a:pt x="1892" y="81842"/>
                </a:lnTo>
                <a:lnTo>
                  <a:pt x="1956" y="82509"/>
                </a:lnTo>
                <a:lnTo>
                  <a:pt x="1956" y="83107"/>
                </a:lnTo>
                <a:lnTo>
                  <a:pt x="1956" y="83771"/>
                </a:lnTo>
                <a:lnTo>
                  <a:pt x="1956" y="84371"/>
                </a:lnTo>
                <a:lnTo>
                  <a:pt x="2021" y="85035"/>
                </a:lnTo>
                <a:lnTo>
                  <a:pt x="2021" y="85632"/>
                </a:lnTo>
                <a:lnTo>
                  <a:pt x="2021" y="86232"/>
                </a:lnTo>
                <a:lnTo>
                  <a:pt x="2021" y="86896"/>
                </a:lnTo>
                <a:lnTo>
                  <a:pt x="2021" y="87496"/>
                </a:lnTo>
                <a:lnTo>
                  <a:pt x="2117" y="88094"/>
                </a:lnTo>
                <a:lnTo>
                  <a:pt x="2117" y="88758"/>
                </a:lnTo>
                <a:lnTo>
                  <a:pt x="2117" y="89358"/>
                </a:lnTo>
                <a:lnTo>
                  <a:pt x="2117" y="89955"/>
                </a:lnTo>
                <a:lnTo>
                  <a:pt x="2181" y="90619"/>
                </a:lnTo>
                <a:lnTo>
                  <a:pt x="2181" y="91220"/>
                </a:lnTo>
                <a:lnTo>
                  <a:pt x="2181" y="91817"/>
                </a:lnTo>
                <a:lnTo>
                  <a:pt x="2181" y="92484"/>
                </a:lnTo>
                <a:lnTo>
                  <a:pt x="2181" y="93081"/>
                </a:lnTo>
                <a:lnTo>
                  <a:pt x="2245" y="93678"/>
                </a:lnTo>
                <a:lnTo>
                  <a:pt x="2245" y="94279"/>
                </a:lnTo>
                <a:lnTo>
                  <a:pt x="2245" y="94943"/>
                </a:lnTo>
                <a:lnTo>
                  <a:pt x="2245" y="95543"/>
                </a:lnTo>
                <a:lnTo>
                  <a:pt x="2245" y="96140"/>
                </a:lnTo>
                <a:lnTo>
                  <a:pt x="2341" y="96737"/>
                </a:lnTo>
                <a:lnTo>
                  <a:pt x="2341" y="97338"/>
                </a:lnTo>
                <a:lnTo>
                  <a:pt x="2341" y="97935"/>
                </a:lnTo>
                <a:lnTo>
                  <a:pt x="2341" y="98599"/>
                </a:lnTo>
                <a:lnTo>
                  <a:pt x="2406" y="99199"/>
                </a:lnTo>
                <a:lnTo>
                  <a:pt x="2406" y="99796"/>
                </a:lnTo>
                <a:lnTo>
                  <a:pt x="2406" y="100397"/>
                </a:lnTo>
                <a:lnTo>
                  <a:pt x="2406" y="100994"/>
                </a:lnTo>
                <a:lnTo>
                  <a:pt x="2406" y="101591"/>
                </a:lnTo>
                <a:lnTo>
                  <a:pt x="2470" y="102191"/>
                </a:lnTo>
                <a:lnTo>
                  <a:pt x="2470" y="102789"/>
                </a:lnTo>
                <a:lnTo>
                  <a:pt x="2470" y="103389"/>
                </a:lnTo>
                <a:lnTo>
                  <a:pt x="2470" y="103986"/>
                </a:lnTo>
                <a:lnTo>
                  <a:pt x="2534" y="104584"/>
                </a:lnTo>
                <a:lnTo>
                  <a:pt x="2534" y="105184"/>
                </a:lnTo>
                <a:lnTo>
                  <a:pt x="2534" y="105781"/>
                </a:lnTo>
                <a:lnTo>
                  <a:pt x="2534" y="106381"/>
                </a:lnTo>
                <a:lnTo>
                  <a:pt x="2534" y="106979"/>
                </a:lnTo>
                <a:lnTo>
                  <a:pt x="2630" y="107576"/>
                </a:lnTo>
                <a:lnTo>
                  <a:pt x="2630" y="108176"/>
                </a:lnTo>
                <a:lnTo>
                  <a:pt x="2630" y="108773"/>
                </a:lnTo>
                <a:lnTo>
                  <a:pt x="2630" y="109374"/>
                </a:lnTo>
                <a:lnTo>
                  <a:pt x="2694" y="109971"/>
                </a:lnTo>
                <a:lnTo>
                  <a:pt x="2694" y="110504"/>
                </a:lnTo>
                <a:lnTo>
                  <a:pt x="2694" y="111102"/>
                </a:lnTo>
                <a:lnTo>
                  <a:pt x="2694" y="111699"/>
                </a:lnTo>
                <a:lnTo>
                  <a:pt x="2694" y="112299"/>
                </a:lnTo>
                <a:lnTo>
                  <a:pt x="2758" y="112897"/>
                </a:lnTo>
                <a:lnTo>
                  <a:pt x="2758" y="113497"/>
                </a:lnTo>
                <a:lnTo>
                  <a:pt x="2758" y="114027"/>
                </a:lnTo>
                <a:lnTo>
                  <a:pt x="2758" y="114625"/>
                </a:lnTo>
                <a:lnTo>
                  <a:pt x="2823" y="115225"/>
                </a:lnTo>
                <a:lnTo>
                  <a:pt x="2823" y="115822"/>
                </a:lnTo>
                <a:lnTo>
                  <a:pt x="2823" y="116356"/>
                </a:lnTo>
                <a:lnTo>
                  <a:pt x="2823" y="116953"/>
                </a:lnTo>
                <a:lnTo>
                  <a:pt x="2823" y="117550"/>
                </a:lnTo>
                <a:lnTo>
                  <a:pt x="2919" y="118151"/>
                </a:lnTo>
                <a:lnTo>
                  <a:pt x="2919" y="118681"/>
                </a:lnTo>
                <a:lnTo>
                  <a:pt x="2919" y="119281"/>
                </a:lnTo>
                <a:lnTo>
                  <a:pt x="2919" y="119879"/>
                </a:lnTo>
                <a:lnTo>
                  <a:pt x="2983" y="120412"/>
                </a:lnTo>
                <a:lnTo>
                  <a:pt x="2983" y="121010"/>
                </a:lnTo>
                <a:lnTo>
                  <a:pt x="2983" y="121540"/>
                </a:lnTo>
                <a:lnTo>
                  <a:pt x="2983" y="122140"/>
                </a:lnTo>
                <a:lnTo>
                  <a:pt x="2983" y="122738"/>
                </a:lnTo>
                <a:lnTo>
                  <a:pt x="3047" y="123271"/>
                </a:lnTo>
                <a:lnTo>
                  <a:pt x="3047" y="123868"/>
                </a:lnTo>
                <a:lnTo>
                  <a:pt x="3047" y="124402"/>
                </a:lnTo>
                <a:lnTo>
                  <a:pt x="3047" y="124999"/>
                </a:lnTo>
                <a:lnTo>
                  <a:pt x="3047" y="125530"/>
                </a:lnTo>
                <a:lnTo>
                  <a:pt x="3143" y="126130"/>
                </a:lnTo>
                <a:lnTo>
                  <a:pt x="3143" y="126661"/>
                </a:lnTo>
                <a:lnTo>
                  <a:pt x="3143" y="127261"/>
                </a:lnTo>
                <a:lnTo>
                  <a:pt x="3143" y="127792"/>
                </a:lnTo>
                <a:lnTo>
                  <a:pt x="3208" y="12839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917810" y="3887703"/>
            <a:ext cx="3143" cy="91631"/>
          </a:xfrm>
          <a:custGeom>
            <a:avLst/>
            <a:gdLst/>
            <a:ahLst/>
            <a:cxnLst/>
            <a:rect l="l" t="t" r="r" b="b"/>
            <a:pathLst>
              <a:path w="3143" h="91631">
                <a:moveTo>
                  <a:pt x="0" y="0"/>
                </a:moveTo>
                <a:lnTo>
                  <a:pt x="0" y="530"/>
                </a:lnTo>
                <a:lnTo>
                  <a:pt x="0" y="1127"/>
                </a:lnTo>
                <a:lnTo>
                  <a:pt x="0" y="1661"/>
                </a:lnTo>
                <a:lnTo>
                  <a:pt x="0" y="2192"/>
                </a:lnTo>
                <a:lnTo>
                  <a:pt x="64" y="2792"/>
                </a:lnTo>
                <a:lnTo>
                  <a:pt x="64" y="3322"/>
                </a:lnTo>
                <a:lnTo>
                  <a:pt x="64" y="3856"/>
                </a:lnTo>
                <a:lnTo>
                  <a:pt x="64" y="4453"/>
                </a:lnTo>
                <a:lnTo>
                  <a:pt x="128" y="4987"/>
                </a:lnTo>
                <a:lnTo>
                  <a:pt x="128" y="5517"/>
                </a:lnTo>
                <a:lnTo>
                  <a:pt x="128" y="6115"/>
                </a:lnTo>
                <a:lnTo>
                  <a:pt x="128" y="6648"/>
                </a:lnTo>
                <a:lnTo>
                  <a:pt x="128" y="7179"/>
                </a:lnTo>
                <a:lnTo>
                  <a:pt x="224" y="7712"/>
                </a:lnTo>
                <a:lnTo>
                  <a:pt x="224" y="8310"/>
                </a:lnTo>
                <a:lnTo>
                  <a:pt x="224" y="8843"/>
                </a:lnTo>
                <a:lnTo>
                  <a:pt x="224" y="9374"/>
                </a:lnTo>
                <a:lnTo>
                  <a:pt x="288" y="9907"/>
                </a:lnTo>
                <a:lnTo>
                  <a:pt x="288" y="10438"/>
                </a:lnTo>
                <a:lnTo>
                  <a:pt x="288" y="11038"/>
                </a:lnTo>
                <a:lnTo>
                  <a:pt x="288" y="11569"/>
                </a:lnTo>
                <a:lnTo>
                  <a:pt x="288" y="12099"/>
                </a:lnTo>
                <a:lnTo>
                  <a:pt x="352" y="12633"/>
                </a:lnTo>
                <a:lnTo>
                  <a:pt x="352" y="13163"/>
                </a:lnTo>
                <a:lnTo>
                  <a:pt x="352" y="13697"/>
                </a:lnTo>
                <a:lnTo>
                  <a:pt x="352" y="14228"/>
                </a:lnTo>
                <a:lnTo>
                  <a:pt x="449" y="14761"/>
                </a:lnTo>
                <a:lnTo>
                  <a:pt x="449" y="15292"/>
                </a:lnTo>
                <a:lnTo>
                  <a:pt x="449" y="15825"/>
                </a:lnTo>
                <a:lnTo>
                  <a:pt x="449" y="16356"/>
                </a:lnTo>
                <a:lnTo>
                  <a:pt x="449" y="16889"/>
                </a:lnTo>
                <a:lnTo>
                  <a:pt x="513" y="17420"/>
                </a:lnTo>
                <a:lnTo>
                  <a:pt x="513" y="17954"/>
                </a:lnTo>
                <a:lnTo>
                  <a:pt x="513" y="18484"/>
                </a:lnTo>
                <a:lnTo>
                  <a:pt x="513" y="19018"/>
                </a:lnTo>
                <a:lnTo>
                  <a:pt x="577" y="19548"/>
                </a:lnTo>
                <a:lnTo>
                  <a:pt x="577" y="20079"/>
                </a:lnTo>
                <a:lnTo>
                  <a:pt x="577" y="20612"/>
                </a:lnTo>
                <a:lnTo>
                  <a:pt x="577" y="21143"/>
                </a:lnTo>
                <a:lnTo>
                  <a:pt x="577" y="21677"/>
                </a:lnTo>
                <a:lnTo>
                  <a:pt x="641" y="22207"/>
                </a:lnTo>
                <a:lnTo>
                  <a:pt x="641" y="22674"/>
                </a:lnTo>
                <a:lnTo>
                  <a:pt x="641" y="23205"/>
                </a:lnTo>
                <a:lnTo>
                  <a:pt x="641" y="23738"/>
                </a:lnTo>
                <a:lnTo>
                  <a:pt x="641" y="24269"/>
                </a:lnTo>
                <a:lnTo>
                  <a:pt x="737" y="24802"/>
                </a:lnTo>
                <a:lnTo>
                  <a:pt x="737" y="25266"/>
                </a:lnTo>
                <a:lnTo>
                  <a:pt x="737" y="25800"/>
                </a:lnTo>
                <a:lnTo>
                  <a:pt x="737" y="26330"/>
                </a:lnTo>
                <a:lnTo>
                  <a:pt x="802" y="26864"/>
                </a:lnTo>
                <a:lnTo>
                  <a:pt x="802" y="27328"/>
                </a:lnTo>
                <a:lnTo>
                  <a:pt x="802" y="27861"/>
                </a:lnTo>
                <a:lnTo>
                  <a:pt x="802" y="28392"/>
                </a:lnTo>
                <a:lnTo>
                  <a:pt x="802" y="28859"/>
                </a:lnTo>
                <a:lnTo>
                  <a:pt x="866" y="29389"/>
                </a:lnTo>
                <a:lnTo>
                  <a:pt x="866" y="29923"/>
                </a:lnTo>
                <a:lnTo>
                  <a:pt x="866" y="30387"/>
                </a:lnTo>
                <a:lnTo>
                  <a:pt x="866" y="30920"/>
                </a:lnTo>
                <a:lnTo>
                  <a:pt x="930" y="31384"/>
                </a:lnTo>
                <a:lnTo>
                  <a:pt x="930" y="31918"/>
                </a:lnTo>
                <a:lnTo>
                  <a:pt x="930" y="32382"/>
                </a:lnTo>
                <a:lnTo>
                  <a:pt x="930" y="32915"/>
                </a:lnTo>
                <a:lnTo>
                  <a:pt x="930" y="33446"/>
                </a:lnTo>
                <a:lnTo>
                  <a:pt x="1026" y="33913"/>
                </a:lnTo>
                <a:lnTo>
                  <a:pt x="1026" y="34443"/>
                </a:lnTo>
                <a:lnTo>
                  <a:pt x="1026" y="34910"/>
                </a:lnTo>
                <a:lnTo>
                  <a:pt x="1026" y="35374"/>
                </a:lnTo>
                <a:lnTo>
                  <a:pt x="1090" y="35908"/>
                </a:lnTo>
                <a:lnTo>
                  <a:pt x="1090" y="36372"/>
                </a:lnTo>
                <a:lnTo>
                  <a:pt x="1090" y="36905"/>
                </a:lnTo>
                <a:lnTo>
                  <a:pt x="1090" y="37369"/>
                </a:lnTo>
                <a:lnTo>
                  <a:pt x="1090" y="37902"/>
                </a:lnTo>
                <a:lnTo>
                  <a:pt x="1154" y="38366"/>
                </a:lnTo>
                <a:lnTo>
                  <a:pt x="1154" y="38833"/>
                </a:lnTo>
                <a:lnTo>
                  <a:pt x="1154" y="39364"/>
                </a:lnTo>
                <a:lnTo>
                  <a:pt x="1154" y="39831"/>
                </a:lnTo>
                <a:lnTo>
                  <a:pt x="1251" y="40295"/>
                </a:lnTo>
                <a:lnTo>
                  <a:pt x="1251" y="40828"/>
                </a:lnTo>
                <a:lnTo>
                  <a:pt x="1251" y="41292"/>
                </a:lnTo>
                <a:lnTo>
                  <a:pt x="1251" y="41759"/>
                </a:lnTo>
                <a:lnTo>
                  <a:pt x="1251" y="42223"/>
                </a:lnTo>
                <a:lnTo>
                  <a:pt x="1315" y="42756"/>
                </a:lnTo>
                <a:lnTo>
                  <a:pt x="1315" y="43220"/>
                </a:lnTo>
                <a:lnTo>
                  <a:pt x="1315" y="43687"/>
                </a:lnTo>
                <a:lnTo>
                  <a:pt x="1315" y="44151"/>
                </a:lnTo>
                <a:lnTo>
                  <a:pt x="1379" y="44618"/>
                </a:lnTo>
                <a:lnTo>
                  <a:pt x="1379" y="45082"/>
                </a:lnTo>
                <a:lnTo>
                  <a:pt x="1379" y="45615"/>
                </a:lnTo>
                <a:lnTo>
                  <a:pt x="1379" y="46079"/>
                </a:lnTo>
                <a:lnTo>
                  <a:pt x="1379" y="46546"/>
                </a:lnTo>
                <a:lnTo>
                  <a:pt x="1443" y="47010"/>
                </a:lnTo>
                <a:lnTo>
                  <a:pt x="1443" y="47477"/>
                </a:lnTo>
                <a:lnTo>
                  <a:pt x="1443" y="47944"/>
                </a:lnTo>
                <a:lnTo>
                  <a:pt x="1443" y="48408"/>
                </a:lnTo>
                <a:lnTo>
                  <a:pt x="1443" y="48874"/>
                </a:lnTo>
                <a:lnTo>
                  <a:pt x="1539" y="49338"/>
                </a:lnTo>
                <a:lnTo>
                  <a:pt x="1539" y="49805"/>
                </a:lnTo>
                <a:lnTo>
                  <a:pt x="1539" y="50269"/>
                </a:lnTo>
                <a:lnTo>
                  <a:pt x="1539" y="50736"/>
                </a:lnTo>
                <a:lnTo>
                  <a:pt x="1604" y="51200"/>
                </a:lnTo>
                <a:lnTo>
                  <a:pt x="1604" y="51667"/>
                </a:lnTo>
                <a:lnTo>
                  <a:pt x="1604" y="52131"/>
                </a:lnTo>
                <a:lnTo>
                  <a:pt x="1604" y="52597"/>
                </a:lnTo>
                <a:lnTo>
                  <a:pt x="1604" y="53061"/>
                </a:lnTo>
                <a:lnTo>
                  <a:pt x="1668" y="53528"/>
                </a:lnTo>
                <a:lnTo>
                  <a:pt x="1668" y="53928"/>
                </a:lnTo>
                <a:lnTo>
                  <a:pt x="1668" y="54392"/>
                </a:lnTo>
                <a:lnTo>
                  <a:pt x="1668" y="54859"/>
                </a:lnTo>
                <a:lnTo>
                  <a:pt x="1732" y="55323"/>
                </a:lnTo>
                <a:lnTo>
                  <a:pt x="1732" y="55790"/>
                </a:lnTo>
                <a:lnTo>
                  <a:pt x="1732" y="56187"/>
                </a:lnTo>
                <a:lnTo>
                  <a:pt x="1732" y="56654"/>
                </a:lnTo>
                <a:lnTo>
                  <a:pt x="1732" y="57118"/>
                </a:lnTo>
                <a:lnTo>
                  <a:pt x="1828" y="57585"/>
                </a:lnTo>
                <a:lnTo>
                  <a:pt x="1828" y="57982"/>
                </a:lnTo>
                <a:lnTo>
                  <a:pt x="1828" y="58449"/>
                </a:lnTo>
                <a:lnTo>
                  <a:pt x="1828" y="58916"/>
                </a:lnTo>
                <a:lnTo>
                  <a:pt x="1892" y="59313"/>
                </a:lnTo>
                <a:lnTo>
                  <a:pt x="1892" y="59780"/>
                </a:lnTo>
                <a:lnTo>
                  <a:pt x="1892" y="60244"/>
                </a:lnTo>
                <a:lnTo>
                  <a:pt x="1892" y="60644"/>
                </a:lnTo>
                <a:lnTo>
                  <a:pt x="1892" y="61108"/>
                </a:lnTo>
                <a:lnTo>
                  <a:pt x="1956" y="61574"/>
                </a:lnTo>
                <a:lnTo>
                  <a:pt x="1956" y="61972"/>
                </a:lnTo>
                <a:lnTo>
                  <a:pt x="1956" y="62439"/>
                </a:lnTo>
                <a:lnTo>
                  <a:pt x="1956" y="62839"/>
                </a:lnTo>
                <a:lnTo>
                  <a:pt x="2053" y="63303"/>
                </a:lnTo>
                <a:lnTo>
                  <a:pt x="2053" y="63703"/>
                </a:lnTo>
                <a:lnTo>
                  <a:pt x="2053" y="64167"/>
                </a:lnTo>
                <a:lnTo>
                  <a:pt x="2053" y="64567"/>
                </a:lnTo>
                <a:lnTo>
                  <a:pt x="2053" y="65031"/>
                </a:lnTo>
                <a:lnTo>
                  <a:pt x="2117" y="65431"/>
                </a:lnTo>
                <a:lnTo>
                  <a:pt x="2117" y="65898"/>
                </a:lnTo>
                <a:lnTo>
                  <a:pt x="2117" y="66295"/>
                </a:lnTo>
                <a:lnTo>
                  <a:pt x="2117" y="66695"/>
                </a:lnTo>
                <a:lnTo>
                  <a:pt x="2181" y="67159"/>
                </a:lnTo>
                <a:lnTo>
                  <a:pt x="2181" y="67559"/>
                </a:lnTo>
                <a:lnTo>
                  <a:pt x="2181" y="67956"/>
                </a:lnTo>
                <a:lnTo>
                  <a:pt x="2181" y="68423"/>
                </a:lnTo>
                <a:lnTo>
                  <a:pt x="2181" y="68823"/>
                </a:lnTo>
                <a:lnTo>
                  <a:pt x="2245" y="69221"/>
                </a:lnTo>
                <a:lnTo>
                  <a:pt x="2245" y="69687"/>
                </a:lnTo>
                <a:lnTo>
                  <a:pt x="2245" y="70085"/>
                </a:lnTo>
                <a:lnTo>
                  <a:pt x="2245" y="70485"/>
                </a:lnTo>
                <a:lnTo>
                  <a:pt x="2245" y="70885"/>
                </a:lnTo>
                <a:lnTo>
                  <a:pt x="2341" y="71349"/>
                </a:lnTo>
                <a:lnTo>
                  <a:pt x="2341" y="71749"/>
                </a:lnTo>
                <a:lnTo>
                  <a:pt x="2341" y="72146"/>
                </a:lnTo>
                <a:lnTo>
                  <a:pt x="2341" y="72546"/>
                </a:lnTo>
                <a:lnTo>
                  <a:pt x="2406" y="72944"/>
                </a:lnTo>
                <a:lnTo>
                  <a:pt x="2406" y="73344"/>
                </a:lnTo>
                <a:lnTo>
                  <a:pt x="2406" y="73744"/>
                </a:lnTo>
                <a:lnTo>
                  <a:pt x="2406" y="74208"/>
                </a:lnTo>
                <a:lnTo>
                  <a:pt x="2406" y="74608"/>
                </a:lnTo>
                <a:lnTo>
                  <a:pt x="2470" y="75005"/>
                </a:lnTo>
                <a:lnTo>
                  <a:pt x="2470" y="75405"/>
                </a:lnTo>
                <a:lnTo>
                  <a:pt x="2470" y="75805"/>
                </a:lnTo>
                <a:lnTo>
                  <a:pt x="2470" y="76203"/>
                </a:lnTo>
                <a:lnTo>
                  <a:pt x="2566" y="76603"/>
                </a:lnTo>
                <a:lnTo>
                  <a:pt x="2566" y="77000"/>
                </a:lnTo>
                <a:lnTo>
                  <a:pt x="2566" y="77400"/>
                </a:lnTo>
                <a:lnTo>
                  <a:pt x="2566" y="77800"/>
                </a:lnTo>
                <a:lnTo>
                  <a:pt x="2566" y="78198"/>
                </a:lnTo>
                <a:lnTo>
                  <a:pt x="2630" y="78598"/>
                </a:lnTo>
                <a:lnTo>
                  <a:pt x="2630" y="78928"/>
                </a:lnTo>
                <a:lnTo>
                  <a:pt x="2630" y="79328"/>
                </a:lnTo>
                <a:lnTo>
                  <a:pt x="2630" y="79729"/>
                </a:lnTo>
                <a:lnTo>
                  <a:pt x="2694" y="80126"/>
                </a:lnTo>
                <a:lnTo>
                  <a:pt x="2694" y="80526"/>
                </a:lnTo>
                <a:lnTo>
                  <a:pt x="2694" y="80923"/>
                </a:lnTo>
                <a:lnTo>
                  <a:pt x="2694" y="81257"/>
                </a:lnTo>
                <a:lnTo>
                  <a:pt x="2694" y="81657"/>
                </a:lnTo>
                <a:lnTo>
                  <a:pt x="2758" y="82054"/>
                </a:lnTo>
                <a:lnTo>
                  <a:pt x="2758" y="82454"/>
                </a:lnTo>
                <a:lnTo>
                  <a:pt x="2758" y="82788"/>
                </a:lnTo>
                <a:lnTo>
                  <a:pt x="2758" y="83185"/>
                </a:lnTo>
                <a:lnTo>
                  <a:pt x="2855" y="83585"/>
                </a:lnTo>
                <a:lnTo>
                  <a:pt x="2855" y="83982"/>
                </a:lnTo>
                <a:lnTo>
                  <a:pt x="2855" y="84316"/>
                </a:lnTo>
                <a:lnTo>
                  <a:pt x="2855" y="84716"/>
                </a:lnTo>
                <a:lnTo>
                  <a:pt x="2855" y="85046"/>
                </a:lnTo>
                <a:lnTo>
                  <a:pt x="2919" y="85446"/>
                </a:lnTo>
                <a:lnTo>
                  <a:pt x="2919" y="85847"/>
                </a:lnTo>
                <a:lnTo>
                  <a:pt x="2919" y="86177"/>
                </a:lnTo>
                <a:lnTo>
                  <a:pt x="2919" y="86577"/>
                </a:lnTo>
                <a:lnTo>
                  <a:pt x="2983" y="86908"/>
                </a:lnTo>
                <a:lnTo>
                  <a:pt x="2983" y="87308"/>
                </a:lnTo>
                <a:lnTo>
                  <a:pt x="2983" y="87641"/>
                </a:lnTo>
                <a:lnTo>
                  <a:pt x="2983" y="88039"/>
                </a:lnTo>
                <a:lnTo>
                  <a:pt x="2983" y="88372"/>
                </a:lnTo>
                <a:lnTo>
                  <a:pt x="3047" y="88772"/>
                </a:lnTo>
                <a:lnTo>
                  <a:pt x="3047" y="89103"/>
                </a:lnTo>
                <a:lnTo>
                  <a:pt x="3047" y="89503"/>
                </a:lnTo>
                <a:lnTo>
                  <a:pt x="3047" y="89836"/>
                </a:lnTo>
                <a:lnTo>
                  <a:pt x="3047" y="90167"/>
                </a:lnTo>
                <a:lnTo>
                  <a:pt x="3143" y="90567"/>
                </a:lnTo>
                <a:lnTo>
                  <a:pt x="3143" y="90898"/>
                </a:lnTo>
                <a:lnTo>
                  <a:pt x="3143" y="91298"/>
                </a:lnTo>
                <a:lnTo>
                  <a:pt x="3143" y="9163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920954" y="3979335"/>
            <a:ext cx="3208" cy="46946"/>
          </a:xfrm>
          <a:custGeom>
            <a:avLst/>
            <a:gdLst/>
            <a:ahLst/>
            <a:cxnLst/>
            <a:rect l="l" t="t" r="r" b="b"/>
            <a:pathLst>
              <a:path w="3208" h="46946">
                <a:moveTo>
                  <a:pt x="0" y="0"/>
                </a:moveTo>
                <a:lnTo>
                  <a:pt x="64" y="330"/>
                </a:lnTo>
                <a:lnTo>
                  <a:pt x="64" y="663"/>
                </a:lnTo>
                <a:lnTo>
                  <a:pt x="64" y="1064"/>
                </a:lnTo>
                <a:lnTo>
                  <a:pt x="64" y="1394"/>
                </a:lnTo>
                <a:lnTo>
                  <a:pt x="64" y="1728"/>
                </a:lnTo>
                <a:lnTo>
                  <a:pt x="128" y="2061"/>
                </a:lnTo>
                <a:lnTo>
                  <a:pt x="128" y="2458"/>
                </a:lnTo>
                <a:lnTo>
                  <a:pt x="128" y="2792"/>
                </a:lnTo>
                <a:lnTo>
                  <a:pt x="128" y="3125"/>
                </a:lnTo>
                <a:lnTo>
                  <a:pt x="224" y="3456"/>
                </a:lnTo>
                <a:lnTo>
                  <a:pt x="224" y="3789"/>
                </a:lnTo>
                <a:lnTo>
                  <a:pt x="224" y="4123"/>
                </a:lnTo>
                <a:lnTo>
                  <a:pt x="224" y="4453"/>
                </a:lnTo>
                <a:lnTo>
                  <a:pt x="224" y="4853"/>
                </a:lnTo>
                <a:lnTo>
                  <a:pt x="288" y="5187"/>
                </a:lnTo>
                <a:lnTo>
                  <a:pt x="288" y="5517"/>
                </a:lnTo>
                <a:lnTo>
                  <a:pt x="288" y="5851"/>
                </a:lnTo>
                <a:lnTo>
                  <a:pt x="288" y="6184"/>
                </a:lnTo>
                <a:lnTo>
                  <a:pt x="352" y="6515"/>
                </a:lnTo>
                <a:lnTo>
                  <a:pt x="352" y="6848"/>
                </a:lnTo>
                <a:lnTo>
                  <a:pt x="352" y="7182"/>
                </a:lnTo>
                <a:lnTo>
                  <a:pt x="352" y="7512"/>
                </a:lnTo>
                <a:lnTo>
                  <a:pt x="352" y="7846"/>
                </a:lnTo>
                <a:lnTo>
                  <a:pt x="417" y="8112"/>
                </a:lnTo>
                <a:lnTo>
                  <a:pt x="417" y="8443"/>
                </a:lnTo>
                <a:lnTo>
                  <a:pt x="417" y="8776"/>
                </a:lnTo>
                <a:lnTo>
                  <a:pt x="417" y="9110"/>
                </a:lnTo>
                <a:lnTo>
                  <a:pt x="513" y="9440"/>
                </a:lnTo>
                <a:lnTo>
                  <a:pt x="513" y="9774"/>
                </a:lnTo>
                <a:lnTo>
                  <a:pt x="513" y="10107"/>
                </a:lnTo>
                <a:lnTo>
                  <a:pt x="513" y="10371"/>
                </a:lnTo>
                <a:lnTo>
                  <a:pt x="513" y="10705"/>
                </a:lnTo>
                <a:lnTo>
                  <a:pt x="577" y="11038"/>
                </a:lnTo>
                <a:lnTo>
                  <a:pt x="577" y="11369"/>
                </a:lnTo>
                <a:lnTo>
                  <a:pt x="577" y="11635"/>
                </a:lnTo>
                <a:lnTo>
                  <a:pt x="577" y="11969"/>
                </a:lnTo>
                <a:lnTo>
                  <a:pt x="641" y="12299"/>
                </a:lnTo>
                <a:lnTo>
                  <a:pt x="641" y="12566"/>
                </a:lnTo>
                <a:lnTo>
                  <a:pt x="641" y="12900"/>
                </a:lnTo>
                <a:lnTo>
                  <a:pt x="641" y="13230"/>
                </a:lnTo>
                <a:lnTo>
                  <a:pt x="641" y="13497"/>
                </a:lnTo>
                <a:lnTo>
                  <a:pt x="737" y="13830"/>
                </a:lnTo>
                <a:lnTo>
                  <a:pt x="737" y="14097"/>
                </a:lnTo>
                <a:lnTo>
                  <a:pt x="737" y="14428"/>
                </a:lnTo>
                <a:lnTo>
                  <a:pt x="737" y="14694"/>
                </a:lnTo>
                <a:lnTo>
                  <a:pt x="737" y="15028"/>
                </a:lnTo>
                <a:lnTo>
                  <a:pt x="802" y="15358"/>
                </a:lnTo>
                <a:lnTo>
                  <a:pt x="802" y="15625"/>
                </a:lnTo>
                <a:lnTo>
                  <a:pt x="802" y="15892"/>
                </a:lnTo>
                <a:lnTo>
                  <a:pt x="802" y="16223"/>
                </a:lnTo>
                <a:lnTo>
                  <a:pt x="866" y="16489"/>
                </a:lnTo>
                <a:lnTo>
                  <a:pt x="866" y="16823"/>
                </a:lnTo>
                <a:lnTo>
                  <a:pt x="866" y="17089"/>
                </a:lnTo>
                <a:lnTo>
                  <a:pt x="866" y="17420"/>
                </a:lnTo>
                <a:lnTo>
                  <a:pt x="866" y="17687"/>
                </a:lnTo>
                <a:lnTo>
                  <a:pt x="930" y="17954"/>
                </a:lnTo>
                <a:lnTo>
                  <a:pt x="930" y="18284"/>
                </a:lnTo>
                <a:lnTo>
                  <a:pt x="930" y="18551"/>
                </a:lnTo>
                <a:lnTo>
                  <a:pt x="930" y="18818"/>
                </a:lnTo>
                <a:lnTo>
                  <a:pt x="1026" y="19151"/>
                </a:lnTo>
                <a:lnTo>
                  <a:pt x="1026" y="19415"/>
                </a:lnTo>
                <a:lnTo>
                  <a:pt x="1026" y="19682"/>
                </a:lnTo>
                <a:lnTo>
                  <a:pt x="1026" y="19948"/>
                </a:lnTo>
                <a:lnTo>
                  <a:pt x="1026" y="20212"/>
                </a:lnTo>
                <a:lnTo>
                  <a:pt x="1090" y="20546"/>
                </a:lnTo>
                <a:lnTo>
                  <a:pt x="1090" y="20813"/>
                </a:lnTo>
                <a:lnTo>
                  <a:pt x="1090" y="21079"/>
                </a:lnTo>
                <a:lnTo>
                  <a:pt x="1090" y="21343"/>
                </a:lnTo>
                <a:lnTo>
                  <a:pt x="1154" y="21610"/>
                </a:lnTo>
                <a:lnTo>
                  <a:pt x="1154" y="21877"/>
                </a:lnTo>
                <a:lnTo>
                  <a:pt x="1154" y="22143"/>
                </a:lnTo>
                <a:lnTo>
                  <a:pt x="1154" y="22407"/>
                </a:lnTo>
                <a:lnTo>
                  <a:pt x="1154" y="22674"/>
                </a:lnTo>
                <a:lnTo>
                  <a:pt x="1219" y="23007"/>
                </a:lnTo>
                <a:lnTo>
                  <a:pt x="1219" y="23271"/>
                </a:lnTo>
                <a:lnTo>
                  <a:pt x="1219" y="23538"/>
                </a:lnTo>
                <a:lnTo>
                  <a:pt x="1219" y="23738"/>
                </a:lnTo>
                <a:lnTo>
                  <a:pt x="1315" y="24005"/>
                </a:lnTo>
                <a:lnTo>
                  <a:pt x="1315" y="24269"/>
                </a:lnTo>
                <a:lnTo>
                  <a:pt x="1315" y="24536"/>
                </a:lnTo>
                <a:lnTo>
                  <a:pt x="1315" y="24802"/>
                </a:lnTo>
                <a:lnTo>
                  <a:pt x="1315" y="25069"/>
                </a:lnTo>
                <a:lnTo>
                  <a:pt x="1379" y="25333"/>
                </a:lnTo>
                <a:lnTo>
                  <a:pt x="1379" y="25600"/>
                </a:lnTo>
                <a:lnTo>
                  <a:pt x="1379" y="25866"/>
                </a:lnTo>
                <a:lnTo>
                  <a:pt x="1379" y="26067"/>
                </a:lnTo>
                <a:lnTo>
                  <a:pt x="1443" y="26330"/>
                </a:lnTo>
                <a:lnTo>
                  <a:pt x="1443" y="26597"/>
                </a:lnTo>
                <a:lnTo>
                  <a:pt x="1443" y="26864"/>
                </a:lnTo>
                <a:lnTo>
                  <a:pt x="1443" y="27131"/>
                </a:lnTo>
                <a:lnTo>
                  <a:pt x="1443" y="27328"/>
                </a:lnTo>
                <a:lnTo>
                  <a:pt x="1539" y="27595"/>
                </a:lnTo>
                <a:lnTo>
                  <a:pt x="1539" y="27861"/>
                </a:lnTo>
                <a:lnTo>
                  <a:pt x="1539" y="28061"/>
                </a:lnTo>
                <a:lnTo>
                  <a:pt x="1539" y="28325"/>
                </a:lnTo>
                <a:lnTo>
                  <a:pt x="1539" y="28592"/>
                </a:lnTo>
                <a:lnTo>
                  <a:pt x="1604" y="28792"/>
                </a:lnTo>
                <a:lnTo>
                  <a:pt x="1604" y="29059"/>
                </a:lnTo>
                <a:lnTo>
                  <a:pt x="1604" y="29256"/>
                </a:lnTo>
                <a:lnTo>
                  <a:pt x="1604" y="29523"/>
                </a:lnTo>
                <a:lnTo>
                  <a:pt x="1668" y="29790"/>
                </a:lnTo>
                <a:lnTo>
                  <a:pt x="1668" y="29990"/>
                </a:lnTo>
                <a:lnTo>
                  <a:pt x="1668" y="30253"/>
                </a:lnTo>
                <a:lnTo>
                  <a:pt x="1668" y="30454"/>
                </a:lnTo>
                <a:lnTo>
                  <a:pt x="1668" y="30720"/>
                </a:lnTo>
                <a:lnTo>
                  <a:pt x="1732" y="30920"/>
                </a:lnTo>
                <a:lnTo>
                  <a:pt x="1732" y="31120"/>
                </a:lnTo>
                <a:lnTo>
                  <a:pt x="1732" y="31384"/>
                </a:lnTo>
                <a:lnTo>
                  <a:pt x="1732" y="31584"/>
                </a:lnTo>
                <a:lnTo>
                  <a:pt x="1828" y="31851"/>
                </a:lnTo>
                <a:lnTo>
                  <a:pt x="1828" y="32051"/>
                </a:lnTo>
                <a:lnTo>
                  <a:pt x="1828" y="32248"/>
                </a:lnTo>
                <a:lnTo>
                  <a:pt x="1828" y="32515"/>
                </a:lnTo>
                <a:lnTo>
                  <a:pt x="1828" y="32715"/>
                </a:lnTo>
                <a:lnTo>
                  <a:pt x="1892" y="32915"/>
                </a:lnTo>
                <a:lnTo>
                  <a:pt x="1892" y="33179"/>
                </a:lnTo>
                <a:lnTo>
                  <a:pt x="1892" y="33379"/>
                </a:lnTo>
                <a:lnTo>
                  <a:pt x="1892" y="33579"/>
                </a:lnTo>
                <a:lnTo>
                  <a:pt x="1956" y="33779"/>
                </a:lnTo>
                <a:lnTo>
                  <a:pt x="1956" y="33979"/>
                </a:lnTo>
                <a:lnTo>
                  <a:pt x="1956" y="34243"/>
                </a:lnTo>
                <a:lnTo>
                  <a:pt x="1956" y="34443"/>
                </a:lnTo>
                <a:lnTo>
                  <a:pt x="1956" y="34643"/>
                </a:lnTo>
                <a:lnTo>
                  <a:pt x="2021" y="34843"/>
                </a:lnTo>
                <a:lnTo>
                  <a:pt x="2021" y="35044"/>
                </a:lnTo>
                <a:lnTo>
                  <a:pt x="2021" y="35241"/>
                </a:lnTo>
                <a:lnTo>
                  <a:pt x="2021" y="35441"/>
                </a:lnTo>
                <a:lnTo>
                  <a:pt x="2117" y="35641"/>
                </a:lnTo>
                <a:lnTo>
                  <a:pt x="2117" y="35841"/>
                </a:lnTo>
                <a:lnTo>
                  <a:pt x="2117" y="36041"/>
                </a:lnTo>
                <a:lnTo>
                  <a:pt x="2117" y="36238"/>
                </a:lnTo>
                <a:lnTo>
                  <a:pt x="2117" y="36438"/>
                </a:lnTo>
                <a:lnTo>
                  <a:pt x="2181" y="36638"/>
                </a:lnTo>
                <a:lnTo>
                  <a:pt x="2181" y="36838"/>
                </a:lnTo>
                <a:lnTo>
                  <a:pt x="2181" y="37038"/>
                </a:lnTo>
                <a:lnTo>
                  <a:pt x="2181" y="37236"/>
                </a:lnTo>
                <a:lnTo>
                  <a:pt x="2245" y="37436"/>
                </a:lnTo>
                <a:lnTo>
                  <a:pt x="2245" y="37636"/>
                </a:lnTo>
                <a:lnTo>
                  <a:pt x="2245" y="37836"/>
                </a:lnTo>
                <a:lnTo>
                  <a:pt x="2245" y="38036"/>
                </a:lnTo>
                <a:lnTo>
                  <a:pt x="2245" y="38166"/>
                </a:lnTo>
                <a:lnTo>
                  <a:pt x="2341" y="38366"/>
                </a:lnTo>
                <a:lnTo>
                  <a:pt x="2341" y="38566"/>
                </a:lnTo>
                <a:lnTo>
                  <a:pt x="2341" y="38767"/>
                </a:lnTo>
                <a:lnTo>
                  <a:pt x="2341" y="38900"/>
                </a:lnTo>
                <a:lnTo>
                  <a:pt x="2341" y="39100"/>
                </a:lnTo>
                <a:lnTo>
                  <a:pt x="2406" y="39297"/>
                </a:lnTo>
                <a:lnTo>
                  <a:pt x="2406" y="39497"/>
                </a:lnTo>
                <a:lnTo>
                  <a:pt x="2406" y="39631"/>
                </a:lnTo>
                <a:lnTo>
                  <a:pt x="2406" y="39831"/>
                </a:lnTo>
                <a:lnTo>
                  <a:pt x="2470" y="40031"/>
                </a:lnTo>
                <a:lnTo>
                  <a:pt x="2470" y="40161"/>
                </a:lnTo>
                <a:lnTo>
                  <a:pt x="2470" y="40361"/>
                </a:lnTo>
                <a:lnTo>
                  <a:pt x="2470" y="40495"/>
                </a:lnTo>
                <a:lnTo>
                  <a:pt x="2470" y="40695"/>
                </a:lnTo>
                <a:lnTo>
                  <a:pt x="2534" y="40828"/>
                </a:lnTo>
                <a:lnTo>
                  <a:pt x="2534" y="41028"/>
                </a:lnTo>
                <a:lnTo>
                  <a:pt x="2534" y="41159"/>
                </a:lnTo>
                <a:lnTo>
                  <a:pt x="2534" y="41359"/>
                </a:lnTo>
                <a:lnTo>
                  <a:pt x="2630" y="41492"/>
                </a:lnTo>
                <a:lnTo>
                  <a:pt x="2630" y="41692"/>
                </a:lnTo>
                <a:lnTo>
                  <a:pt x="2630" y="41826"/>
                </a:lnTo>
                <a:lnTo>
                  <a:pt x="2630" y="42026"/>
                </a:lnTo>
                <a:lnTo>
                  <a:pt x="2630" y="42156"/>
                </a:lnTo>
                <a:lnTo>
                  <a:pt x="2694" y="42290"/>
                </a:lnTo>
                <a:lnTo>
                  <a:pt x="2694" y="42490"/>
                </a:lnTo>
                <a:lnTo>
                  <a:pt x="2694" y="42623"/>
                </a:lnTo>
                <a:lnTo>
                  <a:pt x="2694" y="42756"/>
                </a:lnTo>
                <a:lnTo>
                  <a:pt x="2758" y="42956"/>
                </a:lnTo>
                <a:lnTo>
                  <a:pt x="2758" y="43090"/>
                </a:lnTo>
                <a:lnTo>
                  <a:pt x="2758" y="43220"/>
                </a:lnTo>
                <a:lnTo>
                  <a:pt x="2758" y="43420"/>
                </a:lnTo>
                <a:lnTo>
                  <a:pt x="2758" y="43554"/>
                </a:lnTo>
                <a:lnTo>
                  <a:pt x="2855" y="43687"/>
                </a:lnTo>
                <a:lnTo>
                  <a:pt x="2855" y="43820"/>
                </a:lnTo>
                <a:lnTo>
                  <a:pt x="2855" y="43954"/>
                </a:lnTo>
                <a:lnTo>
                  <a:pt x="2855" y="44151"/>
                </a:lnTo>
                <a:lnTo>
                  <a:pt x="2919" y="44284"/>
                </a:lnTo>
                <a:lnTo>
                  <a:pt x="2919" y="44418"/>
                </a:lnTo>
                <a:lnTo>
                  <a:pt x="2919" y="44551"/>
                </a:lnTo>
                <a:lnTo>
                  <a:pt x="2919" y="44685"/>
                </a:lnTo>
                <a:lnTo>
                  <a:pt x="2919" y="44818"/>
                </a:lnTo>
                <a:lnTo>
                  <a:pt x="2983" y="44951"/>
                </a:lnTo>
                <a:lnTo>
                  <a:pt x="2983" y="45085"/>
                </a:lnTo>
                <a:lnTo>
                  <a:pt x="2983" y="45215"/>
                </a:lnTo>
                <a:lnTo>
                  <a:pt x="2983" y="45349"/>
                </a:lnTo>
                <a:lnTo>
                  <a:pt x="3047" y="45482"/>
                </a:lnTo>
                <a:lnTo>
                  <a:pt x="3047" y="45615"/>
                </a:lnTo>
                <a:lnTo>
                  <a:pt x="3047" y="45749"/>
                </a:lnTo>
                <a:lnTo>
                  <a:pt x="3047" y="45882"/>
                </a:lnTo>
                <a:lnTo>
                  <a:pt x="3047" y="46015"/>
                </a:lnTo>
                <a:lnTo>
                  <a:pt x="3143" y="46146"/>
                </a:lnTo>
                <a:lnTo>
                  <a:pt x="3143" y="46346"/>
                </a:lnTo>
                <a:lnTo>
                  <a:pt x="3143" y="46479"/>
                </a:lnTo>
                <a:lnTo>
                  <a:pt x="3143" y="46613"/>
                </a:lnTo>
                <a:lnTo>
                  <a:pt x="3208" y="46746"/>
                </a:lnTo>
                <a:lnTo>
                  <a:pt x="3208" y="46946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924162" y="4024684"/>
            <a:ext cx="3208" cy="6982"/>
          </a:xfrm>
          <a:custGeom>
            <a:avLst/>
            <a:gdLst/>
            <a:ahLst/>
            <a:cxnLst/>
            <a:rect l="l" t="t" r="r" b="b"/>
            <a:pathLst>
              <a:path w="3208" h="6982">
                <a:moveTo>
                  <a:pt x="0" y="1597"/>
                </a:moveTo>
                <a:lnTo>
                  <a:pt x="0" y="1731"/>
                </a:lnTo>
                <a:lnTo>
                  <a:pt x="64" y="1861"/>
                </a:lnTo>
                <a:lnTo>
                  <a:pt x="64" y="2061"/>
                </a:lnTo>
                <a:lnTo>
                  <a:pt x="64" y="2194"/>
                </a:lnTo>
                <a:lnTo>
                  <a:pt x="128" y="2395"/>
                </a:lnTo>
                <a:lnTo>
                  <a:pt x="128" y="2528"/>
                </a:lnTo>
                <a:lnTo>
                  <a:pt x="128" y="2728"/>
                </a:lnTo>
                <a:lnTo>
                  <a:pt x="224" y="2925"/>
                </a:lnTo>
                <a:lnTo>
                  <a:pt x="224" y="3125"/>
                </a:lnTo>
                <a:lnTo>
                  <a:pt x="288" y="3325"/>
                </a:lnTo>
                <a:lnTo>
                  <a:pt x="288" y="3459"/>
                </a:lnTo>
                <a:lnTo>
                  <a:pt x="288" y="3592"/>
                </a:lnTo>
                <a:lnTo>
                  <a:pt x="352" y="3789"/>
                </a:lnTo>
                <a:lnTo>
                  <a:pt x="352" y="3923"/>
                </a:lnTo>
                <a:lnTo>
                  <a:pt x="352" y="4056"/>
                </a:lnTo>
                <a:lnTo>
                  <a:pt x="449" y="4189"/>
                </a:lnTo>
                <a:lnTo>
                  <a:pt x="449" y="4389"/>
                </a:lnTo>
                <a:lnTo>
                  <a:pt x="513" y="4523"/>
                </a:lnTo>
                <a:lnTo>
                  <a:pt x="513" y="4656"/>
                </a:lnTo>
                <a:lnTo>
                  <a:pt x="577" y="4787"/>
                </a:lnTo>
                <a:lnTo>
                  <a:pt x="577" y="4920"/>
                </a:lnTo>
                <a:lnTo>
                  <a:pt x="577" y="5053"/>
                </a:lnTo>
                <a:lnTo>
                  <a:pt x="641" y="5187"/>
                </a:lnTo>
                <a:lnTo>
                  <a:pt x="641" y="5320"/>
                </a:lnTo>
                <a:lnTo>
                  <a:pt x="737" y="5454"/>
                </a:lnTo>
                <a:lnTo>
                  <a:pt x="737" y="5587"/>
                </a:lnTo>
                <a:lnTo>
                  <a:pt x="802" y="5720"/>
                </a:lnTo>
                <a:lnTo>
                  <a:pt x="802" y="5851"/>
                </a:lnTo>
                <a:lnTo>
                  <a:pt x="866" y="5984"/>
                </a:lnTo>
                <a:lnTo>
                  <a:pt x="866" y="6118"/>
                </a:lnTo>
                <a:lnTo>
                  <a:pt x="962" y="6251"/>
                </a:lnTo>
                <a:lnTo>
                  <a:pt x="1026" y="6384"/>
                </a:lnTo>
                <a:lnTo>
                  <a:pt x="1026" y="6518"/>
                </a:lnTo>
                <a:lnTo>
                  <a:pt x="1090" y="6651"/>
                </a:lnTo>
                <a:lnTo>
                  <a:pt x="1154" y="6782"/>
                </a:lnTo>
                <a:lnTo>
                  <a:pt x="1315" y="6848"/>
                </a:lnTo>
                <a:lnTo>
                  <a:pt x="1379" y="6982"/>
                </a:lnTo>
                <a:lnTo>
                  <a:pt x="1539" y="6982"/>
                </a:lnTo>
                <a:lnTo>
                  <a:pt x="1604" y="6982"/>
                </a:lnTo>
                <a:lnTo>
                  <a:pt x="1668" y="6848"/>
                </a:lnTo>
                <a:lnTo>
                  <a:pt x="1828" y="6782"/>
                </a:lnTo>
                <a:lnTo>
                  <a:pt x="1828" y="6651"/>
                </a:lnTo>
                <a:lnTo>
                  <a:pt x="1956" y="6518"/>
                </a:lnTo>
                <a:lnTo>
                  <a:pt x="1956" y="6384"/>
                </a:lnTo>
                <a:lnTo>
                  <a:pt x="2053" y="6251"/>
                </a:lnTo>
                <a:lnTo>
                  <a:pt x="2117" y="6118"/>
                </a:lnTo>
                <a:lnTo>
                  <a:pt x="2117" y="5984"/>
                </a:lnTo>
                <a:lnTo>
                  <a:pt x="2181" y="5851"/>
                </a:lnTo>
                <a:lnTo>
                  <a:pt x="2245" y="5720"/>
                </a:lnTo>
                <a:lnTo>
                  <a:pt x="2245" y="5587"/>
                </a:lnTo>
                <a:lnTo>
                  <a:pt x="2341" y="5454"/>
                </a:lnTo>
                <a:lnTo>
                  <a:pt x="2341" y="5320"/>
                </a:lnTo>
                <a:lnTo>
                  <a:pt x="2341" y="5187"/>
                </a:lnTo>
                <a:lnTo>
                  <a:pt x="2406" y="5053"/>
                </a:lnTo>
                <a:lnTo>
                  <a:pt x="2406" y="4920"/>
                </a:lnTo>
                <a:lnTo>
                  <a:pt x="2470" y="4787"/>
                </a:lnTo>
                <a:lnTo>
                  <a:pt x="2470" y="4656"/>
                </a:lnTo>
                <a:lnTo>
                  <a:pt x="2470" y="4523"/>
                </a:lnTo>
                <a:lnTo>
                  <a:pt x="2566" y="4389"/>
                </a:lnTo>
                <a:lnTo>
                  <a:pt x="2566" y="4256"/>
                </a:lnTo>
                <a:lnTo>
                  <a:pt x="2630" y="4123"/>
                </a:lnTo>
                <a:lnTo>
                  <a:pt x="2630" y="3923"/>
                </a:lnTo>
                <a:lnTo>
                  <a:pt x="2630" y="3789"/>
                </a:lnTo>
                <a:lnTo>
                  <a:pt x="2694" y="3659"/>
                </a:lnTo>
                <a:lnTo>
                  <a:pt x="2694" y="3459"/>
                </a:lnTo>
                <a:lnTo>
                  <a:pt x="2758" y="3325"/>
                </a:lnTo>
                <a:lnTo>
                  <a:pt x="2758" y="3192"/>
                </a:lnTo>
                <a:lnTo>
                  <a:pt x="2758" y="2992"/>
                </a:lnTo>
                <a:lnTo>
                  <a:pt x="2855" y="2792"/>
                </a:lnTo>
                <a:lnTo>
                  <a:pt x="2855" y="2595"/>
                </a:lnTo>
                <a:lnTo>
                  <a:pt x="2919" y="2395"/>
                </a:lnTo>
                <a:lnTo>
                  <a:pt x="2919" y="2261"/>
                </a:lnTo>
                <a:lnTo>
                  <a:pt x="2919" y="2061"/>
                </a:lnTo>
                <a:lnTo>
                  <a:pt x="2919" y="1928"/>
                </a:lnTo>
                <a:lnTo>
                  <a:pt x="2983" y="1731"/>
                </a:lnTo>
                <a:lnTo>
                  <a:pt x="2983" y="1597"/>
                </a:lnTo>
                <a:lnTo>
                  <a:pt x="3079" y="1397"/>
                </a:lnTo>
                <a:lnTo>
                  <a:pt x="3079" y="1264"/>
                </a:lnTo>
                <a:lnTo>
                  <a:pt x="3079" y="1130"/>
                </a:lnTo>
                <a:lnTo>
                  <a:pt x="3079" y="997"/>
                </a:lnTo>
                <a:lnTo>
                  <a:pt x="3143" y="797"/>
                </a:lnTo>
                <a:lnTo>
                  <a:pt x="3143" y="666"/>
                </a:lnTo>
                <a:lnTo>
                  <a:pt x="3143" y="533"/>
                </a:lnTo>
                <a:lnTo>
                  <a:pt x="3143" y="400"/>
                </a:lnTo>
                <a:lnTo>
                  <a:pt x="3143" y="266"/>
                </a:lnTo>
                <a:lnTo>
                  <a:pt x="3208" y="133"/>
                </a:lnTo>
                <a:lnTo>
                  <a:pt x="3208" y="0"/>
                </a:lnTo>
              </a:path>
            </a:pathLst>
          </a:custGeom>
          <a:ln w="44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927370" y="3975078"/>
            <a:ext cx="3208" cy="49605"/>
          </a:xfrm>
          <a:custGeom>
            <a:avLst/>
            <a:gdLst/>
            <a:ahLst/>
            <a:cxnLst/>
            <a:rect l="l" t="t" r="r" b="b"/>
            <a:pathLst>
              <a:path w="3208" h="49605">
                <a:moveTo>
                  <a:pt x="0" y="49605"/>
                </a:moveTo>
                <a:lnTo>
                  <a:pt x="0" y="49472"/>
                </a:lnTo>
                <a:lnTo>
                  <a:pt x="0" y="49341"/>
                </a:lnTo>
                <a:lnTo>
                  <a:pt x="64" y="49208"/>
                </a:lnTo>
                <a:lnTo>
                  <a:pt x="64" y="49074"/>
                </a:lnTo>
                <a:lnTo>
                  <a:pt x="64" y="48941"/>
                </a:lnTo>
                <a:lnTo>
                  <a:pt x="64" y="48808"/>
                </a:lnTo>
                <a:lnTo>
                  <a:pt x="64" y="48674"/>
                </a:lnTo>
                <a:lnTo>
                  <a:pt x="160" y="48541"/>
                </a:lnTo>
                <a:lnTo>
                  <a:pt x="160" y="48408"/>
                </a:lnTo>
                <a:lnTo>
                  <a:pt x="160" y="48277"/>
                </a:lnTo>
                <a:lnTo>
                  <a:pt x="160" y="48077"/>
                </a:lnTo>
                <a:lnTo>
                  <a:pt x="224" y="47944"/>
                </a:lnTo>
                <a:lnTo>
                  <a:pt x="224" y="47810"/>
                </a:lnTo>
                <a:lnTo>
                  <a:pt x="224" y="47677"/>
                </a:lnTo>
                <a:lnTo>
                  <a:pt x="224" y="47544"/>
                </a:lnTo>
                <a:lnTo>
                  <a:pt x="224" y="47346"/>
                </a:lnTo>
                <a:lnTo>
                  <a:pt x="288" y="47213"/>
                </a:lnTo>
                <a:lnTo>
                  <a:pt x="288" y="47080"/>
                </a:lnTo>
                <a:lnTo>
                  <a:pt x="288" y="46880"/>
                </a:lnTo>
                <a:lnTo>
                  <a:pt x="288" y="46746"/>
                </a:lnTo>
                <a:lnTo>
                  <a:pt x="352" y="46613"/>
                </a:lnTo>
                <a:lnTo>
                  <a:pt x="352" y="46413"/>
                </a:lnTo>
                <a:lnTo>
                  <a:pt x="352" y="46282"/>
                </a:lnTo>
                <a:lnTo>
                  <a:pt x="352" y="46149"/>
                </a:lnTo>
                <a:lnTo>
                  <a:pt x="352" y="45949"/>
                </a:lnTo>
                <a:lnTo>
                  <a:pt x="449" y="45815"/>
                </a:lnTo>
                <a:lnTo>
                  <a:pt x="449" y="45615"/>
                </a:lnTo>
                <a:lnTo>
                  <a:pt x="449" y="45482"/>
                </a:lnTo>
                <a:lnTo>
                  <a:pt x="449" y="45285"/>
                </a:lnTo>
                <a:lnTo>
                  <a:pt x="513" y="45151"/>
                </a:lnTo>
                <a:lnTo>
                  <a:pt x="513" y="44951"/>
                </a:lnTo>
                <a:lnTo>
                  <a:pt x="513" y="44818"/>
                </a:lnTo>
                <a:lnTo>
                  <a:pt x="513" y="44618"/>
                </a:lnTo>
                <a:lnTo>
                  <a:pt x="513" y="44484"/>
                </a:lnTo>
                <a:lnTo>
                  <a:pt x="577" y="44287"/>
                </a:lnTo>
                <a:lnTo>
                  <a:pt x="577" y="44087"/>
                </a:lnTo>
                <a:lnTo>
                  <a:pt x="577" y="43954"/>
                </a:lnTo>
                <a:lnTo>
                  <a:pt x="577" y="43754"/>
                </a:lnTo>
                <a:lnTo>
                  <a:pt x="673" y="43554"/>
                </a:lnTo>
                <a:lnTo>
                  <a:pt x="673" y="43420"/>
                </a:lnTo>
                <a:lnTo>
                  <a:pt x="673" y="43223"/>
                </a:lnTo>
                <a:lnTo>
                  <a:pt x="673" y="43023"/>
                </a:lnTo>
                <a:lnTo>
                  <a:pt x="673" y="42890"/>
                </a:lnTo>
                <a:lnTo>
                  <a:pt x="737" y="42690"/>
                </a:lnTo>
                <a:lnTo>
                  <a:pt x="737" y="42490"/>
                </a:lnTo>
                <a:lnTo>
                  <a:pt x="737" y="42292"/>
                </a:lnTo>
                <a:lnTo>
                  <a:pt x="737" y="42092"/>
                </a:lnTo>
                <a:lnTo>
                  <a:pt x="737" y="41959"/>
                </a:lnTo>
                <a:lnTo>
                  <a:pt x="802" y="41759"/>
                </a:lnTo>
                <a:lnTo>
                  <a:pt x="802" y="41559"/>
                </a:lnTo>
                <a:lnTo>
                  <a:pt x="802" y="41362"/>
                </a:lnTo>
                <a:lnTo>
                  <a:pt x="802" y="41162"/>
                </a:lnTo>
                <a:lnTo>
                  <a:pt x="866" y="40962"/>
                </a:lnTo>
                <a:lnTo>
                  <a:pt x="866" y="40761"/>
                </a:lnTo>
                <a:lnTo>
                  <a:pt x="866" y="40561"/>
                </a:lnTo>
                <a:lnTo>
                  <a:pt x="866" y="40361"/>
                </a:lnTo>
                <a:lnTo>
                  <a:pt x="866" y="40164"/>
                </a:lnTo>
                <a:lnTo>
                  <a:pt x="962" y="39964"/>
                </a:lnTo>
                <a:lnTo>
                  <a:pt x="962" y="39764"/>
                </a:lnTo>
                <a:lnTo>
                  <a:pt x="962" y="39564"/>
                </a:lnTo>
                <a:lnTo>
                  <a:pt x="962" y="39367"/>
                </a:lnTo>
                <a:lnTo>
                  <a:pt x="1026" y="39167"/>
                </a:lnTo>
                <a:lnTo>
                  <a:pt x="1026" y="38967"/>
                </a:lnTo>
                <a:lnTo>
                  <a:pt x="1026" y="38767"/>
                </a:lnTo>
                <a:lnTo>
                  <a:pt x="1026" y="38566"/>
                </a:lnTo>
                <a:lnTo>
                  <a:pt x="1026" y="38303"/>
                </a:lnTo>
                <a:lnTo>
                  <a:pt x="1090" y="38103"/>
                </a:lnTo>
                <a:lnTo>
                  <a:pt x="1090" y="37902"/>
                </a:lnTo>
                <a:lnTo>
                  <a:pt x="1090" y="37702"/>
                </a:lnTo>
                <a:lnTo>
                  <a:pt x="1090" y="37502"/>
                </a:lnTo>
                <a:lnTo>
                  <a:pt x="1186" y="37238"/>
                </a:lnTo>
                <a:lnTo>
                  <a:pt x="1186" y="37038"/>
                </a:lnTo>
                <a:lnTo>
                  <a:pt x="1186" y="36838"/>
                </a:lnTo>
                <a:lnTo>
                  <a:pt x="1186" y="36572"/>
                </a:lnTo>
                <a:lnTo>
                  <a:pt x="1186" y="36374"/>
                </a:lnTo>
                <a:lnTo>
                  <a:pt x="1251" y="36174"/>
                </a:lnTo>
                <a:lnTo>
                  <a:pt x="1251" y="35908"/>
                </a:lnTo>
                <a:lnTo>
                  <a:pt x="1251" y="35708"/>
                </a:lnTo>
                <a:lnTo>
                  <a:pt x="1251" y="35507"/>
                </a:lnTo>
                <a:lnTo>
                  <a:pt x="1315" y="35244"/>
                </a:lnTo>
                <a:lnTo>
                  <a:pt x="1315" y="35044"/>
                </a:lnTo>
                <a:lnTo>
                  <a:pt x="1315" y="34777"/>
                </a:lnTo>
                <a:lnTo>
                  <a:pt x="1315" y="34577"/>
                </a:lnTo>
                <a:lnTo>
                  <a:pt x="1315" y="34313"/>
                </a:lnTo>
                <a:lnTo>
                  <a:pt x="1379" y="34113"/>
                </a:lnTo>
                <a:lnTo>
                  <a:pt x="1379" y="33846"/>
                </a:lnTo>
                <a:lnTo>
                  <a:pt x="1379" y="33646"/>
                </a:lnTo>
                <a:lnTo>
                  <a:pt x="1379" y="33382"/>
                </a:lnTo>
                <a:lnTo>
                  <a:pt x="1475" y="33182"/>
                </a:lnTo>
                <a:lnTo>
                  <a:pt x="1475" y="32915"/>
                </a:lnTo>
                <a:lnTo>
                  <a:pt x="1475" y="32715"/>
                </a:lnTo>
                <a:lnTo>
                  <a:pt x="1475" y="32448"/>
                </a:lnTo>
                <a:lnTo>
                  <a:pt x="1475" y="32185"/>
                </a:lnTo>
                <a:lnTo>
                  <a:pt x="1539" y="31984"/>
                </a:lnTo>
                <a:lnTo>
                  <a:pt x="1539" y="31718"/>
                </a:lnTo>
                <a:lnTo>
                  <a:pt x="1539" y="31451"/>
                </a:lnTo>
                <a:lnTo>
                  <a:pt x="1539" y="31254"/>
                </a:lnTo>
                <a:lnTo>
                  <a:pt x="1539" y="30987"/>
                </a:lnTo>
                <a:lnTo>
                  <a:pt x="1604" y="30720"/>
                </a:lnTo>
                <a:lnTo>
                  <a:pt x="1604" y="30454"/>
                </a:lnTo>
                <a:lnTo>
                  <a:pt x="1604" y="30190"/>
                </a:lnTo>
                <a:lnTo>
                  <a:pt x="1604" y="29990"/>
                </a:lnTo>
                <a:lnTo>
                  <a:pt x="1668" y="29723"/>
                </a:lnTo>
                <a:lnTo>
                  <a:pt x="1668" y="29456"/>
                </a:lnTo>
                <a:lnTo>
                  <a:pt x="1668" y="29192"/>
                </a:lnTo>
                <a:lnTo>
                  <a:pt x="1668" y="28925"/>
                </a:lnTo>
                <a:lnTo>
                  <a:pt x="1668" y="28659"/>
                </a:lnTo>
                <a:lnTo>
                  <a:pt x="1764" y="28395"/>
                </a:lnTo>
                <a:lnTo>
                  <a:pt x="1764" y="28195"/>
                </a:lnTo>
                <a:lnTo>
                  <a:pt x="1764" y="27928"/>
                </a:lnTo>
                <a:lnTo>
                  <a:pt x="1764" y="27661"/>
                </a:lnTo>
                <a:lnTo>
                  <a:pt x="1828" y="27397"/>
                </a:lnTo>
                <a:lnTo>
                  <a:pt x="1828" y="27131"/>
                </a:lnTo>
                <a:lnTo>
                  <a:pt x="1828" y="26864"/>
                </a:lnTo>
                <a:lnTo>
                  <a:pt x="1828" y="26597"/>
                </a:lnTo>
                <a:lnTo>
                  <a:pt x="1828" y="26333"/>
                </a:lnTo>
                <a:lnTo>
                  <a:pt x="1892" y="26067"/>
                </a:lnTo>
                <a:lnTo>
                  <a:pt x="1892" y="25733"/>
                </a:lnTo>
                <a:lnTo>
                  <a:pt x="1892" y="25466"/>
                </a:lnTo>
                <a:lnTo>
                  <a:pt x="1892" y="25202"/>
                </a:lnTo>
                <a:lnTo>
                  <a:pt x="1988" y="24936"/>
                </a:lnTo>
                <a:lnTo>
                  <a:pt x="1988" y="24669"/>
                </a:lnTo>
                <a:lnTo>
                  <a:pt x="1988" y="24405"/>
                </a:lnTo>
                <a:lnTo>
                  <a:pt x="1988" y="24138"/>
                </a:lnTo>
                <a:lnTo>
                  <a:pt x="1988" y="23805"/>
                </a:lnTo>
                <a:lnTo>
                  <a:pt x="2053" y="23538"/>
                </a:lnTo>
                <a:lnTo>
                  <a:pt x="2053" y="23274"/>
                </a:lnTo>
                <a:lnTo>
                  <a:pt x="2053" y="23007"/>
                </a:lnTo>
                <a:lnTo>
                  <a:pt x="2053" y="22674"/>
                </a:lnTo>
                <a:lnTo>
                  <a:pt x="2117" y="22410"/>
                </a:lnTo>
                <a:lnTo>
                  <a:pt x="2117" y="22143"/>
                </a:lnTo>
                <a:lnTo>
                  <a:pt x="2117" y="21810"/>
                </a:lnTo>
                <a:lnTo>
                  <a:pt x="2117" y="21543"/>
                </a:lnTo>
                <a:lnTo>
                  <a:pt x="2117" y="21279"/>
                </a:lnTo>
                <a:lnTo>
                  <a:pt x="2181" y="20946"/>
                </a:lnTo>
                <a:lnTo>
                  <a:pt x="2181" y="20679"/>
                </a:lnTo>
                <a:lnTo>
                  <a:pt x="2181" y="20415"/>
                </a:lnTo>
                <a:lnTo>
                  <a:pt x="2181" y="20082"/>
                </a:lnTo>
                <a:lnTo>
                  <a:pt x="2277" y="19815"/>
                </a:lnTo>
                <a:lnTo>
                  <a:pt x="2277" y="19482"/>
                </a:lnTo>
                <a:lnTo>
                  <a:pt x="2277" y="19218"/>
                </a:lnTo>
                <a:lnTo>
                  <a:pt x="2277" y="18884"/>
                </a:lnTo>
                <a:lnTo>
                  <a:pt x="2277" y="18618"/>
                </a:lnTo>
                <a:lnTo>
                  <a:pt x="2341" y="18287"/>
                </a:lnTo>
                <a:lnTo>
                  <a:pt x="2341" y="18020"/>
                </a:lnTo>
                <a:lnTo>
                  <a:pt x="2341" y="17687"/>
                </a:lnTo>
                <a:lnTo>
                  <a:pt x="2341" y="17356"/>
                </a:lnTo>
                <a:lnTo>
                  <a:pt x="2341" y="17089"/>
                </a:lnTo>
                <a:lnTo>
                  <a:pt x="2406" y="16756"/>
                </a:lnTo>
                <a:lnTo>
                  <a:pt x="2406" y="16489"/>
                </a:lnTo>
                <a:lnTo>
                  <a:pt x="2406" y="16159"/>
                </a:lnTo>
                <a:lnTo>
                  <a:pt x="2406" y="15825"/>
                </a:lnTo>
                <a:lnTo>
                  <a:pt x="2470" y="15559"/>
                </a:lnTo>
                <a:lnTo>
                  <a:pt x="2470" y="15228"/>
                </a:lnTo>
                <a:lnTo>
                  <a:pt x="2470" y="14895"/>
                </a:lnTo>
                <a:lnTo>
                  <a:pt x="2470" y="14561"/>
                </a:lnTo>
                <a:lnTo>
                  <a:pt x="2470" y="14297"/>
                </a:lnTo>
                <a:lnTo>
                  <a:pt x="2566" y="13964"/>
                </a:lnTo>
                <a:lnTo>
                  <a:pt x="2566" y="13630"/>
                </a:lnTo>
                <a:lnTo>
                  <a:pt x="2566" y="13300"/>
                </a:lnTo>
                <a:lnTo>
                  <a:pt x="2566" y="12966"/>
                </a:lnTo>
                <a:lnTo>
                  <a:pt x="2630" y="12700"/>
                </a:lnTo>
                <a:lnTo>
                  <a:pt x="2630" y="12369"/>
                </a:lnTo>
                <a:lnTo>
                  <a:pt x="2630" y="12036"/>
                </a:lnTo>
                <a:lnTo>
                  <a:pt x="2630" y="11702"/>
                </a:lnTo>
                <a:lnTo>
                  <a:pt x="2630" y="11372"/>
                </a:lnTo>
                <a:lnTo>
                  <a:pt x="2694" y="11038"/>
                </a:lnTo>
                <a:lnTo>
                  <a:pt x="2694" y="10705"/>
                </a:lnTo>
                <a:lnTo>
                  <a:pt x="2694" y="10374"/>
                </a:lnTo>
                <a:lnTo>
                  <a:pt x="2694" y="10041"/>
                </a:lnTo>
                <a:lnTo>
                  <a:pt x="2790" y="9707"/>
                </a:lnTo>
                <a:lnTo>
                  <a:pt x="2790" y="9377"/>
                </a:lnTo>
                <a:lnTo>
                  <a:pt x="2790" y="9043"/>
                </a:lnTo>
                <a:lnTo>
                  <a:pt x="2790" y="8710"/>
                </a:lnTo>
                <a:lnTo>
                  <a:pt x="2790" y="8379"/>
                </a:lnTo>
                <a:lnTo>
                  <a:pt x="2855" y="8046"/>
                </a:lnTo>
                <a:lnTo>
                  <a:pt x="2855" y="7712"/>
                </a:lnTo>
                <a:lnTo>
                  <a:pt x="2855" y="7382"/>
                </a:lnTo>
                <a:lnTo>
                  <a:pt x="2855" y="7048"/>
                </a:lnTo>
                <a:lnTo>
                  <a:pt x="2919" y="6648"/>
                </a:lnTo>
                <a:lnTo>
                  <a:pt x="2919" y="6318"/>
                </a:lnTo>
                <a:lnTo>
                  <a:pt x="2919" y="5984"/>
                </a:lnTo>
                <a:lnTo>
                  <a:pt x="2919" y="5651"/>
                </a:lnTo>
                <a:lnTo>
                  <a:pt x="2919" y="5320"/>
                </a:lnTo>
                <a:lnTo>
                  <a:pt x="2983" y="4920"/>
                </a:lnTo>
                <a:lnTo>
                  <a:pt x="2983" y="4587"/>
                </a:lnTo>
                <a:lnTo>
                  <a:pt x="2983" y="4256"/>
                </a:lnTo>
                <a:lnTo>
                  <a:pt x="2983" y="3923"/>
                </a:lnTo>
                <a:lnTo>
                  <a:pt x="3079" y="3522"/>
                </a:lnTo>
                <a:lnTo>
                  <a:pt x="3079" y="3192"/>
                </a:lnTo>
                <a:lnTo>
                  <a:pt x="3079" y="2858"/>
                </a:lnTo>
                <a:lnTo>
                  <a:pt x="3079" y="2461"/>
                </a:lnTo>
                <a:lnTo>
                  <a:pt x="3079" y="2128"/>
                </a:lnTo>
                <a:lnTo>
                  <a:pt x="3143" y="1794"/>
                </a:lnTo>
                <a:lnTo>
                  <a:pt x="3143" y="1397"/>
                </a:lnTo>
                <a:lnTo>
                  <a:pt x="3143" y="1064"/>
                </a:lnTo>
                <a:lnTo>
                  <a:pt x="3143" y="663"/>
                </a:lnTo>
                <a:lnTo>
                  <a:pt x="3143" y="333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930578" y="3882116"/>
            <a:ext cx="3143" cy="92962"/>
          </a:xfrm>
          <a:custGeom>
            <a:avLst/>
            <a:gdLst/>
            <a:ahLst/>
            <a:cxnLst/>
            <a:rect l="l" t="t" r="r" b="b"/>
            <a:pathLst>
              <a:path w="3143" h="92962">
                <a:moveTo>
                  <a:pt x="0" y="92962"/>
                </a:moveTo>
                <a:lnTo>
                  <a:pt x="0" y="92562"/>
                </a:lnTo>
                <a:lnTo>
                  <a:pt x="0" y="92231"/>
                </a:lnTo>
                <a:lnTo>
                  <a:pt x="0" y="91831"/>
                </a:lnTo>
                <a:lnTo>
                  <a:pt x="96" y="91434"/>
                </a:lnTo>
                <a:lnTo>
                  <a:pt x="96" y="91101"/>
                </a:lnTo>
                <a:lnTo>
                  <a:pt x="96" y="90700"/>
                </a:lnTo>
                <a:lnTo>
                  <a:pt x="96" y="90370"/>
                </a:lnTo>
                <a:lnTo>
                  <a:pt x="96" y="89970"/>
                </a:lnTo>
                <a:lnTo>
                  <a:pt x="160" y="89636"/>
                </a:lnTo>
                <a:lnTo>
                  <a:pt x="160" y="89239"/>
                </a:lnTo>
                <a:lnTo>
                  <a:pt x="160" y="88839"/>
                </a:lnTo>
                <a:lnTo>
                  <a:pt x="160" y="88506"/>
                </a:lnTo>
                <a:lnTo>
                  <a:pt x="224" y="88108"/>
                </a:lnTo>
                <a:lnTo>
                  <a:pt x="224" y="87708"/>
                </a:lnTo>
                <a:lnTo>
                  <a:pt x="224" y="87378"/>
                </a:lnTo>
                <a:lnTo>
                  <a:pt x="224" y="86977"/>
                </a:lnTo>
                <a:lnTo>
                  <a:pt x="224" y="86577"/>
                </a:lnTo>
                <a:lnTo>
                  <a:pt x="288" y="86180"/>
                </a:lnTo>
                <a:lnTo>
                  <a:pt x="288" y="85847"/>
                </a:lnTo>
                <a:lnTo>
                  <a:pt x="288" y="85449"/>
                </a:lnTo>
                <a:lnTo>
                  <a:pt x="288" y="85049"/>
                </a:lnTo>
                <a:lnTo>
                  <a:pt x="384" y="84649"/>
                </a:lnTo>
                <a:lnTo>
                  <a:pt x="384" y="84252"/>
                </a:lnTo>
                <a:lnTo>
                  <a:pt x="384" y="83852"/>
                </a:lnTo>
                <a:lnTo>
                  <a:pt x="384" y="83518"/>
                </a:lnTo>
                <a:lnTo>
                  <a:pt x="384" y="83121"/>
                </a:lnTo>
                <a:lnTo>
                  <a:pt x="449" y="82721"/>
                </a:lnTo>
                <a:lnTo>
                  <a:pt x="449" y="82324"/>
                </a:lnTo>
                <a:lnTo>
                  <a:pt x="449" y="81924"/>
                </a:lnTo>
                <a:lnTo>
                  <a:pt x="449" y="81523"/>
                </a:lnTo>
                <a:lnTo>
                  <a:pt x="513" y="81126"/>
                </a:lnTo>
                <a:lnTo>
                  <a:pt x="513" y="80726"/>
                </a:lnTo>
                <a:lnTo>
                  <a:pt x="513" y="80329"/>
                </a:lnTo>
                <a:lnTo>
                  <a:pt x="513" y="79929"/>
                </a:lnTo>
                <a:lnTo>
                  <a:pt x="513" y="79528"/>
                </a:lnTo>
                <a:lnTo>
                  <a:pt x="577" y="79131"/>
                </a:lnTo>
                <a:lnTo>
                  <a:pt x="577" y="78731"/>
                </a:lnTo>
                <a:lnTo>
                  <a:pt x="577" y="78334"/>
                </a:lnTo>
                <a:lnTo>
                  <a:pt x="577" y="77934"/>
                </a:lnTo>
                <a:lnTo>
                  <a:pt x="673" y="77470"/>
                </a:lnTo>
                <a:lnTo>
                  <a:pt x="673" y="77070"/>
                </a:lnTo>
                <a:lnTo>
                  <a:pt x="673" y="76670"/>
                </a:lnTo>
                <a:lnTo>
                  <a:pt x="673" y="76272"/>
                </a:lnTo>
                <a:lnTo>
                  <a:pt x="673" y="75872"/>
                </a:lnTo>
                <a:lnTo>
                  <a:pt x="737" y="75475"/>
                </a:lnTo>
                <a:lnTo>
                  <a:pt x="737" y="75008"/>
                </a:lnTo>
                <a:lnTo>
                  <a:pt x="737" y="74608"/>
                </a:lnTo>
                <a:lnTo>
                  <a:pt x="737" y="74211"/>
                </a:lnTo>
                <a:lnTo>
                  <a:pt x="737" y="73811"/>
                </a:lnTo>
                <a:lnTo>
                  <a:pt x="802" y="73347"/>
                </a:lnTo>
                <a:lnTo>
                  <a:pt x="802" y="72947"/>
                </a:lnTo>
                <a:lnTo>
                  <a:pt x="802" y="72546"/>
                </a:lnTo>
                <a:lnTo>
                  <a:pt x="802" y="72149"/>
                </a:lnTo>
                <a:lnTo>
                  <a:pt x="898" y="71682"/>
                </a:lnTo>
                <a:lnTo>
                  <a:pt x="898" y="71285"/>
                </a:lnTo>
                <a:lnTo>
                  <a:pt x="898" y="70818"/>
                </a:lnTo>
                <a:lnTo>
                  <a:pt x="898" y="70421"/>
                </a:lnTo>
                <a:lnTo>
                  <a:pt x="898" y="70021"/>
                </a:lnTo>
                <a:lnTo>
                  <a:pt x="962" y="69554"/>
                </a:lnTo>
                <a:lnTo>
                  <a:pt x="962" y="69157"/>
                </a:lnTo>
                <a:lnTo>
                  <a:pt x="962" y="68690"/>
                </a:lnTo>
                <a:lnTo>
                  <a:pt x="962" y="68293"/>
                </a:lnTo>
                <a:lnTo>
                  <a:pt x="1026" y="67826"/>
                </a:lnTo>
                <a:lnTo>
                  <a:pt x="1026" y="67429"/>
                </a:lnTo>
                <a:lnTo>
                  <a:pt x="1026" y="66962"/>
                </a:lnTo>
                <a:lnTo>
                  <a:pt x="1026" y="66562"/>
                </a:lnTo>
                <a:lnTo>
                  <a:pt x="1026" y="66098"/>
                </a:lnTo>
                <a:lnTo>
                  <a:pt x="1090" y="65698"/>
                </a:lnTo>
                <a:lnTo>
                  <a:pt x="1090" y="65234"/>
                </a:lnTo>
                <a:lnTo>
                  <a:pt x="1090" y="64834"/>
                </a:lnTo>
                <a:lnTo>
                  <a:pt x="1090" y="64370"/>
                </a:lnTo>
                <a:lnTo>
                  <a:pt x="1186" y="63903"/>
                </a:lnTo>
                <a:lnTo>
                  <a:pt x="1186" y="63506"/>
                </a:lnTo>
                <a:lnTo>
                  <a:pt x="1186" y="63039"/>
                </a:lnTo>
                <a:lnTo>
                  <a:pt x="1186" y="62572"/>
                </a:lnTo>
                <a:lnTo>
                  <a:pt x="1186" y="62175"/>
                </a:lnTo>
                <a:lnTo>
                  <a:pt x="1251" y="61708"/>
                </a:lnTo>
                <a:lnTo>
                  <a:pt x="1251" y="61244"/>
                </a:lnTo>
                <a:lnTo>
                  <a:pt x="1251" y="60844"/>
                </a:lnTo>
                <a:lnTo>
                  <a:pt x="1251" y="60380"/>
                </a:lnTo>
                <a:lnTo>
                  <a:pt x="1315" y="59913"/>
                </a:lnTo>
                <a:lnTo>
                  <a:pt x="1315" y="59449"/>
                </a:lnTo>
                <a:lnTo>
                  <a:pt x="1315" y="59049"/>
                </a:lnTo>
                <a:lnTo>
                  <a:pt x="1315" y="58582"/>
                </a:lnTo>
                <a:lnTo>
                  <a:pt x="1315" y="58118"/>
                </a:lnTo>
                <a:lnTo>
                  <a:pt x="1379" y="57651"/>
                </a:lnTo>
                <a:lnTo>
                  <a:pt x="1379" y="57187"/>
                </a:lnTo>
                <a:lnTo>
                  <a:pt x="1379" y="56721"/>
                </a:lnTo>
                <a:lnTo>
                  <a:pt x="1379" y="56323"/>
                </a:lnTo>
                <a:lnTo>
                  <a:pt x="1475" y="55857"/>
                </a:lnTo>
                <a:lnTo>
                  <a:pt x="1475" y="55393"/>
                </a:lnTo>
                <a:lnTo>
                  <a:pt x="1475" y="54926"/>
                </a:lnTo>
                <a:lnTo>
                  <a:pt x="1475" y="54462"/>
                </a:lnTo>
                <a:lnTo>
                  <a:pt x="1475" y="53995"/>
                </a:lnTo>
                <a:lnTo>
                  <a:pt x="1539" y="53531"/>
                </a:lnTo>
                <a:lnTo>
                  <a:pt x="1539" y="53064"/>
                </a:lnTo>
                <a:lnTo>
                  <a:pt x="1539" y="52597"/>
                </a:lnTo>
                <a:lnTo>
                  <a:pt x="1539" y="52134"/>
                </a:lnTo>
                <a:lnTo>
                  <a:pt x="1539" y="51667"/>
                </a:lnTo>
                <a:lnTo>
                  <a:pt x="1604" y="51203"/>
                </a:lnTo>
                <a:lnTo>
                  <a:pt x="1604" y="50736"/>
                </a:lnTo>
                <a:lnTo>
                  <a:pt x="1604" y="50272"/>
                </a:lnTo>
                <a:lnTo>
                  <a:pt x="1604" y="49805"/>
                </a:lnTo>
                <a:lnTo>
                  <a:pt x="1700" y="49341"/>
                </a:lnTo>
                <a:lnTo>
                  <a:pt x="1700" y="48808"/>
                </a:lnTo>
                <a:lnTo>
                  <a:pt x="1700" y="48344"/>
                </a:lnTo>
                <a:lnTo>
                  <a:pt x="1700" y="47877"/>
                </a:lnTo>
                <a:lnTo>
                  <a:pt x="1700" y="47413"/>
                </a:lnTo>
                <a:lnTo>
                  <a:pt x="1764" y="46946"/>
                </a:lnTo>
                <a:lnTo>
                  <a:pt x="1764" y="46482"/>
                </a:lnTo>
                <a:lnTo>
                  <a:pt x="1764" y="45949"/>
                </a:lnTo>
                <a:lnTo>
                  <a:pt x="1764" y="45485"/>
                </a:lnTo>
                <a:lnTo>
                  <a:pt x="1828" y="45018"/>
                </a:lnTo>
                <a:lnTo>
                  <a:pt x="1828" y="44554"/>
                </a:lnTo>
                <a:lnTo>
                  <a:pt x="1828" y="44021"/>
                </a:lnTo>
                <a:lnTo>
                  <a:pt x="1828" y="43557"/>
                </a:lnTo>
                <a:lnTo>
                  <a:pt x="1828" y="43090"/>
                </a:lnTo>
                <a:lnTo>
                  <a:pt x="1892" y="42559"/>
                </a:lnTo>
                <a:lnTo>
                  <a:pt x="1892" y="42092"/>
                </a:lnTo>
                <a:lnTo>
                  <a:pt x="1892" y="41626"/>
                </a:lnTo>
                <a:lnTo>
                  <a:pt x="1892" y="41095"/>
                </a:lnTo>
                <a:lnTo>
                  <a:pt x="1988" y="40628"/>
                </a:lnTo>
                <a:lnTo>
                  <a:pt x="1988" y="40164"/>
                </a:lnTo>
                <a:lnTo>
                  <a:pt x="1988" y="39631"/>
                </a:lnTo>
                <a:lnTo>
                  <a:pt x="1988" y="39167"/>
                </a:lnTo>
                <a:lnTo>
                  <a:pt x="1988" y="38633"/>
                </a:lnTo>
                <a:lnTo>
                  <a:pt x="2053" y="38169"/>
                </a:lnTo>
                <a:lnTo>
                  <a:pt x="2053" y="37636"/>
                </a:lnTo>
                <a:lnTo>
                  <a:pt x="2053" y="37172"/>
                </a:lnTo>
                <a:lnTo>
                  <a:pt x="2053" y="36705"/>
                </a:lnTo>
                <a:lnTo>
                  <a:pt x="2117" y="36174"/>
                </a:lnTo>
                <a:lnTo>
                  <a:pt x="2117" y="35641"/>
                </a:lnTo>
                <a:lnTo>
                  <a:pt x="2117" y="35177"/>
                </a:lnTo>
                <a:lnTo>
                  <a:pt x="2117" y="34643"/>
                </a:lnTo>
                <a:lnTo>
                  <a:pt x="2117" y="34179"/>
                </a:lnTo>
                <a:lnTo>
                  <a:pt x="2213" y="33646"/>
                </a:lnTo>
                <a:lnTo>
                  <a:pt x="2213" y="33182"/>
                </a:lnTo>
                <a:lnTo>
                  <a:pt x="2213" y="32648"/>
                </a:lnTo>
                <a:lnTo>
                  <a:pt x="2213" y="32118"/>
                </a:lnTo>
                <a:lnTo>
                  <a:pt x="2277" y="31651"/>
                </a:lnTo>
                <a:lnTo>
                  <a:pt x="2277" y="31120"/>
                </a:lnTo>
                <a:lnTo>
                  <a:pt x="2277" y="30590"/>
                </a:lnTo>
                <a:lnTo>
                  <a:pt x="2277" y="30123"/>
                </a:lnTo>
                <a:lnTo>
                  <a:pt x="2277" y="29592"/>
                </a:lnTo>
                <a:lnTo>
                  <a:pt x="2341" y="29059"/>
                </a:lnTo>
                <a:lnTo>
                  <a:pt x="2341" y="28595"/>
                </a:lnTo>
                <a:lnTo>
                  <a:pt x="2341" y="28061"/>
                </a:lnTo>
                <a:lnTo>
                  <a:pt x="2341" y="27531"/>
                </a:lnTo>
                <a:lnTo>
                  <a:pt x="2341" y="26997"/>
                </a:lnTo>
                <a:lnTo>
                  <a:pt x="2406" y="26533"/>
                </a:lnTo>
                <a:lnTo>
                  <a:pt x="2406" y="26000"/>
                </a:lnTo>
                <a:lnTo>
                  <a:pt x="2406" y="25469"/>
                </a:lnTo>
                <a:lnTo>
                  <a:pt x="2406" y="24936"/>
                </a:lnTo>
                <a:lnTo>
                  <a:pt x="2502" y="24405"/>
                </a:lnTo>
                <a:lnTo>
                  <a:pt x="2502" y="23938"/>
                </a:lnTo>
                <a:lnTo>
                  <a:pt x="2502" y="23408"/>
                </a:lnTo>
                <a:lnTo>
                  <a:pt x="2502" y="22874"/>
                </a:lnTo>
                <a:lnTo>
                  <a:pt x="2502" y="22343"/>
                </a:lnTo>
                <a:lnTo>
                  <a:pt x="2566" y="21810"/>
                </a:lnTo>
                <a:lnTo>
                  <a:pt x="2566" y="21279"/>
                </a:lnTo>
                <a:lnTo>
                  <a:pt x="2566" y="20746"/>
                </a:lnTo>
                <a:lnTo>
                  <a:pt x="2566" y="20215"/>
                </a:lnTo>
                <a:lnTo>
                  <a:pt x="2630" y="19682"/>
                </a:lnTo>
                <a:lnTo>
                  <a:pt x="2630" y="19151"/>
                </a:lnTo>
                <a:lnTo>
                  <a:pt x="2630" y="18620"/>
                </a:lnTo>
                <a:lnTo>
                  <a:pt x="2630" y="18087"/>
                </a:lnTo>
                <a:lnTo>
                  <a:pt x="2630" y="17556"/>
                </a:lnTo>
                <a:lnTo>
                  <a:pt x="2694" y="17023"/>
                </a:lnTo>
                <a:lnTo>
                  <a:pt x="2694" y="16492"/>
                </a:lnTo>
                <a:lnTo>
                  <a:pt x="2694" y="15959"/>
                </a:lnTo>
                <a:lnTo>
                  <a:pt x="2694" y="15428"/>
                </a:lnTo>
                <a:lnTo>
                  <a:pt x="2790" y="14895"/>
                </a:lnTo>
                <a:lnTo>
                  <a:pt x="2790" y="14364"/>
                </a:lnTo>
                <a:lnTo>
                  <a:pt x="2790" y="13830"/>
                </a:lnTo>
                <a:lnTo>
                  <a:pt x="2790" y="13300"/>
                </a:lnTo>
                <a:lnTo>
                  <a:pt x="2790" y="12700"/>
                </a:lnTo>
                <a:lnTo>
                  <a:pt x="2855" y="12169"/>
                </a:lnTo>
                <a:lnTo>
                  <a:pt x="2855" y="11638"/>
                </a:lnTo>
                <a:lnTo>
                  <a:pt x="2855" y="11105"/>
                </a:lnTo>
                <a:lnTo>
                  <a:pt x="2855" y="10574"/>
                </a:lnTo>
                <a:lnTo>
                  <a:pt x="2919" y="10041"/>
                </a:lnTo>
                <a:lnTo>
                  <a:pt x="2919" y="9443"/>
                </a:lnTo>
                <a:lnTo>
                  <a:pt x="2919" y="8910"/>
                </a:lnTo>
                <a:lnTo>
                  <a:pt x="2919" y="8379"/>
                </a:lnTo>
                <a:lnTo>
                  <a:pt x="2919" y="7846"/>
                </a:lnTo>
                <a:lnTo>
                  <a:pt x="3015" y="7248"/>
                </a:lnTo>
                <a:lnTo>
                  <a:pt x="3015" y="6715"/>
                </a:lnTo>
                <a:lnTo>
                  <a:pt x="3015" y="6184"/>
                </a:lnTo>
                <a:lnTo>
                  <a:pt x="3015" y="5587"/>
                </a:lnTo>
                <a:lnTo>
                  <a:pt x="3079" y="5053"/>
                </a:lnTo>
                <a:lnTo>
                  <a:pt x="3079" y="4523"/>
                </a:lnTo>
                <a:lnTo>
                  <a:pt x="3079" y="3923"/>
                </a:lnTo>
                <a:lnTo>
                  <a:pt x="3079" y="3392"/>
                </a:lnTo>
                <a:lnTo>
                  <a:pt x="3079" y="2858"/>
                </a:lnTo>
                <a:lnTo>
                  <a:pt x="3143" y="2261"/>
                </a:lnTo>
                <a:lnTo>
                  <a:pt x="3143" y="1728"/>
                </a:lnTo>
                <a:lnTo>
                  <a:pt x="3143" y="1130"/>
                </a:lnTo>
                <a:lnTo>
                  <a:pt x="3143" y="600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933722" y="3754643"/>
            <a:ext cx="3208" cy="127473"/>
          </a:xfrm>
          <a:custGeom>
            <a:avLst/>
            <a:gdLst/>
            <a:ahLst/>
            <a:cxnLst/>
            <a:rect l="l" t="t" r="r" b="b"/>
            <a:pathLst>
              <a:path w="3208" h="127473">
                <a:moveTo>
                  <a:pt x="0" y="127473"/>
                </a:moveTo>
                <a:lnTo>
                  <a:pt x="64" y="126942"/>
                </a:lnTo>
                <a:lnTo>
                  <a:pt x="64" y="126409"/>
                </a:lnTo>
                <a:lnTo>
                  <a:pt x="64" y="125811"/>
                </a:lnTo>
                <a:lnTo>
                  <a:pt x="64" y="125278"/>
                </a:lnTo>
                <a:lnTo>
                  <a:pt x="160" y="124680"/>
                </a:lnTo>
                <a:lnTo>
                  <a:pt x="160" y="124150"/>
                </a:lnTo>
                <a:lnTo>
                  <a:pt x="160" y="123550"/>
                </a:lnTo>
                <a:lnTo>
                  <a:pt x="160" y="122952"/>
                </a:lnTo>
                <a:lnTo>
                  <a:pt x="160" y="122419"/>
                </a:lnTo>
                <a:lnTo>
                  <a:pt x="224" y="121821"/>
                </a:lnTo>
                <a:lnTo>
                  <a:pt x="224" y="121288"/>
                </a:lnTo>
                <a:lnTo>
                  <a:pt x="224" y="120691"/>
                </a:lnTo>
                <a:lnTo>
                  <a:pt x="224" y="120093"/>
                </a:lnTo>
                <a:lnTo>
                  <a:pt x="288" y="119560"/>
                </a:lnTo>
                <a:lnTo>
                  <a:pt x="288" y="118962"/>
                </a:lnTo>
                <a:lnTo>
                  <a:pt x="288" y="118429"/>
                </a:lnTo>
                <a:lnTo>
                  <a:pt x="288" y="117832"/>
                </a:lnTo>
                <a:lnTo>
                  <a:pt x="288" y="117231"/>
                </a:lnTo>
                <a:lnTo>
                  <a:pt x="384" y="116634"/>
                </a:lnTo>
                <a:lnTo>
                  <a:pt x="384" y="116103"/>
                </a:lnTo>
                <a:lnTo>
                  <a:pt x="384" y="115503"/>
                </a:lnTo>
                <a:lnTo>
                  <a:pt x="384" y="114906"/>
                </a:lnTo>
                <a:lnTo>
                  <a:pt x="449" y="114372"/>
                </a:lnTo>
                <a:lnTo>
                  <a:pt x="449" y="113775"/>
                </a:lnTo>
                <a:lnTo>
                  <a:pt x="449" y="113178"/>
                </a:lnTo>
                <a:lnTo>
                  <a:pt x="449" y="112578"/>
                </a:lnTo>
                <a:lnTo>
                  <a:pt x="449" y="111980"/>
                </a:lnTo>
                <a:lnTo>
                  <a:pt x="513" y="111447"/>
                </a:lnTo>
                <a:lnTo>
                  <a:pt x="513" y="110849"/>
                </a:lnTo>
                <a:lnTo>
                  <a:pt x="513" y="110249"/>
                </a:lnTo>
                <a:lnTo>
                  <a:pt x="513" y="109652"/>
                </a:lnTo>
                <a:lnTo>
                  <a:pt x="577" y="109055"/>
                </a:lnTo>
                <a:lnTo>
                  <a:pt x="577" y="108454"/>
                </a:lnTo>
                <a:lnTo>
                  <a:pt x="577" y="107857"/>
                </a:lnTo>
                <a:lnTo>
                  <a:pt x="577" y="107324"/>
                </a:lnTo>
                <a:lnTo>
                  <a:pt x="577" y="106726"/>
                </a:lnTo>
                <a:lnTo>
                  <a:pt x="673" y="106129"/>
                </a:lnTo>
                <a:lnTo>
                  <a:pt x="673" y="105529"/>
                </a:lnTo>
                <a:lnTo>
                  <a:pt x="673" y="104932"/>
                </a:lnTo>
                <a:lnTo>
                  <a:pt x="673" y="104331"/>
                </a:lnTo>
                <a:lnTo>
                  <a:pt x="737" y="103734"/>
                </a:lnTo>
                <a:lnTo>
                  <a:pt x="737" y="103137"/>
                </a:lnTo>
                <a:lnTo>
                  <a:pt x="737" y="102536"/>
                </a:lnTo>
                <a:lnTo>
                  <a:pt x="737" y="101939"/>
                </a:lnTo>
                <a:lnTo>
                  <a:pt x="737" y="101339"/>
                </a:lnTo>
                <a:lnTo>
                  <a:pt x="802" y="100742"/>
                </a:lnTo>
                <a:lnTo>
                  <a:pt x="802" y="100144"/>
                </a:lnTo>
                <a:lnTo>
                  <a:pt x="802" y="99544"/>
                </a:lnTo>
                <a:lnTo>
                  <a:pt x="802" y="98947"/>
                </a:lnTo>
                <a:lnTo>
                  <a:pt x="802" y="98347"/>
                </a:lnTo>
                <a:lnTo>
                  <a:pt x="866" y="97683"/>
                </a:lnTo>
                <a:lnTo>
                  <a:pt x="866" y="97085"/>
                </a:lnTo>
                <a:lnTo>
                  <a:pt x="866" y="96485"/>
                </a:lnTo>
                <a:lnTo>
                  <a:pt x="866" y="95888"/>
                </a:lnTo>
                <a:lnTo>
                  <a:pt x="962" y="95288"/>
                </a:lnTo>
                <a:lnTo>
                  <a:pt x="962" y="94690"/>
                </a:lnTo>
                <a:lnTo>
                  <a:pt x="962" y="94093"/>
                </a:lnTo>
                <a:lnTo>
                  <a:pt x="962" y="93426"/>
                </a:lnTo>
                <a:lnTo>
                  <a:pt x="962" y="92829"/>
                </a:lnTo>
                <a:lnTo>
                  <a:pt x="1026" y="92231"/>
                </a:lnTo>
                <a:lnTo>
                  <a:pt x="1026" y="91631"/>
                </a:lnTo>
                <a:lnTo>
                  <a:pt x="1026" y="91034"/>
                </a:lnTo>
                <a:lnTo>
                  <a:pt x="1026" y="90367"/>
                </a:lnTo>
                <a:lnTo>
                  <a:pt x="1090" y="89770"/>
                </a:lnTo>
                <a:lnTo>
                  <a:pt x="1090" y="89172"/>
                </a:lnTo>
                <a:lnTo>
                  <a:pt x="1090" y="88506"/>
                </a:lnTo>
                <a:lnTo>
                  <a:pt x="1090" y="87908"/>
                </a:lnTo>
                <a:lnTo>
                  <a:pt x="1090" y="87308"/>
                </a:lnTo>
                <a:lnTo>
                  <a:pt x="1186" y="86711"/>
                </a:lnTo>
                <a:lnTo>
                  <a:pt x="1186" y="86047"/>
                </a:lnTo>
                <a:lnTo>
                  <a:pt x="1186" y="85446"/>
                </a:lnTo>
                <a:lnTo>
                  <a:pt x="1186" y="84849"/>
                </a:lnTo>
                <a:lnTo>
                  <a:pt x="1251" y="84185"/>
                </a:lnTo>
                <a:lnTo>
                  <a:pt x="1251" y="83585"/>
                </a:lnTo>
                <a:lnTo>
                  <a:pt x="1251" y="82921"/>
                </a:lnTo>
                <a:lnTo>
                  <a:pt x="1251" y="82321"/>
                </a:lnTo>
                <a:lnTo>
                  <a:pt x="1251" y="81723"/>
                </a:lnTo>
                <a:lnTo>
                  <a:pt x="1315" y="81059"/>
                </a:lnTo>
                <a:lnTo>
                  <a:pt x="1315" y="80459"/>
                </a:lnTo>
                <a:lnTo>
                  <a:pt x="1315" y="79795"/>
                </a:lnTo>
                <a:lnTo>
                  <a:pt x="1315" y="79198"/>
                </a:lnTo>
                <a:lnTo>
                  <a:pt x="1379" y="78531"/>
                </a:lnTo>
                <a:lnTo>
                  <a:pt x="1379" y="77934"/>
                </a:lnTo>
                <a:lnTo>
                  <a:pt x="1379" y="77270"/>
                </a:lnTo>
                <a:lnTo>
                  <a:pt x="1379" y="76670"/>
                </a:lnTo>
                <a:lnTo>
                  <a:pt x="1379" y="76006"/>
                </a:lnTo>
                <a:lnTo>
                  <a:pt x="1475" y="75405"/>
                </a:lnTo>
                <a:lnTo>
                  <a:pt x="1475" y="74741"/>
                </a:lnTo>
                <a:lnTo>
                  <a:pt x="1475" y="74144"/>
                </a:lnTo>
                <a:lnTo>
                  <a:pt x="1475" y="73477"/>
                </a:lnTo>
                <a:lnTo>
                  <a:pt x="1539" y="72880"/>
                </a:lnTo>
                <a:lnTo>
                  <a:pt x="1539" y="72216"/>
                </a:lnTo>
                <a:lnTo>
                  <a:pt x="1539" y="71616"/>
                </a:lnTo>
                <a:lnTo>
                  <a:pt x="1539" y="70952"/>
                </a:lnTo>
                <a:lnTo>
                  <a:pt x="1539" y="70288"/>
                </a:lnTo>
                <a:lnTo>
                  <a:pt x="1604" y="69687"/>
                </a:lnTo>
                <a:lnTo>
                  <a:pt x="1604" y="69023"/>
                </a:lnTo>
                <a:lnTo>
                  <a:pt x="1604" y="68357"/>
                </a:lnTo>
                <a:lnTo>
                  <a:pt x="1604" y="67759"/>
                </a:lnTo>
                <a:lnTo>
                  <a:pt x="1604" y="67095"/>
                </a:lnTo>
                <a:lnTo>
                  <a:pt x="1668" y="66428"/>
                </a:lnTo>
                <a:lnTo>
                  <a:pt x="1668" y="65831"/>
                </a:lnTo>
                <a:lnTo>
                  <a:pt x="1668" y="65167"/>
                </a:lnTo>
                <a:lnTo>
                  <a:pt x="1668" y="64500"/>
                </a:lnTo>
                <a:lnTo>
                  <a:pt x="1764" y="63903"/>
                </a:lnTo>
                <a:lnTo>
                  <a:pt x="1764" y="63239"/>
                </a:lnTo>
                <a:lnTo>
                  <a:pt x="1764" y="62572"/>
                </a:lnTo>
                <a:lnTo>
                  <a:pt x="1764" y="61908"/>
                </a:lnTo>
                <a:lnTo>
                  <a:pt x="1764" y="61311"/>
                </a:lnTo>
                <a:lnTo>
                  <a:pt x="1828" y="60644"/>
                </a:lnTo>
                <a:lnTo>
                  <a:pt x="1828" y="59980"/>
                </a:lnTo>
                <a:lnTo>
                  <a:pt x="1828" y="59316"/>
                </a:lnTo>
                <a:lnTo>
                  <a:pt x="1828" y="58649"/>
                </a:lnTo>
                <a:lnTo>
                  <a:pt x="1892" y="58051"/>
                </a:lnTo>
                <a:lnTo>
                  <a:pt x="1892" y="57385"/>
                </a:lnTo>
                <a:lnTo>
                  <a:pt x="1892" y="56721"/>
                </a:lnTo>
                <a:lnTo>
                  <a:pt x="1892" y="56057"/>
                </a:lnTo>
                <a:lnTo>
                  <a:pt x="1892" y="55390"/>
                </a:lnTo>
                <a:lnTo>
                  <a:pt x="1988" y="54726"/>
                </a:lnTo>
                <a:lnTo>
                  <a:pt x="1988" y="54062"/>
                </a:lnTo>
                <a:lnTo>
                  <a:pt x="1988" y="53395"/>
                </a:lnTo>
                <a:lnTo>
                  <a:pt x="1988" y="52798"/>
                </a:lnTo>
                <a:lnTo>
                  <a:pt x="2053" y="52134"/>
                </a:lnTo>
                <a:lnTo>
                  <a:pt x="2053" y="51467"/>
                </a:lnTo>
                <a:lnTo>
                  <a:pt x="2053" y="50803"/>
                </a:lnTo>
                <a:lnTo>
                  <a:pt x="2053" y="50139"/>
                </a:lnTo>
                <a:lnTo>
                  <a:pt x="2053" y="49472"/>
                </a:lnTo>
                <a:lnTo>
                  <a:pt x="2117" y="48808"/>
                </a:lnTo>
                <a:lnTo>
                  <a:pt x="2117" y="48144"/>
                </a:lnTo>
                <a:lnTo>
                  <a:pt x="2117" y="47477"/>
                </a:lnTo>
                <a:lnTo>
                  <a:pt x="2117" y="46813"/>
                </a:lnTo>
                <a:lnTo>
                  <a:pt x="2181" y="46149"/>
                </a:lnTo>
                <a:lnTo>
                  <a:pt x="2181" y="45482"/>
                </a:lnTo>
                <a:lnTo>
                  <a:pt x="2181" y="44818"/>
                </a:lnTo>
                <a:lnTo>
                  <a:pt x="2181" y="44154"/>
                </a:lnTo>
                <a:lnTo>
                  <a:pt x="2181" y="43487"/>
                </a:lnTo>
                <a:lnTo>
                  <a:pt x="2277" y="42823"/>
                </a:lnTo>
                <a:lnTo>
                  <a:pt x="2277" y="42159"/>
                </a:lnTo>
                <a:lnTo>
                  <a:pt x="2277" y="41425"/>
                </a:lnTo>
                <a:lnTo>
                  <a:pt x="2277" y="40761"/>
                </a:lnTo>
                <a:lnTo>
                  <a:pt x="2341" y="40097"/>
                </a:lnTo>
                <a:lnTo>
                  <a:pt x="2341" y="39431"/>
                </a:lnTo>
                <a:lnTo>
                  <a:pt x="2341" y="38767"/>
                </a:lnTo>
                <a:lnTo>
                  <a:pt x="2341" y="38103"/>
                </a:lnTo>
                <a:lnTo>
                  <a:pt x="2341" y="37436"/>
                </a:lnTo>
                <a:lnTo>
                  <a:pt x="2406" y="36772"/>
                </a:lnTo>
                <a:lnTo>
                  <a:pt x="2406" y="36041"/>
                </a:lnTo>
                <a:lnTo>
                  <a:pt x="2406" y="35377"/>
                </a:lnTo>
                <a:lnTo>
                  <a:pt x="2406" y="34710"/>
                </a:lnTo>
                <a:lnTo>
                  <a:pt x="2406" y="34046"/>
                </a:lnTo>
                <a:lnTo>
                  <a:pt x="2502" y="33382"/>
                </a:lnTo>
                <a:lnTo>
                  <a:pt x="2502" y="32648"/>
                </a:lnTo>
                <a:lnTo>
                  <a:pt x="2502" y="31984"/>
                </a:lnTo>
                <a:lnTo>
                  <a:pt x="2502" y="31320"/>
                </a:lnTo>
                <a:lnTo>
                  <a:pt x="2566" y="30654"/>
                </a:lnTo>
                <a:lnTo>
                  <a:pt x="2566" y="29923"/>
                </a:lnTo>
                <a:lnTo>
                  <a:pt x="2566" y="29259"/>
                </a:lnTo>
                <a:lnTo>
                  <a:pt x="2566" y="28589"/>
                </a:lnTo>
                <a:lnTo>
                  <a:pt x="2566" y="27922"/>
                </a:lnTo>
                <a:lnTo>
                  <a:pt x="2630" y="27197"/>
                </a:lnTo>
                <a:lnTo>
                  <a:pt x="2630" y="26530"/>
                </a:lnTo>
                <a:lnTo>
                  <a:pt x="2630" y="25864"/>
                </a:lnTo>
                <a:lnTo>
                  <a:pt x="2630" y="25139"/>
                </a:lnTo>
                <a:lnTo>
                  <a:pt x="2694" y="24472"/>
                </a:lnTo>
                <a:lnTo>
                  <a:pt x="2694" y="23805"/>
                </a:lnTo>
                <a:lnTo>
                  <a:pt x="2694" y="23080"/>
                </a:lnTo>
                <a:lnTo>
                  <a:pt x="2694" y="22413"/>
                </a:lnTo>
                <a:lnTo>
                  <a:pt x="2694" y="21746"/>
                </a:lnTo>
                <a:lnTo>
                  <a:pt x="2790" y="21021"/>
                </a:lnTo>
                <a:lnTo>
                  <a:pt x="2790" y="20354"/>
                </a:lnTo>
                <a:lnTo>
                  <a:pt x="2790" y="19629"/>
                </a:lnTo>
                <a:lnTo>
                  <a:pt x="2790" y="18963"/>
                </a:lnTo>
                <a:lnTo>
                  <a:pt x="2855" y="18296"/>
                </a:lnTo>
                <a:lnTo>
                  <a:pt x="2855" y="17542"/>
                </a:lnTo>
                <a:lnTo>
                  <a:pt x="2855" y="16904"/>
                </a:lnTo>
                <a:lnTo>
                  <a:pt x="2855" y="16150"/>
                </a:lnTo>
                <a:lnTo>
                  <a:pt x="2855" y="15483"/>
                </a:lnTo>
                <a:lnTo>
                  <a:pt x="2919" y="14758"/>
                </a:lnTo>
                <a:lnTo>
                  <a:pt x="2919" y="14091"/>
                </a:lnTo>
                <a:lnTo>
                  <a:pt x="2919" y="13366"/>
                </a:lnTo>
                <a:lnTo>
                  <a:pt x="2919" y="12700"/>
                </a:lnTo>
                <a:lnTo>
                  <a:pt x="2983" y="11975"/>
                </a:lnTo>
                <a:lnTo>
                  <a:pt x="2983" y="11308"/>
                </a:lnTo>
                <a:lnTo>
                  <a:pt x="2983" y="10583"/>
                </a:lnTo>
                <a:lnTo>
                  <a:pt x="2983" y="9916"/>
                </a:lnTo>
                <a:lnTo>
                  <a:pt x="2983" y="9162"/>
                </a:lnTo>
                <a:lnTo>
                  <a:pt x="3079" y="8524"/>
                </a:lnTo>
                <a:lnTo>
                  <a:pt x="3079" y="7770"/>
                </a:lnTo>
                <a:lnTo>
                  <a:pt x="3079" y="7103"/>
                </a:lnTo>
                <a:lnTo>
                  <a:pt x="3079" y="6379"/>
                </a:lnTo>
                <a:lnTo>
                  <a:pt x="3143" y="5654"/>
                </a:lnTo>
                <a:lnTo>
                  <a:pt x="3143" y="4987"/>
                </a:lnTo>
                <a:lnTo>
                  <a:pt x="3143" y="4262"/>
                </a:lnTo>
                <a:lnTo>
                  <a:pt x="3143" y="3595"/>
                </a:lnTo>
                <a:lnTo>
                  <a:pt x="3143" y="2870"/>
                </a:lnTo>
                <a:lnTo>
                  <a:pt x="3208" y="2116"/>
                </a:lnTo>
                <a:lnTo>
                  <a:pt x="3208" y="1449"/>
                </a:lnTo>
                <a:lnTo>
                  <a:pt x="3208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936930" y="3604301"/>
            <a:ext cx="3208" cy="150341"/>
          </a:xfrm>
          <a:custGeom>
            <a:avLst/>
            <a:gdLst/>
            <a:ahLst/>
            <a:cxnLst/>
            <a:rect l="l" t="t" r="r" b="b"/>
            <a:pathLst>
              <a:path w="3208" h="150341">
                <a:moveTo>
                  <a:pt x="0" y="150341"/>
                </a:moveTo>
                <a:lnTo>
                  <a:pt x="0" y="149675"/>
                </a:lnTo>
                <a:lnTo>
                  <a:pt x="96" y="148950"/>
                </a:lnTo>
                <a:lnTo>
                  <a:pt x="96" y="148225"/>
                </a:lnTo>
                <a:lnTo>
                  <a:pt x="96" y="147558"/>
                </a:lnTo>
                <a:lnTo>
                  <a:pt x="96" y="146804"/>
                </a:lnTo>
                <a:lnTo>
                  <a:pt x="160" y="146079"/>
                </a:lnTo>
                <a:lnTo>
                  <a:pt x="160" y="145412"/>
                </a:lnTo>
                <a:lnTo>
                  <a:pt x="160" y="144687"/>
                </a:lnTo>
                <a:lnTo>
                  <a:pt x="160" y="143962"/>
                </a:lnTo>
                <a:lnTo>
                  <a:pt x="160" y="143238"/>
                </a:lnTo>
                <a:lnTo>
                  <a:pt x="224" y="142571"/>
                </a:lnTo>
                <a:lnTo>
                  <a:pt x="224" y="141817"/>
                </a:lnTo>
                <a:lnTo>
                  <a:pt x="224" y="141092"/>
                </a:lnTo>
                <a:lnTo>
                  <a:pt x="224" y="140367"/>
                </a:lnTo>
                <a:lnTo>
                  <a:pt x="288" y="139700"/>
                </a:lnTo>
                <a:lnTo>
                  <a:pt x="288" y="138975"/>
                </a:lnTo>
                <a:lnTo>
                  <a:pt x="288" y="138250"/>
                </a:lnTo>
                <a:lnTo>
                  <a:pt x="288" y="137496"/>
                </a:lnTo>
                <a:lnTo>
                  <a:pt x="288" y="136772"/>
                </a:lnTo>
                <a:lnTo>
                  <a:pt x="384" y="136105"/>
                </a:lnTo>
                <a:lnTo>
                  <a:pt x="384" y="135380"/>
                </a:lnTo>
                <a:lnTo>
                  <a:pt x="384" y="134655"/>
                </a:lnTo>
                <a:lnTo>
                  <a:pt x="384" y="133930"/>
                </a:lnTo>
                <a:lnTo>
                  <a:pt x="449" y="133176"/>
                </a:lnTo>
                <a:lnTo>
                  <a:pt x="449" y="132451"/>
                </a:lnTo>
                <a:lnTo>
                  <a:pt x="449" y="131726"/>
                </a:lnTo>
                <a:lnTo>
                  <a:pt x="449" y="131059"/>
                </a:lnTo>
                <a:lnTo>
                  <a:pt x="449" y="130335"/>
                </a:lnTo>
                <a:lnTo>
                  <a:pt x="513" y="129581"/>
                </a:lnTo>
                <a:lnTo>
                  <a:pt x="513" y="128856"/>
                </a:lnTo>
                <a:lnTo>
                  <a:pt x="513" y="128131"/>
                </a:lnTo>
                <a:lnTo>
                  <a:pt x="513" y="127406"/>
                </a:lnTo>
                <a:lnTo>
                  <a:pt x="609" y="126681"/>
                </a:lnTo>
                <a:lnTo>
                  <a:pt x="609" y="125927"/>
                </a:lnTo>
                <a:lnTo>
                  <a:pt x="609" y="125202"/>
                </a:lnTo>
                <a:lnTo>
                  <a:pt x="609" y="124477"/>
                </a:lnTo>
                <a:lnTo>
                  <a:pt x="609" y="123753"/>
                </a:lnTo>
                <a:lnTo>
                  <a:pt x="673" y="122999"/>
                </a:lnTo>
                <a:lnTo>
                  <a:pt x="673" y="122274"/>
                </a:lnTo>
                <a:lnTo>
                  <a:pt x="673" y="121549"/>
                </a:lnTo>
                <a:lnTo>
                  <a:pt x="673" y="120824"/>
                </a:lnTo>
                <a:lnTo>
                  <a:pt x="737" y="120099"/>
                </a:lnTo>
                <a:lnTo>
                  <a:pt x="737" y="119345"/>
                </a:lnTo>
                <a:lnTo>
                  <a:pt x="737" y="118620"/>
                </a:lnTo>
                <a:lnTo>
                  <a:pt x="737" y="117895"/>
                </a:lnTo>
                <a:lnTo>
                  <a:pt x="737" y="117171"/>
                </a:lnTo>
                <a:lnTo>
                  <a:pt x="802" y="116417"/>
                </a:lnTo>
                <a:lnTo>
                  <a:pt x="802" y="115692"/>
                </a:lnTo>
                <a:lnTo>
                  <a:pt x="802" y="114967"/>
                </a:lnTo>
                <a:lnTo>
                  <a:pt x="802" y="114242"/>
                </a:lnTo>
                <a:lnTo>
                  <a:pt x="802" y="113488"/>
                </a:lnTo>
                <a:lnTo>
                  <a:pt x="898" y="112763"/>
                </a:lnTo>
                <a:lnTo>
                  <a:pt x="898" y="112038"/>
                </a:lnTo>
                <a:lnTo>
                  <a:pt x="898" y="111313"/>
                </a:lnTo>
                <a:lnTo>
                  <a:pt x="898" y="110589"/>
                </a:lnTo>
                <a:lnTo>
                  <a:pt x="962" y="109777"/>
                </a:lnTo>
                <a:lnTo>
                  <a:pt x="962" y="109052"/>
                </a:lnTo>
                <a:lnTo>
                  <a:pt x="962" y="108327"/>
                </a:lnTo>
                <a:lnTo>
                  <a:pt x="962" y="107573"/>
                </a:lnTo>
                <a:lnTo>
                  <a:pt x="962" y="106848"/>
                </a:lnTo>
                <a:lnTo>
                  <a:pt x="1026" y="106123"/>
                </a:lnTo>
                <a:lnTo>
                  <a:pt x="1026" y="105398"/>
                </a:lnTo>
                <a:lnTo>
                  <a:pt x="1026" y="104644"/>
                </a:lnTo>
                <a:lnTo>
                  <a:pt x="1026" y="103862"/>
                </a:lnTo>
                <a:lnTo>
                  <a:pt x="1090" y="103137"/>
                </a:lnTo>
                <a:lnTo>
                  <a:pt x="1090" y="102412"/>
                </a:lnTo>
                <a:lnTo>
                  <a:pt x="1090" y="101658"/>
                </a:lnTo>
                <a:lnTo>
                  <a:pt x="1090" y="100933"/>
                </a:lnTo>
                <a:lnTo>
                  <a:pt x="1090" y="100150"/>
                </a:lnTo>
                <a:lnTo>
                  <a:pt x="1186" y="99396"/>
                </a:lnTo>
                <a:lnTo>
                  <a:pt x="1186" y="98671"/>
                </a:lnTo>
                <a:lnTo>
                  <a:pt x="1186" y="97946"/>
                </a:lnTo>
                <a:lnTo>
                  <a:pt x="1186" y="97222"/>
                </a:lnTo>
                <a:lnTo>
                  <a:pt x="1251" y="96410"/>
                </a:lnTo>
                <a:lnTo>
                  <a:pt x="1251" y="95685"/>
                </a:lnTo>
                <a:lnTo>
                  <a:pt x="1251" y="94960"/>
                </a:lnTo>
                <a:lnTo>
                  <a:pt x="1251" y="94206"/>
                </a:lnTo>
                <a:lnTo>
                  <a:pt x="1251" y="93423"/>
                </a:lnTo>
                <a:lnTo>
                  <a:pt x="1315" y="92698"/>
                </a:lnTo>
                <a:lnTo>
                  <a:pt x="1315" y="91944"/>
                </a:lnTo>
                <a:lnTo>
                  <a:pt x="1315" y="91162"/>
                </a:lnTo>
                <a:lnTo>
                  <a:pt x="1315" y="90437"/>
                </a:lnTo>
                <a:lnTo>
                  <a:pt x="1411" y="89683"/>
                </a:lnTo>
                <a:lnTo>
                  <a:pt x="1411" y="88958"/>
                </a:lnTo>
                <a:lnTo>
                  <a:pt x="1411" y="88175"/>
                </a:lnTo>
                <a:lnTo>
                  <a:pt x="1411" y="87450"/>
                </a:lnTo>
                <a:lnTo>
                  <a:pt x="1411" y="86696"/>
                </a:lnTo>
                <a:lnTo>
                  <a:pt x="1475" y="85913"/>
                </a:lnTo>
                <a:lnTo>
                  <a:pt x="1475" y="85188"/>
                </a:lnTo>
                <a:lnTo>
                  <a:pt x="1475" y="84435"/>
                </a:lnTo>
                <a:lnTo>
                  <a:pt x="1475" y="83652"/>
                </a:lnTo>
                <a:lnTo>
                  <a:pt x="1539" y="82927"/>
                </a:lnTo>
                <a:lnTo>
                  <a:pt x="1539" y="82173"/>
                </a:lnTo>
                <a:lnTo>
                  <a:pt x="1539" y="81390"/>
                </a:lnTo>
                <a:lnTo>
                  <a:pt x="1539" y="80665"/>
                </a:lnTo>
                <a:lnTo>
                  <a:pt x="1539" y="79853"/>
                </a:lnTo>
                <a:lnTo>
                  <a:pt x="1604" y="79128"/>
                </a:lnTo>
                <a:lnTo>
                  <a:pt x="1604" y="78403"/>
                </a:lnTo>
                <a:lnTo>
                  <a:pt x="1604" y="77592"/>
                </a:lnTo>
                <a:lnTo>
                  <a:pt x="1604" y="76867"/>
                </a:lnTo>
                <a:lnTo>
                  <a:pt x="1604" y="76055"/>
                </a:lnTo>
                <a:lnTo>
                  <a:pt x="1700" y="75330"/>
                </a:lnTo>
                <a:lnTo>
                  <a:pt x="1700" y="74605"/>
                </a:lnTo>
                <a:lnTo>
                  <a:pt x="1700" y="73793"/>
                </a:lnTo>
                <a:lnTo>
                  <a:pt x="1700" y="73068"/>
                </a:lnTo>
                <a:lnTo>
                  <a:pt x="1764" y="72285"/>
                </a:lnTo>
                <a:lnTo>
                  <a:pt x="1764" y="71532"/>
                </a:lnTo>
                <a:lnTo>
                  <a:pt x="1764" y="70749"/>
                </a:lnTo>
                <a:lnTo>
                  <a:pt x="1764" y="70024"/>
                </a:lnTo>
                <a:lnTo>
                  <a:pt x="1764" y="69212"/>
                </a:lnTo>
                <a:lnTo>
                  <a:pt x="1828" y="68487"/>
                </a:lnTo>
                <a:lnTo>
                  <a:pt x="1828" y="67675"/>
                </a:lnTo>
                <a:lnTo>
                  <a:pt x="1828" y="66950"/>
                </a:lnTo>
                <a:lnTo>
                  <a:pt x="1828" y="66225"/>
                </a:lnTo>
                <a:lnTo>
                  <a:pt x="1892" y="65413"/>
                </a:lnTo>
                <a:lnTo>
                  <a:pt x="1892" y="64689"/>
                </a:lnTo>
                <a:lnTo>
                  <a:pt x="1892" y="63906"/>
                </a:lnTo>
                <a:lnTo>
                  <a:pt x="1892" y="63152"/>
                </a:lnTo>
                <a:lnTo>
                  <a:pt x="1892" y="62369"/>
                </a:lnTo>
                <a:lnTo>
                  <a:pt x="1988" y="61557"/>
                </a:lnTo>
                <a:lnTo>
                  <a:pt x="1988" y="60832"/>
                </a:lnTo>
                <a:lnTo>
                  <a:pt x="1988" y="60049"/>
                </a:lnTo>
                <a:lnTo>
                  <a:pt x="1988" y="59295"/>
                </a:lnTo>
                <a:lnTo>
                  <a:pt x="2053" y="58513"/>
                </a:lnTo>
                <a:lnTo>
                  <a:pt x="2053" y="57788"/>
                </a:lnTo>
                <a:lnTo>
                  <a:pt x="2053" y="56976"/>
                </a:lnTo>
                <a:lnTo>
                  <a:pt x="2053" y="56251"/>
                </a:lnTo>
                <a:lnTo>
                  <a:pt x="2053" y="55439"/>
                </a:lnTo>
                <a:lnTo>
                  <a:pt x="2117" y="54656"/>
                </a:lnTo>
                <a:lnTo>
                  <a:pt x="2117" y="53931"/>
                </a:lnTo>
                <a:lnTo>
                  <a:pt x="2117" y="53119"/>
                </a:lnTo>
                <a:lnTo>
                  <a:pt x="2117" y="52394"/>
                </a:lnTo>
                <a:lnTo>
                  <a:pt x="2213" y="51583"/>
                </a:lnTo>
                <a:lnTo>
                  <a:pt x="2213" y="50858"/>
                </a:lnTo>
                <a:lnTo>
                  <a:pt x="2213" y="50075"/>
                </a:lnTo>
                <a:lnTo>
                  <a:pt x="2213" y="49263"/>
                </a:lnTo>
                <a:lnTo>
                  <a:pt x="2213" y="48538"/>
                </a:lnTo>
                <a:lnTo>
                  <a:pt x="2277" y="47726"/>
                </a:lnTo>
                <a:lnTo>
                  <a:pt x="2277" y="46943"/>
                </a:lnTo>
                <a:lnTo>
                  <a:pt x="2277" y="46218"/>
                </a:lnTo>
                <a:lnTo>
                  <a:pt x="2277" y="45407"/>
                </a:lnTo>
                <a:lnTo>
                  <a:pt x="2341" y="44682"/>
                </a:lnTo>
                <a:lnTo>
                  <a:pt x="2341" y="43870"/>
                </a:lnTo>
                <a:lnTo>
                  <a:pt x="2341" y="43087"/>
                </a:lnTo>
                <a:lnTo>
                  <a:pt x="2341" y="42362"/>
                </a:lnTo>
                <a:lnTo>
                  <a:pt x="2341" y="41550"/>
                </a:lnTo>
                <a:lnTo>
                  <a:pt x="2406" y="40767"/>
                </a:lnTo>
                <a:lnTo>
                  <a:pt x="2406" y="40013"/>
                </a:lnTo>
                <a:lnTo>
                  <a:pt x="2406" y="39230"/>
                </a:lnTo>
                <a:lnTo>
                  <a:pt x="2406" y="38419"/>
                </a:lnTo>
                <a:lnTo>
                  <a:pt x="2406" y="37636"/>
                </a:lnTo>
                <a:lnTo>
                  <a:pt x="2502" y="36911"/>
                </a:lnTo>
                <a:lnTo>
                  <a:pt x="2502" y="36099"/>
                </a:lnTo>
                <a:lnTo>
                  <a:pt x="2502" y="35316"/>
                </a:lnTo>
                <a:lnTo>
                  <a:pt x="2502" y="34562"/>
                </a:lnTo>
                <a:lnTo>
                  <a:pt x="2566" y="33779"/>
                </a:lnTo>
                <a:lnTo>
                  <a:pt x="2566" y="32967"/>
                </a:lnTo>
                <a:lnTo>
                  <a:pt x="2566" y="32243"/>
                </a:lnTo>
                <a:lnTo>
                  <a:pt x="2566" y="31460"/>
                </a:lnTo>
                <a:lnTo>
                  <a:pt x="2566" y="30648"/>
                </a:lnTo>
                <a:lnTo>
                  <a:pt x="2630" y="29836"/>
                </a:lnTo>
                <a:lnTo>
                  <a:pt x="2630" y="29111"/>
                </a:lnTo>
                <a:lnTo>
                  <a:pt x="2630" y="28328"/>
                </a:lnTo>
                <a:lnTo>
                  <a:pt x="2630" y="27516"/>
                </a:lnTo>
                <a:lnTo>
                  <a:pt x="2726" y="26733"/>
                </a:lnTo>
                <a:lnTo>
                  <a:pt x="2726" y="25980"/>
                </a:lnTo>
                <a:lnTo>
                  <a:pt x="2726" y="25197"/>
                </a:lnTo>
                <a:lnTo>
                  <a:pt x="2726" y="24385"/>
                </a:lnTo>
                <a:lnTo>
                  <a:pt x="2726" y="23602"/>
                </a:lnTo>
                <a:lnTo>
                  <a:pt x="2790" y="22877"/>
                </a:lnTo>
                <a:lnTo>
                  <a:pt x="2790" y="22065"/>
                </a:lnTo>
                <a:lnTo>
                  <a:pt x="2790" y="21282"/>
                </a:lnTo>
                <a:lnTo>
                  <a:pt x="2790" y="20470"/>
                </a:lnTo>
                <a:lnTo>
                  <a:pt x="2855" y="19687"/>
                </a:lnTo>
                <a:lnTo>
                  <a:pt x="2855" y="18934"/>
                </a:lnTo>
                <a:lnTo>
                  <a:pt x="2855" y="18151"/>
                </a:lnTo>
                <a:lnTo>
                  <a:pt x="2855" y="17339"/>
                </a:lnTo>
                <a:lnTo>
                  <a:pt x="2855" y="16556"/>
                </a:lnTo>
                <a:lnTo>
                  <a:pt x="2919" y="15744"/>
                </a:lnTo>
                <a:lnTo>
                  <a:pt x="2919" y="15019"/>
                </a:lnTo>
                <a:lnTo>
                  <a:pt x="2919" y="14236"/>
                </a:lnTo>
                <a:lnTo>
                  <a:pt x="2919" y="13424"/>
                </a:lnTo>
                <a:lnTo>
                  <a:pt x="3015" y="12642"/>
                </a:lnTo>
                <a:lnTo>
                  <a:pt x="3015" y="11830"/>
                </a:lnTo>
                <a:lnTo>
                  <a:pt x="3015" y="11018"/>
                </a:lnTo>
                <a:lnTo>
                  <a:pt x="3015" y="10293"/>
                </a:lnTo>
                <a:lnTo>
                  <a:pt x="3015" y="9510"/>
                </a:lnTo>
                <a:lnTo>
                  <a:pt x="3079" y="8698"/>
                </a:lnTo>
                <a:lnTo>
                  <a:pt x="3079" y="7915"/>
                </a:lnTo>
                <a:lnTo>
                  <a:pt x="3079" y="7103"/>
                </a:lnTo>
                <a:lnTo>
                  <a:pt x="3079" y="6321"/>
                </a:lnTo>
                <a:lnTo>
                  <a:pt x="3143" y="5509"/>
                </a:lnTo>
                <a:lnTo>
                  <a:pt x="3143" y="4784"/>
                </a:lnTo>
                <a:lnTo>
                  <a:pt x="3143" y="3972"/>
                </a:lnTo>
                <a:lnTo>
                  <a:pt x="3143" y="3189"/>
                </a:lnTo>
                <a:lnTo>
                  <a:pt x="3143" y="2377"/>
                </a:lnTo>
                <a:lnTo>
                  <a:pt x="3208" y="1594"/>
                </a:lnTo>
                <a:lnTo>
                  <a:pt x="3208" y="782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940138" y="3444767"/>
            <a:ext cx="3240" cy="159533"/>
          </a:xfrm>
          <a:custGeom>
            <a:avLst/>
            <a:gdLst/>
            <a:ahLst/>
            <a:cxnLst/>
            <a:rect l="l" t="t" r="r" b="b"/>
            <a:pathLst>
              <a:path w="3240" h="159533">
                <a:moveTo>
                  <a:pt x="0" y="159533"/>
                </a:moveTo>
                <a:lnTo>
                  <a:pt x="0" y="158721"/>
                </a:lnTo>
                <a:lnTo>
                  <a:pt x="0" y="157938"/>
                </a:lnTo>
                <a:lnTo>
                  <a:pt x="96" y="157213"/>
                </a:lnTo>
                <a:lnTo>
                  <a:pt x="96" y="156402"/>
                </a:lnTo>
                <a:lnTo>
                  <a:pt x="96" y="155590"/>
                </a:lnTo>
                <a:lnTo>
                  <a:pt x="96" y="154807"/>
                </a:lnTo>
                <a:lnTo>
                  <a:pt x="160" y="153995"/>
                </a:lnTo>
                <a:lnTo>
                  <a:pt x="160" y="153212"/>
                </a:lnTo>
                <a:lnTo>
                  <a:pt x="160" y="152400"/>
                </a:lnTo>
                <a:lnTo>
                  <a:pt x="160" y="151617"/>
                </a:lnTo>
                <a:lnTo>
                  <a:pt x="160" y="150805"/>
                </a:lnTo>
                <a:lnTo>
                  <a:pt x="224" y="150022"/>
                </a:lnTo>
                <a:lnTo>
                  <a:pt x="224" y="149211"/>
                </a:lnTo>
                <a:lnTo>
                  <a:pt x="224" y="148428"/>
                </a:lnTo>
                <a:lnTo>
                  <a:pt x="224" y="147616"/>
                </a:lnTo>
                <a:lnTo>
                  <a:pt x="320" y="146891"/>
                </a:lnTo>
                <a:lnTo>
                  <a:pt x="320" y="146108"/>
                </a:lnTo>
                <a:lnTo>
                  <a:pt x="320" y="145296"/>
                </a:lnTo>
                <a:lnTo>
                  <a:pt x="320" y="144484"/>
                </a:lnTo>
                <a:lnTo>
                  <a:pt x="320" y="143701"/>
                </a:lnTo>
                <a:lnTo>
                  <a:pt x="384" y="142890"/>
                </a:lnTo>
                <a:lnTo>
                  <a:pt x="384" y="142107"/>
                </a:lnTo>
                <a:lnTo>
                  <a:pt x="384" y="141295"/>
                </a:lnTo>
                <a:lnTo>
                  <a:pt x="384" y="140512"/>
                </a:lnTo>
                <a:lnTo>
                  <a:pt x="449" y="139700"/>
                </a:lnTo>
                <a:lnTo>
                  <a:pt x="449" y="138917"/>
                </a:lnTo>
                <a:lnTo>
                  <a:pt x="449" y="138105"/>
                </a:lnTo>
                <a:lnTo>
                  <a:pt x="449" y="137322"/>
                </a:lnTo>
                <a:lnTo>
                  <a:pt x="449" y="136511"/>
                </a:lnTo>
                <a:lnTo>
                  <a:pt x="513" y="135728"/>
                </a:lnTo>
                <a:lnTo>
                  <a:pt x="513" y="134916"/>
                </a:lnTo>
                <a:lnTo>
                  <a:pt x="513" y="134133"/>
                </a:lnTo>
                <a:lnTo>
                  <a:pt x="513" y="133321"/>
                </a:lnTo>
                <a:lnTo>
                  <a:pt x="609" y="132538"/>
                </a:lnTo>
                <a:lnTo>
                  <a:pt x="609" y="131726"/>
                </a:lnTo>
                <a:lnTo>
                  <a:pt x="609" y="130943"/>
                </a:lnTo>
                <a:lnTo>
                  <a:pt x="609" y="130132"/>
                </a:lnTo>
                <a:lnTo>
                  <a:pt x="609" y="129349"/>
                </a:lnTo>
                <a:lnTo>
                  <a:pt x="673" y="128537"/>
                </a:lnTo>
                <a:lnTo>
                  <a:pt x="673" y="127754"/>
                </a:lnTo>
                <a:lnTo>
                  <a:pt x="673" y="126942"/>
                </a:lnTo>
                <a:lnTo>
                  <a:pt x="673" y="126159"/>
                </a:lnTo>
                <a:lnTo>
                  <a:pt x="737" y="125347"/>
                </a:lnTo>
                <a:lnTo>
                  <a:pt x="737" y="124535"/>
                </a:lnTo>
                <a:lnTo>
                  <a:pt x="737" y="123753"/>
                </a:lnTo>
                <a:lnTo>
                  <a:pt x="737" y="122941"/>
                </a:lnTo>
                <a:lnTo>
                  <a:pt x="737" y="122158"/>
                </a:lnTo>
                <a:lnTo>
                  <a:pt x="834" y="121346"/>
                </a:lnTo>
                <a:lnTo>
                  <a:pt x="834" y="120563"/>
                </a:lnTo>
                <a:lnTo>
                  <a:pt x="834" y="119751"/>
                </a:lnTo>
                <a:lnTo>
                  <a:pt x="834" y="118968"/>
                </a:lnTo>
                <a:lnTo>
                  <a:pt x="834" y="118156"/>
                </a:lnTo>
                <a:lnTo>
                  <a:pt x="898" y="117373"/>
                </a:lnTo>
                <a:lnTo>
                  <a:pt x="898" y="116562"/>
                </a:lnTo>
                <a:lnTo>
                  <a:pt x="898" y="115779"/>
                </a:lnTo>
                <a:lnTo>
                  <a:pt x="898" y="114967"/>
                </a:lnTo>
                <a:lnTo>
                  <a:pt x="962" y="114097"/>
                </a:lnTo>
                <a:lnTo>
                  <a:pt x="962" y="113314"/>
                </a:lnTo>
                <a:lnTo>
                  <a:pt x="962" y="112502"/>
                </a:lnTo>
                <a:lnTo>
                  <a:pt x="962" y="111719"/>
                </a:lnTo>
                <a:lnTo>
                  <a:pt x="962" y="110907"/>
                </a:lnTo>
                <a:lnTo>
                  <a:pt x="1026" y="110125"/>
                </a:lnTo>
                <a:lnTo>
                  <a:pt x="1026" y="109313"/>
                </a:lnTo>
                <a:lnTo>
                  <a:pt x="1026" y="108530"/>
                </a:lnTo>
                <a:lnTo>
                  <a:pt x="1026" y="107718"/>
                </a:lnTo>
                <a:lnTo>
                  <a:pt x="1122" y="106935"/>
                </a:lnTo>
                <a:lnTo>
                  <a:pt x="1122" y="106123"/>
                </a:lnTo>
                <a:lnTo>
                  <a:pt x="1122" y="105340"/>
                </a:lnTo>
                <a:lnTo>
                  <a:pt x="1122" y="104528"/>
                </a:lnTo>
                <a:lnTo>
                  <a:pt x="1122" y="103746"/>
                </a:lnTo>
                <a:lnTo>
                  <a:pt x="1186" y="102934"/>
                </a:lnTo>
                <a:lnTo>
                  <a:pt x="1186" y="102151"/>
                </a:lnTo>
                <a:lnTo>
                  <a:pt x="1186" y="101281"/>
                </a:lnTo>
                <a:lnTo>
                  <a:pt x="1186" y="100469"/>
                </a:lnTo>
                <a:lnTo>
                  <a:pt x="1251" y="99686"/>
                </a:lnTo>
                <a:lnTo>
                  <a:pt x="1251" y="98874"/>
                </a:lnTo>
                <a:lnTo>
                  <a:pt x="1251" y="98091"/>
                </a:lnTo>
                <a:lnTo>
                  <a:pt x="1251" y="97280"/>
                </a:lnTo>
                <a:lnTo>
                  <a:pt x="1251" y="96497"/>
                </a:lnTo>
                <a:lnTo>
                  <a:pt x="1315" y="95685"/>
                </a:lnTo>
                <a:lnTo>
                  <a:pt x="1315" y="94902"/>
                </a:lnTo>
                <a:lnTo>
                  <a:pt x="1315" y="94090"/>
                </a:lnTo>
                <a:lnTo>
                  <a:pt x="1315" y="93307"/>
                </a:lnTo>
                <a:lnTo>
                  <a:pt x="1411" y="92495"/>
                </a:lnTo>
                <a:lnTo>
                  <a:pt x="1411" y="91625"/>
                </a:lnTo>
                <a:lnTo>
                  <a:pt x="1411" y="90843"/>
                </a:lnTo>
                <a:lnTo>
                  <a:pt x="1411" y="90031"/>
                </a:lnTo>
                <a:lnTo>
                  <a:pt x="1411" y="89248"/>
                </a:lnTo>
                <a:lnTo>
                  <a:pt x="1475" y="88436"/>
                </a:lnTo>
                <a:lnTo>
                  <a:pt x="1475" y="87653"/>
                </a:lnTo>
                <a:lnTo>
                  <a:pt x="1475" y="86841"/>
                </a:lnTo>
                <a:lnTo>
                  <a:pt x="1475" y="86058"/>
                </a:lnTo>
                <a:lnTo>
                  <a:pt x="1539" y="85246"/>
                </a:lnTo>
                <a:lnTo>
                  <a:pt x="1539" y="84464"/>
                </a:lnTo>
                <a:lnTo>
                  <a:pt x="1539" y="83594"/>
                </a:lnTo>
                <a:lnTo>
                  <a:pt x="1539" y="82782"/>
                </a:lnTo>
                <a:lnTo>
                  <a:pt x="1539" y="81999"/>
                </a:lnTo>
                <a:lnTo>
                  <a:pt x="1636" y="81187"/>
                </a:lnTo>
                <a:lnTo>
                  <a:pt x="1636" y="80404"/>
                </a:lnTo>
                <a:lnTo>
                  <a:pt x="1636" y="79592"/>
                </a:lnTo>
                <a:lnTo>
                  <a:pt x="1636" y="78809"/>
                </a:lnTo>
                <a:lnTo>
                  <a:pt x="1636" y="77998"/>
                </a:lnTo>
                <a:lnTo>
                  <a:pt x="1700" y="77215"/>
                </a:lnTo>
                <a:lnTo>
                  <a:pt x="1700" y="76345"/>
                </a:lnTo>
                <a:lnTo>
                  <a:pt x="1700" y="75533"/>
                </a:lnTo>
                <a:lnTo>
                  <a:pt x="1700" y="74750"/>
                </a:lnTo>
                <a:lnTo>
                  <a:pt x="1764" y="73938"/>
                </a:lnTo>
                <a:lnTo>
                  <a:pt x="1764" y="73155"/>
                </a:lnTo>
                <a:lnTo>
                  <a:pt x="1764" y="72343"/>
                </a:lnTo>
                <a:lnTo>
                  <a:pt x="1764" y="71561"/>
                </a:lnTo>
                <a:lnTo>
                  <a:pt x="1764" y="70749"/>
                </a:lnTo>
                <a:lnTo>
                  <a:pt x="1828" y="69966"/>
                </a:lnTo>
                <a:lnTo>
                  <a:pt x="1828" y="69096"/>
                </a:lnTo>
                <a:lnTo>
                  <a:pt x="1828" y="68284"/>
                </a:lnTo>
                <a:lnTo>
                  <a:pt x="1828" y="67501"/>
                </a:lnTo>
                <a:lnTo>
                  <a:pt x="1924" y="66689"/>
                </a:lnTo>
                <a:lnTo>
                  <a:pt x="1924" y="65906"/>
                </a:lnTo>
                <a:lnTo>
                  <a:pt x="1924" y="65095"/>
                </a:lnTo>
                <a:lnTo>
                  <a:pt x="1924" y="64312"/>
                </a:lnTo>
                <a:lnTo>
                  <a:pt x="1924" y="63500"/>
                </a:lnTo>
                <a:lnTo>
                  <a:pt x="1988" y="62630"/>
                </a:lnTo>
                <a:lnTo>
                  <a:pt x="1988" y="61847"/>
                </a:lnTo>
                <a:lnTo>
                  <a:pt x="1988" y="61035"/>
                </a:lnTo>
                <a:lnTo>
                  <a:pt x="1988" y="60252"/>
                </a:lnTo>
                <a:lnTo>
                  <a:pt x="2053" y="59440"/>
                </a:lnTo>
                <a:lnTo>
                  <a:pt x="2053" y="58658"/>
                </a:lnTo>
                <a:lnTo>
                  <a:pt x="2053" y="57846"/>
                </a:lnTo>
                <a:lnTo>
                  <a:pt x="2053" y="57063"/>
                </a:lnTo>
                <a:lnTo>
                  <a:pt x="2053" y="56251"/>
                </a:lnTo>
                <a:lnTo>
                  <a:pt x="2117" y="55381"/>
                </a:lnTo>
                <a:lnTo>
                  <a:pt x="2117" y="54598"/>
                </a:lnTo>
                <a:lnTo>
                  <a:pt x="2117" y="53786"/>
                </a:lnTo>
                <a:lnTo>
                  <a:pt x="2117" y="53003"/>
                </a:lnTo>
                <a:lnTo>
                  <a:pt x="2213" y="52191"/>
                </a:lnTo>
                <a:lnTo>
                  <a:pt x="2213" y="51409"/>
                </a:lnTo>
                <a:lnTo>
                  <a:pt x="2213" y="50597"/>
                </a:lnTo>
                <a:lnTo>
                  <a:pt x="2213" y="49814"/>
                </a:lnTo>
                <a:lnTo>
                  <a:pt x="2213" y="48944"/>
                </a:lnTo>
                <a:lnTo>
                  <a:pt x="2277" y="48132"/>
                </a:lnTo>
                <a:lnTo>
                  <a:pt x="2277" y="47349"/>
                </a:lnTo>
                <a:lnTo>
                  <a:pt x="2277" y="46537"/>
                </a:lnTo>
                <a:lnTo>
                  <a:pt x="2277" y="45754"/>
                </a:lnTo>
                <a:lnTo>
                  <a:pt x="2341" y="44943"/>
                </a:lnTo>
                <a:lnTo>
                  <a:pt x="2341" y="44160"/>
                </a:lnTo>
                <a:lnTo>
                  <a:pt x="2341" y="43348"/>
                </a:lnTo>
                <a:lnTo>
                  <a:pt x="2341" y="42507"/>
                </a:lnTo>
                <a:lnTo>
                  <a:pt x="2341" y="41695"/>
                </a:lnTo>
                <a:lnTo>
                  <a:pt x="2438" y="40883"/>
                </a:lnTo>
                <a:lnTo>
                  <a:pt x="2438" y="40100"/>
                </a:lnTo>
                <a:lnTo>
                  <a:pt x="2438" y="39288"/>
                </a:lnTo>
                <a:lnTo>
                  <a:pt x="2438" y="38506"/>
                </a:lnTo>
                <a:lnTo>
                  <a:pt x="2438" y="37694"/>
                </a:lnTo>
                <a:lnTo>
                  <a:pt x="2502" y="36911"/>
                </a:lnTo>
                <a:lnTo>
                  <a:pt x="2502" y="36099"/>
                </a:lnTo>
                <a:lnTo>
                  <a:pt x="2502" y="35258"/>
                </a:lnTo>
                <a:lnTo>
                  <a:pt x="2502" y="34446"/>
                </a:lnTo>
                <a:lnTo>
                  <a:pt x="2566" y="33634"/>
                </a:lnTo>
                <a:lnTo>
                  <a:pt x="2566" y="32851"/>
                </a:lnTo>
                <a:lnTo>
                  <a:pt x="2566" y="32040"/>
                </a:lnTo>
                <a:lnTo>
                  <a:pt x="2566" y="31257"/>
                </a:lnTo>
                <a:lnTo>
                  <a:pt x="2566" y="30532"/>
                </a:lnTo>
                <a:lnTo>
                  <a:pt x="2630" y="29720"/>
                </a:lnTo>
                <a:lnTo>
                  <a:pt x="2630" y="28937"/>
                </a:lnTo>
                <a:lnTo>
                  <a:pt x="2630" y="28125"/>
                </a:lnTo>
                <a:lnTo>
                  <a:pt x="2630" y="27255"/>
                </a:lnTo>
                <a:lnTo>
                  <a:pt x="2726" y="26472"/>
                </a:lnTo>
                <a:lnTo>
                  <a:pt x="2726" y="25661"/>
                </a:lnTo>
                <a:lnTo>
                  <a:pt x="2726" y="24878"/>
                </a:lnTo>
                <a:lnTo>
                  <a:pt x="2726" y="24066"/>
                </a:lnTo>
                <a:lnTo>
                  <a:pt x="2726" y="23283"/>
                </a:lnTo>
                <a:lnTo>
                  <a:pt x="2790" y="22471"/>
                </a:lnTo>
                <a:lnTo>
                  <a:pt x="2790" y="21688"/>
                </a:lnTo>
                <a:lnTo>
                  <a:pt x="2790" y="20876"/>
                </a:lnTo>
                <a:lnTo>
                  <a:pt x="2790" y="20093"/>
                </a:lnTo>
                <a:lnTo>
                  <a:pt x="2855" y="19224"/>
                </a:lnTo>
                <a:lnTo>
                  <a:pt x="2855" y="18412"/>
                </a:lnTo>
                <a:lnTo>
                  <a:pt x="2855" y="17629"/>
                </a:lnTo>
                <a:lnTo>
                  <a:pt x="2855" y="16817"/>
                </a:lnTo>
                <a:lnTo>
                  <a:pt x="2855" y="16034"/>
                </a:lnTo>
                <a:lnTo>
                  <a:pt x="2951" y="15222"/>
                </a:lnTo>
                <a:lnTo>
                  <a:pt x="2951" y="14439"/>
                </a:lnTo>
                <a:lnTo>
                  <a:pt x="2951" y="13627"/>
                </a:lnTo>
                <a:lnTo>
                  <a:pt x="2951" y="12845"/>
                </a:lnTo>
                <a:lnTo>
                  <a:pt x="3015" y="12033"/>
                </a:lnTo>
                <a:lnTo>
                  <a:pt x="3015" y="11250"/>
                </a:lnTo>
                <a:lnTo>
                  <a:pt x="3015" y="10438"/>
                </a:lnTo>
                <a:lnTo>
                  <a:pt x="3015" y="9568"/>
                </a:lnTo>
                <a:lnTo>
                  <a:pt x="3015" y="8785"/>
                </a:lnTo>
                <a:lnTo>
                  <a:pt x="3079" y="7973"/>
                </a:lnTo>
                <a:lnTo>
                  <a:pt x="3079" y="7190"/>
                </a:lnTo>
                <a:lnTo>
                  <a:pt x="3079" y="6379"/>
                </a:lnTo>
                <a:lnTo>
                  <a:pt x="3079" y="5596"/>
                </a:lnTo>
                <a:lnTo>
                  <a:pt x="3143" y="4784"/>
                </a:lnTo>
                <a:lnTo>
                  <a:pt x="3143" y="4001"/>
                </a:lnTo>
                <a:lnTo>
                  <a:pt x="3143" y="3189"/>
                </a:lnTo>
                <a:lnTo>
                  <a:pt x="3143" y="2406"/>
                </a:lnTo>
                <a:lnTo>
                  <a:pt x="3143" y="1594"/>
                </a:lnTo>
                <a:lnTo>
                  <a:pt x="3240" y="811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943378" y="3290163"/>
            <a:ext cx="3208" cy="154604"/>
          </a:xfrm>
          <a:custGeom>
            <a:avLst/>
            <a:gdLst/>
            <a:ahLst/>
            <a:cxnLst/>
            <a:rect l="l" t="t" r="r" b="b"/>
            <a:pathLst>
              <a:path w="3208" h="154604">
                <a:moveTo>
                  <a:pt x="0" y="154604"/>
                </a:moveTo>
                <a:lnTo>
                  <a:pt x="0" y="153821"/>
                </a:lnTo>
                <a:lnTo>
                  <a:pt x="0" y="153009"/>
                </a:lnTo>
                <a:lnTo>
                  <a:pt x="0" y="152226"/>
                </a:lnTo>
                <a:lnTo>
                  <a:pt x="64" y="151414"/>
                </a:lnTo>
                <a:lnTo>
                  <a:pt x="64" y="150544"/>
                </a:lnTo>
                <a:lnTo>
                  <a:pt x="64" y="149762"/>
                </a:lnTo>
                <a:lnTo>
                  <a:pt x="64" y="148950"/>
                </a:lnTo>
                <a:lnTo>
                  <a:pt x="128" y="148167"/>
                </a:lnTo>
                <a:lnTo>
                  <a:pt x="128" y="147355"/>
                </a:lnTo>
                <a:lnTo>
                  <a:pt x="128" y="146572"/>
                </a:lnTo>
                <a:lnTo>
                  <a:pt x="128" y="145760"/>
                </a:lnTo>
                <a:lnTo>
                  <a:pt x="128" y="144977"/>
                </a:lnTo>
                <a:lnTo>
                  <a:pt x="192" y="144165"/>
                </a:lnTo>
                <a:lnTo>
                  <a:pt x="192" y="143354"/>
                </a:lnTo>
                <a:lnTo>
                  <a:pt x="192" y="142571"/>
                </a:lnTo>
                <a:lnTo>
                  <a:pt x="192" y="141759"/>
                </a:lnTo>
                <a:lnTo>
                  <a:pt x="288" y="140976"/>
                </a:lnTo>
                <a:lnTo>
                  <a:pt x="288" y="140164"/>
                </a:lnTo>
                <a:lnTo>
                  <a:pt x="288" y="139381"/>
                </a:lnTo>
                <a:lnTo>
                  <a:pt x="288" y="138569"/>
                </a:lnTo>
                <a:lnTo>
                  <a:pt x="288" y="137786"/>
                </a:lnTo>
                <a:lnTo>
                  <a:pt x="352" y="136974"/>
                </a:lnTo>
                <a:lnTo>
                  <a:pt x="352" y="136192"/>
                </a:lnTo>
                <a:lnTo>
                  <a:pt x="352" y="135380"/>
                </a:lnTo>
                <a:lnTo>
                  <a:pt x="352" y="134597"/>
                </a:lnTo>
                <a:lnTo>
                  <a:pt x="417" y="133785"/>
                </a:lnTo>
                <a:lnTo>
                  <a:pt x="417" y="133002"/>
                </a:lnTo>
                <a:lnTo>
                  <a:pt x="417" y="132190"/>
                </a:lnTo>
                <a:lnTo>
                  <a:pt x="417" y="131407"/>
                </a:lnTo>
                <a:lnTo>
                  <a:pt x="417" y="130595"/>
                </a:lnTo>
                <a:lnTo>
                  <a:pt x="513" y="129813"/>
                </a:lnTo>
                <a:lnTo>
                  <a:pt x="513" y="129001"/>
                </a:lnTo>
                <a:lnTo>
                  <a:pt x="513" y="128218"/>
                </a:lnTo>
                <a:lnTo>
                  <a:pt x="513" y="127406"/>
                </a:lnTo>
                <a:lnTo>
                  <a:pt x="577" y="126623"/>
                </a:lnTo>
                <a:lnTo>
                  <a:pt x="577" y="125811"/>
                </a:lnTo>
                <a:lnTo>
                  <a:pt x="577" y="125028"/>
                </a:lnTo>
                <a:lnTo>
                  <a:pt x="577" y="124216"/>
                </a:lnTo>
                <a:lnTo>
                  <a:pt x="577" y="123405"/>
                </a:lnTo>
                <a:lnTo>
                  <a:pt x="641" y="122622"/>
                </a:lnTo>
                <a:lnTo>
                  <a:pt x="641" y="121897"/>
                </a:lnTo>
                <a:lnTo>
                  <a:pt x="641" y="121085"/>
                </a:lnTo>
                <a:lnTo>
                  <a:pt x="641" y="120302"/>
                </a:lnTo>
                <a:lnTo>
                  <a:pt x="705" y="119490"/>
                </a:lnTo>
                <a:lnTo>
                  <a:pt x="705" y="118707"/>
                </a:lnTo>
                <a:lnTo>
                  <a:pt x="705" y="117895"/>
                </a:lnTo>
                <a:lnTo>
                  <a:pt x="705" y="117113"/>
                </a:lnTo>
                <a:lnTo>
                  <a:pt x="705" y="116301"/>
                </a:lnTo>
                <a:lnTo>
                  <a:pt x="802" y="115518"/>
                </a:lnTo>
                <a:lnTo>
                  <a:pt x="802" y="114706"/>
                </a:lnTo>
                <a:lnTo>
                  <a:pt x="802" y="113923"/>
                </a:lnTo>
                <a:lnTo>
                  <a:pt x="802" y="113111"/>
                </a:lnTo>
                <a:lnTo>
                  <a:pt x="802" y="112328"/>
                </a:lnTo>
                <a:lnTo>
                  <a:pt x="866" y="111516"/>
                </a:lnTo>
                <a:lnTo>
                  <a:pt x="866" y="110792"/>
                </a:lnTo>
                <a:lnTo>
                  <a:pt x="866" y="109980"/>
                </a:lnTo>
                <a:lnTo>
                  <a:pt x="866" y="109197"/>
                </a:lnTo>
                <a:lnTo>
                  <a:pt x="930" y="108385"/>
                </a:lnTo>
                <a:lnTo>
                  <a:pt x="930" y="107602"/>
                </a:lnTo>
                <a:lnTo>
                  <a:pt x="930" y="106790"/>
                </a:lnTo>
                <a:lnTo>
                  <a:pt x="930" y="106007"/>
                </a:lnTo>
                <a:lnTo>
                  <a:pt x="930" y="105195"/>
                </a:lnTo>
                <a:lnTo>
                  <a:pt x="994" y="104412"/>
                </a:lnTo>
                <a:lnTo>
                  <a:pt x="994" y="103659"/>
                </a:lnTo>
                <a:lnTo>
                  <a:pt x="994" y="102876"/>
                </a:lnTo>
                <a:lnTo>
                  <a:pt x="994" y="102064"/>
                </a:lnTo>
                <a:lnTo>
                  <a:pt x="1090" y="101281"/>
                </a:lnTo>
                <a:lnTo>
                  <a:pt x="1090" y="100469"/>
                </a:lnTo>
                <a:lnTo>
                  <a:pt x="1090" y="99686"/>
                </a:lnTo>
                <a:lnTo>
                  <a:pt x="1090" y="98874"/>
                </a:lnTo>
                <a:lnTo>
                  <a:pt x="1090" y="98149"/>
                </a:lnTo>
                <a:lnTo>
                  <a:pt x="1154" y="97367"/>
                </a:lnTo>
                <a:lnTo>
                  <a:pt x="1154" y="96555"/>
                </a:lnTo>
                <a:lnTo>
                  <a:pt x="1154" y="95743"/>
                </a:lnTo>
                <a:lnTo>
                  <a:pt x="1154" y="94960"/>
                </a:lnTo>
                <a:lnTo>
                  <a:pt x="1219" y="94148"/>
                </a:lnTo>
                <a:lnTo>
                  <a:pt x="1219" y="93423"/>
                </a:lnTo>
                <a:lnTo>
                  <a:pt x="1219" y="92640"/>
                </a:lnTo>
                <a:lnTo>
                  <a:pt x="1219" y="91828"/>
                </a:lnTo>
                <a:lnTo>
                  <a:pt x="1219" y="91046"/>
                </a:lnTo>
                <a:lnTo>
                  <a:pt x="1315" y="90234"/>
                </a:lnTo>
                <a:lnTo>
                  <a:pt x="1315" y="89451"/>
                </a:lnTo>
                <a:lnTo>
                  <a:pt x="1315" y="88697"/>
                </a:lnTo>
                <a:lnTo>
                  <a:pt x="1315" y="87914"/>
                </a:lnTo>
                <a:lnTo>
                  <a:pt x="1379" y="87102"/>
                </a:lnTo>
                <a:lnTo>
                  <a:pt x="1379" y="86319"/>
                </a:lnTo>
                <a:lnTo>
                  <a:pt x="1379" y="85594"/>
                </a:lnTo>
                <a:lnTo>
                  <a:pt x="1379" y="84782"/>
                </a:lnTo>
                <a:lnTo>
                  <a:pt x="1379" y="84000"/>
                </a:lnTo>
                <a:lnTo>
                  <a:pt x="1443" y="83188"/>
                </a:lnTo>
                <a:lnTo>
                  <a:pt x="1443" y="82405"/>
                </a:lnTo>
                <a:lnTo>
                  <a:pt x="1443" y="81651"/>
                </a:lnTo>
                <a:lnTo>
                  <a:pt x="1443" y="80868"/>
                </a:lnTo>
                <a:lnTo>
                  <a:pt x="1507" y="80056"/>
                </a:lnTo>
                <a:lnTo>
                  <a:pt x="1507" y="79273"/>
                </a:lnTo>
                <a:lnTo>
                  <a:pt x="1507" y="78519"/>
                </a:lnTo>
                <a:lnTo>
                  <a:pt x="1507" y="77737"/>
                </a:lnTo>
                <a:lnTo>
                  <a:pt x="1507" y="76925"/>
                </a:lnTo>
                <a:lnTo>
                  <a:pt x="1604" y="76142"/>
                </a:lnTo>
                <a:lnTo>
                  <a:pt x="1604" y="75417"/>
                </a:lnTo>
                <a:lnTo>
                  <a:pt x="1604" y="74605"/>
                </a:lnTo>
                <a:lnTo>
                  <a:pt x="1604" y="73822"/>
                </a:lnTo>
                <a:lnTo>
                  <a:pt x="1604" y="73068"/>
                </a:lnTo>
                <a:lnTo>
                  <a:pt x="1668" y="72285"/>
                </a:lnTo>
                <a:lnTo>
                  <a:pt x="1668" y="71474"/>
                </a:lnTo>
                <a:lnTo>
                  <a:pt x="1668" y="70749"/>
                </a:lnTo>
                <a:lnTo>
                  <a:pt x="1668" y="69966"/>
                </a:lnTo>
                <a:lnTo>
                  <a:pt x="1732" y="69154"/>
                </a:lnTo>
                <a:lnTo>
                  <a:pt x="1732" y="68371"/>
                </a:lnTo>
                <a:lnTo>
                  <a:pt x="1732" y="67617"/>
                </a:lnTo>
                <a:lnTo>
                  <a:pt x="1732" y="66834"/>
                </a:lnTo>
                <a:lnTo>
                  <a:pt x="1732" y="66022"/>
                </a:lnTo>
                <a:lnTo>
                  <a:pt x="1828" y="65297"/>
                </a:lnTo>
                <a:lnTo>
                  <a:pt x="1828" y="64515"/>
                </a:lnTo>
                <a:lnTo>
                  <a:pt x="1828" y="63703"/>
                </a:lnTo>
                <a:lnTo>
                  <a:pt x="1828" y="62978"/>
                </a:lnTo>
                <a:lnTo>
                  <a:pt x="1892" y="62166"/>
                </a:lnTo>
                <a:lnTo>
                  <a:pt x="1892" y="61441"/>
                </a:lnTo>
                <a:lnTo>
                  <a:pt x="1892" y="60658"/>
                </a:lnTo>
                <a:lnTo>
                  <a:pt x="1892" y="59846"/>
                </a:lnTo>
                <a:lnTo>
                  <a:pt x="1892" y="59121"/>
                </a:lnTo>
                <a:lnTo>
                  <a:pt x="1956" y="58310"/>
                </a:lnTo>
                <a:lnTo>
                  <a:pt x="1956" y="57527"/>
                </a:lnTo>
                <a:lnTo>
                  <a:pt x="1956" y="56802"/>
                </a:lnTo>
                <a:lnTo>
                  <a:pt x="1956" y="55990"/>
                </a:lnTo>
                <a:lnTo>
                  <a:pt x="2021" y="55265"/>
                </a:lnTo>
                <a:lnTo>
                  <a:pt x="2021" y="54453"/>
                </a:lnTo>
                <a:lnTo>
                  <a:pt x="2021" y="53670"/>
                </a:lnTo>
                <a:lnTo>
                  <a:pt x="2021" y="52945"/>
                </a:lnTo>
                <a:lnTo>
                  <a:pt x="2021" y="52134"/>
                </a:lnTo>
                <a:lnTo>
                  <a:pt x="2117" y="51409"/>
                </a:lnTo>
                <a:lnTo>
                  <a:pt x="2117" y="50597"/>
                </a:lnTo>
                <a:lnTo>
                  <a:pt x="2117" y="49872"/>
                </a:lnTo>
                <a:lnTo>
                  <a:pt x="2117" y="49089"/>
                </a:lnTo>
                <a:lnTo>
                  <a:pt x="2181" y="48335"/>
                </a:lnTo>
                <a:lnTo>
                  <a:pt x="2181" y="47552"/>
                </a:lnTo>
                <a:lnTo>
                  <a:pt x="2181" y="46740"/>
                </a:lnTo>
                <a:lnTo>
                  <a:pt x="2181" y="46015"/>
                </a:lnTo>
                <a:lnTo>
                  <a:pt x="2181" y="45233"/>
                </a:lnTo>
                <a:lnTo>
                  <a:pt x="2245" y="44479"/>
                </a:lnTo>
                <a:lnTo>
                  <a:pt x="2245" y="43696"/>
                </a:lnTo>
                <a:lnTo>
                  <a:pt x="2245" y="42971"/>
                </a:lnTo>
                <a:lnTo>
                  <a:pt x="2245" y="42159"/>
                </a:lnTo>
                <a:lnTo>
                  <a:pt x="2309" y="41434"/>
                </a:lnTo>
                <a:lnTo>
                  <a:pt x="2309" y="40622"/>
                </a:lnTo>
                <a:lnTo>
                  <a:pt x="2309" y="39897"/>
                </a:lnTo>
                <a:lnTo>
                  <a:pt x="2309" y="39114"/>
                </a:lnTo>
                <a:lnTo>
                  <a:pt x="2309" y="38361"/>
                </a:lnTo>
                <a:lnTo>
                  <a:pt x="2406" y="37578"/>
                </a:lnTo>
                <a:lnTo>
                  <a:pt x="2406" y="36853"/>
                </a:lnTo>
                <a:lnTo>
                  <a:pt x="2406" y="36099"/>
                </a:lnTo>
                <a:lnTo>
                  <a:pt x="2406" y="35316"/>
                </a:lnTo>
                <a:lnTo>
                  <a:pt x="2406" y="34591"/>
                </a:lnTo>
                <a:lnTo>
                  <a:pt x="2470" y="33779"/>
                </a:lnTo>
                <a:lnTo>
                  <a:pt x="2470" y="33054"/>
                </a:lnTo>
                <a:lnTo>
                  <a:pt x="2470" y="32243"/>
                </a:lnTo>
                <a:lnTo>
                  <a:pt x="2470" y="31518"/>
                </a:lnTo>
                <a:lnTo>
                  <a:pt x="2534" y="30793"/>
                </a:lnTo>
                <a:lnTo>
                  <a:pt x="2534" y="29981"/>
                </a:lnTo>
                <a:lnTo>
                  <a:pt x="2534" y="29256"/>
                </a:lnTo>
                <a:lnTo>
                  <a:pt x="2534" y="28473"/>
                </a:lnTo>
                <a:lnTo>
                  <a:pt x="2534" y="27719"/>
                </a:lnTo>
                <a:lnTo>
                  <a:pt x="2630" y="26994"/>
                </a:lnTo>
                <a:lnTo>
                  <a:pt x="2630" y="26211"/>
                </a:lnTo>
                <a:lnTo>
                  <a:pt x="2630" y="25458"/>
                </a:lnTo>
                <a:lnTo>
                  <a:pt x="2630" y="24675"/>
                </a:lnTo>
                <a:lnTo>
                  <a:pt x="2694" y="23950"/>
                </a:lnTo>
                <a:lnTo>
                  <a:pt x="2694" y="23196"/>
                </a:lnTo>
                <a:lnTo>
                  <a:pt x="2694" y="22413"/>
                </a:lnTo>
                <a:lnTo>
                  <a:pt x="2694" y="21688"/>
                </a:lnTo>
                <a:lnTo>
                  <a:pt x="2694" y="20934"/>
                </a:lnTo>
                <a:lnTo>
                  <a:pt x="2758" y="20151"/>
                </a:lnTo>
                <a:lnTo>
                  <a:pt x="2758" y="19427"/>
                </a:lnTo>
                <a:lnTo>
                  <a:pt x="2758" y="18673"/>
                </a:lnTo>
                <a:lnTo>
                  <a:pt x="2758" y="17890"/>
                </a:lnTo>
                <a:lnTo>
                  <a:pt x="2823" y="17165"/>
                </a:lnTo>
                <a:lnTo>
                  <a:pt x="2823" y="16440"/>
                </a:lnTo>
                <a:lnTo>
                  <a:pt x="2823" y="15686"/>
                </a:lnTo>
                <a:lnTo>
                  <a:pt x="2823" y="14903"/>
                </a:lnTo>
                <a:lnTo>
                  <a:pt x="2823" y="14178"/>
                </a:lnTo>
                <a:lnTo>
                  <a:pt x="2919" y="13424"/>
                </a:lnTo>
                <a:lnTo>
                  <a:pt x="2919" y="12700"/>
                </a:lnTo>
                <a:lnTo>
                  <a:pt x="2919" y="11917"/>
                </a:lnTo>
                <a:lnTo>
                  <a:pt x="2919" y="11163"/>
                </a:lnTo>
                <a:lnTo>
                  <a:pt x="2983" y="10438"/>
                </a:lnTo>
                <a:lnTo>
                  <a:pt x="2983" y="9713"/>
                </a:lnTo>
                <a:lnTo>
                  <a:pt x="2983" y="8901"/>
                </a:lnTo>
                <a:lnTo>
                  <a:pt x="2983" y="8176"/>
                </a:lnTo>
                <a:lnTo>
                  <a:pt x="2983" y="7451"/>
                </a:lnTo>
                <a:lnTo>
                  <a:pt x="3047" y="6726"/>
                </a:lnTo>
                <a:lnTo>
                  <a:pt x="3047" y="5973"/>
                </a:lnTo>
                <a:lnTo>
                  <a:pt x="3047" y="5190"/>
                </a:lnTo>
                <a:lnTo>
                  <a:pt x="3047" y="4465"/>
                </a:lnTo>
                <a:lnTo>
                  <a:pt x="3143" y="3711"/>
                </a:lnTo>
                <a:lnTo>
                  <a:pt x="3143" y="2986"/>
                </a:lnTo>
                <a:lnTo>
                  <a:pt x="3143" y="2261"/>
                </a:lnTo>
                <a:lnTo>
                  <a:pt x="3143" y="1478"/>
                </a:lnTo>
                <a:lnTo>
                  <a:pt x="3143" y="724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946586" y="3154377"/>
            <a:ext cx="3143" cy="135786"/>
          </a:xfrm>
          <a:custGeom>
            <a:avLst/>
            <a:gdLst/>
            <a:ahLst/>
            <a:cxnLst/>
            <a:rect l="l" t="t" r="r" b="b"/>
            <a:pathLst>
              <a:path w="3143" h="135786">
                <a:moveTo>
                  <a:pt x="0" y="135786"/>
                </a:moveTo>
                <a:lnTo>
                  <a:pt x="0" y="135061"/>
                </a:lnTo>
                <a:lnTo>
                  <a:pt x="0" y="134336"/>
                </a:lnTo>
                <a:lnTo>
                  <a:pt x="0" y="133582"/>
                </a:lnTo>
                <a:lnTo>
                  <a:pt x="0" y="132857"/>
                </a:lnTo>
                <a:lnTo>
                  <a:pt x="64" y="132132"/>
                </a:lnTo>
                <a:lnTo>
                  <a:pt x="64" y="131320"/>
                </a:lnTo>
                <a:lnTo>
                  <a:pt x="64" y="130595"/>
                </a:lnTo>
                <a:lnTo>
                  <a:pt x="64" y="129871"/>
                </a:lnTo>
                <a:lnTo>
                  <a:pt x="128" y="129146"/>
                </a:lnTo>
                <a:lnTo>
                  <a:pt x="128" y="128421"/>
                </a:lnTo>
                <a:lnTo>
                  <a:pt x="128" y="127667"/>
                </a:lnTo>
                <a:lnTo>
                  <a:pt x="128" y="126942"/>
                </a:lnTo>
                <a:lnTo>
                  <a:pt x="128" y="126217"/>
                </a:lnTo>
                <a:lnTo>
                  <a:pt x="224" y="125492"/>
                </a:lnTo>
                <a:lnTo>
                  <a:pt x="224" y="124738"/>
                </a:lnTo>
                <a:lnTo>
                  <a:pt x="224" y="124013"/>
                </a:lnTo>
                <a:lnTo>
                  <a:pt x="224" y="123289"/>
                </a:lnTo>
                <a:lnTo>
                  <a:pt x="288" y="122564"/>
                </a:lnTo>
                <a:lnTo>
                  <a:pt x="288" y="121810"/>
                </a:lnTo>
                <a:lnTo>
                  <a:pt x="288" y="121085"/>
                </a:lnTo>
                <a:lnTo>
                  <a:pt x="288" y="120360"/>
                </a:lnTo>
                <a:lnTo>
                  <a:pt x="288" y="119635"/>
                </a:lnTo>
                <a:lnTo>
                  <a:pt x="352" y="118910"/>
                </a:lnTo>
                <a:lnTo>
                  <a:pt x="352" y="118156"/>
                </a:lnTo>
                <a:lnTo>
                  <a:pt x="352" y="117431"/>
                </a:lnTo>
                <a:lnTo>
                  <a:pt x="352" y="116707"/>
                </a:lnTo>
                <a:lnTo>
                  <a:pt x="417" y="115982"/>
                </a:lnTo>
                <a:lnTo>
                  <a:pt x="417" y="115228"/>
                </a:lnTo>
                <a:lnTo>
                  <a:pt x="417" y="114503"/>
                </a:lnTo>
                <a:lnTo>
                  <a:pt x="417" y="113778"/>
                </a:lnTo>
                <a:lnTo>
                  <a:pt x="417" y="113111"/>
                </a:lnTo>
                <a:lnTo>
                  <a:pt x="513" y="112386"/>
                </a:lnTo>
                <a:lnTo>
                  <a:pt x="513" y="111661"/>
                </a:lnTo>
                <a:lnTo>
                  <a:pt x="513" y="110907"/>
                </a:lnTo>
                <a:lnTo>
                  <a:pt x="513" y="110183"/>
                </a:lnTo>
                <a:lnTo>
                  <a:pt x="577" y="109458"/>
                </a:lnTo>
                <a:lnTo>
                  <a:pt x="577" y="108733"/>
                </a:lnTo>
                <a:lnTo>
                  <a:pt x="577" y="107979"/>
                </a:lnTo>
                <a:lnTo>
                  <a:pt x="577" y="107341"/>
                </a:lnTo>
                <a:lnTo>
                  <a:pt x="577" y="106587"/>
                </a:lnTo>
                <a:lnTo>
                  <a:pt x="641" y="105862"/>
                </a:lnTo>
                <a:lnTo>
                  <a:pt x="641" y="105137"/>
                </a:lnTo>
                <a:lnTo>
                  <a:pt x="641" y="104412"/>
                </a:lnTo>
                <a:lnTo>
                  <a:pt x="641" y="103659"/>
                </a:lnTo>
                <a:lnTo>
                  <a:pt x="737" y="102992"/>
                </a:lnTo>
                <a:lnTo>
                  <a:pt x="737" y="102267"/>
                </a:lnTo>
                <a:lnTo>
                  <a:pt x="737" y="101542"/>
                </a:lnTo>
                <a:lnTo>
                  <a:pt x="737" y="100817"/>
                </a:lnTo>
                <a:lnTo>
                  <a:pt x="737" y="100150"/>
                </a:lnTo>
                <a:lnTo>
                  <a:pt x="802" y="99425"/>
                </a:lnTo>
                <a:lnTo>
                  <a:pt x="802" y="98671"/>
                </a:lnTo>
                <a:lnTo>
                  <a:pt x="802" y="97946"/>
                </a:lnTo>
                <a:lnTo>
                  <a:pt x="802" y="97280"/>
                </a:lnTo>
                <a:lnTo>
                  <a:pt x="802" y="96555"/>
                </a:lnTo>
                <a:lnTo>
                  <a:pt x="866" y="95830"/>
                </a:lnTo>
                <a:lnTo>
                  <a:pt x="866" y="95163"/>
                </a:lnTo>
                <a:lnTo>
                  <a:pt x="866" y="94438"/>
                </a:lnTo>
                <a:lnTo>
                  <a:pt x="866" y="93684"/>
                </a:lnTo>
                <a:lnTo>
                  <a:pt x="930" y="92959"/>
                </a:lnTo>
                <a:lnTo>
                  <a:pt x="930" y="92292"/>
                </a:lnTo>
                <a:lnTo>
                  <a:pt x="930" y="91567"/>
                </a:lnTo>
                <a:lnTo>
                  <a:pt x="930" y="90901"/>
                </a:lnTo>
                <a:lnTo>
                  <a:pt x="930" y="90176"/>
                </a:lnTo>
                <a:lnTo>
                  <a:pt x="1026" y="89451"/>
                </a:lnTo>
                <a:lnTo>
                  <a:pt x="1026" y="88784"/>
                </a:lnTo>
                <a:lnTo>
                  <a:pt x="1026" y="88030"/>
                </a:lnTo>
                <a:lnTo>
                  <a:pt x="1026" y="87305"/>
                </a:lnTo>
                <a:lnTo>
                  <a:pt x="1090" y="86638"/>
                </a:lnTo>
                <a:lnTo>
                  <a:pt x="1090" y="85913"/>
                </a:lnTo>
                <a:lnTo>
                  <a:pt x="1090" y="85246"/>
                </a:lnTo>
                <a:lnTo>
                  <a:pt x="1090" y="84522"/>
                </a:lnTo>
                <a:lnTo>
                  <a:pt x="1090" y="83855"/>
                </a:lnTo>
                <a:lnTo>
                  <a:pt x="1154" y="83130"/>
                </a:lnTo>
                <a:lnTo>
                  <a:pt x="1154" y="82405"/>
                </a:lnTo>
                <a:lnTo>
                  <a:pt x="1154" y="81738"/>
                </a:lnTo>
                <a:lnTo>
                  <a:pt x="1154" y="80984"/>
                </a:lnTo>
                <a:lnTo>
                  <a:pt x="1219" y="80317"/>
                </a:lnTo>
                <a:lnTo>
                  <a:pt x="1219" y="79592"/>
                </a:lnTo>
                <a:lnTo>
                  <a:pt x="1219" y="78925"/>
                </a:lnTo>
                <a:lnTo>
                  <a:pt x="1219" y="78201"/>
                </a:lnTo>
                <a:lnTo>
                  <a:pt x="1219" y="77534"/>
                </a:lnTo>
                <a:lnTo>
                  <a:pt x="1315" y="76809"/>
                </a:lnTo>
                <a:lnTo>
                  <a:pt x="1315" y="76142"/>
                </a:lnTo>
                <a:lnTo>
                  <a:pt x="1315" y="75417"/>
                </a:lnTo>
                <a:lnTo>
                  <a:pt x="1315" y="74750"/>
                </a:lnTo>
                <a:lnTo>
                  <a:pt x="1379" y="74083"/>
                </a:lnTo>
                <a:lnTo>
                  <a:pt x="1379" y="73358"/>
                </a:lnTo>
                <a:lnTo>
                  <a:pt x="1379" y="72691"/>
                </a:lnTo>
                <a:lnTo>
                  <a:pt x="1379" y="71937"/>
                </a:lnTo>
                <a:lnTo>
                  <a:pt x="1379" y="71300"/>
                </a:lnTo>
                <a:lnTo>
                  <a:pt x="1443" y="70633"/>
                </a:lnTo>
                <a:lnTo>
                  <a:pt x="1443" y="69879"/>
                </a:lnTo>
                <a:lnTo>
                  <a:pt x="1443" y="69212"/>
                </a:lnTo>
                <a:lnTo>
                  <a:pt x="1443" y="68487"/>
                </a:lnTo>
                <a:lnTo>
                  <a:pt x="1539" y="67820"/>
                </a:lnTo>
                <a:lnTo>
                  <a:pt x="1539" y="67153"/>
                </a:lnTo>
                <a:lnTo>
                  <a:pt x="1539" y="66428"/>
                </a:lnTo>
                <a:lnTo>
                  <a:pt x="1539" y="65761"/>
                </a:lnTo>
                <a:lnTo>
                  <a:pt x="1539" y="65095"/>
                </a:lnTo>
                <a:lnTo>
                  <a:pt x="1604" y="64428"/>
                </a:lnTo>
                <a:lnTo>
                  <a:pt x="1604" y="63703"/>
                </a:lnTo>
                <a:lnTo>
                  <a:pt x="1604" y="63036"/>
                </a:lnTo>
                <a:lnTo>
                  <a:pt x="1604" y="62369"/>
                </a:lnTo>
                <a:lnTo>
                  <a:pt x="1604" y="61644"/>
                </a:lnTo>
                <a:lnTo>
                  <a:pt x="1668" y="60977"/>
                </a:lnTo>
                <a:lnTo>
                  <a:pt x="1668" y="60310"/>
                </a:lnTo>
                <a:lnTo>
                  <a:pt x="1668" y="59643"/>
                </a:lnTo>
                <a:lnTo>
                  <a:pt x="1668" y="58918"/>
                </a:lnTo>
                <a:lnTo>
                  <a:pt x="1732" y="58252"/>
                </a:lnTo>
                <a:lnTo>
                  <a:pt x="1732" y="57585"/>
                </a:lnTo>
                <a:lnTo>
                  <a:pt x="1732" y="56918"/>
                </a:lnTo>
                <a:lnTo>
                  <a:pt x="1732" y="56251"/>
                </a:lnTo>
                <a:lnTo>
                  <a:pt x="1732" y="55526"/>
                </a:lnTo>
                <a:lnTo>
                  <a:pt x="1828" y="54859"/>
                </a:lnTo>
                <a:lnTo>
                  <a:pt x="1828" y="54192"/>
                </a:lnTo>
                <a:lnTo>
                  <a:pt x="1828" y="53525"/>
                </a:lnTo>
                <a:lnTo>
                  <a:pt x="1828" y="52858"/>
                </a:lnTo>
                <a:lnTo>
                  <a:pt x="1892" y="52191"/>
                </a:lnTo>
                <a:lnTo>
                  <a:pt x="1892" y="51525"/>
                </a:lnTo>
                <a:lnTo>
                  <a:pt x="1892" y="50858"/>
                </a:lnTo>
                <a:lnTo>
                  <a:pt x="1892" y="50133"/>
                </a:lnTo>
                <a:lnTo>
                  <a:pt x="1892" y="49466"/>
                </a:lnTo>
                <a:lnTo>
                  <a:pt x="1956" y="48799"/>
                </a:lnTo>
                <a:lnTo>
                  <a:pt x="1956" y="48132"/>
                </a:lnTo>
                <a:lnTo>
                  <a:pt x="1956" y="47494"/>
                </a:lnTo>
                <a:lnTo>
                  <a:pt x="1956" y="46827"/>
                </a:lnTo>
                <a:lnTo>
                  <a:pt x="2053" y="46160"/>
                </a:lnTo>
                <a:lnTo>
                  <a:pt x="2053" y="45494"/>
                </a:lnTo>
                <a:lnTo>
                  <a:pt x="2053" y="44827"/>
                </a:lnTo>
                <a:lnTo>
                  <a:pt x="2053" y="44160"/>
                </a:lnTo>
                <a:lnTo>
                  <a:pt x="2053" y="43493"/>
                </a:lnTo>
                <a:lnTo>
                  <a:pt x="2117" y="42826"/>
                </a:lnTo>
                <a:lnTo>
                  <a:pt x="2117" y="42159"/>
                </a:lnTo>
                <a:lnTo>
                  <a:pt x="2117" y="41492"/>
                </a:lnTo>
                <a:lnTo>
                  <a:pt x="2117" y="40825"/>
                </a:lnTo>
                <a:lnTo>
                  <a:pt x="2181" y="40158"/>
                </a:lnTo>
                <a:lnTo>
                  <a:pt x="2181" y="39491"/>
                </a:lnTo>
                <a:lnTo>
                  <a:pt x="2181" y="38825"/>
                </a:lnTo>
                <a:lnTo>
                  <a:pt x="2181" y="38158"/>
                </a:lnTo>
                <a:lnTo>
                  <a:pt x="2181" y="37578"/>
                </a:lnTo>
                <a:lnTo>
                  <a:pt x="2245" y="36911"/>
                </a:lnTo>
                <a:lnTo>
                  <a:pt x="2245" y="36244"/>
                </a:lnTo>
                <a:lnTo>
                  <a:pt x="2245" y="35577"/>
                </a:lnTo>
                <a:lnTo>
                  <a:pt x="2245" y="34910"/>
                </a:lnTo>
                <a:lnTo>
                  <a:pt x="2341" y="34243"/>
                </a:lnTo>
                <a:lnTo>
                  <a:pt x="2341" y="33576"/>
                </a:lnTo>
                <a:lnTo>
                  <a:pt x="2341" y="32996"/>
                </a:lnTo>
                <a:lnTo>
                  <a:pt x="2341" y="32330"/>
                </a:lnTo>
                <a:lnTo>
                  <a:pt x="2341" y="31663"/>
                </a:lnTo>
                <a:lnTo>
                  <a:pt x="2406" y="30996"/>
                </a:lnTo>
                <a:lnTo>
                  <a:pt x="2406" y="30329"/>
                </a:lnTo>
                <a:lnTo>
                  <a:pt x="2406" y="29720"/>
                </a:lnTo>
                <a:lnTo>
                  <a:pt x="2406" y="29053"/>
                </a:lnTo>
                <a:lnTo>
                  <a:pt x="2406" y="28386"/>
                </a:lnTo>
                <a:lnTo>
                  <a:pt x="2470" y="27719"/>
                </a:lnTo>
                <a:lnTo>
                  <a:pt x="2470" y="27139"/>
                </a:lnTo>
                <a:lnTo>
                  <a:pt x="2470" y="26472"/>
                </a:lnTo>
                <a:lnTo>
                  <a:pt x="2470" y="25806"/>
                </a:lnTo>
                <a:lnTo>
                  <a:pt x="2534" y="25139"/>
                </a:lnTo>
                <a:lnTo>
                  <a:pt x="2534" y="24530"/>
                </a:lnTo>
                <a:lnTo>
                  <a:pt x="2534" y="23863"/>
                </a:lnTo>
                <a:lnTo>
                  <a:pt x="2534" y="23196"/>
                </a:lnTo>
                <a:lnTo>
                  <a:pt x="2534" y="22616"/>
                </a:lnTo>
                <a:lnTo>
                  <a:pt x="2630" y="21949"/>
                </a:lnTo>
                <a:lnTo>
                  <a:pt x="2630" y="21282"/>
                </a:lnTo>
                <a:lnTo>
                  <a:pt x="2630" y="20673"/>
                </a:lnTo>
                <a:lnTo>
                  <a:pt x="2630" y="20006"/>
                </a:lnTo>
                <a:lnTo>
                  <a:pt x="2694" y="19427"/>
                </a:lnTo>
                <a:lnTo>
                  <a:pt x="2694" y="18760"/>
                </a:lnTo>
                <a:lnTo>
                  <a:pt x="2694" y="18093"/>
                </a:lnTo>
                <a:lnTo>
                  <a:pt x="2694" y="17484"/>
                </a:lnTo>
                <a:lnTo>
                  <a:pt x="2694" y="16817"/>
                </a:lnTo>
                <a:lnTo>
                  <a:pt x="2758" y="16237"/>
                </a:lnTo>
                <a:lnTo>
                  <a:pt x="2758" y="15570"/>
                </a:lnTo>
                <a:lnTo>
                  <a:pt x="2758" y="14961"/>
                </a:lnTo>
                <a:lnTo>
                  <a:pt x="2758" y="14294"/>
                </a:lnTo>
                <a:lnTo>
                  <a:pt x="2855" y="13714"/>
                </a:lnTo>
                <a:lnTo>
                  <a:pt x="2855" y="13047"/>
                </a:lnTo>
                <a:lnTo>
                  <a:pt x="2855" y="12439"/>
                </a:lnTo>
                <a:lnTo>
                  <a:pt x="2855" y="11772"/>
                </a:lnTo>
                <a:lnTo>
                  <a:pt x="2855" y="11163"/>
                </a:lnTo>
                <a:lnTo>
                  <a:pt x="2919" y="10496"/>
                </a:lnTo>
                <a:lnTo>
                  <a:pt x="2919" y="9916"/>
                </a:lnTo>
                <a:lnTo>
                  <a:pt x="2919" y="9307"/>
                </a:lnTo>
                <a:lnTo>
                  <a:pt x="2919" y="8640"/>
                </a:lnTo>
                <a:lnTo>
                  <a:pt x="2983" y="8060"/>
                </a:lnTo>
                <a:lnTo>
                  <a:pt x="2983" y="7393"/>
                </a:lnTo>
                <a:lnTo>
                  <a:pt x="2983" y="6784"/>
                </a:lnTo>
                <a:lnTo>
                  <a:pt x="2983" y="6176"/>
                </a:lnTo>
                <a:lnTo>
                  <a:pt x="2983" y="5509"/>
                </a:lnTo>
                <a:lnTo>
                  <a:pt x="3047" y="4929"/>
                </a:lnTo>
                <a:lnTo>
                  <a:pt x="3047" y="4320"/>
                </a:lnTo>
                <a:lnTo>
                  <a:pt x="3047" y="3653"/>
                </a:lnTo>
                <a:lnTo>
                  <a:pt x="3047" y="3073"/>
                </a:lnTo>
                <a:lnTo>
                  <a:pt x="3143" y="2464"/>
                </a:lnTo>
                <a:lnTo>
                  <a:pt x="3143" y="1797"/>
                </a:lnTo>
                <a:lnTo>
                  <a:pt x="3143" y="1188"/>
                </a:lnTo>
                <a:lnTo>
                  <a:pt x="3143" y="608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949730" y="3049123"/>
            <a:ext cx="3208" cy="105253"/>
          </a:xfrm>
          <a:custGeom>
            <a:avLst/>
            <a:gdLst/>
            <a:ahLst/>
            <a:cxnLst/>
            <a:rect l="l" t="t" r="r" b="b"/>
            <a:pathLst>
              <a:path w="3208" h="105253">
                <a:moveTo>
                  <a:pt x="0" y="105253"/>
                </a:moveTo>
                <a:lnTo>
                  <a:pt x="64" y="104586"/>
                </a:lnTo>
                <a:lnTo>
                  <a:pt x="64" y="104007"/>
                </a:lnTo>
                <a:lnTo>
                  <a:pt x="64" y="103398"/>
                </a:lnTo>
                <a:lnTo>
                  <a:pt x="64" y="102789"/>
                </a:lnTo>
                <a:lnTo>
                  <a:pt x="64" y="102209"/>
                </a:lnTo>
                <a:lnTo>
                  <a:pt x="128" y="101542"/>
                </a:lnTo>
                <a:lnTo>
                  <a:pt x="128" y="100933"/>
                </a:lnTo>
                <a:lnTo>
                  <a:pt x="128" y="100324"/>
                </a:lnTo>
                <a:lnTo>
                  <a:pt x="128" y="99744"/>
                </a:lnTo>
                <a:lnTo>
                  <a:pt x="224" y="99135"/>
                </a:lnTo>
                <a:lnTo>
                  <a:pt x="224" y="98526"/>
                </a:lnTo>
                <a:lnTo>
                  <a:pt x="224" y="97946"/>
                </a:lnTo>
                <a:lnTo>
                  <a:pt x="224" y="97338"/>
                </a:lnTo>
                <a:lnTo>
                  <a:pt x="224" y="96671"/>
                </a:lnTo>
                <a:lnTo>
                  <a:pt x="288" y="96091"/>
                </a:lnTo>
                <a:lnTo>
                  <a:pt x="288" y="95482"/>
                </a:lnTo>
                <a:lnTo>
                  <a:pt x="288" y="94873"/>
                </a:lnTo>
                <a:lnTo>
                  <a:pt x="288" y="94293"/>
                </a:lnTo>
                <a:lnTo>
                  <a:pt x="352" y="93684"/>
                </a:lnTo>
                <a:lnTo>
                  <a:pt x="352" y="93075"/>
                </a:lnTo>
                <a:lnTo>
                  <a:pt x="352" y="92495"/>
                </a:lnTo>
                <a:lnTo>
                  <a:pt x="352" y="91886"/>
                </a:lnTo>
                <a:lnTo>
                  <a:pt x="352" y="91277"/>
                </a:lnTo>
                <a:lnTo>
                  <a:pt x="417" y="90698"/>
                </a:lnTo>
                <a:lnTo>
                  <a:pt x="417" y="90089"/>
                </a:lnTo>
                <a:lnTo>
                  <a:pt x="417" y="89509"/>
                </a:lnTo>
                <a:lnTo>
                  <a:pt x="417" y="88900"/>
                </a:lnTo>
                <a:lnTo>
                  <a:pt x="513" y="88378"/>
                </a:lnTo>
                <a:lnTo>
                  <a:pt x="513" y="87769"/>
                </a:lnTo>
                <a:lnTo>
                  <a:pt x="513" y="87160"/>
                </a:lnTo>
                <a:lnTo>
                  <a:pt x="513" y="86580"/>
                </a:lnTo>
                <a:lnTo>
                  <a:pt x="513" y="85971"/>
                </a:lnTo>
                <a:lnTo>
                  <a:pt x="577" y="85362"/>
                </a:lnTo>
                <a:lnTo>
                  <a:pt x="577" y="84782"/>
                </a:lnTo>
                <a:lnTo>
                  <a:pt x="577" y="84232"/>
                </a:lnTo>
                <a:lnTo>
                  <a:pt x="577" y="83652"/>
                </a:lnTo>
                <a:lnTo>
                  <a:pt x="641" y="83043"/>
                </a:lnTo>
                <a:lnTo>
                  <a:pt x="641" y="82434"/>
                </a:lnTo>
                <a:lnTo>
                  <a:pt x="641" y="81854"/>
                </a:lnTo>
                <a:lnTo>
                  <a:pt x="641" y="81303"/>
                </a:lnTo>
                <a:lnTo>
                  <a:pt x="641" y="80723"/>
                </a:lnTo>
                <a:lnTo>
                  <a:pt x="705" y="80114"/>
                </a:lnTo>
                <a:lnTo>
                  <a:pt x="705" y="79534"/>
                </a:lnTo>
                <a:lnTo>
                  <a:pt x="705" y="78983"/>
                </a:lnTo>
                <a:lnTo>
                  <a:pt x="705" y="78403"/>
                </a:lnTo>
                <a:lnTo>
                  <a:pt x="802" y="77795"/>
                </a:lnTo>
                <a:lnTo>
                  <a:pt x="802" y="77273"/>
                </a:lnTo>
                <a:lnTo>
                  <a:pt x="802" y="76664"/>
                </a:lnTo>
                <a:lnTo>
                  <a:pt x="802" y="76055"/>
                </a:lnTo>
                <a:lnTo>
                  <a:pt x="802" y="75533"/>
                </a:lnTo>
                <a:lnTo>
                  <a:pt x="866" y="74924"/>
                </a:lnTo>
                <a:lnTo>
                  <a:pt x="866" y="74344"/>
                </a:lnTo>
                <a:lnTo>
                  <a:pt x="866" y="73793"/>
                </a:lnTo>
                <a:lnTo>
                  <a:pt x="866" y="73213"/>
                </a:lnTo>
                <a:lnTo>
                  <a:pt x="866" y="72662"/>
                </a:lnTo>
                <a:lnTo>
                  <a:pt x="930" y="72082"/>
                </a:lnTo>
                <a:lnTo>
                  <a:pt x="930" y="71532"/>
                </a:lnTo>
                <a:lnTo>
                  <a:pt x="930" y="70952"/>
                </a:lnTo>
                <a:lnTo>
                  <a:pt x="930" y="70401"/>
                </a:lnTo>
                <a:lnTo>
                  <a:pt x="1026" y="69821"/>
                </a:lnTo>
                <a:lnTo>
                  <a:pt x="1026" y="69270"/>
                </a:lnTo>
                <a:lnTo>
                  <a:pt x="1026" y="68690"/>
                </a:lnTo>
                <a:lnTo>
                  <a:pt x="1026" y="68139"/>
                </a:lnTo>
                <a:lnTo>
                  <a:pt x="1026" y="67559"/>
                </a:lnTo>
                <a:lnTo>
                  <a:pt x="1090" y="67008"/>
                </a:lnTo>
                <a:lnTo>
                  <a:pt x="1090" y="66428"/>
                </a:lnTo>
                <a:lnTo>
                  <a:pt x="1090" y="65877"/>
                </a:lnTo>
                <a:lnTo>
                  <a:pt x="1090" y="65297"/>
                </a:lnTo>
                <a:lnTo>
                  <a:pt x="1154" y="64747"/>
                </a:lnTo>
                <a:lnTo>
                  <a:pt x="1154" y="64225"/>
                </a:lnTo>
                <a:lnTo>
                  <a:pt x="1154" y="63616"/>
                </a:lnTo>
                <a:lnTo>
                  <a:pt x="1154" y="63094"/>
                </a:lnTo>
                <a:lnTo>
                  <a:pt x="1154" y="62572"/>
                </a:lnTo>
                <a:lnTo>
                  <a:pt x="1219" y="61963"/>
                </a:lnTo>
                <a:lnTo>
                  <a:pt x="1219" y="61441"/>
                </a:lnTo>
                <a:lnTo>
                  <a:pt x="1219" y="60890"/>
                </a:lnTo>
                <a:lnTo>
                  <a:pt x="1219" y="60310"/>
                </a:lnTo>
                <a:lnTo>
                  <a:pt x="1315" y="59759"/>
                </a:lnTo>
                <a:lnTo>
                  <a:pt x="1315" y="59237"/>
                </a:lnTo>
                <a:lnTo>
                  <a:pt x="1315" y="58715"/>
                </a:lnTo>
                <a:lnTo>
                  <a:pt x="1315" y="58107"/>
                </a:lnTo>
                <a:lnTo>
                  <a:pt x="1315" y="57585"/>
                </a:lnTo>
                <a:lnTo>
                  <a:pt x="1379" y="57034"/>
                </a:lnTo>
                <a:lnTo>
                  <a:pt x="1379" y="56512"/>
                </a:lnTo>
                <a:lnTo>
                  <a:pt x="1379" y="55990"/>
                </a:lnTo>
                <a:lnTo>
                  <a:pt x="1379" y="55381"/>
                </a:lnTo>
                <a:lnTo>
                  <a:pt x="1443" y="54859"/>
                </a:lnTo>
                <a:lnTo>
                  <a:pt x="1443" y="54308"/>
                </a:lnTo>
                <a:lnTo>
                  <a:pt x="1443" y="53786"/>
                </a:lnTo>
                <a:lnTo>
                  <a:pt x="1443" y="53264"/>
                </a:lnTo>
                <a:lnTo>
                  <a:pt x="1443" y="52713"/>
                </a:lnTo>
                <a:lnTo>
                  <a:pt x="1507" y="52191"/>
                </a:lnTo>
                <a:lnTo>
                  <a:pt x="1507" y="51670"/>
                </a:lnTo>
                <a:lnTo>
                  <a:pt x="1507" y="51061"/>
                </a:lnTo>
                <a:lnTo>
                  <a:pt x="1507" y="50539"/>
                </a:lnTo>
                <a:lnTo>
                  <a:pt x="1604" y="49988"/>
                </a:lnTo>
                <a:lnTo>
                  <a:pt x="1604" y="49466"/>
                </a:lnTo>
                <a:lnTo>
                  <a:pt x="1604" y="48944"/>
                </a:lnTo>
                <a:lnTo>
                  <a:pt x="1604" y="48393"/>
                </a:lnTo>
                <a:lnTo>
                  <a:pt x="1604" y="47871"/>
                </a:lnTo>
                <a:lnTo>
                  <a:pt x="1668" y="47349"/>
                </a:lnTo>
                <a:lnTo>
                  <a:pt x="1668" y="46798"/>
                </a:lnTo>
                <a:lnTo>
                  <a:pt x="1668" y="46334"/>
                </a:lnTo>
                <a:lnTo>
                  <a:pt x="1668" y="45812"/>
                </a:lnTo>
                <a:lnTo>
                  <a:pt x="1668" y="45262"/>
                </a:lnTo>
                <a:lnTo>
                  <a:pt x="1732" y="44740"/>
                </a:lnTo>
                <a:lnTo>
                  <a:pt x="1732" y="44218"/>
                </a:lnTo>
                <a:lnTo>
                  <a:pt x="1732" y="43667"/>
                </a:lnTo>
                <a:lnTo>
                  <a:pt x="1732" y="43145"/>
                </a:lnTo>
                <a:lnTo>
                  <a:pt x="1828" y="42623"/>
                </a:lnTo>
                <a:lnTo>
                  <a:pt x="1828" y="42159"/>
                </a:lnTo>
                <a:lnTo>
                  <a:pt x="1828" y="41608"/>
                </a:lnTo>
                <a:lnTo>
                  <a:pt x="1828" y="41086"/>
                </a:lnTo>
                <a:lnTo>
                  <a:pt x="1828" y="40564"/>
                </a:lnTo>
                <a:lnTo>
                  <a:pt x="1892" y="40013"/>
                </a:lnTo>
                <a:lnTo>
                  <a:pt x="1892" y="39549"/>
                </a:lnTo>
                <a:lnTo>
                  <a:pt x="1892" y="39028"/>
                </a:lnTo>
                <a:lnTo>
                  <a:pt x="1892" y="38506"/>
                </a:lnTo>
                <a:lnTo>
                  <a:pt x="1956" y="37955"/>
                </a:lnTo>
                <a:lnTo>
                  <a:pt x="1956" y="37491"/>
                </a:lnTo>
                <a:lnTo>
                  <a:pt x="1956" y="36969"/>
                </a:lnTo>
                <a:lnTo>
                  <a:pt x="1956" y="36418"/>
                </a:lnTo>
                <a:lnTo>
                  <a:pt x="1956" y="35954"/>
                </a:lnTo>
                <a:lnTo>
                  <a:pt x="2021" y="35432"/>
                </a:lnTo>
                <a:lnTo>
                  <a:pt x="2021" y="34910"/>
                </a:lnTo>
                <a:lnTo>
                  <a:pt x="2021" y="34446"/>
                </a:lnTo>
                <a:lnTo>
                  <a:pt x="2021" y="33895"/>
                </a:lnTo>
                <a:lnTo>
                  <a:pt x="2117" y="33431"/>
                </a:lnTo>
                <a:lnTo>
                  <a:pt x="2117" y="32909"/>
                </a:lnTo>
                <a:lnTo>
                  <a:pt x="2117" y="32388"/>
                </a:lnTo>
                <a:lnTo>
                  <a:pt x="2117" y="31924"/>
                </a:lnTo>
                <a:lnTo>
                  <a:pt x="2117" y="31373"/>
                </a:lnTo>
                <a:lnTo>
                  <a:pt x="2181" y="30909"/>
                </a:lnTo>
                <a:lnTo>
                  <a:pt x="2181" y="30387"/>
                </a:lnTo>
                <a:lnTo>
                  <a:pt x="2181" y="29923"/>
                </a:lnTo>
                <a:lnTo>
                  <a:pt x="2181" y="29372"/>
                </a:lnTo>
                <a:lnTo>
                  <a:pt x="2245" y="28908"/>
                </a:lnTo>
                <a:lnTo>
                  <a:pt x="2245" y="28386"/>
                </a:lnTo>
                <a:lnTo>
                  <a:pt x="2245" y="27922"/>
                </a:lnTo>
                <a:lnTo>
                  <a:pt x="2245" y="27458"/>
                </a:lnTo>
                <a:lnTo>
                  <a:pt x="2245" y="26936"/>
                </a:lnTo>
                <a:lnTo>
                  <a:pt x="2341" y="26443"/>
                </a:lnTo>
                <a:lnTo>
                  <a:pt x="2341" y="25922"/>
                </a:lnTo>
                <a:lnTo>
                  <a:pt x="2341" y="25458"/>
                </a:lnTo>
                <a:lnTo>
                  <a:pt x="2341" y="24994"/>
                </a:lnTo>
                <a:lnTo>
                  <a:pt x="2406" y="24472"/>
                </a:lnTo>
                <a:lnTo>
                  <a:pt x="2406" y="24008"/>
                </a:lnTo>
                <a:lnTo>
                  <a:pt x="2406" y="23544"/>
                </a:lnTo>
                <a:lnTo>
                  <a:pt x="2406" y="22993"/>
                </a:lnTo>
                <a:lnTo>
                  <a:pt x="2406" y="22529"/>
                </a:lnTo>
                <a:lnTo>
                  <a:pt x="2470" y="22065"/>
                </a:lnTo>
                <a:lnTo>
                  <a:pt x="2470" y="21601"/>
                </a:lnTo>
                <a:lnTo>
                  <a:pt x="2470" y="21079"/>
                </a:lnTo>
                <a:lnTo>
                  <a:pt x="2470" y="20615"/>
                </a:lnTo>
                <a:lnTo>
                  <a:pt x="2470" y="20151"/>
                </a:lnTo>
                <a:lnTo>
                  <a:pt x="2534" y="19687"/>
                </a:lnTo>
                <a:lnTo>
                  <a:pt x="2534" y="19224"/>
                </a:lnTo>
                <a:lnTo>
                  <a:pt x="2534" y="18673"/>
                </a:lnTo>
                <a:lnTo>
                  <a:pt x="2534" y="18209"/>
                </a:lnTo>
                <a:lnTo>
                  <a:pt x="2630" y="17745"/>
                </a:lnTo>
                <a:lnTo>
                  <a:pt x="2630" y="17281"/>
                </a:lnTo>
                <a:lnTo>
                  <a:pt x="2630" y="16817"/>
                </a:lnTo>
                <a:lnTo>
                  <a:pt x="2630" y="16353"/>
                </a:lnTo>
                <a:lnTo>
                  <a:pt x="2630" y="15889"/>
                </a:lnTo>
                <a:lnTo>
                  <a:pt x="2694" y="15425"/>
                </a:lnTo>
                <a:lnTo>
                  <a:pt x="2694" y="14961"/>
                </a:lnTo>
                <a:lnTo>
                  <a:pt x="2694" y="14497"/>
                </a:lnTo>
                <a:lnTo>
                  <a:pt x="2694" y="14033"/>
                </a:lnTo>
                <a:lnTo>
                  <a:pt x="2758" y="13569"/>
                </a:lnTo>
                <a:lnTo>
                  <a:pt x="2758" y="13105"/>
                </a:lnTo>
                <a:lnTo>
                  <a:pt x="2758" y="12613"/>
                </a:lnTo>
                <a:lnTo>
                  <a:pt x="2758" y="12149"/>
                </a:lnTo>
                <a:lnTo>
                  <a:pt x="2758" y="11685"/>
                </a:lnTo>
                <a:lnTo>
                  <a:pt x="2823" y="11221"/>
                </a:lnTo>
                <a:lnTo>
                  <a:pt x="2823" y="10757"/>
                </a:lnTo>
                <a:lnTo>
                  <a:pt x="2823" y="10293"/>
                </a:lnTo>
                <a:lnTo>
                  <a:pt x="2823" y="9829"/>
                </a:lnTo>
                <a:lnTo>
                  <a:pt x="2919" y="9365"/>
                </a:lnTo>
                <a:lnTo>
                  <a:pt x="2919" y="8901"/>
                </a:lnTo>
                <a:lnTo>
                  <a:pt x="2919" y="8495"/>
                </a:lnTo>
                <a:lnTo>
                  <a:pt x="2919" y="8031"/>
                </a:lnTo>
                <a:lnTo>
                  <a:pt x="2919" y="7567"/>
                </a:lnTo>
                <a:lnTo>
                  <a:pt x="2983" y="7103"/>
                </a:lnTo>
                <a:lnTo>
                  <a:pt x="2983" y="6639"/>
                </a:lnTo>
                <a:lnTo>
                  <a:pt x="2983" y="6234"/>
                </a:lnTo>
                <a:lnTo>
                  <a:pt x="2983" y="5770"/>
                </a:lnTo>
                <a:lnTo>
                  <a:pt x="3047" y="5306"/>
                </a:lnTo>
                <a:lnTo>
                  <a:pt x="3047" y="4842"/>
                </a:lnTo>
                <a:lnTo>
                  <a:pt x="3047" y="4436"/>
                </a:lnTo>
                <a:lnTo>
                  <a:pt x="3047" y="3972"/>
                </a:lnTo>
                <a:lnTo>
                  <a:pt x="3047" y="3508"/>
                </a:lnTo>
                <a:lnTo>
                  <a:pt x="3143" y="3131"/>
                </a:lnTo>
                <a:lnTo>
                  <a:pt x="3143" y="2638"/>
                </a:lnTo>
                <a:lnTo>
                  <a:pt x="3143" y="2174"/>
                </a:lnTo>
                <a:lnTo>
                  <a:pt x="3143" y="1797"/>
                </a:lnTo>
                <a:lnTo>
                  <a:pt x="3208" y="1333"/>
                </a:lnTo>
                <a:lnTo>
                  <a:pt x="3208" y="927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952938" y="2983477"/>
            <a:ext cx="3208" cy="65645"/>
          </a:xfrm>
          <a:custGeom>
            <a:avLst/>
            <a:gdLst/>
            <a:ahLst/>
            <a:cxnLst/>
            <a:rect l="l" t="t" r="r" b="b"/>
            <a:pathLst>
              <a:path w="3208" h="65645">
                <a:moveTo>
                  <a:pt x="0" y="65645"/>
                </a:moveTo>
                <a:lnTo>
                  <a:pt x="0" y="65239"/>
                </a:lnTo>
                <a:lnTo>
                  <a:pt x="64" y="64776"/>
                </a:lnTo>
                <a:lnTo>
                  <a:pt x="64" y="64370"/>
                </a:lnTo>
                <a:lnTo>
                  <a:pt x="64" y="63906"/>
                </a:lnTo>
                <a:lnTo>
                  <a:pt x="64" y="63500"/>
                </a:lnTo>
                <a:lnTo>
                  <a:pt x="64" y="63036"/>
                </a:lnTo>
                <a:lnTo>
                  <a:pt x="128" y="62659"/>
                </a:lnTo>
                <a:lnTo>
                  <a:pt x="128" y="62253"/>
                </a:lnTo>
                <a:lnTo>
                  <a:pt x="128" y="61789"/>
                </a:lnTo>
                <a:lnTo>
                  <a:pt x="128" y="61383"/>
                </a:lnTo>
                <a:lnTo>
                  <a:pt x="224" y="60919"/>
                </a:lnTo>
                <a:lnTo>
                  <a:pt x="224" y="60513"/>
                </a:lnTo>
                <a:lnTo>
                  <a:pt x="224" y="60107"/>
                </a:lnTo>
                <a:lnTo>
                  <a:pt x="224" y="59643"/>
                </a:lnTo>
                <a:lnTo>
                  <a:pt x="224" y="59266"/>
                </a:lnTo>
                <a:lnTo>
                  <a:pt x="288" y="58860"/>
                </a:lnTo>
                <a:lnTo>
                  <a:pt x="288" y="58397"/>
                </a:lnTo>
                <a:lnTo>
                  <a:pt x="288" y="57991"/>
                </a:lnTo>
                <a:lnTo>
                  <a:pt x="288" y="57585"/>
                </a:lnTo>
                <a:lnTo>
                  <a:pt x="352" y="57179"/>
                </a:lnTo>
                <a:lnTo>
                  <a:pt x="352" y="56715"/>
                </a:lnTo>
                <a:lnTo>
                  <a:pt x="352" y="56338"/>
                </a:lnTo>
                <a:lnTo>
                  <a:pt x="352" y="55932"/>
                </a:lnTo>
                <a:lnTo>
                  <a:pt x="352" y="55526"/>
                </a:lnTo>
                <a:lnTo>
                  <a:pt x="449" y="55062"/>
                </a:lnTo>
                <a:lnTo>
                  <a:pt x="449" y="54656"/>
                </a:lnTo>
                <a:lnTo>
                  <a:pt x="449" y="54279"/>
                </a:lnTo>
                <a:lnTo>
                  <a:pt x="449" y="53873"/>
                </a:lnTo>
                <a:lnTo>
                  <a:pt x="513" y="53467"/>
                </a:lnTo>
                <a:lnTo>
                  <a:pt x="513" y="53061"/>
                </a:lnTo>
                <a:lnTo>
                  <a:pt x="513" y="52684"/>
                </a:lnTo>
                <a:lnTo>
                  <a:pt x="513" y="52278"/>
                </a:lnTo>
                <a:lnTo>
                  <a:pt x="513" y="51873"/>
                </a:lnTo>
                <a:lnTo>
                  <a:pt x="577" y="51467"/>
                </a:lnTo>
                <a:lnTo>
                  <a:pt x="577" y="51061"/>
                </a:lnTo>
                <a:lnTo>
                  <a:pt x="577" y="50684"/>
                </a:lnTo>
                <a:lnTo>
                  <a:pt x="577" y="50278"/>
                </a:lnTo>
                <a:lnTo>
                  <a:pt x="641" y="49872"/>
                </a:lnTo>
                <a:lnTo>
                  <a:pt x="641" y="49466"/>
                </a:lnTo>
                <a:lnTo>
                  <a:pt x="641" y="49089"/>
                </a:lnTo>
                <a:lnTo>
                  <a:pt x="641" y="48683"/>
                </a:lnTo>
                <a:lnTo>
                  <a:pt x="641" y="48277"/>
                </a:lnTo>
                <a:lnTo>
                  <a:pt x="737" y="47871"/>
                </a:lnTo>
                <a:lnTo>
                  <a:pt x="737" y="47494"/>
                </a:lnTo>
                <a:lnTo>
                  <a:pt x="737" y="47088"/>
                </a:lnTo>
                <a:lnTo>
                  <a:pt x="737" y="46682"/>
                </a:lnTo>
                <a:lnTo>
                  <a:pt x="802" y="46363"/>
                </a:lnTo>
                <a:lnTo>
                  <a:pt x="802" y="45957"/>
                </a:lnTo>
                <a:lnTo>
                  <a:pt x="802" y="45552"/>
                </a:lnTo>
                <a:lnTo>
                  <a:pt x="802" y="45146"/>
                </a:lnTo>
                <a:lnTo>
                  <a:pt x="802" y="44769"/>
                </a:lnTo>
                <a:lnTo>
                  <a:pt x="866" y="44421"/>
                </a:lnTo>
                <a:lnTo>
                  <a:pt x="866" y="44015"/>
                </a:lnTo>
                <a:lnTo>
                  <a:pt x="866" y="43638"/>
                </a:lnTo>
                <a:lnTo>
                  <a:pt x="866" y="43290"/>
                </a:lnTo>
                <a:lnTo>
                  <a:pt x="866" y="42884"/>
                </a:lnTo>
                <a:lnTo>
                  <a:pt x="930" y="42507"/>
                </a:lnTo>
                <a:lnTo>
                  <a:pt x="930" y="42159"/>
                </a:lnTo>
                <a:lnTo>
                  <a:pt x="930" y="41753"/>
                </a:lnTo>
                <a:lnTo>
                  <a:pt x="930" y="41376"/>
                </a:lnTo>
                <a:lnTo>
                  <a:pt x="1026" y="41028"/>
                </a:lnTo>
                <a:lnTo>
                  <a:pt x="1026" y="40622"/>
                </a:lnTo>
                <a:lnTo>
                  <a:pt x="1026" y="40303"/>
                </a:lnTo>
                <a:lnTo>
                  <a:pt x="1026" y="39897"/>
                </a:lnTo>
                <a:lnTo>
                  <a:pt x="1026" y="39491"/>
                </a:lnTo>
                <a:lnTo>
                  <a:pt x="1090" y="39172"/>
                </a:lnTo>
                <a:lnTo>
                  <a:pt x="1090" y="38767"/>
                </a:lnTo>
                <a:lnTo>
                  <a:pt x="1090" y="38448"/>
                </a:lnTo>
                <a:lnTo>
                  <a:pt x="1090" y="38042"/>
                </a:lnTo>
                <a:lnTo>
                  <a:pt x="1154" y="37723"/>
                </a:lnTo>
                <a:lnTo>
                  <a:pt x="1154" y="37317"/>
                </a:lnTo>
                <a:lnTo>
                  <a:pt x="1154" y="36969"/>
                </a:lnTo>
                <a:lnTo>
                  <a:pt x="1154" y="36650"/>
                </a:lnTo>
                <a:lnTo>
                  <a:pt x="1154" y="36244"/>
                </a:lnTo>
                <a:lnTo>
                  <a:pt x="1251" y="35925"/>
                </a:lnTo>
                <a:lnTo>
                  <a:pt x="1251" y="35577"/>
                </a:lnTo>
                <a:lnTo>
                  <a:pt x="1251" y="35171"/>
                </a:lnTo>
                <a:lnTo>
                  <a:pt x="1251" y="34852"/>
                </a:lnTo>
                <a:lnTo>
                  <a:pt x="1315" y="34446"/>
                </a:lnTo>
                <a:lnTo>
                  <a:pt x="1315" y="34127"/>
                </a:lnTo>
                <a:lnTo>
                  <a:pt x="1315" y="33779"/>
                </a:lnTo>
                <a:lnTo>
                  <a:pt x="1315" y="33460"/>
                </a:lnTo>
                <a:lnTo>
                  <a:pt x="1315" y="33054"/>
                </a:lnTo>
                <a:lnTo>
                  <a:pt x="1379" y="32735"/>
                </a:lnTo>
                <a:lnTo>
                  <a:pt x="1379" y="32388"/>
                </a:lnTo>
                <a:lnTo>
                  <a:pt x="1379" y="32069"/>
                </a:lnTo>
                <a:lnTo>
                  <a:pt x="1379" y="31721"/>
                </a:lnTo>
                <a:lnTo>
                  <a:pt x="1443" y="31315"/>
                </a:lnTo>
                <a:lnTo>
                  <a:pt x="1443" y="30996"/>
                </a:lnTo>
                <a:lnTo>
                  <a:pt x="1443" y="30648"/>
                </a:lnTo>
                <a:lnTo>
                  <a:pt x="1443" y="30329"/>
                </a:lnTo>
                <a:lnTo>
                  <a:pt x="1443" y="30010"/>
                </a:lnTo>
                <a:lnTo>
                  <a:pt x="1539" y="29662"/>
                </a:lnTo>
                <a:lnTo>
                  <a:pt x="1539" y="29343"/>
                </a:lnTo>
                <a:lnTo>
                  <a:pt x="1539" y="28995"/>
                </a:lnTo>
                <a:lnTo>
                  <a:pt x="1539" y="28676"/>
                </a:lnTo>
                <a:lnTo>
                  <a:pt x="1604" y="28328"/>
                </a:lnTo>
                <a:lnTo>
                  <a:pt x="1604" y="28009"/>
                </a:lnTo>
                <a:lnTo>
                  <a:pt x="1604" y="27661"/>
                </a:lnTo>
                <a:lnTo>
                  <a:pt x="1604" y="27342"/>
                </a:lnTo>
                <a:lnTo>
                  <a:pt x="1604" y="26994"/>
                </a:lnTo>
                <a:lnTo>
                  <a:pt x="1668" y="26675"/>
                </a:lnTo>
                <a:lnTo>
                  <a:pt x="1668" y="26327"/>
                </a:lnTo>
                <a:lnTo>
                  <a:pt x="1668" y="26009"/>
                </a:lnTo>
                <a:lnTo>
                  <a:pt x="1668" y="25661"/>
                </a:lnTo>
                <a:lnTo>
                  <a:pt x="1668" y="25342"/>
                </a:lnTo>
                <a:lnTo>
                  <a:pt x="1732" y="25023"/>
                </a:lnTo>
                <a:lnTo>
                  <a:pt x="1732" y="24675"/>
                </a:lnTo>
                <a:lnTo>
                  <a:pt x="1732" y="24356"/>
                </a:lnTo>
                <a:lnTo>
                  <a:pt x="1732" y="24066"/>
                </a:lnTo>
                <a:lnTo>
                  <a:pt x="1828" y="23747"/>
                </a:lnTo>
                <a:lnTo>
                  <a:pt x="1828" y="23399"/>
                </a:lnTo>
                <a:lnTo>
                  <a:pt x="1828" y="23080"/>
                </a:lnTo>
                <a:lnTo>
                  <a:pt x="1828" y="22819"/>
                </a:lnTo>
                <a:lnTo>
                  <a:pt x="1828" y="22471"/>
                </a:lnTo>
                <a:lnTo>
                  <a:pt x="1892" y="22152"/>
                </a:lnTo>
                <a:lnTo>
                  <a:pt x="1892" y="21804"/>
                </a:lnTo>
                <a:lnTo>
                  <a:pt x="1892" y="21543"/>
                </a:lnTo>
                <a:lnTo>
                  <a:pt x="1892" y="21224"/>
                </a:lnTo>
                <a:lnTo>
                  <a:pt x="1956" y="20876"/>
                </a:lnTo>
                <a:lnTo>
                  <a:pt x="1956" y="20615"/>
                </a:lnTo>
                <a:lnTo>
                  <a:pt x="1956" y="20296"/>
                </a:lnTo>
                <a:lnTo>
                  <a:pt x="1956" y="20035"/>
                </a:lnTo>
                <a:lnTo>
                  <a:pt x="1956" y="19687"/>
                </a:lnTo>
                <a:lnTo>
                  <a:pt x="2053" y="19369"/>
                </a:lnTo>
                <a:lnTo>
                  <a:pt x="2053" y="19079"/>
                </a:lnTo>
                <a:lnTo>
                  <a:pt x="2053" y="18760"/>
                </a:lnTo>
                <a:lnTo>
                  <a:pt x="2053" y="18499"/>
                </a:lnTo>
                <a:lnTo>
                  <a:pt x="2117" y="18151"/>
                </a:lnTo>
                <a:lnTo>
                  <a:pt x="2117" y="17890"/>
                </a:lnTo>
                <a:lnTo>
                  <a:pt x="2117" y="17571"/>
                </a:lnTo>
                <a:lnTo>
                  <a:pt x="2117" y="17281"/>
                </a:lnTo>
                <a:lnTo>
                  <a:pt x="2117" y="16962"/>
                </a:lnTo>
                <a:lnTo>
                  <a:pt x="2181" y="16701"/>
                </a:lnTo>
                <a:lnTo>
                  <a:pt x="2181" y="16440"/>
                </a:lnTo>
                <a:lnTo>
                  <a:pt x="2181" y="16092"/>
                </a:lnTo>
                <a:lnTo>
                  <a:pt x="2181" y="15831"/>
                </a:lnTo>
                <a:lnTo>
                  <a:pt x="2245" y="15570"/>
                </a:lnTo>
                <a:lnTo>
                  <a:pt x="2245" y="15222"/>
                </a:lnTo>
                <a:lnTo>
                  <a:pt x="2245" y="14961"/>
                </a:lnTo>
                <a:lnTo>
                  <a:pt x="2245" y="14700"/>
                </a:lnTo>
                <a:lnTo>
                  <a:pt x="2245" y="14381"/>
                </a:lnTo>
                <a:lnTo>
                  <a:pt x="2341" y="14091"/>
                </a:lnTo>
                <a:lnTo>
                  <a:pt x="2341" y="13830"/>
                </a:lnTo>
                <a:lnTo>
                  <a:pt x="2341" y="13569"/>
                </a:lnTo>
                <a:lnTo>
                  <a:pt x="2341" y="13250"/>
                </a:lnTo>
                <a:lnTo>
                  <a:pt x="2406" y="12961"/>
                </a:lnTo>
                <a:lnTo>
                  <a:pt x="2406" y="12700"/>
                </a:lnTo>
                <a:lnTo>
                  <a:pt x="2406" y="12439"/>
                </a:lnTo>
                <a:lnTo>
                  <a:pt x="2406" y="12178"/>
                </a:lnTo>
                <a:lnTo>
                  <a:pt x="2406" y="11917"/>
                </a:lnTo>
                <a:lnTo>
                  <a:pt x="2470" y="11569"/>
                </a:lnTo>
                <a:lnTo>
                  <a:pt x="2470" y="11308"/>
                </a:lnTo>
                <a:lnTo>
                  <a:pt x="2470" y="11047"/>
                </a:lnTo>
                <a:lnTo>
                  <a:pt x="2470" y="10786"/>
                </a:lnTo>
                <a:lnTo>
                  <a:pt x="2470" y="10525"/>
                </a:lnTo>
                <a:lnTo>
                  <a:pt x="2566" y="10235"/>
                </a:lnTo>
                <a:lnTo>
                  <a:pt x="2566" y="9974"/>
                </a:lnTo>
                <a:lnTo>
                  <a:pt x="2566" y="9713"/>
                </a:lnTo>
                <a:lnTo>
                  <a:pt x="2566" y="9452"/>
                </a:lnTo>
                <a:lnTo>
                  <a:pt x="2630" y="9191"/>
                </a:lnTo>
                <a:lnTo>
                  <a:pt x="2630" y="8930"/>
                </a:lnTo>
                <a:lnTo>
                  <a:pt x="2630" y="8640"/>
                </a:lnTo>
                <a:lnTo>
                  <a:pt x="2630" y="8379"/>
                </a:lnTo>
                <a:lnTo>
                  <a:pt x="2630" y="8118"/>
                </a:lnTo>
                <a:lnTo>
                  <a:pt x="2694" y="7915"/>
                </a:lnTo>
                <a:lnTo>
                  <a:pt x="2694" y="7654"/>
                </a:lnTo>
                <a:lnTo>
                  <a:pt x="2694" y="7393"/>
                </a:lnTo>
                <a:lnTo>
                  <a:pt x="2694" y="7132"/>
                </a:lnTo>
                <a:lnTo>
                  <a:pt x="2758" y="6842"/>
                </a:lnTo>
                <a:lnTo>
                  <a:pt x="2758" y="6581"/>
                </a:lnTo>
                <a:lnTo>
                  <a:pt x="2758" y="6379"/>
                </a:lnTo>
                <a:lnTo>
                  <a:pt x="2758" y="6118"/>
                </a:lnTo>
                <a:lnTo>
                  <a:pt x="2758" y="5857"/>
                </a:lnTo>
                <a:lnTo>
                  <a:pt x="2855" y="5596"/>
                </a:lnTo>
                <a:lnTo>
                  <a:pt x="2855" y="5393"/>
                </a:lnTo>
                <a:lnTo>
                  <a:pt x="2855" y="5132"/>
                </a:lnTo>
                <a:lnTo>
                  <a:pt x="2855" y="4871"/>
                </a:lnTo>
                <a:lnTo>
                  <a:pt x="2919" y="4668"/>
                </a:lnTo>
                <a:lnTo>
                  <a:pt x="2919" y="4407"/>
                </a:lnTo>
                <a:lnTo>
                  <a:pt x="2919" y="4117"/>
                </a:lnTo>
                <a:lnTo>
                  <a:pt x="2919" y="3943"/>
                </a:lnTo>
                <a:lnTo>
                  <a:pt x="2919" y="3653"/>
                </a:lnTo>
                <a:lnTo>
                  <a:pt x="2983" y="3450"/>
                </a:lnTo>
                <a:lnTo>
                  <a:pt x="2983" y="3189"/>
                </a:lnTo>
                <a:lnTo>
                  <a:pt x="2983" y="2986"/>
                </a:lnTo>
                <a:lnTo>
                  <a:pt x="2983" y="2725"/>
                </a:lnTo>
                <a:lnTo>
                  <a:pt x="3047" y="2522"/>
                </a:lnTo>
                <a:lnTo>
                  <a:pt x="3047" y="2261"/>
                </a:lnTo>
                <a:lnTo>
                  <a:pt x="3047" y="2058"/>
                </a:lnTo>
                <a:lnTo>
                  <a:pt x="3047" y="1797"/>
                </a:lnTo>
                <a:lnTo>
                  <a:pt x="3047" y="1594"/>
                </a:lnTo>
                <a:lnTo>
                  <a:pt x="3143" y="1333"/>
                </a:lnTo>
                <a:lnTo>
                  <a:pt x="3143" y="1130"/>
                </a:lnTo>
                <a:lnTo>
                  <a:pt x="3143" y="869"/>
                </a:lnTo>
                <a:lnTo>
                  <a:pt x="3143" y="666"/>
                </a:lnTo>
                <a:lnTo>
                  <a:pt x="3208" y="463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956146" y="2962600"/>
            <a:ext cx="3208" cy="20876"/>
          </a:xfrm>
          <a:custGeom>
            <a:avLst/>
            <a:gdLst/>
            <a:ahLst/>
            <a:cxnLst/>
            <a:rect l="l" t="t" r="r" b="b"/>
            <a:pathLst>
              <a:path w="3208" h="20876">
                <a:moveTo>
                  <a:pt x="0" y="20876"/>
                </a:moveTo>
                <a:lnTo>
                  <a:pt x="0" y="20673"/>
                </a:lnTo>
                <a:lnTo>
                  <a:pt x="0" y="20470"/>
                </a:lnTo>
                <a:lnTo>
                  <a:pt x="64" y="20209"/>
                </a:lnTo>
                <a:lnTo>
                  <a:pt x="64" y="20006"/>
                </a:lnTo>
                <a:lnTo>
                  <a:pt x="64" y="19832"/>
                </a:lnTo>
                <a:lnTo>
                  <a:pt x="64" y="19629"/>
                </a:lnTo>
                <a:lnTo>
                  <a:pt x="64" y="19340"/>
                </a:lnTo>
                <a:lnTo>
                  <a:pt x="160" y="19166"/>
                </a:lnTo>
                <a:lnTo>
                  <a:pt x="160" y="18963"/>
                </a:lnTo>
                <a:lnTo>
                  <a:pt x="160" y="18760"/>
                </a:lnTo>
                <a:lnTo>
                  <a:pt x="160" y="18557"/>
                </a:lnTo>
                <a:lnTo>
                  <a:pt x="224" y="18354"/>
                </a:lnTo>
                <a:lnTo>
                  <a:pt x="224" y="18151"/>
                </a:lnTo>
                <a:lnTo>
                  <a:pt x="224" y="17890"/>
                </a:lnTo>
                <a:lnTo>
                  <a:pt x="224" y="17687"/>
                </a:lnTo>
                <a:lnTo>
                  <a:pt x="224" y="17484"/>
                </a:lnTo>
                <a:lnTo>
                  <a:pt x="288" y="17281"/>
                </a:lnTo>
                <a:lnTo>
                  <a:pt x="288" y="17078"/>
                </a:lnTo>
                <a:lnTo>
                  <a:pt x="288" y="16904"/>
                </a:lnTo>
                <a:lnTo>
                  <a:pt x="288" y="16701"/>
                </a:lnTo>
                <a:lnTo>
                  <a:pt x="352" y="16498"/>
                </a:lnTo>
                <a:lnTo>
                  <a:pt x="352" y="16353"/>
                </a:lnTo>
                <a:lnTo>
                  <a:pt x="352" y="16150"/>
                </a:lnTo>
                <a:lnTo>
                  <a:pt x="352" y="15976"/>
                </a:lnTo>
                <a:lnTo>
                  <a:pt x="352" y="15773"/>
                </a:lnTo>
                <a:lnTo>
                  <a:pt x="449" y="15570"/>
                </a:lnTo>
                <a:lnTo>
                  <a:pt x="449" y="15367"/>
                </a:lnTo>
                <a:lnTo>
                  <a:pt x="449" y="15164"/>
                </a:lnTo>
                <a:lnTo>
                  <a:pt x="449" y="14961"/>
                </a:lnTo>
                <a:lnTo>
                  <a:pt x="513" y="14642"/>
                </a:lnTo>
                <a:lnTo>
                  <a:pt x="513" y="14439"/>
                </a:lnTo>
                <a:lnTo>
                  <a:pt x="513" y="14236"/>
                </a:lnTo>
                <a:lnTo>
                  <a:pt x="513" y="14091"/>
                </a:lnTo>
                <a:lnTo>
                  <a:pt x="577" y="13888"/>
                </a:lnTo>
                <a:lnTo>
                  <a:pt x="577" y="13714"/>
                </a:lnTo>
                <a:lnTo>
                  <a:pt x="577" y="13569"/>
                </a:lnTo>
                <a:lnTo>
                  <a:pt x="577" y="13366"/>
                </a:lnTo>
                <a:lnTo>
                  <a:pt x="673" y="13163"/>
                </a:lnTo>
                <a:lnTo>
                  <a:pt x="673" y="12845"/>
                </a:lnTo>
                <a:lnTo>
                  <a:pt x="673" y="12642"/>
                </a:lnTo>
                <a:lnTo>
                  <a:pt x="673" y="12497"/>
                </a:lnTo>
                <a:lnTo>
                  <a:pt x="737" y="12294"/>
                </a:lnTo>
                <a:lnTo>
                  <a:pt x="737" y="11975"/>
                </a:lnTo>
                <a:lnTo>
                  <a:pt x="737" y="11830"/>
                </a:lnTo>
                <a:lnTo>
                  <a:pt x="802" y="11627"/>
                </a:lnTo>
                <a:lnTo>
                  <a:pt x="802" y="11308"/>
                </a:lnTo>
                <a:lnTo>
                  <a:pt x="802" y="11163"/>
                </a:lnTo>
                <a:lnTo>
                  <a:pt x="802" y="10989"/>
                </a:lnTo>
                <a:lnTo>
                  <a:pt x="866" y="10844"/>
                </a:lnTo>
                <a:lnTo>
                  <a:pt x="866" y="10699"/>
                </a:lnTo>
                <a:lnTo>
                  <a:pt x="866" y="10496"/>
                </a:lnTo>
                <a:lnTo>
                  <a:pt x="866" y="10235"/>
                </a:lnTo>
                <a:lnTo>
                  <a:pt x="962" y="10032"/>
                </a:lnTo>
                <a:lnTo>
                  <a:pt x="962" y="9771"/>
                </a:lnTo>
                <a:lnTo>
                  <a:pt x="962" y="9568"/>
                </a:lnTo>
                <a:lnTo>
                  <a:pt x="1026" y="9307"/>
                </a:lnTo>
                <a:lnTo>
                  <a:pt x="1026" y="9046"/>
                </a:lnTo>
                <a:lnTo>
                  <a:pt x="1026" y="8843"/>
                </a:lnTo>
                <a:lnTo>
                  <a:pt x="1090" y="8582"/>
                </a:lnTo>
                <a:lnTo>
                  <a:pt x="1090" y="8437"/>
                </a:lnTo>
                <a:lnTo>
                  <a:pt x="1154" y="8176"/>
                </a:lnTo>
                <a:lnTo>
                  <a:pt x="1154" y="7915"/>
                </a:lnTo>
                <a:lnTo>
                  <a:pt x="1154" y="7770"/>
                </a:lnTo>
                <a:lnTo>
                  <a:pt x="1251" y="7509"/>
                </a:lnTo>
                <a:lnTo>
                  <a:pt x="1251" y="7248"/>
                </a:lnTo>
                <a:lnTo>
                  <a:pt x="1251" y="7103"/>
                </a:lnTo>
                <a:lnTo>
                  <a:pt x="1315" y="6842"/>
                </a:lnTo>
                <a:lnTo>
                  <a:pt x="1315" y="6581"/>
                </a:lnTo>
                <a:lnTo>
                  <a:pt x="1379" y="6379"/>
                </a:lnTo>
                <a:lnTo>
                  <a:pt x="1379" y="6118"/>
                </a:lnTo>
                <a:lnTo>
                  <a:pt x="1475" y="5857"/>
                </a:lnTo>
                <a:lnTo>
                  <a:pt x="1475" y="5654"/>
                </a:lnTo>
                <a:lnTo>
                  <a:pt x="1475" y="5509"/>
                </a:lnTo>
                <a:lnTo>
                  <a:pt x="1539" y="5335"/>
                </a:lnTo>
                <a:lnTo>
                  <a:pt x="1539" y="5190"/>
                </a:lnTo>
                <a:lnTo>
                  <a:pt x="1539" y="5045"/>
                </a:lnTo>
                <a:lnTo>
                  <a:pt x="1604" y="4871"/>
                </a:lnTo>
                <a:lnTo>
                  <a:pt x="1604" y="4668"/>
                </a:lnTo>
                <a:lnTo>
                  <a:pt x="1604" y="4523"/>
                </a:lnTo>
                <a:lnTo>
                  <a:pt x="1668" y="4320"/>
                </a:lnTo>
                <a:lnTo>
                  <a:pt x="1668" y="4117"/>
                </a:lnTo>
                <a:lnTo>
                  <a:pt x="1668" y="3914"/>
                </a:lnTo>
                <a:lnTo>
                  <a:pt x="1764" y="3653"/>
                </a:lnTo>
                <a:lnTo>
                  <a:pt x="1828" y="3450"/>
                </a:lnTo>
                <a:lnTo>
                  <a:pt x="1828" y="3247"/>
                </a:lnTo>
                <a:lnTo>
                  <a:pt x="1892" y="3073"/>
                </a:lnTo>
                <a:lnTo>
                  <a:pt x="1892" y="2870"/>
                </a:lnTo>
                <a:lnTo>
                  <a:pt x="1956" y="2725"/>
                </a:lnTo>
                <a:lnTo>
                  <a:pt x="1956" y="2464"/>
                </a:lnTo>
                <a:lnTo>
                  <a:pt x="2053" y="2319"/>
                </a:lnTo>
                <a:lnTo>
                  <a:pt x="2053" y="2116"/>
                </a:lnTo>
                <a:lnTo>
                  <a:pt x="2117" y="1942"/>
                </a:lnTo>
                <a:lnTo>
                  <a:pt x="2117" y="1797"/>
                </a:lnTo>
                <a:lnTo>
                  <a:pt x="2181" y="1652"/>
                </a:lnTo>
                <a:lnTo>
                  <a:pt x="2277" y="1478"/>
                </a:lnTo>
                <a:lnTo>
                  <a:pt x="2277" y="1333"/>
                </a:lnTo>
                <a:lnTo>
                  <a:pt x="2341" y="1188"/>
                </a:lnTo>
                <a:lnTo>
                  <a:pt x="2406" y="1014"/>
                </a:lnTo>
                <a:lnTo>
                  <a:pt x="2406" y="869"/>
                </a:lnTo>
                <a:lnTo>
                  <a:pt x="2470" y="724"/>
                </a:lnTo>
                <a:lnTo>
                  <a:pt x="2566" y="521"/>
                </a:lnTo>
                <a:lnTo>
                  <a:pt x="2630" y="347"/>
                </a:lnTo>
                <a:lnTo>
                  <a:pt x="2694" y="260"/>
                </a:lnTo>
                <a:lnTo>
                  <a:pt x="2855" y="144"/>
                </a:lnTo>
                <a:lnTo>
                  <a:pt x="2855" y="57"/>
                </a:lnTo>
                <a:lnTo>
                  <a:pt x="2855" y="57"/>
                </a:lnTo>
                <a:lnTo>
                  <a:pt x="2983" y="57"/>
                </a:lnTo>
                <a:lnTo>
                  <a:pt x="2983" y="0"/>
                </a:lnTo>
                <a:lnTo>
                  <a:pt x="3143" y="57"/>
                </a:lnTo>
                <a:lnTo>
                  <a:pt x="3208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959354" y="2962658"/>
            <a:ext cx="3208" cy="25284"/>
          </a:xfrm>
          <a:custGeom>
            <a:avLst/>
            <a:gdLst/>
            <a:ahLst/>
            <a:cxnLst/>
            <a:rect l="l" t="t" r="r" b="b"/>
            <a:pathLst>
              <a:path w="3208" h="25284">
                <a:moveTo>
                  <a:pt x="0" y="0"/>
                </a:moveTo>
                <a:lnTo>
                  <a:pt x="64" y="86"/>
                </a:lnTo>
                <a:lnTo>
                  <a:pt x="160" y="202"/>
                </a:lnTo>
                <a:lnTo>
                  <a:pt x="224" y="347"/>
                </a:lnTo>
                <a:lnTo>
                  <a:pt x="288" y="550"/>
                </a:lnTo>
                <a:lnTo>
                  <a:pt x="384" y="753"/>
                </a:lnTo>
                <a:lnTo>
                  <a:pt x="449" y="956"/>
                </a:lnTo>
                <a:lnTo>
                  <a:pt x="513" y="1130"/>
                </a:lnTo>
                <a:lnTo>
                  <a:pt x="577" y="1275"/>
                </a:lnTo>
                <a:lnTo>
                  <a:pt x="577" y="1420"/>
                </a:lnTo>
                <a:lnTo>
                  <a:pt x="673" y="1594"/>
                </a:lnTo>
                <a:lnTo>
                  <a:pt x="737" y="1739"/>
                </a:lnTo>
                <a:lnTo>
                  <a:pt x="737" y="1884"/>
                </a:lnTo>
                <a:lnTo>
                  <a:pt x="802" y="2058"/>
                </a:lnTo>
                <a:lnTo>
                  <a:pt x="802" y="2203"/>
                </a:lnTo>
                <a:lnTo>
                  <a:pt x="802" y="2348"/>
                </a:lnTo>
                <a:lnTo>
                  <a:pt x="866" y="2551"/>
                </a:lnTo>
                <a:lnTo>
                  <a:pt x="962" y="2812"/>
                </a:lnTo>
                <a:lnTo>
                  <a:pt x="962" y="3015"/>
                </a:lnTo>
                <a:lnTo>
                  <a:pt x="1026" y="3189"/>
                </a:lnTo>
                <a:lnTo>
                  <a:pt x="1026" y="3334"/>
                </a:lnTo>
                <a:lnTo>
                  <a:pt x="1026" y="3479"/>
                </a:lnTo>
                <a:lnTo>
                  <a:pt x="1090" y="3682"/>
                </a:lnTo>
                <a:lnTo>
                  <a:pt x="1186" y="3943"/>
                </a:lnTo>
                <a:lnTo>
                  <a:pt x="1186" y="4146"/>
                </a:lnTo>
                <a:lnTo>
                  <a:pt x="1186" y="4320"/>
                </a:lnTo>
                <a:lnTo>
                  <a:pt x="1251" y="4523"/>
                </a:lnTo>
                <a:lnTo>
                  <a:pt x="1251" y="4726"/>
                </a:lnTo>
                <a:lnTo>
                  <a:pt x="1315" y="4929"/>
                </a:lnTo>
                <a:lnTo>
                  <a:pt x="1315" y="5074"/>
                </a:lnTo>
                <a:lnTo>
                  <a:pt x="1315" y="5277"/>
                </a:lnTo>
                <a:lnTo>
                  <a:pt x="1379" y="5451"/>
                </a:lnTo>
                <a:lnTo>
                  <a:pt x="1379" y="5596"/>
                </a:lnTo>
                <a:lnTo>
                  <a:pt x="1379" y="5741"/>
                </a:lnTo>
                <a:lnTo>
                  <a:pt x="1475" y="5944"/>
                </a:lnTo>
                <a:lnTo>
                  <a:pt x="1475" y="6205"/>
                </a:lnTo>
                <a:lnTo>
                  <a:pt x="1539" y="6466"/>
                </a:lnTo>
                <a:lnTo>
                  <a:pt x="1539" y="6668"/>
                </a:lnTo>
                <a:lnTo>
                  <a:pt x="1604" y="6929"/>
                </a:lnTo>
                <a:lnTo>
                  <a:pt x="1604" y="7190"/>
                </a:lnTo>
                <a:lnTo>
                  <a:pt x="1604" y="7335"/>
                </a:lnTo>
                <a:lnTo>
                  <a:pt x="1700" y="7596"/>
                </a:lnTo>
                <a:lnTo>
                  <a:pt x="1700" y="7857"/>
                </a:lnTo>
                <a:lnTo>
                  <a:pt x="1700" y="8002"/>
                </a:lnTo>
                <a:lnTo>
                  <a:pt x="1764" y="8263"/>
                </a:lnTo>
                <a:lnTo>
                  <a:pt x="1764" y="8524"/>
                </a:lnTo>
                <a:lnTo>
                  <a:pt x="1764" y="8669"/>
                </a:lnTo>
                <a:lnTo>
                  <a:pt x="1828" y="8988"/>
                </a:lnTo>
                <a:lnTo>
                  <a:pt x="1828" y="9133"/>
                </a:lnTo>
                <a:lnTo>
                  <a:pt x="1828" y="9394"/>
                </a:lnTo>
                <a:lnTo>
                  <a:pt x="1892" y="9713"/>
                </a:lnTo>
                <a:lnTo>
                  <a:pt x="1892" y="9858"/>
                </a:lnTo>
                <a:lnTo>
                  <a:pt x="1988" y="10119"/>
                </a:lnTo>
                <a:lnTo>
                  <a:pt x="1988" y="10322"/>
                </a:lnTo>
                <a:lnTo>
                  <a:pt x="1988" y="10583"/>
                </a:lnTo>
                <a:lnTo>
                  <a:pt x="1988" y="10786"/>
                </a:lnTo>
                <a:lnTo>
                  <a:pt x="2053" y="10931"/>
                </a:lnTo>
                <a:lnTo>
                  <a:pt x="2053" y="11105"/>
                </a:lnTo>
                <a:lnTo>
                  <a:pt x="2053" y="11250"/>
                </a:lnTo>
                <a:lnTo>
                  <a:pt x="2053" y="11395"/>
                </a:lnTo>
                <a:lnTo>
                  <a:pt x="2117" y="11569"/>
                </a:lnTo>
                <a:lnTo>
                  <a:pt x="2117" y="11714"/>
                </a:lnTo>
                <a:lnTo>
                  <a:pt x="2117" y="11917"/>
                </a:lnTo>
                <a:lnTo>
                  <a:pt x="2117" y="12236"/>
                </a:lnTo>
                <a:lnTo>
                  <a:pt x="2181" y="12381"/>
                </a:lnTo>
                <a:lnTo>
                  <a:pt x="2181" y="12584"/>
                </a:lnTo>
                <a:lnTo>
                  <a:pt x="2181" y="12903"/>
                </a:lnTo>
                <a:lnTo>
                  <a:pt x="2277" y="13105"/>
                </a:lnTo>
                <a:lnTo>
                  <a:pt x="2277" y="13250"/>
                </a:lnTo>
                <a:lnTo>
                  <a:pt x="2277" y="13453"/>
                </a:lnTo>
                <a:lnTo>
                  <a:pt x="2277" y="13656"/>
                </a:lnTo>
                <a:lnTo>
                  <a:pt x="2341" y="13975"/>
                </a:lnTo>
                <a:lnTo>
                  <a:pt x="2341" y="14178"/>
                </a:lnTo>
                <a:lnTo>
                  <a:pt x="2341" y="14497"/>
                </a:lnTo>
                <a:lnTo>
                  <a:pt x="2406" y="14700"/>
                </a:lnTo>
                <a:lnTo>
                  <a:pt x="2406" y="14903"/>
                </a:lnTo>
                <a:lnTo>
                  <a:pt x="2406" y="15048"/>
                </a:lnTo>
                <a:lnTo>
                  <a:pt x="2406" y="15251"/>
                </a:lnTo>
                <a:lnTo>
                  <a:pt x="2406" y="15425"/>
                </a:lnTo>
                <a:lnTo>
                  <a:pt x="2502" y="15628"/>
                </a:lnTo>
                <a:lnTo>
                  <a:pt x="2502" y="15831"/>
                </a:lnTo>
                <a:lnTo>
                  <a:pt x="2502" y="16034"/>
                </a:lnTo>
                <a:lnTo>
                  <a:pt x="2502" y="16237"/>
                </a:lnTo>
                <a:lnTo>
                  <a:pt x="2502" y="16382"/>
                </a:lnTo>
                <a:lnTo>
                  <a:pt x="2566" y="16556"/>
                </a:lnTo>
                <a:lnTo>
                  <a:pt x="2566" y="16759"/>
                </a:lnTo>
                <a:lnTo>
                  <a:pt x="2566" y="16962"/>
                </a:lnTo>
                <a:lnTo>
                  <a:pt x="2566" y="17165"/>
                </a:lnTo>
                <a:lnTo>
                  <a:pt x="2630" y="17368"/>
                </a:lnTo>
                <a:lnTo>
                  <a:pt x="2630" y="17571"/>
                </a:lnTo>
                <a:lnTo>
                  <a:pt x="2630" y="17774"/>
                </a:lnTo>
                <a:lnTo>
                  <a:pt x="2630" y="17977"/>
                </a:lnTo>
                <a:lnTo>
                  <a:pt x="2630" y="18151"/>
                </a:lnTo>
                <a:lnTo>
                  <a:pt x="2694" y="18354"/>
                </a:lnTo>
                <a:lnTo>
                  <a:pt x="2694" y="18644"/>
                </a:lnTo>
                <a:lnTo>
                  <a:pt x="2694" y="18818"/>
                </a:lnTo>
                <a:lnTo>
                  <a:pt x="2694" y="19021"/>
                </a:lnTo>
                <a:lnTo>
                  <a:pt x="2790" y="19224"/>
                </a:lnTo>
                <a:lnTo>
                  <a:pt x="2790" y="19427"/>
                </a:lnTo>
                <a:lnTo>
                  <a:pt x="2790" y="19629"/>
                </a:lnTo>
                <a:lnTo>
                  <a:pt x="2790" y="19832"/>
                </a:lnTo>
                <a:lnTo>
                  <a:pt x="2790" y="20093"/>
                </a:lnTo>
                <a:lnTo>
                  <a:pt x="2855" y="20296"/>
                </a:lnTo>
                <a:lnTo>
                  <a:pt x="2855" y="20499"/>
                </a:lnTo>
                <a:lnTo>
                  <a:pt x="2855" y="20702"/>
                </a:lnTo>
                <a:lnTo>
                  <a:pt x="2855" y="20963"/>
                </a:lnTo>
                <a:lnTo>
                  <a:pt x="2919" y="21166"/>
                </a:lnTo>
                <a:lnTo>
                  <a:pt x="2919" y="21369"/>
                </a:lnTo>
                <a:lnTo>
                  <a:pt x="2919" y="21630"/>
                </a:lnTo>
                <a:lnTo>
                  <a:pt x="2919" y="21833"/>
                </a:lnTo>
                <a:lnTo>
                  <a:pt x="2919" y="22007"/>
                </a:lnTo>
                <a:lnTo>
                  <a:pt x="3015" y="22297"/>
                </a:lnTo>
                <a:lnTo>
                  <a:pt x="3015" y="22500"/>
                </a:lnTo>
                <a:lnTo>
                  <a:pt x="3015" y="22674"/>
                </a:lnTo>
                <a:lnTo>
                  <a:pt x="3015" y="22964"/>
                </a:lnTo>
                <a:lnTo>
                  <a:pt x="3079" y="23138"/>
                </a:lnTo>
                <a:lnTo>
                  <a:pt x="3079" y="23428"/>
                </a:lnTo>
                <a:lnTo>
                  <a:pt x="3079" y="23631"/>
                </a:lnTo>
                <a:lnTo>
                  <a:pt x="3079" y="23892"/>
                </a:lnTo>
                <a:lnTo>
                  <a:pt x="3079" y="24095"/>
                </a:lnTo>
                <a:lnTo>
                  <a:pt x="3143" y="24356"/>
                </a:lnTo>
                <a:lnTo>
                  <a:pt x="3143" y="24559"/>
                </a:lnTo>
                <a:lnTo>
                  <a:pt x="3143" y="24820"/>
                </a:lnTo>
                <a:lnTo>
                  <a:pt x="3143" y="25023"/>
                </a:lnTo>
                <a:lnTo>
                  <a:pt x="3208" y="2528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962562" y="2987942"/>
            <a:ext cx="3143" cy="68342"/>
          </a:xfrm>
          <a:custGeom>
            <a:avLst/>
            <a:gdLst/>
            <a:ahLst/>
            <a:cxnLst/>
            <a:rect l="l" t="t" r="r" b="b"/>
            <a:pathLst>
              <a:path w="3143" h="68342">
                <a:moveTo>
                  <a:pt x="0" y="0"/>
                </a:moveTo>
                <a:lnTo>
                  <a:pt x="0" y="260"/>
                </a:lnTo>
                <a:lnTo>
                  <a:pt x="0" y="463"/>
                </a:lnTo>
                <a:lnTo>
                  <a:pt x="0" y="724"/>
                </a:lnTo>
                <a:lnTo>
                  <a:pt x="0" y="985"/>
                </a:lnTo>
                <a:lnTo>
                  <a:pt x="96" y="1188"/>
                </a:lnTo>
                <a:lnTo>
                  <a:pt x="96" y="1449"/>
                </a:lnTo>
                <a:lnTo>
                  <a:pt x="96" y="1710"/>
                </a:lnTo>
                <a:lnTo>
                  <a:pt x="96" y="1913"/>
                </a:lnTo>
                <a:lnTo>
                  <a:pt x="96" y="2203"/>
                </a:lnTo>
                <a:lnTo>
                  <a:pt x="160" y="2464"/>
                </a:lnTo>
                <a:lnTo>
                  <a:pt x="160" y="2725"/>
                </a:lnTo>
                <a:lnTo>
                  <a:pt x="160" y="2928"/>
                </a:lnTo>
                <a:lnTo>
                  <a:pt x="160" y="3189"/>
                </a:lnTo>
                <a:lnTo>
                  <a:pt x="224" y="3450"/>
                </a:lnTo>
                <a:lnTo>
                  <a:pt x="224" y="3711"/>
                </a:lnTo>
                <a:lnTo>
                  <a:pt x="224" y="3972"/>
                </a:lnTo>
                <a:lnTo>
                  <a:pt x="224" y="4262"/>
                </a:lnTo>
                <a:lnTo>
                  <a:pt x="224" y="4465"/>
                </a:lnTo>
                <a:lnTo>
                  <a:pt x="288" y="4726"/>
                </a:lnTo>
                <a:lnTo>
                  <a:pt x="288" y="4987"/>
                </a:lnTo>
                <a:lnTo>
                  <a:pt x="288" y="5248"/>
                </a:lnTo>
                <a:lnTo>
                  <a:pt x="288" y="5509"/>
                </a:lnTo>
                <a:lnTo>
                  <a:pt x="384" y="5770"/>
                </a:lnTo>
                <a:lnTo>
                  <a:pt x="384" y="6060"/>
                </a:lnTo>
                <a:lnTo>
                  <a:pt x="384" y="6321"/>
                </a:lnTo>
                <a:lnTo>
                  <a:pt x="384" y="6581"/>
                </a:lnTo>
                <a:lnTo>
                  <a:pt x="384" y="6842"/>
                </a:lnTo>
                <a:lnTo>
                  <a:pt x="449" y="7103"/>
                </a:lnTo>
                <a:lnTo>
                  <a:pt x="449" y="7364"/>
                </a:lnTo>
                <a:lnTo>
                  <a:pt x="449" y="7654"/>
                </a:lnTo>
                <a:lnTo>
                  <a:pt x="449" y="7915"/>
                </a:lnTo>
                <a:lnTo>
                  <a:pt x="513" y="8234"/>
                </a:lnTo>
                <a:lnTo>
                  <a:pt x="513" y="8495"/>
                </a:lnTo>
                <a:lnTo>
                  <a:pt x="513" y="8785"/>
                </a:lnTo>
                <a:lnTo>
                  <a:pt x="513" y="9046"/>
                </a:lnTo>
                <a:lnTo>
                  <a:pt x="513" y="9307"/>
                </a:lnTo>
                <a:lnTo>
                  <a:pt x="609" y="9568"/>
                </a:lnTo>
                <a:lnTo>
                  <a:pt x="609" y="9916"/>
                </a:lnTo>
                <a:lnTo>
                  <a:pt x="609" y="10177"/>
                </a:lnTo>
                <a:lnTo>
                  <a:pt x="609" y="10438"/>
                </a:lnTo>
                <a:lnTo>
                  <a:pt x="673" y="10699"/>
                </a:lnTo>
                <a:lnTo>
                  <a:pt x="673" y="11047"/>
                </a:lnTo>
                <a:lnTo>
                  <a:pt x="673" y="11308"/>
                </a:lnTo>
                <a:lnTo>
                  <a:pt x="673" y="11569"/>
                </a:lnTo>
                <a:lnTo>
                  <a:pt x="673" y="11830"/>
                </a:lnTo>
                <a:lnTo>
                  <a:pt x="737" y="12178"/>
                </a:lnTo>
                <a:lnTo>
                  <a:pt x="737" y="12439"/>
                </a:lnTo>
                <a:lnTo>
                  <a:pt x="737" y="12758"/>
                </a:lnTo>
                <a:lnTo>
                  <a:pt x="737" y="13019"/>
                </a:lnTo>
                <a:lnTo>
                  <a:pt x="802" y="13308"/>
                </a:lnTo>
                <a:lnTo>
                  <a:pt x="802" y="13627"/>
                </a:lnTo>
                <a:lnTo>
                  <a:pt x="802" y="13888"/>
                </a:lnTo>
                <a:lnTo>
                  <a:pt x="802" y="14236"/>
                </a:lnTo>
                <a:lnTo>
                  <a:pt x="802" y="14497"/>
                </a:lnTo>
                <a:lnTo>
                  <a:pt x="898" y="14816"/>
                </a:lnTo>
                <a:lnTo>
                  <a:pt x="898" y="15077"/>
                </a:lnTo>
                <a:lnTo>
                  <a:pt x="898" y="15425"/>
                </a:lnTo>
                <a:lnTo>
                  <a:pt x="898" y="15686"/>
                </a:lnTo>
                <a:lnTo>
                  <a:pt x="898" y="16034"/>
                </a:lnTo>
                <a:lnTo>
                  <a:pt x="962" y="16295"/>
                </a:lnTo>
                <a:lnTo>
                  <a:pt x="962" y="16614"/>
                </a:lnTo>
                <a:lnTo>
                  <a:pt x="962" y="16875"/>
                </a:lnTo>
                <a:lnTo>
                  <a:pt x="962" y="17223"/>
                </a:lnTo>
                <a:lnTo>
                  <a:pt x="1026" y="17542"/>
                </a:lnTo>
                <a:lnTo>
                  <a:pt x="1026" y="17803"/>
                </a:lnTo>
                <a:lnTo>
                  <a:pt x="1026" y="18151"/>
                </a:lnTo>
                <a:lnTo>
                  <a:pt x="1026" y="18470"/>
                </a:lnTo>
                <a:lnTo>
                  <a:pt x="1026" y="18760"/>
                </a:lnTo>
                <a:lnTo>
                  <a:pt x="1090" y="19079"/>
                </a:lnTo>
                <a:lnTo>
                  <a:pt x="1090" y="19427"/>
                </a:lnTo>
                <a:lnTo>
                  <a:pt x="1090" y="19687"/>
                </a:lnTo>
                <a:lnTo>
                  <a:pt x="1090" y="20006"/>
                </a:lnTo>
                <a:lnTo>
                  <a:pt x="1186" y="20354"/>
                </a:lnTo>
                <a:lnTo>
                  <a:pt x="1186" y="20673"/>
                </a:lnTo>
                <a:lnTo>
                  <a:pt x="1186" y="21021"/>
                </a:lnTo>
                <a:lnTo>
                  <a:pt x="1186" y="21282"/>
                </a:lnTo>
                <a:lnTo>
                  <a:pt x="1186" y="21601"/>
                </a:lnTo>
                <a:lnTo>
                  <a:pt x="1251" y="21949"/>
                </a:lnTo>
                <a:lnTo>
                  <a:pt x="1251" y="22268"/>
                </a:lnTo>
                <a:lnTo>
                  <a:pt x="1251" y="22616"/>
                </a:lnTo>
                <a:lnTo>
                  <a:pt x="1251" y="22935"/>
                </a:lnTo>
                <a:lnTo>
                  <a:pt x="1315" y="23283"/>
                </a:lnTo>
                <a:lnTo>
                  <a:pt x="1315" y="23602"/>
                </a:lnTo>
                <a:lnTo>
                  <a:pt x="1315" y="23863"/>
                </a:lnTo>
                <a:lnTo>
                  <a:pt x="1315" y="24211"/>
                </a:lnTo>
                <a:lnTo>
                  <a:pt x="1315" y="24530"/>
                </a:lnTo>
                <a:lnTo>
                  <a:pt x="1411" y="24878"/>
                </a:lnTo>
                <a:lnTo>
                  <a:pt x="1411" y="25197"/>
                </a:lnTo>
                <a:lnTo>
                  <a:pt x="1411" y="25545"/>
                </a:lnTo>
                <a:lnTo>
                  <a:pt x="1411" y="25864"/>
                </a:lnTo>
                <a:lnTo>
                  <a:pt x="1475" y="26182"/>
                </a:lnTo>
                <a:lnTo>
                  <a:pt x="1475" y="26588"/>
                </a:lnTo>
                <a:lnTo>
                  <a:pt x="1475" y="26936"/>
                </a:lnTo>
                <a:lnTo>
                  <a:pt x="1475" y="27255"/>
                </a:lnTo>
                <a:lnTo>
                  <a:pt x="1475" y="27603"/>
                </a:lnTo>
                <a:lnTo>
                  <a:pt x="1539" y="27922"/>
                </a:lnTo>
                <a:lnTo>
                  <a:pt x="1539" y="28270"/>
                </a:lnTo>
                <a:lnTo>
                  <a:pt x="1539" y="28589"/>
                </a:lnTo>
                <a:lnTo>
                  <a:pt x="1539" y="28908"/>
                </a:lnTo>
                <a:lnTo>
                  <a:pt x="1604" y="29314"/>
                </a:lnTo>
                <a:lnTo>
                  <a:pt x="1604" y="29662"/>
                </a:lnTo>
                <a:lnTo>
                  <a:pt x="1604" y="29981"/>
                </a:lnTo>
                <a:lnTo>
                  <a:pt x="1604" y="30329"/>
                </a:lnTo>
                <a:lnTo>
                  <a:pt x="1604" y="30648"/>
                </a:lnTo>
                <a:lnTo>
                  <a:pt x="1700" y="31054"/>
                </a:lnTo>
                <a:lnTo>
                  <a:pt x="1700" y="31373"/>
                </a:lnTo>
                <a:lnTo>
                  <a:pt x="1700" y="31721"/>
                </a:lnTo>
                <a:lnTo>
                  <a:pt x="1700" y="32127"/>
                </a:lnTo>
                <a:lnTo>
                  <a:pt x="1700" y="32446"/>
                </a:lnTo>
                <a:lnTo>
                  <a:pt x="1764" y="32764"/>
                </a:lnTo>
                <a:lnTo>
                  <a:pt x="1764" y="33170"/>
                </a:lnTo>
                <a:lnTo>
                  <a:pt x="1764" y="33518"/>
                </a:lnTo>
                <a:lnTo>
                  <a:pt x="1764" y="33837"/>
                </a:lnTo>
                <a:lnTo>
                  <a:pt x="1828" y="34243"/>
                </a:lnTo>
                <a:lnTo>
                  <a:pt x="1828" y="34562"/>
                </a:lnTo>
                <a:lnTo>
                  <a:pt x="1828" y="34968"/>
                </a:lnTo>
                <a:lnTo>
                  <a:pt x="1828" y="35316"/>
                </a:lnTo>
                <a:lnTo>
                  <a:pt x="1828" y="35693"/>
                </a:lnTo>
                <a:lnTo>
                  <a:pt x="1924" y="36041"/>
                </a:lnTo>
                <a:lnTo>
                  <a:pt x="1924" y="36360"/>
                </a:lnTo>
                <a:lnTo>
                  <a:pt x="1924" y="36766"/>
                </a:lnTo>
                <a:lnTo>
                  <a:pt x="1924" y="37172"/>
                </a:lnTo>
                <a:lnTo>
                  <a:pt x="1988" y="37491"/>
                </a:lnTo>
                <a:lnTo>
                  <a:pt x="1988" y="37897"/>
                </a:lnTo>
                <a:lnTo>
                  <a:pt x="1988" y="38245"/>
                </a:lnTo>
                <a:lnTo>
                  <a:pt x="1988" y="38622"/>
                </a:lnTo>
                <a:lnTo>
                  <a:pt x="1988" y="38970"/>
                </a:lnTo>
                <a:lnTo>
                  <a:pt x="2053" y="39375"/>
                </a:lnTo>
                <a:lnTo>
                  <a:pt x="2053" y="39752"/>
                </a:lnTo>
                <a:lnTo>
                  <a:pt x="2053" y="40100"/>
                </a:lnTo>
                <a:lnTo>
                  <a:pt x="2053" y="40506"/>
                </a:lnTo>
                <a:lnTo>
                  <a:pt x="2117" y="40883"/>
                </a:lnTo>
                <a:lnTo>
                  <a:pt x="2117" y="41231"/>
                </a:lnTo>
                <a:lnTo>
                  <a:pt x="2117" y="41608"/>
                </a:lnTo>
                <a:lnTo>
                  <a:pt x="2117" y="42014"/>
                </a:lnTo>
                <a:lnTo>
                  <a:pt x="2117" y="42362"/>
                </a:lnTo>
                <a:lnTo>
                  <a:pt x="2213" y="42739"/>
                </a:lnTo>
                <a:lnTo>
                  <a:pt x="2213" y="43145"/>
                </a:lnTo>
                <a:lnTo>
                  <a:pt x="2213" y="43551"/>
                </a:lnTo>
                <a:lnTo>
                  <a:pt x="2213" y="43870"/>
                </a:lnTo>
                <a:lnTo>
                  <a:pt x="2277" y="44276"/>
                </a:lnTo>
                <a:lnTo>
                  <a:pt x="2277" y="44682"/>
                </a:lnTo>
                <a:lnTo>
                  <a:pt x="2277" y="45088"/>
                </a:lnTo>
                <a:lnTo>
                  <a:pt x="2277" y="45494"/>
                </a:lnTo>
                <a:lnTo>
                  <a:pt x="2277" y="45870"/>
                </a:lnTo>
                <a:lnTo>
                  <a:pt x="2341" y="46276"/>
                </a:lnTo>
                <a:lnTo>
                  <a:pt x="2341" y="46595"/>
                </a:lnTo>
                <a:lnTo>
                  <a:pt x="2341" y="47001"/>
                </a:lnTo>
                <a:lnTo>
                  <a:pt x="2341" y="47407"/>
                </a:lnTo>
                <a:lnTo>
                  <a:pt x="2406" y="47813"/>
                </a:lnTo>
                <a:lnTo>
                  <a:pt x="2406" y="48219"/>
                </a:lnTo>
                <a:lnTo>
                  <a:pt x="2406" y="48596"/>
                </a:lnTo>
                <a:lnTo>
                  <a:pt x="2406" y="49002"/>
                </a:lnTo>
                <a:lnTo>
                  <a:pt x="2406" y="49408"/>
                </a:lnTo>
                <a:lnTo>
                  <a:pt x="2502" y="49814"/>
                </a:lnTo>
                <a:lnTo>
                  <a:pt x="2502" y="50191"/>
                </a:lnTo>
                <a:lnTo>
                  <a:pt x="2502" y="50597"/>
                </a:lnTo>
                <a:lnTo>
                  <a:pt x="2502" y="51003"/>
                </a:lnTo>
                <a:lnTo>
                  <a:pt x="2502" y="51409"/>
                </a:lnTo>
                <a:lnTo>
                  <a:pt x="2566" y="51786"/>
                </a:lnTo>
                <a:lnTo>
                  <a:pt x="2566" y="52191"/>
                </a:lnTo>
                <a:lnTo>
                  <a:pt x="2566" y="52655"/>
                </a:lnTo>
                <a:lnTo>
                  <a:pt x="2566" y="53061"/>
                </a:lnTo>
                <a:lnTo>
                  <a:pt x="2630" y="53467"/>
                </a:lnTo>
                <a:lnTo>
                  <a:pt x="2630" y="53844"/>
                </a:lnTo>
                <a:lnTo>
                  <a:pt x="2630" y="54250"/>
                </a:lnTo>
                <a:lnTo>
                  <a:pt x="2630" y="54656"/>
                </a:lnTo>
                <a:lnTo>
                  <a:pt x="2630" y="55120"/>
                </a:lnTo>
                <a:lnTo>
                  <a:pt x="2726" y="55526"/>
                </a:lnTo>
                <a:lnTo>
                  <a:pt x="2726" y="55932"/>
                </a:lnTo>
                <a:lnTo>
                  <a:pt x="2726" y="56309"/>
                </a:lnTo>
                <a:lnTo>
                  <a:pt x="2726" y="56715"/>
                </a:lnTo>
                <a:lnTo>
                  <a:pt x="2790" y="57179"/>
                </a:lnTo>
                <a:lnTo>
                  <a:pt x="2790" y="57585"/>
                </a:lnTo>
                <a:lnTo>
                  <a:pt x="2790" y="57991"/>
                </a:lnTo>
                <a:lnTo>
                  <a:pt x="2790" y="58455"/>
                </a:lnTo>
                <a:lnTo>
                  <a:pt x="2790" y="58831"/>
                </a:lnTo>
                <a:lnTo>
                  <a:pt x="2855" y="59237"/>
                </a:lnTo>
                <a:lnTo>
                  <a:pt x="2855" y="59701"/>
                </a:lnTo>
                <a:lnTo>
                  <a:pt x="2855" y="60107"/>
                </a:lnTo>
                <a:lnTo>
                  <a:pt x="2855" y="60513"/>
                </a:lnTo>
                <a:lnTo>
                  <a:pt x="2919" y="60977"/>
                </a:lnTo>
                <a:lnTo>
                  <a:pt x="2919" y="61383"/>
                </a:lnTo>
                <a:lnTo>
                  <a:pt x="2919" y="61847"/>
                </a:lnTo>
                <a:lnTo>
                  <a:pt x="2919" y="62224"/>
                </a:lnTo>
                <a:lnTo>
                  <a:pt x="2919" y="62688"/>
                </a:lnTo>
                <a:lnTo>
                  <a:pt x="3015" y="63094"/>
                </a:lnTo>
                <a:lnTo>
                  <a:pt x="3015" y="63558"/>
                </a:lnTo>
                <a:lnTo>
                  <a:pt x="3015" y="63964"/>
                </a:lnTo>
                <a:lnTo>
                  <a:pt x="3015" y="64428"/>
                </a:lnTo>
                <a:lnTo>
                  <a:pt x="3079" y="64834"/>
                </a:lnTo>
                <a:lnTo>
                  <a:pt x="3079" y="65297"/>
                </a:lnTo>
                <a:lnTo>
                  <a:pt x="3079" y="65703"/>
                </a:lnTo>
                <a:lnTo>
                  <a:pt x="3079" y="66167"/>
                </a:lnTo>
                <a:lnTo>
                  <a:pt x="3079" y="66544"/>
                </a:lnTo>
                <a:lnTo>
                  <a:pt x="3143" y="67037"/>
                </a:lnTo>
                <a:lnTo>
                  <a:pt x="3143" y="67414"/>
                </a:lnTo>
                <a:lnTo>
                  <a:pt x="3143" y="67878"/>
                </a:lnTo>
                <a:lnTo>
                  <a:pt x="3143" y="68342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965706" y="3056285"/>
            <a:ext cx="3208" cy="104673"/>
          </a:xfrm>
          <a:custGeom>
            <a:avLst/>
            <a:gdLst/>
            <a:ahLst/>
            <a:cxnLst/>
            <a:rect l="l" t="t" r="r" b="b"/>
            <a:pathLst>
              <a:path w="3208" h="104673">
                <a:moveTo>
                  <a:pt x="0" y="0"/>
                </a:moveTo>
                <a:lnTo>
                  <a:pt x="96" y="405"/>
                </a:lnTo>
                <a:lnTo>
                  <a:pt x="96" y="869"/>
                </a:lnTo>
                <a:lnTo>
                  <a:pt x="96" y="1333"/>
                </a:lnTo>
                <a:lnTo>
                  <a:pt x="96" y="1739"/>
                </a:lnTo>
                <a:lnTo>
                  <a:pt x="96" y="2203"/>
                </a:lnTo>
                <a:lnTo>
                  <a:pt x="160" y="2667"/>
                </a:lnTo>
                <a:lnTo>
                  <a:pt x="160" y="3131"/>
                </a:lnTo>
                <a:lnTo>
                  <a:pt x="160" y="3537"/>
                </a:lnTo>
                <a:lnTo>
                  <a:pt x="160" y="4001"/>
                </a:lnTo>
                <a:lnTo>
                  <a:pt x="160" y="4465"/>
                </a:lnTo>
                <a:lnTo>
                  <a:pt x="224" y="4929"/>
                </a:lnTo>
                <a:lnTo>
                  <a:pt x="224" y="5335"/>
                </a:lnTo>
                <a:lnTo>
                  <a:pt x="224" y="5799"/>
                </a:lnTo>
                <a:lnTo>
                  <a:pt x="224" y="6263"/>
                </a:lnTo>
                <a:lnTo>
                  <a:pt x="288" y="6726"/>
                </a:lnTo>
                <a:lnTo>
                  <a:pt x="288" y="7190"/>
                </a:lnTo>
                <a:lnTo>
                  <a:pt x="288" y="7654"/>
                </a:lnTo>
                <a:lnTo>
                  <a:pt x="288" y="8118"/>
                </a:lnTo>
                <a:lnTo>
                  <a:pt x="288" y="8524"/>
                </a:lnTo>
                <a:lnTo>
                  <a:pt x="384" y="8988"/>
                </a:lnTo>
                <a:lnTo>
                  <a:pt x="384" y="9452"/>
                </a:lnTo>
                <a:lnTo>
                  <a:pt x="384" y="9916"/>
                </a:lnTo>
                <a:lnTo>
                  <a:pt x="384" y="10380"/>
                </a:lnTo>
                <a:lnTo>
                  <a:pt x="449" y="10844"/>
                </a:lnTo>
                <a:lnTo>
                  <a:pt x="449" y="11308"/>
                </a:lnTo>
                <a:lnTo>
                  <a:pt x="449" y="11772"/>
                </a:lnTo>
                <a:lnTo>
                  <a:pt x="449" y="12236"/>
                </a:lnTo>
                <a:lnTo>
                  <a:pt x="449" y="12700"/>
                </a:lnTo>
                <a:lnTo>
                  <a:pt x="513" y="13163"/>
                </a:lnTo>
                <a:lnTo>
                  <a:pt x="513" y="13656"/>
                </a:lnTo>
                <a:lnTo>
                  <a:pt x="513" y="14120"/>
                </a:lnTo>
                <a:lnTo>
                  <a:pt x="513" y="14584"/>
                </a:lnTo>
                <a:lnTo>
                  <a:pt x="577" y="15048"/>
                </a:lnTo>
                <a:lnTo>
                  <a:pt x="577" y="15570"/>
                </a:lnTo>
                <a:lnTo>
                  <a:pt x="577" y="16034"/>
                </a:lnTo>
                <a:lnTo>
                  <a:pt x="577" y="16498"/>
                </a:lnTo>
                <a:lnTo>
                  <a:pt x="577" y="16962"/>
                </a:lnTo>
                <a:lnTo>
                  <a:pt x="673" y="17426"/>
                </a:lnTo>
                <a:lnTo>
                  <a:pt x="673" y="17890"/>
                </a:lnTo>
                <a:lnTo>
                  <a:pt x="673" y="18354"/>
                </a:lnTo>
                <a:lnTo>
                  <a:pt x="673" y="18905"/>
                </a:lnTo>
                <a:lnTo>
                  <a:pt x="737" y="19369"/>
                </a:lnTo>
                <a:lnTo>
                  <a:pt x="737" y="19832"/>
                </a:lnTo>
                <a:lnTo>
                  <a:pt x="737" y="20296"/>
                </a:lnTo>
                <a:lnTo>
                  <a:pt x="737" y="20818"/>
                </a:lnTo>
                <a:lnTo>
                  <a:pt x="737" y="21282"/>
                </a:lnTo>
                <a:lnTo>
                  <a:pt x="802" y="21746"/>
                </a:lnTo>
                <a:lnTo>
                  <a:pt x="802" y="22210"/>
                </a:lnTo>
                <a:lnTo>
                  <a:pt x="802" y="22761"/>
                </a:lnTo>
                <a:lnTo>
                  <a:pt x="802" y="23225"/>
                </a:lnTo>
                <a:lnTo>
                  <a:pt x="898" y="23689"/>
                </a:lnTo>
                <a:lnTo>
                  <a:pt x="898" y="24211"/>
                </a:lnTo>
                <a:lnTo>
                  <a:pt x="898" y="24675"/>
                </a:lnTo>
                <a:lnTo>
                  <a:pt x="898" y="25139"/>
                </a:lnTo>
                <a:lnTo>
                  <a:pt x="898" y="25690"/>
                </a:lnTo>
                <a:lnTo>
                  <a:pt x="962" y="26153"/>
                </a:lnTo>
                <a:lnTo>
                  <a:pt x="962" y="26675"/>
                </a:lnTo>
                <a:lnTo>
                  <a:pt x="962" y="27139"/>
                </a:lnTo>
                <a:lnTo>
                  <a:pt x="962" y="27603"/>
                </a:lnTo>
                <a:lnTo>
                  <a:pt x="962" y="28125"/>
                </a:lnTo>
                <a:lnTo>
                  <a:pt x="1026" y="28618"/>
                </a:lnTo>
                <a:lnTo>
                  <a:pt x="1026" y="29140"/>
                </a:lnTo>
                <a:lnTo>
                  <a:pt x="1026" y="29604"/>
                </a:lnTo>
                <a:lnTo>
                  <a:pt x="1026" y="30126"/>
                </a:lnTo>
                <a:lnTo>
                  <a:pt x="1090" y="30590"/>
                </a:lnTo>
                <a:lnTo>
                  <a:pt x="1090" y="31141"/>
                </a:lnTo>
                <a:lnTo>
                  <a:pt x="1090" y="31605"/>
                </a:lnTo>
                <a:lnTo>
                  <a:pt x="1090" y="32127"/>
                </a:lnTo>
                <a:lnTo>
                  <a:pt x="1090" y="32591"/>
                </a:lnTo>
                <a:lnTo>
                  <a:pt x="1186" y="33112"/>
                </a:lnTo>
                <a:lnTo>
                  <a:pt x="1186" y="33663"/>
                </a:lnTo>
                <a:lnTo>
                  <a:pt x="1186" y="34127"/>
                </a:lnTo>
                <a:lnTo>
                  <a:pt x="1186" y="34649"/>
                </a:lnTo>
                <a:lnTo>
                  <a:pt x="1251" y="35113"/>
                </a:lnTo>
                <a:lnTo>
                  <a:pt x="1251" y="35664"/>
                </a:lnTo>
                <a:lnTo>
                  <a:pt x="1251" y="36186"/>
                </a:lnTo>
                <a:lnTo>
                  <a:pt x="1251" y="36650"/>
                </a:lnTo>
                <a:lnTo>
                  <a:pt x="1251" y="37172"/>
                </a:lnTo>
                <a:lnTo>
                  <a:pt x="1315" y="37723"/>
                </a:lnTo>
                <a:lnTo>
                  <a:pt x="1315" y="38187"/>
                </a:lnTo>
                <a:lnTo>
                  <a:pt x="1315" y="38709"/>
                </a:lnTo>
                <a:lnTo>
                  <a:pt x="1315" y="39230"/>
                </a:lnTo>
                <a:lnTo>
                  <a:pt x="1379" y="39723"/>
                </a:lnTo>
                <a:lnTo>
                  <a:pt x="1379" y="40245"/>
                </a:lnTo>
                <a:lnTo>
                  <a:pt x="1379" y="40767"/>
                </a:lnTo>
                <a:lnTo>
                  <a:pt x="1379" y="41318"/>
                </a:lnTo>
                <a:lnTo>
                  <a:pt x="1379" y="41840"/>
                </a:lnTo>
                <a:lnTo>
                  <a:pt x="1475" y="42304"/>
                </a:lnTo>
                <a:lnTo>
                  <a:pt x="1475" y="42826"/>
                </a:lnTo>
                <a:lnTo>
                  <a:pt x="1475" y="43377"/>
                </a:lnTo>
                <a:lnTo>
                  <a:pt x="1475" y="43899"/>
                </a:lnTo>
                <a:lnTo>
                  <a:pt x="1539" y="44421"/>
                </a:lnTo>
                <a:lnTo>
                  <a:pt x="1539" y="44885"/>
                </a:lnTo>
                <a:lnTo>
                  <a:pt x="1539" y="45436"/>
                </a:lnTo>
                <a:lnTo>
                  <a:pt x="1539" y="45957"/>
                </a:lnTo>
                <a:lnTo>
                  <a:pt x="1539" y="46479"/>
                </a:lnTo>
                <a:lnTo>
                  <a:pt x="1604" y="47030"/>
                </a:lnTo>
                <a:lnTo>
                  <a:pt x="1604" y="47552"/>
                </a:lnTo>
                <a:lnTo>
                  <a:pt x="1604" y="48074"/>
                </a:lnTo>
                <a:lnTo>
                  <a:pt x="1604" y="48625"/>
                </a:lnTo>
                <a:lnTo>
                  <a:pt x="1700" y="49147"/>
                </a:lnTo>
                <a:lnTo>
                  <a:pt x="1700" y="49698"/>
                </a:lnTo>
                <a:lnTo>
                  <a:pt x="1700" y="50220"/>
                </a:lnTo>
                <a:lnTo>
                  <a:pt x="1700" y="50742"/>
                </a:lnTo>
                <a:lnTo>
                  <a:pt x="1700" y="51293"/>
                </a:lnTo>
                <a:lnTo>
                  <a:pt x="1764" y="51815"/>
                </a:lnTo>
                <a:lnTo>
                  <a:pt x="1764" y="52336"/>
                </a:lnTo>
                <a:lnTo>
                  <a:pt x="1764" y="52887"/>
                </a:lnTo>
                <a:lnTo>
                  <a:pt x="1764" y="53409"/>
                </a:lnTo>
                <a:lnTo>
                  <a:pt x="1764" y="53931"/>
                </a:lnTo>
                <a:lnTo>
                  <a:pt x="1828" y="54482"/>
                </a:lnTo>
                <a:lnTo>
                  <a:pt x="1828" y="55004"/>
                </a:lnTo>
                <a:lnTo>
                  <a:pt x="1828" y="55526"/>
                </a:lnTo>
                <a:lnTo>
                  <a:pt x="1828" y="56077"/>
                </a:lnTo>
                <a:lnTo>
                  <a:pt x="1892" y="56599"/>
                </a:lnTo>
                <a:lnTo>
                  <a:pt x="1892" y="57208"/>
                </a:lnTo>
                <a:lnTo>
                  <a:pt x="1892" y="57730"/>
                </a:lnTo>
                <a:lnTo>
                  <a:pt x="1892" y="58252"/>
                </a:lnTo>
                <a:lnTo>
                  <a:pt x="1892" y="58802"/>
                </a:lnTo>
                <a:lnTo>
                  <a:pt x="1988" y="59324"/>
                </a:lnTo>
                <a:lnTo>
                  <a:pt x="1988" y="59846"/>
                </a:lnTo>
                <a:lnTo>
                  <a:pt x="1988" y="60455"/>
                </a:lnTo>
                <a:lnTo>
                  <a:pt x="1988" y="60977"/>
                </a:lnTo>
                <a:lnTo>
                  <a:pt x="2053" y="61528"/>
                </a:lnTo>
                <a:lnTo>
                  <a:pt x="2053" y="62050"/>
                </a:lnTo>
                <a:lnTo>
                  <a:pt x="2053" y="62572"/>
                </a:lnTo>
                <a:lnTo>
                  <a:pt x="2053" y="63181"/>
                </a:lnTo>
                <a:lnTo>
                  <a:pt x="2053" y="63703"/>
                </a:lnTo>
                <a:lnTo>
                  <a:pt x="2117" y="64254"/>
                </a:lnTo>
                <a:lnTo>
                  <a:pt x="2117" y="64834"/>
                </a:lnTo>
                <a:lnTo>
                  <a:pt x="2117" y="65384"/>
                </a:lnTo>
                <a:lnTo>
                  <a:pt x="2117" y="65906"/>
                </a:lnTo>
                <a:lnTo>
                  <a:pt x="2213" y="66515"/>
                </a:lnTo>
                <a:lnTo>
                  <a:pt x="2213" y="67037"/>
                </a:lnTo>
                <a:lnTo>
                  <a:pt x="2213" y="67559"/>
                </a:lnTo>
                <a:lnTo>
                  <a:pt x="2213" y="68168"/>
                </a:lnTo>
                <a:lnTo>
                  <a:pt x="2213" y="68690"/>
                </a:lnTo>
                <a:lnTo>
                  <a:pt x="2277" y="69241"/>
                </a:lnTo>
                <a:lnTo>
                  <a:pt x="2277" y="69821"/>
                </a:lnTo>
                <a:lnTo>
                  <a:pt x="2277" y="70372"/>
                </a:lnTo>
                <a:lnTo>
                  <a:pt x="2277" y="70952"/>
                </a:lnTo>
                <a:lnTo>
                  <a:pt x="2341" y="71503"/>
                </a:lnTo>
                <a:lnTo>
                  <a:pt x="2341" y="72082"/>
                </a:lnTo>
                <a:lnTo>
                  <a:pt x="2341" y="72633"/>
                </a:lnTo>
                <a:lnTo>
                  <a:pt x="2341" y="73155"/>
                </a:lnTo>
                <a:lnTo>
                  <a:pt x="2341" y="73764"/>
                </a:lnTo>
                <a:lnTo>
                  <a:pt x="2406" y="74286"/>
                </a:lnTo>
                <a:lnTo>
                  <a:pt x="2406" y="74895"/>
                </a:lnTo>
                <a:lnTo>
                  <a:pt x="2406" y="75417"/>
                </a:lnTo>
                <a:lnTo>
                  <a:pt x="2406" y="76026"/>
                </a:lnTo>
                <a:lnTo>
                  <a:pt x="2502" y="76548"/>
                </a:lnTo>
                <a:lnTo>
                  <a:pt x="2502" y="77157"/>
                </a:lnTo>
                <a:lnTo>
                  <a:pt x="2502" y="77737"/>
                </a:lnTo>
                <a:lnTo>
                  <a:pt x="2502" y="78287"/>
                </a:lnTo>
                <a:lnTo>
                  <a:pt x="2502" y="78867"/>
                </a:lnTo>
                <a:lnTo>
                  <a:pt x="2566" y="79418"/>
                </a:lnTo>
                <a:lnTo>
                  <a:pt x="2566" y="79998"/>
                </a:lnTo>
                <a:lnTo>
                  <a:pt x="2566" y="80607"/>
                </a:lnTo>
                <a:lnTo>
                  <a:pt x="2566" y="81129"/>
                </a:lnTo>
                <a:lnTo>
                  <a:pt x="2566" y="81738"/>
                </a:lnTo>
                <a:lnTo>
                  <a:pt x="2630" y="82260"/>
                </a:lnTo>
                <a:lnTo>
                  <a:pt x="2630" y="82869"/>
                </a:lnTo>
                <a:lnTo>
                  <a:pt x="2630" y="83478"/>
                </a:lnTo>
                <a:lnTo>
                  <a:pt x="2630" y="84000"/>
                </a:lnTo>
                <a:lnTo>
                  <a:pt x="2694" y="84609"/>
                </a:lnTo>
                <a:lnTo>
                  <a:pt x="2694" y="85188"/>
                </a:lnTo>
                <a:lnTo>
                  <a:pt x="2694" y="85797"/>
                </a:lnTo>
                <a:lnTo>
                  <a:pt x="2694" y="86319"/>
                </a:lnTo>
                <a:lnTo>
                  <a:pt x="2694" y="86928"/>
                </a:lnTo>
                <a:lnTo>
                  <a:pt x="2790" y="87508"/>
                </a:lnTo>
                <a:lnTo>
                  <a:pt x="2790" y="88059"/>
                </a:lnTo>
                <a:lnTo>
                  <a:pt x="2790" y="88639"/>
                </a:lnTo>
                <a:lnTo>
                  <a:pt x="2790" y="89248"/>
                </a:lnTo>
                <a:lnTo>
                  <a:pt x="2855" y="89857"/>
                </a:lnTo>
                <a:lnTo>
                  <a:pt x="2855" y="90437"/>
                </a:lnTo>
                <a:lnTo>
                  <a:pt x="2855" y="90988"/>
                </a:lnTo>
                <a:lnTo>
                  <a:pt x="2855" y="91567"/>
                </a:lnTo>
                <a:lnTo>
                  <a:pt x="2855" y="92176"/>
                </a:lnTo>
                <a:lnTo>
                  <a:pt x="2919" y="92785"/>
                </a:lnTo>
                <a:lnTo>
                  <a:pt x="2919" y="93365"/>
                </a:lnTo>
                <a:lnTo>
                  <a:pt x="2919" y="93974"/>
                </a:lnTo>
                <a:lnTo>
                  <a:pt x="2919" y="94496"/>
                </a:lnTo>
                <a:lnTo>
                  <a:pt x="3015" y="95105"/>
                </a:lnTo>
                <a:lnTo>
                  <a:pt x="3015" y="95714"/>
                </a:lnTo>
                <a:lnTo>
                  <a:pt x="3015" y="96294"/>
                </a:lnTo>
                <a:lnTo>
                  <a:pt x="3015" y="96903"/>
                </a:lnTo>
                <a:lnTo>
                  <a:pt x="3015" y="97483"/>
                </a:lnTo>
                <a:lnTo>
                  <a:pt x="3079" y="98091"/>
                </a:lnTo>
                <a:lnTo>
                  <a:pt x="3079" y="98700"/>
                </a:lnTo>
                <a:lnTo>
                  <a:pt x="3079" y="99280"/>
                </a:lnTo>
                <a:lnTo>
                  <a:pt x="3079" y="99889"/>
                </a:lnTo>
                <a:lnTo>
                  <a:pt x="3143" y="100498"/>
                </a:lnTo>
                <a:lnTo>
                  <a:pt x="3143" y="101078"/>
                </a:lnTo>
                <a:lnTo>
                  <a:pt x="3143" y="101687"/>
                </a:lnTo>
                <a:lnTo>
                  <a:pt x="3143" y="102296"/>
                </a:lnTo>
                <a:lnTo>
                  <a:pt x="3143" y="102876"/>
                </a:lnTo>
                <a:lnTo>
                  <a:pt x="3208" y="103485"/>
                </a:lnTo>
                <a:lnTo>
                  <a:pt x="3208" y="104065"/>
                </a:lnTo>
                <a:lnTo>
                  <a:pt x="3208" y="104673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968914" y="3160959"/>
            <a:ext cx="3240" cy="131059"/>
          </a:xfrm>
          <a:custGeom>
            <a:avLst/>
            <a:gdLst/>
            <a:ahLst/>
            <a:cxnLst/>
            <a:rect l="l" t="t" r="r" b="b"/>
            <a:pathLst>
              <a:path w="3240" h="131059">
                <a:moveTo>
                  <a:pt x="0" y="0"/>
                </a:moveTo>
                <a:lnTo>
                  <a:pt x="0" y="608"/>
                </a:lnTo>
                <a:lnTo>
                  <a:pt x="96" y="1188"/>
                </a:lnTo>
                <a:lnTo>
                  <a:pt x="96" y="1797"/>
                </a:lnTo>
                <a:lnTo>
                  <a:pt x="96" y="2406"/>
                </a:lnTo>
                <a:lnTo>
                  <a:pt x="96" y="2986"/>
                </a:lnTo>
                <a:lnTo>
                  <a:pt x="96" y="3595"/>
                </a:lnTo>
                <a:lnTo>
                  <a:pt x="160" y="4204"/>
                </a:lnTo>
                <a:lnTo>
                  <a:pt x="160" y="4871"/>
                </a:lnTo>
                <a:lnTo>
                  <a:pt x="160" y="5451"/>
                </a:lnTo>
                <a:lnTo>
                  <a:pt x="160" y="6060"/>
                </a:lnTo>
                <a:lnTo>
                  <a:pt x="160" y="6639"/>
                </a:lnTo>
                <a:lnTo>
                  <a:pt x="224" y="7248"/>
                </a:lnTo>
                <a:lnTo>
                  <a:pt x="224" y="7857"/>
                </a:lnTo>
                <a:lnTo>
                  <a:pt x="224" y="8437"/>
                </a:lnTo>
                <a:lnTo>
                  <a:pt x="224" y="9104"/>
                </a:lnTo>
                <a:lnTo>
                  <a:pt x="288" y="9713"/>
                </a:lnTo>
                <a:lnTo>
                  <a:pt x="288" y="10322"/>
                </a:lnTo>
                <a:lnTo>
                  <a:pt x="288" y="10902"/>
                </a:lnTo>
                <a:lnTo>
                  <a:pt x="288" y="11569"/>
                </a:lnTo>
                <a:lnTo>
                  <a:pt x="288" y="12178"/>
                </a:lnTo>
                <a:lnTo>
                  <a:pt x="384" y="12758"/>
                </a:lnTo>
                <a:lnTo>
                  <a:pt x="384" y="13366"/>
                </a:lnTo>
                <a:lnTo>
                  <a:pt x="384" y="14033"/>
                </a:lnTo>
                <a:lnTo>
                  <a:pt x="384" y="14642"/>
                </a:lnTo>
                <a:lnTo>
                  <a:pt x="449" y="15222"/>
                </a:lnTo>
                <a:lnTo>
                  <a:pt x="449" y="15831"/>
                </a:lnTo>
                <a:lnTo>
                  <a:pt x="449" y="16498"/>
                </a:lnTo>
                <a:lnTo>
                  <a:pt x="449" y="17107"/>
                </a:lnTo>
                <a:lnTo>
                  <a:pt x="449" y="17687"/>
                </a:lnTo>
                <a:lnTo>
                  <a:pt x="513" y="18354"/>
                </a:lnTo>
                <a:lnTo>
                  <a:pt x="513" y="18963"/>
                </a:lnTo>
                <a:lnTo>
                  <a:pt x="513" y="19543"/>
                </a:lnTo>
                <a:lnTo>
                  <a:pt x="513" y="20209"/>
                </a:lnTo>
                <a:lnTo>
                  <a:pt x="609" y="20818"/>
                </a:lnTo>
                <a:lnTo>
                  <a:pt x="609" y="21485"/>
                </a:lnTo>
                <a:lnTo>
                  <a:pt x="609" y="22094"/>
                </a:lnTo>
                <a:lnTo>
                  <a:pt x="609" y="22674"/>
                </a:lnTo>
                <a:lnTo>
                  <a:pt x="609" y="23341"/>
                </a:lnTo>
                <a:lnTo>
                  <a:pt x="673" y="23950"/>
                </a:lnTo>
                <a:lnTo>
                  <a:pt x="673" y="24617"/>
                </a:lnTo>
                <a:lnTo>
                  <a:pt x="673" y="25197"/>
                </a:lnTo>
                <a:lnTo>
                  <a:pt x="673" y="25864"/>
                </a:lnTo>
                <a:lnTo>
                  <a:pt x="737" y="26472"/>
                </a:lnTo>
                <a:lnTo>
                  <a:pt x="737" y="27081"/>
                </a:lnTo>
                <a:lnTo>
                  <a:pt x="737" y="27719"/>
                </a:lnTo>
                <a:lnTo>
                  <a:pt x="737" y="28328"/>
                </a:lnTo>
                <a:lnTo>
                  <a:pt x="737" y="28995"/>
                </a:lnTo>
                <a:lnTo>
                  <a:pt x="802" y="29604"/>
                </a:lnTo>
                <a:lnTo>
                  <a:pt x="802" y="30271"/>
                </a:lnTo>
                <a:lnTo>
                  <a:pt x="802" y="30851"/>
                </a:lnTo>
                <a:lnTo>
                  <a:pt x="802" y="31518"/>
                </a:lnTo>
                <a:lnTo>
                  <a:pt x="898" y="32185"/>
                </a:lnTo>
                <a:lnTo>
                  <a:pt x="898" y="32793"/>
                </a:lnTo>
                <a:lnTo>
                  <a:pt x="898" y="33460"/>
                </a:lnTo>
                <a:lnTo>
                  <a:pt x="898" y="34040"/>
                </a:lnTo>
                <a:lnTo>
                  <a:pt x="898" y="34707"/>
                </a:lnTo>
                <a:lnTo>
                  <a:pt x="962" y="35316"/>
                </a:lnTo>
                <a:lnTo>
                  <a:pt x="962" y="35983"/>
                </a:lnTo>
                <a:lnTo>
                  <a:pt x="962" y="36650"/>
                </a:lnTo>
                <a:lnTo>
                  <a:pt x="962" y="37230"/>
                </a:lnTo>
                <a:lnTo>
                  <a:pt x="962" y="37897"/>
                </a:lnTo>
                <a:lnTo>
                  <a:pt x="1026" y="38506"/>
                </a:lnTo>
                <a:lnTo>
                  <a:pt x="1026" y="39172"/>
                </a:lnTo>
                <a:lnTo>
                  <a:pt x="1026" y="39839"/>
                </a:lnTo>
                <a:lnTo>
                  <a:pt x="1026" y="40419"/>
                </a:lnTo>
                <a:lnTo>
                  <a:pt x="1122" y="41086"/>
                </a:lnTo>
                <a:lnTo>
                  <a:pt x="1122" y="41753"/>
                </a:lnTo>
                <a:lnTo>
                  <a:pt x="1122" y="42362"/>
                </a:lnTo>
                <a:lnTo>
                  <a:pt x="1122" y="43029"/>
                </a:lnTo>
                <a:lnTo>
                  <a:pt x="1122" y="43696"/>
                </a:lnTo>
                <a:lnTo>
                  <a:pt x="1186" y="44276"/>
                </a:lnTo>
                <a:lnTo>
                  <a:pt x="1186" y="44943"/>
                </a:lnTo>
                <a:lnTo>
                  <a:pt x="1186" y="45610"/>
                </a:lnTo>
                <a:lnTo>
                  <a:pt x="1186" y="46276"/>
                </a:lnTo>
                <a:lnTo>
                  <a:pt x="1251" y="46885"/>
                </a:lnTo>
                <a:lnTo>
                  <a:pt x="1251" y="47552"/>
                </a:lnTo>
                <a:lnTo>
                  <a:pt x="1251" y="48219"/>
                </a:lnTo>
                <a:lnTo>
                  <a:pt x="1251" y="48886"/>
                </a:lnTo>
                <a:lnTo>
                  <a:pt x="1251" y="49466"/>
                </a:lnTo>
                <a:lnTo>
                  <a:pt x="1315" y="50133"/>
                </a:lnTo>
                <a:lnTo>
                  <a:pt x="1315" y="50800"/>
                </a:lnTo>
                <a:lnTo>
                  <a:pt x="1315" y="51467"/>
                </a:lnTo>
                <a:lnTo>
                  <a:pt x="1315" y="52134"/>
                </a:lnTo>
                <a:lnTo>
                  <a:pt x="1411" y="52742"/>
                </a:lnTo>
                <a:lnTo>
                  <a:pt x="1411" y="53409"/>
                </a:lnTo>
                <a:lnTo>
                  <a:pt x="1411" y="54076"/>
                </a:lnTo>
                <a:lnTo>
                  <a:pt x="1411" y="54743"/>
                </a:lnTo>
                <a:lnTo>
                  <a:pt x="1411" y="55381"/>
                </a:lnTo>
                <a:lnTo>
                  <a:pt x="1475" y="56048"/>
                </a:lnTo>
                <a:lnTo>
                  <a:pt x="1475" y="56715"/>
                </a:lnTo>
                <a:lnTo>
                  <a:pt x="1475" y="57324"/>
                </a:lnTo>
                <a:lnTo>
                  <a:pt x="1475" y="57991"/>
                </a:lnTo>
                <a:lnTo>
                  <a:pt x="1539" y="58658"/>
                </a:lnTo>
                <a:lnTo>
                  <a:pt x="1539" y="59324"/>
                </a:lnTo>
                <a:lnTo>
                  <a:pt x="1539" y="59991"/>
                </a:lnTo>
                <a:lnTo>
                  <a:pt x="1539" y="60658"/>
                </a:lnTo>
                <a:lnTo>
                  <a:pt x="1539" y="61325"/>
                </a:lnTo>
                <a:lnTo>
                  <a:pt x="1604" y="61992"/>
                </a:lnTo>
                <a:lnTo>
                  <a:pt x="1604" y="62630"/>
                </a:lnTo>
                <a:lnTo>
                  <a:pt x="1604" y="63297"/>
                </a:lnTo>
                <a:lnTo>
                  <a:pt x="1604" y="63964"/>
                </a:lnTo>
                <a:lnTo>
                  <a:pt x="1700" y="64631"/>
                </a:lnTo>
                <a:lnTo>
                  <a:pt x="1700" y="65239"/>
                </a:lnTo>
                <a:lnTo>
                  <a:pt x="1700" y="65906"/>
                </a:lnTo>
                <a:lnTo>
                  <a:pt x="1700" y="66573"/>
                </a:lnTo>
                <a:lnTo>
                  <a:pt x="1700" y="67240"/>
                </a:lnTo>
                <a:lnTo>
                  <a:pt x="1764" y="67907"/>
                </a:lnTo>
                <a:lnTo>
                  <a:pt x="1764" y="68574"/>
                </a:lnTo>
                <a:lnTo>
                  <a:pt x="1764" y="69212"/>
                </a:lnTo>
                <a:lnTo>
                  <a:pt x="1764" y="69879"/>
                </a:lnTo>
                <a:lnTo>
                  <a:pt x="1764" y="70633"/>
                </a:lnTo>
                <a:lnTo>
                  <a:pt x="1828" y="71300"/>
                </a:lnTo>
                <a:lnTo>
                  <a:pt x="1828" y="71966"/>
                </a:lnTo>
                <a:lnTo>
                  <a:pt x="1828" y="72604"/>
                </a:lnTo>
                <a:lnTo>
                  <a:pt x="1828" y="73271"/>
                </a:lnTo>
                <a:lnTo>
                  <a:pt x="1924" y="73938"/>
                </a:lnTo>
                <a:lnTo>
                  <a:pt x="1924" y="74605"/>
                </a:lnTo>
                <a:lnTo>
                  <a:pt x="1924" y="75272"/>
                </a:lnTo>
                <a:lnTo>
                  <a:pt x="1924" y="75939"/>
                </a:lnTo>
                <a:lnTo>
                  <a:pt x="1924" y="76606"/>
                </a:lnTo>
                <a:lnTo>
                  <a:pt x="1988" y="77273"/>
                </a:lnTo>
                <a:lnTo>
                  <a:pt x="1988" y="77940"/>
                </a:lnTo>
                <a:lnTo>
                  <a:pt x="1988" y="78606"/>
                </a:lnTo>
                <a:lnTo>
                  <a:pt x="1988" y="79331"/>
                </a:lnTo>
                <a:lnTo>
                  <a:pt x="2053" y="79998"/>
                </a:lnTo>
                <a:lnTo>
                  <a:pt x="2053" y="80665"/>
                </a:lnTo>
                <a:lnTo>
                  <a:pt x="2053" y="81332"/>
                </a:lnTo>
                <a:lnTo>
                  <a:pt x="2053" y="81999"/>
                </a:lnTo>
                <a:lnTo>
                  <a:pt x="2053" y="82666"/>
                </a:lnTo>
                <a:lnTo>
                  <a:pt x="2117" y="83391"/>
                </a:lnTo>
                <a:lnTo>
                  <a:pt x="2117" y="84058"/>
                </a:lnTo>
                <a:lnTo>
                  <a:pt x="2117" y="84725"/>
                </a:lnTo>
                <a:lnTo>
                  <a:pt x="2117" y="85391"/>
                </a:lnTo>
                <a:lnTo>
                  <a:pt x="2213" y="86058"/>
                </a:lnTo>
                <a:lnTo>
                  <a:pt x="2213" y="86725"/>
                </a:lnTo>
                <a:lnTo>
                  <a:pt x="2213" y="87450"/>
                </a:lnTo>
                <a:lnTo>
                  <a:pt x="2213" y="88117"/>
                </a:lnTo>
                <a:lnTo>
                  <a:pt x="2213" y="88784"/>
                </a:lnTo>
                <a:lnTo>
                  <a:pt x="2277" y="89451"/>
                </a:lnTo>
                <a:lnTo>
                  <a:pt x="2277" y="90176"/>
                </a:lnTo>
                <a:lnTo>
                  <a:pt x="2277" y="90843"/>
                </a:lnTo>
                <a:lnTo>
                  <a:pt x="2277" y="91509"/>
                </a:lnTo>
                <a:lnTo>
                  <a:pt x="2341" y="92176"/>
                </a:lnTo>
                <a:lnTo>
                  <a:pt x="2341" y="92901"/>
                </a:lnTo>
                <a:lnTo>
                  <a:pt x="2341" y="93568"/>
                </a:lnTo>
                <a:lnTo>
                  <a:pt x="2341" y="94235"/>
                </a:lnTo>
                <a:lnTo>
                  <a:pt x="2341" y="94902"/>
                </a:lnTo>
                <a:lnTo>
                  <a:pt x="2438" y="95627"/>
                </a:lnTo>
                <a:lnTo>
                  <a:pt x="2438" y="96294"/>
                </a:lnTo>
                <a:lnTo>
                  <a:pt x="2438" y="96961"/>
                </a:lnTo>
                <a:lnTo>
                  <a:pt x="2438" y="97686"/>
                </a:lnTo>
                <a:lnTo>
                  <a:pt x="2502" y="98352"/>
                </a:lnTo>
                <a:lnTo>
                  <a:pt x="2502" y="99019"/>
                </a:lnTo>
                <a:lnTo>
                  <a:pt x="2502" y="99744"/>
                </a:lnTo>
                <a:lnTo>
                  <a:pt x="2502" y="100411"/>
                </a:lnTo>
                <a:lnTo>
                  <a:pt x="2502" y="101078"/>
                </a:lnTo>
                <a:lnTo>
                  <a:pt x="2566" y="101803"/>
                </a:lnTo>
                <a:lnTo>
                  <a:pt x="2566" y="102470"/>
                </a:lnTo>
                <a:lnTo>
                  <a:pt x="2566" y="103137"/>
                </a:lnTo>
                <a:lnTo>
                  <a:pt x="2566" y="103862"/>
                </a:lnTo>
                <a:lnTo>
                  <a:pt x="2566" y="104528"/>
                </a:lnTo>
                <a:lnTo>
                  <a:pt x="2630" y="105253"/>
                </a:lnTo>
                <a:lnTo>
                  <a:pt x="2630" y="105920"/>
                </a:lnTo>
                <a:lnTo>
                  <a:pt x="2630" y="106587"/>
                </a:lnTo>
                <a:lnTo>
                  <a:pt x="2630" y="107341"/>
                </a:lnTo>
                <a:lnTo>
                  <a:pt x="2726" y="107979"/>
                </a:lnTo>
                <a:lnTo>
                  <a:pt x="2726" y="108733"/>
                </a:lnTo>
                <a:lnTo>
                  <a:pt x="2726" y="109400"/>
                </a:lnTo>
                <a:lnTo>
                  <a:pt x="2726" y="110067"/>
                </a:lnTo>
                <a:lnTo>
                  <a:pt x="2726" y="110792"/>
                </a:lnTo>
                <a:lnTo>
                  <a:pt x="2790" y="111458"/>
                </a:lnTo>
                <a:lnTo>
                  <a:pt x="2790" y="112183"/>
                </a:lnTo>
                <a:lnTo>
                  <a:pt x="2790" y="112850"/>
                </a:lnTo>
                <a:lnTo>
                  <a:pt x="2790" y="113575"/>
                </a:lnTo>
                <a:lnTo>
                  <a:pt x="2855" y="114242"/>
                </a:lnTo>
                <a:lnTo>
                  <a:pt x="2855" y="114967"/>
                </a:lnTo>
                <a:lnTo>
                  <a:pt x="2855" y="115634"/>
                </a:lnTo>
                <a:lnTo>
                  <a:pt x="2855" y="116359"/>
                </a:lnTo>
                <a:lnTo>
                  <a:pt x="2855" y="117026"/>
                </a:lnTo>
                <a:lnTo>
                  <a:pt x="2919" y="117779"/>
                </a:lnTo>
                <a:lnTo>
                  <a:pt x="2919" y="118446"/>
                </a:lnTo>
                <a:lnTo>
                  <a:pt x="2919" y="119171"/>
                </a:lnTo>
                <a:lnTo>
                  <a:pt x="2919" y="119838"/>
                </a:lnTo>
                <a:lnTo>
                  <a:pt x="3015" y="120563"/>
                </a:lnTo>
                <a:lnTo>
                  <a:pt x="3015" y="121230"/>
                </a:lnTo>
                <a:lnTo>
                  <a:pt x="3015" y="121955"/>
                </a:lnTo>
                <a:lnTo>
                  <a:pt x="3015" y="122622"/>
                </a:lnTo>
                <a:lnTo>
                  <a:pt x="3015" y="123347"/>
                </a:lnTo>
                <a:lnTo>
                  <a:pt x="3079" y="124013"/>
                </a:lnTo>
                <a:lnTo>
                  <a:pt x="3079" y="124738"/>
                </a:lnTo>
                <a:lnTo>
                  <a:pt x="3079" y="125405"/>
                </a:lnTo>
                <a:lnTo>
                  <a:pt x="3079" y="126159"/>
                </a:lnTo>
                <a:lnTo>
                  <a:pt x="3143" y="126884"/>
                </a:lnTo>
                <a:lnTo>
                  <a:pt x="3143" y="127551"/>
                </a:lnTo>
                <a:lnTo>
                  <a:pt x="3143" y="128276"/>
                </a:lnTo>
                <a:lnTo>
                  <a:pt x="3143" y="128943"/>
                </a:lnTo>
                <a:lnTo>
                  <a:pt x="3143" y="129668"/>
                </a:lnTo>
                <a:lnTo>
                  <a:pt x="3240" y="130392"/>
                </a:lnTo>
                <a:lnTo>
                  <a:pt x="3240" y="13105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972154" y="3292019"/>
            <a:ext cx="3208" cy="145441"/>
          </a:xfrm>
          <a:custGeom>
            <a:avLst/>
            <a:gdLst/>
            <a:ahLst/>
            <a:cxnLst/>
            <a:rect l="l" t="t" r="r" b="b"/>
            <a:pathLst>
              <a:path w="3208" h="145441">
                <a:moveTo>
                  <a:pt x="0" y="0"/>
                </a:moveTo>
                <a:lnTo>
                  <a:pt x="0" y="753"/>
                </a:lnTo>
                <a:lnTo>
                  <a:pt x="0" y="1391"/>
                </a:lnTo>
                <a:lnTo>
                  <a:pt x="64" y="2145"/>
                </a:lnTo>
                <a:lnTo>
                  <a:pt x="64" y="2870"/>
                </a:lnTo>
                <a:lnTo>
                  <a:pt x="64" y="3537"/>
                </a:lnTo>
                <a:lnTo>
                  <a:pt x="64" y="4262"/>
                </a:lnTo>
                <a:lnTo>
                  <a:pt x="64" y="4987"/>
                </a:lnTo>
                <a:lnTo>
                  <a:pt x="128" y="5654"/>
                </a:lnTo>
                <a:lnTo>
                  <a:pt x="128" y="6379"/>
                </a:lnTo>
                <a:lnTo>
                  <a:pt x="128" y="7132"/>
                </a:lnTo>
                <a:lnTo>
                  <a:pt x="128" y="7799"/>
                </a:lnTo>
                <a:lnTo>
                  <a:pt x="128" y="8524"/>
                </a:lnTo>
                <a:lnTo>
                  <a:pt x="192" y="9249"/>
                </a:lnTo>
                <a:lnTo>
                  <a:pt x="192" y="9916"/>
                </a:lnTo>
                <a:lnTo>
                  <a:pt x="192" y="10641"/>
                </a:lnTo>
                <a:lnTo>
                  <a:pt x="192" y="11366"/>
                </a:lnTo>
                <a:lnTo>
                  <a:pt x="288" y="12033"/>
                </a:lnTo>
                <a:lnTo>
                  <a:pt x="288" y="12787"/>
                </a:lnTo>
                <a:lnTo>
                  <a:pt x="288" y="13511"/>
                </a:lnTo>
                <a:lnTo>
                  <a:pt x="288" y="14178"/>
                </a:lnTo>
                <a:lnTo>
                  <a:pt x="288" y="14903"/>
                </a:lnTo>
                <a:lnTo>
                  <a:pt x="352" y="15628"/>
                </a:lnTo>
                <a:lnTo>
                  <a:pt x="352" y="16353"/>
                </a:lnTo>
                <a:lnTo>
                  <a:pt x="352" y="17020"/>
                </a:lnTo>
                <a:lnTo>
                  <a:pt x="352" y="17774"/>
                </a:lnTo>
                <a:lnTo>
                  <a:pt x="417" y="18499"/>
                </a:lnTo>
                <a:lnTo>
                  <a:pt x="417" y="19224"/>
                </a:lnTo>
                <a:lnTo>
                  <a:pt x="417" y="19890"/>
                </a:lnTo>
                <a:lnTo>
                  <a:pt x="417" y="20615"/>
                </a:lnTo>
                <a:lnTo>
                  <a:pt x="417" y="21340"/>
                </a:lnTo>
                <a:lnTo>
                  <a:pt x="481" y="22094"/>
                </a:lnTo>
                <a:lnTo>
                  <a:pt x="481" y="22761"/>
                </a:lnTo>
                <a:lnTo>
                  <a:pt x="481" y="23486"/>
                </a:lnTo>
                <a:lnTo>
                  <a:pt x="481" y="24211"/>
                </a:lnTo>
                <a:lnTo>
                  <a:pt x="577" y="24936"/>
                </a:lnTo>
                <a:lnTo>
                  <a:pt x="577" y="25603"/>
                </a:lnTo>
                <a:lnTo>
                  <a:pt x="577" y="26327"/>
                </a:lnTo>
                <a:lnTo>
                  <a:pt x="577" y="27081"/>
                </a:lnTo>
                <a:lnTo>
                  <a:pt x="577" y="27806"/>
                </a:lnTo>
                <a:lnTo>
                  <a:pt x="641" y="28531"/>
                </a:lnTo>
                <a:lnTo>
                  <a:pt x="641" y="29198"/>
                </a:lnTo>
                <a:lnTo>
                  <a:pt x="641" y="29923"/>
                </a:lnTo>
                <a:lnTo>
                  <a:pt x="641" y="30677"/>
                </a:lnTo>
                <a:lnTo>
                  <a:pt x="705" y="31402"/>
                </a:lnTo>
                <a:lnTo>
                  <a:pt x="705" y="32127"/>
                </a:lnTo>
                <a:lnTo>
                  <a:pt x="705" y="32851"/>
                </a:lnTo>
                <a:lnTo>
                  <a:pt x="705" y="33518"/>
                </a:lnTo>
                <a:lnTo>
                  <a:pt x="705" y="34243"/>
                </a:lnTo>
                <a:lnTo>
                  <a:pt x="802" y="34997"/>
                </a:lnTo>
                <a:lnTo>
                  <a:pt x="802" y="35722"/>
                </a:lnTo>
                <a:lnTo>
                  <a:pt x="802" y="36447"/>
                </a:lnTo>
                <a:lnTo>
                  <a:pt x="802" y="37172"/>
                </a:lnTo>
                <a:lnTo>
                  <a:pt x="866" y="37897"/>
                </a:lnTo>
                <a:lnTo>
                  <a:pt x="866" y="38564"/>
                </a:lnTo>
                <a:lnTo>
                  <a:pt x="866" y="39317"/>
                </a:lnTo>
                <a:lnTo>
                  <a:pt x="866" y="40042"/>
                </a:lnTo>
                <a:lnTo>
                  <a:pt x="866" y="40767"/>
                </a:lnTo>
                <a:lnTo>
                  <a:pt x="930" y="41492"/>
                </a:lnTo>
                <a:lnTo>
                  <a:pt x="930" y="42246"/>
                </a:lnTo>
                <a:lnTo>
                  <a:pt x="930" y="42971"/>
                </a:lnTo>
                <a:lnTo>
                  <a:pt x="930" y="43696"/>
                </a:lnTo>
                <a:lnTo>
                  <a:pt x="930" y="44421"/>
                </a:lnTo>
                <a:lnTo>
                  <a:pt x="994" y="45088"/>
                </a:lnTo>
                <a:lnTo>
                  <a:pt x="994" y="45812"/>
                </a:lnTo>
                <a:lnTo>
                  <a:pt x="994" y="46566"/>
                </a:lnTo>
                <a:lnTo>
                  <a:pt x="994" y="47291"/>
                </a:lnTo>
                <a:lnTo>
                  <a:pt x="1090" y="48016"/>
                </a:lnTo>
                <a:lnTo>
                  <a:pt x="1090" y="48741"/>
                </a:lnTo>
                <a:lnTo>
                  <a:pt x="1090" y="49495"/>
                </a:lnTo>
                <a:lnTo>
                  <a:pt x="1090" y="50220"/>
                </a:lnTo>
                <a:lnTo>
                  <a:pt x="1090" y="50945"/>
                </a:lnTo>
                <a:lnTo>
                  <a:pt x="1154" y="51670"/>
                </a:lnTo>
                <a:lnTo>
                  <a:pt x="1154" y="52394"/>
                </a:lnTo>
                <a:lnTo>
                  <a:pt x="1154" y="53148"/>
                </a:lnTo>
                <a:lnTo>
                  <a:pt x="1154" y="53873"/>
                </a:lnTo>
                <a:lnTo>
                  <a:pt x="1219" y="54540"/>
                </a:lnTo>
                <a:lnTo>
                  <a:pt x="1219" y="55265"/>
                </a:lnTo>
                <a:lnTo>
                  <a:pt x="1219" y="55990"/>
                </a:lnTo>
                <a:lnTo>
                  <a:pt x="1219" y="56715"/>
                </a:lnTo>
                <a:lnTo>
                  <a:pt x="1219" y="57469"/>
                </a:lnTo>
                <a:lnTo>
                  <a:pt x="1315" y="58194"/>
                </a:lnTo>
                <a:lnTo>
                  <a:pt x="1315" y="58918"/>
                </a:lnTo>
                <a:lnTo>
                  <a:pt x="1315" y="59643"/>
                </a:lnTo>
                <a:lnTo>
                  <a:pt x="1315" y="60397"/>
                </a:lnTo>
                <a:lnTo>
                  <a:pt x="1379" y="61122"/>
                </a:lnTo>
                <a:lnTo>
                  <a:pt x="1379" y="61847"/>
                </a:lnTo>
                <a:lnTo>
                  <a:pt x="1379" y="62572"/>
                </a:lnTo>
                <a:lnTo>
                  <a:pt x="1379" y="63326"/>
                </a:lnTo>
                <a:lnTo>
                  <a:pt x="1379" y="64051"/>
                </a:lnTo>
                <a:lnTo>
                  <a:pt x="1443" y="64776"/>
                </a:lnTo>
                <a:lnTo>
                  <a:pt x="1443" y="65500"/>
                </a:lnTo>
                <a:lnTo>
                  <a:pt x="1443" y="66225"/>
                </a:lnTo>
                <a:lnTo>
                  <a:pt x="1443" y="66979"/>
                </a:lnTo>
                <a:lnTo>
                  <a:pt x="1507" y="67704"/>
                </a:lnTo>
                <a:lnTo>
                  <a:pt x="1507" y="68429"/>
                </a:lnTo>
                <a:lnTo>
                  <a:pt x="1507" y="69154"/>
                </a:lnTo>
                <a:lnTo>
                  <a:pt x="1507" y="69908"/>
                </a:lnTo>
                <a:lnTo>
                  <a:pt x="1507" y="70633"/>
                </a:lnTo>
                <a:lnTo>
                  <a:pt x="1604" y="71358"/>
                </a:lnTo>
                <a:lnTo>
                  <a:pt x="1604" y="72082"/>
                </a:lnTo>
                <a:lnTo>
                  <a:pt x="1604" y="72807"/>
                </a:lnTo>
                <a:lnTo>
                  <a:pt x="1604" y="73561"/>
                </a:lnTo>
                <a:lnTo>
                  <a:pt x="1668" y="74286"/>
                </a:lnTo>
                <a:lnTo>
                  <a:pt x="1668" y="75011"/>
                </a:lnTo>
                <a:lnTo>
                  <a:pt x="1668" y="75823"/>
                </a:lnTo>
                <a:lnTo>
                  <a:pt x="1668" y="76548"/>
                </a:lnTo>
                <a:lnTo>
                  <a:pt x="1668" y="77273"/>
                </a:lnTo>
                <a:lnTo>
                  <a:pt x="1732" y="77998"/>
                </a:lnTo>
                <a:lnTo>
                  <a:pt x="1732" y="78751"/>
                </a:lnTo>
                <a:lnTo>
                  <a:pt x="1732" y="79476"/>
                </a:lnTo>
                <a:lnTo>
                  <a:pt x="1732" y="80201"/>
                </a:lnTo>
                <a:lnTo>
                  <a:pt x="1732" y="80926"/>
                </a:lnTo>
                <a:lnTo>
                  <a:pt x="1796" y="81651"/>
                </a:lnTo>
                <a:lnTo>
                  <a:pt x="1796" y="82405"/>
                </a:lnTo>
                <a:lnTo>
                  <a:pt x="1796" y="83130"/>
                </a:lnTo>
                <a:lnTo>
                  <a:pt x="1796" y="83855"/>
                </a:lnTo>
                <a:lnTo>
                  <a:pt x="1892" y="84580"/>
                </a:lnTo>
                <a:lnTo>
                  <a:pt x="1892" y="85333"/>
                </a:lnTo>
                <a:lnTo>
                  <a:pt x="1892" y="86058"/>
                </a:lnTo>
                <a:lnTo>
                  <a:pt x="1892" y="86841"/>
                </a:lnTo>
                <a:lnTo>
                  <a:pt x="1892" y="87595"/>
                </a:lnTo>
                <a:lnTo>
                  <a:pt x="1956" y="88320"/>
                </a:lnTo>
                <a:lnTo>
                  <a:pt x="1956" y="89045"/>
                </a:lnTo>
                <a:lnTo>
                  <a:pt x="1956" y="89770"/>
                </a:lnTo>
                <a:lnTo>
                  <a:pt x="1956" y="90524"/>
                </a:lnTo>
                <a:lnTo>
                  <a:pt x="2021" y="91249"/>
                </a:lnTo>
                <a:lnTo>
                  <a:pt x="2021" y="91973"/>
                </a:lnTo>
                <a:lnTo>
                  <a:pt x="2021" y="92698"/>
                </a:lnTo>
                <a:lnTo>
                  <a:pt x="2021" y="93423"/>
                </a:lnTo>
                <a:lnTo>
                  <a:pt x="2021" y="94177"/>
                </a:lnTo>
                <a:lnTo>
                  <a:pt x="2117" y="94960"/>
                </a:lnTo>
                <a:lnTo>
                  <a:pt x="2117" y="95685"/>
                </a:lnTo>
                <a:lnTo>
                  <a:pt x="2117" y="96439"/>
                </a:lnTo>
                <a:lnTo>
                  <a:pt x="2117" y="97164"/>
                </a:lnTo>
                <a:lnTo>
                  <a:pt x="2181" y="97888"/>
                </a:lnTo>
                <a:lnTo>
                  <a:pt x="2181" y="98613"/>
                </a:lnTo>
                <a:lnTo>
                  <a:pt x="2181" y="99367"/>
                </a:lnTo>
                <a:lnTo>
                  <a:pt x="2181" y="100092"/>
                </a:lnTo>
                <a:lnTo>
                  <a:pt x="2181" y="100875"/>
                </a:lnTo>
                <a:lnTo>
                  <a:pt x="2245" y="101600"/>
                </a:lnTo>
                <a:lnTo>
                  <a:pt x="2245" y="102354"/>
                </a:lnTo>
                <a:lnTo>
                  <a:pt x="2245" y="103079"/>
                </a:lnTo>
                <a:lnTo>
                  <a:pt x="2245" y="103804"/>
                </a:lnTo>
                <a:lnTo>
                  <a:pt x="2309" y="104528"/>
                </a:lnTo>
                <a:lnTo>
                  <a:pt x="2309" y="105282"/>
                </a:lnTo>
                <a:lnTo>
                  <a:pt x="2309" y="106007"/>
                </a:lnTo>
                <a:lnTo>
                  <a:pt x="2309" y="106790"/>
                </a:lnTo>
                <a:lnTo>
                  <a:pt x="2309" y="107544"/>
                </a:lnTo>
                <a:lnTo>
                  <a:pt x="2406" y="108269"/>
                </a:lnTo>
                <a:lnTo>
                  <a:pt x="2406" y="108994"/>
                </a:lnTo>
                <a:lnTo>
                  <a:pt x="2406" y="109719"/>
                </a:lnTo>
                <a:lnTo>
                  <a:pt x="2406" y="110473"/>
                </a:lnTo>
                <a:lnTo>
                  <a:pt x="2470" y="111255"/>
                </a:lnTo>
                <a:lnTo>
                  <a:pt x="2470" y="111980"/>
                </a:lnTo>
                <a:lnTo>
                  <a:pt x="2470" y="112705"/>
                </a:lnTo>
                <a:lnTo>
                  <a:pt x="2470" y="113459"/>
                </a:lnTo>
                <a:lnTo>
                  <a:pt x="2470" y="114184"/>
                </a:lnTo>
                <a:lnTo>
                  <a:pt x="2534" y="114909"/>
                </a:lnTo>
                <a:lnTo>
                  <a:pt x="2534" y="115634"/>
                </a:lnTo>
                <a:lnTo>
                  <a:pt x="2534" y="116446"/>
                </a:lnTo>
                <a:lnTo>
                  <a:pt x="2534" y="117171"/>
                </a:lnTo>
                <a:lnTo>
                  <a:pt x="2534" y="117895"/>
                </a:lnTo>
                <a:lnTo>
                  <a:pt x="2630" y="118649"/>
                </a:lnTo>
                <a:lnTo>
                  <a:pt x="2630" y="119374"/>
                </a:lnTo>
                <a:lnTo>
                  <a:pt x="2630" y="120099"/>
                </a:lnTo>
                <a:lnTo>
                  <a:pt x="2630" y="120911"/>
                </a:lnTo>
                <a:lnTo>
                  <a:pt x="2694" y="121636"/>
                </a:lnTo>
                <a:lnTo>
                  <a:pt x="2694" y="122361"/>
                </a:lnTo>
                <a:lnTo>
                  <a:pt x="2694" y="123086"/>
                </a:lnTo>
                <a:lnTo>
                  <a:pt x="2694" y="123811"/>
                </a:lnTo>
                <a:lnTo>
                  <a:pt x="2694" y="124564"/>
                </a:lnTo>
                <a:lnTo>
                  <a:pt x="2758" y="125347"/>
                </a:lnTo>
                <a:lnTo>
                  <a:pt x="2758" y="126072"/>
                </a:lnTo>
                <a:lnTo>
                  <a:pt x="2758" y="126826"/>
                </a:lnTo>
                <a:lnTo>
                  <a:pt x="2758" y="127551"/>
                </a:lnTo>
                <a:lnTo>
                  <a:pt x="2823" y="128276"/>
                </a:lnTo>
                <a:lnTo>
                  <a:pt x="2823" y="129088"/>
                </a:lnTo>
                <a:lnTo>
                  <a:pt x="2823" y="129813"/>
                </a:lnTo>
                <a:lnTo>
                  <a:pt x="2823" y="130537"/>
                </a:lnTo>
                <a:lnTo>
                  <a:pt x="2823" y="131262"/>
                </a:lnTo>
                <a:lnTo>
                  <a:pt x="2919" y="132016"/>
                </a:lnTo>
                <a:lnTo>
                  <a:pt x="2919" y="132741"/>
                </a:lnTo>
                <a:lnTo>
                  <a:pt x="2919" y="133524"/>
                </a:lnTo>
                <a:lnTo>
                  <a:pt x="2919" y="134278"/>
                </a:lnTo>
                <a:lnTo>
                  <a:pt x="2983" y="135003"/>
                </a:lnTo>
                <a:lnTo>
                  <a:pt x="2983" y="135728"/>
                </a:lnTo>
                <a:lnTo>
                  <a:pt x="2983" y="136453"/>
                </a:lnTo>
                <a:lnTo>
                  <a:pt x="2983" y="137264"/>
                </a:lnTo>
                <a:lnTo>
                  <a:pt x="2983" y="137989"/>
                </a:lnTo>
                <a:lnTo>
                  <a:pt x="3047" y="138714"/>
                </a:lnTo>
                <a:lnTo>
                  <a:pt x="3047" y="139439"/>
                </a:lnTo>
                <a:lnTo>
                  <a:pt x="3047" y="140193"/>
                </a:lnTo>
                <a:lnTo>
                  <a:pt x="3047" y="140976"/>
                </a:lnTo>
                <a:lnTo>
                  <a:pt x="3111" y="141701"/>
                </a:lnTo>
                <a:lnTo>
                  <a:pt x="3111" y="142455"/>
                </a:lnTo>
                <a:lnTo>
                  <a:pt x="3111" y="143180"/>
                </a:lnTo>
                <a:lnTo>
                  <a:pt x="3111" y="143904"/>
                </a:lnTo>
                <a:lnTo>
                  <a:pt x="3111" y="144716"/>
                </a:lnTo>
                <a:lnTo>
                  <a:pt x="3208" y="14544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975362" y="3437460"/>
            <a:ext cx="3143" cy="146485"/>
          </a:xfrm>
          <a:custGeom>
            <a:avLst/>
            <a:gdLst/>
            <a:ahLst/>
            <a:cxnLst/>
            <a:rect l="l" t="t" r="r" b="b"/>
            <a:pathLst>
              <a:path w="3143" h="146485">
                <a:moveTo>
                  <a:pt x="0" y="0"/>
                </a:moveTo>
                <a:lnTo>
                  <a:pt x="0" y="724"/>
                </a:lnTo>
                <a:lnTo>
                  <a:pt x="0" y="1449"/>
                </a:lnTo>
                <a:lnTo>
                  <a:pt x="0" y="2174"/>
                </a:lnTo>
                <a:lnTo>
                  <a:pt x="64" y="2986"/>
                </a:lnTo>
                <a:lnTo>
                  <a:pt x="64" y="3711"/>
                </a:lnTo>
                <a:lnTo>
                  <a:pt x="64" y="4436"/>
                </a:lnTo>
                <a:lnTo>
                  <a:pt x="64" y="5190"/>
                </a:lnTo>
                <a:lnTo>
                  <a:pt x="64" y="5915"/>
                </a:lnTo>
                <a:lnTo>
                  <a:pt x="128" y="6697"/>
                </a:lnTo>
                <a:lnTo>
                  <a:pt x="128" y="7451"/>
                </a:lnTo>
                <a:lnTo>
                  <a:pt x="128" y="8176"/>
                </a:lnTo>
                <a:lnTo>
                  <a:pt x="128" y="8901"/>
                </a:lnTo>
                <a:lnTo>
                  <a:pt x="128" y="9626"/>
                </a:lnTo>
                <a:lnTo>
                  <a:pt x="224" y="10438"/>
                </a:lnTo>
                <a:lnTo>
                  <a:pt x="224" y="11163"/>
                </a:lnTo>
                <a:lnTo>
                  <a:pt x="224" y="11888"/>
                </a:lnTo>
                <a:lnTo>
                  <a:pt x="224" y="12642"/>
                </a:lnTo>
                <a:lnTo>
                  <a:pt x="288" y="13366"/>
                </a:lnTo>
                <a:lnTo>
                  <a:pt x="288" y="14149"/>
                </a:lnTo>
                <a:lnTo>
                  <a:pt x="288" y="14903"/>
                </a:lnTo>
                <a:lnTo>
                  <a:pt x="288" y="15628"/>
                </a:lnTo>
                <a:lnTo>
                  <a:pt x="288" y="16353"/>
                </a:lnTo>
                <a:lnTo>
                  <a:pt x="352" y="17078"/>
                </a:lnTo>
                <a:lnTo>
                  <a:pt x="352" y="17890"/>
                </a:lnTo>
                <a:lnTo>
                  <a:pt x="352" y="18615"/>
                </a:lnTo>
                <a:lnTo>
                  <a:pt x="352" y="19340"/>
                </a:lnTo>
                <a:lnTo>
                  <a:pt x="417" y="20064"/>
                </a:lnTo>
                <a:lnTo>
                  <a:pt x="417" y="20818"/>
                </a:lnTo>
                <a:lnTo>
                  <a:pt x="417" y="21601"/>
                </a:lnTo>
                <a:lnTo>
                  <a:pt x="417" y="22326"/>
                </a:lnTo>
                <a:lnTo>
                  <a:pt x="417" y="23080"/>
                </a:lnTo>
                <a:lnTo>
                  <a:pt x="513" y="23805"/>
                </a:lnTo>
                <a:lnTo>
                  <a:pt x="513" y="24530"/>
                </a:lnTo>
                <a:lnTo>
                  <a:pt x="513" y="25342"/>
                </a:lnTo>
                <a:lnTo>
                  <a:pt x="513" y="26067"/>
                </a:lnTo>
                <a:lnTo>
                  <a:pt x="577" y="26791"/>
                </a:lnTo>
                <a:lnTo>
                  <a:pt x="577" y="27516"/>
                </a:lnTo>
                <a:lnTo>
                  <a:pt x="577" y="28241"/>
                </a:lnTo>
                <a:lnTo>
                  <a:pt x="577" y="29053"/>
                </a:lnTo>
                <a:lnTo>
                  <a:pt x="577" y="29778"/>
                </a:lnTo>
                <a:lnTo>
                  <a:pt x="641" y="30503"/>
                </a:lnTo>
                <a:lnTo>
                  <a:pt x="641" y="31257"/>
                </a:lnTo>
                <a:lnTo>
                  <a:pt x="641" y="31982"/>
                </a:lnTo>
                <a:lnTo>
                  <a:pt x="641" y="32764"/>
                </a:lnTo>
                <a:lnTo>
                  <a:pt x="705" y="33518"/>
                </a:lnTo>
                <a:lnTo>
                  <a:pt x="705" y="34243"/>
                </a:lnTo>
                <a:lnTo>
                  <a:pt x="705" y="34968"/>
                </a:lnTo>
                <a:lnTo>
                  <a:pt x="705" y="35693"/>
                </a:lnTo>
                <a:lnTo>
                  <a:pt x="705" y="36505"/>
                </a:lnTo>
                <a:lnTo>
                  <a:pt x="802" y="37230"/>
                </a:lnTo>
                <a:lnTo>
                  <a:pt x="802" y="37955"/>
                </a:lnTo>
                <a:lnTo>
                  <a:pt x="802" y="38622"/>
                </a:lnTo>
                <a:lnTo>
                  <a:pt x="802" y="39346"/>
                </a:lnTo>
                <a:lnTo>
                  <a:pt x="866" y="40100"/>
                </a:lnTo>
                <a:lnTo>
                  <a:pt x="866" y="40883"/>
                </a:lnTo>
                <a:lnTo>
                  <a:pt x="866" y="41608"/>
                </a:lnTo>
                <a:lnTo>
                  <a:pt x="866" y="42362"/>
                </a:lnTo>
                <a:lnTo>
                  <a:pt x="866" y="43087"/>
                </a:lnTo>
                <a:lnTo>
                  <a:pt x="930" y="43812"/>
                </a:lnTo>
                <a:lnTo>
                  <a:pt x="930" y="44624"/>
                </a:lnTo>
                <a:lnTo>
                  <a:pt x="930" y="45349"/>
                </a:lnTo>
                <a:lnTo>
                  <a:pt x="930" y="46073"/>
                </a:lnTo>
                <a:lnTo>
                  <a:pt x="930" y="46798"/>
                </a:lnTo>
                <a:lnTo>
                  <a:pt x="1026" y="47552"/>
                </a:lnTo>
                <a:lnTo>
                  <a:pt x="1026" y="48277"/>
                </a:lnTo>
                <a:lnTo>
                  <a:pt x="1026" y="49060"/>
                </a:lnTo>
                <a:lnTo>
                  <a:pt x="1026" y="49814"/>
                </a:lnTo>
                <a:lnTo>
                  <a:pt x="1090" y="50539"/>
                </a:lnTo>
                <a:lnTo>
                  <a:pt x="1090" y="51264"/>
                </a:lnTo>
                <a:lnTo>
                  <a:pt x="1090" y="51989"/>
                </a:lnTo>
                <a:lnTo>
                  <a:pt x="1090" y="52713"/>
                </a:lnTo>
                <a:lnTo>
                  <a:pt x="1090" y="53525"/>
                </a:lnTo>
                <a:lnTo>
                  <a:pt x="1154" y="54250"/>
                </a:lnTo>
                <a:lnTo>
                  <a:pt x="1154" y="54975"/>
                </a:lnTo>
                <a:lnTo>
                  <a:pt x="1154" y="55729"/>
                </a:lnTo>
                <a:lnTo>
                  <a:pt x="1154" y="56454"/>
                </a:lnTo>
                <a:lnTo>
                  <a:pt x="1219" y="57179"/>
                </a:lnTo>
                <a:lnTo>
                  <a:pt x="1219" y="57991"/>
                </a:lnTo>
                <a:lnTo>
                  <a:pt x="1219" y="58715"/>
                </a:lnTo>
                <a:lnTo>
                  <a:pt x="1219" y="59440"/>
                </a:lnTo>
                <a:lnTo>
                  <a:pt x="1219" y="60165"/>
                </a:lnTo>
                <a:lnTo>
                  <a:pt x="1315" y="60890"/>
                </a:lnTo>
                <a:lnTo>
                  <a:pt x="1315" y="61644"/>
                </a:lnTo>
                <a:lnTo>
                  <a:pt x="1315" y="62427"/>
                </a:lnTo>
                <a:lnTo>
                  <a:pt x="1315" y="63152"/>
                </a:lnTo>
                <a:lnTo>
                  <a:pt x="1379" y="63906"/>
                </a:lnTo>
                <a:lnTo>
                  <a:pt x="1379" y="64631"/>
                </a:lnTo>
                <a:lnTo>
                  <a:pt x="1379" y="65355"/>
                </a:lnTo>
                <a:lnTo>
                  <a:pt x="1379" y="66080"/>
                </a:lnTo>
                <a:lnTo>
                  <a:pt x="1379" y="66834"/>
                </a:lnTo>
                <a:lnTo>
                  <a:pt x="1443" y="67559"/>
                </a:lnTo>
                <a:lnTo>
                  <a:pt x="1443" y="68342"/>
                </a:lnTo>
                <a:lnTo>
                  <a:pt x="1443" y="69096"/>
                </a:lnTo>
                <a:lnTo>
                  <a:pt x="1443" y="69821"/>
                </a:lnTo>
                <a:lnTo>
                  <a:pt x="1539" y="70546"/>
                </a:lnTo>
                <a:lnTo>
                  <a:pt x="1539" y="71271"/>
                </a:lnTo>
                <a:lnTo>
                  <a:pt x="1539" y="71995"/>
                </a:lnTo>
                <a:lnTo>
                  <a:pt x="1539" y="72749"/>
                </a:lnTo>
                <a:lnTo>
                  <a:pt x="1539" y="73474"/>
                </a:lnTo>
                <a:lnTo>
                  <a:pt x="1604" y="74257"/>
                </a:lnTo>
                <a:lnTo>
                  <a:pt x="1604" y="75011"/>
                </a:lnTo>
                <a:lnTo>
                  <a:pt x="1604" y="75736"/>
                </a:lnTo>
                <a:lnTo>
                  <a:pt x="1604" y="76461"/>
                </a:lnTo>
                <a:lnTo>
                  <a:pt x="1668" y="77186"/>
                </a:lnTo>
                <a:lnTo>
                  <a:pt x="1668" y="77940"/>
                </a:lnTo>
                <a:lnTo>
                  <a:pt x="1668" y="78664"/>
                </a:lnTo>
                <a:lnTo>
                  <a:pt x="1668" y="79389"/>
                </a:lnTo>
                <a:lnTo>
                  <a:pt x="1668" y="80114"/>
                </a:lnTo>
                <a:lnTo>
                  <a:pt x="1732" y="80926"/>
                </a:lnTo>
                <a:lnTo>
                  <a:pt x="1732" y="81651"/>
                </a:lnTo>
                <a:lnTo>
                  <a:pt x="1732" y="82376"/>
                </a:lnTo>
                <a:lnTo>
                  <a:pt x="1732" y="83101"/>
                </a:lnTo>
                <a:lnTo>
                  <a:pt x="1732" y="83855"/>
                </a:lnTo>
                <a:lnTo>
                  <a:pt x="1828" y="84580"/>
                </a:lnTo>
                <a:lnTo>
                  <a:pt x="1828" y="85304"/>
                </a:lnTo>
                <a:lnTo>
                  <a:pt x="1828" y="86029"/>
                </a:lnTo>
                <a:lnTo>
                  <a:pt x="1828" y="86783"/>
                </a:lnTo>
                <a:lnTo>
                  <a:pt x="1892" y="87508"/>
                </a:lnTo>
                <a:lnTo>
                  <a:pt x="1892" y="88233"/>
                </a:lnTo>
                <a:lnTo>
                  <a:pt x="1892" y="88958"/>
                </a:lnTo>
                <a:lnTo>
                  <a:pt x="1892" y="89712"/>
                </a:lnTo>
                <a:lnTo>
                  <a:pt x="1892" y="90495"/>
                </a:lnTo>
                <a:lnTo>
                  <a:pt x="1956" y="91220"/>
                </a:lnTo>
                <a:lnTo>
                  <a:pt x="1956" y="91944"/>
                </a:lnTo>
                <a:lnTo>
                  <a:pt x="1956" y="92698"/>
                </a:lnTo>
                <a:lnTo>
                  <a:pt x="1956" y="93423"/>
                </a:lnTo>
                <a:lnTo>
                  <a:pt x="2021" y="94148"/>
                </a:lnTo>
                <a:lnTo>
                  <a:pt x="2021" y="94873"/>
                </a:lnTo>
                <a:lnTo>
                  <a:pt x="2021" y="95627"/>
                </a:lnTo>
                <a:lnTo>
                  <a:pt x="2021" y="96352"/>
                </a:lnTo>
                <a:lnTo>
                  <a:pt x="2021" y="97077"/>
                </a:lnTo>
                <a:lnTo>
                  <a:pt x="2117" y="97801"/>
                </a:lnTo>
                <a:lnTo>
                  <a:pt x="2117" y="98555"/>
                </a:lnTo>
                <a:lnTo>
                  <a:pt x="2117" y="99280"/>
                </a:lnTo>
                <a:lnTo>
                  <a:pt x="2117" y="100005"/>
                </a:lnTo>
                <a:lnTo>
                  <a:pt x="2181" y="100730"/>
                </a:lnTo>
                <a:lnTo>
                  <a:pt x="2181" y="101455"/>
                </a:lnTo>
                <a:lnTo>
                  <a:pt x="2181" y="102209"/>
                </a:lnTo>
                <a:lnTo>
                  <a:pt x="2181" y="102934"/>
                </a:lnTo>
                <a:lnTo>
                  <a:pt x="2181" y="103659"/>
                </a:lnTo>
                <a:lnTo>
                  <a:pt x="2245" y="104383"/>
                </a:lnTo>
                <a:lnTo>
                  <a:pt x="2245" y="105137"/>
                </a:lnTo>
                <a:lnTo>
                  <a:pt x="2245" y="105862"/>
                </a:lnTo>
                <a:lnTo>
                  <a:pt x="2245" y="106587"/>
                </a:lnTo>
                <a:lnTo>
                  <a:pt x="2341" y="107312"/>
                </a:lnTo>
                <a:lnTo>
                  <a:pt x="2341" y="108037"/>
                </a:lnTo>
                <a:lnTo>
                  <a:pt x="2341" y="108791"/>
                </a:lnTo>
                <a:lnTo>
                  <a:pt x="2341" y="109516"/>
                </a:lnTo>
                <a:lnTo>
                  <a:pt x="2341" y="110241"/>
                </a:lnTo>
                <a:lnTo>
                  <a:pt x="2406" y="110965"/>
                </a:lnTo>
                <a:lnTo>
                  <a:pt x="2406" y="111719"/>
                </a:lnTo>
                <a:lnTo>
                  <a:pt x="2406" y="112444"/>
                </a:lnTo>
                <a:lnTo>
                  <a:pt x="2406" y="113169"/>
                </a:lnTo>
                <a:lnTo>
                  <a:pt x="2470" y="113894"/>
                </a:lnTo>
                <a:lnTo>
                  <a:pt x="2470" y="114648"/>
                </a:lnTo>
                <a:lnTo>
                  <a:pt x="2470" y="115373"/>
                </a:lnTo>
                <a:lnTo>
                  <a:pt x="2470" y="116098"/>
                </a:lnTo>
                <a:lnTo>
                  <a:pt x="2470" y="116823"/>
                </a:lnTo>
                <a:lnTo>
                  <a:pt x="2534" y="117547"/>
                </a:lnTo>
                <a:lnTo>
                  <a:pt x="2534" y="118301"/>
                </a:lnTo>
                <a:lnTo>
                  <a:pt x="2534" y="119026"/>
                </a:lnTo>
                <a:lnTo>
                  <a:pt x="2534" y="119751"/>
                </a:lnTo>
                <a:lnTo>
                  <a:pt x="2534" y="120476"/>
                </a:lnTo>
                <a:lnTo>
                  <a:pt x="2630" y="121143"/>
                </a:lnTo>
                <a:lnTo>
                  <a:pt x="2630" y="121868"/>
                </a:lnTo>
                <a:lnTo>
                  <a:pt x="2630" y="122622"/>
                </a:lnTo>
                <a:lnTo>
                  <a:pt x="2630" y="123347"/>
                </a:lnTo>
                <a:lnTo>
                  <a:pt x="2694" y="124071"/>
                </a:lnTo>
                <a:lnTo>
                  <a:pt x="2694" y="124796"/>
                </a:lnTo>
                <a:lnTo>
                  <a:pt x="2694" y="125550"/>
                </a:lnTo>
                <a:lnTo>
                  <a:pt x="2694" y="126275"/>
                </a:lnTo>
                <a:lnTo>
                  <a:pt x="2694" y="127000"/>
                </a:lnTo>
                <a:lnTo>
                  <a:pt x="2758" y="127725"/>
                </a:lnTo>
                <a:lnTo>
                  <a:pt x="2758" y="128479"/>
                </a:lnTo>
                <a:lnTo>
                  <a:pt x="2758" y="129117"/>
                </a:lnTo>
                <a:lnTo>
                  <a:pt x="2758" y="129871"/>
                </a:lnTo>
                <a:lnTo>
                  <a:pt x="2855" y="130595"/>
                </a:lnTo>
                <a:lnTo>
                  <a:pt x="2855" y="131320"/>
                </a:lnTo>
                <a:lnTo>
                  <a:pt x="2855" y="132045"/>
                </a:lnTo>
                <a:lnTo>
                  <a:pt x="2855" y="132799"/>
                </a:lnTo>
                <a:lnTo>
                  <a:pt x="2855" y="133524"/>
                </a:lnTo>
                <a:lnTo>
                  <a:pt x="2919" y="134249"/>
                </a:lnTo>
                <a:lnTo>
                  <a:pt x="2919" y="134916"/>
                </a:lnTo>
                <a:lnTo>
                  <a:pt x="2919" y="135641"/>
                </a:lnTo>
                <a:lnTo>
                  <a:pt x="2919" y="136366"/>
                </a:lnTo>
                <a:lnTo>
                  <a:pt x="2983" y="137119"/>
                </a:lnTo>
                <a:lnTo>
                  <a:pt x="2983" y="137844"/>
                </a:lnTo>
                <a:lnTo>
                  <a:pt x="2983" y="138569"/>
                </a:lnTo>
                <a:lnTo>
                  <a:pt x="2983" y="139236"/>
                </a:lnTo>
                <a:lnTo>
                  <a:pt x="2983" y="139961"/>
                </a:lnTo>
                <a:lnTo>
                  <a:pt x="3047" y="140686"/>
                </a:lnTo>
                <a:lnTo>
                  <a:pt x="3047" y="141440"/>
                </a:lnTo>
                <a:lnTo>
                  <a:pt x="3047" y="142165"/>
                </a:lnTo>
                <a:lnTo>
                  <a:pt x="3047" y="142890"/>
                </a:lnTo>
                <a:lnTo>
                  <a:pt x="3143" y="143556"/>
                </a:lnTo>
                <a:lnTo>
                  <a:pt x="3143" y="144281"/>
                </a:lnTo>
                <a:lnTo>
                  <a:pt x="3143" y="145035"/>
                </a:lnTo>
                <a:lnTo>
                  <a:pt x="3143" y="145760"/>
                </a:lnTo>
                <a:lnTo>
                  <a:pt x="3143" y="14648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978506" y="3583946"/>
            <a:ext cx="3208" cy="134597"/>
          </a:xfrm>
          <a:custGeom>
            <a:avLst/>
            <a:gdLst/>
            <a:ahLst/>
            <a:cxnLst/>
            <a:rect l="l" t="t" r="r" b="b"/>
            <a:pathLst>
              <a:path w="3208" h="134597">
                <a:moveTo>
                  <a:pt x="0" y="0"/>
                </a:moveTo>
                <a:lnTo>
                  <a:pt x="64" y="666"/>
                </a:lnTo>
                <a:lnTo>
                  <a:pt x="64" y="1391"/>
                </a:lnTo>
                <a:lnTo>
                  <a:pt x="64" y="2116"/>
                </a:lnTo>
                <a:lnTo>
                  <a:pt x="64" y="2870"/>
                </a:lnTo>
                <a:lnTo>
                  <a:pt x="128" y="3537"/>
                </a:lnTo>
                <a:lnTo>
                  <a:pt x="128" y="4262"/>
                </a:lnTo>
                <a:lnTo>
                  <a:pt x="128" y="4987"/>
                </a:lnTo>
                <a:lnTo>
                  <a:pt x="128" y="5712"/>
                </a:lnTo>
                <a:lnTo>
                  <a:pt x="128" y="6379"/>
                </a:lnTo>
                <a:lnTo>
                  <a:pt x="192" y="7103"/>
                </a:lnTo>
                <a:lnTo>
                  <a:pt x="192" y="7857"/>
                </a:lnTo>
                <a:lnTo>
                  <a:pt x="192" y="8582"/>
                </a:lnTo>
                <a:lnTo>
                  <a:pt x="192" y="9249"/>
                </a:lnTo>
                <a:lnTo>
                  <a:pt x="192" y="9974"/>
                </a:lnTo>
                <a:lnTo>
                  <a:pt x="288" y="10699"/>
                </a:lnTo>
                <a:lnTo>
                  <a:pt x="288" y="11366"/>
                </a:lnTo>
                <a:lnTo>
                  <a:pt x="288" y="12091"/>
                </a:lnTo>
                <a:lnTo>
                  <a:pt x="288" y="12845"/>
                </a:lnTo>
                <a:lnTo>
                  <a:pt x="352" y="13569"/>
                </a:lnTo>
                <a:lnTo>
                  <a:pt x="352" y="14236"/>
                </a:lnTo>
                <a:lnTo>
                  <a:pt x="352" y="14961"/>
                </a:lnTo>
                <a:lnTo>
                  <a:pt x="352" y="15686"/>
                </a:lnTo>
                <a:lnTo>
                  <a:pt x="352" y="16353"/>
                </a:lnTo>
                <a:lnTo>
                  <a:pt x="417" y="17078"/>
                </a:lnTo>
                <a:lnTo>
                  <a:pt x="417" y="17832"/>
                </a:lnTo>
                <a:lnTo>
                  <a:pt x="417" y="18499"/>
                </a:lnTo>
                <a:lnTo>
                  <a:pt x="417" y="19224"/>
                </a:lnTo>
                <a:lnTo>
                  <a:pt x="513" y="19948"/>
                </a:lnTo>
                <a:lnTo>
                  <a:pt x="513" y="20615"/>
                </a:lnTo>
                <a:lnTo>
                  <a:pt x="513" y="21340"/>
                </a:lnTo>
                <a:lnTo>
                  <a:pt x="513" y="22007"/>
                </a:lnTo>
                <a:lnTo>
                  <a:pt x="513" y="22732"/>
                </a:lnTo>
                <a:lnTo>
                  <a:pt x="577" y="23486"/>
                </a:lnTo>
                <a:lnTo>
                  <a:pt x="577" y="24124"/>
                </a:lnTo>
                <a:lnTo>
                  <a:pt x="577" y="24878"/>
                </a:lnTo>
                <a:lnTo>
                  <a:pt x="577" y="25603"/>
                </a:lnTo>
                <a:lnTo>
                  <a:pt x="641" y="26269"/>
                </a:lnTo>
                <a:lnTo>
                  <a:pt x="641" y="26994"/>
                </a:lnTo>
                <a:lnTo>
                  <a:pt x="641" y="27661"/>
                </a:lnTo>
                <a:lnTo>
                  <a:pt x="641" y="28386"/>
                </a:lnTo>
                <a:lnTo>
                  <a:pt x="641" y="29111"/>
                </a:lnTo>
                <a:lnTo>
                  <a:pt x="705" y="29778"/>
                </a:lnTo>
                <a:lnTo>
                  <a:pt x="705" y="30532"/>
                </a:lnTo>
                <a:lnTo>
                  <a:pt x="705" y="31199"/>
                </a:lnTo>
                <a:lnTo>
                  <a:pt x="705" y="31924"/>
                </a:lnTo>
                <a:lnTo>
                  <a:pt x="802" y="32591"/>
                </a:lnTo>
                <a:lnTo>
                  <a:pt x="802" y="33315"/>
                </a:lnTo>
                <a:lnTo>
                  <a:pt x="802" y="33982"/>
                </a:lnTo>
                <a:lnTo>
                  <a:pt x="802" y="34707"/>
                </a:lnTo>
                <a:lnTo>
                  <a:pt x="802" y="35374"/>
                </a:lnTo>
                <a:lnTo>
                  <a:pt x="866" y="36099"/>
                </a:lnTo>
                <a:lnTo>
                  <a:pt x="866" y="36853"/>
                </a:lnTo>
                <a:lnTo>
                  <a:pt x="866" y="37491"/>
                </a:lnTo>
                <a:lnTo>
                  <a:pt x="866" y="38245"/>
                </a:lnTo>
                <a:lnTo>
                  <a:pt x="930" y="38912"/>
                </a:lnTo>
                <a:lnTo>
                  <a:pt x="930" y="39636"/>
                </a:lnTo>
                <a:lnTo>
                  <a:pt x="930" y="40303"/>
                </a:lnTo>
                <a:lnTo>
                  <a:pt x="930" y="41028"/>
                </a:lnTo>
                <a:lnTo>
                  <a:pt x="930" y="41695"/>
                </a:lnTo>
                <a:lnTo>
                  <a:pt x="994" y="42362"/>
                </a:lnTo>
                <a:lnTo>
                  <a:pt x="994" y="43087"/>
                </a:lnTo>
                <a:lnTo>
                  <a:pt x="994" y="43754"/>
                </a:lnTo>
                <a:lnTo>
                  <a:pt x="994" y="44479"/>
                </a:lnTo>
                <a:lnTo>
                  <a:pt x="994" y="45146"/>
                </a:lnTo>
                <a:lnTo>
                  <a:pt x="1090" y="45870"/>
                </a:lnTo>
                <a:lnTo>
                  <a:pt x="1090" y="46537"/>
                </a:lnTo>
                <a:lnTo>
                  <a:pt x="1090" y="47291"/>
                </a:lnTo>
                <a:lnTo>
                  <a:pt x="1090" y="47958"/>
                </a:lnTo>
                <a:lnTo>
                  <a:pt x="1154" y="48596"/>
                </a:lnTo>
                <a:lnTo>
                  <a:pt x="1154" y="49350"/>
                </a:lnTo>
                <a:lnTo>
                  <a:pt x="1154" y="50017"/>
                </a:lnTo>
                <a:lnTo>
                  <a:pt x="1154" y="50742"/>
                </a:lnTo>
                <a:lnTo>
                  <a:pt x="1154" y="51409"/>
                </a:lnTo>
                <a:lnTo>
                  <a:pt x="1219" y="52076"/>
                </a:lnTo>
                <a:lnTo>
                  <a:pt x="1219" y="52800"/>
                </a:lnTo>
                <a:lnTo>
                  <a:pt x="1219" y="53467"/>
                </a:lnTo>
                <a:lnTo>
                  <a:pt x="1219" y="54192"/>
                </a:lnTo>
                <a:lnTo>
                  <a:pt x="1315" y="54859"/>
                </a:lnTo>
                <a:lnTo>
                  <a:pt x="1315" y="55526"/>
                </a:lnTo>
                <a:lnTo>
                  <a:pt x="1315" y="56251"/>
                </a:lnTo>
                <a:lnTo>
                  <a:pt x="1315" y="56918"/>
                </a:lnTo>
                <a:lnTo>
                  <a:pt x="1315" y="57585"/>
                </a:lnTo>
                <a:lnTo>
                  <a:pt x="1379" y="58310"/>
                </a:lnTo>
                <a:lnTo>
                  <a:pt x="1379" y="58976"/>
                </a:lnTo>
                <a:lnTo>
                  <a:pt x="1379" y="59643"/>
                </a:lnTo>
                <a:lnTo>
                  <a:pt x="1379" y="60368"/>
                </a:lnTo>
                <a:lnTo>
                  <a:pt x="1443" y="61035"/>
                </a:lnTo>
                <a:lnTo>
                  <a:pt x="1443" y="61702"/>
                </a:lnTo>
                <a:lnTo>
                  <a:pt x="1443" y="62369"/>
                </a:lnTo>
                <a:lnTo>
                  <a:pt x="1443" y="63094"/>
                </a:lnTo>
                <a:lnTo>
                  <a:pt x="1443" y="63761"/>
                </a:lnTo>
                <a:lnTo>
                  <a:pt x="1507" y="64428"/>
                </a:lnTo>
                <a:lnTo>
                  <a:pt x="1507" y="65095"/>
                </a:lnTo>
                <a:lnTo>
                  <a:pt x="1507" y="65819"/>
                </a:lnTo>
                <a:lnTo>
                  <a:pt x="1507" y="66486"/>
                </a:lnTo>
                <a:lnTo>
                  <a:pt x="1604" y="67153"/>
                </a:lnTo>
                <a:lnTo>
                  <a:pt x="1604" y="67820"/>
                </a:lnTo>
                <a:lnTo>
                  <a:pt x="1604" y="68545"/>
                </a:lnTo>
                <a:lnTo>
                  <a:pt x="1604" y="69212"/>
                </a:lnTo>
                <a:lnTo>
                  <a:pt x="1604" y="69879"/>
                </a:lnTo>
                <a:lnTo>
                  <a:pt x="1668" y="70546"/>
                </a:lnTo>
                <a:lnTo>
                  <a:pt x="1668" y="71271"/>
                </a:lnTo>
                <a:lnTo>
                  <a:pt x="1668" y="71937"/>
                </a:lnTo>
                <a:lnTo>
                  <a:pt x="1668" y="72604"/>
                </a:lnTo>
                <a:lnTo>
                  <a:pt x="1732" y="73271"/>
                </a:lnTo>
                <a:lnTo>
                  <a:pt x="1732" y="73938"/>
                </a:lnTo>
                <a:lnTo>
                  <a:pt x="1732" y="74605"/>
                </a:lnTo>
                <a:lnTo>
                  <a:pt x="1732" y="75330"/>
                </a:lnTo>
                <a:lnTo>
                  <a:pt x="1732" y="75997"/>
                </a:lnTo>
                <a:lnTo>
                  <a:pt x="1828" y="76664"/>
                </a:lnTo>
                <a:lnTo>
                  <a:pt x="1828" y="77331"/>
                </a:lnTo>
                <a:lnTo>
                  <a:pt x="1828" y="77998"/>
                </a:lnTo>
                <a:lnTo>
                  <a:pt x="1828" y="78664"/>
                </a:lnTo>
                <a:lnTo>
                  <a:pt x="1828" y="79331"/>
                </a:lnTo>
                <a:lnTo>
                  <a:pt x="1892" y="79998"/>
                </a:lnTo>
                <a:lnTo>
                  <a:pt x="1892" y="80723"/>
                </a:lnTo>
                <a:lnTo>
                  <a:pt x="1892" y="81390"/>
                </a:lnTo>
                <a:lnTo>
                  <a:pt x="1892" y="82057"/>
                </a:lnTo>
                <a:lnTo>
                  <a:pt x="1956" y="82724"/>
                </a:lnTo>
                <a:lnTo>
                  <a:pt x="1956" y="83391"/>
                </a:lnTo>
                <a:lnTo>
                  <a:pt x="1956" y="84058"/>
                </a:lnTo>
                <a:lnTo>
                  <a:pt x="1956" y="84725"/>
                </a:lnTo>
                <a:lnTo>
                  <a:pt x="1956" y="85391"/>
                </a:lnTo>
                <a:lnTo>
                  <a:pt x="2021" y="86058"/>
                </a:lnTo>
                <a:lnTo>
                  <a:pt x="2021" y="86725"/>
                </a:lnTo>
                <a:lnTo>
                  <a:pt x="2021" y="87363"/>
                </a:lnTo>
                <a:lnTo>
                  <a:pt x="2021" y="88030"/>
                </a:lnTo>
                <a:lnTo>
                  <a:pt x="2117" y="88697"/>
                </a:lnTo>
                <a:lnTo>
                  <a:pt x="2117" y="89364"/>
                </a:lnTo>
                <a:lnTo>
                  <a:pt x="2117" y="90031"/>
                </a:lnTo>
                <a:lnTo>
                  <a:pt x="2117" y="90698"/>
                </a:lnTo>
                <a:lnTo>
                  <a:pt x="2117" y="91364"/>
                </a:lnTo>
                <a:lnTo>
                  <a:pt x="2181" y="92031"/>
                </a:lnTo>
                <a:lnTo>
                  <a:pt x="2181" y="92698"/>
                </a:lnTo>
                <a:lnTo>
                  <a:pt x="2181" y="93365"/>
                </a:lnTo>
                <a:lnTo>
                  <a:pt x="2181" y="94032"/>
                </a:lnTo>
                <a:lnTo>
                  <a:pt x="2245" y="94699"/>
                </a:lnTo>
                <a:lnTo>
                  <a:pt x="2245" y="95366"/>
                </a:lnTo>
                <a:lnTo>
                  <a:pt x="2245" y="96033"/>
                </a:lnTo>
                <a:lnTo>
                  <a:pt x="2245" y="96700"/>
                </a:lnTo>
                <a:lnTo>
                  <a:pt x="2245" y="97338"/>
                </a:lnTo>
                <a:lnTo>
                  <a:pt x="2309" y="98004"/>
                </a:lnTo>
                <a:lnTo>
                  <a:pt x="2309" y="98613"/>
                </a:lnTo>
                <a:lnTo>
                  <a:pt x="2309" y="99280"/>
                </a:lnTo>
                <a:lnTo>
                  <a:pt x="2309" y="99947"/>
                </a:lnTo>
                <a:lnTo>
                  <a:pt x="2406" y="100614"/>
                </a:lnTo>
                <a:lnTo>
                  <a:pt x="2406" y="101281"/>
                </a:lnTo>
                <a:lnTo>
                  <a:pt x="2406" y="101948"/>
                </a:lnTo>
                <a:lnTo>
                  <a:pt x="2406" y="102615"/>
                </a:lnTo>
                <a:lnTo>
                  <a:pt x="2406" y="103195"/>
                </a:lnTo>
                <a:lnTo>
                  <a:pt x="2470" y="103862"/>
                </a:lnTo>
                <a:lnTo>
                  <a:pt x="2470" y="104528"/>
                </a:lnTo>
                <a:lnTo>
                  <a:pt x="2470" y="105195"/>
                </a:lnTo>
                <a:lnTo>
                  <a:pt x="2470" y="105862"/>
                </a:lnTo>
                <a:lnTo>
                  <a:pt x="2534" y="106529"/>
                </a:lnTo>
                <a:lnTo>
                  <a:pt x="2534" y="107138"/>
                </a:lnTo>
                <a:lnTo>
                  <a:pt x="2534" y="107805"/>
                </a:lnTo>
                <a:lnTo>
                  <a:pt x="2534" y="108443"/>
                </a:lnTo>
                <a:lnTo>
                  <a:pt x="2534" y="109110"/>
                </a:lnTo>
                <a:lnTo>
                  <a:pt x="2630" y="109719"/>
                </a:lnTo>
                <a:lnTo>
                  <a:pt x="2630" y="110386"/>
                </a:lnTo>
                <a:lnTo>
                  <a:pt x="2630" y="111052"/>
                </a:lnTo>
                <a:lnTo>
                  <a:pt x="2630" y="111719"/>
                </a:lnTo>
                <a:lnTo>
                  <a:pt x="2630" y="112299"/>
                </a:lnTo>
                <a:lnTo>
                  <a:pt x="2694" y="112966"/>
                </a:lnTo>
                <a:lnTo>
                  <a:pt x="2694" y="113633"/>
                </a:lnTo>
                <a:lnTo>
                  <a:pt x="2694" y="114300"/>
                </a:lnTo>
                <a:lnTo>
                  <a:pt x="2694" y="114909"/>
                </a:lnTo>
                <a:lnTo>
                  <a:pt x="2758" y="115576"/>
                </a:lnTo>
                <a:lnTo>
                  <a:pt x="2758" y="116243"/>
                </a:lnTo>
                <a:lnTo>
                  <a:pt x="2758" y="116823"/>
                </a:lnTo>
                <a:lnTo>
                  <a:pt x="2758" y="117489"/>
                </a:lnTo>
                <a:lnTo>
                  <a:pt x="2758" y="118156"/>
                </a:lnTo>
                <a:lnTo>
                  <a:pt x="2823" y="118765"/>
                </a:lnTo>
                <a:lnTo>
                  <a:pt x="2823" y="119432"/>
                </a:lnTo>
                <a:lnTo>
                  <a:pt x="2823" y="120012"/>
                </a:lnTo>
                <a:lnTo>
                  <a:pt x="2823" y="120679"/>
                </a:lnTo>
                <a:lnTo>
                  <a:pt x="2919" y="121346"/>
                </a:lnTo>
                <a:lnTo>
                  <a:pt x="2919" y="121955"/>
                </a:lnTo>
                <a:lnTo>
                  <a:pt x="2919" y="122622"/>
                </a:lnTo>
                <a:lnTo>
                  <a:pt x="2919" y="123231"/>
                </a:lnTo>
                <a:lnTo>
                  <a:pt x="2919" y="123868"/>
                </a:lnTo>
                <a:lnTo>
                  <a:pt x="2983" y="124535"/>
                </a:lnTo>
                <a:lnTo>
                  <a:pt x="2983" y="125144"/>
                </a:lnTo>
                <a:lnTo>
                  <a:pt x="2983" y="125811"/>
                </a:lnTo>
                <a:lnTo>
                  <a:pt x="2983" y="126420"/>
                </a:lnTo>
                <a:lnTo>
                  <a:pt x="3047" y="127087"/>
                </a:lnTo>
                <a:lnTo>
                  <a:pt x="3047" y="127667"/>
                </a:lnTo>
                <a:lnTo>
                  <a:pt x="3047" y="128334"/>
                </a:lnTo>
                <a:lnTo>
                  <a:pt x="3047" y="128943"/>
                </a:lnTo>
                <a:lnTo>
                  <a:pt x="3047" y="129610"/>
                </a:lnTo>
                <a:lnTo>
                  <a:pt x="3111" y="130190"/>
                </a:lnTo>
                <a:lnTo>
                  <a:pt x="3111" y="130856"/>
                </a:lnTo>
                <a:lnTo>
                  <a:pt x="3111" y="131465"/>
                </a:lnTo>
                <a:lnTo>
                  <a:pt x="3111" y="132132"/>
                </a:lnTo>
                <a:lnTo>
                  <a:pt x="3208" y="132741"/>
                </a:lnTo>
                <a:lnTo>
                  <a:pt x="3208" y="133379"/>
                </a:lnTo>
                <a:lnTo>
                  <a:pt x="3208" y="133988"/>
                </a:lnTo>
                <a:lnTo>
                  <a:pt x="3208" y="13459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981714" y="3718543"/>
            <a:ext cx="3208" cy="111041"/>
          </a:xfrm>
          <a:custGeom>
            <a:avLst/>
            <a:gdLst/>
            <a:ahLst/>
            <a:cxnLst/>
            <a:rect l="l" t="t" r="r" b="b"/>
            <a:pathLst>
              <a:path w="3208" h="111041">
                <a:moveTo>
                  <a:pt x="0" y="0"/>
                </a:moveTo>
                <a:lnTo>
                  <a:pt x="0" y="666"/>
                </a:lnTo>
                <a:lnTo>
                  <a:pt x="64" y="1246"/>
                </a:lnTo>
                <a:lnTo>
                  <a:pt x="64" y="1913"/>
                </a:lnTo>
                <a:lnTo>
                  <a:pt x="64" y="2522"/>
                </a:lnTo>
                <a:lnTo>
                  <a:pt x="64" y="3131"/>
                </a:lnTo>
                <a:lnTo>
                  <a:pt x="128" y="3769"/>
                </a:lnTo>
                <a:lnTo>
                  <a:pt x="128" y="4378"/>
                </a:lnTo>
                <a:lnTo>
                  <a:pt x="128" y="4987"/>
                </a:lnTo>
                <a:lnTo>
                  <a:pt x="128" y="5654"/>
                </a:lnTo>
                <a:lnTo>
                  <a:pt x="128" y="6234"/>
                </a:lnTo>
                <a:lnTo>
                  <a:pt x="224" y="6842"/>
                </a:lnTo>
                <a:lnTo>
                  <a:pt x="224" y="7509"/>
                </a:lnTo>
                <a:lnTo>
                  <a:pt x="224" y="8118"/>
                </a:lnTo>
                <a:lnTo>
                  <a:pt x="224" y="8698"/>
                </a:lnTo>
                <a:lnTo>
                  <a:pt x="224" y="9365"/>
                </a:lnTo>
                <a:lnTo>
                  <a:pt x="288" y="9974"/>
                </a:lnTo>
                <a:lnTo>
                  <a:pt x="288" y="10554"/>
                </a:lnTo>
                <a:lnTo>
                  <a:pt x="288" y="11163"/>
                </a:lnTo>
                <a:lnTo>
                  <a:pt x="288" y="11830"/>
                </a:lnTo>
                <a:lnTo>
                  <a:pt x="352" y="12439"/>
                </a:lnTo>
                <a:lnTo>
                  <a:pt x="352" y="13019"/>
                </a:lnTo>
                <a:lnTo>
                  <a:pt x="352" y="13627"/>
                </a:lnTo>
                <a:lnTo>
                  <a:pt x="352" y="14294"/>
                </a:lnTo>
                <a:lnTo>
                  <a:pt x="352" y="14874"/>
                </a:lnTo>
                <a:lnTo>
                  <a:pt x="417" y="15483"/>
                </a:lnTo>
                <a:lnTo>
                  <a:pt x="417" y="16092"/>
                </a:lnTo>
                <a:lnTo>
                  <a:pt x="417" y="16672"/>
                </a:lnTo>
                <a:lnTo>
                  <a:pt x="417" y="17339"/>
                </a:lnTo>
                <a:lnTo>
                  <a:pt x="513" y="17948"/>
                </a:lnTo>
                <a:lnTo>
                  <a:pt x="513" y="18557"/>
                </a:lnTo>
                <a:lnTo>
                  <a:pt x="513" y="19137"/>
                </a:lnTo>
                <a:lnTo>
                  <a:pt x="513" y="19745"/>
                </a:lnTo>
                <a:lnTo>
                  <a:pt x="513" y="20325"/>
                </a:lnTo>
                <a:lnTo>
                  <a:pt x="577" y="20934"/>
                </a:lnTo>
                <a:lnTo>
                  <a:pt x="577" y="21543"/>
                </a:lnTo>
                <a:lnTo>
                  <a:pt x="577" y="22123"/>
                </a:lnTo>
                <a:lnTo>
                  <a:pt x="577" y="22790"/>
                </a:lnTo>
                <a:lnTo>
                  <a:pt x="641" y="23399"/>
                </a:lnTo>
                <a:lnTo>
                  <a:pt x="641" y="24008"/>
                </a:lnTo>
                <a:lnTo>
                  <a:pt x="641" y="24588"/>
                </a:lnTo>
                <a:lnTo>
                  <a:pt x="641" y="25197"/>
                </a:lnTo>
                <a:lnTo>
                  <a:pt x="641" y="25806"/>
                </a:lnTo>
                <a:lnTo>
                  <a:pt x="737" y="26385"/>
                </a:lnTo>
                <a:lnTo>
                  <a:pt x="737" y="26994"/>
                </a:lnTo>
                <a:lnTo>
                  <a:pt x="737" y="27574"/>
                </a:lnTo>
                <a:lnTo>
                  <a:pt x="737" y="28183"/>
                </a:lnTo>
                <a:lnTo>
                  <a:pt x="802" y="28792"/>
                </a:lnTo>
                <a:lnTo>
                  <a:pt x="802" y="29372"/>
                </a:lnTo>
                <a:lnTo>
                  <a:pt x="802" y="29981"/>
                </a:lnTo>
                <a:lnTo>
                  <a:pt x="802" y="30590"/>
                </a:lnTo>
                <a:lnTo>
                  <a:pt x="802" y="31170"/>
                </a:lnTo>
                <a:lnTo>
                  <a:pt x="866" y="31721"/>
                </a:lnTo>
                <a:lnTo>
                  <a:pt x="866" y="32301"/>
                </a:lnTo>
                <a:lnTo>
                  <a:pt x="866" y="32909"/>
                </a:lnTo>
                <a:lnTo>
                  <a:pt x="866" y="33518"/>
                </a:lnTo>
                <a:lnTo>
                  <a:pt x="930" y="34098"/>
                </a:lnTo>
                <a:lnTo>
                  <a:pt x="930" y="34707"/>
                </a:lnTo>
                <a:lnTo>
                  <a:pt x="930" y="35287"/>
                </a:lnTo>
                <a:lnTo>
                  <a:pt x="930" y="35896"/>
                </a:lnTo>
                <a:lnTo>
                  <a:pt x="930" y="36505"/>
                </a:lnTo>
                <a:lnTo>
                  <a:pt x="1026" y="37027"/>
                </a:lnTo>
                <a:lnTo>
                  <a:pt x="1026" y="37636"/>
                </a:lnTo>
                <a:lnTo>
                  <a:pt x="1026" y="38216"/>
                </a:lnTo>
                <a:lnTo>
                  <a:pt x="1026" y="38825"/>
                </a:lnTo>
                <a:lnTo>
                  <a:pt x="1026" y="39433"/>
                </a:lnTo>
                <a:lnTo>
                  <a:pt x="1090" y="39955"/>
                </a:lnTo>
                <a:lnTo>
                  <a:pt x="1090" y="40564"/>
                </a:lnTo>
                <a:lnTo>
                  <a:pt x="1090" y="41144"/>
                </a:lnTo>
                <a:lnTo>
                  <a:pt x="1090" y="41753"/>
                </a:lnTo>
                <a:lnTo>
                  <a:pt x="1154" y="42275"/>
                </a:lnTo>
                <a:lnTo>
                  <a:pt x="1154" y="42884"/>
                </a:lnTo>
                <a:lnTo>
                  <a:pt x="1154" y="43493"/>
                </a:lnTo>
                <a:lnTo>
                  <a:pt x="1154" y="44073"/>
                </a:lnTo>
                <a:lnTo>
                  <a:pt x="1154" y="44624"/>
                </a:lnTo>
                <a:lnTo>
                  <a:pt x="1219" y="45204"/>
                </a:lnTo>
                <a:lnTo>
                  <a:pt x="1219" y="45812"/>
                </a:lnTo>
                <a:lnTo>
                  <a:pt x="1219" y="46334"/>
                </a:lnTo>
                <a:lnTo>
                  <a:pt x="1219" y="46943"/>
                </a:lnTo>
                <a:lnTo>
                  <a:pt x="1315" y="47523"/>
                </a:lnTo>
                <a:lnTo>
                  <a:pt x="1315" y="48074"/>
                </a:lnTo>
                <a:lnTo>
                  <a:pt x="1315" y="48654"/>
                </a:lnTo>
                <a:lnTo>
                  <a:pt x="1315" y="49205"/>
                </a:lnTo>
                <a:lnTo>
                  <a:pt x="1315" y="49785"/>
                </a:lnTo>
                <a:lnTo>
                  <a:pt x="1379" y="50394"/>
                </a:lnTo>
                <a:lnTo>
                  <a:pt x="1379" y="50916"/>
                </a:lnTo>
                <a:lnTo>
                  <a:pt x="1379" y="51525"/>
                </a:lnTo>
                <a:lnTo>
                  <a:pt x="1379" y="52047"/>
                </a:lnTo>
                <a:lnTo>
                  <a:pt x="1443" y="52655"/>
                </a:lnTo>
                <a:lnTo>
                  <a:pt x="1443" y="53177"/>
                </a:lnTo>
                <a:lnTo>
                  <a:pt x="1443" y="53786"/>
                </a:lnTo>
                <a:lnTo>
                  <a:pt x="1443" y="54395"/>
                </a:lnTo>
                <a:lnTo>
                  <a:pt x="1443" y="54917"/>
                </a:lnTo>
                <a:lnTo>
                  <a:pt x="1539" y="55526"/>
                </a:lnTo>
                <a:lnTo>
                  <a:pt x="1539" y="56048"/>
                </a:lnTo>
                <a:lnTo>
                  <a:pt x="1539" y="56657"/>
                </a:lnTo>
                <a:lnTo>
                  <a:pt x="1539" y="57179"/>
                </a:lnTo>
                <a:lnTo>
                  <a:pt x="1604" y="57701"/>
                </a:lnTo>
                <a:lnTo>
                  <a:pt x="1604" y="58310"/>
                </a:lnTo>
                <a:lnTo>
                  <a:pt x="1604" y="58831"/>
                </a:lnTo>
                <a:lnTo>
                  <a:pt x="1604" y="59440"/>
                </a:lnTo>
                <a:lnTo>
                  <a:pt x="1604" y="59962"/>
                </a:lnTo>
                <a:lnTo>
                  <a:pt x="1668" y="60571"/>
                </a:lnTo>
                <a:lnTo>
                  <a:pt x="1668" y="61093"/>
                </a:lnTo>
                <a:lnTo>
                  <a:pt x="1668" y="61644"/>
                </a:lnTo>
                <a:lnTo>
                  <a:pt x="1668" y="62224"/>
                </a:lnTo>
                <a:lnTo>
                  <a:pt x="1732" y="62775"/>
                </a:lnTo>
                <a:lnTo>
                  <a:pt x="1732" y="63297"/>
                </a:lnTo>
                <a:lnTo>
                  <a:pt x="1732" y="63906"/>
                </a:lnTo>
                <a:lnTo>
                  <a:pt x="1732" y="64428"/>
                </a:lnTo>
                <a:lnTo>
                  <a:pt x="1732" y="64950"/>
                </a:lnTo>
                <a:lnTo>
                  <a:pt x="1828" y="65556"/>
                </a:lnTo>
                <a:lnTo>
                  <a:pt x="1828" y="66089"/>
                </a:lnTo>
                <a:lnTo>
                  <a:pt x="1828" y="66620"/>
                </a:lnTo>
                <a:lnTo>
                  <a:pt x="1828" y="67153"/>
                </a:lnTo>
                <a:lnTo>
                  <a:pt x="1828" y="67751"/>
                </a:lnTo>
                <a:lnTo>
                  <a:pt x="1892" y="68284"/>
                </a:lnTo>
                <a:lnTo>
                  <a:pt x="1892" y="68815"/>
                </a:lnTo>
                <a:lnTo>
                  <a:pt x="1892" y="69348"/>
                </a:lnTo>
                <a:lnTo>
                  <a:pt x="1892" y="69945"/>
                </a:lnTo>
                <a:lnTo>
                  <a:pt x="1956" y="70479"/>
                </a:lnTo>
                <a:lnTo>
                  <a:pt x="1956" y="71010"/>
                </a:lnTo>
                <a:lnTo>
                  <a:pt x="1956" y="71540"/>
                </a:lnTo>
                <a:lnTo>
                  <a:pt x="1956" y="72074"/>
                </a:lnTo>
                <a:lnTo>
                  <a:pt x="1956" y="72604"/>
                </a:lnTo>
                <a:lnTo>
                  <a:pt x="2053" y="73205"/>
                </a:lnTo>
                <a:lnTo>
                  <a:pt x="2053" y="73735"/>
                </a:lnTo>
                <a:lnTo>
                  <a:pt x="2053" y="74269"/>
                </a:lnTo>
                <a:lnTo>
                  <a:pt x="2053" y="74799"/>
                </a:lnTo>
                <a:lnTo>
                  <a:pt x="2117" y="75333"/>
                </a:lnTo>
                <a:lnTo>
                  <a:pt x="2117" y="75863"/>
                </a:lnTo>
                <a:lnTo>
                  <a:pt x="2117" y="76397"/>
                </a:lnTo>
                <a:lnTo>
                  <a:pt x="2117" y="76928"/>
                </a:lnTo>
                <a:lnTo>
                  <a:pt x="2117" y="77461"/>
                </a:lnTo>
                <a:lnTo>
                  <a:pt x="2181" y="77992"/>
                </a:lnTo>
                <a:lnTo>
                  <a:pt x="2181" y="78522"/>
                </a:lnTo>
                <a:lnTo>
                  <a:pt x="2181" y="79056"/>
                </a:lnTo>
                <a:lnTo>
                  <a:pt x="2181" y="79586"/>
                </a:lnTo>
                <a:lnTo>
                  <a:pt x="2245" y="80120"/>
                </a:lnTo>
                <a:lnTo>
                  <a:pt x="2245" y="80651"/>
                </a:lnTo>
                <a:lnTo>
                  <a:pt x="2245" y="81184"/>
                </a:lnTo>
                <a:lnTo>
                  <a:pt x="2245" y="81715"/>
                </a:lnTo>
                <a:lnTo>
                  <a:pt x="2245" y="82248"/>
                </a:lnTo>
                <a:lnTo>
                  <a:pt x="2341" y="82779"/>
                </a:lnTo>
                <a:lnTo>
                  <a:pt x="2341" y="83312"/>
                </a:lnTo>
                <a:lnTo>
                  <a:pt x="2341" y="83843"/>
                </a:lnTo>
                <a:lnTo>
                  <a:pt x="2341" y="84377"/>
                </a:lnTo>
                <a:lnTo>
                  <a:pt x="2406" y="84907"/>
                </a:lnTo>
                <a:lnTo>
                  <a:pt x="2406" y="85441"/>
                </a:lnTo>
                <a:lnTo>
                  <a:pt x="2406" y="85971"/>
                </a:lnTo>
                <a:lnTo>
                  <a:pt x="2406" y="86438"/>
                </a:lnTo>
                <a:lnTo>
                  <a:pt x="2406" y="86969"/>
                </a:lnTo>
                <a:lnTo>
                  <a:pt x="2470" y="87499"/>
                </a:lnTo>
                <a:lnTo>
                  <a:pt x="2470" y="88033"/>
                </a:lnTo>
                <a:lnTo>
                  <a:pt x="2470" y="88564"/>
                </a:lnTo>
                <a:lnTo>
                  <a:pt x="2470" y="89030"/>
                </a:lnTo>
                <a:lnTo>
                  <a:pt x="2534" y="89561"/>
                </a:lnTo>
                <a:lnTo>
                  <a:pt x="2534" y="90094"/>
                </a:lnTo>
                <a:lnTo>
                  <a:pt x="2534" y="90625"/>
                </a:lnTo>
                <a:lnTo>
                  <a:pt x="2534" y="91159"/>
                </a:lnTo>
                <a:lnTo>
                  <a:pt x="2534" y="91623"/>
                </a:lnTo>
                <a:lnTo>
                  <a:pt x="2630" y="92156"/>
                </a:lnTo>
                <a:lnTo>
                  <a:pt x="2630" y="92687"/>
                </a:lnTo>
                <a:lnTo>
                  <a:pt x="2630" y="93154"/>
                </a:lnTo>
                <a:lnTo>
                  <a:pt x="2630" y="93684"/>
                </a:lnTo>
                <a:lnTo>
                  <a:pt x="2630" y="94218"/>
                </a:lnTo>
                <a:lnTo>
                  <a:pt x="2694" y="94682"/>
                </a:lnTo>
                <a:lnTo>
                  <a:pt x="2694" y="95215"/>
                </a:lnTo>
                <a:lnTo>
                  <a:pt x="2694" y="95746"/>
                </a:lnTo>
                <a:lnTo>
                  <a:pt x="2694" y="96213"/>
                </a:lnTo>
                <a:lnTo>
                  <a:pt x="2758" y="96743"/>
                </a:lnTo>
                <a:lnTo>
                  <a:pt x="2758" y="97277"/>
                </a:lnTo>
                <a:lnTo>
                  <a:pt x="2758" y="97741"/>
                </a:lnTo>
                <a:lnTo>
                  <a:pt x="2758" y="98274"/>
                </a:lnTo>
                <a:lnTo>
                  <a:pt x="2758" y="98738"/>
                </a:lnTo>
                <a:lnTo>
                  <a:pt x="2855" y="99272"/>
                </a:lnTo>
                <a:lnTo>
                  <a:pt x="2855" y="99736"/>
                </a:lnTo>
                <a:lnTo>
                  <a:pt x="2855" y="100269"/>
                </a:lnTo>
                <a:lnTo>
                  <a:pt x="2855" y="100733"/>
                </a:lnTo>
                <a:lnTo>
                  <a:pt x="2919" y="101266"/>
                </a:lnTo>
                <a:lnTo>
                  <a:pt x="2919" y="101730"/>
                </a:lnTo>
                <a:lnTo>
                  <a:pt x="2919" y="102264"/>
                </a:lnTo>
                <a:lnTo>
                  <a:pt x="2919" y="102728"/>
                </a:lnTo>
                <a:lnTo>
                  <a:pt x="2919" y="103261"/>
                </a:lnTo>
                <a:lnTo>
                  <a:pt x="2983" y="103725"/>
                </a:lnTo>
                <a:lnTo>
                  <a:pt x="2983" y="104259"/>
                </a:lnTo>
                <a:lnTo>
                  <a:pt x="2983" y="104723"/>
                </a:lnTo>
                <a:lnTo>
                  <a:pt x="2983" y="105190"/>
                </a:lnTo>
                <a:lnTo>
                  <a:pt x="3047" y="105720"/>
                </a:lnTo>
                <a:lnTo>
                  <a:pt x="3047" y="106187"/>
                </a:lnTo>
                <a:lnTo>
                  <a:pt x="3047" y="106718"/>
                </a:lnTo>
                <a:lnTo>
                  <a:pt x="3047" y="107184"/>
                </a:lnTo>
                <a:lnTo>
                  <a:pt x="3047" y="107648"/>
                </a:lnTo>
                <a:lnTo>
                  <a:pt x="3143" y="108182"/>
                </a:lnTo>
                <a:lnTo>
                  <a:pt x="3143" y="108646"/>
                </a:lnTo>
                <a:lnTo>
                  <a:pt x="3143" y="109113"/>
                </a:lnTo>
                <a:lnTo>
                  <a:pt x="3143" y="109577"/>
                </a:lnTo>
                <a:lnTo>
                  <a:pt x="3208" y="110110"/>
                </a:lnTo>
                <a:lnTo>
                  <a:pt x="3208" y="110574"/>
                </a:lnTo>
                <a:lnTo>
                  <a:pt x="3208" y="111041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984922" y="3829584"/>
            <a:ext cx="3208" cy="78067"/>
          </a:xfrm>
          <a:custGeom>
            <a:avLst/>
            <a:gdLst/>
            <a:ahLst/>
            <a:cxnLst/>
            <a:rect l="l" t="t" r="r" b="b"/>
            <a:pathLst>
              <a:path w="3208" h="78067">
                <a:moveTo>
                  <a:pt x="0" y="0"/>
                </a:moveTo>
                <a:lnTo>
                  <a:pt x="0" y="530"/>
                </a:lnTo>
                <a:lnTo>
                  <a:pt x="0" y="997"/>
                </a:lnTo>
                <a:lnTo>
                  <a:pt x="64" y="1461"/>
                </a:lnTo>
                <a:lnTo>
                  <a:pt x="64" y="1928"/>
                </a:lnTo>
                <a:lnTo>
                  <a:pt x="64" y="2392"/>
                </a:lnTo>
                <a:lnTo>
                  <a:pt x="64" y="2925"/>
                </a:lnTo>
                <a:lnTo>
                  <a:pt x="128" y="3389"/>
                </a:lnTo>
                <a:lnTo>
                  <a:pt x="128" y="3856"/>
                </a:lnTo>
                <a:lnTo>
                  <a:pt x="128" y="4323"/>
                </a:lnTo>
                <a:lnTo>
                  <a:pt x="128" y="4787"/>
                </a:lnTo>
                <a:lnTo>
                  <a:pt x="128" y="5253"/>
                </a:lnTo>
                <a:lnTo>
                  <a:pt x="224" y="5717"/>
                </a:lnTo>
                <a:lnTo>
                  <a:pt x="224" y="6184"/>
                </a:lnTo>
                <a:lnTo>
                  <a:pt x="224" y="6648"/>
                </a:lnTo>
                <a:lnTo>
                  <a:pt x="224" y="7182"/>
                </a:lnTo>
                <a:lnTo>
                  <a:pt x="224" y="7646"/>
                </a:lnTo>
                <a:lnTo>
                  <a:pt x="288" y="8112"/>
                </a:lnTo>
                <a:lnTo>
                  <a:pt x="288" y="8576"/>
                </a:lnTo>
                <a:lnTo>
                  <a:pt x="288" y="9043"/>
                </a:lnTo>
                <a:lnTo>
                  <a:pt x="288" y="9507"/>
                </a:lnTo>
                <a:lnTo>
                  <a:pt x="352" y="9974"/>
                </a:lnTo>
                <a:lnTo>
                  <a:pt x="352" y="10438"/>
                </a:lnTo>
                <a:lnTo>
                  <a:pt x="352" y="10905"/>
                </a:lnTo>
                <a:lnTo>
                  <a:pt x="352" y="11305"/>
                </a:lnTo>
                <a:lnTo>
                  <a:pt x="352" y="11769"/>
                </a:lnTo>
                <a:lnTo>
                  <a:pt x="449" y="12236"/>
                </a:lnTo>
                <a:lnTo>
                  <a:pt x="449" y="12700"/>
                </a:lnTo>
                <a:lnTo>
                  <a:pt x="449" y="13166"/>
                </a:lnTo>
                <a:lnTo>
                  <a:pt x="449" y="13630"/>
                </a:lnTo>
                <a:lnTo>
                  <a:pt x="513" y="14097"/>
                </a:lnTo>
                <a:lnTo>
                  <a:pt x="513" y="14561"/>
                </a:lnTo>
                <a:lnTo>
                  <a:pt x="513" y="15028"/>
                </a:lnTo>
                <a:lnTo>
                  <a:pt x="513" y="15425"/>
                </a:lnTo>
                <a:lnTo>
                  <a:pt x="513" y="15892"/>
                </a:lnTo>
                <a:lnTo>
                  <a:pt x="577" y="16356"/>
                </a:lnTo>
                <a:lnTo>
                  <a:pt x="577" y="16823"/>
                </a:lnTo>
                <a:lnTo>
                  <a:pt x="577" y="17290"/>
                </a:lnTo>
                <a:lnTo>
                  <a:pt x="577" y="17687"/>
                </a:lnTo>
                <a:lnTo>
                  <a:pt x="641" y="18154"/>
                </a:lnTo>
                <a:lnTo>
                  <a:pt x="641" y="18618"/>
                </a:lnTo>
                <a:lnTo>
                  <a:pt x="641" y="19084"/>
                </a:lnTo>
                <a:lnTo>
                  <a:pt x="641" y="19482"/>
                </a:lnTo>
                <a:lnTo>
                  <a:pt x="641" y="19948"/>
                </a:lnTo>
                <a:lnTo>
                  <a:pt x="737" y="20412"/>
                </a:lnTo>
                <a:lnTo>
                  <a:pt x="737" y="20813"/>
                </a:lnTo>
                <a:lnTo>
                  <a:pt x="737" y="21279"/>
                </a:lnTo>
                <a:lnTo>
                  <a:pt x="737" y="21743"/>
                </a:lnTo>
                <a:lnTo>
                  <a:pt x="802" y="22143"/>
                </a:lnTo>
                <a:lnTo>
                  <a:pt x="802" y="22607"/>
                </a:lnTo>
                <a:lnTo>
                  <a:pt x="802" y="23007"/>
                </a:lnTo>
                <a:lnTo>
                  <a:pt x="802" y="23471"/>
                </a:lnTo>
                <a:lnTo>
                  <a:pt x="802" y="23938"/>
                </a:lnTo>
                <a:lnTo>
                  <a:pt x="866" y="24335"/>
                </a:lnTo>
                <a:lnTo>
                  <a:pt x="866" y="24802"/>
                </a:lnTo>
                <a:lnTo>
                  <a:pt x="866" y="25202"/>
                </a:lnTo>
                <a:lnTo>
                  <a:pt x="866" y="25666"/>
                </a:lnTo>
                <a:lnTo>
                  <a:pt x="962" y="26067"/>
                </a:lnTo>
                <a:lnTo>
                  <a:pt x="962" y="26530"/>
                </a:lnTo>
                <a:lnTo>
                  <a:pt x="962" y="26931"/>
                </a:lnTo>
                <a:lnTo>
                  <a:pt x="962" y="27394"/>
                </a:lnTo>
                <a:lnTo>
                  <a:pt x="962" y="27795"/>
                </a:lnTo>
                <a:lnTo>
                  <a:pt x="1026" y="28261"/>
                </a:lnTo>
                <a:lnTo>
                  <a:pt x="1026" y="28659"/>
                </a:lnTo>
                <a:lnTo>
                  <a:pt x="1026" y="29059"/>
                </a:lnTo>
                <a:lnTo>
                  <a:pt x="1026" y="29523"/>
                </a:lnTo>
                <a:lnTo>
                  <a:pt x="1026" y="29923"/>
                </a:lnTo>
                <a:lnTo>
                  <a:pt x="1090" y="30387"/>
                </a:lnTo>
                <a:lnTo>
                  <a:pt x="1090" y="30787"/>
                </a:lnTo>
                <a:lnTo>
                  <a:pt x="1090" y="31187"/>
                </a:lnTo>
                <a:lnTo>
                  <a:pt x="1090" y="31651"/>
                </a:lnTo>
                <a:lnTo>
                  <a:pt x="1154" y="32051"/>
                </a:lnTo>
                <a:lnTo>
                  <a:pt x="1154" y="32448"/>
                </a:lnTo>
                <a:lnTo>
                  <a:pt x="1154" y="32915"/>
                </a:lnTo>
                <a:lnTo>
                  <a:pt x="1154" y="33312"/>
                </a:lnTo>
                <a:lnTo>
                  <a:pt x="1154" y="33713"/>
                </a:lnTo>
                <a:lnTo>
                  <a:pt x="1251" y="34113"/>
                </a:lnTo>
                <a:lnTo>
                  <a:pt x="1251" y="34577"/>
                </a:lnTo>
                <a:lnTo>
                  <a:pt x="1251" y="34977"/>
                </a:lnTo>
                <a:lnTo>
                  <a:pt x="1251" y="35374"/>
                </a:lnTo>
                <a:lnTo>
                  <a:pt x="1315" y="35774"/>
                </a:lnTo>
                <a:lnTo>
                  <a:pt x="1315" y="36174"/>
                </a:lnTo>
                <a:lnTo>
                  <a:pt x="1315" y="36638"/>
                </a:lnTo>
                <a:lnTo>
                  <a:pt x="1315" y="37038"/>
                </a:lnTo>
                <a:lnTo>
                  <a:pt x="1315" y="37436"/>
                </a:lnTo>
                <a:lnTo>
                  <a:pt x="1379" y="37836"/>
                </a:lnTo>
                <a:lnTo>
                  <a:pt x="1379" y="38236"/>
                </a:lnTo>
                <a:lnTo>
                  <a:pt x="1379" y="38633"/>
                </a:lnTo>
                <a:lnTo>
                  <a:pt x="1379" y="39033"/>
                </a:lnTo>
                <a:lnTo>
                  <a:pt x="1443" y="39431"/>
                </a:lnTo>
                <a:lnTo>
                  <a:pt x="1443" y="39831"/>
                </a:lnTo>
                <a:lnTo>
                  <a:pt x="1443" y="40231"/>
                </a:lnTo>
                <a:lnTo>
                  <a:pt x="1443" y="40695"/>
                </a:lnTo>
                <a:lnTo>
                  <a:pt x="1443" y="41095"/>
                </a:lnTo>
                <a:lnTo>
                  <a:pt x="1539" y="41492"/>
                </a:lnTo>
                <a:lnTo>
                  <a:pt x="1539" y="41892"/>
                </a:lnTo>
                <a:lnTo>
                  <a:pt x="1539" y="42226"/>
                </a:lnTo>
                <a:lnTo>
                  <a:pt x="1539" y="42623"/>
                </a:lnTo>
                <a:lnTo>
                  <a:pt x="1604" y="43023"/>
                </a:lnTo>
                <a:lnTo>
                  <a:pt x="1604" y="43420"/>
                </a:lnTo>
                <a:lnTo>
                  <a:pt x="1604" y="43820"/>
                </a:lnTo>
                <a:lnTo>
                  <a:pt x="1604" y="44221"/>
                </a:lnTo>
                <a:lnTo>
                  <a:pt x="1604" y="44618"/>
                </a:lnTo>
                <a:lnTo>
                  <a:pt x="1668" y="45018"/>
                </a:lnTo>
                <a:lnTo>
                  <a:pt x="1668" y="45415"/>
                </a:lnTo>
                <a:lnTo>
                  <a:pt x="1668" y="45815"/>
                </a:lnTo>
                <a:lnTo>
                  <a:pt x="1668" y="46149"/>
                </a:lnTo>
                <a:lnTo>
                  <a:pt x="1764" y="46546"/>
                </a:lnTo>
                <a:lnTo>
                  <a:pt x="1764" y="46946"/>
                </a:lnTo>
                <a:lnTo>
                  <a:pt x="1764" y="47343"/>
                </a:lnTo>
                <a:lnTo>
                  <a:pt x="1764" y="47744"/>
                </a:lnTo>
                <a:lnTo>
                  <a:pt x="1764" y="48077"/>
                </a:lnTo>
                <a:lnTo>
                  <a:pt x="1828" y="48474"/>
                </a:lnTo>
                <a:lnTo>
                  <a:pt x="1828" y="48874"/>
                </a:lnTo>
                <a:lnTo>
                  <a:pt x="1828" y="49272"/>
                </a:lnTo>
                <a:lnTo>
                  <a:pt x="1828" y="49605"/>
                </a:lnTo>
                <a:lnTo>
                  <a:pt x="1828" y="50005"/>
                </a:lnTo>
                <a:lnTo>
                  <a:pt x="1892" y="50402"/>
                </a:lnTo>
                <a:lnTo>
                  <a:pt x="1892" y="50736"/>
                </a:lnTo>
                <a:lnTo>
                  <a:pt x="1892" y="51136"/>
                </a:lnTo>
                <a:lnTo>
                  <a:pt x="1892" y="51533"/>
                </a:lnTo>
                <a:lnTo>
                  <a:pt x="1956" y="51867"/>
                </a:lnTo>
                <a:lnTo>
                  <a:pt x="1956" y="52264"/>
                </a:lnTo>
                <a:lnTo>
                  <a:pt x="1956" y="52664"/>
                </a:lnTo>
                <a:lnTo>
                  <a:pt x="1956" y="52998"/>
                </a:lnTo>
                <a:lnTo>
                  <a:pt x="1956" y="53395"/>
                </a:lnTo>
                <a:lnTo>
                  <a:pt x="2053" y="53728"/>
                </a:lnTo>
                <a:lnTo>
                  <a:pt x="2053" y="54128"/>
                </a:lnTo>
                <a:lnTo>
                  <a:pt x="2053" y="54459"/>
                </a:lnTo>
                <a:lnTo>
                  <a:pt x="2053" y="54859"/>
                </a:lnTo>
                <a:lnTo>
                  <a:pt x="2117" y="55193"/>
                </a:lnTo>
                <a:lnTo>
                  <a:pt x="2117" y="55590"/>
                </a:lnTo>
                <a:lnTo>
                  <a:pt x="2117" y="55923"/>
                </a:lnTo>
                <a:lnTo>
                  <a:pt x="2117" y="56320"/>
                </a:lnTo>
                <a:lnTo>
                  <a:pt x="2117" y="56654"/>
                </a:lnTo>
                <a:lnTo>
                  <a:pt x="2181" y="57054"/>
                </a:lnTo>
                <a:lnTo>
                  <a:pt x="2181" y="57385"/>
                </a:lnTo>
                <a:lnTo>
                  <a:pt x="2181" y="57718"/>
                </a:lnTo>
                <a:lnTo>
                  <a:pt x="2181" y="58118"/>
                </a:lnTo>
                <a:lnTo>
                  <a:pt x="2277" y="58449"/>
                </a:lnTo>
                <a:lnTo>
                  <a:pt x="2277" y="58782"/>
                </a:lnTo>
                <a:lnTo>
                  <a:pt x="2277" y="59182"/>
                </a:lnTo>
                <a:lnTo>
                  <a:pt x="2277" y="59513"/>
                </a:lnTo>
                <a:lnTo>
                  <a:pt x="2277" y="59846"/>
                </a:lnTo>
                <a:lnTo>
                  <a:pt x="2341" y="60244"/>
                </a:lnTo>
                <a:lnTo>
                  <a:pt x="2341" y="60577"/>
                </a:lnTo>
                <a:lnTo>
                  <a:pt x="2341" y="60910"/>
                </a:lnTo>
                <a:lnTo>
                  <a:pt x="2341" y="61241"/>
                </a:lnTo>
                <a:lnTo>
                  <a:pt x="2406" y="61641"/>
                </a:lnTo>
                <a:lnTo>
                  <a:pt x="2406" y="61975"/>
                </a:lnTo>
                <a:lnTo>
                  <a:pt x="2406" y="62305"/>
                </a:lnTo>
                <a:lnTo>
                  <a:pt x="2406" y="62639"/>
                </a:lnTo>
                <a:lnTo>
                  <a:pt x="2406" y="62972"/>
                </a:lnTo>
                <a:lnTo>
                  <a:pt x="2470" y="63369"/>
                </a:lnTo>
                <a:lnTo>
                  <a:pt x="2470" y="63703"/>
                </a:lnTo>
                <a:lnTo>
                  <a:pt x="2470" y="64036"/>
                </a:lnTo>
                <a:lnTo>
                  <a:pt x="2470" y="64367"/>
                </a:lnTo>
                <a:lnTo>
                  <a:pt x="2566" y="64700"/>
                </a:lnTo>
                <a:lnTo>
                  <a:pt x="2566" y="65034"/>
                </a:lnTo>
                <a:lnTo>
                  <a:pt x="2566" y="65364"/>
                </a:lnTo>
                <a:lnTo>
                  <a:pt x="2566" y="65698"/>
                </a:lnTo>
                <a:lnTo>
                  <a:pt x="2566" y="66031"/>
                </a:lnTo>
                <a:lnTo>
                  <a:pt x="2630" y="66362"/>
                </a:lnTo>
                <a:lnTo>
                  <a:pt x="2630" y="66695"/>
                </a:lnTo>
                <a:lnTo>
                  <a:pt x="2630" y="67029"/>
                </a:lnTo>
                <a:lnTo>
                  <a:pt x="2630" y="67359"/>
                </a:lnTo>
                <a:lnTo>
                  <a:pt x="2630" y="67693"/>
                </a:lnTo>
                <a:lnTo>
                  <a:pt x="2694" y="68026"/>
                </a:lnTo>
                <a:lnTo>
                  <a:pt x="2694" y="68357"/>
                </a:lnTo>
                <a:lnTo>
                  <a:pt x="2694" y="68690"/>
                </a:lnTo>
                <a:lnTo>
                  <a:pt x="2694" y="69023"/>
                </a:lnTo>
                <a:lnTo>
                  <a:pt x="2758" y="69354"/>
                </a:lnTo>
                <a:lnTo>
                  <a:pt x="2758" y="69687"/>
                </a:lnTo>
                <a:lnTo>
                  <a:pt x="2758" y="70021"/>
                </a:lnTo>
                <a:lnTo>
                  <a:pt x="2758" y="70351"/>
                </a:lnTo>
                <a:lnTo>
                  <a:pt x="2758" y="70685"/>
                </a:lnTo>
                <a:lnTo>
                  <a:pt x="2855" y="70952"/>
                </a:lnTo>
                <a:lnTo>
                  <a:pt x="2855" y="71282"/>
                </a:lnTo>
                <a:lnTo>
                  <a:pt x="2855" y="71616"/>
                </a:lnTo>
                <a:lnTo>
                  <a:pt x="2855" y="71949"/>
                </a:lnTo>
                <a:lnTo>
                  <a:pt x="2919" y="72213"/>
                </a:lnTo>
                <a:lnTo>
                  <a:pt x="2919" y="72546"/>
                </a:lnTo>
                <a:lnTo>
                  <a:pt x="2919" y="72880"/>
                </a:lnTo>
                <a:lnTo>
                  <a:pt x="2919" y="73210"/>
                </a:lnTo>
                <a:lnTo>
                  <a:pt x="2919" y="73477"/>
                </a:lnTo>
                <a:lnTo>
                  <a:pt x="2983" y="73811"/>
                </a:lnTo>
                <a:lnTo>
                  <a:pt x="2983" y="74144"/>
                </a:lnTo>
                <a:lnTo>
                  <a:pt x="2983" y="74408"/>
                </a:lnTo>
                <a:lnTo>
                  <a:pt x="2983" y="74741"/>
                </a:lnTo>
                <a:lnTo>
                  <a:pt x="3079" y="75075"/>
                </a:lnTo>
                <a:lnTo>
                  <a:pt x="3079" y="75339"/>
                </a:lnTo>
                <a:lnTo>
                  <a:pt x="3079" y="75672"/>
                </a:lnTo>
                <a:lnTo>
                  <a:pt x="3079" y="76006"/>
                </a:lnTo>
                <a:lnTo>
                  <a:pt x="3079" y="76269"/>
                </a:lnTo>
                <a:lnTo>
                  <a:pt x="3143" y="76603"/>
                </a:lnTo>
                <a:lnTo>
                  <a:pt x="3143" y="76870"/>
                </a:lnTo>
                <a:lnTo>
                  <a:pt x="3143" y="77200"/>
                </a:lnTo>
                <a:lnTo>
                  <a:pt x="3143" y="77467"/>
                </a:lnTo>
                <a:lnTo>
                  <a:pt x="3208" y="77800"/>
                </a:lnTo>
                <a:lnTo>
                  <a:pt x="3208" y="7806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988130" y="3907652"/>
            <a:ext cx="3208" cy="38900"/>
          </a:xfrm>
          <a:custGeom>
            <a:avLst/>
            <a:gdLst/>
            <a:ahLst/>
            <a:cxnLst/>
            <a:rect l="l" t="t" r="r" b="b"/>
            <a:pathLst>
              <a:path w="3208" h="38900">
                <a:moveTo>
                  <a:pt x="0" y="0"/>
                </a:moveTo>
                <a:lnTo>
                  <a:pt x="0" y="330"/>
                </a:lnTo>
                <a:lnTo>
                  <a:pt x="0" y="597"/>
                </a:lnTo>
                <a:lnTo>
                  <a:pt x="0" y="930"/>
                </a:lnTo>
                <a:lnTo>
                  <a:pt x="64" y="1194"/>
                </a:lnTo>
                <a:lnTo>
                  <a:pt x="64" y="1461"/>
                </a:lnTo>
                <a:lnTo>
                  <a:pt x="64" y="1794"/>
                </a:lnTo>
                <a:lnTo>
                  <a:pt x="64" y="2061"/>
                </a:lnTo>
                <a:lnTo>
                  <a:pt x="160" y="2392"/>
                </a:lnTo>
                <a:lnTo>
                  <a:pt x="160" y="2658"/>
                </a:lnTo>
                <a:lnTo>
                  <a:pt x="160" y="2925"/>
                </a:lnTo>
                <a:lnTo>
                  <a:pt x="160" y="3256"/>
                </a:lnTo>
                <a:lnTo>
                  <a:pt x="160" y="3522"/>
                </a:lnTo>
                <a:lnTo>
                  <a:pt x="224" y="3789"/>
                </a:lnTo>
                <a:lnTo>
                  <a:pt x="224" y="4056"/>
                </a:lnTo>
                <a:lnTo>
                  <a:pt x="224" y="4387"/>
                </a:lnTo>
                <a:lnTo>
                  <a:pt x="224" y="4653"/>
                </a:lnTo>
                <a:lnTo>
                  <a:pt x="224" y="4920"/>
                </a:lnTo>
                <a:lnTo>
                  <a:pt x="288" y="5184"/>
                </a:lnTo>
                <a:lnTo>
                  <a:pt x="288" y="5451"/>
                </a:lnTo>
                <a:lnTo>
                  <a:pt x="288" y="5784"/>
                </a:lnTo>
                <a:lnTo>
                  <a:pt x="288" y="6051"/>
                </a:lnTo>
                <a:lnTo>
                  <a:pt x="352" y="6315"/>
                </a:lnTo>
                <a:lnTo>
                  <a:pt x="352" y="6581"/>
                </a:lnTo>
                <a:lnTo>
                  <a:pt x="352" y="6848"/>
                </a:lnTo>
                <a:lnTo>
                  <a:pt x="352" y="7112"/>
                </a:lnTo>
                <a:lnTo>
                  <a:pt x="352" y="7379"/>
                </a:lnTo>
                <a:lnTo>
                  <a:pt x="449" y="7712"/>
                </a:lnTo>
                <a:lnTo>
                  <a:pt x="449" y="7979"/>
                </a:lnTo>
                <a:lnTo>
                  <a:pt x="449" y="8243"/>
                </a:lnTo>
                <a:lnTo>
                  <a:pt x="449" y="8510"/>
                </a:lnTo>
                <a:lnTo>
                  <a:pt x="513" y="8776"/>
                </a:lnTo>
                <a:lnTo>
                  <a:pt x="513" y="9043"/>
                </a:lnTo>
                <a:lnTo>
                  <a:pt x="513" y="9307"/>
                </a:lnTo>
                <a:lnTo>
                  <a:pt x="513" y="9574"/>
                </a:lnTo>
                <a:lnTo>
                  <a:pt x="513" y="9841"/>
                </a:lnTo>
                <a:lnTo>
                  <a:pt x="577" y="10041"/>
                </a:lnTo>
                <a:lnTo>
                  <a:pt x="577" y="10305"/>
                </a:lnTo>
                <a:lnTo>
                  <a:pt x="577" y="10571"/>
                </a:lnTo>
                <a:lnTo>
                  <a:pt x="577" y="10838"/>
                </a:lnTo>
                <a:lnTo>
                  <a:pt x="673" y="11102"/>
                </a:lnTo>
                <a:lnTo>
                  <a:pt x="673" y="11369"/>
                </a:lnTo>
                <a:lnTo>
                  <a:pt x="673" y="11635"/>
                </a:lnTo>
                <a:lnTo>
                  <a:pt x="673" y="11902"/>
                </a:lnTo>
                <a:lnTo>
                  <a:pt x="673" y="12099"/>
                </a:lnTo>
                <a:lnTo>
                  <a:pt x="737" y="12366"/>
                </a:lnTo>
                <a:lnTo>
                  <a:pt x="737" y="12633"/>
                </a:lnTo>
                <a:lnTo>
                  <a:pt x="737" y="12900"/>
                </a:lnTo>
                <a:lnTo>
                  <a:pt x="737" y="13163"/>
                </a:lnTo>
                <a:lnTo>
                  <a:pt x="802" y="13364"/>
                </a:lnTo>
                <a:lnTo>
                  <a:pt x="802" y="13630"/>
                </a:lnTo>
                <a:lnTo>
                  <a:pt x="802" y="13897"/>
                </a:lnTo>
                <a:lnTo>
                  <a:pt x="802" y="14094"/>
                </a:lnTo>
                <a:lnTo>
                  <a:pt x="802" y="14361"/>
                </a:lnTo>
                <a:lnTo>
                  <a:pt x="866" y="14628"/>
                </a:lnTo>
                <a:lnTo>
                  <a:pt x="866" y="14828"/>
                </a:lnTo>
                <a:lnTo>
                  <a:pt x="866" y="15092"/>
                </a:lnTo>
                <a:lnTo>
                  <a:pt x="866" y="15358"/>
                </a:lnTo>
                <a:lnTo>
                  <a:pt x="962" y="15559"/>
                </a:lnTo>
                <a:lnTo>
                  <a:pt x="962" y="15825"/>
                </a:lnTo>
                <a:lnTo>
                  <a:pt x="962" y="16025"/>
                </a:lnTo>
                <a:lnTo>
                  <a:pt x="962" y="16289"/>
                </a:lnTo>
                <a:lnTo>
                  <a:pt x="962" y="16489"/>
                </a:lnTo>
                <a:lnTo>
                  <a:pt x="1026" y="16756"/>
                </a:lnTo>
                <a:lnTo>
                  <a:pt x="1026" y="16956"/>
                </a:lnTo>
                <a:lnTo>
                  <a:pt x="1026" y="17220"/>
                </a:lnTo>
                <a:lnTo>
                  <a:pt x="1026" y="17420"/>
                </a:lnTo>
                <a:lnTo>
                  <a:pt x="1026" y="17687"/>
                </a:lnTo>
                <a:lnTo>
                  <a:pt x="1090" y="17887"/>
                </a:lnTo>
                <a:lnTo>
                  <a:pt x="1090" y="18151"/>
                </a:lnTo>
                <a:lnTo>
                  <a:pt x="1090" y="18351"/>
                </a:lnTo>
                <a:lnTo>
                  <a:pt x="1090" y="18618"/>
                </a:lnTo>
                <a:lnTo>
                  <a:pt x="1186" y="18818"/>
                </a:lnTo>
                <a:lnTo>
                  <a:pt x="1186" y="19018"/>
                </a:lnTo>
                <a:lnTo>
                  <a:pt x="1186" y="19282"/>
                </a:lnTo>
                <a:lnTo>
                  <a:pt x="1186" y="19482"/>
                </a:lnTo>
                <a:lnTo>
                  <a:pt x="1186" y="19682"/>
                </a:lnTo>
                <a:lnTo>
                  <a:pt x="1251" y="19948"/>
                </a:lnTo>
                <a:lnTo>
                  <a:pt x="1251" y="20146"/>
                </a:lnTo>
                <a:lnTo>
                  <a:pt x="1251" y="20346"/>
                </a:lnTo>
                <a:lnTo>
                  <a:pt x="1251" y="20546"/>
                </a:lnTo>
                <a:lnTo>
                  <a:pt x="1315" y="20813"/>
                </a:lnTo>
                <a:lnTo>
                  <a:pt x="1315" y="21013"/>
                </a:lnTo>
                <a:lnTo>
                  <a:pt x="1315" y="21210"/>
                </a:lnTo>
                <a:lnTo>
                  <a:pt x="1315" y="21410"/>
                </a:lnTo>
                <a:lnTo>
                  <a:pt x="1315" y="21610"/>
                </a:lnTo>
                <a:lnTo>
                  <a:pt x="1379" y="21877"/>
                </a:lnTo>
                <a:lnTo>
                  <a:pt x="1379" y="22074"/>
                </a:lnTo>
                <a:lnTo>
                  <a:pt x="1379" y="22274"/>
                </a:lnTo>
                <a:lnTo>
                  <a:pt x="1379" y="22474"/>
                </a:lnTo>
                <a:lnTo>
                  <a:pt x="1475" y="22674"/>
                </a:lnTo>
                <a:lnTo>
                  <a:pt x="1475" y="22874"/>
                </a:lnTo>
                <a:lnTo>
                  <a:pt x="1475" y="23071"/>
                </a:lnTo>
                <a:lnTo>
                  <a:pt x="1475" y="23271"/>
                </a:lnTo>
                <a:lnTo>
                  <a:pt x="1475" y="23471"/>
                </a:lnTo>
                <a:lnTo>
                  <a:pt x="1539" y="23671"/>
                </a:lnTo>
                <a:lnTo>
                  <a:pt x="1539" y="23872"/>
                </a:lnTo>
                <a:lnTo>
                  <a:pt x="1539" y="24069"/>
                </a:lnTo>
                <a:lnTo>
                  <a:pt x="1539" y="24269"/>
                </a:lnTo>
                <a:lnTo>
                  <a:pt x="1604" y="24469"/>
                </a:lnTo>
                <a:lnTo>
                  <a:pt x="1604" y="24669"/>
                </a:lnTo>
                <a:lnTo>
                  <a:pt x="1604" y="24869"/>
                </a:lnTo>
                <a:lnTo>
                  <a:pt x="1604" y="25066"/>
                </a:lnTo>
                <a:lnTo>
                  <a:pt x="1604" y="25266"/>
                </a:lnTo>
                <a:lnTo>
                  <a:pt x="1668" y="25466"/>
                </a:lnTo>
                <a:lnTo>
                  <a:pt x="1668" y="25666"/>
                </a:lnTo>
                <a:lnTo>
                  <a:pt x="1668" y="25866"/>
                </a:lnTo>
                <a:lnTo>
                  <a:pt x="1668" y="26000"/>
                </a:lnTo>
                <a:lnTo>
                  <a:pt x="1764" y="26197"/>
                </a:lnTo>
                <a:lnTo>
                  <a:pt x="1764" y="26397"/>
                </a:lnTo>
                <a:lnTo>
                  <a:pt x="1764" y="26597"/>
                </a:lnTo>
                <a:lnTo>
                  <a:pt x="1764" y="26797"/>
                </a:lnTo>
                <a:lnTo>
                  <a:pt x="1764" y="26931"/>
                </a:lnTo>
                <a:lnTo>
                  <a:pt x="1828" y="27128"/>
                </a:lnTo>
                <a:lnTo>
                  <a:pt x="1828" y="27328"/>
                </a:lnTo>
                <a:lnTo>
                  <a:pt x="1828" y="27528"/>
                </a:lnTo>
                <a:lnTo>
                  <a:pt x="1828" y="27661"/>
                </a:lnTo>
                <a:lnTo>
                  <a:pt x="1828" y="27861"/>
                </a:lnTo>
                <a:lnTo>
                  <a:pt x="1892" y="28058"/>
                </a:lnTo>
                <a:lnTo>
                  <a:pt x="1892" y="28192"/>
                </a:lnTo>
                <a:lnTo>
                  <a:pt x="1892" y="28392"/>
                </a:lnTo>
                <a:lnTo>
                  <a:pt x="1892" y="28592"/>
                </a:lnTo>
                <a:lnTo>
                  <a:pt x="1988" y="28725"/>
                </a:lnTo>
                <a:lnTo>
                  <a:pt x="1988" y="28925"/>
                </a:lnTo>
                <a:lnTo>
                  <a:pt x="1988" y="29056"/>
                </a:lnTo>
                <a:lnTo>
                  <a:pt x="1988" y="29256"/>
                </a:lnTo>
                <a:lnTo>
                  <a:pt x="1988" y="29389"/>
                </a:lnTo>
                <a:lnTo>
                  <a:pt x="2053" y="29589"/>
                </a:lnTo>
                <a:lnTo>
                  <a:pt x="2053" y="29723"/>
                </a:lnTo>
                <a:lnTo>
                  <a:pt x="2053" y="29923"/>
                </a:lnTo>
                <a:lnTo>
                  <a:pt x="2053" y="30053"/>
                </a:lnTo>
                <a:lnTo>
                  <a:pt x="2117" y="30253"/>
                </a:lnTo>
                <a:lnTo>
                  <a:pt x="2117" y="30387"/>
                </a:lnTo>
                <a:lnTo>
                  <a:pt x="2117" y="30587"/>
                </a:lnTo>
                <a:lnTo>
                  <a:pt x="2117" y="30720"/>
                </a:lnTo>
                <a:lnTo>
                  <a:pt x="2117" y="30854"/>
                </a:lnTo>
                <a:lnTo>
                  <a:pt x="2181" y="31051"/>
                </a:lnTo>
                <a:lnTo>
                  <a:pt x="2181" y="31184"/>
                </a:lnTo>
                <a:lnTo>
                  <a:pt x="2181" y="31384"/>
                </a:lnTo>
                <a:lnTo>
                  <a:pt x="2181" y="31518"/>
                </a:lnTo>
                <a:lnTo>
                  <a:pt x="2277" y="31651"/>
                </a:lnTo>
                <a:lnTo>
                  <a:pt x="2277" y="31784"/>
                </a:lnTo>
                <a:lnTo>
                  <a:pt x="2277" y="31984"/>
                </a:lnTo>
                <a:lnTo>
                  <a:pt x="2277" y="32115"/>
                </a:lnTo>
                <a:lnTo>
                  <a:pt x="2277" y="32248"/>
                </a:lnTo>
                <a:lnTo>
                  <a:pt x="2341" y="32448"/>
                </a:lnTo>
                <a:lnTo>
                  <a:pt x="2341" y="32582"/>
                </a:lnTo>
                <a:lnTo>
                  <a:pt x="2341" y="32715"/>
                </a:lnTo>
                <a:lnTo>
                  <a:pt x="2341" y="32849"/>
                </a:lnTo>
                <a:lnTo>
                  <a:pt x="2406" y="32982"/>
                </a:lnTo>
                <a:lnTo>
                  <a:pt x="2406" y="33112"/>
                </a:lnTo>
                <a:lnTo>
                  <a:pt x="2406" y="33312"/>
                </a:lnTo>
                <a:lnTo>
                  <a:pt x="2406" y="33446"/>
                </a:lnTo>
                <a:lnTo>
                  <a:pt x="2406" y="33579"/>
                </a:lnTo>
                <a:lnTo>
                  <a:pt x="2502" y="33713"/>
                </a:lnTo>
                <a:lnTo>
                  <a:pt x="2502" y="33846"/>
                </a:lnTo>
                <a:lnTo>
                  <a:pt x="2502" y="33979"/>
                </a:lnTo>
                <a:lnTo>
                  <a:pt x="2502" y="34110"/>
                </a:lnTo>
                <a:lnTo>
                  <a:pt x="2566" y="34243"/>
                </a:lnTo>
                <a:lnTo>
                  <a:pt x="2566" y="34377"/>
                </a:lnTo>
                <a:lnTo>
                  <a:pt x="2566" y="34510"/>
                </a:lnTo>
                <a:lnTo>
                  <a:pt x="2566" y="34643"/>
                </a:lnTo>
                <a:lnTo>
                  <a:pt x="2566" y="34777"/>
                </a:lnTo>
                <a:lnTo>
                  <a:pt x="2630" y="34910"/>
                </a:lnTo>
                <a:lnTo>
                  <a:pt x="2630" y="35041"/>
                </a:lnTo>
                <a:lnTo>
                  <a:pt x="2630" y="35174"/>
                </a:lnTo>
                <a:lnTo>
                  <a:pt x="2630" y="35307"/>
                </a:lnTo>
                <a:lnTo>
                  <a:pt x="2630" y="35441"/>
                </a:lnTo>
                <a:lnTo>
                  <a:pt x="2694" y="35574"/>
                </a:lnTo>
                <a:lnTo>
                  <a:pt x="2694" y="35774"/>
                </a:lnTo>
                <a:lnTo>
                  <a:pt x="2694" y="35908"/>
                </a:lnTo>
                <a:lnTo>
                  <a:pt x="2790" y="36038"/>
                </a:lnTo>
                <a:lnTo>
                  <a:pt x="2790" y="36171"/>
                </a:lnTo>
                <a:lnTo>
                  <a:pt x="2790" y="36372"/>
                </a:lnTo>
                <a:lnTo>
                  <a:pt x="2790" y="36505"/>
                </a:lnTo>
                <a:lnTo>
                  <a:pt x="2855" y="36638"/>
                </a:lnTo>
                <a:lnTo>
                  <a:pt x="2855" y="36838"/>
                </a:lnTo>
                <a:lnTo>
                  <a:pt x="2855" y="36972"/>
                </a:lnTo>
                <a:lnTo>
                  <a:pt x="2919" y="37169"/>
                </a:lnTo>
                <a:lnTo>
                  <a:pt x="2919" y="37302"/>
                </a:lnTo>
                <a:lnTo>
                  <a:pt x="2919" y="37502"/>
                </a:lnTo>
                <a:lnTo>
                  <a:pt x="2983" y="37702"/>
                </a:lnTo>
                <a:lnTo>
                  <a:pt x="2983" y="37836"/>
                </a:lnTo>
                <a:lnTo>
                  <a:pt x="3079" y="38033"/>
                </a:lnTo>
                <a:lnTo>
                  <a:pt x="3079" y="38233"/>
                </a:lnTo>
                <a:lnTo>
                  <a:pt x="3079" y="38433"/>
                </a:lnTo>
                <a:lnTo>
                  <a:pt x="3143" y="38566"/>
                </a:lnTo>
                <a:lnTo>
                  <a:pt x="3143" y="38700"/>
                </a:lnTo>
                <a:lnTo>
                  <a:pt x="3208" y="3890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991338" y="3943627"/>
            <a:ext cx="3143" cy="6782"/>
          </a:xfrm>
          <a:custGeom>
            <a:avLst/>
            <a:gdLst/>
            <a:ahLst/>
            <a:cxnLst/>
            <a:rect l="l" t="t" r="r" b="b"/>
            <a:pathLst>
              <a:path w="3143" h="6782">
                <a:moveTo>
                  <a:pt x="0" y="2925"/>
                </a:moveTo>
                <a:lnTo>
                  <a:pt x="0" y="3056"/>
                </a:lnTo>
                <a:lnTo>
                  <a:pt x="0" y="3189"/>
                </a:lnTo>
                <a:lnTo>
                  <a:pt x="96" y="3322"/>
                </a:lnTo>
                <a:lnTo>
                  <a:pt x="96" y="3522"/>
                </a:lnTo>
                <a:lnTo>
                  <a:pt x="160" y="3656"/>
                </a:lnTo>
                <a:lnTo>
                  <a:pt x="160" y="3856"/>
                </a:lnTo>
                <a:lnTo>
                  <a:pt x="160" y="3989"/>
                </a:lnTo>
                <a:lnTo>
                  <a:pt x="224" y="4120"/>
                </a:lnTo>
                <a:lnTo>
                  <a:pt x="224" y="4253"/>
                </a:lnTo>
                <a:lnTo>
                  <a:pt x="224" y="4387"/>
                </a:lnTo>
                <a:lnTo>
                  <a:pt x="288" y="4520"/>
                </a:lnTo>
                <a:lnTo>
                  <a:pt x="288" y="4653"/>
                </a:lnTo>
                <a:lnTo>
                  <a:pt x="384" y="4787"/>
                </a:lnTo>
                <a:lnTo>
                  <a:pt x="384" y="4920"/>
                </a:lnTo>
                <a:lnTo>
                  <a:pt x="449" y="5051"/>
                </a:lnTo>
                <a:lnTo>
                  <a:pt x="449" y="5184"/>
                </a:lnTo>
                <a:lnTo>
                  <a:pt x="513" y="5317"/>
                </a:lnTo>
                <a:lnTo>
                  <a:pt x="513" y="5451"/>
                </a:lnTo>
                <a:lnTo>
                  <a:pt x="577" y="5584"/>
                </a:lnTo>
                <a:lnTo>
                  <a:pt x="673" y="5717"/>
                </a:lnTo>
                <a:lnTo>
                  <a:pt x="673" y="5851"/>
                </a:lnTo>
                <a:lnTo>
                  <a:pt x="737" y="5984"/>
                </a:lnTo>
                <a:lnTo>
                  <a:pt x="802" y="6115"/>
                </a:lnTo>
                <a:lnTo>
                  <a:pt x="802" y="6248"/>
                </a:lnTo>
                <a:lnTo>
                  <a:pt x="898" y="6381"/>
                </a:lnTo>
                <a:lnTo>
                  <a:pt x="962" y="6515"/>
                </a:lnTo>
                <a:lnTo>
                  <a:pt x="1090" y="6648"/>
                </a:lnTo>
                <a:lnTo>
                  <a:pt x="1251" y="6715"/>
                </a:lnTo>
                <a:lnTo>
                  <a:pt x="1251" y="6782"/>
                </a:lnTo>
                <a:lnTo>
                  <a:pt x="1411" y="6782"/>
                </a:lnTo>
                <a:lnTo>
                  <a:pt x="1475" y="6782"/>
                </a:lnTo>
                <a:lnTo>
                  <a:pt x="1539" y="6648"/>
                </a:lnTo>
                <a:lnTo>
                  <a:pt x="1700" y="6581"/>
                </a:lnTo>
                <a:lnTo>
                  <a:pt x="1700" y="6515"/>
                </a:lnTo>
                <a:lnTo>
                  <a:pt x="1764" y="6381"/>
                </a:lnTo>
                <a:lnTo>
                  <a:pt x="1828" y="6315"/>
                </a:lnTo>
                <a:lnTo>
                  <a:pt x="1828" y="6181"/>
                </a:lnTo>
                <a:lnTo>
                  <a:pt x="1892" y="6048"/>
                </a:lnTo>
                <a:lnTo>
                  <a:pt x="1988" y="5917"/>
                </a:lnTo>
                <a:lnTo>
                  <a:pt x="2053" y="5784"/>
                </a:lnTo>
                <a:lnTo>
                  <a:pt x="2053" y="5651"/>
                </a:lnTo>
                <a:lnTo>
                  <a:pt x="2117" y="5517"/>
                </a:lnTo>
                <a:lnTo>
                  <a:pt x="2117" y="5384"/>
                </a:lnTo>
                <a:lnTo>
                  <a:pt x="2213" y="5251"/>
                </a:lnTo>
                <a:lnTo>
                  <a:pt x="2277" y="5117"/>
                </a:lnTo>
                <a:lnTo>
                  <a:pt x="2277" y="4987"/>
                </a:lnTo>
                <a:lnTo>
                  <a:pt x="2341" y="4853"/>
                </a:lnTo>
                <a:lnTo>
                  <a:pt x="2341" y="4720"/>
                </a:lnTo>
                <a:lnTo>
                  <a:pt x="2406" y="4587"/>
                </a:lnTo>
                <a:lnTo>
                  <a:pt x="2406" y="4453"/>
                </a:lnTo>
                <a:lnTo>
                  <a:pt x="2406" y="4320"/>
                </a:lnTo>
                <a:lnTo>
                  <a:pt x="2502" y="4186"/>
                </a:lnTo>
                <a:lnTo>
                  <a:pt x="2502" y="4053"/>
                </a:lnTo>
                <a:lnTo>
                  <a:pt x="2566" y="3923"/>
                </a:lnTo>
                <a:lnTo>
                  <a:pt x="2566" y="3723"/>
                </a:lnTo>
                <a:lnTo>
                  <a:pt x="2566" y="3589"/>
                </a:lnTo>
                <a:lnTo>
                  <a:pt x="2630" y="3389"/>
                </a:lnTo>
                <a:lnTo>
                  <a:pt x="2630" y="3256"/>
                </a:lnTo>
                <a:lnTo>
                  <a:pt x="2694" y="3056"/>
                </a:lnTo>
                <a:lnTo>
                  <a:pt x="2694" y="2925"/>
                </a:lnTo>
                <a:lnTo>
                  <a:pt x="2694" y="2792"/>
                </a:lnTo>
                <a:lnTo>
                  <a:pt x="2790" y="2592"/>
                </a:lnTo>
                <a:lnTo>
                  <a:pt x="2790" y="2458"/>
                </a:lnTo>
                <a:lnTo>
                  <a:pt x="2790" y="2325"/>
                </a:lnTo>
                <a:lnTo>
                  <a:pt x="2855" y="2125"/>
                </a:lnTo>
                <a:lnTo>
                  <a:pt x="2855" y="1928"/>
                </a:lnTo>
                <a:lnTo>
                  <a:pt x="2919" y="1728"/>
                </a:lnTo>
                <a:lnTo>
                  <a:pt x="2919" y="1528"/>
                </a:lnTo>
                <a:lnTo>
                  <a:pt x="3015" y="1327"/>
                </a:lnTo>
                <a:lnTo>
                  <a:pt x="3015" y="1194"/>
                </a:lnTo>
                <a:lnTo>
                  <a:pt x="3015" y="997"/>
                </a:lnTo>
                <a:lnTo>
                  <a:pt x="3079" y="864"/>
                </a:lnTo>
                <a:lnTo>
                  <a:pt x="3079" y="663"/>
                </a:lnTo>
                <a:lnTo>
                  <a:pt x="3079" y="530"/>
                </a:lnTo>
                <a:lnTo>
                  <a:pt x="3143" y="330"/>
                </a:lnTo>
                <a:lnTo>
                  <a:pt x="3143" y="197"/>
                </a:lnTo>
                <a:lnTo>
                  <a:pt x="3143" y="63"/>
                </a:lnTo>
              </a:path>
            </a:pathLst>
          </a:custGeom>
          <a:ln w="44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994482" y="3900070"/>
            <a:ext cx="3208" cy="43557"/>
          </a:xfrm>
          <a:custGeom>
            <a:avLst/>
            <a:gdLst/>
            <a:ahLst/>
            <a:cxnLst/>
            <a:rect l="l" t="t" r="r" b="b"/>
            <a:pathLst>
              <a:path w="3208" h="43557">
                <a:moveTo>
                  <a:pt x="0" y="43557"/>
                </a:moveTo>
                <a:lnTo>
                  <a:pt x="64" y="43423"/>
                </a:lnTo>
                <a:lnTo>
                  <a:pt x="64" y="43290"/>
                </a:lnTo>
                <a:lnTo>
                  <a:pt x="64" y="43156"/>
                </a:lnTo>
                <a:lnTo>
                  <a:pt x="64" y="43023"/>
                </a:lnTo>
                <a:lnTo>
                  <a:pt x="64" y="42890"/>
                </a:lnTo>
                <a:lnTo>
                  <a:pt x="160" y="42756"/>
                </a:lnTo>
                <a:lnTo>
                  <a:pt x="160" y="42559"/>
                </a:lnTo>
                <a:lnTo>
                  <a:pt x="160" y="42426"/>
                </a:lnTo>
                <a:lnTo>
                  <a:pt x="224" y="42292"/>
                </a:lnTo>
                <a:lnTo>
                  <a:pt x="224" y="42159"/>
                </a:lnTo>
                <a:lnTo>
                  <a:pt x="224" y="42026"/>
                </a:lnTo>
                <a:lnTo>
                  <a:pt x="224" y="41892"/>
                </a:lnTo>
                <a:lnTo>
                  <a:pt x="224" y="41759"/>
                </a:lnTo>
                <a:lnTo>
                  <a:pt x="288" y="41626"/>
                </a:lnTo>
                <a:lnTo>
                  <a:pt x="288" y="41495"/>
                </a:lnTo>
                <a:lnTo>
                  <a:pt x="288" y="41362"/>
                </a:lnTo>
                <a:lnTo>
                  <a:pt x="288" y="41228"/>
                </a:lnTo>
                <a:lnTo>
                  <a:pt x="288" y="41095"/>
                </a:lnTo>
                <a:lnTo>
                  <a:pt x="384" y="40962"/>
                </a:lnTo>
                <a:lnTo>
                  <a:pt x="384" y="40761"/>
                </a:lnTo>
                <a:lnTo>
                  <a:pt x="384" y="40628"/>
                </a:lnTo>
                <a:lnTo>
                  <a:pt x="384" y="40498"/>
                </a:lnTo>
                <a:lnTo>
                  <a:pt x="449" y="40364"/>
                </a:lnTo>
                <a:lnTo>
                  <a:pt x="449" y="40231"/>
                </a:lnTo>
                <a:lnTo>
                  <a:pt x="449" y="40097"/>
                </a:lnTo>
                <a:lnTo>
                  <a:pt x="449" y="39897"/>
                </a:lnTo>
                <a:lnTo>
                  <a:pt x="449" y="39764"/>
                </a:lnTo>
                <a:lnTo>
                  <a:pt x="513" y="39631"/>
                </a:lnTo>
                <a:lnTo>
                  <a:pt x="513" y="39500"/>
                </a:lnTo>
                <a:lnTo>
                  <a:pt x="513" y="39300"/>
                </a:lnTo>
                <a:lnTo>
                  <a:pt x="513" y="39167"/>
                </a:lnTo>
                <a:lnTo>
                  <a:pt x="577" y="39033"/>
                </a:lnTo>
                <a:lnTo>
                  <a:pt x="577" y="38900"/>
                </a:lnTo>
                <a:lnTo>
                  <a:pt x="577" y="38700"/>
                </a:lnTo>
                <a:lnTo>
                  <a:pt x="577" y="38569"/>
                </a:lnTo>
                <a:lnTo>
                  <a:pt x="577" y="38436"/>
                </a:lnTo>
                <a:lnTo>
                  <a:pt x="673" y="38236"/>
                </a:lnTo>
                <a:lnTo>
                  <a:pt x="673" y="38103"/>
                </a:lnTo>
                <a:lnTo>
                  <a:pt x="673" y="37902"/>
                </a:lnTo>
                <a:lnTo>
                  <a:pt x="673" y="37769"/>
                </a:lnTo>
                <a:lnTo>
                  <a:pt x="737" y="37636"/>
                </a:lnTo>
                <a:lnTo>
                  <a:pt x="737" y="37439"/>
                </a:lnTo>
                <a:lnTo>
                  <a:pt x="737" y="37305"/>
                </a:lnTo>
                <a:lnTo>
                  <a:pt x="737" y="37105"/>
                </a:lnTo>
                <a:lnTo>
                  <a:pt x="737" y="36972"/>
                </a:lnTo>
                <a:lnTo>
                  <a:pt x="802" y="36772"/>
                </a:lnTo>
                <a:lnTo>
                  <a:pt x="802" y="36638"/>
                </a:lnTo>
                <a:lnTo>
                  <a:pt x="802" y="36441"/>
                </a:lnTo>
                <a:lnTo>
                  <a:pt x="802" y="36308"/>
                </a:lnTo>
                <a:lnTo>
                  <a:pt x="866" y="36108"/>
                </a:lnTo>
                <a:lnTo>
                  <a:pt x="866" y="35908"/>
                </a:lnTo>
                <a:lnTo>
                  <a:pt x="866" y="35774"/>
                </a:lnTo>
                <a:lnTo>
                  <a:pt x="866" y="35577"/>
                </a:lnTo>
                <a:lnTo>
                  <a:pt x="866" y="35444"/>
                </a:lnTo>
                <a:lnTo>
                  <a:pt x="962" y="35244"/>
                </a:lnTo>
                <a:lnTo>
                  <a:pt x="962" y="35044"/>
                </a:lnTo>
                <a:lnTo>
                  <a:pt x="962" y="34910"/>
                </a:lnTo>
                <a:lnTo>
                  <a:pt x="962" y="34710"/>
                </a:lnTo>
                <a:lnTo>
                  <a:pt x="1026" y="34513"/>
                </a:lnTo>
                <a:lnTo>
                  <a:pt x="1026" y="34313"/>
                </a:lnTo>
                <a:lnTo>
                  <a:pt x="1026" y="34179"/>
                </a:lnTo>
                <a:lnTo>
                  <a:pt x="1026" y="33979"/>
                </a:lnTo>
                <a:lnTo>
                  <a:pt x="1026" y="33779"/>
                </a:lnTo>
                <a:lnTo>
                  <a:pt x="1090" y="33582"/>
                </a:lnTo>
                <a:lnTo>
                  <a:pt x="1090" y="33449"/>
                </a:lnTo>
                <a:lnTo>
                  <a:pt x="1090" y="33249"/>
                </a:lnTo>
                <a:lnTo>
                  <a:pt x="1090" y="33049"/>
                </a:lnTo>
                <a:lnTo>
                  <a:pt x="1090" y="32849"/>
                </a:lnTo>
                <a:lnTo>
                  <a:pt x="1186" y="32648"/>
                </a:lnTo>
                <a:lnTo>
                  <a:pt x="1186" y="32451"/>
                </a:lnTo>
                <a:lnTo>
                  <a:pt x="1186" y="32318"/>
                </a:lnTo>
                <a:lnTo>
                  <a:pt x="1186" y="32118"/>
                </a:lnTo>
                <a:lnTo>
                  <a:pt x="1251" y="31918"/>
                </a:lnTo>
                <a:lnTo>
                  <a:pt x="1251" y="31718"/>
                </a:lnTo>
                <a:lnTo>
                  <a:pt x="1251" y="31521"/>
                </a:lnTo>
                <a:lnTo>
                  <a:pt x="1251" y="31320"/>
                </a:lnTo>
                <a:lnTo>
                  <a:pt x="1251" y="31120"/>
                </a:lnTo>
                <a:lnTo>
                  <a:pt x="1315" y="30920"/>
                </a:lnTo>
                <a:lnTo>
                  <a:pt x="1315" y="30720"/>
                </a:lnTo>
                <a:lnTo>
                  <a:pt x="1315" y="30523"/>
                </a:lnTo>
                <a:lnTo>
                  <a:pt x="1315" y="30323"/>
                </a:lnTo>
                <a:lnTo>
                  <a:pt x="1379" y="30123"/>
                </a:lnTo>
                <a:lnTo>
                  <a:pt x="1379" y="29923"/>
                </a:lnTo>
                <a:lnTo>
                  <a:pt x="1379" y="29723"/>
                </a:lnTo>
                <a:lnTo>
                  <a:pt x="1379" y="29526"/>
                </a:lnTo>
                <a:lnTo>
                  <a:pt x="1379" y="29259"/>
                </a:lnTo>
                <a:lnTo>
                  <a:pt x="1475" y="29059"/>
                </a:lnTo>
                <a:lnTo>
                  <a:pt x="1475" y="28859"/>
                </a:lnTo>
                <a:lnTo>
                  <a:pt x="1475" y="28659"/>
                </a:lnTo>
                <a:lnTo>
                  <a:pt x="1475" y="28462"/>
                </a:lnTo>
                <a:lnTo>
                  <a:pt x="1539" y="28261"/>
                </a:lnTo>
                <a:lnTo>
                  <a:pt x="1539" y="27995"/>
                </a:lnTo>
                <a:lnTo>
                  <a:pt x="1539" y="27795"/>
                </a:lnTo>
                <a:lnTo>
                  <a:pt x="1539" y="27597"/>
                </a:lnTo>
                <a:lnTo>
                  <a:pt x="1539" y="27397"/>
                </a:lnTo>
                <a:lnTo>
                  <a:pt x="1604" y="27197"/>
                </a:lnTo>
                <a:lnTo>
                  <a:pt x="1604" y="26931"/>
                </a:lnTo>
                <a:lnTo>
                  <a:pt x="1604" y="26730"/>
                </a:lnTo>
                <a:lnTo>
                  <a:pt x="1604" y="26533"/>
                </a:lnTo>
                <a:lnTo>
                  <a:pt x="1700" y="26267"/>
                </a:lnTo>
                <a:lnTo>
                  <a:pt x="1700" y="26067"/>
                </a:lnTo>
                <a:lnTo>
                  <a:pt x="1700" y="25866"/>
                </a:lnTo>
                <a:lnTo>
                  <a:pt x="1700" y="25603"/>
                </a:lnTo>
                <a:lnTo>
                  <a:pt x="1700" y="25403"/>
                </a:lnTo>
                <a:lnTo>
                  <a:pt x="1764" y="25202"/>
                </a:lnTo>
                <a:lnTo>
                  <a:pt x="1764" y="24936"/>
                </a:lnTo>
                <a:lnTo>
                  <a:pt x="1764" y="24736"/>
                </a:lnTo>
                <a:lnTo>
                  <a:pt x="1764" y="24472"/>
                </a:lnTo>
                <a:lnTo>
                  <a:pt x="1828" y="24272"/>
                </a:lnTo>
                <a:lnTo>
                  <a:pt x="1828" y="24005"/>
                </a:lnTo>
                <a:lnTo>
                  <a:pt x="1828" y="23805"/>
                </a:lnTo>
                <a:lnTo>
                  <a:pt x="1828" y="23541"/>
                </a:lnTo>
                <a:lnTo>
                  <a:pt x="1828" y="23341"/>
                </a:lnTo>
                <a:lnTo>
                  <a:pt x="1892" y="23074"/>
                </a:lnTo>
                <a:lnTo>
                  <a:pt x="1892" y="22874"/>
                </a:lnTo>
                <a:lnTo>
                  <a:pt x="1892" y="22610"/>
                </a:lnTo>
                <a:lnTo>
                  <a:pt x="1892" y="22410"/>
                </a:lnTo>
                <a:lnTo>
                  <a:pt x="1892" y="22143"/>
                </a:lnTo>
                <a:lnTo>
                  <a:pt x="1988" y="21943"/>
                </a:lnTo>
                <a:lnTo>
                  <a:pt x="1988" y="21677"/>
                </a:lnTo>
                <a:lnTo>
                  <a:pt x="1988" y="21413"/>
                </a:lnTo>
                <a:lnTo>
                  <a:pt x="1988" y="21213"/>
                </a:lnTo>
                <a:lnTo>
                  <a:pt x="2053" y="20946"/>
                </a:lnTo>
                <a:lnTo>
                  <a:pt x="2053" y="20679"/>
                </a:lnTo>
                <a:lnTo>
                  <a:pt x="2053" y="20482"/>
                </a:lnTo>
                <a:lnTo>
                  <a:pt x="2053" y="20215"/>
                </a:lnTo>
                <a:lnTo>
                  <a:pt x="2053" y="19948"/>
                </a:lnTo>
                <a:lnTo>
                  <a:pt x="2117" y="19682"/>
                </a:lnTo>
                <a:lnTo>
                  <a:pt x="2117" y="19485"/>
                </a:lnTo>
                <a:lnTo>
                  <a:pt x="2117" y="19218"/>
                </a:lnTo>
                <a:lnTo>
                  <a:pt x="2117" y="18951"/>
                </a:lnTo>
                <a:lnTo>
                  <a:pt x="2181" y="18684"/>
                </a:lnTo>
                <a:lnTo>
                  <a:pt x="2181" y="18487"/>
                </a:lnTo>
                <a:lnTo>
                  <a:pt x="2181" y="18220"/>
                </a:lnTo>
                <a:lnTo>
                  <a:pt x="2181" y="17954"/>
                </a:lnTo>
                <a:lnTo>
                  <a:pt x="2181" y="17687"/>
                </a:lnTo>
                <a:lnTo>
                  <a:pt x="2277" y="17423"/>
                </a:lnTo>
                <a:lnTo>
                  <a:pt x="2277" y="17156"/>
                </a:lnTo>
                <a:lnTo>
                  <a:pt x="2277" y="16956"/>
                </a:lnTo>
                <a:lnTo>
                  <a:pt x="2277" y="16689"/>
                </a:lnTo>
                <a:lnTo>
                  <a:pt x="2341" y="16425"/>
                </a:lnTo>
                <a:lnTo>
                  <a:pt x="2341" y="16159"/>
                </a:lnTo>
                <a:lnTo>
                  <a:pt x="2341" y="15892"/>
                </a:lnTo>
                <a:lnTo>
                  <a:pt x="2341" y="15628"/>
                </a:lnTo>
                <a:lnTo>
                  <a:pt x="2341" y="15361"/>
                </a:lnTo>
                <a:lnTo>
                  <a:pt x="2406" y="15095"/>
                </a:lnTo>
                <a:lnTo>
                  <a:pt x="2406" y="14828"/>
                </a:lnTo>
                <a:lnTo>
                  <a:pt x="2406" y="14564"/>
                </a:lnTo>
                <a:lnTo>
                  <a:pt x="2406" y="14297"/>
                </a:lnTo>
                <a:lnTo>
                  <a:pt x="2502" y="14030"/>
                </a:lnTo>
                <a:lnTo>
                  <a:pt x="2502" y="13764"/>
                </a:lnTo>
                <a:lnTo>
                  <a:pt x="2502" y="13500"/>
                </a:lnTo>
                <a:lnTo>
                  <a:pt x="2502" y="13233"/>
                </a:lnTo>
                <a:lnTo>
                  <a:pt x="2502" y="12966"/>
                </a:lnTo>
                <a:lnTo>
                  <a:pt x="2566" y="12636"/>
                </a:lnTo>
                <a:lnTo>
                  <a:pt x="2566" y="12369"/>
                </a:lnTo>
                <a:lnTo>
                  <a:pt x="2566" y="12102"/>
                </a:lnTo>
                <a:lnTo>
                  <a:pt x="2566" y="11835"/>
                </a:lnTo>
                <a:lnTo>
                  <a:pt x="2630" y="11572"/>
                </a:lnTo>
                <a:lnTo>
                  <a:pt x="2630" y="11305"/>
                </a:lnTo>
                <a:lnTo>
                  <a:pt x="2630" y="10971"/>
                </a:lnTo>
                <a:lnTo>
                  <a:pt x="2630" y="10705"/>
                </a:lnTo>
                <a:lnTo>
                  <a:pt x="2630" y="10441"/>
                </a:lnTo>
                <a:lnTo>
                  <a:pt x="2694" y="10174"/>
                </a:lnTo>
                <a:lnTo>
                  <a:pt x="2694" y="9841"/>
                </a:lnTo>
                <a:lnTo>
                  <a:pt x="2694" y="9577"/>
                </a:lnTo>
                <a:lnTo>
                  <a:pt x="2694" y="9310"/>
                </a:lnTo>
                <a:lnTo>
                  <a:pt x="2694" y="9043"/>
                </a:lnTo>
                <a:lnTo>
                  <a:pt x="2790" y="8710"/>
                </a:lnTo>
                <a:lnTo>
                  <a:pt x="2790" y="8446"/>
                </a:lnTo>
                <a:lnTo>
                  <a:pt x="2790" y="8179"/>
                </a:lnTo>
                <a:lnTo>
                  <a:pt x="2790" y="7846"/>
                </a:lnTo>
                <a:lnTo>
                  <a:pt x="2855" y="7582"/>
                </a:lnTo>
                <a:lnTo>
                  <a:pt x="2855" y="7315"/>
                </a:lnTo>
                <a:lnTo>
                  <a:pt x="2855" y="6982"/>
                </a:lnTo>
                <a:lnTo>
                  <a:pt x="2855" y="6715"/>
                </a:lnTo>
                <a:lnTo>
                  <a:pt x="2855" y="6384"/>
                </a:lnTo>
                <a:lnTo>
                  <a:pt x="2919" y="6118"/>
                </a:lnTo>
                <a:lnTo>
                  <a:pt x="2919" y="5784"/>
                </a:lnTo>
                <a:lnTo>
                  <a:pt x="2919" y="5520"/>
                </a:lnTo>
                <a:lnTo>
                  <a:pt x="2919" y="5187"/>
                </a:lnTo>
                <a:lnTo>
                  <a:pt x="2983" y="4920"/>
                </a:lnTo>
                <a:lnTo>
                  <a:pt x="2983" y="4589"/>
                </a:lnTo>
                <a:lnTo>
                  <a:pt x="2983" y="4323"/>
                </a:lnTo>
                <a:lnTo>
                  <a:pt x="2983" y="3989"/>
                </a:lnTo>
                <a:lnTo>
                  <a:pt x="2983" y="3723"/>
                </a:lnTo>
                <a:lnTo>
                  <a:pt x="3079" y="3392"/>
                </a:lnTo>
                <a:lnTo>
                  <a:pt x="3079" y="3125"/>
                </a:lnTo>
                <a:lnTo>
                  <a:pt x="3079" y="2792"/>
                </a:lnTo>
                <a:lnTo>
                  <a:pt x="3079" y="2528"/>
                </a:lnTo>
                <a:lnTo>
                  <a:pt x="3143" y="2194"/>
                </a:lnTo>
                <a:lnTo>
                  <a:pt x="3143" y="1861"/>
                </a:lnTo>
                <a:lnTo>
                  <a:pt x="3143" y="1597"/>
                </a:lnTo>
                <a:lnTo>
                  <a:pt x="3143" y="1264"/>
                </a:lnTo>
                <a:lnTo>
                  <a:pt x="3143" y="930"/>
                </a:lnTo>
                <a:lnTo>
                  <a:pt x="3208" y="666"/>
                </a:lnTo>
                <a:lnTo>
                  <a:pt x="3208" y="333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997690" y="3820808"/>
            <a:ext cx="3208" cy="79262"/>
          </a:xfrm>
          <a:custGeom>
            <a:avLst/>
            <a:gdLst/>
            <a:ahLst/>
            <a:cxnLst/>
            <a:rect l="l" t="t" r="r" b="b"/>
            <a:pathLst>
              <a:path w="3208" h="79262">
                <a:moveTo>
                  <a:pt x="0" y="79262"/>
                </a:moveTo>
                <a:lnTo>
                  <a:pt x="0" y="78931"/>
                </a:lnTo>
                <a:lnTo>
                  <a:pt x="96" y="78664"/>
                </a:lnTo>
                <a:lnTo>
                  <a:pt x="96" y="78331"/>
                </a:lnTo>
                <a:lnTo>
                  <a:pt x="96" y="77998"/>
                </a:lnTo>
                <a:lnTo>
                  <a:pt x="96" y="77667"/>
                </a:lnTo>
                <a:lnTo>
                  <a:pt x="96" y="77400"/>
                </a:lnTo>
                <a:lnTo>
                  <a:pt x="160" y="77067"/>
                </a:lnTo>
                <a:lnTo>
                  <a:pt x="160" y="76736"/>
                </a:lnTo>
                <a:lnTo>
                  <a:pt x="160" y="76403"/>
                </a:lnTo>
                <a:lnTo>
                  <a:pt x="160" y="76069"/>
                </a:lnTo>
                <a:lnTo>
                  <a:pt x="224" y="75739"/>
                </a:lnTo>
                <a:lnTo>
                  <a:pt x="224" y="75472"/>
                </a:lnTo>
                <a:lnTo>
                  <a:pt x="224" y="75139"/>
                </a:lnTo>
                <a:lnTo>
                  <a:pt x="224" y="74808"/>
                </a:lnTo>
                <a:lnTo>
                  <a:pt x="224" y="74475"/>
                </a:lnTo>
                <a:lnTo>
                  <a:pt x="288" y="74141"/>
                </a:lnTo>
                <a:lnTo>
                  <a:pt x="288" y="73811"/>
                </a:lnTo>
                <a:lnTo>
                  <a:pt x="288" y="73477"/>
                </a:lnTo>
                <a:lnTo>
                  <a:pt x="288" y="73144"/>
                </a:lnTo>
                <a:lnTo>
                  <a:pt x="288" y="72813"/>
                </a:lnTo>
                <a:lnTo>
                  <a:pt x="384" y="72480"/>
                </a:lnTo>
                <a:lnTo>
                  <a:pt x="384" y="72146"/>
                </a:lnTo>
                <a:lnTo>
                  <a:pt x="384" y="71816"/>
                </a:lnTo>
                <a:lnTo>
                  <a:pt x="384" y="71482"/>
                </a:lnTo>
                <a:lnTo>
                  <a:pt x="449" y="71149"/>
                </a:lnTo>
                <a:lnTo>
                  <a:pt x="449" y="70818"/>
                </a:lnTo>
                <a:lnTo>
                  <a:pt x="449" y="70485"/>
                </a:lnTo>
                <a:lnTo>
                  <a:pt x="449" y="70151"/>
                </a:lnTo>
                <a:lnTo>
                  <a:pt x="449" y="69821"/>
                </a:lnTo>
                <a:lnTo>
                  <a:pt x="513" y="69421"/>
                </a:lnTo>
                <a:lnTo>
                  <a:pt x="513" y="69087"/>
                </a:lnTo>
                <a:lnTo>
                  <a:pt x="513" y="68757"/>
                </a:lnTo>
                <a:lnTo>
                  <a:pt x="513" y="68423"/>
                </a:lnTo>
                <a:lnTo>
                  <a:pt x="609" y="68090"/>
                </a:lnTo>
                <a:lnTo>
                  <a:pt x="609" y="67759"/>
                </a:lnTo>
                <a:lnTo>
                  <a:pt x="609" y="67359"/>
                </a:lnTo>
                <a:lnTo>
                  <a:pt x="609" y="67026"/>
                </a:lnTo>
                <a:lnTo>
                  <a:pt x="609" y="66695"/>
                </a:lnTo>
                <a:lnTo>
                  <a:pt x="673" y="66362"/>
                </a:lnTo>
                <a:lnTo>
                  <a:pt x="673" y="66028"/>
                </a:lnTo>
                <a:lnTo>
                  <a:pt x="673" y="65631"/>
                </a:lnTo>
                <a:lnTo>
                  <a:pt x="673" y="65297"/>
                </a:lnTo>
                <a:lnTo>
                  <a:pt x="737" y="64967"/>
                </a:lnTo>
                <a:lnTo>
                  <a:pt x="737" y="64567"/>
                </a:lnTo>
                <a:lnTo>
                  <a:pt x="737" y="64233"/>
                </a:lnTo>
                <a:lnTo>
                  <a:pt x="737" y="63903"/>
                </a:lnTo>
                <a:lnTo>
                  <a:pt x="737" y="63503"/>
                </a:lnTo>
                <a:lnTo>
                  <a:pt x="802" y="63169"/>
                </a:lnTo>
                <a:lnTo>
                  <a:pt x="802" y="62839"/>
                </a:lnTo>
                <a:lnTo>
                  <a:pt x="802" y="62439"/>
                </a:lnTo>
                <a:lnTo>
                  <a:pt x="802" y="62105"/>
                </a:lnTo>
                <a:lnTo>
                  <a:pt x="898" y="61775"/>
                </a:lnTo>
                <a:lnTo>
                  <a:pt x="898" y="61374"/>
                </a:lnTo>
                <a:lnTo>
                  <a:pt x="898" y="61041"/>
                </a:lnTo>
                <a:lnTo>
                  <a:pt x="898" y="60644"/>
                </a:lnTo>
                <a:lnTo>
                  <a:pt x="898" y="60310"/>
                </a:lnTo>
                <a:lnTo>
                  <a:pt x="962" y="59913"/>
                </a:lnTo>
                <a:lnTo>
                  <a:pt x="962" y="59580"/>
                </a:lnTo>
                <a:lnTo>
                  <a:pt x="962" y="59179"/>
                </a:lnTo>
                <a:lnTo>
                  <a:pt x="962" y="58849"/>
                </a:lnTo>
                <a:lnTo>
                  <a:pt x="1026" y="58449"/>
                </a:lnTo>
                <a:lnTo>
                  <a:pt x="1026" y="58115"/>
                </a:lnTo>
                <a:lnTo>
                  <a:pt x="1026" y="57718"/>
                </a:lnTo>
                <a:lnTo>
                  <a:pt x="1026" y="57385"/>
                </a:lnTo>
                <a:lnTo>
                  <a:pt x="1026" y="56987"/>
                </a:lnTo>
                <a:lnTo>
                  <a:pt x="1090" y="56587"/>
                </a:lnTo>
                <a:lnTo>
                  <a:pt x="1090" y="56254"/>
                </a:lnTo>
                <a:lnTo>
                  <a:pt x="1090" y="55857"/>
                </a:lnTo>
                <a:lnTo>
                  <a:pt x="1090" y="55523"/>
                </a:lnTo>
                <a:lnTo>
                  <a:pt x="1090" y="55123"/>
                </a:lnTo>
                <a:lnTo>
                  <a:pt x="1186" y="54726"/>
                </a:lnTo>
                <a:lnTo>
                  <a:pt x="1186" y="54392"/>
                </a:lnTo>
                <a:lnTo>
                  <a:pt x="1186" y="53992"/>
                </a:lnTo>
                <a:lnTo>
                  <a:pt x="1186" y="53595"/>
                </a:lnTo>
                <a:lnTo>
                  <a:pt x="1251" y="53261"/>
                </a:lnTo>
                <a:lnTo>
                  <a:pt x="1251" y="52864"/>
                </a:lnTo>
                <a:lnTo>
                  <a:pt x="1251" y="52464"/>
                </a:lnTo>
                <a:lnTo>
                  <a:pt x="1251" y="52064"/>
                </a:lnTo>
                <a:lnTo>
                  <a:pt x="1251" y="51733"/>
                </a:lnTo>
                <a:lnTo>
                  <a:pt x="1315" y="51333"/>
                </a:lnTo>
                <a:lnTo>
                  <a:pt x="1315" y="50936"/>
                </a:lnTo>
                <a:lnTo>
                  <a:pt x="1315" y="50536"/>
                </a:lnTo>
                <a:lnTo>
                  <a:pt x="1315" y="50136"/>
                </a:lnTo>
                <a:lnTo>
                  <a:pt x="1411" y="49805"/>
                </a:lnTo>
                <a:lnTo>
                  <a:pt x="1411" y="49405"/>
                </a:lnTo>
                <a:lnTo>
                  <a:pt x="1411" y="49008"/>
                </a:lnTo>
                <a:lnTo>
                  <a:pt x="1411" y="48608"/>
                </a:lnTo>
                <a:lnTo>
                  <a:pt x="1411" y="48208"/>
                </a:lnTo>
                <a:lnTo>
                  <a:pt x="1475" y="47810"/>
                </a:lnTo>
                <a:lnTo>
                  <a:pt x="1475" y="47410"/>
                </a:lnTo>
                <a:lnTo>
                  <a:pt x="1475" y="47077"/>
                </a:lnTo>
                <a:lnTo>
                  <a:pt x="1475" y="46679"/>
                </a:lnTo>
                <a:lnTo>
                  <a:pt x="1539" y="46279"/>
                </a:lnTo>
                <a:lnTo>
                  <a:pt x="1539" y="45882"/>
                </a:lnTo>
                <a:lnTo>
                  <a:pt x="1539" y="45482"/>
                </a:lnTo>
                <a:lnTo>
                  <a:pt x="1539" y="45082"/>
                </a:lnTo>
                <a:lnTo>
                  <a:pt x="1539" y="44685"/>
                </a:lnTo>
                <a:lnTo>
                  <a:pt x="1604" y="44284"/>
                </a:lnTo>
                <a:lnTo>
                  <a:pt x="1604" y="43887"/>
                </a:lnTo>
                <a:lnTo>
                  <a:pt x="1604" y="43487"/>
                </a:lnTo>
                <a:lnTo>
                  <a:pt x="1604" y="43087"/>
                </a:lnTo>
                <a:lnTo>
                  <a:pt x="1700" y="42690"/>
                </a:lnTo>
                <a:lnTo>
                  <a:pt x="1700" y="42290"/>
                </a:lnTo>
                <a:lnTo>
                  <a:pt x="1700" y="41892"/>
                </a:lnTo>
                <a:lnTo>
                  <a:pt x="1700" y="41492"/>
                </a:lnTo>
                <a:lnTo>
                  <a:pt x="1700" y="41092"/>
                </a:lnTo>
                <a:lnTo>
                  <a:pt x="1764" y="40628"/>
                </a:lnTo>
                <a:lnTo>
                  <a:pt x="1764" y="40228"/>
                </a:lnTo>
                <a:lnTo>
                  <a:pt x="1764" y="39831"/>
                </a:lnTo>
                <a:lnTo>
                  <a:pt x="1764" y="39431"/>
                </a:lnTo>
                <a:lnTo>
                  <a:pt x="1828" y="39033"/>
                </a:lnTo>
                <a:lnTo>
                  <a:pt x="1828" y="38633"/>
                </a:lnTo>
                <a:lnTo>
                  <a:pt x="1828" y="38233"/>
                </a:lnTo>
                <a:lnTo>
                  <a:pt x="1828" y="37769"/>
                </a:lnTo>
                <a:lnTo>
                  <a:pt x="1828" y="37369"/>
                </a:lnTo>
                <a:lnTo>
                  <a:pt x="1924" y="36972"/>
                </a:lnTo>
                <a:lnTo>
                  <a:pt x="1924" y="36572"/>
                </a:lnTo>
                <a:lnTo>
                  <a:pt x="1924" y="36105"/>
                </a:lnTo>
                <a:lnTo>
                  <a:pt x="1924" y="35708"/>
                </a:lnTo>
                <a:lnTo>
                  <a:pt x="1924" y="35307"/>
                </a:lnTo>
                <a:lnTo>
                  <a:pt x="1988" y="34910"/>
                </a:lnTo>
                <a:lnTo>
                  <a:pt x="1988" y="34443"/>
                </a:lnTo>
                <a:lnTo>
                  <a:pt x="1988" y="34046"/>
                </a:lnTo>
                <a:lnTo>
                  <a:pt x="1988" y="33646"/>
                </a:lnTo>
                <a:lnTo>
                  <a:pt x="2053" y="33246"/>
                </a:lnTo>
                <a:lnTo>
                  <a:pt x="2053" y="32782"/>
                </a:lnTo>
                <a:lnTo>
                  <a:pt x="2053" y="32382"/>
                </a:lnTo>
                <a:lnTo>
                  <a:pt x="2053" y="31918"/>
                </a:lnTo>
                <a:lnTo>
                  <a:pt x="2053" y="31518"/>
                </a:lnTo>
                <a:lnTo>
                  <a:pt x="2117" y="31118"/>
                </a:lnTo>
                <a:lnTo>
                  <a:pt x="2117" y="30654"/>
                </a:lnTo>
                <a:lnTo>
                  <a:pt x="2117" y="30253"/>
                </a:lnTo>
                <a:lnTo>
                  <a:pt x="2117" y="29856"/>
                </a:lnTo>
                <a:lnTo>
                  <a:pt x="2213" y="29389"/>
                </a:lnTo>
                <a:lnTo>
                  <a:pt x="2213" y="28992"/>
                </a:lnTo>
                <a:lnTo>
                  <a:pt x="2213" y="28525"/>
                </a:lnTo>
                <a:lnTo>
                  <a:pt x="2213" y="28125"/>
                </a:lnTo>
                <a:lnTo>
                  <a:pt x="2213" y="27661"/>
                </a:lnTo>
                <a:lnTo>
                  <a:pt x="2277" y="27261"/>
                </a:lnTo>
                <a:lnTo>
                  <a:pt x="2277" y="26797"/>
                </a:lnTo>
                <a:lnTo>
                  <a:pt x="2277" y="26397"/>
                </a:lnTo>
                <a:lnTo>
                  <a:pt x="2277" y="25933"/>
                </a:lnTo>
                <a:lnTo>
                  <a:pt x="2341" y="25533"/>
                </a:lnTo>
                <a:lnTo>
                  <a:pt x="2341" y="25069"/>
                </a:lnTo>
                <a:lnTo>
                  <a:pt x="2341" y="24669"/>
                </a:lnTo>
                <a:lnTo>
                  <a:pt x="2341" y="24202"/>
                </a:lnTo>
                <a:lnTo>
                  <a:pt x="2341" y="23805"/>
                </a:lnTo>
                <a:lnTo>
                  <a:pt x="2406" y="23338"/>
                </a:lnTo>
                <a:lnTo>
                  <a:pt x="2406" y="22874"/>
                </a:lnTo>
                <a:lnTo>
                  <a:pt x="2406" y="22474"/>
                </a:lnTo>
                <a:lnTo>
                  <a:pt x="2406" y="22010"/>
                </a:lnTo>
                <a:lnTo>
                  <a:pt x="2502" y="21543"/>
                </a:lnTo>
                <a:lnTo>
                  <a:pt x="2502" y="21143"/>
                </a:lnTo>
                <a:lnTo>
                  <a:pt x="2502" y="20679"/>
                </a:lnTo>
                <a:lnTo>
                  <a:pt x="2502" y="20212"/>
                </a:lnTo>
                <a:lnTo>
                  <a:pt x="2502" y="19815"/>
                </a:lnTo>
                <a:lnTo>
                  <a:pt x="2566" y="19348"/>
                </a:lnTo>
                <a:lnTo>
                  <a:pt x="2566" y="18884"/>
                </a:lnTo>
                <a:lnTo>
                  <a:pt x="2566" y="18484"/>
                </a:lnTo>
                <a:lnTo>
                  <a:pt x="2566" y="18020"/>
                </a:lnTo>
                <a:lnTo>
                  <a:pt x="2630" y="17553"/>
                </a:lnTo>
                <a:lnTo>
                  <a:pt x="2630" y="17089"/>
                </a:lnTo>
                <a:lnTo>
                  <a:pt x="2630" y="16689"/>
                </a:lnTo>
                <a:lnTo>
                  <a:pt x="2630" y="16223"/>
                </a:lnTo>
                <a:lnTo>
                  <a:pt x="2630" y="15759"/>
                </a:lnTo>
                <a:lnTo>
                  <a:pt x="2726" y="15292"/>
                </a:lnTo>
                <a:lnTo>
                  <a:pt x="2726" y="14895"/>
                </a:lnTo>
                <a:lnTo>
                  <a:pt x="2726" y="14428"/>
                </a:lnTo>
                <a:lnTo>
                  <a:pt x="2726" y="13964"/>
                </a:lnTo>
                <a:lnTo>
                  <a:pt x="2726" y="13497"/>
                </a:lnTo>
                <a:lnTo>
                  <a:pt x="2790" y="13033"/>
                </a:lnTo>
                <a:lnTo>
                  <a:pt x="2790" y="12566"/>
                </a:lnTo>
                <a:lnTo>
                  <a:pt x="2790" y="12102"/>
                </a:lnTo>
                <a:lnTo>
                  <a:pt x="2790" y="11702"/>
                </a:lnTo>
                <a:lnTo>
                  <a:pt x="2855" y="11235"/>
                </a:lnTo>
                <a:lnTo>
                  <a:pt x="2855" y="10771"/>
                </a:lnTo>
                <a:lnTo>
                  <a:pt x="2855" y="10305"/>
                </a:lnTo>
                <a:lnTo>
                  <a:pt x="2855" y="9841"/>
                </a:lnTo>
                <a:lnTo>
                  <a:pt x="2855" y="9374"/>
                </a:lnTo>
                <a:lnTo>
                  <a:pt x="2919" y="8910"/>
                </a:lnTo>
                <a:lnTo>
                  <a:pt x="2919" y="8443"/>
                </a:lnTo>
                <a:lnTo>
                  <a:pt x="2919" y="7979"/>
                </a:lnTo>
                <a:lnTo>
                  <a:pt x="2919" y="7512"/>
                </a:lnTo>
                <a:lnTo>
                  <a:pt x="3015" y="7048"/>
                </a:lnTo>
                <a:lnTo>
                  <a:pt x="3015" y="6581"/>
                </a:lnTo>
                <a:lnTo>
                  <a:pt x="3015" y="6118"/>
                </a:lnTo>
                <a:lnTo>
                  <a:pt x="3015" y="5651"/>
                </a:lnTo>
                <a:lnTo>
                  <a:pt x="3015" y="5184"/>
                </a:lnTo>
                <a:lnTo>
                  <a:pt x="3079" y="4720"/>
                </a:lnTo>
                <a:lnTo>
                  <a:pt x="3079" y="4253"/>
                </a:lnTo>
                <a:lnTo>
                  <a:pt x="3079" y="3789"/>
                </a:lnTo>
                <a:lnTo>
                  <a:pt x="3079" y="3322"/>
                </a:lnTo>
                <a:lnTo>
                  <a:pt x="3143" y="2858"/>
                </a:lnTo>
                <a:lnTo>
                  <a:pt x="3143" y="2392"/>
                </a:lnTo>
                <a:lnTo>
                  <a:pt x="3143" y="1928"/>
                </a:lnTo>
                <a:lnTo>
                  <a:pt x="3143" y="1394"/>
                </a:lnTo>
                <a:lnTo>
                  <a:pt x="3143" y="930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000898" y="3713614"/>
            <a:ext cx="3240" cy="107193"/>
          </a:xfrm>
          <a:custGeom>
            <a:avLst/>
            <a:gdLst/>
            <a:ahLst/>
            <a:cxnLst/>
            <a:rect l="l" t="t" r="r" b="b"/>
            <a:pathLst>
              <a:path w="3240" h="107193">
                <a:moveTo>
                  <a:pt x="0" y="107193"/>
                </a:moveTo>
                <a:lnTo>
                  <a:pt x="0" y="106726"/>
                </a:lnTo>
                <a:lnTo>
                  <a:pt x="0" y="106262"/>
                </a:lnTo>
                <a:lnTo>
                  <a:pt x="96" y="105729"/>
                </a:lnTo>
                <a:lnTo>
                  <a:pt x="96" y="105265"/>
                </a:lnTo>
                <a:lnTo>
                  <a:pt x="96" y="104798"/>
                </a:lnTo>
                <a:lnTo>
                  <a:pt x="96" y="104334"/>
                </a:lnTo>
                <a:lnTo>
                  <a:pt x="96" y="103867"/>
                </a:lnTo>
                <a:lnTo>
                  <a:pt x="160" y="103337"/>
                </a:lnTo>
                <a:lnTo>
                  <a:pt x="160" y="102870"/>
                </a:lnTo>
                <a:lnTo>
                  <a:pt x="160" y="102403"/>
                </a:lnTo>
                <a:lnTo>
                  <a:pt x="160" y="101939"/>
                </a:lnTo>
                <a:lnTo>
                  <a:pt x="224" y="101406"/>
                </a:lnTo>
                <a:lnTo>
                  <a:pt x="224" y="100942"/>
                </a:lnTo>
                <a:lnTo>
                  <a:pt x="224" y="100475"/>
                </a:lnTo>
                <a:lnTo>
                  <a:pt x="224" y="99944"/>
                </a:lnTo>
                <a:lnTo>
                  <a:pt x="224" y="99477"/>
                </a:lnTo>
                <a:lnTo>
                  <a:pt x="320" y="99014"/>
                </a:lnTo>
                <a:lnTo>
                  <a:pt x="320" y="98480"/>
                </a:lnTo>
                <a:lnTo>
                  <a:pt x="320" y="98016"/>
                </a:lnTo>
                <a:lnTo>
                  <a:pt x="320" y="97549"/>
                </a:lnTo>
                <a:lnTo>
                  <a:pt x="320" y="97019"/>
                </a:lnTo>
                <a:lnTo>
                  <a:pt x="384" y="96552"/>
                </a:lnTo>
                <a:lnTo>
                  <a:pt x="384" y="96021"/>
                </a:lnTo>
                <a:lnTo>
                  <a:pt x="384" y="95554"/>
                </a:lnTo>
                <a:lnTo>
                  <a:pt x="384" y="95090"/>
                </a:lnTo>
                <a:lnTo>
                  <a:pt x="449" y="94557"/>
                </a:lnTo>
                <a:lnTo>
                  <a:pt x="449" y="94093"/>
                </a:lnTo>
                <a:lnTo>
                  <a:pt x="449" y="93559"/>
                </a:lnTo>
                <a:lnTo>
                  <a:pt x="449" y="93096"/>
                </a:lnTo>
                <a:lnTo>
                  <a:pt x="449" y="92562"/>
                </a:lnTo>
                <a:lnTo>
                  <a:pt x="513" y="92098"/>
                </a:lnTo>
                <a:lnTo>
                  <a:pt x="513" y="91565"/>
                </a:lnTo>
                <a:lnTo>
                  <a:pt x="513" y="91101"/>
                </a:lnTo>
                <a:lnTo>
                  <a:pt x="513" y="90567"/>
                </a:lnTo>
                <a:lnTo>
                  <a:pt x="609" y="90103"/>
                </a:lnTo>
                <a:lnTo>
                  <a:pt x="609" y="89570"/>
                </a:lnTo>
                <a:lnTo>
                  <a:pt x="609" y="89106"/>
                </a:lnTo>
                <a:lnTo>
                  <a:pt x="609" y="88572"/>
                </a:lnTo>
                <a:lnTo>
                  <a:pt x="609" y="88108"/>
                </a:lnTo>
                <a:lnTo>
                  <a:pt x="673" y="87575"/>
                </a:lnTo>
                <a:lnTo>
                  <a:pt x="673" y="87111"/>
                </a:lnTo>
                <a:lnTo>
                  <a:pt x="673" y="86577"/>
                </a:lnTo>
                <a:lnTo>
                  <a:pt x="673" y="86047"/>
                </a:lnTo>
                <a:lnTo>
                  <a:pt x="737" y="85580"/>
                </a:lnTo>
                <a:lnTo>
                  <a:pt x="737" y="85049"/>
                </a:lnTo>
                <a:lnTo>
                  <a:pt x="737" y="84582"/>
                </a:lnTo>
                <a:lnTo>
                  <a:pt x="737" y="84052"/>
                </a:lnTo>
                <a:lnTo>
                  <a:pt x="737" y="83518"/>
                </a:lnTo>
                <a:lnTo>
                  <a:pt x="834" y="83054"/>
                </a:lnTo>
                <a:lnTo>
                  <a:pt x="834" y="82521"/>
                </a:lnTo>
                <a:lnTo>
                  <a:pt x="834" y="81990"/>
                </a:lnTo>
                <a:lnTo>
                  <a:pt x="834" y="81523"/>
                </a:lnTo>
                <a:lnTo>
                  <a:pt x="898" y="80993"/>
                </a:lnTo>
                <a:lnTo>
                  <a:pt x="898" y="80459"/>
                </a:lnTo>
                <a:lnTo>
                  <a:pt x="898" y="79995"/>
                </a:lnTo>
                <a:lnTo>
                  <a:pt x="898" y="79462"/>
                </a:lnTo>
                <a:lnTo>
                  <a:pt x="898" y="78931"/>
                </a:lnTo>
                <a:lnTo>
                  <a:pt x="962" y="78401"/>
                </a:lnTo>
                <a:lnTo>
                  <a:pt x="962" y="77934"/>
                </a:lnTo>
                <a:lnTo>
                  <a:pt x="962" y="77403"/>
                </a:lnTo>
                <a:lnTo>
                  <a:pt x="962" y="76870"/>
                </a:lnTo>
                <a:lnTo>
                  <a:pt x="1026" y="76339"/>
                </a:lnTo>
                <a:lnTo>
                  <a:pt x="1026" y="75805"/>
                </a:lnTo>
                <a:lnTo>
                  <a:pt x="1026" y="75342"/>
                </a:lnTo>
                <a:lnTo>
                  <a:pt x="1026" y="74808"/>
                </a:lnTo>
                <a:lnTo>
                  <a:pt x="1026" y="74277"/>
                </a:lnTo>
                <a:lnTo>
                  <a:pt x="1122" y="73744"/>
                </a:lnTo>
                <a:lnTo>
                  <a:pt x="1122" y="73213"/>
                </a:lnTo>
                <a:lnTo>
                  <a:pt x="1122" y="72680"/>
                </a:lnTo>
                <a:lnTo>
                  <a:pt x="1122" y="72216"/>
                </a:lnTo>
                <a:lnTo>
                  <a:pt x="1122" y="71682"/>
                </a:lnTo>
                <a:lnTo>
                  <a:pt x="1186" y="71152"/>
                </a:lnTo>
                <a:lnTo>
                  <a:pt x="1186" y="70618"/>
                </a:lnTo>
                <a:lnTo>
                  <a:pt x="1186" y="70088"/>
                </a:lnTo>
                <a:lnTo>
                  <a:pt x="1186" y="69560"/>
                </a:lnTo>
                <a:lnTo>
                  <a:pt x="1251" y="69009"/>
                </a:lnTo>
                <a:lnTo>
                  <a:pt x="1251" y="68487"/>
                </a:lnTo>
                <a:lnTo>
                  <a:pt x="1251" y="67965"/>
                </a:lnTo>
                <a:lnTo>
                  <a:pt x="1251" y="67414"/>
                </a:lnTo>
                <a:lnTo>
                  <a:pt x="1251" y="66950"/>
                </a:lnTo>
                <a:lnTo>
                  <a:pt x="1315" y="66428"/>
                </a:lnTo>
                <a:lnTo>
                  <a:pt x="1315" y="65906"/>
                </a:lnTo>
                <a:lnTo>
                  <a:pt x="1315" y="65355"/>
                </a:lnTo>
                <a:lnTo>
                  <a:pt x="1315" y="64834"/>
                </a:lnTo>
                <a:lnTo>
                  <a:pt x="1411" y="64312"/>
                </a:lnTo>
                <a:lnTo>
                  <a:pt x="1411" y="63761"/>
                </a:lnTo>
                <a:lnTo>
                  <a:pt x="1411" y="63239"/>
                </a:lnTo>
                <a:lnTo>
                  <a:pt x="1411" y="62717"/>
                </a:lnTo>
                <a:lnTo>
                  <a:pt x="1411" y="62166"/>
                </a:lnTo>
                <a:lnTo>
                  <a:pt x="1475" y="61644"/>
                </a:lnTo>
                <a:lnTo>
                  <a:pt x="1475" y="61035"/>
                </a:lnTo>
                <a:lnTo>
                  <a:pt x="1475" y="60513"/>
                </a:lnTo>
                <a:lnTo>
                  <a:pt x="1475" y="59991"/>
                </a:lnTo>
                <a:lnTo>
                  <a:pt x="1539" y="59440"/>
                </a:lnTo>
                <a:lnTo>
                  <a:pt x="1539" y="58918"/>
                </a:lnTo>
                <a:lnTo>
                  <a:pt x="1539" y="58397"/>
                </a:lnTo>
                <a:lnTo>
                  <a:pt x="1539" y="57846"/>
                </a:lnTo>
                <a:lnTo>
                  <a:pt x="1539" y="57324"/>
                </a:lnTo>
                <a:lnTo>
                  <a:pt x="1636" y="56802"/>
                </a:lnTo>
                <a:lnTo>
                  <a:pt x="1636" y="56251"/>
                </a:lnTo>
                <a:lnTo>
                  <a:pt x="1636" y="55671"/>
                </a:lnTo>
                <a:lnTo>
                  <a:pt x="1636" y="55120"/>
                </a:lnTo>
                <a:lnTo>
                  <a:pt x="1700" y="54598"/>
                </a:lnTo>
                <a:lnTo>
                  <a:pt x="1700" y="54047"/>
                </a:lnTo>
                <a:lnTo>
                  <a:pt x="1700" y="53525"/>
                </a:lnTo>
                <a:lnTo>
                  <a:pt x="1700" y="53003"/>
                </a:lnTo>
                <a:lnTo>
                  <a:pt x="1700" y="52394"/>
                </a:lnTo>
                <a:lnTo>
                  <a:pt x="1764" y="51873"/>
                </a:lnTo>
                <a:lnTo>
                  <a:pt x="1764" y="51322"/>
                </a:lnTo>
                <a:lnTo>
                  <a:pt x="1764" y="50800"/>
                </a:lnTo>
                <a:lnTo>
                  <a:pt x="1764" y="50278"/>
                </a:lnTo>
                <a:lnTo>
                  <a:pt x="1828" y="49669"/>
                </a:lnTo>
                <a:lnTo>
                  <a:pt x="1828" y="49147"/>
                </a:lnTo>
                <a:lnTo>
                  <a:pt x="1828" y="48596"/>
                </a:lnTo>
                <a:lnTo>
                  <a:pt x="1828" y="48074"/>
                </a:lnTo>
                <a:lnTo>
                  <a:pt x="1828" y="47465"/>
                </a:lnTo>
                <a:lnTo>
                  <a:pt x="1924" y="46943"/>
                </a:lnTo>
                <a:lnTo>
                  <a:pt x="1924" y="46421"/>
                </a:lnTo>
                <a:lnTo>
                  <a:pt x="1924" y="45870"/>
                </a:lnTo>
                <a:lnTo>
                  <a:pt x="1924" y="45291"/>
                </a:lnTo>
                <a:lnTo>
                  <a:pt x="1924" y="44740"/>
                </a:lnTo>
                <a:lnTo>
                  <a:pt x="1988" y="44218"/>
                </a:lnTo>
                <a:lnTo>
                  <a:pt x="1988" y="43609"/>
                </a:lnTo>
                <a:lnTo>
                  <a:pt x="1988" y="43087"/>
                </a:lnTo>
                <a:lnTo>
                  <a:pt x="1988" y="42565"/>
                </a:lnTo>
                <a:lnTo>
                  <a:pt x="2053" y="41956"/>
                </a:lnTo>
                <a:lnTo>
                  <a:pt x="2053" y="41434"/>
                </a:lnTo>
                <a:lnTo>
                  <a:pt x="2053" y="40825"/>
                </a:lnTo>
                <a:lnTo>
                  <a:pt x="2053" y="40303"/>
                </a:lnTo>
                <a:lnTo>
                  <a:pt x="2053" y="39752"/>
                </a:lnTo>
                <a:lnTo>
                  <a:pt x="2149" y="39172"/>
                </a:lnTo>
                <a:lnTo>
                  <a:pt x="2149" y="38622"/>
                </a:lnTo>
                <a:lnTo>
                  <a:pt x="2149" y="38100"/>
                </a:lnTo>
                <a:lnTo>
                  <a:pt x="2149" y="37491"/>
                </a:lnTo>
                <a:lnTo>
                  <a:pt x="2213" y="36969"/>
                </a:lnTo>
                <a:lnTo>
                  <a:pt x="2213" y="36360"/>
                </a:lnTo>
                <a:lnTo>
                  <a:pt x="2213" y="35838"/>
                </a:lnTo>
                <a:lnTo>
                  <a:pt x="2213" y="35229"/>
                </a:lnTo>
                <a:lnTo>
                  <a:pt x="2213" y="34707"/>
                </a:lnTo>
                <a:lnTo>
                  <a:pt x="2277" y="34098"/>
                </a:lnTo>
                <a:lnTo>
                  <a:pt x="2277" y="33576"/>
                </a:lnTo>
                <a:lnTo>
                  <a:pt x="2277" y="32996"/>
                </a:lnTo>
                <a:lnTo>
                  <a:pt x="2277" y="32446"/>
                </a:lnTo>
                <a:lnTo>
                  <a:pt x="2341" y="31866"/>
                </a:lnTo>
                <a:lnTo>
                  <a:pt x="2341" y="31315"/>
                </a:lnTo>
                <a:lnTo>
                  <a:pt x="2341" y="30735"/>
                </a:lnTo>
                <a:lnTo>
                  <a:pt x="2341" y="30184"/>
                </a:lnTo>
                <a:lnTo>
                  <a:pt x="2341" y="29604"/>
                </a:lnTo>
                <a:lnTo>
                  <a:pt x="2438" y="29053"/>
                </a:lnTo>
                <a:lnTo>
                  <a:pt x="2438" y="28473"/>
                </a:lnTo>
                <a:lnTo>
                  <a:pt x="2438" y="27922"/>
                </a:lnTo>
                <a:lnTo>
                  <a:pt x="2438" y="27342"/>
                </a:lnTo>
                <a:lnTo>
                  <a:pt x="2502" y="26791"/>
                </a:lnTo>
                <a:lnTo>
                  <a:pt x="2502" y="26211"/>
                </a:lnTo>
                <a:lnTo>
                  <a:pt x="2502" y="25603"/>
                </a:lnTo>
                <a:lnTo>
                  <a:pt x="2502" y="25081"/>
                </a:lnTo>
                <a:lnTo>
                  <a:pt x="2502" y="24472"/>
                </a:lnTo>
                <a:lnTo>
                  <a:pt x="2566" y="23950"/>
                </a:lnTo>
                <a:lnTo>
                  <a:pt x="2566" y="23341"/>
                </a:lnTo>
                <a:lnTo>
                  <a:pt x="2566" y="22732"/>
                </a:lnTo>
                <a:lnTo>
                  <a:pt x="2566" y="22210"/>
                </a:lnTo>
                <a:lnTo>
                  <a:pt x="2630" y="21601"/>
                </a:lnTo>
                <a:lnTo>
                  <a:pt x="2630" y="21079"/>
                </a:lnTo>
                <a:lnTo>
                  <a:pt x="2630" y="20470"/>
                </a:lnTo>
                <a:lnTo>
                  <a:pt x="2630" y="19890"/>
                </a:lnTo>
                <a:lnTo>
                  <a:pt x="2630" y="19340"/>
                </a:lnTo>
                <a:lnTo>
                  <a:pt x="2726" y="18760"/>
                </a:lnTo>
                <a:lnTo>
                  <a:pt x="2726" y="18151"/>
                </a:lnTo>
                <a:lnTo>
                  <a:pt x="2726" y="17629"/>
                </a:lnTo>
                <a:lnTo>
                  <a:pt x="2726" y="17020"/>
                </a:lnTo>
                <a:lnTo>
                  <a:pt x="2726" y="16411"/>
                </a:lnTo>
                <a:lnTo>
                  <a:pt x="2790" y="15831"/>
                </a:lnTo>
                <a:lnTo>
                  <a:pt x="2790" y="15280"/>
                </a:lnTo>
                <a:lnTo>
                  <a:pt x="2790" y="14700"/>
                </a:lnTo>
                <a:lnTo>
                  <a:pt x="2790" y="14091"/>
                </a:lnTo>
                <a:lnTo>
                  <a:pt x="2855" y="13511"/>
                </a:lnTo>
                <a:lnTo>
                  <a:pt x="2855" y="12961"/>
                </a:lnTo>
                <a:lnTo>
                  <a:pt x="2855" y="12381"/>
                </a:lnTo>
                <a:lnTo>
                  <a:pt x="2855" y="11772"/>
                </a:lnTo>
                <a:lnTo>
                  <a:pt x="2855" y="11163"/>
                </a:lnTo>
                <a:lnTo>
                  <a:pt x="2951" y="10641"/>
                </a:lnTo>
                <a:lnTo>
                  <a:pt x="2951" y="10032"/>
                </a:lnTo>
                <a:lnTo>
                  <a:pt x="2951" y="9452"/>
                </a:lnTo>
                <a:lnTo>
                  <a:pt x="2951" y="8843"/>
                </a:lnTo>
                <a:lnTo>
                  <a:pt x="3015" y="8234"/>
                </a:lnTo>
                <a:lnTo>
                  <a:pt x="3015" y="7712"/>
                </a:lnTo>
                <a:lnTo>
                  <a:pt x="3015" y="7103"/>
                </a:lnTo>
                <a:lnTo>
                  <a:pt x="3015" y="6523"/>
                </a:lnTo>
                <a:lnTo>
                  <a:pt x="3015" y="5915"/>
                </a:lnTo>
                <a:lnTo>
                  <a:pt x="3079" y="5306"/>
                </a:lnTo>
                <a:lnTo>
                  <a:pt x="3079" y="4784"/>
                </a:lnTo>
                <a:lnTo>
                  <a:pt x="3079" y="4175"/>
                </a:lnTo>
                <a:lnTo>
                  <a:pt x="3079" y="3595"/>
                </a:lnTo>
                <a:lnTo>
                  <a:pt x="3143" y="2986"/>
                </a:lnTo>
                <a:lnTo>
                  <a:pt x="3143" y="2406"/>
                </a:lnTo>
                <a:lnTo>
                  <a:pt x="3143" y="1797"/>
                </a:lnTo>
                <a:lnTo>
                  <a:pt x="3143" y="1188"/>
                </a:lnTo>
                <a:lnTo>
                  <a:pt x="3143" y="608"/>
                </a:lnTo>
                <a:lnTo>
                  <a:pt x="3240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004138" y="3588788"/>
            <a:ext cx="3143" cy="124825"/>
          </a:xfrm>
          <a:custGeom>
            <a:avLst/>
            <a:gdLst/>
            <a:ahLst/>
            <a:cxnLst/>
            <a:rect l="l" t="t" r="r" b="b"/>
            <a:pathLst>
              <a:path w="3143" h="124825">
                <a:moveTo>
                  <a:pt x="0" y="124825"/>
                </a:moveTo>
                <a:lnTo>
                  <a:pt x="0" y="124303"/>
                </a:lnTo>
                <a:lnTo>
                  <a:pt x="0" y="123695"/>
                </a:lnTo>
                <a:lnTo>
                  <a:pt x="0" y="123086"/>
                </a:lnTo>
                <a:lnTo>
                  <a:pt x="64" y="122506"/>
                </a:lnTo>
                <a:lnTo>
                  <a:pt x="64" y="121897"/>
                </a:lnTo>
                <a:lnTo>
                  <a:pt x="64" y="121288"/>
                </a:lnTo>
                <a:lnTo>
                  <a:pt x="64" y="120708"/>
                </a:lnTo>
                <a:lnTo>
                  <a:pt x="64" y="120099"/>
                </a:lnTo>
                <a:lnTo>
                  <a:pt x="128" y="119519"/>
                </a:lnTo>
                <a:lnTo>
                  <a:pt x="128" y="118910"/>
                </a:lnTo>
                <a:lnTo>
                  <a:pt x="128" y="118301"/>
                </a:lnTo>
                <a:lnTo>
                  <a:pt x="128" y="117721"/>
                </a:lnTo>
                <a:lnTo>
                  <a:pt x="192" y="117113"/>
                </a:lnTo>
                <a:lnTo>
                  <a:pt x="192" y="116504"/>
                </a:lnTo>
                <a:lnTo>
                  <a:pt x="192" y="115924"/>
                </a:lnTo>
                <a:lnTo>
                  <a:pt x="192" y="115315"/>
                </a:lnTo>
                <a:lnTo>
                  <a:pt x="192" y="114706"/>
                </a:lnTo>
                <a:lnTo>
                  <a:pt x="288" y="114126"/>
                </a:lnTo>
                <a:lnTo>
                  <a:pt x="288" y="113517"/>
                </a:lnTo>
                <a:lnTo>
                  <a:pt x="288" y="112937"/>
                </a:lnTo>
                <a:lnTo>
                  <a:pt x="288" y="112328"/>
                </a:lnTo>
                <a:lnTo>
                  <a:pt x="288" y="111719"/>
                </a:lnTo>
                <a:lnTo>
                  <a:pt x="352" y="111139"/>
                </a:lnTo>
                <a:lnTo>
                  <a:pt x="352" y="110531"/>
                </a:lnTo>
                <a:lnTo>
                  <a:pt x="352" y="109922"/>
                </a:lnTo>
                <a:lnTo>
                  <a:pt x="352" y="109342"/>
                </a:lnTo>
                <a:lnTo>
                  <a:pt x="417" y="108733"/>
                </a:lnTo>
                <a:lnTo>
                  <a:pt x="417" y="108124"/>
                </a:lnTo>
                <a:lnTo>
                  <a:pt x="417" y="107457"/>
                </a:lnTo>
                <a:lnTo>
                  <a:pt x="417" y="106877"/>
                </a:lnTo>
                <a:lnTo>
                  <a:pt x="417" y="106268"/>
                </a:lnTo>
                <a:lnTo>
                  <a:pt x="513" y="105688"/>
                </a:lnTo>
                <a:lnTo>
                  <a:pt x="513" y="105079"/>
                </a:lnTo>
                <a:lnTo>
                  <a:pt x="513" y="104470"/>
                </a:lnTo>
                <a:lnTo>
                  <a:pt x="513" y="103891"/>
                </a:lnTo>
                <a:lnTo>
                  <a:pt x="577" y="103282"/>
                </a:lnTo>
                <a:lnTo>
                  <a:pt x="577" y="102673"/>
                </a:lnTo>
                <a:lnTo>
                  <a:pt x="577" y="102006"/>
                </a:lnTo>
                <a:lnTo>
                  <a:pt x="577" y="101426"/>
                </a:lnTo>
                <a:lnTo>
                  <a:pt x="577" y="100817"/>
                </a:lnTo>
                <a:lnTo>
                  <a:pt x="641" y="100208"/>
                </a:lnTo>
                <a:lnTo>
                  <a:pt x="641" y="99628"/>
                </a:lnTo>
                <a:lnTo>
                  <a:pt x="641" y="99019"/>
                </a:lnTo>
                <a:lnTo>
                  <a:pt x="641" y="98352"/>
                </a:lnTo>
                <a:lnTo>
                  <a:pt x="705" y="97773"/>
                </a:lnTo>
                <a:lnTo>
                  <a:pt x="705" y="97164"/>
                </a:lnTo>
                <a:lnTo>
                  <a:pt x="705" y="96555"/>
                </a:lnTo>
                <a:lnTo>
                  <a:pt x="705" y="95975"/>
                </a:lnTo>
                <a:lnTo>
                  <a:pt x="705" y="95308"/>
                </a:lnTo>
                <a:lnTo>
                  <a:pt x="802" y="94699"/>
                </a:lnTo>
                <a:lnTo>
                  <a:pt x="802" y="94090"/>
                </a:lnTo>
                <a:lnTo>
                  <a:pt x="802" y="93510"/>
                </a:lnTo>
                <a:lnTo>
                  <a:pt x="802" y="92901"/>
                </a:lnTo>
                <a:lnTo>
                  <a:pt x="866" y="92234"/>
                </a:lnTo>
                <a:lnTo>
                  <a:pt x="866" y="91654"/>
                </a:lnTo>
                <a:lnTo>
                  <a:pt x="866" y="91046"/>
                </a:lnTo>
                <a:lnTo>
                  <a:pt x="866" y="90437"/>
                </a:lnTo>
                <a:lnTo>
                  <a:pt x="866" y="89770"/>
                </a:lnTo>
                <a:lnTo>
                  <a:pt x="930" y="89190"/>
                </a:lnTo>
                <a:lnTo>
                  <a:pt x="930" y="88581"/>
                </a:lnTo>
                <a:lnTo>
                  <a:pt x="930" y="87914"/>
                </a:lnTo>
                <a:lnTo>
                  <a:pt x="930" y="87334"/>
                </a:lnTo>
                <a:lnTo>
                  <a:pt x="1026" y="86725"/>
                </a:lnTo>
                <a:lnTo>
                  <a:pt x="1026" y="86116"/>
                </a:lnTo>
                <a:lnTo>
                  <a:pt x="1026" y="85449"/>
                </a:lnTo>
                <a:lnTo>
                  <a:pt x="1026" y="84869"/>
                </a:lnTo>
                <a:lnTo>
                  <a:pt x="1026" y="84261"/>
                </a:lnTo>
                <a:lnTo>
                  <a:pt x="1090" y="83594"/>
                </a:lnTo>
                <a:lnTo>
                  <a:pt x="1090" y="83014"/>
                </a:lnTo>
                <a:lnTo>
                  <a:pt x="1090" y="82405"/>
                </a:lnTo>
                <a:lnTo>
                  <a:pt x="1090" y="81738"/>
                </a:lnTo>
                <a:lnTo>
                  <a:pt x="1090" y="81129"/>
                </a:lnTo>
                <a:lnTo>
                  <a:pt x="1154" y="80549"/>
                </a:lnTo>
                <a:lnTo>
                  <a:pt x="1154" y="79882"/>
                </a:lnTo>
                <a:lnTo>
                  <a:pt x="1154" y="79273"/>
                </a:lnTo>
                <a:lnTo>
                  <a:pt x="1154" y="78664"/>
                </a:lnTo>
                <a:lnTo>
                  <a:pt x="1219" y="78027"/>
                </a:lnTo>
                <a:lnTo>
                  <a:pt x="1219" y="77418"/>
                </a:lnTo>
                <a:lnTo>
                  <a:pt x="1219" y="76809"/>
                </a:lnTo>
                <a:lnTo>
                  <a:pt x="1219" y="76142"/>
                </a:lnTo>
                <a:lnTo>
                  <a:pt x="1219" y="75562"/>
                </a:lnTo>
                <a:lnTo>
                  <a:pt x="1315" y="74895"/>
                </a:lnTo>
                <a:lnTo>
                  <a:pt x="1315" y="74286"/>
                </a:lnTo>
                <a:lnTo>
                  <a:pt x="1315" y="73677"/>
                </a:lnTo>
                <a:lnTo>
                  <a:pt x="1315" y="73039"/>
                </a:lnTo>
                <a:lnTo>
                  <a:pt x="1379" y="72430"/>
                </a:lnTo>
                <a:lnTo>
                  <a:pt x="1379" y="71763"/>
                </a:lnTo>
                <a:lnTo>
                  <a:pt x="1379" y="71155"/>
                </a:lnTo>
                <a:lnTo>
                  <a:pt x="1379" y="70575"/>
                </a:lnTo>
                <a:lnTo>
                  <a:pt x="1379" y="69908"/>
                </a:lnTo>
                <a:lnTo>
                  <a:pt x="1443" y="69299"/>
                </a:lnTo>
                <a:lnTo>
                  <a:pt x="1443" y="68632"/>
                </a:lnTo>
                <a:lnTo>
                  <a:pt x="1443" y="68052"/>
                </a:lnTo>
                <a:lnTo>
                  <a:pt x="1443" y="67385"/>
                </a:lnTo>
                <a:lnTo>
                  <a:pt x="1507" y="66776"/>
                </a:lnTo>
                <a:lnTo>
                  <a:pt x="1507" y="66167"/>
                </a:lnTo>
                <a:lnTo>
                  <a:pt x="1507" y="65500"/>
                </a:lnTo>
                <a:lnTo>
                  <a:pt x="1507" y="64921"/>
                </a:lnTo>
                <a:lnTo>
                  <a:pt x="1507" y="64254"/>
                </a:lnTo>
                <a:lnTo>
                  <a:pt x="1604" y="63645"/>
                </a:lnTo>
                <a:lnTo>
                  <a:pt x="1604" y="62978"/>
                </a:lnTo>
                <a:lnTo>
                  <a:pt x="1604" y="62398"/>
                </a:lnTo>
                <a:lnTo>
                  <a:pt x="1604" y="61731"/>
                </a:lnTo>
                <a:lnTo>
                  <a:pt x="1668" y="61122"/>
                </a:lnTo>
                <a:lnTo>
                  <a:pt x="1668" y="60455"/>
                </a:lnTo>
                <a:lnTo>
                  <a:pt x="1668" y="59846"/>
                </a:lnTo>
                <a:lnTo>
                  <a:pt x="1668" y="59179"/>
                </a:lnTo>
                <a:lnTo>
                  <a:pt x="1668" y="58600"/>
                </a:lnTo>
                <a:lnTo>
                  <a:pt x="1732" y="57933"/>
                </a:lnTo>
                <a:lnTo>
                  <a:pt x="1732" y="57324"/>
                </a:lnTo>
                <a:lnTo>
                  <a:pt x="1732" y="56657"/>
                </a:lnTo>
                <a:lnTo>
                  <a:pt x="1732" y="56077"/>
                </a:lnTo>
                <a:lnTo>
                  <a:pt x="1828" y="55410"/>
                </a:lnTo>
                <a:lnTo>
                  <a:pt x="1828" y="54801"/>
                </a:lnTo>
                <a:lnTo>
                  <a:pt x="1828" y="54134"/>
                </a:lnTo>
                <a:lnTo>
                  <a:pt x="1828" y="53554"/>
                </a:lnTo>
                <a:lnTo>
                  <a:pt x="1828" y="52887"/>
                </a:lnTo>
                <a:lnTo>
                  <a:pt x="1892" y="52220"/>
                </a:lnTo>
                <a:lnTo>
                  <a:pt x="1892" y="51612"/>
                </a:lnTo>
                <a:lnTo>
                  <a:pt x="1892" y="50945"/>
                </a:lnTo>
                <a:lnTo>
                  <a:pt x="1892" y="50336"/>
                </a:lnTo>
                <a:lnTo>
                  <a:pt x="1892" y="49698"/>
                </a:lnTo>
                <a:lnTo>
                  <a:pt x="1956" y="49089"/>
                </a:lnTo>
                <a:lnTo>
                  <a:pt x="1956" y="48422"/>
                </a:lnTo>
                <a:lnTo>
                  <a:pt x="1956" y="47813"/>
                </a:lnTo>
                <a:lnTo>
                  <a:pt x="1956" y="47146"/>
                </a:lnTo>
                <a:lnTo>
                  <a:pt x="2021" y="46479"/>
                </a:lnTo>
                <a:lnTo>
                  <a:pt x="2021" y="45899"/>
                </a:lnTo>
                <a:lnTo>
                  <a:pt x="2021" y="45233"/>
                </a:lnTo>
                <a:lnTo>
                  <a:pt x="2021" y="44624"/>
                </a:lnTo>
                <a:lnTo>
                  <a:pt x="2021" y="43957"/>
                </a:lnTo>
                <a:lnTo>
                  <a:pt x="2117" y="43290"/>
                </a:lnTo>
                <a:lnTo>
                  <a:pt x="2117" y="42710"/>
                </a:lnTo>
                <a:lnTo>
                  <a:pt x="2117" y="42043"/>
                </a:lnTo>
                <a:lnTo>
                  <a:pt x="2117" y="41434"/>
                </a:lnTo>
                <a:lnTo>
                  <a:pt x="2181" y="40767"/>
                </a:lnTo>
                <a:lnTo>
                  <a:pt x="2181" y="40100"/>
                </a:lnTo>
                <a:lnTo>
                  <a:pt x="2181" y="39520"/>
                </a:lnTo>
                <a:lnTo>
                  <a:pt x="2181" y="38854"/>
                </a:lnTo>
                <a:lnTo>
                  <a:pt x="2181" y="38187"/>
                </a:lnTo>
                <a:lnTo>
                  <a:pt x="2245" y="37578"/>
                </a:lnTo>
                <a:lnTo>
                  <a:pt x="2245" y="36911"/>
                </a:lnTo>
                <a:lnTo>
                  <a:pt x="2245" y="36244"/>
                </a:lnTo>
                <a:lnTo>
                  <a:pt x="2245" y="35664"/>
                </a:lnTo>
                <a:lnTo>
                  <a:pt x="2309" y="34997"/>
                </a:lnTo>
                <a:lnTo>
                  <a:pt x="2309" y="34330"/>
                </a:lnTo>
                <a:lnTo>
                  <a:pt x="2309" y="33721"/>
                </a:lnTo>
                <a:lnTo>
                  <a:pt x="2309" y="33054"/>
                </a:lnTo>
                <a:lnTo>
                  <a:pt x="2309" y="32388"/>
                </a:lnTo>
                <a:lnTo>
                  <a:pt x="2406" y="31808"/>
                </a:lnTo>
                <a:lnTo>
                  <a:pt x="2406" y="31141"/>
                </a:lnTo>
                <a:lnTo>
                  <a:pt x="2406" y="30474"/>
                </a:lnTo>
                <a:lnTo>
                  <a:pt x="2406" y="29865"/>
                </a:lnTo>
                <a:lnTo>
                  <a:pt x="2470" y="29198"/>
                </a:lnTo>
                <a:lnTo>
                  <a:pt x="2470" y="28531"/>
                </a:lnTo>
                <a:lnTo>
                  <a:pt x="2470" y="27951"/>
                </a:lnTo>
                <a:lnTo>
                  <a:pt x="2470" y="27284"/>
                </a:lnTo>
                <a:lnTo>
                  <a:pt x="2470" y="26617"/>
                </a:lnTo>
                <a:lnTo>
                  <a:pt x="2534" y="26009"/>
                </a:lnTo>
                <a:lnTo>
                  <a:pt x="2534" y="25342"/>
                </a:lnTo>
                <a:lnTo>
                  <a:pt x="2534" y="24675"/>
                </a:lnTo>
                <a:lnTo>
                  <a:pt x="2534" y="24008"/>
                </a:lnTo>
                <a:lnTo>
                  <a:pt x="2630" y="23428"/>
                </a:lnTo>
                <a:lnTo>
                  <a:pt x="2630" y="22761"/>
                </a:lnTo>
                <a:lnTo>
                  <a:pt x="2630" y="22094"/>
                </a:lnTo>
                <a:lnTo>
                  <a:pt x="2630" y="21485"/>
                </a:lnTo>
                <a:lnTo>
                  <a:pt x="2630" y="20818"/>
                </a:lnTo>
                <a:lnTo>
                  <a:pt x="2694" y="20151"/>
                </a:lnTo>
                <a:lnTo>
                  <a:pt x="2694" y="19485"/>
                </a:lnTo>
                <a:lnTo>
                  <a:pt x="2694" y="18905"/>
                </a:lnTo>
                <a:lnTo>
                  <a:pt x="2694" y="18238"/>
                </a:lnTo>
                <a:lnTo>
                  <a:pt x="2758" y="17571"/>
                </a:lnTo>
                <a:lnTo>
                  <a:pt x="2758" y="16904"/>
                </a:lnTo>
                <a:lnTo>
                  <a:pt x="2758" y="16295"/>
                </a:lnTo>
                <a:lnTo>
                  <a:pt x="2758" y="15628"/>
                </a:lnTo>
                <a:lnTo>
                  <a:pt x="2758" y="14961"/>
                </a:lnTo>
                <a:lnTo>
                  <a:pt x="2823" y="14294"/>
                </a:lnTo>
                <a:lnTo>
                  <a:pt x="2823" y="13714"/>
                </a:lnTo>
                <a:lnTo>
                  <a:pt x="2823" y="13047"/>
                </a:lnTo>
                <a:lnTo>
                  <a:pt x="2823" y="12381"/>
                </a:lnTo>
                <a:lnTo>
                  <a:pt x="2823" y="11714"/>
                </a:lnTo>
                <a:lnTo>
                  <a:pt x="2919" y="11105"/>
                </a:lnTo>
                <a:lnTo>
                  <a:pt x="2919" y="10438"/>
                </a:lnTo>
                <a:lnTo>
                  <a:pt x="2919" y="9800"/>
                </a:lnTo>
                <a:lnTo>
                  <a:pt x="2919" y="9133"/>
                </a:lnTo>
                <a:lnTo>
                  <a:pt x="2983" y="8466"/>
                </a:lnTo>
                <a:lnTo>
                  <a:pt x="2983" y="7857"/>
                </a:lnTo>
                <a:lnTo>
                  <a:pt x="2983" y="7190"/>
                </a:lnTo>
                <a:lnTo>
                  <a:pt x="2983" y="6523"/>
                </a:lnTo>
                <a:lnTo>
                  <a:pt x="2983" y="5857"/>
                </a:lnTo>
                <a:lnTo>
                  <a:pt x="3047" y="5190"/>
                </a:lnTo>
                <a:lnTo>
                  <a:pt x="3047" y="4610"/>
                </a:lnTo>
                <a:lnTo>
                  <a:pt x="3047" y="3943"/>
                </a:lnTo>
                <a:lnTo>
                  <a:pt x="3047" y="3276"/>
                </a:lnTo>
                <a:lnTo>
                  <a:pt x="3143" y="2609"/>
                </a:lnTo>
                <a:lnTo>
                  <a:pt x="3143" y="1942"/>
                </a:lnTo>
                <a:lnTo>
                  <a:pt x="3143" y="1333"/>
                </a:lnTo>
                <a:lnTo>
                  <a:pt x="3143" y="666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007282" y="3457873"/>
            <a:ext cx="3208" cy="130914"/>
          </a:xfrm>
          <a:custGeom>
            <a:avLst/>
            <a:gdLst/>
            <a:ahLst/>
            <a:cxnLst/>
            <a:rect l="l" t="t" r="r" b="b"/>
            <a:pathLst>
              <a:path w="3208" h="130914">
                <a:moveTo>
                  <a:pt x="0" y="130914"/>
                </a:moveTo>
                <a:lnTo>
                  <a:pt x="64" y="130248"/>
                </a:lnTo>
                <a:lnTo>
                  <a:pt x="64" y="129610"/>
                </a:lnTo>
                <a:lnTo>
                  <a:pt x="64" y="129001"/>
                </a:lnTo>
                <a:lnTo>
                  <a:pt x="64" y="128334"/>
                </a:lnTo>
                <a:lnTo>
                  <a:pt x="128" y="127667"/>
                </a:lnTo>
                <a:lnTo>
                  <a:pt x="128" y="127000"/>
                </a:lnTo>
                <a:lnTo>
                  <a:pt x="128" y="126333"/>
                </a:lnTo>
                <a:lnTo>
                  <a:pt x="128" y="125666"/>
                </a:lnTo>
                <a:lnTo>
                  <a:pt x="128" y="125086"/>
                </a:lnTo>
                <a:lnTo>
                  <a:pt x="192" y="124419"/>
                </a:lnTo>
                <a:lnTo>
                  <a:pt x="192" y="123753"/>
                </a:lnTo>
                <a:lnTo>
                  <a:pt x="192" y="123086"/>
                </a:lnTo>
                <a:lnTo>
                  <a:pt x="192" y="122419"/>
                </a:lnTo>
                <a:lnTo>
                  <a:pt x="288" y="121752"/>
                </a:lnTo>
                <a:lnTo>
                  <a:pt x="288" y="121143"/>
                </a:lnTo>
                <a:lnTo>
                  <a:pt x="288" y="120476"/>
                </a:lnTo>
                <a:lnTo>
                  <a:pt x="288" y="119809"/>
                </a:lnTo>
                <a:lnTo>
                  <a:pt x="288" y="119171"/>
                </a:lnTo>
                <a:lnTo>
                  <a:pt x="352" y="118504"/>
                </a:lnTo>
                <a:lnTo>
                  <a:pt x="352" y="117837"/>
                </a:lnTo>
                <a:lnTo>
                  <a:pt x="352" y="117171"/>
                </a:lnTo>
                <a:lnTo>
                  <a:pt x="352" y="116562"/>
                </a:lnTo>
                <a:lnTo>
                  <a:pt x="417" y="115895"/>
                </a:lnTo>
                <a:lnTo>
                  <a:pt x="417" y="115228"/>
                </a:lnTo>
                <a:lnTo>
                  <a:pt x="417" y="114561"/>
                </a:lnTo>
                <a:lnTo>
                  <a:pt x="417" y="113894"/>
                </a:lnTo>
                <a:lnTo>
                  <a:pt x="417" y="113227"/>
                </a:lnTo>
                <a:lnTo>
                  <a:pt x="481" y="112560"/>
                </a:lnTo>
                <a:lnTo>
                  <a:pt x="481" y="111922"/>
                </a:lnTo>
                <a:lnTo>
                  <a:pt x="481" y="111313"/>
                </a:lnTo>
                <a:lnTo>
                  <a:pt x="481" y="110647"/>
                </a:lnTo>
                <a:lnTo>
                  <a:pt x="481" y="109980"/>
                </a:lnTo>
                <a:lnTo>
                  <a:pt x="577" y="109313"/>
                </a:lnTo>
                <a:lnTo>
                  <a:pt x="577" y="108646"/>
                </a:lnTo>
                <a:lnTo>
                  <a:pt x="577" y="107979"/>
                </a:lnTo>
                <a:lnTo>
                  <a:pt x="577" y="107312"/>
                </a:lnTo>
                <a:lnTo>
                  <a:pt x="641" y="106645"/>
                </a:lnTo>
                <a:lnTo>
                  <a:pt x="641" y="105978"/>
                </a:lnTo>
                <a:lnTo>
                  <a:pt x="641" y="105398"/>
                </a:lnTo>
                <a:lnTo>
                  <a:pt x="641" y="104731"/>
                </a:lnTo>
                <a:lnTo>
                  <a:pt x="641" y="104065"/>
                </a:lnTo>
                <a:lnTo>
                  <a:pt x="705" y="103398"/>
                </a:lnTo>
                <a:lnTo>
                  <a:pt x="705" y="102731"/>
                </a:lnTo>
                <a:lnTo>
                  <a:pt x="705" y="102064"/>
                </a:lnTo>
                <a:lnTo>
                  <a:pt x="705" y="101397"/>
                </a:lnTo>
                <a:lnTo>
                  <a:pt x="802" y="100730"/>
                </a:lnTo>
                <a:lnTo>
                  <a:pt x="802" y="100063"/>
                </a:lnTo>
                <a:lnTo>
                  <a:pt x="802" y="99483"/>
                </a:lnTo>
                <a:lnTo>
                  <a:pt x="802" y="98816"/>
                </a:lnTo>
                <a:lnTo>
                  <a:pt x="802" y="98149"/>
                </a:lnTo>
                <a:lnTo>
                  <a:pt x="866" y="97483"/>
                </a:lnTo>
                <a:lnTo>
                  <a:pt x="866" y="96816"/>
                </a:lnTo>
                <a:lnTo>
                  <a:pt x="866" y="96149"/>
                </a:lnTo>
                <a:lnTo>
                  <a:pt x="866" y="95482"/>
                </a:lnTo>
                <a:lnTo>
                  <a:pt x="930" y="94815"/>
                </a:lnTo>
                <a:lnTo>
                  <a:pt x="930" y="94148"/>
                </a:lnTo>
                <a:lnTo>
                  <a:pt x="930" y="93481"/>
                </a:lnTo>
                <a:lnTo>
                  <a:pt x="930" y="92814"/>
                </a:lnTo>
                <a:lnTo>
                  <a:pt x="930" y="92234"/>
                </a:lnTo>
                <a:lnTo>
                  <a:pt x="994" y="91567"/>
                </a:lnTo>
                <a:lnTo>
                  <a:pt x="994" y="90901"/>
                </a:lnTo>
                <a:lnTo>
                  <a:pt x="994" y="90234"/>
                </a:lnTo>
                <a:lnTo>
                  <a:pt x="994" y="89567"/>
                </a:lnTo>
                <a:lnTo>
                  <a:pt x="1090" y="88900"/>
                </a:lnTo>
                <a:lnTo>
                  <a:pt x="1090" y="88233"/>
                </a:lnTo>
                <a:lnTo>
                  <a:pt x="1090" y="87566"/>
                </a:lnTo>
                <a:lnTo>
                  <a:pt x="1090" y="86899"/>
                </a:lnTo>
                <a:lnTo>
                  <a:pt x="1090" y="86232"/>
                </a:lnTo>
                <a:lnTo>
                  <a:pt x="1154" y="85565"/>
                </a:lnTo>
                <a:lnTo>
                  <a:pt x="1154" y="84898"/>
                </a:lnTo>
                <a:lnTo>
                  <a:pt x="1154" y="84261"/>
                </a:lnTo>
                <a:lnTo>
                  <a:pt x="1154" y="83652"/>
                </a:lnTo>
                <a:lnTo>
                  <a:pt x="1219" y="82985"/>
                </a:lnTo>
                <a:lnTo>
                  <a:pt x="1219" y="82318"/>
                </a:lnTo>
                <a:lnTo>
                  <a:pt x="1219" y="81651"/>
                </a:lnTo>
                <a:lnTo>
                  <a:pt x="1219" y="80984"/>
                </a:lnTo>
                <a:lnTo>
                  <a:pt x="1219" y="80317"/>
                </a:lnTo>
                <a:lnTo>
                  <a:pt x="1315" y="79650"/>
                </a:lnTo>
                <a:lnTo>
                  <a:pt x="1315" y="78983"/>
                </a:lnTo>
                <a:lnTo>
                  <a:pt x="1315" y="78316"/>
                </a:lnTo>
                <a:lnTo>
                  <a:pt x="1315" y="77650"/>
                </a:lnTo>
                <a:lnTo>
                  <a:pt x="1315" y="77012"/>
                </a:lnTo>
                <a:lnTo>
                  <a:pt x="1379" y="76345"/>
                </a:lnTo>
                <a:lnTo>
                  <a:pt x="1379" y="75678"/>
                </a:lnTo>
                <a:lnTo>
                  <a:pt x="1379" y="75011"/>
                </a:lnTo>
                <a:lnTo>
                  <a:pt x="1379" y="74344"/>
                </a:lnTo>
                <a:lnTo>
                  <a:pt x="1443" y="73735"/>
                </a:lnTo>
                <a:lnTo>
                  <a:pt x="1443" y="73068"/>
                </a:lnTo>
                <a:lnTo>
                  <a:pt x="1443" y="72401"/>
                </a:lnTo>
                <a:lnTo>
                  <a:pt x="1443" y="71734"/>
                </a:lnTo>
                <a:lnTo>
                  <a:pt x="1443" y="71068"/>
                </a:lnTo>
                <a:lnTo>
                  <a:pt x="1507" y="70401"/>
                </a:lnTo>
                <a:lnTo>
                  <a:pt x="1507" y="69763"/>
                </a:lnTo>
                <a:lnTo>
                  <a:pt x="1507" y="69096"/>
                </a:lnTo>
                <a:lnTo>
                  <a:pt x="1507" y="68429"/>
                </a:lnTo>
                <a:lnTo>
                  <a:pt x="1604" y="67762"/>
                </a:lnTo>
                <a:lnTo>
                  <a:pt x="1604" y="67095"/>
                </a:lnTo>
                <a:lnTo>
                  <a:pt x="1604" y="66428"/>
                </a:lnTo>
                <a:lnTo>
                  <a:pt x="1604" y="65761"/>
                </a:lnTo>
                <a:lnTo>
                  <a:pt x="1604" y="65095"/>
                </a:lnTo>
                <a:lnTo>
                  <a:pt x="1668" y="64428"/>
                </a:lnTo>
                <a:lnTo>
                  <a:pt x="1668" y="63761"/>
                </a:lnTo>
                <a:lnTo>
                  <a:pt x="1668" y="63181"/>
                </a:lnTo>
                <a:lnTo>
                  <a:pt x="1668" y="62514"/>
                </a:lnTo>
                <a:lnTo>
                  <a:pt x="1732" y="61847"/>
                </a:lnTo>
                <a:lnTo>
                  <a:pt x="1732" y="61180"/>
                </a:lnTo>
                <a:lnTo>
                  <a:pt x="1732" y="60513"/>
                </a:lnTo>
                <a:lnTo>
                  <a:pt x="1732" y="59846"/>
                </a:lnTo>
                <a:lnTo>
                  <a:pt x="1732" y="59179"/>
                </a:lnTo>
                <a:lnTo>
                  <a:pt x="1796" y="58513"/>
                </a:lnTo>
                <a:lnTo>
                  <a:pt x="1796" y="57846"/>
                </a:lnTo>
                <a:lnTo>
                  <a:pt x="1796" y="57179"/>
                </a:lnTo>
                <a:lnTo>
                  <a:pt x="1796" y="56512"/>
                </a:lnTo>
                <a:lnTo>
                  <a:pt x="1892" y="55845"/>
                </a:lnTo>
                <a:lnTo>
                  <a:pt x="1892" y="55178"/>
                </a:lnTo>
                <a:lnTo>
                  <a:pt x="1892" y="54511"/>
                </a:lnTo>
                <a:lnTo>
                  <a:pt x="1892" y="53844"/>
                </a:lnTo>
                <a:lnTo>
                  <a:pt x="1892" y="53206"/>
                </a:lnTo>
                <a:lnTo>
                  <a:pt x="1956" y="52597"/>
                </a:lnTo>
                <a:lnTo>
                  <a:pt x="1956" y="51931"/>
                </a:lnTo>
                <a:lnTo>
                  <a:pt x="1956" y="51264"/>
                </a:lnTo>
                <a:lnTo>
                  <a:pt x="1956" y="50597"/>
                </a:lnTo>
                <a:lnTo>
                  <a:pt x="2021" y="49930"/>
                </a:lnTo>
                <a:lnTo>
                  <a:pt x="2021" y="49263"/>
                </a:lnTo>
                <a:lnTo>
                  <a:pt x="2021" y="48596"/>
                </a:lnTo>
                <a:lnTo>
                  <a:pt x="2021" y="47929"/>
                </a:lnTo>
                <a:lnTo>
                  <a:pt x="2021" y="47262"/>
                </a:lnTo>
                <a:lnTo>
                  <a:pt x="2117" y="46595"/>
                </a:lnTo>
                <a:lnTo>
                  <a:pt x="2117" y="45957"/>
                </a:lnTo>
                <a:lnTo>
                  <a:pt x="2117" y="45291"/>
                </a:lnTo>
                <a:lnTo>
                  <a:pt x="2117" y="44624"/>
                </a:lnTo>
                <a:lnTo>
                  <a:pt x="2117" y="43957"/>
                </a:lnTo>
                <a:lnTo>
                  <a:pt x="2181" y="43290"/>
                </a:lnTo>
                <a:lnTo>
                  <a:pt x="2181" y="42681"/>
                </a:lnTo>
                <a:lnTo>
                  <a:pt x="2181" y="42014"/>
                </a:lnTo>
                <a:lnTo>
                  <a:pt x="2181" y="41347"/>
                </a:lnTo>
                <a:lnTo>
                  <a:pt x="2245" y="40680"/>
                </a:lnTo>
                <a:lnTo>
                  <a:pt x="2245" y="40013"/>
                </a:lnTo>
                <a:lnTo>
                  <a:pt x="2245" y="39375"/>
                </a:lnTo>
                <a:lnTo>
                  <a:pt x="2245" y="38709"/>
                </a:lnTo>
                <a:lnTo>
                  <a:pt x="2245" y="38042"/>
                </a:lnTo>
                <a:lnTo>
                  <a:pt x="2309" y="37375"/>
                </a:lnTo>
                <a:lnTo>
                  <a:pt x="2309" y="36708"/>
                </a:lnTo>
                <a:lnTo>
                  <a:pt x="2309" y="36041"/>
                </a:lnTo>
                <a:lnTo>
                  <a:pt x="2309" y="35374"/>
                </a:lnTo>
                <a:lnTo>
                  <a:pt x="2406" y="34707"/>
                </a:lnTo>
                <a:lnTo>
                  <a:pt x="2406" y="34098"/>
                </a:lnTo>
                <a:lnTo>
                  <a:pt x="2406" y="33431"/>
                </a:lnTo>
                <a:lnTo>
                  <a:pt x="2406" y="32764"/>
                </a:lnTo>
                <a:lnTo>
                  <a:pt x="2406" y="32127"/>
                </a:lnTo>
                <a:lnTo>
                  <a:pt x="2470" y="31460"/>
                </a:lnTo>
                <a:lnTo>
                  <a:pt x="2470" y="30793"/>
                </a:lnTo>
                <a:lnTo>
                  <a:pt x="2470" y="30126"/>
                </a:lnTo>
                <a:lnTo>
                  <a:pt x="2470" y="29459"/>
                </a:lnTo>
                <a:lnTo>
                  <a:pt x="2534" y="28792"/>
                </a:lnTo>
                <a:lnTo>
                  <a:pt x="2534" y="28125"/>
                </a:lnTo>
                <a:lnTo>
                  <a:pt x="2534" y="27458"/>
                </a:lnTo>
                <a:lnTo>
                  <a:pt x="2534" y="26849"/>
                </a:lnTo>
                <a:lnTo>
                  <a:pt x="2534" y="26182"/>
                </a:lnTo>
                <a:lnTo>
                  <a:pt x="2598" y="25516"/>
                </a:lnTo>
                <a:lnTo>
                  <a:pt x="2598" y="24878"/>
                </a:lnTo>
                <a:lnTo>
                  <a:pt x="2598" y="24211"/>
                </a:lnTo>
                <a:lnTo>
                  <a:pt x="2598" y="23544"/>
                </a:lnTo>
                <a:lnTo>
                  <a:pt x="2694" y="22877"/>
                </a:lnTo>
                <a:lnTo>
                  <a:pt x="2694" y="22210"/>
                </a:lnTo>
                <a:lnTo>
                  <a:pt x="2694" y="21543"/>
                </a:lnTo>
                <a:lnTo>
                  <a:pt x="2694" y="20876"/>
                </a:lnTo>
                <a:lnTo>
                  <a:pt x="2694" y="20267"/>
                </a:lnTo>
                <a:lnTo>
                  <a:pt x="2758" y="19600"/>
                </a:lnTo>
                <a:lnTo>
                  <a:pt x="2758" y="18934"/>
                </a:lnTo>
                <a:lnTo>
                  <a:pt x="2758" y="18296"/>
                </a:lnTo>
                <a:lnTo>
                  <a:pt x="2758" y="17687"/>
                </a:lnTo>
                <a:lnTo>
                  <a:pt x="2823" y="17020"/>
                </a:lnTo>
                <a:lnTo>
                  <a:pt x="2823" y="16353"/>
                </a:lnTo>
                <a:lnTo>
                  <a:pt x="2823" y="15686"/>
                </a:lnTo>
                <a:lnTo>
                  <a:pt x="2823" y="15019"/>
                </a:lnTo>
                <a:lnTo>
                  <a:pt x="2823" y="14439"/>
                </a:lnTo>
                <a:lnTo>
                  <a:pt x="2919" y="13772"/>
                </a:lnTo>
                <a:lnTo>
                  <a:pt x="2919" y="13105"/>
                </a:lnTo>
                <a:lnTo>
                  <a:pt x="2919" y="12439"/>
                </a:lnTo>
                <a:lnTo>
                  <a:pt x="2919" y="11772"/>
                </a:lnTo>
                <a:lnTo>
                  <a:pt x="2919" y="11105"/>
                </a:lnTo>
                <a:lnTo>
                  <a:pt x="2983" y="10438"/>
                </a:lnTo>
                <a:lnTo>
                  <a:pt x="2983" y="9829"/>
                </a:lnTo>
                <a:lnTo>
                  <a:pt x="2983" y="9162"/>
                </a:lnTo>
                <a:lnTo>
                  <a:pt x="2983" y="8495"/>
                </a:lnTo>
                <a:lnTo>
                  <a:pt x="3047" y="7828"/>
                </a:lnTo>
                <a:lnTo>
                  <a:pt x="3047" y="7190"/>
                </a:lnTo>
                <a:lnTo>
                  <a:pt x="3047" y="6523"/>
                </a:lnTo>
                <a:lnTo>
                  <a:pt x="3047" y="5857"/>
                </a:lnTo>
                <a:lnTo>
                  <a:pt x="3047" y="5248"/>
                </a:lnTo>
                <a:lnTo>
                  <a:pt x="3111" y="4581"/>
                </a:lnTo>
                <a:lnTo>
                  <a:pt x="3111" y="3914"/>
                </a:lnTo>
                <a:lnTo>
                  <a:pt x="3111" y="3247"/>
                </a:lnTo>
                <a:lnTo>
                  <a:pt x="3111" y="2580"/>
                </a:lnTo>
                <a:lnTo>
                  <a:pt x="3208" y="1913"/>
                </a:lnTo>
                <a:lnTo>
                  <a:pt x="3208" y="1246"/>
                </a:lnTo>
                <a:lnTo>
                  <a:pt x="3208" y="666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010490" y="3332467"/>
            <a:ext cx="3208" cy="125405"/>
          </a:xfrm>
          <a:custGeom>
            <a:avLst/>
            <a:gdLst/>
            <a:ahLst/>
            <a:cxnLst/>
            <a:rect l="l" t="t" r="r" b="b"/>
            <a:pathLst>
              <a:path w="3208" h="125405">
                <a:moveTo>
                  <a:pt x="0" y="125405"/>
                </a:moveTo>
                <a:lnTo>
                  <a:pt x="0" y="124738"/>
                </a:lnTo>
                <a:lnTo>
                  <a:pt x="64" y="124071"/>
                </a:lnTo>
                <a:lnTo>
                  <a:pt x="64" y="123405"/>
                </a:lnTo>
                <a:lnTo>
                  <a:pt x="64" y="122738"/>
                </a:lnTo>
                <a:lnTo>
                  <a:pt x="64" y="122129"/>
                </a:lnTo>
                <a:lnTo>
                  <a:pt x="128" y="121491"/>
                </a:lnTo>
                <a:lnTo>
                  <a:pt x="128" y="120824"/>
                </a:lnTo>
                <a:lnTo>
                  <a:pt x="128" y="120157"/>
                </a:lnTo>
                <a:lnTo>
                  <a:pt x="128" y="119490"/>
                </a:lnTo>
                <a:lnTo>
                  <a:pt x="128" y="118881"/>
                </a:lnTo>
                <a:lnTo>
                  <a:pt x="224" y="118214"/>
                </a:lnTo>
                <a:lnTo>
                  <a:pt x="224" y="117547"/>
                </a:lnTo>
                <a:lnTo>
                  <a:pt x="224" y="116881"/>
                </a:lnTo>
                <a:lnTo>
                  <a:pt x="224" y="116214"/>
                </a:lnTo>
                <a:lnTo>
                  <a:pt x="288" y="115547"/>
                </a:lnTo>
                <a:lnTo>
                  <a:pt x="288" y="114967"/>
                </a:lnTo>
                <a:lnTo>
                  <a:pt x="288" y="114300"/>
                </a:lnTo>
                <a:lnTo>
                  <a:pt x="288" y="113633"/>
                </a:lnTo>
                <a:lnTo>
                  <a:pt x="288" y="112966"/>
                </a:lnTo>
                <a:lnTo>
                  <a:pt x="352" y="112357"/>
                </a:lnTo>
                <a:lnTo>
                  <a:pt x="352" y="111690"/>
                </a:lnTo>
                <a:lnTo>
                  <a:pt x="352" y="111023"/>
                </a:lnTo>
                <a:lnTo>
                  <a:pt x="352" y="110386"/>
                </a:lnTo>
                <a:lnTo>
                  <a:pt x="417" y="109719"/>
                </a:lnTo>
                <a:lnTo>
                  <a:pt x="417" y="109110"/>
                </a:lnTo>
                <a:lnTo>
                  <a:pt x="417" y="108443"/>
                </a:lnTo>
                <a:lnTo>
                  <a:pt x="417" y="107776"/>
                </a:lnTo>
                <a:lnTo>
                  <a:pt x="417" y="107109"/>
                </a:lnTo>
                <a:lnTo>
                  <a:pt x="513" y="106529"/>
                </a:lnTo>
                <a:lnTo>
                  <a:pt x="513" y="105862"/>
                </a:lnTo>
                <a:lnTo>
                  <a:pt x="513" y="105195"/>
                </a:lnTo>
                <a:lnTo>
                  <a:pt x="513" y="104528"/>
                </a:lnTo>
                <a:lnTo>
                  <a:pt x="513" y="103862"/>
                </a:lnTo>
                <a:lnTo>
                  <a:pt x="577" y="103253"/>
                </a:lnTo>
                <a:lnTo>
                  <a:pt x="577" y="102586"/>
                </a:lnTo>
                <a:lnTo>
                  <a:pt x="577" y="101919"/>
                </a:lnTo>
                <a:lnTo>
                  <a:pt x="577" y="101339"/>
                </a:lnTo>
                <a:lnTo>
                  <a:pt x="641" y="100672"/>
                </a:lnTo>
                <a:lnTo>
                  <a:pt x="641" y="100005"/>
                </a:lnTo>
                <a:lnTo>
                  <a:pt x="641" y="99338"/>
                </a:lnTo>
                <a:lnTo>
                  <a:pt x="641" y="98729"/>
                </a:lnTo>
                <a:lnTo>
                  <a:pt x="641" y="98062"/>
                </a:lnTo>
                <a:lnTo>
                  <a:pt x="705" y="97396"/>
                </a:lnTo>
                <a:lnTo>
                  <a:pt x="705" y="96729"/>
                </a:lnTo>
                <a:lnTo>
                  <a:pt x="705" y="96149"/>
                </a:lnTo>
                <a:lnTo>
                  <a:pt x="705" y="95482"/>
                </a:lnTo>
                <a:lnTo>
                  <a:pt x="802" y="94815"/>
                </a:lnTo>
                <a:lnTo>
                  <a:pt x="802" y="94206"/>
                </a:lnTo>
                <a:lnTo>
                  <a:pt x="802" y="93539"/>
                </a:lnTo>
                <a:lnTo>
                  <a:pt x="802" y="92872"/>
                </a:lnTo>
                <a:lnTo>
                  <a:pt x="802" y="92205"/>
                </a:lnTo>
                <a:lnTo>
                  <a:pt x="866" y="91625"/>
                </a:lnTo>
                <a:lnTo>
                  <a:pt x="866" y="90959"/>
                </a:lnTo>
                <a:lnTo>
                  <a:pt x="866" y="90292"/>
                </a:lnTo>
                <a:lnTo>
                  <a:pt x="866" y="89683"/>
                </a:lnTo>
                <a:lnTo>
                  <a:pt x="930" y="89016"/>
                </a:lnTo>
                <a:lnTo>
                  <a:pt x="930" y="88349"/>
                </a:lnTo>
                <a:lnTo>
                  <a:pt x="930" y="87769"/>
                </a:lnTo>
                <a:lnTo>
                  <a:pt x="930" y="87102"/>
                </a:lnTo>
                <a:lnTo>
                  <a:pt x="930" y="86435"/>
                </a:lnTo>
                <a:lnTo>
                  <a:pt x="1026" y="85826"/>
                </a:lnTo>
                <a:lnTo>
                  <a:pt x="1026" y="85159"/>
                </a:lnTo>
                <a:lnTo>
                  <a:pt x="1026" y="84493"/>
                </a:lnTo>
                <a:lnTo>
                  <a:pt x="1026" y="83913"/>
                </a:lnTo>
                <a:lnTo>
                  <a:pt x="1090" y="83246"/>
                </a:lnTo>
                <a:lnTo>
                  <a:pt x="1090" y="82579"/>
                </a:lnTo>
                <a:lnTo>
                  <a:pt x="1090" y="81970"/>
                </a:lnTo>
                <a:lnTo>
                  <a:pt x="1090" y="81303"/>
                </a:lnTo>
                <a:lnTo>
                  <a:pt x="1090" y="80636"/>
                </a:lnTo>
                <a:lnTo>
                  <a:pt x="1154" y="80056"/>
                </a:lnTo>
                <a:lnTo>
                  <a:pt x="1154" y="79389"/>
                </a:lnTo>
                <a:lnTo>
                  <a:pt x="1154" y="78780"/>
                </a:lnTo>
                <a:lnTo>
                  <a:pt x="1154" y="78114"/>
                </a:lnTo>
                <a:lnTo>
                  <a:pt x="1219" y="77447"/>
                </a:lnTo>
                <a:lnTo>
                  <a:pt x="1219" y="76867"/>
                </a:lnTo>
                <a:lnTo>
                  <a:pt x="1219" y="76200"/>
                </a:lnTo>
                <a:lnTo>
                  <a:pt x="1219" y="75533"/>
                </a:lnTo>
                <a:lnTo>
                  <a:pt x="1219" y="74924"/>
                </a:lnTo>
                <a:lnTo>
                  <a:pt x="1315" y="74257"/>
                </a:lnTo>
                <a:lnTo>
                  <a:pt x="1315" y="73677"/>
                </a:lnTo>
                <a:lnTo>
                  <a:pt x="1315" y="73010"/>
                </a:lnTo>
                <a:lnTo>
                  <a:pt x="1315" y="72401"/>
                </a:lnTo>
                <a:lnTo>
                  <a:pt x="1315" y="71734"/>
                </a:lnTo>
                <a:lnTo>
                  <a:pt x="1379" y="71068"/>
                </a:lnTo>
                <a:lnTo>
                  <a:pt x="1379" y="70488"/>
                </a:lnTo>
                <a:lnTo>
                  <a:pt x="1379" y="69821"/>
                </a:lnTo>
                <a:lnTo>
                  <a:pt x="1379" y="69212"/>
                </a:lnTo>
                <a:lnTo>
                  <a:pt x="1443" y="68545"/>
                </a:lnTo>
                <a:lnTo>
                  <a:pt x="1443" y="67936"/>
                </a:lnTo>
                <a:lnTo>
                  <a:pt x="1443" y="67269"/>
                </a:lnTo>
                <a:lnTo>
                  <a:pt x="1443" y="66631"/>
                </a:lnTo>
                <a:lnTo>
                  <a:pt x="1443" y="66022"/>
                </a:lnTo>
                <a:lnTo>
                  <a:pt x="1539" y="65355"/>
                </a:lnTo>
                <a:lnTo>
                  <a:pt x="1539" y="64747"/>
                </a:lnTo>
                <a:lnTo>
                  <a:pt x="1539" y="64080"/>
                </a:lnTo>
                <a:lnTo>
                  <a:pt x="1539" y="63500"/>
                </a:lnTo>
                <a:lnTo>
                  <a:pt x="1604" y="62833"/>
                </a:lnTo>
                <a:lnTo>
                  <a:pt x="1604" y="62224"/>
                </a:lnTo>
                <a:lnTo>
                  <a:pt x="1604" y="61557"/>
                </a:lnTo>
                <a:lnTo>
                  <a:pt x="1604" y="60977"/>
                </a:lnTo>
                <a:lnTo>
                  <a:pt x="1604" y="60310"/>
                </a:lnTo>
                <a:lnTo>
                  <a:pt x="1668" y="59701"/>
                </a:lnTo>
                <a:lnTo>
                  <a:pt x="1668" y="59034"/>
                </a:lnTo>
                <a:lnTo>
                  <a:pt x="1668" y="58426"/>
                </a:lnTo>
                <a:lnTo>
                  <a:pt x="1668" y="57788"/>
                </a:lnTo>
                <a:lnTo>
                  <a:pt x="1732" y="57179"/>
                </a:lnTo>
                <a:lnTo>
                  <a:pt x="1732" y="56512"/>
                </a:lnTo>
                <a:lnTo>
                  <a:pt x="1732" y="55903"/>
                </a:lnTo>
                <a:lnTo>
                  <a:pt x="1732" y="55236"/>
                </a:lnTo>
                <a:lnTo>
                  <a:pt x="1732" y="54656"/>
                </a:lnTo>
                <a:lnTo>
                  <a:pt x="1828" y="53989"/>
                </a:lnTo>
                <a:lnTo>
                  <a:pt x="1828" y="53380"/>
                </a:lnTo>
                <a:lnTo>
                  <a:pt x="1828" y="52713"/>
                </a:lnTo>
                <a:lnTo>
                  <a:pt x="1828" y="52134"/>
                </a:lnTo>
                <a:lnTo>
                  <a:pt x="1892" y="51467"/>
                </a:lnTo>
                <a:lnTo>
                  <a:pt x="1892" y="50858"/>
                </a:lnTo>
                <a:lnTo>
                  <a:pt x="1892" y="50249"/>
                </a:lnTo>
                <a:lnTo>
                  <a:pt x="1892" y="49582"/>
                </a:lnTo>
                <a:lnTo>
                  <a:pt x="1892" y="49002"/>
                </a:lnTo>
                <a:lnTo>
                  <a:pt x="1956" y="48335"/>
                </a:lnTo>
                <a:lnTo>
                  <a:pt x="1956" y="47726"/>
                </a:lnTo>
                <a:lnTo>
                  <a:pt x="1956" y="47059"/>
                </a:lnTo>
                <a:lnTo>
                  <a:pt x="1956" y="46479"/>
                </a:lnTo>
                <a:lnTo>
                  <a:pt x="2021" y="45870"/>
                </a:lnTo>
                <a:lnTo>
                  <a:pt x="2021" y="45204"/>
                </a:lnTo>
                <a:lnTo>
                  <a:pt x="2021" y="44595"/>
                </a:lnTo>
                <a:lnTo>
                  <a:pt x="2021" y="44015"/>
                </a:lnTo>
                <a:lnTo>
                  <a:pt x="2021" y="43348"/>
                </a:lnTo>
                <a:lnTo>
                  <a:pt x="2117" y="42739"/>
                </a:lnTo>
                <a:lnTo>
                  <a:pt x="2117" y="42072"/>
                </a:lnTo>
                <a:lnTo>
                  <a:pt x="2117" y="41492"/>
                </a:lnTo>
                <a:lnTo>
                  <a:pt x="2117" y="40883"/>
                </a:lnTo>
                <a:lnTo>
                  <a:pt x="2117" y="40216"/>
                </a:lnTo>
                <a:lnTo>
                  <a:pt x="2181" y="39607"/>
                </a:lnTo>
                <a:lnTo>
                  <a:pt x="2181" y="39028"/>
                </a:lnTo>
                <a:lnTo>
                  <a:pt x="2181" y="38361"/>
                </a:lnTo>
                <a:lnTo>
                  <a:pt x="2181" y="37752"/>
                </a:lnTo>
                <a:lnTo>
                  <a:pt x="2245" y="37172"/>
                </a:lnTo>
                <a:lnTo>
                  <a:pt x="2245" y="36505"/>
                </a:lnTo>
                <a:lnTo>
                  <a:pt x="2245" y="35896"/>
                </a:lnTo>
                <a:lnTo>
                  <a:pt x="2245" y="35287"/>
                </a:lnTo>
                <a:lnTo>
                  <a:pt x="2245" y="34620"/>
                </a:lnTo>
                <a:lnTo>
                  <a:pt x="2341" y="34040"/>
                </a:lnTo>
                <a:lnTo>
                  <a:pt x="2341" y="33431"/>
                </a:lnTo>
                <a:lnTo>
                  <a:pt x="2341" y="32764"/>
                </a:lnTo>
                <a:lnTo>
                  <a:pt x="2341" y="32185"/>
                </a:lnTo>
                <a:lnTo>
                  <a:pt x="2406" y="31576"/>
                </a:lnTo>
                <a:lnTo>
                  <a:pt x="2406" y="30909"/>
                </a:lnTo>
                <a:lnTo>
                  <a:pt x="2406" y="30300"/>
                </a:lnTo>
                <a:lnTo>
                  <a:pt x="2406" y="29720"/>
                </a:lnTo>
                <a:lnTo>
                  <a:pt x="2406" y="29111"/>
                </a:lnTo>
                <a:lnTo>
                  <a:pt x="2470" y="28444"/>
                </a:lnTo>
                <a:lnTo>
                  <a:pt x="2470" y="27864"/>
                </a:lnTo>
                <a:lnTo>
                  <a:pt x="2470" y="27255"/>
                </a:lnTo>
                <a:lnTo>
                  <a:pt x="2470" y="26646"/>
                </a:lnTo>
                <a:lnTo>
                  <a:pt x="2534" y="25980"/>
                </a:lnTo>
                <a:lnTo>
                  <a:pt x="2534" y="25400"/>
                </a:lnTo>
                <a:lnTo>
                  <a:pt x="2534" y="24791"/>
                </a:lnTo>
                <a:lnTo>
                  <a:pt x="2534" y="24182"/>
                </a:lnTo>
                <a:lnTo>
                  <a:pt x="2534" y="23602"/>
                </a:lnTo>
                <a:lnTo>
                  <a:pt x="2630" y="22935"/>
                </a:lnTo>
                <a:lnTo>
                  <a:pt x="2630" y="22326"/>
                </a:lnTo>
                <a:lnTo>
                  <a:pt x="2630" y="21746"/>
                </a:lnTo>
                <a:lnTo>
                  <a:pt x="2630" y="21137"/>
                </a:lnTo>
                <a:lnTo>
                  <a:pt x="2694" y="20528"/>
                </a:lnTo>
                <a:lnTo>
                  <a:pt x="2694" y="19861"/>
                </a:lnTo>
                <a:lnTo>
                  <a:pt x="2694" y="19282"/>
                </a:lnTo>
                <a:lnTo>
                  <a:pt x="2694" y="18673"/>
                </a:lnTo>
                <a:lnTo>
                  <a:pt x="2694" y="18064"/>
                </a:lnTo>
                <a:lnTo>
                  <a:pt x="2758" y="17484"/>
                </a:lnTo>
                <a:lnTo>
                  <a:pt x="2758" y="16875"/>
                </a:lnTo>
                <a:lnTo>
                  <a:pt x="2758" y="16208"/>
                </a:lnTo>
                <a:lnTo>
                  <a:pt x="2758" y="15628"/>
                </a:lnTo>
                <a:lnTo>
                  <a:pt x="2823" y="15019"/>
                </a:lnTo>
                <a:lnTo>
                  <a:pt x="2823" y="14410"/>
                </a:lnTo>
                <a:lnTo>
                  <a:pt x="2823" y="13830"/>
                </a:lnTo>
                <a:lnTo>
                  <a:pt x="2823" y="13221"/>
                </a:lnTo>
                <a:lnTo>
                  <a:pt x="2823" y="12613"/>
                </a:lnTo>
                <a:lnTo>
                  <a:pt x="2919" y="11946"/>
                </a:lnTo>
                <a:lnTo>
                  <a:pt x="2919" y="11366"/>
                </a:lnTo>
                <a:lnTo>
                  <a:pt x="2919" y="10757"/>
                </a:lnTo>
                <a:lnTo>
                  <a:pt x="2919" y="10177"/>
                </a:lnTo>
                <a:lnTo>
                  <a:pt x="2919" y="9568"/>
                </a:lnTo>
                <a:lnTo>
                  <a:pt x="2983" y="8959"/>
                </a:lnTo>
                <a:lnTo>
                  <a:pt x="2983" y="8379"/>
                </a:lnTo>
                <a:lnTo>
                  <a:pt x="2983" y="7770"/>
                </a:lnTo>
                <a:lnTo>
                  <a:pt x="2983" y="7161"/>
                </a:lnTo>
                <a:lnTo>
                  <a:pt x="3047" y="6581"/>
                </a:lnTo>
                <a:lnTo>
                  <a:pt x="3047" y="5973"/>
                </a:lnTo>
                <a:lnTo>
                  <a:pt x="3047" y="5364"/>
                </a:lnTo>
                <a:lnTo>
                  <a:pt x="3047" y="4784"/>
                </a:lnTo>
                <a:lnTo>
                  <a:pt x="3047" y="4175"/>
                </a:lnTo>
                <a:lnTo>
                  <a:pt x="3143" y="3566"/>
                </a:lnTo>
                <a:lnTo>
                  <a:pt x="3143" y="2986"/>
                </a:lnTo>
                <a:lnTo>
                  <a:pt x="3143" y="2377"/>
                </a:lnTo>
                <a:lnTo>
                  <a:pt x="3143" y="1797"/>
                </a:lnTo>
                <a:lnTo>
                  <a:pt x="3208" y="1188"/>
                </a:lnTo>
                <a:lnTo>
                  <a:pt x="3208" y="579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013698" y="3223531"/>
            <a:ext cx="3208" cy="108936"/>
          </a:xfrm>
          <a:custGeom>
            <a:avLst/>
            <a:gdLst/>
            <a:ahLst/>
            <a:cxnLst/>
            <a:rect l="l" t="t" r="r" b="b"/>
            <a:pathLst>
              <a:path w="3208" h="108936">
                <a:moveTo>
                  <a:pt x="0" y="108936"/>
                </a:moveTo>
                <a:lnTo>
                  <a:pt x="0" y="108327"/>
                </a:lnTo>
                <a:lnTo>
                  <a:pt x="0" y="107718"/>
                </a:lnTo>
                <a:lnTo>
                  <a:pt x="64" y="107138"/>
                </a:lnTo>
                <a:lnTo>
                  <a:pt x="64" y="106529"/>
                </a:lnTo>
                <a:lnTo>
                  <a:pt x="64" y="105920"/>
                </a:lnTo>
                <a:lnTo>
                  <a:pt x="64" y="105340"/>
                </a:lnTo>
                <a:lnTo>
                  <a:pt x="128" y="104731"/>
                </a:lnTo>
                <a:lnTo>
                  <a:pt x="128" y="104152"/>
                </a:lnTo>
                <a:lnTo>
                  <a:pt x="128" y="103543"/>
                </a:lnTo>
                <a:lnTo>
                  <a:pt x="128" y="102934"/>
                </a:lnTo>
                <a:lnTo>
                  <a:pt x="128" y="102354"/>
                </a:lnTo>
                <a:lnTo>
                  <a:pt x="224" y="101745"/>
                </a:lnTo>
                <a:lnTo>
                  <a:pt x="224" y="101136"/>
                </a:lnTo>
                <a:lnTo>
                  <a:pt x="224" y="100556"/>
                </a:lnTo>
                <a:lnTo>
                  <a:pt x="224" y="100005"/>
                </a:lnTo>
                <a:lnTo>
                  <a:pt x="288" y="99425"/>
                </a:lnTo>
                <a:lnTo>
                  <a:pt x="288" y="98816"/>
                </a:lnTo>
                <a:lnTo>
                  <a:pt x="288" y="98207"/>
                </a:lnTo>
                <a:lnTo>
                  <a:pt x="288" y="97628"/>
                </a:lnTo>
                <a:lnTo>
                  <a:pt x="288" y="97019"/>
                </a:lnTo>
                <a:lnTo>
                  <a:pt x="352" y="96410"/>
                </a:lnTo>
                <a:lnTo>
                  <a:pt x="352" y="95888"/>
                </a:lnTo>
                <a:lnTo>
                  <a:pt x="352" y="95279"/>
                </a:lnTo>
                <a:lnTo>
                  <a:pt x="352" y="94699"/>
                </a:lnTo>
                <a:lnTo>
                  <a:pt x="449" y="94090"/>
                </a:lnTo>
                <a:lnTo>
                  <a:pt x="449" y="93510"/>
                </a:lnTo>
                <a:lnTo>
                  <a:pt x="449" y="92901"/>
                </a:lnTo>
                <a:lnTo>
                  <a:pt x="449" y="92379"/>
                </a:lnTo>
                <a:lnTo>
                  <a:pt x="449" y="91770"/>
                </a:lnTo>
                <a:lnTo>
                  <a:pt x="513" y="91162"/>
                </a:lnTo>
                <a:lnTo>
                  <a:pt x="513" y="90582"/>
                </a:lnTo>
                <a:lnTo>
                  <a:pt x="513" y="90031"/>
                </a:lnTo>
                <a:lnTo>
                  <a:pt x="513" y="89451"/>
                </a:lnTo>
                <a:lnTo>
                  <a:pt x="513" y="88842"/>
                </a:lnTo>
                <a:lnTo>
                  <a:pt x="577" y="88233"/>
                </a:lnTo>
                <a:lnTo>
                  <a:pt x="577" y="87711"/>
                </a:lnTo>
                <a:lnTo>
                  <a:pt x="577" y="87102"/>
                </a:lnTo>
                <a:lnTo>
                  <a:pt x="577" y="86522"/>
                </a:lnTo>
                <a:lnTo>
                  <a:pt x="641" y="85913"/>
                </a:lnTo>
                <a:lnTo>
                  <a:pt x="641" y="85391"/>
                </a:lnTo>
                <a:lnTo>
                  <a:pt x="641" y="84782"/>
                </a:lnTo>
                <a:lnTo>
                  <a:pt x="641" y="84203"/>
                </a:lnTo>
                <a:lnTo>
                  <a:pt x="641" y="83652"/>
                </a:lnTo>
                <a:lnTo>
                  <a:pt x="737" y="83072"/>
                </a:lnTo>
                <a:lnTo>
                  <a:pt x="737" y="82463"/>
                </a:lnTo>
                <a:lnTo>
                  <a:pt x="737" y="81854"/>
                </a:lnTo>
                <a:lnTo>
                  <a:pt x="737" y="81332"/>
                </a:lnTo>
                <a:lnTo>
                  <a:pt x="802" y="80723"/>
                </a:lnTo>
                <a:lnTo>
                  <a:pt x="802" y="80143"/>
                </a:lnTo>
                <a:lnTo>
                  <a:pt x="802" y="79592"/>
                </a:lnTo>
                <a:lnTo>
                  <a:pt x="802" y="79012"/>
                </a:lnTo>
                <a:lnTo>
                  <a:pt x="802" y="78461"/>
                </a:lnTo>
                <a:lnTo>
                  <a:pt x="866" y="77882"/>
                </a:lnTo>
                <a:lnTo>
                  <a:pt x="866" y="77273"/>
                </a:lnTo>
                <a:lnTo>
                  <a:pt x="866" y="76751"/>
                </a:lnTo>
                <a:lnTo>
                  <a:pt x="866" y="76142"/>
                </a:lnTo>
                <a:lnTo>
                  <a:pt x="930" y="75620"/>
                </a:lnTo>
                <a:lnTo>
                  <a:pt x="930" y="75011"/>
                </a:lnTo>
                <a:lnTo>
                  <a:pt x="930" y="74402"/>
                </a:lnTo>
                <a:lnTo>
                  <a:pt x="930" y="73880"/>
                </a:lnTo>
                <a:lnTo>
                  <a:pt x="930" y="73271"/>
                </a:lnTo>
                <a:lnTo>
                  <a:pt x="1026" y="72749"/>
                </a:lnTo>
                <a:lnTo>
                  <a:pt x="1026" y="72140"/>
                </a:lnTo>
                <a:lnTo>
                  <a:pt x="1026" y="71619"/>
                </a:lnTo>
                <a:lnTo>
                  <a:pt x="1026" y="71010"/>
                </a:lnTo>
                <a:lnTo>
                  <a:pt x="1090" y="70488"/>
                </a:lnTo>
                <a:lnTo>
                  <a:pt x="1090" y="69879"/>
                </a:lnTo>
                <a:lnTo>
                  <a:pt x="1090" y="69357"/>
                </a:lnTo>
                <a:lnTo>
                  <a:pt x="1090" y="68748"/>
                </a:lnTo>
                <a:lnTo>
                  <a:pt x="1090" y="68226"/>
                </a:lnTo>
                <a:lnTo>
                  <a:pt x="1154" y="67617"/>
                </a:lnTo>
                <a:lnTo>
                  <a:pt x="1154" y="67095"/>
                </a:lnTo>
                <a:lnTo>
                  <a:pt x="1154" y="66486"/>
                </a:lnTo>
                <a:lnTo>
                  <a:pt x="1154" y="65964"/>
                </a:lnTo>
                <a:lnTo>
                  <a:pt x="1251" y="65355"/>
                </a:lnTo>
                <a:lnTo>
                  <a:pt x="1251" y="64834"/>
                </a:lnTo>
                <a:lnTo>
                  <a:pt x="1251" y="64254"/>
                </a:lnTo>
                <a:lnTo>
                  <a:pt x="1251" y="63703"/>
                </a:lnTo>
                <a:lnTo>
                  <a:pt x="1251" y="63123"/>
                </a:lnTo>
                <a:lnTo>
                  <a:pt x="1315" y="62572"/>
                </a:lnTo>
                <a:lnTo>
                  <a:pt x="1315" y="62050"/>
                </a:lnTo>
                <a:lnTo>
                  <a:pt x="1315" y="61441"/>
                </a:lnTo>
                <a:lnTo>
                  <a:pt x="1315" y="60919"/>
                </a:lnTo>
                <a:lnTo>
                  <a:pt x="1315" y="60310"/>
                </a:lnTo>
                <a:lnTo>
                  <a:pt x="1379" y="59788"/>
                </a:lnTo>
                <a:lnTo>
                  <a:pt x="1379" y="59266"/>
                </a:lnTo>
                <a:lnTo>
                  <a:pt x="1379" y="58658"/>
                </a:lnTo>
                <a:lnTo>
                  <a:pt x="1379" y="58136"/>
                </a:lnTo>
                <a:lnTo>
                  <a:pt x="1443" y="57585"/>
                </a:lnTo>
                <a:lnTo>
                  <a:pt x="1443" y="57005"/>
                </a:lnTo>
                <a:lnTo>
                  <a:pt x="1443" y="56454"/>
                </a:lnTo>
                <a:lnTo>
                  <a:pt x="1443" y="55932"/>
                </a:lnTo>
                <a:lnTo>
                  <a:pt x="1443" y="55323"/>
                </a:lnTo>
                <a:lnTo>
                  <a:pt x="1539" y="54801"/>
                </a:lnTo>
                <a:lnTo>
                  <a:pt x="1539" y="54279"/>
                </a:lnTo>
                <a:lnTo>
                  <a:pt x="1539" y="53670"/>
                </a:lnTo>
                <a:lnTo>
                  <a:pt x="1539" y="53148"/>
                </a:lnTo>
                <a:lnTo>
                  <a:pt x="1604" y="52597"/>
                </a:lnTo>
                <a:lnTo>
                  <a:pt x="1604" y="52076"/>
                </a:lnTo>
                <a:lnTo>
                  <a:pt x="1604" y="51467"/>
                </a:lnTo>
                <a:lnTo>
                  <a:pt x="1604" y="50945"/>
                </a:lnTo>
                <a:lnTo>
                  <a:pt x="1604" y="50394"/>
                </a:lnTo>
                <a:lnTo>
                  <a:pt x="1668" y="49872"/>
                </a:lnTo>
                <a:lnTo>
                  <a:pt x="1668" y="49292"/>
                </a:lnTo>
                <a:lnTo>
                  <a:pt x="1668" y="48741"/>
                </a:lnTo>
                <a:lnTo>
                  <a:pt x="1668" y="48219"/>
                </a:lnTo>
                <a:lnTo>
                  <a:pt x="1764" y="47668"/>
                </a:lnTo>
                <a:lnTo>
                  <a:pt x="1764" y="47146"/>
                </a:lnTo>
                <a:lnTo>
                  <a:pt x="1764" y="46537"/>
                </a:lnTo>
                <a:lnTo>
                  <a:pt x="1764" y="46015"/>
                </a:lnTo>
                <a:lnTo>
                  <a:pt x="1764" y="45494"/>
                </a:lnTo>
                <a:lnTo>
                  <a:pt x="1828" y="44943"/>
                </a:lnTo>
                <a:lnTo>
                  <a:pt x="1828" y="44421"/>
                </a:lnTo>
                <a:lnTo>
                  <a:pt x="1828" y="43899"/>
                </a:lnTo>
                <a:lnTo>
                  <a:pt x="1828" y="43290"/>
                </a:lnTo>
                <a:lnTo>
                  <a:pt x="1892" y="42768"/>
                </a:lnTo>
                <a:lnTo>
                  <a:pt x="1892" y="42217"/>
                </a:lnTo>
                <a:lnTo>
                  <a:pt x="1892" y="41695"/>
                </a:lnTo>
                <a:lnTo>
                  <a:pt x="1892" y="41173"/>
                </a:lnTo>
                <a:lnTo>
                  <a:pt x="1892" y="40622"/>
                </a:lnTo>
                <a:lnTo>
                  <a:pt x="1956" y="40100"/>
                </a:lnTo>
                <a:lnTo>
                  <a:pt x="1956" y="39578"/>
                </a:lnTo>
                <a:lnTo>
                  <a:pt x="1956" y="39028"/>
                </a:lnTo>
                <a:lnTo>
                  <a:pt x="1956" y="38506"/>
                </a:lnTo>
                <a:lnTo>
                  <a:pt x="2053" y="37984"/>
                </a:lnTo>
                <a:lnTo>
                  <a:pt x="2053" y="37433"/>
                </a:lnTo>
                <a:lnTo>
                  <a:pt x="2053" y="36911"/>
                </a:lnTo>
                <a:lnTo>
                  <a:pt x="2053" y="36389"/>
                </a:lnTo>
                <a:lnTo>
                  <a:pt x="2053" y="35838"/>
                </a:lnTo>
                <a:lnTo>
                  <a:pt x="2117" y="35316"/>
                </a:lnTo>
                <a:lnTo>
                  <a:pt x="2117" y="34794"/>
                </a:lnTo>
                <a:lnTo>
                  <a:pt x="2117" y="34243"/>
                </a:lnTo>
                <a:lnTo>
                  <a:pt x="2117" y="33721"/>
                </a:lnTo>
                <a:lnTo>
                  <a:pt x="2117" y="33199"/>
                </a:lnTo>
                <a:lnTo>
                  <a:pt x="2181" y="32648"/>
                </a:lnTo>
                <a:lnTo>
                  <a:pt x="2181" y="32127"/>
                </a:lnTo>
                <a:lnTo>
                  <a:pt x="2181" y="31576"/>
                </a:lnTo>
                <a:lnTo>
                  <a:pt x="2181" y="31054"/>
                </a:lnTo>
                <a:lnTo>
                  <a:pt x="2245" y="30532"/>
                </a:lnTo>
                <a:lnTo>
                  <a:pt x="2245" y="29981"/>
                </a:lnTo>
                <a:lnTo>
                  <a:pt x="2245" y="29459"/>
                </a:lnTo>
                <a:lnTo>
                  <a:pt x="2245" y="28937"/>
                </a:lnTo>
                <a:lnTo>
                  <a:pt x="2245" y="28386"/>
                </a:lnTo>
                <a:lnTo>
                  <a:pt x="2341" y="27864"/>
                </a:lnTo>
                <a:lnTo>
                  <a:pt x="2341" y="27400"/>
                </a:lnTo>
                <a:lnTo>
                  <a:pt x="2341" y="26878"/>
                </a:lnTo>
                <a:lnTo>
                  <a:pt x="2341" y="26327"/>
                </a:lnTo>
                <a:lnTo>
                  <a:pt x="2406" y="25806"/>
                </a:lnTo>
                <a:lnTo>
                  <a:pt x="2406" y="25284"/>
                </a:lnTo>
                <a:lnTo>
                  <a:pt x="2406" y="24733"/>
                </a:lnTo>
                <a:lnTo>
                  <a:pt x="2406" y="24269"/>
                </a:lnTo>
                <a:lnTo>
                  <a:pt x="2406" y="23747"/>
                </a:lnTo>
                <a:lnTo>
                  <a:pt x="2470" y="23225"/>
                </a:lnTo>
                <a:lnTo>
                  <a:pt x="2470" y="22674"/>
                </a:lnTo>
                <a:lnTo>
                  <a:pt x="2470" y="22152"/>
                </a:lnTo>
                <a:lnTo>
                  <a:pt x="2470" y="21688"/>
                </a:lnTo>
                <a:lnTo>
                  <a:pt x="2566" y="21137"/>
                </a:lnTo>
                <a:lnTo>
                  <a:pt x="2566" y="20615"/>
                </a:lnTo>
                <a:lnTo>
                  <a:pt x="2566" y="20093"/>
                </a:lnTo>
                <a:lnTo>
                  <a:pt x="2566" y="19629"/>
                </a:lnTo>
                <a:lnTo>
                  <a:pt x="2566" y="19079"/>
                </a:lnTo>
                <a:lnTo>
                  <a:pt x="2630" y="18557"/>
                </a:lnTo>
                <a:lnTo>
                  <a:pt x="2630" y="18035"/>
                </a:lnTo>
                <a:lnTo>
                  <a:pt x="2630" y="17571"/>
                </a:lnTo>
                <a:lnTo>
                  <a:pt x="2630" y="17020"/>
                </a:lnTo>
                <a:lnTo>
                  <a:pt x="2694" y="16498"/>
                </a:lnTo>
                <a:lnTo>
                  <a:pt x="2694" y="16034"/>
                </a:lnTo>
                <a:lnTo>
                  <a:pt x="2694" y="15483"/>
                </a:lnTo>
                <a:lnTo>
                  <a:pt x="2694" y="14961"/>
                </a:lnTo>
                <a:lnTo>
                  <a:pt x="2694" y="14497"/>
                </a:lnTo>
                <a:lnTo>
                  <a:pt x="2758" y="13975"/>
                </a:lnTo>
                <a:lnTo>
                  <a:pt x="2758" y="13511"/>
                </a:lnTo>
                <a:lnTo>
                  <a:pt x="2758" y="12961"/>
                </a:lnTo>
                <a:lnTo>
                  <a:pt x="2758" y="12439"/>
                </a:lnTo>
                <a:lnTo>
                  <a:pt x="2855" y="11975"/>
                </a:lnTo>
                <a:lnTo>
                  <a:pt x="2855" y="11453"/>
                </a:lnTo>
                <a:lnTo>
                  <a:pt x="2855" y="10989"/>
                </a:lnTo>
                <a:lnTo>
                  <a:pt x="2855" y="10438"/>
                </a:lnTo>
                <a:lnTo>
                  <a:pt x="2855" y="9916"/>
                </a:lnTo>
                <a:lnTo>
                  <a:pt x="2919" y="9452"/>
                </a:lnTo>
                <a:lnTo>
                  <a:pt x="2919" y="8901"/>
                </a:lnTo>
                <a:lnTo>
                  <a:pt x="2919" y="8437"/>
                </a:lnTo>
                <a:lnTo>
                  <a:pt x="2919" y="7915"/>
                </a:lnTo>
                <a:lnTo>
                  <a:pt x="2919" y="7451"/>
                </a:lnTo>
                <a:lnTo>
                  <a:pt x="2983" y="6929"/>
                </a:lnTo>
                <a:lnTo>
                  <a:pt x="2983" y="6466"/>
                </a:lnTo>
                <a:lnTo>
                  <a:pt x="2983" y="5915"/>
                </a:lnTo>
                <a:lnTo>
                  <a:pt x="2983" y="5451"/>
                </a:lnTo>
                <a:lnTo>
                  <a:pt x="3047" y="4929"/>
                </a:lnTo>
                <a:lnTo>
                  <a:pt x="3047" y="4465"/>
                </a:lnTo>
                <a:lnTo>
                  <a:pt x="3047" y="3914"/>
                </a:lnTo>
                <a:lnTo>
                  <a:pt x="3047" y="3450"/>
                </a:lnTo>
                <a:lnTo>
                  <a:pt x="3047" y="2986"/>
                </a:lnTo>
                <a:lnTo>
                  <a:pt x="3143" y="2464"/>
                </a:lnTo>
                <a:lnTo>
                  <a:pt x="3143" y="2000"/>
                </a:lnTo>
                <a:lnTo>
                  <a:pt x="3143" y="1478"/>
                </a:lnTo>
                <a:lnTo>
                  <a:pt x="3143" y="1014"/>
                </a:lnTo>
                <a:lnTo>
                  <a:pt x="3208" y="521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016906" y="3140401"/>
            <a:ext cx="3208" cy="83130"/>
          </a:xfrm>
          <a:custGeom>
            <a:avLst/>
            <a:gdLst/>
            <a:ahLst/>
            <a:cxnLst/>
            <a:rect l="l" t="t" r="r" b="b"/>
            <a:pathLst>
              <a:path w="3208" h="83130">
                <a:moveTo>
                  <a:pt x="0" y="83130"/>
                </a:moveTo>
                <a:lnTo>
                  <a:pt x="0" y="82666"/>
                </a:lnTo>
                <a:lnTo>
                  <a:pt x="0" y="82202"/>
                </a:lnTo>
                <a:lnTo>
                  <a:pt x="0" y="81680"/>
                </a:lnTo>
                <a:lnTo>
                  <a:pt x="64" y="81216"/>
                </a:lnTo>
                <a:lnTo>
                  <a:pt x="64" y="80752"/>
                </a:lnTo>
                <a:lnTo>
                  <a:pt x="64" y="80201"/>
                </a:lnTo>
                <a:lnTo>
                  <a:pt x="64" y="79737"/>
                </a:lnTo>
                <a:lnTo>
                  <a:pt x="160" y="79273"/>
                </a:lnTo>
                <a:lnTo>
                  <a:pt x="160" y="78809"/>
                </a:lnTo>
                <a:lnTo>
                  <a:pt x="160" y="78287"/>
                </a:lnTo>
                <a:lnTo>
                  <a:pt x="160" y="77824"/>
                </a:lnTo>
                <a:lnTo>
                  <a:pt x="160" y="77360"/>
                </a:lnTo>
                <a:lnTo>
                  <a:pt x="224" y="76896"/>
                </a:lnTo>
                <a:lnTo>
                  <a:pt x="224" y="76345"/>
                </a:lnTo>
                <a:lnTo>
                  <a:pt x="224" y="75881"/>
                </a:lnTo>
                <a:lnTo>
                  <a:pt x="224" y="75417"/>
                </a:lnTo>
                <a:lnTo>
                  <a:pt x="288" y="74953"/>
                </a:lnTo>
                <a:lnTo>
                  <a:pt x="288" y="74489"/>
                </a:lnTo>
                <a:lnTo>
                  <a:pt x="288" y="73967"/>
                </a:lnTo>
                <a:lnTo>
                  <a:pt x="288" y="73503"/>
                </a:lnTo>
                <a:lnTo>
                  <a:pt x="288" y="73039"/>
                </a:lnTo>
                <a:lnTo>
                  <a:pt x="352" y="72575"/>
                </a:lnTo>
                <a:lnTo>
                  <a:pt x="352" y="72082"/>
                </a:lnTo>
                <a:lnTo>
                  <a:pt x="352" y="71619"/>
                </a:lnTo>
                <a:lnTo>
                  <a:pt x="352" y="71155"/>
                </a:lnTo>
                <a:lnTo>
                  <a:pt x="449" y="70633"/>
                </a:lnTo>
                <a:lnTo>
                  <a:pt x="449" y="70169"/>
                </a:lnTo>
                <a:lnTo>
                  <a:pt x="449" y="69705"/>
                </a:lnTo>
                <a:lnTo>
                  <a:pt x="449" y="69241"/>
                </a:lnTo>
                <a:lnTo>
                  <a:pt x="449" y="68777"/>
                </a:lnTo>
                <a:lnTo>
                  <a:pt x="513" y="68313"/>
                </a:lnTo>
                <a:lnTo>
                  <a:pt x="513" y="67849"/>
                </a:lnTo>
                <a:lnTo>
                  <a:pt x="513" y="67385"/>
                </a:lnTo>
                <a:lnTo>
                  <a:pt x="513" y="66921"/>
                </a:lnTo>
                <a:lnTo>
                  <a:pt x="513" y="66457"/>
                </a:lnTo>
                <a:lnTo>
                  <a:pt x="577" y="65964"/>
                </a:lnTo>
                <a:lnTo>
                  <a:pt x="577" y="65500"/>
                </a:lnTo>
                <a:lnTo>
                  <a:pt x="577" y="65037"/>
                </a:lnTo>
                <a:lnTo>
                  <a:pt x="577" y="64573"/>
                </a:lnTo>
                <a:lnTo>
                  <a:pt x="673" y="64109"/>
                </a:lnTo>
                <a:lnTo>
                  <a:pt x="673" y="63645"/>
                </a:lnTo>
                <a:lnTo>
                  <a:pt x="673" y="63181"/>
                </a:lnTo>
                <a:lnTo>
                  <a:pt x="673" y="62717"/>
                </a:lnTo>
                <a:lnTo>
                  <a:pt x="673" y="62253"/>
                </a:lnTo>
                <a:lnTo>
                  <a:pt x="737" y="61789"/>
                </a:lnTo>
                <a:lnTo>
                  <a:pt x="737" y="61383"/>
                </a:lnTo>
                <a:lnTo>
                  <a:pt x="737" y="60919"/>
                </a:lnTo>
                <a:lnTo>
                  <a:pt x="737" y="60455"/>
                </a:lnTo>
                <a:lnTo>
                  <a:pt x="802" y="59991"/>
                </a:lnTo>
                <a:lnTo>
                  <a:pt x="802" y="59527"/>
                </a:lnTo>
                <a:lnTo>
                  <a:pt x="802" y="59063"/>
                </a:lnTo>
                <a:lnTo>
                  <a:pt x="802" y="58600"/>
                </a:lnTo>
                <a:lnTo>
                  <a:pt x="802" y="58194"/>
                </a:lnTo>
                <a:lnTo>
                  <a:pt x="866" y="57730"/>
                </a:lnTo>
                <a:lnTo>
                  <a:pt x="866" y="57266"/>
                </a:lnTo>
                <a:lnTo>
                  <a:pt x="866" y="56802"/>
                </a:lnTo>
                <a:lnTo>
                  <a:pt x="866" y="56338"/>
                </a:lnTo>
                <a:lnTo>
                  <a:pt x="962" y="55932"/>
                </a:lnTo>
                <a:lnTo>
                  <a:pt x="962" y="55468"/>
                </a:lnTo>
                <a:lnTo>
                  <a:pt x="962" y="55004"/>
                </a:lnTo>
                <a:lnTo>
                  <a:pt x="962" y="54540"/>
                </a:lnTo>
                <a:lnTo>
                  <a:pt x="962" y="54134"/>
                </a:lnTo>
                <a:lnTo>
                  <a:pt x="1026" y="53670"/>
                </a:lnTo>
                <a:lnTo>
                  <a:pt x="1026" y="53206"/>
                </a:lnTo>
                <a:lnTo>
                  <a:pt x="1026" y="52800"/>
                </a:lnTo>
                <a:lnTo>
                  <a:pt x="1026" y="52336"/>
                </a:lnTo>
                <a:lnTo>
                  <a:pt x="1090" y="51873"/>
                </a:lnTo>
                <a:lnTo>
                  <a:pt x="1090" y="51496"/>
                </a:lnTo>
                <a:lnTo>
                  <a:pt x="1090" y="51003"/>
                </a:lnTo>
                <a:lnTo>
                  <a:pt x="1090" y="50539"/>
                </a:lnTo>
                <a:lnTo>
                  <a:pt x="1090" y="50162"/>
                </a:lnTo>
                <a:lnTo>
                  <a:pt x="1154" y="49698"/>
                </a:lnTo>
                <a:lnTo>
                  <a:pt x="1154" y="49292"/>
                </a:lnTo>
                <a:lnTo>
                  <a:pt x="1154" y="48828"/>
                </a:lnTo>
                <a:lnTo>
                  <a:pt x="1154" y="48364"/>
                </a:lnTo>
                <a:lnTo>
                  <a:pt x="1251" y="47958"/>
                </a:lnTo>
                <a:lnTo>
                  <a:pt x="1251" y="47494"/>
                </a:lnTo>
                <a:lnTo>
                  <a:pt x="1251" y="47088"/>
                </a:lnTo>
                <a:lnTo>
                  <a:pt x="1251" y="46624"/>
                </a:lnTo>
                <a:lnTo>
                  <a:pt x="1251" y="46218"/>
                </a:lnTo>
                <a:lnTo>
                  <a:pt x="1315" y="45754"/>
                </a:lnTo>
                <a:lnTo>
                  <a:pt x="1315" y="45378"/>
                </a:lnTo>
                <a:lnTo>
                  <a:pt x="1315" y="44885"/>
                </a:lnTo>
                <a:lnTo>
                  <a:pt x="1315" y="44508"/>
                </a:lnTo>
                <a:lnTo>
                  <a:pt x="1315" y="44044"/>
                </a:lnTo>
                <a:lnTo>
                  <a:pt x="1379" y="43638"/>
                </a:lnTo>
                <a:lnTo>
                  <a:pt x="1379" y="43174"/>
                </a:lnTo>
                <a:lnTo>
                  <a:pt x="1379" y="42768"/>
                </a:lnTo>
                <a:lnTo>
                  <a:pt x="1379" y="42304"/>
                </a:lnTo>
                <a:lnTo>
                  <a:pt x="1475" y="41898"/>
                </a:lnTo>
                <a:lnTo>
                  <a:pt x="1475" y="41521"/>
                </a:lnTo>
                <a:lnTo>
                  <a:pt x="1475" y="41028"/>
                </a:lnTo>
                <a:lnTo>
                  <a:pt x="1475" y="40651"/>
                </a:lnTo>
                <a:lnTo>
                  <a:pt x="1475" y="40187"/>
                </a:lnTo>
                <a:lnTo>
                  <a:pt x="1539" y="39781"/>
                </a:lnTo>
                <a:lnTo>
                  <a:pt x="1539" y="39375"/>
                </a:lnTo>
                <a:lnTo>
                  <a:pt x="1539" y="38912"/>
                </a:lnTo>
                <a:lnTo>
                  <a:pt x="1539" y="38506"/>
                </a:lnTo>
                <a:lnTo>
                  <a:pt x="1604" y="38129"/>
                </a:lnTo>
                <a:lnTo>
                  <a:pt x="1604" y="37665"/>
                </a:lnTo>
                <a:lnTo>
                  <a:pt x="1604" y="37259"/>
                </a:lnTo>
                <a:lnTo>
                  <a:pt x="1604" y="36853"/>
                </a:lnTo>
                <a:lnTo>
                  <a:pt x="1604" y="36447"/>
                </a:lnTo>
                <a:lnTo>
                  <a:pt x="1668" y="35983"/>
                </a:lnTo>
                <a:lnTo>
                  <a:pt x="1668" y="35577"/>
                </a:lnTo>
                <a:lnTo>
                  <a:pt x="1668" y="35200"/>
                </a:lnTo>
                <a:lnTo>
                  <a:pt x="1668" y="34794"/>
                </a:lnTo>
                <a:lnTo>
                  <a:pt x="1764" y="34330"/>
                </a:lnTo>
                <a:lnTo>
                  <a:pt x="1764" y="33924"/>
                </a:lnTo>
                <a:lnTo>
                  <a:pt x="1764" y="33518"/>
                </a:lnTo>
                <a:lnTo>
                  <a:pt x="1764" y="33141"/>
                </a:lnTo>
                <a:lnTo>
                  <a:pt x="1764" y="32735"/>
                </a:lnTo>
                <a:lnTo>
                  <a:pt x="1828" y="32272"/>
                </a:lnTo>
                <a:lnTo>
                  <a:pt x="1828" y="31866"/>
                </a:lnTo>
                <a:lnTo>
                  <a:pt x="1828" y="31460"/>
                </a:lnTo>
                <a:lnTo>
                  <a:pt x="1828" y="31054"/>
                </a:lnTo>
                <a:lnTo>
                  <a:pt x="1892" y="30677"/>
                </a:lnTo>
                <a:lnTo>
                  <a:pt x="1892" y="30271"/>
                </a:lnTo>
                <a:lnTo>
                  <a:pt x="1892" y="29865"/>
                </a:lnTo>
                <a:lnTo>
                  <a:pt x="1892" y="29459"/>
                </a:lnTo>
                <a:lnTo>
                  <a:pt x="1892" y="29082"/>
                </a:lnTo>
                <a:lnTo>
                  <a:pt x="1956" y="28676"/>
                </a:lnTo>
                <a:lnTo>
                  <a:pt x="1956" y="28212"/>
                </a:lnTo>
                <a:lnTo>
                  <a:pt x="1956" y="27806"/>
                </a:lnTo>
                <a:lnTo>
                  <a:pt x="1956" y="27400"/>
                </a:lnTo>
                <a:lnTo>
                  <a:pt x="2053" y="27023"/>
                </a:lnTo>
                <a:lnTo>
                  <a:pt x="2053" y="26617"/>
                </a:lnTo>
                <a:lnTo>
                  <a:pt x="2053" y="26211"/>
                </a:lnTo>
                <a:lnTo>
                  <a:pt x="2053" y="25806"/>
                </a:lnTo>
                <a:lnTo>
                  <a:pt x="2053" y="25487"/>
                </a:lnTo>
                <a:lnTo>
                  <a:pt x="2117" y="25081"/>
                </a:lnTo>
                <a:lnTo>
                  <a:pt x="2117" y="24675"/>
                </a:lnTo>
                <a:lnTo>
                  <a:pt x="2117" y="24298"/>
                </a:lnTo>
                <a:lnTo>
                  <a:pt x="2117" y="23892"/>
                </a:lnTo>
                <a:lnTo>
                  <a:pt x="2117" y="23486"/>
                </a:lnTo>
                <a:lnTo>
                  <a:pt x="2181" y="23080"/>
                </a:lnTo>
                <a:lnTo>
                  <a:pt x="2181" y="22703"/>
                </a:lnTo>
                <a:lnTo>
                  <a:pt x="2181" y="22297"/>
                </a:lnTo>
                <a:lnTo>
                  <a:pt x="2181" y="21891"/>
                </a:lnTo>
                <a:lnTo>
                  <a:pt x="2277" y="21572"/>
                </a:lnTo>
                <a:lnTo>
                  <a:pt x="2277" y="21166"/>
                </a:lnTo>
                <a:lnTo>
                  <a:pt x="2277" y="20760"/>
                </a:lnTo>
                <a:lnTo>
                  <a:pt x="2277" y="20354"/>
                </a:lnTo>
                <a:lnTo>
                  <a:pt x="2277" y="19948"/>
                </a:lnTo>
                <a:lnTo>
                  <a:pt x="2341" y="19571"/>
                </a:lnTo>
                <a:lnTo>
                  <a:pt x="2341" y="19224"/>
                </a:lnTo>
                <a:lnTo>
                  <a:pt x="2341" y="18818"/>
                </a:lnTo>
                <a:lnTo>
                  <a:pt x="2341" y="18441"/>
                </a:lnTo>
                <a:lnTo>
                  <a:pt x="2406" y="18035"/>
                </a:lnTo>
                <a:lnTo>
                  <a:pt x="2406" y="17716"/>
                </a:lnTo>
                <a:lnTo>
                  <a:pt x="2406" y="17310"/>
                </a:lnTo>
                <a:lnTo>
                  <a:pt x="2406" y="16904"/>
                </a:lnTo>
                <a:lnTo>
                  <a:pt x="2406" y="16585"/>
                </a:lnTo>
                <a:lnTo>
                  <a:pt x="2470" y="16179"/>
                </a:lnTo>
                <a:lnTo>
                  <a:pt x="2470" y="15773"/>
                </a:lnTo>
                <a:lnTo>
                  <a:pt x="2470" y="15454"/>
                </a:lnTo>
                <a:lnTo>
                  <a:pt x="2470" y="15048"/>
                </a:lnTo>
                <a:lnTo>
                  <a:pt x="2566" y="14642"/>
                </a:lnTo>
                <a:lnTo>
                  <a:pt x="2566" y="14323"/>
                </a:lnTo>
                <a:lnTo>
                  <a:pt x="2566" y="13917"/>
                </a:lnTo>
                <a:lnTo>
                  <a:pt x="2566" y="13569"/>
                </a:lnTo>
                <a:lnTo>
                  <a:pt x="2566" y="13192"/>
                </a:lnTo>
                <a:lnTo>
                  <a:pt x="2630" y="12787"/>
                </a:lnTo>
                <a:lnTo>
                  <a:pt x="2630" y="12439"/>
                </a:lnTo>
                <a:lnTo>
                  <a:pt x="2630" y="12062"/>
                </a:lnTo>
                <a:lnTo>
                  <a:pt x="2630" y="11714"/>
                </a:lnTo>
                <a:lnTo>
                  <a:pt x="2694" y="11308"/>
                </a:lnTo>
                <a:lnTo>
                  <a:pt x="2694" y="10989"/>
                </a:lnTo>
                <a:lnTo>
                  <a:pt x="2694" y="10583"/>
                </a:lnTo>
                <a:lnTo>
                  <a:pt x="2694" y="10264"/>
                </a:lnTo>
                <a:lnTo>
                  <a:pt x="2694" y="9858"/>
                </a:lnTo>
                <a:lnTo>
                  <a:pt x="2790" y="9510"/>
                </a:lnTo>
                <a:lnTo>
                  <a:pt x="2790" y="9133"/>
                </a:lnTo>
                <a:lnTo>
                  <a:pt x="2790" y="8785"/>
                </a:lnTo>
                <a:lnTo>
                  <a:pt x="2790" y="8379"/>
                </a:lnTo>
                <a:lnTo>
                  <a:pt x="2855" y="8060"/>
                </a:lnTo>
                <a:lnTo>
                  <a:pt x="2855" y="7741"/>
                </a:lnTo>
                <a:lnTo>
                  <a:pt x="2855" y="7335"/>
                </a:lnTo>
                <a:lnTo>
                  <a:pt x="2855" y="6987"/>
                </a:lnTo>
                <a:lnTo>
                  <a:pt x="2855" y="6668"/>
                </a:lnTo>
                <a:lnTo>
                  <a:pt x="2919" y="6263"/>
                </a:lnTo>
                <a:lnTo>
                  <a:pt x="2919" y="5944"/>
                </a:lnTo>
                <a:lnTo>
                  <a:pt x="2919" y="5538"/>
                </a:lnTo>
                <a:lnTo>
                  <a:pt x="2919" y="5190"/>
                </a:lnTo>
                <a:lnTo>
                  <a:pt x="2919" y="4871"/>
                </a:lnTo>
                <a:lnTo>
                  <a:pt x="2983" y="4523"/>
                </a:lnTo>
                <a:lnTo>
                  <a:pt x="2983" y="4146"/>
                </a:lnTo>
                <a:lnTo>
                  <a:pt x="2983" y="3798"/>
                </a:lnTo>
                <a:lnTo>
                  <a:pt x="2983" y="3479"/>
                </a:lnTo>
                <a:lnTo>
                  <a:pt x="3079" y="3131"/>
                </a:lnTo>
                <a:lnTo>
                  <a:pt x="3079" y="2754"/>
                </a:lnTo>
                <a:lnTo>
                  <a:pt x="3079" y="2406"/>
                </a:lnTo>
                <a:lnTo>
                  <a:pt x="3079" y="2087"/>
                </a:lnTo>
                <a:lnTo>
                  <a:pt x="3079" y="1739"/>
                </a:lnTo>
                <a:lnTo>
                  <a:pt x="3143" y="1333"/>
                </a:lnTo>
                <a:lnTo>
                  <a:pt x="3143" y="1014"/>
                </a:lnTo>
                <a:lnTo>
                  <a:pt x="3143" y="666"/>
                </a:lnTo>
                <a:lnTo>
                  <a:pt x="3143" y="347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020114" y="3089601"/>
            <a:ext cx="3143" cy="50800"/>
          </a:xfrm>
          <a:custGeom>
            <a:avLst/>
            <a:gdLst/>
            <a:ahLst/>
            <a:cxnLst/>
            <a:rect l="l" t="t" r="r" b="b"/>
            <a:pathLst>
              <a:path w="3143" h="50800">
                <a:moveTo>
                  <a:pt x="0" y="50800"/>
                </a:moveTo>
                <a:lnTo>
                  <a:pt x="0" y="50481"/>
                </a:lnTo>
                <a:lnTo>
                  <a:pt x="0" y="50162"/>
                </a:lnTo>
                <a:lnTo>
                  <a:pt x="0" y="49814"/>
                </a:lnTo>
                <a:lnTo>
                  <a:pt x="0" y="49408"/>
                </a:lnTo>
                <a:lnTo>
                  <a:pt x="64" y="49089"/>
                </a:lnTo>
                <a:lnTo>
                  <a:pt x="64" y="48741"/>
                </a:lnTo>
                <a:lnTo>
                  <a:pt x="64" y="48422"/>
                </a:lnTo>
                <a:lnTo>
                  <a:pt x="64" y="48074"/>
                </a:lnTo>
                <a:lnTo>
                  <a:pt x="160" y="47755"/>
                </a:lnTo>
                <a:lnTo>
                  <a:pt x="160" y="47436"/>
                </a:lnTo>
                <a:lnTo>
                  <a:pt x="160" y="47088"/>
                </a:lnTo>
                <a:lnTo>
                  <a:pt x="160" y="46769"/>
                </a:lnTo>
                <a:lnTo>
                  <a:pt x="160" y="46421"/>
                </a:lnTo>
                <a:lnTo>
                  <a:pt x="224" y="46102"/>
                </a:lnTo>
                <a:lnTo>
                  <a:pt x="224" y="45754"/>
                </a:lnTo>
                <a:lnTo>
                  <a:pt x="224" y="45436"/>
                </a:lnTo>
                <a:lnTo>
                  <a:pt x="224" y="45175"/>
                </a:lnTo>
                <a:lnTo>
                  <a:pt x="288" y="44827"/>
                </a:lnTo>
                <a:lnTo>
                  <a:pt x="288" y="44508"/>
                </a:lnTo>
                <a:lnTo>
                  <a:pt x="288" y="44160"/>
                </a:lnTo>
                <a:lnTo>
                  <a:pt x="288" y="43841"/>
                </a:lnTo>
                <a:lnTo>
                  <a:pt x="288" y="43493"/>
                </a:lnTo>
                <a:lnTo>
                  <a:pt x="384" y="43174"/>
                </a:lnTo>
                <a:lnTo>
                  <a:pt x="384" y="42826"/>
                </a:lnTo>
                <a:lnTo>
                  <a:pt x="384" y="42565"/>
                </a:lnTo>
                <a:lnTo>
                  <a:pt x="384" y="42246"/>
                </a:lnTo>
                <a:lnTo>
                  <a:pt x="449" y="41898"/>
                </a:lnTo>
                <a:lnTo>
                  <a:pt x="449" y="41579"/>
                </a:lnTo>
                <a:lnTo>
                  <a:pt x="449" y="41231"/>
                </a:lnTo>
                <a:lnTo>
                  <a:pt x="449" y="40970"/>
                </a:lnTo>
                <a:lnTo>
                  <a:pt x="449" y="40651"/>
                </a:lnTo>
                <a:lnTo>
                  <a:pt x="513" y="40303"/>
                </a:lnTo>
                <a:lnTo>
                  <a:pt x="513" y="39984"/>
                </a:lnTo>
                <a:lnTo>
                  <a:pt x="513" y="39694"/>
                </a:lnTo>
                <a:lnTo>
                  <a:pt x="513" y="39375"/>
                </a:lnTo>
                <a:lnTo>
                  <a:pt x="513" y="39057"/>
                </a:lnTo>
                <a:lnTo>
                  <a:pt x="577" y="38767"/>
                </a:lnTo>
                <a:lnTo>
                  <a:pt x="577" y="38448"/>
                </a:lnTo>
                <a:lnTo>
                  <a:pt x="577" y="38100"/>
                </a:lnTo>
                <a:lnTo>
                  <a:pt x="577" y="37839"/>
                </a:lnTo>
                <a:lnTo>
                  <a:pt x="673" y="37520"/>
                </a:lnTo>
                <a:lnTo>
                  <a:pt x="673" y="37259"/>
                </a:lnTo>
                <a:lnTo>
                  <a:pt x="673" y="36911"/>
                </a:lnTo>
                <a:lnTo>
                  <a:pt x="673" y="36592"/>
                </a:lnTo>
                <a:lnTo>
                  <a:pt x="673" y="36331"/>
                </a:lnTo>
                <a:lnTo>
                  <a:pt x="737" y="35983"/>
                </a:lnTo>
                <a:lnTo>
                  <a:pt x="737" y="35722"/>
                </a:lnTo>
                <a:lnTo>
                  <a:pt x="737" y="35374"/>
                </a:lnTo>
                <a:lnTo>
                  <a:pt x="737" y="35113"/>
                </a:lnTo>
                <a:lnTo>
                  <a:pt x="802" y="34794"/>
                </a:lnTo>
                <a:lnTo>
                  <a:pt x="802" y="34533"/>
                </a:lnTo>
                <a:lnTo>
                  <a:pt x="802" y="34185"/>
                </a:lnTo>
                <a:lnTo>
                  <a:pt x="802" y="33924"/>
                </a:lnTo>
                <a:lnTo>
                  <a:pt x="802" y="33605"/>
                </a:lnTo>
                <a:lnTo>
                  <a:pt x="898" y="33315"/>
                </a:lnTo>
                <a:lnTo>
                  <a:pt x="898" y="32996"/>
                </a:lnTo>
                <a:lnTo>
                  <a:pt x="898" y="32735"/>
                </a:lnTo>
                <a:lnTo>
                  <a:pt x="898" y="32475"/>
                </a:lnTo>
                <a:lnTo>
                  <a:pt x="962" y="32127"/>
                </a:lnTo>
                <a:lnTo>
                  <a:pt x="962" y="31866"/>
                </a:lnTo>
                <a:lnTo>
                  <a:pt x="962" y="31605"/>
                </a:lnTo>
                <a:lnTo>
                  <a:pt x="962" y="31257"/>
                </a:lnTo>
                <a:lnTo>
                  <a:pt x="962" y="30996"/>
                </a:lnTo>
                <a:lnTo>
                  <a:pt x="1026" y="30735"/>
                </a:lnTo>
                <a:lnTo>
                  <a:pt x="1026" y="30387"/>
                </a:lnTo>
                <a:lnTo>
                  <a:pt x="1026" y="30126"/>
                </a:lnTo>
                <a:lnTo>
                  <a:pt x="1026" y="29865"/>
                </a:lnTo>
                <a:lnTo>
                  <a:pt x="1090" y="29546"/>
                </a:lnTo>
                <a:lnTo>
                  <a:pt x="1090" y="29256"/>
                </a:lnTo>
                <a:lnTo>
                  <a:pt x="1090" y="28995"/>
                </a:lnTo>
                <a:lnTo>
                  <a:pt x="1090" y="28734"/>
                </a:lnTo>
                <a:lnTo>
                  <a:pt x="1090" y="28415"/>
                </a:lnTo>
                <a:lnTo>
                  <a:pt x="1186" y="28125"/>
                </a:lnTo>
                <a:lnTo>
                  <a:pt x="1186" y="27864"/>
                </a:lnTo>
                <a:lnTo>
                  <a:pt x="1186" y="27603"/>
                </a:lnTo>
                <a:lnTo>
                  <a:pt x="1186" y="27342"/>
                </a:lnTo>
                <a:lnTo>
                  <a:pt x="1251" y="27081"/>
                </a:lnTo>
                <a:lnTo>
                  <a:pt x="1251" y="26733"/>
                </a:lnTo>
                <a:lnTo>
                  <a:pt x="1251" y="26472"/>
                </a:lnTo>
                <a:lnTo>
                  <a:pt x="1251" y="26211"/>
                </a:lnTo>
                <a:lnTo>
                  <a:pt x="1251" y="25951"/>
                </a:lnTo>
                <a:lnTo>
                  <a:pt x="1315" y="25690"/>
                </a:lnTo>
                <a:lnTo>
                  <a:pt x="1315" y="25400"/>
                </a:lnTo>
                <a:lnTo>
                  <a:pt x="1315" y="25139"/>
                </a:lnTo>
                <a:lnTo>
                  <a:pt x="1315" y="24878"/>
                </a:lnTo>
                <a:lnTo>
                  <a:pt x="1315" y="24617"/>
                </a:lnTo>
                <a:lnTo>
                  <a:pt x="1379" y="24356"/>
                </a:lnTo>
                <a:lnTo>
                  <a:pt x="1379" y="24095"/>
                </a:lnTo>
                <a:lnTo>
                  <a:pt x="1379" y="23805"/>
                </a:lnTo>
                <a:lnTo>
                  <a:pt x="1379" y="23544"/>
                </a:lnTo>
                <a:lnTo>
                  <a:pt x="1475" y="23283"/>
                </a:lnTo>
                <a:lnTo>
                  <a:pt x="1475" y="23022"/>
                </a:lnTo>
                <a:lnTo>
                  <a:pt x="1475" y="22761"/>
                </a:lnTo>
                <a:lnTo>
                  <a:pt x="1475" y="22500"/>
                </a:lnTo>
                <a:lnTo>
                  <a:pt x="1475" y="22210"/>
                </a:lnTo>
                <a:lnTo>
                  <a:pt x="1539" y="21949"/>
                </a:lnTo>
                <a:lnTo>
                  <a:pt x="1539" y="21688"/>
                </a:lnTo>
                <a:lnTo>
                  <a:pt x="1539" y="21427"/>
                </a:lnTo>
                <a:lnTo>
                  <a:pt x="1539" y="21166"/>
                </a:lnTo>
                <a:lnTo>
                  <a:pt x="1604" y="20963"/>
                </a:lnTo>
                <a:lnTo>
                  <a:pt x="1604" y="20702"/>
                </a:lnTo>
                <a:lnTo>
                  <a:pt x="1604" y="20412"/>
                </a:lnTo>
                <a:lnTo>
                  <a:pt x="1604" y="20151"/>
                </a:lnTo>
                <a:lnTo>
                  <a:pt x="1604" y="19890"/>
                </a:lnTo>
                <a:lnTo>
                  <a:pt x="1700" y="19687"/>
                </a:lnTo>
                <a:lnTo>
                  <a:pt x="1700" y="19427"/>
                </a:lnTo>
                <a:lnTo>
                  <a:pt x="1700" y="19166"/>
                </a:lnTo>
                <a:lnTo>
                  <a:pt x="1700" y="18905"/>
                </a:lnTo>
                <a:lnTo>
                  <a:pt x="1764" y="18702"/>
                </a:lnTo>
                <a:lnTo>
                  <a:pt x="1764" y="18441"/>
                </a:lnTo>
                <a:lnTo>
                  <a:pt x="1764" y="18151"/>
                </a:lnTo>
                <a:lnTo>
                  <a:pt x="1764" y="17890"/>
                </a:lnTo>
                <a:lnTo>
                  <a:pt x="1764" y="17687"/>
                </a:lnTo>
                <a:lnTo>
                  <a:pt x="1828" y="17426"/>
                </a:lnTo>
                <a:lnTo>
                  <a:pt x="1828" y="17165"/>
                </a:lnTo>
                <a:lnTo>
                  <a:pt x="1828" y="16962"/>
                </a:lnTo>
                <a:lnTo>
                  <a:pt x="1828" y="16701"/>
                </a:lnTo>
                <a:lnTo>
                  <a:pt x="1892" y="16498"/>
                </a:lnTo>
                <a:lnTo>
                  <a:pt x="1892" y="16237"/>
                </a:lnTo>
                <a:lnTo>
                  <a:pt x="1892" y="15976"/>
                </a:lnTo>
                <a:lnTo>
                  <a:pt x="1892" y="15773"/>
                </a:lnTo>
                <a:lnTo>
                  <a:pt x="1892" y="15512"/>
                </a:lnTo>
                <a:lnTo>
                  <a:pt x="1988" y="15309"/>
                </a:lnTo>
                <a:lnTo>
                  <a:pt x="1988" y="15048"/>
                </a:lnTo>
                <a:lnTo>
                  <a:pt x="1988" y="14845"/>
                </a:lnTo>
                <a:lnTo>
                  <a:pt x="1988" y="14584"/>
                </a:lnTo>
                <a:lnTo>
                  <a:pt x="2053" y="14381"/>
                </a:lnTo>
                <a:lnTo>
                  <a:pt x="2053" y="14120"/>
                </a:lnTo>
                <a:lnTo>
                  <a:pt x="2053" y="13917"/>
                </a:lnTo>
                <a:lnTo>
                  <a:pt x="2053" y="13656"/>
                </a:lnTo>
                <a:lnTo>
                  <a:pt x="2053" y="13453"/>
                </a:lnTo>
                <a:lnTo>
                  <a:pt x="2117" y="13163"/>
                </a:lnTo>
                <a:lnTo>
                  <a:pt x="2117" y="12990"/>
                </a:lnTo>
                <a:lnTo>
                  <a:pt x="2117" y="12787"/>
                </a:lnTo>
                <a:lnTo>
                  <a:pt x="2117" y="12526"/>
                </a:lnTo>
                <a:lnTo>
                  <a:pt x="2117" y="12323"/>
                </a:lnTo>
                <a:lnTo>
                  <a:pt x="2181" y="12120"/>
                </a:lnTo>
                <a:lnTo>
                  <a:pt x="2181" y="11859"/>
                </a:lnTo>
                <a:lnTo>
                  <a:pt x="2181" y="11656"/>
                </a:lnTo>
                <a:lnTo>
                  <a:pt x="2181" y="11453"/>
                </a:lnTo>
                <a:lnTo>
                  <a:pt x="2277" y="11192"/>
                </a:lnTo>
                <a:lnTo>
                  <a:pt x="2277" y="10989"/>
                </a:lnTo>
                <a:lnTo>
                  <a:pt x="2277" y="10786"/>
                </a:lnTo>
                <a:lnTo>
                  <a:pt x="2277" y="10525"/>
                </a:lnTo>
                <a:lnTo>
                  <a:pt x="2277" y="10322"/>
                </a:lnTo>
                <a:lnTo>
                  <a:pt x="2341" y="10119"/>
                </a:lnTo>
                <a:lnTo>
                  <a:pt x="2341" y="9916"/>
                </a:lnTo>
                <a:lnTo>
                  <a:pt x="2341" y="9655"/>
                </a:lnTo>
                <a:lnTo>
                  <a:pt x="2341" y="9452"/>
                </a:lnTo>
                <a:lnTo>
                  <a:pt x="2406" y="9249"/>
                </a:lnTo>
                <a:lnTo>
                  <a:pt x="2406" y="9046"/>
                </a:lnTo>
                <a:lnTo>
                  <a:pt x="2406" y="8843"/>
                </a:lnTo>
                <a:lnTo>
                  <a:pt x="2406" y="8669"/>
                </a:lnTo>
                <a:lnTo>
                  <a:pt x="2406" y="8379"/>
                </a:lnTo>
                <a:lnTo>
                  <a:pt x="2502" y="8176"/>
                </a:lnTo>
                <a:lnTo>
                  <a:pt x="2502" y="8002"/>
                </a:lnTo>
                <a:lnTo>
                  <a:pt x="2502" y="7799"/>
                </a:lnTo>
                <a:lnTo>
                  <a:pt x="2502" y="7596"/>
                </a:lnTo>
                <a:lnTo>
                  <a:pt x="2566" y="7393"/>
                </a:lnTo>
                <a:lnTo>
                  <a:pt x="2566" y="7190"/>
                </a:lnTo>
                <a:lnTo>
                  <a:pt x="2566" y="6987"/>
                </a:lnTo>
                <a:lnTo>
                  <a:pt x="2566" y="6784"/>
                </a:lnTo>
                <a:lnTo>
                  <a:pt x="2566" y="6581"/>
                </a:lnTo>
                <a:lnTo>
                  <a:pt x="2630" y="6408"/>
                </a:lnTo>
                <a:lnTo>
                  <a:pt x="2630" y="6205"/>
                </a:lnTo>
                <a:lnTo>
                  <a:pt x="2630" y="6002"/>
                </a:lnTo>
                <a:lnTo>
                  <a:pt x="2630" y="5799"/>
                </a:lnTo>
                <a:lnTo>
                  <a:pt x="2694" y="5596"/>
                </a:lnTo>
                <a:lnTo>
                  <a:pt x="2694" y="5393"/>
                </a:lnTo>
                <a:lnTo>
                  <a:pt x="2694" y="5190"/>
                </a:lnTo>
                <a:lnTo>
                  <a:pt x="2694" y="4987"/>
                </a:lnTo>
                <a:lnTo>
                  <a:pt x="2694" y="4784"/>
                </a:lnTo>
                <a:lnTo>
                  <a:pt x="2790" y="4465"/>
                </a:lnTo>
                <a:lnTo>
                  <a:pt x="2790" y="4262"/>
                </a:lnTo>
                <a:lnTo>
                  <a:pt x="2790" y="4059"/>
                </a:lnTo>
                <a:lnTo>
                  <a:pt x="2855" y="3856"/>
                </a:lnTo>
                <a:lnTo>
                  <a:pt x="2855" y="3682"/>
                </a:lnTo>
                <a:lnTo>
                  <a:pt x="2855" y="3537"/>
                </a:lnTo>
                <a:lnTo>
                  <a:pt x="2855" y="3334"/>
                </a:lnTo>
                <a:lnTo>
                  <a:pt x="2855" y="3131"/>
                </a:lnTo>
                <a:lnTo>
                  <a:pt x="2919" y="2928"/>
                </a:lnTo>
                <a:lnTo>
                  <a:pt x="2919" y="2609"/>
                </a:lnTo>
                <a:lnTo>
                  <a:pt x="2919" y="2406"/>
                </a:lnTo>
                <a:lnTo>
                  <a:pt x="2919" y="2261"/>
                </a:lnTo>
                <a:lnTo>
                  <a:pt x="3015" y="2058"/>
                </a:lnTo>
                <a:lnTo>
                  <a:pt x="3015" y="1884"/>
                </a:lnTo>
                <a:lnTo>
                  <a:pt x="3015" y="1739"/>
                </a:lnTo>
                <a:lnTo>
                  <a:pt x="3015" y="1536"/>
                </a:lnTo>
                <a:lnTo>
                  <a:pt x="3079" y="1333"/>
                </a:lnTo>
                <a:lnTo>
                  <a:pt x="3079" y="1014"/>
                </a:lnTo>
                <a:lnTo>
                  <a:pt x="3079" y="869"/>
                </a:lnTo>
                <a:lnTo>
                  <a:pt x="3079" y="666"/>
                </a:lnTo>
                <a:lnTo>
                  <a:pt x="3143" y="463"/>
                </a:lnTo>
                <a:lnTo>
                  <a:pt x="3143" y="144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023258" y="3074523"/>
            <a:ext cx="3208" cy="15077"/>
          </a:xfrm>
          <a:custGeom>
            <a:avLst/>
            <a:gdLst/>
            <a:ahLst/>
            <a:cxnLst/>
            <a:rect l="l" t="t" r="r" b="b"/>
            <a:pathLst>
              <a:path w="3208" h="15077">
                <a:moveTo>
                  <a:pt x="0" y="15077"/>
                </a:moveTo>
                <a:lnTo>
                  <a:pt x="64" y="14874"/>
                </a:lnTo>
                <a:lnTo>
                  <a:pt x="64" y="14555"/>
                </a:lnTo>
                <a:lnTo>
                  <a:pt x="64" y="14410"/>
                </a:lnTo>
                <a:lnTo>
                  <a:pt x="64" y="14236"/>
                </a:lnTo>
                <a:lnTo>
                  <a:pt x="160" y="14091"/>
                </a:lnTo>
                <a:lnTo>
                  <a:pt x="160" y="13946"/>
                </a:lnTo>
                <a:lnTo>
                  <a:pt x="160" y="13772"/>
                </a:lnTo>
                <a:lnTo>
                  <a:pt x="160" y="13627"/>
                </a:lnTo>
                <a:lnTo>
                  <a:pt x="224" y="13424"/>
                </a:lnTo>
                <a:lnTo>
                  <a:pt x="224" y="13279"/>
                </a:lnTo>
                <a:lnTo>
                  <a:pt x="224" y="12961"/>
                </a:lnTo>
                <a:lnTo>
                  <a:pt x="224" y="12816"/>
                </a:lnTo>
                <a:lnTo>
                  <a:pt x="288" y="12497"/>
                </a:lnTo>
                <a:lnTo>
                  <a:pt x="288" y="12352"/>
                </a:lnTo>
                <a:lnTo>
                  <a:pt x="352" y="12091"/>
                </a:lnTo>
                <a:lnTo>
                  <a:pt x="352" y="11888"/>
                </a:lnTo>
                <a:lnTo>
                  <a:pt x="352" y="11627"/>
                </a:lnTo>
                <a:lnTo>
                  <a:pt x="449" y="11366"/>
                </a:lnTo>
                <a:lnTo>
                  <a:pt x="449" y="11163"/>
                </a:lnTo>
                <a:lnTo>
                  <a:pt x="449" y="11018"/>
                </a:lnTo>
                <a:lnTo>
                  <a:pt x="513" y="10757"/>
                </a:lnTo>
                <a:lnTo>
                  <a:pt x="513" y="10496"/>
                </a:lnTo>
                <a:lnTo>
                  <a:pt x="513" y="10235"/>
                </a:lnTo>
                <a:lnTo>
                  <a:pt x="577" y="10090"/>
                </a:lnTo>
                <a:lnTo>
                  <a:pt x="577" y="9887"/>
                </a:lnTo>
                <a:lnTo>
                  <a:pt x="577" y="9626"/>
                </a:lnTo>
                <a:lnTo>
                  <a:pt x="673" y="9365"/>
                </a:lnTo>
                <a:lnTo>
                  <a:pt x="673" y="9162"/>
                </a:lnTo>
                <a:lnTo>
                  <a:pt x="737" y="8901"/>
                </a:lnTo>
                <a:lnTo>
                  <a:pt x="737" y="8640"/>
                </a:lnTo>
                <a:lnTo>
                  <a:pt x="737" y="8495"/>
                </a:lnTo>
                <a:lnTo>
                  <a:pt x="802" y="8234"/>
                </a:lnTo>
                <a:lnTo>
                  <a:pt x="802" y="7973"/>
                </a:lnTo>
                <a:lnTo>
                  <a:pt x="866" y="7770"/>
                </a:lnTo>
                <a:lnTo>
                  <a:pt x="866" y="7509"/>
                </a:lnTo>
                <a:lnTo>
                  <a:pt x="866" y="7364"/>
                </a:lnTo>
                <a:lnTo>
                  <a:pt x="962" y="7161"/>
                </a:lnTo>
                <a:lnTo>
                  <a:pt x="962" y="6987"/>
                </a:lnTo>
                <a:lnTo>
                  <a:pt x="962" y="6842"/>
                </a:lnTo>
                <a:lnTo>
                  <a:pt x="1026" y="6697"/>
                </a:lnTo>
                <a:lnTo>
                  <a:pt x="1026" y="6523"/>
                </a:lnTo>
                <a:lnTo>
                  <a:pt x="1026" y="6379"/>
                </a:lnTo>
                <a:lnTo>
                  <a:pt x="1090" y="6176"/>
                </a:lnTo>
                <a:lnTo>
                  <a:pt x="1090" y="6031"/>
                </a:lnTo>
                <a:lnTo>
                  <a:pt x="1090" y="5857"/>
                </a:lnTo>
                <a:lnTo>
                  <a:pt x="1186" y="5654"/>
                </a:lnTo>
                <a:lnTo>
                  <a:pt x="1186" y="5451"/>
                </a:lnTo>
                <a:lnTo>
                  <a:pt x="1251" y="5248"/>
                </a:lnTo>
                <a:lnTo>
                  <a:pt x="1251" y="5045"/>
                </a:lnTo>
                <a:lnTo>
                  <a:pt x="1315" y="4842"/>
                </a:lnTo>
                <a:lnTo>
                  <a:pt x="1315" y="4639"/>
                </a:lnTo>
                <a:lnTo>
                  <a:pt x="1379" y="4378"/>
                </a:lnTo>
                <a:lnTo>
                  <a:pt x="1379" y="4117"/>
                </a:lnTo>
                <a:lnTo>
                  <a:pt x="1475" y="3972"/>
                </a:lnTo>
                <a:lnTo>
                  <a:pt x="1475" y="3798"/>
                </a:lnTo>
                <a:lnTo>
                  <a:pt x="1539" y="3653"/>
                </a:lnTo>
                <a:lnTo>
                  <a:pt x="1539" y="3508"/>
                </a:lnTo>
                <a:lnTo>
                  <a:pt x="1539" y="3305"/>
                </a:lnTo>
                <a:lnTo>
                  <a:pt x="1604" y="3131"/>
                </a:lnTo>
                <a:lnTo>
                  <a:pt x="1604" y="2986"/>
                </a:lnTo>
                <a:lnTo>
                  <a:pt x="1668" y="2841"/>
                </a:lnTo>
                <a:lnTo>
                  <a:pt x="1668" y="2667"/>
                </a:lnTo>
                <a:lnTo>
                  <a:pt x="1764" y="2522"/>
                </a:lnTo>
                <a:lnTo>
                  <a:pt x="1764" y="2377"/>
                </a:lnTo>
                <a:lnTo>
                  <a:pt x="1828" y="2174"/>
                </a:lnTo>
                <a:lnTo>
                  <a:pt x="1892" y="2000"/>
                </a:lnTo>
                <a:lnTo>
                  <a:pt x="1892" y="1855"/>
                </a:lnTo>
                <a:lnTo>
                  <a:pt x="1988" y="1710"/>
                </a:lnTo>
                <a:lnTo>
                  <a:pt x="1988" y="1536"/>
                </a:lnTo>
                <a:lnTo>
                  <a:pt x="2053" y="1391"/>
                </a:lnTo>
                <a:lnTo>
                  <a:pt x="2117" y="1246"/>
                </a:lnTo>
                <a:lnTo>
                  <a:pt x="2117" y="1043"/>
                </a:lnTo>
                <a:lnTo>
                  <a:pt x="2181" y="869"/>
                </a:lnTo>
                <a:lnTo>
                  <a:pt x="2277" y="724"/>
                </a:lnTo>
                <a:lnTo>
                  <a:pt x="2341" y="579"/>
                </a:lnTo>
                <a:lnTo>
                  <a:pt x="2406" y="405"/>
                </a:lnTo>
                <a:lnTo>
                  <a:pt x="2566" y="260"/>
                </a:lnTo>
                <a:lnTo>
                  <a:pt x="2630" y="115"/>
                </a:lnTo>
                <a:lnTo>
                  <a:pt x="2790" y="57"/>
                </a:lnTo>
                <a:lnTo>
                  <a:pt x="2919" y="0"/>
                </a:lnTo>
                <a:lnTo>
                  <a:pt x="3079" y="0"/>
                </a:lnTo>
                <a:lnTo>
                  <a:pt x="3143" y="57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026466" y="3074639"/>
            <a:ext cx="3208" cy="21224"/>
          </a:xfrm>
          <a:custGeom>
            <a:avLst/>
            <a:gdLst/>
            <a:ahLst/>
            <a:cxnLst/>
            <a:rect l="l" t="t" r="r" b="b"/>
            <a:pathLst>
              <a:path w="3208" h="21224">
                <a:moveTo>
                  <a:pt x="0" y="0"/>
                </a:moveTo>
                <a:lnTo>
                  <a:pt x="96" y="144"/>
                </a:lnTo>
                <a:lnTo>
                  <a:pt x="160" y="289"/>
                </a:lnTo>
                <a:lnTo>
                  <a:pt x="288" y="405"/>
                </a:lnTo>
                <a:lnTo>
                  <a:pt x="288" y="550"/>
                </a:lnTo>
                <a:lnTo>
                  <a:pt x="449" y="753"/>
                </a:lnTo>
                <a:lnTo>
                  <a:pt x="513" y="927"/>
                </a:lnTo>
                <a:lnTo>
                  <a:pt x="513" y="1072"/>
                </a:lnTo>
                <a:lnTo>
                  <a:pt x="577" y="1217"/>
                </a:lnTo>
                <a:lnTo>
                  <a:pt x="673" y="1420"/>
                </a:lnTo>
                <a:lnTo>
                  <a:pt x="737" y="1594"/>
                </a:lnTo>
                <a:lnTo>
                  <a:pt x="737" y="1739"/>
                </a:lnTo>
                <a:lnTo>
                  <a:pt x="737" y="1884"/>
                </a:lnTo>
                <a:lnTo>
                  <a:pt x="802" y="2058"/>
                </a:lnTo>
                <a:lnTo>
                  <a:pt x="898" y="2203"/>
                </a:lnTo>
                <a:lnTo>
                  <a:pt x="898" y="2348"/>
                </a:lnTo>
                <a:lnTo>
                  <a:pt x="962" y="2551"/>
                </a:lnTo>
                <a:lnTo>
                  <a:pt x="1026" y="2725"/>
                </a:lnTo>
                <a:lnTo>
                  <a:pt x="1026" y="2870"/>
                </a:lnTo>
                <a:lnTo>
                  <a:pt x="1026" y="3015"/>
                </a:lnTo>
                <a:lnTo>
                  <a:pt x="1090" y="3189"/>
                </a:lnTo>
                <a:lnTo>
                  <a:pt x="1090" y="3392"/>
                </a:lnTo>
                <a:lnTo>
                  <a:pt x="1186" y="3537"/>
                </a:lnTo>
                <a:lnTo>
                  <a:pt x="1186" y="3740"/>
                </a:lnTo>
                <a:lnTo>
                  <a:pt x="1251" y="3943"/>
                </a:lnTo>
                <a:lnTo>
                  <a:pt x="1251" y="4146"/>
                </a:lnTo>
                <a:lnTo>
                  <a:pt x="1315" y="4320"/>
                </a:lnTo>
                <a:lnTo>
                  <a:pt x="1315" y="4465"/>
                </a:lnTo>
                <a:lnTo>
                  <a:pt x="1315" y="4610"/>
                </a:lnTo>
                <a:lnTo>
                  <a:pt x="1411" y="4784"/>
                </a:lnTo>
                <a:lnTo>
                  <a:pt x="1411" y="4929"/>
                </a:lnTo>
                <a:lnTo>
                  <a:pt x="1411" y="5074"/>
                </a:lnTo>
                <a:lnTo>
                  <a:pt x="1475" y="5277"/>
                </a:lnTo>
                <a:lnTo>
                  <a:pt x="1475" y="5451"/>
                </a:lnTo>
                <a:lnTo>
                  <a:pt x="1539" y="5654"/>
                </a:lnTo>
                <a:lnTo>
                  <a:pt x="1539" y="5857"/>
                </a:lnTo>
                <a:lnTo>
                  <a:pt x="1539" y="6002"/>
                </a:lnTo>
                <a:lnTo>
                  <a:pt x="1604" y="6205"/>
                </a:lnTo>
                <a:lnTo>
                  <a:pt x="1604" y="6408"/>
                </a:lnTo>
                <a:lnTo>
                  <a:pt x="1700" y="6581"/>
                </a:lnTo>
                <a:lnTo>
                  <a:pt x="1700" y="6726"/>
                </a:lnTo>
                <a:lnTo>
                  <a:pt x="1700" y="6871"/>
                </a:lnTo>
                <a:lnTo>
                  <a:pt x="1764" y="7045"/>
                </a:lnTo>
                <a:lnTo>
                  <a:pt x="1764" y="7190"/>
                </a:lnTo>
                <a:lnTo>
                  <a:pt x="1764" y="7393"/>
                </a:lnTo>
                <a:lnTo>
                  <a:pt x="1828" y="7538"/>
                </a:lnTo>
                <a:lnTo>
                  <a:pt x="1828" y="7712"/>
                </a:lnTo>
                <a:lnTo>
                  <a:pt x="1828" y="7857"/>
                </a:lnTo>
                <a:lnTo>
                  <a:pt x="1828" y="8002"/>
                </a:lnTo>
                <a:lnTo>
                  <a:pt x="1892" y="8263"/>
                </a:lnTo>
                <a:lnTo>
                  <a:pt x="1892" y="8466"/>
                </a:lnTo>
                <a:lnTo>
                  <a:pt x="1988" y="8727"/>
                </a:lnTo>
                <a:lnTo>
                  <a:pt x="1988" y="8988"/>
                </a:lnTo>
                <a:lnTo>
                  <a:pt x="1988" y="9133"/>
                </a:lnTo>
                <a:lnTo>
                  <a:pt x="2053" y="9394"/>
                </a:lnTo>
                <a:lnTo>
                  <a:pt x="2053" y="9655"/>
                </a:lnTo>
                <a:lnTo>
                  <a:pt x="2117" y="9916"/>
                </a:lnTo>
                <a:lnTo>
                  <a:pt x="2117" y="10061"/>
                </a:lnTo>
                <a:lnTo>
                  <a:pt x="2117" y="10322"/>
                </a:lnTo>
                <a:lnTo>
                  <a:pt x="2213" y="10583"/>
                </a:lnTo>
                <a:lnTo>
                  <a:pt x="2213" y="10728"/>
                </a:lnTo>
                <a:lnTo>
                  <a:pt x="2213" y="10989"/>
                </a:lnTo>
                <a:lnTo>
                  <a:pt x="2277" y="11192"/>
                </a:lnTo>
                <a:lnTo>
                  <a:pt x="2277" y="11453"/>
                </a:lnTo>
                <a:lnTo>
                  <a:pt x="2341" y="11714"/>
                </a:lnTo>
                <a:lnTo>
                  <a:pt x="2341" y="11859"/>
                </a:lnTo>
                <a:lnTo>
                  <a:pt x="2341" y="12033"/>
                </a:lnTo>
                <a:lnTo>
                  <a:pt x="2341" y="12178"/>
                </a:lnTo>
                <a:lnTo>
                  <a:pt x="2341" y="12323"/>
                </a:lnTo>
                <a:lnTo>
                  <a:pt x="2406" y="12642"/>
                </a:lnTo>
                <a:lnTo>
                  <a:pt x="2406" y="12787"/>
                </a:lnTo>
                <a:lnTo>
                  <a:pt x="2502" y="13047"/>
                </a:lnTo>
                <a:lnTo>
                  <a:pt x="2502" y="13250"/>
                </a:lnTo>
                <a:lnTo>
                  <a:pt x="2502" y="13511"/>
                </a:lnTo>
                <a:lnTo>
                  <a:pt x="2502" y="13714"/>
                </a:lnTo>
                <a:lnTo>
                  <a:pt x="2566" y="13975"/>
                </a:lnTo>
                <a:lnTo>
                  <a:pt x="2566" y="14178"/>
                </a:lnTo>
                <a:lnTo>
                  <a:pt x="2630" y="14497"/>
                </a:lnTo>
                <a:lnTo>
                  <a:pt x="2630" y="14642"/>
                </a:lnTo>
                <a:lnTo>
                  <a:pt x="2630" y="14845"/>
                </a:lnTo>
                <a:lnTo>
                  <a:pt x="2630" y="15106"/>
                </a:lnTo>
                <a:lnTo>
                  <a:pt x="2694" y="15309"/>
                </a:lnTo>
                <a:lnTo>
                  <a:pt x="2694" y="15628"/>
                </a:lnTo>
                <a:lnTo>
                  <a:pt x="2694" y="15773"/>
                </a:lnTo>
                <a:lnTo>
                  <a:pt x="2790" y="15976"/>
                </a:lnTo>
                <a:lnTo>
                  <a:pt x="2790" y="16179"/>
                </a:lnTo>
                <a:lnTo>
                  <a:pt x="2790" y="16498"/>
                </a:lnTo>
                <a:lnTo>
                  <a:pt x="2790" y="16643"/>
                </a:lnTo>
                <a:lnTo>
                  <a:pt x="2855" y="16846"/>
                </a:lnTo>
                <a:lnTo>
                  <a:pt x="2855" y="17165"/>
                </a:lnTo>
                <a:lnTo>
                  <a:pt x="2855" y="17368"/>
                </a:lnTo>
                <a:lnTo>
                  <a:pt x="2919" y="17513"/>
                </a:lnTo>
                <a:lnTo>
                  <a:pt x="2919" y="17687"/>
                </a:lnTo>
                <a:lnTo>
                  <a:pt x="2919" y="17890"/>
                </a:lnTo>
                <a:lnTo>
                  <a:pt x="2919" y="18035"/>
                </a:lnTo>
                <a:lnTo>
                  <a:pt x="2919" y="18238"/>
                </a:lnTo>
                <a:lnTo>
                  <a:pt x="3015" y="18441"/>
                </a:lnTo>
                <a:lnTo>
                  <a:pt x="3015" y="18644"/>
                </a:lnTo>
                <a:lnTo>
                  <a:pt x="3015" y="18963"/>
                </a:lnTo>
                <a:lnTo>
                  <a:pt x="3015" y="19166"/>
                </a:lnTo>
                <a:lnTo>
                  <a:pt x="3079" y="19369"/>
                </a:lnTo>
                <a:lnTo>
                  <a:pt x="3079" y="19687"/>
                </a:lnTo>
                <a:lnTo>
                  <a:pt x="3079" y="19890"/>
                </a:lnTo>
                <a:lnTo>
                  <a:pt x="3143" y="20093"/>
                </a:lnTo>
                <a:lnTo>
                  <a:pt x="3143" y="20296"/>
                </a:lnTo>
                <a:lnTo>
                  <a:pt x="3143" y="20615"/>
                </a:lnTo>
                <a:lnTo>
                  <a:pt x="3143" y="20818"/>
                </a:lnTo>
                <a:lnTo>
                  <a:pt x="3208" y="21021"/>
                </a:lnTo>
                <a:lnTo>
                  <a:pt x="3208" y="2122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029674" y="3095864"/>
            <a:ext cx="3240" cy="54337"/>
          </a:xfrm>
          <a:custGeom>
            <a:avLst/>
            <a:gdLst/>
            <a:ahLst/>
            <a:cxnLst/>
            <a:rect l="l" t="t" r="r" b="b"/>
            <a:pathLst>
              <a:path w="3240" h="54337">
                <a:moveTo>
                  <a:pt x="0" y="0"/>
                </a:moveTo>
                <a:lnTo>
                  <a:pt x="0" y="202"/>
                </a:lnTo>
                <a:lnTo>
                  <a:pt x="0" y="405"/>
                </a:lnTo>
                <a:lnTo>
                  <a:pt x="96" y="608"/>
                </a:lnTo>
                <a:lnTo>
                  <a:pt x="96" y="782"/>
                </a:lnTo>
                <a:lnTo>
                  <a:pt x="96" y="985"/>
                </a:lnTo>
                <a:lnTo>
                  <a:pt x="96" y="1188"/>
                </a:lnTo>
                <a:lnTo>
                  <a:pt x="96" y="1391"/>
                </a:lnTo>
                <a:lnTo>
                  <a:pt x="160" y="1594"/>
                </a:lnTo>
                <a:lnTo>
                  <a:pt x="160" y="1797"/>
                </a:lnTo>
                <a:lnTo>
                  <a:pt x="160" y="2000"/>
                </a:lnTo>
                <a:lnTo>
                  <a:pt x="160" y="2203"/>
                </a:lnTo>
                <a:lnTo>
                  <a:pt x="224" y="2406"/>
                </a:lnTo>
                <a:lnTo>
                  <a:pt x="224" y="2580"/>
                </a:lnTo>
                <a:lnTo>
                  <a:pt x="224" y="2783"/>
                </a:lnTo>
                <a:lnTo>
                  <a:pt x="224" y="2986"/>
                </a:lnTo>
                <a:lnTo>
                  <a:pt x="224" y="3189"/>
                </a:lnTo>
                <a:lnTo>
                  <a:pt x="320" y="3392"/>
                </a:lnTo>
                <a:lnTo>
                  <a:pt x="320" y="3595"/>
                </a:lnTo>
                <a:lnTo>
                  <a:pt x="320" y="3856"/>
                </a:lnTo>
                <a:lnTo>
                  <a:pt x="320" y="4059"/>
                </a:lnTo>
                <a:lnTo>
                  <a:pt x="384" y="4262"/>
                </a:lnTo>
                <a:lnTo>
                  <a:pt x="384" y="4465"/>
                </a:lnTo>
                <a:lnTo>
                  <a:pt x="384" y="4639"/>
                </a:lnTo>
                <a:lnTo>
                  <a:pt x="384" y="4842"/>
                </a:lnTo>
                <a:lnTo>
                  <a:pt x="384" y="5132"/>
                </a:lnTo>
                <a:lnTo>
                  <a:pt x="449" y="5306"/>
                </a:lnTo>
                <a:lnTo>
                  <a:pt x="449" y="5509"/>
                </a:lnTo>
                <a:lnTo>
                  <a:pt x="449" y="5712"/>
                </a:lnTo>
                <a:lnTo>
                  <a:pt x="449" y="5973"/>
                </a:lnTo>
                <a:lnTo>
                  <a:pt x="513" y="6176"/>
                </a:lnTo>
                <a:lnTo>
                  <a:pt x="513" y="6379"/>
                </a:lnTo>
                <a:lnTo>
                  <a:pt x="513" y="6639"/>
                </a:lnTo>
                <a:lnTo>
                  <a:pt x="513" y="6842"/>
                </a:lnTo>
                <a:lnTo>
                  <a:pt x="513" y="7045"/>
                </a:lnTo>
                <a:lnTo>
                  <a:pt x="609" y="7306"/>
                </a:lnTo>
                <a:lnTo>
                  <a:pt x="609" y="7509"/>
                </a:lnTo>
                <a:lnTo>
                  <a:pt x="609" y="7712"/>
                </a:lnTo>
                <a:lnTo>
                  <a:pt x="609" y="7973"/>
                </a:lnTo>
                <a:lnTo>
                  <a:pt x="609" y="8176"/>
                </a:lnTo>
                <a:lnTo>
                  <a:pt x="673" y="8379"/>
                </a:lnTo>
                <a:lnTo>
                  <a:pt x="673" y="8640"/>
                </a:lnTo>
                <a:lnTo>
                  <a:pt x="673" y="8843"/>
                </a:lnTo>
                <a:lnTo>
                  <a:pt x="673" y="9104"/>
                </a:lnTo>
                <a:lnTo>
                  <a:pt x="737" y="9307"/>
                </a:lnTo>
                <a:lnTo>
                  <a:pt x="737" y="9568"/>
                </a:lnTo>
                <a:lnTo>
                  <a:pt x="737" y="9771"/>
                </a:lnTo>
                <a:lnTo>
                  <a:pt x="737" y="10032"/>
                </a:lnTo>
                <a:lnTo>
                  <a:pt x="737" y="10235"/>
                </a:lnTo>
                <a:lnTo>
                  <a:pt x="802" y="10496"/>
                </a:lnTo>
                <a:lnTo>
                  <a:pt x="802" y="10699"/>
                </a:lnTo>
                <a:lnTo>
                  <a:pt x="802" y="10960"/>
                </a:lnTo>
                <a:lnTo>
                  <a:pt x="802" y="11163"/>
                </a:lnTo>
                <a:lnTo>
                  <a:pt x="898" y="11424"/>
                </a:lnTo>
                <a:lnTo>
                  <a:pt x="898" y="11627"/>
                </a:lnTo>
                <a:lnTo>
                  <a:pt x="898" y="11888"/>
                </a:lnTo>
                <a:lnTo>
                  <a:pt x="898" y="12178"/>
                </a:lnTo>
                <a:lnTo>
                  <a:pt x="898" y="12381"/>
                </a:lnTo>
                <a:lnTo>
                  <a:pt x="962" y="12642"/>
                </a:lnTo>
                <a:lnTo>
                  <a:pt x="962" y="12845"/>
                </a:lnTo>
                <a:lnTo>
                  <a:pt x="962" y="13105"/>
                </a:lnTo>
                <a:lnTo>
                  <a:pt x="962" y="13366"/>
                </a:lnTo>
                <a:lnTo>
                  <a:pt x="1026" y="13569"/>
                </a:lnTo>
                <a:lnTo>
                  <a:pt x="1026" y="13830"/>
                </a:lnTo>
                <a:lnTo>
                  <a:pt x="1026" y="14091"/>
                </a:lnTo>
                <a:lnTo>
                  <a:pt x="1026" y="14294"/>
                </a:lnTo>
                <a:lnTo>
                  <a:pt x="1026" y="14555"/>
                </a:lnTo>
                <a:lnTo>
                  <a:pt x="1122" y="14816"/>
                </a:lnTo>
                <a:lnTo>
                  <a:pt x="1122" y="15106"/>
                </a:lnTo>
                <a:lnTo>
                  <a:pt x="1122" y="15280"/>
                </a:lnTo>
                <a:lnTo>
                  <a:pt x="1122" y="15570"/>
                </a:lnTo>
                <a:lnTo>
                  <a:pt x="1186" y="15831"/>
                </a:lnTo>
                <a:lnTo>
                  <a:pt x="1186" y="16092"/>
                </a:lnTo>
                <a:lnTo>
                  <a:pt x="1186" y="16353"/>
                </a:lnTo>
                <a:lnTo>
                  <a:pt x="1186" y="16556"/>
                </a:lnTo>
                <a:lnTo>
                  <a:pt x="1186" y="16817"/>
                </a:lnTo>
                <a:lnTo>
                  <a:pt x="1251" y="17078"/>
                </a:lnTo>
                <a:lnTo>
                  <a:pt x="1251" y="17368"/>
                </a:lnTo>
                <a:lnTo>
                  <a:pt x="1251" y="17629"/>
                </a:lnTo>
                <a:lnTo>
                  <a:pt x="1251" y="17890"/>
                </a:lnTo>
                <a:lnTo>
                  <a:pt x="1315" y="18151"/>
                </a:lnTo>
                <a:lnTo>
                  <a:pt x="1315" y="18354"/>
                </a:lnTo>
                <a:lnTo>
                  <a:pt x="1315" y="18615"/>
                </a:lnTo>
                <a:lnTo>
                  <a:pt x="1315" y="18876"/>
                </a:lnTo>
                <a:lnTo>
                  <a:pt x="1315" y="19137"/>
                </a:lnTo>
                <a:lnTo>
                  <a:pt x="1411" y="19427"/>
                </a:lnTo>
                <a:lnTo>
                  <a:pt x="1411" y="19687"/>
                </a:lnTo>
                <a:lnTo>
                  <a:pt x="1411" y="19948"/>
                </a:lnTo>
                <a:lnTo>
                  <a:pt x="1411" y="20209"/>
                </a:lnTo>
                <a:lnTo>
                  <a:pt x="1411" y="20470"/>
                </a:lnTo>
                <a:lnTo>
                  <a:pt x="1475" y="20731"/>
                </a:lnTo>
                <a:lnTo>
                  <a:pt x="1475" y="21021"/>
                </a:lnTo>
                <a:lnTo>
                  <a:pt x="1475" y="21282"/>
                </a:lnTo>
                <a:lnTo>
                  <a:pt x="1475" y="21543"/>
                </a:lnTo>
                <a:lnTo>
                  <a:pt x="1539" y="21804"/>
                </a:lnTo>
                <a:lnTo>
                  <a:pt x="1539" y="22065"/>
                </a:lnTo>
                <a:lnTo>
                  <a:pt x="1539" y="22355"/>
                </a:lnTo>
                <a:lnTo>
                  <a:pt x="1539" y="22616"/>
                </a:lnTo>
                <a:lnTo>
                  <a:pt x="1539" y="22935"/>
                </a:lnTo>
                <a:lnTo>
                  <a:pt x="1636" y="23196"/>
                </a:lnTo>
                <a:lnTo>
                  <a:pt x="1636" y="23457"/>
                </a:lnTo>
                <a:lnTo>
                  <a:pt x="1636" y="23747"/>
                </a:lnTo>
                <a:lnTo>
                  <a:pt x="1636" y="24008"/>
                </a:lnTo>
                <a:lnTo>
                  <a:pt x="1700" y="24269"/>
                </a:lnTo>
                <a:lnTo>
                  <a:pt x="1700" y="24530"/>
                </a:lnTo>
                <a:lnTo>
                  <a:pt x="1700" y="24878"/>
                </a:lnTo>
                <a:lnTo>
                  <a:pt x="1700" y="25139"/>
                </a:lnTo>
                <a:lnTo>
                  <a:pt x="1700" y="25400"/>
                </a:lnTo>
                <a:lnTo>
                  <a:pt x="1764" y="25661"/>
                </a:lnTo>
                <a:lnTo>
                  <a:pt x="1764" y="25922"/>
                </a:lnTo>
                <a:lnTo>
                  <a:pt x="1764" y="26269"/>
                </a:lnTo>
                <a:lnTo>
                  <a:pt x="1764" y="26530"/>
                </a:lnTo>
                <a:lnTo>
                  <a:pt x="1828" y="26791"/>
                </a:lnTo>
                <a:lnTo>
                  <a:pt x="1828" y="27052"/>
                </a:lnTo>
                <a:lnTo>
                  <a:pt x="1828" y="27400"/>
                </a:lnTo>
                <a:lnTo>
                  <a:pt x="1828" y="27661"/>
                </a:lnTo>
                <a:lnTo>
                  <a:pt x="1828" y="27922"/>
                </a:lnTo>
                <a:lnTo>
                  <a:pt x="1924" y="28270"/>
                </a:lnTo>
                <a:lnTo>
                  <a:pt x="1924" y="28531"/>
                </a:lnTo>
                <a:lnTo>
                  <a:pt x="1924" y="28792"/>
                </a:lnTo>
                <a:lnTo>
                  <a:pt x="1924" y="29111"/>
                </a:lnTo>
                <a:lnTo>
                  <a:pt x="1988" y="29401"/>
                </a:lnTo>
                <a:lnTo>
                  <a:pt x="1988" y="29662"/>
                </a:lnTo>
                <a:lnTo>
                  <a:pt x="1988" y="29981"/>
                </a:lnTo>
                <a:lnTo>
                  <a:pt x="1988" y="30242"/>
                </a:lnTo>
                <a:lnTo>
                  <a:pt x="1988" y="30590"/>
                </a:lnTo>
                <a:lnTo>
                  <a:pt x="2053" y="30851"/>
                </a:lnTo>
                <a:lnTo>
                  <a:pt x="2053" y="31112"/>
                </a:lnTo>
                <a:lnTo>
                  <a:pt x="2053" y="31460"/>
                </a:lnTo>
                <a:lnTo>
                  <a:pt x="2053" y="31721"/>
                </a:lnTo>
                <a:lnTo>
                  <a:pt x="2117" y="32040"/>
                </a:lnTo>
                <a:lnTo>
                  <a:pt x="2117" y="32330"/>
                </a:lnTo>
                <a:lnTo>
                  <a:pt x="2117" y="32648"/>
                </a:lnTo>
                <a:lnTo>
                  <a:pt x="2117" y="32909"/>
                </a:lnTo>
                <a:lnTo>
                  <a:pt x="2117" y="33257"/>
                </a:lnTo>
                <a:lnTo>
                  <a:pt x="2213" y="33518"/>
                </a:lnTo>
                <a:lnTo>
                  <a:pt x="2213" y="33837"/>
                </a:lnTo>
                <a:lnTo>
                  <a:pt x="2213" y="34098"/>
                </a:lnTo>
                <a:lnTo>
                  <a:pt x="2213" y="34446"/>
                </a:lnTo>
                <a:lnTo>
                  <a:pt x="2213" y="34765"/>
                </a:lnTo>
                <a:lnTo>
                  <a:pt x="2277" y="35055"/>
                </a:lnTo>
                <a:lnTo>
                  <a:pt x="2277" y="35374"/>
                </a:lnTo>
                <a:lnTo>
                  <a:pt x="2277" y="35635"/>
                </a:lnTo>
                <a:lnTo>
                  <a:pt x="2277" y="35983"/>
                </a:lnTo>
                <a:lnTo>
                  <a:pt x="2341" y="36302"/>
                </a:lnTo>
                <a:lnTo>
                  <a:pt x="2341" y="36563"/>
                </a:lnTo>
                <a:lnTo>
                  <a:pt x="2341" y="36911"/>
                </a:lnTo>
                <a:lnTo>
                  <a:pt x="2341" y="37172"/>
                </a:lnTo>
                <a:lnTo>
                  <a:pt x="2341" y="37491"/>
                </a:lnTo>
                <a:lnTo>
                  <a:pt x="2438" y="37839"/>
                </a:lnTo>
                <a:lnTo>
                  <a:pt x="2438" y="38158"/>
                </a:lnTo>
                <a:lnTo>
                  <a:pt x="2438" y="38419"/>
                </a:lnTo>
                <a:lnTo>
                  <a:pt x="2438" y="38767"/>
                </a:lnTo>
                <a:lnTo>
                  <a:pt x="2502" y="39086"/>
                </a:lnTo>
                <a:lnTo>
                  <a:pt x="2502" y="39375"/>
                </a:lnTo>
                <a:lnTo>
                  <a:pt x="2502" y="39694"/>
                </a:lnTo>
                <a:lnTo>
                  <a:pt x="2502" y="40042"/>
                </a:lnTo>
                <a:lnTo>
                  <a:pt x="2502" y="40361"/>
                </a:lnTo>
                <a:lnTo>
                  <a:pt x="2566" y="40622"/>
                </a:lnTo>
                <a:lnTo>
                  <a:pt x="2566" y="40970"/>
                </a:lnTo>
                <a:lnTo>
                  <a:pt x="2566" y="41289"/>
                </a:lnTo>
                <a:lnTo>
                  <a:pt x="2566" y="41637"/>
                </a:lnTo>
                <a:lnTo>
                  <a:pt x="2630" y="41956"/>
                </a:lnTo>
                <a:lnTo>
                  <a:pt x="2630" y="42304"/>
                </a:lnTo>
                <a:lnTo>
                  <a:pt x="2630" y="42565"/>
                </a:lnTo>
                <a:lnTo>
                  <a:pt x="2630" y="42884"/>
                </a:lnTo>
                <a:lnTo>
                  <a:pt x="2630" y="43232"/>
                </a:lnTo>
                <a:lnTo>
                  <a:pt x="2726" y="43551"/>
                </a:lnTo>
                <a:lnTo>
                  <a:pt x="2726" y="43899"/>
                </a:lnTo>
                <a:lnTo>
                  <a:pt x="2726" y="44218"/>
                </a:lnTo>
                <a:lnTo>
                  <a:pt x="2726" y="44537"/>
                </a:lnTo>
                <a:lnTo>
                  <a:pt x="2790" y="44885"/>
                </a:lnTo>
                <a:lnTo>
                  <a:pt x="2790" y="45204"/>
                </a:lnTo>
                <a:lnTo>
                  <a:pt x="2790" y="45494"/>
                </a:lnTo>
                <a:lnTo>
                  <a:pt x="2790" y="45812"/>
                </a:lnTo>
                <a:lnTo>
                  <a:pt x="2790" y="46160"/>
                </a:lnTo>
                <a:lnTo>
                  <a:pt x="2855" y="46479"/>
                </a:lnTo>
                <a:lnTo>
                  <a:pt x="2855" y="46798"/>
                </a:lnTo>
                <a:lnTo>
                  <a:pt x="2855" y="47146"/>
                </a:lnTo>
                <a:lnTo>
                  <a:pt x="2855" y="47465"/>
                </a:lnTo>
                <a:lnTo>
                  <a:pt x="2919" y="47813"/>
                </a:lnTo>
                <a:lnTo>
                  <a:pt x="2919" y="48132"/>
                </a:lnTo>
                <a:lnTo>
                  <a:pt x="2919" y="48480"/>
                </a:lnTo>
                <a:lnTo>
                  <a:pt x="2919" y="48799"/>
                </a:lnTo>
                <a:lnTo>
                  <a:pt x="2919" y="49205"/>
                </a:lnTo>
                <a:lnTo>
                  <a:pt x="3015" y="49524"/>
                </a:lnTo>
                <a:lnTo>
                  <a:pt x="3015" y="49872"/>
                </a:lnTo>
                <a:lnTo>
                  <a:pt x="3015" y="50191"/>
                </a:lnTo>
                <a:lnTo>
                  <a:pt x="3015" y="50539"/>
                </a:lnTo>
                <a:lnTo>
                  <a:pt x="3015" y="50858"/>
                </a:lnTo>
                <a:lnTo>
                  <a:pt x="3079" y="51206"/>
                </a:lnTo>
                <a:lnTo>
                  <a:pt x="3079" y="51525"/>
                </a:lnTo>
                <a:lnTo>
                  <a:pt x="3079" y="51873"/>
                </a:lnTo>
                <a:lnTo>
                  <a:pt x="3079" y="52278"/>
                </a:lnTo>
                <a:lnTo>
                  <a:pt x="3143" y="52597"/>
                </a:lnTo>
                <a:lnTo>
                  <a:pt x="3143" y="52916"/>
                </a:lnTo>
                <a:lnTo>
                  <a:pt x="3143" y="53264"/>
                </a:lnTo>
                <a:lnTo>
                  <a:pt x="3143" y="53583"/>
                </a:lnTo>
                <a:lnTo>
                  <a:pt x="3143" y="53931"/>
                </a:lnTo>
                <a:lnTo>
                  <a:pt x="3240" y="5433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032914" y="3150201"/>
            <a:ext cx="3111" cy="81506"/>
          </a:xfrm>
          <a:custGeom>
            <a:avLst/>
            <a:gdLst/>
            <a:ahLst/>
            <a:cxnLst/>
            <a:rect l="l" t="t" r="r" b="b"/>
            <a:pathLst>
              <a:path w="3111" h="81506">
                <a:moveTo>
                  <a:pt x="0" y="0"/>
                </a:moveTo>
                <a:lnTo>
                  <a:pt x="0" y="318"/>
                </a:lnTo>
                <a:lnTo>
                  <a:pt x="0" y="666"/>
                </a:lnTo>
                <a:lnTo>
                  <a:pt x="0" y="985"/>
                </a:lnTo>
                <a:lnTo>
                  <a:pt x="64" y="1391"/>
                </a:lnTo>
                <a:lnTo>
                  <a:pt x="64" y="1710"/>
                </a:lnTo>
                <a:lnTo>
                  <a:pt x="64" y="2058"/>
                </a:lnTo>
                <a:lnTo>
                  <a:pt x="64" y="2435"/>
                </a:lnTo>
                <a:lnTo>
                  <a:pt x="64" y="2783"/>
                </a:lnTo>
                <a:lnTo>
                  <a:pt x="128" y="3102"/>
                </a:lnTo>
                <a:lnTo>
                  <a:pt x="128" y="3450"/>
                </a:lnTo>
                <a:lnTo>
                  <a:pt x="128" y="3856"/>
                </a:lnTo>
                <a:lnTo>
                  <a:pt x="128" y="4175"/>
                </a:lnTo>
                <a:lnTo>
                  <a:pt x="192" y="4523"/>
                </a:lnTo>
                <a:lnTo>
                  <a:pt x="192" y="4900"/>
                </a:lnTo>
                <a:lnTo>
                  <a:pt x="192" y="5248"/>
                </a:lnTo>
                <a:lnTo>
                  <a:pt x="192" y="5654"/>
                </a:lnTo>
                <a:lnTo>
                  <a:pt x="192" y="5973"/>
                </a:lnTo>
                <a:lnTo>
                  <a:pt x="288" y="6292"/>
                </a:lnTo>
                <a:lnTo>
                  <a:pt x="288" y="6697"/>
                </a:lnTo>
                <a:lnTo>
                  <a:pt x="288" y="7045"/>
                </a:lnTo>
                <a:lnTo>
                  <a:pt x="288" y="7422"/>
                </a:lnTo>
                <a:lnTo>
                  <a:pt x="352" y="7770"/>
                </a:lnTo>
                <a:lnTo>
                  <a:pt x="352" y="8176"/>
                </a:lnTo>
                <a:lnTo>
                  <a:pt x="352" y="8495"/>
                </a:lnTo>
                <a:lnTo>
                  <a:pt x="352" y="8901"/>
                </a:lnTo>
                <a:lnTo>
                  <a:pt x="352" y="9220"/>
                </a:lnTo>
                <a:lnTo>
                  <a:pt x="417" y="9626"/>
                </a:lnTo>
                <a:lnTo>
                  <a:pt x="417" y="9974"/>
                </a:lnTo>
                <a:lnTo>
                  <a:pt x="417" y="10351"/>
                </a:lnTo>
                <a:lnTo>
                  <a:pt x="417" y="10699"/>
                </a:lnTo>
                <a:lnTo>
                  <a:pt x="513" y="11105"/>
                </a:lnTo>
                <a:lnTo>
                  <a:pt x="513" y="11424"/>
                </a:lnTo>
                <a:lnTo>
                  <a:pt x="513" y="11830"/>
                </a:lnTo>
                <a:lnTo>
                  <a:pt x="513" y="12149"/>
                </a:lnTo>
                <a:lnTo>
                  <a:pt x="513" y="12555"/>
                </a:lnTo>
                <a:lnTo>
                  <a:pt x="577" y="12903"/>
                </a:lnTo>
                <a:lnTo>
                  <a:pt x="577" y="13279"/>
                </a:lnTo>
                <a:lnTo>
                  <a:pt x="577" y="13685"/>
                </a:lnTo>
                <a:lnTo>
                  <a:pt x="577" y="14004"/>
                </a:lnTo>
                <a:lnTo>
                  <a:pt x="577" y="14410"/>
                </a:lnTo>
                <a:lnTo>
                  <a:pt x="641" y="14758"/>
                </a:lnTo>
                <a:lnTo>
                  <a:pt x="641" y="15135"/>
                </a:lnTo>
                <a:lnTo>
                  <a:pt x="641" y="15541"/>
                </a:lnTo>
                <a:lnTo>
                  <a:pt x="641" y="15889"/>
                </a:lnTo>
                <a:lnTo>
                  <a:pt x="705" y="16266"/>
                </a:lnTo>
                <a:lnTo>
                  <a:pt x="705" y="16672"/>
                </a:lnTo>
                <a:lnTo>
                  <a:pt x="705" y="17078"/>
                </a:lnTo>
                <a:lnTo>
                  <a:pt x="705" y="17397"/>
                </a:lnTo>
                <a:lnTo>
                  <a:pt x="705" y="17803"/>
                </a:lnTo>
                <a:lnTo>
                  <a:pt x="802" y="18209"/>
                </a:lnTo>
                <a:lnTo>
                  <a:pt x="802" y="18528"/>
                </a:lnTo>
                <a:lnTo>
                  <a:pt x="802" y="18934"/>
                </a:lnTo>
                <a:lnTo>
                  <a:pt x="802" y="19340"/>
                </a:lnTo>
                <a:lnTo>
                  <a:pt x="866" y="19745"/>
                </a:lnTo>
                <a:lnTo>
                  <a:pt x="866" y="20064"/>
                </a:lnTo>
                <a:lnTo>
                  <a:pt x="866" y="20470"/>
                </a:lnTo>
                <a:lnTo>
                  <a:pt x="866" y="20876"/>
                </a:lnTo>
                <a:lnTo>
                  <a:pt x="866" y="21253"/>
                </a:lnTo>
                <a:lnTo>
                  <a:pt x="930" y="21659"/>
                </a:lnTo>
                <a:lnTo>
                  <a:pt x="930" y="22007"/>
                </a:lnTo>
                <a:lnTo>
                  <a:pt x="930" y="22384"/>
                </a:lnTo>
                <a:lnTo>
                  <a:pt x="930" y="22790"/>
                </a:lnTo>
                <a:lnTo>
                  <a:pt x="994" y="23196"/>
                </a:lnTo>
                <a:lnTo>
                  <a:pt x="994" y="23602"/>
                </a:lnTo>
                <a:lnTo>
                  <a:pt x="994" y="23979"/>
                </a:lnTo>
                <a:lnTo>
                  <a:pt x="994" y="24385"/>
                </a:lnTo>
                <a:lnTo>
                  <a:pt x="994" y="24733"/>
                </a:lnTo>
                <a:lnTo>
                  <a:pt x="1090" y="25110"/>
                </a:lnTo>
                <a:lnTo>
                  <a:pt x="1090" y="25516"/>
                </a:lnTo>
                <a:lnTo>
                  <a:pt x="1090" y="25922"/>
                </a:lnTo>
                <a:lnTo>
                  <a:pt x="1090" y="26327"/>
                </a:lnTo>
                <a:lnTo>
                  <a:pt x="1154" y="26733"/>
                </a:lnTo>
                <a:lnTo>
                  <a:pt x="1154" y="27110"/>
                </a:lnTo>
                <a:lnTo>
                  <a:pt x="1154" y="27516"/>
                </a:lnTo>
                <a:lnTo>
                  <a:pt x="1154" y="27922"/>
                </a:lnTo>
                <a:lnTo>
                  <a:pt x="1154" y="28328"/>
                </a:lnTo>
                <a:lnTo>
                  <a:pt x="1219" y="28705"/>
                </a:lnTo>
                <a:lnTo>
                  <a:pt x="1219" y="29111"/>
                </a:lnTo>
                <a:lnTo>
                  <a:pt x="1219" y="29517"/>
                </a:lnTo>
                <a:lnTo>
                  <a:pt x="1219" y="29923"/>
                </a:lnTo>
                <a:lnTo>
                  <a:pt x="1315" y="30300"/>
                </a:lnTo>
                <a:lnTo>
                  <a:pt x="1315" y="30706"/>
                </a:lnTo>
                <a:lnTo>
                  <a:pt x="1315" y="31112"/>
                </a:lnTo>
                <a:lnTo>
                  <a:pt x="1315" y="31518"/>
                </a:lnTo>
                <a:lnTo>
                  <a:pt x="1315" y="31895"/>
                </a:lnTo>
                <a:lnTo>
                  <a:pt x="1379" y="32301"/>
                </a:lnTo>
                <a:lnTo>
                  <a:pt x="1379" y="32706"/>
                </a:lnTo>
                <a:lnTo>
                  <a:pt x="1379" y="33112"/>
                </a:lnTo>
                <a:lnTo>
                  <a:pt x="1379" y="33489"/>
                </a:lnTo>
                <a:lnTo>
                  <a:pt x="1379" y="33895"/>
                </a:lnTo>
                <a:lnTo>
                  <a:pt x="1443" y="34301"/>
                </a:lnTo>
                <a:lnTo>
                  <a:pt x="1443" y="34765"/>
                </a:lnTo>
                <a:lnTo>
                  <a:pt x="1443" y="35171"/>
                </a:lnTo>
                <a:lnTo>
                  <a:pt x="1443" y="35577"/>
                </a:lnTo>
                <a:lnTo>
                  <a:pt x="1507" y="35954"/>
                </a:lnTo>
                <a:lnTo>
                  <a:pt x="1507" y="36360"/>
                </a:lnTo>
                <a:lnTo>
                  <a:pt x="1507" y="36766"/>
                </a:lnTo>
                <a:lnTo>
                  <a:pt x="1507" y="37172"/>
                </a:lnTo>
                <a:lnTo>
                  <a:pt x="1507" y="37636"/>
                </a:lnTo>
                <a:lnTo>
                  <a:pt x="1604" y="38013"/>
                </a:lnTo>
                <a:lnTo>
                  <a:pt x="1604" y="38419"/>
                </a:lnTo>
                <a:lnTo>
                  <a:pt x="1604" y="38825"/>
                </a:lnTo>
                <a:lnTo>
                  <a:pt x="1604" y="39230"/>
                </a:lnTo>
                <a:lnTo>
                  <a:pt x="1668" y="39694"/>
                </a:lnTo>
                <a:lnTo>
                  <a:pt x="1668" y="40071"/>
                </a:lnTo>
                <a:lnTo>
                  <a:pt x="1668" y="40477"/>
                </a:lnTo>
                <a:lnTo>
                  <a:pt x="1668" y="40883"/>
                </a:lnTo>
                <a:lnTo>
                  <a:pt x="1668" y="41347"/>
                </a:lnTo>
                <a:lnTo>
                  <a:pt x="1732" y="41753"/>
                </a:lnTo>
                <a:lnTo>
                  <a:pt x="1732" y="42159"/>
                </a:lnTo>
                <a:lnTo>
                  <a:pt x="1732" y="42623"/>
                </a:lnTo>
                <a:lnTo>
                  <a:pt x="1732" y="43000"/>
                </a:lnTo>
                <a:lnTo>
                  <a:pt x="1796" y="43406"/>
                </a:lnTo>
                <a:lnTo>
                  <a:pt x="1796" y="43812"/>
                </a:lnTo>
                <a:lnTo>
                  <a:pt x="1796" y="44276"/>
                </a:lnTo>
                <a:lnTo>
                  <a:pt x="1796" y="44682"/>
                </a:lnTo>
                <a:lnTo>
                  <a:pt x="1796" y="45059"/>
                </a:lnTo>
                <a:lnTo>
                  <a:pt x="1892" y="45552"/>
                </a:lnTo>
                <a:lnTo>
                  <a:pt x="1892" y="45928"/>
                </a:lnTo>
                <a:lnTo>
                  <a:pt x="1892" y="46392"/>
                </a:lnTo>
                <a:lnTo>
                  <a:pt x="1892" y="46798"/>
                </a:lnTo>
                <a:lnTo>
                  <a:pt x="1956" y="47204"/>
                </a:lnTo>
                <a:lnTo>
                  <a:pt x="1956" y="47668"/>
                </a:lnTo>
                <a:lnTo>
                  <a:pt x="1956" y="48074"/>
                </a:lnTo>
                <a:lnTo>
                  <a:pt x="1956" y="48451"/>
                </a:lnTo>
                <a:lnTo>
                  <a:pt x="1956" y="48915"/>
                </a:lnTo>
                <a:lnTo>
                  <a:pt x="2021" y="49321"/>
                </a:lnTo>
                <a:lnTo>
                  <a:pt x="2021" y="49785"/>
                </a:lnTo>
                <a:lnTo>
                  <a:pt x="2021" y="50191"/>
                </a:lnTo>
                <a:lnTo>
                  <a:pt x="2021" y="50655"/>
                </a:lnTo>
                <a:lnTo>
                  <a:pt x="2117" y="51061"/>
                </a:lnTo>
                <a:lnTo>
                  <a:pt x="2117" y="51525"/>
                </a:lnTo>
                <a:lnTo>
                  <a:pt x="2117" y="51931"/>
                </a:lnTo>
                <a:lnTo>
                  <a:pt x="2117" y="52394"/>
                </a:lnTo>
                <a:lnTo>
                  <a:pt x="2117" y="52800"/>
                </a:lnTo>
                <a:lnTo>
                  <a:pt x="2181" y="53264"/>
                </a:lnTo>
                <a:lnTo>
                  <a:pt x="2181" y="53641"/>
                </a:lnTo>
                <a:lnTo>
                  <a:pt x="2181" y="54105"/>
                </a:lnTo>
                <a:lnTo>
                  <a:pt x="2181" y="54511"/>
                </a:lnTo>
                <a:lnTo>
                  <a:pt x="2181" y="54975"/>
                </a:lnTo>
                <a:lnTo>
                  <a:pt x="2245" y="55381"/>
                </a:lnTo>
                <a:lnTo>
                  <a:pt x="2245" y="55845"/>
                </a:lnTo>
                <a:lnTo>
                  <a:pt x="2245" y="56251"/>
                </a:lnTo>
                <a:lnTo>
                  <a:pt x="2245" y="56715"/>
                </a:lnTo>
                <a:lnTo>
                  <a:pt x="2309" y="57121"/>
                </a:lnTo>
                <a:lnTo>
                  <a:pt x="2309" y="57585"/>
                </a:lnTo>
                <a:lnTo>
                  <a:pt x="2309" y="58049"/>
                </a:lnTo>
                <a:lnTo>
                  <a:pt x="2309" y="58426"/>
                </a:lnTo>
                <a:lnTo>
                  <a:pt x="2309" y="58889"/>
                </a:lnTo>
                <a:lnTo>
                  <a:pt x="2406" y="59295"/>
                </a:lnTo>
                <a:lnTo>
                  <a:pt x="2406" y="59759"/>
                </a:lnTo>
                <a:lnTo>
                  <a:pt x="2406" y="60223"/>
                </a:lnTo>
                <a:lnTo>
                  <a:pt x="2406" y="60629"/>
                </a:lnTo>
                <a:lnTo>
                  <a:pt x="2470" y="61093"/>
                </a:lnTo>
                <a:lnTo>
                  <a:pt x="2470" y="61557"/>
                </a:lnTo>
                <a:lnTo>
                  <a:pt x="2470" y="61963"/>
                </a:lnTo>
                <a:lnTo>
                  <a:pt x="2470" y="62427"/>
                </a:lnTo>
                <a:lnTo>
                  <a:pt x="2470" y="62891"/>
                </a:lnTo>
                <a:lnTo>
                  <a:pt x="2534" y="63297"/>
                </a:lnTo>
                <a:lnTo>
                  <a:pt x="2534" y="63761"/>
                </a:lnTo>
                <a:lnTo>
                  <a:pt x="2534" y="64225"/>
                </a:lnTo>
                <a:lnTo>
                  <a:pt x="2534" y="64689"/>
                </a:lnTo>
                <a:lnTo>
                  <a:pt x="2630" y="65095"/>
                </a:lnTo>
                <a:lnTo>
                  <a:pt x="2630" y="65558"/>
                </a:lnTo>
                <a:lnTo>
                  <a:pt x="2630" y="66022"/>
                </a:lnTo>
                <a:lnTo>
                  <a:pt x="2630" y="66428"/>
                </a:lnTo>
                <a:lnTo>
                  <a:pt x="2630" y="66892"/>
                </a:lnTo>
                <a:lnTo>
                  <a:pt x="2694" y="67356"/>
                </a:lnTo>
                <a:lnTo>
                  <a:pt x="2694" y="67820"/>
                </a:lnTo>
                <a:lnTo>
                  <a:pt x="2694" y="68284"/>
                </a:lnTo>
                <a:lnTo>
                  <a:pt x="2694" y="68690"/>
                </a:lnTo>
                <a:lnTo>
                  <a:pt x="2758" y="69154"/>
                </a:lnTo>
                <a:lnTo>
                  <a:pt x="2758" y="69618"/>
                </a:lnTo>
                <a:lnTo>
                  <a:pt x="2758" y="70082"/>
                </a:lnTo>
                <a:lnTo>
                  <a:pt x="2758" y="70546"/>
                </a:lnTo>
                <a:lnTo>
                  <a:pt x="2758" y="70952"/>
                </a:lnTo>
                <a:lnTo>
                  <a:pt x="2823" y="71416"/>
                </a:lnTo>
                <a:lnTo>
                  <a:pt x="2823" y="71879"/>
                </a:lnTo>
                <a:lnTo>
                  <a:pt x="2823" y="72343"/>
                </a:lnTo>
                <a:lnTo>
                  <a:pt x="2823" y="72807"/>
                </a:lnTo>
                <a:lnTo>
                  <a:pt x="2919" y="73271"/>
                </a:lnTo>
                <a:lnTo>
                  <a:pt x="2919" y="73677"/>
                </a:lnTo>
                <a:lnTo>
                  <a:pt x="2919" y="74141"/>
                </a:lnTo>
                <a:lnTo>
                  <a:pt x="2919" y="74605"/>
                </a:lnTo>
                <a:lnTo>
                  <a:pt x="2919" y="75069"/>
                </a:lnTo>
                <a:lnTo>
                  <a:pt x="2983" y="75533"/>
                </a:lnTo>
                <a:lnTo>
                  <a:pt x="2983" y="75997"/>
                </a:lnTo>
                <a:lnTo>
                  <a:pt x="2983" y="76461"/>
                </a:lnTo>
                <a:lnTo>
                  <a:pt x="2983" y="76925"/>
                </a:lnTo>
                <a:lnTo>
                  <a:pt x="2983" y="77389"/>
                </a:lnTo>
                <a:lnTo>
                  <a:pt x="3047" y="77853"/>
                </a:lnTo>
                <a:lnTo>
                  <a:pt x="3047" y="78316"/>
                </a:lnTo>
                <a:lnTo>
                  <a:pt x="3047" y="78780"/>
                </a:lnTo>
                <a:lnTo>
                  <a:pt x="3047" y="79186"/>
                </a:lnTo>
                <a:lnTo>
                  <a:pt x="3111" y="79650"/>
                </a:lnTo>
                <a:lnTo>
                  <a:pt x="3111" y="80114"/>
                </a:lnTo>
                <a:lnTo>
                  <a:pt x="3111" y="80578"/>
                </a:lnTo>
                <a:lnTo>
                  <a:pt x="3111" y="81042"/>
                </a:lnTo>
                <a:lnTo>
                  <a:pt x="3111" y="8150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036026" y="3231708"/>
            <a:ext cx="3240" cy="100759"/>
          </a:xfrm>
          <a:custGeom>
            <a:avLst/>
            <a:gdLst/>
            <a:ahLst/>
            <a:cxnLst/>
            <a:rect l="l" t="t" r="r" b="b"/>
            <a:pathLst>
              <a:path w="3240" h="100759">
                <a:moveTo>
                  <a:pt x="0" y="0"/>
                </a:moveTo>
                <a:lnTo>
                  <a:pt x="96" y="463"/>
                </a:lnTo>
                <a:lnTo>
                  <a:pt x="96" y="927"/>
                </a:lnTo>
                <a:lnTo>
                  <a:pt x="96" y="1391"/>
                </a:lnTo>
                <a:lnTo>
                  <a:pt x="96" y="1855"/>
                </a:lnTo>
                <a:lnTo>
                  <a:pt x="160" y="2406"/>
                </a:lnTo>
                <a:lnTo>
                  <a:pt x="160" y="2870"/>
                </a:lnTo>
                <a:lnTo>
                  <a:pt x="160" y="3334"/>
                </a:lnTo>
                <a:lnTo>
                  <a:pt x="160" y="3798"/>
                </a:lnTo>
                <a:lnTo>
                  <a:pt x="160" y="4262"/>
                </a:lnTo>
                <a:lnTo>
                  <a:pt x="224" y="4726"/>
                </a:lnTo>
                <a:lnTo>
                  <a:pt x="224" y="5190"/>
                </a:lnTo>
                <a:lnTo>
                  <a:pt x="224" y="5654"/>
                </a:lnTo>
                <a:lnTo>
                  <a:pt x="224" y="6118"/>
                </a:lnTo>
                <a:lnTo>
                  <a:pt x="320" y="6581"/>
                </a:lnTo>
                <a:lnTo>
                  <a:pt x="320" y="7045"/>
                </a:lnTo>
                <a:lnTo>
                  <a:pt x="320" y="7509"/>
                </a:lnTo>
                <a:lnTo>
                  <a:pt x="320" y="7973"/>
                </a:lnTo>
                <a:lnTo>
                  <a:pt x="320" y="8524"/>
                </a:lnTo>
                <a:lnTo>
                  <a:pt x="384" y="8988"/>
                </a:lnTo>
                <a:lnTo>
                  <a:pt x="384" y="9452"/>
                </a:lnTo>
                <a:lnTo>
                  <a:pt x="384" y="9916"/>
                </a:lnTo>
                <a:lnTo>
                  <a:pt x="384" y="10380"/>
                </a:lnTo>
                <a:lnTo>
                  <a:pt x="449" y="10844"/>
                </a:lnTo>
                <a:lnTo>
                  <a:pt x="449" y="11366"/>
                </a:lnTo>
                <a:lnTo>
                  <a:pt x="449" y="11830"/>
                </a:lnTo>
                <a:lnTo>
                  <a:pt x="449" y="12294"/>
                </a:lnTo>
                <a:lnTo>
                  <a:pt x="449" y="12787"/>
                </a:lnTo>
                <a:lnTo>
                  <a:pt x="513" y="13250"/>
                </a:lnTo>
                <a:lnTo>
                  <a:pt x="513" y="13714"/>
                </a:lnTo>
                <a:lnTo>
                  <a:pt x="513" y="14236"/>
                </a:lnTo>
                <a:lnTo>
                  <a:pt x="513" y="14700"/>
                </a:lnTo>
                <a:lnTo>
                  <a:pt x="609" y="15164"/>
                </a:lnTo>
                <a:lnTo>
                  <a:pt x="609" y="15628"/>
                </a:lnTo>
                <a:lnTo>
                  <a:pt x="609" y="16179"/>
                </a:lnTo>
                <a:lnTo>
                  <a:pt x="609" y="16643"/>
                </a:lnTo>
                <a:lnTo>
                  <a:pt x="609" y="17107"/>
                </a:lnTo>
                <a:lnTo>
                  <a:pt x="673" y="17571"/>
                </a:lnTo>
                <a:lnTo>
                  <a:pt x="673" y="18093"/>
                </a:lnTo>
                <a:lnTo>
                  <a:pt x="673" y="18557"/>
                </a:lnTo>
                <a:lnTo>
                  <a:pt x="673" y="19021"/>
                </a:lnTo>
                <a:lnTo>
                  <a:pt x="673" y="19485"/>
                </a:lnTo>
                <a:lnTo>
                  <a:pt x="737" y="20035"/>
                </a:lnTo>
                <a:lnTo>
                  <a:pt x="737" y="20499"/>
                </a:lnTo>
                <a:lnTo>
                  <a:pt x="737" y="20963"/>
                </a:lnTo>
                <a:lnTo>
                  <a:pt x="737" y="21485"/>
                </a:lnTo>
                <a:lnTo>
                  <a:pt x="834" y="21949"/>
                </a:lnTo>
                <a:lnTo>
                  <a:pt x="834" y="22413"/>
                </a:lnTo>
                <a:lnTo>
                  <a:pt x="834" y="22935"/>
                </a:lnTo>
                <a:lnTo>
                  <a:pt x="834" y="23399"/>
                </a:lnTo>
                <a:lnTo>
                  <a:pt x="834" y="23892"/>
                </a:lnTo>
                <a:lnTo>
                  <a:pt x="898" y="24414"/>
                </a:lnTo>
                <a:lnTo>
                  <a:pt x="898" y="24878"/>
                </a:lnTo>
                <a:lnTo>
                  <a:pt x="898" y="25342"/>
                </a:lnTo>
                <a:lnTo>
                  <a:pt x="898" y="25864"/>
                </a:lnTo>
                <a:lnTo>
                  <a:pt x="962" y="26327"/>
                </a:lnTo>
                <a:lnTo>
                  <a:pt x="962" y="26791"/>
                </a:lnTo>
                <a:lnTo>
                  <a:pt x="962" y="27342"/>
                </a:lnTo>
                <a:lnTo>
                  <a:pt x="962" y="27806"/>
                </a:lnTo>
                <a:lnTo>
                  <a:pt x="962" y="28328"/>
                </a:lnTo>
                <a:lnTo>
                  <a:pt x="1026" y="28792"/>
                </a:lnTo>
                <a:lnTo>
                  <a:pt x="1026" y="29256"/>
                </a:lnTo>
                <a:lnTo>
                  <a:pt x="1026" y="29807"/>
                </a:lnTo>
                <a:lnTo>
                  <a:pt x="1026" y="30271"/>
                </a:lnTo>
                <a:lnTo>
                  <a:pt x="1122" y="30793"/>
                </a:lnTo>
                <a:lnTo>
                  <a:pt x="1122" y="31257"/>
                </a:lnTo>
                <a:lnTo>
                  <a:pt x="1122" y="31779"/>
                </a:lnTo>
                <a:lnTo>
                  <a:pt x="1122" y="32243"/>
                </a:lnTo>
                <a:lnTo>
                  <a:pt x="1122" y="32793"/>
                </a:lnTo>
                <a:lnTo>
                  <a:pt x="1186" y="33257"/>
                </a:lnTo>
                <a:lnTo>
                  <a:pt x="1186" y="33721"/>
                </a:lnTo>
                <a:lnTo>
                  <a:pt x="1186" y="34243"/>
                </a:lnTo>
                <a:lnTo>
                  <a:pt x="1186" y="34707"/>
                </a:lnTo>
                <a:lnTo>
                  <a:pt x="1251" y="35258"/>
                </a:lnTo>
                <a:lnTo>
                  <a:pt x="1251" y="35722"/>
                </a:lnTo>
                <a:lnTo>
                  <a:pt x="1251" y="36244"/>
                </a:lnTo>
                <a:lnTo>
                  <a:pt x="1251" y="36708"/>
                </a:lnTo>
                <a:lnTo>
                  <a:pt x="1251" y="37230"/>
                </a:lnTo>
                <a:lnTo>
                  <a:pt x="1315" y="37723"/>
                </a:lnTo>
                <a:lnTo>
                  <a:pt x="1315" y="38245"/>
                </a:lnTo>
                <a:lnTo>
                  <a:pt x="1315" y="38709"/>
                </a:lnTo>
                <a:lnTo>
                  <a:pt x="1315" y="39230"/>
                </a:lnTo>
                <a:lnTo>
                  <a:pt x="1411" y="39781"/>
                </a:lnTo>
                <a:lnTo>
                  <a:pt x="1411" y="40245"/>
                </a:lnTo>
                <a:lnTo>
                  <a:pt x="1411" y="40767"/>
                </a:lnTo>
                <a:lnTo>
                  <a:pt x="1411" y="41231"/>
                </a:lnTo>
                <a:lnTo>
                  <a:pt x="1411" y="41753"/>
                </a:lnTo>
                <a:lnTo>
                  <a:pt x="1475" y="42217"/>
                </a:lnTo>
                <a:lnTo>
                  <a:pt x="1475" y="42768"/>
                </a:lnTo>
                <a:lnTo>
                  <a:pt x="1475" y="43232"/>
                </a:lnTo>
                <a:lnTo>
                  <a:pt x="1475" y="43754"/>
                </a:lnTo>
                <a:lnTo>
                  <a:pt x="1475" y="44305"/>
                </a:lnTo>
                <a:lnTo>
                  <a:pt x="1539" y="44769"/>
                </a:lnTo>
                <a:lnTo>
                  <a:pt x="1539" y="45291"/>
                </a:lnTo>
                <a:lnTo>
                  <a:pt x="1539" y="45754"/>
                </a:lnTo>
                <a:lnTo>
                  <a:pt x="1539" y="46276"/>
                </a:lnTo>
                <a:lnTo>
                  <a:pt x="1636" y="46827"/>
                </a:lnTo>
                <a:lnTo>
                  <a:pt x="1636" y="47291"/>
                </a:lnTo>
                <a:lnTo>
                  <a:pt x="1636" y="47813"/>
                </a:lnTo>
                <a:lnTo>
                  <a:pt x="1636" y="48335"/>
                </a:lnTo>
                <a:lnTo>
                  <a:pt x="1636" y="48828"/>
                </a:lnTo>
                <a:lnTo>
                  <a:pt x="1700" y="49350"/>
                </a:lnTo>
                <a:lnTo>
                  <a:pt x="1700" y="49872"/>
                </a:lnTo>
                <a:lnTo>
                  <a:pt x="1700" y="50336"/>
                </a:lnTo>
                <a:lnTo>
                  <a:pt x="1700" y="50887"/>
                </a:lnTo>
                <a:lnTo>
                  <a:pt x="1764" y="51409"/>
                </a:lnTo>
                <a:lnTo>
                  <a:pt x="1764" y="51873"/>
                </a:lnTo>
                <a:lnTo>
                  <a:pt x="1764" y="52394"/>
                </a:lnTo>
                <a:lnTo>
                  <a:pt x="1764" y="52945"/>
                </a:lnTo>
                <a:lnTo>
                  <a:pt x="1764" y="53409"/>
                </a:lnTo>
                <a:lnTo>
                  <a:pt x="1828" y="53931"/>
                </a:lnTo>
                <a:lnTo>
                  <a:pt x="1828" y="54453"/>
                </a:lnTo>
                <a:lnTo>
                  <a:pt x="1828" y="54946"/>
                </a:lnTo>
                <a:lnTo>
                  <a:pt x="1828" y="55468"/>
                </a:lnTo>
                <a:lnTo>
                  <a:pt x="1924" y="55990"/>
                </a:lnTo>
                <a:lnTo>
                  <a:pt x="1924" y="56541"/>
                </a:lnTo>
                <a:lnTo>
                  <a:pt x="1924" y="57005"/>
                </a:lnTo>
                <a:lnTo>
                  <a:pt x="1924" y="57527"/>
                </a:lnTo>
                <a:lnTo>
                  <a:pt x="1924" y="58049"/>
                </a:lnTo>
                <a:lnTo>
                  <a:pt x="1988" y="58600"/>
                </a:lnTo>
                <a:lnTo>
                  <a:pt x="1988" y="59063"/>
                </a:lnTo>
                <a:lnTo>
                  <a:pt x="1988" y="59585"/>
                </a:lnTo>
                <a:lnTo>
                  <a:pt x="1988" y="60107"/>
                </a:lnTo>
                <a:lnTo>
                  <a:pt x="2053" y="60658"/>
                </a:lnTo>
                <a:lnTo>
                  <a:pt x="2053" y="61122"/>
                </a:lnTo>
                <a:lnTo>
                  <a:pt x="2053" y="61644"/>
                </a:lnTo>
                <a:lnTo>
                  <a:pt x="2053" y="62166"/>
                </a:lnTo>
                <a:lnTo>
                  <a:pt x="2053" y="62717"/>
                </a:lnTo>
                <a:lnTo>
                  <a:pt x="2117" y="63181"/>
                </a:lnTo>
                <a:lnTo>
                  <a:pt x="2117" y="63703"/>
                </a:lnTo>
                <a:lnTo>
                  <a:pt x="2117" y="64254"/>
                </a:lnTo>
                <a:lnTo>
                  <a:pt x="2117" y="64776"/>
                </a:lnTo>
                <a:lnTo>
                  <a:pt x="2213" y="65297"/>
                </a:lnTo>
                <a:lnTo>
                  <a:pt x="2213" y="65761"/>
                </a:lnTo>
                <a:lnTo>
                  <a:pt x="2213" y="66312"/>
                </a:lnTo>
                <a:lnTo>
                  <a:pt x="2213" y="66834"/>
                </a:lnTo>
                <a:lnTo>
                  <a:pt x="2213" y="67356"/>
                </a:lnTo>
                <a:lnTo>
                  <a:pt x="2277" y="67907"/>
                </a:lnTo>
                <a:lnTo>
                  <a:pt x="2277" y="68429"/>
                </a:lnTo>
                <a:lnTo>
                  <a:pt x="2277" y="68893"/>
                </a:lnTo>
                <a:lnTo>
                  <a:pt x="2277" y="69415"/>
                </a:lnTo>
                <a:lnTo>
                  <a:pt x="2277" y="69966"/>
                </a:lnTo>
                <a:lnTo>
                  <a:pt x="2341" y="70488"/>
                </a:lnTo>
                <a:lnTo>
                  <a:pt x="2341" y="71039"/>
                </a:lnTo>
                <a:lnTo>
                  <a:pt x="2341" y="71561"/>
                </a:lnTo>
                <a:lnTo>
                  <a:pt x="2341" y="72082"/>
                </a:lnTo>
                <a:lnTo>
                  <a:pt x="2438" y="72633"/>
                </a:lnTo>
                <a:lnTo>
                  <a:pt x="2438" y="73097"/>
                </a:lnTo>
                <a:lnTo>
                  <a:pt x="2438" y="73619"/>
                </a:lnTo>
                <a:lnTo>
                  <a:pt x="2438" y="74141"/>
                </a:lnTo>
                <a:lnTo>
                  <a:pt x="2438" y="74692"/>
                </a:lnTo>
                <a:lnTo>
                  <a:pt x="2502" y="75214"/>
                </a:lnTo>
                <a:lnTo>
                  <a:pt x="2502" y="75736"/>
                </a:lnTo>
                <a:lnTo>
                  <a:pt x="2502" y="76287"/>
                </a:lnTo>
                <a:lnTo>
                  <a:pt x="2502" y="76809"/>
                </a:lnTo>
                <a:lnTo>
                  <a:pt x="2566" y="77331"/>
                </a:lnTo>
                <a:lnTo>
                  <a:pt x="2566" y="77882"/>
                </a:lnTo>
                <a:lnTo>
                  <a:pt x="2566" y="78345"/>
                </a:lnTo>
                <a:lnTo>
                  <a:pt x="2566" y="78867"/>
                </a:lnTo>
                <a:lnTo>
                  <a:pt x="2566" y="79389"/>
                </a:lnTo>
                <a:lnTo>
                  <a:pt x="2630" y="79940"/>
                </a:lnTo>
                <a:lnTo>
                  <a:pt x="2630" y="80462"/>
                </a:lnTo>
                <a:lnTo>
                  <a:pt x="2630" y="81013"/>
                </a:lnTo>
                <a:lnTo>
                  <a:pt x="2630" y="81535"/>
                </a:lnTo>
                <a:lnTo>
                  <a:pt x="2726" y="82057"/>
                </a:lnTo>
                <a:lnTo>
                  <a:pt x="2726" y="82608"/>
                </a:lnTo>
                <a:lnTo>
                  <a:pt x="2726" y="83130"/>
                </a:lnTo>
                <a:lnTo>
                  <a:pt x="2726" y="83652"/>
                </a:lnTo>
                <a:lnTo>
                  <a:pt x="2726" y="84203"/>
                </a:lnTo>
                <a:lnTo>
                  <a:pt x="2790" y="84725"/>
                </a:lnTo>
                <a:lnTo>
                  <a:pt x="2790" y="85246"/>
                </a:lnTo>
                <a:lnTo>
                  <a:pt x="2790" y="85797"/>
                </a:lnTo>
                <a:lnTo>
                  <a:pt x="2790" y="86319"/>
                </a:lnTo>
                <a:lnTo>
                  <a:pt x="2855" y="86841"/>
                </a:lnTo>
                <a:lnTo>
                  <a:pt x="2855" y="87392"/>
                </a:lnTo>
                <a:lnTo>
                  <a:pt x="2855" y="87914"/>
                </a:lnTo>
                <a:lnTo>
                  <a:pt x="2855" y="88436"/>
                </a:lnTo>
                <a:lnTo>
                  <a:pt x="2855" y="88987"/>
                </a:lnTo>
                <a:lnTo>
                  <a:pt x="2951" y="89509"/>
                </a:lnTo>
                <a:lnTo>
                  <a:pt x="2951" y="90031"/>
                </a:lnTo>
                <a:lnTo>
                  <a:pt x="2951" y="90582"/>
                </a:lnTo>
                <a:lnTo>
                  <a:pt x="2951" y="91104"/>
                </a:lnTo>
                <a:lnTo>
                  <a:pt x="3015" y="91625"/>
                </a:lnTo>
                <a:lnTo>
                  <a:pt x="3015" y="92176"/>
                </a:lnTo>
                <a:lnTo>
                  <a:pt x="3015" y="92698"/>
                </a:lnTo>
                <a:lnTo>
                  <a:pt x="3015" y="93220"/>
                </a:lnTo>
                <a:lnTo>
                  <a:pt x="3015" y="93771"/>
                </a:lnTo>
                <a:lnTo>
                  <a:pt x="3079" y="94293"/>
                </a:lnTo>
                <a:lnTo>
                  <a:pt x="3079" y="94844"/>
                </a:lnTo>
                <a:lnTo>
                  <a:pt x="3079" y="95366"/>
                </a:lnTo>
                <a:lnTo>
                  <a:pt x="3079" y="95975"/>
                </a:lnTo>
                <a:lnTo>
                  <a:pt x="3079" y="96497"/>
                </a:lnTo>
                <a:lnTo>
                  <a:pt x="3143" y="97019"/>
                </a:lnTo>
                <a:lnTo>
                  <a:pt x="3143" y="97570"/>
                </a:lnTo>
                <a:lnTo>
                  <a:pt x="3143" y="98091"/>
                </a:lnTo>
                <a:lnTo>
                  <a:pt x="3143" y="98613"/>
                </a:lnTo>
                <a:lnTo>
                  <a:pt x="3240" y="99164"/>
                </a:lnTo>
                <a:lnTo>
                  <a:pt x="3240" y="99686"/>
                </a:lnTo>
                <a:lnTo>
                  <a:pt x="3240" y="100208"/>
                </a:lnTo>
                <a:lnTo>
                  <a:pt x="3240" y="100759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5039266" y="3332467"/>
            <a:ext cx="3208" cy="110386"/>
          </a:xfrm>
          <a:custGeom>
            <a:avLst/>
            <a:gdLst/>
            <a:ahLst/>
            <a:cxnLst/>
            <a:rect l="l" t="t" r="r" b="b"/>
            <a:pathLst>
              <a:path w="3208" h="110386">
                <a:moveTo>
                  <a:pt x="0" y="0"/>
                </a:moveTo>
                <a:lnTo>
                  <a:pt x="0" y="521"/>
                </a:lnTo>
                <a:lnTo>
                  <a:pt x="64" y="1043"/>
                </a:lnTo>
                <a:lnTo>
                  <a:pt x="64" y="1652"/>
                </a:lnTo>
                <a:lnTo>
                  <a:pt x="64" y="2174"/>
                </a:lnTo>
                <a:lnTo>
                  <a:pt x="64" y="2725"/>
                </a:lnTo>
                <a:lnTo>
                  <a:pt x="128" y="3247"/>
                </a:lnTo>
                <a:lnTo>
                  <a:pt x="128" y="3769"/>
                </a:lnTo>
                <a:lnTo>
                  <a:pt x="128" y="4320"/>
                </a:lnTo>
                <a:lnTo>
                  <a:pt x="128" y="4842"/>
                </a:lnTo>
                <a:lnTo>
                  <a:pt x="128" y="5364"/>
                </a:lnTo>
                <a:lnTo>
                  <a:pt x="192" y="5973"/>
                </a:lnTo>
                <a:lnTo>
                  <a:pt x="192" y="6495"/>
                </a:lnTo>
                <a:lnTo>
                  <a:pt x="192" y="7045"/>
                </a:lnTo>
                <a:lnTo>
                  <a:pt x="192" y="7567"/>
                </a:lnTo>
                <a:lnTo>
                  <a:pt x="288" y="8089"/>
                </a:lnTo>
                <a:lnTo>
                  <a:pt x="288" y="8640"/>
                </a:lnTo>
                <a:lnTo>
                  <a:pt x="288" y="9220"/>
                </a:lnTo>
                <a:lnTo>
                  <a:pt x="288" y="9771"/>
                </a:lnTo>
                <a:lnTo>
                  <a:pt x="288" y="10293"/>
                </a:lnTo>
                <a:lnTo>
                  <a:pt x="352" y="10815"/>
                </a:lnTo>
                <a:lnTo>
                  <a:pt x="352" y="11366"/>
                </a:lnTo>
                <a:lnTo>
                  <a:pt x="352" y="11888"/>
                </a:lnTo>
                <a:lnTo>
                  <a:pt x="352" y="12497"/>
                </a:lnTo>
                <a:lnTo>
                  <a:pt x="417" y="13019"/>
                </a:lnTo>
                <a:lnTo>
                  <a:pt x="417" y="13540"/>
                </a:lnTo>
                <a:lnTo>
                  <a:pt x="417" y="14091"/>
                </a:lnTo>
                <a:lnTo>
                  <a:pt x="417" y="14613"/>
                </a:lnTo>
                <a:lnTo>
                  <a:pt x="417" y="15164"/>
                </a:lnTo>
                <a:lnTo>
                  <a:pt x="513" y="15744"/>
                </a:lnTo>
                <a:lnTo>
                  <a:pt x="513" y="16266"/>
                </a:lnTo>
                <a:lnTo>
                  <a:pt x="513" y="16817"/>
                </a:lnTo>
                <a:lnTo>
                  <a:pt x="513" y="17339"/>
                </a:lnTo>
                <a:lnTo>
                  <a:pt x="577" y="17948"/>
                </a:lnTo>
                <a:lnTo>
                  <a:pt x="577" y="18470"/>
                </a:lnTo>
                <a:lnTo>
                  <a:pt x="577" y="19021"/>
                </a:lnTo>
                <a:lnTo>
                  <a:pt x="577" y="19543"/>
                </a:lnTo>
                <a:lnTo>
                  <a:pt x="577" y="20064"/>
                </a:lnTo>
                <a:lnTo>
                  <a:pt x="641" y="20673"/>
                </a:lnTo>
                <a:lnTo>
                  <a:pt x="641" y="21195"/>
                </a:lnTo>
                <a:lnTo>
                  <a:pt x="641" y="21746"/>
                </a:lnTo>
                <a:lnTo>
                  <a:pt x="641" y="22268"/>
                </a:lnTo>
                <a:lnTo>
                  <a:pt x="641" y="22877"/>
                </a:lnTo>
                <a:lnTo>
                  <a:pt x="705" y="23399"/>
                </a:lnTo>
                <a:lnTo>
                  <a:pt x="705" y="23921"/>
                </a:lnTo>
                <a:lnTo>
                  <a:pt x="705" y="24472"/>
                </a:lnTo>
                <a:lnTo>
                  <a:pt x="705" y="25052"/>
                </a:lnTo>
                <a:lnTo>
                  <a:pt x="802" y="25603"/>
                </a:lnTo>
                <a:lnTo>
                  <a:pt x="802" y="26124"/>
                </a:lnTo>
                <a:lnTo>
                  <a:pt x="802" y="26646"/>
                </a:lnTo>
                <a:lnTo>
                  <a:pt x="802" y="27255"/>
                </a:lnTo>
                <a:lnTo>
                  <a:pt x="802" y="27777"/>
                </a:lnTo>
                <a:lnTo>
                  <a:pt x="866" y="28328"/>
                </a:lnTo>
                <a:lnTo>
                  <a:pt x="866" y="28850"/>
                </a:lnTo>
                <a:lnTo>
                  <a:pt x="866" y="29459"/>
                </a:lnTo>
                <a:lnTo>
                  <a:pt x="866" y="29981"/>
                </a:lnTo>
                <a:lnTo>
                  <a:pt x="930" y="30503"/>
                </a:lnTo>
                <a:lnTo>
                  <a:pt x="930" y="31054"/>
                </a:lnTo>
                <a:lnTo>
                  <a:pt x="930" y="31634"/>
                </a:lnTo>
                <a:lnTo>
                  <a:pt x="930" y="32185"/>
                </a:lnTo>
                <a:lnTo>
                  <a:pt x="930" y="32706"/>
                </a:lnTo>
                <a:lnTo>
                  <a:pt x="1026" y="33315"/>
                </a:lnTo>
                <a:lnTo>
                  <a:pt x="1026" y="33837"/>
                </a:lnTo>
                <a:lnTo>
                  <a:pt x="1026" y="34359"/>
                </a:lnTo>
                <a:lnTo>
                  <a:pt x="1026" y="34910"/>
                </a:lnTo>
                <a:lnTo>
                  <a:pt x="1090" y="35490"/>
                </a:lnTo>
                <a:lnTo>
                  <a:pt x="1090" y="36041"/>
                </a:lnTo>
                <a:lnTo>
                  <a:pt x="1090" y="36563"/>
                </a:lnTo>
                <a:lnTo>
                  <a:pt x="1090" y="37172"/>
                </a:lnTo>
                <a:lnTo>
                  <a:pt x="1090" y="37694"/>
                </a:lnTo>
                <a:lnTo>
                  <a:pt x="1154" y="38216"/>
                </a:lnTo>
                <a:lnTo>
                  <a:pt x="1154" y="38825"/>
                </a:lnTo>
                <a:lnTo>
                  <a:pt x="1154" y="39346"/>
                </a:lnTo>
                <a:lnTo>
                  <a:pt x="1154" y="39897"/>
                </a:lnTo>
                <a:lnTo>
                  <a:pt x="1219" y="40477"/>
                </a:lnTo>
                <a:lnTo>
                  <a:pt x="1219" y="41028"/>
                </a:lnTo>
                <a:lnTo>
                  <a:pt x="1219" y="41550"/>
                </a:lnTo>
                <a:lnTo>
                  <a:pt x="1219" y="42159"/>
                </a:lnTo>
                <a:lnTo>
                  <a:pt x="1219" y="42681"/>
                </a:lnTo>
                <a:lnTo>
                  <a:pt x="1315" y="43203"/>
                </a:lnTo>
                <a:lnTo>
                  <a:pt x="1315" y="43812"/>
                </a:lnTo>
                <a:lnTo>
                  <a:pt x="1315" y="44334"/>
                </a:lnTo>
                <a:lnTo>
                  <a:pt x="1315" y="44885"/>
                </a:lnTo>
                <a:lnTo>
                  <a:pt x="1379" y="45465"/>
                </a:lnTo>
                <a:lnTo>
                  <a:pt x="1379" y="46015"/>
                </a:lnTo>
                <a:lnTo>
                  <a:pt x="1379" y="46537"/>
                </a:lnTo>
                <a:lnTo>
                  <a:pt x="1379" y="47146"/>
                </a:lnTo>
                <a:lnTo>
                  <a:pt x="1379" y="47668"/>
                </a:lnTo>
                <a:lnTo>
                  <a:pt x="1443" y="48190"/>
                </a:lnTo>
                <a:lnTo>
                  <a:pt x="1443" y="48799"/>
                </a:lnTo>
                <a:lnTo>
                  <a:pt x="1443" y="49321"/>
                </a:lnTo>
                <a:lnTo>
                  <a:pt x="1443" y="49872"/>
                </a:lnTo>
                <a:lnTo>
                  <a:pt x="1443" y="50452"/>
                </a:lnTo>
                <a:lnTo>
                  <a:pt x="1507" y="51003"/>
                </a:lnTo>
                <a:lnTo>
                  <a:pt x="1507" y="51525"/>
                </a:lnTo>
                <a:lnTo>
                  <a:pt x="1507" y="52134"/>
                </a:lnTo>
                <a:lnTo>
                  <a:pt x="1507" y="52655"/>
                </a:lnTo>
                <a:lnTo>
                  <a:pt x="1604" y="53177"/>
                </a:lnTo>
                <a:lnTo>
                  <a:pt x="1604" y="53786"/>
                </a:lnTo>
                <a:lnTo>
                  <a:pt x="1604" y="54308"/>
                </a:lnTo>
                <a:lnTo>
                  <a:pt x="1604" y="54917"/>
                </a:lnTo>
                <a:lnTo>
                  <a:pt x="1604" y="55439"/>
                </a:lnTo>
                <a:lnTo>
                  <a:pt x="1668" y="55990"/>
                </a:lnTo>
                <a:lnTo>
                  <a:pt x="1668" y="56570"/>
                </a:lnTo>
                <a:lnTo>
                  <a:pt x="1668" y="57121"/>
                </a:lnTo>
                <a:lnTo>
                  <a:pt x="1668" y="57643"/>
                </a:lnTo>
                <a:lnTo>
                  <a:pt x="1732" y="58252"/>
                </a:lnTo>
                <a:lnTo>
                  <a:pt x="1732" y="58773"/>
                </a:lnTo>
                <a:lnTo>
                  <a:pt x="1732" y="59382"/>
                </a:lnTo>
                <a:lnTo>
                  <a:pt x="1732" y="59904"/>
                </a:lnTo>
                <a:lnTo>
                  <a:pt x="1732" y="60426"/>
                </a:lnTo>
                <a:lnTo>
                  <a:pt x="1828" y="61035"/>
                </a:lnTo>
                <a:lnTo>
                  <a:pt x="1828" y="61557"/>
                </a:lnTo>
                <a:lnTo>
                  <a:pt x="1828" y="62166"/>
                </a:lnTo>
                <a:lnTo>
                  <a:pt x="1828" y="62688"/>
                </a:lnTo>
                <a:lnTo>
                  <a:pt x="1892" y="63239"/>
                </a:lnTo>
                <a:lnTo>
                  <a:pt x="1892" y="63819"/>
                </a:lnTo>
                <a:lnTo>
                  <a:pt x="1892" y="64370"/>
                </a:lnTo>
                <a:lnTo>
                  <a:pt x="1892" y="64950"/>
                </a:lnTo>
                <a:lnTo>
                  <a:pt x="1892" y="65500"/>
                </a:lnTo>
                <a:lnTo>
                  <a:pt x="1956" y="66022"/>
                </a:lnTo>
                <a:lnTo>
                  <a:pt x="1956" y="66631"/>
                </a:lnTo>
                <a:lnTo>
                  <a:pt x="1956" y="67153"/>
                </a:lnTo>
                <a:lnTo>
                  <a:pt x="1956" y="67762"/>
                </a:lnTo>
                <a:lnTo>
                  <a:pt x="2021" y="68284"/>
                </a:lnTo>
                <a:lnTo>
                  <a:pt x="2021" y="68806"/>
                </a:lnTo>
                <a:lnTo>
                  <a:pt x="2021" y="69415"/>
                </a:lnTo>
                <a:lnTo>
                  <a:pt x="2021" y="69937"/>
                </a:lnTo>
                <a:lnTo>
                  <a:pt x="2021" y="70546"/>
                </a:lnTo>
                <a:lnTo>
                  <a:pt x="2117" y="71068"/>
                </a:lnTo>
                <a:lnTo>
                  <a:pt x="2117" y="71619"/>
                </a:lnTo>
                <a:lnTo>
                  <a:pt x="2117" y="72198"/>
                </a:lnTo>
                <a:lnTo>
                  <a:pt x="2117" y="72749"/>
                </a:lnTo>
                <a:lnTo>
                  <a:pt x="2181" y="73329"/>
                </a:lnTo>
                <a:lnTo>
                  <a:pt x="2181" y="73880"/>
                </a:lnTo>
                <a:lnTo>
                  <a:pt x="2181" y="74460"/>
                </a:lnTo>
                <a:lnTo>
                  <a:pt x="2181" y="75011"/>
                </a:lnTo>
                <a:lnTo>
                  <a:pt x="2181" y="75533"/>
                </a:lnTo>
                <a:lnTo>
                  <a:pt x="2245" y="76113"/>
                </a:lnTo>
                <a:lnTo>
                  <a:pt x="2245" y="76664"/>
                </a:lnTo>
                <a:lnTo>
                  <a:pt x="2245" y="77244"/>
                </a:lnTo>
                <a:lnTo>
                  <a:pt x="2245" y="77795"/>
                </a:lnTo>
                <a:lnTo>
                  <a:pt x="2245" y="78374"/>
                </a:lnTo>
                <a:lnTo>
                  <a:pt x="2309" y="78925"/>
                </a:lnTo>
                <a:lnTo>
                  <a:pt x="2309" y="79447"/>
                </a:lnTo>
                <a:lnTo>
                  <a:pt x="2309" y="80056"/>
                </a:lnTo>
                <a:lnTo>
                  <a:pt x="2309" y="80578"/>
                </a:lnTo>
                <a:lnTo>
                  <a:pt x="2406" y="81187"/>
                </a:lnTo>
                <a:lnTo>
                  <a:pt x="2406" y="81709"/>
                </a:lnTo>
                <a:lnTo>
                  <a:pt x="2406" y="82318"/>
                </a:lnTo>
                <a:lnTo>
                  <a:pt x="2406" y="82840"/>
                </a:lnTo>
                <a:lnTo>
                  <a:pt x="2406" y="83362"/>
                </a:lnTo>
                <a:lnTo>
                  <a:pt x="2470" y="83971"/>
                </a:lnTo>
                <a:lnTo>
                  <a:pt x="2470" y="84493"/>
                </a:lnTo>
                <a:lnTo>
                  <a:pt x="2470" y="85101"/>
                </a:lnTo>
                <a:lnTo>
                  <a:pt x="2470" y="85623"/>
                </a:lnTo>
                <a:lnTo>
                  <a:pt x="2534" y="86232"/>
                </a:lnTo>
                <a:lnTo>
                  <a:pt x="2534" y="86754"/>
                </a:lnTo>
                <a:lnTo>
                  <a:pt x="2534" y="87305"/>
                </a:lnTo>
                <a:lnTo>
                  <a:pt x="2534" y="87885"/>
                </a:lnTo>
                <a:lnTo>
                  <a:pt x="2534" y="88436"/>
                </a:lnTo>
                <a:lnTo>
                  <a:pt x="2630" y="89016"/>
                </a:lnTo>
                <a:lnTo>
                  <a:pt x="2630" y="89567"/>
                </a:lnTo>
                <a:lnTo>
                  <a:pt x="2630" y="90147"/>
                </a:lnTo>
                <a:lnTo>
                  <a:pt x="2630" y="90698"/>
                </a:lnTo>
                <a:lnTo>
                  <a:pt x="2694" y="91277"/>
                </a:lnTo>
                <a:lnTo>
                  <a:pt x="2694" y="91828"/>
                </a:lnTo>
                <a:lnTo>
                  <a:pt x="2694" y="92350"/>
                </a:lnTo>
                <a:lnTo>
                  <a:pt x="2694" y="92959"/>
                </a:lnTo>
                <a:lnTo>
                  <a:pt x="2694" y="93481"/>
                </a:lnTo>
                <a:lnTo>
                  <a:pt x="2758" y="94090"/>
                </a:lnTo>
                <a:lnTo>
                  <a:pt x="2758" y="94612"/>
                </a:lnTo>
                <a:lnTo>
                  <a:pt x="2758" y="95221"/>
                </a:lnTo>
                <a:lnTo>
                  <a:pt x="2758" y="95743"/>
                </a:lnTo>
                <a:lnTo>
                  <a:pt x="2823" y="96352"/>
                </a:lnTo>
                <a:lnTo>
                  <a:pt x="2823" y="96874"/>
                </a:lnTo>
                <a:lnTo>
                  <a:pt x="2823" y="97396"/>
                </a:lnTo>
                <a:lnTo>
                  <a:pt x="2823" y="98004"/>
                </a:lnTo>
                <a:lnTo>
                  <a:pt x="2823" y="98526"/>
                </a:lnTo>
                <a:lnTo>
                  <a:pt x="2919" y="99135"/>
                </a:lnTo>
                <a:lnTo>
                  <a:pt x="2919" y="99657"/>
                </a:lnTo>
                <a:lnTo>
                  <a:pt x="2919" y="100266"/>
                </a:lnTo>
                <a:lnTo>
                  <a:pt x="2919" y="100788"/>
                </a:lnTo>
                <a:lnTo>
                  <a:pt x="2983" y="101397"/>
                </a:lnTo>
                <a:lnTo>
                  <a:pt x="2983" y="101919"/>
                </a:lnTo>
                <a:lnTo>
                  <a:pt x="2983" y="102470"/>
                </a:lnTo>
                <a:lnTo>
                  <a:pt x="2983" y="103050"/>
                </a:lnTo>
                <a:lnTo>
                  <a:pt x="2983" y="103601"/>
                </a:lnTo>
                <a:lnTo>
                  <a:pt x="3047" y="104181"/>
                </a:lnTo>
                <a:lnTo>
                  <a:pt x="3047" y="104731"/>
                </a:lnTo>
                <a:lnTo>
                  <a:pt x="3047" y="105311"/>
                </a:lnTo>
                <a:lnTo>
                  <a:pt x="3047" y="105862"/>
                </a:lnTo>
                <a:lnTo>
                  <a:pt x="3047" y="106442"/>
                </a:lnTo>
                <a:lnTo>
                  <a:pt x="3143" y="106993"/>
                </a:lnTo>
                <a:lnTo>
                  <a:pt x="3143" y="107573"/>
                </a:lnTo>
                <a:lnTo>
                  <a:pt x="3143" y="108124"/>
                </a:lnTo>
                <a:lnTo>
                  <a:pt x="3143" y="108646"/>
                </a:lnTo>
                <a:lnTo>
                  <a:pt x="3208" y="109255"/>
                </a:lnTo>
                <a:lnTo>
                  <a:pt x="3208" y="109777"/>
                </a:lnTo>
                <a:lnTo>
                  <a:pt x="3208" y="11038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5042474" y="3442853"/>
            <a:ext cx="3208" cy="109777"/>
          </a:xfrm>
          <a:custGeom>
            <a:avLst/>
            <a:gdLst/>
            <a:ahLst/>
            <a:cxnLst/>
            <a:rect l="l" t="t" r="r" b="b"/>
            <a:pathLst>
              <a:path w="3208" h="109777">
                <a:moveTo>
                  <a:pt x="0" y="0"/>
                </a:moveTo>
                <a:lnTo>
                  <a:pt x="0" y="521"/>
                </a:lnTo>
                <a:lnTo>
                  <a:pt x="0" y="1130"/>
                </a:lnTo>
                <a:lnTo>
                  <a:pt x="64" y="1652"/>
                </a:lnTo>
                <a:lnTo>
                  <a:pt x="64" y="2261"/>
                </a:lnTo>
                <a:lnTo>
                  <a:pt x="64" y="2783"/>
                </a:lnTo>
                <a:lnTo>
                  <a:pt x="64" y="3305"/>
                </a:lnTo>
                <a:lnTo>
                  <a:pt x="128" y="3914"/>
                </a:lnTo>
                <a:lnTo>
                  <a:pt x="128" y="4436"/>
                </a:lnTo>
                <a:lnTo>
                  <a:pt x="128" y="5045"/>
                </a:lnTo>
                <a:lnTo>
                  <a:pt x="128" y="5567"/>
                </a:lnTo>
                <a:lnTo>
                  <a:pt x="128" y="6176"/>
                </a:lnTo>
                <a:lnTo>
                  <a:pt x="224" y="6697"/>
                </a:lnTo>
                <a:lnTo>
                  <a:pt x="224" y="7306"/>
                </a:lnTo>
                <a:lnTo>
                  <a:pt x="224" y="7828"/>
                </a:lnTo>
                <a:lnTo>
                  <a:pt x="224" y="8379"/>
                </a:lnTo>
                <a:lnTo>
                  <a:pt x="288" y="8959"/>
                </a:lnTo>
                <a:lnTo>
                  <a:pt x="288" y="9510"/>
                </a:lnTo>
                <a:lnTo>
                  <a:pt x="288" y="10090"/>
                </a:lnTo>
                <a:lnTo>
                  <a:pt x="288" y="10612"/>
                </a:lnTo>
                <a:lnTo>
                  <a:pt x="288" y="11221"/>
                </a:lnTo>
                <a:lnTo>
                  <a:pt x="352" y="11743"/>
                </a:lnTo>
                <a:lnTo>
                  <a:pt x="352" y="12352"/>
                </a:lnTo>
                <a:lnTo>
                  <a:pt x="352" y="12874"/>
                </a:lnTo>
                <a:lnTo>
                  <a:pt x="352" y="13424"/>
                </a:lnTo>
                <a:lnTo>
                  <a:pt x="417" y="14004"/>
                </a:lnTo>
                <a:lnTo>
                  <a:pt x="417" y="14555"/>
                </a:lnTo>
                <a:lnTo>
                  <a:pt x="417" y="15135"/>
                </a:lnTo>
                <a:lnTo>
                  <a:pt x="417" y="15686"/>
                </a:lnTo>
                <a:lnTo>
                  <a:pt x="417" y="16266"/>
                </a:lnTo>
                <a:lnTo>
                  <a:pt x="513" y="16817"/>
                </a:lnTo>
                <a:lnTo>
                  <a:pt x="513" y="17397"/>
                </a:lnTo>
                <a:lnTo>
                  <a:pt x="513" y="17948"/>
                </a:lnTo>
                <a:lnTo>
                  <a:pt x="513" y="18470"/>
                </a:lnTo>
                <a:lnTo>
                  <a:pt x="577" y="19079"/>
                </a:lnTo>
                <a:lnTo>
                  <a:pt x="577" y="19600"/>
                </a:lnTo>
                <a:lnTo>
                  <a:pt x="577" y="20209"/>
                </a:lnTo>
                <a:lnTo>
                  <a:pt x="577" y="20731"/>
                </a:lnTo>
                <a:lnTo>
                  <a:pt x="577" y="21340"/>
                </a:lnTo>
                <a:lnTo>
                  <a:pt x="641" y="21862"/>
                </a:lnTo>
                <a:lnTo>
                  <a:pt x="641" y="22384"/>
                </a:lnTo>
                <a:lnTo>
                  <a:pt x="641" y="22993"/>
                </a:lnTo>
                <a:lnTo>
                  <a:pt x="641" y="23515"/>
                </a:lnTo>
                <a:lnTo>
                  <a:pt x="641" y="24124"/>
                </a:lnTo>
                <a:lnTo>
                  <a:pt x="737" y="24646"/>
                </a:lnTo>
                <a:lnTo>
                  <a:pt x="737" y="25197"/>
                </a:lnTo>
                <a:lnTo>
                  <a:pt x="737" y="25777"/>
                </a:lnTo>
                <a:lnTo>
                  <a:pt x="737" y="26327"/>
                </a:lnTo>
                <a:lnTo>
                  <a:pt x="802" y="26907"/>
                </a:lnTo>
                <a:lnTo>
                  <a:pt x="802" y="27458"/>
                </a:lnTo>
                <a:lnTo>
                  <a:pt x="802" y="28038"/>
                </a:lnTo>
                <a:lnTo>
                  <a:pt x="802" y="28589"/>
                </a:lnTo>
                <a:lnTo>
                  <a:pt x="802" y="29111"/>
                </a:lnTo>
                <a:lnTo>
                  <a:pt x="866" y="29720"/>
                </a:lnTo>
                <a:lnTo>
                  <a:pt x="866" y="30242"/>
                </a:lnTo>
                <a:lnTo>
                  <a:pt x="866" y="30851"/>
                </a:lnTo>
                <a:lnTo>
                  <a:pt x="866" y="31373"/>
                </a:lnTo>
                <a:lnTo>
                  <a:pt x="930" y="31895"/>
                </a:lnTo>
                <a:lnTo>
                  <a:pt x="930" y="32504"/>
                </a:lnTo>
                <a:lnTo>
                  <a:pt x="930" y="32967"/>
                </a:lnTo>
                <a:lnTo>
                  <a:pt x="930" y="33576"/>
                </a:lnTo>
                <a:lnTo>
                  <a:pt x="930" y="34098"/>
                </a:lnTo>
                <a:lnTo>
                  <a:pt x="1026" y="34620"/>
                </a:lnTo>
                <a:lnTo>
                  <a:pt x="1026" y="35229"/>
                </a:lnTo>
                <a:lnTo>
                  <a:pt x="1026" y="35751"/>
                </a:lnTo>
                <a:lnTo>
                  <a:pt x="1026" y="36360"/>
                </a:lnTo>
                <a:lnTo>
                  <a:pt x="1090" y="36882"/>
                </a:lnTo>
                <a:lnTo>
                  <a:pt x="1090" y="37433"/>
                </a:lnTo>
                <a:lnTo>
                  <a:pt x="1090" y="38013"/>
                </a:lnTo>
                <a:lnTo>
                  <a:pt x="1090" y="38564"/>
                </a:lnTo>
                <a:lnTo>
                  <a:pt x="1090" y="39143"/>
                </a:lnTo>
                <a:lnTo>
                  <a:pt x="1154" y="39694"/>
                </a:lnTo>
                <a:lnTo>
                  <a:pt x="1154" y="40216"/>
                </a:lnTo>
                <a:lnTo>
                  <a:pt x="1154" y="40825"/>
                </a:lnTo>
                <a:lnTo>
                  <a:pt x="1154" y="41347"/>
                </a:lnTo>
                <a:lnTo>
                  <a:pt x="1219" y="41956"/>
                </a:lnTo>
                <a:lnTo>
                  <a:pt x="1219" y="42478"/>
                </a:lnTo>
                <a:lnTo>
                  <a:pt x="1219" y="43000"/>
                </a:lnTo>
                <a:lnTo>
                  <a:pt x="1219" y="43609"/>
                </a:lnTo>
                <a:lnTo>
                  <a:pt x="1219" y="44131"/>
                </a:lnTo>
                <a:lnTo>
                  <a:pt x="1315" y="44682"/>
                </a:lnTo>
                <a:lnTo>
                  <a:pt x="1315" y="45262"/>
                </a:lnTo>
                <a:lnTo>
                  <a:pt x="1315" y="45812"/>
                </a:lnTo>
                <a:lnTo>
                  <a:pt x="1315" y="46392"/>
                </a:lnTo>
                <a:lnTo>
                  <a:pt x="1379" y="46943"/>
                </a:lnTo>
                <a:lnTo>
                  <a:pt x="1379" y="47465"/>
                </a:lnTo>
                <a:lnTo>
                  <a:pt x="1379" y="48074"/>
                </a:lnTo>
                <a:lnTo>
                  <a:pt x="1379" y="48596"/>
                </a:lnTo>
                <a:lnTo>
                  <a:pt x="1379" y="49118"/>
                </a:lnTo>
                <a:lnTo>
                  <a:pt x="1443" y="49727"/>
                </a:lnTo>
                <a:lnTo>
                  <a:pt x="1443" y="50249"/>
                </a:lnTo>
                <a:lnTo>
                  <a:pt x="1443" y="50800"/>
                </a:lnTo>
                <a:lnTo>
                  <a:pt x="1443" y="51380"/>
                </a:lnTo>
                <a:lnTo>
                  <a:pt x="1443" y="51931"/>
                </a:lnTo>
                <a:lnTo>
                  <a:pt x="1539" y="52452"/>
                </a:lnTo>
                <a:lnTo>
                  <a:pt x="1539" y="53061"/>
                </a:lnTo>
                <a:lnTo>
                  <a:pt x="1539" y="53583"/>
                </a:lnTo>
                <a:lnTo>
                  <a:pt x="1539" y="54192"/>
                </a:lnTo>
                <a:lnTo>
                  <a:pt x="1604" y="54714"/>
                </a:lnTo>
                <a:lnTo>
                  <a:pt x="1604" y="55236"/>
                </a:lnTo>
                <a:lnTo>
                  <a:pt x="1604" y="55845"/>
                </a:lnTo>
                <a:lnTo>
                  <a:pt x="1604" y="56367"/>
                </a:lnTo>
                <a:lnTo>
                  <a:pt x="1604" y="56918"/>
                </a:lnTo>
                <a:lnTo>
                  <a:pt x="1668" y="57498"/>
                </a:lnTo>
                <a:lnTo>
                  <a:pt x="1668" y="58049"/>
                </a:lnTo>
                <a:lnTo>
                  <a:pt x="1668" y="58571"/>
                </a:lnTo>
                <a:lnTo>
                  <a:pt x="1668" y="59092"/>
                </a:lnTo>
                <a:lnTo>
                  <a:pt x="1732" y="59701"/>
                </a:lnTo>
                <a:lnTo>
                  <a:pt x="1732" y="60223"/>
                </a:lnTo>
                <a:lnTo>
                  <a:pt x="1732" y="60774"/>
                </a:lnTo>
                <a:lnTo>
                  <a:pt x="1732" y="61354"/>
                </a:lnTo>
                <a:lnTo>
                  <a:pt x="1732" y="61905"/>
                </a:lnTo>
                <a:lnTo>
                  <a:pt x="1828" y="62427"/>
                </a:lnTo>
                <a:lnTo>
                  <a:pt x="1828" y="63036"/>
                </a:lnTo>
                <a:lnTo>
                  <a:pt x="1828" y="63558"/>
                </a:lnTo>
                <a:lnTo>
                  <a:pt x="1828" y="64080"/>
                </a:lnTo>
                <a:lnTo>
                  <a:pt x="1892" y="64689"/>
                </a:lnTo>
                <a:lnTo>
                  <a:pt x="1892" y="65210"/>
                </a:lnTo>
                <a:lnTo>
                  <a:pt x="1892" y="65761"/>
                </a:lnTo>
                <a:lnTo>
                  <a:pt x="1892" y="66283"/>
                </a:lnTo>
                <a:lnTo>
                  <a:pt x="1892" y="66892"/>
                </a:lnTo>
                <a:lnTo>
                  <a:pt x="1956" y="67414"/>
                </a:lnTo>
                <a:lnTo>
                  <a:pt x="1956" y="67936"/>
                </a:lnTo>
                <a:lnTo>
                  <a:pt x="1956" y="68545"/>
                </a:lnTo>
                <a:lnTo>
                  <a:pt x="1956" y="69067"/>
                </a:lnTo>
                <a:lnTo>
                  <a:pt x="2053" y="69618"/>
                </a:lnTo>
                <a:lnTo>
                  <a:pt x="2053" y="70140"/>
                </a:lnTo>
                <a:lnTo>
                  <a:pt x="2053" y="70749"/>
                </a:lnTo>
                <a:lnTo>
                  <a:pt x="2053" y="71271"/>
                </a:lnTo>
                <a:lnTo>
                  <a:pt x="2053" y="71792"/>
                </a:lnTo>
                <a:lnTo>
                  <a:pt x="2117" y="72401"/>
                </a:lnTo>
                <a:lnTo>
                  <a:pt x="2117" y="72923"/>
                </a:lnTo>
                <a:lnTo>
                  <a:pt x="2117" y="73474"/>
                </a:lnTo>
                <a:lnTo>
                  <a:pt x="2117" y="73996"/>
                </a:lnTo>
                <a:lnTo>
                  <a:pt x="2181" y="74605"/>
                </a:lnTo>
                <a:lnTo>
                  <a:pt x="2181" y="75127"/>
                </a:lnTo>
                <a:lnTo>
                  <a:pt x="2181" y="75649"/>
                </a:lnTo>
                <a:lnTo>
                  <a:pt x="2181" y="76200"/>
                </a:lnTo>
                <a:lnTo>
                  <a:pt x="2181" y="76780"/>
                </a:lnTo>
                <a:lnTo>
                  <a:pt x="2245" y="77331"/>
                </a:lnTo>
                <a:lnTo>
                  <a:pt x="2245" y="77853"/>
                </a:lnTo>
                <a:lnTo>
                  <a:pt x="2245" y="78374"/>
                </a:lnTo>
                <a:lnTo>
                  <a:pt x="2245" y="78925"/>
                </a:lnTo>
                <a:lnTo>
                  <a:pt x="2245" y="79505"/>
                </a:lnTo>
                <a:lnTo>
                  <a:pt x="2341" y="80056"/>
                </a:lnTo>
                <a:lnTo>
                  <a:pt x="2341" y="80578"/>
                </a:lnTo>
                <a:lnTo>
                  <a:pt x="2341" y="81100"/>
                </a:lnTo>
                <a:lnTo>
                  <a:pt x="2341" y="81709"/>
                </a:lnTo>
                <a:lnTo>
                  <a:pt x="2406" y="82231"/>
                </a:lnTo>
                <a:lnTo>
                  <a:pt x="2406" y="82782"/>
                </a:lnTo>
                <a:lnTo>
                  <a:pt x="2406" y="83304"/>
                </a:lnTo>
                <a:lnTo>
                  <a:pt x="2406" y="83826"/>
                </a:lnTo>
                <a:lnTo>
                  <a:pt x="2406" y="84435"/>
                </a:lnTo>
                <a:lnTo>
                  <a:pt x="2470" y="84956"/>
                </a:lnTo>
                <a:lnTo>
                  <a:pt x="2470" y="85507"/>
                </a:lnTo>
                <a:lnTo>
                  <a:pt x="2470" y="86029"/>
                </a:lnTo>
                <a:lnTo>
                  <a:pt x="2470" y="86551"/>
                </a:lnTo>
                <a:lnTo>
                  <a:pt x="2534" y="87160"/>
                </a:lnTo>
                <a:lnTo>
                  <a:pt x="2534" y="87682"/>
                </a:lnTo>
                <a:lnTo>
                  <a:pt x="2534" y="88233"/>
                </a:lnTo>
                <a:lnTo>
                  <a:pt x="2534" y="88755"/>
                </a:lnTo>
                <a:lnTo>
                  <a:pt x="2534" y="89306"/>
                </a:lnTo>
                <a:lnTo>
                  <a:pt x="2630" y="89828"/>
                </a:lnTo>
                <a:lnTo>
                  <a:pt x="2630" y="90408"/>
                </a:lnTo>
                <a:lnTo>
                  <a:pt x="2630" y="90959"/>
                </a:lnTo>
                <a:lnTo>
                  <a:pt x="2630" y="91480"/>
                </a:lnTo>
                <a:lnTo>
                  <a:pt x="2694" y="92031"/>
                </a:lnTo>
                <a:lnTo>
                  <a:pt x="2694" y="92553"/>
                </a:lnTo>
                <a:lnTo>
                  <a:pt x="2694" y="93075"/>
                </a:lnTo>
                <a:lnTo>
                  <a:pt x="2694" y="93684"/>
                </a:lnTo>
                <a:lnTo>
                  <a:pt x="2694" y="94206"/>
                </a:lnTo>
                <a:lnTo>
                  <a:pt x="2758" y="94757"/>
                </a:lnTo>
                <a:lnTo>
                  <a:pt x="2758" y="95279"/>
                </a:lnTo>
                <a:lnTo>
                  <a:pt x="2758" y="95801"/>
                </a:lnTo>
                <a:lnTo>
                  <a:pt x="2758" y="96352"/>
                </a:lnTo>
                <a:lnTo>
                  <a:pt x="2855" y="96874"/>
                </a:lnTo>
                <a:lnTo>
                  <a:pt x="2855" y="97483"/>
                </a:lnTo>
                <a:lnTo>
                  <a:pt x="2855" y="98004"/>
                </a:lnTo>
                <a:lnTo>
                  <a:pt x="2855" y="98526"/>
                </a:lnTo>
                <a:lnTo>
                  <a:pt x="2855" y="99077"/>
                </a:lnTo>
                <a:lnTo>
                  <a:pt x="2919" y="99599"/>
                </a:lnTo>
                <a:lnTo>
                  <a:pt x="2919" y="100121"/>
                </a:lnTo>
                <a:lnTo>
                  <a:pt x="2919" y="100672"/>
                </a:lnTo>
                <a:lnTo>
                  <a:pt x="2919" y="101194"/>
                </a:lnTo>
                <a:lnTo>
                  <a:pt x="2983" y="101716"/>
                </a:lnTo>
                <a:lnTo>
                  <a:pt x="2983" y="102267"/>
                </a:lnTo>
                <a:lnTo>
                  <a:pt x="2983" y="102847"/>
                </a:lnTo>
                <a:lnTo>
                  <a:pt x="2983" y="103398"/>
                </a:lnTo>
                <a:lnTo>
                  <a:pt x="2983" y="103920"/>
                </a:lnTo>
                <a:lnTo>
                  <a:pt x="3047" y="104441"/>
                </a:lnTo>
                <a:lnTo>
                  <a:pt x="3047" y="104992"/>
                </a:lnTo>
                <a:lnTo>
                  <a:pt x="3047" y="105514"/>
                </a:lnTo>
                <a:lnTo>
                  <a:pt x="3047" y="106036"/>
                </a:lnTo>
                <a:lnTo>
                  <a:pt x="3047" y="106587"/>
                </a:lnTo>
                <a:lnTo>
                  <a:pt x="3143" y="107109"/>
                </a:lnTo>
                <a:lnTo>
                  <a:pt x="3143" y="107631"/>
                </a:lnTo>
                <a:lnTo>
                  <a:pt x="3143" y="108182"/>
                </a:lnTo>
                <a:lnTo>
                  <a:pt x="3143" y="108704"/>
                </a:lnTo>
                <a:lnTo>
                  <a:pt x="3208" y="109255"/>
                </a:lnTo>
                <a:lnTo>
                  <a:pt x="3208" y="10977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045682" y="3552631"/>
            <a:ext cx="3208" cy="99744"/>
          </a:xfrm>
          <a:custGeom>
            <a:avLst/>
            <a:gdLst/>
            <a:ahLst/>
            <a:cxnLst/>
            <a:rect l="l" t="t" r="r" b="b"/>
            <a:pathLst>
              <a:path w="3208" h="99744">
                <a:moveTo>
                  <a:pt x="0" y="0"/>
                </a:moveTo>
                <a:lnTo>
                  <a:pt x="0" y="521"/>
                </a:lnTo>
                <a:lnTo>
                  <a:pt x="0" y="1072"/>
                </a:lnTo>
                <a:lnTo>
                  <a:pt x="0" y="1594"/>
                </a:lnTo>
                <a:lnTo>
                  <a:pt x="64" y="2116"/>
                </a:lnTo>
                <a:lnTo>
                  <a:pt x="64" y="2725"/>
                </a:lnTo>
                <a:lnTo>
                  <a:pt x="64" y="3247"/>
                </a:lnTo>
                <a:lnTo>
                  <a:pt x="64" y="3798"/>
                </a:lnTo>
                <a:lnTo>
                  <a:pt x="160" y="4320"/>
                </a:lnTo>
                <a:lnTo>
                  <a:pt x="160" y="4842"/>
                </a:lnTo>
                <a:lnTo>
                  <a:pt x="160" y="5393"/>
                </a:lnTo>
                <a:lnTo>
                  <a:pt x="160" y="5915"/>
                </a:lnTo>
                <a:lnTo>
                  <a:pt x="160" y="6437"/>
                </a:lnTo>
                <a:lnTo>
                  <a:pt x="224" y="6987"/>
                </a:lnTo>
                <a:lnTo>
                  <a:pt x="224" y="7509"/>
                </a:lnTo>
                <a:lnTo>
                  <a:pt x="224" y="7973"/>
                </a:lnTo>
                <a:lnTo>
                  <a:pt x="224" y="8495"/>
                </a:lnTo>
                <a:lnTo>
                  <a:pt x="288" y="9046"/>
                </a:lnTo>
                <a:lnTo>
                  <a:pt x="288" y="9568"/>
                </a:lnTo>
                <a:lnTo>
                  <a:pt x="288" y="10090"/>
                </a:lnTo>
                <a:lnTo>
                  <a:pt x="288" y="10641"/>
                </a:lnTo>
                <a:lnTo>
                  <a:pt x="288" y="11163"/>
                </a:lnTo>
                <a:lnTo>
                  <a:pt x="352" y="11685"/>
                </a:lnTo>
                <a:lnTo>
                  <a:pt x="352" y="12236"/>
                </a:lnTo>
                <a:lnTo>
                  <a:pt x="352" y="12758"/>
                </a:lnTo>
                <a:lnTo>
                  <a:pt x="352" y="13308"/>
                </a:lnTo>
                <a:lnTo>
                  <a:pt x="449" y="13830"/>
                </a:lnTo>
                <a:lnTo>
                  <a:pt x="449" y="14352"/>
                </a:lnTo>
                <a:lnTo>
                  <a:pt x="449" y="14903"/>
                </a:lnTo>
                <a:lnTo>
                  <a:pt x="449" y="15425"/>
                </a:lnTo>
                <a:lnTo>
                  <a:pt x="449" y="15947"/>
                </a:lnTo>
                <a:lnTo>
                  <a:pt x="513" y="16498"/>
                </a:lnTo>
                <a:lnTo>
                  <a:pt x="513" y="16962"/>
                </a:lnTo>
                <a:lnTo>
                  <a:pt x="513" y="17484"/>
                </a:lnTo>
                <a:lnTo>
                  <a:pt x="513" y="18006"/>
                </a:lnTo>
                <a:lnTo>
                  <a:pt x="577" y="18557"/>
                </a:lnTo>
                <a:lnTo>
                  <a:pt x="577" y="19079"/>
                </a:lnTo>
                <a:lnTo>
                  <a:pt x="577" y="19600"/>
                </a:lnTo>
                <a:lnTo>
                  <a:pt x="577" y="20151"/>
                </a:lnTo>
                <a:lnTo>
                  <a:pt x="577" y="20673"/>
                </a:lnTo>
                <a:lnTo>
                  <a:pt x="641" y="21195"/>
                </a:lnTo>
                <a:lnTo>
                  <a:pt x="641" y="21659"/>
                </a:lnTo>
                <a:lnTo>
                  <a:pt x="641" y="22210"/>
                </a:lnTo>
                <a:lnTo>
                  <a:pt x="641" y="22732"/>
                </a:lnTo>
                <a:lnTo>
                  <a:pt x="641" y="23283"/>
                </a:lnTo>
                <a:lnTo>
                  <a:pt x="737" y="23805"/>
                </a:lnTo>
                <a:lnTo>
                  <a:pt x="737" y="24327"/>
                </a:lnTo>
                <a:lnTo>
                  <a:pt x="737" y="24878"/>
                </a:lnTo>
                <a:lnTo>
                  <a:pt x="737" y="25342"/>
                </a:lnTo>
                <a:lnTo>
                  <a:pt x="802" y="25864"/>
                </a:lnTo>
                <a:lnTo>
                  <a:pt x="802" y="26385"/>
                </a:lnTo>
                <a:lnTo>
                  <a:pt x="802" y="26936"/>
                </a:lnTo>
                <a:lnTo>
                  <a:pt x="802" y="27458"/>
                </a:lnTo>
                <a:lnTo>
                  <a:pt x="802" y="27922"/>
                </a:lnTo>
                <a:lnTo>
                  <a:pt x="866" y="28444"/>
                </a:lnTo>
                <a:lnTo>
                  <a:pt x="866" y="28995"/>
                </a:lnTo>
                <a:lnTo>
                  <a:pt x="866" y="29517"/>
                </a:lnTo>
                <a:lnTo>
                  <a:pt x="866" y="30039"/>
                </a:lnTo>
                <a:lnTo>
                  <a:pt x="962" y="30503"/>
                </a:lnTo>
                <a:lnTo>
                  <a:pt x="962" y="31054"/>
                </a:lnTo>
                <a:lnTo>
                  <a:pt x="962" y="31576"/>
                </a:lnTo>
                <a:lnTo>
                  <a:pt x="962" y="32127"/>
                </a:lnTo>
                <a:lnTo>
                  <a:pt x="962" y="32591"/>
                </a:lnTo>
                <a:lnTo>
                  <a:pt x="1026" y="33112"/>
                </a:lnTo>
                <a:lnTo>
                  <a:pt x="1026" y="33634"/>
                </a:lnTo>
                <a:lnTo>
                  <a:pt x="1026" y="34185"/>
                </a:lnTo>
                <a:lnTo>
                  <a:pt x="1026" y="34707"/>
                </a:lnTo>
                <a:lnTo>
                  <a:pt x="1090" y="35171"/>
                </a:lnTo>
                <a:lnTo>
                  <a:pt x="1090" y="35693"/>
                </a:lnTo>
                <a:lnTo>
                  <a:pt x="1090" y="36244"/>
                </a:lnTo>
                <a:lnTo>
                  <a:pt x="1090" y="36708"/>
                </a:lnTo>
                <a:lnTo>
                  <a:pt x="1090" y="37230"/>
                </a:lnTo>
                <a:lnTo>
                  <a:pt x="1154" y="37752"/>
                </a:lnTo>
                <a:lnTo>
                  <a:pt x="1154" y="38303"/>
                </a:lnTo>
                <a:lnTo>
                  <a:pt x="1154" y="38767"/>
                </a:lnTo>
                <a:lnTo>
                  <a:pt x="1154" y="39288"/>
                </a:lnTo>
                <a:lnTo>
                  <a:pt x="1251" y="39839"/>
                </a:lnTo>
                <a:lnTo>
                  <a:pt x="1251" y="40303"/>
                </a:lnTo>
                <a:lnTo>
                  <a:pt x="1251" y="40825"/>
                </a:lnTo>
                <a:lnTo>
                  <a:pt x="1251" y="41347"/>
                </a:lnTo>
                <a:lnTo>
                  <a:pt x="1251" y="41811"/>
                </a:lnTo>
                <a:lnTo>
                  <a:pt x="1315" y="42362"/>
                </a:lnTo>
                <a:lnTo>
                  <a:pt x="1315" y="42884"/>
                </a:lnTo>
                <a:lnTo>
                  <a:pt x="1315" y="43348"/>
                </a:lnTo>
                <a:lnTo>
                  <a:pt x="1315" y="43870"/>
                </a:lnTo>
                <a:lnTo>
                  <a:pt x="1379" y="44421"/>
                </a:lnTo>
                <a:lnTo>
                  <a:pt x="1379" y="44885"/>
                </a:lnTo>
                <a:lnTo>
                  <a:pt x="1379" y="45407"/>
                </a:lnTo>
                <a:lnTo>
                  <a:pt x="1379" y="45957"/>
                </a:lnTo>
                <a:lnTo>
                  <a:pt x="1379" y="46421"/>
                </a:lnTo>
                <a:lnTo>
                  <a:pt x="1443" y="46943"/>
                </a:lnTo>
                <a:lnTo>
                  <a:pt x="1443" y="47407"/>
                </a:lnTo>
                <a:lnTo>
                  <a:pt x="1443" y="47929"/>
                </a:lnTo>
                <a:lnTo>
                  <a:pt x="1443" y="48480"/>
                </a:lnTo>
                <a:lnTo>
                  <a:pt x="1443" y="48944"/>
                </a:lnTo>
                <a:lnTo>
                  <a:pt x="1539" y="49466"/>
                </a:lnTo>
                <a:lnTo>
                  <a:pt x="1539" y="49930"/>
                </a:lnTo>
                <a:lnTo>
                  <a:pt x="1539" y="50452"/>
                </a:lnTo>
                <a:lnTo>
                  <a:pt x="1539" y="51003"/>
                </a:lnTo>
                <a:lnTo>
                  <a:pt x="1604" y="51467"/>
                </a:lnTo>
                <a:lnTo>
                  <a:pt x="1604" y="51989"/>
                </a:lnTo>
                <a:lnTo>
                  <a:pt x="1604" y="52452"/>
                </a:lnTo>
                <a:lnTo>
                  <a:pt x="1604" y="53003"/>
                </a:lnTo>
                <a:lnTo>
                  <a:pt x="1604" y="53467"/>
                </a:lnTo>
                <a:lnTo>
                  <a:pt x="1668" y="53989"/>
                </a:lnTo>
                <a:lnTo>
                  <a:pt x="1668" y="54453"/>
                </a:lnTo>
                <a:lnTo>
                  <a:pt x="1668" y="54975"/>
                </a:lnTo>
                <a:lnTo>
                  <a:pt x="1668" y="55526"/>
                </a:lnTo>
                <a:lnTo>
                  <a:pt x="1764" y="55990"/>
                </a:lnTo>
                <a:lnTo>
                  <a:pt x="1764" y="56512"/>
                </a:lnTo>
                <a:lnTo>
                  <a:pt x="1764" y="56976"/>
                </a:lnTo>
                <a:lnTo>
                  <a:pt x="1764" y="57527"/>
                </a:lnTo>
                <a:lnTo>
                  <a:pt x="1764" y="57991"/>
                </a:lnTo>
                <a:lnTo>
                  <a:pt x="1828" y="58513"/>
                </a:lnTo>
                <a:lnTo>
                  <a:pt x="1828" y="58976"/>
                </a:lnTo>
                <a:lnTo>
                  <a:pt x="1828" y="59440"/>
                </a:lnTo>
                <a:lnTo>
                  <a:pt x="1828" y="59962"/>
                </a:lnTo>
                <a:lnTo>
                  <a:pt x="1892" y="60426"/>
                </a:lnTo>
                <a:lnTo>
                  <a:pt x="1892" y="60977"/>
                </a:lnTo>
                <a:lnTo>
                  <a:pt x="1892" y="61441"/>
                </a:lnTo>
                <a:lnTo>
                  <a:pt x="1892" y="61963"/>
                </a:lnTo>
                <a:lnTo>
                  <a:pt x="1892" y="62427"/>
                </a:lnTo>
                <a:lnTo>
                  <a:pt x="1956" y="62978"/>
                </a:lnTo>
                <a:lnTo>
                  <a:pt x="1956" y="63442"/>
                </a:lnTo>
                <a:lnTo>
                  <a:pt x="1956" y="63964"/>
                </a:lnTo>
                <a:lnTo>
                  <a:pt x="1956" y="64428"/>
                </a:lnTo>
                <a:lnTo>
                  <a:pt x="2053" y="64892"/>
                </a:lnTo>
                <a:lnTo>
                  <a:pt x="2053" y="65413"/>
                </a:lnTo>
                <a:lnTo>
                  <a:pt x="2053" y="65906"/>
                </a:lnTo>
                <a:lnTo>
                  <a:pt x="2053" y="66428"/>
                </a:lnTo>
                <a:lnTo>
                  <a:pt x="2053" y="66892"/>
                </a:lnTo>
                <a:lnTo>
                  <a:pt x="2117" y="67356"/>
                </a:lnTo>
                <a:lnTo>
                  <a:pt x="2117" y="67878"/>
                </a:lnTo>
                <a:lnTo>
                  <a:pt x="2117" y="68342"/>
                </a:lnTo>
                <a:lnTo>
                  <a:pt x="2117" y="68806"/>
                </a:lnTo>
                <a:lnTo>
                  <a:pt x="2181" y="69357"/>
                </a:lnTo>
                <a:lnTo>
                  <a:pt x="2181" y="69821"/>
                </a:lnTo>
                <a:lnTo>
                  <a:pt x="2181" y="70343"/>
                </a:lnTo>
                <a:lnTo>
                  <a:pt x="2181" y="70807"/>
                </a:lnTo>
                <a:lnTo>
                  <a:pt x="2181" y="71271"/>
                </a:lnTo>
                <a:lnTo>
                  <a:pt x="2277" y="71821"/>
                </a:lnTo>
                <a:lnTo>
                  <a:pt x="2277" y="72285"/>
                </a:lnTo>
                <a:lnTo>
                  <a:pt x="2277" y="72749"/>
                </a:lnTo>
                <a:lnTo>
                  <a:pt x="2277" y="73213"/>
                </a:lnTo>
                <a:lnTo>
                  <a:pt x="2277" y="73735"/>
                </a:lnTo>
                <a:lnTo>
                  <a:pt x="2341" y="74199"/>
                </a:lnTo>
                <a:lnTo>
                  <a:pt x="2341" y="74663"/>
                </a:lnTo>
                <a:lnTo>
                  <a:pt x="2341" y="75214"/>
                </a:lnTo>
                <a:lnTo>
                  <a:pt x="2341" y="75678"/>
                </a:lnTo>
                <a:lnTo>
                  <a:pt x="2406" y="76142"/>
                </a:lnTo>
                <a:lnTo>
                  <a:pt x="2406" y="76606"/>
                </a:lnTo>
                <a:lnTo>
                  <a:pt x="2406" y="77128"/>
                </a:lnTo>
                <a:lnTo>
                  <a:pt x="2406" y="77592"/>
                </a:lnTo>
                <a:lnTo>
                  <a:pt x="2406" y="78056"/>
                </a:lnTo>
                <a:lnTo>
                  <a:pt x="2470" y="78519"/>
                </a:lnTo>
                <a:lnTo>
                  <a:pt x="2470" y="79070"/>
                </a:lnTo>
                <a:lnTo>
                  <a:pt x="2470" y="79534"/>
                </a:lnTo>
                <a:lnTo>
                  <a:pt x="2470" y="79998"/>
                </a:lnTo>
                <a:lnTo>
                  <a:pt x="2566" y="80462"/>
                </a:lnTo>
                <a:lnTo>
                  <a:pt x="2566" y="80984"/>
                </a:lnTo>
                <a:lnTo>
                  <a:pt x="2566" y="81448"/>
                </a:lnTo>
                <a:lnTo>
                  <a:pt x="2566" y="81912"/>
                </a:lnTo>
                <a:lnTo>
                  <a:pt x="2566" y="82376"/>
                </a:lnTo>
                <a:lnTo>
                  <a:pt x="2630" y="82840"/>
                </a:lnTo>
                <a:lnTo>
                  <a:pt x="2630" y="83304"/>
                </a:lnTo>
                <a:lnTo>
                  <a:pt x="2630" y="83855"/>
                </a:lnTo>
                <a:lnTo>
                  <a:pt x="2630" y="84319"/>
                </a:lnTo>
                <a:lnTo>
                  <a:pt x="2694" y="84782"/>
                </a:lnTo>
                <a:lnTo>
                  <a:pt x="2694" y="85246"/>
                </a:lnTo>
                <a:lnTo>
                  <a:pt x="2694" y="85710"/>
                </a:lnTo>
                <a:lnTo>
                  <a:pt x="2694" y="86174"/>
                </a:lnTo>
                <a:lnTo>
                  <a:pt x="2694" y="86696"/>
                </a:lnTo>
                <a:lnTo>
                  <a:pt x="2758" y="87160"/>
                </a:lnTo>
                <a:lnTo>
                  <a:pt x="2758" y="87624"/>
                </a:lnTo>
                <a:lnTo>
                  <a:pt x="2758" y="88117"/>
                </a:lnTo>
                <a:lnTo>
                  <a:pt x="2758" y="88581"/>
                </a:lnTo>
                <a:lnTo>
                  <a:pt x="2855" y="89045"/>
                </a:lnTo>
                <a:lnTo>
                  <a:pt x="2855" y="89509"/>
                </a:lnTo>
                <a:lnTo>
                  <a:pt x="2855" y="89973"/>
                </a:lnTo>
                <a:lnTo>
                  <a:pt x="2855" y="90437"/>
                </a:lnTo>
                <a:lnTo>
                  <a:pt x="2855" y="90901"/>
                </a:lnTo>
                <a:lnTo>
                  <a:pt x="2919" y="91364"/>
                </a:lnTo>
                <a:lnTo>
                  <a:pt x="2919" y="91828"/>
                </a:lnTo>
                <a:lnTo>
                  <a:pt x="2919" y="92350"/>
                </a:lnTo>
                <a:lnTo>
                  <a:pt x="2919" y="92814"/>
                </a:lnTo>
                <a:lnTo>
                  <a:pt x="2983" y="93278"/>
                </a:lnTo>
                <a:lnTo>
                  <a:pt x="2983" y="93742"/>
                </a:lnTo>
                <a:lnTo>
                  <a:pt x="2983" y="94235"/>
                </a:lnTo>
                <a:lnTo>
                  <a:pt x="2983" y="94699"/>
                </a:lnTo>
                <a:lnTo>
                  <a:pt x="2983" y="95163"/>
                </a:lnTo>
                <a:lnTo>
                  <a:pt x="3079" y="95627"/>
                </a:lnTo>
                <a:lnTo>
                  <a:pt x="3079" y="96091"/>
                </a:lnTo>
                <a:lnTo>
                  <a:pt x="3079" y="96555"/>
                </a:lnTo>
                <a:lnTo>
                  <a:pt x="3079" y="97019"/>
                </a:lnTo>
                <a:lnTo>
                  <a:pt x="3079" y="97483"/>
                </a:lnTo>
                <a:lnTo>
                  <a:pt x="3143" y="97946"/>
                </a:lnTo>
                <a:lnTo>
                  <a:pt x="3143" y="98352"/>
                </a:lnTo>
                <a:lnTo>
                  <a:pt x="3143" y="98816"/>
                </a:lnTo>
                <a:lnTo>
                  <a:pt x="3143" y="99280"/>
                </a:lnTo>
                <a:lnTo>
                  <a:pt x="3208" y="99744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048890" y="3652375"/>
            <a:ext cx="3143" cy="81187"/>
          </a:xfrm>
          <a:custGeom>
            <a:avLst/>
            <a:gdLst/>
            <a:ahLst/>
            <a:cxnLst/>
            <a:rect l="l" t="t" r="r" b="b"/>
            <a:pathLst>
              <a:path w="3143" h="81187">
                <a:moveTo>
                  <a:pt x="0" y="0"/>
                </a:moveTo>
                <a:lnTo>
                  <a:pt x="0" y="463"/>
                </a:lnTo>
                <a:lnTo>
                  <a:pt x="0" y="927"/>
                </a:lnTo>
                <a:lnTo>
                  <a:pt x="0" y="1391"/>
                </a:lnTo>
                <a:lnTo>
                  <a:pt x="0" y="1855"/>
                </a:lnTo>
                <a:lnTo>
                  <a:pt x="64" y="2319"/>
                </a:lnTo>
                <a:lnTo>
                  <a:pt x="64" y="2783"/>
                </a:lnTo>
                <a:lnTo>
                  <a:pt x="64" y="3247"/>
                </a:lnTo>
                <a:lnTo>
                  <a:pt x="64" y="3711"/>
                </a:lnTo>
                <a:lnTo>
                  <a:pt x="160" y="4117"/>
                </a:lnTo>
                <a:lnTo>
                  <a:pt x="160" y="4581"/>
                </a:lnTo>
                <a:lnTo>
                  <a:pt x="160" y="5045"/>
                </a:lnTo>
                <a:lnTo>
                  <a:pt x="160" y="5509"/>
                </a:lnTo>
                <a:lnTo>
                  <a:pt x="160" y="5973"/>
                </a:lnTo>
                <a:lnTo>
                  <a:pt x="224" y="6437"/>
                </a:lnTo>
                <a:lnTo>
                  <a:pt x="224" y="6842"/>
                </a:lnTo>
                <a:lnTo>
                  <a:pt x="224" y="7306"/>
                </a:lnTo>
                <a:lnTo>
                  <a:pt x="224" y="7770"/>
                </a:lnTo>
                <a:lnTo>
                  <a:pt x="288" y="8234"/>
                </a:lnTo>
                <a:lnTo>
                  <a:pt x="288" y="8698"/>
                </a:lnTo>
                <a:lnTo>
                  <a:pt x="288" y="9104"/>
                </a:lnTo>
                <a:lnTo>
                  <a:pt x="288" y="9568"/>
                </a:lnTo>
                <a:lnTo>
                  <a:pt x="288" y="10032"/>
                </a:lnTo>
                <a:lnTo>
                  <a:pt x="384" y="10496"/>
                </a:lnTo>
                <a:lnTo>
                  <a:pt x="384" y="10960"/>
                </a:lnTo>
                <a:lnTo>
                  <a:pt x="384" y="11366"/>
                </a:lnTo>
                <a:lnTo>
                  <a:pt x="384" y="11830"/>
                </a:lnTo>
                <a:lnTo>
                  <a:pt x="449" y="12294"/>
                </a:lnTo>
                <a:lnTo>
                  <a:pt x="449" y="12700"/>
                </a:lnTo>
                <a:lnTo>
                  <a:pt x="449" y="13163"/>
                </a:lnTo>
                <a:lnTo>
                  <a:pt x="449" y="13627"/>
                </a:lnTo>
                <a:lnTo>
                  <a:pt x="449" y="14091"/>
                </a:lnTo>
                <a:lnTo>
                  <a:pt x="513" y="14497"/>
                </a:lnTo>
                <a:lnTo>
                  <a:pt x="513" y="14961"/>
                </a:lnTo>
                <a:lnTo>
                  <a:pt x="513" y="15425"/>
                </a:lnTo>
                <a:lnTo>
                  <a:pt x="513" y="15831"/>
                </a:lnTo>
                <a:lnTo>
                  <a:pt x="577" y="16295"/>
                </a:lnTo>
                <a:lnTo>
                  <a:pt x="577" y="16759"/>
                </a:lnTo>
                <a:lnTo>
                  <a:pt x="577" y="17165"/>
                </a:lnTo>
                <a:lnTo>
                  <a:pt x="577" y="17629"/>
                </a:lnTo>
                <a:lnTo>
                  <a:pt x="577" y="18093"/>
                </a:lnTo>
                <a:lnTo>
                  <a:pt x="673" y="18470"/>
                </a:lnTo>
                <a:lnTo>
                  <a:pt x="673" y="18934"/>
                </a:lnTo>
                <a:lnTo>
                  <a:pt x="673" y="19427"/>
                </a:lnTo>
                <a:lnTo>
                  <a:pt x="673" y="19803"/>
                </a:lnTo>
                <a:lnTo>
                  <a:pt x="673" y="20267"/>
                </a:lnTo>
                <a:lnTo>
                  <a:pt x="737" y="20673"/>
                </a:lnTo>
                <a:lnTo>
                  <a:pt x="737" y="21137"/>
                </a:lnTo>
                <a:lnTo>
                  <a:pt x="737" y="21543"/>
                </a:lnTo>
                <a:lnTo>
                  <a:pt x="737" y="22007"/>
                </a:lnTo>
                <a:lnTo>
                  <a:pt x="802" y="22471"/>
                </a:lnTo>
                <a:lnTo>
                  <a:pt x="802" y="22877"/>
                </a:lnTo>
                <a:lnTo>
                  <a:pt x="802" y="23341"/>
                </a:lnTo>
                <a:lnTo>
                  <a:pt x="802" y="23747"/>
                </a:lnTo>
                <a:lnTo>
                  <a:pt x="802" y="24211"/>
                </a:lnTo>
                <a:lnTo>
                  <a:pt x="866" y="24588"/>
                </a:lnTo>
                <a:lnTo>
                  <a:pt x="866" y="25052"/>
                </a:lnTo>
                <a:lnTo>
                  <a:pt x="866" y="25458"/>
                </a:lnTo>
                <a:lnTo>
                  <a:pt x="866" y="25922"/>
                </a:lnTo>
                <a:lnTo>
                  <a:pt x="962" y="26327"/>
                </a:lnTo>
                <a:lnTo>
                  <a:pt x="962" y="26791"/>
                </a:lnTo>
                <a:lnTo>
                  <a:pt x="962" y="27197"/>
                </a:lnTo>
                <a:lnTo>
                  <a:pt x="962" y="27661"/>
                </a:lnTo>
                <a:lnTo>
                  <a:pt x="962" y="28067"/>
                </a:lnTo>
                <a:lnTo>
                  <a:pt x="1026" y="28531"/>
                </a:lnTo>
                <a:lnTo>
                  <a:pt x="1026" y="28908"/>
                </a:lnTo>
                <a:lnTo>
                  <a:pt x="1026" y="29314"/>
                </a:lnTo>
                <a:lnTo>
                  <a:pt x="1026" y="29778"/>
                </a:lnTo>
                <a:lnTo>
                  <a:pt x="1090" y="30184"/>
                </a:lnTo>
                <a:lnTo>
                  <a:pt x="1090" y="30648"/>
                </a:lnTo>
                <a:lnTo>
                  <a:pt x="1090" y="31054"/>
                </a:lnTo>
                <a:lnTo>
                  <a:pt x="1090" y="31518"/>
                </a:lnTo>
                <a:lnTo>
                  <a:pt x="1090" y="31924"/>
                </a:lnTo>
                <a:lnTo>
                  <a:pt x="1186" y="32301"/>
                </a:lnTo>
                <a:lnTo>
                  <a:pt x="1186" y="32764"/>
                </a:lnTo>
                <a:lnTo>
                  <a:pt x="1186" y="33170"/>
                </a:lnTo>
                <a:lnTo>
                  <a:pt x="1186" y="33576"/>
                </a:lnTo>
                <a:lnTo>
                  <a:pt x="1251" y="34040"/>
                </a:lnTo>
                <a:lnTo>
                  <a:pt x="1251" y="34446"/>
                </a:lnTo>
                <a:lnTo>
                  <a:pt x="1251" y="34852"/>
                </a:lnTo>
                <a:lnTo>
                  <a:pt x="1251" y="35316"/>
                </a:lnTo>
                <a:lnTo>
                  <a:pt x="1251" y="35693"/>
                </a:lnTo>
                <a:lnTo>
                  <a:pt x="1315" y="36099"/>
                </a:lnTo>
                <a:lnTo>
                  <a:pt x="1315" y="36563"/>
                </a:lnTo>
                <a:lnTo>
                  <a:pt x="1315" y="36969"/>
                </a:lnTo>
                <a:lnTo>
                  <a:pt x="1315" y="37375"/>
                </a:lnTo>
                <a:lnTo>
                  <a:pt x="1379" y="37752"/>
                </a:lnTo>
                <a:lnTo>
                  <a:pt x="1379" y="38245"/>
                </a:lnTo>
                <a:lnTo>
                  <a:pt x="1379" y="38622"/>
                </a:lnTo>
                <a:lnTo>
                  <a:pt x="1379" y="39028"/>
                </a:lnTo>
                <a:lnTo>
                  <a:pt x="1379" y="39433"/>
                </a:lnTo>
                <a:lnTo>
                  <a:pt x="1475" y="39897"/>
                </a:lnTo>
                <a:lnTo>
                  <a:pt x="1475" y="40303"/>
                </a:lnTo>
                <a:lnTo>
                  <a:pt x="1475" y="40680"/>
                </a:lnTo>
                <a:lnTo>
                  <a:pt x="1475" y="41086"/>
                </a:lnTo>
                <a:lnTo>
                  <a:pt x="1475" y="41492"/>
                </a:lnTo>
                <a:lnTo>
                  <a:pt x="1539" y="41956"/>
                </a:lnTo>
                <a:lnTo>
                  <a:pt x="1539" y="42362"/>
                </a:lnTo>
                <a:lnTo>
                  <a:pt x="1539" y="42739"/>
                </a:lnTo>
                <a:lnTo>
                  <a:pt x="1539" y="43145"/>
                </a:lnTo>
                <a:lnTo>
                  <a:pt x="1604" y="43551"/>
                </a:lnTo>
                <a:lnTo>
                  <a:pt x="1604" y="43957"/>
                </a:lnTo>
                <a:lnTo>
                  <a:pt x="1604" y="44421"/>
                </a:lnTo>
                <a:lnTo>
                  <a:pt x="1604" y="44827"/>
                </a:lnTo>
                <a:lnTo>
                  <a:pt x="1604" y="45204"/>
                </a:lnTo>
                <a:lnTo>
                  <a:pt x="1668" y="45610"/>
                </a:lnTo>
                <a:lnTo>
                  <a:pt x="1668" y="46015"/>
                </a:lnTo>
                <a:lnTo>
                  <a:pt x="1668" y="46421"/>
                </a:lnTo>
                <a:lnTo>
                  <a:pt x="1668" y="46798"/>
                </a:lnTo>
                <a:lnTo>
                  <a:pt x="1764" y="47204"/>
                </a:lnTo>
                <a:lnTo>
                  <a:pt x="1764" y="47610"/>
                </a:lnTo>
                <a:lnTo>
                  <a:pt x="1764" y="48016"/>
                </a:lnTo>
                <a:lnTo>
                  <a:pt x="1764" y="48393"/>
                </a:lnTo>
                <a:lnTo>
                  <a:pt x="1764" y="48857"/>
                </a:lnTo>
                <a:lnTo>
                  <a:pt x="1828" y="49263"/>
                </a:lnTo>
                <a:lnTo>
                  <a:pt x="1828" y="49669"/>
                </a:lnTo>
                <a:lnTo>
                  <a:pt x="1828" y="50075"/>
                </a:lnTo>
                <a:lnTo>
                  <a:pt x="1828" y="50452"/>
                </a:lnTo>
                <a:lnTo>
                  <a:pt x="1892" y="50858"/>
                </a:lnTo>
                <a:lnTo>
                  <a:pt x="1892" y="51264"/>
                </a:lnTo>
                <a:lnTo>
                  <a:pt x="1892" y="51670"/>
                </a:lnTo>
                <a:lnTo>
                  <a:pt x="1892" y="52076"/>
                </a:lnTo>
                <a:lnTo>
                  <a:pt x="1892" y="52452"/>
                </a:lnTo>
                <a:lnTo>
                  <a:pt x="1988" y="52800"/>
                </a:lnTo>
                <a:lnTo>
                  <a:pt x="1988" y="53206"/>
                </a:lnTo>
                <a:lnTo>
                  <a:pt x="1988" y="53583"/>
                </a:lnTo>
                <a:lnTo>
                  <a:pt x="1988" y="53989"/>
                </a:lnTo>
                <a:lnTo>
                  <a:pt x="2053" y="54395"/>
                </a:lnTo>
                <a:lnTo>
                  <a:pt x="2053" y="54801"/>
                </a:lnTo>
                <a:lnTo>
                  <a:pt x="2053" y="55178"/>
                </a:lnTo>
                <a:lnTo>
                  <a:pt x="2053" y="55584"/>
                </a:lnTo>
                <a:lnTo>
                  <a:pt x="2053" y="55990"/>
                </a:lnTo>
                <a:lnTo>
                  <a:pt x="2117" y="56396"/>
                </a:lnTo>
                <a:lnTo>
                  <a:pt x="2117" y="56773"/>
                </a:lnTo>
                <a:lnTo>
                  <a:pt x="2117" y="57121"/>
                </a:lnTo>
                <a:lnTo>
                  <a:pt x="2117" y="57527"/>
                </a:lnTo>
                <a:lnTo>
                  <a:pt x="2181" y="57904"/>
                </a:lnTo>
                <a:lnTo>
                  <a:pt x="2181" y="58310"/>
                </a:lnTo>
                <a:lnTo>
                  <a:pt x="2181" y="58715"/>
                </a:lnTo>
                <a:lnTo>
                  <a:pt x="2181" y="59121"/>
                </a:lnTo>
                <a:lnTo>
                  <a:pt x="2181" y="59440"/>
                </a:lnTo>
                <a:lnTo>
                  <a:pt x="2277" y="59846"/>
                </a:lnTo>
                <a:lnTo>
                  <a:pt x="2277" y="60252"/>
                </a:lnTo>
                <a:lnTo>
                  <a:pt x="2277" y="60629"/>
                </a:lnTo>
                <a:lnTo>
                  <a:pt x="2277" y="60977"/>
                </a:lnTo>
                <a:lnTo>
                  <a:pt x="2277" y="61383"/>
                </a:lnTo>
                <a:lnTo>
                  <a:pt x="2341" y="61760"/>
                </a:lnTo>
                <a:lnTo>
                  <a:pt x="2341" y="62166"/>
                </a:lnTo>
                <a:lnTo>
                  <a:pt x="2341" y="62514"/>
                </a:lnTo>
                <a:lnTo>
                  <a:pt x="2341" y="62891"/>
                </a:lnTo>
                <a:lnTo>
                  <a:pt x="2406" y="63297"/>
                </a:lnTo>
                <a:lnTo>
                  <a:pt x="2406" y="63703"/>
                </a:lnTo>
                <a:lnTo>
                  <a:pt x="2406" y="64022"/>
                </a:lnTo>
                <a:lnTo>
                  <a:pt x="2406" y="64428"/>
                </a:lnTo>
                <a:lnTo>
                  <a:pt x="2406" y="64834"/>
                </a:lnTo>
                <a:lnTo>
                  <a:pt x="2502" y="65153"/>
                </a:lnTo>
                <a:lnTo>
                  <a:pt x="2502" y="65558"/>
                </a:lnTo>
                <a:lnTo>
                  <a:pt x="2502" y="65964"/>
                </a:lnTo>
                <a:lnTo>
                  <a:pt x="2502" y="66283"/>
                </a:lnTo>
                <a:lnTo>
                  <a:pt x="2566" y="66689"/>
                </a:lnTo>
                <a:lnTo>
                  <a:pt x="2566" y="67095"/>
                </a:lnTo>
                <a:lnTo>
                  <a:pt x="2566" y="67414"/>
                </a:lnTo>
                <a:lnTo>
                  <a:pt x="2566" y="67820"/>
                </a:lnTo>
                <a:lnTo>
                  <a:pt x="2566" y="68168"/>
                </a:lnTo>
                <a:lnTo>
                  <a:pt x="2630" y="68545"/>
                </a:lnTo>
                <a:lnTo>
                  <a:pt x="2630" y="68893"/>
                </a:lnTo>
                <a:lnTo>
                  <a:pt x="2630" y="69299"/>
                </a:lnTo>
                <a:lnTo>
                  <a:pt x="2630" y="69676"/>
                </a:lnTo>
                <a:lnTo>
                  <a:pt x="2694" y="70024"/>
                </a:lnTo>
                <a:lnTo>
                  <a:pt x="2694" y="70401"/>
                </a:lnTo>
                <a:lnTo>
                  <a:pt x="2694" y="70749"/>
                </a:lnTo>
                <a:lnTo>
                  <a:pt x="2694" y="71155"/>
                </a:lnTo>
                <a:lnTo>
                  <a:pt x="2694" y="71474"/>
                </a:lnTo>
                <a:lnTo>
                  <a:pt x="2790" y="71879"/>
                </a:lnTo>
                <a:lnTo>
                  <a:pt x="2790" y="72198"/>
                </a:lnTo>
                <a:lnTo>
                  <a:pt x="2790" y="72604"/>
                </a:lnTo>
                <a:lnTo>
                  <a:pt x="2790" y="72952"/>
                </a:lnTo>
                <a:lnTo>
                  <a:pt x="2855" y="73329"/>
                </a:lnTo>
                <a:lnTo>
                  <a:pt x="2855" y="73677"/>
                </a:lnTo>
                <a:lnTo>
                  <a:pt x="2855" y="74083"/>
                </a:lnTo>
                <a:lnTo>
                  <a:pt x="2855" y="74402"/>
                </a:lnTo>
                <a:lnTo>
                  <a:pt x="2855" y="74750"/>
                </a:lnTo>
                <a:lnTo>
                  <a:pt x="2919" y="75127"/>
                </a:lnTo>
                <a:lnTo>
                  <a:pt x="2919" y="75475"/>
                </a:lnTo>
                <a:lnTo>
                  <a:pt x="2919" y="75881"/>
                </a:lnTo>
                <a:lnTo>
                  <a:pt x="2919" y="76200"/>
                </a:lnTo>
                <a:lnTo>
                  <a:pt x="2983" y="76519"/>
                </a:lnTo>
                <a:lnTo>
                  <a:pt x="2983" y="76925"/>
                </a:lnTo>
                <a:lnTo>
                  <a:pt x="2983" y="77273"/>
                </a:lnTo>
                <a:lnTo>
                  <a:pt x="2983" y="77650"/>
                </a:lnTo>
                <a:lnTo>
                  <a:pt x="2983" y="77998"/>
                </a:lnTo>
                <a:lnTo>
                  <a:pt x="3079" y="78316"/>
                </a:lnTo>
                <a:lnTo>
                  <a:pt x="3079" y="78722"/>
                </a:lnTo>
                <a:lnTo>
                  <a:pt x="3079" y="79070"/>
                </a:lnTo>
                <a:lnTo>
                  <a:pt x="3079" y="79389"/>
                </a:lnTo>
                <a:lnTo>
                  <a:pt x="3079" y="79737"/>
                </a:lnTo>
                <a:lnTo>
                  <a:pt x="3143" y="80114"/>
                </a:lnTo>
                <a:lnTo>
                  <a:pt x="3143" y="80462"/>
                </a:lnTo>
                <a:lnTo>
                  <a:pt x="3143" y="80781"/>
                </a:lnTo>
                <a:lnTo>
                  <a:pt x="3143" y="8118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052034" y="3733563"/>
            <a:ext cx="3208" cy="56057"/>
          </a:xfrm>
          <a:custGeom>
            <a:avLst/>
            <a:gdLst/>
            <a:ahLst/>
            <a:cxnLst/>
            <a:rect l="l" t="t" r="r" b="b"/>
            <a:pathLst>
              <a:path w="3208" h="56057">
                <a:moveTo>
                  <a:pt x="0" y="0"/>
                </a:moveTo>
                <a:lnTo>
                  <a:pt x="64" y="318"/>
                </a:lnTo>
                <a:lnTo>
                  <a:pt x="64" y="666"/>
                </a:lnTo>
                <a:lnTo>
                  <a:pt x="64" y="985"/>
                </a:lnTo>
                <a:lnTo>
                  <a:pt x="64" y="1333"/>
                </a:lnTo>
                <a:lnTo>
                  <a:pt x="64" y="1739"/>
                </a:lnTo>
                <a:lnTo>
                  <a:pt x="160" y="2058"/>
                </a:lnTo>
                <a:lnTo>
                  <a:pt x="160" y="2406"/>
                </a:lnTo>
                <a:lnTo>
                  <a:pt x="160" y="2725"/>
                </a:lnTo>
                <a:lnTo>
                  <a:pt x="160" y="3073"/>
                </a:lnTo>
                <a:lnTo>
                  <a:pt x="224" y="3450"/>
                </a:lnTo>
                <a:lnTo>
                  <a:pt x="224" y="3798"/>
                </a:lnTo>
                <a:lnTo>
                  <a:pt x="224" y="4117"/>
                </a:lnTo>
                <a:lnTo>
                  <a:pt x="224" y="4465"/>
                </a:lnTo>
                <a:lnTo>
                  <a:pt x="224" y="4784"/>
                </a:lnTo>
                <a:lnTo>
                  <a:pt x="288" y="5132"/>
                </a:lnTo>
                <a:lnTo>
                  <a:pt x="288" y="5451"/>
                </a:lnTo>
                <a:lnTo>
                  <a:pt x="288" y="5799"/>
                </a:lnTo>
                <a:lnTo>
                  <a:pt x="288" y="6118"/>
                </a:lnTo>
                <a:lnTo>
                  <a:pt x="352" y="6523"/>
                </a:lnTo>
                <a:lnTo>
                  <a:pt x="352" y="6842"/>
                </a:lnTo>
                <a:lnTo>
                  <a:pt x="352" y="7190"/>
                </a:lnTo>
                <a:lnTo>
                  <a:pt x="352" y="7509"/>
                </a:lnTo>
                <a:lnTo>
                  <a:pt x="352" y="7857"/>
                </a:lnTo>
                <a:lnTo>
                  <a:pt x="449" y="8176"/>
                </a:lnTo>
                <a:lnTo>
                  <a:pt x="449" y="8524"/>
                </a:lnTo>
                <a:lnTo>
                  <a:pt x="449" y="8843"/>
                </a:lnTo>
                <a:lnTo>
                  <a:pt x="449" y="9162"/>
                </a:lnTo>
                <a:lnTo>
                  <a:pt x="513" y="9510"/>
                </a:lnTo>
                <a:lnTo>
                  <a:pt x="513" y="9829"/>
                </a:lnTo>
                <a:lnTo>
                  <a:pt x="513" y="10177"/>
                </a:lnTo>
                <a:lnTo>
                  <a:pt x="513" y="10496"/>
                </a:lnTo>
                <a:lnTo>
                  <a:pt x="513" y="10844"/>
                </a:lnTo>
                <a:lnTo>
                  <a:pt x="577" y="11163"/>
                </a:lnTo>
                <a:lnTo>
                  <a:pt x="577" y="11424"/>
                </a:lnTo>
                <a:lnTo>
                  <a:pt x="577" y="11772"/>
                </a:lnTo>
                <a:lnTo>
                  <a:pt x="577" y="12091"/>
                </a:lnTo>
                <a:lnTo>
                  <a:pt x="673" y="12439"/>
                </a:lnTo>
                <a:lnTo>
                  <a:pt x="673" y="12758"/>
                </a:lnTo>
                <a:lnTo>
                  <a:pt x="673" y="13105"/>
                </a:lnTo>
                <a:lnTo>
                  <a:pt x="673" y="13424"/>
                </a:lnTo>
                <a:lnTo>
                  <a:pt x="673" y="13772"/>
                </a:lnTo>
                <a:lnTo>
                  <a:pt x="737" y="14033"/>
                </a:lnTo>
                <a:lnTo>
                  <a:pt x="737" y="14352"/>
                </a:lnTo>
                <a:lnTo>
                  <a:pt x="737" y="14700"/>
                </a:lnTo>
                <a:lnTo>
                  <a:pt x="737" y="15019"/>
                </a:lnTo>
                <a:lnTo>
                  <a:pt x="737" y="15367"/>
                </a:lnTo>
                <a:lnTo>
                  <a:pt x="802" y="15686"/>
                </a:lnTo>
                <a:lnTo>
                  <a:pt x="802" y="15947"/>
                </a:lnTo>
                <a:lnTo>
                  <a:pt x="802" y="16295"/>
                </a:lnTo>
                <a:lnTo>
                  <a:pt x="802" y="16614"/>
                </a:lnTo>
                <a:lnTo>
                  <a:pt x="866" y="16962"/>
                </a:lnTo>
                <a:lnTo>
                  <a:pt x="866" y="17223"/>
                </a:lnTo>
                <a:lnTo>
                  <a:pt x="866" y="17542"/>
                </a:lnTo>
                <a:lnTo>
                  <a:pt x="866" y="17890"/>
                </a:lnTo>
                <a:lnTo>
                  <a:pt x="866" y="18209"/>
                </a:lnTo>
                <a:lnTo>
                  <a:pt x="962" y="18499"/>
                </a:lnTo>
                <a:lnTo>
                  <a:pt x="962" y="18818"/>
                </a:lnTo>
                <a:lnTo>
                  <a:pt x="962" y="19137"/>
                </a:lnTo>
                <a:lnTo>
                  <a:pt x="962" y="19427"/>
                </a:lnTo>
                <a:lnTo>
                  <a:pt x="1026" y="19745"/>
                </a:lnTo>
                <a:lnTo>
                  <a:pt x="1026" y="20093"/>
                </a:lnTo>
                <a:lnTo>
                  <a:pt x="1026" y="20354"/>
                </a:lnTo>
                <a:lnTo>
                  <a:pt x="1026" y="20673"/>
                </a:lnTo>
                <a:lnTo>
                  <a:pt x="1026" y="20934"/>
                </a:lnTo>
                <a:lnTo>
                  <a:pt x="1090" y="21282"/>
                </a:lnTo>
                <a:lnTo>
                  <a:pt x="1090" y="21601"/>
                </a:lnTo>
                <a:lnTo>
                  <a:pt x="1090" y="21891"/>
                </a:lnTo>
                <a:lnTo>
                  <a:pt x="1090" y="22210"/>
                </a:lnTo>
                <a:lnTo>
                  <a:pt x="1154" y="22471"/>
                </a:lnTo>
                <a:lnTo>
                  <a:pt x="1154" y="22819"/>
                </a:lnTo>
                <a:lnTo>
                  <a:pt x="1154" y="23138"/>
                </a:lnTo>
                <a:lnTo>
                  <a:pt x="1154" y="23399"/>
                </a:lnTo>
                <a:lnTo>
                  <a:pt x="1154" y="23747"/>
                </a:lnTo>
                <a:lnTo>
                  <a:pt x="1251" y="24008"/>
                </a:lnTo>
                <a:lnTo>
                  <a:pt x="1251" y="24327"/>
                </a:lnTo>
                <a:lnTo>
                  <a:pt x="1251" y="24617"/>
                </a:lnTo>
                <a:lnTo>
                  <a:pt x="1251" y="24936"/>
                </a:lnTo>
                <a:lnTo>
                  <a:pt x="1315" y="25197"/>
                </a:lnTo>
                <a:lnTo>
                  <a:pt x="1315" y="25545"/>
                </a:lnTo>
                <a:lnTo>
                  <a:pt x="1315" y="25806"/>
                </a:lnTo>
                <a:lnTo>
                  <a:pt x="1315" y="26067"/>
                </a:lnTo>
                <a:lnTo>
                  <a:pt x="1315" y="26385"/>
                </a:lnTo>
                <a:lnTo>
                  <a:pt x="1379" y="26675"/>
                </a:lnTo>
                <a:lnTo>
                  <a:pt x="1379" y="26994"/>
                </a:lnTo>
                <a:lnTo>
                  <a:pt x="1379" y="27255"/>
                </a:lnTo>
                <a:lnTo>
                  <a:pt x="1379" y="27603"/>
                </a:lnTo>
                <a:lnTo>
                  <a:pt x="1475" y="27864"/>
                </a:lnTo>
                <a:lnTo>
                  <a:pt x="1475" y="28125"/>
                </a:lnTo>
                <a:lnTo>
                  <a:pt x="1475" y="28473"/>
                </a:lnTo>
                <a:lnTo>
                  <a:pt x="1475" y="28734"/>
                </a:lnTo>
                <a:lnTo>
                  <a:pt x="1475" y="28995"/>
                </a:lnTo>
                <a:lnTo>
                  <a:pt x="1539" y="29314"/>
                </a:lnTo>
                <a:lnTo>
                  <a:pt x="1539" y="29604"/>
                </a:lnTo>
                <a:lnTo>
                  <a:pt x="1539" y="29865"/>
                </a:lnTo>
                <a:lnTo>
                  <a:pt x="1539" y="30184"/>
                </a:lnTo>
                <a:lnTo>
                  <a:pt x="1539" y="30445"/>
                </a:lnTo>
                <a:lnTo>
                  <a:pt x="1604" y="30735"/>
                </a:lnTo>
                <a:lnTo>
                  <a:pt x="1604" y="30996"/>
                </a:lnTo>
                <a:lnTo>
                  <a:pt x="1604" y="31315"/>
                </a:lnTo>
                <a:lnTo>
                  <a:pt x="1604" y="31576"/>
                </a:lnTo>
                <a:lnTo>
                  <a:pt x="1668" y="31866"/>
                </a:lnTo>
                <a:lnTo>
                  <a:pt x="1668" y="32127"/>
                </a:lnTo>
                <a:lnTo>
                  <a:pt x="1668" y="32446"/>
                </a:lnTo>
                <a:lnTo>
                  <a:pt x="1668" y="32706"/>
                </a:lnTo>
                <a:lnTo>
                  <a:pt x="1668" y="32996"/>
                </a:lnTo>
                <a:lnTo>
                  <a:pt x="1764" y="33257"/>
                </a:lnTo>
                <a:lnTo>
                  <a:pt x="1764" y="33518"/>
                </a:lnTo>
                <a:lnTo>
                  <a:pt x="1764" y="33837"/>
                </a:lnTo>
                <a:lnTo>
                  <a:pt x="1764" y="34098"/>
                </a:lnTo>
                <a:lnTo>
                  <a:pt x="1828" y="34388"/>
                </a:lnTo>
                <a:lnTo>
                  <a:pt x="1828" y="34649"/>
                </a:lnTo>
                <a:lnTo>
                  <a:pt x="1828" y="34910"/>
                </a:lnTo>
                <a:lnTo>
                  <a:pt x="1828" y="35171"/>
                </a:lnTo>
                <a:lnTo>
                  <a:pt x="1828" y="35432"/>
                </a:lnTo>
                <a:lnTo>
                  <a:pt x="1892" y="35722"/>
                </a:lnTo>
                <a:lnTo>
                  <a:pt x="1892" y="36041"/>
                </a:lnTo>
                <a:lnTo>
                  <a:pt x="1892" y="36302"/>
                </a:lnTo>
                <a:lnTo>
                  <a:pt x="1892" y="36563"/>
                </a:lnTo>
                <a:lnTo>
                  <a:pt x="1956" y="36853"/>
                </a:lnTo>
                <a:lnTo>
                  <a:pt x="1956" y="37114"/>
                </a:lnTo>
                <a:lnTo>
                  <a:pt x="1956" y="37375"/>
                </a:lnTo>
                <a:lnTo>
                  <a:pt x="1956" y="37636"/>
                </a:lnTo>
                <a:lnTo>
                  <a:pt x="1956" y="37897"/>
                </a:lnTo>
                <a:lnTo>
                  <a:pt x="2053" y="38158"/>
                </a:lnTo>
                <a:lnTo>
                  <a:pt x="2053" y="38448"/>
                </a:lnTo>
                <a:lnTo>
                  <a:pt x="2053" y="38709"/>
                </a:lnTo>
                <a:lnTo>
                  <a:pt x="2053" y="38970"/>
                </a:lnTo>
                <a:lnTo>
                  <a:pt x="2117" y="39230"/>
                </a:lnTo>
                <a:lnTo>
                  <a:pt x="2117" y="39491"/>
                </a:lnTo>
                <a:lnTo>
                  <a:pt x="2117" y="39752"/>
                </a:lnTo>
                <a:lnTo>
                  <a:pt x="2117" y="39955"/>
                </a:lnTo>
                <a:lnTo>
                  <a:pt x="2117" y="40216"/>
                </a:lnTo>
                <a:lnTo>
                  <a:pt x="2181" y="40506"/>
                </a:lnTo>
                <a:lnTo>
                  <a:pt x="2181" y="40767"/>
                </a:lnTo>
                <a:lnTo>
                  <a:pt x="2181" y="41028"/>
                </a:lnTo>
                <a:lnTo>
                  <a:pt x="2181" y="41289"/>
                </a:lnTo>
                <a:lnTo>
                  <a:pt x="2277" y="41550"/>
                </a:lnTo>
                <a:lnTo>
                  <a:pt x="2277" y="41840"/>
                </a:lnTo>
                <a:lnTo>
                  <a:pt x="2277" y="42014"/>
                </a:lnTo>
                <a:lnTo>
                  <a:pt x="2277" y="42304"/>
                </a:lnTo>
                <a:lnTo>
                  <a:pt x="2277" y="42565"/>
                </a:lnTo>
                <a:lnTo>
                  <a:pt x="2341" y="42826"/>
                </a:lnTo>
                <a:lnTo>
                  <a:pt x="2341" y="43087"/>
                </a:lnTo>
                <a:lnTo>
                  <a:pt x="2341" y="43290"/>
                </a:lnTo>
                <a:lnTo>
                  <a:pt x="2341" y="43551"/>
                </a:lnTo>
                <a:lnTo>
                  <a:pt x="2341" y="43812"/>
                </a:lnTo>
                <a:lnTo>
                  <a:pt x="2406" y="44073"/>
                </a:lnTo>
                <a:lnTo>
                  <a:pt x="2406" y="44276"/>
                </a:lnTo>
                <a:lnTo>
                  <a:pt x="2406" y="44566"/>
                </a:lnTo>
                <a:lnTo>
                  <a:pt x="2406" y="44827"/>
                </a:lnTo>
                <a:lnTo>
                  <a:pt x="2470" y="45088"/>
                </a:lnTo>
                <a:lnTo>
                  <a:pt x="2470" y="45291"/>
                </a:lnTo>
                <a:lnTo>
                  <a:pt x="2470" y="45552"/>
                </a:lnTo>
                <a:lnTo>
                  <a:pt x="2470" y="45812"/>
                </a:lnTo>
                <a:lnTo>
                  <a:pt x="2470" y="46015"/>
                </a:lnTo>
                <a:lnTo>
                  <a:pt x="2566" y="46276"/>
                </a:lnTo>
                <a:lnTo>
                  <a:pt x="2566" y="46537"/>
                </a:lnTo>
                <a:lnTo>
                  <a:pt x="2566" y="46740"/>
                </a:lnTo>
                <a:lnTo>
                  <a:pt x="2566" y="47001"/>
                </a:lnTo>
                <a:lnTo>
                  <a:pt x="2630" y="47204"/>
                </a:lnTo>
                <a:lnTo>
                  <a:pt x="2630" y="47465"/>
                </a:lnTo>
                <a:lnTo>
                  <a:pt x="2630" y="47755"/>
                </a:lnTo>
                <a:lnTo>
                  <a:pt x="2630" y="47958"/>
                </a:lnTo>
                <a:lnTo>
                  <a:pt x="2630" y="48219"/>
                </a:lnTo>
                <a:lnTo>
                  <a:pt x="2694" y="48422"/>
                </a:lnTo>
                <a:lnTo>
                  <a:pt x="2694" y="48683"/>
                </a:lnTo>
                <a:lnTo>
                  <a:pt x="2694" y="48886"/>
                </a:lnTo>
                <a:lnTo>
                  <a:pt x="2694" y="49147"/>
                </a:lnTo>
                <a:lnTo>
                  <a:pt x="2790" y="49350"/>
                </a:lnTo>
                <a:lnTo>
                  <a:pt x="2790" y="49611"/>
                </a:lnTo>
                <a:lnTo>
                  <a:pt x="2790" y="49814"/>
                </a:lnTo>
                <a:lnTo>
                  <a:pt x="2790" y="50075"/>
                </a:lnTo>
                <a:lnTo>
                  <a:pt x="2790" y="50272"/>
                </a:lnTo>
                <a:lnTo>
                  <a:pt x="2855" y="50536"/>
                </a:lnTo>
                <a:lnTo>
                  <a:pt x="2855" y="50736"/>
                </a:lnTo>
                <a:lnTo>
                  <a:pt x="2855" y="51003"/>
                </a:lnTo>
                <a:lnTo>
                  <a:pt x="2855" y="51203"/>
                </a:lnTo>
                <a:lnTo>
                  <a:pt x="2919" y="51403"/>
                </a:lnTo>
                <a:lnTo>
                  <a:pt x="2919" y="51667"/>
                </a:lnTo>
                <a:lnTo>
                  <a:pt x="2919" y="51867"/>
                </a:lnTo>
                <a:lnTo>
                  <a:pt x="2919" y="52134"/>
                </a:lnTo>
                <a:lnTo>
                  <a:pt x="2919" y="52334"/>
                </a:lnTo>
                <a:lnTo>
                  <a:pt x="2983" y="52531"/>
                </a:lnTo>
                <a:lnTo>
                  <a:pt x="2983" y="52798"/>
                </a:lnTo>
                <a:lnTo>
                  <a:pt x="2983" y="52998"/>
                </a:lnTo>
                <a:lnTo>
                  <a:pt x="2983" y="53198"/>
                </a:lnTo>
                <a:lnTo>
                  <a:pt x="3079" y="53464"/>
                </a:lnTo>
                <a:lnTo>
                  <a:pt x="3079" y="53662"/>
                </a:lnTo>
                <a:lnTo>
                  <a:pt x="3079" y="53862"/>
                </a:lnTo>
                <a:lnTo>
                  <a:pt x="3079" y="54128"/>
                </a:lnTo>
                <a:lnTo>
                  <a:pt x="3079" y="54328"/>
                </a:lnTo>
                <a:lnTo>
                  <a:pt x="3143" y="54526"/>
                </a:lnTo>
                <a:lnTo>
                  <a:pt x="3143" y="54726"/>
                </a:lnTo>
                <a:lnTo>
                  <a:pt x="3143" y="54992"/>
                </a:lnTo>
                <a:lnTo>
                  <a:pt x="3143" y="55193"/>
                </a:lnTo>
                <a:lnTo>
                  <a:pt x="3143" y="55393"/>
                </a:lnTo>
                <a:lnTo>
                  <a:pt x="3208" y="55590"/>
                </a:lnTo>
                <a:lnTo>
                  <a:pt x="3208" y="55790"/>
                </a:lnTo>
                <a:lnTo>
                  <a:pt x="3208" y="560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055242" y="3789620"/>
            <a:ext cx="3208" cy="26931"/>
          </a:xfrm>
          <a:custGeom>
            <a:avLst/>
            <a:gdLst/>
            <a:ahLst/>
            <a:cxnLst/>
            <a:rect l="l" t="t" r="r" b="b"/>
            <a:pathLst>
              <a:path w="3208" h="26931">
                <a:moveTo>
                  <a:pt x="0" y="0"/>
                </a:moveTo>
                <a:lnTo>
                  <a:pt x="0" y="200"/>
                </a:lnTo>
                <a:lnTo>
                  <a:pt x="64" y="400"/>
                </a:lnTo>
                <a:lnTo>
                  <a:pt x="64" y="597"/>
                </a:lnTo>
                <a:lnTo>
                  <a:pt x="64" y="797"/>
                </a:lnTo>
                <a:lnTo>
                  <a:pt x="64" y="997"/>
                </a:lnTo>
                <a:lnTo>
                  <a:pt x="64" y="1197"/>
                </a:lnTo>
                <a:lnTo>
                  <a:pt x="160" y="1397"/>
                </a:lnTo>
                <a:lnTo>
                  <a:pt x="160" y="1661"/>
                </a:lnTo>
                <a:lnTo>
                  <a:pt x="160" y="1861"/>
                </a:lnTo>
                <a:lnTo>
                  <a:pt x="160" y="2061"/>
                </a:lnTo>
                <a:lnTo>
                  <a:pt x="224" y="2261"/>
                </a:lnTo>
                <a:lnTo>
                  <a:pt x="224" y="2458"/>
                </a:lnTo>
                <a:lnTo>
                  <a:pt x="224" y="2658"/>
                </a:lnTo>
                <a:lnTo>
                  <a:pt x="224" y="2858"/>
                </a:lnTo>
                <a:lnTo>
                  <a:pt x="224" y="3059"/>
                </a:lnTo>
                <a:lnTo>
                  <a:pt x="288" y="3259"/>
                </a:lnTo>
                <a:lnTo>
                  <a:pt x="288" y="3456"/>
                </a:lnTo>
                <a:lnTo>
                  <a:pt x="288" y="3656"/>
                </a:lnTo>
                <a:lnTo>
                  <a:pt x="288" y="3856"/>
                </a:lnTo>
                <a:lnTo>
                  <a:pt x="384" y="4056"/>
                </a:lnTo>
                <a:lnTo>
                  <a:pt x="384" y="4256"/>
                </a:lnTo>
                <a:lnTo>
                  <a:pt x="384" y="4453"/>
                </a:lnTo>
                <a:lnTo>
                  <a:pt x="384" y="4587"/>
                </a:lnTo>
                <a:lnTo>
                  <a:pt x="384" y="4787"/>
                </a:lnTo>
                <a:lnTo>
                  <a:pt x="449" y="4987"/>
                </a:lnTo>
                <a:lnTo>
                  <a:pt x="449" y="5187"/>
                </a:lnTo>
                <a:lnTo>
                  <a:pt x="449" y="5387"/>
                </a:lnTo>
                <a:lnTo>
                  <a:pt x="449" y="5584"/>
                </a:lnTo>
                <a:lnTo>
                  <a:pt x="513" y="5784"/>
                </a:lnTo>
                <a:lnTo>
                  <a:pt x="513" y="5984"/>
                </a:lnTo>
                <a:lnTo>
                  <a:pt x="513" y="6118"/>
                </a:lnTo>
                <a:lnTo>
                  <a:pt x="513" y="6318"/>
                </a:lnTo>
                <a:lnTo>
                  <a:pt x="513" y="6515"/>
                </a:lnTo>
                <a:lnTo>
                  <a:pt x="577" y="6715"/>
                </a:lnTo>
                <a:lnTo>
                  <a:pt x="577" y="6915"/>
                </a:lnTo>
                <a:lnTo>
                  <a:pt x="577" y="7048"/>
                </a:lnTo>
                <a:lnTo>
                  <a:pt x="577" y="7248"/>
                </a:lnTo>
                <a:lnTo>
                  <a:pt x="673" y="7446"/>
                </a:lnTo>
                <a:lnTo>
                  <a:pt x="673" y="7646"/>
                </a:lnTo>
                <a:lnTo>
                  <a:pt x="673" y="7779"/>
                </a:lnTo>
                <a:lnTo>
                  <a:pt x="673" y="7979"/>
                </a:lnTo>
                <a:lnTo>
                  <a:pt x="673" y="8179"/>
                </a:lnTo>
                <a:lnTo>
                  <a:pt x="737" y="8313"/>
                </a:lnTo>
                <a:lnTo>
                  <a:pt x="737" y="8510"/>
                </a:lnTo>
                <a:lnTo>
                  <a:pt x="737" y="8710"/>
                </a:lnTo>
                <a:lnTo>
                  <a:pt x="737" y="8843"/>
                </a:lnTo>
                <a:lnTo>
                  <a:pt x="737" y="9043"/>
                </a:lnTo>
                <a:lnTo>
                  <a:pt x="802" y="9243"/>
                </a:lnTo>
                <a:lnTo>
                  <a:pt x="802" y="9377"/>
                </a:lnTo>
                <a:lnTo>
                  <a:pt x="802" y="9574"/>
                </a:lnTo>
                <a:lnTo>
                  <a:pt x="802" y="9774"/>
                </a:lnTo>
                <a:lnTo>
                  <a:pt x="866" y="9907"/>
                </a:lnTo>
                <a:lnTo>
                  <a:pt x="866" y="10107"/>
                </a:lnTo>
                <a:lnTo>
                  <a:pt x="866" y="10241"/>
                </a:lnTo>
                <a:lnTo>
                  <a:pt x="866" y="10438"/>
                </a:lnTo>
                <a:lnTo>
                  <a:pt x="866" y="10571"/>
                </a:lnTo>
                <a:lnTo>
                  <a:pt x="962" y="10771"/>
                </a:lnTo>
                <a:lnTo>
                  <a:pt x="962" y="10971"/>
                </a:lnTo>
                <a:lnTo>
                  <a:pt x="962" y="11105"/>
                </a:lnTo>
                <a:lnTo>
                  <a:pt x="962" y="11305"/>
                </a:lnTo>
                <a:lnTo>
                  <a:pt x="1026" y="11435"/>
                </a:lnTo>
                <a:lnTo>
                  <a:pt x="1026" y="11569"/>
                </a:lnTo>
                <a:lnTo>
                  <a:pt x="1026" y="11769"/>
                </a:lnTo>
                <a:lnTo>
                  <a:pt x="1026" y="11902"/>
                </a:lnTo>
                <a:lnTo>
                  <a:pt x="1026" y="12102"/>
                </a:lnTo>
                <a:lnTo>
                  <a:pt x="1090" y="12236"/>
                </a:lnTo>
                <a:lnTo>
                  <a:pt x="1090" y="12433"/>
                </a:lnTo>
                <a:lnTo>
                  <a:pt x="1090" y="12566"/>
                </a:lnTo>
                <a:lnTo>
                  <a:pt x="1090" y="12700"/>
                </a:lnTo>
                <a:lnTo>
                  <a:pt x="1186" y="12900"/>
                </a:lnTo>
                <a:lnTo>
                  <a:pt x="1186" y="13033"/>
                </a:lnTo>
                <a:lnTo>
                  <a:pt x="1186" y="13233"/>
                </a:lnTo>
                <a:lnTo>
                  <a:pt x="1186" y="13366"/>
                </a:lnTo>
                <a:lnTo>
                  <a:pt x="1186" y="13497"/>
                </a:lnTo>
                <a:lnTo>
                  <a:pt x="1251" y="13697"/>
                </a:lnTo>
                <a:lnTo>
                  <a:pt x="1251" y="13830"/>
                </a:lnTo>
                <a:lnTo>
                  <a:pt x="1251" y="13964"/>
                </a:lnTo>
                <a:lnTo>
                  <a:pt x="1251" y="14164"/>
                </a:lnTo>
                <a:lnTo>
                  <a:pt x="1315" y="14297"/>
                </a:lnTo>
                <a:lnTo>
                  <a:pt x="1315" y="14428"/>
                </a:lnTo>
                <a:lnTo>
                  <a:pt x="1315" y="14561"/>
                </a:lnTo>
                <a:lnTo>
                  <a:pt x="1315" y="14761"/>
                </a:lnTo>
                <a:lnTo>
                  <a:pt x="1315" y="14895"/>
                </a:lnTo>
                <a:lnTo>
                  <a:pt x="1379" y="15028"/>
                </a:lnTo>
                <a:lnTo>
                  <a:pt x="1379" y="15161"/>
                </a:lnTo>
                <a:lnTo>
                  <a:pt x="1379" y="15295"/>
                </a:lnTo>
                <a:lnTo>
                  <a:pt x="1379" y="15492"/>
                </a:lnTo>
                <a:lnTo>
                  <a:pt x="1475" y="15625"/>
                </a:lnTo>
                <a:lnTo>
                  <a:pt x="1475" y="15759"/>
                </a:lnTo>
                <a:lnTo>
                  <a:pt x="1475" y="15892"/>
                </a:lnTo>
                <a:lnTo>
                  <a:pt x="1475" y="16025"/>
                </a:lnTo>
                <a:lnTo>
                  <a:pt x="1475" y="16159"/>
                </a:lnTo>
                <a:lnTo>
                  <a:pt x="1539" y="16359"/>
                </a:lnTo>
                <a:lnTo>
                  <a:pt x="1539" y="16489"/>
                </a:lnTo>
                <a:lnTo>
                  <a:pt x="1539" y="16623"/>
                </a:lnTo>
                <a:lnTo>
                  <a:pt x="1539" y="16756"/>
                </a:lnTo>
                <a:lnTo>
                  <a:pt x="1539" y="16889"/>
                </a:lnTo>
                <a:lnTo>
                  <a:pt x="1604" y="17023"/>
                </a:lnTo>
                <a:lnTo>
                  <a:pt x="1604" y="17156"/>
                </a:lnTo>
                <a:lnTo>
                  <a:pt x="1604" y="17290"/>
                </a:lnTo>
                <a:lnTo>
                  <a:pt x="1604" y="17420"/>
                </a:lnTo>
                <a:lnTo>
                  <a:pt x="1700" y="17553"/>
                </a:lnTo>
                <a:lnTo>
                  <a:pt x="1700" y="17687"/>
                </a:lnTo>
                <a:lnTo>
                  <a:pt x="1700" y="17820"/>
                </a:lnTo>
                <a:lnTo>
                  <a:pt x="1700" y="17954"/>
                </a:lnTo>
                <a:lnTo>
                  <a:pt x="1700" y="18087"/>
                </a:lnTo>
                <a:lnTo>
                  <a:pt x="1764" y="18220"/>
                </a:lnTo>
                <a:lnTo>
                  <a:pt x="1764" y="18354"/>
                </a:lnTo>
                <a:lnTo>
                  <a:pt x="1764" y="18484"/>
                </a:lnTo>
                <a:lnTo>
                  <a:pt x="1764" y="18618"/>
                </a:lnTo>
                <a:lnTo>
                  <a:pt x="1828" y="18751"/>
                </a:lnTo>
                <a:lnTo>
                  <a:pt x="1828" y="18884"/>
                </a:lnTo>
                <a:lnTo>
                  <a:pt x="1828" y="19018"/>
                </a:lnTo>
                <a:lnTo>
                  <a:pt x="1828" y="19218"/>
                </a:lnTo>
                <a:lnTo>
                  <a:pt x="1892" y="19351"/>
                </a:lnTo>
                <a:lnTo>
                  <a:pt x="1892" y="19482"/>
                </a:lnTo>
                <a:lnTo>
                  <a:pt x="1892" y="19615"/>
                </a:lnTo>
                <a:lnTo>
                  <a:pt x="1892" y="19748"/>
                </a:lnTo>
                <a:lnTo>
                  <a:pt x="1988" y="19882"/>
                </a:lnTo>
                <a:lnTo>
                  <a:pt x="1988" y="20082"/>
                </a:lnTo>
                <a:lnTo>
                  <a:pt x="1988" y="20215"/>
                </a:lnTo>
                <a:lnTo>
                  <a:pt x="1988" y="20349"/>
                </a:lnTo>
                <a:lnTo>
                  <a:pt x="2053" y="20546"/>
                </a:lnTo>
                <a:lnTo>
                  <a:pt x="2053" y="20679"/>
                </a:lnTo>
                <a:lnTo>
                  <a:pt x="2053" y="20813"/>
                </a:lnTo>
                <a:lnTo>
                  <a:pt x="2117" y="21013"/>
                </a:lnTo>
                <a:lnTo>
                  <a:pt x="2117" y="21146"/>
                </a:lnTo>
                <a:lnTo>
                  <a:pt x="2117" y="21346"/>
                </a:lnTo>
                <a:lnTo>
                  <a:pt x="2181" y="21477"/>
                </a:lnTo>
                <a:lnTo>
                  <a:pt x="2181" y="21677"/>
                </a:lnTo>
                <a:lnTo>
                  <a:pt x="2181" y="21810"/>
                </a:lnTo>
                <a:lnTo>
                  <a:pt x="2277" y="22010"/>
                </a:lnTo>
                <a:lnTo>
                  <a:pt x="2277" y="22210"/>
                </a:lnTo>
                <a:lnTo>
                  <a:pt x="2341" y="22407"/>
                </a:lnTo>
                <a:lnTo>
                  <a:pt x="2341" y="22541"/>
                </a:lnTo>
                <a:lnTo>
                  <a:pt x="2341" y="22741"/>
                </a:lnTo>
                <a:lnTo>
                  <a:pt x="2406" y="22941"/>
                </a:lnTo>
                <a:lnTo>
                  <a:pt x="2406" y="23074"/>
                </a:lnTo>
                <a:lnTo>
                  <a:pt x="2406" y="23208"/>
                </a:lnTo>
                <a:lnTo>
                  <a:pt x="2502" y="23405"/>
                </a:lnTo>
                <a:lnTo>
                  <a:pt x="2502" y="23605"/>
                </a:lnTo>
                <a:lnTo>
                  <a:pt x="2566" y="23738"/>
                </a:lnTo>
                <a:lnTo>
                  <a:pt x="2566" y="23872"/>
                </a:lnTo>
                <a:lnTo>
                  <a:pt x="2566" y="24005"/>
                </a:lnTo>
                <a:lnTo>
                  <a:pt x="2630" y="24138"/>
                </a:lnTo>
                <a:lnTo>
                  <a:pt x="2630" y="24272"/>
                </a:lnTo>
                <a:lnTo>
                  <a:pt x="2630" y="24402"/>
                </a:lnTo>
                <a:lnTo>
                  <a:pt x="2694" y="24536"/>
                </a:lnTo>
                <a:lnTo>
                  <a:pt x="2694" y="24669"/>
                </a:lnTo>
                <a:lnTo>
                  <a:pt x="2694" y="24802"/>
                </a:lnTo>
                <a:lnTo>
                  <a:pt x="2790" y="24936"/>
                </a:lnTo>
                <a:lnTo>
                  <a:pt x="2790" y="25069"/>
                </a:lnTo>
                <a:lnTo>
                  <a:pt x="2790" y="25202"/>
                </a:lnTo>
                <a:lnTo>
                  <a:pt x="2855" y="25336"/>
                </a:lnTo>
                <a:lnTo>
                  <a:pt x="2855" y="25466"/>
                </a:lnTo>
                <a:lnTo>
                  <a:pt x="2919" y="25600"/>
                </a:lnTo>
                <a:lnTo>
                  <a:pt x="2919" y="25733"/>
                </a:lnTo>
                <a:lnTo>
                  <a:pt x="2919" y="25866"/>
                </a:lnTo>
                <a:lnTo>
                  <a:pt x="3015" y="26000"/>
                </a:lnTo>
                <a:lnTo>
                  <a:pt x="3015" y="26133"/>
                </a:lnTo>
                <a:lnTo>
                  <a:pt x="3079" y="26267"/>
                </a:lnTo>
                <a:lnTo>
                  <a:pt x="3079" y="26397"/>
                </a:lnTo>
                <a:lnTo>
                  <a:pt x="3143" y="26530"/>
                </a:lnTo>
                <a:lnTo>
                  <a:pt x="3143" y="26664"/>
                </a:lnTo>
                <a:lnTo>
                  <a:pt x="3143" y="26797"/>
                </a:lnTo>
                <a:lnTo>
                  <a:pt x="3208" y="26931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058450" y="3813159"/>
            <a:ext cx="3240" cy="5654"/>
          </a:xfrm>
          <a:custGeom>
            <a:avLst/>
            <a:gdLst/>
            <a:ahLst/>
            <a:cxnLst/>
            <a:rect l="l" t="t" r="r" b="b"/>
            <a:pathLst>
              <a:path w="3240" h="5654">
                <a:moveTo>
                  <a:pt x="0" y="3392"/>
                </a:moveTo>
                <a:lnTo>
                  <a:pt x="0" y="3525"/>
                </a:lnTo>
                <a:lnTo>
                  <a:pt x="96" y="3659"/>
                </a:lnTo>
                <a:lnTo>
                  <a:pt x="96" y="3792"/>
                </a:lnTo>
                <a:lnTo>
                  <a:pt x="160" y="3923"/>
                </a:lnTo>
                <a:lnTo>
                  <a:pt x="224" y="4056"/>
                </a:lnTo>
                <a:lnTo>
                  <a:pt x="224" y="4189"/>
                </a:lnTo>
                <a:lnTo>
                  <a:pt x="288" y="4323"/>
                </a:lnTo>
                <a:lnTo>
                  <a:pt x="384" y="4456"/>
                </a:lnTo>
                <a:lnTo>
                  <a:pt x="384" y="4589"/>
                </a:lnTo>
                <a:lnTo>
                  <a:pt x="449" y="4723"/>
                </a:lnTo>
                <a:lnTo>
                  <a:pt x="513" y="4853"/>
                </a:lnTo>
                <a:lnTo>
                  <a:pt x="513" y="4920"/>
                </a:lnTo>
                <a:lnTo>
                  <a:pt x="609" y="5053"/>
                </a:lnTo>
                <a:lnTo>
                  <a:pt x="673" y="5187"/>
                </a:lnTo>
                <a:lnTo>
                  <a:pt x="737" y="5320"/>
                </a:lnTo>
                <a:lnTo>
                  <a:pt x="802" y="5320"/>
                </a:lnTo>
                <a:lnTo>
                  <a:pt x="898" y="5454"/>
                </a:lnTo>
                <a:lnTo>
                  <a:pt x="1026" y="5587"/>
                </a:lnTo>
                <a:lnTo>
                  <a:pt x="1186" y="5654"/>
                </a:lnTo>
                <a:lnTo>
                  <a:pt x="1315" y="5654"/>
                </a:lnTo>
                <a:lnTo>
                  <a:pt x="1411" y="5654"/>
                </a:lnTo>
                <a:lnTo>
                  <a:pt x="1475" y="5520"/>
                </a:lnTo>
                <a:lnTo>
                  <a:pt x="1604" y="5454"/>
                </a:lnTo>
                <a:lnTo>
                  <a:pt x="1700" y="5320"/>
                </a:lnTo>
                <a:lnTo>
                  <a:pt x="1764" y="5187"/>
                </a:lnTo>
                <a:lnTo>
                  <a:pt x="1828" y="5053"/>
                </a:lnTo>
                <a:lnTo>
                  <a:pt x="1924" y="4920"/>
                </a:lnTo>
                <a:lnTo>
                  <a:pt x="1988" y="4790"/>
                </a:lnTo>
                <a:lnTo>
                  <a:pt x="2053" y="4656"/>
                </a:lnTo>
                <a:lnTo>
                  <a:pt x="2117" y="4523"/>
                </a:lnTo>
                <a:lnTo>
                  <a:pt x="2117" y="4389"/>
                </a:lnTo>
                <a:lnTo>
                  <a:pt x="2213" y="4256"/>
                </a:lnTo>
                <a:lnTo>
                  <a:pt x="2277" y="4123"/>
                </a:lnTo>
                <a:lnTo>
                  <a:pt x="2277" y="3989"/>
                </a:lnTo>
                <a:lnTo>
                  <a:pt x="2341" y="3856"/>
                </a:lnTo>
                <a:lnTo>
                  <a:pt x="2341" y="3725"/>
                </a:lnTo>
                <a:lnTo>
                  <a:pt x="2406" y="3592"/>
                </a:lnTo>
                <a:lnTo>
                  <a:pt x="2406" y="3459"/>
                </a:lnTo>
                <a:lnTo>
                  <a:pt x="2502" y="3325"/>
                </a:lnTo>
                <a:lnTo>
                  <a:pt x="2502" y="3192"/>
                </a:lnTo>
                <a:lnTo>
                  <a:pt x="2566" y="3059"/>
                </a:lnTo>
                <a:lnTo>
                  <a:pt x="2566" y="2925"/>
                </a:lnTo>
                <a:lnTo>
                  <a:pt x="2630" y="2795"/>
                </a:lnTo>
                <a:lnTo>
                  <a:pt x="2630" y="2661"/>
                </a:lnTo>
                <a:lnTo>
                  <a:pt x="2726" y="2528"/>
                </a:lnTo>
                <a:lnTo>
                  <a:pt x="2726" y="2395"/>
                </a:lnTo>
                <a:lnTo>
                  <a:pt x="2790" y="2261"/>
                </a:lnTo>
                <a:lnTo>
                  <a:pt x="2790" y="2128"/>
                </a:lnTo>
                <a:lnTo>
                  <a:pt x="2790" y="1994"/>
                </a:lnTo>
                <a:lnTo>
                  <a:pt x="2855" y="1797"/>
                </a:lnTo>
                <a:lnTo>
                  <a:pt x="2855" y="1664"/>
                </a:lnTo>
                <a:lnTo>
                  <a:pt x="2919" y="1530"/>
                </a:lnTo>
                <a:lnTo>
                  <a:pt x="2919" y="1330"/>
                </a:lnTo>
                <a:lnTo>
                  <a:pt x="3015" y="1197"/>
                </a:lnTo>
                <a:lnTo>
                  <a:pt x="3015" y="997"/>
                </a:lnTo>
                <a:lnTo>
                  <a:pt x="3079" y="864"/>
                </a:lnTo>
                <a:lnTo>
                  <a:pt x="3079" y="666"/>
                </a:lnTo>
                <a:lnTo>
                  <a:pt x="3079" y="533"/>
                </a:lnTo>
                <a:lnTo>
                  <a:pt x="3143" y="400"/>
                </a:lnTo>
                <a:lnTo>
                  <a:pt x="3143" y="266"/>
                </a:lnTo>
                <a:lnTo>
                  <a:pt x="3143" y="133"/>
                </a:lnTo>
                <a:lnTo>
                  <a:pt x="3240" y="0"/>
                </a:lnTo>
              </a:path>
            </a:pathLst>
          </a:custGeom>
          <a:ln w="4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061691" y="3780855"/>
            <a:ext cx="3111" cy="32303"/>
          </a:xfrm>
          <a:custGeom>
            <a:avLst/>
            <a:gdLst/>
            <a:ahLst/>
            <a:cxnLst/>
            <a:rect l="l" t="t" r="r" b="b"/>
            <a:pathLst>
              <a:path w="3111" h="32303">
                <a:moveTo>
                  <a:pt x="0" y="32303"/>
                </a:moveTo>
                <a:lnTo>
                  <a:pt x="0" y="32170"/>
                </a:lnTo>
                <a:lnTo>
                  <a:pt x="0" y="31973"/>
                </a:lnTo>
                <a:lnTo>
                  <a:pt x="64" y="31840"/>
                </a:lnTo>
                <a:lnTo>
                  <a:pt x="64" y="31706"/>
                </a:lnTo>
                <a:lnTo>
                  <a:pt x="64" y="31506"/>
                </a:lnTo>
                <a:lnTo>
                  <a:pt x="128" y="31306"/>
                </a:lnTo>
                <a:lnTo>
                  <a:pt x="128" y="31109"/>
                </a:lnTo>
                <a:lnTo>
                  <a:pt x="192" y="30909"/>
                </a:lnTo>
                <a:lnTo>
                  <a:pt x="192" y="30709"/>
                </a:lnTo>
                <a:lnTo>
                  <a:pt x="192" y="30575"/>
                </a:lnTo>
                <a:lnTo>
                  <a:pt x="288" y="30375"/>
                </a:lnTo>
                <a:lnTo>
                  <a:pt x="288" y="30175"/>
                </a:lnTo>
                <a:lnTo>
                  <a:pt x="352" y="30045"/>
                </a:lnTo>
                <a:lnTo>
                  <a:pt x="352" y="29845"/>
                </a:lnTo>
                <a:lnTo>
                  <a:pt x="352" y="29645"/>
                </a:lnTo>
                <a:lnTo>
                  <a:pt x="417" y="29511"/>
                </a:lnTo>
                <a:lnTo>
                  <a:pt x="417" y="29311"/>
                </a:lnTo>
                <a:lnTo>
                  <a:pt x="417" y="29178"/>
                </a:lnTo>
                <a:lnTo>
                  <a:pt x="481" y="29047"/>
                </a:lnTo>
                <a:lnTo>
                  <a:pt x="481" y="28847"/>
                </a:lnTo>
                <a:lnTo>
                  <a:pt x="481" y="28714"/>
                </a:lnTo>
                <a:lnTo>
                  <a:pt x="481" y="28580"/>
                </a:lnTo>
                <a:lnTo>
                  <a:pt x="577" y="28380"/>
                </a:lnTo>
                <a:lnTo>
                  <a:pt x="577" y="28247"/>
                </a:lnTo>
                <a:lnTo>
                  <a:pt x="577" y="28116"/>
                </a:lnTo>
                <a:lnTo>
                  <a:pt x="641" y="27983"/>
                </a:lnTo>
                <a:lnTo>
                  <a:pt x="641" y="27783"/>
                </a:lnTo>
                <a:lnTo>
                  <a:pt x="641" y="27650"/>
                </a:lnTo>
                <a:lnTo>
                  <a:pt x="641" y="27516"/>
                </a:lnTo>
                <a:lnTo>
                  <a:pt x="705" y="27383"/>
                </a:lnTo>
                <a:lnTo>
                  <a:pt x="705" y="27250"/>
                </a:lnTo>
                <a:lnTo>
                  <a:pt x="705" y="27119"/>
                </a:lnTo>
                <a:lnTo>
                  <a:pt x="705" y="26919"/>
                </a:lnTo>
                <a:lnTo>
                  <a:pt x="802" y="26786"/>
                </a:lnTo>
                <a:lnTo>
                  <a:pt x="802" y="26652"/>
                </a:lnTo>
                <a:lnTo>
                  <a:pt x="802" y="26519"/>
                </a:lnTo>
                <a:lnTo>
                  <a:pt x="802" y="26385"/>
                </a:lnTo>
                <a:lnTo>
                  <a:pt x="866" y="26252"/>
                </a:lnTo>
                <a:lnTo>
                  <a:pt x="866" y="26119"/>
                </a:lnTo>
                <a:lnTo>
                  <a:pt x="866" y="25988"/>
                </a:lnTo>
                <a:lnTo>
                  <a:pt x="866" y="25855"/>
                </a:lnTo>
                <a:lnTo>
                  <a:pt x="866" y="25721"/>
                </a:lnTo>
                <a:lnTo>
                  <a:pt x="930" y="25588"/>
                </a:lnTo>
                <a:lnTo>
                  <a:pt x="930" y="25455"/>
                </a:lnTo>
                <a:lnTo>
                  <a:pt x="930" y="25321"/>
                </a:lnTo>
                <a:lnTo>
                  <a:pt x="930" y="25188"/>
                </a:lnTo>
                <a:lnTo>
                  <a:pt x="994" y="25057"/>
                </a:lnTo>
                <a:lnTo>
                  <a:pt x="994" y="24924"/>
                </a:lnTo>
                <a:lnTo>
                  <a:pt x="994" y="24791"/>
                </a:lnTo>
                <a:lnTo>
                  <a:pt x="994" y="24591"/>
                </a:lnTo>
                <a:lnTo>
                  <a:pt x="994" y="24457"/>
                </a:lnTo>
                <a:lnTo>
                  <a:pt x="1090" y="24324"/>
                </a:lnTo>
                <a:lnTo>
                  <a:pt x="1090" y="24190"/>
                </a:lnTo>
                <a:lnTo>
                  <a:pt x="1090" y="24060"/>
                </a:lnTo>
                <a:lnTo>
                  <a:pt x="1090" y="23927"/>
                </a:lnTo>
                <a:lnTo>
                  <a:pt x="1154" y="23793"/>
                </a:lnTo>
                <a:lnTo>
                  <a:pt x="1154" y="23593"/>
                </a:lnTo>
                <a:lnTo>
                  <a:pt x="1154" y="23460"/>
                </a:lnTo>
                <a:lnTo>
                  <a:pt x="1154" y="23326"/>
                </a:lnTo>
                <a:lnTo>
                  <a:pt x="1154" y="23193"/>
                </a:lnTo>
                <a:lnTo>
                  <a:pt x="1219" y="23063"/>
                </a:lnTo>
                <a:lnTo>
                  <a:pt x="1219" y="22862"/>
                </a:lnTo>
                <a:lnTo>
                  <a:pt x="1219" y="22729"/>
                </a:lnTo>
                <a:lnTo>
                  <a:pt x="1219" y="22596"/>
                </a:lnTo>
                <a:lnTo>
                  <a:pt x="1283" y="22462"/>
                </a:lnTo>
                <a:lnTo>
                  <a:pt x="1283" y="22262"/>
                </a:lnTo>
                <a:lnTo>
                  <a:pt x="1283" y="22132"/>
                </a:lnTo>
                <a:lnTo>
                  <a:pt x="1283" y="21998"/>
                </a:lnTo>
                <a:lnTo>
                  <a:pt x="1283" y="21865"/>
                </a:lnTo>
                <a:lnTo>
                  <a:pt x="1379" y="21665"/>
                </a:lnTo>
                <a:lnTo>
                  <a:pt x="1379" y="21532"/>
                </a:lnTo>
                <a:lnTo>
                  <a:pt x="1379" y="21398"/>
                </a:lnTo>
                <a:lnTo>
                  <a:pt x="1379" y="21198"/>
                </a:lnTo>
                <a:lnTo>
                  <a:pt x="1443" y="21068"/>
                </a:lnTo>
                <a:lnTo>
                  <a:pt x="1443" y="20934"/>
                </a:lnTo>
                <a:lnTo>
                  <a:pt x="1443" y="20734"/>
                </a:lnTo>
                <a:lnTo>
                  <a:pt x="1443" y="20601"/>
                </a:lnTo>
                <a:lnTo>
                  <a:pt x="1443" y="20401"/>
                </a:lnTo>
                <a:lnTo>
                  <a:pt x="1507" y="20267"/>
                </a:lnTo>
                <a:lnTo>
                  <a:pt x="1507" y="20137"/>
                </a:lnTo>
                <a:lnTo>
                  <a:pt x="1507" y="19937"/>
                </a:lnTo>
                <a:lnTo>
                  <a:pt x="1507" y="19803"/>
                </a:lnTo>
                <a:lnTo>
                  <a:pt x="1507" y="19603"/>
                </a:lnTo>
                <a:lnTo>
                  <a:pt x="1604" y="19470"/>
                </a:lnTo>
                <a:lnTo>
                  <a:pt x="1604" y="19270"/>
                </a:lnTo>
                <a:lnTo>
                  <a:pt x="1604" y="19139"/>
                </a:lnTo>
                <a:lnTo>
                  <a:pt x="1604" y="18939"/>
                </a:lnTo>
                <a:lnTo>
                  <a:pt x="1668" y="18806"/>
                </a:lnTo>
                <a:lnTo>
                  <a:pt x="1668" y="18606"/>
                </a:lnTo>
                <a:lnTo>
                  <a:pt x="1668" y="18473"/>
                </a:lnTo>
                <a:lnTo>
                  <a:pt x="1668" y="18272"/>
                </a:lnTo>
                <a:lnTo>
                  <a:pt x="1668" y="18142"/>
                </a:lnTo>
                <a:lnTo>
                  <a:pt x="1732" y="17942"/>
                </a:lnTo>
                <a:lnTo>
                  <a:pt x="1732" y="17809"/>
                </a:lnTo>
                <a:lnTo>
                  <a:pt x="1732" y="17608"/>
                </a:lnTo>
                <a:lnTo>
                  <a:pt x="1732" y="17475"/>
                </a:lnTo>
                <a:lnTo>
                  <a:pt x="1796" y="17275"/>
                </a:lnTo>
                <a:lnTo>
                  <a:pt x="1796" y="17078"/>
                </a:lnTo>
                <a:lnTo>
                  <a:pt x="1796" y="16945"/>
                </a:lnTo>
                <a:lnTo>
                  <a:pt x="1796" y="16744"/>
                </a:lnTo>
                <a:lnTo>
                  <a:pt x="1796" y="16611"/>
                </a:lnTo>
                <a:lnTo>
                  <a:pt x="1892" y="16411"/>
                </a:lnTo>
                <a:lnTo>
                  <a:pt x="1892" y="16211"/>
                </a:lnTo>
                <a:lnTo>
                  <a:pt x="1892" y="16080"/>
                </a:lnTo>
                <a:lnTo>
                  <a:pt x="1892" y="15880"/>
                </a:lnTo>
                <a:lnTo>
                  <a:pt x="1956" y="15680"/>
                </a:lnTo>
                <a:lnTo>
                  <a:pt x="1956" y="15547"/>
                </a:lnTo>
                <a:lnTo>
                  <a:pt x="1956" y="15347"/>
                </a:lnTo>
                <a:lnTo>
                  <a:pt x="1956" y="15150"/>
                </a:lnTo>
                <a:lnTo>
                  <a:pt x="1956" y="14950"/>
                </a:lnTo>
                <a:lnTo>
                  <a:pt x="2021" y="14816"/>
                </a:lnTo>
                <a:lnTo>
                  <a:pt x="2021" y="14616"/>
                </a:lnTo>
                <a:lnTo>
                  <a:pt x="2021" y="14416"/>
                </a:lnTo>
                <a:lnTo>
                  <a:pt x="2021" y="14216"/>
                </a:lnTo>
                <a:lnTo>
                  <a:pt x="2117" y="14086"/>
                </a:lnTo>
                <a:lnTo>
                  <a:pt x="2117" y="13885"/>
                </a:lnTo>
                <a:lnTo>
                  <a:pt x="2117" y="13685"/>
                </a:lnTo>
                <a:lnTo>
                  <a:pt x="2117" y="13485"/>
                </a:lnTo>
                <a:lnTo>
                  <a:pt x="2117" y="13285"/>
                </a:lnTo>
                <a:lnTo>
                  <a:pt x="2181" y="13155"/>
                </a:lnTo>
                <a:lnTo>
                  <a:pt x="2181" y="12955"/>
                </a:lnTo>
                <a:lnTo>
                  <a:pt x="2181" y="12755"/>
                </a:lnTo>
                <a:lnTo>
                  <a:pt x="2181" y="12555"/>
                </a:lnTo>
                <a:lnTo>
                  <a:pt x="2245" y="12355"/>
                </a:lnTo>
                <a:lnTo>
                  <a:pt x="2245" y="12157"/>
                </a:lnTo>
                <a:lnTo>
                  <a:pt x="2245" y="11957"/>
                </a:lnTo>
                <a:lnTo>
                  <a:pt x="2245" y="11824"/>
                </a:lnTo>
                <a:lnTo>
                  <a:pt x="2245" y="11624"/>
                </a:lnTo>
                <a:lnTo>
                  <a:pt x="2309" y="11424"/>
                </a:lnTo>
                <a:lnTo>
                  <a:pt x="2309" y="11224"/>
                </a:lnTo>
                <a:lnTo>
                  <a:pt x="2309" y="11027"/>
                </a:lnTo>
                <a:lnTo>
                  <a:pt x="2309" y="10826"/>
                </a:lnTo>
                <a:lnTo>
                  <a:pt x="2309" y="10626"/>
                </a:lnTo>
                <a:lnTo>
                  <a:pt x="2406" y="10426"/>
                </a:lnTo>
                <a:lnTo>
                  <a:pt x="2406" y="10226"/>
                </a:lnTo>
                <a:lnTo>
                  <a:pt x="2406" y="10029"/>
                </a:lnTo>
                <a:lnTo>
                  <a:pt x="2406" y="9829"/>
                </a:lnTo>
                <a:lnTo>
                  <a:pt x="2470" y="9629"/>
                </a:lnTo>
                <a:lnTo>
                  <a:pt x="2470" y="9429"/>
                </a:lnTo>
                <a:lnTo>
                  <a:pt x="2470" y="9229"/>
                </a:lnTo>
                <a:lnTo>
                  <a:pt x="2470" y="9032"/>
                </a:lnTo>
                <a:lnTo>
                  <a:pt x="2470" y="8832"/>
                </a:lnTo>
                <a:lnTo>
                  <a:pt x="2534" y="8631"/>
                </a:lnTo>
                <a:lnTo>
                  <a:pt x="2534" y="8431"/>
                </a:lnTo>
                <a:lnTo>
                  <a:pt x="2534" y="8231"/>
                </a:lnTo>
                <a:lnTo>
                  <a:pt x="2534" y="8034"/>
                </a:lnTo>
                <a:lnTo>
                  <a:pt x="2598" y="7834"/>
                </a:lnTo>
                <a:lnTo>
                  <a:pt x="2598" y="7634"/>
                </a:lnTo>
                <a:lnTo>
                  <a:pt x="2598" y="7367"/>
                </a:lnTo>
                <a:lnTo>
                  <a:pt x="2598" y="7170"/>
                </a:lnTo>
                <a:lnTo>
                  <a:pt x="2598" y="6970"/>
                </a:lnTo>
                <a:lnTo>
                  <a:pt x="2694" y="6770"/>
                </a:lnTo>
                <a:lnTo>
                  <a:pt x="2694" y="6570"/>
                </a:lnTo>
                <a:lnTo>
                  <a:pt x="2694" y="6370"/>
                </a:lnTo>
                <a:lnTo>
                  <a:pt x="2694" y="6173"/>
                </a:lnTo>
                <a:lnTo>
                  <a:pt x="2758" y="5906"/>
                </a:lnTo>
                <a:lnTo>
                  <a:pt x="2758" y="5706"/>
                </a:lnTo>
                <a:lnTo>
                  <a:pt x="2758" y="5506"/>
                </a:lnTo>
                <a:lnTo>
                  <a:pt x="2758" y="5306"/>
                </a:lnTo>
                <a:lnTo>
                  <a:pt x="2758" y="5109"/>
                </a:lnTo>
                <a:lnTo>
                  <a:pt x="2823" y="4842"/>
                </a:lnTo>
                <a:lnTo>
                  <a:pt x="2823" y="4642"/>
                </a:lnTo>
                <a:lnTo>
                  <a:pt x="2823" y="4442"/>
                </a:lnTo>
                <a:lnTo>
                  <a:pt x="2823" y="4242"/>
                </a:lnTo>
                <a:lnTo>
                  <a:pt x="2919" y="3978"/>
                </a:lnTo>
                <a:lnTo>
                  <a:pt x="2919" y="3778"/>
                </a:lnTo>
                <a:lnTo>
                  <a:pt x="2919" y="3578"/>
                </a:lnTo>
                <a:lnTo>
                  <a:pt x="2919" y="3311"/>
                </a:lnTo>
                <a:lnTo>
                  <a:pt x="2919" y="3114"/>
                </a:lnTo>
                <a:lnTo>
                  <a:pt x="2983" y="2914"/>
                </a:lnTo>
                <a:lnTo>
                  <a:pt x="2983" y="2638"/>
                </a:lnTo>
                <a:lnTo>
                  <a:pt x="2983" y="2435"/>
                </a:lnTo>
                <a:lnTo>
                  <a:pt x="2983" y="2261"/>
                </a:lnTo>
                <a:lnTo>
                  <a:pt x="3047" y="1971"/>
                </a:lnTo>
                <a:lnTo>
                  <a:pt x="3047" y="1768"/>
                </a:lnTo>
                <a:lnTo>
                  <a:pt x="3047" y="1594"/>
                </a:lnTo>
                <a:lnTo>
                  <a:pt x="3047" y="1304"/>
                </a:lnTo>
                <a:lnTo>
                  <a:pt x="3047" y="1130"/>
                </a:lnTo>
                <a:lnTo>
                  <a:pt x="3111" y="927"/>
                </a:lnTo>
                <a:lnTo>
                  <a:pt x="3111" y="666"/>
                </a:lnTo>
                <a:lnTo>
                  <a:pt x="3111" y="463"/>
                </a:lnTo>
                <a:lnTo>
                  <a:pt x="3111" y="173"/>
                </a:lnTo>
                <a:lnTo>
                  <a:pt x="3111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5064802" y="3723646"/>
            <a:ext cx="3240" cy="57208"/>
          </a:xfrm>
          <a:custGeom>
            <a:avLst/>
            <a:gdLst/>
            <a:ahLst/>
            <a:cxnLst/>
            <a:rect l="l" t="t" r="r" b="b"/>
            <a:pathLst>
              <a:path w="3240" h="57208">
                <a:moveTo>
                  <a:pt x="0" y="57208"/>
                </a:moveTo>
                <a:lnTo>
                  <a:pt x="96" y="56918"/>
                </a:lnTo>
                <a:lnTo>
                  <a:pt x="96" y="56744"/>
                </a:lnTo>
                <a:lnTo>
                  <a:pt x="96" y="56454"/>
                </a:lnTo>
                <a:lnTo>
                  <a:pt x="96" y="56251"/>
                </a:lnTo>
                <a:lnTo>
                  <a:pt x="160" y="55990"/>
                </a:lnTo>
                <a:lnTo>
                  <a:pt x="160" y="55787"/>
                </a:lnTo>
                <a:lnTo>
                  <a:pt x="160" y="55526"/>
                </a:lnTo>
                <a:lnTo>
                  <a:pt x="160" y="55323"/>
                </a:lnTo>
                <a:lnTo>
                  <a:pt x="160" y="55062"/>
                </a:lnTo>
                <a:lnTo>
                  <a:pt x="224" y="54859"/>
                </a:lnTo>
                <a:lnTo>
                  <a:pt x="224" y="54598"/>
                </a:lnTo>
                <a:lnTo>
                  <a:pt x="224" y="54395"/>
                </a:lnTo>
                <a:lnTo>
                  <a:pt x="224" y="54134"/>
                </a:lnTo>
                <a:lnTo>
                  <a:pt x="320" y="53931"/>
                </a:lnTo>
                <a:lnTo>
                  <a:pt x="320" y="53670"/>
                </a:lnTo>
                <a:lnTo>
                  <a:pt x="320" y="53409"/>
                </a:lnTo>
                <a:lnTo>
                  <a:pt x="320" y="53206"/>
                </a:lnTo>
                <a:lnTo>
                  <a:pt x="320" y="52945"/>
                </a:lnTo>
                <a:lnTo>
                  <a:pt x="384" y="52742"/>
                </a:lnTo>
                <a:lnTo>
                  <a:pt x="384" y="52481"/>
                </a:lnTo>
                <a:lnTo>
                  <a:pt x="384" y="52220"/>
                </a:lnTo>
                <a:lnTo>
                  <a:pt x="384" y="52018"/>
                </a:lnTo>
                <a:lnTo>
                  <a:pt x="449" y="51757"/>
                </a:lnTo>
                <a:lnTo>
                  <a:pt x="449" y="51467"/>
                </a:lnTo>
                <a:lnTo>
                  <a:pt x="449" y="51264"/>
                </a:lnTo>
                <a:lnTo>
                  <a:pt x="449" y="51003"/>
                </a:lnTo>
                <a:lnTo>
                  <a:pt x="449" y="50742"/>
                </a:lnTo>
                <a:lnTo>
                  <a:pt x="513" y="50539"/>
                </a:lnTo>
                <a:lnTo>
                  <a:pt x="513" y="50278"/>
                </a:lnTo>
                <a:lnTo>
                  <a:pt x="513" y="50017"/>
                </a:lnTo>
                <a:lnTo>
                  <a:pt x="513" y="49756"/>
                </a:lnTo>
                <a:lnTo>
                  <a:pt x="609" y="49553"/>
                </a:lnTo>
                <a:lnTo>
                  <a:pt x="609" y="49292"/>
                </a:lnTo>
                <a:lnTo>
                  <a:pt x="609" y="49002"/>
                </a:lnTo>
                <a:lnTo>
                  <a:pt x="609" y="48741"/>
                </a:lnTo>
                <a:lnTo>
                  <a:pt x="609" y="48538"/>
                </a:lnTo>
                <a:lnTo>
                  <a:pt x="673" y="48277"/>
                </a:lnTo>
                <a:lnTo>
                  <a:pt x="673" y="48016"/>
                </a:lnTo>
                <a:lnTo>
                  <a:pt x="673" y="47755"/>
                </a:lnTo>
                <a:lnTo>
                  <a:pt x="673" y="47494"/>
                </a:lnTo>
                <a:lnTo>
                  <a:pt x="737" y="47291"/>
                </a:lnTo>
                <a:lnTo>
                  <a:pt x="737" y="47030"/>
                </a:lnTo>
                <a:lnTo>
                  <a:pt x="737" y="46769"/>
                </a:lnTo>
                <a:lnTo>
                  <a:pt x="737" y="46479"/>
                </a:lnTo>
                <a:lnTo>
                  <a:pt x="737" y="46218"/>
                </a:lnTo>
                <a:lnTo>
                  <a:pt x="802" y="45957"/>
                </a:lnTo>
                <a:lnTo>
                  <a:pt x="802" y="45696"/>
                </a:lnTo>
                <a:lnTo>
                  <a:pt x="802" y="45494"/>
                </a:lnTo>
                <a:lnTo>
                  <a:pt x="802" y="45233"/>
                </a:lnTo>
                <a:lnTo>
                  <a:pt x="802" y="44972"/>
                </a:lnTo>
                <a:lnTo>
                  <a:pt x="898" y="44682"/>
                </a:lnTo>
                <a:lnTo>
                  <a:pt x="898" y="44421"/>
                </a:lnTo>
                <a:lnTo>
                  <a:pt x="898" y="44160"/>
                </a:lnTo>
                <a:lnTo>
                  <a:pt x="898" y="43899"/>
                </a:lnTo>
                <a:lnTo>
                  <a:pt x="962" y="43638"/>
                </a:lnTo>
                <a:lnTo>
                  <a:pt x="962" y="43377"/>
                </a:lnTo>
                <a:lnTo>
                  <a:pt x="962" y="43087"/>
                </a:lnTo>
                <a:lnTo>
                  <a:pt x="962" y="42826"/>
                </a:lnTo>
                <a:lnTo>
                  <a:pt x="962" y="42565"/>
                </a:lnTo>
                <a:lnTo>
                  <a:pt x="1026" y="42304"/>
                </a:lnTo>
                <a:lnTo>
                  <a:pt x="1026" y="42043"/>
                </a:lnTo>
                <a:lnTo>
                  <a:pt x="1026" y="41782"/>
                </a:lnTo>
                <a:lnTo>
                  <a:pt x="1026" y="41492"/>
                </a:lnTo>
                <a:lnTo>
                  <a:pt x="1122" y="41231"/>
                </a:lnTo>
                <a:lnTo>
                  <a:pt x="1122" y="40970"/>
                </a:lnTo>
                <a:lnTo>
                  <a:pt x="1122" y="40709"/>
                </a:lnTo>
                <a:lnTo>
                  <a:pt x="1122" y="40448"/>
                </a:lnTo>
                <a:lnTo>
                  <a:pt x="1122" y="40158"/>
                </a:lnTo>
                <a:lnTo>
                  <a:pt x="1186" y="39897"/>
                </a:lnTo>
                <a:lnTo>
                  <a:pt x="1186" y="39636"/>
                </a:lnTo>
                <a:lnTo>
                  <a:pt x="1186" y="39375"/>
                </a:lnTo>
                <a:lnTo>
                  <a:pt x="1186" y="39114"/>
                </a:lnTo>
                <a:lnTo>
                  <a:pt x="1251" y="38767"/>
                </a:lnTo>
                <a:lnTo>
                  <a:pt x="1251" y="38506"/>
                </a:lnTo>
                <a:lnTo>
                  <a:pt x="1251" y="38245"/>
                </a:lnTo>
                <a:lnTo>
                  <a:pt x="1251" y="37984"/>
                </a:lnTo>
                <a:lnTo>
                  <a:pt x="1251" y="37723"/>
                </a:lnTo>
                <a:lnTo>
                  <a:pt x="1315" y="37433"/>
                </a:lnTo>
                <a:lnTo>
                  <a:pt x="1315" y="37172"/>
                </a:lnTo>
                <a:lnTo>
                  <a:pt x="1315" y="36853"/>
                </a:lnTo>
                <a:lnTo>
                  <a:pt x="1315" y="36592"/>
                </a:lnTo>
                <a:lnTo>
                  <a:pt x="1411" y="36302"/>
                </a:lnTo>
                <a:lnTo>
                  <a:pt x="1411" y="36041"/>
                </a:lnTo>
                <a:lnTo>
                  <a:pt x="1411" y="35780"/>
                </a:lnTo>
                <a:lnTo>
                  <a:pt x="1411" y="35461"/>
                </a:lnTo>
                <a:lnTo>
                  <a:pt x="1411" y="35171"/>
                </a:lnTo>
                <a:lnTo>
                  <a:pt x="1475" y="34910"/>
                </a:lnTo>
                <a:lnTo>
                  <a:pt x="1475" y="34649"/>
                </a:lnTo>
                <a:lnTo>
                  <a:pt x="1475" y="34388"/>
                </a:lnTo>
                <a:lnTo>
                  <a:pt x="1475" y="34040"/>
                </a:lnTo>
                <a:lnTo>
                  <a:pt x="1539" y="33779"/>
                </a:lnTo>
                <a:lnTo>
                  <a:pt x="1539" y="33518"/>
                </a:lnTo>
                <a:lnTo>
                  <a:pt x="1539" y="33199"/>
                </a:lnTo>
                <a:lnTo>
                  <a:pt x="1539" y="32938"/>
                </a:lnTo>
                <a:lnTo>
                  <a:pt x="1539" y="32648"/>
                </a:lnTo>
                <a:lnTo>
                  <a:pt x="1604" y="32388"/>
                </a:lnTo>
                <a:lnTo>
                  <a:pt x="1604" y="32069"/>
                </a:lnTo>
                <a:lnTo>
                  <a:pt x="1604" y="31808"/>
                </a:lnTo>
                <a:lnTo>
                  <a:pt x="1604" y="31518"/>
                </a:lnTo>
                <a:lnTo>
                  <a:pt x="1604" y="31199"/>
                </a:lnTo>
                <a:lnTo>
                  <a:pt x="1700" y="30938"/>
                </a:lnTo>
                <a:lnTo>
                  <a:pt x="1700" y="30677"/>
                </a:lnTo>
                <a:lnTo>
                  <a:pt x="1700" y="30329"/>
                </a:lnTo>
                <a:lnTo>
                  <a:pt x="1700" y="30068"/>
                </a:lnTo>
                <a:lnTo>
                  <a:pt x="1764" y="29720"/>
                </a:lnTo>
                <a:lnTo>
                  <a:pt x="1764" y="29459"/>
                </a:lnTo>
                <a:lnTo>
                  <a:pt x="1764" y="29198"/>
                </a:lnTo>
                <a:lnTo>
                  <a:pt x="1764" y="28879"/>
                </a:lnTo>
                <a:lnTo>
                  <a:pt x="1764" y="28589"/>
                </a:lnTo>
                <a:lnTo>
                  <a:pt x="1828" y="28270"/>
                </a:lnTo>
                <a:lnTo>
                  <a:pt x="1828" y="28009"/>
                </a:lnTo>
                <a:lnTo>
                  <a:pt x="1828" y="27661"/>
                </a:lnTo>
                <a:lnTo>
                  <a:pt x="1828" y="27400"/>
                </a:lnTo>
                <a:lnTo>
                  <a:pt x="1924" y="27139"/>
                </a:lnTo>
                <a:lnTo>
                  <a:pt x="1924" y="26820"/>
                </a:lnTo>
                <a:lnTo>
                  <a:pt x="1924" y="26530"/>
                </a:lnTo>
                <a:lnTo>
                  <a:pt x="1924" y="26211"/>
                </a:lnTo>
                <a:lnTo>
                  <a:pt x="1924" y="25951"/>
                </a:lnTo>
                <a:lnTo>
                  <a:pt x="1988" y="25603"/>
                </a:lnTo>
                <a:lnTo>
                  <a:pt x="1988" y="25342"/>
                </a:lnTo>
                <a:lnTo>
                  <a:pt x="1988" y="25023"/>
                </a:lnTo>
                <a:lnTo>
                  <a:pt x="1988" y="24733"/>
                </a:lnTo>
                <a:lnTo>
                  <a:pt x="2053" y="24414"/>
                </a:lnTo>
                <a:lnTo>
                  <a:pt x="2053" y="24153"/>
                </a:lnTo>
                <a:lnTo>
                  <a:pt x="2053" y="23805"/>
                </a:lnTo>
                <a:lnTo>
                  <a:pt x="2053" y="23486"/>
                </a:lnTo>
                <a:lnTo>
                  <a:pt x="2053" y="23225"/>
                </a:lnTo>
                <a:lnTo>
                  <a:pt x="2117" y="22877"/>
                </a:lnTo>
                <a:lnTo>
                  <a:pt x="2117" y="22616"/>
                </a:lnTo>
                <a:lnTo>
                  <a:pt x="2117" y="22297"/>
                </a:lnTo>
                <a:lnTo>
                  <a:pt x="2117" y="22007"/>
                </a:lnTo>
                <a:lnTo>
                  <a:pt x="2213" y="21688"/>
                </a:lnTo>
                <a:lnTo>
                  <a:pt x="2213" y="21340"/>
                </a:lnTo>
                <a:lnTo>
                  <a:pt x="2213" y="21079"/>
                </a:lnTo>
                <a:lnTo>
                  <a:pt x="2213" y="20760"/>
                </a:lnTo>
                <a:lnTo>
                  <a:pt x="2213" y="20412"/>
                </a:lnTo>
                <a:lnTo>
                  <a:pt x="2277" y="20151"/>
                </a:lnTo>
                <a:lnTo>
                  <a:pt x="2277" y="19832"/>
                </a:lnTo>
                <a:lnTo>
                  <a:pt x="2277" y="19485"/>
                </a:lnTo>
                <a:lnTo>
                  <a:pt x="2277" y="19224"/>
                </a:lnTo>
                <a:lnTo>
                  <a:pt x="2341" y="18905"/>
                </a:lnTo>
                <a:lnTo>
                  <a:pt x="2341" y="18557"/>
                </a:lnTo>
                <a:lnTo>
                  <a:pt x="2341" y="18296"/>
                </a:lnTo>
                <a:lnTo>
                  <a:pt x="2341" y="17977"/>
                </a:lnTo>
                <a:lnTo>
                  <a:pt x="2341" y="17629"/>
                </a:lnTo>
                <a:lnTo>
                  <a:pt x="2438" y="17368"/>
                </a:lnTo>
                <a:lnTo>
                  <a:pt x="2438" y="17020"/>
                </a:lnTo>
                <a:lnTo>
                  <a:pt x="2438" y="16701"/>
                </a:lnTo>
                <a:lnTo>
                  <a:pt x="2438" y="16353"/>
                </a:lnTo>
                <a:lnTo>
                  <a:pt x="2438" y="16092"/>
                </a:lnTo>
                <a:lnTo>
                  <a:pt x="2502" y="15773"/>
                </a:lnTo>
                <a:lnTo>
                  <a:pt x="2502" y="15425"/>
                </a:lnTo>
                <a:lnTo>
                  <a:pt x="2502" y="15106"/>
                </a:lnTo>
                <a:lnTo>
                  <a:pt x="2502" y="14845"/>
                </a:lnTo>
                <a:lnTo>
                  <a:pt x="2566" y="14497"/>
                </a:lnTo>
                <a:lnTo>
                  <a:pt x="2566" y="14178"/>
                </a:lnTo>
                <a:lnTo>
                  <a:pt x="2566" y="13830"/>
                </a:lnTo>
                <a:lnTo>
                  <a:pt x="2566" y="13511"/>
                </a:lnTo>
                <a:lnTo>
                  <a:pt x="2566" y="13250"/>
                </a:lnTo>
                <a:lnTo>
                  <a:pt x="2630" y="12903"/>
                </a:lnTo>
                <a:lnTo>
                  <a:pt x="2630" y="12584"/>
                </a:lnTo>
                <a:lnTo>
                  <a:pt x="2630" y="12236"/>
                </a:lnTo>
                <a:lnTo>
                  <a:pt x="2630" y="11917"/>
                </a:lnTo>
                <a:lnTo>
                  <a:pt x="2726" y="11569"/>
                </a:lnTo>
                <a:lnTo>
                  <a:pt x="2726" y="11250"/>
                </a:lnTo>
                <a:lnTo>
                  <a:pt x="2726" y="10989"/>
                </a:lnTo>
                <a:lnTo>
                  <a:pt x="2726" y="10641"/>
                </a:lnTo>
                <a:lnTo>
                  <a:pt x="2726" y="10322"/>
                </a:lnTo>
                <a:lnTo>
                  <a:pt x="2790" y="9974"/>
                </a:lnTo>
                <a:lnTo>
                  <a:pt x="2790" y="9655"/>
                </a:lnTo>
                <a:lnTo>
                  <a:pt x="2790" y="9307"/>
                </a:lnTo>
                <a:lnTo>
                  <a:pt x="2790" y="8988"/>
                </a:lnTo>
                <a:lnTo>
                  <a:pt x="2855" y="8640"/>
                </a:lnTo>
                <a:lnTo>
                  <a:pt x="2855" y="8321"/>
                </a:lnTo>
                <a:lnTo>
                  <a:pt x="2855" y="8002"/>
                </a:lnTo>
                <a:lnTo>
                  <a:pt x="2855" y="7654"/>
                </a:lnTo>
                <a:lnTo>
                  <a:pt x="2855" y="7335"/>
                </a:lnTo>
                <a:lnTo>
                  <a:pt x="2919" y="7045"/>
                </a:lnTo>
                <a:lnTo>
                  <a:pt x="2919" y="6726"/>
                </a:lnTo>
                <a:lnTo>
                  <a:pt x="2919" y="6379"/>
                </a:lnTo>
                <a:lnTo>
                  <a:pt x="2919" y="6060"/>
                </a:lnTo>
                <a:lnTo>
                  <a:pt x="3015" y="5741"/>
                </a:lnTo>
                <a:lnTo>
                  <a:pt x="3015" y="5393"/>
                </a:lnTo>
                <a:lnTo>
                  <a:pt x="3015" y="5074"/>
                </a:lnTo>
                <a:lnTo>
                  <a:pt x="3015" y="4726"/>
                </a:lnTo>
                <a:lnTo>
                  <a:pt x="3015" y="4407"/>
                </a:lnTo>
                <a:lnTo>
                  <a:pt x="3079" y="4001"/>
                </a:lnTo>
                <a:lnTo>
                  <a:pt x="3079" y="3653"/>
                </a:lnTo>
                <a:lnTo>
                  <a:pt x="3079" y="3334"/>
                </a:lnTo>
                <a:lnTo>
                  <a:pt x="3079" y="3015"/>
                </a:lnTo>
                <a:lnTo>
                  <a:pt x="3143" y="2667"/>
                </a:lnTo>
                <a:lnTo>
                  <a:pt x="3143" y="2348"/>
                </a:lnTo>
                <a:lnTo>
                  <a:pt x="3143" y="2000"/>
                </a:lnTo>
                <a:lnTo>
                  <a:pt x="3143" y="1681"/>
                </a:lnTo>
                <a:lnTo>
                  <a:pt x="3143" y="1333"/>
                </a:lnTo>
                <a:lnTo>
                  <a:pt x="3240" y="1014"/>
                </a:lnTo>
                <a:lnTo>
                  <a:pt x="3240" y="666"/>
                </a:lnTo>
                <a:lnTo>
                  <a:pt x="3240" y="347"/>
                </a:lnTo>
                <a:lnTo>
                  <a:pt x="3240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5068043" y="3647591"/>
            <a:ext cx="3208" cy="76055"/>
          </a:xfrm>
          <a:custGeom>
            <a:avLst/>
            <a:gdLst/>
            <a:ahLst/>
            <a:cxnLst/>
            <a:rect l="l" t="t" r="r" b="b"/>
            <a:pathLst>
              <a:path w="3208" h="76055">
                <a:moveTo>
                  <a:pt x="0" y="76055"/>
                </a:moveTo>
                <a:lnTo>
                  <a:pt x="0" y="75678"/>
                </a:lnTo>
                <a:lnTo>
                  <a:pt x="64" y="75330"/>
                </a:lnTo>
                <a:lnTo>
                  <a:pt x="64" y="75011"/>
                </a:lnTo>
                <a:lnTo>
                  <a:pt x="64" y="74663"/>
                </a:lnTo>
                <a:lnTo>
                  <a:pt x="64" y="74344"/>
                </a:lnTo>
                <a:lnTo>
                  <a:pt x="128" y="73996"/>
                </a:lnTo>
                <a:lnTo>
                  <a:pt x="128" y="73677"/>
                </a:lnTo>
                <a:lnTo>
                  <a:pt x="128" y="73271"/>
                </a:lnTo>
                <a:lnTo>
                  <a:pt x="128" y="72952"/>
                </a:lnTo>
                <a:lnTo>
                  <a:pt x="128" y="72604"/>
                </a:lnTo>
                <a:lnTo>
                  <a:pt x="192" y="72285"/>
                </a:lnTo>
                <a:lnTo>
                  <a:pt x="192" y="71937"/>
                </a:lnTo>
                <a:lnTo>
                  <a:pt x="192" y="71532"/>
                </a:lnTo>
                <a:lnTo>
                  <a:pt x="192" y="71213"/>
                </a:lnTo>
                <a:lnTo>
                  <a:pt x="288" y="70865"/>
                </a:lnTo>
                <a:lnTo>
                  <a:pt x="288" y="70546"/>
                </a:lnTo>
                <a:lnTo>
                  <a:pt x="288" y="70140"/>
                </a:lnTo>
                <a:lnTo>
                  <a:pt x="288" y="69821"/>
                </a:lnTo>
                <a:lnTo>
                  <a:pt x="288" y="69473"/>
                </a:lnTo>
                <a:lnTo>
                  <a:pt x="352" y="69154"/>
                </a:lnTo>
                <a:lnTo>
                  <a:pt x="352" y="68748"/>
                </a:lnTo>
                <a:lnTo>
                  <a:pt x="352" y="68429"/>
                </a:lnTo>
                <a:lnTo>
                  <a:pt x="352" y="68081"/>
                </a:lnTo>
                <a:lnTo>
                  <a:pt x="417" y="67762"/>
                </a:lnTo>
                <a:lnTo>
                  <a:pt x="417" y="67356"/>
                </a:lnTo>
                <a:lnTo>
                  <a:pt x="417" y="67008"/>
                </a:lnTo>
                <a:lnTo>
                  <a:pt x="417" y="66689"/>
                </a:lnTo>
                <a:lnTo>
                  <a:pt x="417" y="66283"/>
                </a:lnTo>
                <a:lnTo>
                  <a:pt x="481" y="65964"/>
                </a:lnTo>
                <a:lnTo>
                  <a:pt x="481" y="65616"/>
                </a:lnTo>
                <a:lnTo>
                  <a:pt x="481" y="65210"/>
                </a:lnTo>
                <a:lnTo>
                  <a:pt x="481" y="64892"/>
                </a:lnTo>
                <a:lnTo>
                  <a:pt x="577" y="64573"/>
                </a:lnTo>
                <a:lnTo>
                  <a:pt x="577" y="64167"/>
                </a:lnTo>
                <a:lnTo>
                  <a:pt x="577" y="63819"/>
                </a:lnTo>
                <a:lnTo>
                  <a:pt x="577" y="63500"/>
                </a:lnTo>
                <a:lnTo>
                  <a:pt x="577" y="63094"/>
                </a:lnTo>
                <a:lnTo>
                  <a:pt x="641" y="62775"/>
                </a:lnTo>
                <a:lnTo>
                  <a:pt x="641" y="62369"/>
                </a:lnTo>
                <a:lnTo>
                  <a:pt x="641" y="62021"/>
                </a:lnTo>
                <a:lnTo>
                  <a:pt x="641" y="61702"/>
                </a:lnTo>
                <a:lnTo>
                  <a:pt x="705" y="61296"/>
                </a:lnTo>
                <a:lnTo>
                  <a:pt x="705" y="60977"/>
                </a:lnTo>
                <a:lnTo>
                  <a:pt x="705" y="60571"/>
                </a:lnTo>
                <a:lnTo>
                  <a:pt x="705" y="60223"/>
                </a:lnTo>
                <a:lnTo>
                  <a:pt x="705" y="59904"/>
                </a:lnTo>
                <a:lnTo>
                  <a:pt x="802" y="59498"/>
                </a:lnTo>
                <a:lnTo>
                  <a:pt x="802" y="59179"/>
                </a:lnTo>
                <a:lnTo>
                  <a:pt x="802" y="58773"/>
                </a:lnTo>
                <a:lnTo>
                  <a:pt x="802" y="58455"/>
                </a:lnTo>
                <a:lnTo>
                  <a:pt x="802" y="58049"/>
                </a:lnTo>
                <a:lnTo>
                  <a:pt x="866" y="57701"/>
                </a:lnTo>
                <a:lnTo>
                  <a:pt x="866" y="57324"/>
                </a:lnTo>
                <a:lnTo>
                  <a:pt x="866" y="56976"/>
                </a:lnTo>
                <a:lnTo>
                  <a:pt x="866" y="56570"/>
                </a:lnTo>
                <a:lnTo>
                  <a:pt x="930" y="56251"/>
                </a:lnTo>
                <a:lnTo>
                  <a:pt x="930" y="55845"/>
                </a:lnTo>
                <a:lnTo>
                  <a:pt x="930" y="55526"/>
                </a:lnTo>
                <a:lnTo>
                  <a:pt x="930" y="55120"/>
                </a:lnTo>
                <a:lnTo>
                  <a:pt x="930" y="54772"/>
                </a:lnTo>
                <a:lnTo>
                  <a:pt x="994" y="54395"/>
                </a:lnTo>
                <a:lnTo>
                  <a:pt x="994" y="54047"/>
                </a:lnTo>
                <a:lnTo>
                  <a:pt x="994" y="53641"/>
                </a:lnTo>
                <a:lnTo>
                  <a:pt x="994" y="53322"/>
                </a:lnTo>
                <a:lnTo>
                  <a:pt x="1090" y="52916"/>
                </a:lnTo>
                <a:lnTo>
                  <a:pt x="1090" y="52510"/>
                </a:lnTo>
                <a:lnTo>
                  <a:pt x="1090" y="52191"/>
                </a:lnTo>
                <a:lnTo>
                  <a:pt x="1090" y="51786"/>
                </a:lnTo>
                <a:lnTo>
                  <a:pt x="1090" y="51467"/>
                </a:lnTo>
                <a:lnTo>
                  <a:pt x="1154" y="51061"/>
                </a:lnTo>
                <a:lnTo>
                  <a:pt x="1154" y="50742"/>
                </a:lnTo>
                <a:lnTo>
                  <a:pt x="1154" y="50336"/>
                </a:lnTo>
                <a:lnTo>
                  <a:pt x="1154" y="49930"/>
                </a:lnTo>
                <a:lnTo>
                  <a:pt x="1219" y="49611"/>
                </a:lnTo>
                <a:lnTo>
                  <a:pt x="1219" y="49205"/>
                </a:lnTo>
                <a:lnTo>
                  <a:pt x="1219" y="48799"/>
                </a:lnTo>
                <a:lnTo>
                  <a:pt x="1219" y="48480"/>
                </a:lnTo>
                <a:lnTo>
                  <a:pt x="1219" y="48074"/>
                </a:lnTo>
                <a:lnTo>
                  <a:pt x="1315" y="47726"/>
                </a:lnTo>
                <a:lnTo>
                  <a:pt x="1315" y="47349"/>
                </a:lnTo>
                <a:lnTo>
                  <a:pt x="1315" y="46943"/>
                </a:lnTo>
                <a:lnTo>
                  <a:pt x="1315" y="46595"/>
                </a:lnTo>
                <a:lnTo>
                  <a:pt x="1379" y="46218"/>
                </a:lnTo>
                <a:lnTo>
                  <a:pt x="1379" y="45812"/>
                </a:lnTo>
                <a:lnTo>
                  <a:pt x="1379" y="45465"/>
                </a:lnTo>
                <a:lnTo>
                  <a:pt x="1379" y="45088"/>
                </a:lnTo>
                <a:lnTo>
                  <a:pt x="1379" y="44682"/>
                </a:lnTo>
                <a:lnTo>
                  <a:pt x="1443" y="44276"/>
                </a:lnTo>
                <a:lnTo>
                  <a:pt x="1443" y="43957"/>
                </a:lnTo>
                <a:lnTo>
                  <a:pt x="1443" y="43551"/>
                </a:lnTo>
                <a:lnTo>
                  <a:pt x="1443" y="43145"/>
                </a:lnTo>
                <a:lnTo>
                  <a:pt x="1507" y="42826"/>
                </a:lnTo>
                <a:lnTo>
                  <a:pt x="1507" y="42420"/>
                </a:lnTo>
                <a:lnTo>
                  <a:pt x="1507" y="42014"/>
                </a:lnTo>
                <a:lnTo>
                  <a:pt x="1507" y="41608"/>
                </a:lnTo>
                <a:lnTo>
                  <a:pt x="1507" y="41289"/>
                </a:lnTo>
                <a:lnTo>
                  <a:pt x="1604" y="40883"/>
                </a:lnTo>
                <a:lnTo>
                  <a:pt x="1604" y="40477"/>
                </a:lnTo>
                <a:lnTo>
                  <a:pt x="1604" y="40100"/>
                </a:lnTo>
                <a:lnTo>
                  <a:pt x="1604" y="39752"/>
                </a:lnTo>
                <a:lnTo>
                  <a:pt x="1604" y="39346"/>
                </a:lnTo>
                <a:lnTo>
                  <a:pt x="1668" y="38970"/>
                </a:lnTo>
                <a:lnTo>
                  <a:pt x="1668" y="38564"/>
                </a:lnTo>
                <a:lnTo>
                  <a:pt x="1668" y="38158"/>
                </a:lnTo>
                <a:lnTo>
                  <a:pt x="1668" y="37839"/>
                </a:lnTo>
                <a:lnTo>
                  <a:pt x="1732" y="37433"/>
                </a:lnTo>
                <a:lnTo>
                  <a:pt x="1732" y="37027"/>
                </a:lnTo>
                <a:lnTo>
                  <a:pt x="1732" y="36621"/>
                </a:lnTo>
                <a:lnTo>
                  <a:pt x="1732" y="36244"/>
                </a:lnTo>
                <a:lnTo>
                  <a:pt x="1732" y="35896"/>
                </a:lnTo>
                <a:lnTo>
                  <a:pt x="1796" y="35490"/>
                </a:lnTo>
                <a:lnTo>
                  <a:pt x="1796" y="35113"/>
                </a:lnTo>
                <a:lnTo>
                  <a:pt x="1796" y="34707"/>
                </a:lnTo>
                <a:lnTo>
                  <a:pt x="1796" y="34301"/>
                </a:lnTo>
                <a:lnTo>
                  <a:pt x="1892" y="33895"/>
                </a:lnTo>
                <a:lnTo>
                  <a:pt x="1892" y="33518"/>
                </a:lnTo>
                <a:lnTo>
                  <a:pt x="1892" y="33170"/>
                </a:lnTo>
                <a:lnTo>
                  <a:pt x="1892" y="32764"/>
                </a:lnTo>
                <a:lnTo>
                  <a:pt x="1892" y="32388"/>
                </a:lnTo>
                <a:lnTo>
                  <a:pt x="1956" y="31982"/>
                </a:lnTo>
                <a:lnTo>
                  <a:pt x="1956" y="31576"/>
                </a:lnTo>
                <a:lnTo>
                  <a:pt x="1956" y="31170"/>
                </a:lnTo>
                <a:lnTo>
                  <a:pt x="1956" y="30793"/>
                </a:lnTo>
                <a:lnTo>
                  <a:pt x="2021" y="30387"/>
                </a:lnTo>
                <a:lnTo>
                  <a:pt x="2021" y="29981"/>
                </a:lnTo>
                <a:lnTo>
                  <a:pt x="2021" y="29662"/>
                </a:lnTo>
                <a:lnTo>
                  <a:pt x="2021" y="29256"/>
                </a:lnTo>
                <a:lnTo>
                  <a:pt x="2021" y="28850"/>
                </a:lnTo>
                <a:lnTo>
                  <a:pt x="2117" y="28444"/>
                </a:lnTo>
                <a:lnTo>
                  <a:pt x="2117" y="28067"/>
                </a:lnTo>
                <a:lnTo>
                  <a:pt x="2117" y="27661"/>
                </a:lnTo>
                <a:lnTo>
                  <a:pt x="2117" y="27255"/>
                </a:lnTo>
                <a:lnTo>
                  <a:pt x="2181" y="26849"/>
                </a:lnTo>
                <a:lnTo>
                  <a:pt x="2181" y="26443"/>
                </a:lnTo>
                <a:lnTo>
                  <a:pt x="2181" y="26067"/>
                </a:lnTo>
                <a:lnTo>
                  <a:pt x="2181" y="25661"/>
                </a:lnTo>
                <a:lnTo>
                  <a:pt x="2181" y="25255"/>
                </a:lnTo>
                <a:lnTo>
                  <a:pt x="2245" y="24849"/>
                </a:lnTo>
                <a:lnTo>
                  <a:pt x="2245" y="24472"/>
                </a:lnTo>
                <a:lnTo>
                  <a:pt x="2245" y="24066"/>
                </a:lnTo>
                <a:lnTo>
                  <a:pt x="2245" y="23660"/>
                </a:lnTo>
                <a:lnTo>
                  <a:pt x="2309" y="23254"/>
                </a:lnTo>
                <a:lnTo>
                  <a:pt x="2309" y="22877"/>
                </a:lnTo>
                <a:lnTo>
                  <a:pt x="2309" y="22471"/>
                </a:lnTo>
                <a:lnTo>
                  <a:pt x="2309" y="22065"/>
                </a:lnTo>
                <a:lnTo>
                  <a:pt x="2309" y="21659"/>
                </a:lnTo>
                <a:lnTo>
                  <a:pt x="2406" y="21282"/>
                </a:lnTo>
                <a:lnTo>
                  <a:pt x="2406" y="20876"/>
                </a:lnTo>
                <a:lnTo>
                  <a:pt x="2406" y="20470"/>
                </a:lnTo>
                <a:lnTo>
                  <a:pt x="2406" y="20064"/>
                </a:lnTo>
                <a:lnTo>
                  <a:pt x="2406" y="19687"/>
                </a:lnTo>
                <a:lnTo>
                  <a:pt x="2470" y="19282"/>
                </a:lnTo>
                <a:lnTo>
                  <a:pt x="2470" y="18876"/>
                </a:lnTo>
                <a:lnTo>
                  <a:pt x="2470" y="18470"/>
                </a:lnTo>
                <a:lnTo>
                  <a:pt x="2470" y="18093"/>
                </a:lnTo>
                <a:lnTo>
                  <a:pt x="2534" y="17687"/>
                </a:lnTo>
                <a:lnTo>
                  <a:pt x="2534" y="17223"/>
                </a:lnTo>
                <a:lnTo>
                  <a:pt x="2534" y="16817"/>
                </a:lnTo>
                <a:lnTo>
                  <a:pt x="2534" y="16411"/>
                </a:lnTo>
                <a:lnTo>
                  <a:pt x="2534" y="16005"/>
                </a:lnTo>
                <a:lnTo>
                  <a:pt x="2630" y="15628"/>
                </a:lnTo>
                <a:lnTo>
                  <a:pt x="2630" y="15222"/>
                </a:lnTo>
                <a:lnTo>
                  <a:pt x="2630" y="14816"/>
                </a:lnTo>
                <a:lnTo>
                  <a:pt x="2630" y="14410"/>
                </a:lnTo>
                <a:lnTo>
                  <a:pt x="2694" y="14033"/>
                </a:lnTo>
                <a:lnTo>
                  <a:pt x="2694" y="13569"/>
                </a:lnTo>
                <a:lnTo>
                  <a:pt x="2694" y="13163"/>
                </a:lnTo>
                <a:lnTo>
                  <a:pt x="2694" y="12758"/>
                </a:lnTo>
                <a:lnTo>
                  <a:pt x="2694" y="12352"/>
                </a:lnTo>
                <a:lnTo>
                  <a:pt x="2758" y="11975"/>
                </a:lnTo>
                <a:lnTo>
                  <a:pt x="2758" y="11569"/>
                </a:lnTo>
                <a:lnTo>
                  <a:pt x="2758" y="11163"/>
                </a:lnTo>
                <a:lnTo>
                  <a:pt x="2758" y="10699"/>
                </a:lnTo>
                <a:lnTo>
                  <a:pt x="2823" y="10293"/>
                </a:lnTo>
                <a:lnTo>
                  <a:pt x="2823" y="9887"/>
                </a:lnTo>
                <a:lnTo>
                  <a:pt x="2823" y="9510"/>
                </a:lnTo>
                <a:lnTo>
                  <a:pt x="2823" y="9104"/>
                </a:lnTo>
                <a:lnTo>
                  <a:pt x="2823" y="8698"/>
                </a:lnTo>
                <a:lnTo>
                  <a:pt x="2919" y="8234"/>
                </a:lnTo>
                <a:lnTo>
                  <a:pt x="2919" y="7828"/>
                </a:lnTo>
                <a:lnTo>
                  <a:pt x="2919" y="7451"/>
                </a:lnTo>
                <a:lnTo>
                  <a:pt x="2919" y="7045"/>
                </a:lnTo>
                <a:lnTo>
                  <a:pt x="2983" y="6639"/>
                </a:lnTo>
                <a:lnTo>
                  <a:pt x="2983" y="6176"/>
                </a:lnTo>
                <a:lnTo>
                  <a:pt x="2983" y="5770"/>
                </a:lnTo>
                <a:lnTo>
                  <a:pt x="2983" y="5364"/>
                </a:lnTo>
                <a:lnTo>
                  <a:pt x="2983" y="4987"/>
                </a:lnTo>
                <a:lnTo>
                  <a:pt x="3047" y="4581"/>
                </a:lnTo>
                <a:lnTo>
                  <a:pt x="3047" y="4117"/>
                </a:lnTo>
                <a:lnTo>
                  <a:pt x="3047" y="3711"/>
                </a:lnTo>
                <a:lnTo>
                  <a:pt x="3047" y="3305"/>
                </a:lnTo>
                <a:lnTo>
                  <a:pt x="3111" y="2928"/>
                </a:lnTo>
                <a:lnTo>
                  <a:pt x="3111" y="2464"/>
                </a:lnTo>
                <a:lnTo>
                  <a:pt x="3111" y="2058"/>
                </a:lnTo>
                <a:lnTo>
                  <a:pt x="3111" y="1652"/>
                </a:lnTo>
                <a:lnTo>
                  <a:pt x="3111" y="1246"/>
                </a:lnTo>
                <a:lnTo>
                  <a:pt x="3208" y="782"/>
                </a:lnTo>
                <a:lnTo>
                  <a:pt x="3208" y="376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5071251" y="3560140"/>
            <a:ext cx="3208" cy="87450"/>
          </a:xfrm>
          <a:custGeom>
            <a:avLst/>
            <a:gdLst/>
            <a:ahLst/>
            <a:cxnLst/>
            <a:rect l="l" t="t" r="r" b="b"/>
            <a:pathLst>
              <a:path w="3208" h="87450">
                <a:moveTo>
                  <a:pt x="0" y="87450"/>
                </a:moveTo>
                <a:lnTo>
                  <a:pt x="0" y="86986"/>
                </a:lnTo>
                <a:lnTo>
                  <a:pt x="0" y="86580"/>
                </a:lnTo>
                <a:lnTo>
                  <a:pt x="64" y="86174"/>
                </a:lnTo>
                <a:lnTo>
                  <a:pt x="64" y="85768"/>
                </a:lnTo>
                <a:lnTo>
                  <a:pt x="64" y="85304"/>
                </a:lnTo>
                <a:lnTo>
                  <a:pt x="64" y="84927"/>
                </a:lnTo>
                <a:lnTo>
                  <a:pt x="128" y="84522"/>
                </a:lnTo>
                <a:lnTo>
                  <a:pt x="128" y="84058"/>
                </a:lnTo>
                <a:lnTo>
                  <a:pt x="128" y="83652"/>
                </a:lnTo>
                <a:lnTo>
                  <a:pt x="128" y="83246"/>
                </a:lnTo>
                <a:lnTo>
                  <a:pt x="128" y="82782"/>
                </a:lnTo>
                <a:lnTo>
                  <a:pt x="224" y="82376"/>
                </a:lnTo>
                <a:lnTo>
                  <a:pt x="224" y="81999"/>
                </a:lnTo>
                <a:lnTo>
                  <a:pt x="224" y="81535"/>
                </a:lnTo>
                <a:lnTo>
                  <a:pt x="224" y="81129"/>
                </a:lnTo>
                <a:lnTo>
                  <a:pt x="288" y="80723"/>
                </a:lnTo>
                <a:lnTo>
                  <a:pt x="288" y="80259"/>
                </a:lnTo>
                <a:lnTo>
                  <a:pt x="288" y="79853"/>
                </a:lnTo>
                <a:lnTo>
                  <a:pt x="288" y="79476"/>
                </a:lnTo>
                <a:lnTo>
                  <a:pt x="288" y="78983"/>
                </a:lnTo>
                <a:lnTo>
                  <a:pt x="352" y="78606"/>
                </a:lnTo>
                <a:lnTo>
                  <a:pt x="352" y="78201"/>
                </a:lnTo>
                <a:lnTo>
                  <a:pt x="352" y="77737"/>
                </a:lnTo>
                <a:lnTo>
                  <a:pt x="352" y="77331"/>
                </a:lnTo>
                <a:lnTo>
                  <a:pt x="417" y="76925"/>
                </a:lnTo>
                <a:lnTo>
                  <a:pt x="417" y="76461"/>
                </a:lnTo>
                <a:lnTo>
                  <a:pt x="417" y="76084"/>
                </a:lnTo>
                <a:lnTo>
                  <a:pt x="417" y="75620"/>
                </a:lnTo>
                <a:lnTo>
                  <a:pt x="417" y="75214"/>
                </a:lnTo>
                <a:lnTo>
                  <a:pt x="513" y="74808"/>
                </a:lnTo>
                <a:lnTo>
                  <a:pt x="513" y="74344"/>
                </a:lnTo>
                <a:lnTo>
                  <a:pt x="513" y="73938"/>
                </a:lnTo>
                <a:lnTo>
                  <a:pt x="513" y="73474"/>
                </a:lnTo>
                <a:lnTo>
                  <a:pt x="577" y="73068"/>
                </a:lnTo>
                <a:lnTo>
                  <a:pt x="577" y="72691"/>
                </a:lnTo>
                <a:lnTo>
                  <a:pt x="577" y="72227"/>
                </a:lnTo>
                <a:lnTo>
                  <a:pt x="577" y="71821"/>
                </a:lnTo>
                <a:lnTo>
                  <a:pt x="577" y="71358"/>
                </a:lnTo>
                <a:lnTo>
                  <a:pt x="641" y="70952"/>
                </a:lnTo>
                <a:lnTo>
                  <a:pt x="641" y="70488"/>
                </a:lnTo>
                <a:lnTo>
                  <a:pt x="641" y="70082"/>
                </a:lnTo>
                <a:lnTo>
                  <a:pt x="641" y="69618"/>
                </a:lnTo>
                <a:lnTo>
                  <a:pt x="705" y="69212"/>
                </a:lnTo>
                <a:lnTo>
                  <a:pt x="705" y="68835"/>
                </a:lnTo>
                <a:lnTo>
                  <a:pt x="705" y="68371"/>
                </a:lnTo>
                <a:lnTo>
                  <a:pt x="705" y="67965"/>
                </a:lnTo>
                <a:lnTo>
                  <a:pt x="705" y="67501"/>
                </a:lnTo>
                <a:lnTo>
                  <a:pt x="802" y="67095"/>
                </a:lnTo>
                <a:lnTo>
                  <a:pt x="802" y="66631"/>
                </a:lnTo>
                <a:lnTo>
                  <a:pt x="802" y="66225"/>
                </a:lnTo>
                <a:lnTo>
                  <a:pt x="802" y="65761"/>
                </a:lnTo>
                <a:lnTo>
                  <a:pt x="802" y="65355"/>
                </a:lnTo>
                <a:lnTo>
                  <a:pt x="866" y="64892"/>
                </a:lnTo>
                <a:lnTo>
                  <a:pt x="866" y="64515"/>
                </a:lnTo>
                <a:lnTo>
                  <a:pt x="866" y="64022"/>
                </a:lnTo>
                <a:lnTo>
                  <a:pt x="866" y="63645"/>
                </a:lnTo>
                <a:lnTo>
                  <a:pt x="930" y="63181"/>
                </a:lnTo>
                <a:lnTo>
                  <a:pt x="930" y="62775"/>
                </a:lnTo>
                <a:lnTo>
                  <a:pt x="930" y="62311"/>
                </a:lnTo>
                <a:lnTo>
                  <a:pt x="930" y="61905"/>
                </a:lnTo>
                <a:lnTo>
                  <a:pt x="930" y="61441"/>
                </a:lnTo>
                <a:lnTo>
                  <a:pt x="1026" y="61035"/>
                </a:lnTo>
                <a:lnTo>
                  <a:pt x="1026" y="60571"/>
                </a:lnTo>
                <a:lnTo>
                  <a:pt x="1026" y="60165"/>
                </a:lnTo>
                <a:lnTo>
                  <a:pt x="1026" y="59701"/>
                </a:lnTo>
                <a:lnTo>
                  <a:pt x="1090" y="59324"/>
                </a:lnTo>
                <a:lnTo>
                  <a:pt x="1090" y="58860"/>
                </a:lnTo>
                <a:lnTo>
                  <a:pt x="1090" y="58455"/>
                </a:lnTo>
                <a:lnTo>
                  <a:pt x="1090" y="57991"/>
                </a:lnTo>
                <a:lnTo>
                  <a:pt x="1090" y="57585"/>
                </a:lnTo>
                <a:lnTo>
                  <a:pt x="1154" y="57121"/>
                </a:lnTo>
                <a:lnTo>
                  <a:pt x="1154" y="56657"/>
                </a:lnTo>
                <a:lnTo>
                  <a:pt x="1154" y="56251"/>
                </a:lnTo>
                <a:lnTo>
                  <a:pt x="1154" y="55787"/>
                </a:lnTo>
                <a:lnTo>
                  <a:pt x="1219" y="55381"/>
                </a:lnTo>
                <a:lnTo>
                  <a:pt x="1219" y="54917"/>
                </a:lnTo>
                <a:lnTo>
                  <a:pt x="1219" y="54540"/>
                </a:lnTo>
                <a:lnTo>
                  <a:pt x="1219" y="54047"/>
                </a:lnTo>
                <a:lnTo>
                  <a:pt x="1219" y="53670"/>
                </a:lnTo>
                <a:lnTo>
                  <a:pt x="1315" y="53206"/>
                </a:lnTo>
                <a:lnTo>
                  <a:pt x="1315" y="52742"/>
                </a:lnTo>
                <a:lnTo>
                  <a:pt x="1315" y="52336"/>
                </a:lnTo>
                <a:lnTo>
                  <a:pt x="1315" y="51873"/>
                </a:lnTo>
                <a:lnTo>
                  <a:pt x="1379" y="51467"/>
                </a:lnTo>
                <a:lnTo>
                  <a:pt x="1379" y="51003"/>
                </a:lnTo>
                <a:lnTo>
                  <a:pt x="1379" y="50539"/>
                </a:lnTo>
                <a:lnTo>
                  <a:pt x="1379" y="50133"/>
                </a:lnTo>
                <a:lnTo>
                  <a:pt x="1379" y="49669"/>
                </a:lnTo>
                <a:lnTo>
                  <a:pt x="1443" y="49263"/>
                </a:lnTo>
                <a:lnTo>
                  <a:pt x="1443" y="48799"/>
                </a:lnTo>
                <a:lnTo>
                  <a:pt x="1443" y="48335"/>
                </a:lnTo>
                <a:lnTo>
                  <a:pt x="1443" y="47929"/>
                </a:lnTo>
                <a:lnTo>
                  <a:pt x="1539" y="47465"/>
                </a:lnTo>
                <a:lnTo>
                  <a:pt x="1539" y="47088"/>
                </a:lnTo>
                <a:lnTo>
                  <a:pt x="1539" y="46624"/>
                </a:lnTo>
                <a:lnTo>
                  <a:pt x="1539" y="46160"/>
                </a:lnTo>
                <a:lnTo>
                  <a:pt x="1539" y="45754"/>
                </a:lnTo>
                <a:lnTo>
                  <a:pt x="1604" y="45291"/>
                </a:lnTo>
                <a:lnTo>
                  <a:pt x="1604" y="44827"/>
                </a:lnTo>
                <a:lnTo>
                  <a:pt x="1604" y="44421"/>
                </a:lnTo>
                <a:lnTo>
                  <a:pt x="1604" y="43957"/>
                </a:lnTo>
                <a:lnTo>
                  <a:pt x="1604" y="43551"/>
                </a:lnTo>
                <a:lnTo>
                  <a:pt x="1668" y="43087"/>
                </a:lnTo>
                <a:lnTo>
                  <a:pt x="1668" y="42623"/>
                </a:lnTo>
                <a:lnTo>
                  <a:pt x="1668" y="42217"/>
                </a:lnTo>
                <a:lnTo>
                  <a:pt x="1668" y="41753"/>
                </a:lnTo>
                <a:lnTo>
                  <a:pt x="1732" y="41289"/>
                </a:lnTo>
                <a:lnTo>
                  <a:pt x="1732" y="40883"/>
                </a:lnTo>
                <a:lnTo>
                  <a:pt x="1732" y="40419"/>
                </a:lnTo>
                <a:lnTo>
                  <a:pt x="1732" y="39955"/>
                </a:lnTo>
                <a:lnTo>
                  <a:pt x="1732" y="39578"/>
                </a:lnTo>
                <a:lnTo>
                  <a:pt x="1828" y="39086"/>
                </a:lnTo>
                <a:lnTo>
                  <a:pt x="1828" y="38622"/>
                </a:lnTo>
                <a:lnTo>
                  <a:pt x="1828" y="38245"/>
                </a:lnTo>
                <a:lnTo>
                  <a:pt x="1828" y="37781"/>
                </a:lnTo>
                <a:lnTo>
                  <a:pt x="1892" y="37317"/>
                </a:lnTo>
                <a:lnTo>
                  <a:pt x="1892" y="36911"/>
                </a:lnTo>
                <a:lnTo>
                  <a:pt x="1892" y="36447"/>
                </a:lnTo>
                <a:lnTo>
                  <a:pt x="1892" y="35983"/>
                </a:lnTo>
                <a:lnTo>
                  <a:pt x="1892" y="35577"/>
                </a:lnTo>
                <a:lnTo>
                  <a:pt x="1956" y="35113"/>
                </a:lnTo>
                <a:lnTo>
                  <a:pt x="1956" y="34649"/>
                </a:lnTo>
                <a:lnTo>
                  <a:pt x="1956" y="34243"/>
                </a:lnTo>
                <a:lnTo>
                  <a:pt x="1956" y="33779"/>
                </a:lnTo>
                <a:lnTo>
                  <a:pt x="2021" y="33315"/>
                </a:lnTo>
                <a:lnTo>
                  <a:pt x="2021" y="32851"/>
                </a:lnTo>
                <a:lnTo>
                  <a:pt x="2021" y="32446"/>
                </a:lnTo>
                <a:lnTo>
                  <a:pt x="2021" y="31982"/>
                </a:lnTo>
                <a:lnTo>
                  <a:pt x="2021" y="31518"/>
                </a:lnTo>
                <a:lnTo>
                  <a:pt x="2117" y="31112"/>
                </a:lnTo>
                <a:lnTo>
                  <a:pt x="2117" y="30648"/>
                </a:lnTo>
                <a:lnTo>
                  <a:pt x="2117" y="30184"/>
                </a:lnTo>
                <a:lnTo>
                  <a:pt x="2117" y="29720"/>
                </a:lnTo>
                <a:lnTo>
                  <a:pt x="2181" y="29314"/>
                </a:lnTo>
                <a:lnTo>
                  <a:pt x="2181" y="28850"/>
                </a:lnTo>
                <a:lnTo>
                  <a:pt x="2181" y="28386"/>
                </a:lnTo>
                <a:lnTo>
                  <a:pt x="2181" y="27980"/>
                </a:lnTo>
                <a:lnTo>
                  <a:pt x="2181" y="27516"/>
                </a:lnTo>
                <a:lnTo>
                  <a:pt x="2245" y="27052"/>
                </a:lnTo>
                <a:lnTo>
                  <a:pt x="2245" y="26588"/>
                </a:lnTo>
                <a:lnTo>
                  <a:pt x="2245" y="26211"/>
                </a:lnTo>
                <a:lnTo>
                  <a:pt x="2245" y="25748"/>
                </a:lnTo>
                <a:lnTo>
                  <a:pt x="2341" y="25255"/>
                </a:lnTo>
                <a:lnTo>
                  <a:pt x="2341" y="24791"/>
                </a:lnTo>
                <a:lnTo>
                  <a:pt x="2341" y="24414"/>
                </a:lnTo>
                <a:lnTo>
                  <a:pt x="2341" y="23950"/>
                </a:lnTo>
                <a:lnTo>
                  <a:pt x="2341" y="23486"/>
                </a:lnTo>
                <a:lnTo>
                  <a:pt x="2406" y="22993"/>
                </a:lnTo>
                <a:lnTo>
                  <a:pt x="2406" y="22616"/>
                </a:lnTo>
                <a:lnTo>
                  <a:pt x="2406" y="22152"/>
                </a:lnTo>
                <a:lnTo>
                  <a:pt x="2406" y="21688"/>
                </a:lnTo>
                <a:lnTo>
                  <a:pt x="2406" y="21224"/>
                </a:lnTo>
                <a:lnTo>
                  <a:pt x="2470" y="20818"/>
                </a:lnTo>
                <a:lnTo>
                  <a:pt x="2470" y="20354"/>
                </a:lnTo>
                <a:lnTo>
                  <a:pt x="2470" y="19890"/>
                </a:lnTo>
                <a:lnTo>
                  <a:pt x="2470" y="19427"/>
                </a:lnTo>
                <a:lnTo>
                  <a:pt x="2534" y="19021"/>
                </a:lnTo>
                <a:lnTo>
                  <a:pt x="2534" y="18557"/>
                </a:lnTo>
                <a:lnTo>
                  <a:pt x="2534" y="18093"/>
                </a:lnTo>
                <a:lnTo>
                  <a:pt x="2534" y="17629"/>
                </a:lnTo>
                <a:lnTo>
                  <a:pt x="2534" y="17223"/>
                </a:lnTo>
                <a:lnTo>
                  <a:pt x="2630" y="16759"/>
                </a:lnTo>
                <a:lnTo>
                  <a:pt x="2630" y="16295"/>
                </a:lnTo>
                <a:lnTo>
                  <a:pt x="2630" y="15831"/>
                </a:lnTo>
                <a:lnTo>
                  <a:pt x="2630" y="15367"/>
                </a:lnTo>
                <a:lnTo>
                  <a:pt x="2694" y="14961"/>
                </a:lnTo>
                <a:lnTo>
                  <a:pt x="2694" y="14497"/>
                </a:lnTo>
                <a:lnTo>
                  <a:pt x="2694" y="14033"/>
                </a:lnTo>
                <a:lnTo>
                  <a:pt x="2694" y="13569"/>
                </a:lnTo>
                <a:lnTo>
                  <a:pt x="2694" y="13163"/>
                </a:lnTo>
                <a:lnTo>
                  <a:pt x="2758" y="12700"/>
                </a:lnTo>
                <a:lnTo>
                  <a:pt x="2758" y="12236"/>
                </a:lnTo>
                <a:lnTo>
                  <a:pt x="2758" y="11772"/>
                </a:lnTo>
                <a:lnTo>
                  <a:pt x="2758" y="11308"/>
                </a:lnTo>
                <a:lnTo>
                  <a:pt x="2855" y="10902"/>
                </a:lnTo>
                <a:lnTo>
                  <a:pt x="2855" y="10438"/>
                </a:lnTo>
                <a:lnTo>
                  <a:pt x="2855" y="9974"/>
                </a:lnTo>
                <a:lnTo>
                  <a:pt x="2855" y="9510"/>
                </a:lnTo>
                <a:lnTo>
                  <a:pt x="2855" y="9046"/>
                </a:lnTo>
                <a:lnTo>
                  <a:pt x="2919" y="8640"/>
                </a:lnTo>
                <a:lnTo>
                  <a:pt x="2919" y="8176"/>
                </a:lnTo>
                <a:lnTo>
                  <a:pt x="2919" y="7712"/>
                </a:lnTo>
                <a:lnTo>
                  <a:pt x="2919" y="7248"/>
                </a:lnTo>
                <a:lnTo>
                  <a:pt x="2983" y="6784"/>
                </a:lnTo>
                <a:lnTo>
                  <a:pt x="2983" y="6321"/>
                </a:lnTo>
                <a:lnTo>
                  <a:pt x="2983" y="5915"/>
                </a:lnTo>
                <a:lnTo>
                  <a:pt x="2983" y="5451"/>
                </a:lnTo>
                <a:lnTo>
                  <a:pt x="2983" y="4987"/>
                </a:lnTo>
                <a:lnTo>
                  <a:pt x="3047" y="4523"/>
                </a:lnTo>
                <a:lnTo>
                  <a:pt x="3047" y="4059"/>
                </a:lnTo>
                <a:lnTo>
                  <a:pt x="3047" y="3653"/>
                </a:lnTo>
                <a:lnTo>
                  <a:pt x="3047" y="3189"/>
                </a:lnTo>
                <a:lnTo>
                  <a:pt x="3143" y="2725"/>
                </a:lnTo>
                <a:lnTo>
                  <a:pt x="3143" y="2261"/>
                </a:lnTo>
                <a:lnTo>
                  <a:pt x="3143" y="1797"/>
                </a:lnTo>
                <a:lnTo>
                  <a:pt x="3143" y="1333"/>
                </a:lnTo>
                <a:lnTo>
                  <a:pt x="3143" y="927"/>
                </a:lnTo>
                <a:lnTo>
                  <a:pt x="3208" y="463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5074459" y="3469558"/>
            <a:ext cx="3208" cy="90582"/>
          </a:xfrm>
          <a:custGeom>
            <a:avLst/>
            <a:gdLst/>
            <a:ahLst/>
            <a:cxnLst/>
            <a:rect l="l" t="t" r="r" b="b"/>
            <a:pathLst>
              <a:path w="3208" h="90582">
                <a:moveTo>
                  <a:pt x="0" y="90582"/>
                </a:moveTo>
                <a:lnTo>
                  <a:pt x="0" y="90118"/>
                </a:lnTo>
                <a:lnTo>
                  <a:pt x="0" y="89654"/>
                </a:lnTo>
                <a:lnTo>
                  <a:pt x="0" y="89190"/>
                </a:lnTo>
                <a:lnTo>
                  <a:pt x="64" y="88784"/>
                </a:lnTo>
                <a:lnTo>
                  <a:pt x="64" y="88320"/>
                </a:lnTo>
                <a:lnTo>
                  <a:pt x="64" y="87856"/>
                </a:lnTo>
                <a:lnTo>
                  <a:pt x="64" y="87392"/>
                </a:lnTo>
                <a:lnTo>
                  <a:pt x="128" y="86928"/>
                </a:lnTo>
                <a:lnTo>
                  <a:pt x="128" y="86464"/>
                </a:lnTo>
                <a:lnTo>
                  <a:pt x="128" y="86058"/>
                </a:lnTo>
                <a:lnTo>
                  <a:pt x="128" y="85594"/>
                </a:lnTo>
                <a:lnTo>
                  <a:pt x="128" y="85130"/>
                </a:lnTo>
                <a:lnTo>
                  <a:pt x="224" y="84667"/>
                </a:lnTo>
                <a:lnTo>
                  <a:pt x="224" y="84203"/>
                </a:lnTo>
                <a:lnTo>
                  <a:pt x="224" y="83739"/>
                </a:lnTo>
                <a:lnTo>
                  <a:pt x="224" y="83275"/>
                </a:lnTo>
                <a:lnTo>
                  <a:pt x="288" y="82869"/>
                </a:lnTo>
                <a:lnTo>
                  <a:pt x="288" y="82405"/>
                </a:lnTo>
                <a:lnTo>
                  <a:pt x="288" y="81941"/>
                </a:lnTo>
                <a:lnTo>
                  <a:pt x="288" y="81477"/>
                </a:lnTo>
                <a:lnTo>
                  <a:pt x="288" y="81013"/>
                </a:lnTo>
                <a:lnTo>
                  <a:pt x="352" y="80549"/>
                </a:lnTo>
                <a:lnTo>
                  <a:pt x="352" y="80143"/>
                </a:lnTo>
                <a:lnTo>
                  <a:pt x="352" y="79679"/>
                </a:lnTo>
                <a:lnTo>
                  <a:pt x="352" y="79215"/>
                </a:lnTo>
                <a:lnTo>
                  <a:pt x="449" y="78751"/>
                </a:lnTo>
                <a:lnTo>
                  <a:pt x="449" y="78287"/>
                </a:lnTo>
                <a:lnTo>
                  <a:pt x="449" y="77824"/>
                </a:lnTo>
                <a:lnTo>
                  <a:pt x="449" y="77360"/>
                </a:lnTo>
                <a:lnTo>
                  <a:pt x="449" y="76954"/>
                </a:lnTo>
                <a:lnTo>
                  <a:pt x="513" y="76490"/>
                </a:lnTo>
                <a:lnTo>
                  <a:pt x="513" y="76026"/>
                </a:lnTo>
                <a:lnTo>
                  <a:pt x="513" y="75562"/>
                </a:lnTo>
                <a:lnTo>
                  <a:pt x="513" y="75098"/>
                </a:lnTo>
                <a:lnTo>
                  <a:pt x="577" y="74634"/>
                </a:lnTo>
                <a:lnTo>
                  <a:pt x="577" y="74170"/>
                </a:lnTo>
                <a:lnTo>
                  <a:pt x="577" y="73677"/>
                </a:lnTo>
                <a:lnTo>
                  <a:pt x="577" y="73300"/>
                </a:lnTo>
                <a:lnTo>
                  <a:pt x="577" y="72836"/>
                </a:lnTo>
                <a:lnTo>
                  <a:pt x="641" y="72372"/>
                </a:lnTo>
                <a:lnTo>
                  <a:pt x="641" y="71908"/>
                </a:lnTo>
                <a:lnTo>
                  <a:pt x="641" y="71445"/>
                </a:lnTo>
                <a:lnTo>
                  <a:pt x="641" y="70952"/>
                </a:lnTo>
                <a:lnTo>
                  <a:pt x="737" y="70488"/>
                </a:lnTo>
                <a:lnTo>
                  <a:pt x="737" y="70111"/>
                </a:lnTo>
                <a:lnTo>
                  <a:pt x="737" y="69647"/>
                </a:lnTo>
                <a:lnTo>
                  <a:pt x="737" y="69183"/>
                </a:lnTo>
                <a:lnTo>
                  <a:pt x="737" y="68690"/>
                </a:lnTo>
                <a:lnTo>
                  <a:pt x="802" y="68226"/>
                </a:lnTo>
                <a:lnTo>
                  <a:pt x="802" y="67762"/>
                </a:lnTo>
                <a:lnTo>
                  <a:pt x="802" y="67298"/>
                </a:lnTo>
                <a:lnTo>
                  <a:pt x="802" y="66834"/>
                </a:lnTo>
                <a:lnTo>
                  <a:pt x="802" y="66457"/>
                </a:lnTo>
                <a:lnTo>
                  <a:pt x="866" y="65964"/>
                </a:lnTo>
                <a:lnTo>
                  <a:pt x="866" y="65500"/>
                </a:lnTo>
                <a:lnTo>
                  <a:pt x="866" y="65037"/>
                </a:lnTo>
                <a:lnTo>
                  <a:pt x="866" y="64573"/>
                </a:lnTo>
                <a:lnTo>
                  <a:pt x="930" y="64109"/>
                </a:lnTo>
                <a:lnTo>
                  <a:pt x="930" y="63645"/>
                </a:lnTo>
                <a:lnTo>
                  <a:pt x="930" y="63181"/>
                </a:lnTo>
                <a:lnTo>
                  <a:pt x="930" y="62775"/>
                </a:lnTo>
                <a:lnTo>
                  <a:pt x="930" y="62311"/>
                </a:lnTo>
                <a:lnTo>
                  <a:pt x="1026" y="61847"/>
                </a:lnTo>
                <a:lnTo>
                  <a:pt x="1026" y="61383"/>
                </a:lnTo>
                <a:lnTo>
                  <a:pt x="1026" y="60919"/>
                </a:lnTo>
                <a:lnTo>
                  <a:pt x="1026" y="60455"/>
                </a:lnTo>
                <a:lnTo>
                  <a:pt x="1090" y="59991"/>
                </a:lnTo>
                <a:lnTo>
                  <a:pt x="1090" y="59527"/>
                </a:lnTo>
                <a:lnTo>
                  <a:pt x="1090" y="59121"/>
                </a:lnTo>
                <a:lnTo>
                  <a:pt x="1090" y="58658"/>
                </a:lnTo>
                <a:lnTo>
                  <a:pt x="1090" y="58194"/>
                </a:lnTo>
                <a:lnTo>
                  <a:pt x="1154" y="57730"/>
                </a:lnTo>
                <a:lnTo>
                  <a:pt x="1154" y="57266"/>
                </a:lnTo>
                <a:lnTo>
                  <a:pt x="1154" y="56802"/>
                </a:lnTo>
                <a:lnTo>
                  <a:pt x="1154" y="56338"/>
                </a:lnTo>
                <a:lnTo>
                  <a:pt x="1251" y="55874"/>
                </a:lnTo>
                <a:lnTo>
                  <a:pt x="1251" y="55410"/>
                </a:lnTo>
                <a:lnTo>
                  <a:pt x="1251" y="55004"/>
                </a:lnTo>
                <a:lnTo>
                  <a:pt x="1251" y="54540"/>
                </a:lnTo>
                <a:lnTo>
                  <a:pt x="1251" y="54076"/>
                </a:lnTo>
                <a:lnTo>
                  <a:pt x="1315" y="53612"/>
                </a:lnTo>
                <a:lnTo>
                  <a:pt x="1315" y="53148"/>
                </a:lnTo>
                <a:lnTo>
                  <a:pt x="1315" y="52684"/>
                </a:lnTo>
                <a:lnTo>
                  <a:pt x="1315" y="52220"/>
                </a:lnTo>
                <a:lnTo>
                  <a:pt x="1379" y="51757"/>
                </a:lnTo>
                <a:lnTo>
                  <a:pt x="1379" y="51351"/>
                </a:lnTo>
                <a:lnTo>
                  <a:pt x="1379" y="50887"/>
                </a:lnTo>
                <a:lnTo>
                  <a:pt x="1379" y="50423"/>
                </a:lnTo>
                <a:lnTo>
                  <a:pt x="1379" y="49959"/>
                </a:lnTo>
                <a:lnTo>
                  <a:pt x="1443" y="49495"/>
                </a:lnTo>
                <a:lnTo>
                  <a:pt x="1443" y="49031"/>
                </a:lnTo>
                <a:lnTo>
                  <a:pt x="1443" y="48567"/>
                </a:lnTo>
                <a:lnTo>
                  <a:pt x="1443" y="48103"/>
                </a:lnTo>
                <a:lnTo>
                  <a:pt x="1539" y="47697"/>
                </a:lnTo>
                <a:lnTo>
                  <a:pt x="1539" y="47233"/>
                </a:lnTo>
                <a:lnTo>
                  <a:pt x="1539" y="46769"/>
                </a:lnTo>
                <a:lnTo>
                  <a:pt x="1539" y="46305"/>
                </a:lnTo>
                <a:lnTo>
                  <a:pt x="1539" y="45841"/>
                </a:lnTo>
                <a:lnTo>
                  <a:pt x="1604" y="45378"/>
                </a:lnTo>
                <a:lnTo>
                  <a:pt x="1604" y="44885"/>
                </a:lnTo>
                <a:lnTo>
                  <a:pt x="1604" y="44421"/>
                </a:lnTo>
                <a:lnTo>
                  <a:pt x="1604" y="44044"/>
                </a:lnTo>
                <a:lnTo>
                  <a:pt x="1604" y="43580"/>
                </a:lnTo>
                <a:lnTo>
                  <a:pt x="1668" y="43116"/>
                </a:lnTo>
                <a:lnTo>
                  <a:pt x="1668" y="42652"/>
                </a:lnTo>
                <a:lnTo>
                  <a:pt x="1668" y="42159"/>
                </a:lnTo>
                <a:lnTo>
                  <a:pt x="1668" y="41695"/>
                </a:lnTo>
                <a:lnTo>
                  <a:pt x="1764" y="41231"/>
                </a:lnTo>
                <a:lnTo>
                  <a:pt x="1764" y="40767"/>
                </a:lnTo>
                <a:lnTo>
                  <a:pt x="1764" y="40390"/>
                </a:lnTo>
                <a:lnTo>
                  <a:pt x="1764" y="39897"/>
                </a:lnTo>
                <a:lnTo>
                  <a:pt x="1764" y="39433"/>
                </a:lnTo>
                <a:lnTo>
                  <a:pt x="1828" y="38970"/>
                </a:lnTo>
                <a:lnTo>
                  <a:pt x="1828" y="38506"/>
                </a:lnTo>
                <a:lnTo>
                  <a:pt x="1828" y="38042"/>
                </a:lnTo>
                <a:lnTo>
                  <a:pt x="1828" y="37578"/>
                </a:lnTo>
                <a:lnTo>
                  <a:pt x="1892" y="37172"/>
                </a:lnTo>
                <a:lnTo>
                  <a:pt x="1892" y="36708"/>
                </a:lnTo>
                <a:lnTo>
                  <a:pt x="1892" y="36244"/>
                </a:lnTo>
                <a:lnTo>
                  <a:pt x="1892" y="35780"/>
                </a:lnTo>
                <a:lnTo>
                  <a:pt x="1892" y="35316"/>
                </a:lnTo>
                <a:lnTo>
                  <a:pt x="1956" y="34852"/>
                </a:lnTo>
                <a:lnTo>
                  <a:pt x="1956" y="34388"/>
                </a:lnTo>
                <a:lnTo>
                  <a:pt x="1956" y="33924"/>
                </a:lnTo>
                <a:lnTo>
                  <a:pt x="1956" y="33518"/>
                </a:lnTo>
                <a:lnTo>
                  <a:pt x="2053" y="33054"/>
                </a:lnTo>
                <a:lnTo>
                  <a:pt x="2053" y="32591"/>
                </a:lnTo>
                <a:lnTo>
                  <a:pt x="2053" y="32127"/>
                </a:lnTo>
                <a:lnTo>
                  <a:pt x="2053" y="31663"/>
                </a:lnTo>
                <a:lnTo>
                  <a:pt x="2053" y="31199"/>
                </a:lnTo>
                <a:lnTo>
                  <a:pt x="2117" y="30735"/>
                </a:lnTo>
                <a:lnTo>
                  <a:pt x="2117" y="30329"/>
                </a:lnTo>
                <a:lnTo>
                  <a:pt x="2117" y="29865"/>
                </a:lnTo>
                <a:lnTo>
                  <a:pt x="2117" y="29401"/>
                </a:lnTo>
                <a:lnTo>
                  <a:pt x="2181" y="28937"/>
                </a:lnTo>
                <a:lnTo>
                  <a:pt x="2181" y="28473"/>
                </a:lnTo>
                <a:lnTo>
                  <a:pt x="2181" y="28009"/>
                </a:lnTo>
                <a:lnTo>
                  <a:pt x="2181" y="27545"/>
                </a:lnTo>
                <a:lnTo>
                  <a:pt x="2181" y="27139"/>
                </a:lnTo>
                <a:lnTo>
                  <a:pt x="2245" y="26675"/>
                </a:lnTo>
                <a:lnTo>
                  <a:pt x="2245" y="26211"/>
                </a:lnTo>
                <a:lnTo>
                  <a:pt x="2245" y="25748"/>
                </a:lnTo>
                <a:lnTo>
                  <a:pt x="2245" y="25284"/>
                </a:lnTo>
                <a:lnTo>
                  <a:pt x="2341" y="24820"/>
                </a:lnTo>
                <a:lnTo>
                  <a:pt x="2341" y="24414"/>
                </a:lnTo>
                <a:lnTo>
                  <a:pt x="2341" y="23950"/>
                </a:lnTo>
                <a:lnTo>
                  <a:pt x="2341" y="23486"/>
                </a:lnTo>
                <a:lnTo>
                  <a:pt x="2341" y="23022"/>
                </a:lnTo>
                <a:lnTo>
                  <a:pt x="2406" y="22558"/>
                </a:lnTo>
                <a:lnTo>
                  <a:pt x="2406" y="22094"/>
                </a:lnTo>
                <a:lnTo>
                  <a:pt x="2406" y="21688"/>
                </a:lnTo>
                <a:lnTo>
                  <a:pt x="2406" y="21224"/>
                </a:lnTo>
                <a:lnTo>
                  <a:pt x="2406" y="20760"/>
                </a:lnTo>
                <a:lnTo>
                  <a:pt x="2470" y="20296"/>
                </a:lnTo>
                <a:lnTo>
                  <a:pt x="2470" y="19832"/>
                </a:lnTo>
                <a:lnTo>
                  <a:pt x="2470" y="19369"/>
                </a:lnTo>
                <a:lnTo>
                  <a:pt x="2470" y="18963"/>
                </a:lnTo>
                <a:lnTo>
                  <a:pt x="2566" y="18499"/>
                </a:lnTo>
                <a:lnTo>
                  <a:pt x="2566" y="18035"/>
                </a:lnTo>
                <a:lnTo>
                  <a:pt x="2566" y="17571"/>
                </a:lnTo>
                <a:lnTo>
                  <a:pt x="2566" y="17107"/>
                </a:lnTo>
                <a:lnTo>
                  <a:pt x="2566" y="16643"/>
                </a:lnTo>
                <a:lnTo>
                  <a:pt x="2630" y="16237"/>
                </a:lnTo>
                <a:lnTo>
                  <a:pt x="2630" y="15773"/>
                </a:lnTo>
                <a:lnTo>
                  <a:pt x="2630" y="15309"/>
                </a:lnTo>
                <a:lnTo>
                  <a:pt x="2630" y="14845"/>
                </a:lnTo>
                <a:lnTo>
                  <a:pt x="2694" y="14381"/>
                </a:lnTo>
                <a:lnTo>
                  <a:pt x="2694" y="13975"/>
                </a:lnTo>
                <a:lnTo>
                  <a:pt x="2694" y="13511"/>
                </a:lnTo>
                <a:lnTo>
                  <a:pt x="2694" y="13047"/>
                </a:lnTo>
                <a:lnTo>
                  <a:pt x="2694" y="12584"/>
                </a:lnTo>
                <a:lnTo>
                  <a:pt x="2758" y="12120"/>
                </a:lnTo>
                <a:lnTo>
                  <a:pt x="2758" y="11656"/>
                </a:lnTo>
                <a:lnTo>
                  <a:pt x="2758" y="11250"/>
                </a:lnTo>
                <a:lnTo>
                  <a:pt x="2758" y="10786"/>
                </a:lnTo>
                <a:lnTo>
                  <a:pt x="2855" y="10322"/>
                </a:lnTo>
                <a:lnTo>
                  <a:pt x="2855" y="9858"/>
                </a:lnTo>
                <a:lnTo>
                  <a:pt x="2855" y="9394"/>
                </a:lnTo>
                <a:lnTo>
                  <a:pt x="2855" y="8988"/>
                </a:lnTo>
                <a:lnTo>
                  <a:pt x="2855" y="8524"/>
                </a:lnTo>
                <a:lnTo>
                  <a:pt x="2919" y="8060"/>
                </a:lnTo>
                <a:lnTo>
                  <a:pt x="2919" y="7596"/>
                </a:lnTo>
                <a:lnTo>
                  <a:pt x="2919" y="7132"/>
                </a:lnTo>
                <a:lnTo>
                  <a:pt x="2919" y="6726"/>
                </a:lnTo>
                <a:lnTo>
                  <a:pt x="2983" y="6263"/>
                </a:lnTo>
                <a:lnTo>
                  <a:pt x="2983" y="5857"/>
                </a:lnTo>
                <a:lnTo>
                  <a:pt x="2983" y="5393"/>
                </a:lnTo>
                <a:lnTo>
                  <a:pt x="2983" y="4987"/>
                </a:lnTo>
                <a:lnTo>
                  <a:pt x="2983" y="4523"/>
                </a:lnTo>
                <a:lnTo>
                  <a:pt x="3079" y="4059"/>
                </a:lnTo>
                <a:lnTo>
                  <a:pt x="3079" y="3595"/>
                </a:lnTo>
                <a:lnTo>
                  <a:pt x="3079" y="3131"/>
                </a:lnTo>
                <a:lnTo>
                  <a:pt x="3079" y="2754"/>
                </a:lnTo>
                <a:lnTo>
                  <a:pt x="3143" y="2261"/>
                </a:lnTo>
                <a:lnTo>
                  <a:pt x="3143" y="1797"/>
                </a:lnTo>
                <a:lnTo>
                  <a:pt x="3143" y="1333"/>
                </a:lnTo>
                <a:lnTo>
                  <a:pt x="3143" y="956"/>
                </a:lnTo>
                <a:lnTo>
                  <a:pt x="3143" y="492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5077667" y="3383847"/>
            <a:ext cx="3143" cy="85710"/>
          </a:xfrm>
          <a:custGeom>
            <a:avLst/>
            <a:gdLst/>
            <a:ahLst/>
            <a:cxnLst/>
            <a:rect l="l" t="t" r="r" b="b"/>
            <a:pathLst>
              <a:path w="3143" h="85710">
                <a:moveTo>
                  <a:pt x="0" y="85710"/>
                </a:moveTo>
                <a:lnTo>
                  <a:pt x="0" y="85246"/>
                </a:lnTo>
                <a:lnTo>
                  <a:pt x="0" y="84869"/>
                </a:lnTo>
                <a:lnTo>
                  <a:pt x="0" y="84406"/>
                </a:lnTo>
                <a:lnTo>
                  <a:pt x="0" y="83942"/>
                </a:lnTo>
                <a:lnTo>
                  <a:pt x="64" y="83478"/>
                </a:lnTo>
                <a:lnTo>
                  <a:pt x="64" y="83072"/>
                </a:lnTo>
                <a:lnTo>
                  <a:pt x="64" y="82608"/>
                </a:lnTo>
                <a:lnTo>
                  <a:pt x="64" y="82144"/>
                </a:lnTo>
                <a:lnTo>
                  <a:pt x="160" y="81680"/>
                </a:lnTo>
                <a:lnTo>
                  <a:pt x="160" y="81274"/>
                </a:lnTo>
                <a:lnTo>
                  <a:pt x="160" y="80810"/>
                </a:lnTo>
                <a:lnTo>
                  <a:pt x="160" y="80346"/>
                </a:lnTo>
                <a:lnTo>
                  <a:pt x="160" y="79882"/>
                </a:lnTo>
                <a:lnTo>
                  <a:pt x="224" y="79476"/>
                </a:lnTo>
                <a:lnTo>
                  <a:pt x="224" y="79012"/>
                </a:lnTo>
                <a:lnTo>
                  <a:pt x="224" y="78548"/>
                </a:lnTo>
                <a:lnTo>
                  <a:pt x="224" y="78085"/>
                </a:lnTo>
                <a:lnTo>
                  <a:pt x="288" y="77679"/>
                </a:lnTo>
                <a:lnTo>
                  <a:pt x="288" y="77215"/>
                </a:lnTo>
                <a:lnTo>
                  <a:pt x="288" y="76751"/>
                </a:lnTo>
                <a:lnTo>
                  <a:pt x="288" y="76345"/>
                </a:lnTo>
                <a:lnTo>
                  <a:pt x="288" y="75881"/>
                </a:lnTo>
                <a:lnTo>
                  <a:pt x="352" y="75417"/>
                </a:lnTo>
                <a:lnTo>
                  <a:pt x="352" y="74953"/>
                </a:lnTo>
                <a:lnTo>
                  <a:pt x="352" y="74547"/>
                </a:lnTo>
                <a:lnTo>
                  <a:pt x="352" y="74083"/>
                </a:lnTo>
                <a:lnTo>
                  <a:pt x="449" y="73619"/>
                </a:lnTo>
                <a:lnTo>
                  <a:pt x="449" y="73213"/>
                </a:lnTo>
                <a:lnTo>
                  <a:pt x="449" y="72749"/>
                </a:lnTo>
                <a:lnTo>
                  <a:pt x="449" y="72285"/>
                </a:lnTo>
                <a:lnTo>
                  <a:pt x="449" y="71821"/>
                </a:lnTo>
                <a:lnTo>
                  <a:pt x="513" y="71416"/>
                </a:lnTo>
                <a:lnTo>
                  <a:pt x="513" y="70952"/>
                </a:lnTo>
                <a:lnTo>
                  <a:pt x="513" y="70488"/>
                </a:lnTo>
                <a:lnTo>
                  <a:pt x="513" y="70111"/>
                </a:lnTo>
                <a:lnTo>
                  <a:pt x="577" y="69618"/>
                </a:lnTo>
                <a:lnTo>
                  <a:pt x="577" y="69154"/>
                </a:lnTo>
                <a:lnTo>
                  <a:pt x="577" y="68777"/>
                </a:lnTo>
                <a:lnTo>
                  <a:pt x="577" y="68313"/>
                </a:lnTo>
                <a:lnTo>
                  <a:pt x="577" y="67849"/>
                </a:lnTo>
                <a:lnTo>
                  <a:pt x="673" y="67443"/>
                </a:lnTo>
                <a:lnTo>
                  <a:pt x="673" y="66979"/>
                </a:lnTo>
                <a:lnTo>
                  <a:pt x="673" y="66515"/>
                </a:lnTo>
                <a:lnTo>
                  <a:pt x="673" y="66109"/>
                </a:lnTo>
                <a:lnTo>
                  <a:pt x="737" y="65645"/>
                </a:lnTo>
                <a:lnTo>
                  <a:pt x="737" y="65182"/>
                </a:lnTo>
                <a:lnTo>
                  <a:pt x="737" y="64776"/>
                </a:lnTo>
                <a:lnTo>
                  <a:pt x="737" y="64312"/>
                </a:lnTo>
                <a:lnTo>
                  <a:pt x="737" y="63848"/>
                </a:lnTo>
                <a:lnTo>
                  <a:pt x="802" y="63442"/>
                </a:lnTo>
                <a:lnTo>
                  <a:pt x="802" y="62978"/>
                </a:lnTo>
                <a:lnTo>
                  <a:pt x="802" y="62514"/>
                </a:lnTo>
                <a:lnTo>
                  <a:pt x="802" y="62108"/>
                </a:lnTo>
                <a:lnTo>
                  <a:pt x="802" y="61644"/>
                </a:lnTo>
                <a:lnTo>
                  <a:pt x="866" y="61180"/>
                </a:lnTo>
                <a:lnTo>
                  <a:pt x="866" y="60774"/>
                </a:lnTo>
                <a:lnTo>
                  <a:pt x="866" y="60310"/>
                </a:lnTo>
                <a:lnTo>
                  <a:pt x="866" y="59933"/>
                </a:lnTo>
                <a:lnTo>
                  <a:pt x="962" y="59469"/>
                </a:lnTo>
                <a:lnTo>
                  <a:pt x="962" y="59005"/>
                </a:lnTo>
                <a:lnTo>
                  <a:pt x="962" y="58600"/>
                </a:lnTo>
                <a:lnTo>
                  <a:pt x="962" y="58136"/>
                </a:lnTo>
                <a:lnTo>
                  <a:pt x="962" y="57672"/>
                </a:lnTo>
                <a:lnTo>
                  <a:pt x="1026" y="57266"/>
                </a:lnTo>
                <a:lnTo>
                  <a:pt x="1026" y="56802"/>
                </a:lnTo>
                <a:lnTo>
                  <a:pt x="1026" y="56396"/>
                </a:lnTo>
                <a:lnTo>
                  <a:pt x="1026" y="55932"/>
                </a:lnTo>
                <a:lnTo>
                  <a:pt x="1090" y="55468"/>
                </a:lnTo>
                <a:lnTo>
                  <a:pt x="1090" y="55062"/>
                </a:lnTo>
                <a:lnTo>
                  <a:pt x="1090" y="54598"/>
                </a:lnTo>
                <a:lnTo>
                  <a:pt x="1090" y="54192"/>
                </a:lnTo>
                <a:lnTo>
                  <a:pt x="1090" y="53728"/>
                </a:lnTo>
                <a:lnTo>
                  <a:pt x="1154" y="53264"/>
                </a:lnTo>
                <a:lnTo>
                  <a:pt x="1154" y="52887"/>
                </a:lnTo>
                <a:lnTo>
                  <a:pt x="1154" y="52423"/>
                </a:lnTo>
                <a:lnTo>
                  <a:pt x="1154" y="52018"/>
                </a:lnTo>
                <a:lnTo>
                  <a:pt x="1251" y="51554"/>
                </a:lnTo>
                <a:lnTo>
                  <a:pt x="1251" y="51148"/>
                </a:lnTo>
                <a:lnTo>
                  <a:pt x="1251" y="50684"/>
                </a:lnTo>
                <a:lnTo>
                  <a:pt x="1251" y="50220"/>
                </a:lnTo>
                <a:lnTo>
                  <a:pt x="1251" y="49814"/>
                </a:lnTo>
                <a:lnTo>
                  <a:pt x="1315" y="49350"/>
                </a:lnTo>
                <a:lnTo>
                  <a:pt x="1315" y="48944"/>
                </a:lnTo>
                <a:lnTo>
                  <a:pt x="1315" y="48480"/>
                </a:lnTo>
                <a:lnTo>
                  <a:pt x="1315" y="48074"/>
                </a:lnTo>
                <a:lnTo>
                  <a:pt x="1379" y="47610"/>
                </a:lnTo>
                <a:lnTo>
                  <a:pt x="1379" y="47233"/>
                </a:lnTo>
                <a:lnTo>
                  <a:pt x="1379" y="46769"/>
                </a:lnTo>
                <a:lnTo>
                  <a:pt x="1379" y="46363"/>
                </a:lnTo>
                <a:lnTo>
                  <a:pt x="1379" y="45899"/>
                </a:lnTo>
                <a:lnTo>
                  <a:pt x="1475" y="45436"/>
                </a:lnTo>
                <a:lnTo>
                  <a:pt x="1475" y="45030"/>
                </a:lnTo>
                <a:lnTo>
                  <a:pt x="1475" y="44566"/>
                </a:lnTo>
                <a:lnTo>
                  <a:pt x="1475" y="44160"/>
                </a:lnTo>
                <a:lnTo>
                  <a:pt x="1539" y="43696"/>
                </a:lnTo>
                <a:lnTo>
                  <a:pt x="1539" y="43290"/>
                </a:lnTo>
                <a:lnTo>
                  <a:pt x="1539" y="42826"/>
                </a:lnTo>
                <a:lnTo>
                  <a:pt x="1539" y="42449"/>
                </a:lnTo>
                <a:lnTo>
                  <a:pt x="1539" y="41956"/>
                </a:lnTo>
                <a:lnTo>
                  <a:pt x="1604" y="41579"/>
                </a:lnTo>
                <a:lnTo>
                  <a:pt x="1604" y="41115"/>
                </a:lnTo>
                <a:lnTo>
                  <a:pt x="1604" y="40709"/>
                </a:lnTo>
                <a:lnTo>
                  <a:pt x="1604" y="40245"/>
                </a:lnTo>
                <a:lnTo>
                  <a:pt x="1604" y="39839"/>
                </a:lnTo>
                <a:lnTo>
                  <a:pt x="1668" y="39375"/>
                </a:lnTo>
                <a:lnTo>
                  <a:pt x="1668" y="38970"/>
                </a:lnTo>
                <a:lnTo>
                  <a:pt x="1668" y="38506"/>
                </a:lnTo>
                <a:lnTo>
                  <a:pt x="1668" y="38100"/>
                </a:lnTo>
                <a:lnTo>
                  <a:pt x="1764" y="37723"/>
                </a:lnTo>
                <a:lnTo>
                  <a:pt x="1764" y="37259"/>
                </a:lnTo>
                <a:lnTo>
                  <a:pt x="1764" y="36853"/>
                </a:lnTo>
                <a:lnTo>
                  <a:pt x="1764" y="36389"/>
                </a:lnTo>
                <a:lnTo>
                  <a:pt x="1764" y="35983"/>
                </a:lnTo>
                <a:lnTo>
                  <a:pt x="1828" y="35519"/>
                </a:lnTo>
                <a:lnTo>
                  <a:pt x="1828" y="35113"/>
                </a:lnTo>
                <a:lnTo>
                  <a:pt x="1828" y="34649"/>
                </a:lnTo>
                <a:lnTo>
                  <a:pt x="1828" y="34243"/>
                </a:lnTo>
                <a:lnTo>
                  <a:pt x="1892" y="33779"/>
                </a:lnTo>
                <a:lnTo>
                  <a:pt x="1892" y="33402"/>
                </a:lnTo>
                <a:lnTo>
                  <a:pt x="1892" y="32996"/>
                </a:lnTo>
                <a:lnTo>
                  <a:pt x="1892" y="32533"/>
                </a:lnTo>
                <a:lnTo>
                  <a:pt x="1892" y="32127"/>
                </a:lnTo>
                <a:lnTo>
                  <a:pt x="1988" y="31663"/>
                </a:lnTo>
                <a:lnTo>
                  <a:pt x="1988" y="31257"/>
                </a:lnTo>
                <a:lnTo>
                  <a:pt x="1988" y="30793"/>
                </a:lnTo>
                <a:lnTo>
                  <a:pt x="1988" y="30387"/>
                </a:lnTo>
                <a:lnTo>
                  <a:pt x="2053" y="30010"/>
                </a:lnTo>
                <a:lnTo>
                  <a:pt x="2053" y="29546"/>
                </a:lnTo>
                <a:lnTo>
                  <a:pt x="2053" y="29140"/>
                </a:lnTo>
                <a:lnTo>
                  <a:pt x="2053" y="28676"/>
                </a:lnTo>
                <a:lnTo>
                  <a:pt x="2053" y="28270"/>
                </a:lnTo>
                <a:lnTo>
                  <a:pt x="2117" y="27864"/>
                </a:lnTo>
                <a:lnTo>
                  <a:pt x="2117" y="27400"/>
                </a:lnTo>
                <a:lnTo>
                  <a:pt x="2117" y="26994"/>
                </a:lnTo>
                <a:lnTo>
                  <a:pt x="2117" y="26617"/>
                </a:lnTo>
                <a:lnTo>
                  <a:pt x="2181" y="26153"/>
                </a:lnTo>
                <a:lnTo>
                  <a:pt x="2181" y="25748"/>
                </a:lnTo>
                <a:lnTo>
                  <a:pt x="2181" y="25284"/>
                </a:lnTo>
                <a:lnTo>
                  <a:pt x="2181" y="24878"/>
                </a:lnTo>
                <a:lnTo>
                  <a:pt x="2181" y="24472"/>
                </a:lnTo>
                <a:lnTo>
                  <a:pt x="2277" y="24008"/>
                </a:lnTo>
                <a:lnTo>
                  <a:pt x="2277" y="23631"/>
                </a:lnTo>
                <a:lnTo>
                  <a:pt x="2277" y="23225"/>
                </a:lnTo>
                <a:lnTo>
                  <a:pt x="2277" y="22761"/>
                </a:lnTo>
                <a:lnTo>
                  <a:pt x="2341" y="22355"/>
                </a:lnTo>
                <a:lnTo>
                  <a:pt x="2341" y="21949"/>
                </a:lnTo>
                <a:lnTo>
                  <a:pt x="2341" y="21485"/>
                </a:lnTo>
                <a:lnTo>
                  <a:pt x="2341" y="21079"/>
                </a:lnTo>
                <a:lnTo>
                  <a:pt x="2341" y="20702"/>
                </a:lnTo>
                <a:lnTo>
                  <a:pt x="2406" y="20238"/>
                </a:lnTo>
                <a:lnTo>
                  <a:pt x="2406" y="19832"/>
                </a:lnTo>
                <a:lnTo>
                  <a:pt x="2406" y="19427"/>
                </a:lnTo>
                <a:lnTo>
                  <a:pt x="2406" y="19021"/>
                </a:lnTo>
                <a:lnTo>
                  <a:pt x="2406" y="18557"/>
                </a:lnTo>
                <a:lnTo>
                  <a:pt x="2470" y="18151"/>
                </a:lnTo>
                <a:lnTo>
                  <a:pt x="2470" y="17774"/>
                </a:lnTo>
                <a:lnTo>
                  <a:pt x="2470" y="17310"/>
                </a:lnTo>
                <a:lnTo>
                  <a:pt x="2470" y="16904"/>
                </a:lnTo>
                <a:lnTo>
                  <a:pt x="2566" y="16498"/>
                </a:lnTo>
                <a:lnTo>
                  <a:pt x="2566" y="16092"/>
                </a:lnTo>
                <a:lnTo>
                  <a:pt x="2566" y="15628"/>
                </a:lnTo>
                <a:lnTo>
                  <a:pt x="2566" y="15251"/>
                </a:lnTo>
                <a:lnTo>
                  <a:pt x="2566" y="14845"/>
                </a:lnTo>
                <a:lnTo>
                  <a:pt x="2630" y="14381"/>
                </a:lnTo>
                <a:lnTo>
                  <a:pt x="2630" y="13975"/>
                </a:lnTo>
                <a:lnTo>
                  <a:pt x="2630" y="13569"/>
                </a:lnTo>
                <a:lnTo>
                  <a:pt x="2630" y="13163"/>
                </a:lnTo>
                <a:lnTo>
                  <a:pt x="2694" y="12700"/>
                </a:lnTo>
                <a:lnTo>
                  <a:pt x="2694" y="12323"/>
                </a:lnTo>
                <a:lnTo>
                  <a:pt x="2694" y="11917"/>
                </a:lnTo>
                <a:lnTo>
                  <a:pt x="2694" y="11511"/>
                </a:lnTo>
                <a:lnTo>
                  <a:pt x="2694" y="11105"/>
                </a:lnTo>
                <a:lnTo>
                  <a:pt x="2790" y="10641"/>
                </a:lnTo>
                <a:lnTo>
                  <a:pt x="2790" y="10264"/>
                </a:lnTo>
                <a:lnTo>
                  <a:pt x="2790" y="9858"/>
                </a:lnTo>
                <a:lnTo>
                  <a:pt x="2790" y="9452"/>
                </a:lnTo>
                <a:lnTo>
                  <a:pt x="2855" y="9046"/>
                </a:lnTo>
                <a:lnTo>
                  <a:pt x="2855" y="8582"/>
                </a:lnTo>
                <a:lnTo>
                  <a:pt x="2855" y="8176"/>
                </a:lnTo>
                <a:lnTo>
                  <a:pt x="2855" y="7799"/>
                </a:lnTo>
                <a:lnTo>
                  <a:pt x="2855" y="7393"/>
                </a:lnTo>
                <a:lnTo>
                  <a:pt x="2919" y="6987"/>
                </a:lnTo>
                <a:lnTo>
                  <a:pt x="2919" y="6523"/>
                </a:lnTo>
                <a:lnTo>
                  <a:pt x="2919" y="6118"/>
                </a:lnTo>
                <a:lnTo>
                  <a:pt x="2919" y="5741"/>
                </a:lnTo>
                <a:lnTo>
                  <a:pt x="2983" y="5335"/>
                </a:lnTo>
                <a:lnTo>
                  <a:pt x="2983" y="4929"/>
                </a:lnTo>
                <a:lnTo>
                  <a:pt x="2983" y="4523"/>
                </a:lnTo>
                <a:lnTo>
                  <a:pt x="2983" y="4059"/>
                </a:lnTo>
                <a:lnTo>
                  <a:pt x="2983" y="3682"/>
                </a:lnTo>
                <a:lnTo>
                  <a:pt x="3079" y="3276"/>
                </a:lnTo>
                <a:lnTo>
                  <a:pt x="3079" y="2870"/>
                </a:lnTo>
                <a:lnTo>
                  <a:pt x="3079" y="2464"/>
                </a:lnTo>
                <a:lnTo>
                  <a:pt x="3079" y="2058"/>
                </a:lnTo>
                <a:lnTo>
                  <a:pt x="3143" y="1681"/>
                </a:lnTo>
                <a:lnTo>
                  <a:pt x="3143" y="1275"/>
                </a:lnTo>
                <a:lnTo>
                  <a:pt x="3143" y="811"/>
                </a:lnTo>
                <a:lnTo>
                  <a:pt x="3143" y="405"/>
                </a:lnTo>
                <a:lnTo>
                  <a:pt x="3143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5080811" y="3310460"/>
            <a:ext cx="3208" cy="73387"/>
          </a:xfrm>
          <a:custGeom>
            <a:avLst/>
            <a:gdLst/>
            <a:ahLst/>
            <a:cxnLst/>
            <a:rect l="l" t="t" r="r" b="b"/>
            <a:pathLst>
              <a:path w="3208" h="73387">
                <a:moveTo>
                  <a:pt x="0" y="73387"/>
                </a:moveTo>
                <a:lnTo>
                  <a:pt x="64" y="73010"/>
                </a:lnTo>
                <a:lnTo>
                  <a:pt x="64" y="72604"/>
                </a:lnTo>
                <a:lnTo>
                  <a:pt x="64" y="72198"/>
                </a:lnTo>
                <a:lnTo>
                  <a:pt x="64" y="71792"/>
                </a:lnTo>
                <a:lnTo>
                  <a:pt x="64" y="71416"/>
                </a:lnTo>
                <a:lnTo>
                  <a:pt x="128" y="71010"/>
                </a:lnTo>
                <a:lnTo>
                  <a:pt x="128" y="70604"/>
                </a:lnTo>
                <a:lnTo>
                  <a:pt x="128" y="70198"/>
                </a:lnTo>
                <a:lnTo>
                  <a:pt x="128" y="69821"/>
                </a:lnTo>
                <a:lnTo>
                  <a:pt x="224" y="69328"/>
                </a:lnTo>
                <a:lnTo>
                  <a:pt x="224" y="68951"/>
                </a:lnTo>
                <a:lnTo>
                  <a:pt x="224" y="68545"/>
                </a:lnTo>
                <a:lnTo>
                  <a:pt x="224" y="68139"/>
                </a:lnTo>
                <a:lnTo>
                  <a:pt x="224" y="67733"/>
                </a:lnTo>
                <a:lnTo>
                  <a:pt x="288" y="67356"/>
                </a:lnTo>
                <a:lnTo>
                  <a:pt x="288" y="66950"/>
                </a:lnTo>
                <a:lnTo>
                  <a:pt x="288" y="66544"/>
                </a:lnTo>
                <a:lnTo>
                  <a:pt x="288" y="66138"/>
                </a:lnTo>
                <a:lnTo>
                  <a:pt x="352" y="65761"/>
                </a:lnTo>
                <a:lnTo>
                  <a:pt x="352" y="65355"/>
                </a:lnTo>
                <a:lnTo>
                  <a:pt x="352" y="64950"/>
                </a:lnTo>
                <a:lnTo>
                  <a:pt x="352" y="64544"/>
                </a:lnTo>
                <a:lnTo>
                  <a:pt x="352" y="64167"/>
                </a:lnTo>
                <a:lnTo>
                  <a:pt x="449" y="63761"/>
                </a:lnTo>
                <a:lnTo>
                  <a:pt x="449" y="63355"/>
                </a:lnTo>
                <a:lnTo>
                  <a:pt x="449" y="62949"/>
                </a:lnTo>
                <a:lnTo>
                  <a:pt x="449" y="62572"/>
                </a:lnTo>
                <a:lnTo>
                  <a:pt x="513" y="62166"/>
                </a:lnTo>
                <a:lnTo>
                  <a:pt x="513" y="61760"/>
                </a:lnTo>
                <a:lnTo>
                  <a:pt x="513" y="61354"/>
                </a:lnTo>
                <a:lnTo>
                  <a:pt x="513" y="61035"/>
                </a:lnTo>
                <a:lnTo>
                  <a:pt x="513" y="60629"/>
                </a:lnTo>
                <a:lnTo>
                  <a:pt x="577" y="60223"/>
                </a:lnTo>
                <a:lnTo>
                  <a:pt x="577" y="59846"/>
                </a:lnTo>
                <a:lnTo>
                  <a:pt x="577" y="59440"/>
                </a:lnTo>
                <a:lnTo>
                  <a:pt x="577" y="59034"/>
                </a:lnTo>
                <a:lnTo>
                  <a:pt x="641" y="58629"/>
                </a:lnTo>
                <a:lnTo>
                  <a:pt x="641" y="58223"/>
                </a:lnTo>
                <a:lnTo>
                  <a:pt x="641" y="57846"/>
                </a:lnTo>
                <a:lnTo>
                  <a:pt x="641" y="57440"/>
                </a:lnTo>
                <a:lnTo>
                  <a:pt x="641" y="57034"/>
                </a:lnTo>
                <a:lnTo>
                  <a:pt x="737" y="56628"/>
                </a:lnTo>
                <a:lnTo>
                  <a:pt x="737" y="56309"/>
                </a:lnTo>
                <a:lnTo>
                  <a:pt x="737" y="55903"/>
                </a:lnTo>
                <a:lnTo>
                  <a:pt x="737" y="55497"/>
                </a:lnTo>
                <a:lnTo>
                  <a:pt x="802" y="55120"/>
                </a:lnTo>
                <a:lnTo>
                  <a:pt x="802" y="54714"/>
                </a:lnTo>
                <a:lnTo>
                  <a:pt x="802" y="54308"/>
                </a:lnTo>
                <a:lnTo>
                  <a:pt x="802" y="53902"/>
                </a:lnTo>
                <a:lnTo>
                  <a:pt x="802" y="53525"/>
                </a:lnTo>
                <a:lnTo>
                  <a:pt x="866" y="53177"/>
                </a:lnTo>
                <a:lnTo>
                  <a:pt x="866" y="52771"/>
                </a:lnTo>
                <a:lnTo>
                  <a:pt x="866" y="52394"/>
                </a:lnTo>
                <a:lnTo>
                  <a:pt x="866" y="51989"/>
                </a:lnTo>
                <a:lnTo>
                  <a:pt x="866" y="51583"/>
                </a:lnTo>
                <a:lnTo>
                  <a:pt x="962" y="51177"/>
                </a:lnTo>
                <a:lnTo>
                  <a:pt x="962" y="50858"/>
                </a:lnTo>
                <a:lnTo>
                  <a:pt x="962" y="50452"/>
                </a:lnTo>
                <a:lnTo>
                  <a:pt x="962" y="50046"/>
                </a:lnTo>
                <a:lnTo>
                  <a:pt x="1026" y="49669"/>
                </a:lnTo>
                <a:lnTo>
                  <a:pt x="1026" y="49263"/>
                </a:lnTo>
                <a:lnTo>
                  <a:pt x="1026" y="48915"/>
                </a:lnTo>
                <a:lnTo>
                  <a:pt x="1026" y="48538"/>
                </a:lnTo>
                <a:lnTo>
                  <a:pt x="1026" y="48132"/>
                </a:lnTo>
                <a:lnTo>
                  <a:pt x="1090" y="47726"/>
                </a:lnTo>
                <a:lnTo>
                  <a:pt x="1090" y="47407"/>
                </a:lnTo>
                <a:lnTo>
                  <a:pt x="1090" y="47001"/>
                </a:lnTo>
                <a:lnTo>
                  <a:pt x="1090" y="46595"/>
                </a:lnTo>
                <a:lnTo>
                  <a:pt x="1154" y="46189"/>
                </a:lnTo>
                <a:lnTo>
                  <a:pt x="1154" y="45870"/>
                </a:lnTo>
                <a:lnTo>
                  <a:pt x="1154" y="45465"/>
                </a:lnTo>
                <a:lnTo>
                  <a:pt x="1154" y="45059"/>
                </a:lnTo>
                <a:lnTo>
                  <a:pt x="1154" y="44682"/>
                </a:lnTo>
                <a:lnTo>
                  <a:pt x="1251" y="44334"/>
                </a:lnTo>
                <a:lnTo>
                  <a:pt x="1251" y="43928"/>
                </a:lnTo>
                <a:lnTo>
                  <a:pt x="1251" y="43551"/>
                </a:lnTo>
                <a:lnTo>
                  <a:pt x="1251" y="43203"/>
                </a:lnTo>
                <a:lnTo>
                  <a:pt x="1315" y="42797"/>
                </a:lnTo>
                <a:lnTo>
                  <a:pt x="1315" y="42420"/>
                </a:lnTo>
                <a:lnTo>
                  <a:pt x="1315" y="42014"/>
                </a:lnTo>
                <a:lnTo>
                  <a:pt x="1315" y="41666"/>
                </a:lnTo>
                <a:lnTo>
                  <a:pt x="1315" y="41289"/>
                </a:lnTo>
                <a:lnTo>
                  <a:pt x="1379" y="40883"/>
                </a:lnTo>
                <a:lnTo>
                  <a:pt x="1379" y="40535"/>
                </a:lnTo>
                <a:lnTo>
                  <a:pt x="1379" y="40158"/>
                </a:lnTo>
                <a:lnTo>
                  <a:pt x="1379" y="39752"/>
                </a:lnTo>
                <a:lnTo>
                  <a:pt x="1443" y="39404"/>
                </a:lnTo>
                <a:lnTo>
                  <a:pt x="1443" y="39028"/>
                </a:lnTo>
                <a:lnTo>
                  <a:pt x="1443" y="38680"/>
                </a:lnTo>
                <a:lnTo>
                  <a:pt x="1443" y="38274"/>
                </a:lnTo>
                <a:lnTo>
                  <a:pt x="1443" y="37897"/>
                </a:lnTo>
                <a:lnTo>
                  <a:pt x="1539" y="37549"/>
                </a:lnTo>
                <a:lnTo>
                  <a:pt x="1539" y="37172"/>
                </a:lnTo>
                <a:lnTo>
                  <a:pt x="1539" y="36824"/>
                </a:lnTo>
                <a:lnTo>
                  <a:pt x="1539" y="36418"/>
                </a:lnTo>
                <a:lnTo>
                  <a:pt x="1604" y="36041"/>
                </a:lnTo>
                <a:lnTo>
                  <a:pt x="1604" y="35693"/>
                </a:lnTo>
                <a:lnTo>
                  <a:pt x="1604" y="35287"/>
                </a:lnTo>
                <a:lnTo>
                  <a:pt x="1604" y="34968"/>
                </a:lnTo>
                <a:lnTo>
                  <a:pt x="1604" y="34562"/>
                </a:lnTo>
                <a:lnTo>
                  <a:pt x="1668" y="34156"/>
                </a:lnTo>
                <a:lnTo>
                  <a:pt x="1668" y="33837"/>
                </a:lnTo>
                <a:lnTo>
                  <a:pt x="1668" y="33431"/>
                </a:lnTo>
                <a:lnTo>
                  <a:pt x="1668" y="33112"/>
                </a:lnTo>
                <a:lnTo>
                  <a:pt x="1668" y="32706"/>
                </a:lnTo>
                <a:lnTo>
                  <a:pt x="1764" y="32359"/>
                </a:lnTo>
                <a:lnTo>
                  <a:pt x="1764" y="31982"/>
                </a:lnTo>
                <a:lnTo>
                  <a:pt x="1764" y="31634"/>
                </a:lnTo>
                <a:lnTo>
                  <a:pt x="1764" y="31228"/>
                </a:lnTo>
                <a:lnTo>
                  <a:pt x="1828" y="30909"/>
                </a:lnTo>
                <a:lnTo>
                  <a:pt x="1828" y="30503"/>
                </a:lnTo>
                <a:lnTo>
                  <a:pt x="1828" y="30184"/>
                </a:lnTo>
                <a:lnTo>
                  <a:pt x="1828" y="29778"/>
                </a:lnTo>
                <a:lnTo>
                  <a:pt x="1828" y="29430"/>
                </a:lnTo>
                <a:lnTo>
                  <a:pt x="1892" y="29053"/>
                </a:lnTo>
                <a:lnTo>
                  <a:pt x="1892" y="28705"/>
                </a:lnTo>
                <a:lnTo>
                  <a:pt x="1892" y="28299"/>
                </a:lnTo>
                <a:lnTo>
                  <a:pt x="1892" y="27980"/>
                </a:lnTo>
                <a:lnTo>
                  <a:pt x="1956" y="27574"/>
                </a:lnTo>
                <a:lnTo>
                  <a:pt x="1956" y="27255"/>
                </a:lnTo>
                <a:lnTo>
                  <a:pt x="1956" y="26849"/>
                </a:lnTo>
                <a:lnTo>
                  <a:pt x="1956" y="26530"/>
                </a:lnTo>
                <a:lnTo>
                  <a:pt x="1956" y="26182"/>
                </a:lnTo>
                <a:lnTo>
                  <a:pt x="2053" y="25777"/>
                </a:lnTo>
                <a:lnTo>
                  <a:pt x="2053" y="25458"/>
                </a:lnTo>
                <a:lnTo>
                  <a:pt x="2053" y="25052"/>
                </a:lnTo>
                <a:lnTo>
                  <a:pt x="2053" y="24733"/>
                </a:lnTo>
                <a:lnTo>
                  <a:pt x="2117" y="24385"/>
                </a:lnTo>
                <a:lnTo>
                  <a:pt x="2117" y="23979"/>
                </a:lnTo>
                <a:lnTo>
                  <a:pt x="2117" y="23660"/>
                </a:lnTo>
                <a:lnTo>
                  <a:pt x="2117" y="23254"/>
                </a:lnTo>
                <a:lnTo>
                  <a:pt x="2117" y="22935"/>
                </a:lnTo>
                <a:lnTo>
                  <a:pt x="2181" y="22587"/>
                </a:lnTo>
                <a:lnTo>
                  <a:pt x="2181" y="22210"/>
                </a:lnTo>
                <a:lnTo>
                  <a:pt x="2181" y="21862"/>
                </a:lnTo>
                <a:lnTo>
                  <a:pt x="2181" y="21543"/>
                </a:lnTo>
                <a:lnTo>
                  <a:pt x="2277" y="21137"/>
                </a:lnTo>
                <a:lnTo>
                  <a:pt x="2277" y="20789"/>
                </a:lnTo>
                <a:lnTo>
                  <a:pt x="2277" y="20470"/>
                </a:lnTo>
                <a:lnTo>
                  <a:pt x="2277" y="20064"/>
                </a:lnTo>
                <a:lnTo>
                  <a:pt x="2277" y="19745"/>
                </a:lnTo>
                <a:lnTo>
                  <a:pt x="2341" y="19398"/>
                </a:lnTo>
                <a:lnTo>
                  <a:pt x="2341" y="18992"/>
                </a:lnTo>
                <a:lnTo>
                  <a:pt x="2341" y="18673"/>
                </a:lnTo>
                <a:lnTo>
                  <a:pt x="2341" y="18325"/>
                </a:lnTo>
                <a:lnTo>
                  <a:pt x="2406" y="17948"/>
                </a:lnTo>
                <a:lnTo>
                  <a:pt x="2406" y="17600"/>
                </a:lnTo>
                <a:lnTo>
                  <a:pt x="2406" y="17281"/>
                </a:lnTo>
                <a:lnTo>
                  <a:pt x="2406" y="16933"/>
                </a:lnTo>
                <a:lnTo>
                  <a:pt x="2406" y="16556"/>
                </a:lnTo>
                <a:lnTo>
                  <a:pt x="2470" y="16208"/>
                </a:lnTo>
                <a:lnTo>
                  <a:pt x="2470" y="15889"/>
                </a:lnTo>
                <a:lnTo>
                  <a:pt x="2470" y="15541"/>
                </a:lnTo>
                <a:lnTo>
                  <a:pt x="2470" y="15135"/>
                </a:lnTo>
                <a:lnTo>
                  <a:pt x="2470" y="14816"/>
                </a:lnTo>
                <a:lnTo>
                  <a:pt x="2566" y="14468"/>
                </a:lnTo>
                <a:lnTo>
                  <a:pt x="2566" y="14149"/>
                </a:lnTo>
                <a:lnTo>
                  <a:pt x="2566" y="13743"/>
                </a:lnTo>
                <a:lnTo>
                  <a:pt x="2566" y="13424"/>
                </a:lnTo>
                <a:lnTo>
                  <a:pt x="2630" y="13076"/>
                </a:lnTo>
                <a:lnTo>
                  <a:pt x="2630" y="12758"/>
                </a:lnTo>
                <a:lnTo>
                  <a:pt x="2630" y="12410"/>
                </a:lnTo>
                <a:lnTo>
                  <a:pt x="2630" y="12091"/>
                </a:lnTo>
                <a:lnTo>
                  <a:pt x="2630" y="11685"/>
                </a:lnTo>
                <a:lnTo>
                  <a:pt x="2694" y="11366"/>
                </a:lnTo>
                <a:lnTo>
                  <a:pt x="2694" y="11018"/>
                </a:lnTo>
                <a:lnTo>
                  <a:pt x="2694" y="10699"/>
                </a:lnTo>
                <a:lnTo>
                  <a:pt x="2694" y="10351"/>
                </a:lnTo>
                <a:lnTo>
                  <a:pt x="2758" y="10032"/>
                </a:lnTo>
                <a:lnTo>
                  <a:pt x="2758" y="9626"/>
                </a:lnTo>
                <a:lnTo>
                  <a:pt x="2758" y="9307"/>
                </a:lnTo>
                <a:lnTo>
                  <a:pt x="2758" y="8959"/>
                </a:lnTo>
                <a:lnTo>
                  <a:pt x="2758" y="8640"/>
                </a:lnTo>
                <a:lnTo>
                  <a:pt x="2855" y="8292"/>
                </a:lnTo>
                <a:lnTo>
                  <a:pt x="2855" y="7973"/>
                </a:lnTo>
                <a:lnTo>
                  <a:pt x="2855" y="7625"/>
                </a:lnTo>
                <a:lnTo>
                  <a:pt x="2855" y="7306"/>
                </a:lnTo>
                <a:lnTo>
                  <a:pt x="2919" y="6958"/>
                </a:lnTo>
                <a:lnTo>
                  <a:pt x="2919" y="6639"/>
                </a:lnTo>
                <a:lnTo>
                  <a:pt x="2919" y="6292"/>
                </a:lnTo>
                <a:lnTo>
                  <a:pt x="2919" y="5973"/>
                </a:lnTo>
                <a:lnTo>
                  <a:pt x="2919" y="5567"/>
                </a:lnTo>
                <a:lnTo>
                  <a:pt x="2983" y="5248"/>
                </a:lnTo>
                <a:lnTo>
                  <a:pt x="2983" y="4900"/>
                </a:lnTo>
                <a:lnTo>
                  <a:pt x="2983" y="4581"/>
                </a:lnTo>
                <a:lnTo>
                  <a:pt x="2983" y="4233"/>
                </a:lnTo>
                <a:lnTo>
                  <a:pt x="3079" y="3914"/>
                </a:lnTo>
                <a:lnTo>
                  <a:pt x="3079" y="3566"/>
                </a:lnTo>
                <a:lnTo>
                  <a:pt x="3079" y="3247"/>
                </a:lnTo>
                <a:lnTo>
                  <a:pt x="3079" y="2899"/>
                </a:lnTo>
                <a:lnTo>
                  <a:pt x="3079" y="2580"/>
                </a:lnTo>
                <a:lnTo>
                  <a:pt x="3143" y="2261"/>
                </a:lnTo>
                <a:lnTo>
                  <a:pt x="3143" y="1913"/>
                </a:lnTo>
                <a:lnTo>
                  <a:pt x="3143" y="1594"/>
                </a:lnTo>
                <a:lnTo>
                  <a:pt x="3143" y="1246"/>
                </a:lnTo>
                <a:lnTo>
                  <a:pt x="3208" y="985"/>
                </a:lnTo>
                <a:lnTo>
                  <a:pt x="3208" y="637"/>
                </a:lnTo>
                <a:lnTo>
                  <a:pt x="3208" y="318"/>
                </a:lnTo>
                <a:lnTo>
                  <a:pt x="3208" y="0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5084019" y="3255194"/>
            <a:ext cx="3208" cy="55265"/>
          </a:xfrm>
          <a:custGeom>
            <a:avLst/>
            <a:gdLst/>
            <a:ahLst/>
            <a:cxnLst/>
            <a:rect l="l" t="t" r="r" b="b"/>
            <a:pathLst>
              <a:path w="3208" h="55265">
                <a:moveTo>
                  <a:pt x="0" y="55265"/>
                </a:moveTo>
                <a:lnTo>
                  <a:pt x="0" y="54917"/>
                </a:lnTo>
                <a:lnTo>
                  <a:pt x="64" y="54598"/>
                </a:lnTo>
                <a:lnTo>
                  <a:pt x="64" y="54250"/>
                </a:lnTo>
                <a:lnTo>
                  <a:pt x="64" y="53931"/>
                </a:lnTo>
                <a:lnTo>
                  <a:pt x="64" y="53583"/>
                </a:lnTo>
                <a:lnTo>
                  <a:pt x="64" y="53264"/>
                </a:lnTo>
                <a:lnTo>
                  <a:pt x="160" y="52916"/>
                </a:lnTo>
                <a:lnTo>
                  <a:pt x="160" y="52655"/>
                </a:lnTo>
                <a:lnTo>
                  <a:pt x="160" y="52336"/>
                </a:lnTo>
                <a:lnTo>
                  <a:pt x="160" y="51989"/>
                </a:lnTo>
                <a:lnTo>
                  <a:pt x="224" y="51670"/>
                </a:lnTo>
                <a:lnTo>
                  <a:pt x="224" y="51322"/>
                </a:lnTo>
                <a:lnTo>
                  <a:pt x="224" y="51003"/>
                </a:lnTo>
                <a:lnTo>
                  <a:pt x="224" y="50655"/>
                </a:lnTo>
                <a:lnTo>
                  <a:pt x="224" y="50394"/>
                </a:lnTo>
                <a:lnTo>
                  <a:pt x="288" y="50075"/>
                </a:lnTo>
                <a:lnTo>
                  <a:pt x="288" y="49727"/>
                </a:lnTo>
                <a:lnTo>
                  <a:pt x="288" y="49408"/>
                </a:lnTo>
                <a:lnTo>
                  <a:pt x="288" y="49060"/>
                </a:lnTo>
                <a:lnTo>
                  <a:pt x="352" y="48799"/>
                </a:lnTo>
                <a:lnTo>
                  <a:pt x="352" y="48480"/>
                </a:lnTo>
                <a:lnTo>
                  <a:pt x="352" y="48132"/>
                </a:lnTo>
                <a:lnTo>
                  <a:pt x="352" y="47813"/>
                </a:lnTo>
                <a:lnTo>
                  <a:pt x="352" y="47465"/>
                </a:lnTo>
                <a:lnTo>
                  <a:pt x="449" y="47204"/>
                </a:lnTo>
                <a:lnTo>
                  <a:pt x="449" y="46885"/>
                </a:lnTo>
                <a:lnTo>
                  <a:pt x="449" y="46537"/>
                </a:lnTo>
                <a:lnTo>
                  <a:pt x="449" y="46276"/>
                </a:lnTo>
                <a:lnTo>
                  <a:pt x="513" y="45928"/>
                </a:lnTo>
                <a:lnTo>
                  <a:pt x="513" y="45610"/>
                </a:lnTo>
                <a:lnTo>
                  <a:pt x="513" y="45291"/>
                </a:lnTo>
                <a:lnTo>
                  <a:pt x="513" y="45001"/>
                </a:lnTo>
                <a:lnTo>
                  <a:pt x="513" y="44682"/>
                </a:lnTo>
                <a:lnTo>
                  <a:pt x="577" y="44334"/>
                </a:lnTo>
                <a:lnTo>
                  <a:pt x="577" y="44073"/>
                </a:lnTo>
                <a:lnTo>
                  <a:pt x="577" y="43754"/>
                </a:lnTo>
                <a:lnTo>
                  <a:pt x="577" y="43406"/>
                </a:lnTo>
                <a:lnTo>
                  <a:pt x="673" y="43145"/>
                </a:lnTo>
                <a:lnTo>
                  <a:pt x="673" y="42826"/>
                </a:lnTo>
                <a:lnTo>
                  <a:pt x="673" y="42478"/>
                </a:lnTo>
                <a:lnTo>
                  <a:pt x="673" y="42217"/>
                </a:lnTo>
                <a:lnTo>
                  <a:pt x="673" y="41898"/>
                </a:lnTo>
                <a:lnTo>
                  <a:pt x="737" y="41550"/>
                </a:lnTo>
                <a:lnTo>
                  <a:pt x="737" y="41289"/>
                </a:lnTo>
                <a:lnTo>
                  <a:pt x="737" y="40941"/>
                </a:lnTo>
                <a:lnTo>
                  <a:pt x="737" y="40680"/>
                </a:lnTo>
                <a:lnTo>
                  <a:pt x="802" y="40361"/>
                </a:lnTo>
                <a:lnTo>
                  <a:pt x="802" y="40013"/>
                </a:lnTo>
                <a:lnTo>
                  <a:pt x="802" y="39752"/>
                </a:lnTo>
                <a:lnTo>
                  <a:pt x="802" y="39433"/>
                </a:lnTo>
                <a:lnTo>
                  <a:pt x="802" y="39172"/>
                </a:lnTo>
                <a:lnTo>
                  <a:pt x="866" y="38825"/>
                </a:lnTo>
                <a:lnTo>
                  <a:pt x="866" y="38564"/>
                </a:lnTo>
                <a:lnTo>
                  <a:pt x="866" y="38216"/>
                </a:lnTo>
                <a:lnTo>
                  <a:pt x="866" y="37955"/>
                </a:lnTo>
                <a:lnTo>
                  <a:pt x="866" y="37636"/>
                </a:lnTo>
                <a:lnTo>
                  <a:pt x="962" y="37288"/>
                </a:lnTo>
                <a:lnTo>
                  <a:pt x="962" y="37027"/>
                </a:lnTo>
                <a:lnTo>
                  <a:pt x="962" y="36708"/>
                </a:lnTo>
                <a:lnTo>
                  <a:pt x="962" y="36447"/>
                </a:lnTo>
                <a:lnTo>
                  <a:pt x="1026" y="36099"/>
                </a:lnTo>
                <a:lnTo>
                  <a:pt x="1026" y="35838"/>
                </a:lnTo>
                <a:lnTo>
                  <a:pt x="1026" y="35577"/>
                </a:lnTo>
                <a:lnTo>
                  <a:pt x="1026" y="35229"/>
                </a:lnTo>
                <a:lnTo>
                  <a:pt x="1026" y="34968"/>
                </a:lnTo>
                <a:lnTo>
                  <a:pt x="1090" y="34649"/>
                </a:lnTo>
                <a:lnTo>
                  <a:pt x="1090" y="34359"/>
                </a:lnTo>
                <a:lnTo>
                  <a:pt x="1090" y="34040"/>
                </a:lnTo>
                <a:lnTo>
                  <a:pt x="1090" y="33779"/>
                </a:lnTo>
                <a:lnTo>
                  <a:pt x="1186" y="33431"/>
                </a:lnTo>
                <a:lnTo>
                  <a:pt x="1186" y="33170"/>
                </a:lnTo>
                <a:lnTo>
                  <a:pt x="1186" y="32909"/>
                </a:lnTo>
                <a:lnTo>
                  <a:pt x="1186" y="32591"/>
                </a:lnTo>
                <a:lnTo>
                  <a:pt x="1186" y="32301"/>
                </a:lnTo>
                <a:lnTo>
                  <a:pt x="1251" y="31982"/>
                </a:lnTo>
                <a:lnTo>
                  <a:pt x="1251" y="31721"/>
                </a:lnTo>
                <a:lnTo>
                  <a:pt x="1251" y="31460"/>
                </a:lnTo>
                <a:lnTo>
                  <a:pt x="1251" y="31112"/>
                </a:lnTo>
                <a:lnTo>
                  <a:pt x="1315" y="30851"/>
                </a:lnTo>
                <a:lnTo>
                  <a:pt x="1315" y="30590"/>
                </a:lnTo>
                <a:lnTo>
                  <a:pt x="1315" y="30242"/>
                </a:lnTo>
                <a:lnTo>
                  <a:pt x="1315" y="29981"/>
                </a:lnTo>
                <a:lnTo>
                  <a:pt x="1315" y="29720"/>
                </a:lnTo>
                <a:lnTo>
                  <a:pt x="1379" y="29372"/>
                </a:lnTo>
                <a:lnTo>
                  <a:pt x="1379" y="29111"/>
                </a:lnTo>
                <a:lnTo>
                  <a:pt x="1379" y="28850"/>
                </a:lnTo>
                <a:lnTo>
                  <a:pt x="1379" y="28531"/>
                </a:lnTo>
                <a:lnTo>
                  <a:pt x="1475" y="28241"/>
                </a:lnTo>
                <a:lnTo>
                  <a:pt x="1475" y="27980"/>
                </a:lnTo>
                <a:lnTo>
                  <a:pt x="1475" y="27719"/>
                </a:lnTo>
                <a:lnTo>
                  <a:pt x="1475" y="27400"/>
                </a:lnTo>
                <a:lnTo>
                  <a:pt x="1475" y="27110"/>
                </a:lnTo>
                <a:lnTo>
                  <a:pt x="1539" y="26849"/>
                </a:lnTo>
                <a:lnTo>
                  <a:pt x="1539" y="26588"/>
                </a:lnTo>
                <a:lnTo>
                  <a:pt x="1539" y="26269"/>
                </a:lnTo>
                <a:lnTo>
                  <a:pt x="1539" y="25980"/>
                </a:lnTo>
                <a:lnTo>
                  <a:pt x="1604" y="25719"/>
                </a:lnTo>
                <a:lnTo>
                  <a:pt x="1604" y="25458"/>
                </a:lnTo>
                <a:lnTo>
                  <a:pt x="1604" y="25197"/>
                </a:lnTo>
                <a:lnTo>
                  <a:pt x="1604" y="24849"/>
                </a:lnTo>
                <a:lnTo>
                  <a:pt x="1604" y="24588"/>
                </a:lnTo>
                <a:lnTo>
                  <a:pt x="1668" y="24327"/>
                </a:lnTo>
                <a:lnTo>
                  <a:pt x="1668" y="24066"/>
                </a:lnTo>
                <a:lnTo>
                  <a:pt x="1668" y="23805"/>
                </a:lnTo>
                <a:lnTo>
                  <a:pt x="1668" y="23544"/>
                </a:lnTo>
                <a:lnTo>
                  <a:pt x="1668" y="23196"/>
                </a:lnTo>
                <a:lnTo>
                  <a:pt x="1764" y="22935"/>
                </a:lnTo>
                <a:lnTo>
                  <a:pt x="1764" y="22674"/>
                </a:lnTo>
                <a:lnTo>
                  <a:pt x="1764" y="22413"/>
                </a:lnTo>
                <a:lnTo>
                  <a:pt x="1764" y="22123"/>
                </a:lnTo>
                <a:lnTo>
                  <a:pt x="1828" y="21862"/>
                </a:lnTo>
                <a:lnTo>
                  <a:pt x="1828" y="21601"/>
                </a:lnTo>
                <a:lnTo>
                  <a:pt x="1828" y="21340"/>
                </a:lnTo>
                <a:lnTo>
                  <a:pt x="1828" y="21079"/>
                </a:lnTo>
                <a:lnTo>
                  <a:pt x="1828" y="20731"/>
                </a:lnTo>
                <a:lnTo>
                  <a:pt x="1892" y="20470"/>
                </a:lnTo>
                <a:lnTo>
                  <a:pt x="1892" y="20209"/>
                </a:lnTo>
                <a:lnTo>
                  <a:pt x="1892" y="19948"/>
                </a:lnTo>
                <a:lnTo>
                  <a:pt x="1892" y="19687"/>
                </a:lnTo>
                <a:lnTo>
                  <a:pt x="1988" y="19398"/>
                </a:lnTo>
                <a:lnTo>
                  <a:pt x="1988" y="19137"/>
                </a:lnTo>
                <a:lnTo>
                  <a:pt x="1988" y="18876"/>
                </a:lnTo>
                <a:lnTo>
                  <a:pt x="1988" y="18615"/>
                </a:lnTo>
                <a:lnTo>
                  <a:pt x="1988" y="18354"/>
                </a:lnTo>
                <a:lnTo>
                  <a:pt x="2053" y="18093"/>
                </a:lnTo>
                <a:lnTo>
                  <a:pt x="2053" y="17803"/>
                </a:lnTo>
                <a:lnTo>
                  <a:pt x="2053" y="17542"/>
                </a:lnTo>
                <a:lnTo>
                  <a:pt x="2053" y="17281"/>
                </a:lnTo>
                <a:lnTo>
                  <a:pt x="2117" y="17020"/>
                </a:lnTo>
                <a:lnTo>
                  <a:pt x="2117" y="16759"/>
                </a:lnTo>
                <a:lnTo>
                  <a:pt x="2117" y="16498"/>
                </a:lnTo>
                <a:lnTo>
                  <a:pt x="2117" y="16295"/>
                </a:lnTo>
                <a:lnTo>
                  <a:pt x="2117" y="16005"/>
                </a:lnTo>
                <a:lnTo>
                  <a:pt x="2181" y="15744"/>
                </a:lnTo>
                <a:lnTo>
                  <a:pt x="2181" y="15483"/>
                </a:lnTo>
                <a:lnTo>
                  <a:pt x="2181" y="15222"/>
                </a:lnTo>
                <a:lnTo>
                  <a:pt x="2181" y="14961"/>
                </a:lnTo>
                <a:lnTo>
                  <a:pt x="2277" y="14700"/>
                </a:lnTo>
                <a:lnTo>
                  <a:pt x="2277" y="14410"/>
                </a:lnTo>
                <a:lnTo>
                  <a:pt x="2277" y="14149"/>
                </a:lnTo>
                <a:lnTo>
                  <a:pt x="2277" y="13888"/>
                </a:lnTo>
                <a:lnTo>
                  <a:pt x="2277" y="13685"/>
                </a:lnTo>
                <a:lnTo>
                  <a:pt x="2341" y="13424"/>
                </a:lnTo>
                <a:lnTo>
                  <a:pt x="2341" y="13163"/>
                </a:lnTo>
                <a:lnTo>
                  <a:pt x="2341" y="12903"/>
                </a:lnTo>
                <a:lnTo>
                  <a:pt x="2341" y="12642"/>
                </a:lnTo>
                <a:lnTo>
                  <a:pt x="2406" y="12352"/>
                </a:lnTo>
                <a:lnTo>
                  <a:pt x="2406" y="12149"/>
                </a:lnTo>
                <a:lnTo>
                  <a:pt x="2406" y="11888"/>
                </a:lnTo>
                <a:lnTo>
                  <a:pt x="2406" y="11627"/>
                </a:lnTo>
                <a:lnTo>
                  <a:pt x="2406" y="11366"/>
                </a:lnTo>
                <a:lnTo>
                  <a:pt x="2502" y="11163"/>
                </a:lnTo>
                <a:lnTo>
                  <a:pt x="2502" y="10902"/>
                </a:lnTo>
                <a:lnTo>
                  <a:pt x="2502" y="10641"/>
                </a:lnTo>
                <a:lnTo>
                  <a:pt x="2502" y="10380"/>
                </a:lnTo>
                <a:lnTo>
                  <a:pt x="2502" y="10177"/>
                </a:lnTo>
                <a:lnTo>
                  <a:pt x="2566" y="9887"/>
                </a:lnTo>
                <a:lnTo>
                  <a:pt x="2566" y="9626"/>
                </a:lnTo>
                <a:lnTo>
                  <a:pt x="2566" y="9365"/>
                </a:lnTo>
                <a:lnTo>
                  <a:pt x="2566" y="9162"/>
                </a:lnTo>
                <a:lnTo>
                  <a:pt x="2630" y="8901"/>
                </a:lnTo>
                <a:lnTo>
                  <a:pt x="2630" y="8640"/>
                </a:lnTo>
                <a:lnTo>
                  <a:pt x="2630" y="8437"/>
                </a:lnTo>
                <a:lnTo>
                  <a:pt x="2630" y="8176"/>
                </a:lnTo>
                <a:lnTo>
                  <a:pt x="2630" y="7915"/>
                </a:lnTo>
                <a:lnTo>
                  <a:pt x="2694" y="7712"/>
                </a:lnTo>
                <a:lnTo>
                  <a:pt x="2694" y="7451"/>
                </a:lnTo>
                <a:lnTo>
                  <a:pt x="2694" y="7161"/>
                </a:lnTo>
                <a:lnTo>
                  <a:pt x="2694" y="6987"/>
                </a:lnTo>
                <a:lnTo>
                  <a:pt x="2790" y="6697"/>
                </a:lnTo>
                <a:lnTo>
                  <a:pt x="2790" y="6437"/>
                </a:lnTo>
                <a:lnTo>
                  <a:pt x="2790" y="6234"/>
                </a:lnTo>
                <a:lnTo>
                  <a:pt x="2790" y="5973"/>
                </a:lnTo>
                <a:lnTo>
                  <a:pt x="2790" y="5770"/>
                </a:lnTo>
                <a:lnTo>
                  <a:pt x="2855" y="5509"/>
                </a:lnTo>
                <a:lnTo>
                  <a:pt x="2855" y="5248"/>
                </a:lnTo>
                <a:lnTo>
                  <a:pt x="2855" y="5045"/>
                </a:lnTo>
                <a:lnTo>
                  <a:pt x="2855" y="4784"/>
                </a:lnTo>
                <a:lnTo>
                  <a:pt x="2919" y="4581"/>
                </a:lnTo>
                <a:lnTo>
                  <a:pt x="2919" y="4320"/>
                </a:lnTo>
                <a:lnTo>
                  <a:pt x="2919" y="4117"/>
                </a:lnTo>
                <a:lnTo>
                  <a:pt x="2919" y="3856"/>
                </a:lnTo>
                <a:lnTo>
                  <a:pt x="2919" y="3653"/>
                </a:lnTo>
                <a:lnTo>
                  <a:pt x="2983" y="3392"/>
                </a:lnTo>
                <a:lnTo>
                  <a:pt x="2983" y="3189"/>
                </a:lnTo>
                <a:lnTo>
                  <a:pt x="2983" y="2928"/>
                </a:lnTo>
                <a:lnTo>
                  <a:pt x="2983" y="2725"/>
                </a:lnTo>
                <a:lnTo>
                  <a:pt x="3079" y="2464"/>
                </a:lnTo>
                <a:lnTo>
                  <a:pt x="3079" y="2261"/>
                </a:lnTo>
                <a:lnTo>
                  <a:pt x="3079" y="2000"/>
                </a:lnTo>
                <a:lnTo>
                  <a:pt x="3079" y="1797"/>
                </a:lnTo>
                <a:lnTo>
                  <a:pt x="3079" y="1536"/>
                </a:lnTo>
                <a:lnTo>
                  <a:pt x="3143" y="1333"/>
                </a:lnTo>
                <a:lnTo>
                  <a:pt x="3143" y="1130"/>
                </a:lnTo>
                <a:lnTo>
                  <a:pt x="3143" y="869"/>
                </a:lnTo>
                <a:lnTo>
                  <a:pt x="3143" y="666"/>
                </a:lnTo>
                <a:lnTo>
                  <a:pt x="3208" y="405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5087227" y="3222139"/>
            <a:ext cx="3208" cy="33054"/>
          </a:xfrm>
          <a:custGeom>
            <a:avLst/>
            <a:gdLst/>
            <a:ahLst/>
            <a:cxnLst/>
            <a:rect l="l" t="t" r="r" b="b"/>
            <a:pathLst>
              <a:path w="3208" h="33054">
                <a:moveTo>
                  <a:pt x="0" y="33054"/>
                </a:moveTo>
                <a:lnTo>
                  <a:pt x="0" y="32793"/>
                </a:lnTo>
                <a:lnTo>
                  <a:pt x="0" y="32591"/>
                </a:lnTo>
                <a:lnTo>
                  <a:pt x="96" y="32388"/>
                </a:lnTo>
                <a:lnTo>
                  <a:pt x="96" y="32127"/>
                </a:lnTo>
                <a:lnTo>
                  <a:pt x="96" y="31924"/>
                </a:lnTo>
                <a:lnTo>
                  <a:pt x="96" y="31721"/>
                </a:lnTo>
                <a:lnTo>
                  <a:pt x="96" y="31460"/>
                </a:lnTo>
                <a:lnTo>
                  <a:pt x="160" y="31257"/>
                </a:lnTo>
                <a:lnTo>
                  <a:pt x="160" y="31054"/>
                </a:lnTo>
                <a:lnTo>
                  <a:pt x="160" y="30793"/>
                </a:lnTo>
                <a:lnTo>
                  <a:pt x="160" y="30590"/>
                </a:lnTo>
                <a:lnTo>
                  <a:pt x="224" y="30387"/>
                </a:lnTo>
                <a:lnTo>
                  <a:pt x="224" y="30126"/>
                </a:lnTo>
                <a:lnTo>
                  <a:pt x="224" y="29923"/>
                </a:lnTo>
                <a:lnTo>
                  <a:pt x="224" y="29720"/>
                </a:lnTo>
                <a:lnTo>
                  <a:pt x="224" y="29517"/>
                </a:lnTo>
                <a:lnTo>
                  <a:pt x="288" y="29314"/>
                </a:lnTo>
                <a:lnTo>
                  <a:pt x="288" y="29053"/>
                </a:lnTo>
                <a:lnTo>
                  <a:pt x="288" y="28850"/>
                </a:lnTo>
                <a:lnTo>
                  <a:pt x="288" y="28647"/>
                </a:lnTo>
                <a:lnTo>
                  <a:pt x="384" y="28473"/>
                </a:lnTo>
                <a:lnTo>
                  <a:pt x="384" y="28183"/>
                </a:lnTo>
                <a:lnTo>
                  <a:pt x="384" y="27980"/>
                </a:lnTo>
                <a:lnTo>
                  <a:pt x="384" y="27806"/>
                </a:lnTo>
                <a:lnTo>
                  <a:pt x="384" y="27603"/>
                </a:lnTo>
                <a:lnTo>
                  <a:pt x="449" y="27400"/>
                </a:lnTo>
                <a:lnTo>
                  <a:pt x="449" y="27197"/>
                </a:lnTo>
                <a:lnTo>
                  <a:pt x="449" y="26994"/>
                </a:lnTo>
                <a:lnTo>
                  <a:pt x="449" y="26733"/>
                </a:lnTo>
                <a:lnTo>
                  <a:pt x="513" y="26530"/>
                </a:lnTo>
                <a:lnTo>
                  <a:pt x="513" y="26327"/>
                </a:lnTo>
                <a:lnTo>
                  <a:pt x="513" y="26124"/>
                </a:lnTo>
                <a:lnTo>
                  <a:pt x="513" y="25922"/>
                </a:lnTo>
                <a:lnTo>
                  <a:pt x="513" y="25748"/>
                </a:lnTo>
                <a:lnTo>
                  <a:pt x="577" y="25545"/>
                </a:lnTo>
                <a:lnTo>
                  <a:pt x="577" y="25342"/>
                </a:lnTo>
                <a:lnTo>
                  <a:pt x="577" y="25139"/>
                </a:lnTo>
                <a:lnTo>
                  <a:pt x="577" y="24936"/>
                </a:lnTo>
                <a:lnTo>
                  <a:pt x="673" y="24733"/>
                </a:lnTo>
                <a:lnTo>
                  <a:pt x="673" y="24530"/>
                </a:lnTo>
                <a:lnTo>
                  <a:pt x="673" y="24327"/>
                </a:lnTo>
                <a:lnTo>
                  <a:pt x="673" y="24066"/>
                </a:lnTo>
                <a:lnTo>
                  <a:pt x="673" y="23863"/>
                </a:lnTo>
                <a:lnTo>
                  <a:pt x="737" y="23660"/>
                </a:lnTo>
                <a:lnTo>
                  <a:pt x="737" y="23486"/>
                </a:lnTo>
                <a:lnTo>
                  <a:pt x="737" y="23341"/>
                </a:lnTo>
                <a:lnTo>
                  <a:pt x="737" y="23138"/>
                </a:lnTo>
                <a:lnTo>
                  <a:pt x="802" y="22935"/>
                </a:lnTo>
                <a:lnTo>
                  <a:pt x="802" y="22732"/>
                </a:lnTo>
                <a:lnTo>
                  <a:pt x="802" y="22529"/>
                </a:lnTo>
                <a:lnTo>
                  <a:pt x="802" y="22355"/>
                </a:lnTo>
                <a:lnTo>
                  <a:pt x="802" y="22152"/>
                </a:lnTo>
                <a:lnTo>
                  <a:pt x="898" y="21949"/>
                </a:lnTo>
                <a:lnTo>
                  <a:pt x="898" y="21746"/>
                </a:lnTo>
                <a:lnTo>
                  <a:pt x="898" y="21543"/>
                </a:lnTo>
                <a:lnTo>
                  <a:pt x="898" y="21340"/>
                </a:lnTo>
                <a:lnTo>
                  <a:pt x="898" y="21137"/>
                </a:lnTo>
                <a:lnTo>
                  <a:pt x="962" y="20934"/>
                </a:lnTo>
                <a:lnTo>
                  <a:pt x="962" y="20615"/>
                </a:lnTo>
                <a:lnTo>
                  <a:pt x="962" y="20412"/>
                </a:lnTo>
                <a:lnTo>
                  <a:pt x="1026" y="20209"/>
                </a:lnTo>
                <a:lnTo>
                  <a:pt x="1026" y="20006"/>
                </a:lnTo>
                <a:lnTo>
                  <a:pt x="1026" y="19803"/>
                </a:lnTo>
                <a:lnTo>
                  <a:pt x="1026" y="19485"/>
                </a:lnTo>
                <a:lnTo>
                  <a:pt x="1090" y="19282"/>
                </a:lnTo>
                <a:lnTo>
                  <a:pt x="1090" y="19079"/>
                </a:lnTo>
                <a:lnTo>
                  <a:pt x="1090" y="18876"/>
                </a:lnTo>
                <a:lnTo>
                  <a:pt x="1186" y="18557"/>
                </a:lnTo>
                <a:lnTo>
                  <a:pt x="1186" y="18354"/>
                </a:lnTo>
                <a:lnTo>
                  <a:pt x="1186" y="18151"/>
                </a:lnTo>
                <a:lnTo>
                  <a:pt x="1186" y="18006"/>
                </a:lnTo>
                <a:lnTo>
                  <a:pt x="1186" y="17832"/>
                </a:lnTo>
                <a:lnTo>
                  <a:pt x="1251" y="17629"/>
                </a:lnTo>
                <a:lnTo>
                  <a:pt x="1251" y="17426"/>
                </a:lnTo>
                <a:lnTo>
                  <a:pt x="1251" y="17281"/>
                </a:lnTo>
                <a:lnTo>
                  <a:pt x="1251" y="17078"/>
                </a:lnTo>
                <a:lnTo>
                  <a:pt x="1315" y="16875"/>
                </a:lnTo>
                <a:lnTo>
                  <a:pt x="1315" y="16556"/>
                </a:lnTo>
                <a:lnTo>
                  <a:pt x="1315" y="16353"/>
                </a:lnTo>
                <a:lnTo>
                  <a:pt x="1411" y="16034"/>
                </a:lnTo>
                <a:lnTo>
                  <a:pt x="1411" y="15831"/>
                </a:lnTo>
                <a:lnTo>
                  <a:pt x="1411" y="15686"/>
                </a:lnTo>
                <a:lnTo>
                  <a:pt x="1411" y="15483"/>
                </a:lnTo>
                <a:lnTo>
                  <a:pt x="1475" y="15164"/>
                </a:lnTo>
                <a:lnTo>
                  <a:pt x="1475" y="14961"/>
                </a:lnTo>
                <a:lnTo>
                  <a:pt x="1475" y="14816"/>
                </a:lnTo>
                <a:lnTo>
                  <a:pt x="1475" y="14642"/>
                </a:lnTo>
                <a:lnTo>
                  <a:pt x="1539" y="14497"/>
                </a:lnTo>
                <a:lnTo>
                  <a:pt x="1539" y="14294"/>
                </a:lnTo>
                <a:lnTo>
                  <a:pt x="1539" y="14149"/>
                </a:lnTo>
                <a:lnTo>
                  <a:pt x="1539" y="13975"/>
                </a:lnTo>
                <a:lnTo>
                  <a:pt x="1604" y="13830"/>
                </a:lnTo>
                <a:lnTo>
                  <a:pt x="1604" y="13627"/>
                </a:lnTo>
                <a:lnTo>
                  <a:pt x="1604" y="13308"/>
                </a:lnTo>
                <a:lnTo>
                  <a:pt x="1604" y="13163"/>
                </a:lnTo>
                <a:lnTo>
                  <a:pt x="1700" y="12961"/>
                </a:lnTo>
                <a:lnTo>
                  <a:pt x="1700" y="12642"/>
                </a:lnTo>
                <a:lnTo>
                  <a:pt x="1700" y="12497"/>
                </a:lnTo>
                <a:lnTo>
                  <a:pt x="1700" y="12294"/>
                </a:lnTo>
                <a:lnTo>
                  <a:pt x="1764" y="12033"/>
                </a:lnTo>
                <a:lnTo>
                  <a:pt x="1764" y="11830"/>
                </a:lnTo>
                <a:lnTo>
                  <a:pt x="1828" y="11511"/>
                </a:lnTo>
                <a:lnTo>
                  <a:pt x="1828" y="11366"/>
                </a:lnTo>
                <a:lnTo>
                  <a:pt x="1828" y="11047"/>
                </a:lnTo>
                <a:lnTo>
                  <a:pt x="1828" y="10902"/>
                </a:lnTo>
                <a:lnTo>
                  <a:pt x="1892" y="10699"/>
                </a:lnTo>
                <a:lnTo>
                  <a:pt x="1892" y="10438"/>
                </a:lnTo>
                <a:lnTo>
                  <a:pt x="1892" y="10235"/>
                </a:lnTo>
                <a:lnTo>
                  <a:pt x="1988" y="9974"/>
                </a:lnTo>
                <a:lnTo>
                  <a:pt x="1988" y="9829"/>
                </a:lnTo>
                <a:lnTo>
                  <a:pt x="1988" y="9655"/>
                </a:lnTo>
                <a:lnTo>
                  <a:pt x="1988" y="9510"/>
                </a:lnTo>
                <a:lnTo>
                  <a:pt x="2053" y="9365"/>
                </a:lnTo>
                <a:lnTo>
                  <a:pt x="2053" y="9162"/>
                </a:lnTo>
                <a:lnTo>
                  <a:pt x="2053" y="8901"/>
                </a:lnTo>
                <a:lnTo>
                  <a:pt x="2117" y="8640"/>
                </a:lnTo>
                <a:lnTo>
                  <a:pt x="2117" y="8437"/>
                </a:lnTo>
                <a:lnTo>
                  <a:pt x="2117" y="8176"/>
                </a:lnTo>
                <a:lnTo>
                  <a:pt x="2213" y="8031"/>
                </a:lnTo>
                <a:lnTo>
                  <a:pt x="2213" y="7712"/>
                </a:lnTo>
                <a:lnTo>
                  <a:pt x="2213" y="7567"/>
                </a:lnTo>
                <a:lnTo>
                  <a:pt x="2277" y="7306"/>
                </a:lnTo>
                <a:lnTo>
                  <a:pt x="2277" y="7045"/>
                </a:lnTo>
                <a:lnTo>
                  <a:pt x="2277" y="6900"/>
                </a:lnTo>
                <a:lnTo>
                  <a:pt x="2341" y="6726"/>
                </a:lnTo>
                <a:lnTo>
                  <a:pt x="2341" y="6581"/>
                </a:lnTo>
                <a:lnTo>
                  <a:pt x="2341" y="6437"/>
                </a:lnTo>
                <a:lnTo>
                  <a:pt x="2406" y="6176"/>
                </a:lnTo>
                <a:lnTo>
                  <a:pt x="2406" y="5915"/>
                </a:lnTo>
                <a:lnTo>
                  <a:pt x="2406" y="5654"/>
                </a:lnTo>
                <a:lnTo>
                  <a:pt x="2502" y="5509"/>
                </a:lnTo>
                <a:lnTo>
                  <a:pt x="2502" y="5248"/>
                </a:lnTo>
                <a:lnTo>
                  <a:pt x="2502" y="4987"/>
                </a:lnTo>
                <a:lnTo>
                  <a:pt x="2566" y="4842"/>
                </a:lnTo>
                <a:lnTo>
                  <a:pt x="2566" y="4581"/>
                </a:lnTo>
                <a:lnTo>
                  <a:pt x="2630" y="4320"/>
                </a:lnTo>
                <a:lnTo>
                  <a:pt x="2630" y="4175"/>
                </a:lnTo>
                <a:lnTo>
                  <a:pt x="2630" y="3914"/>
                </a:lnTo>
                <a:lnTo>
                  <a:pt x="2726" y="3711"/>
                </a:lnTo>
                <a:lnTo>
                  <a:pt x="2726" y="3450"/>
                </a:lnTo>
                <a:lnTo>
                  <a:pt x="2790" y="3189"/>
                </a:lnTo>
                <a:lnTo>
                  <a:pt x="2790" y="3044"/>
                </a:lnTo>
                <a:lnTo>
                  <a:pt x="2790" y="2870"/>
                </a:lnTo>
                <a:lnTo>
                  <a:pt x="2790" y="2725"/>
                </a:lnTo>
                <a:lnTo>
                  <a:pt x="2855" y="2580"/>
                </a:lnTo>
                <a:lnTo>
                  <a:pt x="2855" y="2319"/>
                </a:lnTo>
                <a:lnTo>
                  <a:pt x="2919" y="2116"/>
                </a:lnTo>
                <a:lnTo>
                  <a:pt x="2919" y="1855"/>
                </a:lnTo>
                <a:lnTo>
                  <a:pt x="2919" y="1652"/>
                </a:lnTo>
                <a:lnTo>
                  <a:pt x="3015" y="1391"/>
                </a:lnTo>
                <a:lnTo>
                  <a:pt x="3015" y="1188"/>
                </a:lnTo>
                <a:lnTo>
                  <a:pt x="3079" y="985"/>
                </a:lnTo>
                <a:lnTo>
                  <a:pt x="3079" y="724"/>
                </a:lnTo>
                <a:lnTo>
                  <a:pt x="3143" y="521"/>
                </a:lnTo>
                <a:lnTo>
                  <a:pt x="3143" y="318"/>
                </a:lnTo>
                <a:lnTo>
                  <a:pt x="3208" y="5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5090435" y="3213035"/>
            <a:ext cx="3240" cy="9104"/>
          </a:xfrm>
          <a:custGeom>
            <a:avLst/>
            <a:gdLst/>
            <a:ahLst/>
            <a:cxnLst/>
            <a:rect l="l" t="t" r="r" b="b"/>
            <a:pathLst>
              <a:path w="3240" h="9104">
                <a:moveTo>
                  <a:pt x="0" y="9104"/>
                </a:moveTo>
                <a:lnTo>
                  <a:pt x="0" y="8959"/>
                </a:lnTo>
                <a:lnTo>
                  <a:pt x="0" y="8785"/>
                </a:lnTo>
                <a:lnTo>
                  <a:pt x="96" y="8582"/>
                </a:lnTo>
                <a:lnTo>
                  <a:pt x="96" y="8437"/>
                </a:lnTo>
                <a:lnTo>
                  <a:pt x="96" y="8234"/>
                </a:lnTo>
                <a:lnTo>
                  <a:pt x="160" y="8031"/>
                </a:lnTo>
                <a:lnTo>
                  <a:pt x="160" y="7828"/>
                </a:lnTo>
                <a:lnTo>
                  <a:pt x="224" y="7654"/>
                </a:lnTo>
                <a:lnTo>
                  <a:pt x="224" y="7509"/>
                </a:lnTo>
                <a:lnTo>
                  <a:pt x="224" y="7364"/>
                </a:lnTo>
                <a:lnTo>
                  <a:pt x="320" y="7161"/>
                </a:lnTo>
                <a:lnTo>
                  <a:pt x="320" y="6987"/>
                </a:lnTo>
                <a:lnTo>
                  <a:pt x="384" y="6842"/>
                </a:lnTo>
                <a:lnTo>
                  <a:pt x="384" y="6697"/>
                </a:lnTo>
                <a:lnTo>
                  <a:pt x="449" y="6437"/>
                </a:lnTo>
                <a:lnTo>
                  <a:pt x="449" y="6176"/>
                </a:lnTo>
                <a:lnTo>
                  <a:pt x="513" y="6031"/>
                </a:lnTo>
                <a:lnTo>
                  <a:pt x="513" y="5857"/>
                </a:lnTo>
                <a:lnTo>
                  <a:pt x="609" y="5654"/>
                </a:lnTo>
                <a:lnTo>
                  <a:pt x="609" y="5509"/>
                </a:lnTo>
                <a:lnTo>
                  <a:pt x="673" y="5306"/>
                </a:lnTo>
                <a:lnTo>
                  <a:pt x="673" y="5103"/>
                </a:lnTo>
                <a:lnTo>
                  <a:pt x="737" y="4929"/>
                </a:lnTo>
                <a:lnTo>
                  <a:pt x="737" y="4784"/>
                </a:lnTo>
                <a:lnTo>
                  <a:pt x="802" y="4639"/>
                </a:lnTo>
                <a:lnTo>
                  <a:pt x="802" y="4378"/>
                </a:lnTo>
                <a:lnTo>
                  <a:pt x="898" y="4175"/>
                </a:lnTo>
                <a:lnTo>
                  <a:pt x="898" y="3972"/>
                </a:lnTo>
                <a:lnTo>
                  <a:pt x="962" y="3798"/>
                </a:lnTo>
                <a:lnTo>
                  <a:pt x="1026" y="3653"/>
                </a:lnTo>
                <a:lnTo>
                  <a:pt x="1026" y="3508"/>
                </a:lnTo>
                <a:lnTo>
                  <a:pt x="1122" y="3305"/>
                </a:lnTo>
                <a:lnTo>
                  <a:pt x="1122" y="3131"/>
                </a:lnTo>
                <a:lnTo>
                  <a:pt x="1186" y="2986"/>
                </a:lnTo>
                <a:lnTo>
                  <a:pt x="1186" y="2841"/>
                </a:lnTo>
                <a:lnTo>
                  <a:pt x="1251" y="2667"/>
                </a:lnTo>
                <a:lnTo>
                  <a:pt x="1315" y="2522"/>
                </a:lnTo>
                <a:lnTo>
                  <a:pt x="1315" y="2377"/>
                </a:lnTo>
                <a:lnTo>
                  <a:pt x="1411" y="2174"/>
                </a:lnTo>
                <a:lnTo>
                  <a:pt x="1475" y="2000"/>
                </a:lnTo>
                <a:lnTo>
                  <a:pt x="1475" y="1855"/>
                </a:lnTo>
                <a:lnTo>
                  <a:pt x="1539" y="1710"/>
                </a:lnTo>
                <a:lnTo>
                  <a:pt x="1636" y="1536"/>
                </a:lnTo>
                <a:lnTo>
                  <a:pt x="1636" y="1449"/>
                </a:lnTo>
                <a:lnTo>
                  <a:pt x="1700" y="1246"/>
                </a:lnTo>
                <a:lnTo>
                  <a:pt x="1764" y="1188"/>
                </a:lnTo>
                <a:lnTo>
                  <a:pt x="1764" y="1043"/>
                </a:lnTo>
                <a:lnTo>
                  <a:pt x="1828" y="927"/>
                </a:lnTo>
                <a:lnTo>
                  <a:pt x="1924" y="782"/>
                </a:lnTo>
                <a:lnTo>
                  <a:pt x="2053" y="579"/>
                </a:lnTo>
                <a:lnTo>
                  <a:pt x="2053" y="521"/>
                </a:lnTo>
                <a:lnTo>
                  <a:pt x="2213" y="405"/>
                </a:lnTo>
                <a:lnTo>
                  <a:pt x="2277" y="260"/>
                </a:lnTo>
                <a:lnTo>
                  <a:pt x="2341" y="115"/>
                </a:lnTo>
                <a:lnTo>
                  <a:pt x="2502" y="57"/>
                </a:lnTo>
                <a:lnTo>
                  <a:pt x="2566" y="0"/>
                </a:lnTo>
                <a:lnTo>
                  <a:pt x="2726" y="0"/>
                </a:lnTo>
                <a:lnTo>
                  <a:pt x="2855" y="0"/>
                </a:lnTo>
                <a:lnTo>
                  <a:pt x="3015" y="57"/>
                </a:lnTo>
                <a:lnTo>
                  <a:pt x="3143" y="115"/>
                </a:lnTo>
              </a:path>
            </a:pathLst>
          </a:custGeom>
          <a:ln w="4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5093675" y="3213238"/>
            <a:ext cx="3111" cy="14874"/>
          </a:xfrm>
          <a:custGeom>
            <a:avLst/>
            <a:gdLst/>
            <a:ahLst/>
            <a:cxnLst/>
            <a:rect l="l" t="t" r="r" b="b"/>
            <a:pathLst>
              <a:path w="3111" h="14874">
                <a:moveTo>
                  <a:pt x="0" y="0"/>
                </a:moveTo>
                <a:lnTo>
                  <a:pt x="128" y="202"/>
                </a:lnTo>
                <a:lnTo>
                  <a:pt x="192" y="376"/>
                </a:lnTo>
                <a:lnTo>
                  <a:pt x="288" y="521"/>
                </a:lnTo>
                <a:lnTo>
                  <a:pt x="352" y="666"/>
                </a:lnTo>
                <a:lnTo>
                  <a:pt x="513" y="782"/>
                </a:lnTo>
                <a:lnTo>
                  <a:pt x="513" y="927"/>
                </a:lnTo>
                <a:lnTo>
                  <a:pt x="577" y="1130"/>
                </a:lnTo>
                <a:lnTo>
                  <a:pt x="641" y="1333"/>
                </a:lnTo>
                <a:lnTo>
                  <a:pt x="705" y="1507"/>
                </a:lnTo>
                <a:lnTo>
                  <a:pt x="802" y="1652"/>
                </a:lnTo>
                <a:lnTo>
                  <a:pt x="866" y="1797"/>
                </a:lnTo>
                <a:lnTo>
                  <a:pt x="866" y="1971"/>
                </a:lnTo>
                <a:lnTo>
                  <a:pt x="930" y="2116"/>
                </a:lnTo>
                <a:lnTo>
                  <a:pt x="994" y="2261"/>
                </a:lnTo>
                <a:lnTo>
                  <a:pt x="994" y="2464"/>
                </a:lnTo>
                <a:lnTo>
                  <a:pt x="1090" y="2638"/>
                </a:lnTo>
                <a:lnTo>
                  <a:pt x="1154" y="2783"/>
                </a:lnTo>
                <a:lnTo>
                  <a:pt x="1154" y="2928"/>
                </a:lnTo>
                <a:lnTo>
                  <a:pt x="1219" y="3102"/>
                </a:lnTo>
                <a:lnTo>
                  <a:pt x="1219" y="3247"/>
                </a:lnTo>
                <a:lnTo>
                  <a:pt x="1315" y="3392"/>
                </a:lnTo>
                <a:lnTo>
                  <a:pt x="1315" y="3595"/>
                </a:lnTo>
                <a:lnTo>
                  <a:pt x="1379" y="3769"/>
                </a:lnTo>
                <a:lnTo>
                  <a:pt x="1443" y="3914"/>
                </a:lnTo>
                <a:lnTo>
                  <a:pt x="1443" y="4059"/>
                </a:lnTo>
                <a:lnTo>
                  <a:pt x="1443" y="4233"/>
                </a:lnTo>
                <a:lnTo>
                  <a:pt x="1507" y="4378"/>
                </a:lnTo>
                <a:lnTo>
                  <a:pt x="1507" y="4523"/>
                </a:lnTo>
                <a:lnTo>
                  <a:pt x="1604" y="4784"/>
                </a:lnTo>
                <a:lnTo>
                  <a:pt x="1668" y="4987"/>
                </a:lnTo>
                <a:lnTo>
                  <a:pt x="1668" y="5190"/>
                </a:lnTo>
                <a:lnTo>
                  <a:pt x="1732" y="5364"/>
                </a:lnTo>
                <a:lnTo>
                  <a:pt x="1732" y="5567"/>
                </a:lnTo>
                <a:lnTo>
                  <a:pt x="1828" y="5712"/>
                </a:lnTo>
                <a:lnTo>
                  <a:pt x="1828" y="5915"/>
                </a:lnTo>
                <a:lnTo>
                  <a:pt x="1892" y="6176"/>
                </a:lnTo>
                <a:lnTo>
                  <a:pt x="1892" y="6321"/>
                </a:lnTo>
                <a:lnTo>
                  <a:pt x="1956" y="6495"/>
                </a:lnTo>
                <a:lnTo>
                  <a:pt x="1956" y="6639"/>
                </a:lnTo>
                <a:lnTo>
                  <a:pt x="1956" y="6784"/>
                </a:lnTo>
                <a:lnTo>
                  <a:pt x="2021" y="6958"/>
                </a:lnTo>
                <a:lnTo>
                  <a:pt x="2021" y="7103"/>
                </a:lnTo>
                <a:lnTo>
                  <a:pt x="2021" y="7248"/>
                </a:lnTo>
                <a:lnTo>
                  <a:pt x="2117" y="7451"/>
                </a:lnTo>
                <a:lnTo>
                  <a:pt x="2117" y="7712"/>
                </a:lnTo>
                <a:lnTo>
                  <a:pt x="2181" y="7915"/>
                </a:lnTo>
                <a:lnTo>
                  <a:pt x="2181" y="8089"/>
                </a:lnTo>
                <a:lnTo>
                  <a:pt x="2245" y="8292"/>
                </a:lnTo>
                <a:lnTo>
                  <a:pt x="2245" y="8495"/>
                </a:lnTo>
                <a:lnTo>
                  <a:pt x="2309" y="8698"/>
                </a:lnTo>
                <a:lnTo>
                  <a:pt x="2309" y="8901"/>
                </a:lnTo>
                <a:lnTo>
                  <a:pt x="2406" y="9104"/>
                </a:lnTo>
                <a:lnTo>
                  <a:pt x="2406" y="9307"/>
                </a:lnTo>
                <a:lnTo>
                  <a:pt x="2406" y="9510"/>
                </a:lnTo>
                <a:lnTo>
                  <a:pt x="2470" y="9771"/>
                </a:lnTo>
                <a:lnTo>
                  <a:pt x="2470" y="9974"/>
                </a:lnTo>
                <a:lnTo>
                  <a:pt x="2534" y="10177"/>
                </a:lnTo>
                <a:lnTo>
                  <a:pt x="2534" y="10351"/>
                </a:lnTo>
                <a:lnTo>
                  <a:pt x="2534" y="10496"/>
                </a:lnTo>
                <a:lnTo>
                  <a:pt x="2630" y="10641"/>
                </a:lnTo>
                <a:lnTo>
                  <a:pt x="2630" y="10815"/>
                </a:lnTo>
                <a:lnTo>
                  <a:pt x="2630" y="10960"/>
                </a:lnTo>
                <a:lnTo>
                  <a:pt x="2630" y="11105"/>
                </a:lnTo>
                <a:lnTo>
                  <a:pt x="2694" y="11308"/>
                </a:lnTo>
                <a:lnTo>
                  <a:pt x="2694" y="11569"/>
                </a:lnTo>
                <a:lnTo>
                  <a:pt x="2758" y="11772"/>
                </a:lnTo>
                <a:lnTo>
                  <a:pt x="2758" y="12033"/>
                </a:lnTo>
                <a:lnTo>
                  <a:pt x="2823" y="12236"/>
                </a:lnTo>
                <a:lnTo>
                  <a:pt x="2823" y="12497"/>
                </a:lnTo>
                <a:lnTo>
                  <a:pt x="2919" y="12700"/>
                </a:lnTo>
                <a:lnTo>
                  <a:pt x="2919" y="12961"/>
                </a:lnTo>
                <a:lnTo>
                  <a:pt x="2919" y="13221"/>
                </a:lnTo>
                <a:lnTo>
                  <a:pt x="2983" y="13366"/>
                </a:lnTo>
                <a:lnTo>
                  <a:pt x="2983" y="13627"/>
                </a:lnTo>
                <a:lnTo>
                  <a:pt x="3047" y="13830"/>
                </a:lnTo>
                <a:lnTo>
                  <a:pt x="3047" y="14091"/>
                </a:lnTo>
                <a:lnTo>
                  <a:pt x="3047" y="14352"/>
                </a:lnTo>
                <a:lnTo>
                  <a:pt x="3111" y="14497"/>
                </a:lnTo>
                <a:lnTo>
                  <a:pt x="3111" y="14758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5096787" y="3228112"/>
            <a:ext cx="3240" cy="36244"/>
          </a:xfrm>
          <a:custGeom>
            <a:avLst/>
            <a:gdLst/>
            <a:ahLst/>
            <a:cxnLst/>
            <a:rect l="l" t="t" r="r" b="b"/>
            <a:pathLst>
              <a:path w="3240" h="36244">
                <a:moveTo>
                  <a:pt x="0" y="0"/>
                </a:moveTo>
                <a:lnTo>
                  <a:pt x="96" y="144"/>
                </a:lnTo>
                <a:lnTo>
                  <a:pt x="96" y="289"/>
                </a:lnTo>
                <a:lnTo>
                  <a:pt x="96" y="550"/>
                </a:lnTo>
                <a:lnTo>
                  <a:pt x="160" y="811"/>
                </a:lnTo>
                <a:lnTo>
                  <a:pt x="160" y="1072"/>
                </a:lnTo>
                <a:lnTo>
                  <a:pt x="160" y="1217"/>
                </a:lnTo>
                <a:lnTo>
                  <a:pt x="224" y="1478"/>
                </a:lnTo>
                <a:lnTo>
                  <a:pt x="224" y="1739"/>
                </a:lnTo>
                <a:lnTo>
                  <a:pt x="224" y="1884"/>
                </a:lnTo>
                <a:lnTo>
                  <a:pt x="320" y="2203"/>
                </a:lnTo>
                <a:lnTo>
                  <a:pt x="320" y="2348"/>
                </a:lnTo>
                <a:lnTo>
                  <a:pt x="320" y="2609"/>
                </a:lnTo>
                <a:lnTo>
                  <a:pt x="384" y="2870"/>
                </a:lnTo>
                <a:lnTo>
                  <a:pt x="384" y="3015"/>
                </a:lnTo>
                <a:lnTo>
                  <a:pt x="449" y="3334"/>
                </a:lnTo>
                <a:lnTo>
                  <a:pt x="449" y="3479"/>
                </a:lnTo>
                <a:lnTo>
                  <a:pt x="449" y="3740"/>
                </a:lnTo>
                <a:lnTo>
                  <a:pt x="513" y="4059"/>
                </a:lnTo>
                <a:lnTo>
                  <a:pt x="513" y="4204"/>
                </a:lnTo>
                <a:lnTo>
                  <a:pt x="513" y="4465"/>
                </a:lnTo>
                <a:lnTo>
                  <a:pt x="609" y="4668"/>
                </a:lnTo>
                <a:lnTo>
                  <a:pt x="609" y="4813"/>
                </a:lnTo>
                <a:lnTo>
                  <a:pt x="609" y="5074"/>
                </a:lnTo>
                <a:lnTo>
                  <a:pt x="609" y="5277"/>
                </a:lnTo>
                <a:lnTo>
                  <a:pt x="673" y="5538"/>
                </a:lnTo>
                <a:lnTo>
                  <a:pt x="673" y="5857"/>
                </a:lnTo>
                <a:lnTo>
                  <a:pt x="737" y="6002"/>
                </a:lnTo>
                <a:lnTo>
                  <a:pt x="737" y="6321"/>
                </a:lnTo>
                <a:lnTo>
                  <a:pt x="737" y="6466"/>
                </a:lnTo>
                <a:lnTo>
                  <a:pt x="834" y="6784"/>
                </a:lnTo>
                <a:lnTo>
                  <a:pt x="834" y="6929"/>
                </a:lnTo>
                <a:lnTo>
                  <a:pt x="834" y="7248"/>
                </a:lnTo>
                <a:lnTo>
                  <a:pt x="898" y="7393"/>
                </a:lnTo>
                <a:lnTo>
                  <a:pt x="898" y="7596"/>
                </a:lnTo>
                <a:lnTo>
                  <a:pt x="898" y="7857"/>
                </a:lnTo>
                <a:lnTo>
                  <a:pt x="898" y="8060"/>
                </a:lnTo>
                <a:lnTo>
                  <a:pt x="962" y="8379"/>
                </a:lnTo>
                <a:lnTo>
                  <a:pt x="962" y="8524"/>
                </a:lnTo>
                <a:lnTo>
                  <a:pt x="962" y="8669"/>
                </a:lnTo>
                <a:lnTo>
                  <a:pt x="962" y="8843"/>
                </a:lnTo>
                <a:lnTo>
                  <a:pt x="1026" y="8988"/>
                </a:lnTo>
                <a:lnTo>
                  <a:pt x="1026" y="9191"/>
                </a:lnTo>
                <a:lnTo>
                  <a:pt x="1026" y="9510"/>
                </a:lnTo>
                <a:lnTo>
                  <a:pt x="1122" y="9655"/>
                </a:lnTo>
                <a:lnTo>
                  <a:pt x="1122" y="9858"/>
                </a:lnTo>
                <a:lnTo>
                  <a:pt x="1122" y="10177"/>
                </a:lnTo>
                <a:lnTo>
                  <a:pt x="1122" y="10322"/>
                </a:lnTo>
                <a:lnTo>
                  <a:pt x="1186" y="10525"/>
                </a:lnTo>
                <a:lnTo>
                  <a:pt x="1186" y="10844"/>
                </a:lnTo>
                <a:lnTo>
                  <a:pt x="1186" y="10989"/>
                </a:lnTo>
                <a:lnTo>
                  <a:pt x="1251" y="11192"/>
                </a:lnTo>
                <a:lnTo>
                  <a:pt x="1251" y="11395"/>
                </a:lnTo>
                <a:lnTo>
                  <a:pt x="1251" y="11714"/>
                </a:lnTo>
                <a:lnTo>
                  <a:pt x="1251" y="11859"/>
                </a:lnTo>
                <a:lnTo>
                  <a:pt x="1315" y="12033"/>
                </a:lnTo>
                <a:lnTo>
                  <a:pt x="1315" y="12236"/>
                </a:lnTo>
                <a:lnTo>
                  <a:pt x="1315" y="12381"/>
                </a:lnTo>
                <a:lnTo>
                  <a:pt x="1315" y="12584"/>
                </a:lnTo>
                <a:lnTo>
                  <a:pt x="1411" y="12903"/>
                </a:lnTo>
                <a:lnTo>
                  <a:pt x="1411" y="13105"/>
                </a:lnTo>
                <a:lnTo>
                  <a:pt x="1411" y="13250"/>
                </a:lnTo>
                <a:lnTo>
                  <a:pt x="1411" y="13453"/>
                </a:lnTo>
                <a:lnTo>
                  <a:pt x="1475" y="13656"/>
                </a:lnTo>
                <a:lnTo>
                  <a:pt x="1475" y="13975"/>
                </a:lnTo>
                <a:lnTo>
                  <a:pt x="1475" y="14178"/>
                </a:lnTo>
                <a:lnTo>
                  <a:pt x="1539" y="14497"/>
                </a:lnTo>
                <a:lnTo>
                  <a:pt x="1539" y="14700"/>
                </a:lnTo>
                <a:lnTo>
                  <a:pt x="1539" y="14903"/>
                </a:lnTo>
                <a:lnTo>
                  <a:pt x="1539" y="15048"/>
                </a:lnTo>
                <a:lnTo>
                  <a:pt x="1636" y="15251"/>
                </a:lnTo>
                <a:lnTo>
                  <a:pt x="1636" y="15425"/>
                </a:lnTo>
                <a:lnTo>
                  <a:pt x="1636" y="15570"/>
                </a:lnTo>
                <a:lnTo>
                  <a:pt x="1636" y="15773"/>
                </a:lnTo>
                <a:lnTo>
                  <a:pt x="1700" y="15976"/>
                </a:lnTo>
                <a:lnTo>
                  <a:pt x="1700" y="16179"/>
                </a:lnTo>
                <a:lnTo>
                  <a:pt x="1700" y="16382"/>
                </a:lnTo>
                <a:lnTo>
                  <a:pt x="1700" y="16701"/>
                </a:lnTo>
                <a:lnTo>
                  <a:pt x="1764" y="16904"/>
                </a:lnTo>
                <a:lnTo>
                  <a:pt x="1764" y="17107"/>
                </a:lnTo>
                <a:lnTo>
                  <a:pt x="1764" y="17310"/>
                </a:lnTo>
                <a:lnTo>
                  <a:pt x="1764" y="17629"/>
                </a:lnTo>
                <a:lnTo>
                  <a:pt x="1828" y="17832"/>
                </a:lnTo>
                <a:lnTo>
                  <a:pt x="1828" y="18035"/>
                </a:lnTo>
                <a:lnTo>
                  <a:pt x="1828" y="18238"/>
                </a:lnTo>
                <a:lnTo>
                  <a:pt x="1828" y="18441"/>
                </a:lnTo>
                <a:lnTo>
                  <a:pt x="1924" y="18760"/>
                </a:lnTo>
                <a:lnTo>
                  <a:pt x="1924" y="18963"/>
                </a:lnTo>
                <a:lnTo>
                  <a:pt x="1924" y="19166"/>
                </a:lnTo>
                <a:lnTo>
                  <a:pt x="1924" y="19369"/>
                </a:lnTo>
                <a:lnTo>
                  <a:pt x="1988" y="19571"/>
                </a:lnTo>
                <a:lnTo>
                  <a:pt x="1988" y="19774"/>
                </a:lnTo>
                <a:lnTo>
                  <a:pt x="1988" y="19948"/>
                </a:lnTo>
                <a:lnTo>
                  <a:pt x="1988" y="20151"/>
                </a:lnTo>
                <a:lnTo>
                  <a:pt x="2053" y="20354"/>
                </a:lnTo>
                <a:lnTo>
                  <a:pt x="2053" y="20499"/>
                </a:lnTo>
                <a:lnTo>
                  <a:pt x="2053" y="20702"/>
                </a:lnTo>
                <a:lnTo>
                  <a:pt x="2053" y="20876"/>
                </a:lnTo>
                <a:lnTo>
                  <a:pt x="2053" y="21079"/>
                </a:lnTo>
                <a:lnTo>
                  <a:pt x="2149" y="21282"/>
                </a:lnTo>
                <a:lnTo>
                  <a:pt x="2149" y="21485"/>
                </a:lnTo>
                <a:lnTo>
                  <a:pt x="2149" y="21688"/>
                </a:lnTo>
                <a:lnTo>
                  <a:pt x="2149" y="21891"/>
                </a:lnTo>
                <a:lnTo>
                  <a:pt x="2213" y="22094"/>
                </a:lnTo>
                <a:lnTo>
                  <a:pt x="2213" y="22297"/>
                </a:lnTo>
                <a:lnTo>
                  <a:pt x="2213" y="22500"/>
                </a:lnTo>
                <a:lnTo>
                  <a:pt x="2213" y="22674"/>
                </a:lnTo>
                <a:lnTo>
                  <a:pt x="2213" y="22877"/>
                </a:lnTo>
                <a:lnTo>
                  <a:pt x="2277" y="23080"/>
                </a:lnTo>
                <a:lnTo>
                  <a:pt x="2277" y="23283"/>
                </a:lnTo>
                <a:lnTo>
                  <a:pt x="2277" y="23486"/>
                </a:lnTo>
                <a:lnTo>
                  <a:pt x="2277" y="23689"/>
                </a:lnTo>
                <a:lnTo>
                  <a:pt x="2341" y="23950"/>
                </a:lnTo>
                <a:lnTo>
                  <a:pt x="2341" y="24153"/>
                </a:lnTo>
                <a:lnTo>
                  <a:pt x="2341" y="24356"/>
                </a:lnTo>
                <a:lnTo>
                  <a:pt x="2341" y="24559"/>
                </a:lnTo>
                <a:lnTo>
                  <a:pt x="2341" y="24762"/>
                </a:lnTo>
                <a:lnTo>
                  <a:pt x="2438" y="24936"/>
                </a:lnTo>
                <a:lnTo>
                  <a:pt x="2438" y="25139"/>
                </a:lnTo>
                <a:lnTo>
                  <a:pt x="2438" y="25342"/>
                </a:lnTo>
                <a:lnTo>
                  <a:pt x="2438" y="25545"/>
                </a:lnTo>
                <a:lnTo>
                  <a:pt x="2502" y="25748"/>
                </a:lnTo>
                <a:lnTo>
                  <a:pt x="2502" y="25951"/>
                </a:lnTo>
                <a:lnTo>
                  <a:pt x="2502" y="26211"/>
                </a:lnTo>
                <a:lnTo>
                  <a:pt x="2502" y="26414"/>
                </a:lnTo>
                <a:lnTo>
                  <a:pt x="2502" y="26617"/>
                </a:lnTo>
                <a:lnTo>
                  <a:pt x="2566" y="26820"/>
                </a:lnTo>
                <a:lnTo>
                  <a:pt x="2566" y="26994"/>
                </a:lnTo>
                <a:lnTo>
                  <a:pt x="2566" y="27197"/>
                </a:lnTo>
                <a:lnTo>
                  <a:pt x="2566" y="27487"/>
                </a:lnTo>
                <a:lnTo>
                  <a:pt x="2566" y="27661"/>
                </a:lnTo>
                <a:lnTo>
                  <a:pt x="2630" y="27864"/>
                </a:lnTo>
                <a:lnTo>
                  <a:pt x="2630" y="28067"/>
                </a:lnTo>
                <a:lnTo>
                  <a:pt x="2630" y="28270"/>
                </a:lnTo>
                <a:lnTo>
                  <a:pt x="2630" y="28531"/>
                </a:lnTo>
                <a:lnTo>
                  <a:pt x="2726" y="28734"/>
                </a:lnTo>
                <a:lnTo>
                  <a:pt x="2726" y="28937"/>
                </a:lnTo>
                <a:lnTo>
                  <a:pt x="2726" y="29140"/>
                </a:lnTo>
                <a:lnTo>
                  <a:pt x="2726" y="29401"/>
                </a:lnTo>
                <a:lnTo>
                  <a:pt x="2726" y="29604"/>
                </a:lnTo>
                <a:lnTo>
                  <a:pt x="2790" y="29807"/>
                </a:lnTo>
                <a:lnTo>
                  <a:pt x="2790" y="30010"/>
                </a:lnTo>
                <a:lnTo>
                  <a:pt x="2790" y="30271"/>
                </a:lnTo>
                <a:lnTo>
                  <a:pt x="2790" y="30474"/>
                </a:lnTo>
                <a:lnTo>
                  <a:pt x="2855" y="30677"/>
                </a:lnTo>
                <a:lnTo>
                  <a:pt x="2855" y="30851"/>
                </a:lnTo>
                <a:lnTo>
                  <a:pt x="2855" y="31141"/>
                </a:lnTo>
                <a:lnTo>
                  <a:pt x="2855" y="31344"/>
                </a:lnTo>
                <a:lnTo>
                  <a:pt x="2855" y="31518"/>
                </a:lnTo>
                <a:lnTo>
                  <a:pt x="2951" y="31808"/>
                </a:lnTo>
                <a:lnTo>
                  <a:pt x="2951" y="31982"/>
                </a:lnTo>
                <a:lnTo>
                  <a:pt x="2951" y="32185"/>
                </a:lnTo>
                <a:lnTo>
                  <a:pt x="2951" y="32475"/>
                </a:lnTo>
                <a:lnTo>
                  <a:pt x="3015" y="32648"/>
                </a:lnTo>
                <a:lnTo>
                  <a:pt x="3015" y="32851"/>
                </a:lnTo>
                <a:lnTo>
                  <a:pt x="3015" y="33112"/>
                </a:lnTo>
                <a:lnTo>
                  <a:pt x="3015" y="33315"/>
                </a:lnTo>
                <a:lnTo>
                  <a:pt x="3015" y="33518"/>
                </a:lnTo>
                <a:lnTo>
                  <a:pt x="3079" y="33779"/>
                </a:lnTo>
                <a:lnTo>
                  <a:pt x="3079" y="33982"/>
                </a:lnTo>
                <a:lnTo>
                  <a:pt x="3079" y="34243"/>
                </a:lnTo>
                <a:lnTo>
                  <a:pt x="3079" y="34446"/>
                </a:lnTo>
                <a:lnTo>
                  <a:pt x="3143" y="34649"/>
                </a:lnTo>
                <a:lnTo>
                  <a:pt x="3143" y="34910"/>
                </a:lnTo>
                <a:lnTo>
                  <a:pt x="3143" y="35113"/>
                </a:lnTo>
                <a:lnTo>
                  <a:pt x="3143" y="35374"/>
                </a:lnTo>
                <a:lnTo>
                  <a:pt x="3143" y="35577"/>
                </a:lnTo>
                <a:lnTo>
                  <a:pt x="3240" y="35780"/>
                </a:lnTo>
                <a:lnTo>
                  <a:pt x="3240" y="36041"/>
                </a:lnTo>
                <a:lnTo>
                  <a:pt x="3240" y="36244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5100027" y="3264357"/>
            <a:ext cx="3208" cy="53467"/>
          </a:xfrm>
          <a:custGeom>
            <a:avLst/>
            <a:gdLst/>
            <a:ahLst/>
            <a:cxnLst/>
            <a:rect l="l" t="t" r="r" b="b"/>
            <a:pathLst>
              <a:path w="3208" h="53467">
                <a:moveTo>
                  <a:pt x="0" y="0"/>
                </a:moveTo>
                <a:lnTo>
                  <a:pt x="0" y="260"/>
                </a:lnTo>
                <a:lnTo>
                  <a:pt x="64" y="463"/>
                </a:lnTo>
                <a:lnTo>
                  <a:pt x="64" y="724"/>
                </a:lnTo>
                <a:lnTo>
                  <a:pt x="64" y="927"/>
                </a:lnTo>
                <a:lnTo>
                  <a:pt x="64" y="1217"/>
                </a:lnTo>
                <a:lnTo>
                  <a:pt x="64" y="1391"/>
                </a:lnTo>
                <a:lnTo>
                  <a:pt x="128" y="1681"/>
                </a:lnTo>
                <a:lnTo>
                  <a:pt x="128" y="1855"/>
                </a:lnTo>
                <a:lnTo>
                  <a:pt x="128" y="2145"/>
                </a:lnTo>
                <a:lnTo>
                  <a:pt x="128" y="2348"/>
                </a:lnTo>
                <a:lnTo>
                  <a:pt x="128" y="2609"/>
                </a:lnTo>
                <a:lnTo>
                  <a:pt x="192" y="2812"/>
                </a:lnTo>
                <a:lnTo>
                  <a:pt x="192" y="3073"/>
                </a:lnTo>
                <a:lnTo>
                  <a:pt x="192" y="3276"/>
                </a:lnTo>
                <a:lnTo>
                  <a:pt x="192" y="3537"/>
                </a:lnTo>
                <a:lnTo>
                  <a:pt x="288" y="3740"/>
                </a:lnTo>
                <a:lnTo>
                  <a:pt x="288" y="4001"/>
                </a:lnTo>
                <a:lnTo>
                  <a:pt x="288" y="4262"/>
                </a:lnTo>
                <a:lnTo>
                  <a:pt x="288" y="4465"/>
                </a:lnTo>
                <a:lnTo>
                  <a:pt x="288" y="4726"/>
                </a:lnTo>
                <a:lnTo>
                  <a:pt x="352" y="4929"/>
                </a:lnTo>
                <a:lnTo>
                  <a:pt x="352" y="5190"/>
                </a:lnTo>
                <a:lnTo>
                  <a:pt x="352" y="5393"/>
                </a:lnTo>
                <a:lnTo>
                  <a:pt x="352" y="5654"/>
                </a:lnTo>
                <a:lnTo>
                  <a:pt x="417" y="5915"/>
                </a:lnTo>
                <a:lnTo>
                  <a:pt x="417" y="6118"/>
                </a:lnTo>
                <a:lnTo>
                  <a:pt x="417" y="6379"/>
                </a:lnTo>
                <a:lnTo>
                  <a:pt x="417" y="6668"/>
                </a:lnTo>
                <a:lnTo>
                  <a:pt x="417" y="6842"/>
                </a:lnTo>
                <a:lnTo>
                  <a:pt x="513" y="7132"/>
                </a:lnTo>
                <a:lnTo>
                  <a:pt x="513" y="7335"/>
                </a:lnTo>
                <a:lnTo>
                  <a:pt x="513" y="7596"/>
                </a:lnTo>
                <a:lnTo>
                  <a:pt x="513" y="7857"/>
                </a:lnTo>
                <a:lnTo>
                  <a:pt x="577" y="8060"/>
                </a:lnTo>
                <a:lnTo>
                  <a:pt x="577" y="8321"/>
                </a:lnTo>
                <a:lnTo>
                  <a:pt x="577" y="8582"/>
                </a:lnTo>
                <a:lnTo>
                  <a:pt x="577" y="8843"/>
                </a:lnTo>
                <a:lnTo>
                  <a:pt x="577" y="9046"/>
                </a:lnTo>
                <a:lnTo>
                  <a:pt x="641" y="9307"/>
                </a:lnTo>
                <a:lnTo>
                  <a:pt x="641" y="9568"/>
                </a:lnTo>
                <a:lnTo>
                  <a:pt x="641" y="9771"/>
                </a:lnTo>
                <a:lnTo>
                  <a:pt x="641" y="10061"/>
                </a:lnTo>
                <a:lnTo>
                  <a:pt x="705" y="10322"/>
                </a:lnTo>
                <a:lnTo>
                  <a:pt x="705" y="10525"/>
                </a:lnTo>
                <a:lnTo>
                  <a:pt x="705" y="10786"/>
                </a:lnTo>
                <a:lnTo>
                  <a:pt x="705" y="11047"/>
                </a:lnTo>
                <a:lnTo>
                  <a:pt x="705" y="11308"/>
                </a:lnTo>
                <a:lnTo>
                  <a:pt x="802" y="11511"/>
                </a:lnTo>
                <a:lnTo>
                  <a:pt x="802" y="11772"/>
                </a:lnTo>
                <a:lnTo>
                  <a:pt x="802" y="12033"/>
                </a:lnTo>
                <a:lnTo>
                  <a:pt x="802" y="12323"/>
                </a:lnTo>
                <a:lnTo>
                  <a:pt x="866" y="12584"/>
                </a:lnTo>
                <a:lnTo>
                  <a:pt x="866" y="12787"/>
                </a:lnTo>
                <a:lnTo>
                  <a:pt x="866" y="13047"/>
                </a:lnTo>
                <a:lnTo>
                  <a:pt x="866" y="13308"/>
                </a:lnTo>
                <a:lnTo>
                  <a:pt x="866" y="13569"/>
                </a:lnTo>
                <a:lnTo>
                  <a:pt x="930" y="13830"/>
                </a:lnTo>
                <a:lnTo>
                  <a:pt x="930" y="14033"/>
                </a:lnTo>
                <a:lnTo>
                  <a:pt x="930" y="14294"/>
                </a:lnTo>
                <a:lnTo>
                  <a:pt x="930" y="14555"/>
                </a:lnTo>
                <a:lnTo>
                  <a:pt x="930" y="14845"/>
                </a:lnTo>
                <a:lnTo>
                  <a:pt x="1026" y="15106"/>
                </a:lnTo>
                <a:lnTo>
                  <a:pt x="1026" y="15309"/>
                </a:lnTo>
                <a:lnTo>
                  <a:pt x="1026" y="15570"/>
                </a:lnTo>
                <a:lnTo>
                  <a:pt x="1026" y="15831"/>
                </a:lnTo>
                <a:lnTo>
                  <a:pt x="1090" y="16092"/>
                </a:lnTo>
                <a:lnTo>
                  <a:pt x="1090" y="16353"/>
                </a:lnTo>
                <a:lnTo>
                  <a:pt x="1090" y="16643"/>
                </a:lnTo>
                <a:lnTo>
                  <a:pt x="1090" y="16904"/>
                </a:lnTo>
                <a:lnTo>
                  <a:pt x="1090" y="17165"/>
                </a:lnTo>
                <a:lnTo>
                  <a:pt x="1154" y="17368"/>
                </a:lnTo>
                <a:lnTo>
                  <a:pt x="1154" y="17629"/>
                </a:lnTo>
                <a:lnTo>
                  <a:pt x="1154" y="17890"/>
                </a:lnTo>
                <a:lnTo>
                  <a:pt x="1154" y="18151"/>
                </a:lnTo>
                <a:lnTo>
                  <a:pt x="1219" y="18441"/>
                </a:lnTo>
                <a:lnTo>
                  <a:pt x="1219" y="18702"/>
                </a:lnTo>
                <a:lnTo>
                  <a:pt x="1219" y="18963"/>
                </a:lnTo>
                <a:lnTo>
                  <a:pt x="1219" y="19224"/>
                </a:lnTo>
                <a:lnTo>
                  <a:pt x="1219" y="19485"/>
                </a:lnTo>
                <a:lnTo>
                  <a:pt x="1315" y="19745"/>
                </a:lnTo>
                <a:lnTo>
                  <a:pt x="1315" y="20035"/>
                </a:lnTo>
                <a:lnTo>
                  <a:pt x="1315" y="20296"/>
                </a:lnTo>
                <a:lnTo>
                  <a:pt x="1315" y="20557"/>
                </a:lnTo>
                <a:lnTo>
                  <a:pt x="1379" y="20818"/>
                </a:lnTo>
                <a:lnTo>
                  <a:pt x="1379" y="21079"/>
                </a:lnTo>
                <a:lnTo>
                  <a:pt x="1379" y="21340"/>
                </a:lnTo>
                <a:lnTo>
                  <a:pt x="1379" y="21630"/>
                </a:lnTo>
                <a:lnTo>
                  <a:pt x="1379" y="21891"/>
                </a:lnTo>
                <a:lnTo>
                  <a:pt x="1443" y="22094"/>
                </a:lnTo>
                <a:lnTo>
                  <a:pt x="1443" y="22355"/>
                </a:lnTo>
                <a:lnTo>
                  <a:pt x="1443" y="22674"/>
                </a:lnTo>
                <a:lnTo>
                  <a:pt x="1443" y="22935"/>
                </a:lnTo>
                <a:lnTo>
                  <a:pt x="1507" y="23225"/>
                </a:lnTo>
                <a:lnTo>
                  <a:pt x="1507" y="23486"/>
                </a:lnTo>
                <a:lnTo>
                  <a:pt x="1507" y="23747"/>
                </a:lnTo>
                <a:lnTo>
                  <a:pt x="1507" y="24008"/>
                </a:lnTo>
                <a:lnTo>
                  <a:pt x="1507" y="24269"/>
                </a:lnTo>
                <a:lnTo>
                  <a:pt x="1604" y="24530"/>
                </a:lnTo>
                <a:lnTo>
                  <a:pt x="1604" y="24820"/>
                </a:lnTo>
                <a:lnTo>
                  <a:pt x="1604" y="25081"/>
                </a:lnTo>
                <a:lnTo>
                  <a:pt x="1604" y="25342"/>
                </a:lnTo>
                <a:lnTo>
                  <a:pt x="1668" y="25603"/>
                </a:lnTo>
                <a:lnTo>
                  <a:pt x="1668" y="25864"/>
                </a:lnTo>
                <a:lnTo>
                  <a:pt x="1668" y="26153"/>
                </a:lnTo>
                <a:lnTo>
                  <a:pt x="1668" y="26414"/>
                </a:lnTo>
                <a:lnTo>
                  <a:pt x="1668" y="26675"/>
                </a:lnTo>
                <a:lnTo>
                  <a:pt x="1732" y="26936"/>
                </a:lnTo>
                <a:lnTo>
                  <a:pt x="1732" y="27197"/>
                </a:lnTo>
                <a:lnTo>
                  <a:pt x="1732" y="27545"/>
                </a:lnTo>
                <a:lnTo>
                  <a:pt x="1732" y="27806"/>
                </a:lnTo>
                <a:lnTo>
                  <a:pt x="1732" y="28067"/>
                </a:lnTo>
                <a:lnTo>
                  <a:pt x="1828" y="28328"/>
                </a:lnTo>
                <a:lnTo>
                  <a:pt x="1828" y="28589"/>
                </a:lnTo>
                <a:lnTo>
                  <a:pt x="1828" y="28879"/>
                </a:lnTo>
                <a:lnTo>
                  <a:pt x="1828" y="29140"/>
                </a:lnTo>
                <a:lnTo>
                  <a:pt x="1892" y="29401"/>
                </a:lnTo>
                <a:lnTo>
                  <a:pt x="1892" y="29720"/>
                </a:lnTo>
                <a:lnTo>
                  <a:pt x="1892" y="30010"/>
                </a:lnTo>
                <a:lnTo>
                  <a:pt x="1892" y="30271"/>
                </a:lnTo>
                <a:lnTo>
                  <a:pt x="1892" y="30532"/>
                </a:lnTo>
                <a:lnTo>
                  <a:pt x="1956" y="30793"/>
                </a:lnTo>
                <a:lnTo>
                  <a:pt x="1956" y="31054"/>
                </a:lnTo>
                <a:lnTo>
                  <a:pt x="1956" y="31402"/>
                </a:lnTo>
                <a:lnTo>
                  <a:pt x="1956" y="31663"/>
                </a:lnTo>
                <a:lnTo>
                  <a:pt x="2021" y="31924"/>
                </a:lnTo>
                <a:lnTo>
                  <a:pt x="2021" y="32185"/>
                </a:lnTo>
                <a:lnTo>
                  <a:pt x="2021" y="32446"/>
                </a:lnTo>
                <a:lnTo>
                  <a:pt x="2021" y="32793"/>
                </a:lnTo>
                <a:lnTo>
                  <a:pt x="2021" y="33054"/>
                </a:lnTo>
                <a:lnTo>
                  <a:pt x="2117" y="33315"/>
                </a:lnTo>
                <a:lnTo>
                  <a:pt x="2117" y="33576"/>
                </a:lnTo>
                <a:lnTo>
                  <a:pt x="2117" y="33924"/>
                </a:lnTo>
                <a:lnTo>
                  <a:pt x="2117" y="34185"/>
                </a:lnTo>
                <a:lnTo>
                  <a:pt x="2181" y="34446"/>
                </a:lnTo>
                <a:lnTo>
                  <a:pt x="2181" y="34707"/>
                </a:lnTo>
                <a:lnTo>
                  <a:pt x="2181" y="34997"/>
                </a:lnTo>
                <a:lnTo>
                  <a:pt x="2181" y="35316"/>
                </a:lnTo>
                <a:lnTo>
                  <a:pt x="2181" y="35577"/>
                </a:lnTo>
                <a:lnTo>
                  <a:pt x="2245" y="35838"/>
                </a:lnTo>
                <a:lnTo>
                  <a:pt x="2245" y="36186"/>
                </a:lnTo>
                <a:lnTo>
                  <a:pt x="2245" y="36447"/>
                </a:lnTo>
                <a:lnTo>
                  <a:pt x="2245" y="36708"/>
                </a:lnTo>
                <a:lnTo>
                  <a:pt x="2341" y="36969"/>
                </a:lnTo>
                <a:lnTo>
                  <a:pt x="2341" y="37317"/>
                </a:lnTo>
                <a:lnTo>
                  <a:pt x="2341" y="37578"/>
                </a:lnTo>
                <a:lnTo>
                  <a:pt x="2341" y="37839"/>
                </a:lnTo>
                <a:lnTo>
                  <a:pt x="2341" y="38187"/>
                </a:lnTo>
                <a:lnTo>
                  <a:pt x="2406" y="38448"/>
                </a:lnTo>
                <a:lnTo>
                  <a:pt x="2406" y="38709"/>
                </a:lnTo>
                <a:lnTo>
                  <a:pt x="2406" y="39028"/>
                </a:lnTo>
                <a:lnTo>
                  <a:pt x="2406" y="39317"/>
                </a:lnTo>
                <a:lnTo>
                  <a:pt x="2470" y="39578"/>
                </a:lnTo>
                <a:lnTo>
                  <a:pt x="2470" y="39897"/>
                </a:lnTo>
                <a:lnTo>
                  <a:pt x="2470" y="40158"/>
                </a:lnTo>
                <a:lnTo>
                  <a:pt x="2470" y="40448"/>
                </a:lnTo>
                <a:lnTo>
                  <a:pt x="2470" y="40767"/>
                </a:lnTo>
                <a:lnTo>
                  <a:pt x="2534" y="41028"/>
                </a:lnTo>
                <a:lnTo>
                  <a:pt x="2534" y="41289"/>
                </a:lnTo>
                <a:lnTo>
                  <a:pt x="2534" y="41637"/>
                </a:lnTo>
                <a:lnTo>
                  <a:pt x="2534" y="41898"/>
                </a:lnTo>
                <a:lnTo>
                  <a:pt x="2534" y="42159"/>
                </a:lnTo>
                <a:lnTo>
                  <a:pt x="2630" y="42507"/>
                </a:lnTo>
                <a:lnTo>
                  <a:pt x="2630" y="42768"/>
                </a:lnTo>
                <a:lnTo>
                  <a:pt x="2630" y="43087"/>
                </a:lnTo>
                <a:lnTo>
                  <a:pt x="2630" y="43377"/>
                </a:lnTo>
                <a:lnTo>
                  <a:pt x="2694" y="43638"/>
                </a:lnTo>
                <a:lnTo>
                  <a:pt x="2694" y="43957"/>
                </a:lnTo>
                <a:lnTo>
                  <a:pt x="2694" y="44218"/>
                </a:lnTo>
                <a:lnTo>
                  <a:pt x="2694" y="44566"/>
                </a:lnTo>
                <a:lnTo>
                  <a:pt x="2694" y="44827"/>
                </a:lnTo>
                <a:lnTo>
                  <a:pt x="2758" y="45088"/>
                </a:lnTo>
                <a:lnTo>
                  <a:pt x="2758" y="45436"/>
                </a:lnTo>
                <a:lnTo>
                  <a:pt x="2758" y="45696"/>
                </a:lnTo>
                <a:lnTo>
                  <a:pt x="2758" y="46015"/>
                </a:lnTo>
                <a:lnTo>
                  <a:pt x="2823" y="46276"/>
                </a:lnTo>
                <a:lnTo>
                  <a:pt x="2823" y="46624"/>
                </a:lnTo>
                <a:lnTo>
                  <a:pt x="2823" y="46885"/>
                </a:lnTo>
                <a:lnTo>
                  <a:pt x="2823" y="47233"/>
                </a:lnTo>
                <a:lnTo>
                  <a:pt x="2823" y="47494"/>
                </a:lnTo>
                <a:lnTo>
                  <a:pt x="2919" y="47755"/>
                </a:lnTo>
                <a:lnTo>
                  <a:pt x="2919" y="48074"/>
                </a:lnTo>
                <a:lnTo>
                  <a:pt x="2919" y="48364"/>
                </a:lnTo>
                <a:lnTo>
                  <a:pt x="2919" y="48683"/>
                </a:lnTo>
                <a:lnTo>
                  <a:pt x="2983" y="48944"/>
                </a:lnTo>
                <a:lnTo>
                  <a:pt x="2983" y="49292"/>
                </a:lnTo>
                <a:lnTo>
                  <a:pt x="2983" y="49553"/>
                </a:lnTo>
                <a:lnTo>
                  <a:pt x="2983" y="49872"/>
                </a:lnTo>
                <a:lnTo>
                  <a:pt x="2983" y="50133"/>
                </a:lnTo>
                <a:lnTo>
                  <a:pt x="3047" y="50481"/>
                </a:lnTo>
                <a:lnTo>
                  <a:pt x="3047" y="50742"/>
                </a:lnTo>
                <a:lnTo>
                  <a:pt x="3047" y="51090"/>
                </a:lnTo>
                <a:lnTo>
                  <a:pt x="3047" y="51351"/>
                </a:lnTo>
                <a:lnTo>
                  <a:pt x="3143" y="51670"/>
                </a:lnTo>
                <a:lnTo>
                  <a:pt x="3143" y="51931"/>
                </a:lnTo>
                <a:lnTo>
                  <a:pt x="3143" y="52278"/>
                </a:lnTo>
                <a:lnTo>
                  <a:pt x="3143" y="52597"/>
                </a:lnTo>
                <a:lnTo>
                  <a:pt x="3143" y="52858"/>
                </a:lnTo>
                <a:lnTo>
                  <a:pt x="3208" y="53206"/>
                </a:lnTo>
                <a:lnTo>
                  <a:pt x="3208" y="53467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5103235" y="3317825"/>
            <a:ext cx="3208" cy="65095"/>
          </a:xfrm>
          <a:custGeom>
            <a:avLst/>
            <a:gdLst/>
            <a:ahLst/>
            <a:cxnLst/>
            <a:rect l="l" t="t" r="r" b="b"/>
            <a:pathLst>
              <a:path w="3208" h="65095">
                <a:moveTo>
                  <a:pt x="0" y="0"/>
                </a:moveTo>
                <a:lnTo>
                  <a:pt x="0" y="347"/>
                </a:lnTo>
                <a:lnTo>
                  <a:pt x="0" y="608"/>
                </a:lnTo>
                <a:lnTo>
                  <a:pt x="64" y="927"/>
                </a:lnTo>
                <a:lnTo>
                  <a:pt x="64" y="1188"/>
                </a:lnTo>
                <a:lnTo>
                  <a:pt x="64" y="1536"/>
                </a:lnTo>
                <a:lnTo>
                  <a:pt x="64" y="1855"/>
                </a:lnTo>
                <a:lnTo>
                  <a:pt x="64" y="2116"/>
                </a:lnTo>
                <a:lnTo>
                  <a:pt x="128" y="2464"/>
                </a:lnTo>
                <a:lnTo>
                  <a:pt x="128" y="2725"/>
                </a:lnTo>
                <a:lnTo>
                  <a:pt x="128" y="3073"/>
                </a:lnTo>
                <a:lnTo>
                  <a:pt x="128" y="3392"/>
                </a:lnTo>
                <a:lnTo>
                  <a:pt x="128" y="3653"/>
                </a:lnTo>
                <a:lnTo>
                  <a:pt x="224" y="4001"/>
                </a:lnTo>
                <a:lnTo>
                  <a:pt x="224" y="4262"/>
                </a:lnTo>
                <a:lnTo>
                  <a:pt x="224" y="4581"/>
                </a:lnTo>
                <a:lnTo>
                  <a:pt x="224" y="4929"/>
                </a:lnTo>
                <a:lnTo>
                  <a:pt x="288" y="5190"/>
                </a:lnTo>
                <a:lnTo>
                  <a:pt x="288" y="5509"/>
                </a:lnTo>
                <a:lnTo>
                  <a:pt x="288" y="5857"/>
                </a:lnTo>
                <a:lnTo>
                  <a:pt x="288" y="6118"/>
                </a:lnTo>
                <a:lnTo>
                  <a:pt x="288" y="6466"/>
                </a:lnTo>
                <a:lnTo>
                  <a:pt x="352" y="6726"/>
                </a:lnTo>
                <a:lnTo>
                  <a:pt x="352" y="7045"/>
                </a:lnTo>
                <a:lnTo>
                  <a:pt x="352" y="7393"/>
                </a:lnTo>
                <a:lnTo>
                  <a:pt x="352" y="7654"/>
                </a:lnTo>
                <a:lnTo>
                  <a:pt x="417" y="7973"/>
                </a:lnTo>
                <a:lnTo>
                  <a:pt x="417" y="8321"/>
                </a:lnTo>
                <a:lnTo>
                  <a:pt x="417" y="8582"/>
                </a:lnTo>
                <a:lnTo>
                  <a:pt x="417" y="8901"/>
                </a:lnTo>
                <a:lnTo>
                  <a:pt x="417" y="9249"/>
                </a:lnTo>
                <a:lnTo>
                  <a:pt x="513" y="9510"/>
                </a:lnTo>
                <a:lnTo>
                  <a:pt x="513" y="9858"/>
                </a:lnTo>
                <a:lnTo>
                  <a:pt x="513" y="10177"/>
                </a:lnTo>
                <a:lnTo>
                  <a:pt x="513" y="10496"/>
                </a:lnTo>
                <a:lnTo>
                  <a:pt x="577" y="10786"/>
                </a:lnTo>
                <a:lnTo>
                  <a:pt x="577" y="11105"/>
                </a:lnTo>
                <a:lnTo>
                  <a:pt x="577" y="11453"/>
                </a:lnTo>
                <a:lnTo>
                  <a:pt x="577" y="11714"/>
                </a:lnTo>
                <a:lnTo>
                  <a:pt x="577" y="12033"/>
                </a:lnTo>
                <a:lnTo>
                  <a:pt x="641" y="12381"/>
                </a:lnTo>
                <a:lnTo>
                  <a:pt x="641" y="12700"/>
                </a:lnTo>
                <a:lnTo>
                  <a:pt x="641" y="12961"/>
                </a:lnTo>
                <a:lnTo>
                  <a:pt x="641" y="13308"/>
                </a:lnTo>
                <a:lnTo>
                  <a:pt x="737" y="13627"/>
                </a:lnTo>
                <a:lnTo>
                  <a:pt x="737" y="13975"/>
                </a:lnTo>
                <a:lnTo>
                  <a:pt x="737" y="14236"/>
                </a:lnTo>
                <a:lnTo>
                  <a:pt x="737" y="14555"/>
                </a:lnTo>
                <a:lnTo>
                  <a:pt x="737" y="14903"/>
                </a:lnTo>
                <a:lnTo>
                  <a:pt x="802" y="15222"/>
                </a:lnTo>
                <a:lnTo>
                  <a:pt x="802" y="15483"/>
                </a:lnTo>
                <a:lnTo>
                  <a:pt x="802" y="15831"/>
                </a:lnTo>
                <a:lnTo>
                  <a:pt x="802" y="16150"/>
                </a:lnTo>
                <a:lnTo>
                  <a:pt x="866" y="16498"/>
                </a:lnTo>
                <a:lnTo>
                  <a:pt x="866" y="16759"/>
                </a:lnTo>
                <a:lnTo>
                  <a:pt x="866" y="17078"/>
                </a:lnTo>
                <a:lnTo>
                  <a:pt x="866" y="17426"/>
                </a:lnTo>
                <a:lnTo>
                  <a:pt x="866" y="17745"/>
                </a:lnTo>
                <a:lnTo>
                  <a:pt x="930" y="18093"/>
                </a:lnTo>
                <a:lnTo>
                  <a:pt x="930" y="18354"/>
                </a:lnTo>
                <a:lnTo>
                  <a:pt x="930" y="18702"/>
                </a:lnTo>
                <a:lnTo>
                  <a:pt x="930" y="19021"/>
                </a:lnTo>
                <a:lnTo>
                  <a:pt x="930" y="19340"/>
                </a:lnTo>
                <a:lnTo>
                  <a:pt x="1026" y="19687"/>
                </a:lnTo>
                <a:lnTo>
                  <a:pt x="1026" y="19948"/>
                </a:lnTo>
                <a:lnTo>
                  <a:pt x="1026" y="20296"/>
                </a:lnTo>
                <a:lnTo>
                  <a:pt x="1026" y="20615"/>
                </a:lnTo>
                <a:lnTo>
                  <a:pt x="1090" y="20934"/>
                </a:lnTo>
                <a:lnTo>
                  <a:pt x="1090" y="21282"/>
                </a:lnTo>
                <a:lnTo>
                  <a:pt x="1090" y="21601"/>
                </a:lnTo>
                <a:lnTo>
                  <a:pt x="1090" y="21891"/>
                </a:lnTo>
                <a:lnTo>
                  <a:pt x="1090" y="22210"/>
                </a:lnTo>
                <a:lnTo>
                  <a:pt x="1154" y="22558"/>
                </a:lnTo>
                <a:lnTo>
                  <a:pt x="1154" y="22877"/>
                </a:lnTo>
                <a:lnTo>
                  <a:pt x="1154" y="23196"/>
                </a:lnTo>
                <a:lnTo>
                  <a:pt x="1154" y="23544"/>
                </a:lnTo>
                <a:lnTo>
                  <a:pt x="1251" y="23805"/>
                </a:lnTo>
                <a:lnTo>
                  <a:pt x="1251" y="24153"/>
                </a:lnTo>
                <a:lnTo>
                  <a:pt x="1251" y="24472"/>
                </a:lnTo>
                <a:lnTo>
                  <a:pt x="1251" y="24820"/>
                </a:lnTo>
                <a:lnTo>
                  <a:pt x="1251" y="25139"/>
                </a:lnTo>
                <a:lnTo>
                  <a:pt x="1315" y="25458"/>
                </a:lnTo>
                <a:lnTo>
                  <a:pt x="1315" y="25806"/>
                </a:lnTo>
                <a:lnTo>
                  <a:pt x="1315" y="26124"/>
                </a:lnTo>
                <a:lnTo>
                  <a:pt x="1315" y="26414"/>
                </a:lnTo>
                <a:lnTo>
                  <a:pt x="1379" y="26733"/>
                </a:lnTo>
                <a:lnTo>
                  <a:pt x="1379" y="27052"/>
                </a:lnTo>
                <a:lnTo>
                  <a:pt x="1379" y="27400"/>
                </a:lnTo>
                <a:lnTo>
                  <a:pt x="1379" y="27719"/>
                </a:lnTo>
                <a:lnTo>
                  <a:pt x="1379" y="28067"/>
                </a:lnTo>
                <a:lnTo>
                  <a:pt x="1443" y="28386"/>
                </a:lnTo>
                <a:lnTo>
                  <a:pt x="1443" y="28734"/>
                </a:lnTo>
                <a:lnTo>
                  <a:pt x="1443" y="29053"/>
                </a:lnTo>
                <a:lnTo>
                  <a:pt x="1443" y="29401"/>
                </a:lnTo>
                <a:lnTo>
                  <a:pt x="1539" y="29662"/>
                </a:lnTo>
                <a:lnTo>
                  <a:pt x="1539" y="29981"/>
                </a:lnTo>
                <a:lnTo>
                  <a:pt x="1539" y="30329"/>
                </a:lnTo>
                <a:lnTo>
                  <a:pt x="1539" y="30648"/>
                </a:lnTo>
                <a:lnTo>
                  <a:pt x="1539" y="30996"/>
                </a:lnTo>
                <a:lnTo>
                  <a:pt x="1604" y="31315"/>
                </a:lnTo>
                <a:lnTo>
                  <a:pt x="1604" y="31663"/>
                </a:lnTo>
                <a:lnTo>
                  <a:pt x="1604" y="31982"/>
                </a:lnTo>
                <a:lnTo>
                  <a:pt x="1604" y="32330"/>
                </a:lnTo>
                <a:lnTo>
                  <a:pt x="1668" y="32648"/>
                </a:lnTo>
                <a:lnTo>
                  <a:pt x="1668" y="32996"/>
                </a:lnTo>
                <a:lnTo>
                  <a:pt x="1668" y="33315"/>
                </a:lnTo>
                <a:lnTo>
                  <a:pt x="1668" y="33663"/>
                </a:lnTo>
                <a:lnTo>
                  <a:pt x="1668" y="33982"/>
                </a:lnTo>
                <a:lnTo>
                  <a:pt x="1732" y="34301"/>
                </a:lnTo>
                <a:lnTo>
                  <a:pt x="1732" y="34649"/>
                </a:lnTo>
                <a:lnTo>
                  <a:pt x="1732" y="34968"/>
                </a:lnTo>
                <a:lnTo>
                  <a:pt x="1732" y="35316"/>
                </a:lnTo>
                <a:lnTo>
                  <a:pt x="1732" y="35635"/>
                </a:lnTo>
                <a:lnTo>
                  <a:pt x="1828" y="35983"/>
                </a:lnTo>
                <a:lnTo>
                  <a:pt x="1828" y="36302"/>
                </a:lnTo>
                <a:lnTo>
                  <a:pt x="1828" y="36650"/>
                </a:lnTo>
                <a:lnTo>
                  <a:pt x="1828" y="36969"/>
                </a:lnTo>
                <a:lnTo>
                  <a:pt x="1892" y="37317"/>
                </a:lnTo>
                <a:lnTo>
                  <a:pt x="1892" y="37636"/>
                </a:lnTo>
                <a:lnTo>
                  <a:pt x="1892" y="37984"/>
                </a:lnTo>
                <a:lnTo>
                  <a:pt x="1892" y="38303"/>
                </a:lnTo>
                <a:lnTo>
                  <a:pt x="1892" y="38651"/>
                </a:lnTo>
                <a:lnTo>
                  <a:pt x="1956" y="38970"/>
                </a:lnTo>
                <a:lnTo>
                  <a:pt x="1956" y="39288"/>
                </a:lnTo>
                <a:lnTo>
                  <a:pt x="1956" y="39636"/>
                </a:lnTo>
                <a:lnTo>
                  <a:pt x="1956" y="39955"/>
                </a:lnTo>
                <a:lnTo>
                  <a:pt x="2053" y="40303"/>
                </a:lnTo>
                <a:lnTo>
                  <a:pt x="2053" y="40622"/>
                </a:lnTo>
                <a:lnTo>
                  <a:pt x="2053" y="40970"/>
                </a:lnTo>
                <a:lnTo>
                  <a:pt x="2053" y="41289"/>
                </a:lnTo>
                <a:lnTo>
                  <a:pt x="2053" y="41637"/>
                </a:lnTo>
                <a:lnTo>
                  <a:pt x="2117" y="41956"/>
                </a:lnTo>
                <a:lnTo>
                  <a:pt x="2117" y="42304"/>
                </a:lnTo>
                <a:lnTo>
                  <a:pt x="2117" y="42623"/>
                </a:lnTo>
                <a:lnTo>
                  <a:pt x="2117" y="42971"/>
                </a:lnTo>
                <a:lnTo>
                  <a:pt x="2181" y="43290"/>
                </a:lnTo>
                <a:lnTo>
                  <a:pt x="2181" y="43638"/>
                </a:lnTo>
                <a:lnTo>
                  <a:pt x="2181" y="43957"/>
                </a:lnTo>
                <a:lnTo>
                  <a:pt x="2181" y="44276"/>
                </a:lnTo>
                <a:lnTo>
                  <a:pt x="2181" y="44624"/>
                </a:lnTo>
                <a:lnTo>
                  <a:pt x="2245" y="44943"/>
                </a:lnTo>
                <a:lnTo>
                  <a:pt x="2245" y="45291"/>
                </a:lnTo>
                <a:lnTo>
                  <a:pt x="2245" y="45610"/>
                </a:lnTo>
                <a:lnTo>
                  <a:pt x="2245" y="45957"/>
                </a:lnTo>
                <a:lnTo>
                  <a:pt x="2341" y="46363"/>
                </a:lnTo>
                <a:lnTo>
                  <a:pt x="2341" y="46682"/>
                </a:lnTo>
                <a:lnTo>
                  <a:pt x="2341" y="47001"/>
                </a:lnTo>
                <a:lnTo>
                  <a:pt x="2341" y="47349"/>
                </a:lnTo>
                <a:lnTo>
                  <a:pt x="2341" y="47668"/>
                </a:lnTo>
                <a:lnTo>
                  <a:pt x="2406" y="48016"/>
                </a:lnTo>
                <a:lnTo>
                  <a:pt x="2406" y="48335"/>
                </a:lnTo>
                <a:lnTo>
                  <a:pt x="2406" y="48683"/>
                </a:lnTo>
                <a:lnTo>
                  <a:pt x="2406" y="49002"/>
                </a:lnTo>
                <a:lnTo>
                  <a:pt x="2470" y="49350"/>
                </a:lnTo>
                <a:lnTo>
                  <a:pt x="2470" y="49669"/>
                </a:lnTo>
                <a:lnTo>
                  <a:pt x="2470" y="50075"/>
                </a:lnTo>
                <a:lnTo>
                  <a:pt x="2470" y="50394"/>
                </a:lnTo>
                <a:lnTo>
                  <a:pt x="2470" y="50742"/>
                </a:lnTo>
                <a:lnTo>
                  <a:pt x="2534" y="51061"/>
                </a:lnTo>
                <a:lnTo>
                  <a:pt x="2534" y="51409"/>
                </a:lnTo>
                <a:lnTo>
                  <a:pt x="2534" y="51728"/>
                </a:lnTo>
                <a:lnTo>
                  <a:pt x="2534" y="52076"/>
                </a:lnTo>
                <a:lnTo>
                  <a:pt x="2534" y="52394"/>
                </a:lnTo>
                <a:lnTo>
                  <a:pt x="2630" y="52742"/>
                </a:lnTo>
                <a:lnTo>
                  <a:pt x="2630" y="53119"/>
                </a:lnTo>
                <a:lnTo>
                  <a:pt x="2630" y="53467"/>
                </a:lnTo>
                <a:lnTo>
                  <a:pt x="2630" y="53786"/>
                </a:lnTo>
                <a:lnTo>
                  <a:pt x="2694" y="54134"/>
                </a:lnTo>
                <a:lnTo>
                  <a:pt x="2694" y="54453"/>
                </a:lnTo>
                <a:lnTo>
                  <a:pt x="2694" y="54801"/>
                </a:lnTo>
                <a:lnTo>
                  <a:pt x="2694" y="55120"/>
                </a:lnTo>
                <a:lnTo>
                  <a:pt x="2694" y="55526"/>
                </a:lnTo>
                <a:lnTo>
                  <a:pt x="2758" y="55845"/>
                </a:lnTo>
                <a:lnTo>
                  <a:pt x="2758" y="56193"/>
                </a:lnTo>
                <a:lnTo>
                  <a:pt x="2758" y="56512"/>
                </a:lnTo>
                <a:lnTo>
                  <a:pt x="2758" y="56860"/>
                </a:lnTo>
                <a:lnTo>
                  <a:pt x="2855" y="57179"/>
                </a:lnTo>
                <a:lnTo>
                  <a:pt x="2855" y="57527"/>
                </a:lnTo>
                <a:lnTo>
                  <a:pt x="2855" y="57933"/>
                </a:lnTo>
                <a:lnTo>
                  <a:pt x="2855" y="58252"/>
                </a:lnTo>
                <a:lnTo>
                  <a:pt x="2855" y="58600"/>
                </a:lnTo>
                <a:lnTo>
                  <a:pt x="2919" y="58918"/>
                </a:lnTo>
                <a:lnTo>
                  <a:pt x="2919" y="59237"/>
                </a:lnTo>
                <a:lnTo>
                  <a:pt x="2919" y="59585"/>
                </a:lnTo>
                <a:lnTo>
                  <a:pt x="2919" y="59991"/>
                </a:lnTo>
                <a:lnTo>
                  <a:pt x="2983" y="60310"/>
                </a:lnTo>
                <a:lnTo>
                  <a:pt x="2983" y="60658"/>
                </a:lnTo>
                <a:lnTo>
                  <a:pt x="2983" y="60977"/>
                </a:lnTo>
                <a:lnTo>
                  <a:pt x="2983" y="61325"/>
                </a:lnTo>
                <a:lnTo>
                  <a:pt x="2983" y="61644"/>
                </a:lnTo>
                <a:lnTo>
                  <a:pt x="3047" y="62050"/>
                </a:lnTo>
                <a:lnTo>
                  <a:pt x="3047" y="62369"/>
                </a:lnTo>
                <a:lnTo>
                  <a:pt x="3047" y="62717"/>
                </a:lnTo>
                <a:lnTo>
                  <a:pt x="3047" y="63036"/>
                </a:lnTo>
                <a:lnTo>
                  <a:pt x="3143" y="63384"/>
                </a:lnTo>
                <a:lnTo>
                  <a:pt x="3143" y="63761"/>
                </a:lnTo>
                <a:lnTo>
                  <a:pt x="3143" y="64109"/>
                </a:lnTo>
                <a:lnTo>
                  <a:pt x="3143" y="64428"/>
                </a:lnTo>
                <a:lnTo>
                  <a:pt x="3143" y="64776"/>
                </a:lnTo>
                <a:lnTo>
                  <a:pt x="3208" y="65095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5106443" y="3382920"/>
            <a:ext cx="3143" cy="70546"/>
          </a:xfrm>
          <a:custGeom>
            <a:avLst/>
            <a:gdLst/>
            <a:ahLst/>
            <a:cxnLst/>
            <a:rect l="l" t="t" r="r" b="b"/>
            <a:pathLst>
              <a:path w="3143" h="70546">
                <a:moveTo>
                  <a:pt x="0" y="0"/>
                </a:moveTo>
                <a:lnTo>
                  <a:pt x="0" y="405"/>
                </a:lnTo>
                <a:lnTo>
                  <a:pt x="0" y="724"/>
                </a:lnTo>
                <a:lnTo>
                  <a:pt x="0" y="1072"/>
                </a:lnTo>
                <a:lnTo>
                  <a:pt x="64" y="1391"/>
                </a:lnTo>
                <a:lnTo>
                  <a:pt x="64" y="1739"/>
                </a:lnTo>
                <a:lnTo>
                  <a:pt x="64" y="2145"/>
                </a:lnTo>
                <a:lnTo>
                  <a:pt x="64" y="2464"/>
                </a:lnTo>
                <a:lnTo>
                  <a:pt x="64" y="2812"/>
                </a:lnTo>
                <a:lnTo>
                  <a:pt x="160" y="3131"/>
                </a:lnTo>
                <a:lnTo>
                  <a:pt x="160" y="3537"/>
                </a:lnTo>
                <a:lnTo>
                  <a:pt x="160" y="3856"/>
                </a:lnTo>
                <a:lnTo>
                  <a:pt x="160" y="4204"/>
                </a:lnTo>
                <a:lnTo>
                  <a:pt x="160" y="4523"/>
                </a:lnTo>
                <a:lnTo>
                  <a:pt x="224" y="4929"/>
                </a:lnTo>
                <a:lnTo>
                  <a:pt x="224" y="5248"/>
                </a:lnTo>
                <a:lnTo>
                  <a:pt x="224" y="5596"/>
                </a:lnTo>
                <a:lnTo>
                  <a:pt x="224" y="5915"/>
                </a:lnTo>
                <a:lnTo>
                  <a:pt x="288" y="6263"/>
                </a:lnTo>
                <a:lnTo>
                  <a:pt x="288" y="6668"/>
                </a:lnTo>
                <a:lnTo>
                  <a:pt x="288" y="6987"/>
                </a:lnTo>
                <a:lnTo>
                  <a:pt x="288" y="7335"/>
                </a:lnTo>
                <a:lnTo>
                  <a:pt x="288" y="7654"/>
                </a:lnTo>
                <a:lnTo>
                  <a:pt x="352" y="8060"/>
                </a:lnTo>
                <a:lnTo>
                  <a:pt x="352" y="8379"/>
                </a:lnTo>
                <a:lnTo>
                  <a:pt x="352" y="8727"/>
                </a:lnTo>
                <a:lnTo>
                  <a:pt x="352" y="9046"/>
                </a:lnTo>
                <a:lnTo>
                  <a:pt x="449" y="9452"/>
                </a:lnTo>
                <a:lnTo>
                  <a:pt x="449" y="9771"/>
                </a:lnTo>
                <a:lnTo>
                  <a:pt x="449" y="10119"/>
                </a:lnTo>
                <a:lnTo>
                  <a:pt x="449" y="10438"/>
                </a:lnTo>
                <a:lnTo>
                  <a:pt x="449" y="10844"/>
                </a:lnTo>
                <a:lnTo>
                  <a:pt x="513" y="11192"/>
                </a:lnTo>
                <a:lnTo>
                  <a:pt x="513" y="11511"/>
                </a:lnTo>
                <a:lnTo>
                  <a:pt x="513" y="11917"/>
                </a:lnTo>
                <a:lnTo>
                  <a:pt x="513" y="12236"/>
                </a:lnTo>
                <a:lnTo>
                  <a:pt x="577" y="12584"/>
                </a:lnTo>
                <a:lnTo>
                  <a:pt x="577" y="12903"/>
                </a:lnTo>
                <a:lnTo>
                  <a:pt x="577" y="13308"/>
                </a:lnTo>
                <a:lnTo>
                  <a:pt x="577" y="13627"/>
                </a:lnTo>
                <a:lnTo>
                  <a:pt x="577" y="13975"/>
                </a:lnTo>
                <a:lnTo>
                  <a:pt x="641" y="14294"/>
                </a:lnTo>
                <a:lnTo>
                  <a:pt x="641" y="14700"/>
                </a:lnTo>
                <a:lnTo>
                  <a:pt x="641" y="15048"/>
                </a:lnTo>
                <a:lnTo>
                  <a:pt x="641" y="15367"/>
                </a:lnTo>
                <a:lnTo>
                  <a:pt x="737" y="15773"/>
                </a:lnTo>
                <a:lnTo>
                  <a:pt x="737" y="16092"/>
                </a:lnTo>
                <a:lnTo>
                  <a:pt x="737" y="16440"/>
                </a:lnTo>
                <a:lnTo>
                  <a:pt x="737" y="16759"/>
                </a:lnTo>
                <a:lnTo>
                  <a:pt x="737" y="17165"/>
                </a:lnTo>
                <a:lnTo>
                  <a:pt x="802" y="17484"/>
                </a:lnTo>
                <a:lnTo>
                  <a:pt x="802" y="17832"/>
                </a:lnTo>
                <a:lnTo>
                  <a:pt x="802" y="18238"/>
                </a:lnTo>
                <a:lnTo>
                  <a:pt x="802" y="18557"/>
                </a:lnTo>
                <a:lnTo>
                  <a:pt x="866" y="18905"/>
                </a:lnTo>
                <a:lnTo>
                  <a:pt x="866" y="19282"/>
                </a:lnTo>
                <a:lnTo>
                  <a:pt x="866" y="19629"/>
                </a:lnTo>
                <a:lnTo>
                  <a:pt x="866" y="19948"/>
                </a:lnTo>
                <a:lnTo>
                  <a:pt x="866" y="20296"/>
                </a:lnTo>
                <a:lnTo>
                  <a:pt x="962" y="20673"/>
                </a:lnTo>
                <a:lnTo>
                  <a:pt x="962" y="21021"/>
                </a:lnTo>
                <a:lnTo>
                  <a:pt x="962" y="21340"/>
                </a:lnTo>
                <a:lnTo>
                  <a:pt x="962" y="21746"/>
                </a:lnTo>
                <a:lnTo>
                  <a:pt x="962" y="22094"/>
                </a:lnTo>
                <a:lnTo>
                  <a:pt x="1026" y="22413"/>
                </a:lnTo>
                <a:lnTo>
                  <a:pt x="1026" y="22819"/>
                </a:lnTo>
                <a:lnTo>
                  <a:pt x="1026" y="23138"/>
                </a:lnTo>
                <a:lnTo>
                  <a:pt x="1026" y="23486"/>
                </a:lnTo>
                <a:lnTo>
                  <a:pt x="1090" y="23892"/>
                </a:lnTo>
                <a:lnTo>
                  <a:pt x="1090" y="24211"/>
                </a:lnTo>
                <a:lnTo>
                  <a:pt x="1090" y="24559"/>
                </a:lnTo>
                <a:lnTo>
                  <a:pt x="1090" y="24878"/>
                </a:lnTo>
                <a:lnTo>
                  <a:pt x="1090" y="25284"/>
                </a:lnTo>
                <a:lnTo>
                  <a:pt x="1154" y="25603"/>
                </a:lnTo>
                <a:lnTo>
                  <a:pt x="1154" y="25951"/>
                </a:lnTo>
                <a:lnTo>
                  <a:pt x="1154" y="26327"/>
                </a:lnTo>
                <a:lnTo>
                  <a:pt x="1154" y="26675"/>
                </a:lnTo>
                <a:lnTo>
                  <a:pt x="1251" y="26994"/>
                </a:lnTo>
                <a:lnTo>
                  <a:pt x="1251" y="27400"/>
                </a:lnTo>
                <a:lnTo>
                  <a:pt x="1251" y="27748"/>
                </a:lnTo>
                <a:lnTo>
                  <a:pt x="1251" y="28067"/>
                </a:lnTo>
                <a:lnTo>
                  <a:pt x="1251" y="28473"/>
                </a:lnTo>
                <a:lnTo>
                  <a:pt x="1315" y="28792"/>
                </a:lnTo>
                <a:lnTo>
                  <a:pt x="1315" y="29140"/>
                </a:lnTo>
                <a:lnTo>
                  <a:pt x="1315" y="29546"/>
                </a:lnTo>
                <a:lnTo>
                  <a:pt x="1315" y="29865"/>
                </a:lnTo>
                <a:lnTo>
                  <a:pt x="1379" y="30184"/>
                </a:lnTo>
                <a:lnTo>
                  <a:pt x="1379" y="30590"/>
                </a:lnTo>
                <a:lnTo>
                  <a:pt x="1379" y="30938"/>
                </a:lnTo>
                <a:lnTo>
                  <a:pt x="1379" y="31257"/>
                </a:lnTo>
                <a:lnTo>
                  <a:pt x="1379" y="31663"/>
                </a:lnTo>
                <a:lnTo>
                  <a:pt x="1475" y="31982"/>
                </a:lnTo>
                <a:lnTo>
                  <a:pt x="1475" y="32330"/>
                </a:lnTo>
                <a:lnTo>
                  <a:pt x="1475" y="32735"/>
                </a:lnTo>
                <a:lnTo>
                  <a:pt x="1475" y="33054"/>
                </a:lnTo>
                <a:lnTo>
                  <a:pt x="1539" y="33402"/>
                </a:lnTo>
                <a:lnTo>
                  <a:pt x="1539" y="33779"/>
                </a:lnTo>
                <a:lnTo>
                  <a:pt x="1539" y="34127"/>
                </a:lnTo>
                <a:lnTo>
                  <a:pt x="1539" y="34533"/>
                </a:lnTo>
                <a:lnTo>
                  <a:pt x="1539" y="34852"/>
                </a:lnTo>
                <a:lnTo>
                  <a:pt x="1604" y="35171"/>
                </a:lnTo>
                <a:lnTo>
                  <a:pt x="1604" y="35577"/>
                </a:lnTo>
                <a:lnTo>
                  <a:pt x="1604" y="35925"/>
                </a:lnTo>
                <a:lnTo>
                  <a:pt x="1604" y="36244"/>
                </a:lnTo>
                <a:lnTo>
                  <a:pt x="1668" y="36650"/>
                </a:lnTo>
                <a:lnTo>
                  <a:pt x="1668" y="36969"/>
                </a:lnTo>
                <a:lnTo>
                  <a:pt x="1668" y="37317"/>
                </a:lnTo>
                <a:lnTo>
                  <a:pt x="1668" y="37723"/>
                </a:lnTo>
                <a:lnTo>
                  <a:pt x="1668" y="38042"/>
                </a:lnTo>
                <a:lnTo>
                  <a:pt x="1764" y="38390"/>
                </a:lnTo>
                <a:lnTo>
                  <a:pt x="1764" y="38767"/>
                </a:lnTo>
                <a:lnTo>
                  <a:pt x="1764" y="39114"/>
                </a:lnTo>
                <a:lnTo>
                  <a:pt x="1764" y="39433"/>
                </a:lnTo>
                <a:lnTo>
                  <a:pt x="1764" y="39839"/>
                </a:lnTo>
                <a:lnTo>
                  <a:pt x="1828" y="40158"/>
                </a:lnTo>
                <a:lnTo>
                  <a:pt x="1828" y="40564"/>
                </a:lnTo>
                <a:lnTo>
                  <a:pt x="1828" y="40912"/>
                </a:lnTo>
                <a:lnTo>
                  <a:pt x="1828" y="41231"/>
                </a:lnTo>
                <a:lnTo>
                  <a:pt x="1892" y="41637"/>
                </a:lnTo>
                <a:lnTo>
                  <a:pt x="1892" y="41956"/>
                </a:lnTo>
                <a:lnTo>
                  <a:pt x="1892" y="42304"/>
                </a:lnTo>
                <a:lnTo>
                  <a:pt x="1892" y="42710"/>
                </a:lnTo>
                <a:lnTo>
                  <a:pt x="1892" y="43029"/>
                </a:lnTo>
                <a:lnTo>
                  <a:pt x="1956" y="43377"/>
                </a:lnTo>
                <a:lnTo>
                  <a:pt x="1956" y="43754"/>
                </a:lnTo>
                <a:lnTo>
                  <a:pt x="1956" y="44102"/>
                </a:lnTo>
                <a:lnTo>
                  <a:pt x="1956" y="44508"/>
                </a:lnTo>
                <a:lnTo>
                  <a:pt x="2053" y="44827"/>
                </a:lnTo>
                <a:lnTo>
                  <a:pt x="2053" y="45146"/>
                </a:lnTo>
                <a:lnTo>
                  <a:pt x="2053" y="45552"/>
                </a:lnTo>
                <a:lnTo>
                  <a:pt x="2053" y="45899"/>
                </a:lnTo>
                <a:lnTo>
                  <a:pt x="2053" y="46218"/>
                </a:lnTo>
                <a:lnTo>
                  <a:pt x="2117" y="46624"/>
                </a:lnTo>
                <a:lnTo>
                  <a:pt x="2117" y="46943"/>
                </a:lnTo>
                <a:lnTo>
                  <a:pt x="2117" y="47291"/>
                </a:lnTo>
                <a:lnTo>
                  <a:pt x="2117" y="47697"/>
                </a:lnTo>
                <a:lnTo>
                  <a:pt x="2181" y="48016"/>
                </a:lnTo>
                <a:lnTo>
                  <a:pt x="2181" y="48422"/>
                </a:lnTo>
                <a:lnTo>
                  <a:pt x="2181" y="48741"/>
                </a:lnTo>
                <a:lnTo>
                  <a:pt x="2181" y="49089"/>
                </a:lnTo>
                <a:lnTo>
                  <a:pt x="2181" y="49495"/>
                </a:lnTo>
                <a:lnTo>
                  <a:pt x="2277" y="49814"/>
                </a:lnTo>
                <a:lnTo>
                  <a:pt x="2277" y="50133"/>
                </a:lnTo>
                <a:lnTo>
                  <a:pt x="2277" y="50539"/>
                </a:lnTo>
                <a:lnTo>
                  <a:pt x="2277" y="50887"/>
                </a:lnTo>
                <a:lnTo>
                  <a:pt x="2341" y="51264"/>
                </a:lnTo>
                <a:lnTo>
                  <a:pt x="2341" y="51612"/>
                </a:lnTo>
                <a:lnTo>
                  <a:pt x="2341" y="51931"/>
                </a:lnTo>
                <a:lnTo>
                  <a:pt x="2341" y="52336"/>
                </a:lnTo>
                <a:lnTo>
                  <a:pt x="2341" y="52684"/>
                </a:lnTo>
                <a:lnTo>
                  <a:pt x="2406" y="53003"/>
                </a:lnTo>
                <a:lnTo>
                  <a:pt x="2406" y="53409"/>
                </a:lnTo>
                <a:lnTo>
                  <a:pt x="2406" y="53728"/>
                </a:lnTo>
                <a:lnTo>
                  <a:pt x="2406" y="54134"/>
                </a:lnTo>
                <a:lnTo>
                  <a:pt x="2470" y="54482"/>
                </a:lnTo>
                <a:lnTo>
                  <a:pt x="2470" y="54801"/>
                </a:lnTo>
                <a:lnTo>
                  <a:pt x="2470" y="55207"/>
                </a:lnTo>
                <a:lnTo>
                  <a:pt x="2470" y="55526"/>
                </a:lnTo>
                <a:lnTo>
                  <a:pt x="2470" y="55874"/>
                </a:lnTo>
                <a:lnTo>
                  <a:pt x="2566" y="56251"/>
                </a:lnTo>
                <a:lnTo>
                  <a:pt x="2566" y="56599"/>
                </a:lnTo>
                <a:lnTo>
                  <a:pt x="2566" y="57005"/>
                </a:lnTo>
                <a:lnTo>
                  <a:pt x="2566" y="57324"/>
                </a:lnTo>
                <a:lnTo>
                  <a:pt x="2566" y="57672"/>
                </a:lnTo>
                <a:lnTo>
                  <a:pt x="2630" y="58049"/>
                </a:lnTo>
                <a:lnTo>
                  <a:pt x="2630" y="58397"/>
                </a:lnTo>
                <a:lnTo>
                  <a:pt x="2630" y="58715"/>
                </a:lnTo>
                <a:lnTo>
                  <a:pt x="2630" y="59121"/>
                </a:lnTo>
                <a:lnTo>
                  <a:pt x="2694" y="59469"/>
                </a:lnTo>
                <a:lnTo>
                  <a:pt x="2694" y="59846"/>
                </a:lnTo>
                <a:lnTo>
                  <a:pt x="2694" y="60194"/>
                </a:lnTo>
                <a:lnTo>
                  <a:pt x="2694" y="60513"/>
                </a:lnTo>
                <a:lnTo>
                  <a:pt x="2694" y="60919"/>
                </a:lnTo>
                <a:lnTo>
                  <a:pt x="2758" y="61238"/>
                </a:lnTo>
                <a:lnTo>
                  <a:pt x="2758" y="61586"/>
                </a:lnTo>
                <a:lnTo>
                  <a:pt x="2758" y="61992"/>
                </a:lnTo>
                <a:lnTo>
                  <a:pt x="2758" y="62311"/>
                </a:lnTo>
                <a:lnTo>
                  <a:pt x="2855" y="62717"/>
                </a:lnTo>
                <a:lnTo>
                  <a:pt x="2855" y="63036"/>
                </a:lnTo>
                <a:lnTo>
                  <a:pt x="2855" y="63384"/>
                </a:lnTo>
                <a:lnTo>
                  <a:pt x="2855" y="63790"/>
                </a:lnTo>
                <a:lnTo>
                  <a:pt x="2855" y="64109"/>
                </a:lnTo>
                <a:lnTo>
                  <a:pt x="2919" y="64457"/>
                </a:lnTo>
                <a:lnTo>
                  <a:pt x="2919" y="64834"/>
                </a:lnTo>
                <a:lnTo>
                  <a:pt x="2919" y="65182"/>
                </a:lnTo>
                <a:lnTo>
                  <a:pt x="2919" y="65558"/>
                </a:lnTo>
                <a:lnTo>
                  <a:pt x="2983" y="65906"/>
                </a:lnTo>
                <a:lnTo>
                  <a:pt x="2983" y="66225"/>
                </a:lnTo>
                <a:lnTo>
                  <a:pt x="2983" y="66631"/>
                </a:lnTo>
                <a:lnTo>
                  <a:pt x="2983" y="66979"/>
                </a:lnTo>
                <a:lnTo>
                  <a:pt x="2983" y="67298"/>
                </a:lnTo>
                <a:lnTo>
                  <a:pt x="3079" y="67704"/>
                </a:lnTo>
                <a:lnTo>
                  <a:pt x="3079" y="68023"/>
                </a:lnTo>
                <a:lnTo>
                  <a:pt x="3079" y="68371"/>
                </a:lnTo>
                <a:lnTo>
                  <a:pt x="3079" y="68777"/>
                </a:lnTo>
                <a:lnTo>
                  <a:pt x="3143" y="69096"/>
                </a:lnTo>
                <a:lnTo>
                  <a:pt x="3143" y="69502"/>
                </a:lnTo>
                <a:lnTo>
                  <a:pt x="3143" y="69821"/>
                </a:lnTo>
                <a:lnTo>
                  <a:pt x="3143" y="70169"/>
                </a:lnTo>
                <a:lnTo>
                  <a:pt x="3143" y="70546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5109587" y="3453466"/>
            <a:ext cx="3208" cy="69357"/>
          </a:xfrm>
          <a:custGeom>
            <a:avLst/>
            <a:gdLst/>
            <a:ahLst/>
            <a:cxnLst/>
            <a:rect l="l" t="t" r="r" b="b"/>
            <a:pathLst>
              <a:path w="3208" h="69357">
                <a:moveTo>
                  <a:pt x="0" y="0"/>
                </a:moveTo>
                <a:lnTo>
                  <a:pt x="64" y="347"/>
                </a:lnTo>
                <a:lnTo>
                  <a:pt x="64" y="666"/>
                </a:lnTo>
                <a:lnTo>
                  <a:pt x="64" y="1072"/>
                </a:lnTo>
                <a:lnTo>
                  <a:pt x="64" y="1420"/>
                </a:lnTo>
                <a:lnTo>
                  <a:pt x="128" y="1797"/>
                </a:lnTo>
                <a:lnTo>
                  <a:pt x="128" y="2145"/>
                </a:lnTo>
                <a:lnTo>
                  <a:pt x="128" y="2464"/>
                </a:lnTo>
                <a:lnTo>
                  <a:pt x="128" y="2870"/>
                </a:lnTo>
                <a:lnTo>
                  <a:pt x="128" y="3218"/>
                </a:lnTo>
                <a:lnTo>
                  <a:pt x="224" y="3537"/>
                </a:lnTo>
                <a:lnTo>
                  <a:pt x="224" y="3943"/>
                </a:lnTo>
                <a:lnTo>
                  <a:pt x="224" y="4262"/>
                </a:lnTo>
                <a:lnTo>
                  <a:pt x="224" y="4610"/>
                </a:lnTo>
                <a:lnTo>
                  <a:pt x="224" y="4987"/>
                </a:lnTo>
                <a:lnTo>
                  <a:pt x="288" y="5335"/>
                </a:lnTo>
                <a:lnTo>
                  <a:pt x="288" y="5741"/>
                </a:lnTo>
                <a:lnTo>
                  <a:pt x="288" y="6060"/>
                </a:lnTo>
                <a:lnTo>
                  <a:pt x="288" y="6408"/>
                </a:lnTo>
                <a:lnTo>
                  <a:pt x="352" y="6784"/>
                </a:lnTo>
                <a:lnTo>
                  <a:pt x="352" y="7132"/>
                </a:lnTo>
                <a:lnTo>
                  <a:pt x="352" y="7451"/>
                </a:lnTo>
                <a:lnTo>
                  <a:pt x="352" y="7857"/>
                </a:lnTo>
                <a:lnTo>
                  <a:pt x="352" y="8205"/>
                </a:lnTo>
                <a:lnTo>
                  <a:pt x="449" y="8524"/>
                </a:lnTo>
                <a:lnTo>
                  <a:pt x="449" y="8930"/>
                </a:lnTo>
                <a:lnTo>
                  <a:pt x="449" y="9249"/>
                </a:lnTo>
                <a:lnTo>
                  <a:pt x="449" y="9597"/>
                </a:lnTo>
                <a:lnTo>
                  <a:pt x="513" y="9974"/>
                </a:lnTo>
                <a:lnTo>
                  <a:pt x="513" y="10322"/>
                </a:lnTo>
                <a:lnTo>
                  <a:pt x="513" y="10728"/>
                </a:lnTo>
                <a:lnTo>
                  <a:pt x="513" y="11047"/>
                </a:lnTo>
                <a:lnTo>
                  <a:pt x="513" y="11395"/>
                </a:lnTo>
                <a:lnTo>
                  <a:pt x="577" y="11772"/>
                </a:lnTo>
                <a:lnTo>
                  <a:pt x="577" y="12120"/>
                </a:lnTo>
                <a:lnTo>
                  <a:pt x="577" y="12439"/>
                </a:lnTo>
                <a:lnTo>
                  <a:pt x="577" y="12845"/>
                </a:lnTo>
                <a:lnTo>
                  <a:pt x="641" y="13192"/>
                </a:lnTo>
                <a:lnTo>
                  <a:pt x="641" y="13511"/>
                </a:lnTo>
                <a:lnTo>
                  <a:pt x="641" y="13917"/>
                </a:lnTo>
                <a:lnTo>
                  <a:pt x="641" y="14236"/>
                </a:lnTo>
                <a:lnTo>
                  <a:pt x="641" y="14584"/>
                </a:lnTo>
                <a:lnTo>
                  <a:pt x="737" y="14961"/>
                </a:lnTo>
                <a:lnTo>
                  <a:pt x="737" y="15309"/>
                </a:lnTo>
                <a:lnTo>
                  <a:pt x="737" y="15628"/>
                </a:lnTo>
                <a:lnTo>
                  <a:pt x="737" y="16034"/>
                </a:lnTo>
                <a:lnTo>
                  <a:pt x="802" y="16382"/>
                </a:lnTo>
                <a:lnTo>
                  <a:pt x="802" y="16701"/>
                </a:lnTo>
                <a:lnTo>
                  <a:pt x="802" y="17107"/>
                </a:lnTo>
                <a:lnTo>
                  <a:pt x="802" y="17426"/>
                </a:lnTo>
                <a:lnTo>
                  <a:pt x="802" y="17774"/>
                </a:lnTo>
                <a:lnTo>
                  <a:pt x="866" y="18180"/>
                </a:lnTo>
                <a:lnTo>
                  <a:pt x="866" y="18499"/>
                </a:lnTo>
                <a:lnTo>
                  <a:pt x="866" y="18847"/>
                </a:lnTo>
                <a:lnTo>
                  <a:pt x="866" y="19224"/>
                </a:lnTo>
                <a:lnTo>
                  <a:pt x="930" y="19571"/>
                </a:lnTo>
                <a:lnTo>
                  <a:pt x="930" y="19890"/>
                </a:lnTo>
                <a:lnTo>
                  <a:pt x="930" y="20296"/>
                </a:lnTo>
                <a:lnTo>
                  <a:pt x="930" y="20615"/>
                </a:lnTo>
                <a:lnTo>
                  <a:pt x="930" y="20963"/>
                </a:lnTo>
                <a:lnTo>
                  <a:pt x="1026" y="21369"/>
                </a:lnTo>
                <a:lnTo>
                  <a:pt x="1026" y="21688"/>
                </a:lnTo>
                <a:lnTo>
                  <a:pt x="1026" y="22036"/>
                </a:lnTo>
                <a:lnTo>
                  <a:pt x="1026" y="22355"/>
                </a:lnTo>
                <a:lnTo>
                  <a:pt x="1026" y="22703"/>
                </a:lnTo>
                <a:lnTo>
                  <a:pt x="1090" y="23022"/>
                </a:lnTo>
                <a:lnTo>
                  <a:pt x="1090" y="23428"/>
                </a:lnTo>
                <a:lnTo>
                  <a:pt x="1090" y="23747"/>
                </a:lnTo>
                <a:lnTo>
                  <a:pt x="1090" y="24095"/>
                </a:lnTo>
                <a:lnTo>
                  <a:pt x="1154" y="24414"/>
                </a:lnTo>
                <a:lnTo>
                  <a:pt x="1154" y="24820"/>
                </a:lnTo>
                <a:lnTo>
                  <a:pt x="1154" y="25139"/>
                </a:lnTo>
                <a:lnTo>
                  <a:pt x="1154" y="25487"/>
                </a:lnTo>
                <a:lnTo>
                  <a:pt x="1154" y="25893"/>
                </a:lnTo>
                <a:lnTo>
                  <a:pt x="1251" y="26211"/>
                </a:lnTo>
                <a:lnTo>
                  <a:pt x="1251" y="26559"/>
                </a:lnTo>
                <a:lnTo>
                  <a:pt x="1251" y="26936"/>
                </a:lnTo>
                <a:lnTo>
                  <a:pt x="1251" y="27284"/>
                </a:lnTo>
                <a:lnTo>
                  <a:pt x="1315" y="27603"/>
                </a:lnTo>
                <a:lnTo>
                  <a:pt x="1315" y="27951"/>
                </a:lnTo>
                <a:lnTo>
                  <a:pt x="1315" y="28328"/>
                </a:lnTo>
                <a:lnTo>
                  <a:pt x="1315" y="28676"/>
                </a:lnTo>
                <a:lnTo>
                  <a:pt x="1315" y="28995"/>
                </a:lnTo>
                <a:lnTo>
                  <a:pt x="1379" y="29401"/>
                </a:lnTo>
                <a:lnTo>
                  <a:pt x="1379" y="29749"/>
                </a:lnTo>
                <a:lnTo>
                  <a:pt x="1379" y="30068"/>
                </a:lnTo>
                <a:lnTo>
                  <a:pt x="1379" y="30474"/>
                </a:lnTo>
                <a:lnTo>
                  <a:pt x="1443" y="30793"/>
                </a:lnTo>
                <a:lnTo>
                  <a:pt x="1443" y="31141"/>
                </a:lnTo>
                <a:lnTo>
                  <a:pt x="1443" y="31460"/>
                </a:lnTo>
                <a:lnTo>
                  <a:pt x="1443" y="31866"/>
                </a:lnTo>
                <a:lnTo>
                  <a:pt x="1443" y="32185"/>
                </a:lnTo>
                <a:lnTo>
                  <a:pt x="1539" y="32533"/>
                </a:lnTo>
                <a:lnTo>
                  <a:pt x="1539" y="32938"/>
                </a:lnTo>
                <a:lnTo>
                  <a:pt x="1539" y="33257"/>
                </a:lnTo>
                <a:lnTo>
                  <a:pt x="1539" y="33605"/>
                </a:lnTo>
                <a:lnTo>
                  <a:pt x="1604" y="33924"/>
                </a:lnTo>
                <a:lnTo>
                  <a:pt x="1604" y="34330"/>
                </a:lnTo>
                <a:lnTo>
                  <a:pt x="1604" y="34649"/>
                </a:lnTo>
                <a:lnTo>
                  <a:pt x="1604" y="34997"/>
                </a:lnTo>
                <a:lnTo>
                  <a:pt x="1604" y="35316"/>
                </a:lnTo>
                <a:lnTo>
                  <a:pt x="1668" y="35722"/>
                </a:lnTo>
                <a:lnTo>
                  <a:pt x="1668" y="36041"/>
                </a:lnTo>
                <a:lnTo>
                  <a:pt x="1668" y="36389"/>
                </a:lnTo>
                <a:lnTo>
                  <a:pt x="1668" y="36708"/>
                </a:lnTo>
                <a:lnTo>
                  <a:pt x="1764" y="37114"/>
                </a:lnTo>
                <a:lnTo>
                  <a:pt x="1764" y="37462"/>
                </a:lnTo>
                <a:lnTo>
                  <a:pt x="1764" y="37781"/>
                </a:lnTo>
                <a:lnTo>
                  <a:pt x="1764" y="38187"/>
                </a:lnTo>
                <a:lnTo>
                  <a:pt x="1764" y="38506"/>
                </a:lnTo>
                <a:lnTo>
                  <a:pt x="1828" y="38854"/>
                </a:lnTo>
                <a:lnTo>
                  <a:pt x="1828" y="39172"/>
                </a:lnTo>
                <a:lnTo>
                  <a:pt x="1828" y="39578"/>
                </a:lnTo>
                <a:lnTo>
                  <a:pt x="1828" y="39897"/>
                </a:lnTo>
                <a:lnTo>
                  <a:pt x="1828" y="40245"/>
                </a:lnTo>
                <a:lnTo>
                  <a:pt x="1892" y="40564"/>
                </a:lnTo>
                <a:lnTo>
                  <a:pt x="1892" y="40912"/>
                </a:lnTo>
                <a:lnTo>
                  <a:pt x="1892" y="41318"/>
                </a:lnTo>
                <a:lnTo>
                  <a:pt x="1892" y="41637"/>
                </a:lnTo>
                <a:lnTo>
                  <a:pt x="1956" y="41985"/>
                </a:lnTo>
                <a:lnTo>
                  <a:pt x="1956" y="42304"/>
                </a:lnTo>
                <a:lnTo>
                  <a:pt x="1956" y="42710"/>
                </a:lnTo>
                <a:lnTo>
                  <a:pt x="1956" y="43029"/>
                </a:lnTo>
                <a:lnTo>
                  <a:pt x="1956" y="43377"/>
                </a:lnTo>
                <a:lnTo>
                  <a:pt x="2053" y="43696"/>
                </a:lnTo>
                <a:lnTo>
                  <a:pt x="2053" y="44102"/>
                </a:lnTo>
                <a:lnTo>
                  <a:pt x="2053" y="44421"/>
                </a:lnTo>
                <a:lnTo>
                  <a:pt x="2053" y="44769"/>
                </a:lnTo>
                <a:lnTo>
                  <a:pt x="2117" y="45088"/>
                </a:lnTo>
                <a:lnTo>
                  <a:pt x="2117" y="45436"/>
                </a:lnTo>
                <a:lnTo>
                  <a:pt x="2117" y="45841"/>
                </a:lnTo>
                <a:lnTo>
                  <a:pt x="2117" y="46160"/>
                </a:lnTo>
                <a:lnTo>
                  <a:pt x="2117" y="46508"/>
                </a:lnTo>
                <a:lnTo>
                  <a:pt x="2181" y="46827"/>
                </a:lnTo>
                <a:lnTo>
                  <a:pt x="2181" y="47146"/>
                </a:lnTo>
                <a:lnTo>
                  <a:pt x="2181" y="47552"/>
                </a:lnTo>
                <a:lnTo>
                  <a:pt x="2181" y="47900"/>
                </a:lnTo>
                <a:lnTo>
                  <a:pt x="2245" y="48219"/>
                </a:lnTo>
                <a:lnTo>
                  <a:pt x="2245" y="48567"/>
                </a:lnTo>
                <a:lnTo>
                  <a:pt x="2245" y="48886"/>
                </a:lnTo>
                <a:lnTo>
                  <a:pt x="2245" y="49292"/>
                </a:lnTo>
                <a:lnTo>
                  <a:pt x="2245" y="49611"/>
                </a:lnTo>
                <a:lnTo>
                  <a:pt x="2341" y="49959"/>
                </a:lnTo>
                <a:lnTo>
                  <a:pt x="2341" y="50278"/>
                </a:lnTo>
                <a:lnTo>
                  <a:pt x="2341" y="50626"/>
                </a:lnTo>
                <a:lnTo>
                  <a:pt x="2341" y="51003"/>
                </a:lnTo>
                <a:lnTo>
                  <a:pt x="2406" y="51351"/>
                </a:lnTo>
                <a:lnTo>
                  <a:pt x="2406" y="51670"/>
                </a:lnTo>
                <a:lnTo>
                  <a:pt x="2406" y="52018"/>
                </a:lnTo>
                <a:lnTo>
                  <a:pt x="2406" y="52336"/>
                </a:lnTo>
                <a:lnTo>
                  <a:pt x="2406" y="52742"/>
                </a:lnTo>
                <a:lnTo>
                  <a:pt x="2470" y="53090"/>
                </a:lnTo>
                <a:lnTo>
                  <a:pt x="2470" y="53409"/>
                </a:lnTo>
                <a:lnTo>
                  <a:pt x="2470" y="53757"/>
                </a:lnTo>
                <a:lnTo>
                  <a:pt x="2470" y="54076"/>
                </a:lnTo>
                <a:lnTo>
                  <a:pt x="2566" y="54395"/>
                </a:lnTo>
                <a:lnTo>
                  <a:pt x="2566" y="54801"/>
                </a:lnTo>
                <a:lnTo>
                  <a:pt x="2566" y="55149"/>
                </a:lnTo>
                <a:lnTo>
                  <a:pt x="2566" y="55468"/>
                </a:lnTo>
                <a:lnTo>
                  <a:pt x="2566" y="55816"/>
                </a:lnTo>
                <a:lnTo>
                  <a:pt x="2630" y="56135"/>
                </a:lnTo>
                <a:lnTo>
                  <a:pt x="2630" y="56483"/>
                </a:lnTo>
                <a:lnTo>
                  <a:pt x="2630" y="56802"/>
                </a:lnTo>
                <a:lnTo>
                  <a:pt x="2630" y="57208"/>
                </a:lnTo>
                <a:lnTo>
                  <a:pt x="2630" y="57527"/>
                </a:lnTo>
                <a:lnTo>
                  <a:pt x="2694" y="57875"/>
                </a:lnTo>
                <a:lnTo>
                  <a:pt x="2694" y="58194"/>
                </a:lnTo>
                <a:lnTo>
                  <a:pt x="2694" y="58542"/>
                </a:lnTo>
                <a:lnTo>
                  <a:pt x="2694" y="58860"/>
                </a:lnTo>
                <a:lnTo>
                  <a:pt x="2758" y="59208"/>
                </a:lnTo>
                <a:lnTo>
                  <a:pt x="2758" y="59527"/>
                </a:lnTo>
                <a:lnTo>
                  <a:pt x="2758" y="59933"/>
                </a:lnTo>
                <a:lnTo>
                  <a:pt x="2758" y="60252"/>
                </a:lnTo>
                <a:lnTo>
                  <a:pt x="2758" y="60600"/>
                </a:lnTo>
                <a:lnTo>
                  <a:pt x="2855" y="60919"/>
                </a:lnTo>
                <a:lnTo>
                  <a:pt x="2855" y="61267"/>
                </a:lnTo>
                <a:lnTo>
                  <a:pt x="2855" y="61586"/>
                </a:lnTo>
                <a:lnTo>
                  <a:pt x="2855" y="61934"/>
                </a:lnTo>
                <a:lnTo>
                  <a:pt x="2919" y="62253"/>
                </a:lnTo>
                <a:lnTo>
                  <a:pt x="2919" y="62659"/>
                </a:lnTo>
                <a:lnTo>
                  <a:pt x="2919" y="62978"/>
                </a:lnTo>
                <a:lnTo>
                  <a:pt x="2919" y="63326"/>
                </a:lnTo>
                <a:lnTo>
                  <a:pt x="2919" y="63645"/>
                </a:lnTo>
                <a:lnTo>
                  <a:pt x="2983" y="63993"/>
                </a:lnTo>
                <a:lnTo>
                  <a:pt x="2983" y="64312"/>
                </a:lnTo>
                <a:lnTo>
                  <a:pt x="2983" y="64660"/>
                </a:lnTo>
                <a:lnTo>
                  <a:pt x="2983" y="64979"/>
                </a:lnTo>
                <a:lnTo>
                  <a:pt x="3047" y="65326"/>
                </a:lnTo>
                <a:lnTo>
                  <a:pt x="3047" y="65645"/>
                </a:lnTo>
                <a:lnTo>
                  <a:pt x="3047" y="65964"/>
                </a:lnTo>
                <a:lnTo>
                  <a:pt x="3047" y="66370"/>
                </a:lnTo>
                <a:lnTo>
                  <a:pt x="3047" y="66718"/>
                </a:lnTo>
                <a:lnTo>
                  <a:pt x="3143" y="67037"/>
                </a:lnTo>
                <a:lnTo>
                  <a:pt x="3143" y="67385"/>
                </a:lnTo>
                <a:lnTo>
                  <a:pt x="3143" y="67704"/>
                </a:lnTo>
                <a:lnTo>
                  <a:pt x="3143" y="68052"/>
                </a:lnTo>
                <a:lnTo>
                  <a:pt x="3208" y="68371"/>
                </a:lnTo>
                <a:lnTo>
                  <a:pt x="3208" y="68719"/>
                </a:lnTo>
                <a:lnTo>
                  <a:pt x="3208" y="69038"/>
                </a:lnTo>
                <a:lnTo>
                  <a:pt x="3208" y="69357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5112795" y="3522823"/>
            <a:ext cx="3208" cy="62398"/>
          </a:xfrm>
          <a:custGeom>
            <a:avLst/>
            <a:gdLst/>
            <a:ahLst/>
            <a:cxnLst/>
            <a:rect l="l" t="t" r="r" b="b"/>
            <a:pathLst>
              <a:path w="3208" h="62398">
                <a:moveTo>
                  <a:pt x="0" y="0"/>
                </a:moveTo>
                <a:lnTo>
                  <a:pt x="0" y="347"/>
                </a:lnTo>
                <a:lnTo>
                  <a:pt x="64" y="666"/>
                </a:lnTo>
                <a:lnTo>
                  <a:pt x="64" y="1014"/>
                </a:lnTo>
                <a:lnTo>
                  <a:pt x="64" y="1333"/>
                </a:lnTo>
                <a:lnTo>
                  <a:pt x="64" y="1681"/>
                </a:lnTo>
                <a:lnTo>
                  <a:pt x="160" y="2000"/>
                </a:lnTo>
                <a:lnTo>
                  <a:pt x="160" y="2348"/>
                </a:lnTo>
                <a:lnTo>
                  <a:pt x="160" y="2667"/>
                </a:lnTo>
                <a:lnTo>
                  <a:pt x="160" y="3015"/>
                </a:lnTo>
                <a:lnTo>
                  <a:pt x="160" y="3334"/>
                </a:lnTo>
                <a:lnTo>
                  <a:pt x="224" y="3682"/>
                </a:lnTo>
                <a:lnTo>
                  <a:pt x="224" y="4059"/>
                </a:lnTo>
                <a:lnTo>
                  <a:pt x="224" y="4407"/>
                </a:lnTo>
                <a:lnTo>
                  <a:pt x="224" y="4726"/>
                </a:lnTo>
                <a:lnTo>
                  <a:pt x="224" y="5074"/>
                </a:lnTo>
                <a:lnTo>
                  <a:pt x="288" y="5393"/>
                </a:lnTo>
                <a:lnTo>
                  <a:pt x="288" y="5741"/>
                </a:lnTo>
                <a:lnTo>
                  <a:pt x="288" y="6060"/>
                </a:lnTo>
                <a:lnTo>
                  <a:pt x="288" y="6408"/>
                </a:lnTo>
                <a:lnTo>
                  <a:pt x="352" y="6726"/>
                </a:lnTo>
                <a:lnTo>
                  <a:pt x="352" y="7074"/>
                </a:lnTo>
                <a:lnTo>
                  <a:pt x="352" y="7393"/>
                </a:lnTo>
                <a:lnTo>
                  <a:pt x="352" y="7712"/>
                </a:lnTo>
                <a:lnTo>
                  <a:pt x="352" y="8060"/>
                </a:lnTo>
                <a:lnTo>
                  <a:pt x="449" y="8379"/>
                </a:lnTo>
                <a:lnTo>
                  <a:pt x="449" y="8669"/>
                </a:lnTo>
                <a:lnTo>
                  <a:pt x="449" y="8988"/>
                </a:lnTo>
                <a:lnTo>
                  <a:pt x="449" y="9336"/>
                </a:lnTo>
                <a:lnTo>
                  <a:pt x="513" y="9655"/>
                </a:lnTo>
                <a:lnTo>
                  <a:pt x="513" y="9974"/>
                </a:lnTo>
                <a:lnTo>
                  <a:pt x="513" y="10322"/>
                </a:lnTo>
                <a:lnTo>
                  <a:pt x="513" y="10641"/>
                </a:lnTo>
                <a:lnTo>
                  <a:pt x="513" y="10989"/>
                </a:lnTo>
                <a:lnTo>
                  <a:pt x="577" y="11308"/>
                </a:lnTo>
                <a:lnTo>
                  <a:pt x="577" y="11656"/>
                </a:lnTo>
                <a:lnTo>
                  <a:pt x="577" y="11975"/>
                </a:lnTo>
                <a:lnTo>
                  <a:pt x="577" y="12323"/>
                </a:lnTo>
                <a:lnTo>
                  <a:pt x="673" y="12642"/>
                </a:lnTo>
                <a:lnTo>
                  <a:pt x="673" y="12990"/>
                </a:lnTo>
                <a:lnTo>
                  <a:pt x="673" y="13308"/>
                </a:lnTo>
                <a:lnTo>
                  <a:pt x="673" y="13656"/>
                </a:lnTo>
                <a:lnTo>
                  <a:pt x="673" y="13975"/>
                </a:lnTo>
                <a:lnTo>
                  <a:pt x="737" y="14323"/>
                </a:lnTo>
                <a:lnTo>
                  <a:pt x="737" y="14642"/>
                </a:lnTo>
                <a:lnTo>
                  <a:pt x="737" y="14903"/>
                </a:lnTo>
                <a:lnTo>
                  <a:pt x="737" y="15251"/>
                </a:lnTo>
                <a:lnTo>
                  <a:pt x="802" y="15570"/>
                </a:lnTo>
                <a:lnTo>
                  <a:pt x="802" y="15918"/>
                </a:lnTo>
                <a:lnTo>
                  <a:pt x="802" y="16237"/>
                </a:lnTo>
                <a:lnTo>
                  <a:pt x="802" y="16556"/>
                </a:lnTo>
                <a:lnTo>
                  <a:pt x="802" y="16904"/>
                </a:lnTo>
                <a:lnTo>
                  <a:pt x="866" y="17223"/>
                </a:lnTo>
                <a:lnTo>
                  <a:pt x="866" y="17571"/>
                </a:lnTo>
                <a:lnTo>
                  <a:pt x="866" y="17890"/>
                </a:lnTo>
                <a:lnTo>
                  <a:pt x="866" y="18238"/>
                </a:lnTo>
                <a:lnTo>
                  <a:pt x="962" y="18499"/>
                </a:lnTo>
                <a:lnTo>
                  <a:pt x="962" y="18818"/>
                </a:lnTo>
                <a:lnTo>
                  <a:pt x="962" y="19166"/>
                </a:lnTo>
                <a:lnTo>
                  <a:pt x="962" y="19485"/>
                </a:lnTo>
                <a:lnTo>
                  <a:pt x="962" y="19832"/>
                </a:lnTo>
                <a:lnTo>
                  <a:pt x="1026" y="20151"/>
                </a:lnTo>
                <a:lnTo>
                  <a:pt x="1026" y="20499"/>
                </a:lnTo>
                <a:lnTo>
                  <a:pt x="1026" y="20760"/>
                </a:lnTo>
                <a:lnTo>
                  <a:pt x="1026" y="21079"/>
                </a:lnTo>
                <a:lnTo>
                  <a:pt x="1026" y="21427"/>
                </a:lnTo>
                <a:lnTo>
                  <a:pt x="1090" y="21746"/>
                </a:lnTo>
                <a:lnTo>
                  <a:pt x="1090" y="22094"/>
                </a:lnTo>
                <a:lnTo>
                  <a:pt x="1090" y="22413"/>
                </a:lnTo>
                <a:lnTo>
                  <a:pt x="1090" y="22761"/>
                </a:lnTo>
                <a:lnTo>
                  <a:pt x="1154" y="23022"/>
                </a:lnTo>
                <a:lnTo>
                  <a:pt x="1154" y="23341"/>
                </a:lnTo>
                <a:lnTo>
                  <a:pt x="1154" y="23689"/>
                </a:lnTo>
                <a:lnTo>
                  <a:pt x="1154" y="24008"/>
                </a:lnTo>
                <a:lnTo>
                  <a:pt x="1154" y="24356"/>
                </a:lnTo>
                <a:lnTo>
                  <a:pt x="1251" y="24675"/>
                </a:lnTo>
                <a:lnTo>
                  <a:pt x="1251" y="24936"/>
                </a:lnTo>
                <a:lnTo>
                  <a:pt x="1251" y="25284"/>
                </a:lnTo>
                <a:lnTo>
                  <a:pt x="1251" y="25603"/>
                </a:lnTo>
                <a:lnTo>
                  <a:pt x="1315" y="25951"/>
                </a:lnTo>
                <a:lnTo>
                  <a:pt x="1315" y="26269"/>
                </a:lnTo>
                <a:lnTo>
                  <a:pt x="1315" y="26530"/>
                </a:lnTo>
                <a:lnTo>
                  <a:pt x="1315" y="26878"/>
                </a:lnTo>
                <a:lnTo>
                  <a:pt x="1315" y="27197"/>
                </a:lnTo>
                <a:lnTo>
                  <a:pt x="1379" y="27545"/>
                </a:lnTo>
                <a:lnTo>
                  <a:pt x="1379" y="27864"/>
                </a:lnTo>
                <a:lnTo>
                  <a:pt x="1379" y="28154"/>
                </a:lnTo>
                <a:lnTo>
                  <a:pt x="1379" y="28473"/>
                </a:lnTo>
                <a:lnTo>
                  <a:pt x="1475" y="28792"/>
                </a:lnTo>
                <a:lnTo>
                  <a:pt x="1475" y="29140"/>
                </a:lnTo>
                <a:lnTo>
                  <a:pt x="1475" y="29401"/>
                </a:lnTo>
                <a:lnTo>
                  <a:pt x="1475" y="29749"/>
                </a:lnTo>
                <a:lnTo>
                  <a:pt x="1475" y="30068"/>
                </a:lnTo>
                <a:lnTo>
                  <a:pt x="1539" y="30387"/>
                </a:lnTo>
                <a:lnTo>
                  <a:pt x="1539" y="30677"/>
                </a:lnTo>
                <a:lnTo>
                  <a:pt x="1539" y="30996"/>
                </a:lnTo>
                <a:lnTo>
                  <a:pt x="1539" y="31344"/>
                </a:lnTo>
                <a:lnTo>
                  <a:pt x="1604" y="31663"/>
                </a:lnTo>
                <a:lnTo>
                  <a:pt x="1604" y="31924"/>
                </a:lnTo>
                <a:lnTo>
                  <a:pt x="1604" y="32272"/>
                </a:lnTo>
                <a:lnTo>
                  <a:pt x="1604" y="32591"/>
                </a:lnTo>
                <a:lnTo>
                  <a:pt x="1604" y="32938"/>
                </a:lnTo>
                <a:lnTo>
                  <a:pt x="1668" y="33199"/>
                </a:lnTo>
                <a:lnTo>
                  <a:pt x="1668" y="33518"/>
                </a:lnTo>
                <a:lnTo>
                  <a:pt x="1668" y="33866"/>
                </a:lnTo>
                <a:lnTo>
                  <a:pt x="1668" y="34127"/>
                </a:lnTo>
                <a:lnTo>
                  <a:pt x="1764" y="34446"/>
                </a:lnTo>
                <a:lnTo>
                  <a:pt x="1764" y="34794"/>
                </a:lnTo>
                <a:lnTo>
                  <a:pt x="1764" y="35113"/>
                </a:lnTo>
                <a:lnTo>
                  <a:pt x="1764" y="35374"/>
                </a:lnTo>
                <a:lnTo>
                  <a:pt x="1764" y="35722"/>
                </a:lnTo>
                <a:lnTo>
                  <a:pt x="1828" y="36041"/>
                </a:lnTo>
                <a:lnTo>
                  <a:pt x="1828" y="36331"/>
                </a:lnTo>
                <a:lnTo>
                  <a:pt x="1828" y="36650"/>
                </a:lnTo>
                <a:lnTo>
                  <a:pt x="1828" y="36998"/>
                </a:lnTo>
                <a:lnTo>
                  <a:pt x="1828" y="37259"/>
                </a:lnTo>
                <a:lnTo>
                  <a:pt x="1892" y="37578"/>
                </a:lnTo>
                <a:lnTo>
                  <a:pt x="1892" y="37926"/>
                </a:lnTo>
                <a:lnTo>
                  <a:pt x="1892" y="38187"/>
                </a:lnTo>
                <a:lnTo>
                  <a:pt x="1892" y="38506"/>
                </a:lnTo>
                <a:lnTo>
                  <a:pt x="1988" y="38854"/>
                </a:lnTo>
                <a:lnTo>
                  <a:pt x="1988" y="39114"/>
                </a:lnTo>
                <a:lnTo>
                  <a:pt x="1988" y="39433"/>
                </a:lnTo>
                <a:lnTo>
                  <a:pt x="1988" y="39781"/>
                </a:lnTo>
                <a:lnTo>
                  <a:pt x="1988" y="40042"/>
                </a:lnTo>
                <a:lnTo>
                  <a:pt x="2053" y="40361"/>
                </a:lnTo>
                <a:lnTo>
                  <a:pt x="2053" y="40651"/>
                </a:lnTo>
                <a:lnTo>
                  <a:pt x="2053" y="40970"/>
                </a:lnTo>
                <a:lnTo>
                  <a:pt x="2053" y="41318"/>
                </a:lnTo>
                <a:lnTo>
                  <a:pt x="2117" y="41579"/>
                </a:lnTo>
                <a:lnTo>
                  <a:pt x="2117" y="41898"/>
                </a:lnTo>
                <a:lnTo>
                  <a:pt x="2117" y="42246"/>
                </a:lnTo>
                <a:lnTo>
                  <a:pt x="2117" y="42507"/>
                </a:lnTo>
                <a:lnTo>
                  <a:pt x="2117" y="42826"/>
                </a:lnTo>
                <a:lnTo>
                  <a:pt x="2181" y="43116"/>
                </a:lnTo>
                <a:lnTo>
                  <a:pt x="2181" y="43435"/>
                </a:lnTo>
                <a:lnTo>
                  <a:pt x="2181" y="43754"/>
                </a:lnTo>
                <a:lnTo>
                  <a:pt x="2181" y="44044"/>
                </a:lnTo>
                <a:lnTo>
                  <a:pt x="2277" y="44363"/>
                </a:lnTo>
                <a:lnTo>
                  <a:pt x="2277" y="44624"/>
                </a:lnTo>
                <a:lnTo>
                  <a:pt x="2277" y="44972"/>
                </a:lnTo>
                <a:lnTo>
                  <a:pt x="2277" y="45233"/>
                </a:lnTo>
                <a:lnTo>
                  <a:pt x="2277" y="45552"/>
                </a:lnTo>
                <a:lnTo>
                  <a:pt x="2341" y="45899"/>
                </a:lnTo>
                <a:lnTo>
                  <a:pt x="2341" y="46160"/>
                </a:lnTo>
                <a:lnTo>
                  <a:pt x="2341" y="46479"/>
                </a:lnTo>
                <a:lnTo>
                  <a:pt x="2341" y="46769"/>
                </a:lnTo>
                <a:lnTo>
                  <a:pt x="2406" y="47088"/>
                </a:lnTo>
                <a:lnTo>
                  <a:pt x="2406" y="47349"/>
                </a:lnTo>
                <a:lnTo>
                  <a:pt x="2406" y="47697"/>
                </a:lnTo>
                <a:lnTo>
                  <a:pt x="2406" y="47958"/>
                </a:lnTo>
                <a:lnTo>
                  <a:pt x="2406" y="48277"/>
                </a:lnTo>
                <a:lnTo>
                  <a:pt x="2470" y="48567"/>
                </a:lnTo>
                <a:lnTo>
                  <a:pt x="2470" y="48886"/>
                </a:lnTo>
                <a:lnTo>
                  <a:pt x="2470" y="49147"/>
                </a:lnTo>
                <a:lnTo>
                  <a:pt x="2470" y="49495"/>
                </a:lnTo>
                <a:lnTo>
                  <a:pt x="2566" y="49756"/>
                </a:lnTo>
                <a:lnTo>
                  <a:pt x="2566" y="50075"/>
                </a:lnTo>
                <a:lnTo>
                  <a:pt x="2566" y="50336"/>
                </a:lnTo>
                <a:lnTo>
                  <a:pt x="2566" y="50684"/>
                </a:lnTo>
                <a:lnTo>
                  <a:pt x="2566" y="50945"/>
                </a:lnTo>
                <a:lnTo>
                  <a:pt x="2630" y="51293"/>
                </a:lnTo>
                <a:lnTo>
                  <a:pt x="2630" y="51554"/>
                </a:lnTo>
                <a:lnTo>
                  <a:pt x="2630" y="51873"/>
                </a:lnTo>
                <a:lnTo>
                  <a:pt x="2630" y="52134"/>
                </a:lnTo>
                <a:lnTo>
                  <a:pt x="2630" y="52481"/>
                </a:lnTo>
                <a:lnTo>
                  <a:pt x="2694" y="52742"/>
                </a:lnTo>
                <a:lnTo>
                  <a:pt x="2694" y="53090"/>
                </a:lnTo>
                <a:lnTo>
                  <a:pt x="2694" y="53351"/>
                </a:lnTo>
                <a:lnTo>
                  <a:pt x="2694" y="53670"/>
                </a:lnTo>
                <a:lnTo>
                  <a:pt x="2790" y="53931"/>
                </a:lnTo>
                <a:lnTo>
                  <a:pt x="2790" y="54221"/>
                </a:lnTo>
                <a:lnTo>
                  <a:pt x="2790" y="54540"/>
                </a:lnTo>
                <a:lnTo>
                  <a:pt x="2790" y="54801"/>
                </a:lnTo>
                <a:lnTo>
                  <a:pt x="2790" y="55149"/>
                </a:lnTo>
                <a:lnTo>
                  <a:pt x="2855" y="55410"/>
                </a:lnTo>
                <a:lnTo>
                  <a:pt x="2855" y="55729"/>
                </a:lnTo>
                <a:lnTo>
                  <a:pt x="2855" y="55990"/>
                </a:lnTo>
                <a:lnTo>
                  <a:pt x="2855" y="56280"/>
                </a:lnTo>
                <a:lnTo>
                  <a:pt x="2919" y="56599"/>
                </a:lnTo>
                <a:lnTo>
                  <a:pt x="2919" y="56860"/>
                </a:lnTo>
                <a:lnTo>
                  <a:pt x="2919" y="57208"/>
                </a:lnTo>
                <a:lnTo>
                  <a:pt x="2919" y="57469"/>
                </a:lnTo>
                <a:lnTo>
                  <a:pt x="2919" y="57730"/>
                </a:lnTo>
                <a:lnTo>
                  <a:pt x="2983" y="58078"/>
                </a:lnTo>
                <a:lnTo>
                  <a:pt x="2983" y="58339"/>
                </a:lnTo>
                <a:lnTo>
                  <a:pt x="2983" y="58600"/>
                </a:lnTo>
                <a:lnTo>
                  <a:pt x="2983" y="58918"/>
                </a:lnTo>
                <a:lnTo>
                  <a:pt x="3079" y="59208"/>
                </a:lnTo>
                <a:lnTo>
                  <a:pt x="3079" y="59527"/>
                </a:lnTo>
                <a:lnTo>
                  <a:pt x="3079" y="59788"/>
                </a:lnTo>
                <a:lnTo>
                  <a:pt x="3079" y="60049"/>
                </a:lnTo>
                <a:lnTo>
                  <a:pt x="3079" y="60397"/>
                </a:lnTo>
                <a:lnTo>
                  <a:pt x="3143" y="60658"/>
                </a:lnTo>
                <a:lnTo>
                  <a:pt x="3143" y="60919"/>
                </a:lnTo>
                <a:lnTo>
                  <a:pt x="3143" y="61267"/>
                </a:lnTo>
                <a:lnTo>
                  <a:pt x="3143" y="61528"/>
                </a:lnTo>
                <a:lnTo>
                  <a:pt x="3208" y="61789"/>
                </a:lnTo>
                <a:lnTo>
                  <a:pt x="3208" y="62108"/>
                </a:lnTo>
                <a:lnTo>
                  <a:pt x="3208" y="62398"/>
                </a:lnTo>
              </a:path>
            </a:pathLst>
          </a:custGeom>
          <a:ln w="4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5116003" y="3585222"/>
            <a:ext cx="3208" cy="50133"/>
          </a:xfrm>
          <a:custGeom>
            <a:avLst/>
            <a:gdLst/>
            <a:ahLst/>
            <a:cxnLst/>
            <a:rect l="l" t="t" r="r" b="b"/>
            <a:pathLst>
              <a:path w="3208" h="50133">
                <a:moveTo>
                  <a:pt x="0" y="0"/>
                </a:moveTo>
                <a:lnTo>
                  <a:pt x="0" y="260"/>
                </a:lnTo>
                <a:lnTo>
                  <a:pt x="0" y="579"/>
                </a:lnTo>
                <a:lnTo>
                  <a:pt x="64" y="840"/>
                </a:lnTo>
                <a:lnTo>
                  <a:pt x="64" y="1130"/>
                </a:lnTo>
                <a:lnTo>
                  <a:pt x="64" y="1391"/>
                </a:lnTo>
                <a:lnTo>
                  <a:pt x="64" y="1710"/>
                </a:lnTo>
                <a:lnTo>
                  <a:pt x="160" y="1971"/>
                </a:lnTo>
                <a:lnTo>
                  <a:pt x="160" y="2261"/>
                </a:lnTo>
                <a:lnTo>
                  <a:pt x="160" y="2522"/>
                </a:lnTo>
                <a:lnTo>
                  <a:pt x="160" y="2841"/>
                </a:lnTo>
                <a:lnTo>
                  <a:pt x="160" y="3102"/>
                </a:lnTo>
                <a:lnTo>
                  <a:pt x="224" y="3392"/>
                </a:lnTo>
                <a:lnTo>
                  <a:pt x="224" y="3711"/>
                </a:lnTo>
                <a:lnTo>
                  <a:pt x="224" y="3972"/>
                </a:lnTo>
                <a:lnTo>
                  <a:pt x="224" y="4233"/>
                </a:lnTo>
                <a:lnTo>
                  <a:pt x="224" y="4523"/>
                </a:lnTo>
                <a:lnTo>
                  <a:pt x="288" y="4784"/>
                </a:lnTo>
                <a:lnTo>
                  <a:pt x="288" y="5103"/>
                </a:lnTo>
                <a:lnTo>
                  <a:pt x="288" y="5364"/>
                </a:lnTo>
                <a:lnTo>
                  <a:pt x="288" y="5654"/>
                </a:lnTo>
                <a:lnTo>
                  <a:pt x="384" y="5915"/>
                </a:lnTo>
                <a:lnTo>
                  <a:pt x="384" y="6234"/>
                </a:lnTo>
                <a:lnTo>
                  <a:pt x="384" y="6495"/>
                </a:lnTo>
                <a:lnTo>
                  <a:pt x="384" y="6784"/>
                </a:lnTo>
                <a:lnTo>
                  <a:pt x="384" y="7045"/>
                </a:lnTo>
                <a:lnTo>
                  <a:pt x="449" y="7306"/>
                </a:lnTo>
                <a:lnTo>
                  <a:pt x="449" y="7625"/>
                </a:lnTo>
                <a:lnTo>
                  <a:pt x="449" y="7886"/>
                </a:lnTo>
                <a:lnTo>
                  <a:pt x="449" y="8176"/>
                </a:lnTo>
                <a:lnTo>
                  <a:pt x="513" y="8437"/>
                </a:lnTo>
                <a:lnTo>
                  <a:pt x="513" y="8698"/>
                </a:lnTo>
                <a:lnTo>
                  <a:pt x="513" y="8959"/>
                </a:lnTo>
                <a:lnTo>
                  <a:pt x="513" y="9220"/>
                </a:lnTo>
                <a:lnTo>
                  <a:pt x="513" y="9568"/>
                </a:lnTo>
                <a:lnTo>
                  <a:pt x="577" y="9829"/>
                </a:lnTo>
                <a:lnTo>
                  <a:pt x="577" y="10090"/>
                </a:lnTo>
                <a:lnTo>
                  <a:pt x="577" y="10351"/>
                </a:lnTo>
                <a:lnTo>
                  <a:pt x="577" y="10641"/>
                </a:lnTo>
                <a:lnTo>
                  <a:pt x="673" y="10902"/>
                </a:lnTo>
                <a:lnTo>
                  <a:pt x="673" y="11163"/>
                </a:lnTo>
                <a:lnTo>
                  <a:pt x="673" y="11482"/>
                </a:lnTo>
                <a:lnTo>
                  <a:pt x="673" y="11772"/>
                </a:lnTo>
                <a:lnTo>
                  <a:pt x="673" y="12033"/>
                </a:lnTo>
                <a:lnTo>
                  <a:pt x="737" y="12294"/>
                </a:lnTo>
                <a:lnTo>
                  <a:pt x="737" y="12555"/>
                </a:lnTo>
                <a:lnTo>
                  <a:pt x="737" y="12816"/>
                </a:lnTo>
                <a:lnTo>
                  <a:pt x="737" y="13076"/>
                </a:lnTo>
                <a:lnTo>
                  <a:pt x="802" y="13366"/>
                </a:lnTo>
                <a:lnTo>
                  <a:pt x="802" y="13627"/>
                </a:lnTo>
                <a:lnTo>
                  <a:pt x="802" y="13888"/>
                </a:lnTo>
                <a:lnTo>
                  <a:pt x="802" y="14149"/>
                </a:lnTo>
                <a:lnTo>
                  <a:pt x="802" y="14410"/>
                </a:lnTo>
                <a:lnTo>
                  <a:pt x="898" y="14671"/>
                </a:lnTo>
                <a:lnTo>
                  <a:pt x="898" y="15019"/>
                </a:lnTo>
                <a:lnTo>
                  <a:pt x="898" y="15280"/>
                </a:lnTo>
                <a:lnTo>
                  <a:pt x="898" y="15541"/>
                </a:lnTo>
                <a:lnTo>
                  <a:pt x="962" y="15802"/>
                </a:lnTo>
                <a:lnTo>
                  <a:pt x="962" y="16092"/>
                </a:lnTo>
                <a:lnTo>
                  <a:pt x="962" y="16353"/>
                </a:lnTo>
                <a:lnTo>
                  <a:pt x="962" y="16614"/>
                </a:lnTo>
                <a:lnTo>
                  <a:pt x="962" y="16875"/>
                </a:lnTo>
                <a:lnTo>
                  <a:pt x="1026" y="17136"/>
                </a:lnTo>
                <a:lnTo>
                  <a:pt x="1026" y="17397"/>
                </a:lnTo>
                <a:lnTo>
                  <a:pt x="1026" y="17687"/>
                </a:lnTo>
                <a:lnTo>
                  <a:pt x="1026" y="17948"/>
                </a:lnTo>
                <a:lnTo>
                  <a:pt x="1026" y="18209"/>
                </a:lnTo>
                <a:lnTo>
                  <a:pt x="1090" y="18470"/>
                </a:lnTo>
                <a:lnTo>
                  <a:pt x="1090" y="18731"/>
                </a:lnTo>
                <a:lnTo>
                  <a:pt x="1090" y="18992"/>
                </a:lnTo>
                <a:lnTo>
                  <a:pt x="1090" y="19282"/>
                </a:lnTo>
                <a:lnTo>
                  <a:pt x="1186" y="19543"/>
                </a:lnTo>
                <a:lnTo>
                  <a:pt x="1186" y="19745"/>
                </a:lnTo>
                <a:lnTo>
                  <a:pt x="1186" y="20006"/>
                </a:lnTo>
                <a:lnTo>
                  <a:pt x="1186" y="20267"/>
                </a:lnTo>
                <a:lnTo>
                  <a:pt x="1186" y="20528"/>
                </a:lnTo>
                <a:lnTo>
                  <a:pt x="1251" y="20789"/>
                </a:lnTo>
                <a:lnTo>
                  <a:pt x="1251" y="21079"/>
                </a:lnTo>
                <a:lnTo>
                  <a:pt x="1251" y="21340"/>
                </a:lnTo>
                <a:lnTo>
                  <a:pt x="1251" y="21601"/>
                </a:lnTo>
                <a:lnTo>
                  <a:pt x="1315" y="21862"/>
                </a:lnTo>
                <a:lnTo>
                  <a:pt x="1315" y="22123"/>
                </a:lnTo>
                <a:lnTo>
                  <a:pt x="1315" y="22384"/>
                </a:lnTo>
                <a:lnTo>
                  <a:pt x="1315" y="22674"/>
                </a:lnTo>
                <a:lnTo>
                  <a:pt x="1315" y="22935"/>
                </a:lnTo>
                <a:lnTo>
                  <a:pt x="1379" y="23138"/>
                </a:lnTo>
                <a:lnTo>
                  <a:pt x="1379" y="23399"/>
                </a:lnTo>
                <a:lnTo>
                  <a:pt x="1379" y="23660"/>
                </a:lnTo>
                <a:lnTo>
                  <a:pt x="1379" y="23921"/>
                </a:lnTo>
                <a:lnTo>
                  <a:pt x="1475" y="24182"/>
                </a:lnTo>
                <a:lnTo>
                  <a:pt x="1475" y="24472"/>
                </a:lnTo>
                <a:lnTo>
                  <a:pt x="1475" y="24733"/>
                </a:lnTo>
                <a:lnTo>
                  <a:pt x="1475" y="24936"/>
                </a:lnTo>
                <a:lnTo>
                  <a:pt x="1475" y="25197"/>
                </a:lnTo>
                <a:lnTo>
                  <a:pt x="1539" y="25458"/>
                </a:lnTo>
                <a:lnTo>
                  <a:pt x="1539" y="25719"/>
                </a:lnTo>
                <a:lnTo>
                  <a:pt x="1539" y="25980"/>
                </a:lnTo>
                <a:lnTo>
                  <a:pt x="1539" y="26240"/>
                </a:lnTo>
                <a:lnTo>
                  <a:pt x="1604" y="26443"/>
                </a:lnTo>
                <a:lnTo>
                  <a:pt x="1604" y="26733"/>
                </a:lnTo>
                <a:lnTo>
                  <a:pt x="1604" y="26994"/>
                </a:lnTo>
                <a:lnTo>
                  <a:pt x="1604" y="27255"/>
                </a:lnTo>
                <a:lnTo>
                  <a:pt x="1604" y="27516"/>
                </a:lnTo>
                <a:lnTo>
                  <a:pt x="1700" y="27719"/>
                </a:lnTo>
                <a:lnTo>
                  <a:pt x="1700" y="27980"/>
                </a:lnTo>
                <a:lnTo>
                  <a:pt x="1700" y="28241"/>
                </a:lnTo>
                <a:lnTo>
                  <a:pt x="1700" y="28502"/>
                </a:lnTo>
                <a:lnTo>
                  <a:pt x="1764" y="28792"/>
                </a:lnTo>
                <a:lnTo>
                  <a:pt x="1764" y="28966"/>
                </a:lnTo>
                <a:lnTo>
                  <a:pt x="1764" y="29256"/>
                </a:lnTo>
                <a:lnTo>
                  <a:pt x="1764" y="29517"/>
                </a:lnTo>
                <a:lnTo>
                  <a:pt x="1764" y="29778"/>
                </a:lnTo>
                <a:lnTo>
                  <a:pt x="1828" y="29981"/>
                </a:lnTo>
                <a:lnTo>
                  <a:pt x="1828" y="30242"/>
                </a:lnTo>
                <a:lnTo>
                  <a:pt x="1828" y="30503"/>
                </a:lnTo>
                <a:lnTo>
                  <a:pt x="1828" y="30706"/>
                </a:lnTo>
                <a:lnTo>
                  <a:pt x="1828" y="30967"/>
                </a:lnTo>
                <a:lnTo>
                  <a:pt x="1892" y="31228"/>
                </a:lnTo>
                <a:lnTo>
                  <a:pt x="1892" y="31518"/>
                </a:lnTo>
                <a:lnTo>
                  <a:pt x="1892" y="31721"/>
                </a:lnTo>
                <a:lnTo>
                  <a:pt x="1892" y="31982"/>
                </a:lnTo>
                <a:lnTo>
                  <a:pt x="1988" y="32243"/>
                </a:lnTo>
                <a:lnTo>
                  <a:pt x="1988" y="32446"/>
                </a:lnTo>
                <a:lnTo>
                  <a:pt x="1988" y="32706"/>
                </a:lnTo>
                <a:lnTo>
                  <a:pt x="1988" y="32967"/>
                </a:lnTo>
                <a:lnTo>
                  <a:pt x="1988" y="33170"/>
                </a:lnTo>
                <a:lnTo>
                  <a:pt x="2053" y="33431"/>
                </a:lnTo>
                <a:lnTo>
                  <a:pt x="2053" y="33692"/>
                </a:lnTo>
                <a:lnTo>
                  <a:pt x="2053" y="33895"/>
                </a:lnTo>
                <a:lnTo>
                  <a:pt x="2053" y="34156"/>
                </a:lnTo>
                <a:lnTo>
                  <a:pt x="2117" y="34446"/>
                </a:lnTo>
                <a:lnTo>
                  <a:pt x="2117" y="34620"/>
                </a:lnTo>
                <a:lnTo>
                  <a:pt x="2117" y="34910"/>
                </a:lnTo>
                <a:lnTo>
                  <a:pt x="2117" y="35084"/>
                </a:lnTo>
                <a:lnTo>
                  <a:pt x="2117" y="35374"/>
                </a:lnTo>
                <a:lnTo>
                  <a:pt x="2181" y="35635"/>
                </a:lnTo>
                <a:lnTo>
                  <a:pt x="2181" y="35838"/>
                </a:lnTo>
                <a:lnTo>
                  <a:pt x="2181" y="36099"/>
                </a:lnTo>
                <a:lnTo>
                  <a:pt x="2181" y="36302"/>
                </a:lnTo>
                <a:lnTo>
                  <a:pt x="2277" y="36563"/>
                </a:lnTo>
                <a:lnTo>
                  <a:pt x="2277" y="36824"/>
                </a:lnTo>
                <a:lnTo>
                  <a:pt x="2277" y="37027"/>
                </a:lnTo>
                <a:lnTo>
                  <a:pt x="2277" y="37288"/>
                </a:lnTo>
                <a:lnTo>
                  <a:pt x="2277" y="37491"/>
                </a:lnTo>
                <a:lnTo>
                  <a:pt x="2341" y="37752"/>
                </a:lnTo>
                <a:lnTo>
                  <a:pt x="2341" y="37955"/>
                </a:lnTo>
                <a:lnTo>
                  <a:pt x="2341" y="38216"/>
                </a:lnTo>
                <a:lnTo>
                  <a:pt x="2341" y="38477"/>
                </a:lnTo>
                <a:lnTo>
                  <a:pt x="2406" y="38680"/>
                </a:lnTo>
                <a:lnTo>
                  <a:pt x="2406" y="38941"/>
                </a:lnTo>
                <a:lnTo>
                  <a:pt x="2406" y="39143"/>
                </a:lnTo>
                <a:lnTo>
                  <a:pt x="2406" y="39433"/>
                </a:lnTo>
                <a:lnTo>
                  <a:pt x="2406" y="39607"/>
                </a:lnTo>
                <a:lnTo>
                  <a:pt x="2502" y="39897"/>
                </a:lnTo>
                <a:lnTo>
                  <a:pt x="2502" y="40071"/>
                </a:lnTo>
                <a:lnTo>
                  <a:pt x="2502" y="40361"/>
                </a:lnTo>
                <a:lnTo>
                  <a:pt x="2502" y="40564"/>
                </a:lnTo>
                <a:lnTo>
                  <a:pt x="2566" y="40825"/>
                </a:lnTo>
                <a:lnTo>
                  <a:pt x="2566" y="41028"/>
                </a:lnTo>
                <a:lnTo>
                  <a:pt x="2566" y="41289"/>
                </a:lnTo>
                <a:lnTo>
                  <a:pt x="2566" y="41492"/>
                </a:lnTo>
                <a:lnTo>
                  <a:pt x="2566" y="41695"/>
                </a:lnTo>
                <a:lnTo>
                  <a:pt x="2630" y="41956"/>
                </a:lnTo>
                <a:lnTo>
                  <a:pt x="2630" y="42159"/>
                </a:lnTo>
                <a:lnTo>
                  <a:pt x="2630" y="42420"/>
                </a:lnTo>
                <a:lnTo>
                  <a:pt x="2630" y="42623"/>
                </a:lnTo>
                <a:lnTo>
                  <a:pt x="2630" y="42884"/>
                </a:lnTo>
                <a:lnTo>
                  <a:pt x="2694" y="43087"/>
                </a:lnTo>
                <a:lnTo>
                  <a:pt x="2694" y="43290"/>
                </a:lnTo>
                <a:lnTo>
                  <a:pt x="2694" y="43551"/>
                </a:lnTo>
                <a:lnTo>
                  <a:pt x="2694" y="43754"/>
                </a:lnTo>
                <a:lnTo>
                  <a:pt x="2790" y="44015"/>
                </a:lnTo>
                <a:lnTo>
                  <a:pt x="2790" y="44218"/>
                </a:lnTo>
                <a:lnTo>
                  <a:pt x="2790" y="44421"/>
                </a:lnTo>
                <a:lnTo>
                  <a:pt x="2790" y="44682"/>
                </a:lnTo>
                <a:lnTo>
                  <a:pt x="2790" y="44885"/>
                </a:lnTo>
                <a:lnTo>
                  <a:pt x="2855" y="45146"/>
                </a:lnTo>
                <a:lnTo>
                  <a:pt x="2855" y="45349"/>
                </a:lnTo>
                <a:lnTo>
                  <a:pt x="2855" y="45552"/>
                </a:lnTo>
                <a:lnTo>
                  <a:pt x="2855" y="45812"/>
                </a:lnTo>
                <a:lnTo>
                  <a:pt x="2919" y="46015"/>
                </a:lnTo>
                <a:lnTo>
                  <a:pt x="2919" y="46189"/>
                </a:lnTo>
                <a:lnTo>
                  <a:pt x="2919" y="46479"/>
                </a:lnTo>
                <a:lnTo>
                  <a:pt x="2919" y="46682"/>
                </a:lnTo>
                <a:lnTo>
                  <a:pt x="2919" y="46856"/>
                </a:lnTo>
                <a:lnTo>
                  <a:pt x="3015" y="47146"/>
                </a:lnTo>
                <a:lnTo>
                  <a:pt x="3015" y="47320"/>
                </a:lnTo>
                <a:lnTo>
                  <a:pt x="3015" y="47523"/>
                </a:lnTo>
                <a:lnTo>
                  <a:pt x="3015" y="47784"/>
                </a:lnTo>
                <a:lnTo>
                  <a:pt x="3079" y="47987"/>
                </a:lnTo>
                <a:lnTo>
                  <a:pt x="3079" y="48190"/>
                </a:lnTo>
                <a:lnTo>
                  <a:pt x="3079" y="48393"/>
                </a:lnTo>
                <a:lnTo>
                  <a:pt x="3079" y="48654"/>
                </a:lnTo>
                <a:lnTo>
                  <a:pt x="3079" y="48857"/>
                </a:lnTo>
                <a:lnTo>
                  <a:pt x="3143" y="49060"/>
                </a:lnTo>
                <a:lnTo>
                  <a:pt x="3143" y="49263"/>
                </a:lnTo>
                <a:lnTo>
                  <a:pt x="3143" y="49524"/>
                </a:lnTo>
                <a:lnTo>
                  <a:pt x="3143" y="49727"/>
                </a:lnTo>
                <a:lnTo>
                  <a:pt x="3208" y="49930"/>
                </a:lnTo>
                <a:lnTo>
                  <a:pt x="3208" y="5013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5119211" y="3635355"/>
            <a:ext cx="3240" cy="34243"/>
          </a:xfrm>
          <a:custGeom>
            <a:avLst/>
            <a:gdLst/>
            <a:ahLst/>
            <a:cxnLst/>
            <a:rect l="l" t="t" r="r" b="b"/>
            <a:pathLst>
              <a:path w="3240" h="34243">
                <a:moveTo>
                  <a:pt x="0" y="0"/>
                </a:moveTo>
                <a:lnTo>
                  <a:pt x="0" y="260"/>
                </a:lnTo>
                <a:lnTo>
                  <a:pt x="0" y="463"/>
                </a:lnTo>
                <a:lnTo>
                  <a:pt x="0" y="666"/>
                </a:lnTo>
                <a:lnTo>
                  <a:pt x="96" y="869"/>
                </a:lnTo>
                <a:lnTo>
                  <a:pt x="96" y="1043"/>
                </a:lnTo>
                <a:lnTo>
                  <a:pt x="96" y="1333"/>
                </a:lnTo>
                <a:lnTo>
                  <a:pt x="96" y="1536"/>
                </a:lnTo>
                <a:lnTo>
                  <a:pt x="160" y="1710"/>
                </a:lnTo>
                <a:lnTo>
                  <a:pt x="160" y="1913"/>
                </a:lnTo>
                <a:lnTo>
                  <a:pt x="160" y="2116"/>
                </a:lnTo>
                <a:lnTo>
                  <a:pt x="160" y="2377"/>
                </a:lnTo>
                <a:lnTo>
                  <a:pt x="160" y="2580"/>
                </a:lnTo>
                <a:lnTo>
                  <a:pt x="224" y="2783"/>
                </a:lnTo>
                <a:lnTo>
                  <a:pt x="224" y="2986"/>
                </a:lnTo>
                <a:lnTo>
                  <a:pt x="224" y="3189"/>
                </a:lnTo>
                <a:lnTo>
                  <a:pt x="224" y="3392"/>
                </a:lnTo>
                <a:lnTo>
                  <a:pt x="224" y="3595"/>
                </a:lnTo>
                <a:lnTo>
                  <a:pt x="288" y="3769"/>
                </a:lnTo>
                <a:lnTo>
                  <a:pt x="288" y="4059"/>
                </a:lnTo>
                <a:lnTo>
                  <a:pt x="288" y="4262"/>
                </a:lnTo>
                <a:lnTo>
                  <a:pt x="288" y="4436"/>
                </a:lnTo>
                <a:lnTo>
                  <a:pt x="384" y="4639"/>
                </a:lnTo>
                <a:lnTo>
                  <a:pt x="384" y="4842"/>
                </a:lnTo>
                <a:lnTo>
                  <a:pt x="384" y="5045"/>
                </a:lnTo>
                <a:lnTo>
                  <a:pt x="384" y="5248"/>
                </a:lnTo>
                <a:lnTo>
                  <a:pt x="384" y="5451"/>
                </a:lnTo>
                <a:lnTo>
                  <a:pt x="449" y="5654"/>
                </a:lnTo>
                <a:lnTo>
                  <a:pt x="449" y="5857"/>
                </a:lnTo>
                <a:lnTo>
                  <a:pt x="449" y="6031"/>
                </a:lnTo>
                <a:lnTo>
                  <a:pt x="449" y="6234"/>
                </a:lnTo>
                <a:lnTo>
                  <a:pt x="513" y="6437"/>
                </a:lnTo>
                <a:lnTo>
                  <a:pt x="513" y="6639"/>
                </a:lnTo>
                <a:lnTo>
                  <a:pt x="513" y="6900"/>
                </a:lnTo>
                <a:lnTo>
                  <a:pt x="513" y="7103"/>
                </a:lnTo>
                <a:lnTo>
                  <a:pt x="513" y="7306"/>
                </a:lnTo>
                <a:lnTo>
                  <a:pt x="609" y="7509"/>
                </a:lnTo>
                <a:lnTo>
                  <a:pt x="609" y="7712"/>
                </a:lnTo>
                <a:lnTo>
                  <a:pt x="609" y="7915"/>
                </a:lnTo>
                <a:lnTo>
                  <a:pt x="609" y="8118"/>
                </a:lnTo>
                <a:lnTo>
                  <a:pt x="673" y="8292"/>
                </a:lnTo>
                <a:lnTo>
                  <a:pt x="673" y="8437"/>
                </a:lnTo>
                <a:lnTo>
                  <a:pt x="673" y="8640"/>
                </a:lnTo>
                <a:lnTo>
                  <a:pt x="673" y="8843"/>
                </a:lnTo>
                <a:lnTo>
                  <a:pt x="673" y="9046"/>
                </a:lnTo>
                <a:lnTo>
                  <a:pt x="737" y="9249"/>
                </a:lnTo>
                <a:lnTo>
                  <a:pt x="737" y="9423"/>
                </a:lnTo>
                <a:lnTo>
                  <a:pt x="737" y="9626"/>
                </a:lnTo>
                <a:lnTo>
                  <a:pt x="737" y="9829"/>
                </a:lnTo>
                <a:lnTo>
                  <a:pt x="802" y="10032"/>
                </a:lnTo>
                <a:lnTo>
                  <a:pt x="802" y="10235"/>
                </a:lnTo>
                <a:lnTo>
                  <a:pt x="802" y="10438"/>
                </a:lnTo>
                <a:lnTo>
                  <a:pt x="802" y="10641"/>
                </a:lnTo>
                <a:lnTo>
                  <a:pt x="802" y="10844"/>
                </a:lnTo>
                <a:lnTo>
                  <a:pt x="898" y="11018"/>
                </a:lnTo>
                <a:lnTo>
                  <a:pt x="898" y="11163"/>
                </a:lnTo>
                <a:lnTo>
                  <a:pt x="898" y="11366"/>
                </a:lnTo>
                <a:lnTo>
                  <a:pt x="898" y="11569"/>
                </a:lnTo>
                <a:lnTo>
                  <a:pt x="962" y="11772"/>
                </a:lnTo>
                <a:lnTo>
                  <a:pt x="962" y="11975"/>
                </a:lnTo>
                <a:lnTo>
                  <a:pt x="962" y="12149"/>
                </a:lnTo>
                <a:lnTo>
                  <a:pt x="962" y="12352"/>
                </a:lnTo>
                <a:lnTo>
                  <a:pt x="962" y="12497"/>
                </a:lnTo>
                <a:lnTo>
                  <a:pt x="1026" y="12700"/>
                </a:lnTo>
                <a:lnTo>
                  <a:pt x="1026" y="12903"/>
                </a:lnTo>
                <a:lnTo>
                  <a:pt x="1026" y="13105"/>
                </a:lnTo>
                <a:lnTo>
                  <a:pt x="1026" y="13279"/>
                </a:lnTo>
                <a:lnTo>
                  <a:pt x="1026" y="13482"/>
                </a:lnTo>
                <a:lnTo>
                  <a:pt x="1122" y="13627"/>
                </a:lnTo>
                <a:lnTo>
                  <a:pt x="1122" y="13830"/>
                </a:lnTo>
                <a:lnTo>
                  <a:pt x="1122" y="14033"/>
                </a:lnTo>
                <a:lnTo>
                  <a:pt x="1122" y="14236"/>
                </a:lnTo>
                <a:lnTo>
                  <a:pt x="1186" y="14410"/>
                </a:lnTo>
                <a:lnTo>
                  <a:pt x="1186" y="14555"/>
                </a:lnTo>
                <a:lnTo>
                  <a:pt x="1186" y="14758"/>
                </a:lnTo>
                <a:lnTo>
                  <a:pt x="1186" y="14961"/>
                </a:lnTo>
                <a:lnTo>
                  <a:pt x="1186" y="15164"/>
                </a:lnTo>
                <a:lnTo>
                  <a:pt x="1251" y="15483"/>
                </a:lnTo>
                <a:lnTo>
                  <a:pt x="1251" y="15686"/>
                </a:lnTo>
                <a:lnTo>
                  <a:pt x="1251" y="15831"/>
                </a:lnTo>
                <a:lnTo>
                  <a:pt x="1315" y="16005"/>
                </a:lnTo>
                <a:lnTo>
                  <a:pt x="1315" y="16208"/>
                </a:lnTo>
                <a:lnTo>
                  <a:pt x="1315" y="16411"/>
                </a:lnTo>
                <a:lnTo>
                  <a:pt x="1315" y="16556"/>
                </a:lnTo>
                <a:lnTo>
                  <a:pt x="1315" y="16759"/>
                </a:lnTo>
                <a:lnTo>
                  <a:pt x="1411" y="16962"/>
                </a:lnTo>
                <a:lnTo>
                  <a:pt x="1411" y="17281"/>
                </a:lnTo>
                <a:lnTo>
                  <a:pt x="1411" y="17484"/>
                </a:lnTo>
                <a:lnTo>
                  <a:pt x="1475" y="17803"/>
                </a:lnTo>
                <a:lnTo>
                  <a:pt x="1475" y="18006"/>
                </a:lnTo>
                <a:lnTo>
                  <a:pt x="1475" y="18151"/>
                </a:lnTo>
                <a:lnTo>
                  <a:pt x="1475" y="18354"/>
                </a:lnTo>
                <a:lnTo>
                  <a:pt x="1539" y="18557"/>
                </a:lnTo>
                <a:lnTo>
                  <a:pt x="1539" y="18876"/>
                </a:lnTo>
                <a:lnTo>
                  <a:pt x="1539" y="19021"/>
                </a:lnTo>
                <a:lnTo>
                  <a:pt x="1604" y="19224"/>
                </a:lnTo>
                <a:lnTo>
                  <a:pt x="1604" y="19398"/>
                </a:lnTo>
                <a:lnTo>
                  <a:pt x="1604" y="19543"/>
                </a:lnTo>
                <a:lnTo>
                  <a:pt x="1604" y="19745"/>
                </a:lnTo>
                <a:lnTo>
                  <a:pt x="1700" y="20064"/>
                </a:lnTo>
                <a:lnTo>
                  <a:pt x="1700" y="20209"/>
                </a:lnTo>
                <a:lnTo>
                  <a:pt x="1700" y="20412"/>
                </a:lnTo>
                <a:lnTo>
                  <a:pt x="1700" y="20615"/>
                </a:lnTo>
                <a:lnTo>
                  <a:pt x="1764" y="20934"/>
                </a:lnTo>
                <a:lnTo>
                  <a:pt x="1764" y="21079"/>
                </a:lnTo>
                <a:lnTo>
                  <a:pt x="1764" y="21282"/>
                </a:lnTo>
                <a:lnTo>
                  <a:pt x="1828" y="21601"/>
                </a:lnTo>
                <a:lnTo>
                  <a:pt x="1828" y="21746"/>
                </a:lnTo>
                <a:lnTo>
                  <a:pt x="1828" y="21949"/>
                </a:lnTo>
                <a:lnTo>
                  <a:pt x="1828" y="22268"/>
                </a:lnTo>
                <a:lnTo>
                  <a:pt x="1924" y="22413"/>
                </a:lnTo>
                <a:lnTo>
                  <a:pt x="1924" y="22587"/>
                </a:lnTo>
                <a:lnTo>
                  <a:pt x="1924" y="22732"/>
                </a:lnTo>
                <a:lnTo>
                  <a:pt x="1924" y="22935"/>
                </a:lnTo>
                <a:lnTo>
                  <a:pt x="1988" y="23080"/>
                </a:lnTo>
                <a:lnTo>
                  <a:pt x="1988" y="23399"/>
                </a:lnTo>
                <a:lnTo>
                  <a:pt x="1988" y="23544"/>
                </a:lnTo>
                <a:lnTo>
                  <a:pt x="1988" y="23718"/>
                </a:lnTo>
                <a:lnTo>
                  <a:pt x="2053" y="23863"/>
                </a:lnTo>
                <a:lnTo>
                  <a:pt x="2053" y="24008"/>
                </a:lnTo>
                <a:lnTo>
                  <a:pt x="2053" y="24211"/>
                </a:lnTo>
                <a:lnTo>
                  <a:pt x="2117" y="24530"/>
                </a:lnTo>
                <a:lnTo>
                  <a:pt x="2117" y="24675"/>
                </a:lnTo>
                <a:lnTo>
                  <a:pt x="2117" y="24994"/>
                </a:lnTo>
                <a:lnTo>
                  <a:pt x="2117" y="25139"/>
                </a:lnTo>
                <a:lnTo>
                  <a:pt x="2213" y="25458"/>
                </a:lnTo>
                <a:lnTo>
                  <a:pt x="2213" y="25603"/>
                </a:lnTo>
                <a:lnTo>
                  <a:pt x="2213" y="25806"/>
                </a:lnTo>
                <a:lnTo>
                  <a:pt x="2277" y="26067"/>
                </a:lnTo>
                <a:lnTo>
                  <a:pt x="2277" y="26385"/>
                </a:lnTo>
                <a:lnTo>
                  <a:pt x="2277" y="26530"/>
                </a:lnTo>
                <a:lnTo>
                  <a:pt x="2341" y="26849"/>
                </a:lnTo>
                <a:lnTo>
                  <a:pt x="2341" y="26994"/>
                </a:lnTo>
                <a:lnTo>
                  <a:pt x="2406" y="27255"/>
                </a:lnTo>
                <a:lnTo>
                  <a:pt x="2406" y="27458"/>
                </a:lnTo>
                <a:lnTo>
                  <a:pt x="2406" y="27719"/>
                </a:lnTo>
                <a:lnTo>
                  <a:pt x="2406" y="27864"/>
                </a:lnTo>
                <a:lnTo>
                  <a:pt x="2502" y="28067"/>
                </a:lnTo>
                <a:lnTo>
                  <a:pt x="2502" y="28328"/>
                </a:lnTo>
                <a:lnTo>
                  <a:pt x="2566" y="28647"/>
                </a:lnTo>
                <a:lnTo>
                  <a:pt x="2566" y="28792"/>
                </a:lnTo>
                <a:lnTo>
                  <a:pt x="2566" y="29053"/>
                </a:lnTo>
                <a:lnTo>
                  <a:pt x="2566" y="29198"/>
                </a:lnTo>
                <a:lnTo>
                  <a:pt x="2630" y="29517"/>
                </a:lnTo>
                <a:lnTo>
                  <a:pt x="2630" y="29662"/>
                </a:lnTo>
                <a:lnTo>
                  <a:pt x="2630" y="29923"/>
                </a:lnTo>
                <a:lnTo>
                  <a:pt x="2726" y="30184"/>
                </a:lnTo>
                <a:lnTo>
                  <a:pt x="2726" y="30329"/>
                </a:lnTo>
                <a:lnTo>
                  <a:pt x="2726" y="30503"/>
                </a:lnTo>
                <a:lnTo>
                  <a:pt x="2790" y="30648"/>
                </a:lnTo>
                <a:lnTo>
                  <a:pt x="2790" y="30793"/>
                </a:lnTo>
                <a:lnTo>
                  <a:pt x="2790" y="31054"/>
                </a:lnTo>
                <a:lnTo>
                  <a:pt x="2855" y="31315"/>
                </a:lnTo>
                <a:lnTo>
                  <a:pt x="2855" y="31460"/>
                </a:lnTo>
                <a:lnTo>
                  <a:pt x="2855" y="31721"/>
                </a:lnTo>
                <a:lnTo>
                  <a:pt x="2919" y="31982"/>
                </a:lnTo>
                <a:lnTo>
                  <a:pt x="2919" y="32243"/>
                </a:lnTo>
                <a:lnTo>
                  <a:pt x="2919" y="32388"/>
                </a:lnTo>
                <a:lnTo>
                  <a:pt x="3015" y="32648"/>
                </a:lnTo>
                <a:lnTo>
                  <a:pt x="3015" y="32909"/>
                </a:lnTo>
                <a:lnTo>
                  <a:pt x="3079" y="33054"/>
                </a:lnTo>
                <a:lnTo>
                  <a:pt x="3079" y="33315"/>
                </a:lnTo>
                <a:lnTo>
                  <a:pt x="3079" y="33576"/>
                </a:lnTo>
                <a:lnTo>
                  <a:pt x="3143" y="33837"/>
                </a:lnTo>
                <a:lnTo>
                  <a:pt x="3143" y="33982"/>
                </a:lnTo>
                <a:lnTo>
                  <a:pt x="3240" y="34243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5122451" y="3669599"/>
            <a:ext cx="3111" cy="16092"/>
          </a:xfrm>
          <a:custGeom>
            <a:avLst/>
            <a:gdLst/>
            <a:ahLst/>
            <a:cxnLst/>
            <a:rect l="l" t="t" r="r" b="b"/>
            <a:pathLst>
              <a:path w="3111" h="16092">
                <a:moveTo>
                  <a:pt x="0" y="0"/>
                </a:moveTo>
                <a:lnTo>
                  <a:pt x="0" y="260"/>
                </a:lnTo>
                <a:lnTo>
                  <a:pt x="0" y="405"/>
                </a:lnTo>
                <a:lnTo>
                  <a:pt x="64" y="579"/>
                </a:lnTo>
                <a:lnTo>
                  <a:pt x="64" y="724"/>
                </a:lnTo>
                <a:lnTo>
                  <a:pt x="64" y="869"/>
                </a:lnTo>
                <a:lnTo>
                  <a:pt x="128" y="1130"/>
                </a:lnTo>
                <a:lnTo>
                  <a:pt x="128" y="1391"/>
                </a:lnTo>
                <a:lnTo>
                  <a:pt x="128" y="1594"/>
                </a:lnTo>
                <a:lnTo>
                  <a:pt x="192" y="1855"/>
                </a:lnTo>
                <a:lnTo>
                  <a:pt x="192" y="2000"/>
                </a:lnTo>
                <a:lnTo>
                  <a:pt x="192" y="2203"/>
                </a:lnTo>
                <a:lnTo>
                  <a:pt x="288" y="2464"/>
                </a:lnTo>
                <a:lnTo>
                  <a:pt x="288" y="2667"/>
                </a:lnTo>
                <a:lnTo>
                  <a:pt x="352" y="2928"/>
                </a:lnTo>
                <a:lnTo>
                  <a:pt x="352" y="3131"/>
                </a:lnTo>
                <a:lnTo>
                  <a:pt x="417" y="3392"/>
                </a:lnTo>
                <a:lnTo>
                  <a:pt x="417" y="3595"/>
                </a:lnTo>
                <a:lnTo>
                  <a:pt x="481" y="3856"/>
                </a:lnTo>
                <a:lnTo>
                  <a:pt x="481" y="4059"/>
                </a:lnTo>
                <a:lnTo>
                  <a:pt x="481" y="4262"/>
                </a:lnTo>
                <a:lnTo>
                  <a:pt x="577" y="4523"/>
                </a:lnTo>
                <a:lnTo>
                  <a:pt x="577" y="4726"/>
                </a:lnTo>
                <a:lnTo>
                  <a:pt x="641" y="4929"/>
                </a:lnTo>
                <a:lnTo>
                  <a:pt x="641" y="5190"/>
                </a:lnTo>
                <a:lnTo>
                  <a:pt x="705" y="5393"/>
                </a:lnTo>
                <a:lnTo>
                  <a:pt x="705" y="5567"/>
                </a:lnTo>
                <a:lnTo>
                  <a:pt x="802" y="5770"/>
                </a:lnTo>
                <a:lnTo>
                  <a:pt x="802" y="5915"/>
                </a:lnTo>
                <a:lnTo>
                  <a:pt x="802" y="6118"/>
                </a:lnTo>
                <a:lnTo>
                  <a:pt x="866" y="6321"/>
                </a:lnTo>
                <a:lnTo>
                  <a:pt x="866" y="6523"/>
                </a:lnTo>
                <a:lnTo>
                  <a:pt x="930" y="6697"/>
                </a:lnTo>
                <a:lnTo>
                  <a:pt x="930" y="6900"/>
                </a:lnTo>
                <a:lnTo>
                  <a:pt x="930" y="7103"/>
                </a:lnTo>
                <a:lnTo>
                  <a:pt x="994" y="7306"/>
                </a:lnTo>
                <a:lnTo>
                  <a:pt x="994" y="7509"/>
                </a:lnTo>
                <a:lnTo>
                  <a:pt x="1090" y="7712"/>
                </a:lnTo>
                <a:lnTo>
                  <a:pt x="1090" y="7973"/>
                </a:lnTo>
                <a:lnTo>
                  <a:pt x="1154" y="8176"/>
                </a:lnTo>
                <a:lnTo>
                  <a:pt x="1154" y="8437"/>
                </a:lnTo>
                <a:lnTo>
                  <a:pt x="1219" y="8640"/>
                </a:lnTo>
                <a:lnTo>
                  <a:pt x="1219" y="8785"/>
                </a:lnTo>
                <a:lnTo>
                  <a:pt x="1315" y="8959"/>
                </a:lnTo>
                <a:lnTo>
                  <a:pt x="1315" y="9162"/>
                </a:lnTo>
                <a:lnTo>
                  <a:pt x="1379" y="9307"/>
                </a:lnTo>
                <a:lnTo>
                  <a:pt x="1379" y="9510"/>
                </a:lnTo>
                <a:lnTo>
                  <a:pt x="1443" y="9771"/>
                </a:lnTo>
                <a:lnTo>
                  <a:pt x="1443" y="9916"/>
                </a:lnTo>
                <a:lnTo>
                  <a:pt x="1507" y="10090"/>
                </a:lnTo>
                <a:lnTo>
                  <a:pt x="1507" y="10235"/>
                </a:lnTo>
                <a:lnTo>
                  <a:pt x="1604" y="10438"/>
                </a:lnTo>
                <a:lnTo>
                  <a:pt x="1604" y="10641"/>
                </a:lnTo>
                <a:lnTo>
                  <a:pt x="1668" y="10844"/>
                </a:lnTo>
                <a:lnTo>
                  <a:pt x="1668" y="11047"/>
                </a:lnTo>
                <a:lnTo>
                  <a:pt x="1732" y="11221"/>
                </a:lnTo>
                <a:lnTo>
                  <a:pt x="1732" y="11366"/>
                </a:lnTo>
                <a:lnTo>
                  <a:pt x="1796" y="11511"/>
                </a:lnTo>
                <a:lnTo>
                  <a:pt x="1796" y="11685"/>
                </a:lnTo>
                <a:lnTo>
                  <a:pt x="1892" y="11830"/>
                </a:lnTo>
                <a:lnTo>
                  <a:pt x="1892" y="11975"/>
                </a:lnTo>
                <a:lnTo>
                  <a:pt x="1956" y="12178"/>
                </a:lnTo>
                <a:lnTo>
                  <a:pt x="1956" y="12352"/>
                </a:lnTo>
                <a:lnTo>
                  <a:pt x="2021" y="12497"/>
                </a:lnTo>
                <a:lnTo>
                  <a:pt x="2021" y="12642"/>
                </a:lnTo>
                <a:lnTo>
                  <a:pt x="2117" y="12816"/>
                </a:lnTo>
                <a:lnTo>
                  <a:pt x="2117" y="12961"/>
                </a:lnTo>
                <a:lnTo>
                  <a:pt x="2181" y="13105"/>
                </a:lnTo>
                <a:lnTo>
                  <a:pt x="2245" y="13279"/>
                </a:lnTo>
                <a:lnTo>
                  <a:pt x="2245" y="13424"/>
                </a:lnTo>
                <a:lnTo>
                  <a:pt x="2245" y="13569"/>
                </a:lnTo>
                <a:lnTo>
                  <a:pt x="2309" y="13772"/>
                </a:lnTo>
                <a:lnTo>
                  <a:pt x="2406" y="13946"/>
                </a:lnTo>
                <a:lnTo>
                  <a:pt x="2406" y="14091"/>
                </a:lnTo>
                <a:lnTo>
                  <a:pt x="2470" y="14236"/>
                </a:lnTo>
                <a:lnTo>
                  <a:pt x="2534" y="14410"/>
                </a:lnTo>
                <a:lnTo>
                  <a:pt x="2534" y="14555"/>
                </a:lnTo>
                <a:lnTo>
                  <a:pt x="2598" y="14700"/>
                </a:lnTo>
                <a:lnTo>
                  <a:pt x="2694" y="14903"/>
                </a:lnTo>
                <a:lnTo>
                  <a:pt x="2758" y="15077"/>
                </a:lnTo>
                <a:lnTo>
                  <a:pt x="2758" y="15222"/>
                </a:lnTo>
                <a:lnTo>
                  <a:pt x="2823" y="15367"/>
                </a:lnTo>
                <a:lnTo>
                  <a:pt x="2919" y="15541"/>
                </a:lnTo>
                <a:lnTo>
                  <a:pt x="2983" y="15686"/>
                </a:lnTo>
                <a:lnTo>
                  <a:pt x="3047" y="15831"/>
                </a:lnTo>
                <a:lnTo>
                  <a:pt x="3111" y="16034"/>
                </a:lnTo>
              </a:path>
            </a:pathLst>
          </a:custGeom>
          <a:ln w="4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5125563" y="3683169"/>
            <a:ext cx="3240" cy="3711"/>
          </a:xfrm>
          <a:custGeom>
            <a:avLst/>
            <a:gdLst/>
            <a:ahLst/>
            <a:cxnLst/>
            <a:rect l="l" t="t" r="r" b="b"/>
            <a:pathLst>
              <a:path w="3240" h="3711">
                <a:moveTo>
                  <a:pt x="0" y="2522"/>
                </a:moveTo>
                <a:lnTo>
                  <a:pt x="96" y="2638"/>
                </a:lnTo>
                <a:lnTo>
                  <a:pt x="160" y="2783"/>
                </a:lnTo>
                <a:lnTo>
                  <a:pt x="224" y="2783"/>
                </a:lnTo>
                <a:lnTo>
                  <a:pt x="224" y="2928"/>
                </a:lnTo>
                <a:lnTo>
                  <a:pt x="320" y="2986"/>
                </a:lnTo>
                <a:lnTo>
                  <a:pt x="384" y="3044"/>
                </a:lnTo>
                <a:lnTo>
                  <a:pt x="384" y="3189"/>
                </a:lnTo>
                <a:lnTo>
                  <a:pt x="513" y="3247"/>
                </a:lnTo>
                <a:lnTo>
                  <a:pt x="609" y="3392"/>
                </a:lnTo>
                <a:lnTo>
                  <a:pt x="737" y="3508"/>
                </a:lnTo>
                <a:lnTo>
                  <a:pt x="898" y="3595"/>
                </a:lnTo>
                <a:lnTo>
                  <a:pt x="962" y="3653"/>
                </a:lnTo>
                <a:lnTo>
                  <a:pt x="1122" y="3711"/>
                </a:lnTo>
                <a:lnTo>
                  <a:pt x="1251" y="3711"/>
                </a:lnTo>
                <a:lnTo>
                  <a:pt x="1315" y="3711"/>
                </a:lnTo>
                <a:lnTo>
                  <a:pt x="1315" y="3711"/>
                </a:lnTo>
                <a:lnTo>
                  <a:pt x="1475" y="3653"/>
                </a:lnTo>
                <a:lnTo>
                  <a:pt x="1539" y="3595"/>
                </a:lnTo>
                <a:lnTo>
                  <a:pt x="1700" y="3508"/>
                </a:lnTo>
                <a:lnTo>
                  <a:pt x="1700" y="3508"/>
                </a:lnTo>
                <a:lnTo>
                  <a:pt x="1764" y="3392"/>
                </a:lnTo>
                <a:lnTo>
                  <a:pt x="1924" y="3247"/>
                </a:lnTo>
                <a:lnTo>
                  <a:pt x="1988" y="3102"/>
                </a:lnTo>
                <a:lnTo>
                  <a:pt x="1988" y="3102"/>
                </a:lnTo>
                <a:lnTo>
                  <a:pt x="2117" y="2928"/>
                </a:lnTo>
                <a:lnTo>
                  <a:pt x="2213" y="2783"/>
                </a:lnTo>
                <a:lnTo>
                  <a:pt x="2277" y="2638"/>
                </a:lnTo>
                <a:lnTo>
                  <a:pt x="2341" y="2464"/>
                </a:lnTo>
                <a:lnTo>
                  <a:pt x="2341" y="2464"/>
                </a:lnTo>
                <a:lnTo>
                  <a:pt x="2438" y="2319"/>
                </a:lnTo>
                <a:lnTo>
                  <a:pt x="2502" y="2261"/>
                </a:lnTo>
                <a:lnTo>
                  <a:pt x="2502" y="2116"/>
                </a:lnTo>
                <a:lnTo>
                  <a:pt x="2566" y="1971"/>
                </a:lnTo>
                <a:lnTo>
                  <a:pt x="2630" y="1797"/>
                </a:lnTo>
                <a:lnTo>
                  <a:pt x="2726" y="1652"/>
                </a:lnTo>
                <a:lnTo>
                  <a:pt x="2726" y="1507"/>
                </a:lnTo>
                <a:lnTo>
                  <a:pt x="2790" y="1333"/>
                </a:lnTo>
                <a:lnTo>
                  <a:pt x="2855" y="1188"/>
                </a:lnTo>
                <a:lnTo>
                  <a:pt x="2919" y="1043"/>
                </a:lnTo>
                <a:lnTo>
                  <a:pt x="3015" y="840"/>
                </a:lnTo>
                <a:lnTo>
                  <a:pt x="3015" y="666"/>
                </a:lnTo>
                <a:lnTo>
                  <a:pt x="3079" y="521"/>
                </a:lnTo>
                <a:lnTo>
                  <a:pt x="3143" y="376"/>
                </a:lnTo>
                <a:lnTo>
                  <a:pt x="3143" y="202"/>
                </a:lnTo>
                <a:lnTo>
                  <a:pt x="3240" y="57"/>
                </a:lnTo>
              </a:path>
            </a:pathLst>
          </a:custGeom>
          <a:ln w="43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5128803" y="3663220"/>
            <a:ext cx="3208" cy="19948"/>
          </a:xfrm>
          <a:custGeom>
            <a:avLst/>
            <a:gdLst/>
            <a:ahLst/>
            <a:cxnLst/>
            <a:rect l="l" t="t" r="r" b="b"/>
            <a:pathLst>
              <a:path w="3208" h="19948">
                <a:moveTo>
                  <a:pt x="0" y="19948"/>
                </a:moveTo>
                <a:lnTo>
                  <a:pt x="64" y="19803"/>
                </a:lnTo>
                <a:lnTo>
                  <a:pt x="64" y="19658"/>
                </a:lnTo>
                <a:lnTo>
                  <a:pt x="128" y="19485"/>
                </a:lnTo>
                <a:lnTo>
                  <a:pt x="128" y="19340"/>
                </a:lnTo>
                <a:lnTo>
                  <a:pt x="192" y="19195"/>
                </a:lnTo>
                <a:lnTo>
                  <a:pt x="192" y="19021"/>
                </a:lnTo>
                <a:lnTo>
                  <a:pt x="288" y="18876"/>
                </a:lnTo>
                <a:lnTo>
                  <a:pt x="288" y="18731"/>
                </a:lnTo>
                <a:lnTo>
                  <a:pt x="352" y="18557"/>
                </a:lnTo>
                <a:lnTo>
                  <a:pt x="352" y="18412"/>
                </a:lnTo>
                <a:lnTo>
                  <a:pt x="417" y="18267"/>
                </a:lnTo>
                <a:lnTo>
                  <a:pt x="417" y="18064"/>
                </a:lnTo>
                <a:lnTo>
                  <a:pt x="513" y="17803"/>
                </a:lnTo>
                <a:lnTo>
                  <a:pt x="577" y="17600"/>
                </a:lnTo>
                <a:lnTo>
                  <a:pt x="577" y="17426"/>
                </a:lnTo>
                <a:lnTo>
                  <a:pt x="641" y="17281"/>
                </a:lnTo>
                <a:lnTo>
                  <a:pt x="641" y="17136"/>
                </a:lnTo>
                <a:lnTo>
                  <a:pt x="705" y="16933"/>
                </a:lnTo>
                <a:lnTo>
                  <a:pt x="705" y="16672"/>
                </a:lnTo>
                <a:lnTo>
                  <a:pt x="802" y="16469"/>
                </a:lnTo>
                <a:lnTo>
                  <a:pt x="866" y="16295"/>
                </a:lnTo>
                <a:lnTo>
                  <a:pt x="866" y="16150"/>
                </a:lnTo>
                <a:lnTo>
                  <a:pt x="866" y="16005"/>
                </a:lnTo>
                <a:lnTo>
                  <a:pt x="930" y="15802"/>
                </a:lnTo>
                <a:lnTo>
                  <a:pt x="994" y="15541"/>
                </a:lnTo>
                <a:lnTo>
                  <a:pt x="994" y="15280"/>
                </a:lnTo>
                <a:lnTo>
                  <a:pt x="1090" y="15077"/>
                </a:lnTo>
                <a:lnTo>
                  <a:pt x="1090" y="14874"/>
                </a:lnTo>
                <a:lnTo>
                  <a:pt x="1154" y="14671"/>
                </a:lnTo>
                <a:lnTo>
                  <a:pt x="1154" y="14410"/>
                </a:lnTo>
                <a:lnTo>
                  <a:pt x="1219" y="14207"/>
                </a:lnTo>
                <a:lnTo>
                  <a:pt x="1219" y="13946"/>
                </a:lnTo>
                <a:lnTo>
                  <a:pt x="1315" y="13685"/>
                </a:lnTo>
                <a:lnTo>
                  <a:pt x="1379" y="13482"/>
                </a:lnTo>
                <a:lnTo>
                  <a:pt x="1379" y="13279"/>
                </a:lnTo>
                <a:lnTo>
                  <a:pt x="1443" y="13019"/>
                </a:lnTo>
                <a:lnTo>
                  <a:pt x="1443" y="12816"/>
                </a:lnTo>
                <a:lnTo>
                  <a:pt x="1507" y="12613"/>
                </a:lnTo>
                <a:lnTo>
                  <a:pt x="1507" y="12439"/>
                </a:lnTo>
                <a:lnTo>
                  <a:pt x="1507" y="12236"/>
                </a:lnTo>
                <a:lnTo>
                  <a:pt x="1604" y="12033"/>
                </a:lnTo>
                <a:lnTo>
                  <a:pt x="1604" y="11830"/>
                </a:lnTo>
                <a:lnTo>
                  <a:pt x="1668" y="11627"/>
                </a:lnTo>
                <a:lnTo>
                  <a:pt x="1668" y="11424"/>
                </a:lnTo>
                <a:lnTo>
                  <a:pt x="1732" y="11221"/>
                </a:lnTo>
                <a:lnTo>
                  <a:pt x="1732" y="11018"/>
                </a:lnTo>
                <a:lnTo>
                  <a:pt x="1796" y="10815"/>
                </a:lnTo>
                <a:lnTo>
                  <a:pt x="1796" y="10641"/>
                </a:lnTo>
                <a:lnTo>
                  <a:pt x="1796" y="10496"/>
                </a:lnTo>
                <a:lnTo>
                  <a:pt x="1796" y="10351"/>
                </a:lnTo>
                <a:lnTo>
                  <a:pt x="1892" y="10177"/>
                </a:lnTo>
                <a:lnTo>
                  <a:pt x="1892" y="10032"/>
                </a:lnTo>
                <a:lnTo>
                  <a:pt x="1892" y="9829"/>
                </a:lnTo>
                <a:lnTo>
                  <a:pt x="1956" y="9626"/>
                </a:lnTo>
                <a:lnTo>
                  <a:pt x="1956" y="9423"/>
                </a:lnTo>
                <a:lnTo>
                  <a:pt x="2021" y="9162"/>
                </a:lnTo>
                <a:lnTo>
                  <a:pt x="2021" y="8959"/>
                </a:lnTo>
                <a:lnTo>
                  <a:pt x="2117" y="8698"/>
                </a:lnTo>
                <a:lnTo>
                  <a:pt x="2117" y="8495"/>
                </a:lnTo>
                <a:lnTo>
                  <a:pt x="2181" y="8292"/>
                </a:lnTo>
                <a:lnTo>
                  <a:pt x="2181" y="8031"/>
                </a:lnTo>
                <a:lnTo>
                  <a:pt x="2181" y="7828"/>
                </a:lnTo>
                <a:lnTo>
                  <a:pt x="2245" y="7567"/>
                </a:lnTo>
                <a:lnTo>
                  <a:pt x="2245" y="7364"/>
                </a:lnTo>
                <a:lnTo>
                  <a:pt x="2309" y="7103"/>
                </a:lnTo>
                <a:lnTo>
                  <a:pt x="2309" y="6958"/>
                </a:lnTo>
                <a:lnTo>
                  <a:pt x="2309" y="6784"/>
                </a:lnTo>
                <a:lnTo>
                  <a:pt x="2406" y="6639"/>
                </a:lnTo>
                <a:lnTo>
                  <a:pt x="2406" y="6495"/>
                </a:lnTo>
                <a:lnTo>
                  <a:pt x="2406" y="6234"/>
                </a:lnTo>
                <a:lnTo>
                  <a:pt x="2470" y="6031"/>
                </a:lnTo>
                <a:lnTo>
                  <a:pt x="2470" y="5770"/>
                </a:lnTo>
                <a:lnTo>
                  <a:pt x="2534" y="5509"/>
                </a:lnTo>
                <a:lnTo>
                  <a:pt x="2534" y="5364"/>
                </a:lnTo>
                <a:lnTo>
                  <a:pt x="2534" y="5190"/>
                </a:lnTo>
                <a:lnTo>
                  <a:pt x="2630" y="5045"/>
                </a:lnTo>
                <a:lnTo>
                  <a:pt x="2630" y="4900"/>
                </a:lnTo>
                <a:lnTo>
                  <a:pt x="2630" y="4639"/>
                </a:lnTo>
                <a:lnTo>
                  <a:pt x="2694" y="4378"/>
                </a:lnTo>
                <a:lnTo>
                  <a:pt x="2694" y="4233"/>
                </a:lnTo>
                <a:lnTo>
                  <a:pt x="2694" y="4059"/>
                </a:lnTo>
                <a:lnTo>
                  <a:pt x="2694" y="3914"/>
                </a:lnTo>
                <a:lnTo>
                  <a:pt x="2758" y="3769"/>
                </a:lnTo>
                <a:lnTo>
                  <a:pt x="2758" y="3508"/>
                </a:lnTo>
                <a:lnTo>
                  <a:pt x="2823" y="3247"/>
                </a:lnTo>
                <a:lnTo>
                  <a:pt x="2823" y="3102"/>
                </a:lnTo>
                <a:lnTo>
                  <a:pt x="2823" y="2841"/>
                </a:lnTo>
                <a:lnTo>
                  <a:pt x="2919" y="2580"/>
                </a:lnTo>
                <a:lnTo>
                  <a:pt x="2919" y="2319"/>
                </a:lnTo>
                <a:lnTo>
                  <a:pt x="2919" y="2174"/>
                </a:lnTo>
                <a:lnTo>
                  <a:pt x="2983" y="1913"/>
                </a:lnTo>
                <a:lnTo>
                  <a:pt x="2983" y="1652"/>
                </a:lnTo>
                <a:lnTo>
                  <a:pt x="2983" y="1507"/>
                </a:lnTo>
                <a:lnTo>
                  <a:pt x="3047" y="1246"/>
                </a:lnTo>
                <a:lnTo>
                  <a:pt x="3047" y="927"/>
                </a:lnTo>
                <a:lnTo>
                  <a:pt x="3111" y="782"/>
                </a:lnTo>
                <a:lnTo>
                  <a:pt x="3111" y="521"/>
                </a:lnTo>
                <a:lnTo>
                  <a:pt x="3111" y="376"/>
                </a:lnTo>
                <a:lnTo>
                  <a:pt x="3208" y="115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5132011" y="3628512"/>
            <a:ext cx="3208" cy="34707"/>
          </a:xfrm>
          <a:custGeom>
            <a:avLst/>
            <a:gdLst/>
            <a:ahLst/>
            <a:cxnLst/>
            <a:rect l="l" t="t" r="r" b="b"/>
            <a:pathLst>
              <a:path w="3208" h="34707">
                <a:moveTo>
                  <a:pt x="0" y="34707"/>
                </a:moveTo>
                <a:lnTo>
                  <a:pt x="0" y="34562"/>
                </a:lnTo>
                <a:lnTo>
                  <a:pt x="0" y="34417"/>
                </a:lnTo>
                <a:lnTo>
                  <a:pt x="64" y="34098"/>
                </a:lnTo>
                <a:lnTo>
                  <a:pt x="64" y="33953"/>
                </a:lnTo>
                <a:lnTo>
                  <a:pt x="64" y="33692"/>
                </a:lnTo>
                <a:lnTo>
                  <a:pt x="128" y="33431"/>
                </a:lnTo>
                <a:lnTo>
                  <a:pt x="128" y="33112"/>
                </a:lnTo>
                <a:lnTo>
                  <a:pt x="224" y="32967"/>
                </a:lnTo>
                <a:lnTo>
                  <a:pt x="224" y="32822"/>
                </a:lnTo>
                <a:lnTo>
                  <a:pt x="224" y="32562"/>
                </a:lnTo>
                <a:lnTo>
                  <a:pt x="224" y="32359"/>
                </a:lnTo>
                <a:lnTo>
                  <a:pt x="288" y="32098"/>
                </a:lnTo>
                <a:lnTo>
                  <a:pt x="288" y="31837"/>
                </a:lnTo>
                <a:lnTo>
                  <a:pt x="288" y="31634"/>
                </a:lnTo>
                <a:lnTo>
                  <a:pt x="352" y="31373"/>
                </a:lnTo>
                <a:lnTo>
                  <a:pt x="352" y="31228"/>
                </a:lnTo>
                <a:lnTo>
                  <a:pt x="352" y="31054"/>
                </a:lnTo>
                <a:lnTo>
                  <a:pt x="417" y="30909"/>
                </a:lnTo>
                <a:lnTo>
                  <a:pt x="417" y="30764"/>
                </a:lnTo>
                <a:lnTo>
                  <a:pt x="417" y="30445"/>
                </a:lnTo>
                <a:lnTo>
                  <a:pt x="417" y="30300"/>
                </a:lnTo>
                <a:lnTo>
                  <a:pt x="513" y="30039"/>
                </a:lnTo>
                <a:lnTo>
                  <a:pt x="513" y="29836"/>
                </a:lnTo>
                <a:lnTo>
                  <a:pt x="577" y="29575"/>
                </a:lnTo>
                <a:lnTo>
                  <a:pt x="577" y="29372"/>
                </a:lnTo>
                <a:lnTo>
                  <a:pt x="577" y="29111"/>
                </a:lnTo>
                <a:lnTo>
                  <a:pt x="577" y="28908"/>
                </a:lnTo>
                <a:lnTo>
                  <a:pt x="641" y="28647"/>
                </a:lnTo>
                <a:lnTo>
                  <a:pt x="641" y="28444"/>
                </a:lnTo>
                <a:lnTo>
                  <a:pt x="737" y="28183"/>
                </a:lnTo>
                <a:lnTo>
                  <a:pt x="737" y="27980"/>
                </a:lnTo>
                <a:lnTo>
                  <a:pt x="737" y="27835"/>
                </a:lnTo>
                <a:lnTo>
                  <a:pt x="737" y="27516"/>
                </a:lnTo>
                <a:lnTo>
                  <a:pt x="802" y="27371"/>
                </a:lnTo>
                <a:lnTo>
                  <a:pt x="802" y="27052"/>
                </a:lnTo>
                <a:lnTo>
                  <a:pt x="802" y="26907"/>
                </a:lnTo>
                <a:lnTo>
                  <a:pt x="866" y="26704"/>
                </a:lnTo>
                <a:lnTo>
                  <a:pt x="866" y="26443"/>
                </a:lnTo>
                <a:lnTo>
                  <a:pt x="866" y="26240"/>
                </a:lnTo>
                <a:lnTo>
                  <a:pt x="930" y="25922"/>
                </a:lnTo>
                <a:lnTo>
                  <a:pt x="930" y="25777"/>
                </a:lnTo>
                <a:lnTo>
                  <a:pt x="930" y="25458"/>
                </a:lnTo>
                <a:lnTo>
                  <a:pt x="1026" y="25313"/>
                </a:lnTo>
                <a:lnTo>
                  <a:pt x="1026" y="25110"/>
                </a:lnTo>
                <a:lnTo>
                  <a:pt x="1026" y="24791"/>
                </a:lnTo>
                <a:lnTo>
                  <a:pt x="1026" y="24646"/>
                </a:lnTo>
                <a:lnTo>
                  <a:pt x="1090" y="24443"/>
                </a:lnTo>
                <a:lnTo>
                  <a:pt x="1090" y="24124"/>
                </a:lnTo>
                <a:lnTo>
                  <a:pt x="1090" y="23979"/>
                </a:lnTo>
                <a:lnTo>
                  <a:pt x="1090" y="23805"/>
                </a:lnTo>
                <a:lnTo>
                  <a:pt x="1154" y="23660"/>
                </a:lnTo>
                <a:lnTo>
                  <a:pt x="1154" y="23457"/>
                </a:lnTo>
                <a:lnTo>
                  <a:pt x="1154" y="23138"/>
                </a:lnTo>
                <a:lnTo>
                  <a:pt x="1219" y="22993"/>
                </a:lnTo>
                <a:lnTo>
                  <a:pt x="1219" y="22790"/>
                </a:lnTo>
                <a:lnTo>
                  <a:pt x="1219" y="22471"/>
                </a:lnTo>
                <a:lnTo>
                  <a:pt x="1219" y="22326"/>
                </a:lnTo>
                <a:lnTo>
                  <a:pt x="1315" y="22123"/>
                </a:lnTo>
                <a:lnTo>
                  <a:pt x="1315" y="21804"/>
                </a:lnTo>
                <a:lnTo>
                  <a:pt x="1315" y="21659"/>
                </a:lnTo>
                <a:lnTo>
                  <a:pt x="1379" y="21456"/>
                </a:lnTo>
                <a:lnTo>
                  <a:pt x="1379" y="21253"/>
                </a:lnTo>
                <a:lnTo>
                  <a:pt x="1379" y="20934"/>
                </a:lnTo>
                <a:lnTo>
                  <a:pt x="1379" y="20789"/>
                </a:lnTo>
                <a:lnTo>
                  <a:pt x="1443" y="20586"/>
                </a:lnTo>
                <a:lnTo>
                  <a:pt x="1443" y="20267"/>
                </a:lnTo>
                <a:lnTo>
                  <a:pt x="1443" y="20064"/>
                </a:lnTo>
                <a:lnTo>
                  <a:pt x="1539" y="19745"/>
                </a:lnTo>
                <a:lnTo>
                  <a:pt x="1539" y="19600"/>
                </a:lnTo>
                <a:lnTo>
                  <a:pt x="1539" y="19398"/>
                </a:lnTo>
                <a:lnTo>
                  <a:pt x="1539" y="19195"/>
                </a:lnTo>
                <a:lnTo>
                  <a:pt x="1604" y="18876"/>
                </a:lnTo>
                <a:lnTo>
                  <a:pt x="1604" y="18673"/>
                </a:lnTo>
                <a:lnTo>
                  <a:pt x="1604" y="18528"/>
                </a:lnTo>
                <a:lnTo>
                  <a:pt x="1668" y="18354"/>
                </a:lnTo>
                <a:lnTo>
                  <a:pt x="1668" y="18151"/>
                </a:lnTo>
                <a:lnTo>
                  <a:pt x="1668" y="18006"/>
                </a:lnTo>
                <a:lnTo>
                  <a:pt x="1668" y="17803"/>
                </a:lnTo>
                <a:lnTo>
                  <a:pt x="1668" y="17600"/>
                </a:lnTo>
                <a:lnTo>
                  <a:pt x="1732" y="17281"/>
                </a:lnTo>
                <a:lnTo>
                  <a:pt x="1732" y="17078"/>
                </a:lnTo>
                <a:lnTo>
                  <a:pt x="1732" y="16933"/>
                </a:lnTo>
                <a:lnTo>
                  <a:pt x="1828" y="16730"/>
                </a:lnTo>
                <a:lnTo>
                  <a:pt x="1828" y="16556"/>
                </a:lnTo>
                <a:lnTo>
                  <a:pt x="1828" y="16411"/>
                </a:lnTo>
                <a:lnTo>
                  <a:pt x="1828" y="16208"/>
                </a:lnTo>
                <a:lnTo>
                  <a:pt x="1828" y="16005"/>
                </a:lnTo>
                <a:lnTo>
                  <a:pt x="1892" y="15802"/>
                </a:lnTo>
                <a:lnTo>
                  <a:pt x="1892" y="15483"/>
                </a:lnTo>
                <a:lnTo>
                  <a:pt x="1892" y="15280"/>
                </a:lnTo>
                <a:lnTo>
                  <a:pt x="1892" y="15135"/>
                </a:lnTo>
                <a:lnTo>
                  <a:pt x="1956" y="14961"/>
                </a:lnTo>
                <a:lnTo>
                  <a:pt x="1956" y="14758"/>
                </a:lnTo>
                <a:lnTo>
                  <a:pt x="1956" y="14555"/>
                </a:lnTo>
                <a:lnTo>
                  <a:pt x="1956" y="14410"/>
                </a:lnTo>
                <a:lnTo>
                  <a:pt x="2021" y="14207"/>
                </a:lnTo>
                <a:lnTo>
                  <a:pt x="2021" y="14004"/>
                </a:lnTo>
                <a:lnTo>
                  <a:pt x="2021" y="13830"/>
                </a:lnTo>
                <a:lnTo>
                  <a:pt x="2021" y="13627"/>
                </a:lnTo>
                <a:lnTo>
                  <a:pt x="2021" y="13482"/>
                </a:lnTo>
                <a:lnTo>
                  <a:pt x="2117" y="13279"/>
                </a:lnTo>
                <a:lnTo>
                  <a:pt x="2117" y="13076"/>
                </a:lnTo>
                <a:lnTo>
                  <a:pt x="2117" y="12874"/>
                </a:lnTo>
                <a:lnTo>
                  <a:pt x="2181" y="12555"/>
                </a:lnTo>
                <a:lnTo>
                  <a:pt x="2181" y="12352"/>
                </a:lnTo>
                <a:lnTo>
                  <a:pt x="2181" y="12149"/>
                </a:lnTo>
                <a:lnTo>
                  <a:pt x="2181" y="11946"/>
                </a:lnTo>
                <a:lnTo>
                  <a:pt x="2181" y="11743"/>
                </a:lnTo>
                <a:lnTo>
                  <a:pt x="2245" y="11424"/>
                </a:lnTo>
                <a:lnTo>
                  <a:pt x="2245" y="11221"/>
                </a:lnTo>
                <a:lnTo>
                  <a:pt x="2245" y="11018"/>
                </a:lnTo>
                <a:lnTo>
                  <a:pt x="2341" y="10815"/>
                </a:lnTo>
                <a:lnTo>
                  <a:pt x="2341" y="10612"/>
                </a:lnTo>
                <a:lnTo>
                  <a:pt x="2341" y="10293"/>
                </a:lnTo>
                <a:lnTo>
                  <a:pt x="2341" y="10090"/>
                </a:lnTo>
                <a:lnTo>
                  <a:pt x="2406" y="9887"/>
                </a:lnTo>
                <a:lnTo>
                  <a:pt x="2406" y="9684"/>
                </a:lnTo>
                <a:lnTo>
                  <a:pt x="2406" y="9481"/>
                </a:lnTo>
                <a:lnTo>
                  <a:pt x="2406" y="9307"/>
                </a:lnTo>
                <a:lnTo>
                  <a:pt x="2470" y="9104"/>
                </a:lnTo>
                <a:lnTo>
                  <a:pt x="2470" y="8959"/>
                </a:lnTo>
                <a:lnTo>
                  <a:pt x="2470" y="8756"/>
                </a:lnTo>
                <a:lnTo>
                  <a:pt x="2470" y="8553"/>
                </a:lnTo>
                <a:lnTo>
                  <a:pt x="2470" y="8379"/>
                </a:lnTo>
                <a:lnTo>
                  <a:pt x="2534" y="8176"/>
                </a:lnTo>
                <a:lnTo>
                  <a:pt x="2534" y="7973"/>
                </a:lnTo>
                <a:lnTo>
                  <a:pt x="2534" y="7770"/>
                </a:lnTo>
                <a:lnTo>
                  <a:pt x="2534" y="7567"/>
                </a:lnTo>
                <a:lnTo>
                  <a:pt x="2630" y="7364"/>
                </a:lnTo>
                <a:lnTo>
                  <a:pt x="2630" y="7161"/>
                </a:lnTo>
                <a:lnTo>
                  <a:pt x="2630" y="6958"/>
                </a:lnTo>
                <a:lnTo>
                  <a:pt x="2630" y="6755"/>
                </a:lnTo>
                <a:lnTo>
                  <a:pt x="2630" y="6581"/>
                </a:lnTo>
                <a:lnTo>
                  <a:pt x="2694" y="6379"/>
                </a:lnTo>
                <a:lnTo>
                  <a:pt x="2694" y="6234"/>
                </a:lnTo>
                <a:lnTo>
                  <a:pt x="2694" y="6031"/>
                </a:lnTo>
                <a:lnTo>
                  <a:pt x="2694" y="5828"/>
                </a:lnTo>
                <a:lnTo>
                  <a:pt x="2694" y="5625"/>
                </a:lnTo>
                <a:lnTo>
                  <a:pt x="2758" y="5451"/>
                </a:lnTo>
                <a:lnTo>
                  <a:pt x="2758" y="5248"/>
                </a:lnTo>
                <a:lnTo>
                  <a:pt x="2758" y="5045"/>
                </a:lnTo>
                <a:lnTo>
                  <a:pt x="2758" y="4842"/>
                </a:lnTo>
                <a:lnTo>
                  <a:pt x="2855" y="4639"/>
                </a:lnTo>
                <a:lnTo>
                  <a:pt x="2855" y="4436"/>
                </a:lnTo>
                <a:lnTo>
                  <a:pt x="2855" y="4233"/>
                </a:lnTo>
                <a:lnTo>
                  <a:pt x="2855" y="4030"/>
                </a:lnTo>
                <a:lnTo>
                  <a:pt x="2855" y="3856"/>
                </a:lnTo>
                <a:lnTo>
                  <a:pt x="2919" y="3653"/>
                </a:lnTo>
                <a:lnTo>
                  <a:pt x="2919" y="3450"/>
                </a:lnTo>
                <a:lnTo>
                  <a:pt x="2919" y="3247"/>
                </a:lnTo>
                <a:lnTo>
                  <a:pt x="2919" y="3044"/>
                </a:lnTo>
                <a:lnTo>
                  <a:pt x="2983" y="2841"/>
                </a:lnTo>
                <a:lnTo>
                  <a:pt x="2983" y="2638"/>
                </a:lnTo>
                <a:lnTo>
                  <a:pt x="2983" y="2435"/>
                </a:lnTo>
                <a:lnTo>
                  <a:pt x="2983" y="2174"/>
                </a:lnTo>
                <a:lnTo>
                  <a:pt x="2983" y="1971"/>
                </a:lnTo>
                <a:lnTo>
                  <a:pt x="3047" y="1768"/>
                </a:lnTo>
                <a:lnTo>
                  <a:pt x="3047" y="1594"/>
                </a:lnTo>
                <a:lnTo>
                  <a:pt x="3047" y="1391"/>
                </a:lnTo>
                <a:lnTo>
                  <a:pt x="3047" y="1188"/>
                </a:lnTo>
                <a:lnTo>
                  <a:pt x="3143" y="985"/>
                </a:lnTo>
                <a:lnTo>
                  <a:pt x="3143" y="782"/>
                </a:lnTo>
                <a:lnTo>
                  <a:pt x="3143" y="579"/>
                </a:lnTo>
                <a:lnTo>
                  <a:pt x="3143" y="376"/>
                </a:lnTo>
                <a:lnTo>
                  <a:pt x="3143" y="173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5135219" y="3582757"/>
            <a:ext cx="3143" cy="45754"/>
          </a:xfrm>
          <a:custGeom>
            <a:avLst/>
            <a:gdLst/>
            <a:ahLst/>
            <a:cxnLst/>
            <a:rect l="l" t="t" r="r" b="b"/>
            <a:pathLst>
              <a:path w="3143" h="45754">
                <a:moveTo>
                  <a:pt x="0" y="45754"/>
                </a:moveTo>
                <a:lnTo>
                  <a:pt x="0" y="45552"/>
                </a:lnTo>
                <a:lnTo>
                  <a:pt x="0" y="45349"/>
                </a:lnTo>
                <a:lnTo>
                  <a:pt x="0" y="45088"/>
                </a:lnTo>
                <a:lnTo>
                  <a:pt x="64" y="44885"/>
                </a:lnTo>
                <a:lnTo>
                  <a:pt x="64" y="44682"/>
                </a:lnTo>
                <a:lnTo>
                  <a:pt x="64" y="44479"/>
                </a:lnTo>
                <a:lnTo>
                  <a:pt x="64" y="44276"/>
                </a:lnTo>
                <a:lnTo>
                  <a:pt x="64" y="44073"/>
                </a:lnTo>
                <a:lnTo>
                  <a:pt x="128" y="43870"/>
                </a:lnTo>
                <a:lnTo>
                  <a:pt x="128" y="43667"/>
                </a:lnTo>
                <a:lnTo>
                  <a:pt x="128" y="43406"/>
                </a:lnTo>
                <a:lnTo>
                  <a:pt x="128" y="43203"/>
                </a:lnTo>
                <a:lnTo>
                  <a:pt x="224" y="43029"/>
                </a:lnTo>
                <a:lnTo>
                  <a:pt x="224" y="42826"/>
                </a:lnTo>
                <a:lnTo>
                  <a:pt x="224" y="42623"/>
                </a:lnTo>
                <a:lnTo>
                  <a:pt x="224" y="42420"/>
                </a:lnTo>
                <a:lnTo>
                  <a:pt x="224" y="42217"/>
                </a:lnTo>
                <a:lnTo>
                  <a:pt x="288" y="41956"/>
                </a:lnTo>
                <a:lnTo>
                  <a:pt x="288" y="41753"/>
                </a:lnTo>
                <a:lnTo>
                  <a:pt x="288" y="41550"/>
                </a:lnTo>
                <a:lnTo>
                  <a:pt x="288" y="41347"/>
                </a:lnTo>
                <a:lnTo>
                  <a:pt x="288" y="41144"/>
                </a:lnTo>
                <a:lnTo>
                  <a:pt x="352" y="40941"/>
                </a:lnTo>
                <a:lnTo>
                  <a:pt x="352" y="40680"/>
                </a:lnTo>
                <a:lnTo>
                  <a:pt x="352" y="40477"/>
                </a:lnTo>
                <a:lnTo>
                  <a:pt x="352" y="40274"/>
                </a:lnTo>
                <a:lnTo>
                  <a:pt x="449" y="40100"/>
                </a:lnTo>
                <a:lnTo>
                  <a:pt x="449" y="39897"/>
                </a:lnTo>
                <a:lnTo>
                  <a:pt x="449" y="39636"/>
                </a:lnTo>
                <a:lnTo>
                  <a:pt x="449" y="39433"/>
                </a:lnTo>
                <a:lnTo>
                  <a:pt x="449" y="39230"/>
                </a:lnTo>
                <a:lnTo>
                  <a:pt x="513" y="39028"/>
                </a:lnTo>
                <a:lnTo>
                  <a:pt x="513" y="38767"/>
                </a:lnTo>
                <a:lnTo>
                  <a:pt x="513" y="38564"/>
                </a:lnTo>
                <a:lnTo>
                  <a:pt x="513" y="38361"/>
                </a:lnTo>
                <a:lnTo>
                  <a:pt x="577" y="38158"/>
                </a:lnTo>
                <a:lnTo>
                  <a:pt x="577" y="37955"/>
                </a:lnTo>
                <a:lnTo>
                  <a:pt x="577" y="37694"/>
                </a:lnTo>
                <a:lnTo>
                  <a:pt x="577" y="37491"/>
                </a:lnTo>
                <a:lnTo>
                  <a:pt x="577" y="37288"/>
                </a:lnTo>
                <a:lnTo>
                  <a:pt x="641" y="37085"/>
                </a:lnTo>
                <a:lnTo>
                  <a:pt x="641" y="36824"/>
                </a:lnTo>
                <a:lnTo>
                  <a:pt x="641" y="36621"/>
                </a:lnTo>
                <a:lnTo>
                  <a:pt x="641" y="36418"/>
                </a:lnTo>
                <a:lnTo>
                  <a:pt x="737" y="36157"/>
                </a:lnTo>
                <a:lnTo>
                  <a:pt x="737" y="35954"/>
                </a:lnTo>
                <a:lnTo>
                  <a:pt x="737" y="35780"/>
                </a:lnTo>
                <a:lnTo>
                  <a:pt x="737" y="35577"/>
                </a:lnTo>
                <a:lnTo>
                  <a:pt x="737" y="35287"/>
                </a:lnTo>
                <a:lnTo>
                  <a:pt x="802" y="35113"/>
                </a:lnTo>
                <a:lnTo>
                  <a:pt x="802" y="34910"/>
                </a:lnTo>
                <a:lnTo>
                  <a:pt x="802" y="34649"/>
                </a:lnTo>
                <a:lnTo>
                  <a:pt x="802" y="34446"/>
                </a:lnTo>
                <a:lnTo>
                  <a:pt x="866" y="34243"/>
                </a:lnTo>
                <a:lnTo>
                  <a:pt x="866" y="34040"/>
                </a:lnTo>
                <a:lnTo>
                  <a:pt x="866" y="33779"/>
                </a:lnTo>
                <a:lnTo>
                  <a:pt x="866" y="33576"/>
                </a:lnTo>
                <a:lnTo>
                  <a:pt x="866" y="33373"/>
                </a:lnTo>
                <a:lnTo>
                  <a:pt x="962" y="33112"/>
                </a:lnTo>
                <a:lnTo>
                  <a:pt x="962" y="32909"/>
                </a:lnTo>
                <a:lnTo>
                  <a:pt x="962" y="32706"/>
                </a:lnTo>
                <a:lnTo>
                  <a:pt x="962" y="32446"/>
                </a:lnTo>
                <a:lnTo>
                  <a:pt x="1026" y="32243"/>
                </a:lnTo>
                <a:lnTo>
                  <a:pt x="1026" y="32040"/>
                </a:lnTo>
                <a:lnTo>
                  <a:pt x="1026" y="31779"/>
                </a:lnTo>
                <a:lnTo>
                  <a:pt x="1026" y="31576"/>
                </a:lnTo>
                <a:lnTo>
                  <a:pt x="1026" y="31373"/>
                </a:lnTo>
                <a:lnTo>
                  <a:pt x="1090" y="31112"/>
                </a:lnTo>
                <a:lnTo>
                  <a:pt x="1090" y="30909"/>
                </a:lnTo>
                <a:lnTo>
                  <a:pt x="1090" y="30648"/>
                </a:lnTo>
                <a:lnTo>
                  <a:pt x="1090" y="30445"/>
                </a:lnTo>
                <a:lnTo>
                  <a:pt x="1090" y="30242"/>
                </a:lnTo>
                <a:lnTo>
                  <a:pt x="1154" y="29981"/>
                </a:lnTo>
                <a:lnTo>
                  <a:pt x="1154" y="29778"/>
                </a:lnTo>
                <a:lnTo>
                  <a:pt x="1154" y="29575"/>
                </a:lnTo>
                <a:lnTo>
                  <a:pt x="1154" y="29314"/>
                </a:lnTo>
                <a:lnTo>
                  <a:pt x="1251" y="29111"/>
                </a:lnTo>
                <a:lnTo>
                  <a:pt x="1251" y="28850"/>
                </a:lnTo>
                <a:lnTo>
                  <a:pt x="1251" y="28647"/>
                </a:lnTo>
                <a:lnTo>
                  <a:pt x="1251" y="28444"/>
                </a:lnTo>
                <a:lnTo>
                  <a:pt x="1251" y="28183"/>
                </a:lnTo>
                <a:lnTo>
                  <a:pt x="1315" y="27980"/>
                </a:lnTo>
                <a:lnTo>
                  <a:pt x="1315" y="27719"/>
                </a:lnTo>
                <a:lnTo>
                  <a:pt x="1315" y="27516"/>
                </a:lnTo>
                <a:lnTo>
                  <a:pt x="1315" y="27313"/>
                </a:lnTo>
                <a:lnTo>
                  <a:pt x="1379" y="27052"/>
                </a:lnTo>
                <a:lnTo>
                  <a:pt x="1379" y="26849"/>
                </a:lnTo>
                <a:lnTo>
                  <a:pt x="1379" y="26588"/>
                </a:lnTo>
                <a:lnTo>
                  <a:pt x="1379" y="26385"/>
                </a:lnTo>
                <a:lnTo>
                  <a:pt x="1379" y="26124"/>
                </a:lnTo>
                <a:lnTo>
                  <a:pt x="1443" y="25922"/>
                </a:lnTo>
                <a:lnTo>
                  <a:pt x="1443" y="25719"/>
                </a:lnTo>
                <a:lnTo>
                  <a:pt x="1443" y="25458"/>
                </a:lnTo>
                <a:lnTo>
                  <a:pt x="1443" y="25255"/>
                </a:lnTo>
                <a:lnTo>
                  <a:pt x="1539" y="24994"/>
                </a:lnTo>
                <a:lnTo>
                  <a:pt x="1539" y="24791"/>
                </a:lnTo>
                <a:lnTo>
                  <a:pt x="1539" y="24530"/>
                </a:lnTo>
                <a:lnTo>
                  <a:pt x="1539" y="24327"/>
                </a:lnTo>
                <a:lnTo>
                  <a:pt x="1539" y="24066"/>
                </a:lnTo>
                <a:lnTo>
                  <a:pt x="1604" y="23863"/>
                </a:lnTo>
                <a:lnTo>
                  <a:pt x="1604" y="23602"/>
                </a:lnTo>
                <a:lnTo>
                  <a:pt x="1604" y="23399"/>
                </a:lnTo>
                <a:lnTo>
                  <a:pt x="1604" y="23138"/>
                </a:lnTo>
                <a:lnTo>
                  <a:pt x="1668" y="22935"/>
                </a:lnTo>
                <a:lnTo>
                  <a:pt x="1668" y="22674"/>
                </a:lnTo>
                <a:lnTo>
                  <a:pt x="1668" y="22471"/>
                </a:lnTo>
                <a:lnTo>
                  <a:pt x="1668" y="22268"/>
                </a:lnTo>
                <a:lnTo>
                  <a:pt x="1668" y="22007"/>
                </a:lnTo>
                <a:lnTo>
                  <a:pt x="1764" y="21804"/>
                </a:lnTo>
                <a:lnTo>
                  <a:pt x="1764" y="21543"/>
                </a:lnTo>
                <a:lnTo>
                  <a:pt x="1764" y="21340"/>
                </a:lnTo>
                <a:lnTo>
                  <a:pt x="1764" y="21079"/>
                </a:lnTo>
                <a:lnTo>
                  <a:pt x="1828" y="20818"/>
                </a:lnTo>
                <a:lnTo>
                  <a:pt x="1828" y="20615"/>
                </a:lnTo>
                <a:lnTo>
                  <a:pt x="1828" y="20325"/>
                </a:lnTo>
                <a:lnTo>
                  <a:pt x="1828" y="20151"/>
                </a:lnTo>
                <a:lnTo>
                  <a:pt x="1828" y="19861"/>
                </a:lnTo>
                <a:lnTo>
                  <a:pt x="1892" y="19687"/>
                </a:lnTo>
                <a:lnTo>
                  <a:pt x="1892" y="19398"/>
                </a:lnTo>
                <a:lnTo>
                  <a:pt x="1892" y="19224"/>
                </a:lnTo>
                <a:lnTo>
                  <a:pt x="1892" y="18934"/>
                </a:lnTo>
                <a:lnTo>
                  <a:pt x="1892" y="18731"/>
                </a:lnTo>
                <a:lnTo>
                  <a:pt x="1956" y="18470"/>
                </a:lnTo>
                <a:lnTo>
                  <a:pt x="1956" y="18267"/>
                </a:lnTo>
                <a:lnTo>
                  <a:pt x="1956" y="18006"/>
                </a:lnTo>
                <a:lnTo>
                  <a:pt x="1956" y="17803"/>
                </a:lnTo>
                <a:lnTo>
                  <a:pt x="2053" y="17542"/>
                </a:lnTo>
                <a:lnTo>
                  <a:pt x="2053" y="17281"/>
                </a:lnTo>
                <a:lnTo>
                  <a:pt x="2053" y="17078"/>
                </a:lnTo>
                <a:lnTo>
                  <a:pt x="2053" y="16817"/>
                </a:lnTo>
                <a:lnTo>
                  <a:pt x="2053" y="16614"/>
                </a:lnTo>
                <a:lnTo>
                  <a:pt x="2117" y="16353"/>
                </a:lnTo>
                <a:lnTo>
                  <a:pt x="2117" y="16150"/>
                </a:lnTo>
                <a:lnTo>
                  <a:pt x="2117" y="15889"/>
                </a:lnTo>
                <a:lnTo>
                  <a:pt x="2117" y="15628"/>
                </a:lnTo>
                <a:lnTo>
                  <a:pt x="2181" y="15425"/>
                </a:lnTo>
                <a:lnTo>
                  <a:pt x="2181" y="15164"/>
                </a:lnTo>
                <a:lnTo>
                  <a:pt x="2181" y="14961"/>
                </a:lnTo>
                <a:lnTo>
                  <a:pt x="2181" y="14700"/>
                </a:lnTo>
                <a:lnTo>
                  <a:pt x="2181" y="14410"/>
                </a:lnTo>
                <a:lnTo>
                  <a:pt x="2245" y="14236"/>
                </a:lnTo>
                <a:lnTo>
                  <a:pt x="2245" y="13946"/>
                </a:lnTo>
                <a:lnTo>
                  <a:pt x="2245" y="13743"/>
                </a:lnTo>
                <a:lnTo>
                  <a:pt x="2245" y="13482"/>
                </a:lnTo>
                <a:lnTo>
                  <a:pt x="2341" y="13221"/>
                </a:lnTo>
                <a:lnTo>
                  <a:pt x="2341" y="13019"/>
                </a:lnTo>
                <a:lnTo>
                  <a:pt x="2341" y="12758"/>
                </a:lnTo>
                <a:lnTo>
                  <a:pt x="2341" y="12555"/>
                </a:lnTo>
                <a:lnTo>
                  <a:pt x="2341" y="12294"/>
                </a:lnTo>
                <a:lnTo>
                  <a:pt x="2406" y="12033"/>
                </a:lnTo>
                <a:lnTo>
                  <a:pt x="2406" y="11830"/>
                </a:lnTo>
                <a:lnTo>
                  <a:pt x="2406" y="11569"/>
                </a:lnTo>
                <a:lnTo>
                  <a:pt x="2406" y="11308"/>
                </a:lnTo>
                <a:lnTo>
                  <a:pt x="2470" y="11105"/>
                </a:lnTo>
                <a:lnTo>
                  <a:pt x="2470" y="10844"/>
                </a:lnTo>
                <a:lnTo>
                  <a:pt x="2470" y="10641"/>
                </a:lnTo>
                <a:lnTo>
                  <a:pt x="2470" y="10351"/>
                </a:lnTo>
                <a:lnTo>
                  <a:pt x="2470" y="10090"/>
                </a:lnTo>
                <a:lnTo>
                  <a:pt x="2566" y="9887"/>
                </a:lnTo>
                <a:lnTo>
                  <a:pt x="2566" y="9626"/>
                </a:lnTo>
                <a:lnTo>
                  <a:pt x="2566" y="9365"/>
                </a:lnTo>
                <a:lnTo>
                  <a:pt x="2566" y="9162"/>
                </a:lnTo>
                <a:lnTo>
                  <a:pt x="2630" y="8901"/>
                </a:lnTo>
                <a:lnTo>
                  <a:pt x="2630" y="8640"/>
                </a:lnTo>
                <a:lnTo>
                  <a:pt x="2630" y="8437"/>
                </a:lnTo>
                <a:lnTo>
                  <a:pt x="2630" y="8176"/>
                </a:lnTo>
                <a:lnTo>
                  <a:pt x="2630" y="7915"/>
                </a:lnTo>
                <a:lnTo>
                  <a:pt x="2694" y="7712"/>
                </a:lnTo>
                <a:lnTo>
                  <a:pt x="2694" y="7451"/>
                </a:lnTo>
                <a:lnTo>
                  <a:pt x="2694" y="7161"/>
                </a:lnTo>
                <a:lnTo>
                  <a:pt x="2694" y="6987"/>
                </a:lnTo>
                <a:lnTo>
                  <a:pt x="2694" y="6697"/>
                </a:lnTo>
                <a:lnTo>
                  <a:pt x="2758" y="6437"/>
                </a:lnTo>
                <a:lnTo>
                  <a:pt x="2758" y="6234"/>
                </a:lnTo>
                <a:lnTo>
                  <a:pt x="2758" y="5973"/>
                </a:lnTo>
                <a:lnTo>
                  <a:pt x="2758" y="5712"/>
                </a:lnTo>
                <a:lnTo>
                  <a:pt x="2855" y="5451"/>
                </a:lnTo>
                <a:lnTo>
                  <a:pt x="2855" y="5248"/>
                </a:lnTo>
                <a:lnTo>
                  <a:pt x="2855" y="4987"/>
                </a:lnTo>
                <a:lnTo>
                  <a:pt x="2855" y="4726"/>
                </a:lnTo>
                <a:lnTo>
                  <a:pt x="2855" y="4523"/>
                </a:lnTo>
                <a:lnTo>
                  <a:pt x="2919" y="4262"/>
                </a:lnTo>
                <a:lnTo>
                  <a:pt x="2919" y="3972"/>
                </a:lnTo>
                <a:lnTo>
                  <a:pt x="2919" y="3711"/>
                </a:lnTo>
                <a:lnTo>
                  <a:pt x="2919" y="3508"/>
                </a:lnTo>
                <a:lnTo>
                  <a:pt x="2983" y="3247"/>
                </a:lnTo>
                <a:lnTo>
                  <a:pt x="2983" y="2986"/>
                </a:lnTo>
                <a:lnTo>
                  <a:pt x="2983" y="2783"/>
                </a:lnTo>
                <a:lnTo>
                  <a:pt x="2983" y="2522"/>
                </a:lnTo>
                <a:lnTo>
                  <a:pt x="2983" y="2261"/>
                </a:lnTo>
                <a:lnTo>
                  <a:pt x="3079" y="2000"/>
                </a:lnTo>
                <a:lnTo>
                  <a:pt x="3079" y="1797"/>
                </a:lnTo>
                <a:lnTo>
                  <a:pt x="3079" y="1507"/>
                </a:lnTo>
                <a:lnTo>
                  <a:pt x="3079" y="1246"/>
                </a:lnTo>
                <a:lnTo>
                  <a:pt x="3143" y="985"/>
                </a:lnTo>
                <a:lnTo>
                  <a:pt x="3143" y="782"/>
                </a:lnTo>
                <a:lnTo>
                  <a:pt x="3143" y="521"/>
                </a:lnTo>
                <a:lnTo>
                  <a:pt x="3143" y="260"/>
                </a:lnTo>
                <a:lnTo>
                  <a:pt x="3143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5138363" y="3530623"/>
            <a:ext cx="3208" cy="52134"/>
          </a:xfrm>
          <a:custGeom>
            <a:avLst/>
            <a:gdLst/>
            <a:ahLst/>
            <a:cxnLst/>
            <a:rect l="l" t="t" r="r" b="b"/>
            <a:pathLst>
              <a:path w="3208" h="52134">
                <a:moveTo>
                  <a:pt x="0" y="52134"/>
                </a:moveTo>
                <a:lnTo>
                  <a:pt x="64" y="51931"/>
                </a:lnTo>
                <a:lnTo>
                  <a:pt x="64" y="51670"/>
                </a:lnTo>
                <a:lnTo>
                  <a:pt x="64" y="51409"/>
                </a:lnTo>
                <a:lnTo>
                  <a:pt x="64" y="51119"/>
                </a:lnTo>
                <a:lnTo>
                  <a:pt x="128" y="50916"/>
                </a:lnTo>
                <a:lnTo>
                  <a:pt x="128" y="50655"/>
                </a:lnTo>
                <a:lnTo>
                  <a:pt x="128" y="50394"/>
                </a:lnTo>
                <a:lnTo>
                  <a:pt x="128" y="50133"/>
                </a:lnTo>
                <a:lnTo>
                  <a:pt x="128" y="49872"/>
                </a:lnTo>
                <a:lnTo>
                  <a:pt x="224" y="49669"/>
                </a:lnTo>
                <a:lnTo>
                  <a:pt x="224" y="49408"/>
                </a:lnTo>
                <a:lnTo>
                  <a:pt x="224" y="49147"/>
                </a:lnTo>
                <a:lnTo>
                  <a:pt x="224" y="48857"/>
                </a:lnTo>
                <a:lnTo>
                  <a:pt x="288" y="48654"/>
                </a:lnTo>
                <a:lnTo>
                  <a:pt x="288" y="48393"/>
                </a:lnTo>
                <a:lnTo>
                  <a:pt x="288" y="48132"/>
                </a:lnTo>
                <a:lnTo>
                  <a:pt x="288" y="47871"/>
                </a:lnTo>
                <a:lnTo>
                  <a:pt x="288" y="47610"/>
                </a:lnTo>
                <a:lnTo>
                  <a:pt x="352" y="47407"/>
                </a:lnTo>
                <a:lnTo>
                  <a:pt x="352" y="47146"/>
                </a:lnTo>
                <a:lnTo>
                  <a:pt x="352" y="46885"/>
                </a:lnTo>
                <a:lnTo>
                  <a:pt x="352" y="46595"/>
                </a:lnTo>
                <a:lnTo>
                  <a:pt x="352" y="46334"/>
                </a:lnTo>
                <a:lnTo>
                  <a:pt x="417" y="46131"/>
                </a:lnTo>
                <a:lnTo>
                  <a:pt x="417" y="45870"/>
                </a:lnTo>
                <a:lnTo>
                  <a:pt x="417" y="45610"/>
                </a:lnTo>
                <a:lnTo>
                  <a:pt x="417" y="45349"/>
                </a:lnTo>
                <a:lnTo>
                  <a:pt x="513" y="45088"/>
                </a:lnTo>
                <a:lnTo>
                  <a:pt x="513" y="44798"/>
                </a:lnTo>
                <a:lnTo>
                  <a:pt x="513" y="44624"/>
                </a:lnTo>
                <a:lnTo>
                  <a:pt x="513" y="44334"/>
                </a:lnTo>
                <a:lnTo>
                  <a:pt x="513" y="44073"/>
                </a:lnTo>
                <a:lnTo>
                  <a:pt x="577" y="43812"/>
                </a:lnTo>
                <a:lnTo>
                  <a:pt x="577" y="43551"/>
                </a:lnTo>
                <a:lnTo>
                  <a:pt x="577" y="43290"/>
                </a:lnTo>
                <a:lnTo>
                  <a:pt x="577" y="43087"/>
                </a:lnTo>
                <a:lnTo>
                  <a:pt x="641" y="42826"/>
                </a:lnTo>
                <a:lnTo>
                  <a:pt x="641" y="42536"/>
                </a:lnTo>
                <a:lnTo>
                  <a:pt x="641" y="42275"/>
                </a:lnTo>
                <a:lnTo>
                  <a:pt x="641" y="42014"/>
                </a:lnTo>
                <a:lnTo>
                  <a:pt x="641" y="41753"/>
                </a:lnTo>
                <a:lnTo>
                  <a:pt x="737" y="41550"/>
                </a:lnTo>
                <a:lnTo>
                  <a:pt x="737" y="41289"/>
                </a:lnTo>
                <a:lnTo>
                  <a:pt x="737" y="41028"/>
                </a:lnTo>
                <a:lnTo>
                  <a:pt x="737" y="40767"/>
                </a:lnTo>
                <a:lnTo>
                  <a:pt x="802" y="40477"/>
                </a:lnTo>
                <a:lnTo>
                  <a:pt x="802" y="40216"/>
                </a:lnTo>
                <a:lnTo>
                  <a:pt x="802" y="39955"/>
                </a:lnTo>
                <a:lnTo>
                  <a:pt x="802" y="39694"/>
                </a:lnTo>
                <a:lnTo>
                  <a:pt x="802" y="39491"/>
                </a:lnTo>
                <a:lnTo>
                  <a:pt x="866" y="39230"/>
                </a:lnTo>
                <a:lnTo>
                  <a:pt x="866" y="38970"/>
                </a:lnTo>
                <a:lnTo>
                  <a:pt x="866" y="38680"/>
                </a:lnTo>
                <a:lnTo>
                  <a:pt x="866" y="38419"/>
                </a:lnTo>
                <a:lnTo>
                  <a:pt x="930" y="38158"/>
                </a:lnTo>
                <a:lnTo>
                  <a:pt x="930" y="37897"/>
                </a:lnTo>
                <a:lnTo>
                  <a:pt x="930" y="37636"/>
                </a:lnTo>
                <a:lnTo>
                  <a:pt x="930" y="37433"/>
                </a:lnTo>
                <a:lnTo>
                  <a:pt x="930" y="37172"/>
                </a:lnTo>
                <a:lnTo>
                  <a:pt x="1026" y="36911"/>
                </a:lnTo>
                <a:lnTo>
                  <a:pt x="1026" y="36621"/>
                </a:lnTo>
                <a:lnTo>
                  <a:pt x="1026" y="36360"/>
                </a:lnTo>
                <a:lnTo>
                  <a:pt x="1026" y="36099"/>
                </a:lnTo>
                <a:lnTo>
                  <a:pt x="1090" y="35838"/>
                </a:lnTo>
                <a:lnTo>
                  <a:pt x="1090" y="35577"/>
                </a:lnTo>
                <a:lnTo>
                  <a:pt x="1090" y="35316"/>
                </a:lnTo>
                <a:lnTo>
                  <a:pt x="1090" y="35113"/>
                </a:lnTo>
                <a:lnTo>
                  <a:pt x="1090" y="34823"/>
                </a:lnTo>
                <a:lnTo>
                  <a:pt x="1154" y="34562"/>
                </a:lnTo>
                <a:lnTo>
                  <a:pt x="1154" y="34301"/>
                </a:lnTo>
                <a:lnTo>
                  <a:pt x="1154" y="34040"/>
                </a:lnTo>
                <a:lnTo>
                  <a:pt x="1154" y="33779"/>
                </a:lnTo>
                <a:lnTo>
                  <a:pt x="1154" y="33518"/>
                </a:lnTo>
                <a:lnTo>
                  <a:pt x="1251" y="33228"/>
                </a:lnTo>
                <a:lnTo>
                  <a:pt x="1251" y="32967"/>
                </a:lnTo>
                <a:lnTo>
                  <a:pt x="1251" y="32706"/>
                </a:lnTo>
                <a:lnTo>
                  <a:pt x="1251" y="32446"/>
                </a:lnTo>
                <a:lnTo>
                  <a:pt x="1315" y="32243"/>
                </a:lnTo>
                <a:lnTo>
                  <a:pt x="1315" y="31982"/>
                </a:lnTo>
                <a:lnTo>
                  <a:pt x="1315" y="31721"/>
                </a:lnTo>
                <a:lnTo>
                  <a:pt x="1315" y="31460"/>
                </a:lnTo>
                <a:lnTo>
                  <a:pt x="1315" y="31170"/>
                </a:lnTo>
                <a:lnTo>
                  <a:pt x="1379" y="30909"/>
                </a:lnTo>
                <a:lnTo>
                  <a:pt x="1379" y="30648"/>
                </a:lnTo>
                <a:lnTo>
                  <a:pt x="1379" y="30387"/>
                </a:lnTo>
                <a:lnTo>
                  <a:pt x="1379" y="30126"/>
                </a:lnTo>
                <a:lnTo>
                  <a:pt x="1443" y="29836"/>
                </a:lnTo>
                <a:lnTo>
                  <a:pt x="1443" y="29575"/>
                </a:lnTo>
                <a:lnTo>
                  <a:pt x="1443" y="29314"/>
                </a:lnTo>
                <a:lnTo>
                  <a:pt x="1443" y="29053"/>
                </a:lnTo>
                <a:lnTo>
                  <a:pt x="1443" y="28792"/>
                </a:lnTo>
                <a:lnTo>
                  <a:pt x="1539" y="28531"/>
                </a:lnTo>
                <a:lnTo>
                  <a:pt x="1539" y="28328"/>
                </a:lnTo>
                <a:lnTo>
                  <a:pt x="1539" y="28067"/>
                </a:lnTo>
                <a:lnTo>
                  <a:pt x="1539" y="27777"/>
                </a:lnTo>
                <a:lnTo>
                  <a:pt x="1604" y="27516"/>
                </a:lnTo>
                <a:lnTo>
                  <a:pt x="1604" y="27255"/>
                </a:lnTo>
                <a:lnTo>
                  <a:pt x="1604" y="26994"/>
                </a:lnTo>
                <a:lnTo>
                  <a:pt x="1604" y="26733"/>
                </a:lnTo>
                <a:lnTo>
                  <a:pt x="1604" y="26472"/>
                </a:lnTo>
                <a:lnTo>
                  <a:pt x="1668" y="26182"/>
                </a:lnTo>
                <a:lnTo>
                  <a:pt x="1668" y="25922"/>
                </a:lnTo>
                <a:lnTo>
                  <a:pt x="1668" y="25661"/>
                </a:lnTo>
                <a:lnTo>
                  <a:pt x="1668" y="25400"/>
                </a:lnTo>
                <a:lnTo>
                  <a:pt x="1732" y="25139"/>
                </a:lnTo>
                <a:lnTo>
                  <a:pt x="1732" y="24849"/>
                </a:lnTo>
                <a:lnTo>
                  <a:pt x="1732" y="24588"/>
                </a:lnTo>
                <a:lnTo>
                  <a:pt x="1732" y="24327"/>
                </a:lnTo>
                <a:lnTo>
                  <a:pt x="1732" y="24066"/>
                </a:lnTo>
                <a:lnTo>
                  <a:pt x="1828" y="23805"/>
                </a:lnTo>
                <a:lnTo>
                  <a:pt x="1828" y="23544"/>
                </a:lnTo>
                <a:lnTo>
                  <a:pt x="1828" y="23254"/>
                </a:lnTo>
                <a:lnTo>
                  <a:pt x="1828" y="22993"/>
                </a:lnTo>
                <a:lnTo>
                  <a:pt x="1892" y="22732"/>
                </a:lnTo>
                <a:lnTo>
                  <a:pt x="1892" y="22471"/>
                </a:lnTo>
                <a:lnTo>
                  <a:pt x="1892" y="22210"/>
                </a:lnTo>
                <a:lnTo>
                  <a:pt x="1892" y="21949"/>
                </a:lnTo>
                <a:lnTo>
                  <a:pt x="1892" y="21659"/>
                </a:lnTo>
                <a:lnTo>
                  <a:pt x="1956" y="21398"/>
                </a:lnTo>
                <a:lnTo>
                  <a:pt x="1956" y="21137"/>
                </a:lnTo>
                <a:lnTo>
                  <a:pt x="1956" y="20876"/>
                </a:lnTo>
                <a:lnTo>
                  <a:pt x="1956" y="20615"/>
                </a:lnTo>
                <a:lnTo>
                  <a:pt x="1956" y="20354"/>
                </a:lnTo>
                <a:lnTo>
                  <a:pt x="2053" y="20064"/>
                </a:lnTo>
                <a:lnTo>
                  <a:pt x="2053" y="19861"/>
                </a:lnTo>
                <a:lnTo>
                  <a:pt x="2053" y="19600"/>
                </a:lnTo>
                <a:lnTo>
                  <a:pt x="2053" y="19340"/>
                </a:lnTo>
                <a:lnTo>
                  <a:pt x="2117" y="19079"/>
                </a:lnTo>
                <a:lnTo>
                  <a:pt x="2117" y="18818"/>
                </a:lnTo>
                <a:lnTo>
                  <a:pt x="2117" y="18557"/>
                </a:lnTo>
                <a:lnTo>
                  <a:pt x="2117" y="18267"/>
                </a:lnTo>
                <a:lnTo>
                  <a:pt x="2117" y="18006"/>
                </a:lnTo>
                <a:lnTo>
                  <a:pt x="2181" y="17745"/>
                </a:lnTo>
                <a:lnTo>
                  <a:pt x="2181" y="17484"/>
                </a:lnTo>
                <a:lnTo>
                  <a:pt x="2181" y="17223"/>
                </a:lnTo>
                <a:lnTo>
                  <a:pt x="2181" y="16962"/>
                </a:lnTo>
                <a:lnTo>
                  <a:pt x="2245" y="16672"/>
                </a:lnTo>
                <a:lnTo>
                  <a:pt x="2245" y="16353"/>
                </a:lnTo>
                <a:lnTo>
                  <a:pt x="2245" y="16092"/>
                </a:lnTo>
                <a:lnTo>
                  <a:pt x="2245" y="15831"/>
                </a:lnTo>
                <a:lnTo>
                  <a:pt x="2245" y="15541"/>
                </a:lnTo>
                <a:lnTo>
                  <a:pt x="2341" y="15280"/>
                </a:lnTo>
                <a:lnTo>
                  <a:pt x="2341" y="15019"/>
                </a:lnTo>
                <a:lnTo>
                  <a:pt x="2341" y="14758"/>
                </a:lnTo>
                <a:lnTo>
                  <a:pt x="2341" y="14497"/>
                </a:lnTo>
                <a:lnTo>
                  <a:pt x="2406" y="14236"/>
                </a:lnTo>
                <a:lnTo>
                  <a:pt x="2406" y="13946"/>
                </a:lnTo>
                <a:lnTo>
                  <a:pt x="2406" y="13685"/>
                </a:lnTo>
                <a:lnTo>
                  <a:pt x="2406" y="13424"/>
                </a:lnTo>
                <a:lnTo>
                  <a:pt x="2406" y="13163"/>
                </a:lnTo>
                <a:lnTo>
                  <a:pt x="2470" y="12903"/>
                </a:lnTo>
                <a:lnTo>
                  <a:pt x="2470" y="12613"/>
                </a:lnTo>
                <a:lnTo>
                  <a:pt x="2470" y="12352"/>
                </a:lnTo>
                <a:lnTo>
                  <a:pt x="2470" y="12091"/>
                </a:lnTo>
                <a:lnTo>
                  <a:pt x="2534" y="11830"/>
                </a:lnTo>
                <a:lnTo>
                  <a:pt x="2534" y="11569"/>
                </a:lnTo>
                <a:lnTo>
                  <a:pt x="2534" y="11308"/>
                </a:lnTo>
                <a:lnTo>
                  <a:pt x="2534" y="11018"/>
                </a:lnTo>
                <a:lnTo>
                  <a:pt x="2534" y="10757"/>
                </a:lnTo>
                <a:lnTo>
                  <a:pt x="2630" y="10496"/>
                </a:lnTo>
                <a:lnTo>
                  <a:pt x="2630" y="10235"/>
                </a:lnTo>
                <a:lnTo>
                  <a:pt x="2630" y="9974"/>
                </a:lnTo>
                <a:lnTo>
                  <a:pt x="2630" y="9713"/>
                </a:lnTo>
                <a:lnTo>
                  <a:pt x="2694" y="9423"/>
                </a:lnTo>
                <a:lnTo>
                  <a:pt x="2694" y="9162"/>
                </a:lnTo>
                <a:lnTo>
                  <a:pt x="2694" y="8901"/>
                </a:lnTo>
                <a:lnTo>
                  <a:pt x="2694" y="8640"/>
                </a:lnTo>
                <a:lnTo>
                  <a:pt x="2694" y="8379"/>
                </a:lnTo>
                <a:lnTo>
                  <a:pt x="2758" y="8118"/>
                </a:lnTo>
                <a:lnTo>
                  <a:pt x="2758" y="7828"/>
                </a:lnTo>
                <a:lnTo>
                  <a:pt x="2758" y="7567"/>
                </a:lnTo>
                <a:lnTo>
                  <a:pt x="2758" y="7306"/>
                </a:lnTo>
                <a:lnTo>
                  <a:pt x="2758" y="7045"/>
                </a:lnTo>
                <a:lnTo>
                  <a:pt x="2855" y="6784"/>
                </a:lnTo>
                <a:lnTo>
                  <a:pt x="2855" y="6437"/>
                </a:lnTo>
                <a:lnTo>
                  <a:pt x="2855" y="6176"/>
                </a:lnTo>
                <a:lnTo>
                  <a:pt x="2855" y="5915"/>
                </a:lnTo>
                <a:lnTo>
                  <a:pt x="2919" y="5654"/>
                </a:lnTo>
                <a:lnTo>
                  <a:pt x="2919" y="5393"/>
                </a:lnTo>
                <a:lnTo>
                  <a:pt x="2919" y="5103"/>
                </a:lnTo>
                <a:lnTo>
                  <a:pt x="2919" y="4842"/>
                </a:lnTo>
                <a:lnTo>
                  <a:pt x="2919" y="4581"/>
                </a:lnTo>
                <a:lnTo>
                  <a:pt x="2983" y="4320"/>
                </a:lnTo>
                <a:lnTo>
                  <a:pt x="2983" y="4059"/>
                </a:lnTo>
                <a:lnTo>
                  <a:pt x="2983" y="3769"/>
                </a:lnTo>
                <a:lnTo>
                  <a:pt x="2983" y="3508"/>
                </a:lnTo>
                <a:lnTo>
                  <a:pt x="3047" y="3247"/>
                </a:lnTo>
                <a:lnTo>
                  <a:pt x="3047" y="2986"/>
                </a:lnTo>
                <a:lnTo>
                  <a:pt x="3047" y="2725"/>
                </a:lnTo>
                <a:lnTo>
                  <a:pt x="3047" y="2464"/>
                </a:lnTo>
                <a:lnTo>
                  <a:pt x="3047" y="2174"/>
                </a:lnTo>
                <a:lnTo>
                  <a:pt x="3143" y="1913"/>
                </a:lnTo>
                <a:lnTo>
                  <a:pt x="3143" y="1652"/>
                </a:lnTo>
                <a:lnTo>
                  <a:pt x="3143" y="1333"/>
                </a:lnTo>
                <a:lnTo>
                  <a:pt x="3143" y="1043"/>
                </a:lnTo>
                <a:lnTo>
                  <a:pt x="3208" y="782"/>
                </a:lnTo>
                <a:lnTo>
                  <a:pt x="3208" y="521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5141571" y="3476894"/>
            <a:ext cx="3208" cy="53728"/>
          </a:xfrm>
          <a:custGeom>
            <a:avLst/>
            <a:gdLst/>
            <a:ahLst/>
            <a:cxnLst/>
            <a:rect l="l" t="t" r="r" b="b"/>
            <a:pathLst>
              <a:path w="3208" h="53728">
                <a:moveTo>
                  <a:pt x="0" y="53728"/>
                </a:moveTo>
                <a:lnTo>
                  <a:pt x="0" y="53467"/>
                </a:lnTo>
                <a:lnTo>
                  <a:pt x="64" y="53177"/>
                </a:lnTo>
                <a:lnTo>
                  <a:pt x="64" y="52916"/>
                </a:lnTo>
                <a:lnTo>
                  <a:pt x="64" y="52655"/>
                </a:lnTo>
                <a:lnTo>
                  <a:pt x="64" y="52394"/>
                </a:lnTo>
                <a:lnTo>
                  <a:pt x="160" y="52134"/>
                </a:lnTo>
                <a:lnTo>
                  <a:pt x="160" y="51873"/>
                </a:lnTo>
                <a:lnTo>
                  <a:pt x="160" y="51583"/>
                </a:lnTo>
                <a:lnTo>
                  <a:pt x="160" y="51322"/>
                </a:lnTo>
                <a:lnTo>
                  <a:pt x="160" y="51061"/>
                </a:lnTo>
                <a:lnTo>
                  <a:pt x="224" y="50742"/>
                </a:lnTo>
                <a:lnTo>
                  <a:pt x="224" y="50452"/>
                </a:lnTo>
                <a:lnTo>
                  <a:pt x="224" y="50191"/>
                </a:lnTo>
                <a:lnTo>
                  <a:pt x="224" y="49930"/>
                </a:lnTo>
                <a:lnTo>
                  <a:pt x="288" y="49669"/>
                </a:lnTo>
                <a:lnTo>
                  <a:pt x="288" y="49408"/>
                </a:lnTo>
                <a:lnTo>
                  <a:pt x="288" y="49147"/>
                </a:lnTo>
                <a:lnTo>
                  <a:pt x="288" y="48857"/>
                </a:lnTo>
                <a:lnTo>
                  <a:pt x="288" y="48596"/>
                </a:lnTo>
                <a:lnTo>
                  <a:pt x="352" y="48335"/>
                </a:lnTo>
                <a:lnTo>
                  <a:pt x="352" y="48074"/>
                </a:lnTo>
                <a:lnTo>
                  <a:pt x="352" y="47813"/>
                </a:lnTo>
                <a:lnTo>
                  <a:pt x="352" y="47523"/>
                </a:lnTo>
                <a:lnTo>
                  <a:pt x="352" y="47262"/>
                </a:lnTo>
                <a:lnTo>
                  <a:pt x="449" y="46943"/>
                </a:lnTo>
                <a:lnTo>
                  <a:pt x="449" y="46682"/>
                </a:lnTo>
                <a:lnTo>
                  <a:pt x="449" y="46392"/>
                </a:lnTo>
                <a:lnTo>
                  <a:pt x="449" y="46131"/>
                </a:lnTo>
                <a:lnTo>
                  <a:pt x="513" y="45870"/>
                </a:lnTo>
                <a:lnTo>
                  <a:pt x="513" y="45610"/>
                </a:lnTo>
                <a:lnTo>
                  <a:pt x="513" y="45349"/>
                </a:lnTo>
                <a:lnTo>
                  <a:pt x="513" y="45088"/>
                </a:lnTo>
                <a:lnTo>
                  <a:pt x="513" y="44798"/>
                </a:lnTo>
                <a:lnTo>
                  <a:pt x="577" y="44537"/>
                </a:lnTo>
                <a:lnTo>
                  <a:pt x="577" y="44276"/>
                </a:lnTo>
                <a:lnTo>
                  <a:pt x="577" y="44015"/>
                </a:lnTo>
                <a:lnTo>
                  <a:pt x="577" y="43754"/>
                </a:lnTo>
                <a:lnTo>
                  <a:pt x="641" y="43493"/>
                </a:lnTo>
                <a:lnTo>
                  <a:pt x="641" y="43145"/>
                </a:lnTo>
                <a:lnTo>
                  <a:pt x="641" y="42884"/>
                </a:lnTo>
                <a:lnTo>
                  <a:pt x="641" y="42623"/>
                </a:lnTo>
                <a:lnTo>
                  <a:pt x="641" y="42362"/>
                </a:lnTo>
                <a:lnTo>
                  <a:pt x="737" y="42072"/>
                </a:lnTo>
                <a:lnTo>
                  <a:pt x="737" y="41811"/>
                </a:lnTo>
                <a:lnTo>
                  <a:pt x="737" y="41550"/>
                </a:lnTo>
                <a:lnTo>
                  <a:pt x="737" y="41289"/>
                </a:lnTo>
                <a:lnTo>
                  <a:pt x="802" y="41028"/>
                </a:lnTo>
                <a:lnTo>
                  <a:pt x="802" y="40767"/>
                </a:lnTo>
                <a:lnTo>
                  <a:pt x="802" y="40477"/>
                </a:lnTo>
                <a:lnTo>
                  <a:pt x="802" y="40216"/>
                </a:lnTo>
                <a:lnTo>
                  <a:pt x="802" y="39897"/>
                </a:lnTo>
                <a:lnTo>
                  <a:pt x="866" y="39636"/>
                </a:lnTo>
                <a:lnTo>
                  <a:pt x="866" y="39346"/>
                </a:lnTo>
                <a:lnTo>
                  <a:pt x="866" y="39086"/>
                </a:lnTo>
                <a:lnTo>
                  <a:pt x="866" y="38825"/>
                </a:lnTo>
                <a:lnTo>
                  <a:pt x="962" y="38564"/>
                </a:lnTo>
                <a:lnTo>
                  <a:pt x="962" y="38303"/>
                </a:lnTo>
                <a:lnTo>
                  <a:pt x="962" y="38042"/>
                </a:lnTo>
                <a:lnTo>
                  <a:pt x="962" y="37752"/>
                </a:lnTo>
                <a:lnTo>
                  <a:pt x="962" y="37491"/>
                </a:lnTo>
                <a:lnTo>
                  <a:pt x="1026" y="37230"/>
                </a:lnTo>
                <a:lnTo>
                  <a:pt x="1026" y="36969"/>
                </a:lnTo>
                <a:lnTo>
                  <a:pt x="1026" y="36708"/>
                </a:lnTo>
                <a:lnTo>
                  <a:pt x="1026" y="36360"/>
                </a:lnTo>
                <a:lnTo>
                  <a:pt x="1090" y="36099"/>
                </a:lnTo>
                <a:lnTo>
                  <a:pt x="1090" y="35838"/>
                </a:lnTo>
                <a:lnTo>
                  <a:pt x="1090" y="35577"/>
                </a:lnTo>
                <a:lnTo>
                  <a:pt x="1090" y="35316"/>
                </a:lnTo>
                <a:lnTo>
                  <a:pt x="1090" y="35026"/>
                </a:lnTo>
                <a:lnTo>
                  <a:pt x="1154" y="34765"/>
                </a:lnTo>
                <a:lnTo>
                  <a:pt x="1154" y="34504"/>
                </a:lnTo>
                <a:lnTo>
                  <a:pt x="1154" y="34243"/>
                </a:lnTo>
                <a:lnTo>
                  <a:pt x="1154" y="33982"/>
                </a:lnTo>
                <a:lnTo>
                  <a:pt x="1154" y="33692"/>
                </a:lnTo>
                <a:lnTo>
                  <a:pt x="1251" y="33431"/>
                </a:lnTo>
                <a:lnTo>
                  <a:pt x="1251" y="33112"/>
                </a:lnTo>
                <a:lnTo>
                  <a:pt x="1251" y="32851"/>
                </a:lnTo>
                <a:lnTo>
                  <a:pt x="1251" y="32562"/>
                </a:lnTo>
                <a:lnTo>
                  <a:pt x="1315" y="32301"/>
                </a:lnTo>
                <a:lnTo>
                  <a:pt x="1315" y="32040"/>
                </a:lnTo>
                <a:lnTo>
                  <a:pt x="1315" y="31779"/>
                </a:lnTo>
                <a:lnTo>
                  <a:pt x="1315" y="31518"/>
                </a:lnTo>
                <a:lnTo>
                  <a:pt x="1315" y="31257"/>
                </a:lnTo>
                <a:lnTo>
                  <a:pt x="1379" y="30967"/>
                </a:lnTo>
                <a:lnTo>
                  <a:pt x="1379" y="30706"/>
                </a:lnTo>
                <a:lnTo>
                  <a:pt x="1379" y="30445"/>
                </a:lnTo>
                <a:lnTo>
                  <a:pt x="1379" y="30184"/>
                </a:lnTo>
                <a:lnTo>
                  <a:pt x="1443" y="29923"/>
                </a:lnTo>
                <a:lnTo>
                  <a:pt x="1443" y="29575"/>
                </a:lnTo>
                <a:lnTo>
                  <a:pt x="1443" y="29314"/>
                </a:lnTo>
                <a:lnTo>
                  <a:pt x="1443" y="29053"/>
                </a:lnTo>
                <a:lnTo>
                  <a:pt x="1443" y="28792"/>
                </a:lnTo>
                <a:lnTo>
                  <a:pt x="1539" y="28531"/>
                </a:lnTo>
                <a:lnTo>
                  <a:pt x="1539" y="28241"/>
                </a:lnTo>
                <a:lnTo>
                  <a:pt x="1539" y="27980"/>
                </a:lnTo>
                <a:lnTo>
                  <a:pt x="1539" y="27719"/>
                </a:lnTo>
                <a:lnTo>
                  <a:pt x="1604" y="27458"/>
                </a:lnTo>
                <a:lnTo>
                  <a:pt x="1604" y="27197"/>
                </a:lnTo>
                <a:lnTo>
                  <a:pt x="1604" y="26936"/>
                </a:lnTo>
                <a:lnTo>
                  <a:pt x="1604" y="26646"/>
                </a:lnTo>
                <a:lnTo>
                  <a:pt x="1604" y="26385"/>
                </a:lnTo>
                <a:lnTo>
                  <a:pt x="1668" y="26067"/>
                </a:lnTo>
                <a:lnTo>
                  <a:pt x="1668" y="25806"/>
                </a:lnTo>
                <a:lnTo>
                  <a:pt x="1668" y="25516"/>
                </a:lnTo>
                <a:lnTo>
                  <a:pt x="1668" y="25255"/>
                </a:lnTo>
                <a:lnTo>
                  <a:pt x="1764" y="24994"/>
                </a:lnTo>
                <a:lnTo>
                  <a:pt x="1764" y="24733"/>
                </a:lnTo>
                <a:lnTo>
                  <a:pt x="1764" y="24472"/>
                </a:lnTo>
                <a:lnTo>
                  <a:pt x="1764" y="24211"/>
                </a:lnTo>
                <a:lnTo>
                  <a:pt x="1764" y="23921"/>
                </a:lnTo>
                <a:lnTo>
                  <a:pt x="1828" y="23660"/>
                </a:lnTo>
                <a:lnTo>
                  <a:pt x="1828" y="23399"/>
                </a:lnTo>
                <a:lnTo>
                  <a:pt x="1828" y="23138"/>
                </a:lnTo>
                <a:lnTo>
                  <a:pt x="1828" y="22877"/>
                </a:lnTo>
                <a:lnTo>
                  <a:pt x="1892" y="22587"/>
                </a:lnTo>
                <a:lnTo>
                  <a:pt x="1892" y="22268"/>
                </a:lnTo>
                <a:lnTo>
                  <a:pt x="1892" y="22007"/>
                </a:lnTo>
                <a:lnTo>
                  <a:pt x="1892" y="21746"/>
                </a:lnTo>
                <a:lnTo>
                  <a:pt x="1892" y="21456"/>
                </a:lnTo>
                <a:lnTo>
                  <a:pt x="1956" y="21195"/>
                </a:lnTo>
                <a:lnTo>
                  <a:pt x="1956" y="20934"/>
                </a:lnTo>
                <a:lnTo>
                  <a:pt x="1956" y="20673"/>
                </a:lnTo>
                <a:lnTo>
                  <a:pt x="1956" y="20412"/>
                </a:lnTo>
                <a:lnTo>
                  <a:pt x="1956" y="20151"/>
                </a:lnTo>
                <a:lnTo>
                  <a:pt x="2053" y="19861"/>
                </a:lnTo>
                <a:lnTo>
                  <a:pt x="2053" y="19600"/>
                </a:lnTo>
                <a:lnTo>
                  <a:pt x="2053" y="19340"/>
                </a:lnTo>
                <a:lnTo>
                  <a:pt x="2053" y="19079"/>
                </a:lnTo>
                <a:lnTo>
                  <a:pt x="2117" y="18818"/>
                </a:lnTo>
                <a:lnTo>
                  <a:pt x="2117" y="18557"/>
                </a:lnTo>
                <a:lnTo>
                  <a:pt x="2117" y="18209"/>
                </a:lnTo>
                <a:lnTo>
                  <a:pt x="2117" y="17948"/>
                </a:lnTo>
                <a:lnTo>
                  <a:pt x="2117" y="17687"/>
                </a:lnTo>
                <a:lnTo>
                  <a:pt x="2181" y="17426"/>
                </a:lnTo>
                <a:lnTo>
                  <a:pt x="2181" y="17136"/>
                </a:lnTo>
                <a:lnTo>
                  <a:pt x="2181" y="16875"/>
                </a:lnTo>
                <a:lnTo>
                  <a:pt x="2181" y="16614"/>
                </a:lnTo>
                <a:lnTo>
                  <a:pt x="2277" y="16353"/>
                </a:lnTo>
                <a:lnTo>
                  <a:pt x="2277" y="16092"/>
                </a:lnTo>
                <a:lnTo>
                  <a:pt x="2277" y="15831"/>
                </a:lnTo>
                <a:lnTo>
                  <a:pt x="2277" y="15541"/>
                </a:lnTo>
                <a:lnTo>
                  <a:pt x="2277" y="15280"/>
                </a:lnTo>
                <a:lnTo>
                  <a:pt x="2341" y="15019"/>
                </a:lnTo>
                <a:lnTo>
                  <a:pt x="2341" y="14758"/>
                </a:lnTo>
                <a:lnTo>
                  <a:pt x="2341" y="14497"/>
                </a:lnTo>
                <a:lnTo>
                  <a:pt x="2341" y="14236"/>
                </a:lnTo>
                <a:lnTo>
                  <a:pt x="2406" y="13946"/>
                </a:lnTo>
                <a:lnTo>
                  <a:pt x="2406" y="13685"/>
                </a:lnTo>
                <a:lnTo>
                  <a:pt x="2406" y="13424"/>
                </a:lnTo>
                <a:lnTo>
                  <a:pt x="2406" y="13105"/>
                </a:lnTo>
                <a:lnTo>
                  <a:pt x="2406" y="12816"/>
                </a:lnTo>
                <a:lnTo>
                  <a:pt x="2470" y="12555"/>
                </a:lnTo>
                <a:lnTo>
                  <a:pt x="2470" y="12294"/>
                </a:lnTo>
                <a:lnTo>
                  <a:pt x="2470" y="12033"/>
                </a:lnTo>
                <a:lnTo>
                  <a:pt x="2470" y="11772"/>
                </a:lnTo>
                <a:lnTo>
                  <a:pt x="2566" y="11482"/>
                </a:lnTo>
                <a:lnTo>
                  <a:pt x="2566" y="11221"/>
                </a:lnTo>
                <a:lnTo>
                  <a:pt x="2566" y="10960"/>
                </a:lnTo>
                <a:lnTo>
                  <a:pt x="2566" y="10699"/>
                </a:lnTo>
                <a:lnTo>
                  <a:pt x="2566" y="10438"/>
                </a:lnTo>
                <a:lnTo>
                  <a:pt x="2630" y="10177"/>
                </a:lnTo>
                <a:lnTo>
                  <a:pt x="2630" y="9887"/>
                </a:lnTo>
                <a:lnTo>
                  <a:pt x="2630" y="9626"/>
                </a:lnTo>
                <a:lnTo>
                  <a:pt x="2630" y="9365"/>
                </a:lnTo>
                <a:lnTo>
                  <a:pt x="2694" y="9104"/>
                </a:lnTo>
                <a:lnTo>
                  <a:pt x="2694" y="8843"/>
                </a:lnTo>
                <a:lnTo>
                  <a:pt x="2694" y="8582"/>
                </a:lnTo>
                <a:lnTo>
                  <a:pt x="2694" y="8292"/>
                </a:lnTo>
                <a:lnTo>
                  <a:pt x="2694" y="8031"/>
                </a:lnTo>
                <a:lnTo>
                  <a:pt x="2758" y="7770"/>
                </a:lnTo>
                <a:lnTo>
                  <a:pt x="2758" y="7509"/>
                </a:lnTo>
                <a:lnTo>
                  <a:pt x="2758" y="7248"/>
                </a:lnTo>
                <a:lnTo>
                  <a:pt x="2758" y="6987"/>
                </a:lnTo>
                <a:lnTo>
                  <a:pt x="2758" y="6697"/>
                </a:lnTo>
                <a:lnTo>
                  <a:pt x="2855" y="6437"/>
                </a:lnTo>
                <a:lnTo>
                  <a:pt x="2855" y="6176"/>
                </a:lnTo>
                <a:lnTo>
                  <a:pt x="2855" y="5915"/>
                </a:lnTo>
                <a:lnTo>
                  <a:pt x="2855" y="5567"/>
                </a:lnTo>
                <a:lnTo>
                  <a:pt x="2919" y="5306"/>
                </a:lnTo>
                <a:lnTo>
                  <a:pt x="2919" y="5045"/>
                </a:lnTo>
                <a:lnTo>
                  <a:pt x="2919" y="4784"/>
                </a:lnTo>
                <a:lnTo>
                  <a:pt x="2919" y="4523"/>
                </a:lnTo>
                <a:lnTo>
                  <a:pt x="2919" y="4262"/>
                </a:lnTo>
                <a:lnTo>
                  <a:pt x="2983" y="3972"/>
                </a:lnTo>
                <a:lnTo>
                  <a:pt x="2983" y="3711"/>
                </a:lnTo>
                <a:lnTo>
                  <a:pt x="2983" y="3450"/>
                </a:lnTo>
                <a:lnTo>
                  <a:pt x="2983" y="3189"/>
                </a:lnTo>
                <a:lnTo>
                  <a:pt x="3079" y="2928"/>
                </a:lnTo>
                <a:lnTo>
                  <a:pt x="3079" y="2638"/>
                </a:lnTo>
                <a:lnTo>
                  <a:pt x="3079" y="2377"/>
                </a:lnTo>
                <a:lnTo>
                  <a:pt x="3079" y="2116"/>
                </a:lnTo>
                <a:lnTo>
                  <a:pt x="3079" y="1855"/>
                </a:lnTo>
                <a:lnTo>
                  <a:pt x="3143" y="1594"/>
                </a:lnTo>
                <a:lnTo>
                  <a:pt x="3143" y="1333"/>
                </a:lnTo>
                <a:lnTo>
                  <a:pt x="3143" y="1043"/>
                </a:lnTo>
                <a:lnTo>
                  <a:pt x="3143" y="782"/>
                </a:lnTo>
                <a:lnTo>
                  <a:pt x="3208" y="521"/>
                </a:lnTo>
                <a:lnTo>
                  <a:pt x="3208" y="260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5144779" y="3426413"/>
            <a:ext cx="3208" cy="50481"/>
          </a:xfrm>
          <a:custGeom>
            <a:avLst/>
            <a:gdLst/>
            <a:ahLst/>
            <a:cxnLst/>
            <a:rect l="l" t="t" r="r" b="b"/>
            <a:pathLst>
              <a:path w="3208" h="50481">
                <a:moveTo>
                  <a:pt x="0" y="50481"/>
                </a:moveTo>
                <a:lnTo>
                  <a:pt x="0" y="50220"/>
                </a:lnTo>
                <a:lnTo>
                  <a:pt x="0" y="49930"/>
                </a:lnTo>
                <a:lnTo>
                  <a:pt x="64" y="49669"/>
                </a:lnTo>
                <a:lnTo>
                  <a:pt x="64" y="49408"/>
                </a:lnTo>
                <a:lnTo>
                  <a:pt x="64" y="49205"/>
                </a:lnTo>
                <a:lnTo>
                  <a:pt x="64" y="48944"/>
                </a:lnTo>
                <a:lnTo>
                  <a:pt x="160" y="48683"/>
                </a:lnTo>
                <a:lnTo>
                  <a:pt x="160" y="48422"/>
                </a:lnTo>
                <a:lnTo>
                  <a:pt x="160" y="48132"/>
                </a:lnTo>
                <a:lnTo>
                  <a:pt x="160" y="47871"/>
                </a:lnTo>
                <a:lnTo>
                  <a:pt x="160" y="47610"/>
                </a:lnTo>
                <a:lnTo>
                  <a:pt x="224" y="47349"/>
                </a:lnTo>
                <a:lnTo>
                  <a:pt x="224" y="47088"/>
                </a:lnTo>
                <a:lnTo>
                  <a:pt x="224" y="46827"/>
                </a:lnTo>
                <a:lnTo>
                  <a:pt x="224" y="46537"/>
                </a:lnTo>
                <a:lnTo>
                  <a:pt x="288" y="46276"/>
                </a:lnTo>
                <a:lnTo>
                  <a:pt x="288" y="46073"/>
                </a:lnTo>
                <a:lnTo>
                  <a:pt x="288" y="45812"/>
                </a:lnTo>
                <a:lnTo>
                  <a:pt x="288" y="45552"/>
                </a:lnTo>
                <a:lnTo>
                  <a:pt x="288" y="45291"/>
                </a:lnTo>
                <a:lnTo>
                  <a:pt x="384" y="45030"/>
                </a:lnTo>
                <a:lnTo>
                  <a:pt x="384" y="44769"/>
                </a:lnTo>
                <a:lnTo>
                  <a:pt x="384" y="44479"/>
                </a:lnTo>
                <a:lnTo>
                  <a:pt x="384" y="44218"/>
                </a:lnTo>
                <a:lnTo>
                  <a:pt x="384" y="43957"/>
                </a:lnTo>
                <a:lnTo>
                  <a:pt x="449" y="43696"/>
                </a:lnTo>
                <a:lnTo>
                  <a:pt x="449" y="43435"/>
                </a:lnTo>
                <a:lnTo>
                  <a:pt x="449" y="43145"/>
                </a:lnTo>
                <a:lnTo>
                  <a:pt x="449" y="42884"/>
                </a:lnTo>
                <a:lnTo>
                  <a:pt x="513" y="42623"/>
                </a:lnTo>
                <a:lnTo>
                  <a:pt x="513" y="42362"/>
                </a:lnTo>
                <a:lnTo>
                  <a:pt x="513" y="42101"/>
                </a:lnTo>
                <a:lnTo>
                  <a:pt x="513" y="41840"/>
                </a:lnTo>
                <a:lnTo>
                  <a:pt x="513" y="41550"/>
                </a:lnTo>
                <a:lnTo>
                  <a:pt x="577" y="41289"/>
                </a:lnTo>
                <a:lnTo>
                  <a:pt x="577" y="41028"/>
                </a:lnTo>
                <a:lnTo>
                  <a:pt x="577" y="40767"/>
                </a:lnTo>
                <a:lnTo>
                  <a:pt x="577" y="40506"/>
                </a:lnTo>
                <a:lnTo>
                  <a:pt x="673" y="40245"/>
                </a:lnTo>
                <a:lnTo>
                  <a:pt x="673" y="39955"/>
                </a:lnTo>
                <a:lnTo>
                  <a:pt x="673" y="39694"/>
                </a:lnTo>
                <a:lnTo>
                  <a:pt x="673" y="39491"/>
                </a:lnTo>
                <a:lnTo>
                  <a:pt x="673" y="39230"/>
                </a:lnTo>
                <a:lnTo>
                  <a:pt x="737" y="38970"/>
                </a:lnTo>
                <a:lnTo>
                  <a:pt x="737" y="38709"/>
                </a:lnTo>
                <a:lnTo>
                  <a:pt x="737" y="38448"/>
                </a:lnTo>
                <a:lnTo>
                  <a:pt x="737" y="38158"/>
                </a:lnTo>
                <a:lnTo>
                  <a:pt x="802" y="37897"/>
                </a:lnTo>
                <a:lnTo>
                  <a:pt x="802" y="37636"/>
                </a:lnTo>
                <a:lnTo>
                  <a:pt x="802" y="37375"/>
                </a:lnTo>
                <a:lnTo>
                  <a:pt x="802" y="37114"/>
                </a:lnTo>
                <a:lnTo>
                  <a:pt x="802" y="36853"/>
                </a:lnTo>
                <a:lnTo>
                  <a:pt x="866" y="36563"/>
                </a:lnTo>
                <a:lnTo>
                  <a:pt x="866" y="36302"/>
                </a:lnTo>
                <a:lnTo>
                  <a:pt x="866" y="36041"/>
                </a:lnTo>
                <a:lnTo>
                  <a:pt x="866" y="35838"/>
                </a:lnTo>
                <a:lnTo>
                  <a:pt x="962" y="35577"/>
                </a:lnTo>
                <a:lnTo>
                  <a:pt x="962" y="35316"/>
                </a:lnTo>
                <a:lnTo>
                  <a:pt x="962" y="35055"/>
                </a:lnTo>
                <a:lnTo>
                  <a:pt x="962" y="34794"/>
                </a:lnTo>
                <a:lnTo>
                  <a:pt x="962" y="34504"/>
                </a:lnTo>
                <a:lnTo>
                  <a:pt x="1026" y="34243"/>
                </a:lnTo>
                <a:lnTo>
                  <a:pt x="1026" y="33982"/>
                </a:lnTo>
                <a:lnTo>
                  <a:pt x="1026" y="33721"/>
                </a:lnTo>
                <a:lnTo>
                  <a:pt x="1026" y="33460"/>
                </a:lnTo>
                <a:lnTo>
                  <a:pt x="1090" y="33170"/>
                </a:lnTo>
                <a:lnTo>
                  <a:pt x="1090" y="32996"/>
                </a:lnTo>
                <a:lnTo>
                  <a:pt x="1090" y="32706"/>
                </a:lnTo>
                <a:lnTo>
                  <a:pt x="1090" y="32446"/>
                </a:lnTo>
                <a:lnTo>
                  <a:pt x="1090" y="32185"/>
                </a:lnTo>
                <a:lnTo>
                  <a:pt x="1186" y="31924"/>
                </a:lnTo>
                <a:lnTo>
                  <a:pt x="1186" y="31663"/>
                </a:lnTo>
                <a:lnTo>
                  <a:pt x="1186" y="31402"/>
                </a:lnTo>
                <a:lnTo>
                  <a:pt x="1186" y="31112"/>
                </a:lnTo>
                <a:lnTo>
                  <a:pt x="1186" y="30851"/>
                </a:lnTo>
                <a:lnTo>
                  <a:pt x="1251" y="30648"/>
                </a:lnTo>
                <a:lnTo>
                  <a:pt x="1251" y="30387"/>
                </a:lnTo>
                <a:lnTo>
                  <a:pt x="1251" y="30126"/>
                </a:lnTo>
                <a:lnTo>
                  <a:pt x="1251" y="29865"/>
                </a:lnTo>
                <a:lnTo>
                  <a:pt x="1315" y="29604"/>
                </a:lnTo>
                <a:lnTo>
                  <a:pt x="1315" y="29314"/>
                </a:lnTo>
                <a:lnTo>
                  <a:pt x="1315" y="29053"/>
                </a:lnTo>
                <a:lnTo>
                  <a:pt x="1315" y="28792"/>
                </a:lnTo>
                <a:lnTo>
                  <a:pt x="1315" y="28589"/>
                </a:lnTo>
                <a:lnTo>
                  <a:pt x="1379" y="28328"/>
                </a:lnTo>
                <a:lnTo>
                  <a:pt x="1379" y="28067"/>
                </a:lnTo>
                <a:lnTo>
                  <a:pt x="1379" y="27806"/>
                </a:lnTo>
                <a:lnTo>
                  <a:pt x="1379" y="27545"/>
                </a:lnTo>
                <a:lnTo>
                  <a:pt x="1475" y="27255"/>
                </a:lnTo>
                <a:lnTo>
                  <a:pt x="1475" y="26994"/>
                </a:lnTo>
                <a:lnTo>
                  <a:pt x="1475" y="26791"/>
                </a:lnTo>
                <a:lnTo>
                  <a:pt x="1475" y="26530"/>
                </a:lnTo>
                <a:lnTo>
                  <a:pt x="1475" y="26269"/>
                </a:lnTo>
                <a:lnTo>
                  <a:pt x="1539" y="26009"/>
                </a:lnTo>
                <a:lnTo>
                  <a:pt x="1539" y="25748"/>
                </a:lnTo>
                <a:lnTo>
                  <a:pt x="1539" y="25458"/>
                </a:lnTo>
                <a:lnTo>
                  <a:pt x="1539" y="25284"/>
                </a:lnTo>
                <a:lnTo>
                  <a:pt x="1604" y="24994"/>
                </a:lnTo>
                <a:lnTo>
                  <a:pt x="1604" y="24733"/>
                </a:lnTo>
                <a:lnTo>
                  <a:pt x="1604" y="24472"/>
                </a:lnTo>
                <a:lnTo>
                  <a:pt x="1604" y="24211"/>
                </a:lnTo>
                <a:lnTo>
                  <a:pt x="1604" y="23950"/>
                </a:lnTo>
                <a:lnTo>
                  <a:pt x="1668" y="23747"/>
                </a:lnTo>
                <a:lnTo>
                  <a:pt x="1668" y="23486"/>
                </a:lnTo>
                <a:lnTo>
                  <a:pt x="1668" y="23196"/>
                </a:lnTo>
                <a:lnTo>
                  <a:pt x="1668" y="22935"/>
                </a:lnTo>
                <a:lnTo>
                  <a:pt x="1764" y="22674"/>
                </a:lnTo>
                <a:lnTo>
                  <a:pt x="1764" y="22413"/>
                </a:lnTo>
                <a:lnTo>
                  <a:pt x="1764" y="22210"/>
                </a:lnTo>
                <a:lnTo>
                  <a:pt x="1764" y="21949"/>
                </a:lnTo>
                <a:lnTo>
                  <a:pt x="1764" y="21688"/>
                </a:lnTo>
                <a:lnTo>
                  <a:pt x="1828" y="21427"/>
                </a:lnTo>
                <a:lnTo>
                  <a:pt x="1828" y="21137"/>
                </a:lnTo>
                <a:lnTo>
                  <a:pt x="1828" y="20963"/>
                </a:lnTo>
                <a:lnTo>
                  <a:pt x="1828" y="20673"/>
                </a:lnTo>
                <a:lnTo>
                  <a:pt x="1892" y="20412"/>
                </a:lnTo>
                <a:lnTo>
                  <a:pt x="1892" y="20151"/>
                </a:lnTo>
                <a:lnTo>
                  <a:pt x="1892" y="19890"/>
                </a:lnTo>
                <a:lnTo>
                  <a:pt x="1892" y="19687"/>
                </a:lnTo>
                <a:lnTo>
                  <a:pt x="1892" y="19427"/>
                </a:lnTo>
                <a:lnTo>
                  <a:pt x="1988" y="19166"/>
                </a:lnTo>
                <a:lnTo>
                  <a:pt x="1988" y="18876"/>
                </a:lnTo>
                <a:lnTo>
                  <a:pt x="1988" y="18615"/>
                </a:lnTo>
                <a:lnTo>
                  <a:pt x="1988" y="18412"/>
                </a:lnTo>
                <a:lnTo>
                  <a:pt x="1988" y="18151"/>
                </a:lnTo>
                <a:lnTo>
                  <a:pt x="2053" y="17890"/>
                </a:lnTo>
                <a:lnTo>
                  <a:pt x="2053" y="17629"/>
                </a:lnTo>
                <a:lnTo>
                  <a:pt x="2053" y="17426"/>
                </a:lnTo>
                <a:lnTo>
                  <a:pt x="2053" y="17165"/>
                </a:lnTo>
                <a:lnTo>
                  <a:pt x="2117" y="16904"/>
                </a:lnTo>
                <a:lnTo>
                  <a:pt x="2117" y="16614"/>
                </a:lnTo>
                <a:lnTo>
                  <a:pt x="2117" y="16353"/>
                </a:lnTo>
                <a:lnTo>
                  <a:pt x="2117" y="16150"/>
                </a:lnTo>
                <a:lnTo>
                  <a:pt x="2117" y="15889"/>
                </a:lnTo>
                <a:lnTo>
                  <a:pt x="2181" y="15628"/>
                </a:lnTo>
                <a:lnTo>
                  <a:pt x="2181" y="15367"/>
                </a:lnTo>
                <a:lnTo>
                  <a:pt x="2181" y="15164"/>
                </a:lnTo>
                <a:lnTo>
                  <a:pt x="2181" y="14903"/>
                </a:lnTo>
                <a:lnTo>
                  <a:pt x="2277" y="14642"/>
                </a:lnTo>
                <a:lnTo>
                  <a:pt x="2277" y="14352"/>
                </a:lnTo>
                <a:lnTo>
                  <a:pt x="2277" y="14178"/>
                </a:lnTo>
                <a:lnTo>
                  <a:pt x="2277" y="13888"/>
                </a:lnTo>
                <a:lnTo>
                  <a:pt x="2277" y="13627"/>
                </a:lnTo>
                <a:lnTo>
                  <a:pt x="2341" y="13366"/>
                </a:lnTo>
                <a:lnTo>
                  <a:pt x="2341" y="13163"/>
                </a:lnTo>
                <a:lnTo>
                  <a:pt x="2341" y="12903"/>
                </a:lnTo>
                <a:lnTo>
                  <a:pt x="2341" y="12642"/>
                </a:lnTo>
                <a:lnTo>
                  <a:pt x="2406" y="12439"/>
                </a:lnTo>
                <a:lnTo>
                  <a:pt x="2406" y="12178"/>
                </a:lnTo>
                <a:lnTo>
                  <a:pt x="2406" y="11917"/>
                </a:lnTo>
                <a:lnTo>
                  <a:pt x="2406" y="11627"/>
                </a:lnTo>
                <a:lnTo>
                  <a:pt x="2406" y="11453"/>
                </a:lnTo>
                <a:lnTo>
                  <a:pt x="2502" y="11163"/>
                </a:lnTo>
                <a:lnTo>
                  <a:pt x="2502" y="10902"/>
                </a:lnTo>
                <a:lnTo>
                  <a:pt x="2502" y="10699"/>
                </a:lnTo>
                <a:lnTo>
                  <a:pt x="2502" y="10438"/>
                </a:lnTo>
                <a:lnTo>
                  <a:pt x="2566" y="10177"/>
                </a:lnTo>
                <a:lnTo>
                  <a:pt x="2566" y="9916"/>
                </a:lnTo>
                <a:lnTo>
                  <a:pt x="2566" y="9713"/>
                </a:lnTo>
                <a:lnTo>
                  <a:pt x="2566" y="9452"/>
                </a:lnTo>
                <a:lnTo>
                  <a:pt x="2566" y="9191"/>
                </a:lnTo>
                <a:lnTo>
                  <a:pt x="2630" y="8988"/>
                </a:lnTo>
                <a:lnTo>
                  <a:pt x="2630" y="8727"/>
                </a:lnTo>
                <a:lnTo>
                  <a:pt x="2630" y="8437"/>
                </a:lnTo>
                <a:lnTo>
                  <a:pt x="2630" y="8234"/>
                </a:lnTo>
                <a:lnTo>
                  <a:pt x="2694" y="7973"/>
                </a:lnTo>
                <a:lnTo>
                  <a:pt x="2694" y="7712"/>
                </a:lnTo>
                <a:lnTo>
                  <a:pt x="2694" y="7509"/>
                </a:lnTo>
                <a:lnTo>
                  <a:pt x="2694" y="7248"/>
                </a:lnTo>
                <a:lnTo>
                  <a:pt x="2694" y="6987"/>
                </a:lnTo>
                <a:lnTo>
                  <a:pt x="2790" y="6784"/>
                </a:lnTo>
                <a:lnTo>
                  <a:pt x="2790" y="6523"/>
                </a:lnTo>
                <a:lnTo>
                  <a:pt x="2790" y="6263"/>
                </a:lnTo>
                <a:lnTo>
                  <a:pt x="2790" y="6060"/>
                </a:lnTo>
                <a:lnTo>
                  <a:pt x="2790" y="5799"/>
                </a:lnTo>
                <a:lnTo>
                  <a:pt x="2855" y="5509"/>
                </a:lnTo>
                <a:lnTo>
                  <a:pt x="2855" y="5335"/>
                </a:lnTo>
                <a:lnTo>
                  <a:pt x="2855" y="5045"/>
                </a:lnTo>
                <a:lnTo>
                  <a:pt x="2855" y="4784"/>
                </a:lnTo>
                <a:lnTo>
                  <a:pt x="2919" y="4581"/>
                </a:lnTo>
                <a:lnTo>
                  <a:pt x="2919" y="4320"/>
                </a:lnTo>
                <a:lnTo>
                  <a:pt x="2919" y="4059"/>
                </a:lnTo>
                <a:lnTo>
                  <a:pt x="2919" y="3856"/>
                </a:lnTo>
                <a:lnTo>
                  <a:pt x="2919" y="3595"/>
                </a:lnTo>
                <a:lnTo>
                  <a:pt x="2983" y="3334"/>
                </a:lnTo>
                <a:lnTo>
                  <a:pt x="2983" y="3131"/>
                </a:lnTo>
                <a:lnTo>
                  <a:pt x="2983" y="2870"/>
                </a:lnTo>
                <a:lnTo>
                  <a:pt x="2983" y="2667"/>
                </a:lnTo>
                <a:lnTo>
                  <a:pt x="3079" y="2406"/>
                </a:lnTo>
                <a:lnTo>
                  <a:pt x="3079" y="2116"/>
                </a:lnTo>
                <a:lnTo>
                  <a:pt x="3079" y="1942"/>
                </a:lnTo>
                <a:lnTo>
                  <a:pt x="3079" y="1652"/>
                </a:lnTo>
                <a:lnTo>
                  <a:pt x="3079" y="1391"/>
                </a:lnTo>
                <a:lnTo>
                  <a:pt x="3143" y="1188"/>
                </a:lnTo>
                <a:lnTo>
                  <a:pt x="3143" y="927"/>
                </a:lnTo>
                <a:lnTo>
                  <a:pt x="3143" y="724"/>
                </a:lnTo>
                <a:lnTo>
                  <a:pt x="3143" y="463"/>
                </a:lnTo>
                <a:lnTo>
                  <a:pt x="3208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5147987" y="3383181"/>
            <a:ext cx="3208" cy="43232"/>
          </a:xfrm>
          <a:custGeom>
            <a:avLst/>
            <a:gdLst/>
            <a:ahLst/>
            <a:cxnLst/>
            <a:rect l="l" t="t" r="r" b="b"/>
            <a:pathLst>
              <a:path w="3208" h="43232">
                <a:moveTo>
                  <a:pt x="0" y="43232"/>
                </a:moveTo>
                <a:lnTo>
                  <a:pt x="0" y="42971"/>
                </a:lnTo>
                <a:lnTo>
                  <a:pt x="0" y="42768"/>
                </a:lnTo>
                <a:lnTo>
                  <a:pt x="0" y="42507"/>
                </a:lnTo>
                <a:lnTo>
                  <a:pt x="96" y="42304"/>
                </a:lnTo>
                <a:lnTo>
                  <a:pt x="96" y="42043"/>
                </a:lnTo>
                <a:lnTo>
                  <a:pt x="96" y="41782"/>
                </a:lnTo>
                <a:lnTo>
                  <a:pt x="96" y="41579"/>
                </a:lnTo>
                <a:lnTo>
                  <a:pt x="160" y="41318"/>
                </a:lnTo>
                <a:lnTo>
                  <a:pt x="160" y="41115"/>
                </a:lnTo>
                <a:lnTo>
                  <a:pt x="160" y="40854"/>
                </a:lnTo>
                <a:lnTo>
                  <a:pt x="160" y="40651"/>
                </a:lnTo>
                <a:lnTo>
                  <a:pt x="160" y="40361"/>
                </a:lnTo>
                <a:lnTo>
                  <a:pt x="224" y="40100"/>
                </a:lnTo>
                <a:lnTo>
                  <a:pt x="224" y="39897"/>
                </a:lnTo>
                <a:lnTo>
                  <a:pt x="224" y="39636"/>
                </a:lnTo>
                <a:lnTo>
                  <a:pt x="224" y="39433"/>
                </a:lnTo>
                <a:lnTo>
                  <a:pt x="288" y="39172"/>
                </a:lnTo>
                <a:lnTo>
                  <a:pt x="288" y="38970"/>
                </a:lnTo>
                <a:lnTo>
                  <a:pt x="288" y="38709"/>
                </a:lnTo>
                <a:lnTo>
                  <a:pt x="288" y="38506"/>
                </a:lnTo>
                <a:lnTo>
                  <a:pt x="288" y="38245"/>
                </a:lnTo>
                <a:lnTo>
                  <a:pt x="384" y="38042"/>
                </a:lnTo>
                <a:lnTo>
                  <a:pt x="384" y="37781"/>
                </a:lnTo>
                <a:lnTo>
                  <a:pt x="384" y="37578"/>
                </a:lnTo>
                <a:lnTo>
                  <a:pt x="384" y="37317"/>
                </a:lnTo>
                <a:lnTo>
                  <a:pt x="384" y="37056"/>
                </a:lnTo>
                <a:lnTo>
                  <a:pt x="449" y="36853"/>
                </a:lnTo>
                <a:lnTo>
                  <a:pt x="449" y="36592"/>
                </a:lnTo>
                <a:lnTo>
                  <a:pt x="449" y="36389"/>
                </a:lnTo>
                <a:lnTo>
                  <a:pt x="449" y="36128"/>
                </a:lnTo>
                <a:lnTo>
                  <a:pt x="513" y="35925"/>
                </a:lnTo>
                <a:lnTo>
                  <a:pt x="513" y="35664"/>
                </a:lnTo>
                <a:lnTo>
                  <a:pt x="513" y="35461"/>
                </a:lnTo>
                <a:lnTo>
                  <a:pt x="513" y="35200"/>
                </a:lnTo>
                <a:lnTo>
                  <a:pt x="513" y="34997"/>
                </a:lnTo>
                <a:lnTo>
                  <a:pt x="609" y="34736"/>
                </a:lnTo>
                <a:lnTo>
                  <a:pt x="609" y="34533"/>
                </a:lnTo>
                <a:lnTo>
                  <a:pt x="609" y="34330"/>
                </a:lnTo>
                <a:lnTo>
                  <a:pt x="609" y="34069"/>
                </a:lnTo>
                <a:lnTo>
                  <a:pt x="673" y="33866"/>
                </a:lnTo>
                <a:lnTo>
                  <a:pt x="673" y="33605"/>
                </a:lnTo>
                <a:lnTo>
                  <a:pt x="673" y="33402"/>
                </a:lnTo>
                <a:lnTo>
                  <a:pt x="673" y="33141"/>
                </a:lnTo>
                <a:lnTo>
                  <a:pt x="673" y="32938"/>
                </a:lnTo>
                <a:lnTo>
                  <a:pt x="737" y="32648"/>
                </a:lnTo>
                <a:lnTo>
                  <a:pt x="737" y="32475"/>
                </a:lnTo>
                <a:lnTo>
                  <a:pt x="737" y="32185"/>
                </a:lnTo>
                <a:lnTo>
                  <a:pt x="737" y="32011"/>
                </a:lnTo>
                <a:lnTo>
                  <a:pt x="802" y="31721"/>
                </a:lnTo>
                <a:lnTo>
                  <a:pt x="802" y="31518"/>
                </a:lnTo>
                <a:lnTo>
                  <a:pt x="802" y="31344"/>
                </a:lnTo>
                <a:lnTo>
                  <a:pt x="802" y="31054"/>
                </a:lnTo>
                <a:lnTo>
                  <a:pt x="802" y="30880"/>
                </a:lnTo>
                <a:lnTo>
                  <a:pt x="898" y="30590"/>
                </a:lnTo>
                <a:lnTo>
                  <a:pt x="898" y="30387"/>
                </a:lnTo>
                <a:lnTo>
                  <a:pt x="898" y="30126"/>
                </a:lnTo>
                <a:lnTo>
                  <a:pt x="898" y="29923"/>
                </a:lnTo>
                <a:lnTo>
                  <a:pt x="962" y="29749"/>
                </a:lnTo>
                <a:lnTo>
                  <a:pt x="962" y="29459"/>
                </a:lnTo>
                <a:lnTo>
                  <a:pt x="962" y="29285"/>
                </a:lnTo>
                <a:lnTo>
                  <a:pt x="962" y="28995"/>
                </a:lnTo>
                <a:lnTo>
                  <a:pt x="962" y="28792"/>
                </a:lnTo>
                <a:lnTo>
                  <a:pt x="1026" y="28618"/>
                </a:lnTo>
                <a:lnTo>
                  <a:pt x="1026" y="28328"/>
                </a:lnTo>
                <a:lnTo>
                  <a:pt x="1026" y="28154"/>
                </a:lnTo>
                <a:lnTo>
                  <a:pt x="1026" y="27864"/>
                </a:lnTo>
                <a:lnTo>
                  <a:pt x="1090" y="27661"/>
                </a:lnTo>
                <a:lnTo>
                  <a:pt x="1090" y="27487"/>
                </a:lnTo>
                <a:lnTo>
                  <a:pt x="1090" y="27197"/>
                </a:lnTo>
                <a:lnTo>
                  <a:pt x="1090" y="27023"/>
                </a:lnTo>
                <a:lnTo>
                  <a:pt x="1090" y="26733"/>
                </a:lnTo>
                <a:lnTo>
                  <a:pt x="1186" y="26530"/>
                </a:lnTo>
                <a:lnTo>
                  <a:pt x="1186" y="26356"/>
                </a:lnTo>
                <a:lnTo>
                  <a:pt x="1186" y="26067"/>
                </a:lnTo>
                <a:lnTo>
                  <a:pt x="1186" y="25893"/>
                </a:lnTo>
                <a:lnTo>
                  <a:pt x="1186" y="25690"/>
                </a:lnTo>
                <a:lnTo>
                  <a:pt x="1251" y="25400"/>
                </a:lnTo>
                <a:lnTo>
                  <a:pt x="1251" y="25226"/>
                </a:lnTo>
                <a:lnTo>
                  <a:pt x="1251" y="25023"/>
                </a:lnTo>
                <a:lnTo>
                  <a:pt x="1251" y="24762"/>
                </a:lnTo>
                <a:lnTo>
                  <a:pt x="1315" y="24559"/>
                </a:lnTo>
                <a:lnTo>
                  <a:pt x="1315" y="24356"/>
                </a:lnTo>
                <a:lnTo>
                  <a:pt x="1315" y="24095"/>
                </a:lnTo>
                <a:lnTo>
                  <a:pt x="1315" y="23892"/>
                </a:lnTo>
                <a:lnTo>
                  <a:pt x="1315" y="23689"/>
                </a:lnTo>
                <a:lnTo>
                  <a:pt x="1411" y="23428"/>
                </a:lnTo>
                <a:lnTo>
                  <a:pt x="1411" y="23225"/>
                </a:lnTo>
                <a:lnTo>
                  <a:pt x="1411" y="23022"/>
                </a:lnTo>
                <a:lnTo>
                  <a:pt x="1411" y="22761"/>
                </a:lnTo>
                <a:lnTo>
                  <a:pt x="1475" y="22558"/>
                </a:lnTo>
                <a:lnTo>
                  <a:pt x="1475" y="22355"/>
                </a:lnTo>
                <a:lnTo>
                  <a:pt x="1475" y="22094"/>
                </a:lnTo>
                <a:lnTo>
                  <a:pt x="1475" y="21891"/>
                </a:lnTo>
                <a:lnTo>
                  <a:pt x="1475" y="21688"/>
                </a:lnTo>
                <a:lnTo>
                  <a:pt x="1539" y="21427"/>
                </a:lnTo>
                <a:lnTo>
                  <a:pt x="1539" y="21224"/>
                </a:lnTo>
                <a:lnTo>
                  <a:pt x="1539" y="21021"/>
                </a:lnTo>
                <a:lnTo>
                  <a:pt x="1539" y="20818"/>
                </a:lnTo>
                <a:lnTo>
                  <a:pt x="1604" y="20557"/>
                </a:lnTo>
                <a:lnTo>
                  <a:pt x="1604" y="20354"/>
                </a:lnTo>
                <a:lnTo>
                  <a:pt x="1604" y="20151"/>
                </a:lnTo>
                <a:lnTo>
                  <a:pt x="1604" y="19948"/>
                </a:lnTo>
                <a:lnTo>
                  <a:pt x="1604" y="19687"/>
                </a:lnTo>
                <a:lnTo>
                  <a:pt x="1700" y="19485"/>
                </a:lnTo>
                <a:lnTo>
                  <a:pt x="1700" y="19311"/>
                </a:lnTo>
                <a:lnTo>
                  <a:pt x="1700" y="19108"/>
                </a:lnTo>
                <a:lnTo>
                  <a:pt x="1700" y="18818"/>
                </a:lnTo>
                <a:lnTo>
                  <a:pt x="1764" y="18644"/>
                </a:lnTo>
                <a:lnTo>
                  <a:pt x="1764" y="18441"/>
                </a:lnTo>
                <a:lnTo>
                  <a:pt x="1764" y="18238"/>
                </a:lnTo>
                <a:lnTo>
                  <a:pt x="1764" y="17977"/>
                </a:lnTo>
                <a:lnTo>
                  <a:pt x="1764" y="17774"/>
                </a:lnTo>
                <a:lnTo>
                  <a:pt x="1828" y="17571"/>
                </a:lnTo>
                <a:lnTo>
                  <a:pt x="1828" y="17368"/>
                </a:lnTo>
                <a:lnTo>
                  <a:pt x="1828" y="17107"/>
                </a:lnTo>
                <a:lnTo>
                  <a:pt x="1828" y="16904"/>
                </a:lnTo>
                <a:lnTo>
                  <a:pt x="1892" y="16701"/>
                </a:lnTo>
                <a:lnTo>
                  <a:pt x="1892" y="16498"/>
                </a:lnTo>
                <a:lnTo>
                  <a:pt x="1892" y="16295"/>
                </a:lnTo>
                <a:lnTo>
                  <a:pt x="1892" y="16034"/>
                </a:lnTo>
                <a:lnTo>
                  <a:pt x="1892" y="15831"/>
                </a:lnTo>
                <a:lnTo>
                  <a:pt x="1988" y="15628"/>
                </a:lnTo>
                <a:lnTo>
                  <a:pt x="1988" y="15425"/>
                </a:lnTo>
                <a:lnTo>
                  <a:pt x="1988" y="15251"/>
                </a:lnTo>
                <a:lnTo>
                  <a:pt x="1988" y="14961"/>
                </a:lnTo>
                <a:lnTo>
                  <a:pt x="1988" y="14787"/>
                </a:lnTo>
                <a:lnTo>
                  <a:pt x="2053" y="14584"/>
                </a:lnTo>
                <a:lnTo>
                  <a:pt x="2053" y="14381"/>
                </a:lnTo>
                <a:lnTo>
                  <a:pt x="2053" y="14178"/>
                </a:lnTo>
                <a:lnTo>
                  <a:pt x="2053" y="13975"/>
                </a:lnTo>
                <a:lnTo>
                  <a:pt x="2117" y="13714"/>
                </a:lnTo>
                <a:lnTo>
                  <a:pt x="2117" y="13511"/>
                </a:lnTo>
                <a:lnTo>
                  <a:pt x="2117" y="13308"/>
                </a:lnTo>
                <a:lnTo>
                  <a:pt x="2117" y="13105"/>
                </a:lnTo>
                <a:lnTo>
                  <a:pt x="2117" y="12903"/>
                </a:lnTo>
                <a:lnTo>
                  <a:pt x="2213" y="12700"/>
                </a:lnTo>
                <a:lnTo>
                  <a:pt x="2213" y="12439"/>
                </a:lnTo>
                <a:lnTo>
                  <a:pt x="2213" y="12236"/>
                </a:lnTo>
                <a:lnTo>
                  <a:pt x="2213" y="12062"/>
                </a:lnTo>
                <a:lnTo>
                  <a:pt x="2277" y="11859"/>
                </a:lnTo>
                <a:lnTo>
                  <a:pt x="2277" y="11656"/>
                </a:lnTo>
                <a:lnTo>
                  <a:pt x="2277" y="11453"/>
                </a:lnTo>
                <a:lnTo>
                  <a:pt x="2277" y="11250"/>
                </a:lnTo>
                <a:lnTo>
                  <a:pt x="2277" y="11047"/>
                </a:lnTo>
                <a:lnTo>
                  <a:pt x="2341" y="10786"/>
                </a:lnTo>
                <a:lnTo>
                  <a:pt x="2341" y="10583"/>
                </a:lnTo>
                <a:lnTo>
                  <a:pt x="2341" y="10380"/>
                </a:lnTo>
                <a:lnTo>
                  <a:pt x="2341" y="10177"/>
                </a:lnTo>
                <a:lnTo>
                  <a:pt x="2406" y="9974"/>
                </a:lnTo>
                <a:lnTo>
                  <a:pt x="2406" y="9800"/>
                </a:lnTo>
                <a:lnTo>
                  <a:pt x="2406" y="9597"/>
                </a:lnTo>
                <a:lnTo>
                  <a:pt x="2406" y="9394"/>
                </a:lnTo>
                <a:lnTo>
                  <a:pt x="2406" y="9191"/>
                </a:lnTo>
                <a:lnTo>
                  <a:pt x="2502" y="8988"/>
                </a:lnTo>
                <a:lnTo>
                  <a:pt x="2502" y="8785"/>
                </a:lnTo>
                <a:lnTo>
                  <a:pt x="2502" y="8524"/>
                </a:lnTo>
                <a:lnTo>
                  <a:pt x="2502" y="8321"/>
                </a:lnTo>
                <a:lnTo>
                  <a:pt x="2566" y="8118"/>
                </a:lnTo>
                <a:lnTo>
                  <a:pt x="2566" y="7915"/>
                </a:lnTo>
                <a:lnTo>
                  <a:pt x="2566" y="7712"/>
                </a:lnTo>
                <a:lnTo>
                  <a:pt x="2566" y="7538"/>
                </a:lnTo>
                <a:lnTo>
                  <a:pt x="2566" y="7335"/>
                </a:lnTo>
                <a:lnTo>
                  <a:pt x="2630" y="7132"/>
                </a:lnTo>
                <a:lnTo>
                  <a:pt x="2630" y="6929"/>
                </a:lnTo>
                <a:lnTo>
                  <a:pt x="2630" y="6726"/>
                </a:lnTo>
                <a:lnTo>
                  <a:pt x="2630" y="6523"/>
                </a:lnTo>
                <a:lnTo>
                  <a:pt x="2726" y="6321"/>
                </a:lnTo>
                <a:lnTo>
                  <a:pt x="2726" y="6118"/>
                </a:lnTo>
                <a:lnTo>
                  <a:pt x="2726" y="5944"/>
                </a:lnTo>
                <a:lnTo>
                  <a:pt x="2726" y="5741"/>
                </a:lnTo>
                <a:lnTo>
                  <a:pt x="2726" y="5538"/>
                </a:lnTo>
                <a:lnTo>
                  <a:pt x="2790" y="5335"/>
                </a:lnTo>
                <a:lnTo>
                  <a:pt x="2790" y="5132"/>
                </a:lnTo>
                <a:lnTo>
                  <a:pt x="2790" y="4929"/>
                </a:lnTo>
                <a:lnTo>
                  <a:pt x="2790" y="4726"/>
                </a:lnTo>
                <a:lnTo>
                  <a:pt x="2790" y="4523"/>
                </a:lnTo>
                <a:lnTo>
                  <a:pt x="2855" y="4349"/>
                </a:lnTo>
                <a:lnTo>
                  <a:pt x="2855" y="4146"/>
                </a:lnTo>
                <a:lnTo>
                  <a:pt x="2855" y="3943"/>
                </a:lnTo>
                <a:lnTo>
                  <a:pt x="2855" y="3740"/>
                </a:lnTo>
                <a:lnTo>
                  <a:pt x="2919" y="3537"/>
                </a:lnTo>
                <a:lnTo>
                  <a:pt x="2919" y="3334"/>
                </a:lnTo>
                <a:lnTo>
                  <a:pt x="2919" y="3131"/>
                </a:lnTo>
                <a:lnTo>
                  <a:pt x="2919" y="2928"/>
                </a:lnTo>
                <a:lnTo>
                  <a:pt x="2919" y="2725"/>
                </a:lnTo>
                <a:lnTo>
                  <a:pt x="3015" y="2551"/>
                </a:lnTo>
                <a:lnTo>
                  <a:pt x="3015" y="2348"/>
                </a:lnTo>
                <a:lnTo>
                  <a:pt x="3015" y="2145"/>
                </a:lnTo>
                <a:lnTo>
                  <a:pt x="3015" y="1942"/>
                </a:lnTo>
                <a:lnTo>
                  <a:pt x="3079" y="1739"/>
                </a:lnTo>
                <a:lnTo>
                  <a:pt x="3079" y="1594"/>
                </a:lnTo>
                <a:lnTo>
                  <a:pt x="3079" y="1420"/>
                </a:lnTo>
                <a:lnTo>
                  <a:pt x="3079" y="1217"/>
                </a:lnTo>
                <a:lnTo>
                  <a:pt x="3079" y="1014"/>
                </a:lnTo>
                <a:lnTo>
                  <a:pt x="3143" y="811"/>
                </a:lnTo>
                <a:lnTo>
                  <a:pt x="3143" y="608"/>
                </a:lnTo>
                <a:lnTo>
                  <a:pt x="3143" y="405"/>
                </a:lnTo>
                <a:lnTo>
                  <a:pt x="3143" y="202"/>
                </a:lnTo>
                <a:lnTo>
                  <a:pt x="3208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151195" y="3365029"/>
            <a:ext cx="1636" cy="18151"/>
          </a:xfrm>
          <a:custGeom>
            <a:avLst/>
            <a:gdLst/>
            <a:ahLst/>
            <a:cxnLst/>
            <a:rect l="l" t="t" r="r" b="b"/>
            <a:pathLst>
              <a:path w="1636" h="18151">
                <a:moveTo>
                  <a:pt x="0" y="18151"/>
                </a:moveTo>
                <a:lnTo>
                  <a:pt x="0" y="17977"/>
                </a:lnTo>
                <a:lnTo>
                  <a:pt x="0" y="17774"/>
                </a:lnTo>
                <a:lnTo>
                  <a:pt x="0" y="17629"/>
                </a:lnTo>
                <a:lnTo>
                  <a:pt x="0" y="17426"/>
                </a:lnTo>
                <a:lnTo>
                  <a:pt x="96" y="17223"/>
                </a:lnTo>
                <a:lnTo>
                  <a:pt x="96" y="17020"/>
                </a:lnTo>
                <a:lnTo>
                  <a:pt x="96" y="16846"/>
                </a:lnTo>
                <a:lnTo>
                  <a:pt x="96" y="16643"/>
                </a:lnTo>
                <a:lnTo>
                  <a:pt x="160" y="16440"/>
                </a:lnTo>
                <a:lnTo>
                  <a:pt x="160" y="16295"/>
                </a:lnTo>
                <a:lnTo>
                  <a:pt x="160" y="16092"/>
                </a:lnTo>
                <a:lnTo>
                  <a:pt x="160" y="15889"/>
                </a:lnTo>
                <a:lnTo>
                  <a:pt x="160" y="15715"/>
                </a:lnTo>
                <a:lnTo>
                  <a:pt x="224" y="15512"/>
                </a:lnTo>
                <a:lnTo>
                  <a:pt x="224" y="15309"/>
                </a:lnTo>
                <a:lnTo>
                  <a:pt x="224" y="15106"/>
                </a:lnTo>
                <a:lnTo>
                  <a:pt x="224" y="14961"/>
                </a:lnTo>
                <a:lnTo>
                  <a:pt x="320" y="14758"/>
                </a:lnTo>
                <a:lnTo>
                  <a:pt x="320" y="14584"/>
                </a:lnTo>
                <a:lnTo>
                  <a:pt x="320" y="14381"/>
                </a:lnTo>
                <a:lnTo>
                  <a:pt x="320" y="14178"/>
                </a:lnTo>
                <a:lnTo>
                  <a:pt x="320" y="14033"/>
                </a:lnTo>
                <a:lnTo>
                  <a:pt x="384" y="13830"/>
                </a:lnTo>
                <a:lnTo>
                  <a:pt x="384" y="13627"/>
                </a:lnTo>
                <a:lnTo>
                  <a:pt x="384" y="13453"/>
                </a:lnTo>
                <a:lnTo>
                  <a:pt x="384" y="13250"/>
                </a:lnTo>
                <a:lnTo>
                  <a:pt x="384" y="13105"/>
                </a:lnTo>
                <a:lnTo>
                  <a:pt x="449" y="12903"/>
                </a:lnTo>
                <a:lnTo>
                  <a:pt x="449" y="12700"/>
                </a:lnTo>
                <a:lnTo>
                  <a:pt x="449" y="12526"/>
                </a:lnTo>
                <a:lnTo>
                  <a:pt x="449" y="12381"/>
                </a:lnTo>
                <a:lnTo>
                  <a:pt x="513" y="12178"/>
                </a:lnTo>
                <a:lnTo>
                  <a:pt x="513" y="11975"/>
                </a:lnTo>
                <a:lnTo>
                  <a:pt x="513" y="11772"/>
                </a:lnTo>
                <a:lnTo>
                  <a:pt x="513" y="11569"/>
                </a:lnTo>
                <a:lnTo>
                  <a:pt x="609" y="11250"/>
                </a:lnTo>
                <a:lnTo>
                  <a:pt x="609" y="11047"/>
                </a:lnTo>
                <a:lnTo>
                  <a:pt x="609" y="10902"/>
                </a:lnTo>
                <a:lnTo>
                  <a:pt x="609" y="10728"/>
                </a:lnTo>
                <a:lnTo>
                  <a:pt x="673" y="10525"/>
                </a:lnTo>
                <a:lnTo>
                  <a:pt x="673" y="10322"/>
                </a:lnTo>
                <a:lnTo>
                  <a:pt x="673" y="10177"/>
                </a:lnTo>
                <a:lnTo>
                  <a:pt x="673" y="9974"/>
                </a:lnTo>
                <a:lnTo>
                  <a:pt x="673" y="9771"/>
                </a:lnTo>
                <a:lnTo>
                  <a:pt x="737" y="9452"/>
                </a:lnTo>
                <a:lnTo>
                  <a:pt x="737" y="9249"/>
                </a:lnTo>
                <a:lnTo>
                  <a:pt x="737" y="9046"/>
                </a:lnTo>
                <a:lnTo>
                  <a:pt x="834" y="8727"/>
                </a:lnTo>
                <a:lnTo>
                  <a:pt x="834" y="8524"/>
                </a:lnTo>
                <a:lnTo>
                  <a:pt x="834" y="8379"/>
                </a:lnTo>
                <a:lnTo>
                  <a:pt x="834" y="8176"/>
                </a:lnTo>
                <a:lnTo>
                  <a:pt x="898" y="8002"/>
                </a:lnTo>
                <a:lnTo>
                  <a:pt x="898" y="7857"/>
                </a:lnTo>
                <a:lnTo>
                  <a:pt x="898" y="7654"/>
                </a:lnTo>
                <a:lnTo>
                  <a:pt x="898" y="7451"/>
                </a:lnTo>
                <a:lnTo>
                  <a:pt x="962" y="7132"/>
                </a:lnTo>
                <a:lnTo>
                  <a:pt x="962" y="6929"/>
                </a:lnTo>
                <a:lnTo>
                  <a:pt x="962" y="6784"/>
                </a:lnTo>
                <a:lnTo>
                  <a:pt x="962" y="6581"/>
                </a:lnTo>
                <a:lnTo>
                  <a:pt x="1026" y="6263"/>
                </a:lnTo>
                <a:lnTo>
                  <a:pt x="1026" y="6060"/>
                </a:lnTo>
                <a:lnTo>
                  <a:pt x="1026" y="5915"/>
                </a:lnTo>
                <a:lnTo>
                  <a:pt x="1122" y="5741"/>
                </a:lnTo>
                <a:lnTo>
                  <a:pt x="1122" y="5596"/>
                </a:lnTo>
                <a:lnTo>
                  <a:pt x="1122" y="5393"/>
                </a:lnTo>
                <a:lnTo>
                  <a:pt x="1122" y="5190"/>
                </a:lnTo>
                <a:lnTo>
                  <a:pt x="1186" y="4871"/>
                </a:lnTo>
                <a:lnTo>
                  <a:pt x="1186" y="4726"/>
                </a:lnTo>
                <a:lnTo>
                  <a:pt x="1186" y="4523"/>
                </a:lnTo>
                <a:lnTo>
                  <a:pt x="1186" y="4320"/>
                </a:lnTo>
                <a:lnTo>
                  <a:pt x="1251" y="4001"/>
                </a:lnTo>
                <a:lnTo>
                  <a:pt x="1251" y="3856"/>
                </a:lnTo>
                <a:lnTo>
                  <a:pt x="1251" y="3653"/>
                </a:lnTo>
                <a:lnTo>
                  <a:pt x="1315" y="3334"/>
                </a:lnTo>
                <a:lnTo>
                  <a:pt x="1315" y="3189"/>
                </a:lnTo>
                <a:lnTo>
                  <a:pt x="1315" y="3015"/>
                </a:lnTo>
                <a:lnTo>
                  <a:pt x="1315" y="2870"/>
                </a:lnTo>
                <a:lnTo>
                  <a:pt x="1315" y="2667"/>
                </a:lnTo>
                <a:lnTo>
                  <a:pt x="1411" y="2464"/>
                </a:lnTo>
                <a:lnTo>
                  <a:pt x="1411" y="2145"/>
                </a:lnTo>
                <a:lnTo>
                  <a:pt x="1411" y="2000"/>
                </a:lnTo>
                <a:lnTo>
                  <a:pt x="1475" y="1797"/>
                </a:lnTo>
                <a:lnTo>
                  <a:pt x="1475" y="1478"/>
                </a:lnTo>
                <a:lnTo>
                  <a:pt x="1475" y="1333"/>
                </a:lnTo>
                <a:lnTo>
                  <a:pt x="1475" y="1130"/>
                </a:lnTo>
                <a:lnTo>
                  <a:pt x="1539" y="869"/>
                </a:lnTo>
                <a:lnTo>
                  <a:pt x="1539" y="666"/>
                </a:lnTo>
                <a:lnTo>
                  <a:pt x="1636" y="347"/>
                </a:lnTo>
                <a:lnTo>
                  <a:pt x="1636" y="202"/>
                </a:lnTo>
                <a:lnTo>
                  <a:pt x="1636" y="0"/>
                </a:lnTo>
              </a:path>
            </a:pathLst>
          </a:custGeom>
          <a:ln w="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966916" y="3136502"/>
            <a:ext cx="2309" cy="187"/>
          </a:xfrm>
          <a:custGeom>
            <a:avLst/>
            <a:gdLst/>
            <a:ahLst/>
            <a:cxnLst/>
            <a:rect l="l" t="t" r="r" b="b"/>
            <a:pathLst>
              <a:path w="2309" h="187">
                <a:moveTo>
                  <a:pt x="0" y="0"/>
                </a:moveTo>
                <a:lnTo>
                  <a:pt x="50" y="0"/>
                </a:lnTo>
                <a:lnTo>
                  <a:pt x="209" y="0"/>
                </a:lnTo>
                <a:lnTo>
                  <a:pt x="366" y="0"/>
                </a:lnTo>
                <a:lnTo>
                  <a:pt x="523" y="0"/>
                </a:lnTo>
                <a:lnTo>
                  <a:pt x="682" y="0"/>
                </a:lnTo>
                <a:lnTo>
                  <a:pt x="839" y="0"/>
                </a:lnTo>
                <a:lnTo>
                  <a:pt x="996" y="41"/>
                </a:lnTo>
                <a:lnTo>
                  <a:pt x="1155" y="41"/>
                </a:lnTo>
                <a:lnTo>
                  <a:pt x="1312" y="41"/>
                </a:lnTo>
                <a:lnTo>
                  <a:pt x="1469" y="41"/>
                </a:lnTo>
                <a:lnTo>
                  <a:pt x="1626" y="83"/>
                </a:lnTo>
                <a:lnTo>
                  <a:pt x="1785" y="83"/>
                </a:lnTo>
                <a:lnTo>
                  <a:pt x="1942" y="145"/>
                </a:lnTo>
                <a:lnTo>
                  <a:pt x="2099" y="145"/>
                </a:lnTo>
                <a:lnTo>
                  <a:pt x="2205" y="187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969225" y="3136690"/>
            <a:ext cx="2258" cy="520"/>
          </a:xfrm>
          <a:custGeom>
            <a:avLst/>
            <a:gdLst/>
            <a:ahLst/>
            <a:cxnLst/>
            <a:rect l="l" t="t" r="r" b="b"/>
            <a:pathLst>
              <a:path w="2258" h="520">
                <a:moveTo>
                  <a:pt x="0" y="0"/>
                </a:moveTo>
                <a:lnTo>
                  <a:pt x="0" y="0"/>
                </a:lnTo>
                <a:lnTo>
                  <a:pt x="159" y="0"/>
                </a:lnTo>
                <a:lnTo>
                  <a:pt x="316" y="41"/>
                </a:lnTo>
                <a:lnTo>
                  <a:pt x="472" y="41"/>
                </a:lnTo>
                <a:lnTo>
                  <a:pt x="632" y="104"/>
                </a:lnTo>
                <a:lnTo>
                  <a:pt x="735" y="104"/>
                </a:lnTo>
                <a:lnTo>
                  <a:pt x="735" y="145"/>
                </a:lnTo>
                <a:lnTo>
                  <a:pt x="892" y="145"/>
                </a:lnTo>
                <a:lnTo>
                  <a:pt x="1051" y="187"/>
                </a:lnTo>
                <a:lnTo>
                  <a:pt x="1208" y="229"/>
                </a:lnTo>
                <a:lnTo>
                  <a:pt x="1365" y="229"/>
                </a:lnTo>
                <a:lnTo>
                  <a:pt x="1524" y="291"/>
                </a:lnTo>
                <a:lnTo>
                  <a:pt x="1681" y="333"/>
                </a:lnTo>
                <a:lnTo>
                  <a:pt x="1838" y="374"/>
                </a:lnTo>
                <a:lnTo>
                  <a:pt x="1891" y="437"/>
                </a:lnTo>
                <a:lnTo>
                  <a:pt x="1944" y="437"/>
                </a:lnTo>
                <a:lnTo>
                  <a:pt x="2048" y="479"/>
                </a:lnTo>
                <a:lnTo>
                  <a:pt x="2101" y="479"/>
                </a:lnTo>
                <a:lnTo>
                  <a:pt x="2205" y="520"/>
                </a:lnTo>
              </a:path>
            </a:pathLst>
          </a:custGeom>
          <a:ln w="2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971484" y="3137211"/>
            <a:ext cx="2311" cy="854"/>
          </a:xfrm>
          <a:custGeom>
            <a:avLst/>
            <a:gdLst/>
            <a:ahLst/>
            <a:cxnLst/>
            <a:rect l="l" t="t" r="r" b="b"/>
            <a:pathLst>
              <a:path w="2311" h="854">
                <a:moveTo>
                  <a:pt x="0" y="0"/>
                </a:moveTo>
                <a:lnTo>
                  <a:pt x="0" y="0"/>
                </a:lnTo>
                <a:lnTo>
                  <a:pt x="159" y="41"/>
                </a:lnTo>
                <a:lnTo>
                  <a:pt x="316" y="104"/>
                </a:lnTo>
                <a:lnTo>
                  <a:pt x="472" y="145"/>
                </a:lnTo>
                <a:lnTo>
                  <a:pt x="629" y="187"/>
                </a:lnTo>
                <a:lnTo>
                  <a:pt x="682" y="249"/>
                </a:lnTo>
                <a:lnTo>
                  <a:pt x="735" y="249"/>
                </a:lnTo>
                <a:lnTo>
                  <a:pt x="839" y="249"/>
                </a:lnTo>
                <a:lnTo>
                  <a:pt x="892" y="291"/>
                </a:lnTo>
                <a:lnTo>
                  <a:pt x="945" y="333"/>
                </a:lnTo>
                <a:lnTo>
                  <a:pt x="998" y="333"/>
                </a:lnTo>
                <a:lnTo>
                  <a:pt x="1102" y="333"/>
                </a:lnTo>
                <a:lnTo>
                  <a:pt x="1155" y="395"/>
                </a:lnTo>
                <a:lnTo>
                  <a:pt x="1312" y="437"/>
                </a:lnTo>
                <a:lnTo>
                  <a:pt x="1312" y="479"/>
                </a:lnTo>
                <a:lnTo>
                  <a:pt x="1418" y="479"/>
                </a:lnTo>
                <a:lnTo>
                  <a:pt x="1575" y="520"/>
                </a:lnTo>
                <a:lnTo>
                  <a:pt x="1628" y="583"/>
                </a:lnTo>
                <a:lnTo>
                  <a:pt x="1785" y="624"/>
                </a:lnTo>
                <a:lnTo>
                  <a:pt x="1891" y="729"/>
                </a:lnTo>
                <a:lnTo>
                  <a:pt x="2048" y="770"/>
                </a:lnTo>
                <a:lnTo>
                  <a:pt x="2154" y="812"/>
                </a:lnTo>
                <a:lnTo>
                  <a:pt x="2311" y="854"/>
                </a:lnTo>
              </a:path>
            </a:pathLst>
          </a:custGeom>
          <a:ln w="2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973795" y="3138065"/>
            <a:ext cx="2311" cy="1249"/>
          </a:xfrm>
          <a:custGeom>
            <a:avLst/>
            <a:gdLst/>
            <a:ahLst/>
            <a:cxnLst/>
            <a:rect l="l" t="t" r="r" b="b"/>
            <a:pathLst>
              <a:path w="2311" h="1249">
                <a:moveTo>
                  <a:pt x="0" y="0"/>
                </a:moveTo>
                <a:lnTo>
                  <a:pt x="53" y="62"/>
                </a:lnTo>
                <a:lnTo>
                  <a:pt x="103" y="104"/>
                </a:lnTo>
                <a:lnTo>
                  <a:pt x="262" y="145"/>
                </a:lnTo>
                <a:lnTo>
                  <a:pt x="366" y="208"/>
                </a:lnTo>
                <a:lnTo>
                  <a:pt x="525" y="249"/>
                </a:lnTo>
                <a:lnTo>
                  <a:pt x="629" y="291"/>
                </a:lnTo>
                <a:lnTo>
                  <a:pt x="682" y="354"/>
                </a:lnTo>
                <a:lnTo>
                  <a:pt x="786" y="437"/>
                </a:lnTo>
                <a:lnTo>
                  <a:pt x="839" y="437"/>
                </a:lnTo>
                <a:lnTo>
                  <a:pt x="996" y="479"/>
                </a:lnTo>
                <a:lnTo>
                  <a:pt x="1049" y="541"/>
                </a:lnTo>
                <a:lnTo>
                  <a:pt x="1206" y="624"/>
                </a:lnTo>
                <a:lnTo>
                  <a:pt x="1259" y="624"/>
                </a:lnTo>
                <a:lnTo>
                  <a:pt x="1259" y="687"/>
                </a:lnTo>
                <a:lnTo>
                  <a:pt x="1312" y="729"/>
                </a:lnTo>
                <a:lnTo>
                  <a:pt x="1418" y="729"/>
                </a:lnTo>
                <a:lnTo>
                  <a:pt x="1522" y="770"/>
                </a:lnTo>
                <a:lnTo>
                  <a:pt x="1679" y="874"/>
                </a:lnTo>
                <a:lnTo>
                  <a:pt x="1838" y="958"/>
                </a:lnTo>
                <a:lnTo>
                  <a:pt x="1995" y="1062"/>
                </a:lnTo>
                <a:lnTo>
                  <a:pt x="2099" y="1104"/>
                </a:lnTo>
                <a:lnTo>
                  <a:pt x="2152" y="1166"/>
                </a:lnTo>
                <a:lnTo>
                  <a:pt x="2258" y="1208"/>
                </a:lnTo>
              </a:path>
            </a:pathLst>
          </a:custGeom>
          <a:ln w="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976107" y="3139315"/>
            <a:ext cx="2309" cy="1624"/>
          </a:xfrm>
          <a:custGeom>
            <a:avLst/>
            <a:gdLst/>
            <a:ahLst/>
            <a:cxnLst/>
            <a:rect l="l" t="t" r="r" b="b"/>
            <a:pathLst>
              <a:path w="2309" h="1624">
                <a:moveTo>
                  <a:pt x="0" y="0"/>
                </a:moveTo>
                <a:lnTo>
                  <a:pt x="0" y="0"/>
                </a:lnTo>
                <a:lnTo>
                  <a:pt x="156" y="104"/>
                </a:lnTo>
                <a:lnTo>
                  <a:pt x="313" y="187"/>
                </a:lnTo>
                <a:lnTo>
                  <a:pt x="366" y="291"/>
                </a:lnTo>
                <a:lnTo>
                  <a:pt x="470" y="333"/>
                </a:lnTo>
                <a:lnTo>
                  <a:pt x="629" y="437"/>
                </a:lnTo>
                <a:lnTo>
                  <a:pt x="733" y="520"/>
                </a:lnTo>
                <a:lnTo>
                  <a:pt x="892" y="583"/>
                </a:lnTo>
                <a:lnTo>
                  <a:pt x="943" y="666"/>
                </a:lnTo>
                <a:lnTo>
                  <a:pt x="996" y="666"/>
                </a:lnTo>
                <a:lnTo>
                  <a:pt x="1153" y="770"/>
                </a:lnTo>
                <a:lnTo>
                  <a:pt x="1153" y="812"/>
                </a:lnTo>
                <a:lnTo>
                  <a:pt x="1206" y="812"/>
                </a:lnTo>
                <a:lnTo>
                  <a:pt x="1363" y="916"/>
                </a:lnTo>
                <a:lnTo>
                  <a:pt x="1363" y="958"/>
                </a:lnTo>
                <a:lnTo>
                  <a:pt x="1416" y="958"/>
                </a:lnTo>
                <a:lnTo>
                  <a:pt x="1522" y="999"/>
                </a:lnTo>
                <a:lnTo>
                  <a:pt x="1573" y="1062"/>
                </a:lnTo>
                <a:lnTo>
                  <a:pt x="1626" y="1145"/>
                </a:lnTo>
                <a:lnTo>
                  <a:pt x="1679" y="1145"/>
                </a:lnTo>
                <a:lnTo>
                  <a:pt x="1785" y="1187"/>
                </a:lnTo>
                <a:lnTo>
                  <a:pt x="1836" y="1249"/>
                </a:lnTo>
                <a:lnTo>
                  <a:pt x="1995" y="1395"/>
                </a:lnTo>
                <a:lnTo>
                  <a:pt x="2152" y="1479"/>
                </a:lnTo>
                <a:lnTo>
                  <a:pt x="2205" y="1583"/>
                </a:lnTo>
              </a:path>
            </a:pathLst>
          </a:custGeom>
          <a:ln w="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978416" y="3140940"/>
            <a:ext cx="2258" cy="1958"/>
          </a:xfrm>
          <a:custGeom>
            <a:avLst/>
            <a:gdLst/>
            <a:ahLst/>
            <a:cxnLst/>
            <a:rect l="l" t="t" r="r" b="b"/>
            <a:pathLst>
              <a:path w="2258" h="1958">
                <a:moveTo>
                  <a:pt x="0" y="0"/>
                </a:moveTo>
                <a:lnTo>
                  <a:pt x="53" y="41"/>
                </a:lnTo>
                <a:lnTo>
                  <a:pt x="106" y="41"/>
                </a:lnTo>
                <a:lnTo>
                  <a:pt x="106" y="104"/>
                </a:lnTo>
                <a:lnTo>
                  <a:pt x="262" y="187"/>
                </a:lnTo>
                <a:lnTo>
                  <a:pt x="262" y="249"/>
                </a:lnTo>
                <a:lnTo>
                  <a:pt x="369" y="291"/>
                </a:lnTo>
                <a:lnTo>
                  <a:pt x="525" y="374"/>
                </a:lnTo>
                <a:lnTo>
                  <a:pt x="579" y="437"/>
                </a:lnTo>
                <a:lnTo>
                  <a:pt x="682" y="583"/>
                </a:lnTo>
                <a:lnTo>
                  <a:pt x="839" y="666"/>
                </a:lnTo>
                <a:lnTo>
                  <a:pt x="945" y="708"/>
                </a:lnTo>
                <a:lnTo>
                  <a:pt x="1049" y="854"/>
                </a:lnTo>
                <a:lnTo>
                  <a:pt x="1049" y="854"/>
                </a:lnTo>
                <a:lnTo>
                  <a:pt x="1155" y="916"/>
                </a:lnTo>
                <a:lnTo>
                  <a:pt x="1155" y="958"/>
                </a:lnTo>
                <a:lnTo>
                  <a:pt x="1312" y="1062"/>
                </a:lnTo>
                <a:lnTo>
                  <a:pt x="1365" y="1145"/>
                </a:lnTo>
                <a:lnTo>
                  <a:pt x="1522" y="1249"/>
                </a:lnTo>
                <a:lnTo>
                  <a:pt x="1628" y="1395"/>
                </a:lnTo>
                <a:lnTo>
                  <a:pt x="1785" y="1479"/>
                </a:lnTo>
                <a:lnTo>
                  <a:pt x="1891" y="1583"/>
                </a:lnTo>
                <a:lnTo>
                  <a:pt x="2048" y="1729"/>
                </a:lnTo>
                <a:lnTo>
                  <a:pt x="2154" y="1874"/>
                </a:lnTo>
              </a:path>
            </a:pathLst>
          </a:custGeom>
          <a:ln w="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980675" y="3142898"/>
            <a:ext cx="2311" cy="2291"/>
          </a:xfrm>
          <a:custGeom>
            <a:avLst/>
            <a:gdLst/>
            <a:ahLst/>
            <a:cxnLst/>
            <a:rect l="l" t="t" r="r" b="b"/>
            <a:pathLst>
              <a:path w="2311" h="2291">
                <a:moveTo>
                  <a:pt x="0" y="0"/>
                </a:moveTo>
                <a:lnTo>
                  <a:pt x="0" y="0"/>
                </a:lnTo>
                <a:lnTo>
                  <a:pt x="106" y="104"/>
                </a:lnTo>
                <a:lnTo>
                  <a:pt x="262" y="187"/>
                </a:lnTo>
                <a:lnTo>
                  <a:pt x="366" y="333"/>
                </a:lnTo>
                <a:lnTo>
                  <a:pt x="472" y="374"/>
                </a:lnTo>
                <a:lnTo>
                  <a:pt x="576" y="520"/>
                </a:lnTo>
                <a:lnTo>
                  <a:pt x="735" y="624"/>
                </a:lnTo>
                <a:lnTo>
                  <a:pt x="839" y="708"/>
                </a:lnTo>
                <a:lnTo>
                  <a:pt x="945" y="854"/>
                </a:lnTo>
                <a:lnTo>
                  <a:pt x="1049" y="999"/>
                </a:lnTo>
                <a:lnTo>
                  <a:pt x="1155" y="1062"/>
                </a:lnTo>
                <a:lnTo>
                  <a:pt x="1208" y="1145"/>
                </a:lnTo>
                <a:lnTo>
                  <a:pt x="1259" y="1145"/>
                </a:lnTo>
                <a:lnTo>
                  <a:pt x="1365" y="1291"/>
                </a:lnTo>
                <a:lnTo>
                  <a:pt x="1418" y="1291"/>
                </a:lnTo>
                <a:lnTo>
                  <a:pt x="1522" y="1437"/>
                </a:lnTo>
                <a:lnTo>
                  <a:pt x="1575" y="1520"/>
                </a:lnTo>
                <a:lnTo>
                  <a:pt x="1628" y="1520"/>
                </a:lnTo>
                <a:lnTo>
                  <a:pt x="1732" y="1666"/>
                </a:lnTo>
                <a:lnTo>
                  <a:pt x="1785" y="1666"/>
                </a:lnTo>
                <a:lnTo>
                  <a:pt x="1891" y="1812"/>
                </a:lnTo>
                <a:lnTo>
                  <a:pt x="1942" y="1916"/>
                </a:lnTo>
                <a:lnTo>
                  <a:pt x="2048" y="1958"/>
                </a:lnTo>
                <a:lnTo>
                  <a:pt x="2152" y="2104"/>
                </a:lnTo>
                <a:lnTo>
                  <a:pt x="2205" y="2104"/>
                </a:lnTo>
                <a:lnTo>
                  <a:pt x="2258" y="2249"/>
                </a:lnTo>
              </a:path>
            </a:pathLst>
          </a:custGeom>
          <a:ln w="3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982986" y="3145190"/>
            <a:ext cx="2309" cy="2624"/>
          </a:xfrm>
          <a:custGeom>
            <a:avLst/>
            <a:gdLst/>
            <a:ahLst/>
            <a:cxnLst/>
            <a:rect l="l" t="t" r="r" b="b"/>
            <a:pathLst>
              <a:path w="2309" h="2624">
                <a:moveTo>
                  <a:pt x="0" y="0"/>
                </a:moveTo>
                <a:lnTo>
                  <a:pt x="50" y="0"/>
                </a:lnTo>
                <a:lnTo>
                  <a:pt x="156" y="104"/>
                </a:lnTo>
                <a:lnTo>
                  <a:pt x="209" y="249"/>
                </a:lnTo>
                <a:lnTo>
                  <a:pt x="313" y="291"/>
                </a:lnTo>
                <a:lnTo>
                  <a:pt x="419" y="395"/>
                </a:lnTo>
                <a:lnTo>
                  <a:pt x="523" y="583"/>
                </a:lnTo>
                <a:lnTo>
                  <a:pt x="682" y="666"/>
                </a:lnTo>
                <a:lnTo>
                  <a:pt x="733" y="812"/>
                </a:lnTo>
                <a:lnTo>
                  <a:pt x="786" y="812"/>
                </a:lnTo>
                <a:lnTo>
                  <a:pt x="892" y="916"/>
                </a:lnTo>
                <a:lnTo>
                  <a:pt x="943" y="1062"/>
                </a:lnTo>
                <a:lnTo>
                  <a:pt x="996" y="1062"/>
                </a:lnTo>
                <a:lnTo>
                  <a:pt x="1102" y="1208"/>
                </a:lnTo>
                <a:lnTo>
                  <a:pt x="1155" y="1291"/>
                </a:lnTo>
                <a:lnTo>
                  <a:pt x="1206" y="1333"/>
                </a:lnTo>
                <a:lnTo>
                  <a:pt x="1365" y="1479"/>
                </a:lnTo>
                <a:lnTo>
                  <a:pt x="1469" y="1583"/>
                </a:lnTo>
                <a:lnTo>
                  <a:pt x="1522" y="1666"/>
                </a:lnTo>
                <a:lnTo>
                  <a:pt x="1626" y="1812"/>
                </a:lnTo>
                <a:lnTo>
                  <a:pt x="1732" y="1958"/>
                </a:lnTo>
                <a:lnTo>
                  <a:pt x="1785" y="1958"/>
                </a:lnTo>
                <a:lnTo>
                  <a:pt x="1836" y="2104"/>
                </a:lnTo>
                <a:lnTo>
                  <a:pt x="1995" y="2208"/>
                </a:lnTo>
                <a:lnTo>
                  <a:pt x="1995" y="2249"/>
                </a:lnTo>
                <a:lnTo>
                  <a:pt x="2048" y="2354"/>
                </a:lnTo>
                <a:lnTo>
                  <a:pt x="2205" y="2479"/>
                </a:lnTo>
                <a:lnTo>
                  <a:pt x="2309" y="2583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985295" y="3147815"/>
            <a:ext cx="2311" cy="3020"/>
          </a:xfrm>
          <a:custGeom>
            <a:avLst/>
            <a:gdLst/>
            <a:ahLst/>
            <a:cxnLst/>
            <a:rect l="l" t="t" r="r" b="b"/>
            <a:pathLst>
              <a:path w="2311" h="3020">
                <a:moveTo>
                  <a:pt x="0" y="0"/>
                </a:moveTo>
                <a:lnTo>
                  <a:pt x="106" y="145"/>
                </a:lnTo>
                <a:lnTo>
                  <a:pt x="209" y="291"/>
                </a:lnTo>
                <a:lnTo>
                  <a:pt x="262" y="291"/>
                </a:lnTo>
                <a:lnTo>
                  <a:pt x="316" y="437"/>
                </a:lnTo>
                <a:lnTo>
                  <a:pt x="369" y="479"/>
                </a:lnTo>
                <a:lnTo>
                  <a:pt x="472" y="624"/>
                </a:lnTo>
                <a:lnTo>
                  <a:pt x="579" y="666"/>
                </a:lnTo>
                <a:lnTo>
                  <a:pt x="632" y="812"/>
                </a:lnTo>
                <a:lnTo>
                  <a:pt x="735" y="958"/>
                </a:lnTo>
                <a:lnTo>
                  <a:pt x="842" y="1062"/>
                </a:lnTo>
                <a:lnTo>
                  <a:pt x="945" y="1145"/>
                </a:lnTo>
                <a:lnTo>
                  <a:pt x="998" y="1291"/>
                </a:lnTo>
                <a:lnTo>
                  <a:pt x="1051" y="1354"/>
                </a:lnTo>
                <a:lnTo>
                  <a:pt x="1102" y="1437"/>
                </a:lnTo>
                <a:lnTo>
                  <a:pt x="1208" y="1541"/>
                </a:lnTo>
                <a:lnTo>
                  <a:pt x="1312" y="1624"/>
                </a:lnTo>
                <a:lnTo>
                  <a:pt x="1312" y="1687"/>
                </a:lnTo>
                <a:lnTo>
                  <a:pt x="1471" y="1812"/>
                </a:lnTo>
                <a:lnTo>
                  <a:pt x="1524" y="1958"/>
                </a:lnTo>
                <a:lnTo>
                  <a:pt x="1628" y="2104"/>
                </a:lnTo>
                <a:lnTo>
                  <a:pt x="1734" y="2249"/>
                </a:lnTo>
                <a:lnTo>
                  <a:pt x="1785" y="2249"/>
                </a:lnTo>
                <a:lnTo>
                  <a:pt x="1785" y="2291"/>
                </a:lnTo>
                <a:lnTo>
                  <a:pt x="1891" y="2395"/>
                </a:lnTo>
                <a:lnTo>
                  <a:pt x="1891" y="2437"/>
                </a:lnTo>
                <a:lnTo>
                  <a:pt x="1995" y="2541"/>
                </a:lnTo>
                <a:lnTo>
                  <a:pt x="1995" y="2583"/>
                </a:lnTo>
                <a:lnTo>
                  <a:pt x="2101" y="2687"/>
                </a:lnTo>
                <a:lnTo>
                  <a:pt x="2101" y="2729"/>
                </a:lnTo>
                <a:lnTo>
                  <a:pt x="2205" y="2833"/>
                </a:lnTo>
                <a:lnTo>
                  <a:pt x="2311" y="3020"/>
                </a:lnTo>
              </a:path>
            </a:pathLst>
          </a:custGeom>
          <a:ln w="3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987607" y="3150835"/>
            <a:ext cx="2311" cy="3291"/>
          </a:xfrm>
          <a:custGeom>
            <a:avLst/>
            <a:gdLst/>
            <a:ahLst/>
            <a:cxnLst/>
            <a:rect l="l" t="t" r="r" b="b"/>
            <a:pathLst>
              <a:path w="2311" h="3291">
                <a:moveTo>
                  <a:pt x="0" y="0"/>
                </a:moveTo>
                <a:lnTo>
                  <a:pt x="106" y="145"/>
                </a:lnTo>
                <a:lnTo>
                  <a:pt x="209" y="291"/>
                </a:lnTo>
                <a:lnTo>
                  <a:pt x="316" y="479"/>
                </a:lnTo>
                <a:lnTo>
                  <a:pt x="419" y="624"/>
                </a:lnTo>
                <a:lnTo>
                  <a:pt x="472" y="666"/>
                </a:lnTo>
                <a:lnTo>
                  <a:pt x="525" y="749"/>
                </a:lnTo>
                <a:lnTo>
                  <a:pt x="576" y="812"/>
                </a:lnTo>
                <a:lnTo>
                  <a:pt x="629" y="895"/>
                </a:lnTo>
                <a:lnTo>
                  <a:pt x="735" y="1041"/>
                </a:lnTo>
                <a:lnTo>
                  <a:pt x="839" y="1187"/>
                </a:lnTo>
                <a:lnTo>
                  <a:pt x="945" y="1333"/>
                </a:lnTo>
                <a:lnTo>
                  <a:pt x="1049" y="1479"/>
                </a:lnTo>
                <a:lnTo>
                  <a:pt x="1155" y="1624"/>
                </a:lnTo>
                <a:lnTo>
                  <a:pt x="1208" y="1708"/>
                </a:lnTo>
                <a:lnTo>
                  <a:pt x="1312" y="1812"/>
                </a:lnTo>
                <a:lnTo>
                  <a:pt x="1312" y="1854"/>
                </a:lnTo>
                <a:lnTo>
                  <a:pt x="1418" y="1958"/>
                </a:lnTo>
                <a:lnTo>
                  <a:pt x="1469" y="2104"/>
                </a:lnTo>
                <a:lnTo>
                  <a:pt x="1522" y="2187"/>
                </a:lnTo>
                <a:lnTo>
                  <a:pt x="1628" y="2333"/>
                </a:lnTo>
                <a:lnTo>
                  <a:pt x="1679" y="2437"/>
                </a:lnTo>
                <a:lnTo>
                  <a:pt x="1785" y="2583"/>
                </a:lnTo>
                <a:lnTo>
                  <a:pt x="1891" y="2666"/>
                </a:lnTo>
                <a:lnTo>
                  <a:pt x="1942" y="2812"/>
                </a:lnTo>
                <a:lnTo>
                  <a:pt x="1995" y="2812"/>
                </a:lnTo>
                <a:lnTo>
                  <a:pt x="2048" y="2958"/>
                </a:lnTo>
                <a:lnTo>
                  <a:pt x="2101" y="3062"/>
                </a:lnTo>
                <a:lnTo>
                  <a:pt x="2205" y="3187"/>
                </a:lnTo>
                <a:lnTo>
                  <a:pt x="2258" y="3291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989918" y="3154127"/>
            <a:ext cx="2258" cy="3687"/>
          </a:xfrm>
          <a:custGeom>
            <a:avLst/>
            <a:gdLst/>
            <a:ahLst/>
            <a:cxnLst/>
            <a:rect l="l" t="t" r="r" b="b"/>
            <a:pathLst>
              <a:path w="2258" h="3687">
                <a:moveTo>
                  <a:pt x="0" y="0"/>
                </a:moveTo>
                <a:lnTo>
                  <a:pt x="50" y="104"/>
                </a:lnTo>
                <a:lnTo>
                  <a:pt x="156" y="291"/>
                </a:lnTo>
                <a:lnTo>
                  <a:pt x="156" y="333"/>
                </a:lnTo>
                <a:lnTo>
                  <a:pt x="209" y="374"/>
                </a:lnTo>
                <a:lnTo>
                  <a:pt x="313" y="479"/>
                </a:lnTo>
                <a:lnTo>
                  <a:pt x="366" y="583"/>
                </a:lnTo>
                <a:lnTo>
                  <a:pt x="472" y="770"/>
                </a:lnTo>
                <a:lnTo>
                  <a:pt x="523" y="812"/>
                </a:lnTo>
                <a:lnTo>
                  <a:pt x="576" y="958"/>
                </a:lnTo>
                <a:lnTo>
                  <a:pt x="682" y="1041"/>
                </a:lnTo>
                <a:lnTo>
                  <a:pt x="733" y="1187"/>
                </a:lnTo>
                <a:lnTo>
                  <a:pt x="733" y="1187"/>
                </a:lnTo>
                <a:lnTo>
                  <a:pt x="839" y="1333"/>
                </a:lnTo>
                <a:lnTo>
                  <a:pt x="839" y="1395"/>
                </a:lnTo>
                <a:lnTo>
                  <a:pt x="943" y="1479"/>
                </a:lnTo>
                <a:lnTo>
                  <a:pt x="996" y="1624"/>
                </a:lnTo>
                <a:lnTo>
                  <a:pt x="1102" y="1770"/>
                </a:lnTo>
                <a:lnTo>
                  <a:pt x="1102" y="1812"/>
                </a:lnTo>
                <a:lnTo>
                  <a:pt x="1206" y="1958"/>
                </a:lnTo>
                <a:lnTo>
                  <a:pt x="1312" y="2104"/>
                </a:lnTo>
                <a:lnTo>
                  <a:pt x="1312" y="2145"/>
                </a:lnTo>
                <a:lnTo>
                  <a:pt x="1416" y="2291"/>
                </a:lnTo>
                <a:lnTo>
                  <a:pt x="1522" y="2437"/>
                </a:lnTo>
                <a:lnTo>
                  <a:pt x="1522" y="2479"/>
                </a:lnTo>
                <a:lnTo>
                  <a:pt x="1626" y="2624"/>
                </a:lnTo>
                <a:lnTo>
                  <a:pt x="1679" y="2729"/>
                </a:lnTo>
                <a:lnTo>
                  <a:pt x="1785" y="2874"/>
                </a:lnTo>
                <a:lnTo>
                  <a:pt x="1785" y="2916"/>
                </a:lnTo>
                <a:lnTo>
                  <a:pt x="1889" y="3020"/>
                </a:lnTo>
                <a:lnTo>
                  <a:pt x="1995" y="3208"/>
                </a:lnTo>
                <a:lnTo>
                  <a:pt x="2046" y="3249"/>
                </a:lnTo>
                <a:lnTo>
                  <a:pt x="2099" y="3395"/>
                </a:lnTo>
                <a:lnTo>
                  <a:pt x="2152" y="3541"/>
                </a:lnTo>
                <a:lnTo>
                  <a:pt x="2258" y="3687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992177" y="3157814"/>
            <a:ext cx="2309" cy="3999"/>
          </a:xfrm>
          <a:custGeom>
            <a:avLst/>
            <a:gdLst/>
            <a:ahLst/>
            <a:cxnLst/>
            <a:rect l="l" t="t" r="r" b="b"/>
            <a:pathLst>
              <a:path w="2309" h="3999">
                <a:moveTo>
                  <a:pt x="0" y="0"/>
                </a:moveTo>
                <a:lnTo>
                  <a:pt x="0" y="0"/>
                </a:lnTo>
                <a:lnTo>
                  <a:pt x="103" y="187"/>
                </a:lnTo>
                <a:lnTo>
                  <a:pt x="156" y="187"/>
                </a:lnTo>
                <a:lnTo>
                  <a:pt x="209" y="270"/>
                </a:lnTo>
                <a:lnTo>
                  <a:pt x="260" y="416"/>
                </a:lnTo>
                <a:lnTo>
                  <a:pt x="313" y="520"/>
                </a:lnTo>
                <a:lnTo>
                  <a:pt x="419" y="666"/>
                </a:lnTo>
                <a:lnTo>
                  <a:pt x="419" y="708"/>
                </a:lnTo>
                <a:lnTo>
                  <a:pt x="470" y="708"/>
                </a:lnTo>
                <a:lnTo>
                  <a:pt x="523" y="812"/>
                </a:lnTo>
                <a:lnTo>
                  <a:pt x="576" y="999"/>
                </a:lnTo>
                <a:lnTo>
                  <a:pt x="680" y="1083"/>
                </a:lnTo>
                <a:lnTo>
                  <a:pt x="733" y="1229"/>
                </a:lnTo>
                <a:lnTo>
                  <a:pt x="839" y="1374"/>
                </a:lnTo>
                <a:lnTo>
                  <a:pt x="892" y="1520"/>
                </a:lnTo>
                <a:lnTo>
                  <a:pt x="943" y="1520"/>
                </a:lnTo>
                <a:lnTo>
                  <a:pt x="996" y="1624"/>
                </a:lnTo>
                <a:lnTo>
                  <a:pt x="1049" y="1812"/>
                </a:lnTo>
                <a:lnTo>
                  <a:pt x="1153" y="1958"/>
                </a:lnTo>
                <a:lnTo>
                  <a:pt x="1206" y="2104"/>
                </a:lnTo>
                <a:lnTo>
                  <a:pt x="1259" y="2104"/>
                </a:lnTo>
                <a:lnTo>
                  <a:pt x="1363" y="2291"/>
                </a:lnTo>
                <a:lnTo>
                  <a:pt x="1416" y="2437"/>
                </a:lnTo>
                <a:lnTo>
                  <a:pt x="1522" y="2520"/>
                </a:lnTo>
                <a:lnTo>
                  <a:pt x="1522" y="2624"/>
                </a:lnTo>
                <a:lnTo>
                  <a:pt x="1573" y="2708"/>
                </a:lnTo>
                <a:lnTo>
                  <a:pt x="1626" y="2708"/>
                </a:lnTo>
                <a:lnTo>
                  <a:pt x="1679" y="2812"/>
                </a:lnTo>
                <a:lnTo>
                  <a:pt x="1679" y="2916"/>
                </a:lnTo>
                <a:lnTo>
                  <a:pt x="1732" y="2999"/>
                </a:lnTo>
                <a:lnTo>
                  <a:pt x="1785" y="2999"/>
                </a:lnTo>
                <a:lnTo>
                  <a:pt x="1836" y="3104"/>
                </a:lnTo>
                <a:lnTo>
                  <a:pt x="1889" y="3249"/>
                </a:lnTo>
                <a:lnTo>
                  <a:pt x="1995" y="3437"/>
                </a:lnTo>
                <a:lnTo>
                  <a:pt x="2046" y="3583"/>
                </a:lnTo>
                <a:lnTo>
                  <a:pt x="2152" y="3666"/>
                </a:lnTo>
                <a:lnTo>
                  <a:pt x="2205" y="3812"/>
                </a:lnTo>
                <a:lnTo>
                  <a:pt x="2205" y="3854"/>
                </a:lnTo>
                <a:lnTo>
                  <a:pt x="2309" y="3999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994486" y="3161814"/>
            <a:ext cx="2311" cy="4354"/>
          </a:xfrm>
          <a:custGeom>
            <a:avLst/>
            <a:gdLst/>
            <a:ahLst/>
            <a:cxnLst/>
            <a:rect l="l" t="t" r="r" b="b"/>
            <a:pathLst>
              <a:path w="2311" h="4354">
                <a:moveTo>
                  <a:pt x="0" y="0"/>
                </a:moveTo>
                <a:lnTo>
                  <a:pt x="53" y="145"/>
                </a:lnTo>
                <a:lnTo>
                  <a:pt x="156" y="291"/>
                </a:lnTo>
                <a:lnTo>
                  <a:pt x="209" y="437"/>
                </a:lnTo>
                <a:lnTo>
                  <a:pt x="316" y="583"/>
                </a:lnTo>
                <a:lnTo>
                  <a:pt x="369" y="729"/>
                </a:lnTo>
                <a:lnTo>
                  <a:pt x="472" y="874"/>
                </a:lnTo>
                <a:lnTo>
                  <a:pt x="525" y="916"/>
                </a:lnTo>
                <a:lnTo>
                  <a:pt x="579" y="999"/>
                </a:lnTo>
                <a:lnTo>
                  <a:pt x="629" y="1104"/>
                </a:lnTo>
                <a:lnTo>
                  <a:pt x="682" y="1249"/>
                </a:lnTo>
                <a:lnTo>
                  <a:pt x="682" y="1291"/>
                </a:lnTo>
                <a:lnTo>
                  <a:pt x="735" y="1291"/>
                </a:lnTo>
                <a:lnTo>
                  <a:pt x="788" y="1437"/>
                </a:lnTo>
                <a:lnTo>
                  <a:pt x="788" y="1479"/>
                </a:lnTo>
                <a:lnTo>
                  <a:pt x="839" y="1479"/>
                </a:lnTo>
                <a:lnTo>
                  <a:pt x="892" y="1624"/>
                </a:lnTo>
                <a:lnTo>
                  <a:pt x="945" y="1687"/>
                </a:lnTo>
                <a:lnTo>
                  <a:pt x="945" y="1770"/>
                </a:lnTo>
                <a:lnTo>
                  <a:pt x="1049" y="1916"/>
                </a:lnTo>
                <a:lnTo>
                  <a:pt x="1102" y="2062"/>
                </a:lnTo>
                <a:lnTo>
                  <a:pt x="1102" y="2104"/>
                </a:lnTo>
                <a:lnTo>
                  <a:pt x="1155" y="2104"/>
                </a:lnTo>
                <a:lnTo>
                  <a:pt x="1208" y="2249"/>
                </a:lnTo>
                <a:lnTo>
                  <a:pt x="1208" y="2291"/>
                </a:lnTo>
                <a:lnTo>
                  <a:pt x="1312" y="2437"/>
                </a:lnTo>
                <a:lnTo>
                  <a:pt x="1365" y="2583"/>
                </a:lnTo>
                <a:lnTo>
                  <a:pt x="1418" y="2583"/>
                </a:lnTo>
                <a:lnTo>
                  <a:pt x="1471" y="2687"/>
                </a:lnTo>
                <a:lnTo>
                  <a:pt x="1522" y="2770"/>
                </a:lnTo>
                <a:lnTo>
                  <a:pt x="1575" y="2916"/>
                </a:lnTo>
                <a:lnTo>
                  <a:pt x="1628" y="3062"/>
                </a:lnTo>
                <a:lnTo>
                  <a:pt x="1681" y="3208"/>
                </a:lnTo>
                <a:lnTo>
                  <a:pt x="1785" y="3354"/>
                </a:lnTo>
                <a:lnTo>
                  <a:pt x="1838" y="3499"/>
                </a:lnTo>
                <a:lnTo>
                  <a:pt x="1891" y="3499"/>
                </a:lnTo>
                <a:lnTo>
                  <a:pt x="1942" y="3645"/>
                </a:lnTo>
                <a:lnTo>
                  <a:pt x="1942" y="3687"/>
                </a:lnTo>
                <a:lnTo>
                  <a:pt x="1995" y="3687"/>
                </a:lnTo>
                <a:lnTo>
                  <a:pt x="2048" y="3833"/>
                </a:lnTo>
                <a:lnTo>
                  <a:pt x="2101" y="3979"/>
                </a:lnTo>
                <a:lnTo>
                  <a:pt x="2101" y="4020"/>
                </a:lnTo>
                <a:lnTo>
                  <a:pt x="2154" y="4062"/>
                </a:lnTo>
                <a:lnTo>
                  <a:pt x="2205" y="4208"/>
                </a:lnTo>
                <a:lnTo>
                  <a:pt x="2258" y="4208"/>
                </a:lnTo>
                <a:lnTo>
                  <a:pt x="2311" y="4354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996797" y="3166168"/>
            <a:ext cx="2309" cy="4687"/>
          </a:xfrm>
          <a:custGeom>
            <a:avLst/>
            <a:gdLst/>
            <a:ahLst/>
            <a:cxnLst/>
            <a:rect l="l" t="t" r="r" b="b"/>
            <a:pathLst>
              <a:path w="2309" h="4687">
                <a:moveTo>
                  <a:pt x="0" y="0"/>
                </a:moveTo>
                <a:lnTo>
                  <a:pt x="0" y="0"/>
                </a:lnTo>
                <a:lnTo>
                  <a:pt x="53" y="145"/>
                </a:lnTo>
                <a:lnTo>
                  <a:pt x="156" y="291"/>
                </a:lnTo>
                <a:lnTo>
                  <a:pt x="156" y="374"/>
                </a:lnTo>
                <a:lnTo>
                  <a:pt x="262" y="479"/>
                </a:lnTo>
                <a:lnTo>
                  <a:pt x="313" y="624"/>
                </a:lnTo>
                <a:lnTo>
                  <a:pt x="313" y="666"/>
                </a:lnTo>
                <a:lnTo>
                  <a:pt x="366" y="666"/>
                </a:lnTo>
                <a:lnTo>
                  <a:pt x="419" y="812"/>
                </a:lnTo>
                <a:lnTo>
                  <a:pt x="472" y="958"/>
                </a:lnTo>
                <a:lnTo>
                  <a:pt x="472" y="999"/>
                </a:lnTo>
                <a:lnTo>
                  <a:pt x="523" y="999"/>
                </a:lnTo>
                <a:lnTo>
                  <a:pt x="576" y="1145"/>
                </a:lnTo>
                <a:lnTo>
                  <a:pt x="629" y="1187"/>
                </a:lnTo>
                <a:lnTo>
                  <a:pt x="629" y="1291"/>
                </a:lnTo>
                <a:lnTo>
                  <a:pt x="735" y="1437"/>
                </a:lnTo>
                <a:lnTo>
                  <a:pt x="735" y="1520"/>
                </a:lnTo>
                <a:lnTo>
                  <a:pt x="839" y="1624"/>
                </a:lnTo>
                <a:lnTo>
                  <a:pt x="892" y="1770"/>
                </a:lnTo>
                <a:lnTo>
                  <a:pt x="945" y="1916"/>
                </a:lnTo>
                <a:lnTo>
                  <a:pt x="945" y="1958"/>
                </a:lnTo>
                <a:lnTo>
                  <a:pt x="1049" y="2104"/>
                </a:lnTo>
                <a:lnTo>
                  <a:pt x="1102" y="2145"/>
                </a:lnTo>
                <a:lnTo>
                  <a:pt x="1155" y="2291"/>
                </a:lnTo>
                <a:lnTo>
                  <a:pt x="1206" y="2437"/>
                </a:lnTo>
                <a:lnTo>
                  <a:pt x="1206" y="2479"/>
                </a:lnTo>
                <a:lnTo>
                  <a:pt x="1312" y="2583"/>
                </a:lnTo>
                <a:lnTo>
                  <a:pt x="1365" y="2729"/>
                </a:lnTo>
                <a:lnTo>
                  <a:pt x="1416" y="2874"/>
                </a:lnTo>
                <a:lnTo>
                  <a:pt x="1416" y="2916"/>
                </a:lnTo>
                <a:lnTo>
                  <a:pt x="1522" y="2999"/>
                </a:lnTo>
                <a:lnTo>
                  <a:pt x="1575" y="3145"/>
                </a:lnTo>
                <a:lnTo>
                  <a:pt x="1628" y="3291"/>
                </a:lnTo>
                <a:lnTo>
                  <a:pt x="1628" y="3333"/>
                </a:lnTo>
                <a:lnTo>
                  <a:pt x="1679" y="3333"/>
                </a:lnTo>
                <a:lnTo>
                  <a:pt x="1732" y="3479"/>
                </a:lnTo>
                <a:lnTo>
                  <a:pt x="1785" y="3624"/>
                </a:lnTo>
                <a:lnTo>
                  <a:pt x="1785" y="3687"/>
                </a:lnTo>
                <a:lnTo>
                  <a:pt x="1889" y="3770"/>
                </a:lnTo>
                <a:lnTo>
                  <a:pt x="1942" y="3916"/>
                </a:lnTo>
                <a:lnTo>
                  <a:pt x="1995" y="4062"/>
                </a:lnTo>
                <a:lnTo>
                  <a:pt x="1995" y="4104"/>
                </a:lnTo>
                <a:lnTo>
                  <a:pt x="2099" y="4208"/>
                </a:lnTo>
                <a:lnTo>
                  <a:pt x="2152" y="4354"/>
                </a:lnTo>
                <a:lnTo>
                  <a:pt x="2205" y="4499"/>
                </a:lnTo>
                <a:lnTo>
                  <a:pt x="2205" y="4541"/>
                </a:lnTo>
                <a:lnTo>
                  <a:pt x="2309" y="4687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999107" y="3170856"/>
            <a:ext cx="2258" cy="4999"/>
          </a:xfrm>
          <a:custGeom>
            <a:avLst/>
            <a:gdLst/>
            <a:ahLst/>
            <a:cxnLst/>
            <a:rect l="l" t="t" r="r" b="b"/>
            <a:pathLst>
              <a:path w="2258" h="4999">
                <a:moveTo>
                  <a:pt x="0" y="0"/>
                </a:moveTo>
                <a:lnTo>
                  <a:pt x="53" y="145"/>
                </a:lnTo>
                <a:lnTo>
                  <a:pt x="106" y="229"/>
                </a:lnTo>
                <a:lnTo>
                  <a:pt x="159" y="374"/>
                </a:lnTo>
                <a:lnTo>
                  <a:pt x="159" y="416"/>
                </a:lnTo>
                <a:lnTo>
                  <a:pt x="262" y="520"/>
                </a:lnTo>
                <a:lnTo>
                  <a:pt x="316" y="666"/>
                </a:lnTo>
                <a:lnTo>
                  <a:pt x="369" y="812"/>
                </a:lnTo>
                <a:lnTo>
                  <a:pt x="369" y="854"/>
                </a:lnTo>
                <a:lnTo>
                  <a:pt x="472" y="958"/>
                </a:lnTo>
                <a:lnTo>
                  <a:pt x="525" y="1083"/>
                </a:lnTo>
                <a:lnTo>
                  <a:pt x="525" y="1187"/>
                </a:lnTo>
                <a:lnTo>
                  <a:pt x="632" y="1333"/>
                </a:lnTo>
                <a:lnTo>
                  <a:pt x="632" y="1416"/>
                </a:lnTo>
                <a:lnTo>
                  <a:pt x="735" y="1520"/>
                </a:lnTo>
                <a:lnTo>
                  <a:pt x="788" y="1666"/>
                </a:lnTo>
                <a:lnTo>
                  <a:pt x="842" y="1770"/>
                </a:lnTo>
                <a:lnTo>
                  <a:pt x="842" y="1854"/>
                </a:lnTo>
                <a:lnTo>
                  <a:pt x="945" y="1999"/>
                </a:lnTo>
                <a:lnTo>
                  <a:pt x="945" y="2104"/>
                </a:lnTo>
                <a:lnTo>
                  <a:pt x="1051" y="2291"/>
                </a:lnTo>
                <a:lnTo>
                  <a:pt x="1105" y="2333"/>
                </a:lnTo>
                <a:lnTo>
                  <a:pt x="1155" y="2479"/>
                </a:lnTo>
                <a:lnTo>
                  <a:pt x="1208" y="2624"/>
                </a:lnTo>
                <a:lnTo>
                  <a:pt x="1208" y="2666"/>
                </a:lnTo>
                <a:lnTo>
                  <a:pt x="1314" y="2812"/>
                </a:lnTo>
                <a:lnTo>
                  <a:pt x="1365" y="2958"/>
                </a:lnTo>
                <a:lnTo>
                  <a:pt x="1418" y="2999"/>
                </a:lnTo>
                <a:lnTo>
                  <a:pt x="1471" y="3145"/>
                </a:lnTo>
                <a:lnTo>
                  <a:pt x="1471" y="3187"/>
                </a:lnTo>
                <a:lnTo>
                  <a:pt x="1524" y="3291"/>
                </a:lnTo>
                <a:lnTo>
                  <a:pt x="1575" y="3437"/>
                </a:lnTo>
                <a:lnTo>
                  <a:pt x="1628" y="3583"/>
                </a:lnTo>
                <a:lnTo>
                  <a:pt x="1681" y="3729"/>
                </a:lnTo>
                <a:lnTo>
                  <a:pt x="1785" y="3812"/>
                </a:lnTo>
                <a:lnTo>
                  <a:pt x="1838" y="3958"/>
                </a:lnTo>
                <a:lnTo>
                  <a:pt x="1891" y="4062"/>
                </a:lnTo>
                <a:lnTo>
                  <a:pt x="1944" y="4208"/>
                </a:lnTo>
                <a:lnTo>
                  <a:pt x="1997" y="4291"/>
                </a:lnTo>
                <a:lnTo>
                  <a:pt x="1997" y="4395"/>
                </a:lnTo>
                <a:lnTo>
                  <a:pt x="2101" y="4541"/>
                </a:lnTo>
                <a:lnTo>
                  <a:pt x="2101" y="4624"/>
                </a:lnTo>
                <a:lnTo>
                  <a:pt x="2154" y="4729"/>
                </a:lnTo>
                <a:lnTo>
                  <a:pt x="2207" y="4874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001365" y="3175856"/>
            <a:ext cx="2311" cy="5312"/>
          </a:xfrm>
          <a:custGeom>
            <a:avLst/>
            <a:gdLst/>
            <a:ahLst/>
            <a:cxnLst/>
            <a:rect l="l" t="t" r="r" b="b"/>
            <a:pathLst>
              <a:path w="2311" h="5312">
                <a:moveTo>
                  <a:pt x="0" y="0"/>
                </a:moveTo>
                <a:lnTo>
                  <a:pt x="106" y="145"/>
                </a:lnTo>
                <a:lnTo>
                  <a:pt x="159" y="291"/>
                </a:lnTo>
                <a:lnTo>
                  <a:pt x="209" y="354"/>
                </a:lnTo>
                <a:lnTo>
                  <a:pt x="262" y="541"/>
                </a:lnTo>
                <a:lnTo>
                  <a:pt x="316" y="624"/>
                </a:lnTo>
                <a:lnTo>
                  <a:pt x="369" y="770"/>
                </a:lnTo>
                <a:lnTo>
                  <a:pt x="419" y="812"/>
                </a:lnTo>
                <a:lnTo>
                  <a:pt x="419" y="916"/>
                </a:lnTo>
                <a:lnTo>
                  <a:pt x="525" y="1062"/>
                </a:lnTo>
                <a:lnTo>
                  <a:pt x="525" y="1166"/>
                </a:lnTo>
                <a:lnTo>
                  <a:pt x="579" y="1291"/>
                </a:lnTo>
                <a:lnTo>
                  <a:pt x="632" y="1395"/>
                </a:lnTo>
                <a:lnTo>
                  <a:pt x="682" y="1541"/>
                </a:lnTo>
                <a:lnTo>
                  <a:pt x="735" y="1541"/>
                </a:lnTo>
                <a:lnTo>
                  <a:pt x="788" y="1687"/>
                </a:lnTo>
                <a:lnTo>
                  <a:pt x="788" y="1770"/>
                </a:lnTo>
                <a:lnTo>
                  <a:pt x="842" y="1874"/>
                </a:lnTo>
                <a:lnTo>
                  <a:pt x="892" y="2020"/>
                </a:lnTo>
                <a:lnTo>
                  <a:pt x="945" y="2104"/>
                </a:lnTo>
                <a:lnTo>
                  <a:pt x="998" y="2249"/>
                </a:lnTo>
                <a:lnTo>
                  <a:pt x="1051" y="2354"/>
                </a:lnTo>
                <a:lnTo>
                  <a:pt x="1102" y="2499"/>
                </a:lnTo>
                <a:lnTo>
                  <a:pt x="1155" y="2645"/>
                </a:lnTo>
                <a:lnTo>
                  <a:pt x="1261" y="2791"/>
                </a:lnTo>
                <a:lnTo>
                  <a:pt x="1312" y="2979"/>
                </a:lnTo>
                <a:lnTo>
                  <a:pt x="1365" y="3124"/>
                </a:lnTo>
                <a:lnTo>
                  <a:pt x="1471" y="3312"/>
                </a:lnTo>
                <a:lnTo>
                  <a:pt x="1524" y="3354"/>
                </a:lnTo>
                <a:lnTo>
                  <a:pt x="1575" y="3499"/>
                </a:lnTo>
                <a:lnTo>
                  <a:pt x="1575" y="3583"/>
                </a:lnTo>
                <a:lnTo>
                  <a:pt x="1628" y="3687"/>
                </a:lnTo>
                <a:lnTo>
                  <a:pt x="1681" y="3833"/>
                </a:lnTo>
                <a:lnTo>
                  <a:pt x="1734" y="3979"/>
                </a:lnTo>
                <a:lnTo>
                  <a:pt x="1785" y="4062"/>
                </a:lnTo>
                <a:lnTo>
                  <a:pt x="1838" y="4208"/>
                </a:lnTo>
                <a:lnTo>
                  <a:pt x="1944" y="4354"/>
                </a:lnTo>
                <a:lnTo>
                  <a:pt x="1995" y="4499"/>
                </a:lnTo>
                <a:lnTo>
                  <a:pt x="2048" y="4645"/>
                </a:lnTo>
                <a:lnTo>
                  <a:pt x="2101" y="4791"/>
                </a:lnTo>
                <a:lnTo>
                  <a:pt x="2154" y="4937"/>
                </a:lnTo>
                <a:lnTo>
                  <a:pt x="2205" y="5083"/>
                </a:lnTo>
                <a:lnTo>
                  <a:pt x="2311" y="5270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1003677" y="3181168"/>
            <a:ext cx="2311" cy="5645"/>
          </a:xfrm>
          <a:custGeom>
            <a:avLst/>
            <a:gdLst/>
            <a:ahLst/>
            <a:cxnLst/>
            <a:rect l="l" t="t" r="r" b="b"/>
            <a:pathLst>
              <a:path w="2311" h="5645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209" y="437"/>
                </a:lnTo>
                <a:lnTo>
                  <a:pt x="262" y="520"/>
                </a:lnTo>
                <a:lnTo>
                  <a:pt x="316" y="666"/>
                </a:lnTo>
                <a:lnTo>
                  <a:pt x="316" y="708"/>
                </a:lnTo>
                <a:lnTo>
                  <a:pt x="366" y="854"/>
                </a:lnTo>
                <a:lnTo>
                  <a:pt x="419" y="999"/>
                </a:lnTo>
                <a:lnTo>
                  <a:pt x="472" y="1145"/>
                </a:lnTo>
                <a:lnTo>
                  <a:pt x="525" y="1291"/>
                </a:lnTo>
                <a:lnTo>
                  <a:pt x="576" y="1437"/>
                </a:lnTo>
                <a:lnTo>
                  <a:pt x="682" y="1583"/>
                </a:lnTo>
                <a:lnTo>
                  <a:pt x="735" y="1729"/>
                </a:lnTo>
                <a:lnTo>
                  <a:pt x="786" y="1916"/>
                </a:lnTo>
                <a:lnTo>
                  <a:pt x="892" y="2062"/>
                </a:lnTo>
                <a:lnTo>
                  <a:pt x="945" y="2208"/>
                </a:lnTo>
                <a:lnTo>
                  <a:pt x="998" y="2395"/>
                </a:lnTo>
                <a:lnTo>
                  <a:pt x="1049" y="2541"/>
                </a:lnTo>
                <a:lnTo>
                  <a:pt x="1155" y="2729"/>
                </a:lnTo>
                <a:lnTo>
                  <a:pt x="1208" y="2874"/>
                </a:lnTo>
                <a:lnTo>
                  <a:pt x="1259" y="3020"/>
                </a:lnTo>
                <a:lnTo>
                  <a:pt x="1312" y="3208"/>
                </a:lnTo>
                <a:lnTo>
                  <a:pt x="1365" y="3354"/>
                </a:lnTo>
                <a:lnTo>
                  <a:pt x="1469" y="3541"/>
                </a:lnTo>
                <a:lnTo>
                  <a:pt x="1522" y="3687"/>
                </a:lnTo>
                <a:lnTo>
                  <a:pt x="1575" y="3833"/>
                </a:lnTo>
                <a:lnTo>
                  <a:pt x="1679" y="4020"/>
                </a:lnTo>
                <a:lnTo>
                  <a:pt x="1732" y="4166"/>
                </a:lnTo>
                <a:lnTo>
                  <a:pt x="1785" y="4354"/>
                </a:lnTo>
                <a:lnTo>
                  <a:pt x="1838" y="4499"/>
                </a:lnTo>
                <a:lnTo>
                  <a:pt x="1891" y="4645"/>
                </a:lnTo>
                <a:lnTo>
                  <a:pt x="1995" y="4833"/>
                </a:lnTo>
                <a:lnTo>
                  <a:pt x="2048" y="4979"/>
                </a:lnTo>
                <a:lnTo>
                  <a:pt x="2101" y="5166"/>
                </a:lnTo>
                <a:lnTo>
                  <a:pt x="2152" y="5312"/>
                </a:lnTo>
                <a:lnTo>
                  <a:pt x="2258" y="5499"/>
                </a:lnTo>
                <a:lnTo>
                  <a:pt x="2311" y="5645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1005988" y="3186814"/>
            <a:ext cx="2309" cy="5916"/>
          </a:xfrm>
          <a:custGeom>
            <a:avLst/>
            <a:gdLst/>
            <a:ahLst/>
            <a:cxnLst/>
            <a:rect l="l" t="t" r="r" b="b"/>
            <a:pathLst>
              <a:path w="2309" h="5916">
                <a:moveTo>
                  <a:pt x="0" y="0"/>
                </a:moveTo>
                <a:lnTo>
                  <a:pt x="50" y="145"/>
                </a:lnTo>
                <a:lnTo>
                  <a:pt x="103" y="333"/>
                </a:lnTo>
                <a:lnTo>
                  <a:pt x="209" y="479"/>
                </a:lnTo>
                <a:lnTo>
                  <a:pt x="260" y="666"/>
                </a:lnTo>
                <a:lnTo>
                  <a:pt x="313" y="812"/>
                </a:lnTo>
                <a:lnTo>
                  <a:pt x="366" y="958"/>
                </a:lnTo>
                <a:lnTo>
                  <a:pt x="419" y="999"/>
                </a:lnTo>
                <a:lnTo>
                  <a:pt x="472" y="1145"/>
                </a:lnTo>
                <a:lnTo>
                  <a:pt x="472" y="1229"/>
                </a:lnTo>
                <a:lnTo>
                  <a:pt x="523" y="1374"/>
                </a:lnTo>
                <a:lnTo>
                  <a:pt x="576" y="1520"/>
                </a:lnTo>
                <a:lnTo>
                  <a:pt x="629" y="1520"/>
                </a:lnTo>
                <a:lnTo>
                  <a:pt x="682" y="1666"/>
                </a:lnTo>
                <a:lnTo>
                  <a:pt x="682" y="1708"/>
                </a:lnTo>
                <a:lnTo>
                  <a:pt x="733" y="1854"/>
                </a:lnTo>
                <a:lnTo>
                  <a:pt x="786" y="1999"/>
                </a:lnTo>
                <a:lnTo>
                  <a:pt x="839" y="2145"/>
                </a:lnTo>
                <a:lnTo>
                  <a:pt x="892" y="2291"/>
                </a:lnTo>
                <a:lnTo>
                  <a:pt x="943" y="2437"/>
                </a:lnTo>
                <a:lnTo>
                  <a:pt x="996" y="2583"/>
                </a:lnTo>
                <a:lnTo>
                  <a:pt x="1102" y="2770"/>
                </a:lnTo>
                <a:lnTo>
                  <a:pt x="1153" y="2916"/>
                </a:lnTo>
                <a:lnTo>
                  <a:pt x="1206" y="3104"/>
                </a:lnTo>
                <a:lnTo>
                  <a:pt x="1259" y="3249"/>
                </a:lnTo>
                <a:lnTo>
                  <a:pt x="1365" y="3437"/>
                </a:lnTo>
                <a:lnTo>
                  <a:pt x="1416" y="3583"/>
                </a:lnTo>
                <a:lnTo>
                  <a:pt x="1469" y="3729"/>
                </a:lnTo>
                <a:lnTo>
                  <a:pt x="1522" y="3916"/>
                </a:lnTo>
                <a:lnTo>
                  <a:pt x="1575" y="4062"/>
                </a:lnTo>
                <a:lnTo>
                  <a:pt x="1679" y="4249"/>
                </a:lnTo>
                <a:lnTo>
                  <a:pt x="1732" y="4395"/>
                </a:lnTo>
                <a:lnTo>
                  <a:pt x="1785" y="4541"/>
                </a:lnTo>
                <a:lnTo>
                  <a:pt x="1836" y="4729"/>
                </a:lnTo>
                <a:lnTo>
                  <a:pt x="1889" y="4874"/>
                </a:lnTo>
                <a:lnTo>
                  <a:pt x="1942" y="5062"/>
                </a:lnTo>
                <a:lnTo>
                  <a:pt x="2046" y="5208"/>
                </a:lnTo>
                <a:lnTo>
                  <a:pt x="2046" y="5354"/>
                </a:lnTo>
                <a:lnTo>
                  <a:pt x="2152" y="5541"/>
                </a:lnTo>
                <a:lnTo>
                  <a:pt x="2205" y="5687"/>
                </a:lnTo>
                <a:lnTo>
                  <a:pt x="2258" y="5874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1008297" y="3192731"/>
            <a:ext cx="2311" cy="6249"/>
          </a:xfrm>
          <a:custGeom>
            <a:avLst/>
            <a:gdLst/>
            <a:ahLst/>
            <a:cxnLst/>
            <a:rect l="l" t="t" r="r" b="b"/>
            <a:pathLst>
              <a:path w="2311" h="6249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59" y="437"/>
                </a:lnTo>
                <a:lnTo>
                  <a:pt x="209" y="583"/>
                </a:lnTo>
                <a:lnTo>
                  <a:pt x="262" y="770"/>
                </a:lnTo>
                <a:lnTo>
                  <a:pt x="316" y="916"/>
                </a:lnTo>
                <a:lnTo>
                  <a:pt x="419" y="1104"/>
                </a:lnTo>
                <a:lnTo>
                  <a:pt x="419" y="1249"/>
                </a:lnTo>
                <a:lnTo>
                  <a:pt x="525" y="1395"/>
                </a:lnTo>
                <a:lnTo>
                  <a:pt x="579" y="1583"/>
                </a:lnTo>
                <a:lnTo>
                  <a:pt x="629" y="1729"/>
                </a:lnTo>
                <a:lnTo>
                  <a:pt x="682" y="1916"/>
                </a:lnTo>
                <a:lnTo>
                  <a:pt x="735" y="2062"/>
                </a:lnTo>
                <a:lnTo>
                  <a:pt x="788" y="2208"/>
                </a:lnTo>
                <a:lnTo>
                  <a:pt x="892" y="2395"/>
                </a:lnTo>
                <a:lnTo>
                  <a:pt x="945" y="2541"/>
                </a:lnTo>
                <a:lnTo>
                  <a:pt x="998" y="2729"/>
                </a:lnTo>
                <a:lnTo>
                  <a:pt x="1051" y="2874"/>
                </a:lnTo>
                <a:lnTo>
                  <a:pt x="1102" y="3020"/>
                </a:lnTo>
                <a:lnTo>
                  <a:pt x="1155" y="3208"/>
                </a:lnTo>
                <a:lnTo>
                  <a:pt x="1208" y="3354"/>
                </a:lnTo>
                <a:lnTo>
                  <a:pt x="1312" y="3541"/>
                </a:lnTo>
                <a:lnTo>
                  <a:pt x="1365" y="3687"/>
                </a:lnTo>
                <a:lnTo>
                  <a:pt x="1418" y="3833"/>
                </a:lnTo>
                <a:lnTo>
                  <a:pt x="1471" y="4020"/>
                </a:lnTo>
                <a:lnTo>
                  <a:pt x="1522" y="4166"/>
                </a:lnTo>
                <a:lnTo>
                  <a:pt x="1575" y="4354"/>
                </a:lnTo>
                <a:lnTo>
                  <a:pt x="1628" y="4499"/>
                </a:lnTo>
                <a:lnTo>
                  <a:pt x="1734" y="4687"/>
                </a:lnTo>
                <a:lnTo>
                  <a:pt x="1785" y="4833"/>
                </a:lnTo>
                <a:lnTo>
                  <a:pt x="1838" y="4979"/>
                </a:lnTo>
                <a:lnTo>
                  <a:pt x="1891" y="5166"/>
                </a:lnTo>
                <a:lnTo>
                  <a:pt x="1944" y="5312"/>
                </a:lnTo>
                <a:lnTo>
                  <a:pt x="1995" y="5499"/>
                </a:lnTo>
                <a:lnTo>
                  <a:pt x="2048" y="5645"/>
                </a:lnTo>
                <a:lnTo>
                  <a:pt x="2101" y="5791"/>
                </a:lnTo>
                <a:lnTo>
                  <a:pt x="2154" y="5979"/>
                </a:lnTo>
                <a:lnTo>
                  <a:pt x="2258" y="612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1010609" y="3198980"/>
            <a:ext cx="2258" cy="6562"/>
          </a:xfrm>
          <a:custGeom>
            <a:avLst/>
            <a:gdLst/>
            <a:ahLst/>
            <a:cxnLst/>
            <a:rect l="l" t="t" r="r" b="b"/>
            <a:pathLst>
              <a:path w="2258" h="6562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3" y="437"/>
                </a:lnTo>
                <a:lnTo>
                  <a:pt x="156" y="583"/>
                </a:lnTo>
                <a:lnTo>
                  <a:pt x="209" y="729"/>
                </a:lnTo>
                <a:lnTo>
                  <a:pt x="262" y="874"/>
                </a:lnTo>
                <a:lnTo>
                  <a:pt x="316" y="1020"/>
                </a:lnTo>
                <a:lnTo>
                  <a:pt x="366" y="1166"/>
                </a:lnTo>
                <a:lnTo>
                  <a:pt x="472" y="1354"/>
                </a:lnTo>
                <a:lnTo>
                  <a:pt x="525" y="1499"/>
                </a:lnTo>
                <a:lnTo>
                  <a:pt x="576" y="1687"/>
                </a:lnTo>
                <a:lnTo>
                  <a:pt x="629" y="1833"/>
                </a:lnTo>
                <a:lnTo>
                  <a:pt x="682" y="2020"/>
                </a:lnTo>
                <a:lnTo>
                  <a:pt x="735" y="2166"/>
                </a:lnTo>
                <a:lnTo>
                  <a:pt x="786" y="2312"/>
                </a:lnTo>
                <a:lnTo>
                  <a:pt x="839" y="2499"/>
                </a:lnTo>
                <a:lnTo>
                  <a:pt x="892" y="2645"/>
                </a:lnTo>
                <a:lnTo>
                  <a:pt x="996" y="2833"/>
                </a:lnTo>
                <a:lnTo>
                  <a:pt x="1049" y="2979"/>
                </a:lnTo>
                <a:lnTo>
                  <a:pt x="1102" y="3124"/>
                </a:lnTo>
                <a:lnTo>
                  <a:pt x="1155" y="3312"/>
                </a:lnTo>
                <a:lnTo>
                  <a:pt x="1208" y="3458"/>
                </a:lnTo>
                <a:lnTo>
                  <a:pt x="1259" y="3645"/>
                </a:lnTo>
                <a:lnTo>
                  <a:pt x="1312" y="3791"/>
                </a:lnTo>
                <a:lnTo>
                  <a:pt x="1365" y="3937"/>
                </a:lnTo>
                <a:lnTo>
                  <a:pt x="1418" y="4124"/>
                </a:lnTo>
                <a:lnTo>
                  <a:pt x="1469" y="4270"/>
                </a:lnTo>
                <a:lnTo>
                  <a:pt x="1522" y="4458"/>
                </a:lnTo>
                <a:lnTo>
                  <a:pt x="1575" y="4604"/>
                </a:lnTo>
                <a:lnTo>
                  <a:pt x="1628" y="4749"/>
                </a:lnTo>
                <a:lnTo>
                  <a:pt x="1732" y="4937"/>
                </a:lnTo>
                <a:lnTo>
                  <a:pt x="1732" y="5083"/>
                </a:lnTo>
                <a:lnTo>
                  <a:pt x="1838" y="5270"/>
                </a:lnTo>
                <a:lnTo>
                  <a:pt x="1889" y="5416"/>
                </a:lnTo>
                <a:lnTo>
                  <a:pt x="1942" y="5604"/>
                </a:lnTo>
                <a:lnTo>
                  <a:pt x="1995" y="5749"/>
                </a:lnTo>
                <a:lnTo>
                  <a:pt x="2048" y="5895"/>
                </a:lnTo>
                <a:lnTo>
                  <a:pt x="2101" y="6083"/>
                </a:lnTo>
                <a:lnTo>
                  <a:pt x="2152" y="6229"/>
                </a:lnTo>
                <a:lnTo>
                  <a:pt x="2205" y="6416"/>
                </a:lnTo>
                <a:lnTo>
                  <a:pt x="2258" y="6562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1012867" y="3205543"/>
            <a:ext cx="2309" cy="6874"/>
          </a:xfrm>
          <a:custGeom>
            <a:avLst/>
            <a:gdLst/>
            <a:ahLst/>
            <a:cxnLst/>
            <a:rect l="l" t="t" r="r" b="b"/>
            <a:pathLst>
              <a:path w="2309" h="6874">
                <a:moveTo>
                  <a:pt x="0" y="0"/>
                </a:moveTo>
                <a:lnTo>
                  <a:pt x="53" y="145"/>
                </a:lnTo>
                <a:lnTo>
                  <a:pt x="103" y="333"/>
                </a:lnTo>
                <a:lnTo>
                  <a:pt x="156" y="479"/>
                </a:lnTo>
                <a:lnTo>
                  <a:pt x="262" y="666"/>
                </a:lnTo>
                <a:lnTo>
                  <a:pt x="262" y="812"/>
                </a:lnTo>
                <a:lnTo>
                  <a:pt x="366" y="958"/>
                </a:lnTo>
                <a:lnTo>
                  <a:pt x="419" y="1145"/>
                </a:lnTo>
                <a:lnTo>
                  <a:pt x="419" y="1229"/>
                </a:lnTo>
                <a:lnTo>
                  <a:pt x="472" y="1374"/>
                </a:lnTo>
                <a:lnTo>
                  <a:pt x="523" y="1416"/>
                </a:lnTo>
                <a:lnTo>
                  <a:pt x="576" y="1562"/>
                </a:lnTo>
                <a:lnTo>
                  <a:pt x="576" y="1708"/>
                </a:lnTo>
                <a:lnTo>
                  <a:pt x="629" y="1854"/>
                </a:lnTo>
                <a:lnTo>
                  <a:pt x="682" y="1999"/>
                </a:lnTo>
                <a:lnTo>
                  <a:pt x="735" y="2145"/>
                </a:lnTo>
                <a:lnTo>
                  <a:pt x="786" y="2291"/>
                </a:lnTo>
                <a:lnTo>
                  <a:pt x="839" y="2437"/>
                </a:lnTo>
                <a:lnTo>
                  <a:pt x="892" y="2624"/>
                </a:lnTo>
                <a:lnTo>
                  <a:pt x="945" y="2770"/>
                </a:lnTo>
                <a:lnTo>
                  <a:pt x="996" y="2916"/>
                </a:lnTo>
                <a:lnTo>
                  <a:pt x="1049" y="3104"/>
                </a:lnTo>
                <a:lnTo>
                  <a:pt x="1102" y="3249"/>
                </a:lnTo>
                <a:lnTo>
                  <a:pt x="1155" y="3437"/>
                </a:lnTo>
                <a:lnTo>
                  <a:pt x="1206" y="3583"/>
                </a:lnTo>
                <a:lnTo>
                  <a:pt x="1259" y="3729"/>
                </a:lnTo>
                <a:lnTo>
                  <a:pt x="1312" y="3916"/>
                </a:lnTo>
                <a:lnTo>
                  <a:pt x="1365" y="4062"/>
                </a:lnTo>
                <a:lnTo>
                  <a:pt x="1469" y="4249"/>
                </a:lnTo>
                <a:lnTo>
                  <a:pt x="1522" y="4395"/>
                </a:lnTo>
                <a:lnTo>
                  <a:pt x="1522" y="4541"/>
                </a:lnTo>
                <a:lnTo>
                  <a:pt x="1628" y="4729"/>
                </a:lnTo>
                <a:lnTo>
                  <a:pt x="1679" y="4874"/>
                </a:lnTo>
                <a:lnTo>
                  <a:pt x="1732" y="5062"/>
                </a:lnTo>
                <a:lnTo>
                  <a:pt x="1785" y="5208"/>
                </a:lnTo>
                <a:lnTo>
                  <a:pt x="1838" y="5354"/>
                </a:lnTo>
                <a:lnTo>
                  <a:pt x="1889" y="5541"/>
                </a:lnTo>
                <a:lnTo>
                  <a:pt x="1942" y="5687"/>
                </a:lnTo>
                <a:lnTo>
                  <a:pt x="1995" y="5874"/>
                </a:lnTo>
                <a:lnTo>
                  <a:pt x="2048" y="6020"/>
                </a:lnTo>
                <a:lnTo>
                  <a:pt x="2099" y="6208"/>
                </a:lnTo>
                <a:lnTo>
                  <a:pt x="2152" y="6354"/>
                </a:lnTo>
                <a:lnTo>
                  <a:pt x="2205" y="6499"/>
                </a:lnTo>
                <a:lnTo>
                  <a:pt x="2258" y="6687"/>
                </a:lnTo>
                <a:lnTo>
                  <a:pt x="2309" y="6833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1015177" y="3212418"/>
            <a:ext cx="2311" cy="7124"/>
          </a:xfrm>
          <a:custGeom>
            <a:avLst/>
            <a:gdLst/>
            <a:ahLst/>
            <a:cxnLst/>
            <a:rect l="l" t="t" r="r" b="b"/>
            <a:pathLst>
              <a:path w="2311" h="7124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59" y="437"/>
                </a:lnTo>
                <a:lnTo>
                  <a:pt x="212" y="624"/>
                </a:lnTo>
                <a:lnTo>
                  <a:pt x="262" y="770"/>
                </a:lnTo>
                <a:lnTo>
                  <a:pt x="316" y="958"/>
                </a:lnTo>
                <a:lnTo>
                  <a:pt x="369" y="1104"/>
                </a:lnTo>
                <a:lnTo>
                  <a:pt x="422" y="1249"/>
                </a:lnTo>
                <a:lnTo>
                  <a:pt x="472" y="1437"/>
                </a:lnTo>
                <a:lnTo>
                  <a:pt x="525" y="1583"/>
                </a:lnTo>
                <a:lnTo>
                  <a:pt x="579" y="1770"/>
                </a:lnTo>
                <a:lnTo>
                  <a:pt x="632" y="1916"/>
                </a:lnTo>
                <a:lnTo>
                  <a:pt x="682" y="2062"/>
                </a:lnTo>
                <a:lnTo>
                  <a:pt x="735" y="2249"/>
                </a:lnTo>
                <a:lnTo>
                  <a:pt x="788" y="2395"/>
                </a:lnTo>
                <a:lnTo>
                  <a:pt x="842" y="2583"/>
                </a:lnTo>
                <a:lnTo>
                  <a:pt x="892" y="2729"/>
                </a:lnTo>
                <a:lnTo>
                  <a:pt x="945" y="2916"/>
                </a:lnTo>
                <a:lnTo>
                  <a:pt x="998" y="3062"/>
                </a:lnTo>
                <a:lnTo>
                  <a:pt x="1051" y="3208"/>
                </a:lnTo>
                <a:lnTo>
                  <a:pt x="1105" y="3395"/>
                </a:lnTo>
                <a:lnTo>
                  <a:pt x="1155" y="3541"/>
                </a:lnTo>
                <a:lnTo>
                  <a:pt x="1208" y="3729"/>
                </a:lnTo>
                <a:lnTo>
                  <a:pt x="1261" y="3874"/>
                </a:lnTo>
                <a:lnTo>
                  <a:pt x="1314" y="4020"/>
                </a:lnTo>
                <a:lnTo>
                  <a:pt x="1365" y="4208"/>
                </a:lnTo>
                <a:lnTo>
                  <a:pt x="1418" y="4354"/>
                </a:lnTo>
                <a:lnTo>
                  <a:pt x="1471" y="4541"/>
                </a:lnTo>
                <a:lnTo>
                  <a:pt x="1524" y="4687"/>
                </a:lnTo>
                <a:lnTo>
                  <a:pt x="1575" y="4833"/>
                </a:lnTo>
                <a:lnTo>
                  <a:pt x="1628" y="5020"/>
                </a:lnTo>
                <a:lnTo>
                  <a:pt x="1681" y="5166"/>
                </a:lnTo>
                <a:lnTo>
                  <a:pt x="1734" y="5354"/>
                </a:lnTo>
                <a:lnTo>
                  <a:pt x="1785" y="5499"/>
                </a:lnTo>
                <a:lnTo>
                  <a:pt x="1838" y="5645"/>
                </a:lnTo>
                <a:lnTo>
                  <a:pt x="1891" y="5833"/>
                </a:lnTo>
                <a:lnTo>
                  <a:pt x="1944" y="5979"/>
                </a:lnTo>
                <a:lnTo>
                  <a:pt x="1997" y="6166"/>
                </a:lnTo>
                <a:lnTo>
                  <a:pt x="2048" y="6312"/>
                </a:lnTo>
                <a:lnTo>
                  <a:pt x="2101" y="6499"/>
                </a:lnTo>
                <a:lnTo>
                  <a:pt x="2154" y="6645"/>
                </a:lnTo>
                <a:lnTo>
                  <a:pt x="2207" y="6791"/>
                </a:lnTo>
                <a:lnTo>
                  <a:pt x="2258" y="6979"/>
                </a:lnTo>
                <a:lnTo>
                  <a:pt x="2311" y="712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1017488" y="3219543"/>
            <a:ext cx="2311" cy="7395"/>
          </a:xfrm>
          <a:custGeom>
            <a:avLst/>
            <a:gdLst/>
            <a:ahLst/>
            <a:cxnLst/>
            <a:rect l="l" t="t" r="r" b="b"/>
            <a:pathLst>
              <a:path w="2311" h="7395">
                <a:moveTo>
                  <a:pt x="0" y="0"/>
                </a:moveTo>
                <a:lnTo>
                  <a:pt x="53" y="187"/>
                </a:lnTo>
                <a:lnTo>
                  <a:pt x="106" y="333"/>
                </a:lnTo>
                <a:lnTo>
                  <a:pt x="156" y="479"/>
                </a:lnTo>
                <a:lnTo>
                  <a:pt x="209" y="666"/>
                </a:lnTo>
                <a:lnTo>
                  <a:pt x="262" y="812"/>
                </a:lnTo>
                <a:lnTo>
                  <a:pt x="316" y="999"/>
                </a:lnTo>
                <a:lnTo>
                  <a:pt x="366" y="1145"/>
                </a:lnTo>
                <a:lnTo>
                  <a:pt x="419" y="1291"/>
                </a:lnTo>
                <a:lnTo>
                  <a:pt x="472" y="1479"/>
                </a:lnTo>
                <a:lnTo>
                  <a:pt x="525" y="1624"/>
                </a:lnTo>
                <a:lnTo>
                  <a:pt x="579" y="1812"/>
                </a:lnTo>
                <a:lnTo>
                  <a:pt x="629" y="1958"/>
                </a:lnTo>
                <a:lnTo>
                  <a:pt x="629" y="2104"/>
                </a:lnTo>
                <a:lnTo>
                  <a:pt x="735" y="2291"/>
                </a:lnTo>
                <a:lnTo>
                  <a:pt x="735" y="2437"/>
                </a:lnTo>
                <a:lnTo>
                  <a:pt x="839" y="2624"/>
                </a:lnTo>
                <a:lnTo>
                  <a:pt x="839" y="2770"/>
                </a:lnTo>
                <a:lnTo>
                  <a:pt x="945" y="2958"/>
                </a:lnTo>
                <a:lnTo>
                  <a:pt x="945" y="3104"/>
                </a:lnTo>
                <a:lnTo>
                  <a:pt x="998" y="3249"/>
                </a:lnTo>
                <a:lnTo>
                  <a:pt x="1049" y="3437"/>
                </a:lnTo>
                <a:lnTo>
                  <a:pt x="1102" y="3583"/>
                </a:lnTo>
                <a:lnTo>
                  <a:pt x="1155" y="3770"/>
                </a:lnTo>
                <a:lnTo>
                  <a:pt x="1208" y="3916"/>
                </a:lnTo>
                <a:lnTo>
                  <a:pt x="1259" y="4062"/>
                </a:lnTo>
                <a:lnTo>
                  <a:pt x="1312" y="4249"/>
                </a:lnTo>
                <a:lnTo>
                  <a:pt x="1365" y="4395"/>
                </a:lnTo>
                <a:lnTo>
                  <a:pt x="1418" y="4583"/>
                </a:lnTo>
                <a:lnTo>
                  <a:pt x="1471" y="4729"/>
                </a:lnTo>
                <a:lnTo>
                  <a:pt x="1522" y="4874"/>
                </a:lnTo>
                <a:lnTo>
                  <a:pt x="1575" y="5062"/>
                </a:lnTo>
                <a:lnTo>
                  <a:pt x="1628" y="5208"/>
                </a:lnTo>
                <a:lnTo>
                  <a:pt x="1681" y="5395"/>
                </a:lnTo>
                <a:lnTo>
                  <a:pt x="1732" y="5541"/>
                </a:lnTo>
                <a:lnTo>
                  <a:pt x="1785" y="5687"/>
                </a:lnTo>
                <a:lnTo>
                  <a:pt x="1838" y="5874"/>
                </a:lnTo>
                <a:lnTo>
                  <a:pt x="1891" y="6020"/>
                </a:lnTo>
                <a:lnTo>
                  <a:pt x="1942" y="6208"/>
                </a:lnTo>
                <a:lnTo>
                  <a:pt x="1995" y="6354"/>
                </a:lnTo>
                <a:lnTo>
                  <a:pt x="2048" y="6541"/>
                </a:lnTo>
                <a:lnTo>
                  <a:pt x="2101" y="6687"/>
                </a:lnTo>
                <a:lnTo>
                  <a:pt x="2101" y="6833"/>
                </a:lnTo>
                <a:lnTo>
                  <a:pt x="2152" y="7020"/>
                </a:lnTo>
                <a:lnTo>
                  <a:pt x="2205" y="7166"/>
                </a:lnTo>
                <a:lnTo>
                  <a:pt x="2258" y="735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1019800" y="3226938"/>
            <a:ext cx="2309" cy="7687"/>
          </a:xfrm>
          <a:custGeom>
            <a:avLst/>
            <a:gdLst/>
            <a:ahLst/>
            <a:cxnLst/>
            <a:rect l="l" t="t" r="r" b="b"/>
            <a:pathLst>
              <a:path w="2309" h="7687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3" y="437"/>
                </a:lnTo>
                <a:lnTo>
                  <a:pt x="156" y="583"/>
                </a:lnTo>
                <a:lnTo>
                  <a:pt x="209" y="770"/>
                </a:lnTo>
                <a:lnTo>
                  <a:pt x="262" y="916"/>
                </a:lnTo>
                <a:lnTo>
                  <a:pt x="313" y="1062"/>
                </a:lnTo>
                <a:lnTo>
                  <a:pt x="366" y="1249"/>
                </a:lnTo>
                <a:lnTo>
                  <a:pt x="419" y="1395"/>
                </a:lnTo>
                <a:lnTo>
                  <a:pt x="472" y="1583"/>
                </a:lnTo>
                <a:lnTo>
                  <a:pt x="523" y="1729"/>
                </a:lnTo>
                <a:lnTo>
                  <a:pt x="523" y="1874"/>
                </a:lnTo>
                <a:lnTo>
                  <a:pt x="576" y="2062"/>
                </a:lnTo>
                <a:lnTo>
                  <a:pt x="629" y="2208"/>
                </a:lnTo>
                <a:lnTo>
                  <a:pt x="682" y="2395"/>
                </a:lnTo>
                <a:lnTo>
                  <a:pt x="733" y="2541"/>
                </a:lnTo>
                <a:lnTo>
                  <a:pt x="786" y="2729"/>
                </a:lnTo>
                <a:lnTo>
                  <a:pt x="839" y="2874"/>
                </a:lnTo>
                <a:lnTo>
                  <a:pt x="892" y="3020"/>
                </a:lnTo>
                <a:lnTo>
                  <a:pt x="945" y="3208"/>
                </a:lnTo>
                <a:lnTo>
                  <a:pt x="996" y="3354"/>
                </a:lnTo>
                <a:lnTo>
                  <a:pt x="1049" y="3541"/>
                </a:lnTo>
                <a:lnTo>
                  <a:pt x="1102" y="3687"/>
                </a:lnTo>
                <a:lnTo>
                  <a:pt x="1155" y="3833"/>
                </a:lnTo>
                <a:lnTo>
                  <a:pt x="1206" y="4020"/>
                </a:lnTo>
                <a:lnTo>
                  <a:pt x="1206" y="4166"/>
                </a:lnTo>
                <a:lnTo>
                  <a:pt x="1312" y="4354"/>
                </a:lnTo>
                <a:lnTo>
                  <a:pt x="1312" y="4499"/>
                </a:lnTo>
                <a:lnTo>
                  <a:pt x="1365" y="4645"/>
                </a:lnTo>
                <a:lnTo>
                  <a:pt x="1416" y="4833"/>
                </a:lnTo>
                <a:lnTo>
                  <a:pt x="1469" y="4979"/>
                </a:lnTo>
                <a:lnTo>
                  <a:pt x="1522" y="5166"/>
                </a:lnTo>
                <a:lnTo>
                  <a:pt x="1575" y="5312"/>
                </a:lnTo>
                <a:lnTo>
                  <a:pt x="1626" y="5458"/>
                </a:lnTo>
                <a:lnTo>
                  <a:pt x="1679" y="5645"/>
                </a:lnTo>
                <a:lnTo>
                  <a:pt x="1732" y="5791"/>
                </a:lnTo>
                <a:lnTo>
                  <a:pt x="1785" y="5979"/>
                </a:lnTo>
                <a:lnTo>
                  <a:pt x="1785" y="6124"/>
                </a:lnTo>
                <a:lnTo>
                  <a:pt x="1889" y="6312"/>
                </a:lnTo>
                <a:lnTo>
                  <a:pt x="1889" y="6458"/>
                </a:lnTo>
                <a:lnTo>
                  <a:pt x="1942" y="6604"/>
                </a:lnTo>
                <a:lnTo>
                  <a:pt x="1995" y="6791"/>
                </a:lnTo>
                <a:lnTo>
                  <a:pt x="2048" y="6937"/>
                </a:lnTo>
                <a:lnTo>
                  <a:pt x="2099" y="7124"/>
                </a:lnTo>
                <a:lnTo>
                  <a:pt x="2152" y="7270"/>
                </a:lnTo>
                <a:lnTo>
                  <a:pt x="2205" y="7416"/>
                </a:lnTo>
                <a:lnTo>
                  <a:pt x="2258" y="760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1022109" y="3234626"/>
            <a:ext cx="2258" cy="7979"/>
          </a:xfrm>
          <a:custGeom>
            <a:avLst/>
            <a:gdLst/>
            <a:ahLst/>
            <a:cxnLst/>
            <a:rect l="l" t="t" r="r" b="b"/>
            <a:pathLst>
              <a:path w="2258" h="7979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6" y="437"/>
                </a:lnTo>
                <a:lnTo>
                  <a:pt x="159" y="583"/>
                </a:lnTo>
                <a:lnTo>
                  <a:pt x="159" y="729"/>
                </a:lnTo>
                <a:lnTo>
                  <a:pt x="209" y="874"/>
                </a:lnTo>
                <a:lnTo>
                  <a:pt x="262" y="1062"/>
                </a:lnTo>
                <a:lnTo>
                  <a:pt x="316" y="1208"/>
                </a:lnTo>
                <a:lnTo>
                  <a:pt x="369" y="1354"/>
                </a:lnTo>
                <a:lnTo>
                  <a:pt x="422" y="1541"/>
                </a:lnTo>
                <a:lnTo>
                  <a:pt x="472" y="1687"/>
                </a:lnTo>
                <a:lnTo>
                  <a:pt x="525" y="1874"/>
                </a:lnTo>
                <a:lnTo>
                  <a:pt x="579" y="2020"/>
                </a:lnTo>
                <a:lnTo>
                  <a:pt x="632" y="2208"/>
                </a:lnTo>
                <a:lnTo>
                  <a:pt x="632" y="2354"/>
                </a:lnTo>
                <a:lnTo>
                  <a:pt x="682" y="2499"/>
                </a:lnTo>
                <a:lnTo>
                  <a:pt x="735" y="2687"/>
                </a:lnTo>
                <a:lnTo>
                  <a:pt x="788" y="2833"/>
                </a:lnTo>
                <a:lnTo>
                  <a:pt x="842" y="3020"/>
                </a:lnTo>
                <a:lnTo>
                  <a:pt x="892" y="3166"/>
                </a:lnTo>
                <a:lnTo>
                  <a:pt x="945" y="3312"/>
                </a:lnTo>
                <a:lnTo>
                  <a:pt x="998" y="3499"/>
                </a:lnTo>
                <a:lnTo>
                  <a:pt x="1051" y="3645"/>
                </a:lnTo>
                <a:lnTo>
                  <a:pt x="1102" y="3833"/>
                </a:lnTo>
                <a:lnTo>
                  <a:pt x="1102" y="3979"/>
                </a:lnTo>
                <a:lnTo>
                  <a:pt x="1155" y="4124"/>
                </a:lnTo>
                <a:lnTo>
                  <a:pt x="1208" y="4312"/>
                </a:lnTo>
                <a:lnTo>
                  <a:pt x="1261" y="4458"/>
                </a:lnTo>
                <a:lnTo>
                  <a:pt x="1314" y="4645"/>
                </a:lnTo>
                <a:lnTo>
                  <a:pt x="1365" y="4791"/>
                </a:lnTo>
                <a:lnTo>
                  <a:pt x="1418" y="4937"/>
                </a:lnTo>
                <a:lnTo>
                  <a:pt x="1471" y="5124"/>
                </a:lnTo>
                <a:lnTo>
                  <a:pt x="1524" y="5270"/>
                </a:lnTo>
                <a:lnTo>
                  <a:pt x="1524" y="5458"/>
                </a:lnTo>
                <a:lnTo>
                  <a:pt x="1575" y="5604"/>
                </a:lnTo>
                <a:lnTo>
                  <a:pt x="1628" y="5791"/>
                </a:lnTo>
                <a:lnTo>
                  <a:pt x="1681" y="5937"/>
                </a:lnTo>
                <a:lnTo>
                  <a:pt x="1734" y="6083"/>
                </a:lnTo>
                <a:lnTo>
                  <a:pt x="1785" y="6270"/>
                </a:lnTo>
                <a:lnTo>
                  <a:pt x="1838" y="6416"/>
                </a:lnTo>
                <a:lnTo>
                  <a:pt x="1891" y="6604"/>
                </a:lnTo>
                <a:lnTo>
                  <a:pt x="1891" y="6749"/>
                </a:lnTo>
                <a:lnTo>
                  <a:pt x="1944" y="6895"/>
                </a:lnTo>
                <a:lnTo>
                  <a:pt x="1995" y="7083"/>
                </a:lnTo>
                <a:lnTo>
                  <a:pt x="2048" y="7229"/>
                </a:lnTo>
                <a:lnTo>
                  <a:pt x="2101" y="7416"/>
                </a:lnTo>
                <a:lnTo>
                  <a:pt x="2154" y="7562"/>
                </a:lnTo>
                <a:lnTo>
                  <a:pt x="2207" y="7708"/>
                </a:lnTo>
                <a:lnTo>
                  <a:pt x="2258" y="7895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1024367" y="3242605"/>
            <a:ext cx="2311" cy="8229"/>
          </a:xfrm>
          <a:custGeom>
            <a:avLst/>
            <a:gdLst/>
            <a:ahLst/>
            <a:cxnLst/>
            <a:rect l="l" t="t" r="r" b="b"/>
            <a:pathLst>
              <a:path w="2311" h="8229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59" y="437"/>
                </a:lnTo>
                <a:lnTo>
                  <a:pt x="159" y="583"/>
                </a:lnTo>
                <a:lnTo>
                  <a:pt x="209" y="729"/>
                </a:lnTo>
                <a:lnTo>
                  <a:pt x="262" y="874"/>
                </a:lnTo>
                <a:lnTo>
                  <a:pt x="316" y="1062"/>
                </a:lnTo>
                <a:lnTo>
                  <a:pt x="369" y="1208"/>
                </a:lnTo>
                <a:lnTo>
                  <a:pt x="419" y="1395"/>
                </a:lnTo>
                <a:lnTo>
                  <a:pt x="419" y="1541"/>
                </a:lnTo>
                <a:lnTo>
                  <a:pt x="472" y="1687"/>
                </a:lnTo>
                <a:lnTo>
                  <a:pt x="525" y="1874"/>
                </a:lnTo>
                <a:lnTo>
                  <a:pt x="579" y="2020"/>
                </a:lnTo>
                <a:lnTo>
                  <a:pt x="629" y="2208"/>
                </a:lnTo>
                <a:lnTo>
                  <a:pt x="682" y="2354"/>
                </a:lnTo>
                <a:lnTo>
                  <a:pt x="735" y="2499"/>
                </a:lnTo>
                <a:lnTo>
                  <a:pt x="788" y="2687"/>
                </a:lnTo>
                <a:lnTo>
                  <a:pt x="788" y="2833"/>
                </a:lnTo>
                <a:lnTo>
                  <a:pt x="892" y="3020"/>
                </a:lnTo>
                <a:lnTo>
                  <a:pt x="892" y="3166"/>
                </a:lnTo>
                <a:lnTo>
                  <a:pt x="945" y="3312"/>
                </a:lnTo>
                <a:lnTo>
                  <a:pt x="998" y="3499"/>
                </a:lnTo>
                <a:lnTo>
                  <a:pt x="1051" y="3645"/>
                </a:lnTo>
                <a:lnTo>
                  <a:pt x="1102" y="3833"/>
                </a:lnTo>
                <a:lnTo>
                  <a:pt x="1155" y="3979"/>
                </a:lnTo>
                <a:lnTo>
                  <a:pt x="1155" y="4124"/>
                </a:lnTo>
                <a:lnTo>
                  <a:pt x="1208" y="4312"/>
                </a:lnTo>
                <a:lnTo>
                  <a:pt x="1261" y="4458"/>
                </a:lnTo>
                <a:lnTo>
                  <a:pt x="1312" y="4645"/>
                </a:lnTo>
                <a:lnTo>
                  <a:pt x="1365" y="4791"/>
                </a:lnTo>
                <a:lnTo>
                  <a:pt x="1418" y="4979"/>
                </a:lnTo>
                <a:lnTo>
                  <a:pt x="1471" y="5124"/>
                </a:lnTo>
                <a:lnTo>
                  <a:pt x="1471" y="5270"/>
                </a:lnTo>
                <a:lnTo>
                  <a:pt x="1522" y="5458"/>
                </a:lnTo>
                <a:lnTo>
                  <a:pt x="1575" y="5604"/>
                </a:lnTo>
                <a:lnTo>
                  <a:pt x="1628" y="5791"/>
                </a:lnTo>
                <a:lnTo>
                  <a:pt x="1681" y="5937"/>
                </a:lnTo>
                <a:lnTo>
                  <a:pt x="1734" y="6083"/>
                </a:lnTo>
                <a:lnTo>
                  <a:pt x="1785" y="6270"/>
                </a:lnTo>
                <a:lnTo>
                  <a:pt x="1785" y="6416"/>
                </a:lnTo>
                <a:lnTo>
                  <a:pt x="1838" y="6604"/>
                </a:lnTo>
                <a:lnTo>
                  <a:pt x="1891" y="6749"/>
                </a:lnTo>
                <a:lnTo>
                  <a:pt x="1944" y="6895"/>
                </a:lnTo>
                <a:lnTo>
                  <a:pt x="1995" y="7083"/>
                </a:lnTo>
                <a:lnTo>
                  <a:pt x="2048" y="7229"/>
                </a:lnTo>
                <a:lnTo>
                  <a:pt x="2101" y="7416"/>
                </a:lnTo>
                <a:lnTo>
                  <a:pt x="2154" y="7562"/>
                </a:lnTo>
                <a:lnTo>
                  <a:pt x="2154" y="7708"/>
                </a:lnTo>
                <a:lnTo>
                  <a:pt x="2205" y="7895"/>
                </a:lnTo>
                <a:lnTo>
                  <a:pt x="2258" y="8041"/>
                </a:lnTo>
                <a:lnTo>
                  <a:pt x="2311" y="822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1026679" y="3250834"/>
            <a:ext cx="2311" cy="8458"/>
          </a:xfrm>
          <a:custGeom>
            <a:avLst/>
            <a:gdLst/>
            <a:ahLst/>
            <a:cxnLst/>
            <a:rect l="l" t="t" r="r" b="b"/>
            <a:pathLst>
              <a:path w="2311" h="8458">
                <a:moveTo>
                  <a:pt x="0" y="0"/>
                </a:moveTo>
                <a:lnTo>
                  <a:pt x="53" y="145"/>
                </a:lnTo>
                <a:lnTo>
                  <a:pt x="103" y="333"/>
                </a:lnTo>
                <a:lnTo>
                  <a:pt x="103" y="479"/>
                </a:lnTo>
                <a:lnTo>
                  <a:pt x="156" y="624"/>
                </a:lnTo>
                <a:lnTo>
                  <a:pt x="209" y="812"/>
                </a:lnTo>
                <a:lnTo>
                  <a:pt x="262" y="958"/>
                </a:lnTo>
                <a:lnTo>
                  <a:pt x="316" y="1145"/>
                </a:lnTo>
                <a:lnTo>
                  <a:pt x="366" y="1291"/>
                </a:lnTo>
                <a:lnTo>
                  <a:pt x="419" y="1437"/>
                </a:lnTo>
                <a:lnTo>
                  <a:pt x="419" y="1624"/>
                </a:lnTo>
                <a:lnTo>
                  <a:pt x="472" y="1770"/>
                </a:lnTo>
                <a:lnTo>
                  <a:pt x="525" y="1958"/>
                </a:lnTo>
                <a:lnTo>
                  <a:pt x="576" y="2104"/>
                </a:lnTo>
                <a:lnTo>
                  <a:pt x="629" y="2249"/>
                </a:lnTo>
                <a:lnTo>
                  <a:pt x="682" y="2437"/>
                </a:lnTo>
                <a:lnTo>
                  <a:pt x="682" y="2583"/>
                </a:lnTo>
                <a:lnTo>
                  <a:pt x="786" y="2770"/>
                </a:lnTo>
                <a:lnTo>
                  <a:pt x="786" y="2916"/>
                </a:lnTo>
                <a:lnTo>
                  <a:pt x="839" y="3062"/>
                </a:lnTo>
                <a:lnTo>
                  <a:pt x="892" y="3249"/>
                </a:lnTo>
                <a:lnTo>
                  <a:pt x="945" y="3395"/>
                </a:lnTo>
                <a:lnTo>
                  <a:pt x="996" y="3583"/>
                </a:lnTo>
                <a:lnTo>
                  <a:pt x="996" y="3729"/>
                </a:lnTo>
                <a:lnTo>
                  <a:pt x="1102" y="3916"/>
                </a:lnTo>
                <a:lnTo>
                  <a:pt x="1102" y="4062"/>
                </a:lnTo>
                <a:lnTo>
                  <a:pt x="1155" y="4208"/>
                </a:lnTo>
                <a:lnTo>
                  <a:pt x="1208" y="4395"/>
                </a:lnTo>
                <a:lnTo>
                  <a:pt x="1259" y="4541"/>
                </a:lnTo>
                <a:lnTo>
                  <a:pt x="1312" y="4729"/>
                </a:lnTo>
                <a:lnTo>
                  <a:pt x="1312" y="4874"/>
                </a:lnTo>
                <a:lnTo>
                  <a:pt x="1365" y="5020"/>
                </a:lnTo>
                <a:lnTo>
                  <a:pt x="1418" y="5208"/>
                </a:lnTo>
                <a:lnTo>
                  <a:pt x="1469" y="5354"/>
                </a:lnTo>
                <a:lnTo>
                  <a:pt x="1522" y="5541"/>
                </a:lnTo>
                <a:lnTo>
                  <a:pt x="1575" y="5687"/>
                </a:lnTo>
                <a:lnTo>
                  <a:pt x="1575" y="5833"/>
                </a:lnTo>
                <a:lnTo>
                  <a:pt x="1628" y="6020"/>
                </a:lnTo>
                <a:lnTo>
                  <a:pt x="1679" y="6166"/>
                </a:lnTo>
                <a:lnTo>
                  <a:pt x="1732" y="6354"/>
                </a:lnTo>
                <a:lnTo>
                  <a:pt x="1785" y="6499"/>
                </a:lnTo>
                <a:lnTo>
                  <a:pt x="1785" y="6645"/>
                </a:lnTo>
                <a:lnTo>
                  <a:pt x="1838" y="6833"/>
                </a:lnTo>
                <a:lnTo>
                  <a:pt x="1889" y="6979"/>
                </a:lnTo>
                <a:lnTo>
                  <a:pt x="1942" y="7166"/>
                </a:lnTo>
                <a:lnTo>
                  <a:pt x="1995" y="7312"/>
                </a:lnTo>
                <a:lnTo>
                  <a:pt x="2048" y="7499"/>
                </a:lnTo>
                <a:lnTo>
                  <a:pt x="2101" y="7645"/>
                </a:lnTo>
                <a:lnTo>
                  <a:pt x="2101" y="7791"/>
                </a:lnTo>
                <a:lnTo>
                  <a:pt x="2152" y="7979"/>
                </a:lnTo>
                <a:lnTo>
                  <a:pt x="2205" y="8124"/>
                </a:lnTo>
                <a:lnTo>
                  <a:pt x="2258" y="8312"/>
                </a:lnTo>
                <a:lnTo>
                  <a:pt x="2311" y="845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1028990" y="3259292"/>
            <a:ext cx="2309" cy="8729"/>
          </a:xfrm>
          <a:custGeom>
            <a:avLst/>
            <a:gdLst/>
            <a:ahLst/>
            <a:cxnLst/>
            <a:rect l="l" t="t" r="r" b="b"/>
            <a:pathLst>
              <a:path w="2309" h="8729">
                <a:moveTo>
                  <a:pt x="0" y="0"/>
                </a:moveTo>
                <a:lnTo>
                  <a:pt x="50" y="145"/>
                </a:lnTo>
                <a:lnTo>
                  <a:pt x="50" y="333"/>
                </a:lnTo>
                <a:lnTo>
                  <a:pt x="103" y="479"/>
                </a:lnTo>
                <a:lnTo>
                  <a:pt x="156" y="666"/>
                </a:lnTo>
                <a:lnTo>
                  <a:pt x="209" y="812"/>
                </a:lnTo>
                <a:lnTo>
                  <a:pt x="260" y="958"/>
                </a:lnTo>
                <a:lnTo>
                  <a:pt x="313" y="1145"/>
                </a:lnTo>
                <a:lnTo>
                  <a:pt x="313" y="1291"/>
                </a:lnTo>
                <a:lnTo>
                  <a:pt x="366" y="1479"/>
                </a:lnTo>
                <a:lnTo>
                  <a:pt x="419" y="1624"/>
                </a:lnTo>
                <a:lnTo>
                  <a:pt x="470" y="1770"/>
                </a:lnTo>
                <a:lnTo>
                  <a:pt x="523" y="1958"/>
                </a:lnTo>
                <a:lnTo>
                  <a:pt x="523" y="2104"/>
                </a:lnTo>
                <a:lnTo>
                  <a:pt x="576" y="2291"/>
                </a:lnTo>
                <a:lnTo>
                  <a:pt x="629" y="2437"/>
                </a:lnTo>
                <a:lnTo>
                  <a:pt x="682" y="2624"/>
                </a:lnTo>
                <a:lnTo>
                  <a:pt x="733" y="2770"/>
                </a:lnTo>
                <a:lnTo>
                  <a:pt x="786" y="2916"/>
                </a:lnTo>
                <a:lnTo>
                  <a:pt x="786" y="3104"/>
                </a:lnTo>
                <a:lnTo>
                  <a:pt x="839" y="3249"/>
                </a:lnTo>
                <a:lnTo>
                  <a:pt x="892" y="3437"/>
                </a:lnTo>
                <a:lnTo>
                  <a:pt x="943" y="3583"/>
                </a:lnTo>
                <a:lnTo>
                  <a:pt x="996" y="3729"/>
                </a:lnTo>
                <a:lnTo>
                  <a:pt x="1049" y="3916"/>
                </a:lnTo>
                <a:lnTo>
                  <a:pt x="1049" y="4062"/>
                </a:lnTo>
                <a:lnTo>
                  <a:pt x="1102" y="4249"/>
                </a:lnTo>
                <a:lnTo>
                  <a:pt x="1153" y="4395"/>
                </a:lnTo>
                <a:lnTo>
                  <a:pt x="1206" y="4541"/>
                </a:lnTo>
                <a:lnTo>
                  <a:pt x="1259" y="4729"/>
                </a:lnTo>
                <a:lnTo>
                  <a:pt x="1259" y="4874"/>
                </a:lnTo>
                <a:lnTo>
                  <a:pt x="1312" y="5062"/>
                </a:lnTo>
                <a:lnTo>
                  <a:pt x="1363" y="5208"/>
                </a:lnTo>
                <a:lnTo>
                  <a:pt x="1416" y="5354"/>
                </a:lnTo>
                <a:lnTo>
                  <a:pt x="1469" y="5541"/>
                </a:lnTo>
                <a:lnTo>
                  <a:pt x="1469" y="5687"/>
                </a:lnTo>
                <a:lnTo>
                  <a:pt x="1522" y="5874"/>
                </a:lnTo>
                <a:lnTo>
                  <a:pt x="1575" y="6020"/>
                </a:lnTo>
                <a:lnTo>
                  <a:pt x="1626" y="6208"/>
                </a:lnTo>
                <a:lnTo>
                  <a:pt x="1679" y="6354"/>
                </a:lnTo>
                <a:lnTo>
                  <a:pt x="1679" y="6499"/>
                </a:lnTo>
                <a:lnTo>
                  <a:pt x="1785" y="6687"/>
                </a:lnTo>
                <a:lnTo>
                  <a:pt x="1785" y="6833"/>
                </a:lnTo>
                <a:lnTo>
                  <a:pt x="1836" y="7020"/>
                </a:lnTo>
                <a:lnTo>
                  <a:pt x="1889" y="7166"/>
                </a:lnTo>
                <a:lnTo>
                  <a:pt x="1942" y="7312"/>
                </a:lnTo>
                <a:lnTo>
                  <a:pt x="1942" y="7499"/>
                </a:lnTo>
                <a:lnTo>
                  <a:pt x="1995" y="7645"/>
                </a:lnTo>
                <a:lnTo>
                  <a:pt x="2046" y="7833"/>
                </a:lnTo>
                <a:lnTo>
                  <a:pt x="2099" y="7979"/>
                </a:lnTo>
                <a:lnTo>
                  <a:pt x="2152" y="8124"/>
                </a:lnTo>
                <a:lnTo>
                  <a:pt x="2152" y="8312"/>
                </a:lnTo>
                <a:lnTo>
                  <a:pt x="2205" y="8458"/>
                </a:lnTo>
                <a:lnTo>
                  <a:pt x="2256" y="8645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1031300" y="3268021"/>
            <a:ext cx="2258" cy="8979"/>
          </a:xfrm>
          <a:custGeom>
            <a:avLst/>
            <a:gdLst/>
            <a:ahLst/>
            <a:cxnLst/>
            <a:rect l="l" t="t" r="r" b="b"/>
            <a:pathLst>
              <a:path w="2258" h="8979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6" y="437"/>
                </a:lnTo>
                <a:lnTo>
                  <a:pt x="106" y="583"/>
                </a:lnTo>
                <a:lnTo>
                  <a:pt x="159" y="729"/>
                </a:lnTo>
                <a:lnTo>
                  <a:pt x="209" y="874"/>
                </a:lnTo>
                <a:lnTo>
                  <a:pt x="262" y="1062"/>
                </a:lnTo>
                <a:lnTo>
                  <a:pt x="316" y="1208"/>
                </a:lnTo>
                <a:lnTo>
                  <a:pt x="316" y="1354"/>
                </a:lnTo>
                <a:lnTo>
                  <a:pt x="369" y="1541"/>
                </a:lnTo>
                <a:lnTo>
                  <a:pt x="419" y="1687"/>
                </a:lnTo>
                <a:lnTo>
                  <a:pt x="472" y="1874"/>
                </a:lnTo>
                <a:lnTo>
                  <a:pt x="525" y="2020"/>
                </a:lnTo>
                <a:lnTo>
                  <a:pt x="525" y="2166"/>
                </a:lnTo>
                <a:lnTo>
                  <a:pt x="579" y="2354"/>
                </a:lnTo>
                <a:lnTo>
                  <a:pt x="629" y="2499"/>
                </a:lnTo>
                <a:lnTo>
                  <a:pt x="682" y="2687"/>
                </a:lnTo>
                <a:lnTo>
                  <a:pt x="682" y="2833"/>
                </a:lnTo>
                <a:lnTo>
                  <a:pt x="735" y="2979"/>
                </a:lnTo>
                <a:lnTo>
                  <a:pt x="788" y="3166"/>
                </a:lnTo>
                <a:lnTo>
                  <a:pt x="839" y="3312"/>
                </a:lnTo>
                <a:lnTo>
                  <a:pt x="892" y="3499"/>
                </a:lnTo>
                <a:lnTo>
                  <a:pt x="892" y="3645"/>
                </a:lnTo>
                <a:lnTo>
                  <a:pt x="945" y="3791"/>
                </a:lnTo>
                <a:lnTo>
                  <a:pt x="998" y="3979"/>
                </a:lnTo>
                <a:lnTo>
                  <a:pt x="1051" y="4124"/>
                </a:lnTo>
                <a:lnTo>
                  <a:pt x="1102" y="4312"/>
                </a:lnTo>
                <a:lnTo>
                  <a:pt x="1102" y="4458"/>
                </a:lnTo>
                <a:lnTo>
                  <a:pt x="1155" y="4645"/>
                </a:lnTo>
                <a:lnTo>
                  <a:pt x="1208" y="4791"/>
                </a:lnTo>
                <a:lnTo>
                  <a:pt x="1261" y="4937"/>
                </a:lnTo>
                <a:lnTo>
                  <a:pt x="1312" y="5124"/>
                </a:lnTo>
                <a:lnTo>
                  <a:pt x="1312" y="5270"/>
                </a:lnTo>
                <a:lnTo>
                  <a:pt x="1365" y="5458"/>
                </a:lnTo>
                <a:lnTo>
                  <a:pt x="1418" y="5604"/>
                </a:lnTo>
                <a:lnTo>
                  <a:pt x="1471" y="5749"/>
                </a:lnTo>
                <a:lnTo>
                  <a:pt x="1522" y="5937"/>
                </a:lnTo>
                <a:lnTo>
                  <a:pt x="1522" y="6083"/>
                </a:lnTo>
                <a:lnTo>
                  <a:pt x="1575" y="6270"/>
                </a:lnTo>
                <a:lnTo>
                  <a:pt x="1628" y="6416"/>
                </a:lnTo>
                <a:lnTo>
                  <a:pt x="1681" y="6562"/>
                </a:lnTo>
                <a:lnTo>
                  <a:pt x="1732" y="6749"/>
                </a:lnTo>
                <a:lnTo>
                  <a:pt x="1732" y="6895"/>
                </a:lnTo>
                <a:lnTo>
                  <a:pt x="1785" y="7083"/>
                </a:lnTo>
                <a:lnTo>
                  <a:pt x="1838" y="7229"/>
                </a:lnTo>
                <a:lnTo>
                  <a:pt x="1891" y="7374"/>
                </a:lnTo>
                <a:lnTo>
                  <a:pt x="1944" y="7562"/>
                </a:lnTo>
                <a:lnTo>
                  <a:pt x="1944" y="7708"/>
                </a:lnTo>
                <a:lnTo>
                  <a:pt x="1995" y="7895"/>
                </a:lnTo>
                <a:lnTo>
                  <a:pt x="2048" y="8041"/>
                </a:lnTo>
                <a:lnTo>
                  <a:pt x="2101" y="8229"/>
                </a:lnTo>
                <a:lnTo>
                  <a:pt x="2154" y="8374"/>
                </a:lnTo>
                <a:lnTo>
                  <a:pt x="2154" y="8520"/>
                </a:lnTo>
                <a:lnTo>
                  <a:pt x="2205" y="8708"/>
                </a:lnTo>
                <a:lnTo>
                  <a:pt x="2258" y="885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1033558" y="3277000"/>
            <a:ext cx="2311" cy="9187"/>
          </a:xfrm>
          <a:custGeom>
            <a:avLst/>
            <a:gdLst/>
            <a:ahLst/>
            <a:cxnLst/>
            <a:rect l="l" t="t" r="r" b="b"/>
            <a:pathLst>
              <a:path w="2311" h="9187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56" y="437"/>
                </a:lnTo>
                <a:lnTo>
                  <a:pt x="156" y="583"/>
                </a:lnTo>
                <a:lnTo>
                  <a:pt x="209" y="729"/>
                </a:lnTo>
                <a:lnTo>
                  <a:pt x="262" y="874"/>
                </a:lnTo>
                <a:lnTo>
                  <a:pt x="262" y="1020"/>
                </a:lnTo>
                <a:lnTo>
                  <a:pt x="316" y="1166"/>
                </a:lnTo>
                <a:lnTo>
                  <a:pt x="366" y="1354"/>
                </a:lnTo>
                <a:lnTo>
                  <a:pt x="419" y="1499"/>
                </a:lnTo>
                <a:lnTo>
                  <a:pt x="472" y="1687"/>
                </a:lnTo>
                <a:lnTo>
                  <a:pt x="472" y="1833"/>
                </a:lnTo>
                <a:lnTo>
                  <a:pt x="525" y="1979"/>
                </a:lnTo>
                <a:lnTo>
                  <a:pt x="579" y="2166"/>
                </a:lnTo>
                <a:lnTo>
                  <a:pt x="629" y="2312"/>
                </a:lnTo>
                <a:lnTo>
                  <a:pt x="682" y="2499"/>
                </a:lnTo>
                <a:lnTo>
                  <a:pt x="682" y="2645"/>
                </a:lnTo>
                <a:lnTo>
                  <a:pt x="735" y="2833"/>
                </a:lnTo>
                <a:lnTo>
                  <a:pt x="788" y="2979"/>
                </a:lnTo>
                <a:lnTo>
                  <a:pt x="788" y="3124"/>
                </a:lnTo>
                <a:lnTo>
                  <a:pt x="839" y="3312"/>
                </a:lnTo>
                <a:lnTo>
                  <a:pt x="892" y="3458"/>
                </a:lnTo>
                <a:lnTo>
                  <a:pt x="945" y="3645"/>
                </a:lnTo>
                <a:lnTo>
                  <a:pt x="998" y="3791"/>
                </a:lnTo>
                <a:lnTo>
                  <a:pt x="998" y="3937"/>
                </a:lnTo>
                <a:lnTo>
                  <a:pt x="1049" y="4124"/>
                </a:lnTo>
                <a:lnTo>
                  <a:pt x="1102" y="4270"/>
                </a:lnTo>
                <a:lnTo>
                  <a:pt x="1155" y="4458"/>
                </a:lnTo>
                <a:lnTo>
                  <a:pt x="1155" y="4604"/>
                </a:lnTo>
                <a:lnTo>
                  <a:pt x="1208" y="4749"/>
                </a:lnTo>
                <a:lnTo>
                  <a:pt x="1259" y="4937"/>
                </a:lnTo>
                <a:lnTo>
                  <a:pt x="1312" y="5083"/>
                </a:lnTo>
                <a:lnTo>
                  <a:pt x="1365" y="5270"/>
                </a:lnTo>
                <a:lnTo>
                  <a:pt x="1365" y="5416"/>
                </a:lnTo>
                <a:lnTo>
                  <a:pt x="1418" y="5562"/>
                </a:lnTo>
                <a:lnTo>
                  <a:pt x="1471" y="5749"/>
                </a:lnTo>
                <a:lnTo>
                  <a:pt x="1522" y="5895"/>
                </a:lnTo>
                <a:lnTo>
                  <a:pt x="1522" y="6083"/>
                </a:lnTo>
                <a:lnTo>
                  <a:pt x="1575" y="6229"/>
                </a:lnTo>
                <a:lnTo>
                  <a:pt x="1628" y="6416"/>
                </a:lnTo>
                <a:lnTo>
                  <a:pt x="1681" y="6562"/>
                </a:lnTo>
                <a:lnTo>
                  <a:pt x="1732" y="6708"/>
                </a:lnTo>
                <a:lnTo>
                  <a:pt x="1732" y="6895"/>
                </a:lnTo>
                <a:lnTo>
                  <a:pt x="1785" y="7041"/>
                </a:lnTo>
                <a:lnTo>
                  <a:pt x="1838" y="7229"/>
                </a:lnTo>
                <a:lnTo>
                  <a:pt x="1891" y="7374"/>
                </a:lnTo>
                <a:lnTo>
                  <a:pt x="1891" y="7520"/>
                </a:lnTo>
                <a:lnTo>
                  <a:pt x="1942" y="7708"/>
                </a:lnTo>
                <a:lnTo>
                  <a:pt x="1995" y="7854"/>
                </a:lnTo>
                <a:lnTo>
                  <a:pt x="2048" y="8041"/>
                </a:lnTo>
                <a:lnTo>
                  <a:pt x="2048" y="8187"/>
                </a:lnTo>
                <a:lnTo>
                  <a:pt x="2101" y="8333"/>
                </a:lnTo>
                <a:lnTo>
                  <a:pt x="2152" y="8520"/>
                </a:lnTo>
                <a:lnTo>
                  <a:pt x="2205" y="8666"/>
                </a:lnTo>
                <a:lnTo>
                  <a:pt x="2258" y="8854"/>
                </a:lnTo>
                <a:lnTo>
                  <a:pt x="2258" y="8999"/>
                </a:lnTo>
                <a:lnTo>
                  <a:pt x="2311" y="91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1035870" y="3286187"/>
            <a:ext cx="2309" cy="9416"/>
          </a:xfrm>
          <a:custGeom>
            <a:avLst/>
            <a:gdLst/>
            <a:ahLst/>
            <a:cxnLst/>
            <a:rect l="l" t="t" r="r" b="b"/>
            <a:pathLst>
              <a:path w="2309" h="9416">
                <a:moveTo>
                  <a:pt x="0" y="0"/>
                </a:moveTo>
                <a:lnTo>
                  <a:pt x="53" y="145"/>
                </a:lnTo>
                <a:lnTo>
                  <a:pt x="103" y="291"/>
                </a:lnTo>
                <a:lnTo>
                  <a:pt x="103" y="479"/>
                </a:lnTo>
                <a:lnTo>
                  <a:pt x="156" y="624"/>
                </a:lnTo>
                <a:lnTo>
                  <a:pt x="209" y="812"/>
                </a:lnTo>
                <a:lnTo>
                  <a:pt x="262" y="958"/>
                </a:lnTo>
                <a:lnTo>
                  <a:pt x="262" y="1104"/>
                </a:lnTo>
                <a:lnTo>
                  <a:pt x="313" y="1291"/>
                </a:lnTo>
                <a:lnTo>
                  <a:pt x="366" y="1437"/>
                </a:lnTo>
                <a:lnTo>
                  <a:pt x="419" y="1624"/>
                </a:lnTo>
                <a:lnTo>
                  <a:pt x="472" y="1770"/>
                </a:lnTo>
                <a:lnTo>
                  <a:pt x="472" y="1916"/>
                </a:lnTo>
                <a:lnTo>
                  <a:pt x="523" y="2104"/>
                </a:lnTo>
                <a:lnTo>
                  <a:pt x="576" y="2249"/>
                </a:lnTo>
                <a:lnTo>
                  <a:pt x="629" y="2437"/>
                </a:lnTo>
                <a:lnTo>
                  <a:pt x="629" y="2583"/>
                </a:lnTo>
                <a:lnTo>
                  <a:pt x="682" y="2729"/>
                </a:lnTo>
                <a:lnTo>
                  <a:pt x="733" y="2916"/>
                </a:lnTo>
                <a:lnTo>
                  <a:pt x="733" y="3062"/>
                </a:lnTo>
                <a:lnTo>
                  <a:pt x="786" y="3249"/>
                </a:lnTo>
                <a:lnTo>
                  <a:pt x="839" y="3395"/>
                </a:lnTo>
                <a:lnTo>
                  <a:pt x="892" y="3541"/>
                </a:lnTo>
                <a:lnTo>
                  <a:pt x="945" y="3729"/>
                </a:lnTo>
                <a:lnTo>
                  <a:pt x="945" y="3874"/>
                </a:lnTo>
                <a:lnTo>
                  <a:pt x="996" y="4062"/>
                </a:lnTo>
                <a:lnTo>
                  <a:pt x="1049" y="4208"/>
                </a:lnTo>
                <a:lnTo>
                  <a:pt x="1102" y="4395"/>
                </a:lnTo>
                <a:lnTo>
                  <a:pt x="1155" y="4541"/>
                </a:lnTo>
                <a:lnTo>
                  <a:pt x="1155" y="4687"/>
                </a:lnTo>
                <a:lnTo>
                  <a:pt x="1206" y="4874"/>
                </a:lnTo>
                <a:lnTo>
                  <a:pt x="1259" y="5020"/>
                </a:lnTo>
                <a:lnTo>
                  <a:pt x="1312" y="5208"/>
                </a:lnTo>
                <a:lnTo>
                  <a:pt x="1312" y="5354"/>
                </a:lnTo>
                <a:lnTo>
                  <a:pt x="1365" y="5499"/>
                </a:lnTo>
                <a:lnTo>
                  <a:pt x="1416" y="5687"/>
                </a:lnTo>
                <a:lnTo>
                  <a:pt x="1416" y="5833"/>
                </a:lnTo>
                <a:lnTo>
                  <a:pt x="1469" y="6020"/>
                </a:lnTo>
                <a:lnTo>
                  <a:pt x="1522" y="6166"/>
                </a:lnTo>
                <a:lnTo>
                  <a:pt x="1575" y="6312"/>
                </a:lnTo>
                <a:lnTo>
                  <a:pt x="1626" y="6499"/>
                </a:lnTo>
                <a:lnTo>
                  <a:pt x="1626" y="6645"/>
                </a:lnTo>
                <a:lnTo>
                  <a:pt x="1679" y="6833"/>
                </a:lnTo>
                <a:lnTo>
                  <a:pt x="1732" y="6979"/>
                </a:lnTo>
                <a:lnTo>
                  <a:pt x="1732" y="7124"/>
                </a:lnTo>
                <a:lnTo>
                  <a:pt x="1785" y="7312"/>
                </a:lnTo>
                <a:lnTo>
                  <a:pt x="1838" y="7458"/>
                </a:lnTo>
                <a:lnTo>
                  <a:pt x="1889" y="7645"/>
                </a:lnTo>
                <a:lnTo>
                  <a:pt x="1889" y="7791"/>
                </a:lnTo>
                <a:lnTo>
                  <a:pt x="1942" y="7979"/>
                </a:lnTo>
                <a:lnTo>
                  <a:pt x="1995" y="8124"/>
                </a:lnTo>
                <a:lnTo>
                  <a:pt x="2048" y="8270"/>
                </a:lnTo>
                <a:lnTo>
                  <a:pt x="2099" y="8458"/>
                </a:lnTo>
                <a:lnTo>
                  <a:pt x="2099" y="8604"/>
                </a:lnTo>
                <a:lnTo>
                  <a:pt x="2152" y="8791"/>
                </a:lnTo>
                <a:lnTo>
                  <a:pt x="2205" y="8937"/>
                </a:lnTo>
                <a:lnTo>
                  <a:pt x="2205" y="9083"/>
                </a:lnTo>
                <a:lnTo>
                  <a:pt x="2258" y="9270"/>
                </a:lnTo>
                <a:lnTo>
                  <a:pt x="2309" y="94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1038179" y="3295604"/>
            <a:ext cx="2311" cy="9645"/>
          </a:xfrm>
          <a:custGeom>
            <a:avLst/>
            <a:gdLst/>
            <a:ahLst/>
            <a:cxnLst/>
            <a:rect l="l" t="t" r="r" b="b"/>
            <a:pathLst>
              <a:path w="2311" h="9645">
                <a:moveTo>
                  <a:pt x="0" y="0"/>
                </a:moveTo>
                <a:lnTo>
                  <a:pt x="53" y="187"/>
                </a:lnTo>
                <a:lnTo>
                  <a:pt x="106" y="333"/>
                </a:lnTo>
                <a:lnTo>
                  <a:pt x="106" y="479"/>
                </a:lnTo>
                <a:lnTo>
                  <a:pt x="159" y="666"/>
                </a:lnTo>
                <a:lnTo>
                  <a:pt x="209" y="812"/>
                </a:lnTo>
                <a:lnTo>
                  <a:pt x="262" y="999"/>
                </a:lnTo>
                <a:lnTo>
                  <a:pt x="262" y="1145"/>
                </a:lnTo>
                <a:lnTo>
                  <a:pt x="316" y="1291"/>
                </a:lnTo>
                <a:lnTo>
                  <a:pt x="369" y="1479"/>
                </a:lnTo>
                <a:lnTo>
                  <a:pt x="369" y="1624"/>
                </a:lnTo>
                <a:lnTo>
                  <a:pt x="422" y="1812"/>
                </a:lnTo>
                <a:lnTo>
                  <a:pt x="472" y="1958"/>
                </a:lnTo>
                <a:lnTo>
                  <a:pt x="525" y="2145"/>
                </a:lnTo>
                <a:lnTo>
                  <a:pt x="579" y="2291"/>
                </a:lnTo>
                <a:lnTo>
                  <a:pt x="579" y="2437"/>
                </a:lnTo>
                <a:lnTo>
                  <a:pt x="632" y="2624"/>
                </a:lnTo>
                <a:lnTo>
                  <a:pt x="682" y="2770"/>
                </a:lnTo>
                <a:lnTo>
                  <a:pt x="735" y="2958"/>
                </a:lnTo>
                <a:lnTo>
                  <a:pt x="735" y="3104"/>
                </a:lnTo>
                <a:lnTo>
                  <a:pt x="788" y="3249"/>
                </a:lnTo>
                <a:lnTo>
                  <a:pt x="842" y="3437"/>
                </a:lnTo>
                <a:lnTo>
                  <a:pt x="842" y="3583"/>
                </a:lnTo>
                <a:lnTo>
                  <a:pt x="892" y="3770"/>
                </a:lnTo>
                <a:lnTo>
                  <a:pt x="945" y="3916"/>
                </a:lnTo>
                <a:lnTo>
                  <a:pt x="945" y="4062"/>
                </a:lnTo>
                <a:lnTo>
                  <a:pt x="998" y="4249"/>
                </a:lnTo>
                <a:lnTo>
                  <a:pt x="1051" y="4395"/>
                </a:lnTo>
                <a:lnTo>
                  <a:pt x="1102" y="4583"/>
                </a:lnTo>
                <a:lnTo>
                  <a:pt x="1155" y="4729"/>
                </a:lnTo>
                <a:lnTo>
                  <a:pt x="1155" y="4874"/>
                </a:lnTo>
                <a:lnTo>
                  <a:pt x="1208" y="5062"/>
                </a:lnTo>
                <a:lnTo>
                  <a:pt x="1261" y="5208"/>
                </a:lnTo>
                <a:lnTo>
                  <a:pt x="1314" y="5395"/>
                </a:lnTo>
                <a:lnTo>
                  <a:pt x="1314" y="5541"/>
                </a:lnTo>
                <a:lnTo>
                  <a:pt x="1365" y="5729"/>
                </a:lnTo>
                <a:lnTo>
                  <a:pt x="1418" y="5874"/>
                </a:lnTo>
                <a:lnTo>
                  <a:pt x="1418" y="6020"/>
                </a:lnTo>
                <a:lnTo>
                  <a:pt x="1471" y="6208"/>
                </a:lnTo>
                <a:lnTo>
                  <a:pt x="1524" y="6354"/>
                </a:lnTo>
                <a:lnTo>
                  <a:pt x="1575" y="6541"/>
                </a:lnTo>
                <a:lnTo>
                  <a:pt x="1628" y="6687"/>
                </a:lnTo>
                <a:lnTo>
                  <a:pt x="1628" y="6833"/>
                </a:lnTo>
                <a:lnTo>
                  <a:pt x="1681" y="7020"/>
                </a:lnTo>
                <a:lnTo>
                  <a:pt x="1734" y="7166"/>
                </a:lnTo>
                <a:lnTo>
                  <a:pt x="1734" y="7354"/>
                </a:lnTo>
                <a:lnTo>
                  <a:pt x="1785" y="7499"/>
                </a:lnTo>
                <a:lnTo>
                  <a:pt x="1838" y="7645"/>
                </a:lnTo>
                <a:lnTo>
                  <a:pt x="1891" y="7833"/>
                </a:lnTo>
                <a:lnTo>
                  <a:pt x="1891" y="7979"/>
                </a:lnTo>
                <a:lnTo>
                  <a:pt x="1944" y="8166"/>
                </a:lnTo>
                <a:lnTo>
                  <a:pt x="1995" y="8312"/>
                </a:lnTo>
                <a:lnTo>
                  <a:pt x="1995" y="8458"/>
                </a:lnTo>
                <a:lnTo>
                  <a:pt x="2048" y="8645"/>
                </a:lnTo>
                <a:lnTo>
                  <a:pt x="2101" y="8791"/>
                </a:lnTo>
                <a:lnTo>
                  <a:pt x="2154" y="8979"/>
                </a:lnTo>
                <a:lnTo>
                  <a:pt x="2207" y="9124"/>
                </a:lnTo>
                <a:lnTo>
                  <a:pt x="2207" y="9312"/>
                </a:lnTo>
                <a:lnTo>
                  <a:pt x="2258" y="9458"/>
                </a:lnTo>
                <a:lnTo>
                  <a:pt x="2311" y="96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1040490" y="3305250"/>
            <a:ext cx="2311" cy="9791"/>
          </a:xfrm>
          <a:custGeom>
            <a:avLst/>
            <a:gdLst/>
            <a:ahLst/>
            <a:cxnLst/>
            <a:rect l="l" t="t" r="r" b="b"/>
            <a:pathLst>
              <a:path w="2311" h="9791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6" y="479"/>
                </a:lnTo>
                <a:lnTo>
                  <a:pt x="156" y="624"/>
                </a:lnTo>
                <a:lnTo>
                  <a:pt x="156" y="770"/>
                </a:lnTo>
                <a:lnTo>
                  <a:pt x="209" y="958"/>
                </a:lnTo>
                <a:lnTo>
                  <a:pt x="262" y="1104"/>
                </a:lnTo>
                <a:lnTo>
                  <a:pt x="316" y="1291"/>
                </a:lnTo>
                <a:lnTo>
                  <a:pt x="316" y="1437"/>
                </a:lnTo>
                <a:lnTo>
                  <a:pt x="366" y="1583"/>
                </a:lnTo>
                <a:lnTo>
                  <a:pt x="419" y="1770"/>
                </a:lnTo>
                <a:lnTo>
                  <a:pt x="419" y="1916"/>
                </a:lnTo>
                <a:lnTo>
                  <a:pt x="472" y="2104"/>
                </a:lnTo>
                <a:lnTo>
                  <a:pt x="525" y="2249"/>
                </a:lnTo>
                <a:lnTo>
                  <a:pt x="576" y="2395"/>
                </a:lnTo>
                <a:lnTo>
                  <a:pt x="576" y="2583"/>
                </a:lnTo>
                <a:lnTo>
                  <a:pt x="629" y="2729"/>
                </a:lnTo>
                <a:lnTo>
                  <a:pt x="682" y="2916"/>
                </a:lnTo>
                <a:lnTo>
                  <a:pt x="735" y="3062"/>
                </a:lnTo>
                <a:lnTo>
                  <a:pt x="735" y="3249"/>
                </a:lnTo>
                <a:lnTo>
                  <a:pt x="788" y="3437"/>
                </a:lnTo>
                <a:lnTo>
                  <a:pt x="839" y="3583"/>
                </a:lnTo>
                <a:lnTo>
                  <a:pt x="839" y="3729"/>
                </a:lnTo>
                <a:lnTo>
                  <a:pt x="892" y="3874"/>
                </a:lnTo>
                <a:lnTo>
                  <a:pt x="945" y="4062"/>
                </a:lnTo>
                <a:lnTo>
                  <a:pt x="998" y="4208"/>
                </a:lnTo>
                <a:lnTo>
                  <a:pt x="998" y="4354"/>
                </a:lnTo>
                <a:lnTo>
                  <a:pt x="1049" y="4541"/>
                </a:lnTo>
                <a:lnTo>
                  <a:pt x="1102" y="4687"/>
                </a:lnTo>
                <a:lnTo>
                  <a:pt x="1155" y="4916"/>
                </a:lnTo>
                <a:lnTo>
                  <a:pt x="1155" y="5062"/>
                </a:lnTo>
                <a:lnTo>
                  <a:pt x="1208" y="5208"/>
                </a:lnTo>
                <a:lnTo>
                  <a:pt x="1259" y="5354"/>
                </a:lnTo>
                <a:lnTo>
                  <a:pt x="1259" y="5499"/>
                </a:lnTo>
                <a:lnTo>
                  <a:pt x="1312" y="5687"/>
                </a:lnTo>
                <a:lnTo>
                  <a:pt x="1365" y="5833"/>
                </a:lnTo>
                <a:lnTo>
                  <a:pt x="1418" y="5979"/>
                </a:lnTo>
                <a:lnTo>
                  <a:pt x="1418" y="6166"/>
                </a:lnTo>
                <a:lnTo>
                  <a:pt x="1469" y="6312"/>
                </a:lnTo>
                <a:lnTo>
                  <a:pt x="1522" y="6499"/>
                </a:lnTo>
                <a:lnTo>
                  <a:pt x="1522" y="6645"/>
                </a:lnTo>
                <a:lnTo>
                  <a:pt x="1575" y="6833"/>
                </a:lnTo>
                <a:lnTo>
                  <a:pt x="1628" y="6979"/>
                </a:lnTo>
                <a:lnTo>
                  <a:pt x="1681" y="7124"/>
                </a:lnTo>
                <a:lnTo>
                  <a:pt x="1732" y="7312"/>
                </a:lnTo>
                <a:lnTo>
                  <a:pt x="1732" y="7458"/>
                </a:lnTo>
                <a:lnTo>
                  <a:pt x="1785" y="7645"/>
                </a:lnTo>
                <a:lnTo>
                  <a:pt x="1838" y="7791"/>
                </a:lnTo>
                <a:lnTo>
                  <a:pt x="1838" y="7937"/>
                </a:lnTo>
                <a:lnTo>
                  <a:pt x="1891" y="8124"/>
                </a:lnTo>
                <a:lnTo>
                  <a:pt x="1942" y="8270"/>
                </a:lnTo>
                <a:lnTo>
                  <a:pt x="1995" y="8458"/>
                </a:lnTo>
                <a:lnTo>
                  <a:pt x="1995" y="8604"/>
                </a:lnTo>
                <a:lnTo>
                  <a:pt x="2048" y="8791"/>
                </a:lnTo>
                <a:lnTo>
                  <a:pt x="2101" y="8937"/>
                </a:lnTo>
                <a:lnTo>
                  <a:pt x="2101" y="9083"/>
                </a:lnTo>
                <a:lnTo>
                  <a:pt x="2152" y="9270"/>
                </a:lnTo>
                <a:lnTo>
                  <a:pt x="2205" y="9416"/>
                </a:lnTo>
                <a:lnTo>
                  <a:pt x="2205" y="9562"/>
                </a:lnTo>
                <a:lnTo>
                  <a:pt x="2258" y="9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1042802" y="3315041"/>
            <a:ext cx="2258" cy="10041"/>
          </a:xfrm>
          <a:custGeom>
            <a:avLst/>
            <a:gdLst/>
            <a:ahLst/>
            <a:cxnLst/>
            <a:rect l="l" t="t" r="r" b="b"/>
            <a:pathLst>
              <a:path w="2258" h="10041">
                <a:moveTo>
                  <a:pt x="0" y="0"/>
                </a:moveTo>
                <a:lnTo>
                  <a:pt x="0" y="145"/>
                </a:lnTo>
                <a:lnTo>
                  <a:pt x="50" y="291"/>
                </a:lnTo>
                <a:lnTo>
                  <a:pt x="50" y="437"/>
                </a:lnTo>
                <a:lnTo>
                  <a:pt x="103" y="624"/>
                </a:lnTo>
                <a:lnTo>
                  <a:pt x="156" y="770"/>
                </a:lnTo>
                <a:lnTo>
                  <a:pt x="156" y="916"/>
                </a:lnTo>
                <a:lnTo>
                  <a:pt x="209" y="1104"/>
                </a:lnTo>
                <a:lnTo>
                  <a:pt x="262" y="1249"/>
                </a:lnTo>
                <a:lnTo>
                  <a:pt x="313" y="1437"/>
                </a:lnTo>
                <a:lnTo>
                  <a:pt x="313" y="1583"/>
                </a:lnTo>
                <a:lnTo>
                  <a:pt x="366" y="1729"/>
                </a:lnTo>
                <a:lnTo>
                  <a:pt x="419" y="1916"/>
                </a:lnTo>
                <a:lnTo>
                  <a:pt x="472" y="2062"/>
                </a:lnTo>
                <a:lnTo>
                  <a:pt x="472" y="2249"/>
                </a:lnTo>
                <a:lnTo>
                  <a:pt x="523" y="2395"/>
                </a:lnTo>
                <a:lnTo>
                  <a:pt x="576" y="2541"/>
                </a:lnTo>
                <a:lnTo>
                  <a:pt x="576" y="2729"/>
                </a:lnTo>
                <a:lnTo>
                  <a:pt x="629" y="2874"/>
                </a:lnTo>
                <a:lnTo>
                  <a:pt x="682" y="3062"/>
                </a:lnTo>
                <a:lnTo>
                  <a:pt x="733" y="3249"/>
                </a:lnTo>
                <a:lnTo>
                  <a:pt x="733" y="3395"/>
                </a:lnTo>
                <a:lnTo>
                  <a:pt x="786" y="3541"/>
                </a:lnTo>
                <a:lnTo>
                  <a:pt x="839" y="3687"/>
                </a:lnTo>
                <a:lnTo>
                  <a:pt x="839" y="3874"/>
                </a:lnTo>
                <a:lnTo>
                  <a:pt x="892" y="4020"/>
                </a:lnTo>
                <a:lnTo>
                  <a:pt x="943" y="4208"/>
                </a:lnTo>
                <a:lnTo>
                  <a:pt x="943" y="4354"/>
                </a:lnTo>
                <a:lnTo>
                  <a:pt x="996" y="4499"/>
                </a:lnTo>
                <a:lnTo>
                  <a:pt x="1049" y="4687"/>
                </a:lnTo>
                <a:lnTo>
                  <a:pt x="1102" y="4833"/>
                </a:lnTo>
                <a:lnTo>
                  <a:pt x="1155" y="5020"/>
                </a:lnTo>
                <a:lnTo>
                  <a:pt x="1155" y="5166"/>
                </a:lnTo>
                <a:lnTo>
                  <a:pt x="1206" y="5312"/>
                </a:lnTo>
                <a:lnTo>
                  <a:pt x="1259" y="5499"/>
                </a:lnTo>
                <a:lnTo>
                  <a:pt x="1259" y="5645"/>
                </a:lnTo>
                <a:lnTo>
                  <a:pt x="1312" y="5833"/>
                </a:lnTo>
                <a:lnTo>
                  <a:pt x="1365" y="6020"/>
                </a:lnTo>
                <a:lnTo>
                  <a:pt x="1365" y="6166"/>
                </a:lnTo>
                <a:lnTo>
                  <a:pt x="1416" y="6312"/>
                </a:lnTo>
                <a:lnTo>
                  <a:pt x="1469" y="6458"/>
                </a:lnTo>
                <a:lnTo>
                  <a:pt x="1522" y="6645"/>
                </a:lnTo>
                <a:lnTo>
                  <a:pt x="1522" y="6791"/>
                </a:lnTo>
                <a:lnTo>
                  <a:pt x="1575" y="6937"/>
                </a:lnTo>
                <a:lnTo>
                  <a:pt x="1626" y="7124"/>
                </a:lnTo>
                <a:lnTo>
                  <a:pt x="1626" y="7270"/>
                </a:lnTo>
                <a:lnTo>
                  <a:pt x="1679" y="7458"/>
                </a:lnTo>
                <a:lnTo>
                  <a:pt x="1732" y="7604"/>
                </a:lnTo>
                <a:lnTo>
                  <a:pt x="1732" y="7791"/>
                </a:lnTo>
                <a:lnTo>
                  <a:pt x="1785" y="7937"/>
                </a:lnTo>
                <a:lnTo>
                  <a:pt x="1836" y="8083"/>
                </a:lnTo>
                <a:lnTo>
                  <a:pt x="1889" y="8270"/>
                </a:lnTo>
                <a:lnTo>
                  <a:pt x="1889" y="8416"/>
                </a:lnTo>
                <a:lnTo>
                  <a:pt x="1942" y="8604"/>
                </a:lnTo>
                <a:lnTo>
                  <a:pt x="1995" y="8749"/>
                </a:lnTo>
                <a:lnTo>
                  <a:pt x="1995" y="8895"/>
                </a:lnTo>
                <a:lnTo>
                  <a:pt x="2048" y="9083"/>
                </a:lnTo>
                <a:lnTo>
                  <a:pt x="2099" y="9229"/>
                </a:lnTo>
                <a:lnTo>
                  <a:pt x="2099" y="9416"/>
                </a:lnTo>
                <a:lnTo>
                  <a:pt x="2152" y="9562"/>
                </a:lnTo>
                <a:lnTo>
                  <a:pt x="2205" y="9708"/>
                </a:lnTo>
                <a:lnTo>
                  <a:pt x="2258" y="9895"/>
                </a:lnTo>
                <a:lnTo>
                  <a:pt x="2258" y="100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1045060" y="3325083"/>
            <a:ext cx="2309" cy="10208"/>
          </a:xfrm>
          <a:custGeom>
            <a:avLst/>
            <a:gdLst/>
            <a:ahLst/>
            <a:cxnLst/>
            <a:rect l="l" t="t" r="r" b="b"/>
            <a:pathLst>
              <a:path w="2309" h="10208">
                <a:moveTo>
                  <a:pt x="0" y="0"/>
                </a:moveTo>
                <a:lnTo>
                  <a:pt x="50" y="187"/>
                </a:lnTo>
                <a:lnTo>
                  <a:pt x="103" y="333"/>
                </a:lnTo>
                <a:lnTo>
                  <a:pt x="103" y="479"/>
                </a:lnTo>
                <a:lnTo>
                  <a:pt x="156" y="666"/>
                </a:lnTo>
                <a:lnTo>
                  <a:pt x="209" y="812"/>
                </a:lnTo>
                <a:lnTo>
                  <a:pt x="209" y="999"/>
                </a:lnTo>
                <a:lnTo>
                  <a:pt x="260" y="1145"/>
                </a:lnTo>
                <a:lnTo>
                  <a:pt x="313" y="1333"/>
                </a:lnTo>
                <a:lnTo>
                  <a:pt x="366" y="1479"/>
                </a:lnTo>
                <a:lnTo>
                  <a:pt x="366" y="1666"/>
                </a:lnTo>
                <a:lnTo>
                  <a:pt x="419" y="1812"/>
                </a:lnTo>
                <a:lnTo>
                  <a:pt x="470" y="1958"/>
                </a:lnTo>
                <a:lnTo>
                  <a:pt x="523" y="2145"/>
                </a:lnTo>
                <a:lnTo>
                  <a:pt x="523" y="2291"/>
                </a:lnTo>
                <a:lnTo>
                  <a:pt x="576" y="2437"/>
                </a:lnTo>
                <a:lnTo>
                  <a:pt x="629" y="2624"/>
                </a:lnTo>
                <a:lnTo>
                  <a:pt x="629" y="2770"/>
                </a:lnTo>
                <a:lnTo>
                  <a:pt x="682" y="2958"/>
                </a:lnTo>
                <a:lnTo>
                  <a:pt x="733" y="3145"/>
                </a:lnTo>
                <a:lnTo>
                  <a:pt x="733" y="3291"/>
                </a:lnTo>
                <a:lnTo>
                  <a:pt x="786" y="3437"/>
                </a:lnTo>
                <a:lnTo>
                  <a:pt x="839" y="3583"/>
                </a:lnTo>
                <a:lnTo>
                  <a:pt x="892" y="3770"/>
                </a:lnTo>
                <a:lnTo>
                  <a:pt x="892" y="3916"/>
                </a:lnTo>
                <a:lnTo>
                  <a:pt x="943" y="4062"/>
                </a:lnTo>
                <a:lnTo>
                  <a:pt x="996" y="4249"/>
                </a:lnTo>
                <a:lnTo>
                  <a:pt x="996" y="4395"/>
                </a:lnTo>
                <a:lnTo>
                  <a:pt x="1049" y="4583"/>
                </a:lnTo>
                <a:lnTo>
                  <a:pt x="1102" y="4729"/>
                </a:lnTo>
                <a:lnTo>
                  <a:pt x="1102" y="4916"/>
                </a:lnTo>
                <a:lnTo>
                  <a:pt x="1153" y="5062"/>
                </a:lnTo>
                <a:lnTo>
                  <a:pt x="1206" y="5249"/>
                </a:lnTo>
                <a:lnTo>
                  <a:pt x="1206" y="5395"/>
                </a:lnTo>
                <a:lnTo>
                  <a:pt x="1259" y="5541"/>
                </a:lnTo>
                <a:lnTo>
                  <a:pt x="1312" y="5729"/>
                </a:lnTo>
                <a:lnTo>
                  <a:pt x="1363" y="5916"/>
                </a:lnTo>
                <a:lnTo>
                  <a:pt x="1363" y="6062"/>
                </a:lnTo>
                <a:lnTo>
                  <a:pt x="1416" y="6208"/>
                </a:lnTo>
                <a:lnTo>
                  <a:pt x="1469" y="6354"/>
                </a:lnTo>
                <a:lnTo>
                  <a:pt x="1469" y="6583"/>
                </a:lnTo>
                <a:lnTo>
                  <a:pt x="1522" y="6729"/>
                </a:lnTo>
                <a:lnTo>
                  <a:pt x="1575" y="6874"/>
                </a:lnTo>
                <a:lnTo>
                  <a:pt x="1575" y="7020"/>
                </a:lnTo>
                <a:lnTo>
                  <a:pt x="1626" y="7166"/>
                </a:lnTo>
                <a:lnTo>
                  <a:pt x="1679" y="7354"/>
                </a:lnTo>
                <a:lnTo>
                  <a:pt x="1679" y="7499"/>
                </a:lnTo>
                <a:lnTo>
                  <a:pt x="1732" y="7645"/>
                </a:lnTo>
                <a:lnTo>
                  <a:pt x="1785" y="7874"/>
                </a:lnTo>
                <a:lnTo>
                  <a:pt x="1836" y="8020"/>
                </a:lnTo>
                <a:lnTo>
                  <a:pt x="1836" y="8166"/>
                </a:lnTo>
                <a:lnTo>
                  <a:pt x="1889" y="8312"/>
                </a:lnTo>
                <a:lnTo>
                  <a:pt x="1942" y="8541"/>
                </a:lnTo>
                <a:lnTo>
                  <a:pt x="1942" y="8687"/>
                </a:lnTo>
                <a:lnTo>
                  <a:pt x="1995" y="8833"/>
                </a:lnTo>
                <a:lnTo>
                  <a:pt x="2046" y="8979"/>
                </a:lnTo>
                <a:lnTo>
                  <a:pt x="2046" y="9166"/>
                </a:lnTo>
                <a:lnTo>
                  <a:pt x="2099" y="9312"/>
                </a:lnTo>
                <a:lnTo>
                  <a:pt x="2152" y="9458"/>
                </a:lnTo>
                <a:lnTo>
                  <a:pt x="2152" y="9604"/>
                </a:lnTo>
                <a:lnTo>
                  <a:pt x="2205" y="9791"/>
                </a:lnTo>
                <a:lnTo>
                  <a:pt x="2256" y="9937"/>
                </a:lnTo>
                <a:lnTo>
                  <a:pt x="2309" y="10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1047370" y="3335291"/>
            <a:ext cx="2311" cy="10416"/>
          </a:xfrm>
          <a:custGeom>
            <a:avLst/>
            <a:gdLst/>
            <a:ahLst/>
            <a:cxnLst/>
            <a:rect l="l" t="t" r="r" b="b"/>
            <a:pathLst>
              <a:path w="2311" h="10416">
                <a:moveTo>
                  <a:pt x="0" y="0"/>
                </a:moveTo>
                <a:lnTo>
                  <a:pt x="53" y="208"/>
                </a:lnTo>
                <a:lnTo>
                  <a:pt x="106" y="395"/>
                </a:lnTo>
                <a:lnTo>
                  <a:pt x="106" y="541"/>
                </a:lnTo>
                <a:lnTo>
                  <a:pt x="159" y="729"/>
                </a:lnTo>
                <a:lnTo>
                  <a:pt x="209" y="874"/>
                </a:lnTo>
                <a:lnTo>
                  <a:pt x="209" y="1020"/>
                </a:lnTo>
                <a:lnTo>
                  <a:pt x="262" y="1208"/>
                </a:lnTo>
                <a:lnTo>
                  <a:pt x="316" y="1395"/>
                </a:lnTo>
                <a:lnTo>
                  <a:pt x="316" y="1541"/>
                </a:lnTo>
                <a:lnTo>
                  <a:pt x="369" y="1687"/>
                </a:lnTo>
                <a:lnTo>
                  <a:pt x="419" y="1874"/>
                </a:lnTo>
                <a:lnTo>
                  <a:pt x="419" y="2020"/>
                </a:lnTo>
                <a:lnTo>
                  <a:pt x="472" y="2166"/>
                </a:lnTo>
                <a:lnTo>
                  <a:pt x="525" y="2354"/>
                </a:lnTo>
                <a:lnTo>
                  <a:pt x="579" y="2499"/>
                </a:lnTo>
                <a:lnTo>
                  <a:pt x="579" y="2687"/>
                </a:lnTo>
                <a:lnTo>
                  <a:pt x="629" y="2833"/>
                </a:lnTo>
                <a:lnTo>
                  <a:pt x="682" y="2979"/>
                </a:lnTo>
                <a:lnTo>
                  <a:pt x="682" y="3166"/>
                </a:lnTo>
                <a:lnTo>
                  <a:pt x="735" y="3312"/>
                </a:lnTo>
                <a:lnTo>
                  <a:pt x="788" y="3499"/>
                </a:lnTo>
                <a:lnTo>
                  <a:pt x="788" y="3645"/>
                </a:lnTo>
                <a:lnTo>
                  <a:pt x="839" y="3791"/>
                </a:lnTo>
                <a:lnTo>
                  <a:pt x="892" y="3979"/>
                </a:lnTo>
                <a:lnTo>
                  <a:pt x="892" y="4124"/>
                </a:lnTo>
                <a:lnTo>
                  <a:pt x="945" y="4312"/>
                </a:lnTo>
                <a:lnTo>
                  <a:pt x="998" y="4458"/>
                </a:lnTo>
                <a:lnTo>
                  <a:pt x="998" y="4604"/>
                </a:lnTo>
                <a:lnTo>
                  <a:pt x="1051" y="4791"/>
                </a:lnTo>
                <a:lnTo>
                  <a:pt x="1102" y="4937"/>
                </a:lnTo>
                <a:lnTo>
                  <a:pt x="1155" y="5124"/>
                </a:lnTo>
                <a:lnTo>
                  <a:pt x="1155" y="5270"/>
                </a:lnTo>
                <a:lnTo>
                  <a:pt x="1208" y="5458"/>
                </a:lnTo>
                <a:lnTo>
                  <a:pt x="1261" y="5604"/>
                </a:lnTo>
                <a:lnTo>
                  <a:pt x="1261" y="5749"/>
                </a:lnTo>
                <a:lnTo>
                  <a:pt x="1312" y="5979"/>
                </a:lnTo>
                <a:lnTo>
                  <a:pt x="1365" y="6124"/>
                </a:lnTo>
                <a:lnTo>
                  <a:pt x="1365" y="6270"/>
                </a:lnTo>
                <a:lnTo>
                  <a:pt x="1418" y="6416"/>
                </a:lnTo>
                <a:lnTo>
                  <a:pt x="1471" y="6562"/>
                </a:lnTo>
                <a:lnTo>
                  <a:pt x="1471" y="6749"/>
                </a:lnTo>
                <a:lnTo>
                  <a:pt x="1522" y="6895"/>
                </a:lnTo>
                <a:lnTo>
                  <a:pt x="1575" y="7083"/>
                </a:lnTo>
                <a:lnTo>
                  <a:pt x="1575" y="7229"/>
                </a:lnTo>
                <a:lnTo>
                  <a:pt x="1628" y="7374"/>
                </a:lnTo>
                <a:lnTo>
                  <a:pt x="1681" y="7562"/>
                </a:lnTo>
                <a:lnTo>
                  <a:pt x="1681" y="7708"/>
                </a:lnTo>
                <a:lnTo>
                  <a:pt x="1732" y="7895"/>
                </a:lnTo>
                <a:lnTo>
                  <a:pt x="1785" y="8041"/>
                </a:lnTo>
                <a:lnTo>
                  <a:pt x="1785" y="8187"/>
                </a:lnTo>
                <a:lnTo>
                  <a:pt x="1838" y="8374"/>
                </a:lnTo>
                <a:lnTo>
                  <a:pt x="1891" y="8520"/>
                </a:lnTo>
                <a:lnTo>
                  <a:pt x="1944" y="8708"/>
                </a:lnTo>
                <a:lnTo>
                  <a:pt x="1944" y="8854"/>
                </a:lnTo>
                <a:lnTo>
                  <a:pt x="1995" y="9041"/>
                </a:lnTo>
                <a:lnTo>
                  <a:pt x="2048" y="9229"/>
                </a:lnTo>
                <a:lnTo>
                  <a:pt x="2048" y="9374"/>
                </a:lnTo>
                <a:lnTo>
                  <a:pt x="2101" y="9520"/>
                </a:lnTo>
                <a:lnTo>
                  <a:pt x="2154" y="9666"/>
                </a:lnTo>
                <a:lnTo>
                  <a:pt x="2154" y="9854"/>
                </a:lnTo>
                <a:lnTo>
                  <a:pt x="2205" y="9999"/>
                </a:lnTo>
                <a:lnTo>
                  <a:pt x="2258" y="10145"/>
                </a:lnTo>
                <a:lnTo>
                  <a:pt x="2258" y="10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1049681" y="3345707"/>
            <a:ext cx="2311" cy="10562"/>
          </a:xfrm>
          <a:custGeom>
            <a:avLst/>
            <a:gdLst/>
            <a:ahLst/>
            <a:cxnLst/>
            <a:rect l="l" t="t" r="r" b="b"/>
            <a:pathLst>
              <a:path w="2311" h="10562">
                <a:moveTo>
                  <a:pt x="0" y="0"/>
                </a:moveTo>
                <a:lnTo>
                  <a:pt x="53" y="145"/>
                </a:lnTo>
                <a:lnTo>
                  <a:pt x="53" y="333"/>
                </a:lnTo>
                <a:lnTo>
                  <a:pt x="103" y="479"/>
                </a:lnTo>
                <a:lnTo>
                  <a:pt x="156" y="624"/>
                </a:lnTo>
                <a:lnTo>
                  <a:pt x="156" y="770"/>
                </a:lnTo>
                <a:lnTo>
                  <a:pt x="209" y="916"/>
                </a:lnTo>
                <a:lnTo>
                  <a:pt x="209" y="1062"/>
                </a:lnTo>
                <a:lnTo>
                  <a:pt x="262" y="1208"/>
                </a:lnTo>
                <a:lnTo>
                  <a:pt x="262" y="1354"/>
                </a:lnTo>
                <a:lnTo>
                  <a:pt x="313" y="1541"/>
                </a:lnTo>
                <a:lnTo>
                  <a:pt x="366" y="1687"/>
                </a:lnTo>
                <a:lnTo>
                  <a:pt x="419" y="1874"/>
                </a:lnTo>
                <a:lnTo>
                  <a:pt x="419" y="2020"/>
                </a:lnTo>
                <a:lnTo>
                  <a:pt x="472" y="2208"/>
                </a:lnTo>
                <a:lnTo>
                  <a:pt x="525" y="2354"/>
                </a:lnTo>
                <a:lnTo>
                  <a:pt x="525" y="2499"/>
                </a:lnTo>
                <a:lnTo>
                  <a:pt x="576" y="2687"/>
                </a:lnTo>
                <a:lnTo>
                  <a:pt x="629" y="2874"/>
                </a:lnTo>
                <a:lnTo>
                  <a:pt x="629" y="3020"/>
                </a:lnTo>
                <a:lnTo>
                  <a:pt x="682" y="3166"/>
                </a:lnTo>
                <a:lnTo>
                  <a:pt x="735" y="3354"/>
                </a:lnTo>
                <a:lnTo>
                  <a:pt x="735" y="3499"/>
                </a:lnTo>
                <a:lnTo>
                  <a:pt x="786" y="3645"/>
                </a:lnTo>
                <a:lnTo>
                  <a:pt x="839" y="3833"/>
                </a:lnTo>
                <a:lnTo>
                  <a:pt x="839" y="3979"/>
                </a:lnTo>
                <a:lnTo>
                  <a:pt x="892" y="4124"/>
                </a:lnTo>
                <a:lnTo>
                  <a:pt x="945" y="4312"/>
                </a:lnTo>
                <a:lnTo>
                  <a:pt x="945" y="4458"/>
                </a:lnTo>
                <a:lnTo>
                  <a:pt x="996" y="4645"/>
                </a:lnTo>
                <a:lnTo>
                  <a:pt x="1049" y="4791"/>
                </a:lnTo>
                <a:lnTo>
                  <a:pt x="1049" y="4937"/>
                </a:lnTo>
                <a:lnTo>
                  <a:pt x="1102" y="5124"/>
                </a:lnTo>
                <a:lnTo>
                  <a:pt x="1155" y="5270"/>
                </a:lnTo>
                <a:lnTo>
                  <a:pt x="1206" y="5458"/>
                </a:lnTo>
                <a:lnTo>
                  <a:pt x="1206" y="5604"/>
                </a:lnTo>
                <a:lnTo>
                  <a:pt x="1259" y="5791"/>
                </a:lnTo>
                <a:lnTo>
                  <a:pt x="1312" y="5937"/>
                </a:lnTo>
                <a:lnTo>
                  <a:pt x="1312" y="6083"/>
                </a:lnTo>
                <a:lnTo>
                  <a:pt x="1365" y="6270"/>
                </a:lnTo>
                <a:lnTo>
                  <a:pt x="1365" y="6416"/>
                </a:lnTo>
                <a:lnTo>
                  <a:pt x="1418" y="6604"/>
                </a:lnTo>
                <a:lnTo>
                  <a:pt x="1469" y="6749"/>
                </a:lnTo>
                <a:lnTo>
                  <a:pt x="1469" y="6895"/>
                </a:lnTo>
                <a:lnTo>
                  <a:pt x="1522" y="7083"/>
                </a:lnTo>
                <a:lnTo>
                  <a:pt x="1575" y="7229"/>
                </a:lnTo>
                <a:lnTo>
                  <a:pt x="1628" y="7416"/>
                </a:lnTo>
                <a:lnTo>
                  <a:pt x="1628" y="7604"/>
                </a:lnTo>
                <a:lnTo>
                  <a:pt x="1679" y="7749"/>
                </a:lnTo>
                <a:lnTo>
                  <a:pt x="1732" y="7895"/>
                </a:lnTo>
                <a:lnTo>
                  <a:pt x="1732" y="8083"/>
                </a:lnTo>
                <a:lnTo>
                  <a:pt x="1785" y="8229"/>
                </a:lnTo>
                <a:lnTo>
                  <a:pt x="1838" y="8374"/>
                </a:lnTo>
                <a:lnTo>
                  <a:pt x="1838" y="8562"/>
                </a:lnTo>
                <a:lnTo>
                  <a:pt x="1889" y="8708"/>
                </a:lnTo>
                <a:lnTo>
                  <a:pt x="1942" y="8854"/>
                </a:lnTo>
                <a:lnTo>
                  <a:pt x="1942" y="9041"/>
                </a:lnTo>
                <a:lnTo>
                  <a:pt x="1995" y="9187"/>
                </a:lnTo>
                <a:lnTo>
                  <a:pt x="2048" y="9374"/>
                </a:lnTo>
                <a:lnTo>
                  <a:pt x="2048" y="9520"/>
                </a:lnTo>
                <a:lnTo>
                  <a:pt x="2099" y="9666"/>
                </a:lnTo>
                <a:lnTo>
                  <a:pt x="2152" y="9895"/>
                </a:lnTo>
                <a:lnTo>
                  <a:pt x="2152" y="10041"/>
                </a:lnTo>
                <a:lnTo>
                  <a:pt x="2205" y="10187"/>
                </a:lnTo>
                <a:lnTo>
                  <a:pt x="2258" y="10374"/>
                </a:lnTo>
                <a:lnTo>
                  <a:pt x="2258" y="10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1051993" y="3356270"/>
            <a:ext cx="2256" cy="10749"/>
          </a:xfrm>
          <a:custGeom>
            <a:avLst/>
            <a:gdLst/>
            <a:ahLst/>
            <a:cxnLst/>
            <a:rect l="l" t="t" r="r" b="b"/>
            <a:pathLst>
              <a:path w="2256" h="10749">
                <a:moveTo>
                  <a:pt x="0" y="0"/>
                </a:moveTo>
                <a:lnTo>
                  <a:pt x="0" y="145"/>
                </a:lnTo>
                <a:lnTo>
                  <a:pt x="50" y="291"/>
                </a:lnTo>
                <a:lnTo>
                  <a:pt x="50" y="437"/>
                </a:lnTo>
                <a:lnTo>
                  <a:pt x="103" y="583"/>
                </a:lnTo>
                <a:lnTo>
                  <a:pt x="156" y="729"/>
                </a:lnTo>
                <a:lnTo>
                  <a:pt x="156" y="916"/>
                </a:lnTo>
                <a:lnTo>
                  <a:pt x="209" y="1104"/>
                </a:lnTo>
                <a:lnTo>
                  <a:pt x="260" y="1249"/>
                </a:lnTo>
                <a:lnTo>
                  <a:pt x="260" y="1395"/>
                </a:lnTo>
                <a:lnTo>
                  <a:pt x="313" y="1583"/>
                </a:lnTo>
                <a:lnTo>
                  <a:pt x="366" y="1729"/>
                </a:lnTo>
                <a:lnTo>
                  <a:pt x="366" y="1874"/>
                </a:lnTo>
                <a:lnTo>
                  <a:pt x="419" y="2062"/>
                </a:lnTo>
                <a:lnTo>
                  <a:pt x="470" y="2208"/>
                </a:lnTo>
                <a:lnTo>
                  <a:pt x="523" y="2437"/>
                </a:lnTo>
                <a:lnTo>
                  <a:pt x="523" y="2583"/>
                </a:lnTo>
                <a:lnTo>
                  <a:pt x="576" y="2729"/>
                </a:lnTo>
                <a:lnTo>
                  <a:pt x="576" y="2874"/>
                </a:lnTo>
                <a:lnTo>
                  <a:pt x="629" y="3020"/>
                </a:lnTo>
                <a:lnTo>
                  <a:pt x="680" y="3208"/>
                </a:lnTo>
                <a:lnTo>
                  <a:pt x="680" y="3354"/>
                </a:lnTo>
                <a:lnTo>
                  <a:pt x="733" y="3499"/>
                </a:lnTo>
                <a:lnTo>
                  <a:pt x="786" y="3729"/>
                </a:lnTo>
                <a:lnTo>
                  <a:pt x="786" y="3874"/>
                </a:lnTo>
                <a:lnTo>
                  <a:pt x="839" y="4020"/>
                </a:lnTo>
                <a:lnTo>
                  <a:pt x="892" y="4166"/>
                </a:lnTo>
                <a:lnTo>
                  <a:pt x="892" y="4312"/>
                </a:lnTo>
                <a:lnTo>
                  <a:pt x="943" y="4499"/>
                </a:lnTo>
                <a:lnTo>
                  <a:pt x="996" y="4645"/>
                </a:lnTo>
                <a:lnTo>
                  <a:pt x="996" y="4833"/>
                </a:lnTo>
                <a:lnTo>
                  <a:pt x="1049" y="5020"/>
                </a:lnTo>
                <a:lnTo>
                  <a:pt x="1102" y="5166"/>
                </a:lnTo>
                <a:lnTo>
                  <a:pt x="1102" y="5312"/>
                </a:lnTo>
                <a:lnTo>
                  <a:pt x="1153" y="5458"/>
                </a:lnTo>
                <a:lnTo>
                  <a:pt x="1206" y="5645"/>
                </a:lnTo>
                <a:lnTo>
                  <a:pt x="1206" y="5833"/>
                </a:lnTo>
                <a:lnTo>
                  <a:pt x="1259" y="5979"/>
                </a:lnTo>
                <a:lnTo>
                  <a:pt x="1312" y="6124"/>
                </a:lnTo>
                <a:lnTo>
                  <a:pt x="1312" y="6270"/>
                </a:lnTo>
                <a:lnTo>
                  <a:pt x="1363" y="6458"/>
                </a:lnTo>
                <a:lnTo>
                  <a:pt x="1416" y="6604"/>
                </a:lnTo>
                <a:lnTo>
                  <a:pt x="1416" y="6791"/>
                </a:lnTo>
                <a:lnTo>
                  <a:pt x="1469" y="6937"/>
                </a:lnTo>
                <a:lnTo>
                  <a:pt x="1469" y="7083"/>
                </a:lnTo>
                <a:lnTo>
                  <a:pt x="1522" y="7270"/>
                </a:lnTo>
                <a:lnTo>
                  <a:pt x="1573" y="7416"/>
                </a:lnTo>
                <a:lnTo>
                  <a:pt x="1626" y="7604"/>
                </a:lnTo>
                <a:lnTo>
                  <a:pt x="1626" y="7749"/>
                </a:lnTo>
                <a:lnTo>
                  <a:pt x="1679" y="7895"/>
                </a:lnTo>
                <a:lnTo>
                  <a:pt x="1732" y="8083"/>
                </a:lnTo>
                <a:lnTo>
                  <a:pt x="1732" y="8229"/>
                </a:lnTo>
                <a:lnTo>
                  <a:pt x="1785" y="8416"/>
                </a:lnTo>
                <a:lnTo>
                  <a:pt x="1836" y="8562"/>
                </a:lnTo>
                <a:lnTo>
                  <a:pt x="1836" y="8749"/>
                </a:lnTo>
                <a:lnTo>
                  <a:pt x="1889" y="8895"/>
                </a:lnTo>
                <a:lnTo>
                  <a:pt x="1942" y="9041"/>
                </a:lnTo>
                <a:lnTo>
                  <a:pt x="1942" y="9229"/>
                </a:lnTo>
                <a:lnTo>
                  <a:pt x="1995" y="9374"/>
                </a:lnTo>
                <a:lnTo>
                  <a:pt x="2046" y="9562"/>
                </a:lnTo>
                <a:lnTo>
                  <a:pt x="2046" y="9708"/>
                </a:lnTo>
                <a:lnTo>
                  <a:pt x="2099" y="9854"/>
                </a:lnTo>
                <a:lnTo>
                  <a:pt x="2152" y="10041"/>
                </a:lnTo>
                <a:lnTo>
                  <a:pt x="2152" y="10187"/>
                </a:lnTo>
                <a:lnTo>
                  <a:pt x="2205" y="10374"/>
                </a:lnTo>
                <a:lnTo>
                  <a:pt x="2256" y="10520"/>
                </a:lnTo>
                <a:lnTo>
                  <a:pt x="2256" y="10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1054249" y="3367020"/>
            <a:ext cx="2311" cy="10853"/>
          </a:xfrm>
          <a:custGeom>
            <a:avLst/>
            <a:gdLst/>
            <a:ahLst/>
            <a:cxnLst/>
            <a:rect l="l" t="t" r="r" b="b"/>
            <a:pathLst>
              <a:path w="2311" h="10853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06" y="437"/>
                </a:lnTo>
                <a:lnTo>
                  <a:pt x="159" y="583"/>
                </a:lnTo>
                <a:lnTo>
                  <a:pt x="209" y="770"/>
                </a:lnTo>
                <a:lnTo>
                  <a:pt x="209" y="916"/>
                </a:lnTo>
                <a:lnTo>
                  <a:pt x="262" y="1062"/>
                </a:lnTo>
                <a:lnTo>
                  <a:pt x="262" y="1249"/>
                </a:lnTo>
                <a:lnTo>
                  <a:pt x="316" y="1395"/>
                </a:lnTo>
                <a:lnTo>
                  <a:pt x="369" y="1583"/>
                </a:lnTo>
                <a:lnTo>
                  <a:pt x="369" y="1729"/>
                </a:lnTo>
                <a:lnTo>
                  <a:pt x="422" y="1874"/>
                </a:lnTo>
                <a:lnTo>
                  <a:pt x="472" y="2062"/>
                </a:lnTo>
                <a:lnTo>
                  <a:pt x="472" y="2208"/>
                </a:lnTo>
                <a:lnTo>
                  <a:pt x="525" y="2395"/>
                </a:lnTo>
                <a:lnTo>
                  <a:pt x="579" y="2541"/>
                </a:lnTo>
                <a:lnTo>
                  <a:pt x="579" y="2729"/>
                </a:lnTo>
                <a:lnTo>
                  <a:pt x="632" y="2874"/>
                </a:lnTo>
                <a:lnTo>
                  <a:pt x="682" y="3020"/>
                </a:lnTo>
                <a:lnTo>
                  <a:pt x="682" y="3208"/>
                </a:lnTo>
                <a:lnTo>
                  <a:pt x="735" y="3354"/>
                </a:lnTo>
                <a:lnTo>
                  <a:pt x="788" y="3499"/>
                </a:lnTo>
                <a:lnTo>
                  <a:pt x="788" y="3687"/>
                </a:lnTo>
                <a:lnTo>
                  <a:pt x="842" y="3833"/>
                </a:lnTo>
                <a:lnTo>
                  <a:pt x="892" y="4020"/>
                </a:lnTo>
                <a:lnTo>
                  <a:pt x="892" y="4166"/>
                </a:lnTo>
                <a:lnTo>
                  <a:pt x="945" y="4312"/>
                </a:lnTo>
                <a:lnTo>
                  <a:pt x="998" y="4499"/>
                </a:lnTo>
                <a:lnTo>
                  <a:pt x="998" y="4687"/>
                </a:lnTo>
                <a:lnTo>
                  <a:pt x="1051" y="4833"/>
                </a:lnTo>
                <a:lnTo>
                  <a:pt x="1102" y="4979"/>
                </a:lnTo>
                <a:lnTo>
                  <a:pt x="1102" y="5124"/>
                </a:lnTo>
                <a:lnTo>
                  <a:pt x="1155" y="5312"/>
                </a:lnTo>
                <a:lnTo>
                  <a:pt x="1155" y="5458"/>
                </a:lnTo>
                <a:lnTo>
                  <a:pt x="1208" y="5645"/>
                </a:lnTo>
                <a:lnTo>
                  <a:pt x="1261" y="5791"/>
                </a:lnTo>
                <a:lnTo>
                  <a:pt x="1314" y="5979"/>
                </a:lnTo>
                <a:lnTo>
                  <a:pt x="1314" y="6166"/>
                </a:lnTo>
                <a:lnTo>
                  <a:pt x="1365" y="6312"/>
                </a:lnTo>
                <a:lnTo>
                  <a:pt x="1418" y="6458"/>
                </a:lnTo>
                <a:lnTo>
                  <a:pt x="1418" y="6604"/>
                </a:lnTo>
                <a:lnTo>
                  <a:pt x="1471" y="6791"/>
                </a:lnTo>
                <a:lnTo>
                  <a:pt x="1471" y="6937"/>
                </a:lnTo>
                <a:lnTo>
                  <a:pt x="1524" y="7083"/>
                </a:lnTo>
                <a:lnTo>
                  <a:pt x="1575" y="7312"/>
                </a:lnTo>
                <a:lnTo>
                  <a:pt x="1628" y="7458"/>
                </a:lnTo>
                <a:lnTo>
                  <a:pt x="1628" y="7604"/>
                </a:lnTo>
                <a:lnTo>
                  <a:pt x="1681" y="7749"/>
                </a:lnTo>
                <a:lnTo>
                  <a:pt x="1681" y="7895"/>
                </a:lnTo>
                <a:lnTo>
                  <a:pt x="1734" y="8083"/>
                </a:lnTo>
                <a:lnTo>
                  <a:pt x="1785" y="8229"/>
                </a:lnTo>
                <a:lnTo>
                  <a:pt x="1785" y="8416"/>
                </a:lnTo>
                <a:lnTo>
                  <a:pt x="1838" y="8562"/>
                </a:lnTo>
                <a:lnTo>
                  <a:pt x="1891" y="8708"/>
                </a:lnTo>
                <a:lnTo>
                  <a:pt x="1891" y="8895"/>
                </a:lnTo>
                <a:lnTo>
                  <a:pt x="1944" y="9041"/>
                </a:lnTo>
                <a:lnTo>
                  <a:pt x="1995" y="9229"/>
                </a:lnTo>
                <a:lnTo>
                  <a:pt x="1995" y="9374"/>
                </a:lnTo>
                <a:lnTo>
                  <a:pt x="2048" y="9562"/>
                </a:lnTo>
                <a:lnTo>
                  <a:pt x="2101" y="9708"/>
                </a:lnTo>
                <a:lnTo>
                  <a:pt x="2101" y="9895"/>
                </a:lnTo>
                <a:lnTo>
                  <a:pt x="2154" y="10041"/>
                </a:lnTo>
                <a:lnTo>
                  <a:pt x="2207" y="10187"/>
                </a:lnTo>
                <a:lnTo>
                  <a:pt x="2207" y="10374"/>
                </a:lnTo>
                <a:lnTo>
                  <a:pt x="2258" y="10520"/>
                </a:lnTo>
                <a:lnTo>
                  <a:pt x="2258" y="10666"/>
                </a:lnTo>
                <a:lnTo>
                  <a:pt x="2311" y="10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1056560" y="3377873"/>
            <a:ext cx="2311" cy="11020"/>
          </a:xfrm>
          <a:custGeom>
            <a:avLst/>
            <a:gdLst/>
            <a:ahLst/>
            <a:cxnLst/>
            <a:rect l="l" t="t" r="r" b="b"/>
            <a:pathLst>
              <a:path w="2311" h="11020">
                <a:moveTo>
                  <a:pt x="0" y="0"/>
                </a:moveTo>
                <a:lnTo>
                  <a:pt x="53" y="145"/>
                </a:lnTo>
                <a:lnTo>
                  <a:pt x="106" y="333"/>
                </a:lnTo>
                <a:lnTo>
                  <a:pt x="106" y="479"/>
                </a:lnTo>
                <a:lnTo>
                  <a:pt x="156" y="624"/>
                </a:lnTo>
                <a:lnTo>
                  <a:pt x="209" y="854"/>
                </a:lnTo>
                <a:lnTo>
                  <a:pt x="209" y="999"/>
                </a:lnTo>
                <a:lnTo>
                  <a:pt x="262" y="1145"/>
                </a:lnTo>
                <a:lnTo>
                  <a:pt x="262" y="1291"/>
                </a:lnTo>
                <a:lnTo>
                  <a:pt x="316" y="1437"/>
                </a:lnTo>
                <a:lnTo>
                  <a:pt x="366" y="1624"/>
                </a:lnTo>
                <a:lnTo>
                  <a:pt x="366" y="1770"/>
                </a:lnTo>
                <a:lnTo>
                  <a:pt x="419" y="1958"/>
                </a:lnTo>
                <a:lnTo>
                  <a:pt x="472" y="2104"/>
                </a:lnTo>
                <a:lnTo>
                  <a:pt x="472" y="2291"/>
                </a:lnTo>
                <a:lnTo>
                  <a:pt x="525" y="2437"/>
                </a:lnTo>
                <a:lnTo>
                  <a:pt x="576" y="2624"/>
                </a:lnTo>
                <a:lnTo>
                  <a:pt x="576" y="2770"/>
                </a:lnTo>
                <a:lnTo>
                  <a:pt x="629" y="2916"/>
                </a:lnTo>
                <a:lnTo>
                  <a:pt x="682" y="3104"/>
                </a:lnTo>
                <a:lnTo>
                  <a:pt x="682" y="3249"/>
                </a:lnTo>
                <a:lnTo>
                  <a:pt x="735" y="3395"/>
                </a:lnTo>
                <a:lnTo>
                  <a:pt x="788" y="3583"/>
                </a:lnTo>
                <a:lnTo>
                  <a:pt x="788" y="3729"/>
                </a:lnTo>
                <a:lnTo>
                  <a:pt x="839" y="3916"/>
                </a:lnTo>
                <a:lnTo>
                  <a:pt x="839" y="4062"/>
                </a:lnTo>
                <a:lnTo>
                  <a:pt x="892" y="4208"/>
                </a:lnTo>
                <a:lnTo>
                  <a:pt x="945" y="4395"/>
                </a:lnTo>
                <a:lnTo>
                  <a:pt x="945" y="4541"/>
                </a:lnTo>
                <a:lnTo>
                  <a:pt x="998" y="4770"/>
                </a:lnTo>
                <a:lnTo>
                  <a:pt x="1049" y="4916"/>
                </a:lnTo>
                <a:lnTo>
                  <a:pt x="1049" y="5104"/>
                </a:lnTo>
                <a:lnTo>
                  <a:pt x="1102" y="5249"/>
                </a:lnTo>
                <a:lnTo>
                  <a:pt x="1155" y="5437"/>
                </a:lnTo>
                <a:lnTo>
                  <a:pt x="1155" y="5583"/>
                </a:lnTo>
                <a:lnTo>
                  <a:pt x="1208" y="5729"/>
                </a:lnTo>
                <a:lnTo>
                  <a:pt x="1259" y="5874"/>
                </a:lnTo>
                <a:lnTo>
                  <a:pt x="1259" y="6020"/>
                </a:lnTo>
                <a:lnTo>
                  <a:pt x="1312" y="6166"/>
                </a:lnTo>
                <a:lnTo>
                  <a:pt x="1365" y="6354"/>
                </a:lnTo>
                <a:lnTo>
                  <a:pt x="1365" y="6499"/>
                </a:lnTo>
                <a:lnTo>
                  <a:pt x="1418" y="6687"/>
                </a:lnTo>
                <a:lnTo>
                  <a:pt x="1418" y="6833"/>
                </a:lnTo>
                <a:lnTo>
                  <a:pt x="1469" y="6979"/>
                </a:lnTo>
                <a:lnTo>
                  <a:pt x="1522" y="7208"/>
                </a:lnTo>
                <a:lnTo>
                  <a:pt x="1522" y="7354"/>
                </a:lnTo>
                <a:lnTo>
                  <a:pt x="1575" y="7541"/>
                </a:lnTo>
                <a:lnTo>
                  <a:pt x="1628" y="7687"/>
                </a:lnTo>
                <a:lnTo>
                  <a:pt x="1628" y="7874"/>
                </a:lnTo>
                <a:lnTo>
                  <a:pt x="1681" y="8020"/>
                </a:lnTo>
                <a:lnTo>
                  <a:pt x="1732" y="8208"/>
                </a:lnTo>
                <a:lnTo>
                  <a:pt x="1732" y="8354"/>
                </a:lnTo>
                <a:lnTo>
                  <a:pt x="1785" y="8541"/>
                </a:lnTo>
                <a:lnTo>
                  <a:pt x="1838" y="8687"/>
                </a:lnTo>
                <a:lnTo>
                  <a:pt x="1838" y="8833"/>
                </a:lnTo>
                <a:lnTo>
                  <a:pt x="1891" y="8979"/>
                </a:lnTo>
                <a:lnTo>
                  <a:pt x="1942" y="9124"/>
                </a:lnTo>
                <a:lnTo>
                  <a:pt x="1942" y="9270"/>
                </a:lnTo>
                <a:lnTo>
                  <a:pt x="1995" y="9458"/>
                </a:lnTo>
                <a:lnTo>
                  <a:pt x="1995" y="9604"/>
                </a:lnTo>
                <a:lnTo>
                  <a:pt x="2048" y="9749"/>
                </a:lnTo>
                <a:lnTo>
                  <a:pt x="2101" y="9937"/>
                </a:lnTo>
                <a:lnTo>
                  <a:pt x="2101" y="10083"/>
                </a:lnTo>
                <a:lnTo>
                  <a:pt x="2152" y="10270"/>
                </a:lnTo>
                <a:lnTo>
                  <a:pt x="2205" y="10416"/>
                </a:lnTo>
                <a:lnTo>
                  <a:pt x="2205" y="10603"/>
                </a:lnTo>
                <a:lnTo>
                  <a:pt x="2258" y="10749"/>
                </a:lnTo>
                <a:lnTo>
                  <a:pt x="2311" y="1093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1058872" y="3388894"/>
            <a:ext cx="2309" cy="11145"/>
          </a:xfrm>
          <a:custGeom>
            <a:avLst/>
            <a:gdLst/>
            <a:ahLst/>
            <a:cxnLst/>
            <a:rect l="l" t="t" r="r" b="b"/>
            <a:pathLst>
              <a:path w="2309" h="11145">
                <a:moveTo>
                  <a:pt x="0" y="0"/>
                </a:moveTo>
                <a:lnTo>
                  <a:pt x="50" y="145"/>
                </a:lnTo>
                <a:lnTo>
                  <a:pt x="50" y="291"/>
                </a:lnTo>
                <a:lnTo>
                  <a:pt x="103" y="437"/>
                </a:lnTo>
                <a:lnTo>
                  <a:pt x="103" y="583"/>
                </a:lnTo>
                <a:lnTo>
                  <a:pt x="156" y="729"/>
                </a:lnTo>
                <a:lnTo>
                  <a:pt x="209" y="916"/>
                </a:lnTo>
                <a:lnTo>
                  <a:pt x="209" y="1062"/>
                </a:lnTo>
                <a:lnTo>
                  <a:pt x="262" y="1249"/>
                </a:lnTo>
                <a:lnTo>
                  <a:pt x="262" y="1395"/>
                </a:lnTo>
                <a:lnTo>
                  <a:pt x="313" y="1583"/>
                </a:lnTo>
                <a:lnTo>
                  <a:pt x="366" y="1729"/>
                </a:lnTo>
                <a:lnTo>
                  <a:pt x="366" y="1916"/>
                </a:lnTo>
                <a:lnTo>
                  <a:pt x="419" y="2062"/>
                </a:lnTo>
                <a:lnTo>
                  <a:pt x="472" y="2249"/>
                </a:lnTo>
                <a:lnTo>
                  <a:pt x="472" y="2395"/>
                </a:lnTo>
                <a:lnTo>
                  <a:pt x="523" y="2583"/>
                </a:lnTo>
                <a:lnTo>
                  <a:pt x="576" y="2729"/>
                </a:lnTo>
                <a:lnTo>
                  <a:pt x="576" y="2916"/>
                </a:lnTo>
                <a:lnTo>
                  <a:pt x="629" y="3062"/>
                </a:lnTo>
                <a:lnTo>
                  <a:pt x="682" y="3249"/>
                </a:lnTo>
                <a:lnTo>
                  <a:pt x="682" y="3395"/>
                </a:lnTo>
                <a:lnTo>
                  <a:pt x="733" y="3541"/>
                </a:lnTo>
                <a:lnTo>
                  <a:pt x="786" y="3687"/>
                </a:lnTo>
                <a:lnTo>
                  <a:pt x="786" y="3874"/>
                </a:lnTo>
                <a:lnTo>
                  <a:pt x="839" y="4020"/>
                </a:lnTo>
                <a:lnTo>
                  <a:pt x="839" y="4208"/>
                </a:lnTo>
                <a:lnTo>
                  <a:pt x="892" y="4354"/>
                </a:lnTo>
                <a:lnTo>
                  <a:pt x="943" y="4541"/>
                </a:lnTo>
                <a:lnTo>
                  <a:pt x="943" y="4687"/>
                </a:lnTo>
                <a:lnTo>
                  <a:pt x="996" y="4874"/>
                </a:lnTo>
                <a:lnTo>
                  <a:pt x="1049" y="5020"/>
                </a:lnTo>
                <a:lnTo>
                  <a:pt x="1049" y="5208"/>
                </a:lnTo>
                <a:lnTo>
                  <a:pt x="1102" y="5354"/>
                </a:lnTo>
                <a:lnTo>
                  <a:pt x="1155" y="5499"/>
                </a:lnTo>
                <a:lnTo>
                  <a:pt x="1155" y="5645"/>
                </a:lnTo>
                <a:lnTo>
                  <a:pt x="1206" y="5833"/>
                </a:lnTo>
                <a:lnTo>
                  <a:pt x="1259" y="5979"/>
                </a:lnTo>
                <a:lnTo>
                  <a:pt x="1259" y="6166"/>
                </a:lnTo>
                <a:lnTo>
                  <a:pt x="1312" y="6312"/>
                </a:lnTo>
                <a:lnTo>
                  <a:pt x="1365" y="6499"/>
                </a:lnTo>
                <a:lnTo>
                  <a:pt x="1365" y="6645"/>
                </a:lnTo>
                <a:lnTo>
                  <a:pt x="1416" y="6791"/>
                </a:lnTo>
                <a:lnTo>
                  <a:pt x="1416" y="6937"/>
                </a:lnTo>
                <a:lnTo>
                  <a:pt x="1469" y="7124"/>
                </a:lnTo>
                <a:lnTo>
                  <a:pt x="1522" y="7270"/>
                </a:lnTo>
                <a:lnTo>
                  <a:pt x="1522" y="7458"/>
                </a:lnTo>
                <a:lnTo>
                  <a:pt x="1575" y="7604"/>
                </a:lnTo>
                <a:lnTo>
                  <a:pt x="1626" y="7791"/>
                </a:lnTo>
                <a:lnTo>
                  <a:pt x="1626" y="7937"/>
                </a:lnTo>
                <a:lnTo>
                  <a:pt x="1679" y="8083"/>
                </a:lnTo>
                <a:lnTo>
                  <a:pt x="1679" y="8229"/>
                </a:lnTo>
                <a:lnTo>
                  <a:pt x="1732" y="8416"/>
                </a:lnTo>
                <a:lnTo>
                  <a:pt x="1785" y="8562"/>
                </a:lnTo>
                <a:lnTo>
                  <a:pt x="1785" y="8749"/>
                </a:lnTo>
                <a:lnTo>
                  <a:pt x="1836" y="8895"/>
                </a:lnTo>
                <a:lnTo>
                  <a:pt x="1836" y="9041"/>
                </a:lnTo>
                <a:lnTo>
                  <a:pt x="1889" y="9187"/>
                </a:lnTo>
                <a:lnTo>
                  <a:pt x="1942" y="9374"/>
                </a:lnTo>
                <a:lnTo>
                  <a:pt x="1942" y="9520"/>
                </a:lnTo>
                <a:lnTo>
                  <a:pt x="1995" y="9708"/>
                </a:lnTo>
                <a:lnTo>
                  <a:pt x="2048" y="9854"/>
                </a:lnTo>
                <a:lnTo>
                  <a:pt x="2048" y="9999"/>
                </a:lnTo>
                <a:lnTo>
                  <a:pt x="2099" y="10145"/>
                </a:lnTo>
                <a:lnTo>
                  <a:pt x="2099" y="10333"/>
                </a:lnTo>
                <a:lnTo>
                  <a:pt x="2152" y="10479"/>
                </a:lnTo>
                <a:lnTo>
                  <a:pt x="2205" y="10666"/>
                </a:lnTo>
                <a:lnTo>
                  <a:pt x="2205" y="10812"/>
                </a:lnTo>
                <a:lnTo>
                  <a:pt x="2258" y="10958"/>
                </a:lnTo>
                <a:lnTo>
                  <a:pt x="2309" y="111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1061181" y="3400040"/>
            <a:ext cx="2311" cy="11270"/>
          </a:xfrm>
          <a:custGeom>
            <a:avLst/>
            <a:gdLst/>
            <a:ahLst/>
            <a:cxnLst/>
            <a:rect l="l" t="t" r="r" b="b"/>
            <a:pathLst>
              <a:path w="2311" h="11270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6" y="479"/>
                </a:lnTo>
                <a:lnTo>
                  <a:pt x="106" y="624"/>
                </a:lnTo>
                <a:lnTo>
                  <a:pt x="159" y="770"/>
                </a:lnTo>
                <a:lnTo>
                  <a:pt x="209" y="958"/>
                </a:lnTo>
                <a:lnTo>
                  <a:pt x="209" y="1104"/>
                </a:lnTo>
                <a:lnTo>
                  <a:pt x="262" y="1291"/>
                </a:lnTo>
                <a:lnTo>
                  <a:pt x="262" y="1437"/>
                </a:lnTo>
                <a:lnTo>
                  <a:pt x="316" y="1666"/>
                </a:lnTo>
                <a:lnTo>
                  <a:pt x="369" y="1812"/>
                </a:lnTo>
                <a:lnTo>
                  <a:pt x="369" y="1999"/>
                </a:lnTo>
                <a:lnTo>
                  <a:pt x="419" y="2145"/>
                </a:lnTo>
                <a:lnTo>
                  <a:pt x="472" y="2291"/>
                </a:lnTo>
                <a:lnTo>
                  <a:pt x="472" y="2437"/>
                </a:lnTo>
                <a:lnTo>
                  <a:pt x="525" y="2624"/>
                </a:lnTo>
                <a:lnTo>
                  <a:pt x="579" y="2770"/>
                </a:lnTo>
                <a:lnTo>
                  <a:pt x="579" y="2916"/>
                </a:lnTo>
                <a:lnTo>
                  <a:pt x="632" y="3062"/>
                </a:lnTo>
                <a:lnTo>
                  <a:pt x="632" y="3249"/>
                </a:lnTo>
                <a:lnTo>
                  <a:pt x="682" y="3395"/>
                </a:lnTo>
                <a:lnTo>
                  <a:pt x="682" y="3541"/>
                </a:lnTo>
                <a:lnTo>
                  <a:pt x="735" y="3729"/>
                </a:lnTo>
                <a:lnTo>
                  <a:pt x="788" y="3874"/>
                </a:lnTo>
                <a:lnTo>
                  <a:pt x="842" y="4062"/>
                </a:lnTo>
                <a:lnTo>
                  <a:pt x="842" y="4208"/>
                </a:lnTo>
                <a:lnTo>
                  <a:pt x="892" y="4354"/>
                </a:lnTo>
                <a:lnTo>
                  <a:pt x="892" y="4541"/>
                </a:lnTo>
                <a:lnTo>
                  <a:pt x="945" y="4687"/>
                </a:lnTo>
                <a:lnTo>
                  <a:pt x="998" y="4874"/>
                </a:lnTo>
                <a:lnTo>
                  <a:pt x="998" y="5020"/>
                </a:lnTo>
                <a:lnTo>
                  <a:pt x="1051" y="5208"/>
                </a:lnTo>
                <a:lnTo>
                  <a:pt x="1102" y="5395"/>
                </a:lnTo>
                <a:lnTo>
                  <a:pt x="1102" y="5541"/>
                </a:lnTo>
                <a:lnTo>
                  <a:pt x="1155" y="5687"/>
                </a:lnTo>
                <a:lnTo>
                  <a:pt x="1155" y="5833"/>
                </a:lnTo>
                <a:lnTo>
                  <a:pt x="1208" y="6020"/>
                </a:lnTo>
                <a:lnTo>
                  <a:pt x="1261" y="6166"/>
                </a:lnTo>
                <a:lnTo>
                  <a:pt x="1261" y="6312"/>
                </a:lnTo>
                <a:lnTo>
                  <a:pt x="1312" y="6499"/>
                </a:lnTo>
                <a:lnTo>
                  <a:pt x="1365" y="6645"/>
                </a:lnTo>
                <a:lnTo>
                  <a:pt x="1365" y="6833"/>
                </a:lnTo>
                <a:lnTo>
                  <a:pt x="1418" y="6979"/>
                </a:lnTo>
                <a:lnTo>
                  <a:pt x="1418" y="7124"/>
                </a:lnTo>
                <a:lnTo>
                  <a:pt x="1471" y="7312"/>
                </a:lnTo>
                <a:lnTo>
                  <a:pt x="1524" y="7458"/>
                </a:lnTo>
                <a:lnTo>
                  <a:pt x="1524" y="7645"/>
                </a:lnTo>
                <a:lnTo>
                  <a:pt x="1575" y="7833"/>
                </a:lnTo>
                <a:lnTo>
                  <a:pt x="1628" y="7979"/>
                </a:lnTo>
                <a:lnTo>
                  <a:pt x="1628" y="8124"/>
                </a:lnTo>
                <a:lnTo>
                  <a:pt x="1681" y="8270"/>
                </a:lnTo>
                <a:lnTo>
                  <a:pt x="1734" y="8458"/>
                </a:lnTo>
                <a:lnTo>
                  <a:pt x="1734" y="8604"/>
                </a:lnTo>
                <a:lnTo>
                  <a:pt x="1785" y="8791"/>
                </a:lnTo>
                <a:lnTo>
                  <a:pt x="1838" y="8937"/>
                </a:lnTo>
                <a:lnTo>
                  <a:pt x="1838" y="9083"/>
                </a:lnTo>
                <a:lnTo>
                  <a:pt x="1891" y="9312"/>
                </a:lnTo>
                <a:lnTo>
                  <a:pt x="1944" y="9458"/>
                </a:lnTo>
                <a:lnTo>
                  <a:pt x="1944" y="9645"/>
                </a:lnTo>
                <a:lnTo>
                  <a:pt x="1995" y="9791"/>
                </a:lnTo>
                <a:lnTo>
                  <a:pt x="1995" y="9937"/>
                </a:lnTo>
                <a:lnTo>
                  <a:pt x="2048" y="10083"/>
                </a:lnTo>
                <a:lnTo>
                  <a:pt x="2048" y="10229"/>
                </a:lnTo>
                <a:lnTo>
                  <a:pt x="2101" y="10416"/>
                </a:lnTo>
                <a:lnTo>
                  <a:pt x="2154" y="10562"/>
                </a:lnTo>
                <a:lnTo>
                  <a:pt x="2154" y="10708"/>
                </a:lnTo>
                <a:lnTo>
                  <a:pt x="2205" y="10895"/>
                </a:lnTo>
                <a:lnTo>
                  <a:pt x="2258" y="11041"/>
                </a:lnTo>
                <a:lnTo>
                  <a:pt x="2258" y="1122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1063492" y="3411310"/>
            <a:ext cx="2258" cy="11374"/>
          </a:xfrm>
          <a:custGeom>
            <a:avLst/>
            <a:gdLst/>
            <a:ahLst/>
            <a:cxnLst/>
            <a:rect l="l" t="t" r="r" b="b"/>
            <a:pathLst>
              <a:path w="2258" h="11374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6" y="583"/>
                </a:lnTo>
                <a:lnTo>
                  <a:pt x="106" y="770"/>
                </a:lnTo>
                <a:lnTo>
                  <a:pt x="156" y="916"/>
                </a:lnTo>
                <a:lnTo>
                  <a:pt x="209" y="1104"/>
                </a:lnTo>
                <a:lnTo>
                  <a:pt x="209" y="1249"/>
                </a:lnTo>
                <a:lnTo>
                  <a:pt x="262" y="1395"/>
                </a:lnTo>
                <a:lnTo>
                  <a:pt x="316" y="1624"/>
                </a:lnTo>
                <a:lnTo>
                  <a:pt x="316" y="1770"/>
                </a:lnTo>
                <a:lnTo>
                  <a:pt x="366" y="1916"/>
                </a:lnTo>
                <a:lnTo>
                  <a:pt x="366" y="2062"/>
                </a:lnTo>
                <a:lnTo>
                  <a:pt x="419" y="2208"/>
                </a:lnTo>
                <a:lnTo>
                  <a:pt x="472" y="2395"/>
                </a:lnTo>
                <a:lnTo>
                  <a:pt x="472" y="2541"/>
                </a:lnTo>
                <a:lnTo>
                  <a:pt x="525" y="2729"/>
                </a:lnTo>
                <a:lnTo>
                  <a:pt x="576" y="2874"/>
                </a:lnTo>
                <a:lnTo>
                  <a:pt x="576" y="3020"/>
                </a:lnTo>
                <a:lnTo>
                  <a:pt x="629" y="3208"/>
                </a:lnTo>
                <a:lnTo>
                  <a:pt x="682" y="3395"/>
                </a:lnTo>
                <a:lnTo>
                  <a:pt x="682" y="3541"/>
                </a:lnTo>
                <a:lnTo>
                  <a:pt x="735" y="3687"/>
                </a:lnTo>
                <a:lnTo>
                  <a:pt x="735" y="3833"/>
                </a:lnTo>
                <a:lnTo>
                  <a:pt x="786" y="4020"/>
                </a:lnTo>
                <a:lnTo>
                  <a:pt x="839" y="4166"/>
                </a:lnTo>
                <a:lnTo>
                  <a:pt x="839" y="4354"/>
                </a:lnTo>
                <a:lnTo>
                  <a:pt x="892" y="4499"/>
                </a:lnTo>
                <a:lnTo>
                  <a:pt x="945" y="4687"/>
                </a:lnTo>
                <a:lnTo>
                  <a:pt x="945" y="4874"/>
                </a:lnTo>
                <a:lnTo>
                  <a:pt x="998" y="5020"/>
                </a:lnTo>
                <a:lnTo>
                  <a:pt x="998" y="5166"/>
                </a:lnTo>
                <a:lnTo>
                  <a:pt x="1049" y="5312"/>
                </a:lnTo>
                <a:lnTo>
                  <a:pt x="1102" y="5499"/>
                </a:lnTo>
                <a:lnTo>
                  <a:pt x="1102" y="5645"/>
                </a:lnTo>
                <a:lnTo>
                  <a:pt x="1155" y="5791"/>
                </a:lnTo>
                <a:lnTo>
                  <a:pt x="1208" y="6020"/>
                </a:lnTo>
                <a:lnTo>
                  <a:pt x="1208" y="6166"/>
                </a:lnTo>
                <a:lnTo>
                  <a:pt x="1259" y="6312"/>
                </a:lnTo>
                <a:lnTo>
                  <a:pt x="1259" y="6458"/>
                </a:lnTo>
                <a:lnTo>
                  <a:pt x="1312" y="6604"/>
                </a:lnTo>
                <a:lnTo>
                  <a:pt x="1365" y="6791"/>
                </a:lnTo>
                <a:lnTo>
                  <a:pt x="1365" y="6937"/>
                </a:lnTo>
                <a:lnTo>
                  <a:pt x="1418" y="7166"/>
                </a:lnTo>
                <a:lnTo>
                  <a:pt x="1469" y="7312"/>
                </a:lnTo>
                <a:lnTo>
                  <a:pt x="1469" y="7458"/>
                </a:lnTo>
                <a:lnTo>
                  <a:pt x="1522" y="7604"/>
                </a:lnTo>
                <a:lnTo>
                  <a:pt x="1522" y="7749"/>
                </a:lnTo>
                <a:lnTo>
                  <a:pt x="1575" y="7937"/>
                </a:lnTo>
                <a:lnTo>
                  <a:pt x="1628" y="8083"/>
                </a:lnTo>
                <a:lnTo>
                  <a:pt x="1628" y="8312"/>
                </a:lnTo>
                <a:lnTo>
                  <a:pt x="1679" y="8458"/>
                </a:lnTo>
                <a:lnTo>
                  <a:pt x="1732" y="8604"/>
                </a:lnTo>
                <a:lnTo>
                  <a:pt x="1732" y="8749"/>
                </a:lnTo>
                <a:lnTo>
                  <a:pt x="1785" y="8895"/>
                </a:lnTo>
                <a:lnTo>
                  <a:pt x="1838" y="9083"/>
                </a:lnTo>
                <a:lnTo>
                  <a:pt x="1838" y="9229"/>
                </a:lnTo>
                <a:lnTo>
                  <a:pt x="1891" y="9374"/>
                </a:lnTo>
                <a:lnTo>
                  <a:pt x="1891" y="9562"/>
                </a:lnTo>
                <a:lnTo>
                  <a:pt x="1942" y="9749"/>
                </a:lnTo>
                <a:lnTo>
                  <a:pt x="1995" y="9895"/>
                </a:lnTo>
                <a:lnTo>
                  <a:pt x="1995" y="10041"/>
                </a:lnTo>
                <a:lnTo>
                  <a:pt x="2048" y="10187"/>
                </a:lnTo>
                <a:lnTo>
                  <a:pt x="2048" y="10374"/>
                </a:lnTo>
                <a:lnTo>
                  <a:pt x="2101" y="10520"/>
                </a:lnTo>
                <a:lnTo>
                  <a:pt x="2152" y="10708"/>
                </a:lnTo>
                <a:lnTo>
                  <a:pt x="2152" y="10895"/>
                </a:lnTo>
                <a:lnTo>
                  <a:pt x="2205" y="11041"/>
                </a:lnTo>
                <a:lnTo>
                  <a:pt x="2205" y="11187"/>
                </a:lnTo>
                <a:lnTo>
                  <a:pt x="2258" y="11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1065751" y="3422685"/>
            <a:ext cx="2311" cy="11520"/>
          </a:xfrm>
          <a:custGeom>
            <a:avLst/>
            <a:gdLst/>
            <a:ahLst/>
            <a:cxnLst/>
            <a:rect l="l" t="t" r="r" b="b"/>
            <a:pathLst>
              <a:path w="2311" h="11520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3" y="479"/>
                </a:lnTo>
                <a:lnTo>
                  <a:pt x="156" y="666"/>
                </a:lnTo>
                <a:lnTo>
                  <a:pt x="156" y="812"/>
                </a:lnTo>
                <a:lnTo>
                  <a:pt x="209" y="958"/>
                </a:lnTo>
                <a:lnTo>
                  <a:pt x="262" y="1104"/>
                </a:lnTo>
                <a:lnTo>
                  <a:pt x="262" y="1291"/>
                </a:lnTo>
                <a:lnTo>
                  <a:pt x="313" y="1437"/>
                </a:lnTo>
                <a:lnTo>
                  <a:pt x="313" y="1583"/>
                </a:lnTo>
                <a:lnTo>
                  <a:pt x="366" y="1770"/>
                </a:lnTo>
                <a:lnTo>
                  <a:pt x="419" y="1916"/>
                </a:lnTo>
                <a:lnTo>
                  <a:pt x="419" y="2104"/>
                </a:lnTo>
                <a:lnTo>
                  <a:pt x="472" y="2249"/>
                </a:lnTo>
                <a:lnTo>
                  <a:pt x="472" y="2395"/>
                </a:lnTo>
                <a:lnTo>
                  <a:pt x="525" y="2624"/>
                </a:lnTo>
                <a:lnTo>
                  <a:pt x="576" y="2770"/>
                </a:lnTo>
                <a:lnTo>
                  <a:pt x="576" y="2916"/>
                </a:lnTo>
                <a:lnTo>
                  <a:pt x="629" y="3062"/>
                </a:lnTo>
                <a:lnTo>
                  <a:pt x="629" y="3208"/>
                </a:lnTo>
                <a:lnTo>
                  <a:pt x="682" y="3395"/>
                </a:lnTo>
                <a:lnTo>
                  <a:pt x="735" y="3541"/>
                </a:lnTo>
                <a:lnTo>
                  <a:pt x="786" y="3770"/>
                </a:lnTo>
                <a:lnTo>
                  <a:pt x="786" y="3916"/>
                </a:lnTo>
                <a:lnTo>
                  <a:pt x="839" y="4062"/>
                </a:lnTo>
                <a:lnTo>
                  <a:pt x="839" y="4208"/>
                </a:lnTo>
                <a:lnTo>
                  <a:pt x="892" y="4354"/>
                </a:lnTo>
                <a:lnTo>
                  <a:pt x="945" y="4583"/>
                </a:lnTo>
                <a:lnTo>
                  <a:pt x="945" y="4729"/>
                </a:lnTo>
                <a:lnTo>
                  <a:pt x="996" y="4874"/>
                </a:lnTo>
                <a:lnTo>
                  <a:pt x="996" y="5020"/>
                </a:lnTo>
                <a:lnTo>
                  <a:pt x="1049" y="5166"/>
                </a:lnTo>
                <a:lnTo>
                  <a:pt x="1102" y="5354"/>
                </a:lnTo>
                <a:lnTo>
                  <a:pt x="1102" y="5499"/>
                </a:lnTo>
                <a:lnTo>
                  <a:pt x="1155" y="5687"/>
                </a:lnTo>
                <a:lnTo>
                  <a:pt x="1206" y="5833"/>
                </a:lnTo>
                <a:lnTo>
                  <a:pt x="1206" y="5979"/>
                </a:lnTo>
                <a:lnTo>
                  <a:pt x="1259" y="6166"/>
                </a:lnTo>
                <a:lnTo>
                  <a:pt x="1259" y="6312"/>
                </a:lnTo>
                <a:lnTo>
                  <a:pt x="1312" y="6541"/>
                </a:lnTo>
                <a:lnTo>
                  <a:pt x="1365" y="6687"/>
                </a:lnTo>
                <a:lnTo>
                  <a:pt x="1365" y="6833"/>
                </a:lnTo>
                <a:lnTo>
                  <a:pt x="1418" y="6979"/>
                </a:lnTo>
                <a:lnTo>
                  <a:pt x="1418" y="7124"/>
                </a:lnTo>
                <a:lnTo>
                  <a:pt x="1469" y="7354"/>
                </a:lnTo>
                <a:lnTo>
                  <a:pt x="1522" y="7499"/>
                </a:lnTo>
                <a:lnTo>
                  <a:pt x="1522" y="7645"/>
                </a:lnTo>
                <a:lnTo>
                  <a:pt x="1575" y="7791"/>
                </a:lnTo>
                <a:lnTo>
                  <a:pt x="1575" y="7937"/>
                </a:lnTo>
                <a:lnTo>
                  <a:pt x="1628" y="8124"/>
                </a:lnTo>
                <a:lnTo>
                  <a:pt x="1679" y="8270"/>
                </a:lnTo>
                <a:lnTo>
                  <a:pt x="1679" y="8458"/>
                </a:lnTo>
                <a:lnTo>
                  <a:pt x="1732" y="8604"/>
                </a:lnTo>
                <a:lnTo>
                  <a:pt x="1785" y="8749"/>
                </a:lnTo>
                <a:lnTo>
                  <a:pt x="1785" y="8937"/>
                </a:lnTo>
                <a:lnTo>
                  <a:pt x="1838" y="9083"/>
                </a:lnTo>
                <a:lnTo>
                  <a:pt x="1889" y="9312"/>
                </a:lnTo>
                <a:lnTo>
                  <a:pt x="1889" y="9458"/>
                </a:lnTo>
                <a:lnTo>
                  <a:pt x="1942" y="9604"/>
                </a:lnTo>
                <a:lnTo>
                  <a:pt x="1995" y="9749"/>
                </a:lnTo>
                <a:lnTo>
                  <a:pt x="1995" y="9895"/>
                </a:lnTo>
                <a:lnTo>
                  <a:pt x="2048" y="10124"/>
                </a:lnTo>
                <a:lnTo>
                  <a:pt x="2048" y="10270"/>
                </a:lnTo>
                <a:lnTo>
                  <a:pt x="2099" y="10416"/>
                </a:lnTo>
                <a:lnTo>
                  <a:pt x="2152" y="10562"/>
                </a:lnTo>
                <a:lnTo>
                  <a:pt x="2152" y="10708"/>
                </a:lnTo>
                <a:lnTo>
                  <a:pt x="2205" y="10937"/>
                </a:lnTo>
                <a:lnTo>
                  <a:pt x="2258" y="11083"/>
                </a:lnTo>
                <a:lnTo>
                  <a:pt x="2258" y="11228"/>
                </a:lnTo>
                <a:lnTo>
                  <a:pt x="2311" y="11374"/>
                </a:lnTo>
                <a:lnTo>
                  <a:pt x="2311" y="11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068062" y="3434206"/>
            <a:ext cx="2309" cy="11562"/>
          </a:xfrm>
          <a:custGeom>
            <a:avLst/>
            <a:gdLst/>
            <a:ahLst/>
            <a:cxnLst/>
            <a:rect l="l" t="t" r="r" b="b"/>
            <a:pathLst>
              <a:path w="2309" h="11562">
                <a:moveTo>
                  <a:pt x="0" y="0"/>
                </a:moveTo>
                <a:lnTo>
                  <a:pt x="50" y="229"/>
                </a:lnTo>
                <a:lnTo>
                  <a:pt x="103" y="374"/>
                </a:lnTo>
                <a:lnTo>
                  <a:pt x="103" y="520"/>
                </a:lnTo>
                <a:lnTo>
                  <a:pt x="156" y="666"/>
                </a:lnTo>
                <a:lnTo>
                  <a:pt x="156" y="812"/>
                </a:lnTo>
                <a:lnTo>
                  <a:pt x="209" y="1041"/>
                </a:lnTo>
                <a:lnTo>
                  <a:pt x="260" y="1187"/>
                </a:lnTo>
                <a:lnTo>
                  <a:pt x="260" y="1333"/>
                </a:lnTo>
                <a:lnTo>
                  <a:pt x="313" y="1479"/>
                </a:lnTo>
                <a:lnTo>
                  <a:pt x="313" y="1624"/>
                </a:lnTo>
                <a:lnTo>
                  <a:pt x="366" y="1854"/>
                </a:lnTo>
                <a:lnTo>
                  <a:pt x="419" y="1999"/>
                </a:lnTo>
                <a:lnTo>
                  <a:pt x="419" y="2145"/>
                </a:lnTo>
                <a:lnTo>
                  <a:pt x="470" y="2291"/>
                </a:lnTo>
                <a:lnTo>
                  <a:pt x="470" y="2437"/>
                </a:lnTo>
                <a:lnTo>
                  <a:pt x="523" y="2666"/>
                </a:lnTo>
                <a:lnTo>
                  <a:pt x="576" y="2812"/>
                </a:lnTo>
                <a:lnTo>
                  <a:pt x="576" y="2958"/>
                </a:lnTo>
                <a:lnTo>
                  <a:pt x="629" y="3104"/>
                </a:lnTo>
                <a:lnTo>
                  <a:pt x="680" y="3291"/>
                </a:lnTo>
                <a:lnTo>
                  <a:pt x="680" y="3479"/>
                </a:lnTo>
                <a:lnTo>
                  <a:pt x="733" y="3624"/>
                </a:lnTo>
                <a:lnTo>
                  <a:pt x="733" y="3770"/>
                </a:lnTo>
                <a:lnTo>
                  <a:pt x="786" y="3916"/>
                </a:lnTo>
                <a:lnTo>
                  <a:pt x="839" y="4104"/>
                </a:lnTo>
                <a:lnTo>
                  <a:pt x="839" y="4291"/>
                </a:lnTo>
                <a:lnTo>
                  <a:pt x="892" y="4437"/>
                </a:lnTo>
                <a:lnTo>
                  <a:pt x="892" y="4583"/>
                </a:lnTo>
                <a:lnTo>
                  <a:pt x="943" y="4729"/>
                </a:lnTo>
                <a:lnTo>
                  <a:pt x="996" y="4916"/>
                </a:lnTo>
                <a:lnTo>
                  <a:pt x="996" y="5104"/>
                </a:lnTo>
                <a:lnTo>
                  <a:pt x="1049" y="5249"/>
                </a:lnTo>
                <a:lnTo>
                  <a:pt x="1102" y="5395"/>
                </a:lnTo>
                <a:lnTo>
                  <a:pt x="1102" y="5541"/>
                </a:lnTo>
                <a:lnTo>
                  <a:pt x="1153" y="5729"/>
                </a:lnTo>
                <a:lnTo>
                  <a:pt x="1206" y="5916"/>
                </a:lnTo>
                <a:lnTo>
                  <a:pt x="1206" y="6062"/>
                </a:lnTo>
                <a:lnTo>
                  <a:pt x="1259" y="6208"/>
                </a:lnTo>
                <a:lnTo>
                  <a:pt x="1259" y="6354"/>
                </a:lnTo>
                <a:lnTo>
                  <a:pt x="1312" y="6541"/>
                </a:lnTo>
                <a:lnTo>
                  <a:pt x="1312" y="6687"/>
                </a:lnTo>
                <a:lnTo>
                  <a:pt x="1363" y="6874"/>
                </a:lnTo>
                <a:lnTo>
                  <a:pt x="1416" y="7020"/>
                </a:lnTo>
                <a:lnTo>
                  <a:pt x="1416" y="7166"/>
                </a:lnTo>
                <a:lnTo>
                  <a:pt x="1469" y="7354"/>
                </a:lnTo>
                <a:lnTo>
                  <a:pt x="1469" y="7499"/>
                </a:lnTo>
                <a:lnTo>
                  <a:pt x="1522" y="7687"/>
                </a:lnTo>
                <a:lnTo>
                  <a:pt x="1573" y="7833"/>
                </a:lnTo>
                <a:lnTo>
                  <a:pt x="1573" y="8020"/>
                </a:lnTo>
                <a:lnTo>
                  <a:pt x="1626" y="8166"/>
                </a:lnTo>
                <a:lnTo>
                  <a:pt x="1679" y="8312"/>
                </a:lnTo>
                <a:lnTo>
                  <a:pt x="1679" y="8541"/>
                </a:lnTo>
                <a:lnTo>
                  <a:pt x="1732" y="8687"/>
                </a:lnTo>
                <a:lnTo>
                  <a:pt x="1785" y="8833"/>
                </a:lnTo>
                <a:lnTo>
                  <a:pt x="1785" y="8979"/>
                </a:lnTo>
                <a:lnTo>
                  <a:pt x="1836" y="9124"/>
                </a:lnTo>
                <a:lnTo>
                  <a:pt x="1889" y="9354"/>
                </a:lnTo>
                <a:lnTo>
                  <a:pt x="1889" y="9499"/>
                </a:lnTo>
                <a:lnTo>
                  <a:pt x="1942" y="9645"/>
                </a:lnTo>
                <a:lnTo>
                  <a:pt x="1942" y="9791"/>
                </a:lnTo>
                <a:lnTo>
                  <a:pt x="1995" y="9937"/>
                </a:lnTo>
                <a:lnTo>
                  <a:pt x="2046" y="10166"/>
                </a:lnTo>
                <a:lnTo>
                  <a:pt x="2046" y="10312"/>
                </a:lnTo>
                <a:lnTo>
                  <a:pt x="2099" y="10458"/>
                </a:lnTo>
                <a:lnTo>
                  <a:pt x="2099" y="10603"/>
                </a:lnTo>
                <a:lnTo>
                  <a:pt x="2152" y="10749"/>
                </a:lnTo>
                <a:lnTo>
                  <a:pt x="2152" y="10937"/>
                </a:lnTo>
                <a:lnTo>
                  <a:pt x="2205" y="11083"/>
                </a:lnTo>
                <a:lnTo>
                  <a:pt x="2256" y="11270"/>
                </a:lnTo>
                <a:lnTo>
                  <a:pt x="2256" y="1145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1070372" y="3445768"/>
            <a:ext cx="2311" cy="11645"/>
          </a:xfrm>
          <a:custGeom>
            <a:avLst/>
            <a:gdLst/>
            <a:ahLst/>
            <a:cxnLst/>
            <a:rect l="l" t="t" r="r" b="b"/>
            <a:pathLst>
              <a:path w="2311" h="11645">
                <a:moveTo>
                  <a:pt x="0" y="0"/>
                </a:moveTo>
                <a:lnTo>
                  <a:pt x="53" y="187"/>
                </a:lnTo>
                <a:lnTo>
                  <a:pt x="53" y="333"/>
                </a:lnTo>
                <a:lnTo>
                  <a:pt x="106" y="520"/>
                </a:lnTo>
                <a:lnTo>
                  <a:pt x="156" y="708"/>
                </a:lnTo>
                <a:lnTo>
                  <a:pt x="156" y="854"/>
                </a:lnTo>
                <a:lnTo>
                  <a:pt x="209" y="999"/>
                </a:lnTo>
                <a:lnTo>
                  <a:pt x="209" y="1145"/>
                </a:lnTo>
                <a:lnTo>
                  <a:pt x="262" y="1333"/>
                </a:lnTo>
                <a:lnTo>
                  <a:pt x="262" y="1479"/>
                </a:lnTo>
                <a:lnTo>
                  <a:pt x="316" y="1624"/>
                </a:lnTo>
                <a:lnTo>
                  <a:pt x="369" y="1812"/>
                </a:lnTo>
                <a:lnTo>
                  <a:pt x="369" y="1999"/>
                </a:lnTo>
                <a:lnTo>
                  <a:pt x="419" y="2145"/>
                </a:lnTo>
                <a:lnTo>
                  <a:pt x="419" y="2291"/>
                </a:lnTo>
                <a:lnTo>
                  <a:pt x="472" y="2520"/>
                </a:lnTo>
                <a:lnTo>
                  <a:pt x="525" y="2666"/>
                </a:lnTo>
                <a:lnTo>
                  <a:pt x="525" y="2812"/>
                </a:lnTo>
                <a:lnTo>
                  <a:pt x="579" y="2958"/>
                </a:lnTo>
                <a:lnTo>
                  <a:pt x="629" y="3104"/>
                </a:lnTo>
                <a:lnTo>
                  <a:pt x="629" y="3333"/>
                </a:lnTo>
                <a:lnTo>
                  <a:pt x="682" y="3479"/>
                </a:lnTo>
                <a:lnTo>
                  <a:pt x="735" y="3624"/>
                </a:lnTo>
                <a:lnTo>
                  <a:pt x="735" y="3770"/>
                </a:lnTo>
                <a:lnTo>
                  <a:pt x="788" y="3916"/>
                </a:lnTo>
                <a:lnTo>
                  <a:pt x="788" y="4104"/>
                </a:lnTo>
                <a:lnTo>
                  <a:pt x="839" y="4249"/>
                </a:lnTo>
                <a:lnTo>
                  <a:pt x="839" y="4395"/>
                </a:lnTo>
                <a:lnTo>
                  <a:pt x="892" y="4624"/>
                </a:lnTo>
                <a:lnTo>
                  <a:pt x="945" y="4770"/>
                </a:lnTo>
                <a:lnTo>
                  <a:pt x="945" y="4916"/>
                </a:lnTo>
                <a:lnTo>
                  <a:pt x="998" y="5062"/>
                </a:lnTo>
                <a:lnTo>
                  <a:pt x="998" y="5208"/>
                </a:lnTo>
                <a:lnTo>
                  <a:pt x="1049" y="5395"/>
                </a:lnTo>
                <a:lnTo>
                  <a:pt x="1102" y="5541"/>
                </a:lnTo>
                <a:lnTo>
                  <a:pt x="1102" y="5729"/>
                </a:lnTo>
                <a:lnTo>
                  <a:pt x="1155" y="5916"/>
                </a:lnTo>
                <a:lnTo>
                  <a:pt x="1208" y="6062"/>
                </a:lnTo>
                <a:lnTo>
                  <a:pt x="1208" y="6208"/>
                </a:lnTo>
                <a:lnTo>
                  <a:pt x="1261" y="6354"/>
                </a:lnTo>
                <a:lnTo>
                  <a:pt x="1312" y="6541"/>
                </a:lnTo>
                <a:lnTo>
                  <a:pt x="1312" y="6687"/>
                </a:lnTo>
                <a:lnTo>
                  <a:pt x="1365" y="6874"/>
                </a:lnTo>
                <a:lnTo>
                  <a:pt x="1365" y="7020"/>
                </a:lnTo>
                <a:lnTo>
                  <a:pt x="1418" y="7208"/>
                </a:lnTo>
                <a:lnTo>
                  <a:pt x="1471" y="7354"/>
                </a:lnTo>
                <a:lnTo>
                  <a:pt x="1471" y="7499"/>
                </a:lnTo>
                <a:lnTo>
                  <a:pt x="1522" y="7729"/>
                </a:lnTo>
                <a:lnTo>
                  <a:pt x="1575" y="7874"/>
                </a:lnTo>
                <a:lnTo>
                  <a:pt x="1575" y="8020"/>
                </a:lnTo>
                <a:lnTo>
                  <a:pt x="1628" y="8166"/>
                </a:lnTo>
                <a:lnTo>
                  <a:pt x="1628" y="8312"/>
                </a:lnTo>
                <a:lnTo>
                  <a:pt x="1681" y="8499"/>
                </a:lnTo>
                <a:lnTo>
                  <a:pt x="1681" y="8645"/>
                </a:lnTo>
                <a:lnTo>
                  <a:pt x="1732" y="8791"/>
                </a:lnTo>
                <a:lnTo>
                  <a:pt x="1785" y="9020"/>
                </a:lnTo>
                <a:lnTo>
                  <a:pt x="1785" y="9166"/>
                </a:lnTo>
                <a:lnTo>
                  <a:pt x="1838" y="9312"/>
                </a:lnTo>
                <a:lnTo>
                  <a:pt x="1891" y="9458"/>
                </a:lnTo>
                <a:lnTo>
                  <a:pt x="1891" y="9645"/>
                </a:lnTo>
                <a:lnTo>
                  <a:pt x="1942" y="9791"/>
                </a:lnTo>
                <a:lnTo>
                  <a:pt x="1942" y="9937"/>
                </a:lnTo>
                <a:lnTo>
                  <a:pt x="1995" y="10124"/>
                </a:lnTo>
                <a:lnTo>
                  <a:pt x="2048" y="10312"/>
                </a:lnTo>
                <a:lnTo>
                  <a:pt x="2048" y="10458"/>
                </a:lnTo>
                <a:lnTo>
                  <a:pt x="2101" y="10603"/>
                </a:lnTo>
                <a:lnTo>
                  <a:pt x="2101" y="10749"/>
                </a:lnTo>
                <a:lnTo>
                  <a:pt x="2154" y="10937"/>
                </a:lnTo>
                <a:lnTo>
                  <a:pt x="2154" y="11083"/>
                </a:lnTo>
                <a:lnTo>
                  <a:pt x="2205" y="11312"/>
                </a:lnTo>
                <a:lnTo>
                  <a:pt x="2258" y="11458"/>
                </a:lnTo>
                <a:lnTo>
                  <a:pt x="2258" y="116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1072683" y="3457414"/>
            <a:ext cx="2258" cy="11708"/>
          </a:xfrm>
          <a:custGeom>
            <a:avLst/>
            <a:gdLst/>
            <a:ahLst/>
            <a:cxnLst/>
            <a:rect l="l" t="t" r="r" b="b"/>
            <a:pathLst>
              <a:path w="2258" h="11708">
                <a:moveTo>
                  <a:pt x="0" y="0"/>
                </a:moveTo>
                <a:lnTo>
                  <a:pt x="0" y="187"/>
                </a:lnTo>
                <a:lnTo>
                  <a:pt x="53" y="333"/>
                </a:lnTo>
                <a:lnTo>
                  <a:pt x="53" y="479"/>
                </a:lnTo>
                <a:lnTo>
                  <a:pt x="103" y="624"/>
                </a:lnTo>
                <a:lnTo>
                  <a:pt x="156" y="770"/>
                </a:lnTo>
                <a:lnTo>
                  <a:pt x="156" y="958"/>
                </a:lnTo>
                <a:lnTo>
                  <a:pt x="209" y="1104"/>
                </a:lnTo>
                <a:lnTo>
                  <a:pt x="209" y="1249"/>
                </a:lnTo>
                <a:lnTo>
                  <a:pt x="262" y="1395"/>
                </a:lnTo>
                <a:lnTo>
                  <a:pt x="313" y="1583"/>
                </a:lnTo>
                <a:lnTo>
                  <a:pt x="313" y="1729"/>
                </a:lnTo>
                <a:lnTo>
                  <a:pt x="366" y="1874"/>
                </a:lnTo>
                <a:lnTo>
                  <a:pt x="366" y="2062"/>
                </a:lnTo>
                <a:lnTo>
                  <a:pt x="419" y="2249"/>
                </a:lnTo>
                <a:lnTo>
                  <a:pt x="472" y="2395"/>
                </a:lnTo>
                <a:lnTo>
                  <a:pt x="472" y="2541"/>
                </a:lnTo>
                <a:lnTo>
                  <a:pt x="523" y="2687"/>
                </a:lnTo>
                <a:lnTo>
                  <a:pt x="523" y="2874"/>
                </a:lnTo>
                <a:lnTo>
                  <a:pt x="576" y="3020"/>
                </a:lnTo>
                <a:lnTo>
                  <a:pt x="629" y="3249"/>
                </a:lnTo>
                <a:lnTo>
                  <a:pt x="629" y="3395"/>
                </a:lnTo>
                <a:lnTo>
                  <a:pt x="682" y="3541"/>
                </a:lnTo>
                <a:lnTo>
                  <a:pt x="735" y="3687"/>
                </a:lnTo>
                <a:lnTo>
                  <a:pt x="735" y="3833"/>
                </a:lnTo>
                <a:lnTo>
                  <a:pt x="786" y="4020"/>
                </a:lnTo>
                <a:lnTo>
                  <a:pt x="786" y="4166"/>
                </a:lnTo>
                <a:lnTo>
                  <a:pt x="839" y="4312"/>
                </a:lnTo>
                <a:lnTo>
                  <a:pt x="892" y="4541"/>
                </a:lnTo>
                <a:lnTo>
                  <a:pt x="892" y="4687"/>
                </a:lnTo>
                <a:lnTo>
                  <a:pt x="945" y="4833"/>
                </a:lnTo>
                <a:lnTo>
                  <a:pt x="945" y="5020"/>
                </a:lnTo>
                <a:lnTo>
                  <a:pt x="996" y="5166"/>
                </a:lnTo>
                <a:lnTo>
                  <a:pt x="996" y="5312"/>
                </a:lnTo>
                <a:lnTo>
                  <a:pt x="1049" y="5458"/>
                </a:lnTo>
                <a:lnTo>
                  <a:pt x="1102" y="5645"/>
                </a:lnTo>
                <a:lnTo>
                  <a:pt x="1102" y="5791"/>
                </a:lnTo>
                <a:lnTo>
                  <a:pt x="1155" y="5979"/>
                </a:lnTo>
                <a:lnTo>
                  <a:pt x="1206" y="6124"/>
                </a:lnTo>
                <a:lnTo>
                  <a:pt x="1206" y="6312"/>
                </a:lnTo>
                <a:lnTo>
                  <a:pt x="1259" y="6458"/>
                </a:lnTo>
                <a:lnTo>
                  <a:pt x="1259" y="6604"/>
                </a:lnTo>
                <a:lnTo>
                  <a:pt x="1312" y="6791"/>
                </a:lnTo>
                <a:lnTo>
                  <a:pt x="1365" y="6937"/>
                </a:lnTo>
                <a:lnTo>
                  <a:pt x="1365" y="7083"/>
                </a:lnTo>
                <a:lnTo>
                  <a:pt x="1416" y="7312"/>
                </a:lnTo>
                <a:lnTo>
                  <a:pt x="1469" y="7458"/>
                </a:lnTo>
                <a:lnTo>
                  <a:pt x="1469" y="7604"/>
                </a:lnTo>
                <a:lnTo>
                  <a:pt x="1522" y="7749"/>
                </a:lnTo>
                <a:lnTo>
                  <a:pt x="1522" y="7895"/>
                </a:lnTo>
                <a:lnTo>
                  <a:pt x="1575" y="8083"/>
                </a:lnTo>
                <a:lnTo>
                  <a:pt x="1575" y="8229"/>
                </a:lnTo>
                <a:lnTo>
                  <a:pt x="1628" y="8416"/>
                </a:lnTo>
                <a:lnTo>
                  <a:pt x="1679" y="8562"/>
                </a:lnTo>
                <a:lnTo>
                  <a:pt x="1679" y="8749"/>
                </a:lnTo>
                <a:lnTo>
                  <a:pt x="1732" y="8895"/>
                </a:lnTo>
                <a:lnTo>
                  <a:pt x="1785" y="9083"/>
                </a:lnTo>
                <a:lnTo>
                  <a:pt x="1785" y="9229"/>
                </a:lnTo>
                <a:lnTo>
                  <a:pt x="1838" y="9374"/>
                </a:lnTo>
                <a:lnTo>
                  <a:pt x="1838" y="9562"/>
                </a:lnTo>
                <a:lnTo>
                  <a:pt x="1889" y="9708"/>
                </a:lnTo>
                <a:lnTo>
                  <a:pt x="1889" y="9854"/>
                </a:lnTo>
                <a:lnTo>
                  <a:pt x="1942" y="10083"/>
                </a:lnTo>
                <a:lnTo>
                  <a:pt x="1995" y="10229"/>
                </a:lnTo>
                <a:lnTo>
                  <a:pt x="1995" y="10374"/>
                </a:lnTo>
                <a:lnTo>
                  <a:pt x="2048" y="10562"/>
                </a:lnTo>
                <a:lnTo>
                  <a:pt x="2099" y="10708"/>
                </a:lnTo>
                <a:lnTo>
                  <a:pt x="2099" y="10853"/>
                </a:lnTo>
                <a:lnTo>
                  <a:pt x="2152" y="10999"/>
                </a:lnTo>
                <a:lnTo>
                  <a:pt x="2152" y="11187"/>
                </a:lnTo>
                <a:lnTo>
                  <a:pt x="2205" y="11333"/>
                </a:lnTo>
                <a:lnTo>
                  <a:pt x="2258" y="11478"/>
                </a:lnTo>
                <a:lnTo>
                  <a:pt x="2258" y="11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1074942" y="3469122"/>
            <a:ext cx="2309" cy="11791"/>
          </a:xfrm>
          <a:custGeom>
            <a:avLst/>
            <a:gdLst/>
            <a:ahLst/>
            <a:cxnLst/>
            <a:rect l="l" t="t" r="r" b="b"/>
            <a:pathLst>
              <a:path w="2309" h="11791">
                <a:moveTo>
                  <a:pt x="0" y="0"/>
                </a:moveTo>
                <a:lnTo>
                  <a:pt x="50" y="145"/>
                </a:lnTo>
                <a:lnTo>
                  <a:pt x="103" y="291"/>
                </a:lnTo>
                <a:lnTo>
                  <a:pt x="103" y="437"/>
                </a:lnTo>
                <a:lnTo>
                  <a:pt x="156" y="624"/>
                </a:lnTo>
                <a:lnTo>
                  <a:pt x="156" y="770"/>
                </a:lnTo>
                <a:lnTo>
                  <a:pt x="209" y="916"/>
                </a:lnTo>
                <a:lnTo>
                  <a:pt x="209" y="1104"/>
                </a:lnTo>
                <a:lnTo>
                  <a:pt x="262" y="1249"/>
                </a:lnTo>
                <a:lnTo>
                  <a:pt x="313" y="1437"/>
                </a:lnTo>
                <a:lnTo>
                  <a:pt x="313" y="1624"/>
                </a:lnTo>
                <a:lnTo>
                  <a:pt x="366" y="1770"/>
                </a:lnTo>
                <a:lnTo>
                  <a:pt x="419" y="1916"/>
                </a:lnTo>
                <a:lnTo>
                  <a:pt x="419" y="2104"/>
                </a:lnTo>
                <a:lnTo>
                  <a:pt x="472" y="2249"/>
                </a:lnTo>
                <a:lnTo>
                  <a:pt x="472" y="2395"/>
                </a:lnTo>
                <a:lnTo>
                  <a:pt x="523" y="2541"/>
                </a:lnTo>
                <a:lnTo>
                  <a:pt x="576" y="2729"/>
                </a:lnTo>
                <a:lnTo>
                  <a:pt x="576" y="2874"/>
                </a:lnTo>
                <a:lnTo>
                  <a:pt x="629" y="3104"/>
                </a:lnTo>
                <a:lnTo>
                  <a:pt x="682" y="3249"/>
                </a:lnTo>
                <a:lnTo>
                  <a:pt x="682" y="3395"/>
                </a:lnTo>
                <a:lnTo>
                  <a:pt x="733" y="3583"/>
                </a:lnTo>
                <a:lnTo>
                  <a:pt x="733" y="3729"/>
                </a:lnTo>
                <a:lnTo>
                  <a:pt x="786" y="3874"/>
                </a:lnTo>
                <a:lnTo>
                  <a:pt x="786" y="4020"/>
                </a:lnTo>
                <a:lnTo>
                  <a:pt x="839" y="4208"/>
                </a:lnTo>
                <a:lnTo>
                  <a:pt x="892" y="4354"/>
                </a:lnTo>
                <a:lnTo>
                  <a:pt x="892" y="4499"/>
                </a:lnTo>
                <a:lnTo>
                  <a:pt x="943" y="4687"/>
                </a:lnTo>
                <a:lnTo>
                  <a:pt x="943" y="4833"/>
                </a:lnTo>
                <a:lnTo>
                  <a:pt x="996" y="5020"/>
                </a:lnTo>
                <a:lnTo>
                  <a:pt x="1049" y="5166"/>
                </a:lnTo>
                <a:lnTo>
                  <a:pt x="1049" y="5354"/>
                </a:lnTo>
                <a:lnTo>
                  <a:pt x="1102" y="5499"/>
                </a:lnTo>
                <a:lnTo>
                  <a:pt x="1102" y="5645"/>
                </a:lnTo>
                <a:lnTo>
                  <a:pt x="1155" y="5833"/>
                </a:lnTo>
                <a:lnTo>
                  <a:pt x="1206" y="5979"/>
                </a:lnTo>
                <a:lnTo>
                  <a:pt x="1206" y="6124"/>
                </a:lnTo>
                <a:lnTo>
                  <a:pt x="1259" y="6354"/>
                </a:lnTo>
                <a:lnTo>
                  <a:pt x="1312" y="6499"/>
                </a:lnTo>
                <a:lnTo>
                  <a:pt x="1312" y="6645"/>
                </a:lnTo>
                <a:lnTo>
                  <a:pt x="1365" y="6833"/>
                </a:lnTo>
                <a:lnTo>
                  <a:pt x="1365" y="6979"/>
                </a:lnTo>
                <a:lnTo>
                  <a:pt x="1416" y="7124"/>
                </a:lnTo>
                <a:lnTo>
                  <a:pt x="1469" y="7312"/>
                </a:lnTo>
                <a:lnTo>
                  <a:pt x="1469" y="7458"/>
                </a:lnTo>
                <a:lnTo>
                  <a:pt x="1522" y="7604"/>
                </a:lnTo>
                <a:lnTo>
                  <a:pt x="1575" y="7833"/>
                </a:lnTo>
                <a:lnTo>
                  <a:pt x="1575" y="7979"/>
                </a:lnTo>
                <a:lnTo>
                  <a:pt x="1626" y="8124"/>
                </a:lnTo>
                <a:lnTo>
                  <a:pt x="1626" y="8312"/>
                </a:lnTo>
                <a:lnTo>
                  <a:pt x="1679" y="8458"/>
                </a:lnTo>
                <a:lnTo>
                  <a:pt x="1679" y="8604"/>
                </a:lnTo>
                <a:lnTo>
                  <a:pt x="1732" y="8791"/>
                </a:lnTo>
                <a:lnTo>
                  <a:pt x="1785" y="8937"/>
                </a:lnTo>
                <a:lnTo>
                  <a:pt x="1785" y="9083"/>
                </a:lnTo>
                <a:lnTo>
                  <a:pt x="1836" y="9270"/>
                </a:lnTo>
                <a:lnTo>
                  <a:pt x="1836" y="9416"/>
                </a:lnTo>
                <a:lnTo>
                  <a:pt x="1889" y="9562"/>
                </a:lnTo>
                <a:lnTo>
                  <a:pt x="1942" y="9708"/>
                </a:lnTo>
                <a:lnTo>
                  <a:pt x="1942" y="9895"/>
                </a:lnTo>
                <a:lnTo>
                  <a:pt x="1995" y="10041"/>
                </a:lnTo>
                <a:lnTo>
                  <a:pt x="2048" y="10270"/>
                </a:lnTo>
                <a:lnTo>
                  <a:pt x="2048" y="10416"/>
                </a:lnTo>
                <a:lnTo>
                  <a:pt x="2099" y="10562"/>
                </a:lnTo>
                <a:lnTo>
                  <a:pt x="2099" y="10749"/>
                </a:lnTo>
                <a:lnTo>
                  <a:pt x="2152" y="10895"/>
                </a:lnTo>
                <a:lnTo>
                  <a:pt x="2152" y="11041"/>
                </a:lnTo>
                <a:lnTo>
                  <a:pt x="2205" y="11187"/>
                </a:lnTo>
                <a:lnTo>
                  <a:pt x="2258" y="11374"/>
                </a:lnTo>
                <a:lnTo>
                  <a:pt x="2258" y="11520"/>
                </a:lnTo>
                <a:lnTo>
                  <a:pt x="2309" y="11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1077251" y="3480914"/>
            <a:ext cx="2311" cy="11853"/>
          </a:xfrm>
          <a:custGeom>
            <a:avLst/>
            <a:gdLst/>
            <a:ahLst/>
            <a:cxnLst/>
            <a:rect l="l" t="t" r="r" b="b"/>
            <a:pathLst>
              <a:path w="2311" h="11853">
                <a:moveTo>
                  <a:pt x="0" y="0"/>
                </a:moveTo>
                <a:lnTo>
                  <a:pt x="53" y="208"/>
                </a:lnTo>
                <a:lnTo>
                  <a:pt x="106" y="437"/>
                </a:lnTo>
                <a:lnTo>
                  <a:pt x="106" y="583"/>
                </a:lnTo>
                <a:lnTo>
                  <a:pt x="159" y="729"/>
                </a:lnTo>
                <a:lnTo>
                  <a:pt x="209" y="916"/>
                </a:lnTo>
                <a:lnTo>
                  <a:pt x="209" y="1062"/>
                </a:lnTo>
                <a:lnTo>
                  <a:pt x="262" y="1208"/>
                </a:lnTo>
                <a:lnTo>
                  <a:pt x="262" y="1354"/>
                </a:lnTo>
                <a:lnTo>
                  <a:pt x="316" y="1499"/>
                </a:lnTo>
                <a:lnTo>
                  <a:pt x="316" y="1687"/>
                </a:lnTo>
                <a:lnTo>
                  <a:pt x="369" y="1833"/>
                </a:lnTo>
                <a:lnTo>
                  <a:pt x="419" y="2020"/>
                </a:lnTo>
                <a:lnTo>
                  <a:pt x="419" y="2166"/>
                </a:lnTo>
                <a:lnTo>
                  <a:pt x="472" y="2312"/>
                </a:lnTo>
                <a:lnTo>
                  <a:pt x="472" y="2499"/>
                </a:lnTo>
                <a:lnTo>
                  <a:pt x="525" y="2645"/>
                </a:lnTo>
                <a:lnTo>
                  <a:pt x="579" y="2874"/>
                </a:lnTo>
                <a:lnTo>
                  <a:pt x="579" y="3020"/>
                </a:lnTo>
                <a:lnTo>
                  <a:pt x="632" y="3166"/>
                </a:lnTo>
                <a:lnTo>
                  <a:pt x="682" y="3312"/>
                </a:lnTo>
                <a:lnTo>
                  <a:pt x="682" y="3458"/>
                </a:lnTo>
                <a:lnTo>
                  <a:pt x="735" y="3645"/>
                </a:lnTo>
                <a:lnTo>
                  <a:pt x="735" y="3791"/>
                </a:lnTo>
                <a:lnTo>
                  <a:pt x="788" y="3979"/>
                </a:lnTo>
                <a:lnTo>
                  <a:pt x="788" y="4124"/>
                </a:lnTo>
                <a:lnTo>
                  <a:pt x="842" y="4270"/>
                </a:lnTo>
                <a:lnTo>
                  <a:pt x="892" y="4458"/>
                </a:lnTo>
                <a:lnTo>
                  <a:pt x="892" y="4604"/>
                </a:lnTo>
                <a:lnTo>
                  <a:pt x="945" y="4833"/>
                </a:lnTo>
                <a:lnTo>
                  <a:pt x="998" y="4979"/>
                </a:lnTo>
                <a:lnTo>
                  <a:pt x="998" y="5124"/>
                </a:lnTo>
                <a:lnTo>
                  <a:pt x="1051" y="5312"/>
                </a:lnTo>
                <a:lnTo>
                  <a:pt x="1051" y="5458"/>
                </a:lnTo>
                <a:lnTo>
                  <a:pt x="1102" y="5604"/>
                </a:lnTo>
                <a:lnTo>
                  <a:pt x="1155" y="5749"/>
                </a:lnTo>
                <a:lnTo>
                  <a:pt x="1155" y="5895"/>
                </a:lnTo>
                <a:lnTo>
                  <a:pt x="1208" y="6083"/>
                </a:lnTo>
                <a:lnTo>
                  <a:pt x="1208" y="6229"/>
                </a:lnTo>
                <a:lnTo>
                  <a:pt x="1261" y="6416"/>
                </a:lnTo>
                <a:lnTo>
                  <a:pt x="1261" y="6562"/>
                </a:lnTo>
                <a:lnTo>
                  <a:pt x="1312" y="6791"/>
                </a:lnTo>
                <a:lnTo>
                  <a:pt x="1365" y="6937"/>
                </a:lnTo>
                <a:lnTo>
                  <a:pt x="1365" y="7083"/>
                </a:lnTo>
                <a:lnTo>
                  <a:pt x="1418" y="7270"/>
                </a:lnTo>
                <a:lnTo>
                  <a:pt x="1471" y="7416"/>
                </a:lnTo>
                <a:lnTo>
                  <a:pt x="1471" y="7562"/>
                </a:lnTo>
                <a:lnTo>
                  <a:pt x="1524" y="7749"/>
                </a:lnTo>
                <a:lnTo>
                  <a:pt x="1575" y="7895"/>
                </a:lnTo>
                <a:lnTo>
                  <a:pt x="1575" y="8041"/>
                </a:lnTo>
                <a:lnTo>
                  <a:pt x="1628" y="8229"/>
                </a:lnTo>
                <a:lnTo>
                  <a:pt x="1628" y="8374"/>
                </a:lnTo>
                <a:lnTo>
                  <a:pt x="1681" y="8520"/>
                </a:lnTo>
                <a:lnTo>
                  <a:pt x="1681" y="8666"/>
                </a:lnTo>
                <a:lnTo>
                  <a:pt x="1734" y="8854"/>
                </a:lnTo>
                <a:lnTo>
                  <a:pt x="1734" y="8999"/>
                </a:lnTo>
                <a:lnTo>
                  <a:pt x="1785" y="9229"/>
                </a:lnTo>
                <a:lnTo>
                  <a:pt x="1838" y="9374"/>
                </a:lnTo>
                <a:lnTo>
                  <a:pt x="1838" y="9520"/>
                </a:lnTo>
                <a:lnTo>
                  <a:pt x="1891" y="9708"/>
                </a:lnTo>
                <a:lnTo>
                  <a:pt x="1944" y="9854"/>
                </a:lnTo>
                <a:lnTo>
                  <a:pt x="1944" y="9999"/>
                </a:lnTo>
                <a:lnTo>
                  <a:pt x="1995" y="10187"/>
                </a:lnTo>
                <a:lnTo>
                  <a:pt x="2048" y="10333"/>
                </a:lnTo>
                <a:lnTo>
                  <a:pt x="2048" y="10479"/>
                </a:lnTo>
                <a:lnTo>
                  <a:pt x="2101" y="10666"/>
                </a:lnTo>
                <a:lnTo>
                  <a:pt x="2101" y="10812"/>
                </a:lnTo>
                <a:lnTo>
                  <a:pt x="2154" y="10958"/>
                </a:lnTo>
                <a:lnTo>
                  <a:pt x="2154" y="11145"/>
                </a:lnTo>
                <a:lnTo>
                  <a:pt x="2205" y="11291"/>
                </a:lnTo>
                <a:lnTo>
                  <a:pt x="2205" y="11437"/>
                </a:lnTo>
                <a:lnTo>
                  <a:pt x="2258" y="11624"/>
                </a:lnTo>
                <a:lnTo>
                  <a:pt x="2311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1079562" y="3492768"/>
            <a:ext cx="2311" cy="11853"/>
          </a:xfrm>
          <a:custGeom>
            <a:avLst/>
            <a:gdLst/>
            <a:ahLst/>
            <a:cxnLst/>
            <a:rect l="l" t="t" r="r" b="b"/>
            <a:pathLst>
              <a:path w="2311" h="11853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6" y="479"/>
                </a:lnTo>
                <a:lnTo>
                  <a:pt x="106" y="624"/>
                </a:lnTo>
                <a:lnTo>
                  <a:pt x="156" y="770"/>
                </a:lnTo>
                <a:lnTo>
                  <a:pt x="209" y="916"/>
                </a:lnTo>
                <a:lnTo>
                  <a:pt x="209" y="1062"/>
                </a:lnTo>
                <a:lnTo>
                  <a:pt x="262" y="1249"/>
                </a:lnTo>
                <a:lnTo>
                  <a:pt x="262" y="1395"/>
                </a:lnTo>
                <a:lnTo>
                  <a:pt x="316" y="1541"/>
                </a:lnTo>
                <a:lnTo>
                  <a:pt x="316" y="1729"/>
                </a:lnTo>
                <a:lnTo>
                  <a:pt x="366" y="1874"/>
                </a:lnTo>
                <a:lnTo>
                  <a:pt x="419" y="2062"/>
                </a:lnTo>
                <a:lnTo>
                  <a:pt x="419" y="2208"/>
                </a:lnTo>
                <a:lnTo>
                  <a:pt x="472" y="2354"/>
                </a:lnTo>
                <a:lnTo>
                  <a:pt x="472" y="2541"/>
                </a:lnTo>
                <a:lnTo>
                  <a:pt x="525" y="2687"/>
                </a:lnTo>
                <a:lnTo>
                  <a:pt x="576" y="2916"/>
                </a:lnTo>
                <a:lnTo>
                  <a:pt x="576" y="3062"/>
                </a:lnTo>
                <a:lnTo>
                  <a:pt x="629" y="3208"/>
                </a:lnTo>
                <a:lnTo>
                  <a:pt x="682" y="3395"/>
                </a:lnTo>
                <a:lnTo>
                  <a:pt x="682" y="3541"/>
                </a:lnTo>
                <a:lnTo>
                  <a:pt x="735" y="3687"/>
                </a:lnTo>
                <a:lnTo>
                  <a:pt x="735" y="3874"/>
                </a:lnTo>
                <a:lnTo>
                  <a:pt x="786" y="4020"/>
                </a:lnTo>
                <a:lnTo>
                  <a:pt x="786" y="4166"/>
                </a:lnTo>
                <a:lnTo>
                  <a:pt x="839" y="4354"/>
                </a:lnTo>
                <a:lnTo>
                  <a:pt x="892" y="4499"/>
                </a:lnTo>
                <a:lnTo>
                  <a:pt x="892" y="4645"/>
                </a:lnTo>
                <a:lnTo>
                  <a:pt x="945" y="4833"/>
                </a:lnTo>
                <a:lnTo>
                  <a:pt x="998" y="4979"/>
                </a:lnTo>
                <a:lnTo>
                  <a:pt x="998" y="5124"/>
                </a:lnTo>
                <a:lnTo>
                  <a:pt x="1049" y="5312"/>
                </a:lnTo>
                <a:lnTo>
                  <a:pt x="1049" y="5458"/>
                </a:lnTo>
                <a:lnTo>
                  <a:pt x="1102" y="5645"/>
                </a:lnTo>
                <a:lnTo>
                  <a:pt x="1102" y="5791"/>
                </a:lnTo>
                <a:lnTo>
                  <a:pt x="1155" y="5937"/>
                </a:lnTo>
                <a:lnTo>
                  <a:pt x="1208" y="6124"/>
                </a:lnTo>
                <a:lnTo>
                  <a:pt x="1208" y="6270"/>
                </a:lnTo>
                <a:lnTo>
                  <a:pt x="1259" y="6499"/>
                </a:lnTo>
                <a:lnTo>
                  <a:pt x="1312" y="6645"/>
                </a:lnTo>
                <a:lnTo>
                  <a:pt x="1312" y="6791"/>
                </a:lnTo>
                <a:lnTo>
                  <a:pt x="1365" y="6979"/>
                </a:lnTo>
                <a:lnTo>
                  <a:pt x="1365" y="7124"/>
                </a:lnTo>
                <a:lnTo>
                  <a:pt x="1418" y="7270"/>
                </a:lnTo>
                <a:lnTo>
                  <a:pt x="1469" y="7458"/>
                </a:lnTo>
                <a:lnTo>
                  <a:pt x="1469" y="7604"/>
                </a:lnTo>
                <a:lnTo>
                  <a:pt x="1522" y="7749"/>
                </a:lnTo>
                <a:lnTo>
                  <a:pt x="1522" y="7937"/>
                </a:lnTo>
                <a:lnTo>
                  <a:pt x="1575" y="8083"/>
                </a:lnTo>
                <a:lnTo>
                  <a:pt x="1575" y="8229"/>
                </a:lnTo>
                <a:lnTo>
                  <a:pt x="1628" y="8416"/>
                </a:lnTo>
                <a:lnTo>
                  <a:pt x="1679" y="8562"/>
                </a:lnTo>
                <a:lnTo>
                  <a:pt x="1679" y="8708"/>
                </a:lnTo>
                <a:lnTo>
                  <a:pt x="1732" y="8937"/>
                </a:lnTo>
                <a:lnTo>
                  <a:pt x="1785" y="9083"/>
                </a:lnTo>
                <a:lnTo>
                  <a:pt x="1785" y="9229"/>
                </a:lnTo>
                <a:lnTo>
                  <a:pt x="1838" y="9416"/>
                </a:lnTo>
                <a:lnTo>
                  <a:pt x="1838" y="9562"/>
                </a:lnTo>
                <a:lnTo>
                  <a:pt x="1891" y="9708"/>
                </a:lnTo>
                <a:lnTo>
                  <a:pt x="1942" y="9895"/>
                </a:lnTo>
                <a:lnTo>
                  <a:pt x="1942" y="10041"/>
                </a:lnTo>
                <a:lnTo>
                  <a:pt x="1995" y="10187"/>
                </a:lnTo>
                <a:lnTo>
                  <a:pt x="1995" y="10374"/>
                </a:lnTo>
                <a:lnTo>
                  <a:pt x="2048" y="10520"/>
                </a:lnTo>
                <a:lnTo>
                  <a:pt x="2048" y="10666"/>
                </a:lnTo>
                <a:lnTo>
                  <a:pt x="2101" y="10853"/>
                </a:lnTo>
                <a:lnTo>
                  <a:pt x="2152" y="10999"/>
                </a:lnTo>
                <a:lnTo>
                  <a:pt x="2152" y="11145"/>
                </a:lnTo>
                <a:lnTo>
                  <a:pt x="2205" y="11333"/>
                </a:lnTo>
                <a:lnTo>
                  <a:pt x="2205" y="11478"/>
                </a:lnTo>
                <a:lnTo>
                  <a:pt x="2258" y="11666"/>
                </a:lnTo>
                <a:lnTo>
                  <a:pt x="2311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1081874" y="3504622"/>
            <a:ext cx="2309" cy="11895"/>
          </a:xfrm>
          <a:custGeom>
            <a:avLst/>
            <a:gdLst/>
            <a:ahLst/>
            <a:cxnLst/>
            <a:rect l="l" t="t" r="r" b="b"/>
            <a:pathLst>
              <a:path w="2309" h="11895">
                <a:moveTo>
                  <a:pt x="0" y="0"/>
                </a:moveTo>
                <a:lnTo>
                  <a:pt x="0" y="187"/>
                </a:lnTo>
                <a:lnTo>
                  <a:pt x="50" y="333"/>
                </a:lnTo>
                <a:lnTo>
                  <a:pt x="103" y="479"/>
                </a:lnTo>
                <a:lnTo>
                  <a:pt x="103" y="666"/>
                </a:lnTo>
                <a:lnTo>
                  <a:pt x="156" y="812"/>
                </a:lnTo>
                <a:lnTo>
                  <a:pt x="156" y="958"/>
                </a:lnTo>
                <a:lnTo>
                  <a:pt x="209" y="1145"/>
                </a:lnTo>
                <a:lnTo>
                  <a:pt x="260" y="1291"/>
                </a:lnTo>
                <a:lnTo>
                  <a:pt x="260" y="1437"/>
                </a:lnTo>
                <a:lnTo>
                  <a:pt x="313" y="1624"/>
                </a:lnTo>
                <a:lnTo>
                  <a:pt x="313" y="1770"/>
                </a:lnTo>
                <a:lnTo>
                  <a:pt x="366" y="1916"/>
                </a:lnTo>
                <a:lnTo>
                  <a:pt x="419" y="2104"/>
                </a:lnTo>
                <a:lnTo>
                  <a:pt x="419" y="2291"/>
                </a:lnTo>
                <a:lnTo>
                  <a:pt x="472" y="2437"/>
                </a:lnTo>
                <a:lnTo>
                  <a:pt x="472" y="2583"/>
                </a:lnTo>
                <a:lnTo>
                  <a:pt x="523" y="2770"/>
                </a:lnTo>
                <a:lnTo>
                  <a:pt x="576" y="2916"/>
                </a:lnTo>
                <a:lnTo>
                  <a:pt x="576" y="3062"/>
                </a:lnTo>
                <a:lnTo>
                  <a:pt x="629" y="3249"/>
                </a:lnTo>
                <a:lnTo>
                  <a:pt x="629" y="3395"/>
                </a:lnTo>
                <a:lnTo>
                  <a:pt x="682" y="3541"/>
                </a:lnTo>
                <a:lnTo>
                  <a:pt x="682" y="3729"/>
                </a:lnTo>
                <a:lnTo>
                  <a:pt x="733" y="3874"/>
                </a:lnTo>
                <a:lnTo>
                  <a:pt x="786" y="4020"/>
                </a:lnTo>
                <a:lnTo>
                  <a:pt x="786" y="4208"/>
                </a:lnTo>
                <a:lnTo>
                  <a:pt x="839" y="4354"/>
                </a:lnTo>
                <a:lnTo>
                  <a:pt x="892" y="4541"/>
                </a:lnTo>
                <a:lnTo>
                  <a:pt x="892" y="4687"/>
                </a:lnTo>
                <a:lnTo>
                  <a:pt x="943" y="4833"/>
                </a:lnTo>
                <a:lnTo>
                  <a:pt x="943" y="5020"/>
                </a:lnTo>
                <a:lnTo>
                  <a:pt x="996" y="5166"/>
                </a:lnTo>
                <a:lnTo>
                  <a:pt x="1049" y="5395"/>
                </a:lnTo>
                <a:lnTo>
                  <a:pt x="1049" y="5541"/>
                </a:lnTo>
                <a:lnTo>
                  <a:pt x="1102" y="5687"/>
                </a:lnTo>
                <a:lnTo>
                  <a:pt x="1102" y="5874"/>
                </a:lnTo>
                <a:lnTo>
                  <a:pt x="1153" y="6020"/>
                </a:lnTo>
                <a:lnTo>
                  <a:pt x="1153" y="6166"/>
                </a:lnTo>
                <a:lnTo>
                  <a:pt x="1206" y="6354"/>
                </a:lnTo>
                <a:lnTo>
                  <a:pt x="1259" y="6499"/>
                </a:lnTo>
                <a:lnTo>
                  <a:pt x="1259" y="6645"/>
                </a:lnTo>
                <a:lnTo>
                  <a:pt x="1312" y="6833"/>
                </a:lnTo>
                <a:lnTo>
                  <a:pt x="1365" y="6979"/>
                </a:lnTo>
                <a:lnTo>
                  <a:pt x="1365" y="7124"/>
                </a:lnTo>
                <a:lnTo>
                  <a:pt x="1416" y="7312"/>
                </a:lnTo>
                <a:lnTo>
                  <a:pt x="1416" y="7458"/>
                </a:lnTo>
                <a:lnTo>
                  <a:pt x="1469" y="7604"/>
                </a:lnTo>
                <a:lnTo>
                  <a:pt x="1469" y="7791"/>
                </a:lnTo>
                <a:lnTo>
                  <a:pt x="1522" y="7937"/>
                </a:lnTo>
                <a:lnTo>
                  <a:pt x="1575" y="8124"/>
                </a:lnTo>
                <a:lnTo>
                  <a:pt x="1575" y="8270"/>
                </a:lnTo>
                <a:lnTo>
                  <a:pt x="1626" y="8416"/>
                </a:lnTo>
                <a:lnTo>
                  <a:pt x="1626" y="8604"/>
                </a:lnTo>
                <a:lnTo>
                  <a:pt x="1679" y="8749"/>
                </a:lnTo>
                <a:lnTo>
                  <a:pt x="1732" y="8979"/>
                </a:lnTo>
                <a:lnTo>
                  <a:pt x="1732" y="9124"/>
                </a:lnTo>
                <a:lnTo>
                  <a:pt x="1785" y="9270"/>
                </a:lnTo>
                <a:lnTo>
                  <a:pt x="1836" y="9458"/>
                </a:lnTo>
                <a:lnTo>
                  <a:pt x="1836" y="9604"/>
                </a:lnTo>
                <a:lnTo>
                  <a:pt x="1889" y="9749"/>
                </a:lnTo>
                <a:lnTo>
                  <a:pt x="1889" y="9937"/>
                </a:lnTo>
                <a:lnTo>
                  <a:pt x="1942" y="10083"/>
                </a:lnTo>
                <a:lnTo>
                  <a:pt x="1942" y="10229"/>
                </a:lnTo>
                <a:lnTo>
                  <a:pt x="1995" y="10416"/>
                </a:lnTo>
                <a:lnTo>
                  <a:pt x="2046" y="10562"/>
                </a:lnTo>
                <a:lnTo>
                  <a:pt x="2046" y="10708"/>
                </a:lnTo>
                <a:lnTo>
                  <a:pt x="2099" y="10895"/>
                </a:lnTo>
                <a:lnTo>
                  <a:pt x="2152" y="11041"/>
                </a:lnTo>
                <a:lnTo>
                  <a:pt x="2152" y="11187"/>
                </a:lnTo>
                <a:lnTo>
                  <a:pt x="2205" y="11374"/>
                </a:lnTo>
                <a:lnTo>
                  <a:pt x="2205" y="11562"/>
                </a:lnTo>
                <a:lnTo>
                  <a:pt x="2258" y="11708"/>
                </a:lnTo>
                <a:lnTo>
                  <a:pt x="2258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1084183" y="3516517"/>
            <a:ext cx="2258" cy="11895"/>
          </a:xfrm>
          <a:custGeom>
            <a:avLst/>
            <a:gdLst/>
            <a:ahLst/>
            <a:cxnLst/>
            <a:rect l="l" t="t" r="r" b="b"/>
            <a:pathLst>
              <a:path w="2258" h="11895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6" y="624"/>
                </a:lnTo>
                <a:lnTo>
                  <a:pt x="106" y="770"/>
                </a:lnTo>
                <a:lnTo>
                  <a:pt x="159" y="916"/>
                </a:lnTo>
                <a:lnTo>
                  <a:pt x="209" y="1104"/>
                </a:lnTo>
                <a:lnTo>
                  <a:pt x="209" y="1249"/>
                </a:lnTo>
                <a:lnTo>
                  <a:pt x="262" y="1437"/>
                </a:lnTo>
                <a:lnTo>
                  <a:pt x="262" y="1583"/>
                </a:lnTo>
                <a:lnTo>
                  <a:pt x="316" y="1729"/>
                </a:lnTo>
                <a:lnTo>
                  <a:pt x="369" y="1916"/>
                </a:lnTo>
                <a:lnTo>
                  <a:pt x="369" y="2062"/>
                </a:lnTo>
                <a:lnTo>
                  <a:pt x="419" y="2291"/>
                </a:lnTo>
                <a:lnTo>
                  <a:pt x="472" y="2437"/>
                </a:lnTo>
                <a:lnTo>
                  <a:pt x="472" y="2583"/>
                </a:lnTo>
                <a:lnTo>
                  <a:pt x="525" y="2770"/>
                </a:lnTo>
                <a:lnTo>
                  <a:pt x="525" y="2916"/>
                </a:lnTo>
                <a:lnTo>
                  <a:pt x="579" y="3062"/>
                </a:lnTo>
                <a:lnTo>
                  <a:pt x="579" y="3249"/>
                </a:lnTo>
                <a:lnTo>
                  <a:pt x="629" y="3395"/>
                </a:lnTo>
                <a:lnTo>
                  <a:pt x="682" y="3541"/>
                </a:lnTo>
                <a:lnTo>
                  <a:pt x="682" y="3729"/>
                </a:lnTo>
                <a:lnTo>
                  <a:pt x="735" y="3874"/>
                </a:lnTo>
                <a:lnTo>
                  <a:pt x="735" y="4020"/>
                </a:lnTo>
                <a:lnTo>
                  <a:pt x="788" y="4208"/>
                </a:lnTo>
                <a:lnTo>
                  <a:pt x="842" y="4354"/>
                </a:lnTo>
                <a:lnTo>
                  <a:pt x="842" y="4499"/>
                </a:lnTo>
                <a:lnTo>
                  <a:pt x="892" y="4687"/>
                </a:lnTo>
                <a:lnTo>
                  <a:pt x="892" y="4874"/>
                </a:lnTo>
                <a:lnTo>
                  <a:pt x="945" y="5020"/>
                </a:lnTo>
                <a:lnTo>
                  <a:pt x="998" y="5166"/>
                </a:lnTo>
                <a:lnTo>
                  <a:pt x="998" y="5354"/>
                </a:lnTo>
                <a:lnTo>
                  <a:pt x="1051" y="5499"/>
                </a:lnTo>
                <a:lnTo>
                  <a:pt x="1051" y="5645"/>
                </a:lnTo>
                <a:lnTo>
                  <a:pt x="1102" y="5833"/>
                </a:lnTo>
                <a:lnTo>
                  <a:pt x="1155" y="5979"/>
                </a:lnTo>
                <a:lnTo>
                  <a:pt x="1155" y="6124"/>
                </a:lnTo>
                <a:lnTo>
                  <a:pt x="1208" y="6312"/>
                </a:lnTo>
                <a:lnTo>
                  <a:pt x="1208" y="6458"/>
                </a:lnTo>
                <a:lnTo>
                  <a:pt x="1261" y="6645"/>
                </a:lnTo>
                <a:lnTo>
                  <a:pt x="1261" y="6791"/>
                </a:lnTo>
                <a:lnTo>
                  <a:pt x="1312" y="7020"/>
                </a:lnTo>
                <a:lnTo>
                  <a:pt x="1365" y="7166"/>
                </a:lnTo>
                <a:lnTo>
                  <a:pt x="1365" y="7312"/>
                </a:lnTo>
                <a:lnTo>
                  <a:pt x="1418" y="7499"/>
                </a:lnTo>
                <a:lnTo>
                  <a:pt x="1471" y="7645"/>
                </a:lnTo>
                <a:lnTo>
                  <a:pt x="1471" y="7791"/>
                </a:lnTo>
                <a:lnTo>
                  <a:pt x="1522" y="7979"/>
                </a:lnTo>
                <a:lnTo>
                  <a:pt x="1575" y="8124"/>
                </a:lnTo>
                <a:lnTo>
                  <a:pt x="1575" y="8270"/>
                </a:lnTo>
                <a:lnTo>
                  <a:pt x="1628" y="8458"/>
                </a:lnTo>
                <a:lnTo>
                  <a:pt x="1628" y="8604"/>
                </a:lnTo>
                <a:lnTo>
                  <a:pt x="1681" y="8749"/>
                </a:lnTo>
                <a:lnTo>
                  <a:pt x="1681" y="8937"/>
                </a:lnTo>
                <a:lnTo>
                  <a:pt x="1734" y="9083"/>
                </a:lnTo>
                <a:lnTo>
                  <a:pt x="1734" y="9229"/>
                </a:lnTo>
                <a:lnTo>
                  <a:pt x="1785" y="9416"/>
                </a:lnTo>
                <a:lnTo>
                  <a:pt x="1838" y="9604"/>
                </a:lnTo>
                <a:lnTo>
                  <a:pt x="1838" y="9749"/>
                </a:lnTo>
                <a:lnTo>
                  <a:pt x="1891" y="9895"/>
                </a:lnTo>
                <a:lnTo>
                  <a:pt x="1944" y="10083"/>
                </a:lnTo>
                <a:lnTo>
                  <a:pt x="1944" y="10229"/>
                </a:lnTo>
                <a:lnTo>
                  <a:pt x="1995" y="10374"/>
                </a:lnTo>
                <a:lnTo>
                  <a:pt x="1995" y="10562"/>
                </a:lnTo>
                <a:lnTo>
                  <a:pt x="2048" y="10708"/>
                </a:lnTo>
                <a:lnTo>
                  <a:pt x="2048" y="10853"/>
                </a:lnTo>
                <a:lnTo>
                  <a:pt x="2101" y="11041"/>
                </a:lnTo>
                <a:lnTo>
                  <a:pt x="2154" y="11187"/>
                </a:lnTo>
                <a:lnTo>
                  <a:pt x="2154" y="11374"/>
                </a:lnTo>
                <a:lnTo>
                  <a:pt x="2205" y="11520"/>
                </a:lnTo>
                <a:lnTo>
                  <a:pt x="2205" y="11666"/>
                </a:lnTo>
                <a:lnTo>
                  <a:pt x="2258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1086442" y="3528413"/>
            <a:ext cx="2311" cy="11895"/>
          </a:xfrm>
          <a:custGeom>
            <a:avLst/>
            <a:gdLst/>
            <a:ahLst/>
            <a:cxnLst/>
            <a:rect l="l" t="t" r="r" b="b"/>
            <a:pathLst>
              <a:path w="2311" h="11895">
                <a:moveTo>
                  <a:pt x="0" y="0"/>
                </a:moveTo>
                <a:lnTo>
                  <a:pt x="53" y="145"/>
                </a:lnTo>
                <a:lnTo>
                  <a:pt x="53" y="333"/>
                </a:lnTo>
                <a:lnTo>
                  <a:pt x="106" y="479"/>
                </a:lnTo>
                <a:lnTo>
                  <a:pt x="156" y="624"/>
                </a:lnTo>
                <a:lnTo>
                  <a:pt x="156" y="812"/>
                </a:lnTo>
                <a:lnTo>
                  <a:pt x="209" y="958"/>
                </a:lnTo>
                <a:lnTo>
                  <a:pt x="209" y="1104"/>
                </a:lnTo>
                <a:lnTo>
                  <a:pt x="262" y="1291"/>
                </a:lnTo>
                <a:lnTo>
                  <a:pt x="316" y="1479"/>
                </a:lnTo>
                <a:lnTo>
                  <a:pt x="316" y="1624"/>
                </a:lnTo>
                <a:lnTo>
                  <a:pt x="369" y="1770"/>
                </a:lnTo>
                <a:lnTo>
                  <a:pt x="369" y="1958"/>
                </a:lnTo>
                <a:lnTo>
                  <a:pt x="419" y="2104"/>
                </a:lnTo>
                <a:lnTo>
                  <a:pt x="472" y="2249"/>
                </a:lnTo>
                <a:lnTo>
                  <a:pt x="472" y="2437"/>
                </a:lnTo>
                <a:lnTo>
                  <a:pt x="525" y="2583"/>
                </a:lnTo>
                <a:lnTo>
                  <a:pt x="525" y="2729"/>
                </a:lnTo>
                <a:lnTo>
                  <a:pt x="579" y="2916"/>
                </a:lnTo>
                <a:lnTo>
                  <a:pt x="629" y="3062"/>
                </a:lnTo>
                <a:lnTo>
                  <a:pt x="629" y="3208"/>
                </a:lnTo>
                <a:lnTo>
                  <a:pt x="682" y="3395"/>
                </a:lnTo>
                <a:lnTo>
                  <a:pt x="682" y="3541"/>
                </a:lnTo>
                <a:lnTo>
                  <a:pt x="735" y="3687"/>
                </a:lnTo>
                <a:lnTo>
                  <a:pt x="735" y="3874"/>
                </a:lnTo>
                <a:lnTo>
                  <a:pt x="788" y="4020"/>
                </a:lnTo>
                <a:lnTo>
                  <a:pt x="839" y="4166"/>
                </a:lnTo>
                <a:lnTo>
                  <a:pt x="839" y="4354"/>
                </a:lnTo>
                <a:lnTo>
                  <a:pt x="892" y="4499"/>
                </a:lnTo>
                <a:lnTo>
                  <a:pt x="945" y="4687"/>
                </a:lnTo>
                <a:lnTo>
                  <a:pt x="945" y="4833"/>
                </a:lnTo>
                <a:lnTo>
                  <a:pt x="998" y="4979"/>
                </a:lnTo>
                <a:lnTo>
                  <a:pt x="998" y="5166"/>
                </a:lnTo>
                <a:lnTo>
                  <a:pt x="1049" y="5312"/>
                </a:lnTo>
                <a:lnTo>
                  <a:pt x="1049" y="5499"/>
                </a:lnTo>
                <a:lnTo>
                  <a:pt x="1102" y="5645"/>
                </a:lnTo>
                <a:lnTo>
                  <a:pt x="1155" y="5833"/>
                </a:lnTo>
                <a:lnTo>
                  <a:pt x="1155" y="5979"/>
                </a:lnTo>
                <a:lnTo>
                  <a:pt x="1208" y="6124"/>
                </a:lnTo>
                <a:lnTo>
                  <a:pt x="1208" y="6312"/>
                </a:lnTo>
                <a:lnTo>
                  <a:pt x="1261" y="6458"/>
                </a:lnTo>
                <a:lnTo>
                  <a:pt x="1312" y="6687"/>
                </a:lnTo>
                <a:lnTo>
                  <a:pt x="1312" y="6833"/>
                </a:lnTo>
                <a:lnTo>
                  <a:pt x="1365" y="6979"/>
                </a:lnTo>
                <a:lnTo>
                  <a:pt x="1418" y="7166"/>
                </a:lnTo>
                <a:lnTo>
                  <a:pt x="1418" y="7312"/>
                </a:lnTo>
                <a:lnTo>
                  <a:pt x="1471" y="7458"/>
                </a:lnTo>
                <a:lnTo>
                  <a:pt x="1471" y="7604"/>
                </a:lnTo>
                <a:lnTo>
                  <a:pt x="1522" y="7749"/>
                </a:lnTo>
                <a:lnTo>
                  <a:pt x="1575" y="7937"/>
                </a:lnTo>
                <a:lnTo>
                  <a:pt x="1575" y="8083"/>
                </a:lnTo>
                <a:lnTo>
                  <a:pt x="1628" y="8312"/>
                </a:lnTo>
                <a:lnTo>
                  <a:pt x="1681" y="8458"/>
                </a:lnTo>
                <a:lnTo>
                  <a:pt x="1681" y="8604"/>
                </a:lnTo>
                <a:lnTo>
                  <a:pt x="1732" y="8791"/>
                </a:lnTo>
                <a:lnTo>
                  <a:pt x="1732" y="8979"/>
                </a:lnTo>
                <a:lnTo>
                  <a:pt x="1785" y="9124"/>
                </a:lnTo>
                <a:lnTo>
                  <a:pt x="1785" y="9270"/>
                </a:lnTo>
                <a:lnTo>
                  <a:pt x="1838" y="9458"/>
                </a:lnTo>
                <a:lnTo>
                  <a:pt x="1891" y="9604"/>
                </a:lnTo>
                <a:lnTo>
                  <a:pt x="1891" y="9749"/>
                </a:lnTo>
                <a:lnTo>
                  <a:pt x="1942" y="9937"/>
                </a:lnTo>
                <a:lnTo>
                  <a:pt x="1995" y="10083"/>
                </a:lnTo>
                <a:lnTo>
                  <a:pt x="1995" y="10229"/>
                </a:lnTo>
                <a:lnTo>
                  <a:pt x="2048" y="10416"/>
                </a:lnTo>
                <a:lnTo>
                  <a:pt x="2048" y="10562"/>
                </a:lnTo>
                <a:lnTo>
                  <a:pt x="2101" y="10708"/>
                </a:lnTo>
                <a:lnTo>
                  <a:pt x="2101" y="10895"/>
                </a:lnTo>
                <a:lnTo>
                  <a:pt x="2154" y="11041"/>
                </a:lnTo>
                <a:lnTo>
                  <a:pt x="2205" y="11187"/>
                </a:lnTo>
                <a:lnTo>
                  <a:pt x="2205" y="11374"/>
                </a:lnTo>
                <a:lnTo>
                  <a:pt x="2258" y="11520"/>
                </a:lnTo>
                <a:lnTo>
                  <a:pt x="2258" y="11666"/>
                </a:lnTo>
                <a:lnTo>
                  <a:pt x="2311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1088753" y="3540308"/>
            <a:ext cx="2309" cy="11895"/>
          </a:xfrm>
          <a:custGeom>
            <a:avLst/>
            <a:gdLst/>
            <a:ahLst/>
            <a:cxnLst/>
            <a:rect l="l" t="t" r="r" b="b"/>
            <a:pathLst>
              <a:path w="2309" h="11895">
                <a:moveTo>
                  <a:pt x="0" y="0"/>
                </a:moveTo>
                <a:lnTo>
                  <a:pt x="53" y="187"/>
                </a:lnTo>
                <a:lnTo>
                  <a:pt x="53" y="333"/>
                </a:lnTo>
                <a:lnTo>
                  <a:pt x="103" y="479"/>
                </a:lnTo>
                <a:lnTo>
                  <a:pt x="156" y="666"/>
                </a:lnTo>
                <a:lnTo>
                  <a:pt x="156" y="854"/>
                </a:lnTo>
                <a:lnTo>
                  <a:pt x="209" y="999"/>
                </a:lnTo>
                <a:lnTo>
                  <a:pt x="209" y="1145"/>
                </a:lnTo>
                <a:lnTo>
                  <a:pt x="262" y="1333"/>
                </a:lnTo>
                <a:lnTo>
                  <a:pt x="313" y="1479"/>
                </a:lnTo>
                <a:lnTo>
                  <a:pt x="313" y="1624"/>
                </a:lnTo>
                <a:lnTo>
                  <a:pt x="366" y="1812"/>
                </a:lnTo>
                <a:lnTo>
                  <a:pt x="366" y="1958"/>
                </a:lnTo>
                <a:lnTo>
                  <a:pt x="419" y="2104"/>
                </a:lnTo>
                <a:lnTo>
                  <a:pt x="472" y="2291"/>
                </a:lnTo>
                <a:lnTo>
                  <a:pt x="472" y="2437"/>
                </a:lnTo>
                <a:lnTo>
                  <a:pt x="523" y="2583"/>
                </a:lnTo>
                <a:lnTo>
                  <a:pt x="523" y="2770"/>
                </a:lnTo>
                <a:lnTo>
                  <a:pt x="576" y="2916"/>
                </a:lnTo>
                <a:lnTo>
                  <a:pt x="576" y="3062"/>
                </a:lnTo>
                <a:lnTo>
                  <a:pt x="629" y="3249"/>
                </a:lnTo>
                <a:lnTo>
                  <a:pt x="682" y="3395"/>
                </a:lnTo>
                <a:lnTo>
                  <a:pt x="682" y="3541"/>
                </a:lnTo>
                <a:lnTo>
                  <a:pt x="735" y="3729"/>
                </a:lnTo>
                <a:lnTo>
                  <a:pt x="735" y="3874"/>
                </a:lnTo>
                <a:lnTo>
                  <a:pt x="786" y="4020"/>
                </a:lnTo>
                <a:lnTo>
                  <a:pt x="839" y="4208"/>
                </a:lnTo>
                <a:lnTo>
                  <a:pt x="839" y="4354"/>
                </a:lnTo>
                <a:lnTo>
                  <a:pt x="892" y="4499"/>
                </a:lnTo>
                <a:lnTo>
                  <a:pt x="892" y="4687"/>
                </a:lnTo>
                <a:lnTo>
                  <a:pt x="945" y="4874"/>
                </a:lnTo>
                <a:lnTo>
                  <a:pt x="996" y="5020"/>
                </a:lnTo>
                <a:lnTo>
                  <a:pt x="996" y="5166"/>
                </a:lnTo>
                <a:lnTo>
                  <a:pt x="1049" y="5354"/>
                </a:lnTo>
                <a:lnTo>
                  <a:pt x="1049" y="5499"/>
                </a:lnTo>
                <a:lnTo>
                  <a:pt x="1102" y="5645"/>
                </a:lnTo>
                <a:lnTo>
                  <a:pt x="1102" y="5833"/>
                </a:lnTo>
                <a:lnTo>
                  <a:pt x="1155" y="5979"/>
                </a:lnTo>
                <a:lnTo>
                  <a:pt x="1206" y="6124"/>
                </a:lnTo>
                <a:lnTo>
                  <a:pt x="1206" y="6312"/>
                </a:lnTo>
                <a:lnTo>
                  <a:pt x="1259" y="6458"/>
                </a:lnTo>
                <a:lnTo>
                  <a:pt x="1259" y="6604"/>
                </a:lnTo>
                <a:lnTo>
                  <a:pt x="1312" y="6791"/>
                </a:lnTo>
                <a:lnTo>
                  <a:pt x="1365" y="6937"/>
                </a:lnTo>
                <a:lnTo>
                  <a:pt x="1365" y="7124"/>
                </a:lnTo>
                <a:lnTo>
                  <a:pt x="1416" y="7270"/>
                </a:lnTo>
                <a:lnTo>
                  <a:pt x="1416" y="7416"/>
                </a:lnTo>
                <a:lnTo>
                  <a:pt x="1469" y="7604"/>
                </a:lnTo>
                <a:lnTo>
                  <a:pt x="1522" y="7749"/>
                </a:lnTo>
                <a:lnTo>
                  <a:pt x="1522" y="7979"/>
                </a:lnTo>
                <a:lnTo>
                  <a:pt x="1575" y="8124"/>
                </a:lnTo>
                <a:lnTo>
                  <a:pt x="1628" y="8270"/>
                </a:lnTo>
                <a:lnTo>
                  <a:pt x="1628" y="8458"/>
                </a:lnTo>
                <a:lnTo>
                  <a:pt x="1679" y="8604"/>
                </a:lnTo>
                <a:lnTo>
                  <a:pt x="1679" y="8749"/>
                </a:lnTo>
                <a:lnTo>
                  <a:pt x="1732" y="8895"/>
                </a:lnTo>
                <a:lnTo>
                  <a:pt x="1785" y="9124"/>
                </a:lnTo>
                <a:lnTo>
                  <a:pt x="1785" y="9270"/>
                </a:lnTo>
                <a:lnTo>
                  <a:pt x="1838" y="9416"/>
                </a:lnTo>
                <a:lnTo>
                  <a:pt x="1838" y="9604"/>
                </a:lnTo>
                <a:lnTo>
                  <a:pt x="1889" y="9749"/>
                </a:lnTo>
                <a:lnTo>
                  <a:pt x="1889" y="9895"/>
                </a:lnTo>
                <a:lnTo>
                  <a:pt x="1942" y="10083"/>
                </a:lnTo>
                <a:lnTo>
                  <a:pt x="1995" y="10229"/>
                </a:lnTo>
                <a:lnTo>
                  <a:pt x="1995" y="10374"/>
                </a:lnTo>
                <a:lnTo>
                  <a:pt x="2048" y="10562"/>
                </a:lnTo>
                <a:lnTo>
                  <a:pt x="2099" y="10708"/>
                </a:lnTo>
                <a:lnTo>
                  <a:pt x="2099" y="10853"/>
                </a:lnTo>
                <a:lnTo>
                  <a:pt x="2152" y="11041"/>
                </a:lnTo>
                <a:lnTo>
                  <a:pt x="2152" y="11187"/>
                </a:lnTo>
                <a:lnTo>
                  <a:pt x="2205" y="11333"/>
                </a:lnTo>
                <a:lnTo>
                  <a:pt x="2205" y="11520"/>
                </a:lnTo>
                <a:lnTo>
                  <a:pt x="2258" y="11666"/>
                </a:lnTo>
                <a:lnTo>
                  <a:pt x="2309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1091062" y="3552204"/>
            <a:ext cx="2311" cy="11937"/>
          </a:xfrm>
          <a:custGeom>
            <a:avLst/>
            <a:gdLst/>
            <a:ahLst/>
            <a:cxnLst/>
            <a:rect l="l" t="t" r="r" b="b"/>
            <a:pathLst>
              <a:path w="2311" h="11937">
                <a:moveTo>
                  <a:pt x="0" y="0"/>
                </a:moveTo>
                <a:lnTo>
                  <a:pt x="0" y="145"/>
                </a:lnTo>
                <a:lnTo>
                  <a:pt x="53" y="333"/>
                </a:lnTo>
                <a:lnTo>
                  <a:pt x="106" y="479"/>
                </a:lnTo>
                <a:lnTo>
                  <a:pt x="106" y="624"/>
                </a:lnTo>
                <a:lnTo>
                  <a:pt x="159" y="812"/>
                </a:lnTo>
                <a:lnTo>
                  <a:pt x="159" y="958"/>
                </a:lnTo>
                <a:lnTo>
                  <a:pt x="212" y="1104"/>
                </a:lnTo>
                <a:lnTo>
                  <a:pt x="262" y="1291"/>
                </a:lnTo>
                <a:lnTo>
                  <a:pt x="262" y="1437"/>
                </a:lnTo>
                <a:lnTo>
                  <a:pt x="316" y="1583"/>
                </a:lnTo>
                <a:lnTo>
                  <a:pt x="316" y="1770"/>
                </a:lnTo>
                <a:lnTo>
                  <a:pt x="369" y="1958"/>
                </a:lnTo>
                <a:lnTo>
                  <a:pt x="422" y="2104"/>
                </a:lnTo>
                <a:lnTo>
                  <a:pt x="422" y="2249"/>
                </a:lnTo>
                <a:lnTo>
                  <a:pt x="472" y="2437"/>
                </a:lnTo>
                <a:lnTo>
                  <a:pt x="472" y="2583"/>
                </a:lnTo>
                <a:lnTo>
                  <a:pt x="525" y="2729"/>
                </a:lnTo>
                <a:lnTo>
                  <a:pt x="525" y="2916"/>
                </a:lnTo>
                <a:lnTo>
                  <a:pt x="579" y="3062"/>
                </a:lnTo>
                <a:lnTo>
                  <a:pt x="632" y="3208"/>
                </a:lnTo>
                <a:lnTo>
                  <a:pt x="632" y="3395"/>
                </a:lnTo>
                <a:lnTo>
                  <a:pt x="682" y="3541"/>
                </a:lnTo>
                <a:lnTo>
                  <a:pt x="682" y="3687"/>
                </a:lnTo>
                <a:lnTo>
                  <a:pt x="735" y="3874"/>
                </a:lnTo>
                <a:lnTo>
                  <a:pt x="788" y="4020"/>
                </a:lnTo>
                <a:lnTo>
                  <a:pt x="788" y="4166"/>
                </a:lnTo>
                <a:lnTo>
                  <a:pt x="842" y="4354"/>
                </a:lnTo>
                <a:lnTo>
                  <a:pt x="842" y="4499"/>
                </a:lnTo>
                <a:lnTo>
                  <a:pt x="892" y="4645"/>
                </a:lnTo>
                <a:lnTo>
                  <a:pt x="945" y="4833"/>
                </a:lnTo>
                <a:lnTo>
                  <a:pt x="945" y="4979"/>
                </a:lnTo>
                <a:lnTo>
                  <a:pt x="998" y="5166"/>
                </a:lnTo>
                <a:lnTo>
                  <a:pt x="998" y="5312"/>
                </a:lnTo>
                <a:lnTo>
                  <a:pt x="1051" y="5458"/>
                </a:lnTo>
                <a:lnTo>
                  <a:pt x="1105" y="5645"/>
                </a:lnTo>
                <a:lnTo>
                  <a:pt x="1105" y="5791"/>
                </a:lnTo>
                <a:lnTo>
                  <a:pt x="1155" y="6020"/>
                </a:lnTo>
                <a:lnTo>
                  <a:pt x="1208" y="6166"/>
                </a:lnTo>
                <a:lnTo>
                  <a:pt x="1208" y="6312"/>
                </a:lnTo>
                <a:lnTo>
                  <a:pt x="1261" y="6499"/>
                </a:lnTo>
                <a:lnTo>
                  <a:pt x="1261" y="6645"/>
                </a:lnTo>
                <a:lnTo>
                  <a:pt x="1314" y="6791"/>
                </a:lnTo>
                <a:lnTo>
                  <a:pt x="1314" y="6979"/>
                </a:lnTo>
                <a:lnTo>
                  <a:pt x="1365" y="7124"/>
                </a:lnTo>
                <a:lnTo>
                  <a:pt x="1418" y="7270"/>
                </a:lnTo>
                <a:lnTo>
                  <a:pt x="1418" y="7458"/>
                </a:lnTo>
                <a:lnTo>
                  <a:pt x="1471" y="7604"/>
                </a:lnTo>
                <a:lnTo>
                  <a:pt x="1471" y="7749"/>
                </a:lnTo>
                <a:lnTo>
                  <a:pt x="1524" y="7937"/>
                </a:lnTo>
                <a:lnTo>
                  <a:pt x="1575" y="8083"/>
                </a:lnTo>
                <a:lnTo>
                  <a:pt x="1575" y="8229"/>
                </a:lnTo>
                <a:lnTo>
                  <a:pt x="1628" y="8416"/>
                </a:lnTo>
                <a:lnTo>
                  <a:pt x="1628" y="8562"/>
                </a:lnTo>
                <a:lnTo>
                  <a:pt x="1681" y="8749"/>
                </a:lnTo>
                <a:lnTo>
                  <a:pt x="1681" y="8895"/>
                </a:lnTo>
                <a:lnTo>
                  <a:pt x="1734" y="9083"/>
                </a:lnTo>
                <a:lnTo>
                  <a:pt x="1785" y="9229"/>
                </a:lnTo>
                <a:lnTo>
                  <a:pt x="1785" y="9374"/>
                </a:lnTo>
                <a:lnTo>
                  <a:pt x="1838" y="9562"/>
                </a:lnTo>
                <a:lnTo>
                  <a:pt x="1891" y="9708"/>
                </a:lnTo>
                <a:lnTo>
                  <a:pt x="1891" y="9854"/>
                </a:lnTo>
                <a:lnTo>
                  <a:pt x="1944" y="10041"/>
                </a:lnTo>
                <a:lnTo>
                  <a:pt x="1944" y="10187"/>
                </a:lnTo>
                <a:lnTo>
                  <a:pt x="1997" y="10374"/>
                </a:lnTo>
                <a:lnTo>
                  <a:pt x="1997" y="10520"/>
                </a:lnTo>
                <a:lnTo>
                  <a:pt x="2048" y="10749"/>
                </a:lnTo>
                <a:lnTo>
                  <a:pt x="2101" y="10895"/>
                </a:lnTo>
                <a:lnTo>
                  <a:pt x="2101" y="11041"/>
                </a:lnTo>
                <a:lnTo>
                  <a:pt x="2154" y="11228"/>
                </a:lnTo>
                <a:lnTo>
                  <a:pt x="2207" y="11374"/>
                </a:lnTo>
                <a:lnTo>
                  <a:pt x="2207" y="11520"/>
                </a:lnTo>
                <a:lnTo>
                  <a:pt x="2258" y="11708"/>
                </a:lnTo>
                <a:lnTo>
                  <a:pt x="2258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1093374" y="3564141"/>
            <a:ext cx="2258" cy="11853"/>
          </a:xfrm>
          <a:custGeom>
            <a:avLst/>
            <a:gdLst/>
            <a:ahLst/>
            <a:cxnLst/>
            <a:rect l="l" t="t" r="r" b="b"/>
            <a:pathLst>
              <a:path w="2258" h="11853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79"/>
                </a:lnTo>
                <a:lnTo>
                  <a:pt x="106" y="624"/>
                </a:lnTo>
                <a:lnTo>
                  <a:pt x="156" y="770"/>
                </a:lnTo>
                <a:lnTo>
                  <a:pt x="156" y="958"/>
                </a:lnTo>
                <a:lnTo>
                  <a:pt x="209" y="1104"/>
                </a:lnTo>
                <a:lnTo>
                  <a:pt x="209" y="1249"/>
                </a:lnTo>
                <a:lnTo>
                  <a:pt x="262" y="1437"/>
                </a:lnTo>
                <a:lnTo>
                  <a:pt x="316" y="1583"/>
                </a:lnTo>
                <a:lnTo>
                  <a:pt x="316" y="1729"/>
                </a:lnTo>
                <a:lnTo>
                  <a:pt x="366" y="1916"/>
                </a:lnTo>
                <a:lnTo>
                  <a:pt x="366" y="2062"/>
                </a:lnTo>
                <a:lnTo>
                  <a:pt x="419" y="2208"/>
                </a:lnTo>
                <a:lnTo>
                  <a:pt x="472" y="2395"/>
                </a:lnTo>
                <a:lnTo>
                  <a:pt x="472" y="2541"/>
                </a:lnTo>
                <a:lnTo>
                  <a:pt x="525" y="2687"/>
                </a:lnTo>
                <a:lnTo>
                  <a:pt x="525" y="2874"/>
                </a:lnTo>
                <a:lnTo>
                  <a:pt x="579" y="3020"/>
                </a:lnTo>
                <a:lnTo>
                  <a:pt x="579" y="3166"/>
                </a:lnTo>
                <a:lnTo>
                  <a:pt x="629" y="3354"/>
                </a:lnTo>
                <a:lnTo>
                  <a:pt x="682" y="3499"/>
                </a:lnTo>
                <a:lnTo>
                  <a:pt x="682" y="3645"/>
                </a:lnTo>
                <a:lnTo>
                  <a:pt x="735" y="3833"/>
                </a:lnTo>
                <a:lnTo>
                  <a:pt x="735" y="3979"/>
                </a:lnTo>
                <a:lnTo>
                  <a:pt x="788" y="4124"/>
                </a:lnTo>
                <a:lnTo>
                  <a:pt x="839" y="4312"/>
                </a:lnTo>
                <a:lnTo>
                  <a:pt x="839" y="4458"/>
                </a:lnTo>
                <a:lnTo>
                  <a:pt x="892" y="4604"/>
                </a:lnTo>
                <a:lnTo>
                  <a:pt x="892" y="4791"/>
                </a:lnTo>
                <a:lnTo>
                  <a:pt x="945" y="4937"/>
                </a:lnTo>
                <a:lnTo>
                  <a:pt x="945" y="5083"/>
                </a:lnTo>
                <a:lnTo>
                  <a:pt x="998" y="5270"/>
                </a:lnTo>
                <a:lnTo>
                  <a:pt x="1049" y="5416"/>
                </a:lnTo>
                <a:lnTo>
                  <a:pt x="1049" y="5604"/>
                </a:lnTo>
                <a:lnTo>
                  <a:pt x="1102" y="5749"/>
                </a:lnTo>
                <a:lnTo>
                  <a:pt x="1155" y="5979"/>
                </a:lnTo>
                <a:lnTo>
                  <a:pt x="1155" y="6124"/>
                </a:lnTo>
                <a:lnTo>
                  <a:pt x="1208" y="6270"/>
                </a:lnTo>
                <a:lnTo>
                  <a:pt x="1208" y="6458"/>
                </a:lnTo>
                <a:lnTo>
                  <a:pt x="1259" y="6604"/>
                </a:lnTo>
                <a:lnTo>
                  <a:pt x="1312" y="6749"/>
                </a:lnTo>
                <a:lnTo>
                  <a:pt x="1312" y="6937"/>
                </a:lnTo>
                <a:lnTo>
                  <a:pt x="1365" y="7083"/>
                </a:lnTo>
                <a:lnTo>
                  <a:pt x="1365" y="7229"/>
                </a:lnTo>
                <a:lnTo>
                  <a:pt x="1418" y="7416"/>
                </a:lnTo>
                <a:lnTo>
                  <a:pt x="1471" y="7562"/>
                </a:lnTo>
                <a:lnTo>
                  <a:pt x="1471" y="7708"/>
                </a:lnTo>
                <a:lnTo>
                  <a:pt x="1522" y="7895"/>
                </a:lnTo>
                <a:lnTo>
                  <a:pt x="1522" y="8041"/>
                </a:lnTo>
                <a:lnTo>
                  <a:pt x="1575" y="8187"/>
                </a:lnTo>
                <a:lnTo>
                  <a:pt x="1628" y="8374"/>
                </a:lnTo>
                <a:lnTo>
                  <a:pt x="1628" y="8520"/>
                </a:lnTo>
                <a:lnTo>
                  <a:pt x="1681" y="8666"/>
                </a:lnTo>
                <a:lnTo>
                  <a:pt x="1681" y="8854"/>
                </a:lnTo>
                <a:lnTo>
                  <a:pt x="1732" y="8999"/>
                </a:lnTo>
                <a:lnTo>
                  <a:pt x="1785" y="9187"/>
                </a:lnTo>
                <a:lnTo>
                  <a:pt x="1785" y="9333"/>
                </a:lnTo>
                <a:lnTo>
                  <a:pt x="1838" y="9562"/>
                </a:lnTo>
                <a:lnTo>
                  <a:pt x="1891" y="9708"/>
                </a:lnTo>
                <a:lnTo>
                  <a:pt x="1891" y="9854"/>
                </a:lnTo>
                <a:lnTo>
                  <a:pt x="1942" y="9999"/>
                </a:lnTo>
                <a:lnTo>
                  <a:pt x="1942" y="10145"/>
                </a:lnTo>
                <a:lnTo>
                  <a:pt x="1995" y="10333"/>
                </a:lnTo>
                <a:lnTo>
                  <a:pt x="1995" y="10479"/>
                </a:lnTo>
                <a:lnTo>
                  <a:pt x="2048" y="10624"/>
                </a:lnTo>
                <a:lnTo>
                  <a:pt x="2101" y="10812"/>
                </a:lnTo>
                <a:lnTo>
                  <a:pt x="2101" y="10958"/>
                </a:lnTo>
                <a:lnTo>
                  <a:pt x="2152" y="11145"/>
                </a:lnTo>
                <a:lnTo>
                  <a:pt x="2152" y="11291"/>
                </a:lnTo>
                <a:lnTo>
                  <a:pt x="2205" y="11437"/>
                </a:lnTo>
                <a:lnTo>
                  <a:pt x="2258" y="11624"/>
                </a:lnTo>
                <a:lnTo>
                  <a:pt x="2258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1095632" y="3575995"/>
            <a:ext cx="2311" cy="11853"/>
          </a:xfrm>
          <a:custGeom>
            <a:avLst/>
            <a:gdLst/>
            <a:ahLst/>
            <a:cxnLst/>
            <a:rect l="l" t="t" r="r" b="b"/>
            <a:pathLst>
              <a:path w="2311" h="11853">
                <a:moveTo>
                  <a:pt x="0" y="0"/>
                </a:moveTo>
                <a:lnTo>
                  <a:pt x="53" y="145"/>
                </a:lnTo>
                <a:lnTo>
                  <a:pt x="106" y="291"/>
                </a:lnTo>
                <a:lnTo>
                  <a:pt x="106" y="437"/>
                </a:lnTo>
                <a:lnTo>
                  <a:pt x="156" y="624"/>
                </a:lnTo>
                <a:lnTo>
                  <a:pt x="156" y="770"/>
                </a:lnTo>
                <a:lnTo>
                  <a:pt x="209" y="916"/>
                </a:lnTo>
                <a:lnTo>
                  <a:pt x="209" y="1104"/>
                </a:lnTo>
                <a:lnTo>
                  <a:pt x="262" y="1249"/>
                </a:lnTo>
                <a:lnTo>
                  <a:pt x="316" y="1395"/>
                </a:lnTo>
                <a:lnTo>
                  <a:pt x="316" y="1583"/>
                </a:lnTo>
                <a:lnTo>
                  <a:pt x="366" y="1729"/>
                </a:lnTo>
                <a:lnTo>
                  <a:pt x="366" y="1874"/>
                </a:lnTo>
                <a:lnTo>
                  <a:pt x="419" y="2062"/>
                </a:lnTo>
                <a:lnTo>
                  <a:pt x="472" y="2208"/>
                </a:lnTo>
                <a:lnTo>
                  <a:pt x="472" y="2354"/>
                </a:lnTo>
                <a:lnTo>
                  <a:pt x="525" y="2541"/>
                </a:lnTo>
                <a:lnTo>
                  <a:pt x="525" y="2687"/>
                </a:lnTo>
                <a:lnTo>
                  <a:pt x="576" y="2874"/>
                </a:lnTo>
                <a:lnTo>
                  <a:pt x="576" y="3020"/>
                </a:lnTo>
                <a:lnTo>
                  <a:pt x="629" y="3166"/>
                </a:lnTo>
                <a:lnTo>
                  <a:pt x="682" y="3354"/>
                </a:lnTo>
                <a:lnTo>
                  <a:pt x="682" y="3499"/>
                </a:lnTo>
                <a:lnTo>
                  <a:pt x="735" y="3729"/>
                </a:lnTo>
                <a:lnTo>
                  <a:pt x="786" y="3874"/>
                </a:lnTo>
                <a:lnTo>
                  <a:pt x="786" y="4020"/>
                </a:lnTo>
                <a:lnTo>
                  <a:pt x="839" y="4166"/>
                </a:lnTo>
                <a:lnTo>
                  <a:pt x="839" y="4312"/>
                </a:lnTo>
                <a:lnTo>
                  <a:pt x="892" y="4499"/>
                </a:lnTo>
                <a:lnTo>
                  <a:pt x="945" y="4645"/>
                </a:lnTo>
                <a:lnTo>
                  <a:pt x="945" y="4833"/>
                </a:lnTo>
                <a:lnTo>
                  <a:pt x="998" y="4979"/>
                </a:lnTo>
                <a:lnTo>
                  <a:pt x="998" y="5124"/>
                </a:lnTo>
                <a:lnTo>
                  <a:pt x="1049" y="5312"/>
                </a:lnTo>
                <a:lnTo>
                  <a:pt x="1102" y="5458"/>
                </a:lnTo>
                <a:lnTo>
                  <a:pt x="1102" y="5687"/>
                </a:lnTo>
                <a:lnTo>
                  <a:pt x="1155" y="5833"/>
                </a:lnTo>
                <a:lnTo>
                  <a:pt x="1155" y="5979"/>
                </a:lnTo>
                <a:lnTo>
                  <a:pt x="1208" y="6166"/>
                </a:lnTo>
                <a:lnTo>
                  <a:pt x="1259" y="6312"/>
                </a:lnTo>
                <a:lnTo>
                  <a:pt x="1259" y="6458"/>
                </a:lnTo>
                <a:lnTo>
                  <a:pt x="1312" y="6645"/>
                </a:lnTo>
                <a:lnTo>
                  <a:pt x="1365" y="6791"/>
                </a:lnTo>
                <a:lnTo>
                  <a:pt x="1365" y="6937"/>
                </a:lnTo>
                <a:lnTo>
                  <a:pt x="1418" y="7124"/>
                </a:lnTo>
                <a:lnTo>
                  <a:pt x="1418" y="7270"/>
                </a:lnTo>
                <a:lnTo>
                  <a:pt x="1469" y="7416"/>
                </a:lnTo>
                <a:lnTo>
                  <a:pt x="1469" y="7562"/>
                </a:lnTo>
                <a:lnTo>
                  <a:pt x="1522" y="7749"/>
                </a:lnTo>
                <a:lnTo>
                  <a:pt x="1575" y="7895"/>
                </a:lnTo>
                <a:lnTo>
                  <a:pt x="1575" y="8124"/>
                </a:lnTo>
                <a:lnTo>
                  <a:pt x="1628" y="8270"/>
                </a:lnTo>
                <a:lnTo>
                  <a:pt x="1679" y="8416"/>
                </a:lnTo>
                <a:lnTo>
                  <a:pt x="1679" y="8604"/>
                </a:lnTo>
                <a:lnTo>
                  <a:pt x="1732" y="8749"/>
                </a:lnTo>
                <a:lnTo>
                  <a:pt x="1732" y="8895"/>
                </a:lnTo>
                <a:lnTo>
                  <a:pt x="1785" y="9083"/>
                </a:lnTo>
                <a:lnTo>
                  <a:pt x="1838" y="9229"/>
                </a:lnTo>
                <a:lnTo>
                  <a:pt x="1838" y="9374"/>
                </a:lnTo>
                <a:lnTo>
                  <a:pt x="1891" y="9562"/>
                </a:lnTo>
                <a:lnTo>
                  <a:pt x="1891" y="9708"/>
                </a:lnTo>
                <a:lnTo>
                  <a:pt x="1942" y="9854"/>
                </a:lnTo>
                <a:lnTo>
                  <a:pt x="1942" y="10041"/>
                </a:lnTo>
                <a:lnTo>
                  <a:pt x="1995" y="10187"/>
                </a:lnTo>
                <a:lnTo>
                  <a:pt x="2048" y="10333"/>
                </a:lnTo>
                <a:lnTo>
                  <a:pt x="2048" y="10562"/>
                </a:lnTo>
                <a:lnTo>
                  <a:pt x="2101" y="10708"/>
                </a:lnTo>
                <a:lnTo>
                  <a:pt x="2152" y="10853"/>
                </a:lnTo>
                <a:lnTo>
                  <a:pt x="2152" y="11041"/>
                </a:lnTo>
                <a:lnTo>
                  <a:pt x="2205" y="11187"/>
                </a:lnTo>
                <a:lnTo>
                  <a:pt x="2205" y="11333"/>
                </a:lnTo>
                <a:lnTo>
                  <a:pt x="2258" y="11520"/>
                </a:lnTo>
                <a:lnTo>
                  <a:pt x="2311" y="11666"/>
                </a:lnTo>
                <a:lnTo>
                  <a:pt x="2311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1097944" y="3587849"/>
            <a:ext cx="2309" cy="11791"/>
          </a:xfrm>
          <a:custGeom>
            <a:avLst/>
            <a:gdLst/>
            <a:ahLst/>
            <a:cxnLst/>
            <a:rect l="l" t="t" r="r" b="b"/>
            <a:pathLst>
              <a:path w="2309" h="11791">
                <a:moveTo>
                  <a:pt x="0" y="0"/>
                </a:moveTo>
                <a:lnTo>
                  <a:pt x="50" y="145"/>
                </a:lnTo>
                <a:lnTo>
                  <a:pt x="50" y="291"/>
                </a:lnTo>
                <a:lnTo>
                  <a:pt x="103" y="437"/>
                </a:lnTo>
                <a:lnTo>
                  <a:pt x="156" y="666"/>
                </a:lnTo>
                <a:lnTo>
                  <a:pt x="156" y="812"/>
                </a:lnTo>
                <a:lnTo>
                  <a:pt x="209" y="958"/>
                </a:lnTo>
                <a:lnTo>
                  <a:pt x="209" y="1145"/>
                </a:lnTo>
                <a:lnTo>
                  <a:pt x="260" y="1291"/>
                </a:lnTo>
                <a:lnTo>
                  <a:pt x="313" y="1437"/>
                </a:lnTo>
                <a:lnTo>
                  <a:pt x="313" y="1624"/>
                </a:lnTo>
                <a:lnTo>
                  <a:pt x="366" y="1770"/>
                </a:lnTo>
                <a:lnTo>
                  <a:pt x="366" y="1916"/>
                </a:lnTo>
                <a:lnTo>
                  <a:pt x="419" y="2104"/>
                </a:lnTo>
                <a:lnTo>
                  <a:pt x="472" y="2249"/>
                </a:lnTo>
                <a:lnTo>
                  <a:pt x="472" y="2395"/>
                </a:lnTo>
                <a:lnTo>
                  <a:pt x="523" y="2624"/>
                </a:lnTo>
                <a:lnTo>
                  <a:pt x="576" y="2770"/>
                </a:lnTo>
                <a:lnTo>
                  <a:pt x="576" y="2916"/>
                </a:lnTo>
                <a:lnTo>
                  <a:pt x="629" y="3104"/>
                </a:lnTo>
                <a:lnTo>
                  <a:pt x="629" y="3249"/>
                </a:lnTo>
                <a:lnTo>
                  <a:pt x="682" y="3395"/>
                </a:lnTo>
                <a:lnTo>
                  <a:pt x="682" y="3583"/>
                </a:lnTo>
                <a:lnTo>
                  <a:pt x="733" y="3729"/>
                </a:lnTo>
                <a:lnTo>
                  <a:pt x="786" y="3874"/>
                </a:lnTo>
                <a:lnTo>
                  <a:pt x="786" y="4062"/>
                </a:lnTo>
                <a:lnTo>
                  <a:pt x="839" y="4208"/>
                </a:lnTo>
                <a:lnTo>
                  <a:pt x="839" y="4354"/>
                </a:lnTo>
                <a:lnTo>
                  <a:pt x="892" y="4583"/>
                </a:lnTo>
                <a:lnTo>
                  <a:pt x="943" y="4729"/>
                </a:lnTo>
                <a:lnTo>
                  <a:pt x="943" y="4874"/>
                </a:lnTo>
                <a:lnTo>
                  <a:pt x="996" y="5062"/>
                </a:lnTo>
                <a:lnTo>
                  <a:pt x="1049" y="5208"/>
                </a:lnTo>
                <a:lnTo>
                  <a:pt x="1049" y="5354"/>
                </a:lnTo>
                <a:lnTo>
                  <a:pt x="1102" y="5541"/>
                </a:lnTo>
                <a:lnTo>
                  <a:pt x="1102" y="5687"/>
                </a:lnTo>
                <a:lnTo>
                  <a:pt x="1153" y="5833"/>
                </a:lnTo>
                <a:lnTo>
                  <a:pt x="1153" y="6020"/>
                </a:lnTo>
                <a:lnTo>
                  <a:pt x="1206" y="6166"/>
                </a:lnTo>
                <a:lnTo>
                  <a:pt x="1259" y="6312"/>
                </a:lnTo>
                <a:lnTo>
                  <a:pt x="1259" y="6458"/>
                </a:lnTo>
                <a:lnTo>
                  <a:pt x="1312" y="6645"/>
                </a:lnTo>
                <a:lnTo>
                  <a:pt x="1312" y="6791"/>
                </a:lnTo>
                <a:lnTo>
                  <a:pt x="1365" y="7020"/>
                </a:lnTo>
                <a:lnTo>
                  <a:pt x="1416" y="7166"/>
                </a:lnTo>
                <a:lnTo>
                  <a:pt x="1416" y="7312"/>
                </a:lnTo>
                <a:lnTo>
                  <a:pt x="1469" y="7499"/>
                </a:lnTo>
                <a:lnTo>
                  <a:pt x="1522" y="7645"/>
                </a:lnTo>
                <a:lnTo>
                  <a:pt x="1522" y="7791"/>
                </a:lnTo>
                <a:lnTo>
                  <a:pt x="1575" y="7937"/>
                </a:lnTo>
                <a:lnTo>
                  <a:pt x="1575" y="8124"/>
                </a:lnTo>
                <a:lnTo>
                  <a:pt x="1626" y="8270"/>
                </a:lnTo>
                <a:lnTo>
                  <a:pt x="1679" y="8416"/>
                </a:lnTo>
                <a:lnTo>
                  <a:pt x="1679" y="8604"/>
                </a:lnTo>
                <a:lnTo>
                  <a:pt x="1732" y="8749"/>
                </a:lnTo>
                <a:lnTo>
                  <a:pt x="1732" y="8979"/>
                </a:lnTo>
                <a:lnTo>
                  <a:pt x="1785" y="9124"/>
                </a:lnTo>
                <a:lnTo>
                  <a:pt x="1836" y="9270"/>
                </a:lnTo>
                <a:lnTo>
                  <a:pt x="1836" y="9416"/>
                </a:lnTo>
                <a:lnTo>
                  <a:pt x="1889" y="9562"/>
                </a:lnTo>
                <a:lnTo>
                  <a:pt x="1889" y="9749"/>
                </a:lnTo>
                <a:lnTo>
                  <a:pt x="1942" y="9895"/>
                </a:lnTo>
                <a:lnTo>
                  <a:pt x="1942" y="10041"/>
                </a:lnTo>
                <a:lnTo>
                  <a:pt x="1995" y="10229"/>
                </a:lnTo>
                <a:lnTo>
                  <a:pt x="2046" y="10374"/>
                </a:lnTo>
                <a:lnTo>
                  <a:pt x="2046" y="10562"/>
                </a:lnTo>
                <a:lnTo>
                  <a:pt x="2099" y="10749"/>
                </a:lnTo>
                <a:lnTo>
                  <a:pt x="2152" y="10895"/>
                </a:lnTo>
                <a:lnTo>
                  <a:pt x="2152" y="11041"/>
                </a:lnTo>
                <a:lnTo>
                  <a:pt x="2205" y="11228"/>
                </a:lnTo>
                <a:lnTo>
                  <a:pt x="2258" y="11374"/>
                </a:lnTo>
                <a:lnTo>
                  <a:pt x="2258" y="11520"/>
                </a:lnTo>
                <a:lnTo>
                  <a:pt x="2309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1100253" y="3599641"/>
            <a:ext cx="2311" cy="11770"/>
          </a:xfrm>
          <a:custGeom>
            <a:avLst/>
            <a:gdLst/>
            <a:ahLst/>
            <a:cxnLst/>
            <a:rect l="l" t="t" r="r" b="b"/>
            <a:pathLst>
              <a:path w="2311" h="11770">
                <a:moveTo>
                  <a:pt x="0" y="0"/>
                </a:moveTo>
                <a:lnTo>
                  <a:pt x="53" y="208"/>
                </a:lnTo>
                <a:lnTo>
                  <a:pt x="106" y="437"/>
                </a:lnTo>
                <a:lnTo>
                  <a:pt x="106" y="479"/>
                </a:lnTo>
                <a:lnTo>
                  <a:pt x="106" y="541"/>
                </a:lnTo>
                <a:lnTo>
                  <a:pt x="106" y="583"/>
                </a:lnTo>
                <a:lnTo>
                  <a:pt x="106" y="666"/>
                </a:lnTo>
                <a:lnTo>
                  <a:pt x="159" y="812"/>
                </a:lnTo>
                <a:lnTo>
                  <a:pt x="209" y="958"/>
                </a:lnTo>
                <a:lnTo>
                  <a:pt x="209" y="1104"/>
                </a:lnTo>
                <a:lnTo>
                  <a:pt x="262" y="1249"/>
                </a:lnTo>
                <a:lnTo>
                  <a:pt x="262" y="1437"/>
                </a:lnTo>
                <a:lnTo>
                  <a:pt x="316" y="1583"/>
                </a:lnTo>
                <a:lnTo>
                  <a:pt x="316" y="1729"/>
                </a:lnTo>
                <a:lnTo>
                  <a:pt x="369" y="1916"/>
                </a:lnTo>
                <a:lnTo>
                  <a:pt x="419" y="2062"/>
                </a:lnTo>
                <a:lnTo>
                  <a:pt x="419" y="2208"/>
                </a:lnTo>
                <a:lnTo>
                  <a:pt x="472" y="2354"/>
                </a:lnTo>
                <a:lnTo>
                  <a:pt x="472" y="2499"/>
                </a:lnTo>
                <a:lnTo>
                  <a:pt x="525" y="2687"/>
                </a:lnTo>
                <a:lnTo>
                  <a:pt x="579" y="2833"/>
                </a:lnTo>
                <a:lnTo>
                  <a:pt x="579" y="2979"/>
                </a:lnTo>
                <a:lnTo>
                  <a:pt x="629" y="3166"/>
                </a:lnTo>
                <a:lnTo>
                  <a:pt x="629" y="3312"/>
                </a:lnTo>
                <a:lnTo>
                  <a:pt x="682" y="3499"/>
                </a:lnTo>
                <a:lnTo>
                  <a:pt x="735" y="3687"/>
                </a:lnTo>
                <a:lnTo>
                  <a:pt x="735" y="3833"/>
                </a:lnTo>
                <a:lnTo>
                  <a:pt x="788" y="3979"/>
                </a:lnTo>
                <a:lnTo>
                  <a:pt x="788" y="4166"/>
                </a:lnTo>
                <a:lnTo>
                  <a:pt x="842" y="4312"/>
                </a:lnTo>
                <a:lnTo>
                  <a:pt x="892" y="4458"/>
                </a:lnTo>
                <a:lnTo>
                  <a:pt x="892" y="4604"/>
                </a:lnTo>
                <a:lnTo>
                  <a:pt x="945" y="4791"/>
                </a:lnTo>
                <a:lnTo>
                  <a:pt x="945" y="4937"/>
                </a:lnTo>
                <a:lnTo>
                  <a:pt x="998" y="5166"/>
                </a:lnTo>
                <a:lnTo>
                  <a:pt x="1051" y="5312"/>
                </a:lnTo>
                <a:lnTo>
                  <a:pt x="1051" y="5458"/>
                </a:lnTo>
                <a:lnTo>
                  <a:pt x="1102" y="5604"/>
                </a:lnTo>
                <a:lnTo>
                  <a:pt x="1102" y="5749"/>
                </a:lnTo>
                <a:lnTo>
                  <a:pt x="1155" y="5937"/>
                </a:lnTo>
                <a:lnTo>
                  <a:pt x="1208" y="6083"/>
                </a:lnTo>
                <a:lnTo>
                  <a:pt x="1208" y="6270"/>
                </a:lnTo>
                <a:lnTo>
                  <a:pt x="1261" y="6458"/>
                </a:lnTo>
                <a:lnTo>
                  <a:pt x="1312" y="6604"/>
                </a:lnTo>
                <a:lnTo>
                  <a:pt x="1312" y="6749"/>
                </a:lnTo>
                <a:lnTo>
                  <a:pt x="1365" y="6937"/>
                </a:lnTo>
                <a:lnTo>
                  <a:pt x="1365" y="7083"/>
                </a:lnTo>
                <a:lnTo>
                  <a:pt x="1418" y="7229"/>
                </a:lnTo>
                <a:lnTo>
                  <a:pt x="1471" y="7374"/>
                </a:lnTo>
                <a:lnTo>
                  <a:pt x="1471" y="7562"/>
                </a:lnTo>
                <a:lnTo>
                  <a:pt x="1522" y="7708"/>
                </a:lnTo>
                <a:lnTo>
                  <a:pt x="1575" y="7937"/>
                </a:lnTo>
                <a:lnTo>
                  <a:pt x="1575" y="8083"/>
                </a:lnTo>
                <a:lnTo>
                  <a:pt x="1628" y="8229"/>
                </a:lnTo>
                <a:lnTo>
                  <a:pt x="1628" y="8374"/>
                </a:lnTo>
                <a:lnTo>
                  <a:pt x="1681" y="8520"/>
                </a:lnTo>
                <a:lnTo>
                  <a:pt x="1681" y="8708"/>
                </a:lnTo>
                <a:lnTo>
                  <a:pt x="1734" y="8854"/>
                </a:lnTo>
                <a:lnTo>
                  <a:pt x="1734" y="8999"/>
                </a:lnTo>
                <a:lnTo>
                  <a:pt x="1785" y="9229"/>
                </a:lnTo>
                <a:lnTo>
                  <a:pt x="1838" y="9374"/>
                </a:lnTo>
                <a:lnTo>
                  <a:pt x="1838" y="9520"/>
                </a:lnTo>
                <a:lnTo>
                  <a:pt x="1891" y="9708"/>
                </a:lnTo>
                <a:lnTo>
                  <a:pt x="1944" y="9854"/>
                </a:lnTo>
                <a:lnTo>
                  <a:pt x="1944" y="9999"/>
                </a:lnTo>
                <a:lnTo>
                  <a:pt x="1995" y="10145"/>
                </a:lnTo>
                <a:lnTo>
                  <a:pt x="2048" y="10333"/>
                </a:lnTo>
                <a:lnTo>
                  <a:pt x="2048" y="10479"/>
                </a:lnTo>
                <a:lnTo>
                  <a:pt x="2101" y="10708"/>
                </a:lnTo>
                <a:lnTo>
                  <a:pt x="2154" y="10853"/>
                </a:lnTo>
                <a:lnTo>
                  <a:pt x="2154" y="10999"/>
                </a:lnTo>
                <a:lnTo>
                  <a:pt x="2205" y="11145"/>
                </a:lnTo>
                <a:lnTo>
                  <a:pt x="2205" y="11291"/>
                </a:lnTo>
                <a:lnTo>
                  <a:pt x="2258" y="11478"/>
                </a:lnTo>
                <a:lnTo>
                  <a:pt x="2258" y="11624"/>
                </a:lnTo>
                <a:lnTo>
                  <a:pt x="2311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1102565" y="3611411"/>
            <a:ext cx="2311" cy="11645"/>
          </a:xfrm>
          <a:custGeom>
            <a:avLst/>
            <a:gdLst/>
            <a:ahLst/>
            <a:cxnLst/>
            <a:rect l="l" t="t" r="r" b="b"/>
            <a:pathLst>
              <a:path w="2311" h="11645">
                <a:moveTo>
                  <a:pt x="0" y="0"/>
                </a:moveTo>
                <a:lnTo>
                  <a:pt x="53" y="229"/>
                </a:lnTo>
                <a:lnTo>
                  <a:pt x="53" y="374"/>
                </a:lnTo>
                <a:lnTo>
                  <a:pt x="103" y="520"/>
                </a:lnTo>
                <a:lnTo>
                  <a:pt x="103" y="666"/>
                </a:lnTo>
                <a:lnTo>
                  <a:pt x="156" y="812"/>
                </a:lnTo>
                <a:lnTo>
                  <a:pt x="209" y="999"/>
                </a:lnTo>
                <a:lnTo>
                  <a:pt x="209" y="1145"/>
                </a:lnTo>
                <a:lnTo>
                  <a:pt x="262" y="1333"/>
                </a:lnTo>
                <a:lnTo>
                  <a:pt x="316" y="1520"/>
                </a:lnTo>
                <a:lnTo>
                  <a:pt x="316" y="1666"/>
                </a:lnTo>
                <a:lnTo>
                  <a:pt x="366" y="1812"/>
                </a:lnTo>
                <a:lnTo>
                  <a:pt x="366" y="1999"/>
                </a:lnTo>
                <a:lnTo>
                  <a:pt x="419" y="2145"/>
                </a:lnTo>
                <a:lnTo>
                  <a:pt x="419" y="2291"/>
                </a:lnTo>
                <a:lnTo>
                  <a:pt x="472" y="2520"/>
                </a:lnTo>
                <a:lnTo>
                  <a:pt x="525" y="2666"/>
                </a:lnTo>
                <a:lnTo>
                  <a:pt x="525" y="2812"/>
                </a:lnTo>
                <a:lnTo>
                  <a:pt x="576" y="2958"/>
                </a:lnTo>
                <a:lnTo>
                  <a:pt x="576" y="3104"/>
                </a:lnTo>
                <a:lnTo>
                  <a:pt x="629" y="3291"/>
                </a:lnTo>
                <a:lnTo>
                  <a:pt x="682" y="3437"/>
                </a:lnTo>
                <a:lnTo>
                  <a:pt x="682" y="3583"/>
                </a:lnTo>
                <a:lnTo>
                  <a:pt x="735" y="3812"/>
                </a:lnTo>
                <a:lnTo>
                  <a:pt x="786" y="3958"/>
                </a:lnTo>
                <a:lnTo>
                  <a:pt x="786" y="4104"/>
                </a:lnTo>
                <a:lnTo>
                  <a:pt x="839" y="4249"/>
                </a:lnTo>
                <a:lnTo>
                  <a:pt x="839" y="4395"/>
                </a:lnTo>
                <a:lnTo>
                  <a:pt x="892" y="4583"/>
                </a:lnTo>
                <a:lnTo>
                  <a:pt x="945" y="4729"/>
                </a:lnTo>
                <a:lnTo>
                  <a:pt x="945" y="4916"/>
                </a:lnTo>
                <a:lnTo>
                  <a:pt x="996" y="5104"/>
                </a:lnTo>
                <a:lnTo>
                  <a:pt x="1049" y="5249"/>
                </a:lnTo>
                <a:lnTo>
                  <a:pt x="1049" y="5395"/>
                </a:lnTo>
                <a:lnTo>
                  <a:pt x="1102" y="5541"/>
                </a:lnTo>
                <a:lnTo>
                  <a:pt x="1102" y="5729"/>
                </a:lnTo>
                <a:lnTo>
                  <a:pt x="1155" y="5874"/>
                </a:lnTo>
                <a:lnTo>
                  <a:pt x="1208" y="6104"/>
                </a:lnTo>
                <a:lnTo>
                  <a:pt x="1208" y="6249"/>
                </a:lnTo>
                <a:lnTo>
                  <a:pt x="1259" y="6395"/>
                </a:lnTo>
                <a:lnTo>
                  <a:pt x="1259" y="6541"/>
                </a:lnTo>
                <a:lnTo>
                  <a:pt x="1312" y="6687"/>
                </a:lnTo>
                <a:lnTo>
                  <a:pt x="1365" y="6916"/>
                </a:lnTo>
                <a:lnTo>
                  <a:pt x="1365" y="7062"/>
                </a:lnTo>
                <a:lnTo>
                  <a:pt x="1418" y="7208"/>
                </a:lnTo>
                <a:lnTo>
                  <a:pt x="1469" y="7395"/>
                </a:lnTo>
                <a:lnTo>
                  <a:pt x="1469" y="7541"/>
                </a:lnTo>
                <a:lnTo>
                  <a:pt x="1522" y="7687"/>
                </a:lnTo>
                <a:lnTo>
                  <a:pt x="1522" y="7833"/>
                </a:lnTo>
                <a:lnTo>
                  <a:pt x="1575" y="7979"/>
                </a:lnTo>
                <a:lnTo>
                  <a:pt x="1628" y="8208"/>
                </a:lnTo>
                <a:lnTo>
                  <a:pt x="1628" y="8354"/>
                </a:lnTo>
                <a:lnTo>
                  <a:pt x="1679" y="8499"/>
                </a:lnTo>
                <a:lnTo>
                  <a:pt x="1679" y="8687"/>
                </a:lnTo>
                <a:lnTo>
                  <a:pt x="1732" y="8833"/>
                </a:lnTo>
                <a:lnTo>
                  <a:pt x="1732" y="8979"/>
                </a:lnTo>
                <a:lnTo>
                  <a:pt x="1785" y="9124"/>
                </a:lnTo>
                <a:lnTo>
                  <a:pt x="1838" y="9312"/>
                </a:lnTo>
                <a:lnTo>
                  <a:pt x="1838" y="9499"/>
                </a:lnTo>
                <a:lnTo>
                  <a:pt x="1889" y="9645"/>
                </a:lnTo>
                <a:lnTo>
                  <a:pt x="1942" y="9791"/>
                </a:lnTo>
                <a:lnTo>
                  <a:pt x="1942" y="9937"/>
                </a:lnTo>
                <a:lnTo>
                  <a:pt x="1995" y="10124"/>
                </a:lnTo>
                <a:lnTo>
                  <a:pt x="1995" y="10270"/>
                </a:lnTo>
                <a:lnTo>
                  <a:pt x="2048" y="10499"/>
                </a:lnTo>
                <a:lnTo>
                  <a:pt x="2101" y="10645"/>
                </a:lnTo>
                <a:lnTo>
                  <a:pt x="2101" y="10791"/>
                </a:lnTo>
                <a:lnTo>
                  <a:pt x="2152" y="10937"/>
                </a:lnTo>
                <a:lnTo>
                  <a:pt x="2152" y="11083"/>
                </a:lnTo>
                <a:lnTo>
                  <a:pt x="2205" y="11312"/>
                </a:lnTo>
                <a:lnTo>
                  <a:pt x="2258" y="11458"/>
                </a:lnTo>
                <a:lnTo>
                  <a:pt x="2258" y="116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1104876" y="3623057"/>
            <a:ext cx="2256" cy="11603"/>
          </a:xfrm>
          <a:custGeom>
            <a:avLst/>
            <a:gdLst/>
            <a:ahLst/>
            <a:cxnLst/>
            <a:rect l="l" t="t" r="r" b="b"/>
            <a:pathLst>
              <a:path w="2256" h="11603">
                <a:moveTo>
                  <a:pt x="0" y="0"/>
                </a:moveTo>
                <a:lnTo>
                  <a:pt x="0" y="187"/>
                </a:lnTo>
                <a:lnTo>
                  <a:pt x="50" y="333"/>
                </a:lnTo>
                <a:lnTo>
                  <a:pt x="50" y="479"/>
                </a:lnTo>
                <a:lnTo>
                  <a:pt x="103" y="624"/>
                </a:lnTo>
                <a:lnTo>
                  <a:pt x="103" y="770"/>
                </a:lnTo>
                <a:lnTo>
                  <a:pt x="156" y="958"/>
                </a:lnTo>
                <a:lnTo>
                  <a:pt x="209" y="1104"/>
                </a:lnTo>
                <a:lnTo>
                  <a:pt x="209" y="1249"/>
                </a:lnTo>
                <a:lnTo>
                  <a:pt x="260" y="1395"/>
                </a:lnTo>
                <a:lnTo>
                  <a:pt x="313" y="1583"/>
                </a:lnTo>
                <a:lnTo>
                  <a:pt x="313" y="1770"/>
                </a:lnTo>
                <a:lnTo>
                  <a:pt x="366" y="1916"/>
                </a:lnTo>
                <a:lnTo>
                  <a:pt x="366" y="2062"/>
                </a:lnTo>
                <a:lnTo>
                  <a:pt x="419" y="2208"/>
                </a:lnTo>
                <a:lnTo>
                  <a:pt x="470" y="2395"/>
                </a:lnTo>
                <a:lnTo>
                  <a:pt x="470" y="2541"/>
                </a:lnTo>
                <a:lnTo>
                  <a:pt x="523" y="2687"/>
                </a:lnTo>
                <a:lnTo>
                  <a:pt x="523" y="2874"/>
                </a:lnTo>
                <a:lnTo>
                  <a:pt x="576" y="3062"/>
                </a:lnTo>
                <a:lnTo>
                  <a:pt x="629" y="3208"/>
                </a:lnTo>
                <a:lnTo>
                  <a:pt x="629" y="3354"/>
                </a:lnTo>
                <a:lnTo>
                  <a:pt x="682" y="3499"/>
                </a:lnTo>
                <a:lnTo>
                  <a:pt x="682" y="3687"/>
                </a:lnTo>
                <a:lnTo>
                  <a:pt x="733" y="3874"/>
                </a:lnTo>
                <a:lnTo>
                  <a:pt x="786" y="4020"/>
                </a:lnTo>
                <a:lnTo>
                  <a:pt x="786" y="4166"/>
                </a:lnTo>
                <a:lnTo>
                  <a:pt x="839" y="4395"/>
                </a:lnTo>
                <a:lnTo>
                  <a:pt x="892" y="4541"/>
                </a:lnTo>
                <a:lnTo>
                  <a:pt x="892" y="4687"/>
                </a:lnTo>
                <a:lnTo>
                  <a:pt x="943" y="4833"/>
                </a:lnTo>
                <a:lnTo>
                  <a:pt x="943" y="4979"/>
                </a:lnTo>
                <a:lnTo>
                  <a:pt x="996" y="5166"/>
                </a:lnTo>
                <a:lnTo>
                  <a:pt x="1049" y="5312"/>
                </a:lnTo>
                <a:lnTo>
                  <a:pt x="1049" y="5458"/>
                </a:lnTo>
                <a:lnTo>
                  <a:pt x="1102" y="5645"/>
                </a:lnTo>
                <a:lnTo>
                  <a:pt x="1102" y="5791"/>
                </a:lnTo>
                <a:lnTo>
                  <a:pt x="1153" y="5979"/>
                </a:lnTo>
                <a:lnTo>
                  <a:pt x="1206" y="6124"/>
                </a:lnTo>
                <a:lnTo>
                  <a:pt x="1206" y="6270"/>
                </a:lnTo>
                <a:lnTo>
                  <a:pt x="1259" y="6499"/>
                </a:lnTo>
                <a:lnTo>
                  <a:pt x="1312" y="6645"/>
                </a:lnTo>
                <a:lnTo>
                  <a:pt x="1312" y="6791"/>
                </a:lnTo>
                <a:lnTo>
                  <a:pt x="1363" y="6937"/>
                </a:lnTo>
                <a:lnTo>
                  <a:pt x="1363" y="7083"/>
                </a:lnTo>
                <a:lnTo>
                  <a:pt x="1416" y="7312"/>
                </a:lnTo>
                <a:lnTo>
                  <a:pt x="1469" y="7458"/>
                </a:lnTo>
                <a:lnTo>
                  <a:pt x="1469" y="7604"/>
                </a:lnTo>
                <a:lnTo>
                  <a:pt x="1522" y="7749"/>
                </a:lnTo>
                <a:lnTo>
                  <a:pt x="1575" y="7937"/>
                </a:lnTo>
                <a:lnTo>
                  <a:pt x="1575" y="8124"/>
                </a:lnTo>
                <a:lnTo>
                  <a:pt x="1626" y="8270"/>
                </a:lnTo>
                <a:lnTo>
                  <a:pt x="1626" y="8416"/>
                </a:lnTo>
                <a:lnTo>
                  <a:pt x="1679" y="8562"/>
                </a:lnTo>
                <a:lnTo>
                  <a:pt x="1732" y="8749"/>
                </a:lnTo>
                <a:lnTo>
                  <a:pt x="1732" y="8895"/>
                </a:lnTo>
                <a:lnTo>
                  <a:pt x="1785" y="9041"/>
                </a:lnTo>
                <a:lnTo>
                  <a:pt x="1785" y="9229"/>
                </a:lnTo>
                <a:lnTo>
                  <a:pt x="1836" y="9374"/>
                </a:lnTo>
                <a:lnTo>
                  <a:pt x="1889" y="9562"/>
                </a:lnTo>
                <a:lnTo>
                  <a:pt x="1889" y="9708"/>
                </a:lnTo>
                <a:lnTo>
                  <a:pt x="1942" y="9854"/>
                </a:lnTo>
                <a:lnTo>
                  <a:pt x="1942" y="10041"/>
                </a:lnTo>
                <a:lnTo>
                  <a:pt x="1995" y="10187"/>
                </a:lnTo>
                <a:lnTo>
                  <a:pt x="2046" y="10374"/>
                </a:lnTo>
                <a:lnTo>
                  <a:pt x="2046" y="10520"/>
                </a:lnTo>
                <a:lnTo>
                  <a:pt x="2099" y="10666"/>
                </a:lnTo>
                <a:lnTo>
                  <a:pt x="2152" y="10853"/>
                </a:lnTo>
                <a:lnTo>
                  <a:pt x="2152" y="11041"/>
                </a:lnTo>
                <a:lnTo>
                  <a:pt x="2205" y="11187"/>
                </a:lnTo>
                <a:lnTo>
                  <a:pt x="2205" y="11333"/>
                </a:lnTo>
                <a:lnTo>
                  <a:pt x="2256" y="11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1107132" y="3634661"/>
            <a:ext cx="2311" cy="11520"/>
          </a:xfrm>
          <a:custGeom>
            <a:avLst/>
            <a:gdLst/>
            <a:ahLst/>
            <a:cxnLst/>
            <a:rect l="l" t="t" r="r" b="b"/>
            <a:pathLst>
              <a:path w="2311" h="11520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6" y="437"/>
                </a:lnTo>
                <a:lnTo>
                  <a:pt x="159" y="583"/>
                </a:lnTo>
                <a:lnTo>
                  <a:pt x="159" y="729"/>
                </a:lnTo>
                <a:lnTo>
                  <a:pt x="212" y="874"/>
                </a:lnTo>
                <a:lnTo>
                  <a:pt x="212" y="1062"/>
                </a:lnTo>
                <a:lnTo>
                  <a:pt x="262" y="1208"/>
                </a:lnTo>
                <a:lnTo>
                  <a:pt x="262" y="1354"/>
                </a:lnTo>
                <a:lnTo>
                  <a:pt x="316" y="1541"/>
                </a:lnTo>
                <a:lnTo>
                  <a:pt x="369" y="1687"/>
                </a:lnTo>
                <a:lnTo>
                  <a:pt x="369" y="1874"/>
                </a:lnTo>
                <a:lnTo>
                  <a:pt x="422" y="2020"/>
                </a:lnTo>
                <a:lnTo>
                  <a:pt x="472" y="2166"/>
                </a:lnTo>
                <a:lnTo>
                  <a:pt x="472" y="2354"/>
                </a:lnTo>
                <a:lnTo>
                  <a:pt x="525" y="2499"/>
                </a:lnTo>
                <a:lnTo>
                  <a:pt x="579" y="2687"/>
                </a:lnTo>
                <a:lnTo>
                  <a:pt x="579" y="2833"/>
                </a:lnTo>
                <a:lnTo>
                  <a:pt x="632" y="2979"/>
                </a:lnTo>
                <a:lnTo>
                  <a:pt x="632" y="3166"/>
                </a:lnTo>
                <a:lnTo>
                  <a:pt x="682" y="3312"/>
                </a:lnTo>
                <a:lnTo>
                  <a:pt x="735" y="3541"/>
                </a:lnTo>
                <a:lnTo>
                  <a:pt x="735" y="3687"/>
                </a:lnTo>
                <a:lnTo>
                  <a:pt x="788" y="3833"/>
                </a:lnTo>
                <a:lnTo>
                  <a:pt x="842" y="3979"/>
                </a:lnTo>
                <a:lnTo>
                  <a:pt x="842" y="4124"/>
                </a:lnTo>
                <a:lnTo>
                  <a:pt x="892" y="4354"/>
                </a:lnTo>
                <a:lnTo>
                  <a:pt x="945" y="4499"/>
                </a:lnTo>
                <a:lnTo>
                  <a:pt x="945" y="4645"/>
                </a:lnTo>
                <a:lnTo>
                  <a:pt x="998" y="4791"/>
                </a:lnTo>
                <a:lnTo>
                  <a:pt x="998" y="4937"/>
                </a:lnTo>
                <a:lnTo>
                  <a:pt x="1051" y="5166"/>
                </a:lnTo>
                <a:lnTo>
                  <a:pt x="1105" y="5312"/>
                </a:lnTo>
                <a:lnTo>
                  <a:pt x="1105" y="5458"/>
                </a:lnTo>
                <a:lnTo>
                  <a:pt x="1155" y="5604"/>
                </a:lnTo>
                <a:lnTo>
                  <a:pt x="1155" y="5749"/>
                </a:lnTo>
                <a:lnTo>
                  <a:pt x="1208" y="5979"/>
                </a:lnTo>
                <a:lnTo>
                  <a:pt x="1261" y="6124"/>
                </a:lnTo>
                <a:lnTo>
                  <a:pt x="1261" y="6270"/>
                </a:lnTo>
                <a:lnTo>
                  <a:pt x="1314" y="6416"/>
                </a:lnTo>
                <a:lnTo>
                  <a:pt x="1314" y="6562"/>
                </a:lnTo>
                <a:lnTo>
                  <a:pt x="1365" y="6749"/>
                </a:lnTo>
                <a:lnTo>
                  <a:pt x="1418" y="6895"/>
                </a:lnTo>
                <a:lnTo>
                  <a:pt x="1418" y="7083"/>
                </a:lnTo>
                <a:lnTo>
                  <a:pt x="1471" y="7229"/>
                </a:lnTo>
                <a:lnTo>
                  <a:pt x="1471" y="7374"/>
                </a:lnTo>
                <a:lnTo>
                  <a:pt x="1524" y="7562"/>
                </a:lnTo>
                <a:lnTo>
                  <a:pt x="1575" y="7708"/>
                </a:lnTo>
                <a:lnTo>
                  <a:pt x="1628" y="7937"/>
                </a:lnTo>
                <a:lnTo>
                  <a:pt x="1628" y="8083"/>
                </a:lnTo>
                <a:lnTo>
                  <a:pt x="1681" y="8229"/>
                </a:lnTo>
                <a:lnTo>
                  <a:pt x="1681" y="8374"/>
                </a:lnTo>
                <a:lnTo>
                  <a:pt x="1734" y="8520"/>
                </a:lnTo>
                <a:lnTo>
                  <a:pt x="1785" y="8749"/>
                </a:lnTo>
                <a:lnTo>
                  <a:pt x="1785" y="8895"/>
                </a:lnTo>
                <a:lnTo>
                  <a:pt x="1838" y="9041"/>
                </a:lnTo>
                <a:lnTo>
                  <a:pt x="1838" y="9187"/>
                </a:lnTo>
                <a:lnTo>
                  <a:pt x="1891" y="9333"/>
                </a:lnTo>
                <a:lnTo>
                  <a:pt x="1944" y="9520"/>
                </a:lnTo>
                <a:lnTo>
                  <a:pt x="1944" y="9666"/>
                </a:lnTo>
                <a:lnTo>
                  <a:pt x="1997" y="9854"/>
                </a:lnTo>
                <a:lnTo>
                  <a:pt x="1997" y="9999"/>
                </a:lnTo>
                <a:lnTo>
                  <a:pt x="2048" y="10145"/>
                </a:lnTo>
                <a:lnTo>
                  <a:pt x="2101" y="10333"/>
                </a:lnTo>
                <a:lnTo>
                  <a:pt x="2101" y="10479"/>
                </a:lnTo>
                <a:lnTo>
                  <a:pt x="2154" y="10708"/>
                </a:lnTo>
                <a:lnTo>
                  <a:pt x="2207" y="10853"/>
                </a:lnTo>
                <a:lnTo>
                  <a:pt x="2207" y="10999"/>
                </a:lnTo>
                <a:lnTo>
                  <a:pt x="2258" y="11145"/>
                </a:lnTo>
                <a:lnTo>
                  <a:pt x="2258" y="11291"/>
                </a:lnTo>
                <a:lnTo>
                  <a:pt x="2311" y="11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1109444" y="3646182"/>
            <a:ext cx="2311" cy="11374"/>
          </a:xfrm>
          <a:custGeom>
            <a:avLst/>
            <a:gdLst/>
            <a:ahLst/>
            <a:cxnLst/>
            <a:rect l="l" t="t" r="r" b="b"/>
            <a:pathLst>
              <a:path w="2311" h="11374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6" y="437"/>
                </a:lnTo>
                <a:lnTo>
                  <a:pt x="106" y="583"/>
                </a:lnTo>
                <a:lnTo>
                  <a:pt x="156" y="770"/>
                </a:lnTo>
                <a:lnTo>
                  <a:pt x="209" y="916"/>
                </a:lnTo>
                <a:lnTo>
                  <a:pt x="209" y="1062"/>
                </a:lnTo>
                <a:lnTo>
                  <a:pt x="262" y="1249"/>
                </a:lnTo>
                <a:lnTo>
                  <a:pt x="316" y="1437"/>
                </a:lnTo>
                <a:lnTo>
                  <a:pt x="316" y="1583"/>
                </a:lnTo>
                <a:lnTo>
                  <a:pt x="366" y="1729"/>
                </a:lnTo>
                <a:lnTo>
                  <a:pt x="366" y="1874"/>
                </a:lnTo>
                <a:lnTo>
                  <a:pt x="419" y="2062"/>
                </a:lnTo>
                <a:lnTo>
                  <a:pt x="472" y="2208"/>
                </a:lnTo>
                <a:lnTo>
                  <a:pt x="472" y="2395"/>
                </a:lnTo>
                <a:lnTo>
                  <a:pt x="525" y="2583"/>
                </a:lnTo>
                <a:lnTo>
                  <a:pt x="579" y="2729"/>
                </a:lnTo>
                <a:lnTo>
                  <a:pt x="579" y="2874"/>
                </a:lnTo>
                <a:lnTo>
                  <a:pt x="629" y="3020"/>
                </a:lnTo>
                <a:lnTo>
                  <a:pt x="629" y="3208"/>
                </a:lnTo>
                <a:lnTo>
                  <a:pt x="682" y="3395"/>
                </a:lnTo>
                <a:lnTo>
                  <a:pt x="735" y="3541"/>
                </a:lnTo>
                <a:lnTo>
                  <a:pt x="735" y="3687"/>
                </a:lnTo>
                <a:lnTo>
                  <a:pt x="788" y="3833"/>
                </a:lnTo>
                <a:lnTo>
                  <a:pt x="839" y="4020"/>
                </a:lnTo>
                <a:lnTo>
                  <a:pt x="839" y="4166"/>
                </a:lnTo>
                <a:lnTo>
                  <a:pt x="892" y="4354"/>
                </a:lnTo>
                <a:lnTo>
                  <a:pt x="945" y="4541"/>
                </a:lnTo>
                <a:lnTo>
                  <a:pt x="945" y="4687"/>
                </a:lnTo>
                <a:lnTo>
                  <a:pt x="998" y="4833"/>
                </a:lnTo>
                <a:lnTo>
                  <a:pt x="998" y="4979"/>
                </a:lnTo>
                <a:lnTo>
                  <a:pt x="1049" y="5166"/>
                </a:lnTo>
                <a:lnTo>
                  <a:pt x="1102" y="5312"/>
                </a:lnTo>
                <a:lnTo>
                  <a:pt x="1102" y="5458"/>
                </a:lnTo>
                <a:lnTo>
                  <a:pt x="1155" y="5687"/>
                </a:lnTo>
                <a:lnTo>
                  <a:pt x="1208" y="5833"/>
                </a:lnTo>
                <a:lnTo>
                  <a:pt x="1208" y="5979"/>
                </a:lnTo>
                <a:lnTo>
                  <a:pt x="1259" y="6124"/>
                </a:lnTo>
                <a:lnTo>
                  <a:pt x="1259" y="6312"/>
                </a:lnTo>
                <a:lnTo>
                  <a:pt x="1312" y="6458"/>
                </a:lnTo>
                <a:lnTo>
                  <a:pt x="1312" y="6604"/>
                </a:lnTo>
                <a:lnTo>
                  <a:pt x="1365" y="6833"/>
                </a:lnTo>
                <a:lnTo>
                  <a:pt x="1418" y="6979"/>
                </a:lnTo>
                <a:lnTo>
                  <a:pt x="1418" y="7124"/>
                </a:lnTo>
                <a:lnTo>
                  <a:pt x="1471" y="7270"/>
                </a:lnTo>
                <a:lnTo>
                  <a:pt x="1522" y="7416"/>
                </a:lnTo>
                <a:lnTo>
                  <a:pt x="1522" y="7604"/>
                </a:lnTo>
                <a:lnTo>
                  <a:pt x="1575" y="7749"/>
                </a:lnTo>
                <a:lnTo>
                  <a:pt x="1628" y="7979"/>
                </a:lnTo>
                <a:lnTo>
                  <a:pt x="1628" y="8124"/>
                </a:lnTo>
                <a:lnTo>
                  <a:pt x="1681" y="8270"/>
                </a:lnTo>
                <a:lnTo>
                  <a:pt x="1732" y="8416"/>
                </a:lnTo>
                <a:lnTo>
                  <a:pt x="1732" y="8604"/>
                </a:lnTo>
                <a:lnTo>
                  <a:pt x="1785" y="8749"/>
                </a:lnTo>
                <a:lnTo>
                  <a:pt x="1785" y="8895"/>
                </a:lnTo>
                <a:lnTo>
                  <a:pt x="1838" y="9041"/>
                </a:lnTo>
                <a:lnTo>
                  <a:pt x="1891" y="9229"/>
                </a:lnTo>
                <a:lnTo>
                  <a:pt x="1891" y="9374"/>
                </a:lnTo>
                <a:lnTo>
                  <a:pt x="1942" y="9562"/>
                </a:lnTo>
                <a:lnTo>
                  <a:pt x="1995" y="9749"/>
                </a:lnTo>
                <a:lnTo>
                  <a:pt x="1995" y="9895"/>
                </a:lnTo>
                <a:lnTo>
                  <a:pt x="2048" y="10041"/>
                </a:lnTo>
                <a:lnTo>
                  <a:pt x="2048" y="10187"/>
                </a:lnTo>
                <a:lnTo>
                  <a:pt x="2101" y="10374"/>
                </a:lnTo>
                <a:lnTo>
                  <a:pt x="2152" y="10520"/>
                </a:lnTo>
                <a:lnTo>
                  <a:pt x="2152" y="10708"/>
                </a:lnTo>
                <a:lnTo>
                  <a:pt x="2205" y="10895"/>
                </a:lnTo>
                <a:lnTo>
                  <a:pt x="2258" y="11041"/>
                </a:lnTo>
                <a:lnTo>
                  <a:pt x="2258" y="11187"/>
                </a:lnTo>
                <a:lnTo>
                  <a:pt x="2311" y="11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1111755" y="3657557"/>
            <a:ext cx="2309" cy="11312"/>
          </a:xfrm>
          <a:custGeom>
            <a:avLst/>
            <a:gdLst/>
            <a:ahLst/>
            <a:cxnLst/>
            <a:rect l="l" t="t" r="r" b="b"/>
            <a:pathLst>
              <a:path w="2309" h="11312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3" y="624"/>
                </a:lnTo>
                <a:lnTo>
                  <a:pt x="156" y="770"/>
                </a:lnTo>
                <a:lnTo>
                  <a:pt x="209" y="999"/>
                </a:lnTo>
                <a:lnTo>
                  <a:pt x="209" y="1145"/>
                </a:lnTo>
                <a:lnTo>
                  <a:pt x="262" y="1291"/>
                </a:lnTo>
                <a:lnTo>
                  <a:pt x="262" y="1437"/>
                </a:lnTo>
                <a:lnTo>
                  <a:pt x="313" y="1583"/>
                </a:lnTo>
                <a:lnTo>
                  <a:pt x="366" y="1770"/>
                </a:lnTo>
                <a:lnTo>
                  <a:pt x="366" y="1916"/>
                </a:lnTo>
                <a:lnTo>
                  <a:pt x="419" y="2104"/>
                </a:lnTo>
                <a:lnTo>
                  <a:pt x="472" y="2249"/>
                </a:lnTo>
                <a:lnTo>
                  <a:pt x="472" y="2395"/>
                </a:lnTo>
                <a:lnTo>
                  <a:pt x="523" y="2583"/>
                </a:lnTo>
                <a:lnTo>
                  <a:pt x="576" y="2770"/>
                </a:lnTo>
                <a:lnTo>
                  <a:pt x="576" y="2916"/>
                </a:lnTo>
                <a:lnTo>
                  <a:pt x="629" y="3062"/>
                </a:lnTo>
                <a:lnTo>
                  <a:pt x="629" y="3208"/>
                </a:lnTo>
                <a:lnTo>
                  <a:pt x="682" y="3395"/>
                </a:lnTo>
                <a:lnTo>
                  <a:pt x="733" y="3541"/>
                </a:lnTo>
                <a:lnTo>
                  <a:pt x="733" y="3729"/>
                </a:lnTo>
                <a:lnTo>
                  <a:pt x="786" y="3874"/>
                </a:lnTo>
                <a:lnTo>
                  <a:pt x="786" y="4020"/>
                </a:lnTo>
                <a:lnTo>
                  <a:pt x="839" y="4249"/>
                </a:lnTo>
                <a:lnTo>
                  <a:pt x="892" y="4395"/>
                </a:lnTo>
                <a:lnTo>
                  <a:pt x="945" y="4583"/>
                </a:lnTo>
                <a:lnTo>
                  <a:pt x="945" y="4729"/>
                </a:lnTo>
                <a:lnTo>
                  <a:pt x="996" y="4874"/>
                </a:lnTo>
                <a:lnTo>
                  <a:pt x="996" y="5020"/>
                </a:lnTo>
                <a:lnTo>
                  <a:pt x="1049" y="5166"/>
                </a:lnTo>
                <a:lnTo>
                  <a:pt x="1102" y="5354"/>
                </a:lnTo>
                <a:lnTo>
                  <a:pt x="1102" y="5499"/>
                </a:lnTo>
                <a:lnTo>
                  <a:pt x="1155" y="5687"/>
                </a:lnTo>
                <a:lnTo>
                  <a:pt x="1155" y="5833"/>
                </a:lnTo>
                <a:lnTo>
                  <a:pt x="1206" y="5979"/>
                </a:lnTo>
                <a:lnTo>
                  <a:pt x="1259" y="6166"/>
                </a:lnTo>
                <a:lnTo>
                  <a:pt x="1259" y="6354"/>
                </a:lnTo>
                <a:lnTo>
                  <a:pt x="1312" y="6499"/>
                </a:lnTo>
                <a:lnTo>
                  <a:pt x="1365" y="6687"/>
                </a:lnTo>
                <a:lnTo>
                  <a:pt x="1365" y="6833"/>
                </a:lnTo>
                <a:lnTo>
                  <a:pt x="1416" y="6979"/>
                </a:lnTo>
                <a:lnTo>
                  <a:pt x="1416" y="7124"/>
                </a:lnTo>
                <a:lnTo>
                  <a:pt x="1469" y="7312"/>
                </a:lnTo>
                <a:lnTo>
                  <a:pt x="1522" y="7458"/>
                </a:lnTo>
                <a:lnTo>
                  <a:pt x="1522" y="7604"/>
                </a:lnTo>
                <a:lnTo>
                  <a:pt x="1575" y="7791"/>
                </a:lnTo>
                <a:lnTo>
                  <a:pt x="1626" y="7937"/>
                </a:lnTo>
                <a:lnTo>
                  <a:pt x="1626" y="8124"/>
                </a:lnTo>
                <a:lnTo>
                  <a:pt x="1679" y="8270"/>
                </a:lnTo>
                <a:lnTo>
                  <a:pt x="1732" y="8416"/>
                </a:lnTo>
                <a:lnTo>
                  <a:pt x="1732" y="8604"/>
                </a:lnTo>
                <a:lnTo>
                  <a:pt x="1785" y="8791"/>
                </a:lnTo>
                <a:lnTo>
                  <a:pt x="1785" y="8937"/>
                </a:lnTo>
                <a:lnTo>
                  <a:pt x="1838" y="9124"/>
                </a:lnTo>
                <a:lnTo>
                  <a:pt x="1889" y="9270"/>
                </a:lnTo>
                <a:lnTo>
                  <a:pt x="1889" y="9416"/>
                </a:lnTo>
                <a:lnTo>
                  <a:pt x="1942" y="9562"/>
                </a:lnTo>
                <a:lnTo>
                  <a:pt x="1995" y="9749"/>
                </a:lnTo>
                <a:lnTo>
                  <a:pt x="1995" y="9895"/>
                </a:lnTo>
                <a:lnTo>
                  <a:pt x="2048" y="10083"/>
                </a:lnTo>
                <a:lnTo>
                  <a:pt x="2099" y="10229"/>
                </a:lnTo>
                <a:lnTo>
                  <a:pt x="2099" y="10374"/>
                </a:lnTo>
                <a:lnTo>
                  <a:pt x="2152" y="10562"/>
                </a:lnTo>
                <a:lnTo>
                  <a:pt x="2152" y="10708"/>
                </a:lnTo>
                <a:lnTo>
                  <a:pt x="2205" y="10937"/>
                </a:lnTo>
                <a:lnTo>
                  <a:pt x="2258" y="11083"/>
                </a:lnTo>
                <a:lnTo>
                  <a:pt x="2309" y="112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1114065" y="3668869"/>
            <a:ext cx="2311" cy="11187"/>
          </a:xfrm>
          <a:custGeom>
            <a:avLst/>
            <a:gdLst/>
            <a:ahLst/>
            <a:cxnLst/>
            <a:rect l="l" t="t" r="r" b="b"/>
            <a:pathLst>
              <a:path w="2311" h="11187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6" y="583"/>
                </a:lnTo>
                <a:lnTo>
                  <a:pt x="159" y="729"/>
                </a:lnTo>
                <a:lnTo>
                  <a:pt x="159" y="874"/>
                </a:lnTo>
                <a:lnTo>
                  <a:pt x="209" y="1020"/>
                </a:lnTo>
                <a:lnTo>
                  <a:pt x="209" y="1208"/>
                </a:lnTo>
                <a:lnTo>
                  <a:pt x="262" y="1354"/>
                </a:lnTo>
                <a:lnTo>
                  <a:pt x="316" y="1541"/>
                </a:lnTo>
                <a:lnTo>
                  <a:pt x="316" y="1687"/>
                </a:lnTo>
                <a:lnTo>
                  <a:pt x="369" y="1833"/>
                </a:lnTo>
                <a:lnTo>
                  <a:pt x="422" y="2020"/>
                </a:lnTo>
                <a:lnTo>
                  <a:pt x="422" y="2166"/>
                </a:lnTo>
                <a:lnTo>
                  <a:pt x="472" y="2354"/>
                </a:lnTo>
                <a:lnTo>
                  <a:pt x="472" y="2499"/>
                </a:lnTo>
                <a:lnTo>
                  <a:pt x="525" y="2645"/>
                </a:lnTo>
                <a:lnTo>
                  <a:pt x="579" y="2833"/>
                </a:lnTo>
                <a:lnTo>
                  <a:pt x="579" y="2979"/>
                </a:lnTo>
                <a:lnTo>
                  <a:pt x="632" y="3166"/>
                </a:lnTo>
                <a:lnTo>
                  <a:pt x="682" y="3312"/>
                </a:lnTo>
                <a:lnTo>
                  <a:pt x="682" y="3458"/>
                </a:lnTo>
                <a:lnTo>
                  <a:pt x="735" y="3687"/>
                </a:lnTo>
                <a:lnTo>
                  <a:pt x="788" y="3833"/>
                </a:lnTo>
                <a:lnTo>
                  <a:pt x="788" y="4020"/>
                </a:lnTo>
                <a:lnTo>
                  <a:pt x="842" y="4166"/>
                </a:lnTo>
                <a:lnTo>
                  <a:pt x="892" y="4354"/>
                </a:lnTo>
                <a:lnTo>
                  <a:pt x="892" y="4499"/>
                </a:lnTo>
                <a:lnTo>
                  <a:pt x="945" y="4645"/>
                </a:lnTo>
                <a:lnTo>
                  <a:pt x="945" y="4791"/>
                </a:lnTo>
                <a:lnTo>
                  <a:pt x="998" y="4979"/>
                </a:lnTo>
                <a:lnTo>
                  <a:pt x="1051" y="5124"/>
                </a:lnTo>
                <a:lnTo>
                  <a:pt x="1051" y="5312"/>
                </a:lnTo>
                <a:lnTo>
                  <a:pt x="1102" y="5458"/>
                </a:lnTo>
                <a:lnTo>
                  <a:pt x="1155" y="5604"/>
                </a:lnTo>
                <a:lnTo>
                  <a:pt x="1155" y="5749"/>
                </a:lnTo>
                <a:lnTo>
                  <a:pt x="1208" y="5937"/>
                </a:lnTo>
                <a:lnTo>
                  <a:pt x="1208" y="6083"/>
                </a:lnTo>
                <a:lnTo>
                  <a:pt x="1261" y="6270"/>
                </a:lnTo>
                <a:lnTo>
                  <a:pt x="1314" y="6416"/>
                </a:lnTo>
                <a:lnTo>
                  <a:pt x="1314" y="6562"/>
                </a:lnTo>
                <a:lnTo>
                  <a:pt x="1365" y="6749"/>
                </a:lnTo>
                <a:lnTo>
                  <a:pt x="1418" y="6895"/>
                </a:lnTo>
                <a:lnTo>
                  <a:pt x="1418" y="7041"/>
                </a:lnTo>
                <a:lnTo>
                  <a:pt x="1471" y="7229"/>
                </a:lnTo>
                <a:lnTo>
                  <a:pt x="1524" y="7374"/>
                </a:lnTo>
                <a:lnTo>
                  <a:pt x="1524" y="7416"/>
                </a:lnTo>
                <a:lnTo>
                  <a:pt x="1524" y="7458"/>
                </a:lnTo>
                <a:lnTo>
                  <a:pt x="1524" y="7562"/>
                </a:lnTo>
                <a:lnTo>
                  <a:pt x="1524" y="7604"/>
                </a:lnTo>
                <a:lnTo>
                  <a:pt x="1575" y="7645"/>
                </a:lnTo>
                <a:lnTo>
                  <a:pt x="1575" y="7854"/>
                </a:lnTo>
                <a:lnTo>
                  <a:pt x="1628" y="8041"/>
                </a:lnTo>
                <a:lnTo>
                  <a:pt x="1681" y="8187"/>
                </a:lnTo>
                <a:lnTo>
                  <a:pt x="1734" y="8374"/>
                </a:lnTo>
                <a:lnTo>
                  <a:pt x="1734" y="8520"/>
                </a:lnTo>
                <a:lnTo>
                  <a:pt x="1785" y="8708"/>
                </a:lnTo>
                <a:lnTo>
                  <a:pt x="1785" y="8854"/>
                </a:lnTo>
                <a:lnTo>
                  <a:pt x="1838" y="8999"/>
                </a:lnTo>
                <a:lnTo>
                  <a:pt x="1891" y="9187"/>
                </a:lnTo>
                <a:lnTo>
                  <a:pt x="1891" y="9333"/>
                </a:lnTo>
                <a:lnTo>
                  <a:pt x="1944" y="9520"/>
                </a:lnTo>
                <a:lnTo>
                  <a:pt x="1995" y="9666"/>
                </a:lnTo>
                <a:lnTo>
                  <a:pt x="1995" y="9812"/>
                </a:lnTo>
                <a:lnTo>
                  <a:pt x="2048" y="9999"/>
                </a:lnTo>
                <a:lnTo>
                  <a:pt x="2048" y="10145"/>
                </a:lnTo>
                <a:lnTo>
                  <a:pt x="2101" y="10333"/>
                </a:lnTo>
                <a:lnTo>
                  <a:pt x="2154" y="10479"/>
                </a:lnTo>
                <a:lnTo>
                  <a:pt x="2154" y="10624"/>
                </a:lnTo>
                <a:lnTo>
                  <a:pt x="2207" y="10812"/>
                </a:lnTo>
                <a:lnTo>
                  <a:pt x="2258" y="10958"/>
                </a:lnTo>
                <a:lnTo>
                  <a:pt x="2258" y="111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1116376" y="3680056"/>
            <a:ext cx="2258" cy="11041"/>
          </a:xfrm>
          <a:custGeom>
            <a:avLst/>
            <a:gdLst/>
            <a:ahLst/>
            <a:cxnLst/>
            <a:rect l="l" t="t" r="r" b="b"/>
            <a:pathLst>
              <a:path w="2258" h="11041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6" y="583"/>
                </a:lnTo>
                <a:lnTo>
                  <a:pt x="156" y="770"/>
                </a:lnTo>
                <a:lnTo>
                  <a:pt x="156" y="916"/>
                </a:lnTo>
                <a:lnTo>
                  <a:pt x="209" y="1104"/>
                </a:lnTo>
                <a:lnTo>
                  <a:pt x="209" y="1249"/>
                </a:lnTo>
                <a:lnTo>
                  <a:pt x="262" y="1395"/>
                </a:lnTo>
                <a:lnTo>
                  <a:pt x="316" y="1583"/>
                </a:lnTo>
                <a:lnTo>
                  <a:pt x="316" y="1729"/>
                </a:lnTo>
                <a:lnTo>
                  <a:pt x="366" y="1916"/>
                </a:lnTo>
                <a:lnTo>
                  <a:pt x="419" y="2062"/>
                </a:lnTo>
                <a:lnTo>
                  <a:pt x="419" y="2249"/>
                </a:lnTo>
                <a:lnTo>
                  <a:pt x="472" y="2395"/>
                </a:lnTo>
                <a:lnTo>
                  <a:pt x="525" y="2583"/>
                </a:lnTo>
                <a:lnTo>
                  <a:pt x="525" y="2729"/>
                </a:lnTo>
                <a:lnTo>
                  <a:pt x="576" y="2916"/>
                </a:lnTo>
                <a:lnTo>
                  <a:pt x="629" y="3062"/>
                </a:lnTo>
                <a:lnTo>
                  <a:pt x="629" y="3249"/>
                </a:lnTo>
                <a:lnTo>
                  <a:pt x="682" y="3395"/>
                </a:lnTo>
                <a:lnTo>
                  <a:pt x="735" y="3583"/>
                </a:lnTo>
                <a:lnTo>
                  <a:pt x="735" y="3729"/>
                </a:lnTo>
                <a:lnTo>
                  <a:pt x="788" y="3916"/>
                </a:lnTo>
                <a:lnTo>
                  <a:pt x="839" y="4062"/>
                </a:lnTo>
                <a:lnTo>
                  <a:pt x="839" y="4249"/>
                </a:lnTo>
                <a:lnTo>
                  <a:pt x="892" y="4395"/>
                </a:lnTo>
                <a:lnTo>
                  <a:pt x="945" y="4541"/>
                </a:lnTo>
                <a:lnTo>
                  <a:pt x="945" y="4687"/>
                </a:lnTo>
                <a:lnTo>
                  <a:pt x="998" y="4833"/>
                </a:lnTo>
                <a:lnTo>
                  <a:pt x="998" y="4979"/>
                </a:lnTo>
                <a:lnTo>
                  <a:pt x="1049" y="5166"/>
                </a:lnTo>
                <a:lnTo>
                  <a:pt x="1049" y="5312"/>
                </a:lnTo>
                <a:lnTo>
                  <a:pt x="1102" y="5499"/>
                </a:lnTo>
                <a:lnTo>
                  <a:pt x="1155" y="5645"/>
                </a:lnTo>
                <a:lnTo>
                  <a:pt x="1155" y="5791"/>
                </a:lnTo>
                <a:lnTo>
                  <a:pt x="1208" y="5979"/>
                </a:lnTo>
                <a:lnTo>
                  <a:pt x="1259" y="6124"/>
                </a:lnTo>
                <a:lnTo>
                  <a:pt x="1259" y="6312"/>
                </a:lnTo>
                <a:lnTo>
                  <a:pt x="1312" y="6458"/>
                </a:lnTo>
                <a:lnTo>
                  <a:pt x="1365" y="6645"/>
                </a:lnTo>
                <a:lnTo>
                  <a:pt x="1365" y="6791"/>
                </a:lnTo>
                <a:lnTo>
                  <a:pt x="1418" y="6937"/>
                </a:lnTo>
                <a:lnTo>
                  <a:pt x="1469" y="7124"/>
                </a:lnTo>
                <a:lnTo>
                  <a:pt x="1469" y="7270"/>
                </a:lnTo>
                <a:lnTo>
                  <a:pt x="1522" y="7416"/>
                </a:lnTo>
                <a:lnTo>
                  <a:pt x="1575" y="7604"/>
                </a:lnTo>
                <a:lnTo>
                  <a:pt x="1575" y="7749"/>
                </a:lnTo>
                <a:lnTo>
                  <a:pt x="1628" y="7937"/>
                </a:lnTo>
                <a:lnTo>
                  <a:pt x="1628" y="8083"/>
                </a:lnTo>
                <a:lnTo>
                  <a:pt x="1681" y="8270"/>
                </a:lnTo>
                <a:lnTo>
                  <a:pt x="1732" y="8416"/>
                </a:lnTo>
                <a:lnTo>
                  <a:pt x="1732" y="8562"/>
                </a:lnTo>
                <a:lnTo>
                  <a:pt x="1785" y="8749"/>
                </a:lnTo>
                <a:lnTo>
                  <a:pt x="1838" y="8895"/>
                </a:lnTo>
                <a:lnTo>
                  <a:pt x="1838" y="9083"/>
                </a:lnTo>
                <a:lnTo>
                  <a:pt x="1891" y="9229"/>
                </a:lnTo>
                <a:lnTo>
                  <a:pt x="1942" y="9374"/>
                </a:lnTo>
                <a:lnTo>
                  <a:pt x="1942" y="9562"/>
                </a:lnTo>
                <a:lnTo>
                  <a:pt x="1995" y="9708"/>
                </a:lnTo>
                <a:lnTo>
                  <a:pt x="2048" y="9895"/>
                </a:lnTo>
                <a:lnTo>
                  <a:pt x="2048" y="10041"/>
                </a:lnTo>
                <a:lnTo>
                  <a:pt x="2101" y="10187"/>
                </a:lnTo>
                <a:lnTo>
                  <a:pt x="2152" y="10374"/>
                </a:lnTo>
                <a:lnTo>
                  <a:pt x="2152" y="10520"/>
                </a:lnTo>
                <a:lnTo>
                  <a:pt x="2205" y="10708"/>
                </a:lnTo>
                <a:lnTo>
                  <a:pt x="2205" y="10853"/>
                </a:lnTo>
                <a:lnTo>
                  <a:pt x="2258" y="1099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118634" y="3691098"/>
            <a:ext cx="2311" cy="10937"/>
          </a:xfrm>
          <a:custGeom>
            <a:avLst/>
            <a:gdLst/>
            <a:ahLst/>
            <a:cxnLst/>
            <a:rect l="l" t="t" r="r" b="b"/>
            <a:pathLst>
              <a:path w="2311" h="10937">
                <a:moveTo>
                  <a:pt x="0" y="0"/>
                </a:moveTo>
                <a:lnTo>
                  <a:pt x="53" y="187"/>
                </a:lnTo>
                <a:lnTo>
                  <a:pt x="103" y="333"/>
                </a:lnTo>
                <a:lnTo>
                  <a:pt x="103" y="520"/>
                </a:lnTo>
                <a:lnTo>
                  <a:pt x="156" y="666"/>
                </a:lnTo>
                <a:lnTo>
                  <a:pt x="209" y="812"/>
                </a:lnTo>
                <a:lnTo>
                  <a:pt x="209" y="958"/>
                </a:lnTo>
                <a:lnTo>
                  <a:pt x="262" y="1104"/>
                </a:lnTo>
                <a:lnTo>
                  <a:pt x="262" y="1291"/>
                </a:lnTo>
                <a:lnTo>
                  <a:pt x="316" y="1437"/>
                </a:lnTo>
                <a:lnTo>
                  <a:pt x="366" y="1624"/>
                </a:lnTo>
                <a:lnTo>
                  <a:pt x="366" y="1770"/>
                </a:lnTo>
                <a:lnTo>
                  <a:pt x="419" y="1958"/>
                </a:lnTo>
                <a:lnTo>
                  <a:pt x="472" y="2104"/>
                </a:lnTo>
                <a:lnTo>
                  <a:pt x="472" y="2249"/>
                </a:lnTo>
                <a:lnTo>
                  <a:pt x="525" y="2437"/>
                </a:lnTo>
                <a:lnTo>
                  <a:pt x="576" y="2583"/>
                </a:lnTo>
                <a:lnTo>
                  <a:pt x="576" y="2729"/>
                </a:lnTo>
                <a:lnTo>
                  <a:pt x="629" y="2916"/>
                </a:lnTo>
                <a:lnTo>
                  <a:pt x="629" y="3062"/>
                </a:lnTo>
                <a:lnTo>
                  <a:pt x="682" y="3249"/>
                </a:lnTo>
                <a:lnTo>
                  <a:pt x="735" y="3395"/>
                </a:lnTo>
                <a:lnTo>
                  <a:pt x="735" y="3541"/>
                </a:lnTo>
                <a:lnTo>
                  <a:pt x="786" y="3770"/>
                </a:lnTo>
                <a:lnTo>
                  <a:pt x="839" y="3916"/>
                </a:lnTo>
                <a:lnTo>
                  <a:pt x="892" y="4062"/>
                </a:lnTo>
                <a:lnTo>
                  <a:pt x="892" y="4208"/>
                </a:lnTo>
                <a:lnTo>
                  <a:pt x="945" y="4395"/>
                </a:lnTo>
                <a:lnTo>
                  <a:pt x="945" y="4541"/>
                </a:lnTo>
                <a:lnTo>
                  <a:pt x="996" y="4687"/>
                </a:lnTo>
                <a:lnTo>
                  <a:pt x="1049" y="4874"/>
                </a:lnTo>
                <a:lnTo>
                  <a:pt x="1049" y="5020"/>
                </a:lnTo>
                <a:lnTo>
                  <a:pt x="1102" y="5249"/>
                </a:lnTo>
                <a:lnTo>
                  <a:pt x="1155" y="5395"/>
                </a:lnTo>
                <a:lnTo>
                  <a:pt x="1208" y="5541"/>
                </a:lnTo>
                <a:lnTo>
                  <a:pt x="1208" y="5687"/>
                </a:lnTo>
                <a:lnTo>
                  <a:pt x="1259" y="5833"/>
                </a:lnTo>
                <a:lnTo>
                  <a:pt x="1259" y="6020"/>
                </a:lnTo>
                <a:lnTo>
                  <a:pt x="1312" y="6166"/>
                </a:lnTo>
                <a:lnTo>
                  <a:pt x="1365" y="6354"/>
                </a:lnTo>
                <a:lnTo>
                  <a:pt x="1365" y="6499"/>
                </a:lnTo>
                <a:lnTo>
                  <a:pt x="1418" y="6645"/>
                </a:lnTo>
                <a:lnTo>
                  <a:pt x="1469" y="6833"/>
                </a:lnTo>
                <a:lnTo>
                  <a:pt x="1469" y="6979"/>
                </a:lnTo>
                <a:lnTo>
                  <a:pt x="1522" y="7124"/>
                </a:lnTo>
                <a:lnTo>
                  <a:pt x="1575" y="7312"/>
                </a:lnTo>
                <a:lnTo>
                  <a:pt x="1575" y="7499"/>
                </a:lnTo>
                <a:lnTo>
                  <a:pt x="1628" y="7645"/>
                </a:lnTo>
                <a:lnTo>
                  <a:pt x="1679" y="7791"/>
                </a:lnTo>
                <a:lnTo>
                  <a:pt x="1679" y="7979"/>
                </a:lnTo>
                <a:lnTo>
                  <a:pt x="1732" y="8124"/>
                </a:lnTo>
                <a:lnTo>
                  <a:pt x="1732" y="8270"/>
                </a:lnTo>
                <a:lnTo>
                  <a:pt x="1785" y="8458"/>
                </a:lnTo>
                <a:lnTo>
                  <a:pt x="1838" y="8604"/>
                </a:lnTo>
                <a:lnTo>
                  <a:pt x="1838" y="8791"/>
                </a:lnTo>
                <a:lnTo>
                  <a:pt x="1889" y="8979"/>
                </a:lnTo>
                <a:lnTo>
                  <a:pt x="1942" y="9124"/>
                </a:lnTo>
                <a:lnTo>
                  <a:pt x="1942" y="9270"/>
                </a:lnTo>
                <a:lnTo>
                  <a:pt x="1995" y="9416"/>
                </a:lnTo>
                <a:lnTo>
                  <a:pt x="2048" y="9604"/>
                </a:lnTo>
                <a:lnTo>
                  <a:pt x="2048" y="9749"/>
                </a:lnTo>
                <a:lnTo>
                  <a:pt x="2101" y="9895"/>
                </a:lnTo>
                <a:lnTo>
                  <a:pt x="2152" y="10124"/>
                </a:lnTo>
                <a:lnTo>
                  <a:pt x="2152" y="10270"/>
                </a:lnTo>
                <a:lnTo>
                  <a:pt x="2205" y="10416"/>
                </a:lnTo>
                <a:lnTo>
                  <a:pt x="2258" y="10562"/>
                </a:lnTo>
                <a:lnTo>
                  <a:pt x="2258" y="10708"/>
                </a:lnTo>
                <a:lnTo>
                  <a:pt x="2311" y="1093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1120946" y="3702035"/>
            <a:ext cx="2309" cy="10749"/>
          </a:xfrm>
          <a:custGeom>
            <a:avLst/>
            <a:gdLst/>
            <a:ahLst/>
            <a:cxnLst/>
            <a:rect l="l" t="t" r="r" b="b"/>
            <a:pathLst>
              <a:path w="2309" h="10749">
                <a:moveTo>
                  <a:pt x="0" y="0"/>
                </a:moveTo>
                <a:lnTo>
                  <a:pt x="50" y="145"/>
                </a:lnTo>
                <a:lnTo>
                  <a:pt x="50" y="291"/>
                </a:lnTo>
                <a:lnTo>
                  <a:pt x="103" y="437"/>
                </a:lnTo>
                <a:lnTo>
                  <a:pt x="156" y="624"/>
                </a:lnTo>
                <a:lnTo>
                  <a:pt x="156" y="770"/>
                </a:lnTo>
                <a:lnTo>
                  <a:pt x="209" y="916"/>
                </a:lnTo>
                <a:lnTo>
                  <a:pt x="260" y="1145"/>
                </a:lnTo>
                <a:lnTo>
                  <a:pt x="260" y="1291"/>
                </a:lnTo>
                <a:lnTo>
                  <a:pt x="313" y="1437"/>
                </a:lnTo>
                <a:lnTo>
                  <a:pt x="313" y="1583"/>
                </a:lnTo>
                <a:lnTo>
                  <a:pt x="366" y="1729"/>
                </a:lnTo>
                <a:lnTo>
                  <a:pt x="419" y="1958"/>
                </a:lnTo>
                <a:lnTo>
                  <a:pt x="470" y="2104"/>
                </a:lnTo>
                <a:lnTo>
                  <a:pt x="470" y="2249"/>
                </a:lnTo>
                <a:lnTo>
                  <a:pt x="523" y="2395"/>
                </a:lnTo>
                <a:lnTo>
                  <a:pt x="523" y="2541"/>
                </a:lnTo>
                <a:lnTo>
                  <a:pt x="576" y="2729"/>
                </a:lnTo>
                <a:lnTo>
                  <a:pt x="629" y="2874"/>
                </a:lnTo>
                <a:lnTo>
                  <a:pt x="682" y="3062"/>
                </a:lnTo>
                <a:lnTo>
                  <a:pt x="682" y="3208"/>
                </a:lnTo>
                <a:lnTo>
                  <a:pt x="733" y="3354"/>
                </a:lnTo>
                <a:lnTo>
                  <a:pt x="733" y="3541"/>
                </a:lnTo>
                <a:lnTo>
                  <a:pt x="786" y="3687"/>
                </a:lnTo>
                <a:lnTo>
                  <a:pt x="839" y="3916"/>
                </a:lnTo>
                <a:lnTo>
                  <a:pt x="892" y="4062"/>
                </a:lnTo>
                <a:lnTo>
                  <a:pt x="892" y="4208"/>
                </a:lnTo>
                <a:lnTo>
                  <a:pt x="943" y="4354"/>
                </a:lnTo>
                <a:lnTo>
                  <a:pt x="943" y="4499"/>
                </a:lnTo>
                <a:lnTo>
                  <a:pt x="996" y="4729"/>
                </a:lnTo>
                <a:lnTo>
                  <a:pt x="1049" y="4874"/>
                </a:lnTo>
                <a:lnTo>
                  <a:pt x="1102" y="5020"/>
                </a:lnTo>
                <a:lnTo>
                  <a:pt x="1102" y="5166"/>
                </a:lnTo>
                <a:lnTo>
                  <a:pt x="1153" y="5312"/>
                </a:lnTo>
                <a:lnTo>
                  <a:pt x="1206" y="5541"/>
                </a:lnTo>
                <a:lnTo>
                  <a:pt x="1206" y="5687"/>
                </a:lnTo>
                <a:lnTo>
                  <a:pt x="1259" y="5833"/>
                </a:lnTo>
                <a:lnTo>
                  <a:pt x="1259" y="5979"/>
                </a:lnTo>
                <a:lnTo>
                  <a:pt x="1312" y="6124"/>
                </a:lnTo>
                <a:lnTo>
                  <a:pt x="1363" y="6312"/>
                </a:lnTo>
                <a:lnTo>
                  <a:pt x="1363" y="6458"/>
                </a:lnTo>
                <a:lnTo>
                  <a:pt x="1416" y="6645"/>
                </a:lnTo>
                <a:lnTo>
                  <a:pt x="1469" y="6791"/>
                </a:lnTo>
                <a:lnTo>
                  <a:pt x="1469" y="6937"/>
                </a:lnTo>
                <a:lnTo>
                  <a:pt x="1522" y="7124"/>
                </a:lnTo>
                <a:lnTo>
                  <a:pt x="1575" y="7270"/>
                </a:lnTo>
                <a:lnTo>
                  <a:pt x="1575" y="7458"/>
                </a:lnTo>
                <a:lnTo>
                  <a:pt x="1626" y="7645"/>
                </a:lnTo>
                <a:lnTo>
                  <a:pt x="1679" y="7791"/>
                </a:lnTo>
                <a:lnTo>
                  <a:pt x="1679" y="7937"/>
                </a:lnTo>
                <a:lnTo>
                  <a:pt x="1732" y="8083"/>
                </a:lnTo>
                <a:lnTo>
                  <a:pt x="1785" y="8270"/>
                </a:lnTo>
                <a:lnTo>
                  <a:pt x="1785" y="8458"/>
                </a:lnTo>
                <a:lnTo>
                  <a:pt x="1836" y="8604"/>
                </a:lnTo>
                <a:lnTo>
                  <a:pt x="1889" y="8749"/>
                </a:lnTo>
                <a:lnTo>
                  <a:pt x="1889" y="8895"/>
                </a:lnTo>
                <a:lnTo>
                  <a:pt x="1942" y="9083"/>
                </a:lnTo>
                <a:lnTo>
                  <a:pt x="1995" y="9229"/>
                </a:lnTo>
                <a:lnTo>
                  <a:pt x="1995" y="9416"/>
                </a:lnTo>
                <a:lnTo>
                  <a:pt x="2046" y="9562"/>
                </a:lnTo>
                <a:lnTo>
                  <a:pt x="2099" y="9749"/>
                </a:lnTo>
                <a:lnTo>
                  <a:pt x="2099" y="9895"/>
                </a:lnTo>
                <a:lnTo>
                  <a:pt x="2152" y="10041"/>
                </a:lnTo>
                <a:lnTo>
                  <a:pt x="2205" y="10229"/>
                </a:lnTo>
                <a:lnTo>
                  <a:pt x="2205" y="10374"/>
                </a:lnTo>
                <a:lnTo>
                  <a:pt x="2256" y="10520"/>
                </a:lnTo>
                <a:lnTo>
                  <a:pt x="2309" y="10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1123255" y="3712785"/>
            <a:ext cx="2311" cy="10603"/>
          </a:xfrm>
          <a:custGeom>
            <a:avLst/>
            <a:gdLst/>
            <a:ahLst/>
            <a:cxnLst/>
            <a:rect l="l" t="t" r="r" b="b"/>
            <a:pathLst>
              <a:path w="2311" h="10603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6" y="437"/>
                </a:lnTo>
                <a:lnTo>
                  <a:pt x="106" y="624"/>
                </a:lnTo>
                <a:lnTo>
                  <a:pt x="159" y="770"/>
                </a:lnTo>
                <a:lnTo>
                  <a:pt x="209" y="916"/>
                </a:lnTo>
                <a:lnTo>
                  <a:pt x="209" y="1145"/>
                </a:lnTo>
                <a:lnTo>
                  <a:pt x="262" y="1291"/>
                </a:lnTo>
                <a:lnTo>
                  <a:pt x="316" y="1437"/>
                </a:lnTo>
                <a:lnTo>
                  <a:pt x="316" y="1583"/>
                </a:lnTo>
                <a:lnTo>
                  <a:pt x="369" y="1729"/>
                </a:lnTo>
                <a:lnTo>
                  <a:pt x="419" y="1916"/>
                </a:lnTo>
                <a:lnTo>
                  <a:pt x="419" y="2062"/>
                </a:lnTo>
                <a:lnTo>
                  <a:pt x="472" y="2249"/>
                </a:lnTo>
                <a:lnTo>
                  <a:pt x="525" y="2395"/>
                </a:lnTo>
                <a:lnTo>
                  <a:pt x="525" y="2541"/>
                </a:lnTo>
                <a:lnTo>
                  <a:pt x="579" y="2729"/>
                </a:lnTo>
                <a:lnTo>
                  <a:pt x="629" y="2916"/>
                </a:lnTo>
                <a:lnTo>
                  <a:pt x="629" y="3062"/>
                </a:lnTo>
                <a:lnTo>
                  <a:pt x="682" y="3208"/>
                </a:lnTo>
                <a:lnTo>
                  <a:pt x="682" y="3354"/>
                </a:lnTo>
                <a:lnTo>
                  <a:pt x="735" y="3541"/>
                </a:lnTo>
                <a:lnTo>
                  <a:pt x="788" y="3687"/>
                </a:lnTo>
                <a:lnTo>
                  <a:pt x="839" y="3874"/>
                </a:lnTo>
                <a:lnTo>
                  <a:pt x="839" y="4020"/>
                </a:lnTo>
                <a:lnTo>
                  <a:pt x="892" y="4249"/>
                </a:lnTo>
                <a:lnTo>
                  <a:pt x="945" y="4395"/>
                </a:lnTo>
                <a:lnTo>
                  <a:pt x="998" y="4541"/>
                </a:lnTo>
                <a:lnTo>
                  <a:pt x="998" y="4729"/>
                </a:lnTo>
                <a:lnTo>
                  <a:pt x="1051" y="4874"/>
                </a:lnTo>
                <a:lnTo>
                  <a:pt x="1102" y="5020"/>
                </a:lnTo>
                <a:lnTo>
                  <a:pt x="1102" y="5166"/>
                </a:lnTo>
                <a:lnTo>
                  <a:pt x="1155" y="5312"/>
                </a:lnTo>
                <a:lnTo>
                  <a:pt x="1208" y="5499"/>
                </a:lnTo>
                <a:lnTo>
                  <a:pt x="1208" y="5645"/>
                </a:lnTo>
                <a:lnTo>
                  <a:pt x="1261" y="5833"/>
                </a:lnTo>
                <a:lnTo>
                  <a:pt x="1261" y="5979"/>
                </a:lnTo>
                <a:lnTo>
                  <a:pt x="1312" y="6124"/>
                </a:lnTo>
                <a:lnTo>
                  <a:pt x="1365" y="6312"/>
                </a:lnTo>
                <a:lnTo>
                  <a:pt x="1365" y="6458"/>
                </a:lnTo>
                <a:lnTo>
                  <a:pt x="1418" y="6645"/>
                </a:lnTo>
                <a:lnTo>
                  <a:pt x="1471" y="6791"/>
                </a:lnTo>
                <a:lnTo>
                  <a:pt x="1471" y="6937"/>
                </a:lnTo>
                <a:lnTo>
                  <a:pt x="1522" y="7124"/>
                </a:lnTo>
                <a:lnTo>
                  <a:pt x="1575" y="7270"/>
                </a:lnTo>
                <a:lnTo>
                  <a:pt x="1628" y="7499"/>
                </a:lnTo>
                <a:lnTo>
                  <a:pt x="1628" y="7645"/>
                </a:lnTo>
                <a:lnTo>
                  <a:pt x="1681" y="7791"/>
                </a:lnTo>
                <a:lnTo>
                  <a:pt x="1732" y="7979"/>
                </a:lnTo>
                <a:lnTo>
                  <a:pt x="1732" y="8124"/>
                </a:lnTo>
                <a:lnTo>
                  <a:pt x="1785" y="8270"/>
                </a:lnTo>
                <a:lnTo>
                  <a:pt x="1838" y="8458"/>
                </a:lnTo>
                <a:lnTo>
                  <a:pt x="1838" y="8604"/>
                </a:lnTo>
                <a:lnTo>
                  <a:pt x="1891" y="8749"/>
                </a:lnTo>
                <a:lnTo>
                  <a:pt x="1944" y="8937"/>
                </a:lnTo>
                <a:lnTo>
                  <a:pt x="1944" y="9083"/>
                </a:lnTo>
                <a:lnTo>
                  <a:pt x="1995" y="9229"/>
                </a:lnTo>
                <a:lnTo>
                  <a:pt x="2048" y="9416"/>
                </a:lnTo>
                <a:lnTo>
                  <a:pt x="2048" y="9562"/>
                </a:lnTo>
                <a:lnTo>
                  <a:pt x="2101" y="9708"/>
                </a:lnTo>
                <a:lnTo>
                  <a:pt x="2154" y="9895"/>
                </a:lnTo>
                <a:lnTo>
                  <a:pt x="2154" y="10041"/>
                </a:lnTo>
                <a:lnTo>
                  <a:pt x="2205" y="10229"/>
                </a:lnTo>
                <a:lnTo>
                  <a:pt x="2258" y="10416"/>
                </a:lnTo>
                <a:lnTo>
                  <a:pt x="2258" y="1056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1125567" y="3723389"/>
            <a:ext cx="2258" cy="10458"/>
          </a:xfrm>
          <a:custGeom>
            <a:avLst/>
            <a:gdLst/>
            <a:ahLst/>
            <a:cxnLst/>
            <a:rect l="l" t="t" r="r" b="b"/>
            <a:pathLst>
              <a:path w="2258" h="10458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53" y="437"/>
                </a:lnTo>
                <a:lnTo>
                  <a:pt x="103" y="583"/>
                </a:lnTo>
                <a:lnTo>
                  <a:pt x="156" y="770"/>
                </a:lnTo>
                <a:lnTo>
                  <a:pt x="156" y="916"/>
                </a:lnTo>
                <a:lnTo>
                  <a:pt x="209" y="1062"/>
                </a:lnTo>
                <a:lnTo>
                  <a:pt x="262" y="1291"/>
                </a:lnTo>
                <a:lnTo>
                  <a:pt x="313" y="1437"/>
                </a:lnTo>
                <a:lnTo>
                  <a:pt x="313" y="1583"/>
                </a:lnTo>
                <a:lnTo>
                  <a:pt x="366" y="1770"/>
                </a:lnTo>
                <a:lnTo>
                  <a:pt x="419" y="1916"/>
                </a:lnTo>
                <a:lnTo>
                  <a:pt x="419" y="2062"/>
                </a:lnTo>
                <a:lnTo>
                  <a:pt x="472" y="2208"/>
                </a:lnTo>
                <a:lnTo>
                  <a:pt x="525" y="2395"/>
                </a:lnTo>
                <a:lnTo>
                  <a:pt x="525" y="2541"/>
                </a:lnTo>
                <a:lnTo>
                  <a:pt x="576" y="2687"/>
                </a:lnTo>
                <a:lnTo>
                  <a:pt x="629" y="2874"/>
                </a:lnTo>
                <a:lnTo>
                  <a:pt x="629" y="3020"/>
                </a:lnTo>
                <a:lnTo>
                  <a:pt x="682" y="3208"/>
                </a:lnTo>
                <a:lnTo>
                  <a:pt x="682" y="3354"/>
                </a:lnTo>
                <a:lnTo>
                  <a:pt x="735" y="3499"/>
                </a:lnTo>
                <a:lnTo>
                  <a:pt x="786" y="3687"/>
                </a:lnTo>
                <a:lnTo>
                  <a:pt x="786" y="3833"/>
                </a:lnTo>
                <a:lnTo>
                  <a:pt x="839" y="4020"/>
                </a:lnTo>
                <a:lnTo>
                  <a:pt x="892" y="4166"/>
                </a:lnTo>
                <a:lnTo>
                  <a:pt x="945" y="4354"/>
                </a:lnTo>
                <a:lnTo>
                  <a:pt x="945" y="4499"/>
                </a:lnTo>
                <a:lnTo>
                  <a:pt x="996" y="4645"/>
                </a:lnTo>
                <a:lnTo>
                  <a:pt x="1049" y="4874"/>
                </a:lnTo>
                <a:lnTo>
                  <a:pt x="1102" y="5020"/>
                </a:lnTo>
                <a:lnTo>
                  <a:pt x="1102" y="5166"/>
                </a:lnTo>
                <a:lnTo>
                  <a:pt x="1155" y="5312"/>
                </a:lnTo>
                <a:lnTo>
                  <a:pt x="1155" y="5458"/>
                </a:lnTo>
                <a:lnTo>
                  <a:pt x="1206" y="5645"/>
                </a:lnTo>
                <a:lnTo>
                  <a:pt x="1259" y="5791"/>
                </a:lnTo>
                <a:lnTo>
                  <a:pt x="1259" y="5979"/>
                </a:lnTo>
                <a:lnTo>
                  <a:pt x="1312" y="6124"/>
                </a:lnTo>
                <a:lnTo>
                  <a:pt x="1365" y="6270"/>
                </a:lnTo>
                <a:lnTo>
                  <a:pt x="1418" y="6499"/>
                </a:lnTo>
                <a:lnTo>
                  <a:pt x="1418" y="6645"/>
                </a:lnTo>
                <a:lnTo>
                  <a:pt x="1469" y="6791"/>
                </a:lnTo>
                <a:lnTo>
                  <a:pt x="1522" y="6937"/>
                </a:lnTo>
                <a:lnTo>
                  <a:pt x="1522" y="7083"/>
                </a:lnTo>
                <a:lnTo>
                  <a:pt x="1575" y="7270"/>
                </a:lnTo>
                <a:lnTo>
                  <a:pt x="1628" y="7416"/>
                </a:lnTo>
                <a:lnTo>
                  <a:pt x="1628" y="7604"/>
                </a:lnTo>
                <a:lnTo>
                  <a:pt x="1679" y="7749"/>
                </a:lnTo>
                <a:lnTo>
                  <a:pt x="1732" y="7937"/>
                </a:lnTo>
                <a:lnTo>
                  <a:pt x="1785" y="8083"/>
                </a:lnTo>
                <a:lnTo>
                  <a:pt x="1785" y="8229"/>
                </a:lnTo>
                <a:lnTo>
                  <a:pt x="1838" y="8416"/>
                </a:lnTo>
                <a:lnTo>
                  <a:pt x="1838" y="8562"/>
                </a:lnTo>
                <a:lnTo>
                  <a:pt x="1889" y="8749"/>
                </a:lnTo>
                <a:lnTo>
                  <a:pt x="1942" y="8895"/>
                </a:lnTo>
                <a:lnTo>
                  <a:pt x="1942" y="9041"/>
                </a:lnTo>
                <a:lnTo>
                  <a:pt x="1995" y="9229"/>
                </a:lnTo>
                <a:lnTo>
                  <a:pt x="2048" y="9374"/>
                </a:lnTo>
                <a:lnTo>
                  <a:pt x="2099" y="9562"/>
                </a:lnTo>
                <a:lnTo>
                  <a:pt x="2099" y="9708"/>
                </a:lnTo>
                <a:lnTo>
                  <a:pt x="2152" y="9895"/>
                </a:lnTo>
                <a:lnTo>
                  <a:pt x="2205" y="10041"/>
                </a:lnTo>
                <a:lnTo>
                  <a:pt x="2205" y="10187"/>
                </a:lnTo>
                <a:lnTo>
                  <a:pt x="2258" y="1037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1127825" y="3733847"/>
            <a:ext cx="2309" cy="10229"/>
          </a:xfrm>
          <a:custGeom>
            <a:avLst/>
            <a:gdLst/>
            <a:ahLst/>
            <a:cxnLst/>
            <a:rect l="l" t="t" r="r" b="b"/>
            <a:pathLst>
              <a:path w="2309" h="10229">
                <a:moveTo>
                  <a:pt x="0" y="0"/>
                </a:moveTo>
                <a:lnTo>
                  <a:pt x="53" y="145"/>
                </a:lnTo>
                <a:lnTo>
                  <a:pt x="103" y="291"/>
                </a:lnTo>
                <a:lnTo>
                  <a:pt x="103" y="437"/>
                </a:lnTo>
                <a:lnTo>
                  <a:pt x="156" y="583"/>
                </a:lnTo>
                <a:lnTo>
                  <a:pt x="156" y="729"/>
                </a:lnTo>
                <a:lnTo>
                  <a:pt x="209" y="874"/>
                </a:lnTo>
                <a:lnTo>
                  <a:pt x="262" y="1062"/>
                </a:lnTo>
                <a:lnTo>
                  <a:pt x="262" y="1208"/>
                </a:lnTo>
                <a:lnTo>
                  <a:pt x="313" y="1354"/>
                </a:lnTo>
                <a:lnTo>
                  <a:pt x="366" y="1541"/>
                </a:lnTo>
                <a:lnTo>
                  <a:pt x="419" y="1687"/>
                </a:lnTo>
                <a:lnTo>
                  <a:pt x="419" y="1874"/>
                </a:lnTo>
                <a:lnTo>
                  <a:pt x="472" y="2020"/>
                </a:lnTo>
                <a:lnTo>
                  <a:pt x="523" y="2166"/>
                </a:lnTo>
                <a:lnTo>
                  <a:pt x="576" y="2395"/>
                </a:lnTo>
                <a:lnTo>
                  <a:pt x="576" y="2541"/>
                </a:lnTo>
                <a:lnTo>
                  <a:pt x="629" y="2687"/>
                </a:lnTo>
                <a:lnTo>
                  <a:pt x="682" y="2833"/>
                </a:lnTo>
                <a:lnTo>
                  <a:pt x="682" y="2979"/>
                </a:lnTo>
                <a:lnTo>
                  <a:pt x="733" y="3166"/>
                </a:lnTo>
                <a:lnTo>
                  <a:pt x="733" y="3312"/>
                </a:lnTo>
                <a:lnTo>
                  <a:pt x="786" y="3499"/>
                </a:lnTo>
                <a:lnTo>
                  <a:pt x="839" y="3645"/>
                </a:lnTo>
                <a:lnTo>
                  <a:pt x="839" y="3791"/>
                </a:lnTo>
                <a:lnTo>
                  <a:pt x="892" y="3979"/>
                </a:lnTo>
                <a:lnTo>
                  <a:pt x="945" y="4124"/>
                </a:lnTo>
                <a:lnTo>
                  <a:pt x="996" y="4312"/>
                </a:lnTo>
                <a:lnTo>
                  <a:pt x="996" y="4458"/>
                </a:lnTo>
                <a:lnTo>
                  <a:pt x="1049" y="4645"/>
                </a:lnTo>
                <a:lnTo>
                  <a:pt x="1102" y="4791"/>
                </a:lnTo>
                <a:lnTo>
                  <a:pt x="1102" y="4937"/>
                </a:lnTo>
                <a:lnTo>
                  <a:pt x="1155" y="5124"/>
                </a:lnTo>
                <a:lnTo>
                  <a:pt x="1206" y="5270"/>
                </a:lnTo>
                <a:lnTo>
                  <a:pt x="1259" y="5458"/>
                </a:lnTo>
                <a:lnTo>
                  <a:pt x="1259" y="5604"/>
                </a:lnTo>
                <a:lnTo>
                  <a:pt x="1312" y="5749"/>
                </a:lnTo>
                <a:lnTo>
                  <a:pt x="1365" y="5937"/>
                </a:lnTo>
                <a:lnTo>
                  <a:pt x="1365" y="6083"/>
                </a:lnTo>
                <a:lnTo>
                  <a:pt x="1416" y="6270"/>
                </a:lnTo>
                <a:lnTo>
                  <a:pt x="1469" y="6416"/>
                </a:lnTo>
                <a:lnTo>
                  <a:pt x="1469" y="6562"/>
                </a:lnTo>
                <a:lnTo>
                  <a:pt x="1522" y="6749"/>
                </a:lnTo>
                <a:lnTo>
                  <a:pt x="1575" y="6895"/>
                </a:lnTo>
                <a:lnTo>
                  <a:pt x="1626" y="7083"/>
                </a:lnTo>
                <a:lnTo>
                  <a:pt x="1626" y="7229"/>
                </a:lnTo>
                <a:lnTo>
                  <a:pt x="1679" y="7374"/>
                </a:lnTo>
                <a:lnTo>
                  <a:pt x="1732" y="7562"/>
                </a:lnTo>
                <a:lnTo>
                  <a:pt x="1732" y="7708"/>
                </a:lnTo>
                <a:lnTo>
                  <a:pt x="1785" y="7895"/>
                </a:lnTo>
                <a:lnTo>
                  <a:pt x="1838" y="8041"/>
                </a:lnTo>
                <a:lnTo>
                  <a:pt x="1838" y="8229"/>
                </a:lnTo>
                <a:lnTo>
                  <a:pt x="1889" y="8374"/>
                </a:lnTo>
                <a:lnTo>
                  <a:pt x="1942" y="8520"/>
                </a:lnTo>
                <a:lnTo>
                  <a:pt x="1995" y="8708"/>
                </a:lnTo>
                <a:lnTo>
                  <a:pt x="1995" y="8895"/>
                </a:lnTo>
                <a:lnTo>
                  <a:pt x="2048" y="9041"/>
                </a:lnTo>
                <a:lnTo>
                  <a:pt x="2099" y="9187"/>
                </a:lnTo>
                <a:lnTo>
                  <a:pt x="2099" y="9333"/>
                </a:lnTo>
                <a:lnTo>
                  <a:pt x="2152" y="9520"/>
                </a:lnTo>
                <a:lnTo>
                  <a:pt x="2205" y="9666"/>
                </a:lnTo>
                <a:lnTo>
                  <a:pt x="2205" y="9854"/>
                </a:lnTo>
                <a:lnTo>
                  <a:pt x="2258" y="9999"/>
                </a:lnTo>
                <a:lnTo>
                  <a:pt x="2309" y="101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1130134" y="3744076"/>
            <a:ext cx="2311" cy="10083"/>
          </a:xfrm>
          <a:custGeom>
            <a:avLst/>
            <a:gdLst/>
            <a:ahLst/>
            <a:cxnLst/>
            <a:rect l="l" t="t" r="r" b="b"/>
            <a:pathLst>
              <a:path w="2311" h="10083">
                <a:moveTo>
                  <a:pt x="0" y="0"/>
                </a:moveTo>
                <a:lnTo>
                  <a:pt x="53" y="145"/>
                </a:lnTo>
                <a:lnTo>
                  <a:pt x="53" y="291"/>
                </a:lnTo>
                <a:lnTo>
                  <a:pt x="106" y="437"/>
                </a:lnTo>
                <a:lnTo>
                  <a:pt x="159" y="583"/>
                </a:lnTo>
                <a:lnTo>
                  <a:pt x="159" y="729"/>
                </a:lnTo>
                <a:lnTo>
                  <a:pt x="209" y="916"/>
                </a:lnTo>
                <a:lnTo>
                  <a:pt x="262" y="1062"/>
                </a:lnTo>
                <a:lnTo>
                  <a:pt x="262" y="1249"/>
                </a:lnTo>
                <a:lnTo>
                  <a:pt x="316" y="1395"/>
                </a:lnTo>
                <a:lnTo>
                  <a:pt x="369" y="1624"/>
                </a:lnTo>
                <a:lnTo>
                  <a:pt x="422" y="1770"/>
                </a:lnTo>
                <a:lnTo>
                  <a:pt x="422" y="1916"/>
                </a:lnTo>
                <a:lnTo>
                  <a:pt x="472" y="2062"/>
                </a:lnTo>
                <a:lnTo>
                  <a:pt x="525" y="2208"/>
                </a:lnTo>
                <a:lnTo>
                  <a:pt x="525" y="2395"/>
                </a:lnTo>
                <a:lnTo>
                  <a:pt x="579" y="2541"/>
                </a:lnTo>
                <a:lnTo>
                  <a:pt x="632" y="2687"/>
                </a:lnTo>
                <a:lnTo>
                  <a:pt x="682" y="2874"/>
                </a:lnTo>
                <a:lnTo>
                  <a:pt x="682" y="3020"/>
                </a:lnTo>
                <a:lnTo>
                  <a:pt x="735" y="3208"/>
                </a:lnTo>
                <a:lnTo>
                  <a:pt x="735" y="3354"/>
                </a:lnTo>
                <a:lnTo>
                  <a:pt x="788" y="3499"/>
                </a:lnTo>
                <a:lnTo>
                  <a:pt x="842" y="3687"/>
                </a:lnTo>
                <a:lnTo>
                  <a:pt x="892" y="3833"/>
                </a:lnTo>
                <a:lnTo>
                  <a:pt x="892" y="4020"/>
                </a:lnTo>
                <a:lnTo>
                  <a:pt x="945" y="4166"/>
                </a:lnTo>
                <a:lnTo>
                  <a:pt x="998" y="4312"/>
                </a:lnTo>
                <a:lnTo>
                  <a:pt x="1051" y="4499"/>
                </a:lnTo>
                <a:lnTo>
                  <a:pt x="1051" y="4645"/>
                </a:lnTo>
                <a:lnTo>
                  <a:pt x="1102" y="4833"/>
                </a:lnTo>
                <a:lnTo>
                  <a:pt x="1155" y="4979"/>
                </a:lnTo>
                <a:lnTo>
                  <a:pt x="1155" y="5166"/>
                </a:lnTo>
                <a:lnTo>
                  <a:pt x="1208" y="5312"/>
                </a:lnTo>
                <a:lnTo>
                  <a:pt x="1261" y="5458"/>
                </a:lnTo>
                <a:lnTo>
                  <a:pt x="1261" y="5645"/>
                </a:lnTo>
                <a:lnTo>
                  <a:pt x="1314" y="5791"/>
                </a:lnTo>
                <a:lnTo>
                  <a:pt x="1365" y="5979"/>
                </a:lnTo>
                <a:lnTo>
                  <a:pt x="1418" y="6124"/>
                </a:lnTo>
                <a:lnTo>
                  <a:pt x="1418" y="6270"/>
                </a:lnTo>
                <a:lnTo>
                  <a:pt x="1471" y="6499"/>
                </a:lnTo>
                <a:lnTo>
                  <a:pt x="1524" y="6645"/>
                </a:lnTo>
                <a:lnTo>
                  <a:pt x="1524" y="6791"/>
                </a:lnTo>
                <a:lnTo>
                  <a:pt x="1575" y="6937"/>
                </a:lnTo>
                <a:lnTo>
                  <a:pt x="1628" y="7083"/>
                </a:lnTo>
                <a:lnTo>
                  <a:pt x="1681" y="7270"/>
                </a:lnTo>
                <a:lnTo>
                  <a:pt x="1681" y="7416"/>
                </a:lnTo>
                <a:lnTo>
                  <a:pt x="1734" y="7604"/>
                </a:lnTo>
                <a:lnTo>
                  <a:pt x="1785" y="7749"/>
                </a:lnTo>
                <a:lnTo>
                  <a:pt x="1785" y="7895"/>
                </a:lnTo>
                <a:lnTo>
                  <a:pt x="1838" y="8083"/>
                </a:lnTo>
                <a:lnTo>
                  <a:pt x="1891" y="8229"/>
                </a:lnTo>
                <a:lnTo>
                  <a:pt x="1891" y="8416"/>
                </a:lnTo>
                <a:lnTo>
                  <a:pt x="1944" y="8562"/>
                </a:lnTo>
                <a:lnTo>
                  <a:pt x="1995" y="8749"/>
                </a:lnTo>
                <a:lnTo>
                  <a:pt x="2048" y="8895"/>
                </a:lnTo>
                <a:lnTo>
                  <a:pt x="2048" y="9041"/>
                </a:lnTo>
                <a:lnTo>
                  <a:pt x="2101" y="9270"/>
                </a:lnTo>
                <a:lnTo>
                  <a:pt x="2154" y="9416"/>
                </a:lnTo>
                <a:lnTo>
                  <a:pt x="2207" y="9562"/>
                </a:lnTo>
                <a:lnTo>
                  <a:pt x="2207" y="9708"/>
                </a:lnTo>
                <a:lnTo>
                  <a:pt x="2258" y="9854"/>
                </a:lnTo>
                <a:lnTo>
                  <a:pt x="2311" y="100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1132446" y="3754159"/>
            <a:ext cx="2311" cy="9889"/>
          </a:xfrm>
          <a:custGeom>
            <a:avLst/>
            <a:gdLst/>
            <a:ahLst/>
            <a:cxnLst/>
            <a:rect l="l" t="t" r="r" b="b"/>
            <a:pathLst>
              <a:path w="2311" h="9889">
                <a:moveTo>
                  <a:pt x="0" y="0"/>
                </a:moveTo>
                <a:lnTo>
                  <a:pt x="0" y="145"/>
                </a:lnTo>
                <a:lnTo>
                  <a:pt x="53" y="291"/>
                </a:lnTo>
                <a:lnTo>
                  <a:pt x="106" y="437"/>
                </a:lnTo>
                <a:lnTo>
                  <a:pt x="106" y="583"/>
                </a:lnTo>
                <a:lnTo>
                  <a:pt x="156" y="770"/>
                </a:lnTo>
                <a:lnTo>
                  <a:pt x="209" y="916"/>
                </a:lnTo>
                <a:lnTo>
                  <a:pt x="262" y="1104"/>
                </a:lnTo>
                <a:lnTo>
                  <a:pt x="262" y="1249"/>
                </a:lnTo>
                <a:lnTo>
                  <a:pt x="316" y="1395"/>
                </a:lnTo>
                <a:lnTo>
                  <a:pt x="366" y="1583"/>
                </a:lnTo>
                <a:lnTo>
                  <a:pt x="366" y="1729"/>
                </a:lnTo>
                <a:lnTo>
                  <a:pt x="419" y="1916"/>
                </a:lnTo>
                <a:lnTo>
                  <a:pt x="472" y="2062"/>
                </a:lnTo>
                <a:lnTo>
                  <a:pt x="525" y="2249"/>
                </a:lnTo>
                <a:lnTo>
                  <a:pt x="525" y="2395"/>
                </a:lnTo>
                <a:lnTo>
                  <a:pt x="576" y="2541"/>
                </a:lnTo>
                <a:lnTo>
                  <a:pt x="629" y="2729"/>
                </a:lnTo>
                <a:lnTo>
                  <a:pt x="682" y="2874"/>
                </a:lnTo>
                <a:lnTo>
                  <a:pt x="682" y="3010"/>
                </a:lnTo>
                <a:lnTo>
                  <a:pt x="735" y="3154"/>
                </a:lnTo>
                <a:lnTo>
                  <a:pt x="735" y="3295"/>
                </a:lnTo>
                <a:lnTo>
                  <a:pt x="788" y="3439"/>
                </a:lnTo>
                <a:lnTo>
                  <a:pt x="839" y="3583"/>
                </a:lnTo>
                <a:lnTo>
                  <a:pt x="839" y="3727"/>
                </a:lnTo>
                <a:lnTo>
                  <a:pt x="892" y="3870"/>
                </a:lnTo>
                <a:lnTo>
                  <a:pt x="945" y="4012"/>
                </a:lnTo>
                <a:lnTo>
                  <a:pt x="945" y="4156"/>
                </a:lnTo>
                <a:lnTo>
                  <a:pt x="998" y="4299"/>
                </a:lnTo>
                <a:lnTo>
                  <a:pt x="1049" y="4443"/>
                </a:lnTo>
                <a:lnTo>
                  <a:pt x="1049" y="4587"/>
                </a:lnTo>
                <a:lnTo>
                  <a:pt x="1102" y="4729"/>
                </a:lnTo>
                <a:lnTo>
                  <a:pt x="1102" y="4872"/>
                </a:lnTo>
                <a:lnTo>
                  <a:pt x="1155" y="5016"/>
                </a:lnTo>
                <a:lnTo>
                  <a:pt x="1208" y="5160"/>
                </a:lnTo>
                <a:lnTo>
                  <a:pt x="1208" y="5304"/>
                </a:lnTo>
                <a:lnTo>
                  <a:pt x="1259" y="5445"/>
                </a:lnTo>
                <a:lnTo>
                  <a:pt x="1312" y="5589"/>
                </a:lnTo>
                <a:lnTo>
                  <a:pt x="1312" y="5733"/>
                </a:lnTo>
                <a:lnTo>
                  <a:pt x="1365" y="5876"/>
                </a:lnTo>
                <a:lnTo>
                  <a:pt x="1365" y="6020"/>
                </a:lnTo>
                <a:lnTo>
                  <a:pt x="1418" y="6162"/>
                </a:lnTo>
                <a:lnTo>
                  <a:pt x="1469" y="6306"/>
                </a:lnTo>
                <a:lnTo>
                  <a:pt x="1469" y="6449"/>
                </a:lnTo>
                <a:lnTo>
                  <a:pt x="1522" y="6593"/>
                </a:lnTo>
                <a:lnTo>
                  <a:pt x="1575" y="6737"/>
                </a:lnTo>
                <a:lnTo>
                  <a:pt x="1575" y="6879"/>
                </a:lnTo>
                <a:lnTo>
                  <a:pt x="1628" y="7022"/>
                </a:lnTo>
                <a:lnTo>
                  <a:pt x="1628" y="7166"/>
                </a:lnTo>
                <a:lnTo>
                  <a:pt x="1681" y="7310"/>
                </a:lnTo>
                <a:lnTo>
                  <a:pt x="1732" y="7454"/>
                </a:lnTo>
                <a:lnTo>
                  <a:pt x="1732" y="7595"/>
                </a:lnTo>
                <a:lnTo>
                  <a:pt x="1785" y="7739"/>
                </a:lnTo>
                <a:lnTo>
                  <a:pt x="1838" y="7883"/>
                </a:lnTo>
                <a:lnTo>
                  <a:pt x="1838" y="8026"/>
                </a:lnTo>
                <a:lnTo>
                  <a:pt x="1891" y="8170"/>
                </a:lnTo>
                <a:lnTo>
                  <a:pt x="1942" y="8312"/>
                </a:lnTo>
                <a:lnTo>
                  <a:pt x="1942" y="8456"/>
                </a:lnTo>
                <a:lnTo>
                  <a:pt x="1995" y="8647"/>
                </a:lnTo>
                <a:lnTo>
                  <a:pt x="2048" y="8791"/>
                </a:lnTo>
                <a:lnTo>
                  <a:pt x="2048" y="8935"/>
                </a:lnTo>
                <a:lnTo>
                  <a:pt x="2101" y="9076"/>
                </a:lnTo>
                <a:lnTo>
                  <a:pt x="2152" y="9220"/>
                </a:lnTo>
                <a:lnTo>
                  <a:pt x="2152" y="9364"/>
                </a:lnTo>
                <a:lnTo>
                  <a:pt x="2205" y="9508"/>
                </a:lnTo>
                <a:lnTo>
                  <a:pt x="2258" y="9651"/>
                </a:lnTo>
                <a:lnTo>
                  <a:pt x="2258" y="979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1134757" y="3764049"/>
            <a:ext cx="2309" cy="9699"/>
          </a:xfrm>
          <a:custGeom>
            <a:avLst/>
            <a:gdLst/>
            <a:ahLst/>
            <a:cxnLst/>
            <a:rect l="l" t="t" r="r" b="b"/>
            <a:pathLst>
              <a:path w="2309" h="9699">
                <a:moveTo>
                  <a:pt x="0" y="0"/>
                </a:moveTo>
                <a:lnTo>
                  <a:pt x="0" y="143"/>
                </a:lnTo>
                <a:lnTo>
                  <a:pt x="50" y="287"/>
                </a:lnTo>
                <a:lnTo>
                  <a:pt x="103" y="431"/>
                </a:lnTo>
                <a:lnTo>
                  <a:pt x="103" y="572"/>
                </a:lnTo>
                <a:lnTo>
                  <a:pt x="156" y="716"/>
                </a:lnTo>
                <a:lnTo>
                  <a:pt x="156" y="860"/>
                </a:lnTo>
                <a:lnTo>
                  <a:pt x="209" y="1004"/>
                </a:lnTo>
                <a:lnTo>
                  <a:pt x="262" y="1147"/>
                </a:lnTo>
                <a:lnTo>
                  <a:pt x="262" y="1289"/>
                </a:lnTo>
                <a:lnTo>
                  <a:pt x="313" y="1433"/>
                </a:lnTo>
                <a:lnTo>
                  <a:pt x="366" y="1577"/>
                </a:lnTo>
                <a:lnTo>
                  <a:pt x="366" y="1720"/>
                </a:lnTo>
                <a:lnTo>
                  <a:pt x="419" y="1864"/>
                </a:lnTo>
                <a:lnTo>
                  <a:pt x="472" y="2006"/>
                </a:lnTo>
                <a:lnTo>
                  <a:pt x="472" y="2149"/>
                </a:lnTo>
                <a:lnTo>
                  <a:pt x="523" y="2293"/>
                </a:lnTo>
                <a:lnTo>
                  <a:pt x="576" y="2437"/>
                </a:lnTo>
                <a:lnTo>
                  <a:pt x="576" y="2581"/>
                </a:lnTo>
                <a:lnTo>
                  <a:pt x="629" y="2722"/>
                </a:lnTo>
                <a:lnTo>
                  <a:pt x="682" y="2866"/>
                </a:lnTo>
                <a:lnTo>
                  <a:pt x="682" y="3010"/>
                </a:lnTo>
                <a:lnTo>
                  <a:pt x="733" y="3154"/>
                </a:lnTo>
                <a:lnTo>
                  <a:pt x="733" y="3297"/>
                </a:lnTo>
                <a:lnTo>
                  <a:pt x="786" y="3439"/>
                </a:lnTo>
                <a:lnTo>
                  <a:pt x="839" y="3583"/>
                </a:lnTo>
                <a:lnTo>
                  <a:pt x="839" y="3727"/>
                </a:lnTo>
                <a:lnTo>
                  <a:pt x="892" y="3870"/>
                </a:lnTo>
                <a:lnTo>
                  <a:pt x="943" y="4014"/>
                </a:lnTo>
                <a:lnTo>
                  <a:pt x="943" y="4156"/>
                </a:lnTo>
                <a:lnTo>
                  <a:pt x="996" y="4299"/>
                </a:lnTo>
                <a:lnTo>
                  <a:pt x="1049" y="4443"/>
                </a:lnTo>
                <a:lnTo>
                  <a:pt x="1049" y="4587"/>
                </a:lnTo>
                <a:lnTo>
                  <a:pt x="1102" y="4731"/>
                </a:lnTo>
                <a:lnTo>
                  <a:pt x="1155" y="4872"/>
                </a:lnTo>
                <a:lnTo>
                  <a:pt x="1155" y="5016"/>
                </a:lnTo>
                <a:lnTo>
                  <a:pt x="1206" y="5160"/>
                </a:lnTo>
                <a:lnTo>
                  <a:pt x="1259" y="5304"/>
                </a:lnTo>
                <a:lnTo>
                  <a:pt x="1259" y="5447"/>
                </a:lnTo>
                <a:lnTo>
                  <a:pt x="1312" y="5589"/>
                </a:lnTo>
                <a:lnTo>
                  <a:pt x="1312" y="5733"/>
                </a:lnTo>
                <a:lnTo>
                  <a:pt x="1365" y="5876"/>
                </a:lnTo>
                <a:lnTo>
                  <a:pt x="1416" y="6020"/>
                </a:lnTo>
                <a:lnTo>
                  <a:pt x="1416" y="6164"/>
                </a:lnTo>
                <a:lnTo>
                  <a:pt x="1469" y="6306"/>
                </a:lnTo>
                <a:lnTo>
                  <a:pt x="1522" y="6449"/>
                </a:lnTo>
                <a:lnTo>
                  <a:pt x="1522" y="6593"/>
                </a:lnTo>
                <a:lnTo>
                  <a:pt x="1575" y="6737"/>
                </a:lnTo>
                <a:lnTo>
                  <a:pt x="1626" y="6881"/>
                </a:lnTo>
                <a:lnTo>
                  <a:pt x="1626" y="7022"/>
                </a:lnTo>
                <a:lnTo>
                  <a:pt x="1679" y="7166"/>
                </a:lnTo>
                <a:lnTo>
                  <a:pt x="1732" y="7310"/>
                </a:lnTo>
                <a:lnTo>
                  <a:pt x="1732" y="7454"/>
                </a:lnTo>
                <a:lnTo>
                  <a:pt x="1785" y="7597"/>
                </a:lnTo>
                <a:lnTo>
                  <a:pt x="1836" y="7739"/>
                </a:lnTo>
                <a:lnTo>
                  <a:pt x="1836" y="7883"/>
                </a:lnTo>
                <a:lnTo>
                  <a:pt x="1889" y="8026"/>
                </a:lnTo>
                <a:lnTo>
                  <a:pt x="1889" y="8170"/>
                </a:lnTo>
                <a:lnTo>
                  <a:pt x="1942" y="8314"/>
                </a:lnTo>
                <a:lnTo>
                  <a:pt x="1995" y="8456"/>
                </a:lnTo>
                <a:lnTo>
                  <a:pt x="1995" y="8599"/>
                </a:lnTo>
                <a:lnTo>
                  <a:pt x="2048" y="8743"/>
                </a:lnTo>
                <a:lnTo>
                  <a:pt x="2099" y="8887"/>
                </a:lnTo>
                <a:lnTo>
                  <a:pt x="2099" y="9031"/>
                </a:lnTo>
                <a:lnTo>
                  <a:pt x="2152" y="9172"/>
                </a:lnTo>
                <a:lnTo>
                  <a:pt x="2205" y="9316"/>
                </a:lnTo>
                <a:lnTo>
                  <a:pt x="2205" y="9460"/>
                </a:lnTo>
                <a:lnTo>
                  <a:pt x="2258" y="96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1137067" y="3773749"/>
            <a:ext cx="2258" cy="9458"/>
          </a:xfrm>
          <a:custGeom>
            <a:avLst/>
            <a:gdLst/>
            <a:ahLst/>
            <a:cxnLst/>
            <a:rect l="l" t="t" r="r" b="b"/>
            <a:pathLst>
              <a:path w="2258" h="9458">
                <a:moveTo>
                  <a:pt x="0" y="0"/>
                </a:moveTo>
                <a:lnTo>
                  <a:pt x="0" y="141"/>
                </a:lnTo>
                <a:lnTo>
                  <a:pt x="53" y="285"/>
                </a:lnTo>
                <a:lnTo>
                  <a:pt x="106" y="429"/>
                </a:lnTo>
                <a:lnTo>
                  <a:pt x="106" y="572"/>
                </a:lnTo>
                <a:lnTo>
                  <a:pt x="159" y="716"/>
                </a:lnTo>
                <a:lnTo>
                  <a:pt x="159" y="858"/>
                </a:lnTo>
                <a:lnTo>
                  <a:pt x="209" y="1002"/>
                </a:lnTo>
                <a:lnTo>
                  <a:pt x="262" y="1145"/>
                </a:lnTo>
                <a:lnTo>
                  <a:pt x="262" y="1289"/>
                </a:lnTo>
                <a:lnTo>
                  <a:pt x="316" y="1433"/>
                </a:lnTo>
                <a:lnTo>
                  <a:pt x="369" y="1574"/>
                </a:lnTo>
                <a:lnTo>
                  <a:pt x="369" y="1718"/>
                </a:lnTo>
                <a:lnTo>
                  <a:pt x="419" y="1862"/>
                </a:lnTo>
                <a:lnTo>
                  <a:pt x="472" y="2006"/>
                </a:lnTo>
                <a:lnTo>
                  <a:pt x="472" y="2149"/>
                </a:lnTo>
                <a:lnTo>
                  <a:pt x="525" y="2291"/>
                </a:lnTo>
                <a:lnTo>
                  <a:pt x="579" y="2435"/>
                </a:lnTo>
                <a:lnTo>
                  <a:pt x="579" y="2579"/>
                </a:lnTo>
                <a:lnTo>
                  <a:pt x="632" y="2722"/>
                </a:lnTo>
                <a:lnTo>
                  <a:pt x="682" y="2866"/>
                </a:lnTo>
                <a:lnTo>
                  <a:pt x="682" y="3008"/>
                </a:lnTo>
                <a:lnTo>
                  <a:pt x="735" y="3152"/>
                </a:lnTo>
                <a:lnTo>
                  <a:pt x="788" y="3295"/>
                </a:lnTo>
                <a:lnTo>
                  <a:pt x="788" y="3439"/>
                </a:lnTo>
                <a:lnTo>
                  <a:pt x="842" y="3583"/>
                </a:lnTo>
                <a:lnTo>
                  <a:pt x="892" y="3724"/>
                </a:lnTo>
                <a:lnTo>
                  <a:pt x="892" y="3868"/>
                </a:lnTo>
                <a:lnTo>
                  <a:pt x="945" y="4012"/>
                </a:lnTo>
                <a:lnTo>
                  <a:pt x="998" y="4156"/>
                </a:lnTo>
                <a:lnTo>
                  <a:pt x="998" y="4299"/>
                </a:lnTo>
                <a:lnTo>
                  <a:pt x="1051" y="4441"/>
                </a:lnTo>
                <a:lnTo>
                  <a:pt x="1102" y="4585"/>
                </a:lnTo>
                <a:lnTo>
                  <a:pt x="1102" y="4729"/>
                </a:lnTo>
                <a:lnTo>
                  <a:pt x="1155" y="4872"/>
                </a:lnTo>
                <a:lnTo>
                  <a:pt x="1208" y="5016"/>
                </a:lnTo>
                <a:lnTo>
                  <a:pt x="1208" y="5158"/>
                </a:lnTo>
                <a:lnTo>
                  <a:pt x="1261" y="5301"/>
                </a:lnTo>
                <a:lnTo>
                  <a:pt x="1312" y="5445"/>
                </a:lnTo>
                <a:lnTo>
                  <a:pt x="1312" y="5589"/>
                </a:lnTo>
                <a:lnTo>
                  <a:pt x="1365" y="5733"/>
                </a:lnTo>
                <a:lnTo>
                  <a:pt x="1418" y="5874"/>
                </a:lnTo>
                <a:lnTo>
                  <a:pt x="1418" y="6018"/>
                </a:lnTo>
                <a:lnTo>
                  <a:pt x="1471" y="6162"/>
                </a:lnTo>
                <a:lnTo>
                  <a:pt x="1524" y="6306"/>
                </a:lnTo>
                <a:lnTo>
                  <a:pt x="1524" y="6449"/>
                </a:lnTo>
                <a:lnTo>
                  <a:pt x="1575" y="6591"/>
                </a:lnTo>
                <a:lnTo>
                  <a:pt x="1628" y="6735"/>
                </a:lnTo>
                <a:lnTo>
                  <a:pt x="1628" y="6879"/>
                </a:lnTo>
                <a:lnTo>
                  <a:pt x="1681" y="7022"/>
                </a:lnTo>
                <a:lnTo>
                  <a:pt x="1734" y="7166"/>
                </a:lnTo>
                <a:lnTo>
                  <a:pt x="1734" y="7308"/>
                </a:lnTo>
                <a:lnTo>
                  <a:pt x="1785" y="7451"/>
                </a:lnTo>
                <a:lnTo>
                  <a:pt x="1838" y="7595"/>
                </a:lnTo>
                <a:lnTo>
                  <a:pt x="1838" y="7739"/>
                </a:lnTo>
                <a:lnTo>
                  <a:pt x="1891" y="7883"/>
                </a:lnTo>
                <a:lnTo>
                  <a:pt x="1891" y="8024"/>
                </a:lnTo>
                <a:lnTo>
                  <a:pt x="1944" y="8168"/>
                </a:lnTo>
                <a:lnTo>
                  <a:pt x="1995" y="8312"/>
                </a:lnTo>
                <a:lnTo>
                  <a:pt x="2048" y="8456"/>
                </a:lnTo>
                <a:lnTo>
                  <a:pt x="2048" y="8599"/>
                </a:lnTo>
                <a:lnTo>
                  <a:pt x="2101" y="8741"/>
                </a:lnTo>
                <a:lnTo>
                  <a:pt x="2154" y="8885"/>
                </a:lnTo>
                <a:lnTo>
                  <a:pt x="2154" y="9029"/>
                </a:lnTo>
                <a:lnTo>
                  <a:pt x="2205" y="9172"/>
                </a:lnTo>
                <a:lnTo>
                  <a:pt x="2258" y="9316"/>
                </a:lnTo>
                <a:lnTo>
                  <a:pt x="2258" y="945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1139325" y="3783207"/>
            <a:ext cx="2311" cy="9270"/>
          </a:xfrm>
          <a:custGeom>
            <a:avLst/>
            <a:gdLst/>
            <a:ahLst/>
            <a:cxnLst/>
            <a:rect l="l" t="t" r="r" b="b"/>
            <a:pathLst>
              <a:path w="2311" h="9270">
                <a:moveTo>
                  <a:pt x="0" y="0"/>
                </a:moveTo>
                <a:lnTo>
                  <a:pt x="53" y="143"/>
                </a:lnTo>
                <a:lnTo>
                  <a:pt x="106" y="287"/>
                </a:lnTo>
                <a:lnTo>
                  <a:pt x="106" y="431"/>
                </a:lnTo>
                <a:lnTo>
                  <a:pt x="159" y="574"/>
                </a:lnTo>
                <a:lnTo>
                  <a:pt x="209" y="716"/>
                </a:lnTo>
                <a:lnTo>
                  <a:pt x="209" y="860"/>
                </a:lnTo>
                <a:lnTo>
                  <a:pt x="262" y="1004"/>
                </a:lnTo>
                <a:lnTo>
                  <a:pt x="316" y="1147"/>
                </a:lnTo>
                <a:lnTo>
                  <a:pt x="316" y="1291"/>
                </a:lnTo>
                <a:lnTo>
                  <a:pt x="369" y="1433"/>
                </a:lnTo>
                <a:lnTo>
                  <a:pt x="419" y="1577"/>
                </a:lnTo>
                <a:lnTo>
                  <a:pt x="419" y="1720"/>
                </a:lnTo>
                <a:lnTo>
                  <a:pt x="472" y="1864"/>
                </a:lnTo>
                <a:lnTo>
                  <a:pt x="525" y="2008"/>
                </a:lnTo>
                <a:lnTo>
                  <a:pt x="525" y="2149"/>
                </a:lnTo>
                <a:lnTo>
                  <a:pt x="579" y="2293"/>
                </a:lnTo>
                <a:lnTo>
                  <a:pt x="629" y="2437"/>
                </a:lnTo>
                <a:lnTo>
                  <a:pt x="629" y="2581"/>
                </a:lnTo>
                <a:lnTo>
                  <a:pt x="682" y="2724"/>
                </a:lnTo>
                <a:lnTo>
                  <a:pt x="735" y="2866"/>
                </a:lnTo>
                <a:lnTo>
                  <a:pt x="735" y="3010"/>
                </a:lnTo>
                <a:lnTo>
                  <a:pt x="788" y="3154"/>
                </a:lnTo>
                <a:lnTo>
                  <a:pt x="839" y="3297"/>
                </a:lnTo>
                <a:lnTo>
                  <a:pt x="839" y="3441"/>
                </a:lnTo>
                <a:lnTo>
                  <a:pt x="892" y="3583"/>
                </a:lnTo>
                <a:lnTo>
                  <a:pt x="945" y="3727"/>
                </a:lnTo>
                <a:lnTo>
                  <a:pt x="945" y="3870"/>
                </a:lnTo>
                <a:lnTo>
                  <a:pt x="998" y="4014"/>
                </a:lnTo>
                <a:lnTo>
                  <a:pt x="1051" y="4158"/>
                </a:lnTo>
                <a:lnTo>
                  <a:pt x="1102" y="4299"/>
                </a:lnTo>
                <a:lnTo>
                  <a:pt x="1102" y="4443"/>
                </a:lnTo>
                <a:lnTo>
                  <a:pt x="1155" y="4587"/>
                </a:lnTo>
                <a:lnTo>
                  <a:pt x="1208" y="4731"/>
                </a:lnTo>
                <a:lnTo>
                  <a:pt x="1208" y="4874"/>
                </a:lnTo>
                <a:lnTo>
                  <a:pt x="1261" y="5016"/>
                </a:lnTo>
                <a:lnTo>
                  <a:pt x="1312" y="5160"/>
                </a:lnTo>
                <a:lnTo>
                  <a:pt x="1312" y="5304"/>
                </a:lnTo>
                <a:lnTo>
                  <a:pt x="1365" y="5447"/>
                </a:lnTo>
                <a:lnTo>
                  <a:pt x="1365" y="5591"/>
                </a:lnTo>
                <a:lnTo>
                  <a:pt x="1418" y="5733"/>
                </a:lnTo>
                <a:lnTo>
                  <a:pt x="1471" y="5876"/>
                </a:lnTo>
                <a:lnTo>
                  <a:pt x="1522" y="6020"/>
                </a:lnTo>
                <a:lnTo>
                  <a:pt x="1522" y="6164"/>
                </a:lnTo>
                <a:lnTo>
                  <a:pt x="1575" y="6308"/>
                </a:lnTo>
                <a:lnTo>
                  <a:pt x="1628" y="6449"/>
                </a:lnTo>
                <a:lnTo>
                  <a:pt x="1628" y="6593"/>
                </a:lnTo>
                <a:lnTo>
                  <a:pt x="1681" y="6737"/>
                </a:lnTo>
                <a:lnTo>
                  <a:pt x="1732" y="6881"/>
                </a:lnTo>
                <a:lnTo>
                  <a:pt x="1732" y="7024"/>
                </a:lnTo>
                <a:lnTo>
                  <a:pt x="1785" y="7166"/>
                </a:lnTo>
                <a:lnTo>
                  <a:pt x="1838" y="7310"/>
                </a:lnTo>
                <a:lnTo>
                  <a:pt x="1891" y="7454"/>
                </a:lnTo>
                <a:lnTo>
                  <a:pt x="1891" y="7597"/>
                </a:lnTo>
                <a:lnTo>
                  <a:pt x="1944" y="7741"/>
                </a:lnTo>
                <a:lnTo>
                  <a:pt x="1944" y="7883"/>
                </a:lnTo>
                <a:lnTo>
                  <a:pt x="1995" y="8026"/>
                </a:lnTo>
                <a:lnTo>
                  <a:pt x="2048" y="8170"/>
                </a:lnTo>
                <a:lnTo>
                  <a:pt x="2048" y="8314"/>
                </a:lnTo>
                <a:lnTo>
                  <a:pt x="2101" y="8458"/>
                </a:lnTo>
                <a:lnTo>
                  <a:pt x="2154" y="8599"/>
                </a:lnTo>
                <a:lnTo>
                  <a:pt x="2205" y="8743"/>
                </a:lnTo>
                <a:lnTo>
                  <a:pt x="2205" y="8887"/>
                </a:lnTo>
                <a:lnTo>
                  <a:pt x="2258" y="9031"/>
                </a:lnTo>
                <a:lnTo>
                  <a:pt x="2311" y="917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141637" y="3792477"/>
            <a:ext cx="2311" cy="9029"/>
          </a:xfrm>
          <a:custGeom>
            <a:avLst/>
            <a:gdLst/>
            <a:ahLst/>
            <a:cxnLst/>
            <a:rect l="l" t="t" r="r" b="b"/>
            <a:pathLst>
              <a:path w="2311" h="9029">
                <a:moveTo>
                  <a:pt x="0" y="0"/>
                </a:moveTo>
                <a:lnTo>
                  <a:pt x="53" y="141"/>
                </a:lnTo>
                <a:lnTo>
                  <a:pt x="53" y="285"/>
                </a:lnTo>
                <a:lnTo>
                  <a:pt x="103" y="429"/>
                </a:lnTo>
                <a:lnTo>
                  <a:pt x="156" y="572"/>
                </a:lnTo>
                <a:lnTo>
                  <a:pt x="209" y="716"/>
                </a:lnTo>
                <a:lnTo>
                  <a:pt x="209" y="858"/>
                </a:lnTo>
                <a:lnTo>
                  <a:pt x="262" y="1002"/>
                </a:lnTo>
                <a:lnTo>
                  <a:pt x="313" y="1145"/>
                </a:lnTo>
                <a:lnTo>
                  <a:pt x="313" y="1289"/>
                </a:lnTo>
                <a:lnTo>
                  <a:pt x="366" y="1433"/>
                </a:lnTo>
                <a:lnTo>
                  <a:pt x="419" y="1574"/>
                </a:lnTo>
                <a:lnTo>
                  <a:pt x="419" y="1718"/>
                </a:lnTo>
                <a:lnTo>
                  <a:pt x="472" y="1862"/>
                </a:lnTo>
                <a:lnTo>
                  <a:pt x="525" y="2006"/>
                </a:lnTo>
                <a:lnTo>
                  <a:pt x="525" y="2149"/>
                </a:lnTo>
                <a:lnTo>
                  <a:pt x="576" y="2291"/>
                </a:lnTo>
                <a:lnTo>
                  <a:pt x="629" y="2435"/>
                </a:lnTo>
                <a:lnTo>
                  <a:pt x="682" y="2579"/>
                </a:lnTo>
                <a:lnTo>
                  <a:pt x="682" y="2722"/>
                </a:lnTo>
                <a:lnTo>
                  <a:pt x="735" y="2866"/>
                </a:lnTo>
                <a:lnTo>
                  <a:pt x="786" y="3008"/>
                </a:lnTo>
                <a:lnTo>
                  <a:pt x="786" y="3152"/>
                </a:lnTo>
                <a:lnTo>
                  <a:pt x="839" y="3295"/>
                </a:lnTo>
                <a:lnTo>
                  <a:pt x="892" y="3439"/>
                </a:lnTo>
                <a:lnTo>
                  <a:pt x="892" y="3583"/>
                </a:lnTo>
                <a:lnTo>
                  <a:pt x="945" y="3724"/>
                </a:lnTo>
                <a:lnTo>
                  <a:pt x="996" y="3868"/>
                </a:lnTo>
                <a:lnTo>
                  <a:pt x="996" y="4012"/>
                </a:lnTo>
                <a:lnTo>
                  <a:pt x="1049" y="4156"/>
                </a:lnTo>
                <a:lnTo>
                  <a:pt x="1102" y="4299"/>
                </a:lnTo>
                <a:lnTo>
                  <a:pt x="1155" y="4441"/>
                </a:lnTo>
                <a:lnTo>
                  <a:pt x="1155" y="4585"/>
                </a:lnTo>
                <a:lnTo>
                  <a:pt x="1206" y="4729"/>
                </a:lnTo>
                <a:lnTo>
                  <a:pt x="1259" y="4872"/>
                </a:lnTo>
                <a:lnTo>
                  <a:pt x="1259" y="5016"/>
                </a:lnTo>
                <a:lnTo>
                  <a:pt x="1312" y="5158"/>
                </a:lnTo>
                <a:lnTo>
                  <a:pt x="1365" y="5301"/>
                </a:lnTo>
                <a:lnTo>
                  <a:pt x="1365" y="5445"/>
                </a:lnTo>
                <a:lnTo>
                  <a:pt x="1418" y="5589"/>
                </a:lnTo>
                <a:lnTo>
                  <a:pt x="1469" y="5733"/>
                </a:lnTo>
                <a:lnTo>
                  <a:pt x="1469" y="5874"/>
                </a:lnTo>
                <a:lnTo>
                  <a:pt x="1522" y="6018"/>
                </a:lnTo>
                <a:lnTo>
                  <a:pt x="1575" y="6162"/>
                </a:lnTo>
                <a:lnTo>
                  <a:pt x="1628" y="6306"/>
                </a:lnTo>
                <a:lnTo>
                  <a:pt x="1628" y="6449"/>
                </a:lnTo>
                <a:lnTo>
                  <a:pt x="1679" y="6591"/>
                </a:lnTo>
                <a:lnTo>
                  <a:pt x="1732" y="6735"/>
                </a:lnTo>
                <a:lnTo>
                  <a:pt x="1732" y="6879"/>
                </a:lnTo>
                <a:lnTo>
                  <a:pt x="1785" y="7022"/>
                </a:lnTo>
                <a:lnTo>
                  <a:pt x="1838" y="7166"/>
                </a:lnTo>
                <a:lnTo>
                  <a:pt x="1889" y="7308"/>
                </a:lnTo>
                <a:lnTo>
                  <a:pt x="1889" y="7451"/>
                </a:lnTo>
                <a:lnTo>
                  <a:pt x="1942" y="7595"/>
                </a:lnTo>
                <a:lnTo>
                  <a:pt x="1995" y="7739"/>
                </a:lnTo>
                <a:lnTo>
                  <a:pt x="1995" y="7883"/>
                </a:lnTo>
                <a:lnTo>
                  <a:pt x="2048" y="8024"/>
                </a:lnTo>
                <a:lnTo>
                  <a:pt x="2099" y="8168"/>
                </a:lnTo>
                <a:lnTo>
                  <a:pt x="2099" y="8312"/>
                </a:lnTo>
                <a:lnTo>
                  <a:pt x="2152" y="8456"/>
                </a:lnTo>
                <a:lnTo>
                  <a:pt x="2205" y="8599"/>
                </a:lnTo>
                <a:lnTo>
                  <a:pt x="2258" y="8741"/>
                </a:lnTo>
                <a:lnTo>
                  <a:pt x="2258" y="8885"/>
                </a:lnTo>
                <a:lnTo>
                  <a:pt x="2311" y="902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1143948" y="3801506"/>
            <a:ext cx="2318" cy="8743"/>
          </a:xfrm>
          <a:custGeom>
            <a:avLst/>
            <a:gdLst/>
            <a:ahLst/>
            <a:cxnLst/>
            <a:rect l="l" t="t" r="r" b="b"/>
            <a:pathLst>
              <a:path w="2318" h="8743">
                <a:moveTo>
                  <a:pt x="0" y="0"/>
                </a:moveTo>
                <a:lnTo>
                  <a:pt x="50" y="143"/>
                </a:lnTo>
                <a:lnTo>
                  <a:pt x="50" y="287"/>
                </a:lnTo>
                <a:lnTo>
                  <a:pt x="103" y="429"/>
                </a:lnTo>
                <a:lnTo>
                  <a:pt x="156" y="572"/>
                </a:lnTo>
                <a:lnTo>
                  <a:pt x="156" y="716"/>
                </a:lnTo>
                <a:lnTo>
                  <a:pt x="209" y="860"/>
                </a:lnTo>
                <a:lnTo>
                  <a:pt x="260" y="1004"/>
                </a:lnTo>
                <a:lnTo>
                  <a:pt x="313" y="1145"/>
                </a:lnTo>
                <a:lnTo>
                  <a:pt x="313" y="1289"/>
                </a:lnTo>
                <a:lnTo>
                  <a:pt x="366" y="1433"/>
                </a:lnTo>
                <a:lnTo>
                  <a:pt x="419" y="1577"/>
                </a:lnTo>
                <a:lnTo>
                  <a:pt x="419" y="1720"/>
                </a:lnTo>
                <a:lnTo>
                  <a:pt x="470" y="1862"/>
                </a:lnTo>
                <a:lnTo>
                  <a:pt x="523" y="2006"/>
                </a:lnTo>
                <a:lnTo>
                  <a:pt x="576" y="2149"/>
                </a:lnTo>
                <a:lnTo>
                  <a:pt x="576" y="2293"/>
                </a:lnTo>
                <a:lnTo>
                  <a:pt x="629" y="2435"/>
                </a:lnTo>
                <a:lnTo>
                  <a:pt x="680" y="2579"/>
                </a:lnTo>
                <a:lnTo>
                  <a:pt x="733" y="2722"/>
                </a:lnTo>
                <a:lnTo>
                  <a:pt x="733" y="2866"/>
                </a:lnTo>
                <a:lnTo>
                  <a:pt x="786" y="3010"/>
                </a:lnTo>
                <a:lnTo>
                  <a:pt x="786" y="3154"/>
                </a:lnTo>
                <a:lnTo>
                  <a:pt x="839" y="3295"/>
                </a:lnTo>
                <a:lnTo>
                  <a:pt x="892" y="3439"/>
                </a:lnTo>
                <a:lnTo>
                  <a:pt x="943" y="3583"/>
                </a:lnTo>
                <a:lnTo>
                  <a:pt x="943" y="3727"/>
                </a:lnTo>
                <a:lnTo>
                  <a:pt x="996" y="3870"/>
                </a:lnTo>
                <a:lnTo>
                  <a:pt x="1049" y="4012"/>
                </a:lnTo>
                <a:lnTo>
                  <a:pt x="1102" y="4156"/>
                </a:lnTo>
                <a:lnTo>
                  <a:pt x="1102" y="4299"/>
                </a:lnTo>
                <a:lnTo>
                  <a:pt x="1164" y="4443"/>
                </a:lnTo>
                <a:lnTo>
                  <a:pt x="1211" y="4587"/>
                </a:lnTo>
                <a:lnTo>
                  <a:pt x="1211" y="4729"/>
                </a:lnTo>
                <a:lnTo>
                  <a:pt x="1257" y="4872"/>
                </a:lnTo>
                <a:lnTo>
                  <a:pt x="1303" y="5016"/>
                </a:lnTo>
                <a:lnTo>
                  <a:pt x="1372" y="5160"/>
                </a:lnTo>
                <a:lnTo>
                  <a:pt x="1372" y="5304"/>
                </a:lnTo>
                <a:lnTo>
                  <a:pt x="1418" y="5445"/>
                </a:lnTo>
                <a:lnTo>
                  <a:pt x="1464" y="5589"/>
                </a:lnTo>
                <a:lnTo>
                  <a:pt x="1464" y="5733"/>
                </a:lnTo>
                <a:lnTo>
                  <a:pt x="1511" y="5876"/>
                </a:lnTo>
                <a:lnTo>
                  <a:pt x="1580" y="6018"/>
                </a:lnTo>
                <a:lnTo>
                  <a:pt x="1580" y="6162"/>
                </a:lnTo>
                <a:lnTo>
                  <a:pt x="1626" y="6306"/>
                </a:lnTo>
                <a:lnTo>
                  <a:pt x="1672" y="6449"/>
                </a:lnTo>
                <a:lnTo>
                  <a:pt x="1741" y="6593"/>
                </a:lnTo>
                <a:lnTo>
                  <a:pt x="1787" y="6737"/>
                </a:lnTo>
                <a:lnTo>
                  <a:pt x="1787" y="6879"/>
                </a:lnTo>
                <a:lnTo>
                  <a:pt x="1833" y="7022"/>
                </a:lnTo>
                <a:lnTo>
                  <a:pt x="1880" y="7166"/>
                </a:lnTo>
                <a:lnTo>
                  <a:pt x="1880" y="7310"/>
                </a:lnTo>
                <a:lnTo>
                  <a:pt x="1949" y="7454"/>
                </a:lnTo>
                <a:lnTo>
                  <a:pt x="1995" y="7595"/>
                </a:lnTo>
                <a:lnTo>
                  <a:pt x="1995" y="7739"/>
                </a:lnTo>
                <a:lnTo>
                  <a:pt x="2041" y="7883"/>
                </a:lnTo>
                <a:lnTo>
                  <a:pt x="2110" y="8026"/>
                </a:lnTo>
                <a:lnTo>
                  <a:pt x="2156" y="8170"/>
                </a:lnTo>
                <a:lnTo>
                  <a:pt x="2156" y="8312"/>
                </a:lnTo>
                <a:lnTo>
                  <a:pt x="2203" y="8456"/>
                </a:lnTo>
                <a:lnTo>
                  <a:pt x="2249" y="8599"/>
                </a:lnTo>
                <a:lnTo>
                  <a:pt x="2249" y="874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146267" y="3810250"/>
            <a:ext cx="2260" cy="8551"/>
          </a:xfrm>
          <a:custGeom>
            <a:avLst/>
            <a:gdLst/>
            <a:ahLst/>
            <a:cxnLst/>
            <a:rect l="l" t="t" r="r" b="b"/>
            <a:pathLst>
              <a:path w="2260" h="8551">
                <a:moveTo>
                  <a:pt x="0" y="0"/>
                </a:moveTo>
                <a:lnTo>
                  <a:pt x="0" y="143"/>
                </a:lnTo>
                <a:lnTo>
                  <a:pt x="46" y="285"/>
                </a:lnTo>
                <a:lnTo>
                  <a:pt x="92" y="429"/>
                </a:lnTo>
                <a:lnTo>
                  <a:pt x="138" y="572"/>
                </a:lnTo>
                <a:lnTo>
                  <a:pt x="138" y="716"/>
                </a:lnTo>
                <a:lnTo>
                  <a:pt x="207" y="860"/>
                </a:lnTo>
                <a:lnTo>
                  <a:pt x="253" y="1002"/>
                </a:lnTo>
                <a:lnTo>
                  <a:pt x="253" y="1145"/>
                </a:lnTo>
                <a:lnTo>
                  <a:pt x="299" y="1289"/>
                </a:lnTo>
                <a:lnTo>
                  <a:pt x="369" y="1433"/>
                </a:lnTo>
                <a:lnTo>
                  <a:pt x="415" y="1577"/>
                </a:lnTo>
                <a:lnTo>
                  <a:pt x="415" y="1718"/>
                </a:lnTo>
                <a:lnTo>
                  <a:pt x="461" y="1862"/>
                </a:lnTo>
                <a:lnTo>
                  <a:pt x="507" y="2006"/>
                </a:lnTo>
                <a:lnTo>
                  <a:pt x="507" y="2149"/>
                </a:lnTo>
                <a:lnTo>
                  <a:pt x="576" y="2293"/>
                </a:lnTo>
                <a:lnTo>
                  <a:pt x="622" y="2435"/>
                </a:lnTo>
                <a:lnTo>
                  <a:pt x="669" y="2579"/>
                </a:lnTo>
                <a:lnTo>
                  <a:pt x="669" y="2722"/>
                </a:lnTo>
                <a:lnTo>
                  <a:pt x="715" y="2866"/>
                </a:lnTo>
                <a:lnTo>
                  <a:pt x="784" y="3010"/>
                </a:lnTo>
                <a:lnTo>
                  <a:pt x="784" y="3152"/>
                </a:lnTo>
                <a:lnTo>
                  <a:pt x="830" y="3295"/>
                </a:lnTo>
                <a:lnTo>
                  <a:pt x="876" y="3439"/>
                </a:lnTo>
                <a:lnTo>
                  <a:pt x="945" y="3583"/>
                </a:lnTo>
                <a:lnTo>
                  <a:pt x="991" y="3727"/>
                </a:lnTo>
                <a:lnTo>
                  <a:pt x="991" y="3868"/>
                </a:lnTo>
                <a:lnTo>
                  <a:pt x="1038" y="4012"/>
                </a:lnTo>
                <a:lnTo>
                  <a:pt x="1084" y="4156"/>
                </a:lnTo>
                <a:lnTo>
                  <a:pt x="1084" y="4299"/>
                </a:lnTo>
                <a:lnTo>
                  <a:pt x="1153" y="4443"/>
                </a:lnTo>
                <a:lnTo>
                  <a:pt x="1199" y="4585"/>
                </a:lnTo>
                <a:lnTo>
                  <a:pt x="1245" y="4729"/>
                </a:lnTo>
                <a:lnTo>
                  <a:pt x="1245" y="4872"/>
                </a:lnTo>
                <a:lnTo>
                  <a:pt x="1314" y="5016"/>
                </a:lnTo>
                <a:lnTo>
                  <a:pt x="1361" y="5160"/>
                </a:lnTo>
                <a:lnTo>
                  <a:pt x="1361" y="5301"/>
                </a:lnTo>
                <a:lnTo>
                  <a:pt x="1407" y="5445"/>
                </a:lnTo>
                <a:lnTo>
                  <a:pt x="1453" y="5589"/>
                </a:lnTo>
                <a:lnTo>
                  <a:pt x="1522" y="5733"/>
                </a:lnTo>
                <a:lnTo>
                  <a:pt x="1568" y="5876"/>
                </a:lnTo>
                <a:lnTo>
                  <a:pt x="1568" y="6018"/>
                </a:lnTo>
                <a:lnTo>
                  <a:pt x="1614" y="6162"/>
                </a:lnTo>
                <a:lnTo>
                  <a:pt x="1660" y="6306"/>
                </a:lnTo>
                <a:lnTo>
                  <a:pt x="1660" y="6449"/>
                </a:lnTo>
                <a:lnTo>
                  <a:pt x="1730" y="6593"/>
                </a:lnTo>
                <a:lnTo>
                  <a:pt x="1776" y="6735"/>
                </a:lnTo>
                <a:lnTo>
                  <a:pt x="1822" y="6879"/>
                </a:lnTo>
                <a:lnTo>
                  <a:pt x="1891" y="7022"/>
                </a:lnTo>
                <a:lnTo>
                  <a:pt x="1891" y="7166"/>
                </a:lnTo>
                <a:lnTo>
                  <a:pt x="1937" y="7310"/>
                </a:lnTo>
                <a:lnTo>
                  <a:pt x="1983" y="7451"/>
                </a:lnTo>
                <a:lnTo>
                  <a:pt x="1983" y="7595"/>
                </a:lnTo>
                <a:lnTo>
                  <a:pt x="2030" y="7739"/>
                </a:lnTo>
                <a:lnTo>
                  <a:pt x="2099" y="7883"/>
                </a:lnTo>
                <a:lnTo>
                  <a:pt x="2145" y="8026"/>
                </a:lnTo>
                <a:lnTo>
                  <a:pt x="2145" y="8168"/>
                </a:lnTo>
                <a:lnTo>
                  <a:pt x="2191" y="8312"/>
                </a:lnTo>
                <a:lnTo>
                  <a:pt x="2260" y="8456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148527" y="3818802"/>
            <a:ext cx="2306" cy="8312"/>
          </a:xfrm>
          <a:custGeom>
            <a:avLst/>
            <a:gdLst/>
            <a:ahLst/>
            <a:cxnLst/>
            <a:rect l="l" t="t" r="r" b="b"/>
            <a:pathLst>
              <a:path w="2306" h="8312">
                <a:moveTo>
                  <a:pt x="0" y="0"/>
                </a:moveTo>
                <a:lnTo>
                  <a:pt x="46" y="143"/>
                </a:lnTo>
                <a:lnTo>
                  <a:pt x="92" y="285"/>
                </a:lnTo>
                <a:lnTo>
                  <a:pt x="138" y="429"/>
                </a:lnTo>
                <a:lnTo>
                  <a:pt x="138" y="572"/>
                </a:lnTo>
                <a:lnTo>
                  <a:pt x="207" y="716"/>
                </a:lnTo>
                <a:lnTo>
                  <a:pt x="253" y="860"/>
                </a:lnTo>
                <a:lnTo>
                  <a:pt x="253" y="1002"/>
                </a:lnTo>
                <a:lnTo>
                  <a:pt x="299" y="1145"/>
                </a:lnTo>
                <a:lnTo>
                  <a:pt x="346" y="1289"/>
                </a:lnTo>
                <a:lnTo>
                  <a:pt x="415" y="1433"/>
                </a:lnTo>
                <a:lnTo>
                  <a:pt x="461" y="1577"/>
                </a:lnTo>
                <a:lnTo>
                  <a:pt x="461" y="1718"/>
                </a:lnTo>
                <a:lnTo>
                  <a:pt x="507" y="1862"/>
                </a:lnTo>
                <a:lnTo>
                  <a:pt x="576" y="2006"/>
                </a:lnTo>
                <a:lnTo>
                  <a:pt x="622" y="2149"/>
                </a:lnTo>
                <a:lnTo>
                  <a:pt x="622" y="2293"/>
                </a:lnTo>
                <a:lnTo>
                  <a:pt x="669" y="2435"/>
                </a:lnTo>
                <a:lnTo>
                  <a:pt x="715" y="2579"/>
                </a:lnTo>
                <a:lnTo>
                  <a:pt x="784" y="2722"/>
                </a:lnTo>
                <a:lnTo>
                  <a:pt x="784" y="2866"/>
                </a:lnTo>
                <a:lnTo>
                  <a:pt x="830" y="3010"/>
                </a:lnTo>
                <a:lnTo>
                  <a:pt x="876" y="3152"/>
                </a:lnTo>
                <a:lnTo>
                  <a:pt x="922" y="3295"/>
                </a:lnTo>
                <a:lnTo>
                  <a:pt x="922" y="3439"/>
                </a:lnTo>
                <a:lnTo>
                  <a:pt x="991" y="3583"/>
                </a:lnTo>
                <a:lnTo>
                  <a:pt x="1038" y="3727"/>
                </a:lnTo>
                <a:lnTo>
                  <a:pt x="1084" y="3868"/>
                </a:lnTo>
                <a:lnTo>
                  <a:pt x="1084" y="4012"/>
                </a:lnTo>
                <a:lnTo>
                  <a:pt x="1153" y="4156"/>
                </a:lnTo>
                <a:lnTo>
                  <a:pt x="1199" y="4299"/>
                </a:lnTo>
                <a:lnTo>
                  <a:pt x="1245" y="4443"/>
                </a:lnTo>
                <a:lnTo>
                  <a:pt x="1245" y="4585"/>
                </a:lnTo>
                <a:lnTo>
                  <a:pt x="1291" y="4729"/>
                </a:lnTo>
                <a:lnTo>
                  <a:pt x="1361" y="4777"/>
                </a:lnTo>
                <a:lnTo>
                  <a:pt x="1361" y="4824"/>
                </a:lnTo>
                <a:lnTo>
                  <a:pt x="1361" y="4872"/>
                </a:lnTo>
                <a:lnTo>
                  <a:pt x="1361" y="4920"/>
                </a:lnTo>
                <a:lnTo>
                  <a:pt x="1361" y="4968"/>
                </a:lnTo>
                <a:lnTo>
                  <a:pt x="1407" y="5112"/>
                </a:lnTo>
                <a:lnTo>
                  <a:pt x="1453" y="5254"/>
                </a:lnTo>
                <a:lnTo>
                  <a:pt x="1522" y="5397"/>
                </a:lnTo>
                <a:lnTo>
                  <a:pt x="1522" y="5541"/>
                </a:lnTo>
                <a:lnTo>
                  <a:pt x="1568" y="5685"/>
                </a:lnTo>
                <a:lnTo>
                  <a:pt x="1614" y="5829"/>
                </a:lnTo>
                <a:lnTo>
                  <a:pt x="1660" y="5970"/>
                </a:lnTo>
                <a:lnTo>
                  <a:pt x="1730" y="6114"/>
                </a:lnTo>
                <a:lnTo>
                  <a:pt x="1730" y="6258"/>
                </a:lnTo>
                <a:lnTo>
                  <a:pt x="1776" y="6401"/>
                </a:lnTo>
                <a:lnTo>
                  <a:pt x="1822" y="6545"/>
                </a:lnTo>
                <a:lnTo>
                  <a:pt x="1868" y="6687"/>
                </a:lnTo>
                <a:lnTo>
                  <a:pt x="1868" y="6831"/>
                </a:lnTo>
                <a:lnTo>
                  <a:pt x="1937" y="6974"/>
                </a:lnTo>
                <a:lnTo>
                  <a:pt x="1983" y="7118"/>
                </a:lnTo>
                <a:lnTo>
                  <a:pt x="2030" y="7262"/>
                </a:lnTo>
                <a:lnTo>
                  <a:pt x="2030" y="7404"/>
                </a:lnTo>
                <a:lnTo>
                  <a:pt x="2099" y="7547"/>
                </a:lnTo>
                <a:lnTo>
                  <a:pt x="2145" y="7691"/>
                </a:lnTo>
                <a:lnTo>
                  <a:pt x="2191" y="7835"/>
                </a:lnTo>
                <a:lnTo>
                  <a:pt x="2191" y="7979"/>
                </a:lnTo>
                <a:lnTo>
                  <a:pt x="2237" y="8120"/>
                </a:lnTo>
                <a:lnTo>
                  <a:pt x="2306" y="826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150834" y="3827114"/>
            <a:ext cx="2306" cy="8026"/>
          </a:xfrm>
          <a:custGeom>
            <a:avLst/>
            <a:gdLst/>
            <a:ahLst/>
            <a:cxnLst/>
            <a:rect l="l" t="t" r="r" b="b"/>
            <a:pathLst>
              <a:path w="2306" h="8026">
                <a:moveTo>
                  <a:pt x="0" y="0"/>
                </a:moveTo>
                <a:lnTo>
                  <a:pt x="46" y="143"/>
                </a:lnTo>
                <a:lnTo>
                  <a:pt x="92" y="287"/>
                </a:lnTo>
                <a:lnTo>
                  <a:pt x="138" y="431"/>
                </a:lnTo>
                <a:lnTo>
                  <a:pt x="138" y="572"/>
                </a:lnTo>
                <a:lnTo>
                  <a:pt x="207" y="716"/>
                </a:lnTo>
                <a:lnTo>
                  <a:pt x="253" y="860"/>
                </a:lnTo>
                <a:lnTo>
                  <a:pt x="299" y="1004"/>
                </a:lnTo>
                <a:lnTo>
                  <a:pt x="299" y="1147"/>
                </a:lnTo>
                <a:lnTo>
                  <a:pt x="369" y="1289"/>
                </a:lnTo>
                <a:lnTo>
                  <a:pt x="415" y="1433"/>
                </a:lnTo>
                <a:lnTo>
                  <a:pt x="461" y="1577"/>
                </a:lnTo>
                <a:lnTo>
                  <a:pt x="461" y="1720"/>
                </a:lnTo>
                <a:lnTo>
                  <a:pt x="507" y="1864"/>
                </a:lnTo>
                <a:lnTo>
                  <a:pt x="576" y="2006"/>
                </a:lnTo>
                <a:lnTo>
                  <a:pt x="622" y="2149"/>
                </a:lnTo>
                <a:lnTo>
                  <a:pt x="669" y="2293"/>
                </a:lnTo>
                <a:lnTo>
                  <a:pt x="669" y="2437"/>
                </a:lnTo>
                <a:lnTo>
                  <a:pt x="738" y="2581"/>
                </a:lnTo>
                <a:lnTo>
                  <a:pt x="784" y="2674"/>
                </a:lnTo>
                <a:lnTo>
                  <a:pt x="784" y="2722"/>
                </a:lnTo>
                <a:lnTo>
                  <a:pt x="784" y="2770"/>
                </a:lnTo>
                <a:lnTo>
                  <a:pt x="784" y="2818"/>
                </a:lnTo>
                <a:lnTo>
                  <a:pt x="830" y="2818"/>
                </a:lnTo>
                <a:lnTo>
                  <a:pt x="830" y="2962"/>
                </a:lnTo>
                <a:lnTo>
                  <a:pt x="876" y="3106"/>
                </a:lnTo>
                <a:lnTo>
                  <a:pt x="945" y="3249"/>
                </a:lnTo>
                <a:lnTo>
                  <a:pt x="991" y="3391"/>
                </a:lnTo>
                <a:lnTo>
                  <a:pt x="991" y="3535"/>
                </a:lnTo>
                <a:lnTo>
                  <a:pt x="1038" y="3679"/>
                </a:lnTo>
                <a:lnTo>
                  <a:pt x="1084" y="3822"/>
                </a:lnTo>
                <a:lnTo>
                  <a:pt x="1153" y="3966"/>
                </a:lnTo>
                <a:lnTo>
                  <a:pt x="1153" y="4108"/>
                </a:lnTo>
                <a:lnTo>
                  <a:pt x="1199" y="4252"/>
                </a:lnTo>
                <a:lnTo>
                  <a:pt x="1245" y="4395"/>
                </a:lnTo>
                <a:lnTo>
                  <a:pt x="1314" y="4539"/>
                </a:lnTo>
                <a:lnTo>
                  <a:pt x="1361" y="4683"/>
                </a:lnTo>
                <a:lnTo>
                  <a:pt x="1361" y="4824"/>
                </a:lnTo>
                <a:lnTo>
                  <a:pt x="1407" y="4968"/>
                </a:lnTo>
                <a:lnTo>
                  <a:pt x="1453" y="5112"/>
                </a:lnTo>
                <a:lnTo>
                  <a:pt x="1522" y="5256"/>
                </a:lnTo>
                <a:lnTo>
                  <a:pt x="1522" y="5399"/>
                </a:lnTo>
                <a:lnTo>
                  <a:pt x="1568" y="5541"/>
                </a:lnTo>
                <a:lnTo>
                  <a:pt x="1614" y="5685"/>
                </a:lnTo>
                <a:lnTo>
                  <a:pt x="1684" y="5829"/>
                </a:lnTo>
                <a:lnTo>
                  <a:pt x="1730" y="5972"/>
                </a:lnTo>
                <a:lnTo>
                  <a:pt x="1730" y="6116"/>
                </a:lnTo>
                <a:lnTo>
                  <a:pt x="1776" y="6258"/>
                </a:lnTo>
                <a:lnTo>
                  <a:pt x="1822" y="6401"/>
                </a:lnTo>
                <a:lnTo>
                  <a:pt x="1891" y="6545"/>
                </a:lnTo>
                <a:lnTo>
                  <a:pt x="1937" y="6689"/>
                </a:lnTo>
                <a:lnTo>
                  <a:pt x="1937" y="6833"/>
                </a:lnTo>
                <a:lnTo>
                  <a:pt x="1983" y="6974"/>
                </a:lnTo>
                <a:lnTo>
                  <a:pt x="2030" y="7118"/>
                </a:lnTo>
                <a:lnTo>
                  <a:pt x="2099" y="7262"/>
                </a:lnTo>
                <a:lnTo>
                  <a:pt x="2145" y="7406"/>
                </a:lnTo>
                <a:lnTo>
                  <a:pt x="2145" y="7549"/>
                </a:lnTo>
                <a:lnTo>
                  <a:pt x="2191" y="7691"/>
                </a:lnTo>
                <a:lnTo>
                  <a:pt x="2260" y="7835"/>
                </a:lnTo>
                <a:lnTo>
                  <a:pt x="2306" y="797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153141" y="3835141"/>
            <a:ext cx="2306" cy="7739"/>
          </a:xfrm>
          <a:custGeom>
            <a:avLst/>
            <a:gdLst/>
            <a:ahLst/>
            <a:cxnLst/>
            <a:rect l="l" t="t" r="r" b="b"/>
            <a:pathLst>
              <a:path w="2306" h="7739">
                <a:moveTo>
                  <a:pt x="0" y="0"/>
                </a:moveTo>
                <a:lnTo>
                  <a:pt x="46" y="143"/>
                </a:lnTo>
                <a:lnTo>
                  <a:pt x="92" y="287"/>
                </a:lnTo>
                <a:lnTo>
                  <a:pt x="92" y="429"/>
                </a:lnTo>
                <a:lnTo>
                  <a:pt x="161" y="572"/>
                </a:lnTo>
                <a:lnTo>
                  <a:pt x="207" y="716"/>
                </a:lnTo>
                <a:lnTo>
                  <a:pt x="253" y="860"/>
                </a:lnTo>
                <a:lnTo>
                  <a:pt x="299" y="1004"/>
                </a:lnTo>
                <a:lnTo>
                  <a:pt x="299" y="1145"/>
                </a:lnTo>
                <a:lnTo>
                  <a:pt x="369" y="1289"/>
                </a:lnTo>
                <a:lnTo>
                  <a:pt x="415" y="1433"/>
                </a:lnTo>
                <a:lnTo>
                  <a:pt x="461" y="1577"/>
                </a:lnTo>
                <a:lnTo>
                  <a:pt x="530" y="1720"/>
                </a:lnTo>
                <a:lnTo>
                  <a:pt x="530" y="1862"/>
                </a:lnTo>
                <a:lnTo>
                  <a:pt x="576" y="2006"/>
                </a:lnTo>
                <a:lnTo>
                  <a:pt x="622" y="2149"/>
                </a:lnTo>
                <a:lnTo>
                  <a:pt x="669" y="2293"/>
                </a:lnTo>
                <a:lnTo>
                  <a:pt x="738" y="2437"/>
                </a:lnTo>
                <a:lnTo>
                  <a:pt x="784" y="2579"/>
                </a:lnTo>
                <a:lnTo>
                  <a:pt x="784" y="2722"/>
                </a:lnTo>
                <a:lnTo>
                  <a:pt x="830" y="2866"/>
                </a:lnTo>
                <a:lnTo>
                  <a:pt x="899" y="3010"/>
                </a:lnTo>
                <a:lnTo>
                  <a:pt x="945" y="3154"/>
                </a:lnTo>
                <a:lnTo>
                  <a:pt x="945" y="3295"/>
                </a:lnTo>
                <a:lnTo>
                  <a:pt x="991" y="3439"/>
                </a:lnTo>
                <a:lnTo>
                  <a:pt x="1038" y="3583"/>
                </a:lnTo>
                <a:lnTo>
                  <a:pt x="1107" y="3727"/>
                </a:lnTo>
                <a:lnTo>
                  <a:pt x="1153" y="3870"/>
                </a:lnTo>
                <a:lnTo>
                  <a:pt x="1153" y="4012"/>
                </a:lnTo>
                <a:lnTo>
                  <a:pt x="1199" y="4156"/>
                </a:lnTo>
                <a:lnTo>
                  <a:pt x="1245" y="4299"/>
                </a:lnTo>
                <a:lnTo>
                  <a:pt x="1314" y="4443"/>
                </a:lnTo>
                <a:lnTo>
                  <a:pt x="1361" y="4587"/>
                </a:lnTo>
                <a:lnTo>
                  <a:pt x="1407" y="4729"/>
                </a:lnTo>
                <a:lnTo>
                  <a:pt x="1407" y="4872"/>
                </a:lnTo>
                <a:lnTo>
                  <a:pt x="1476" y="5016"/>
                </a:lnTo>
                <a:lnTo>
                  <a:pt x="1522" y="5160"/>
                </a:lnTo>
                <a:lnTo>
                  <a:pt x="1568" y="5304"/>
                </a:lnTo>
                <a:lnTo>
                  <a:pt x="1614" y="5445"/>
                </a:lnTo>
                <a:lnTo>
                  <a:pt x="1614" y="5589"/>
                </a:lnTo>
                <a:lnTo>
                  <a:pt x="1684" y="5733"/>
                </a:lnTo>
                <a:lnTo>
                  <a:pt x="1730" y="5781"/>
                </a:lnTo>
                <a:lnTo>
                  <a:pt x="1730" y="5924"/>
                </a:lnTo>
                <a:lnTo>
                  <a:pt x="1776" y="5972"/>
                </a:lnTo>
                <a:lnTo>
                  <a:pt x="1776" y="6114"/>
                </a:lnTo>
                <a:lnTo>
                  <a:pt x="1845" y="6258"/>
                </a:lnTo>
                <a:lnTo>
                  <a:pt x="1891" y="6401"/>
                </a:lnTo>
                <a:lnTo>
                  <a:pt x="1937" y="6545"/>
                </a:lnTo>
                <a:lnTo>
                  <a:pt x="1983" y="6689"/>
                </a:lnTo>
                <a:lnTo>
                  <a:pt x="1983" y="6831"/>
                </a:lnTo>
                <a:lnTo>
                  <a:pt x="2053" y="6974"/>
                </a:lnTo>
                <a:lnTo>
                  <a:pt x="2099" y="7118"/>
                </a:lnTo>
                <a:lnTo>
                  <a:pt x="2145" y="7262"/>
                </a:lnTo>
                <a:lnTo>
                  <a:pt x="2191" y="7406"/>
                </a:lnTo>
                <a:lnTo>
                  <a:pt x="2260" y="7547"/>
                </a:lnTo>
                <a:lnTo>
                  <a:pt x="2260" y="769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155448" y="3842881"/>
            <a:ext cx="2306" cy="7501"/>
          </a:xfrm>
          <a:custGeom>
            <a:avLst/>
            <a:gdLst/>
            <a:ahLst/>
            <a:cxnLst/>
            <a:rect l="l" t="t" r="r" b="b"/>
            <a:pathLst>
              <a:path w="2306" h="7501">
                <a:moveTo>
                  <a:pt x="0" y="0"/>
                </a:moveTo>
                <a:lnTo>
                  <a:pt x="0" y="143"/>
                </a:lnTo>
                <a:lnTo>
                  <a:pt x="46" y="287"/>
                </a:lnTo>
                <a:lnTo>
                  <a:pt x="115" y="431"/>
                </a:lnTo>
                <a:lnTo>
                  <a:pt x="161" y="572"/>
                </a:lnTo>
                <a:lnTo>
                  <a:pt x="207" y="716"/>
                </a:lnTo>
                <a:lnTo>
                  <a:pt x="253" y="860"/>
                </a:lnTo>
                <a:lnTo>
                  <a:pt x="253" y="1004"/>
                </a:lnTo>
                <a:lnTo>
                  <a:pt x="322" y="1147"/>
                </a:lnTo>
                <a:lnTo>
                  <a:pt x="369" y="1289"/>
                </a:lnTo>
                <a:lnTo>
                  <a:pt x="415" y="1433"/>
                </a:lnTo>
                <a:lnTo>
                  <a:pt x="461" y="1577"/>
                </a:lnTo>
                <a:lnTo>
                  <a:pt x="530" y="1720"/>
                </a:lnTo>
                <a:lnTo>
                  <a:pt x="530" y="1864"/>
                </a:lnTo>
                <a:lnTo>
                  <a:pt x="576" y="2006"/>
                </a:lnTo>
                <a:lnTo>
                  <a:pt x="622" y="2149"/>
                </a:lnTo>
                <a:lnTo>
                  <a:pt x="692" y="2293"/>
                </a:lnTo>
                <a:lnTo>
                  <a:pt x="738" y="2437"/>
                </a:lnTo>
                <a:lnTo>
                  <a:pt x="784" y="2581"/>
                </a:lnTo>
                <a:lnTo>
                  <a:pt x="784" y="2722"/>
                </a:lnTo>
                <a:lnTo>
                  <a:pt x="830" y="2914"/>
                </a:lnTo>
                <a:lnTo>
                  <a:pt x="899" y="3058"/>
                </a:lnTo>
                <a:lnTo>
                  <a:pt x="945" y="3202"/>
                </a:lnTo>
                <a:lnTo>
                  <a:pt x="991" y="3345"/>
                </a:lnTo>
                <a:lnTo>
                  <a:pt x="1061" y="3487"/>
                </a:lnTo>
                <a:lnTo>
                  <a:pt x="1107" y="3631"/>
                </a:lnTo>
                <a:lnTo>
                  <a:pt x="1153" y="3774"/>
                </a:lnTo>
                <a:lnTo>
                  <a:pt x="1153" y="3918"/>
                </a:lnTo>
                <a:lnTo>
                  <a:pt x="1199" y="4062"/>
                </a:lnTo>
                <a:lnTo>
                  <a:pt x="1268" y="4204"/>
                </a:lnTo>
                <a:lnTo>
                  <a:pt x="1314" y="4347"/>
                </a:lnTo>
                <a:lnTo>
                  <a:pt x="1361" y="4491"/>
                </a:lnTo>
                <a:lnTo>
                  <a:pt x="1407" y="4635"/>
                </a:lnTo>
                <a:lnTo>
                  <a:pt x="1407" y="4779"/>
                </a:lnTo>
                <a:lnTo>
                  <a:pt x="1476" y="4920"/>
                </a:lnTo>
                <a:lnTo>
                  <a:pt x="1522" y="5064"/>
                </a:lnTo>
                <a:lnTo>
                  <a:pt x="1568" y="5208"/>
                </a:lnTo>
                <a:lnTo>
                  <a:pt x="1637" y="5351"/>
                </a:lnTo>
                <a:lnTo>
                  <a:pt x="1684" y="5495"/>
                </a:lnTo>
                <a:lnTo>
                  <a:pt x="1730" y="5637"/>
                </a:lnTo>
                <a:lnTo>
                  <a:pt x="1730" y="5781"/>
                </a:lnTo>
                <a:lnTo>
                  <a:pt x="1776" y="5924"/>
                </a:lnTo>
                <a:lnTo>
                  <a:pt x="1845" y="6068"/>
                </a:lnTo>
                <a:lnTo>
                  <a:pt x="1891" y="6212"/>
                </a:lnTo>
                <a:lnTo>
                  <a:pt x="1937" y="6354"/>
                </a:lnTo>
                <a:lnTo>
                  <a:pt x="2007" y="6497"/>
                </a:lnTo>
                <a:lnTo>
                  <a:pt x="2007" y="6641"/>
                </a:lnTo>
                <a:lnTo>
                  <a:pt x="2053" y="6785"/>
                </a:lnTo>
                <a:lnTo>
                  <a:pt x="2099" y="6929"/>
                </a:lnTo>
                <a:lnTo>
                  <a:pt x="2145" y="7070"/>
                </a:lnTo>
                <a:lnTo>
                  <a:pt x="2214" y="7214"/>
                </a:lnTo>
                <a:lnTo>
                  <a:pt x="2260" y="7358"/>
                </a:lnTo>
                <a:lnTo>
                  <a:pt x="2306" y="750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157755" y="3850383"/>
            <a:ext cx="2260" cy="7214"/>
          </a:xfrm>
          <a:custGeom>
            <a:avLst/>
            <a:gdLst/>
            <a:ahLst/>
            <a:cxnLst/>
            <a:rect l="l" t="t" r="r" b="b"/>
            <a:pathLst>
              <a:path w="2260" h="7214">
                <a:moveTo>
                  <a:pt x="0" y="0"/>
                </a:moveTo>
                <a:lnTo>
                  <a:pt x="0" y="143"/>
                </a:lnTo>
                <a:lnTo>
                  <a:pt x="46" y="285"/>
                </a:lnTo>
                <a:lnTo>
                  <a:pt x="115" y="429"/>
                </a:lnTo>
                <a:lnTo>
                  <a:pt x="161" y="572"/>
                </a:lnTo>
                <a:lnTo>
                  <a:pt x="207" y="716"/>
                </a:lnTo>
                <a:lnTo>
                  <a:pt x="276" y="860"/>
                </a:lnTo>
                <a:lnTo>
                  <a:pt x="276" y="1002"/>
                </a:lnTo>
                <a:lnTo>
                  <a:pt x="322" y="1145"/>
                </a:lnTo>
                <a:lnTo>
                  <a:pt x="369" y="1289"/>
                </a:lnTo>
                <a:lnTo>
                  <a:pt x="415" y="1433"/>
                </a:lnTo>
                <a:lnTo>
                  <a:pt x="484" y="1577"/>
                </a:lnTo>
                <a:lnTo>
                  <a:pt x="530" y="1718"/>
                </a:lnTo>
                <a:lnTo>
                  <a:pt x="576" y="1814"/>
                </a:lnTo>
                <a:lnTo>
                  <a:pt x="576" y="1958"/>
                </a:lnTo>
                <a:lnTo>
                  <a:pt x="622" y="2006"/>
                </a:lnTo>
                <a:lnTo>
                  <a:pt x="692" y="2149"/>
                </a:lnTo>
                <a:lnTo>
                  <a:pt x="692" y="2293"/>
                </a:lnTo>
                <a:lnTo>
                  <a:pt x="738" y="2435"/>
                </a:lnTo>
                <a:lnTo>
                  <a:pt x="784" y="2579"/>
                </a:lnTo>
                <a:lnTo>
                  <a:pt x="853" y="2722"/>
                </a:lnTo>
                <a:lnTo>
                  <a:pt x="899" y="2866"/>
                </a:lnTo>
                <a:lnTo>
                  <a:pt x="945" y="3010"/>
                </a:lnTo>
                <a:lnTo>
                  <a:pt x="945" y="3152"/>
                </a:lnTo>
                <a:lnTo>
                  <a:pt x="991" y="3295"/>
                </a:lnTo>
                <a:lnTo>
                  <a:pt x="1061" y="3439"/>
                </a:lnTo>
                <a:lnTo>
                  <a:pt x="1107" y="3583"/>
                </a:lnTo>
                <a:lnTo>
                  <a:pt x="1153" y="3727"/>
                </a:lnTo>
                <a:lnTo>
                  <a:pt x="1222" y="3868"/>
                </a:lnTo>
                <a:lnTo>
                  <a:pt x="1268" y="4012"/>
                </a:lnTo>
                <a:lnTo>
                  <a:pt x="1314" y="4156"/>
                </a:lnTo>
                <a:lnTo>
                  <a:pt x="1361" y="4299"/>
                </a:lnTo>
                <a:lnTo>
                  <a:pt x="1361" y="4443"/>
                </a:lnTo>
                <a:lnTo>
                  <a:pt x="1430" y="4585"/>
                </a:lnTo>
                <a:lnTo>
                  <a:pt x="1476" y="4729"/>
                </a:lnTo>
                <a:lnTo>
                  <a:pt x="1522" y="4872"/>
                </a:lnTo>
                <a:lnTo>
                  <a:pt x="1568" y="5016"/>
                </a:lnTo>
                <a:lnTo>
                  <a:pt x="1637" y="5160"/>
                </a:lnTo>
                <a:lnTo>
                  <a:pt x="1684" y="5301"/>
                </a:lnTo>
                <a:lnTo>
                  <a:pt x="1730" y="5445"/>
                </a:lnTo>
                <a:lnTo>
                  <a:pt x="1730" y="5589"/>
                </a:lnTo>
                <a:lnTo>
                  <a:pt x="1799" y="5733"/>
                </a:lnTo>
                <a:lnTo>
                  <a:pt x="1845" y="5876"/>
                </a:lnTo>
                <a:lnTo>
                  <a:pt x="1891" y="6018"/>
                </a:lnTo>
                <a:lnTo>
                  <a:pt x="1937" y="6162"/>
                </a:lnTo>
                <a:lnTo>
                  <a:pt x="2007" y="6306"/>
                </a:lnTo>
                <a:lnTo>
                  <a:pt x="2053" y="6449"/>
                </a:lnTo>
                <a:lnTo>
                  <a:pt x="2099" y="6593"/>
                </a:lnTo>
                <a:lnTo>
                  <a:pt x="2099" y="6735"/>
                </a:lnTo>
                <a:lnTo>
                  <a:pt x="2145" y="6879"/>
                </a:lnTo>
                <a:lnTo>
                  <a:pt x="2214" y="7022"/>
                </a:lnTo>
                <a:lnTo>
                  <a:pt x="2260" y="7166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160016" y="3857597"/>
            <a:ext cx="2306" cy="6926"/>
          </a:xfrm>
          <a:custGeom>
            <a:avLst/>
            <a:gdLst/>
            <a:ahLst/>
            <a:cxnLst/>
            <a:rect l="l" t="t" r="r" b="b"/>
            <a:pathLst>
              <a:path w="2306" h="6926">
                <a:moveTo>
                  <a:pt x="0" y="0"/>
                </a:moveTo>
                <a:lnTo>
                  <a:pt x="46" y="141"/>
                </a:lnTo>
                <a:lnTo>
                  <a:pt x="115" y="285"/>
                </a:lnTo>
                <a:lnTo>
                  <a:pt x="161" y="429"/>
                </a:lnTo>
                <a:lnTo>
                  <a:pt x="207" y="572"/>
                </a:lnTo>
                <a:lnTo>
                  <a:pt x="253" y="716"/>
                </a:lnTo>
                <a:lnTo>
                  <a:pt x="322" y="858"/>
                </a:lnTo>
                <a:lnTo>
                  <a:pt x="322" y="1002"/>
                </a:lnTo>
                <a:lnTo>
                  <a:pt x="415" y="1145"/>
                </a:lnTo>
                <a:lnTo>
                  <a:pt x="415" y="1289"/>
                </a:lnTo>
                <a:lnTo>
                  <a:pt x="484" y="1433"/>
                </a:lnTo>
                <a:lnTo>
                  <a:pt x="530" y="1574"/>
                </a:lnTo>
                <a:lnTo>
                  <a:pt x="576" y="1718"/>
                </a:lnTo>
                <a:lnTo>
                  <a:pt x="622" y="1862"/>
                </a:lnTo>
                <a:lnTo>
                  <a:pt x="692" y="2006"/>
                </a:lnTo>
                <a:lnTo>
                  <a:pt x="738" y="2149"/>
                </a:lnTo>
                <a:lnTo>
                  <a:pt x="784" y="2291"/>
                </a:lnTo>
                <a:lnTo>
                  <a:pt x="830" y="2435"/>
                </a:lnTo>
                <a:lnTo>
                  <a:pt x="830" y="2579"/>
                </a:lnTo>
                <a:lnTo>
                  <a:pt x="899" y="2722"/>
                </a:lnTo>
                <a:lnTo>
                  <a:pt x="945" y="2866"/>
                </a:lnTo>
                <a:lnTo>
                  <a:pt x="991" y="3008"/>
                </a:lnTo>
                <a:lnTo>
                  <a:pt x="1061" y="3152"/>
                </a:lnTo>
                <a:lnTo>
                  <a:pt x="1107" y="3295"/>
                </a:lnTo>
                <a:lnTo>
                  <a:pt x="1153" y="3439"/>
                </a:lnTo>
                <a:lnTo>
                  <a:pt x="1199" y="3583"/>
                </a:lnTo>
                <a:lnTo>
                  <a:pt x="1268" y="3724"/>
                </a:lnTo>
                <a:lnTo>
                  <a:pt x="1314" y="3868"/>
                </a:lnTo>
                <a:lnTo>
                  <a:pt x="1314" y="4012"/>
                </a:lnTo>
                <a:lnTo>
                  <a:pt x="1430" y="4156"/>
                </a:lnTo>
                <a:lnTo>
                  <a:pt x="1430" y="4299"/>
                </a:lnTo>
                <a:lnTo>
                  <a:pt x="1476" y="4441"/>
                </a:lnTo>
                <a:lnTo>
                  <a:pt x="1522" y="4585"/>
                </a:lnTo>
                <a:lnTo>
                  <a:pt x="1568" y="4729"/>
                </a:lnTo>
                <a:lnTo>
                  <a:pt x="1637" y="4872"/>
                </a:lnTo>
                <a:lnTo>
                  <a:pt x="1684" y="5016"/>
                </a:lnTo>
                <a:lnTo>
                  <a:pt x="1730" y="5158"/>
                </a:lnTo>
                <a:lnTo>
                  <a:pt x="1776" y="5301"/>
                </a:lnTo>
                <a:lnTo>
                  <a:pt x="1845" y="5445"/>
                </a:lnTo>
                <a:lnTo>
                  <a:pt x="1891" y="5589"/>
                </a:lnTo>
                <a:lnTo>
                  <a:pt x="1891" y="5733"/>
                </a:lnTo>
                <a:lnTo>
                  <a:pt x="2007" y="5874"/>
                </a:lnTo>
                <a:lnTo>
                  <a:pt x="2007" y="6018"/>
                </a:lnTo>
                <a:lnTo>
                  <a:pt x="2053" y="6162"/>
                </a:lnTo>
                <a:lnTo>
                  <a:pt x="2099" y="6306"/>
                </a:lnTo>
                <a:lnTo>
                  <a:pt x="2145" y="6449"/>
                </a:lnTo>
                <a:lnTo>
                  <a:pt x="2214" y="6591"/>
                </a:lnTo>
                <a:lnTo>
                  <a:pt x="2260" y="6735"/>
                </a:lnTo>
                <a:lnTo>
                  <a:pt x="2306" y="6879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162323" y="3864524"/>
            <a:ext cx="2306" cy="6593"/>
          </a:xfrm>
          <a:custGeom>
            <a:avLst/>
            <a:gdLst/>
            <a:ahLst/>
            <a:cxnLst/>
            <a:rect l="l" t="t" r="r" b="b"/>
            <a:pathLst>
              <a:path w="2306" h="6593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161" y="429"/>
                </a:lnTo>
                <a:lnTo>
                  <a:pt x="207" y="572"/>
                </a:lnTo>
                <a:lnTo>
                  <a:pt x="276" y="716"/>
                </a:lnTo>
                <a:lnTo>
                  <a:pt x="322" y="860"/>
                </a:lnTo>
                <a:lnTo>
                  <a:pt x="369" y="1004"/>
                </a:lnTo>
                <a:lnTo>
                  <a:pt x="415" y="1145"/>
                </a:lnTo>
                <a:lnTo>
                  <a:pt x="415" y="1289"/>
                </a:lnTo>
                <a:lnTo>
                  <a:pt x="530" y="1433"/>
                </a:lnTo>
                <a:lnTo>
                  <a:pt x="530" y="1577"/>
                </a:lnTo>
                <a:lnTo>
                  <a:pt x="576" y="1720"/>
                </a:lnTo>
                <a:lnTo>
                  <a:pt x="645" y="1862"/>
                </a:lnTo>
                <a:lnTo>
                  <a:pt x="692" y="2006"/>
                </a:lnTo>
                <a:lnTo>
                  <a:pt x="738" y="2149"/>
                </a:lnTo>
                <a:lnTo>
                  <a:pt x="784" y="2293"/>
                </a:lnTo>
                <a:lnTo>
                  <a:pt x="853" y="2437"/>
                </a:lnTo>
                <a:lnTo>
                  <a:pt x="899" y="2579"/>
                </a:lnTo>
                <a:lnTo>
                  <a:pt x="945" y="2722"/>
                </a:lnTo>
                <a:lnTo>
                  <a:pt x="991" y="2866"/>
                </a:lnTo>
                <a:lnTo>
                  <a:pt x="1061" y="3010"/>
                </a:lnTo>
                <a:lnTo>
                  <a:pt x="1107" y="3154"/>
                </a:lnTo>
                <a:lnTo>
                  <a:pt x="1153" y="3295"/>
                </a:lnTo>
                <a:lnTo>
                  <a:pt x="1222" y="3439"/>
                </a:lnTo>
                <a:lnTo>
                  <a:pt x="1268" y="3583"/>
                </a:lnTo>
                <a:lnTo>
                  <a:pt x="1314" y="3727"/>
                </a:lnTo>
                <a:lnTo>
                  <a:pt x="1314" y="3870"/>
                </a:lnTo>
                <a:lnTo>
                  <a:pt x="1430" y="4012"/>
                </a:lnTo>
                <a:lnTo>
                  <a:pt x="1430" y="4156"/>
                </a:lnTo>
                <a:lnTo>
                  <a:pt x="1476" y="4299"/>
                </a:lnTo>
                <a:lnTo>
                  <a:pt x="1522" y="4443"/>
                </a:lnTo>
                <a:lnTo>
                  <a:pt x="1591" y="4587"/>
                </a:lnTo>
                <a:lnTo>
                  <a:pt x="1637" y="4729"/>
                </a:lnTo>
                <a:lnTo>
                  <a:pt x="1684" y="4872"/>
                </a:lnTo>
                <a:lnTo>
                  <a:pt x="1730" y="5016"/>
                </a:lnTo>
                <a:lnTo>
                  <a:pt x="1799" y="5160"/>
                </a:lnTo>
                <a:lnTo>
                  <a:pt x="1845" y="5304"/>
                </a:lnTo>
                <a:lnTo>
                  <a:pt x="1891" y="5445"/>
                </a:lnTo>
                <a:lnTo>
                  <a:pt x="1937" y="5589"/>
                </a:lnTo>
                <a:lnTo>
                  <a:pt x="2007" y="5733"/>
                </a:lnTo>
                <a:lnTo>
                  <a:pt x="2053" y="5876"/>
                </a:lnTo>
                <a:lnTo>
                  <a:pt x="2099" y="6020"/>
                </a:lnTo>
                <a:lnTo>
                  <a:pt x="2168" y="6162"/>
                </a:lnTo>
                <a:lnTo>
                  <a:pt x="2214" y="6306"/>
                </a:lnTo>
                <a:lnTo>
                  <a:pt x="2260" y="6449"/>
                </a:lnTo>
                <a:lnTo>
                  <a:pt x="2306" y="6593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164630" y="3871118"/>
            <a:ext cx="2329" cy="6354"/>
          </a:xfrm>
          <a:custGeom>
            <a:avLst/>
            <a:gdLst/>
            <a:ahLst/>
            <a:cxnLst/>
            <a:rect l="l" t="t" r="r" b="b"/>
            <a:pathLst>
              <a:path w="2329" h="6354">
                <a:moveTo>
                  <a:pt x="0" y="0"/>
                </a:moveTo>
                <a:lnTo>
                  <a:pt x="69" y="143"/>
                </a:lnTo>
                <a:lnTo>
                  <a:pt x="115" y="285"/>
                </a:lnTo>
                <a:lnTo>
                  <a:pt x="161" y="429"/>
                </a:lnTo>
                <a:lnTo>
                  <a:pt x="207" y="572"/>
                </a:lnTo>
                <a:lnTo>
                  <a:pt x="276" y="716"/>
                </a:lnTo>
                <a:lnTo>
                  <a:pt x="322" y="860"/>
                </a:lnTo>
                <a:lnTo>
                  <a:pt x="322" y="1002"/>
                </a:lnTo>
                <a:lnTo>
                  <a:pt x="438" y="1145"/>
                </a:lnTo>
                <a:lnTo>
                  <a:pt x="438" y="1289"/>
                </a:lnTo>
                <a:lnTo>
                  <a:pt x="484" y="1433"/>
                </a:lnTo>
                <a:lnTo>
                  <a:pt x="530" y="1577"/>
                </a:lnTo>
                <a:lnTo>
                  <a:pt x="576" y="1718"/>
                </a:lnTo>
                <a:lnTo>
                  <a:pt x="645" y="1862"/>
                </a:lnTo>
                <a:lnTo>
                  <a:pt x="692" y="2006"/>
                </a:lnTo>
                <a:lnTo>
                  <a:pt x="738" y="2149"/>
                </a:lnTo>
                <a:lnTo>
                  <a:pt x="807" y="2293"/>
                </a:lnTo>
                <a:lnTo>
                  <a:pt x="853" y="2435"/>
                </a:lnTo>
                <a:lnTo>
                  <a:pt x="899" y="2579"/>
                </a:lnTo>
                <a:lnTo>
                  <a:pt x="945" y="2722"/>
                </a:lnTo>
                <a:lnTo>
                  <a:pt x="1015" y="2866"/>
                </a:lnTo>
                <a:lnTo>
                  <a:pt x="1061" y="3010"/>
                </a:lnTo>
                <a:lnTo>
                  <a:pt x="1107" y="3152"/>
                </a:lnTo>
                <a:lnTo>
                  <a:pt x="1153" y="3295"/>
                </a:lnTo>
                <a:lnTo>
                  <a:pt x="1222" y="3439"/>
                </a:lnTo>
                <a:lnTo>
                  <a:pt x="1268" y="3583"/>
                </a:lnTo>
                <a:lnTo>
                  <a:pt x="1314" y="3727"/>
                </a:lnTo>
                <a:lnTo>
                  <a:pt x="1384" y="3868"/>
                </a:lnTo>
                <a:lnTo>
                  <a:pt x="1430" y="4012"/>
                </a:lnTo>
                <a:lnTo>
                  <a:pt x="1476" y="4156"/>
                </a:lnTo>
                <a:lnTo>
                  <a:pt x="1522" y="4299"/>
                </a:lnTo>
                <a:lnTo>
                  <a:pt x="1591" y="4443"/>
                </a:lnTo>
                <a:lnTo>
                  <a:pt x="1637" y="4585"/>
                </a:lnTo>
                <a:lnTo>
                  <a:pt x="1684" y="4729"/>
                </a:lnTo>
                <a:lnTo>
                  <a:pt x="1753" y="4872"/>
                </a:lnTo>
                <a:lnTo>
                  <a:pt x="1799" y="5016"/>
                </a:lnTo>
                <a:lnTo>
                  <a:pt x="1845" y="5160"/>
                </a:lnTo>
                <a:lnTo>
                  <a:pt x="1891" y="5301"/>
                </a:lnTo>
                <a:lnTo>
                  <a:pt x="1960" y="5445"/>
                </a:lnTo>
                <a:lnTo>
                  <a:pt x="2007" y="5589"/>
                </a:lnTo>
                <a:lnTo>
                  <a:pt x="2053" y="5733"/>
                </a:lnTo>
                <a:lnTo>
                  <a:pt x="2099" y="5876"/>
                </a:lnTo>
                <a:lnTo>
                  <a:pt x="2168" y="6018"/>
                </a:lnTo>
                <a:lnTo>
                  <a:pt x="2214" y="6162"/>
                </a:lnTo>
                <a:lnTo>
                  <a:pt x="2260" y="6306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166960" y="3877472"/>
            <a:ext cx="2237" cy="6020"/>
          </a:xfrm>
          <a:custGeom>
            <a:avLst/>
            <a:gdLst/>
            <a:ahLst/>
            <a:cxnLst/>
            <a:rect l="l" t="t" r="r" b="b"/>
            <a:pathLst>
              <a:path w="2237" h="6020">
                <a:moveTo>
                  <a:pt x="0" y="0"/>
                </a:moveTo>
                <a:lnTo>
                  <a:pt x="46" y="143"/>
                </a:lnTo>
                <a:lnTo>
                  <a:pt x="92" y="287"/>
                </a:lnTo>
                <a:lnTo>
                  <a:pt x="138" y="429"/>
                </a:lnTo>
                <a:lnTo>
                  <a:pt x="207" y="572"/>
                </a:lnTo>
                <a:lnTo>
                  <a:pt x="253" y="716"/>
                </a:lnTo>
                <a:lnTo>
                  <a:pt x="299" y="860"/>
                </a:lnTo>
                <a:lnTo>
                  <a:pt x="346" y="1004"/>
                </a:lnTo>
                <a:lnTo>
                  <a:pt x="415" y="1145"/>
                </a:lnTo>
                <a:lnTo>
                  <a:pt x="461" y="1289"/>
                </a:lnTo>
                <a:lnTo>
                  <a:pt x="507" y="1433"/>
                </a:lnTo>
                <a:lnTo>
                  <a:pt x="576" y="1577"/>
                </a:lnTo>
                <a:lnTo>
                  <a:pt x="622" y="1720"/>
                </a:lnTo>
                <a:lnTo>
                  <a:pt x="669" y="1862"/>
                </a:lnTo>
                <a:lnTo>
                  <a:pt x="715" y="2006"/>
                </a:lnTo>
                <a:lnTo>
                  <a:pt x="784" y="2149"/>
                </a:lnTo>
                <a:lnTo>
                  <a:pt x="830" y="2293"/>
                </a:lnTo>
                <a:lnTo>
                  <a:pt x="876" y="2437"/>
                </a:lnTo>
                <a:lnTo>
                  <a:pt x="945" y="2579"/>
                </a:lnTo>
                <a:lnTo>
                  <a:pt x="991" y="2722"/>
                </a:lnTo>
                <a:lnTo>
                  <a:pt x="1038" y="2866"/>
                </a:lnTo>
                <a:lnTo>
                  <a:pt x="1084" y="3010"/>
                </a:lnTo>
                <a:lnTo>
                  <a:pt x="1153" y="3154"/>
                </a:lnTo>
                <a:lnTo>
                  <a:pt x="1199" y="3295"/>
                </a:lnTo>
                <a:lnTo>
                  <a:pt x="1245" y="3439"/>
                </a:lnTo>
                <a:lnTo>
                  <a:pt x="1291" y="3583"/>
                </a:lnTo>
                <a:lnTo>
                  <a:pt x="1407" y="3727"/>
                </a:lnTo>
                <a:lnTo>
                  <a:pt x="1453" y="3870"/>
                </a:lnTo>
                <a:lnTo>
                  <a:pt x="1453" y="4012"/>
                </a:lnTo>
                <a:lnTo>
                  <a:pt x="1568" y="4156"/>
                </a:lnTo>
                <a:lnTo>
                  <a:pt x="1614" y="4299"/>
                </a:lnTo>
                <a:lnTo>
                  <a:pt x="1660" y="4443"/>
                </a:lnTo>
                <a:lnTo>
                  <a:pt x="1730" y="4587"/>
                </a:lnTo>
                <a:lnTo>
                  <a:pt x="1776" y="4729"/>
                </a:lnTo>
                <a:lnTo>
                  <a:pt x="1822" y="4872"/>
                </a:lnTo>
                <a:lnTo>
                  <a:pt x="1868" y="5016"/>
                </a:lnTo>
                <a:lnTo>
                  <a:pt x="1937" y="5160"/>
                </a:lnTo>
                <a:lnTo>
                  <a:pt x="1983" y="5304"/>
                </a:lnTo>
                <a:lnTo>
                  <a:pt x="2030" y="5445"/>
                </a:lnTo>
                <a:lnTo>
                  <a:pt x="2099" y="5589"/>
                </a:lnTo>
                <a:lnTo>
                  <a:pt x="2145" y="5733"/>
                </a:lnTo>
                <a:lnTo>
                  <a:pt x="2191" y="5876"/>
                </a:lnTo>
                <a:lnTo>
                  <a:pt x="2237" y="602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169197" y="3883493"/>
            <a:ext cx="2329" cy="5733"/>
          </a:xfrm>
          <a:custGeom>
            <a:avLst/>
            <a:gdLst/>
            <a:ahLst/>
            <a:cxnLst/>
            <a:rect l="l" t="t" r="r" b="b"/>
            <a:pathLst>
              <a:path w="2329" h="5733">
                <a:moveTo>
                  <a:pt x="0" y="0"/>
                </a:moveTo>
                <a:lnTo>
                  <a:pt x="0" y="0"/>
                </a:lnTo>
                <a:lnTo>
                  <a:pt x="115" y="141"/>
                </a:lnTo>
                <a:lnTo>
                  <a:pt x="115" y="285"/>
                </a:lnTo>
                <a:lnTo>
                  <a:pt x="230" y="429"/>
                </a:lnTo>
                <a:lnTo>
                  <a:pt x="276" y="572"/>
                </a:lnTo>
                <a:lnTo>
                  <a:pt x="322" y="716"/>
                </a:lnTo>
                <a:lnTo>
                  <a:pt x="369" y="858"/>
                </a:lnTo>
                <a:lnTo>
                  <a:pt x="438" y="1002"/>
                </a:lnTo>
                <a:lnTo>
                  <a:pt x="484" y="1145"/>
                </a:lnTo>
                <a:lnTo>
                  <a:pt x="530" y="1289"/>
                </a:lnTo>
                <a:lnTo>
                  <a:pt x="576" y="1433"/>
                </a:lnTo>
                <a:lnTo>
                  <a:pt x="645" y="1574"/>
                </a:lnTo>
                <a:lnTo>
                  <a:pt x="692" y="1670"/>
                </a:lnTo>
                <a:lnTo>
                  <a:pt x="738" y="1814"/>
                </a:lnTo>
                <a:lnTo>
                  <a:pt x="807" y="1958"/>
                </a:lnTo>
                <a:lnTo>
                  <a:pt x="853" y="2102"/>
                </a:lnTo>
                <a:lnTo>
                  <a:pt x="899" y="2243"/>
                </a:lnTo>
                <a:lnTo>
                  <a:pt x="945" y="2387"/>
                </a:lnTo>
                <a:lnTo>
                  <a:pt x="1061" y="2531"/>
                </a:lnTo>
                <a:lnTo>
                  <a:pt x="1061" y="2674"/>
                </a:lnTo>
                <a:lnTo>
                  <a:pt x="1176" y="2818"/>
                </a:lnTo>
                <a:lnTo>
                  <a:pt x="1222" y="2960"/>
                </a:lnTo>
                <a:lnTo>
                  <a:pt x="1268" y="3104"/>
                </a:lnTo>
                <a:lnTo>
                  <a:pt x="1314" y="3247"/>
                </a:lnTo>
                <a:lnTo>
                  <a:pt x="1384" y="3391"/>
                </a:lnTo>
                <a:lnTo>
                  <a:pt x="1430" y="3487"/>
                </a:lnTo>
                <a:lnTo>
                  <a:pt x="1476" y="3629"/>
                </a:lnTo>
                <a:lnTo>
                  <a:pt x="1476" y="3677"/>
                </a:lnTo>
                <a:lnTo>
                  <a:pt x="1522" y="3820"/>
                </a:lnTo>
                <a:lnTo>
                  <a:pt x="1637" y="3964"/>
                </a:lnTo>
                <a:lnTo>
                  <a:pt x="1684" y="4108"/>
                </a:lnTo>
                <a:lnTo>
                  <a:pt x="1753" y="4252"/>
                </a:lnTo>
                <a:lnTo>
                  <a:pt x="1799" y="4393"/>
                </a:lnTo>
                <a:lnTo>
                  <a:pt x="1845" y="4537"/>
                </a:lnTo>
                <a:lnTo>
                  <a:pt x="1891" y="4681"/>
                </a:lnTo>
                <a:lnTo>
                  <a:pt x="1960" y="4824"/>
                </a:lnTo>
                <a:lnTo>
                  <a:pt x="2007" y="4968"/>
                </a:lnTo>
                <a:lnTo>
                  <a:pt x="2053" y="5110"/>
                </a:lnTo>
                <a:lnTo>
                  <a:pt x="2099" y="5254"/>
                </a:lnTo>
                <a:lnTo>
                  <a:pt x="2214" y="5397"/>
                </a:lnTo>
                <a:lnTo>
                  <a:pt x="2260" y="5541"/>
                </a:lnTo>
                <a:lnTo>
                  <a:pt x="2329" y="5685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171527" y="3889226"/>
            <a:ext cx="2306" cy="5397"/>
          </a:xfrm>
          <a:custGeom>
            <a:avLst/>
            <a:gdLst/>
            <a:ahLst/>
            <a:cxnLst/>
            <a:rect l="l" t="t" r="r" b="b"/>
            <a:pathLst>
              <a:path w="2306" h="5397">
                <a:moveTo>
                  <a:pt x="0" y="0"/>
                </a:moveTo>
                <a:lnTo>
                  <a:pt x="46" y="141"/>
                </a:lnTo>
                <a:lnTo>
                  <a:pt x="138" y="285"/>
                </a:lnTo>
                <a:lnTo>
                  <a:pt x="207" y="429"/>
                </a:lnTo>
                <a:lnTo>
                  <a:pt x="253" y="572"/>
                </a:lnTo>
                <a:lnTo>
                  <a:pt x="299" y="716"/>
                </a:lnTo>
                <a:lnTo>
                  <a:pt x="369" y="858"/>
                </a:lnTo>
                <a:lnTo>
                  <a:pt x="415" y="1002"/>
                </a:lnTo>
                <a:lnTo>
                  <a:pt x="415" y="1002"/>
                </a:lnTo>
                <a:lnTo>
                  <a:pt x="461" y="1145"/>
                </a:lnTo>
                <a:lnTo>
                  <a:pt x="576" y="1289"/>
                </a:lnTo>
                <a:lnTo>
                  <a:pt x="622" y="1433"/>
                </a:lnTo>
                <a:lnTo>
                  <a:pt x="669" y="1574"/>
                </a:lnTo>
                <a:lnTo>
                  <a:pt x="715" y="1718"/>
                </a:lnTo>
                <a:lnTo>
                  <a:pt x="784" y="1862"/>
                </a:lnTo>
                <a:lnTo>
                  <a:pt x="830" y="2006"/>
                </a:lnTo>
                <a:lnTo>
                  <a:pt x="876" y="2149"/>
                </a:lnTo>
                <a:lnTo>
                  <a:pt x="945" y="2291"/>
                </a:lnTo>
                <a:lnTo>
                  <a:pt x="1038" y="2435"/>
                </a:lnTo>
                <a:lnTo>
                  <a:pt x="1084" y="2579"/>
                </a:lnTo>
                <a:lnTo>
                  <a:pt x="1153" y="2722"/>
                </a:lnTo>
                <a:lnTo>
                  <a:pt x="1199" y="2866"/>
                </a:lnTo>
                <a:lnTo>
                  <a:pt x="1199" y="2866"/>
                </a:lnTo>
                <a:lnTo>
                  <a:pt x="1245" y="3008"/>
                </a:lnTo>
                <a:lnTo>
                  <a:pt x="1314" y="3008"/>
                </a:lnTo>
                <a:lnTo>
                  <a:pt x="1361" y="3152"/>
                </a:lnTo>
                <a:lnTo>
                  <a:pt x="1361" y="3247"/>
                </a:lnTo>
                <a:lnTo>
                  <a:pt x="1453" y="3391"/>
                </a:lnTo>
                <a:lnTo>
                  <a:pt x="1522" y="3535"/>
                </a:lnTo>
                <a:lnTo>
                  <a:pt x="1568" y="3677"/>
                </a:lnTo>
                <a:lnTo>
                  <a:pt x="1568" y="3724"/>
                </a:lnTo>
                <a:lnTo>
                  <a:pt x="1614" y="3868"/>
                </a:lnTo>
                <a:lnTo>
                  <a:pt x="1660" y="3964"/>
                </a:lnTo>
                <a:lnTo>
                  <a:pt x="1730" y="4108"/>
                </a:lnTo>
                <a:lnTo>
                  <a:pt x="1776" y="4204"/>
                </a:lnTo>
                <a:lnTo>
                  <a:pt x="1822" y="4345"/>
                </a:lnTo>
                <a:lnTo>
                  <a:pt x="1891" y="4441"/>
                </a:lnTo>
                <a:lnTo>
                  <a:pt x="1937" y="4585"/>
                </a:lnTo>
                <a:lnTo>
                  <a:pt x="1983" y="4681"/>
                </a:lnTo>
                <a:lnTo>
                  <a:pt x="2030" y="4824"/>
                </a:lnTo>
                <a:lnTo>
                  <a:pt x="2099" y="4968"/>
                </a:lnTo>
                <a:lnTo>
                  <a:pt x="2191" y="5110"/>
                </a:lnTo>
                <a:lnTo>
                  <a:pt x="2237" y="5254"/>
                </a:lnTo>
                <a:lnTo>
                  <a:pt x="2306" y="5397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173834" y="3894624"/>
            <a:ext cx="2306" cy="5064"/>
          </a:xfrm>
          <a:custGeom>
            <a:avLst/>
            <a:gdLst/>
            <a:ahLst/>
            <a:cxnLst/>
            <a:rect l="l" t="t" r="r" b="b"/>
            <a:pathLst>
              <a:path w="2306" h="5064">
                <a:moveTo>
                  <a:pt x="0" y="0"/>
                </a:moveTo>
                <a:lnTo>
                  <a:pt x="46" y="143"/>
                </a:lnTo>
                <a:lnTo>
                  <a:pt x="92" y="287"/>
                </a:lnTo>
                <a:lnTo>
                  <a:pt x="207" y="429"/>
                </a:lnTo>
                <a:lnTo>
                  <a:pt x="253" y="572"/>
                </a:lnTo>
                <a:lnTo>
                  <a:pt x="299" y="716"/>
                </a:lnTo>
                <a:lnTo>
                  <a:pt x="369" y="812"/>
                </a:lnTo>
                <a:lnTo>
                  <a:pt x="415" y="956"/>
                </a:lnTo>
                <a:lnTo>
                  <a:pt x="461" y="1004"/>
                </a:lnTo>
                <a:lnTo>
                  <a:pt x="461" y="1097"/>
                </a:lnTo>
                <a:lnTo>
                  <a:pt x="576" y="1241"/>
                </a:lnTo>
                <a:lnTo>
                  <a:pt x="622" y="1385"/>
                </a:lnTo>
                <a:lnTo>
                  <a:pt x="669" y="1529"/>
                </a:lnTo>
                <a:lnTo>
                  <a:pt x="669" y="1577"/>
                </a:lnTo>
                <a:lnTo>
                  <a:pt x="738" y="1672"/>
                </a:lnTo>
                <a:lnTo>
                  <a:pt x="784" y="1814"/>
                </a:lnTo>
                <a:lnTo>
                  <a:pt x="876" y="1958"/>
                </a:lnTo>
                <a:lnTo>
                  <a:pt x="945" y="2054"/>
                </a:lnTo>
                <a:lnTo>
                  <a:pt x="991" y="2197"/>
                </a:lnTo>
                <a:lnTo>
                  <a:pt x="991" y="2245"/>
                </a:lnTo>
                <a:lnTo>
                  <a:pt x="1038" y="2341"/>
                </a:lnTo>
                <a:lnTo>
                  <a:pt x="1107" y="2485"/>
                </a:lnTo>
                <a:lnTo>
                  <a:pt x="1153" y="2627"/>
                </a:lnTo>
                <a:lnTo>
                  <a:pt x="1199" y="2722"/>
                </a:lnTo>
                <a:lnTo>
                  <a:pt x="1245" y="2866"/>
                </a:lnTo>
                <a:lnTo>
                  <a:pt x="1361" y="3010"/>
                </a:lnTo>
                <a:lnTo>
                  <a:pt x="1407" y="3154"/>
                </a:lnTo>
                <a:lnTo>
                  <a:pt x="1476" y="3202"/>
                </a:lnTo>
                <a:lnTo>
                  <a:pt x="1522" y="3343"/>
                </a:lnTo>
                <a:lnTo>
                  <a:pt x="1522" y="3439"/>
                </a:lnTo>
                <a:lnTo>
                  <a:pt x="1568" y="3535"/>
                </a:lnTo>
                <a:lnTo>
                  <a:pt x="1614" y="3679"/>
                </a:lnTo>
                <a:lnTo>
                  <a:pt x="1730" y="3822"/>
                </a:lnTo>
                <a:lnTo>
                  <a:pt x="1776" y="3964"/>
                </a:lnTo>
                <a:lnTo>
                  <a:pt x="1822" y="4108"/>
                </a:lnTo>
                <a:lnTo>
                  <a:pt x="1937" y="4252"/>
                </a:lnTo>
                <a:lnTo>
                  <a:pt x="1937" y="4347"/>
                </a:lnTo>
                <a:lnTo>
                  <a:pt x="1983" y="4443"/>
                </a:lnTo>
                <a:lnTo>
                  <a:pt x="2053" y="4587"/>
                </a:lnTo>
                <a:lnTo>
                  <a:pt x="2099" y="4587"/>
                </a:lnTo>
                <a:lnTo>
                  <a:pt x="2145" y="4729"/>
                </a:lnTo>
                <a:lnTo>
                  <a:pt x="2191" y="4872"/>
                </a:lnTo>
                <a:lnTo>
                  <a:pt x="2191" y="4920"/>
                </a:lnTo>
                <a:lnTo>
                  <a:pt x="2306" y="5064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176141" y="3899688"/>
            <a:ext cx="2306" cy="4777"/>
          </a:xfrm>
          <a:custGeom>
            <a:avLst/>
            <a:gdLst/>
            <a:ahLst/>
            <a:cxnLst/>
            <a:rect l="l" t="t" r="r" b="b"/>
            <a:pathLst>
              <a:path w="2306" h="4777">
                <a:moveTo>
                  <a:pt x="0" y="0"/>
                </a:moveTo>
                <a:lnTo>
                  <a:pt x="46" y="143"/>
                </a:lnTo>
                <a:lnTo>
                  <a:pt x="92" y="191"/>
                </a:lnTo>
                <a:lnTo>
                  <a:pt x="161" y="333"/>
                </a:lnTo>
                <a:lnTo>
                  <a:pt x="207" y="477"/>
                </a:lnTo>
                <a:lnTo>
                  <a:pt x="207" y="524"/>
                </a:lnTo>
                <a:lnTo>
                  <a:pt x="322" y="620"/>
                </a:lnTo>
                <a:lnTo>
                  <a:pt x="369" y="764"/>
                </a:lnTo>
                <a:lnTo>
                  <a:pt x="415" y="908"/>
                </a:lnTo>
                <a:lnTo>
                  <a:pt x="461" y="1049"/>
                </a:lnTo>
                <a:lnTo>
                  <a:pt x="461" y="1097"/>
                </a:lnTo>
                <a:lnTo>
                  <a:pt x="576" y="1193"/>
                </a:lnTo>
                <a:lnTo>
                  <a:pt x="622" y="1337"/>
                </a:lnTo>
                <a:lnTo>
                  <a:pt x="692" y="1481"/>
                </a:lnTo>
                <a:lnTo>
                  <a:pt x="692" y="1529"/>
                </a:lnTo>
                <a:lnTo>
                  <a:pt x="784" y="1624"/>
                </a:lnTo>
                <a:lnTo>
                  <a:pt x="830" y="1766"/>
                </a:lnTo>
                <a:lnTo>
                  <a:pt x="899" y="1910"/>
                </a:lnTo>
                <a:lnTo>
                  <a:pt x="899" y="1958"/>
                </a:lnTo>
                <a:lnTo>
                  <a:pt x="991" y="2054"/>
                </a:lnTo>
                <a:lnTo>
                  <a:pt x="1038" y="2197"/>
                </a:lnTo>
                <a:lnTo>
                  <a:pt x="1038" y="2293"/>
                </a:lnTo>
                <a:lnTo>
                  <a:pt x="1153" y="2389"/>
                </a:lnTo>
                <a:lnTo>
                  <a:pt x="1199" y="2531"/>
                </a:lnTo>
                <a:lnTo>
                  <a:pt x="1268" y="2674"/>
                </a:lnTo>
                <a:lnTo>
                  <a:pt x="1268" y="2722"/>
                </a:lnTo>
                <a:lnTo>
                  <a:pt x="1361" y="2818"/>
                </a:lnTo>
                <a:lnTo>
                  <a:pt x="1407" y="2962"/>
                </a:lnTo>
                <a:lnTo>
                  <a:pt x="1476" y="3106"/>
                </a:lnTo>
                <a:lnTo>
                  <a:pt x="1476" y="3154"/>
                </a:lnTo>
                <a:lnTo>
                  <a:pt x="1568" y="3247"/>
                </a:lnTo>
                <a:lnTo>
                  <a:pt x="1614" y="3391"/>
                </a:lnTo>
                <a:lnTo>
                  <a:pt x="1614" y="3487"/>
                </a:lnTo>
                <a:lnTo>
                  <a:pt x="1730" y="3583"/>
                </a:lnTo>
                <a:lnTo>
                  <a:pt x="1776" y="3727"/>
                </a:lnTo>
                <a:lnTo>
                  <a:pt x="1845" y="3870"/>
                </a:lnTo>
                <a:lnTo>
                  <a:pt x="1845" y="3916"/>
                </a:lnTo>
                <a:lnTo>
                  <a:pt x="1937" y="4012"/>
                </a:lnTo>
                <a:lnTo>
                  <a:pt x="1983" y="4108"/>
                </a:lnTo>
                <a:lnTo>
                  <a:pt x="2053" y="4204"/>
                </a:lnTo>
                <a:lnTo>
                  <a:pt x="2099" y="4347"/>
                </a:lnTo>
                <a:lnTo>
                  <a:pt x="2145" y="4491"/>
                </a:lnTo>
                <a:lnTo>
                  <a:pt x="2145" y="4539"/>
                </a:lnTo>
                <a:lnTo>
                  <a:pt x="2214" y="4539"/>
                </a:lnTo>
                <a:lnTo>
                  <a:pt x="2260" y="4681"/>
                </a:lnTo>
                <a:lnTo>
                  <a:pt x="2260" y="4729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178448" y="3904465"/>
            <a:ext cx="2260" cy="4395"/>
          </a:xfrm>
          <a:custGeom>
            <a:avLst/>
            <a:gdLst/>
            <a:ahLst/>
            <a:cxnLst/>
            <a:rect l="l" t="t" r="r" b="b"/>
            <a:pathLst>
              <a:path w="2260" h="4395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207" y="383"/>
                </a:lnTo>
                <a:lnTo>
                  <a:pt x="253" y="524"/>
                </a:lnTo>
                <a:lnTo>
                  <a:pt x="322" y="668"/>
                </a:lnTo>
                <a:lnTo>
                  <a:pt x="415" y="812"/>
                </a:lnTo>
                <a:lnTo>
                  <a:pt x="415" y="908"/>
                </a:lnTo>
                <a:lnTo>
                  <a:pt x="484" y="908"/>
                </a:lnTo>
                <a:lnTo>
                  <a:pt x="530" y="1052"/>
                </a:lnTo>
                <a:lnTo>
                  <a:pt x="576" y="1195"/>
                </a:lnTo>
                <a:lnTo>
                  <a:pt x="692" y="1337"/>
                </a:lnTo>
                <a:lnTo>
                  <a:pt x="692" y="1433"/>
                </a:lnTo>
                <a:lnTo>
                  <a:pt x="784" y="1577"/>
                </a:lnTo>
                <a:lnTo>
                  <a:pt x="853" y="1720"/>
                </a:lnTo>
                <a:lnTo>
                  <a:pt x="899" y="1720"/>
                </a:lnTo>
                <a:lnTo>
                  <a:pt x="945" y="1864"/>
                </a:lnTo>
                <a:lnTo>
                  <a:pt x="991" y="2006"/>
                </a:lnTo>
                <a:lnTo>
                  <a:pt x="1061" y="2149"/>
                </a:lnTo>
                <a:lnTo>
                  <a:pt x="1153" y="2293"/>
                </a:lnTo>
                <a:lnTo>
                  <a:pt x="1199" y="2437"/>
                </a:lnTo>
                <a:lnTo>
                  <a:pt x="1268" y="2437"/>
                </a:lnTo>
                <a:lnTo>
                  <a:pt x="1314" y="2581"/>
                </a:lnTo>
                <a:lnTo>
                  <a:pt x="1314" y="2629"/>
                </a:lnTo>
                <a:lnTo>
                  <a:pt x="1361" y="2629"/>
                </a:lnTo>
                <a:lnTo>
                  <a:pt x="1430" y="2770"/>
                </a:lnTo>
                <a:lnTo>
                  <a:pt x="1476" y="2914"/>
                </a:lnTo>
                <a:lnTo>
                  <a:pt x="1568" y="3058"/>
                </a:lnTo>
                <a:lnTo>
                  <a:pt x="1568" y="3154"/>
                </a:lnTo>
                <a:lnTo>
                  <a:pt x="1684" y="3297"/>
                </a:lnTo>
                <a:lnTo>
                  <a:pt x="1730" y="3439"/>
                </a:lnTo>
                <a:lnTo>
                  <a:pt x="1845" y="3535"/>
                </a:lnTo>
                <a:lnTo>
                  <a:pt x="1891" y="3631"/>
                </a:lnTo>
                <a:lnTo>
                  <a:pt x="1937" y="3727"/>
                </a:lnTo>
                <a:lnTo>
                  <a:pt x="2007" y="3870"/>
                </a:lnTo>
                <a:lnTo>
                  <a:pt x="2007" y="3918"/>
                </a:lnTo>
                <a:lnTo>
                  <a:pt x="2053" y="3918"/>
                </a:lnTo>
                <a:lnTo>
                  <a:pt x="2099" y="4062"/>
                </a:lnTo>
                <a:lnTo>
                  <a:pt x="2145" y="4110"/>
                </a:lnTo>
                <a:lnTo>
                  <a:pt x="2145" y="4204"/>
                </a:lnTo>
                <a:lnTo>
                  <a:pt x="2260" y="4347"/>
                </a:lnTo>
                <a:lnTo>
                  <a:pt x="2260" y="4395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180709" y="3908861"/>
            <a:ext cx="2306" cy="4108"/>
          </a:xfrm>
          <a:custGeom>
            <a:avLst/>
            <a:gdLst/>
            <a:ahLst/>
            <a:cxnLst/>
            <a:rect l="l" t="t" r="r" b="b"/>
            <a:pathLst>
              <a:path w="2306" h="4108">
                <a:moveTo>
                  <a:pt x="0" y="0"/>
                </a:moveTo>
                <a:lnTo>
                  <a:pt x="0" y="0"/>
                </a:lnTo>
                <a:lnTo>
                  <a:pt x="46" y="143"/>
                </a:lnTo>
                <a:lnTo>
                  <a:pt x="115" y="191"/>
                </a:lnTo>
                <a:lnTo>
                  <a:pt x="161" y="335"/>
                </a:lnTo>
                <a:lnTo>
                  <a:pt x="207" y="383"/>
                </a:lnTo>
                <a:lnTo>
                  <a:pt x="253" y="524"/>
                </a:lnTo>
                <a:lnTo>
                  <a:pt x="322" y="572"/>
                </a:lnTo>
                <a:lnTo>
                  <a:pt x="369" y="716"/>
                </a:lnTo>
                <a:lnTo>
                  <a:pt x="415" y="764"/>
                </a:lnTo>
                <a:lnTo>
                  <a:pt x="461" y="908"/>
                </a:lnTo>
                <a:lnTo>
                  <a:pt x="576" y="1004"/>
                </a:lnTo>
                <a:lnTo>
                  <a:pt x="622" y="1147"/>
                </a:lnTo>
                <a:lnTo>
                  <a:pt x="622" y="1193"/>
                </a:lnTo>
                <a:lnTo>
                  <a:pt x="692" y="1193"/>
                </a:lnTo>
                <a:lnTo>
                  <a:pt x="738" y="1337"/>
                </a:lnTo>
                <a:lnTo>
                  <a:pt x="738" y="1385"/>
                </a:lnTo>
                <a:lnTo>
                  <a:pt x="784" y="1433"/>
                </a:lnTo>
                <a:lnTo>
                  <a:pt x="830" y="1577"/>
                </a:lnTo>
                <a:lnTo>
                  <a:pt x="899" y="1624"/>
                </a:lnTo>
                <a:lnTo>
                  <a:pt x="991" y="1768"/>
                </a:lnTo>
                <a:lnTo>
                  <a:pt x="1061" y="1910"/>
                </a:lnTo>
                <a:lnTo>
                  <a:pt x="1107" y="2054"/>
                </a:lnTo>
                <a:lnTo>
                  <a:pt x="1153" y="2102"/>
                </a:lnTo>
                <a:lnTo>
                  <a:pt x="1268" y="2245"/>
                </a:lnTo>
                <a:lnTo>
                  <a:pt x="1314" y="2389"/>
                </a:lnTo>
                <a:lnTo>
                  <a:pt x="1407" y="2485"/>
                </a:lnTo>
                <a:lnTo>
                  <a:pt x="1407" y="2581"/>
                </a:lnTo>
                <a:lnTo>
                  <a:pt x="1476" y="2674"/>
                </a:lnTo>
                <a:lnTo>
                  <a:pt x="1522" y="2674"/>
                </a:lnTo>
                <a:lnTo>
                  <a:pt x="1568" y="2770"/>
                </a:lnTo>
                <a:lnTo>
                  <a:pt x="1637" y="2914"/>
                </a:lnTo>
                <a:lnTo>
                  <a:pt x="1684" y="3058"/>
                </a:lnTo>
                <a:lnTo>
                  <a:pt x="1776" y="3202"/>
                </a:lnTo>
                <a:lnTo>
                  <a:pt x="1845" y="3249"/>
                </a:lnTo>
                <a:lnTo>
                  <a:pt x="1891" y="3391"/>
                </a:lnTo>
                <a:lnTo>
                  <a:pt x="1983" y="3535"/>
                </a:lnTo>
                <a:lnTo>
                  <a:pt x="2053" y="3679"/>
                </a:lnTo>
                <a:lnTo>
                  <a:pt x="2099" y="3679"/>
                </a:lnTo>
                <a:lnTo>
                  <a:pt x="2145" y="3774"/>
                </a:lnTo>
                <a:lnTo>
                  <a:pt x="2214" y="3918"/>
                </a:lnTo>
                <a:lnTo>
                  <a:pt x="2260" y="4060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183016" y="3912969"/>
            <a:ext cx="2306" cy="3774"/>
          </a:xfrm>
          <a:custGeom>
            <a:avLst/>
            <a:gdLst/>
            <a:ahLst/>
            <a:cxnLst/>
            <a:rect l="l" t="t" r="r" b="b"/>
            <a:pathLst>
              <a:path w="2306" h="3774">
                <a:moveTo>
                  <a:pt x="0" y="0"/>
                </a:moveTo>
                <a:lnTo>
                  <a:pt x="46" y="143"/>
                </a:lnTo>
                <a:lnTo>
                  <a:pt x="115" y="191"/>
                </a:lnTo>
                <a:lnTo>
                  <a:pt x="207" y="335"/>
                </a:lnTo>
                <a:lnTo>
                  <a:pt x="207" y="383"/>
                </a:lnTo>
                <a:lnTo>
                  <a:pt x="322" y="527"/>
                </a:lnTo>
                <a:lnTo>
                  <a:pt x="369" y="668"/>
                </a:lnTo>
                <a:lnTo>
                  <a:pt x="415" y="716"/>
                </a:lnTo>
                <a:lnTo>
                  <a:pt x="530" y="860"/>
                </a:lnTo>
                <a:lnTo>
                  <a:pt x="576" y="1004"/>
                </a:lnTo>
                <a:lnTo>
                  <a:pt x="692" y="1147"/>
                </a:lnTo>
                <a:lnTo>
                  <a:pt x="738" y="1291"/>
                </a:lnTo>
                <a:lnTo>
                  <a:pt x="784" y="1339"/>
                </a:lnTo>
                <a:lnTo>
                  <a:pt x="899" y="1481"/>
                </a:lnTo>
                <a:lnTo>
                  <a:pt x="899" y="1529"/>
                </a:lnTo>
                <a:lnTo>
                  <a:pt x="991" y="1624"/>
                </a:lnTo>
                <a:lnTo>
                  <a:pt x="1061" y="1768"/>
                </a:lnTo>
                <a:lnTo>
                  <a:pt x="1153" y="1912"/>
                </a:lnTo>
                <a:lnTo>
                  <a:pt x="1153" y="1960"/>
                </a:lnTo>
                <a:lnTo>
                  <a:pt x="1268" y="2056"/>
                </a:lnTo>
                <a:lnTo>
                  <a:pt x="1314" y="2197"/>
                </a:lnTo>
                <a:lnTo>
                  <a:pt x="1430" y="2293"/>
                </a:lnTo>
                <a:lnTo>
                  <a:pt x="1476" y="2437"/>
                </a:lnTo>
                <a:lnTo>
                  <a:pt x="1476" y="2437"/>
                </a:lnTo>
                <a:lnTo>
                  <a:pt x="1568" y="2581"/>
                </a:lnTo>
                <a:lnTo>
                  <a:pt x="1637" y="2629"/>
                </a:lnTo>
                <a:lnTo>
                  <a:pt x="1684" y="2772"/>
                </a:lnTo>
                <a:lnTo>
                  <a:pt x="1730" y="2818"/>
                </a:lnTo>
                <a:lnTo>
                  <a:pt x="1799" y="2962"/>
                </a:lnTo>
                <a:lnTo>
                  <a:pt x="1845" y="3058"/>
                </a:lnTo>
                <a:lnTo>
                  <a:pt x="1937" y="3154"/>
                </a:lnTo>
                <a:lnTo>
                  <a:pt x="2007" y="3297"/>
                </a:lnTo>
                <a:lnTo>
                  <a:pt x="2053" y="3393"/>
                </a:lnTo>
                <a:lnTo>
                  <a:pt x="2145" y="3535"/>
                </a:lnTo>
                <a:lnTo>
                  <a:pt x="2260" y="3631"/>
                </a:lnTo>
                <a:lnTo>
                  <a:pt x="2306" y="3774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185323" y="3916744"/>
            <a:ext cx="2306" cy="3391"/>
          </a:xfrm>
          <a:custGeom>
            <a:avLst/>
            <a:gdLst/>
            <a:ahLst/>
            <a:cxnLst/>
            <a:rect l="l" t="t" r="r" b="b"/>
            <a:pathLst>
              <a:path w="2306" h="3391">
                <a:moveTo>
                  <a:pt x="0" y="0"/>
                </a:moveTo>
                <a:lnTo>
                  <a:pt x="0" y="0"/>
                </a:lnTo>
                <a:lnTo>
                  <a:pt x="115" y="143"/>
                </a:lnTo>
                <a:lnTo>
                  <a:pt x="161" y="191"/>
                </a:lnTo>
                <a:lnTo>
                  <a:pt x="207" y="287"/>
                </a:lnTo>
                <a:lnTo>
                  <a:pt x="276" y="431"/>
                </a:lnTo>
                <a:lnTo>
                  <a:pt x="322" y="431"/>
                </a:lnTo>
                <a:lnTo>
                  <a:pt x="369" y="572"/>
                </a:lnTo>
                <a:lnTo>
                  <a:pt x="484" y="668"/>
                </a:lnTo>
                <a:lnTo>
                  <a:pt x="530" y="812"/>
                </a:lnTo>
                <a:lnTo>
                  <a:pt x="576" y="908"/>
                </a:lnTo>
                <a:lnTo>
                  <a:pt x="692" y="1004"/>
                </a:lnTo>
                <a:lnTo>
                  <a:pt x="692" y="1052"/>
                </a:lnTo>
                <a:lnTo>
                  <a:pt x="784" y="1193"/>
                </a:lnTo>
                <a:lnTo>
                  <a:pt x="784" y="1241"/>
                </a:lnTo>
                <a:lnTo>
                  <a:pt x="899" y="1385"/>
                </a:lnTo>
                <a:lnTo>
                  <a:pt x="1015" y="1481"/>
                </a:lnTo>
                <a:lnTo>
                  <a:pt x="1061" y="1624"/>
                </a:lnTo>
                <a:lnTo>
                  <a:pt x="1107" y="1624"/>
                </a:lnTo>
                <a:lnTo>
                  <a:pt x="1153" y="1768"/>
                </a:lnTo>
                <a:lnTo>
                  <a:pt x="1153" y="1768"/>
                </a:lnTo>
                <a:lnTo>
                  <a:pt x="1268" y="1864"/>
                </a:lnTo>
                <a:lnTo>
                  <a:pt x="1314" y="2006"/>
                </a:lnTo>
                <a:lnTo>
                  <a:pt x="1361" y="2102"/>
                </a:lnTo>
                <a:lnTo>
                  <a:pt x="1476" y="2245"/>
                </a:lnTo>
                <a:lnTo>
                  <a:pt x="1591" y="2389"/>
                </a:lnTo>
                <a:lnTo>
                  <a:pt x="1684" y="2485"/>
                </a:lnTo>
                <a:lnTo>
                  <a:pt x="1730" y="2627"/>
                </a:lnTo>
                <a:lnTo>
                  <a:pt x="1845" y="2722"/>
                </a:lnTo>
                <a:lnTo>
                  <a:pt x="1891" y="2866"/>
                </a:lnTo>
                <a:lnTo>
                  <a:pt x="1960" y="2866"/>
                </a:lnTo>
                <a:lnTo>
                  <a:pt x="1960" y="2914"/>
                </a:lnTo>
                <a:lnTo>
                  <a:pt x="2053" y="3010"/>
                </a:lnTo>
                <a:lnTo>
                  <a:pt x="2053" y="3058"/>
                </a:lnTo>
                <a:lnTo>
                  <a:pt x="2168" y="3202"/>
                </a:lnTo>
                <a:lnTo>
                  <a:pt x="2168" y="3249"/>
                </a:lnTo>
                <a:lnTo>
                  <a:pt x="2214" y="3297"/>
                </a:lnTo>
                <a:lnTo>
                  <a:pt x="2260" y="3391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187629" y="3920136"/>
            <a:ext cx="2260" cy="3106"/>
          </a:xfrm>
          <a:custGeom>
            <a:avLst/>
            <a:gdLst/>
            <a:ahLst/>
            <a:cxnLst/>
            <a:rect l="l" t="t" r="r" b="b"/>
            <a:pathLst>
              <a:path w="2260" h="3106">
                <a:moveTo>
                  <a:pt x="0" y="0"/>
                </a:moveTo>
                <a:lnTo>
                  <a:pt x="0" y="0"/>
                </a:lnTo>
                <a:lnTo>
                  <a:pt x="69" y="143"/>
                </a:lnTo>
                <a:lnTo>
                  <a:pt x="115" y="143"/>
                </a:lnTo>
                <a:lnTo>
                  <a:pt x="115" y="191"/>
                </a:lnTo>
                <a:lnTo>
                  <a:pt x="230" y="287"/>
                </a:lnTo>
                <a:lnTo>
                  <a:pt x="230" y="335"/>
                </a:lnTo>
                <a:lnTo>
                  <a:pt x="322" y="479"/>
                </a:lnTo>
                <a:lnTo>
                  <a:pt x="322" y="527"/>
                </a:lnTo>
                <a:lnTo>
                  <a:pt x="369" y="574"/>
                </a:lnTo>
                <a:lnTo>
                  <a:pt x="438" y="668"/>
                </a:lnTo>
                <a:lnTo>
                  <a:pt x="484" y="716"/>
                </a:lnTo>
                <a:lnTo>
                  <a:pt x="599" y="812"/>
                </a:lnTo>
                <a:lnTo>
                  <a:pt x="599" y="860"/>
                </a:lnTo>
                <a:lnTo>
                  <a:pt x="692" y="956"/>
                </a:lnTo>
                <a:lnTo>
                  <a:pt x="692" y="1004"/>
                </a:lnTo>
                <a:lnTo>
                  <a:pt x="807" y="1147"/>
                </a:lnTo>
                <a:lnTo>
                  <a:pt x="853" y="1147"/>
                </a:lnTo>
                <a:lnTo>
                  <a:pt x="899" y="1291"/>
                </a:lnTo>
                <a:lnTo>
                  <a:pt x="1015" y="1433"/>
                </a:lnTo>
                <a:lnTo>
                  <a:pt x="1107" y="1577"/>
                </a:lnTo>
                <a:lnTo>
                  <a:pt x="1176" y="1672"/>
                </a:lnTo>
                <a:lnTo>
                  <a:pt x="1222" y="1720"/>
                </a:lnTo>
                <a:lnTo>
                  <a:pt x="1314" y="1864"/>
                </a:lnTo>
                <a:lnTo>
                  <a:pt x="1384" y="1864"/>
                </a:lnTo>
                <a:lnTo>
                  <a:pt x="1384" y="1912"/>
                </a:lnTo>
                <a:lnTo>
                  <a:pt x="1476" y="2008"/>
                </a:lnTo>
                <a:lnTo>
                  <a:pt x="1476" y="2056"/>
                </a:lnTo>
                <a:lnTo>
                  <a:pt x="1591" y="2197"/>
                </a:lnTo>
                <a:lnTo>
                  <a:pt x="1637" y="2197"/>
                </a:lnTo>
                <a:lnTo>
                  <a:pt x="1684" y="2341"/>
                </a:lnTo>
                <a:lnTo>
                  <a:pt x="1753" y="2437"/>
                </a:lnTo>
                <a:lnTo>
                  <a:pt x="1845" y="2533"/>
                </a:lnTo>
                <a:lnTo>
                  <a:pt x="1960" y="2629"/>
                </a:lnTo>
                <a:lnTo>
                  <a:pt x="2007" y="2772"/>
                </a:lnTo>
                <a:lnTo>
                  <a:pt x="2168" y="2914"/>
                </a:lnTo>
                <a:lnTo>
                  <a:pt x="2260" y="3058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189890" y="3923242"/>
            <a:ext cx="2329" cy="2722"/>
          </a:xfrm>
          <a:custGeom>
            <a:avLst/>
            <a:gdLst/>
            <a:ahLst/>
            <a:cxnLst/>
            <a:rect l="l" t="t" r="r" b="b"/>
            <a:pathLst>
              <a:path w="2329" h="2722">
                <a:moveTo>
                  <a:pt x="0" y="0"/>
                </a:moveTo>
                <a:lnTo>
                  <a:pt x="0" y="0"/>
                </a:lnTo>
                <a:lnTo>
                  <a:pt x="115" y="47"/>
                </a:lnTo>
                <a:lnTo>
                  <a:pt x="161" y="191"/>
                </a:lnTo>
                <a:lnTo>
                  <a:pt x="207" y="239"/>
                </a:lnTo>
                <a:lnTo>
                  <a:pt x="322" y="381"/>
                </a:lnTo>
                <a:lnTo>
                  <a:pt x="369" y="381"/>
                </a:lnTo>
                <a:lnTo>
                  <a:pt x="438" y="524"/>
                </a:lnTo>
                <a:lnTo>
                  <a:pt x="484" y="572"/>
                </a:lnTo>
                <a:lnTo>
                  <a:pt x="576" y="716"/>
                </a:lnTo>
                <a:lnTo>
                  <a:pt x="692" y="764"/>
                </a:lnTo>
                <a:lnTo>
                  <a:pt x="738" y="908"/>
                </a:lnTo>
                <a:lnTo>
                  <a:pt x="853" y="1004"/>
                </a:lnTo>
                <a:lnTo>
                  <a:pt x="899" y="1099"/>
                </a:lnTo>
                <a:lnTo>
                  <a:pt x="1061" y="1241"/>
                </a:lnTo>
                <a:lnTo>
                  <a:pt x="1153" y="1385"/>
                </a:lnTo>
                <a:lnTo>
                  <a:pt x="1268" y="1529"/>
                </a:lnTo>
                <a:lnTo>
                  <a:pt x="1384" y="1672"/>
                </a:lnTo>
                <a:lnTo>
                  <a:pt x="1522" y="1768"/>
                </a:lnTo>
                <a:lnTo>
                  <a:pt x="1522" y="1816"/>
                </a:lnTo>
                <a:lnTo>
                  <a:pt x="1591" y="1910"/>
                </a:lnTo>
                <a:lnTo>
                  <a:pt x="1637" y="1958"/>
                </a:lnTo>
                <a:lnTo>
                  <a:pt x="1730" y="2006"/>
                </a:lnTo>
                <a:lnTo>
                  <a:pt x="1799" y="2149"/>
                </a:lnTo>
                <a:lnTo>
                  <a:pt x="1960" y="2245"/>
                </a:lnTo>
                <a:lnTo>
                  <a:pt x="2007" y="2389"/>
                </a:lnTo>
                <a:lnTo>
                  <a:pt x="2168" y="2485"/>
                </a:lnTo>
                <a:lnTo>
                  <a:pt x="2214" y="2627"/>
                </a:lnTo>
                <a:lnTo>
                  <a:pt x="2260" y="2627"/>
                </a:lnTo>
                <a:lnTo>
                  <a:pt x="2329" y="2722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192220" y="3925965"/>
            <a:ext cx="2306" cy="2389"/>
          </a:xfrm>
          <a:custGeom>
            <a:avLst/>
            <a:gdLst/>
            <a:ahLst/>
            <a:cxnLst/>
            <a:rect l="l" t="t" r="r" b="b"/>
            <a:pathLst>
              <a:path w="2306" h="2389">
                <a:moveTo>
                  <a:pt x="0" y="0"/>
                </a:moveTo>
                <a:lnTo>
                  <a:pt x="46" y="47"/>
                </a:lnTo>
                <a:lnTo>
                  <a:pt x="92" y="143"/>
                </a:lnTo>
                <a:lnTo>
                  <a:pt x="253" y="239"/>
                </a:lnTo>
                <a:lnTo>
                  <a:pt x="346" y="383"/>
                </a:lnTo>
                <a:lnTo>
                  <a:pt x="415" y="431"/>
                </a:lnTo>
                <a:lnTo>
                  <a:pt x="507" y="572"/>
                </a:lnTo>
                <a:lnTo>
                  <a:pt x="576" y="572"/>
                </a:lnTo>
                <a:lnTo>
                  <a:pt x="622" y="716"/>
                </a:lnTo>
                <a:lnTo>
                  <a:pt x="669" y="716"/>
                </a:lnTo>
                <a:lnTo>
                  <a:pt x="784" y="860"/>
                </a:lnTo>
                <a:lnTo>
                  <a:pt x="830" y="860"/>
                </a:lnTo>
                <a:lnTo>
                  <a:pt x="945" y="1004"/>
                </a:lnTo>
                <a:lnTo>
                  <a:pt x="991" y="1099"/>
                </a:lnTo>
                <a:lnTo>
                  <a:pt x="1084" y="1147"/>
                </a:lnTo>
                <a:lnTo>
                  <a:pt x="1199" y="1289"/>
                </a:lnTo>
                <a:lnTo>
                  <a:pt x="1245" y="1385"/>
                </a:lnTo>
                <a:lnTo>
                  <a:pt x="1407" y="1481"/>
                </a:lnTo>
                <a:lnTo>
                  <a:pt x="1453" y="1529"/>
                </a:lnTo>
                <a:lnTo>
                  <a:pt x="1568" y="1672"/>
                </a:lnTo>
                <a:lnTo>
                  <a:pt x="1614" y="1672"/>
                </a:lnTo>
                <a:lnTo>
                  <a:pt x="1730" y="1816"/>
                </a:lnTo>
                <a:lnTo>
                  <a:pt x="1822" y="1960"/>
                </a:lnTo>
                <a:lnTo>
                  <a:pt x="1937" y="2006"/>
                </a:lnTo>
                <a:lnTo>
                  <a:pt x="2030" y="2149"/>
                </a:lnTo>
                <a:lnTo>
                  <a:pt x="2191" y="2245"/>
                </a:lnTo>
                <a:lnTo>
                  <a:pt x="2306" y="2389"/>
                </a:lnTo>
              </a:path>
            </a:pathLst>
          </a:custGeom>
          <a:ln w="3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194527" y="3928354"/>
            <a:ext cx="2306" cy="2054"/>
          </a:xfrm>
          <a:custGeom>
            <a:avLst/>
            <a:gdLst/>
            <a:ahLst/>
            <a:cxnLst/>
            <a:rect l="l" t="t" r="r" b="b"/>
            <a:pathLst>
              <a:path w="2306" h="2054">
                <a:moveTo>
                  <a:pt x="0" y="0"/>
                </a:moveTo>
                <a:lnTo>
                  <a:pt x="0" y="0"/>
                </a:lnTo>
                <a:lnTo>
                  <a:pt x="161" y="143"/>
                </a:lnTo>
                <a:lnTo>
                  <a:pt x="207" y="239"/>
                </a:lnTo>
                <a:lnTo>
                  <a:pt x="369" y="333"/>
                </a:lnTo>
                <a:lnTo>
                  <a:pt x="461" y="477"/>
                </a:lnTo>
                <a:lnTo>
                  <a:pt x="576" y="524"/>
                </a:lnTo>
                <a:lnTo>
                  <a:pt x="622" y="620"/>
                </a:lnTo>
                <a:lnTo>
                  <a:pt x="669" y="620"/>
                </a:lnTo>
                <a:lnTo>
                  <a:pt x="738" y="716"/>
                </a:lnTo>
                <a:lnTo>
                  <a:pt x="784" y="716"/>
                </a:lnTo>
                <a:lnTo>
                  <a:pt x="830" y="812"/>
                </a:lnTo>
                <a:lnTo>
                  <a:pt x="876" y="812"/>
                </a:lnTo>
                <a:lnTo>
                  <a:pt x="945" y="908"/>
                </a:lnTo>
                <a:lnTo>
                  <a:pt x="1084" y="1004"/>
                </a:lnTo>
                <a:lnTo>
                  <a:pt x="1199" y="1145"/>
                </a:lnTo>
                <a:lnTo>
                  <a:pt x="1361" y="1241"/>
                </a:lnTo>
                <a:lnTo>
                  <a:pt x="1453" y="1337"/>
                </a:lnTo>
                <a:lnTo>
                  <a:pt x="1568" y="1385"/>
                </a:lnTo>
                <a:lnTo>
                  <a:pt x="1684" y="1529"/>
                </a:lnTo>
                <a:lnTo>
                  <a:pt x="1776" y="1624"/>
                </a:lnTo>
                <a:lnTo>
                  <a:pt x="1937" y="1720"/>
                </a:lnTo>
                <a:lnTo>
                  <a:pt x="1983" y="1814"/>
                </a:lnTo>
                <a:lnTo>
                  <a:pt x="2145" y="1910"/>
                </a:lnTo>
                <a:lnTo>
                  <a:pt x="2260" y="1958"/>
                </a:lnTo>
              </a:path>
            </a:pathLst>
          </a:custGeom>
          <a:ln w="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196834" y="3930409"/>
            <a:ext cx="2306" cy="1672"/>
          </a:xfrm>
          <a:custGeom>
            <a:avLst/>
            <a:gdLst/>
            <a:ahLst/>
            <a:cxnLst/>
            <a:rect l="l" t="t" r="r" b="b"/>
            <a:pathLst>
              <a:path w="2306" h="1672">
                <a:moveTo>
                  <a:pt x="0" y="0"/>
                </a:moveTo>
                <a:lnTo>
                  <a:pt x="46" y="47"/>
                </a:lnTo>
                <a:lnTo>
                  <a:pt x="161" y="143"/>
                </a:lnTo>
                <a:lnTo>
                  <a:pt x="322" y="239"/>
                </a:lnTo>
                <a:lnTo>
                  <a:pt x="461" y="335"/>
                </a:lnTo>
                <a:lnTo>
                  <a:pt x="576" y="477"/>
                </a:lnTo>
                <a:lnTo>
                  <a:pt x="669" y="524"/>
                </a:lnTo>
                <a:lnTo>
                  <a:pt x="830" y="620"/>
                </a:lnTo>
                <a:lnTo>
                  <a:pt x="899" y="716"/>
                </a:lnTo>
                <a:lnTo>
                  <a:pt x="991" y="764"/>
                </a:lnTo>
                <a:lnTo>
                  <a:pt x="1038" y="764"/>
                </a:lnTo>
                <a:lnTo>
                  <a:pt x="1038" y="812"/>
                </a:lnTo>
                <a:lnTo>
                  <a:pt x="1199" y="908"/>
                </a:lnTo>
                <a:lnTo>
                  <a:pt x="1314" y="956"/>
                </a:lnTo>
                <a:lnTo>
                  <a:pt x="1314" y="1004"/>
                </a:lnTo>
                <a:lnTo>
                  <a:pt x="1407" y="1099"/>
                </a:lnTo>
                <a:lnTo>
                  <a:pt x="1476" y="1099"/>
                </a:lnTo>
                <a:lnTo>
                  <a:pt x="1614" y="1193"/>
                </a:lnTo>
                <a:lnTo>
                  <a:pt x="1614" y="1241"/>
                </a:lnTo>
                <a:lnTo>
                  <a:pt x="1684" y="1241"/>
                </a:lnTo>
                <a:lnTo>
                  <a:pt x="1776" y="1289"/>
                </a:lnTo>
                <a:lnTo>
                  <a:pt x="1776" y="1337"/>
                </a:lnTo>
                <a:lnTo>
                  <a:pt x="1937" y="1433"/>
                </a:lnTo>
                <a:lnTo>
                  <a:pt x="1983" y="1433"/>
                </a:lnTo>
                <a:lnTo>
                  <a:pt x="1983" y="1481"/>
                </a:lnTo>
                <a:lnTo>
                  <a:pt x="2145" y="1577"/>
                </a:lnTo>
                <a:lnTo>
                  <a:pt x="2191" y="1577"/>
                </a:lnTo>
                <a:lnTo>
                  <a:pt x="2191" y="1624"/>
                </a:lnTo>
                <a:lnTo>
                  <a:pt x="2260" y="1672"/>
                </a:lnTo>
              </a:path>
            </a:pathLst>
          </a:custGeom>
          <a:ln w="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199141" y="3932081"/>
            <a:ext cx="2260" cy="1337"/>
          </a:xfrm>
          <a:custGeom>
            <a:avLst/>
            <a:gdLst/>
            <a:ahLst/>
            <a:cxnLst/>
            <a:rect l="l" t="t" r="r" b="b"/>
            <a:pathLst>
              <a:path w="2260" h="1337">
                <a:moveTo>
                  <a:pt x="0" y="0"/>
                </a:moveTo>
                <a:lnTo>
                  <a:pt x="0" y="0"/>
                </a:lnTo>
                <a:lnTo>
                  <a:pt x="161" y="95"/>
                </a:lnTo>
                <a:lnTo>
                  <a:pt x="253" y="143"/>
                </a:lnTo>
                <a:lnTo>
                  <a:pt x="253" y="189"/>
                </a:lnTo>
                <a:lnTo>
                  <a:pt x="322" y="237"/>
                </a:lnTo>
                <a:lnTo>
                  <a:pt x="484" y="285"/>
                </a:lnTo>
                <a:lnTo>
                  <a:pt x="530" y="333"/>
                </a:lnTo>
                <a:lnTo>
                  <a:pt x="692" y="429"/>
                </a:lnTo>
                <a:lnTo>
                  <a:pt x="830" y="524"/>
                </a:lnTo>
                <a:lnTo>
                  <a:pt x="899" y="524"/>
                </a:lnTo>
                <a:lnTo>
                  <a:pt x="1061" y="620"/>
                </a:lnTo>
                <a:lnTo>
                  <a:pt x="1061" y="668"/>
                </a:lnTo>
                <a:lnTo>
                  <a:pt x="1107" y="716"/>
                </a:lnTo>
                <a:lnTo>
                  <a:pt x="1199" y="764"/>
                </a:lnTo>
                <a:lnTo>
                  <a:pt x="1268" y="812"/>
                </a:lnTo>
                <a:lnTo>
                  <a:pt x="1361" y="812"/>
                </a:lnTo>
                <a:lnTo>
                  <a:pt x="1476" y="860"/>
                </a:lnTo>
                <a:lnTo>
                  <a:pt x="1568" y="954"/>
                </a:lnTo>
                <a:lnTo>
                  <a:pt x="1730" y="1049"/>
                </a:lnTo>
                <a:lnTo>
                  <a:pt x="1776" y="1097"/>
                </a:lnTo>
                <a:lnTo>
                  <a:pt x="1845" y="1097"/>
                </a:lnTo>
                <a:lnTo>
                  <a:pt x="2007" y="1145"/>
                </a:lnTo>
                <a:lnTo>
                  <a:pt x="2007" y="1193"/>
                </a:lnTo>
                <a:lnTo>
                  <a:pt x="2145" y="1241"/>
                </a:lnTo>
                <a:lnTo>
                  <a:pt x="2145" y="1289"/>
                </a:lnTo>
              </a:path>
            </a:pathLst>
          </a:custGeom>
          <a:ln w="2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201402" y="3933419"/>
            <a:ext cx="2306" cy="956"/>
          </a:xfrm>
          <a:custGeom>
            <a:avLst/>
            <a:gdLst/>
            <a:ahLst/>
            <a:cxnLst/>
            <a:rect l="l" t="t" r="r" b="b"/>
            <a:pathLst>
              <a:path w="2306" h="956">
                <a:moveTo>
                  <a:pt x="0" y="0"/>
                </a:moveTo>
                <a:lnTo>
                  <a:pt x="0" y="0"/>
                </a:lnTo>
                <a:lnTo>
                  <a:pt x="92" y="0"/>
                </a:lnTo>
                <a:lnTo>
                  <a:pt x="92" y="47"/>
                </a:lnTo>
                <a:lnTo>
                  <a:pt x="207" y="47"/>
                </a:lnTo>
                <a:lnTo>
                  <a:pt x="207" y="95"/>
                </a:lnTo>
                <a:lnTo>
                  <a:pt x="369" y="143"/>
                </a:lnTo>
                <a:lnTo>
                  <a:pt x="461" y="239"/>
                </a:lnTo>
                <a:lnTo>
                  <a:pt x="622" y="285"/>
                </a:lnTo>
                <a:lnTo>
                  <a:pt x="784" y="333"/>
                </a:lnTo>
                <a:lnTo>
                  <a:pt x="830" y="381"/>
                </a:lnTo>
                <a:lnTo>
                  <a:pt x="991" y="429"/>
                </a:lnTo>
                <a:lnTo>
                  <a:pt x="1153" y="477"/>
                </a:lnTo>
                <a:lnTo>
                  <a:pt x="1199" y="524"/>
                </a:lnTo>
                <a:lnTo>
                  <a:pt x="1361" y="572"/>
                </a:lnTo>
                <a:lnTo>
                  <a:pt x="1361" y="620"/>
                </a:lnTo>
                <a:lnTo>
                  <a:pt x="1522" y="668"/>
                </a:lnTo>
                <a:lnTo>
                  <a:pt x="1684" y="716"/>
                </a:lnTo>
                <a:lnTo>
                  <a:pt x="1730" y="716"/>
                </a:lnTo>
                <a:lnTo>
                  <a:pt x="1776" y="764"/>
                </a:lnTo>
                <a:lnTo>
                  <a:pt x="1937" y="812"/>
                </a:lnTo>
                <a:lnTo>
                  <a:pt x="2099" y="860"/>
                </a:lnTo>
                <a:lnTo>
                  <a:pt x="2260" y="956"/>
                </a:lnTo>
                <a:lnTo>
                  <a:pt x="2306" y="956"/>
                </a:lnTo>
              </a:path>
            </a:pathLst>
          </a:custGeom>
          <a:ln w="2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203709" y="3934375"/>
            <a:ext cx="2306" cy="620"/>
          </a:xfrm>
          <a:custGeom>
            <a:avLst/>
            <a:gdLst/>
            <a:ahLst/>
            <a:cxnLst/>
            <a:rect l="l" t="t" r="r" b="b"/>
            <a:pathLst>
              <a:path w="2306" h="620">
                <a:moveTo>
                  <a:pt x="0" y="0"/>
                </a:moveTo>
                <a:lnTo>
                  <a:pt x="46" y="0"/>
                </a:lnTo>
                <a:lnTo>
                  <a:pt x="207" y="45"/>
                </a:lnTo>
                <a:lnTo>
                  <a:pt x="207" y="93"/>
                </a:lnTo>
                <a:lnTo>
                  <a:pt x="369" y="141"/>
                </a:lnTo>
                <a:lnTo>
                  <a:pt x="484" y="189"/>
                </a:lnTo>
                <a:lnTo>
                  <a:pt x="576" y="189"/>
                </a:lnTo>
                <a:lnTo>
                  <a:pt x="622" y="237"/>
                </a:lnTo>
                <a:lnTo>
                  <a:pt x="738" y="237"/>
                </a:lnTo>
                <a:lnTo>
                  <a:pt x="784" y="285"/>
                </a:lnTo>
                <a:lnTo>
                  <a:pt x="830" y="285"/>
                </a:lnTo>
                <a:lnTo>
                  <a:pt x="991" y="333"/>
                </a:lnTo>
                <a:lnTo>
                  <a:pt x="1153" y="333"/>
                </a:lnTo>
                <a:lnTo>
                  <a:pt x="1314" y="381"/>
                </a:lnTo>
                <a:lnTo>
                  <a:pt x="1476" y="429"/>
                </a:lnTo>
                <a:lnTo>
                  <a:pt x="1522" y="429"/>
                </a:lnTo>
                <a:lnTo>
                  <a:pt x="1568" y="477"/>
                </a:lnTo>
                <a:lnTo>
                  <a:pt x="1730" y="477"/>
                </a:lnTo>
                <a:lnTo>
                  <a:pt x="1776" y="524"/>
                </a:lnTo>
                <a:lnTo>
                  <a:pt x="1937" y="572"/>
                </a:lnTo>
                <a:lnTo>
                  <a:pt x="2099" y="572"/>
                </a:lnTo>
                <a:lnTo>
                  <a:pt x="2145" y="572"/>
                </a:lnTo>
                <a:lnTo>
                  <a:pt x="2145" y="620"/>
                </a:lnTo>
                <a:lnTo>
                  <a:pt x="2306" y="620"/>
                </a:lnTo>
              </a:path>
            </a:pathLst>
          </a:custGeom>
          <a:ln w="2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206016" y="3934996"/>
            <a:ext cx="2306" cy="285"/>
          </a:xfrm>
          <a:custGeom>
            <a:avLst/>
            <a:gdLst/>
            <a:ahLst/>
            <a:cxnLst/>
            <a:rect l="l" t="t" r="r" b="b"/>
            <a:pathLst>
              <a:path w="2306" h="285">
                <a:moveTo>
                  <a:pt x="0" y="0"/>
                </a:moveTo>
                <a:lnTo>
                  <a:pt x="0" y="0"/>
                </a:lnTo>
                <a:lnTo>
                  <a:pt x="69" y="47"/>
                </a:lnTo>
                <a:lnTo>
                  <a:pt x="161" y="47"/>
                </a:lnTo>
                <a:lnTo>
                  <a:pt x="322" y="47"/>
                </a:lnTo>
                <a:lnTo>
                  <a:pt x="484" y="95"/>
                </a:lnTo>
                <a:lnTo>
                  <a:pt x="645" y="95"/>
                </a:lnTo>
                <a:lnTo>
                  <a:pt x="784" y="141"/>
                </a:lnTo>
                <a:lnTo>
                  <a:pt x="945" y="141"/>
                </a:lnTo>
                <a:lnTo>
                  <a:pt x="991" y="141"/>
                </a:lnTo>
                <a:lnTo>
                  <a:pt x="991" y="189"/>
                </a:lnTo>
                <a:lnTo>
                  <a:pt x="1153" y="189"/>
                </a:lnTo>
                <a:lnTo>
                  <a:pt x="1314" y="189"/>
                </a:lnTo>
                <a:lnTo>
                  <a:pt x="1476" y="237"/>
                </a:lnTo>
                <a:lnTo>
                  <a:pt x="1637" y="237"/>
                </a:lnTo>
                <a:lnTo>
                  <a:pt x="1799" y="237"/>
                </a:lnTo>
                <a:lnTo>
                  <a:pt x="1937" y="237"/>
                </a:lnTo>
                <a:lnTo>
                  <a:pt x="2099" y="285"/>
                </a:lnTo>
                <a:lnTo>
                  <a:pt x="2260" y="285"/>
                </a:lnTo>
                <a:lnTo>
                  <a:pt x="2306" y="285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208322" y="3935186"/>
            <a:ext cx="2329" cy="95"/>
          </a:xfrm>
          <a:custGeom>
            <a:avLst/>
            <a:gdLst/>
            <a:ahLst/>
            <a:cxnLst/>
            <a:rect l="l" t="t" r="r" b="b"/>
            <a:pathLst>
              <a:path w="2329" h="95">
                <a:moveTo>
                  <a:pt x="0" y="95"/>
                </a:moveTo>
                <a:lnTo>
                  <a:pt x="69" y="95"/>
                </a:lnTo>
                <a:lnTo>
                  <a:pt x="230" y="95"/>
                </a:lnTo>
                <a:lnTo>
                  <a:pt x="369" y="95"/>
                </a:lnTo>
                <a:lnTo>
                  <a:pt x="530" y="95"/>
                </a:lnTo>
                <a:lnTo>
                  <a:pt x="692" y="95"/>
                </a:lnTo>
                <a:lnTo>
                  <a:pt x="853" y="95"/>
                </a:lnTo>
                <a:lnTo>
                  <a:pt x="1015" y="95"/>
                </a:lnTo>
                <a:lnTo>
                  <a:pt x="1153" y="95"/>
                </a:lnTo>
                <a:lnTo>
                  <a:pt x="1314" y="95"/>
                </a:lnTo>
                <a:lnTo>
                  <a:pt x="1430" y="95"/>
                </a:lnTo>
                <a:lnTo>
                  <a:pt x="1476" y="47"/>
                </a:lnTo>
                <a:lnTo>
                  <a:pt x="1637" y="47"/>
                </a:lnTo>
                <a:lnTo>
                  <a:pt x="1799" y="47"/>
                </a:lnTo>
                <a:lnTo>
                  <a:pt x="1960" y="47"/>
                </a:lnTo>
                <a:lnTo>
                  <a:pt x="2007" y="47"/>
                </a:lnTo>
                <a:lnTo>
                  <a:pt x="2099" y="0"/>
                </a:lnTo>
                <a:lnTo>
                  <a:pt x="2260" y="0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210652" y="3934756"/>
            <a:ext cx="2237" cy="429"/>
          </a:xfrm>
          <a:custGeom>
            <a:avLst/>
            <a:gdLst/>
            <a:ahLst/>
            <a:cxnLst/>
            <a:rect l="l" t="t" r="r" b="b"/>
            <a:pathLst>
              <a:path w="2237" h="429">
                <a:moveTo>
                  <a:pt x="0" y="429"/>
                </a:moveTo>
                <a:lnTo>
                  <a:pt x="0" y="429"/>
                </a:lnTo>
                <a:lnTo>
                  <a:pt x="92" y="429"/>
                </a:lnTo>
                <a:lnTo>
                  <a:pt x="92" y="429"/>
                </a:lnTo>
                <a:lnTo>
                  <a:pt x="253" y="381"/>
                </a:lnTo>
                <a:lnTo>
                  <a:pt x="415" y="381"/>
                </a:lnTo>
                <a:lnTo>
                  <a:pt x="461" y="335"/>
                </a:lnTo>
                <a:lnTo>
                  <a:pt x="461" y="335"/>
                </a:lnTo>
                <a:lnTo>
                  <a:pt x="622" y="335"/>
                </a:lnTo>
                <a:lnTo>
                  <a:pt x="784" y="335"/>
                </a:lnTo>
                <a:lnTo>
                  <a:pt x="784" y="287"/>
                </a:lnTo>
                <a:lnTo>
                  <a:pt x="945" y="287"/>
                </a:lnTo>
                <a:lnTo>
                  <a:pt x="1038" y="287"/>
                </a:lnTo>
                <a:lnTo>
                  <a:pt x="1038" y="287"/>
                </a:lnTo>
                <a:lnTo>
                  <a:pt x="1199" y="239"/>
                </a:lnTo>
                <a:lnTo>
                  <a:pt x="1361" y="191"/>
                </a:lnTo>
                <a:lnTo>
                  <a:pt x="1522" y="191"/>
                </a:lnTo>
                <a:lnTo>
                  <a:pt x="1660" y="143"/>
                </a:lnTo>
                <a:lnTo>
                  <a:pt x="1822" y="95"/>
                </a:lnTo>
                <a:lnTo>
                  <a:pt x="1983" y="47"/>
                </a:lnTo>
                <a:lnTo>
                  <a:pt x="2099" y="0"/>
                </a:lnTo>
                <a:lnTo>
                  <a:pt x="2099" y="0"/>
                </a:lnTo>
                <a:lnTo>
                  <a:pt x="2237" y="0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212890" y="3933944"/>
            <a:ext cx="2329" cy="812"/>
          </a:xfrm>
          <a:custGeom>
            <a:avLst/>
            <a:gdLst/>
            <a:ahLst/>
            <a:cxnLst/>
            <a:rect l="l" t="t" r="r" b="b"/>
            <a:pathLst>
              <a:path w="2329" h="812">
                <a:moveTo>
                  <a:pt x="0" y="812"/>
                </a:moveTo>
                <a:lnTo>
                  <a:pt x="69" y="764"/>
                </a:lnTo>
                <a:lnTo>
                  <a:pt x="230" y="764"/>
                </a:lnTo>
                <a:lnTo>
                  <a:pt x="230" y="764"/>
                </a:lnTo>
                <a:lnTo>
                  <a:pt x="369" y="716"/>
                </a:lnTo>
                <a:lnTo>
                  <a:pt x="530" y="668"/>
                </a:lnTo>
                <a:lnTo>
                  <a:pt x="692" y="620"/>
                </a:lnTo>
                <a:lnTo>
                  <a:pt x="692" y="572"/>
                </a:lnTo>
                <a:lnTo>
                  <a:pt x="738" y="572"/>
                </a:lnTo>
                <a:lnTo>
                  <a:pt x="853" y="572"/>
                </a:lnTo>
                <a:lnTo>
                  <a:pt x="853" y="524"/>
                </a:lnTo>
                <a:lnTo>
                  <a:pt x="1015" y="524"/>
                </a:lnTo>
                <a:lnTo>
                  <a:pt x="1176" y="431"/>
                </a:lnTo>
                <a:lnTo>
                  <a:pt x="1222" y="431"/>
                </a:lnTo>
                <a:lnTo>
                  <a:pt x="1268" y="431"/>
                </a:lnTo>
                <a:lnTo>
                  <a:pt x="1268" y="431"/>
                </a:lnTo>
                <a:lnTo>
                  <a:pt x="1384" y="383"/>
                </a:lnTo>
                <a:lnTo>
                  <a:pt x="1476" y="335"/>
                </a:lnTo>
                <a:lnTo>
                  <a:pt x="1522" y="335"/>
                </a:lnTo>
                <a:lnTo>
                  <a:pt x="1522" y="287"/>
                </a:lnTo>
                <a:lnTo>
                  <a:pt x="1637" y="287"/>
                </a:lnTo>
                <a:lnTo>
                  <a:pt x="1684" y="239"/>
                </a:lnTo>
                <a:lnTo>
                  <a:pt x="1799" y="239"/>
                </a:lnTo>
                <a:lnTo>
                  <a:pt x="1845" y="191"/>
                </a:lnTo>
                <a:lnTo>
                  <a:pt x="1891" y="191"/>
                </a:lnTo>
                <a:lnTo>
                  <a:pt x="1891" y="191"/>
                </a:lnTo>
                <a:lnTo>
                  <a:pt x="2007" y="143"/>
                </a:lnTo>
                <a:lnTo>
                  <a:pt x="2168" y="47"/>
                </a:lnTo>
                <a:lnTo>
                  <a:pt x="2329" y="0"/>
                </a:lnTo>
              </a:path>
            </a:pathLst>
          </a:custGeom>
          <a:ln w="2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215220" y="3932798"/>
            <a:ext cx="2306" cy="1145"/>
          </a:xfrm>
          <a:custGeom>
            <a:avLst/>
            <a:gdLst/>
            <a:ahLst/>
            <a:cxnLst/>
            <a:rect l="l" t="t" r="r" b="b"/>
            <a:pathLst>
              <a:path w="2306" h="1145">
                <a:moveTo>
                  <a:pt x="0" y="1145"/>
                </a:moveTo>
                <a:lnTo>
                  <a:pt x="46" y="1097"/>
                </a:lnTo>
                <a:lnTo>
                  <a:pt x="138" y="1097"/>
                </a:lnTo>
                <a:lnTo>
                  <a:pt x="138" y="1049"/>
                </a:lnTo>
                <a:lnTo>
                  <a:pt x="253" y="1049"/>
                </a:lnTo>
                <a:lnTo>
                  <a:pt x="253" y="1049"/>
                </a:lnTo>
                <a:lnTo>
                  <a:pt x="415" y="954"/>
                </a:lnTo>
                <a:lnTo>
                  <a:pt x="576" y="906"/>
                </a:lnTo>
                <a:lnTo>
                  <a:pt x="715" y="812"/>
                </a:lnTo>
                <a:lnTo>
                  <a:pt x="784" y="764"/>
                </a:lnTo>
                <a:lnTo>
                  <a:pt x="945" y="716"/>
                </a:lnTo>
                <a:lnTo>
                  <a:pt x="1084" y="620"/>
                </a:lnTo>
                <a:lnTo>
                  <a:pt x="1245" y="572"/>
                </a:lnTo>
                <a:lnTo>
                  <a:pt x="1361" y="477"/>
                </a:lnTo>
                <a:lnTo>
                  <a:pt x="1522" y="429"/>
                </a:lnTo>
                <a:lnTo>
                  <a:pt x="1568" y="381"/>
                </a:lnTo>
                <a:lnTo>
                  <a:pt x="1614" y="333"/>
                </a:lnTo>
                <a:lnTo>
                  <a:pt x="1614" y="333"/>
                </a:lnTo>
                <a:lnTo>
                  <a:pt x="1730" y="333"/>
                </a:lnTo>
                <a:lnTo>
                  <a:pt x="1822" y="237"/>
                </a:lnTo>
                <a:lnTo>
                  <a:pt x="1891" y="189"/>
                </a:lnTo>
                <a:lnTo>
                  <a:pt x="1891" y="189"/>
                </a:lnTo>
                <a:lnTo>
                  <a:pt x="1983" y="189"/>
                </a:lnTo>
                <a:lnTo>
                  <a:pt x="2145" y="95"/>
                </a:lnTo>
                <a:lnTo>
                  <a:pt x="2145" y="47"/>
                </a:lnTo>
                <a:lnTo>
                  <a:pt x="2260" y="47"/>
                </a:lnTo>
              </a:path>
            </a:pathLst>
          </a:custGeom>
          <a:ln w="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217527" y="3931269"/>
            <a:ext cx="2306" cy="1529"/>
          </a:xfrm>
          <a:custGeom>
            <a:avLst/>
            <a:gdLst/>
            <a:ahLst/>
            <a:cxnLst/>
            <a:rect l="l" t="t" r="r" b="b"/>
            <a:pathLst>
              <a:path w="2306" h="1529">
                <a:moveTo>
                  <a:pt x="0" y="1529"/>
                </a:moveTo>
                <a:lnTo>
                  <a:pt x="161" y="1433"/>
                </a:lnTo>
                <a:lnTo>
                  <a:pt x="299" y="1337"/>
                </a:lnTo>
                <a:lnTo>
                  <a:pt x="461" y="1241"/>
                </a:lnTo>
                <a:lnTo>
                  <a:pt x="622" y="1145"/>
                </a:lnTo>
                <a:lnTo>
                  <a:pt x="669" y="1097"/>
                </a:lnTo>
                <a:lnTo>
                  <a:pt x="830" y="1002"/>
                </a:lnTo>
                <a:lnTo>
                  <a:pt x="991" y="908"/>
                </a:lnTo>
                <a:lnTo>
                  <a:pt x="1153" y="812"/>
                </a:lnTo>
                <a:lnTo>
                  <a:pt x="1314" y="716"/>
                </a:lnTo>
                <a:lnTo>
                  <a:pt x="1476" y="620"/>
                </a:lnTo>
                <a:lnTo>
                  <a:pt x="1568" y="477"/>
                </a:lnTo>
                <a:lnTo>
                  <a:pt x="1730" y="429"/>
                </a:lnTo>
                <a:lnTo>
                  <a:pt x="1822" y="333"/>
                </a:lnTo>
                <a:lnTo>
                  <a:pt x="1983" y="239"/>
                </a:lnTo>
                <a:lnTo>
                  <a:pt x="2053" y="191"/>
                </a:lnTo>
                <a:lnTo>
                  <a:pt x="2191" y="95"/>
                </a:lnTo>
              </a:path>
            </a:pathLst>
          </a:custGeom>
          <a:ln w="3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219834" y="3929404"/>
            <a:ext cx="2260" cy="1864"/>
          </a:xfrm>
          <a:custGeom>
            <a:avLst/>
            <a:gdLst/>
            <a:ahLst/>
            <a:cxnLst/>
            <a:rect l="l" t="t" r="r" b="b"/>
            <a:pathLst>
              <a:path w="2260" h="1864">
                <a:moveTo>
                  <a:pt x="0" y="1864"/>
                </a:moveTo>
                <a:lnTo>
                  <a:pt x="161" y="1768"/>
                </a:lnTo>
                <a:lnTo>
                  <a:pt x="253" y="1624"/>
                </a:lnTo>
                <a:lnTo>
                  <a:pt x="415" y="1577"/>
                </a:lnTo>
                <a:lnTo>
                  <a:pt x="530" y="1433"/>
                </a:lnTo>
                <a:lnTo>
                  <a:pt x="622" y="1387"/>
                </a:lnTo>
                <a:lnTo>
                  <a:pt x="738" y="1291"/>
                </a:lnTo>
                <a:lnTo>
                  <a:pt x="899" y="1195"/>
                </a:lnTo>
                <a:lnTo>
                  <a:pt x="991" y="1052"/>
                </a:lnTo>
                <a:lnTo>
                  <a:pt x="1107" y="1004"/>
                </a:lnTo>
                <a:lnTo>
                  <a:pt x="1153" y="956"/>
                </a:lnTo>
                <a:lnTo>
                  <a:pt x="1314" y="860"/>
                </a:lnTo>
                <a:lnTo>
                  <a:pt x="1361" y="812"/>
                </a:lnTo>
                <a:lnTo>
                  <a:pt x="1476" y="670"/>
                </a:lnTo>
                <a:lnTo>
                  <a:pt x="1522" y="670"/>
                </a:lnTo>
                <a:lnTo>
                  <a:pt x="1684" y="527"/>
                </a:lnTo>
                <a:lnTo>
                  <a:pt x="1730" y="479"/>
                </a:lnTo>
                <a:lnTo>
                  <a:pt x="1891" y="383"/>
                </a:lnTo>
                <a:lnTo>
                  <a:pt x="1983" y="239"/>
                </a:lnTo>
                <a:lnTo>
                  <a:pt x="2053" y="239"/>
                </a:lnTo>
                <a:lnTo>
                  <a:pt x="2145" y="95"/>
                </a:lnTo>
                <a:lnTo>
                  <a:pt x="2260" y="47"/>
                </a:lnTo>
              </a:path>
            </a:pathLst>
          </a:custGeom>
          <a:ln w="3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222095" y="3927209"/>
            <a:ext cx="2306" cy="2195"/>
          </a:xfrm>
          <a:custGeom>
            <a:avLst/>
            <a:gdLst/>
            <a:ahLst/>
            <a:cxnLst/>
            <a:rect l="l" t="t" r="r" b="b"/>
            <a:pathLst>
              <a:path w="2306" h="2195">
                <a:moveTo>
                  <a:pt x="0" y="2195"/>
                </a:moveTo>
                <a:lnTo>
                  <a:pt x="92" y="2102"/>
                </a:lnTo>
                <a:lnTo>
                  <a:pt x="253" y="2006"/>
                </a:lnTo>
                <a:lnTo>
                  <a:pt x="322" y="1958"/>
                </a:lnTo>
                <a:lnTo>
                  <a:pt x="415" y="1814"/>
                </a:lnTo>
                <a:lnTo>
                  <a:pt x="576" y="1718"/>
                </a:lnTo>
                <a:lnTo>
                  <a:pt x="669" y="1574"/>
                </a:lnTo>
                <a:lnTo>
                  <a:pt x="669" y="1574"/>
                </a:lnTo>
                <a:lnTo>
                  <a:pt x="830" y="1479"/>
                </a:lnTo>
                <a:lnTo>
                  <a:pt x="945" y="1337"/>
                </a:lnTo>
                <a:lnTo>
                  <a:pt x="1038" y="1241"/>
                </a:lnTo>
                <a:lnTo>
                  <a:pt x="1199" y="1145"/>
                </a:lnTo>
                <a:lnTo>
                  <a:pt x="1314" y="1002"/>
                </a:lnTo>
                <a:lnTo>
                  <a:pt x="1407" y="906"/>
                </a:lnTo>
                <a:lnTo>
                  <a:pt x="1522" y="762"/>
                </a:lnTo>
                <a:lnTo>
                  <a:pt x="1614" y="668"/>
                </a:lnTo>
                <a:lnTo>
                  <a:pt x="1730" y="572"/>
                </a:lnTo>
                <a:lnTo>
                  <a:pt x="1891" y="477"/>
                </a:lnTo>
                <a:lnTo>
                  <a:pt x="1983" y="333"/>
                </a:lnTo>
                <a:lnTo>
                  <a:pt x="2099" y="189"/>
                </a:lnTo>
                <a:lnTo>
                  <a:pt x="2099" y="189"/>
                </a:lnTo>
                <a:lnTo>
                  <a:pt x="2191" y="93"/>
                </a:lnTo>
              </a:path>
            </a:pathLst>
          </a:custGeom>
          <a:ln w="3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224402" y="3924627"/>
            <a:ext cx="2306" cy="2581"/>
          </a:xfrm>
          <a:custGeom>
            <a:avLst/>
            <a:gdLst/>
            <a:ahLst/>
            <a:cxnLst/>
            <a:rect l="l" t="t" r="r" b="b"/>
            <a:pathLst>
              <a:path w="2306" h="2581">
                <a:moveTo>
                  <a:pt x="0" y="2581"/>
                </a:moveTo>
                <a:lnTo>
                  <a:pt x="115" y="2437"/>
                </a:lnTo>
                <a:lnTo>
                  <a:pt x="161" y="2389"/>
                </a:lnTo>
                <a:lnTo>
                  <a:pt x="253" y="2293"/>
                </a:lnTo>
                <a:lnTo>
                  <a:pt x="369" y="2149"/>
                </a:lnTo>
                <a:lnTo>
                  <a:pt x="461" y="2054"/>
                </a:lnTo>
                <a:lnTo>
                  <a:pt x="576" y="1958"/>
                </a:lnTo>
                <a:lnTo>
                  <a:pt x="692" y="1816"/>
                </a:lnTo>
                <a:lnTo>
                  <a:pt x="738" y="1768"/>
                </a:lnTo>
                <a:lnTo>
                  <a:pt x="830" y="1672"/>
                </a:lnTo>
                <a:lnTo>
                  <a:pt x="945" y="1529"/>
                </a:lnTo>
                <a:lnTo>
                  <a:pt x="1107" y="1433"/>
                </a:lnTo>
                <a:lnTo>
                  <a:pt x="1199" y="1289"/>
                </a:lnTo>
                <a:lnTo>
                  <a:pt x="1314" y="1147"/>
                </a:lnTo>
                <a:lnTo>
                  <a:pt x="1407" y="1004"/>
                </a:lnTo>
                <a:lnTo>
                  <a:pt x="1568" y="908"/>
                </a:lnTo>
                <a:lnTo>
                  <a:pt x="1637" y="764"/>
                </a:lnTo>
                <a:lnTo>
                  <a:pt x="1776" y="668"/>
                </a:lnTo>
                <a:lnTo>
                  <a:pt x="1845" y="524"/>
                </a:lnTo>
                <a:lnTo>
                  <a:pt x="2007" y="431"/>
                </a:lnTo>
                <a:lnTo>
                  <a:pt x="2053" y="287"/>
                </a:lnTo>
                <a:lnTo>
                  <a:pt x="2214" y="143"/>
                </a:lnTo>
                <a:lnTo>
                  <a:pt x="2306" y="0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226708" y="3921713"/>
            <a:ext cx="2306" cy="2914"/>
          </a:xfrm>
          <a:custGeom>
            <a:avLst/>
            <a:gdLst/>
            <a:ahLst/>
            <a:cxnLst/>
            <a:rect l="l" t="t" r="r" b="b"/>
            <a:pathLst>
              <a:path w="2306" h="2914">
                <a:moveTo>
                  <a:pt x="0" y="2914"/>
                </a:moveTo>
                <a:lnTo>
                  <a:pt x="0" y="2914"/>
                </a:lnTo>
                <a:lnTo>
                  <a:pt x="115" y="2770"/>
                </a:lnTo>
                <a:lnTo>
                  <a:pt x="276" y="2629"/>
                </a:lnTo>
                <a:lnTo>
                  <a:pt x="276" y="2581"/>
                </a:lnTo>
                <a:lnTo>
                  <a:pt x="369" y="2437"/>
                </a:lnTo>
                <a:lnTo>
                  <a:pt x="484" y="2341"/>
                </a:lnTo>
                <a:lnTo>
                  <a:pt x="576" y="2197"/>
                </a:lnTo>
                <a:lnTo>
                  <a:pt x="692" y="2054"/>
                </a:lnTo>
                <a:lnTo>
                  <a:pt x="853" y="1910"/>
                </a:lnTo>
                <a:lnTo>
                  <a:pt x="945" y="1768"/>
                </a:lnTo>
                <a:lnTo>
                  <a:pt x="1061" y="1624"/>
                </a:lnTo>
                <a:lnTo>
                  <a:pt x="1061" y="1624"/>
                </a:lnTo>
                <a:lnTo>
                  <a:pt x="1153" y="1481"/>
                </a:lnTo>
                <a:lnTo>
                  <a:pt x="1268" y="1337"/>
                </a:lnTo>
                <a:lnTo>
                  <a:pt x="1361" y="1195"/>
                </a:lnTo>
                <a:lnTo>
                  <a:pt x="1522" y="1052"/>
                </a:lnTo>
                <a:lnTo>
                  <a:pt x="1637" y="908"/>
                </a:lnTo>
                <a:lnTo>
                  <a:pt x="1730" y="764"/>
                </a:lnTo>
                <a:lnTo>
                  <a:pt x="1845" y="620"/>
                </a:lnTo>
                <a:lnTo>
                  <a:pt x="1937" y="479"/>
                </a:lnTo>
                <a:lnTo>
                  <a:pt x="1937" y="479"/>
                </a:lnTo>
                <a:lnTo>
                  <a:pt x="2053" y="335"/>
                </a:lnTo>
                <a:lnTo>
                  <a:pt x="2168" y="191"/>
                </a:lnTo>
                <a:lnTo>
                  <a:pt x="2260" y="47"/>
                </a:lnTo>
              </a:path>
            </a:pathLst>
          </a:custGeom>
          <a:ln w="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229015" y="3918465"/>
            <a:ext cx="2306" cy="3247"/>
          </a:xfrm>
          <a:custGeom>
            <a:avLst/>
            <a:gdLst/>
            <a:ahLst/>
            <a:cxnLst/>
            <a:rect l="l" t="t" r="r" b="b"/>
            <a:pathLst>
              <a:path w="2306" h="3247">
                <a:moveTo>
                  <a:pt x="0" y="3247"/>
                </a:moveTo>
                <a:lnTo>
                  <a:pt x="115" y="3104"/>
                </a:lnTo>
                <a:lnTo>
                  <a:pt x="207" y="2962"/>
                </a:lnTo>
                <a:lnTo>
                  <a:pt x="322" y="2818"/>
                </a:lnTo>
                <a:lnTo>
                  <a:pt x="438" y="2674"/>
                </a:lnTo>
                <a:lnTo>
                  <a:pt x="530" y="2531"/>
                </a:lnTo>
                <a:lnTo>
                  <a:pt x="645" y="2387"/>
                </a:lnTo>
                <a:lnTo>
                  <a:pt x="738" y="2245"/>
                </a:lnTo>
                <a:lnTo>
                  <a:pt x="853" y="2102"/>
                </a:lnTo>
                <a:lnTo>
                  <a:pt x="945" y="1958"/>
                </a:lnTo>
                <a:lnTo>
                  <a:pt x="1061" y="1814"/>
                </a:lnTo>
                <a:lnTo>
                  <a:pt x="1153" y="1670"/>
                </a:lnTo>
                <a:lnTo>
                  <a:pt x="1268" y="1529"/>
                </a:lnTo>
                <a:lnTo>
                  <a:pt x="1314" y="1385"/>
                </a:lnTo>
                <a:lnTo>
                  <a:pt x="1430" y="1241"/>
                </a:lnTo>
                <a:lnTo>
                  <a:pt x="1522" y="1097"/>
                </a:lnTo>
                <a:lnTo>
                  <a:pt x="1637" y="954"/>
                </a:lnTo>
                <a:lnTo>
                  <a:pt x="1684" y="906"/>
                </a:lnTo>
                <a:lnTo>
                  <a:pt x="1799" y="764"/>
                </a:lnTo>
                <a:lnTo>
                  <a:pt x="1845" y="668"/>
                </a:lnTo>
                <a:lnTo>
                  <a:pt x="1960" y="524"/>
                </a:lnTo>
                <a:lnTo>
                  <a:pt x="2053" y="381"/>
                </a:lnTo>
                <a:lnTo>
                  <a:pt x="2099" y="237"/>
                </a:lnTo>
                <a:lnTo>
                  <a:pt x="2214" y="95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231322" y="3914882"/>
            <a:ext cx="2260" cy="3583"/>
          </a:xfrm>
          <a:custGeom>
            <a:avLst/>
            <a:gdLst/>
            <a:ahLst/>
            <a:cxnLst/>
            <a:rect l="l" t="t" r="r" b="b"/>
            <a:pathLst>
              <a:path w="2260" h="3583">
                <a:moveTo>
                  <a:pt x="0" y="3583"/>
                </a:moveTo>
                <a:lnTo>
                  <a:pt x="69" y="3487"/>
                </a:lnTo>
                <a:lnTo>
                  <a:pt x="161" y="3343"/>
                </a:lnTo>
                <a:lnTo>
                  <a:pt x="161" y="3295"/>
                </a:lnTo>
                <a:lnTo>
                  <a:pt x="276" y="3152"/>
                </a:lnTo>
                <a:lnTo>
                  <a:pt x="369" y="3010"/>
                </a:lnTo>
                <a:lnTo>
                  <a:pt x="484" y="2866"/>
                </a:lnTo>
                <a:lnTo>
                  <a:pt x="530" y="2770"/>
                </a:lnTo>
                <a:lnTo>
                  <a:pt x="645" y="2627"/>
                </a:lnTo>
                <a:lnTo>
                  <a:pt x="692" y="2483"/>
                </a:lnTo>
                <a:lnTo>
                  <a:pt x="807" y="2339"/>
                </a:lnTo>
                <a:lnTo>
                  <a:pt x="899" y="2197"/>
                </a:lnTo>
                <a:lnTo>
                  <a:pt x="945" y="2149"/>
                </a:lnTo>
                <a:lnTo>
                  <a:pt x="1015" y="2054"/>
                </a:lnTo>
                <a:lnTo>
                  <a:pt x="1061" y="1910"/>
                </a:lnTo>
                <a:lnTo>
                  <a:pt x="1176" y="1766"/>
                </a:lnTo>
                <a:lnTo>
                  <a:pt x="1222" y="1718"/>
                </a:lnTo>
                <a:lnTo>
                  <a:pt x="1314" y="1577"/>
                </a:lnTo>
                <a:lnTo>
                  <a:pt x="1384" y="1481"/>
                </a:lnTo>
                <a:lnTo>
                  <a:pt x="1430" y="1337"/>
                </a:lnTo>
                <a:lnTo>
                  <a:pt x="1545" y="1241"/>
                </a:lnTo>
                <a:lnTo>
                  <a:pt x="1591" y="1145"/>
                </a:lnTo>
                <a:lnTo>
                  <a:pt x="1637" y="1002"/>
                </a:lnTo>
                <a:lnTo>
                  <a:pt x="1753" y="906"/>
                </a:lnTo>
                <a:lnTo>
                  <a:pt x="1799" y="812"/>
                </a:lnTo>
                <a:lnTo>
                  <a:pt x="1845" y="668"/>
                </a:lnTo>
                <a:lnTo>
                  <a:pt x="1960" y="524"/>
                </a:lnTo>
                <a:lnTo>
                  <a:pt x="2053" y="381"/>
                </a:lnTo>
                <a:lnTo>
                  <a:pt x="2122" y="237"/>
                </a:lnTo>
                <a:lnTo>
                  <a:pt x="2214" y="143"/>
                </a:lnTo>
                <a:lnTo>
                  <a:pt x="2260" y="47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233583" y="3910963"/>
            <a:ext cx="2329" cy="3918"/>
          </a:xfrm>
          <a:custGeom>
            <a:avLst/>
            <a:gdLst/>
            <a:ahLst/>
            <a:cxnLst/>
            <a:rect l="l" t="t" r="r" b="b"/>
            <a:pathLst>
              <a:path w="2329" h="3918">
                <a:moveTo>
                  <a:pt x="0" y="3918"/>
                </a:moveTo>
                <a:lnTo>
                  <a:pt x="115" y="3774"/>
                </a:lnTo>
                <a:lnTo>
                  <a:pt x="161" y="3727"/>
                </a:lnTo>
                <a:lnTo>
                  <a:pt x="207" y="3583"/>
                </a:lnTo>
                <a:lnTo>
                  <a:pt x="276" y="3535"/>
                </a:lnTo>
                <a:lnTo>
                  <a:pt x="322" y="3391"/>
                </a:lnTo>
                <a:lnTo>
                  <a:pt x="438" y="3297"/>
                </a:lnTo>
                <a:lnTo>
                  <a:pt x="484" y="3154"/>
                </a:lnTo>
                <a:lnTo>
                  <a:pt x="576" y="3010"/>
                </a:lnTo>
                <a:lnTo>
                  <a:pt x="645" y="2866"/>
                </a:lnTo>
                <a:lnTo>
                  <a:pt x="738" y="2770"/>
                </a:lnTo>
                <a:lnTo>
                  <a:pt x="807" y="2629"/>
                </a:lnTo>
                <a:lnTo>
                  <a:pt x="853" y="2533"/>
                </a:lnTo>
                <a:lnTo>
                  <a:pt x="945" y="2389"/>
                </a:lnTo>
                <a:lnTo>
                  <a:pt x="1015" y="2245"/>
                </a:lnTo>
                <a:lnTo>
                  <a:pt x="1107" y="2102"/>
                </a:lnTo>
                <a:lnTo>
                  <a:pt x="1222" y="1958"/>
                </a:lnTo>
                <a:lnTo>
                  <a:pt x="1268" y="1864"/>
                </a:lnTo>
                <a:lnTo>
                  <a:pt x="1314" y="1720"/>
                </a:lnTo>
                <a:lnTo>
                  <a:pt x="1430" y="1577"/>
                </a:lnTo>
                <a:lnTo>
                  <a:pt x="1476" y="1433"/>
                </a:lnTo>
                <a:lnTo>
                  <a:pt x="1591" y="1289"/>
                </a:lnTo>
                <a:lnTo>
                  <a:pt x="1684" y="1147"/>
                </a:lnTo>
                <a:lnTo>
                  <a:pt x="1753" y="1004"/>
                </a:lnTo>
                <a:lnTo>
                  <a:pt x="1845" y="860"/>
                </a:lnTo>
                <a:lnTo>
                  <a:pt x="1891" y="716"/>
                </a:lnTo>
                <a:lnTo>
                  <a:pt x="2007" y="572"/>
                </a:lnTo>
                <a:lnTo>
                  <a:pt x="2053" y="431"/>
                </a:lnTo>
                <a:lnTo>
                  <a:pt x="2168" y="287"/>
                </a:lnTo>
                <a:lnTo>
                  <a:pt x="2214" y="143"/>
                </a:lnTo>
                <a:lnTo>
                  <a:pt x="2329" y="0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235913" y="3906711"/>
            <a:ext cx="2306" cy="4252"/>
          </a:xfrm>
          <a:custGeom>
            <a:avLst/>
            <a:gdLst/>
            <a:ahLst/>
            <a:cxnLst/>
            <a:rect l="l" t="t" r="r" b="b"/>
            <a:pathLst>
              <a:path w="2306" h="4252">
                <a:moveTo>
                  <a:pt x="0" y="4252"/>
                </a:moveTo>
                <a:lnTo>
                  <a:pt x="46" y="4108"/>
                </a:lnTo>
                <a:lnTo>
                  <a:pt x="138" y="4014"/>
                </a:lnTo>
                <a:lnTo>
                  <a:pt x="207" y="3918"/>
                </a:lnTo>
                <a:lnTo>
                  <a:pt x="253" y="3774"/>
                </a:lnTo>
                <a:lnTo>
                  <a:pt x="299" y="3631"/>
                </a:lnTo>
                <a:lnTo>
                  <a:pt x="415" y="3535"/>
                </a:lnTo>
                <a:lnTo>
                  <a:pt x="461" y="3391"/>
                </a:lnTo>
                <a:lnTo>
                  <a:pt x="576" y="3249"/>
                </a:lnTo>
                <a:lnTo>
                  <a:pt x="622" y="3106"/>
                </a:lnTo>
                <a:lnTo>
                  <a:pt x="715" y="2962"/>
                </a:lnTo>
                <a:lnTo>
                  <a:pt x="784" y="2866"/>
                </a:lnTo>
                <a:lnTo>
                  <a:pt x="830" y="2722"/>
                </a:lnTo>
                <a:lnTo>
                  <a:pt x="876" y="2581"/>
                </a:lnTo>
                <a:lnTo>
                  <a:pt x="991" y="2437"/>
                </a:lnTo>
                <a:lnTo>
                  <a:pt x="1084" y="2293"/>
                </a:lnTo>
                <a:lnTo>
                  <a:pt x="1153" y="2149"/>
                </a:lnTo>
                <a:lnTo>
                  <a:pt x="1199" y="2006"/>
                </a:lnTo>
                <a:lnTo>
                  <a:pt x="1291" y="1864"/>
                </a:lnTo>
                <a:lnTo>
                  <a:pt x="1361" y="1720"/>
                </a:lnTo>
                <a:lnTo>
                  <a:pt x="1453" y="1577"/>
                </a:lnTo>
                <a:lnTo>
                  <a:pt x="1522" y="1433"/>
                </a:lnTo>
                <a:lnTo>
                  <a:pt x="1614" y="1289"/>
                </a:lnTo>
                <a:lnTo>
                  <a:pt x="1660" y="1147"/>
                </a:lnTo>
                <a:lnTo>
                  <a:pt x="1660" y="1147"/>
                </a:lnTo>
                <a:lnTo>
                  <a:pt x="1776" y="1004"/>
                </a:lnTo>
                <a:lnTo>
                  <a:pt x="1822" y="860"/>
                </a:lnTo>
                <a:lnTo>
                  <a:pt x="1937" y="716"/>
                </a:lnTo>
                <a:lnTo>
                  <a:pt x="1983" y="572"/>
                </a:lnTo>
                <a:lnTo>
                  <a:pt x="2030" y="431"/>
                </a:lnTo>
                <a:lnTo>
                  <a:pt x="2145" y="287"/>
                </a:lnTo>
                <a:lnTo>
                  <a:pt x="2191" y="143"/>
                </a:lnTo>
                <a:lnTo>
                  <a:pt x="2306" y="0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238220" y="3902126"/>
            <a:ext cx="2306" cy="4585"/>
          </a:xfrm>
          <a:custGeom>
            <a:avLst/>
            <a:gdLst/>
            <a:ahLst/>
            <a:cxnLst/>
            <a:rect l="l" t="t" r="r" b="b"/>
            <a:pathLst>
              <a:path w="2306" h="4585">
                <a:moveTo>
                  <a:pt x="0" y="4585"/>
                </a:moveTo>
                <a:lnTo>
                  <a:pt x="0" y="4537"/>
                </a:lnTo>
                <a:lnTo>
                  <a:pt x="92" y="4393"/>
                </a:lnTo>
                <a:lnTo>
                  <a:pt x="161" y="4299"/>
                </a:lnTo>
                <a:lnTo>
                  <a:pt x="207" y="4156"/>
                </a:lnTo>
                <a:lnTo>
                  <a:pt x="253" y="4012"/>
                </a:lnTo>
                <a:lnTo>
                  <a:pt x="299" y="3916"/>
                </a:lnTo>
                <a:lnTo>
                  <a:pt x="415" y="3772"/>
                </a:lnTo>
                <a:lnTo>
                  <a:pt x="461" y="3629"/>
                </a:lnTo>
                <a:lnTo>
                  <a:pt x="507" y="3487"/>
                </a:lnTo>
                <a:lnTo>
                  <a:pt x="622" y="3343"/>
                </a:lnTo>
                <a:lnTo>
                  <a:pt x="669" y="3199"/>
                </a:lnTo>
                <a:lnTo>
                  <a:pt x="784" y="3056"/>
                </a:lnTo>
                <a:lnTo>
                  <a:pt x="830" y="2912"/>
                </a:lnTo>
                <a:lnTo>
                  <a:pt x="876" y="2770"/>
                </a:lnTo>
                <a:lnTo>
                  <a:pt x="991" y="2627"/>
                </a:lnTo>
                <a:lnTo>
                  <a:pt x="991" y="2579"/>
                </a:lnTo>
                <a:lnTo>
                  <a:pt x="1107" y="2435"/>
                </a:lnTo>
                <a:lnTo>
                  <a:pt x="1153" y="2291"/>
                </a:lnTo>
                <a:lnTo>
                  <a:pt x="1199" y="2149"/>
                </a:lnTo>
                <a:lnTo>
                  <a:pt x="1314" y="2006"/>
                </a:lnTo>
                <a:lnTo>
                  <a:pt x="1361" y="1862"/>
                </a:lnTo>
                <a:lnTo>
                  <a:pt x="1407" y="1718"/>
                </a:lnTo>
                <a:lnTo>
                  <a:pt x="1453" y="1622"/>
                </a:lnTo>
                <a:lnTo>
                  <a:pt x="1568" y="1479"/>
                </a:lnTo>
                <a:lnTo>
                  <a:pt x="1614" y="1337"/>
                </a:lnTo>
                <a:lnTo>
                  <a:pt x="1684" y="1193"/>
                </a:lnTo>
                <a:lnTo>
                  <a:pt x="1684" y="1193"/>
                </a:lnTo>
                <a:lnTo>
                  <a:pt x="1776" y="1049"/>
                </a:lnTo>
                <a:lnTo>
                  <a:pt x="1822" y="906"/>
                </a:lnTo>
                <a:lnTo>
                  <a:pt x="1891" y="858"/>
                </a:lnTo>
                <a:lnTo>
                  <a:pt x="1937" y="716"/>
                </a:lnTo>
                <a:lnTo>
                  <a:pt x="1937" y="668"/>
                </a:lnTo>
                <a:lnTo>
                  <a:pt x="2030" y="524"/>
                </a:lnTo>
                <a:lnTo>
                  <a:pt x="2099" y="381"/>
                </a:lnTo>
                <a:lnTo>
                  <a:pt x="2145" y="237"/>
                </a:lnTo>
                <a:lnTo>
                  <a:pt x="2145" y="237"/>
                </a:lnTo>
                <a:lnTo>
                  <a:pt x="2260" y="93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240527" y="3897203"/>
            <a:ext cx="2260" cy="4922"/>
          </a:xfrm>
          <a:custGeom>
            <a:avLst/>
            <a:gdLst/>
            <a:ahLst/>
            <a:cxnLst/>
            <a:rect l="l" t="t" r="r" b="b"/>
            <a:pathLst>
              <a:path w="2260" h="4922">
                <a:moveTo>
                  <a:pt x="0" y="4922"/>
                </a:moveTo>
                <a:lnTo>
                  <a:pt x="46" y="4779"/>
                </a:lnTo>
                <a:lnTo>
                  <a:pt x="46" y="4731"/>
                </a:lnTo>
                <a:lnTo>
                  <a:pt x="161" y="4587"/>
                </a:lnTo>
                <a:lnTo>
                  <a:pt x="207" y="4443"/>
                </a:lnTo>
                <a:lnTo>
                  <a:pt x="207" y="4395"/>
                </a:lnTo>
                <a:lnTo>
                  <a:pt x="322" y="4252"/>
                </a:lnTo>
                <a:lnTo>
                  <a:pt x="369" y="4110"/>
                </a:lnTo>
                <a:lnTo>
                  <a:pt x="415" y="3966"/>
                </a:lnTo>
                <a:lnTo>
                  <a:pt x="461" y="3822"/>
                </a:lnTo>
                <a:lnTo>
                  <a:pt x="530" y="3727"/>
                </a:lnTo>
                <a:lnTo>
                  <a:pt x="622" y="3583"/>
                </a:lnTo>
                <a:lnTo>
                  <a:pt x="669" y="3441"/>
                </a:lnTo>
                <a:lnTo>
                  <a:pt x="738" y="3297"/>
                </a:lnTo>
                <a:lnTo>
                  <a:pt x="784" y="3154"/>
                </a:lnTo>
                <a:lnTo>
                  <a:pt x="899" y="3010"/>
                </a:lnTo>
                <a:lnTo>
                  <a:pt x="899" y="2962"/>
                </a:lnTo>
                <a:lnTo>
                  <a:pt x="991" y="2818"/>
                </a:lnTo>
                <a:lnTo>
                  <a:pt x="1038" y="2677"/>
                </a:lnTo>
                <a:lnTo>
                  <a:pt x="1107" y="2533"/>
                </a:lnTo>
                <a:lnTo>
                  <a:pt x="1153" y="2389"/>
                </a:lnTo>
                <a:lnTo>
                  <a:pt x="1199" y="2293"/>
                </a:lnTo>
                <a:lnTo>
                  <a:pt x="1314" y="2149"/>
                </a:lnTo>
                <a:lnTo>
                  <a:pt x="1361" y="2008"/>
                </a:lnTo>
                <a:lnTo>
                  <a:pt x="1407" y="1864"/>
                </a:lnTo>
                <a:lnTo>
                  <a:pt x="1476" y="1720"/>
                </a:lnTo>
                <a:lnTo>
                  <a:pt x="1476" y="1720"/>
                </a:lnTo>
                <a:lnTo>
                  <a:pt x="1568" y="1577"/>
                </a:lnTo>
                <a:lnTo>
                  <a:pt x="1614" y="1433"/>
                </a:lnTo>
                <a:lnTo>
                  <a:pt x="1684" y="1291"/>
                </a:lnTo>
                <a:lnTo>
                  <a:pt x="1730" y="1147"/>
                </a:lnTo>
                <a:lnTo>
                  <a:pt x="1776" y="1004"/>
                </a:lnTo>
                <a:lnTo>
                  <a:pt x="1891" y="860"/>
                </a:lnTo>
                <a:lnTo>
                  <a:pt x="1937" y="716"/>
                </a:lnTo>
                <a:lnTo>
                  <a:pt x="1983" y="574"/>
                </a:lnTo>
                <a:lnTo>
                  <a:pt x="2053" y="431"/>
                </a:lnTo>
                <a:lnTo>
                  <a:pt x="2145" y="287"/>
                </a:lnTo>
                <a:lnTo>
                  <a:pt x="2191" y="143"/>
                </a:lnTo>
                <a:lnTo>
                  <a:pt x="2260" y="0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242788" y="3891949"/>
            <a:ext cx="2306" cy="5254"/>
          </a:xfrm>
          <a:custGeom>
            <a:avLst/>
            <a:gdLst/>
            <a:ahLst/>
            <a:cxnLst/>
            <a:rect l="l" t="t" r="r" b="b"/>
            <a:pathLst>
              <a:path w="2306" h="5254">
                <a:moveTo>
                  <a:pt x="0" y="5254"/>
                </a:moveTo>
                <a:lnTo>
                  <a:pt x="0" y="5254"/>
                </a:lnTo>
                <a:lnTo>
                  <a:pt x="92" y="5112"/>
                </a:lnTo>
                <a:lnTo>
                  <a:pt x="161" y="4968"/>
                </a:lnTo>
                <a:lnTo>
                  <a:pt x="207" y="4824"/>
                </a:lnTo>
                <a:lnTo>
                  <a:pt x="253" y="4681"/>
                </a:lnTo>
                <a:lnTo>
                  <a:pt x="299" y="4537"/>
                </a:lnTo>
                <a:lnTo>
                  <a:pt x="369" y="4395"/>
                </a:lnTo>
                <a:lnTo>
                  <a:pt x="461" y="4252"/>
                </a:lnTo>
                <a:lnTo>
                  <a:pt x="530" y="4108"/>
                </a:lnTo>
                <a:lnTo>
                  <a:pt x="576" y="3964"/>
                </a:lnTo>
                <a:lnTo>
                  <a:pt x="576" y="3964"/>
                </a:lnTo>
                <a:lnTo>
                  <a:pt x="669" y="3820"/>
                </a:lnTo>
                <a:lnTo>
                  <a:pt x="738" y="3679"/>
                </a:lnTo>
                <a:lnTo>
                  <a:pt x="784" y="3535"/>
                </a:lnTo>
                <a:lnTo>
                  <a:pt x="830" y="3391"/>
                </a:lnTo>
                <a:lnTo>
                  <a:pt x="876" y="3247"/>
                </a:lnTo>
                <a:lnTo>
                  <a:pt x="945" y="3104"/>
                </a:lnTo>
                <a:lnTo>
                  <a:pt x="1038" y="2962"/>
                </a:lnTo>
                <a:lnTo>
                  <a:pt x="1107" y="2818"/>
                </a:lnTo>
                <a:lnTo>
                  <a:pt x="1153" y="2674"/>
                </a:lnTo>
                <a:lnTo>
                  <a:pt x="1199" y="2531"/>
                </a:lnTo>
                <a:lnTo>
                  <a:pt x="1245" y="2387"/>
                </a:lnTo>
                <a:lnTo>
                  <a:pt x="1361" y="2245"/>
                </a:lnTo>
                <a:lnTo>
                  <a:pt x="1407" y="2102"/>
                </a:lnTo>
                <a:lnTo>
                  <a:pt x="1476" y="1958"/>
                </a:lnTo>
                <a:lnTo>
                  <a:pt x="1522" y="1814"/>
                </a:lnTo>
                <a:lnTo>
                  <a:pt x="1568" y="1670"/>
                </a:lnTo>
                <a:lnTo>
                  <a:pt x="1684" y="1529"/>
                </a:lnTo>
                <a:lnTo>
                  <a:pt x="1730" y="1385"/>
                </a:lnTo>
                <a:lnTo>
                  <a:pt x="1776" y="1241"/>
                </a:lnTo>
                <a:lnTo>
                  <a:pt x="1822" y="1097"/>
                </a:lnTo>
                <a:lnTo>
                  <a:pt x="1891" y="954"/>
                </a:lnTo>
                <a:lnTo>
                  <a:pt x="1937" y="812"/>
                </a:lnTo>
                <a:lnTo>
                  <a:pt x="2053" y="668"/>
                </a:lnTo>
                <a:lnTo>
                  <a:pt x="2099" y="524"/>
                </a:lnTo>
                <a:lnTo>
                  <a:pt x="2145" y="381"/>
                </a:lnTo>
                <a:lnTo>
                  <a:pt x="2191" y="237"/>
                </a:lnTo>
                <a:lnTo>
                  <a:pt x="2260" y="95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245094" y="3886405"/>
            <a:ext cx="2306" cy="5543"/>
          </a:xfrm>
          <a:custGeom>
            <a:avLst/>
            <a:gdLst/>
            <a:ahLst/>
            <a:cxnLst/>
            <a:rect l="l" t="t" r="r" b="b"/>
            <a:pathLst>
              <a:path w="2306" h="5543">
                <a:moveTo>
                  <a:pt x="0" y="5543"/>
                </a:moveTo>
                <a:lnTo>
                  <a:pt x="46" y="5399"/>
                </a:lnTo>
                <a:lnTo>
                  <a:pt x="92" y="5256"/>
                </a:lnTo>
                <a:lnTo>
                  <a:pt x="207" y="5112"/>
                </a:lnTo>
                <a:lnTo>
                  <a:pt x="253" y="4970"/>
                </a:lnTo>
                <a:lnTo>
                  <a:pt x="322" y="4827"/>
                </a:lnTo>
                <a:lnTo>
                  <a:pt x="369" y="4683"/>
                </a:lnTo>
                <a:lnTo>
                  <a:pt x="415" y="4539"/>
                </a:lnTo>
                <a:lnTo>
                  <a:pt x="461" y="4395"/>
                </a:lnTo>
                <a:lnTo>
                  <a:pt x="576" y="4254"/>
                </a:lnTo>
                <a:lnTo>
                  <a:pt x="622" y="4110"/>
                </a:lnTo>
                <a:lnTo>
                  <a:pt x="692" y="3966"/>
                </a:lnTo>
                <a:lnTo>
                  <a:pt x="738" y="3822"/>
                </a:lnTo>
                <a:lnTo>
                  <a:pt x="784" y="3679"/>
                </a:lnTo>
                <a:lnTo>
                  <a:pt x="830" y="3537"/>
                </a:lnTo>
                <a:lnTo>
                  <a:pt x="899" y="3393"/>
                </a:lnTo>
                <a:lnTo>
                  <a:pt x="945" y="3249"/>
                </a:lnTo>
                <a:lnTo>
                  <a:pt x="1038" y="3106"/>
                </a:lnTo>
                <a:lnTo>
                  <a:pt x="1107" y="2962"/>
                </a:lnTo>
                <a:lnTo>
                  <a:pt x="1153" y="2820"/>
                </a:lnTo>
                <a:lnTo>
                  <a:pt x="1199" y="2677"/>
                </a:lnTo>
                <a:lnTo>
                  <a:pt x="1268" y="2533"/>
                </a:lnTo>
                <a:lnTo>
                  <a:pt x="1314" y="2389"/>
                </a:lnTo>
                <a:lnTo>
                  <a:pt x="1361" y="2245"/>
                </a:lnTo>
                <a:lnTo>
                  <a:pt x="1407" y="2104"/>
                </a:lnTo>
                <a:lnTo>
                  <a:pt x="1522" y="1960"/>
                </a:lnTo>
                <a:lnTo>
                  <a:pt x="1568" y="1816"/>
                </a:lnTo>
                <a:lnTo>
                  <a:pt x="1637" y="1672"/>
                </a:lnTo>
                <a:lnTo>
                  <a:pt x="1684" y="1529"/>
                </a:lnTo>
                <a:lnTo>
                  <a:pt x="1730" y="1387"/>
                </a:lnTo>
                <a:lnTo>
                  <a:pt x="1776" y="1243"/>
                </a:lnTo>
                <a:lnTo>
                  <a:pt x="1845" y="1099"/>
                </a:lnTo>
                <a:lnTo>
                  <a:pt x="1937" y="956"/>
                </a:lnTo>
                <a:lnTo>
                  <a:pt x="1983" y="812"/>
                </a:lnTo>
                <a:lnTo>
                  <a:pt x="2053" y="670"/>
                </a:lnTo>
                <a:lnTo>
                  <a:pt x="2099" y="527"/>
                </a:lnTo>
                <a:lnTo>
                  <a:pt x="2145" y="383"/>
                </a:lnTo>
                <a:lnTo>
                  <a:pt x="2214" y="239"/>
                </a:lnTo>
                <a:lnTo>
                  <a:pt x="2260" y="95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247401" y="3880530"/>
            <a:ext cx="2306" cy="5874"/>
          </a:xfrm>
          <a:custGeom>
            <a:avLst/>
            <a:gdLst/>
            <a:ahLst/>
            <a:cxnLst/>
            <a:rect l="l" t="t" r="r" b="b"/>
            <a:pathLst>
              <a:path w="2306" h="5874">
                <a:moveTo>
                  <a:pt x="0" y="5874"/>
                </a:moveTo>
                <a:lnTo>
                  <a:pt x="46" y="5733"/>
                </a:lnTo>
                <a:lnTo>
                  <a:pt x="115" y="5589"/>
                </a:lnTo>
                <a:lnTo>
                  <a:pt x="161" y="5445"/>
                </a:lnTo>
                <a:lnTo>
                  <a:pt x="207" y="5301"/>
                </a:lnTo>
                <a:lnTo>
                  <a:pt x="253" y="5158"/>
                </a:lnTo>
                <a:lnTo>
                  <a:pt x="322" y="5016"/>
                </a:lnTo>
                <a:lnTo>
                  <a:pt x="369" y="4872"/>
                </a:lnTo>
                <a:lnTo>
                  <a:pt x="484" y="4729"/>
                </a:lnTo>
                <a:lnTo>
                  <a:pt x="530" y="4585"/>
                </a:lnTo>
                <a:lnTo>
                  <a:pt x="576" y="4441"/>
                </a:lnTo>
                <a:lnTo>
                  <a:pt x="622" y="4299"/>
                </a:lnTo>
                <a:lnTo>
                  <a:pt x="692" y="4156"/>
                </a:lnTo>
                <a:lnTo>
                  <a:pt x="738" y="4012"/>
                </a:lnTo>
                <a:lnTo>
                  <a:pt x="784" y="3868"/>
                </a:lnTo>
                <a:lnTo>
                  <a:pt x="853" y="3724"/>
                </a:lnTo>
                <a:lnTo>
                  <a:pt x="899" y="3583"/>
                </a:lnTo>
                <a:lnTo>
                  <a:pt x="945" y="3439"/>
                </a:lnTo>
                <a:lnTo>
                  <a:pt x="991" y="3295"/>
                </a:lnTo>
                <a:lnTo>
                  <a:pt x="1061" y="3152"/>
                </a:lnTo>
                <a:lnTo>
                  <a:pt x="1153" y="3008"/>
                </a:lnTo>
                <a:lnTo>
                  <a:pt x="1153" y="2866"/>
                </a:lnTo>
                <a:lnTo>
                  <a:pt x="1268" y="2722"/>
                </a:lnTo>
                <a:lnTo>
                  <a:pt x="1314" y="2579"/>
                </a:lnTo>
                <a:lnTo>
                  <a:pt x="1361" y="2435"/>
                </a:lnTo>
                <a:lnTo>
                  <a:pt x="1430" y="2291"/>
                </a:lnTo>
                <a:lnTo>
                  <a:pt x="1476" y="2149"/>
                </a:lnTo>
                <a:lnTo>
                  <a:pt x="1522" y="2006"/>
                </a:lnTo>
                <a:lnTo>
                  <a:pt x="1568" y="1862"/>
                </a:lnTo>
                <a:lnTo>
                  <a:pt x="1637" y="1718"/>
                </a:lnTo>
                <a:lnTo>
                  <a:pt x="1684" y="1574"/>
                </a:lnTo>
                <a:lnTo>
                  <a:pt x="1730" y="1433"/>
                </a:lnTo>
                <a:lnTo>
                  <a:pt x="1799" y="1289"/>
                </a:lnTo>
                <a:lnTo>
                  <a:pt x="1845" y="1145"/>
                </a:lnTo>
                <a:lnTo>
                  <a:pt x="1891" y="1002"/>
                </a:lnTo>
                <a:lnTo>
                  <a:pt x="1937" y="858"/>
                </a:lnTo>
                <a:lnTo>
                  <a:pt x="2007" y="716"/>
                </a:lnTo>
                <a:lnTo>
                  <a:pt x="2053" y="572"/>
                </a:lnTo>
                <a:lnTo>
                  <a:pt x="2099" y="429"/>
                </a:lnTo>
                <a:lnTo>
                  <a:pt x="2214" y="285"/>
                </a:lnTo>
                <a:lnTo>
                  <a:pt x="2260" y="141"/>
                </a:lnTo>
                <a:lnTo>
                  <a:pt x="2306" y="0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249708" y="3874318"/>
            <a:ext cx="2306" cy="6212"/>
          </a:xfrm>
          <a:custGeom>
            <a:avLst/>
            <a:gdLst/>
            <a:ahLst/>
            <a:cxnLst/>
            <a:rect l="l" t="t" r="r" b="b"/>
            <a:pathLst>
              <a:path w="2306" h="6212">
                <a:moveTo>
                  <a:pt x="0" y="6212"/>
                </a:moveTo>
                <a:lnTo>
                  <a:pt x="69" y="6068"/>
                </a:lnTo>
                <a:lnTo>
                  <a:pt x="115" y="5924"/>
                </a:lnTo>
                <a:lnTo>
                  <a:pt x="161" y="5781"/>
                </a:lnTo>
                <a:lnTo>
                  <a:pt x="207" y="5637"/>
                </a:lnTo>
                <a:lnTo>
                  <a:pt x="276" y="5495"/>
                </a:lnTo>
                <a:lnTo>
                  <a:pt x="322" y="5351"/>
                </a:lnTo>
                <a:lnTo>
                  <a:pt x="369" y="5208"/>
                </a:lnTo>
                <a:lnTo>
                  <a:pt x="415" y="5064"/>
                </a:lnTo>
                <a:lnTo>
                  <a:pt x="484" y="4920"/>
                </a:lnTo>
                <a:lnTo>
                  <a:pt x="530" y="4779"/>
                </a:lnTo>
                <a:lnTo>
                  <a:pt x="576" y="4635"/>
                </a:lnTo>
                <a:lnTo>
                  <a:pt x="645" y="4491"/>
                </a:lnTo>
                <a:lnTo>
                  <a:pt x="692" y="4347"/>
                </a:lnTo>
                <a:lnTo>
                  <a:pt x="738" y="4204"/>
                </a:lnTo>
                <a:lnTo>
                  <a:pt x="784" y="4062"/>
                </a:lnTo>
                <a:lnTo>
                  <a:pt x="853" y="3918"/>
                </a:lnTo>
                <a:lnTo>
                  <a:pt x="899" y="3774"/>
                </a:lnTo>
                <a:lnTo>
                  <a:pt x="945" y="3631"/>
                </a:lnTo>
                <a:lnTo>
                  <a:pt x="1015" y="3487"/>
                </a:lnTo>
                <a:lnTo>
                  <a:pt x="1061" y="3345"/>
                </a:lnTo>
                <a:lnTo>
                  <a:pt x="1107" y="3202"/>
                </a:lnTo>
                <a:lnTo>
                  <a:pt x="1153" y="3058"/>
                </a:lnTo>
                <a:lnTo>
                  <a:pt x="1222" y="2914"/>
                </a:lnTo>
                <a:lnTo>
                  <a:pt x="1268" y="2770"/>
                </a:lnTo>
                <a:lnTo>
                  <a:pt x="1314" y="2629"/>
                </a:lnTo>
                <a:lnTo>
                  <a:pt x="1361" y="2485"/>
                </a:lnTo>
                <a:lnTo>
                  <a:pt x="1430" y="2341"/>
                </a:lnTo>
                <a:lnTo>
                  <a:pt x="1476" y="2197"/>
                </a:lnTo>
                <a:lnTo>
                  <a:pt x="1522" y="2054"/>
                </a:lnTo>
                <a:lnTo>
                  <a:pt x="1591" y="1912"/>
                </a:lnTo>
                <a:lnTo>
                  <a:pt x="1637" y="1768"/>
                </a:lnTo>
                <a:lnTo>
                  <a:pt x="1684" y="1624"/>
                </a:lnTo>
                <a:lnTo>
                  <a:pt x="1730" y="1481"/>
                </a:lnTo>
                <a:lnTo>
                  <a:pt x="1799" y="1337"/>
                </a:lnTo>
                <a:lnTo>
                  <a:pt x="1845" y="1195"/>
                </a:lnTo>
                <a:lnTo>
                  <a:pt x="1891" y="1052"/>
                </a:lnTo>
                <a:lnTo>
                  <a:pt x="1937" y="908"/>
                </a:lnTo>
                <a:lnTo>
                  <a:pt x="2007" y="764"/>
                </a:lnTo>
                <a:lnTo>
                  <a:pt x="2053" y="620"/>
                </a:lnTo>
                <a:lnTo>
                  <a:pt x="2099" y="479"/>
                </a:lnTo>
                <a:lnTo>
                  <a:pt x="2168" y="335"/>
                </a:lnTo>
                <a:lnTo>
                  <a:pt x="2214" y="191"/>
                </a:lnTo>
                <a:lnTo>
                  <a:pt x="2260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252015" y="3867868"/>
            <a:ext cx="2260" cy="6449"/>
          </a:xfrm>
          <a:custGeom>
            <a:avLst/>
            <a:gdLst/>
            <a:ahLst/>
            <a:cxnLst/>
            <a:rect l="l" t="t" r="r" b="b"/>
            <a:pathLst>
              <a:path w="2260" h="6449">
                <a:moveTo>
                  <a:pt x="0" y="6449"/>
                </a:moveTo>
                <a:lnTo>
                  <a:pt x="69" y="6308"/>
                </a:lnTo>
                <a:lnTo>
                  <a:pt x="115" y="6164"/>
                </a:lnTo>
                <a:lnTo>
                  <a:pt x="161" y="6020"/>
                </a:lnTo>
                <a:lnTo>
                  <a:pt x="230" y="5876"/>
                </a:lnTo>
                <a:lnTo>
                  <a:pt x="276" y="5733"/>
                </a:lnTo>
                <a:lnTo>
                  <a:pt x="276" y="5591"/>
                </a:lnTo>
                <a:lnTo>
                  <a:pt x="369" y="5447"/>
                </a:lnTo>
                <a:lnTo>
                  <a:pt x="369" y="5304"/>
                </a:lnTo>
                <a:lnTo>
                  <a:pt x="484" y="5160"/>
                </a:lnTo>
                <a:lnTo>
                  <a:pt x="484" y="5016"/>
                </a:lnTo>
                <a:lnTo>
                  <a:pt x="576" y="4874"/>
                </a:lnTo>
                <a:lnTo>
                  <a:pt x="576" y="4731"/>
                </a:lnTo>
                <a:lnTo>
                  <a:pt x="692" y="4587"/>
                </a:lnTo>
                <a:lnTo>
                  <a:pt x="692" y="4443"/>
                </a:lnTo>
                <a:lnTo>
                  <a:pt x="738" y="4299"/>
                </a:lnTo>
                <a:lnTo>
                  <a:pt x="807" y="4158"/>
                </a:lnTo>
                <a:lnTo>
                  <a:pt x="853" y="4014"/>
                </a:lnTo>
                <a:lnTo>
                  <a:pt x="899" y="3870"/>
                </a:lnTo>
                <a:lnTo>
                  <a:pt x="945" y="3727"/>
                </a:lnTo>
                <a:lnTo>
                  <a:pt x="1015" y="3583"/>
                </a:lnTo>
                <a:lnTo>
                  <a:pt x="1061" y="3441"/>
                </a:lnTo>
                <a:lnTo>
                  <a:pt x="1107" y="3297"/>
                </a:lnTo>
                <a:lnTo>
                  <a:pt x="1176" y="3154"/>
                </a:lnTo>
                <a:lnTo>
                  <a:pt x="1222" y="3010"/>
                </a:lnTo>
                <a:lnTo>
                  <a:pt x="1268" y="2866"/>
                </a:lnTo>
                <a:lnTo>
                  <a:pt x="1314" y="2724"/>
                </a:lnTo>
                <a:lnTo>
                  <a:pt x="1384" y="2581"/>
                </a:lnTo>
                <a:lnTo>
                  <a:pt x="1430" y="2437"/>
                </a:lnTo>
                <a:lnTo>
                  <a:pt x="1476" y="2293"/>
                </a:lnTo>
                <a:lnTo>
                  <a:pt x="1522" y="2149"/>
                </a:lnTo>
                <a:lnTo>
                  <a:pt x="1591" y="2008"/>
                </a:lnTo>
                <a:lnTo>
                  <a:pt x="1637" y="1864"/>
                </a:lnTo>
                <a:lnTo>
                  <a:pt x="1684" y="1720"/>
                </a:lnTo>
                <a:lnTo>
                  <a:pt x="1753" y="1577"/>
                </a:lnTo>
                <a:lnTo>
                  <a:pt x="1799" y="1433"/>
                </a:lnTo>
                <a:lnTo>
                  <a:pt x="1845" y="1291"/>
                </a:lnTo>
                <a:lnTo>
                  <a:pt x="1891" y="1147"/>
                </a:lnTo>
                <a:lnTo>
                  <a:pt x="1960" y="1004"/>
                </a:lnTo>
                <a:lnTo>
                  <a:pt x="2007" y="860"/>
                </a:lnTo>
                <a:lnTo>
                  <a:pt x="2007" y="716"/>
                </a:lnTo>
                <a:lnTo>
                  <a:pt x="2053" y="574"/>
                </a:lnTo>
                <a:lnTo>
                  <a:pt x="2099" y="431"/>
                </a:lnTo>
                <a:lnTo>
                  <a:pt x="2168" y="287"/>
                </a:lnTo>
                <a:lnTo>
                  <a:pt x="2214" y="143"/>
                </a:lnTo>
                <a:lnTo>
                  <a:pt x="2260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254276" y="3861085"/>
            <a:ext cx="2306" cy="6783"/>
          </a:xfrm>
          <a:custGeom>
            <a:avLst/>
            <a:gdLst/>
            <a:ahLst/>
            <a:cxnLst/>
            <a:rect l="l" t="t" r="r" b="b"/>
            <a:pathLst>
              <a:path w="2306" h="6783">
                <a:moveTo>
                  <a:pt x="0" y="6783"/>
                </a:moveTo>
                <a:lnTo>
                  <a:pt x="69" y="6641"/>
                </a:lnTo>
                <a:lnTo>
                  <a:pt x="115" y="6497"/>
                </a:lnTo>
                <a:lnTo>
                  <a:pt x="161" y="6354"/>
                </a:lnTo>
                <a:lnTo>
                  <a:pt x="207" y="6210"/>
                </a:lnTo>
                <a:lnTo>
                  <a:pt x="276" y="6066"/>
                </a:lnTo>
                <a:lnTo>
                  <a:pt x="322" y="5924"/>
                </a:lnTo>
                <a:lnTo>
                  <a:pt x="369" y="5781"/>
                </a:lnTo>
                <a:lnTo>
                  <a:pt x="438" y="5637"/>
                </a:lnTo>
                <a:lnTo>
                  <a:pt x="484" y="5493"/>
                </a:lnTo>
                <a:lnTo>
                  <a:pt x="530" y="5349"/>
                </a:lnTo>
                <a:lnTo>
                  <a:pt x="576" y="5208"/>
                </a:lnTo>
                <a:lnTo>
                  <a:pt x="645" y="5064"/>
                </a:lnTo>
                <a:lnTo>
                  <a:pt x="645" y="4920"/>
                </a:lnTo>
                <a:lnTo>
                  <a:pt x="692" y="4777"/>
                </a:lnTo>
                <a:lnTo>
                  <a:pt x="738" y="4633"/>
                </a:lnTo>
                <a:lnTo>
                  <a:pt x="784" y="4491"/>
                </a:lnTo>
                <a:lnTo>
                  <a:pt x="853" y="4347"/>
                </a:lnTo>
                <a:lnTo>
                  <a:pt x="899" y="4204"/>
                </a:lnTo>
                <a:lnTo>
                  <a:pt x="945" y="4060"/>
                </a:lnTo>
                <a:lnTo>
                  <a:pt x="1015" y="3916"/>
                </a:lnTo>
                <a:lnTo>
                  <a:pt x="1061" y="3774"/>
                </a:lnTo>
                <a:lnTo>
                  <a:pt x="1107" y="3631"/>
                </a:lnTo>
                <a:lnTo>
                  <a:pt x="1153" y="3487"/>
                </a:lnTo>
                <a:lnTo>
                  <a:pt x="1222" y="3343"/>
                </a:lnTo>
                <a:lnTo>
                  <a:pt x="1268" y="3199"/>
                </a:lnTo>
                <a:lnTo>
                  <a:pt x="1314" y="3058"/>
                </a:lnTo>
                <a:lnTo>
                  <a:pt x="1314" y="2914"/>
                </a:lnTo>
                <a:lnTo>
                  <a:pt x="1384" y="2770"/>
                </a:lnTo>
                <a:lnTo>
                  <a:pt x="1430" y="2627"/>
                </a:lnTo>
                <a:lnTo>
                  <a:pt x="1476" y="2483"/>
                </a:lnTo>
                <a:lnTo>
                  <a:pt x="1522" y="2341"/>
                </a:lnTo>
                <a:lnTo>
                  <a:pt x="1591" y="2197"/>
                </a:lnTo>
                <a:lnTo>
                  <a:pt x="1637" y="2054"/>
                </a:lnTo>
                <a:lnTo>
                  <a:pt x="1684" y="1910"/>
                </a:lnTo>
                <a:lnTo>
                  <a:pt x="1730" y="1766"/>
                </a:lnTo>
                <a:lnTo>
                  <a:pt x="1799" y="1624"/>
                </a:lnTo>
                <a:lnTo>
                  <a:pt x="1845" y="1481"/>
                </a:lnTo>
                <a:lnTo>
                  <a:pt x="1891" y="1337"/>
                </a:lnTo>
                <a:lnTo>
                  <a:pt x="1891" y="1193"/>
                </a:lnTo>
                <a:lnTo>
                  <a:pt x="1960" y="1049"/>
                </a:lnTo>
                <a:lnTo>
                  <a:pt x="2007" y="908"/>
                </a:lnTo>
                <a:lnTo>
                  <a:pt x="2053" y="764"/>
                </a:lnTo>
                <a:lnTo>
                  <a:pt x="2099" y="620"/>
                </a:lnTo>
                <a:lnTo>
                  <a:pt x="2168" y="477"/>
                </a:lnTo>
                <a:lnTo>
                  <a:pt x="2214" y="333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1256583" y="3854014"/>
            <a:ext cx="2329" cy="7070"/>
          </a:xfrm>
          <a:custGeom>
            <a:avLst/>
            <a:gdLst/>
            <a:ahLst/>
            <a:cxnLst/>
            <a:rect l="l" t="t" r="r" b="b"/>
            <a:pathLst>
              <a:path w="2329" h="7070">
                <a:moveTo>
                  <a:pt x="0" y="7070"/>
                </a:moveTo>
                <a:lnTo>
                  <a:pt x="69" y="6926"/>
                </a:lnTo>
                <a:lnTo>
                  <a:pt x="115" y="6783"/>
                </a:lnTo>
                <a:lnTo>
                  <a:pt x="161" y="6639"/>
                </a:lnTo>
                <a:lnTo>
                  <a:pt x="230" y="6497"/>
                </a:lnTo>
                <a:lnTo>
                  <a:pt x="276" y="6354"/>
                </a:lnTo>
                <a:lnTo>
                  <a:pt x="276" y="6210"/>
                </a:lnTo>
                <a:lnTo>
                  <a:pt x="322" y="6066"/>
                </a:lnTo>
                <a:lnTo>
                  <a:pt x="369" y="5922"/>
                </a:lnTo>
                <a:lnTo>
                  <a:pt x="438" y="5781"/>
                </a:lnTo>
                <a:lnTo>
                  <a:pt x="484" y="5637"/>
                </a:lnTo>
                <a:lnTo>
                  <a:pt x="530" y="5493"/>
                </a:lnTo>
                <a:lnTo>
                  <a:pt x="599" y="5349"/>
                </a:lnTo>
                <a:lnTo>
                  <a:pt x="645" y="5206"/>
                </a:lnTo>
                <a:lnTo>
                  <a:pt x="692" y="5064"/>
                </a:lnTo>
                <a:lnTo>
                  <a:pt x="738" y="4920"/>
                </a:lnTo>
                <a:lnTo>
                  <a:pt x="738" y="4777"/>
                </a:lnTo>
                <a:lnTo>
                  <a:pt x="807" y="4633"/>
                </a:lnTo>
                <a:lnTo>
                  <a:pt x="853" y="4489"/>
                </a:lnTo>
                <a:lnTo>
                  <a:pt x="899" y="4347"/>
                </a:lnTo>
                <a:lnTo>
                  <a:pt x="945" y="4204"/>
                </a:lnTo>
                <a:lnTo>
                  <a:pt x="1015" y="4060"/>
                </a:lnTo>
                <a:lnTo>
                  <a:pt x="1061" y="3916"/>
                </a:lnTo>
                <a:lnTo>
                  <a:pt x="1107" y="3772"/>
                </a:lnTo>
                <a:lnTo>
                  <a:pt x="1176" y="3631"/>
                </a:lnTo>
                <a:lnTo>
                  <a:pt x="1222" y="3487"/>
                </a:lnTo>
                <a:lnTo>
                  <a:pt x="1222" y="3343"/>
                </a:lnTo>
                <a:lnTo>
                  <a:pt x="1268" y="3199"/>
                </a:lnTo>
                <a:lnTo>
                  <a:pt x="1314" y="3056"/>
                </a:lnTo>
                <a:lnTo>
                  <a:pt x="1384" y="2914"/>
                </a:lnTo>
                <a:lnTo>
                  <a:pt x="1430" y="2770"/>
                </a:lnTo>
                <a:lnTo>
                  <a:pt x="1476" y="2627"/>
                </a:lnTo>
                <a:lnTo>
                  <a:pt x="1545" y="2483"/>
                </a:lnTo>
                <a:lnTo>
                  <a:pt x="1591" y="2339"/>
                </a:lnTo>
                <a:lnTo>
                  <a:pt x="1591" y="2197"/>
                </a:lnTo>
                <a:lnTo>
                  <a:pt x="1637" y="2054"/>
                </a:lnTo>
                <a:lnTo>
                  <a:pt x="1684" y="1910"/>
                </a:lnTo>
                <a:lnTo>
                  <a:pt x="1753" y="1766"/>
                </a:lnTo>
                <a:lnTo>
                  <a:pt x="1799" y="1622"/>
                </a:lnTo>
                <a:lnTo>
                  <a:pt x="1845" y="1481"/>
                </a:lnTo>
                <a:lnTo>
                  <a:pt x="1891" y="1337"/>
                </a:lnTo>
                <a:lnTo>
                  <a:pt x="1960" y="1193"/>
                </a:lnTo>
                <a:lnTo>
                  <a:pt x="2007" y="1049"/>
                </a:lnTo>
                <a:lnTo>
                  <a:pt x="2007" y="906"/>
                </a:lnTo>
                <a:lnTo>
                  <a:pt x="2053" y="764"/>
                </a:lnTo>
                <a:lnTo>
                  <a:pt x="2122" y="620"/>
                </a:lnTo>
                <a:lnTo>
                  <a:pt x="2168" y="477"/>
                </a:lnTo>
                <a:lnTo>
                  <a:pt x="2214" y="333"/>
                </a:lnTo>
                <a:lnTo>
                  <a:pt x="2260" y="189"/>
                </a:lnTo>
                <a:lnTo>
                  <a:pt x="2329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1258913" y="3846656"/>
            <a:ext cx="2306" cy="7358"/>
          </a:xfrm>
          <a:custGeom>
            <a:avLst/>
            <a:gdLst/>
            <a:ahLst/>
            <a:cxnLst/>
            <a:rect l="l" t="t" r="r" b="b"/>
            <a:pathLst>
              <a:path w="2306" h="7358">
                <a:moveTo>
                  <a:pt x="0" y="7358"/>
                </a:moveTo>
                <a:lnTo>
                  <a:pt x="46" y="7214"/>
                </a:lnTo>
                <a:lnTo>
                  <a:pt x="92" y="7070"/>
                </a:lnTo>
                <a:lnTo>
                  <a:pt x="138" y="6926"/>
                </a:lnTo>
                <a:lnTo>
                  <a:pt x="138" y="6783"/>
                </a:lnTo>
                <a:lnTo>
                  <a:pt x="207" y="6641"/>
                </a:lnTo>
                <a:lnTo>
                  <a:pt x="253" y="6497"/>
                </a:lnTo>
                <a:lnTo>
                  <a:pt x="299" y="6354"/>
                </a:lnTo>
                <a:lnTo>
                  <a:pt x="369" y="6210"/>
                </a:lnTo>
                <a:lnTo>
                  <a:pt x="415" y="6066"/>
                </a:lnTo>
                <a:lnTo>
                  <a:pt x="415" y="5924"/>
                </a:lnTo>
                <a:lnTo>
                  <a:pt x="461" y="5781"/>
                </a:lnTo>
                <a:lnTo>
                  <a:pt x="507" y="5637"/>
                </a:lnTo>
                <a:lnTo>
                  <a:pt x="576" y="5493"/>
                </a:lnTo>
                <a:lnTo>
                  <a:pt x="622" y="5349"/>
                </a:lnTo>
                <a:lnTo>
                  <a:pt x="669" y="5208"/>
                </a:lnTo>
                <a:lnTo>
                  <a:pt x="738" y="5064"/>
                </a:lnTo>
                <a:lnTo>
                  <a:pt x="784" y="4920"/>
                </a:lnTo>
                <a:lnTo>
                  <a:pt x="830" y="4777"/>
                </a:lnTo>
                <a:lnTo>
                  <a:pt x="830" y="4633"/>
                </a:lnTo>
                <a:lnTo>
                  <a:pt x="876" y="4491"/>
                </a:lnTo>
                <a:lnTo>
                  <a:pt x="945" y="4347"/>
                </a:lnTo>
                <a:lnTo>
                  <a:pt x="991" y="4204"/>
                </a:lnTo>
                <a:lnTo>
                  <a:pt x="1038" y="4060"/>
                </a:lnTo>
                <a:lnTo>
                  <a:pt x="1084" y="3916"/>
                </a:lnTo>
                <a:lnTo>
                  <a:pt x="1084" y="3774"/>
                </a:lnTo>
                <a:lnTo>
                  <a:pt x="1153" y="3631"/>
                </a:lnTo>
                <a:lnTo>
                  <a:pt x="1199" y="3487"/>
                </a:lnTo>
                <a:lnTo>
                  <a:pt x="1245" y="3343"/>
                </a:lnTo>
                <a:lnTo>
                  <a:pt x="1314" y="3199"/>
                </a:lnTo>
                <a:lnTo>
                  <a:pt x="1361" y="3058"/>
                </a:lnTo>
                <a:lnTo>
                  <a:pt x="1407" y="2914"/>
                </a:lnTo>
                <a:lnTo>
                  <a:pt x="1407" y="2770"/>
                </a:lnTo>
                <a:lnTo>
                  <a:pt x="1453" y="2627"/>
                </a:lnTo>
                <a:lnTo>
                  <a:pt x="1522" y="2483"/>
                </a:lnTo>
                <a:lnTo>
                  <a:pt x="1568" y="2341"/>
                </a:lnTo>
                <a:lnTo>
                  <a:pt x="1614" y="2197"/>
                </a:lnTo>
                <a:lnTo>
                  <a:pt x="1660" y="2054"/>
                </a:lnTo>
                <a:lnTo>
                  <a:pt x="1660" y="1910"/>
                </a:lnTo>
                <a:lnTo>
                  <a:pt x="1730" y="1766"/>
                </a:lnTo>
                <a:lnTo>
                  <a:pt x="1776" y="1624"/>
                </a:lnTo>
                <a:lnTo>
                  <a:pt x="1822" y="1481"/>
                </a:lnTo>
                <a:lnTo>
                  <a:pt x="1891" y="1337"/>
                </a:lnTo>
                <a:lnTo>
                  <a:pt x="1937" y="1193"/>
                </a:lnTo>
                <a:lnTo>
                  <a:pt x="1983" y="1049"/>
                </a:lnTo>
                <a:lnTo>
                  <a:pt x="1983" y="908"/>
                </a:lnTo>
                <a:lnTo>
                  <a:pt x="2030" y="764"/>
                </a:lnTo>
                <a:lnTo>
                  <a:pt x="2099" y="620"/>
                </a:lnTo>
                <a:lnTo>
                  <a:pt x="2145" y="477"/>
                </a:lnTo>
                <a:lnTo>
                  <a:pt x="2191" y="333"/>
                </a:lnTo>
                <a:lnTo>
                  <a:pt x="2260" y="191"/>
                </a:lnTo>
                <a:lnTo>
                  <a:pt x="2260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1261220" y="3839060"/>
            <a:ext cx="2260" cy="7595"/>
          </a:xfrm>
          <a:custGeom>
            <a:avLst/>
            <a:gdLst/>
            <a:ahLst/>
            <a:cxnLst/>
            <a:rect l="l" t="t" r="r" b="b"/>
            <a:pathLst>
              <a:path w="2260" h="7595">
                <a:moveTo>
                  <a:pt x="0" y="7595"/>
                </a:moveTo>
                <a:lnTo>
                  <a:pt x="46" y="7451"/>
                </a:lnTo>
                <a:lnTo>
                  <a:pt x="46" y="7308"/>
                </a:lnTo>
                <a:lnTo>
                  <a:pt x="92" y="7166"/>
                </a:lnTo>
                <a:lnTo>
                  <a:pt x="161" y="7022"/>
                </a:lnTo>
                <a:lnTo>
                  <a:pt x="207" y="6879"/>
                </a:lnTo>
                <a:lnTo>
                  <a:pt x="253" y="6735"/>
                </a:lnTo>
                <a:lnTo>
                  <a:pt x="299" y="6591"/>
                </a:lnTo>
                <a:lnTo>
                  <a:pt x="299" y="6449"/>
                </a:lnTo>
                <a:lnTo>
                  <a:pt x="369" y="6306"/>
                </a:lnTo>
                <a:lnTo>
                  <a:pt x="415" y="6162"/>
                </a:lnTo>
                <a:lnTo>
                  <a:pt x="461" y="6018"/>
                </a:lnTo>
                <a:lnTo>
                  <a:pt x="530" y="5874"/>
                </a:lnTo>
                <a:lnTo>
                  <a:pt x="530" y="5733"/>
                </a:lnTo>
                <a:lnTo>
                  <a:pt x="576" y="5589"/>
                </a:lnTo>
                <a:lnTo>
                  <a:pt x="622" y="5445"/>
                </a:lnTo>
                <a:lnTo>
                  <a:pt x="669" y="5301"/>
                </a:lnTo>
                <a:lnTo>
                  <a:pt x="738" y="5158"/>
                </a:lnTo>
                <a:lnTo>
                  <a:pt x="784" y="5016"/>
                </a:lnTo>
                <a:lnTo>
                  <a:pt x="830" y="4872"/>
                </a:lnTo>
                <a:lnTo>
                  <a:pt x="830" y="4729"/>
                </a:lnTo>
                <a:lnTo>
                  <a:pt x="899" y="4585"/>
                </a:lnTo>
                <a:lnTo>
                  <a:pt x="945" y="4441"/>
                </a:lnTo>
                <a:lnTo>
                  <a:pt x="991" y="4299"/>
                </a:lnTo>
                <a:lnTo>
                  <a:pt x="1038" y="4156"/>
                </a:lnTo>
                <a:lnTo>
                  <a:pt x="1107" y="4012"/>
                </a:lnTo>
                <a:lnTo>
                  <a:pt x="1107" y="3868"/>
                </a:lnTo>
                <a:lnTo>
                  <a:pt x="1153" y="3724"/>
                </a:lnTo>
                <a:lnTo>
                  <a:pt x="1199" y="3583"/>
                </a:lnTo>
                <a:lnTo>
                  <a:pt x="1245" y="3439"/>
                </a:lnTo>
                <a:lnTo>
                  <a:pt x="1314" y="3295"/>
                </a:lnTo>
                <a:lnTo>
                  <a:pt x="1314" y="3152"/>
                </a:lnTo>
                <a:lnTo>
                  <a:pt x="1361" y="3008"/>
                </a:lnTo>
                <a:lnTo>
                  <a:pt x="1407" y="2866"/>
                </a:lnTo>
                <a:lnTo>
                  <a:pt x="1476" y="2722"/>
                </a:lnTo>
                <a:lnTo>
                  <a:pt x="1522" y="2579"/>
                </a:lnTo>
                <a:lnTo>
                  <a:pt x="1568" y="2435"/>
                </a:lnTo>
                <a:lnTo>
                  <a:pt x="1568" y="2291"/>
                </a:lnTo>
                <a:lnTo>
                  <a:pt x="1614" y="2149"/>
                </a:lnTo>
                <a:lnTo>
                  <a:pt x="1684" y="2006"/>
                </a:lnTo>
                <a:lnTo>
                  <a:pt x="1730" y="1862"/>
                </a:lnTo>
                <a:lnTo>
                  <a:pt x="1776" y="1718"/>
                </a:lnTo>
                <a:lnTo>
                  <a:pt x="1776" y="1574"/>
                </a:lnTo>
                <a:lnTo>
                  <a:pt x="1822" y="1433"/>
                </a:lnTo>
                <a:lnTo>
                  <a:pt x="1891" y="1289"/>
                </a:lnTo>
                <a:lnTo>
                  <a:pt x="1937" y="1145"/>
                </a:lnTo>
                <a:lnTo>
                  <a:pt x="1983" y="1002"/>
                </a:lnTo>
                <a:lnTo>
                  <a:pt x="1983" y="858"/>
                </a:lnTo>
                <a:lnTo>
                  <a:pt x="2053" y="716"/>
                </a:lnTo>
                <a:lnTo>
                  <a:pt x="2099" y="572"/>
                </a:lnTo>
                <a:lnTo>
                  <a:pt x="2145" y="429"/>
                </a:lnTo>
                <a:lnTo>
                  <a:pt x="2191" y="285"/>
                </a:lnTo>
                <a:lnTo>
                  <a:pt x="2260" y="141"/>
                </a:lnTo>
                <a:lnTo>
                  <a:pt x="2260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1263481" y="3831129"/>
            <a:ext cx="2306" cy="7931"/>
          </a:xfrm>
          <a:custGeom>
            <a:avLst/>
            <a:gdLst/>
            <a:ahLst/>
            <a:cxnLst/>
            <a:rect l="l" t="t" r="r" b="b"/>
            <a:pathLst>
              <a:path w="2306" h="7931">
                <a:moveTo>
                  <a:pt x="0" y="7931"/>
                </a:moveTo>
                <a:lnTo>
                  <a:pt x="46" y="7787"/>
                </a:lnTo>
                <a:lnTo>
                  <a:pt x="92" y="7643"/>
                </a:lnTo>
                <a:lnTo>
                  <a:pt x="161" y="7499"/>
                </a:lnTo>
                <a:lnTo>
                  <a:pt x="207" y="7356"/>
                </a:lnTo>
                <a:lnTo>
                  <a:pt x="207" y="7214"/>
                </a:lnTo>
                <a:lnTo>
                  <a:pt x="253" y="7070"/>
                </a:lnTo>
                <a:lnTo>
                  <a:pt x="299" y="6926"/>
                </a:lnTo>
                <a:lnTo>
                  <a:pt x="369" y="6783"/>
                </a:lnTo>
                <a:lnTo>
                  <a:pt x="369" y="6639"/>
                </a:lnTo>
                <a:lnTo>
                  <a:pt x="415" y="6497"/>
                </a:lnTo>
                <a:lnTo>
                  <a:pt x="461" y="6354"/>
                </a:lnTo>
                <a:lnTo>
                  <a:pt x="507" y="6210"/>
                </a:lnTo>
                <a:lnTo>
                  <a:pt x="576" y="6066"/>
                </a:lnTo>
                <a:lnTo>
                  <a:pt x="622" y="5922"/>
                </a:lnTo>
                <a:lnTo>
                  <a:pt x="622" y="5781"/>
                </a:lnTo>
                <a:lnTo>
                  <a:pt x="669" y="5637"/>
                </a:lnTo>
                <a:lnTo>
                  <a:pt x="738" y="5493"/>
                </a:lnTo>
                <a:lnTo>
                  <a:pt x="784" y="5349"/>
                </a:lnTo>
                <a:lnTo>
                  <a:pt x="830" y="5206"/>
                </a:lnTo>
                <a:lnTo>
                  <a:pt x="830" y="5064"/>
                </a:lnTo>
                <a:lnTo>
                  <a:pt x="876" y="4920"/>
                </a:lnTo>
                <a:lnTo>
                  <a:pt x="945" y="4777"/>
                </a:lnTo>
                <a:lnTo>
                  <a:pt x="991" y="4633"/>
                </a:lnTo>
                <a:lnTo>
                  <a:pt x="1038" y="4489"/>
                </a:lnTo>
                <a:lnTo>
                  <a:pt x="1038" y="4347"/>
                </a:lnTo>
                <a:lnTo>
                  <a:pt x="1107" y="4204"/>
                </a:lnTo>
                <a:lnTo>
                  <a:pt x="1153" y="4060"/>
                </a:lnTo>
                <a:lnTo>
                  <a:pt x="1199" y="3916"/>
                </a:lnTo>
                <a:lnTo>
                  <a:pt x="1245" y="3772"/>
                </a:lnTo>
                <a:lnTo>
                  <a:pt x="1245" y="3631"/>
                </a:lnTo>
                <a:lnTo>
                  <a:pt x="1314" y="3487"/>
                </a:lnTo>
                <a:lnTo>
                  <a:pt x="1361" y="3343"/>
                </a:lnTo>
                <a:lnTo>
                  <a:pt x="1407" y="3199"/>
                </a:lnTo>
                <a:lnTo>
                  <a:pt x="1453" y="3056"/>
                </a:lnTo>
                <a:lnTo>
                  <a:pt x="1453" y="2914"/>
                </a:lnTo>
                <a:lnTo>
                  <a:pt x="1522" y="2770"/>
                </a:lnTo>
                <a:lnTo>
                  <a:pt x="1568" y="2627"/>
                </a:lnTo>
                <a:lnTo>
                  <a:pt x="1614" y="2483"/>
                </a:lnTo>
                <a:lnTo>
                  <a:pt x="1614" y="2339"/>
                </a:lnTo>
                <a:lnTo>
                  <a:pt x="1684" y="2197"/>
                </a:lnTo>
                <a:lnTo>
                  <a:pt x="1730" y="2054"/>
                </a:lnTo>
                <a:lnTo>
                  <a:pt x="1776" y="1910"/>
                </a:lnTo>
                <a:lnTo>
                  <a:pt x="1822" y="1766"/>
                </a:lnTo>
                <a:lnTo>
                  <a:pt x="1822" y="1622"/>
                </a:lnTo>
                <a:lnTo>
                  <a:pt x="1891" y="1481"/>
                </a:lnTo>
                <a:lnTo>
                  <a:pt x="1937" y="1337"/>
                </a:lnTo>
                <a:lnTo>
                  <a:pt x="1983" y="1193"/>
                </a:lnTo>
                <a:lnTo>
                  <a:pt x="2030" y="1049"/>
                </a:lnTo>
                <a:lnTo>
                  <a:pt x="2030" y="906"/>
                </a:lnTo>
                <a:lnTo>
                  <a:pt x="2099" y="764"/>
                </a:lnTo>
                <a:lnTo>
                  <a:pt x="2145" y="620"/>
                </a:lnTo>
                <a:lnTo>
                  <a:pt x="2191" y="477"/>
                </a:lnTo>
                <a:lnTo>
                  <a:pt x="2191" y="333"/>
                </a:lnTo>
                <a:lnTo>
                  <a:pt x="2260" y="189"/>
                </a:lnTo>
                <a:lnTo>
                  <a:pt x="2306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1265787" y="3823006"/>
            <a:ext cx="2306" cy="8122"/>
          </a:xfrm>
          <a:custGeom>
            <a:avLst/>
            <a:gdLst/>
            <a:ahLst/>
            <a:cxnLst/>
            <a:rect l="l" t="t" r="r" b="b"/>
            <a:pathLst>
              <a:path w="2306" h="8122">
                <a:moveTo>
                  <a:pt x="0" y="8122"/>
                </a:moveTo>
                <a:lnTo>
                  <a:pt x="46" y="7979"/>
                </a:lnTo>
                <a:lnTo>
                  <a:pt x="92" y="7835"/>
                </a:lnTo>
                <a:lnTo>
                  <a:pt x="161" y="7691"/>
                </a:lnTo>
                <a:lnTo>
                  <a:pt x="207" y="7547"/>
                </a:lnTo>
                <a:lnTo>
                  <a:pt x="207" y="7406"/>
                </a:lnTo>
                <a:lnTo>
                  <a:pt x="253" y="7262"/>
                </a:lnTo>
                <a:lnTo>
                  <a:pt x="322" y="7118"/>
                </a:lnTo>
                <a:lnTo>
                  <a:pt x="369" y="6974"/>
                </a:lnTo>
                <a:lnTo>
                  <a:pt x="369" y="6831"/>
                </a:lnTo>
                <a:lnTo>
                  <a:pt x="415" y="6689"/>
                </a:lnTo>
                <a:lnTo>
                  <a:pt x="461" y="6545"/>
                </a:lnTo>
                <a:lnTo>
                  <a:pt x="530" y="6401"/>
                </a:lnTo>
                <a:lnTo>
                  <a:pt x="530" y="6258"/>
                </a:lnTo>
                <a:lnTo>
                  <a:pt x="576" y="6114"/>
                </a:lnTo>
                <a:lnTo>
                  <a:pt x="622" y="5972"/>
                </a:lnTo>
                <a:lnTo>
                  <a:pt x="669" y="5829"/>
                </a:lnTo>
                <a:lnTo>
                  <a:pt x="669" y="5685"/>
                </a:lnTo>
                <a:lnTo>
                  <a:pt x="738" y="5541"/>
                </a:lnTo>
                <a:lnTo>
                  <a:pt x="784" y="5397"/>
                </a:lnTo>
                <a:lnTo>
                  <a:pt x="830" y="5256"/>
                </a:lnTo>
                <a:lnTo>
                  <a:pt x="899" y="5112"/>
                </a:lnTo>
                <a:lnTo>
                  <a:pt x="899" y="4968"/>
                </a:lnTo>
                <a:lnTo>
                  <a:pt x="945" y="4824"/>
                </a:lnTo>
                <a:lnTo>
                  <a:pt x="991" y="4681"/>
                </a:lnTo>
                <a:lnTo>
                  <a:pt x="1038" y="4539"/>
                </a:lnTo>
                <a:lnTo>
                  <a:pt x="1038" y="4395"/>
                </a:lnTo>
                <a:lnTo>
                  <a:pt x="1107" y="4252"/>
                </a:lnTo>
                <a:lnTo>
                  <a:pt x="1153" y="4108"/>
                </a:lnTo>
                <a:lnTo>
                  <a:pt x="1199" y="3964"/>
                </a:lnTo>
                <a:lnTo>
                  <a:pt x="1245" y="3822"/>
                </a:lnTo>
                <a:lnTo>
                  <a:pt x="1245" y="3679"/>
                </a:lnTo>
                <a:lnTo>
                  <a:pt x="1314" y="3535"/>
                </a:lnTo>
                <a:lnTo>
                  <a:pt x="1361" y="3391"/>
                </a:lnTo>
                <a:lnTo>
                  <a:pt x="1407" y="3247"/>
                </a:lnTo>
                <a:lnTo>
                  <a:pt x="1407" y="3106"/>
                </a:lnTo>
                <a:lnTo>
                  <a:pt x="1476" y="2962"/>
                </a:lnTo>
                <a:lnTo>
                  <a:pt x="1522" y="2818"/>
                </a:lnTo>
                <a:lnTo>
                  <a:pt x="1568" y="2674"/>
                </a:lnTo>
                <a:lnTo>
                  <a:pt x="1568" y="2531"/>
                </a:lnTo>
                <a:lnTo>
                  <a:pt x="1614" y="2389"/>
                </a:lnTo>
                <a:lnTo>
                  <a:pt x="1684" y="2245"/>
                </a:lnTo>
                <a:lnTo>
                  <a:pt x="1730" y="2102"/>
                </a:lnTo>
                <a:lnTo>
                  <a:pt x="1730" y="1958"/>
                </a:lnTo>
                <a:lnTo>
                  <a:pt x="1776" y="1814"/>
                </a:lnTo>
                <a:lnTo>
                  <a:pt x="1845" y="1672"/>
                </a:lnTo>
                <a:lnTo>
                  <a:pt x="1891" y="1529"/>
                </a:lnTo>
                <a:lnTo>
                  <a:pt x="1937" y="1385"/>
                </a:lnTo>
                <a:lnTo>
                  <a:pt x="1937" y="1241"/>
                </a:lnTo>
                <a:lnTo>
                  <a:pt x="1983" y="1097"/>
                </a:lnTo>
                <a:lnTo>
                  <a:pt x="2053" y="956"/>
                </a:lnTo>
                <a:lnTo>
                  <a:pt x="2099" y="812"/>
                </a:lnTo>
                <a:lnTo>
                  <a:pt x="2099" y="668"/>
                </a:lnTo>
                <a:lnTo>
                  <a:pt x="2145" y="524"/>
                </a:lnTo>
                <a:lnTo>
                  <a:pt x="2191" y="381"/>
                </a:lnTo>
                <a:lnTo>
                  <a:pt x="2260" y="239"/>
                </a:lnTo>
                <a:lnTo>
                  <a:pt x="2260" y="95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1268094" y="3814550"/>
            <a:ext cx="2306" cy="8456"/>
          </a:xfrm>
          <a:custGeom>
            <a:avLst/>
            <a:gdLst/>
            <a:ahLst/>
            <a:cxnLst/>
            <a:rect l="l" t="t" r="r" b="b"/>
            <a:pathLst>
              <a:path w="2306" h="8456">
                <a:moveTo>
                  <a:pt x="0" y="8456"/>
                </a:moveTo>
                <a:lnTo>
                  <a:pt x="46" y="8312"/>
                </a:lnTo>
                <a:lnTo>
                  <a:pt x="46" y="8168"/>
                </a:lnTo>
                <a:lnTo>
                  <a:pt x="115" y="8024"/>
                </a:lnTo>
                <a:lnTo>
                  <a:pt x="161" y="7883"/>
                </a:lnTo>
                <a:lnTo>
                  <a:pt x="207" y="7739"/>
                </a:lnTo>
                <a:lnTo>
                  <a:pt x="207" y="7595"/>
                </a:lnTo>
                <a:lnTo>
                  <a:pt x="253" y="7451"/>
                </a:lnTo>
                <a:lnTo>
                  <a:pt x="322" y="7310"/>
                </a:lnTo>
                <a:lnTo>
                  <a:pt x="369" y="7166"/>
                </a:lnTo>
                <a:lnTo>
                  <a:pt x="369" y="7022"/>
                </a:lnTo>
                <a:lnTo>
                  <a:pt x="415" y="6879"/>
                </a:lnTo>
                <a:lnTo>
                  <a:pt x="484" y="6735"/>
                </a:lnTo>
                <a:lnTo>
                  <a:pt x="530" y="6593"/>
                </a:lnTo>
                <a:lnTo>
                  <a:pt x="530" y="6449"/>
                </a:lnTo>
                <a:lnTo>
                  <a:pt x="576" y="6306"/>
                </a:lnTo>
                <a:lnTo>
                  <a:pt x="622" y="6162"/>
                </a:lnTo>
                <a:lnTo>
                  <a:pt x="692" y="6018"/>
                </a:lnTo>
                <a:lnTo>
                  <a:pt x="692" y="5876"/>
                </a:lnTo>
                <a:lnTo>
                  <a:pt x="738" y="5733"/>
                </a:lnTo>
                <a:lnTo>
                  <a:pt x="784" y="5589"/>
                </a:lnTo>
                <a:lnTo>
                  <a:pt x="830" y="5445"/>
                </a:lnTo>
                <a:lnTo>
                  <a:pt x="899" y="5301"/>
                </a:lnTo>
                <a:lnTo>
                  <a:pt x="899" y="5160"/>
                </a:lnTo>
                <a:lnTo>
                  <a:pt x="945" y="5016"/>
                </a:lnTo>
                <a:lnTo>
                  <a:pt x="991" y="4872"/>
                </a:lnTo>
                <a:lnTo>
                  <a:pt x="991" y="4729"/>
                </a:lnTo>
                <a:lnTo>
                  <a:pt x="1061" y="4585"/>
                </a:lnTo>
                <a:lnTo>
                  <a:pt x="1107" y="4443"/>
                </a:lnTo>
                <a:lnTo>
                  <a:pt x="1153" y="4299"/>
                </a:lnTo>
                <a:lnTo>
                  <a:pt x="1153" y="4156"/>
                </a:lnTo>
                <a:lnTo>
                  <a:pt x="1199" y="4012"/>
                </a:lnTo>
                <a:lnTo>
                  <a:pt x="1268" y="3868"/>
                </a:lnTo>
                <a:lnTo>
                  <a:pt x="1314" y="3727"/>
                </a:lnTo>
                <a:lnTo>
                  <a:pt x="1314" y="3583"/>
                </a:lnTo>
                <a:lnTo>
                  <a:pt x="1361" y="3439"/>
                </a:lnTo>
                <a:lnTo>
                  <a:pt x="1407" y="3295"/>
                </a:lnTo>
                <a:lnTo>
                  <a:pt x="1476" y="3152"/>
                </a:lnTo>
                <a:lnTo>
                  <a:pt x="1476" y="3010"/>
                </a:lnTo>
                <a:lnTo>
                  <a:pt x="1522" y="2866"/>
                </a:lnTo>
                <a:lnTo>
                  <a:pt x="1568" y="2722"/>
                </a:lnTo>
                <a:lnTo>
                  <a:pt x="1637" y="2579"/>
                </a:lnTo>
                <a:lnTo>
                  <a:pt x="1637" y="2435"/>
                </a:lnTo>
                <a:lnTo>
                  <a:pt x="1684" y="2293"/>
                </a:lnTo>
                <a:lnTo>
                  <a:pt x="1730" y="2149"/>
                </a:lnTo>
                <a:lnTo>
                  <a:pt x="1776" y="2006"/>
                </a:lnTo>
                <a:lnTo>
                  <a:pt x="1776" y="1862"/>
                </a:lnTo>
                <a:lnTo>
                  <a:pt x="1845" y="1718"/>
                </a:lnTo>
                <a:lnTo>
                  <a:pt x="1891" y="1577"/>
                </a:lnTo>
                <a:lnTo>
                  <a:pt x="1937" y="1433"/>
                </a:lnTo>
                <a:lnTo>
                  <a:pt x="1937" y="1289"/>
                </a:lnTo>
                <a:lnTo>
                  <a:pt x="2007" y="1145"/>
                </a:lnTo>
                <a:lnTo>
                  <a:pt x="2053" y="1002"/>
                </a:lnTo>
                <a:lnTo>
                  <a:pt x="2053" y="860"/>
                </a:lnTo>
                <a:lnTo>
                  <a:pt x="2099" y="716"/>
                </a:lnTo>
                <a:lnTo>
                  <a:pt x="2145" y="572"/>
                </a:lnTo>
                <a:lnTo>
                  <a:pt x="2214" y="429"/>
                </a:lnTo>
                <a:lnTo>
                  <a:pt x="2214" y="285"/>
                </a:lnTo>
                <a:lnTo>
                  <a:pt x="2260" y="143"/>
                </a:lnTo>
                <a:lnTo>
                  <a:pt x="2306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1270401" y="3805902"/>
            <a:ext cx="2306" cy="8647"/>
          </a:xfrm>
          <a:custGeom>
            <a:avLst/>
            <a:gdLst/>
            <a:ahLst/>
            <a:cxnLst/>
            <a:rect l="l" t="t" r="r" b="b"/>
            <a:pathLst>
              <a:path w="2306" h="8647">
                <a:moveTo>
                  <a:pt x="0" y="8647"/>
                </a:moveTo>
                <a:lnTo>
                  <a:pt x="46" y="8504"/>
                </a:lnTo>
                <a:lnTo>
                  <a:pt x="46" y="8360"/>
                </a:lnTo>
                <a:lnTo>
                  <a:pt x="115" y="8216"/>
                </a:lnTo>
                <a:lnTo>
                  <a:pt x="161" y="8074"/>
                </a:lnTo>
                <a:lnTo>
                  <a:pt x="207" y="7931"/>
                </a:lnTo>
                <a:lnTo>
                  <a:pt x="207" y="7787"/>
                </a:lnTo>
                <a:lnTo>
                  <a:pt x="276" y="7643"/>
                </a:lnTo>
                <a:lnTo>
                  <a:pt x="322" y="7499"/>
                </a:lnTo>
                <a:lnTo>
                  <a:pt x="322" y="7358"/>
                </a:lnTo>
                <a:lnTo>
                  <a:pt x="369" y="7214"/>
                </a:lnTo>
                <a:lnTo>
                  <a:pt x="415" y="7070"/>
                </a:lnTo>
                <a:lnTo>
                  <a:pt x="484" y="6926"/>
                </a:lnTo>
                <a:lnTo>
                  <a:pt x="484" y="6783"/>
                </a:lnTo>
                <a:lnTo>
                  <a:pt x="530" y="6641"/>
                </a:lnTo>
                <a:lnTo>
                  <a:pt x="576" y="6497"/>
                </a:lnTo>
                <a:lnTo>
                  <a:pt x="645" y="6354"/>
                </a:lnTo>
                <a:lnTo>
                  <a:pt x="645" y="6210"/>
                </a:lnTo>
                <a:lnTo>
                  <a:pt x="692" y="6066"/>
                </a:lnTo>
                <a:lnTo>
                  <a:pt x="738" y="5924"/>
                </a:lnTo>
                <a:lnTo>
                  <a:pt x="784" y="5781"/>
                </a:lnTo>
                <a:lnTo>
                  <a:pt x="784" y="5637"/>
                </a:lnTo>
                <a:lnTo>
                  <a:pt x="853" y="5493"/>
                </a:lnTo>
                <a:lnTo>
                  <a:pt x="899" y="5349"/>
                </a:lnTo>
                <a:lnTo>
                  <a:pt x="899" y="5208"/>
                </a:lnTo>
                <a:lnTo>
                  <a:pt x="945" y="5064"/>
                </a:lnTo>
                <a:lnTo>
                  <a:pt x="991" y="4920"/>
                </a:lnTo>
                <a:lnTo>
                  <a:pt x="1061" y="4777"/>
                </a:lnTo>
                <a:lnTo>
                  <a:pt x="1061" y="4633"/>
                </a:lnTo>
                <a:lnTo>
                  <a:pt x="1107" y="4491"/>
                </a:lnTo>
                <a:lnTo>
                  <a:pt x="1153" y="4347"/>
                </a:lnTo>
                <a:lnTo>
                  <a:pt x="1153" y="4204"/>
                </a:lnTo>
                <a:lnTo>
                  <a:pt x="1222" y="4060"/>
                </a:lnTo>
                <a:lnTo>
                  <a:pt x="1268" y="3916"/>
                </a:lnTo>
                <a:lnTo>
                  <a:pt x="1314" y="3774"/>
                </a:lnTo>
                <a:lnTo>
                  <a:pt x="1314" y="3631"/>
                </a:lnTo>
                <a:lnTo>
                  <a:pt x="1361" y="3487"/>
                </a:lnTo>
                <a:lnTo>
                  <a:pt x="1430" y="3343"/>
                </a:lnTo>
                <a:lnTo>
                  <a:pt x="1476" y="3199"/>
                </a:lnTo>
                <a:lnTo>
                  <a:pt x="1476" y="3058"/>
                </a:lnTo>
                <a:lnTo>
                  <a:pt x="1522" y="2914"/>
                </a:lnTo>
                <a:lnTo>
                  <a:pt x="1568" y="2770"/>
                </a:lnTo>
                <a:lnTo>
                  <a:pt x="1568" y="2627"/>
                </a:lnTo>
                <a:lnTo>
                  <a:pt x="1637" y="2483"/>
                </a:lnTo>
                <a:lnTo>
                  <a:pt x="1684" y="2341"/>
                </a:lnTo>
                <a:lnTo>
                  <a:pt x="1730" y="2197"/>
                </a:lnTo>
                <a:lnTo>
                  <a:pt x="1730" y="2054"/>
                </a:lnTo>
                <a:lnTo>
                  <a:pt x="1799" y="1910"/>
                </a:lnTo>
                <a:lnTo>
                  <a:pt x="1845" y="1766"/>
                </a:lnTo>
                <a:lnTo>
                  <a:pt x="1845" y="1622"/>
                </a:lnTo>
                <a:lnTo>
                  <a:pt x="1891" y="1481"/>
                </a:lnTo>
                <a:lnTo>
                  <a:pt x="1937" y="1337"/>
                </a:lnTo>
                <a:lnTo>
                  <a:pt x="2007" y="1193"/>
                </a:lnTo>
                <a:lnTo>
                  <a:pt x="2007" y="1049"/>
                </a:lnTo>
                <a:lnTo>
                  <a:pt x="2053" y="908"/>
                </a:lnTo>
                <a:lnTo>
                  <a:pt x="2099" y="764"/>
                </a:lnTo>
                <a:lnTo>
                  <a:pt x="2099" y="620"/>
                </a:lnTo>
                <a:lnTo>
                  <a:pt x="2168" y="477"/>
                </a:lnTo>
                <a:lnTo>
                  <a:pt x="2214" y="333"/>
                </a:lnTo>
                <a:lnTo>
                  <a:pt x="2260" y="191"/>
                </a:lnTo>
                <a:lnTo>
                  <a:pt x="2260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1272708" y="3797015"/>
            <a:ext cx="2260" cy="8887"/>
          </a:xfrm>
          <a:custGeom>
            <a:avLst/>
            <a:gdLst/>
            <a:ahLst/>
            <a:cxnLst/>
            <a:rect l="l" t="t" r="r" b="b"/>
            <a:pathLst>
              <a:path w="2260" h="8887">
                <a:moveTo>
                  <a:pt x="0" y="8887"/>
                </a:moveTo>
                <a:lnTo>
                  <a:pt x="0" y="8743"/>
                </a:lnTo>
                <a:lnTo>
                  <a:pt x="69" y="8599"/>
                </a:lnTo>
                <a:lnTo>
                  <a:pt x="115" y="8456"/>
                </a:lnTo>
                <a:lnTo>
                  <a:pt x="115" y="8314"/>
                </a:lnTo>
                <a:lnTo>
                  <a:pt x="161" y="8170"/>
                </a:lnTo>
                <a:lnTo>
                  <a:pt x="207" y="8026"/>
                </a:lnTo>
                <a:lnTo>
                  <a:pt x="276" y="7883"/>
                </a:lnTo>
                <a:lnTo>
                  <a:pt x="276" y="7739"/>
                </a:lnTo>
                <a:lnTo>
                  <a:pt x="322" y="7597"/>
                </a:lnTo>
                <a:lnTo>
                  <a:pt x="369" y="7454"/>
                </a:lnTo>
                <a:lnTo>
                  <a:pt x="369" y="7310"/>
                </a:lnTo>
                <a:lnTo>
                  <a:pt x="438" y="7166"/>
                </a:lnTo>
                <a:lnTo>
                  <a:pt x="484" y="7022"/>
                </a:lnTo>
                <a:lnTo>
                  <a:pt x="484" y="6881"/>
                </a:lnTo>
                <a:lnTo>
                  <a:pt x="530" y="6737"/>
                </a:lnTo>
                <a:lnTo>
                  <a:pt x="576" y="6593"/>
                </a:lnTo>
                <a:lnTo>
                  <a:pt x="645" y="6449"/>
                </a:lnTo>
                <a:lnTo>
                  <a:pt x="645" y="6306"/>
                </a:lnTo>
                <a:lnTo>
                  <a:pt x="692" y="6164"/>
                </a:lnTo>
                <a:lnTo>
                  <a:pt x="738" y="6020"/>
                </a:lnTo>
                <a:lnTo>
                  <a:pt x="807" y="5876"/>
                </a:lnTo>
                <a:lnTo>
                  <a:pt x="807" y="5733"/>
                </a:lnTo>
                <a:lnTo>
                  <a:pt x="853" y="5589"/>
                </a:lnTo>
                <a:lnTo>
                  <a:pt x="899" y="5447"/>
                </a:lnTo>
                <a:lnTo>
                  <a:pt x="899" y="5304"/>
                </a:lnTo>
                <a:lnTo>
                  <a:pt x="945" y="5160"/>
                </a:lnTo>
                <a:lnTo>
                  <a:pt x="1015" y="5016"/>
                </a:lnTo>
                <a:lnTo>
                  <a:pt x="1015" y="4872"/>
                </a:lnTo>
                <a:lnTo>
                  <a:pt x="1061" y="4731"/>
                </a:lnTo>
                <a:lnTo>
                  <a:pt x="1107" y="4587"/>
                </a:lnTo>
                <a:lnTo>
                  <a:pt x="1153" y="4443"/>
                </a:lnTo>
                <a:lnTo>
                  <a:pt x="1153" y="4299"/>
                </a:lnTo>
                <a:lnTo>
                  <a:pt x="1222" y="4156"/>
                </a:lnTo>
                <a:lnTo>
                  <a:pt x="1268" y="4014"/>
                </a:lnTo>
                <a:lnTo>
                  <a:pt x="1268" y="3870"/>
                </a:lnTo>
                <a:lnTo>
                  <a:pt x="1314" y="3727"/>
                </a:lnTo>
                <a:lnTo>
                  <a:pt x="1384" y="3583"/>
                </a:lnTo>
                <a:lnTo>
                  <a:pt x="1384" y="3439"/>
                </a:lnTo>
                <a:lnTo>
                  <a:pt x="1430" y="3297"/>
                </a:lnTo>
                <a:lnTo>
                  <a:pt x="1476" y="3154"/>
                </a:lnTo>
                <a:lnTo>
                  <a:pt x="1522" y="3010"/>
                </a:lnTo>
                <a:lnTo>
                  <a:pt x="1522" y="2866"/>
                </a:lnTo>
                <a:lnTo>
                  <a:pt x="1591" y="2722"/>
                </a:lnTo>
                <a:lnTo>
                  <a:pt x="1637" y="2581"/>
                </a:lnTo>
                <a:lnTo>
                  <a:pt x="1637" y="2437"/>
                </a:lnTo>
                <a:lnTo>
                  <a:pt x="1684" y="2293"/>
                </a:lnTo>
                <a:lnTo>
                  <a:pt x="1730" y="2149"/>
                </a:lnTo>
                <a:lnTo>
                  <a:pt x="1730" y="2006"/>
                </a:lnTo>
                <a:lnTo>
                  <a:pt x="1799" y="1864"/>
                </a:lnTo>
                <a:lnTo>
                  <a:pt x="1845" y="1720"/>
                </a:lnTo>
                <a:lnTo>
                  <a:pt x="1891" y="1577"/>
                </a:lnTo>
                <a:lnTo>
                  <a:pt x="1891" y="1433"/>
                </a:lnTo>
                <a:lnTo>
                  <a:pt x="1960" y="1289"/>
                </a:lnTo>
                <a:lnTo>
                  <a:pt x="2007" y="1147"/>
                </a:lnTo>
                <a:lnTo>
                  <a:pt x="2053" y="1004"/>
                </a:lnTo>
                <a:lnTo>
                  <a:pt x="2053" y="860"/>
                </a:lnTo>
                <a:lnTo>
                  <a:pt x="2099" y="716"/>
                </a:lnTo>
                <a:lnTo>
                  <a:pt x="2099" y="572"/>
                </a:lnTo>
                <a:lnTo>
                  <a:pt x="2168" y="431"/>
                </a:lnTo>
                <a:lnTo>
                  <a:pt x="2214" y="287"/>
                </a:lnTo>
                <a:lnTo>
                  <a:pt x="2260" y="143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1274969" y="3787890"/>
            <a:ext cx="2306" cy="9124"/>
          </a:xfrm>
          <a:custGeom>
            <a:avLst/>
            <a:gdLst/>
            <a:ahLst/>
            <a:cxnLst/>
            <a:rect l="l" t="t" r="r" b="b"/>
            <a:pathLst>
              <a:path w="2306" h="9124">
                <a:moveTo>
                  <a:pt x="0" y="9124"/>
                </a:moveTo>
                <a:lnTo>
                  <a:pt x="69" y="8981"/>
                </a:lnTo>
                <a:lnTo>
                  <a:pt x="115" y="8839"/>
                </a:lnTo>
                <a:lnTo>
                  <a:pt x="115" y="8695"/>
                </a:lnTo>
                <a:lnTo>
                  <a:pt x="161" y="8551"/>
                </a:lnTo>
                <a:lnTo>
                  <a:pt x="207" y="8408"/>
                </a:lnTo>
                <a:lnTo>
                  <a:pt x="276" y="8264"/>
                </a:lnTo>
                <a:lnTo>
                  <a:pt x="276" y="8122"/>
                </a:lnTo>
                <a:lnTo>
                  <a:pt x="322" y="7979"/>
                </a:lnTo>
                <a:lnTo>
                  <a:pt x="369" y="7835"/>
                </a:lnTo>
                <a:lnTo>
                  <a:pt x="369" y="7691"/>
                </a:lnTo>
                <a:lnTo>
                  <a:pt x="415" y="7547"/>
                </a:lnTo>
                <a:lnTo>
                  <a:pt x="484" y="7406"/>
                </a:lnTo>
                <a:lnTo>
                  <a:pt x="484" y="7262"/>
                </a:lnTo>
                <a:lnTo>
                  <a:pt x="530" y="7118"/>
                </a:lnTo>
                <a:lnTo>
                  <a:pt x="576" y="6974"/>
                </a:lnTo>
                <a:lnTo>
                  <a:pt x="576" y="6831"/>
                </a:lnTo>
                <a:lnTo>
                  <a:pt x="645" y="6689"/>
                </a:lnTo>
                <a:lnTo>
                  <a:pt x="692" y="6545"/>
                </a:lnTo>
                <a:lnTo>
                  <a:pt x="738" y="6401"/>
                </a:lnTo>
                <a:lnTo>
                  <a:pt x="738" y="6258"/>
                </a:lnTo>
                <a:lnTo>
                  <a:pt x="784" y="6114"/>
                </a:lnTo>
                <a:lnTo>
                  <a:pt x="853" y="5972"/>
                </a:lnTo>
                <a:lnTo>
                  <a:pt x="853" y="5829"/>
                </a:lnTo>
                <a:lnTo>
                  <a:pt x="899" y="5685"/>
                </a:lnTo>
                <a:lnTo>
                  <a:pt x="945" y="5541"/>
                </a:lnTo>
                <a:lnTo>
                  <a:pt x="945" y="5397"/>
                </a:lnTo>
                <a:lnTo>
                  <a:pt x="1015" y="5256"/>
                </a:lnTo>
                <a:lnTo>
                  <a:pt x="1061" y="5112"/>
                </a:lnTo>
                <a:lnTo>
                  <a:pt x="1061" y="4968"/>
                </a:lnTo>
                <a:lnTo>
                  <a:pt x="1107" y="4824"/>
                </a:lnTo>
                <a:lnTo>
                  <a:pt x="1153" y="4681"/>
                </a:lnTo>
                <a:lnTo>
                  <a:pt x="1153" y="4539"/>
                </a:lnTo>
                <a:lnTo>
                  <a:pt x="1222" y="4395"/>
                </a:lnTo>
                <a:lnTo>
                  <a:pt x="1268" y="4252"/>
                </a:lnTo>
                <a:lnTo>
                  <a:pt x="1314" y="4108"/>
                </a:lnTo>
                <a:lnTo>
                  <a:pt x="1314" y="3964"/>
                </a:lnTo>
                <a:lnTo>
                  <a:pt x="1361" y="3822"/>
                </a:lnTo>
                <a:lnTo>
                  <a:pt x="1430" y="3679"/>
                </a:lnTo>
                <a:lnTo>
                  <a:pt x="1430" y="3535"/>
                </a:lnTo>
                <a:lnTo>
                  <a:pt x="1476" y="3391"/>
                </a:lnTo>
                <a:lnTo>
                  <a:pt x="1522" y="3247"/>
                </a:lnTo>
                <a:lnTo>
                  <a:pt x="1522" y="3106"/>
                </a:lnTo>
                <a:lnTo>
                  <a:pt x="1591" y="2962"/>
                </a:lnTo>
                <a:lnTo>
                  <a:pt x="1637" y="2818"/>
                </a:lnTo>
                <a:lnTo>
                  <a:pt x="1637" y="2674"/>
                </a:lnTo>
                <a:lnTo>
                  <a:pt x="1684" y="2531"/>
                </a:lnTo>
                <a:lnTo>
                  <a:pt x="1730" y="2389"/>
                </a:lnTo>
                <a:lnTo>
                  <a:pt x="1730" y="2245"/>
                </a:lnTo>
                <a:lnTo>
                  <a:pt x="1799" y="2102"/>
                </a:lnTo>
                <a:lnTo>
                  <a:pt x="1845" y="1958"/>
                </a:lnTo>
                <a:lnTo>
                  <a:pt x="1845" y="1814"/>
                </a:lnTo>
                <a:lnTo>
                  <a:pt x="1891" y="1672"/>
                </a:lnTo>
                <a:lnTo>
                  <a:pt x="1937" y="1529"/>
                </a:lnTo>
                <a:lnTo>
                  <a:pt x="2007" y="1385"/>
                </a:lnTo>
                <a:lnTo>
                  <a:pt x="2007" y="1241"/>
                </a:lnTo>
                <a:lnTo>
                  <a:pt x="2053" y="1097"/>
                </a:lnTo>
                <a:lnTo>
                  <a:pt x="2099" y="956"/>
                </a:lnTo>
                <a:lnTo>
                  <a:pt x="2099" y="812"/>
                </a:lnTo>
                <a:lnTo>
                  <a:pt x="2168" y="668"/>
                </a:lnTo>
                <a:lnTo>
                  <a:pt x="2168" y="524"/>
                </a:lnTo>
                <a:lnTo>
                  <a:pt x="2214" y="381"/>
                </a:lnTo>
                <a:lnTo>
                  <a:pt x="2260" y="239"/>
                </a:lnTo>
                <a:lnTo>
                  <a:pt x="2260" y="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1277276" y="3778526"/>
            <a:ext cx="2329" cy="9364"/>
          </a:xfrm>
          <a:custGeom>
            <a:avLst/>
            <a:gdLst/>
            <a:ahLst/>
            <a:cxnLst/>
            <a:rect l="l" t="t" r="r" b="b"/>
            <a:pathLst>
              <a:path w="2329" h="9364">
                <a:moveTo>
                  <a:pt x="0" y="9364"/>
                </a:moveTo>
                <a:lnTo>
                  <a:pt x="69" y="9220"/>
                </a:lnTo>
                <a:lnTo>
                  <a:pt x="69" y="9076"/>
                </a:lnTo>
                <a:lnTo>
                  <a:pt x="115" y="8935"/>
                </a:lnTo>
                <a:lnTo>
                  <a:pt x="161" y="8791"/>
                </a:lnTo>
                <a:lnTo>
                  <a:pt x="161" y="8647"/>
                </a:lnTo>
                <a:lnTo>
                  <a:pt x="230" y="8504"/>
                </a:lnTo>
                <a:lnTo>
                  <a:pt x="276" y="8360"/>
                </a:lnTo>
                <a:lnTo>
                  <a:pt x="276" y="8218"/>
                </a:lnTo>
                <a:lnTo>
                  <a:pt x="322" y="8074"/>
                </a:lnTo>
                <a:lnTo>
                  <a:pt x="369" y="7931"/>
                </a:lnTo>
                <a:lnTo>
                  <a:pt x="369" y="7787"/>
                </a:lnTo>
                <a:lnTo>
                  <a:pt x="438" y="7643"/>
                </a:lnTo>
                <a:lnTo>
                  <a:pt x="484" y="7501"/>
                </a:lnTo>
                <a:lnTo>
                  <a:pt x="530" y="7358"/>
                </a:lnTo>
                <a:lnTo>
                  <a:pt x="530" y="7214"/>
                </a:lnTo>
                <a:lnTo>
                  <a:pt x="576" y="7070"/>
                </a:lnTo>
                <a:lnTo>
                  <a:pt x="645" y="6926"/>
                </a:lnTo>
                <a:lnTo>
                  <a:pt x="645" y="6785"/>
                </a:lnTo>
                <a:lnTo>
                  <a:pt x="692" y="6641"/>
                </a:lnTo>
                <a:lnTo>
                  <a:pt x="738" y="6497"/>
                </a:lnTo>
                <a:lnTo>
                  <a:pt x="738" y="6354"/>
                </a:lnTo>
                <a:lnTo>
                  <a:pt x="807" y="6210"/>
                </a:lnTo>
                <a:lnTo>
                  <a:pt x="853" y="6068"/>
                </a:lnTo>
                <a:lnTo>
                  <a:pt x="853" y="5924"/>
                </a:lnTo>
                <a:lnTo>
                  <a:pt x="899" y="5781"/>
                </a:lnTo>
                <a:lnTo>
                  <a:pt x="945" y="5637"/>
                </a:lnTo>
                <a:lnTo>
                  <a:pt x="945" y="5493"/>
                </a:lnTo>
                <a:lnTo>
                  <a:pt x="1015" y="5351"/>
                </a:lnTo>
                <a:lnTo>
                  <a:pt x="1015" y="5208"/>
                </a:lnTo>
                <a:lnTo>
                  <a:pt x="1061" y="5064"/>
                </a:lnTo>
                <a:lnTo>
                  <a:pt x="1107" y="4920"/>
                </a:lnTo>
                <a:lnTo>
                  <a:pt x="1153" y="4777"/>
                </a:lnTo>
                <a:lnTo>
                  <a:pt x="1153" y="4635"/>
                </a:lnTo>
                <a:lnTo>
                  <a:pt x="1222" y="4491"/>
                </a:lnTo>
                <a:lnTo>
                  <a:pt x="1268" y="4347"/>
                </a:lnTo>
                <a:lnTo>
                  <a:pt x="1268" y="4204"/>
                </a:lnTo>
                <a:lnTo>
                  <a:pt x="1314" y="4060"/>
                </a:lnTo>
                <a:lnTo>
                  <a:pt x="1384" y="3918"/>
                </a:lnTo>
                <a:lnTo>
                  <a:pt x="1384" y="3774"/>
                </a:lnTo>
                <a:lnTo>
                  <a:pt x="1430" y="3631"/>
                </a:lnTo>
                <a:lnTo>
                  <a:pt x="1476" y="3487"/>
                </a:lnTo>
                <a:lnTo>
                  <a:pt x="1476" y="3343"/>
                </a:lnTo>
                <a:lnTo>
                  <a:pt x="1522" y="3202"/>
                </a:lnTo>
                <a:lnTo>
                  <a:pt x="1591" y="3058"/>
                </a:lnTo>
                <a:lnTo>
                  <a:pt x="1591" y="2914"/>
                </a:lnTo>
                <a:lnTo>
                  <a:pt x="1637" y="2770"/>
                </a:lnTo>
                <a:lnTo>
                  <a:pt x="1684" y="2627"/>
                </a:lnTo>
                <a:lnTo>
                  <a:pt x="1684" y="2485"/>
                </a:lnTo>
                <a:lnTo>
                  <a:pt x="1753" y="2341"/>
                </a:lnTo>
                <a:lnTo>
                  <a:pt x="1799" y="2197"/>
                </a:lnTo>
                <a:lnTo>
                  <a:pt x="1799" y="2054"/>
                </a:lnTo>
                <a:lnTo>
                  <a:pt x="1845" y="1910"/>
                </a:lnTo>
                <a:lnTo>
                  <a:pt x="1891" y="1768"/>
                </a:lnTo>
                <a:lnTo>
                  <a:pt x="1891" y="1624"/>
                </a:lnTo>
                <a:lnTo>
                  <a:pt x="1960" y="1481"/>
                </a:lnTo>
                <a:lnTo>
                  <a:pt x="2007" y="1337"/>
                </a:lnTo>
                <a:lnTo>
                  <a:pt x="2007" y="1193"/>
                </a:lnTo>
                <a:lnTo>
                  <a:pt x="2053" y="1052"/>
                </a:lnTo>
                <a:lnTo>
                  <a:pt x="2099" y="908"/>
                </a:lnTo>
                <a:lnTo>
                  <a:pt x="2099" y="764"/>
                </a:lnTo>
                <a:lnTo>
                  <a:pt x="2168" y="620"/>
                </a:lnTo>
                <a:lnTo>
                  <a:pt x="2214" y="477"/>
                </a:lnTo>
                <a:lnTo>
                  <a:pt x="2214" y="335"/>
                </a:lnTo>
                <a:lnTo>
                  <a:pt x="2260" y="191"/>
                </a:lnTo>
                <a:lnTo>
                  <a:pt x="2329" y="4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1279606" y="3768922"/>
            <a:ext cx="2306" cy="9604"/>
          </a:xfrm>
          <a:custGeom>
            <a:avLst/>
            <a:gdLst/>
            <a:ahLst/>
            <a:cxnLst/>
            <a:rect l="l" t="t" r="r" b="b"/>
            <a:pathLst>
              <a:path w="2306" h="9604">
                <a:moveTo>
                  <a:pt x="0" y="9604"/>
                </a:moveTo>
                <a:lnTo>
                  <a:pt x="46" y="9460"/>
                </a:lnTo>
                <a:lnTo>
                  <a:pt x="46" y="9316"/>
                </a:lnTo>
                <a:lnTo>
                  <a:pt x="92" y="9174"/>
                </a:lnTo>
                <a:lnTo>
                  <a:pt x="138" y="9031"/>
                </a:lnTo>
                <a:lnTo>
                  <a:pt x="138" y="8887"/>
                </a:lnTo>
                <a:lnTo>
                  <a:pt x="207" y="8743"/>
                </a:lnTo>
                <a:lnTo>
                  <a:pt x="253" y="8599"/>
                </a:lnTo>
                <a:lnTo>
                  <a:pt x="253" y="8458"/>
                </a:lnTo>
                <a:lnTo>
                  <a:pt x="299" y="8314"/>
                </a:lnTo>
                <a:lnTo>
                  <a:pt x="369" y="8170"/>
                </a:lnTo>
                <a:lnTo>
                  <a:pt x="369" y="8026"/>
                </a:lnTo>
                <a:lnTo>
                  <a:pt x="415" y="7883"/>
                </a:lnTo>
                <a:lnTo>
                  <a:pt x="415" y="7741"/>
                </a:lnTo>
                <a:lnTo>
                  <a:pt x="461" y="7597"/>
                </a:lnTo>
                <a:lnTo>
                  <a:pt x="507" y="7454"/>
                </a:lnTo>
                <a:lnTo>
                  <a:pt x="507" y="7310"/>
                </a:lnTo>
                <a:lnTo>
                  <a:pt x="576" y="7166"/>
                </a:lnTo>
                <a:lnTo>
                  <a:pt x="622" y="7024"/>
                </a:lnTo>
                <a:lnTo>
                  <a:pt x="622" y="6881"/>
                </a:lnTo>
                <a:lnTo>
                  <a:pt x="669" y="6737"/>
                </a:lnTo>
                <a:lnTo>
                  <a:pt x="715" y="6593"/>
                </a:lnTo>
                <a:lnTo>
                  <a:pt x="715" y="6449"/>
                </a:lnTo>
                <a:lnTo>
                  <a:pt x="784" y="6308"/>
                </a:lnTo>
                <a:lnTo>
                  <a:pt x="830" y="6164"/>
                </a:lnTo>
                <a:lnTo>
                  <a:pt x="830" y="6020"/>
                </a:lnTo>
                <a:lnTo>
                  <a:pt x="876" y="5876"/>
                </a:lnTo>
                <a:lnTo>
                  <a:pt x="945" y="5733"/>
                </a:lnTo>
                <a:lnTo>
                  <a:pt x="945" y="5591"/>
                </a:lnTo>
                <a:lnTo>
                  <a:pt x="991" y="5447"/>
                </a:lnTo>
                <a:lnTo>
                  <a:pt x="1038" y="5304"/>
                </a:lnTo>
                <a:lnTo>
                  <a:pt x="1038" y="5112"/>
                </a:lnTo>
                <a:lnTo>
                  <a:pt x="1084" y="4968"/>
                </a:lnTo>
                <a:lnTo>
                  <a:pt x="1153" y="4827"/>
                </a:lnTo>
                <a:lnTo>
                  <a:pt x="1153" y="4683"/>
                </a:lnTo>
                <a:lnTo>
                  <a:pt x="1199" y="4539"/>
                </a:lnTo>
                <a:lnTo>
                  <a:pt x="1245" y="4395"/>
                </a:lnTo>
                <a:lnTo>
                  <a:pt x="1245" y="4252"/>
                </a:lnTo>
                <a:lnTo>
                  <a:pt x="1291" y="4110"/>
                </a:lnTo>
                <a:lnTo>
                  <a:pt x="1361" y="3966"/>
                </a:lnTo>
                <a:lnTo>
                  <a:pt x="1361" y="3822"/>
                </a:lnTo>
                <a:lnTo>
                  <a:pt x="1407" y="3679"/>
                </a:lnTo>
                <a:lnTo>
                  <a:pt x="1453" y="3535"/>
                </a:lnTo>
                <a:lnTo>
                  <a:pt x="1453" y="3393"/>
                </a:lnTo>
                <a:lnTo>
                  <a:pt x="1522" y="3249"/>
                </a:lnTo>
                <a:lnTo>
                  <a:pt x="1568" y="3106"/>
                </a:lnTo>
                <a:lnTo>
                  <a:pt x="1568" y="2962"/>
                </a:lnTo>
                <a:lnTo>
                  <a:pt x="1614" y="2818"/>
                </a:lnTo>
                <a:lnTo>
                  <a:pt x="1660" y="2677"/>
                </a:lnTo>
                <a:lnTo>
                  <a:pt x="1660" y="2533"/>
                </a:lnTo>
                <a:lnTo>
                  <a:pt x="1730" y="2389"/>
                </a:lnTo>
                <a:lnTo>
                  <a:pt x="1776" y="2245"/>
                </a:lnTo>
                <a:lnTo>
                  <a:pt x="1776" y="2102"/>
                </a:lnTo>
                <a:lnTo>
                  <a:pt x="1822" y="1960"/>
                </a:lnTo>
                <a:lnTo>
                  <a:pt x="1891" y="1816"/>
                </a:lnTo>
                <a:lnTo>
                  <a:pt x="1891" y="1672"/>
                </a:lnTo>
                <a:lnTo>
                  <a:pt x="1937" y="1529"/>
                </a:lnTo>
                <a:lnTo>
                  <a:pt x="1983" y="1385"/>
                </a:lnTo>
                <a:lnTo>
                  <a:pt x="1983" y="1243"/>
                </a:lnTo>
                <a:lnTo>
                  <a:pt x="2030" y="1099"/>
                </a:lnTo>
                <a:lnTo>
                  <a:pt x="2099" y="956"/>
                </a:lnTo>
                <a:lnTo>
                  <a:pt x="2099" y="812"/>
                </a:lnTo>
                <a:lnTo>
                  <a:pt x="2145" y="668"/>
                </a:lnTo>
                <a:lnTo>
                  <a:pt x="2145" y="527"/>
                </a:lnTo>
                <a:lnTo>
                  <a:pt x="2191" y="383"/>
                </a:lnTo>
                <a:lnTo>
                  <a:pt x="2237" y="239"/>
                </a:lnTo>
                <a:lnTo>
                  <a:pt x="2237" y="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1281913" y="3759128"/>
            <a:ext cx="2260" cy="9793"/>
          </a:xfrm>
          <a:custGeom>
            <a:avLst/>
            <a:gdLst/>
            <a:ahLst/>
            <a:cxnLst/>
            <a:rect l="l" t="t" r="r" b="b"/>
            <a:pathLst>
              <a:path w="2260" h="9793">
                <a:moveTo>
                  <a:pt x="0" y="9793"/>
                </a:moveTo>
                <a:lnTo>
                  <a:pt x="0" y="9651"/>
                </a:lnTo>
                <a:lnTo>
                  <a:pt x="46" y="9508"/>
                </a:lnTo>
                <a:lnTo>
                  <a:pt x="92" y="9364"/>
                </a:lnTo>
                <a:lnTo>
                  <a:pt x="92" y="9220"/>
                </a:lnTo>
                <a:lnTo>
                  <a:pt x="161" y="9076"/>
                </a:lnTo>
                <a:lnTo>
                  <a:pt x="207" y="8935"/>
                </a:lnTo>
                <a:lnTo>
                  <a:pt x="207" y="8791"/>
                </a:lnTo>
                <a:lnTo>
                  <a:pt x="253" y="8647"/>
                </a:lnTo>
                <a:lnTo>
                  <a:pt x="299" y="8504"/>
                </a:lnTo>
                <a:lnTo>
                  <a:pt x="299" y="8360"/>
                </a:lnTo>
                <a:lnTo>
                  <a:pt x="369" y="8218"/>
                </a:lnTo>
                <a:lnTo>
                  <a:pt x="369" y="8074"/>
                </a:lnTo>
                <a:lnTo>
                  <a:pt x="415" y="7931"/>
                </a:lnTo>
                <a:lnTo>
                  <a:pt x="461" y="7787"/>
                </a:lnTo>
                <a:lnTo>
                  <a:pt x="461" y="7643"/>
                </a:lnTo>
                <a:lnTo>
                  <a:pt x="530" y="7501"/>
                </a:lnTo>
                <a:lnTo>
                  <a:pt x="576" y="7358"/>
                </a:lnTo>
                <a:lnTo>
                  <a:pt x="576" y="7214"/>
                </a:lnTo>
                <a:lnTo>
                  <a:pt x="622" y="7070"/>
                </a:lnTo>
                <a:lnTo>
                  <a:pt x="669" y="6926"/>
                </a:lnTo>
                <a:lnTo>
                  <a:pt x="669" y="6785"/>
                </a:lnTo>
                <a:lnTo>
                  <a:pt x="738" y="6641"/>
                </a:lnTo>
                <a:lnTo>
                  <a:pt x="784" y="6497"/>
                </a:lnTo>
                <a:lnTo>
                  <a:pt x="784" y="6354"/>
                </a:lnTo>
                <a:lnTo>
                  <a:pt x="830" y="6210"/>
                </a:lnTo>
                <a:lnTo>
                  <a:pt x="830" y="6068"/>
                </a:lnTo>
                <a:lnTo>
                  <a:pt x="876" y="5924"/>
                </a:lnTo>
                <a:lnTo>
                  <a:pt x="945" y="5781"/>
                </a:lnTo>
                <a:lnTo>
                  <a:pt x="945" y="5637"/>
                </a:lnTo>
                <a:lnTo>
                  <a:pt x="991" y="5493"/>
                </a:lnTo>
                <a:lnTo>
                  <a:pt x="1038" y="5351"/>
                </a:lnTo>
                <a:lnTo>
                  <a:pt x="1038" y="5208"/>
                </a:lnTo>
                <a:lnTo>
                  <a:pt x="1107" y="5064"/>
                </a:lnTo>
                <a:lnTo>
                  <a:pt x="1153" y="4920"/>
                </a:lnTo>
                <a:lnTo>
                  <a:pt x="1153" y="4777"/>
                </a:lnTo>
                <a:lnTo>
                  <a:pt x="1199" y="4635"/>
                </a:lnTo>
                <a:lnTo>
                  <a:pt x="1245" y="4491"/>
                </a:lnTo>
                <a:lnTo>
                  <a:pt x="1245" y="4347"/>
                </a:lnTo>
                <a:lnTo>
                  <a:pt x="1314" y="4204"/>
                </a:lnTo>
                <a:lnTo>
                  <a:pt x="1314" y="4060"/>
                </a:lnTo>
                <a:lnTo>
                  <a:pt x="1361" y="3918"/>
                </a:lnTo>
                <a:lnTo>
                  <a:pt x="1407" y="3774"/>
                </a:lnTo>
                <a:lnTo>
                  <a:pt x="1407" y="3631"/>
                </a:lnTo>
                <a:lnTo>
                  <a:pt x="1453" y="3487"/>
                </a:lnTo>
                <a:lnTo>
                  <a:pt x="1522" y="3343"/>
                </a:lnTo>
                <a:lnTo>
                  <a:pt x="1522" y="3202"/>
                </a:lnTo>
                <a:lnTo>
                  <a:pt x="1568" y="3058"/>
                </a:lnTo>
                <a:lnTo>
                  <a:pt x="1614" y="2866"/>
                </a:lnTo>
                <a:lnTo>
                  <a:pt x="1614" y="2722"/>
                </a:lnTo>
                <a:lnTo>
                  <a:pt x="1684" y="2579"/>
                </a:lnTo>
                <a:lnTo>
                  <a:pt x="1730" y="2437"/>
                </a:lnTo>
                <a:lnTo>
                  <a:pt x="1730" y="2293"/>
                </a:lnTo>
                <a:lnTo>
                  <a:pt x="1776" y="2149"/>
                </a:lnTo>
                <a:lnTo>
                  <a:pt x="1822" y="2006"/>
                </a:lnTo>
                <a:lnTo>
                  <a:pt x="1822" y="1862"/>
                </a:lnTo>
                <a:lnTo>
                  <a:pt x="1891" y="1720"/>
                </a:lnTo>
                <a:lnTo>
                  <a:pt x="1937" y="1577"/>
                </a:lnTo>
                <a:lnTo>
                  <a:pt x="1937" y="1433"/>
                </a:lnTo>
                <a:lnTo>
                  <a:pt x="1983" y="1289"/>
                </a:lnTo>
                <a:lnTo>
                  <a:pt x="1983" y="1145"/>
                </a:lnTo>
                <a:lnTo>
                  <a:pt x="2053" y="1004"/>
                </a:lnTo>
                <a:lnTo>
                  <a:pt x="2099" y="860"/>
                </a:lnTo>
                <a:lnTo>
                  <a:pt x="2099" y="716"/>
                </a:lnTo>
                <a:lnTo>
                  <a:pt x="2145" y="572"/>
                </a:lnTo>
                <a:lnTo>
                  <a:pt x="2191" y="429"/>
                </a:lnTo>
                <a:lnTo>
                  <a:pt x="2191" y="287"/>
                </a:lnTo>
                <a:lnTo>
                  <a:pt x="2260" y="143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1284173" y="3749139"/>
            <a:ext cx="2306" cy="9989"/>
          </a:xfrm>
          <a:custGeom>
            <a:avLst/>
            <a:gdLst/>
            <a:ahLst/>
            <a:cxnLst/>
            <a:rect l="l" t="t" r="r" b="b"/>
            <a:pathLst>
              <a:path w="2306" h="9989">
                <a:moveTo>
                  <a:pt x="0" y="9989"/>
                </a:moveTo>
                <a:lnTo>
                  <a:pt x="46" y="9845"/>
                </a:lnTo>
                <a:lnTo>
                  <a:pt x="92" y="9701"/>
                </a:lnTo>
                <a:lnTo>
                  <a:pt x="92" y="9560"/>
                </a:lnTo>
                <a:lnTo>
                  <a:pt x="138" y="9416"/>
                </a:lnTo>
                <a:lnTo>
                  <a:pt x="207" y="9272"/>
                </a:lnTo>
                <a:lnTo>
                  <a:pt x="207" y="9129"/>
                </a:lnTo>
                <a:lnTo>
                  <a:pt x="253" y="8985"/>
                </a:lnTo>
                <a:lnTo>
                  <a:pt x="299" y="8843"/>
                </a:lnTo>
                <a:lnTo>
                  <a:pt x="299" y="8699"/>
                </a:lnTo>
                <a:lnTo>
                  <a:pt x="369" y="8556"/>
                </a:lnTo>
                <a:lnTo>
                  <a:pt x="415" y="8412"/>
                </a:lnTo>
                <a:lnTo>
                  <a:pt x="415" y="8268"/>
                </a:lnTo>
                <a:lnTo>
                  <a:pt x="461" y="8126"/>
                </a:lnTo>
                <a:lnTo>
                  <a:pt x="507" y="7983"/>
                </a:lnTo>
                <a:lnTo>
                  <a:pt x="507" y="7833"/>
                </a:lnTo>
                <a:lnTo>
                  <a:pt x="576" y="7687"/>
                </a:lnTo>
                <a:lnTo>
                  <a:pt x="576" y="7499"/>
                </a:lnTo>
                <a:lnTo>
                  <a:pt x="622" y="7354"/>
                </a:lnTo>
                <a:lnTo>
                  <a:pt x="669" y="7208"/>
                </a:lnTo>
                <a:lnTo>
                  <a:pt x="738" y="7020"/>
                </a:lnTo>
                <a:lnTo>
                  <a:pt x="738" y="6874"/>
                </a:lnTo>
                <a:lnTo>
                  <a:pt x="784" y="6645"/>
                </a:lnTo>
                <a:lnTo>
                  <a:pt x="830" y="6499"/>
                </a:lnTo>
                <a:lnTo>
                  <a:pt x="876" y="6354"/>
                </a:lnTo>
                <a:lnTo>
                  <a:pt x="876" y="6208"/>
                </a:lnTo>
                <a:lnTo>
                  <a:pt x="945" y="6062"/>
                </a:lnTo>
                <a:lnTo>
                  <a:pt x="991" y="5874"/>
                </a:lnTo>
                <a:lnTo>
                  <a:pt x="991" y="5729"/>
                </a:lnTo>
                <a:lnTo>
                  <a:pt x="1038" y="5541"/>
                </a:lnTo>
                <a:lnTo>
                  <a:pt x="1084" y="5395"/>
                </a:lnTo>
                <a:lnTo>
                  <a:pt x="1084" y="5249"/>
                </a:lnTo>
                <a:lnTo>
                  <a:pt x="1153" y="5062"/>
                </a:lnTo>
                <a:lnTo>
                  <a:pt x="1199" y="4916"/>
                </a:lnTo>
                <a:lnTo>
                  <a:pt x="1245" y="4729"/>
                </a:lnTo>
                <a:lnTo>
                  <a:pt x="1245" y="4583"/>
                </a:lnTo>
                <a:lnTo>
                  <a:pt x="1314" y="4437"/>
                </a:lnTo>
                <a:lnTo>
                  <a:pt x="1361" y="4249"/>
                </a:lnTo>
                <a:lnTo>
                  <a:pt x="1361" y="4104"/>
                </a:lnTo>
                <a:lnTo>
                  <a:pt x="1407" y="3916"/>
                </a:lnTo>
                <a:lnTo>
                  <a:pt x="1453" y="3770"/>
                </a:lnTo>
                <a:lnTo>
                  <a:pt x="1453" y="3624"/>
                </a:lnTo>
                <a:lnTo>
                  <a:pt x="1522" y="3437"/>
                </a:lnTo>
                <a:lnTo>
                  <a:pt x="1568" y="3291"/>
                </a:lnTo>
                <a:lnTo>
                  <a:pt x="1614" y="3104"/>
                </a:lnTo>
                <a:lnTo>
                  <a:pt x="1660" y="2958"/>
                </a:lnTo>
                <a:lnTo>
                  <a:pt x="1660" y="2770"/>
                </a:lnTo>
                <a:lnTo>
                  <a:pt x="1730" y="2624"/>
                </a:lnTo>
                <a:lnTo>
                  <a:pt x="1730" y="2479"/>
                </a:lnTo>
                <a:lnTo>
                  <a:pt x="1776" y="2291"/>
                </a:lnTo>
                <a:lnTo>
                  <a:pt x="1822" y="2145"/>
                </a:lnTo>
                <a:lnTo>
                  <a:pt x="1891" y="1958"/>
                </a:lnTo>
                <a:lnTo>
                  <a:pt x="1937" y="1770"/>
                </a:lnTo>
                <a:lnTo>
                  <a:pt x="1937" y="1624"/>
                </a:lnTo>
                <a:lnTo>
                  <a:pt x="1983" y="1479"/>
                </a:lnTo>
                <a:lnTo>
                  <a:pt x="2030" y="1333"/>
                </a:lnTo>
                <a:lnTo>
                  <a:pt x="2030" y="1145"/>
                </a:lnTo>
                <a:lnTo>
                  <a:pt x="2099" y="999"/>
                </a:lnTo>
                <a:lnTo>
                  <a:pt x="2145" y="854"/>
                </a:lnTo>
                <a:lnTo>
                  <a:pt x="2145" y="666"/>
                </a:lnTo>
                <a:lnTo>
                  <a:pt x="2191" y="520"/>
                </a:lnTo>
                <a:lnTo>
                  <a:pt x="2260" y="333"/>
                </a:lnTo>
                <a:lnTo>
                  <a:pt x="2306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1286480" y="3738972"/>
            <a:ext cx="2306" cy="10166"/>
          </a:xfrm>
          <a:custGeom>
            <a:avLst/>
            <a:gdLst/>
            <a:ahLst/>
            <a:cxnLst/>
            <a:rect l="l" t="t" r="r" b="b"/>
            <a:pathLst>
              <a:path w="2306" h="10166">
                <a:moveTo>
                  <a:pt x="0" y="10166"/>
                </a:moveTo>
                <a:lnTo>
                  <a:pt x="46" y="10020"/>
                </a:lnTo>
                <a:lnTo>
                  <a:pt x="92" y="9874"/>
                </a:lnTo>
                <a:lnTo>
                  <a:pt x="92" y="9687"/>
                </a:lnTo>
                <a:lnTo>
                  <a:pt x="161" y="9541"/>
                </a:lnTo>
                <a:lnTo>
                  <a:pt x="207" y="9354"/>
                </a:lnTo>
                <a:lnTo>
                  <a:pt x="207" y="9208"/>
                </a:lnTo>
                <a:lnTo>
                  <a:pt x="253" y="9062"/>
                </a:lnTo>
                <a:lnTo>
                  <a:pt x="299" y="8874"/>
                </a:lnTo>
                <a:lnTo>
                  <a:pt x="369" y="8729"/>
                </a:lnTo>
                <a:lnTo>
                  <a:pt x="369" y="8541"/>
                </a:lnTo>
                <a:lnTo>
                  <a:pt x="415" y="8395"/>
                </a:lnTo>
                <a:lnTo>
                  <a:pt x="461" y="8249"/>
                </a:lnTo>
                <a:lnTo>
                  <a:pt x="530" y="8062"/>
                </a:lnTo>
                <a:lnTo>
                  <a:pt x="530" y="7916"/>
                </a:lnTo>
                <a:lnTo>
                  <a:pt x="576" y="7729"/>
                </a:lnTo>
                <a:lnTo>
                  <a:pt x="576" y="7583"/>
                </a:lnTo>
                <a:lnTo>
                  <a:pt x="622" y="7437"/>
                </a:lnTo>
                <a:lnTo>
                  <a:pt x="669" y="7249"/>
                </a:lnTo>
                <a:lnTo>
                  <a:pt x="738" y="7104"/>
                </a:lnTo>
                <a:lnTo>
                  <a:pt x="738" y="6916"/>
                </a:lnTo>
                <a:lnTo>
                  <a:pt x="784" y="6770"/>
                </a:lnTo>
                <a:lnTo>
                  <a:pt x="830" y="6624"/>
                </a:lnTo>
                <a:lnTo>
                  <a:pt x="876" y="6437"/>
                </a:lnTo>
                <a:lnTo>
                  <a:pt x="876" y="6249"/>
                </a:lnTo>
                <a:lnTo>
                  <a:pt x="945" y="6104"/>
                </a:lnTo>
                <a:lnTo>
                  <a:pt x="991" y="5958"/>
                </a:lnTo>
                <a:lnTo>
                  <a:pt x="991" y="5770"/>
                </a:lnTo>
                <a:lnTo>
                  <a:pt x="1038" y="5624"/>
                </a:lnTo>
                <a:lnTo>
                  <a:pt x="1107" y="5479"/>
                </a:lnTo>
                <a:lnTo>
                  <a:pt x="1107" y="5291"/>
                </a:lnTo>
                <a:lnTo>
                  <a:pt x="1153" y="5145"/>
                </a:lnTo>
                <a:lnTo>
                  <a:pt x="1199" y="4958"/>
                </a:lnTo>
                <a:lnTo>
                  <a:pt x="1245" y="4770"/>
                </a:lnTo>
                <a:lnTo>
                  <a:pt x="1245" y="4624"/>
                </a:lnTo>
                <a:lnTo>
                  <a:pt x="1314" y="4479"/>
                </a:lnTo>
                <a:lnTo>
                  <a:pt x="1361" y="4333"/>
                </a:lnTo>
                <a:lnTo>
                  <a:pt x="1361" y="4145"/>
                </a:lnTo>
                <a:lnTo>
                  <a:pt x="1407" y="3999"/>
                </a:lnTo>
                <a:lnTo>
                  <a:pt x="1476" y="3854"/>
                </a:lnTo>
                <a:lnTo>
                  <a:pt x="1476" y="3666"/>
                </a:lnTo>
                <a:lnTo>
                  <a:pt x="1522" y="3520"/>
                </a:lnTo>
                <a:lnTo>
                  <a:pt x="1568" y="3333"/>
                </a:lnTo>
                <a:lnTo>
                  <a:pt x="1568" y="3187"/>
                </a:lnTo>
                <a:lnTo>
                  <a:pt x="1614" y="3041"/>
                </a:lnTo>
                <a:lnTo>
                  <a:pt x="1684" y="2854"/>
                </a:lnTo>
                <a:lnTo>
                  <a:pt x="1730" y="2666"/>
                </a:lnTo>
                <a:lnTo>
                  <a:pt x="1730" y="2520"/>
                </a:lnTo>
                <a:lnTo>
                  <a:pt x="1776" y="2374"/>
                </a:lnTo>
                <a:lnTo>
                  <a:pt x="1822" y="2187"/>
                </a:lnTo>
                <a:lnTo>
                  <a:pt x="1822" y="1999"/>
                </a:lnTo>
                <a:lnTo>
                  <a:pt x="1891" y="1854"/>
                </a:lnTo>
                <a:lnTo>
                  <a:pt x="1937" y="1708"/>
                </a:lnTo>
                <a:lnTo>
                  <a:pt x="1937" y="1562"/>
                </a:lnTo>
                <a:lnTo>
                  <a:pt x="1983" y="1333"/>
                </a:lnTo>
                <a:lnTo>
                  <a:pt x="2053" y="1187"/>
                </a:lnTo>
                <a:lnTo>
                  <a:pt x="2099" y="1041"/>
                </a:lnTo>
                <a:lnTo>
                  <a:pt x="2099" y="895"/>
                </a:lnTo>
                <a:lnTo>
                  <a:pt x="2145" y="749"/>
                </a:lnTo>
                <a:lnTo>
                  <a:pt x="2191" y="562"/>
                </a:lnTo>
                <a:lnTo>
                  <a:pt x="2191" y="416"/>
                </a:lnTo>
                <a:lnTo>
                  <a:pt x="2260" y="270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1288787" y="3728639"/>
            <a:ext cx="2306" cy="10333"/>
          </a:xfrm>
          <a:custGeom>
            <a:avLst/>
            <a:gdLst/>
            <a:ahLst/>
            <a:cxnLst/>
            <a:rect l="l" t="t" r="r" b="b"/>
            <a:pathLst>
              <a:path w="2306" h="10333">
                <a:moveTo>
                  <a:pt x="0" y="10333"/>
                </a:moveTo>
                <a:lnTo>
                  <a:pt x="46" y="10187"/>
                </a:lnTo>
                <a:lnTo>
                  <a:pt x="46" y="10041"/>
                </a:lnTo>
                <a:lnTo>
                  <a:pt x="115" y="9895"/>
                </a:lnTo>
                <a:lnTo>
                  <a:pt x="161" y="9708"/>
                </a:lnTo>
                <a:lnTo>
                  <a:pt x="161" y="9562"/>
                </a:lnTo>
                <a:lnTo>
                  <a:pt x="207" y="9416"/>
                </a:lnTo>
                <a:lnTo>
                  <a:pt x="253" y="9270"/>
                </a:lnTo>
                <a:lnTo>
                  <a:pt x="253" y="9124"/>
                </a:lnTo>
                <a:lnTo>
                  <a:pt x="322" y="8937"/>
                </a:lnTo>
                <a:lnTo>
                  <a:pt x="369" y="8791"/>
                </a:lnTo>
                <a:lnTo>
                  <a:pt x="369" y="8645"/>
                </a:lnTo>
                <a:lnTo>
                  <a:pt x="415" y="8416"/>
                </a:lnTo>
                <a:lnTo>
                  <a:pt x="461" y="8270"/>
                </a:lnTo>
                <a:lnTo>
                  <a:pt x="530" y="8124"/>
                </a:lnTo>
                <a:lnTo>
                  <a:pt x="530" y="7979"/>
                </a:lnTo>
                <a:lnTo>
                  <a:pt x="576" y="7791"/>
                </a:lnTo>
                <a:lnTo>
                  <a:pt x="576" y="7645"/>
                </a:lnTo>
                <a:lnTo>
                  <a:pt x="622" y="7499"/>
                </a:lnTo>
                <a:lnTo>
                  <a:pt x="692" y="7312"/>
                </a:lnTo>
                <a:lnTo>
                  <a:pt x="692" y="7166"/>
                </a:lnTo>
                <a:lnTo>
                  <a:pt x="738" y="7020"/>
                </a:lnTo>
                <a:lnTo>
                  <a:pt x="784" y="6833"/>
                </a:lnTo>
                <a:lnTo>
                  <a:pt x="830" y="6687"/>
                </a:lnTo>
                <a:lnTo>
                  <a:pt x="830" y="6499"/>
                </a:lnTo>
                <a:lnTo>
                  <a:pt x="899" y="6354"/>
                </a:lnTo>
                <a:lnTo>
                  <a:pt x="945" y="6208"/>
                </a:lnTo>
                <a:lnTo>
                  <a:pt x="991" y="5979"/>
                </a:lnTo>
                <a:lnTo>
                  <a:pt x="991" y="5833"/>
                </a:lnTo>
                <a:lnTo>
                  <a:pt x="1038" y="5687"/>
                </a:lnTo>
                <a:lnTo>
                  <a:pt x="1107" y="5541"/>
                </a:lnTo>
                <a:lnTo>
                  <a:pt x="1107" y="5354"/>
                </a:lnTo>
                <a:lnTo>
                  <a:pt x="1153" y="5208"/>
                </a:lnTo>
                <a:lnTo>
                  <a:pt x="1153" y="5062"/>
                </a:lnTo>
                <a:lnTo>
                  <a:pt x="1199" y="4833"/>
                </a:lnTo>
                <a:lnTo>
                  <a:pt x="1268" y="4687"/>
                </a:lnTo>
                <a:lnTo>
                  <a:pt x="1314" y="4541"/>
                </a:lnTo>
                <a:lnTo>
                  <a:pt x="1314" y="4395"/>
                </a:lnTo>
                <a:lnTo>
                  <a:pt x="1361" y="4249"/>
                </a:lnTo>
                <a:lnTo>
                  <a:pt x="1407" y="4062"/>
                </a:lnTo>
                <a:lnTo>
                  <a:pt x="1407" y="3916"/>
                </a:lnTo>
                <a:lnTo>
                  <a:pt x="1476" y="3687"/>
                </a:lnTo>
                <a:lnTo>
                  <a:pt x="1522" y="3541"/>
                </a:lnTo>
                <a:lnTo>
                  <a:pt x="1568" y="3395"/>
                </a:lnTo>
                <a:lnTo>
                  <a:pt x="1568" y="3249"/>
                </a:lnTo>
                <a:lnTo>
                  <a:pt x="1637" y="3104"/>
                </a:lnTo>
                <a:lnTo>
                  <a:pt x="1684" y="2916"/>
                </a:lnTo>
                <a:lnTo>
                  <a:pt x="1684" y="2770"/>
                </a:lnTo>
                <a:lnTo>
                  <a:pt x="1730" y="2624"/>
                </a:lnTo>
                <a:lnTo>
                  <a:pt x="1730" y="2437"/>
                </a:lnTo>
                <a:lnTo>
                  <a:pt x="1776" y="2291"/>
                </a:lnTo>
                <a:lnTo>
                  <a:pt x="1845" y="2104"/>
                </a:lnTo>
                <a:lnTo>
                  <a:pt x="1845" y="1958"/>
                </a:lnTo>
                <a:lnTo>
                  <a:pt x="1891" y="1770"/>
                </a:lnTo>
                <a:lnTo>
                  <a:pt x="1937" y="1624"/>
                </a:lnTo>
                <a:lnTo>
                  <a:pt x="1983" y="1437"/>
                </a:lnTo>
                <a:lnTo>
                  <a:pt x="1983" y="1291"/>
                </a:lnTo>
                <a:lnTo>
                  <a:pt x="2053" y="1145"/>
                </a:lnTo>
                <a:lnTo>
                  <a:pt x="2099" y="916"/>
                </a:lnTo>
                <a:lnTo>
                  <a:pt x="2145" y="770"/>
                </a:lnTo>
                <a:lnTo>
                  <a:pt x="2145" y="624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1291094" y="3718097"/>
            <a:ext cx="2306" cy="10541"/>
          </a:xfrm>
          <a:custGeom>
            <a:avLst/>
            <a:gdLst/>
            <a:ahLst/>
            <a:cxnLst/>
            <a:rect l="l" t="t" r="r" b="b"/>
            <a:pathLst>
              <a:path w="2306" h="10541">
                <a:moveTo>
                  <a:pt x="0" y="10541"/>
                </a:moveTo>
                <a:lnTo>
                  <a:pt x="0" y="10354"/>
                </a:lnTo>
                <a:lnTo>
                  <a:pt x="46" y="10208"/>
                </a:lnTo>
                <a:lnTo>
                  <a:pt x="115" y="10062"/>
                </a:lnTo>
                <a:lnTo>
                  <a:pt x="161" y="9833"/>
                </a:lnTo>
                <a:lnTo>
                  <a:pt x="161" y="9687"/>
                </a:lnTo>
                <a:lnTo>
                  <a:pt x="207" y="9541"/>
                </a:lnTo>
                <a:lnTo>
                  <a:pt x="276" y="9395"/>
                </a:lnTo>
                <a:lnTo>
                  <a:pt x="276" y="9249"/>
                </a:lnTo>
                <a:lnTo>
                  <a:pt x="322" y="9062"/>
                </a:lnTo>
                <a:lnTo>
                  <a:pt x="369" y="8916"/>
                </a:lnTo>
                <a:lnTo>
                  <a:pt x="369" y="8729"/>
                </a:lnTo>
                <a:lnTo>
                  <a:pt x="415" y="8583"/>
                </a:lnTo>
                <a:lnTo>
                  <a:pt x="484" y="8437"/>
                </a:lnTo>
                <a:lnTo>
                  <a:pt x="484" y="8249"/>
                </a:lnTo>
                <a:lnTo>
                  <a:pt x="530" y="8104"/>
                </a:lnTo>
                <a:lnTo>
                  <a:pt x="576" y="7916"/>
                </a:lnTo>
                <a:lnTo>
                  <a:pt x="576" y="7770"/>
                </a:lnTo>
                <a:lnTo>
                  <a:pt x="622" y="7624"/>
                </a:lnTo>
                <a:lnTo>
                  <a:pt x="692" y="7437"/>
                </a:lnTo>
                <a:lnTo>
                  <a:pt x="692" y="7249"/>
                </a:lnTo>
                <a:lnTo>
                  <a:pt x="738" y="7104"/>
                </a:lnTo>
                <a:lnTo>
                  <a:pt x="784" y="6958"/>
                </a:lnTo>
                <a:lnTo>
                  <a:pt x="784" y="6812"/>
                </a:lnTo>
                <a:lnTo>
                  <a:pt x="853" y="6624"/>
                </a:lnTo>
                <a:lnTo>
                  <a:pt x="899" y="6479"/>
                </a:lnTo>
                <a:lnTo>
                  <a:pt x="945" y="6249"/>
                </a:lnTo>
                <a:lnTo>
                  <a:pt x="945" y="6104"/>
                </a:lnTo>
                <a:lnTo>
                  <a:pt x="991" y="5958"/>
                </a:lnTo>
                <a:lnTo>
                  <a:pt x="1061" y="5812"/>
                </a:lnTo>
                <a:lnTo>
                  <a:pt x="1061" y="5666"/>
                </a:lnTo>
                <a:lnTo>
                  <a:pt x="1107" y="5479"/>
                </a:lnTo>
                <a:lnTo>
                  <a:pt x="1153" y="5333"/>
                </a:lnTo>
                <a:lnTo>
                  <a:pt x="1153" y="5145"/>
                </a:lnTo>
                <a:lnTo>
                  <a:pt x="1199" y="4999"/>
                </a:lnTo>
                <a:lnTo>
                  <a:pt x="1268" y="4854"/>
                </a:lnTo>
                <a:lnTo>
                  <a:pt x="1268" y="4666"/>
                </a:lnTo>
                <a:lnTo>
                  <a:pt x="1314" y="4520"/>
                </a:lnTo>
                <a:lnTo>
                  <a:pt x="1361" y="4333"/>
                </a:lnTo>
                <a:lnTo>
                  <a:pt x="1361" y="4187"/>
                </a:lnTo>
                <a:lnTo>
                  <a:pt x="1430" y="4041"/>
                </a:lnTo>
                <a:lnTo>
                  <a:pt x="1476" y="3854"/>
                </a:lnTo>
                <a:lnTo>
                  <a:pt x="1476" y="3708"/>
                </a:lnTo>
                <a:lnTo>
                  <a:pt x="1522" y="3520"/>
                </a:lnTo>
                <a:lnTo>
                  <a:pt x="1568" y="3374"/>
                </a:lnTo>
                <a:lnTo>
                  <a:pt x="1568" y="3229"/>
                </a:lnTo>
                <a:lnTo>
                  <a:pt x="1637" y="3041"/>
                </a:lnTo>
                <a:lnTo>
                  <a:pt x="1684" y="2895"/>
                </a:lnTo>
                <a:lnTo>
                  <a:pt x="1684" y="2708"/>
                </a:lnTo>
                <a:lnTo>
                  <a:pt x="1730" y="2562"/>
                </a:lnTo>
                <a:lnTo>
                  <a:pt x="1799" y="2416"/>
                </a:lnTo>
                <a:lnTo>
                  <a:pt x="1799" y="2229"/>
                </a:lnTo>
                <a:lnTo>
                  <a:pt x="1845" y="2083"/>
                </a:lnTo>
                <a:lnTo>
                  <a:pt x="1891" y="1854"/>
                </a:lnTo>
                <a:lnTo>
                  <a:pt x="1937" y="1708"/>
                </a:lnTo>
                <a:lnTo>
                  <a:pt x="1937" y="1562"/>
                </a:lnTo>
                <a:lnTo>
                  <a:pt x="2007" y="1416"/>
                </a:lnTo>
                <a:lnTo>
                  <a:pt x="2007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145" y="749"/>
                </a:lnTo>
                <a:lnTo>
                  <a:pt x="2145" y="604"/>
                </a:lnTo>
                <a:lnTo>
                  <a:pt x="2214" y="458"/>
                </a:lnTo>
                <a:lnTo>
                  <a:pt x="2260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1293401" y="3707431"/>
            <a:ext cx="2260" cy="10666"/>
          </a:xfrm>
          <a:custGeom>
            <a:avLst/>
            <a:gdLst/>
            <a:ahLst/>
            <a:cxnLst/>
            <a:rect l="l" t="t" r="r" b="b"/>
            <a:pathLst>
              <a:path w="2260" h="10666">
                <a:moveTo>
                  <a:pt x="0" y="10666"/>
                </a:moveTo>
                <a:lnTo>
                  <a:pt x="0" y="10520"/>
                </a:lnTo>
                <a:lnTo>
                  <a:pt x="69" y="10374"/>
                </a:lnTo>
                <a:lnTo>
                  <a:pt x="69" y="10229"/>
                </a:lnTo>
                <a:lnTo>
                  <a:pt x="115" y="10083"/>
                </a:lnTo>
                <a:lnTo>
                  <a:pt x="161" y="9937"/>
                </a:lnTo>
                <a:lnTo>
                  <a:pt x="161" y="9749"/>
                </a:lnTo>
                <a:lnTo>
                  <a:pt x="207" y="9604"/>
                </a:lnTo>
                <a:lnTo>
                  <a:pt x="276" y="9458"/>
                </a:lnTo>
                <a:lnTo>
                  <a:pt x="276" y="9312"/>
                </a:lnTo>
                <a:lnTo>
                  <a:pt x="322" y="9166"/>
                </a:lnTo>
                <a:lnTo>
                  <a:pt x="369" y="8979"/>
                </a:lnTo>
                <a:lnTo>
                  <a:pt x="369" y="8833"/>
                </a:lnTo>
                <a:lnTo>
                  <a:pt x="415" y="8645"/>
                </a:lnTo>
                <a:lnTo>
                  <a:pt x="484" y="8499"/>
                </a:lnTo>
                <a:lnTo>
                  <a:pt x="484" y="8354"/>
                </a:lnTo>
                <a:lnTo>
                  <a:pt x="530" y="8166"/>
                </a:lnTo>
                <a:lnTo>
                  <a:pt x="576" y="7979"/>
                </a:lnTo>
                <a:lnTo>
                  <a:pt x="576" y="7833"/>
                </a:lnTo>
                <a:lnTo>
                  <a:pt x="645" y="7687"/>
                </a:lnTo>
                <a:lnTo>
                  <a:pt x="692" y="7499"/>
                </a:lnTo>
                <a:lnTo>
                  <a:pt x="692" y="7354"/>
                </a:lnTo>
                <a:lnTo>
                  <a:pt x="738" y="7208"/>
                </a:lnTo>
                <a:lnTo>
                  <a:pt x="784" y="7020"/>
                </a:lnTo>
                <a:lnTo>
                  <a:pt x="784" y="6874"/>
                </a:lnTo>
                <a:lnTo>
                  <a:pt x="853" y="6729"/>
                </a:lnTo>
                <a:lnTo>
                  <a:pt x="899" y="6541"/>
                </a:lnTo>
                <a:lnTo>
                  <a:pt x="899" y="6395"/>
                </a:lnTo>
                <a:lnTo>
                  <a:pt x="945" y="6208"/>
                </a:lnTo>
                <a:lnTo>
                  <a:pt x="1015" y="6062"/>
                </a:lnTo>
                <a:lnTo>
                  <a:pt x="1015" y="5916"/>
                </a:lnTo>
                <a:lnTo>
                  <a:pt x="1061" y="5729"/>
                </a:lnTo>
                <a:lnTo>
                  <a:pt x="1107" y="5583"/>
                </a:lnTo>
                <a:lnTo>
                  <a:pt x="1107" y="5395"/>
                </a:lnTo>
                <a:lnTo>
                  <a:pt x="1153" y="5249"/>
                </a:lnTo>
                <a:lnTo>
                  <a:pt x="1222" y="5062"/>
                </a:lnTo>
                <a:lnTo>
                  <a:pt x="1222" y="4874"/>
                </a:lnTo>
                <a:lnTo>
                  <a:pt x="1268" y="4729"/>
                </a:lnTo>
                <a:lnTo>
                  <a:pt x="1314" y="4583"/>
                </a:lnTo>
                <a:lnTo>
                  <a:pt x="1314" y="4437"/>
                </a:lnTo>
                <a:lnTo>
                  <a:pt x="1361" y="4249"/>
                </a:lnTo>
                <a:lnTo>
                  <a:pt x="1430" y="4104"/>
                </a:lnTo>
                <a:lnTo>
                  <a:pt x="1430" y="3958"/>
                </a:lnTo>
                <a:lnTo>
                  <a:pt x="1476" y="3770"/>
                </a:lnTo>
                <a:lnTo>
                  <a:pt x="1476" y="3624"/>
                </a:lnTo>
                <a:lnTo>
                  <a:pt x="1522" y="3437"/>
                </a:lnTo>
                <a:lnTo>
                  <a:pt x="1591" y="3291"/>
                </a:lnTo>
                <a:lnTo>
                  <a:pt x="1591" y="3145"/>
                </a:lnTo>
                <a:lnTo>
                  <a:pt x="1637" y="2958"/>
                </a:lnTo>
                <a:lnTo>
                  <a:pt x="1684" y="2770"/>
                </a:lnTo>
                <a:lnTo>
                  <a:pt x="1730" y="2624"/>
                </a:lnTo>
                <a:lnTo>
                  <a:pt x="1730" y="2479"/>
                </a:lnTo>
                <a:lnTo>
                  <a:pt x="1799" y="2333"/>
                </a:lnTo>
                <a:lnTo>
                  <a:pt x="1845" y="2145"/>
                </a:lnTo>
                <a:lnTo>
                  <a:pt x="1845" y="1999"/>
                </a:lnTo>
                <a:lnTo>
                  <a:pt x="1891" y="1812"/>
                </a:lnTo>
                <a:lnTo>
                  <a:pt x="1960" y="1666"/>
                </a:lnTo>
                <a:lnTo>
                  <a:pt x="1960" y="1479"/>
                </a:lnTo>
                <a:lnTo>
                  <a:pt x="2007" y="1333"/>
                </a:lnTo>
                <a:lnTo>
                  <a:pt x="2053" y="1187"/>
                </a:lnTo>
                <a:lnTo>
                  <a:pt x="2053" y="999"/>
                </a:lnTo>
                <a:lnTo>
                  <a:pt x="2099" y="854"/>
                </a:lnTo>
                <a:lnTo>
                  <a:pt x="2168" y="666"/>
                </a:lnTo>
                <a:lnTo>
                  <a:pt x="2168" y="520"/>
                </a:lnTo>
                <a:lnTo>
                  <a:pt x="2214" y="374"/>
                </a:lnTo>
                <a:lnTo>
                  <a:pt x="2260" y="187"/>
                </a:lnTo>
                <a:lnTo>
                  <a:pt x="2260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1295662" y="3696598"/>
            <a:ext cx="2306" cy="10833"/>
          </a:xfrm>
          <a:custGeom>
            <a:avLst/>
            <a:gdLst/>
            <a:ahLst/>
            <a:cxnLst/>
            <a:rect l="l" t="t" r="r" b="b"/>
            <a:pathLst>
              <a:path w="2306" h="10833">
                <a:moveTo>
                  <a:pt x="0" y="10833"/>
                </a:moveTo>
                <a:lnTo>
                  <a:pt x="46" y="10687"/>
                </a:lnTo>
                <a:lnTo>
                  <a:pt x="46" y="10541"/>
                </a:lnTo>
                <a:lnTo>
                  <a:pt x="115" y="10395"/>
                </a:lnTo>
                <a:lnTo>
                  <a:pt x="161" y="10208"/>
                </a:lnTo>
                <a:lnTo>
                  <a:pt x="161" y="10062"/>
                </a:lnTo>
                <a:lnTo>
                  <a:pt x="207" y="9874"/>
                </a:lnTo>
                <a:lnTo>
                  <a:pt x="276" y="9729"/>
                </a:lnTo>
                <a:lnTo>
                  <a:pt x="276" y="9583"/>
                </a:lnTo>
                <a:lnTo>
                  <a:pt x="322" y="9395"/>
                </a:lnTo>
                <a:lnTo>
                  <a:pt x="369" y="9249"/>
                </a:lnTo>
                <a:lnTo>
                  <a:pt x="369" y="9062"/>
                </a:lnTo>
                <a:lnTo>
                  <a:pt x="415" y="8916"/>
                </a:lnTo>
                <a:lnTo>
                  <a:pt x="484" y="8687"/>
                </a:lnTo>
                <a:lnTo>
                  <a:pt x="530" y="8541"/>
                </a:lnTo>
                <a:lnTo>
                  <a:pt x="530" y="8395"/>
                </a:lnTo>
                <a:lnTo>
                  <a:pt x="576" y="8249"/>
                </a:lnTo>
                <a:lnTo>
                  <a:pt x="576" y="8104"/>
                </a:lnTo>
                <a:lnTo>
                  <a:pt x="622" y="7874"/>
                </a:lnTo>
                <a:lnTo>
                  <a:pt x="692" y="7729"/>
                </a:lnTo>
                <a:lnTo>
                  <a:pt x="738" y="7583"/>
                </a:lnTo>
                <a:lnTo>
                  <a:pt x="738" y="7437"/>
                </a:lnTo>
                <a:lnTo>
                  <a:pt x="784" y="7291"/>
                </a:lnTo>
                <a:lnTo>
                  <a:pt x="784" y="7104"/>
                </a:lnTo>
                <a:lnTo>
                  <a:pt x="853" y="6958"/>
                </a:lnTo>
                <a:lnTo>
                  <a:pt x="899" y="6812"/>
                </a:lnTo>
                <a:lnTo>
                  <a:pt x="899" y="6624"/>
                </a:lnTo>
                <a:lnTo>
                  <a:pt x="945" y="6479"/>
                </a:lnTo>
                <a:lnTo>
                  <a:pt x="991" y="6291"/>
                </a:lnTo>
                <a:lnTo>
                  <a:pt x="991" y="6145"/>
                </a:lnTo>
                <a:lnTo>
                  <a:pt x="1061" y="5999"/>
                </a:lnTo>
                <a:lnTo>
                  <a:pt x="1107" y="5812"/>
                </a:lnTo>
                <a:lnTo>
                  <a:pt x="1107" y="5666"/>
                </a:lnTo>
                <a:lnTo>
                  <a:pt x="1153" y="5479"/>
                </a:lnTo>
                <a:lnTo>
                  <a:pt x="1222" y="5333"/>
                </a:lnTo>
                <a:lnTo>
                  <a:pt x="1222" y="5145"/>
                </a:lnTo>
                <a:lnTo>
                  <a:pt x="1268" y="4999"/>
                </a:lnTo>
                <a:lnTo>
                  <a:pt x="1314" y="4854"/>
                </a:lnTo>
                <a:lnTo>
                  <a:pt x="1314" y="4666"/>
                </a:lnTo>
                <a:lnTo>
                  <a:pt x="1361" y="4520"/>
                </a:lnTo>
                <a:lnTo>
                  <a:pt x="1430" y="4333"/>
                </a:lnTo>
                <a:lnTo>
                  <a:pt x="1430" y="4187"/>
                </a:lnTo>
                <a:lnTo>
                  <a:pt x="1476" y="3999"/>
                </a:lnTo>
                <a:lnTo>
                  <a:pt x="1522" y="3854"/>
                </a:lnTo>
                <a:lnTo>
                  <a:pt x="1522" y="3708"/>
                </a:lnTo>
                <a:lnTo>
                  <a:pt x="1568" y="3520"/>
                </a:lnTo>
                <a:lnTo>
                  <a:pt x="1637" y="3374"/>
                </a:lnTo>
                <a:lnTo>
                  <a:pt x="1637" y="3229"/>
                </a:lnTo>
                <a:lnTo>
                  <a:pt x="1684" y="3041"/>
                </a:lnTo>
                <a:lnTo>
                  <a:pt x="1730" y="2854"/>
                </a:lnTo>
                <a:lnTo>
                  <a:pt x="1730" y="2708"/>
                </a:lnTo>
                <a:lnTo>
                  <a:pt x="1799" y="2562"/>
                </a:lnTo>
                <a:lnTo>
                  <a:pt x="1799" y="2416"/>
                </a:lnTo>
                <a:lnTo>
                  <a:pt x="1845" y="2229"/>
                </a:lnTo>
                <a:lnTo>
                  <a:pt x="1891" y="2083"/>
                </a:lnTo>
                <a:lnTo>
                  <a:pt x="1891" y="1895"/>
                </a:lnTo>
                <a:lnTo>
                  <a:pt x="1937" y="1708"/>
                </a:lnTo>
                <a:lnTo>
                  <a:pt x="2007" y="1562"/>
                </a:lnTo>
                <a:lnTo>
                  <a:pt x="2007" y="1416"/>
                </a:lnTo>
                <a:lnTo>
                  <a:pt x="2053" y="1270"/>
                </a:lnTo>
                <a:lnTo>
                  <a:pt x="2099" y="1083"/>
                </a:lnTo>
                <a:lnTo>
                  <a:pt x="2099" y="937"/>
                </a:lnTo>
                <a:lnTo>
                  <a:pt x="2168" y="749"/>
                </a:lnTo>
                <a:lnTo>
                  <a:pt x="2214" y="562"/>
                </a:lnTo>
                <a:lnTo>
                  <a:pt x="2214" y="416"/>
                </a:lnTo>
                <a:lnTo>
                  <a:pt x="2260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1297969" y="3685598"/>
            <a:ext cx="2329" cy="10999"/>
          </a:xfrm>
          <a:custGeom>
            <a:avLst/>
            <a:gdLst/>
            <a:ahLst/>
            <a:cxnLst/>
            <a:rect l="l" t="t" r="r" b="b"/>
            <a:pathLst>
              <a:path w="2329" h="10999">
                <a:moveTo>
                  <a:pt x="0" y="10999"/>
                </a:moveTo>
                <a:lnTo>
                  <a:pt x="69" y="10853"/>
                </a:lnTo>
                <a:lnTo>
                  <a:pt x="69" y="10708"/>
                </a:lnTo>
                <a:lnTo>
                  <a:pt x="115" y="10562"/>
                </a:lnTo>
                <a:lnTo>
                  <a:pt x="115" y="10416"/>
                </a:lnTo>
                <a:lnTo>
                  <a:pt x="161" y="10270"/>
                </a:lnTo>
                <a:lnTo>
                  <a:pt x="207" y="10083"/>
                </a:lnTo>
                <a:lnTo>
                  <a:pt x="207" y="9937"/>
                </a:lnTo>
                <a:lnTo>
                  <a:pt x="276" y="9749"/>
                </a:lnTo>
                <a:lnTo>
                  <a:pt x="322" y="9604"/>
                </a:lnTo>
                <a:lnTo>
                  <a:pt x="322" y="9458"/>
                </a:lnTo>
                <a:lnTo>
                  <a:pt x="369" y="9312"/>
                </a:lnTo>
                <a:lnTo>
                  <a:pt x="369" y="9166"/>
                </a:lnTo>
                <a:lnTo>
                  <a:pt x="438" y="8979"/>
                </a:lnTo>
                <a:lnTo>
                  <a:pt x="484" y="8833"/>
                </a:lnTo>
                <a:lnTo>
                  <a:pt x="484" y="8645"/>
                </a:lnTo>
                <a:lnTo>
                  <a:pt x="530" y="8499"/>
                </a:lnTo>
                <a:lnTo>
                  <a:pt x="576" y="8354"/>
                </a:lnTo>
                <a:lnTo>
                  <a:pt x="576" y="8166"/>
                </a:lnTo>
                <a:lnTo>
                  <a:pt x="645" y="8020"/>
                </a:lnTo>
                <a:lnTo>
                  <a:pt x="645" y="7874"/>
                </a:lnTo>
                <a:lnTo>
                  <a:pt x="692" y="7687"/>
                </a:lnTo>
                <a:lnTo>
                  <a:pt x="738" y="7541"/>
                </a:lnTo>
                <a:lnTo>
                  <a:pt x="784" y="7354"/>
                </a:lnTo>
                <a:lnTo>
                  <a:pt x="784" y="7166"/>
                </a:lnTo>
                <a:lnTo>
                  <a:pt x="853" y="7020"/>
                </a:lnTo>
                <a:lnTo>
                  <a:pt x="899" y="6833"/>
                </a:lnTo>
                <a:lnTo>
                  <a:pt x="899" y="6687"/>
                </a:lnTo>
                <a:lnTo>
                  <a:pt x="945" y="6541"/>
                </a:lnTo>
                <a:lnTo>
                  <a:pt x="945" y="6395"/>
                </a:lnTo>
                <a:lnTo>
                  <a:pt x="1015" y="6249"/>
                </a:lnTo>
                <a:lnTo>
                  <a:pt x="1061" y="6062"/>
                </a:lnTo>
                <a:lnTo>
                  <a:pt x="1061" y="5916"/>
                </a:lnTo>
                <a:lnTo>
                  <a:pt x="1107" y="5729"/>
                </a:lnTo>
                <a:lnTo>
                  <a:pt x="1153" y="5583"/>
                </a:lnTo>
                <a:lnTo>
                  <a:pt x="1153" y="5395"/>
                </a:lnTo>
                <a:lnTo>
                  <a:pt x="1222" y="5249"/>
                </a:lnTo>
                <a:lnTo>
                  <a:pt x="1268" y="5062"/>
                </a:lnTo>
                <a:lnTo>
                  <a:pt x="1268" y="4916"/>
                </a:lnTo>
                <a:lnTo>
                  <a:pt x="1314" y="4770"/>
                </a:lnTo>
                <a:lnTo>
                  <a:pt x="1384" y="4583"/>
                </a:lnTo>
                <a:lnTo>
                  <a:pt x="1384" y="4437"/>
                </a:lnTo>
                <a:lnTo>
                  <a:pt x="1430" y="4291"/>
                </a:lnTo>
                <a:lnTo>
                  <a:pt x="1476" y="4104"/>
                </a:lnTo>
                <a:lnTo>
                  <a:pt x="1476" y="3958"/>
                </a:lnTo>
                <a:lnTo>
                  <a:pt x="1522" y="3770"/>
                </a:lnTo>
                <a:lnTo>
                  <a:pt x="1522" y="3624"/>
                </a:lnTo>
                <a:lnTo>
                  <a:pt x="1591" y="3479"/>
                </a:lnTo>
                <a:lnTo>
                  <a:pt x="1637" y="3291"/>
                </a:lnTo>
                <a:lnTo>
                  <a:pt x="1637" y="3145"/>
                </a:lnTo>
                <a:lnTo>
                  <a:pt x="1684" y="2916"/>
                </a:lnTo>
                <a:lnTo>
                  <a:pt x="1730" y="2770"/>
                </a:lnTo>
                <a:lnTo>
                  <a:pt x="1799" y="2583"/>
                </a:lnTo>
                <a:lnTo>
                  <a:pt x="1799" y="2437"/>
                </a:lnTo>
                <a:lnTo>
                  <a:pt x="1845" y="2249"/>
                </a:lnTo>
                <a:lnTo>
                  <a:pt x="1891" y="2104"/>
                </a:lnTo>
                <a:lnTo>
                  <a:pt x="1891" y="1916"/>
                </a:lnTo>
                <a:lnTo>
                  <a:pt x="1960" y="1770"/>
                </a:lnTo>
                <a:lnTo>
                  <a:pt x="2007" y="1624"/>
                </a:lnTo>
                <a:lnTo>
                  <a:pt x="2007" y="1479"/>
                </a:lnTo>
                <a:lnTo>
                  <a:pt x="2053" y="1333"/>
                </a:lnTo>
                <a:lnTo>
                  <a:pt x="2053" y="1187"/>
                </a:lnTo>
                <a:lnTo>
                  <a:pt x="2099" y="999"/>
                </a:lnTo>
                <a:lnTo>
                  <a:pt x="2099" y="854"/>
                </a:lnTo>
                <a:lnTo>
                  <a:pt x="2168" y="708"/>
                </a:lnTo>
                <a:lnTo>
                  <a:pt x="2214" y="520"/>
                </a:lnTo>
                <a:lnTo>
                  <a:pt x="2214" y="374"/>
                </a:lnTo>
                <a:lnTo>
                  <a:pt x="2260" y="187"/>
                </a:lnTo>
                <a:lnTo>
                  <a:pt x="2329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1300299" y="3674473"/>
            <a:ext cx="2306" cy="11124"/>
          </a:xfrm>
          <a:custGeom>
            <a:avLst/>
            <a:gdLst/>
            <a:ahLst/>
            <a:cxnLst/>
            <a:rect l="l" t="t" r="r" b="b"/>
            <a:pathLst>
              <a:path w="2306" h="11124">
                <a:moveTo>
                  <a:pt x="0" y="11124"/>
                </a:moveTo>
                <a:lnTo>
                  <a:pt x="46" y="10937"/>
                </a:lnTo>
                <a:lnTo>
                  <a:pt x="46" y="10791"/>
                </a:lnTo>
                <a:lnTo>
                  <a:pt x="92" y="10603"/>
                </a:lnTo>
                <a:lnTo>
                  <a:pt x="138" y="10458"/>
                </a:lnTo>
                <a:lnTo>
                  <a:pt x="138" y="10270"/>
                </a:lnTo>
                <a:lnTo>
                  <a:pt x="207" y="10124"/>
                </a:lnTo>
                <a:lnTo>
                  <a:pt x="253" y="9937"/>
                </a:lnTo>
                <a:lnTo>
                  <a:pt x="253" y="9791"/>
                </a:lnTo>
                <a:lnTo>
                  <a:pt x="299" y="9604"/>
                </a:lnTo>
                <a:lnTo>
                  <a:pt x="346" y="9458"/>
                </a:lnTo>
                <a:lnTo>
                  <a:pt x="346" y="9270"/>
                </a:lnTo>
                <a:lnTo>
                  <a:pt x="415" y="9124"/>
                </a:lnTo>
                <a:lnTo>
                  <a:pt x="461" y="8937"/>
                </a:lnTo>
                <a:lnTo>
                  <a:pt x="461" y="8791"/>
                </a:lnTo>
                <a:lnTo>
                  <a:pt x="507" y="8604"/>
                </a:lnTo>
                <a:lnTo>
                  <a:pt x="576" y="8458"/>
                </a:lnTo>
                <a:lnTo>
                  <a:pt x="576" y="8249"/>
                </a:lnTo>
                <a:lnTo>
                  <a:pt x="622" y="8062"/>
                </a:lnTo>
                <a:lnTo>
                  <a:pt x="622" y="7916"/>
                </a:lnTo>
                <a:lnTo>
                  <a:pt x="669" y="7729"/>
                </a:lnTo>
                <a:lnTo>
                  <a:pt x="715" y="7583"/>
                </a:lnTo>
                <a:lnTo>
                  <a:pt x="715" y="7437"/>
                </a:lnTo>
                <a:lnTo>
                  <a:pt x="784" y="7249"/>
                </a:lnTo>
                <a:lnTo>
                  <a:pt x="830" y="7104"/>
                </a:lnTo>
                <a:lnTo>
                  <a:pt x="830" y="6916"/>
                </a:lnTo>
                <a:lnTo>
                  <a:pt x="876" y="6770"/>
                </a:lnTo>
                <a:lnTo>
                  <a:pt x="922" y="6583"/>
                </a:lnTo>
                <a:lnTo>
                  <a:pt x="922" y="6437"/>
                </a:lnTo>
                <a:lnTo>
                  <a:pt x="991" y="6249"/>
                </a:lnTo>
                <a:lnTo>
                  <a:pt x="1038" y="6104"/>
                </a:lnTo>
                <a:lnTo>
                  <a:pt x="1038" y="5916"/>
                </a:lnTo>
                <a:lnTo>
                  <a:pt x="1084" y="5770"/>
                </a:lnTo>
                <a:lnTo>
                  <a:pt x="1153" y="5583"/>
                </a:lnTo>
                <a:lnTo>
                  <a:pt x="1153" y="5437"/>
                </a:lnTo>
                <a:lnTo>
                  <a:pt x="1199" y="5249"/>
                </a:lnTo>
                <a:lnTo>
                  <a:pt x="1245" y="5104"/>
                </a:lnTo>
                <a:lnTo>
                  <a:pt x="1245" y="4916"/>
                </a:lnTo>
                <a:lnTo>
                  <a:pt x="1291" y="4770"/>
                </a:lnTo>
                <a:lnTo>
                  <a:pt x="1361" y="4583"/>
                </a:lnTo>
                <a:lnTo>
                  <a:pt x="1361" y="4437"/>
                </a:lnTo>
                <a:lnTo>
                  <a:pt x="1407" y="4291"/>
                </a:lnTo>
                <a:lnTo>
                  <a:pt x="1407" y="4145"/>
                </a:lnTo>
                <a:lnTo>
                  <a:pt x="1453" y="3958"/>
                </a:lnTo>
                <a:lnTo>
                  <a:pt x="1522" y="3812"/>
                </a:lnTo>
                <a:lnTo>
                  <a:pt x="1522" y="3624"/>
                </a:lnTo>
                <a:lnTo>
                  <a:pt x="1568" y="3479"/>
                </a:lnTo>
                <a:lnTo>
                  <a:pt x="1614" y="3291"/>
                </a:lnTo>
                <a:lnTo>
                  <a:pt x="1614" y="3145"/>
                </a:lnTo>
                <a:lnTo>
                  <a:pt x="1660" y="2958"/>
                </a:lnTo>
                <a:lnTo>
                  <a:pt x="1730" y="2812"/>
                </a:lnTo>
                <a:lnTo>
                  <a:pt x="1730" y="2666"/>
                </a:lnTo>
                <a:lnTo>
                  <a:pt x="1776" y="2520"/>
                </a:lnTo>
                <a:lnTo>
                  <a:pt x="1776" y="2333"/>
                </a:lnTo>
                <a:lnTo>
                  <a:pt x="1822" y="2187"/>
                </a:lnTo>
                <a:lnTo>
                  <a:pt x="1868" y="1999"/>
                </a:lnTo>
                <a:lnTo>
                  <a:pt x="1868" y="1854"/>
                </a:lnTo>
                <a:lnTo>
                  <a:pt x="1937" y="1666"/>
                </a:lnTo>
                <a:lnTo>
                  <a:pt x="1983" y="1520"/>
                </a:lnTo>
                <a:lnTo>
                  <a:pt x="1983" y="1374"/>
                </a:lnTo>
                <a:lnTo>
                  <a:pt x="2030" y="1229"/>
                </a:lnTo>
                <a:lnTo>
                  <a:pt x="2099" y="1041"/>
                </a:lnTo>
                <a:lnTo>
                  <a:pt x="2099" y="895"/>
                </a:lnTo>
                <a:lnTo>
                  <a:pt x="2145" y="708"/>
                </a:lnTo>
                <a:lnTo>
                  <a:pt x="2191" y="562"/>
                </a:lnTo>
                <a:lnTo>
                  <a:pt x="2191" y="374"/>
                </a:lnTo>
                <a:lnTo>
                  <a:pt x="2237" y="229"/>
                </a:lnTo>
                <a:lnTo>
                  <a:pt x="2237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1302606" y="3663244"/>
            <a:ext cx="2306" cy="11228"/>
          </a:xfrm>
          <a:custGeom>
            <a:avLst/>
            <a:gdLst/>
            <a:ahLst/>
            <a:cxnLst/>
            <a:rect l="l" t="t" r="r" b="b"/>
            <a:pathLst>
              <a:path w="2306" h="11228">
                <a:moveTo>
                  <a:pt x="0" y="11228"/>
                </a:moveTo>
                <a:lnTo>
                  <a:pt x="0" y="11083"/>
                </a:lnTo>
                <a:lnTo>
                  <a:pt x="46" y="10937"/>
                </a:lnTo>
                <a:lnTo>
                  <a:pt x="46" y="10791"/>
                </a:lnTo>
                <a:lnTo>
                  <a:pt x="92" y="10645"/>
                </a:lnTo>
                <a:lnTo>
                  <a:pt x="161" y="10499"/>
                </a:lnTo>
                <a:lnTo>
                  <a:pt x="161" y="10354"/>
                </a:lnTo>
                <a:lnTo>
                  <a:pt x="207" y="10166"/>
                </a:lnTo>
                <a:lnTo>
                  <a:pt x="207" y="10020"/>
                </a:lnTo>
                <a:lnTo>
                  <a:pt x="253" y="9833"/>
                </a:lnTo>
                <a:lnTo>
                  <a:pt x="299" y="9687"/>
                </a:lnTo>
                <a:lnTo>
                  <a:pt x="299" y="9541"/>
                </a:lnTo>
                <a:lnTo>
                  <a:pt x="369" y="9354"/>
                </a:lnTo>
                <a:lnTo>
                  <a:pt x="415" y="9208"/>
                </a:lnTo>
                <a:lnTo>
                  <a:pt x="415" y="9020"/>
                </a:lnTo>
                <a:lnTo>
                  <a:pt x="461" y="8874"/>
                </a:lnTo>
                <a:lnTo>
                  <a:pt x="461" y="8729"/>
                </a:lnTo>
                <a:lnTo>
                  <a:pt x="507" y="8541"/>
                </a:lnTo>
                <a:lnTo>
                  <a:pt x="576" y="8395"/>
                </a:lnTo>
                <a:lnTo>
                  <a:pt x="622" y="8208"/>
                </a:lnTo>
                <a:lnTo>
                  <a:pt x="622" y="8062"/>
                </a:lnTo>
                <a:lnTo>
                  <a:pt x="669" y="7916"/>
                </a:lnTo>
                <a:lnTo>
                  <a:pt x="669" y="7729"/>
                </a:lnTo>
                <a:lnTo>
                  <a:pt x="738" y="7583"/>
                </a:lnTo>
                <a:lnTo>
                  <a:pt x="784" y="7395"/>
                </a:lnTo>
                <a:lnTo>
                  <a:pt x="784" y="7208"/>
                </a:lnTo>
                <a:lnTo>
                  <a:pt x="830" y="7062"/>
                </a:lnTo>
                <a:lnTo>
                  <a:pt x="876" y="6874"/>
                </a:lnTo>
                <a:lnTo>
                  <a:pt x="876" y="6729"/>
                </a:lnTo>
                <a:lnTo>
                  <a:pt x="945" y="6583"/>
                </a:lnTo>
                <a:lnTo>
                  <a:pt x="945" y="6437"/>
                </a:lnTo>
                <a:lnTo>
                  <a:pt x="991" y="6249"/>
                </a:lnTo>
                <a:lnTo>
                  <a:pt x="1038" y="6104"/>
                </a:lnTo>
                <a:lnTo>
                  <a:pt x="1038" y="5958"/>
                </a:lnTo>
                <a:lnTo>
                  <a:pt x="1084" y="5770"/>
                </a:lnTo>
                <a:lnTo>
                  <a:pt x="1153" y="5624"/>
                </a:lnTo>
                <a:lnTo>
                  <a:pt x="1153" y="5437"/>
                </a:lnTo>
                <a:lnTo>
                  <a:pt x="1199" y="5291"/>
                </a:lnTo>
                <a:lnTo>
                  <a:pt x="1199" y="5145"/>
                </a:lnTo>
                <a:lnTo>
                  <a:pt x="1245" y="4958"/>
                </a:lnTo>
                <a:lnTo>
                  <a:pt x="1314" y="4812"/>
                </a:lnTo>
                <a:lnTo>
                  <a:pt x="1314" y="4624"/>
                </a:lnTo>
                <a:lnTo>
                  <a:pt x="1361" y="4479"/>
                </a:lnTo>
                <a:lnTo>
                  <a:pt x="1407" y="4333"/>
                </a:lnTo>
                <a:lnTo>
                  <a:pt x="1407" y="4104"/>
                </a:lnTo>
                <a:lnTo>
                  <a:pt x="1453" y="3958"/>
                </a:lnTo>
                <a:lnTo>
                  <a:pt x="1522" y="3812"/>
                </a:lnTo>
                <a:lnTo>
                  <a:pt x="1522" y="3666"/>
                </a:lnTo>
                <a:lnTo>
                  <a:pt x="1568" y="3479"/>
                </a:lnTo>
                <a:lnTo>
                  <a:pt x="1614" y="3333"/>
                </a:lnTo>
                <a:lnTo>
                  <a:pt x="1614" y="3187"/>
                </a:lnTo>
                <a:lnTo>
                  <a:pt x="1684" y="2999"/>
                </a:lnTo>
                <a:lnTo>
                  <a:pt x="1684" y="2854"/>
                </a:lnTo>
                <a:lnTo>
                  <a:pt x="1730" y="2666"/>
                </a:lnTo>
                <a:lnTo>
                  <a:pt x="1776" y="2520"/>
                </a:lnTo>
                <a:lnTo>
                  <a:pt x="1776" y="2374"/>
                </a:lnTo>
                <a:lnTo>
                  <a:pt x="1822" y="2187"/>
                </a:lnTo>
                <a:lnTo>
                  <a:pt x="1891" y="2041"/>
                </a:lnTo>
                <a:lnTo>
                  <a:pt x="1891" y="1854"/>
                </a:lnTo>
                <a:lnTo>
                  <a:pt x="1937" y="1666"/>
                </a:lnTo>
                <a:lnTo>
                  <a:pt x="1983" y="1520"/>
                </a:lnTo>
                <a:lnTo>
                  <a:pt x="1983" y="1333"/>
                </a:lnTo>
                <a:lnTo>
                  <a:pt x="2030" y="1187"/>
                </a:lnTo>
                <a:lnTo>
                  <a:pt x="2030" y="1041"/>
                </a:lnTo>
                <a:lnTo>
                  <a:pt x="2099" y="895"/>
                </a:lnTo>
                <a:lnTo>
                  <a:pt x="2099" y="749"/>
                </a:lnTo>
                <a:lnTo>
                  <a:pt x="2145" y="562"/>
                </a:lnTo>
                <a:lnTo>
                  <a:pt x="2191" y="416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1304913" y="3651869"/>
            <a:ext cx="2260" cy="11374"/>
          </a:xfrm>
          <a:custGeom>
            <a:avLst/>
            <a:gdLst/>
            <a:ahLst/>
            <a:cxnLst/>
            <a:rect l="l" t="t" r="r" b="b"/>
            <a:pathLst>
              <a:path w="2260" h="11374">
                <a:moveTo>
                  <a:pt x="0" y="11374"/>
                </a:moveTo>
                <a:lnTo>
                  <a:pt x="0" y="11228"/>
                </a:lnTo>
                <a:lnTo>
                  <a:pt x="46" y="11083"/>
                </a:lnTo>
                <a:lnTo>
                  <a:pt x="46" y="10937"/>
                </a:lnTo>
                <a:lnTo>
                  <a:pt x="92" y="10791"/>
                </a:lnTo>
                <a:lnTo>
                  <a:pt x="92" y="10603"/>
                </a:lnTo>
                <a:lnTo>
                  <a:pt x="161" y="10458"/>
                </a:lnTo>
                <a:lnTo>
                  <a:pt x="161" y="10312"/>
                </a:lnTo>
                <a:lnTo>
                  <a:pt x="207" y="10166"/>
                </a:lnTo>
                <a:lnTo>
                  <a:pt x="253" y="9979"/>
                </a:lnTo>
                <a:lnTo>
                  <a:pt x="253" y="9833"/>
                </a:lnTo>
                <a:lnTo>
                  <a:pt x="299" y="9645"/>
                </a:lnTo>
                <a:lnTo>
                  <a:pt x="369" y="9499"/>
                </a:lnTo>
                <a:lnTo>
                  <a:pt x="369" y="9354"/>
                </a:lnTo>
                <a:lnTo>
                  <a:pt x="415" y="9124"/>
                </a:lnTo>
                <a:lnTo>
                  <a:pt x="461" y="8979"/>
                </a:lnTo>
                <a:lnTo>
                  <a:pt x="461" y="8833"/>
                </a:lnTo>
                <a:lnTo>
                  <a:pt x="530" y="8687"/>
                </a:lnTo>
                <a:lnTo>
                  <a:pt x="576" y="8499"/>
                </a:lnTo>
                <a:lnTo>
                  <a:pt x="576" y="8354"/>
                </a:lnTo>
                <a:lnTo>
                  <a:pt x="622" y="8208"/>
                </a:lnTo>
                <a:lnTo>
                  <a:pt x="622" y="8020"/>
                </a:lnTo>
                <a:lnTo>
                  <a:pt x="669" y="7874"/>
                </a:lnTo>
                <a:lnTo>
                  <a:pt x="738" y="7729"/>
                </a:lnTo>
                <a:lnTo>
                  <a:pt x="738" y="7541"/>
                </a:lnTo>
                <a:lnTo>
                  <a:pt x="784" y="7354"/>
                </a:lnTo>
                <a:lnTo>
                  <a:pt x="830" y="7208"/>
                </a:lnTo>
                <a:lnTo>
                  <a:pt x="830" y="7020"/>
                </a:lnTo>
                <a:lnTo>
                  <a:pt x="899" y="6874"/>
                </a:lnTo>
                <a:lnTo>
                  <a:pt x="899" y="6729"/>
                </a:lnTo>
                <a:lnTo>
                  <a:pt x="945" y="6583"/>
                </a:lnTo>
                <a:lnTo>
                  <a:pt x="991" y="6395"/>
                </a:lnTo>
                <a:lnTo>
                  <a:pt x="991" y="6249"/>
                </a:lnTo>
                <a:lnTo>
                  <a:pt x="1038" y="6062"/>
                </a:lnTo>
                <a:lnTo>
                  <a:pt x="1107" y="5874"/>
                </a:lnTo>
                <a:lnTo>
                  <a:pt x="1107" y="5729"/>
                </a:lnTo>
                <a:lnTo>
                  <a:pt x="1153" y="5583"/>
                </a:lnTo>
                <a:lnTo>
                  <a:pt x="1153" y="5437"/>
                </a:lnTo>
                <a:lnTo>
                  <a:pt x="1199" y="5249"/>
                </a:lnTo>
                <a:lnTo>
                  <a:pt x="1245" y="5104"/>
                </a:lnTo>
                <a:lnTo>
                  <a:pt x="1245" y="4958"/>
                </a:lnTo>
                <a:lnTo>
                  <a:pt x="1314" y="4770"/>
                </a:lnTo>
                <a:lnTo>
                  <a:pt x="1314" y="4624"/>
                </a:lnTo>
                <a:lnTo>
                  <a:pt x="1361" y="4395"/>
                </a:lnTo>
                <a:lnTo>
                  <a:pt x="1407" y="4249"/>
                </a:lnTo>
                <a:lnTo>
                  <a:pt x="1407" y="4104"/>
                </a:lnTo>
                <a:lnTo>
                  <a:pt x="1476" y="3958"/>
                </a:lnTo>
                <a:lnTo>
                  <a:pt x="1522" y="3812"/>
                </a:lnTo>
                <a:lnTo>
                  <a:pt x="1522" y="3624"/>
                </a:lnTo>
                <a:lnTo>
                  <a:pt x="1568" y="3479"/>
                </a:lnTo>
                <a:lnTo>
                  <a:pt x="1614" y="3249"/>
                </a:lnTo>
                <a:lnTo>
                  <a:pt x="1614" y="3104"/>
                </a:lnTo>
                <a:lnTo>
                  <a:pt x="1684" y="2958"/>
                </a:lnTo>
                <a:lnTo>
                  <a:pt x="1730" y="2812"/>
                </a:lnTo>
                <a:lnTo>
                  <a:pt x="1730" y="2666"/>
                </a:lnTo>
                <a:lnTo>
                  <a:pt x="1776" y="2479"/>
                </a:lnTo>
                <a:lnTo>
                  <a:pt x="1776" y="2333"/>
                </a:lnTo>
                <a:lnTo>
                  <a:pt x="1845" y="2187"/>
                </a:lnTo>
                <a:lnTo>
                  <a:pt x="1891" y="1999"/>
                </a:lnTo>
                <a:lnTo>
                  <a:pt x="1891" y="1854"/>
                </a:lnTo>
                <a:lnTo>
                  <a:pt x="1937" y="1666"/>
                </a:lnTo>
                <a:lnTo>
                  <a:pt x="1983" y="1479"/>
                </a:lnTo>
                <a:lnTo>
                  <a:pt x="1983" y="1333"/>
                </a:lnTo>
                <a:lnTo>
                  <a:pt x="2053" y="1187"/>
                </a:lnTo>
                <a:lnTo>
                  <a:pt x="2053" y="1041"/>
                </a:lnTo>
                <a:lnTo>
                  <a:pt x="2099" y="854"/>
                </a:lnTo>
                <a:lnTo>
                  <a:pt x="2145" y="708"/>
                </a:lnTo>
                <a:lnTo>
                  <a:pt x="2145" y="562"/>
                </a:lnTo>
                <a:lnTo>
                  <a:pt x="2191" y="333"/>
                </a:lnTo>
                <a:lnTo>
                  <a:pt x="2260" y="187"/>
                </a:lnTo>
                <a:lnTo>
                  <a:pt x="2260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1307173" y="3640411"/>
            <a:ext cx="2306" cy="11458"/>
          </a:xfrm>
          <a:custGeom>
            <a:avLst/>
            <a:gdLst/>
            <a:ahLst/>
            <a:cxnLst/>
            <a:rect l="l" t="t" r="r" b="b"/>
            <a:pathLst>
              <a:path w="2306" h="11458">
                <a:moveTo>
                  <a:pt x="0" y="11458"/>
                </a:moveTo>
                <a:lnTo>
                  <a:pt x="46" y="11312"/>
                </a:lnTo>
                <a:lnTo>
                  <a:pt x="46" y="11166"/>
                </a:lnTo>
                <a:lnTo>
                  <a:pt x="92" y="11020"/>
                </a:lnTo>
                <a:lnTo>
                  <a:pt x="92" y="10874"/>
                </a:lnTo>
                <a:lnTo>
                  <a:pt x="161" y="10645"/>
                </a:lnTo>
                <a:lnTo>
                  <a:pt x="207" y="10499"/>
                </a:lnTo>
                <a:lnTo>
                  <a:pt x="207" y="10354"/>
                </a:lnTo>
                <a:lnTo>
                  <a:pt x="253" y="10208"/>
                </a:lnTo>
                <a:lnTo>
                  <a:pt x="299" y="10062"/>
                </a:lnTo>
                <a:lnTo>
                  <a:pt x="299" y="9874"/>
                </a:lnTo>
                <a:lnTo>
                  <a:pt x="369" y="9729"/>
                </a:lnTo>
                <a:lnTo>
                  <a:pt x="415" y="9499"/>
                </a:lnTo>
                <a:lnTo>
                  <a:pt x="415" y="9354"/>
                </a:lnTo>
                <a:lnTo>
                  <a:pt x="461" y="9208"/>
                </a:lnTo>
                <a:lnTo>
                  <a:pt x="507" y="9062"/>
                </a:lnTo>
                <a:lnTo>
                  <a:pt x="507" y="8916"/>
                </a:lnTo>
                <a:lnTo>
                  <a:pt x="576" y="8687"/>
                </a:lnTo>
                <a:lnTo>
                  <a:pt x="622" y="8541"/>
                </a:lnTo>
                <a:lnTo>
                  <a:pt x="622" y="8395"/>
                </a:lnTo>
                <a:lnTo>
                  <a:pt x="669" y="8249"/>
                </a:lnTo>
                <a:lnTo>
                  <a:pt x="669" y="8104"/>
                </a:lnTo>
                <a:lnTo>
                  <a:pt x="738" y="7916"/>
                </a:lnTo>
                <a:lnTo>
                  <a:pt x="738" y="7770"/>
                </a:lnTo>
                <a:lnTo>
                  <a:pt x="784" y="7541"/>
                </a:lnTo>
                <a:lnTo>
                  <a:pt x="830" y="7395"/>
                </a:lnTo>
                <a:lnTo>
                  <a:pt x="830" y="7249"/>
                </a:lnTo>
                <a:lnTo>
                  <a:pt x="876" y="7104"/>
                </a:lnTo>
                <a:lnTo>
                  <a:pt x="876" y="6958"/>
                </a:lnTo>
                <a:lnTo>
                  <a:pt x="945" y="6770"/>
                </a:lnTo>
                <a:lnTo>
                  <a:pt x="991" y="6624"/>
                </a:lnTo>
                <a:lnTo>
                  <a:pt x="991" y="6479"/>
                </a:lnTo>
                <a:lnTo>
                  <a:pt x="1038" y="6291"/>
                </a:lnTo>
                <a:lnTo>
                  <a:pt x="1107" y="6104"/>
                </a:lnTo>
                <a:lnTo>
                  <a:pt x="1107" y="5958"/>
                </a:lnTo>
                <a:lnTo>
                  <a:pt x="1153" y="5812"/>
                </a:lnTo>
                <a:lnTo>
                  <a:pt x="1199" y="5666"/>
                </a:lnTo>
                <a:lnTo>
                  <a:pt x="1199" y="5479"/>
                </a:lnTo>
                <a:lnTo>
                  <a:pt x="1245" y="5291"/>
                </a:lnTo>
                <a:lnTo>
                  <a:pt x="1245" y="5145"/>
                </a:lnTo>
                <a:lnTo>
                  <a:pt x="1314" y="4999"/>
                </a:lnTo>
                <a:lnTo>
                  <a:pt x="1361" y="4854"/>
                </a:lnTo>
                <a:lnTo>
                  <a:pt x="1361" y="4666"/>
                </a:lnTo>
                <a:lnTo>
                  <a:pt x="1407" y="4520"/>
                </a:lnTo>
                <a:lnTo>
                  <a:pt x="1453" y="4333"/>
                </a:lnTo>
                <a:lnTo>
                  <a:pt x="1453" y="4145"/>
                </a:lnTo>
                <a:lnTo>
                  <a:pt x="1522" y="3999"/>
                </a:lnTo>
                <a:lnTo>
                  <a:pt x="1522" y="3854"/>
                </a:lnTo>
                <a:lnTo>
                  <a:pt x="1568" y="3708"/>
                </a:lnTo>
                <a:lnTo>
                  <a:pt x="1614" y="3520"/>
                </a:lnTo>
                <a:lnTo>
                  <a:pt x="1614" y="3333"/>
                </a:lnTo>
                <a:lnTo>
                  <a:pt x="1684" y="3187"/>
                </a:lnTo>
                <a:lnTo>
                  <a:pt x="1684" y="3041"/>
                </a:lnTo>
                <a:lnTo>
                  <a:pt x="1730" y="2895"/>
                </a:lnTo>
                <a:lnTo>
                  <a:pt x="1776" y="2708"/>
                </a:lnTo>
                <a:lnTo>
                  <a:pt x="1776" y="2562"/>
                </a:lnTo>
                <a:lnTo>
                  <a:pt x="1822" y="2374"/>
                </a:lnTo>
                <a:lnTo>
                  <a:pt x="1822" y="2229"/>
                </a:lnTo>
                <a:lnTo>
                  <a:pt x="1891" y="2083"/>
                </a:lnTo>
                <a:lnTo>
                  <a:pt x="1937" y="1895"/>
                </a:lnTo>
                <a:lnTo>
                  <a:pt x="1937" y="1749"/>
                </a:lnTo>
                <a:lnTo>
                  <a:pt x="1983" y="1562"/>
                </a:lnTo>
                <a:lnTo>
                  <a:pt x="2053" y="1374"/>
                </a:lnTo>
                <a:lnTo>
                  <a:pt x="2053" y="1229"/>
                </a:lnTo>
                <a:lnTo>
                  <a:pt x="2099" y="1083"/>
                </a:lnTo>
                <a:lnTo>
                  <a:pt x="2145" y="937"/>
                </a:lnTo>
                <a:lnTo>
                  <a:pt x="2145" y="749"/>
                </a:lnTo>
                <a:lnTo>
                  <a:pt x="2191" y="562"/>
                </a:lnTo>
                <a:lnTo>
                  <a:pt x="2260" y="416"/>
                </a:lnTo>
                <a:lnTo>
                  <a:pt x="2260" y="270"/>
                </a:lnTo>
                <a:lnTo>
                  <a:pt x="2306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1309480" y="3628890"/>
            <a:ext cx="2306" cy="11520"/>
          </a:xfrm>
          <a:custGeom>
            <a:avLst/>
            <a:gdLst/>
            <a:ahLst/>
            <a:cxnLst/>
            <a:rect l="l" t="t" r="r" b="b"/>
            <a:pathLst>
              <a:path w="2306" h="11520">
                <a:moveTo>
                  <a:pt x="0" y="11520"/>
                </a:moveTo>
                <a:lnTo>
                  <a:pt x="46" y="11374"/>
                </a:lnTo>
                <a:lnTo>
                  <a:pt x="46" y="11228"/>
                </a:lnTo>
                <a:lnTo>
                  <a:pt x="92" y="11083"/>
                </a:lnTo>
                <a:lnTo>
                  <a:pt x="92" y="10937"/>
                </a:lnTo>
                <a:lnTo>
                  <a:pt x="161" y="10791"/>
                </a:lnTo>
                <a:lnTo>
                  <a:pt x="161" y="10645"/>
                </a:lnTo>
                <a:lnTo>
                  <a:pt x="207" y="10499"/>
                </a:lnTo>
                <a:lnTo>
                  <a:pt x="253" y="10312"/>
                </a:lnTo>
                <a:lnTo>
                  <a:pt x="253" y="10166"/>
                </a:lnTo>
                <a:lnTo>
                  <a:pt x="322" y="10020"/>
                </a:lnTo>
                <a:lnTo>
                  <a:pt x="322" y="9833"/>
                </a:lnTo>
                <a:lnTo>
                  <a:pt x="369" y="9687"/>
                </a:lnTo>
                <a:lnTo>
                  <a:pt x="415" y="9499"/>
                </a:lnTo>
                <a:lnTo>
                  <a:pt x="415" y="9354"/>
                </a:lnTo>
                <a:lnTo>
                  <a:pt x="461" y="9208"/>
                </a:lnTo>
                <a:lnTo>
                  <a:pt x="530" y="9020"/>
                </a:lnTo>
                <a:lnTo>
                  <a:pt x="530" y="8874"/>
                </a:lnTo>
                <a:lnTo>
                  <a:pt x="576" y="8687"/>
                </a:lnTo>
                <a:lnTo>
                  <a:pt x="622" y="8499"/>
                </a:lnTo>
                <a:lnTo>
                  <a:pt x="622" y="8354"/>
                </a:lnTo>
                <a:lnTo>
                  <a:pt x="669" y="8208"/>
                </a:lnTo>
                <a:lnTo>
                  <a:pt x="669" y="8062"/>
                </a:lnTo>
                <a:lnTo>
                  <a:pt x="738" y="7874"/>
                </a:lnTo>
                <a:lnTo>
                  <a:pt x="784" y="7687"/>
                </a:lnTo>
                <a:lnTo>
                  <a:pt x="784" y="7541"/>
                </a:lnTo>
                <a:lnTo>
                  <a:pt x="830" y="7395"/>
                </a:lnTo>
                <a:lnTo>
                  <a:pt x="830" y="7249"/>
                </a:lnTo>
                <a:lnTo>
                  <a:pt x="899" y="7062"/>
                </a:lnTo>
                <a:lnTo>
                  <a:pt x="945" y="6874"/>
                </a:lnTo>
                <a:lnTo>
                  <a:pt x="945" y="6729"/>
                </a:lnTo>
                <a:lnTo>
                  <a:pt x="991" y="6583"/>
                </a:lnTo>
                <a:lnTo>
                  <a:pt x="991" y="6437"/>
                </a:lnTo>
                <a:lnTo>
                  <a:pt x="1038" y="6249"/>
                </a:lnTo>
                <a:lnTo>
                  <a:pt x="1107" y="6062"/>
                </a:lnTo>
                <a:lnTo>
                  <a:pt x="1107" y="5916"/>
                </a:lnTo>
                <a:lnTo>
                  <a:pt x="1153" y="5770"/>
                </a:lnTo>
                <a:lnTo>
                  <a:pt x="1199" y="5624"/>
                </a:lnTo>
                <a:lnTo>
                  <a:pt x="1199" y="5437"/>
                </a:lnTo>
                <a:lnTo>
                  <a:pt x="1268" y="5249"/>
                </a:lnTo>
                <a:lnTo>
                  <a:pt x="1268" y="5104"/>
                </a:lnTo>
                <a:lnTo>
                  <a:pt x="1314" y="4958"/>
                </a:lnTo>
                <a:lnTo>
                  <a:pt x="1361" y="4729"/>
                </a:lnTo>
                <a:lnTo>
                  <a:pt x="1361" y="4583"/>
                </a:lnTo>
                <a:lnTo>
                  <a:pt x="1407" y="4437"/>
                </a:lnTo>
                <a:lnTo>
                  <a:pt x="1476" y="4291"/>
                </a:lnTo>
                <a:lnTo>
                  <a:pt x="1476" y="4145"/>
                </a:lnTo>
                <a:lnTo>
                  <a:pt x="1522" y="3916"/>
                </a:lnTo>
                <a:lnTo>
                  <a:pt x="1568" y="3770"/>
                </a:lnTo>
                <a:lnTo>
                  <a:pt x="1568" y="3624"/>
                </a:lnTo>
                <a:lnTo>
                  <a:pt x="1614" y="3479"/>
                </a:lnTo>
                <a:lnTo>
                  <a:pt x="1614" y="3333"/>
                </a:lnTo>
                <a:lnTo>
                  <a:pt x="1684" y="3104"/>
                </a:lnTo>
                <a:lnTo>
                  <a:pt x="1730" y="2958"/>
                </a:lnTo>
                <a:lnTo>
                  <a:pt x="1730" y="2812"/>
                </a:lnTo>
                <a:lnTo>
                  <a:pt x="1776" y="2666"/>
                </a:lnTo>
                <a:lnTo>
                  <a:pt x="1776" y="2520"/>
                </a:lnTo>
                <a:lnTo>
                  <a:pt x="1845" y="2333"/>
                </a:lnTo>
                <a:lnTo>
                  <a:pt x="1845" y="2187"/>
                </a:lnTo>
                <a:lnTo>
                  <a:pt x="1891" y="2041"/>
                </a:lnTo>
                <a:lnTo>
                  <a:pt x="1937" y="1854"/>
                </a:lnTo>
                <a:lnTo>
                  <a:pt x="1937" y="1708"/>
                </a:lnTo>
                <a:lnTo>
                  <a:pt x="1983" y="1520"/>
                </a:lnTo>
                <a:lnTo>
                  <a:pt x="2053" y="1374"/>
                </a:lnTo>
                <a:lnTo>
                  <a:pt x="2053" y="1187"/>
                </a:lnTo>
                <a:lnTo>
                  <a:pt x="2099" y="999"/>
                </a:lnTo>
                <a:lnTo>
                  <a:pt x="2145" y="854"/>
                </a:lnTo>
                <a:lnTo>
                  <a:pt x="2145" y="708"/>
                </a:lnTo>
                <a:lnTo>
                  <a:pt x="2214" y="562"/>
                </a:lnTo>
                <a:lnTo>
                  <a:pt x="2214" y="374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1311787" y="3617224"/>
            <a:ext cx="2306" cy="11666"/>
          </a:xfrm>
          <a:custGeom>
            <a:avLst/>
            <a:gdLst/>
            <a:ahLst/>
            <a:cxnLst/>
            <a:rect l="l" t="t" r="r" b="b"/>
            <a:pathLst>
              <a:path w="2306" h="11666">
                <a:moveTo>
                  <a:pt x="0" y="11666"/>
                </a:moveTo>
                <a:lnTo>
                  <a:pt x="0" y="11520"/>
                </a:lnTo>
                <a:lnTo>
                  <a:pt x="46" y="11333"/>
                </a:lnTo>
                <a:lnTo>
                  <a:pt x="115" y="11187"/>
                </a:lnTo>
                <a:lnTo>
                  <a:pt x="115" y="11041"/>
                </a:lnTo>
                <a:lnTo>
                  <a:pt x="161" y="10895"/>
                </a:lnTo>
                <a:lnTo>
                  <a:pt x="161" y="10749"/>
                </a:lnTo>
                <a:lnTo>
                  <a:pt x="207" y="10603"/>
                </a:lnTo>
                <a:lnTo>
                  <a:pt x="207" y="10416"/>
                </a:lnTo>
                <a:lnTo>
                  <a:pt x="253" y="10270"/>
                </a:lnTo>
                <a:lnTo>
                  <a:pt x="322" y="10124"/>
                </a:lnTo>
                <a:lnTo>
                  <a:pt x="322" y="9937"/>
                </a:lnTo>
                <a:lnTo>
                  <a:pt x="369" y="9749"/>
                </a:lnTo>
                <a:lnTo>
                  <a:pt x="415" y="9604"/>
                </a:lnTo>
                <a:lnTo>
                  <a:pt x="415" y="9458"/>
                </a:lnTo>
                <a:lnTo>
                  <a:pt x="484" y="9229"/>
                </a:lnTo>
                <a:lnTo>
                  <a:pt x="530" y="9083"/>
                </a:lnTo>
                <a:lnTo>
                  <a:pt x="530" y="8937"/>
                </a:lnTo>
                <a:lnTo>
                  <a:pt x="576" y="8791"/>
                </a:lnTo>
                <a:lnTo>
                  <a:pt x="576" y="8645"/>
                </a:lnTo>
                <a:lnTo>
                  <a:pt x="622" y="8416"/>
                </a:lnTo>
                <a:lnTo>
                  <a:pt x="692" y="8270"/>
                </a:lnTo>
                <a:lnTo>
                  <a:pt x="692" y="8124"/>
                </a:lnTo>
                <a:lnTo>
                  <a:pt x="738" y="7979"/>
                </a:lnTo>
                <a:lnTo>
                  <a:pt x="738" y="7833"/>
                </a:lnTo>
                <a:lnTo>
                  <a:pt x="784" y="7645"/>
                </a:lnTo>
                <a:lnTo>
                  <a:pt x="784" y="7499"/>
                </a:lnTo>
                <a:lnTo>
                  <a:pt x="830" y="7354"/>
                </a:lnTo>
                <a:lnTo>
                  <a:pt x="899" y="7124"/>
                </a:lnTo>
                <a:lnTo>
                  <a:pt x="899" y="6979"/>
                </a:lnTo>
                <a:lnTo>
                  <a:pt x="945" y="6833"/>
                </a:lnTo>
                <a:lnTo>
                  <a:pt x="991" y="6687"/>
                </a:lnTo>
                <a:lnTo>
                  <a:pt x="991" y="6541"/>
                </a:lnTo>
                <a:lnTo>
                  <a:pt x="1061" y="6312"/>
                </a:lnTo>
                <a:lnTo>
                  <a:pt x="1107" y="6166"/>
                </a:lnTo>
                <a:lnTo>
                  <a:pt x="1107" y="6020"/>
                </a:lnTo>
                <a:lnTo>
                  <a:pt x="1153" y="5874"/>
                </a:lnTo>
                <a:lnTo>
                  <a:pt x="1153" y="5687"/>
                </a:lnTo>
                <a:lnTo>
                  <a:pt x="1199" y="5541"/>
                </a:lnTo>
                <a:lnTo>
                  <a:pt x="1199" y="5395"/>
                </a:lnTo>
                <a:lnTo>
                  <a:pt x="1268" y="5208"/>
                </a:lnTo>
                <a:lnTo>
                  <a:pt x="1314" y="5020"/>
                </a:lnTo>
                <a:lnTo>
                  <a:pt x="1314" y="4874"/>
                </a:lnTo>
                <a:lnTo>
                  <a:pt x="1361" y="4729"/>
                </a:lnTo>
                <a:lnTo>
                  <a:pt x="1361" y="4583"/>
                </a:lnTo>
                <a:lnTo>
                  <a:pt x="1430" y="4395"/>
                </a:lnTo>
                <a:lnTo>
                  <a:pt x="1476" y="4208"/>
                </a:lnTo>
                <a:lnTo>
                  <a:pt x="1476" y="4062"/>
                </a:lnTo>
                <a:lnTo>
                  <a:pt x="1522" y="3916"/>
                </a:lnTo>
                <a:lnTo>
                  <a:pt x="1568" y="3729"/>
                </a:lnTo>
                <a:lnTo>
                  <a:pt x="1568" y="3583"/>
                </a:lnTo>
                <a:lnTo>
                  <a:pt x="1637" y="3437"/>
                </a:lnTo>
                <a:lnTo>
                  <a:pt x="1684" y="3208"/>
                </a:lnTo>
                <a:lnTo>
                  <a:pt x="1684" y="3062"/>
                </a:lnTo>
                <a:lnTo>
                  <a:pt x="1730" y="2916"/>
                </a:lnTo>
                <a:lnTo>
                  <a:pt x="1730" y="2770"/>
                </a:lnTo>
                <a:lnTo>
                  <a:pt x="1776" y="2624"/>
                </a:lnTo>
                <a:lnTo>
                  <a:pt x="1845" y="2395"/>
                </a:lnTo>
                <a:lnTo>
                  <a:pt x="1845" y="2249"/>
                </a:lnTo>
                <a:lnTo>
                  <a:pt x="1891" y="2104"/>
                </a:lnTo>
                <a:lnTo>
                  <a:pt x="1891" y="1916"/>
                </a:lnTo>
                <a:lnTo>
                  <a:pt x="1937" y="1770"/>
                </a:lnTo>
                <a:lnTo>
                  <a:pt x="1937" y="1624"/>
                </a:lnTo>
                <a:lnTo>
                  <a:pt x="2007" y="1479"/>
                </a:lnTo>
                <a:lnTo>
                  <a:pt x="2053" y="1291"/>
                </a:lnTo>
                <a:lnTo>
                  <a:pt x="2053" y="1104"/>
                </a:lnTo>
                <a:lnTo>
                  <a:pt x="2099" y="958"/>
                </a:lnTo>
                <a:lnTo>
                  <a:pt x="2145" y="812"/>
                </a:lnTo>
                <a:lnTo>
                  <a:pt x="2145" y="666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1314094" y="3605516"/>
            <a:ext cx="2260" cy="11708"/>
          </a:xfrm>
          <a:custGeom>
            <a:avLst/>
            <a:gdLst/>
            <a:ahLst/>
            <a:cxnLst/>
            <a:rect l="l" t="t" r="r" b="b"/>
            <a:pathLst>
              <a:path w="2260" h="11708">
                <a:moveTo>
                  <a:pt x="0" y="11708"/>
                </a:moveTo>
                <a:lnTo>
                  <a:pt x="0" y="11520"/>
                </a:lnTo>
                <a:lnTo>
                  <a:pt x="46" y="11374"/>
                </a:lnTo>
                <a:lnTo>
                  <a:pt x="46" y="11228"/>
                </a:lnTo>
                <a:lnTo>
                  <a:pt x="115" y="11041"/>
                </a:lnTo>
                <a:lnTo>
                  <a:pt x="161" y="10895"/>
                </a:lnTo>
                <a:lnTo>
                  <a:pt x="161" y="10749"/>
                </a:lnTo>
                <a:lnTo>
                  <a:pt x="207" y="10520"/>
                </a:lnTo>
                <a:lnTo>
                  <a:pt x="276" y="10374"/>
                </a:lnTo>
                <a:lnTo>
                  <a:pt x="276" y="10229"/>
                </a:lnTo>
                <a:lnTo>
                  <a:pt x="322" y="10083"/>
                </a:lnTo>
                <a:lnTo>
                  <a:pt x="322" y="9937"/>
                </a:lnTo>
                <a:lnTo>
                  <a:pt x="369" y="9749"/>
                </a:lnTo>
                <a:lnTo>
                  <a:pt x="415" y="9604"/>
                </a:lnTo>
                <a:lnTo>
                  <a:pt x="415" y="9416"/>
                </a:lnTo>
                <a:lnTo>
                  <a:pt x="484" y="9229"/>
                </a:lnTo>
                <a:lnTo>
                  <a:pt x="530" y="9083"/>
                </a:lnTo>
                <a:lnTo>
                  <a:pt x="530" y="8937"/>
                </a:lnTo>
                <a:lnTo>
                  <a:pt x="576" y="8791"/>
                </a:lnTo>
                <a:lnTo>
                  <a:pt x="576" y="8604"/>
                </a:lnTo>
                <a:lnTo>
                  <a:pt x="645" y="8458"/>
                </a:lnTo>
                <a:lnTo>
                  <a:pt x="645" y="8312"/>
                </a:lnTo>
                <a:lnTo>
                  <a:pt x="692" y="8124"/>
                </a:lnTo>
                <a:lnTo>
                  <a:pt x="738" y="7937"/>
                </a:lnTo>
                <a:lnTo>
                  <a:pt x="738" y="7791"/>
                </a:lnTo>
                <a:lnTo>
                  <a:pt x="784" y="7645"/>
                </a:lnTo>
                <a:lnTo>
                  <a:pt x="784" y="7499"/>
                </a:lnTo>
                <a:lnTo>
                  <a:pt x="853" y="7312"/>
                </a:lnTo>
                <a:lnTo>
                  <a:pt x="899" y="7166"/>
                </a:lnTo>
                <a:lnTo>
                  <a:pt x="899" y="6937"/>
                </a:lnTo>
                <a:lnTo>
                  <a:pt x="945" y="6791"/>
                </a:lnTo>
                <a:lnTo>
                  <a:pt x="991" y="6645"/>
                </a:lnTo>
                <a:lnTo>
                  <a:pt x="991" y="6499"/>
                </a:lnTo>
                <a:lnTo>
                  <a:pt x="1061" y="6354"/>
                </a:lnTo>
                <a:lnTo>
                  <a:pt x="1061" y="6166"/>
                </a:lnTo>
                <a:lnTo>
                  <a:pt x="1107" y="6020"/>
                </a:lnTo>
                <a:lnTo>
                  <a:pt x="1153" y="5833"/>
                </a:lnTo>
                <a:lnTo>
                  <a:pt x="1153" y="5645"/>
                </a:lnTo>
                <a:lnTo>
                  <a:pt x="1222" y="5499"/>
                </a:lnTo>
                <a:lnTo>
                  <a:pt x="1222" y="5354"/>
                </a:lnTo>
                <a:lnTo>
                  <a:pt x="1268" y="5166"/>
                </a:lnTo>
                <a:lnTo>
                  <a:pt x="1314" y="5020"/>
                </a:lnTo>
                <a:lnTo>
                  <a:pt x="1314" y="4874"/>
                </a:lnTo>
                <a:lnTo>
                  <a:pt x="1361" y="4729"/>
                </a:lnTo>
                <a:lnTo>
                  <a:pt x="1361" y="4541"/>
                </a:lnTo>
                <a:lnTo>
                  <a:pt x="1430" y="4395"/>
                </a:lnTo>
                <a:lnTo>
                  <a:pt x="1476" y="4208"/>
                </a:lnTo>
                <a:lnTo>
                  <a:pt x="1476" y="4062"/>
                </a:lnTo>
                <a:lnTo>
                  <a:pt x="1522" y="3874"/>
                </a:lnTo>
                <a:lnTo>
                  <a:pt x="1591" y="3729"/>
                </a:lnTo>
                <a:lnTo>
                  <a:pt x="1591" y="3583"/>
                </a:lnTo>
                <a:lnTo>
                  <a:pt x="1637" y="3354"/>
                </a:lnTo>
                <a:lnTo>
                  <a:pt x="1684" y="3208"/>
                </a:lnTo>
                <a:lnTo>
                  <a:pt x="1684" y="3062"/>
                </a:lnTo>
                <a:lnTo>
                  <a:pt x="1730" y="2874"/>
                </a:lnTo>
                <a:lnTo>
                  <a:pt x="1730" y="2729"/>
                </a:lnTo>
                <a:lnTo>
                  <a:pt x="1799" y="2583"/>
                </a:lnTo>
                <a:lnTo>
                  <a:pt x="1799" y="2437"/>
                </a:lnTo>
                <a:lnTo>
                  <a:pt x="1845" y="2249"/>
                </a:lnTo>
                <a:lnTo>
                  <a:pt x="1845" y="2104"/>
                </a:lnTo>
                <a:lnTo>
                  <a:pt x="1891" y="1958"/>
                </a:lnTo>
                <a:lnTo>
                  <a:pt x="1937" y="1770"/>
                </a:lnTo>
                <a:lnTo>
                  <a:pt x="1937" y="1583"/>
                </a:lnTo>
                <a:lnTo>
                  <a:pt x="2007" y="1437"/>
                </a:lnTo>
                <a:lnTo>
                  <a:pt x="2053" y="1291"/>
                </a:lnTo>
                <a:lnTo>
                  <a:pt x="2053" y="1104"/>
                </a:lnTo>
                <a:lnTo>
                  <a:pt x="2099" y="958"/>
                </a:lnTo>
                <a:lnTo>
                  <a:pt x="2099" y="812"/>
                </a:lnTo>
                <a:lnTo>
                  <a:pt x="2168" y="583"/>
                </a:lnTo>
                <a:lnTo>
                  <a:pt x="2214" y="437"/>
                </a:lnTo>
                <a:lnTo>
                  <a:pt x="2214" y="291"/>
                </a:lnTo>
                <a:lnTo>
                  <a:pt x="2260" y="1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1316355" y="3593766"/>
            <a:ext cx="2306" cy="11749"/>
          </a:xfrm>
          <a:custGeom>
            <a:avLst/>
            <a:gdLst/>
            <a:ahLst/>
            <a:cxnLst/>
            <a:rect l="l" t="t" r="r" b="b"/>
            <a:pathLst>
              <a:path w="2306" h="11749">
                <a:moveTo>
                  <a:pt x="0" y="11749"/>
                </a:moveTo>
                <a:lnTo>
                  <a:pt x="46" y="11562"/>
                </a:lnTo>
                <a:lnTo>
                  <a:pt x="115" y="11416"/>
                </a:lnTo>
                <a:lnTo>
                  <a:pt x="115" y="11228"/>
                </a:lnTo>
                <a:lnTo>
                  <a:pt x="161" y="11083"/>
                </a:lnTo>
                <a:lnTo>
                  <a:pt x="161" y="10937"/>
                </a:lnTo>
                <a:lnTo>
                  <a:pt x="207" y="10749"/>
                </a:lnTo>
                <a:lnTo>
                  <a:pt x="253" y="10603"/>
                </a:lnTo>
                <a:lnTo>
                  <a:pt x="253" y="10416"/>
                </a:lnTo>
                <a:lnTo>
                  <a:pt x="322" y="10270"/>
                </a:lnTo>
                <a:lnTo>
                  <a:pt x="369" y="10083"/>
                </a:lnTo>
                <a:lnTo>
                  <a:pt x="369" y="9937"/>
                </a:lnTo>
                <a:lnTo>
                  <a:pt x="415" y="9791"/>
                </a:lnTo>
                <a:lnTo>
                  <a:pt x="415" y="9604"/>
                </a:lnTo>
                <a:lnTo>
                  <a:pt x="484" y="9458"/>
                </a:lnTo>
                <a:lnTo>
                  <a:pt x="484" y="9312"/>
                </a:lnTo>
                <a:lnTo>
                  <a:pt x="530" y="9083"/>
                </a:lnTo>
                <a:lnTo>
                  <a:pt x="576" y="8937"/>
                </a:lnTo>
                <a:lnTo>
                  <a:pt x="576" y="8791"/>
                </a:lnTo>
                <a:lnTo>
                  <a:pt x="622" y="8604"/>
                </a:lnTo>
                <a:lnTo>
                  <a:pt x="692" y="8458"/>
                </a:lnTo>
                <a:lnTo>
                  <a:pt x="692" y="8312"/>
                </a:lnTo>
                <a:lnTo>
                  <a:pt x="738" y="8166"/>
                </a:lnTo>
                <a:lnTo>
                  <a:pt x="738" y="7979"/>
                </a:lnTo>
                <a:lnTo>
                  <a:pt x="784" y="7833"/>
                </a:lnTo>
                <a:lnTo>
                  <a:pt x="853" y="7604"/>
                </a:lnTo>
                <a:lnTo>
                  <a:pt x="853" y="7458"/>
                </a:lnTo>
                <a:lnTo>
                  <a:pt x="899" y="7312"/>
                </a:lnTo>
                <a:lnTo>
                  <a:pt x="945" y="7166"/>
                </a:lnTo>
                <a:lnTo>
                  <a:pt x="945" y="7020"/>
                </a:lnTo>
                <a:lnTo>
                  <a:pt x="991" y="6833"/>
                </a:lnTo>
                <a:lnTo>
                  <a:pt x="991" y="6687"/>
                </a:lnTo>
                <a:lnTo>
                  <a:pt x="1061" y="6541"/>
                </a:lnTo>
                <a:lnTo>
                  <a:pt x="1061" y="6354"/>
                </a:lnTo>
                <a:lnTo>
                  <a:pt x="1107" y="6208"/>
                </a:lnTo>
                <a:lnTo>
                  <a:pt x="1153" y="6020"/>
                </a:lnTo>
                <a:lnTo>
                  <a:pt x="1153" y="5833"/>
                </a:lnTo>
                <a:lnTo>
                  <a:pt x="1199" y="5687"/>
                </a:lnTo>
                <a:lnTo>
                  <a:pt x="1268" y="5541"/>
                </a:lnTo>
                <a:lnTo>
                  <a:pt x="1268" y="5354"/>
                </a:lnTo>
                <a:lnTo>
                  <a:pt x="1314" y="5208"/>
                </a:lnTo>
                <a:lnTo>
                  <a:pt x="1314" y="5062"/>
                </a:lnTo>
                <a:lnTo>
                  <a:pt x="1361" y="4916"/>
                </a:lnTo>
                <a:lnTo>
                  <a:pt x="1430" y="4729"/>
                </a:lnTo>
                <a:lnTo>
                  <a:pt x="1430" y="4583"/>
                </a:lnTo>
                <a:lnTo>
                  <a:pt x="1476" y="4354"/>
                </a:lnTo>
                <a:lnTo>
                  <a:pt x="1522" y="4208"/>
                </a:lnTo>
                <a:lnTo>
                  <a:pt x="1522" y="4062"/>
                </a:lnTo>
                <a:lnTo>
                  <a:pt x="1568" y="3874"/>
                </a:lnTo>
                <a:lnTo>
                  <a:pt x="1568" y="3729"/>
                </a:lnTo>
                <a:lnTo>
                  <a:pt x="1637" y="3583"/>
                </a:lnTo>
                <a:lnTo>
                  <a:pt x="1637" y="3437"/>
                </a:lnTo>
                <a:lnTo>
                  <a:pt x="1684" y="3249"/>
                </a:lnTo>
                <a:lnTo>
                  <a:pt x="1730" y="3104"/>
                </a:lnTo>
                <a:lnTo>
                  <a:pt x="1730" y="2958"/>
                </a:lnTo>
                <a:lnTo>
                  <a:pt x="1799" y="2770"/>
                </a:lnTo>
                <a:lnTo>
                  <a:pt x="1799" y="2624"/>
                </a:lnTo>
                <a:lnTo>
                  <a:pt x="1845" y="2395"/>
                </a:lnTo>
                <a:lnTo>
                  <a:pt x="1891" y="2249"/>
                </a:lnTo>
                <a:lnTo>
                  <a:pt x="1891" y="2104"/>
                </a:lnTo>
                <a:lnTo>
                  <a:pt x="1937" y="1958"/>
                </a:lnTo>
                <a:lnTo>
                  <a:pt x="1937" y="1812"/>
                </a:lnTo>
                <a:lnTo>
                  <a:pt x="2007" y="1624"/>
                </a:lnTo>
                <a:lnTo>
                  <a:pt x="2053" y="1479"/>
                </a:lnTo>
                <a:lnTo>
                  <a:pt x="2053" y="1333"/>
                </a:lnTo>
                <a:lnTo>
                  <a:pt x="2099" y="1145"/>
                </a:lnTo>
                <a:lnTo>
                  <a:pt x="2099" y="999"/>
                </a:lnTo>
                <a:lnTo>
                  <a:pt x="2145" y="812"/>
                </a:lnTo>
                <a:lnTo>
                  <a:pt x="2214" y="624"/>
                </a:lnTo>
                <a:lnTo>
                  <a:pt x="2214" y="479"/>
                </a:lnTo>
                <a:lnTo>
                  <a:pt x="2260" y="333"/>
                </a:lnTo>
                <a:lnTo>
                  <a:pt x="2306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1318662" y="3581933"/>
            <a:ext cx="2306" cy="11833"/>
          </a:xfrm>
          <a:custGeom>
            <a:avLst/>
            <a:gdLst/>
            <a:ahLst/>
            <a:cxnLst/>
            <a:rect l="l" t="t" r="r" b="b"/>
            <a:pathLst>
              <a:path w="2306" h="11833">
                <a:moveTo>
                  <a:pt x="0" y="11833"/>
                </a:moveTo>
                <a:lnTo>
                  <a:pt x="69" y="11687"/>
                </a:lnTo>
                <a:lnTo>
                  <a:pt x="69" y="11499"/>
                </a:lnTo>
                <a:lnTo>
                  <a:pt x="115" y="11353"/>
                </a:lnTo>
                <a:lnTo>
                  <a:pt x="115" y="11208"/>
                </a:lnTo>
                <a:lnTo>
                  <a:pt x="161" y="11020"/>
                </a:lnTo>
                <a:lnTo>
                  <a:pt x="207" y="10874"/>
                </a:lnTo>
                <a:lnTo>
                  <a:pt x="207" y="10687"/>
                </a:lnTo>
                <a:lnTo>
                  <a:pt x="276" y="10499"/>
                </a:lnTo>
                <a:lnTo>
                  <a:pt x="322" y="10354"/>
                </a:lnTo>
                <a:lnTo>
                  <a:pt x="322" y="10208"/>
                </a:lnTo>
                <a:lnTo>
                  <a:pt x="369" y="10020"/>
                </a:lnTo>
                <a:lnTo>
                  <a:pt x="369" y="9874"/>
                </a:lnTo>
                <a:lnTo>
                  <a:pt x="415" y="9729"/>
                </a:lnTo>
                <a:lnTo>
                  <a:pt x="484" y="9541"/>
                </a:lnTo>
                <a:lnTo>
                  <a:pt x="484" y="9395"/>
                </a:lnTo>
                <a:lnTo>
                  <a:pt x="530" y="9249"/>
                </a:lnTo>
                <a:lnTo>
                  <a:pt x="576" y="9020"/>
                </a:lnTo>
                <a:lnTo>
                  <a:pt x="576" y="8874"/>
                </a:lnTo>
                <a:lnTo>
                  <a:pt x="645" y="8729"/>
                </a:lnTo>
                <a:lnTo>
                  <a:pt x="645" y="8541"/>
                </a:lnTo>
                <a:lnTo>
                  <a:pt x="692" y="8395"/>
                </a:lnTo>
                <a:lnTo>
                  <a:pt x="692" y="8249"/>
                </a:lnTo>
                <a:lnTo>
                  <a:pt x="738" y="8062"/>
                </a:lnTo>
                <a:lnTo>
                  <a:pt x="784" y="7916"/>
                </a:lnTo>
                <a:lnTo>
                  <a:pt x="784" y="7770"/>
                </a:lnTo>
                <a:lnTo>
                  <a:pt x="853" y="7583"/>
                </a:lnTo>
                <a:lnTo>
                  <a:pt x="853" y="7437"/>
                </a:lnTo>
                <a:lnTo>
                  <a:pt x="899" y="7291"/>
                </a:lnTo>
                <a:lnTo>
                  <a:pt x="945" y="7062"/>
                </a:lnTo>
                <a:lnTo>
                  <a:pt x="945" y="6916"/>
                </a:lnTo>
                <a:lnTo>
                  <a:pt x="1015" y="6770"/>
                </a:lnTo>
                <a:lnTo>
                  <a:pt x="1061" y="6583"/>
                </a:lnTo>
                <a:lnTo>
                  <a:pt x="1061" y="6437"/>
                </a:lnTo>
                <a:lnTo>
                  <a:pt x="1107" y="6291"/>
                </a:lnTo>
                <a:lnTo>
                  <a:pt x="1107" y="6104"/>
                </a:lnTo>
                <a:lnTo>
                  <a:pt x="1153" y="5958"/>
                </a:lnTo>
                <a:lnTo>
                  <a:pt x="1153" y="5812"/>
                </a:lnTo>
                <a:lnTo>
                  <a:pt x="1222" y="5624"/>
                </a:lnTo>
                <a:lnTo>
                  <a:pt x="1268" y="5479"/>
                </a:lnTo>
                <a:lnTo>
                  <a:pt x="1268" y="5333"/>
                </a:lnTo>
                <a:lnTo>
                  <a:pt x="1314" y="5145"/>
                </a:lnTo>
                <a:lnTo>
                  <a:pt x="1314" y="4999"/>
                </a:lnTo>
                <a:lnTo>
                  <a:pt x="1361" y="4854"/>
                </a:lnTo>
                <a:lnTo>
                  <a:pt x="1430" y="4624"/>
                </a:lnTo>
                <a:lnTo>
                  <a:pt x="1430" y="4479"/>
                </a:lnTo>
                <a:lnTo>
                  <a:pt x="1476" y="4333"/>
                </a:lnTo>
                <a:lnTo>
                  <a:pt x="1522" y="4145"/>
                </a:lnTo>
                <a:lnTo>
                  <a:pt x="1522" y="3999"/>
                </a:lnTo>
                <a:lnTo>
                  <a:pt x="1591" y="3854"/>
                </a:lnTo>
                <a:lnTo>
                  <a:pt x="1591" y="3666"/>
                </a:lnTo>
                <a:lnTo>
                  <a:pt x="1637" y="3520"/>
                </a:lnTo>
                <a:lnTo>
                  <a:pt x="1637" y="3374"/>
                </a:lnTo>
                <a:lnTo>
                  <a:pt x="1684" y="3187"/>
                </a:lnTo>
                <a:lnTo>
                  <a:pt x="1730" y="3041"/>
                </a:lnTo>
                <a:lnTo>
                  <a:pt x="1730" y="2895"/>
                </a:lnTo>
                <a:lnTo>
                  <a:pt x="1799" y="2708"/>
                </a:lnTo>
                <a:lnTo>
                  <a:pt x="1845" y="2562"/>
                </a:lnTo>
                <a:lnTo>
                  <a:pt x="1845" y="2416"/>
                </a:lnTo>
                <a:lnTo>
                  <a:pt x="1891" y="2187"/>
                </a:lnTo>
                <a:lnTo>
                  <a:pt x="1891" y="2041"/>
                </a:lnTo>
                <a:lnTo>
                  <a:pt x="1937" y="1895"/>
                </a:lnTo>
                <a:lnTo>
                  <a:pt x="2007" y="1708"/>
                </a:lnTo>
                <a:lnTo>
                  <a:pt x="2007" y="1562"/>
                </a:lnTo>
                <a:lnTo>
                  <a:pt x="2053" y="1416"/>
                </a:lnTo>
                <a:lnTo>
                  <a:pt x="2053" y="1229"/>
                </a:lnTo>
                <a:lnTo>
                  <a:pt x="2099" y="1083"/>
                </a:lnTo>
                <a:lnTo>
                  <a:pt x="2099" y="937"/>
                </a:lnTo>
                <a:lnTo>
                  <a:pt x="2168" y="749"/>
                </a:lnTo>
                <a:lnTo>
                  <a:pt x="2214" y="604"/>
                </a:lnTo>
                <a:lnTo>
                  <a:pt x="2214" y="458"/>
                </a:lnTo>
                <a:lnTo>
                  <a:pt x="2260" y="270"/>
                </a:lnTo>
                <a:lnTo>
                  <a:pt x="2306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1320969" y="3570079"/>
            <a:ext cx="2329" cy="11853"/>
          </a:xfrm>
          <a:custGeom>
            <a:avLst/>
            <a:gdLst/>
            <a:ahLst/>
            <a:cxnLst/>
            <a:rect l="l" t="t" r="r" b="b"/>
            <a:pathLst>
              <a:path w="2329" h="11853">
                <a:moveTo>
                  <a:pt x="0" y="11853"/>
                </a:moveTo>
                <a:lnTo>
                  <a:pt x="69" y="11645"/>
                </a:lnTo>
                <a:lnTo>
                  <a:pt x="69" y="11499"/>
                </a:lnTo>
                <a:lnTo>
                  <a:pt x="115" y="11312"/>
                </a:lnTo>
                <a:lnTo>
                  <a:pt x="161" y="11124"/>
                </a:lnTo>
                <a:lnTo>
                  <a:pt x="161" y="10978"/>
                </a:lnTo>
                <a:lnTo>
                  <a:pt x="230" y="10833"/>
                </a:lnTo>
                <a:lnTo>
                  <a:pt x="230" y="10645"/>
                </a:lnTo>
                <a:lnTo>
                  <a:pt x="276" y="10499"/>
                </a:lnTo>
                <a:lnTo>
                  <a:pt x="276" y="10354"/>
                </a:lnTo>
                <a:lnTo>
                  <a:pt x="322" y="10166"/>
                </a:lnTo>
                <a:lnTo>
                  <a:pt x="369" y="10020"/>
                </a:lnTo>
                <a:lnTo>
                  <a:pt x="369" y="9833"/>
                </a:lnTo>
                <a:lnTo>
                  <a:pt x="438" y="9687"/>
                </a:lnTo>
                <a:lnTo>
                  <a:pt x="484" y="9541"/>
                </a:lnTo>
                <a:lnTo>
                  <a:pt x="484" y="9354"/>
                </a:lnTo>
                <a:lnTo>
                  <a:pt x="530" y="9208"/>
                </a:lnTo>
                <a:lnTo>
                  <a:pt x="576" y="8979"/>
                </a:lnTo>
                <a:lnTo>
                  <a:pt x="576" y="8833"/>
                </a:lnTo>
                <a:lnTo>
                  <a:pt x="645" y="8687"/>
                </a:lnTo>
                <a:lnTo>
                  <a:pt x="645" y="8499"/>
                </a:lnTo>
                <a:lnTo>
                  <a:pt x="692" y="8354"/>
                </a:lnTo>
                <a:lnTo>
                  <a:pt x="692" y="8208"/>
                </a:lnTo>
                <a:lnTo>
                  <a:pt x="738" y="8020"/>
                </a:lnTo>
                <a:lnTo>
                  <a:pt x="807" y="7874"/>
                </a:lnTo>
                <a:lnTo>
                  <a:pt x="807" y="7729"/>
                </a:lnTo>
                <a:lnTo>
                  <a:pt x="853" y="7541"/>
                </a:lnTo>
                <a:lnTo>
                  <a:pt x="853" y="7395"/>
                </a:lnTo>
                <a:lnTo>
                  <a:pt x="899" y="7249"/>
                </a:lnTo>
                <a:lnTo>
                  <a:pt x="945" y="7062"/>
                </a:lnTo>
                <a:lnTo>
                  <a:pt x="945" y="6916"/>
                </a:lnTo>
                <a:lnTo>
                  <a:pt x="1015" y="6770"/>
                </a:lnTo>
                <a:lnTo>
                  <a:pt x="1061" y="6541"/>
                </a:lnTo>
                <a:lnTo>
                  <a:pt x="1061" y="6395"/>
                </a:lnTo>
                <a:lnTo>
                  <a:pt x="1107" y="6249"/>
                </a:lnTo>
                <a:lnTo>
                  <a:pt x="1107" y="6062"/>
                </a:lnTo>
                <a:lnTo>
                  <a:pt x="1176" y="5916"/>
                </a:lnTo>
                <a:lnTo>
                  <a:pt x="1176" y="5770"/>
                </a:lnTo>
                <a:lnTo>
                  <a:pt x="1222" y="5583"/>
                </a:lnTo>
                <a:lnTo>
                  <a:pt x="1268" y="5437"/>
                </a:lnTo>
                <a:lnTo>
                  <a:pt x="1268" y="5291"/>
                </a:lnTo>
                <a:lnTo>
                  <a:pt x="1314" y="5104"/>
                </a:lnTo>
                <a:lnTo>
                  <a:pt x="1314" y="4958"/>
                </a:lnTo>
                <a:lnTo>
                  <a:pt x="1384" y="4812"/>
                </a:lnTo>
                <a:lnTo>
                  <a:pt x="1430" y="4624"/>
                </a:lnTo>
                <a:lnTo>
                  <a:pt x="1430" y="4479"/>
                </a:lnTo>
                <a:lnTo>
                  <a:pt x="1476" y="4333"/>
                </a:lnTo>
                <a:lnTo>
                  <a:pt x="1476" y="4145"/>
                </a:lnTo>
                <a:lnTo>
                  <a:pt x="1522" y="3999"/>
                </a:lnTo>
                <a:lnTo>
                  <a:pt x="1591" y="3812"/>
                </a:lnTo>
                <a:lnTo>
                  <a:pt x="1591" y="3666"/>
                </a:lnTo>
                <a:lnTo>
                  <a:pt x="1637" y="3520"/>
                </a:lnTo>
                <a:lnTo>
                  <a:pt x="1637" y="3333"/>
                </a:lnTo>
                <a:lnTo>
                  <a:pt x="1684" y="3187"/>
                </a:lnTo>
                <a:lnTo>
                  <a:pt x="1753" y="2958"/>
                </a:lnTo>
                <a:lnTo>
                  <a:pt x="1753" y="2812"/>
                </a:lnTo>
                <a:lnTo>
                  <a:pt x="1799" y="2666"/>
                </a:lnTo>
                <a:lnTo>
                  <a:pt x="1845" y="2479"/>
                </a:lnTo>
                <a:lnTo>
                  <a:pt x="1845" y="2333"/>
                </a:lnTo>
                <a:lnTo>
                  <a:pt x="1891" y="2187"/>
                </a:lnTo>
                <a:lnTo>
                  <a:pt x="1891" y="1999"/>
                </a:lnTo>
                <a:lnTo>
                  <a:pt x="1960" y="1854"/>
                </a:lnTo>
                <a:lnTo>
                  <a:pt x="1960" y="1708"/>
                </a:lnTo>
                <a:lnTo>
                  <a:pt x="2007" y="1520"/>
                </a:lnTo>
                <a:lnTo>
                  <a:pt x="2053" y="1374"/>
                </a:lnTo>
                <a:lnTo>
                  <a:pt x="2053" y="1229"/>
                </a:lnTo>
                <a:lnTo>
                  <a:pt x="2099" y="1041"/>
                </a:lnTo>
                <a:lnTo>
                  <a:pt x="2099" y="895"/>
                </a:lnTo>
                <a:lnTo>
                  <a:pt x="2168" y="749"/>
                </a:lnTo>
                <a:lnTo>
                  <a:pt x="2214" y="562"/>
                </a:lnTo>
                <a:lnTo>
                  <a:pt x="2214" y="416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1323299" y="3558183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11895"/>
                </a:moveTo>
                <a:lnTo>
                  <a:pt x="0" y="11749"/>
                </a:lnTo>
                <a:lnTo>
                  <a:pt x="46" y="11603"/>
                </a:lnTo>
                <a:lnTo>
                  <a:pt x="46" y="11458"/>
                </a:lnTo>
                <a:lnTo>
                  <a:pt x="92" y="11270"/>
                </a:lnTo>
                <a:lnTo>
                  <a:pt x="138" y="11124"/>
                </a:lnTo>
                <a:lnTo>
                  <a:pt x="138" y="10978"/>
                </a:lnTo>
                <a:lnTo>
                  <a:pt x="207" y="10791"/>
                </a:lnTo>
                <a:lnTo>
                  <a:pt x="207" y="10645"/>
                </a:lnTo>
                <a:lnTo>
                  <a:pt x="253" y="10499"/>
                </a:lnTo>
                <a:lnTo>
                  <a:pt x="253" y="10312"/>
                </a:lnTo>
                <a:lnTo>
                  <a:pt x="299" y="10166"/>
                </a:lnTo>
                <a:lnTo>
                  <a:pt x="369" y="10020"/>
                </a:lnTo>
                <a:lnTo>
                  <a:pt x="369" y="9833"/>
                </a:lnTo>
                <a:lnTo>
                  <a:pt x="415" y="9687"/>
                </a:lnTo>
                <a:lnTo>
                  <a:pt x="415" y="9541"/>
                </a:lnTo>
                <a:lnTo>
                  <a:pt x="461" y="9354"/>
                </a:lnTo>
                <a:lnTo>
                  <a:pt x="507" y="9208"/>
                </a:lnTo>
                <a:lnTo>
                  <a:pt x="507" y="9062"/>
                </a:lnTo>
                <a:lnTo>
                  <a:pt x="576" y="8874"/>
                </a:lnTo>
                <a:lnTo>
                  <a:pt x="576" y="8729"/>
                </a:lnTo>
                <a:lnTo>
                  <a:pt x="622" y="8541"/>
                </a:lnTo>
                <a:lnTo>
                  <a:pt x="669" y="8395"/>
                </a:lnTo>
                <a:lnTo>
                  <a:pt x="669" y="8249"/>
                </a:lnTo>
                <a:lnTo>
                  <a:pt x="715" y="8062"/>
                </a:lnTo>
                <a:lnTo>
                  <a:pt x="715" y="7916"/>
                </a:lnTo>
                <a:lnTo>
                  <a:pt x="784" y="7687"/>
                </a:lnTo>
                <a:lnTo>
                  <a:pt x="830" y="7541"/>
                </a:lnTo>
                <a:lnTo>
                  <a:pt x="830" y="7395"/>
                </a:lnTo>
                <a:lnTo>
                  <a:pt x="876" y="7208"/>
                </a:lnTo>
                <a:lnTo>
                  <a:pt x="945" y="7062"/>
                </a:lnTo>
                <a:lnTo>
                  <a:pt x="945" y="6916"/>
                </a:lnTo>
                <a:lnTo>
                  <a:pt x="991" y="6729"/>
                </a:lnTo>
                <a:lnTo>
                  <a:pt x="991" y="6583"/>
                </a:lnTo>
                <a:lnTo>
                  <a:pt x="1038" y="6437"/>
                </a:lnTo>
                <a:lnTo>
                  <a:pt x="1038" y="6249"/>
                </a:lnTo>
                <a:lnTo>
                  <a:pt x="1084" y="6104"/>
                </a:lnTo>
                <a:lnTo>
                  <a:pt x="1153" y="5958"/>
                </a:lnTo>
                <a:lnTo>
                  <a:pt x="1153" y="5770"/>
                </a:lnTo>
                <a:lnTo>
                  <a:pt x="1199" y="5624"/>
                </a:lnTo>
                <a:lnTo>
                  <a:pt x="1199" y="5479"/>
                </a:lnTo>
                <a:lnTo>
                  <a:pt x="1245" y="5291"/>
                </a:lnTo>
                <a:lnTo>
                  <a:pt x="1314" y="5145"/>
                </a:lnTo>
                <a:lnTo>
                  <a:pt x="1314" y="4958"/>
                </a:lnTo>
                <a:lnTo>
                  <a:pt x="1361" y="4812"/>
                </a:lnTo>
                <a:lnTo>
                  <a:pt x="1361" y="4666"/>
                </a:lnTo>
                <a:lnTo>
                  <a:pt x="1407" y="4479"/>
                </a:lnTo>
                <a:lnTo>
                  <a:pt x="1407" y="4333"/>
                </a:lnTo>
                <a:lnTo>
                  <a:pt x="1453" y="4104"/>
                </a:lnTo>
                <a:lnTo>
                  <a:pt x="1522" y="3958"/>
                </a:lnTo>
                <a:lnTo>
                  <a:pt x="1522" y="3812"/>
                </a:lnTo>
                <a:lnTo>
                  <a:pt x="1568" y="3624"/>
                </a:lnTo>
                <a:lnTo>
                  <a:pt x="1614" y="3479"/>
                </a:lnTo>
                <a:lnTo>
                  <a:pt x="1614" y="3333"/>
                </a:lnTo>
                <a:lnTo>
                  <a:pt x="1660" y="3145"/>
                </a:lnTo>
                <a:lnTo>
                  <a:pt x="1730" y="2999"/>
                </a:lnTo>
                <a:lnTo>
                  <a:pt x="1730" y="2854"/>
                </a:lnTo>
                <a:lnTo>
                  <a:pt x="1776" y="2666"/>
                </a:lnTo>
                <a:lnTo>
                  <a:pt x="1776" y="2520"/>
                </a:lnTo>
                <a:lnTo>
                  <a:pt x="1822" y="2374"/>
                </a:lnTo>
                <a:lnTo>
                  <a:pt x="1822" y="2187"/>
                </a:lnTo>
                <a:lnTo>
                  <a:pt x="1891" y="2041"/>
                </a:lnTo>
                <a:lnTo>
                  <a:pt x="1891" y="1895"/>
                </a:lnTo>
                <a:lnTo>
                  <a:pt x="1937" y="1708"/>
                </a:lnTo>
                <a:lnTo>
                  <a:pt x="1983" y="1562"/>
                </a:lnTo>
                <a:lnTo>
                  <a:pt x="1983" y="1374"/>
                </a:lnTo>
                <a:lnTo>
                  <a:pt x="2030" y="1229"/>
                </a:lnTo>
                <a:lnTo>
                  <a:pt x="2099" y="1083"/>
                </a:lnTo>
                <a:lnTo>
                  <a:pt x="2099" y="895"/>
                </a:lnTo>
                <a:lnTo>
                  <a:pt x="2145" y="749"/>
                </a:lnTo>
                <a:lnTo>
                  <a:pt x="2191" y="520"/>
                </a:lnTo>
                <a:lnTo>
                  <a:pt x="2191" y="374"/>
                </a:lnTo>
                <a:lnTo>
                  <a:pt x="2237" y="229"/>
                </a:lnTo>
                <a:lnTo>
                  <a:pt x="2237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1325605" y="3546288"/>
            <a:ext cx="2260" cy="11895"/>
          </a:xfrm>
          <a:custGeom>
            <a:avLst/>
            <a:gdLst/>
            <a:ahLst/>
            <a:cxnLst/>
            <a:rect l="l" t="t" r="r" b="b"/>
            <a:pathLst>
              <a:path w="2260" h="11895">
                <a:moveTo>
                  <a:pt x="0" y="11895"/>
                </a:moveTo>
                <a:lnTo>
                  <a:pt x="0" y="11708"/>
                </a:lnTo>
                <a:lnTo>
                  <a:pt x="46" y="11562"/>
                </a:lnTo>
                <a:lnTo>
                  <a:pt x="46" y="11416"/>
                </a:lnTo>
                <a:lnTo>
                  <a:pt x="92" y="11270"/>
                </a:lnTo>
                <a:lnTo>
                  <a:pt x="92" y="11124"/>
                </a:lnTo>
                <a:lnTo>
                  <a:pt x="161" y="10978"/>
                </a:lnTo>
                <a:lnTo>
                  <a:pt x="161" y="10791"/>
                </a:lnTo>
                <a:lnTo>
                  <a:pt x="207" y="10645"/>
                </a:lnTo>
                <a:lnTo>
                  <a:pt x="253" y="10499"/>
                </a:lnTo>
                <a:lnTo>
                  <a:pt x="253" y="10312"/>
                </a:lnTo>
                <a:lnTo>
                  <a:pt x="299" y="10166"/>
                </a:lnTo>
                <a:lnTo>
                  <a:pt x="299" y="10020"/>
                </a:lnTo>
                <a:lnTo>
                  <a:pt x="369" y="9833"/>
                </a:lnTo>
                <a:lnTo>
                  <a:pt x="415" y="9687"/>
                </a:lnTo>
                <a:lnTo>
                  <a:pt x="415" y="9541"/>
                </a:lnTo>
                <a:lnTo>
                  <a:pt x="461" y="9354"/>
                </a:lnTo>
                <a:lnTo>
                  <a:pt x="461" y="9208"/>
                </a:lnTo>
                <a:lnTo>
                  <a:pt x="530" y="9062"/>
                </a:lnTo>
                <a:lnTo>
                  <a:pt x="576" y="8874"/>
                </a:lnTo>
                <a:lnTo>
                  <a:pt x="576" y="8729"/>
                </a:lnTo>
                <a:lnTo>
                  <a:pt x="622" y="8541"/>
                </a:lnTo>
                <a:lnTo>
                  <a:pt x="622" y="8395"/>
                </a:lnTo>
                <a:lnTo>
                  <a:pt x="669" y="8249"/>
                </a:lnTo>
                <a:lnTo>
                  <a:pt x="738" y="8062"/>
                </a:lnTo>
                <a:lnTo>
                  <a:pt x="738" y="7916"/>
                </a:lnTo>
                <a:lnTo>
                  <a:pt x="784" y="7687"/>
                </a:lnTo>
                <a:lnTo>
                  <a:pt x="830" y="7541"/>
                </a:lnTo>
                <a:lnTo>
                  <a:pt x="830" y="7395"/>
                </a:lnTo>
                <a:lnTo>
                  <a:pt x="876" y="7208"/>
                </a:lnTo>
                <a:lnTo>
                  <a:pt x="876" y="7062"/>
                </a:lnTo>
                <a:lnTo>
                  <a:pt x="945" y="6916"/>
                </a:lnTo>
                <a:lnTo>
                  <a:pt x="945" y="6729"/>
                </a:lnTo>
                <a:lnTo>
                  <a:pt x="991" y="6583"/>
                </a:lnTo>
                <a:lnTo>
                  <a:pt x="1038" y="6437"/>
                </a:lnTo>
                <a:lnTo>
                  <a:pt x="1038" y="6249"/>
                </a:lnTo>
                <a:lnTo>
                  <a:pt x="1107" y="6104"/>
                </a:lnTo>
                <a:lnTo>
                  <a:pt x="1107" y="5958"/>
                </a:lnTo>
                <a:lnTo>
                  <a:pt x="1153" y="5770"/>
                </a:lnTo>
                <a:lnTo>
                  <a:pt x="1199" y="5583"/>
                </a:lnTo>
                <a:lnTo>
                  <a:pt x="1199" y="5437"/>
                </a:lnTo>
                <a:lnTo>
                  <a:pt x="1245" y="5291"/>
                </a:lnTo>
                <a:lnTo>
                  <a:pt x="1245" y="5104"/>
                </a:lnTo>
                <a:lnTo>
                  <a:pt x="1314" y="4958"/>
                </a:lnTo>
                <a:lnTo>
                  <a:pt x="1314" y="4812"/>
                </a:lnTo>
                <a:lnTo>
                  <a:pt x="1361" y="4624"/>
                </a:lnTo>
                <a:lnTo>
                  <a:pt x="1407" y="4479"/>
                </a:lnTo>
                <a:lnTo>
                  <a:pt x="1407" y="4333"/>
                </a:lnTo>
                <a:lnTo>
                  <a:pt x="1476" y="4145"/>
                </a:lnTo>
                <a:lnTo>
                  <a:pt x="1522" y="3999"/>
                </a:lnTo>
                <a:lnTo>
                  <a:pt x="1522" y="3854"/>
                </a:lnTo>
                <a:lnTo>
                  <a:pt x="1568" y="3666"/>
                </a:lnTo>
                <a:lnTo>
                  <a:pt x="1568" y="3520"/>
                </a:lnTo>
                <a:lnTo>
                  <a:pt x="1614" y="3333"/>
                </a:lnTo>
                <a:lnTo>
                  <a:pt x="1614" y="3187"/>
                </a:lnTo>
                <a:lnTo>
                  <a:pt x="1684" y="3041"/>
                </a:lnTo>
                <a:lnTo>
                  <a:pt x="1730" y="2854"/>
                </a:lnTo>
                <a:lnTo>
                  <a:pt x="1730" y="2708"/>
                </a:lnTo>
                <a:lnTo>
                  <a:pt x="1776" y="2479"/>
                </a:lnTo>
                <a:lnTo>
                  <a:pt x="1822" y="2333"/>
                </a:lnTo>
                <a:lnTo>
                  <a:pt x="1822" y="2187"/>
                </a:lnTo>
                <a:lnTo>
                  <a:pt x="1891" y="1999"/>
                </a:lnTo>
                <a:lnTo>
                  <a:pt x="1891" y="1854"/>
                </a:lnTo>
                <a:lnTo>
                  <a:pt x="1937" y="1708"/>
                </a:lnTo>
                <a:lnTo>
                  <a:pt x="1983" y="1520"/>
                </a:lnTo>
                <a:lnTo>
                  <a:pt x="1983" y="1374"/>
                </a:lnTo>
                <a:lnTo>
                  <a:pt x="2053" y="1229"/>
                </a:lnTo>
                <a:lnTo>
                  <a:pt x="2053" y="1041"/>
                </a:lnTo>
                <a:lnTo>
                  <a:pt x="2099" y="854"/>
                </a:lnTo>
                <a:lnTo>
                  <a:pt x="2145" y="708"/>
                </a:lnTo>
                <a:lnTo>
                  <a:pt x="2145" y="562"/>
                </a:lnTo>
                <a:lnTo>
                  <a:pt x="2191" y="374"/>
                </a:lnTo>
                <a:lnTo>
                  <a:pt x="2191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1327866" y="3534392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11895"/>
                </a:moveTo>
                <a:lnTo>
                  <a:pt x="46" y="11749"/>
                </a:lnTo>
                <a:lnTo>
                  <a:pt x="46" y="11562"/>
                </a:lnTo>
                <a:lnTo>
                  <a:pt x="92" y="11416"/>
                </a:lnTo>
                <a:lnTo>
                  <a:pt x="138" y="11270"/>
                </a:lnTo>
                <a:lnTo>
                  <a:pt x="138" y="11083"/>
                </a:lnTo>
                <a:lnTo>
                  <a:pt x="207" y="10937"/>
                </a:lnTo>
                <a:lnTo>
                  <a:pt x="207" y="10791"/>
                </a:lnTo>
                <a:lnTo>
                  <a:pt x="253" y="10603"/>
                </a:lnTo>
                <a:lnTo>
                  <a:pt x="299" y="10458"/>
                </a:lnTo>
                <a:lnTo>
                  <a:pt x="299" y="10312"/>
                </a:lnTo>
                <a:lnTo>
                  <a:pt x="369" y="10124"/>
                </a:lnTo>
                <a:lnTo>
                  <a:pt x="369" y="9979"/>
                </a:lnTo>
                <a:lnTo>
                  <a:pt x="415" y="9833"/>
                </a:lnTo>
                <a:lnTo>
                  <a:pt x="415" y="9645"/>
                </a:lnTo>
                <a:lnTo>
                  <a:pt x="461" y="9499"/>
                </a:lnTo>
                <a:lnTo>
                  <a:pt x="507" y="9354"/>
                </a:lnTo>
                <a:lnTo>
                  <a:pt x="507" y="9166"/>
                </a:lnTo>
                <a:lnTo>
                  <a:pt x="576" y="9020"/>
                </a:lnTo>
                <a:lnTo>
                  <a:pt x="576" y="8874"/>
                </a:lnTo>
                <a:lnTo>
                  <a:pt x="622" y="8729"/>
                </a:lnTo>
                <a:lnTo>
                  <a:pt x="622" y="8583"/>
                </a:lnTo>
                <a:lnTo>
                  <a:pt x="669" y="8395"/>
                </a:lnTo>
                <a:lnTo>
                  <a:pt x="738" y="8249"/>
                </a:lnTo>
                <a:lnTo>
                  <a:pt x="738" y="8020"/>
                </a:lnTo>
                <a:lnTo>
                  <a:pt x="784" y="7874"/>
                </a:lnTo>
                <a:lnTo>
                  <a:pt x="784" y="7729"/>
                </a:lnTo>
                <a:lnTo>
                  <a:pt x="830" y="7541"/>
                </a:lnTo>
                <a:lnTo>
                  <a:pt x="876" y="7395"/>
                </a:lnTo>
                <a:lnTo>
                  <a:pt x="876" y="7249"/>
                </a:lnTo>
                <a:lnTo>
                  <a:pt x="945" y="7062"/>
                </a:lnTo>
                <a:lnTo>
                  <a:pt x="991" y="6916"/>
                </a:lnTo>
                <a:lnTo>
                  <a:pt x="991" y="6770"/>
                </a:lnTo>
                <a:lnTo>
                  <a:pt x="1038" y="6583"/>
                </a:lnTo>
                <a:lnTo>
                  <a:pt x="1038" y="6437"/>
                </a:lnTo>
                <a:lnTo>
                  <a:pt x="1084" y="6291"/>
                </a:lnTo>
                <a:lnTo>
                  <a:pt x="1084" y="6104"/>
                </a:lnTo>
                <a:lnTo>
                  <a:pt x="1153" y="5958"/>
                </a:lnTo>
                <a:lnTo>
                  <a:pt x="1199" y="5812"/>
                </a:lnTo>
                <a:lnTo>
                  <a:pt x="1199" y="5624"/>
                </a:lnTo>
                <a:lnTo>
                  <a:pt x="1245" y="5479"/>
                </a:lnTo>
                <a:lnTo>
                  <a:pt x="1314" y="5291"/>
                </a:lnTo>
                <a:lnTo>
                  <a:pt x="1314" y="5145"/>
                </a:lnTo>
                <a:lnTo>
                  <a:pt x="1361" y="4958"/>
                </a:lnTo>
                <a:lnTo>
                  <a:pt x="1361" y="4812"/>
                </a:lnTo>
                <a:lnTo>
                  <a:pt x="1407" y="4666"/>
                </a:lnTo>
                <a:lnTo>
                  <a:pt x="1407" y="4479"/>
                </a:lnTo>
                <a:lnTo>
                  <a:pt x="1453" y="4333"/>
                </a:lnTo>
                <a:lnTo>
                  <a:pt x="1453" y="4187"/>
                </a:lnTo>
                <a:lnTo>
                  <a:pt x="1522" y="3999"/>
                </a:lnTo>
                <a:lnTo>
                  <a:pt x="1568" y="3854"/>
                </a:lnTo>
                <a:lnTo>
                  <a:pt x="1568" y="3666"/>
                </a:lnTo>
                <a:lnTo>
                  <a:pt x="1614" y="3520"/>
                </a:lnTo>
                <a:lnTo>
                  <a:pt x="1660" y="3374"/>
                </a:lnTo>
                <a:lnTo>
                  <a:pt x="1660" y="3187"/>
                </a:lnTo>
                <a:lnTo>
                  <a:pt x="1730" y="3041"/>
                </a:lnTo>
                <a:lnTo>
                  <a:pt x="1776" y="2812"/>
                </a:lnTo>
                <a:lnTo>
                  <a:pt x="1776" y="2666"/>
                </a:lnTo>
                <a:lnTo>
                  <a:pt x="1822" y="2520"/>
                </a:lnTo>
                <a:lnTo>
                  <a:pt x="1822" y="2333"/>
                </a:lnTo>
                <a:lnTo>
                  <a:pt x="1891" y="2187"/>
                </a:lnTo>
                <a:lnTo>
                  <a:pt x="1891" y="2041"/>
                </a:lnTo>
                <a:lnTo>
                  <a:pt x="1937" y="1854"/>
                </a:lnTo>
                <a:lnTo>
                  <a:pt x="1983" y="1708"/>
                </a:lnTo>
                <a:lnTo>
                  <a:pt x="1983" y="1562"/>
                </a:lnTo>
                <a:lnTo>
                  <a:pt x="2030" y="1416"/>
                </a:lnTo>
                <a:lnTo>
                  <a:pt x="2030" y="1229"/>
                </a:lnTo>
                <a:lnTo>
                  <a:pt x="2099" y="1083"/>
                </a:lnTo>
                <a:lnTo>
                  <a:pt x="2145" y="895"/>
                </a:lnTo>
                <a:lnTo>
                  <a:pt x="2145" y="749"/>
                </a:lnTo>
                <a:lnTo>
                  <a:pt x="2191" y="604"/>
                </a:lnTo>
                <a:lnTo>
                  <a:pt x="2260" y="416"/>
                </a:lnTo>
                <a:lnTo>
                  <a:pt x="2260" y="270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1330173" y="3522496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11895"/>
                </a:moveTo>
                <a:lnTo>
                  <a:pt x="46" y="11687"/>
                </a:lnTo>
                <a:lnTo>
                  <a:pt x="92" y="11458"/>
                </a:lnTo>
                <a:lnTo>
                  <a:pt x="92" y="11312"/>
                </a:lnTo>
                <a:lnTo>
                  <a:pt x="161" y="11166"/>
                </a:lnTo>
                <a:lnTo>
                  <a:pt x="161" y="10978"/>
                </a:lnTo>
                <a:lnTo>
                  <a:pt x="207" y="10833"/>
                </a:lnTo>
                <a:lnTo>
                  <a:pt x="207" y="10687"/>
                </a:lnTo>
                <a:lnTo>
                  <a:pt x="253" y="10499"/>
                </a:lnTo>
                <a:lnTo>
                  <a:pt x="299" y="10354"/>
                </a:lnTo>
                <a:lnTo>
                  <a:pt x="299" y="10208"/>
                </a:lnTo>
                <a:lnTo>
                  <a:pt x="369" y="10020"/>
                </a:lnTo>
                <a:lnTo>
                  <a:pt x="415" y="9874"/>
                </a:lnTo>
                <a:lnTo>
                  <a:pt x="415" y="9729"/>
                </a:lnTo>
                <a:lnTo>
                  <a:pt x="461" y="9541"/>
                </a:lnTo>
                <a:lnTo>
                  <a:pt x="461" y="9354"/>
                </a:lnTo>
                <a:lnTo>
                  <a:pt x="530" y="9208"/>
                </a:lnTo>
                <a:lnTo>
                  <a:pt x="530" y="9062"/>
                </a:lnTo>
                <a:lnTo>
                  <a:pt x="576" y="8874"/>
                </a:lnTo>
                <a:lnTo>
                  <a:pt x="622" y="8729"/>
                </a:lnTo>
                <a:lnTo>
                  <a:pt x="622" y="8583"/>
                </a:lnTo>
                <a:lnTo>
                  <a:pt x="669" y="8395"/>
                </a:lnTo>
                <a:lnTo>
                  <a:pt x="738" y="8249"/>
                </a:lnTo>
                <a:lnTo>
                  <a:pt x="738" y="8104"/>
                </a:lnTo>
                <a:lnTo>
                  <a:pt x="784" y="7916"/>
                </a:lnTo>
                <a:lnTo>
                  <a:pt x="784" y="7770"/>
                </a:lnTo>
                <a:lnTo>
                  <a:pt x="830" y="7583"/>
                </a:lnTo>
                <a:lnTo>
                  <a:pt x="830" y="7437"/>
                </a:lnTo>
                <a:lnTo>
                  <a:pt x="899" y="7208"/>
                </a:lnTo>
                <a:lnTo>
                  <a:pt x="945" y="7062"/>
                </a:lnTo>
                <a:lnTo>
                  <a:pt x="945" y="6916"/>
                </a:lnTo>
                <a:lnTo>
                  <a:pt x="991" y="6729"/>
                </a:lnTo>
                <a:lnTo>
                  <a:pt x="1038" y="6583"/>
                </a:lnTo>
                <a:lnTo>
                  <a:pt x="1038" y="6437"/>
                </a:lnTo>
                <a:lnTo>
                  <a:pt x="1107" y="6249"/>
                </a:lnTo>
                <a:lnTo>
                  <a:pt x="1107" y="6104"/>
                </a:lnTo>
                <a:lnTo>
                  <a:pt x="1153" y="5958"/>
                </a:lnTo>
                <a:lnTo>
                  <a:pt x="1199" y="5770"/>
                </a:lnTo>
                <a:lnTo>
                  <a:pt x="1199" y="5624"/>
                </a:lnTo>
                <a:lnTo>
                  <a:pt x="1245" y="5479"/>
                </a:lnTo>
                <a:lnTo>
                  <a:pt x="1245" y="5333"/>
                </a:lnTo>
                <a:lnTo>
                  <a:pt x="1314" y="5104"/>
                </a:lnTo>
                <a:lnTo>
                  <a:pt x="1361" y="4958"/>
                </a:lnTo>
                <a:lnTo>
                  <a:pt x="1361" y="4812"/>
                </a:lnTo>
                <a:lnTo>
                  <a:pt x="1407" y="4624"/>
                </a:lnTo>
                <a:lnTo>
                  <a:pt x="1407" y="4479"/>
                </a:lnTo>
                <a:lnTo>
                  <a:pt x="1476" y="4333"/>
                </a:lnTo>
                <a:lnTo>
                  <a:pt x="1476" y="4145"/>
                </a:lnTo>
                <a:lnTo>
                  <a:pt x="1522" y="3999"/>
                </a:lnTo>
                <a:lnTo>
                  <a:pt x="1568" y="3854"/>
                </a:lnTo>
                <a:lnTo>
                  <a:pt x="1568" y="3666"/>
                </a:lnTo>
                <a:lnTo>
                  <a:pt x="1614" y="3520"/>
                </a:lnTo>
                <a:lnTo>
                  <a:pt x="1614" y="3374"/>
                </a:lnTo>
                <a:lnTo>
                  <a:pt x="1684" y="3187"/>
                </a:lnTo>
                <a:lnTo>
                  <a:pt x="1730" y="3041"/>
                </a:lnTo>
                <a:lnTo>
                  <a:pt x="1730" y="2854"/>
                </a:lnTo>
                <a:lnTo>
                  <a:pt x="1776" y="2708"/>
                </a:lnTo>
                <a:lnTo>
                  <a:pt x="1776" y="2562"/>
                </a:lnTo>
                <a:lnTo>
                  <a:pt x="1822" y="2374"/>
                </a:lnTo>
                <a:lnTo>
                  <a:pt x="1891" y="2229"/>
                </a:lnTo>
                <a:lnTo>
                  <a:pt x="1891" y="1999"/>
                </a:lnTo>
                <a:lnTo>
                  <a:pt x="1937" y="1854"/>
                </a:lnTo>
                <a:lnTo>
                  <a:pt x="1937" y="1708"/>
                </a:lnTo>
                <a:lnTo>
                  <a:pt x="1983" y="1520"/>
                </a:lnTo>
                <a:lnTo>
                  <a:pt x="2053" y="1333"/>
                </a:lnTo>
                <a:lnTo>
                  <a:pt x="2053" y="1187"/>
                </a:lnTo>
                <a:lnTo>
                  <a:pt x="2099" y="1041"/>
                </a:lnTo>
                <a:lnTo>
                  <a:pt x="2145" y="854"/>
                </a:lnTo>
                <a:lnTo>
                  <a:pt x="2145" y="708"/>
                </a:lnTo>
                <a:lnTo>
                  <a:pt x="2191" y="562"/>
                </a:lnTo>
                <a:lnTo>
                  <a:pt x="2191" y="374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1332480" y="3510538"/>
            <a:ext cx="2306" cy="11958"/>
          </a:xfrm>
          <a:custGeom>
            <a:avLst/>
            <a:gdLst/>
            <a:ahLst/>
            <a:cxnLst/>
            <a:rect l="l" t="t" r="r" b="b"/>
            <a:pathLst>
              <a:path w="2306" h="11958">
                <a:moveTo>
                  <a:pt x="0" y="11958"/>
                </a:moveTo>
                <a:lnTo>
                  <a:pt x="0" y="11812"/>
                </a:lnTo>
                <a:lnTo>
                  <a:pt x="46" y="11624"/>
                </a:lnTo>
                <a:lnTo>
                  <a:pt x="115" y="11478"/>
                </a:lnTo>
                <a:lnTo>
                  <a:pt x="115" y="11333"/>
                </a:lnTo>
                <a:lnTo>
                  <a:pt x="161" y="11145"/>
                </a:lnTo>
                <a:lnTo>
                  <a:pt x="161" y="10999"/>
                </a:lnTo>
                <a:lnTo>
                  <a:pt x="207" y="10853"/>
                </a:lnTo>
                <a:lnTo>
                  <a:pt x="207" y="10666"/>
                </a:lnTo>
                <a:lnTo>
                  <a:pt x="253" y="10520"/>
                </a:lnTo>
                <a:lnTo>
                  <a:pt x="322" y="10374"/>
                </a:lnTo>
                <a:lnTo>
                  <a:pt x="322" y="10187"/>
                </a:lnTo>
                <a:lnTo>
                  <a:pt x="369" y="10041"/>
                </a:lnTo>
                <a:lnTo>
                  <a:pt x="369" y="9895"/>
                </a:lnTo>
                <a:lnTo>
                  <a:pt x="415" y="9708"/>
                </a:lnTo>
                <a:lnTo>
                  <a:pt x="461" y="9562"/>
                </a:lnTo>
                <a:lnTo>
                  <a:pt x="461" y="9416"/>
                </a:lnTo>
                <a:lnTo>
                  <a:pt x="530" y="9229"/>
                </a:lnTo>
                <a:lnTo>
                  <a:pt x="530" y="9083"/>
                </a:lnTo>
                <a:lnTo>
                  <a:pt x="576" y="8937"/>
                </a:lnTo>
                <a:lnTo>
                  <a:pt x="622" y="8749"/>
                </a:lnTo>
                <a:lnTo>
                  <a:pt x="622" y="8562"/>
                </a:lnTo>
                <a:lnTo>
                  <a:pt x="692" y="8416"/>
                </a:lnTo>
                <a:lnTo>
                  <a:pt x="692" y="8270"/>
                </a:lnTo>
                <a:lnTo>
                  <a:pt x="738" y="8083"/>
                </a:lnTo>
                <a:lnTo>
                  <a:pt x="784" y="7937"/>
                </a:lnTo>
                <a:lnTo>
                  <a:pt x="784" y="7791"/>
                </a:lnTo>
                <a:lnTo>
                  <a:pt x="830" y="7604"/>
                </a:lnTo>
                <a:lnTo>
                  <a:pt x="830" y="7458"/>
                </a:lnTo>
                <a:lnTo>
                  <a:pt x="899" y="7312"/>
                </a:lnTo>
                <a:lnTo>
                  <a:pt x="899" y="7124"/>
                </a:lnTo>
                <a:lnTo>
                  <a:pt x="945" y="6979"/>
                </a:lnTo>
                <a:lnTo>
                  <a:pt x="991" y="6833"/>
                </a:lnTo>
                <a:lnTo>
                  <a:pt x="991" y="6645"/>
                </a:lnTo>
                <a:lnTo>
                  <a:pt x="1061" y="6499"/>
                </a:lnTo>
                <a:lnTo>
                  <a:pt x="1061" y="6354"/>
                </a:lnTo>
                <a:lnTo>
                  <a:pt x="1107" y="6166"/>
                </a:lnTo>
                <a:lnTo>
                  <a:pt x="1153" y="6020"/>
                </a:lnTo>
                <a:lnTo>
                  <a:pt x="1153" y="5874"/>
                </a:lnTo>
                <a:lnTo>
                  <a:pt x="1199" y="5687"/>
                </a:lnTo>
                <a:lnTo>
                  <a:pt x="1199" y="5541"/>
                </a:lnTo>
                <a:lnTo>
                  <a:pt x="1268" y="5395"/>
                </a:lnTo>
                <a:lnTo>
                  <a:pt x="1314" y="5208"/>
                </a:lnTo>
                <a:lnTo>
                  <a:pt x="1314" y="5062"/>
                </a:lnTo>
                <a:lnTo>
                  <a:pt x="1361" y="4874"/>
                </a:lnTo>
                <a:lnTo>
                  <a:pt x="1361" y="4729"/>
                </a:lnTo>
                <a:lnTo>
                  <a:pt x="1407" y="4583"/>
                </a:lnTo>
                <a:lnTo>
                  <a:pt x="1476" y="4395"/>
                </a:lnTo>
                <a:lnTo>
                  <a:pt x="1476" y="4249"/>
                </a:lnTo>
                <a:lnTo>
                  <a:pt x="1522" y="4020"/>
                </a:lnTo>
                <a:lnTo>
                  <a:pt x="1568" y="3874"/>
                </a:lnTo>
                <a:lnTo>
                  <a:pt x="1568" y="3729"/>
                </a:lnTo>
                <a:lnTo>
                  <a:pt x="1637" y="3541"/>
                </a:lnTo>
                <a:lnTo>
                  <a:pt x="1637" y="3395"/>
                </a:lnTo>
                <a:lnTo>
                  <a:pt x="1684" y="3249"/>
                </a:lnTo>
                <a:lnTo>
                  <a:pt x="1684" y="3062"/>
                </a:lnTo>
                <a:lnTo>
                  <a:pt x="1730" y="2916"/>
                </a:lnTo>
                <a:lnTo>
                  <a:pt x="1776" y="2770"/>
                </a:lnTo>
                <a:lnTo>
                  <a:pt x="1776" y="2624"/>
                </a:lnTo>
                <a:lnTo>
                  <a:pt x="1845" y="2395"/>
                </a:lnTo>
                <a:lnTo>
                  <a:pt x="1891" y="2249"/>
                </a:lnTo>
                <a:lnTo>
                  <a:pt x="1891" y="2104"/>
                </a:lnTo>
                <a:lnTo>
                  <a:pt x="1937" y="1916"/>
                </a:lnTo>
                <a:lnTo>
                  <a:pt x="1937" y="1770"/>
                </a:lnTo>
                <a:lnTo>
                  <a:pt x="1983" y="1624"/>
                </a:lnTo>
                <a:lnTo>
                  <a:pt x="1983" y="1437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58"/>
                </a:lnTo>
                <a:lnTo>
                  <a:pt x="2145" y="812"/>
                </a:lnTo>
                <a:lnTo>
                  <a:pt x="2145" y="666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334787" y="3498705"/>
            <a:ext cx="2260" cy="11833"/>
          </a:xfrm>
          <a:custGeom>
            <a:avLst/>
            <a:gdLst/>
            <a:ahLst/>
            <a:cxnLst/>
            <a:rect l="l" t="t" r="r" b="b"/>
            <a:pathLst>
              <a:path w="2260" h="11833">
                <a:moveTo>
                  <a:pt x="0" y="11833"/>
                </a:moveTo>
                <a:lnTo>
                  <a:pt x="0" y="11687"/>
                </a:lnTo>
                <a:lnTo>
                  <a:pt x="46" y="11499"/>
                </a:lnTo>
                <a:lnTo>
                  <a:pt x="46" y="11353"/>
                </a:lnTo>
                <a:lnTo>
                  <a:pt x="115" y="11208"/>
                </a:lnTo>
                <a:lnTo>
                  <a:pt x="161" y="11020"/>
                </a:lnTo>
                <a:lnTo>
                  <a:pt x="161" y="10874"/>
                </a:lnTo>
                <a:lnTo>
                  <a:pt x="207" y="10645"/>
                </a:lnTo>
                <a:lnTo>
                  <a:pt x="276" y="10499"/>
                </a:lnTo>
                <a:lnTo>
                  <a:pt x="276" y="10354"/>
                </a:lnTo>
                <a:lnTo>
                  <a:pt x="322" y="10166"/>
                </a:lnTo>
                <a:lnTo>
                  <a:pt x="322" y="10020"/>
                </a:lnTo>
                <a:lnTo>
                  <a:pt x="369" y="9874"/>
                </a:lnTo>
                <a:lnTo>
                  <a:pt x="415" y="9687"/>
                </a:lnTo>
                <a:lnTo>
                  <a:pt x="415" y="9541"/>
                </a:lnTo>
                <a:lnTo>
                  <a:pt x="484" y="9395"/>
                </a:lnTo>
                <a:lnTo>
                  <a:pt x="484" y="9208"/>
                </a:lnTo>
                <a:lnTo>
                  <a:pt x="530" y="9062"/>
                </a:lnTo>
                <a:lnTo>
                  <a:pt x="530" y="8916"/>
                </a:lnTo>
                <a:lnTo>
                  <a:pt x="576" y="8729"/>
                </a:lnTo>
                <a:lnTo>
                  <a:pt x="622" y="8583"/>
                </a:lnTo>
                <a:lnTo>
                  <a:pt x="622" y="8437"/>
                </a:lnTo>
                <a:lnTo>
                  <a:pt x="692" y="8249"/>
                </a:lnTo>
                <a:lnTo>
                  <a:pt x="738" y="8104"/>
                </a:lnTo>
                <a:lnTo>
                  <a:pt x="738" y="7916"/>
                </a:lnTo>
                <a:lnTo>
                  <a:pt x="784" y="7770"/>
                </a:lnTo>
                <a:lnTo>
                  <a:pt x="784" y="7624"/>
                </a:lnTo>
                <a:lnTo>
                  <a:pt x="853" y="7437"/>
                </a:lnTo>
                <a:lnTo>
                  <a:pt x="853" y="7291"/>
                </a:lnTo>
                <a:lnTo>
                  <a:pt x="899" y="7062"/>
                </a:lnTo>
                <a:lnTo>
                  <a:pt x="945" y="6916"/>
                </a:lnTo>
                <a:lnTo>
                  <a:pt x="945" y="6770"/>
                </a:lnTo>
                <a:lnTo>
                  <a:pt x="991" y="6583"/>
                </a:lnTo>
                <a:lnTo>
                  <a:pt x="1061" y="6437"/>
                </a:lnTo>
                <a:lnTo>
                  <a:pt x="1061" y="6291"/>
                </a:lnTo>
                <a:lnTo>
                  <a:pt x="1107" y="6104"/>
                </a:lnTo>
                <a:lnTo>
                  <a:pt x="1107" y="5958"/>
                </a:lnTo>
                <a:lnTo>
                  <a:pt x="1153" y="5812"/>
                </a:lnTo>
                <a:lnTo>
                  <a:pt x="1222" y="5624"/>
                </a:lnTo>
                <a:lnTo>
                  <a:pt x="1222" y="5479"/>
                </a:lnTo>
                <a:lnTo>
                  <a:pt x="1268" y="5333"/>
                </a:lnTo>
                <a:lnTo>
                  <a:pt x="1268" y="5145"/>
                </a:lnTo>
                <a:lnTo>
                  <a:pt x="1314" y="4999"/>
                </a:lnTo>
                <a:lnTo>
                  <a:pt x="1314" y="4854"/>
                </a:lnTo>
                <a:lnTo>
                  <a:pt x="1361" y="4666"/>
                </a:lnTo>
                <a:lnTo>
                  <a:pt x="1430" y="4520"/>
                </a:lnTo>
                <a:lnTo>
                  <a:pt x="1430" y="4333"/>
                </a:lnTo>
                <a:lnTo>
                  <a:pt x="1476" y="4187"/>
                </a:lnTo>
                <a:lnTo>
                  <a:pt x="1476" y="4041"/>
                </a:lnTo>
                <a:lnTo>
                  <a:pt x="1522" y="3854"/>
                </a:lnTo>
                <a:lnTo>
                  <a:pt x="1568" y="3708"/>
                </a:lnTo>
                <a:lnTo>
                  <a:pt x="1568" y="3479"/>
                </a:lnTo>
                <a:lnTo>
                  <a:pt x="1637" y="3333"/>
                </a:lnTo>
                <a:lnTo>
                  <a:pt x="1684" y="3187"/>
                </a:lnTo>
                <a:lnTo>
                  <a:pt x="1684" y="2999"/>
                </a:lnTo>
                <a:lnTo>
                  <a:pt x="1730" y="2854"/>
                </a:lnTo>
                <a:lnTo>
                  <a:pt x="1730" y="2708"/>
                </a:lnTo>
                <a:lnTo>
                  <a:pt x="1799" y="2520"/>
                </a:lnTo>
                <a:lnTo>
                  <a:pt x="1845" y="2374"/>
                </a:lnTo>
                <a:lnTo>
                  <a:pt x="1845" y="2229"/>
                </a:lnTo>
                <a:lnTo>
                  <a:pt x="1891" y="2041"/>
                </a:lnTo>
                <a:lnTo>
                  <a:pt x="1891" y="1895"/>
                </a:lnTo>
                <a:lnTo>
                  <a:pt x="1937" y="1749"/>
                </a:lnTo>
                <a:lnTo>
                  <a:pt x="1937" y="1562"/>
                </a:lnTo>
                <a:lnTo>
                  <a:pt x="2007" y="1416"/>
                </a:lnTo>
                <a:lnTo>
                  <a:pt x="2053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145" y="749"/>
                </a:lnTo>
                <a:lnTo>
                  <a:pt x="2145" y="604"/>
                </a:lnTo>
                <a:lnTo>
                  <a:pt x="2214" y="458"/>
                </a:lnTo>
                <a:lnTo>
                  <a:pt x="2214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337048" y="3486851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11853"/>
                </a:moveTo>
                <a:lnTo>
                  <a:pt x="46" y="11708"/>
                </a:lnTo>
                <a:lnTo>
                  <a:pt x="115" y="11499"/>
                </a:lnTo>
                <a:lnTo>
                  <a:pt x="115" y="11270"/>
                </a:lnTo>
                <a:lnTo>
                  <a:pt x="161" y="11124"/>
                </a:lnTo>
                <a:lnTo>
                  <a:pt x="207" y="10978"/>
                </a:lnTo>
                <a:lnTo>
                  <a:pt x="207" y="10791"/>
                </a:lnTo>
                <a:lnTo>
                  <a:pt x="253" y="10645"/>
                </a:lnTo>
                <a:lnTo>
                  <a:pt x="253" y="10499"/>
                </a:lnTo>
                <a:lnTo>
                  <a:pt x="322" y="10312"/>
                </a:lnTo>
                <a:lnTo>
                  <a:pt x="369" y="10166"/>
                </a:lnTo>
                <a:lnTo>
                  <a:pt x="369" y="10020"/>
                </a:lnTo>
                <a:lnTo>
                  <a:pt x="415" y="9833"/>
                </a:lnTo>
                <a:lnTo>
                  <a:pt x="415" y="9687"/>
                </a:lnTo>
                <a:lnTo>
                  <a:pt x="484" y="9541"/>
                </a:lnTo>
                <a:lnTo>
                  <a:pt x="484" y="9354"/>
                </a:lnTo>
                <a:lnTo>
                  <a:pt x="530" y="9208"/>
                </a:lnTo>
                <a:lnTo>
                  <a:pt x="576" y="9020"/>
                </a:lnTo>
                <a:lnTo>
                  <a:pt x="576" y="8874"/>
                </a:lnTo>
                <a:lnTo>
                  <a:pt x="622" y="8729"/>
                </a:lnTo>
                <a:lnTo>
                  <a:pt x="692" y="8541"/>
                </a:lnTo>
                <a:lnTo>
                  <a:pt x="692" y="8354"/>
                </a:lnTo>
                <a:lnTo>
                  <a:pt x="738" y="8208"/>
                </a:lnTo>
                <a:lnTo>
                  <a:pt x="738" y="8062"/>
                </a:lnTo>
                <a:lnTo>
                  <a:pt x="784" y="7874"/>
                </a:lnTo>
                <a:lnTo>
                  <a:pt x="830" y="7729"/>
                </a:lnTo>
                <a:lnTo>
                  <a:pt x="830" y="7583"/>
                </a:lnTo>
                <a:lnTo>
                  <a:pt x="899" y="7395"/>
                </a:lnTo>
                <a:lnTo>
                  <a:pt x="899" y="7249"/>
                </a:lnTo>
                <a:lnTo>
                  <a:pt x="945" y="7062"/>
                </a:lnTo>
                <a:lnTo>
                  <a:pt x="945" y="6916"/>
                </a:lnTo>
                <a:lnTo>
                  <a:pt x="991" y="6770"/>
                </a:lnTo>
                <a:lnTo>
                  <a:pt x="1061" y="6583"/>
                </a:lnTo>
                <a:lnTo>
                  <a:pt x="1061" y="6437"/>
                </a:lnTo>
                <a:lnTo>
                  <a:pt x="1107" y="6208"/>
                </a:lnTo>
                <a:lnTo>
                  <a:pt x="1153" y="6062"/>
                </a:lnTo>
                <a:lnTo>
                  <a:pt x="1153" y="5916"/>
                </a:lnTo>
                <a:lnTo>
                  <a:pt x="1199" y="5729"/>
                </a:lnTo>
                <a:lnTo>
                  <a:pt x="1268" y="5583"/>
                </a:lnTo>
                <a:lnTo>
                  <a:pt x="1268" y="5437"/>
                </a:lnTo>
                <a:lnTo>
                  <a:pt x="1314" y="5249"/>
                </a:lnTo>
                <a:lnTo>
                  <a:pt x="1314" y="5104"/>
                </a:lnTo>
                <a:lnTo>
                  <a:pt x="1361" y="4958"/>
                </a:lnTo>
                <a:lnTo>
                  <a:pt x="1361" y="4770"/>
                </a:lnTo>
                <a:lnTo>
                  <a:pt x="1430" y="4624"/>
                </a:lnTo>
                <a:lnTo>
                  <a:pt x="1430" y="4479"/>
                </a:lnTo>
                <a:lnTo>
                  <a:pt x="1476" y="4291"/>
                </a:lnTo>
                <a:lnTo>
                  <a:pt x="1522" y="4145"/>
                </a:lnTo>
                <a:lnTo>
                  <a:pt x="1522" y="3999"/>
                </a:lnTo>
                <a:lnTo>
                  <a:pt x="1568" y="3770"/>
                </a:lnTo>
                <a:lnTo>
                  <a:pt x="1637" y="3624"/>
                </a:lnTo>
                <a:lnTo>
                  <a:pt x="1637" y="3479"/>
                </a:lnTo>
                <a:lnTo>
                  <a:pt x="1684" y="3291"/>
                </a:lnTo>
                <a:lnTo>
                  <a:pt x="1730" y="3145"/>
                </a:lnTo>
                <a:lnTo>
                  <a:pt x="1730" y="2999"/>
                </a:lnTo>
                <a:lnTo>
                  <a:pt x="1776" y="2812"/>
                </a:lnTo>
                <a:lnTo>
                  <a:pt x="1776" y="2666"/>
                </a:lnTo>
                <a:lnTo>
                  <a:pt x="1845" y="2520"/>
                </a:lnTo>
                <a:lnTo>
                  <a:pt x="1845" y="2333"/>
                </a:lnTo>
                <a:lnTo>
                  <a:pt x="1891" y="2187"/>
                </a:lnTo>
                <a:lnTo>
                  <a:pt x="1937" y="2041"/>
                </a:lnTo>
                <a:lnTo>
                  <a:pt x="1937" y="1854"/>
                </a:lnTo>
                <a:lnTo>
                  <a:pt x="2007" y="1708"/>
                </a:lnTo>
                <a:lnTo>
                  <a:pt x="2007" y="1562"/>
                </a:lnTo>
                <a:lnTo>
                  <a:pt x="2053" y="1374"/>
                </a:lnTo>
                <a:lnTo>
                  <a:pt x="2099" y="1229"/>
                </a:lnTo>
                <a:lnTo>
                  <a:pt x="2099" y="1041"/>
                </a:lnTo>
                <a:lnTo>
                  <a:pt x="2145" y="895"/>
                </a:lnTo>
                <a:lnTo>
                  <a:pt x="2145" y="749"/>
                </a:lnTo>
                <a:lnTo>
                  <a:pt x="2214" y="562"/>
                </a:lnTo>
                <a:lnTo>
                  <a:pt x="2260" y="374"/>
                </a:lnTo>
                <a:lnTo>
                  <a:pt x="2260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339355" y="3474997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11853"/>
                </a:moveTo>
                <a:lnTo>
                  <a:pt x="46" y="11708"/>
                </a:lnTo>
                <a:lnTo>
                  <a:pt x="46" y="11520"/>
                </a:lnTo>
                <a:lnTo>
                  <a:pt x="115" y="11374"/>
                </a:lnTo>
                <a:lnTo>
                  <a:pt x="115" y="11228"/>
                </a:lnTo>
                <a:lnTo>
                  <a:pt x="161" y="11041"/>
                </a:lnTo>
                <a:lnTo>
                  <a:pt x="207" y="10895"/>
                </a:lnTo>
                <a:lnTo>
                  <a:pt x="207" y="10749"/>
                </a:lnTo>
                <a:lnTo>
                  <a:pt x="276" y="10562"/>
                </a:lnTo>
                <a:lnTo>
                  <a:pt x="276" y="10416"/>
                </a:lnTo>
                <a:lnTo>
                  <a:pt x="322" y="10270"/>
                </a:lnTo>
                <a:lnTo>
                  <a:pt x="369" y="10083"/>
                </a:lnTo>
                <a:lnTo>
                  <a:pt x="369" y="9937"/>
                </a:lnTo>
                <a:lnTo>
                  <a:pt x="415" y="9791"/>
                </a:lnTo>
                <a:lnTo>
                  <a:pt x="415" y="9645"/>
                </a:lnTo>
                <a:lnTo>
                  <a:pt x="484" y="9499"/>
                </a:lnTo>
                <a:lnTo>
                  <a:pt x="484" y="9312"/>
                </a:lnTo>
                <a:lnTo>
                  <a:pt x="530" y="9166"/>
                </a:lnTo>
                <a:lnTo>
                  <a:pt x="576" y="9020"/>
                </a:lnTo>
                <a:lnTo>
                  <a:pt x="576" y="8833"/>
                </a:lnTo>
                <a:lnTo>
                  <a:pt x="645" y="8687"/>
                </a:lnTo>
                <a:lnTo>
                  <a:pt x="692" y="8499"/>
                </a:lnTo>
                <a:lnTo>
                  <a:pt x="692" y="8354"/>
                </a:lnTo>
                <a:lnTo>
                  <a:pt x="738" y="8124"/>
                </a:lnTo>
                <a:lnTo>
                  <a:pt x="784" y="7979"/>
                </a:lnTo>
                <a:lnTo>
                  <a:pt x="784" y="7833"/>
                </a:lnTo>
                <a:lnTo>
                  <a:pt x="853" y="7687"/>
                </a:lnTo>
                <a:lnTo>
                  <a:pt x="853" y="7541"/>
                </a:lnTo>
                <a:lnTo>
                  <a:pt x="899" y="7354"/>
                </a:lnTo>
                <a:lnTo>
                  <a:pt x="899" y="7208"/>
                </a:lnTo>
                <a:lnTo>
                  <a:pt x="945" y="7062"/>
                </a:lnTo>
                <a:lnTo>
                  <a:pt x="945" y="6874"/>
                </a:lnTo>
                <a:lnTo>
                  <a:pt x="991" y="6729"/>
                </a:lnTo>
                <a:lnTo>
                  <a:pt x="1061" y="6541"/>
                </a:lnTo>
                <a:lnTo>
                  <a:pt x="1061" y="6395"/>
                </a:lnTo>
                <a:lnTo>
                  <a:pt x="1107" y="6249"/>
                </a:lnTo>
                <a:lnTo>
                  <a:pt x="1153" y="6062"/>
                </a:lnTo>
                <a:lnTo>
                  <a:pt x="1153" y="5916"/>
                </a:lnTo>
                <a:lnTo>
                  <a:pt x="1222" y="5729"/>
                </a:lnTo>
                <a:lnTo>
                  <a:pt x="1222" y="5583"/>
                </a:lnTo>
                <a:lnTo>
                  <a:pt x="1268" y="5395"/>
                </a:lnTo>
                <a:lnTo>
                  <a:pt x="1314" y="5249"/>
                </a:lnTo>
                <a:lnTo>
                  <a:pt x="1314" y="5104"/>
                </a:lnTo>
                <a:lnTo>
                  <a:pt x="1361" y="4916"/>
                </a:lnTo>
                <a:lnTo>
                  <a:pt x="1361" y="4770"/>
                </a:lnTo>
                <a:lnTo>
                  <a:pt x="1430" y="4583"/>
                </a:lnTo>
                <a:lnTo>
                  <a:pt x="1430" y="4437"/>
                </a:lnTo>
                <a:lnTo>
                  <a:pt x="1476" y="4291"/>
                </a:lnTo>
                <a:lnTo>
                  <a:pt x="1522" y="4104"/>
                </a:lnTo>
                <a:lnTo>
                  <a:pt x="1522" y="3916"/>
                </a:lnTo>
                <a:lnTo>
                  <a:pt x="1568" y="3770"/>
                </a:lnTo>
                <a:lnTo>
                  <a:pt x="1637" y="3624"/>
                </a:lnTo>
                <a:lnTo>
                  <a:pt x="1637" y="3437"/>
                </a:lnTo>
                <a:lnTo>
                  <a:pt x="1684" y="3291"/>
                </a:lnTo>
                <a:lnTo>
                  <a:pt x="1684" y="3145"/>
                </a:lnTo>
                <a:lnTo>
                  <a:pt x="1730" y="2958"/>
                </a:lnTo>
                <a:lnTo>
                  <a:pt x="1799" y="2812"/>
                </a:lnTo>
                <a:lnTo>
                  <a:pt x="1799" y="2666"/>
                </a:lnTo>
                <a:lnTo>
                  <a:pt x="1845" y="2479"/>
                </a:lnTo>
                <a:lnTo>
                  <a:pt x="1845" y="2333"/>
                </a:lnTo>
                <a:lnTo>
                  <a:pt x="1891" y="2145"/>
                </a:lnTo>
                <a:lnTo>
                  <a:pt x="1937" y="1958"/>
                </a:lnTo>
                <a:lnTo>
                  <a:pt x="1937" y="1812"/>
                </a:lnTo>
                <a:lnTo>
                  <a:pt x="2007" y="1666"/>
                </a:lnTo>
                <a:lnTo>
                  <a:pt x="2007" y="1479"/>
                </a:lnTo>
                <a:lnTo>
                  <a:pt x="2053" y="1333"/>
                </a:lnTo>
                <a:lnTo>
                  <a:pt x="2099" y="1187"/>
                </a:lnTo>
                <a:lnTo>
                  <a:pt x="2099" y="999"/>
                </a:lnTo>
                <a:lnTo>
                  <a:pt x="2168" y="854"/>
                </a:lnTo>
                <a:lnTo>
                  <a:pt x="2168" y="708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341662" y="3463247"/>
            <a:ext cx="2329" cy="11749"/>
          </a:xfrm>
          <a:custGeom>
            <a:avLst/>
            <a:gdLst/>
            <a:ahLst/>
            <a:cxnLst/>
            <a:rect l="l" t="t" r="r" b="b"/>
            <a:pathLst>
              <a:path w="2329" h="11749">
                <a:moveTo>
                  <a:pt x="0" y="11749"/>
                </a:moveTo>
                <a:lnTo>
                  <a:pt x="69" y="11603"/>
                </a:lnTo>
                <a:lnTo>
                  <a:pt x="69" y="11458"/>
                </a:lnTo>
                <a:lnTo>
                  <a:pt x="115" y="11270"/>
                </a:lnTo>
                <a:lnTo>
                  <a:pt x="115" y="11124"/>
                </a:lnTo>
                <a:lnTo>
                  <a:pt x="161" y="10978"/>
                </a:lnTo>
                <a:lnTo>
                  <a:pt x="207" y="10833"/>
                </a:lnTo>
                <a:lnTo>
                  <a:pt x="207" y="10645"/>
                </a:lnTo>
                <a:lnTo>
                  <a:pt x="276" y="10499"/>
                </a:lnTo>
                <a:lnTo>
                  <a:pt x="276" y="10270"/>
                </a:lnTo>
                <a:lnTo>
                  <a:pt x="322" y="10124"/>
                </a:lnTo>
                <a:lnTo>
                  <a:pt x="369" y="9979"/>
                </a:lnTo>
                <a:lnTo>
                  <a:pt x="369" y="9833"/>
                </a:lnTo>
                <a:lnTo>
                  <a:pt x="438" y="9687"/>
                </a:lnTo>
                <a:lnTo>
                  <a:pt x="438" y="9499"/>
                </a:lnTo>
                <a:lnTo>
                  <a:pt x="484" y="9354"/>
                </a:lnTo>
                <a:lnTo>
                  <a:pt x="530" y="9166"/>
                </a:lnTo>
                <a:lnTo>
                  <a:pt x="530" y="9020"/>
                </a:lnTo>
                <a:lnTo>
                  <a:pt x="576" y="8874"/>
                </a:lnTo>
                <a:lnTo>
                  <a:pt x="576" y="8687"/>
                </a:lnTo>
                <a:lnTo>
                  <a:pt x="645" y="8499"/>
                </a:lnTo>
                <a:lnTo>
                  <a:pt x="692" y="8354"/>
                </a:lnTo>
                <a:lnTo>
                  <a:pt x="692" y="8208"/>
                </a:lnTo>
                <a:lnTo>
                  <a:pt x="738" y="8020"/>
                </a:lnTo>
                <a:lnTo>
                  <a:pt x="807" y="7874"/>
                </a:lnTo>
                <a:lnTo>
                  <a:pt x="807" y="7729"/>
                </a:lnTo>
                <a:lnTo>
                  <a:pt x="853" y="7541"/>
                </a:lnTo>
                <a:lnTo>
                  <a:pt x="853" y="7395"/>
                </a:lnTo>
                <a:lnTo>
                  <a:pt x="899" y="7249"/>
                </a:lnTo>
                <a:lnTo>
                  <a:pt x="945" y="7020"/>
                </a:lnTo>
                <a:lnTo>
                  <a:pt x="945" y="6874"/>
                </a:lnTo>
                <a:lnTo>
                  <a:pt x="1015" y="6729"/>
                </a:lnTo>
                <a:lnTo>
                  <a:pt x="1015" y="6541"/>
                </a:lnTo>
                <a:lnTo>
                  <a:pt x="1061" y="6395"/>
                </a:lnTo>
                <a:lnTo>
                  <a:pt x="1061" y="6249"/>
                </a:lnTo>
                <a:lnTo>
                  <a:pt x="1107" y="6104"/>
                </a:lnTo>
                <a:lnTo>
                  <a:pt x="1153" y="5916"/>
                </a:lnTo>
                <a:lnTo>
                  <a:pt x="1153" y="5770"/>
                </a:lnTo>
                <a:lnTo>
                  <a:pt x="1222" y="5541"/>
                </a:lnTo>
                <a:lnTo>
                  <a:pt x="1268" y="5395"/>
                </a:lnTo>
                <a:lnTo>
                  <a:pt x="1268" y="5249"/>
                </a:lnTo>
                <a:lnTo>
                  <a:pt x="1314" y="5104"/>
                </a:lnTo>
                <a:lnTo>
                  <a:pt x="1314" y="4958"/>
                </a:lnTo>
                <a:lnTo>
                  <a:pt x="1384" y="4770"/>
                </a:lnTo>
                <a:lnTo>
                  <a:pt x="1430" y="4624"/>
                </a:lnTo>
                <a:lnTo>
                  <a:pt x="1430" y="4479"/>
                </a:lnTo>
                <a:lnTo>
                  <a:pt x="1476" y="4291"/>
                </a:lnTo>
                <a:lnTo>
                  <a:pt x="1476" y="4145"/>
                </a:lnTo>
                <a:lnTo>
                  <a:pt x="1522" y="3958"/>
                </a:lnTo>
                <a:lnTo>
                  <a:pt x="1591" y="3770"/>
                </a:lnTo>
                <a:lnTo>
                  <a:pt x="1591" y="3624"/>
                </a:lnTo>
                <a:lnTo>
                  <a:pt x="1637" y="3479"/>
                </a:lnTo>
                <a:lnTo>
                  <a:pt x="1637" y="3291"/>
                </a:lnTo>
                <a:lnTo>
                  <a:pt x="1684" y="3145"/>
                </a:lnTo>
                <a:lnTo>
                  <a:pt x="1730" y="2999"/>
                </a:lnTo>
                <a:lnTo>
                  <a:pt x="1730" y="2854"/>
                </a:lnTo>
                <a:lnTo>
                  <a:pt x="1799" y="2666"/>
                </a:lnTo>
                <a:lnTo>
                  <a:pt x="1799" y="2520"/>
                </a:lnTo>
                <a:lnTo>
                  <a:pt x="1845" y="2333"/>
                </a:lnTo>
                <a:lnTo>
                  <a:pt x="1891" y="2187"/>
                </a:lnTo>
                <a:lnTo>
                  <a:pt x="1891" y="1999"/>
                </a:lnTo>
                <a:lnTo>
                  <a:pt x="1960" y="1854"/>
                </a:lnTo>
                <a:lnTo>
                  <a:pt x="1960" y="1708"/>
                </a:lnTo>
                <a:lnTo>
                  <a:pt x="2007" y="1520"/>
                </a:lnTo>
                <a:lnTo>
                  <a:pt x="2053" y="1374"/>
                </a:lnTo>
                <a:lnTo>
                  <a:pt x="2053" y="1187"/>
                </a:lnTo>
                <a:lnTo>
                  <a:pt x="2099" y="999"/>
                </a:lnTo>
                <a:lnTo>
                  <a:pt x="2168" y="854"/>
                </a:lnTo>
                <a:lnTo>
                  <a:pt x="2168" y="708"/>
                </a:lnTo>
                <a:lnTo>
                  <a:pt x="2214" y="520"/>
                </a:lnTo>
                <a:lnTo>
                  <a:pt x="2214" y="374"/>
                </a:lnTo>
                <a:lnTo>
                  <a:pt x="2260" y="229"/>
                </a:lnTo>
                <a:lnTo>
                  <a:pt x="2329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343992" y="3451581"/>
            <a:ext cx="2306" cy="11666"/>
          </a:xfrm>
          <a:custGeom>
            <a:avLst/>
            <a:gdLst/>
            <a:ahLst/>
            <a:cxnLst/>
            <a:rect l="l" t="t" r="r" b="b"/>
            <a:pathLst>
              <a:path w="2306" h="11666">
                <a:moveTo>
                  <a:pt x="0" y="11666"/>
                </a:moveTo>
                <a:lnTo>
                  <a:pt x="0" y="11520"/>
                </a:lnTo>
                <a:lnTo>
                  <a:pt x="46" y="11374"/>
                </a:lnTo>
                <a:lnTo>
                  <a:pt x="92" y="11228"/>
                </a:lnTo>
                <a:lnTo>
                  <a:pt x="92" y="11083"/>
                </a:lnTo>
                <a:lnTo>
                  <a:pt x="138" y="10895"/>
                </a:lnTo>
                <a:lnTo>
                  <a:pt x="138" y="10749"/>
                </a:lnTo>
                <a:lnTo>
                  <a:pt x="207" y="10603"/>
                </a:lnTo>
                <a:lnTo>
                  <a:pt x="207" y="10416"/>
                </a:lnTo>
                <a:lnTo>
                  <a:pt x="253" y="10270"/>
                </a:lnTo>
                <a:lnTo>
                  <a:pt x="299" y="10083"/>
                </a:lnTo>
                <a:lnTo>
                  <a:pt x="299" y="9895"/>
                </a:lnTo>
                <a:lnTo>
                  <a:pt x="346" y="9749"/>
                </a:lnTo>
                <a:lnTo>
                  <a:pt x="346" y="9604"/>
                </a:lnTo>
                <a:lnTo>
                  <a:pt x="415" y="9458"/>
                </a:lnTo>
                <a:lnTo>
                  <a:pt x="461" y="9270"/>
                </a:lnTo>
                <a:lnTo>
                  <a:pt x="461" y="9124"/>
                </a:lnTo>
                <a:lnTo>
                  <a:pt x="507" y="8979"/>
                </a:lnTo>
                <a:lnTo>
                  <a:pt x="576" y="8791"/>
                </a:lnTo>
                <a:lnTo>
                  <a:pt x="576" y="8604"/>
                </a:lnTo>
                <a:lnTo>
                  <a:pt x="622" y="8458"/>
                </a:lnTo>
                <a:lnTo>
                  <a:pt x="622" y="8312"/>
                </a:lnTo>
                <a:lnTo>
                  <a:pt x="669" y="8124"/>
                </a:lnTo>
                <a:lnTo>
                  <a:pt x="715" y="7979"/>
                </a:lnTo>
                <a:lnTo>
                  <a:pt x="715" y="7833"/>
                </a:lnTo>
                <a:lnTo>
                  <a:pt x="784" y="7604"/>
                </a:lnTo>
                <a:lnTo>
                  <a:pt x="830" y="7458"/>
                </a:lnTo>
                <a:lnTo>
                  <a:pt x="830" y="7312"/>
                </a:lnTo>
                <a:lnTo>
                  <a:pt x="876" y="7166"/>
                </a:lnTo>
                <a:lnTo>
                  <a:pt x="876" y="7020"/>
                </a:lnTo>
                <a:lnTo>
                  <a:pt x="945" y="6833"/>
                </a:lnTo>
                <a:lnTo>
                  <a:pt x="945" y="6687"/>
                </a:lnTo>
                <a:lnTo>
                  <a:pt x="991" y="6499"/>
                </a:lnTo>
                <a:lnTo>
                  <a:pt x="1038" y="6312"/>
                </a:lnTo>
                <a:lnTo>
                  <a:pt x="1038" y="6166"/>
                </a:lnTo>
                <a:lnTo>
                  <a:pt x="1084" y="6020"/>
                </a:lnTo>
                <a:lnTo>
                  <a:pt x="1153" y="5833"/>
                </a:lnTo>
                <a:lnTo>
                  <a:pt x="1153" y="5687"/>
                </a:lnTo>
                <a:lnTo>
                  <a:pt x="1199" y="5541"/>
                </a:lnTo>
                <a:lnTo>
                  <a:pt x="1199" y="5395"/>
                </a:lnTo>
                <a:lnTo>
                  <a:pt x="1245" y="5208"/>
                </a:lnTo>
                <a:lnTo>
                  <a:pt x="1245" y="5062"/>
                </a:lnTo>
                <a:lnTo>
                  <a:pt x="1291" y="4874"/>
                </a:lnTo>
                <a:lnTo>
                  <a:pt x="1361" y="4729"/>
                </a:lnTo>
                <a:lnTo>
                  <a:pt x="1361" y="4541"/>
                </a:lnTo>
                <a:lnTo>
                  <a:pt x="1407" y="4395"/>
                </a:lnTo>
                <a:lnTo>
                  <a:pt x="1407" y="4249"/>
                </a:lnTo>
                <a:lnTo>
                  <a:pt x="1453" y="4020"/>
                </a:lnTo>
                <a:lnTo>
                  <a:pt x="1522" y="3874"/>
                </a:lnTo>
                <a:lnTo>
                  <a:pt x="1522" y="3729"/>
                </a:lnTo>
                <a:lnTo>
                  <a:pt x="1568" y="3583"/>
                </a:lnTo>
                <a:lnTo>
                  <a:pt x="1614" y="3437"/>
                </a:lnTo>
                <a:lnTo>
                  <a:pt x="1614" y="3249"/>
                </a:lnTo>
                <a:lnTo>
                  <a:pt x="1660" y="3104"/>
                </a:lnTo>
                <a:lnTo>
                  <a:pt x="1730" y="2916"/>
                </a:lnTo>
                <a:lnTo>
                  <a:pt x="1730" y="2729"/>
                </a:lnTo>
                <a:lnTo>
                  <a:pt x="1776" y="2583"/>
                </a:lnTo>
                <a:lnTo>
                  <a:pt x="1776" y="2437"/>
                </a:lnTo>
                <a:lnTo>
                  <a:pt x="1822" y="2291"/>
                </a:lnTo>
                <a:lnTo>
                  <a:pt x="1868" y="2104"/>
                </a:lnTo>
                <a:lnTo>
                  <a:pt x="1868" y="1958"/>
                </a:lnTo>
                <a:lnTo>
                  <a:pt x="1937" y="1812"/>
                </a:lnTo>
                <a:lnTo>
                  <a:pt x="1937" y="1624"/>
                </a:lnTo>
                <a:lnTo>
                  <a:pt x="1983" y="1437"/>
                </a:lnTo>
                <a:lnTo>
                  <a:pt x="2030" y="1291"/>
                </a:lnTo>
                <a:lnTo>
                  <a:pt x="2030" y="1145"/>
                </a:lnTo>
                <a:lnTo>
                  <a:pt x="2099" y="999"/>
                </a:lnTo>
                <a:lnTo>
                  <a:pt x="2099" y="812"/>
                </a:lnTo>
                <a:lnTo>
                  <a:pt x="2145" y="666"/>
                </a:lnTo>
                <a:lnTo>
                  <a:pt x="2191" y="479"/>
                </a:lnTo>
                <a:lnTo>
                  <a:pt x="2191" y="333"/>
                </a:lnTo>
                <a:lnTo>
                  <a:pt x="2237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346298" y="3439977"/>
            <a:ext cx="2260" cy="11603"/>
          </a:xfrm>
          <a:custGeom>
            <a:avLst/>
            <a:gdLst/>
            <a:ahLst/>
            <a:cxnLst/>
            <a:rect l="l" t="t" r="r" b="b"/>
            <a:pathLst>
              <a:path w="2260" h="11603">
                <a:moveTo>
                  <a:pt x="0" y="11603"/>
                </a:moveTo>
                <a:lnTo>
                  <a:pt x="0" y="11458"/>
                </a:lnTo>
                <a:lnTo>
                  <a:pt x="46" y="11228"/>
                </a:lnTo>
                <a:lnTo>
                  <a:pt x="92" y="11083"/>
                </a:lnTo>
                <a:lnTo>
                  <a:pt x="92" y="10937"/>
                </a:lnTo>
                <a:lnTo>
                  <a:pt x="161" y="10791"/>
                </a:lnTo>
                <a:lnTo>
                  <a:pt x="161" y="10645"/>
                </a:lnTo>
                <a:lnTo>
                  <a:pt x="207" y="10458"/>
                </a:lnTo>
                <a:lnTo>
                  <a:pt x="207" y="10312"/>
                </a:lnTo>
                <a:lnTo>
                  <a:pt x="253" y="10124"/>
                </a:lnTo>
                <a:lnTo>
                  <a:pt x="299" y="9937"/>
                </a:lnTo>
                <a:lnTo>
                  <a:pt x="299" y="9791"/>
                </a:lnTo>
                <a:lnTo>
                  <a:pt x="369" y="9645"/>
                </a:lnTo>
                <a:lnTo>
                  <a:pt x="369" y="9499"/>
                </a:lnTo>
                <a:lnTo>
                  <a:pt x="415" y="9312"/>
                </a:lnTo>
                <a:lnTo>
                  <a:pt x="461" y="9166"/>
                </a:lnTo>
                <a:lnTo>
                  <a:pt x="461" y="9020"/>
                </a:lnTo>
                <a:lnTo>
                  <a:pt x="507" y="8833"/>
                </a:lnTo>
                <a:lnTo>
                  <a:pt x="576" y="8645"/>
                </a:lnTo>
                <a:lnTo>
                  <a:pt x="576" y="8499"/>
                </a:lnTo>
                <a:lnTo>
                  <a:pt x="622" y="8354"/>
                </a:lnTo>
                <a:lnTo>
                  <a:pt x="622" y="8208"/>
                </a:lnTo>
                <a:lnTo>
                  <a:pt x="669" y="8020"/>
                </a:lnTo>
                <a:lnTo>
                  <a:pt x="738" y="7833"/>
                </a:lnTo>
                <a:lnTo>
                  <a:pt x="738" y="7687"/>
                </a:lnTo>
                <a:lnTo>
                  <a:pt x="784" y="7541"/>
                </a:lnTo>
                <a:lnTo>
                  <a:pt x="830" y="7312"/>
                </a:lnTo>
                <a:lnTo>
                  <a:pt x="830" y="7166"/>
                </a:lnTo>
                <a:lnTo>
                  <a:pt x="876" y="7020"/>
                </a:lnTo>
                <a:lnTo>
                  <a:pt x="876" y="6874"/>
                </a:lnTo>
                <a:lnTo>
                  <a:pt x="945" y="6729"/>
                </a:lnTo>
                <a:lnTo>
                  <a:pt x="945" y="6541"/>
                </a:lnTo>
                <a:lnTo>
                  <a:pt x="991" y="6395"/>
                </a:lnTo>
                <a:lnTo>
                  <a:pt x="1038" y="6249"/>
                </a:lnTo>
                <a:lnTo>
                  <a:pt x="1038" y="6020"/>
                </a:lnTo>
                <a:lnTo>
                  <a:pt x="1084" y="5874"/>
                </a:lnTo>
                <a:lnTo>
                  <a:pt x="1153" y="5729"/>
                </a:lnTo>
                <a:lnTo>
                  <a:pt x="1153" y="5583"/>
                </a:lnTo>
                <a:lnTo>
                  <a:pt x="1199" y="5437"/>
                </a:lnTo>
                <a:lnTo>
                  <a:pt x="1245" y="5208"/>
                </a:lnTo>
                <a:lnTo>
                  <a:pt x="1245" y="5062"/>
                </a:lnTo>
                <a:lnTo>
                  <a:pt x="1314" y="4916"/>
                </a:lnTo>
                <a:lnTo>
                  <a:pt x="1314" y="4770"/>
                </a:lnTo>
                <a:lnTo>
                  <a:pt x="1361" y="4624"/>
                </a:lnTo>
                <a:lnTo>
                  <a:pt x="1361" y="4437"/>
                </a:lnTo>
                <a:lnTo>
                  <a:pt x="1407" y="4291"/>
                </a:lnTo>
                <a:lnTo>
                  <a:pt x="1453" y="4104"/>
                </a:lnTo>
                <a:lnTo>
                  <a:pt x="1453" y="3916"/>
                </a:lnTo>
                <a:lnTo>
                  <a:pt x="1522" y="3770"/>
                </a:lnTo>
                <a:lnTo>
                  <a:pt x="1522" y="3624"/>
                </a:lnTo>
                <a:lnTo>
                  <a:pt x="1568" y="3479"/>
                </a:lnTo>
                <a:lnTo>
                  <a:pt x="1614" y="3291"/>
                </a:lnTo>
                <a:lnTo>
                  <a:pt x="1614" y="3104"/>
                </a:lnTo>
                <a:lnTo>
                  <a:pt x="1684" y="2958"/>
                </a:lnTo>
                <a:lnTo>
                  <a:pt x="1730" y="2812"/>
                </a:lnTo>
                <a:lnTo>
                  <a:pt x="1730" y="2666"/>
                </a:lnTo>
                <a:lnTo>
                  <a:pt x="1776" y="2479"/>
                </a:lnTo>
                <a:lnTo>
                  <a:pt x="1822" y="2291"/>
                </a:lnTo>
                <a:lnTo>
                  <a:pt x="1822" y="2145"/>
                </a:lnTo>
                <a:lnTo>
                  <a:pt x="1891" y="1999"/>
                </a:lnTo>
                <a:lnTo>
                  <a:pt x="1891" y="1854"/>
                </a:lnTo>
                <a:lnTo>
                  <a:pt x="1937" y="1666"/>
                </a:lnTo>
                <a:lnTo>
                  <a:pt x="1937" y="1520"/>
                </a:lnTo>
                <a:lnTo>
                  <a:pt x="1983" y="1333"/>
                </a:lnTo>
                <a:lnTo>
                  <a:pt x="2030" y="1187"/>
                </a:lnTo>
                <a:lnTo>
                  <a:pt x="2030" y="1041"/>
                </a:lnTo>
                <a:lnTo>
                  <a:pt x="2099" y="854"/>
                </a:lnTo>
                <a:lnTo>
                  <a:pt x="2099" y="708"/>
                </a:lnTo>
                <a:lnTo>
                  <a:pt x="2145" y="520"/>
                </a:lnTo>
                <a:lnTo>
                  <a:pt x="2191" y="374"/>
                </a:lnTo>
                <a:lnTo>
                  <a:pt x="2191" y="187"/>
                </a:lnTo>
                <a:lnTo>
                  <a:pt x="2260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1348559" y="3428414"/>
            <a:ext cx="2306" cy="11562"/>
          </a:xfrm>
          <a:custGeom>
            <a:avLst/>
            <a:gdLst/>
            <a:ahLst/>
            <a:cxnLst/>
            <a:rect l="l" t="t" r="r" b="b"/>
            <a:pathLst>
              <a:path w="2306" h="11562">
                <a:moveTo>
                  <a:pt x="0" y="11562"/>
                </a:moveTo>
                <a:lnTo>
                  <a:pt x="46" y="11416"/>
                </a:lnTo>
                <a:lnTo>
                  <a:pt x="46" y="11270"/>
                </a:lnTo>
                <a:lnTo>
                  <a:pt x="92" y="11124"/>
                </a:lnTo>
                <a:lnTo>
                  <a:pt x="138" y="10937"/>
                </a:lnTo>
                <a:lnTo>
                  <a:pt x="138" y="10791"/>
                </a:lnTo>
                <a:lnTo>
                  <a:pt x="207" y="10645"/>
                </a:lnTo>
                <a:lnTo>
                  <a:pt x="253" y="10416"/>
                </a:lnTo>
                <a:lnTo>
                  <a:pt x="253" y="10270"/>
                </a:lnTo>
                <a:lnTo>
                  <a:pt x="299" y="10124"/>
                </a:lnTo>
                <a:lnTo>
                  <a:pt x="299" y="9979"/>
                </a:lnTo>
                <a:lnTo>
                  <a:pt x="369" y="9833"/>
                </a:lnTo>
                <a:lnTo>
                  <a:pt x="415" y="9604"/>
                </a:lnTo>
                <a:lnTo>
                  <a:pt x="415" y="9458"/>
                </a:lnTo>
                <a:lnTo>
                  <a:pt x="461" y="9312"/>
                </a:lnTo>
                <a:lnTo>
                  <a:pt x="461" y="9166"/>
                </a:lnTo>
                <a:lnTo>
                  <a:pt x="507" y="9020"/>
                </a:lnTo>
                <a:lnTo>
                  <a:pt x="576" y="8791"/>
                </a:lnTo>
                <a:lnTo>
                  <a:pt x="576" y="8645"/>
                </a:lnTo>
                <a:lnTo>
                  <a:pt x="622" y="8499"/>
                </a:lnTo>
                <a:lnTo>
                  <a:pt x="622" y="8354"/>
                </a:lnTo>
                <a:lnTo>
                  <a:pt x="669" y="8166"/>
                </a:lnTo>
                <a:lnTo>
                  <a:pt x="715" y="7979"/>
                </a:lnTo>
                <a:lnTo>
                  <a:pt x="715" y="7833"/>
                </a:lnTo>
                <a:lnTo>
                  <a:pt x="784" y="7687"/>
                </a:lnTo>
                <a:lnTo>
                  <a:pt x="830" y="7541"/>
                </a:lnTo>
                <a:lnTo>
                  <a:pt x="830" y="7354"/>
                </a:lnTo>
                <a:lnTo>
                  <a:pt x="876" y="7166"/>
                </a:lnTo>
                <a:lnTo>
                  <a:pt x="876" y="7020"/>
                </a:lnTo>
                <a:lnTo>
                  <a:pt x="945" y="6874"/>
                </a:lnTo>
                <a:lnTo>
                  <a:pt x="991" y="6729"/>
                </a:lnTo>
                <a:lnTo>
                  <a:pt x="991" y="6541"/>
                </a:lnTo>
                <a:lnTo>
                  <a:pt x="1038" y="6354"/>
                </a:lnTo>
                <a:lnTo>
                  <a:pt x="1084" y="6208"/>
                </a:lnTo>
                <a:lnTo>
                  <a:pt x="1084" y="6062"/>
                </a:lnTo>
                <a:lnTo>
                  <a:pt x="1153" y="5916"/>
                </a:lnTo>
                <a:lnTo>
                  <a:pt x="1153" y="5729"/>
                </a:lnTo>
                <a:lnTo>
                  <a:pt x="1199" y="5541"/>
                </a:lnTo>
                <a:lnTo>
                  <a:pt x="1245" y="5395"/>
                </a:lnTo>
                <a:lnTo>
                  <a:pt x="1245" y="5249"/>
                </a:lnTo>
                <a:lnTo>
                  <a:pt x="1291" y="5104"/>
                </a:lnTo>
                <a:lnTo>
                  <a:pt x="1291" y="4916"/>
                </a:lnTo>
                <a:lnTo>
                  <a:pt x="1361" y="4770"/>
                </a:lnTo>
                <a:lnTo>
                  <a:pt x="1407" y="4583"/>
                </a:lnTo>
                <a:lnTo>
                  <a:pt x="1407" y="4437"/>
                </a:lnTo>
                <a:lnTo>
                  <a:pt x="1453" y="4291"/>
                </a:lnTo>
                <a:lnTo>
                  <a:pt x="1453" y="4104"/>
                </a:lnTo>
                <a:lnTo>
                  <a:pt x="1522" y="3958"/>
                </a:lnTo>
                <a:lnTo>
                  <a:pt x="1568" y="3770"/>
                </a:lnTo>
                <a:lnTo>
                  <a:pt x="1568" y="3624"/>
                </a:lnTo>
                <a:lnTo>
                  <a:pt x="1614" y="3479"/>
                </a:lnTo>
                <a:lnTo>
                  <a:pt x="1660" y="3291"/>
                </a:lnTo>
                <a:lnTo>
                  <a:pt x="1660" y="3145"/>
                </a:lnTo>
                <a:lnTo>
                  <a:pt x="1730" y="2958"/>
                </a:lnTo>
                <a:lnTo>
                  <a:pt x="1776" y="2770"/>
                </a:lnTo>
                <a:lnTo>
                  <a:pt x="1776" y="2624"/>
                </a:lnTo>
                <a:lnTo>
                  <a:pt x="1822" y="2479"/>
                </a:lnTo>
                <a:lnTo>
                  <a:pt x="1822" y="2333"/>
                </a:lnTo>
                <a:lnTo>
                  <a:pt x="1891" y="2145"/>
                </a:lnTo>
                <a:lnTo>
                  <a:pt x="1937" y="1958"/>
                </a:lnTo>
                <a:lnTo>
                  <a:pt x="1937" y="1812"/>
                </a:lnTo>
                <a:lnTo>
                  <a:pt x="1983" y="1666"/>
                </a:lnTo>
                <a:lnTo>
                  <a:pt x="1983" y="1520"/>
                </a:lnTo>
                <a:lnTo>
                  <a:pt x="2030" y="1333"/>
                </a:lnTo>
                <a:lnTo>
                  <a:pt x="2099" y="1145"/>
                </a:lnTo>
                <a:lnTo>
                  <a:pt x="2099" y="999"/>
                </a:lnTo>
                <a:lnTo>
                  <a:pt x="2145" y="854"/>
                </a:lnTo>
                <a:lnTo>
                  <a:pt x="2145" y="708"/>
                </a:lnTo>
                <a:lnTo>
                  <a:pt x="2191" y="520"/>
                </a:lnTo>
                <a:lnTo>
                  <a:pt x="2237" y="374"/>
                </a:lnTo>
                <a:lnTo>
                  <a:pt x="2237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1350866" y="3416998"/>
            <a:ext cx="2306" cy="11416"/>
          </a:xfrm>
          <a:custGeom>
            <a:avLst/>
            <a:gdLst/>
            <a:ahLst/>
            <a:cxnLst/>
            <a:rect l="l" t="t" r="r" b="b"/>
            <a:pathLst>
              <a:path w="2306" h="11416">
                <a:moveTo>
                  <a:pt x="0" y="11416"/>
                </a:moveTo>
                <a:lnTo>
                  <a:pt x="46" y="11270"/>
                </a:lnTo>
                <a:lnTo>
                  <a:pt x="46" y="11124"/>
                </a:lnTo>
                <a:lnTo>
                  <a:pt x="92" y="10978"/>
                </a:lnTo>
                <a:lnTo>
                  <a:pt x="161" y="10791"/>
                </a:lnTo>
                <a:lnTo>
                  <a:pt x="161" y="10603"/>
                </a:lnTo>
                <a:lnTo>
                  <a:pt x="207" y="10458"/>
                </a:lnTo>
                <a:lnTo>
                  <a:pt x="207" y="10312"/>
                </a:lnTo>
                <a:lnTo>
                  <a:pt x="253" y="10166"/>
                </a:lnTo>
                <a:lnTo>
                  <a:pt x="299" y="9979"/>
                </a:lnTo>
                <a:lnTo>
                  <a:pt x="299" y="9833"/>
                </a:lnTo>
                <a:lnTo>
                  <a:pt x="369" y="9687"/>
                </a:lnTo>
                <a:lnTo>
                  <a:pt x="369" y="9499"/>
                </a:lnTo>
                <a:lnTo>
                  <a:pt x="415" y="9354"/>
                </a:lnTo>
                <a:lnTo>
                  <a:pt x="461" y="9166"/>
                </a:lnTo>
                <a:lnTo>
                  <a:pt x="461" y="9020"/>
                </a:lnTo>
                <a:lnTo>
                  <a:pt x="530" y="8833"/>
                </a:lnTo>
                <a:lnTo>
                  <a:pt x="576" y="8645"/>
                </a:lnTo>
                <a:lnTo>
                  <a:pt x="576" y="8499"/>
                </a:lnTo>
                <a:lnTo>
                  <a:pt x="622" y="8354"/>
                </a:lnTo>
                <a:lnTo>
                  <a:pt x="622" y="8208"/>
                </a:lnTo>
                <a:lnTo>
                  <a:pt x="669" y="8020"/>
                </a:lnTo>
                <a:lnTo>
                  <a:pt x="738" y="7874"/>
                </a:lnTo>
                <a:lnTo>
                  <a:pt x="738" y="7729"/>
                </a:lnTo>
                <a:lnTo>
                  <a:pt x="784" y="7541"/>
                </a:lnTo>
                <a:lnTo>
                  <a:pt x="830" y="7395"/>
                </a:lnTo>
                <a:lnTo>
                  <a:pt x="830" y="7208"/>
                </a:lnTo>
                <a:lnTo>
                  <a:pt x="876" y="7062"/>
                </a:lnTo>
                <a:lnTo>
                  <a:pt x="876" y="6916"/>
                </a:lnTo>
                <a:lnTo>
                  <a:pt x="945" y="6687"/>
                </a:lnTo>
                <a:lnTo>
                  <a:pt x="991" y="6541"/>
                </a:lnTo>
                <a:lnTo>
                  <a:pt x="991" y="6395"/>
                </a:lnTo>
                <a:lnTo>
                  <a:pt x="1038" y="6249"/>
                </a:lnTo>
                <a:lnTo>
                  <a:pt x="1038" y="6104"/>
                </a:lnTo>
                <a:lnTo>
                  <a:pt x="1107" y="5916"/>
                </a:lnTo>
                <a:lnTo>
                  <a:pt x="1153" y="5770"/>
                </a:lnTo>
                <a:lnTo>
                  <a:pt x="1199" y="5541"/>
                </a:lnTo>
                <a:lnTo>
                  <a:pt x="1199" y="5395"/>
                </a:lnTo>
                <a:lnTo>
                  <a:pt x="1245" y="5249"/>
                </a:lnTo>
                <a:lnTo>
                  <a:pt x="1245" y="5104"/>
                </a:lnTo>
                <a:lnTo>
                  <a:pt x="1314" y="4958"/>
                </a:lnTo>
                <a:lnTo>
                  <a:pt x="1361" y="4770"/>
                </a:lnTo>
                <a:lnTo>
                  <a:pt x="1361" y="4624"/>
                </a:lnTo>
                <a:lnTo>
                  <a:pt x="1407" y="4395"/>
                </a:lnTo>
                <a:lnTo>
                  <a:pt x="1453" y="4249"/>
                </a:lnTo>
                <a:lnTo>
                  <a:pt x="1453" y="4104"/>
                </a:lnTo>
                <a:lnTo>
                  <a:pt x="1522" y="3958"/>
                </a:lnTo>
                <a:lnTo>
                  <a:pt x="1522" y="3812"/>
                </a:lnTo>
                <a:lnTo>
                  <a:pt x="1568" y="3624"/>
                </a:lnTo>
                <a:lnTo>
                  <a:pt x="1568" y="3479"/>
                </a:lnTo>
                <a:lnTo>
                  <a:pt x="1614" y="3333"/>
                </a:lnTo>
                <a:lnTo>
                  <a:pt x="1684" y="3145"/>
                </a:lnTo>
                <a:lnTo>
                  <a:pt x="1684" y="2958"/>
                </a:lnTo>
                <a:lnTo>
                  <a:pt x="1730" y="2812"/>
                </a:lnTo>
                <a:lnTo>
                  <a:pt x="1776" y="2666"/>
                </a:lnTo>
                <a:lnTo>
                  <a:pt x="1776" y="2520"/>
                </a:lnTo>
                <a:lnTo>
                  <a:pt x="1822" y="2333"/>
                </a:lnTo>
                <a:lnTo>
                  <a:pt x="1891" y="2187"/>
                </a:lnTo>
                <a:lnTo>
                  <a:pt x="1891" y="1999"/>
                </a:lnTo>
                <a:lnTo>
                  <a:pt x="1937" y="1812"/>
                </a:lnTo>
                <a:lnTo>
                  <a:pt x="1983" y="1666"/>
                </a:lnTo>
                <a:lnTo>
                  <a:pt x="1983" y="1520"/>
                </a:lnTo>
                <a:lnTo>
                  <a:pt x="2053" y="1374"/>
                </a:lnTo>
                <a:lnTo>
                  <a:pt x="2053" y="1187"/>
                </a:lnTo>
                <a:lnTo>
                  <a:pt x="2099" y="1041"/>
                </a:lnTo>
                <a:lnTo>
                  <a:pt x="2145" y="854"/>
                </a:lnTo>
                <a:lnTo>
                  <a:pt x="2145" y="666"/>
                </a:lnTo>
                <a:lnTo>
                  <a:pt x="2191" y="520"/>
                </a:lnTo>
                <a:lnTo>
                  <a:pt x="2191" y="374"/>
                </a:lnTo>
                <a:lnTo>
                  <a:pt x="2260" y="229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1353173" y="3405665"/>
            <a:ext cx="2306" cy="11333"/>
          </a:xfrm>
          <a:custGeom>
            <a:avLst/>
            <a:gdLst/>
            <a:ahLst/>
            <a:cxnLst/>
            <a:rect l="l" t="t" r="r" b="b"/>
            <a:pathLst>
              <a:path w="2306" h="11333">
                <a:moveTo>
                  <a:pt x="0" y="11333"/>
                </a:moveTo>
                <a:lnTo>
                  <a:pt x="46" y="11145"/>
                </a:lnTo>
                <a:lnTo>
                  <a:pt x="46" y="10999"/>
                </a:lnTo>
                <a:lnTo>
                  <a:pt x="92" y="10853"/>
                </a:lnTo>
                <a:lnTo>
                  <a:pt x="92" y="10708"/>
                </a:lnTo>
                <a:lnTo>
                  <a:pt x="161" y="10562"/>
                </a:lnTo>
                <a:lnTo>
                  <a:pt x="161" y="10416"/>
                </a:lnTo>
                <a:lnTo>
                  <a:pt x="207" y="10270"/>
                </a:lnTo>
                <a:lnTo>
                  <a:pt x="253" y="10083"/>
                </a:lnTo>
                <a:lnTo>
                  <a:pt x="253" y="9937"/>
                </a:lnTo>
                <a:lnTo>
                  <a:pt x="322" y="9749"/>
                </a:lnTo>
                <a:lnTo>
                  <a:pt x="322" y="9604"/>
                </a:lnTo>
                <a:lnTo>
                  <a:pt x="369" y="9374"/>
                </a:lnTo>
                <a:lnTo>
                  <a:pt x="415" y="9229"/>
                </a:lnTo>
                <a:lnTo>
                  <a:pt x="415" y="9083"/>
                </a:lnTo>
                <a:lnTo>
                  <a:pt x="461" y="8937"/>
                </a:lnTo>
                <a:lnTo>
                  <a:pt x="530" y="8791"/>
                </a:lnTo>
                <a:lnTo>
                  <a:pt x="530" y="8604"/>
                </a:lnTo>
                <a:lnTo>
                  <a:pt x="576" y="8458"/>
                </a:lnTo>
                <a:lnTo>
                  <a:pt x="622" y="8312"/>
                </a:lnTo>
                <a:lnTo>
                  <a:pt x="622" y="8124"/>
                </a:lnTo>
                <a:lnTo>
                  <a:pt x="692" y="7937"/>
                </a:lnTo>
                <a:lnTo>
                  <a:pt x="738" y="7791"/>
                </a:lnTo>
                <a:lnTo>
                  <a:pt x="738" y="7645"/>
                </a:lnTo>
                <a:lnTo>
                  <a:pt x="784" y="7499"/>
                </a:lnTo>
                <a:lnTo>
                  <a:pt x="784" y="7312"/>
                </a:lnTo>
                <a:lnTo>
                  <a:pt x="830" y="7166"/>
                </a:lnTo>
                <a:lnTo>
                  <a:pt x="899" y="6979"/>
                </a:lnTo>
                <a:lnTo>
                  <a:pt x="899" y="6833"/>
                </a:lnTo>
                <a:lnTo>
                  <a:pt x="945" y="6687"/>
                </a:lnTo>
                <a:lnTo>
                  <a:pt x="991" y="6458"/>
                </a:lnTo>
                <a:lnTo>
                  <a:pt x="991" y="6312"/>
                </a:lnTo>
                <a:lnTo>
                  <a:pt x="1038" y="6166"/>
                </a:lnTo>
                <a:lnTo>
                  <a:pt x="1038" y="6020"/>
                </a:lnTo>
                <a:lnTo>
                  <a:pt x="1107" y="5833"/>
                </a:lnTo>
                <a:lnTo>
                  <a:pt x="1153" y="5687"/>
                </a:lnTo>
                <a:lnTo>
                  <a:pt x="1153" y="5541"/>
                </a:lnTo>
                <a:lnTo>
                  <a:pt x="1199" y="5354"/>
                </a:lnTo>
                <a:lnTo>
                  <a:pt x="1199" y="5208"/>
                </a:lnTo>
                <a:lnTo>
                  <a:pt x="1268" y="4979"/>
                </a:lnTo>
                <a:lnTo>
                  <a:pt x="1314" y="4833"/>
                </a:lnTo>
                <a:lnTo>
                  <a:pt x="1361" y="4645"/>
                </a:lnTo>
                <a:lnTo>
                  <a:pt x="1361" y="4499"/>
                </a:lnTo>
                <a:lnTo>
                  <a:pt x="1407" y="4354"/>
                </a:lnTo>
                <a:lnTo>
                  <a:pt x="1407" y="4208"/>
                </a:lnTo>
                <a:lnTo>
                  <a:pt x="1476" y="4062"/>
                </a:lnTo>
                <a:lnTo>
                  <a:pt x="1476" y="3916"/>
                </a:lnTo>
                <a:lnTo>
                  <a:pt x="1522" y="3729"/>
                </a:lnTo>
                <a:lnTo>
                  <a:pt x="1568" y="3583"/>
                </a:lnTo>
                <a:lnTo>
                  <a:pt x="1568" y="3395"/>
                </a:lnTo>
                <a:lnTo>
                  <a:pt x="1614" y="3249"/>
                </a:lnTo>
                <a:lnTo>
                  <a:pt x="1684" y="3104"/>
                </a:lnTo>
                <a:lnTo>
                  <a:pt x="1684" y="2874"/>
                </a:lnTo>
                <a:lnTo>
                  <a:pt x="1730" y="2729"/>
                </a:lnTo>
                <a:lnTo>
                  <a:pt x="1776" y="2541"/>
                </a:lnTo>
                <a:lnTo>
                  <a:pt x="1776" y="2395"/>
                </a:lnTo>
                <a:lnTo>
                  <a:pt x="1845" y="2249"/>
                </a:lnTo>
                <a:lnTo>
                  <a:pt x="1891" y="2104"/>
                </a:lnTo>
                <a:lnTo>
                  <a:pt x="1891" y="1958"/>
                </a:lnTo>
                <a:lnTo>
                  <a:pt x="1937" y="1770"/>
                </a:lnTo>
                <a:lnTo>
                  <a:pt x="1937" y="1624"/>
                </a:lnTo>
                <a:lnTo>
                  <a:pt x="1983" y="1437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58"/>
                </a:lnTo>
                <a:lnTo>
                  <a:pt x="2145" y="812"/>
                </a:lnTo>
                <a:lnTo>
                  <a:pt x="2145" y="624"/>
                </a:lnTo>
                <a:lnTo>
                  <a:pt x="2214" y="437"/>
                </a:lnTo>
                <a:lnTo>
                  <a:pt x="2260" y="291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1355480" y="3394436"/>
            <a:ext cx="2260" cy="11228"/>
          </a:xfrm>
          <a:custGeom>
            <a:avLst/>
            <a:gdLst/>
            <a:ahLst/>
            <a:cxnLst/>
            <a:rect l="l" t="t" r="r" b="b"/>
            <a:pathLst>
              <a:path w="2260" h="11228">
                <a:moveTo>
                  <a:pt x="0" y="11228"/>
                </a:moveTo>
                <a:lnTo>
                  <a:pt x="0" y="11041"/>
                </a:lnTo>
                <a:lnTo>
                  <a:pt x="46" y="10895"/>
                </a:lnTo>
                <a:lnTo>
                  <a:pt x="46" y="10749"/>
                </a:lnTo>
                <a:lnTo>
                  <a:pt x="115" y="10562"/>
                </a:lnTo>
                <a:lnTo>
                  <a:pt x="161" y="10416"/>
                </a:lnTo>
                <a:lnTo>
                  <a:pt x="207" y="10229"/>
                </a:lnTo>
                <a:lnTo>
                  <a:pt x="207" y="10083"/>
                </a:lnTo>
                <a:lnTo>
                  <a:pt x="253" y="9854"/>
                </a:lnTo>
                <a:lnTo>
                  <a:pt x="322" y="9708"/>
                </a:lnTo>
                <a:lnTo>
                  <a:pt x="322" y="9520"/>
                </a:lnTo>
                <a:lnTo>
                  <a:pt x="369" y="9374"/>
                </a:lnTo>
                <a:lnTo>
                  <a:pt x="369" y="9229"/>
                </a:lnTo>
                <a:lnTo>
                  <a:pt x="415" y="9083"/>
                </a:lnTo>
                <a:lnTo>
                  <a:pt x="484" y="8895"/>
                </a:lnTo>
                <a:lnTo>
                  <a:pt x="484" y="8749"/>
                </a:lnTo>
                <a:lnTo>
                  <a:pt x="530" y="8604"/>
                </a:lnTo>
                <a:lnTo>
                  <a:pt x="530" y="8458"/>
                </a:lnTo>
                <a:lnTo>
                  <a:pt x="576" y="8270"/>
                </a:lnTo>
                <a:lnTo>
                  <a:pt x="622" y="8124"/>
                </a:lnTo>
                <a:lnTo>
                  <a:pt x="622" y="7979"/>
                </a:lnTo>
                <a:lnTo>
                  <a:pt x="692" y="7791"/>
                </a:lnTo>
                <a:lnTo>
                  <a:pt x="738" y="7645"/>
                </a:lnTo>
                <a:lnTo>
                  <a:pt x="738" y="7458"/>
                </a:lnTo>
                <a:lnTo>
                  <a:pt x="784" y="7312"/>
                </a:lnTo>
                <a:lnTo>
                  <a:pt x="830" y="7166"/>
                </a:lnTo>
                <a:lnTo>
                  <a:pt x="830" y="6979"/>
                </a:lnTo>
                <a:lnTo>
                  <a:pt x="899" y="6833"/>
                </a:lnTo>
                <a:lnTo>
                  <a:pt x="899" y="6645"/>
                </a:lnTo>
                <a:lnTo>
                  <a:pt x="945" y="6499"/>
                </a:lnTo>
                <a:lnTo>
                  <a:pt x="991" y="6312"/>
                </a:lnTo>
                <a:lnTo>
                  <a:pt x="991" y="6124"/>
                </a:lnTo>
                <a:lnTo>
                  <a:pt x="1061" y="5979"/>
                </a:lnTo>
                <a:lnTo>
                  <a:pt x="1107" y="5791"/>
                </a:lnTo>
                <a:lnTo>
                  <a:pt x="1107" y="5645"/>
                </a:lnTo>
                <a:lnTo>
                  <a:pt x="1153" y="5499"/>
                </a:lnTo>
                <a:lnTo>
                  <a:pt x="1199" y="5354"/>
                </a:lnTo>
                <a:lnTo>
                  <a:pt x="1199" y="5166"/>
                </a:lnTo>
                <a:lnTo>
                  <a:pt x="1268" y="5020"/>
                </a:lnTo>
                <a:lnTo>
                  <a:pt x="1314" y="4833"/>
                </a:lnTo>
                <a:lnTo>
                  <a:pt x="1314" y="4687"/>
                </a:lnTo>
                <a:lnTo>
                  <a:pt x="1361" y="4541"/>
                </a:lnTo>
                <a:lnTo>
                  <a:pt x="1361" y="4395"/>
                </a:lnTo>
                <a:lnTo>
                  <a:pt x="1430" y="4208"/>
                </a:lnTo>
                <a:lnTo>
                  <a:pt x="1476" y="4062"/>
                </a:lnTo>
                <a:lnTo>
                  <a:pt x="1476" y="3874"/>
                </a:lnTo>
                <a:lnTo>
                  <a:pt x="1522" y="3729"/>
                </a:lnTo>
                <a:lnTo>
                  <a:pt x="1522" y="3583"/>
                </a:lnTo>
                <a:lnTo>
                  <a:pt x="1568" y="3395"/>
                </a:lnTo>
                <a:lnTo>
                  <a:pt x="1637" y="3249"/>
                </a:lnTo>
                <a:lnTo>
                  <a:pt x="1684" y="3062"/>
                </a:lnTo>
                <a:lnTo>
                  <a:pt x="1684" y="2916"/>
                </a:lnTo>
                <a:lnTo>
                  <a:pt x="1730" y="2729"/>
                </a:lnTo>
                <a:lnTo>
                  <a:pt x="1730" y="2583"/>
                </a:lnTo>
                <a:lnTo>
                  <a:pt x="1776" y="2437"/>
                </a:lnTo>
                <a:lnTo>
                  <a:pt x="1845" y="2249"/>
                </a:lnTo>
                <a:lnTo>
                  <a:pt x="1845" y="2104"/>
                </a:lnTo>
                <a:lnTo>
                  <a:pt x="1891" y="1916"/>
                </a:lnTo>
                <a:lnTo>
                  <a:pt x="1937" y="1770"/>
                </a:lnTo>
                <a:lnTo>
                  <a:pt x="1937" y="1624"/>
                </a:lnTo>
                <a:lnTo>
                  <a:pt x="2007" y="1437"/>
                </a:lnTo>
                <a:lnTo>
                  <a:pt x="2007" y="1291"/>
                </a:lnTo>
                <a:lnTo>
                  <a:pt x="2053" y="1104"/>
                </a:lnTo>
                <a:lnTo>
                  <a:pt x="2099" y="958"/>
                </a:lnTo>
                <a:lnTo>
                  <a:pt x="2099" y="812"/>
                </a:lnTo>
                <a:lnTo>
                  <a:pt x="2145" y="624"/>
                </a:lnTo>
                <a:lnTo>
                  <a:pt x="2214" y="479"/>
                </a:lnTo>
                <a:lnTo>
                  <a:pt x="2214" y="291"/>
                </a:lnTo>
                <a:lnTo>
                  <a:pt x="2260" y="145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1357741" y="3383353"/>
            <a:ext cx="2306" cy="11083"/>
          </a:xfrm>
          <a:custGeom>
            <a:avLst/>
            <a:gdLst/>
            <a:ahLst/>
            <a:cxnLst/>
            <a:rect l="l" t="t" r="r" b="b"/>
            <a:pathLst>
              <a:path w="2306" h="11083">
                <a:moveTo>
                  <a:pt x="0" y="11083"/>
                </a:moveTo>
                <a:lnTo>
                  <a:pt x="46" y="10895"/>
                </a:lnTo>
                <a:lnTo>
                  <a:pt x="115" y="10749"/>
                </a:lnTo>
                <a:lnTo>
                  <a:pt x="161" y="10562"/>
                </a:lnTo>
                <a:lnTo>
                  <a:pt x="161" y="10416"/>
                </a:lnTo>
                <a:lnTo>
                  <a:pt x="207" y="10187"/>
                </a:lnTo>
                <a:lnTo>
                  <a:pt x="253" y="10041"/>
                </a:lnTo>
                <a:lnTo>
                  <a:pt x="253" y="9854"/>
                </a:lnTo>
                <a:lnTo>
                  <a:pt x="322" y="9708"/>
                </a:lnTo>
                <a:lnTo>
                  <a:pt x="369" y="9520"/>
                </a:lnTo>
                <a:lnTo>
                  <a:pt x="369" y="9374"/>
                </a:lnTo>
                <a:lnTo>
                  <a:pt x="415" y="9187"/>
                </a:lnTo>
                <a:lnTo>
                  <a:pt x="461" y="9041"/>
                </a:lnTo>
                <a:lnTo>
                  <a:pt x="461" y="8854"/>
                </a:lnTo>
                <a:lnTo>
                  <a:pt x="530" y="8708"/>
                </a:lnTo>
                <a:lnTo>
                  <a:pt x="576" y="8520"/>
                </a:lnTo>
                <a:lnTo>
                  <a:pt x="576" y="8374"/>
                </a:lnTo>
                <a:lnTo>
                  <a:pt x="622" y="8187"/>
                </a:lnTo>
                <a:lnTo>
                  <a:pt x="692" y="8041"/>
                </a:lnTo>
                <a:lnTo>
                  <a:pt x="692" y="7854"/>
                </a:lnTo>
                <a:lnTo>
                  <a:pt x="738" y="7708"/>
                </a:lnTo>
                <a:lnTo>
                  <a:pt x="784" y="7499"/>
                </a:lnTo>
                <a:lnTo>
                  <a:pt x="784" y="7312"/>
                </a:lnTo>
                <a:lnTo>
                  <a:pt x="830" y="7166"/>
                </a:lnTo>
                <a:lnTo>
                  <a:pt x="899" y="6979"/>
                </a:lnTo>
                <a:lnTo>
                  <a:pt x="899" y="6833"/>
                </a:lnTo>
                <a:lnTo>
                  <a:pt x="945" y="6645"/>
                </a:lnTo>
                <a:lnTo>
                  <a:pt x="945" y="6499"/>
                </a:lnTo>
                <a:lnTo>
                  <a:pt x="991" y="6354"/>
                </a:lnTo>
                <a:lnTo>
                  <a:pt x="1038" y="6166"/>
                </a:lnTo>
                <a:lnTo>
                  <a:pt x="1038" y="6020"/>
                </a:lnTo>
                <a:lnTo>
                  <a:pt x="1107" y="5833"/>
                </a:lnTo>
                <a:lnTo>
                  <a:pt x="1153" y="5687"/>
                </a:lnTo>
                <a:lnTo>
                  <a:pt x="1153" y="5541"/>
                </a:lnTo>
                <a:lnTo>
                  <a:pt x="1199" y="5354"/>
                </a:lnTo>
                <a:lnTo>
                  <a:pt x="1268" y="5208"/>
                </a:lnTo>
                <a:lnTo>
                  <a:pt x="1268" y="5020"/>
                </a:lnTo>
                <a:lnTo>
                  <a:pt x="1314" y="4874"/>
                </a:lnTo>
                <a:lnTo>
                  <a:pt x="1361" y="4729"/>
                </a:lnTo>
                <a:lnTo>
                  <a:pt x="1361" y="4499"/>
                </a:lnTo>
                <a:lnTo>
                  <a:pt x="1407" y="4354"/>
                </a:lnTo>
                <a:lnTo>
                  <a:pt x="1476" y="4166"/>
                </a:lnTo>
                <a:lnTo>
                  <a:pt x="1476" y="4020"/>
                </a:lnTo>
                <a:lnTo>
                  <a:pt x="1522" y="3833"/>
                </a:lnTo>
                <a:lnTo>
                  <a:pt x="1568" y="3687"/>
                </a:lnTo>
                <a:lnTo>
                  <a:pt x="1568" y="3499"/>
                </a:lnTo>
                <a:lnTo>
                  <a:pt x="1637" y="3354"/>
                </a:lnTo>
                <a:lnTo>
                  <a:pt x="1684" y="3166"/>
                </a:lnTo>
                <a:lnTo>
                  <a:pt x="1684" y="3020"/>
                </a:lnTo>
                <a:lnTo>
                  <a:pt x="1730" y="2833"/>
                </a:lnTo>
                <a:lnTo>
                  <a:pt x="1776" y="2687"/>
                </a:lnTo>
                <a:lnTo>
                  <a:pt x="1776" y="2499"/>
                </a:lnTo>
                <a:lnTo>
                  <a:pt x="1845" y="2354"/>
                </a:lnTo>
                <a:lnTo>
                  <a:pt x="1891" y="2166"/>
                </a:lnTo>
                <a:lnTo>
                  <a:pt x="1891" y="2020"/>
                </a:lnTo>
                <a:lnTo>
                  <a:pt x="1937" y="1874"/>
                </a:lnTo>
                <a:lnTo>
                  <a:pt x="1937" y="1729"/>
                </a:lnTo>
                <a:lnTo>
                  <a:pt x="1983" y="1583"/>
                </a:lnTo>
                <a:lnTo>
                  <a:pt x="2053" y="1437"/>
                </a:lnTo>
                <a:lnTo>
                  <a:pt x="2053" y="1291"/>
                </a:lnTo>
                <a:lnTo>
                  <a:pt x="2099" y="1104"/>
                </a:lnTo>
                <a:lnTo>
                  <a:pt x="2099" y="958"/>
                </a:lnTo>
                <a:lnTo>
                  <a:pt x="2145" y="770"/>
                </a:lnTo>
                <a:lnTo>
                  <a:pt x="2214" y="624"/>
                </a:lnTo>
                <a:lnTo>
                  <a:pt x="2214" y="479"/>
                </a:lnTo>
                <a:lnTo>
                  <a:pt x="2260" y="333"/>
                </a:lnTo>
                <a:lnTo>
                  <a:pt x="2306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1360048" y="3372415"/>
            <a:ext cx="2306" cy="10937"/>
          </a:xfrm>
          <a:custGeom>
            <a:avLst/>
            <a:gdLst/>
            <a:ahLst/>
            <a:cxnLst/>
            <a:rect l="l" t="t" r="r" b="b"/>
            <a:pathLst>
              <a:path w="2306" h="10937">
                <a:moveTo>
                  <a:pt x="0" y="10937"/>
                </a:moveTo>
                <a:lnTo>
                  <a:pt x="46" y="10749"/>
                </a:lnTo>
                <a:lnTo>
                  <a:pt x="115" y="10603"/>
                </a:lnTo>
                <a:lnTo>
                  <a:pt x="115" y="10416"/>
                </a:lnTo>
                <a:lnTo>
                  <a:pt x="161" y="10270"/>
                </a:lnTo>
                <a:lnTo>
                  <a:pt x="207" y="10124"/>
                </a:lnTo>
                <a:lnTo>
                  <a:pt x="207" y="9937"/>
                </a:lnTo>
                <a:lnTo>
                  <a:pt x="276" y="9791"/>
                </a:lnTo>
                <a:lnTo>
                  <a:pt x="322" y="9604"/>
                </a:lnTo>
                <a:lnTo>
                  <a:pt x="322" y="9458"/>
                </a:lnTo>
                <a:lnTo>
                  <a:pt x="369" y="9270"/>
                </a:lnTo>
                <a:lnTo>
                  <a:pt x="369" y="9124"/>
                </a:lnTo>
                <a:lnTo>
                  <a:pt x="415" y="8979"/>
                </a:lnTo>
                <a:lnTo>
                  <a:pt x="484" y="8791"/>
                </a:lnTo>
                <a:lnTo>
                  <a:pt x="484" y="8645"/>
                </a:lnTo>
                <a:lnTo>
                  <a:pt x="530" y="8499"/>
                </a:lnTo>
                <a:lnTo>
                  <a:pt x="576" y="8312"/>
                </a:lnTo>
                <a:lnTo>
                  <a:pt x="576" y="8166"/>
                </a:lnTo>
                <a:lnTo>
                  <a:pt x="622" y="7979"/>
                </a:lnTo>
                <a:lnTo>
                  <a:pt x="692" y="7833"/>
                </a:lnTo>
                <a:lnTo>
                  <a:pt x="692" y="7687"/>
                </a:lnTo>
                <a:lnTo>
                  <a:pt x="738" y="7458"/>
                </a:lnTo>
                <a:lnTo>
                  <a:pt x="784" y="7312"/>
                </a:lnTo>
                <a:lnTo>
                  <a:pt x="784" y="7124"/>
                </a:lnTo>
                <a:lnTo>
                  <a:pt x="853" y="6979"/>
                </a:lnTo>
                <a:lnTo>
                  <a:pt x="899" y="6833"/>
                </a:lnTo>
                <a:lnTo>
                  <a:pt x="899" y="6687"/>
                </a:lnTo>
                <a:lnTo>
                  <a:pt x="945" y="6541"/>
                </a:lnTo>
                <a:lnTo>
                  <a:pt x="945" y="6354"/>
                </a:lnTo>
                <a:lnTo>
                  <a:pt x="991" y="6208"/>
                </a:lnTo>
                <a:lnTo>
                  <a:pt x="1061" y="6020"/>
                </a:lnTo>
                <a:lnTo>
                  <a:pt x="1061" y="5874"/>
                </a:lnTo>
                <a:lnTo>
                  <a:pt x="1107" y="5687"/>
                </a:lnTo>
                <a:lnTo>
                  <a:pt x="1153" y="5541"/>
                </a:lnTo>
                <a:lnTo>
                  <a:pt x="1153" y="5395"/>
                </a:lnTo>
                <a:lnTo>
                  <a:pt x="1199" y="5208"/>
                </a:lnTo>
                <a:lnTo>
                  <a:pt x="1268" y="5062"/>
                </a:lnTo>
                <a:lnTo>
                  <a:pt x="1268" y="4916"/>
                </a:lnTo>
                <a:lnTo>
                  <a:pt x="1314" y="4729"/>
                </a:lnTo>
                <a:lnTo>
                  <a:pt x="1361" y="4583"/>
                </a:lnTo>
                <a:lnTo>
                  <a:pt x="1361" y="4395"/>
                </a:lnTo>
                <a:lnTo>
                  <a:pt x="1430" y="4208"/>
                </a:lnTo>
                <a:lnTo>
                  <a:pt x="1476" y="4062"/>
                </a:lnTo>
                <a:lnTo>
                  <a:pt x="1476" y="3874"/>
                </a:lnTo>
                <a:lnTo>
                  <a:pt x="1522" y="3729"/>
                </a:lnTo>
                <a:lnTo>
                  <a:pt x="1568" y="3583"/>
                </a:lnTo>
                <a:lnTo>
                  <a:pt x="1568" y="3437"/>
                </a:lnTo>
                <a:lnTo>
                  <a:pt x="1637" y="3249"/>
                </a:lnTo>
                <a:lnTo>
                  <a:pt x="1637" y="3104"/>
                </a:lnTo>
                <a:lnTo>
                  <a:pt x="1684" y="2958"/>
                </a:lnTo>
                <a:lnTo>
                  <a:pt x="1730" y="2729"/>
                </a:lnTo>
                <a:lnTo>
                  <a:pt x="1799" y="2583"/>
                </a:lnTo>
                <a:lnTo>
                  <a:pt x="1799" y="2395"/>
                </a:lnTo>
                <a:lnTo>
                  <a:pt x="1845" y="2249"/>
                </a:lnTo>
                <a:lnTo>
                  <a:pt x="1891" y="2104"/>
                </a:lnTo>
                <a:lnTo>
                  <a:pt x="1891" y="1958"/>
                </a:lnTo>
                <a:lnTo>
                  <a:pt x="1937" y="1812"/>
                </a:lnTo>
                <a:lnTo>
                  <a:pt x="1937" y="1624"/>
                </a:lnTo>
                <a:lnTo>
                  <a:pt x="2007" y="1479"/>
                </a:lnTo>
                <a:lnTo>
                  <a:pt x="2053" y="1333"/>
                </a:lnTo>
                <a:lnTo>
                  <a:pt x="2053" y="1145"/>
                </a:lnTo>
                <a:lnTo>
                  <a:pt x="2099" y="999"/>
                </a:lnTo>
                <a:lnTo>
                  <a:pt x="2145" y="812"/>
                </a:lnTo>
                <a:lnTo>
                  <a:pt x="2145" y="666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1362354" y="3361624"/>
            <a:ext cx="2306" cy="10791"/>
          </a:xfrm>
          <a:custGeom>
            <a:avLst/>
            <a:gdLst/>
            <a:ahLst/>
            <a:cxnLst/>
            <a:rect l="l" t="t" r="r" b="b"/>
            <a:pathLst>
              <a:path w="2306" h="10791">
                <a:moveTo>
                  <a:pt x="0" y="10791"/>
                </a:moveTo>
                <a:lnTo>
                  <a:pt x="69" y="10645"/>
                </a:lnTo>
                <a:lnTo>
                  <a:pt x="69" y="10458"/>
                </a:lnTo>
                <a:lnTo>
                  <a:pt x="115" y="10312"/>
                </a:lnTo>
                <a:lnTo>
                  <a:pt x="115" y="10166"/>
                </a:lnTo>
                <a:lnTo>
                  <a:pt x="161" y="9979"/>
                </a:lnTo>
                <a:lnTo>
                  <a:pt x="207" y="9791"/>
                </a:lnTo>
                <a:lnTo>
                  <a:pt x="276" y="9645"/>
                </a:lnTo>
                <a:lnTo>
                  <a:pt x="276" y="9499"/>
                </a:lnTo>
                <a:lnTo>
                  <a:pt x="322" y="9354"/>
                </a:lnTo>
                <a:lnTo>
                  <a:pt x="369" y="9166"/>
                </a:lnTo>
                <a:lnTo>
                  <a:pt x="369" y="9020"/>
                </a:lnTo>
                <a:lnTo>
                  <a:pt x="438" y="8833"/>
                </a:lnTo>
                <a:lnTo>
                  <a:pt x="484" y="8645"/>
                </a:lnTo>
                <a:lnTo>
                  <a:pt x="484" y="8499"/>
                </a:lnTo>
                <a:lnTo>
                  <a:pt x="530" y="8354"/>
                </a:lnTo>
                <a:lnTo>
                  <a:pt x="530" y="8208"/>
                </a:lnTo>
                <a:lnTo>
                  <a:pt x="576" y="8020"/>
                </a:lnTo>
                <a:lnTo>
                  <a:pt x="645" y="7833"/>
                </a:lnTo>
                <a:lnTo>
                  <a:pt x="692" y="7687"/>
                </a:lnTo>
                <a:lnTo>
                  <a:pt x="692" y="7541"/>
                </a:lnTo>
                <a:lnTo>
                  <a:pt x="738" y="7395"/>
                </a:lnTo>
                <a:lnTo>
                  <a:pt x="784" y="7208"/>
                </a:lnTo>
                <a:lnTo>
                  <a:pt x="784" y="7062"/>
                </a:lnTo>
                <a:lnTo>
                  <a:pt x="853" y="6874"/>
                </a:lnTo>
                <a:lnTo>
                  <a:pt x="899" y="6687"/>
                </a:lnTo>
                <a:lnTo>
                  <a:pt x="899" y="6541"/>
                </a:lnTo>
                <a:lnTo>
                  <a:pt x="945" y="6395"/>
                </a:lnTo>
                <a:lnTo>
                  <a:pt x="945" y="6249"/>
                </a:lnTo>
                <a:lnTo>
                  <a:pt x="1015" y="6062"/>
                </a:lnTo>
                <a:lnTo>
                  <a:pt x="1061" y="5874"/>
                </a:lnTo>
                <a:lnTo>
                  <a:pt x="1061" y="5729"/>
                </a:lnTo>
                <a:lnTo>
                  <a:pt x="1107" y="5583"/>
                </a:lnTo>
                <a:lnTo>
                  <a:pt x="1153" y="5437"/>
                </a:lnTo>
                <a:lnTo>
                  <a:pt x="1153" y="5249"/>
                </a:lnTo>
                <a:lnTo>
                  <a:pt x="1222" y="5104"/>
                </a:lnTo>
                <a:lnTo>
                  <a:pt x="1268" y="4958"/>
                </a:lnTo>
                <a:lnTo>
                  <a:pt x="1268" y="4770"/>
                </a:lnTo>
                <a:lnTo>
                  <a:pt x="1314" y="4624"/>
                </a:lnTo>
                <a:lnTo>
                  <a:pt x="1361" y="4437"/>
                </a:lnTo>
                <a:lnTo>
                  <a:pt x="1361" y="4291"/>
                </a:lnTo>
                <a:lnTo>
                  <a:pt x="1430" y="4145"/>
                </a:lnTo>
                <a:lnTo>
                  <a:pt x="1476" y="3958"/>
                </a:lnTo>
                <a:lnTo>
                  <a:pt x="1476" y="3812"/>
                </a:lnTo>
                <a:lnTo>
                  <a:pt x="1522" y="3624"/>
                </a:lnTo>
                <a:lnTo>
                  <a:pt x="1522" y="3479"/>
                </a:lnTo>
                <a:lnTo>
                  <a:pt x="1591" y="3291"/>
                </a:lnTo>
                <a:lnTo>
                  <a:pt x="1637" y="3145"/>
                </a:lnTo>
                <a:lnTo>
                  <a:pt x="1637" y="2999"/>
                </a:lnTo>
                <a:lnTo>
                  <a:pt x="1684" y="2812"/>
                </a:lnTo>
                <a:lnTo>
                  <a:pt x="1730" y="2666"/>
                </a:lnTo>
                <a:lnTo>
                  <a:pt x="1799" y="2479"/>
                </a:lnTo>
                <a:lnTo>
                  <a:pt x="1799" y="2333"/>
                </a:lnTo>
                <a:lnTo>
                  <a:pt x="1845" y="2187"/>
                </a:lnTo>
                <a:lnTo>
                  <a:pt x="1891" y="1999"/>
                </a:lnTo>
                <a:lnTo>
                  <a:pt x="1891" y="1854"/>
                </a:lnTo>
                <a:lnTo>
                  <a:pt x="1960" y="1666"/>
                </a:lnTo>
                <a:lnTo>
                  <a:pt x="2007" y="1520"/>
                </a:lnTo>
                <a:lnTo>
                  <a:pt x="2007" y="1374"/>
                </a:lnTo>
                <a:lnTo>
                  <a:pt x="2053" y="1187"/>
                </a:lnTo>
                <a:lnTo>
                  <a:pt x="2099" y="999"/>
                </a:lnTo>
                <a:lnTo>
                  <a:pt x="2099" y="854"/>
                </a:lnTo>
                <a:lnTo>
                  <a:pt x="2168" y="708"/>
                </a:lnTo>
                <a:lnTo>
                  <a:pt x="2168" y="562"/>
                </a:lnTo>
                <a:lnTo>
                  <a:pt x="2214" y="374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1364661" y="3350978"/>
            <a:ext cx="2329" cy="10645"/>
          </a:xfrm>
          <a:custGeom>
            <a:avLst/>
            <a:gdLst/>
            <a:ahLst/>
            <a:cxnLst/>
            <a:rect l="l" t="t" r="r" b="b"/>
            <a:pathLst>
              <a:path w="2329" h="10645">
                <a:moveTo>
                  <a:pt x="0" y="10645"/>
                </a:moveTo>
                <a:lnTo>
                  <a:pt x="0" y="10499"/>
                </a:lnTo>
                <a:lnTo>
                  <a:pt x="69" y="10354"/>
                </a:lnTo>
                <a:lnTo>
                  <a:pt x="115" y="10208"/>
                </a:lnTo>
                <a:lnTo>
                  <a:pt x="115" y="10062"/>
                </a:lnTo>
                <a:lnTo>
                  <a:pt x="161" y="9874"/>
                </a:lnTo>
                <a:lnTo>
                  <a:pt x="230" y="9729"/>
                </a:lnTo>
                <a:lnTo>
                  <a:pt x="230" y="9541"/>
                </a:lnTo>
                <a:lnTo>
                  <a:pt x="276" y="9395"/>
                </a:lnTo>
                <a:lnTo>
                  <a:pt x="322" y="9249"/>
                </a:lnTo>
                <a:lnTo>
                  <a:pt x="322" y="9062"/>
                </a:lnTo>
                <a:lnTo>
                  <a:pt x="369" y="8916"/>
                </a:lnTo>
                <a:lnTo>
                  <a:pt x="369" y="8729"/>
                </a:lnTo>
                <a:lnTo>
                  <a:pt x="438" y="8583"/>
                </a:lnTo>
                <a:lnTo>
                  <a:pt x="484" y="8437"/>
                </a:lnTo>
                <a:lnTo>
                  <a:pt x="484" y="8249"/>
                </a:lnTo>
                <a:lnTo>
                  <a:pt x="530" y="8104"/>
                </a:lnTo>
                <a:lnTo>
                  <a:pt x="599" y="7874"/>
                </a:lnTo>
                <a:lnTo>
                  <a:pt x="645" y="7729"/>
                </a:lnTo>
                <a:lnTo>
                  <a:pt x="645" y="7583"/>
                </a:lnTo>
                <a:lnTo>
                  <a:pt x="692" y="7395"/>
                </a:lnTo>
                <a:lnTo>
                  <a:pt x="738" y="7249"/>
                </a:lnTo>
                <a:lnTo>
                  <a:pt x="738" y="7104"/>
                </a:lnTo>
                <a:lnTo>
                  <a:pt x="807" y="6958"/>
                </a:lnTo>
                <a:lnTo>
                  <a:pt x="853" y="6770"/>
                </a:lnTo>
                <a:lnTo>
                  <a:pt x="853" y="6624"/>
                </a:lnTo>
                <a:lnTo>
                  <a:pt x="899" y="6479"/>
                </a:lnTo>
                <a:lnTo>
                  <a:pt x="945" y="6291"/>
                </a:lnTo>
                <a:lnTo>
                  <a:pt x="945" y="6104"/>
                </a:lnTo>
                <a:lnTo>
                  <a:pt x="1015" y="5958"/>
                </a:lnTo>
                <a:lnTo>
                  <a:pt x="1061" y="5812"/>
                </a:lnTo>
                <a:lnTo>
                  <a:pt x="1061" y="5666"/>
                </a:lnTo>
                <a:lnTo>
                  <a:pt x="1107" y="5479"/>
                </a:lnTo>
                <a:lnTo>
                  <a:pt x="1176" y="5333"/>
                </a:lnTo>
                <a:lnTo>
                  <a:pt x="1176" y="5145"/>
                </a:lnTo>
                <a:lnTo>
                  <a:pt x="1222" y="4999"/>
                </a:lnTo>
                <a:lnTo>
                  <a:pt x="1268" y="4854"/>
                </a:lnTo>
                <a:lnTo>
                  <a:pt x="1268" y="4666"/>
                </a:lnTo>
                <a:lnTo>
                  <a:pt x="1314" y="4520"/>
                </a:lnTo>
                <a:lnTo>
                  <a:pt x="1384" y="4333"/>
                </a:lnTo>
                <a:lnTo>
                  <a:pt x="1384" y="4187"/>
                </a:lnTo>
                <a:lnTo>
                  <a:pt x="1430" y="4041"/>
                </a:lnTo>
                <a:lnTo>
                  <a:pt x="1476" y="3854"/>
                </a:lnTo>
                <a:lnTo>
                  <a:pt x="1476" y="3708"/>
                </a:lnTo>
                <a:lnTo>
                  <a:pt x="1522" y="3520"/>
                </a:lnTo>
                <a:lnTo>
                  <a:pt x="1522" y="3374"/>
                </a:lnTo>
                <a:lnTo>
                  <a:pt x="1591" y="3187"/>
                </a:lnTo>
                <a:lnTo>
                  <a:pt x="1637" y="3041"/>
                </a:lnTo>
                <a:lnTo>
                  <a:pt x="1637" y="2895"/>
                </a:lnTo>
                <a:lnTo>
                  <a:pt x="1684" y="2708"/>
                </a:lnTo>
                <a:lnTo>
                  <a:pt x="1753" y="2562"/>
                </a:lnTo>
                <a:lnTo>
                  <a:pt x="1799" y="2374"/>
                </a:lnTo>
                <a:lnTo>
                  <a:pt x="1799" y="2229"/>
                </a:lnTo>
                <a:lnTo>
                  <a:pt x="1845" y="2041"/>
                </a:lnTo>
                <a:lnTo>
                  <a:pt x="1891" y="1895"/>
                </a:lnTo>
                <a:lnTo>
                  <a:pt x="1891" y="1749"/>
                </a:lnTo>
                <a:lnTo>
                  <a:pt x="1960" y="1562"/>
                </a:lnTo>
                <a:lnTo>
                  <a:pt x="2007" y="1416"/>
                </a:lnTo>
                <a:lnTo>
                  <a:pt x="2007" y="1270"/>
                </a:lnTo>
                <a:lnTo>
                  <a:pt x="2053" y="1083"/>
                </a:lnTo>
                <a:lnTo>
                  <a:pt x="2122" y="937"/>
                </a:lnTo>
                <a:lnTo>
                  <a:pt x="2122" y="749"/>
                </a:lnTo>
                <a:lnTo>
                  <a:pt x="2168" y="604"/>
                </a:lnTo>
                <a:lnTo>
                  <a:pt x="2214" y="458"/>
                </a:lnTo>
                <a:lnTo>
                  <a:pt x="2214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1366991" y="3340499"/>
            <a:ext cx="2260" cy="10479"/>
          </a:xfrm>
          <a:custGeom>
            <a:avLst/>
            <a:gdLst/>
            <a:ahLst/>
            <a:cxnLst/>
            <a:rect l="l" t="t" r="r" b="b"/>
            <a:pathLst>
              <a:path w="2260" h="10479">
                <a:moveTo>
                  <a:pt x="0" y="10479"/>
                </a:moveTo>
                <a:lnTo>
                  <a:pt x="0" y="10333"/>
                </a:lnTo>
                <a:lnTo>
                  <a:pt x="46" y="10187"/>
                </a:lnTo>
                <a:lnTo>
                  <a:pt x="46" y="10041"/>
                </a:lnTo>
                <a:lnTo>
                  <a:pt x="92" y="9895"/>
                </a:lnTo>
                <a:lnTo>
                  <a:pt x="138" y="9749"/>
                </a:lnTo>
                <a:lnTo>
                  <a:pt x="138" y="9604"/>
                </a:lnTo>
                <a:lnTo>
                  <a:pt x="207" y="9458"/>
                </a:lnTo>
                <a:lnTo>
                  <a:pt x="253" y="9270"/>
                </a:lnTo>
                <a:lnTo>
                  <a:pt x="253" y="9124"/>
                </a:lnTo>
                <a:lnTo>
                  <a:pt x="299" y="8979"/>
                </a:lnTo>
                <a:lnTo>
                  <a:pt x="369" y="8791"/>
                </a:lnTo>
                <a:lnTo>
                  <a:pt x="369" y="8645"/>
                </a:lnTo>
                <a:lnTo>
                  <a:pt x="415" y="8458"/>
                </a:lnTo>
                <a:lnTo>
                  <a:pt x="461" y="8312"/>
                </a:lnTo>
                <a:lnTo>
                  <a:pt x="461" y="8166"/>
                </a:lnTo>
                <a:lnTo>
                  <a:pt x="507" y="7979"/>
                </a:lnTo>
                <a:lnTo>
                  <a:pt x="576" y="7833"/>
                </a:lnTo>
                <a:lnTo>
                  <a:pt x="576" y="7645"/>
                </a:lnTo>
                <a:lnTo>
                  <a:pt x="622" y="7499"/>
                </a:lnTo>
                <a:lnTo>
                  <a:pt x="669" y="7354"/>
                </a:lnTo>
                <a:lnTo>
                  <a:pt x="669" y="7166"/>
                </a:lnTo>
                <a:lnTo>
                  <a:pt x="715" y="7020"/>
                </a:lnTo>
                <a:lnTo>
                  <a:pt x="784" y="6833"/>
                </a:lnTo>
                <a:lnTo>
                  <a:pt x="784" y="6687"/>
                </a:lnTo>
                <a:lnTo>
                  <a:pt x="830" y="6499"/>
                </a:lnTo>
                <a:lnTo>
                  <a:pt x="876" y="6354"/>
                </a:lnTo>
                <a:lnTo>
                  <a:pt x="876" y="6208"/>
                </a:lnTo>
                <a:lnTo>
                  <a:pt x="945" y="6020"/>
                </a:lnTo>
                <a:lnTo>
                  <a:pt x="991" y="5874"/>
                </a:lnTo>
                <a:lnTo>
                  <a:pt x="991" y="5687"/>
                </a:lnTo>
                <a:lnTo>
                  <a:pt x="1038" y="5541"/>
                </a:lnTo>
                <a:lnTo>
                  <a:pt x="1084" y="5395"/>
                </a:lnTo>
                <a:lnTo>
                  <a:pt x="1084" y="5208"/>
                </a:lnTo>
                <a:lnTo>
                  <a:pt x="1153" y="5062"/>
                </a:lnTo>
                <a:lnTo>
                  <a:pt x="1199" y="4874"/>
                </a:lnTo>
                <a:lnTo>
                  <a:pt x="1245" y="4687"/>
                </a:lnTo>
                <a:lnTo>
                  <a:pt x="1245" y="4541"/>
                </a:lnTo>
                <a:lnTo>
                  <a:pt x="1314" y="4395"/>
                </a:lnTo>
                <a:lnTo>
                  <a:pt x="1361" y="4249"/>
                </a:lnTo>
                <a:lnTo>
                  <a:pt x="1361" y="4062"/>
                </a:lnTo>
                <a:lnTo>
                  <a:pt x="1407" y="3916"/>
                </a:lnTo>
                <a:lnTo>
                  <a:pt x="1453" y="3770"/>
                </a:lnTo>
                <a:lnTo>
                  <a:pt x="1453" y="3583"/>
                </a:lnTo>
                <a:lnTo>
                  <a:pt x="1522" y="3437"/>
                </a:lnTo>
                <a:lnTo>
                  <a:pt x="1568" y="3249"/>
                </a:lnTo>
                <a:lnTo>
                  <a:pt x="1568" y="3104"/>
                </a:lnTo>
                <a:lnTo>
                  <a:pt x="1614" y="2916"/>
                </a:lnTo>
                <a:lnTo>
                  <a:pt x="1660" y="2770"/>
                </a:lnTo>
                <a:lnTo>
                  <a:pt x="1660" y="2583"/>
                </a:lnTo>
                <a:lnTo>
                  <a:pt x="1730" y="2437"/>
                </a:lnTo>
                <a:lnTo>
                  <a:pt x="1776" y="2291"/>
                </a:lnTo>
                <a:lnTo>
                  <a:pt x="1822" y="2062"/>
                </a:lnTo>
                <a:lnTo>
                  <a:pt x="1822" y="1916"/>
                </a:lnTo>
                <a:lnTo>
                  <a:pt x="1891" y="1770"/>
                </a:lnTo>
                <a:lnTo>
                  <a:pt x="1937" y="1624"/>
                </a:lnTo>
                <a:lnTo>
                  <a:pt x="1937" y="1479"/>
                </a:lnTo>
                <a:lnTo>
                  <a:pt x="1983" y="1291"/>
                </a:lnTo>
                <a:lnTo>
                  <a:pt x="2030" y="1145"/>
                </a:lnTo>
                <a:lnTo>
                  <a:pt x="2030" y="958"/>
                </a:lnTo>
                <a:lnTo>
                  <a:pt x="2099" y="812"/>
                </a:lnTo>
                <a:lnTo>
                  <a:pt x="2099" y="666"/>
                </a:lnTo>
                <a:lnTo>
                  <a:pt x="2145" y="437"/>
                </a:lnTo>
                <a:lnTo>
                  <a:pt x="2191" y="291"/>
                </a:lnTo>
                <a:lnTo>
                  <a:pt x="2260" y="145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1369252" y="3330187"/>
            <a:ext cx="2306" cy="10312"/>
          </a:xfrm>
          <a:custGeom>
            <a:avLst/>
            <a:gdLst/>
            <a:ahLst/>
            <a:cxnLst/>
            <a:rect l="l" t="t" r="r" b="b"/>
            <a:pathLst>
              <a:path w="2306" h="10312">
                <a:moveTo>
                  <a:pt x="0" y="10312"/>
                </a:moveTo>
                <a:lnTo>
                  <a:pt x="46" y="10166"/>
                </a:lnTo>
                <a:lnTo>
                  <a:pt x="92" y="9979"/>
                </a:lnTo>
                <a:lnTo>
                  <a:pt x="92" y="9833"/>
                </a:lnTo>
                <a:lnTo>
                  <a:pt x="138" y="9604"/>
                </a:lnTo>
                <a:lnTo>
                  <a:pt x="207" y="9458"/>
                </a:lnTo>
                <a:lnTo>
                  <a:pt x="253" y="9312"/>
                </a:lnTo>
                <a:lnTo>
                  <a:pt x="253" y="9166"/>
                </a:lnTo>
                <a:lnTo>
                  <a:pt x="299" y="9020"/>
                </a:lnTo>
                <a:lnTo>
                  <a:pt x="346" y="8833"/>
                </a:lnTo>
                <a:lnTo>
                  <a:pt x="346" y="8687"/>
                </a:lnTo>
                <a:lnTo>
                  <a:pt x="415" y="8499"/>
                </a:lnTo>
                <a:lnTo>
                  <a:pt x="415" y="8354"/>
                </a:lnTo>
                <a:lnTo>
                  <a:pt x="461" y="8208"/>
                </a:lnTo>
                <a:lnTo>
                  <a:pt x="507" y="8020"/>
                </a:lnTo>
                <a:lnTo>
                  <a:pt x="507" y="7874"/>
                </a:lnTo>
                <a:lnTo>
                  <a:pt x="576" y="7729"/>
                </a:lnTo>
                <a:lnTo>
                  <a:pt x="622" y="7541"/>
                </a:lnTo>
                <a:lnTo>
                  <a:pt x="669" y="7395"/>
                </a:lnTo>
                <a:lnTo>
                  <a:pt x="669" y="7208"/>
                </a:lnTo>
                <a:lnTo>
                  <a:pt x="715" y="7062"/>
                </a:lnTo>
                <a:lnTo>
                  <a:pt x="784" y="6916"/>
                </a:lnTo>
                <a:lnTo>
                  <a:pt x="784" y="6729"/>
                </a:lnTo>
                <a:lnTo>
                  <a:pt x="830" y="6583"/>
                </a:lnTo>
                <a:lnTo>
                  <a:pt x="876" y="6395"/>
                </a:lnTo>
                <a:lnTo>
                  <a:pt x="922" y="6249"/>
                </a:lnTo>
                <a:lnTo>
                  <a:pt x="922" y="6062"/>
                </a:lnTo>
                <a:lnTo>
                  <a:pt x="991" y="5916"/>
                </a:lnTo>
                <a:lnTo>
                  <a:pt x="991" y="5770"/>
                </a:lnTo>
                <a:lnTo>
                  <a:pt x="1038" y="5541"/>
                </a:lnTo>
                <a:lnTo>
                  <a:pt x="1084" y="5395"/>
                </a:lnTo>
                <a:lnTo>
                  <a:pt x="1153" y="5249"/>
                </a:lnTo>
                <a:lnTo>
                  <a:pt x="1153" y="5104"/>
                </a:lnTo>
                <a:lnTo>
                  <a:pt x="1199" y="4916"/>
                </a:lnTo>
                <a:lnTo>
                  <a:pt x="1245" y="4770"/>
                </a:lnTo>
                <a:lnTo>
                  <a:pt x="1245" y="4624"/>
                </a:lnTo>
                <a:lnTo>
                  <a:pt x="1291" y="4437"/>
                </a:lnTo>
                <a:lnTo>
                  <a:pt x="1361" y="4291"/>
                </a:lnTo>
                <a:lnTo>
                  <a:pt x="1361" y="4145"/>
                </a:lnTo>
                <a:lnTo>
                  <a:pt x="1407" y="3958"/>
                </a:lnTo>
                <a:lnTo>
                  <a:pt x="1453" y="3812"/>
                </a:lnTo>
                <a:lnTo>
                  <a:pt x="1522" y="3624"/>
                </a:lnTo>
                <a:lnTo>
                  <a:pt x="1522" y="3479"/>
                </a:lnTo>
                <a:lnTo>
                  <a:pt x="1568" y="3333"/>
                </a:lnTo>
                <a:lnTo>
                  <a:pt x="1614" y="3145"/>
                </a:lnTo>
                <a:lnTo>
                  <a:pt x="1614" y="2999"/>
                </a:lnTo>
                <a:lnTo>
                  <a:pt x="1660" y="2812"/>
                </a:lnTo>
                <a:lnTo>
                  <a:pt x="1730" y="2666"/>
                </a:lnTo>
                <a:lnTo>
                  <a:pt x="1776" y="2479"/>
                </a:lnTo>
                <a:lnTo>
                  <a:pt x="1776" y="2333"/>
                </a:lnTo>
                <a:lnTo>
                  <a:pt x="1822" y="2187"/>
                </a:lnTo>
                <a:lnTo>
                  <a:pt x="1868" y="1999"/>
                </a:lnTo>
                <a:lnTo>
                  <a:pt x="1868" y="1854"/>
                </a:lnTo>
                <a:lnTo>
                  <a:pt x="1937" y="1666"/>
                </a:lnTo>
                <a:lnTo>
                  <a:pt x="1983" y="1520"/>
                </a:lnTo>
                <a:lnTo>
                  <a:pt x="1983" y="1374"/>
                </a:lnTo>
                <a:lnTo>
                  <a:pt x="2030" y="1187"/>
                </a:lnTo>
                <a:lnTo>
                  <a:pt x="2099" y="1041"/>
                </a:lnTo>
                <a:lnTo>
                  <a:pt x="2099" y="854"/>
                </a:lnTo>
                <a:lnTo>
                  <a:pt x="2145" y="708"/>
                </a:lnTo>
                <a:lnTo>
                  <a:pt x="2191" y="562"/>
                </a:lnTo>
                <a:lnTo>
                  <a:pt x="2191" y="374"/>
                </a:lnTo>
                <a:lnTo>
                  <a:pt x="2237" y="229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1371559" y="3320062"/>
            <a:ext cx="2306" cy="10124"/>
          </a:xfrm>
          <a:custGeom>
            <a:avLst/>
            <a:gdLst/>
            <a:ahLst/>
            <a:cxnLst/>
            <a:rect l="l" t="t" r="r" b="b"/>
            <a:pathLst>
              <a:path w="2306" h="10124">
                <a:moveTo>
                  <a:pt x="0" y="10124"/>
                </a:moveTo>
                <a:lnTo>
                  <a:pt x="46" y="9979"/>
                </a:lnTo>
                <a:lnTo>
                  <a:pt x="46" y="9833"/>
                </a:lnTo>
                <a:lnTo>
                  <a:pt x="92" y="9687"/>
                </a:lnTo>
                <a:lnTo>
                  <a:pt x="161" y="9541"/>
                </a:lnTo>
                <a:lnTo>
                  <a:pt x="161" y="9354"/>
                </a:lnTo>
                <a:lnTo>
                  <a:pt x="207" y="9208"/>
                </a:lnTo>
                <a:lnTo>
                  <a:pt x="253" y="9020"/>
                </a:lnTo>
                <a:lnTo>
                  <a:pt x="253" y="8874"/>
                </a:lnTo>
                <a:lnTo>
                  <a:pt x="299" y="8729"/>
                </a:lnTo>
                <a:lnTo>
                  <a:pt x="369" y="8541"/>
                </a:lnTo>
                <a:lnTo>
                  <a:pt x="369" y="8395"/>
                </a:lnTo>
                <a:lnTo>
                  <a:pt x="415" y="8208"/>
                </a:lnTo>
                <a:lnTo>
                  <a:pt x="461" y="8062"/>
                </a:lnTo>
                <a:lnTo>
                  <a:pt x="507" y="7916"/>
                </a:lnTo>
                <a:lnTo>
                  <a:pt x="507" y="7687"/>
                </a:lnTo>
                <a:lnTo>
                  <a:pt x="576" y="7541"/>
                </a:lnTo>
                <a:lnTo>
                  <a:pt x="622" y="7395"/>
                </a:lnTo>
                <a:lnTo>
                  <a:pt x="622" y="7249"/>
                </a:lnTo>
                <a:lnTo>
                  <a:pt x="669" y="7104"/>
                </a:lnTo>
                <a:lnTo>
                  <a:pt x="738" y="6916"/>
                </a:lnTo>
                <a:lnTo>
                  <a:pt x="738" y="6770"/>
                </a:lnTo>
                <a:lnTo>
                  <a:pt x="784" y="6583"/>
                </a:lnTo>
                <a:lnTo>
                  <a:pt x="830" y="6437"/>
                </a:lnTo>
                <a:lnTo>
                  <a:pt x="876" y="6291"/>
                </a:lnTo>
                <a:lnTo>
                  <a:pt x="876" y="6104"/>
                </a:lnTo>
                <a:lnTo>
                  <a:pt x="945" y="5958"/>
                </a:lnTo>
                <a:lnTo>
                  <a:pt x="991" y="5770"/>
                </a:lnTo>
                <a:lnTo>
                  <a:pt x="991" y="5624"/>
                </a:lnTo>
                <a:lnTo>
                  <a:pt x="1038" y="5437"/>
                </a:lnTo>
                <a:lnTo>
                  <a:pt x="1084" y="5291"/>
                </a:lnTo>
                <a:lnTo>
                  <a:pt x="1084" y="5145"/>
                </a:lnTo>
                <a:lnTo>
                  <a:pt x="1153" y="4958"/>
                </a:lnTo>
                <a:lnTo>
                  <a:pt x="1199" y="4812"/>
                </a:lnTo>
                <a:lnTo>
                  <a:pt x="1245" y="4624"/>
                </a:lnTo>
                <a:lnTo>
                  <a:pt x="1245" y="4479"/>
                </a:lnTo>
                <a:lnTo>
                  <a:pt x="1314" y="4333"/>
                </a:lnTo>
                <a:lnTo>
                  <a:pt x="1361" y="4145"/>
                </a:lnTo>
                <a:lnTo>
                  <a:pt x="1407" y="3999"/>
                </a:lnTo>
                <a:lnTo>
                  <a:pt x="1407" y="3812"/>
                </a:lnTo>
                <a:lnTo>
                  <a:pt x="1453" y="3666"/>
                </a:lnTo>
                <a:lnTo>
                  <a:pt x="1522" y="3520"/>
                </a:lnTo>
                <a:lnTo>
                  <a:pt x="1522" y="3333"/>
                </a:lnTo>
                <a:lnTo>
                  <a:pt x="1568" y="3187"/>
                </a:lnTo>
                <a:lnTo>
                  <a:pt x="1614" y="2999"/>
                </a:lnTo>
                <a:lnTo>
                  <a:pt x="1614" y="2854"/>
                </a:lnTo>
                <a:lnTo>
                  <a:pt x="1684" y="2708"/>
                </a:lnTo>
                <a:lnTo>
                  <a:pt x="1730" y="2520"/>
                </a:lnTo>
                <a:lnTo>
                  <a:pt x="1776" y="2374"/>
                </a:lnTo>
                <a:lnTo>
                  <a:pt x="1776" y="2187"/>
                </a:lnTo>
                <a:lnTo>
                  <a:pt x="1822" y="2041"/>
                </a:lnTo>
                <a:lnTo>
                  <a:pt x="1891" y="1854"/>
                </a:lnTo>
                <a:lnTo>
                  <a:pt x="1891" y="1708"/>
                </a:lnTo>
                <a:lnTo>
                  <a:pt x="1937" y="1562"/>
                </a:lnTo>
                <a:lnTo>
                  <a:pt x="1983" y="1374"/>
                </a:lnTo>
                <a:lnTo>
                  <a:pt x="1983" y="1229"/>
                </a:lnTo>
                <a:lnTo>
                  <a:pt x="2030" y="1041"/>
                </a:lnTo>
                <a:lnTo>
                  <a:pt x="2099" y="895"/>
                </a:lnTo>
                <a:lnTo>
                  <a:pt x="2145" y="749"/>
                </a:lnTo>
                <a:lnTo>
                  <a:pt x="2145" y="562"/>
                </a:lnTo>
                <a:lnTo>
                  <a:pt x="2191" y="416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1373866" y="3310125"/>
            <a:ext cx="2306" cy="9937"/>
          </a:xfrm>
          <a:custGeom>
            <a:avLst/>
            <a:gdLst/>
            <a:ahLst/>
            <a:cxnLst/>
            <a:rect l="l" t="t" r="r" b="b"/>
            <a:pathLst>
              <a:path w="2306" h="9937">
                <a:moveTo>
                  <a:pt x="0" y="9937"/>
                </a:moveTo>
                <a:lnTo>
                  <a:pt x="46" y="9791"/>
                </a:lnTo>
                <a:lnTo>
                  <a:pt x="46" y="9645"/>
                </a:lnTo>
                <a:lnTo>
                  <a:pt x="92" y="9499"/>
                </a:lnTo>
                <a:lnTo>
                  <a:pt x="92" y="9354"/>
                </a:lnTo>
                <a:lnTo>
                  <a:pt x="161" y="9208"/>
                </a:lnTo>
                <a:lnTo>
                  <a:pt x="207" y="9062"/>
                </a:lnTo>
                <a:lnTo>
                  <a:pt x="253" y="8874"/>
                </a:lnTo>
                <a:lnTo>
                  <a:pt x="253" y="8729"/>
                </a:lnTo>
                <a:lnTo>
                  <a:pt x="299" y="8541"/>
                </a:lnTo>
                <a:lnTo>
                  <a:pt x="369" y="8395"/>
                </a:lnTo>
                <a:lnTo>
                  <a:pt x="369" y="8208"/>
                </a:lnTo>
                <a:lnTo>
                  <a:pt x="415" y="8062"/>
                </a:lnTo>
                <a:lnTo>
                  <a:pt x="461" y="7916"/>
                </a:lnTo>
                <a:lnTo>
                  <a:pt x="530" y="7729"/>
                </a:lnTo>
                <a:lnTo>
                  <a:pt x="530" y="7583"/>
                </a:lnTo>
                <a:lnTo>
                  <a:pt x="576" y="7395"/>
                </a:lnTo>
                <a:lnTo>
                  <a:pt x="622" y="7249"/>
                </a:lnTo>
                <a:lnTo>
                  <a:pt x="622" y="7104"/>
                </a:lnTo>
                <a:lnTo>
                  <a:pt x="669" y="6916"/>
                </a:lnTo>
                <a:lnTo>
                  <a:pt x="738" y="6770"/>
                </a:lnTo>
                <a:lnTo>
                  <a:pt x="738" y="6583"/>
                </a:lnTo>
                <a:lnTo>
                  <a:pt x="784" y="6437"/>
                </a:lnTo>
                <a:lnTo>
                  <a:pt x="830" y="6291"/>
                </a:lnTo>
                <a:lnTo>
                  <a:pt x="899" y="6104"/>
                </a:lnTo>
                <a:lnTo>
                  <a:pt x="899" y="5958"/>
                </a:lnTo>
                <a:lnTo>
                  <a:pt x="945" y="5770"/>
                </a:lnTo>
                <a:lnTo>
                  <a:pt x="991" y="5624"/>
                </a:lnTo>
                <a:lnTo>
                  <a:pt x="991" y="5479"/>
                </a:lnTo>
                <a:lnTo>
                  <a:pt x="1038" y="5291"/>
                </a:lnTo>
                <a:lnTo>
                  <a:pt x="1107" y="5145"/>
                </a:lnTo>
                <a:lnTo>
                  <a:pt x="1153" y="4958"/>
                </a:lnTo>
                <a:lnTo>
                  <a:pt x="1153" y="4812"/>
                </a:lnTo>
                <a:lnTo>
                  <a:pt x="1199" y="4624"/>
                </a:lnTo>
                <a:lnTo>
                  <a:pt x="1245" y="4437"/>
                </a:lnTo>
                <a:lnTo>
                  <a:pt x="1314" y="4291"/>
                </a:lnTo>
                <a:lnTo>
                  <a:pt x="1314" y="4145"/>
                </a:lnTo>
                <a:lnTo>
                  <a:pt x="1361" y="3999"/>
                </a:lnTo>
                <a:lnTo>
                  <a:pt x="1407" y="3812"/>
                </a:lnTo>
                <a:lnTo>
                  <a:pt x="1407" y="3666"/>
                </a:lnTo>
                <a:lnTo>
                  <a:pt x="1476" y="3520"/>
                </a:lnTo>
                <a:lnTo>
                  <a:pt x="1522" y="3333"/>
                </a:lnTo>
                <a:lnTo>
                  <a:pt x="1522" y="3187"/>
                </a:lnTo>
                <a:lnTo>
                  <a:pt x="1568" y="2999"/>
                </a:lnTo>
                <a:lnTo>
                  <a:pt x="1614" y="2854"/>
                </a:lnTo>
                <a:lnTo>
                  <a:pt x="1684" y="2708"/>
                </a:lnTo>
                <a:lnTo>
                  <a:pt x="1684" y="2520"/>
                </a:lnTo>
                <a:lnTo>
                  <a:pt x="1730" y="2374"/>
                </a:lnTo>
                <a:lnTo>
                  <a:pt x="1776" y="2187"/>
                </a:lnTo>
                <a:lnTo>
                  <a:pt x="1845" y="1999"/>
                </a:lnTo>
                <a:lnTo>
                  <a:pt x="1845" y="1854"/>
                </a:lnTo>
                <a:lnTo>
                  <a:pt x="1891" y="1708"/>
                </a:lnTo>
                <a:lnTo>
                  <a:pt x="1937" y="1562"/>
                </a:lnTo>
                <a:lnTo>
                  <a:pt x="1983" y="1374"/>
                </a:lnTo>
                <a:lnTo>
                  <a:pt x="1983" y="1229"/>
                </a:lnTo>
                <a:lnTo>
                  <a:pt x="2053" y="1041"/>
                </a:lnTo>
                <a:lnTo>
                  <a:pt x="2099" y="895"/>
                </a:lnTo>
                <a:lnTo>
                  <a:pt x="2099" y="749"/>
                </a:lnTo>
                <a:lnTo>
                  <a:pt x="2145" y="562"/>
                </a:lnTo>
                <a:lnTo>
                  <a:pt x="2191" y="416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1376173" y="3300375"/>
            <a:ext cx="2260" cy="9749"/>
          </a:xfrm>
          <a:custGeom>
            <a:avLst/>
            <a:gdLst/>
            <a:ahLst/>
            <a:cxnLst/>
            <a:rect l="l" t="t" r="r" b="b"/>
            <a:pathLst>
              <a:path w="2260" h="9749">
                <a:moveTo>
                  <a:pt x="0" y="9749"/>
                </a:moveTo>
                <a:lnTo>
                  <a:pt x="0" y="9604"/>
                </a:lnTo>
                <a:lnTo>
                  <a:pt x="46" y="9458"/>
                </a:lnTo>
                <a:lnTo>
                  <a:pt x="115" y="9312"/>
                </a:lnTo>
                <a:lnTo>
                  <a:pt x="115" y="9166"/>
                </a:lnTo>
                <a:lnTo>
                  <a:pt x="161" y="8979"/>
                </a:lnTo>
                <a:lnTo>
                  <a:pt x="207" y="8833"/>
                </a:lnTo>
                <a:lnTo>
                  <a:pt x="207" y="8687"/>
                </a:lnTo>
                <a:lnTo>
                  <a:pt x="253" y="8541"/>
                </a:lnTo>
                <a:lnTo>
                  <a:pt x="322" y="8354"/>
                </a:lnTo>
                <a:lnTo>
                  <a:pt x="369" y="8208"/>
                </a:lnTo>
                <a:lnTo>
                  <a:pt x="369" y="8062"/>
                </a:lnTo>
                <a:lnTo>
                  <a:pt x="415" y="7874"/>
                </a:lnTo>
                <a:lnTo>
                  <a:pt x="461" y="7729"/>
                </a:lnTo>
                <a:lnTo>
                  <a:pt x="530" y="7541"/>
                </a:lnTo>
                <a:lnTo>
                  <a:pt x="530" y="7395"/>
                </a:lnTo>
                <a:lnTo>
                  <a:pt x="576" y="7208"/>
                </a:lnTo>
                <a:lnTo>
                  <a:pt x="622" y="7062"/>
                </a:lnTo>
                <a:lnTo>
                  <a:pt x="622" y="6916"/>
                </a:lnTo>
                <a:lnTo>
                  <a:pt x="692" y="6729"/>
                </a:lnTo>
                <a:lnTo>
                  <a:pt x="738" y="6583"/>
                </a:lnTo>
                <a:lnTo>
                  <a:pt x="784" y="6395"/>
                </a:lnTo>
                <a:lnTo>
                  <a:pt x="784" y="6249"/>
                </a:lnTo>
                <a:lnTo>
                  <a:pt x="830" y="6104"/>
                </a:lnTo>
                <a:lnTo>
                  <a:pt x="899" y="5916"/>
                </a:lnTo>
                <a:lnTo>
                  <a:pt x="945" y="5770"/>
                </a:lnTo>
                <a:lnTo>
                  <a:pt x="945" y="5583"/>
                </a:lnTo>
                <a:lnTo>
                  <a:pt x="991" y="5437"/>
                </a:lnTo>
                <a:lnTo>
                  <a:pt x="991" y="5291"/>
                </a:lnTo>
                <a:lnTo>
                  <a:pt x="1061" y="5104"/>
                </a:lnTo>
                <a:lnTo>
                  <a:pt x="1107" y="4958"/>
                </a:lnTo>
                <a:lnTo>
                  <a:pt x="1153" y="4770"/>
                </a:lnTo>
                <a:lnTo>
                  <a:pt x="1199" y="4624"/>
                </a:lnTo>
                <a:lnTo>
                  <a:pt x="1199" y="4479"/>
                </a:lnTo>
                <a:lnTo>
                  <a:pt x="1268" y="4291"/>
                </a:lnTo>
                <a:lnTo>
                  <a:pt x="1314" y="4145"/>
                </a:lnTo>
                <a:lnTo>
                  <a:pt x="1361" y="3958"/>
                </a:lnTo>
                <a:lnTo>
                  <a:pt x="1361" y="3812"/>
                </a:lnTo>
                <a:lnTo>
                  <a:pt x="1407" y="3624"/>
                </a:lnTo>
                <a:lnTo>
                  <a:pt x="1476" y="3479"/>
                </a:lnTo>
                <a:lnTo>
                  <a:pt x="1476" y="3333"/>
                </a:lnTo>
                <a:lnTo>
                  <a:pt x="1522" y="3145"/>
                </a:lnTo>
                <a:lnTo>
                  <a:pt x="1568" y="2999"/>
                </a:lnTo>
                <a:lnTo>
                  <a:pt x="1637" y="2812"/>
                </a:lnTo>
                <a:lnTo>
                  <a:pt x="1637" y="2666"/>
                </a:lnTo>
                <a:lnTo>
                  <a:pt x="1684" y="2520"/>
                </a:lnTo>
                <a:lnTo>
                  <a:pt x="1730" y="2333"/>
                </a:lnTo>
                <a:lnTo>
                  <a:pt x="1776" y="2187"/>
                </a:lnTo>
                <a:lnTo>
                  <a:pt x="1776" y="1999"/>
                </a:lnTo>
                <a:lnTo>
                  <a:pt x="1845" y="1854"/>
                </a:lnTo>
                <a:lnTo>
                  <a:pt x="1891" y="1708"/>
                </a:lnTo>
                <a:lnTo>
                  <a:pt x="1937" y="1520"/>
                </a:lnTo>
                <a:lnTo>
                  <a:pt x="1937" y="1374"/>
                </a:lnTo>
                <a:lnTo>
                  <a:pt x="2007" y="1187"/>
                </a:lnTo>
                <a:lnTo>
                  <a:pt x="2053" y="1041"/>
                </a:lnTo>
                <a:lnTo>
                  <a:pt x="2099" y="895"/>
                </a:lnTo>
                <a:lnTo>
                  <a:pt x="2099" y="708"/>
                </a:lnTo>
                <a:lnTo>
                  <a:pt x="2145" y="562"/>
                </a:lnTo>
                <a:lnTo>
                  <a:pt x="2214" y="374"/>
                </a:lnTo>
                <a:lnTo>
                  <a:pt x="2214" y="229"/>
                </a:lnTo>
                <a:lnTo>
                  <a:pt x="2260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1378434" y="3290875"/>
            <a:ext cx="2306" cy="9499"/>
          </a:xfrm>
          <a:custGeom>
            <a:avLst/>
            <a:gdLst/>
            <a:ahLst/>
            <a:cxnLst/>
            <a:rect l="l" t="t" r="r" b="b"/>
            <a:pathLst>
              <a:path w="2306" h="9499">
                <a:moveTo>
                  <a:pt x="0" y="9499"/>
                </a:moveTo>
                <a:lnTo>
                  <a:pt x="46" y="9354"/>
                </a:lnTo>
                <a:lnTo>
                  <a:pt x="92" y="9208"/>
                </a:lnTo>
                <a:lnTo>
                  <a:pt x="92" y="9062"/>
                </a:lnTo>
                <a:lnTo>
                  <a:pt x="161" y="8916"/>
                </a:lnTo>
                <a:lnTo>
                  <a:pt x="207" y="8729"/>
                </a:lnTo>
                <a:lnTo>
                  <a:pt x="253" y="8583"/>
                </a:lnTo>
                <a:lnTo>
                  <a:pt x="253" y="8437"/>
                </a:lnTo>
                <a:lnTo>
                  <a:pt x="322" y="8249"/>
                </a:lnTo>
                <a:lnTo>
                  <a:pt x="369" y="8104"/>
                </a:lnTo>
                <a:lnTo>
                  <a:pt x="415" y="7916"/>
                </a:lnTo>
                <a:lnTo>
                  <a:pt x="415" y="7770"/>
                </a:lnTo>
                <a:lnTo>
                  <a:pt x="461" y="7624"/>
                </a:lnTo>
                <a:lnTo>
                  <a:pt x="530" y="7437"/>
                </a:lnTo>
                <a:lnTo>
                  <a:pt x="576" y="7291"/>
                </a:lnTo>
                <a:lnTo>
                  <a:pt x="576" y="7104"/>
                </a:lnTo>
                <a:lnTo>
                  <a:pt x="622" y="6958"/>
                </a:lnTo>
                <a:lnTo>
                  <a:pt x="669" y="6812"/>
                </a:lnTo>
                <a:lnTo>
                  <a:pt x="738" y="6624"/>
                </a:lnTo>
                <a:lnTo>
                  <a:pt x="738" y="6479"/>
                </a:lnTo>
                <a:lnTo>
                  <a:pt x="784" y="6291"/>
                </a:lnTo>
                <a:lnTo>
                  <a:pt x="830" y="6145"/>
                </a:lnTo>
                <a:lnTo>
                  <a:pt x="899" y="5958"/>
                </a:lnTo>
                <a:lnTo>
                  <a:pt x="899" y="5812"/>
                </a:lnTo>
                <a:lnTo>
                  <a:pt x="945" y="5666"/>
                </a:lnTo>
                <a:lnTo>
                  <a:pt x="991" y="5479"/>
                </a:lnTo>
                <a:lnTo>
                  <a:pt x="1038" y="5333"/>
                </a:lnTo>
                <a:lnTo>
                  <a:pt x="1038" y="5145"/>
                </a:lnTo>
                <a:lnTo>
                  <a:pt x="1107" y="4999"/>
                </a:lnTo>
                <a:lnTo>
                  <a:pt x="1153" y="4854"/>
                </a:lnTo>
                <a:lnTo>
                  <a:pt x="1199" y="4666"/>
                </a:lnTo>
                <a:lnTo>
                  <a:pt x="1199" y="4520"/>
                </a:lnTo>
                <a:lnTo>
                  <a:pt x="1268" y="4333"/>
                </a:lnTo>
                <a:lnTo>
                  <a:pt x="1314" y="4187"/>
                </a:lnTo>
                <a:lnTo>
                  <a:pt x="1361" y="4041"/>
                </a:lnTo>
                <a:lnTo>
                  <a:pt x="1361" y="3854"/>
                </a:lnTo>
                <a:lnTo>
                  <a:pt x="1407" y="3708"/>
                </a:lnTo>
                <a:lnTo>
                  <a:pt x="1476" y="3520"/>
                </a:lnTo>
                <a:lnTo>
                  <a:pt x="1522" y="3374"/>
                </a:lnTo>
                <a:lnTo>
                  <a:pt x="1522" y="3229"/>
                </a:lnTo>
                <a:lnTo>
                  <a:pt x="1568" y="3041"/>
                </a:lnTo>
                <a:lnTo>
                  <a:pt x="1614" y="2895"/>
                </a:lnTo>
                <a:lnTo>
                  <a:pt x="1684" y="2708"/>
                </a:lnTo>
                <a:lnTo>
                  <a:pt x="1684" y="2562"/>
                </a:lnTo>
                <a:lnTo>
                  <a:pt x="1730" y="2374"/>
                </a:lnTo>
                <a:lnTo>
                  <a:pt x="1776" y="2229"/>
                </a:lnTo>
                <a:lnTo>
                  <a:pt x="1845" y="2083"/>
                </a:lnTo>
                <a:lnTo>
                  <a:pt x="1845" y="1895"/>
                </a:lnTo>
                <a:lnTo>
                  <a:pt x="1891" y="1749"/>
                </a:lnTo>
                <a:lnTo>
                  <a:pt x="1937" y="1562"/>
                </a:lnTo>
                <a:lnTo>
                  <a:pt x="1983" y="1416"/>
                </a:lnTo>
                <a:lnTo>
                  <a:pt x="1983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145" y="749"/>
                </a:lnTo>
                <a:lnTo>
                  <a:pt x="2145" y="604"/>
                </a:lnTo>
                <a:lnTo>
                  <a:pt x="2214" y="458"/>
                </a:lnTo>
                <a:lnTo>
                  <a:pt x="2260" y="270"/>
                </a:lnTo>
                <a:lnTo>
                  <a:pt x="2306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1380741" y="3281542"/>
            <a:ext cx="2306" cy="9333"/>
          </a:xfrm>
          <a:custGeom>
            <a:avLst/>
            <a:gdLst/>
            <a:ahLst/>
            <a:cxnLst/>
            <a:rect l="l" t="t" r="r" b="b"/>
            <a:pathLst>
              <a:path w="2306" h="9333">
                <a:moveTo>
                  <a:pt x="0" y="9333"/>
                </a:moveTo>
                <a:lnTo>
                  <a:pt x="46" y="9187"/>
                </a:lnTo>
                <a:lnTo>
                  <a:pt x="115" y="9041"/>
                </a:lnTo>
                <a:lnTo>
                  <a:pt x="115" y="8895"/>
                </a:lnTo>
                <a:lnTo>
                  <a:pt x="161" y="8749"/>
                </a:lnTo>
                <a:lnTo>
                  <a:pt x="207" y="8604"/>
                </a:lnTo>
                <a:lnTo>
                  <a:pt x="207" y="8458"/>
                </a:lnTo>
                <a:lnTo>
                  <a:pt x="253" y="8312"/>
                </a:lnTo>
                <a:lnTo>
                  <a:pt x="322" y="8124"/>
                </a:lnTo>
                <a:lnTo>
                  <a:pt x="322" y="7979"/>
                </a:lnTo>
                <a:lnTo>
                  <a:pt x="369" y="7833"/>
                </a:lnTo>
                <a:lnTo>
                  <a:pt x="415" y="7645"/>
                </a:lnTo>
                <a:lnTo>
                  <a:pt x="484" y="7499"/>
                </a:lnTo>
                <a:lnTo>
                  <a:pt x="484" y="7312"/>
                </a:lnTo>
                <a:lnTo>
                  <a:pt x="530" y="7166"/>
                </a:lnTo>
                <a:lnTo>
                  <a:pt x="576" y="7020"/>
                </a:lnTo>
                <a:lnTo>
                  <a:pt x="622" y="6833"/>
                </a:lnTo>
                <a:lnTo>
                  <a:pt x="692" y="6687"/>
                </a:lnTo>
                <a:lnTo>
                  <a:pt x="692" y="6499"/>
                </a:lnTo>
                <a:lnTo>
                  <a:pt x="738" y="6354"/>
                </a:lnTo>
                <a:lnTo>
                  <a:pt x="784" y="6208"/>
                </a:lnTo>
                <a:lnTo>
                  <a:pt x="830" y="6020"/>
                </a:lnTo>
                <a:lnTo>
                  <a:pt x="830" y="5874"/>
                </a:lnTo>
                <a:lnTo>
                  <a:pt x="899" y="5687"/>
                </a:lnTo>
                <a:lnTo>
                  <a:pt x="945" y="5541"/>
                </a:lnTo>
                <a:lnTo>
                  <a:pt x="991" y="5395"/>
                </a:lnTo>
                <a:lnTo>
                  <a:pt x="991" y="5208"/>
                </a:lnTo>
                <a:lnTo>
                  <a:pt x="1061" y="5062"/>
                </a:lnTo>
                <a:lnTo>
                  <a:pt x="1107" y="4874"/>
                </a:lnTo>
                <a:lnTo>
                  <a:pt x="1153" y="4729"/>
                </a:lnTo>
                <a:lnTo>
                  <a:pt x="1199" y="4541"/>
                </a:lnTo>
                <a:lnTo>
                  <a:pt x="1199" y="4395"/>
                </a:lnTo>
                <a:lnTo>
                  <a:pt x="1268" y="4249"/>
                </a:lnTo>
                <a:lnTo>
                  <a:pt x="1314" y="4062"/>
                </a:lnTo>
                <a:lnTo>
                  <a:pt x="1361" y="3916"/>
                </a:lnTo>
                <a:lnTo>
                  <a:pt x="1361" y="3729"/>
                </a:lnTo>
                <a:lnTo>
                  <a:pt x="1430" y="3583"/>
                </a:lnTo>
                <a:lnTo>
                  <a:pt x="1476" y="3437"/>
                </a:lnTo>
                <a:lnTo>
                  <a:pt x="1522" y="3249"/>
                </a:lnTo>
                <a:lnTo>
                  <a:pt x="1522" y="3104"/>
                </a:lnTo>
                <a:lnTo>
                  <a:pt x="1568" y="2916"/>
                </a:lnTo>
                <a:lnTo>
                  <a:pt x="1637" y="2770"/>
                </a:lnTo>
                <a:lnTo>
                  <a:pt x="1684" y="2624"/>
                </a:lnTo>
                <a:lnTo>
                  <a:pt x="1730" y="2437"/>
                </a:lnTo>
                <a:lnTo>
                  <a:pt x="1730" y="2291"/>
                </a:lnTo>
                <a:lnTo>
                  <a:pt x="1776" y="2104"/>
                </a:lnTo>
                <a:lnTo>
                  <a:pt x="1845" y="1958"/>
                </a:lnTo>
                <a:lnTo>
                  <a:pt x="1845" y="1812"/>
                </a:lnTo>
                <a:lnTo>
                  <a:pt x="1891" y="1624"/>
                </a:lnTo>
                <a:lnTo>
                  <a:pt x="1937" y="1479"/>
                </a:lnTo>
                <a:lnTo>
                  <a:pt x="2007" y="1291"/>
                </a:lnTo>
                <a:lnTo>
                  <a:pt x="2053" y="1145"/>
                </a:lnTo>
                <a:lnTo>
                  <a:pt x="2099" y="958"/>
                </a:lnTo>
                <a:lnTo>
                  <a:pt x="2099" y="812"/>
                </a:lnTo>
                <a:lnTo>
                  <a:pt x="2145" y="666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1383047" y="3272479"/>
            <a:ext cx="2306" cy="9062"/>
          </a:xfrm>
          <a:custGeom>
            <a:avLst/>
            <a:gdLst/>
            <a:ahLst/>
            <a:cxnLst/>
            <a:rect l="l" t="t" r="r" b="b"/>
            <a:pathLst>
              <a:path w="2306" h="9062">
                <a:moveTo>
                  <a:pt x="0" y="9062"/>
                </a:moveTo>
                <a:lnTo>
                  <a:pt x="46" y="8916"/>
                </a:lnTo>
                <a:lnTo>
                  <a:pt x="115" y="8729"/>
                </a:lnTo>
                <a:lnTo>
                  <a:pt x="115" y="8583"/>
                </a:lnTo>
                <a:lnTo>
                  <a:pt x="161" y="8395"/>
                </a:lnTo>
                <a:lnTo>
                  <a:pt x="207" y="8249"/>
                </a:lnTo>
                <a:lnTo>
                  <a:pt x="276" y="8104"/>
                </a:lnTo>
                <a:lnTo>
                  <a:pt x="322" y="7916"/>
                </a:lnTo>
                <a:lnTo>
                  <a:pt x="322" y="7770"/>
                </a:lnTo>
                <a:lnTo>
                  <a:pt x="369" y="7583"/>
                </a:lnTo>
                <a:lnTo>
                  <a:pt x="415" y="7437"/>
                </a:lnTo>
                <a:lnTo>
                  <a:pt x="484" y="7291"/>
                </a:lnTo>
                <a:lnTo>
                  <a:pt x="484" y="7104"/>
                </a:lnTo>
                <a:lnTo>
                  <a:pt x="530" y="6958"/>
                </a:lnTo>
                <a:lnTo>
                  <a:pt x="576" y="6770"/>
                </a:lnTo>
                <a:lnTo>
                  <a:pt x="645" y="6624"/>
                </a:lnTo>
                <a:lnTo>
                  <a:pt x="692" y="6437"/>
                </a:lnTo>
                <a:lnTo>
                  <a:pt x="692" y="6291"/>
                </a:lnTo>
                <a:lnTo>
                  <a:pt x="738" y="6145"/>
                </a:lnTo>
                <a:lnTo>
                  <a:pt x="784" y="5958"/>
                </a:lnTo>
                <a:lnTo>
                  <a:pt x="853" y="5812"/>
                </a:lnTo>
                <a:lnTo>
                  <a:pt x="899" y="5624"/>
                </a:lnTo>
                <a:lnTo>
                  <a:pt x="899" y="5479"/>
                </a:lnTo>
                <a:lnTo>
                  <a:pt x="945" y="5333"/>
                </a:lnTo>
                <a:lnTo>
                  <a:pt x="991" y="5145"/>
                </a:lnTo>
                <a:lnTo>
                  <a:pt x="1061" y="4999"/>
                </a:lnTo>
                <a:lnTo>
                  <a:pt x="1061" y="4812"/>
                </a:lnTo>
                <a:lnTo>
                  <a:pt x="1107" y="4666"/>
                </a:lnTo>
                <a:lnTo>
                  <a:pt x="1153" y="4520"/>
                </a:lnTo>
                <a:lnTo>
                  <a:pt x="1222" y="4333"/>
                </a:lnTo>
                <a:lnTo>
                  <a:pt x="1222" y="4187"/>
                </a:lnTo>
                <a:lnTo>
                  <a:pt x="1268" y="3999"/>
                </a:lnTo>
                <a:lnTo>
                  <a:pt x="1314" y="3854"/>
                </a:lnTo>
                <a:lnTo>
                  <a:pt x="1361" y="3708"/>
                </a:lnTo>
                <a:lnTo>
                  <a:pt x="1430" y="3520"/>
                </a:lnTo>
                <a:lnTo>
                  <a:pt x="1430" y="3374"/>
                </a:lnTo>
                <a:lnTo>
                  <a:pt x="1476" y="3187"/>
                </a:lnTo>
                <a:lnTo>
                  <a:pt x="1522" y="3041"/>
                </a:lnTo>
                <a:lnTo>
                  <a:pt x="1591" y="2854"/>
                </a:lnTo>
                <a:lnTo>
                  <a:pt x="1637" y="2708"/>
                </a:lnTo>
                <a:lnTo>
                  <a:pt x="1637" y="2562"/>
                </a:lnTo>
                <a:lnTo>
                  <a:pt x="1684" y="2374"/>
                </a:lnTo>
                <a:lnTo>
                  <a:pt x="1730" y="2229"/>
                </a:lnTo>
                <a:lnTo>
                  <a:pt x="1799" y="2041"/>
                </a:lnTo>
                <a:lnTo>
                  <a:pt x="1845" y="1895"/>
                </a:lnTo>
                <a:lnTo>
                  <a:pt x="1845" y="1749"/>
                </a:lnTo>
                <a:lnTo>
                  <a:pt x="1891" y="1562"/>
                </a:lnTo>
                <a:lnTo>
                  <a:pt x="1937" y="1416"/>
                </a:lnTo>
                <a:lnTo>
                  <a:pt x="2007" y="1229"/>
                </a:lnTo>
                <a:lnTo>
                  <a:pt x="2053" y="1083"/>
                </a:lnTo>
                <a:lnTo>
                  <a:pt x="2053" y="937"/>
                </a:lnTo>
                <a:lnTo>
                  <a:pt x="2099" y="749"/>
                </a:lnTo>
                <a:lnTo>
                  <a:pt x="2168" y="604"/>
                </a:lnTo>
                <a:lnTo>
                  <a:pt x="2214" y="416"/>
                </a:lnTo>
                <a:lnTo>
                  <a:pt x="2214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1385354" y="3263625"/>
            <a:ext cx="2329" cy="8854"/>
          </a:xfrm>
          <a:custGeom>
            <a:avLst/>
            <a:gdLst/>
            <a:ahLst/>
            <a:cxnLst/>
            <a:rect l="l" t="t" r="r" b="b"/>
            <a:pathLst>
              <a:path w="2329" h="8854">
                <a:moveTo>
                  <a:pt x="0" y="8854"/>
                </a:moveTo>
                <a:lnTo>
                  <a:pt x="0" y="8708"/>
                </a:lnTo>
                <a:lnTo>
                  <a:pt x="69" y="8562"/>
                </a:lnTo>
                <a:lnTo>
                  <a:pt x="115" y="8416"/>
                </a:lnTo>
                <a:lnTo>
                  <a:pt x="161" y="8270"/>
                </a:lnTo>
                <a:lnTo>
                  <a:pt x="161" y="8124"/>
                </a:lnTo>
                <a:lnTo>
                  <a:pt x="207" y="7979"/>
                </a:lnTo>
                <a:lnTo>
                  <a:pt x="276" y="7833"/>
                </a:lnTo>
                <a:lnTo>
                  <a:pt x="322" y="7645"/>
                </a:lnTo>
                <a:lnTo>
                  <a:pt x="322" y="7499"/>
                </a:lnTo>
                <a:lnTo>
                  <a:pt x="369" y="7312"/>
                </a:lnTo>
                <a:lnTo>
                  <a:pt x="438" y="7166"/>
                </a:lnTo>
                <a:lnTo>
                  <a:pt x="484" y="7020"/>
                </a:lnTo>
                <a:lnTo>
                  <a:pt x="530" y="6833"/>
                </a:lnTo>
                <a:lnTo>
                  <a:pt x="530" y="6687"/>
                </a:lnTo>
                <a:lnTo>
                  <a:pt x="576" y="6499"/>
                </a:lnTo>
                <a:lnTo>
                  <a:pt x="645" y="6354"/>
                </a:lnTo>
                <a:lnTo>
                  <a:pt x="692" y="6208"/>
                </a:lnTo>
                <a:lnTo>
                  <a:pt x="738" y="6020"/>
                </a:lnTo>
                <a:lnTo>
                  <a:pt x="738" y="5874"/>
                </a:lnTo>
                <a:lnTo>
                  <a:pt x="807" y="5687"/>
                </a:lnTo>
                <a:lnTo>
                  <a:pt x="853" y="5541"/>
                </a:lnTo>
                <a:lnTo>
                  <a:pt x="899" y="5395"/>
                </a:lnTo>
                <a:lnTo>
                  <a:pt x="945" y="5208"/>
                </a:lnTo>
                <a:lnTo>
                  <a:pt x="945" y="5062"/>
                </a:lnTo>
                <a:lnTo>
                  <a:pt x="1015" y="4874"/>
                </a:lnTo>
                <a:lnTo>
                  <a:pt x="1061" y="4729"/>
                </a:lnTo>
                <a:lnTo>
                  <a:pt x="1107" y="4541"/>
                </a:lnTo>
                <a:lnTo>
                  <a:pt x="1153" y="4395"/>
                </a:lnTo>
                <a:lnTo>
                  <a:pt x="1153" y="4249"/>
                </a:lnTo>
                <a:lnTo>
                  <a:pt x="1222" y="4062"/>
                </a:lnTo>
                <a:lnTo>
                  <a:pt x="1268" y="3916"/>
                </a:lnTo>
                <a:lnTo>
                  <a:pt x="1314" y="3729"/>
                </a:lnTo>
                <a:lnTo>
                  <a:pt x="1384" y="3583"/>
                </a:lnTo>
                <a:lnTo>
                  <a:pt x="1384" y="3437"/>
                </a:lnTo>
                <a:lnTo>
                  <a:pt x="1430" y="3249"/>
                </a:lnTo>
                <a:lnTo>
                  <a:pt x="1476" y="3104"/>
                </a:lnTo>
                <a:lnTo>
                  <a:pt x="1522" y="2916"/>
                </a:lnTo>
                <a:lnTo>
                  <a:pt x="1591" y="2770"/>
                </a:lnTo>
                <a:lnTo>
                  <a:pt x="1591" y="2624"/>
                </a:lnTo>
                <a:lnTo>
                  <a:pt x="1637" y="2437"/>
                </a:lnTo>
                <a:lnTo>
                  <a:pt x="1684" y="2291"/>
                </a:lnTo>
                <a:lnTo>
                  <a:pt x="1753" y="2104"/>
                </a:lnTo>
                <a:lnTo>
                  <a:pt x="1799" y="1958"/>
                </a:lnTo>
                <a:lnTo>
                  <a:pt x="1845" y="1812"/>
                </a:lnTo>
                <a:lnTo>
                  <a:pt x="1845" y="1624"/>
                </a:lnTo>
                <a:lnTo>
                  <a:pt x="1891" y="1479"/>
                </a:lnTo>
                <a:lnTo>
                  <a:pt x="1960" y="1291"/>
                </a:lnTo>
                <a:lnTo>
                  <a:pt x="2007" y="1145"/>
                </a:lnTo>
                <a:lnTo>
                  <a:pt x="2053" y="958"/>
                </a:lnTo>
                <a:lnTo>
                  <a:pt x="2099" y="812"/>
                </a:lnTo>
                <a:lnTo>
                  <a:pt x="2099" y="666"/>
                </a:lnTo>
                <a:lnTo>
                  <a:pt x="2168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29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1387684" y="3255042"/>
            <a:ext cx="2237" cy="8583"/>
          </a:xfrm>
          <a:custGeom>
            <a:avLst/>
            <a:gdLst/>
            <a:ahLst/>
            <a:cxnLst/>
            <a:rect l="l" t="t" r="r" b="b"/>
            <a:pathLst>
              <a:path w="2237" h="8583">
                <a:moveTo>
                  <a:pt x="0" y="8583"/>
                </a:moveTo>
                <a:lnTo>
                  <a:pt x="0" y="8437"/>
                </a:lnTo>
                <a:lnTo>
                  <a:pt x="46" y="8249"/>
                </a:lnTo>
                <a:lnTo>
                  <a:pt x="92" y="8104"/>
                </a:lnTo>
                <a:lnTo>
                  <a:pt x="138" y="7916"/>
                </a:lnTo>
                <a:lnTo>
                  <a:pt x="207" y="7770"/>
                </a:lnTo>
                <a:lnTo>
                  <a:pt x="207" y="7624"/>
                </a:lnTo>
                <a:lnTo>
                  <a:pt x="253" y="7437"/>
                </a:lnTo>
                <a:lnTo>
                  <a:pt x="299" y="7291"/>
                </a:lnTo>
                <a:lnTo>
                  <a:pt x="346" y="7104"/>
                </a:lnTo>
                <a:lnTo>
                  <a:pt x="415" y="6958"/>
                </a:lnTo>
                <a:lnTo>
                  <a:pt x="461" y="6812"/>
                </a:lnTo>
                <a:lnTo>
                  <a:pt x="507" y="6624"/>
                </a:lnTo>
                <a:lnTo>
                  <a:pt x="507" y="6479"/>
                </a:lnTo>
                <a:lnTo>
                  <a:pt x="576" y="6291"/>
                </a:lnTo>
                <a:lnTo>
                  <a:pt x="622" y="6145"/>
                </a:lnTo>
                <a:lnTo>
                  <a:pt x="669" y="5958"/>
                </a:lnTo>
                <a:lnTo>
                  <a:pt x="715" y="5812"/>
                </a:lnTo>
                <a:lnTo>
                  <a:pt x="715" y="5666"/>
                </a:lnTo>
                <a:lnTo>
                  <a:pt x="784" y="5479"/>
                </a:lnTo>
                <a:lnTo>
                  <a:pt x="830" y="5333"/>
                </a:lnTo>
                <a:lnTo>
                  <a:pt x="876" y="5145"/>
                </a:lnTo>
                <a:lnTo>
                  <a:pt x="945" y="4999"/>
                </a:lnTo>
                <a:lnTo>
                  <a:pt x="991" y="4854"/>
                </a:lnTo>
                <a:lnTo>
                  <a:pt x="991" y="4666"/>
                </a:lnTo>
                <a:lnTo>
                  <a:pt x="1038" y="4520"/>
                </a:lnTo>
                <a:lnTo>
                  <a:pt x="1084" y="4333"/>
                </a:lnTo>
                <a:lnTo>
                  <a:pt x="1153" y="4187"/>
                </a:lnTo>
                <a:lnTo>
                  <a:pt x="1153" y="4041"/>
                </a:lnTo>
                <a:lnTo>
                  <a:pt x="1245" y="3854"/>
                </a:lnTo>
                <a:lnTo>
                  <a:pt x="1245" y="3708"/>
                </a:lnTo>
                <a:lnTo>
                  <a:pt x="1291" y="3520"/>
                </a:lnTo>
                <a:lnTo>
                  <a:pt x="1361" y="3374"/>
                </a:lnTo>
                <a:lnTo>
                  <a:pt x="1407" y="3229"/>
                </a:lnTo>
                <a:lnTo>
                  <a:pt x="1453" y="3041"/>
                </a:lnTo>
                <a:lnTo>
                  <a:pt x="1453" y="2895"/>
                </a:lnTo>
                <a:lnTo>
                  <a:pt x="1522" y="2708"/>
                </a:lnTo>
                <a:lnTo>
                  <a:pt x="1568" y="2562"/>
                </a:lnTo>
                <a:lnTo>
                  <a:pt x="1614" y="2374"/>
                </a:lnTo>
                <a:lnTo>
                  <a:pt x="1660" y="2229"/>
                </a:lnTo>
                <a:lnTo>
                  <a:pt x="1730" y="2083"/>
                </a:lnTo>
                <a:lnTo>
                  <a:pt x="1730" y="1895"/>
                </a:lnTo>
                <a:lnTo>
                  <a:pt x="1776" y="1749"/>
                </a:lnTo>
                <a:lnTo>
                  <a:pt x="1822" y="1562"/>
                </a:lnTo>
                <a:lnTo>
                  <a:pt x="1891" y="1416"/>
                </a:lnTo>
                <a:lnTo>
                  <a:pt x="1937" y="1270"/>
                </a:lnTo>
                <a:lnTo>
                  <a:pt x="1983" y="1083"/>
                </a:lnTo>
                <a:lnTo>
                  <a:pt x="2030" y="937"/>
                </a:lnTo>
                <a:lnTo>
                  <a:pt x="2030" y="749"/>
                </a:lnTo>
                <a:lnTo>
                  <a:pt x="2099" y="604"/>
                </a:lnTo>
                <a:lnTo>
                  <a:pt x="2145" y="458"/>
                </a:lnTo>
                <a:lnTo>
                  <a:pt x="2191" y="270"/>
                </a:lnTo>
                <a:lnTo>
                  <a:pt x="2237" y="12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1389922" y="3246667"/>
            <a:ext cx="2329" cy="8374"/>
          </a:xfrm>
          <a:custGeom>
            <a:avLst/>
            <a:gdLst/>
            <a:ahLst/>
            <a:cxnLst/>
            <a:rect l="l" t="t" r="r" b="b"/>
            <a:pathLst>
              <a:path w="2329" h="8374">
                <a:moveTo>
                  <a:pt x="0" y="8374"/>
                </a:moveTo>
                <a:lnTo>
                  <a:pt x="69" y="8229"/>
                </a:lnTo>
                <a:lnTo>
                  <a:pt x="115" y="8083"/>
                </a:lnTo>
                <a:lnTo>
                  <a:pt x="161" y="7937"/>
                </a:lnTo>
                <a:lnTo>
                  <a:pt x="161" y="7791"/>
                </a:lnTo>
                <a:lnTo>
                  <a:pt x="230" y="7645"/>
                </a:lnTo>
                <a:lnTo>
                  <a:pt x="276" y="7499"/>
                </a:lnTo>
                <a:lnTo>
                  <a:pt x="322" y="7354"/>
                </a:lnTo>
                <a:lnTo>
                  <a:pt x="369" y="7166"/>
                </a:lnTo>
                <a:lnTo>
                  <a:pt x="369" y="7020"/>
                </a:lnTo>
                <a:lnTo>
                  <a:pt x="438" y="6874"/>
                </a:lnTo>
                <a:lnTo>
                  <a:pt x="484" y="6687"/>
                </a:lnTo>
                <a:lnTo>
                  <a:pt x="530" y="6541"/>
                </a:lnTo>
                <a:lnTo>
                  <a:pt x="576" y="6354"/>
                </a:lnTo>
                <a:lnTo>
                  <a:pt x="645" y="6208"/>
                </a:lnTo>
                <a:lnTo>
                  <a:pt x="645" y="6062"/>
                </a:lnTo>
                <a:lnTo>
                  <a:pt x="692" y="5874"/>
                </a:lnTo>
                <a:lnTo>
                  <a:pt x="738" y="5729"/>
                </a:lnTo>
                <a:lnTo>
                  <a:pt x="807" y="5541"/>
                </a:lnTo>
                <a:lnTo>
                  <a:pt x="853" y="5395"/>
                </a:lnTo>
                <a:lnTo>
                  <a:pt x="853" y="5249"/>
                </a:lnTo>
                <a:lnTo>
                  <a:pt x="945" y="5062"/>
                </a:lnTo>
                <a:lnTo>
                  <a:pt x="945" y="4916"/>
                </a:lnTo>
                <a:lnTo>
                  <a:pt x="1015" y="4729"/>
                </a:lnTo>
                <a:lnTo>
                  <a:pt x="1061" y="4583"/>
                </a:lnTo>
                <a:lnTo>
                  <a:pt x="1107" y="4437"/>
                </a:lnTo>
                <a:lnTo>
                  <a:pt x="1176" y="4249"/>
                </a:lnTo>
                <a:lnTo>
                  <a:pt x="1222" y="4104"/>
                </a:lnTo>
                <a:lnTo>
                  <a:pt x="1222" y="3916"/>
                </a:lnTo>
                <a:lnTo>
                  <a:pt x="1268" y="3770"/>
                </a:lnTo>
                <a:lnTo>
                  <a:pt x="1314" y="3583"/>
                </a:lnTo>
                <a:lnTo>
                  <a:pt x="1384" y="3437"/>
                </a:lnTo>
                <a:lnTo>
                  <a:pt x="1430" y="3291"/>
                </a:lnTo>
                <a:lnTo>
                  <a:pt x="1476" y="3104"/>
                </a:lnTo>
                <a:lnTo>
                  <a:pt x="1522" y="2958"/>
                </a:lnTo>
                <a:lnTo>
                  <a:pt x="1591" y="2770"/>
                </a:lnTo>
                <a:lnTo>
                  <a:pt x="1591" y="2624"/>
                </a:lnTo>
                <a:lnTo>
                  <a:pt x="1637" y="2479"/>
                </a:lnTo>
                <a:lnTo>
                  <a:pt x="1684" y="2291"/>
                </a:lnTo>
                <a:lnTo>
                  <a:pt x="1753" y="2145"/>
                </a:lnTo>
                <a:lnTo>
                  <a:pt x="1799" y="1958"/>
                </a:lnTo>
                <a:lnTo>
                  <a:pt x="1799" y="1812"/>
                </a:lnTo>
                <a:lnTo>
                  <a:pt x="1845" y="1666"/>
                </a:lnTo>
                <a:lnTo>
                  <a:pt x="1891" y="1479"/>
                </a:lnTo>
                <a:lnTo>
                  <a:pt x="1960" y="1333"/>
                </a:lnTo>
                <a:lnTo>
                  <a:pt x="2007" y="1145"/>
                </a:lnTo>
                <a:lnTo>
                  <a:pt x="2053" y="999"/>
                </a:lnTo>
                <a:lnTo>
                  <a:pt x="2122" y="854"/>
                </a:lnTo>
                <a:lnTo>
                  <a:pt x="2168" y="666"/>
                </a:lnTo>
                <a:lnTo>
                  <a:pt x="2214" y="520"/>
                </a:lnTo>
                <a:lnTo>
                  <a:pt x="2214" y="333"/>
                </a:lnTo>
                <a:lnTo>
                  <a:pt x="2260" y="187"/>
                </a:lnTo>
                <a:lnTo>
                  <a:pt x="2329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1392252" y="3238605"/>
            <a:ext cx="2306" cy="8062"/>
          </a:xfrm>
          <a:custGeom>
            <a:avLst/>
            <a:gdLst/>
            <a:ahLst/>
            <a:cxnLst/>
            <a:rect l="l" t="t" r="r" b="b"/>
            <a:pathLst>
              <a:path w="2306" h="8062">
                <a:moveTo>
                  <a:pt x="0" y="8062"/>
                </a:moveTo>
                <a:lnTo>
                  <a:pt x="46" y="7916"/>
                </a:lnTo>
                <a:lnTo>
                  <a:pt x="92" y="7770"/>
                </a:lnTo>
                <a:lnTo>
                  <a:pt x="138" y="7583"/>
                </a:lnTo>
                <a:lnTo>
                  <a:pt x="138" y="7437"/>
                </a:lnTo>
                <a:lnTo>
                  <a:pt x="253" y="7249"/>
                </a:lnTo>
                <a:lnTo>
                  <a:pt x="253" y="7104"/>
                </a:lnTo>
                <a:lnTo>
                  <a:pt x="299" y="6958"/>
                </a:lnTo>
                <a:lnTo>
                  <a:pt x="369" y="6770"/>
                </a:lnTo>
                <a:lnTo>
                  <a:pt x="415" y="6624"/>
                </a:lnTo>
                <a:lnTo>
                  <a:pt x="461" y="6437"/>
                </a:lnTo>
                <a:lnTo>
                  <a:pt x="507" y="6291"/>
                </a:lnTo>
                <a:lnTo>
                  <a:pt x="576" y="6145"/>
                </a:lnTo>
                <a:lnTo>
                  <a:pt x="576" y="5958"/>
                </a:lnTo>
                <a:lnTo>
                  <a:pt x="622" y="5812"/>
                </a:lnTo>
                <a:lnTo>
                  <a:pt x="669" y="5624"/>
                </a:lnTo>
                <a:lnTo>
                  <a:pt x="715" y="5479"/>
                </a:lnTo>
                <a:lnTo>
                  <a:pt x="784" y="5333"/>
                </a:lnTo>
                <a:lnTo>
                  <a:pt x="830" y="5145"/>
                </a:lnTo>
                <a:lnTo>
                  <a:pt x="876" y="4999"/>
                </a:lnTo>
                <a:lnTo>
                  <a:pt x="945" y="4812"/>
                </a:lnTo>
                <a:lnTo>
                  <a:pt x="945" y="4666"/>
                </a:lnTo>
                <a:lnTo>
                  <a:pt x="1038" y="4479"/>
                </a:lnTo>
                <a:lnTo>
                  <a:pt x="1038" y="4333"/>
                </a:lnTo>
                <a:lnTo>
                  <a:pt x="1084" y="4187"/>
                </a:lnTo>
                <a:lnTo>
                  <a:pt x="1153" y="3999"/>
                </a:lnTo>
                <a:lnTo>
                  <a:pt x="1199" y="3854"/>
                </a:lnTo>
                <a:lnTo>
                  <a:pt x="1245" y="3666"/>
                </a:lnTo>
                <a:lnTo>
                  <a:pt x="1314" y="3520"/>
                </a:lnTo>
                <a:lnTo>
                  <a:pt x="1314" y="3374"/>
                </a:lnTo>
                <a:lnTo>
                  <a:pt x="1361" y="3187"/>
                </a:lnTo>
                <a:lnTo>
                  <a:pt x="1407" y="3041"/>
                </a:lnTo>
                <a:lnTo>
                  <a:pt x="1453" y="2854"/>
                </a:lnTo>
                <a:lnTo>
                  <a:pt x="1522" y="2708"/>
                </a:lnTo>
                <a:lnTo>
                  <a:pt x="1568" y="2562"/>
                </a:lnTo>
                <a:lnTo>
                  <a:pt x="1614" y="2374"/>
                </a:lnTo>
                <a:lnTo>
                  <a:pt x="1660" y="2229"/>
                </a:lnTo>
                <a:lnTo>
                  <a:pt x="1730" y="2041"/>
                </a:lnTo>
                <a:lnTo>
                  <a:pt x="1730" y="1895"/>
                </a:lnTo>
                <a:lnTo>
                  <a:pt x="1776" y="1749"/>
                </a:lnTo>
                <a:lnTo>
                  <a:pt x="1822" y="1562"/>
                </a:lnTo>
                <a:lnTo>
                  <a:pt x="1891" y="1416"/>
                </a:lnTo>
                <a:lnTo>
                  <a:pt x="1937" y="1229"/>
                </a:lnTo>
                <a:lnTo>
                  <a:pt x="1983" y="1083"/>
                </a:lnTo>
                <a:lnTo>
                  <a:pt x="2030" y="895"/>
                </a:lnTo>
                <a:lnTo>
                  <a:pt x="2099" y="749"/>
                </a:lnTo>
                <a:lnTo>
                  <a:pt x="2099" y="604"/>
                </a:lnTo>
                <a:lnTo>
                  <a:pt x="2191" y="416"/>
                </a:lnTo>
                <a:lnTo>
                  <a:pt x="2191" y="270"/>
                </a:lnTo>
                <a:lnTo>
                  <a:pt x="2237" y="8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1394559" y="3230772"/>
            <a:ext cx="2306" cy="7833"/>
          </a:xfrm>
          <a:custGeom>
            <a:avLst/>
            <a:gdLst/>
            <a:ahLst/>
            <a:cxnLst/>
            <a:rect l="l" t="t" r="r" b="b"/>
            <a:pathLst>
              <a:path w="2306" h="7833">
                <a:moveTo>
                  <a:pt x="0" y="7833"/>
                </a:moveTo>
                <a:lnTo>
                  <a:pt x="46" y="7687"/>
                </a:lnTo>
                <a:lnTo>
                  <a:pt x="46" y="7541"/>
                </a:lnTo>
                <a:lnTo>
                  <a:pt x="92" y="7395"/>
                </a:lnTo>
                <a:lnTo>
                  <a:pt x="161" y="7249"/>
                </a:lnTo>
                <a:lnTo>
                  <a:pt x="207" y="7104"/>
                </a:lnTo>
                <a:lnTo>
                  <a:pt x="253" y="6958"/>
                </a:lnTo>
                <a:lnTo>
                  <a:pt x="253" y="6812"/>
                </a:lnTo>
                <a:lnTo>
                  <a:pt x="369" y="6624"/>
                </a:lnTo>
                <a:lnTo>
                  <a:pt x="369" y="6479"/>
                </a:lnTo>
                <a:lnTo>
                  <a:pt x="415" y="6291"/>
                </a:lnTo>
                <a:lnTo>
                  <a:pt x="461" y="6145"/>
                </a:lnTo>
                <a:lnTo>
                  <a:pt x="530" y="5999"/>
                </a:lnTo>
                <a:lnTo>
                  <a:pt x="576" y="5812"/>
                </a:lnTo>
                <a:lnTo>
                  <a:pt x="622" y="5666"/>
                </a:lnTo>
                <a:lnTo>
                  <a:pt x="669" y="5479"/>
                </a:lnTo>
                <a:lnTo>
                  <a:pt x="738" y="5333"/>
                </a:lnTo>
                <a:lnTo>
                  <a:pt x="784" y="5145"/>
                </a:lnTo>
                <a:lnTo>
                  <a:pt x="830" y="4999"/>
                </a:lnTo>
                <a:lnTo>
                  <a:pt x="830" y="4854"/>
                </a:lnTo>
                <a:lnTo>
                  <a:pt x="876" y="4666"/>
                </a:lnTo>
                <a:lnTo>
                  <a:pt x="945" y="4520"/>
                </a:lnTo>
                <a:lnTo>
                  <a:pt x="991" y="4333"/>
                </a:lnTo>
                <a:lnTo>
                  <a:pt x="1038" y="4187"/>
                </a:lnTo>
                <a:lnTo>
                  <a:pt x="1107" y="4041"/>
                </a:lnTo>
                <a:lnTo>
                  <a:pt x="1153" y="3854"/>
                </a:lnTo>
                <a:lnTo>
                  <a:pt x="1199" y="3708"/>
                </a:lnTo>
                <a:lnTo>
                  <a:pt x="1245" y="3520"/>
                </a:lnTo>
                <a:lnTo>
                  <a:pt x="1314" y="3374"/>
                </a:lnTo>
                <a:lnTo>
                  <a:pt x="1314" y="3229"/>
                </a:lnTo>
                <a:lnTo>
                  <a:pt x="1361" y="3041"/>
                </a:lnTo>
                <a:lnTo>
                  <a:pt x="1407" y="2895"/>
                </a:lnTo>
                <a:lnTo>
                  <a:pt x="1476" y="2708"/>
                </a:lnTo>
                <a:lnTo>
                  <a:pt x="1522" y="2562"/>
                </a:lnTo>
                <a:lnTo>
                  <a:pt x="1568" y="2416"/>
                </a:lnTo>
                <a:lnTo>
                  <a:pt x="1614" y="2229"/>
                </a:lnTo>
                <a:lnTo>
                  <a:pt x="1684" y="2083"/>
                </a:lnTo>
                <a:lnTo>
                  <a:pt x="1730" y="1895"/>
                </a:lnTo>
                <a:lnTo>
                  <a:pt x="1776" y="1749"/>
                </a:lnTo>
                <a:lnTo>
                  <a:pt x="1822" y="1562"/>
                </a:lnTo>
                <a:lnTo>
                  <a:pt x="1891" y="1416"/>
                </a:lnTo>
                <a:lnTo>
                  <a:pt x="1891" y="1270"/>
                </a:lnTo>
                <a:lnTo>
                  <a:pt x="1983" y="1083"/>
                </a:lnTo>
                <a:lnTo>
                  <a:pt x="1983" y="937"/>
                </a:lnTo>
                <a:lnTo>
                  <a:pt x="2053" y="749"/>
                </a:lnTo>
                <a:lnTo>
                  <a:pt x="2099" y="604"/>
                </a:lnTo>
                <a:lnTo>
                  <a:pt x="2145" y="458"/>
                </a:lnTo>
                <a:lnTo>
                  <a:pt x="2191" y="270"/>
                </a:lnTo>
                <a:lnTo>
                  <a:pt x="2260" y="12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1396866" y="3223209"/>
            <a:ext cx="2306" cy="7562"/>
          </a:xfrm>
          <a:custGeom>
            <a:avLst/>
            <a:gdLst/>
            <a:ahLst/>
            <a:cxnLst/>
            <a:rect l="l" t="t" r="r" b="b"/>
            <a:pathLst>
              <a:path w="2306" h="7562">
                <a:moveTo>
                  <a:pt x="0" y="7562"/>
                </a:moveTo>
                <a:lnTo>
                  <a:pt x="46" y="7416"/>
                </a:lnTo>
                <a:lnTo>
                  <a:pt x="46" y="7270"/>
                </a:lnTo>
                <a:lnTo>
                  <a:pt x="92" y="7124"/>
                </a:lnTo>
                <a:lnTo>
                  <a:pt x="161" y="6979"/>
                </a:lnTo>
                <a:lnTo>
                  <a:pt x="207" y="6833"/>
                </a:lnTo>
                <a:lnTo>
                  <a:pt x="253" y="6687"/>
                </a:lnTo>
                <a:lnTo>
                  <a:pt x="253" y="6541"/>
                </a:lnTo>
                <a:lnTo>
                  <a:pt x="322" y="6395"/>
                </a:lnTo>
                <a:lnTo>
                  <a:pt x="369" y="6208"/>
                </a:lnTo>
                <a:lnTo>
                  <a:pt x="415" y="6062"/>
                </a:lnTo>
                <a:lnTo>
                  <a:pt x="461" y="5874"/>
                </a:lnTo>
                <a:lnTo>
                  <a:pt x="530" y="5729"/>
                </a:lnTo>
                <a:lnTo>
                  <a:pt x="576" y="5541"/>
                </a:lnTo>
                <a:lnTo>
                  <a:pt x="622" y="5395"/>
                </a:lnTo>
                <a:lnTo>
                  <a:pt x="692" y="5249"/>
                </a:lnTo>
                <a:lnTo>
                  <a:pt x="738" y="5062"/>
                </a:lnTo>
                <a:lnTo>
                  <a:pt x="784" y="4916"/>
                </a:lnTo>
                <a:lnTo>
                  <a:pt x="830" y="4729"/>
                </a:lnTo>
                <a:lnTo>
                  <a:pt x="899" y="4583"/>
                </a:lnTo>
                <a:lnTo>
                  <a:pt x="945" y="4437"/>
                </a:lnTo>
                <a:lnTo>
                  <a:pt x="991" y="4249"/>
                </a:lnTo>
                <a:lnTo>
                  <a:pt x="1038" y="4104"/>
                </a:lnTo>
                <a:lnTo>
                  <a:pt x="1107" y="3916"/>
                </a:lnTo>
                <a:lnTo>
                  <a:pt x="1107" y="3770"/>
                </a:lnTo>
                <a:lnTo>
                  <a:pt x="1153" y="3624"/>
                </a:lnTo>
                <a:lnTo>
                  <a:pt x="1199" y="3437"/>
                </a:lnTo>
                <a:lnTo>
                  <a:pt x="1268" y="3291"/>
                </a:lnTo>
                <a:lnTo>
                  <a:pt x="1314" y="3104"/>
                </a:lnTo>
                <a:lnTo>
                  <a:pt x="1361" y="2958"/>
                </a:lnTo>
                <a:lnTo>
                  <a:pt x="1407" y="2812"/>
                </a:lnTo>
                <a:lnTo>
                  <a:pt x="1476" y="2624"/>
                </a:lnTo>
                <a:lnTo>
                  <a:pt x="1522" y="2479"/>
                </a:lnTo>
                <a:lnTo>
                  <a:pt x="1568" y="2291"/>
                </a:lnTo>
                <a:lnTo>
                  <a:pt x="1637" y="2145"/>
                </a:lnTo>
                <a:lnTo>
                  <a:pt x="1684" y="1958"/>
                </a:lnTo>
                <a:lnTo>
                  <a:pt x="1730" y="1812"/>
                </a:lnTo>
                <a:lnTo>
                  <a:pt x="1776" y="1666"/>
                </a:lnTo>
                <a:lnTo>
                  <a:pt x="1845" y="1479"/>
                </a:lnTo>
                <a:lnTo>
                  <a:pt x="1891" y="1333"/>
                </a:lnTo>
                <a:lnTo>
                  <a:pt x="1937" y="1145"/>
                </a:lnTo>
                <a:lnTo>
                  <a:pt x="1983" y="999"/>
                </a:lnTo>
                <a:lnTo>
                  <a:pt x="1983" y="854"/>
                </a:lnTo>
                <a:lnTo>
                  <a:pt x="2099" y="666"/>
                </a:lnTo>
                <a:lnTo>
                  <a:pt x="2099" y="520"/>
                </a:lnTo>
                <a:lnTo>
                  <a:pt x="2214" y="333"/>
                </a:lnTo>
                <a:lnTo>
                  <a:pt x="2214" y="187"/>
                </a:lnTo>
                <a:lnTo>
                  <a:pt x="2260" y="4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1399173" y="3215959"/>
            <a:ext cx="2260" cy="7249"/>
          </a:xfrm>
          <a:custGeom>
            <a:avLst/>
            <a:gdLst/>
            <a:ahLst/>
            <a:cxnLst/>
            <a:rect l="l" t="t" r="r" b="b"/>
            <a:pathLst>
              <a:path w="2260" h="7249">
                <a:moveTo>
                  <a:pt x="0" y="7249"/>
                </a:moveTo>
                <a:lnTo>
                  <a:pt x="0" y="7104"/>
                </a:lnTo>
                <a:lnTo>
                  <a:pt x="46" y="6958"/>
                </a:lnTo>
                <a:lnTo>
                  <a:pt x="115" y="6770"/>
                </a:lnTo>
                <a:lnTo>
                  <a:pt x="161" y="6624"/>
                </a:lnTo>
                <a:lnTo>
                  <a:pt x="207" y="6479"/>
                </a:lnTo>
                <a:lnTo>
                  <a:pt x="253" y="6291"/>
                </a:lnTo>
                <a:lnTo>
                  <a:pt x="322" y="6145"/>
                </a:lnTo>
                <a:lnTo>
                  <a:pt x="369" y="5958"/>
                </a:lnTo>
                <a:lnTo>
                  <a:pt x="415" y="5812"/>
                </a:lnTo>
                <a:lnTo>
                  <a:pt x="484" y="5624"/>
                </a:lnTo>
                <a:lnTo>
                  <a:pt x="530" y="5479"/>
                </a:lnTo>
                <a:lnTo>
                  <a:pt x="576" y="5333"/>
                </a:lnTo>
                <a:lnTo>
                  <a:pt x="622" y="5145"/>
                </a:lnTo>
                <a:lnTo>
                  <a:pt x="692" y="4999"/>
                </a:lnTo>
                <a:lnTo>
                  <a:pt x="738" y="4812"/>
                </a:lnTo>
                <a:lnTo>
                  <a:pt x="784" y="4666"/>
                </a:lnTo>
                <a:lnTo>
                  <a:pt x="853" y="4520"/>
                </a:lnTo>
                <a:lnTo>
                  <a:pt x="899" y="4333"/>
                </a:lnTo>
                <a:lnTo>
                  <a:pt x="945" y="4187"/>
                </a:lnTo>
                <a:lnTo>
                  <a:pt x="991" y="3999"/>
                </a:lnTo>
                <a:lnTo>
                  <a:pt x="1061" y="3854"/>
                </a:lnTo>
                <a:lnTo>
                  <a:pt x="1061" y="3708"/>
                </a:lnTo>
                <a:lnTo>
                  <a:pt x="1153" y="3520"/>
                </a:lnTo>
                <a:lnTo>
                  <a:pt x="1199" y="3374"/>
                </a:lnTo>
                <a:lnTo>
                  <a:pt x="1268" y="3187"/>
                </a:lnTo>
                <a:lnTo>
                  <a:pt x="1314" y="3041"/>
                </a:lnTo>
                <a:lnTo>
                  <a:pt x="1314" y="2895"/>
                </a:lnTo>
                <a:lnTo>
                  <a:pt x="1430" y="2708"/>
                </a:lnTo>
                <a:lnTo>
                  <a:pt x="1430" y="2562"/>
                </a:lnTo>
                <a:lnTo>
                  <a:pt x="1522" y="2374"/>
                </a:lnTo>
                <a:lnTo>
                  <a:pt x="1522" y="2229"/>
                </a:lnTo>
                <a:lnTo>
                  <a:pt x="1637" y="2041"/>
                </a:lnTo>
                <a:lnTo>
                  <a:pt x="1637" y="1895"/>
                </a:lnTo>
                <a:lnTo>
                  <a:pt x="1684" y="1749"/>
                </a:lnTo>
                <a:lnTo>
                  <a:pt x="1776" y="1562"/>
                </a:lnTo>
                <a:lnTo>
                  <a:pt x="1776" y="1416"/>
                </a:lnTo>
                <a:lnTo>
                  <a:pt x="1891" y="1229"/>
                </a:lnTo>
                <a:lnTo>
                  <a:pt x="1891" y="1083"/>
                </a:lnTo>
                <a:lnTo>
                  <a:pt x="1937" y="937"/>
                </a:lnTo>
                <a:lnTo>
                  <a:pt x="2007" y="749"/>
                </a:lnTo>
                <a:lnTo>
                  <a:pt x="2053" y="604"/>
                </a:lnTo>
                <a:lnTo>
                  <a:pt x="2099" y="416"/>
                </a:lnTo>
                <a:lnTo>
                  <a:pt x="2145" y="270"/>
                </a:lnTo>
                <a:lnTo>
                  <a:pt x="2214" y="12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1401433" y="3208918"/>
            <a:ext cx="2306" cy="7041"/>
          </a:xfrm>
          <a:custGeom>
            <a:avLst/>
            <a:gdLst/>
            <a:ahLst/>
            <a:cxnLst/>
            <a:rect l="l" t="t" r="r" b="b"/>
            <a:pathLst>
              <a:path w="2306" h="7041">
                <a:moveTo>
                  <a:pt x="0" y="7041"/>
                </a:moveTo>
                <a:lnTo>
                  <a:pt x="46" y="6895"/>
                </a:lnTo>
                <a:lnTo>
                  <a:pt x="115" y="6749"/>
                </a:lnTo>
                <a:lnTo>
                  <a:pt x="161" y="6604"/>
                </a:lnTo>
                <a:lnTo>
                  <a:pt x="207" y="6458"/>
                </a:lnTo>
                <a:lnTo>
                  <a:pt x="207" y="6312"/>
                </a:lnTo>
                <a:lnTo>
                  <a:pt x="253" y="6166"/>
                </a:lnTo>
                <a:lnTo>
                  <a:pt x="322" y="6020"/>
                </a:lnTo>
                <a:lnTo>
                  <a:pt x="415" y="5833"/>
                </a:lnTo>
                <a:lnTo>
                  <a:pt x="415" y="5687"/>
                </a:lnTo>
                <a:lnTo>
                  <a:pt x="530" y="5499"/>
                </a:lnTo>
                <a:lnTo>
                  <a:pt x="530" y="5354"/>
                </a:lnTo>
                <a:lnTo>
                  <a:pt x="576" y="5208"/>
                </a:lnTo>
                <a:lnTo>
                  <a:pt x="692" y="5020"/>
                </a:lnTo>
                <a:lnTo>
                  <a:pt x="692" y="4874"/>
                </a:lnTo>
                <a:lnTo>
                  <a:pt x="784" y="4687"/>
                </a:lnTo>
                <a:lnTo>
                  <a:pt x="784" y="4541"/>
                </a:lnTo>
                <a:lnTo>
                  <a:pt x="830" y="4395"/>
                </a:lnTo>
                <a:lnTo>
                  <a:pt x="945" y="4208"/>
                </a:lnTo>
                <a:lnTo>
                  <a:pt x="991" y="4062"/>
                </a:lnTo>
                <a:lnTo>
                  <a:pt x="1061" y="3874"/>
                </a:lnTo>
                <a:lnTo>
                  <a:pt x="1107" y="3729"/>
                </a:lnTo>
                <a:lnTo>
                  <a:pt x="1107" y="3583"/>
                </a:lnTo>
                <a:lnTo>
                  <a:pt x="1199" y="3395"/>
                </a:lnTo>
                <a:lnTo>
                  <a:pt x="1268" y="3249"/>
                </a:lnTo>
                <a:lnTo>
                  <a:pt x="1314" y="3062"/>
                </a:lnTo>
                <a:lnTo>
                  <a:pt x="1361" y="2916"/>
                </a:lnTo>
                <a:lnTo>
                  <a:pt x="1361" y="2770"/>
                </a:lnTo>
                <a:lnTo>
                  <a:pt x="1476" y="2583"/>
                </a:lnTo>
                <a:lnTo>
                  <a:pt x="1522" y="2437"/>
                </a:lnTo>
                <a:lnTo>
                  <a:pt x="1568" y="2249"/>
                </a:lnTo>
                <a:lnTo>
                  <a:pt x="1637" y="2104"/>
                </a:lnTo>
                <a:lnTo>
                  <a:pt x="1684" y="1916"/>
                </a:lnTo>
                <a:lnTo>
                  <a:pt x="1730" y="1770"/>
                </a:lnTo>
                <a:lnTo>
                  <a:pt x="1776" y="1624"/>
                </a:lnTo>
                <a:lnTo>
                  <a:pt x="1845" y="1437"/>
                </a:lnTo>
                <a:lnTo>
                  <a:pt x="1891" y="1291"/>
                </a:lnTo>
                <a:lnTo>
                  <a:pt x="1937" y="1104"/>
                </a:lnTo>
                <a:lnTo>
                  <a:pt x="1983" y="958"/>
                </a:lnTo>
                <a:lnTo>
                  <a:pt x="2053" y="812"/>
                </a:lnTo>
                <a:lnTo>
                  <a:pt x="2099" y="624"/>
                </a:lnTo>
                <a:lnTo>
                  <a:pt x="2145" y="479"/>
                </a:lnTo>
                <a:lnTo>
                  <a:pt x="2214" y="291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1403740" y="3202231"/>
            <a:ext cx="2306" cy="6687"/>
          </a:xfrm>
          <a:custGeom>
            <a:avLst/>
            <a:gdLst/>
            <a:ahLst/>
            <a:cxnLst/>
            <a:rect l="l" t="t" r="r" b="b"/>
            <a:pathLst>
              <a:path w="2306" h="6687">
                <a:moveTo>
                  <a:pt x="0" y="6687"/>
                </a:moveTo>
                <a:lnTo>
                  <a:pt x="46" y="6499"/>
                </a:lnTo>
                <a:lnTo>
                  <a:pt x="115" y="6354"/>
                </a:lnTo>
                <a:lnTo>
                  <a:pt x="161" y="6166"/>
                </a:lnTo>
                <a:lnTo>
                  <a:pt x="207" y="6020"/>
                </a:lnTo>
                <a:lnTo>
                  <a:pt x="276" y="5874"/>
                </a:lnTo>
                <a:lnTo>
                  <a:pt x="322" y="5687"/>
                </a:lnTo>
                <a:lnTo>
                  <a:pt x="415" y="5541"/>
                </a:lnTo>
                <a:lnTo>
                  <a:pt x="484" y="5354"/>
                </a:lnTo>
                <a:lnTo>
                  <a:pt x="484" y="5270"/>
                </a:lnTo>
                <a:lnTo>
                  <a:pt x="530" y="5124"/>
                </a:lnTo>
                <a:lnTo>
                  <a:pt x="576" y="5083"/>
                </a:lnTo>
                <a:lnTo>
                  <a:pt x="622" y="4937"/>
                </a:lnTo>
                <a:lnTo>
                  <a:pt x="622" y="4791"/>
                </a:lnTo>
                <a:lnTo>
                  <a:pt x="692" y="4645"/>
                </a:lnTo>
                <a:lnTo>
                  <a:pt x="738" y="4499"/>
                </a:lnTo>
                <a:lnTo>
                  <a:pt x="784" y="4354"/>
                </a:lnTo>
                <a:lnTo>
                  <a:pt x="853" y="4208"/>
                </a:lnTo>
                <a:lnTo>
                  <a:pt x="899" y="4062"/>
                </a:lnTo>
                <a:lnTo>
                  <a:pt x="945" y="3916"/>
                </a:lnTo>
                <a:lnTo>
                  <a:pt x="991" y="3729"/>
                </a:lnTo>
                <a:lnTo>
                  <a:pt x="1061" y="3583"/>
                </a:lnTo>
                <a:lnTo>
                  <a:pt x="1107" y="3395"/>
                </a:lnTo>
                <a:lnTo>
                  <a:pt x="1153" y="3249"/>
                </a:lnTo>
                <a:lnTo>
                  <a:pt x="1222" y="3104"/>
                </a:lnTo>
                <a:lnTo>
                  <a:pt x="1268" y="2916"/>
                </a:lnTo>
                <a:lnTo>
                  <a:pt x="1314" y="2770"/>
                </a:lnTo>
                <a:lnTo>
                  <a:pt x="1430" y="2583"/>
                </a:lnTo>
                <a:lnTo>
                  <a:pt x="1476" y="2437"/>
                </a:lnTo>
                <a:lnTo>
                  <a:pt x="1522" y="2291"/>
                </a:lnTo>
                <a:lnTo>
                  <a:pt x="1568" y="2104"/>
                </a:lnTo>
                <a:lnTo>
                  <a:pt x="1637" y="1958"/>
                </a:lnTo>
                <a:lnTo>
                  <a:pt x="1684" y="1770"/>
                </a:lnTo>
                <a:lnTo>
                  <a:pt x="1730" y="1624"/>
                </a:lnTo>
                <a:lnTo>
                  <a:pt x="1799" y="1437"/>
                </a:lnTo>
                <a:lnTo>
                  <a:pt x="1845" y="1291"/>
                </a:lnTo>
                <a:lnTo>
                  <a:pt x="1891" y="1145"/>
                </a:lnTo>
                <a:lnTo>
                  <a:pt x="1937" y="958"/>
                </a:lnTo>
                <a:lnTo>
                  <a:pt x="2007" y="812"/>
                </a:lnTo>
                <a:lnTo>
                  <a:pt x="2099" y="624"/>
                </a:lnTo>
                <a:lnTo>
                  <a:pt x="2145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1406047" y="3195835"/>
            <a:ext cx="2306" cy="6395"/>
          </a:xfrm>
          <a:custGeom>
            <a:avLst/>
            <a:gdLst/>
            <a:ahLst/>
            <a:cxnLst/>
            <a:rect l="l" t="t" r="r" b="b"/>
            <a:pathLst>
              <a:path w="2306" h="6395">
                <a:moveTo>
                  <a:pt x="0" y="6395"/>
                </a:moveTo>
                <a:lnTo>
                  <a:pt x="69" y="6208"/>
                </a:lnTo>
                <a:lnTo>
                  <a:pt x="115" y="6062"/>
                </a:lnTo>
                <a:lnTo>
                  <a:pt x="161" y="5916"/>
                </a:lnTo>
                <a:lnTo>
                  <a:pt x="207" y="5729"/>
                </a:lnTo>
                <a:lnTo>
                  <a:pt x="276" y="5583"/>
                </a:lnTo>
                <a:lnTo>
                  <a:pt x="322" y="5395"/>
                </a:lnTo>
                <a:lnTo>
                  <a:pt x="438" y="5249"/>
                </a:lnTo>
                <a:lnTo>
                  <a:pt x="438" y="5104"/>
                </a:lnTo>
                <a:lnTo>
                  <a:pt x="530" y="4916"/>
                </a:lnTo>
                <a:lnTo>
                  <a:pt x="576" y="4770"/>
                </a:lnTo>
                <a:lnTo>
                  <a:pt x="645" y="4583"/>
                </a:lnTo>
                <a:lnTo>
                  <a:pt x="692" y="4437"/>
                </a:lnTo>
                <a:lnTo>
                  <a:pt x="738" y="4249"/>
                </a:lnTo>
                <a:lnTo>
                  <a:pt x="784" y="4104"/>
                </a:lnTo>
                <a:lnTo>
                  <a:pt x="853" y="3958"/>
                </a:lnTo>
                <a:lnTo>
                  <a:pt x="899" y="3770"/>
                </a:lnTo>
                <a:lnTo>
                  <a:pt x="1015" y="3624"/>
                </a:lnTo>
                <a:lnTo>
                  <a:pt x="1061" y="3437"/>
                </a:lnTo>
                <a:lnTo>
                  <a:pt x="1107" y="3291"/>
                </a:lnTo>
                <a:lnTo>
                  <a:pt x="1153" y="3145"/>
                </a:lnTo>
                <a:lnTo>
                  <a:pt x="1222" y="2958"/>
                </a:lnTo>
                <a:lnTo>
                  <a:pt x="1268" y="2812"/>
                </a:lnTo>
                <a:lnTo>
                  <a:pt x="1314" y="2624"/>
                </a:lnTo>
                <a:lnTo>
                  <a:pt x="1384" y="2479"/>
                </a:lnTo>
                <a:lnTo>
                  <a:pt x="1430" y="2333"/>
                </a:lnTo>
                <a:lnTo>
                  <a:pt x="1522" y="2145"/>
                </a:lnTo>
                <a:lnTo>
                  <a:pt x="1591" y="1999"/>
                </a:lnTo>
                <a:lnTo>
                  <a:pt x="1637" y="1812"/>
                </a:lnTo>
                <a:lnTo>
                  <a:pt x="1684" y="1666"/>
                </a:lnTo>
                <a:lnTo>
                  <a:pt x="1730" y="1520"/>
                </a:lnTo>
                <a:lnTo>
                  <a:pt x="1799" y="1333"/>
                </a:lnTo>
                <a:lnTo>
                  <a:pt x="1845" y="1187"/>
                </a:lnTo>
                <a:lnTo>
                  <a:pt x="1960" y="999"/>
                </a:lnTo>
                <a:lnTo>
                  <a:pt x="1960" y="854"/>
                </a:lnTo>
                <a:lnTo>
                  <a:pt x="2053" y="666"/>
                </a:lnTo>
                <a:lnTo>
                  <a:pt x="2099" y="520"/>
                </a:lnTo>
                <a:lnTo>
                  <a:pt x="2168" y="374"/>
                </a:lnTo>
                <a:lnTo>
                  <a:pt x="2214" y="187"/>
                </a:lnTo>
                <a:lnTo>
                  <a:pt x="2260" y="41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1408354" y="3189731"/>
            <a:ext cx="2260" cy="6104"/>
          </a:xfrm>
          <a:custGeom>
            <a:avLst/>
            <a:gdLst/>
            <a:ahLst/>
            <a:cxnLst/>
            <a:rect l="l" t="t" r="r" b="b"/>
            <a:pathLst>
              <a:path w="2260" h="6104">
                <a:moveTo>
                  <a:pt x="0" y="6104"/>
                </a:moveTo>
                <a:lnTo>
                  <a:pt x="69" y="5958"/>
                </a:lnTo>
                <a:lnTo>
                  <a:pt x="115" y="5812"/>
                </a:lnTo>
                <a:lnTo>
                  <a:pt x="115" y="5666"/>
                </a:lnTo>
                <a:lnTo>
                  <a:pt x="230" y="5479"/>
                </a:lnTo>
                <a:lnTo>
                  <a:pt x="276" y="5333"/>
                </a:lnTo>
                <a:lnTo>
                  <a:pt x="322" y="5145"/>
                </a:lnTo>
                <a:lnTo>
                  <a:pt x="369" y="4999"/>
                </a:lnTo>
                <a:lnTo>
                  <a:pt x="438" y="4854"/>
                </a:lnTo>
                <a:lnTo>
                  <a:pt x="530" y="4666"/>
                </a:lnTo>
                <a:lnTo>
                  <a:pt x="599" y="4520"/>
                </a:lnTo>
                <a:lnTo>
                  <a:pt x="645" y="4333"/>
                </a:lnTo>
                <a:lnTo>
                  <a:pt x="692" y="4187"/>
                </a:lnTo>
                <a:lnTo>
                  <a:pt x="738" y="4041"/>
                </a:lnTo>
                <a:lnTo>
                  <a:pt x="807" y="3854"/>
                </a:lnTo>
                <a:lnTo>
                  <a:pt x="853" y="3708"/>
                </a:lnTo>
                <a:lnTo>
                  <a:pt x="945" y="3520"/>
                </a:lnTo>
                <a:lnTo>
                  <a:pt x="1015" y="3374"/>
                </a:lnTo>
                <a:lnTo>
                  <a:pt x="1061" y="3187"/>
                </a:lnTo>
                <a:lnTo>
                  <a:pt x="1107" y="3041"/>
                </a:lnTo>
                <a:lnTo>
                  <a:pt x="1176" y="2895"/>
                </a:lnTo>
                <a:lnTo>
                  <a:pt x="1268" y="2708"/>
                </a:lnTo>
                <a:lnTo>
                  <a:pt x="1314" y="2562"/>
                </a:lnTo>
                <a:lnTo>
                  <a:pt x="1384" y="2374"/>
                </a:lnTo>
                <a:lnTo>
                  <a:pt x="1430" y="2229"/>
                </a:lnTo>
                <a:lnTo>
                  <a:pt x="1476" y="2083"/>
                </a:lnTo>
                <a:lnTo>
                  <a:pt x="1591" y="1895"/>
                </a:lnTo>
                <a:lnTo>
                  <a:pt x="1591" y="1749"/>
                </a:lnTo>
                <a:lnTo>
                  <a:pt x="1684" y="1562"/>
                </a:lnTo>
                <a:lnTo>
                  <a:pt x="1753" y="1416"/>
                </a:lnTo>
                <a:lnTo>
                  <a:pt x="1799" y="1270"/>
                </a:lnTo>
                <a:lnTo>
                  <a:pt x="1845" y="1083"/>
                </a:lnTo>
                <a:lnTo>
                  <a:pt x="1891" y="937"/>
                </a:lnTo>
                <a:lnTo>
                  <a:pt x="2007" y="749"/>
                </a:lnTo>
                <a:lnTo>
                  <a:pt x="2053" y="604"/>
                </a:lnTo>
                <a:lnTo>
                  <a:pt x="2122" y="458"/>
                </a:lnTo>
                <a:lnTo>
                  <a:pt x="2168" y="270"/>
                </a:lnTo>
                <a:lnTo>
                  <a:pt x="2214" y="12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1410615" y="3183939"/>
            <a:ext cx="2329" cy="5791"/>
          </a:xfrm>
          <a:custGeom>
            <a:avLst/>
            <a:gdLst/>
            <a:ahLst/>
            <a:cxnLst/>
            <a:rect l="l" t="t" r="r" b="b"/>
            <a:pathLst>
              <a:path w="2329" h="5791">
                <a:moveTo>
                  <a:pt x="0" y="5791"/>
                </a:moveTo>
                <a:lnTo>
                  <a:pt x="115" y="5645"/>
                </a:lnTo>
                <a:lnTo>
                  <a:pt x="161" y="5499"/>
                </a:lnTo>
                <a:lnTo>
                  <a:pt x="207" y="5354"/>
                </a:lnTo>
                <a:lnTo>
                  <a:pt x="276" y="5208"/>
                </a:lnTo>
                <a:lnTo>
                  <a:pt x="322" y="5062"/>
                </a:lnTo>
                <a:lnTo>
                  <a:pt x="369" y="4916"/>
                </a:lnTo>
                <a:lnTo>
                  <a:pt x="438" y="4770"/>
                </a:lnTo>
                <a:lnTo>
                  <a:pt x="484" y="4583"/>
                </a:lnTo>
                <a:lnTo>
                  <a:pt x="530" y="4437"/>
                </a:lnTo>
                <a:lnTo>
                  <a:pt x="576" y="4291"/>
                </a:lnTo>
                <a:lnTo>
                  <a:pt x="692" y="4104"/>
                </a:lnTo>
                <a:lnTo>
                  <a:pt x="738" y="3958"/>
                </a:lnTo>
                <a:lnTo>
                  <a:pt x="807" y="3770"/>
                </a:lnTo>
                <a:lnTo>
                  <a:pt x="853" y="3624"/>
                </a:lnTo>
                <a:lnTo>
                  <a:pt x="945" y="3479"/>
                </a:lnTo>
                <a:lnTo>
                  <a:pt x="1015" y="3291"/>
                </a:lnTo>
                <a:lnTo>
                  <a:pt x="1061" y="3145"/>
                </a:lnTo>
                <a:lnTo>
                  <a:pt x="1153" y="2958"/>
                </a:lnTo>
                <a:lnTo>
                  <a:pt x="1222" y="2812"/>
                </a:lnTo>
                <a:lnTo>
                  <a:pt x="1268" y="2666"/>
                </a:lnTo>
                <a:lnTo>
                  <a:pt x="1314" y="2479"/>
                </a:lnTo>
                <a:lnTo>
                  <a:pt x="1384" y="2333"/>
                </a:lnTo>
                <a:lnTo>
                  <a:pt x="1476" y="2145"/>
                </a:lnTo>
                <a:lnTo>
                  <a:pt x="1522" y="1999"/>
                </a:lnTo>
                <a:lnTo>
                  <a:pt x="1591" y="1812"/>
                </a:lnTo>
                <a:lnTo>
                  <a:pt x="1637" y="1666"/>
                </a:lnTo>
                <a:lnTo>
                  <a:pt x="1684" y="1520"/>
                </a:lnTo>
                <a:lnTo>
                  <a:pt x="1799" y="1333"/>
                </a:lnTo>
                <a:lnTo>
                  <a:pt x="1845" y="1187"/>
                </a:lnTo>
                <a:lnTo>
                  <a:pt x="1891" y="999"/>
                </a:lnTo>
                <a:lnTo>
                  <a:pt x="2007" y="854"/>
                </a:lnTo>
                <a:lnTo>
                  <a:pt x="2053" y="708"/>
                </a:lnTo>
                <a:lnTo>
                  <a:pt x="2099" y="520"/>
                </a:lnTo>
                <a:lnTo>
                  <a:pt x="2168" y="374"/>
                </a:lnTo>
                <a:lnTo>
                  <a:pt x="2168" y="374"/>
                </a:lnTo>
                <a:lnTo>
                  <a:pt x="2260" y="187"/>
                </a:lnTo>
                <a:lnTo>
                  <a:pt x="2329" y="41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1412945" y="3178439"/>
            <a:ext cx="2306" cy="5499"/>
          </a:xfrm>
          <a:custGeom>
            <a:avLst/>
            <a:gdLst/>
            <a:ahLst/>
            <a:cxnLst/>
            <a:rect l="l" t="t" r="r" b="b"/>
            <a:pathLst>
              <a:path w="2306" h="5499">
                <a:moveTo>
                  <a:pt x="0" y="5499"/>
                </a:moveTo>
                <a:lnTo>
                  <a:pt x="46" y="5354"/>
                </a:lnTo>
                <a:lnTo>
                  <a:pt x="92" y="5208"/>
                </a:lnTo>
                <a:lnTo>
                  <a:pt x="138" y="5062"/>
                </a:lnTo>
                <a:lnTo>
                  <a:pt x="253" y="4874"/>
                </a:lnTo>
                <a:lnTo>
                  <a:pt x="299" y="4729"/>
                </a:lnTo>
                <a:lnTo>
                  <a:pt x="346" y="4583"/>
                </a:lnTo>
                <a:lnTo>
                  <a:pt x="461" y="4395"/>
                </a:lnTo>
                <a:lnTo>
                  <a:pt x="507" y="4249"/>
                </a:lnTo>
                <a:lnTo>
                  <a:pt x="576" y="4062"/>
                </a:lnTo>
                <a:lnTo>
                  <a:pt x="669" y="3916"/>
                </a:lnTo>
                <a:lnTo>
                  <a:pt x="715" y="3729"/>
                </a:lnTo>
                <a:lnTo>
                  <a:pt x="784" y="3583"/>
                </a:lnTo>
                <a:lnTo>
                  <a:pt x="830" y="3437"/>
                </a:lnTo>
                <a:lnTo>
                  <a:pt x="945" y="3249"/>
                </a:lnTo>
                <a:lnTo>
                  <a:pt x="991" y="3104"/>
                </a:lnTo>
                <a:lnTo>
                  <a:pt x="1038" y="2916"/>
                </a:lnTo>
                <a:lnTo>
                  <a:pt x="1153" y="2770"/>
                </a:lnTo>
                <a:lnTo>
                  <a:pt x="1199" y="2624"/>
                </a:lnTo>
                <a:lnTo>
                  <a:pt x="1245" y="2437"/>
                </a:lnTo>
                <a:lnTo>
                  <a:pt x="1291" y="2291"/>
                </a:lnTo>
                <a:lnTo>
                  <a:pt x="1407" y="2104"/>
                </a:lnTo>
                <a:lnTo>
                  <a:pt x="1453" y="1958"/>
                </a:lnTo>
                <a:lnTo>
                  <a:pt x="1522" y="1812"/>
                </a:lnTo>
                <a:lnTo>
                  <a:pt x="1614" y="1624"/>
                </a:lnTo>
                <a:lnTo>
                  <a:pt x="1660" y="1479"/>
                </a:lnTo>
                <a:lnTo>
                  <a:pt x="1730" y="1291"/>
                </a:lnTo>
                <a:lnTo>
                  <a:pt x="1822" y="1145"/>
                </a:lnTo>
                <a:lnTo>
                  <a:pt x="1868" y="999"/>
                </a:lnTo>
                <a:lnTo>
                  <a:pt x="1937" y="812"/>
                </a:lnTo>
                <a:lnTo>
                  <a:pt x="1983" y="666"/>
                </a:lnTo>
                <a:lnTo>
                  <a:pt x="2099" y="479"/>
                </a:lnTo>
                <a:lnTo>
                  <a:pt x="2145" y="333"/>
                </a:lnTo>
                <a:lnTo>
                  <a:pt x="2237" y="145"/>
                </a:lnTo>
                <a:lnTo>
                  <a:pt x="2306" y="0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1415252" y="3173294"/>
            <a:ext cx="2306" cy="5145"/>
          </a:xfrm>
          <a:custGeom>
            <a:avLst/>
            <a:gdLst/>
            <a:ahLst/>
            <a:cxnLst/>
            <a:rect l="l" t="t" r="r" b="b"/>
            <a:pathLst>
              <a:path w="2306" h="5145">
                <a:moveTo>
                  <a:pt x="0" y="5145"/>
                </a:moveTo>
                <a:lnTo>
                  <a:pt x="46" y="4999"/>
                </a:lnTo>
                <a:lnTo>
                  <a:pt x="161" y="4812"/>
                </a:lnTo>
                <a:lnTo>
                  <a:pt x="207" y="4666"/>
                </a:lnTo>
                <a:lnTo>
                  <a:pt x="253" y="4479"/>
                </a:lnTo>
                <a:lnTo>
                  <a:pt x="369" y="4333"/>
                </a:lnTo>
                <a:lnTo>
                  <a:pt x="415" y="4187"/>
                </a:lnTo>
                <a:lnTo>
                  <a:pt x="461" y="3999"/>
                </a:lnTo>
                <a:lnTo>
                  <a:pt x="576" y="3854"/>
                </a:lnTo>
                <a:lnTo>
                  <a:pt x="622" y="3666"/>
                </a:lnTo>
                <a:lnTo>
                  <a:pt x="738" y="3520"/>
                </a:lnTo>
                <a:lnTo>
                  <a:pt x="784" y="3374"/>
                </a:lnTo>
                <a:lnTo>
                  <a:pt x="830" y="3187"/>
                </a:lnTo>
                <a:lnTo>
                  <a:pt x="945" y="3041"/>
                </a:lnTo>
                <a:lnTo>
                  <a:pt x="991" y="2854"/>
                </a:lnTo>
                <a:lnTo>
                  <a:pt x="1038" y="2708"/>
                </a:lnTo>
                <a:lnTo>
                  <a:pt x="1153" y="2562"/>
                </a:lnTo>
                <a:lnTo>
                  <a:pt x="1199" y="2374"/>
                </a:lnTo>
                <a:lnTo>
                  <a:pt x="1245" y="2229"/>
                </a:lnTo>
                <a:lnTo>
                  <a:pt x="1361" y="2041"/>
                </a:lnTo>
                <a:lnTo>
                  <a:pt x="1407" y="1895"/>
                </a:lnTo>
                <a:lnTo>
                  <a:pt x="1407" y="1895"/>
                </a:lnTo>
                <a:lnTo>
                  <a:pt x="1522" y="1770"/>
                </a:lnTo>
                <a:lnTo>
                  <a:pt x="1568" y="1624"/>
                </a:lnTo>
                <a:lnTo>
                  <a:pt x="1614" y="1479"/>
                </a:lnTo>
                <a:lnTo>
                  <a:pt x="1684" y="1333"/>
                </a:lnTo>
                <a:lnTo>
                  <a:pt x="1730" y="1187"/>
                </a:lnTo>
                <a:lnTo>
                  <a:pt x="1822" y="1041"/>
                </a:lnTo>
                <a:lnTo>
                  <a:pt x="1891" y="895"/>
                </a:lnTo>
                <a:lnTo>
                  <a:pt x="1937" y="749"/>
                </a:lnTo>
                <a:lnTo>
                  <a:pt x="1983" y="604"/>
                </a:lnTo>
                <a:lnTo>
                  <a:pt x="2099" y="416"/>
                </a:lnTo>
                <a:lnTo>
                  <a:pt x="2145" y="270"/>
                </a:lnTo>
                <a:lnTo>
                  <a:pt x="2260" y="83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1417559" y="3168460"/>
            <a:ext cx="2306" cy="4833"/>
          </a:xfrm>
          <a:custGeom>
            <a:avLst/>
            <a:gdLst/>
            <a:ahLst/>
            <a:cxnLst/>
            <a:rect l="l" t="t" r="r" b="b"/>
            <a:pathLst>
              <a:path w="2306" h="4833">
                <a:moveTo>
                  <a:pt x="0" y="4833"/>
                </a:moveTo>
                <a:lnTo>
                  <a:pt x="46" y="4687"/>
                </a:lnTo>
                <a:lnTo>
                  <a:pt x="92" y="4541"/>
                </a:lnTo>
                <a:lnTo>
                  <a:pt x="161" y="4395"/>
                </a:lnTo>
                <a:lnTo>
                  <a:pt x="253" y="4249"/>
                </a:lnTo>
                <a:lnTo>
                  <a:pt x="322" y="4104"/>
                </a:lnTo>
                <a:lnTo>
                  <a:pt x="369" y="3958"/>
                </a:lnTo>
                <a:lnTo>
                  <a:pt x="461" y="3812"/>
                </a:lnTo>
                <a:lnTo>
                  <a:pt x="530" y="3624"/>
                </a:lnTo>
                <a:lnTo>
                  <a:pt x="576" y="3541"/>
                </a:lnTo>
                <a:lnTo>
                  <a:pt x="669" y="3395"/>
                </a:lnTo>
                <a:lnTo>
                  <a:pt x="738" y="3249"/>
                </a:lnTo>
                <a:lnTo>
                  <a:pt x="738" y="3208"/>
                </a:lnTo>
                <a:lnTo>
                  <a:pt x="830" y="3062"/>
                </a:lnTo>
                <a:lnTo>
                  <a:pt x="899" y="2916"/>
                </a:lnTo>
                <a:lnTo>
                  <a:pt x="945" y="2770"/>
                </a:lnTo>
                <a:lnTo>
                  <a:pt x="991" y="2624"/>
                </a:lnTo>
                <a:lnTo>
                  <a:pt x="1038" y="2541"/>
                </a:lnTo>
                <a:lnTo>
                  <a:pt x="1153" y="2395"/>
                </a:lnTo>
                <a:lnTo>
                  <a:pt x="1199" y="2249"/>
                </a:lnTo>
                <a:lnTo>
                  <a:pt x="1268" y="2104"/>
                </a:lnTo>
                <a:lnTo>
                  <a:pt x="1314" y="1958"/>
                </a:lnTo>
                <a:lnTo>
                  <a:pt x="1407" y="1812"/>
                </a:lnTo>
                <a:lnTo>
                  <a:pt x="1476" y="1666"/>
                </a:lnTo>
                <a:lnTo>
                  <a:pt x="1522" y="1520"/>
                </a:lnTo>
                <a:lnTo>
                  <a:pt x="1522" y="1520"/>
                </a:lnTo>
                <a:lnTo>
                  <a:pt x="1614" y="1395"/>
                </a:lnTo>
                <a:lnTo>
                  <a:pt x="1684" y="1249"/>
                </a:lnTo>
                <a:lnTo>
                  <a:pt x="1730" y="1104"/>
                </a:lnTo>
                <a:lnTo>
                  <a:pt x="1730" y="1104"/>
                </a:lnTo>
                <a:lnTo>
                  <a:pt x="1845" y="958"/>
                </a:lnTo>
                <a:lnTo>
                  <a:pt x="1891" y="812"/>
                </a:lnTo>
                <a:lnTo>
                  <a:pt x="1891" y="770"/>
                </a:lnTo>
                <a:lnTo>
                  <a:pt x="1983" y="624"/>
                </a:lnTo>
                <a:lnTo>
                  <a:pt x="2053" y="479"/>
                </a:lnTo>
                <a:lnTo>
                  <a:pt x="2099" y="437"/>
                </a:lnTo>
                <a:lnTo>
                  <a:pt x="2145" y="291"/>
                </a:lnTo>
                <a:lnTo>
                  <a:pt x="2191" y="145"/>
                </a:lnTo>
                <a:lnTo>
                  <a:pt x="2306" y="0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1419866" y="3163960"/>
            <a:ext cx="2260" cy="4499"/>
          </a:xfrm>
          <a:custGeom>
            <a:avLst/>
            <a:gdLst/>
            <a:ahLst/>
            <a:cxnLst/>
            <a:rect l="l" t="t" r="r" b="b"/>
            <a:pathLst>
              <a:path w="2260" h="4499">
                <a:moveTo>
                  <a:pt x="0" y="4499"/>
                </a:moveTo>
                <a:lnTo>
                  <a:pt x="46" y="4354"/>
                </a:lnTo>
                <a:lnTo>
                  <a:pt x="115" y="4208"/>
                </a:lnTo>
                <a:lnTo>
                  <a:pt x="161" y="4062"/>
                </a:lnTo>
                <a:lnTo>
                  <a:pt x="253" y="3874"/>
                </a:lnTo>
                <a:lnTo>
                  <a:pt x="369" y="3729"/>
                </a:lnTo>
                <a:lnTo>
                  <a:pt x="415" y="3583"/>
                </a:lnTo>
                <a:lnTo>
                  <a:pt x="530" y="3395"/>
                </a:lnTo>
                <a:lnTo>
                  <a:pt x="576" y="3249"/>
                </a:lnTo>
                <a:lnTo>
                  <a:pt x="576" y="3249"/>
                </a:lnTo>
                <a:lnTo>
                  <a:pt x="692" y="3062"/>
                </a:lnTo>
                <a:lnTo>
                  <a:pt x="738" y="3020"/>
                </a:lnTo>
                <a:lnTo>
                  <a:pt x="784" y="2874"/>
                </a:lnTo>
                <a:lnTo>
                  <a:pt x="830" y="2729"/>
                </a:lnTo>
                <a:lnTo>
                  <a:pt x="830" y="2729"/>
                </a:lnTo>
                <a:lnTo>
                  <a:pt x="945" y="2583"/>
                </a:lnTo>
                <a:lnTo>
                  <a:pt x="991" y="2437"/>
                </a:lnTo>
                <a:lnTo>
                  <a:pt x="1061" y="2395"/>
                </a:lnTo>
                <a:lnTo>
                  <a:pt x="1107" y="2249"/>
                </a:lnTo>
                <a:lnTo>
                  <a:pt x="1153" y="2104"/>
                </a:lnTo>
                <a:lnTo>
                  <a:pt x="1268" y="1958"/>
                </a:lnTo>
                <a:lnTo>
                  <a:pt x="1314" y="1770"/>
                </a:lnTo>
                <a:lnTo>
                  <a:pt x="1407" y="1624"/>
                </a:lnTo>
                <a:lnTo>
                  <a:pt x="1522" y="1437"/>
                </a:lnTo>
                <a:lnTo>
                  <a:pt x="1568" y="1291"/>
                </a:lnTo>
                <a:lnTo>
                  <a:pt x="1637" y="1208"/>
                </a:lnTo>
                <a:lnTo>
                  <a:pt x="1730" y="1062"/>
                </a:lnTo>
                <a:lnTo>
                  <a:pt x="1776" y="916"/>
                </a:lnTo>
                <a:lnTo>
                  <a:pt x="1845" y="874"/>
                </a:lnTo>
                <a:lnTo>
                  <a:pt x="1891" y="729"/>
                </a:lnTo>
                <a:lnTo>
                  <a:pt x="1937" y="583"/>
                </a:lnTo>
                <a:lnTo>
                  <a:pt x="2053" y="437"/>
                </a:lnTo>
                <a:lnTo>
                  <a:pt x="2099" y="291"/>
                </a:lnTo>
                <a:lnTo>
                  <a:pt x="2145" y="249"/>
                </a:lnTo>
                <a:lnTo>
                  <a:pt x="2214" y="104"/>
                </a:lnTo>
                <a:lnTo>
                  <a:pt x="2260" y="62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1422126" y="3159773"/>
            <a:ext cx="2306" cy="4187"/>
          </a:xfrm>
          <a:custGeom>
            <a:avLst/>
            <a:gdLst/>
            <a:ahLst/>
            <a:cxnLst/>
            <a:rect l="l" t="t" r="r" b="b"/>
            <a:pathLst>
              <a:path w="2306" h="4187">
                <a:moveTo>
                  <a:pt x="0" y="4187"/>
                </a:moveTo>
                <a:lnTo>
                  <a:pt x="92" y="3999"/>
                </a:lnTo>
                <a:lnTo>
                  <a:pt x="161" y="3854"/>
                </a:lnTo>
                <a:lnTo>
                  <a:pt x="253" y="3666"/>
                </a:lnTo>
                <a:lnTo>
                  <a:pt x="369" y="3520"/>
                </a:lnTo>
                <a:lnTo>
                  <a:pt x="415" y="3374"/>
                </a:lnTo>
                <a:lnTo>
                  <a:pt x="530" y="3187"/>
                </a:lnTo>
                <a:lnTo>
                  <a:pt x="622" y="3041"/>
                </a:lnTo>
                <a:lnTo>
                  <a:pt x="738" y="2854"/>
                </a:lnTo>
                <a:lnTo>
                  <a:pt x="738" y="2812"/>
                </a:lnTo>
                <a:lnTo>
                  <a:pt x="830" y="2666"/>
                </a:lnTo>
                <a:lnTo>
                  <a:pt x="899" y="2520"/>
                </a:lnTo>
                <a:lnTo>
                  <a:pt x="991" y="2374"/>
                </a:lnTo>
                <a:lnTo>
                  <a:pt x="1038" y="2229"/>
                </a:lnTo>
                <a:lnTo>
                  <a:pt x="1153" y="2041"/>
                </a:lnTo>
                <a:lnTo>
                  <a:pt x="1268" y="1895"/>
                </a:lnTo>
                <a:lnTo>
                  <a:pt x="1314" y="1749"/>
                </a:lnTo>
                <a:lnTo>
                  <a:pt x="1361" y="1708"/>
                </a:lnTo>
                <a:lnTo>
                  <a:pt x="1407" y="1562"/>
                </a:lnTo>
                <a:lnTo>
                  <a:pt x="1522" y="1416"/>
                </a:lnTo>
                <a:lnTo>
                  <a:pt x="1522" y="1374"/>
                </a:lnTo>
                <a:lnTo>
                  <a:pt x="1614" y="1229"/>
                </a:lnTo>
                <a:lnTo>
                  <a:pt x="1684" y="1083"/>
                </a:lnTo>
                <a:lnTo>
                  <a:pt x="1776" y="895"/>
                </a:lnTo>
                <a:lnTo>
                  <a:pt x="1891" y="749"/>
                </a:lnTo>
                <a:lnTo>
                  <a:pt x="1937" y="604"/>
                </a:lnTo>
                <a:lnTo>
                  <a:pt x="2053" y="416"/>
                </a:lnTo>
                <a:lnTo>
                  <a:pt x="2145" y="270"/>
                </a:lnTo>
                <a:lnTo>
                  <a:pt x="2260" y="145"/>
                </a:lnTo>
                <a:lnTo>
                  <a:pt x="2306" y="41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1424433" y="3155940"/>
            <a:ext cx="2306" cy="3833"/>
          </a:xfrm>
          <a:custGeom>
            <a:avLst/>
            <a:gdLst/>
            <a:ahLst/>
            <a:cxnLst/>
            <a:rect l="l" t="t" r="r" b="b"/>
            <a:pathLst>
              <a:path w="2306" h="3833">
                <a:moveTo>
                  <a:pt x="0" y="3833"/>
                </a:moveTo>
                <a:lnTo>
                  <a:pt x="46" y="3770"/>
                </a:lnTo>
                <a:lnTo>
                  <a:pt x="115" y="3687"/>
                </a:lnTo>
                <a:lnTo>
                  <a:pt x="161" y="3541"/>
                </a:lnTo>
                <a:lnTo>
                  <a:pt x="253" y="3395"/>
                </a:lnTo>
                <a:lnTo>
                  <a:pt x="322" y="3249"/>
                </a:lnTo>
                <a:lnTo>
                  <a:pt x="415" y="3104"/>
                </a:lnTo>
                <a:lnTo>
                  <a:pt x="530" y="2958"/>
                </a:lnTo>
                <a:lnTo>
                  <a:pt x="576" y="2812"/>
                </a:lnTo>
                <a:lnTo>
                  <a:pt x="692" y="2624"/>
                </a:lnTo>
                <a:lnTo>
                  <a:pt x="784" y="2479"/>
                </a:lnTo>
                <a:lnTo>
                  <a:pt x="899" y="2354"/>
                </a:lnTo>
                <a:lnTo>
                  <a:pt x="945" y="2208"/>
                </a:lnTo>
                <a:lnTo>
                  <a:pt x="1061" y="2062"/>
                </a:lnTo>
                <a:lnTo>
                  <a:pt x="1107" y="1916"/>
                </a:lnTo>
                <a:lnTo>
                  <a:pt x="1199" y="1812"/>
                </a:lnTo>
                <a:lnTo>
                  <a:pt x="1268" y="1666"/>
                </a:lnTo>
                <a:lnTo>
                  <a:pt x="1361" y="1479"/>
                </a:lnTo>
                <a:lnTo>
                  <a:pt x="1476" y="1333"/>
                </a:lnTo>
                <a:lnTo>
                  <a:pt x="1568" y="1208"/>
                </a:lnTo>
                <a:lnTo>
                  <a:pt x="1637" y="1104"/>
                </a:lnTo>
                <a:lnTo>
                  <a:pt x="1684" y="958"/>
                </a:lnTo>
                <a:lnTo>
                  <a:pt x="1776" y="854"/>
                </a:lnTo>
                <a:lnTo>
                  <a:pt x="1845" y="729"/>
                </a:lnTo>
                <a:lnTo>
                  <a:pt x="1937" y="583"/>
                </a:lnTo>
                <a:lnTo>
                  <a:pt x="2053" y="437"/>
                </a:lnTo>
                <a:lnTo>
                  <a:pt x="2099" y="291"/>
                </a:lnTo>
                <a:lnTo>
                  <a:pt x="2214" y="145"/>
                </a:lnTo>
                <a:lnTo>
                  <a:pt x="2260" y="104"/>
                </a:lnTo>
                <a:lnTo>
                  <a:pt x="2306" y="0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1426740" y="3152461"/>
            <a:ext cx="2306" cy="3479"/>
          </a:xfrm>
          <a:custGeom>
            <a:avLst/>
            <a:gdLst/>
            <a:ahLst/>
            <a:cxnLst/>
            <a:rect l="l" t="t" r="r" b="b"/>
            <a:pathLst>
              <a:path w="2306" h="3479">
                <a:moveTo>
                  <a:pt x="0" y="3479"/>
                </a:moveTo>
                <a:lnTo>
                  <a:pt x="69" y="3333"/>
                </a:lnTo>
                <a:lnTo>
                  <a:pt x="161" y="3249"/>
                </a:lnTo>
                <a:lnTo>
                  <a:pt x="207" y="3104"/>
                </a:lnTo>
                <a:lnTo>
                  <a:pt x="276" y="3062"/>
                </a:lnTo>
                <a:lnTo>
                  <a:pt x="322" y="2916"/>
                </a:lnTo>
                <a:lnTo>
                  <a:pt x="415" y="2770"/>
                </a:lnTo>
                <a:lnTo>
                  <a:pt x="530" y="2624"/>
                </a:lnTo>
                <a:lnTo>
                  <a:pt x="645" y="2479"/>
                </a:lnTo>
                <a:lnTo>
                  <a:pt x="738" y="2333"/>
                </a:lnTo>
                <a:lnTo>
                  <a:pt x="784" y="2187"/>
                </a:lnTo>
                <a:lnTo>
                  <a:pt x="899" y="2041"/>
                </a:lnTo>
                <a:lnTo>
                  <a:pt x="991" y="1895"/>
                </a:lnTo>
                <a:lnTo>
                  <a:pt x="1107" y="1708"/>
                </a:lnTo>
                <a:lnTo>
                  <a:pt x="1222" y="1562"/>
                </a:lnTo>
                <a:lnTo>
                  <a:pt x="1314" y="1374"/>
                </a:lnTo>
                <a:lnTo>
                  <a:pt x="1430" y="1229"/>
                </a:lnTo>
                <a:lnTo>
                  <a:pt x="1591" y="1041"/>
                </a:lnTo>
                <a:lnTo>
                  <a:pt x="1637" y="895"/>
                </a:lnTo>
                <a:lnTo>
                  <a:pt x="1730" y="749"/>
                </a:lnTo>
                <a:lnTo>
                  <a:pt x="1891" y="624"/>
                </a:lnTo>
                <a:lnTo>
                  <a:pt x="1937" y="479"/>
                </a:lnTo>
                <a:lnTo>
                  <a:pt x="2053" y="333"/>
                </a:lnTo>
                <a:lnTo>
                  <a:pt x="2168" y="187"/>
                </a:lnTo>
                <a:lnTo>
                  <a:pt x="2260" y="41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1429047" y="3149252"/>
            <a:ext cx="2260" cy="3208"/>
          </a:xfrm>
          <a:custGeom>
            <a:avLst/>
            <a:gdLst/>
            <a:ahLst/>
            <a:cxnLst/>
            <a:rect l="l" t="t" r="r" b="b"/>
            <a:pathLst>
              <a:path w="2260" h="3208">
                <a:moveTo>
                  <a:pt x="0" y="3208"/>
                </a:moveTo>
                <a:lnTo>
                  <a:pt x="69" y="3062"/>
                </a:lnTo>
                <a:lnTo>
                  <a:pt x="161" y="2916"/>
                </a:lnTo>
                <a:lnTo>
                  <a:pt x="276" y="2770"/>
                </a:lnTo>
                <a:lnTo>
                  <a:pt x="369" y="2624"/>
                </a:lnTo>
                <a:lnTo>
                  <a:pt x="484" y="2479"/>
                </a:lnTo>
                <a:lnTo>
                  <a:pt x="576" y="2333"/>
                </a:lnTo>
                <a:lnTo>
                  <a:pt x="692" y="2145"/>
                </a:lnTo>
                <a:lnTo>
                  <a:pt x="807" y="1999"/>
                </a:lnTo>
                <a:lnTo>
                  <a:pt x="945" y="1812"/>
                </a:lnTo>
                <a:lnTo>
                  <a:pt x="1061" y="1666"/>
                </a:lnTo>
                <a:lnTo>
                  <a:pt x="1153" y="1520"/>
                </a:lnTo>
                <a:lnTo>
                  <a:pt x="1268" y="1333"/>
                </a:lnTo>
                <a:lnTo>
                  <a:pt x="1384" y="1187"/>
                </a:lnTo>
                <a:lnTo>
                  <a:pt x="1522" y="1062"/>
                </a:lnTo>
                <a:lnTo>
                  <a:pt x="1591" y="916"/>
                </a:lnTo>
                <a:lnTo>
                  <a:pt x="1684" y="770"/>
                </a:lnTo>
                <a:lnTo>
                  <a:pt x="1799" y="624"/>
                </a:lnTo>
                <a:lnTo>
                  <a:pt x="1891" y="479"/>
                </a:lnTo>
                <a:lnTo>
                  <a:pt x="2053" y="333"/>
                </a:lnTo>
                <a:lnTo>
                  <a:pt x="2099" y="249"/>
                </a:lnTo>
                <a:lnTo>
                  <a:pt x="2214" y="104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1431308" y="3146440"/>
            <a:ext cx="2306" cy="2812"/>
          </a:xfrm>
          <a:custGeom>
            <a:avLst/>
            <a:gdLst/>
            <a:ahLst/>
            <a:cxnLst/>
            <a:rect l="l" t="t" r="r" b="b"/>
            <a:pathLst>
              <a:path w="2306" h="2812">
                <a:moveTo>
                  <a:pt x="0" y="2812"/>
                </a:moveTo>
                <a:lnTo>
                  <a:pt x="161" y="2666"/>
                </a:lnTo>
                <a:lnTo>
                  <a:pt x="207" y="2583"/>
                </a:lnTo>
                <a:lnTo>
                  <a:pt x="322" y="2437"/>
                </a:lnTo>
                <a:lnTo>
                  <a:pt x="438" y="2291"/>
                </a:lnTo>
                <a:lnTo>
                  <a:pt x="484" y="2291"/>
                </a:lnTo>
                <a:lnTo>
                  <a:pt x="530" y="2187"/>
                </a:lnTo>
                <a:lnTo>
                  <a:pt x="645" y="2041"/>
                </a:lnTo>
                <a:lnTo>
                  <a:pt x="784" y="1916"/>
                </a:lnTo>
                <a:lnTo>
                  <a:pt x="853" y="1770"/>
                </a:lnTo>
                <a:lnTo>
                  <a:pt x="899" y="1708"/>
                </a:lnTo>
                <a:lnTo>
                  <a:pt x="1015" y="1562"/>
                </a:lnTo>
                <a:lnTo>
                  <a:pt x="1153" y="1437"/>
                </a:lnTo>
                <a:lnTo>
                  <a:pt x="1153" y="1374"/>
                </a:lnTo>
                <a:lnTo>
                  <a:pt x="1268" y="1229"/>
                </a:lnTo>
                <a:lnTo>
                  <a:pt x="1314" y="1187"/>
                </a:lnTo>
                <a:lnTo>
                  <a:pt x="1430" y="1041"/>
                </a:lnTo>
                <a:lnTo>
                  <a:pt x="1522" y="895"/>
                </a:lnTo>
                <a:lnTo>
                  <a:pt x="1684" y="812"/>
                </a:lnTo>
                <a:lnTo>
                  <a:pt x="1684" y="749"/>
                </a:lnTo>
                <a:lnTo>
                  <a:pt x="1799" y="624"/>
                </a:lnTo>
                <a:lnTo>
                  <a:pt x="1891" y="479"/>
                </a:lnTo>
                <a:lnTo>
                  <a:pt x="2053" y="333"/>
                </a:lnTo>
                <a:lnTo>
                  <a:pt x="2168" y="187"/>
                </a:lnTo>
                <a:lnTo>
                  <a:pt x="2260" y="41"/>
                </a:lnTo>
              </a:path>
            </a:pathLst>
          </a:custGeom>
          <a:ln w="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1433615" y="3144002"/>
            <a:ext cx="2329" cy="2437"/>
          </a:xfrm>
          <a:custGeom>
            <a:avLst/>
            <a:gdLst/>
            <a:ahLst/>
            <a:cxnLst/>
            <a:rect l="l" t="t" r="r" b="b"/>
            <a:pathLst>
              <a:path w="2329" h="2437">
                <a:moveTo>
                  <a:pt x="0" y="2437"/>
                </a:moveTo>
                <a:lnTo>
                  <a:pt x="161" y="2291"/>
                </a:lnTo>
                <a:lnTo>
                  <a:pt x="230" y="2187"/>
                </a:lnTo>
                <a:lnTo>
                  <a:pt x="369" y="2041"/>
                </a:lnTo>
                <a:lnTo>
                  <a:pt x="530" y="1916"/>
                </a:lnTo>
                <a:lnTo>
                  <a:pt x="599" y="1770"/>
                </a:lnTo>
                <a:lnTo>
                  <a:pt x="738" y="1666"/>
                </a:lnTo>
                <a:lnTo>
                  <a:pt x="853" y="1520"/>
                </a:lnTo>
                <a:lnTo>
                  <a:pt x="945" y="1374"/>
                </a:lnTo>
                <a:lnTo>
                  <a:pt x="1107" y="1229"/>
                </a:lnTo>
                <a:lnTo>
                  <a:pt x="1176" y="1145"/>
                </a:lnTo>
                <a:lnTo>
                  <a:pt x="1268" y="1041"/>
                </a:lnTo>
                <a:lnTo>
                  <a:pt x="1430" y="895"/>
                </a:lnTo>
                <a:lnTo>
                  <a:pt x="1591" y="770"/>
                </a:lnTo>
                <a:lnTo>
                  <a:pt x="1684" y="624"/>
                </a:lnTo>
                <a:lnTo>
                  <a:pt x="1799" y="479"/>
                </a:lnTo>
                <a:lnTo>
                  <a:pt x="1845" y="416"/>
                </a:lnTo>
                <a:lnTo>
                  <a:pt x="1960" y="333"/>
                </a:lnTo>
                <a:lnTo>
                  <a:pt x="2053" y="229"/>
                </a:lnTo>
                <a:lnTo>
                  <a:pt x="2214" y="83"/>
                </a:lnTo>
              </a:path>
            </a:pathLst>
          </a:custGeom>
          <a:ln w="3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1435945" y="3141857"/>
            <a:ext cx="2306" cy="2145"/>
          </a:xfrm>
          <a:custGeom>
            <a:avLst/>
            <a:gdLst/>
            <a:ahLst/>
            <a:cxnLst/>
            <a:rect l="l" t="t" r="r" b="b"/>
            <a:pathLst>
              <a:path w="2306" h="2145">
                <a:moveTo>
                  <a:pt x="0" y="2145"/>
                </a:moveTo>
                <a:lnTo>
                  <a:pt x="0" y="2104"/>
                </a:lnTo>
                <a:lnTo>
                  <a:pt x="92" y="1999"/>
                </a:lnTo>
                <a:lnTo>
                  <a:pt x="253" y="1895"/>
                </a:lnTo>
                <a:lnTo>
                  <a:pt x="299" y="1812"/>
                </a:lnTo>
                <a:lnTo>
                  <a:pt x="461" y="1666"/>
                </a:lnTo>
                <a:lnTo>
                  <a:pt x="576" y="1520"/>
                </a:lnTo>
                <a:lnTo>
                  <a:pt x="715" y="1416"/>
                </a:lnTo>
                <a:lnTo>
                  <a:pt x="784" y="1333"/>
                </a:lnTo>
                <a:lnTo>
                  <a:pt x="945" y="1229"/>
                </a:lnTo>
                <a:lnTo>
                  <a:pt x="1038" y="1083"/>
                </a:lnTo>
                <a:lnTo>
                  <a:pt x="1153" y="999"/>
                </a:lnTo>
                <a:lnTo>
                  <a:pt x="1245" y="958"/>
                </a:lnTo>
                <a:lnTo>
                  <a:pt x="1361" y="812"/>
                </a:lnTo>
                <a:lnTo>
                  <a:pt x="1407" y="749"/>
                </a:lnTo>
                <a:lnTo>
                  <a:pt x="1568" y="666"/>
                </a:lnTo>
                <a:lnTo>
                  <a:pt x="1614" y="604"/>
                </a:lnTo>
                <a:lnTo>
                  <a:pt x="1776" y="479"/>
                </a:lnTo>
                <a:lnTo>
                  <a:pt x="1891" y="333"/>
                </a:lnTo>
                <a:lnTo>
                  <a:pt x="2030" y="229"/>
                </a:lnTo>
                <a:lnTo>
                  <a:pt x="2145" y="83"/>
                </a:lnTo>
                <a:lnTo>
                  <a:pt x="2306" y="0"/>
                </a:lnTo>
              </a:path>
            </a:pathLst>
          </a:custGeom>
          <a:ln w="3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1438252" y="3140086"/>
            <a:ext cx="2306" cy="1770"/>
          </a:xfrm>
          <a:custGeom>
            <a:avLst/>
            <a:gdLst/>
            <a:ahLst/>
            <a:cxnLst/>
            <a:rect l="l" t="t" r="r" b="b"/>
            <a:pathLst>
              <a:path w="2306" h="1770">
                <a:moveTo>
                  <a:pt x="0" y="1770"/>
                </a:moveTo>
                <a:lnTo>
                  <a:pt x="161" y="1666"/>
                </a:lnTo>
                <a:lnTo>
                  <a:pt x="207" y="1624"/>
                </a:lnTo>
                <a:lnTo>
                  <a:pt x="299" y="1479"/>
                </a:lnTo>
                <a:lnTo>
                  <a:pt x="415" y="1437"/>
                </a:lnTo>
                <a:lnTo>
                  <a:pt x="576" y="1291"/>
                </a:lnTo>
                <a:lnTo>
                  <a:pt x="622" y="1229"/>
                </a:lnTo>
                <a:lnTo>
                  <a:pt x="784" y="1145"/>
                </a:lnTo>
                <a:lnTo>
                  <a:pt x="784" y="1104"/>
                </a:lnTo>
                <a:lnTo>
                  <a:pt x="876" y="1041"/>
                </a:lnTo>
                <a:lnTo>
                  <a:pt x="1038" y="958"/>
                </a:lnTo>
                <a:lnTo>
                  <a:pt x="1153" y="812"/>
                </a:lnTo>
                <a:lnTo>
                  <a:pt x="1314" y="708"/>
                </a:lnTo>
                <a:lnTo>
                  <a:pt x="1476" y="624"/>
                </a:lnTo>
                <a:lnTo>
                  <a:pt x="1476" y="562"/>
                </a:lnTo>
                <a:lnTo>
                  <a:pt x="1614" y="479"/>
                </a:lnTo>
                <a:lnTo>
                  <a:pt x="1776" y="374"/>
                </a:lnTo>
                <a:lnTo>
                  <a:pt x="1937" y="291"/>
                </a:lnTo>
                <a:lnTo>
                  <a:pt x="2053" y="145"/>
                </a:lnTo>
                <a:lnTo>
                  <a:pt x="2191" y="83"/>
                </a:lnTo>
              </a:path>
            </a:pathLst>
          </a:custGeom>
          <a:ln w="3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1440559" y="3138648"/>
            <a:ext cx="2260" cy="1437"/>
          </a:xfrm>
          <a:custGeom>
            <a:avLst/>
            <a:gdLst/>
            <a:ahLst/>
            <a:cxnLst/>
            <a:rect l="l" t="t" r="r" b="b"/>
            <a:pathLst>
              <a:path w="2260" h="1437">
                <a:moveTo>
                  <a:pt x="0" y="1437"/>
                </a:moveTo>
                <a:lnTo>
                  <a:pt x="161" y="1333"/>
                </a:lnTo>
                <a:lnTo>
                  <a:pt x="322" y="1249"/>
                </a:lnTo>
                <a:lnTo>
                  <a:pt x="369" y="1145"/>
                </a:lnTo>
                <a:lnTo>
                  <a:pt x="461" y="1104"/>
                </a:lnTo>
                <a:lnTo>
                  <a:pt x="622" y="999"/>
                </a:lnTo>
                <a:lnTo>
                  <a:pt x="738" y="916"/>
                </a:lnTo>
                <a:lnTo>
                  <a:pt x="830" y="854"/>
                </a:lnTo>
                <a:lnTo>
                  <a:pt x="991" y="770"/>
                </a:lnTo>
                <a:lnTo>
                  <a:pt x="1153" y="666"/>
                </a:lnTo>
                <a:lnTo>
                  <a:pt x="1314" y="583"/>
                </a:lnTo>
                <a:lnTo>
                  <a:pt x="1407" y="479"/>
                </a:lnTo>
                <a:lnTo>
                  <a:pt x="1522" y="479"/>
                </a:lnTo>
                <a:lnTo>
                  <a:pt x="1684" y="374"/>
                </a:lnTo>
                <a:lnTo>
                  <a:pt x="1776" y="291"/>
                </a:lnTo>
                <a:lnTo>
                  <a:pt x="1845" y="229"/>
                </a:lnTo>
                <a:lnTo>
                  <a:pt x="1845" y="229"/>
                </a:lnTo>
                <a:lnTo>
                  <a:pt x="1937" y="229"/>
                </a:lnTo>
                <a:lnTo>
                  <a:pt x="2099" y="145"/>
                </a:lnTo>
                <a:lnTo>
                  <a:pt x="2099" y="104"/>
                </a:lnTo>
                <a:lnTo>
                  <a:pt x="2214" y="104"/>
                </a:lnTo>
              </a:path>
            </a:pathLst>
          </a:custGeom>
          <a:ln w="3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1442819" y="3137607"/>
            <a:ext cx="2306" cy="1041"/>
          </a:xfrm>
          <a:custGeom>
            <a:avLst/>
            <a:gdLst/>
            <a:ahLst/>
            <a:cxnLst/>
            <a:rect l="l" t="t" r="r" b="b"/>
            <a:pathLst>
              <a:path w="2306" h="1041">
                <a:moveTo>
                  <a:pt x="0" y="1041"/>
                </a:moveTo>
                <a:lnTo>
                  <a:pt x="0" y="1041"/>
                </a:lnTo>
                <a:lnTo>
                  <a:pt x="92" y="1041"/>
                </a:lnTo>
                <a:lnTo>
                  <a:pt x="92" y="999"/>
                </a:lnTo>
                <a:lnTo>
                  <a:pt x="207" y="999"/>
                </a:lnTo>
                <a:lnTo>
                  <a:pt x="369" y="895"/>
                </a:lnTo>
                <a:lnTo>
                  <a:pt x="369" y="895"/>
                </a:lnTo>
                <a:lnTo>
                  <a:pt x="461" y="812"/>
                </a:lnTo>
                <a:lnTo>
                  <a:pt x="461" y="812"/>
                </a:lnTo>
                <a:lnTo>
                  <a:pt x="576" y="812"/>
                </a:lnTo>
                <a:lnTo>
                  <a:pt x="738" y="708"/>
                </a:lnTo>
                <a:lnTo>
                  <a:pt x="899" y="604"/>
                </a:lnTo>
                <a:lnTo>
                  <a:pt x="945" y="604"/>
                </a:lnTo>
                <a:lnTo>
                  <a:pt x="1107" y="520"/>
                </a:lnTo>
                <a:lnTo>
                  <a:pt x="1245" y="458"/>
                </a:lnTo>
                <a:lnTo>
                  <a:pt x="1407" y="374"/>
                </a:lnTo>
                <a:lnTo>
                  <a:pt x="1568" y="333"/>
                </a:lnTo>
                <a:lnTo>
                  <a:pt x="1730" y="229"/>
                </a:lnTo>
                <a:lnTo>
                  <a:pt x="1776" y="229"/>
                </a:lnTo>
                <a:lnTo>
                  <a:pt x="1937" y="124"/>
                </a:lnTo>
                <a:lnTo>
                  <a:pt x="1937" y="124"/>
                </a:lnTo>
                <a:lnTo>
                  <a:pt x="2053" y="124"/>
                </a:lnTo>
                <a:lnTo>
                  <a:pt x="2145" y="83"/>
                </a:lnTo>
                <a:lnTo>
                  <a:pt x="2260" y="41"/>
                </a:lnTo>
              </a:path>
            </a:pathLst>
          </a:custGeom>
          <a:ln w="2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1445126" y="3136877"/>
            <a:ext cx="2306" cy="729"/>
          </a:xfrm>
          <a:custGeom>
            <a:avLst/>
            <a:gdLst/>
            <a:ahLst/>
            <a:cxnLst/>
            <a:rect l="l" t="t" r="r" b="b"/>
            <a:pathLst>
              <a:path w="2306" h="729">
                <a:moveTo>
                  <a:pt x="0" y="729"/>
                </a:moveTo>
                <a:lnTo>
                  <a:pt x="46" y="729"/>
                </a:lnTo>
                <a:lnTo>
                  <a:pt x="115" y="729"/>
                </a:lnTo>
                <a:lnTo>
                  <a:pt x="115" y="666"/>
                </a:lnTo>
                <a:lnTo>
                  <a:pt x="207" y="666"/>
                </a:lnTo>
                <a:lnTo>
                  <a:pt x="369" y="583"/>
                </a:lnTo>
                <a:lnTo>
                  <a:pt x="484" y="583"/>
                </a:lnTo>
                <a:lnTo>
                  <a:pt x="530" y="520"/>
                </a:lnTo>
                <a:lnTo>
                  <a:pt x="622" y="520"/>
                </a:lnTo>
                <a:lnTo>
                  <a:pt x="784" y="437"/>
                </a:lnTo>
                <a:lnTo>
                  <a:pt x="945" y="374"/>
                </a:lnTo>
                <a:lnTo>
                  <a:pt x="1107" y="333"/>
                </a:lnTo>
                <a:lnTo>
                  <a:pt x="1268" y="291"/>
                </a:lnTo>
                <a:lnTo>
                  <a:pt x="1407" y="249"/>
                </a:lnTo>
                <a:lnTo>
                  <a:pt x="1568" y="187"/>
                </a:lnTo>
                <a:lnTo>
                  <a:pt x="1684" y="187"/>
                </a:lnTo>
                <a:lnTo>
                  <a:pt x="1776" y="145"/>
                </a:lnTo>
                <a:lnTo>
                  <a:pt x="1891" y="145"/>
                </a:lnTo>
                <a:lnTo>
                  <a:pt x="1891" y="145"/>
                </a:lnTo>
                <a:lnTo>
                  <a:pt x="2053" y="104"/>
                </a:lnTo>
                <a:lnTo>
                  <a:pt x="2145" y="41"/>
                </a:lnTo>
                <a:lnTo>
                  <a:pt x="2260" y="41"/>
                </a:lnTo>
              </a:path>
            </a:pathLst>
          </a:custGeom>
          <a:ln w="2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1447433" y="3136544"/>
            <a:ext cx="2306" cy="333"/>
          </a:xfrm>
          <a:custGeom>
            <a:avLst/>
            <a:gdLst/>
            <a:ahLst/>
            <a:cxnLst/>
            <a:rect l="l" t="t" r="r" b="b"/>
            <a:pathLst>
              <a:path w="2306" h="333">
                <a:moveTo>
                  <a:pt x="0" y="333"/>
                </a:moveTo>
                <a:lnTo>
                  <a:pt x="0" y="333"/>
                </a:lnTo>
                <a:lnTo>
                  <a:pt x="161" y="333"/>
                </a:lnTo>
                <a:lnTo>
                  <a:pt x="276" y="291"/>
                </a:lnTo>
                <a:lnTo>
                  <a:pt x="369" y="291"/>
                </a:lnTo>
                <a:lnTo>
                  <a:pt x="369" y="291"/>
                </a:lnTo>
                <a:lnTo>
                  <a:pt x="530" y="249"/>
                </a:lnTo>
                <a:lnTo>
                  <a:pt x="692" y="187"/>
                </a:lnTo>
                <a:lnTo>
                  <a:pt x="853" y="187"/>
                </a:lnTo>
                <a:lnTo>
                  <a:pt x="991" y="145"/>
                </a:lnTo>
                <a:lnTo>
                  <a:pt x="1153" y="145"/>
                </a:lnTo>
                <a:lnTo>
                  <a:pt x="1314" y="104"/>
                </a:lnTo>
                <a:lnTo>
                  <a:pt x="1476" y="104"/>
                </a:lnTo>
                <a:lnTo>
                  <a:pt x="1568" y="41"/>
                </a:lnTo>
                <a:lnTo>
                  <a:pt x="1637" y="41"/>
                </a:lnTo>
                <a:lnTo>
                  <a:pt x="1799" y="41"/>
                </a:lnTo>
                <a:lnTo>
                  <a:pt x="1937" y="41"/>
                </a:lnTo>
                <a:lnTo>
                  <a:pt x="2007" y="41"/>
                </a:lnTo>
                <a:lnTo>
                  <a:pt x="2053" y="0"/>
                </a:lnTo>
                <a:lnTo>
                  <a:pt x="2214" y="0"/>
                </a:lnTo>
                <a:lnTo>
                  <a:pt x="2260" y="0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1449740" y="3136502"/>
            <a:ext cx="2260" cy="41"/>
          </a:xfrm>
          <a:custGeom>
            <a:avLst/>
            <a:gdLst/>
            <a:ahLst/>
            <a:cxnLst/>
            <a:rect l="l" t="t" r="r" b="b"/>
            <a:pathLst>
              <a:path w="2260" h="41">
                <a:moveTo>
                  <a:pt x="0" y="41"/>
                </a:moveTo>
                <a:lnTo>
                  <a:pt x="69" y="41"/>
                </a:lnTo>
                <a:lnTo>
                  <a:pt x="207" y="41"/>
                </a:lnTo>
                <a:lnTo>
                  <a:pt x="276" y="41"/>
                </a:lnTo>
                <a:lnTo>
                  <a:pt x="322" y="0"/>
                </a:lnTo>
                <a:lnTo>
                  <a:pt x="484" y="0"/>
                </a:lnTo>
                <a:lnTo>
                  <a:pt x="645" y="0"/>
                </a:lnTo>
                <a:lnTo>
                  <a:pt x="784" y="0"/>
                </a:lnTo>
                <a:lnTo>
                  <a:pt x="945" y="0"/>
                </a:lnTo>
                <a:lnTo>
                  <a:pt x="1107" y="0"/>
                </a:lnTo>
                <a:lnTo>
                  <a:pt x="1268" y="0"/>
                </a:lnTo>
                <a:lnTo>
                  <a:pt x="1430" y="0"/>
                </a:lnTo>
                <a:lnTo>
                  <a:pt x="1591" y="0"/>
                </a:lnTo>
                <a:lnTo>
                  <a:pt x="1730" y="0"/>
                </a:lnTo>
                <a:lnTo>
                  <a:pt x="1891" y="0"/>
                </a:lnTo>
                <a:lnTo>
                  <a:pt x="2053" y="41"/>
                </a:lnTo>
                <a:lnTo>
                  <a:pt x="2214" y="41"/>
                </a:lnTo>
                <a:lnTo>
                  <a:pt x="2260" y="41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1452001" y="3136544"/>
            <a:ext cx="2306" cy="333"/>
          </a:xfrm>
          <a:custGeom>
            <a:avLst/>
            <a:gdLst/>
            <a:ahLst/>
            <a:cxnLst/>
            <a:rect l="l" t="t" r="r" b="b"/>
            <a:pathLst>
              <a:path w="2306" h="333">
                <a:moveTo>
                  <a:pt x="0" y="0"/>
                </a:moveTo>
                <a:lnTo>
                  <a:pt x="0" y="0"/>
                </a:lnTo>
                <a:lnTo>
                  <a:pt x="161" y="0"/>
                </a:lnTo>
                <a:lnTo>
                  <a:pt x="322" y="0"/>
                </a:lnTo>
                <a:lnTo>
                  <a:pt x="484" y="41"/>
                </a:lnTo>
                <a:lnTo>
                  <a:pt x="645" y="41"/>
                </a:lnTo>
                <a:lnTo>
                  <a:pt x="738" y="104"/>
                </a:lnTo>
                <a:lnTo>
                  <a:pt x="784" y="104"/>
                </a:lnTo>
                <a:lnTo>
                  <a:pt x="945" y="104"/>
                </a:lnTo>
                <a:lnTo>
                  <a:pt x="1107" y="104"/>
                </a:lnTo>
                <a:lnTo>
                  <a:pt x="1107" y="145"/>
                </a:lnTo>
                <a:lnTo>
                  <a:pt x="1268" y="145"/>
                </a:lnTo>
                <a:lnTo>
                  <a:pt x="1430" y="187"/>
                </a:lnTo>
                <a:lnTo>
                  <a:pt x="1591" y="187"/>
                </a:lnTo>
                <a:lnTo>
                  <a:pt x="1730" y="249"/>
                </a:lnTo>
                <a:lnTo>
                  <a:pt x="1891" y="249"/>
                </a:lnTo>
                <a:lnTo>
                  <a:pt x="1891" y="291"/>
                </a:lnTo>
                <a:lnTo>
                  <a:pt x="1937" y="291"/>
                </a:lnTo>
                <a:lnTo>
                  <a:pt x="2099" y="291"/>
                </a:lnTo>
                <a:lnTo>
                  <a:pt x="2099" y="333"/>
                </a:lnTo>
                <a:lnTo>
                  <a:pt x="2214" y="333"/>
                </a:lnTo>
                <a:lnTo>
                  <a:pt x="2306" y="333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1454308" y="3136877"/>
            <a:ext cx="2329" cy="729"/>
          </a:xfrm>
          <a:custGeom>
            <a:avLst/>
            <a:gdLst/>
            <a:ahLst/>
            <a:cxnLst/>
            <a:rect l="l" t="t" r="r" b="b"/>
            <a:pathLst>
              <a:path w="2329" h="729">
                <a:moveTo>
                  <a:pt x="0" y="0"/>
                </a:moveTo>
                <a:lnTo>
                  <a:pt x="69" y="41"/>
                </a:lnTo>
                <a:lnTo>
                  <a:pt x="207" y="41"/>
                </a:lnTo>
                <a:lnTo>
                  <a:pt x="207" y="104"/>
                </a:lnTo>
                <a:lnTo>
                  <a:pt x="322" y="104"/>
                </a:lnTo>
                <a:lnTo>
                  <a:pt x="438" y="104"/>
                </a:lnTo>
                <a:lnTo>
                  <a:pt x="438" y="145"/>
                </a:lnTo>
                <a:lnTo>
                  <a:pt x="576" y="145"/>
                </a:lnTo>
                <a:lnTo>
                  <a:pt x="576" y="187"/>
                </a:lnTo>
                <a:lnTo>
                  <a:pt x="692" y="187"/>
                </a:lnTo>
                <a:lnTo>
                  <a:pt x="807" y="187"/>
                </a:lnTo>
                <a:lnTo>
                  <a:pt x="853" y="249"/>
                </a:lnTo>
                <a:lnTo>
                  <a:pt x="945" y="249"/>
                </a:lnTo>
                <a:lnTo>
                  <a:pt x="1015" y="291"/>
                </a:lnTo>
                <a:lnTo>
                  <a:pt x="1107" y="291"/>
                </a:lnTo>
                <a:lnTo>
                  <a:pt x="1107" y="333"/>
                </a:lnTo>
                <a:lnTo>
                  <a:pt x="1268" y="333"/>
                </a:lnTo>
                <a:lnTo>
                  <a:pt x="1314" y="374"/>
                </a:lnTo>
                <a:lnTo>
                  <a:pt x="1476" y="437"/>
                </a:lnTo>
                <a:lnTo>
                  <a:pt x="1637" y="479"/>
                </a:lnTo>
                <a:lnTo>
                  <a:pt x="1799" y="520"/>
                </a:lnTo>
                <a:lnTo>
                  <a:pt x="1960" y="583"/>
                </a:lnTo>
                <a:lnTo>
                  <a:pt x="2099" y="666"/>
                </a:lnTo>
                <a:lnTo>
                  <a:pt x="2260" y="729"/>
                </a:lnTo>
                <a:lnTo>
                  <a:pt x="2329" y="729"/>
                </a:lnTo>
              </a:path>
            </a:pathLst>
          </a:custGeom>
          <a:ln w="2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1456638" y="3137607"/>
            <a:ext cx="2306" cy="1083"/>
          </a:xfrm>
          <a:custGeom>
            <a:avLst/>
            <a:gdLst/>
            <a:ahLst/>
            <a:cxnLst/>
            <a:rect l="l" t="t" r="r" b="b"/>
            <a:pathLst>
              <a:path w="2306" h="1083">
                <a:moveTo>
                  <a:pt x="0" y="0"/>
                </a:moveTo>
                <a:lnTo>
                  <a:pt x="92" y="41"/>
                </a:lnTo>
                <a:lnTo>
                  <a:pt x="253" y="83"/>
                </a:lnTo>
                <a:lnTo>
                  <a:pt x="415" y="187"/>
                </a:lnTo>
                <a:lnTo>
                  <a:pt x="461" y="229"/>
                </a:lnTo>
                <a:lnTo>
                  <a:pt x="576" y="229"/>
                </a:lnTo>
                <a:lnTo>
                  <a:pt x="715" y="333"/>
                </a:lnTo>
                <a:lnTo>
                  <a:pt x="830" y="333"/>
                </a:lnTo>
                <a:lnTo>
                  <a:pt x="830" y="374"/>
                </a:lnTo>
                <a:lnTo>
                  <a:pt x="945" y="374"/>
                </a:lnTo>
                <a:lnTo>
                  <a:pt x="1084" y="458"/>
                </a:lnTo>
                <a:lnTo>
                  <a:pt x="1245" y="520"/>
                </a:lnTo>
                <a:lnTo>
                  <a:pt x="1407" y="604"/>
                </a:lnTo>
                <a:lnTo>
                  <a:pt x="1522" y="708"/>
                </a:lnTo>
                <a:lnTo>
                  <a:pt x="1614" y="708"/>
                </a:lnTo>
                <a:lnTo>
                  <a:pt x="1776" y="812"/>
                </a:lnTo>
                <a:lnTo>
                  <a:pt x="1822" y="812"/>
                </a:lnTo>
                <a:lnTo>
                  <a:pt x="1983" y="895"/>
                </a:lnTo>
                <a:lnTo>
                  <a:pt x="2030" y="937"/>
                </a:lnTo>
                <a:lnTo>
                  <a:pt x="2191" y="999"/>
                </a:lnTo>
              </a:path>
            </a:pathLst>
          </a:custGeom>
          <a:ln w="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1458945" y="3138690"/>
            <a:ext cx="2306" cy="1395"/>
          </a:xfrm>
          <a:custGeom>
            <a:avLst/>
            <a:gdLst/>
            <a:ahLst/>
            <a:cxnLst/>
            <a:rect l="l" t="t" r="r" b="b"/>
            <a:pathLst>
              <a:path w="2306" h="1395">
                <a:moveTo>
                  <a:pt x="0" y="0"/>
                </a:moveTo>
                <a:lnTo>
                  <a:pt x="46" y="0"/>
                </a:lnTo>
                <a:lnTo>
                  <a:pt x="161" y="62"/>
                </a:lnTo>
                <a:lnTo>
                  <a:pt x="161" y="104"/>
                </a:lnTo>
                <a:lnTo>
                  <a:pt x="207" y="145"/>
                </a:lnTo>
                <a:lnTo>
                  <a:pt x="299" y="145"/>
                </a:lnTo>
                <a:lnTo>
                  <a:pt x="461" y="249"/>
                </a:lnTo>
                <a:lnTo>
                  <a:pt x="622" y="333"/>
                </a:lnTo>
                <a:lnTo>
                  <a:pt x="784" y="437"/>
                </a:lnTo>
                <a:lnTo>
                  <a:pt x="945" y="541"/>
                </a:lnTo>
                <a:lnTo>
                  <a:pt x="945" y="583"/>
                </a:lnTo>
                <a:lnTo>
                  <a:pt x="1038" y="583"/>
                </a:lnTo>
                <a:lnTo>
                  <a:pt x="1199" y="666"/>
                </a:lnTo>
                <a:lnTo>
                  <a:pt x="1245" y="770"/>
                </a:lnTo>
                <a:lnTo>
                  <a:pt x="1361" y="770"/>
                </a:lnTo>
                <a:lnTo>
                  <a:pt x="1407" y="874"/>
                </a:lnTo>
                <a:lnTo>
                  <a:pt x="1568" y="916"/>
                </a:lnTo>
                <a:lnTo>
                  <a:pt x="1614" y="999"/>
                </a:lnTo>
                <a:lnTo>
                  <a:pt x="1730" y="999"/>
                </a:lnTo>
                <a:lnTo>
                  <a:pt x="1776" y="1104"/>
                </a:lnTo>
                <a:lnTo>
                  <a:pt x="1822" y="1104"/>
                </a:lnTo>
                <a:lnTo>
                  <a:pt x="1983" y="1208"/>
                </a:lnTo>
                <a:lnTo>
                  <a:pt x="2099" y="1249"/>
                </a:lnTo>
                <a:lnTo>
                  <a:pt x="2145" y="1291"/>
                </a:lnTo>
                <a:lnTo>
                  <a:pt x="2191" y="1395"/>
                </a:lnTo>
              </a:path>
            </a:pathLst>
          </a:custGeom>
          <a:ln w="3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1461252" y="3140086"/>
            <a:ext cx="2260" cy="1812"/>
          </a:xfrm>
          <a:custGeom>
            <a:avLst/>
            <a:gdLst/>
            <a:ahLst/>
            <a:cxnLst/>
            <a:rect l="l" t="t" r="r" b="b"/>
            <a:pathLst>
              <a:path w="2260" h="1812">
                <a:moveTo>
                  <a:pt x="0" y="0"/>
                </a:moveTo>
                <a:lnTo>
                  <a:pt x="0" y="0"/>
                </a:lnTo>
                <a:lnTo>
                  <a:pt x="92" y="145"/>
                </a:lnTo>
                <a:lnTo>
                  <a:pt x="253" y="187"/>
                </a:lnTo>
                <a:lnTo>
                  <a:pt x="253" y="229"/>
                </a:lnTo>
                <a:lnTo>
                  <a:pt x="369" y="333"/>
                </a:lnTo>
                <a:lnTo>
                  <a:pt x="461" y="374"/>
                </a:lnTo>
                <a:lnTo>
                  <a:pt x="530" y="374"/>
                </a:lnTo>
                <a:lnTo>
                  <a:pt x="530" y="416"/>
                </a:lnTo>
                <a:lnTo>
                  <a:pt x="622" y="520"/>
                </a:lnTo>
                <a:lnTo>
                  <a:pt x="669" y="520"/>
                </a:lnTo>
                <a:lnTo>
                  <a:pt x="784" y="562"/>
                </a:lnTo>
                <a:lnTo>
                  <a:pt x="830" y="624"/>
                </a:lnTo>
                <a:lnTo>
                  <a:pt x="945" y="749"/>
                </a:lnTo>
                <a:lnTo>
                  <a:pt x="1038" y="812"/>
                </a:lnTo>
                <a:lnTo>
                  <a:pt x="1107" y="812"/>
                </a:lnTo>
                <a:lnTo>
                  <a:pt x="1107" y="854"/>
                </a:lnTo>
                <a:lnTo>
                  <a:pt x="1268" y="958"/>
                </a:lnTo>
                <a:lnTo>
                  <a:pt x="1268" y="999"/>
                </a:lnTo>
                <a:lnTo>
                  <a:pt x="1361" y="1041"/>
                </a:lnTo>
                <a:lnTo>
                  <a:pt x="1476" y="1104"/>
                </a:lnTo>
                <a:lnTo>
                  <a:pt x="1522" y="1145"/>
                </a:lnTo>
                <a:lnTo>
                  <a:pt x="1614" y="1291"/>
                </a:lnTo>
                <a:lnTo>
                  <a:pt x="1684" y="1333"/>
                </a:lnTo>
                <a:lnTo>
                  <a:pt x="1845" y="1437"/>
                </a:lnTo>
                <a:lnTo>
                  <a:pt x="1937" y="1479"/>
                </a:lnTo>
                <a:lnTo>
                  <a:pt x="1983" y="1562"/>
                </a:lnTo>
                <a:lnTo>
                  <a:pt x="2145" y="1666"/>
                </a:lnTo>
                <a:lnTo>
                  <a:pt x="2260" y="1770"/>
                </a:lnTo>
              </a:path>
            </a:pathLst>
          </a:custGeom>
          <a:ln w="3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1463512" y="3141898"/>
            <a:ext cx="2306" cy="2104"/>
          </a:xfrm>
          <a:custGeom>
            <a:avLst/>
            <a:gdLst/>
            <a:ahLst/>
            <a:cxnLst/>
            <a:rect l="l" t="t" r="r" b="b"/>
            <a:pathLst>
              <a:path w="2306" h="2104">
                <a:moveTo>
                  <a:pt x="0" y="0"/>
                </a:moveTo>
                <a:lnTo>
                  <a:pt x="0" y="0"/>
                </a:lnTo>
                <a:lnTo>
                  <a:pt x="46" y="41"/>
                </a:lnTo>
                <a:lnTo>
                  <a:pt x="207" y="145"/>
                </a:lnTo>
                <a:lnTo>
                  <a:pt x="253" y="187"/>
                </a:lnTo>
                <a:lnTo>
                  <a:pt x="369" y="229"/>
                </a:lnTo>
                <a:lnTo>
                  <a:pt x="461" y="374"/>
                </a:lnTo>
                <a:lnTo>
                  <a:pt x="622" y="479"/>
                </a:lnTo>
                <a:lnTo>
                  <a:pt x="669" y="562"/>
                </a:lnTo>
                <a:lnTo>
                  <a:pt x="784" y="624"/>
                </a:lnTo>
                <a:lnTo>
                  <a:pt x="784" y="666"/>
                </a:lnTo>
                <a:lnTo>
                  <a:pt x="876" y="708"/>
                </a:lnTo>
                <a:lnTo>
                  <a:pt x="876" y="770"/>
                </a:lnTo>
                <a:lnTo>
                  <a:pt x="991" y="812"/>
                </a:lnTo>
                <a:lnTo>
                  <a:pt x="1107" y="958"/>
                </a:lnTo>
                <a:lnTo>
                  <a:pt x="1245" y="1041"/>
                </a:lnTo>
                <a:lnTo>
                  <a:pt x="1361" y="1187"/>
                </a:lnTo>
                <a:lnTo>
                  <a:pt x="1522" y="1291"/>
                </a:lnTo>
                <a:lnTo>
                  <a:pt x="1568" y="1374"/>
                </a:lnTo>
                <a:lnTo>
                  <a:pt x="1684" y="1520"/>
                </a:lnTo>
                <a:lnTo>
                  <a:pt x="1822" y="1624"/>
                </a:lnTo>
                <a:lnTo>
                  <a:pt x="1891" y="1666"/>
                </a:lnTo>
                <a:lnTo>
                  <a:pt x="1937" y="1770"/>
                </a:lnTo>
                <a:lnTo>
                  <a:pt x="1983" y="1770"/>
                </a:lnTo>
                <a:lnTo>
                  <a:pt x="2099" y="1916"/>
                </a:lnTo>
                <a:lnTo>
                  <a:pt x="2145" y="1916"/>
                </a:lnTo>
                <a:lnTo>
                  <a:pt x="2260" y="2062"/>
                </a:lnTo>
              </a:path>
            </a:pathLst>
          </a:custGeom>
          <a:ln w="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1465819" y="3144002"/>
            <a:ext cx="2306" cy="2479"/>
          </a:xfrm>
          <a:custGeom>
            <a:avLst/>
            <a:gdLst/>
            <a:ahLst/>
            <a:cxnLst/>
            <a:rect l="l" t="t" r="r" b="b"/>
            <a:pathLst>
              <a:path w="2306" h="2479">
                <a:moveTo>
                  <a:pt x="0" y="0"/>
                </a:moveTo>
                <a:lnTo>
                  <a:pt x="92" y="145"/>
                </a:lnTo>
                <a:lnTo>
                  <a:pt x="161" y="145"/>
                </a:lnTo>
                <a:lnTo>
                  <a:pt x="253" y="291"/>
                </a:lnTo>
                <a:lnTo>
                  <a:pt x="415" y="374"/>
                </a:lnTo>
                <a:lnTo>
                  <a:pt x="461" y="479"/>
                </a:lnTo>
                <a:lnTo>
                  <a:pt x="530" y="562"/>
                </a:lnTo>
                <a:lnTo>
                  <a:pt x="622" y="624"/>
                </a:lnTo>
                <a:lnTo>
                  <a:pt x="738" y="770"/>
                </a:lnTo>
                <a:lnTo>
                  <a:pt x="784" y="770"/>
                </a:lnTo>
                <a:lnTo>
                  <a:pt x="784" y="812"/>
                </a:lnTo>
                <a:lnTo>
                  <a:pt x="830" y="895"/>
                </a:lnTo>
                <a:lnTo>
                  <a:pt x="945" y="958"/>
                </a:lnTo>
                <a:lnTo>
                  <a:pt x="1038" y="1041"/>
                </a:lnTo>
                <a:lnTo>
                  <a:pt x="1153" y="1187"/>
                </a:lnTo>
                <a:lnTo>
                  <a:pt x="1268" y="1333"/>
                </a:lnTo>
                <a:lnTo>
                  <a:pt x="1361" y="1374"/>
                </a:lnTo>
                <a:lnTo>
                  <a:pt x="1407" y="1520"/>
                </a:lnTo>
                <a:lnTo>
                  <a:pt x="1522" y="1583"/>
                </a:lnTo>
                <a:lnTo>
                  <a:pt x="1684" y="1770"/>
                </a:lnTo>
                <a:lnTo>
                  <a:pt x="1684" y="1812"/>
                </a:lnTo>
                <a:lnTo>
                  <a:pt x="1845" y="1916"/>
                </a:lnTo>
                <a:lnTo>
                  <a:pt x="1937" y="2104"/>
                </a:lnTo>
                <a:lnTo>
                  <a:pt x="2099" y="2187"/>
                </a:lnTo>
                <a:lnTo>
                  <a:pt x="2145" y="2291"/>
                </a:lnTo>
                <a:lnTo>
                  <a:pt x="2260" y="2395"/>
                </a:lnTo>
              </a:path>
            </a:pathLst>
          </a:custGeom>
          <a:ln w="3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1468126" y="3146481"/>
            <a:ext cx="2306" cy="2812"/>
          </a:xfrm>
          <a:custGeom>
            <a:avLst/>
            <a:gdLst/>
            <a:ahLst/>
            <a:cxnLst/>
            <a:rect l="l" t="t" r="r" b="b"/>
            <a:pathLst>
              <a:path w="2306" h="2812">
                <a:moveTo>
                  <a:pt x="0" y="0"/>
                </a:moveTo>
                <a:lnTo>
                  <a:pt x="0" y="0"/>
                </a:lnTo>
                <a:lnTo>
                  <a:pt x="115" y="145"/>
                </a:lnTo>
                <a:lnTo>
                  <a:pt x="161" y="145"/>
                </a:lnTo>
                <a:lnTo>
                  <a:pt x="207" y="291"/>
                </a:lnTo>
                <a:lnTo>
                  <a:pt x="369" y="374"/>
                </a:lnTo>
                <a:lnTo>
                  <a:pt x="415" y="479"/>
                </a:lnTo>
                <a:lnTo>
                  <a:pt x="530" y="583"/>
                </a:lnTo>
                <a:lnTo>
                  <a:pt x="622" y="770"/>
                </a:lnTo>
                <a:lnTo>
                  <a:pt x="692" y="812"/>
                </a:lnTo>
                <a:lnTo>
                  <a:pt x="738" y="916"/>
                </a:lnTo>
                <a:lnTo>
                  <a:pt x="784" y="958"/>
                </a:lnTo>
                <a:lnTo>
                  <a:pt x="945" y="1104"/>
                </a:lnTo>
                <a:lnTo>
                  <a:pt x="991" y="1145"/>
                </a:lnTo>
                <a:lnTo>
                  <a:pt x="1061" y="1291"/>
                </a:lnTo>
                <a:lnTo>
                  <a:pt x="1153" y="1395"/>
                </a:lnTo>
                <a:lnTo>
                  <a:pt x="1199" y="1479"/>
                </a:lnTo>
                <a:lnTo>
                  <a:pt x="1361" y="1624"/>
                </a:lnTo>
                <a:lnTo>
                  <a:pt x="1476" y="1770"/>
                </a:lnTo>
                <a:lnTo>
                  <a:pt x="1476" y="1770"/>
                </a:lnTo>
                <a:lnTo>
                  <a:pt x="1568" y="1916"/>
                </a:lnTo>
                <a:lnTo>
                  <a:pt x="1637" y="1999"/>
                </a:lnTo>
                <a:lnTo>
                  <a:pt x="1730" y="2104"/>
                </a:lnTo>
                <a:lnTo>
                  <a:pt x="1845" y="2208"/>
                </a:lnTo>
                <a:lnTo>
                  <a:pt x="1937" y="2395"/>
                </a:lnTo>
                <a:lnTo>
                  <a:pt x="2053" y="2541"/>
                </a:lnTo>
                <a:lnTo>
                  <a:pt x="2099" y="2583"/>
                </a:lnTo>
                <a:lnTo>
                  <a:pt x="2214" y="2729"/>
                </a:lnTo>
                <a:lnTo>
                  <a:pt x="2260" y="2729"/>
                </a:lnTo>
              </a:path>
            </a:pathLst>
          </a:custGeom>
          <a:ln w="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1470433" y="3149294"/>
            <a:ext cx="2260" cy="3166"/>
          </a:xfrm>
          <a:custGeom>
            <a:avLst/>
            <a:gdLst/>
            <a:ahLst/>
            <a:cxnLst/>
            <a:rect l="l" t="t" r="r" b="b"/>
            <a:pathLst>
              <a:path w="2260" h="3166">
                <a:moveTo>
                  <a:pt x="0" y="0"/>
                </a:moveTo>
                <a:lnTo>
                  <a:pt x="69" y="145"/>
                </a:lnTo>
                <a:lnTo>
                  <a:pt x="161" y="249"/>
                </a:lnTo>
                <a:lnTo>
                  <a:pt x="207" y="333"/>
                </a:lnTo>
                <a:lnTo>
                  <a:pt x="276" y="395"/>
                </a:lnTo>
                <a:lnTo>
                  <a:pt x="322" y="479"/>
                </a:lnTo>
                <a:lnTo>
                  <a:pt x="415" y="624"/>
                </a:lnTo>
                <a:lnTo>
                  <a:pt x="530" y="770"/>
                </a:lnTo>
                <a:lnTo>
                  <a:pt x="645" y="916"/>
                </a:lnTo>
                <a:lnTo>
                  <a:pt x="784" y="1062"/>
                </a:lnTo>
                <a:lnTo>
                  <a:pt x="853" y="1145"/>
                </a:lnTo>
                <a:lnTo>
                  <a:pt x="899" y="1249"/>
                </a:lnTo>
                <a:lnTo>
                  <a:pt x="945" y="1291"/>
                </a:lnTo>
                <a:lnTo>
                  <a:pt x="1061" y="1395"/>
                </a:lnTo>
                <a:lnTo>
                  <a:pt x="1061" y="1437"/>
                </a:lnTo>
                <a:lnTo>
                  <a:pt x="1153" y="1541"/>
                </a:lnTo>
                <a:lnTo>
                  <a:pt x="1153" y="1583"/>
                </a:lnTo>
                <a:lnTo>
                  <a:pt x="1268" y="1687"/>
                </a:lnTo>
                <a:lnTo>
                  <a:pt x="1268" y="1729"/>
                </a:lnTo>
                <a:lnTo>
                  <a:pt x="1361" y="1833"/>
                </a:lnTo>
                <a:lnTo>
                  <a:pt x="1361" y="1874"/>
                </a:lnTo>
                <a:lnTo>
                  <a:pt x="1476" y="1958"/>
                </a:lnTo>
                <a:lnTo>
                  <a:pt x="1476" y="2020"/>
                </a:lnTo>
                <a:lnTo>
                  <a:pt x="1591" y="2104"/>
                </a:lnTo>
                <a:lnTo>
                  <a:pt x="1637" y="2249"/>
                </a:lnTo>
                <a:lnTo>
                  <a:pt x="1637" y="2249"/>
                </a:lnTo>
                <a:lnTo>
                  <a:pt x="1730" y="2354"/>
                </a:lnTo>
                <a:lnTo>
                  <a:pt x="1730" y="2395"/>
                </a:lnTo>
                <a:lnTo>
                  <a:pt x="1845" y="2499"/>
                </a:lnTo>
                <a:lnTo>
                  <a:pt x="1845" y="2541"/>
                </a:lnTo>
                <a:lnTo>
                  <a:pt x="1937" y="2645"/>
                </a:lnTo>
                <a:lnTo>
                  <a:pt x="1937" y="2687"/>
                </a:lnTo>
                <a:lnTo>
                  <a:pt x="2053" y="2833"/>
                </a:lnTo>
                <a:lnTo>
                  <a:pt x="2053" y="2874"/>
                </a:lnTo>
                <a:lnTo>
                  <a:pt x="2099" y="2916"/>
                </a:lnTo>
                <a:lnTo>
                  <a:pt x="2214" y="3020"/>
                </a:lnTo>
                <a:lnTo>
                  <a:pt x="2260" y="3166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1472694" y="3152461"/>
            <a:ext cx="2306" cy="3520"/>
          </a:xfrm>
          <a:custGeom>
            <a:avLst/>
            <a:gdLst/>
            <a:ahLst/>
            <a:cxnLst/>
            <a:rect l="l" t="t" r="r" b="b"/>
            <a:pathLst>
              <a:path w="2306" h="3520">
                <a:moveTo>
                  <a:pt x="0" y="0"/>
                </a:moveTo>
                <a:lnTo>
                  <a:pt x="115" y="145"/>
                </a:lnTo>
                <a:lnTo>
                  <a:pt x="161" y="229"/>
                </a:lnTo>
                <a:lnTo>
                  <a:pt x="276" y="374"/>
                </a:lnTo>
                <a:lnTo>
                  <a:pt x="369" y="479"/>
                </a:lnTo>
                <a:lnTo>
                  <a:pt x="415" y="624"/>
                </a:lnTo>
                <a:lnTo>
                  <a:pt x="484" y="624"/>
                </a:lnTo>
                <a:lnTo>
                  <a:pt x="530" y="708"/>
                </a:lnTo>
                <a:lnTo>
                  <a:pt x="576" y="854"/>
                </a:lnTo>
                <a:lnTo>
                  <a:pt x="622" y="854"/>
                </a:lnTo>
                <a:lnTo>
                  <a:pt x="622" y="895"/>
                </a:lnTo>
                <a:lnTo>
                  <a:pt x="738" y="1041"/>
                </a:lnTo>
                <a:lnTo>
                  <a:pt x="738" y="1104"/>
                </a:lnTo>
                <a:lnTo>
                  <a:pt x="899" y="1229"/>
                </a:lnTo>
                <a:lnTo>
                  <a:pt x="945" y="1333"/>
                </a:lnTo>
                <a:lnTo>
                  <a:pt x="991" y="1479"/>
                </a:lnTo>
                <a:lnTo>
                  <a:pt x="1061" y="1479"/>
                </a:lnTo>
                <a:lnTo>
                  <a:pt x="1107" y="1624"/>
                </a:lnTo>
                <a:lnTo>
                  <a:pt x="1107" y="1624"/>
                </a:lnTo>
                <a:lnTo>
                  <a:pt x="1222" y="1770"/>
                </a:lnTo>
                <a:lnTo>
                  <a:pt x="1222" y="1812"/>
                </a:lnTo>
                <a:lnTo>
                  <a:pt x="1314" y="1958"/>
                </a:lnTo>
                <a:lnTo>
                  <a:pt x="1430" y="2104"/>
                </a:lnTo>
                <a:lnTo>
                  <a:pt x="1430" y="2104"/>
                </a:lnTo>
                <a:lnTo>
                  <a:pt x="1522" y="2249"/>
                </a:lnTo>
                <a:lnTo>
                  <a:pt x="1522" y="2291"/>
                </a:lnTo>
                <a:lnTo>
                  <a:pt x="1637" y="2437"/>
                </a:lnTo>
                <a:lnTo>
                  <a:pt x="1730" y="2583"/>
                </a:lnTo>
                <a:lnTo>
                  <a:pt x="1799" y="2666"/>
                </a:lnTo>
                <a:lnTo>
                  <a:pt x="1891" y="2812"/>
                </a:lnTo>
                <a:lnTo>
                  <a:pt x="1891" y="2854"/>
                </a:lnTo>
                <a:lnTo>
                  <a:pt x="2007" y="2958"/>
                </a:lnTo>
                <a:lnTo>
                  <a:pt x="2053" y="3104"/>
                </a:lnTo>
                <a:lnTo>
                  <a:pt x="2099" y="3187"/>
                </a:lnTo>
                <a:lnTo>
                  <a:pt x="2214" y="3333"/>
                </a:lnTo>
                <a:lnTo>
                  <a:pt x="2306" y="3479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1475001" y="3155981"/>
            <a:ext cx="2306" cy="3833"/>
          </a:xfrm>
          <a:custGeom>
            <a:avLst/>
            <a:gdLst/>
            <a:ahLst/>
            <a:cxnLst/>
            <a:rect l="l" t="t" r="r" b="b"/>
            <a:pathLst>
              <a:path w="2306" h="3833">
                <a:moveTo>
                  <a:pt x="0" y="0"/>
                </a:moveTo>
                <a:lnTo>
                  <a:pt x="115" y="145"/>
                </a:lnTo>
                <a:lnTo>
                  <a:pt x="207" y="291"/>
                </a:lnTo>
                <a:lnTo>
                  <a:pt x="276" y="437"/>
                </a:lnTo>
                <a:lnTo>
                  <a:pt x="369" y="583"/>
                </a:lnTo>
                <a:lnTo>
                  <a:pt x="484" y="729"/>
                </a:lnTo>
                <a:lnTo>
                  <a:pt x="530" y="770"/>
                </a:lnTo>
                <a:lnTo>
                  <a:pt x="576" y="916"/>
                </a:lnTo>
                <a:lnTo>
                  <a:pt x="645" y="1020"/>
                </a:lnTo>
                <a:lnTo>
                  <a:pt x="738" y="1166"/>
                </a:lnTo>
                <a:lnTo>
                  <a:pt x="738" y="1208"/>
                </a:lnTo>
                <a:lnTo>
                  <a:pt x="853" y="1291"/>
                </a:lnTo>
                <a:lnTo>
                  <a:pt x="899" y="1437"/>
                </a:lnTo>
                <a:lnTo>
                  <a:pt x="1015" y="1541"/>
                </a:lnTo>
                <a:lnTo>
                  <a:pt x="1061" y="1687"/>
                </a:lnTo>
                <a:lnTo>
                  <a:pt x="1107" y="1833"/>
                </a:lnTo>
                <a:lnTo>
                  <a:pt x="1222" y="1958"/>
                </a:lnTo>
                <a:lnTo>
                  <a:pt x="1314" y="2104"/>
                </a:lnTo>
                <a:lnTo>
                  <a:pt x="1384" y="2166"/>
                </a:lnTo>
                <a:lnTo>
                  <a:pt x="1430" y="2312"/>
                </a:lnTo>
                <a:lnTo>
                  <a:pt x="1522" y="2499"/>
                </a:lnTo>
                <a:lnTo>
                  <a:pt x="1637" y="2645"/>
                </a:lnTo>
                <a:lnTo>
                  <a:pt x="1730" y="2770"/>
                </a:lnTo>
                <a:lnTo>
                  <a:pt x="1730" y="2874"/>
                </a:lnTo>
                <a:lnTo>
                  <a:pt x="1799" y="2979"/>
                </a:lnTo>
                <a:lnTo>
                  <a:pt x="1891" y="3124"/>
                </a:lnTo>
                <a:lnTo>
                  <a:pt x="2007" y="3312"/>
                </a:lnTo>
                <a:lnTo>
                  <a:pt x="2099" y="3458"/>
                </a:lnTo>
                <a:lnTo>
                  <a:pt x="2168" y="3499"/>
                </a:lnTo>
                <a:lnTo>
                  <a:pt x="2168" y="3583"/>
                </a:lnTo>
                <a:lnTo>
                  <a:pt x="2260" y="3729"/>
                </a:lnTo>
                <a:lnTo>
                  <a:pt x="2260" y="3791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1477308" y="3159815"/>
            <a:ext cx="2329" cy="4208"/>
          </a:xfrm>
          <a:custGeom>
            <a:avLst/>
            <a:gdLst/>
            <a:ahLst/>
            <a:cxnLst/>
            <a:rect l="l" t="t" r="r" b="b"/>
            <a:pathLst>
              <a:path w="2329" h="4208">
                <a:moveTo>
                  <a:pt x="0" y="0"/>
                </a:moveTo>
                <a:lnTo>
                  <a:pt x="69" y="145"/>
                </a:lnTo>
                <a:lnTo>
                  <a:pt x="161" y="291"/>
                </a:lnTo>
                <a:lnTo>
                  <a:pt x="230" y="437"/>
                </a:lnTo>
                <a:lnTo>
                  <a:pt x="276" y="437"/>
                </a:lnTo>
                <a:lnTo>
                  <a:pt x="322" y="624"/>
                </a:lnTo>
                <a:lnTo>
                  <a:pt x="369" y="666"/>
                </a:lnTo>
                <a:lnTo>
                  <a:pt x="484" y="812"/>
                </a:lnTo>
                <a:lnTo>
                  <a:pt x="484" y="916"/>
                </a:lnTo>
                <a:lnTo>
                  <a:pt x="530" y="958"/>
                </a:lnTo>
                <a:lnTo>
                  <a:pt x="645" y="1104"/>
                </a:lnTo>
                <a:lnTo>
                  <a:pt x="692" y="1249"/>
                </a:lnTo>
                <a:lnTo>
                  <a:pt x="807" y="1333"/>
                </a:lnTo>
                <a:lnTo>
                  <a:pt x="807" y="1437"/>
                </a:lnTo>
                <a:lnTo>
                  <a:pt x="853" y="1520"/>
                </a:lnTo>
                <a:lnTo>
                  <a:pt x="899" y="1520"/>
                </a:lnTo>
                <a:lnTo>
                  <a:pt x="945" y="1666"/>
                </a:lnTo>
                <a:lnTo>
                  <a:pt x="945" y="1708"/>
                </a:lnTo>
                <a:lnTo>
                  <a:pt x="1015" y="1708"/>
                </a:lnTo>
                <a:lnTo>
                  <a:pt x="1061" y="1812"/>
                </a:lnTo>
                <a:lnTo>
                  <a:pt x="1061" y="1916"/>
                </a:lnTo>
                <a:lnTo>
                  <a:pt x="1176" y="1999"/>
                </a:lnTo>
                <a:lnTo>
                  <a:pt x="1176" y="2104"/>
                </a:lnTo>
                <a:lnTo>
                  <a:pt x="1222" y="2187"/>
                </a:lnTo>
                <a:lnTo>
                  <a:pt x="1268" y="2187"/>
                </a:lnTo>
                <a:lnTo>
                  <a:pt x="1314" y="2333"/>
                </a:lnTo>
                <a:lnTo>
                  <a:pt x="1314" y="2395"/>
                </a:lnTo>
                <a:lnTo>
                  <a:pt x="1384" y="2395"/>
                </a:lnTo>
                <a:lnTo>
                  <a:pt x="1430" y="2583"/>
                </a:lnTo>
                <a:lnTo>
                  <a:pt x="1476" y="2583"/>
                </a:lnTo>
                <a:lnTo>
                  <a:pt x="1545" y="2729"/>
                </a:lnTo>
                <a:lnTo>
                  <a:pt x="1545" y="2770"/>
                </a:lnTo>
                <a:lnTo>
                  <a:pt x="1591" y="2770"/>
                </a:lnTo>
                <a:lnTo>
                  <a:pt x="1637" y="2916"/>
                </a:lnTo>
                <a:lnTo>
                  <a:pt x="1684" y="3062"/>
                </a:lnTo>
                <a:lnTo>
                  <a:pt x="1799" y="3208"/>
                </a:lnTo>
                <a:lnTo>
                  <a:pt x="1891" y="3395"/>
                </a:lnTo>
                <a:lnTo>
                  <a:pt x="1960" y="3541"/>
                </a:lnTo>
                <a:lnTo>
                  <a:pt x="1960" y="3583"/>
                </a:lnTo>
                <a:lnTo>
                  <a:pt x="2007" y="3624"/>
                </a:lnTo>
                <a:lnTo>
                  <a:pt x="2053" y="3770"/>
                </a:lnTo>
                <a:lnTo>
                  <a:pt x="2122" y="3770"/>
                </a:lnTo>
                <a:lnTo>
                  <a:pt x="2168" y="3916"/>
                </a:lnTo>
                <a:lnTo>
                  <a:pt x="2168" y="3958"/>
                </a:lnTo>
                <a:lnTo>
                  <a:pt x="2214" y="3958"/>
                </a:lnTo>
                <a:lnTo>
                  <a:pt x="2260" y="4062"/>
                </a:lnTo>
                <a:lnTo>
                  <a:pt x="2329" y="4208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1479638" y="3164023"/>
            <a:ext cx="2306" cy="4479"/>
          </a:xfrm>
          <a:custGeom>
            <a:avLst/>
            <a:gdLst/>
            <a:ahLst/>
            <a:cxnLst/>
            <a:rect l="l" t="t" r="r" b="b"/>
            <a:pathLst>
              <a:path w="2306" h="4479">
                <a:moveTo>
                  <a:pt x="0" y="0"/>
                </a:moveTo>
                <a:lnTo>
                  <a:pt x="0" y="41"/>
                </a:lnTo>
                <a:lnTo>
                  <a:pt x="46" y="145"/>
                </a:lnTo>
                <a:lnTo>
                  <a:pt x="92" y="145"/>
                </a:lnTo>
                <a:lnTo>
                  <a:pt x="138" y="291"/>
                </a:lnTo>
                <a:lnTo>
                  <a:pt x="253" y="479"/>
                </a:lnTo>
                <a:lnTo>
                  <a:pt x="299" y="624"/>
                </a:lnTo>
                <a:lnTo>
                  <a:pt x="299" y="666"/>
                </a:lnTo>
                <a:lnTo>
                  <a:pt x="369" y="708"/>
                </a:lnTo>
                <a:lnTo>
                  <a:pt x="415" y="854"/>
                </a:lnTo>
                <a:lnTo>
                  <a:pt x="461" y="854"/>
                </a:lnTo>
                <a:lnTo>
                  <a:pt x="507" y="958"/>
                </a:lnTo>
                <a:lnTo>
                  <a:pt x="576" y="1041"/>
                </a:lnTo>
                <a:lnTo>
                  <a:pt x="622" y="1187"/>
                </a:lnTo>
                <a:lnTo>
                  <a:pt x="669" y="1333"/>
                </a:lnTo>
                <a:lnTo>
                  <a:pt x="784" y="1479"/>
                </a:lnTo>
                <a:lnTo>
                  <a:pt x="784" y="1562"/>
                </a:lnTo>
                <a:lnTo>
                  <a:pt x="830" y="1562"/>
                </a:lnTo>
                <a:lnTo>
                  <a:pt x="876" y="1708"/>
                </a:lnTo>
                <a:lnTo>
                  <a:pt x="876" y="1770"/>
                </a:lnTo>
                <a:lnTo>
                  <a:pt x="991" y="1854"/>
                </a:lnTo>
                <a:lnTo>
                  <a:pt x="1038" y="1999"/>
                </a:lnTo>
                <a:lnTo>
                  <a:pt x="1084" y="2145"/>
                </a:lnTo>
                <a:lnTo>
                  <a:pt x="1153" y="2291"/>
                </a:lnTo>
                <a:lnTo>
                  <a:pt x="1245" y="2374"/>
                </a:lnTo>
                <a:lnTo>
                  <a:pt x="1314" y="2479"/>
                </a:lnTo>
                <a:lnTo>
                  <a:pt x="1361" y="2583"/>
                </a:lnTo>
                <a:lnTo>
                  <a:pt x="1407" y="2770"/>
                </a:lnTo>
                <a:lnTo>
                  <a:pt x="1453" y="2916"/>
                </a:lnTo>
                <a:lnTo>
                  <a:pt x="1568" y="3062"/>
                </a:lnTo>
                <a:lnTo>
                  <a:pt x="1614" y="3104"/>
                </a:lnTo>
                <a:lnTo>
                  <a:pt x="1684" y="3249"/>
                </a:lnTo>
                <a:lnTo>
                  <a:pt x="1730" y="3395"/>
                </a:lnTo>
                <a:lnTo>
                  <a:pt x="1730" y="3437"/>
                </a:lnTo>
                <a:lnTo>
                  <a:pt x="1822" y="3520"/>
                </a:lnTo>
                <a:lnTo>
                  <a:pt x="1891" y="3666"/>
                </a:lnTo>
                <a:lnTo>
                  <a:pt x="1937" y="3812"/>
                </a:lnTo>
                <a:lnTo>
                  <a:pt x="2030" y="3958"/>
                </a:lnTo>
                <a:lnTo>
                  <a:pt x="2030" y="4062"/>
                </a:lnTo>
                <a:lnTo>
                  <a:pt x="2145" y="4145"/>
                </a:lnTo>
                <a:lnTo>
                  <a:pt x="2191" y="4291"/>
                </a:lnTo>
                <a:lnTo>
                  <a:pt x="2191" y="4395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1481944" y="3168502"/>
            <a:ext cx="2260" cy="4833"/>
          </a:xfrm>
          <a:custGeom>
            <a:avLst/>
            <a:gdLst/>
            <a:ahLst/>
            <a:cxnLst/>
            <a:rect l="l" t="t" r="r" b="b"/>
            <a:pathLst>
              <a:path w="2260" h="4833">
                <a:moveTo>
                  <a:pt x="0" y="0"/>
                </a:moveTo>
                <a:lnTo>
                  <a:pt x="0" y="0"/>
                </a:lnTo>
                <a:lnTo>
                  <a:pt x="46" y="145"/>
                </a:lnTo>
                <a:lnTo>
                  <a:pt x="92" y="291"/>
                </a:lnTo>
                <a:lnTo>
                  <a:pt x="92" y="333"/>
                </a:lnTo>
                <a:lnTo>
                  <a:pt x="207" y="437"/>
                </a:lnTo>
                <a:lnTo>
                  <a:pt x="253" y="583"/>
                </a:lnTo>
                <a:lnTo>
                  <a:pt x="299" y="729"/>
                </a:lnTo>
                <a:lnTo>
                  <a:pt x="415" y="874"/>
                </a:lnTo>
                <a:lnTo>
                  <a:pt x="415" y="958"/>
                </a:lnTo>
                <a:lnTo>
                  <a:pt x="461" y="958"/>
                </a:lnTo>
                <a:lnTo>
                  <a:pt x="530" y="1104"/>
                </a:lnTo>
                <a:lnTo>
                  <a:pt x="576" y="1249"/>
                </a:lnTo>
                <a:lnTo>
                  <a:pt x="576" y="1291"/>
                </a:lnTo>
                <a:lnTo>
                  <a:pt x="669" y="1395"/>
                </a:lnTo>
                <a:lnTo>
                  <a:pt x="738" y="1541"/>
                </a:lnTo>
                <a:lnTo>
                  <a:pt x="784" y="1624"/>
                </a:lnTo>
                <a:lnTo>
                  <a:pt x="830" y="1770"/>
                </a:lnTo>
                <a:lnTo>
                  <a:pt x="899" y="1916"/>
                </a:lnTo>
                <a:lnTo>
                  <a:pt x="899" y="1958"/>
                </a:lnTo>
                <a:lnTo>
                  <a:pt x="991" y="2062"/>
                </a:lnTo>
                <a:lnTo>
                  <a:pt x="1038" y="2208"/>
                </a:lnTo>
                <a:lnTo>
                  <a:pt x="1038" y="2291"/>
                </a:lnTo>
                <a:lnTo>
                  <a:pt x="1153" y="2395"/>
                </a:lnTo>
                <a:lnTo>
                  <a:pt x="1199" y="2541"/>
                </a:lnTo>
                <a:lnTo>
                  <a:pt x="1245" y="2687"/>
                </a:lnTo>
                <a:lnTo>
                  <a:pt x="1245" y="2729"/>
                </a:lnTo>
                <a:lnTo>
                  <a:pt x="1361" y="2833"/>
                </a:lnTo>
                <a:lnTo>
                  <a:pt x="1407" y="2979"/>
                </a:lnTo>
                <a:lnTo>
                  <a:pt x="1407" y="3020"/>
                </a:lnTo>
                <a:lnTo>
                  <a:pt x="1476" y="3104"/>
                </a:lnTo>
                <a:lnTo>
                  <a:pt x="1522" y="3249"/>
                </a:lnTo>
                <a:lnTo>
                  <a:pt x="1568" y="3395"/>
                </a:lnTo>
                <a:lnTo>
                  <a:pt x="1614" y="3395"/>
                </a:lnTo>
                <a:lnTo>
                  <a:pt x="1684" y="3541"/>
                </a:lnTo>
                <a:lnTo>
                  <a:pt x="1730" y="3687"/>
                </a:lnTo>
                <a:lnTo>
                  <a:pt x="1730" y="3729"/>
                </a:lnTo>
                <a:lnTo>
                  <a:pt x="1776" y="3833"/>
                </a:lnTo>
                <a:lnTo>
                  <a:pt x="1822" y="3979"/>
                </a:lnTo>
                <a:lnTo>
                  <a:pt x="1937" y="4062"/>
                </a:lnTo>
                <a:lnTo>
                  <a:pt x="1983" y="4208"/>
                </a:lnTo>
                <a:lnTo>
                  <a:pt x="2053" y="4354"/>
                </a:lnTo>
                <a:lnTo>
                  <a:pt x="2099" y="4458"/>
                </a:lnTo>
                <a:lnTo>
                  <a:pt x="2145" y="4645"/>
                </a:lnTo>
                <a:lnTo>
                  <a:pt x="2191" y="4645"/>
                </a:lnTo>
                <a:lnTo>
                  <a:pt x="2260" y="4791"/>
                </a:lnTo>
                <a:lnTo>
                  <a:pt x="2260" y="4833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1484205" y="3173335"/>
            <a:ext cx="2306" cy="5208"/>
          </a:xfrm>
          <a:custGeom>
            <a:avLst/>
            <a:gdLst/>
            <a:ahLst/>
            <a:cxnLst/>
            <a:rect l="l" t="t" r="r" b="b"/>
            <a:pathLst>
              <a:path w="2306" h="5208">
                <a:moveTo>
                  <a:pt x="0" y="0"/>
                </a:moveTo>
                <a:lnTo>
                  <a:pt x="46" y="104"/>
                </a:lnTo>
                <a:lnTo>
                  <a:pt x="161" y="291"/>
                </a:lnTo>
                <a:lnTo>
                  <a:pt x="161" y="374"/>
                </a:lnTo>
                <a:lnTo>
                  <a:pt x="253" y="520"/>
                </a:lnTo>
                <a:lnTo>
                  <a:pt x="299" y="666"/>
                </a:lnTo>
                <a:lnTo>
                  <a:pt x="369" y="708"/>
                </a:lnTo>
                <a:lnTo>
                  <a:pt x="415" y="854"/>
                </a:lnTo>
                <a:lnTo>
                  <a:pt x="415" y="916"/>
                </a:lnTo>
                <a:lnTo>
                  <a:pt x="461" y="999"/>
                </a:lnTo>
                <a:lnTo>
                  <a:pt x="507" y="1145"/>
                </a:lnTo>
                <a:lnTo>
                  <a:pt x="507" y="1187"/>
                </a:lnTo>
                <a:lnTo>
                  <a:pt x="622" y="1333"/>
                </a:lnTo>
                <a:lnTo>
                  <a:pt x="669" y="1479"/>
                </a:lnTo>
                <a:lnTo>
                  <a:pt x="738" y="1520"/>
                </a:lnTo>
                <a:lnTo>
                  <a:pt x="784" y="1666"/>
                </a:lnTo>
                <a:lnTo>
                  <a:pt x="830" y="1770"/>
                </a:lnTo>
                <a:lnTo>
                  <a:pt x="876" y="1916"/>
                </a:lnTo>
                <a:lnTo>
                  <a:pt x="945" y="1999"/>
                </a:lnTo>
                <a:lnTo>
                  <a:pt x="945" y="2104"/>
                </a:lnTo>
                <a:lnTo>
                  <a:pt x="1038" y="2249"/>
                </a:lnTo>
                <a:lnTo>
                  <a:pt x="1107" y="2395"/>
                </a:lnTo>
                <a:lnTo>
                  <a:pt x="1107" y="2479"/>
                </a:lnTo>
                <a:lnTo>
                  <a:pt x="1199" y="2624"/>
                </a:lnTo>
                <a:lnTo>
                  <a:pt x="1245" y="2770"/>
                </a:lnTo>
                <a:lnTo>
                  <a:pt x="1314" y="2916"/>
                </a:lnTo>
                <a:lnTo>
                  <a:pt x="1361" y="3062"/>
                </a:lnTo>
                <a:lnTo>
                  <a:pt x="1407" y="3062"/>
                </a:lnTo>
                <a:lnTo>
                  <a:pt x="1453" y="3208"/>
                </a:lnTo>
                <a:lnTo>
                  <a:pt x="1522" y="3291"/>
                </a:lnTo>
                <a:lnTo>
                  <a:pt x="1568" y="3437"/>
                </a:lnTo>
                <a:lnTo>
                  <a:pt x="1614" y="3541"/>
                </a:lnTo>
                <a:lnTo>
                  <a:pt x="1684" y="3687"/>
                </a:lnTo>
                <a:lnTo>
                  <a:pt x="1730" y="3874"/>
                </a:lnTo>
                <a:lnTo>
                  <a:pt x="1776" y="3958"/>
                </a:lnTo>
                <a:lnTo>
                  <a:pt x="1822" y="4062"/>
                </a:lnTo>
                <a:lnTo>
                  <a:pt x="1891" y="4208"/>
                </a:lnTo>
                <a:lnTo>
                  <a:pt x="1891" y="4249"/>
                </a:lnTo>
                <a:lnTo>
                  <a:pt x="1937" y="4354"/>
                </a:lnTo>
                <a:lnTo>
                  <a:pt x="1983" y="4499"/>
                </a:lnTo>
                <a:lnTo>
                  <a:pt x="2030" y="4583"/>
                </a:lnTo>
                <a:lnTo>
                  <a:pt x="2099" y="4729"/>
                </a:lnTo>
                <a:lnTo>
                  <a:pt x="2191" y="4874"/>
                </a:lnTo>
                <a:lnTo>
                  <a:pt x="2260" y="5020"/>
                </a:lnTo>
                <a:lnTo>
                  <a:pt x="2306" y="5166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1486512" y="3178543"/>
            <a:ext cx="2306" cy="5437"/>
          </a:xfrm>
          <a:custGeom>
            <a:avLst/>
            <a:gdLst/>
            <a:ahLst/>
            <a:cxnLst/>
            <a:rect l="l" t="t" r="r" b="b"/>
            <a:pathLst>
              <a:path w="2306" h="5437">
                <a:moveTo>
                  <a:pt x="0" y="0"/>
                </a:moveTo>
                <a:lnTo>
                  <a:pt x="46" y="145"/>
                </a:lnTo>
                <a:lnTo>
                  <a:pt x="92" y="229"/>
                </a:lnTo>
                <a:lnTo>
                  <a:pt x="161" y="374"/>
                </a:lnTo>
                <a:lnTo>
                  <a:pt x="207" y="479"/>
                </a:lnTo>
                <a:lnTo>
                  <a:pt x="253" y="624"/>
                </a:lnTo>
                <a:lnTo>
                  <a:pt x="369" y="770"/>
                </a:lnTo>
                <a:lnTo>
                  <a:pt x="415" y="958"/>
                </a:lnTo>
                <a:lnTo>
                  <a:pt x="461" y="1104"/>
                </a:lnTo>
                <a:lnTo>
                  <a:pt x="530" y="1249"/>
                </a:lnTo>
                <a:lnTo>
                  <a:pt x="622" y="1437"/>
                </a:lnTo>
                <a:lnTo>
                  <a:pt x="669" y="1583"/>
                </a:lnTo>
                <a:lnTo>
                  <a:pt x="784" y="1770"/>
                </a:lnTo>
                <a:lnTo>
                  <a:pt x="830" y="1916"/>
                </a:lnTo>
                <a:lnTo>
                  <a:pt x="899" y="2062"/>
                </a:lnTo>
                <a:lnTo>
                  <a:pt x="945" y="2249"/>
                </a:lnTo>
                <a:lnTo>
                  <a:pt x="1038" y="2395"/>
                </a:lnTo>
                <a:lnTo>
                  <a:pt x="1107" y="2583"/>
                </a:lnTo>
                <a:lnTo>
                  <a:pt x="1153" y="2729"/>
                </a:lnTo>
                <a:lnTo>
                  <a:pt x="1199" y="2874"/>
                </a:lnTo>
                <a:lnTo>
                  <a:pt x="1268" y="2874"/>
                </a:lnTo>
                <a:lnTo>
                  <a:pt x="1314" y="3062"/>
                </a:lnTo>
                <a:lnTo>
                  <a:pt x="1314" y="3104"/>
                </a:lnTo>
                <a:lnTo>
                  <a:pt x="1407" y="3249"/>
                </a:lnTo>
                <a:lnTo>
                  <a:pt x="1407" y="3333"/>
                </a:lnTo>
                <a:lnTo>
                  <a:pt x="1476" y="3479"/>
                </a:lnTo>
                <a:lnTo>
                  <a:pt x="1522" y="3479"/>
                </a:lnTo>
                <a:lnTo>
                  <a:pt x="1568" y="3624"/>
                </a:lnTo>
                <a:lnTo>
                  <a:pt x="1614" y="3770"/>
                </a:lnTo>
                <a:lnTo>
                  <a:pt x="1684" y="3916"/>
                </a:lnTo>
                <a:lnTo>
                  <a:pt x="1730" y="4062"/>
                </a:lnTo>
                <a:lnTo>
                  <a:pt x="1776" y="4208"/>
                </a:lnTo>
                <a:lnTo>
                  <a:pt x="1845" y="4354"/>
                </a:lnTo>
                <a:lnTo>
                  <a:pt x="1937" y="4541"/>
                </a:lnTo>
                <a:lnTo>
                  <a:pt x="1983" y="4687"/>
                </a:lnTo>
                <a:lnTo>
                  <a:pt x="2053" y="4833"/>
                </a:lnTo>
                <a:lnTo>
                  <a:pt x="2099" y="5020"/>
                </a:lnTo>
                <a:lnTo>
                  <a:pt x="2145" y="5062"/>
                </a:lnTo>
                <a:lnTo>
                  <a:pt x="2191" y="5208"/>
                </a:lnTo>
                <a:lnTo>
                  <a:pt x="2260" y="5354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1488819" y="3183981"/>
            <a:ext cx="2306" cy="5833"/>
          </a:xfrm>
          <a:custGeom>
            <a:avLst/>
            <a:gdLst/>
            <a:ahLst/>
            <a:cxnLst/>
            <a:rect l="l" t="t" r="r" b="b"/>
            <a:pathLst>
              <a:path w="2306" h="5833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61" y="437"/>
                </a:lnTo>
                <a:lnTo>
                  <a:pt x="207" y="541"/>
                </a:lnTo>
                <a:lnTo>
                  <a:pt x="253" y="666"/>
                </a:lnTo>
                <a:lnTo>
                  <a:pt x="322" y="812"/>
                </a:lnTo>
                <a:lnTo>
                  <a:pt x="369" y="958"/>
                </a:lnTo>
                <a:lnTo>
                  <a:pt x="415" y="1104"/>
                </a:lnTo>
                <a:lnTo>
                  <a:pt x="484" y="1249"/>
                </a:lnTo>
                <a:lnTo>
                  <a:pt x="530" y="1395"/>
                </a:lnTo>
                <a:lnTo>
                  <a:pt x="622" y="1541"/>
                </a:lnTo>
                <a:lnTo>
                  <a:pt x="692" y="1687"/>
                </a:lnTo>
                <a:lnTo>
                  <a:pt x="738" y="1833"/>
                </a:lnTo>
                <a:lnTo>
                  <a:pt x="784" y="1958"/>
                </a:lnTo>
                <a:lnTo>
                  <a:pt x="830" y="2104"/>
                </a:lnTo>
                <a:lnTo>
                  <a:pt x="899" y="2249"/>
                </a:lnTo>
                <a:lnTo>
                  <a:pt x="945" y="2395"/>
                </a:lnTo>
                <a:lnTo>
                  <a:pt x="991" y="2499"/>
                </a:lnTo>
                <a:lnTo>
                  <a:pt x="1061" y="2624"/>
                </a:lnTo>
                <a:lnTo>
                  <a:pt x="1107" y="2770"/>
                </a:lnTo>
                <a:lnTo>
                  <a:pt x="1153" y="2916"/>
                </a:lnTo>
                <a:lnTo>
                  <a:pt x="1199" y="3062"/>
                </a:lnTo>
                <a:lnTo>
                  <a:pt x="1268" y="3166"/>
                </a:lnTo>
                <a:lnTo>
                  <a:pt x="1314" y="3312"/>
                </a:lnTo>
                <a:lnTo>
                  <a:pt x="1361" y="3499"/>
                </a:lnTo>
                <a:lnTo>
                  <a:pt x="1407" y="3645"/>
                </a:lnTo>
                <a:lnTo>
                  <a:pt x="1476" y="3687"/>
                </a:lnTo>
                <a:lnTo>
                  <a:pt x="1522" y="3833"/>
                </a:lnTo>
                <a:lnTo>
                  <a:pt x="1568" y="3979"/>
                </a:lnTo>
                <a:lnTo>
                  <a:pt x="1637" y="4124"/>
                </a:lnTo>
                <a:lnTo>
                  <a:pt x="1684" y="4312"/>
                </a:lnTo>
                <a:lnTo>
                  <a:pt x="1776" y="4458"/>
                </a:lnTo>
                <a:lnTo>
                  <a:pt x="1845" y="4604"/>
                </a:lnTo>
                <a:lnTo>
                  <a:pt x="1891" y="4791"/>
                </a:lnTo>
                <a:lnTo>
                  <a:pt x="1937" y="4937"/>
                </a:lnTo>
                <a:lnTo>
                  <a:pt x="2007" y="5124"/>
                </a:lnTo>
                <a:lnTo>
                  <a:pt x="2099" y="5270"/>
                </a:lnTo>
                <a:lnTo>
                  <a:pt x="2145" y="5416"/>
                </a:lnTo>
                <a:lnTo>
                  <a:pt x="2214" y="5604"/>
                </a:lnTo>
                <a:lnTo>
                  <a:pt x="2260" y="5749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1491126" y="3189814"/>
            <a:ext cx="2306" cy="6062"/>
          </a:xfrm>
          <a:custGeom>
            <a:avLst/>
            <a:gdLst/>
            <a:ahLst/>
            <a:cxnLst/>
            <a:rect l="l" t="t" r="r" b="b"/>
            <a:pathLst>
              <a:path w="2306" h="6062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61" y="437"/>
                </a:lnTo>
                <a:lnTo>
                  <a:pt x="207" y="583"/>
                </a:lnTo>
                <a:lnTo>
                  <a:pt x="276" y="729"/>
                </a:lnTo>
                <a:lnTo>
                  <a:pt x="369" y="916"/>
                </a:lnTo>
                <a:lnTo>
                  <a:pt x="369" y="1062"/>
                </a:lnTo>
                <a:lnTo>
                  <a:pt x="484" y="1249"/>
                </a:lnTo>
                <a:lnTo>
                  <a:pt x="530" y="1395"/>
                </a:lnTo>
                <a:lnTo>
                  <a:pt x="576" y="1541"/>
                </a:lnTo>
                <a:lnTo>
                  <a:pt x="645" y="1729"/>
                </a:lnTo>
                <a:lnTo>
                  <a:pt x="692" y="1874"/>
                </a:lnTo>
                <a:lnTo>
                  <a:pt x="784" y="2062"/>
                </a:lnTo>
                <a:lnTo>
                  <a:pt x="853" y="2208"/>
                </a:lnTo>
                <a:lnTo>
                  <a:pt x="899" y="2354"/>
                </a:lnTo>
                <a:lnTo>
                  <a:pt x="945" y="2541"/>
                </a:lnTo>
                <a:lnTo>
                  <a:pt x="991" y="2687"/>
                </a:lnTo>
                <a:lnTo>
                  <a:pt x="1107" y="2874"/>
                </a:lnTo>
                <a:lnTo>
                  <a:pt x="1153" y="3020"/>
                </a:lnTo>
                <a:lnTo>
                  <a:pt x="1222" y="3166"/>
                </a:lnTo>
                <a:lnTo>
                  <a:pt x="1268" y="3354"/>
                </a:lnTo>
                <a:lnTo>
                  <a:pt x="1314" y="3499"/>
                </a:lnTo>
                <a:lnTo>
                  <a:pt x="1430" y="3687"/>
                </a:lnTo>
                <a:lnTo>
                  <a:pt x="1430" y="3833"/>
                </a:lnTo>
                <a:lnTo>
                  <a:pt x="1522" y="4020"/>
                </a:lnTo>
                <a:lnTo>
                  <a:pt x="1568" y="4166"/>
                </a:lnTo>
                <a:lnTo>
                  <a:pt x="1637" y="4312"/>
                </a:lnTo>
                <a:lnTo>
                  <a:pt x="1684" y="4499"/>
                </a:lnTo>
                <a:lnTo>
                  <a:pt x="1730" y="4645"/>
                </a:lnTo>
                <a:lnTo>
                  <a:pt x="1845" y="4833"/>
                </a:lnTo>
                <a:lnTo>
                  <a:pt x="1891" y="4979"/>
                </a:lnTo>
                <a:lnTo>
                  <a:pt x="1937" y="5124"/>
                </a:lnTo>
                <a:lnTo>
                  <a:pt x="2007" y="5312"/>
                </a:lnTo>
                <a:lnTo>
                  <a:pt x="2053" y="5458"/>
                </a:lnTo>
                <a:lnTo>
                  <a:pt x="2099" y="5645"/>
                </a:lnTo>
                <a:lnTo>
                  <a:pt x="2168" y="5791"/>
                </a:lnTo>
                <a:lnTo>
                  <a:pt x="2214" y="593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1493433" y="3195876"/>
            <a:ext cx="2260" cy="6416"/>
          </a:xfrm>
          <a:custGeom>
            <a:avLst/>
            <a:gdLst/>
            <a:ahLst/>
            <a:cxnLst/>
            <a:rect l="l" t="t" r="r" b="b"/>
            <a:pathLst>
              <a:path w="2260" h="6416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583"/>
                </a:lnTo>
                <a:lnTo>
                  <a:pt x="207" y="729"/>
                </a:lnTo>
                <a:lnTo>
                  <a:pt x="276" y="874"/>
                </a:lnTo>
                <a:lnTo>
                  <a:pt x="322" y="1020"/>
                </a:lnTo>
                <a:lnTo>
                  <a:pt x="438" y="1208"/>
                </a:lnTo>
                <a:lnTo>
                  <a:pt x="484" y="1354"/>
                </a:lnTo>
                <a:lnTo>
                  <a:pt x="530" y="1541"/>
                </a:lnTo>
                <a:lnTo>
                  <a:pt x="576" y="1687"/>
                </a:lnTo>
                <a:lnTo>
                  <a:pt x="645" y="1833"/>
                </a:lnTo>
                <a:lnTo>
                  <a:pt x="692" y="2020"/>
                </a:lnTo>
                <a:lnTo>
                  <a:pt x="738" y="2166"/>
                </a:lnTo>
                <a:lnTo>
                  <a:pt x="853" y="2354"/>
                </a:lnTo>
                <a:lnTo>
                  <a:pt x="899" y="2499"/>
                </a:lnTo>
                <a:lnTo>
                  <a:pt x="945" y="2645"/>
                </a:lnTo>
                <a:lnTo>
                  <a:pt x="1015" y="2833"/>
                </a:lnTo>
                <a:lnTo>
                  <a:pt x="1061" y="2979"/>
                </a:lnTo>
                <a:lnTo>
                  <a:pt x="1107" y="3166"/>
                </a:lnTo>
                <a:lnTo>
                  <a:pt x="1153" y="3312"/>
                </a:lnTo>
                <a:lnTo>
                  <a:pt x="1222" y="3458"/>
                </a:lnTo>
                <a:lnTo>
                  <a:pt x="1268" y="3645"/>
                </a:lnTo>
                <a:lnTo>
                  <a:pt x="1314" y="3791"/>
                </a:lnTo>
                <a:lnTo>
                  <a:pt x="1430" y="3979"/>
                </a:lnTo>
                <a:lnTo>
                  <a:pt x="1476" y="4124"/>
                </a:lnTo>
                <a:lnTo>
                  <a:pt x="1522" y="4270"/>
                </a:lnTo>
                <a:lnTo>
                  <a:pt x="1591" y="4458"/>
                </a:lnTo>
                <a:lnTo>
                  <a:pt x="1637" y="4604"/>
                </a:lnTo>
                <a:lnTo>
                  <a:pt x="1684" y="4791"/>
                </a:lnTo>
                <a:lnTo>
                  <a:pt x="1730" y="4937"/>
                </a:lnTo>
                <a:lnTo>
                  <a:pt x="1799" y="5124"/>
                </a:lnTo>
                <a:lnTo>
                  <a:pt x="1845" y="5270"/>
                </a:lnTo>
                <a:lnTo>
                  <a:pt x="1891" y="5416"/>
                </a:lnTo>
                <a:lnTo>
                  <a:pt x="2007" y="5604"/>
                </a:lnTo>
                <a:lnTo>
                  <a:pt x="2053" y="5749"/>
                </a:lnTo>
                <a:lnTo>
                  <a:pt x="2099" y="5937"/>
                </a:lnTo>
                <a:lnTo>
                  <a:pt x="2168" y="6083"/>
                </a:lnTo>
                <a:lnTo>
                  <a:pt x="2214" y="6229"/>
                </a:lnTo>
                <a:lnTo>
                  <a:pt x="2260" y="6416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1495694" y="3202293"/>
            <a:ext cx="2306" cy="6729"/>
          </a:xfrm>
          <a:custGeom>
            <a:avLst/>
            <a:gdLst/>
            <a:ahLst/>
            <a:cxnLst/>
            <a:rect l="l" t="t" r="r" b="b"/>
            <a:pathLst>
              <a:path w="2306" h="6729">
                <a:moveTo>
                  <a:pt x="0" y="0"/>
                </a:moveTo>
                <a:lnTo>
                  <a:pt x="69" y="145"/>
                </a:lnTo>
                <a:lnTo>
                  <a:pt x="115" y="333"/>
                </a:lnTo>
                <a:lnTo>
                  <a:pt x="161" y="479"/>
                </a:lnTo>
                <a:lnTo>
                  <a:pt x="207" y="624"/>
                </a:lnTo>
                <a:lnTo>
                  <a:pt x="322" y="812"/>
                </a:lnTo>
                <a:lnTo>
                  <a:pt x="322" y="958"/>
                </a:lnTo>
                <a:lnTo>
                  <a:pt x="415" y="1145"/>
                </a:lnTo>
                <a:lnTo>
                  <a:pt x="484" y="1291"/>
                </a:lnTo>
                <a:lnTo>
                  <a:pt x="530" y="1437"/>
                </a:lnTo>
                <a:lnTo>
                  <a:pt x="576" y="1624"/>
                </a:lnTo>
                <a:lnTo>
                  <a:pt x="645" y="1770"/>
                </a:lnTo>
                <a:lnTo>
                  <a:pt x="692" y="1958"/>
                </a:lnTo>
                <a:lnTo>
                  <a:pt x="738" y="2104"/>
                </a:lnTo>
                <a:lnTo>
                  <a:pt x="784" y="2291"/>
                </a:lnTo>
                <a:lnTo>
                  <a:pt x="853" y="2437"/>
                </a:lnTo>
                <a:lnTo>
                  <a:pt x="899" y="2583"/>
                </a:lnTo>
                <a:lnTo>
                  <a:pt x="1015" y="2770"/>
                </a:lnTo>
                <a:lnTo>
                  <a:pt x="1015" y="2916"/>
                </a:lnTo>
                <a:lnTo>
                  <a:pt x="1107" y="3104"/>
                </a:lnTo>
                <a:lnTo>
                  <a:pt x="1153" y="3249"/>
                </a:lnTo>
                <a:lnTo>
                  <a:pt x="1222" y="3395"/>
                </a:lnTo>
                <a:lnTo>
                  <a:pt x="1268" y="3583"/>
                </a:lnTo>
                <a:lnTo>
                  <a:pt x="1314" y="3729"/>
                </a:lnTo>
                <a:lnTo>
                  <a:pt x="1361" y="3916"/>
                </a:lnTo>
                <a:lnTo>
                  <a:pt x="1430" y="4062"/>
                </a:lnTo>
                <a:lnTo>
                  <a:pt x="1476" y="4208"/>
                </a:lnTo>
                <a:lnTo>
                  <a:pt x="1522" y="4395"/>
                </a:lnTo>
                <a:lnTo>
                  <a:pt x="1591" y="4541"/>
                </a:lnTo>
                <a:lnTo>
                  <a:pt x="1637" y="4729"/>
                </a:lnTo>
                <a:lnTo>
                  <a:pt x="1684" y="4874"/>
                </a:lnTo>
                <a:lnTo>
                  <a:pt x="1730" y="5020"/>
                </a:lnTo>
                <a:lnTo>
                  <a:pt x="1799" y="5208"/>
                </a:lnTo>
                <a:lnTo>
                  <a:pt x="1845" y="5354"/>
                </a:lnTo>
                <a:lnTo>
                  <a:pt x="1891" y="5541"/>
                </a:lnTo>
                <a:lnTo>
                  <a:pt x="1937" y="5687"/>
                </a:lnTo>
                <a:lnTo>
                  <a:pt x="2053" y="5874"/>
                </a:lnTo>
                <a:lnTo>
                  <a:pt x="2053" y="6020"/>
                </a:lnTo>
                <a:lnTo>
                  <a:pt x="2099" y="6166"/>
                </a:lnTo>
                <a:lnTo>
                  <a:pt x="2214" y="6354"/>
                </a:lnTo>
                <a:lnTo>
                  <a:pt x="2260" y="6499"/>
                </a:lnTo>
                <a:lnTo>
                  <a:pt x="2306" y="668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1498001" y="3209022"/>
            <a:ext cx="2329" cy="6979"/>
          </a:xfrm>
          <a:custGeom>
            <a:avLst/>
            <a:gdLst/>
            <a:ahLst/>
            <a:cxnLst/>
            <a:rect l="l" t="t" r="r" b="b"/>
            <a:pathLst>
              <a:path w="2329" h="6979">
                <a:moveTo>
                  <a:pt x="0" y="0"/>
                </a:moveTo>
                <a:lnTo>
                  <a:pt x="69" y="145"/>
                </a:lnTo>
                <a:lnTo>
                  <a:pt x="115" y="291"/>
                </a:lnTo>
                <a:lnTo>
                  <a:pt x="161" y="437"/>
                </a:lnTo>
                <a:lnTo>
                  <a:pt x="230" y="583"/>
                </a:lnTo>
                <a:lnTo>
                  <a:pt x="276" y="770"/>
                </a:lnTo>
                <a:lnTo>
                  <a:pt x="322" y="916"/>
                </a:lnTo>
                <a:lnTo>
                  <a:pt x="369" y="1062"/>
                </a:lnTo>
                <a:lnTo>
                  <a:pt x="438" y="1249"/>
                </a:lnTo>
                <a:lnTo>
                  <a:pt x="484" y="1395"/>
                </a:lnTo>
                <a:lnTo>
                  <a:pt x="530" y="1583"/>
                </a:lnTo>
                <a:lnTo>
                  <a:pt x="576" y="1729"/>
                </a:lnTo>
                <a:lnTo>
                  <a:pt x="645" y="1874"/>
                </a:lnTo>
                <a:lnTo>
                  <a:pt x="692" y="2062"/>
                </a:lnTo>
                <a:lnTo>
                  <a:pt x="738" y="2208"/>
                </a:lnTo>
                <a:lnTo>
                  <a:pt x="807" y="2395"/>
                </a:lnTo>
                <a:lnTo>
                  <a:pt x="853" y="2541"/>
                </a:lnTo>
                <a:lnTo>
                  <a:pt x="899" y="2729"/>
                </a:lnTo>
                <a:lnTo>
                  <a:pt x="945" y="2874"/>
                </a:lnTo>
                <a:lnTo>
                  <a:pt x="1015" y="3020"/>
                </a:lnTo>
                <a:lnTo>
                  <a:pt x="1061" y="3208"/>
                </a:lnTo>
                <a:lnTo>
                  <a:pt x="1107" y="3354"/>
                </a:lnTo>
                <a:lnTo>
                  <a:pt x="1222" y="3541"/>
                </a:lnTo>
                <a:lnTo>
                  <a:pt x="1222" y="3687"/>
                </a:lnTo>
                <a:lnTo>
                  <a:pt x="1268" y="3833"/>
                </a:lnTo>
                <a:lnTo>
                  <a:pt x="1314" y="4020"/>
                </a:lnTo>
                <a:lnTo>
                  <a:pt x="1384" y="4166"/>
                </a:lnTo>
                <a:lnTo>
                  <a:pt x="1476" y="4354"/>
                </a:lnTo>
                <a:lnTo>
                  <a:pt x="1476" y="4499"/>
                </a:lnTo>
                <a:lnTo>
                  <a:pt x="1522" y="4645"/>
                </a:lnTo>
                <a:lnTo>
                  <a:pt x="1591" y="4833"/>
                </a:lnTo>
                <a:lnTo>
                  <a:pt x="1637" y="4979"/>
                </a:lnTo>
                <a:lnTo>
                  <a:pt x="1753" y="5166"/>
                </a:lnTo>
                <a:lnTo>
                  <a:pt x="1799" y="5312"/>
                </a:lnTo>
                <a:lnTo>
                  <a:pt x="1799" y="5458"/>
                </a:lnTo>
                <a:lnTo>
                  <a:pt x="1845" y="5645"/>
                </a:lnTo>
                <a:lnTo>
                  <a:pt x="1891" y="5791"/>
                </a:lnTo>
                <a:lnTo>
                  <a:pt x="2007" y="5979"/>
                </a:lnTo>
                <a:lnTo>
                  <a:pt x="2053" y="6124"/>
                </a:lnTo>
                <a:lnTo>
                  <a:pt x="2099" y="6312"/>
                </a:lnTo>
                <a:lnTo>
                  <a:pt x="2168" y="6458"/>
                </a:lnTo>
                <a:lnTo>
                  <a:pt x="2168" y="6604"/>
                </a:lnTo>
                <a:lnTo>
                  <a:pt x="2260" y="6791"/>
                </a:lnTo>
                <a:lnTo>
                  <a:pt x="2260" y="693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1500331" y="3216001"/>
            <a:ext cx="2306" cy="7312"/>
          </a:xfrm>
          <a:custGeom>
            <a:avLst/>
            <a:gdLst/>
            <a:ahLst/>
            <a:cxnLst/>
            <a:rect l="l" t="t" r="r" b="b"/>
            <a:pathLst>
              <a:path w="2306" h="7312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92" y="437"/>
                </a:lnTo>
                <a:lnTo>
                  <a:pt x="207" y="624"/>
                </a:lnTo>
                <a:lnTo>
                  <a:pt x="207" y="770"/>
                </a:lnTo>
                <a:lnTo>
                  <a:pt x="299" y="958"/>
                </a:lnTo>
                <a:lnTo>
                  <a:pt x="299" y="1104"/>
                </a:lnTo>
                <a:lnTo>
                  <a:pt x="369" y="1249"/>
                </a:lnTo>
                <a:lnTo>
                  <a:pt x="415" y="1437"/>
                </a:lnTo>
                <a:lnTo>
                  <a:pt x="461" y="1583"/>
                </a:lnTo>
                <a:lnTo>
                  <a:pt x="576" y="1770"/>
                </a:lnTo>
                <a:lnTo>
                  <a:pt x="622" y="1916"/>
                </a:lnTo>
                <a:lnTo>
                  <a:pt x="622" y="2062"/>
                </a:lnTo>
                <a:lnTo>
                  <a:pt x="669" y="2249"/>
                </a:lnTo>
                <a:lnTo>
                  <a:pt x="715" y="2395"/>
                </a:lnTo>
                <a:lnTo>
                  <a:pt x="784" y="2583"/>
                </a:lnTo>
                <a:lnTo>
                  <a:pt x="830" y="2729"/>
                </a:lnTo>
                <a:lnTo>
                  <a:pt x="876" y="2916"/>
                </a:lnTo>
                <a:lnTo>
                  <a:pt x="945" y="3062"/>
                </a:lnTo>
                <a:lnTo>
                  <a:pt x="991" y="3208"/>
                </a:lnTo>
                <a:lnTo>
                  <a:pt x="1038" y="3395"/>
                </a:lnTo>
                <a:lnTo>
                  <a:pt x="1084" y="3541"/>
                </a:lnTo>
                <a:lnTo>
                  <a:pt x="1153" y="3729"/>
                </a:lnTo>
                <a:lnTo>
                  <a:pt x="1199" y="3874"/>
                </a:lnTo>
                <a:lnTo>
                  <a:pt x="1245" y="4020"/>
                </a:lnTo>
                <a:lnTo>
                  <a:pt x="1291" y="4208"/>
                </a:lnTo>
                <a:lnTo>
                  <a:pt x="1361" y="4354"/>
                </a:lnTo>
                <a:lnTo>
                  <a:pt x="1407" y="4541"/>
                </a:lnTo>
                <a:lnTo>
                  <a:pt x="1453" y="4687"/>
                </a:lnTo>
                <a:lnTo>
                  <a:pt x="1522" y="4833"/>
                </a:lnTo>
                <a:lnTo>
                  <a:pt x="1568" y="5020"/>
                </a:lnTo>
                <a:lnTo>
                  <a:pt x="1614" y="5166"/>
                </a:lnTo>
                <a:lnTo>
                  <a:pt x="1660" y="5354"/>
                </a:lnTo>
                <a:lnTo>
                  <a:pt x="1730" y="5499"/>
                </a:lnTo>
                <a:lnTo>
                  <a:pt x="1776" y="5645"/>
                </a:lnTo>
                <a:lnTo>
                  <a:pt x="1822" y="5833"/>
                </a:lnTo>
                <a:lnTo>
                  <a:pt x="1891" y="5979"/>
                </a:lnTo>
                <a:lnTo>
                  <a:pt x="1937" y="6166"/>
                </a:lnTo>
                <a:lnTo>
                  <a:pt x="1983" y="6312"/>
                </a:lnTo>
                <a:lnTo>
                  <a:pt x="2030" y="6499"/>
                </a:lnTo>
                <a:lnTo>
                  <a:pt x="2099" y="6645"/>
                </a:lnTo>
                <a:lnTo>
                  <a:pt x="2145" y="6791"/>
                </a:lnTo>
                <a:lnTo>
                  <a:pt x="2191" y="6979"/>
                </a:lnTo>
                <a:lnTo>
                  <a:pt x="2237" y="7124"/>
                </a:lnTo>
                <a:lnTo>
                  <a:pt x="2306" y="7312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1502637" y="3223314"/>
            <a:ext cx="2260" cy="7541"/>
          </a:xfrm>
          <a:custGeom>
            <a:avLst/>
            <a:gdLst/>
            <a:ahLst/>
            <a:cxnLst/>
            <a:rect l="l" t="t" r="r" b="b"/>
            <a:pathLst>
              <a:path w="2260" h="7541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79"/>
                </a:lnTo>
                <a:lnTo>
                  <a:pt x="161" y="624"/>
                </a:lnTo>
                <a:lnTo>
                  <a:pt x="207" y="812"/>
                </a:lnTo>
                <a:lnTo>
                  <a:pt x="253" y="958"/>
                </a:lnTo>
                <a:lnTo>
                  <a:pt x="299" y="1104"/>
                </a:lnTo>
                <a:lnTo>
                  <a:pt x="369" y="1291"/>
                </a:lnTo>
                <a:lnTo>
                  <a:pt x="415" y="1437"/>
                </a:lnTo>
                <a:lnTo>
                  <a:pt x="461" y="1624"/>
                </a:lnTo>
                <a:lnTo>
                  <a:pt x="530" y="1770"/>
                </a:lnTo>
                <a:lnTo>
                  <a:pt x="576" y="1916"/>
                </a:lnTo>
                <a:lnTo>
                  <a:pt x="622" y="2104"/>
                </a:lnTo>
                <a:lnTo>
                  <a:pt x="669" y="2249"/>
                </a:lnTo>
                <a:lnTo>
                  <a:pt x="738" y="2437"/>
                </a:lnTo>
                <a:lnTo>
                  <a:pt x="784" y="2583"/>
                </a:lnTo>
                <a:lnTo>
                  <a:pt x="830" y="2770"/>
                </a:lnTo>
                <a:lnTo>
                  <a:pt x="876" y="2916"/>
                </a:lnTo>
                <a:lnTo>
                  <a:pt x="945" y="3062"/>
                </a:lnTo>
                <a:lnTo>
                  <a:pt x="991" y="3249"/>
                </a:lnTo>
                <a:lnTo>
                  <a:pt x="1038" y="3395"/>
                </a:lnTo>
                <a:lnTo>
                  <a:pt x="1107" y="3583"/>
                </a:lnTo>
                <a:lnTo>
                  <a:pt x="1107" y="3729"/>
                </a:lnTo>
                <a:lnTo>
                  <a:pt x="1153" y="3874"/>
                </a:lnTo>
                <a:lnTo>
                  <a:pt x="1199" y="4062"/>
                </a:lnTo>
                <a:lnTo>
                  <a:pt x="1245" y="4208"/>
                </a:lnTo>
                <a:lnTo>
                  <a:pt x="1314" y="4395"/>
                </a:lnTo>
                <a:lnTo>
                  <a:pt x="1361" y="4541"/>
                </a:lnTo>
                <a:lnTo>
                  <a:pt x="1407" y="4687"/>
                </a:lnTo>
                <a:lnTo>
                  <a:pt x="1453" y="4874"/>
                </a:lnTo>
                <a:lnTo>
                  <a:pt x="1522" y="5020"/>
                </a:lnTo>
                <a:lnTo>
                  <a:pt x="1568" y="5208"/>
                </a:lnTo>
                <a:lnTo>
                  <a:pt x="1614" y="5354"/>
                </a:lnTo>
                <a:lnTo>
                  <a:pt x="1684" y="5499"/>
                </a:lnTo>
                <a:lnTo>
                  <a:pt x="1730" y="5687"/>
                </a:lnTo>
                <a:lnTo>
                  <a:pt x="1776" y="5833"/>
                </a:lnTo>
                <a:lnTo>
                  <a:pt x="1822" y="6020"/>
                </a:lnTo>
                <a:lnTo>
                  <a:pt x="1822" y="6166"/>
                </a:lnTo>
                <a:lnTo>
                  <a:pt x="1937" y="6354"/>
                </a:lnTo>
                <a:lnTo>
                  <a:pt x="1937" y="6499"/>
                </a:lnTo>
                <a:lnTo>
                  <a:pt x="1983" y="6645"/>
                </a:lnTo>
                <a:lnTo>
                  <a:pt x="2053" y="6833"/>
                </a:lnTo>
                <a:lnTo>
                  <a:pt x="2099" y="6979"/>
                </a:lnTo>
                <a:lnTo>
                  <a:pt x="2145" y="7166"/>
                </a:lnTo>
                <a:lnTo>
                  <a:pt x="2191" y="7312"/>
                </a:lnTo>
                <a:lnTo>
                  <a:pt x="2260" y="745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1504898" y="3230855"/>
            <a:ext cx="2306" cy="7833"/>
          </a:xfrm>
          <a:custGeom>
            <a:avLst/>
            <a:gdLst/>
            <a:ahLst/>
            <a:cxnLst/>
            <a:rect l="l" t="t" r="r" b="b"/>
            <a:pathLst>
              <a:path w="2306" h="7833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138" y="437"/>
                </a:lnTo>
                <a:lnTo>
                  <a:pt x="207" y="583"/>
                </a:lnTo>
                <a:lnTo>
                  <a:pt x="253" y="729"/>
                </a:lnTo>
                <a:lnTo>
                  <a:pt x="299" y="916"/>
                </a:lnTo>
                <a:lnTo>
                  <a:pt x="299" y="1062"/>
                </a:lnTo>
                <a:lnTo>
                  <a:pt x="369" y="1249"/>
                </a:lnTo>
                <a:lnTo>
                  <a:pt x="415" y="1395"/>
                </a:lnTo>
                <a:lnTo>
                  <a:pt x="461" y="1541"/>
                </a:lnTo>
                <a:lnTo>
                  <a:pt x="507" y="1729"/>
                </a:lnTo>
                <a:lnTo>
                  <a:pt x="576" y="1874"/>
                </a:lnTo>
                <a:lnTo>
                  <a:pt x="622" y="2062"/>
                </a:lnTo>
                <a:lnTo>
                  <a:pt x="669" y="2208"/>
                </a:lnTo>
                <a:lnTo>
                  <a:pt x="738" y="2395"/>
                </a:lnTo>
                <a:lnTo>
                  <a:pt x="784" y="2541"/>
                </a:lnTo>
                <a:lnTo>
                  <a:pt x="830" y="2687"/>
                </a:lnTo>
                <a:lnTo>
                  <a:pt x="876" y="2874"/>
                </a:lnTo>
                <a:lnTo>
                  <a:pt x="945" y="3020"/>
                </a:lnTo>
                <a:lnTo>
                  <a:pt x="945" y="3208"/>
                </a:lnTo>
                <a:lnTo>
                  <a:pt x="991" y="3354"/>
                </a:lnTo>
                <a:lnTo>
                  <a:pt x="1038" y="3499"/>
                </a:lnTo>
                <a:lnTo>
                  <a:pt x="1084" y="3687"/>
                </a:lnTo>
                <a:lnTo>
                  <a:pt x="1153" y="3833"/>
                </a:lnTo>
                <a:lnTo>
                  <a:pt x="1199" y="4020"/>
                </a:lnTo>
                <a:lnTo>
                  <a:pt x="1245" y="4166"/>
                </a:lnTo>
                <a:lnTo>
                  <a:pt x="1314" y="4312"/>
                </a:lnTo>
                <a:lnTo>
                  <a:pt x="1361" y="4499"/>
                </a:lnTo>
                <a:lnTo>
                  <a:pt x="1407" y="4645"/>
                </a:lnTo>
                <a:lnTo>
                  <a:pt x="1453" y="4833"/>
                </a:lnTo>
                <a:lnTo>
                  <a:pt x="1453" y="4979"/>
                </a:lnTo>
                <a:lnTo>
                  <a:pt x="1522" y="5124"/>
                </a:lnTo>
                <a:lnTo>
                  <a:pt x="1568" y="5312"/>
                </a:lnTo>
                <a:lnTo>
                  <a:pt x="1614" y="5458"/>
                </a:lnTo>
                <a:lnTo>
                  <a:pt x="1660" y="5645"/>
                </a:lnTo>
                <a:lnTo>
                  <a:pt x="1730" y="5791"/>
                </a:lnTo>
                <a:lnTo>
                  <a:pt x="1776" y="5979"/>
                </a:lnTo>
                <a:lnTo>
                  <a:pt x="1822" y="6124"/>
                </a:lnTo>
                <a:lnTo>
                  <a:pt x="1891" y="6270"/>
                </a:lnTo>
                <a:lnTo>
                  <a:pt x="1937" y="6458"/>
                </a:lnTo>
                <a:lnTo>
                  <a:pt x="1937" y="6604"/>
                </a:lnTo>
                <a:lnTo>
                  <a:pt x="1983" y="6791"/>
                </a:lnTo>
                <a:lnTo>
                  <a:pt x="2030" y="6937"/>
                </a:lnTo>
                <a:lnTo>
                  <a:pt x="2099" y="7083"/>
                </a:lnTo>
                <a:lnTo>
                  <a:pt x="2145" y="7270"/>
                </a:lnTo>
                <a:lnTo>
                  <a:pt x="2191" y="7416"/>
                </a:lnTo>
                <a:lnTo>
                  <a:pt x="2260" y="7604"/>
                </a:lnTo>
                <a:lnTo>
                  <a:pt x="2306" y="774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1507205" y="3238688"/>
            <a:ext cx="2306" cy="8083"/>
          </a:xfrm>
          <a:custGeom>
            <a:avLst/>
            <a:gdLst/>
            <a:ahLst/>
            <a:cxnLst/>
            <a:rect l="l" t="t" r="r" b="b"/>
            <a:pathLst>
              <a:path w="2306" h="8083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161" y="437"/>
                </a:lnTo>
                <a:lnTo>
                  <a:pt x="161" y="583"/>
                </a:lnTo>
                <a:lnTo>
                  <a:pt x="207" y="729"/>
                </a:lnTo>
                <a:lnTo>
                  <a:pt x="253" y="874"/>
                </a:lnTo>
                <a:lnTo>
                  <a:pt x="299" y="1062"/>
                </a:lnTo>
                <a:lnTo>
                  <a:pt x="369" y="1208"/>
                </a:lnTo>
                <a:lnTo>
                  <a:pt x="415" y="1395"/>
                </a:lnTo>
                <a:lnTo>
                  <a:pt x="461" y="1541"/>
                </a:lnTo>
                <a:lnTo>
                  <a:pt x="530" y="1729"/>
                </a:lnTo>
                <a:lnTo>
                  <a:pt x="576" y="1874"/>
                </a:lnTo>
                <a:lnTo>
                  <a:pt x="576" y="2020"/>
                </a:lnTo>
                <a:lnTo>
                  <a:pt x="622" y="2208"/>
                </a:lnTo>
                <a:lnTo>
                  <a:pt x="669" y="2354"/>
                </a:lnTo>
                <a:lnTo>
                  <a:pt x="738" y="2541"/>
                </a:lnTo>
                <a:lnTo>
                  <a:pt x="784" y="2687"/>
                </a:lnTo>
                <a:lnTo>
                  <a:pt x="830" y="2833"/>
                </a:lnTo>
                <a:lnTo>
                  <a:pt x="876" y="3020"/>
                </a:lnTo>
                <a:lnTo>
                  <a:pt x="945" y="3166"/>
                </a:lnTo>
                <a:lnTo>
                  <a:pt x="945" y="3354"/>
                </a:lnTo>
                <a:lnTo>
                  <a:pt x="991" y="3499"/>
                </a:lnTo>
                <a:lnTo>
                  <a:pt x="1038" y="3645"/>
                </a:lnTo>
                <a:lnTo>
                  <a:pt x="1107" y="3833"/>
                </a:lnTo>
                <a:lnTo>
                  <a:pt x="1153" y="3979"/>
                </a:lnTo>
                <a:lnTo>
                  <a:pt x="1199" y="4166"/>
                </a:lnTo>
                <a:lnTo>
                  <a:pt x="1245" y="4312"/>
                </a:lnTo>
                <a:lnTo>
                  <a:pt x="1245" y="4458"/>
                </a:lnTo>
                <a:lnTo>
                  <a:pt x="1314" y="4645"/>
                </a:lnTo>
                <a:lnTo>
                  <a:pt x="1361" y="4791"/>
                </a:lnTo>
                <a:lnTo>
                  <a:pt x="1407" y="4979"/>
                </a:lnTo>
                <a:lnTo>
                  <a:pt x="1476" y="5124"/>
                </a:lnTo>
                <a:lnTo>
                  <a:pt x="1522" y="5312"/>
                </a:lnTo>
                <a:lnTo>
                  <a:pt x="1568" y="5458"/>
                </a:lnTo>
                <a:lnTo>
                  <a:pt x="1614" y="5604"/>
                </a:lnTo>
                <a:lnTo>
                  <a:pt x="1684" y="5791"/>
                </a:lnTo>
                <a:lnTo>
                  <a:pt x="1730" y="5937"/>
                </a:lnTo>
                <a:lnTo>
                  <a:pt x="1730" y="6124"/>
                </a:lnTo>
                <a:lnTo>
                  <a:pt x="1776" y="6270"/>
                </a:lnTo>
                <a:lnTo>
                  <a:pt x="1822" y="6416"/>
                </a:lnTo>
                <a:lnTo>
                  <a:pt x="1891" y="6604"/>
                </a:lnTo>
                <a:lnTo>
                  <a:pt x="1937" y="6749"/>
                </a:lnTo>
                <a:lnTo>
                  <a:pt x="1983" y="6937"/>
                </a:lnTo>
                <a:lnTo>
                  <a:pt x="2053" y="7083"/>
                </a:lnTo>
                <a:lnTo>
                  <a:pt x="2053" y="7229"/>
                </a:lnTo>
                <a:lnTo>
                  <a:pt x="2099" y="7416"/>
                </a:lnTo>
                <a:lnTo>
                  <a:pt x="2145" y="7562"/>
                </a:lnTo>
                <a:lnTo>
                  <a:pt x="2191" y="7749"/>
                </a:lnTo>
                <a:lnTo>
                  <a:pt x="2260" y="7895"/>
                </a:lnTo>
                <a:lnTo>
                  <a:pt x="2306" y="804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1509512" y="3246772"/>
            <a:ext cx="2306" cy="8354"/>
          </a:xfrm>
          <a:custGeom>
            <a:avLst/>
            <a:gdLst/>
            <a:ahLst/>
            <a:cxnLst/>
            <a:rect l="l" t="t" r="r" b="b"/>
            <a:pathLst>
              <a:path w="2306" h="8354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15" y="479"/>
                </a:lnTo>
                <a:lnTo>
                  <a:pt x="161" y="624"/>
                </a:lnTo>
                <a:lnTo>
                  <a:pt x="207" y="812"/>
                </a:lnTo>
                <a:lnTo>
                  <a:pt x="253" y="958"/>
                </a:lnTo>
                <a:lnTo>
                  <a:pt x="322" y="1104"/>
                </a:lnTo>
                <a:lnTo>
                  <a:pt x="369" y="1291"/>
                </a:lnTo>
                <a:lnTo>
                  <a:pt x="369" y="1437"/>
                </a:lnTo>
                <a:lnTo>
                  <a:pt x="461" y="1624"/>
                </a:lnTo>
                <a:lnTo>
                  <a:pt x="461" y="1770"/>
                </a:lnTo>
                <a:lnTo>
                  <a:pt x="530" y="1916"/>
                </a:lnTo>
                <a:lnTo>
                  <a:pt x="576" y="2104"/>
                </a:lnTo>
                <a:lnTo>
                  <a:pt x="622" y="2249"/>
                </a:lnTo>
                <a:lnTo>
                  <a:pt x="692" y="2437"/>
                </a:lnTo>
                <a:lnTo>
                  <a:pt x="738" y="2583"/>
                </a:lnTo>
                <a:lnTo>
                  <a:pt x="738" y="2729"/>
                </a:lnTo>
                <a:lnTo>
                  <a:pt x="784" y="2916"/>
                </a:lnTo>
                <a:lnTo>
                  <a:pt x="830" y="3062"/>
                </a:lnTo>
                <a:lnTo>
                  <a:pt x="899" y="3249"/>
                </a:lnTo>
                <a:lnTo>
                  <a:pt x="945" y="3395"/>
                </a:lnTo>
                <a:lnTo>
                  <a:pt x="991" y="3541"/>
                </a:lnTo>
                <a:lnTo>
                  <a:pt x="1038" y="3729"/>
                </a:lnTo>
                <a:lnTo>
                  <a:pt x="1038" y="3874"/>
                </a:lnTo>
                <a:lnTo>
                  <a:pt x="1107" y="4062"/>
                </a:lnTo>
                <a:lnTo>
                  <a:pt x="1153" y="4208"/>
                </a:lnTo>
                <a:lnTo>
                  <a:pt x="1199" y="4395"/>
                </a:lnTo>
                <a:lnTo>
                  <a:pt x="1268" y="4541"/>
                </a:lnTo>
                <a:lnTo>
                  <a:pt x="1314" y="4687"/>
                </a:lnTo>
                <a:lnTo>
                  <a:pt x="1361" y="4874"/>
                </a:lnTo>
                <a:lnTo>
                  <a:pt x="1361" y="5020"/>
                </a:lnTo>
                <a:lnTo>
                  <a:pt x="1407" y="5208"/>
                </a:lnTo>
                <a:lnTo>
                  <a:pt x="1476" y="5354"/>
                </a:lnTo>
                <a:lnTo>
                  <a:pt x="1522" y="5499"/>
                </a:lnTo>
                <a:lnTo>
                  <a:pt x="1568" y="5687"/>
                </a:lnTo>
                <a:lnTo>
                  <a:pt x="1637" y="5833"/>
                </a:lnTo>
                <a:lnTo>
                  <a:pt x="1684" y="6020"/>
                </a:lnTo>
                <a:lnTo>
                  <a:pt x="1684" y="6166"/>
                </a:lnTo>
                <a:lnTo>
                  <a:pt x="1730" y="6312"/>
                </a:lnTo>
                <a:lnTo>
                  <a:pt x="1776" y="6499"/>
                </a:lnTo>
                <a:lnTo>
                  <a:pt x="1845" y="6645"/>
                </a:lnTo>
                <a:lnTo>
                  <a:pt x="1891" y="6833"/>
                </a:lnTo>
                <a:lnTo>
                  <a:pt x="1891" y="6979"/>
                </a:lnTo>
                <a:lnTo>
                  <a:pt x="1937" y="7124"/>
                </a:lnTo>
                <a:lnTo>
                  <a:pt x="1983" y="7312"/>
                </a:lnTo>
                <a:lnTo>
                  <a:pt x="2053" y="7458"/>
                </a:lnTo>
                <a:lnTo>
                  <a:pt x="2099" y="7645"/>
                </a:lnTo>
                <a:lnTo>
                  <a:pt x="2145" y="7791"/>
                </a:lnTo>
                <a:lnTo>
                  <a:pt x="2214" y="7979"/>
                </a:lnTo>
                <a:lnTo>
                  <a:pt x="2214" y="8124"/>
                </a:lnTo>
                <a:lnTo>
                  <a:pt x="2260" y="827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1511819" y="3255126"/>
            <a:ext cx="2306" cy="8604"/>
          </a:xfrm>
          <a:custGeom>
            <a:avLst/>
            <a:gdLst/>
            <a:ahLst/>
            <a:cxnLst/>
            <a:rect l="l" t="t" r="r" b="b"/>
            <a:pathLst>
              <a:path w="2306" h="8604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115" y="437"/>
                </a:lnTo>
                <a:lnTo>
                  <a:pt x="161" y="583"/>
                </a:lnTo>
                <a:lnTo>
                  <a:pt x="161" y="729"/>
                </a:lnTo>
                <a:lnTo>
                  <a:pt x="207" y="916"/>
                </a:lnTo>
                <a:lnTo>
                  <a:pt x="276" y="1062"/>
                </a:lnTo>
                <a:lnTo>
                  <a:pt x="322" y="1249"/>
                </a:lnTo>
                <a:lnTo>
                  <a:pt x="369" y="1395"/>
                </a:lnTo>
                <a:lnTo>
                  <a:pt x="415" y="1541"/>
                </a:lnTo>
                <a:lnTo>
                  <a:pt x="484" y="1729"/>
                </a:lnTo>
                <a:lnTo>
                  <a:pt x="484" y="1874"/>
                </a:lnTo>
                <a:lnTo>
                  <a:pt x="530" y="2062"/>
                </a:lnTo>
                <a:lnTo>
                  <a:pt x="576" y="2208"/>
                </a:lnTo>
                <a:lnTo>
                  <a:pt x="622" y="2354"/>
                </a:lnTo>
                <a:lnTo>
                  <a:pt x="692" y="2541"/>
                </a:lnTo>
                <a:lnTo>
                  <a:pt x="738" y="2687"/>
                </a:lnTo>
                <a:lnTo>
                  <a:pt x="738" y="2874"/>
                </a:lnTo>
                <a:lnTo>
                  <a:pt x="784" y="3020"/>
                </a:lnTo>
                <a:lnTo>
                  <a:pt x="853" y="3208"/>
                </a:lnTo>
                <a:lnTo>
                  <a:pt x="899" y="3354"/>
                </a:lnTo>
                <a:lnTo>
                  <a:pt x="945" y="3499"/>
                </a:lnTo>
                <a:lnTo>
                  <a:pt x="991" y="3687"/>
                </a:lnTo>
                <a:lnTo>
                  <a:pt x="991" y="3833"/>
                </a:lnTo>
                <a:lnTo>
                  <a:pt x="1061" y="4020"/>
                </a:lnTo>
                <a:lnTo>
                  <a:pt x="1107" y="4166"/>
                </a:lnTo>
                <a:lnTo>
                  <a:pt x="1153" y="4312"/>
                </a:lnTo>
                <a:lnTo>
                  <a:pt x="1199" y="4499"/>
                </a:lnTo>
                <a:lnTo>
                  <a:pt x="1268" y="4645"/>
                </a:lnTo>
                <a:lnTo>
                  <a:pt x="1268" y="4833"/>
                </a:lnTo>
                <a:lnTo>
                  <a:pt x="1314" y="4979"/>
                </a:lnTo>
                <a:lnTo>
                  <a:pt x="1361" y="5124"/>
                </a:lnTo>
                <a:lnTo>
                  <a:pt x="1430" y="5312"/>
                </a:lnTo>
                <a:lnTo>
                  <a:pt x="1476" y="5458"/>
                </a:lnTo>
                <a:lnTo>
                  <a:pt x="1522" y="5645"/>
                </a:lnTo>
                <a:lnTo>
                  <a:pt x="1522" y="5791"/>
                </a:lnTo>
                <a:lnTo>
                  <a:pt x="1568" y="5937"/>
                </a:lnTo>
                <a:lnTo>
                  <a:pt x="1637" y="6124"/>
                </a:lnTo>
                <a:lnTo>
                  <a:pt x="1684" y="6270"/>
                </a:lnTo>
                <a:lnTo>
                  <a:pt x="1730" y="6458"/>
                </a:lnTo>
                <a:lnTo>
                  <a:pt x="1730" y="6604"/>
                </a:lnTo>
                <a:lnTo>
                  <a:pt x="1799" y="6791"/>
                </a:lnTo>
                <a:lnTo>
                  <a:pt x="1845" y="6937"/>
                </a:lnTo>
                <a:lnTo>
                  <a:pt x="1891" y="7083"/>
                </a:lnTo>
                <a:lnTo>
                  <a:pt x="1937" y="7270"/>
                </a:lnTo>
                <a:lnTo>
                  <a:pt x="2007" y="7416"/>
                </a:lnTo>
                <a:lnTo>
                  <a:pt x="2007" y="7604"/>
                </a:lnTo>
                <a:lnTo>
                  <a:pt x="2053" y="7749"/>
                </a:lnTo>
                <a:lnTo>
                  <a:pt x="2099" y="7895"/>
                </a:lnTo>
                <a:lnTo>
                  <a:pt x="2145" y="8083"/>
                </a:lnTo>
                <a:lnTo>
                  <a:pt x="2214" y="8229"/>
                </a:lnTo>
                <a:lnTo>
                  <a:pt x="2260" y="8416"/>
                </a:lnTo>
                <a:lnTo>
                  <a:pt x="2260" y="8562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1514126" y="3263730"/>
            <a:ext cx="2260" cy="8833"/>
          </a:xfrm>
          <a:custGeom>
            <a:avLst/>
            <a:gdLst/>
            <a:ahLst/>
            <a:cxnLst/>
            <a:rect l="l" t="t" r="r" b="b"/>
            <a:pathLst>
              <a:path w="2260" h="8833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624"/>
                </a:lnTo>
                <a:lnTo>
                  <a:pt x="161" y="770"/>
                </a:lnTo>
                <a:lnTo>
                  <a:pt x="207" y="916"/>
                </a:lnTo>
                <a:lnTo>
                  <a:pt x="276" y="1104"/>
                </a:lnTo>
                <a:lnTo>
                  <a:pt x="322" y="1249"/>
                </a:lnTo>
                <a:lnTo>
                  <a:pt x="369" y="1437"/>
                </a:lnTo>
                <a:lnTo>
                  <a:pt x="369" y="1583"/>
                </a:lnTo>
                <a:lnTo>
                  <a:pt x="438" y="1770"/>
                </a:lnTo>
                <a:lnTo>
                  <a:pt x="484" y="1916"/>
                </a:lnTo>
                <a:lnTo>
                  <a:pt x="530" y="2062"/>
                </a:lnTo>
                <a:lnTo>
                  <a:pt x="576" y="2187"/>
                </a:lnTo>
                <a:lnTo>
                  <a:pt x="576" y="2249"/>
                </a:lnTo>
                <a:lnTo>
                  <a:pt x="576" y="2291"/>
                </a:lnTo>
                <a:lnTo>
                  <a:pt x="576" y="2333"/>
                </a:lnTo>
                <a:lnTo>
                  <a:pt x="576" y="2395"/>
                </a:lnTo>
                <a:lnTo>
                  <a:pt x="692" y="2583"/>
                </a:lnTo>
                <a:lnTo>
                  <a:pt x="692" y="2729"/>
                </a:lnTo>
                <a:lnTo>
                  <a:pt x="738" y="2874"/>
                </a:lnTo>
                <a:lnTo>
                  <a:pt x="784" y="3062"/>
                </a:lnTo>
                <a:lnTo>
                  <a:pt x="853" y="3208"/>
                </a:lnTo>
                <a:lnTo>
                  <a:pt x="853" y="3395"/>
                </a:lnTo>
                <a:lnTo>
                  <a:pt x="899" y="3541"/>
                </a:lnTo>
                <a:lnTo>
                  <a:pt x="945" y="3687"/>
                </a:lnTo>
                <a:lnTo>
                  <a:pt x="1015" y="3874"/>
                </a:lnTo>
                <a:lnTo>
                  <a:pt x="1061" y="4020"/>
                </a:lnTo>
                <a:lnTo>
                  <a:pt x="1061" y="4208"/>
                </a:lnTo>
                <a:lnTo>
                  <a:pt x="1107" y="4354"/>
                </a:lnTo>
                <a:lnTo>
                  <a:pt x="1153" y="4499"/>
                </a:lnTo>
                <a:lnTo>
                  <a:pt x="1222" y="4687"/>
                </a:lnTo>
                <a:lnTo>
                  <a:pt x="1268" y="4833"/>
                </a:lnTo>
                <a:lnTo>
                  <a:pt x="1314" y="5020"/>
                </a:lnTo>
                <a:lnTo>
                  <a:pt x="1314" y="5166"/>
                </a:lnTo>
                <a:lnTo>
                  <a:pt x="1361" y="5354"/>
                </a:lnTo>
                <a:lnTo>
                  <a:pt x="1430" y="5499"/>
                </a:lnTo>
                <a:lnTo>
                  <a:pt x="1430" y="5645"/>
                </a:lnTo>
                <a:lnTo>
                  <a:pt x="1522" y="5833"/>
                </a:lnTo>
                <a:lnTo>
                  <a:pt x="1522" y="5979"/>
                </a:lnTo>
                <a:lnTo>
                  <a:pt x="1591" y="6166"/>
                </a:lnTo>
                <a:lnTo>
                  <a:pt x="1637" y="6312"/>
                </a:lnTo>
                <a:lnTo>
                  <a:pt x="1684" y="6458"/>
                </a:lnTo>
                <a:lnTo>
                  <a:pt x="1730" y="6645"/>
                </a:lnTo>
                <a:lnTo>
                  <a:pt x="1730" y="6791"/>
                </a:lnTo>
                <a:lnTo>
                  <a:pt x="1799" y="6979"/>
                </a:lnTo>
                <a:lnTo>
                  <a:pt x="1845" y="7124"/>
                </a:lnTo>
                <a:lnTo>
                  <a:pt x="1891" y="7270"/>
                </a:lnTo>
                <a:lnTo>
                  <a:pt x="1891" y="7458"/>
                </a:lnTo>
                <a:lnTo>
                  <a:pt x="1960" y="7604"/>
                </a:lnTo>
                <a:lnTo>
                  <a:pt x="2007" y="7791"/>
                </a:lnTo>
                <a:lnTo>
                  <a:pt x="2053" y="7937"/>
                </a:lnTo>
                <a:lnTo>
                  <a:pt x="2099" y="8083"/>
                </a:lnTo>
                <a:lnTo>
                  <a:pt x="2099" y="8270"/>
                </a:lnTo>
                <a:lnTo>
                  <a:pt x="2168" y="8416"/>
                </a:lnTo>
                <a:lnTo>
                  <a:pt x="2214" y="8604"/>
                </a:lnTo>
                <a:lnTo>
                  <a:pt x="2260" y="8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1516387" y="3272563"/>
            <a:ext cx="2306" cy="9083"/>
          </a:xfrm>
          <a:custGeom>
            <a:avLst/>
            <a:gdLst/>
            <a:ahLst/>
            <a:cxnLst/>
            <a:rect l="l" t="t" r="r" b="b"/>
            <a:pathLst>
              <a:path w="2306" h="9083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15" y="437"/>
                </a:lnTo>
                <a:lnTo>
                  <a:pt x="161" y="583"/>
                </a:lnTo>
                <a:lnTo>
                  <a:pt x="207" y="729"/>
                </a:lnTo>
                <a:lnTo>
                  <a:pt x="276" y="916"/>
                </a:lnTo>
                <a:lnTo>
                  <a:pt x="276" y="1062"/>
                </a:lnTo>
                <a:lnTo>
                  <a:pt x="322" y="1208"/>
                </a:lnTo>
                <a:lnTo>
                  <a:pt x="369" y="1395"/>
                </a:lnTo>
                <a:lnTo>
                  <a:pt x="415" y="1541"/>
                </a:lnTo>
                <a:lnTo>
                  <a:pt x="484" y="1729"/>
                </a:lnTo>
                <a:lnTo>
                  <a:pt x="484" y="1874"/>
                </a:lnTo>
                <a:lnTo>
                  <a:pt x="530" y="2020"/>
                </a:lnTo>
                <a:lnTo>
                  <a:pt x="576" y="2208"/>
                </a:lnTo>
                <a:lnTo>
                  <a:pt x="645" y="2354"/>
                </a:lnTo>
                <a:lnTo>
                  <a:pt x="692" y="2541"/>
                </a:lnTo>
                <a:lnTo>
                  <a:pt x="692" y="2687"/>
                </a:lnTo>
                <a:lnTo>
                  <a:pt x="738" y="2833"/>
                </a:lnTo>
                <a:lnTo>
                  <a:pt x="784" y="3020"/>
                </a:lnTo>
                <a:lnTo>
                  <a:pt x="853" y="3166"/>
                </a:lnTo>
                <a:lnTo>
                  <a:pt x="899" y="3354"/>
                </a:lnTo>
                <a:lnTo>
                  <a:pt x="899" y="3499"/>
                </a:lnTo>
                <a:lnTo>
                  <a:pt x="945" y="3687"/>
                </a:lnTo>
                <a:lnTo>
                  <a:pt x="991" y="3833"/>
                </a:lnTo>
                <a:lnTo>
                  <a:pt x="991" y="3979"/>
                </a:lnTo>
                <a:lnTo>
                  <a:pt x="1107" y="4166"/>
                </a:lnTo>
                <a:lnTo>
                  <a:pt x="1107" y="4312"/>
                </a:lnTo>
                <a:lnTo>
                  <a:pt x="1153" y="4499"/>
                </a:lnTo>
                <a:lnTo>
                  <a:pt x="1222" y="4645"/>
                </a:lnTo>
                <a:lnTo>
                  <a:pt x="1222" y="4791"/>
                </a:lnTo>
                <a:lnTo>
                  <a:pt x="1268" y="4979"/>
                </a:lnTo>
                <a:lnTo>
                  <a:pt x="1314" y="5124"/>
                </a:lnTo>
                <a:lnTo>
                  <a:pt x="1361" y="5312"/>
                </a:lnTo>
                <a:lnTo>
                  <a:pt x="1430" y="5458"/>
                </a:lnTo>
                <a:lnTo>
                  <a:pt x="1430" y="5604"/>
                </a:lnTo>
                <a:lnTo>
                  <a:pt x="1476" y="5791"/>
                </a:lnTo>
                <a:lnTo>
                  <a:pt x="1522" y="5937"/>
                </a:lnTo>
                <a:lnTo>
                  <a:pt x="1568" y="6124"/>
                </a:lnTo>
                <a:lnTo>
                  <a:pt x="1637" y="6270"/>
                </a:lnTo>
                <a:lnTo>
                  <a:pt x="1637" y="6416"/>
                </a:lnTo>
                <a:lnTo>
                  <a:pt x="1684" y="6604"/>
                </a:lnTo>
                <a:lnTo>
                  <a:pt x="1730" y="6749"/>
                </a:lnTo>
                <a:lnTo>
                  <a:pt x="1799" y="6937"/>
                </a:lnTo>
                <a:lnTo>
                  <a:pt x="1799" y="7083"/>
                </a:lnTo>
                <a:lnTo>
                  <a:pt x="1845" y="7270"/>
                </a:lnTo>
                <a:lnTo>
                  <a:pt x="1891" y="7416"/>
                </a:lnTo>
                <a:lnTo>
                  <a:pt x="1937" y="7562"/>
                </a:lnTo>
                <a:lnTo>
                  <a:pt x="2007" y="7749"/>
                </a:lnTo>
                <a:lnTo>
                  <a:pt x="2007" y="7895"/>
                </a:lnTo>
                <a:lnTo>
                  <a:pt x="2053" y="8083"/>
                </a:lnTo>
                <a:lnTo>
                  <a:pt x="2099" y="8229"/>
                </a:lnTo>
                <a:lnTo>
                  <a:pt x="2168" y="8374"/>
                </a:lnTo>
                <a:lnTo>
                  <a:pt x="2168" y="8562"/>
                </a:lnTo>
                <a:lnTo>
                  <a:pt x="2214" y="8708"/>
                </a:lnTo>
                <a:lnTo>
                  <a:pt x="2260" y="8895"/>
                </a:lnTo>
                <a:lnTo>
                  <a:pt x="2306" y="90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1518694" y="3281646"/>
            <a:ext cx="2329" cy="9312"/>
          </a:xfrm>
          <a:custGeom>
            <a:avLst/>
            <a:gdLst/>
            <a:ahLst/>
            <a:cxnLst/>
            <a:rect l="l" t="t" r="r" b="b"/>
            <a:pathLst>
              <a:path w="2329" h="9312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624"/>
                </a:lnTo>
                <a:lnTo>
                  <a:pt x="207" y="770"/>
                </a:lnTo>
                <a:lnTo>
                  <a:pt x="207" y="916"/>
                </a:lnTo>
                <a:lnTo>
                  <a:pt x="276" y="1104"/>
                </a:lnTo>
                <a:lnTo>
                  <a:pt x="322" y="1249"/>
                </a:lnTo>
                <a:lnTo>
                  <a:pt x="369" y="1437"/>
                </a:lnTo>
                <a:lnTo>
                  <a:pt x="438" y="1583"/>
                </a:lnTo>
                <a:lnTo>
                  <a:pt x="438" y="1770"/>
                </a:lnTo>
                <a:lnTo>
                  <a:pt x="484" y="1916"/>
                </a:lnTo>
                <a:lnTo>
                  <a:pt x="530" y="2062"/>
                </a:lnTo>
                <a:lnTo>
                  <a:pt x="576" y="2249"/>
                </a:lnTo>
                <a:lnTo>
                  <a:pt x="576" y="2395"/>
                </a:lnTo>
                <a:lnTo>
                  <a:pt x="645" y="2583"/>
                </a:lnTo>
                <a:lnTo>
                  <a:pt x="692" y="2729"/>
                </a:lnTo>
                <a:lnTo>
                  <a:pt x="738" y="2874"/>
                </a:lnTo>
                <a:lnTo>
                  <a:pt x="784" y="3062"/>
                </a:lnTo>
                <a:lnTo>
                  <a:pt x="784" y="3208"/>
                </a:lnTo>
                <a:lnTo>
                  <a:pt x="853" y="3395"/>
                </a:lnTo>
                <a:lnTo>
                  <a:pt x="899" y="3541"/>
                </a:lnTo>
                <a:lnTo>
                  <a:pt x="899" y="3687"/>
                </a:lnTo>
                <a:lnTo>
                  <a:pt x="945" y="3874"/>
                </a:lnTo>
                <a:lnTo>
                  <a:pt x="1015" y="4020"/>
                </a:lnTo>
                <a:lnTo>
                  <a:pt x="1061" y="4208"/>
                </a:lnTo>
                <a:lnTo>
                  <a:pt x="1107" y="4354"/>
                </a:lnTo>
                <a:lnTo>
                  <a:pt x="1107" y="4499"/>
                </a:lnTo>
                <a:lnTo>
                  <a:pt x="1153" y="4687"/>
                </a:lnTo>
                <a:lnTo>
                  <a:pt x="1222" y="4833"/>
                </a:lnTo>
                <a:lnTo>
                  <a:pt x="1268" y="5020"/>
                </a:lnTo>
                <a:lnTo>
                  <a:pt x="1314" y="5166"/>
                </a:lnTo>
                <a:lnTo>
                  <a:pt x="1314" y="5354"/>
                </a:lnTo>
                <a:lnTo>
                  <a:pt x="1384" y="5499"/>
                </a:lnTo>
                <a:lnTo>
                  <a:pt x="1430" y="5645"/>
                </a:lnTo>
                <a:lnTo>
                  <a:pt x="1476" y="5833"/>
                </a:lnTo>
                <a:lnTo>
                  <a:pt x="1476" y="5979"/>
                </a:lnTo>
                <a:lnTo>
                  <a:pt x="1522" y="6166"/>
                </a:lnTo>
                <a:lnTo>
                  <a:pt x="1591" y="6312"/>
                </a:lnTo>
                <a:lnTo>
                  <a:pt x="1591" y="6458"/>
                </a:lnTo>
                <a:lnTo>
                  <a:pt x="1637" y="6645"/>
                </a:lnTo>
                <a:lnTo>
                  <a:pt x="1684" y="6791"/>
                </a:lnTo>
                <a:lnTo>
                  <a:pt x="1730" y="6979"/>
                </a:lnTo>
                <a:lnTo>
                  <a:pt x="1799" y="7124"/>
                </a:lnTo>
                <a:lnTo>
                  <a:pt x="1799" y="7270"/>
                </a:lnTo>
                <a:lnTo>
                  <a:pt x="1845" y="7458"/>
                </a:lnTo>
                <a:lnTo>
                  <a:pt x="1891" y="7604"/>
                </a:lnTo>
                <a:lnTo>
                  <a:pt x="1960" y="7729"/>
                </a:lnTo>
                <a:lnTo>
                  <a:pt x="1960" y="7791"/>
                </a:lnTo>
                <a:lnTo>
                  <a:pt x="1960" y="7833"/>
                </a:lnTo>
                <a:lnTo>
                  <a:pt x="1960" y="7874"/>
                </a:lnTo>
                <a:lnTo>
                  <a:pt x="1960" y="7937"/>
                </a:lnTo>
                <a:lnTo>
                  <a:pt x="2007" y="8083"/>
                </a:lnTo>
                <a:lnTo>
                  <a:pt x="2053" y="8270"/>
                </a:lnTo>
                <a:lnTo>
                  <a:pt x="2099" y="8416"/>
                </a:lnTo>
                <a:lnTo>
                  <a:pt x="2168" y="8604"/>
                </a:lnTo>
                <a:lnTo>
                  <a:pt x="2168" y="8749"/>
                </a:lnTo>
                <a:lnTo>
                  <a:pt x="2214" y="8937"/>
                </a:lnTo>
                <a:lnTo>
                  <a:pt x="2260" y="9083"/>
                </a:lnTo>
                <a:lnTo>
                  <a:pt x="2260" y="922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1521023" y="3290958"/>
            <a:ext cx="2306" cy="9520"/>
          </a:xfrm>
          <a:custGeom>
            <a:avLst/>
            <a:gdLst/>
            <a:ahLst/>
            <a:cxnLst/>
            <a:rect l="l" t="t" r="r" b="b"/>
            <a:pathLst>
              <a:path w="2306" h="9520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138" y="583"/>
                </a:lnTo>
                <a:lnTo>
                  <a:pt x="138" y="729"/>
                </a:lnTo>
                <a:lnTo>
                  <a:pt x="207" y="916"/>
                </a:lnTo>
                <a:lnTo>
                  <a:pt x="253" y="1062"/>
                </a:lnTo>
                <a:lnTo>
                  <a:pt x="299" y="1249"/>
                </a:lnTo>
                <a:lnTo>
                  <a:pt x="299" y="1395"/>
                </a:lnTo>
                <a:lnTo>
                  <a:pt x="346" y="1541"/>
                </a:lnTo>
                <a:lnTo>
                  <a:pt x="415" y="1729"/>
                </a:lnTo>
                <a:lnTo>
                  <a:pt x="415" y="1874"/>
                </a:lnTo>
                <a:lnTo>
                  <a:pt x="461" y="2062"/>
                </a:lnTo>
                <a:lnTo>
                  <a:pt x="507" y="2208"/>
                </a:lnTo>
                <a:lnTo>
                  <a:pt x="576" y="2354"/>
                </a:lnTo>
                <a:lnTo>
                  <a:pt x="622" y="2541"/>
                </a:lnTo>
                <a:lnTo>
                  <a:pt x="622" y="2687"/>
                </a:lnTo>
                <a:lnTo>
                  <a:pt x="669" y="2874"/>
                </a:lnTo>
                <a:lnTo>
                  <a:pt x="715" y="3020"/>
                </a:lnTo>
                <a:lnTo>
                  <a:pt x="784" y="3208"/>
                </a:lnTo>
                <a:lnTo>
                  <a:pt x="784" y="3354"/>
                </a:lnTo>
                <a:lnTo>
                  <a:pt x="830" y="3499"/>
                </a:lnTo>
                <a:lnTo>
                  <a:pt x="876" y="3687"/>
                </a:lnTo>
                <a:lnTo>
                  <a:pt x="876" y="3833"/>
                </a:lnTo>
                <a:lnTo>
                  <a:pt x="922" y="4020"/>
                </a:lnTo>
                <a:lnTo>
                  <a:pt x="991" y="4166"/>
                </a:lnTo>
                <a:lnTo>
                  <a:pt x="1038" y="4312"/>
                </a:lnTo>
                <a:lnTo>
                  <a:pt x="1084" y="4499"/>
                </a:lnTo>
                <a:lnTo>
                  <a:pt x="1084" y="4645"/>
                </a:lnTo>
                <a:lnTo>
                  <a:pt x="1153" y="4833"/>
                </a:lnTo>
                <a:lnTo>
                  <a:pt x="1199" y="4916"/>
                </a:lnTo>
                <a:lnTo>
                  <a:pt x="1199" y="4979"/>
                </a:lnTo>
                <a:lnTo>
                  <a:pt x="1199" y="5020"/>
                </a:lnTo>
                <a:lnTo>
                  <a:pt x="1199" y="5062"/>
                </a:lnTo>
                <a:lnTo>
                  <a:pt x="1199" y="5124"/>
                </a:lnTo>
                <a:lnTo>
                  <a:pt x="1245" y="5312"/>
                </a:lnTo>
                <a:lnTo>
                  <a:pt x="1291" y="5458"/>
                </a:lnTo>
                <a:lnTo>
                  <a:pt x="1361" y="5645"/>
                </a:lnTo>
                <a:lnTo>
                  <a:pt x="1361" y="5791"/>
                </a:lnTo>
                <a:lnTo>
                  <a:pt x="1407" y="5937"/>
                </a:lnTo>
                <a:lnTo>
                  <a:pt x="1453" y="6124"/>
                </a:lnTo>
                <a:lnTo>
                  <a:pt x="1522" y="6270"/>
                </a:lnTo>
                <a:lnTo>
                  <a:pt x="1568" y="6458"/>
                </a:lnTo>
                <a:lnTo>
                  <a:pt x="1568" y="6604"/>
                </a:lnTo>
                <a:lnTo>
                  <a:pt x="1614" y="6791"/>
                </a:lnTo>
                <a:lnTo>
                  <a:pt x="1660" y="6937"/>
                </a:lnTo>
                <a:lnTo>
                  <a:pt x="1660" y="7083"/>
                </a:lnTo>
                <a:lnTo>
                  <a:pt x="1730" y="7270"/>
                </a:lnTo>
                <a:lnTo>
                  <a:pt x="1776" y="7416"/>
                </a:lnTo>
                <a:lnTo>
                  <a:pt x="1822" y="7604"/>
                </a:lnTo>
                <a:lnTo>
                  <a:pt x="1868" y="7749"/>
                </a:lnTo>
                <a:lnTo>
                  <a:pt x="1868" y="7895"/>
                </a:lnTo>
                <a:lnTo>
                  <a:pt x="1937" y="8083"/>
                </a:lnTo>
                <a:lnTo>
                  <a:pt x="1983" y="8229"/>
                </a:lnTo>
                <a:lnTo>
                  <a:pt x="2030" y="8416"/>
                </a:lnTo>
                <a:lnTo>
                  <a:pt x="2030" y="8562"/>
                </a:lnTo>
                <a:lnTo>
                  <a:pt x="2099" y="8708"/>
                </a:lnTo>
                <a:lnTo>
                  <a:pt x="2145" y="8895"/>
                </a:lnTo>
                <a:lnTo>
                  <a:pt x="2145" y="9041"/>
                </a:lnTo>
                <a:lnTo>
                  <a:pt x="2191" y="9229"/>
                </a:lnTo>
                <a:lnTo>
                  <a:pt x="2237" y="9374"/>
                </a:lnTo>
                <a:lnTo>
                  <a:pt x="2306" y="9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1523330" y="3300479"/>
            <a:ext cx="2260" cy="9729"/>
          </a:xfrm>
          <a:custGeom>
            <a:avLst/>
            <a:gdLst/>
            <a:ahLst/>
            <a:cxnLst/>
            <a:rect l="l" t="t" r="r" b="b"/>
            <a:pathLst>
              <a:path w="2260" h="9729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92" y="520"/>
                </a:lnTo>
                <a:lnTo>
                  <a:pt x="161" y="666"/>
                </a:lnTo>
                <a:lnTo>
                  <a:pt x="161" y="854"/>
                </a:lnTo>
                <a:lnTo>
                  <a:pt x="207" y="999"/>
                </a:lnTo>
                <a:lnTo>
                  <a:pt x="253" y="1145"/>
                </a:lnTo>
                <a:lnTo>
                  <a:pt x="299" y="1333"/>
                </a:lnTo>
                <a:lnTo>
                  <a:pt x="299" y="1479"/>
                </a:lnTo>
                <a:lnTo>
                  <a:pt x="369" y="1666"/>
                </a:lnTo>
                <a:lnTo>
                  <a:pt x="415" y="1812"/>
                </a:lnTo>
                <a:lnTo>
                  <a:pt x="415" y="1958"/>
                </a:lnTo>
                <a:lnTo>
                  <a:pt x="461" y="2145"/>
                </a:lnTo>
                <a:lnTo>
                  <a:pt x="507" y="2291"/>
                </a:lnTo>
                <a:lnTo>
                  <a:pt x="576" y="2479"/>
                </a:lnTo>
                <a:lnTo>
                  <a:pt x="622" y="2624"/>
                </a:lnTo>
                <a:lnTo>
                  <a:pt x="622" y="2770"/>
                </a:lnTo>
                <a:lnTo>
                  <a:pt x="669" y="2958"/>
                </a:lnTo>
                <a:lnTo>
                  <a:pt x="738" y="3104"/>
                </a:lnTo>
                <a:lnTo>
                  <a:pt x="784" y="3291"/>
                </a:lnTo>
                <a:lnTo>
                  <a:pt x="784" y="3437"/>
                </a:lnTo>
                <a:lnTo>
                  <a:pt x="830" y="3583"/>
                </a:lnTo>
                <a:lnTo>
                  <a:pt x="876" y="3770"/>
                </a:lnTo>
                <a:lnTo>
                  <a:pt x="876" y="3916"/>
                </a:lnTo>
                <a:lnTo>
                  <a:pt x="945" y="4104"/>
                </a:lnTo>
                <a:lnTo>
                  <a:pt x="991" y="4249"/>
                </a:lnTo>
                <a:lnTo>
                  <a:pt x="1038" y="4437"/>
                </a:lnTo>
                <a:lnTo>
                  <a:pt x="1038" y="4583"/>
                </a:lnTo>
                <a:lnTo>
                  <a:pt x="1084" y="4729"/>
                </a:lnTo>
                <a:lnTo>
                  <a:pt x="1153" y="4916"/>
                </a:lnTo>
                <a:lnTo>
                  <a:pt x="1199" y="5062"/>
                </a:lnTo>
                <a:lnTo>
                  <a:pt x="1199" y="5249"/>
                </a:lnTo>
                <a:lnTo>
                  <a:pt x="1245" y="5395"/>
                </a:lnTo>
                <a:lnTo>
                  <a:pt x="1314" y="5583"/>
                </a:lnTo>
                <a:lnTo>
                  <a:pt x="1314" y="5729"/>
                </a:lnTo>
                <a:lnTo>
                  <a:pt x="1361" y="5874"/>
                </a:lnTo>
                <a:lnTo>
                  <a:pt x="1407" y="6062"/>
                </a:lnTo>
                <a:lnTo>
                  <a:pt x="1453" y="6208"/>
                </a:lnTo>
                <a:lnTo>
                  <a:pt x="1453" y="6354"/>
                </a:lnTo>
                <a:lnTo>
                  <a:pt x="1522" y="6541"/>
                </a:lnTo>
                <a:lnTo>
                  <a:pt x="1568" y="6687"/>
                </a:lnTo>
                <a:lnTo>
                  <a:pt x="1614" y="6874"/>
                </a:lnTo>
                <a:lnTo>
                  <a:pt x="1614" y="7020"/>
                </a:lnTo>
                <a:lnTo>
                  <a:pt x="1684" y="7166"/>
                </a:lnTo>
                <a:lnTo>
                  <a:pt x="1730" y="7354"/>
                </a:lnTo>
                <a:lnTo>
                  <a:pt x="1730" y="7499"/>
                </a:lnTo>
                <a:lnTo>
                  <a:pt x="1776" y="7687"/>
                </a:lnTo>
                <a:lnTo>
                  <a:pt x="1822" y="7833"/>
                </a:lnTo>
                <a:lnTo>
                  <a:pt x="1891" y="8020"/>
                </a:lnTo>
                <a:lnTo>
                  <a:pt x="1891" y="8166"/>
                </a:lnTo>
                <a:lnTo>
                  <a:pt x="1937" y="8312"/>
                </a:lnTo>
                <a:lnTo>
                  <a:pt x="1983" y="8499"/>
                </a:lnTo>
                <a:lnTo>
                  <a:pt x="2030" y="8645"/>
                </a:lnTo>
                <a:lnTo>
                  <a:pt x="2030" y="8833"/>
                </a:lnTo>
                <a:lnTo>
                  <a:pt x="2099" y="8979"/>
                </a:lnTo>
                <a:lnTo>
                  <a:pt x="2145" y="9124"/>
                </a:lnTo>
                <a:lnTo>
                  <a:pt x="2145" y="9312"/>
                </a:lnTo>
                <a:lnTo>
                  <a:pt x="2191" y="9458"/>
                </a:lnTo>
                <a:lnTo>
                  <a:pt x="2260" y="96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1525591" y="3310208"/>
            <a:ext cx="2306" cy="9937"/>
          </a:xfrm>
          <a:custGeom>
            <a:avLst/>
            <a:gdLst/>
            <a:ahLst/>
            <a:cxnLst/>
            <a:rect l="l" t="t" r="r" b="b"/>
            <a:pathLst>
              <a:path w="2306" h="9937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92" y="437"/>
                </a:lnTo>
                <a:lnTo>
                  <a:pt x="138" y="583"/>
                </a:lnTo>
                <a:lnTo>
                  <a:pt x="207" y="729"/>
                </a:lnTo>
                <a:lnTo>
                  <a:pt x="207" y="874"/>
                </a:lnTo>
                <a:lnTo>
                  <a:pt x="253" y="1020"/>
                </a:lnTo>
                <a:lnTo>
                  <a:pt x="299" y="1208"/>
                </a:lnTo>
                <a:lnTo>
                  <a:pt x="299" y="1354"/>
                </a:lnTo>
                <a:lnTo>
                  <a:pt x="369" y="1541"/>
                </a:lnTo>
                <a:lnTo>
                  <a:pt x="415" y="1687"/>
                </a:lnTo>
                <a:lnTo>
                  <a:pt x="461" y="1874"/>
                </a:lnTo>
                <a:lnTo>
                  <a:pt x="461" y="2020"/>
                </a:lnTo>
                <a:lnTo>
                  <a:pt x="507" y="2166"/>
                </a:lnTo>
                <a:lnTo>
                  <a:pt x="576" y="2354"/>
                </a:lnTo>
                <a:lnTo>
                  <a:pt x="576" y="2499"/>
                </a:lnTo>
                <a:lnTo>
                  <a:pt x="622" y="2687"/>
                </a:lnTo>
                <a:lnTo>
                  <a:pt x="669" y="2833"/>
                </a:lnTo>
                <a:lnTo>
                  <a:pt x="715" y="2979"/>
                </a:lnTo>
                <a:lnTo>
                  <a:pt x="784" y="3208"/>
                </a:lnTo>
                <a:lnTo>
                  <a:pt x="784" y="3354"/>
                </a:lnTo>
                <a:lnTo>
                  <a:pt x="830" y="3499"/>
                </a:lnTo>
                <a:lnTo>
                  <a:pt x="830" y="3645"/>
                </a:lnTo>
                <a:lnTo>
                  <a:pt x="876" y="3791"/>
                </a:lnTo>
                <a:lnTo>
                  <a:pt x="945" y="3979"/>
                </a:lnTo>
                <a:lnTo>
                  <a:pt x="991" y="4124"/>
                </a:lnTo>
                <a:lnTo>
                  <a:pt x="1038" y="4312"/>
                </a:lnTo>
                <a:lnTo>
                  <a:pt x="1038" y="4458"/>
                </a:lnTo>
                <a:lnTo>
                  <a:pt x="1084" y="4604"/>
                </a:lnTo>
                <a:lnTo>
                  <a:pt x="1153" y="4791"/>
                </a:lnTo>
                <a:lnTo>
                  <a:pt x="1153" y="4937"/>
                </a:lnTo>
                <a:lnTo>
                  <a:pt x="1199" y="5124"/>
                </a:lnTo>
                <a:lnTo>
                  <a:pt x="1245" y="5270"/>
                </a:lnTo>
                <a:lnTo>
                  <a:pt x="1291" y="5499"/>
                </a:lnTo>
                <a:lnTo>
                  <a:pt x="1291" y="5645"/>
                </a:lnTo>
                <a:lnTo>
                  <a:pt x="1361" y="5791"/>
                </a:lnTo>
                <a:lnTo>
                  <a:pt x="1407" y="5937"/>
                </a:lnTo>
                <a:lnTo>
                  <a:pt x="1407" y="6083"/>
                </a:lnTo>
                <a:lnTo>
                  <a:pt x="1453" y="6270"/>
                </a:lnTo>
                <a:lnTo>
                  <a:pt x="1522" y="6416"/>
                </a:lnTo>
                <a:lnTo>
                  <a:pt x="1522" y="6562"/>
                </a:lnTo>
                <a:lnTo>
                  <a:pt x="1568" y="6749"/>
                </a:lnTo>
                <a:lnTo>
                  <a:pt x="1614" y="6895"/>
                </a:lnTo>
                <a:lnTo>
                  <a:pt x="1660" y="7083"/>
                </a:lnTo>
                <a:lnTo>
                  <a:pt x="1660" y="7229"/>
                </a:lnTo>
                <a:lnTo>
                  <a:pt x="1730" y="7374"/>
                </a:lnTo>
                <a:lnTo>
                  <a:pt x="1776" y="7562"/>
                </a:lnTo>
                <a:lnTo>
                  <a:pt x="1776" y="7708"/>
                </a:lnTo>
                <a:lnTo>
                  <a:pt x="1822" y="7895"/>
                </a:lnTo>
                <a:lnTo>
                  <a:pt x="1891" y="8041"/>
                </a:lnTo>
                <a:lnTo>
                  <a:pt x="1937" y="8187"/>
                </a:lnTo>
                <a:lnTo>
                  <a:pt x="1937" y="8374"/>
                </a:lnTo>
                <a:lnTo>
                  <a:pt x="1983" y="8562"/>
                </a:lnTo>
                <a:lnTo>
                  <a:pt x="2030" y="8708"/>
                </a:lnTo>
                <a:lnTo>
                  <a:pt x="2030" y="8854"/>
                </a:lnTo>
                <a:lnTo>
                  <a:pt x="2099" y="9041"/>
                </a:lnTo>
                <a:lnTo>
                  <a:pt x="2145" y="9187"/>
                </a:lnTo>
                <a:lnTo>
                  <a:pt x="2191" y="9333"/>
                </a:lnTo>
                <a:lnTo>
                  <a:pt x="2191" y="9520"/>
                </a:lnTo>
                <a:lnTo>
                  <a:pt x="2237" y="9666"/>
                </a:lnTo>
                <a:lnTo>
                  <a:pt x="2306" y="985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1527898" y="3320145"/>
            <a:ext cx="2306" cy="10145"/>
          </a:xfrm>
          <a:custGeom>
            <a:avLst/>
            <a:gdLst/>
            <a:ahLst/>
            <a:cxnLst/>
            <a:rect l="l" t="t" r="r" b="b"/>
            <a:pathLst>
              <a:path w="2306" h="10145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92" y="479"/>
                </a:lnTo>
                <a:lnTo>
                  <a:pt x="161" y="624"/>
                </a:lnTo>
                <a:lnTo>
                  <a:pt x="207" y="770"/>
                </a:lnTo>
                <a:lnTo>
                  <a:pt x="207" y="916"/>
                </a:lnTo>
                <a:lnTo>
                  <a:pt x="253" y="1062"/>
                </a:lnTo>
                <a:lnTo>
                  <a:pt x="253" y="1208"/>
                </a:lnTo>
                <a:lnTo>
                  <a:pt x="299" y="1354"/>
                </a:lnTo>
                <a:lnTo>
                  <a:pt x="369" y="1541"/>
                </a:lnTo>
                <a:lnTo>
                  <a:pt x="369" y="1687"/>
                </a:lnTo>
                <a:lnTo>
                  <a:pt x="415" y="1833"/>
                </a:lnTo>
                <a:lnTo>
                  <a:pt x="461" y="2020"/>
                </a:lnTo>
                <a:lnTo>
                  <a:pt x="507" y="2208"/>
                </a:lnTo>
                <a:lnTo>
                  <a:pt x="507" y="2354"/>
                </a:lnTo>
                <a:lnTo>
                  <a:pt x="576" y="2499"/>
                </a:lnTo>
                <a:lnTo>
                  <a:pt x="622" y="2687"/>
                </a:lnTo>
                <a:lnTo>
                  <a:pt x="669" y="2833"/>
                </a:lnTo>
                <a:lnTo>
                  <a:pt x="669" y="2979"/>
                </a:lnTo>
                <a:lnTo>
                  <a:pt x="738" y="3166"/>
                </a:lnTo>
                <a:lnTo>
                  <a:pt x="784" y="3312"/>
                </a:lnTo>
                <a:lnTo>
                  <a:pt x="784" y="3499"/>
                </a:lnTo>
                <a:lnTo>
                  <a:pt x="830" y="3645"/>
                </a:lnTo>
                <a:lnTo>
                  <a:pt x="876" y="3791"/>
                </a:lnTo>
                <a:lnTo>
                  <a:pt x="876" y="3979"/>
                </a:lnTo>
                <a:lnTo>
                  <a:pt x="945" y="4124"/>
                </a:lnTo>
                <a:lnTo>
                  <a:pt x="991" y="4312"/>
                </a:lnTo>
                <a:lnTo>
                  <a:pt x="1038" y="4458"/>
                </a:lnTo>
                <a:lnTo>
                  <a:pt x="1038" y="4604"/>
                </a:lnTo>
                <a:lnTo>
                  <a:pt x="1107" y="4791"/>
                </a:lnTo>
                <a:lnTo>
                  <a:pt x="1153" y="4937"/>
                </a:lnTo>
                <a:lnTo>
                  <a:pt x="1153" y="5124"/>
                </a:lnTo>
                <a:lnTo>
                  <a:pt x="1199" y="5270"/>
                </a:lnTo>
                <a:lnTo>
                  <a:pt x="1245" y="5458"/>
                </a:lnTo>
                <a:lnTo>
                  <a:pt x="1245" y="5604"/>
                </a:lnTo>
                <a:lnTo>
                  <a:pt x="1314" y="5749"/>
                </a:lnTo>
                <a:lnTo>
                  <a:pt x="1361" y="5937"/>
                </a:lnTo>
                <a:lnTo>
                  <a:pt x="1407" y="6083"/>
                </a:lnTo>
                <a:lnTo>
                  <a:pt x="1407" y="6270"/>
                </a:lnTo>
                <a:lnTo>
                  <a:pt x="1453" y="6416"/>
                </a:lnTo>
                <a:lnTo>
                  <a:pt x="1522" y="6562"/>
                </a:lnTo>
                <a:lnTo>
                  <a:pt x="1522" y="6749"/>
                </a:lnTo>
                <a:lnTo>
                  <a:pt x="1568" y="6895"/>
                </a:lnTo>
                <a:lnTo>
                  <a:pt x="1614" y="7083"/>
                </a:lnTo>
                <a:lnTo>
                  <a:pt x="1614" y="7229"/>
                </a:lnTo>
                <a:lnTo>
                  <a:pt x="1684" y="7374"/>
                </a:lnTo>
                <a:lnTo>
                  <a:pt x="1730" y="7562"/>
                </a:lnTo>
                <a:lnTo>
                  <a:pt x="1730" y="7708"/>
                </a:lnTo>
                <a:lnTo>
                  <a:pt x="1776" y="7895"/>
                </a:lnTo>
                <a:lnTo>
                  <a:pt x="1822" y="8041"/>
                </a:lnTo>
                <a:lnTo>
                  <a:pt x="1891" y="8187"/>
                </a:lnTo>
                <a:lnTo>
                  <a:pt x="1937" y="8416"/>
                </a:lnTo>
                <a:lnTo>
                  <a:pt x="1937" y="8562"/>
                </a:lnTo>
                <a:lnTo>
                  <a:pt x="1983" y="8708"/>
                </a:lnTo>
                <a:lnTo>
                  <a:pt x="1983" y="8854"/>
                </a:lnTo>
                <a:lnTo>
                  <a:pt x="2053" y="8999"/>
                </a:lnTo>
                <a:lnTo>
                  <a:pt x="2099" y="9187"/>
                </a:lnTo>
                <a:lnTo>
                  <a:pt x="2099" y="9333"/>
                </a:lnTo>
                <a:lnTo>
                  <a:pt x="2145" y="9520"/>
                </a:lnTo>
                <a:lnTo>
                  <a:pt x="2191" y="9666"/>
                </a:lnTo>
                <a:lnTo>
                  <a:pt x="2260" y="9854"/>
                </a:lnTo>
                <a:lnTo>
                  <a:pt x="2260" y="9999"/>
                </a:lnTo>
                <a:lnTo>
                  <a:pt x="2306" y="101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1530205" y="3330291"/>
            <a:ext cx="2306" cy="10312"/>
          </a:xfrm>
          <a:custGeom>
            <a:avLst/>
            <a:gdLst/>
            <a:ahLst/>
            <a:cxnLst/>
            <a:rect l="l" t="t" r="r" b="b"/>
            <a:pathLst>
              <a:path w="2306" h="10312">
                <a:moveTo>
                  <a:pt x="0" y="0"/>
                </a:moveTo>
                <a:lnTo>
                  <a:pt x="46" y="187"/>
                </a:lnTo>
                <a:lnTo>
                  <a:pt x="92" y="374"/>
                </a:lnTo>
                <a:lnTo>
                  <a:pt x="92" y="520"/>
                </a:lnTo>
                <a:lnTo>
                  <a:pt x="161" y="666"/>
                </a:lnTo>
                <a:lnTo>
                  <a:pt x="207" y="812"/>
                </a:lnTo>
                <a:lnTo>
                  <a:pt x="207" y="1041"/>
                </a:lnTo>
                <a:lnTo>
                  <a:pt x="253" y="1187"/>
                </a:lnTo>
                <a:lnTo>
                  <a:pt x="322" y="1333"/>
                </a:lnTo>
                <a:lnTo>
                  <a:pt x="322" y="1479"/>
                </a:lnTo>
                <a:lnTo>
                  <a:pt x="369" y="1624"/>
                </a:lnTo>
                <a:lnTo>
                  <a:pt x="415" y="1812"/>
                </a:lnTo>
                <a:lnTo>
                  <a:pt x="415" y="1958"/>
                </a:lnTo>
                <a:lnTo>
                  <a:pt x="461" y="2145"/>
                </a:lnTo>
                <a:lnTo>
                  <a:pt x="530" y="2333"/>
                </a:lnTo>
                <a:lnTo>
                  <a:pt x="576" y="2479"/>
                </a:lnTo>
                <a:lnTo>
                  <a:pt x="576" y="2624"/>
                </a:lnTo>
                <a:lnTo>
                  <a:pt x="622" y="2770"/>
                </a:lnTo>
                <a:lnTo>
                  <a:pt x="669" y="2999"/>
                </a:lnTo>
                <a:lnTo>
                  <a:pt x="669" y="3145"/>
                </a:lnTo>
                <a:lnTo>
                  <a:pt x="738" y="3291"/>
                </a:lnTo>
                <a:lnTo>
                  <a:pt x="784" y="3437"/>
                </a:lnTo>
                <a:lnTo>
                  <a:pt x="784" y="3624"/>
                </a:lnTo>
                <a:lnTo>
                  <a:pt x="830" y="3770"/>
                </a:lnTo>
                <a:lnTo>
                  <a:pt x="899" y="3916"/>
                </a:lnTo>
                <a:lnTo>
                  <a:pt x="945" y="4104"/>
                </a:lnTo>
                <a:lnTo>
                  <a:pt x="945" y="4249"/>
                </a:lnTo>
                <a:lnTo>
                  <a:pt x="991" y="4395"/>
                </a:lnTo>
                <a:lnTo>
                  <a:pt x="1038" y="4583"/>
                </a:lnTo>
                <a:lnTo>
                  <a:pt x="1038" y="4729"/>
                </a:lnTo>
                <a:lnTo>
                  <a:pt x="1107" y="4916"/>
                </a:lnTo>
                <a:lnTo>
                  <a:pt x="1153" y="5062"/>
                </a:lnTo>
                <a:lnTo>
                  <a:pt x="1153" y="5208"/>
                </a:lnTo>
                <a:lnTo>
                  <a:pt x="1199" y="5395"/>
                </a:lnTo>
                <a:lnTo>
                  <a:pt x="1268" y="5541"/>
                </a:lnTo>
                <a:lnTo>
                  <a:pt x="1268" y="5583"/>
                </a:lnTo>
                <a:lnTo>
                  <a:pt x="1268" y="5624"/>
                </a:lnTo>
                <a:lnTo>
                  <a:pt x="1268" y="5666"/>
                </a:lnTo>
                <a:lnTo>
                  <a:pt x="1268" y="5729"/>
                </a:lnTo>
                <a:lnTo>
                  <a:pt x="1314" y="5770"/>
                </a:lnTo>
                <a:lnTo>
                  <a:pt x="1314" y="5916"/>
                </a:lnTo>
                <a:lnTo>
                  <a:pt x="1361" y="6104"/>
                </a:lnTo>
                <a:lnTo>
                  <a:pt x="1407" y="6249"/>
                </a:lnTo>
                <a:lnTo>
                  <a:pt x="1407" y="6395"/>
                </a:lnTo>
                <a:lnTo>
                  <a:pt x="1476" y="6541"/>
                </a:lnTo>
                <a:lnTo>
                  <a:pt x="1476" y="6687"/>
                </a:lnTo>
                <a:lnTo>
                  <a:pt x="1522" y="6874"/>
                </a:lnTo>
                <a:lnTo>
                  <a:pt x="1568" y="7020"/>
                </a:lnTo>
                <a:lnTo>
                  <a:pt x="1614" y="7166"/>
                </a:lnTo>
                <a:lnTo>
                  <a:pt x="1614" y="7354"/>
                </a:lnTo>
                <a:lnTo>
                  <a:pt x="1684" y="7499"/>
                </a:lnTo>
                <a:lnTo>
                  <a:pt x="1730" y="7687"/>
                </a:lnTo>
                <a:lnTo>
                  <a:pt x="1730" y="7874"/>
                </a:lnTo>
                <a:lnTo>
                  <a:pt x="1776" y="8020"/>
                </a:lnTo>
                <a:lnTo>
                  <a:pt x="1845" y="8166"/>
                </a:lnTo>
                <a:lnTo>
                  <a:pt x="1845" y="8312"/>
                </a:lnTo>
                <a:lnTo>
                  <a:pt x="1891" y="8499"/>
                </a:lnTo>
                <a:lnTo>
                  <a:pt x="1937" y="8645"/>
                </a:lnTo>
                <a:lnTo>
                  <a:pt x="1937" y="8791"/>
                </a:lnTo>
                <a:lnTo>
                  <a:pt x="1983" y="9020"/>
                </a:lnTo>
                <a:lnTo>
                  <a:pt x="2053" y="9166"/>
                </a:lnTo>
                <a:lnTo>
                  <a:pt x="2099" y="9312"/>
                </a:lnTo>
                <a:lnTo>
                  <a:pt x="2099" y="9458"/>
                </a:lnTo>
                <a:lnTo>
                  <a:pt x="2145" y="9604"/>
                </a:lnTo>
                <a:lnTo>
                  <a:pt x="2214" y="9791"/>
                </a:lnTo>
                <a:lnTo>
                  <a:pt x="2214" y="9937"/>
                </a:lnTo>
                <a:lnTo>
                  <a:pt x="2260" y="10166"/>
                </a:lnTo>
                <a:lnTo>
                  <a:pt x="2306" y="103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1532512" y="3340603"/>
            <a:ext cx="2306" cy="10458"/>
          </a:xfrm>
          <a:custGeom>
            <a:avLst/>
            <a:gdLst/>
            <a:ahLst/>
            <a:cxnLst/>
            <a:rect l="l" t="t" r="r" b="b"/>
            <a:pathLst>
              <a:path w="2306" h="10458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115" y="437"/>
                </a:lnTo>
                <a:lnTo>
                  <a:pt x="115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322" y="1479"/>
                </a:lnTo>
                <a:lnTo>
                  <a:pt x="369" y="1624"/>
                </a:lnTo>
                <a:lnTo>
                  <a:pt x="369" y="1770"/>
                </a:lnTo>
                <a:lnTo>
                  <a:pt x="415" y="1916"/>
                </a:lnTo>
                <a:lnTo>
                  <a:pt x="415" y="2062"/>
                </a:lnTo>
                <a:lnTo>
                  <a:pt x="484" y="2249"/>
                </a:lnTo>
                <a:lnTo>
                  <a:pt x="530" y="2395"/>
                </a:lnTo>
                <a:lnTo>
                  <a:pt x="576" y="2583"/>
                </a:lnTo>
                <a:lnTo>
                  <a:pt x="576" y="2729"/>
                </a:lnTo>
                <a:lnTo>
                  <a:pt x="622" y="2874"/>
                </a:lnTo>
                <a:lnTo>
                  <a:pt x="692" y="3104"/>
                </a:lnTo>
                <a:lnTo>
                  <a:pt x="692" y="3249"/>
                </a:lnTo>
                <a:lnTo>
                  <a:pt x="738" y="3395"/>
                </a:lnTo>
                <a:lnTo>
                  <a:pt x="784" y="3541"/>
                </a:lnTo>
                <a:lnTo>
                  <a:pt x="784" y="3729"/>
                </a:lnTo>
                <a:lnTo>
                  <a:pt x="830" y="3874"/>
                </a:lnTo>
                <a:lnTo>
                  <a:pt x="899" y="4020"/>
                </a:lnTo>
                <a:lnTo>
                  <a:pt x="899" y="4208"/>
                </a:lnTo>
                <a:lnTo>
                  <a:pt x="945" y="4354"/>
                </a:lnTo>
                <a:lnTo>
                  <a:pt x="991" y="4541"/>
                </a:lnTo>
                <a:lnTo>
                  <a:pt x="991" y="4687"/>
                </a:lnTo>
                <a:lnTo>
                  <a:pt x="1061" y="4833"/>
                </a:lnTo>
                <a:lnTo>
                  <a:pt x="1107" y="5020"/>
                </a:lnTo>
                <a:lnTo>
                  <a:pt x="1153" y="5208"/>
                </a:lnTo>
                <a:lnTo>
                  <a:pt x="1153" y="5354"/>
                </a:lnTo>
                <a:lnTo>
                  <a:pt x="1199" y="5499"/>
                </a:lnTo>
                <a:lnTo>
                  <a:pt x="1268" y="5687"/>
                </a:lnTo>
                <a:lnTo>
                  <a:pt x="1268" y="5833"/>
                </a:lnTo>
                <a:lnTo>
                  <a:pt x="1314" y="5979"/>
                </a:lnTo>
                <a:lnTo>
                  <a:pt x="1361" y="6208"/>
                </a:lnTo>
                <a:lnTo>
                  <a:pt x="1361" y="6354"/>
                </a:lnTo>
                <a:lnTo>
                  <a:pt x="1430" y="6499"/>
                </a:lnTo>
                <a:lnTo>
                  <a:pt x="1476" y="6687"/>
                </a:lnTo>
                <a:lnTo>
                  <a:pt x="1476" y="6833"/>
                </a:lnTo>
                <a:lnTo>
                  <a:pt x="1522" y="6979"/>
                </a:lnTo>
                <a:lnTo>
                  <a:pt x="1568" y="7124"/>
                </a:lnTo>
                <a:lnTo>
                  <a:pt x="1568" y="7312"/>
                </a:lnTo>
                <a:lnTo>
                  <a:pt x="1637" y="7458"/>
                </a:lnTo>
                <a:lnTo>
                  <a:pt x="1684" y="7604"/>
                </a:lnTo>
                <a:lnTo>
                  <a:pt x="1684" y="7791"/>
                </a:lnTo>
                <a:lnTo>
                  <a:pt x="1730" y="7937"/>
                </a:lnTo>
                <a:lnTo>
                  <a:pt x="1776" y="8124"/>
                </a:lnTo>
                <a:lnTo>
                  <a:pt x="1776" y="8270"/>
                </a:lnTo>
                <a:lnTo>
                  <a:pt x="1845" y="8416"/>
                </a:lnTo>
                <a:lnTo>
                  <a:pt x="1891" y="8604"/>
                </a:lnTo>
                <a:lnTo>
                  <a:pt x="1891" y="8749"/>
                </a:lnTo>
                <a:lnTo>
                  <a:pt x="1937" y="8937"/>
                </a:lnTo>
                <a:lnTo>
                  <a:pt x="2007" y="9083"/>
                </a:lnTo>
                <a:lnTo>
                  <a:pt x="2007" y="9229"/>
                </a:lnTo>
                <a:lnTo>
                  <a:pt x="2053" y="9416"/>
                </a:lnTo>
                <a:lnTo>
                  <a:pt x="2099" y="9562"/>
                </a:lnTo>
                <a:lnTo>
                  <a:pt x="2099" y="9749"/>
                </a:lnTo>
                <a:lnTo>
                  <a:pt x="2145" y="9895"/>
                </a:lnTo>
                <a:lnTo>
                  <a:pt x="2214" y="10041"/>
                </a:lnTo>
                <a:lnTo>
                  <a:pt x="2214" y="10229"/>
                </a:lnTo>
                <a:lnTo>
                  <a:pt x="2260" y="1037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1534819" y="3351062"/>
            <a:ext cx="2260" cy="10666"/>
          </a:xfrm>
          <a:custGeom>
            <a:avLst/>
            <a:gdLst/>
            <a:ahLst/>
            <a:cxnLst/>
            <a:rect l="l" t="t" r="r" b="b"/>
            <a:pathLst>
              <a:path w="2260" h="10666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69" y="437"/>
                </a:lnTo>
                <a:lnTo>
                  <a:pt x="115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104"/>
                </a:lnTo>
                <a:lnTo>
                  <a:pt x="276" y="1249"/>
                </a:lnTo>
                <a:lnTo>
                  <a:pt x="276" y="1395"/>
                </a:lnTo>
                <a:lnTo>
                  <a:pt x="322" y="1583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84" y="2208"/>
                </a:lnTo>
                <a:lnTo>
                  <a:pt x="484" y="2354"/>
                </a:lnTo>
                <a:lnTo>
                  <a:pt x="530" y="2541"/>
                </a:lnTo>
                <a:lnTo>
                  <a:pt x="576" y="2687"/>
                </a:lnTo>
                <a:lnTo>
                  <a:pt x="576" y="2874"/>
                </a:lnTo>
                <a:lnTo>
                  <a:pt x="645" y="3020"/>
                </a:lnTo>
                <a:lnTo>
                  <a:pt x="692" y="3166"/>
                </a:lnTo>
                <a:lnTo>
                  <a:pt x="692" y="3395"/>
                </a:lnTo>
                <a:lnTo>
                  <a:pt x="738" y="3541"/>
                </a:lnTo>
                <a:lnTo>
                  <a:pt x="784" y="3687"/>
                </a:lnTo>
                <a:lnTo>
                  <a:pt x="784" y="3874"/>
                </a:lnTo>
                <a:lnTo>
                  <a:pt x="853" y="4020"/>
                </a:lnTo>
                <a:lnTo>
                  <a:pt x="899" y="4166"/>
                </a:lnTo>
                <a:lnTo>
                  <a:pt x="899" y="4312"/>
                </a:lnTo>
                <a:lnTo>
                  <a:pt x="945" y="4499"/>
                </a:lnTo>
                <a:lnTo>
                  <a:pt x="991" y="4645"/>
                </a:lnTo>
                <a:lnTo>
                  <a:pt x="991" y="4833"/>
                </a:lnTo>
                <a:lnTo>
                  <a:pt x="1061" y="4979"/>
                </a:lnTo>
                <a:lnTo>
                  <a:pt x="1107" y="5124"/>
                </a:lnTo>
                <a:lnTo>
                  <a:pt x="1107" y="5312"/>
                </a:lnTo>
                <a:lnTo>
                  <a:pt x="1153" y="5458"/>
                </a:lnTo>
                <a:lnTo>
                  <a:pt x="1222" y="5645"/>
                </a:lnTo>
                <a:lnTo>
                  <a:pt x="1222" y="5791"/>
                </a:lnTo>
                <a:lnTo>
                  <a:pt x="1268" y="5937"/>
                </a:lnTo>
                <a:lnTo>
                  <a:pt x="1314" y="6124"/>
                </a:lnTo>
                <a:lnTo>
                  <a:pt x="1314" y="6270"/>
                </a:lnTo>
                <a:lnTo>
                  <a:pt x="1361" y="6458"/>
                </a:lnTo>
                <a:lnTo>
                  <a:pt x="1430" y="6604"/>
                </a:lnTo>
                <a:lnTo>
                  <a:pt x="1430" y="6749"/>
                </a:lnTo>
                <a:lnTo>
                  <a:pt x="1476" y="6979"/>
                </a:lnTo>
                <a:lnTo>
                  <a:pt x="1522" y="7124"/>
                </a:lnTo>
                <a:lnTo>
                  <a:pt x="1522" y="7270"/>
                </a:lnTo>
                <a:lnTo>
                  <a:pt x="1591" y="7416"/>
                </a:lnTo>
                <a:lnTo>
                  <a:pt x="1637" y="7604"/>
                </a:lnTo>
                <a:lnTo>
                  <a:pt x="1637" y="7749"/>
                </a:lnTo>
                <a:lnTo>
                  <a:pt x="1684" y="7895"/>
                </a:lnTo>
                <a:lnTo>
                  <a:pt x="1730" y="8083"/>
                </a:lnTo>
                <a:lnTo>
                  <a:pt x="1730" y="8270"/>
                </a:lnTo>
                <a:lnTo>
                  <a:pt x="1799" y="8416"/>
                </a:lnTo>
                <a:lnTo>
                  <a:pt x="1845" y="8562"/>
                </a:lnTo>
                <a:lnTo>
                  <a:pt x="1845" y="8708"/>
                </a:lnTo>
                <a:lnTo>
                  <a:pt x="1891" y="8895"/>
                </a:lnTo>
                <a:lnTo>
                  <a:pt x="1937" y="9041"/>
                </a:lnTo>
                <a:lnTo>
                  <a:pt x="1937" y="9229"/>
                </a:lnTo>
                <a:lnTo>
                  <a:pt x="2007" y="9374"/>
                </a:lnTo>
                <a:lnTo>
                  <a:pt x="2053" y="9562"/>
                </a:lnTo>
                <a:lnTo>
                  <a:pt x="2053" y="9708"/>
                </a:lnTo>
                <a:lnTo>
                  <a:pt x="2099" y="9854"/>
                </a:lnTo>
                <a:lnTo>
                  <a:pt x="2168" y="10041"/>
                </a:lnTo>
                <a:lnTo>
                  <a:pt x="2168" y="10187"/>
                </a:lnTo>
                <a:lnTo>
                  <a:pt x="2214" y="10333"/>
                </a:lnTo>
                <a:lnTo>
                  <a:pt x="2260" y="10520"/>
                </a:lnTo>
                <a:lnTo>
                  <a:pt x="2260" y="10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1537080" y="3361728"/>
            <a:ext cx="2306" cy="10791"/>
          </a:xfrm>
          <a:custGeom>
            <a:avLst/>
            <a:gdLst/>
            <a:ahLst/>
            <a:cxnLst/>
            <a:rect l="l" t="t" r="r" b="b"/>
            <a:pathLst>
              <a:path w="2306" h="10791">
                <a:moveTo>
                  <a:pt x="0" y="0"/>
                </a:moveTo>
                <a:lnTo>
                  <a:pt x="46" y="187"/>
                </a:lnTo>
                <a:lnTo>
                  <a:pt x="115" y="333"/>
                </a:lnTo>
                <a:lnTo>
                  <a:pt x="161" y="562"/>
                </a:lnTo>
                <a:lnTo>
                  <a:pt x="161" y="708"/>
                </a:lnTo>
                <a:lnTo>
                  <a:pt x="207" y="854"/>
                </a:lnTo>
                <a:lnTo>
                  <a:pt x="207" y="999"/>
                </a:lnTo>
                <a:lnTo>
                  <a:pt x="253" y="1145"/>
                </a:lnTo>
                <a:lnTo>
                  <a:pt x="322" y="1333"/>
                </a:lnTo>
                <a:lnTo>
                  <a:pt x="322" y="1479"/>
                </a:lnTo>
                <a:lnTo>
                  <a:pt x="369" y="1624"/>
                </a:lnTo>
                <a:lnTo>
                  <a:pt x="415" y="1812"/>
                </a:lnTo>
                <a:lnTo>
                  <a:pt x="415" y="1958"/>
                </a:lnTo>
                <a:lnTo>
                  <a:pt x="484" y="2145"/>
                </a:lnTo>
                <a:lnTo>
                  <a:pt x="530" y="2291"/>
                </a:lnTo>
                <a:lnTo>
                  <a:pt x="530" y="2437"/>
                </a:lnTo>
                <a:lnTo>
                  <a:pt x="576" y="2666"/>
                </a:lnTo>
                <a:lnTo>
                  <a:pt x="622" y="2812"/>
                </a:lnTo>
                <a:lnTo>
                  <a:pt x="622" y="2958"/>
                </a:lnTo>
                <a:lnTo>
                  <a:pt x="692" y="3104"/>
                </a:lnTo>
                <a:lnTo>
                  <a:pt x="738" y="3249"/>
                </a:lnTo>
                <a:lnTo>
                  <a:pt x="738" y="3479"/>
                </a:lnTo>
                <a:lnTo>
                  <a:pt x="784" y="3624"/>
                </a:lnTo>
                <a:lnTo>
                  <a:pt x="853" y="3770"/>
                </a:lnTo>
                <a:lnTo>
                  <a:pt x="853" y="3916"/>
                </a:lnTo>
                <a:lnTo>
                  <a:pt x="899" y="4104"/>
                </a:lnTo>
                <a:lnTo>
                  <a:pt x="945" y="4291"/>
                </a:lnTo>
                <a:lnTo>
                  <a:pt x="945" y="4437"/>
                </a:lnTo>
                <a:lnTo>
                  <a:pt x="991" y="4583"/>
                </a:lnTo>
                <a:lnTo>
                  <a:pt x="991" y="4729"/>
                </a:lnTo>
                <a:lnTo>
                  <a:pt x="1061" y="4916"/>
                </a:lnTo>
                <a:lnTo>
                  <a:pt x="1107" y="5062"/>
                </a:lnTo>
                <a:lnTo>
                  <a:pt x="1107" y="5208"/>
                </a:lnTo>
                <a:lnTo>
                  <a:pt x="1153" y="5395"/>
                </a:lnTo>
                <a:lnTo>
                  <a:pt x="1199" y="5541"/>
                </a:lnTo>
                <a:lnTo>
                  <a:pt x="1268" y="5729"/>
                </a:lnTo>
                <a:lnTo>
                  <a:pt x="1268" y="5874"/>
                </a:lnTo>
                <a:lnTo>
                  <a:pt x="1314" y="6020"/>
                </a:lnTo>
                <a:lnTo>
                  <a:pt x="1361" y="6249"/>
                </a:lnTo>
                <a:lnTo>
                  <a:pt x="1361" y="6395"/>
                </a:lnTo>
                <a:lnTo>
                  <a:pt x="1430" y="6541"/>
                </a:lnTo>
                <a:lnTo>
                  <a:pt x="1430" y="6687"/>
                </a:lnTo>
                <a:lnTo>
                  <a:pt x="1476" y="6833"/>
                </a:lnTo>
                <a:lnTo>
                  <a:pt x="1522" y="7062"/>
                </a:lnTo>
                <a:lnTo>
                  <a:pt x="1568" y="7208"/>
                </a:lnTo>
                <a:lnTo>
                  <a:pt x="1568" y="7354"/>
                </a:lnTo>
                <a:lnTo>
                  <a:pt x="1637" y="7499"/>
                </a:lnTo>
                <a:lnTo>
                  <a:pt x="1684" y="7687"/>
                </a:lnTo>
                <a:lnTo>
                  <a:pt x="1684" y="7833"/>
                </a:lnTo>
                <a:lnTo>
                  <a:pt x="1730" y="7979"/>
                </a:lnTo>
                <a:lnTo>
                  <a:pt x="1799" y="8208"/>
                </a:lnTo>
                <a:lnTo>
                  <a:pt x="1799" y="8354"/>
                </a:lnTo>
                <a:lnTo>
                  <a:pt x="1845" y="8499"/>
                </a:lnTo>
                <a:lnTo>
                  <a:pt x="1845" y="8645"/>
                </a:lnTo>
                <a:lnTo>
                  <a:pt x="1891" y="8791"/>
                </a:lnTo>
                <a:lnTo>
                  <a:pt x="1937" y="8979"/>
                </a:lnTo>
                <a:lnTo>
                  <a:pt x="1937" y="9124"/>
                </a:lnTo>
                <a:lnTo>
                  <a:pt x="2007" y="9354"/>
                </a:lnTo>
                <a:lnTo>
                  <a:pt x="2053" y="9499"/>
                </a:lnTo>
                <a:lnTo>
                  <a:pt x="2053" y="9645"/>
                </a:lnTo>
                <a:lnTo>
                  <a:pt x="2099" y="9791"/>
                </a:lnTo>
                <a:lnTo>
                  <a:pt x="2145" y="9937"/>
                </a:lnTo>
                <a:lnTo>
                  <a:pt x="2145" y="10124"/>
                </a:lnTo>
                <a:lnTo>
                  <a:pt x="2214" y="10270"/>
                </a:lnTo>
                <a:lnTo>
                  <a:pt x="2260" y="10416"/>
                </a:lnTo>
                <a:lnTo>
                  <a:pt x="2260" y="10603"/>
                </a:lnTo>
                <a:lnTo>
                  <a:pt x="2306" y="10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1539386" y="3372520"/>
            <a:ext cx="2306" cy="10978"/>
          </a:xfrm>
          <a:custGeom>
            <a:avLst/>
            <a:gdLst/>
            <a:ahLst/>
            <a:cxnLst/>
            <a:rect l="l" t="t" r="r" b="b"/>
            <a:pathLst>
              <a:path w="2306" h="10978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79"/>
                </a:lnTo>
                <a:lnTo>
                  <a:pt x="161" y="624"/>
                </a:lnTo>
                <a:lnTo>
                  <a:pt x="161" y="770"/>
                </a:lnTo>
                <a:lnTo>
                  <a:pt x="207" y="958"/>
                </a:lnTo>
                <a:lnTo>
                  <a:pt x="276" y="1104"/>
                </a:lnTo>
                <a:lnTo>
                  <a:pt x="276" y="1291"/>
                </a:lnTo>
                <a:lnTo>
                  <a:pt x="322" y="1437"/>
                </a:lnTo>
                <a:lnTo>
                  <a:pt x="322" y="1624"/>
                </a:lnTo>
                <a:lnTo>
                  <a:pt x="369" y="1770"/>
                </a:lnTo>
                <a:lnTo>
                  <a:pt x="415" y="1916"/>
                </a:lnTo>
                <a:lnTo>
                  <a:pt x="415" y="2104"/>
                </a:lnTo>
                <a:lnTo>
                  <a:pt x="484" y="2249"/>
                </a:lnTo>
                <a:lnTo>
                  <a:pt x="530" y="2395"/>
                </a:lnTo>
                <a:lnTo>
                  <a:pt x="530" y="2583"/>
                </a:lnTo>
                <a:lnTo>
                  <a:pt x="576" y="2729"/>
                </a:lnTo>
                <a:lnTo>
                  <a:pt x="645" y="2916"/>
                </a:lnTo>
                <a:lnTo>
                  <a:pt x="645" y="3104"/>
                </a:lnTo>
                <a:lnTo>
                  <a:pt x="692" y="3249"/>
                </a:lnTo>
                <a:lnTo>
                  <a:pt x="738" y="3395"/>
                </a:lnTo>
                <a:lnTo>
                  <a:pt x="738" y="3541"/>
                </a:lnTo>
                <a:lnTo>
                  <a:pt x="784" y="3729"/>
                </a:lnTo>
                <a:lnTo>
                  <a:pt x="853" y="3874"/>
                </a:lnTo>
                <a:lnTo>
                  <a:pt x="853" y="4062"/>
                </a:lnTo>
                <a:lnTo>
                  <a:pt x="899" y="4208"/>
                </a:lnTo>
                <a:lnTo>
                  <a:pt x="899" y="4354"/>
                </a:lnTo>
                <a:lnTo>
                  <a:pt x="945" y="4583"/>
                </a:lnTo>
                <a:lnTo>
                  <a:pt x="1015" y="4687"/>
                </a:lnTo>
                <a:lnTo>
                  <a:pt x="1015" y="4729"/>
                </a:lnTo>
                <a:lnTo>
                  <a:pt x="1015" y="4770"/>
                </a:lnTo>
                <a:lnTo>
                  <a:pt x="1015" y="4812"/>
                </a:lnTo>
                <a:lnTo>
                  <a:pt x="1061" y="4916"/>
                </a:lnTo>
                <a:lnTo>
                  <a:pt x="1061" y="5062"/>
                </a:lnTo>
                <a:lnTo>
                  <a:pt x="1107" y="5208"/>
                </a:lnTo>
                <a:lnTo>
                  <a:pt x="1107" y="5354"/>
                </a:lnTo>
                <a:lnTo>
                  <a:pt x="1153" y="5499"/>
                </a:lnTo>
                <a:lnTo>
                  <a:pt x="1222" y="5687"/>
                </a:lnTo>
                <a:lnTo>
                  <a:pt x="1222" y="5833"/>
                </a:lnTo>
                <a:lnTo>
                  <a:pt x="1268" y="6020"/>
                </a:lnTo>
                <a:lnTo>
                  <a:pt x="1314" y="6166"/>
                </a:lnTo>
                <a:lnTo>
                  <a:pt x="1314" y="6312"/>
                </a:lnTo>
                <a:lnTo>
                  <a:pt x="1361" y="6499"/>
                </a:lnTo>
                <a:lnTo>
                  <a:pt x="1430" y="6645"/>
                </a:lnTo>
                <a:lnTo>
                  <a:pt x="1430" y="6791"/>
                </a:lnTo>
                <a:lnTo>
                  <a:pt x="1476" y="6979"/>
                </a:lnTo>
                <a:lnTo>
                  <a:pt x="1476" y="7124"/>
                </a:lnTo>
                <a:lnTo>
                  <a:pt x="1522" y="7312"/>
                </a:lnTo>
                <a:lnTo>
                  <a:pt x="1591" y="7458"/>
                </a:lnTo>
                <a:lnTo>
                  <a:pt x="1637" y="7645"/>
                </a:lnTo>
                <a:lnTo>
                  <a:pt x="1637" y="7833"/>
                </a:lnTo>
                <a:lnTo>
                  <a:pt x="1684" y="7979"/>
                </a:lnTo>
                <a:lnTo>
                  <a:pt x="1730" y="8166"/>
                </a:lnTo>
                <a:lnTo>
                  <a:pt x="1730" y="8312"/>
                </a:lnTo>
                <a:lnTo>
                  <a:pt x="1799" y="8499"/>
                </a:lnTo>
                <a:lnTo>
                  <a:pt x="1845" y="8645"/>
                </a:lnTo>
                <a:lnTo>
                  <a:pt x="1845" y="8791"/>
                </a:lnTo>
                <a:lnTo>
                  <a:pt x="1891" y="8937"/>
                </a:lnTo>
                <a:lnTo>
                  <a:pt x="1891" y="9083"/>
                </a:lnTo>
                <a:lnTo>
                  <a:pt x="1960" y="9270"/>
                </a:lnTo>
                <a:lnTo>
                  <a:pt x="2007" y="9416"/>
                </a:lnTo>
                <a:lnTo>
                  <a:pt x="2007" y="9604"/>
                </a:lnTo>
                <a:lnTo>
                  <a:pt x="2053" y="9749"/>
                </a:lnTo>
                <a:lnTo>
                  <a:pt x="2099" y="9937"/>
                </a:lnTo>
                <a:lnTo>
                  <a:pt x="2099" y="10083"/>
                </a:lnTo>
                <a:lnTo>
                  <a:pt x="2168" y="10270"/>
                </a:lnTo>
                <a:lnTo>
                  <a:pt x="2214" y="10416"/>
                </a:lnTo>
                <a:lnTo>
                  <a:pt x="2214" y="10562"/>
                </a:lnTo>
                <a:lnTo>
                  <a:pt x="2260" y="10708"/>
                </a:lnTo>
                <a:lnTo>
                  <a:pt x="2306" y="108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1541693" y="3383499"/>
            <a:ext cx="2329" cy="11083"/>
          </a:xfrm>
          <a:custGeom>
            <a:avLst/>
            <a:gdLst/>
            <a:ahLst/>
            <a:cxnLst/>
            <a:rect l="l" t="t" r="r" b="b"/>
            <a:pathLst>
              <a:path w="2329" h="11083">
                <a:moveTo>
                  <a:pt x="0" y="0"/>
                </a:moveTo>
                <a:lnTo>
                  <a:pt x="69" y="145"/>
                </a:lnTo>
                <a:lnTo>
                  <a:pt x="69" y="333"/>
                </a:lnTo>
                <a:lnTo>
                  <a:pt x="115" y="479"/>
                </a:lnTo>
                <a:lnTo>
                  <a:pt x="161" y="666"/>
                </a:lnTo>
                <a:lnTo>
                  <a:pt x="161" y="812"/>
                </a:lnTo>
                <a:lnTo>
                  <a:pt x="230" y="958"/>
                </a:lnTo>
                <a:lnTo>
                  <a:pt x="230" y="1104"/>
                </a:lnTo>
                <a:lnTo>
                  <a:pt x="276" y="1249"/>
                </a:lnTo>
                <a:lnTo>
                  <a:pt x="276" y="1395"/>
                </a:lnTo>
                <a:lnTo>
                  <a:pt x="322" y="1541"/>
                </a:lnTo>
                <a:lnTo>
                  <a:pt x="369" y="1729"/>
                </a:lnTo>
                <a:lnTo>
                  <a:pt x="369" y="1874"/>
                </a:lnTo>
                <a:lnTo>
                  <a:pt x="438" y="2062"/>
                </a:lnTo>
                <a:lnTo>
                  <a:pt x="484" y="2208"/>
                </a:lnTo>
                <a:lnTo>
                  <a:pt x="484" y="2354"/>
                </a:lnTo>
                <a:lnTo>
                  <a:pt x="530" y="2499"/>
                </a:lnTo>
                <a:lnTo>
                  <a:pt x="576" y="2687"/>
                </a:lnTo>
                <a:lnTo>
                  <a:pt x="576" y="2833"/>
                </a:lnTo>
                <a:lnTo>
                  <a:pt x="645" y="2979"/>
                </a:lnTo>
                <a:lnTo>
                  <a:pt x="645" y="3166"/>
                </a:lnTo>
                <a:lnTo>
                  <a:pt x="692" y="3312"/>
                </a:lnTo>
                <a:lnTo>
                  <a:pt x="738" y="3499"/>
                </a:lnTo>
                <a:lnTo>
                  <a:pt x="738" y="3645"/>
                </a:lnTo>
                <a:lnTo>
                  <a:pt x="807" y="3833"/>
                </a:lnTo>
                <a:lnTo>
                  <a:pt x="853" y="3979"/>
                </a:lnTo>
                <a:lnTo>
                  <a:pt x="853" y="4124"/>
                </a:lnTo>
                <a:lnTo>
                  <a:pt x="899" y="4312"/>
                </a:lnTo>
                <a:lnTo>
                  <a:pt x="899" y="4458"/>
                </a:lnTo>
                <a:lnTo>
                  <a:pt x="945" y="4645"/>
                </a:lnTo>
                <a:lnTo>
                  <a:pt x="1015" y="4791"/>
                </a:lnTo>
                <a:lnTo>
                  <a:pt x="1015" y="4937"/>
                </a:lnTo>
                <a:lnTo>
                  <a:pt x="1061" y="5124"/>
                </a:lnTo>
                <a:lnTo>
                  <a:pt x="1107" y="5270"/>
                </a:lnTo>
                <a:lnTo>
                  <a:pt x="1107" y="5458"/>
                </a:lnTo>
                <a:lnTo>
                  <a:pt x="1176" y="5604"/>
                </a:lnTo>
                <a:lnTo>
                  <a:pt x="1222" y="5791"/>
                </a:lnTo>
                <a:lnTo>
                  <a:pt x="1222" y="5937"/>
                </a:lnTo>
                <a:lnTo>
                  <a:pt x="1268" y="6124"/>
                </a:lnTo>
                <a:lnTo>
                  <a:pt x="1314" y="6208"/>
                </a:lnTo>
                <a:lnTo>
                  <a:pt x="1314" y="6270"/>
                </a:lnTo>
                <a:lnTo>
                  <a:pt x="1314" y="6312"/>
                </a:lnTo>
                <a:lnTo>
                  <a:pt x="1314" y="6354"/>
                </a:lnTo>
                <a:lnTo>
                  <a:pt x="1314" y="6458"/>
                </a:lnTo>
                <a:lnTo>
                  <a:pt x="1384" y="6604"/>
                </a:lnTo>
                <a:lnTo>
                  <a:pt x="1430" y="6791"/>
                </a:lnTo>
                <a:lnTo>
                  <a:pt x="1430" y="6937"/>
                </a:lnTo>
                <a:lnTo>
                  <a:pt x="1476" y="7124"/>
                </a:lnTo>
                <a:lnTo>
                  <a:pt x="1522" y="7270"/>
                </a:lnTo>
                <a:lnTo>
                  <a:pt x="1522" y="7458"/>
                </a:lnTo>
                <a:lnTo>
                  <a:pt x="1591" y="7604"/>
                </a:lnTo>
                <a:lnTo>
                  <a:pt x="1637" y="7791"/>
                </a:lnTo>
                <a:lnTo>
                  <a:pt x="1637" y="7937"/>
                </a:lnTo>
                <a:lnTo>
                  <a:pt x="1684" y="8124"/>
                </a:lnTo>
                <a:lnTo>
                  <a:pt x="1753" y="8270"/>
                </a:lnTo>
                <a:lnTo>
                  <a:pt x="1753" y="8458"/>
                </a:lnTo>
                <a:lnTo>
                  <a:pt x="1799" y="8604"/>
                </a:lnTo>
                <a:lnTo>
                  <a:pt x="1845" y="8791"/>
                </a:lnTo>
                <a:lnTo>
                  <a:pt x="1845" y="8937"/>
                </a:lnTo>
                <a:lnTo>
                  <a:pt x="1891" y="9124"/>
                </a:lnTo>
                <a:lnTo>
                  <a:pt x="1960" y="9270"/>
                </a:lnTo>
                <a:lnTo>
                  <a:pt x="1960" y="9458"/>
                </a:lnTo>
                <a:lnTo>
                  <a:pt x="2007" y="9604"/>
                </a:lnTo>
                <a:lnTo>
                  <a:pt x="2007" y="9749"/>
                </a:lnTo>
                <a:lnTo>
                  <a:pt x="2053" y="9895"/>
                </a:lnTo>
                <a:lnTo>
                  <a:pt x="2099" y="10083"/>
                </a:lnTo>
                <a:lnTo>
                  <a:pt x="2099" y="10229"/>
                </a:lnTo>
                <a:lnTo>
                  <a:pt x="2168" y="10416"/>
                </a:lnTo>
                <a:lnTo>
                  <a:pt x="2214" y="10562"/>
                </a:lnTo>
                <a:lnTo>
                  <a:pt x="2214" y="10749"/>
                </a:lnTo>
                <a:lnTo>
                  <a:pt x="2260" y="10895"/>
                </a:lnTo>
                <a:lnTo>
                  <a:pt x="2329" y="110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1544023" y="3394582"/>
            <a:ext cx="2191" cy="11187"/>
          </a:xfrm>
          <a:custGeom>
            <a:avLst/>
            <a:gdLst/>
            <a:ahLst/>
            <a:cxnLst/>
            <a:rect l="l" t="t" r="r" b="b"/>
            <a:pathLst>
              <a:path w="2191" h="11187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92" y="624"/>
                </a:lnTo>
                <a:lnTo>
                  <a:pt x="138" y="770"/>
                </a:lnTo>
                <a:lnTo>
                  <a:pt x="138" y="958"/>
                </a:lnTo>
                <a:lnTo>
                  <a:pt x="207" y="1104"/>
                </a:lnTo>
                <a:lnTo>
                  <a:pt x="253" y="1291"/>
                </a:lnTo>
                <a:lnTo>
                  <a:pt x="253" y="1437"/>
                </a:lnTo>
                <a:lnTo>
                  <a:pt x="299" y="1583"/>
                </a:lnTo>
                <a:lnTo>
                  <a:pt x="299" y="1729"/>
                </a:lnTo>
                <a:lnTo>
                  <a:pt x="369" y="1916"/>
                </a:lnTo>
                <a:lnTo>
                  <a:pt x="415" y="2062"/>
                </a:lnTo>
                <a:lnTo>
                  <a:pt x="415" y="2249"/>
                </a:lnTo>
                <a:lnTo>
                  <a:pt x="461" y="2395"/>
                </a:lnTo>
                <a:lnTo>
                  <a:pt x="507" y="2583"/>
                </a:lnTo>
                <a:lnTo>
                  <a:pt x="507" y="2729"/>
                </a:lnTo>
                <a:lnTo>
                  <a:pt x="576" y="2874"/>
                </a:lnTo>
                <a:lnTo>
                  <a:pt x="576" y="3020"/>
                </a:lnTo>
                <a:lnTo>
                  <a:pt x="576" y="3208"/>
                </a:lnTo>
                <a:lnTo>
                  <a:pt x="622" y="3354"/>
                </a:lnTo>
                <a:lnTo>
                  <a:pt x="669" y="3541"/>
                </a:lnTo>
                <a:lnTo>
                  <a:pt x="669" y="3687"/>
                </a:lnTo>
                <a:lnTo>
                  <a:pt x="715" y="3833"/>
                </a:lnTo>
                <a:lnTo>
                  <a:pt x="715" y="3979"/>
                </a:lnTo>
                <a:lnTo>
                  <a:pt x="784" y="4166"/>
                </a:lnTo>
                <a:lnTo>
                  <a:pt x="830" y="4312"/>
                </a:lnTo>
                <a:lnTo>
                  <a:pt x="830" y="4458"/>
                </a:lnTo>
                <a:lnTo>
                  <a:pt x="876" y="4604"/>
                </a:lnTo>
                <a:lnTo>
                  <a:pt x="876" y="4791"/>
                </a:lnTo>
                <a:lnTo>
                  <a:pt x="945" y="4937"/>
                </a:lnTo>
                <a:lnTo>
                  <a:pt x="991" y="5124"/>
                </a:lnTo>
                <a:lnTo>
                  <a:pt x="991" y="5270"/>
                </a:lnTo>
                <a:lnTo>
                  <a:pt x="1038" y="5416"/>
                </a:lnTo>
                <a:lnTo>
                  <a:pt x="1084" y="5604"/>
                </a:lnTo>
                <a:lnTo>
                  <a:pt x="1084" y="5749"/>
                </a:lnTo>
                <a:lnTo>
                  <a:pt x="1153" y="5937"/>
                </a:lnTo>
                <a:lnTo>
                  <a:pt x="1153" y="6083"/>
                </a:lnTo>
                <a:lnTo>
                  <a:pt x="1199" y="6229"/>
                </a:lnTo>
                <a:lnTo>
                  <a:pt x="1245" y="6416"/>
                </a:lnTo>
                <a:lnTo>
                  <a:pt x="1245" y="6562"/>
                </a:lnTo>
                <a:lnTo>
                  <a:pt x="1314" y="6749"/>
                </a:lnTo>
                <a:lnTo>
                  <a:pt x="1361" y="6895"/>
                </a:lnTo>
                <a:lnTo>
                  <a:pt x="1361" y="7083"/>
                </a:lnTo>
                <a:lnTo>
                  <a:pt x="1407" y="7229"/>
                </a:lnTo>
                <a:lnTo>
                  <a:pt x="1407" y="7374"/>
                </a:lnTo>
                <a:lnTo>
                  <a:pt x="1453" y="7604"/>
                </a:lnTo>
                <a:lnTo>
                  <a:pt x="1522" y="7749"/>
                </a:lnTo>
                <a:lnTo>
                  <a:pt x="1568" y="7937"/>
                </a:lnTo>
                <a:lnTo>
                  <a:pt x="1568" y="8083"/>
                </a:lnTo>
                <a:lnTo>
                  <a:pt x="1614" y="8124"/>
                </a:lnTo>
                <a:lnTo>
                  <a:pt x="1614" y="8229"/>
                </a:lnTo>
                <a:lnTo>
                  <a:pt x="1614" y="8270"/>
                </a:lnTo>
                <a:lnTo>
                  <a:pt x="1614" y="8312"/>
                </a:lnTo>
                <a:lnTo>
                  <a:pt x="1614" y="8374"/>
                </a:lnTo>
                <a:lnTo>
                  <a:pt x="1660" y="8562"/>
                </a:lnTo>
                <a:lnTo>
                  <a:pt x="1730" y="8708"/>
                </a:lnTo>
                <a:lnTo>
                  <a:pt x="1730" y="8854"/>
                </a:lnTo>
                <a:lnTo>
                  <a:pt x="1776" y="8999"/>
                </a:lnTo>
                <a:lnTo>
                  <a:pt x="1822" y="9187"/>
                </a:lnTo>
                <a:lnTo>
                  <a:pt x="1822" y="9333"/>
                </a:lnTo>
                <a:lnTo>
                  <a:pt x="1891" y="9520"/>
                </a:lnTo>
                <a:lnTo>
                  <a:pt x="1937" y="9666"/>
                </a:lnTo>
                <a:lnTo>
                  <a:pt x="1937" y="9812"/>
                </a:lnTo>
                <a:lnTo>
                  <a:pt x="1983" y="9999"/>
                </a:lnTo>
                <a:lnTo>
                  <a:pt x="1983" y="10145"/>
                </a:lnTo>
                <a:lnTo>
                  <a:pt x="2030" y="10374"/>
                </a:lnTo>
                <a:lnTo>
                  <a:pt x="2099" y="10520"/>
                </a:lnTo>
                <a:lnTo>
                  <a:pt x="2099" y="10708"/>
                </a:lnTo>
                <a:lnTo>
                  <a:pt x="2145" y="10853"/>
                </a:lnTo>
                <a:lnTo>
                  <a:pt x="2191" y="10999"/>
                </a:lnTo>
                <a:lnTo>
                  <a:pt x="2191" y="1114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1546215" y="3405769"/>
            <a:ext cx="2306" cy="11333"/>
          </a:xfrm>
          <a:custGeom>
            <a:avLst/>
            <a:gdLst/>
            <a:ahLst/>
            <a:cxnLst/>
            <a:rect l="l" t="t" r="r" b="b"/>
            <a:pathLst>
              <a:path w="2306" h="11333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15" y="437"/>
                </a:lnTo>
                <a:lnTo>
                  <a:pt x="161" y="583"/>
                </a:lnTo>
                <a:lnTo>
                  <a:pt x="161" y="770"/>
                </a:lnTo>
                <a:lnTo>
                  <a:pt x="207" y="916"/>
                </a:lnTo>
                <a:lnTo>
                  <a:pt x="276" y="1104"/>
                </a:lnTo>
                <a:lnTo>
                  <a:pt x="276" y="1249"/>
                </a:lnTo>
                <a:lnTo>
                  <a:pt x="322" y="1395"/>
                </a:lnTo>
                <a:lnTo>
                  <a:pt x="369" y="1624"/>
                </a:lnTo>
                <a:lnTo>
                  <a:pt x="369" y="1770"/>
                </a:lnTo>
                <a:lnTo>
                  <a:pt x="415" y="1958"/>
                </a:lnTo>
                <a:lnTo>
                  <a:pt x="484" y="2104"/>
                </a:lnTo>
                <a:lnTo>
                  <a:pt x="484" y="2249"/>
                </a:lnTo>
                <a:lnTo>
                  <a:pt x="530" y="2395"/>
                </a:lnTo>
                <a:lnTo>
                  <a:pt x="530" y="2541"/>
                </a:lnTo>
                <a:lnTo>
                  <a:pt x="576" y="2729"/>
                </a:lnTo>
                <a:lnTo>
                  <a:pt x="576" y="2874"/>
                </a:lnTo>
                <a:lnTo>
                  <a:pt x="645" y="3062"/>
                </a:lnTo>
                <a:lnTo>
                  <a:pt x="692" y="3208"/>
                </a:lnTo>
                <a:lnTo>
                  <a:pt x="692" y="3354"/>
                </a:lnTo>
                <a:lnTo>
                  <a:pt x="738" y="3541"/>
                </a:lnTo>
                <a:lnTo>
                  <a:pt x="784" y="3729"/>
                </a:lnTo>
                <a:lnTo>
                  <a:pt x="784" y="3874"/>
                </a:lnTo>
                <a:lnTo>
                  <a:pt x="853" y="4062"/>
                </a:lnTo>
                <a:lnTo>
                  <a:pt x="899" y="4208"/>
                </a:lnTo>
                <a:lnTo>
                  <a:pt x="899" y="4354"/>
                </a:lnTo>
                <a:lnTo>
                  <a:pt x="945" y="4499"/>
                </a:lnTo>
                <a:lnTo>
                  <a:pt x="945" y="4687"/>
                </a:lnTo>
                <a:lnTo>
                  <a:pt x="991" y="4833"/>
                </a:lnTo>
                <a:lnTo>
                  <a:pt x="1061" y="4979"/>
                </a:lnTo>
                <a:lnTo>
                  <a:pt x="1061" y="5166"/>
                </a:lnTo>
                <a:lnTo>
                  <a:pt x="1107" y="5312"/>
                </a:lnTo>
                <a:lnTo>
                  <a:pt x="1153" y="5541"/>
                </a:lnTo>
                <a:lnTo>
                  <a:pt x="1153" y="5687"/>
                </a:lnTo>
                <a:lnTo>
                  <a:pt x="1222" y="5833"/>
                </a:lnTo>
                <a:lnTo>
                  <a:pt x="1268" y="5979"/>
                </a:lnTo>
                <a:lnTo>
                  <a:pt x="1268" y="6124"/>
                </a:lnTo>
                <a:lnTo>
                  <a:pt x="1314" y="6312"/>
                </a:lnTo>
                <a:lnTo>
                  <a:pt x="1314" y="6458"/>
                </a:lnTo>
                <a:lnTo>
                  <a:pt x="1361" y="6645"/>
                </a:lnTo>
                <a:lnTo>
                  <a:pt x="1430" y="6791"/>
                </a:lnTo>
                <a:lnTo>
                  <a:pt x="1430" y="6937"/>
                </a:lnTo>
                <a:lnTo>
                  <a:pt x="1476" y="7124"/>
                </a:lnTo>
                <a:lnTo>
                  <a:pt x="1522" y="7312"/>
                </a:lnTo>
                <a:lnTo>
                  <a:pt x="1522" y="7458"/>
                </a:lnTo>
                <a:lnTo>
                  <a:pt x="1591" y="7604"/>
                </a:lnTo>
                <a:lnTo>
                  <a:pt x="1591" y="7749"/>
                </a:lnTo>
                <a:lnTo>
                  <a:pt x="1637" y="7937"/>
                </a:lnTo>
                <a:lnTo>
                  <a:pt x="1684" y="8083"/>
                </a:lnTo>
                <a:lnTo>
                  <a:pt x="1684" y="8270"/>
                </a:lnTo>
                <a:lnTo>
                  <a:pt x="1730" y="8416"/>
                </a:lnTo>
                <a:lnTo>
                  <a:pt x="1730" y="8562"/>
                </a:lnTo>
                <a:lnTo>
                  <a:pt x="1799" y="8791"/>
                </a:lnTo>
                <a:lnTo>
                  <a:pt x="1845" y="8937"/>
                </a:lnTo>
                <a:lnTo>
                  <a:pt x="1845" y="9083"/>
                </a:lnTo>
                <a:lnTo>
                  <a:pt x="1891" y="9229"/>
                </a:lnTo>
                <a:lnTo>
                  <a:pt x="1937" y="9374"/>
                </a:lnTo>
                <a:lnTo>
                  <a:pt x="1937" y="9562"/>
                </a:lnTo>
                <a:lnTo>
                  <a:pt x="2007" y="9708"/>
                </a:lnTo>
                <a:lnTo>
                  <a:pt x="2053" y="9937"/>
                </a:lnTo>
                <a:lnTo>
                  <a:pt x="2053" y="10083"/>
                </a:lnTo>
                <a:lnTo>
                  <a:pt x="2099" y="10124"/>
                </a:lnTo>
                <a:lnTo>
                  <a:pt x="2099" y="10229"/>
                </a:lnTo>
                <a:lnTo>
                  <a:pt x="2099" y="10270"/>
                </a:lnTo>
                <a:lnTo>
                  <a:pt x="2099" y="10312"/>
                </a:lnTo>
                <a:lnTo>
                  <a:pt x="2099" y="10374"/>
                </a:lnTo>
                <a:lnTo>
                  <a:pt x="2168" y="10562"/>
                </a:lnTo>
                <a:lnTo>
                  <a:pt x="2214" y="10708"/>
                </a:lnTo>
                <a:lnTo>
                  <a:pt x="2214" y="10853"/>
                </a:lnTo>
                <a:lnTo>
                  <a:pt x="2260" y="11041"/>
                </a:lnTo>
                <a:lnTo>
                  <a:pt x="2306" y="11187"/>
                </a:lnTo>
                <a:lnTo>
                  <a:pt x="2306" y="11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1548522" y="3417102"/>
            <a:ext cx="2329" cy="11458"/>
          </a:xfrm>
          <a:custGeom>
            <a:avLst/>
            <a:gdLst/>
            <a:ahLst/>
            <a:cxnLst/>
            <a:rect l="l" t="t" r="r" b="b"/>
            <a:pathLst>
              <a:path w="2329" h="11458">
                <a:moveTo>
                  <a:pt x="0" y="0"/>
                </a:moveTo>
                <a:lnTo>
                  <a:pt x="69" y="187"/>
                </a:lnTo>
                <a:lnTo>
                  <a:pt x="115" y="374"/>
                </a:lnTo>
                <a:lnTo>
                  <a:pt x="115" y="520"/>
                </a:lnTo>
                <a:lnTo>
                  <a:pt x="161" y="666"/>
                </a:lnTo>
                <a:lnTo>
                  <a:pt x="161" y="812"/>
                </a:lnTo>
                <a:lnTo>
                  <a:pt x="207" y="999"/>
                </a:lnTo>
                <a:lnTo>
                  <a:pt x="276" y="1145"/>
                </a:lnTo>
                <a:lnTo>
                  <a:pt x="276" y="1333"/>
                </a:lnTo>
                <a:lnTo>
                  <a:pt x="322" y="1520"/>
                </a:lnTo>
                <a:lnTo>
                  <a:pt x="369" y="1666"/>
                </a:lnTo>
                <a:lnTo>
                  <a:pt x="369" y="1812"/>
                </a:lnTo>
                <a:lnTo>
                  <a:pt x="438" y="1958"/>
                </a:lnTo>
                <a:lnTo>
                  <a:pt x="438" y="2145"/>
                </a:lnTo>
                <a:lnTo>
                  <a:pt x="484" y="2291"/>
                </a:lnTo>
                <a:lnTo>
                  <a:pt x="530" y="2479"/>
                </a:lnTo>
                <a:lnTo>
                  <a:pt x="530" y="2666"/>
                </a:lnTo>
                <a:lnTo>
                  <a:pt x="576" y="2812"/>
                </a:lnTo>
                <a:lnTo>
                  <a:pt x="576" y="2958"/>
                </a:lnTo>
                <a:lnTo>
                  <a:pt x="645" y="3104"/>
                </a:lnTo>
                <a:lnTo>
                  <a:pt x="692" y="3291"/>
                </a:lnTo>
                <a:lnTo>
                  <a:pt x="692" y="3437"/>
                </a:lnTo>
                <a:lnTo>
                  <a:pt x="738" y="3583"/>
                </a:lnTo>
                <a:lnTo>
                  <a:pt x="807" y="3812"/>
                </a:lnTo>
                <a:lnTo>
                  <a:pt x="807" y="3958"/>
                </a:lnTo>
                <a:lnTo>
                  <a:pt x="853" y="4104"/>
                </a:lnTo>
                <a:lnTo>
                  <a:pt x="899" y="4249"/>
                </a:lnTo>
                <a:lnTo>
                  <a:pt x="899" y="4395"/>
                </a:lnTo>
                <a:lnTo>
                  <a:pt x="945" y="4583"/>
                </a:lnTo>
                <a:lnTo>
                  <a:pt x="945" y="4729"/>
                </a:lnTo>
                <a:lnTo>
                  <a:pt x="1015" y="4958"/>
                </a:lnTo>
                <a:lnTo>
                  <a:pt x="1061" y="5104"/>
                </a:lnTo>
                <a:lnTo>
                  <a:pt x="1061" y="5249"/>
                </a:lnTo>
                <a:lnTo>
                  <a:pt x="1107" y="5395"/>
                </a:lnTo>
                <a:lnTo>
                  <a:pt x="1107" y="5541"/>
                </a:lnTo>
                <a:lnTo>
                  <a:pt x="1153" y="5729"/>
                </a:lnTo>
                <a:lnTo>
                  <a:pt x="1222" y="5874"/>
                </a:lnTo>
                <a:lnTo>
                  <a:pt x="1268" y="6104"/>
                </a:lnTo>
                <a:lnTo>
                  <a:pt x="1268" y="6249"/>
                </a:lnTo>
                <a:lnTo>
                  <a:pt x="1314" y="6395"/>
                </a:lnTo>
                <a:lnTo>
                  <a:pt x="1314" y="6541"/>
                </a:lnTo>
                <a:lnTo>
                  <a:pt x="1384" y="6687"/>
                </a:lnTo>
                <a:lnTo>
                  <a:pt x="1430" y="6916"/>
                </a:lnTo>
                <a:lnTo>
                  <a:pt x="1430" y="7062"/>
                </a:lnTo>
                <a:lnTo>
                  <a:pt x="1476" y="7208"/>
                </a:lnTo>
                <a:lnTo>
                  <a:pt x="1476" y="7354"/>
                </a:lnTo>
                <a:lnTo>
                  <a:pt x="1522" y="7499"/>
                </a:lnTo>
                <a:lnTo>
                  <a:pt x="1591" y="7687"/>
                </a:lnTo>
                <a:lnTo>
                  <a:pt x="1591" y="7833"/>
                </a:lnTo>
                <a:lnTo>
                  <a:pt x="1637" y="7979"/>
                </a:lnTo>
                <a:lnTo>
                  <a:pt x="1637" y="8166"/>
                </a:lnTo>
                <a:lnTo>
                  <a:pt x="1684" y="8354"/>
                </a:lnTo>
                <a:lnTo>
                  <a:pt x="1753" y="8499"/>
                </a:lnTo>
                <a:lnTo>
                  <a:pt x="1753" y="8645"/>
                </a:lnTo>
                <a:lnTo>
                  <a:pt x="1799" y="8791"/>
                </a:lnTo>
                <a:lnTo>
                  <a:pt x="1845" y="8979"/>
                </a:lnTo>
                <a:lnTo>
                  <a:pt x="1845" y="9124"/>
                </a:lnTo>
                <a:lnTo>
                  <a:pt x="1891" y="9312"/>
                </a:lnTo>
                <a:lnTo>
                  <a:pt x="1891" y="9458"/>
                </a:lnTo>
                <a:lnTo>
                  <a:pt x="1960" y="9645"/>
                </a:lnTo>
                <a:lnTo>
                  <a:pt x="2007" y="9791"/>
                </a:lnTo>
                <a:lnTo>
                  <a:pt x="2007" y="9937"/>
                </a:lnTo>
                <a:lnTo>
                  <a:pt x="2053" y="10124"/>
                </a:lnTo>
                <a:lnTo>
                  <a:pt x="2099" y="10312"/>
                </a:lnTo>
                <a:lnTo>
                  <a:pt x="2099" y="10458"/>
                </a:lnTo>
                <a:lnTo>
                  <a:pt x="2168" y="10603"/>
                </a:lnTo>
                <a:lnTo>
                  <a:pt x="2168" y="10749"/>
                </a:lnTo>
                <a:lnTo>
                  <a:pt x="2214" y="10937"/>
                </a:lnTo>
                <a:lnTo>
                  <a:pt x="2260" y="11124"/>
                </a:lnTo>
                <a:lnTo>
                  <a:pt x="2260" y="11270"/>
                </a:lnTo>
                <a:lnTo>
                  <a:pt x="2329" y="114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1550852" y="3428560"/>
            <a:ext cx="2306" cy="11520"/>
          </a:xfrm>
          <a:custGeom>
            <a:avLst/>
            <a:gdLst/>
            <a:ahLst/>
            <a:cxnLst/>
            <a:rect l="l" t="t" r="r" b="b"/>
            <a:pathLst>
              <a:path w="2306" h="11520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92" y="624"/>
                </a:lnTo>
                <a:lnTo>
                  <a:pt x="138" y="812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99" y="1437"/>
                </a:lnTo>
                <a:lnTo>
                  <a:pt x="299" y="1624"/>
                </a:lnTo>
                <a:lnTo>
                  <a:pt x="346" y="1770"/>
                </a:lnTo>
                <a:lnTo>
                  <a:pt x="346" y="1916"/>
                </a:lnTo>
                <a:lnTo>
                  <a:pt x="415" y="2062"/>
                </a:lnTo>
                <a:lnTo>
                  <a:pt x="461" y="2249"/>
                </a:lnTo>
                <a:lnTo>
                  <a:pt x="461" y="2437"/>
                </a:lnTo>
                <a:lnTo>
                  <a:pt x="507" y="2583"/>
                </a:lnTo>
                <a:lnTo>
                  <a:pt x="507" y="2729"/>
                </a:lnTo>
                <a:lnTo>
                  <a:pt x="576" y="2874"/>
                </a:lnTo>
                <a:lnTo>
                  <a:pt x="622" y="3062"/>
                </a:lnTo>
                <a:lnTo>
                  <a:pt x="622" y="3208"/>
                </a:lnTo>
                <a:lnTo>
                  <a:pt x="669" y="3395"/>
                </a:lnTo>
                <a:lnTo>
                  <a:pt x="669" y="3541"/>
                </a:lnTo>
                <a:lnTo>
                  <a:pt x="715" y="3687"/>
                </a:lnTo>
                <a:lnTo>
                  <a:pt x="784" y="3874"/>
                </a:lnTo>
                <a:lnTo>
                  <a:pt x="784" y="4020"/>
                </a:lnTo>
                <a:lnTo>
                  <a:pt x="830" y="4208"/>
                </a:lnTo>
                <a:lnTo>
                  <a:pt x="876" y="4395"/>
                </a:lnTo>
                <a:lnTo>
                  <a:pt x="876" y="4541"/>
                </a:lnTo>
                <a:lnTo>
                  <a:pt x="945" y="4687"/>
                </a:lnTo>
                <a:lnTo>
                  <a:pt x="945" y="4833"/>
                </a:lnTo>
                <a:lnTo>
                  <a:pt x="991" y="5020"/>
                </a:lnTo>
                <a:lnTo>
                  <a:pt x="1038" y="5208"/>
                </a:lnTo>
                <a:lnTo>
                  <a:pt x="1038" y="5354"/>
                </a:lnTo>
                <a:lnTo>
                  <a:pt x="1084" y="5499"/>
                </a:lnTo>
                <a:lnTo>
                  <a:pt x="1153" y="5645"/>
                </a:lnTo>
                <a:lnTo>
                  <a:pt x="1153" y="5833"/>
                </a:lnTo>
                <a:lnTo>
                  <a:pt x="1199" y="6020"/>
                </a:lnTo>
                <a:lnTo>
                  <a:pt x="1245" y="6166"/>
                </a:lnTo>
                <a:lnTo>
                  <a:pt x="1245" y="6312"/>
                </a:lnTo>
                <a:lnTo>
                  <a:pt x="1291" y="6458"/>
                </a:lnTo>
                <a:lnTo>
                  <a:pt x="1291" y="6645"/>
                </a:lnTo>
                <a:lnTo>
                  <a:pt x="1361" y="6833"/>
                </a:lnTo>
                <a:lnTo>
                  <a:pt x="1407" y="6979"/>
                </a:lnTo>
                <a:lnTo>
                  <a:pt x="1407" y="7124"/>
                </a:lnTo>
                <a:lnTo>
                  <a:pt x="1453" y="7270"/>
                </a:lnTo>
                <a:lnTo>
                  <a:pt x="1453" y="7458"/>
                </a:lnTo>
                <a:lnTo>
                  <a:pt x="1522" y="7645"/>
                </a:lnTo>
                <a:lnTo>
                  <a:pt x="1568" y="7791"/>
                </a:lnTo>
                <a:lnTo>
                  <a:pt x="1568" y="7937"/>
                </a:lnTo>
                <a:lnTo>
                  <a:pt x="1614" y="8083"/>
                </a:lnTo>
                <a:lnTo>
                  <a:pt x="1614" y="8270"/>
                </a:lnTo>
                <a:lnTo>
                  <a:pt x="1660" y="8458"/>
                </a:lnTo>
                <a:lnTo>
                  <a:pt x="1730" y="8604"/>
                </a:lnTo>
                <a:lnTo>
                  <a:pt x="1730" y="8749"/>
                </a:lnTo>
                <a:lnTo>
                  <a:pt x="1776" y="8979"/>
                </a:lnTo>
                <a:lnTo>
                  <a:pt x="1822" y="9124"/>
                </a:lnTo>
                <a:lnTo>
                  <a:pt x="1822" y="9270"/>
                </a:lnTo>
                <a:lnTo>
                  <a:pt x="1868" y="9416"/>
                </a:lnTo>
                <a:lnTo>
                  <a:pt x="1868" y="9562"/>
                </a:lnTo>
                <a:lnTo>
                  <a:pt x="1937" y="9791"/>
                </a:lnTo>
                <a:lnTo>
                  <a:pt x="1983" y="9937"/>
                </a:lnTo>
                <a:lnTo>
                  <a:pt x="1983" y="10083"/>
                </a:lnTo>
                <a:lnTo>
                  <a:pt x="2030" y="10229"/>
                </a:lnTo>
                <a:lnTo>
                  <a:pt x="2030" y="10374"/>
                </a:lnTo>
                <a:lnTo>
                  <a:pt x="2099" y="10603"/>
                </a:lnTo>
                <a:lnTo>
                  <a:pt x="2145" y="10749"/>
                </a:lnTo>
                <a:lnTo>
                  <a:pt x="2145" y="10895"/>
                </a:lnTo>
                <a:lnTo>
                  <a:pt x="2191" y="11041"/>
                </a:lnTo>
                <a:lnTo>
                  <a:pt x="2191" y="11187"/>
                </a:lnTo>
                <a:lnTo>
                  <a:pt x="2237" y="114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1553159" y="3440081"/>
            <a:ext cx="2306" cy="11603"/>
          </a:xfrm>
          <a:custGeom>
            <a:avLst/>
            <a:gdLst/>
            <a:ahLst/>
            <a:cxnLst/>
            <a:rect l="l" t="t" r="r" b="b"/>
            <a:pathLst>
              <a:path w="2306" h="11603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92" y="479"/>
                </a:lnTo>
                <a:lnTo>
                  <a:pt x="92" y="708"/>
                </a:lnTo>
                <a:lnTo>
                  <a:pt x="161" y="854"/>
                </a:lnTo>
                <a:lnTo>
                  <a:pt x="207" y="999"/>
                </a:lnTo>
                <a:lnTo>
                  <a:pt x="207" y="1145"/>
                </a:lnTo>
                <a:lnTo>
                  <a:pt x="253" y="1291"/>
                </a:lnTo>
                <a:lnTo>
                  <a:pt x="253" y="1479"/>
                </a:lnTo>
                <a:lnTo>
                  <a:pt x="299" y="1624"/>
                </a:lnTo>
                <a:lnTo>
                  <a:pt x="369" y="1812"/>
                </a:lnTo>
                <a:lnTo>
                  <a:pt x="369" y="1999"/>
                </a:lnTo>
                <a:lnTo>
                  <a:pt x="415" y="2145"/>
                </a:lnTo>
                <a:lnTo>
                  <a:pt x="415" y="2291"/>
                </a:lnTo>
                <a:lnTo>
                  <a:pt x="461" y="2437"/>
                </a:lnTo>
                <a:lnTo>
                  <a:pt x="507" y="2624"/>
                </a:lnTo>
                <a:lnTo>
                  <a:pt x="507" y="2812"/>
                </a:lnTo>
                <a:lnTo>
                  <a:pt x="576" y="2958"/>
                </a:lnTo>
                <a:lnTo>
                  <a:pt x="576" y="3104"/>
                </a:lnTo>
                <a:lnTo>
                  <a:pt x="622" y="3249"/>
                </a:lnTo>
                <a:lnTo>
                  <a:pt x="669" y="3437"/>
                </a:lnTo>
                <a:lnTo>
                  <a:pt x="669" y="3479"/>
                </a:lnTo>
                <a:lnTo>
                  <a:pt x="669" y="3520"/>
                </a:lnTo>
                <a:lnTo>
                  <a:pt x="669" y="3624"/>
                </a:lnTo>
                <a:lnTo>
                  <a:pt x="738" y="3666"/>
                </a:lnTo>
                <a:lnTo>
                  <a:pt x="738" y="3854"/>
                </a:lnTo>
                <a:lnTo>
                  <a:pt x="784" y="3999"/>
                </a:lnTo>
                <a:lnTo>
                  <a:pt x="784" y="4145"/>
                </a:lnTo>
                <a:lnTo>
                  <a:pt x="830" y="4291"/>
                </a:lnTo>
                <a:lnTo>
                  <a:pt x="876" y="4437"/>
                </a:lnTo>
                <a:lnTo>
                  <a:pt x="876" y="4583"/>
                </a:lnTo>
                <a:lnTo>
                  <a:pt x="945" y="4729"/>
                </a:lnTo>
                <a:lnTo>
                  <a:pt x="945" y="4916"/>
                </a:lnTo>
                <a:lnTo>
                  <a:pt x="991" y="5062"/>
                </a:lnTo>
                <a:lnTo>
                  <a:pt x="991" y="5208"/>
                </a:lnTo>
                <a:lnTo>
                  <a:pt x="1038" y="5395"/>
                </a:lnTo>
                <a:lnTo>
                  <a:pt x="1107" y="5541"/>
                </a:lnTo>
                <a:lnTo>
                  <a:pt x="1107" y="5729"/>
                </a:lnTo>
                <a:lnTo>
                  <a:pt x="1153" y="5874"/>
                </a:lnTo>
                <a:lnTo>
                  <a:pt x="1153" y="6020"/>
                </a:lnTo>
                <a:lnTo>
                  <a:pt x="1199" y="6249"/>
                </a:lnTo>
                <a:lnTo>
                  <a:pt x="1245" y="6395"/>
                </a:lnTo>
                <a:lnTo>
                  <a:pt x="1245" y="6541"/>
                </a:lnTo>
                <a:lnTo>
                  <a:pt x="1314" y="6687"/>
                </a:lnTo>
                <a:lnTo>
                  <a:pt x="1361" y="6833"/>
                </a:lnTo>
                <a:lnTo>
                  <a:pt x="1361" y="7062"/>
                </a:lnTo>
                <a:lnTo>
                  <a:pt x="1407" y="7208"/>
                </a:lnTo>
                <a:lnTo>
                  <a:pt x="1453" y="7354"/>
                </a:lnTo>
                <a:lnTo>
                  <a:pt x="1453" y="7499"/>
                </a:lnTo>
                <a:lnTo>
                  <a:pt x="1522" y="7645"/>
                </a:lnTo>
                <a:lnTo>
                  <a:pt x="1522" y="7833"/>
                </a:lnTo>
                <a:lnTo>
                  <a:pt x="1568" y="7979"/>
                </a:lnTo>
                <a:lnTo>
                  <a:pt x="1614" y="8166"/>
                </a:lnTo>
                <a:lnTo>
                  <a:pt x="1614" y="8354"/>
                </a:lnTo>
                <a:lnTo>
                  <a:pt x="1684" y="8499"/>
                </a:lnTo>
                <a:lnTo>
                  <a:pt x="1684" y="8645"/>
                </a:lnTo>
                <a:lnTo>
                  <a:pt x="1730" y="8791"/>
                </a:lnTo>
                <a:lnTo>
                  <a:pt x="1776" y="8979"/>
                </a:lnTo>
                <a:lnTo>
                  <a:pt x="1776" y="9124"/>
                </a:lnTo>
                <a:lnTo>
                  <a:pt x="1822" y="9270"/>
                </a:lnTo>
                <a:lnTo>
                  <a:pt x="1822" y="9458"/>
                </a:lnTo>
                <a:lnTo>
                  <a:pt x="1891" y="9645"/>
                </a:lnTo>
                <a:lnTo>
                  <a:pt x="1937" y="9791"/>
                </a:lnTo>
                <a:lnTo>
                  <a:pt x="1937" y="9937"/>
                </a:lnTo>
                <a:lnTo>
                  <a:pt x="1983" y="10083"/>
                </a:lnTo>
                <a:lnTo>
                  <a:pt x="2030" y="10270"/>
                </a:lnTo>
                <a:lnTo>
                  <a:pt x="2030" y="10458"/>
                </a:lnTo>
                <a:lnTo>
                  <a:pt x="2099" y="10603"/>
                </a:lnTo>
                <a:lnTo>
                  <a:pt x="2099" y="10749"/>
                </a:lnTo>
                <a:lnTo>
                  <a:pt x="2145" y="10895"/>
                </a:lnTo>
                <a:lnTo>
                  <a:pt x="2191" y="11083"/>
                </a:lnTo>
                <a:lnTo>
                  <a:pt x="2191" y="11228"/>
                </a:lnTo>
                <a:lnTo>
                  <a:pt x="2260" y="11458"/>
                </a:lnTo>
                <a:lnTo>
                  <a:pt x="2306" y="116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1555466" y="3451685"/>
            <a:ext cx="2260" cy="11708"/>
          </a:xfrm>
          <a:custGeom>
            <a:avLst/>
            <a:gdLst/>
            <a:ahLst/>
            <a:cxnLst/>
            <a:rect l="l" t="t" r="r" b="b"/>
            <a:pathLst>
              <a:path w="2260" h="11708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92" y="666"/>
                </a:lnTo>
                <a:lnTo>
                  <a:pt x="161" y="812"/>
                </a:lnTo>
                <a:lnTo>
                  <a:pt x="161" y="958"/>
                </a:lnTo>
                <a:lnTo>
                  <a:pt x="207" y="1145"/>
                </a:lnTo>
                <a:lnTo>
                  <a:pt x="207" y="1291"/>
                </a:lnTo>
                <a:lnTo>
                  <a:pt x="253" y="1437"/>
                </a:lnTo>
                <a:lnTo>
                  <a:pt x="322" y="1583"/>
                </a:lnTo>
                <a:lnTo>
                  <a:pt x="322" y="1770"/>
                </a:lnTo>
                <a:lnTo>
                  <a:pt x="369" y="1958"/>
                </a:lnTo>
                <a:lnTo>
                  <a:pt x="369" y="2104"/>
                </a:lnTo>
                <a:lnTo>
                  <a:pt x="415" y="2249"/>
                </a:lnTo>
                <a:lnTo>
                  <a:pt x="461" y="2395"/>
                </a:lnTo>
                <a:lnTo>
                  <a:pt x="461" y="2583"/>
                </a:lnTo>
                <a:lnTo>
                  <a:pt x="530" y="2729"/>
                </a:lnTo>
                <a:lnTo>
                  <a:pt x="530" y="2874"/>
                </a:lnTo>
                <a:lnTo>
                  <a:pt x="576" y="3062"/>
                </a:lnTo>
                <a:lnTo>
                  <a:pt x="622" y="3249"/>
                </a:lnTo>
                <a:lnTo>
                  <a:pt x="622" y="3395"/>
                </a:lnTo>
                <a:lnTo>
                  <a:pt x="669" y="3541"/>
                </a:lnTo>
                <a:lnTo>
                  <a:pt x="669" y="3729"/>
                </a:lnTo>
                <a:lnTo>
                  <a:pt x="738" y="3874"/>
                </a:lnTo>
                <a:lnTo>
                  <a:pt x="784" y="4020"/>
                </a:lnTo>
                <a:lnTo>
                  <a:pt x="784" y="4249"/>
                </a:lnTo>
                <a:lnTo>
                  <a:pt x="830" y="4395"/>
                </a:lnTo>
                <a:lnTo>
                  <a:pt x="899" y="4541"/>
                </a:lnTo>
                <a:lnTo>
                  <a:pt x="899" y="4687"/>
                </a:lnTo>
                <a:lnTo>
                  <a:pt x="945" y="4833"/>
                </a:lnTo>
                <a:lnTo>
                  <a:pt x="945" y="5020"/>
                </a:lnTo>
                <a:lnTo>
                  <a:pt x="991" y="5166"/>
                </a:lnTo>
                <a:lnTo>
                  <a:pt x="1038" y="5354"/>
                </a:lnTo>
                <a:lnTo>
                  <a:pt x="1038" y="5541"/>
                </a:lnTo>
                <a:lnTo>
                  <a:pt x="1107" y="5687"/>
                </a:lnTo>
                <a:lnTo>
                  <a:pt x="1107" y="5833"/>
                </a:lnTo>
                <a:lnTo>
                  <a:pt x="1153" y="5979"/>
                </a:lnTo>
                <a:lnTo>
                  <a:pt x="1199" y="6166"/>
                </a:lnTo>
                <a:lnTo>
                  <a:pt x="1199" y="6312"/>
                </a:lnTo>
                <a:lnTo>
                  <a:pt x="1268" y="6458"/>
                </a:lnTo>
                <a:lnTo>
                  <a:pt x="1268" y="6541"/>
                </a:lnTo>
                <a:lnTo>
                  <a:pt x="1268" y="6583"/>
                </a:lnTo>
                <a:lnTo>
                  <a:pt x="1268" y="6645"/>
                </a:lnTo>
                <a:lnTo>
                  <a:pt x="1314" y="6687"/>
                </a:lnTo>
                <a:lnTo>
                  <a:pt x="1314" y="6833"/>
                </a:lnTo>
                <a:lnTo>
                  <a:pt x="1361" y="6979"/>
                </a:lnTo>
                <a:lnTo>
                  <a:pt x="1361" y="7124"/>
                </a:lnTo>
                <a:lnTo>
                  <a:pt x="1407" y="7312"/>
                </a:lnTo>
                <a:lnTo>
                  <a:pt x="1476" y="7458"/>
                </a:lnTo>
                <a:lnTo>
                  <a:pt x="1476" y="7604"/>
                </a:lnTo>
                <a:lnTo>
                  <a:pt x="1522" y="7833"/>
                </a:lnTo>
                <a:lnTo>
                  <a:pt x="1522" y="7979"/>
                </a:lnTo>
                <a:lnTo>
                  <a:pt x="1568" y="8124"/>
                </a:lnTo>
                <a:lnTo>
                  <a:pt x="1614" y="8270"/>
                </a:lnTo>
                <a:lnTo>
                  <a:pt x="1614" y="8416"/>
                </a:lnTo>
                <a:lnTo>
                  <a:pt x="1684" y="8604"/>
                </a:lnTo>
                <a:lnTo>
                  <a:pt x="1684" y="8749"/>
                </a:lnTo>
                <a:lnTo>
                  <a:pt x="1730" y="8937"/>
                </a:lnTo>
                <a:lnTo>
                  <a:pt x="1776" y="9124"/>
                </a:lnTo>
                <a:lnTo>
                  <a:pt x="1776" y="9270"/>
                </a:lnTo>
                <a:lnTo>
                  <a:pt x="1845" y="9416"/>
                </a:lnTo>
                <a:lnTo>
                  <a:pt x="1845" y="9458"/>
                </a:lnTo>
                <a:lnTo>
                  <a:pt x="1845" y="9499"/>
                </a:lnTo>
                <a:lnTo>
                  <a:pt x="1845" y="9604"/>
                </a:lnTo>
                <a:lnTo>
                  <a:pt x="1891" y="9645"/>
                </a:lnTo>
                <a:lnTo>
                  <a:pt x="1891" y="9791"/>
                </a:lnTo>
                <a:lnTo>
                  <a:pt x="1937" y="9937"/>
                </a:lnTo>
                <a:lnTo>
                  <a:pt x="1937" y="10124"/>
                </a:lnTo>
                <a:lnTo>
                  <a:pt x="1983" y="10270"/>
                </a:lnTo>
                <a:lnTo>
                  <a:pt x="2053" y="10416"/>
                </a:lnTo>
                <a:lnTo>
                  <a:pt x="2053" y="10562"/>
                </a:lnTo>
                <a:lnTo>
                  <a:pt x="2099" y="10708"/>
                </a:lnTo>
                <a:lnTo>
                  <a:pt x="2099" y="10895"/>
                </a:lnTo>
                <a:lnTo>
                  <a:pt x="2145" y="11041"/>
                </a:lnTo>
                <a:lnTo>
                  <a:pt x="2145" y="11187"/>
                </a:lnTo>
                <a:lnTo>
                  <a:pt x="2191" y="11416"/>
                </a:lnTo>
                <a:lnTo>
                  <a:pt x="2260" y="11562"/>
                </a:lnTo>
                <a:lnTo>
                  <a:pt x="2260" y="11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1557726" y="3463393"/>
            <a:ext cx="2306" cy="11749"/>
          </a:xfrm>
          <a:custGeom>
            <a:avLst/>
            <a:gdLst/>
            <a:ahLst/>
            <a:cxnLst/>
            <a:rect l="l" t="t" r="r" b="b"/>
            <a:pathLst>
              <a:path w="2306" h="11749">
                <a:moveTo>
                  <a:pt x="0" y="0"/>
                </a:moveTo>
                <a:lnTo>
                  <a:pt x="46" y="187"/>
                </a:lnTo>
                <a:lnTo>
                  <a:pt x="92" y="333"/>
                </a:lnTo>
                <a:lnTo>
                  <a:pt x="92" y="479"/>
                </a:lnTo>
                <a:lnTo>
                  <a:pt x="161" y="624"/>
                </a:lnTo>
                <a:lnTo>
                  <a:pt x="161" y="812"/>
                </a:lnTo>
                <a:lnTo>
                  <a:pt x="207" y="958"/>
                </a:lnTo>
                <a:lnTo>
                  <a:pt x="253" y="1104"/>
                </a:lnTo>
                <a:lnTo>
                  <a:pt x="253" y="1291"/>
                </a:lnTo>
                <a:lnTo>
                  <a:pt x="299" y="1479"/>
                </a:lnTo>
                <a:lnTo>
                  <a:pt x="369" y="1624"/>
                </a:lnTo>
                <a:lnTo>
                  <a:pt x="369" y="1770"/>
                </a:lnTo>
                <a:lnTo>
                  <a:pt x="415" y="1958"/>
                </a:lnTo>
                <a:lnTo>
                  <a:pt x="415" y="2104"/>
                </a:lnTo>
                <a:lnTo>
                  <a:pt x="461" y="2249"/>
                </a:lnTo>
                <a:lnTo>
                  <a:pt x="530" y="2479"/>
                </a:lnTo>
                <a:lnTo>
                  <a:pt x="530" y="2624"/>
                </a:lnTo>
                <a:lnTo>
                  <a:pt x="576" y="2770"/>
                </a:lnTo>
                <a:lnTo>
                  <a:pt x="576" y="2958"/>
                </a:lnTo>
                <a:lnTo>
                  <a:pt x="622" y="3104"/>
                </a:lnTo>
                <a:lnTo>
                  <a:pt x="622" y="3249"/>
                </a:lnTo>
                <a:lnTo>
                  <a:pt x="669" y="3395"/>
                </a:lnTo>
                <a:lnTo>
                  <a:pt x="738" y="3583"/>
                </a:lnTo>
                <a:lnTo>
                  <a:pt x="738" y="3729"/>
                </a:lnTo>
                <a:lnTo>
                  <a:pt x="784" y="3874"/>
                </a:lnTo>
                <a:lnTo>
                  <a:pt x="830" y="4062"/>
                </a:lnTo>
                <a:lnTo>
                  <a:pt x="830" y="4208"/>
                </a:lnTo>
                <a:lnTo>
                  <a:pt x="876" y="4395"/>
                </a:lnTo>
                <a:lnTo>
                  <a:pt x="876" y="4541"/>
                </a:lnTo>
                <a:lnTo>
                  <a:pt x="945" y="4729"/>
                </a:lnTo>
                <a:lnTo>
                  <a:pt x="991" y="4874"/>
                </a:lnTo>
                <a:lnTo>
                  <a:pt x="991" y="5020"/>
                </a:lnTo>
                <a:lnTo>
                  <a:pt x="1038" y="5208"/>
                </a:lnTo>
                <a:lnTo>
                  <a:pt x="1038" y="5354"/>
                </a:lnTo>
                <a:lnTo>
                  <a:pt x="1107" y="5499"/>
                </a:lnTo>
                <a:lnTo>
                  <a:pt x="1153" y="5729"/>
                </a:lnTo>
                <a:lnTo>
                  <a:pt x="1153" y="5874"/>
                </a:lnTo>
                <a:lnTo>
                  <a:pt x="1199" y="6020"/>
                </a:lnTo>
                <a:lnTo>
                  <a:pt x="1199" y="6208"/>
                </a:lnTo>
                <a:lnTo>
                  <a:pt x="1245" y="6354"/>
                </a:lnTo>
                <a:lnTo>
                  <a:pt x="1314" y="6499"/>
                </a:lnTo>
                <a:lnTo>
                  <a:pt x="1314" y="6645"/>
                </a:lnTo>
                <a:lnTo>
                  <a:pt x="1361" y="6833"/>
                </a:lnTo>
                <a:lnTo>
                  <a:pt x="1361" y="6979"/>
                </a:lnTo>
                <a:lnTo>
                  <a:pt x="1407" y="7208"/>
                </a:lnTo>
                <a:lnTo>
                  <a:pt x="1476" y="7354"/>
                </a:lnTo>
                <a:lnTo>
                  <a:pt x="1476" y="7499"/>
                </a:lnTo>
                <a:lnTo>
                  <a:pt x="1522" y="7645"/>
                </a:lnTo>
                <a:lnTo>
                  <a:pt x="1522" y="7791"/>
                </a:lnTo>
                <a:lnTo>
                  <a:pt x="1568" y="7979"/>
                </a:lnTo>
                <a:lnTo>
                  <a:pt x="1614" y="8124"/>
                </a:lnTo>
                <a:lnTo>
                  <a:pt x="1614" y="8270"/>
                </a:lnTo>
                <a:lnTo>
                  <a:pt x="1684" y="8458"/>
                </a:lnTo>
                <a:lnTo>
                  <a:pt x="1684" y="8604"/>
                </a:lnTo>
                <a:lnTo>
                  <a:pt x="1730" y="8791"/>
                </a:lnTo>
                <a:lnTo>
                  <a:pt x="1776" y="8979"/>
                </a:lnTo>
                <a:lnTo>
                  <a:pt x="1776" y="9124"/>
                </a:lnTo>
                <a:lnTo>
                  <a:pt x="1822" y="9270"/>
                </a:lnTo>
                <a:lnTo>
                  <a:pt x="1891" y="9458"/>
                </a:lnTo>
                <a:lnTo>
                  <a:pt x="1891" y="9604"/>
                </a:lnTo>
                <a:lnTo>
                  <a:pt x="1937" y="9749"/>
                </a:lnTo>
                <a:lnTo>
                  <a:pt x="1937" y="9937"/>
                </a:lnTo>
                <a:lnTo>
                  <a:pt x="1983" y="10083"/>
                </a:lnTo>
                <a:lnTo>
                  <a:pt x="1983" y="10229"/>
                </a:lnTo>
                <a:lnTo>
                  <a:pt x="2053" y="10458"/>
                </a:lnTo>
                <a:lnTo>
                  <a:pt x="2099" y="10603"/>
                </a:lnTo>
                <a:lnTo>
                  <a:pt x="2099" y="10749"/>
                </a:lnTo>
                <a:lnTo>
                  <a:pt x="2145" y="10937"/>
                </a:lnTo>
                <a:lnTo>
                  <a:pt x="2191" y="11083"/>
                </a:lnTo>
                <a:lnTo>
                  <a:pt x="2191" y="11228"/>
                </a:lnTo>
                <a:lnTo>
                  <a:pt x="2260" y="11374"/>
                </a:lnTo>
                <a:lnTo>
                  <a:pt x="2260" y="11562"/>
                </a:lnTo>
                <a:lnTo>
                  <a:pt x="2306" y="11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1560033" y="3475143"/>
            <a:ext cx="2306" cy="11791"/>
          </a:xfrm>
          <a:custGeom>
            <a:avLst/>
            <a:gdLst/>
            <a:ahLst/>
            <a:cxnLst/>
            <a:rect l="l" t="t" r="r" b="b"/>
            <a:pathLst>
              <a:path w="2306" h="11791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92" y="479"/>
                </a:lnTo>
                <a:lnTo>
                  <a:pt x="161" y="666"/>
                </a:lnTo>
                <a:lnTo>
                  <a:pt x="161" y="812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437"/>
                </a:lnTo>
                <a:lnTo>
                  <a:pt x="322" y="1583"/>
                </a:lnTo>
                <a:lnTo>
                  <a:pt x="369" y="1770"/>
                </a:lnTo>
                <a:lnTo>
                  <a:pt x="369" y="1916"/>
                </a:lnTo>
                <a:lnTo>
                  <a:pt x="415" y="2062"/>
                </a:lnTo>
                <a:lnTo>
                  <a:pt x="415" y="2249"/>
                </a:lnTo>
                <a:lnTo>
                  <a:pt x="461" y="2395"/>
                </a:lnTo>
                <a:lnTo>
                  <a:pt x="530" y="2583"/>
                </a:lnTo>
                <a:lnTo>
                  <a:pt x="530" y="2729"/>
                </a:lnTo>
                <a:lnTo>
                  <a:pt x="576" y="2916"/>
                </a:lnTo>
                <a:lnTo>
                  <a:pt x="622" y="3062"/>
                </a:lnTo>
                <a:lnTo>
                  <a:pt x="622" y="3208"/>
                </a:lnTo>
                <a:lnTo>
                  <a:pt x="692" y="3395"/>
                </a:lnTo>
                <a:lnTo>
                  <a:pt x="692" y="3541"/>
                </a:lnTo>
                <a:lnTo>
                  <a:pt x="738" y="3687"/>
                </a:lnTo>
                <a:lnTo>
                  <a:pt x="738" y="3874"/>
                </a:lnTo>
                <a:lnTo>
                  <a:pt x="784" y="4020"/>
                </a:lnTo>
                <a:lnTo>
                  <a:pt x="830" y="4208"/>
                </a:lnTo>
                <a:lnTo>
                  <a:pt x="830" y="4395"/>
                </a:lnTo>
                <a:lnTo>
                  <a:pt x="899" y="4541"/>
                </a:lnTo>
                <a:lnTo>
                  <a:pt x="945" y="4687"/>
                </a:lnTo>
                <a:lnTo>
                  <a:pt x="945" y="4874"/>
                </a:lnTo>
                <a:lnTo>
                  <a:pt x="991" y="5020"/>
                </a:lnTo>
                <a:lnTo>
                  <a:pt x="991" y="5166"/>
                </a:lnTo>
                <a:lnTo>
                  <a:pt x="1038" y="5354"/>
                </a:lnTo>
                <a:lnTo>
                  <a:pt x="1107" y="5499"/>
                </a:lnTo>
                <a:lnTo>
                  <a:pt x="1107" y="5645"/>
                </a:lnTo>
                <a:lnTo>
                  <a:pt x="1153" y="5833"/>
                </a:lnTo>
                <a:lnTo>
                  <a:pt x="1153" y="5979"/>
                </a:lnTo>
                <a:lnTo>
                  <a:pt x="1199" y="6166"/>
                </a:lnTo>
                <a:lnTo>
                  <a:pt x="1268" y="6354"/>
                </a:lnTo>
                <a:lnTo>
                  <a:pt x="1268" y="6499"/>
                </a:lnTo>
                <a:lnTo>
                  <a:pt x="1314" y="6645"/>
                </a:lnTo>
                <a:lnTo>
                  <a:pt x="1314" y="6687"/>
                </a:lnTo>
                <a:lnTo>
                  <a:pt x="1314" y="6729"/>
                </a:lnTo>
                <a:lnTo>
                  <a:pt x="1314" y="6833"/>
                </a:lnTo>
                <a:lnTo>
                  <a:pt x="1361" y="6874"/>
                </a:lnTo>
                <a:lnTo>
                  <a:pt x="1361" y="7062"/>
                </a:lnTo>
                <a:lnTo>
                  <a:pt x="1407" y="7208"/>
                </a:lnTo>
                <a:lnTo>
                  <a:pt x="1407" y="7354"/>
                </a:lnTo>
                <a:lnTo>
                  <a:pt x="1476" y="7541"/>
                </a:lnTo>
                <a:lnTo>
                  <a:pt x="1522" y="7687"/>
                </a:lnTo>
                <a:lnTo>
                  <a:pt x="1522" y="7833"/>
                </a:lnTo>
                <a:lnTo>
                  <a:pt x="1568" y="8020"/>
                </a:lnTo>
                <a:lnTo>
                  <a:pt x="1568" y="8166"/>
                </a:lnTo>
                <a:lnTo>
                  <a:pt x="1614" y="8312"/>
                </a:lnTo>
                <a:lnTo>
                  <a:pt x="1684" y="8458"/>
                </a:lnTo>
                <a:lnTo>
                  <a:pt x="1684" y="8604"/>
                </a:lnTo>
                <a:lnTo>
                  <a:pt x="1730" y="8791"/>
                </a:lnTo>
                <a:lnTo>
                  <a:pt x="1730" y="8937"/>
                </a:lnTo>
                <a:lnTo>
                  <a:pt x="1776" y="9083"/>
                </a:lnTo>
                <a:lnTo>
                  <a:pt x="1776" y="9270"/>
                </a:lnTo>
                <a:lnTo>
                  <a:pt x="1845" y="9416"/>
                </a:lnTo>
                <a:lnTo>
                  <a:pt x="1891" y="9562"/>
                </a:lnTo>
                <a:lnTo>
                  <a:pt x="1891" y="9749"/>
                </a:lnTo>
                <a:lnTo>
                  <a:pt x="1937" y="9895"/>
                </a:lnTo>
                <a:lnTo>
                  <a:pt x="1937" y="10041"/>
                </a:lnTo>
                <a:lnTo>
                  <a:pt x="1983" y="10229"/>
                </a:lnTo>
                <a:lnTo>
                  <a:pt x="2053" y="10374"/>
                </a:lnTo>
                <a:lnTo>
                  <a:pt x="2053" y="10562"/>
                </a:lnTo>
                <a:lnTo>
                  <a:pt x="2099" y="10749"/>
                </a:lnTo>
                <a:lnTo>
                  <a:pt x="2145" y="10895"/>
                </a:lnTo>
                <a:lnTo>
                  <a:pt x="2145" y="11041"/>
                </a:lnTo>
                <a:lnTo>
                  <a:pt x="2214" y="11228"/>
                </a:lnTo>
                <a:lnTo>
                  <a:pt x="2214" y="11374"/>
                </a:lnTo>
                <a:lnTo>
                  <a:pt x="2260" y="11520"/>
                </a:lnTo>
                <a:lnTo>
                  <a:pt x="2260" y="11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1562340" y="3486934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115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322" y="1541"/>
                </a:lnTo>
                <a:lnTo>
                  <a:pt x="322" y="1687"/>
                </a:lnTo>
                <a:lnTo>
                  <a:pt x="369" y="1874"/>
                </a:lnTo>
                <a:lnTo>
                  <a:pt x="369" y="2020"/>
                </a:lnTo>
                <a:lnTo>
                  <a:pt x="415" y="2166"/>
                </a:lnTo>
                <a:lnTo>
                  <a:pt x="415" y="2354"/>
                </a:lnTo>
                <a:lnTo>
                  <a:pt x="484" y="2499"/>
                </a:lnTo>
                <a:lnTo>
                  <a:pt x="530" y="2645"/>
                </a:lnTo>
                <a:lnTo>
                  <a:pt x="530" y="2833"/>
                </a:lnTo>
                <a:lnTo>
                  <a:pt x="576" y="2979"/>
                </a:lnTo>
                <a:lnTo>
                  <a:pt x="622" y="3166"/>
                </a:lnTo>
                <a:lnTo>
                  <a:pt x="622" y="3312"/>
                </a:lnTo>
                <a:lnTo>
                  <a:pt x="692" y="3458"/>
                </a:lnTo>
                <a:lnTo>
                  <a:pt x="692" y="3645"/>
                </a:lnTo>
                <a:lnTo>
                  <a:pt x="738" y="3791"/>
                </a:lnTo>
                <a:lnTo>
                  <a:pt x="784" y="4020"/>
                </a:lnTo>
                <a:lnTo>
                  <a:pt x="784" y="4166"/>
                </a:lnTo>
                <a:lnTo>
                  <a:pt x="853" y="4312"/>
                </a:lnTo>
                <a:lnTo>
                  <a:pt x="853" y="4499"/>
                </a:lnTo>
                <a:lnTo>
                  <a:pt x="899" y="4645"/>
                </a:lnTo>
                <a:lnTo>
                  <a:pt x="945" y="4791"/>
                </a:lnTo>
                <a:lnTo>
                  <a:pt x="945" y="4937"/>
                </a:lnTo>
                <a:lnTo>
                  <a:pt x="991" y="5124"/>
                </a:lnTo>
                <a:lnTo>
                  <a:pt x="991" y="5270"/>
                </a:lnTo>
                <a:lnTo>
                  <a:pt x="1061" y="5416"/>
                </a:lnTo>
                <a:lnTo>
                  <a:pt x="1107" y="5604"/>
                </a:lnTo>
                <a:lnTo>
                  <a:pt x="1107" y="5749"/>
                </a:lnTo>
                <a:lnTo>
                  <a:pt x="1153" y="5979"/>
                </a:lnTo>
                <a:lnTo>
                  <a:pt x="1199" y="6124"/>
                </a:lnTo>
                <a:lnTo>
                  <a:pt x="1199" y="6270"/>
                </a:lnTo>
                <a:lnTo>
                  <a:pt x="1268" y="6458"/>
                </a:lnTo>
                <a:lnTo>
                  <a:pt x="1268" y="6604"/>
                </a:lnTo>
                <a:lnTo>
                  <a:pt x="1314" y="6687"/>
                </a:lnTo>
                <a:lnTo>
                  <a:pt x="1314" y="6749"/>
                </a:lnTo>
                <a:lnTo>
                  <a:pt x="1314" y="6791"/>
                </a:lnTo>
                <a:lnTo>
                  <a:pt x="1314" y="6833"/>
                </a:lnTo>
                <a:lnTo>
                  <a:pt x="1314" y="6937"/>
                </a:lnTo>
                <a:lnTo>
                  <a:pt x="1361" y="7083"/>
                </a:lnTo>
                <a:lnTo>
                  <a:pt x="1430" y="7229"/>
                </a:lnTo>
                <a:lnTo>
                  <a:pt x="1430" y="7416"/>
                </a:lnTo>
                <a:lnTo>
                  <a:pt x="1476" y="7562"/>
                </a:lnTo>
                <a:lnTo>
                  <a:pt x="1476" y="7708"/>
                </a:lnTo>
                <a:lnTo>
                  <a:pt x="1522" y="7895"/>
                </a:lnTo>
                <a:lnTo>
                  <a:pt x="1568" y="8041"/>
                </a:lnTo>
                <a:lnTo>
                  <a:pt x="1568" y="8187"/>
                </a:lnTo>
                <a:lnTo>
                  <a:pt x="1637" y="8374"/>
                </a:lnTo>
                <a:lnTo>
                  <a:pt x="1637" y="8520"/>
                </a:lnTo>
                <a:lnTo>
                  <a:pt x="1684" y="8708"/>
                </a:lnTo>
                <a:lnTo>
                  <a:pt x="1684" y="8854"/>
                </a:lnTo>
                <a:lnTo>
                  <a:pt x="1730" y="8999"/>
                </a:lnTo>
                <a:lnTo>
                  <a:pt x="1776" y="9187"/>
                </a:lnTo>
                <a:lnTo>
                  <a:pt x="1776" y="9333"/>
                </a:lnTo>
                <a:lnTo>
                  <a:pt x="1845" y="9562"/>
                </a:lnTo>
                <a:lnTo>
                  <a:pt x="1891" y="9708"/>
                </a:lnTo>
                <a:lnTo>
                  <a:pt x="1891" y="9854"/>
                </a:lnTo>
                <a:lnTo>
                  <a:pt x="1937" y="9999"/>
                </a:lnTo>
                <a:lnTo>
                  <a:pt x="1937" y="10145"/>
                </a:lnTo>
                <a:lnTo>
                  <a:pt x="2007" y="10333"/>
                </a:lnTo>
                <a:lnTo>
                  <a:pt x="2053" y="10479"/>
                </a:lnTo>
                <a:lnTo>
                  <a:pt x="2053" y="10624"/>
                </a:lnTo>
                <a:lnTo>
                  <a:pt x="2099" y="10812"/>
                </a:lnTo>
                <a:lnTo>
                  <a:pt x="2099" y="10958"/>
                </a:lnTo>
                <a:lnTo>
                  <a:pt x="2145" y="11145"/>
                </a:lnTo>
                <a:lnTo>
                  <a:pt x="2145" y="11291"/>
                </a:lnTo>
                <a:lnTo>
                  <a:pt x="2214" y="11520"/>
                </a:lnTo>
                <a:lnTo>
                  <a:pt x="2260" y="11666"/>
                </a:lnTo>
                <a:lnTo>
                  <a:pt x="2260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1564647" y="3498788"/>
            <a:ext cx="2260" cy="11895"/>
          </a:xfrm>
          <a:custGeom>
            <a:avLst/>
            <a:gdLst/>
            <a:ahLst/>
            <a:cxnLst/>
            <a:rect l="l" t="t" r="r" b="b"/>
            <a:pathLst>
              <a:path w="2260" h="11895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69" y="437"/>
                </a:lnTo>
                <a:lnTo>
                  <a:pt x="115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104"/>
                </a:lnTo>
                <a:lnTo>
                  <a:pt x="207" y="1249"/>
                </a:lnTo>
                <a:lnTo>
                  <a:pt x="276" y="1395"/>
                </a:lnTo>
                <a:lnTo>
                  <a:pt x="276" y="1583"/>
                </a:lnTo>
                <a:lnTo>
                  <a:pt x="322" y="1729"/>
                </a:lnTo>
                <a:lnTo>
                  <a:pt x="369" y="1874"/>
                </a:lnTo>
                <a:lnTo>
                  <a:pt x="369" y="2062"/>
                </a:lnTo>
                <a:lnTo>
                  <a:pt x="415" y="2208"/>
                </a:lnTo>
                <a:lnTo>
                  <a:pt x="415" y="2354"/>
                </a:lnTo>
                <a:lnTo>
                  <a:pt x="484" y="2541"/>
                </a:lnTo>
                <a:lnTo>
                  <a:pt x="530" y="2687"/>
                </a:lnTo>
                <a:lnTo>
                  <a:pt x="530" y="2874"/>
                </a:lnTo>
                <a:lnTo>
                  <a:pt x="576" y="3020"/>
                </a:lnTo>
                <a:lnTo>
                  <a:pt x="645" y="3249"/>
                </a:lnTo>
                <a:lnTo>
                  <a:pt x="645" y="3395"/>
                </a:lnTo>
                <a:lnTo>
                  <a:pt x="692" y="3541"/>
                </a:lnTo>
                <a:lnTo>
                  <a:pt x="692" y="3729"/>
                </a:lnTo>
                <a:lnTo>
                  <a:pt x="738" y="3874"/>
                </a:lnTo>
                <a:lnTo>
                  <a:pt x="738" y="4020"/>
                </a:lnTo>
                <a:lnTo>
                  <a:pt x="784" y="4208"/>
                </a:lnTo>
                <a:lnTo>
                  <a:pt x="853" y="4354"/>
                </a:lnTo>
                <a:lnTo>
                  <a:pt x="853" y="4499"/>
                </a:lnTo>
                <a:lnTo>
                  <a:pt x="899" y="4687"/>
                </a:lnTo>
                <a:lnTo>
                  <a:pt x="945" y="4833"/>
                </a:lnTo>
                <a:lnTo>
                  <a:pt x="945" y="4979"/>
                </a:lnTo>
                <a:lnTo>
                  <a:pt x="1015" y="5166"/>
                </a:lnTo>
                <a:lnTo>
                  <a:pt x="1015" y="5312"/>
                </a:lnTo>
                <a:lnTo>
                  <a:pt x="1061" y="5458"/>
                </a:lnTo>
                <a:lnTo>
                  <a:pt x="1061" y="5645"/>
                </a:lnTo>
                <a:lnTo>
                  <a:pt x="1107" y="5791"/>
                </a:lnTo>
                <a:lnTo>
                  <a:pt x="1107" y="5937"/>
                </a:lnTo>
                <a:lnTo>
                  <a:pt x="1153" y="6124"/>
                </a:lnTo>
                <a:lnTo>
                  <a:pt x="1222" y="6270"/>
                </a:lnTo>
                <a:lnTo>
                  <a:pt x="1222" y="6458"/>
                </a:lnTo>
                <a:lnTo>
                  <a:pt x="1268" y="6604"/>
                </a:lnTo>
                <a:lnTo>
                  <a:pt x="1314" y="6833"/>
                </a:lnTo>
                <a:lnTo>
                  <a:pt x="1314" y="6979"/>
                </a:lnTo>
                <a:lnTo>
                  <a:pt x="1361" y="7124"/>
                </a:lnTo>
                <a:lnTo>
                  <a:pt x="1430" y="7312"/>
                </a:lnTo>
                <a:lnTo>
                  <a:pt x="1430" y="7458"/>
                </a:lnTo>
                <a:lnTo>
                  <a:pt x="1476" y="7604"/>
                </a:lnTo>
                <a:lnTo>
                  <a:pt x="1476" y="7791"/>
                </a:lnTo>
                <a:lnTo>
                  <a:pt x="1522" y="7937"/>
                </a:lnTo>
                <a:lnTo>
                  <a:pt x="1522" y="8083"/>
                </a:lnTo>
                <a:lnTo>
                  <a:pt x="1591" y="8270"/>
                </a:lnTo>
                <a:lnTo>
                  <a:pt x="1637" y="8416"/>
                </a:lnTo>
                <a:lnTo>
                  <a:pt x="1637" y="8562"/>
                </a:lnTo>
                <a:lnTo>
                  <a:pt x="1684" y="8749"/>
                </a:lnTo>
                <a:lnTo>
                  <a:pt x="1684" y="8895"/>
                </a:lnTo>
                <a:lnTo>
                  <a:pt x="1730" y="9041"/>
                </a:lnTo>
                <a:lnTo>
                  <a:pt x="1799" y="9229"/>
                </a:lnTo>
                <a:lnTo>
                  <a:pt x="1799" y="9374"/>
                </a:lnTo>
                <a:lnTo>
                  <a:pt x="1845" y="9520"/>
                </a:lnTo>
                <a:lnTo>
                  <a:pt x="1845" y="9708"/>
                </a:lnTo>
                <a:lnTo>
                  <a:pt x="1891" y="9854"/>
                </a:lnTo>
                <a:lnTo>
                  <a:pt x="1937" y="10041"/>
                </a:lnTo>
                <a:lnTo>
                  <a:pt x="1937" y="10187"/>
                </a:lnTo>
                <a:lnTo>
                  <a:pt x="2007" y="10416"/>
                </a:lnTo>
                <a:lnTo>
                  <a:pt x="2053" y="10562"/>
                </a:lnTo>
                <a:lnTo>
                  <a:pt x="2053" y="10708"/>
                </a:lnTo>
                <a:lnTo>
                  <a:pt x="2099" y="10895"/>
                </a:lnTo>
                <a:lnTo>
                  <a:pt x="2099" y="11041"/>
                </a:lnTo>
                <a:lnTo>
                  <a:pt x="2168" y="11187"/>
                </a:lnTo>
                <a:lnTo>
                  <a:pt x="2168" y="11374"/>
                </a:lnTo>
                <a:lnTo>
                  <a:pt x="2214" y="11520"/>
                </a:lnTo>
                <a:lnTo>
                  <a:pt x="2260" y="11666"/>
                </a:lnTo>
                <a:lnTo>
                  <a:pt x="2260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1566908" y="3510684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0"/>
                </a:moveTo>
                <a:lnTo>
                  <a:pt x="46" y="187"/>
                </a:lnTo>
                <a:lnTo>
                  <a:pt x="115" y="333"/>
                </a:lnTo>
                <a:lnTo>
                  <a:pt x="115" y="479"/>
                </a:lnTo>
                <a:lnTo>
                  <a:pt x="161" y="666"/>
                </a:lnTo>
                <a:lnTo>
                  <a:pt x="207" y="812"/>
                </a:lnTo>
                <a:lnTo>
                  <a:pt x="207" y="958"/>
                </a:lnTo>
                <a:lnTo>
                  <a:pt x="276" y="1145"/>
                </a:lnTo>
                <a:lnTo>
                  <a:pt x="276" y="1333"/>
                </a:lnTo>
                <a:lnTo>
                  <a:pt x="322" y="1479"/>
                </a:lnTo>
                <a:lnTo>
                  <a:pt x="322" y="1624"/>
                </a:lnTo>
                <a:lnTo>
                  <a:pt x="369" y="1812"/>
                </a:lnTo>
                <a:lnTo>
                  <a:pt x="415" y="1958"/>
                </a:lnTo>
                <a:lnTo>
                  <a:pt x="415" y="2104"/>
                </a:lnTo>
                <a:lnTo>
                  <a:pt x="484" y="2291"/>
                </a:lnTo>
                <a:lnTo>
                  <a:pt x="484" y="2437"/>
                </a:lnTo>
                <a:lnTo>
                  <a:pt x="530" y="2583"/>
                </a:lnTo>
                <a:lnTo>
                  <a:pt x="576" y="2770"/>
                </a:lnTo>
                <a:lnTo>
                  <a:pt x="576" y="2916"/>
                </a:lnTo>
                <a:lnTo>
                  <a:pt x="622" y="3062"/>
                </a:lnTo>
                <a:lnTo>
                  <a:pt x="622" y="3249"/>
                </a:lnTo>
                <a:lnTo>
                  <a:pt x="692" y="3395"/>
                </a:lnTo>
                <a:lnTo>
                  <a:pt x="692" y="3541"/>
                </a:lnTo>
                <a:lnTo>
                  <a:pt x="738" y="3729"/>
                </a:lnTo>
                <a:lnTo>
                  <a:pt x="784" y="3874"/>
                </a:lnTo>
                <a:lnTo>
                  <a:pt x="784" y="4020"/>
                </a:lnTo>
                <a:lnTo>
                  <a:pt x="853" y="4208"/>
                </a:lnTo>
                <a:lnTo>
                  <a:pt x="899" y="4354"/>
                </a:lnTo>
                <a:lnTo>
                  <a:pt x="899" y="4499"/>
                </a:lnTo>
                <a:lnTo>
                  <a:pt x="945" y="4687"/>
                </a:lnTo>
                <a:lnTo>
                  <a:pt x="945" y="4833"/>
                </a:lnTo>
                <a:lnTo>
                  <a:pt x="991" y="4979"/>
                </a:lnTo>
                <a:lnTo>
                  <a:pt x="991" y="5166"/>
                </a:lnTo>
                <a:lnTo>
                  <a:pt x="1061" y="5312"/>
                </a:lnTo>
                <a:lnTo>
                  <a:pt x="1061" y="5458"/>
                </a:lnTo>
                <a:lnTo>
                  <a:pt x="1107" y="5645"/>
                </a:lnTo>
                <a:lnTo>
                  <a:pt x="1153" y="5791"/>
                </a:lnTo>
                <a:lnTo>
                  <a:pt x="1153" y="5937"/>
                </a:lnTo>
                <a:lnTo>
                  <a:pt x="1222" y="6124"/>
                </a:lnTo>
                <a:lnTo>
                  <a:pt x="1268" y="6270"/>
                </a:lnTo>
                <a:lnTo>
                  <a:pt x="1268" y="6458"/>
                </a:lnTo>
                <a:lnTo>
                  <a:pt x="1314" y="6604"/>
                </a:lnTo>
                <a:lnTo>
                  <a:pt x="1314" y="6749"/>
                </a:lnTo>
                <a:lnTo>
                  <a:pt x="1361" y="6937"/>
                </a:lnTo>
                <a:lnTo>
                  <a:pt x="1361" y="7083"/>
                </a:lnTo>
                <a:lnTo>
                  <a:pt x="1430" y="7312"/>
                </a:lnTo>
                <a:lnTo>
                  <a:pt x="1476" y="7458"/>
                </a:lnTo>
                <a:lnTo>
                  <a:pt x="1476" y="7604"/>
                </a:lnTo>
                <a:lnTo>
                  <a:pt x="1522" y="7749"/>
                </a:lnTo>
                <a:lnTo>
                  <a:pt x="1568" y="7895"/>
                </a:lnTo>
                <a:lnTo>
                  <a:pt x="1568" y="8083"/>
                </a:lnTo>
                <a:lnTo>
                  <a:pt x="1637" y="8229"/>
                </a:lnTo>
                <a:lnTo>
                  <a:pt x="1637" y="8374"/>
                </a:lnTo>
                <a:lnTo>
                  <a:pt x="1684" y="8562"/>
                </a:lnTo>
                <a:lnTo>
                  <a:pt x="1684" y="8708"/>
                </a:lnTo>
                <a:lnTo>
                  <a:pt x="1730" y="8937"/>
                </a:lnTo>
                <a:lnTo>
                  <a:pt x="1799" y="9083"/>
                </a:lnTo>
                <a:lnTo>
                  <a:pt x="1799" y="9229"/>
                </a:lnTo>
                <a:lnTo>
                  <a:pt x="1845" y="9416"/>
                </a:lnTo>
                <a:lnTo>
                  <a:pt x="1891" y="9562"/>
                </a:lnTo>
                <a:lnTo>
                  <a:pt x="1891" y="9708"/>
                </a:lnTo>
                <a:lnTo>
                  <a:pt x="1937" y="9895"/>
                </a:lnTo>
                <a:lnTo>
                  <a:pt x="1937" y="10041"/>
                </a:lnTo>
                <a:lnTo>
                  <a:pt x="2007" y="10187"/>
                </a:lnTo>
                <a:lnTo>
                  <a:pt x="2053" y="10374"/>
                </a:lnTo>
                <a:lnTo>
                  <a:pt x="2053" y="10520"/>
                </a:lnTo>
                <a:lnTo>
                  <a:pt x="2099" y="10666"/>
                </a:lnTo>
                <a:lnTo>
                  <a:pt x="2099" y="10853"/>
                </a:lnTo>
                <a:lnTo>
                  <a:pt x="2145" y="10999"/>
                </a:lnTo>
                <a:lnTo>
                  <a:pt x="2145" y="11145"/>
                </a:lnTo>
                <a:lnTo>
                  <a:pt x="2214" y="11333"/>
                </a:lnTo>
                <a:lnTo>
                  <a:pt x="2260" y="11478"/>
                </a:lnTo>
                <a:lnTo>
                  <a:pt x="2260" y="11666"/>
                </a:lnTo>
                <a:lnTo>
                  <a:pt x="2306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1569215" y="3522580"/>
            <a:ext cx="2306" cy="11958"/>
          </a:xfrm>
          <a:custGeom>
            <a:avLst/>
            <a:gdLst/>
            <a:ahLst/>
            <a:cxnLst/>
            <a:rect l="l" t="t" r="r" b="b"/>
            <a:pathLst>
              <a:path w="2306" h="11958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15" y="624"/>
                </a:lnTo>
                <a:lnTo>
                  <a:pt x="161" y="812"/>
                </a:lnTo>
                <a:lnTo>
                  <a:pt x="207" y="958"/>
                </a:lnTo>
                <a:lnTo>
                  <a:pt x="207" y="1104"/>
                </a:lnTo>
                <a:lnTo>
                  <a:pt x="276" y="1291"/>
                </a:lnTo>
                <a:lnTo>
                  <a:pt x="322" y="1437"/>
                </a:lnTo>
                <a:lnTo>
                  <a:pt x="322" y="1583"/>
                </a:lnTo>
                <a:lnTo>
                  <a:pt x="369" y="1770"/>
                </a:lnTo>
                <a:lnTo>
                  <a:pt x="369" y="1916"/>
                </a:lnTo>
                <a:lnTo>
                  <a:pt x="438" y="2062"/>
                </a:lnTo>
                <a:lnTo>
                  <a:pt x="438" y="2249"/>
                </a:lnTo>
                <a:lnTo>
                  <a:pt x="484" y="2395"/>
                </a:lnTo>
                <a:lnTo>
                  <a:pt x="484" y="2541"/>
                </a:lnTo>
                <a:lnTo>
                  <a:pt x="530" y="2729"/>
                </a:lnTo>
                <a:lnTo>
                  <a:pt x="576" y="2874"/>
                </a:lnTo>
                <a:lnTo>
                  <a:pt x="576" y="3020"/>
                </a:lnTo>
                <a:lnTo>
                  <a:pt x="645" y="3208"/>
                </a:lnTo>
                <a:lnTo>
                  <a:pt x="692" y="3354"/>
                </a:lnTo>
                <a:lnTo>
                  <a:pt x="692" y="3499"/>
                </a:lnTo>
                <a:lnTo>
                  <a:pt x="738" y="3687"/>
                </a:lnTo>
                <a:lnTo>
                  <a:pt x="738" y="3833"/>
                </a:lnTo>
                <a:lnTo>
                  <a:pt x="784" y="3979"/>
                </a:lnTo>
                <a:lnTo>
                  <a:pt x="784" y="4166"/>
                </a:lnTo>
                <a:lnTo>
                  <a:pt x="853" y="4312"/>
                </a:lnTo>
                <a:lnTo>
                  <a:pt x="899" y="4499"/>
                </a:lnTo>
                <a:lnTo>
                  <a:pt x="899" y="4645"/>
                </a:lnTo>
                <a:lnTo>
                  <a:pt x="945" y="4791"/>
                </a:lnTo>
                <a:lnTo>
                  <a:pt x="1015" y="4979"/>
                </a:lnTo>
                <a:lnTo>
                  <a:pt x="1015" y="5124"/>
                </a:lnTo>
                <a:lnTo>
                  <a:pt x="1061" y="5312"/>
                </a:lnTo>
                <a:lnTo>
                  <a:pt x="1061" y="5458"/>
                </a:lnTo>
                <a:lnTo>
                  <a:pt x="1107" y="5604"/>
                </a:lnTo>
                <a:lnTo>
                  <a:pt x="1107" y="5791"/>
                </a:lnTo>
                <a:lnTo>
                  <a:pt x="1153" y="5937"/>
                </a:lnTo>
                <a:lnTo>
                  <a:pt x="1222" y="6124"/>
                </a:lnTo>
                <a:lnTo>
                  <a:pt x="1222" y="6270"/>
                </a:lnTo>
                <a:lnTo>
                  <a:pt x="1268" y="6416"/>
                </a:lnTo>
                <a:lnTo>
                  <a:pt x="1268" y="6604"/>
                </a:lnTo>
                <a:lnTo>
                  <a:pt x="1314" y="6749"/>
                </a:lnTo>
                <a:lnTo>
                  <a:pt x="1361" y="6979"/>
                </a:lnTo>
                <a:lnTo>
                  <a:pt x="1361" y="7124"/>
                </a:lnTo>
                <a:lnTo>
                  <a:pt x="1430" y="7270"/>
                </a:lnTo>
                <a:lnTo>
                  <a:pt x="1476" y="7458"/>
                </a:lnTo>
                <a:lnTo>
                  <a:pt x="1476" y="7604"/>
                </a:lnTo>
                <a:lnTo>
                  <a:pt x="1522" y="7749"/>
                </a:lnTo>
                <a:lnTo>
                  <a:pt x="1522" y="7937"/>
                </a:lnTo>
                <a:lnTo>
                  <a:pt x="1591" y="8083"/>
                </a:lnTo>
                <a:lnTo>
                  <a:pt x="1591" y="8229"/>
                </a:lnTo>
                <a:lnTo>
                  <a:pt x="1637" y="8416"/>
                </a:lnTo>
                <a:lnTo>
                  <a:pt x="1684" y="8562"/>
                </a:lnTo>
                <a:lnTo>
                  <a:pt x="1684" y="8708"/>
                </a:lnTo>
                <a:lnTo>
                  <a:pt x="1730" y="8895"/>
                </a:lnTo>
                <a:lnTo>
                  <a:pt x="1730" y="9083"/>
                </a:lnTo>
                <a:lnTo>
                  <a:pt x="1799" y="9229"/>
                </a:lnTo>
                <a:lnTo>
                  <a:pt x="1845" y="9374"/>
                </a:lnTo>
                <a:lnTo>
                  <a:pt x="1845" y="9562"/>
                </a:lnTo>
                <a:lnTo>
                  <a:pt x="1891" y="9708"/>
                </a:lnTo>
                <a:lnTo>
                  <a:pt x="1891" y="9854"/>
                </a:lnTo>
                <a:lnTo>
                  <a:pt x="1960" y="10041"/>
                </a:lnTo>
                <a:lnTo>
                  <a:pt x="2007" y="10187"/>
                </a:lnTo>
                <a:lnTo>
                  <a:pt x="2007" y="10333"/>
                </a:lnTo>
                <a:lnTo>
                  <a:pt x="2053" y="10520"/>
                </a:lnTo>
                <a:lnTo>
                  <a:pt x="2053" y="10666"/>
                </a:lnTo>
                <a:lnTo>
                  <a:pt x="2099" y="10812"/>
                </a:lnTo>
                <a:lnTo>
                  <a:pt x="2168" y="10999"/>
                </a:lnTo>
                <a:lnTo>
                  <a:pt x="2168" y="11145"/>
                </a:lnTo>
                <a:lnTo>
                  <a:pt x="2214" y="11333"/>
                </a:lnTo>
                <a:lnTo>
                  <a:pt x="2214" y="11478"/>
                </a:lnTo>
                <a:lnTo>
                  <a:pt x="2260" y="11708"/>
                </a:lnTo>
                <a:lnTo>
                  <a:pt x="2306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1571522" y="3534538"/>
            <a:ext cx="2329" cy="11833"/>
          </a:xfrm>
          <a:custGeom>
            <a:avLst/>
            <a:gdLst/>
            <a:ahLst/>
            <a:cxnLst/>
            <a:rect l="l" t="t" r="r" b="b"/>
            <a:pathLst>
              <a:path w="2329" h="11833">
                <a:moveTo>
                  <a:pt x="0" y="0"/>
                </a:moveTo>
                <a:lnTo>
                  <a:pt x="69" y="229"/>
                </a:lnTo>
                <a:lnTo>
                  <a:pt x="115" y="374"/>
                </a:lnTo>
                <a:lnTo>
                  <a:pt x="115" y="520"/>
                </a:lnTo>
                <a:lnTo>
                  <a:pt x="115" y="666"/>
                </a:lnTo>
                <a:lnTo>
                  <a:pt x="161" y="812"/>
                </a:lnTo>
                <a:lnTo>
                  <a:pt x="230" y="999"/>
                </a:lnTo>
                <a:lnTo>
                  <a:pt x="230" y="1145"/>
                </a:lnTo>
                <a:lnTo>
                  <a:pt x="276" y="1333"/>
                </a:lnTo>
                <a:lnTo>
                  <a:pt x="322" y="1479"/>
                </a:lnTo>
                <a:lnTo>
                  <a:pt x="322" y="1624"/>
                </a:lnTo>
                <a:lnTo>
                  <a:pt x="369" y="1812"/>
                </a:lnTo>
                <a:lnTo>
                  <a:pt x="438" y="1958"/>
                </a:lnTo>
                <a:lnTo>
                  <a:pt x="438" y="2145"/>
                </a:lnTo>
                <a:lnTo>
                  <a:pt x="484" y="2291"/>
                </a:lnTo>
                <a:lnTo>
                  <a:pt x="484" y="2437"/>
                </a:lnTo>
                <a:lnTo>
                  <a:pt x="530" y="2624"/>
                </a:lnTo>
                <a:lnTo>
                  <a:pt x="530" y="2770"/>
                </a:lnTo>
                <a:lnTo>
                  <a:pt x="599" y="2999"/>
                </a:lnTo>
                <a:lnTo>
                  <a:pt x="645" y="3145"/>
                </a:lnTo>
                <a:lnTo>
                  <a:pt x="645" y="3291"/>
                </a:lnTo>
                <a:lnTo>
                  <a:pt x="692" y="3479"/>
                </a:lnTo>
                <a:lnTo>
                  <a:pt x="738" y="3624"/>
                </a:lnTo>
                <a:lnTo>
                  <a:pt x="738" y="3770"/>
                </a:lnTo>
                <a:lnTo>
                  <a:pt x="807" y="3958"/>
                </a:lnTo>
                <a:lnTo>
                  <a:pt x="807" y="4104"/>
                </a:lnTo>
                <a:lnTo>
                  <a:pt x="853" y="4249"/>
                </a:lnTo>
                <a:lnTo>
                  <a:pt x="853" y="4395"/>
                </a:lnTo>
                <a:lnTo>
                  <a:pt x="899" y="4624"/>
                </a:lnTo>
                <a:lnTo>
                  <a:pt x="945" y="4770"/>
                </a:lnTo>
                <a:lnTo>
                  <a:pt x="945" y="4916"/>
                </a:lnTo>
                <a:lnTo>
                  <a:pt x="1015" y="5104"/>
                </a:lnTo>
                <a:lnTo>
                  <a:pt x="1061" y="5249"/>
                </a:lnTo>
                <a:lnTo>
                  <a:pt x="1061" y="5395"/>
                </a:lnTo>
                <a:lnTo>
                  <a:pt x="1107" y="5583"/>
                </a:lnTo>
                <a:lnTo>
                  <a:pt x="1107" y="5729"/>
                </a:lnTo>
                <a:lnTo>
                  <a:pt x="1176" y="5874"/>
                </a:lnTo>
                <a:lnTo>
                  <a:pt x="1176" y="6062"/>
                </a:lnTo>
                <a:lnTo>
                  <a:pt x="1222" y="6208"/>
                </a:lnTo>
                <a:lnTo>
                  <a:pt x="1268" y="6354"/>
                </a:lnTo>
                <a:lnTo>
                  <a:pt x="1268" y="6541"/>
                </a:lnTo>
                <a:lnTo>
                  <a:pt x="1314" y="6687"/>
                </a:lnTo>
                <a:lnTo>
                  <a:pt x="1384" y="6874"/>
                </a:lnTo>
                <a:lnTo>
                  <a:pt x="1384" y="7020"/>
                </a:lnTo>
                <a:lnTo>
                  <a:pt x="1430" y="7166"/>
                </a:lnTo>
                <a:lnTo>
                  <a:pt x="1430" y="7354"/>
                </a:lnTo>
                <a:lnTo>
                  <a:pt x="1476" y="7499"/>
                </a:lnTo>
                <a:lnTo>
                  <a:pt x="1522" y="7729"/>
                </a:lnTo>
                <a:lnTo>
                  <a:pt x="1522" y="7874"/>
                </a:lnTo>
                <a:lnTo>
                  <a:pt x="1591" y="8020"/>
                </a:lnTo>
                <a:lnTo>
                  <a:pt x="1591" y="8166"/>
                </a:lnTo>
                <a:lnTo>
                  <a:pt x="1637" y="8312"/>
                </a:lnTo>
                <a:lnTo>
                  <a:pt x="1637" y="8499"/>
                </a:lnTo>
                <a:lnTo>
                  <a:pt x="1684" y="8645"/>
                </a:lnTo>
                <a:lnTo>
                  <a:pt x="1753" y="8791"/>
                </a:lnTo>
                <a:lnTo>
                  <a:pt x="1753" y="8979"/>
                </a:lnTo>
                <a:lnTo>
                  <a:pt x="1799" y="9124"/>
                </a:lnTo>
                <a:lnTo>
                  <a:pt x="1845" y="9354"/>
                </a:lnTo>
                <a:lnTo>
                  <a:pt x="1845" y="9499"/>
                </a:lnTo>
                <a:lnTo>
                  <a:pt x="1891" y="9645"/>
                </a:lnTo>
                <a:lnTo>
                  <a:pt x="1891" y="9833"/>
                </a:lnTo>
                <a:lnTo>
                  <a:pt x="1960" y="9979"/>
                </a:lnTo>
                <a:lnTo>
                  <a:pt x="1960" y="10124"/>
                </a:lnTo>
                <a:lnTo>
                  <a:pt x="2007" y="10312"/>
                </a:lnTo>
                <a:lnTo>
                  <a:pt x="2053" y="10458"/>
                </a:lnTo>
                <a:lnTo>
                  <a:pt x="2053" y="10603"/>
                </a:lnTo>
                <a:lnTo>
                  <a:pt x="2122" y="10791"/>
                </a:lnTo>
                <a:lnTo>
                  <a:pt x="2168" y="10937"/>
                </a:lnTo>
                <a:lnTo>
                  <a:pt x="2168" y="11083"/>
                </a:lnTo>
                <a:lnTo>
                  <a:pt x="2214" y="11270"/>
                </a:lnTo>
                <a:lnTo>
                  <a:pt x="2214" y="11416"/>
                </a:lnTo>
                <a:lnTo>
                  <a:pt x="2260" y="11562"/>
                </a:lnTo>
                <a:lnTo>
                  <a:pt x="2260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1573852" y="3546371"/>
            <a:ext cx="2306" cy="11958"/>
          </a:xfrm>
          <a:custGeom>
            <a:avLst/>
            <a:gdLst/>
            <a:ahLst/>
            <a:cxnLst/>
            <a:rect l="l" t="t" r="r" b="b"/>
            <a:pathLst>
              <a:path w="2306" h="11958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92" y="479"/>
                </a:lnTo>
                <a:lnTo>
                  <a:pt x="92" y="583"/>
                </a:lnTo>
                <a:lnTo>
                  <a:pt x="92" y="624"/>
                </a:lnTo>
                <a:lnTo>
                  <a:pt x="92" y="666"/>
                </a:lnTo>
                <a:lnTo>
                  <a:pt x="92" y="729"/>
                </a:lnTo>
                <a:lnTo>
                  <a:pt x="138" y="874"/>
                </a:lnTo>
                <a:lnTo>
                  <a:pt x="207" y="1062"/>
                </a:lnTo>
                <a:lnTo>
                  <a:pt x="207" y="1208"/>
                </a:lnTo>
                <a:lnTo>
                  <a:pt x="253" y="1354"/>
                </a:lnTo>
                <a:lnTo>
                  <a:pt x="253" y="1541"/>
                </a:lnTo>
                <a:lnTo>
                  <a:pt x="299" y="1687"/>
                </a:lnTo>
                <a:lnTo>
                  <a:pt x="369" y="1874"/>
                </a:lnTo>
                <a:lnTo>
                  <a:pt x="369" y="2020"/>
                </a:lnTo>
                <a:lnTo>
                  <a:pt x="415" y="2249"/>
                </a:lnTo>
                <a:lnTo>
                  <a:pt x="461" y="2395"/>
                </a:lnTo>
                <a:lnTo>
                  <a:pt x="461" y="2541"/>
                </a:lnTo>
                <a:lnTo>
                  <a:pt x="507" y="2729"/>
                </a:lnTo>
                <a:lnTo>
                  <a:pt x="507" y="2874"/>
                </a:lnTo>
                <a:lnTo>
                  <a:pt x="576" y="3020"/>
                </a:lnTo>
                <a:lnTo>
                  <a:pt x="576" y="3208"/>
                </a:lnTo>
                <a:lnTo>
                  <a:pt x="622" y="3354"/>
                </a:lnTo>
                <a:lnTo>
                  <a:pt x="669" y="3499"/>
                </a:lnTo>
                <a:lnTo>
                  <a:pt x="669" y="3687"/>
                </a:lnTo>
                <a:lnTo>
                  <a:pt x="738" y="3833"/>
                </a:lnTo>
                <a:lnTo>
                  <a:pt x="738" y="3979"/>
                </a:lnTo>
                <a:lnTo>
                  <a:pt x="784" y="4166"/>
                </a:lnTo>
                <a:lnTo>
                  <a:pt x="830" y="4312"/>
                </a:lnTo>
                <a:lnTo>
                  <a:pt x="830" y="4458"/>
                </a:lnTo>
                <a:lnTo>
                  <a:pt x="876" y="4645"/>
                </a:lnTo>
                <a:lnTo>
                  <a:pt x="876" y="4833"/>
                </a:lnTo>
                <a:lnTo>
                  <a:pt x="945" y="4979"/>
                </a:lnTo>
                <a:lnTo>
                  <a:pt x="991" y="5124"/>
                </a:lnTo>
                <a:lnTo>
                  <a:pt x="991" y="5312"/>
                </a:lnTo>
                <a:lnTo>
                  <a:pt x="1038" y="5458"/>
                </a:lnTo>
                <a:lnTo>
                  <a:pt x="1038" y="5604"/>
                </a:lnTo>
                <a:lnTo>
                  <a:pt x="1084" y="5791"/>
                </a:lnTo>
                <a:lnTo>
                  <a:pt x="1153" y="5937"/>
                </a:lnTo>
                <a:lnTo>
                  <a:pt x="1153" y="6083"/>
                </a:lnTo>
                <a:lnTo>
                  <a:pt x="1199" y="6270"/>
                </a:lnTo>
                <a:lnTo>
                  <a:pt x="1199" y="6416"/>
                </a:lnTo>
                <a:lnTo>
                  <a:pt x="1245" y="6604"/>
                </a:lnTo>
                <a:lnTo>
                  <a:pt x="1245" y="6749"/>
                </a:lnTo>
                <a:lnTo>
                  <a:pt x="1314" y="6895"/>
                </a:lnTo>
                <a:lnTo>
                  <a:pt x="1361" y="7083"/>
                </a:lnTo>
                <a:lnTo>
                  <a:pt x="1361" y="7229"/>
                </a:lnTo>
                <a:lnTo>
                  <a:pt x="1407" y="7458"/>
                </a:lnTo>
                <a:lnTo>
                  <a:pt x="1453" y="7604"/>
                </a:lnTo>
                <a:lnTo>
                  <a:pt x="1453" y="7749"/>
                </a:lnTo>
                <a:lnTo>
                  <a:pt x="1522" y="7937"/>
                </a:lnTo>
                <a:lnTo>
                  <a:pt x="1568" y="8083"/>
                </a:lnTo>
                <a:lnTo>
                  <a:pt x="1568" y="8229"/>
                </a:lnTo>
                <a:lnTo>
                  <a:pt x="1614" y="8416"/>
                </a:lnTo>
                <a:lnTo>
                  <a:pt x="1614" y="8562"/>
                </a:lnTo>
                <a:lnTo>
                  <a:pt x="1660" y="8708"/>
                </a:lnTo>
                <a:lnTo>
                  <a:pt x="1660" y="8895"/>
                </a:lnTo>
                <a:lnTo>
                  <a:pt x="1730" y="9041"/>
                </a:lnTo>
                <a:lnTo>
                  <a:pt x="1730" y="9187"/>
                </a:lnTo>
                <a:lnTo>
                  <a:pt x="1776" y="9374"/>
                </a:lnTo>
                <a:lnTo>
                  <a:pt x="1822" y="9520"/>
                </a:lnTo>
                <a:lnTo>
                  <a:pt x="1822" y="9666"/>
                </a:lnTo>
                <a:lnTo>
                  <a:pt x="1891" y="9854"/>
                </a:lnTo>
                <a:lnTo>
                  <a:pt x="1937" y="9999"/>
                </a:lnTo>
                <a:lnTo>
                  <a:pt x="1937" y="10187"/>
                </a:lnTo>
                <a:lnTo>
                  <a:pt x="1983" y="10333"/>
                </a:lnTo>
                <a:lnTo>
                  <a:pt x="1983" y="10520"/>
                </a:lnTo>
                <a:lnTo>
                  <a:pt x="2030" y="10666"/>
                </a:lnTo>
                <a:lnTo>
                  <a:pt x="2030" y="10812"/>
                </a:lnTo>
                <a:lnTo>
                  <a:pt x="2099" y="10999"/>
                </a:lnTo>
                <a:lnTo>
                  <a:pt x="2145" y="11145"/>
                </a:lnTo>
                <a:lnTo>
                  <a:pt x="2145" y="11291"/>
                </a:lnTo>
                <a:lnTo>
                  <a:pt x="2191" y="11478"/>
                </a:lnTo>
                <a:lnTo>
                  <a:pt x="2191" y="11624"/>
                </a:lnTo>
                <a:lnTo>
                  <a:pt x="2260" y="11812"/>
                </a:lnTo>
                <a:lnTo>
                  <a:pt x="2306" y="1195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1576159" y="3558329"/>
            <a:ext cx="2260" cy="11833"/>
          </a:xfrm>
          <a:custGeom>
            <a:avLst/>
            <a:gdLst/>
            <a:ahLst/>
            <a:cxnLst/>
            <a:rect l="l" t="t" r="r" b="b"/>
            <a:pathLst>
              <a:path w="2260" h="11833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46" y="479"/>
                </a:lnTo>
                <a:lnTo>
                  <a:pt x="92" y="708"/>
                </a:lnTo>
                <a:lnTo>
                  <a:pt x="161" y="854"/>
                </a:lnTo>
                <a:lnTo>
                  <a:pt x="161" y="999"/>
                </a:lnTo>
                <a:lnTo>
                  <a:pt x="207" y="1187"/>
                </a:lnTo>
                <a:lnTo>
                  <a:pt x="253" y="1333"/>
                </a:lnTo>
                <a:lnTo>
                  <a:pt x="253" y="1479"/>
                </a:lnTo>
                <a:lnTo>
                  <a:pt x="299" y="1666"/>
                </a:lnTo>
                <a:lnTo>
                  <a:pt x="299" y="1812"/>
                </a:lnTo>
                <a:lnTo>
                  <a:pt x="369" y="1958"/>
                </a:lnTo>
                <a:lnTo>
                  <a:pt x="415" y="2145"/>
                </a:lnTo>
                <a:lnTo>
                  <a:pt x="415" y="2291"/>
                </a:lnTo>
                <a:lnTo>
                  <a:pt x="461" y="2437"/>
                </a:lnTo>
                <a:lnTo>
                  <a:pt x="461" y="2624"/>
                </a:lnTo>
                <a:lnTo>
                  <a:pt x="530" y="2770"/>
                </a:lnTo>
                <a:lnTo>
                  <a:pt x="530" y="2916"/>
                </a:lnTo>
                <a:lnTo>
                  <a:pt x="576" y="3104"/>
                </a:lnTo>
                <a:lnTo>
                  <a:pt x="622" y="3249"/>
                </a:lnTo>
                <a:lnTo>
                  <a:pt x="622" y="3437"/>
                </a:lnTo>
                <a:lnTo>
                  <a:pt x="669" y="3583"/>
                </a:lnTo>
                <a:lnTo>
                  <a:pt x="669" y="3729"/>
                </a:lnTo>
                <a:lnTo>
                  <a:pt x="738" y="3916"/>
                </a:lnTo>
                <a:lnTo>
                  <a:pt x="784" y="4062"/>
                </a:lnTo>
                <a:lnTo>
                  <a:pt x="784" y="4291"/>
                </a:lnTo>
                <a:lnTo>
                  <a:pt x="830" y="4437"/>
                </a:lnTo>
                <a:lnTo>
                  <a:pt x="899" y="4583"/>
                </a:lnTo>
                <a:lnTo>
                  <a:pt x="899" y="4770"/>
                </a:lnTo>
                <a:lnTo>
                  <a:pt x="945" y="4916"/>
                </a:lnTo>
                <a:lnTo>
                  <a:pt x="945" y="5062"/>
                </a:lnTo>
                <a:lnTo>
                  <a:pt x="991" y="5249"/>
                </a:lnTo>
                <a:lnTo>
                  <a:pt x="1038" y="5395"/>
                </a:lnTo>
                <a:lnTo>
                  <a:pt x="1038" y="5541"/>
                </a:lnTo>
                <a:lnTo>
                  <a:pt x="1107" y="5729"/>
                </a:lnTo>
                <a:lnTo>
                  <a:pt x="1107" y="5874"/>
                </a:lnTo>
                <a:lnTo>
                  <a:pt x="1153" y="6020"/>
                </a:lnTo>
                <a:lnTo>
                  <a:pt x="1153" y="6062"/>
                </a:lnTo>
                <a:lnTo>
                  <a:pt x="1153" y="6104"/>
                </a:lnTo>
                <a:lnTo>
                  <a:pt x="1153" y="6208"/>
                </a:lnTo>
                <a:lnTo>
                  <a:pt x="1199" y="6249"/>
                </a:lnTo>
                <a:lnTo>
                  <a:pt x="1199" y="6437"/>
                </a:lnTo>
                <a:lnTo>
                  <a:pt x="1245" y="6583"/>
                </a:lnTo>
                <a:lnTo>
                  <a:pt x="1245" y="6729"/>
                </a:lnTo>
                <a:lnTo>
                  <a:pt x="1314" y="6916"/>
                </a:lnTo>
                <a:lnTo>
                  <a:pt x="1361" y="7062"/>
                </a:lnTo>
                <a:lnTo>
                  <a:pt x="1361" y="7208"/>
                </a:lnTo>
                <a:lnTo>
                  <a:pt x="1407" y="7395"/>
                </a:lnTo>
                <a:lnTo>
                  <a:pt x="1476" y="7541"/>
                </a:lnTo>
                <a:lnTo>
                  <a:pt x="1476" y="7687"/>
                </a:lnTo>
                <a:lnTo>
                  <a:pt x="1522" y="7874"/>
                </a:lnTo>
                <a:lnTo>
                  <a:pt x="1522" y="8020"/>
                </a:lnTo>
                <a:lnTo>
                  <a:pt x="1568" y="8166"/>
                </a:lnTo>
                <a:lnTo>
                  <a:pt x="1568" y="8208"/>
                </a:lnTo>
                <a:lnTo>
                  <a:pt x="1568" y="8249"/>
                </a:lnTo>
                <a:lnTo>
                  <a:pt x="1568" y="8354"/>
                </a:lnTo>
                <a:lnTo>
                  <a:pt x="1614" y="8395"/>
                </a:lnTo>
                <a:lnTo>
                  <a:pt x="1614" y="8583"/>
                </a:lnTo>
                <a:lnTo>
                  <a:pt x="1684" y="8729"/>
                </a:lnTo>
                <a:lnTo>
                  <a:pt x="1684" y="8874"/>
                </a:lnTo>
                <a:lnTo>
                  <a:pt x="1730" y="9062"/>
                </a:lnTo>
                <a:lnTo>
                  <a:pt x="1776" y="9208"/>
                </a:lnTo>
                <a:lnTo>
                  <a:pt x="1776" y="9354"/>
                </a:lnTo>
                <a:lnTo>
                  <a:pt x="1822" y="9541"/>
                </a:lnTo>
                <a:lnTo>
                  <a:pt x="1822" y="9687"/>
                </a:lnTo>
                <a:lnTo>
                  <a:pt x="1891" y="9833"/>
                </a:lnTo>
                <a:lnTo>
                  <a:pt x="1937" y="10020"/>
                </a:lnTo>
                <a:lnTo>
                  <a:pt x="1937" y="10166"/>
                </a:lnTo>
                <a:lnTo>
                  <a:pt x="1983" y="10312"/>
                </a:lnTo>
                <a:lnTo>
                  <a:pt x="1983" y="10499"/>
                </a:lnTo>
                <a:lnTo>
                  <a:pt x="2053" y="10645"/>
                </a:lnTo>
                <a:lnTo>
                  <a:pt x="2053" y="10791"/>
                </a:lnTo>
                <a:lnTo>
                  <a:pt x="2099" y="10978"/>
                </a:lnTo>
                <a:lnTo>
                  <a:pt x="2145" y="11124"/>
                </a:lnTo>
                <a:lnTo>
                  <a:pt x="2145" y="11270"/>
                </a:lnTo>
                <a:lnTo>
                  <a:pt x="2191" y="11458"/>
                </a:lnTo>
                <a:lnTo>
                  <a:pt x="2191" y="11603"/>
                </a:lnTo>
                <a:lnTo>
                  <a:pt x="2260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1578419" y="3570162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0"/>
                </a:moveTo>
                <a:lnTo>
                  <a:pt x="46" y="145"/>
                </a:lnTo>
                <a:lnTo>
                  <a:pt x="46" y="333"/>
                </a:lnTo>
                <a:lnTo>
                  <a:pt x="92" y="479"/>
                </a:lnTo>
                <a:lnTo>
                  <a:pt x="161" y="624"/>
                </a:lnTo>
                <a:lnTo>
                  <a:pt x="161" y="812"/>
                </a:lnTo>
                <a:lnTo>
                  <a:pt x="207" y="958"/>
                </a:lnTo>
                <a:lnTo>
                  <a:pt x="207" y="1104"/>
                </a:lnTo>
                <a:lnTo>
                  <a:pt x="253" y="1291"/>
                </a:lnTo>
                <a:lnTo>
                  <a:pt x="299" y="1437"/>
                </a:lnTo>
                <a:lnTo>
                  <a:pt x="299" y="1583"/>
                </a:lnTo>
                <a:lnTo>
                  <a:pt x="369" y="1770"/>
                </a:lnTo>
                <a:lnTo>
                  <a:pt x="369" y="1916"/>
                </a:lnTo>
                <a:lnTo>
                  <a:pt x="415" y="2062"/>
                </a:lnTo>
                <a:lnTo>
                  <a:pt x="461" y="2249"/>
                </a:lnTo>
                <a:lnTo>
                  <a:pt x="461" y="2395"/>
                </a:lnTo>
                <a:lnTo>
                  <a:pt x="507" y="2541"/>
                </a:lnTo>
                <a:lnTo>
                  <a:pt x="507" y="2729"/>
                </a:lnTo>
                <a:lnTo>
                  <a:pt x="576" y="2874"/>
                </a:lnTo>
                <a:lnTo>
                  <a:pt x="576" y="3020"/>
                </a:lnTo>
                <a:lnTo>
                  <a:pt x="622" y="3208"/>
                </a:lnTo>
                <a:lnTo>
                  <a:pt x="669" y="3354"/>
                </a:lnTo>
                <a:lnTo>
                  <a:pt x="669" y="3499"/>
                </a:lnTo>
                <a:lnTo>
                  <a:pt x="738" y="3687"/>
                </a:lnTo>
                <a:lnTo>
                  <a:pt x="738" y="3833"/>
                </a:lnTo>
                <a:lnTo>
                  <a:pt x="784" y="3979"/>
                </a:lnTo>
                <a:lnTo>
                  <a:pt x="830" y="4166"/>
                </a:lnTo>
                <a:lnTo>
                  <a:pt x="830" y="4312"/>
                </a:lnTo>
                <a:lnTo>
                  <a:pt x="876" y="4458"/>
                </a:lnTo>
                <a:lnTo>
                  <a:pt x="876" y="4645"/>
                </a:lnTo>
                <a:lnTo>
                  <a:pt x="945" y="4791"/>
                </a:lnTo>
                <a:lnTo>
                  <a:pt x="945" y="4937"/>
                </a:lnTo>
                <a:lnTo>
                  <a:pt x="991" y="5124"/>
                </a:lnTo>
                <a:lnTo>
                  <a:pt x="1038" y="5270"/>
                </a:lnTo>
                <a:lnTo>
                  <a:pt x="1038" y="5416"/>
                </a:lnTo>
                <a:lnTo>
                  <a:pt x="1107" y="5604"/>
                </a:lnTo>
                <a:lnTo>
                  <a:pt x="1107" y="5749"/>
                </a:lnTo>
                <a:lnTo>
                  <a:pt x="1153" y="5937"/>
                </a:lnTo>
                <a:lnTo>
                  <a:pt x="1199" y="6083"/>
                </a:lnTo>
                <a:lnTo>
                  <a:pt x="1199" y="6229"/>
                </a:lnTo>
                <a:lnTo>
                  <a:pt x="1245" y="6416"/>
                </a:lnTo>
                <a:lnTo>
                  <a:pt x="1245" y="6562"/>
                </a:lnTo>
                <a:lnTo>
                  <a:pt x="1314" y="6791"/>
                </a:lnTo>
                <a:lnTo>
                  <a:pt x="1361" y="6937"/>
                </a:lnTo>
                <a:lnTo>
                  <a:pt x="1361" y="7083"/>
                </a:lnTo>
                <a:lnTo>
                  <a:pt x="1407" y="7270"/>
                </a:lnTo>
                <a:lnTo>
                  <a:pt x="1453" y="7416"/>
                </a:lnTo>
                <a:lnTo>
                  <a:pt x="1453" y="7562"/>
                </a:lnTo>
                <a:lnTo>
                  <a:pt x="1522" y="7708"/>
                </a:lnTo>
                <a:lnTo>
                  <a:pt x="1522" y="7895"/>
                </a:lnTo>
                <a:lnTo>
                  <a:pt x="1568" y="8041"/>
                </a:lnTo>
                <a:lnTo>
                  <a:pt x="1614" y="8187"/>
                </a:lnTo>
                <a:lnTo>
                  <a:pt x="1614" y="8374"/>
                </a:lnTo>
                <a:lnTo>
                  <a:pt x="1684" y="8520"/>
                </a:lnTo>
                <a:lnTo>
                  <a:pt x="1684" y="8749"/>
                </a:lnTo>
                <a:lnTo>
                  <a:pt x="1730" y="8895"/>
                </a:lnTo>
                <a:lnTo>
                  <a:pt x="1776" y="9041"/>
                </a:lnTo>
                <a:lnTo>
                  <a:pt x="1776" y="9229"/>
                </a:lnTo>
                <a:lnTo>
                  <a:pt x="1822" y="9374"/>
                </a:lnTo>
                <a:lnTo>
                  <a:pt x="1822" y="9520"/>
                </a:lnTo>
                <a:lnTo>
                  <a:pt x="1891" y="9708"/>
                </a:lnTo>
                <a:lnTo>
                  <a:pt x="1937" y="9854"/>
                </a:lnTo>
                <a:lnTo>
                  <a:pt x="1937" y="9999"/>
                </a:lnTo>
                <a:lnTo>
                  <a:pt x="1983" y="10187"/>
                </a:lnTo>
                <a:lnTo>
                  <a:pt x="1983" y="10333"/>
                </a:lnTo>
                <a:lnTo>
                  <a:pt x="2030" y="10479"/>
                </a:lnTo>
                <a:lnTo>
                  <a:pt x="2099" y="10666"/>
                </a:lnTo>
                <a:lnTo>
                  <a:pt x="2099" y="10812"/>
                </a:lnTo>
                <a:lnTo>
                  <a:pt x="2145" y="10958"/>
                </a:lnTo>
                <a:lnTo>
                  <a:pt x="2145" y="11145"/>
                </a:lnTo>
                <a:lnTo>
                  <a:pt x="2191" y="11291"/>
                </a:lnTo>
                <a:lnTo>
                  <a:pt x="2260" y="11478"/>
                </a:lnTo>
                <a:lnTo>
                  <a:pt x="2260" y="11624"/>
                </a:lnTo>
                <a:lnTo>
                  <a:pt x="2306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1580726" y="3582058"/>
            <a:ext cx="2306" cy="11812"/>
          </a:xfrm>
          <a:custGeom>
            <a:avLst/>
            <a:gdLst/>
            <a:ahLst/>
            <a:cxnLst/>
            <a:rect l="l" t="t" r="r" b="b"/>
            <a:pathLst>
              <a:path w="2306" h="11812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79"/>
                </a:lnTo>
                <a:lnTo>
                  <a:pt x="161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437"/>
                </a:lnTo>
                <a:lnTo>
                  <a:pt x="322" y="1583"/>
                </a:lnTo>
                <a:lnTo>
                  <a:pt x="369" y="1729"/>
                </a:lnTo>
                <a:lnTo>
                  <a:pt x="369" y="1916"/>
                </a:lnTo>
                <a:lnTo>
                  <a:pt x="415" y="2062"/>
                </a:lnTo>
                <a:lnTo>
                  <a:pt x="415" y="2208"/>
                </a:lnTo>
                <a:lnTo>
                  <a:pt x="461" y="2395"/>
                </a:lnTo>
                <a:lnTo>
                  <a:pt x="530" y="2541"/>
                </a:lnTo>
                <a:lnTo>
                  <a:pt x="530" y="2687"/>
                </a:lnTo>
                <a:lnTo>
                  <a:pt x="576" y="2874"/>
                </a:lnTo>
                <a:lnTo>
                  <a:pt x="576" y="3020"/>
                </a:lnTo>
                <a:lnTo>
                  <a:pt x="622" y="3062"/>
                </a:lnTo>
                <a:lnTo>
                  <a:pt x="622" y="3166"/>
                </a:lnTo>
                <a:lnTo>
                  <a:pt x="622" y="3208"/>
                </a:lnTo>
                <a:lnTo>
                  <a:pt x="622" y="3249"/>
                </a:lnTo>
                <a:lnTo>
                  <a:pt x="622" y="3312"/>
                </a:lnTo>
                <a:lnTo>
                  <a:pt x="669" y="3458"/>
                </a:lnTo>
                <a:lnTo>
                  <a:pt x="738" y="3645"/>
                </a:lnTo>
                <a:lnTo>
                  <a:pt x="738" y="3791"/>
                </a:lnTo>
                <a:lnTo>
                  <a:pt x="784" y="3979"/>
                </a:lnTo>
                <a:lnTo>
                  <a:pt x="784" y="4124"/>
                </a:lnTo>
                <a:lnTo>
                  <a:pt x="830" y="4270"/>
                </a:lnTo>
                <a:lnTo>
                  <a:pt x="899" y="4458"/>
                </a:lnTo>
                <a:lnTo>
                  <a:pt x="899" y="4604"/>
                </a:lnTo>
                <a:lnTo>
                  <a:pt x="945" y="4833"/>
                </a:lnTo>
                <a:lnTo>
                  <a:pt x="991" y="4979"/>
                </a:lnTo>
                <a:lnTo>
                  <a:pt x="991" y="5124"/>
                </a:lnTo>
                <a:lnTo>
                  <a:pt x="1038" y="5312"/>
                </a:lnTo>
                <a:lnTo>
                  <a:pt x="1038" y="5458"/>
                </a:lnTo>
                <a:lnTo>
                  <a:pt x="1107" y="5604"/>
                </a:lnTo>
                <a:lnTo>
                  <a:pt x="1107" y="5749"/>
                </a:lnTo>
                <a:lnTo>
                  <a:pt x="1153" y="5937"/>
                </a:lnTo>
                <a:lnTo>
                  <a:pt x="1199" y="6083"/>
                </a:lnTo>
                <a:lnTo>
                  <a:pt x="1199" y="6229"/>
                </a:lnTo>
                <a:lnTo>
                  <a:pt x="1245" y="6416"/>
                </a:lnTo>
                <a:lnTo>
                  <a:pt x="1245" y="6562"/>
                </a:lnTo>
                <a:lnTo>
                  <a:pt x="1314" y="6791"/>
                </a:lnTo>
                <a:lnTo>
                  <a:pt x="1361" y="6937"/>
                </a:lnTo>
                <a:lnTo>
                  <a:pt x="1361" y="7083"/>
                </a:lnTo>
                <a:lnTo>
                  <a:pt x="1407" y="7270"/>
                </a:lnTo>
                <a:lnTo>
                  <a:pt x="1476" y="7416"/>
                </a:lnTo>
                <a:lnTo>
                  <a:pt x="1476" y="7562"/>
                </a:lnTo>
                <a:lnTo>
                  <a:pt x="1522" y="7708"/>
                </a:lnTo>
                <a:lnTo>
                  <a:pt x="1522" y="7854"/>
                </a:lnTo>
                <a:lnTo>
                  <a:pt x="1568" y="8041"/>
                </a:lnTo>
                <a:lnTo>
                  <a:pt x="1614" y="8187"/>
                </a:lnTo>
                <a:lnTo>
                  <a:pt x="1614" y="8374"/>
                </a:lnTo>
                <a:lnTo>
                  <a:pt x="1684" y="8520"/>
                </a:lnTo>
                <a:lnTo>
                  <a:pt x="1684" y="8666"/>
                </a:lnTo>
                <a:lnTo>
                  <a:pt x="1730" y="8854"/>
                </a:lnTo>
                <a:lnTo>
                  <a:pt x="1730" y="8999"/>
                </a:lnTo>
                <a:lnTo>
                  <a:pt x="1776" y="9229"/>
                </a:lnTo>
                <a:lnTo>
                  <a:pt x="1845" y="9374"/>
                </a:lnTo>
                <a:lnTo>
                  <a:pt x="1845" y="9520"/>
                </a:lnTo>
                <a:lnTo>
                  <a:pt x="1891" y="9666"/>
                </a:lnTo>
                <a:lnTo>
                  <a:pt x="1891" y="9812"/>
                </a:lnTo>
                <a:lnTo>
                  <a:pt x="1937" y="9999"/>
                </a:lnTo>
                <a:lnTo>
                  <a:pt x="1983" y="10145"/>
                </a:lnTo>
                <a:lnTo>
                  <a:pt x="1983" y="10333"/>
                </a:lnTo>
                <a:lnTo>
                  <a:pt x="2053" y="10479"/>
                </a:lnTo>
                <a:lnTo>
                  <a:pt x="2099" y="10624"/>
                </a:lnTo>
                <a:lnTo>
                  <a:pt x="2099" y="10812"/>
                </a:lnTo>
                <a:lnTo>
                  <a:pt x="2145" y="10958"/>
                </a:lnTo>
                <a:lnTo>
                  <a:pt x="2191" y="11145"/>
                </a:lnTo>
                <a:lnTo>
                  <a:pt x="2191" y="11291"/>
                </a:lnTo>
                <a:lnTo>
                  <a:pt x="2260" y="11478"/>
                </a:lnTo>
                <a:lnTo>
                  <a:pt x="2260" y="11624"/>
                </a:lnTo>
                <a:lnTo>
                  <a:pt x="2306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1583033" y="3593870"/>
            <a:ext cx="2306" cy="11749"/>
          </a:xfrm>
          <a:custGeom>
            <a:avLst/>
            <a:gdLst/>
            <a:ahLst/>
            <a:cxnLst/>
            <a:rect l="l" t="t" r="r" b="b"/>
            <a:pathLst>
              <a:path w="2306" h="11749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115" y="624"/>
                </a:lnTo>
                <a:lnTo>
                  <a:pt x="161" y="770"/>
                </a:lnTo>
                <a:lnTo>
                  <a:pt x="161" y="958"/>
                </a:lnTo>
                <a:lnTo>
                  <a:pt x="207" y="1145"/>
                </a:lnTo>
                <a:lnTo>
                  <a:pt x="253" y="1291"/>
                </a:lnTo>
                <a:lnTo>
                  <a:pt x="253" y="1437"/>
                </a:lnTo>
                <a:lnTo>
                  <a:pt x="322" y="1624"/>
                </a:lnTo>
                <a:lnTo>
                  <a:pt x="369" y="1770"/>
                </a:lnTo>
                <a:lnTo>
                  <a:pt x="369" y="1916"/>
                </a:lnTo>
                <a:lnTo>
                  <a:pt x="415" y="2104"/>
                </a:lnTo>
                <a:lnTo>
                  <a:pt x="415" y="2249"/>
                </a:lnTo>
                <a:lnTo>
                  <a:pt x="484" y="2395"/>
                </a:lnTo>
                <a:lnTo>
                  <a:pt x="530" y="2624"/>
                </a:lnTo>
                <a:lnTo>
                  <a:pt x="530" y="2770"/>
                </a:lnTo>
                <a:lnTo>
                  <a:pt x="576" y="2916"/>
                </a:lnTo>
                <a:lnTo>
                  <a:pt x="576" y="3104"/>
                </a:lnTo>
                <a:lnTo>
                  <a:pt x="622" y="3249"/>
                </a:lnTo>
                <a:lnTo>
                  <a:pt x="622" y="3395"/>
                </a:lnTo>
                <a:lnTo>
                  <a:pt x="692" y="3583"/>
                </a:lnTo>
                <a:lnTo>
                  <a:pt x="738" y="3729"/>
                </a:lnTo>
                <a:lnTo>
                  <a:pt x="738" y="3874"/>
                </a:lnTo>
                <a:lnTo>
                  <a:pt x="784" y="4020"/>
                </a:lnTo>
                <a:lnTo>
                  <a:pt x="830" y="4208"/>
                </a:lnTo>
                <a:lnTo>
                  <a:pt x="830" y="4354"/>
                </a:lnTo>
                <a:lnTo>
                  <a:pt x="899" y="4583"/>
                </a:lnTo>
                <a:lnTo>
                  <a:pt x="945" y="4729"/>
                </a:lnTo>
                <a:lnTo>
                  <a:pt x="945" y="4874"/>
                </a:lnTo>
                <a:lnTo>
                  <a:pt x="991" y="5062"/>
                </a:lnTo>
                <a:lnTo>
                  <a:pt x="991" y="5208"/>
                </a:lnTo>
                <a:lnTo>
                  <a:pt x="1061" y="5354"/>
                </a:lnTo>
                <a:lnTo>
                  <a:pt x="1061" y="5499"/>
                </a:lnTo>
                <a:lnTo>
                  <a:pt x="1107" y="5687"/>
                </a:lnTo>
                <a:lnTo>
                  <a:pt x="1107" y="5833"/>
                </a:lnTo>
                <a:lnTo>
                  <a:pt x="1153" y="5979"/>
                </a:lnTo>
                <a:lnTo>
                  <a:pt x="1199" y="6166"/>
                </a:lnTo>
                <a:lnTo>
                  <a:pt x="1199" y="6312"/>
                </a:lnTo>
                <a:lnTo>
                  <a:pt x="1268" y="6499"/>
                </a:lnTo>
                <a:lnTo>
                  <a:pt x="1314" y="6645"/>
                </a:lnTo>
                <a:lnTo>
                  <a:pt x="1314" y="6833"/>
                </a:lnTo>
                <a:lnTo>
                  <a:pt x="1361" y="6979"/>
                </a:lnTo>
                <a:lnTo>
                  <a:pt x="1361" y="7124"/>
                </a:lnTo>
                <a:lnTo>
                  <a:pt x="1407" y="7312"/>
                </a:lnTo>
                <a:lnTo>
                  <a:pt x="1476" y="7458"/>
                </a:lnTo>
                <a:lnTo>
                  <a:pt x="1476" y="7604"/>
                </a:lnTo>
                <a:lnTo>
                  <a:pt x="1522" y="7833"/>
                </a:lnTo>
                <a:lnTo>
                  <a:pt x="1568" y="7979"/>
                </a:lnTo>
                <a:lnTo>
                  <a:pt x="1568" y="8124"/>
                </a:lnTo>
                <a:lnTo>
                  <a:pt x="1637" y="8312"/>
                </a:lnTo>
                <a:lnTo>
                  <a:pt x="1637" y="8458"/>
                </a:lnTo>
                <a:lnTo>
                  <a:pt x="1684" y="8604"/>
                </a:lnTo>
                <a:lnTo>
                  <a:pt x="1684" y="8749"/>
                </a:lnTo>
                <a:lnTo>
                  <a:pt x="1730" y="8937"/>
                </a:lnTo>
                <a:lnTo>
                  <a:pt x="1776" y="9083"/>
                </a:lnTo>
                <a:lnTo>
                  <a:pt x="1776" y="9312"/>
                </a:lnTo>
                <a:lnTo>
                  <a:pt x="1845" y="9458"/>
                </a:lnTo>
                <a:lnTo>
                  <a:pt x="1891" y="9604"/>
                </a:lnTo>
                <a:lnTo>
                  <a:pt x="1891" y="9749"/>
                </a:lnTo>
                <a:lnTo>
                  <a:pt x="1937" y="9895"/>
                </a:lnTo>
                <a:lnTo>
                  <a:pt x="1937" y="10083"/>
                </a:lnTo>
                <a:lnTo>
                  <a:pt x="2007" y="10229"/>
                </a:lnTo>
                <a:lnTo>
                  <a:pt x="2007" y="10374"/>
                </a:lnTo>
                <a:lnTo>
                  <a:pt x="2053" y="10562"/>
                </a:lnTo>
                <a:lnTo>
                  <a:pt x="2099" y="10708"/>
                </a:lnTo>
                <a:lnTo>
                  <a:pt x="2099" y="10895"/>
                </a:lnTo>
                <a:lnTo>
                  <a:pt x="2145" y="11083"/>
                </a:lnTo>
                <a:lnTo>
                  <a:pt x="2214" y="11228"/>
                </a:lnTo>
                <a:lnTo>
                  <a:pt x="2214" y="11374"/>
                </a:lnTo>
                <a:lnTo>
                  <a:pt x="2260" y="11562"/>
                </a:lnTo>
                <a:lnTo>
                  <a:pt x="2260" y="11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1585340" y="3605620"/>
            <a:ext cx="2260" cy="11708"/>
          </a:xfrm>
          <a:custGeom>
            <a:avLst/>
            <a:gdLst/>
            <a:ahLst/>
            <a:cxnLst/>
            <a:rect l="l" t="t" r="r" b="b"/>
            <a:pathLst>
              <a:path w="2260" h="11708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46" y="479"/>
                </a:lnTo>
                <a:lnTo>
                  <a:pt x="115" y="624"/>
                </a:lnTo>
                <a:lnTo>
                  <a:pt x="161" y="812"/>
                </a:lnTo>
                <a:lnTo>
                  <a:pt x="161" y="958"/>
                </a:lnTo>
                <a:lnTo>
                  <a:pt x="207" y="1104"/>
                </a:lnTo>
                <a:lnTo>
                  <a:pt x="207" y="1249"/>
                </a:lnTo>
                <a:lnTo>
                  <a:pt x="276" y="1395"/>
                </a:lnTo>
                <a:lnTo>
                  <a:pt x="276" y="1583"/>
                </a:lnTo>
                <a:lnTo>
                  <a:pt x="322" y="1729"/>
                </a:lnTo>
                <a:lnTo>
                  <a:pt x="369" y="1916"/>
                </a:lnTo>
                <a:lnTo>
                  <a:pt x="369" y="2104"/>
                </a:lnTo>
                <a:lnTo>
                  <a:pt x="415" y="2249"/>
                </a:lnTo>
                <a:lnTo>
                  <a:pt x="484" y="2395"/>
                </a:lnTo>
                <a:lnTo>
                  <a:pt x="484" y="2583"/>
                </a:lnTo>
                <a:lnTo>
                  <a:pt x="530" y="2729"/>
                </a:lnTo>
                <a:lnTo>
                  <a:pt x="530" y="2874"/>
                </a:lnTo>
                <a:lnTo>
                  <a:pt x="576" y="3020"/>
                </a:lnTo>
                <a:lnTo>
                  <a:pt x="645" y="3208"/>
                </a:lnTo>
                <a:lnTo>
                  <a:pt x="645" y="3354"/>
                </a:lnTo>
                <a:lnTo>
                  <a:pt x="692" y="3541"/>
                </a:lnTo>
                <a:lnTo>
                  <a:pt x="692" y="3687"/>
                </a:lnTo>
                <a:lnTo>
                  <a:pt x="738" y="3874"/>
                </a:lnTo>
                <a:lnTo>
                  <a:pt x="784" y="4020"/>
                </a:lnTo>
                <a:lnTo>
                  <a:pt x="784" y="4166"/>
                </a:lnTo>
                <a:lnTo>
                  <a:pt x="853" y="4354"/>
                </a:lnTo>
                <a:lnTo>
                  <a:pt x="853" y="4499"/>
                </a:lnTo>
                <a:lnTo>
                  <a:pt x="899" y="4687"/>
                </a:lnTo>
                <a:lnTo>
                  <a:pt x="945" y="4874"/>
                </a:lnTo>
                <a:lnTo>
                  <a:pt x="945" y="5020"/>
                </a:lnTo>
                <a:lnTo>
                  <a:pt x="991" y="5166"/>
                </a:lnTo>
                <a:lnTo>
                  <a:pt x="1061" y="5312"/>
                </a:lnTo>
                <a:lnTo>
                  <a:pt x="1061" y="5499"/>
                </a:lnTo>
                <a:lnTo>
                  <a:pt x="1107" y="5645"/>
                </a:lnTo>
                <a:lnTo>
                  <a:pt x="1107" y="5791"/>
                </a:lnTo>
                <a:lnTo>
                  <a:pt x="1153" y="5979"/>
                </a:lnTo>
                <a:lnTo>
                  <a:pt x="1222" y="6166"/>
                </a:lnTo>
                <a:lnTo>
                  <a:pt x="1222" y="6312"/>
                </a:lnTo>
                <a:lnTo>
                  <a:pt x="1268" y="6458"/>
                </a:lnTo>
                <a:lnTo>
                  <a:pt x="1268" y="6645"/>
                </a:lnTo>
                <a:lnTo>
                  <a:pt x="1314" y="6791"/>
                </a:lnTo>
                <a:lnTo>
                  <a:pt x="1314" y="6937"/>
                </a:lnTo>
                <a:lnTo>
                  <a:pt x="1361" y="7166"/>
                </a:lnTo>
                <a:lnTo>
                  <a:pt x="1430" y="7312"/>
                </a:lnTo>
                <a:lnTo>
                  <a:pt x="1430" y="7458"/>
                </a:lnTo>
                <a:lnTo>
                  <a:pt x="1476" y="7604"/>
                </a:lnTo>
                <a:lnTo>
                  <a:pt x="1522" y="7749"/>
                </a:lnTo>
                <a:lnTo>
                  <a:pt x="1522" y="7937"/>
                </a:lnTo>
                <a:lnTo>
                  <a:pt x="1568" y="8083"/>
                </a:lnTo>
                <a:lnTo>
                  <a:pt x="1637" y="8270"/>
                </a:lnTo>
                <a:lnTo>
                  <a:pt x="1637" y="8458"/>
                </a:lnTo>
                <a:lnTo>
                  <a:pt x="1684" y="8604"/>
                </a:lnTo>
                <a:lnTo>
                  <a:pt x="1684" y="8749"/>
                </a:lnTo>
                <a:lnTo>
                  <a:pt x="1730" y="8937"/>
                </a:lnTo>
                <a:lnTo>
                  <a:pt x="1799" y="9083"/>
                </a:lnTo>
                <a:lnTo>
                  <a:pt x="1799" y="9229"/>
                </a:lnTo>
                <a:lnTo>
                  <a:pt x="1845" y="9374"/>
                </a:lnTo>
                <a:lnTo>
                  <a:pt x="1845" y="9562"/>
                </a:lnTo>
                <a:lnTo>
                  <a:pt x="1891" y="9708"/>
                </a:lnTo>
                <a:lnTo>
                  <a:pt x="1937" y="9895"/>
                </a:lnTo>
                <a:lnTo>
                  <a:pt x="1937" y="10041"/>
                </a:lnTo>
                <a:lnTo>
                  <a:pt x="2007" y="10229"/>
                </a:lnTo>
                <a:lnTo>
                  <a:pt x="2007" y="10374"/>
                </a:lnTo>
                <a:lnTo>
                  <a:pt x="2053" y="10520"/>
                </a:lnTo>
                <a:lnTo>
                  <a:pt x="2099" y="10749"/>
                </a:lnTo>
                <a:lnTo>
                  <a:pt x="2099" y="10895"/>
                </a:lnTo>
                <a:lnTo>
                  <a:pt x="2168" y="11041"/>
                </a:lnTo>
                <a:lnTo>
                  <a:pt x="2214" y="11187"/>
                </a:lnTo>
                <a:lnTo>
                  <a:pt x="2214" y="11333"/>
                </a:lnTo>
                <a:lnTo>
                  <a:pt x="2260" y="11520"/>
                </a:lnTo>
                <a:lnTo>
                  <a:pt x="2260" y="11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1587601" y="3617328"/>
            <a:ext cx="2306" cy="11645"/>
          </a:xfrm>
          <a:custGeom>
            <a:avLst/>
            <a:gdLst/>
            <a:ahLst/>
            <a:cxnLst/>
            <a:rect l="l" t="t" r="r" b="b"/>
            <a:pathLst>
              <a:path w="2306" h="11645">
                <a:moveTo>
                  <a:pt x="0" y="0"/>
                </a:moveTo>
                <a:lnTo>
                  <a:pt x="46" y="145"/>
                </a:lnTo>
                <a:lnTo>
                  <a:pt x="115" y="333"/>
                </a:lnTo>
                <a:lnTo>
                  <a:pt x="115" y="479"/>
                </a:lnTo>
                <a:lnTo>
                  <a:pt x="161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322" y="1437"/>
                </a:lnTo>
                <a:lnTo>
                  <a:pt x="322" y="1624"/>
                </a:lnTo>
                <a:lnTo>
                  <a:pt x="369" y="1770"/>
                </a:lnTo>
                <a:lnTo>
                  <a:pt x="415" y="1916"/>
                </a:lnTo>
                <a:lnTo>
                  <a:pt x="415" y="2062"/>
                </a:lnTo>
                <a:lnTo>
                  <a:pt x="484" y="2249"/>
                </a:lnTo>
                <a:lnTo>
                  <a:pt x="484" y="2395"/>
                </a:lnTo>
                <a:lnTo>
                  <a:pt x="530" y="2583"/>
                </a:lnTo>
                <a:lnTo>
                  <a:pt x="576" y="2729"/>
                </a:lnTo>
                <a:lnTo>
                  <a:pt x="576" y="2916"/>
                </a:lnTo>
                <a:lnTo>
                  <a:pt x="622" y="3062"/>
                </a:lnTo>
                <a:lnTo>
                  <a:pt x="622" y="3208"/>
                </a:lnTo>
                <a:lnTo>
                  <a:pt x="692" y="3437"/>
                </a:lnTo>
                <a:lnTo>
                  <a:pt x="738" y="3583"/>
                </a:lnTo>
                <a:lnTo>
                  <a:pt x="738" y="3729"/>
                </a:lnTo>
                <a:lnTo>
                  <a:pt x="784" y="3874"/>
                </a:lnTo>
                <a:lnTo>
                  <a:pt x="784" y="4020"/>
                </a:lnTo>
                <a:lnTo>
                  <a:pt x="853" y="4208"/>
                </a:lnTo>
                <a:lnTo>
                  <a:pt x="899" y="4354"/>
                </a:lnTo>
                <a:lnTo>
                  <a:pt x="899" y="4541"/>
                </a:lnTo>
                <a:lnTo>
                  <a:pt x="945" y="4729"/>
                </a:lnTo>
                <a:lnTo>
                  <a:pt x="991" y="4874"/>
                </a:lnTo>
                <a:lnTo>
                  <a:pt x="991" y="5020"/>
                </a:lnTo>
                <a:lnTo>
                  <a:pt x="1061" y="5166"/>
                </a:lnTo>
                <a:lnTo>
                  <a:pt x="1107" y="5354"/>
                </a:lnTo>
                <a:lnTo>
                  <a:pt x="1107" y="5541"/>
                </a:lnTo>
                <a:lnTo>
                  <a:pt x="1153" y="5687"/>
                </a:lnTo>
                <a:lnTo>
                  <a:pt x="1153" y="5833"/>
                </a:lnTo>
                <a:lnTo>
                  <a:pt x="1199" y="6020"/>
                </a:lnTo>
                <a:lnTo>
                  <a:pt x="1268" y="6166"/>
                </a:lnTo>
                <a:lnTo>
                  <a:pt x="1268" y="6312"/>
                </a:lnTo>
                <a:lnTo>
                  <a:pt x="1314" y="6541"/>
                </a:lnTo>
                <a:lnTo>
                  <a:pt x="1361" y="6687"/>
                </a:lnTo>
                <a:lnTo>
                  <a:pt x="1361" y="6833"/>
                </a:lnTo>
                <a:lnTo>
                  <a:pt x="1430" y="6979"/>
                </a:lnTo>
                <a:lnTo>
                  <a:pt x="1430" y="7124"/>
                </a:lnTo>
                <a:lnTo>
                  <a:pt x="1476" y="7354"/>
                </a:lnTo>
                <a:lnTo>
                  <a:pt x="1522" y="7499"/>
                </a:lnTo>
                <a:lnTo>
                  <a:pt x="1522" y="7645"/>
                </a:lnTo>
                <a:lnTo>
                  <a:pt x="1568" y="7791"/>
                </a:lnTo>
                <a:lnTo>
                  <a:pt x="1568" y="7937"/>
                </a:lnTo>
                <a:lnTo>
                  <a:pt x="1637" y="8124"/>
                </a:lnTo>
                <a:lnTo>
                  <a:pt x="1684" y="8270"/>
                </a:lnTo>
                <a:lnTo>
                  <a:pt x="1684" y="8416"/>
                </a:lnTo>
                <a:lnTo>
                  <a:pt x="1730" y="8645"/>
                </a:lnTo>
                <a:lnTo>
                  <a:pt x="1730" y="8791"/>
                </a:lnTo>
                <a:lnTo>
                  <a:pt x="1776" y="8937"/>
                </a:lnTo>
                <a:lnTo>
                  <a:pt x="1845" y="9083"/>
                </a:lnTo>
                <a:lnTo>
                  <a:pt x="1845" y="9229"/>
                </a:lnTo>
                <a:lnTo>
                  <a:pt x="1891" y="9458"/>
                </a:lnTo>
                <a:lnTo>
                  <a:pt x="1937" y="9604"/>
                </a:lnTo>
                <a:lnTo>
                  <a:pt x="1937" y="9749"/>
                </a:lnTo>
                <a:lnTo>
                  <a:pt x="2007" y="9895"/>
                </a:lnTo>
                <a:lnTo>
                  <a:pt x="2007" y="10083"/>
                </a:lnTo>
                <a:lnTo>
                  <a:pt x="2053" y="10229"/>
                </a:lnTo>
                <a:lnTo>
                  <a:pt x="2053" y="10374"/>
                </a:lnTo>
                <a:lnTo>
                  <a:pt x="2099" y="10562"/>
                </a:lnTo>
                <a:lnTo>
                  <a:pt x="2145" y="10708"/>
                </a:lnTo>
                <a:lnTo>
                  <a:pt x="2145" y="10895"/>
                </a:lnTo>
                <a:lnTo>
                  <a:pt x="2214" y="11041"/>
                </a:lnTo>
                <a:lnTo>
                  <a:pt x="2260" y="11187"/>
                </a:lnTo>
                <a:lnTo>
                  <a:pt x="2260" y="11374"/>
                </a:lnTo>
                <a:lnTo>
                  <a:pt x="2306" y="1156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1589908" y="3628974"/>
            <a:ext cx="2306" cy="11562"/>
          </a:xfrm>
          <a:custGeom>
            <a:avLst/>
            <a:gdLst/>
            <a:ahLst/>
            <a:cxnLst/>
            <a:rect l="l" t="t" r="r" b="b"/>
            <a:pathLst>
              <a:path w="2306" h="11562">
                <a:moveTo>
                  <a:pt x="0" y="0"/>
                </a:moveTo>
                <a:lnTo>
                  <a:pt x="69" y="208"/>
                </a:lnTo>
                <a:lnTo>
                  <a:pt x="115" y="354"/>
                </a:lnTo>
                <a:lnTo>
                  <a:pt x="115" y="541"/>
                </a:lnTo>
                <a:lnTo>
                  <a:pt x="161" y="729"/>
                </a:lnTo>
                <a:lnTo>
                  <a:pt x="207" y="874"/>
                </a:lnTo>
                <a:lnTo>
                  <a:pt x="207" y="1020"/>
                </a:lnTo>
                <a:lnTo>
                  <a:pt x="276" y="1166"/>
                </a:lnTo>
                <a:lnTo>
                  <a:pt x="276" y="1354"/>
                </a:lnTo>
                <a:lnTo>
                  <a:pt x="322" y="1541"/>
                </a:lnTo>
                <a:lnTo>
                  <a:pt x="369" y="1687"/>
                </a:lnTo>
                <a:lnTo>
                  <a:pt x="369" y="1833"/>
                </a:lnTo>
                <a:lnTo>
                  <a:pt x="415" y="2062"/>
                </a:lnTo>
                <a:lnTo>
                  <a:pt x="484" y="2208"/>
                </a:lnTo>
                <a:lnTo>
                  <a:pt x="484" y="2354"/>
                </a:lnTo>
                <a:lnTo>
                  <a:pt x="530" y="2499"/>
                </a:lnTo>
                <a:lnTo>
                  <a:pt x="530" y="2645"/>
                </a:lnTo>
                <a:lnTo>
                  <a:pt x="576" y="2874"/>
                </a:lnTo>
                <a:lnTo>
                  <a:pt x="645" y="3020"/>
                </a:lnTo>
                <a:lnTo>
                  <a:pt x="645" y="3166"/>
                </a:lnTo>
                <a:lnTo>
                  <a:pt x="692" y="3312"/>
                </a:lnTo>
                <a:lnTo>
                  <a:pt x="692" y="3458"/>
                </a:lnTo>
                <a:lnTo>
                  <a:pt x="738" y="3645"/>
                </a:lnTo>
                <a:lnTo>
                  <a:pt x="784" y="3791"/>
                </a:lnTo>
                <a:lnTo>
                  <a:pt x="784" y="3937"/>
                </a:lnTo>
                <a:lnTo>
                  <a:pt x="853" y="4124"/>
                </a:lnTo>
                <a:lnTo>
                  <a:pt x="853" y="4270"/>
                </a:lnTo>
                <a:lnTo>
                  <a:pt x="899" y="4458"/>
                </a:lnTo>
                <a:lnTo>
                  <a:pt x="945" y="4604"/>
                </a:lnTo>
                <a:lnTo>
                  <a:pt x="945" y="4749"/>
                </a:lnTo>
                <a:lnTo>
                  <a:pt x="991" y="4937"/>
                </a:lnTo>
                <a:lnTo>
                  <a:pt x="991" y="5083"/>
                </a:lnTo>
                <a:lnTo>
                  <a:pt x="1061" y="5270"/>
                </a:lnTo>
                <a:lnTo>
                  <a:pt x="1107" y="5416"/>
                </a:lnTo>
                <a:lnTo>
                  <a:pt x="1107" y="5458"/>
                </a:lnTo>
                <a:lnTo>
                  <a:pt x="1107" y="5541"/>
                </a:lnTo>
                <a:lnTo>
                  <a:pt x="1107" y="5604"/>
                </a:lnTo>
                <a:lnTo>
                  <a:pt x="1153" y="5645"/>
                </a:lnTo>
                <a:lnTo>
                  <a:pt x="1153" y="5791"/>
                </a:lnTo>
                <a:lnTo>
                  <a:pt x="1222" y="5937"/>
                </a:lnTo>
                <a:lnTo>
                  <a:pt x="1222" y="6083"/>
                </a:lnTo>
                <a:lnTo>
                  <a:pt x="1268" y="6229"/>
                </a:lnTo>
                <a:lnTo>
                  <a:pt x="1268" y="6416"/>
                </a:lnTo>
                <a:lnTo>
                  <a:pt x="1314" y="6604"/>
                </a:lnTo>
                <a:lnTo>
                  <a:pt x="1361" y="6749"/>
                </a:lnTo>
                <a:lnTo>
                  <a:pt x="1361" y="6895"/>
                </a:lnTo>
                <a:lnTo>
                  <a:pt x="1430" y="7041"/>
                </a:lnTo>
                <a:lnTo>
                  <a:pt x="1476" y="7229"/>
                </a:lnTo>
                <a:lnTo>
                  <a:pt x="1476" y="7416"/>
                </a:lnTo>
                <a:lnTo>
                  <a:pt x="1522" y="7562"/>
                </a:lnTo>
                <a:lnTo>
                  <a:pt x="1522" y="7708"/>
                </a:lnTo>
                <a:lnTo>
                  <a:pt x="1591" y="7854"/>
                </a:lnTo>
                <a:lnTo>
                  <a:pt x="1637" y="8041"/>
                </a:lnTo>
                <a:lnTo>
                  <a:pt x="1637" y="8187"/>
                </a:lnTo>
                <a:lnTo>
                  <a:pt x="1684" y="8333"/>
                </a:lnTo>
                <a:lnTo>
                  <a:pt x="1684" y="8520"/>
                </a:lnTo>
                <a:lnTo>
                  <a:pt x="1730" y="8666"/>
                </a:lnTo>
                <a:lnTo>
                  <a:pt x="1799" y="8854"/>
                </a:lnTo>
                <a:lnTo>
                  <a:pt x="1799" y="8999"/>
                </a:lnTo>
                <a:lnTo>
                  <a:pt x="1845" y="9187"/>
                </a:lnTo>
                <a:lnTo>
                  <a:pt x="1845" y="9333"/>
                </a:lnTo>
                <a:lnTo>
                  <a:pt x="1891" y="9479"/>
                </a:lnTo>
                <a:lnTo>
                  <a:pt x="1937" y="9666"/>
                </a:lnTo>
                <a:lnTo>
                  <a:pt x="1937" y="9812"/>
                </a:lnTo>
                <a:lnTo>
                  <a:pt x="2007" y="9999"/>
                </a:lnTo>
                <a:lnTo>
                  <a:pt x="2053" y="10187"/>
                </a:lnTo>
                <a:lnTo>
                  <a:pt x="2053" y="10333"/>
                </a:lnTo>
                <a:lnTo>
                  <a:pt x="2099" y="10479"/>
                </a:lnTo>
                <a:lnTo>
                  <a:pt x="2168" y="10624"/>
                </a:lnTo>
                <a:lnTo>
                  <a:pt x="2168" y="10812"/>
                </a:lnTo>
                <a:lnTo>
                  <a:pt x="2214" y="10999"/>
                </a:lnTo>
                <a:lnTo>
                  <a:pt x="2260" y="11145"/>
                </a:lnTo>
                <a:lnTo>
                  <a:pt x="2260" y="11291"/>
                </a:lnTo>
                <a:lnTo>
                  <a:pt x="2306" y="1143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1592215" y="3640536"/>
            <a:ext cx="2329" cy="11478"/>
          </a:xfrm>
          <a:custGeom>
            <a:avLst/>
            <a:gdLst/>
            <a:ahLst/>
            <a:cxnLst/>
            <a:rect l="l" t="t" r="r" b="b"/>
            <a:pathLst>
              <a:path w="2329" h="11478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15" y="583"/>
                </a:lnTo>
                <a:lnTo>
                  <a:pt x="161" y="729"/>
                </a:lnTo>
                <a:lnTo>
                  <a:pt x="161" y="874"/>
                </a:lnTo>
                <a:lnTo>
                  <a:pt x="230" y="1062"/>
                </a:lnTo>
                <a:lnTo>
                  <a:pt x="276" y="1208"/>
                </a:lnTo>
                <a:lnTo>
                  <a:pt x="276" y="1354"/>
                </a:lnTo>
                <a:lnTo>
                  <a:pt x="322" y="1499"/>
                </a:lnTo>
                <a:lnTo>
                  <a:pt x="322" y="1687"/>
                </a:lnTo>
                <a:lnTo>
                  <a:pt x="369" y="1833"/>
                </a:lnTo>
                <a:lnTo>
                  <a:pt x="438" y="2020"/>
                </a:lnTo>
                <a:lnTo>
                  <a:pt x="438" y="2166"/>
                </a:lnTo>
                <a:lnTo>
                  <a:pt x="484" y="2312"/>
                </a:lnTo>
                <a:lnTo>
                  <a:pt x="530" y="2499"/>
                </a:lnTo>
                <a:lnTo>
                  <a:pt x="530" y="2645"/>
                </a:lnTo>
                <a:lnTo>
                  <a:pt x="576" y="2833"/>
                </a:lnTo>
                <a:lnTo>
                  <a:pt x="576" y="3020"/>
                </a:lnTo>
                <a:lnTo>
                  <a:pt x="645" y="3166"/>
                </a:lnTo>
                <a:lnTo>
                  <a:pt x="692" y="3312"/>
                </a:lnTo>
                <a:lnTo>
                  <a:pt x="692" y="3458"/>
                </a:lnTo>
                <a:lnTo>
                  <a:pt x="738" y="3645"/>
                </a:lnTo>
                <a:lnTo>
                  <a:pt x="807" y="3833"/>
                </a:lnTo>
                <a:lnTo>
                  <a:pt x="807" y="3979"/>
                </a:lnTo>
                <a:lnTo>
                  <a:pt x="853" y="4124"/>
                </a:lnTo>
                <a:lnTo>
                  <a:pt x="853" y="4270"/>
                </a:lnTo>
                <a:lnTo>
                  <a:pt x="899" y="4458"/>
                </a:lnTo>
                <a:lnTo>
                  <a:pt x="945" y="4604"/>
                </a:lnTo>
                <a:lnTo>
                  <a:pt x="945" y="4791"/>
                </a:lnTo>
                <a:lnTo>
                  <a:pt x="1015" y="4979"/>
                </a:lnTo>
                <a:lnTo>
                  <a:pt x="1061" y="5124"/>
                </a:lnTo>
                <a:lnTo>
                  <a:pt x="1061" y="5270"/>
                </a:lnTo>
                <a:lnTo>
                  <a:pt x="1107" y="5416"/>
                </a:lnTo>
                <a:lnTo>
                  <a:pt x="1107" y="5499"/>
                </a:lnTo>
                <a:lnTo>
                  <a:pt x="1107" y="5541"/>
                </a:lnTo>
                <a:lnTo>
                  <a:pt x="1107" y="5604"/>
                </a:lnTo>
                <a:lnTo>
                  <a:pt x="1153" y="5645"/>
                </a:lnTo>
                <a:lnTo>
                  <a:pt x="1153" y="5791"/>
                </a:lnTo>
                <a:lnTo>
                  <a:pt x="1222" y="5937"/>
                </a:lnTo>
                <a:lnTo>
                  <a:pt x="1222" y="6083"/>
                </a:lnTo>
                <a:lnTo>
                  <a:pt x="1268" y="6229"/>
                </a:lnTo>
                <a:lnTo>
                  <a:pt x="1268" y="6416"/>
                </a:lnTo>
                <a:lnTo>
                  <a:pt x="1314" y="6562"/>
                </a:lnTo>
                <a:lnTo>
                  <a:pt x="1384" y="6708"/>
                </a:lnTo>
                <a:lnTo>
                  <a:pt x="1384" y="6937"/>
                </a:lnTo>
                <a:lnTo>
                  <a:pt x="1430" y="7083"/>
                </a:lnTo>
                <a:lnTo>
                  <a:pt x="1476" y="7229"/>
                </a:lnTo>
                <a:lnTo>
                  <a:pt x="1476" y="7374"/>
                </a:lnTo>
                <a:lnTo>
                  <a:pt x="1522" y="7520"/>
                </a:lnTo>
                <a:lnTo>
                  <a:pt x="1591" y="7708"/>
                </a:lnTo>
                <a:lnTo>
                  <a:pt x="1591" y="7854"/>
                </a:lnTo>
                <a:lnTo>
                  <a:pt x="1637" y="8083"/>
                </a:lnTo>
                <a:lnTo>
                  <a:pt x="1684" y="8229"/>
                </a:lnTo>
                <a:lnTo>
                  <a:pt x="1684" y="8374"/>
                </a:lnTo>
                <a:lnTo>
                  <a:pt x="1753" y="8520"/>
                </a:lnTo>
                <a:lnTo>
                  <a:pt x="1753" y="8666"/>
                </a:lnTo>
                <a:lnTo>
                  <a:pt x="1799" y="8895"/>
                </a:lnTo>
                <a:lnTo>
                  <a:pt x="1845" y="9041"/>
                </a:lnTo>
                <a:lnTo>
                  <a:pt x="1845" y="9187"/>
                </a:lnTo>
                <a:lnTo>
                  <a:pt x="1891" y="9333"/>
                </a:lnTo>
                <a:lnTo>
                  <a:pt x="1891" y="9479"/>
                </a:lnTo>
                <a:lnTo>
                  <a:pt x="1960" y="9666"/>
                </a:lnTo>
                <a:lnTo>
                  <a:pt x="1960" y="9812"/>
                </a:lnTo>
                <a:lnTo>
                  <a:pt x="2007" y="10041"/>
                </a:lnTo>
                <a:lnTo>
                  <a:pt x="2053" y="10187"/>
                </a:lnTo>
                <a:lnTo>
                  <a:pt x="2053" y="10333"/>
                </a:lnTo>
                <a:lnTo>
                  <a:pt x="2099" y="10479"/>
                </a:lnTo>
                <a:lnTo>
                  <a:pt x="2168" y="10624"/>
                </a:lnTo>
                <a:lnTo>
                  <a:pt x="2168" y="10812"/>
                </a:lnTo>
                <a:lnTo>
                  <a:pt x="2214" y="10958"/>
                </a:lnTo>
                <a:lnTo>
                  <a:pt x="2260" y="11103"/>
                </a:lnTo>
                <a:lnTo>
                  <a:pt x="2260" y="11291"/>
                </a:lnTo>
                <a:lnTo>
                  <a:pt x="2329" y="1147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1594545" y="3652015"/>
            <a:ext cx="2306" cy="11312"/>
          </a:xfrm>
          <a:custGeom>
            <a:avLst/>
            <a:gdLst/>
            <a:ahLst/>
            <a:cxnLst/>
            <a:rect l="l" t="t" r="r" b="b"/>
            <a:pathLst>
              <a:path w="2306" h="11312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92" y="479"/>
                </a:lnTo>
                <a:lnTo>
                  <a:pt x="92" y="624"/>
                </a:lnTo>
                <a:lnTo>
                  <a:pt x="138" y="770"/>
                </a:lnTo>
                <a:lnTo>
                  <a:pt x="207" y="958"/>
                </a:lnTo>
                <a:lnTo>
                  <a:pt x="207" y="1145"/>
                </a:lnTo>
                <a:lnTo>
                  <a:pt x="253" y="1291"/>
                </a:lnTo>
                <a:lnTo>
                  <a:pt x="253" y="1437"/>
                </a:lnTo>
                <a:lnTo>
                  <a:pt x="299" y="1583"/>
                </a:lnTo>
                <a:lnTo>
                  <a:pt x="369" y="1770"/>
                </a:lnTo>
                <a:lnTo>
                  <a:pt x="369" y="1916"/>
                </a:lnTo>
                <a:lnTo>
                  <a:pt x="415" y="2104"/>
                </a:lnTo>
                <a:lnTo>
                  <a:pt x="461" y="2291"/>
                </a:lnTo>
                <a:lnTo>
                  <a:pt x="461" y="2437"/>
                </a:lnTo>
                <a:lnTo>
                  <a:pt x="507" y="2583"/>
                </a:lnTo>
                <a:lnTo>
                  <a:pt x="507" y="2729"/>
                </a:lnTo>
                <a:lnTo>
                  <a:pt x="576" y="2916"/>
                </a:lnTo>
                <a:lnTo>
                  <a:pt x="622" y="3062"/>
                </a:lnTo>
                <a:lnTo>
                  <a:pt x="622" y="3208"/>
                </a:lnTo>
                <a:lnTo>
                  <a:pt x="669" y="3395"/>
                </a:lnTo>
                <a:lnTo>
                  <a:pt x="669" y="3541"/>
                </a:lnTo>
                <a:lnTo>
                  <a:pt x="715" y="3770"/>
                </a:lnTo>
                <a:lnTo>
                  <a:pt x="784" y="3916"/>
                </a:lnTo>
                <a:lnTo>
                  <a:pt x="784" y="4062"/>
                </a:lnTo>
                <a:lnTo>
                  <a:pt x="830" y="4208"/>
                </a:lnTo>
                <a:lnTo>
                  <a:pt x="876" y="4354"/>
                </a:lnTo>
                <a:lnTo>
                  <a:pt x="876" y="4541"/>
                </a:lnTo>
                <a:lnTo>
                  <a:pt x="945" y="4687"/>
                </a:lnTo>
                <a:lnTo>
                  <a:pt x="991" y="4916"/>
                </a:lnTo>
                <a:lnTo>
                  <a:pt x="991" y="5062"/>
                </a:lnTo>
                <a:lnTo>
                  <a:pt x="1038" y="5208"/>
                </a:lnTo>
                <a:lnTo>
                  <a:pt x="1084" y="5354"/>
                </a:lnTo>
                <a:lnTo>
                  <a:pt x="1084" y="5499"/>
                </a:lnTo>
                <a:lnTo>
                  <a:pt x="1153" y="5687"/>
                </a:lnTo>
                <a:lnTo>
                  <a:pt x="1153" y="5833"/>
                </a:lnTo>
                <a:lnTo>
                  <a:pt x="1199" y="5979"/>
                </a:lnTo>
                <a:lnTo>
                  <a:pt x="1245" y="6166"/>
                </a:lnTo>
                <a:lnTo>
                  <a:pt x="1245" y="6312"/>
                </a:lnTo>
                <a:lnTo>
                  <a:pt x="1291" y="6499"/>
                </a:lnTo>
                <a:lnTo>
                  <a:pt x="1361" y="6687"/>
                </a:lnTo>
                <a:lnTo>
                  <a:pt x="1361" y="6833"/>
                </a:lnTo>
                <a:lnTo>
                  <a:pt x="1407" y="6979"/>
                </a:lnTo>
                <a:lnTo>
                  <a:pt x="1407" y="7124"/>
                </a:lnTo>
                <a:lnTo>
                  <a:pt x="1453" y="7312"/>
                </a:lnTo>
                <a:lnTo>
                  <a:pt x="1522" y="7458"/>
                </a:lnTo>
                <a:lnTo>
                  <a:pt x="1522" y="7645"/>
                </a:lnTo>
                <a:lnTo>
                  <a:pt x="1568" y="7791"/>
                </a:lnTo>
                <a:lnTo>
                  <a:pt x="1568" y="7937"/>
                </a:lnTo>
                <a:lnTo>
                  <a:pt x="1614" y="8166"/>
                </a:lnTo>
                <a:lnTo>
                  <a:pt x="1660" y="8312"/>
                </a:lnTo>
                <a:lnTo>
                  <a:pt x="1660" y="8458"/>
                </a:lnTo>
                <a:lnTo>
                  <a:pt x="1730" y="8604"/>
                </a:lnTo>
                <a:lnTo>
                  <a:pt x="1730" y="8749"/>
                </a:lnTo>
                <a:lnTo>
                  <a:pt x="1776" y="8937"/>
                </a:lnTo>
                <a:lnTo>
                  <a:pt x="1822" y="9083"/>
                </a:lnTo>
                <a:lnTo>
                  <a:pt x="1891" y="9270"/>
                </a:lnTo>
                <a:lnTo>
                  <a:pt x="1891" y="9416"/>
                </a:lnTo>
                <a:lnTo>
                  <a:pt x="1937" y="9562"/>
                </a:lnTo>
                <a:lnTo>
                  <a:pt x="1937" y="9749"/>
                </a:lnTo>
                <a:lnTo>
                  <a:pt x="1983" y="9937"/>
                </a:lnTo>
                <a:lnTo>
                  <a:pt x="2030" y="10083"/>
                </a:lnTo>
                <a:lnTo>
                  <a:pt x="2030" y="10270"/>
                </a:lnTo>
                <a:lnTo>
                  <a:pt x="2099" y="10416"/>
                </a:lnTo>
                <a:lnTo>
                  <a:pt x="2145" y="10562"/>
                </a:lnTo>
                <a:lnTo>
                  <a:pt x="2145" y="10708"/>
                </a:lnTo>
                <a:lnTo>
                  <a:pt x="2191" y="10895"/>
                </a:lnTo>
                <a:lnTo>
                  <a:pt x="2237" y="11041"/>
                </a:lnTo>
                <a:lnTo>
                  <a:pt x="2237" y="1122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1596852" y="3663327"/>
            <a:ext cx="2260" cy="11291"/>
          </a:xfrm>
          <a:custGeom>
            <a:avLst/>
            <a:gdLst/>
            <a:ahLst/>
            <a:cxnLst/>
            <a:rect l="l" t="t" r="r" b="b"/>
            <a:pathLst>
              <a:path w="2260" h="11291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92" y="583"/>
                </a:lnTo>
                <a:lnTo>
                  <a:pt x="92" y="770"/>
                </a:lnTo>
                <a:lnTo>
                  <a:pt x="161" y="916"/>
                </a:lnTo>
                <a:lnTo>
                  <a:pt x="207" y="1062"/>
                </a:lnTo>
                <a:lnTo>
                  <a:pt x="207" y="1208"/>
                </a:lnTo>
                <a:lnTo>
                  <a:pt x="253" y="1354"/>
                </a:lnTo>
                <a:lnTo>
                  <a:pt x="299" y="1541"/>
                </a:lnTo>
                <a:lnTo>
                  <a:pt x="299" y="1687"/>
                </a:lnTo>
                <a:lnTo>
                  <a:pt x="369" y="1833"/>
                </a:lnTo>
                <a:lnTo>
                  <a:pt x="369" y="2020"/>
                </a:lnTo>
                <a:lnTo>
                  <a:pt x="415" y="2166"/>
                </a:lnTo>
                <a:lnTo>
                  <a:pt x="461" y="2354"/>
                </a:lnTo>
                <a:lnTo>
                  <a:pt x="461" y="2499"/>
                </a:lnTo>
                <a:lnTo>
                  <a:pt x="507" y="2645"/>
                </a:lnTo>
                <a:lnTo>
                  <a:pt x="576" y="2874"/>
                </a:lnTo>
                <a:lnTo>
                  <a:pt x="576" y="3020"/>
                </a:lnTo>
                <a:lnTo>
                  <a:pt x="622" y="3166"/>
                </a:lnTo>
                <a:lnTo>
                  <a:pt x="622" y="3312"/>
                </a:lnTo>
                <a:lnTo>
                  <a:pt x="669" y="3499"/>
                </a:lnTo>
                <a:lnTo>
                  <a:pt x="738" y="3645"/>
                </a:lnTo>
                <a:lnTo>
                  <a:pt x="738" y="3791"/>
                </a:lnTo>
                <a:lnTo>
                  <a:pt x="784" y="3979"/>
                </a:lnTo>
                <a:lnTo>
                  <a:pt x="784" y="4124"/>
                </a:lnTo>
                <a:lnTo>
                  <a:pt x="830" y="4312"/>
                </a:lnTo>
                <a:lnTo>
                  <a:pt x="876" y="4395"/>
                </a:lnTo>
                <a:lnTo>
                  <a:pt x="876" y="4458"/>
                </a:lnTo>
                <a:lnTo>
                  <a:pt x="876" y="4499"/>
                </a:lnTo>
                <a:lnTo>
                  <a:pt x="876" y="4541"/>
                </a:lnTo>
                <a:lnTo>
                  <a:pt x="876" y="4604"/>
                </a:lnTo>
                <a:lnTo>
                  <a:pt x="945" y="4791"/>
                </a:lnTo>
                <a:lnTo>
                  <a:pt x="991" y="4937"/>
                </a:lnTo>
                <a:lnTo>
                  <a:pt x="991" y="5124"/>
                </a:lnTo>
                <a:lnTo>
                  <a:pt x="1038" y="5270"/>
                </a:lnTo>
                <a:lnTo>
                  <a:pt x="1107" y="5416"/>
                </a:lnTo>
                <a:lnTo>
                  <a:pt x="1107" y="5645"/>
                </a:lnTo>
                <a:lnTo>
                  <a:pt x="1153" y="5791"/>
                </a:lnTo>
                <a:lnTo>
                  <a:pt x="1199" y="5937"/>
                </a:lnTo>
                <a:lnTo>
                  <a:pt x="1199" y="6083"/>
                </a:lnTo>
                <a:lnTo>
                  <a:pt x="1245" y="6166"/>
                </a:lnTo>
                <a:lnTo>
                  <a:pt x="1245" y="6270"/>
                </a:lnTo>
                <a:lnTo>
                  <a:pt x="1245" y="6312"/>
                </a:lnTo>
                <a:lnTo>
                  <a:pt x="1245" y="6354"/>
                </a:lnTo>
                <a:lnTo>
                  <a:pt x="1245" y="6416"/>
                </a:lnTo>
                <a:lnTo>
                  <a:pt x="1314" y="6604"/>
                </a:lnTo>
                <a:lnTo>
                  <a:pt x="1361" y="6749"/>
                </a:lnTo>
                <a:lnTo>
                  <a:pt x="1361" y="6895"/>
                </a:lnTo>
                <a:lnTo>
                  <a:pt x="1407" y="7083"/>
                </a:lnTo>
                <a:lnTo>
                  <a:pt x="1453" y="7229"/>
                </a:lnTo>
                <a:lnTo>
                  <a:pt x="1453" y="7374"/>
                </a:lnTo>
                <a:lnTo>
                  <a:pt x="1522" y="7562"/>
                </a:lnTo>
                <a:lnTo>
                  <a:pt x="1568" y="7708"/>
                </a:lnTo>
                <a:lnTo>
                  <a:pt x="1568" y="7895"/>
                </a:lnTo>
                <a:lnTo>
                  <a:pt x="1614" y="8041"/>
                </a:lnTo>
                <a:lnTo>
                  <a:pt x="1614" y="8187"/>
                </a:lnTo>
                <a:lnTo>
                  <a:pt x="1684" y="8374"/>
                </a:lnTo>
                <a:lnTo>
                  <a:pt x="1730" y="8520"/>
                </a:lnTo>
                <a:lnTo>
                  <a:pt x="1776" y="8749"/>
                </a:lnTo>
                <a:lnTo>
                  <a:pt x="1776" y="8895"/>
                </a:lnTo>
                <a:lnTo>
                  <a:pt x="1822" y="9083"/>
                </a:lnTo>
                <a:lnTo>
                  <a:pt x="1822" y="9229"/>
                </a:lnTo>
                <a:lnTo>
                  <a:pt x="1891" y="9416"/>
                </a:lnTo>
                <a:lnTo>
                  <a:pt x="1937" y="9562"/>
                </a:lnTo>
                <a:lnTo>
                  <a:pt x="1937" y="9708"/>
                </a:lnTo>
                <a:lnTo>
                  <a:pt x="1983" y="9854"/>
                </a:lnTo>
                <a:lnTo>
                  <a:pt x="2053" y="10041"/>
                </a:lnTo>
                <a:lnTo>
                  <a:pt x="2053" y="10187"/>
                </a:lnTo>
                <a:lnTo>
                  <a:pt x="2099" y="10333"/>
                </a:lnTo>
                <a:lnTo>
                  <a:pt x="2099" y="10479"/>
                </a:lnTo>
                <a:lnTo>
                  <a:pt x="2145" y="10666"/>
                </a:lnTo>
                <a:lnTo>
                  <a:pt x="2191" y="10812"/>
                </a:lnTo>
                <a:lnTo>
                  <a:pt x="2191" y="10999"/>
                </a:lnTo>
                <a:lnTo>
                  <a:pt x="2260" y="11145"/>
                </a:lnTo>
                <a:lnTo>
                  <a:pt x="2260" y="1129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1599112" y="3674619"/>
            <a:ext cx="2306" cy="11083"/>
          </a:xfrm>
          <a:custGeom>
            <a:avLst/>
            <a:gdLst/>
            <a:ahLst/>
            <a:cxnLst/>
            <a:rect l="l" t="t" r="r" b="b"/>
            <a:pathLst>
              <a:path w="2306" h="11083">
                <a:moveTo>
                  <a:pt x="0" y="0"/>
                </a:moveTo>
                <a:lnTo>
                  <a:pt x="46" y="187"/>
                </a:lnTo>
                <a:lnTo>
                  <a:pt x="92" y="333"/>
                </a:lnTo>
                <a:lnTo>
                  <a:pt x="92" y="479"/>
                </a:lnTo>
                <a:lnTo>
                  <a:pt x="138" y="666"/>
                </a:lnTo>
                <a:lnTo>
                  <a:pt x="207" y="812"/>
                </a:lnTo>
                <a:lnTo>
                  <a:pt x="207" y="999"/>
                </a:lnTo>
                <a:lnTo>
                  <a:pt x="253" y="1145"/>
                </a:lnTo>
                <a:lnTo>
                  <a:pt x="253" y="1291"/>
                </a:lnTo>
                <a:lnTo>
                  <a:pt x="299" y="1479"/>
                </a:lnTo>
                <a:lnTo>
                  <a:pt x="369" y="1624"/>
                </a:lnTo>
                <a:lnTo>
                  <a:pt x="415" y="1812"/>
                </a:lnTo>
                <a:lnTo>
                  <a:pt x="415" y="1958"/>
                </a:lnTo>
                <a:lnTo>
                  <a:pt x="461" y="2104"/>
                </a:lnTo>
                <a:lnTo>
                  <a:pt x="461" y="2291"/>
                </a:lnTo>
                <a:lnTo>
                  <a:pt x="507" y="2437"/>
                </a:lnTo>
                <a:lnTo>
                  <a:pt x="576" y="2624"/>
                </a:lnTo>
                <a:lnTo>
                  <a:pt x="576" y="2770"/>
                </a:lnTo>
                <a:lnTo>
                  <a:pt x="622" y="2958"/>
                </a:lnTo>
                <a:lnTo>
                  <a:pt x="669" y="3104"/>
                </a:lnTo>
                <a:lnTo>
                  <a:pt x="669" y="3249"/>
                </a:lnTo>
                <a:lnTo>
                  <a:pt x="715" y="3437"/>
                </a:lnTo>
                <a:lnTo>
                  <a:pt x="715" y="3583"/>
                </a:lnTo>
                <a:lnTo>
                  <a:pt x="784" y="3770"/>
                </a:lnTo>
                <a:lnTo>
                  <a:pt x="830" y="3916"/>
                </a:lnTo>
                <a:lnTo>
                  <a:pt x="830" y="4062"/>
                </a:lnTo>
                <a:lnTo>
                  <a:pt x="876" y="4249"/>
                </a:lnTo>
                <a:lnTo>
                  <a:pt x="945" y="4395"/>
                </a:lnTo>
                <a:lnTo>
                  <a:pt x="945" y="4583"/>
                </a:lnTo>
                <a:lnTo>
                  <a:pt x="991" y="4729"/>
                </a:lnTo>
                <a:lnTo>
                  <a:pt x="1038" y="4874"/>
                </a:lnTo>
                <a:lnTo>
                  <a:pt x="1038" y="5062"/>
                </a:lnTo>
                <a:lnTo>
                  <a:pt x="1084" y="5208"/>
                </a:lnTo>
                <a:lnTo>
                  <a:pt x="1153" y="5395"/>
                </a:lnTo>
                <a:lnTo>
                  <a:pt x="1153" y="5541"/>
                </a:lnTo>
                <a:lnTo>
                  <a:pt x="1199" y="5687"/>
                </a:lnTo>
                <a:lnTo>
                  <a:pt x="1245" y="5874"/>
                </a:lnTo>
                <a:lnTo>
                  <a:pt x="1245" y="6020"/>
                </a:lnTo>
                <a:lnTo>
                  <a:pt x="1314" y="6208"/>
                </a:lnTo>
                <a:lnTo>
                  <a:pt x="1314" y="6354"/>
                </a:lnTo>
                <a:lnTo>
                  <a:pt x="1361" y="6541"/>
                </a:lnTo>
                <a:lnTo>
                  <a:pt x="1407" y="6687"/>
                </a:lnTo>
                <a:lnTo>
                  <a:pt x="1407" y="6874"/>
                </a:lnTo>
                <a:lnTo>
                  <a:pt x="1453" y="7020"/>
                </a:lnTo>
                <a:lnTo>
                  <a:pt x="1522" y="7208"/>
                </a:lnTo>
                <a:lnTo>
                  <a:pt x="1522" y="7354"/>
                </a:lnTo>
                <a:lnTo>
                  <a:pt x="1568" y="7541"/>
                </a:lnTo>
                <a:lnTo>
                  <a:pt x="1614" y="7687"/>
                </a:lnTo>
                <a:lnTo>
                  <a:pt x="1614" y="7874"/>
                </a:lnTo>
                <a:lnTo>
                  <a:pt x="1660" y="8020"/>
                </a:lnTo>
                <a:lnTo>
                  <a:pt x="1730" y="8208"/>
                </a:lnTo>
                <a:lnTo>
                  <a:pt x="1730" y="8354"/>
                </a:lnTo>
                <a:lnTo>
                  <a:pt x="1776" y="8541"/>
                </a:lnTo>
                <a:lnTo>
                  <a:pt x="1822" y="8687"/>
                </a:lnTo>
                <a:lnTo>
                  <a:pt x="1822" y="8874"/>
                </a:lnTo>
                <a:lnTo>
                  <a:pt x="1891" y="9020"/>
                </a:lnTo>
                <a:lnTo>
                  <a:pt x="1937" y="9208"/>
                </a:lnTo>
                <a:lnTo>
                  <a:pt x="1937" y="9354"/>
                </a:lnTo>
                <a:lnTo>
                  <a:pt x="1983" y="9541"/>
                </a:lnTo>
                <a:lnTo>
                  <a:pt x="2030" y="9687"/>
                </a:lnTo>
                <a:lnTo>
                  <a:pt x="2030" y="9874"/>
                </a:lnTo>
                <a:lnTo>
                  <a:pt x="2099" y="10020"/>
                </a:lnTo>
                <a:lnTo>
                  <a:pt x="2145" y="10208"/>
                </a:lnTo>
                <a:lnTo>
                  <a:pt x="2145" y="10354"/>
                </a:lnTo>
                <a:lnTo>
                  <a:pt x="2191" y="10541"/>
                </a:lnTo>
                <a:lnTo>
                  <a:pt x="2260" y="10687"/>
                </a:lnTo>
                <a:lnTo>
                  <a:pt x="2260" y="10874"/>
                </a:lnTo>
                <a:lnTo>
                  <a:pt x="2306" y="110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1601419" y="3685702"/>
            <a:ext cx="2306" cy="10978"/>
          </a:xfrm>
          <a:custGeom>
            <a:avLst/>
            <a:gdLst/>
            <a:ahLst/>
            <a:cxnLst/>
            <a:rect l="l" t="t" r="r" b="b"/>
            <a:pathLst>
              <a:path w="2306" h="10978">
                <a:moveTo>
                  <a:pt x="0" y="0"/>
                </a:moveTo>
                <a:lnTo>
                  <a:pt x="46" y="145"/>
                </a:lnTo>
                <a:lnTo>
                  <a:pt x="92" y="333"/>
                </a:lnTo>
                <a:lnTo>
                  <a:pt x="92" y="520"/>
                </a:lnTo>
                <a:lnTo>
                  <a:pt x="161" y="666"/>
                </a:lnTo>
                <a:lnTo>
                  <a:pt x="161" y="854"/>
                </a:lnTo>
                <a:lnTo>
                  <a:pt x="207" y="999"/>
                </a:lnTo>
                <a:lnTo>
                  <a:pt x="253" y="1187"/>
                </a:lnTo>
                <a:lnTo>
                  <a:pt x="253" y="1333"/>
                </a:lnTo>
                <a:lnTo>
                  <a:pt x="299" y="1520"/>
                </a:lnTo>
                <a:lnTo>
                  <a:pt x="369" y="1666"/>
                </a:lnTo>
                <a:lnTo>
                  <a:pt x="369" y="1854"/>
                </a:lnTo>
                <a:lnTo>
                  <a:pt x="415" y="1999"/>
                </a:lnTo>
                <a:lnTo>
                  <a:pt x="461" y="2145"/>
                </a:lnTo>
                <a:lnTo>
                  <a:pt x="461" y="2291"/>
                </a:lnTo>
                <a:lnTo>
                  <a:pt x="530" y="2437"/>
                </a:lnTo>
                <a:lnTo>
                  <a:pt x="576" y="2624"/>
                </a:lnTo>
                <a:lnTo>
                  <a:pt x="576" y="2770"/>
                </a:lnTo>
                <a:lnTo>
                  <a:pt x="622" y="2916"/>
                </a:lnTo>
                <a:lnTo>
                  <a:pt x="669" y="3104"/>
                </a:lnTo>
                <a:lnTo>
                  <a:pt x="669" y="3291"/>
                </a:lnTo>
                <a:lnTo>
                  <a:pt x="738" y="3437"/>
                </a:lnTo>
                <a:lnTo>
                  <a:pt x="738" y="3624"/>
                </a:lnTo>
                <a:lnTo>
                  <a:pt x="784" y="3770"/>
                </a:lnTo>
                <a:lnTo>
                  <a:pt x="830" y="3958"/>
                </a:lnTo>
                <a:lnTo>
                  <a:pt x="830" y="4104"/>
                </a:lnTo>
                <a:lnTo>
                  <a:pt x="876" y="4249"/>
                </a:lnTo>
                <a:lnTo>
                  <a:pt x="945" y="4395"/>
                </a:lnTo>
                <a:lnTo>
                  <a:pt x="945" y="4541"/>
                </a:lnTo>
                <a:lnTo>
                  <a:pt x="991" y="4729"/>
                </a:lnTo>
                <a:lnTo>
                  <a:pt x="1038" y="4874"/>
                </a:lnTo>
                <a:lnTo>
                  <a:pt x="1038" y="5062"/>
                </a:lnTo>
                <a:lnTo>
                  <a:pt x="1107" y="5208"/>
                </a:lnTo>
                <a:lnTo>
                  <a:pt x="1153" y="5395"/>
                </a:lnTo>
                <a:lnTo>
                  <a:pt x="1153" y="5541"/>
                </a:lnTo>
                <a:lnTo>
                  <a:pt x="1199" y="5729"/>
                </a:lnTo>
                <a:lnTo>
                  <a:pt x="1245" y="5874"/>
                </a:lnTo>
                <a:lnTo>
                  <a:pt x="1245" y="6020"/>
                </a:lnTo>
                <a:lnTo>
                  <a:pt x="1314" y="6208"/>
                </a:lnTo>
                <a:lnTo>
                  <a:pt x="1314" y="6354"/>
                </a:lnTo>
                <a:lnTo>
                  <a:pt x="1361" y="6499"/>
                </a:lnTo>
                <a:lnTo>
                  <a:pt x="1407" y="6687"/>
                </a:lnTo>
                <a:lnTo>
                  <a:pt x="1407" y="6833"/>
                </a:lnTo>
                <a:lnTo>
                  <a:pt x="1476" y="7020"/>
                </a:lnTo>
                <a:lnTo>
                  <a:pt x="1522" y="7166"/>
                </a:lnTo>
                <a:lnTo>
                  <a:pt x="1522" y="7312"/>
                </a:lnTo>
                <a:lnTo>
                  <a:pt x="1568" y="7541"/>
                </a:lnTo>
                <a:lnTo>
                  <a:pt x="1614" y="7687"/>
                </a:lnTo>
                <a:lnTo>
                  <a:pt x="1614" y="7874"/>
                </a:lnTo>
                <a:lnTo>
                  <a:pt x="1684" y="8020"/>
                </a:lnTo>
                <a:lnTo>
                  <a:pt x="1730" y="8166"/>
                </a:lnTo>
                <a:lnTo>
                  <a:pt x="1730" y="8312"/>
                </a:lnTo>
                <a:lnTo>
                  <a:pt x="1776" y="8458"/>
                </a:lnTo>
                <a:lnTo>
                  <a:pt x="1822" y="8645"/>
                </a:lnTo>
                <a:lnTo>
                  <a:pt x="1822" y="8791"/>
                </a:lnTo>
                <a:lnTo>
                  <a:pt x="1891" y="8979"/>
                </a:lnTo>
                <a:lnTo>
                  <a:pt x="1891" y="9124"/>
                </a:lnTo>
                <a:lnTo>
                  <a:pt x="1937" y="9270"/>
                </a:lnTo>
                <a:lnTo>
                  <a:pt x="1983" y="9458"/>
                </a:lnTo>
                <a:lnTo>
                  <a:pt x="1983" y="9604"/>
                </a:lnTo>
                <a:lnTo>
                  <a:pt x="2053" y="9791"/>
                </a:lnTo>
                <a:lnTo>
                  <a:pt x="2099" y="9937"/>
                </a:lnTo>
                <a:lnTo>
                  <a:pt x="2099" y="10083"/>
                </a:lnTo>
                <a:lnTo>
                  <a:pt x="2145" y="10270"/>
                </a:lnTo>
                <a:lnTo>
                  <a:pt x="2191" y="10354"/>
                </a:lnTo>
                <a:lnTo>
                  <a:pt x="2191" y="10458"/>
                </a:lnTo>
                <a:lnTo>
                  <a:pt x="2191" y="10499"/>
                </a:lnTo>
                <a:lnTo>
                  <a:pt x="2191" y="10541"/>
                </a:lnTo>
                <a:lnTo>
                  <a:pt x="2191" y="10603"/>
                </a:lnTo>
                <a:lnTo>
                  <a:pt x="2260" y="10749"/>
                </a:lnTo>
                <a:lnTo>
                  <a:pt x="2306" y="108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1603726" y="3696681"/>
            <a:ext cx="2306" cy="10853"/>
          </a:xfrm>
          <a:custGeom>
            <a:avLst/>
            <a:gdLst/>
            <a:ahLst/>
            <a:cxnLst/>
            <a:rect l="l" t="t" r="r" b="b"/>
            <a:pathLst>
              <a:path w="2306" h="10853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115" y="479"/>
                </a:lnTo>
                <a:lnTo>
                  <a:pt x="115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322" y="1541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61" y="2208"/>
                </a:lnTo>
                <a:lnTo>
                  <a:pt x="530" y="2437"/>
                </a:lnTo>
                <a:lnTo>
                  <a:pt x="530" y="2583"/>
                </a:lnTo>
                <a:lnTo>
                  <a:pt x="576" y="2729"/>
                </a:lnTo>
                <a:lnTo>
                  <a:pt x="576" y="2874"/>
                </a:lnTo>
                <a:lnTo>
                  <a:pt x="622" y="3020"/>
                </a:lnTo>
                <a:lnTo>
                  <a:pt x="692" y="3104"/>
                </a:lnTo>
                <a:lnTo>
                  <a:pt x="692" y="3208"/>
                </a:lnTo>
                <a:lnTo>
                  <a:pt x="692" y="3249"/>
                </a:lnTo>
                <a:lnTo>
                  <a:pt x="692" y="3291"/>
                </a:lnTo>
                <a:lnTo>
                  <a:pt x="692" y="3354"/>
                </a:lnTo>
                <a:lnTo>
                  <a:pt x="738" y="3499"/>
                </a:lnTo>
                <a:lnTo>
                  <a:pt x="784" y="3687"/>
                </a:lnTo>
                <a:lnTo>
                  <a:pt x="784" y="3833"/>
                </a:lnTo>
                <a:lnTo>
                  <a:pt x="830" y="4020"/>
                </a:lnTo>
                <a:lnTo>
                  <a:pt x="899" y="4166"/>
                </a:lnTo>
                <a:lnTo>
                  <a:pt x="899" y="4354"/>
                </a:lnTo>
                <a:lnTo>
                  <a:pt x="945" y="4499"/>
                </a:lnTo>
                <a:lnTo>
                  <a:pt x="991" y="4645"/>
                </a:lnTo>
                <a:lnTo>
                  <a:pt x="991" y="4833"/>
                </a:lnTo>
                <a:lnTo>
                  <a:pt x="1038" y="4979"/>
                </a:lnTo>
                <a:lnTo>
                  <a:pt x="1038" y="5124"/>
                </a:lnTo>
                <a:lnTo>
                  <a:pt x="1107" y="5312"/>
                </a:lnTo>
                <a:lnTo>
                  <a:pt x="1153" y="5458"/>
                </a:lnTo>
                <a:lnTo>
                  <a:pt x="1199" y="5645"/>
                </a:lnTo>
                <a:lnTo>
                  <a:pt x="1199" y="5791"/>
                </a:lnTo>
                <a:lnTo>
                  <a:pt x="1268" y="5979"/>
                </a:lnTo>
                <a:lnTo>
                  <a:pt x="1314" y="6124"/>
                </a:lnTo>
                <a:lnTo>
                  <a:pt x="1314" y="6312"/>
                </a:lnTo>
                <a:lnTo>
                  <a:pt x="1361" y="6458"/>
                </a:lnTo>
                <a:lnTo>
                  <a:pt x="1407" y="6604"/>
                </a:lnTo>
                <a:lnTo>
                  <a:pt x="1407" y="6791"/>
                </a:lnTo>
                <a:lnTo>
                  <a:pt x="1476" y="6937"/>
                </a:lnTo>
                <a:lnTo>
                  <a:pt x="1476" y="7083"/>
                </a:lnTo>
                <a:lnTo>
                  <a:pt x="1522" y="7270"/>
                </a:lnTo>
                <a:lnTo>
                  <a:pt x="1568" y="7416"/>
                </a:lnTo>
                <a:lnTo>
                  <a:pt x="1637" y="7604"/>
                </a:lnTo>
                <a:lnTo>
                  <a:pt x="1637" y="7749"/>
                </a:lnTo>
                <a:lnTo>
                  <a:pt x="1684" y="7895"/>
                </a:lnTo>
                <a:lnTo>
                  <a:pt x="1730" y="8083"/>
                </a:lnTo>
                <a:lnTo>
                  <a:pt x="1730" y="8270"/>
                </a:lnTo>
                <a:lnTo>
                  <a:pt x="1776" y="8416"/>
                </a:lnTo>
                <a:lnTo>
                  <a:pt x="1845" y="8562"/>
                </a:lnTo>
                <a:lnTo>
                  <a:pt x="1845" y="8708"/>
                </a:lnTo>
                <a:lnTo>
                  <a:pt x="1891" y="8895"/>
                </a:lnTo>
                <a:lnTo>
                  <a:pt x="1891" y="9083"/>
                </a:lnTo>
                <a:lnTo>
                  <a:pt x="1937" y="9229"/>
                </a:lnTo>
                <a:lnTo>
                  <a:pt x="1983" y="9374"/>
                </a:lnTo>
                <a:lnTo>
                  <a:pt x="1983" y="9562"/>
                </a:lnTo>
                <a:lnTo>
                  <a:pt x="2053" y="9708"/>
                </a:lnTo>
                <a:lnTo>
                  <a:pt x="2099" y="9895"/>
                </a:lnTo>
                <a:lnTo>
                  <a:pt x="2099" y="9937"/>
                </a:lnTo>
                <a:lnTo>
                  <a:pt x="2099" y="9979"/>
                </a:lnTo>
                <a:lnTo>
                  <a:pt x="2099" y="10041"/>
                </a:lnTo>
                <a:lnTo>
                  <a:pt x="2145" y="10083"/>
                </a:lnTo>
                <a:lnTo>
                  <a:pt x="2145" y="10270"/>
                </a:lnTo>
                <a:lnTo>
                  <a:pt x="2214" y="10416"/>
                </a:lnTo>
                <a:lnTo>
                  <a:pt x="2260" y="10562"/>
                </a:lnTo>
                <a:lnTo>
                  <a:pt x="2260" y="10708"/>
                </a:lnTo>
                <a:lnTo>
                  <a:pt x="2306" y="10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1606033" y="3707535"/>
            <a:ext cx="2306" cy="10687"/>
          </a:xfrm>
          <a:custGeom>
            <a:avLst/>
            <a:gdLst/>
            <a:ahLst/>
            <a:cxnLst/>
            <a:rect l="l" t="t" r="r" b="b"/>
            <a:pathLst>
              <a:path w="2306" h="10687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115" y="479"/>
                </a:lnTo>
                <a:lnTo>
                  <a:pt x="115" y="666"/>
                </a:lnTo>
                <a:lnTo>
                  <a:pt x="161" y="812"/>
                </a:lnTo>
                <a:lnTo>
                  <a:pt x="207" y="958"/>
                </a:lnTo>
                <a:lnTo>
                  <a:pt x="207" y="1145"/>
                </a:lnTo>
                <a:lnTo>
                  <a:pt x="253" y="1291"/>
                </a:lnTo>
                <a:lnTo>
                  <a:pt x="322" y="1479"/>
                </a:lnTo>
                <a:lnTo>
                  <a:pt x="322" y="1624"/>
                </a:lnTo>
                <a:lnTo>
                  <a:pt x="369" y="1770"/>
                </a:lnTo>
                <a:lnTo>
                  <a:pt x="415" y="1958"/>
                </a:lnTo>
                <a:lnTo>
                  <a:pt x="415" y="2104"/>
                </a:lnTo>
                <a:lnTo>
                  <a:pt x="484" y="2333"/>
                </a:lnTo>
                <a:lnTo>
                  <a:pt x="530" y="2479"/>
                </a:lnTo>
                <a:lnTo>
                  <a:pt x="576" y="2624"/>
                </a:lnTo>
                <a:lnTo>
                  <a:pt x="576" y="2770"/>
                </a:lnTo>
                <a:lnTo>
                  <a:pt x="622" y="2916"/>
                </a:lnTo>
                <a:lnTo>
                  <a:pt x="692" y="3145"/>
                </a:lnTo>
                <a:lnTo>
                  <a:pt x="692" y="3291"/>
                </a:lnTo>
                <a:lnTo>
                  <a:pt x="738" y="3437"/>
                </a:lnTo>
                <a:lnTo>
                  <a:pt x="738" y="3583"/>
                </a:lnTo>
                <a:lnTo>
                  <a:pt x="784" y="3729"/>
                </a:lnTo>
                <a:lnTo>
                  <a:pt x="853" y="3916"/>
                </a:lnTo>
                <a:lnTo>
                  <a:pt x="853" y="4062"/>
                </a:lnTo>
                <a:lnTo>
                  <a:pt x="899" y="4208"/>
                </a:lnTo>
                <a:lnTo>
                  <a:pt x="945" y="4437"/>
                </a:lnTo>
                <a:lnTo>
                  <a:pt x="945" y="4583"/>
                </a:lnTo>
                <a:lnTo>
                  <a:pt x="991" y="4729"/>
                </a:lnTo>
                <a:lnTo>
                  <a:pt x="1061" y="4874"/>
                </a:lnTo>
                <a:lnTo>
                  <a:pt x="1061" y="5020"/>
                </a:lnTo>
                <a:lnTo>
                  <a:pt x="1107" y="5208"/>
                </a:lnTo>
                <a:lnTo>
                  <a:pt x="1153" y="5354"/>
                </a:lnTo>
                <a:lnTo>
                  <a:pt x="1153" y="5541"/>
                </a:lnTo>
                <a:lnTo>
                  <a:pt x="1199" y="5729"/>
                </a:lnTo>
                <a:lnTo>
                  <a:pt x="1268" y="5874"/>
                </a:lnTo>
                <a:lnTo>
                  <a:pt x="1268" y="6020"/>
                </a:lnTo>
                <a:lnTo>
                  <a:pt x="1314" y="6166"/>
                </a:lnTo>
                <a:lnTo>
                  <a:pt x="1361" y="6354"/>
                </a:lnTo>
                <a:lnTo>
                  <a:pt x="1361" y="6499"/>
                </a:lnTo>
                <a:lnTo>
                  <a:pt x="1430" y="6687"/>
                </a:lnTo>
                <a:lnTo>
                  <a:pt x="1476" y="6833"/>
                </a:lnTo>
                <a:lnTo>
                  <a:pt x="1476" y="6979"/>
                </a:lnTo>
                <a:lnTo>
                  <a:pt x="1522" y="7166"/>
                </a:lnTo>
                <a:lnTo>
                  <a:pt x="1568" y="7312"/>
                </a:lnTo>
                <a:lnTo>
                  <a:pt x="1568" y="7499"/>
                </a:lnTo>
                <a:lnTo>
                  <a:pt x="1637" y="7645"/>
                </a:lnTo>
                <a:lnTo>
                  <a:pt x="1684" y="7791"/>
                </a:lnTo>
                <a:lnTo>
                  <a:pt x="1684" y="7979"/>
                </a:lnTo>
                <a:lnTo>
                  <a:pt x="1730" y="8124"/>
                </a:lnTo>
                <a:lnTo>
                  <a:pt x="1799" y="8312"/>
                </a:lnTo>
                <a:lnTo>
                  <a:pt x="1799" y="8458"/>
                </a:lnTo>
                <a:lnTo>
                  <a:pt x="1845" y="8604"/>
                </a:lnTo>
                <a:lnTo>
                  <a:pt x="1891" y="8833"/>
                </a:lnTo>
                <a:lnTo>
                  <a:pt x="1891" y="8979"/>
                </a:lnTo>
                <a:lnTo>
                  <a:pt x="1937" y="9124"/>
                </a:lnTo>
                <a:lnTo>
                  <a:pt x="2007" y="9270"/>
                </a:lnTo>
                <a:lnTo>
                  <a:pt x="2007" y="9458"/>
                </a:lnTo>
                <a:lnTo>
                  <a:pt x="2053" y="9604"/>
                </a:lnTo>
                <a:lnTo>
                  <a:pt x="2099" y="9749"/>
                </a:lnTo>
                <a:lnTo>
                  <a:pt x="2099" y="9937"/>
                </a:lnTo>
                <a:lnTo>
                  <a:pt x="2145" y="10083"/>
                </a:lnTo>
                <a:lnTo>
                  <a:pt x="2214" y="10270"/>
                </a:lnTo>
                <a:lnTo>
                  <a:pt x="2214" y="10416"/>
                </a:lnTo>
                <a:lnTo>
                  <a:pt x="2260" y="1056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1608340" y="3718222"/>
            <a:ext cx="2260" cy="10520"/>
          </a:xfrm>
          <a:custGeom>
            <a:avLst/>
            <a:gdLst/>
            <a:ahLst/>
            <a:cxnLst/>
            <a:rect l="l" t="t" r="r" b="b"/>
            <a:pathLst>
              <a:path w="2260" h="10520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69" y="437"/>
                </a:lnTo>
                <a:lnTo>
                  <a:pt x="115" y="583"/>
                </a:lnTo>
                <a:lnTo>
                  <a:pt x="161" y="729"/>
                </a:lnTo>
                <a:lnTo>
                  <a:pt x="161" y="874"/>
                </a:lnTo>
                <a:lnTo>
                  <a:pt x="207" y="1020"/>
                </a:lnTo>
                <a:lnTo>
                  <a:pt x="276" y="1208"/>
                </a:lnTo>
                <a:lnTo>
                  <a:pt x="276" y="1354"/>
                </a:lnTo>
                <a:lnTo>
                  <a:pt x="322" y="1499"/>
                </a:lnTo>
                <a:lnTo>
                  <a:pt x="369" y="1687"/>
                </a:lnTo>
                <a:lnTo>
                  <a:pt x="369" y="1833"/>
                </a:lnTo>
                <a:lnTo>
                  <a:pt x="415" y="2020"/>
                </a:lnTo>
                <a:lnTo>
                  <a:pt x="484" y="2166"/>
                </a:lnTo>
                <a:lnTo>
                  <a:pt x="484" y="2354"/>
                </a:lnTo>
                <a:lnTo>
                  <a:pt x="530" y="2499"/>
                </a:lnTo>
                <a:lnTo>
                  <a:pt x="576" y="2645"/>
                </a:lnTo>
                <a:lnTo>
                  <a:pt x="576" y="2833"/>
                </a:lnTo>
                <a:lnTo>
                  <a:pt x="645" y="2979"/>
                </a:lnTo>
                <a:lnTo>
                  <a:pt x="692" y="3166"/>
                </a:lnTo>
                <a:lnTo>
                  <a:pt x="692" y="3312"/>
                </a:lnTo>
                <a:lnTo>
                  <a:pt x="738" y="3458"/>
                </a:lnTo>
                <a:lnTo>
                  <a:pt x="784" y="3645"/>
                </a:lnTo>
                <a:lnTo>
                  <a:pt x="784" y="3791"/>
                </a:lnTo>
                <a:lnTo>
                  <a:pt x="853" y="3979"/>
                </a:lnTo>
                <a:lnTo>
                  <a:pt x="899" y="4124"/>
                </a:lnTo>
                <a:lnTo>
                  <a:pt x="899" y="4270"/>
                </a:lnTo>
                <a:lnTo>
                  <a:pt x="945" y="4458"/>
                </a:lnTo>
                <a:lnTo>
                  <a:pt x="1015" y="4604"/>
                </a:lnTo>
                <a:lnTo>
                  <a:pt x="1015" y="4791"/>
                </a:lnTo>
                <a:lnTo>
                  <a:pt x="1061" y="4937"/>
                </a:lnTo>
                <a:lnTo>
                  <a:pt x="1107" y="5083"/>
                </a:lnTo>
                <a:lnTo>
                  <a:pt x="1107" y="5270"/>
                </a:lnTo>
                <a:lnTo>
                  <a:pt x="1153" y="5416"/>
                </a:lnTo>
                <a:lnTo>
                  <a:pt x="1222" y="5604"/>
                </a:lnTo>
                <a:lnTo>
                  <a:pt x="1222" y="5749"/>
                </a:lnTo>
                <a:lnTo>
                  <a:pt x="1268" y="5937"/>
                </a:lnTo>
                <a:lnTo>
                  <a:pt x="1314" y="6083"/>
                </a:lnTo>
                <a:lnTo>
                  <a:pt x="1314" y="6229"/>
                </a:lnTo>
                <a:lnTo>
                  <a:pt x="1361" y="6416"/>
                </a:lnTo>
                <a:lnTo>
                  <a:pt x="1430" y="6562"/>
                </a:lnTo>
                <a:lnTo>
                  <a:pt x="1430" y="6749"/>
                </a:lnTo>
                <a:lnTo>
                  <a:pt x="1476" y="6895"/>
                </a:lnTo>
                <a:lnTo>
                  <a:pt x="1522" y="7041"/>
                </a:lnTo>
                <a:lnTo>
                  <a:pt x="1522" y="7229"/>
                </a:lnTo>
                <a:lnTo>
                  <a:pt x="1591" y="7374"/>
                </a:lnTo>
                <a:lnTo>
                  <a:pt x="1637" y="7562"/>
                </a:lnTo>
                <a:lnTo>
                  <a:pt x="1637" y="7708"/>
                </a:lnTo>
                <a:lnTo>
                  <a:pt x="1684" y="7854"/>
                </a:lnTo>
                <a:lnTo>
                  <a:pt x="1730" y="8041"/>
                </a:lnTo>
                <a:lnTo>
                  <a:pt x="1799" y="8229"/>
                </a:lnTo>
                <a:lnTo>
                  <a:pt x="1799" y="8374"/>
                </a:lnTo>
                <a:lnTo>
                  <a:pt x="1845" y="8520"/>
                </a:lnTo>
                <a:lnTo>
                  <a:pt x="1891" y="8666"/>
                </a:lnTo>
                <a:lnTo>
                  <a:pt x="1891" y="8854"/>
                </a:lnTo>
                <a:lnTo>
                  <a:pt x="1960" y="8999"/>
                </a:lnTo>
                <a:lnTo>
                  <a:pt x="2007" y="9187"/>
                </a:lnTo>
                <a:lnTo>
                  <a:pt x="2007" y="9333"/>
                </a:lnTo>
                <a:lnTo>
                  <a:pt x="2053" y="9520"/>
                </a:lnTo>
                <a:lnTo>
                  <a:pt x="2099" y="9666"/>
                </a:lnTo>
                <a:lnTo>
                  <a:pt x="2099" y="9812"/>
                </a:lnTo>
                <a:lnTo>
                  <a:pt x="2168" y="9999"/>
                </a:lnTo>
                <a:lnTo>
                  <a:pt x="2214" y="10145"/>
                </a:lnTo>
                <a:lnTo>
                  <a:pt x="2214" y="10333"/>
                </a:lnTo>
                <a:lnTo>
                  <a:pt x="2260" y="1047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1610601" y="3728743"/>
            <a:ext cx="2306" cy="10374"/>
          </a:xfrm>
          <a:custGeom>
            <a:avLst/>
            <a:gdLst/>
            <a:ahLst/>
            <a:cxnLst/>
            <a:rect l="l" t="t" r="r" b="b"/>
            <a:pathLst>
              <a:path w="2306" h="10374">
                <a:moveTo>
                  <a:pt x="0" y="0"/>
                </a:moveTo>
                <a:lnTo>
                  <a:pt x="46" y="145"/>
                </a:lnTo>
                <a:lnTo>
                  <a:pt x="115" y="333"/>
                </a:lnTo>
                <a:lnTo>
                  <a:pt x="115" y="479"/>
                </a:lnTo>
                <a:lnTo>
                  <a:pt x="161" y="624"/>
                </a:lnTo>
                <a:lnTo>
                  <a:pt x="207" y="770"/>
                </a:lnTo>
                <a:lnTo>
                  <a:pt x="207" y="916"/>
                </a:lnTo>
                <a:lnTo>
                  <a:pt x="276" y="1104"/>
                </a:lnTo>
                <a:lnTo>
                  <a:pt x="322" y="1249"/>
                </a:lnTo>
                <a:lnTo>
                  <a:pt x="322" y="1437"/>
                </a:lnTo>
                <a:lnTo>
                  <a:pt x="369" y="1583"/>
                </a:lnTo>
                <a:lnTo>
                  <a:pt x="415" y="1729"/>
                </a:lnTo>
                <a:lnTo>
                  <a:pt x="415" y="1958"/>
                </a:lnTo>
                <a:lnTo>
                  <a:pt x="484" y="2104"/>
                </a:lnTo>
                <a:lnTo>
                  <a:pt x="530" y="2249"/>
                </a:lnTo>
                <a:lnTo>
                  <a:pt x="530" y="2395"/>
                </a:lnTo>
                <a:lnTo>
                  <a:pt x="576" y="2583"/>
                </a:lnTo>
                <a:lnTo>
                  <a:pt x="622" y="2729"/>
                </a:lnTo>
                <a:lnTo>
                  <a:pt x="622" y="2874"/>
                </a:lnTo>
                <a:lnTo>
                  <a:pt x="692" y="3104"/>
                </a:lnTo>
                <a:lnTo>
                  <a:pt x="738" y="3249"/>
                </a:lnTo>
                <a:lnTo>
                  <a:pt x="784" y="3395"/>
                </a:lnTo>
                <a:lnTo>
                  <a:pt x="784" y="3541"/>
                </a:lnTo>
                <a:lnTo>
                  <a:pt x="853" y="3687"/>
                </a:lnTo>
                <a:lnTo>
                  <a:pt x="899" y="3874"/>
                </a:lnTo>
                <a:lnTo>
                  <a:pt x="899" y="4020"/>
                </a:lnTo>
                <a:lnTo>
                  <a:pt x="945" y="4208"/>
                </a:lnTo>
                <a:lnTo>
                  <a:pt x="991" y="4354"/>
                </a:lnTo>
                <a:lnTo>
                  <a:pt x="991" y="4499"/>
                </a:lnTo>
                <a:lnTo>
                  <a:pt x="1061" y="4687"/>
                </a:lnTo>
                <a:lnTo>
                  <a:pt x="1107" y="4833"/>
                </a:lnTo>
                <a:lnTo>
                  <a:pt x="1107" y="5020"/>
                </a:lnTo>
                <a:lnTo>
                  <a:pt x="1153" y="5166"/>
                </a:lnTo>
                <a:lnTo>
                  <a:pt x="1222" y="5312"/>
                </a:lnTo>
                <a:lnTo>
                  <a:pt x="1222" y="5499"/>
                </a:lnTo>
                <a:lnTo>
                  <a:pt x="1268" y="5645"/>
                </a:lnTo>
                <a:lnTo>
                  <a:pt x="1314" y="5833"/>
                </a:lnTo>
                <a:lnTo>
                  <a:pt x="1314" y="5979"/>
                </a:lnTo>
                <a:lnTo>
                  <a:pt x="1361" y="6166"/>
                </a:lnTo>
                <a:lnTo>
                  <a:pt x="1430" y="6312"/>
                </a:lnTo>
                <a:lnTo>
                  <a:pt x="1476" y="6458"/>
                </a:lnTo>
                <a:lnTo>
                  <a:pt x="1476" y="6645"/>
                </a:lnTo>
                <a:lnTo>
                  <a:pt x="1522" y="6791"/>
                </a:lnTo>
                <a:lnTo>
                  <a:pt x="1568" y="6979"/>
                </a:lnTo>
                <a:lnTo>
                  <a:pt x="1568" y="7166"/>
                </a:lnTo>
                <a:lnTo>
                  <a:pt x="1637" y="7312"/>
                </a:lnTo>
                <a:lnTo>
                  <a:pt x="1684" y="7458"/>
                </a:lnTo>
                <a:lnTo>
                  <a:pt x="1684" y="7604"/>
                </a:lnTo>
                <a:lnTo>
                  <a:pt x="1730" y="7791"/>
                </a:lnTo>
                <a:lnTo>
                  <a:pt x="1799" y="7937"/>
                </a:lnTo>
                <a:lnTo>
                  <a:pt x="1799" y="8083"/>
                </a:lnTo>
                <a:lnTo>
                  <a:pt x="1845" y="8270"/>
                </a:lnTo>
                <a:lnTo>
                  <a:pt x="1891" y="8416"/>
                </a:lnTo>
                <a:lnTo>
                  <a:pt x="1937" y="8604"/>
                </a:lnTo>
                <a:lnTo>
                  <a:pt x="1937" y="8749"/>
                </a:lnTo>
                <a:lnTo>
                  <a:pt x="2007" y="8895"/>
                </a:lnTo>
                <a:lnTo>
                  <a:pt x="2053" y="9083"/>
                </a:lnTo>
                <a:lnTo>
                  <a:pt x="2053" y="9229"/>
                </a:lnTo>
                <a:lnTo>
                  <a:pt x="2099" y="9416"/>
                </a:lnTo>
                <a:lnTo>
                  <a:pt x="2168" y="9562"/>
                </a:lnTo>
                <a:lnTo>
                  <a:pt x="2168" y="9749"/>
                </a:lnTo>
                <a:lnTo>
                  <a:pt x="2214" y="9895"/>
                </a:lnTo>
                <a:lnTo>
                  <a:pt x="2260" y="10041"/>
                </a:lnTo>
                <a:lnTo>
                  <a:pt x="2306" y="10229"/>
                </a:lnTo>
                <a:lnTo>
                  <a:pt x="2306" y="1037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1612908" y="3739118"/>
            <a:ext cx="2306" cy="10166"/>
          </a:xfrm>
          <a:custGeom>
            <a:avLst/>
            <a:gdLst/>
            <a:ahLst/>
            <a:cxnLst/>
            <a:rect l="l" t="t" r="r" b="b"/>
            <a:pathLst>
              <a:path w="2306" h="10166">
                <a:moveTo>
                  <a:pt x="0" y="0"/>
                </a:moveTo>
                <a:lnTo>
                  <a:pt x="69" y="187"/>
                </a:lnTo>
                <a:lnTo>
                  <a:pt x="115" y="333"/>
                </a:lnTo>
                <a:lnTo>
                  <a:pt x="115" y="479"/>
                </a:lnTo>
                <a:lnTo>
                  <a:pt x="161" y="666"/>
                </a:lnTo>
                <a:lnTo>
                  <a:pt x="207" y="812"/>
                </a:lnTo>
                <a:lnTo>
                  <a:pt x="207" y="999"/>
                </a:lnTo>
                <a:lnTo>
                  <a:pt x="276" y="1145"/>
                </a:lnTo>
                <a:lnTo>
                  <a:pt x="322" y="1291"/>
                </a:lnTo>
                <a:lnTo>
                  <a:pt x="322" y="1479"/>
                </a:lnTo>
                <a:lnTo>
                  <a:pt x="369" y="1624"/>
                </a:lnTo>
                <a:lnTo>
                  <a:pt x="438" y="1812"/>
                </a:lnTo>
                <a:lnTo>
                  <a:pt x="438" y="1958"/>
                </a:lnTo>
                <a:lnTo>
                  <a:pt x="484" y="2104"/>
                </a:lnTo>
                <a:lnTo>
                  <a:pt x="530" y="2291"/>
                </a:lnTo>
                <a:lnTo>
                  <a:pt x="576" y="2437"/>
                </a:lnTo>
                <a:lnTo>
                  <a:pt x="576" y="2624"/>
                </a:lnTo>
                <a:lnTo>
                  <a:pt x="645" y="2770"/>
                </a:lnTo>
                <a:lnTo>
                  <a:pt x="692" y="2958"/>
                </a:lnTo>
                <a:lnTo>
                  <a:pt x="738" y="3104"/>
                </a:lnTo>
                <a:lnTo>
                  <a:pt x="738" y="3291"/>
                </a:lnTo>
                <a:lnTo>
                  <a:pt x="784" y="3437"/>
                </a:lnTo>
                <a:lnTo>
                  <a:pt x="784" y="3583"/>
                </a:lnTo>
                <a:lnTo>
                  <a:pt x="853" y="3770"/>
                </a:lnTo>
                <a:lnTo>
                  <a:pt x="899" y="3916"/>
                </a:lnTo>
                <a:lnTo>
                  <a:pt x="899" y="4062"/>
                </a:lnTo>
                <a:lnTo>
                  <a:pt x="945" y="4249"/>
                </a:lnTo>
                <a:lnTo>
                  <a:pt x="1015" y="4395"/>
                </a:lnTo>
                <a:lnTo>
                  <a:pt x="1061" y="4583"/>
                </a:lnTo>
                <a:lnTo>
                  <a:pt x="1061" y="4729"/>
                </a:lnTo>
                <a:lnTo>
                  <a:pt x="1107" y="4874"/>
                </a:lnTo>
                <a:lnTo>
                  <a:pt x="1153" y="5062"/>
                </a:lnTo>
                <a:lnTo>
                  <a:pt x="1222" y="5208"/>
                </a:lnTo>
                <a:lnTo>
                  <a:pt x="1222" y="5437"/>
                </a:lnTo>
                <a:lnTo>
                  <a:pt x="1268" y="5583"/>
                </a:lnTo>
                <a:lnTo>
                  <a:pt x="1314" y="5729"/>
                </a:lnTo>
                <a:lnTo>
                  <a:pt x="1314" y="5874"/>
                </a:lnTo>
                <a:lnTo>
                  <a:pt x="1384" y="6020"/>
                </a:lnTo>
                <a:lnTo>
                  <a:pt x="1430" y="6208"/>
                </a:lnTo>
                <a:lnTo>
                  <a:pt x="1430" y="6354"/>
                </a:lnTo>
                <a:lnTo>
                  <a:pt x="1476" y="6541"/>
                </a:lnTo>
                <a:lnTo>
                  <a:pt x="1522" y="6687"/>
                </a:lnTo>
                <a:lnTo>
                  <a:pt x="1591" y="6833"/>
                </a:lnTo>
                <a:lnTo>
                  <a:pt x="1591" y="7020"/>
                </a:lnTo>
                <a:lnTo>
                  <a:pt x="1637" y="7166"/>
                </a:lnTo>
                <a:lnTo>
                  <a:pt x="1684" y="7354"/>
                </a:lnTo>
                <a:lnTo>
                  <a:pt x="1684" y="7499"/>
                </a:lnTo>
                <a:lnTo>
                  <a:pt x="1730" y="7645"/>
                </a:lnTo>
                <a:lnTo>
                  <a:pt x="1799" y="7833"/>
                </a:lnTo>
                <a:lnTo>
                  <a:pt x="1799" y="7979"/>
                </a:lnTo>
                <a:lnTo>
                  <a:pt x="1845" y="8166"/>
                </a:lnTo>
                <a:lnTo>
                  <a:pt x="1891" y="8312"/>
                </a:lnTo>
                <a:lnTo>
                  <a:pt x="1960" y="8499"/>
                </a:lnTo>
                <a:lnTo>
                  <a:pt x="1960" y="8645"/>
                </a:lnTo>
                <a:lnTo>
                  <a:pt x="2007" y="8791"/>
                </a:lnTo>
                <a:lnTo>
                  <a:pt x="2053" y="8979"/>
                </a:lnTo>
                <a:lnTo>
                  <a:pt x="2053" y="9124"/>
                </a:lnTo>
                <a:lnTo>
                  <a:pt x="2099" y="9312"/>
                </a:lnTo>
                <a:lnTo>
                  <a:pt x="2168" y="9458"/>
                </a:lnTo>
                <a:lnTo>
                  <a:pt x="2168" y="9604"/>
                </a:lnTo>
                <a:lnTo>
                  <a:pt x="2214" y="9791"/>
                </a:lnTo>
                <a:lnTo>
                  <a:pt x="2260" y="9937"/>
                </a:lnTo>
                <a:lnTo>
                  <a:pt x="2306" y="101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1615215" y="3749284"/>
            <a:ext cx="2329" cy="9939"/>
          </a:xfrm>
          <a:custGeom>
            <a:avLst/>
            <a:gdLst/>
            <a:ahLst/>
            <a:cxnLst/>
            <a:rect l="l" t="t" r="r" b="b"/>
            <a:pathLst>
              <a:path w="2329" h="9939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583"/>
                </a:lnTo>
                <a:lnTo>
                  <a:pt x="161" y="812"/>
                </a:lnTo>
                <a:lnTo>
                  <a:pt x="230" y="958"/>
                </a:lnTo>
                <a:lnTo>
                  <a:pt x="276" y="1104"/>
                </a:lnTo>
                <a:lnTo>
                  <a:pt x="276" y="1249"/>
                </a:lnTo>
                <a:lnTo>
                  <a:pt x="322" y="1395"/>
                </a:lnTo>
                <a:lnTo>
                  <a:pt x="369" y="1583"/>
                </a:lnTo>
                <a:lnTo>
                  <a:pt x="369" y="1729"/>
                </a:lnTo>
                <a:lnTo>
                  <a:pt x="438" y="1874"/>
                </a:lnTo>
                <a:lnTo>
                  <a:pt x="484" y="2062"/>
                </a:lnTo>
                <a:lnTo>
                  <a:pt x="530" y="2208"/>
                </a:lnTo>
                <a:lnTo>
                  <a:pt x="530" y="2395"/>
                </a:lnTo>
                <a:lnTo>
                  <a:pt x="599" y="2541"/>
                </a:lnTo>
                <a:lnTo>
                  <a:pt x="645" y="2687"/>
                </a:lnTo>
                <a:lnTo>
                  <a:pt x="645" y="2874"/>
                </a:lnTo>
                <a:lnTo>
                  <a:pt x="692" y="3020"/>
                </a:lnTo>
                <a:lnTo>
                  <a:pt x="738" y="3208"/>
                </a:lnTo>
                <a:lnTo>
                  <a:pt x="807" y="3354"/>
                </a:lnTo>
                <a:lnTo>
                  <a:pt x="807" y="3541"/>
                </a:lnTo>
                <a:lnTo>
                  <a:pt x="853" y="3687"/>
                </a:lnTo>
                <a:lnTo>
                  <a:pt x="899" y="3833"/>
                </a:lnTo>
                <a:lnTo>
                  <a:pt x="899" y="4020"/>
                </a:lnTo>
                <a:lnTo>
                  <a:pt x="945" y="4166"/>
                </a:lnTo>
                <a:lnTo>
                  <a:pt x="1015" y="4354"/>
                </a:lnTo>
                <a:lnTo>
                  <a:pt x="1061" y="4541"/>
                </a:lnTo>
                <a:lnTo>
                  <a:pt x="1061" y="4687"/>
                </a:lnTo>
                <a:lnTo>
                  <a:pt x="1107" y="4833"/>
                </a:lnTo>
                <a:lnTo>
                  <a:pt x="1176" y="4979"/>
                </a:lnTo>
                <a:lnTo>
                  <a:pt x="1222" y="5166"/>
                </a:lnTo>
                <a:lnTo>
                  <a:pt x="1222" y="5312"/>
                </a:lnTo>
                <a:lnTo>
                  <a:pt x="1268" y="5458"/>
                </a:lnTo>
                <a:lnTo>
                  <a:pt x="1314" y="5645"/>
                </a:lnTo>
                <a:lnTo>
                  <a:pt x="1314" y="5791"/>
                </a:lnTo>
                <a:lnTo>
                  <a:pt x="1384" y="5979"/>
                </a:lnTo>
                <a:lnTo>
                  <a:pt x="1430" y="6124"/>
                </a:lnTo>
                <a:lnTo>
                  <a:pt x="1430" y="6270"/>
                </a:lnTo>
                <a:lnTo>
                  <a:pt x="1476" y="6458"/>
                </a:lnTo>
                <a:lnTo>
                  <a:pt x="1545" y="6604"/>
                </a:lnTo>
                <a:lnTo>
                  <a:pt x="1591" y="6791"/>
                </a:lnTo>
                <a:lnTo>
                  <a:pt x="1591" y="6937"/>
                </a:lnTo>
                <a:lnTo>
                  <a:pt x="1637" y="7124"/>
                </a:lnTo>
                <a:lnTo>
                  <a:pt x="1684" y="7270"/>
                </a:lnTo>
                <a:lnTo>
                  <a:pt x="1684" y="7416"/>
                </a:lnTo>
                <a:lnTo>
                  <a:pt x="1753" y="7645"/>
                </a:lnTo>
                <a:lnTo>
                  <a:pt x="1799" y="7791"/>
                </a:lnTo>
                <a:lnTo>
                  <a:pt x="1845" y="7933"/>
                </a:lnTo>
                <a:lnTo>
                  <a:pt x="1845" y="8076"/>
                </a:lnTo>
                <a:lnTo>
                  <a:pt x="1891" y="8218"/>
                </a:lnTo>
                <a:lnTo>
                  <a:pt x="1960" y="8362"/>
                </a:lnTo>
                <a:lnTo>
                  <a:pt x="1960" y="8506"/>
                </a:lnTo>
                <a:lnTo>
                  <a:pt x="2007" y="8649"/>
                </a:lnTo>
                <a:lnTo>
                  <a:pt x="2007" y="8793"/>
                </a:lnTo>
                <a:lnTo>
                  <a:pt x="2053" y="8935"/>
                </a:lnTo>
                <a:lnTo>
                  <a:pt x="2122" y="9079"/>
                </a:lnTo>
                <a:lnTo>
                  <a:pt x="2122" y="9222"/>
                </a:lnTo>
                <a:lnTo>
                  <a:pt x="2168" y="9366"/>
                </a:lnTo>
                <a:lnTo>
                  <a:pt x="2214" y="9510"/>
                </a:lnTo>
                <a:lnTo>
                  <a:pt x="2214" y="9651"/>
                </a:lnTo>
                <a:lnTo>
                  <a:pt x="2260" y="9795"/>
                </a:lnTo>
                <a:lnTo>
                  <a:pt x="2329" y="993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1617544" y="3759224"/>
            <a:ext cx="2260" cy="9793"/>
          </a:xfrm>
          <a:custGeom>
            <a:avLst/>
            <a:gdLst/>
            <a:ahLst/>
            <a:cxnLst/>
            <a:rect l="l" t="t" r="r" b="b"/>
            <a:pathLst>
              <a:path w="2260" h="9793">
                <a:moveTo>
                  <a:pt x="0" y="0"/>
                </a:moveTo>
                <a:lnTo>
                  <a:pt x="0" y="143"/>
                </a:lnTo>
                <a:lnTo>
                  <a:pt x="46" y="287"/>
                </a:lnTo>
                <a:lnTo>
                  <a:pt x="46" y="429"/>
                </a:lnTo>
                <a:lnTo>
                  <a:pt x="92" y="572"/>
                </a:lnTo>
                <a:lnTo>
                  <a:pt x="138" y="716"/>
                </a:lnTo>
                <a:lnTo>
                  <a:pt x="138" y="860"/>
                </a:lnTo>
                <a:lnTo>
                  <a:pt x="207" y="1004"/>
                </a:lnTo>
                <a:lnTo>
                  <a:pt x="253" y="1145"/>
                </a:lnTo>
                <a:lnTo>
                  <a:pt x="253" y="1289"/>
                </a:lnTo>
                <a:lnTo>
                  <a:pt x="299" y="1433"/>
                </a:lnTo>
                <a:lnTo>
                  <a:pt x="299" y="1577"/>
                </a:lnTo>
                <a:lnTo>
                  <a:pt x="369" y="1720"/>
                </a:lnTo>
                <a:lnTo>
                  <a:pt x="415" y="1862"/>
                </a:lnTo>
                <a:lnTo>
                  <a:pt x="415" y="2006"/>
                </a:lnTo>
                <a:lnTo>
                  <a:pt x="461" y="2149"/>
                </a:lnTo>
                <a:lnTo>
                  <a:pt x="507" y="2293"/>
                </a:lnTo>
                <a:lnTo>
                  <a:pt x="507" y="2437"/>
                </a:lnTo>
                <a:lnTo>
                  <a:pt x="576" y="2579"/>
                </a:lnTo>
                <a:lnTo>
                  <a:pt x="622" y="2722"/>
                </a:lnTo>
                <a:lnTo>
                  <a:pt x="622" y="2866"/>
                </a:lnTo>
                <a:lnTo>
                  <a:pt x="669" y="3010"/>
                </a:lnTo>
                <a:lnTo>
                  <a:pt x="738" y="3154"/>
                </a:lnTo>
                <a:lnTo>
                  <a:pt x="738" y="3295"/>
                </a:lnTo>
                <a:lnTo>
                  <a:pt x="784" y="3439"/>
                </a:lnTo>
                <a:lnTo>
                  <a:pt x="784" y="3583"/>
                </a:lnTo>
                <a:lnTo>
                  <a:pt x="830" y="3727"/>
                </a:lnTo>
                <a:lnTo>
                  <a:pt x="876" y="3870"/>
                </a:lnTo>
                <a:lnTo>
                  <a:pt x="876" y="4012"/>
                </a:lnTo>
                <a:lnTo>
                  <a:pt x="945" y="4156"/>
                </a:lnTo>
                <a:lnTo>
                  <a:pt x="991" y="4347"/>
                </a:lnTo>
                <a:lnTo>
                  <a:pt x="991" y="4491"/>
                </a:lnTo>
                <a:lnTo>
                  <a:pt x="1038" y="4633"/>
                </a:lnTo>
                <a:lnTo>
                  <a:pt x="1084" y="4777"/>
                </a:lnTo>
                <a:lnTo>
                  <a:pt x="1084" y="4920"/>
                </a:lnTo>
                <a:lnTo>
                  <a:pt x="1153" y="5064"/>
                </a:lnTo>
                <a:lnTo>
                  <a:pt x="1199" y="5208"/>
                </a:lnTo>
                <a:lnTo>
                  <a:pt x="1199" y="5349"/>
                </a:lnTo>
                <a:lnTo>
                  <a:pt x="1245" y="5493"/>
                </a:lnTo>
                <a:lnTo>
                  <a:pt x="1314" y="5637"/>
                </a:lnTo>
                <a:lnTo>
                  <a:pt x="1314" y="5781"/>
                </a:lnTo>
                <a:lnTo>
                  <a:pt x="1361" y="5924"/>
                </a:lnTo>
                <a:lnTo>
                  <a:pt x="1361" y="6066"/>
                </a:lnTo>
                <a:lnTo>
                  <a:pt x="1407" y="6210"/>
                </a:lnTo>
                <a:lnTo>
                  <a:pt x="1453" y="6354"/>
                </a:lnTo>
                <a:lnTo>
                  <a:pt x="1453" y="6497"/>
                </a:lnTo>
                <a:lnTo>
                  <a:pt x="1522" y="6641"/>
                </a:lnTo>
                <a:lnTo>
                  <a:pt x="1568" y="6783"/>
                </a:lnTo>
                <a:lnTo>
                  <a:pt x="1568" y="6926"/>
                </a:lnTo>
                <a:lnTo>
                  <a:pt x="1614" y="7070"/>
                </a:lnTo>
                <a:lnTo>
                  <a:pt x="1684" y="7214"/>
                </a:lnTo>
                <a:lnTo>
                  <a:pt x="1684" y="7358"/>
                </a:lnTo>
                <a:lnTo>
                  <a:pt x="1730" y="7499"/>
                </a:lnTo>
                <a:lnTo>
                  <a:pt x="1776" y="7643"/>
                </a:lnTo>
                <a:lnTo>
                  <a:pt x="1776" y="7787"/>
                </a:lnTo>
                <a:lnTo>
                  <a:pt x="1822" y="7931"/>
                </a:lnTo>
                <a:lnTo>
                  <a:pt x="1891" y="8074"/>
                </a:lnTo>
                <a:lnTo>
                  <a:pt x="1891" y="8216"/>
                </a:lnTo>
                <a:lnTo>
                  <a:pt x="1937" y="8360"/>
                </a:lnTo>
                <a:lnTo>
                  <a:pt x="1937" y="8504"/>
                </a:lnTo>
                <a:lnTo>
                  <a:pt x="1983" y="8647"/>
                </a:lnTo>
                <a:lnTo>
                  <a:pt x="2030" y="8791"/>
                </a:lnTo>
                <a:lnTo>
                  <a:pt x="2030" y="8933"/>
                </a:lnTo>
                <a:lnTo>
                  <a:pt x="2099" y="9076"/>
                </a:lnTo>
                <a:lnTo>
                  <a:pt x="2145" y="9220"/>
                </a:lnTo>
                <a:lnTo>
                  <a:pt x="2145" y="9364"/>
                </a:lnTo>
                <a:lnTo>
                  <a:pt x="2191" y="9508"/>
                </a:lnTo>
                <a:lnTo>
                  <a:pt x="2260" y="9649"/>
                </a:lnTo>
                <a:lnTo>
                  <a:pt x="2260" y="979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1619805" y="3769017"/>
            <a:ext cx="2306" cy="9604"/>
          </a:xfrm>
          <a:custGeom>
            <a:avLst/>
            <a:gdLst/>
            <a:ahLst/>
            <a:cxnLst/>
            <a:rect l="l" t="t" r="r" b="b"/>
            <a:pathLst>
              <a:path w="2306" h="9604">
                <a:moveTo>
                  <a:pt x="0" y="0"/>
                </a:moveTo>
                <a:lnTo>
                  <a:pt x="46" y="143"/>
                </a:lnTo>
                <a:lnTo>
                  <a:pt x="92" y="287"/>
                </a:lnTo>
                <a:lnTo>
                  <a:pt x="92" y="431"/>
                </a:lnTo>
                <a:lnTo>
                  <a:pt x="138" y="572"/>
                </a:lnTo>
                <a:lnTo>
                  <a:pt x="207" y="764"/>
                </a:lnTo>
                <a:lnTo>
                  <a:pt x="207" y="908"/>
                </a:lnTo>
                <a:lnTo>
                  <a:pt x="253" y="1052"/>
                </a:lnTo>
                <a:lnTo>
                  <a:pt x="299" y="1195"/>
                </a:lnTo>
                <a:lnTo>
                  <a:pt x="299" y="1337"/>
                </a:lnTo>
                <a:lnTo>
                  <a:pt x="346" y="1481"/>
                </a:lnTo>
                <a:lnTo>
                  <a:pt x="415" y="1624"/>
                </a:lnTo>
                <a:lnTo>
                  <a:pt x="415" y="1768"/>
                </a:lnTo>
                <a:lnTo>
                  <a:pt x="461" y="1912"/>
                </a:lnTo>
                <a:lnTo>
                  <a:pt x="507" y="2054"/>
                </a:lnTo>
                <a:lnTo>
                  <a:pt x="507" y="2197"/>
                </a:lnTo>
                <a:lnTo>
                  <a:pt x="576" y="2341"/>
                </a:lnTo>
                <a:lnTo>
                  <a:pt x="622" y="2485"/>
                </a:lnTo>
                <a:lnTo>
                  <a:pt x="622" y="2629"/>
                </a:lnTo>
                <a:lnTo>
                  <a:pt x="669" y="2770"/>
                </a:lnTo>
                <a:lnTo>
                  <a:pt x="715" y="2914"/>
                </a:lnTo>
                <a:lnTo>
                  <a:pt x="715" y="3058"/>
                </a:lnTo>
                <a:lnTo>
                  <a:pt x="784" y="3202"/>
                </a:lnTo>
                <a:lnTo>
                  <a:pt x="830" y="3345"/>
                </a:lnTo>
                <a:lnTo>
                  <a:pt x="830" y="3487"/>
                </a:lnTo>
                <a:lnTo>
                  <a:pt x="876" y="3631"/>
                </a:lnTo>
                <a:lnTo>
                  <a:pt x="945" y="3774"/>
                </a:lnTo>
                <a:lnTo>
                  <a:pt x="945" y="3918"/>
                </a:lnTo>
                <a:lnTo>
                  <a:pt x="991" y="4062"/>
                </a:lnTo>
                <a:lnTo>
                  <a:pt x="1038" y="4204"/>
                </a:lnTo>
                <a:lnTo>
                  <a:pt x="1038" y="4347"/>
                </a:lnTo>
                <a:lnTo>
                  <a:pt x="1084" y="4491"/>
                </a:lnTo>
                <a:lnTo>
                  <a:pt x="1153" y="4635"/>
                </a:lnTo>
                <a:lnTo>
                  <a:pt x="1153" y="4779"/>
                </a:lnTo>
                <a:lnTo>
                  <a:pt x="1199" y="4920"/>
                </a:lnTo>
                <a:lnTo>
                  <a:pt x="1199" y="5064"/>
                </a:lnTo>
                <a:lnTo>
                  <a:pt x="1245" y="5208"/>
                </a:lnTo>
                <a:lnTo>
                  <a:pt x="1291" y="5351"/>
                </a:lnTo>
                <a:lnTo>
                  <a:pt x="1291" y="5495"/>
                </a:lnTo>
                <a:lnTo>
                  <a:pt x="1361" y="5637"/>
                </a:lnTo>
                <a:lnTo>
                  <a:pt x="1407" y="5781"/>
                </a:lnTo>
                <a:lnTo>
                  <a:pt x="1407" y="5924"/>
                </a:lnTo>
                <a:lnTo>
                  <a:pt x="1453" y="6068"/>
                </a:lnTo>
                <a:lnTo>
                  <a:pt x="1522" y="6212"/>
                </a:lnTo>
                <a:lnTo>
                  <a:pt x="1522" y="6354"/>
                </a:lnTo>
                <a:lnTo>
                  <a:pt x="1568" y="6497"/>
                </a:lnTo>
                <a:lnTo>
                  <a:pt x="1614" y="6641"/>
                </a:lnTo>
                <a:lnTo>
                  <a:pt x="1614" y="6785"/>
                </a:lnTo>
                <a:lnTo>
                  <a:pt x="1660" y="6929"/>
                </a:lnTo>
                <a:lnTo>
                  <a:pt x="1730" y="7070"/>
                </a:lnTo>
                <a:lnTo>
                  <a:pt x="1730" y="7214"/>
                </a:lnTo>
                <a:lnTo>
                  <a:pt x="1776" y="7358"/>
                </a:lnTo>
                <a:lnTo>
                  <a:pt x="1822" y="7501"/>
                </a:lnTo>
                <a:lnTo>
                  <a:pt x="1822" y="7645"/>
                </a:lnTo>
                <a:lnTo>
                  <a:pt x="1891" y="7787"/>
                </a:lnTo>
                <a:lnTo>
                  <a:pt x="1937" y="7931"/>
                </a:lnTo>
                <a:lnTo>
                  <a:pt x="1937" y="8074"/>
                </a:lnTo>
                <a:lnTo>
                  <a:pt x="1983" y="8218"/>
                </a:lnTo>
                <a:lnTo>
                  <a:pt x="1983" y="8362"/>
                </a:lnTo>
                <a:lnTo>
                  <a:pt x="2030" y="8504"/>
                </a:lnTo>
                <a:lnTo>
                  <a:pt x="2099" y="8647"/>
                </a:lnTo>
                <a:lnTo>
                  <a:pt x="2099" y="8791"/>
                </a:lnTo>
                <a:lnTo>
                  <a:pt x="2145" y="8935"/>
                </a:lnTo>
                <a:lnTo>
                  <a:pt x="2191" y="9079"/>
                </a:lnTo>
                <a:lnTo>
                  <a:pt x="2191" y="9220"/>
                </a:lnTo>
                <a:lnTo>
                  <a:pt x="2237" y="9364"/>
                </a:lnTo>
                <a:lnTo>
                  <a:pt x="2306" y="95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1622112" y="3778621"/>
            <a:ext cx="2306" cy="9364"/>
          </a:xfrm>
          <a:custGeom>
            <a:avLst/>
            <a:gdLst/>
            <a:ahLst/>
            <a:cxnLst/>
            <a:rect l="l" t="t" r="r" b="b"/>
            <a:pathLst>
              <a:path w="2306" h="9364">
                <a:moveTo>
                  <a:pt x="0" y="0"/>
                </a:moveTo>
                <a:lnTo>
                  <a:pt x="46" y="143"/>
                </a:lnTo>
                <a:lnTo>
                  <a:pt x="92" y="285"/>
                </a:lnTo>
                <a:lnTo>
                  <a:pt x="92" y="429"/>
                </a:lnTo>
                <a:lnTo>
                  <a:pt x="161" y="572"/>
                </a:lnTo>
                <a:lnTo>
                  <a:pt x="207" y="716"/>
                </a:lnTo>
                <a:lnTo>
                  <a:pt x="207" y="860"/>
                </a:lnTo>
                <a:lnTo>
                  <a:pt x="253" y="1002"/>
                </a:lnTo>
                <a:lnTo>
                  <a:pt x="253" y="1145"/>
                </a:lnTo>
                <a:lnTo>
                  <a:pt x="299" y="1289"/>
                </a:lnTo>
                <a:lnTo>
                  <a:pt x="369" y="1433"/>
                </a:lnTo>
                <a:lnTo>
                  <a:pt x="415" y="1577"/>
                </a:lnTo>
                <a:lnTo>
                  <a:pt x="415" y="1718"/>
                </a:lnTo>
                <a:lnTo>
                  <a:pt x="461" y="1862"/>
                </a:lnTo>
                <a:lnTo>
                  <a:pt x="507" y="2006"/>
                </a:lnTo>
                <a:lnTo>
                  <a:pt x="507" y="2149"/>
                </a:lnTo>
                <a:lnTo>
                  <a:pt x="576" y="2293"/>
                </a:lnTo>
                <a:lnTo>
                  <a:pt x="622" y="2435"/>
                </a:lnTo>
                <a:lnTo>
                  <a:pt x="622" y="2579"/>
                </a:lnTo>
                <a:lnTo>
                  <a:pt x="669" y="2722"/>
                </a:lnTo>
                <a:lnTo>
                  <a:pt x="738" y="2866"/>
                </a:lnTo>
                <a:lnTo>
                  <a:pt x="738" y="3010"/>
                </a:lnTo>
                <a:lnTo>
                  <a:pt x="784" y="3152"/>
                </a:lnTo>
                <a:lnTo>
                  <a:pt x="830" y="3295"/>
                </a:lnTo>
                <a:lnTo>
                  <a:pt x="830" y="3439"/>
                </a:lnTo>
                <a:lnTo>
                  <a:pt x="876" y="3583"/>
                </a:lnTo>
                <a:lnTo>
                  <a:pt x="945" y="3727"/>
                </a:lnTo>
                <a:lnTo>
                  <a:pt x="945" y="3868"/>
                </a:lnTo>
                <a:lnTo>
                  <a:pt x="991" y="4012"/>
                </a:lnTo>
                <a:lnTo>
                  <a:pt x="1038" y="4156"/>
                </a:lnTo>
                <a:lnTo>
                  <a:pt x="1038" y="4299"/>
                </a:lnTo>
                <a:lnTo>
                  <a:pt x="1107" y="4443"/>
                </a:lnTo>
                <a:lnTo>
                  <a:pt x="1153" y="4585"/>
                </a:lnTo>
                <a:lnTo>
                  <a:pt x="1153" y="4729"/>
                </a:lnTo>
                <a:lnTo>
                  <a:pt x="1199" y="4872"/>
                </a:lnTo>
                <a:lnTo>
                  <a:pt x="1245" y="5016"/>
                </a:lnTo>
                <a:lnTo>
                  <a:pt x="1245" y="5160"/>
                </a:lnTo>
                <a:lnTo>
                  <a:pt x="1314" y="5301"/>
                </a:lnTo>
                <a:lnTo>
                  <a:pt x="1361" y="5445"/>
                </a:lnTo>
                <a:lnTo>
                  <a:pt x="1361" y="5589"/>
                </a:lnTo>
                <a:lnTo>
                  <a:pt x="1407" y="5733"/>
                </a:lnTo>
                <a:lnTo>
                  <a:pt x="1453" y="5876"/>
                </a:lnTo>
                <a:lnTo>
                  <a:pt x="1453" y="6018"/>
                </a:lnTo>
                <a:lnTo>
                  <a:pt x="1522" y="6162"/>
                </a:lnTo>
                <a:lnTo>
                  <a:pt x="1568" y="6306"/>
                </a:lnTo>
                <a:lnTo>
                  <a:pt x="1568" y="6449"/>
                </a:lnTo>
                <a:lnTo>
                  <a:pt x="1614" y="6593"/>
                </a:lnTo>
                <a:lnTo>
                  <a:pt x="1684" y="6735"/>
                </a:lnTo>
                <a:lnTo>
                  <a:pt x="1684" y="6879"/>
                </a:lnTo>
                <a:lnTo>
                  <a:pt x="1730" y="7022"/>
                </a:lnTo>
                <a:lnTo>
                  <a:pt x="1776" y="7166"/>
                </a:lnTo>
                <a:lnTo>
                  <a:pt x="1776" y="7310"/>
                </a:lnTo>
                <a:lnTo>
                  <a:pt x="1822" y="7451"/>
                </a:lnTo>
                <a:lnTo>
                  <a:pt x="1891" y="7595"/>
                </a:lnTo>
                <a:lnTo>
                  <a:pt x="1937" y="7739"/>
                </a:lnTo>
                <a:lnTo>
                  <a:pt x="1937" y="7883"/>
                </a:lnTo>
                <a:lnTo>
                  <a:pt x="1983" y="8026"/>
                </a:lnTo>
                <a:lnTo>
                  <a:pt x="1983" y="8168"/>
                </a:lnTo>
                <a:lnTo>
                  <a:pt x="2030" y="8312"/>
                </a:lnTo>
                <a:lnTo>
                  <a:pt x="2099" y="8456"/>
                </a:lnTo>
                <a:lnTo>
                  <a:pt x="2099" y="8599"/>
                </a:lnTo>
                <a:lnTo>
                  <a:pt x="2145" y="8743"/>
                </a:lnTo>
                <a:lnTo>
                  <a:pt x="2191" y="8885"/>
                </a:lnTo>
                <a:lnTo>
                  <a:pt x="2191" y="9029"/>
                </a:lnTo>
                <a:lnTo>
                  <a:pt x="2260" y="9172"/>
                </a:lnTo>
                <a:lnTo>
                  <a:pt x="2306" y="93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1624419" y="3787986"/>
            <a:ext cx="2306" cy="9124"/>
          </a:xfrm>
          <a:custGeom>
            <a:avLst/>
            <a:gdLst/>
            <a:ahLst/>
            <a:cxnLst/>
            <a:rect l="l" t="t" r="r" b="b"/>
            <a:pathLst>
              <a:path w="2306" h="9124">
                <a:moveTo>
                  <a:pt x="0" y="0"/>
                </a:moveTo>
                <a:lnTo>
                  <a:pt x="46" y="143"/>
                </a:lnTo>
                <a:lnTo>
                  <a:pt x="92" y="285"/>
                </a:lnTo>
                <a:lnTo>
                  <a:pt x="92" y="429"/>
                </a:lnTo>
                <a:lnTo>
                  <a:pt x="161" y="572"/>
                </a:lnTo>
                <a:lnTo>
                  <a:pt x="207" y="716"/>
                </a:lnTo>
                <a:lnTo>
                  <a:pt x="207" y="860"/>
                </a:lnTo>
                <a:lnTo>
                  <a:pt x="253" y="1002"/>
                </a:lnTo>
                <a:lnTo>
                  <a:pt x="253" y="1145"/>
                </a:lnTo>
                <a:lnTo>
                  <a:pt x="322" y="1289"/>
                </a:lnTo>
                <a:lnTo>
                  <a:pt x="369" y="1433"/>
                </a:lnTo>
                <a:lnTo>
                  <a:pt x="369" y="1577"/>
                </a:lnTo>
                <a:lnTo>
                  <a:pt x="415" y="1718"/>
                </a:lnTo>
                <a:lnTo>
                  <a:pt x="461" y="1862"/>
                </a:lnTo>
                <a:lnTo>
                  <a:pt x="530" y="2006"/>
                </a:lnTo>
                <a:lnTo>
                  <a:pt x="530" y="2149"/>
                </a:lnTo>
                <a:lnTo>
                  <a:pt x="576" y="2293"/>
                </a:lnTo>
                <a:lnTo>
                  <a:pt x="622" y="2435"/>
                </a:lnTo>
                <a:lnTo>
                  <a:pt x="622" y="2579"/>
                </a:lnTo>
                <a:lnTo>
                  <a:pt x="669" y="2722"/>
                </a:lnTo>
                <a:lnTo>
                  <a:pt x="738" y="2866"/>
                </a:lnTo>
                <a:lnTo>
                  <a:pt x="738" y="3010"/>
                </a:lnTo>
                <a:lnTo>
                  <a:pt x="784" y="3152"/>
                </a:lnTo>
                <a:lnTo>
                  <a:pt x="830" y="3295"/>
                </a:lnTo>
                <a:lnTo>
                  <a:pt x="830" y="3439"/>
                </a:lnTo>
                <a:lnTo>
                  <a:pt x="899" y="3583"/>
                </a:lnTo>
                <a:lnTo>
                  <a:pt x="945" y="3727"/>
                </a:lnTo>
                <a:lnTo>
                  <a:pt x="945" y="3868"/>
                </a:lnTo>
                <a:lnTo>
                  <a:pt x="991" y="4012"/>
                </a:lnTo>
                <a:lnTo>
                  <a:pt x="1038" y="4156"/>
                </a:lnTo>
                <a:lnTo>
                  <a:pt x="1107" y="4299"/>
                </a:lnTo>
                <a:lnTo>
                  <a:pt x="1107" y="4443"/>
                </a:lnTo>
                <a:lnTo>
                  <a:pt x="1153" y="4585"/>
                </a:lnTo>
                <a:lnTo>
                  <a:pt x="1199" y="4729"/>
                </a:lnTo>
                <a:lnTo>
                  <a:pt x="1199" y="4872"/>
                </a:lnTo>
                <a:lnTo>
                  <a:pt x="1268" y="5016"/>
                </a:lnTo>
                <a:lnTo>
                  <a:pt x="1314" y="5160"/>
                </a:lnTo>
                <a:lnTo>
                  <a:pt x="1314" y="5301"/>
                </a:lnTo>
                <a:lnTo>
                  <a:pt x="1361" y="5445"/>
                </a:lnTo>
                <a:lnTo>
                  <a:pt x="1407" y="5589"/>
                </a:lnTo>
                <a:lnTo>
                  <a:pt x="1407" y="5733"/>
                </a:lnTo>
                <a:lnTo>
                  <a:pt x="1476" y="5876"/>
                </a:lnTo>
                <a:lnTo>
                  <a:pt x="1522" y="6018"/>
                </a:lnTo>
                <a:lnTo>
                  <a:pt x="1522" y="6162"/>
                </a:lnTo>
                <a:lnTo>
                  <a:pt x="1568" y="6306"/>
                </a:lnTo>
                <a:lnTo>
                  <a:pt x="1614" y="6449"/>
                </a:lnTo>
                <a:lnTo>
                  <a:pt x="1684" y="6593"/>
                </a:lnTo>
                <a:lnTo>
                  <a:pt x="1684" y="6735"/>
                </a:lnTo>
                <a:lnTo>
                  <a:pt x="1730" y="6879"/>
                </a:lnTo>
                <a:lnTo>
                  <a:pt x="1776" y="7022"/>
                </a:lnTo>
                <a:lnTo>
                  <a:pt x="1776" y="7166"/>
                </a:lnTo>
                <a:lnTo>
                  <a:pt x="1845" y="7310"/>
                </a:lnTo>
                <a:lnTo>
                  <a:pt x="1891" y="7451"/>
                </a:lnTo>
                <a:lnTo>
                  <a:pt x="1937" y="7595"/>
                </a:lnTo>
                <a:lnTo>
                  <a:pt x="1937" y="7739"/>
                </a:lnTo>
                <a:lnTo>
                  <a:pt x="1983" y="7883"/>
                </a:lnTo>
                <a:lnTo>
                  <a:pt x="1983" y="8026"/>
                </a:lnTo>
                <a:lnTo>
                  <a:pt x="2053" y="8168"/>
                </a:lnTo>
                <a:lnTo>
                  <a:pt x="2099" y="8312"/>
                </a:lnTo>
                <a:lnTo>
                  <a:pt x="2145" y="8456"/>
                </a:lnTo>
                <a:lnTo>
                  <a:pt x="2145" y="8599"/>
                </a:lnTo>
                <a:lnTo>
                  <a:pt x="2191" y="8647"/>
                </a:lnTo>
                <a:lnTo>
                  <a:pt x="2191" y="8695"/>
                </a:lnTo>
                <a:lnTo>
                  <a:pt x="2191" y="8743"/>
                </a:lnTo>
                <a:lnTo>
                  <a:pt x="2191" y="8791"/>
                </a:lnTo>
                <a:lnTo>
                  <a:pt x="2191" y="8837"/>
                </a:lnTo>
                <a:lnTo>
                  <a:pt x="2260" y="8981"/>
                </a:lnTo>
                <a:lnTo>
                  <a:pt x="2306" y="9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1626726" y="3797111"/>
            <a:ext cx="2306" cy="8887"/>
          </a:xfrm>
          <a:custGeom>
            <a:avLst/>
            <a:gdLst/>
            <a:ahLst/>
            <a:cxnLst/>
            <a:rect l="l" t="t" r="r" b="b"/>
            <a:pathLst>
              <a:path w="2306" h="8887">
                <a:moveTo>
                  <a:pt x="0" y="0"/>
                </a:moveTo>
                <a:lnTo>
                  <a:pt x="0" y="143"/>
                </a:lnTo>
                <a:lnTo>
                  <a:pt x="46" y="287"/>
                </a:lnTo>
                <a:lnTo>
                  <a:pt x="115" y="429"/>
                </a:lnTo>
                <a:lnTo>
                  <a:pt x="161" y="572"/>
                </a:lnTo>
                <a:lnTo>
                  <a:pt x="161" y="716"/>
                </a:lnTo>
                <a:lnTo>
                  <a:pt x="207" y="860"/>
                </a:lnTo>
                <a:lnTo>
                  <a:pt x="253" y="1004"/>
                </a:lnTo>
                <a:lnTo>
                  <a:pt x="253" y="1145"/>
                </a:lnTo>
                <a:lnTo>
                  <a:pt x="322" y="1289"/>
                </a:lnTo>
                <a:lnTo>
                  <a:pt x="369" y="1433"/>
                </a:lnTo>
                <a:lnTo>
                  <a:pt x="369" y="1577"/>
                </a:lnTo>
                <a:lnTo>
                  <a:pt x="415" y="1720"/>
                </a:lnTo>
                <a:lnTo>
                  <a:pt x="484" y="1862"/>
                </a:lnTo>
                <a:lnTo>
                  <a:pt x="530" y="2006"/>
                </a:lnTo>
                <a:lnTo>
                  <a:pt x="530" y="2149"/>
                </a:lnTo>
                <a:lnTo>
                  <a:pt x="576" y="2293"/>
                </a:lnTo>
                <a:lnTo>
                  <a:pt x="622" y="2437"/>
                </a:lnTo>
                <a:lnTo>
                  <a:pt x="622" y="2579"/>
                </a:lnTo>
                <a:lnTo>
                  <a:pt x="692" y="2722"/>
                </a:lnTo>
                <a:lnTo>
                  <a:pt x="738" y="2866"/>
                </a:lnTo>
                <a:lnTo>
                  <a:pt x="784" y="3010"/>
                </a:lnTo>
                <a:lnTo>
                  <a:pt x="784" y="3154"/>
                </a:lnTo>
                <a:lnTo>
                  <a:pt x="830" y="3295"/>
                </a:lnTo>
                <a:lnTo>
                  <a:pt x="899" y="3439"/>
                </a:lnTo>
                <a:lnTo>
                  <a:pt x="899" y="3583"/>
                </a:lnTo>
                <a:lnTo>
                  <a:pt x="945" y="3727"/>
                </a:lnTo>
                <a:lnTo>
                  <a:pt x="991" y="3870"/>
                </a:lnTo>
                <a:lnTo>
                  <a:pt x="991" y="4012"/>
                </a:lnTo>
                <a:lnTo>
                  <a:pt x="1061" y="4156"/>
                </a:lnTo>
                <a:lnTo>
                  <a:pt x="1107" y="4299"/>
                </a:lnTo>
                <a:lnTo>
                  <a:pt x="1153" y="4443"/>
                </a:lnTo>
                <a:lnTo>
                  <a:pt x="1153" y="4587"/>
                </a:lnTo>
                <a:lnTo>
                  <a:pt x="1199" y="4729"/>
                </a:lnTo>
                <a:lnTo>
                  <a:pt x="1268" y="4872"/>
                </a:lnTo>
                <a:lnTo>
                  <a:pt x="1268" y="5016"/>
                </a:lnTo>
                <a:lnTo>
                  <a:pt x="1314" y="5160"/>
                </a:lnTo>
                <a:lnTo>
                  <a:pt x="1361" y="5304"/>
                </a:lnTo>
                <a:lnTo>
                  <a:pt x="1361" y="5445"/>
                </a:lnTo>
                <a:lnTo>
                  <a:pt x="1430" y="5589"/>
                </a:lnTo>
                <a:lnTo>
                  <a:pt x="1476" y="5733"/>
                </a:lnTo>
                <a:lnTo>
                  <a:pt x="1522" y="5876"/>
                </a:lnTo>
                <a:lnTo>
                  <a:pt x="1522" y="6020"/>
                </a:lnTo>
                <a:lnTo>
                  <a:pt x="1568" y="6162"/>
                </a:lnTo>
                <a:lnTo>
                  <a:pt x="1637" y="6306"/>
                </a:lnTo>
                <a:lnTo>
                  <a:pt x="1637" y="6449"/>
                </a:lnTo>
                <a:lnTo>
                  <a:pt x="1684" y="6593"/>
                </a:lnTo>
                <a:lnTo>
                  <a:pt x="1730" y="6737"/>
                </a:lnTo>
                <a:lnTo>
                  <a:pt x="1776" y="6879"/>
                </a:lnTo>
                <a:lnTo>
                  <a:pt x="1776" y="7022"/>
                </a:lnTo>
                <a:lnTo>
                  <a:pt x="1845" y="7166"/>
                </a:lnTo>
                <a:lnTo>
                  <a:pt x="1891" y="7310"/>
                </a:lnTo>
                <a:lnTo>
                  <a:pt x="1937" y="7454"/>
                </a:lnTo>
                <a:lnTo>
                  <a:pt x="1937" y="7595"/>
                </a:lnTo>
                <a:lnTo>
                  <a:pt x="2007" y="7739"/>
                </a:lnTo>
                <a:lnTo>
                  <a:pt x="2007" y="7883"/>
                </a:lnTo>
                <a:lnTo>
                  <a:pt x="2053" y="8026"/>
                </a:lnTo>
                <a:lnTo>
                  <a:pt x="2099" y="8170"/>
                </a:lnTo>
                <a:lnTo>
                  <a:pt x="2145" y="8312"/>
                </a:lnTo>
                <a:lnTo>
                  <a:pt x="2145" y="8456"/>
                </a:lnTo>
                <a:lnTo>
                  <a:pt x="2214" y="8599"/>
                </a:lnTo>
                <a:lnTo>
                  <a:pt x="2260" y="8743"/>
                </a:lnTo>
                <a:lnTo>
                  <a:pt x="2306" y="888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1629033" y="3805998"/>
            <a:ext cx="2260" cy="8647"/>
          </a:xfrm>
          <a:custGeom>
            <a:avLst/>
            <a:gdLst/>
            <a:ahLst/>
            <a:cxnLst/>
            <a:rect l="l" t="t" r="r" b="b"/>
            <a:pathLst>
              <a:path w="2260" h="8647">
                <a:moveTo>
                  <a:pt x="0" y="0"/>
                </a:moveTo>
                <a:lnTo>
                  <a:pt x="0" y="141"/>
                </a:lnTo>
                <a:lnTo>
                  <a:pt x="46" y="285"/>
                </a:lnTo>
                <a:lnTo>
                  <a:pt x="115" y="429"/>
                </a:lnTo>
                <a:lnTo>
                  <a:pt x="115" y="572"/>
                </a:lnTo>
                <a:lnTo>
                  <a:pt x="161" y="716"/>
                </a:lnTo>
                <a:lnTo>
                  <a:pt x="207" y="858"/>
                </a:lnTo>
                <a:lnTo>
                  <a:pt x="276" y="1002"/>
                </a:lnTo>
                <a:lnTo>
                  <a:pt x="276" y="1145"/>
                </a:lnTo>
                <a:lnTo>
                  <a:pt x="322" y="1289"/>
                </a:lnTo>
                <a:lnTo>
                  <a:pt x="369" y="1433"/>
                </a:lnTo>
                <a:lnTo>
                  <a:pt x="369" y="1574"/>
                </a:lnTo>
                <a:lnTo>
                  <a:pt x="415" y="1718"/>
                </a:lnTo>
                <a:lnTo>
                  <a:pt x="484" y="1862"/>
                </a:lnTo>
                <a:lnTo>
                  <a:pt x="530" y="2006"/>
                </a:lnTo>
                <a:lnTo>
                  <a:pt x="530" y="2149"/>
                </a:lnTo>
                <a:lnTo>
                  <a:pt x="576" y="2291"/>
                </a:lnTo>
                <a:lnTo>
                  <a:pt x="645" y="2435"/>
                </a:lnTo>
                <a:lnTo>
                  <a:pt x="692" y="2579"/>
                </a:lnTo>
                <a:lnTo>
                  <a:pt x="692" y="2722"/>
                </a:lnTo>
                <a:lnTo>
                  <a:pt x="738" y="2866"/>
                </a:lnTo>
                <a:lnTo>
                  <a:pt x="784" y="3008"/>
                </a:lnTo>
                <a:lnTo>
                  <a:pt x="784" y="3152"/>
                </a:lnTo>
                <a:lnTo>
                  <a:pt x="853" y="3295"/>
                </a:lnTo>
                <a:lnTo>
                  <a:pt x="899" y="3439"/>
                </a:lnTo>
                <a:lnTo>
                  <a:pt x="945" y="3583"/>
                </a:lnTo>
                <a:lnTo>
                  <a:pt x="945" y="3724"/>
                </a:lnTo>
                <a:lnTo>
                  <a:pt x="991" y="3868"/>
                </a:lnTo>
                <a:lnTo>
                  <a:pt x="1061" y="4012"/>
                </a:lnTo>
                <a:lnTo>
                  <a:pt x="1061" y="4156"/>
                </a:lnTo>
                <a:lnTo>
                  <a:pt x="1107" y="4299"/>
                </a:lnTo>
                <a:lnTo>
                  <a:pt x="1153" y="4441"/>
                </a:lnTo>
                <a:lnTo>
                  <a:pt x="1222" y="4585"/>
                </a:lnTo>
                <a:lnTo>
                  <a:pt x="1222" y="4729"/>
                </a:lnTo>
                <a:lnTo>
                  <a:pt x="1268" y="4872"/>
                </a:lnTo>
                <a:lnTo>
                  <a:pt x="1314" y="5016"/>
                </a:lnTo>
                <a:lnTo>
                  <a:pt x="1361" y="5158"/>
                </a:lnTo>
                <a:lnTo>
                  <a:pt x="1361" y="5301"/>
                </a:lnTo>
                <a:lnTo>
                  <a:pt x="1430" y="5445"/>
                </a:lnTo>
                <a:lnTo>
                  <a:pt x="1476" y="5589"/>
                </a:lnTo>
                <a:lnTo>
                  <a:pt x="1476" y="5733"/>
                </a:lnTo>
                <a:lnTo>
                  <a:pt x="1522" y="5874"/>
                </a:lnTo>
                <a:lnTo>
                  <a:pt x="1591" y="6018"/>
                </a:lnTo>
                <a:lnTo>
                  <a:pt x="1637" y="6162"/>
                </a:lnTo>
                <a:lnTo>
                  <a:pt x="1637" y="6306"/>
                </a:lnTo>
                <a:lnTo>
                  <a:pt x="1684" y="6449"/>
                </a:lnTo>
                <a:lnTo>
                  <a:pt x="1730" y="6591"/>
                </a:lnTo>
                <a:lnTo>
                  <a:pt x="1730" y="6735"/>
                </a:lnTo>
                <a:lnTo>
                  <a:pt x="1799" y="6879"/>
                </a:lnTo>
                <a:lnTo>
                  <a:pt x="1845" y="7022"/>
                </a:lnTo>
                <a:lnTo>
                  <a:pt x="1891" y="7166"/>
                </a:lnTo>
                <a:lnTo>
                  <a:pt x="1891" y="7308"/>
                </a:lnTo>
                <a:lnTo>
                  <a:pt x="1937" y="7451"/>
                </a:lnTo>
                <a:lnTo>
                  <a:pt x="2007" y="7595"/>
                </a:lnTo>
                <a:lnTo>
                  <a:pt x="2007" y="7739"/>
                </a:lnTo>
                <a:lnTo>
                  <a:pt x="2053" y="7883"/>
                </a:lnTo>
                <a:lnTo>
                  <a:pt x="2099" y="8024"/>
                </a:lnTo>
                <a:lnTo>
                  <a:pt x="2168" y="8168"/>
                </a:lnTo>
                <a:lnTo>
                  <a:pt x="2214" y="8312"/>
                </a:lnTo>
                <a:lnTo>
                  <a:pt x="2214" y="8456"/>
                </a:lnTo>
                <a:lnTo>
                  <a:pt x="2260" y="859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1631294" y="3814646"/>
            <a:ext cx="2306" cy="8408"/>
          </a:xfrm>
          <a:custGeom>
            <a:avLst/>
            <a:gdLst/>
            <a:ahLst/>
            <a:cxnLst/>
            <a:rect l="l" t="t" r="r" b="b"/>
            <a:pathLst>
              <a:path w="2306" h="8408">
                <a:moveTo>
                  <a:pt x="0" y="0"/>
                </a:moveTo>
                <a:lnTo>
                  <a:pt x="46" y="141"/>
                </a:lnTo>
                <a:lnTo>
                  <a:pt x="115" y="285"/>
                </a:lnTo>
                <a:lnTo>
                  <a:pt x="161" y="429"/>
                </a:lnTo>
                <a:lnTo>
                  <a:pt x="161" y="572"/>
                </a:lnTo>
                <a:lnTo>
                  <a:pt x="207" y="716"/>
                </a:lnTo>
                <a:lnTo>
                  <a:pt x="253" y="858"/>
                </a:lnTo>
                <a:lnTo>
                  <a:pt x="253" y="1002"/>
                </a:lnTo>
                <a:lnTo>
                  <a:pt x="322" y="1145"/>
                </a:lnTo>
                <a:lnTo>
                  <a:pt x="369" y="1289"/>
                </a:lnTo>
                <a:lnTo>
                  <a:pt x="415" y="1433"/>
                </a:lnTo>
                <a:lnTo>
                  <a:pt x="415" y="1574"/>
                </a:lnTo>
                <a:lnTo>
                  <a:pt x="484" y="1718"/>
                </a:lnTo>
                <a:lnTo>
                  <a:pt x="530" y="1862"/>
                </a:lnTo>
                <a:lnTo>
                  <a:pt x="576" y="2006"/>
                </a:lnTo>
                <a:lnTo>
                  <a:pt x="576" y="2149"/>
                </a:lnTo>
                <a:lnTo>
                  <a:pt x="622" y="2291"/>
                </a:lnTo>
                <a:lnTo>
                  <a:pt x="692" y="2435"/>
                </a:lnTo>
                <a:lnTo>
                  <a:pt x="738" y="2579"/>
                </a:lnTo>
                <a:lnTo>
                  <a:pt x="738" y="2722"/>
                </a:lnTo>
                <a:lnTo>
                  <a:pt x="784" y="2866"/>
                </a:lnTo>
                <a:lnTo>
                  <a:pt x="853" y="3008"/>
                </a:lnTo>
                <a:lnTo>
                  <a:pt x="853" y="3152"/>
                </a:lnTo>
                <a:lnTo>
                  <a:pt x="899" y="3295"/>
                </a:lnTo>
                <a:lnTo>
                  <a:pt x="945" y="3439"/>
                </a:lnTo>
                <a:lnTo>
                  <a:pt x="991" y="3583"/>
                </a:lnTo>
                <a:lnTo>
                  <a:pt x="991" y="3724"/>
                </a:lnTo>
                <a:lnTo>
                  <a:pt x="1061" y="3868"/>
                </a:lnTo>
                <a:lnTo>
                  <a:pt x="1107" y="4012"/>
                </a:lnTo>
                <a:lnTo>
                  <a:pt x="1153" y="4156"/>
                </a:lnTo>
                <a:lnTo>
                  <a:pt x="1199" y="4299"/>
                </a:lnTo>
                <a:lnTo>
                  <a:pt x="1199" y="4441"/>
                </a:lnTo>
                <a:lnTo>
                  <a:pt x="1268" y="4585"/>
                </a:lnTo>
                <a:lnTo>
                  <a:pt x="1314" y="4729"/>
                </a:lnTo>
                <a:lnTo>
                  <a:pt x="1314" y="4872"/>
                </a:lnTo>
                <a:lnTo>
                  <a:pt x="1361" y="5016"/>
                </a:lnTo>
                <a:lnTo>
                  <a:pt x="1430" y="5110"/>
                </a:lnTo>
                <a:lnTo>
                  <a:pt x="1430" y="5158"/>
                </a:lnTo>
                <a:lnTo>
                  <a:pt x="1430" y="5206"/>
                </a:lnTo>
                <a:lnTo>
                  <a:pt x="1430" y="5254"/>
                </a:lnTo>
                <a:lnTo>
                  <a:pt x="1476" y="5301"/>
                </a:lnTo>
                <a:lnTo>
                  <a:pt x="1476" y="5445"/>
                </a:lnTo>
                <a:lnTo>
                  <a:pt x="1522" y="5589"/>
                </a:lnTo>
                <a:lnTo>
                  <a:pt x="1568" y="5733"/>
                </a:lnTo>
                <a:lnTo>
                  <a:pt x="1637" y="5874"/>
                </a:lnTo>
                <a:lnTo>
                  <a:pt x="1637" y="6018"/>
                </a:lnTo>
                <a:lnTo>
                  <a:pt x="1684" y="6162"/>
                </a:lnTo>
                <a:lnTo>
                  <a:pt x="1730" y="6306"/>
                </a:lnTo>
                <a:lnTo>
                  <a:pt x="1799" y="6449"/>
                </a:lnTo>
                <a:lnTo>
                  <a:pt x="1799" y="6591"/>
                </a:lnTo>
                <a:lnTo>
                  <a:pt x="1845" y="6735"/>
                </a:lnTo>
                <a:lnTo>
                  <a:pt x="1891" y="6879"/>
                </a:lnTo>
                <a:lnTo>
                  <a:pt x="1937" y="7022"/>
                </a:lnTo>
                <a:lnTo>
                  <a:pt x="2007" y="7166"/>
                </a:lnTo>
                <a:lnTo>
                  <a:pt x="2007" y="7308"/>
                </a:lnTo>
                <a:lnTo>
                  <a:pt x="2053" y="7451"/>
                </a:lnTo>
                <a:lnTo>
                  <a:pt x="2099" y="7595"/>
                </a:lnTo>
                <a:lnTo>
                  <a:pt x="2099" y="7739"/>
                </a:lnTo>
                <a:lnTo>
                  <a:pt x="2145" y="7883"/>
                </a:lnTo>
                <a:lnTo>
                  <a:pt x="2214" y="8024"/>
                </a:lnTo>
                <a:lnTo>
                  <a:pt x="2260" y="8168"/>
                </a:lnTo>
                <a:lnTo>
                  <a:pt x="2260" y="8312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1633601" y="3823054"/>
            <a:ext cx="2306" cy="8168"/>
          </a:xfrm>
          <a:custGeom>
            <a:avLst/>
            <a:gdLst/>
            <a:ahLst/>
            <a:cxnLst/>
            <a:rect l="l" t="t" r="r" b="b"/>
            <a:pathLst>
              <a:path w="2306" h="8168">
                <a:moveTo>
                  <a:pt x="0" y="0"/>
                </a:moveTo>
                <a:lnTo>
                  <a:pt x="69" y="143"/>
                </a:lnTo>
                <a:lnTo>
                  <a:pt x="69" y="285"/>
                </a:lnTo>
                <a:lnTo>
                  <a:pt x="115" y="429"/>
                </a:lnTo>
                <a:lnTo>
                  <a:pt x="161" y="572"/>
                </a:lnTo>
                <a:lnTo>
                  <a:pt x="207" y="716"/>
                </a:lnTo>
                <a:lnTo>
                  <a:pt x="276" y="860"/>
                </a:lnTo>
                <a:lnTo>
                  <a:pt x="276" y="1002"/>
                </a:lnTo>
                <a:lnTo>
                  <a:pt x="322" y="1145"/>
                </a:lnTo>
                <a:lnTo>
                  <a:pt x="369" y="1289"/>
                </a:lnTo>
                <a:lnTo>
                  <a:pt x="415" y="1433"/>
                </a:lnTo>
                <a:lnTo>
                  <a:pt x="415" y="1577"/>
                </a:lnTo>
                <a:lnTo>
                  <a:pt x="484" y="1718"/>
                </a:lnTo>
                <a:lnTo>
                  <a:pt x="530" y="1862"/>
                </a:lnTo>
                <a:lnTo>
                  <a:pt x="576" y="2006"/>
                </a:lnTo>
                <a:lnTo>
                  <a:pt x="576" y="2149"/>
                </a:lnTo>
                <a:lnTo>
                  <a:pt x="645" y="2293"/>
                </a:lnTo>
                <a:lnTo>
                  <a:pt x="692" y="2435"/>
                </a:lnTo>
                <a:lnTo>
                  <a:pt x="738" y="2579"/>
                </a:lnTo>
                <a:lnTo>
                  <a:pt x="738" y="2722"/>
                </a:lnTo>
                <a:lnTo>
                  <a:pt x="784" y="2866"/>
                </a:lnTo>
                <a:lnTo>
                  <a:pt x="853" y="3010"/>
                </a:lnTo>
                <a:lnTo>
                  <a:pt x="899" y="3152"/>
                </a:lnTo>
                <a:lnTo>
                  <a:pt x="899" y="3295"/>
                </a:lnTo>
                <a:lnTo>
                  <a:pt x="945" y="3439"/>
                </a:lnTo>
                <a:lnTo>
                  <a:pt x="1015" y="3583"/>
                </a:lnTo>
                <a:lnTo>
                  <a:pt x="1061" y="3727"/>
                </a:lnTo>
                <a:lnTo>
                  <a:pt x="1107" y="3868"/>
                </a:lnTo>
                <a:lnTo>
                  <a:pt x="1107" y="4012"/>
                </a:lnTo>
                <a:lnTo>
                  <a:pt x="1153" y="4156"/>
                </a:lnTo>
                <a:lnTo>
                  <a:pt x="1222" y="4299"/>
                </a:lnTo>
                <a:lnTo>
                  <a:pt x="1268" y="4443"/>
                </a:lnTo>
                <a:lnTo>
                  <a:pt x="1314" y="4585"/>
                </a:lnTo>
                <a:lnTo>
                  <a:pt x="1314" y="4729"/>
                </a:lnTo>
                <a:lnTo>
                  <a:pt x="1361" y="4872"/>
                </a:lnTo>
                <a:lnTo>
                  <a:pt x="1430" y="5016"/>
                </a:lnTo>
                <a:lnTo>
                  <a:pt x="1476" y="5160"/>
                </a:lnTo>
                <a:lnTo>
                  <a:pt x="1476" y="5301"/>
                </a:lnTo>
                <a:lnTo>
                  <a:pt x="1522" y="5445"/>
                </a:lnTo>
                <a:lnTo>
                  <a:pt x="1591" y="5589"/>
                </a:lnTo>
                <a:lnTo>
                  <a:pt x="1637" y="5733"/>
                </a:lnTo>
                <a:lnTo>
                  <a:pt x="1637" y="5876"/>
                </a:lnTo>
                <a:lnTo>
                  <a:pt x="1684" y="6018"/>
                </a:lnTo>
                <a:lnTo>
                  <a:pt x="1730" y="6162"/>
                </a:lnTo>
                <a:lnTo>
                  <a:pt x="1799" y="6306"/>
                </a:lnTo>
                <a:lnTo>
                  <a:pt x="1799" y="6449"/>
                </a:lnTo>
                <a:lnTo>
                  <a:pt x="1845" y="6593"/>
                </a:lnTo>
                <a:lnTo>
                  <a:pt x="1891" y="6735"/>
                </a:lnTo>
                <a:lnTo>
                  <a:pt x="1937" y="6879"/>
                </a:lnTo>
                <a:lnTo>
                  <a:pt x="2007" y="7022"/>
                </a:lnTo>
                <a:lnTo>
                  <a:pt x="2007" y="7166"/>
                </a:lnTo>
                <a:lnTo>
                  <a:pt x="2053" y="7310"/>
                </a:lnTo>
                <a:lnTo>
                  <a:pt x="2099" y="7451"/>
                </a:lnTo>
                <a:lnTo>
                  <a:pt x="2168" y="7595"/>
                </a:lnTo>
                <a:lnTo>
                  <a:pt x="2168" y="7739"/>
                </a:lnTo>
                <a:lnTo>
                  <a:pt x="2214" y="7883"/>
                </a:lnTo>
                <a:lnTo>
                  <a:pt x="2260" y="8026"/>
                </a:lnTo>
                <a:lnTo>
                  <a:pt x="2306" y="816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1635907" y="3831223"/>
            <a:ext cx="2329" cy="7883"/>
          </a:xfrm>
          <a:custGeom>
            <a:avLst/>
            <a:gdLst/>
            <a:ahLst/>
            <a:cxnLst/>
            <a:rect l="l" t="t" r="r" b="b"/>
            <a:pathLst>
              <a:path w="2329" h="7883">
                <a:moveTo>
                  <a:pt x="0" y="0"/>
                </a:moveTo>
                <a:lnTo>
                  <a:pt x="69" y="143"/>
                </a:lnTo>
                <a:lnTo>
                  <a:pt x="69" y="287"/>
                </a:lnTo>
                <a:lnTo>
                  <a:pt x="115" y="431"/>
                </a:lnTo>
                <a:lnTo>
                  <a:pt x="161" y="574"/>
                </a:lnTo>
                <a:lnTo>
                  <a:pt x="230" y="716"/>
                </a:lnTo>
                <a:lnTo>
                  <a:pt x="276" y="860"/>
                </a:lnTo>
                <a:lnTo>
                  <a:pt x="276" y="1004"/>
                </a:lnTo>
                <a:lnTo>
                  <a:pt x="322" y="1147"/>
                </a:lnTo>
                <a:lnTo>
                  <a:pt x="369" y="1291"/>
                </a:lnTo>
                <a:lnTo>
                  <a:pt x="438" y="1433"/>
                </a:lnTo>
                <a:lnTo>
                  <a:pt x="438" y="1577"/>
                </a:lnTo>
                <a:lnTo>
                  <a:pt x="484" y="1720"/>
                </a:lnTo>
                <a:lnTo>
                  <a:pt x="530" y="1864"/>
                </a:lnTo>
                <a:lnTo>
                  <a:pt x="576" y="2008"/>
                </a:lnTo>
                <a:lnTo>
                  <a:pt x="645" y="2149"/>
                </a:lnTo>
                <a:lnTo>
                  <a:pt x="645" y="2293"/>
                </a:lnTo>
                <a:lnTo>
                  <a:pt x="692" y="2437"/>
                </a:lnTo>
                <a:lnTo>
                  <a:pt x="738" y="2581"/>
                </a:lnTo>
                <a:lnTo>
                  <a:pt x="807" y="2724"/>
                </a:lnTo>
                <a:lnTo>
                  <a:pt x="853" y="2866"/>
                </a:lnTo>
                <a:lnTo>
                  <a:pt x="853" y="3010"/>
                </a:lnTo>
                <a:lnTo>
                  <a:pt x="899" y="3154"/>
                </a:lnTo>
                <a:lnTo>
                  <a:pt x="945" y="3297"/>
                </a:lnTo>
                <a:lnTo>
                  <a:pt x="1015" y="3441"/>
                </a:lnTo>
                <a:lnTo>
                  <a:pt x="1015" y="3583"/>
                </a:lnTo>
                <a:lnTo>
                  <a:pt x="1061" y="3727"/>
                </a:lnTo>
                <a:lnTo>
                  <a:pt x="1107" y="3870"/>
                </a:lnTo>
                <a:lnTo>
                  <a:pt x="1176" y="4014"/>
                </a:lnTo>
                <a:lnTo>
                  <a:pt x="1222" y="4158"/>
                </a:lnTo>
                <a:lnTo>
                  <a:pt x="1222" y="4299"/>
                </a:lnTo>
                <a:lnTo>
                  <a:pt x="1268" y="4443"/>
                </a:lnTo>
                <a:lnTo>
                  <a:pt x="1314" y="4587"/>
                </a:lnTo>
                <a:lnTo>
                  <a:pt x="1384" y="4731"/>
                </a:lnTo>
                <a:lnTo>
                  <a:pt x="1430" y="4874"/>
                </a:lnTo>
                <a:lnTo>
                  <a:pt x="1430" y="5016"/>
                </a:lnTo>
                <a:lnTo>
                  <a:pt x="1476" y="5160"/>
                </a:lnTo>
                <a:lnTo>
                  <a:pt x="1522" y="5304"/>
                </a:lnTo>
                <a:lnTo>
                  <a:pt x="1591" y="5447"/>
                </a:lnTo>
                <a:lnTo>
                  <a:pt x="1637" y="5591"/>
                </a:lnTo>
                <a:lnTo>
                  <a:pt x="1684" y="5733"/>
                </a:lnTo>
                <a:lnTo>
                  <a:pt x="1684" y="5876"/>
                </a:lnTo>
                <a:lnTo>
                  <a:pt x="1753" y="6020"/>
                </a:lnTo>
                <a:lnTo>
                  <a:pt x="1799" y="6164"/>
                </a:lnTo>
                <a:lnTo>
                  <a:pt x="1845" y="6308"/>
                </a:lnTo>
                <a:lnTo>
                  <a:pt x="1891" y="6449"/>
                </a:lnTo>
                <a:lnTo>
                  <a:pt x="1891" y="6593"/>
                </a:lnTo>
                <a:lnTo>
                  <a:pt x="1960" y="6737"/>
                </a:lnTo>
                <a:lnTo>
                  <a:pt x="2007" y="6881"/>
                </a:lnTo>
                <a:lnTo>
                  <a:pt x="2053" y="7024"/>
                </a:lnTo>
                <a:lnTo>
                  <a:pt x="2053" y="7166"/>
                </a:lnTo>
                <a:lnTo>
                  <a:pt x="2099" y="7310"/>
                </a:lnTo>
                <a:lnTo>
                  <a:pt x="2168" y="7454"/>
                </a:lnTo>
                <a:lnTo>
                  <a:pt x="2214" y="7597"/>
                </a:lnTo>
                <a:lnTo>
                  <a:pt x="2260" y="7741"/>
                </a:lnTo>
                <a:lnTo>
                  <a:pt x="2329" y="788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1638237" y="3839106"/>
            <a:ext cx="2237" cy="7645"/>
          </a:xfrm>
          <a:custGeom>
            <a:avLst/>
            <a:gdLst/>
            <a:ahLst/>
            <a:cxnLst/>
            <a:rect l="l" t="t" r="r" b="b"/>
            <a:pathLst>
              <a:path w="2237" h="7645">
                <a:moveTo>
                  <a:pt x="0" y="0"/>
                </a:moveTo>
                <a:lnTo>
                  <a:pt x="0" y="143"/>
                </a:lnTo>
                <a:lnTo>
                  <a:pt x="46" y="287"/>
                </a:lnTo>
                <a:lnTo>
                  <a:pt x="92" y="431"/>
                </a:lnTo>
                <a:lnTo>
                  <a:pt x="138" y="574"/>
                </a:lnTo>
                <a:lnTo>
                  <a:pt x="207" y="716"/>
                </a:lnTo>
                <a:lnTo>
                  <a:pt x="253" y="860"/>
                </a:lnTo>
                <a:lnTo>
                  <a:pt x="253" y="1004"/>
                </a:lnTo>
                <a:lnTo>
                  <a:pt x="299" y="1147"/>
                </a:lnTo>
                <a:lnTo>
                  <a:pt x="369" y="1291"/>
                </a:lnTo>
                <a:lnTo>
                  <a:pt x="415" y="1433"/>
                </a:lnTo>
                <a:lnTo>
                  <a:pt x="415" y="1577"/>
                </a:lnTo>
                <a:lnTo>
                  <a:pt x="461" y="1720"/>
                </a:lnTo>
                <a:lnTo>
                  <a:pt x="507" y="1864"/>
                </a:lnTo>
                <a:lnTo>
                  <a:pt x="576" y="2008"/>
                </a:lnTo>
                <a:lnTo>
                  <a:pt x="622" y="2149"/>
                </a:lnTo>
                <a:lnTo>
                  <a:pt x="669" y="2293"/>
                </a:lnTo>
                <a:lnTo>
                  <a:pt x="669" y="2437"/>
                </a:lnTo>
                <a:lnTo>
                  <a:pt x="715" y="2581"/>
                </a:lnTo>
                <a:lnTo>
                  <a:pt x="784" y="2724"/>
                </a:lnTo>
                <a:lnTo>
                  <a:pt x="830" y="2866"/>
                </a:lnTo>
                <a:lnTo>
                  <a:pt x="876" y="3010"/>
                </a:lnTo>
                <a:lnTo>
                  <a:pt x="876" y="3154"/>
                </a:lnTo>
                <a:lnTo>
                  <a:pt x="945" y="3297"/>
                </a:lnTo>
                <a:lnTo>
                  <a:pt x="991" y="3441"/>
                </a:lnTo>
                <a:lnTo>
                  <a:pt x="1038" y="3583"/>
                </a:lnTo>
                <a:lnTo>
                  <a:pt x="1084" y="3727"/>
                </a:lnTo>
                <a:lnTo>
                  <a:pt x="1153" y="3870"/>
                </a:lnTo>
                <a:lnTo>
                  <a:pt x="1153" y="4014"/>
                </a:lnTo>
                <a:lnTo>
                  <a:pt x="1199" y="4158"/>
                </a:lnTo>
                <a:lnTo>
                  <a:pt x="1245" y="4299"/>
                </a:lnTo>
                <a:lnTo>
                  <a:pt x="1314" y="4443"/>
                </a:lnTo>
                <a:lnTo>
                  <a:pt x="1361" y="4587"/>
                </a:lnTo>
                <a:lnTo>
                  <a:pt x="1407" y="4731"/>
                </a:lnTo>
                <a:lnTo>
                  <a:pt x="1407" y="4874"/>
                </a:lnTo>
                <a:lnTo>
                  <a:pt x="1453" y="5016"/>
                </a:lnTo>
                <a:lnTo>
                  <a:pt x="1522" y="5160"/>
                </a:lnTo>
                <a:lnTo>
                  <a:pt x="1568" y="5304"/>
                </a:lnTo>
                <a:lnTo>
                  <a:pt x="1614" y="5447"/>
                </a:lnTo>
                <a:lnTo>
                  <a:pt x="1660" y="5591"/>
                </a:lnTo>
                <a:lnTo>
                  <a:pt x="1660" y="5733"/>
                </a:lnTo>
                <a:lnTo>
                  <a:pt x="1730" y="5876"/>
                </a:lnTo>
                <a:lnTo>
                  <a:pt x="1776" y="6020"/>
                </a:lnTo>
                <a:lnTo>
                  <a:pt x="1822" y="6164"/>
                </a:lnTo>
                <a:lnTo>
                  <a:pt x="1891" y="6308"/>
                </a:lnTo>
                <a:lnTo>
                  <a:pt x="1891" y="6449"/>
                </a:lnTo>
                <a:lnTo>
                  <a:pt x="1937" y="6593"/>
                </a:lnTo>
                <a:lnTo>
                  <a:pt x="1983" y="6737"/>
                </a:lnTo>
                <a:lnTo>
                  <a:pt x="2030" y="6881"/>
                </a:lnTo>
                <a:lnTo>
                  <a:pt x="2099" y="7024"/>
                </a:lnTo>
                <a:lnTo>
                  <a:pt x="2145" y="7166"/>
                </a:lnTo>
                <a:lnTo>
                  <a:pt x="2145" y="7310"/>
                </a:lnTo>
                <a:lnTo>
                  <a:pt x="2191" y="7454"/>
                </a:lnTo>
                <a:lnTo>
                  <a:pt x="2237" y="759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1640475" y="3846752"/>
            <a:ext cx="2329" cy="7358"/>
          </a:xfrm>
          <a:custGeom>
            <a:avLst/>
            <a:gdLst/>
            <a:ahLst/>
            <a:cxnLst/>
            <a:rect l="l" t="t" r="r" b="b"/>
            <a:pathLst>
              <a:path w="2329" h="7358">
                <a:moveTo>
                  <a:pt x="0" y="0"/>
                </a:moveTo>
                <a:lnTo>
                  <a:pt x="69" y="143"/>
                </a:lnTo>
                <a:lnTo>
                  <a:pt x="115" y="285"/>
                </a:lnTo>
                <a:lnTo>
                  <a:pt x="161" y="429"/>
                </a:lnTo>
                <a:lnTo>
                  <a:pt x="230" y="572"/>
                </a:lnTo>
                <a:lnTo>
                  <a:pt x="276" y="716"/>
                </a:lnTo>
                <a:lnTo>
                  <a:pt x="322" y="860"/>
                </a:lnTo>
                <a:lnTo>
                  <a:pt x="322" y="1002"/>
                </a:lnTo>
                <a:lnTo>
                  <a:pt x="369" y="1145"/>
                </a:lnTo>
                <a:lnTo>
                  <a:pt x="438" y="1289"/>
                </a:lnTo>
                <a:lnTo>
                  <a:pt x="484" y="1433"/>
                </a:lnTo>
                <a:lnTo>
                  <a:pt x="530" y="1577"/>
                </a:lnTo>
                <a:lnTo>
                  <a:pt x="599" y="1718"/>
                </a:lnTo>
                <a:lnTo>
                  <a:pt x="599" y="1862"/>
                </a:lnTo>
                <a:lnTo>
                  <a:pt x="645" y="2006"/>
                </a:lnTo>
                <a:lnTo>
                  <a:pt x="692" y="2149"/>
                </a:lnTo>
                <a:lnTo>
                  <a:pt x="738" y="2293"/>
                </a:lnTo>
                <a:lnTo>
                  <a:pt x="807" y="2435"/>
                </a:lnTo>
                <a:lnTo>
                  <a:pt x="853" y="2579"/>
                </a:lnTo>
                <a:lnTo>
                  <a:pt x="899" y="2722"/>
                </a:lnTo>
                <a:lnTo>
                  <a:pt x="899" y="2866"/>
                </a:lnTo>
                <a:lnTo>
                  <a:pt x="945" y="3010"/>
                </a:lnTo>
                <a:lnTo>
                  <a:pt x="1015" y="3152"/>
                </a:lnTo>
                <a:lnTo>
                  <a:pt x="1061" y="3295"/>
                </a:lnTo>
                <a:lnTo>
                  <a:pt x="1107" y="3439"/>
                </a:lnTo>
                <a:lnTo>
                  <a:pt x="1176" y="3583"/>
                </a:lnTo>
                <a:lnTo>
                  <a:pt x="1176" y="3727"/>
                </a:lnTo>
                <a:lnTo>
                  <a:pt x="1222" y="3868"/>
                </a:lnTo>
                <a:lnTo>
                  <a:pt x="1268" y="4060"/>
                </a:lnTo>
                <a:lnTo>
                  <a:pt x="1314" y="4204"/>
                </a:lnTo>
                <a:lnTo>
                  <a:pt x="1384" y="4347"/>
                </a:lnTo>
                <a:lnTo>
                  <a:pt x="1430" y="4491"/>
                </a:lnTo>
                <a:lnTo>
                  <a:pt x="1476" y="4633"/>
                </a:lnTo>
                <a:lnTo>
                  <a:pt x="1545" y="4777"/>
                </a:lnTo>
                <a:lnTo>
                  <a:pt x="1545" y="4920"/>
                </a:lnTo>
                <a:lnTo>
                  <a:pt x="1591" y="5064"/>
                </a:lnTo>
                <a:lnTo>
                  <a:pt x="1637" y="5208"/>
                </a:lnTo>
                <a:lnTo>
                  <a:pt x="1684" y="5349"/>
                </a:lnTo>
                <a:lnTo>
                  <a:pt x="1753" y="5493"/>
                </a:lnTo>
                <a:lnTo>
                  <a:pt x="1799" y="5637"/>
                </a:lnTo>
                <a:lnTo>
                  <a:pt x="1845" y="5781"/>
                </a:lnTo>
                <a:lnTo>
                  <a:pt x="1891" y="5924"/>
                </a:lnTo>
                <a:lnTo>
                  <a:pt x="1960" y="6066"/>
                </a:lnTo>
                <a:lnTo>
                  <a:pt x="1960" y="6210"/>
                </a:lnTo>
                <a:lnTo>
                  <a:pt x="2007" y="6354"/>
                </a:lnTo>
                <a:lnTo>
                  <a:pt x="2053" y="6497"/>
                </a:lnTo>
                <a:lnTo>
                  <a:pt x="2122" y="6641"/>
                </a:lnTo>
                <a:lnTo>
                  <a:pt x="2168" y="6783"/>
                </a:lnTo>
                <a:lnTo>
                  <a:pt x="2214" y="6926"/>
                </a:lnTo>
                <a:lnTo>
                  <a:pt x="2214" y="7070"/>
                </a:lnTo>
                <a:lnTo>
                  <a:pt x="2260" y="7214"/>
                </a:lnTo>
                <a:lnTo>
                  <a:pt x="2329" y="735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1642805" y="3854110"/>
            <a:ext cx="2306" cy="7022"/>
          </a:xfrm>
          <a:custGeom>
            <a:avLst/>
            <a:gdLst/>
            <a:ahLst/>
            <a:cxnLst/>
            <a:rect l="l" t="t" r="r" b="b"/>
            <a:pathLst>
              <a:path w="2306" h="7022">
                <a:moveTo>
                  <a:pt x="0" y="0"/>
                </a:moveTo>
                <a:lnTo>
                  <a:pt x="46" y="141"/>
                </a:lnTo>
                <a:lnTo>
                  <a:pt x="92" y="285"/>
                </a:lnTo>
                <a:lnTo>
                  <a:pt x="138" y="429"/>
                </a:lnTo>
                <a:lnTo>
                  <a:pt x="207" y="572"/>
                </a:lnTo>
                <a:lnTo>
                  <a:pt x="253" y="716"/>
                </a:lnTo>
                <a:lnTo>
                  <a:pt x="299" y="858"/>
                </a:lnTo>
                <a:lnTo>
                  <a:pt x="299" y="1002"/>
                </a:lnTo>
                <a:lnTo>
                  <a:pt x="369" y="1145"/>
                </a:lnTo>
                <a:lnTo>
                  <a:pt x="415" y="1289"/>
                </a:lnTo>
                <a:lnTo>
                  <a:pt x="461" y="1433"/>
                </a:lnTo>
                <a:lnTo>
                  <a:pt x="507" y="1574"/>
                </a:lnTo>
                <a:lnTo>
                  <a:pt x="576" y="1718"/>
                </a:lnTo>
                <a:lnTo>
                  <a:pt x="622" y="1862"/>
                </a:lnTo>
                <a:lnTo>
                  <a:pt x="669" y="2006"/>
                </a:lnTo>
                <a:lnTo>
                  <a:pt x="669" y="2149"/>
                </a:lnTo>
                <a:lnTo>
                  <a:pt x="738" y="2291"/>
                </a:lnTo>
                <a:lnTo>
                  <a:pt x="784" y="2435"/>
                </a:lnTo>
                <a:lnTo>
                  <a:pt x="830" y="2579"/>
                </a:lnTo>
                <a:lnTo>
                  <a:pt x="876" y="2627"/>
                </a:lnTo>
                <a:lnTo>
                  <a:pt x="876" y="2770"/>
                </a:lnTo>
                <a:lnTo>
                  <a:pt x="945" y="2818"/>
                </a:lnTo>
                <a:lnTo>
                  <a:pt x="945" y="2960"/>
                </a:lnTo>
                <a:lnTo>
                  <a:pt x="991" y="3104"/>
                </a:lnTo>
                <a:lnTo>
                  <a:pt x="1038" y="3247"/>
                </a:lnTo>
                <a:lnTo>
                  <a:pt x="1084" y="3391"/>
                </a:lnTo>
                <a:lnTo>
                  <a:pt x="1153" y="3535"/>
                </a:lnTo>
                <a:lnTo>
                  <a:pt x="1199" y="3677"/>
                </a:lnTo>
                <a:lnTo>
                  <a:pt x="1245" y="3820"/>
                </a:lnTo>
                <a:lnTo>
                  <a:pt x="1314" y="3964"/>
                </a:lnTo>
                <a:lnTo>
                  <a:pt x="1361" y="4108"/>
                </a:lnTo>
                <a:lnTo>
                  <a:pt x="1361" y="4252"/>
                </a:lnTo>
                <a:lnTo>
                  <a:pt x="1407" y="4393"/>
                </a:lnTo>
                <a:lnTo>
                  <a:pt x="1453" y="4537"/>
                </a:lnTo>
                <a:lnTo>
                  <a:pt x="1522" y="4681"/>
                </a:lnTo>
                <a:lnTo>
                  <a:pt x="1568" y="4824"/>
                </a:lnTo>
                <a:lnTo>
                  <a:pt x="1614" y="4968"/>
                </a:lnTo>
                <a:lnTo>
                  <a:pt x="1660" y="5110"/>
                </a:lnTo>
                <a:lnTo>
                  <a:pt x="1730" y="5254"/>
                </a:lnTo>
                <a:lnTo>
                  <a:pt x="1776" y="5397"/>
                </a:lnTo>
                <a:lnTo>
                  <a:pt x="1822" y="5541"/>
                </a:lnTo>
                <a:lnTo>
                  <a:pt x="1822" y="5685"/>
                </a:lnTo>
                <a:lnTo>
                  <a:pt x="1891" y="5826"/>
                </a:lnTo>
                <a:lnTo>
                  <a:pt x="1937" y="5970"/>
                </a:lnTo>
                <a:lnTo>
                  <a:pt x="1983" y="6114"/>
                </a:lnTo>
                <a:lnTo>
                  <a:pt x="2030" y="6258"/>
                </a:lnTo>
                <a:lnTo>
                  <a:pt x="2099" y="6401"/>
                </a:lnTo>
                <a:lnTo>
                  <a:pt x="2145" y="6543"/>
                </a:lnTo>
                <a:lnTo>
                  <a:pt x="2191" y="6639"/>
                </a:lnTo>
                <a:lnTo>
                  <a:pt x="2191" y="6783"/>
                </a:lnTo>
                <a:lnTo>
                  <a:pt x="2260" y="6831"/>
                </a:lnTo>
                <a:lnTo>
                  <a:pt x="2306" y="697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1645112" y="3861133"/>
            <a:ext cx="2306" cy="6783"/>
          </a:xfrm>
          <a:custGeom>
            <a:avLst/>
            <a:gdLst/>
            <a:ahLst/>
            <a:cxnLst/>
            <a:rect l="l" t="t" r="r" b="b"/>
            <a:pathLst>
              <a:path w="2306" h="6783">
                <a:moveTo>
                  <a:pt x="0" y="0"/>
                </a:moveTo>
                <a:lnTo>
                  <a:pt x="46" y="143"/>
                </a:lnTo>
                <a:lnTo>
                  <a:pt x="92" y="285"/>
                </a:lnTo>
                <a:lnTo>
                  <a:pt x="161" y="429"/>
                </a:lnTo>
                <a:lnTo>
                  <a:pt x="207" y="572"/>
                </a:lnTo>
                <a:lnTo>
                  <a:pt x="207" y="716"/>
                </a:lnTo>
                <a:lnTo>
                  <a:pt x="253" y="860"/>
                </a:lnTo>
                <a:lnTo>
                  <a:pt x="299" y="1002"/>
                </a:lnTo>
                <a:lnTo>
                  <a:pt x="369" y="1145"/>
                </a:lnTo>
                <a:lnTo>
                  <a:pt x="415" y="1289"/>
                </a:lnTo>
                <a:lnTo>
                  <a:pt x="461" y="1433"/>
                </a:lnTo>
                <a:lnTo>
                  <a:pt x="530" y="1577"/>
                </a:lnTo>
                <a:lnTo>
                  <a:pt x="576" y="1718"/>
                </a:lnTo>
                <a:lnTo>
                  <a:pt x="622" y="1862"/>
                </a:lnTo>
                <a:lnTo>
                  <a:pt x="669" y="2006"/>
                </a:lnTo>
                <a:lnTo>
                  <a:pt x="669" y="2149"/>
                </a:lnTo>
                <a:lnTo>
                  <a:pt x="784" y="2293"/>
                </a:lnTo>
                <a:lnTo>
                  <a:pt x="784" y="2435"/>
                </a:lnTo>
                <a:lnTo>
                  <a:pt x="830" y="2579"/>
                </a:lnTo>
                <a:lnTo>
                  <a:pt x="899" y="2722"/>
                </a:lnTo>
                <a:lnTo>
                  <a:pt x="945" y="2866"/>
                </a:lnTo>
                <a:lnTo>
                  <a:pt x="991" y="3010"/>
                </a:lnTo>
                <a:lnTo>
                  <a:pt x="1038" y="3152"/>
                </a:lnTo>
                <a:lnTo>
                  <a:pt x="1107" y="3295"/>
                </a:lnTo>
                <a:lnTo>
                  <a:pt x="1153" y="3439"/>
                </a:lnTo>
                <a:lnTo>
                  <a:pt x="1199" y="3583"/>
                </a:lnTo>
                <a:lnTo>
                  <a:pt x="1245" y="3727"/>
                </a:lnTo>
                <a:lnTo>
                  <a:pt x="1314" y="3868"/>
                </a:lnTo>
                <a:lnTo>
                  <a:pt x="1361" y="4012"/>
                </a:lnTo>
                <a:lnTo>
                  <a:pt x="1361" y="4156"/>
                </a:lnTo>
                <a:lnTo>
                  <a:pt x="1476" y="4299"/>
                </a:lnTo>
                <a:lnTo>
                  <a:pt x="1476" y="4443"/>
                </a:lnTo>
                <a:lnTo>
                  <a:pt x="1522" y="4585"/>
                </a:lnTo>
                <a:lnTo>
                  <a:pt x="1568" y="4729"/>
                </a:lnTo>
                <a:lnTo>
                  <a:pt x="1614" y="4872"/>
                </a:lnTo>
                <a:lnTo>
                  <a:pt x="1684" y="5016"/>
                </a:lnTo>
                <a:lnTo>
                  <a:pt x="1730" y="5160"/>
                </a:lnTo>
                <a:lnTo>
                  <a:pt x="1776" y="5301"/>
                </a:lnTo>
                <a:lnTo>
                  <a:pt x="1822" y="5445"/>
                </a:lnTo>
                <a:lnTo>
                  <a:pt x="1891" y="5589"/>
                </a:lnTo>
                <a:lnTo>
                  <a:pt x="1937" y="5733"/>
                </a:lnTo>
                <a:lnTo>
                  <a:pt x="1983" y="5876"/>
                </a:lnTo>
                <a:lnTo>
                  <a:pt x="2053" y="6018"/>
                </a:lnTo>
                <a:lnTo>
                  <a:pt x="2099" y="6162"/>
                </a:lnTo>
                <a:lnTo>
                  <a:pt x="2099" y="6306"/>
                </a:lnTo>
                <a:lnTo>
                  <a:pt x="2145" y="6449"/>
                </a:lnTo>
                <a:lnTo>
                  <a:pt x="2191" y="6593"/>
                </a:lnTo>
                <a:lnTo>
                  <a:pt x="2260" y="6735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1647419" y="3867916"/>
            <a:ext cx="2306" cy="6497"/>
          </a:xfrm>
          <a:custGeom>
            <a:avLst/>
            <a:gdLst/>
            <a:ahLst/>
            <a:cxnLst/>
            <a:rect l="l" t="t" r="r" b="b"/>
            <a:pathLst>
              <a:path w="2306" h="6497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115" y="431"/>
                </a:lnTo>
                <a:lnTo>
                  <a:pt x="207" y="572"/>
                </a:lnTo>
                <a:lnTo>
                  <a:pt x="207" y="716"/>
                </a:lnTo>
                <a:lnTo>
                  <a:pt x="253" y="860"/>
                </a:lnTo>
                <a:lnTo>
                  <a:pt x="322" y="1004"/>
                </a:lnTo>
                <a:lnTo>
                  <a:pt x="369" y="1147"/>
                </a:lnTo>
                <a:lnTo>
                  <a:pt x="415" y="1289"/>
                </a:lnTo>
                <a:lnTo>
                  <a:pt x="461" y="1433"/>
                </a:lnTo>
                <a:lnTo>
                  <a:pt x="530" y="1577"/>
                </a:lnTo>
                <a:lnTo>
                  <a:pt x="576" y="1720"/>
                </a:lnTo>
                <a:lnTo>
                  <a:pt x="622" y="1864"/>
                </a:lnTo>
                <a:lnTo>
                  <a:pt x="692" y="2006"/>
                </a:lnTo>
                <a:lnTo>
                  <a:pt x="738" y="2149"/>
                </a:lnTo>
                <a:lnTo>
                  <a:pt x="784" y="2293"/>
                </a:lnTo>
                <a:lnTo>
                  <a:pt x="830" y="2437"/>
                </a:lnTo>
                <a:lnTo>
                  <a:pt x="899" y="2581"/>
                </a:lnTo>
                <a:lnTo>
                  <a:pt x="945" y="2722"/>
                </a:lnTo>
                <a:lnTo>
                  <a:pt x="991" y="2866"/>
                </a:lnTo>
                <a:lnTo>
                  <a:pt x="1061" y="3010"/>
                </a:lnTo>
                <a:lnTo>
                  <a:pt x="1107" y="3154"/>
                </a:lnTo>
                <a:lnTo>
                  <a:pt x="1153" y="3297"/>
                </a:lnTo>
                <a:lnTo>
                  <a:pt x="1199" y="3439"/>
                </a:lnTo>
                <a:lnTo>
                  <a:pt x="1268" y="3583"/>
                </a:lnTo>
                <a:lnTo>
                  <a:pt x="1314" y="3727"/>
                </a:lnTo>
                <a:lnTo>
                  <a:pt x="1361" y="3870"/>
                </a:lnTo>
                <a:lnTo>
                  <a:pt x="1407" y="4014"/>
                </a:lnTo>
                <a:lnTo>
                  <a:pt x="1476" y="4156"/>
                </a:lnTo>
                <a:lnTo>
                  <a:pt x="1522" y="4299"/>
                </a:lnTo>
                <a:lnTo>
                  <a:pt x="1522" y="4443"/>
                </a:lnTo>
                <a:lnTo>
                  <a:pt x="1568" y="4587"/>
                </a:lnTo>
                <a:lnTo>
                  <a:pt x="1637" y="4731"/>
                </a:lnTo>
                <a:lnTo>
                  <a:pt x="1684" y="4872"/>
                </a:lnTo>
                <a:lnTo>
                  <a:pt x="1730" y="5016"/>
                </a:lnTo>
                <a:lnTo>
                  <a:pt x="1776" y="5160"/>
                </a:lnTo>
                <a:lnTo>
                  <a:pt x="1845" y="5304"/>
                </a:lnTo>
                <a:lnTo>
                  <a:pt x="1891" y="5447"/>
                </a:lnTo>
                <a:lnTo>
                  <a:pt x="1937" y="5589"/>
                </a:lnTo>
                <a:lnTo>
                  <a:pt x="1983" y="5733"/>
                </a:lnTo>
                <a:lnTo>
                  <a:pt x="2053" y="5876"/>
                </a:lnTo>
                <a:lnTo>
                  <a:pt x="2099" y="6020"/>
                </a:lnTo>
                <a:lnTo>
                  <a:pt x="2145" y="6164"/>
                </a:lnTo>
                <a:lnTo>
                  <a:pt x="2214" y="6306"/>
                </a:lnTo>
                <a:lnTo>
                  <a:pt x="2260" y="6449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1649726" y="3874414"/>
            <a:ext cx="2260" cy="6164"/>
          </a:xfrm>
          <a:custGeom>
            <a:avLst/>
            <a:gdLst/>
            <a:ahLst/>
            <a:cxnLst/>
            <a:rect l="l" t="t" r="r" b="b"/>
            <a:pathLst>
              <a:path w="2260" h="6164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161" y="431"/>
                </a:lnTo>
                <a:lnTo>
                  <a:pt x="207" y="572"/>
                </a:lnTo>
                <a:lnTo>
                  <a:pt x="276" y="716"/>
                </a:lnTo>
                <a:lnTo>
                  <a:pt x="322" y="860"/>
                </a:lnTo>
                <a:lnTo>
                  <a:pt x="369" y="1004"/>
                </a:lnTo>
                <a:lnTo>
                  <a:pt x="369" y="1147"/>
                </a:lnTo>
                <a:lnTo>
                  <a:pt x="484" y="1289"/>
                </a:lnTo>
                <a:lnTo>
                  <a:pt x="484" y="1433"/>
                </a:lnTo>
                <a:lnTo>
                  <a:pt x="530" y="1481"/>
                </a:lnTo>
                <a:lnTo>
                  <a:pt x="576" y="1672"/>
                </a:lnTo>
                <a:lnTo>
                  <a:pt x="622" y="1720"/>
                </a:lnTo>
                <a:lnTo>
                  <a:pt x="692" y="1864"/>
                </a:lnTo>
                <a:lnTo>
                  <a:pt x="738" y="2006"/>
                </a:lnTo>
                <a:lnTo>
                  <a:pt x="784" y="2149"/>
                </a:lnTo>
                <a:lnTo>
                  <a:pt x="853" y="2293"/>
                </a:lnTo>
                <a:lnTo>
                  <a:pt x="899" y="2437"/>
                </a:lnTo>
                <a:lnTo>
                  <a:pt x="945" y="2581"/>
                </a:lnTo>
                <a:lnTo>
                  <a:pt x="991" y="2722"/>
                </a:lnTo>
                <a:lnTo>
                  <a:pt x="1061" y="2866"/>
                </a:lnTo>
                <a:lnTo>
                  <a:pt x="1107" y="3010"/>
                </a:lnTo>
                <a:lnTo>
                  <a:pt x="1153" y="3154"/>
                </a:lnTo>
                <a:lnTo>
                  <a:pt x="1199" y="3297"/>
                </a:lnTo>
                <a:lnTo>
                  <a:pt x="1268" y="3439"/>
                </a:lnTo>
                <a:lnTo>
                  <a:pt x="1314" y="3583"/>
                </a:lnTo>
                <a:lnTo>
                  <a:pt x="1361" y="3727"/>
                </a:lnTo>
                <a:lnTo>
                  <a:pt x="1430" y="3870"/>
                </a:lnTo>
                <a:lnTo>
                  <a:pt x="1476" y="4014"/>
                </a:lnTo>
                <a:lnTo>
                  <a:pt x="1522" y="4156"/>
                </a:lnTo>
                <a:lnTo>
                  <a:pt x="1568" y="4299"/>
                </a:lnTo>
                <a:lnTo>
                  <a:pt x="1637" y="4443"/>
                </a:lnTo>
                <a:lnTo>
                  <a:pt x="1684" y="4587"/>
                </a:lnTo>
                <a:lnTo>
                  <a:pt x="1730" y="4731"/>
                </a:lnTo>
                <a:lnTo>
                  <a:pt x="1799" y="4872"/>
                </a:lnTo>
                <a:lnTo>
                  <a:pt x="1845" y="5016"/>
                </a:lnTo>
                <a:lnTo>
                  <a:pt x="1891" y="5160"/>
                </a:lnTo>
                <a:lnTo>
                  <a:pt x="1937" y="5304"/>
                </a:lnTo>
                <a:lnTo>
                  <a:pt x="2007" y="5447"/>
                </a:lnTo>
                <a:lnTo>
                  <a:pt x="2053" y="5589"/>
                </a:lnTo>
                <a:lnTo>
                  <a:pt x="2099" y="5733"/>
                </a:lnTo>
                <a:lnTo>
                  <a:pt x="2145" y="5876"/>
                </a:lnTo>
                <a:lnTo>
                  <a:pt x="2214" y="6020"/>
                </a:lnTo>
                <a:lnTo>
                  <a:pt x="2260" y="616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1651987" y="3880578"/>
            <a:ext cx="2306" cy="5874"/>
          </a:xfrm>
          <a:custGeom>
            <a:avLst/>
            <a:gdLst/>
            <a:ahLst/>
            <a:cxnLst/>
            <a:rect l="l" t="t" r="r" b="b"/>
            <a:pathLst>
              <a:path w="2306" h="5874">
                <a:moveTo>
                  <a:pt x="0" y="0"/>
                </a:moveTo>
                <a:lnTo>
                  <a:pt x="46" y="141"/>
                </a:lnTo>
                <a:lnTo>
                  <a:pt x="115" y="285"/>
                </a:lnTo>
                <a:lnTo>
                  <a:pt x="161" y="429"/>
                </a:lnTo>
                <a:lnTo>
                  <a:pt x="253" y="572"/>
                </a:lnTo>
                <a:lnTo>
                  <a:pt x="253" y="716"/>
                </a:lnTo>
                <a:lnTo>
                  <a:pt x="369" y="858"/>
                </a:lnTo>
                <a:lnTo>
                  <a:pt x="369" y="858"/>
                </a:lnTo>
                <a:lnTo>
                  <a:pt x="415" y="1002"/>
                </a:lnTo>
                <a:lnTo>
                  <a:pt x="415" y="1049"/>
                </a:lnTo>
                <a:lnTo>
                  <a:pt x="484" y="1193"/>
                </a:lnTo>
                <a:lnTo>
                  <a:pt x="530" y="1337"/>
                </a:lnTo>
                <a:lnTo>
                  <a:pt x="576" y="1481"/>
                </a:lnTo>
                <a:lnTo>
                  <a:pt x="622" y="1622"/>
                </a:lnTo>
                <a:lnTo>
                  <a:pt x="692" y="1766"/>
                </a:lnTo>
                <a:lnTo>
                  <a:pt x="738" y="1910"/>
                </a:lnTo>
                <a:lnTo>
                  <a:pt x="784" y="2054"/>
                </a:lnTo>
                <a:lnTo>
                  <a:pt x="830" y="2197"/>
                </a:lnTo>
                <a:lnTo>
                  <a:pt x="945" y="2339"/>
                </a:lnTo>
                <a:lnTo>
                  <a:pt x="991" y="2483"/>
                </a:lnTo>
                <a:lnTo>
                  <a:pt x="991" y="2627"/>
                </a:lnTo>
                <a:lnTo>
                  <a:pt x="1107" y="2770"/>
                </a:lnTo>
                <a:lnTo>
                  <a:pt x="1153" y="2914"/>
                </a:lnTo>
                <a:lnTo>
                  <a:pt x="1199" y="3056"/>
                </a:lnTo>
                <a:lnTo>
                  <a:pt x="1268" y="3199"/>
                </a:lnTo>
                <a:lnTo>
                  <a:pt x="1314" y="3343"/>
                </a:lnTo>
                <a:lnTo>
                  <a:pt x="1361" y="3487"/>
                </a:lnTo>
                <a:lnTo>
                  <a:pt x="1407" y="3631"/>
                </a:lnTo>
                <a:lnTo>
                  <a:pt x="1476" y="3772"/>
                </a:lnTo>
                <a:lnTo>
                  <a:pt x="1522" y="3916"/>
                </a:lnTo>
                <a:lnTo>
                  <a:pt x="1568" y="4060"/>
                </a:lnTo>
                <a:lnTo>
                  <a:pt x="1637" y="4204"/>
                </a:lnTo>
                <a:lnTo>
                  <a:pt x="1684" y="4347"/>
                </a:lnTo>
                <a:lnTo>
                  <a:pt x="1730" y="4393"/>
                </a:lnTo>
                <a:lnTo>
                  <a:pt x="1776" y="4537"/>
                </a:lnTo>
                <a:lnTo>
                  <a:pt x="1845" y="4681"/>
                </a:lnTo>
                <a:lnTo>
                  <a:pt x="1891" y="4824"/>
                </a:lnTo>
                <a:lnTo>
                  <a:pt x="1937" y="4920"/>
                </a:lnTo>
                <a:lnTo>
                  <a:pt x="2007" y="5064"/>
                </a:lnTo>
                <a:lnTo>
                  <a:pt x="2053" y="5206"/>
                </a:lnTo>
                <a:lnTo>
                  <a:pt x="2099" y="5349"/>
                </a:lnTo>
                <a:lnTo>
                  <a:pt x="2145" y="5493"/>
                </a:lnTo>
                <a:lnTo>
                  <a:pt x="2214" y="5637"/>
                </a:lnTo>
                <a:lnTo>
                  <a:pt x="2260" y="5781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1654294" y="3886453"/>
            <a:ext cx="2306" cy="5543"/>
          </a:xfrm>
          <a:custGeom>
            <a:avLst/>
            <a:gdLst/>
            <a:ahLst/>
            <a:cxnLst/>
            <a:rect l="l" t="t" r="r" b="b"/>
            <a:pathLst>
              <a:path w="2306" h="5543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161" y="431"/>
                </a:lnTo>
                <a:lnTo>
                  <a:pt x="207" y="479"/>
                </a:lnTo>
                <a:lnTo>
                  <a:pt x="276" y="622"/>
                </a:lnTo>
                <a:lnTo>
                  <a:pt x="322" y="764"/>
                </a:lnTo>
                <a:lnTo>
                  <a:pt x="369" y="908"/>
                </a:lnTo>
                <a:lnTo>
                  <a:pt x="415" y="1052"/>
                </a:lnTo>
                <a:lnTo>
                  <a:pt x="484" y="1195"/>
                </a:lnTo>
                <a:lnTo>
                  <a:pt x="530" y="1339"/>
                </a:lnTo>
                <a:lnTo>
                  <a:pt x="645" y="1481"/>
                </a:lnTo>
                <a:lnTo>
                  <a:pt x="692" y="1624"/>
                </a:lnTo>
                <a:lnTo>
                  <a:pt x="738" y="1768"/>
                </a:lnTo>
                <a:lnTo>
                  <a:pt x="784" y="1912"/>
                </a:lnTo>
                <a:lnTo>
                  <a:pt x="853" y="2056"/>
                </a:lnTo>
                <a:lnTo>
                  <a:pt x="899" y="2149"/>
                </a:lnTo>
                <a:lnTo>
                  <a:pt x="945" y="2293"/>
                </a:lnTo>
                <a:lnTo>
                  <a:pt x="991" y="2437"/>
                </a:lnTo>
                <a:lnTo>
                  <a:pt x="1061" y="2581"/>
                </a:lnTo>
                <a:lnTo>
                  <a:pt x="1107" y="2724"/>
                </a:lnTo>
                <a:lnTo>
                  <a:pt x="1153" y="2866"/>
                </a:lnTo>
                <a:lnTo>
                  <a:pt x="1222" y="3010"/>
                </a:lnTo>
                <a:lnTo>
                  <a:pt x="1314" y="3154"/>
                </a:lnTo>
                <a:lnTo>
                  <a:pt x="1361" y="3297"/>
                </a:lnTo>
                <a:lnTo>
                  <a:pt x="1361" y="3345"/>
                </a:lnTo>
                <a:lnTo>
                  <a:pt x="1430" y="3489"/>
                </a:lnTo>
                <a:lnTo>
                  <a:pt x="1522" y="3631"/>
                </a:lnTo>
                <a:lnTo>
                  <a:pt x="1522" y="3727"/>
                </a:lnTo>
                <a:lnTo>
                  <a:pt x="1568" y="3870"/>
                </a:lnTo>
                <a:lnTo>
                  <a:pt x="1684" y="4014"/>
                </a:lnTo>
                <a:lnTo>
                  <a:pt x="1730" y="4158"/>
                </a:lnTo>
                <a:lnTo>
                  <a:pt x="1799" y="4299"/>
                </a:lnTo>
                <a:lnTo>
                  <a:pt x="1845" y="4443"/>
                </a:lnTo>
                <a:lnTo>
                  <a:pt x="1891" y="4587"/>
                </a:lnTo>
                <a:lnTo>
                  <a:pt x="1937" y="4731"/>
                </a:lnTo>
                <a:lnTo>
                  <a:pt x="2007" y="4874"/>
                </a:lnTo>
                <a:lnTo>
                  <a:pt x="2053" y="4968"/>
                </a:lnTo>
                <a:lnTo>
                  <a:pt x="2099" y="5112"/>
                </a:lnTo>
                <a:lnTo>
                  <a:pt x="2168" y="5256"/>
                </a:lnTo>
                <a:lnTo>
                  <a:pt x="2214" y="5351"/>
                </a:lnTo>
                <a:lnTo>
                  <a:pt x="2260" y="5495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1656600" y="3891997"/>
            <a:ext cx="2329" cy="5254"/>
          </a:xfrm>
          <a:custGeom>
            <a:avLst/>
            <a:gdLst/>
            <a:ahLst/>
            <a:cxnLst/>
            <a:rect l="l" t="t" r="r" b="b"/>
            <a:pathLst>
              <a:path w="2329" h="5254">
                <a:moveTo>
                  <a:pt x="0" y="0"/>
                </a:moveTo>
                <a:lnTo>
                  <a:pt x="0" y="0"/>
                </a:lnTo>
                <a:lnTo>
                  <a:pt x="69" y="141"/>
                </a:lnTo>
                <a:lnTo>
                  <a:pt x="115" y="237"/>
                </a:lnTo>
                <a:lnTo>
                  <a:pt x="161" y="381"/>
                </a:lnTo>
                <a:lnTo>
                  <a:pt x="207" y="524"/>
                </a:lnTo>
                <a:lnTo>
                  <a:pt x="276" y="668"/>
                </a:lnTo>
                <a:lnTo>
                  <a:pt x="322" y="812"/>
                </a:lnTo>
                <a:lnTo>
                  <a:pt x="369" y="858"/>
                </a:lnTo>
                <a:lnTo>
                  <a:pt x="438" y="1002"/>
                </a:lnTo>
                <a:lnTo>
                  <a:pt x="484" y="1145"/>
                </a:lnTo>
                <a:lnTo>
                  <a:pt x="530" y="1289"/>
                </a:lnTo>
                <a:lnTo>
                  <a:pt x="645" y="1433"/>
                </a:lnTo>
                <a:lnTo>
                  <a:pt x="645" y="1529"/>
                </a:lnTo>
                <a:lnTo>
                  <a:pt x="738" y="1670"/>
                </a:lnTo>
                <a:lnTo>
                  <a:pt x="738" y="1766"/>
                </a:lnTo>
                <a:lnTo>
                  <a:pt x="853" y="1910"/>
                </a:lnTo>
                <a:lnTo>
                  <a:pt x="853" y="2006"/>
                </a:lnTo>
                <a:lnTo>
                  <a:pt x="945" y="2149"/>
                </a:lnTo>
                <a:lnTo>
                  <a:pt x="945" y="2245"/>
                </a:lnTo>
                <a:lnTo>
                  <a:pt x="1015" y="2387"/>
                </a:lnTo>
                <a:lnTo>
                  <a:pt x="1061" y="2483"/>
                </a:lnTo>
                <a:lnTo>
                  <a:pt x="1107" y="2627"/>
                </a:lnTo>
                <a:lnTo>
                  <a:pt x="1153" y="2722"/>
                </a:lnTo>
                <a:lnTo>
                  <a:pt x="1222" y="2866"/>
                </a:lnTo>
                <a:lnTo>
                  <a:pt x="1268" y="2962"/>
                </a:lnTo>
                <a:lnTo>
                  <a:pt x="1314" y="3104"/>
                </a:lnTo>
                <a:lnTo>
                  <a:pt x="1430" y="3247"/>
                </a:lnTo>
                <a:lnTo>
                  <a:pt x="1476" y="3391"/>
                </a:lnTo>
                <a:lnTo>
                  <a:pt x="1522" y="3535"/>
                </a:lnTo>
                <a:lnTo>
                  <a:pt x="1591" y="3583"/>
                </a:lnTo>
                <a:lnTo>
                  <a:pt x="1637" y="3724"/>
                </a:lnTo>
                <a:lnTo>
                  <a:pt x="1684" y="3820"/>
                </a:lnTo>
                <a:lnTo>
                  <a:pt x="1730" y="3964"/>
                </a:lnTo>
                <a:lnTo>
                  <a:pt x="1799" y="4060"/>
                </a:lnTo>
                <a:lnTo>
                  <a:pt x="1799" y="4156"/>
                </a:lnTo>
                <a:lnTo>
                  <a:pt x="1891" y="4299"/>
                </a:lnTo>
                <a:lnTo>
                  <a:pt x="1891" y="4347"/>
                </a:lnTo>
                <a:lnTo>
                  <a:pt x="1960" y="4441"/>
                </a:lnTo>
                <a:lnTo>
                  <a:pt x="2007" y="4585"/>
                </a:lnTo>
                <a:lnTo>
                  <a:pt x="2007" y="4633"/>
                </a:lnTo>
                <a:lnTo>
                  <a:pt x="2053" y="4729"/>
                </a:lnTo>
                <a:lnTo>
                  <a:pt x="2099" y="4872"/>
                </a:lnTo>
                <a:lnTo>
                  <a:pt x="2168" y="4872"/>
                </a:lnTo>
                <a:lnTo>
                  <a:pt x="2214" y="5016"/>
                </a:lnTo>
                <a:lnTo>
                  <a:pt x="2214" y="5064"/>
                </a:lnTo>
                <a:lnTo>
                  <a:pt x="2260" y="5206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1658930" y="3897251"/>
            <a:ext cx="2237" cy="4920"/>
          </a:xfrm>
          <a:custGeom>
            <a:avLst/>
            <a:gdLst/>
            <a:ahLst/>
            <a:cxnLst/>
            <a:rect l="l" t="t" r="r" b="b"/>
            <a:pathLst>
              <a:path w="2237" h="4920">
                <a:moveTo>
                  <a:pt x="0" y="0"/>
                </a:moveTo>
                <a:lnTo>
                  <a:pt x="46" y="143"/>
                </a:lnTo>
                <a:lnTo>
                  <a:pt x="92" y="239"/>
                </a:lnTo>
                <a:lnTo>
                  <a:pt x="138" y="383"/>
                </a:lnTo>
                <a:lnTo>
                  <a:pt x="138" y="431"/>
                </a:lnTo>
                <a:lnTo>
                  <a:pt x="253" y="574"/>
                </a:lnTo>
                <a:lnTo>
                  <a:pt x="299" y="716"/>
                </a:lnTo>
                <a:lnTo>
                  <a:pt x="346" y="764"/>
                </a:lnTo>
                <a:lnTo>
                  <a:pt x="415" y="908"/>
                </a:lnTo>
                <a:lnTo>
                  <a:pt x="415" y="1004"/>
                </a:lnTo>
                <a:lnTo>
                  <a:pt x="461" y="1099"/>
                </a:lnTo>
                <a:lnTo>
                  <a:pt x="507" y="1243"/>
                </a:lnTo>
                <a:lnTo>
                  <a:pt x="622" y="1337"/>
                </a:lnTo>
                <a:lnTo>
                  <a:pt x="669" y="1481"/>
                </a:lnTo>
                <a:lnTo>
                  <a:pt x="715" y="1577"/>
                </a:lnTo>
                <a:lnTo>
                  <a:pt x="784" y="1720"/>
                </a:lnTo>
                <a:lnTo>
                  <a:pt x="830" y="1864"/>
                </a:lnTo>
                <a:lnTo>
                  <a:pt x="830" y="1912"/>
                </a:lnTo>
                <a:lnTo>
                  <a:pt x="922" y="2054"/>
                </a:lnTo>
                <a:lnTo>
                  <a:pt x="991" y="2197"/>
                </a:lnTo>
                <a:lnTo>
                  <a:pt x="991" y="2245"/>
                </a:lnTo>
                <a:lnTo>
                  <a:pt x="1084" y="2389"/>
                </a:lnTo>
                <a:lnTo>
                  <a:pt x="1084" y="2485"/>
                </a:lnTo>
                <a:lnTo>
                  <a:pt x="1199" y="2581"/>
                </a:lnTo>
                <a:lnTo>
                  <a:pt x="1245" y="2724"/>
                </a:lnTo>
                <a:lnTo>
                  <a:pt x="1245" y="2770"/>
                </a:lnTo>
                <a:lnTo>
                  <a:pt x="1291" y="2866"/>
                </a:lnTo>
                <a:lnTo>
                  <a:pt x="1361" y="3010"/>
                </a:lnTo>
                <a:lnTo>
                  <a:pt x="1407" y="3154"/>
                </a:lnTo>
                <a:lnTo>
                  <a:pt x="1522" y="3249"/>
                </a:lnTo>
                <a:lnTo>
                  <a:pt x="1568" y="3393"/>
                </a:lnTo>
                <a:lnTo>
                  <a:pt x="1568" y="3487"/>
                </a:lnTo>
                <a:lnTo>
                  <a:pt x="1660" y="3583"/>
                </a:lnTo>
                <a:lnTo>
                  <a:pt x="1730" y="3727"/>
                </a:lnTo>
                <a:lnTo>
                  <a:pt x="1776" y="3822"/>
                </a:lnTo>
                <a:lnTo>
                  <a:pt x="1776" y="3918"/>
                </a:lnTo>
                <a:lnTo>
                  <a:pt x="1868" y="4062"/>
                </a:lnTo>
                <a:lnTo>
                  <a:pt x="1868" y="4158"/>
                </a:lnTo>
                <a:lnTo>
                  <a:pt x="1983" y="4252"/>
                </a:lnTo>
                <a:lnTo>
                  <a:pt x="2030" y="4395"/>
                </a:lnTo>
                <a:lnTo>
                  <a:pt x="2099" y="4539"/>
                </a:lnTo>
                <a:lnTo>
                  <a:pt x="2099" y="4587"/>
                </a:lnTo>
                <a:lnTo>
                  <a:pt x="2145" y="4587"/>
                </a:lnTo>
                <a:lnTo>
                  <a:pt x="2191" y="4731"/>
                </a:lnTo>
                <a:lnTo>
                  <a:pt x="2237" y="4874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1661168" y="3902172"/>
            <a:ext cx="2329" cy="4587"/>
          </a:xfrm>
          <a:custGeom>
            <a:avLst/>
            <a:gdLst/>
            <a:ahLst/>
            <a:cxnLst/>
            <a:rect l="l" t="t" r="r" b="b"/>
            <a:pathLst>
              <a:path w="2329" h="4587">
                <a:moveTo>
                  <a:pt x="0" y="0"/>
                </a:moveTo>
                <a:lnTo>
                  <a:pt x="115" y="143"/>
                </a:lnTo>
                <a:lnTo>
                  <a:pt x="115" y="191"/>
                </a:lnTo>
                <a:lnTo>
                  <a:pt x="230" y="335"/>
                </a:lnTo>
                <a:lnTo>
                  <a:pt x="230" y="431"/>
                </a:lnTo>
                <a:lnTo>
                  <a:pt x="322" y="527"/>
                </a:lnTo>
                <a:lnTo>
                  <a:pt x="369" y="670"/>
                </a:lnTo>
                <a:lnTo>
                  <a:pt x="438" y="812"/>
                </a:lnTo>
                <a:lnTo>
                  <a:pt x="438" y="860"/>
                </a:lnTo>
                <a:lnTo>
                  <a:pt x="484" y="860"/>
                </a:lnTo>
                <a:lnTo>
                  <a:pt x="530" y="1004"/>
                </a:lnTo>
                <a:lnTo>
                  <a:pt x="576" y="1052"/>
                </a:lnTo>
                <a:lnTo>
                  <a:pt x="576" y="1147"/>
                </a:lnTo>
                <a:lnTo>
                  <a:pt x="692" y="1291"/>
                </a:lnTo>
                <a:lnTo>
                  <a:pt x="692" y="1387"/>
                </a:lnTo>
                <a:lnTo>
                  <a:pt x="807" y="1481"/>
                </a:lnTo>
                <a:lnTo>
                  <a:pt x="853" y="1624"/>
                </a:lnTo>
                <a:lnTo>
                  <a:pt x="899" y="1768"/>
                </a:lnTo>
                <a:lnTo>
                  <a:pt x="899" y="1816"/>
                </a:lnTo>
                <a:lnTo>
                  <a:pt x="1015" y="1912"/>
                </a:lnTo>
                <a:lnTo>
                  <a:pt x="1061" y="2056"/>
                </a:lnTo>
                <a:lnTo>
                  <a:pt x="1107" y="2197"/>
                </a:lnTo>
                <a:lnTo>
                  <a:pt x="1153" y="2341"/>
                </a:lnTo>
                <a:lnTo>
                  <a:pt x="1268" y="2437"/>
                </a:lnTo>
                <a:lnTo>
                  <a:pt x="1314" y="2581"/>
                </a:lnTo>
                <a:lnTo>
                  <a:pt x="1384" y="2724"/>
                </a:lnTo>
                <a:lnTo>
                  <a:pt x="1476" y="2866"/>
                </a:lnTo>
                <a:lnTo>
                  <a:pt x="1476" y="2962"/>
                </a:lnTo>
                <a:lnTo>
                  <a:pt x="1591" y="3058"/>
                </a:lnTo>
                <a:lnTo>
                  <a:pt x="1637" y="3202"/>
                </a:lnTo>
                <a:lnTo>
                  <a:pt x="1684" y="3345"/>
                </a:lnTo>
                <a:lnTo>
                  <a:pt x="1753" y="3489"/>
                </a:lnTo>
                <a:lnTo>
                  <a:pt x="1845" y="3583"/>
                </a:lnTo>
                <a:lnTo>
                  <a:pt x="1891" y="3679"/>
                </a:lnTo>
                <a:lnTo>
                  <a:pt x="1960" y="3774"/>
                </a:lnTo>
                <a:lnTo>
                  <a:pt x="2007" y="3918"/>
                </a:lnTo>
                <a:lnTo>
                  <a:pt x="2053" y="4062"/>
                </a:lnTo>
                <a:lnTo>
                  <a:pt x="2168" y="4206"/>
                </a:lnTo>
                <a:lnTo>
                  <a:pt x="2168" y="4299"/>
                </a:lnTo>
                <a:lnTo>
                  <a:pt x="2214" y="4299"/>
                </a:lnTo>
                <a:lnTo>
                  <a:pt x="2260" y="4395"/>
                </a:lnTo>
                <a:lnTo>
                  <a:pt x="2329" y="4539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1663498" y="3906759"/>
            <a:ext cx="2306" cy="4252"/>
          </a:xfrm>
          <a:custGeom>
            <a:avLst/>
            <a:gdLst/>
            <a:ahLst/>
            <a:cxnLst/>
            <a:rect l="l" t="t" r="r" b="b"/>
            <a:pathLst>
              <a:path w="2306" h="4252">
                <a:moveTo>
                  <a:pt x="0" y="0"/>
                </a:moveTo>
                <a:lnTo>
                  <a:pt x="46" y="47"/>
                </a:lnTo>
                <a:lnTo>
                  <a:pt x="92" y="191"/>
                </a:lnTo>
                <a:lnTo>
                  <a:pt x="207" y="335"/>
                </a:lnTo>
                <a:lnTo>
                  <a:pt x="207" y="429"/>
                </a:lnTo>
                <a:lnTo>
                  <a:pt x="253" y="477"/>
                </a:lnTo>
                <a:lnTo>
                  <a:pt x="299" y="620"/>
                </a:lnTo>
                <a:lnTo>
                  <a:pt x="415" y="764"/>
                </a:lnTo>
                <a:lnTo>
                  <a:pt x="461" y="812"/>
                </a:lnTo>
                <a:lnTo>
                  <a:pt x="507" y="956"/>
                </a:lnTo>
                <a:lnTo>
                  <a:pt x="576" y="1004"/>
                </a:lnTo>
                <a:lnTo>
                  <a:pt x="576" y="1099"/>
                </a:lnTo>
                <a:lnTo>
                  <a:pt x="669" y="1241"/>
                </a:lnTo>
                <a:lnTo>
                  <a:pt x="715" y="1385"/>
                </a:lnTo>
                <a:lnTo>
                  <a:pt x="830" y="1529"/>
                </a:lnTo>
                <a:lnTo>
                  <a:pt x="876" y="1672"/>
                </a:lnTo>
                <a:lnTo>
                  <a:pt x="876" y="1720"/>
                </a:lnTo>
                <a:lnTo>
                  <a:pt x="945" y="1768"/>
                </a:lnTo>
                <a:lnTo>
                  <a:pt x="991" y="1910"/>
                </a:lnTo>
                <a:lnTo>
                  <a:pt x="1084" y="2054"/>
                </a:lnTo>
                <a:lnTo>
                  <a:pt x="1153" y="2197"/>
                </a:lnTo>
                <a:lnTo>
                  <a:pt x="1245" y="2341"/>
                </a:lnTo>
                <a:lnTo>
                  <a:pt x="1291" y="2485"/>
                </a:lnTo>
                <a:lnTo>
                  <a:pt x="1407" y="2627"/>
                </a:lnTo>
                <a:lnTo>
                  <a:pt x="1453" y="2770"/>
                </a:lnTo>
                <a:lnTo>
                  <a:pt x="1568" y="2914"/>
                </a:lnTo>
                <a:lnTo>
                  <a:pt x="1614" y="2962"/>
                </a:lnTo>
                <a:lnTo>
                  <a:pt x="1660" y="3106"/>
                </a:lnTo>
                <a:lnTo>
                  <a:pt x="1660" y="3154"/>
                </a:lnTo>
                <a:lnTo>
                  <a:pt x="1730" y="3154"/>
                </a:lnTo>
                <a:lnTo>
                  <a:pt x="1776" y="3249"/>
                </a:lnTo>
                <a:lnTo>
                  <a:pt x="1822" y="3343"/>
                </a:lnTo>
                <a:lnTo>
                  <a:pt x="1891" y="3439"/>
                </a:lnTo>
                <a:lnTo>
                  <a:pt x="1937" y="3583"/>
                </a:lnTo>
                <a:lnTo>
                  <a:pt x="1983" y="3727"/>
                </a:lnTo>
                <a:lnTo>
                  <a:pt x="2099" y="3870"/>
                </a:lnTo>
                <a:lnTo>
                  <a:pt x="2145" y="4012"/>
                </a:lnTo>
                <a:lnTo>
                  <a:pt x="2237" y="4156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1665805" y="3911011"/>
            <a:ext cx="2306" cy="3918"/>
          </a:xfrm>
          <a:custGeom>
            <a:avLst/>
            <a:gdLst/>
            <a:ahLst/>
            <a:cxnLst/>
            <a:rect l="l" t="t" r="r" b="b"/>
            <a:pathLst>
              <a:path w="2306" h="3918">
                <a:moveTo>
                  <a:pt x="0" y="0"/>
                </a:moveTo>
                <a:lnTo>
                  <a:pt x="46" y="47"/>
                </a:lnTo>
                <a:lnTo>
                  <a:pt x="92" y="191"/>
                </a:lnTo>
                <a:lnTo>
                  <a:pt x="92" y="239"/>
                </a:lnTo>
                <a:lnTo>
                  <a:pt x="161" y="287"/>
                </a:lnTo>
                <a:lnTo>
                  <a:pt x="253" y="431"/>
                </a:lnTo>
                <a:lnTo>
                  <a:pt x="299" y="572"/>
                </a:lnTo>
                <a:lnTo>
                  <a:pt x="415" y="668"/>
                </a:lnTo>
                <a:lnTo>
                  <a:pt x="415" y="764"/>
                </a:lnTo>
                <a:lnTo>
                  <a:pt x="530" y="908"/>
                </a:lnTo>
                <a:lnTo>
                  <a:pt x="576" y="956"/>
                </a:lnTo>
                <a:lnTo>
                  <a:pt x="622" y="1099"/>
                </a:lnTo>
                <a:lnTo>
                  <a:pt x="669" y="1241"/>
                </a:lnTo>
                <a:lnTo>
                  <a:pt x="784" y="1385"/>
                </a:lnTo>
                <a:lnTo>
                  <a:pt x="830" y="1481"/>
                </a:lnTo>
                <a:lnTo>
                  <a:pt x="945" y="1624"/>
                </a:lnTo>
                <a:lnTo>
                  <a:pt x="991" y="1672"/>
                </a:lnTo>
                <a:lnTo>
                  <a:pt x="991" y="1768"/>
                </a:lnTo>
                <a:lnTo>
                  <a:pt x="1107" y="1910"/>
                </a:lnTo>
                <a:lnTo>
                  <a:pt x="1107" y="1958"/>
                </a:lnTo>
                <a:lnTo>
                  <a:pt x="1199" y="2102"/>
                </a:lnTo>
                <a:lnTo>
                  <a:pt x="1245" y="2245"/>
                </a:lnTo>
                <a:lnTo>
                  <a:pt x="1314" y="2293"/>
                </a:lnTo>
                <a:lnTo>
                  <a:pt x="1407" y="2437"/>
                </a:lnTo>
                <a:lnTo>
                  <a:pt x="1453" y="2485"/>
                </a:lnTo>
                <a:lnTo>
                  <a:pt x="1522" y="2627"/>
                </a:lnTo>
                <a:lnTo>
                  <a:pt x="1568" y="2770"/>
                </a:lnTo>
                <a:lnTo>
                  <a:pt x="1684" y="2914"/>
                </a:lnTo>
                <a:lnTo>
                  <a:pt x="1776" y="3058"/>
                </a:lnTo>
                <a:lnTo>
                  <a:pt x="1822" y="3106"/>
                </a:lnTo>
                <a:lnTo>
                  <a:pt x="1891" y="3249"/>
                </a:lnTo>
                <a:lnTo>
                  <a:pt x="1937" y="3391"/>
                </a:lnTo>
                <a:lnTo>
                  <a:pt x="1983" y="3439"/>
                </a:lnTo>
                <a:lnTo>
                  <a:pt x="2099" y="3583"/>
                </a:lnTo>
                <a:lnTo>
                  <a:pt x="2099" y="3631"/>
                </a:lnTo>
                <a:lnTo>
                  <a:pt x="2191" y="3774"/>
                </a:lnTo>
                <a:lnTo>
                  <a:pt x="2306" y="3918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1668112" y="3914930"/>
            <a:ext cx="2306" cy="3583"/>
          </a:xfrm>
          <a:custGeom>
            <a:avLst/>
            <a:gdLst/>
            <a:ahLst/>
            <a:cxnLst/>
            <a:rect l="l" t="t" r="r" b="b"/>
            <a:pathLst>
              <a:path w="2306" h="3583">
                <a:moveTo>
                  <a:pt x="0" y="0"/>
                </a:moveTo>
                <a:lnTo>
                  <a:pt x="0" y="47"/>
                </a:lnTo>
                <a:lnTo>
                  <a:pt x="46" y="141"/>
                </a:lnTo>
                <a:lnTo>
                  <a:pt x="161" y="237"/>
                </a:lnTo>
                <a:lnTo>
                  <a:pt x="207" y="381"/>
                </a:lnTo>
                <a:lnTo>
                  <a:pt x="253" y="477"/>
                </a:lnTo>
                <a:lnTo>
                  <a:pt x="369" y="572"/>
                </a:lnTo>
                <a:lnTo>
                  <a:pt x="415" y="716"/>
                </a:lnTo>
                <a:lnTo>
                  <a:pt x="530" y="858"/>
                </a:lnTo>
                <a:lnTo>
                  <a:pt x="530" y="906"/>
                </a:lnTo>
                <a:lnTo>
                  <a:pt x="622" y="1002"/>
                </a:lnTo>
                <a:lnTo>
                  <a:pt x="669" y="1145"/>
                </a:lnTo>
                <a:lnTo>
                  <a:pt x="738" y="1241"/>
                </a:lnTo>
                <a:lnTo>
                  <a:pt x="830" y="1385"/>
                </a:lnTo>
                <a:lnTo>
                  <a:pt x="945" y="1481"/>
                </a:lnTo>
                <a:lnTo>
                  <a:pt x="991" y="1622"/>
                </a:lnTo>
                <a:lnTo>
                  <a:pt x="1038" y="1718"/>
                </a:lnTo>
                <a:lnTo>
                  <a:pt x="1153" y="1814"/>
                </a:lnTo>
                <a:lnTo>
                  <a:pt x="1199" y="1910"/>
                </a:lnTo>
                <a:lnTo>
                  <a:pt x="1268" y="2054"/>
                </a:lnTo>
                <a:lnTo>
                  <a:pt x="1314" y="2149"/>
                </a:lnTo>
                <a:lnTo>
                  <a:pt x="1407" y="2291"/>
                </a:lnTo>
                <a:lnTo>
                  <a:pt x="1522" y="2435"/>
                </a:lnTo>
                <a:lnTo>
                  <a:pt x="1522" y="2435"/>
                </a:lnTo>
                <a:lnTo>
                  <a:pt x="1614" y="2579"/>
                </a:lnTo>
                <a:lnTo>
                  <a:pt x="1684" y="2627"/>
                </a:lnTo>
                <a:lnTo>
                  <a:pt x="1730" y="2770"/>
                </a:lnTo>
                <a:lnTo>
                  <a:pt x="1845" y="2866"/>
                </a:lnTo>
                <a:lnTo>
                  <a:pt x="1891" y="3008"/>
                </a:lnTo>
                <a:lnTo>
                  <a:pt x="1983" y="3104"/>
                </a:lnTo>
                <a:lnTo>
                  <a:pt x="1983" y="3152"/>
                </a:lnTo>
                <a:lnTo>
                  <a:pt x="2099" y="3295"/>
                </a:lnTo>
                <a:lnTo>
                  <a:pt x="2099" y="3343"/>
                </a:lnTo>
                <a:lnTo>
                  <a:pt x="2214" y="3487"/>
                </a:lnTo>
                <a:lnTo>
                  <a:pt x="2260" y="3583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1670419" y="3918513"/>
            <a:ext cx="2260" cy="3247"/>
          </a:xfrm>
          <a:custGeom>
            <a:avLst/>
            <a:gdLst/>
            <a:ahLst/>
            <a:cxnLst/>
            <a:rect l="l" t="t" r="r" b="b"/>
            <a:pathLst>
              <a:path w="2260" h="3247">
                <a:moveTo>
                  <a:pt x="0" y="0"/>
                </a:moveTo>
                <a:lnTo>
                  <a:pt x="46" y="141"/>
                </a:lnTo>
                <a:lnTo>
                  <a:pt x="161" y="237"/>
                </a:lnTo>
                <a:lnTo>
                  <a:pt x="207" y="381"/>
                </a:lnTo>
                <a:lnTo>
                  <a:pt x="253" y="381"/>
                </a:lnTo>
                <a:lnTo>
                  <a:pt x="253" y="429"/>
                </a:lnTo>
                <a:lnTo>
                  <a:pt x="369" y="572"/>
                </a:lnTo>
                <a:lnTo>
                  <a:pt x="369" y="620"/>
                </a:lnTo>
                <a:lnTo>
                  <a:pt x="415" y="668"/>
                </a:lnTo>
                <a:lnTo>
                  <a:pt x="530" y="812"/>
                </a:lnTo>
                <a:lnTo>
                  <a:pt x="530" y="858"/>
                </a:lnTo>
                <a:lnTo>
                  <a:pt x="576" y="906"/>
                </a:lnTo>
                <a:lnTo>
                  <a:pt x="622" y="1002"/>
                </a:lnTo>
                <a:lnTo>
                  <a:pt x="692" y="1049"/>
                </a:lnTo>
                <a:lnTo>
                  <a:pt x="738" y="1145"/>
                </a:lnTo>
                <a:lnTo>
                  <a:pt x="830" y="1289"/>
                </a:lnTo>
                <a:lnTo>
                  <a:pt x="945" y="1433"/>
                </a:lnTo>
                <a:lnTo>
                  <a:pt x="1061" y="1574"/>
                </a:lnTo>
                <a:lnTo>
                  <a:pt x="1153" y="1670"/>
                </a:lnTo>
                <a:lnTo>
                  <a:pt x="1199" y="1814"/>
                </a:lnTo>
                <a:lnTo>
                  <a:pt x="1314" y="1958"/>
                </a:lnTo>
                <a:lnTo>
                  <a:pt x="1430" y="2102"/>
                </a:lnTo>
                <a:lnTo>
                  <a:pt x="1522" y="2245"/>
                </a:lnTo>
                <a:lnTo>
                  <a:pt x="1637" y="2387"/>
                </a:lnTo>
                <a:lnTo>
                  <a:pt x="1684" y="2483"/>
                </a:lnTo>
                <a:lnTo>
                  <a:pt x="1730" y="2531"/>
                </a:lnTo>
                <a:lnTo>
                  <a:pt x="1776" y="2627"/>
                </a:lnTo>
                <a:lnTo>
                  <a:pt x="1845" y="2674"/>
                </a:lnTo>
                <a:lnTo>
                  <a:pt x="1891" y="2770"/>
                </a:lnTo>
                <a:lnTo>
                  <a:pt x="1937" y="2818"/>
                </a:lnTo>
                <a:lnTo>
                  <a:pt x="2007" y="2914"/>
                </a:lnTo>
                <a:lnTo>
                  <a:pt x="2053" y="2962"/>
                </a:lnTo>
                <a:lnTo>
                  <a:pt x="2099" y="3056"/>
                </a:lnTo>
                <a:lnTo>
                  <a:pt x="2145" y="3104"/>
                </a:lnTo>
                <a:lnTo>
                  <a:pt x="2214" y="3199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1672680" y="3921761"/>
            <a:ext cx="2306" cy="2914"/>
          </a:xfrm>
          <a:custGeom>
            <a:avLst/>
            <a:gdLst/>
            <a:ahLst/>
            <a:cxnLst/>
            <a:rect l="l" t="t" r="r" b="b"/>
            <a:pathLst>
              <a:path w="2306" h="2914">
                <a:moveTo>
                  <a:pt x="0" y="0"/>
                </a:moveTo>
                <a:lnTo>
                  <a:pt x="115" y="143"/>
                </a:lnTo>
                <a:lnTo>
                  <a:pt x="207" y="287"/>
                </a:lnTo>
                <a:lnTo>
                  <a:pt x="322" y="431"/>
                </a:lnTo>
                <a:lnTo>
                  <a:pt x="369" y="477"/>
                </a:lnTo>
                <a:lnTo>
                  <a:pt x="415" y="572"/>
                </a:lnTo>
                <a:lnTo>
                  <a:pt x="461" y="620"/>
                </a:lnTo>
                <a:lnTo>
                  <a:pt x="530" y="716"/>
                </a:lnTo>
                <a:lnTo>
                  <a:pt x="622" y="860"/>
                </a:lnTo>
                <a:lnTo>
                  <a:pt x="784" y="1004"/>
                </a:lnTo>
                <a:lnTo>
                  <a:pt x="830" y="1099"/>
                </a:lnTo>
                <a:lnTo>
                  <a:pt x="945" y="1241"/>
                </a:lnTo>
                <a:lnTo>
                  <a:pt x="991" y="1241"/>
                </a:lnTo>
                <a:lnTo>
                  <a:pt x="991" y="1289"/>
                </a:lnTo>
                <a:lnTo>
                  <a:pt x="1038" y="1385"/>
                </a:lnTo>
                <a:lnTo>
                  <a:pt x="1107" y="1433"/>
                </a:lnTo>
                <a:lnTo>
                  <a:pt x="1153" y="1529"/>
                </a:lnTo>
                <a:lnTo>
                  <a:pt x="1268" y="1624"/>
                </a:lnTo>
                <a:lnTo>
                  <a:pt x="1361" y="1768"/>
                </a:lnTo>
                <a:lnTo>
                  <a:pt x="1407" y="1768"/>
                </a:lnTo>
                <a:lnTo>
                  <a:pt x="1476" y="1910"/>
                </a:lnTo>
                <a:lnTo>
                  <a:pt x="1522" y="1958"/>
                </a:lnTo>
                <a:lnTo>
                  <a:pt x="1637" y="2102"/>
                </a:lnTo>
                <a:lnTo>
                  <a:pt x="1684" y="2102"/>
                </a:lnTo>
                <a:lnTo>
                  <a:pt x="1730" y="2245"/>
                </a:lnTo>
                <a:lnTo>
                  <a:pt x="1845" y="2341"/>
                </a:lnTo>
                <a:lnTo>
                  <a:pt x="1891" y="2437"/>
                </a:lnTo>
                <a:lnTo>
                  <a:pt x="1937" y="2485"/>
                </a:lnTo>
                <a:lnTo>
                  <a:pt x="2053" y="2627"/>
                </a:lnTo>
                <a:lnTo>
                  <a:pt x="2214" y="2722"/>
                </a:lnTo>
                <a:lnTo>
                  <a:pt x="2260" y="2866"/>
                </a:lnTo>
              </a:path>
            </a:pathLst>
          </a:custGeom>
          <a:ln w="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1674986" y="3924675"/>
            <a:ext cx="2306" cy="2533"/>
          </a:xfrm>
          <a:custGeom>
            <a:avLst/>
            <a:gdLst/>
            <a:ahLst/>
            <a:cxnLst/>
            <a:rect l="l" t="t" r="r" b="b"/>
            <a:pathLst>
              <a:path w="2306" h="2533">
                <a:moveTo>
                  <a:pt x="0" y="0"/>
                </a:moveTo>
                <a:lnTo>
                  <a:pt x="115" y="143"/>
                </a:lnTo>
                <a:lnTo>
                  <a:pt x="207" y="239"/>
                </a:lnTo>
                <a:lnTo>
                  <a:pt x="276" y="335"/>
                </a:lnTo>
                <a:lnTo>
                  <a:pt x="322" y="383"/>
                </a:lnTo>
                <a:lnTo>
                  <a:pt x="484" y="524"/>
                </a:lnTo>
                <a:lnTo>
                  <a:pt x="484" y="572"/>
                </a:lnTo>
                <a:lnTo>
                  <a:pt x="576" y="668"/>
                </a:lnTo>
                <a:lnTo>
                  <a:pt x="622" y="764"/>
                </a:lnTo>
                <a:lnTo>
                  <a:pt x="784" y="860"/>
                </a:lnTo>
                <a:lnTo>
                  <a:pt x="784" y="908"/>
                </a:lnTo>
                <a:lnTo>
                  <a:pt x="853" y="1004"/>
                </a:lnTo>
                <a:lnTo>
                  <a:pt x="991" y="1099"/>
                </a:lnTo>
                <a:lnTo>
                  <a:pt x="1061" y="1241"/>
                </a:lnTo>
                <a:lnTo>
                  <a:pt x="1107" y="1241"/>
                </a:lnTo>
                <a:lnTo>
                  <a:pt x="1199" y="1385"/>
                </a:lnTo>
                <a:lnTo>
                  <a:pt x="1314" y="1529"/>
                </a:lnTo>
                <a:lnTo>
                  <a:pt x="1476" y="1624"/>
                </a:lnTo>
                <a:lnTo>
                  <a:pt x="1568" y="1768"/>
                </a:lnTo>
                <a:lnTo>
                  <a:pt x="1684" y="1910"/>
                </a:lnTo>
                <a:lnTo>
                  <a:pt x="1730" y="1910"/>
                </a:lnTo>
                <a:lnTo>
                  <a:pt x="1845" y="2054"/>
                </a:lnTo>
                <a:lnTo>
                  <a:pt x="1891" y="2149"/>
                </a:lnTo>
                <a:lnTo>
                  <a:pt x="1937" y="2197"/>
                </a:lnTo>
                <a:lnTo>
                  <a:pt x="2053" y="2245"/>
                </a:lnTo>
                <a:lnTo>
                  <a:pt x="2145" y="2389"/>
                </a:lnTo>
                <a:lnTo>
                  <a:pt x="2214" y="2485"/>
                </a:lnTo>
              </a:path>
            </a:pathLst>
          </a:custGeom>
          <a:ln w="3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1677293" y="3927209"/>
            <a:ext cx="2306" cy="2243"/>
          </a:xfrm>
          <a:custGeom>
            <a:avLst/>
            <a:gdLst/>
            <a:ahLst/>
            <a:cxnLst/>
            <a:rect l="l" t="t" r="r" b="b"/>
            <a:pathLst>
              <a:path w="2306" h="2243">
                <a:moveTo>
                  <a:pt x="0" y="0"/>
                </a:moveTo>
                <a:lnTo>
                  <a:pt x="0" y="0"/>
                </a:lnTo>
                <a:lnTo>
                  <a:pt x="115" y="93"/>
                </a:lnTo>
                <a:lnTo>
                  <a:pt x="207" y="237"/>
                </a:lnTo>
                <a:lnTo>
                  <a:pt x="276" y="333"/>
                </a:lnTo>
                <a:lnTo>
                  <a:pt x="369" y="381"/>
                </a:lnTo>
                <a:lnTo>
                  <a:pt x="484" y="524"/>
                </a:lnTo>
                <a:lnTo>
                  <a:pt x="576" y="572"/>
                </a:lnTo>
                <a:lnTo>
                  <a:pt x="692" y="716"/>
                </a:lnTo>
                <a:lnTo>
                  <a:pt x="738" y="810"/>
                </a:lnTo>
                <a:lnTo>
                  <a:pt x="899" y="906"/>
                </a:lnTo>
                <a:lnTo>
                  <a:pt x="945" y="954"/>
                </a:lnTo>
                <a:lnTo>
                  <a:pt x="1015" y="1049"/>
                </a:lnTo>
                <a:lnTo>
                  <a:pt x="1061" y="1049"/>
                </a:lnTo>
                <a:lnTo>
                  <a:pt x="1153" y="1145"/>
                </a:lnTo>
                <a:lnTo>
                  <a:pt x="1153" y="1193"/>
                </a:lnTo>
                <a:lnTo>
                  <a:pt x="1268" y="1241"/>
                </a:lnTo>
                <a:lnTo>
                  <a:pt x="1361" y="1385"/>
                </a:lnTo>
                <a:lnTo>
                  <a:pt x="1522" y="1479"/>
                </a:lnTo>
                <a:lnTo>
                  <a:pt x="1637" y="1622"/>
                </a:lnTo>
                <a:lnTo>
                  <a:pt x="1684" y="1670"/>
                </a:lnTo>
                <a:lnTo>
                  <a:pt x="1845" y="1814"/>
                </a:lnTo>
                <a:lnTo>
                  <a:pt x="2007" y="1958"/>
                </a:lnTo>
                <a:lnTo>
                  <a:pt x="2099" y="2006"/>
                </a:lnTo>
                <a:lnTo>
                  <a:pt x="2214" y="2149"/>
                </a:lnTo>
              </a:path>
            </a:pathLst>
          </a:custGeom>
          <a:ln w="3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1679600" y="3929452"/>
            <a:ext cx="2260" cy="1816"/>
          </a:xfrm>
          <a:custGeom>
            <a:avLst/>
            <a:gdLst/>
            <a:ahLst/>
            <a:cxnLst/>
            <a:rect l="l" t="t" r="r" b="b"/>
            <a:pathLst>
              <a:path w="2260" h="1816">
                <a:moveTo>
                  <a:pt x="0" y="0"/>
                </a:moveTo>
                <a:lnTo>
                  <a:pt x="161" y="95"/>
                </a:lnTo>
                <a:lnTo>
                  <a:pt x="230" y="191"/>
                </a:lnTo>
                <a:lnTo>
                  <a:pt x="322" y="239"/>
                </a:lnTo>
                <a:lnTo>
                  <a:pt x="322" y="287"/>
                </a:lnTo>
                <a:lnTo>
                  <a:pt x="484" y="383"/>
                </a:lnTo>
                <a:lnTo>
                  <a:pt x="576" y="527"/>
                </a:lnTo>
                <a:lnTo>
                  <a:pt x="738" y="622"/>
                </a:lnTo>
                <a:lnTo>
                  <a:pt x="853" y="716"/>
                </a:lnTo>
                <a:lnTo>
                  <a:pt x="945" y="764"/>
                </a:lnTo>
                <a:lnTo>
                  <a:pt x="1015" y="812"/>
                </a:lnTo>
                <a:lnTo>
                  <a:pt x="1107" y="956"/>
                </a:lnTo>
                <a:lnTo>
                  <a:pt x="1176" y="1004"/>
                </a:lnTo>
                <a:lnTo>
                  <a:pt x="1314" y="1099"/>
                </a:lnTo>
                <a:lnTo>
                  <a:pt x="1476" y="1195"/>
                </a:lnTo>
                <a:lnTo>
                  <a:pt x="1591" y="1339"/>
                </a:lnTo>
                <a:lnTo>
                  <a:pt x="1637" y="1339"/>
                </a:lnTo>
                <a:lnTo>
                  <a:pt x="1799" y="1433"/>
                </a:lnTo>
                <a:lnTo>
                  <a:pt x="1845" y="1481"/>
                </a:lnTo>
                <a:lnTo>
                  <a:pt x="2007" y="1624"/>
                </a:lnTo>
                <a:lnTo>
                  <a:pt x="2168" y="1720"/>
                </a:lnTo>
                <a:lnTo>
                  <a:pt x="2214" y="1816"/>
                </a:lnTo>
              </a:path>
            </a:pathLst>
          </a:custGeom>
          <a:ln w="3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1681861" y="3931269"/>
            <a:ext cx="2329" cy="1529"/>
          </a:xfrm>
          <a:custGeom>
            <a:avLst/>
            <a:gdLst/>
            <a:ahLst/>
            <a:cxnLst/>
            <a:rect l="l" t="t" r="r" b="b"/>
            <a:pathLst>
              <a:path w="2329" h="1529">
                <a:moveTo>
                  <a:pt x="0" y="0"/>
                </a:moveTo>
                <a:lnTo>
                  <a:pt x="0" y="0"/>
                </a:lnTo>
                <a:lnTo>
                  <a:pt x="115" y="47"/>
                </a:lnTo>
                <a:lnTo>
                  <a:pt x="161" y="95"/>
                </a:lnTo>
                <a:lnTo>
                  <a:pt x="207" y="191"/>
                </a:lnTo>
                <a:lnTo>
                  <a:pt x="369" y="239"/>
                </a:lnTo>
                <a:lnTo>
                  <a:pt x="369" y="285"/>
                </a:lnTo>
                <a:lnTo>
                  <a:pt x="530" y="381"/>
                </a:lnTo>
                <a:lnTo>
                  <a:pt x="576" y="381"/>
                </a:lnTo>
                <a:lnTo>
                  <a:pt x="645" y="429"/>
                </a:lnTo>
                <a:lnTo>
                  <a:pt x="692" y="524"/>
                </a:lnTo>
                <a:lnTo>
                  <a:pt x="853" y="572"/>
                </a:lnTo>
                <a:lnTo>
                  <a:pt x="899" y="668"/>
                </a:lnTo>
                <a:lnTo>
                  <a:pt x="1015" y="668"/>
                </a:lnTo>
                <a:lnTo>
                  <a:pt x="1061" y="764"/>
                </a:lnTo>
                <a:lnTo>
                  <a:pt x="1107" y="764"/>
                </a:lnTo>
                <a:lnTo>
                  <a:pt x="1222" y="812"/>
                </a:lnTo>
                <a:lnTo>
                  <a:pt x="1222" y="860"/>
                </a:lnTo>
                <a:lnTo>
                  <a:pt x="1268" y="908"/>
                </a:lnTo>
                <a:lnTo>
                  <a:pt x="1430" y="956"/>
                </a:lnTo>
                <a:lnTo>
                  <a:pt x="1476" y="1002"/>
                </a:lnTo>
                <a:lnTo>
                  <a:pt x="1637" y="1097"/>
                </a:lnTo>
                <a:lnTo>
                  <a:pt x="1799" y="1193"/>
                </a:lnTo>
                <a:lnTo>
                  <a:pt x="1891" y="1241"/>
                </a:lnTo>
                <a:lnTo>
                  <a:pt x="1891" y="1289"/>
                </a:lnTo>
                <a:lnTo>
                  <a:pt x="1960" y="1337"/>
                </a:lnTo>
                <a:lnTo>
                  <a:pt x="2053" y="1337"/>
                </a:lnTo>
                <a:lnTo>
                  <a:pt x="2214" y="1433"/>
                </a:lnTo>
                <a:lnTo>
                  <a:pt x="2329" y="1529"/>
                </a:lnTo>
              </a:path>
            </a:pathLst>
          </a:custGeom>
          <a:ln w="3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1684191" y="3932798"/>
            <a:ext cx="2306" cy="1145"/>
          </a:xfrm>
          <a:custGeom>
            <a:avLst/>
            <a:gdLst/>
            <a:ahLst/>
            <a:cxnLst/>
            <a:rect l="l" t="t" r="r" b="b"/>
            <a:pathLst>
              <a:path w="2306" h="1145">
                <a:moveTo>
                  <a:pt x="0" y="0"/>
                </a:moveTo>
                <a:lnTo>
                  <a:pt x="46" y="0"/>
                </a:lnTo>
                <a:lnTo>
                  <a:pt x="138" y="47"/>
                </a:lnTo>
                <a:lnTo>
                  <a:pt x="138" y="95"/>
                </a:lnTo>
                <a:lnTo>
                  <a:pt x="207" y="143"/>
                </a:lnTo>
                <a:lnTo>
                  <a:pt x="299" y="143"/>
                </a:lnTo>
                <a:lnTo>
                  <a:pt x="415" y="189"/>
                </a:lnTo>
                <a:lnTo>
                  <a:pt x="507" y="285"/>
                </a:lnTo>
                <a:lnTo>
                  <a:pt x="669" y="333"/>
                </a:lnTo>
                <a:lnTo>
                  <a:pt x="784" y="429"/>
                </a:lnTo>
                <a:lnTo>
                  <a:pt x="922" y="477"/>
                </a:lnTo>
                <a:lnTo>
                  <a:pt x="922" y="524"/>
                </a:lnTo>
                <a:lnTo>
                  <a:pt x="1084" y="572"/>
                </a:lnTo>
                <a:lnTo>
                  <a:pt x="1084" y="620"/>
                </a:lnTo>
                <a:lnTo>
                  <a:pt x="1245" y="668"/>
                </a:lnTo>
                <a:lnTo>
                  <a:pt x="1245" y="668"/>
                </a:lnTo>
                <a:lnTo>
                  <a:pt x="1407" y="716"/>
                </a:lnTo>
                <a:lnTo>
                  <a:pt x="1522" y="764"/>
                </a:lnTo>
                <a:lnTo>
                  <a:pt x="1522" y="812"/>
                </a:lnTo>
                <a:lnTo>
                  <a:pt x="1614" y="812"/>
                </a:lnTo>
                <a:lnTo>
                  <a:pt x="1614" y="860"/>
                </a:lnTo>
                <a:lnTo>
                  <a:pt x="1730" y="860"/>
                </a:lnTo>
                <a:lnTo>
                  <a:pt x="1868" y="954"/>
                </a:lnTo>
                <a:lnTo>
                  <a:pt x="2030" y="1002"/>
                </a:lnTo>
                <a:lnTo>
                  <a:pt x="2099" y="1049"/>
                </a:lnTo>
                <a:lnTo>
                  <a:pt x="2237" y="1097"/>
                </a:lnTo>
                <a:lnTo>
                  <a:pt x="2306" y="1145"/>
                </a:lnTo>
              </a:path>
            </a:pathLst>
          </a:custGeom>
          <a:ln w="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1686498" y="3933944"/>
            <a:ext cx="2306" cy="812"/>
          </a:xfrm>
          <a:custGeom>
            <a:avLst/>
            <a:gdLst/>
            <a:ahLst/>
            <a:cxnLst/>
            <a:rect l="l" t="t" r="r" b="b"/>
            <a:pathLst>
              <a:path w="2306" h="812">
                <a:moveTo>
                  <a:pt x="0" y="0"/>
                </a:moveTo>
                <a:lnTo>
                  <a:pt x="0" y="0"/>
                </a:lnTo>
                <a:lnTo>
                  <a:pt x="138" y="47"/>
                </a:lnTo>
                <a:lnTo>
                  <a:pt x="138" y="95"/>
                </a:lnTo>
                <a:lnTo>
                  <a:pt x="207" y="95"/>
                </a:lnTo>
                <a:lnTo>
                  <a:pt x="369" y="143"/>
                </a:lnTo>
                <a:lnTo>
                  <a:pt x="415" y="143"/>
                </a:lnTo>
                <a:lnTo>
                  <a:pt x="461" y="191"/>
                </a:lnTo>
                <a:lnTo>
                  <a:pt x="622" y="239"/>
                </a:lnTo>
                <a:lnTo>
                  <a:pt x="784" y="287"/>
                </a:lnTo>
                <a:lnTo>
                  <a:pt x="876" y="383"/>
                </a:lnTo>
                <a:lnTo>
                  <a:pt x="991" y="383"/>
                </a:lnTo>
                <a:lnTo>
                  <a:pt x="1038" y="383"/>
                </a:lnTo>
                <a:lnTo>
                  <a:pt x="1038" y="431"/>
                </a:lnTo>
                <a:lnTo>
                  <a:pt x="1153" y="477"/>
                </a:lnTo>
                <a:lnTo>
                  <a:pt x="1245" y="477"/>
                </a:lnTo>
                <a:lnTo>
                  <a:pt x="1407" y="524"/>
                </a:lnTo>
                <a:lnTo>
                  <a:pt x="1568" y="572"/>
                </a:lnTo>
                <a:lnTo>
                  <a:pt x="1614" y="572"/>
                </a:lnTo>
                <a:lnTo>
                  <a:pt x="1614" y="620"/>
                </a:lnTo>
                <a:lnTo>
                  <a:pt x="1776" y="668"/>
                </a:lnTo>
                <a:lnTo>
                  <a:pt x="1937" y="668"/>
                </a:lnTo>
                <a:lnTo>
                  <a:pt x="1983" y="716"/>
                </a:lnTo>
                <a:lnTo>
                  <a:pt x="2099" y="716"/>
                </a:lnTo>
                <a:lnTo>
                  <a:pt x="2099" y="764"/>
                </a:lnTo>
                <a:lnTo>
                  <a:pt x="2260" y="764"/>
                </a:lnTo>
                <a:lnTo>
                  <a:pt x="2306" y="812"/>
                </a:lnTo>
              </a:path>
            </a:pathLst>
          </a:custGeom>
          <a:ln w="2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1688805" y="3934757"/>
            <a:ext cx="2306" cy="429"/>
          </a:xfrm>
          <a:custGeom>
            <a:avLst/>
            <a:gdLst/>
            <a:ahLst/>
            <a:cxnLst/>
            <a:rect l="l" t="t" r="r" b="b"/>
            <a:pathLst>
              <a:path w="2306" h="429">
                <a:moveTo>
                  <a:pt x="0" y="0"/>
                </a:moveTo>
                <a:lnTo>
                  <a:pt x="46" y="0"/>
                </a:lnTo>
                <a:lnTo>
                  <a:pt x="207" y="47"/>
                </a:lnTo>
                <a:lnTo>
                  <a:pt x="369" y="95"/>
                </a:lnTo>
                <a:lnTo>
                  <a:pt x="530" y="95"/>
                </a:lnTo>
                <a:lnTo>
                  <a:pt x="669" y="143"/>
                </a:lnTo>
                <a:lnTo>
                  <a:pt x="738" y="143"/>
                </a:lnTo>
                <a:lnTo>
                  <a:pt x="738" y="191"/>
                </a:lnTo>
                <a:lnTo>
                  <a:pt x="899" y="191"/>
                </a:lnTo>
                <a:lnTo>
                  <a:pt x="945" y="239"/>
                </a:lnTo>
                <a:lnTo>
                  <a:pt x="991" y="239"/>
                </a:lnTo>
                <a:lnTo>
                  <a:pt x="1153" y="239"/>
                </a:lnTo>
                <a:lnTo>
                  <a:pt x="1199" y="239"/>
                </a:lnTo>
                <a:lnTo>
                  <a:pt x="1199" y="287"/>
                </a:lnTo>
                <a:lnTo>
                  <a:pt x="1361" y="287"/>
                </a:lnTo>
                <a:lnTo>
                  <a:pt x="1522" y="335"/>
                </a:lnTo>
                <a:lnTo>
                  <a:pt x="1684" y="335"/>
                </a:lnTo>
                <a:lnTo>
                  <a:pt x="1845" y="381"/>
                </a:lnTo>
                <a:lnTo>
                  <a:pt x="1983" y="381"/>
                </a:lnTo>
                <a:lnTo>
                  <a:pt x="2099" y="429"/>
                </a:lnTo>
                <a:lnTo>
                  <a:pt x="2145" y="429"/>
                </a:lnTo>
                <a:lnTo>
                  <a:pt x="2260" y="429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1691112" y="3935186"/>
            <a:ext cx="2260" cy="95"/>
          </a:xfrm>
          <a:custGeom>
            <a:avLst/>
            <a:gdLst/>
            <a:ahLst/>
            <a:cxnLst/>
            <a:rect l="l" t="t" r="r" b="b"/>
            <a:pathLst>
              <a:path w="2260" h="95">
                <a:moveTo>
                  <a:pt x="0" y="0"/>
                </a:moveTo>
                <a:lnTo>
                  <a:pt x="0" y="0"/>
                </a:lnTo>
                <a:lnTo>
                  <a:pt x="161" y="0"/>
                </a:lnTo>
                <a:lnTo>
                  <a:pt x="322" y="47"/>
                </a:lnTo>
                <a:lnTo>
                  <a:pt x="461" y="47"/>
                </a:lnTo>
                <a:lnTo>
                  <a:pt x="622" y="47"/>
                </a:lnTo>
                <a:lnTo>
                  <a:pt x="784" y="47"/>
                </a:lnTo>
                <a:lnTo>
                  <a:pt x="945" y="95"/>
                </a:lnTo>
                <a:lnTo>
                  <a:pt x="1107" y="95"/>
                </a:lnTo>
                <a:lnTo>
                  <a:pt x="1268" y="95"/>
                </a:lnTo>
                <a:lnTo>
                  <a:pt x="1407" y="95"/>
                </a:lnTo>
                <a:lnTo>
                  <a:pt x="1568" y="95"/>
                </a:lnTo>
                <a:lnTo>
                  <a:pt x="1730" y="95"/>
                </a:lnTo>
                <a:lnTo>
                  <a:pt x="1891" y="95"/>
                </a:lnTo>
                <a:lnTo>
                  <a:pt x="2053" y="95"/>
                </a:lnTo>
                <a:lnTo>
                  <a:pt x="2214" y="95"/>
                </a:lnTo>
                <a:lnTo>
                  <a:pt x="2260" y="95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1693373" y="3934996"/>
            <a:ext cx="2306" cy="285"/>
          </a:xfrm>
          <a:custGeom>
            <a:avLst/>
            <a:gdLst/>
            <a:ahLst/>
            <a:cxnLst/>
            <a:rect l="l" t="t" r="r" b="b"/>
            <a:pathLst>
              <a:path w="2306" h="285">
                <a:moveTo>
                  <a:pt x="0" y="285"/>
                </a:moveTo>
                <a:lnTo>
                  <a:pt x="0" y="285"/>
                </a:lnTo>
                <a:lnTo>
                  <a:pt x="161" y="285"/>
                </a:lnTo>
                <a:lnTo>
                  <a:pt x="253" y="285"/>
                </a:lnTo>
                <a:lnTo>
                  <a:pt x="322" y="237"/>
                </a:lnTo>
                <a:lnTo>
                  <a:pt x="461" y="237"/>
                </a:lnTo>
                <a:lnTo>
                  <a:pt x="622" y="237"/>
                </a:lnTo>
                <a:lnTo>
                  <a:pt x="784" y="237"/>
                </a:lnTo>
                <a:lnTo>
                  <a:pt x="899" y="237"/>
                </a:lnTo>
                <a:lnTo>
                  <a:pt x="899" y="189"/>
                </a:lnTo>
                <a:lnTo>
                  <a:pt x="1038" y="189"/>
                </a:lnTo>
                <a:lnTo>
                  <a:pt x="1199" y="189"/>
                </a:lnTo>
                <a:lnTo>
                  <a:pt x="1314" y="189"/>
                </a:lnTo>
                <a:lnTo>
                  <a:pt x="1314" y="189"/>
                </a:lnTo>
                <a:lnTo>
                  <a:pt x="1476" y="141"/>
                </a:lnTo>
                <a:lnTo>
                  <a:pt x="1614" y="141"/>
                </a:lnTo>
                <a:lnTo>
                  <a:pt x="1776" y="95"/>
                </a:lnTo>
                <a:lnTo>
                  <a:pt x="1937" y="95"/>
                </a:lnTo>
                <a:lnTo>
                  <a:pt x="2099" y="47"/>
                </a:lnTo>
                <a:lnTo>
                  <a:pt x="2214" y="47"/>
                </a:lnTo>
              </a:path>
            </a:pathLst>
          </a:custGeom>
          <a:ln w="2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1695679" y="3934375"/>
            <a:ext cx="2306" cy="620"/>
          </a:xfrm>
          <a:custGeom>
            <a:avLst/>
            <a:gdLst/>
            <a:ahLst/>
            <a:cxnLst/>
            <a:rect l="l" t="t" r="r" b="b"/>
            <a:pathLst>
              <a:path w="2306" h="620">
                <a:moveTo>
                  <a:pt x="0" y="620"/>
                </a:moveTo>
                <a:lnTo>
                  <a:pt x="46" y="620"/>
                </a:lnTo>
                <a:lnTo>
                  <a:pt x="161" y="620"/>
                </a:lnTo>
                <a:lnTo>
                  <a:pt x="161" y="620"/>
                </a:lnTo>
                <a:lnTo>
                  <a:pt x="322" y="572"/>
                </a:lnTo>
                <a:lnTo>
                  <a:pt x="484" y="524"/>
                </a:lnTo>
                <a:lnTo>
                  <a:pt x="622" y="477"/>
                </a:lnTo>
                <a:lnTo>
                  <a:pt x="784" y="477"/>
                </a:lnTo>
                <a:lnTo>
                  <a:pt x="945" y="429"/>
                </a:lnTo>
                <a:lnTo>
                  <a:pt x="1107" y="381"/>
                </a:lnTo>
                <a:lnTo>
                  <a:pt x="1268" y="333"/>
                </a:lnTo>
                <a:lnTo>
                  <a:pt x="1430" y="285"/>
                </a:lnTo>
                <a:lnTo>
                  <a:pt x="1568" y="237"/>
                </a:lnTo>
                <a:lnTo>
                  <a:pt x="1637" y="237"/>
                </a:lnTo>
                <a:lnTo>
                  <a:pt x="1730" y="189"/>
                </a:lnTo>
                <a:lnTo>
                  <a:pt x="1776" y="189"/>
                </a:lnTo>
                <a:lnTo>
                  <a:pt x="1891" y="141"/>
                </a:lnTo>
                <a:lnTo>
                  <a:pt x="1937" y="141"/>
                </a:lnTo>
                <a:lnTo>
                  <a:pt x="2007" y="93"/>
                </a:lnTo>
                <a:lnTo>
                  <a:pt x="2099" y="93"/>
                </a:lnTo>
                <a:lnTo>
                  <a:pt x="2099" y="93"/>
                </a:lnTo>
                <a:lnTo>
                  <a:pt x="2260" y="0"/>
                </a:lnTo>
              </a:path>
            </a:pathLst>
          </a:custGeom>
          <a:ln w="2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1697986" y="3933371"/>
            <a:ext cx="2306" cy="1004"/>
          </a:xfrm>
          <a:custGeom>
            <a:avLst/>
            <a:gdLst/>
            <a:ahLst/>
            <a:cxnLst/>
            <a:rect l="l" t="t" r="r" b="b"/>
            <a:pathLst>
              <a:path w="2306" h="1004">
                <a:moveTo>
                  <a:pt x="0" y="1004"/>
                </a:moveTo>
                <a:lnTo>
                  <a:pt x="115" y="956"/>
                </a:lnTo>
                <a:lnTo>
                  <a:pt x="207" y="956"/>
                </a:lnTo>
                <a:lnTo>
                  <a:pt x="207" y="908"/>
                </a:lnTo>
                <a:lnTo>
                  <a:pt x="322" y="908"/>
                </a:lnTo>
                <a:lnTo>
                  <a:pt x="369" y="860"/>
                </a:lnTo>
                <a:lnTo>
                  <a:pt x="484" y="860"/>
                </a:lnTo>
                <a:lnTo>
                  <a:pt x="576" y="764"/>
                </a:lnTo>
                <a:lnTo>
                  <a:pt x="692" y="764"/>
                </a:lnTo>
                <a:lnTo>
                  <a:pt x="738" y="716"/>
                </a:lnTo>
                <a:lnTo>
                  <a:pt x="853" y="716"/>
                </a:lnTo>
                <a:lnTo>
                  <a:pt x="945" y="668"/>
                </a:lnTo>
                <a:lnTo>
                  <a:pt x="1107" y="572"/>
                </a:lnTo>
                <a:lnTo>
                  <a:pt x="1268" y="524"/>
                </a:lnTo>
                <a:lnTo>
                  <a:pt x="1430" y="429"/>
                </a:lnTo>
                <a:lnTo>
                  <a:pt x="1476" y="429"/>
                </a:lnTo>
                <a:lnTo>
                  <a:pt x="1637" y="333"/>
                </a:lnTo>
                <a:lnTo>
                  <a:pt x="1799" y="287"/>
                </a:lnTo>
                <a:lnTo>
                  <a:pt x="1891" y="239"/>
                </a:lnTo>
                <a:lnTo>
                  <a:pt x="2053" y="143"/>
                </a:lnTo>
                <a:lnTo>
                  <a:pt x="2214" y="95"/>
                </a:lnTo>
                <a:lnTo>
                  <a:pt x="2214" y="47"/>
                </a:lnTo>
              </a:path>
            </a:pathLst>
          </a:custGeom>
          <a:ln w="2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1700293" y="3932034"/>
            <a:ext cx="2329" cy="1337"/>
          </a:xfrm>
          <a:custGeom>
            <a:avLst/>
            <a:gdLst/>
            <a:ahLst/>
            <a:cxnLst/>
            <a:rect l="l" t="t" r="r" b="b"/>
            <a:pathLst>
              <a:path w="2329" h="1337">
                <a:moveTo>
                  <a:pt x="0" y="1337"/>
                </a:moveTo>
                <a:lnTo>
                  <a:pt x="161" y="1289"/>
                </a:lnTo>
                <a:lnTo>
                  <a:pt x="161" y="1289"/>
                </a:lnTo>
                <a:lnTo>
                  <a:pt x="276" y="1193"/>
                </a:lnTo>
                <a:lnTo>
                  <a:pt x="438" y="1145"/>
                </a:lnTo>
                <a:lnTo>
                  <a:pt x="484" y="1097"/>
                </a:lnTo>
                <a:lnTo>
                  <a:pt x="530" y="1097"/>
                </a:lnTo>
                <a:lnTo>
                  <a:pt x="692" y="1002"/>
                </a:lnTo>
                <a:lnTo>
                  <a:pt x="738" y="954"/>
                </a:lnTo>
                <a:lnTo>
                  <a:pt x="807" y="908"/>
                </a:lnTo>
                <a:lnTo>
                  <a:pt x="807" y="908"/>
                </a:lnTo>
                <a:lnTo>
                  <a:pt x="899" y="908"/>
                </a:lnTo>
                <a:lnTo>
                  <a:pt x="1061" y="812"/>
                </a:lnTo>
                <a:lnTo>
                  <a:pt x="1061" y="764"/>
                </a:lnTo>
                <a:lnTo>
                  <a:pt x="1222" y="716"/>
                </a:lnTo>
                <a:lnTo>
                  <a:pt x="1384" y="620"/>
                </a:lnTo>
                <a:lnTo>
                  <a:pt x="1522" y="524"/>
                </a:lnTo>
                <a:lnTo>
                  <a:pt x="1522" y="477"/>
                </a:lnTo>
                <a:lnTo>
                  <a:pt x="1522" y="477"/>
                </a:lnTo>
                <a:lnTo>
                  <a:pt x="1637" y="477"/>
                </a:lnTo>
                <a:lnTo>
                  <a:pt x="1753" y="381"/>
                </a:lnTo>
                <a:lnTo>
                  <a:pt x="1891" y="285"/>
                </a:lnTo>
                <a:lnTo>
                  <a:pt x="2053" y="191"/>
                </a:lnTo>
                <a:lnTo>
                  <a:pt x="2214" y="95"/>
                </a:lnTo>
              </a:path>
            </a:pathLst>
          </a:custGeom>
          <a:ln w="2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1702623" y="3930361"/>
            <a:ext cx="2237" cy="1672"/>
          </a:xfrm>
          <a:custGeom>
            <a:avLst/>
            <a:gdLst/>
            <a:ahLst/>
            <a:cxnLst/>
            <a:rect l="l" t="t" r="r" b="b"/>
            <a:pathLst>
              <a:path w="2237" h="1672">
                <a:moveTo>
                  <a:pt x="0" y="1672"/>
                </a:moveTo>
                <a:lnTo>
                  <a:pt x="138" y="1577"/>
                </a:lnTo>
                <a:lnTo>
                  <a:pt x="138" y="1577"/>
                </a:lnTo>
                <a:lnTo>
                  <a:pt x="299" y="1481"/>
                </a:lnTo>
                <a:lnTo>
                  <a:pt x="346" y="1433"/>
                </a:lnTo>
                <a:lnTo>
                  <a:pt x="507" y="1337"/>
                </a:lnTo>
                <a:lnTo>
                  <a:pt x="576" y="1289"/>
                </a:lnTo>
                <a:lnTo>
                  <a:pt x="715" y="1193"/>
                </a:lnTo>
                <a:lnTo>
                  <a:pt x="830" y="1099"/>
                </a:lnTo>
                <a:lnTo>
                  <a:pt x="991" y="1004"/>
                </a:lnTo>
                <a:lnTo>
                  <a:pt x="1153" y="908"/>
                </a:lnTo>
                <a:lnTo>
                  <a:pt x="1245" y="764"/>
                </a:lnTo>
                <a:lnTo>
                  <a:pt x="1407" y="716"/>
                </a:lnTo>
                <a:lnTo>
                  <a:pt x="1522" y="572"/>
                </a:lnTo>
                <a:lnTo>
                  <a:pt x="1660" y="477"/>
                </a:lnTo>
                <a:lnTo>
                  <a:pt x="1822" y="383"/>
                </a:lnTo>
                <a:lnTo>
                  <a:pt x="1822" y="383"/>
                </a:lnTo>
                <a:lnTo>
                  <a:pt x="1937" y="287"/>
                </a:lnTo>
                <a:lnTo>
                  <a:pt x="2099" y="143"/>
                </a:lnTo>
                <a:lnTo>
                  <a:pt x="2237" y="47"/>
                </a:lnTo>
              </a:path>
            </a:pathLst>
          </a:custGeom>
          <a:ln w="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1704861" y="3928307"/>
            <a:ext cx="2329" cy="2054"/>
          </a:xfrm>
          <a:custGeom>
            <a:avLst/>
            <a:gdLst/>
            <a:ahLst/>
            <a:cxnLst/>
            <a:rect l="l" t="t" r="r" b="b"/>
            <a:pathLst>
              <a:path w="2329" h="2054">
                <a:moveTo>
                  <a:pt x="0" y="2054"/>
                </a:moveTo>
                <a:lnTo>
                  <a:pt x="161" y="1958"/>
                </a:lnTo>
                <a:lnTo>
                  <a:pt x="322" y="1814"/>
                </a:lnTo>
                <a:lnTo>
                  <a:pt x="369" y="1768"/>
                </a:lnTo>
                <a:lnTo>
                  <a:pt x="530" y="1672"/>
                </a:lnTo>
                <a:lnTo>
                  <a:pt x="530" y="1672"/>
                </a:lnTo>
                <a:lnTo>
                  <a:pt x="645" y="1529"/>
                </a:lnTo>
                <a:lnTo>
                  <a:pt x="807" y="1433"/>
                </a:lnTo>
                <a:lnTo>
                  <a:pt x="853" y="1385"/>
                </a:lnTo>
                <a:lnTo>
                  <a:pt x="945" y="1241"/>
                </a:lnTo>
                <a:lnTo>
                  <a:pt x="1107" y="1145"/>
                </a:lnTo>
                <a:lnTo>
                  <a:pt x="1222" y="1052"/>
                </a:lnTo>
                <a:lnTo>
                  <a:pt x="1384" y="908"/>
                </a:lnTo>
                <a:lnTo>
                  <a:pt x="1522" y="764"/>
                </a:lnTo>
                <a:lnTo>
                  <a:pt x="1684" y="620"/>
                </a:lnTo>
                <a:lnTo>
                  <a:pt x="1845" y="477"/>
                </a:lnTo>
                <a:lnTo>
                  <a:pt x="1960" y="381"/>
                </a:lnTo>
                <a:lnTo>
                  <a:pt x="2053" y="239"/>
                </a:lnTo>
                <a:lnTo>
                  <a:pt x="2214" y="143"/>
                </a:lnTo>
                <a:lnTo>
                  <a:pt x="2329" y="0"/>
                </a:lnTo>
              </a:path>
            </a:pathLst>
          </a:custGeom>
          <a:ln w="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1707191" y="3925917"/>
            <a:ext cx="2306" cy="2389"/>
          </a:xfrm>
          <a:custGeom>
            <a:avLst/>
            <a:gdLst/>
            <a:ahLst/>
            <a:cxnLst/>
            <a:rect l="l" t="t" r="r" b="b"/>
            <a:pathLst>
              <a:path w="2306" h="2389">
                <a:moveTo>
                  <a:pt x="0" y="2389"/>
                </a:moveTo>
                <a:lnTo>
                  <a:pt x="46" y="2389"/>
                </a:lnTo>
                <a:lnTo>
                  <a:pt x="138" y="2245"/>
                </a:lnTo>
                <a:lnTo>
                  <a:pt x="299" y="2149"/>
                </a:lnTo>
                <a:lnTo>
                  <a:pt x="415" y="2008"/>
                </a:lnTo>
                <a:lnTo>
                  <a:pt x="507" y="1864"/>
                </a:lnTo>
                <a:lnTo>
                  <a:pt x="622" y="1768"/>
                </a:lnTo>
                <a:lnTo>
                  <a:pt x="715" y="1672"/>
                </a:lnTo>
                <a:lnTo>
                  <a:pt x="876" y="1529"/>
                </a:lnTo>
                <a:lnTo>
                  <a:pt x="991" y="1385"/>
                </a:lnTo>
                <a:lnTo>
                  <a:pt x="991" y="1385"/>
                </a:lnTo>
                <a:lnTo>
                  <a:pt x="1084" y="1291"/>
                </a:lnTo>
                <a:lnTo>
                  <a:pt x="1245" y="1147"/>
                </a:lnTo>
                <a:lnTo>
                  <a:pt x="1361" y="1004"/>
                </a:lnTo>
                <a:lnTo>
                  <a:pt x="1361" y="1004"/>
                </a:lnTo>
                <a:lnTo>
                  <a:pt x="1453" y="908"/>
                </a:lnTo>
                <a:lnTo>
                  <a:pt x="1614" y="764"/>
                </a:lnTo>
                <a:lnTo>
                  <a:pt x="1730" y="620"/>
                </a:lnTo>
                <a:lnTo>
                  <a:pt x="1776" y="574"/>
                </a:lnTo>
                <a:lnTo>
                  <a:pt x="1937" y="431"/>
                </a:lnTo>
                <a:lnTo>
                  <a:pt x="2030" y="287"/>
                </a:lnTo>
                <a:lnTo>
                  <a:pt x="2145" y="143"/>
                </a:lnTo>
                <a:lnTo>
                  <a:pt x="2306" y="47"/>
                </a:lnTo>
              </a:path>
            </a:pathLst>
          </a:custGeom>
          <a:ln w="3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1709498" y="3923194"/>
            <a:ext cx="2306" cy="2722"/>
          </a:xfrm>
          <a:custGeom>
            <a:avLst/>
            <a:gdLst/>
            <a:ahLst/>
            <a:cxnLst/>
            <a:rect l="l" t="t" r="r" b="b"/>
            <a:pathLst>
              <a:path w="2306" h="2722">
                <a:moveTo>
                  <a:pt x="0" y="2722"/>
                </a:moveTo>
                <a:lnTo>
                  <a:pt x="92" y="2581"/>
                </a:lnTo>
                <a:lnTo>
                  <a:pt x="161" y="2533"/>
                </a:lnTo>
                <a:lnTo>
                  <a:pt x="299" y="2389"/>
                </a:lnTo>
                <a:lnTo>
                  <a:pt x="415" y="2245"/>
                </a:lnTo>
                <a:lnTo>
                  <a:pt x="530" y="2102"/>
                </a:lnTo>
                <a:lnTo>
                  <a:pt x="622" y="2054"/>
                </a:lnTo>
                <a:lnTo>
                  <a:pt x="738" y="1910"/>
                </a:lnTo>
                <a:lnTo>
                  <a:pt x="830" y="1768"/>
                </a:lnTo>
                <a:lnTo>
                  <a:pt x="945" y="1624"/>
                </a:lnTo>
                <a:lnTo>
                  <a:pt x="991" y="1624"/>
                </a:lnTo>
                <a:lnTo>
                  <a:pt x="1107" y="1481"/>
                </a:lnTo>
                <a:lnTo>
                  <a:pt x="1153" y="1385"/>
                </a:lnTo>
                <a:lnTo>
                  <a:pt x="1245" y="1241"/>
                </a:lnTo>
                <a:lnTo>
                  <a:pt x="1361" y="1099"/>
                </a:lnTo>
                <a:lnTo>
                  <a:pt x="1522" y="1004"/>
                </a:lnTo>
                <a:lnTo>
                  <a:pt x="1522" y="956"/>
                </a:lnTo>
                <a:lnTo>
                  <a:pt x="1614" y="812"/>
                </a:lnTo>
                <a:lnTo>
                  <a:pt x="1730" y="668"/>
                </a:lnTo>
                <a:lnTo>
                  <a:pt x="1822" y="572"/>
                </a:lnTo>
                <a:lnTo>
                  <a:pt x="1937" y="429"/>
                </a:lnTo>
                <a:lnTo>
                  <a:pt x="1983" y="383"/>
                </a:lnTo>
                <a:lnTo>
                  <a:pt x="2099" y="239"/>
                </a:lnTo>
                <a:lnTo>
                  <a:pt x="2191" y="95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1711805" y="3920136"/>
            <a:ext cx="2260" cy="3058"/>
          </a:xfrm>
          <a:custGeom>
            <a:avLst/>
            <a:gdLst/>
            <a:ahLst/>
            <a:cxnLst/>
            <a:rect l="l" t="t" r="r" b="b"/>
            <a:pathLst>
              <a:path w="2260" h="3058">
                <a:moveTo>
                  <a:pt x="0" y="3058"/>
                </a:moveTo>
                <a:lnTo>
                  <a:pt x="92" y="2914"/>
                </a:lnTo>
                <a:lnTo>
                  <a:pt x="207" y="2772"/>
                </a:lnTo>
                <a:lnTo>
                  <a:pt x="322" y="2677"/>
                </a:lnTo>
                <a:lnTo>
                  <a:pt x="369" y="2581"/>
                </a:lnTo>
                <a:lnTo>
                  <a:pt x="415" y="2485"/>
                </a:lnTo>
                <a:lnTo>
                  <a:pt x="530" y="2341"/>
                </a:lnTo>
                <a:lnTo>
                  <a:pt x="622" y="2197"/>
                </a:lnTo>
                <a:lnTo>
                  <a:pt x="738" y="2056"/>
                </a:lnTo>
                <a:lnTo>
                  <a:pt x="830" y="1912"/>
                </a:lnTo>
                <a:lnTo>
                  <a:pt x="945" y="1768"/>
                </a:lnTo>
                <a:lnTo>
                  <a:pt x="1107" y="1624"/>
                </a:lnTo>
                <a:lnTo>
                  <a:pt x="1199" y="1481"/>
                </a:lnTo>
                <a:lnTo>
                  <a:pt x="1314" y="1339"/>
                </a:lnTo>
                <a:lnTo>
                  <a:pt x="1361" y="1195"/>
                </a:lnTo>
                <a:lnTo>
                  <a:pt x="1476" y="1052"/>
                </a:lnTo>
                <a:lnTo>
                  <a:pt x="1614" y="908"/>
                </a:lnTo>
                <a:lnTo>
                  <a:pt x="1730" y="764"/>
                </a:lnTo>
                <a:lnTo>
                  <a:pt x="1845" y="622"/>
                </a:lnTo>
                <a:lnTo>
                  <a:pt x="1891" y="527"/>
                </a:lnTo>
                <a:lnTo>
                  <a:pt x="1983" y="383"/>
                </a:lnTo>
                <a:lnTo>
                  <a:pt x="2099" y="239"/>
                </a:lnTo>
                <a:lnTo>
                  <a:pt x="2214" y="95"/>
                </a:lnTo>
              </a:path>
            </a:pathLst>
          </a:custGeom>
          <a:ln w="3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1714065" y="3916696"/>
            <a:ext cx="2306" cy="3439"/>
          </a:xfrm>
          <a:custGeom>
            <a:avLst/>
            <a:gdLst/>
            <a:ahLst/>
            <a:cxnLst/>
            <a:rect l="l" t="t" r="r" b="b"/>
            <a:pathLst>
              <a:path w="2306" h="3439">
                <a:moveTo>
                  <a:pt x="0" y="3439"/>
                </a:moveTo>
                <a:lnTo>
                  <a:pt x="92" y="3297"/>
                </a:lnTo>
                <a:lnTo>
                  <a:pt x="207" y="3154"/>
                </a:lnTo>
                <a:lnTo>
                  <a:pt x="299" y="3010"/>
                </a:lnTo>
                <a:lnTo>
                  <a:pt x="415" y="2866"/>
                </a:lnTo>
                <a:lnTo>
                  <a:pt x="461" y="2722"/>
                </a:lnTo>
                <a:lnTo>
                  <a:pt x="576" y="2581"/>
                </a:lnTo>
                <a:lnTo>
                  <a:pt x="669" y="2437"/>
                </a:lnTo>
                <a:lnTo>
                  <a:pt x="784" y="2293"/>
                </a:lnTo>
                <a:lnTo>
                  <a:pt x="899" y="2149"/>
                </a:lnTo>
                <a:lnTo>
                  <a:pt x="991" y="2006"/>
                </a:lnTo>
                <a:lnTo>
                  <a:pt x="991" y="2006"/>
                </a:lnTo>
                <a:lnTo>
                  <a:pt x="1107" y="1864"/>
                </a:lnTo>
                <a:lnTo>
                  <a:pt x="1199" y="1720"/>
                </a:lnTo>
                <a:lnTo>
                  <a:pt x="1245" y="1577"/>
                </a:lnTo>
                <a:lnTo>
                  <a:pt x="1361" y="1433"/>
                </a:lnTo>
                <a:lnTo>
                  <a:pt x="1476" y="1289"/>
                </a:lnTo>
                <a:lnTo>
                  <a:pt x="1568" y="1147"/>
                </a:lnTo>
                <a:lnTo>
                  <a:pt x="1684" y="1004"/>
                </a:lnTo>
                <a:lnTo>
                  <a:pt x="1730" y="860"/>
                </a:lnTo>
                <a:lnTo>
                  <a:pt x="1822" y="716"/>
                </a:lnTo>
                <a:lnTo>
                  <a:pt x="1937" y="572"/>
                </a:lnTo>
                <a:lnTo>
                  <a:pt x="1937" y="572"/>
                </a:lnTo>
                <a:lnTo>
                  <a:pt x="2053" y="431"/>
                </a:lnTo>
                <a:lnTo>
                  <a:pt x="2099" y="287"/>
                </a:lnTo>
                <a:lnTo>
                  <a:pt x="2191" y="143"/>
                </a:lnTo>
                <a:lnTo>
                  <a:pt x="2306" y="0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1716372" y="3912921"/>
            <a:ext cx="2306" cy="3774"/>
          </a:xfrm>
          <a:custGeom>
            <a:avLst/>
            <a:gdLst/>
            <a:ahLst/>
            <a:cxnLst/>
            <a:rect l="l" t="t" r="r" b="b"/>
            <a:pathLst>
              <a:path w="2306" h="3774">
                <a:moveTo>
                  <a:pt x="0" y="3774"/>
                </a:moveTo>
                <a:lnTo>
                  <a:pt x="115" y="3631"/>
                </a:lnTo>
                <a:lnTo>
                  <a:pt x="207" y="3489"/>
                </a:lnTo>
                <a:lnTo>
                  <a:pt x="253" y="3345"/>
                </a:lnTo>
                <a:lnTo>
                  <a:pt x="322" y="3297"/>
                </a:lnTo>
                <a:lnTo>
                  <a:pt x="369" y="3154"/>
                </a:lnTo>
                <a:lnTo>
                  <a:pt x="461" y="3010"/>
                </a:lnTo>
                <a:lnTo>
                  <a:pt x="576" y="2866"/>
                </a:lnTo>
                <a:lnTo>
                  <a:pt x="692" y="2724"/>
                </a:lnTo>
                <a:lnTo>
                  <a:pt x="738" y="2581"/>
                </a:lnTo>
                <a:lnTo>
                  <a:pt x="830" y="2437"/>
                </a:lnTo>
                <a:lnTo>
                  <a:pt x="945" y="2293"/>
                </a:lnTo>
                <a:lnTo>
                  <a:pt x="991" y="2149"/>
                </a:lnTo>
                <a:lnTo>
                  <a:pt x="1107" y="2008"/>
                </a:lnTo>
                <a:lnTo>
                  <a:pt x="1153" y="1960"/>
                </a:lnTo>
                <a:lnTo>
                  <a:pt x="1199" y="1864"/>
                </a:lnTo>
                <a:lnTo>
                  <a:pt x="1268" y="1720"/>
                </a:lnTo>
                <a:lnTo>
                  <a:pt x="1361" y="1624"/>
                </a:lnTo>
                <a:lnTo>
                  <a:pt x="1407" y="1481"/>
                </a:lnTo>
                <a:lnTo>
                  <a:pt x="1476" y="1433"/>
                </a:lnTo>
                <a:lnTo>
                  <a:pt x="1522" y="1291"/>
                </a:lnTo>
                <a:lnTo>
                  <a:pt x="1637" y="1147"/>
                </a:lnTo>
                <a:lnTo>
                  <a:pt x="1730" y="1004"/>
                </a:lnTo>
                <a:lnTo>
                  <a:pt x="1776" y="908"/>
                </a:lnTo>
                <a:lnTo>
                  <a:pt x="1845" y="764"/>
                </a:lnTo>
                <a:lnTo>
                  <a:pt x="1937" y="670"/>
                </a:lnTo>
                <a:lnTo>
                  <a:pt x="1983" y="574"/>
                </a:lnTo>
                <a:lnTo>
                  <a:pt x="2053" y="431"/>
                </a:lnTo>
                <a:lnTo>
                  <a:pt x="2099" y="383"/>
                </a:lnTo>
                <a:lnTo>
                  <a:pt x="2145" y="287"/>
                </a:lnTo>
                <a:lnTo>
                  <a:pt x="2214" y="143"/>
                </a:lnTo>
                <a:lnTo>
                  <a:pt x="2306" y="0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1718679" y="3908813"/>
            <a:ext cx="2306" cy="4108"/>
          </a:xfrm>
          <a:custGeom>
            <a:avLst/>
            <a:gdLst/>
            <a:ahLst/>
            <a:cxnLst/>
            <a:rect l="l" t="t" r="r" b="b"/>
            <a:pathLst>
              <a:path w="2306" h="4108">
                <a:moveTo>
                  <a:pt x="0" y="4108"/>
                </a:moveTo>
                <a:lnTo>
                  <a:pt x="115" y="3966"/>
                </a:lnTo>
                <a:lnTo>
                  <a:pt x="161" y="3822"/>
                </a:lnTo>
                <a:lnTo>
                  <a:pt x="276" y="3679"/>
                </a:lnTo>
                <a:lnTo>
                  <a:pt x="322" y="3583"/>
                </a:lnTo>
                <a:lnTo>
                  <a:pt x="369" y="3439"/>
                </a:lnTo>
                <a:lnTo>
                  <a:pt x="484" y="3297"/>
                </a:lnTo>
                <a:lnTo>
                  <a:pt x="576" y="3154"/>
                </a:lnTo>
                <a:lnTo>
                  <a:pt x="622" y="3010"/>
                </a:lnTo>
                <a:lnTo>
                  <a:pt x="692" y="2962"/>
                </a:lnTo>
                <a:lnTo>
                  <a:pt x="738" y="2818"/>
                </a:lnTo>
                <a:lnTo>
                  <a:pt x="853" y="2674"/>
                </a:lnTo>
                <a:lnTo>
                  <a:pt x="899" y="2533"/>
                </a:lnTo>
                <a:lnTo>
                  <a:pt x="991" y="2389"/>
                </a:lnTo>
                <a:lnTo>
                  <a:pt x="1061" y="2245"/>
                </a:lnTo>
                <a:lnTo>
                  <a:pt x="1153" y="2102"/>
                </a:lnTo>
                <a:lnTo>
                  <a:pt x="1222" y="1958"/>
                </a:lnTo>
                <a:lnTo>
                  <a:pt x="1314" y="1816"/>
                </a:lnTo>
                <a:lnTo>
                  <a:pt x="1361" y="1672"/>
                </a:lnTo>
                <a:lnTo>
                  <a:pt x="1476" y="1529"/>
                </a:lnTo>
                <a:lnTo>
                  <a:pt x="1522" y="1385"/>
                </a:lnTo>
                <a:lnTo>
                  <a:pt x="1637" y="1241"/>
                </a:lnTo>
                <a:lnTo>
                  <a:pt x="1684" y="1099"/>
                </a:lnTo>
                <a:lnTo>
                  <a:pt x="1799" y="956"/>
                </a:lnTo>
                <a:lnTo>
                  <a:pt x="1845" y="812"/>
                </a:lnTo>
                <a:lnTo>
                  <a:pt x="1937" y="668"/>
                </a:lnTo>
                <a:lnTo>
                  <a:pt x="2007" y="524"/>
                </a:lnTo>
                <a:lnTo>
                  <a:pt x="2099" y="383"/>
                </a:lnTo>
                <a:lnTo>
                  <a:pt x="2145" y="239"/>
                </a:lnTo>
                <a:lnTo>
                  <a:pt x="2260" y="95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1720986" y="3904417"/>
            <a:ext cx="2306" cy="4395"/>
          </a:xfrm>
          <a:custGeom>
            <a:avLst/>
            <a:gdLst/>
            <a:ahLst/>
            <a:cxnLst/>
            <a:rect l="l" t="t" r="r" b="b"/>
            <a:pathLst>
              <a:path w="2306" h="4395">
                <a:moveTo>
                  <a:pt x="0" y="4395"/>
                </a:moveTo>
                <a:lnTo>
                  <a:pt x="69" y="4252"/>
                </a:lnTo>
                <a:lnTo>
                  <a:pt x="161" y="4110"/>
                </a:lnTo>
                <a:lnTo>
                  <a:pt x="207" y="3966"/>
                </a:lnTo>
                <a:lnTo>
                  <a:pt x="207" y="3966"/>
                </a:lnTo>
                <a:lnTo>
                  <a:pt x="322" y="3822"/>
                </a:lnTo>
                <a:lnTo>
                  <a:pt x="369" y="3679"/>
                </a:lnTo>
                <a:lnTo>
                  <a:pt x="484" y="3535"/>
                </a:lnTo>
                <a:lnTo>
                  <a:pt x="530" y="3393"/>
                </a:lnTo>
                <a:lnTo>
                  <a:pt x="576" y="3249"/>
                </a:lnTo>
                <a:lnTo>
                  <a:pt x="692" y="3106"/>
                </a:lnTo>
                <a:lnTo>
                  <a:pt x="738" y="2962"/>
                </a:lnTo>
                <a:lnTo>
                  <a:pt x="853" y="2818"/>
                </a:lnTo>
                <a:lnTo>
                  <a:pt x="853" y="2770"/>
                </a:lnTo>
                <a:lnTo>
                  <a:pt x="945" y="2629"/>
                </a:lnTo>
                <a:lnTo>
                  <a:pt x="1015" y="2485"/>
                </a:lnTo>
                <a:lnTo>
                  <a:pt x="1061" y="2437"/>
                </a:lnTo>
                <a:lnTo>
                  <a:pt x="1107" y="2293"/>
                </a:lnTo>
                <a:lnTo>
                  <a:pt x="1153" y="2149"/>
                </a:lnTo>
                <a:lnTo>
                  <a:pt x="1268" y="2008"/>
                </a:lnTo>
                <a:lnTo>
                  <a:pt x="1314" y="1864"/>
                </a:lnTo>
                <a:lnTo>
                  <a:pt x="1430" y="1720"/>
                </a:lnTo>
                <a:lnTo>
                  <a:pt x="1476" y="1577"/>
                </a:lnTo>
                <a:lnTo>
                  <a:pt x="1522" y="1433"/>
                </a:lnTo>
                <a:lnTo>
                  <a:pt x="1637" y="1291"/>
                </a:lnTo>
                <a:lnTo>
                  <a:pt x="1684" y="1147"/>
                </a:lnTo>
                <a:lnTo>
                  <a:pt x="1730" y="1052"/>
                </a:lnTo>
                <a:lnTo>
                  <a:pt x="1845" y="908"/>
                </a:lnTo>
                <a:lnTo>
                  <a:pt x="1891" y="764"/>
                </a:lnTo>
                <a:lnTo>
                  <a:pt x="1960" y="620"/>
                </a:lnTo>
                <a:lnTo>
                  <a:pt x="2007" y="527"/>
                </a:lnTo>
                <a:lnTo>
                  <a:pt x="2099" y="383"/>
                </a:lnTo>
                <a:lnTo>
                  <a:pt x="2168" y="239"/>
                </a:lnTo>
                <a:lnTo>
                  <a:pt x="2214" y="95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1723293" y="3899640"/>
            <a:ext cx="2260" cy="4777"/>
          </a:xfrm>
          <a:custGeom>
            <a:avLst/>
            <a:gdLst/>
            <a:ahLst/>
            <a:cxnLst/>
            <a:rect l="l" t="t" r="r" b="b"/>
            <a:pathLst>
              <a:path w="2260" h="4777">
                <a:moveTo>
                  <a:pt x="0" y="4777"/>
                </a:moveTo>
                <a:lnTo>
                  <a:pt x="0" y="4681"/>
                </a:lnTo>
                <a:lnTo>
                  <a:pt x="115" y="4539"/>
                </a:lnTo>
                <a:lnTo>
                  <a:pt x="161" y="4395"/>
                </a:lnTo>
                <a:lnTo>
                  <a:pt x="230" y="4252"/>
                </a:lnTo>
                <a:lnTo>
                  <a:pt x="276" y="4108"/>
                </a:lnTo>
                <a:lnTo>
                  <a:pt x="369" y="3964"/>
                </a:lnTo>
                <a:lnTo>
                  <a:pt x="438" y="3822"/>
                </a:lnTo>
                <a:lnTo>
                  <a:pt x="484" y="3727"/>
                </a:lnTo>
                <a:lnTo>
                  <a:pt x="599" y="3583"/>
                </a:lnTo>
                <a:lnTo>
                  <a:pt x="645" y="3439"/>
                </a:lnTo>
                <a:lnTo>
                  <a:pt x="692" y="3295"/>
                </a:lnTo>
                <a:lnTo>
                  <a:pt x="692" y="3295"/>
                </a:lnTo>
                <a:lnTo>
                  <a:pt x="807" y="3154"/>
                </a:lnTo>
                <a:lnTo>
                  <a:pt x="853" y="3010"/>
                </a:lnTo>
                <a:lnTo>
                  <a:pt x="853" y="2962"/>
                </a:lnTo>
                <a:lnTo>
                  <a:pt x="945" y="2818"/>
                </a:lnTo>
                <a:lnTo>
                  <a:pt x="1015" y="2674"/>
                </a:lnTo>
                <a:lnTo>
                  <a:pt x="1061" y="2531"/>
                </a:lnTo>
                <a:lnTo>
                  <a:pt x="1061" y="2531"/>
                </a:lnTo>
                <a:lnTo>
                  <a:pt x="1176" y="2389"/>
                </a:lnTo>
                <a:lnTo>
                  <a:pt x="1222" y="2245"/>
                </a:lnTo>
                <a:lnTo>
                  <a:pt x="1268" y="2102"/>
                </a:lnTo>
                <a:lnTo>
                  <a:pt x="1268" y="2102"/>
                </a:lnTo>
                <a:lnTo>
                  <a:pt x="1384" y="1958"/>
                </a:lnTo>
                <a:lnTo>
                  <a:pt x="1430" y="1814"/>
                </a:lnTo>
                <a:lnTo>
                  <a:pt x="1430" y="1768"/>
                </a:lnTo>
                <a:lnTo>
                  <a:pt x="1522" y="1624"/>
                </a:lnTo>
                <a:lnTo>
                  <a:pt x="1591" y="1481"/>
                </a:lnTo>
                <a:lnTo>
                  <a:pt x="1637" y="1337"/>
                </a:lnTo>
                <a:lnTo>
                  <a:pt x="1637" y="1337"/>
                </a:lnTo>
                <a:lnTo>
                  <a:pt x="1753" y="1193"/>
                </a:lnTo>
                <a:lnTo>
                  <a:pt x="1799" y="1052"/>
                </a:lnTo>
                <a:lnTo>
                  <a:pt x="1845" y="908"/>
                </a:lnTo>
                <a:lnTo>
                  <a:pt x="1891" y="764"/>
                </a:lnTo>
                <a:lnTo>
                  <a:pt x="2007" y="620"/>
                </a:lnTo>
                <a:lnTo>
                  <a:pt x="2053" y="477"/>
                </a:lnTo>
                <a:lnTo>
                  <a:pt x="2122" y="335"/>
                </a:lnTo>
                <a:lnTo>
                  <a:pt x="2122" y="335"/>
                </a:lnTo>
                <a:lnTo>
                  <a:pt x="2214" y="191"/>
                </a:lnTo>
                <a:lnTo>
                  <a:pt x="2260" y="47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1725554" y="3894576"/>
            <a:ext cx="2329" cy="5064"/>
          </a:xfrm>
          <a:custGeom>
            <a:avLst/>
            <a:gdLst/>
            <a:ahLst/>
            <a:cxnLst/>
            <a:rect l="l" t="t" r="r" b="b"/>
            <a:pathLst>
              <a:path w="2329" h="5064">
                <a:moveTo>
                  <a:pt x="0" y="5064"/>
                </a:moveTo>
                <a:lnTo>
                  <a:pt x="69" y="4920"/>
                </a:lnTo>
                <a:lnTo>
                  <a:pt x="161" y="4777"/>
                </a:lnTo>
                <a:lnTo>
                  <a:pt x="161" y="4729"/>
                </a:lnTo>
                <a:lnTo>
                  <a:pt x="276" y="4587"/>
                </a:lnTo>
                <a:lnTo>
                  <a:pt x="322" y="4443"/>
                </a:lnTo>
                <a:lnTo>
                  <a:pt x="369" y="4299"/>
                </a:lnTo>
                <a:lnTo>
                  <a:pt x="438" y="4156"/>
                </a:lnTo>
                <a:lnTo>
                  <a:pt x="438" y="4156"/>
                </a:lnTo>
                <a:lnTo>
                  <a:pt x="530" y="4012"/>
                </a:lnTo>
                <a:lnTo>
                  <a:pt x="576" y="3870"/>
                </a:lnTo>
                <a:lnTo>
                  <a:pt x="645" y="3727"/>
                </a:lnTo>
                <a:lnTo>
                  <a:pt x="692" y="3583"/>
                </a:lnTo>
                <a:lnTo>
                  <a:pt x="738" y="3439"/>
                </a:lnTo>
                <a:lnTo>
                  <a:pt x="853" y="3295"/>
                </a:lnTo>
                <a:lnTo>
                  <a:pt x="899" y="3154"/>
                </a:lnTo>
                <a:lnTo>
                  <a:pt x="945" y="3010"/>
                </a:lnTo>
                <a:lnTo>
                  <a:pt x="1015" y="2866"/>
                </a:lnTo>
                <a:lnTo>
                  <a:pt x="1107" y="2722"/>
                </a:lnTo>
                <a:lnTo>
                  <a:pt x="1153" y="2579"/>
                </a:lnTo>
                <a:lnTo>
                  <a:pt x="1222" y="2437"/>
                </a:lnTo>
                <a:lnTo>
                  <a:pt x="1314" y="2293"/>
                </a:lnTo>
                <a:lnTo>
                  <a:pt x="1384" y="2149"/>
                </a:lnTo>
                <a:lnTo>
                  <a:pt x="1430" y="2006"/>
                </a:lnTo>
                <a:lnTo>
                  <a:pt x="1476" y="1862"/>
                </a:lnTo>
                <a:lnTo>
                  <a:pt x="1522" y="1720"/>
                </a:lnTo>
                <a:lnTo>
                  <a:pt x="1591" y="1577"/>
                </a:lnTo>
                <a:lnTo>
                  <a:pt x="1684" y="1433"/>
                </a:lnTo>
                <a:lnTo>
                  <a:pt x="1730" y="1289"/>
                </a:lnTo>
                <a:lnTo>
                  <a:pt x="1799" y="1145"/>
                </a:lnTo>
                <a:lnTo>
                  <a:pt x="1845" y="1004"/>
                </a:lnTo>
                <a:lnTo>
                  <a:pt x="1891" y="908"/>
                </a:lnTo>
                <a:lnTo>
                  <a:pt x="2007" y="764"/>
                </a:lnTo>
                <a:lnTo>
                  <a:pt x="2053" y="620"/>
                </a:lnTo>
                <a:lnTo>
                  <a:pt x="2099" y="477"/>
                </a:lnTo>
                <a:lnTo>
                  <a:pt x="2168" y="335"/>
                </a:lnTo>
                <a:lnTo>
                  <a:pt x="2214" y="191"/>
                </a:lnTo>
                <a:lnTo>
                  <a:pt x="2260" y="47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1727884" y="3889130"/>
            <a:ext cx="2306" cy="5445"/>
          </a:xfrm>
          <a:custGeom>
            <a:avLst/>
            <a:gdLst/>
            <a:ahLst/>
            <a:cxnLst/>
            <a:rect l="l" t="t" r="r" b="b"/>
            <a:pathLst>
              <a:path w="2306" h="5445">
                <a:moveTo>
                  <a:pt x="0" y="5445"/>
                </a:moveTo>
                <a:lnTo>
                  <a:pt x="46" y="5301"/>
                </a:lnTo>
                <a:lnTo>
                  <a:pt x="92" y="5158"/>
                </a:lnTo>
                <a:lnTo>
                  <a:pt x="138" y="5016"/>
                </a:lnTo>
                <a:lnTo>
                  <a:pt x="253" y="4872"/>
                </a:lnTo>
                <a:lnTo>
                  <a:pt x="299" y="4729"/>
                </a:lnTo>
                <a:lnTo>
                  <a:pt x="346" y="4585"/>
                </a:lnTo>
                <a:lnTo>
                  <a:pt x="415" y="4441"/>
                </a:lnTo>
                <a:lnTo>
                  <a:pt x="461" y="4299"/>
                </a:lnTo>
                <a:lnTo>
                  <a:pt x="507" y="4156"/>
                </a:lnTo>
                <a:lnTo>
                  <a:pt x="622" y="4012"/>
                </a:lnTo>
                <a:lnTo>
                  <a:pt x="669" y="3868"/>
                </a:lnTo>
                <a:lnTo>
                  <a:pt x="715" y="3724"/>
                </a:lnTo>
                <a:lnTo>
                  <a:pt x="784" y="3583"/>
                </a:lnTo>
                <a:lnTo>
                  <a:pt x="830" y="3439"/>
                </a:lnTo>
                <a:lnTo>
                  <a:pt x="876" y="3295"/>
                </a:lnTo>
                <a:lnTo>
                  <a:pt x="991" y="3152"/>
                </a:lnTo>
                <a:lnTo>
                  <a:pt x="1038" y="3008"/>
                </a:lnTo>
                <a:lnTo>
                  <a:pt x="1084" y="2866"/>
                </a:lnTo>
                <a:lnTo>
                  <a:pt x="1153" y="2722"/>
                </a:lnTo>
                <a:lnTo>
                  <a:pt x="1199" y="2579"/>
                </a:lnTo>
                <a:lnTo>
                  <a:pt x="1291" y="2435"/>
                </a:lnTo>
                <a:lnTo>
                  <a:pt x="1361" y="2291"/>
                </a:lnTo>
                <a:lnTo>
                  <a:pt x="1407" y="2149"/>
                </a:lnTo>
                <a:lnTo>
                  <a:pt x="1453" y="2006"/>
                </a:lnTo>
                <a:lnTo>
                  <a:pt x="1522" y="1862"/>
                </a:lnTo>
                <a:lnTo>
                  <a:pt x="1568" y="1718"/>
                </a:lnTo>
                <a:lnTo>
                  <a:pt x="1660" y="1574"/>
                </a:lnTo>
                <a:lnTo>
                  <a:pt x="1730" y="1433"/>
                </a:lnTo>
                <a:lnTo>
                  <a:pt x="1776" y="1289"/>
                </a:lnTo>
                <a:lnTo>
                  <a:pt x="1822" y="1145"/>
                </a:lnTo>
                <a:lnTo>
                  <a:pt x="1868" y="1002"/>
                </a:lnTo>
                <a:lnTo>
                  <a:pt x="1937" y="858"/>
                </a:lnTo>
                <a:lnTo>
                  <a:pt x="1983" y="716"/>
                </a:lnTo>
                <a:lnTo>
                  <a:pt x="2030" y="572"/>
                </a:lnTo>
                <a:lnTo>
                  <a:pt x="2145" y="429"/>
                </a:lnTo>
                <a:lnTo>
                  <a:pt x="2191" y="285"/>
                </a:lnTo>
                <a:lnTo>
                  <a:pt x="2237" y="141"/>
                </a:lnTo>
                <a:lnTo>
                  <a:pt x="2306" y="0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1730191" y="3883445"/>
            <a:ext cx="2306" cy="5685"/>
          </a:xfrm>
          <a:custGeom>
            <a:avLst/>
            <a:gdLst/>
            <a:ahLst/>
            <a:cxnLst/>
            <a:rect l="l" t="t" r="r" b="b"/>
            <a:pathLst>
              <a:path w="2306" h="5685">
                <a:moveTo>
                  <a:pt x="0" y="5685"/>
                </a:moveTo>
                <a:lnTo>
                  <a:pt x="46" y="5541"/>
                </a:lnTo>
                <a:lnTo>
                  <a:pt x="92" y="5397"/>
                </a:lnTo>
                <a:lnTo>
                  <a:pt x="161" y="5254"/>
                </a:lnTo>
                <a:lnTo>
                  <a:pt x="253" y="5110"/>
                </a:lnTo>
                <a:lnTo>
                  <a:pt x="299" y="4968"/>
                </a:lnTo>
                <a:lnTo>
                  <a:pt x="369" y="4824"/>
                </a:lnTo>
                <a:lnTo>
                  <a:pt x="415" y="4681"/>
                </a:lnTo>
                <a:lnTo>
                  <a:pt x="461" y="4537"/>
                </a:lnTo>
                <a:lnTo>
                  <a:pt x="507" y="4393"/>
                </a:lnTo>
                <a:lnTo>
                  <a:pt x="576" y="4252"/>
                </a:lnTo>
                <a:lnTo>
                  <a:pt x="622" y="4108"/>
                </a:lnTo>
                <a:lnTo>
                  <a:pt x="669" y="3964"/>
                </a:lnTo>
                <a:lnTo>
                  <a:pt x="738" y="3820"/>
                </a:lnTo>
                <a:lnTo>
                  <a:pt x="830" y="3677"/>
                </a:lnTo>
                <a:lnTo>
                  <a:pt x="876" y="3535"/>
                </a:lnTo>
                <a:lnTo>
                  <a:pt x="945" y="3391"/>
                </a:lnTo>
                <a:lnTo>
                  <a:pt x="945" y="3343"/>
                </a:lnTo>
                <a:lnTo>
                  <a:pt x="991" y="3199"/>
                </a:lnTo>
                <a:lnTo>
                  <a:pt x="1038" y="3152"/>
                </a:lnTo>
                <a:lnTo>
                  <a:pt x="1084" y="3008"/>
                </a:lnTo>
                <a:lnTo>
                  <a:pt x="1153" y="2866"/>
                </a:lnTo>
                <a:lnTo>
                  <a:pt x="1199" y="2722"/>
                </a:lnTo>
                <a:lnTo>
                  <a:pt x="1245" y="2579"/>
                </a:lnTo>
                <a:lnTo>
                  <a:pt x="1314" y="2435"/>
                </a:lnTo>
                <a:lnTo>
                  <a:pt x="1361" y="2291"/>
                </a:lnTo>
                <a:lnTo>
                  <a:pt x="1407" y="2149"/>
                </a:lnTo>
                <a:lnTo>
                  <a:pt x="1453" y="2006"/>
                </a:lnTo>
                <a:lnTo>
                  <a:pt x="1568" y="1862"/>
                </a:lnTo>
                <a:lnTo>
                  <a:pt x="1614" y="1718"/>
                </a:lnTo>
                <a:lnTo>
                  <a:pt x="1684" y="1574"/>
                </a:lnTo>
                <a:lnTo>
                  <a:pt x="1730" y="1433"/>
                </a:lnTo>
                <a:lnTo>
                  <a:pt x="1776" y="1289"/>
                </a:lnTo>
                <a:lnTo>
                  <a:pt x="1822" y="1145"/>
                </a:lnTo>
                <a:lnTo>
                  <a:pt x="1891" y="1002"/>
                </a:lnTo>
                <a:lnTo>
                  <a:pt x="1937" y="858"/>
                </a:lnTo>
                <a:lnTo>
                  <a:pt x="1983" y="716"/>
                </a:lnTo>
                <a:lnTo>
                  <a:pt x="2030" y="572"/>
                </a:lnTo>
                <a:lnTo>
                  <a:pt x="2099" y="429"/>
                </a:lnTo>
                <a:lnTo>
                  <a:pt x="2145" y="285"/>
                </a:lnTo>
                <a:lnTo>
                  <a:pt x="2191" y="141"/>
                </a:lnTo>
                <a:lnTo>
                  <a:pt x="2260" y="0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1732498" y="3877424"/>
            <a:ext cx="2260" cy="6020"/>
          </a:xfrm>
          <a:custGeom>
            <a:avLst/>
            <a:gdLst/>
            <a:ahLst/>
            <a:cxnLst/>
            <a:rect l="l" t="t" r="r" b="b"/>
            <a:pathLst>
              <a:path w="2260" h="6020">
                <a:moveTo>
                  <a:pt x="0" y="6020"/>
                </a:moveTo>
                <a:lnTo>
                  <a:pt x="46" y="5876"/>
                </a:lnTo>
                <a:lnTo>
                  <a:pt x="92" y="5733"/>
                </a:lnTo>
                <a:lnTo>
                  <a:pt x="161" y="5589"/>
                </a:lnTo>
                <a:lnTo>
                  <a:pt x="207" y="5445"/>
                </a:lnTo>
                <a:lnTo>
                  <a:pt x="253" y="5304"/>
                </a:lnTo>
                <a:lnTo>
                  <a:pt x="322" y="5160"/>
                </a:lnTo>
                <a:lnTo>
                  <a:pt x="369" y="5016"/>
                </a:lnTo>
                <a:lnTo>
                  <a:pt x="415" y="4872"/>
                </a:lnTo>
                <a:lnTo>
                  <a:pt x="461" y="4729"/>
                </a:lnTo>
                <a:lnTo>
                  <a:pt x="530" y="4587"/>
                </a:lnTo>
                <a:lnTo>
                  <a:pt x="576" y="4443"/>
                </a:lnTo>
                <a:lnTo>
                  <a:pt x="622" y="4299"/>
                </a:lnTo>
                <a:lnTo>
                  <a:pt x="669" y="4156"/>
                </a:lnTo>
                <a:lnTo>
                  <a:pt x="738" y="4012"/>
                </a:lnTo>
                <a:lnTo>
                  <a:pt x="784" y="3870"/>
                </a:lnTo>
                <a:lnTo>
                  <a:pt x="830" y="3727"/>
                </a:lnTo>
                <a:lnTo>
                  <a:pt x="899" y="3583"/>
                </a:lnTo>
                <a:lnTo>
                  <a:pt x="991" y="3439"/>
                </a:lnTo>
                <a:lnTo>
                  <a:pt x="991" y="3295"/>
                </a:lnTo>
                <a:lnTo>
                  <a:pt x="1107" y="3154"/>
                </a:lnTo>
                <a:lnTo>
                  <a:pt x="1153" y="3010"/>
                </a:lnTo>
                <a:lnTo>
                  <a:pt x="1199" y="2866"/>
                </a:lnTo>
                <a:lnTo>
                  <a:pt x="1245" y="2722"/>
                </a:lnTo>
                <a:lnTo>
                  <a:pt x="1314" y="2579"/>
                </a:lnTo>
                <a:lnTo>
                  <a:pt x="1361" y="2437"/>
                </a:lnTo>
                <a:lnTo>
                  <a:pt x="1407" y="2293"/>
                </a:lnTo>
                <a:lnTo>
                  <a:pt x="1476" y="2149"/>
                </a:lnTo>
                <a:lnTo>
                  <a:pt x="1522" y="2006"/>
                </a:lnTo>
                <a:lnTo>
                  <a:pt x="1568" y="1862"/>
                </a:lnTo>
                <a:lnTo>
                  <a:pt x="1614" y="1720"/>
                </a:lnTo>
                <a:lnTo>
                  <a:pt x="1684" y="1577"/>
                </a:lnTo>
                <a:lnTo>
                  <a:pt x="1730" y="1433"/>
                </a:lnTo>
                <a:lnTo>
                  <a:pt x="1776" y="1289"/>
                </a:lnTo>
                <a:lnTo>
                  <a:pt x="1845" y="1145"/>
                </a:lnTo>
                <a:lnTo>
                  <a:pt x="1891" y="1004"/>
                </a:lnTo>
                <a:lnTo>
                  <a:pt x="1937" y="860"/>
                </a:lnTo>
                <a:lnTo>
                  <a:pt x="1983" y="716"/>
                </a:lnTo>
                <a:lnTo>
                  <a:pt x="2053" y="572"/>
                </a:lnTo>
                <a:lnTo>
                  <a:pt x="2099" y="429"/>
                </a:lnTo>
                <a:lnTo>
                  <a:pt x="2145" y="287"/>
                </a:lnTo>
                <a:lnTo>
                  <a:pt x="2191" y="143"/>
                </a:lnTo>
                <a:lnTo>
                  <a:pt x="2260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1734758" y="3871070"/>
            <a:ext cx="2306" cy="6354"/>
          </a:xfrm>
          <a:custGeom>
            <a:avLst/>
            <a:gdLst/>
            <a:ahLst/>
            <a:cxnLst/>
            <a:rect l="l" t="t" r="r" b="b"/>
            <a:pathLst>
              <a:path w="2306" h="6354">
                <a:moveTo>
                  <a:pt x="0" y="6354"/>
                </a:moveTo>
                <a:lnTo>
                  <a:pt x="46" y="6210"/>
                </a:lnTo>
                <a:lnTo>
                  <a:pt x="92" y="6066"/>
                </a:lnTo>
                <a:lnTo>
                  <a:pt x="161" y="5924"/>
                </a:lnTo>
                <a:lnTo>
                  <a:pt x="207" y="5781"/>
                </a:lnTo>
                <a:lnTo>
                  <a:pt x="253" y="5637"/>
                </a:lnTo>
                <a:lnTo>
                  <a:pt x="299" y="5493"/>
                </a:lnTo>
                <a:lnTo>
                  <a:pt x="369" y="5349"/>
                </a:lnTo>
                <a:lnTo>
                  <a:pt x="415" y="5208"/>
                </a:lnTo>
                <a:lnTo>
                  <a:pt x="461" y="5064"/>
                </a:lnTo>
                <a:lnTo>
                  <a:pt x="530" y="4920"/>
                </a:lnTo>
                <a:lnTo>
                  <a:pt x="576" y="4777"/>
                </a:lnTo>
                <a:lnTo>
                  <a:pt x="622" y="4633"/>
                </a:lnTo>
                <a:lnTo>
                  <a:pt x="669" y="4491"/>
                </a:lnTo>
                <a:lnTo>
                  <a:pt x="738" y="4347"/>
                </a:lnTo>
                <a:lnTo>
                  <a:pt x="784" y="4204"/>
                </a:lnTo>
                <a:lnTo>
                  <a:pt x="830" y="4060"/>
                </a:lnTo>
                <a:lnTo>
                  <a:pt x="876" y="3916"/>
                </a:lnTo>
                <a:lnTo>
                  <a:pt x="945" y="3774"/>
                </a:lnTo>
                <a:lnTo>
                  <a:pt x="991" y="3631"/>
                </a:lnTo>
                <a:lnTo>
                  <a:pt x="1038" y="3487"/>
                </a:lnTo>
                <a:lnTo>
                  <a:pt x="1107" y="3343"/>
                </a:lnTo>
                <a:lnTo>
                  <a:pt x="1153" y="3199"/>
                </a:lnTo>
                <a:lnTo>
                  <a:pt x="1199" y="3058"/>
                </a:lnTo>
                <a:lnTo>
                  <a:pt x="1245" y="2914"/>
                </a:lnTo>
                <a:lnTo>
                  <a:pt x="1314" y="2770"/>
                </a:lnTo>
                <a:lnTo>
                  <a:pt x="1361" y="2627"/>
                </a:lnTo>
                <a:lnTo>
                  <a:pt x="1407" y="2483"/>
                </a:lnTo>
                <a:lnTo>
                  <a:pt x="1453" y="2341"/>
                </a:lnTo>
                <a:lnTo>
                  <a:pt x="1522" y="2197"/>
                </a:lnTo>
                <a:lnTo>
                  <a:pt x="1568" y="2054"/>
                </a:lnTo>
                <a:lnTo>
                  <a:pt x="1614" y="1910"/>
                </a:lnTo>
                <a:lnTo>
                  <a:pt x="1684" y="1766"/>
                </a:lnTo>
                <a:lnTo>
                  <a:pt x="1730" y="1624"/>
                </a:lnTo>
                <a:lnTo>
                  <a:pt x="1776" y="1481"/>
                </a:lnTo>
                <a:lnTo>
                  <a:pt x="1822" y="1337"/>
                </a:lnTo>
                <a:lnTo>
                  <a:pt x="1891" y="1193"/>
                </a:lnTo>
                <a:lnTo>
                  <a:pt x="1937" y="1049"/>
                </a:lnTo>
                <a:lnTo>
                  <a:pt x="1983" y="908"/>
                </a:lnTo>
                <a:lnTo>
                  <a:pt x="2053" y="764"/>
                </a:lnTo>
                <a:lnTo>
                  <a:pt x="2099" y="620"/>
                </a:lnTo>
                <a:lnTo>
                  <a:pt x="2145" y="477"/>
                </a:lnTo>
                <a:lnTo>
                  <a:pt x="2191" y="333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1737065" y="3864428"/>
            <a:ext cx="2306" cy="6641"/>
          </a:xfrm>
          <a:custGeom>
            <a:avLst/>
            <a:gdLst/>
            <a:ahLst/>
            <a:cxnLst/>
            <a:rect l="l" t="t" r="r" b="b"/>
            <a:pathLst>
              <a:path w="2306" h="6641">
                <a:moveTo>
                  <a:pt x="0" y="6641"/>
                </a:moveTo>
                <a:lnTo>
                  <a:pt x="46" y="6497"/>
                </a:lnTo>
                <a:lnTo>
                  <a:pt x="92" y="6354"/>
                </a:lnTo>
                <a:lnTo>
                  <a:pt x="161" y="6210"/>
                </a:lnTo>
                <a:lnTo>
                  <a:pt x="207" y="6068"/>
                </a:lnTo>
                <a:lnTo>
                  <a:pt x="253" y="5924"/>
                </a:lnTo>
                <a:lnTo>
                  <a:pt x="322" y="5781"/>
                </a:lnTo>
                <a:lnTo>
                  <a:pt x="369" y="5637"/>
                </a:lnTo>
                <a:lnTo>
                  <a:pt x="415" y="5493"/>
                </a:lnTo>
                <a:lnTo>
                  <a:pt x="461" y="5351"/>
                </a:lnTo>
                <a:lnTo>
                  <a:pt x="530" y="5208"/>
                </a:lnTo>
                <a:lnTo>
                  <a:pt x="576" y="5064"/>
                </a:lnTo>
                <a:lnTo>
                  <a:pt x="622" y="4920"/>
                </a:lnTo>
                <a:lnTo>
                  <a:pt x="692" y="4777"/>
                </a:lnTo>
                <a:lnTo>
                  <a:pt x="738" y="4635"/>
                </a:lnTo>
                <a:lnTo>
                  <a:pt x="784" y="4491"/>
                </a:lnTo>
                <a:lnTo>
                  <a:pt x="830" y="4347"/>
                </a:lnTo>
                <a:lnTo>
                  <a:pt x="899" y="4204"/>
                </a:lnTo>
                <a:lnTo>
                  <a:pt x="899" y="4060"/>
                </a:lnTo>
                <a:lnTo>
                  <a:pt x="945" y="3918"/>
                </a:lnTo>
                <a:lnTo>
                  <a:pt x="991" y="3774"/>
                </a:lnTo>
                <a:lnTo>
                  <a:pt x="1038" y="3631"/>
                </a:lnTo>
                <a:lnTo>
                  <a:pt x="1107" y="3487"/>
                </a:lnTo>
                <a:lnTo>
                  <a:pt x="1153" y="3343"/>
                </a:lnTo>
                <a:lnTo>
                  <a:pt x="1199" y="3202"/>
                </a:lnTo>
                <a:lnTo>
                  <a:pt x="1268" y="3058"/>
                </a:lnTo>
                <a:lnTo>
                  <a:pt x="1314" y="2914"/>
                </a:lnTo>
                <a:lnTo>
                  <a:pt x="1361" y="2770"/>
                </a:lnTo>
                <a:lnTo>
                  <a:pt x="1407" y="2627"/>
                </a:lnTo>
                <a:lnTo>
                  <a:pt x="1476" y="2485"/>
                </a:lnTo>
                <a:lnTo>
                  <a:pt x="1522" y="2341"/>
                </a:lnTo>
                <a:lnTo>
                  <a:pt x="1568" y="2197"/>
                </a:lnTo>
                <a:lnTo>
                  <a:pt x="1568" y="2102"/>
                </a:lnTo>
                <a:lnTo>
                  <a:pt x="1614" y="1958"/>
                </a:lnTo>
                <a:lnTo>
                  <a:pt x="1684" y="1910"/>
                </a:lnTo>
                <a:lnTo>
                  <a:pt x="1730" y="1768"/>
                </a:lnTo>
                <a:lnTo>
                  <a:pt x="1730" y="1624"/>
                </a:lnTo>
                <a:lnTo>
                  <a:pt x="1776" y="1481"/>
                </a:lnTo>
                <a:lnTo>
                  <a:pt x="1845" y="1337"/>
                </a:lnTo>
                <a:lnTo>
                  <a:pt x="1891" y="1193"/>
                </a:lnTo>
                <a:lnTo>
                  <a:pt x="1937" y="1052"/>
                </a:lnTo>
                <a:lnTo>
                  <a:pt x="1983" y="908"/>
                </a:lnTo>
                <a:lnTo>
                  <a:pt x="2053" y="764"/>
                </a:lnTo>
                <a:lnTo>
                  <a:pt x="2099" y="620"/>
                </a:lnTo>
                <a:lnTo>
                  <a:pt x="2145" y="477"/>
                </a:lnTo>
                <a:lnTo>
                  <a:pt x="2214" y="335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1739372" y="3857502"/>
            <a:ext cx="2306" cy="6926"/>
          </a:xfrm>
          <a:custGeom>
            <a:avLst/>
            <a:gdLst/>
            <a:ahLst/>
            <a:cxnLst/>
            <a:rect l="l" t="t" r="r" b="b"/>
            <a:pathLst>
              <a:path w="2306" h="6926">
                <a:moveTo>
                  <a:pt x="0" y="6926"/>
                </a:moveTo>
                <a:lnTo>
                  <a:pt x="46" y="6783"/>
                </a:lnTo>
                <a:lnTo>
                  <a:pt x="115" y="6641"/>
                </a:lnTo>
                <a:lnTo>
                  <a:pt x="161" y="6497"/>
                </a:lnTo>
                <a:lnTo>
                  <a:pt x="207" y="6354"/>
                </a:lnTo>
                <a:lnTo>
                  <a:pt x="253" y="6210"/>
                </a:lnTo>
                <a:lnTo>
                  <a:pt x="322" y="6066"/>
                </a:lnTo>
                <a:lnTo>
                  <a:pt x="322" y="5924"/>
                </a:lnTo>
                <a:lnTo>
                  <a:pt x="369" y="5781"/>
                </a:lnTo>
                <a:lnTo>
                  <a:pt x="415" y="5637"/>
                </a:lnTo>
                <a:lnTo>
                  <a:pt x="484" y="5493"/>
                </a:lnTo>
                <a:lnTo>
                  <a:pt x="530" y="5349"/>
                </a:lnTo>
                <a:lnTo>
                  <a:pt x="576" y="5208"/>
                </a:lnTo>
                <a:lnTo>
                  <a:pt x="622" y="5064"/>
                </a:lnTo>
                <a:lnTo>
                  <a:pt x="692" y="4920"/>
                </a:lnTo>
                <a:lnTo>
                  <a:pt x="738" y="4777"/>
                </a:lnTo>
                <a:lnTo>
                  <a:pt x="784" y="4633"/>
                </a:lnTo>
                <a:lnTo>
                  <a:pt x="830" y="4491"/>
                </a:lnTo>
                <a:lnTo>
                  <a:pt x="899" y="4347"/>
                </a:lnTo>
                <a:lnTo>
                  <a:pt x="899" y="4204"/>
                </a:lnTo>
                <a:lnTo>
                  <a:pt x="945" y="4060"/>
                </a:lnTo>
                <a:lnTo>
                  <a:pt x="991" y="3916"/>
                </a:lnTo>
                <a:lnTo>
                  <a:pt x="1061" y="3774"/>
                </a:lnTo>
                <a:lnTo>
                  <a:pt x="1107" y="3631"/>
                </a:lnTo>
                <a:lnTo>
                  <a:pt x="1153" y="3487"/>
                </a:lnTo>
                <a:lnTo>
                  <a:pt x="1199" y="3343"/>
                </a:lnTo>
                <a:lnTo>
                  <a:pt x="1268" y="3199"/>
                </a:lnTo>
                <a:lnTo>
                  <a:pt x="1314" y="3058"/>
                </a:lnTo>
                <a:lnTo>
                  <a:pt x="1361" y="2914"/>
                </a:lnTo>
                <a:lnTo>
                  <a:pt x="1430" y="2770"/>
                </a:lnTo>
                <a:lnTo>
                  <a:pt x="1476" y="2627"/>
                </a:lnTo>
                <a:lnTo>
                  <a:pt x="1476" y="2483"/>
                </a:lnTo>
                <a:lnTo>
                  <a:pt x="1522" y="2341"/>
                </a:lnTo>
                <a:lnTo>
                  <a:pt x="1568" y="2197"/>
                </a:lnTo>
                <a:lnTo>
                  <a:pt x="1637" y="2054"/>
                </a:lnTo>
                <a:lnTo>
                  <a:pt x="1684" y="1910"/>
                </a:lnTo>
                <a:lnTo>
                  <a:pt x="1730" y="1766"/>
                </a:lnTo>
                <a:lnTo>
                  <a:pt x="1776" y="1624"/>
                </a:lnTo>
                <a:lnTo>
                  <a:pt x="1845" y="1481"/>
                </a:lnTo>
                <a:lnTo>
                  <a:pt x="1845" y="1337"/>
                </a:lnTo>
                <a:lnTo>
                  <a:pt x="1891" y="1193"/>
                </a:lnTo>
                <a:lnTo>
                  <a:pt x="1937" y="1049"/>
                </a:lnTo>
                <a:lnTo>
                  <a:pt x="2007" y="908"/>
                </a:lnTo>
                <a:lnTo>
                  <a:pt x="2053" y="764"/>
                </a:lnTo>
                <a:lnTo>
                  <a:pt x="2099" y="620"/>
                </a:lnTo>
                <a:lnTo>
                  <a:pt x="2145" y="477"/>
                </a:lnTo>
                <a:lnTo>
                  <a:pt x="2214" y="333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1741679" y="3850287"/>
            <a:ext cx="2306" cy="7214"/>
          </a:xfrm>
          <a:custGeom>
            <a:avLst/>
            <a:gdLst/>
            <a:ahLst/>
            <a:cxnLst/>
            <a:rect l="l" t="t" r="r" b="b"/>
            <a:pathLst>
              <a:path w="2306" h="7214">
                <a:moveTo>
                  <a:pt x="0" y="7214"/>
                </a:moveTo>
                <a:lnTo>
                  <a:pt x="69" y="7070"/>
                </a:lnTo>
                <a:lnTo>
                  <a:pt x="115" y="6926"/>
                </a:lnTo>
                <a:lnTo>
                  <a:pt x="115" y="6783"/>
                </a:lnTo>
                <a:lnTo>
                  <a:pt x="161" y="6641"/>
                </a:lnTo>
                <a:lnTo>
                  <a:pt x="207" y="6497"/>
                </a:lnTo>
                <a:lnTo>
                  <a:pt x="276" y="6354"/>
                </a:lnTo>
                <a:lnTo>
                  <a:pt x="322" y="6210"/>
                </a:lnTo>
                <a:lnTo>
                  <a:pt x="369" y="6066"/>
                </a:lnTo>
                <a:lnTo>
                  <a:pt x="415" y="5924"/>
                </a:lnTo>
                <a:lnTo>
                  <a:pt x="484" y="5781"/>
                </a:lnTo>
                <a:lnTo>
                  <a:pt x="484" y="5637"/>
                </a:lnTo>
                <a:lnTo>
                  <a:pt x="530" y="5493"/>
                </a:lnTo>
                <a:lnTo>
                  <a:pt x="576" y="5349"/>
                </a:lnTo>
                <a:lnTo>
                  <a:pt x="645" y="5208"/>
                </a:lnTo>
                <a:lnTo>
                  <a:pt x="692" y="5064"/>
                </a:lnTo>
                <a:lnTo>
                  <a:pt x="738" y="4920"/>
                </a:lnTo>
                <a:lnTo>
                  <a:pt x="784" y="4777"/>
                </a:lnTo>
                <a:lnTo>
                  <a:pt x="853" y="4633"/>
                </a:lnTo>
                <a:lnTo>
                  <a:pt x="899" y="4491"/>
                </a:lnTo>
                <a:lnTo>
                  <a:pt x="899" y="4347"/>
                </a:lnTo>
                <a:lnTo>
                  <a:pt x="945" y="4204"/>
                </a:lnTo>
                <a:lnTo>
                  <a:pt x="991" y="4060"/>
                </a:lnTo>
                <a:lnTo>
                  <a:pt x="1061" y="3916"/>
                </a:lnTo>
                <a:lnTo>
                  <a:pt x="1107" y="3774"/>
                </a:lnTo>
                <a:lnTo>
                  <a:pt x="1153" y="3631"/>
                </a:lnTo>
                <a:lnTo>
                  <a:pt x="1222" y="3487"/>
                </a:lnTo>
                <a:lnTo>
                  <a:pt x="1268" y="3343"/>
                </a:lnTo>
                <a:lnTo>
                  <a:pt x="1268" y="3199"/>
                </a:lnTo>
                <a:lnTo>
                  <a:pt x="1314" y="3058"/>
                </a:lnTo>
                <a:lnTo>
                  <a:pt x="1361" y="2914"/>
                </a:lnTo>
                <a:lnTo>
                  <a:pt x="1430" y="2770"/>
                </a:lnTo>
                <a:lnTo>
                  <a:pt x="1476" y="2627"/>
                </a:lnTo>
                <a:lnTo>
                  <a:pt x="1522" y="2483"/>
                </a:lnTo>
                <a:lnTo>
                  <a:pt x="1591" y="2341"/>
                </a:lnTo>
                <a:lnTo>
                  <a:pt x="1591" y="2197"/>
                </a:lnTo>
                <a:lnTo>
                  <a:pt x="1637" y="2054"/>
                </a:lnTo>
                <a:lnTo>
                  <a:pt x="1684" y="1910"/>
                </a:lnTo>
                <a:lnTo>
                  <a:pt x="1730" y="1766"/>
                </a:lnTo>
                <a:lnTo>
                  <a:pt x="1799" y="1624"/>
                </a:lnTo>
                <a:lnTo>
                  <a:pt x="1845" y="1481"/>
                </a:lnTo>
                <a:lnTo>
                  <a:pt x="1891" y="1337"/>
                </a:lnTo>
                <a:lnTo>
                  <a:pt x="1937" y="1193"/>
                </a:lnTo>
                <a:lnTo>
                  <a:pt x="1937" y="1049"/>
                </a:lnTo>
                <a:lnTo>
                  <a:pt x="2007" y="908"/>
                </a:lnTo>
                <a:lnTo>
                  <a:pt x="2053" y="764"/>
                </a:lnTo>
                <a:lnTo>
                  <a:pt x="2099" y="620"/>
                </a:lnTo>
                <a:lnTo>
                  <a:pt x="2168" y="477"/>
                </a:lnTo>
                <a:lnTo>
                  <a:pt x="2214" y="333"/>
                </a:lnTo>
                <a:lnTo>
                  <a:pt x="2214" y="191"/>
                </a:lnTo>
                <a:lnTo>
                  <a:pt x="2260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1743986" y="3842833"/>
            <a:ext cx="2260" cy="7454"/>
          </a:xfrm>
          <a:custGeom>
            <a:avLst/>
            <a:gdLst/>
            <a:ahLst/>
            <a:cxnLst/>
            <a:rect l="l" t="t" r="r" b="b"/>
            <a:pathLst>
              <a:path w="2260" h="7454">
                <a:moveTo>
                  <a:pt x="0" y="7454"/>
                </a:moveTo>
                <a:lnTo>
                  <a:pt x="0" y="7310"/>
                </a:lnTo>
                <a:lnTo>
                  <a:pt x="69" y="7166"/>
                </a:lnTo>
                <a:lnTo>
                  <a:pt x="115" y="7022"/>
                </a:lnTo>
                <a:lnTo>
                  <a:pt x="161" y="6881"/>
                </a:lnTo>
                <a:lnTo>
                  <a:pt x="230" y="6737"/>
                </a:lnTo>
                <a:lnTo>
                  <a:pt x="276" y="6593"/>
                </a:lnTo>
                <a:lnTo>
                  <a:pt x="322" y="6449"/>
                </a:lnTo>
                <a:lnTo>
                  <a:pt x="322" y="6306"/>
                </a:lnTo>
                <a:lnTo>
                  <a:pt x="369" y="6164"/>
                </a:lnTo>
                <a:lnTo>
                  <a:pt x="438" y="6020"/>
                </a:lnTo>
                <a:lnTo>
                  <a:pt x="484" y="5876"/>
                </a:lnTo>
                <a:lnTo>
                  <a:pt x="530" y="5733"/>
                </a:lnTo>
                <a:lnTo>
                  <a:pt x="576" y="5589"/>
                </a:lnTo>
                <a:lnTo>
                  <a:pt x="576" y="5447"/>
                </a:lnTo>
                <a:lnTo>
                  <a:pt x="645" y="5304"/>
                </a:lnTo>
                <a:lnTo>
                  <a:pt x="692" y="5160"/>
                </a:lnTo>
                <a:lnTo>
                  <a:pt x="738" y="5016"/>
                </a:lnTo>
                <a:lnTo>
                  <a:pt x="807" y="4872"/>
                </a:lnTo>
                <a:lnTo>
                  <a:pt x="853" y="4731"/>
                </a:lnTo>
                <a:lnTo>
                  <a:pt x="899" y="4587"/>
                </a:lnTo>
                <a:lnTo>
                  <a:pt x="899" y="4443"/>
                </a:lnTo>
                <a:lnTo>
                  <a:pt x="945" y="4299"/>
                </a:lnTo>
                <a:lnTo>
                  <a:pt x="1015" y="4156"/>
                </a:lnTo>
                <a:lnTo>
                  <a:pt x="1061" y="4014"/>
                </a:lnTo>
                <a:lnTo>
                  <a:pt x="1107" y="3870"/>
                </a:lnTo>
                <a:lnTo>
                  <a:pt x="1153" y="3727"/>
                </a:lnTo>
                <a:lnTo>
                  <a:pt x="1153" y="3583"/>
                </a:lnTo>
                <a:lnTo>
                  <a:pt x="1222" y="3439"/>
                </a:lnTo>
                <a:lnTo>
                  <a:pt x="1268" y="3297"/>
                </a:lnTo>
                <a:lnTo>
                  <a:pt x="1314" y="3154"/>
                </a:lnTo>
                <a:lnTo>
                  <a:pt x="1384" y="3010"/>
                </a:lnTo>
                <a:lnTo>
                  <a:pt x="1430" y="2866"/>
                </a:lnTo>
                <a:lnTo>
                  <a:pt x="1476" y="2722"/>
                </a:lnTo>
                <a:lnTo>
                  <a:pt x="1476" y="2581"/>
                </a:lnTo>
                <a:lnTo>
                  <a:pt x="1522" y="2437"/>
                </a:lnTo>
                <a:lnTo>
                  <a:pt x="1591" y="2293"/>
                </a:lnTo>
                <a:lnTo>
                  <a:pt x="1637" y="2149"/>
                </a:lnTo>
                <a:lnTo>
                  <a:pt x="1684" y="2006"/>
                </a:lnTo>
                <a:lnTo>
                  <a:pt x="1684" y="1864"/>
                </a:lnTo>
                <a:lnTo>
                  <a:pt x="1753" y="1720"/>
                </a:lnTo>
                <a:lnTo>
                  <a:pt x="1799" y="1577"/>
                </a:lnTo>
                <a:lnTo>
                  <a:pt x="1845" y="1433"/>
                </a:lnTo>
                <a:lnTo>
                  <a:pt x="1891" y="1289"/>
                </a:lnTo>
                <a:lnTo>
                  <a:pt x="1960" y="1147"/>
                </a:lnTo>
                <a:lnTo>
                  <a:pt x="1960" y="1004"/>
                </a:lnTo>
                <a:lnTo>
                  <a:pt x="2007" y="860"/>
                </a:lnTo>
                <a:lnTo>
                  <a:pt x="2053" y="716"/>
                </a:lnTo>
                <a:lnTo>
                  <a:pt x="2099" y="572"/>
                </a:lnTo>
                <a:lnTo>
                  <a:pt x="2168" y="431"/>
                </a:lnTo>
                <a:lnTo>
                  <a:pt x="2214" y="287"/>
                </a:lnTo>
                <a:lnTo>
                  <a:pt x="2214" y="143"/>
                </a:lnTo>
                <a:lnTo>
                  <a:pt x="2260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1746247" y="3835046"/>
            <a:ext cx="2306" cy="7787"/>
          </a:xfrm>
          <a:custGeom>
            <a:avLst/>
            <a:gdLst/>
            <a:ahLst/>
            <a:cxnLst/>
            <a:rect l="l" t="t" r="r" b="b"/>
            <a:pathLst>
              <a:path w="2306" h="7787">
                <a:moveTo>
                  <a:pt x="0" y="7787"/>
                </a:moveTo>
                <a:lnTo>
                  <a:pt x="69" y="7643"/>
                </a:lnTo>
                <a:lnTo>
                  <a:pt x="115" y="7501"/>
                </a:lnTo>
                <a:lnTo>
                  <a:pt x="161" y="7358"/>
                </a:lnTo>
                <a:lnTo>
                  <a:pt x="161" y="7214"/>
                </a:lnTo>
                <a:lnTo>
                  <a:pt x="207" y="7070"/>
                </a:lnTo>
                <a:lnTo>
                  <a:pt x="276" y="6926"/>
                </a:lnTo>
                <a:lnTo>
                  <a:pt x="322" y="6785"/>
                </a:lnTo>
                <a:lnTo>
                  <a:pt x="369" y="6641"/>
                </a:lnTo>
                <a:lnTo>
                  <a:pt x="438" y="6497"/>
                </a:lnTo>
                <a:lnTo>
                  <a:pt x="438" y="6354"/>
                </a:lnTo>
                <a:lnTo>
                  <a:pt x="484" y="6210"/>
                </a:lnTo>
                <a:lnTo>
                  <a:pt x="530" y="6068"/>
                </a:lnTo>
                <a:lnTo>
                  <a:pt x="576" y="5924"/>
                </a:lnTo>
                <a:lnTo>
                  <a:pt x="645" y="5781"/>
                </a:lnTo>
                <a:lnTo>
                  <a:pt x="645" y="5637"/>
                </a:lnTo>
                <a:lnTo>
                  <a:pt x="692" y="5493"/>
                </a:lnTo>
                <a:lnTo>
                  <a:pt x="738" y="5351"/>
                </a:lnTo>
                <a:lnTo>
                  <a:pt x="784" y="5208"/>
                </a:lnTo>
                <a:lnTo>
                  <a:pt x="853" y="5064"/>
                </a:lnTo>
                <a:lnTo>
                  <a:pt x="899" y="4920"/>
                </a:lnTo>
                <a:lnTo>
                  <a:pt x="899" y="4777"/>
                </a:lnTo>
                <a:lnTo>
                  <a:pt x="945" y="4635"/>
                </a:lnTo>
                <a:lnTo>
                  <a:pt x="1015" y="4491"/>
                </a:lnTo>
                <a:lnTo>
                  <a:pt x="1061" y="4347"/>
                </a:lnTo>
                <a:lnTo>
                  <a:pt x="1107" y="4204"/>
                </a:lnTo>
                <a:lnTo>
                  <a:pt x="1107" y="4060"/>
                </a:lnTo>
                <a:lnTo>
                  <a:pt x="1153" y="3918"/>
                </a:lnTo>
                <a:lnTo>
                  <a:pt x="1222" y="3774"/>
                </a:lnTo>
                <a:lnTo>
                  <a:pt x="1268" y="3631"/>
                </a:lnTo>
                <a:lnTo>
                  <a:pt x="1314" y="3487"/>
                </a:lnTo>
                <a:lnTo>
                  <a:pt x="1314" y="3343"/>
                </a:lnTo>
                <a:lnTo>
                  <a:pt x="1361" y="3202"/>
                </a:lnTo>
                <a:lnTo>
                  <a:pt x="1430" y="3058"/>
                </a:lnTo>
                <a:lnTo>
                  <a:pt x="1476" y="2914"/>
                </a:lnTo>
                <a:lnTo>
                  <a:pt x="1522" y="2770"/>
                </a:lnTo>
                <a:lnTo>
                  <a:pt x="1522" y="2627"/>
                </a:lnTo>
                <a:lnTo>
                  <a:pt x="1591" y="2485"/>
                </a:lnTo>
                <a:lnTo>
                  <a:pt x="1637" y="2341"/>
                </a:lnTo>
                <a:lnTo>
                  <a:pt x="1684" y="2197"/>
                </a:lnTo>
                <a:lnTo>
                  <a:pt x="1730" y="2054"/>
                </a:lnTo>
                <a:lnTo>
                  <a:pt x="1799" y="1910"/>
                </a:lnTo>
                <a:lnTo>
                  <a:pt x="1799" y="1768"/>
                </a:lnTo>
                <a:lnTo>
                  <a:pt x="1845" y="1624"/>
                </a:lnTo>
                <a:lnTo>
                  <a:pt x="1891" y="1481"/>
                </a:lnTo>
                <a:lnTo>
                  <a:pt x="1960" y="1337"/>
                </a:lnTo>
                <a:lnTo>
                  <a:pt x="2007" y="1193"/>
                </a:lnTo>
                <a:lnTo>
                  <a:pt x="2007" y="1052"/>
                </a:lnTo>
                <a:lnTo>
                  <a:pt x="2053" y="908"/>
                </a:lnTo>
                <a:lnTo>
                  <a:pt x="2099" y="764"/>
                </a:lnTo>
                <a:lnTo>
                  <a:pt x="2168" y="620"/>
                </a:lnTo>
                <a:lnTo>
                  <a:pt x="2168" y="477"/>
                </a:lnTo>
                <a:lnTo>
                  <a:pt x="2214" y="335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1748554" y="3827019"/>
            <a:ext cx="2329" cy="8026"/>
          </a:xfrm>
          <a:custGeom>
            <a:avLst/>
            <a:gdLst/>
            <a:ahLst/>
            <a:cxnLst/>
            <a:rect l="l" t="t" r="r" b="b"/>
            <a:pathLst>
              <a:path w="2329" h="8026">
                <a:moveTo>
                  <a:pt x="0" y="8026"/>
                </a:moveTo>
                <a:lnTo>
                  <a:pt x="69" y="7883"/>
                </a:lnTo>
                <a:lnTo>
                  <a:pt x="115" y="7741"/>
                </a:lnTo>
                <a:lnTo>
                  <a:pt x="161" y="7597"/>
                </a:lnTo>
                <a:lnTo>
                  <a:pt x="161" y="7454"/>
                </a:lnTo>
                <a:lnTo>
                  <a:pt x="230" y="7310"/>
                </a:lnTo>
                <a:lnTo>
                  <a:pt x="276" y="7166"/>
                </a:lnTo>
                <a:lnTo>
                  <a:pt x="322" y="7024"/>
                </a:lnTo>
                <a:lnTo>
                  <a:pt x="369" y="6881"/>
                </a:lnTo>
                <a:lnTo>
                  <a:pt x="369" y="6737"/>
                </a:lnTo>
                <a:lnTo>
                  <a:pt x="438" y="6593"/>
                </a:lnTo>
                <a:lnTo>
                  <a:pt x="484" y="6449"/>
                </a:lnTo>
                <a:lnTo>
                  <a:pt x="530" y="6308"/>
                </a:lnTo>
                <a:lnTo>
                  <a:pt x="530" y="6164"/>
                </a:lnTo>
                <a:lnTo>
                  <a:pt x="599" y="6020"/>
                </a:lnTo>
                <a:lnTo>
                  <a:pt x="645" y="5876"/>
                </a:lnTo>
                <a:lnTo>
                  <a:pt x="692" y="5733"/>
                </a:lnTo>
                <a:lnTo>
                  <a:pt x="738" y="5591"/>
                </a:lnTo>
                <a:lnTo>
                  <a:pt x="738" y="5447"/>
                </a:lnTo>
                <a:lnTo>
                  <a:pt x="807" y="5304"/>
                </a:lnTo>
                <a:lnTo>
                  <a:pt x="853" y="5160"/>
                </a:lnTo>
                <a:lnTo>
                  <a:pt x="899" y="5016"/>
                </a:lnTo>
                <a:lnTo>
                  <a:pt x="945" y="4874"/>
                </a:lnTo>
                <a:lnTo>
                  <a:pt x="945" y="4731"/>
                </a:lnTo>
                <a:lnTo>
                  <a:pt x="1015" y="4587"/>
                </a:lnTo>
                <a:lnTo>
                  <a:pt x="1061" y="4443"/>
                </a:lnTo>
                <a:lnTo>
                  <a:pt x="1107" y="4299"/>
                </a:lnTo>
                <a:lnTo>
                  <a:pt x="1107" y="4158"/>
                </a:lnTo>
                <a:lnTo>
                  <a:pt x="1176" y="4014"/>
                </a:lnTo>
                <a:lnTo>
                  <a:pt x="1222" y="3870"/>
                </a:lnTo>
                <a:lnTo>
                  <a:pt x="1268" y="3727"/>
                </a:lnTo>
                <a:lnTo>
                  <a:pt x="1314" y="3583"/>
                </a:lnTo>
                <a:lnTo>
                  <a:pt x="1314" y="3441"/>
                </a:lnTo>
                <a:lnTo>
                  <a:pt x="1384" y="3297"/>
                </a:lnTo>
                <a:lnTo>
                  <a:pt x="1430" y="3154"/>
                </a:lnTo>
                <a:lnTo>
                  <a:pt x="1476" y="3010"/>
                </a:lnTo>
                <a:lnTo>
                  <a:pt x="1522" y="2866"/>
                </a:lnTo>
                <a:lnTo>
                  <a:pt x="1522" y="2724"/>
                </a:lnTo>
                <a:lnTo>
                  <a:pt x="1591" y="2581"/>
                </a:lnTo>
                <a:lnTo>
                  <a:pt x="1637" y="2437"/>
                </a:lnTo>
                <a:lnTo>
                  <a:pt x="1684" y="2293"/>
                </a:lnTo>
                <a:lnTo>
                  <a:pt x="1684" y="2149"/>
                </a:lnTo>
                <a:lnTo>
                  <a:pt x="1753" y="2008"/>
                </a:lnTo>
                <a:lnTo>
                  <a:pt x="1799" y="1864"/>
                </a:lnTo>
                <a:lnTo>
                  <a:pt x="1845" y="1720"/>
                </a:lnTo>
                <a:lnTo>
                  <a:pt x="1845" y="1577"/>
                </a:lnTo>
                <a:lnTo>
                  <a:pt x="1891" y="1433"/>
                </a:lnTo>
                <a:lnTo>
                  <a:pt x="1960" y="1291"/>
                </a:lnTo>
                <a:lnTo>
                  <a:pt x="2007" y="1147"/>
                </a:lnTo>
                <a:lnTo>
                  <a:pt x="2007" y="1004"/>
                </a:lnTo>
                <a:lnTo>
                  <a:pt x="2053" y="860"/>
                </a:lnTo>
                <a:lnTo>
                  <a:pt x="2122" y="716"/>
                </a:lnTo>
                <a:lnTo>
                  <a:pt x="2168" y="574"/>
                </a:lnTo>
                <a:lnTo>
                  <a:pt x="2168" y="431"/>
                </a:lnTo>
                <a:lnTo>
                  <a:pt x="2214" y="287"/>
                </a:lnTo>
                <a:lnTo>
                  <a:pt x="2260" y="143"/>
                </a:lnTo>
                <a:lnTo>
                  <a:pt x="2329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1750884" y="3818706"/>
            <a:ext cx="2306" cy="8312"/>
          </a:xfrm>
          <a:custGeom>
            <a:avLst/>
            <a:gdLst/>
            <a:ahLst/>
            <a:cxnLst/>
            <a:rect l="l" t="t" r="r" b="b"/>
            <a:pathLst>
              <a:path w="2306" h="8312">
                <a:moveTo>
                  <a:pt x="0" y="8312"/>
                </a:moveTo>
                <a:lnTo>
                  <a:pt x="46" y="8170"/>
                </a:lnTo>
                <a:lnTo>
                  <a:pt x="46" y="8026"/>
                </a:lnTo>
                <a:lnTo>
                  <a:pt x="92" y="7883"/>
                </a:lnTo>
                <a:lnTo>
                  <a:pt x="138" y="7739"/>
                </a:lnTo>
                <a:lnTo>
                  <a:pt x="207" y="7595"/>
                </a:lnTo>
                <a:lnTo>
                  <a:pt x="253" y="7451"/>
                </a:lnTo>
                <a:lnTo>
                  <a:pt x="253" y="7310"/>
                </a:lnTo>
                <a:lnTo>
                  <a:pt x="299" y="7166"/>
                </a:lnTo>
                <a:lnTo>
                  <a:pt x="369" y="7022"/>
                </a:lnTo>
                <a:lnTo>
                  <a:pt x="415" y="6879"/>
                </a:lnTo>
                <a:lnTo>
                  <a:pt x="415" y="6737"/>
                </a:lnTo>
                <a:lnTo>
                  <a:pt x="461" y="6593"/>
                </a:lnTo>
                <a:lnTo>
                  <a:pt x="507" y="6449"/>
                </a:lnTo>
                <a:lnTo>
                  <a:pt x="576" y="6306"/>
                </a:lnTo>
                <a:lnTo>
                  <a:pt x="576" y="6162"/>
                </a:lnTo>
                <a:lnTo>
                  <a:pt x="622" y="6020"/>
                </a:lnTo>
                <a:lnTo>
                  <a:pt x="669" y="5876"/>
                </a:lnTo>
                <a:lnTo>
                  <a:pt x="715" y="5733"/>
                </a:lnTo>
                <a:lnTo>
                  <a:pt x="715" y="5589"/>
                </a:lnTo>
                <a:lnTo>
                  <a:pt x="784" y="5445"/>
                </a:lnTo>
                <a:lnTo>
                  <a:pt x="830" y="5304"/>
                </a:lnTo>
                <a:lnTo>
                  <a:pt x="876" y="5160"/>
                </a:lnTo>
                <a:lnTo>
                  <a:pt x="945" y="5016"/>
                </a:lnTo>
                <a:lnTo>
                  <a:pt x="945" y="4872"/>
                </a:lnTo>
                <a:lnTo>
                  <a:pt x="991" y="4729"/>
                </a:lnTo>
                <a:lnTo>
                  <a:pt x="1038" y="4587"/>
                </a:lnTo>
                <a:lnTo>
                  <a:pt x="1084" y="4443"/>
                </a:lnTo>
                <a:lnTo>
                  <a:pt x="1084" y="4299"/>
                </a:lnTo>
                <a:lnTo>
                  <a:pt x="1153" y="4156"/>
                </a:lnTo>
                <a:lnTo>
                  <a:pt x="1199" y="4012"/>
                </a:lnTo>
                <a:lnTo>
                  <a:pt x="1199" y="3868"/>
                </a:lnTo>
                <a:lnTo>
                  <a:pt x="1245" y="3727"/>
                </a:lnTo>
                <a:lnTo>
                  <a:pt x="1314" y="3583"/>
                </a:lnTo>
                <a:lnTo>
                  <a:pt x="1361" y="3439"/>
                </a:lnTo>
                <a:lnTo>
                  <a:pt x="1407" y="3295"/>
                </a:lnTo>
                <a:lnTo>
                  <a:pt x="1407" y="3154"/>
                </a:lnTo>
                <a:lnTo>
                  <a:pt x="1453" y="3010"/>
                </a:lnTo>
                <a:lnTo>
                  <a:pt x="1522" y="2866"/>
                </a:lnTo>
                <a:lnTo>
                  <a:pt x="1568" y="2722"/>
                </a:lnTo>
                <a:lnTo>
                  <a:pt x="1568" y="2579"/>
                </a:lnTo>
                <a:lnTo>
                  <a:pt x="1614" y="2437"/>
                </a:lnTo>
                <a:lnTo>
                  <a:pt x="1660" y="2293"/>
                </a:lnTo>
                <a:lnTo>
                  <a:pt x="1660" y="2149"/>
                </a:lnTo>
                <a:lnTo>
                  <a:pt x="1730" y="2006"/>
                </a:lnTo>
                <a:lnTo>
                  <a:pt x="1776" y="1862"/>
                </a:lnTo>
                <a:lnTo>
                  <a:pt x="1822" y="1720"/>
                </a:lnTo>
                <a:lnTo>
                  <a:pt x="1891" y="1577"/>
                </a:lnTo>
                <a:lnTo>
                  <a:pt x="1891" y="1433"/>
                </a:lnTo>
                <a:lnTo>
                  <a:pt x="1937" y="1289"/>
                </a:lnTo>
                <a:lnTo>
                  <a:pt x="1983" y="1145"/>
                </a:lnTo>
                <a:lnTo>
                  <a:pt x="2030" y="1004"/>
                </a:lnTo>
                <a:lnTo>
                  <a:pt x="2030" y="860"/>
                </a:lnTo>
                <a:lnTo>
                  <a:pt x="2099" y="716"/>
                </a:lnTo>
                <a:lnTo>
                  <a:pt x="2145" y="572"/>
                </a:lnTo>
                <a:lnTo>
                  <a:pt x="2145" y="429"/>
                </a:lnTo>
                <a:lnTo>
                  <a:pt x="2191" y="287"/>
                </a:lnTo>
                <a:lnTo>
                  <a:pt x="2260" y="143"/>
                </a:lnTo>
                <a:lnTo>
                  <a:pt x="2306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1753191" y="3810202"/>
            <a:ext cx="2260" cy="8504"/>
          </a:xfrm>
          <a:custGeom>
            <a:avLst/>
            <a:gdLst/>
            <a:ahLst/>
            <a:cxnLst/>
            <a:rect l="l" t="t" r="r" b="b"/>
            <a:pathLst>
              <a:path w="2260" h="8504">
                <a:moveTo>
                  <a:pt x="0" y="8504"/>
                </a:moveTo>
                <a:lnTo>
                  <a:pt x="46" y="8360"/>
                </a:lnTo>
                <a:lnTo>
                  <a:pt x="46" y="8216"/>
                </a:lnTo>
                <a:lnTo>
                  <a:pt x="92" y="8074"/>
                </a:lnTo>
                <a:lnTo>
                  <a:pt x="161" y="7931"/>
                </a:lnTo>
                <a:lnTo>
                  <a:pt x="161" y="7787"/>
                </a:lnTo>
                <a:lnTo>
                  <a:pt x="207" y="7643"/>
                </a:lnTo>
                <a:lnTo>
                  <a:pt x="253" y="7499"/>
                </a:lnTo>
                <a:lnTo>
                  <a:pt x="299" y="7358"/>
                </a:lnTo>
                <a:lnTo>
                  <a:pt x="369" y="7214"/>
                </a:lnTo>
                <a:lnTo>
                  <a:pt x="369" y="7070"/>
                </a:lnTo>
                <a:lnTo>
                  <a:pt x="415" y="6926"/>
                </a:lnTo>
                <a:lnTo>
                  <a:pt x="461" y="6783"/>
                </a:lnTo>
                <a:lnTo>
                  <a:pt x="461" y="6641"/>
                </a:lnTo>
                <a:lnTo>
                  <a:pt x="530" y="6497"/>
                </a:lnTo>
                <a:lnTo>
                  <a:pt x="576" y="6354"/>
                </a:lnTo>
                <a:lnTo>
                  <a:pt x="622" y="6210"/>
                </a:lnTo>
                <a:lnTo>
                  <a:pt x="622" y="6066"/>
                </a:lnTo>
                <a:lnTo>
                  <a:pt x="669" y="5924"/>
                </a:lnTo>
                <a:lnTo>
                  <a:pt x="738" y="5781"/>
                </a:lnTo>
                <a:lnTo>
                  <a:pt x="784" y="5637"/>
                </a:lnTo>
                <a:lnTo>
                  <a:pt x="784" y="5493"/>
                </a:lnTo>
                <a:lnTo>
                  <a:pt x="830" y="5349"/>
                </a:lnTo>
                <a:lnTo>
                  <a:pt x="876" y="5208"/>
                </a:lnTo>
                <a:lnTo>
                  <a:pt x="945" y="5064"/>
                </a:lnTo>
                <a:lnTo>
                  <a:pt x="945" y="4920"/>
                </a:lnTo>
                <a:lnTo>
                  <a:pt x="991" y="4777"/>
                </a:lnTo>
                <a:lnTo>
                  <a:pt x="1038" y="4633"/>
                </a:lnTo>
                <a:lnTo>
                  <a:pt x="1107" y="4491"/>
                </a:lnTo>
                <a:lnTo>
                  <a:pt x="1107" y="4347"/>
                </a:lnTo>
                <a:lnTo>
                  <a:pt x="1153" y="4204"/>
                </a:lnTo>
                <a:lnTo>
                  <a:pt x="1199" y="4060"/>
                </a:lnTo>
                <a:lnTo>
                  <a:pt x="1199" y="3916"/>
                </a:lnTo>
                <a:lnTo>
                  <a:pt x="1245" y="3774"/>
                </a:lnTo>
                <a:lnTo>
                  <a:pt x="1314" y="3631"/>
                </a:lnTo>
                <a:lnTo>
                  <a:pt x="1361" y="3487"/>
                </a:lnTo>
                <a:lnTo>
                  <a:pt x="1361" y="3343"/>
                </a:lnTo>
                <a:lnTo>
                  <a:pt x="1407" y="3199"/>
                </a:lnTo>
                <a:lnTo>
                  <a:pt x="1476" y="3058"/>
                </a:lnTo>
                <a:lnTo>
                  <a:pt x="1522" y="2914"/>
                </a:lnTo>
                <a:lnTo>
                  <a:pt x="1522" y="2770"/>
                </a:lnTo>
                <a:lnTo>
                  <a:pt x="1568" y="2627"/>
                </a:lnTo>
                <a:lnTo>
                  <a:pt x="1614" y="2483"/>
                </a:lnTo>
                <a:lnTo>
                  <a:pt x="1684" y="2341"/>
                </a:lnTo>
                <a:lnTo>
                  <a:pt x="1684" y="2197"/>
                </a:lnTo>
                <a:lnTo>
                  <a:pt x="1730" y="2054"/>
                </a:lnTo>
                <a:lnTo>
                  <a:pt x="1776" y="1910"/>
                </a:lnTo>
                <a:lnTo>
                  <a:pt x="1776" y="1766"/>
                </a:lnTo>
                <a:lnTo>
                  <a:pt x="1822" y="1624"/>
                </a:lnTo>
                <a:lnTo>
                  <a:pt x="1891" y="1481"/>
                </a:lnTo>
                <a:lnTo>
                  <a:pt x="1937" y="1337"/>
                </a:lnTo>
                <a:lnTo>
                  <a:pt x="1937" y="1193"/>
                </a:lnTo>
                <a:lnTo>
                  <a:pt x="1983" y="1049"/>
                </a:lnTo>
                <a:lnTo>
                  <a:pt x="2053" y="908"/>
                </a:lnTo>
                <a:lnTo>
                  <a:pt x="2099" y="764"/>
                </a:lnTo>
                <a:lnTo>
                  <a:pt x="2099" y="620"/>
                </a:lnTo>
                <a:lnTo>
                  <a:pt x="2145" y="477"/>
                </a:lnTo>
                <a:lnTo>
                  <a:pt x="2191" y="333"/>
                </a:lnTo>
                <a:lnTo>
                  <a:pt x="2191" y="191"/>
                </a:lnTo>
                <a:lnTo>
                  <a:pt x="2260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1755451" y="3801411"/>
            <a:ext cx="2306" cy="8791"/>
          </a:xfrm>
          <a:custGeom>
            <a:avLst/>
            <a:gdLst/>
            <a:ahLst/>
            <a:cxnLst/>
            <a:rect l="l" t="t" r="r" b="b"/>
            <a:pathLst>
              <a:path w="2306" h="8791">
                <a:moveTo>
                  <a:pt x="0" y="8791"/>
                </a:moveTo>
                <a:lnTo>
                  <a:pt x="46" y="8647"/>
                </a:lnTo>
                <a:lnTo>
                  <a:pt x="92" y="8504"/>
                </a:lnTo>
                <a:lnTo>
                  <a:pt x="92" y="8360"/>
                </a:lnTo>
                <a:lnTo>
                  <a:pt x="161" y="8218"/>
                </a:lnTo>
                <a:lnTo>
                  <a:pt x="207" y="8074"/>
                </a:lnTo>
                <a:lnTo>
                  <a:pt x="253" y="7931"/>
                </a:lnTo>
                <a:lnTo>
                  <a:pt x="299" y="7787"/>
                </a:lnTo>
                <a:lnTo>
                  <a:pt x="299" y="7643"/>
                </a:lnTo>
                <a:lnTo>
                  <a:pt x="369" y="7501"/>
                </a:lnTo>
                <a:lnTo>
                  <a:pt x="415" y="7358"/>
                </a:lnTo>
                <a:lnTo>
                  <a:pt x="415" y="7214"/>
                </a:lnTo>
                <a:lnTo>
                  <a:pt x="461" y="7070"/>
                </a:lnTo>
                <a:lnTo>
                  <a:pt x="507" y="6926"/>
                </a:lnTo>
                <a:lnTo>
                  <a:pt x="507" y="6785"/>
                </a:lnTo>
                <a:lnTo>
                  <a:pt x="576" y="6641"/>
                </a:lnTo>
                <a:lnTo>
                  <a:pt x="622" y="6497"/>
                </a:lnTo>
                <a:lnTo>
                  <a:pt x="669" y="6354"/>
                </a:lnTo>
                <a:lnTo>
                  <a:pt x="669" y="6210"/>
                </a:lnTo>
                <a:lnTo>
                  <a:pt x="738" y="6068"/>
                </a:lnTo>
                <a:lnTo>
                  <a:pt x="784" y="5924"/>
                </a:lnTo>
                <a:lnTo>
                  <a:pt x="784" y="5781"/>
                </a:lnTo>
                <a:lnTo>
                  <a:pt x="830" y="5637"/>
                </a:lnTo>
                <a:lnTo>
                  <a:pt x="876" y="5493"/>
                </a:lnTo>
                <a:lnTo>
                  <a:pt x="945" y="5351"/>
                </a:lnTo>
                <a:lnTo>
                  <a:pt x="945" y="5208"/>
                </a:lnTo>
                <a:lnTo>
                  <a:pt x="991" y="5064"/>
                </a:lnTo>
                <a:lnTo>
                  <a:pt x="1038" y="4920"/>
                </a:lnTo>
                <a:lnTo>
                  <a:pt x="1038" y="4777"/>
                </a:lnTo>
                <a:lnTo>
                  <a:pt x="1084" y="4635"/>
                </a:lnTo>
                <a:lnTo>
                  <a:pt x="1153" y="4491"/>
                </a:lnTo>
                <a:lnTo>
                  <a:pt x="1199" y="4347"/>
                </a:lnTo>
                <a:lnTo>
                  <a:pt x="1199" y="4204"/>
                </a:lnTo>
                <a:lnTo>
                  <a:pt x="1245" y="4060"/>
                </a:lnTo>
                <a:lnTo>
                  <a:pt x="1314" y="3918"/>
                </a:lnTo>
                <a:lnTo>
                  <a:pt x="1361" y="3774"/>
                </a:lnTo>
                <a:lnTo>
                  <a:pt x="1361" y="3631"/>
                </a:lnTo>
                <a:lnTo>
                  <a:pt x="1407" y="3487"/>
                </a:lnTo>
                <a:lnTo>
                  <a:pt x="1453" y="3343"/>
                </a:lnTo>
                <a:lnTo>
                  <a:pt x="1453" y="3202"/>
                </a:lnTo>
                <a:lnTo>
                  <a:pt x="1522" y="3058"/>
                </a:lnTo>
                <a:lnTo>
                  <a:pt x="1568" y="2914"/>
                </a:lnTo>
                <a:lnTo>
                  <a:pt x="1568" y="2770"/>
                </a:lnTo>
                <a:lnTo>
                  <a:pt x="1614" y="2627"/>
                </a:lnTo>
                <a:lnTo>
                  <a:pt x="1684" y="2485"/>
                </a:lnTo>
                <a:lnTo>
                  <a:pt x="1730" y="2341"/>
                </a:lnTo>
                <a:lnTo>
                  <a:pt x="1730" y="2197"/>
                </a:lnTo>
                <a:lnTo>
                  <a:pt x="1776" y="2054"/>
                </a:lnTo>
                <a:lnTo>
                  <a:pt x="1822" y="1910"/>
                </a:lnTo>
                <a:lnTo>
                  <a:pt x="1822" y="1768"/>
                </a:lnTo>
                <a:lnTo>
                  <a:pt x="1891" y="1624"/>
                </a:lnTo>
                <a:lnTo>
                  <a:pt x="1937" y="1481"/>
                </a:lnTo>
                <a:lnTo>
                  <a:pt x="1983" y="1337"/>
                </a:lnTo>
                <a:lnTo>
                  <a:pt x="1983" y="1193"/>
                </a:lnTo>
                <a:lnTo>
                  <a:pt x="2030" y="1052"/>
                </a:lnTo>
                <a:lnTo>
                  <a:pt x="2099" y="908"/>
                </a:lnTo>
                <a:lnTo>
                  <a:pt x="2145" y="764"/>
                </a:lnTo>
                <a:lnTo>
                  <a:pt x="2145" y="620"/>
                </a:lnTo>
                <a:lnTo>
                  <a:pt x="2191" y="477"/>
                </a:lnTo>
                <a:lnTo>
                  <a:pt x="2191" y="335"/>
                </a:lnTo>
                <a:lnTo>
                  <a:pt x="2260" y="191"/>
                </a:lnTo>
                <a:lnTo>
                  <a:pt x="2306" y="47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1757758" y="3792382"/>
            <a:ext cx="2306" cy="9029"/>
          </a:xfrm>
          <a:custGeom>
            <a:avLst/>
            <a:gdLst/>
            <a:ahLst/>
            <a:cxnLst/>
            <a:rect l="l" t="t" r="r" b="b"/>
            <a:pathLst>
              <a:path w="2306" h="9029">
                <a:moveTo>
                  <a:pt x="0" y="9029"/>
                </a:moveTo>
                <a:lnTo>
                  <a:pt x="46" y="8885"/>
                </a:lnTo>
                <a:lnTo>
                  <a:pt x="92" y="8741"/>
                </a:lnTo>
                <a:lnTo>
                  <a:pt x="92" y="8599"/>
                </a:lnTo>
                <a:lnTo>
                  <a:pt x="161" y="8456"/>
                </a:lnTo>
                <a:lnTo>
                  <a:pt x="207" y="8312"/>
                </a:lnTo>
                <a:lnTo>
                  <a:pt x="207" y="8168"/>
                </a:lnTo>
                <a:lnTo>
                  <a:pt x="253" y="8024"/>
                </a:lnTo>
                <a:lnTo>
                  <a:pt x="322" y="7883"/>
                </a:lnTo>
                <a:lnTo>
                  <a:pt x="322" y="7739"/>
                </a:lnTo>
                <a:lnTo>
                  <a:pt x="369" y="7595"/>
                </a:lnTo>
                <a:lnTo>
                  <a:pt x="415" y="7451"/>
                </a:lnTo>
                <a:lnTo>
                  <a:pt x="461" y="7308"/>
                </a:lnTo>
                <a:lnTo>
                  <a:pt x="461" y="7166"/>
                </a:lnTo>
                <a:lnTo>
                  <a:pt x="530" y="7022"/>
                </a:lnTo>
                <a:lnTo>
                  <a:pt x="576" y="6879"/>
                </a:lnTo>
                <a:lnTo>
                  <a:pt x="576" y="6735"/>
                </a:lnTo>
                <a:lnTo>
                  <a:pt x="622" y="6591"/>
                </a:lnTo>
                <a:lnTo>
                  <a:pt x="669" y="6449"/>
                </a:lnTo>
                <a:lnTo>
                  <a:pt x="669" y="6306"/>
                </a:lnTo>
                <a:lnTo>
                  <a:pt x="738" y="6162"/>
                </a:lnTo>
                <a:lnTo>
                  <a:pt x="784" y="6018"/>
                </a:lnTo>
                <a:lnTo>
                  <a:pt x="830" y="5874"/>
                </a:lnTo>
                <a:lnTo>
                  <a:pt x="830" y="5733"/>
                </a:lnTo>
                <a:lnTo>
                  <a:pt x="899" y="5589"/>
                </a:lnTo>
                <a:lnTo>
                  <a:pt x="945" y="5445"/>
                </a:lnTo>
                <a:lnTo>
                  <a:pt x="945" y="5301"/>
                </a:lnTo>
                <a:lnTo>
                  <a:pt x="991" y="5158"/>
                </a:lnTo>
                <a:lnTo>
                  <a:pt x="1038" y="5016"/>
                </a:lnTo>
                <a:lnTo>
                  <a:pt x="1038" y="4872"/>
                </a:lnTo>
                <a:lnTo>
                  <a:pt x="1107" y="4729"/>
                </a:lnTo>
                <a:lnTo>
                  <a:pt x="1153" y="4585"/>
                </a:lnTo>
                <a:lnTo>
                  <a:pt x="1153" y="4441"/>
                </a:lnTo>
                <a:lnTo>
                  <a:pt x="1199" y="4299"/>
                </a:lnTo>
                <a:lnTo>
                  <a:pt x="1245" y="4156"/>
                </a:lnTo>
                <a:lnTo>
                  <a:pt x="1314" y="4012"/>
                </a:lnTo>
                <a:lnTo>
                  <a:pt x="1314" y="3868"/>
                </a:lnTo>
                <a:lnTo>
                  <a:pt x="1361" y="3724"/>
                </a:lnTo>
                <a:lnTo>
                  <a:pt x="1407" y="3583"/>
                </a:lnTo>
                <a:lnTo>
                  <a:pt x="1476" y="3439"/>
                </a:lnTo>
                <a:lnTo>
                  <a:pt x="1476" y="3295"/>
                </a:lnTo>
                <a:lnTo>
                  <a:pt x="1522" y="3152"/>
                </a:lnTo>
                <a:lnTo>
                  <a:pt x="1568" y="3008"/>
                </a:lnTo>
                <a:lnTo>
                  <a:pt x="1568" y="2866"/>
                </a:lnTo>
                <a:lnTo>
                  <a:pt x="1614" y="2722"/>
                </a:lnTo>
                <a:lnTo>
                  <a:pt x="1614" y="2579"/>
                </a:lnTo>
                <a:lnTo>
                  <a:pt x="1684" y="2435"/>
                </a:lnTo>
                <a:lnTo>
                  <a:pt x="1730" y="2291"/>
                </a:lnTo>
                <a:lnTo>
                  <a:pt x="1776" y="2149"/>
                </a:lnTo>
                <a:lnTo>
                  <a:pt x="1776" y="2006"/>
                </a:lnTo>
                <a:lnTo>
                  <a:pt x="1845" y="1862"/>
                </a:lnTo>
                <a:lnTo>
                  <a:pt x="1891" y="1718"/>
                </a:lnTo>
                <a:lnTo>
                  <a:pt x="1891" y="1574"/>
                </a:lnTo>
                <a:lnTo>
                  <a:pt x="1937" y="1433"/>
                </a:lnTo>
                <a:lnTo>
                  <a:pt x="1983" y="1289"/>
                </a:lnTo>
                <a:lnTo>
                  <a:pt x="2053" y="1145"/>
                </a:lnTo>
                <a:lnTo>
                  <a:pt x="2053" y="1002"/>
                </a:lnTo>
                <a:lnTo>
                  <a:pt x="2099" y="858"/>
                </a:lnTo>
                <a:lnTo>
                  <a:pt x="2145" y="716"/>
                </a:lnTo>
                <a:lnTo>
                  <a:pt x="2145" y="572"/>
                </a:lnTo>
                <a:lnTo>
                  <a:pt x="2191" y="429"/>
                </a:lnTo>
                <a:lnTo>
                  <a:pt x="2260" y="285"/>
                </a:lnTo>
                <a:lnTo>
                  <a:pt x="2260" y="141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1760065" y="3783113"/>
            <a:ext cx="2306" cy="9268"/>
          </a:xfrm>
          <a:custGeom>
            <a:avLst/>
            <a:gdLst/>
            <a:ahLst/>
            <a:cxnLst/>
            <a:rect l="l" t="t" r="r" b="b"/>
            <a:pathLst>
              <a:path w="2306" h="9268">
                <a:moveTo>
                  <a:pt x="0" y="9268"/>
                </a:moveTo>
                <a:lnTo>
                  <a:pt x="46" y="9124"/>
                </a:lnTo>
                <a:lnTo>
                  <a:pt x="46" y="8981"/>
                </a:lnTo>
                <a:lnTo>
                  <a:pt x="115" y="8837"/>
                </a:lnTo>
                <a:lnTo>
                  <a:pt x="161" y="8693"/>
                </a:lnTo>
                <a:lnTo>
                  <a:pt x="161" y="8551"/>
                </a:lnTo>
                <a:lnTo>
                  <a:pt x="207" y="8408"/>
                </a:lnTo>
                <a:lnTo>
                  <a:pt x="253" y="8264"/>
                </a:lnTo>
                <a:lnTo>
                  <a:pt x="322" y="8120"/>
                </a:lnTo>
                <a:lnTo>
                  <a:pt x="322" y="7976"/>
                </a:lnTo>
                <a:lnTo>
                  <a:pt x="369" y="7835"/>
                </a:lnTo>
                <a:lnTo>
                  <a:pt x="415" y="7691"/>
                </a:lnTo>
                <a:lnTo>
                  <a:pt x="415" y="7547"/>
                </a:lnTo>
                <a:lnTo>
                  <a:pt x="461" y="7404"/>
                </a:lnTo>
                <a:lnTo>
                  <a:pt x="461" y="7260"/>
                </a:lnTo>
                <a:lnTo>
                  <a:pt x="530" y="7118"/>
                </a:lnTo>
                <a:lnTo>
                  <a:pt x="576" y="6974"/>
                </a:lnTo>
                <a:lnTo>
                  <a:pt x="622" y="6831"/>
                </a:lnTo>
                <a:lnTo>
                  <a:pt x="622" y="6687"/>
                </a:lnTo>
                <a:lnTo>
                  <a:pt x="692" y="6543"/>
                </a:lnTo>
                <a:lnTo>
                  <a:pt x="738" y="6401"/>
                </a:lnTo>
                <a:lnTo>
                  <a:pt x="738" y="6258"/>
                </a:lnTo>
                <a:lnTo>
                  <a:pt x="784" y="6114"/>
                </a:lnTo>
                <a:lnTo>
                  <a:pt x="830" y="5970"/>
                </a:lnTo>
                <a:lnTo>
                  <a:pt x="830" y="5826"/>
                </a:lnTo>
                <a:lnTo>
                  <a:pt x="899" y="5685"/>
                </a:lnTo>
                <a:lnTo>
                  <a:pt x="945" y="5541"/>
                </a:lnTo>
                <a:lnTo>
                  <a:pt x="991" y="5397"/>
                </a:lnTo>
                <a:lnTo>
                  <a:pt x="991" y="5254"/>
                </a:lnTo>
                <a:lnTo>
                  <a:pt x="1061" y="5110"/>
                </a:lnTo>
                <a:lnTo>
                  <a:pt x="1061" y="4968"/>
                </a:lnTo>
                <a:lnTo>
                  <a:pt x="1107" y="4824"/>
                </a:lnTo>
                <a:lnTo>
                  <a:pt x="1153" y="4681"/>
                </a:lnTo>
                <a:lnTo>
                  <a:pt x="1153" y="4537"/>
                </a:lnTo>
                <a:lnTo>
                  <a:pt x="1199" y="4393"/>
                </a:lnTo>
                <a:lnTo>
                  <a:pt x="1268" y="4252"/>
                </a:lnTo>
                <a:lnTo>
                  <a:pt x="1268" y="4108"/>
                </a:lnTo>
                <a:lnTo>
                  <a:pt x="1314" y="3964"/>
                </a:lnTo>
                <a:lnTo>
                  <a:pt x="1361" y="3820"/>
                </a:lnTo>
                <a:lnTo>
                  <a:pt x="1407" y="3677"/>
                </a:lnTo>
                <a:lnTo>
                  <a:pt x="1407" y="3535"/>
                </a:lnTo>
                <a:lnTo>
                  <a:pt x="1476" y="3391"/>
                </a:lnTo>
                <a:lnTo>
                  <a:pt x="1522" y="3247"/>
                </a:lnTo>
                <a:lnTo>
                  <a:pt x="1522" y="3104"/>
                </a:lnTo>
                <a:lnTo>
                  <a:pt x="1568" y="2960"/>
                </a:lnTo>
                <a:lnTo>
                  <a:pt x="1637" y="2818"/>
                </a:lnTo>
                <a:lnTo>
                  <a:pt x="1637" y="2674"/>
                </a:lnTo>
                <a:lnTo>
                  <a:pt x="1684" y="2531"/>
                </a:lnTo>
                <a:lnTo>
                  <a:pt x="1730" y="2387"/>
                </a:lnTo>
                <a:lnTo>
                  <a:pt x="1730" y="2243"/>
                </a:lnTo>
                <a:lnTo>
                  <a:pt x="1776" y="2102"/>
                </a:lnTo>
                <a:lnTo>
                  <a:pt x="1845" y="1958"/>
                </a:lnTo>
                <a:lnTo>
                  <a:pt x="1845" y="1814"/>
                </a:lnTo>
                <a:lnTo>
                  <a:pt x="1891" y="1670"/>
                </a:lnTo>
                <a:lnTo>
                  <a:pt x="1937" y="1527"/>
                </a:lnTo>
                <a:lnTo>
                  <a:pt x="1937" y="1385"/>
                </a:lnTo>
                <a:lnTo>
                  <a:pt x="2007" y="1241"/>
                </a:lnTo>
                <a:lnTo>
                  <a:pt x="2053" y="1097"/>
                </a:lnTo>
                <a:lnTo>
                  <a:pt x="2053" y="954"/>
                </a:lnTo>
                <a:lnTo>
                  <a:pt x="2099" y="810"/>
                </a:lnTo>
                <a:lnTo>
                  <a:pt x="2145" y="668"/>
                </a:lnTo>
                <a:lnTo>
                  <a:pt x="2145" y="524"/>
                </a:lnTo>
                <a:lnTo>
                  <a:pt x="2214" y="381"/>
                </a:lnTo>
                <a:lnTo>
                  <a:pt x="2260" y="237"/>
                </a:lnTo>
                <a:lnTo>
                  <a:pt x="2260" y="9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1762372" y="3773653"/>
            <a:ext cx="2306" cy="9460"/>
          </a:xfrm>
          <a:custGeom>
            <a:avLst/>
            <a:gdLst/>
            <a:ahLst/>
            <a:cxnLst/>
            <a:rect l="l" t="t" r="r" b="b"/>
            <a:pathLst>
              <a:path w="2306" h="9460">
                <a:moveTo>
                  <a:pt x="0" y="9460"/>
                </a:moveTo>
                <a:lnTo>
                  <a:pt x="0" y="9316"/>
                </a:lnTo>
                <a:lnTo>
                  <a:pt x="46" y="9172"/>
                </a:lnTo>
                <a:lnTo>
                  <a:pt x="115" y="9029"/>
                </a:lnTo>
                <a:lnTo>
                  <a:pt x="115" y="8885"/>
                </a:lnTo>
                <a:lnTo>
                  <a:pt x="161" y="8743"/>
                </a:lnTo>
                <a:lnTo>
                  <a:pt x="207" y="8599"/>
                </a:lnTo>
                <a:lnTo>
                  <a:pt x="207" y="8456"/>
                </a:lnTo>
                <a:lnTo>
                  <a:pt x="276" y="8312"/>
                </a:lnTo>
                <a:lnTo>
                  <a:pt x="322" y="8168"/>
                </a:lnTo>
                <a:lnTo>
                  <a:pt x="369" y="8026"/>
                </a:lnTo>
                <a:lnTo>
                  <a:pt x="369" y="7883"/>
                </a:lnTo>
                <a:lnTo>
                  <a:pt x="415" y="7739"/>
                </a:lnTo>
                <a:lnTo>
                  <a:pt x="484" y="7595"/>
                </a:lnTo>
                <a:lnTo>
                  <a:pt x="484" y="7451"/>
                </a:lnTo>
                <a:lnTo>
                  <a:pt x="530" y="7310"/>
                </a:lnTo>
                <a:lnTo>
                  <a:pt x="576" y="7166"/>
                </a:lnTo>
                <a:lnTo>
                  <a:pt x="576" y="7022"/>
                </a:lnTo>
                <a:lnTo>
                  <a:pt x="622" y="6879"/>
                </a:lnTo>
                <a:lnTo>
                  <a:pt x="692" y="6735"/>
                </a:lnTo>
                <a:lnTo>
                  <a:pt x="692" y="6593"/>
                </a:lnTo>
                <a:lnTo>
                  <a:pt x="738" y="6449"/>
                </a:lnTo>
                <a:lnTo>
                  <a:pt x="784" y="6306"/>
                </a:lnTo>
                <a:lnTo>
                  <a:pt x="784" y="6162"/>
                </a:lnTo>
                <a:lnTo>
                  <a:pt x="853" y="6018"/>
                </a:lnTo>
                <a:lnTo>
                  <a:pt x="899" y="5876"/>
                </a:lnTo>
                <a:lnTo>
                  <a:pt x="899" y="5733"/>
                </a:lnTo>
                <a:lnTo>
                  <a:pt x="945" y="5589"/>
                </a:lnTo>
                <a:lnTo>
                  <a:pt x="991" y="5445"/>
                </a:lnTo>
                <a:lnTo>
                  <a:pt x="991" y="5301"/>
                </a:lnTo>
                <a:lnTo>
                  <a:pt x="1061" y="5160"/>
                </a:lnTo>
                <a:lnTo>
                  <a:pt x="1061" y="5016"/>
                </a:lnTo>
                <a:lnTo>
                  <a:pt x="1107" y="4872"/>
                </a:lnTo>
                <a:lnTo>
                  <a:pt x="1153" y="4729"/>
                </a:lnTo>
                <a:lnTo>
                  <a:pt x="1153" y="4585"/>
                </a:lnTo>
                <a:lnTo>
                  <a:pt x="1222" y="4443"/>
                </a:lnTo>
                <a:lnTo>
                  <a:pt x="1268" y="4299"/>
                </a:lnTo>
                <a:lnTo>
                  <a:pt x="1268" y="4156"/>
                </a:lnTo>
                <a:lnTo>
                  <a:pt x="1314" y="4012"/>
                </a:lnTo>
                <a:lnTo>
                  <a:pt x="1361" y="3868"/>
                </a:lnTo>
                <a:lnTo>
                  <a:pt x="1361" y="3727"/>
                </a:lnTo>
                <a:lnTo>
                  <a:pt x="1430" y="3583"/>
                </a:lnTo>
                <a:lnTo>
                  <a:pt x="1476" y="3439"/>
                </a:lnTo>
                <a:lnTo>
                  <a:pt x="1476" y="3295"/>
                </a:lnTo>
                <a:lnTo>
                  <a:pt x="1522" y="3152"/>
                </a:lnTo>
                <a:lnTo>
                  <a:pt x="1568" y="3010"/>
                </a:lnTo>
                <a:lnTo>
                  <a:pt x="1568" y="2866"/>
                </a:lnTo>
                <a:lnTo>
                  <a:pt x="1637" y="2722"/>
                </a:lnTo>
                <a:lnTo>
                  <a:pt x="1684" y="2579"/>
                </a:lnTo>
                <a:lnTo>
                  <a:pt x="1684" y="2435"/>
                </a:lnTo>
                <a:lnTo>
                  <a:pt x="1730" y="2293"/>
                </a:lnTo>
                <a:lnTo>
                  <a:pt x="1799" y="2149"/>
                </a:lnTo>
                <a:lnTo>
                  <a:pt x="1799" y="2006"/>
                </a:lnTo>
                <a:lnTo>
                  <a:pt x="1845" y="1862"/>
                </a:lnTo>
                <a:lnTo>
                  <a:pt x="1891" y="1718"/>
                </a:lnTo>
                <a:lnTo>
                  <a:pt x="1891" y="1577"/>
                </a:lnTo>
                <a:lnTo>
                  <a:pt x="1937" y="1433"/>
                </a:lnTo>
                <a:lnTo>
                  <a:pt x="2007" y="1289"/>
                </a:lnTo>
                <a:lnTo>
                  <a:pt x="2007" y="1145"/>
                </a:lnTo>
                <a:lnTo>
                  <a:pt x="2053" y="1002"/>
                </a:lnTo>
                <a:lnTo>
                  <a:pt x="2099" y="860"/>
                </a:lnTo>
                <a:lnTo>
                  <a:pt x="2099" y="716"/>
                </a:lnTo>
                <a:lnTo>
                  <a:pt x="2168" y="572"/>
                </a:lnTo>
                <a:lnTo>
                  <a:pt x="2214" y="429"/>
                </a:lnTo>
                <a:lnTo>
                  <a:pt x="2214" y="285"/>
                </a:lnTo>
                <a:lnTo>
                  <a:pt x="2260" y="143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1764679" y="3763953"/>
            <a:ext cx="2260" cy="9699"/>
          </a:xfrm>
          <a:custGeom>
            <a:avLst/>
            <a:gdLst/>
            <a:ahLst/>
            <a:cxnLst/>
            <a:rect l="l" t="t" r="r" b="b"/>
            <a:pathLst>
              <a:path w="2260" h="9699">
                <a:moveTo>
                  <a:pt x="0" y="9699"/>
                </a:moveTo>
                <a:lnTo>
                  <a:pt x="0" y="9556"/>
                </a:lnTo>
                <a:lnTo>
                  <a:pt x="69" y="9412"/>
                </a:lnTo>
                <a:lnTo>
                  <a:pt x="115" y="9268"/>
                </a:lnTo>
                <a:lnTo>
                  <a:pt x="115" y="9126"/>
                </a:lnTo>
                <a:lnTo>
                  <a:pt x="161" y="8983"/>
                </a:lnTo>
                <a:lnTo>
                  <a:pt x="207" y="8839"/>
                </a:lnTo>
                <a:lnTo>
                  <a:pt x="207" y="8695"/>
                </a:lnTo>
                <a:lnTo>
                  <a:pt x="276" y="8551"/>
                </a:lnTo>
                <a:lnTo>
                  <a:pt x="322" y="8410"/>
                </a:lnTo>
                <a:lnTo>
                  <a:pt x="322" y="8266"/>
                </a:lnTo>
                <a:lnTo>
                  <a:pt x="369" y="8122"/>
                </a:lnTo>
                <a:lnTo>
                  <a:pt x="438" y="7979"/>
                </a:lnTo>
                <a:lnTo>
                  <a:pt x="438" y="7835"/>
                </a:lnTo>
                <a:lnTo>
                  <a:pt x="484" y="7693"/>
                </a:lnTo>
                <a:lnTo>
                  <a:pt x="484" y="7549"/>
                </a:lnTo>
                <a:lnTo>
                  <a:pt x="530" y="7406"/>
                </a:lnTo>
                <a:lnTo>
                  <a:pt x="576" y="7262"/>
                </a:lnTo>
                <a:lnTo>
                  <a:pt x="576" y="7118"/>
                </a:lnTo>
                <a:lnTo>
                  <a:pt x="645" y="6976"/>
                </a:lnTo>
                <a:lnTo>
                  <a:pt x="692" y="6833"/>
                </a:lnTo>
                <a:lnTo>
                  <a:pt x="692" y="6689"/>
                </a:lnTo>
                <a:lnTo>
                  <a:pt x="738" y="6545"/>
                </a:lnTo>
                <a:lnTo>
                  <a:pt x="784" y="6401"/>
                </a:lnTo>
                <a:lnTo>
                  <a:pt x="784" y="6260"/>
                </a:lnTo>
                <a:lnTo>
                  <a:pt x="853" y="6116"/>
                </a:lnTo>
                <a:lnTo>
                  <a:pt x="899" y="5972"/>
                </a:lnTo>
                <a:lnTo>
                  <a:pt x="899" y="5829"/>
                </a:lnTo>
                <a:lnTo>
                  <a:pt x="945" y="5685"/>
                </a:lnTo>
                <a:lnTo>
                  <a:pt x="1015" y="5543"/>
                </a:lnTo>
                <a:lnTo>
                  <a:pt x="1015" y="5399"/>
                </a:lnTo>
                <a:lnTo>
                  <a:pt x="1061" y="5256"/>
                </a:lnTo>
                <a:lnTo>
                  <a:pt x="1061" y="5112"/>
                </a:lnTo>
                <a:lnTo>
                  <a:pt x="1107" y="4968"/>
                </a:lnTo>
                <a:lnTo>
                  <a:pt x="1153" y="4827"/>
                </a:lnTo>
                <a:lnTo>
                  <a:pt x="1153" y="4683"/>
                </a:lnTo>
                <a:lnTo>
                  <a:pt x="1222" y="4539"/>
                </a:lnTo>
                <a:lnTo>
                  <a:pt x="1268" y="4395"/>
                </a:lnTo>
                <a:lnTo>
                  <a:pt x="1268" y="4252"/>
                </a:lnTo>
                <a:lnTo>
                  <a:pt x="1314" y="4110"/>
                </a:lnTo>
                <a:lnTo>
                  <a:pt x="1384" y="3966"/>
                </a:lnTo>
                <a:lnTo>
                  <a:pt x="1384" y="3822"/>
                </a:lnTo>
                <a:lnTo>
                  <a:pt x="1430" y="3679"/>
                </a:lnTo>
                <a:lnTo>
                  <a:pt x="1476" y="3535"/>
                </a:lnTo>
                <a:lnTo>
                  <a:pt x="1476" y="3393"/>
                </a:lnTo>
                <a:lnTo>
                  <a:pt x="1522" y="3249"/>
                </a:lnTo>
                <a:lnTo>
                  <a:pt x="1591" y="3106"/>
                </a:lnTo>
                <a:lnTo>
                  <a:pt x="1591" y="2962"/>
                </a:lnTo>
                <a:lnTo>
                  <a:pt x="1637" y="2818"/>
                </a:lnTo>
                <a:lnTo>
                  <a:pt x="1637" y="2677"/>
                </a:lnTo>
                <a:lnTo>
                  <a:pt x="1684" y="2533"/>
                </a:lnTo>
                <a:lnTo>
                  <a:pt x="1730" y="2389"/>
                </a:lnTo>
                <a:lnTo>
                  <a:pt x="1730" y="2245"/>
                </a:lnTo>
                <a:lnTo>
                  <a:pt x="1799" y="2102"/>
                </a:lnTo>
                <a:lnTo>
                  <a:pt x="1845" y="1960"/>
                </a:lnTo>
                <a:lnTo>
                  <a:pt x="1845" y="1816"/>
                </a:lnTo>
                <a:lnTo>
                  <a:pt x="1891" y="1672"/>
                </a:lnTo>
                <a:lnTo>
                  <a:pt x="1960" y="1529"/>
                </a:lnTo>
                <a:lnTo>
                  <a:pt x="1960" y="1385"/>
                </a:lnTo>
                <a:lnTo>
                  <a:pt x="2007" y="1243"/>
                </a:lnTo>
                <a:lnTo>
                  <a:pt x="2053" y="1099"/>
                </a:lnTo>
                <a:lnTo>
                  <a:pt x="2053" y="956"/>
                </a:lnTo>
                <a:lnTo>
                  <a:pt x="2099" y="812"/>
                </a:lnTo>
                <a:lnTo>
                  <a:pt x="2168" y="668"/>
                </a:lnTo>
                <a:lnTo>
                  <a:pt x="2168" y="527"/>
                </a:lnTo>
                <a:lnTo>
                  <a:pt x="2214" y="383"/>
                </a:lnTo>
                <a:lnTo>
                  <a:pt x="2214" y="239"/>
                </a:lnTo>
                <a:lnTo>
                  <a:pt x="2260" y="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1766940" y="3754055"/>
            <a:ext cx="2306" cy="9897"/>
          </a:xfrm>
          <a:custGeom>
            <a:avLst/>
            <a:gdLst/>
            <a:ahLst/>
            <a:cxnLst/>
            <a:rect l="l" t="t" r="r" b="b"/>
            <a:pathLst>
              <a:path w="2306" h="9897">
                <a:moveTo>
                  <a:pt x="0" y="9897"/>
                </a:moveTo>
                <a:lnTo>
                  <a:pt x="46" y="9756"/>
                </a:lnTo>
                <a:lnTo>
                  <a:pt x="115" y="9612"/>
                </a:lnTo>
                <a:lnTo>
                  <a:pt x="115" y="9468"/>
                </a:lnTo>
                <a:lnTo>
                  <a:pt x="161" y="9324"/>
                </a:lnTo>
                <a:lnTo>
                  <a:pt x="207" y="9181"/>
                </a:lnTo>
                <a:lnTo>
                  <a:pt x="207" y="9039"/>
                </a:lnTo>
                <a:lnTo>
                  <a:pt x="276" y="8895"/>
                </a:lnTo>
                <a:lnTo>
                  <a:pt x="322" y="8704"/>
                </a:lnTo>
                <a:lnTo>
                  <a:pt x="322" y="8560"/>
                </a:lnTo>
                <a:lnTo>
                  <a:pt x="369" y="8416"/>
                </a:lnTo>
                <a:lnTo>
                  <a:pt x="415" y="8274"/>
                </a:lnTo>
                <a:lnTo>
                  <a:pt x="415" y="8131"/>
                </a:lnTo>
                <a:lnTo>
                  <a:pt x="484" y="7987"/>
                </a:lnTo>
                <a:lnTo>
                  <a:pt x="530" y="7843"/>
                </a:lnTo>
                <a:lnTo>
                  <a:pt x="530" y="7699"/>
                </a:lnTo>
                <a:lnTo>
                  <a:pt x="576" y="7558"/>
                </a:lnTo>
                <a:lnTo>
                  <a:pt x="645" y="7414"/>
                </a:lnTo>
                <a:lnTo>
                  <a:pt x="645" y="7222"/>
                </a:lnTo>
                <a:lnTo>
                  <a:pt x="692" y="7079"/>
                </a:lnTo>
                <a:lnTo>
                  <a:pt x="738" y="6935"/>
                </a:lnTo>
                <a:lnTo>
                  <a:pt x="738" y="6793"/>
                </a:lnTo>
                <a:lnTo>
                  <a:pt x="784" y="6649"/>
                </a:lnTo>
                <a:lnTo>
                  <a:pt x="853" y="6506"/>
                </a:lnTo>
                <a:lnTo>
                  <a:pt x="853" y="6362"/>
                </a:lnTo>
                <a:lnTo>
                  <a:pt x="899" y="6218"/>
                </a:lnTo>
                <a:lnTo>
                  <a:pt x="945" y="6076"/>
                </a:lnTo>
                <a:lnTo>
                  <a:pt x="945" y="5885"/>
                </a:lnTo>
                <a:lnTo>
                  <a:pt x="991" y="5741"/>
                </a:lnTo>
                <a:lnTo>
                  <a:pt x="1061" y="5597"/>
                </a:lnTo>
                <a:lnTo>
                  <a:pt x="1061" y="5456"/>
                </a:lnTo>
                <a:lnTo>
                  <a:pt x="1107" y="5312"/>
                </a:lnTo>
                <a:lnTo>
                  <a:pt x="1107" y="5168"/>
                </a:lnTo>
                <a:lnTo>
                  <a:pt x="1153" y="5024"/>
                </a:lnTo>
                <a:lnTo>
                  <a:pt x="1222" y="4881"/>
                </a:lnTo>
                <a:lnTo>
                  <a:pt x="1222" y="4739"/>
                </a:lnTo>
                <a:lnTo>
                  <a:pt x="1268" y="4595"/>
                </a:lnTo>
                <a:lnTo>
                  <a:pt x="1314" y="4452"/>
                </a:lnTo>
                <a:lnTo>
                  <a:pt x="1314" y="4308"/>
                </a:lnTo>
                <a:lnTo>
                  <a:pt x="1361" y="4164"/>
                </a:lnTo>
                <a:lnTo>
                  <a:pt x="1430" y="4022"/>
                </a:lnTo>
                <a:lnTo>
                  <a:pt x="1430" y="3879"/>
                </a:lnTo>
                <a:lnTo>
                  <a:pt x="1476" y="3735"/>
                </a:lnTo>
                <a:lnTo>
                  <a:pt x="1522" y="3591"/>
                </a:lnTo>
                <a:lnTo>
                  <a:pt x="1522" y="3399"/>
                </a:lnTo>
                <a:lnTo>
                  <a:pt x="1591" y="3258"/>
                </a:lnTo>
                <a:lnTo>
                  <a:pt x="1637" y="3114"/>
                </a:lnTo>
                <a:lnTo>
                  <a:pt x="1637" y="2979"/>
                </a:lnTo>
                <a:lnTo>
                  <a:pt x="1684" y="2833"/>
                </a:lnTo>
                <a:lnTo>
                  <a:pt x="1684" y="2687"/>
                </a:lnTo>
                <a:lnTo>
                  <a:pt x="1730" y="2541"/>
                </a:lnTo>
                <a:lnTo>
                  <a:pt x="1799" y="2395"/>
                </a:lnTo>
                <a:lnTo>
                  <a:pt x="1799" y="2249"/>
                </a:lnTo>
                <a:lnTo>
                  <a:pt x="1845" y="2104"/>
                </a:lnTo>
                <a:lnTo>
                  <a:pt x="1891" y="1958"/>
                </a:lnTo>
                <a:lnTo>
                  <a:pt x="1891" y="1770"/>
                </a:lnTo>
                <a:lnTo>
                  <a:pt x="1937" y="1624"/>
                </a:lnTo>
                <a:lnTo>
                  <a:pt x="2007" y="1437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58"/>
                </a:lnTo>
                <a:lnTo>
                  <a:pt x="2168" y="812"/>
                </a:lnTo>
                <a:lnTo>
                  <a:pt x="2214" y="624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1769247" y="3743993"/>
            <a:ext cx="2329" cy="10062"/>
          </a:xfrm>
          <a:custGeom>
            <a:avLst/>
            <a:gdLst/>
            <a:ahLst/>
            <a:cxnLst/>
            <a:rect l="l" t="t" r="r" b="b"/>
            <a:pathLst>
              <a:path w="2329" h="10062">
                <a:moveTo>
                  <a:pt x="0" y="10062"/>
                </a:moveTo>
                <a:lnTo>
                  <a:pt x="69" y="9874"/>
                </a:lnTo>
                <a:lnTo>
                  <a:pt x="115" y="9729"/>
                </a:lnTo>
                <a:lnTo>
                  <a:pt x="115" y="9583"/>
                </a:lnTo>
                <a:lnTo>
                  <a:pt x="161" y="9395"/>
                </a:lnTo>
                <a:lnTo>
                  <a:pt x="207" y="9249"/>
                </a:lnTo>
                <a:lnTo>
                  <a:pt x="276" y="9062"/>
                </a:lnTo>
                <a:lnTo>
                  <a:pt x="276" y="8916"/>
                </a:lnTo>
                <a:lnTo>
                  <a:pt x="322" y="8770"/>
                </a:lnTo>
                <a:lnTo>
                  <a:pt x="369" y="8583"/>
                </a:lnTo>
                <a:lnTo>
                  <a:pt x="369" y="8437"/>
                </a:lnTo>
                <a:lnTo>
                  <a:pt x="438" y="8249"/>
                </a:lnTo>
                <a:lnTo>
                  <a:pt x="484" y="8104"/>
                </a:lnTo>
                <a:lnTo>
                  <a:pt x="530" y="7916"/>
                </a:lnTo>
                <a:lnTo>
                  <a:pt x="530" y="7770"/>
                </a:lnTo>
                <a:lnTo>
                  <a:pt x="576" y="7624"/>
                </a:lnTo>
                <a:lnTo>
                  <a:pt x="645" y="7395"/>
                </a:lnTo>
                <a:lnTo>
                  <a:pt x="645" y="7249"/>
                </a:lnTo>
                <a:lnTo>
                  <a:pt x="692" y="7104"/>
                </a:lnTo>
                <a:lnTo>
                  <a:pt x="738" y="6958"/>
                </a:lnTo>
                <a:lnTo>
                  <a:pt x="738" y="6812"/>
                </a:lnTo>
                <a:lnTo>
                  <a:pt x="807" y="6624"/>
                </a:lnTo>
                <a:lnTo>
                  <a:pt x="853" y="6479"/>
                </a:lnTo>
                <a:lnTo>
                  <a:pt x="899" y="6291"/>
                </a:lnTo>
                <a:lnTo>
                  <a:pt x="899" y="6145"/>
                </a:lnTo>
                <a:lnTo>
                  <a:pt x="945" y="5999"/>
                </a:lnTo>
                <a:lnTo>
                  <a:pt x="1015" y="5812"/>
                </a:lnTo>
                <a:lnTo>
                  <a:pt x="1061" y="5624"/>
                </a:lnTo>
                <a:lnTo>
                  <a:pt x="1061" y="5479"/>
                </a:lnTo>
                <a:lnTo>
                  <a:pt x="1107" y="5333"/>
                </a:lnTo>
                <a:lnTo>
                  <a:pt x="1107" y="5187"/>
                </a:lnTo>
                <a:lnTo>
                  <a:pt x="1153" y="4999"/>
                </a:lnTo>
                <a:lnTo>
                  <a:pt x="1222" y="4812"/>
                </a:lnTo>
                <a:lnTo>
                  <a:pt x="1268" y="4666"/>
                </a:lnTo>
                <a:lnTo>
                  <a:pt x="1268" y="4520"/>
                </a:lnTo>
                <a:lnTo>
                  <a:pt x="1314" y="4333"/>
                </a:lnTo>
                <a:lnTo>
                  <a:pt x="1384" y="4187"/>
                </a:lnTo>
                <a:lnTo>
                  <a:pt x="1430" y="4041"/>
                </a:lnTo>
                <a:lnTo>
                  <a:pt x="1430" y="3854"/>
                </a:lnTo>
                <a:lnTo>
                  <a:pt x="1476" y="3708"/>
                </a:lnTo>
                <a:lnTo>
                  <a:pt x="1522" y="3520"/>
                </a:lnTo>
                <a:lnTo>
                  <a:pt x="1522" y="3374"/>
                </a:lnTo>
                <a:lnTo>
                  <a:pt x="1591" y="3187"/>
                </a:lnTo>
                <a:lnTo>
                  <a:pt x="1637" y="3041"/>
                </a:lnTo>
                <a:lnTo>
                  <a:pt x="1637" y="2895"/>
                </a:lnTo>
                <a:lnTo>
                  <a:pt x="1684" y="2708"/>
                </a:lnTo>
                <a:lnTo>
                  <a:pt x="1753" y="2562"/>
                </a:lnTo>
                <a:lnTo>
                  <a:pt x="1799" y="2374"/>
                </a:lnTo>
                <a:lnTo>
                  <a:pt x="1799" y="2229"/>
                </a:lnTo>
                <a:lnTo>
                  <a:pt x="1845" y="2083"/>
                </a:lnTo>
                <a:lnTo>
                  <a:pt x="1891" y="1895"/>
                </a:lnTo>
                <a:lnTo>
                  <a:pt x="1891" y="1749"/>
                </a:lnTo>
                <a:lnTo>
                  <a:pt x="1960" y="1604"/>
                </a:lnTo>
                <a:lnTo>
                  <a:pt x="2007" y="1416"/>
                </a:lnTo>
                <a:lnTo>
                  <a:pt x="2007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168" y="749"/>
                </a:lnTo>
                <a:lnTo>
                  <a:pt x="2168" y="604"/>
                </a:lnTo>
                <a:lnTo>
                  <a:pt x="2214" y="458"/>
                </a:lnTo>
                <a:lnTo>
                  <a:pt x="2260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1771577" y="3733701"/>
            <a:ext cx="2306" cy="10291"/>
          </a:xfrm>
          <a:custGeom>
            <a:avLst/>
            <a:gdLst/>
            <a:ahLst/>
            <a:cxnLst/>
            <a:rect l="l" t="t" r="r" b="b"/>
            <a:pathLst>
              <a:path w="2306" h="10291">
                <a:moveTo>
                  <a:pt x="0" y="10291"/>
                </a:moveTo>
                <a:lnTo>
                  <a:pt x="46" y="10145"/>
                </a:lnTo>
                <a:lnTo>
                  <a:pt x="46" y="9999"/>
                </a:lnTo>
                <a:lnTo>
                  <a:pt x="92" y="9854"/>
                </a:lnTo>
                <a:lnTo>
                  <a:pt x="92" y="9708"/>
                </a:lnTo>
                <a:lnTo>
                  <a:pt x="138" y="9562"/>
                </a:lnTo>
                <a:lnTo>
                  <a:pt x="207" y="9416"/>
                </a:lnTo>
                <a:lnTo>
                  <a:pt x="207" y="9270"/>
                </a:lnTo>
                <a:lnTo>
                  <a:pt x="253" y="9124"/>
                </a:lnTo>
                <a:lnTo>
                  <a:pt x="299" y="8937"/>
                </a:lnTo>
                <a:lnTo>
                  <a:pt x="299" y="8791"/>
                </a:lnTo>
                <a:lnTo>
                  <a:pt x="346" y="8604"/>
                </a:lnTo>
                <a:lnTo>
                  <a:pt x="415" y="8458"/>
                </a:lnTo>
                <a:lnTo>
                  <a:pt x="461" y="8270"/>
                </a:lnTo>
                <a:lnTo>
                  <a:pt x="461" y="8124"/>
                </a:lnTo>
                <a:lnTo>
                  <a:pt x="507" y="7979"/>
                </a:lnTo>
                <a:lnTo>
                  <a:pt x="576" y="7791"/>
                </a:lnTo>
                <a:lnTo>
                  <a:pt x="576" y="7604"/>
                </a:lnTo>
                <a:lnTo>
                  <a:pt x="622" y="7458"/>
                </a:lnTo>
                <a:lnTo>
                  <a:pt x="669" y="7312"/>
                </a:lnTo>
                <a:lnTo>
                  <a:pt x="669" y="7166"/>
                </a:lnTo>
                <a:lnTo>
                  <a:pt x="715" y="6937"/>
                </a:lnTo>
                <a:lnTo>
                  <a:pt x="784" y="6791"/>
                </a:lnTo>
                <a:lnTo>
                  <a:pt x="830" y="6645"/>
                </a:lnTo>
                <a:lnTo>
                  <a:pt x="830" y="6499"/>
                </a:lnTo>
                <a:lnTo>
                  <a:pt x="876" y="6354"/>
                </a:lnTo>
                <a:lnTo>
                  <a:pt x="945" y="6166"/>
                </a:lnTo>
                <a:lnTo>
                  <a:pt x="945" y="6020"/>
                </a:lnTo>
                <a:lnTo>
                  <a:pt x="991" y="5833"/>
                </a:lnTo>
                <a:lnTo>
                  <a:pt x="1038" y="5687"/>
                </a:lnTo>
                <a:lnTo>
                  <a:pt x="1038" y="5541"/>
                </a:lnTo>
                <a:lnTo>
                  <a:pt x="1084" y="5354"/>
                </a:lnTo>
                <a:lnTo>
                  <a:pt x="1153" y="5208"/>
                </a:lnTo>
                <a:lnTo>
                  <a:pt x="1199" y="5020"/>
                </a:lnTo>
                <a:lnTo>
                  <a:pt x="1199" y="4874"/>
                </a:lnTo>
                <a:lnTo>
                  <a:pt x="1245" y="4729"/>
                </a:lnTo>
                <a:lnTo>
                  <a:pt x="1291" y="4541"/>
                </a:lnTo>
                <a:lnTo>
                  <a:pt x="1291" y="4395"/>
                </a:lnTo>
                <a:lnTo>
                  <a:pt x="1361" y="4208"/>
                </a:lnTo>
                <a:lnTo>
                  <a:pt x="1407" y="4062"/>
                </a:lnTo>
                <a:lnTo>
                  <a:pt x="1407" y="3874"/>
                </a:lnTo>
                <a:lnTo>
                  <a:pt x="1453" y="3687"/>
                </a:lnTo>
                <a:lnTo>
                  <a:pt x="1522" y="3541"/>
                </a:lnTo>
                <a:lnTo>
                  <a:pt x="1522" y="3395"/>
                </a:lnTo>
                <a:lnTo>
                  <a:pt x="1568" y="3249"/>
                </a:lnTo>
                <a:lnTo>
                  <a:pt x="1614" y="3062"/>
                </a:lnTo>
                <a:lnTo>
                  <a:pt x="1614" y="2916"/>
                </a:lnTo>
                <a:lnTo>
                  <a:pt x="1660" y="2770"/>
                </a:lnTo>
                <a:lnTo>
                  <a:pt x="1730" y="2583"/>
                </a:lnTo>
                <a:lnTo>
                  <a:pt x="1730" y="2437"/>
                </a:lnTo>
                <a:lnTo>
                  <a:pt x="1776" y="2249"/>
                </a:lnTo>
                <a:lnTo>
                  <a:pt x="1822" y="2104"/>
                </a:lnTo>
                <a:lnTo>
                  <a:pt x="1891" y="1958"/>
                </a:lnTo>
                <a:lnTo>
                  <a:pt x="1891" y="1770"/>
                </a:lnTo>
                <a:lnTo>
                  <a:pt x="1937" y="1624"/>
                </a:lnTo>
                <a:lnTo>
                  <a:pt x="1983" y="1437"/>
                </a:lnTo>
                <a:lnTo>
                  <a:pt x="1983" y="1249"/>
                </a:lnTo>
                <a:lnTo>
                  <a:pt x="2030" y="1104"/>
                </a:lnTo>
                <a:lnTo>
                  <a:pt x="2099" y="958"/>
                </a:lnTo>
                <a:lnTo>
                  <a:pt x="2099" y="812"/>
                </a:lnTo>
                <a:lnTo>
                  <a:pt x="2145" y="624"/>
                </a:lnTo>
                <a:lnTo>
                  <a:pt x="2191" y="479"/>
                </a:lnTo>
                <a:lnTo>
                  <a:pt x="2237" y="291"/>
                </a:lnTo>
                <a:lnTo>
                  <a:pt x="2237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1773884" y="3723306"/>
            <a:ext cx="2260" cy="10395"/>
          </a:xfrm>
          <a:custGeom>
            <a:avLst/>
            <a:gdLst/>
            <a:ahLst/>
            <a:cxnLst/>
            <a:rect l="l" t="t" r="r" b="b"/>
            <a:pathLst>
              <a:path w="2260" h="10395">
                <a:moveTo>
                  <a:pt x="0" y="10395"/>
                </a:moveTo>
                <a:lnTo>
                  <a:pt x="46" y="10208"/>
                </a:lnTo>
                <a:lnTo>
                  <a:pt x="46" y="10062"/>
                </a:lnTo>
                <a:lnTo>
                  <a:pt x="92" y="9874"/>
                </a:lnTo>
                <a:lnTo>
                  <a:pt x="161" y="9729"/>
                </a:lnTo>
                <a:lnTo>
                  <a:pt x="161" y="9583"/>
                </a:lnTo>
                <a:lnTo>
                  <a:pt x="207" y="9395"/>
                </a:lnTo>
                <a:lnTo>
                  <a:pt x="253" y="9249"/>
                </a:lnTo>
                <a:lnTo>
                  <a:pt x="253" y="9062"/>
                </a:lnTo>
                <a:lnTo>
                  <a:pt x="299" y="8916"/>
                </a:lnTo>
                <a:lnTo>
                  <a:pt x="369" y="8729"/>
                </a:lnTo>
                <a:lnTo>
                  <a:pt x="369" y="8583"/>
                </a:lnTo>
                <a:lnTo>
                  <a:pt x="415" y="8437"/>
                </a:lnTo>
                <a:lnTo>
                  <a:pt x="461" y="8249"/>
                </a:lnTo>
                <a:lnTo>
                  <a:pt x="461" y="8104"/>
                </a:lnTo>
                <a:lnTo>
                  <a:pt x="507" y="7958"/>
                </a:lnTo>
                <a:lnTo>
                  <a:pt x="576" y="7770"/>
                </a:lnTo>
                <a:lnTo>
                  <a:pt x="576" y="7624"/>
                </a:lnTo>
                <a:lnTo>
                  <a:pt x="622" y="7437"/>
                </a:lnTo>
                <a:lnTo>
                  <a:pt x="669" y="7291"/>
                </a:lnTo>
                <a:lnTo>
                  <a:pt x="738" y="7062"/>
                </a:lnTo>
                <a:lnTo>
                  <a:pt x="738" y="6916"/>
                </a:lnTo>
                <a:lnTo>
                  <a:pt x="784" y="6770"/>
                </a:lnTo>
                <a:lnTo>
                  <a:pt x="830" y="6624"/>
                </a:lnTo>
                <a:lnTo>
                  <a:pt x="830" y="6479"/>
                </a:lnTo>
                <a:lnTo>
                  <a:pt x="876" y="6291"/>
                </a:lnTo>
                <a:lnTo>
                  <a:pt x="945" y="6145"/>
                </a:lnTo>
                <a:lnTo>
                  <a:pt x="945" y="5958"/>
                </a:lnTo>
                <a:lnTo>
                  <a:pt x="991" y="5812"/>
                </a:lnTo>
                <a:lnTo>
                  <a:pt x="1038" y="5666"/>
                </a:lnTo>
                <a:lnTo>
                  <a:pt x="1107" y="5437"/>
                </a:lnTo>
                <a:lnTo>
                  <a:pt x="1107" y="5291"/>
                </a:lnTo>
                <a:lnTo>
                  <a:pt x="1153" y="5145"/>
                </a:lnTo>
                <a:lnTo>
                  <a:pt x="1199" y="4999"/>
                </a:lnTo>
                <a:lnTo>
                  <a:pt x="1199" y="4854"/>
                </a:lnTo>
                <a:lnTo>
                  <a:pt x="1245" y="4666"/>
                </a:lnTo>
                <a:lnTo>
                  <a:pt x="1314" y="4520"/>
                </a:lnTo>
                <a:lnTo>
                  <a:pt x="1314" y="4374"/>
                </a:lnTo>
                <a:lnTo>
                  <a:pt x="1361" y="4187"/>
                </a:lnTo>
                <a:lnTo>
                  <a:pt x="1407" y="4041"/>
                </a:lnTo>
                <a:lnTo>
                  <a:pt x="1407" y="3854"/>
                </a:lnTo>
                <a:lnTo>
                  <a:pt x="1453" y="3708"/>
                </a:lnTo>
                <a:lnTo>
                  <a:pt x="1522" y="3520"/>
                </a:lnTo>
                <a:lnTo>
                  <a:pt x="1522" y="3333"/>
                </a:lnTo>
                <a:lnTo>
                  <a:pt x="1568" y="3187"/>
                </a:lnTo>
                <a:lnTo>
                  <a:pt x="1614" y="3041"/>
                </a:lnTo>
                <a:lnTo>
                  <a:pt x="1614" y="2895"/>
                </a:lnTo>
                <a:lnTo>
                  <a:pt x="1684" y="2708"/>
                </a:lnTo>
                <a:lnTo>
                  <a:pt x="1730" y="2562"/>
                </a:lnTo>
                <a:lnTo>
                  <a:pt x="1730" y="2416"/>
                </a:lnTo>
                <a:lnTo>
                  <a:pt x="1776" y="2229"/>
                </a:lnTo>
                <a:lnTo>
                  <a:pt x="1822" y="2083"/>
                </a:lnTo>
                <a:lnTo>
                  <a:pt x="1891" y="1895"/>
                </a:lnTo>
                <a:lnTo>
                  <a:pt x="1891" y="1749"/>
                </a:lnTo>
                <a:lnTo>
                  <a:pt x="1937" y="1604"/>
                </a:lnTo>
                <a:lnTo>
                  <a:pt x="1983" y="1416"/>
                </a:lnTo>
                <a:lnTo>
                  <a:pt x="1983" y="1270"/>
                </a:lnTo>
                <a:lnTo>
                  <a:pt x="2030" y="1083"/>
                </a:lnTo>
                <a:lnTo>
                  <a:pt x="2099" y="937"/>
                </a:lnTo>
                <a:lnTo>
                  <a:pt x="2099" y="791"/>
                </a:lnTo>
                <a:lnTo>
                  <a:pt x="2145" y="604"/>
                </a:lnTo>
                <a:lnTo>
                  <a:pt x="2191" y="458"/>
                </a:lnTo>
                <a:lnTo>
                  <a:pt x="2191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1776144" y="3712681"/>
            <a:ext cx="2306" cy="10624"/>
          </a:xfrm>
          <a:custGeom>
            <a:avLst/>
            <a:gdLst/>
            <a:ahLst/>
            <a:cxnLst/>
            <a:rect l="l" t="t" r="r" b="b"/>
            <a:pathLst>
              <a:path w="2306" h="10624">
                <a:moveTo>
                  <a:pt x="0" y="10624"/>
                </a:moveTo>
                <a:lnTo>
                  <a:pt x="46" y="10416"/>
                </a:lnTo>
                <a:lnTo>
                  <a:pt x="92" y="10270"/>
                </a:lnTo>
                <a:lnTo>
                  <a:pt x="138" y="10083"/>
                </a:lnTo>
                <a:lnTo>
                  <a:pt x="138" y="9937"/>
                </a:lnTo>
                <a:lnTo>
                  <a:pt x="207" y="9749"/>
                </a:lnTo>
                <a:lnTo>
                  <a:pt x="253" y="9604"/>
                </a:lnTo>
                <a:lnTo>
                  <a:pt x="253" y="9458"/>
                </a:lnTo>
                <a:lnTo>
                  <a:pt x="299" y="9270"/>
                </a:lnTo>
                <a:lnTo>
                  <a:pt x="369" y="9124"/>
                </a:lnTo>
                <a:lnTo>
                  <a:pt x="369" y="8937"/>
                </a:lnTo>
                <a:lnTo>
                  <a:pt x="415" y="8791"/>
                </a:lnTo>
                <a:lnTo>
                  <a:pt x="461" y="8645"/>
                </a:lnTo>
                <a:lnTo>
                  <a:pt x="461" y="8458"/>
                </a:lnTo>
                <a:lnTo>
                  <a:pt x="507" y="8312"/>
                </a:lnTo>
                <a:lnTo>
                  <a:pt x="576" y="8124"/>
                </a:lnTo>
                <a:lnTo>
                  <a:pt x="576" y="7979"/>
                </a:lnTo>
                <a:lnTo>
                  <a:pt x="622" y="7833"/>
                </a:lnTo>
                <a:lnTo>
                  <a:pt x="669" y="7645"/>
                </a:lnTo>
                <a:lnTo>
                  <a:pt x="669" y="7499"/>
                </a:lnTo>
                <a:lnTo>
                  <a:pt x="715" y="7312"/>
                </a:lnTo>
                <a:lnTo>
                  <a:pt x="784" y="7166"/>
                </a:lnTo>
                <a:lnTo>
                  <a:pt x="784" y="6979"/>
                </a:lnTo>
                <a:lnTo>
                  <a:pt x="830" y="6833"/>
                </a:lnTo>
                <a:lnTo>
                  <a:pt x="876" y="6687"/>
                </a:lnTo>
                <a:lnTo>
                  <a:pt x="876" y="6499"/>
                </a:lnTo>
                <a:lnTo>
                  <a:pt x="945" y="6354"/>
                </a:lnTo>
                <a:lnTo>
                  <a:pt x="991" y="6124"/>
                </a:lnTo>
                <a:lnTo>
                  <a:pt x="1038" y="5979"/>
                </a:lnTo>
                <a:lnTo>
                  <a:pt x="1038" y="5833"/>
                </a:lnTo>
                <a:lnTo>
                  <a:pt x="1084" y="5645"/>
                </a:lnTo>
                <a:lnTo>
                  <a:pt x="1153" y="5499"/>
                </a:lnTo>
                <a:lnTo>
                  <a:pt x="1153" y="5354"/>
                </a:lnTo>
                <a:lnTo>
                  <a:pt x="1199" y="5208"/>
                </a:lnTo>
                <a:lnTo>
                  <a:pt x="1199" y="5062"/>
                </a:lnTo>
                <a:lnTo>
                  <a:pt x="1245" y="4874"/>
                </a:lnTo>
                <a:lnTo>
                  <a:pt x="1314" y="4729"/>
                </a:lnTo>
                <a:lnTo>
                  <a:pt x="1361" y="4541"/>
                </a:lnTo>
                <a:lnTo>
                  <a:pt x="1361" y="4395"/>
                </a:lnTo>
                <a:lnTo>
                  <a:pt x="1407" y="4249"/>
                </a:lnTo>
                <a:lnTo>
                  <a:pt x="1453" y="4062"/>
                </a:lnTo>
                <a:lnTo>
                  <a:pt x="1453" y="3916"/>
                </a:lnTo>
                <a:lnTo>
                  <a:pt x="1522" y="3729"/>
                </a:lnTo>
                <a:lnTo>
                  <a:pt x="1568" y="3583"/>
                </a:lnTo>
                <a:lnTo>
                  <a:pt x="1568" y="3395"/>
                </a:lnTo>
                <a:lnTo>
                  <a:pt x="1614" y="3249"/>
                </a:lnTo>
                <a:lnTo>
                  <a:pt x="1660" y="3104"/>
                </a:lnTo>
                <a:lnTo>
                  <a:pt x="1660" y="2916"/>
                </a:lnTo>
                <a:lnTo>
                  <a:pt x="1730" y="2770"/>
                </a:lnTo>
                <a:lnTo>
                  <a:pt x="1776" y="2583"/>
                </a:lnTo>
                <a:lnTo>
                  <a:pt x="1776" y="2437"/>
                </a:lnTo>
                <a:lnTo>
                  <a:pt x="1822" y="2291"/>
                </a:lnTo>
                <a:lnTo>
                  <a:pt x="1891" y="2062"/>
                </a:lnTo>
                <a:lnTo>
                  <a:pt x="1891" y="1916"/>
                </a:lnTo>
                <a:lnTo>
                  <a:pt x="1937" y="1770"/>
                </a:lnTo>
                <a:lnTo>
                  <a:pt x="1983" y="1583"/>
                </a:lnTo>
                <a:lnTo>
                  <a:pt x="1983" y="1437"/>
                </a:lnTo>
                <a:lnTo>
                  <a:pt x="2030" y="1291"/>
                </a:lnTo>
                <a:lnTo>
                  <a:pt x="2030" y="1145"/>
                </a:lnTo>
                <a:lnTo>
                  <a:pt x="2099" y="958"/>
                </a:lnTo>
                <a:lnTo>
                  <a:pt x="2145" y="812"/>
                </a:lnTo>
                <a:lnTo>
                  <a:pt x="2145" y="666"/>
                </a:lnTo>
                <a:lnTo>
                  <a:pt x="2191" y="479"/>
                </a:lnTo>
                <a:lnTo>
                  <a:pt x="2237" y="291"/>
                </a:lnTo>
                <a:lnTo>
                  <a:pt x="2306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1778451" y="3701889"/>
            <a:ext cx="2306" cy="10791"/>
          </a:xfrm>
          <a:custGeom>
            <a:avLst/>
            <a:gdLst/>
            <a:ahLst/>
            <a:cxnLst/>
            <a:rect l="l" t="t" r="r" b="b"/>
            <a:pathLst>
              <a:path w="2306" h="10791">
                <a:moveTo>
                  <a:pt x="0" y="10791"/>
                </a:moveTo>
                <a:lnTo>
                  <a:pt x="46" y="10603"/>
                </a:lnTo>
                <a:lnTo>
                  <a:pt x="92" y="10458"/>
                </a:lnTo>
                <a:lnTo>
                  <a:pt x="92" y="10312"/>
                </a:lnTo>
                <a:lnTo>
                  <a:pt x="161" y="10124"/>
                </a:lnTo>
                <a:lnTo>
                  <a:pt x="207" y="9979"/>
                </a:lnTo>
                <a:lnTo>
                  <a:pt x="207" y="9791"/>
                </a:lnTo>
                <a:lnTo>
                  <a:pt x="253" y="9645"/>
                </a:lnTo>
                <a:lnTo>
                  <a:pt x="299" y="9499"/>
                </a:lnTo>
                <a:lnTo>
                  <a:pt x="299" y="9312"/>
                </a:lnTo>
                <a:lnTo>
                  <a:pt x="369" y="9166"/>
                </a:lnTo>
                <a:lnTo>
                  <a:pt x="415" y="8937"/>
                </a:lnTo>
                <a:lnTo>
                  <a:pt x="415" y="8791"/>
                </a:lnTo>
                <a:lnTo>
                  <a:pt x="461" y="8645"/>
                </a:lnTo>
                <a:lnTo>
                  <a:pt x="530" y="8499"/>
                </a:lnTo>
                <a:lnTo>
                  <a:pt x="530" y="8354"/>
                </a:lnTo>
                <a:lnTo>
                  <a:pt x="576" y="8124"/>
                </a:lnTo>
                <a:lnTo>
                  <a:pt x="622" y="7979"/>
                </a:lnTo>
                <a:lnTo>
                  <a:pt x="622" y="7833"/>
                </a:lnTo>
                <a:lnTo>
                  <a:pt x="669" y="7687"/>
                </a:lnTo>
                <a:lnTo>
                  <a:pt x="669" y="7541"/>
                </a:lnTo>
                <a:lnTo>
                  <a:pt x="738" y="7354"/>
                </a:lnTo>
                <a:lnTo>
                  <a:pt x="784" y="7208"/>
                </a:lnTo>
                <a:lnTo>
                  <a:pt x="830" y="7020"/>
                </a:lnTo>
                <a:lnTo>
                  <a:pt x="830" y="6833"/>
                </a:lnTo>
                <a:lnTo>
                  <a:pt x="876" y="6687"/>
                </a:lnTo>
                <a:lnTo>
                  <a:pt x="945" y="6541"/>
                </a:lnTo>
                <a:lnTo>
                  <a:pt x="945" y="6395"/>
                </a:lnTo>
                <a:lnTo>
                  <a:pt x="991" y="6208"/>
                </a:lnTo>
                <a:lnTo>
                  <a:pt x="1038" y="6020"/>
                </a:lnTo>
                <a:lnTo>
                  <a:pt x="1038" y="5874"/>
                </a:lnTo>
                <a:lnTo>
                  <a:pt x="1107" y="5729"/>
                </a:lnTo>
                <a:lnTo>
                  <a:pt x="1107" y="5583"/>
                </a:lnTo>
                <a:lnTo>
                  <a:pt x="1153" y="5395"/>
                </a:lnTo>
                <a:lnTo>
                  <a:pt x="1199" y="5208"/>
                </a:lnTo>
                <a:lnTo>
                  <a:pt x="1245" y="5062"/>
                </a:lnTo>
                <a:lnTo>
                  <a:pt x="1245" y="4916"/>
                </a:lnTo>
                <a:lnTo>
                  <a:pt x="1314" y="4770"/>
                </a:lnTo>
                <a:lnTo>
                  <a:pt x="1361" y="4583"/>
                </a:lnTo>
                <a:lnTo>
                  <a:pt x="1361" y="4395"/>
                </a:lnTo>
                <a:lnTo>
                  <a:pt x="1407" y="4249"/>
                </a:lnTo>
                <a:lnTo>
                  <a:pt x="1476" y="4104"/>
                </a:lnTo>
                <a:lnTo>
                  <a:pt x="1476" y="3958"/>
                </a:lnTo>
                <a:lnTo>
                  <a:pt x="1522" y="3770"/>
                </a:lnTo>
                <a:lnTo>
                  <a:pt x="1568" y="3583"/>
                </a:lnTo>
                <a:lnTo>
                  <a:pt x="1568" y="3437"/>
                </a:lnTo>
                <a:lnTo>
                  <a:pt x="1614" y="3291"/>
                </a:lnTo>
                <a:lnTo>
                  <a:pt x="1614" y="3145"/>
                </a:lnTo>
                <a:lnTo>
                  <a:pt x="1684" y="2958"/>
                </a:lnTo>
                <a:lnTo>
                  <a:pt x="1730" y="2770"/>
                </a:lnTo>
                <a:lnTo>
                  <a:pt x="1730" y="2624"/>
                </a:lnTo>
                <a:lnTo>
                  <a:pt x="1776" y="2479"/>
                </a:lnTo>
                <a:lnTo>
                  <a:pt x="1822" y="2333"/>
                </a:lnTo>
                <a:lnTo>
                  <a:pt x="1822" y="2145"/>
                </a:lnTo>
                <a:lnTo>
                  <a:pt x="1891" y="1999"/>
                </a:lnTo>
                <a:lnTo>
                  <a:pt x="1937" y="1812"/>
                </a:lnTo>
                <a:lnTo>
                  <a:pt x="1937" y="1624"/>
                </a:lnTo>
                <a:lnTo>
                  <a:pt x="1983" y="1479"/>
                </a:lnTo>
                <a:lnTo>
                  <a:pt x="2053" y="1333"/>
                </a:lnTo>
                <a:lnTo>
                  <a:pt x="2053" y="1187"/>
                </a:lnTo>
                <a:lnTo>
                  <a:pt x="2099" y="999"/>
                </a:lnTo>
                <a:lnTo>
                  <a:pt x="2145" y="812"/>
                </a:lnTo>
                <a:lnTo>
                  <a:pt x="2145" y="666"/>
                </a:lnTo>
                <a:lnTo>
                  <a:pt x="2191" y="520"/>
                </a:lnTo>
                <a:lnTo>
                  <a:pt x="2260" y="374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1780758" y="3690994"/>
            <a:ext cx="2306" cy="10895"/>
          </a:xfrm>
          <a:custGeom>
            <a:avLst/>
            <a:gdLst/>
            <a:ahLst/>
            <a:cxnLst/>
            <a:rect l="l" t="t" r="r" b="b"/>
            <a:pathLst>
              <a:path w="2306" h="10895">
                <a:moveTo>
                  <a:pt x="0" y="10895"/>
                </a:moveTo>
                <a:lnTo>
                  <a:pt x="46" y="10749"/>
                </a:lnTo>
                <a:lnTo>
                  <a:pt x="46" y="10562"/>
                </a:lnTo>
                <a:lnTo>
                  <a:pt x="92" y="10416"/>
                </a:lnTo>
                <a:lnTo>
                  <a:pt x="161" y="10270"/>
                </a:lnTo>
                <a:lnTo>
                  <a:pt x="161" y="10124"/>
                </a:lnTo>
                <a:lnTo>
                  <a:pt x="207" y="9937"/>
                </a:lnTo>
                <a:lnTo>
                  <a:pt x="207" y="9791"/>
                </a:lnTo>
                <a:lnTo>
                  <a:pt x="253" y="9645"/>
                </a:lnTo>
                <a:lnTo>
                  <a:pt x="322" y="9416"/>
                </a:lnTo>
                <a:lnTo>
                  <a:pt x="369" y="9270"/>
                </a:lnTo>
                <a:lnTo>
                  <a:pt x="369" y="9124"/>
                </a:lnTo>
                <a:lnTo>
                  <a:pt x="415" y="8979"/>
                </a:lnTo>
                <a:lnTo>
                  <a:pt x="415" y="8833"/>
                </a:lnTo>
                <a:lnTo>
                  <a:pt x="461" y="8645"/>
                </a:lnTo>
                <a:lnTo>
                  <a:pt x="530" y="8499"/>
                </a:lnTo>
                <a:lnTo>
                  <a:pt x="576" y="8270"/>
                </a:lnTo>
                <a:lnTo>
                  <a:pt x="576" y="8124"/>
                </a:lnTo>
                <a:lnTo>
                  <a:pt x="622" y="7979"/>
                </a:lnTo>
                <a:lnTo>
                  <a:pt x="622" y="7833"/>
                </a:lnTo>
                <a:lnTo>
                  <a:pt x="692" y="7687"/>
                </a:lnTo>
                <a:lnTo>
                  <a:pt x="738" y="7499"/>
                </a:lnTo>
                <a:lnTo>
                  <a:pt x="738" y="7354"/>
                </a:lnTo>
                <a:lnTo>
                  <a:pt x="784" y="7124"/>
                </a:lnTo>
                <a:lnTo>
                  <a:pt x="830" y="6979"/>
                </a:lnTo>
                <a:lnTo>
                  <a:pt x="899" y="6833"/>
                </a:lnTo>
                <a:lnTo>
                  <a:pt x="899" y="6687"/>
                </a:lnTo>
                <a:lnTo>
                  <a:pt x="945" y="6541"/>
                </a:lnTo>
                <a:lnTo>
                  <a:pt x="945" y="6354"/>
                </a:lnTo>
                <a:lnTo>
                  <a:pt x="991" y="6208"/>
                </a:lnTo>
                <a:lnTo>
                  <a:pt x="1038" y="6020"/>
                </a:lnTo>
                <a:lnTo>
                  <a:pt x="1038" y="5874"/>
                </a:lnTo>
                <a:lnTo>
                  <a:pt x="1107" y="5729"/>
                </a:lnTo>
                <a:lnTo>
                  <a:pt x="1153" y="5541"/>
                </a:lnTo>
                <a:lnTo>
                  <a:pt x="1153" y="5395"/>
                </a:lnTo>
                <a:lnTo>
                  <a:pt x="1199" y="5249"/>
                </a:lnTo>
                <a:lnTo>
                  <a:pt x="1268" y="5062"/>
                </a:lnTo>
                <a:lnTo>
                  <a:pt x="1268" y="4874"/>
                </a:lnTo>
                <a:lnTo>
                  <a:pt x="1314" y="4729"/>
                </a:lnTo>
                <a:lnTo>
                  <a:pt x="1361" y="4541"/>
                </a:lnTo>
                <a:lnTo>
                  <a:pt x="1361" y="4395"/>
                </a:lnTo>
                <a:lnTo>
                  <a:pt x="1407" y="4249"/>
                </a:lnTo>
                <a:lnTo>
                  <a:pt x="1407" y="4104"/>
                </a:lnTo>
                <a:lnTo>
                  <a:pt x="1476" y="3916"/>
                </a:lnTo>
                <a:lnTo>
                  <a:pt x="1522" y="3770"/>
                </a:lnTo>
                <a:lnTo>
                  <a:pt x="1568" y="3583"/>
                </a:lnTo>
                <a:lnTo>
                  <a:pt x="1568" y="3437"/>
                </a:lnTo>
                <a:lnTo>
                  <a:pt x="1637" y="3291"/>
                </a:lnTo>
                <a:lnTo>
                  <a:pt x="1684" y="3062"/>
                </a:lnTo>
                <a:lnTo>
                  <a:pt x="1684" y="2916"/>
                </a:lnTo>
                <a:lnTo>
                  <a:pt x="1730" y="2770"/>
                </a:lnTo>
                <a:lnTo>
                  <a:pt x="1730" y="2624"/>
                </a:lnTo>
                <a:lnTo>
                  <a:pt x="1776" y="2479"/>
                </a:lnTo>
                <a:lnTo>
                  <a:pt x="1845" y="2291"/>
                </a:lnTo>
                <a:lnTo>
                  <a:pt x="1845" y="2145"/>
                </a:lnTo>
                <a:lnTo>
                  <a:pt x="1891" y="1958"/>
                </a:lnTo>
                <a:lnTo>
                  <a:pt x="1937" y="1812"/>
                </a:lnTo>
                <a:lnTo>
                  <a:pt x="1937" y="1624"/>
                </a:lnTo>
                <a:lnTo>
                  <a:pt x="1983" y="1479"/>
                </a:lnTo>
                <a:lnTo>
                  <a:pt x="2053" y="1333"/>
                </a:lnTo>
                <a:lnTo>
                  <a:pt x="2053" y="1145"/>
                </a:lnTo>
                <a:lnTo>
                  <a:pt x="2099" y="999"/>
                </a:lnTo>
                <a:lnTo>
                  <a:pt x="2099" y="854"/>
                </a:lnTo>
                <a:lnTo>
                  <a:pt x="2145" y="666"/>
                </a:lnTo>
                <a:lnTo>
                  <a:pt x="2214" y="520"/>
                </a:lnTo>
                <a:lnTo>
                  <a:pt x="2260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1783065" y="3679911"/>
            <a:ext cx="2306" cy="11083"/>
          </a:xfrm>
          <a:custGeom>
            <a:avLst/>
            <a:gdLst/>
            <a:ahLst/>
            <a:cxnLst/>
            <a:rect l="l" t="t" r="r" b="b"/>
            <a:pathLst>
              <a:path w="2306" h="11083">
                <a:moveTo>
                  <a:pt x="0" y="11083"/>
                </a:moveTo>
                <a:lnTo>
                  <a:pt x="0" y="10895"/>
                </a:lnTo>
                <a:lnTo>
                  <a:pt x="46" y="10749"/>
                </a:lnTo>
                <a:lnTo>
                  <a:pt x="115" y="10562"/>
                </a:lnTo>
                <a:lnTo>
                  <a:pt x="115" y="10416"/>
                </a:lnTo>
                <a:lnTo>
                  <a:pt x="161" y="10229"/>
                </a:lnTo>
                <a:lnTo>
                  <a:pt x="207" y="10083"/>
                </a:lnTo>
                <a:lnTo>
                  <a:pt x="207" y="9937"/>
                </a:lnTo>
                <a:lnTo>
                  <a:pt x="253" y="9791"/>
                </a:lnTo>
                <a:lnTo>
                  <a:pt x="322" y="9645"/>
                </a:lnTo>
                <a:lnTo>
                  <a:pt x="322" y="9458"/>
                </a:lnTo>
                <a:lnTo>
                  <a:pt x="369" y="9312"/>
                </a:lnTo>
                <a:lnTo>
                  <a:pt x="369" y="9166"/>
                </a:lnTo>
                <a:lnTo>
                  <a:pt x="415" y="8979"/>
                </a:lnTo>
                <a:lnTo>
                  <a:pt x="484" y="8791"/>
                </a:lnTo>
                <a:lnTo>
                  <a:pt x="530" y="8645"/>
                </a:lnTo>
                <a:lnTo>
                  <a:pt x="530" y="8458"/>
                </a:lnTo>
                <a:lnTo>
                  <a:pt x="576" y="8312"/>
                </a:lnTo>
                <a:lnTo>
                  <a:pt x="576" y="8124"/>
                </a:lnTo>
                <a:lnTo>
                  <a:pt x="622" y="7979"/>
                </a:lnTo>
                <a:lnTo>
                  <a:pt x="692" y="7833"/>
                </a:lnTo>
                <a:lnTo>
                  <a:pt x="692" y="7687"/>
                </a:lnTo>
                <a:lnTo>
                  <a:pt x="738" y="7499"/>
                </a:lnTo>
                <a:lnTo>
                  <a:pt x="784" y="7354"/>
                </a:lnTo>
                <a:lnTo>
                  <a:pt x="784" y="7208"/>
                </a:lnTo>
                <a:lnTo>
                  <a:pt x="853" y="7020"/>
                </a:lnTo>
                <a:lnTo>
                  <a:pt x="899" y="6874"/>
                </a:lnTo>
                <a:lnTo>
                  <a:pt x="899" y="6687"/>
                </a:lnTo>
                <a:lnTo>
                  <a:pt x="945" y="6541"/>
                </a:lnTo>
                <a:lnTo>
                  <a:pt x="945" y="6395"/>
                </a:lnTo>
                <a:lnTo>
                  <a:pt x="991" y="6208"/>
                </a:lnTo>
                <a:lnTo>
                  <a:pt x="1061" y="6020"/>
                </a:lnTo>
                <a:lnTo>
                  <a:pt x="1107" y="5874"/>
                </a:lnTo>
                <a:lnTo>
                  <a:pt x="1107" y="5687"/>
                </a:lnTo>
                <a:lnTo>
                  <a:pt x="1153" y="5541"/>
                </a:lnTo>
                <a:lnTo>
                  <a:pt x="1153" y="5354"/>
                </a:lnTo>
                <a:lnTo>
                  <a:pt x="1199" y="5208"/>
                </a:lnTo>
                <a:lnTo>
                  <a:pt x="1268" y="5020"/>
                </a:lnTo>
                <a:lnTo>
                  <a:pt x="1268" y="4874"/>
                </a:lnTo>
                <a:lnTo>
                  <a:pt x="1314" y="4687"/>
                </a:lnTo>
                <a:lnTo>
                  <a:pt x="1361" y="4541"/>
                </a:lnTo>
                <a:lnTo>
                  <a:pt x="1361" y="4354"/>
                </a:lnTo>
                <a:lnTo>
                  <a:pt x="1430" y="4208"/>
                </a:lnTo>
                <a:lnTo>
                  <a:pt x="1476" y="4020"/>
                </a:lnTo>
                <a:lnTo>
                  <a:pt x="1476" y="3874"/>
                </a:lnTo>
                <a:lnTo>
                  <a:pt x="1522" y="3687"/>
                </a:lnTo>
                <a:lnTo>
                  <a:pt x="1568" y="3541"/>
                </a:lnTo>
                <a:lnTo>
                  <a:pt x="1568" y="3395"/>
                </a:lnTo>
                <a:lnTo>
                  <a:pt x="1637" y="3249"/>
                </a:lnTo>
                <a:lnTo>
                  <a:pt x="1684" y="3104"/>
                </a:lnTo>
                <a:lnTo>
                  <a:pt x="1684" y="2958"/>
                </a:lnTo>
                <a:lnTo>
                  <a:pt x="1730" y="2812"/>
                </a:lnTo>
                <a:lnTo>
                  <a:pt x="1730" y="2624"/>
                </a:lnTo>
                <a:lnTo>
                  <a:pt x="1776" y="2479"/>
                </a:lnTo>
                <a:lnTo>
                  <a:pt x="1845" y="2291"/>
                </a:lnTo>
                <a:lnTo>
                  <a:pt x="1845" y="2145"/>
                </a:lnTo>
                <a:lnTo>
                  <a:pt x="1891" y="1958"/>
                </a:lnTo>
                <a:lnTo>
                  <a:pt x="1937" y="1812"/>
                </a:lnTo>
                <a:lnTo>
                  <a:pt x="1937" y="1624"/>
                </a:lnTo>
                <a:lnTo>
                  <a:pt x="2007" y="1479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99"/>
                </a:lnTo>
                <a:lnTo>
                  <a:pt x="2099" y="854"/>
                </a:lnTo>
                <a:lnTo>
                  <a:pt x="2145" y="666"/>
                </a:lnTo>
                <a:lnTo>
                  <a:pt x="2214" y="520"/>
                </a:lnTo>
                <a:lnTo>
                  <a:pt x="2214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1785372" y="3668744"/>
            <a:ext cx="2260" cy="11166"/>
          </a:xfrm>
          <a:custGeom>
            <a:avLst/>
            <a:gdLst/>
            <a:ahLst/>
            <a:cxnLst/>
            <a:rect l="l" t="t" r="r" b="b"/>
            <a:pathLst>
              <a:path w="2260" h="11166">
                <a:moveTo>
                  <a:pt x="0" y="11166"/>
                </a:moveTo>
                <a:lnTo>
                  <a:pt x="0" y="11020"/>
                </a:lnTo>
                <a:lnTo>
                  <a:pt x="69" y="10833"/>
                </a:lnTo>
                <a:lnTo>
                  <a:pt x="115" y="10687"/>
                </a:lnTo>
                <a:lnTo>
                  <a:pt x="115" y="10499"/>
                </a:lnTo>
                <a:lnTo>
                  <a:pt x="161" y="10354"/>
                </a:lnTo>
                <a:lnTo>
                  <a:pt x="207" y="10166"/>
                </a:lnTo>
                <a:lnTo>
                  <a:pt x="207" y="10020"/>
                </a:lnTo>
                <a:lnTo>
                  <a:pt x="276" y="9833"/>
                </a:lnTo>
                <a:lnTo>
                  <a:pt x="322" y="9687"/>
                </a:lnTo>
                <a:lnTo>
                  <a:pt x="322" y="9499"/>
                </a:lnTo>
                <a:lnTo>
                  <a:pt x="369" y="9354"/>
                </a:lnTo>
                <a:lnTo>
                  <a:pt x="369" y="9208"/>
                </a:lnTo>
                <a:lnTo>
                  <a:pt x="415" y="9062"/>
                </a:lnTo>
                <a:lnTo>
                  <a:pt x="484" y="8874"/>
                </a:lnTo>
                <a:lnTo>
                  <a:pt x="484" y="8729"/>
                </a:lnTo>
                <a:lnTo>
                  <a:pt x="530" y="8541"/>
                </a:lnTo>
                <a:lnTo>
                  <a:pt x="576" y="8395"/>
                </a:lnTo>
                <a:lnTo>
                  <a:pt x="576" y="8208"/>
                </a:lnTo>
                <a:lnTo>
                  <a:pt x="645" y="8062"/>
                </a:lnTo>
                <a:lnTo>
                  <a:pt x="645" y="7916"/>
                </a:lnTo>
                <a:lnTo>
                  <a:pt x="692" y="7770"/>
                </a:lnTo>
                <a:lnTo>
                  <a:pt x="738" y="7583"/>
                </a:lnTo>
                <a:lnTo>
                  <a:pt x="738" y="7437"/>
                </a:lnTo>
                <a:lnTo>
                  <a:pt x="784" y="7249"/>
                </a:lnTo>
                <a:lnTo>
                  <a:pt x="853" y="7104"/>
                </a:lnTo>
                <a:lnTo>
                  <a:pt x="853" y="6916"/>
                </a:lnTo>
                <a:lnTo>
                  <a:pt x="899" y="6770"/>
                </a:lnTo>
                <a:lnTo>
                  <a:pt x="899" y="6624"/>
                </a:lnTo>
                <a:lnTo>
                  <a:pt x="945" y="6479"/>
                </a:lnTo>
                <a:lnTo>
                  <a:pt x="1015" y="6291"/>
                </a:lnTo>
                <a:lnTo>
                  <a:pt x="1015" y="6145"/>
                </a:lnTo>
                <a:lnTo>
                  <a:pt x="1061" y="5958"/>
                </a:lnTo>
                <a:lnTo>
                  <a:pt x="1107" y="5812"/>
                </a:lnTo>
                <a:lnTo>
                  <a:pt x="1107" y="5624"/>
                </a:lnTo>
                <a:lnTo>
                  <a:pt x="1153" y="5479"/>
                </a:lnTo>
                <a:lnTo>
                  <a:pt x="1153" y="5333"/>
                </a:lnTo>
                <a:lnTo>
                  <a:pt x="1222" y="5187"/>
                </a:lnTo>
                <a:lnTo>
                  <a:pt x="1268" y="4999"/>
                </a:lnTo>
                <a:lnTo>
                  <a:pt x="1268" y="4854"/>
                </a:lnTo>
                <a:lnTo>
                  <a:pt x="1314" y="4666"/>
                </a:lnTo>
                <a:lnTo>
                  <a:pt x="1361" y="4520"/>
                </a:lnTo>
                <a:lnTo>
                  <a:pt x="1361" y="4333"/>
                </a:lnTo>
                <a:lnTo>
                  <a:pt x="1430" y="4187"/>
                </a:lnTo>
                <a:lnTo>
                  <a:pt x="1476" y="4041"/>
                </a:lnTo>
                <a:lnTo>
                  <a:pt x="1476" y="3854"/>
                </a:lnTo>
                <a:lnTo>
                  <a:pt x="1522" y="3708"/>
                </a:lnTo>
                <a:lnTo>
                  <a:pt x="1591" y="3520"/>
                </a:lnTo>
                <a:lnTo>
                  <a:pt x="1591" y="3374"/>
                </a:lnTo>
                <a:lnTo>
                  <a:pt x="1637" y="3229"/>
                </a:lnTo>
                <a:lnTo>
                  <a:pt x="1684" y="3041"/>
                </a:lnTo>
                <a:lnTo>
                  <a:pt x="1684" y="2895"/>
                </a:lnTo>
                <a:lnTo>
                  <a:pt x="1730" y="2708"/>
                </a:lnTo>
                <a:lnTo>
                  <a:pt x="1730" y="2562"/>
                </a:lnTo>
                <a:lnTo>
                  <a:pt x="1799" y="2416"/>
                </a:lnTo>
                <a:lnTo>
                  <a:pt x="1845" y="2187"/>
                </a:lnTo>
                <a:lnTo>
                  <a:pt x="1845" y="2041"/>
                </a:lnTo>
                <a:lnTo>
                  <a:pt x="1891" y="1854"/>
                </a:lnTo>
                <a:lnTo>
                  <a:pt x="1937" y="1708"/>
                </a:lnTo>
                <a:lnTo>
                  <a:pt x="1937" y="1562"/>
                </a:lnTo>
                <a:lnTo>
                  <a:pt x="2007" y="1416"/>
                </a:lnTo>
                <a:lnTo>
                  <a:pt x="2053" y="1229"/>
                </a:lnTo>
                <a:lnTo>
                  <a:pt x="2053" y="1083"/>
                </a:lnTo>
                <a:lnTo>
                  <a:pt x="2099" y="937"/>
                </a:lnTo>
                <a:lnTo>
                  <a:pt x="2168" y="749"/>
                </a:lnTo>
                <a:lnTo>
                  <a:pt x="2168" y="604"/>
                </a:lnTo>
                <a:lnTo>
                  <a:pt x="2214" y="458"/>
                </a:lnTo>
                <a:lnTo>
                  <a:pt x="2214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1787633" y="3657453"/>
            <a:ext cx="2306" cy="11291"/>
          </a:xfrm>
          <a:custGeom>
            <a:avLst/>
            <a:gdLst/>
            <a:ahLst/>
            <a:cxnLst/>
            <a:rect l="l" t="t" r="r" b="b"/>
            <a:pathLst>
              <a:path w="2306" h="11291">
                <a:moveTo>
                  <a:pt x="0" y="11291"/>
                </a:moveTo>
                <a:lnTo>
                  <a:pt x="46" y="11145"/>
                </a:lnTo>
                <a:lnTo>
                  <a:pt x="46" y="10999"/>
                </a:lnTo>
                <a:lnTo>
                  <a:pt x="115" y="10853"/>
                </a:lnTo>
                <a:lnTo>
                  <a:pt x="161" y="10666"/>
                </a:lnTo>
                <a:lnTo>
                  <a:pt x="161" y="10520"/>
                </a:lnTo>
                <a:lnTo>
                  <a:pt x="207" y="10374"/>
                </a:lnTo>
                <a:lnTo>
                  <a:pt x="276" y="10229"/>
                </a:lnTo>
                <a:lnTo>
                  <a:pt x="276" y="10041"/>
                </a:lnTo>
                <a:lnTo>
                  <a:pt x="322" y="9895"/>
                </a:lnTo>
                <a:lnTo>
                  <a:pt x="322" y="9749"/>
                </a:lnTo>
                <a:lnTo>
                  <a:pt x="369" y="9604"/>
                </a:lnTo>
                <a:lnTo>
                  <a:pt x="415" y="9416"/>
                </a:lnTo>
                <a:lnTo>
                  <a:pt x="415" y="9270"/>
                </a:lnTo>
                <a:lnTo>
                  <a:pt x="484" y="9124"/>
                </a:lnTo>
                <a:lnTo>
                  <a:pt x="484" y="8979"/>
                </a:lnTo>
                <a:lnTo>
                  <a:pt x="530" y="8791"/>
                </a:lnTo>
                <a:lnTo>
                  <a:pt x="576" y="8645"/>
                </a:lnTo>
                <a:lnTo>
                  <a:pt x="576" y="8458"/>
                </a:lnTo>
                <a:lnTo>
                  <a:pt x="622" y="8312"/>
                </a:lnTo>
                <a:lnTo>
                  <a:pt x="622" y="8166"/>
                </a:lnTo>
                <a:lnTo>
                  <a:pt x="692" y="7979"/>
                </a:lnTo>
                <a:lnTo>
                  <a:pt x="738" y="7833"/>
                </a:lnTo>
                <a:lnTo>
                  <a:pt x="784" y="7604"/>
                </a:lnTo>
                <a:lnTo>
                  <a:pt x="784" y="7458"/>
                </a:lnTo>
                <a:lnTo>
                  <a:pt x="853" y="7312"/>
                </a:lnTo>
                <a:lnTo>
                  <a:pt x="853" y="7166"/>
                </a:lnTo>
                <a:lnTo>
                  <a:pt x="899" y="6979"/>
                </a:lnTo>
                <a:lnTo>
                  <a:pt x="945" y="6833"/>
                </a:lnTo>
                <a:lnTo>
                  <a:pt x="945" y="6687"/>
                </a:lnTo>
                <a:lnTo>
                  <a:pt x="991" y="6541"/>
                </a:lnTo>
                <a:lnTo>
                  <a:pt x="1061" y="6354"/>
                </a:lnTo>
                <a:lnTo>
                  <a:pt x="1061" y="6208"/>
                </a:lnTo>
                <a:lnTo>
                  <a:pt x="1107" y="6020"/>
                </a:lnTo>
                <a:lnTo>
                  <a:pt x="1153" y="5874"/>
                </a:lnTo>
                <a:lnTo>
                  <a:pt x="1153" y="5729"/>
                </a:lnTo>
                <a:lnTo>
                  <a:pt x="1222" y="5499"/>
                </a:lnTo>
                <a:lnTo>
                  <a:pt x="1222" y="5354"/>
                </a:lnTo>
                <a:lnTo>
                  <a:pt x="1268" y="5166"/>
                </a:lnTo>
                <a:lnTo>
                  <a:pt x="1314" y="5020"/>
                </a:lnTo>
                <a:lnTo>
                  <a:pt x="1314" y="4874"/>
                </a:lnTo>
                <a:lnTo>
                  <a:pt x="1361" y="4729"/>
                </a:lnTo>
                <a:lnTo>
                  <a:pt x="1361" y="4583"/>
                </a:lnTo>
                <a:lnTo>
                  <a:pt x="1430" y="4395"/>
                </a:lnTo>
                <a:lnTo>
                  <a:pt x="1476" y="4249"/>
                </a:lnTo>
                <a:lnTo>
                  <a:pt x="1522" y="4062"/>
                </a:lnTo>
                <a:lnTo>
                  <a:pt x="1522" y="3916"/>
                </a:lnTo>
                <a:lnTo>
                  <a:pt x="1568" y="3770"/>
                </a:lnTo>
                <a:lnTo>
                  <a:pt x="1568" y="3583"/>
                </a:lnTo>
                <a:lnTo>
                  <a:pt x="1637" y="3395"/>
                </a:lnTo>
                <a:lnTo>
                  <a:pt x="1684" y="3249"/>
                </a:lnTo>
                <a:lnTo>
                  <a:pt x="1684" y="3104"/>
                </a:lnTo>
                <a:lnTo>
                  <a:pt x="1730" y="2958"/>
                </a:lnTo>
                <a:lnTo>
                  <a:pt x="1730" y="2770"/>
                </a:lnTo>
                <a:lnTo>
                  <a:pt x="1799" y="2624"/>
                </a:lnTo>
                <a:lnTo>
                  <a:pt x="1845" y="2437"/>
                </a:lnTo>
                <a:lnTo>
                  <a:pt x="1845" y="2291"/>
                </a:lnTo>
                <a:lnTo>
                  <a:pt x="1891" y="2145"/>
                </a:lnTo>
                <a:lnTo>
                  <a:pt x="1937" y="1916"/>
                </a:lnTo>
                <a:lnTo>
                  <a:pt x="1937" y="1770"/>
                </a:lnTo>
                <a:lnTo>
                  <a:pt x="2007" y="1624"/>
                </a:lnTo>
                <a:lnTo>
                  <a:pt x="2007" y="1479"/>
                </a:lnTo>
                <a:lnTo>
                  <a:pt x="2053" y="1291"/>
                </a:lnTo>
                <a:lnTo>
                  <a:pt x="2099" y="1145"/>
                </a:lnTo>
                <a:lnTo>
                  <a:pt x="2099" y="999"/>
                </a:lnTo>
                <a:lnTo>
                  <a:pt x="2145" y="812"/>
                </a:lnTo>
                <a:lnTo>
                  <a:pt x="2214" y="666"/>
                </a:lnTo>
                <a:lnTo>
                  <a:pt x="2214" y="437"/>
                </a:lnTo>
                <a:lnTo>
                  <a:pt x="2260" y="291"/>
                </a:lnTo>
                <a:lnTo>
                  <a:pt x="2306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1789940" y="3646036"/>
            <a:ext cx="2306" cy="11416"/>
          </a:xfrm>
          <a:custGeom>
            <a:avLst/>
            <a:gdLst/>
            <a:ahLst/>
            <a:cxnLst/>
            <a:rect l="l" t="t" r="r" b="b"/>
            <a:pathLst>
              <a:path w="2306" h="11416">
                <a:moveTo>
                  <a:pt x="0" y="11416"/>
                </a:moveTo>
                <a:lnTo>
                  <a:pt x="69" y="11270"/>
                </a:lnTo>
                <a:lnTo>
                  <a:pt x="69" y="11083"/>
                </a:lnTo>
                <a:lnTo>
                  <a:pt x="115" y="10937"/>
                </a:lnTo>
                <a:lnTo>
                  <a:pt x="161" y="10791"/>
                </a:lnTo>
                <a:lnTo>
                  <a:pt x="161" y="10603"/>
                </a:lnTo>
                <a:lnTo>
                  <a:pt x="207" y="10458"/>
                </a:lnTo>
                <a:lnTo>
                  <a:pt x="276" y="10270"/>
                </a:lnTo>
                <a:lnTo>
                  <a:pt x="276" y="10083"/>
                </a:lnTo>
                <a:lnTo>
                  <a:pt x="322" y="9937"/>
                </a:lnTo>
                <a:lnTo>
                  <a:pt x="322" y="9791"/>
                </a:lnTo>
                <a:lnTo>
                  <a:pt x="369" y="9645"/>
                </a:lnTo>
                <a:lnTo>
                  <a:pt x="438" y="9458"/>
                </a:lnTo>
                <a:lnTo>
                  <a:pt x="438" y="9312"/>
                </a:lnTo>
                <a:lnTo>
                  <a:pt x="484" y="9124"/>
                </a:lnTo>
                <a:lnTo>
                  <a:pt x="530" y="8937"/>
                </a:lnTo>
                <a:lnTo>
                  <a:pt x="530" y="8791"/>
                </a:lnTo>
                <a:lnTo>
                  <a:pt x="576" y="8645"/>
                </a:lnTo>
                <a:lnTo>
                  <a:pt x="576" y="8499"/>
                </a:lnTo>
                <a:lnTo>
                  <a:pt x="645" y="8312"/>
                </a:lnTo>
                <a:lnTo>
                  <a:pt x="692" y="8166"/>
                </a:lnTo>
                <a:lnTo>
                  <a:pt x="692" y="8020"/>
                </a:lnTo>
                <a:lnTo>
                  <a:pt x="738" y="7791"/>
                </a:lnTo>
                <a:lnTo>
                  <a:pt x="784" y="7645"/>
                </a:lnTo>
                <a:lnTo>
                  <a:pt x="784" y="7499"/>
                </a:lnTo>
                <a:lnTo>
                  <a:pt x="853" y="7354"/>
                </a:lnTo>
                <a:lnTo>
                  <a:pt x="853" y="7166"/>
                </a:lnTo>
                <a:lnTo>
                  <a:pt x="899" y="7020"/>
                </a:lnTo>
                <a:lnTo>
                  <a:pt x="945" y="6874"/>
                </a:lnTo>
                <a:lnTo>
                  <a:pt x="945" y="6687"/>
                </a:lnTo>
                <a:lnTo>
                  <a:pt x="1015" y="6541"/>
                </a:lnTo>
                <a:lnTo>
                  <a:pt x="1061" y="6395"/>
                </a:lnTo>
                <a:lnTo>
                  <a:pt x="1061" y="6208"/>
                </a:lnTo>
                <a:lnTo>
                  <a:pt x="1107" y="6020"/>
                </a:lnTo>
                <a:lnTo>
                  <a:pt x="1153" y="5874"/>
                </a:lnTo>
                <a:lnTo>
                  <a:pt x="1153" y="5729"/>
                </a:lnTo>
                <a:lnTo>
                  <a:pt x="1222" y="5541"/>
                </a:lnTo>
                <a:lnTo>
                  <a:pt x="1222" y="5395"/>
                </a:lnTo>
                <a:lnTo>
                  <a:pt x="1268" y="5249"/>
                </a:lnTo>
                <a:lnTo>
                  <a:pt x="1314" y="5062"/>
                </a:lnTo>
                <a:lnTo>
                  <a:pt x="1314" y="4874"/>
                </a:lnTo>
                <a:lnTo>
                  <a:pt x="1384" y="4729"/>
                </a:lnTo>
                <a:lnTo>
                  <a:pt x="1384" y="4583"/>
                </a:lnTo>
                <a:lnTo>
                  <a:pt x="1430" y="4437"/>
                </a:lnTo>
                <a:lnTo>
                  <a:pt x="1476" y="4249"/>
                </a:lnTo>
                <a:lnTo>
                  <a:pt x="1476" y="4062"/>
                </a:lnTo>
                <a:lnTo>
                  <a:pt x="1522" y="3916"/>
                </a:lnTo>
                <a:lnTo>
                  <a:pt x="1522" y="3770"/>
                </a:lnTo>
                <a:lnTo>
                  <a:pt x="1591" y="3624"/>
                </a:lnTo>
                <a:lnTo>
                  <a:pt x="1637" y="3437"/>
                </a:lnTo>
                <a:lnTo>
                  <a:pt x="1637" y="3291"/>
                </a:lnTo>
                <a:lnTo>
                  <a:pt x="1684" y="3104"/>
                </a:lnTo>
                <a:lnTo>
                  <a:pt x="1730" y="2916"/>
                </a:lnTo>
                <a:lnTo>
                  <a:pt x="1730" y="2770"/>
                </a:lnTo>
                <a:lnTo>
                  <a:pt x="1799" y="2624"/>
                </a:lnTo>
                <a:lnTo>
                  <a:pt x="1799" y="2479"/>
                </a:lnTo>
                <a:lnTo>
                  <a:pt x="1845" y="2291"/>
                </a:lnTo>
                <a:lnTo>
                  <a:pt x="1891" y="2145"/>
                </a:lnTo>
                <a:lnTo>
                  <a:pt x="1891" y="1958"/>
                </a:lnTo>
                <a:lnTo>
                  <a:pt x="1960" y="1770"/>
                </a:lnTo>
                <a:lnTo>
                  <a:pt x="2007" y="1624"/>
                </a:lnTo>
                <a:lnTo>
                  <a:pt x="2007" y="1479"/>
                </a:lnTo>
                <a:lnTo>
                  <a:pt x="2053" y="1333"/>
                </a:lnTo>
                <a:lnTo>
                  <a:pt x="2099" y="1145"/>
                </a:lnTo>
                <a:lnTo>
                  <a:pt x="2099" y="999"/>
                </a:lnTo>
                <a:lnTo>
                  <a:pt x="2168" y="854"/>
                </a:lnTo>
                <a:lnTo>
                  <a:pt x="2214" y="624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1792246" y="3634515"/>
            <a:ext cx="2329" cy="11520"/>
          </a:xfrm>
          <a:custGeom>
            <a:avLst/>
            <a:gdLst/>
            <a:ahLst/>
            <a:cxnLst/>
            <a:rect l="l" t="t" r="r" b="b"/>
            <a:pathLst>
              <a:path w="2329" h="11520">
                <a:moveTo>
                  <a:pt x="0" y="11520"/>
                </a:moveTo>
                <a:lnTo>
                  <a:pt x="69" y="11333"/>
                </a:lnTo>
                <a:lnTo>
                  <a:pt x="69" y="11187"/>
                </a:lnTo>
                <a:lnTo>
                  <a:pt x="115" y="11041"/>
                </a:lnTo>
                <a:lnTo>
                  <a:pt x="115" y="10895"/>
                </a:lnTo>
                <a:lnTo>
                  <a:pt x="161" y="10749"/>
                </a:lnTo>
                <a:lnTo>
                  <a:pt x="230" y="10562"/>
                </a:lnTo>
                <a:lnTo>
                  <a:pt x="230" y="10416"/>
                </a:lnTo>
                <a:lnTo>
                  <a:pt x="276" y="10187"/>
                </a:lnTo>
                <a:lnTo>
                  <a:pt x="322" y="10041"/>
                </a:lnTo>
                <a:lnTo>
                  <a:pt x="322" y="9895"/>
                </a:lnTo>
                <a:lnTo>
                  <a:pt x="369" y="9749"/>
                </a:lnTo>
                <a:lnTo>
                  <a:pt x="369" y="9604"/>
                </a:lnTo>
                <a:lnTo>
                  <a:pt x="438" y="9374"/>
                </a:lnTo>
                <a:lnTo>
                  <a:pt x="484" y="9229"/>
                </a:lnTo>
                <a:lnTo>
                  <a:pt x="484" y="9083"/>
                </a:lnTo>
                <a:lnTo>
                  <a:pt x="530" y="8937"/>
                </a:lnTo>
                <a:lnTo>
                  <a:pt x="530" y="8791"/>
                </a:lnTo>
                <a:lnTo>
                  <a:pt x="599" y="8604"/>
                </a:lnTo>
                <a:lnTo>
                  <a:pt x="645" y="8458"/>
                </a:lnTo>
                <a:lnTo>
                  <a:pt x="645" y="8270"/>
                </a:lnTo>
                <a:lnTo>
                  <a:pt x="692" y="8124"/>
                </a:lnTo>
                <a:lnTo>
                  <a:pt x="692" y="7979"/>
                </a:lnTo>
                <a:lnTo>
                  <a:pt x="738" y="7791"/>
                </a:lnTo>
                <a:lnTo>
                  <a:pt x="807" y="7645"/>
                </a:lnTo>
                <a:lnTo>
                  <a:pt x="853" y="7416"/>
                </a:lnTo>
                <a:lnTo>
                  <a:pt x="853" y="7270"/>
                </a:lnTo>
                <a:lnTo>
                  <a:pt x="899" y="7124"/>
                </a:lnTo>
                <a:lnTo>
                  <a:pt x="899" y="6979"/>
                </a:lnTo>
                <a:lnTo>
                  <a:pt x="945" y="6833"/>
                </a:lnTo>
                <a:lnTo>
                  <a:pt x="1015" y="6604"/>
                </a:lnTo>
                <a:lnTo>
                  <a:pt x="1015" y="6458"/>
                </a:lnTo>
                <a:lnTo>
                  <a:pt x="1061" y="6312"/>
                </a:lnTo>
                <a:lnTo>
                  <a:pt x="1061" y="6166"/>
                </a:lnTo>
                <a:lnTo>
                  <a:pt x="1107" y="6020"/>
                </a:lnTo>
                <a:lnTo>
                  <a:pt x="1176" y="5791"/>
                </a:lnTo>
                <a:lnTo>
                  <a:pt x="1176" y="5645"/>
                </a:lnTo>
                <a:lnTo>
                  <a:pt x="1222" y="5499"/>
                </a:lnTo>
                <a:lnTo>
                  <a:pt x="1222" y="5354"/>
                </a:lnTo>
                <a:lnTo>
                  <a:pt x="1268" y="5208"/>
                </a:lnTo>
                <a:lnTo>
                  <a:pt x="1314" y="5020"/>
                </a:lnTo>
                <a:lnTo>
                  <a:pt x="1314" y="4874"/>
                </a:lnTo>
                <a:lnTo>
                  <a:pt x="1384" y="4687"/>
                </a:lnTo>
                <a:lnTo>
                  <a:pt x="1430" y="4541"/>
                </a:lnTo>
                <a:lnTo>
                  <a:pt x="1430" y="4395"/>
                </a:lnTo>
                <a:lnTo>
                  <a:pt x="1476" y="4208"/>
                </a:lnTo>
                <a:lnTo>
                  <a:pt x="1476" y="4062"/>
                </a:lnTo>
                <a:lnTo>
                  <a:pt x="1522" y="3833"/>
                </a:lnTo>
                <a:lnTo>
                  <a:pt x="1591" y="3687"/>
                </a:lnTo>
                <a:lnTo>
                  <a:pt x="1591" y="3541"/>
                </a:lnTo>
                <a:lnTo>
                  <a:pt x="1637" y="3395"/>
                </a:lnTo>
                <a:lnTo>
                  <a:pt x="1637" y="3249"/>
                </a:lnTo>
                <a:lnTo>
                  <a:pt x="1684" y="3020"/>
                </a:lnTo>
                <a:lnTo>
                  <a:pt x="1753" y="2874"/>
                </a:lnTo>
                <a:lnTo>
                  <a:pt x="1753" y="2729"/>
                </a:lnTo>
                <a:lnTo>
                  <a:pt x="1799" y="2583"/>
                </a:lnTo>
                <a:lnTo>
                  <a:pt x="1799" y="2437"/>
                </a:lnTo>
                <a:lnTo>
                  <a:pt x="1845" y="2208"/>
                </a:lnTo>
                <a:lnTo>
                  <a:pt x="1891" y="2062"/>
                </a:lnTo>
                <a:lnTo>
                  <a:pt x="1891" y="1916"/>
                </a:lnTo>
                <a:lnTo>
                  <a:pt x="1960" y="1770"/>
                </a:lnTo>
                <a:lnTo>
                  <a:pt x="2007" y="1624"/>
                </a:lnTo>
                <a:lnTo>
                  <a:pt x="2007" y="1395"/>
                </a:lnTo>
                <a:lnTo>
                  <a:pt x="2053" y="1249"/>
                </a:lnTo>
                <a:lnTo>
                  <a:pt x="2122" y="1104"/>
                </a:lnTo>
                <a:lnTo>
                  <a:pt x="2122" y="958"/>
                </a:lnTo>
                <a:lnTo>
                  <a:pt x="2168" y="812"/>
                </a:lnTo>
                <a:lnTo>
                  <a:pt x="2214" y="583"/>
                </a:lnTo>
                <a:lnTo>
                  <a:pt x="2214" y="437"/>
                </a:lnTo>
                <a:lnTo>
                  <a:pt x="2260" y="291"/>
                </a:lnTo>
                <a:lnTo>
                  <a:pt x="2260" y="145"/>
                </a:lnTo>
                <a:lnTo>
                  <a:pt x="2329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1794576" y="3622911"/>
            <a:ext cx="2306" cy="11603"/>
          </a:xfrm>
          <a:custGeom>
            <a:avLst/>
            <a:gdLst/>
            <a:ahLst/>
            <a:cxnLst/>
            <a:rect l="l" t="t" r="r" b="b"/>
            <a:pathLst>
              <a:path w="2306" h="11603">
                <a:moveTo>
                  <a:pt x="0" y="11603"/>
                </a:moveTo>
                <a:lnTo>
                  <a:pt x="46" y="11374"/>
                </a:lnTo>
                <a:lnTo>
                  <a:pt x="46" y="11228"/>
                </a:lnTo>
                <a:lnTo>
                  <a:pt x="92" y="11083"/>
                </a:lnTo>
                <a:lnTo>
                  <a:pt x="92" y="10937"/>
                </a:lnTo>
                <a:lnTo>
                  <a:pt x="138" y="10749"/>
                </a:lnTo>
                <a:lnTo>
                  <a:pt x="207" y="10562"/>
                </a:lnTo>
                <a:lnTo>
                  <a:pt x="207" y="10416"/>
                </a:lnTo>
                <a:lnTo>
                  <a:pt x="253" y="10270"/>
                </a:lnTo>
                <a:lnTo>
                  <a:pt x="253" y="10124"/>
                </a:lnTo>
                <a:lnTo>
                  <a:pt x="299" y="9937"/>
                </a:lnTo>
                <a:lnTo>
                  <a:pt x="369" y="9749"/>
                </a:lnTo>
                <a:lnTo>
                  <a:pt x="369" y="9604"/>
                </a:lnTo>
                <a:lnTo>
                  <a:pt x="415" y="9458"/>
                </a:lnTo>
                <a:lnTo>
                  <a:pt x="461" y="9312"/>
                </a:lnTo>
                <a:lnTo>
                  <a:pt x="461" y="9124"/>
                </a:lnTo>
                <a:lnTo>
                  <a:pt x="507" y="8979"/>
                </a:lnTo>
                <a:lnTo>
                  <a:pt x="507" y="8833"/>
                </a:lnTo>
                <a:lnTo>
                  <a:pt x="576" y="8645"/>
                </a:lnTo>
                <a:lnTo>
                  <a:pt x="622" y="8499"/>
                </a:lnTo>
                <a:lnTo>
                  <a:pt x="622" y="8312"/>
                </a:lnTo>
                <a:lnTo>
                  <a:pt x="669" y="8166"/>
                </a:lnTo>
                <a:lnTo>
                  <a:pt x="669" y="8020"/>
                </a:lnTo>
                <a:lnTo>
                  <a:pt x="738" y="7833"/>
                </a:lnTo>
                <a:lnTo>
                  <a:pt x="784" y="7645"/>
                </a:lnTo>
                <a:lnTo>
                  <a:pt x="784" y="7499"/>
                </a:lnTo>
                <a:lnTo>
                  <a:pt x="830" y="7354"/>
                </a:lnTo>
                <a:lnTo>
                  <a:pt x="876" y="7124"/>
                </a:lnTo>
                <a:lnTo>
                  <a:pt x="876" y="6979"/>
                </a:lnTo>
                <a:lnTo>
                  <a:pt x="945" y="6833"/>
                </a:lnTo>
                <a:lnTo>
                  <a:pt x="945" y="6687"/>
                </a:lnTo>
                <a:lnTo>
                  <a:pt x="991" y="6541"/>
                </a:lnTo>
                <a:lnTo>
                  <a:pt x="1038" y="6312"/>
                </a:lnTo>
                <a:lnTo>
                  <a:pt x="1038" y="6166"/>
                </a:lnTo>
                <a:lnTo>
                  <a:pt x="1084" y="6020"/>
                </a:lnTo>
                <a:lnTo>
                  <a:pt x="1153" y="5874"/>
                </a:lnTo>
                <a:lnTo>
                  <a:pt x="1153" y="5729"/>
                </a:lnTo>
                <a:lnTo>
                  <a:pt x="1199" y="5499"/>
                </a:lnTo>
                <a:lnTo>
                  <a:pt x="1199" y="5354"/>
                </a:lnTo>
                <a:lnTo>
                  <a:pt x="1245" y="5208"/>
                </a:lnTo>
                <a:lnTo>
                  <a:pt x="1314" y="5062"/>
                </a:lnTo>
                <a:lnTo>
                  <a:pt x="1314" y="4916"/>
                </a:lnTo>
                <a:lnTo>
                  <a:pt x="1361" y="4729"/>
                </a:lnTo>
                <a:lnTo>
                  <a:pt x="1361" y="4583"/>
                </a:lnTo>
                <a:lnTo>
                  <a:pt x="1407" y="4437"/>
                </a:lnTo>
                <a:lnTo>
                  <a:pt x="1453" y="4249"/>
                </a:lnTo>
                <a:lnTo>
                  <a:pt x="1453" y="4104"/>
                </a:lnTo>
                <a:lnTo>
                  <a:pt x="1522" y="3916"/>
                </a:lnTo>
                <a:lnTo>
                  <a:pt x="1522" y="3770"/>
                </a:lnTo>
                <a:lnTo>
                  <a:pt x="1568" y="3583"/>
                </a:lnTo>
                <a:lnTo>
                  <a:pt x="1614" y="3395"/>
                </a:lnTo>
                <a:lnTo>
                  <a:pt x="1614" y="3249"/>
                </a:lnTo>
                <a:lnTo>
                  <a:pt x="1660" y="3104"/>
                </a:lnTo>
                <a:lnTo>
                  <a:pt x="1730" y="2958"/>
                </a:lnTo>
                <a:lnTo>
                  <a:pt x="1730" y="2770"/>
                </a:lnTo>
                <a:lnTo>
                  <a:pt x="1776" y="2583"/>
                </a:lnTo>
                <a:lnTo>
                  <a:pt x="1776" y="2437"/>
                </a:lnTo>
                <a:lnTo>
                  <a:pt x="1822" y="2291"/>
                </a:lnTo>
                <a:lnTo>
                  <a:pt x="1891" y="2145"/>
                </a:lnTo>
                <a:lnTo>
                  <a:pt x="1891" y="1958"/>
                </a:lnTo>
                <a:lnTo>
                  <a:pt x="1937" y="1812"/>
                </a:lnTo>
                <a:lnTo>
                  <a:pt x="1937" y="1666"/>
                </a:lnTo>
                <a:lnTo>
                  <a:pt x="1983" y="1479"/>
                </a:lnTo>
                <a:lnTo>
                  <a:pt x="2030" y="1291"/>
                </a:lnTo>
                <a:lnTo>
                  <a:pt x="2030" y="1145"/>
                </a:lnTo>
                <a:lnTo>
                  <a:pt x="2099" y="999"/>
                </a:lnTo>
                <a:lnTo>
                  <a:pt x="2099" y="854"/>
                </a:lnTo>
                <a:lnTo>
                  <a:pt x="2145" y="666"/>
                </a:lnTo>
                <a:lnTo>
                  <a:pt x="2191" y="479"/>
                </a:lnTo>
                <a:lnTo>
                  <a:pt x="2191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1796883" y="3611266"/>
            <a:ext cx="2260" cy="11645"/>
          </a:xfrm>
          <a:custGeom>
            <a:avLst/>
            <a:gdLst/>
            <a:ahLst/>
            <a:cxnLst/>
            <a:rect l="l" t="t" r="r" b="b"/>
            <a:pathLst>
              <a:path w="2260" h="11645">
                <a:moveTo>
                  <a:pt x="0" y="11645"/>
                </a:moveTo>
                <a:lnTo>
                  <a:pt x="0" y="11499"/>
                </a:lnTo>
                <a:lnTo>
                  <a:pt x="46" y="11353"/>
                </a:lnTo>
                <a:lnTo>
                  <a:pt x="46" y="11124"/>
                </a:lnTo>
                <a:lnTo>
                  <a:pt x="92" y="10978"/>
                </a:lnTo>
                <a:lnTo>
                  <a:pt x="161" y="10833"/>
                </a:lnTo>
                <a:lnTo>
                  <a:pt x="161" y="10687"/>
                </a:lnTo>
                <a:lnTo>
                  <a:pt x="207" y="10541"/>
                </a:lnTo>
                <a:lnTo>
                  <a:pt x="253" y="10312"/>
                </a:lnTo>
                <a:lnTo>
                  <a:pt x="253" y="10166"/>
                </a:lnTo>
                <a:lnTo>
                  <a:pt x="299" y="10020"/>
                </a:lnTo>
                <a:lnTo>
                  <a:pt x="299" y="9874"/>
                </a:lnTo>
                <a:lnTo>
                  <a:pt x="369" y="9729"/>
                </a:lnTo>
                <a:lnTo>
                  <a:pt x="369" y="9541"/>
                </a:lnTo>
                <a:lnTo>
                  <a:pt x="415" y="9395"/>
                </a:lnTo>
                <a:lnTo>
                  <a:pt x="461" y="9208"/>
                </a:lnTo>
                <a:lnTo>
                  <a:pt x="461" y="9020"/>
                </a:lnTo>
                <a:lnTo>
                  <a:pt x="530" y="8874"/>
                </a:lnTo>
                <a:lnTo>
                  <a:pt x="576" y="8729"/>
                </a:lnTo>
                <a:lnTo>
                  <a:pt x="576" y="8583"/>
                </a:lnTo>
                <a:lnTo>
                  <a:pt x="622" y="8395"/>
                </a:lnTo>
                <a:lnTo>
                  <a:pt x="622" y="8249"/>
                </a:lnTo>
                <a:lnTo>
                  <a:pt x="669" y="8062"/>
                </a:lnTo>
                <a:lnTo>
                  <a:pt x="738" y="7916"/>
                </a:lnTo>
                <a:lnTo>
                  <a:pt x="738" y="7729"/>
                </a:lnTo>
                <a:lnTo>
                  <a:pt x="784" y="7583"/>
                </a:lnTo>
                <a:lnTo>
                  <a:pt x="784" y="7437"/>
                </a:lnTo>
                <a:lnTo>
                  <a:pt x="830" y="7208"/>
                </a:lnTo>
                <a:lnTo>
                  <a:pt x="899" y="7062"/>
                </a:lnTo>
                <a:lnTo>
                  <a:pt x="899" y="6916"/>
                </a:lnTo>
                <a:lnTo>
                  <a:pt x="945" y="6770"/>
                </a:lnTo>
                <a:lnTo>
                  <a:pt x="945" y="6624"/>
                </a:lnTo>
                <a:lnTo>
                  <a:pt x="991" y="6437"/>
                </a:lnTo>
                <a:lnTo>
                  <a:pt x="1038" y="6291"/>
                </a:lnTo>
                <a:lnTo>
                  <a:pt x="1038" y="6145"/>
                </a:lnTo>
                <a:lnTo>
                  <a:pt x="1107" y="5916"/>
                </a:lnTo>
                <a:lnTo>
                  <a:pt x="1153" y="5770"/>
                </a:lnTo>
                <a:lnTo>
                  <a:pt x="1153" y="5624"/>
                </a:lnTo>
                <a:lnTo>
                  <a:pt x="1199" y="5479"/>
                </a:lnTo>
                <a:lnTo>
                  <a:pt x="1199" y="5333"/>
                </a:lnTo>
                <a:lnTo>
                  <a:pt x="1245" y="5145"/>
                </a:lnTo>
                <a:lnTo>
                  <a:pt x="1314" y="4999"/>
                </a:lnTo>
                <a:lnTo>
                  <a:pt x="1314" y="4812"/>
                </a:lnTo>
                <a:lnTo>
                  <a:pt x="1361" y="4624"/>
                </a:lnTo>
                <a:lnTo>
                  <a:pt x="1407" y="4479"/>
                </a:lnTo>
                <a:lnTo>
                  <a:pt x="1407" y="4333"/>
                </a:lnTo>
                <a:lnTo>
                  <a:pt x="1476" y="4187"/>
                </a:lnTo>
                <a:lnTo>
                  <a:pt x="1476" y="3999"/>
                </a:lnTo>
                <a:lnTo>
                  <a:pt x="1522" y="3854"/>
                </a:lnTo>
                <a:lnTo>
                  <a:pt x="1568" y="3624"/>
                </a:lnTo>
                <a:lnTo>
                  <a:pt x="1568" y="3479"/>
                </a:lnTo>
                <a:lnTo>
                  <a:pt x="1614" y="3333"/>
                </a:lnTo>
                <a:lnTo>
                  <a:pt x="1614" y="3187"/>
                </a:lnTo>
                <a:lnTo>
                  <a:pt x="1684" y="3041"/>
                </a:lnTo>
                <a:lnTo>
                  <a:pt x="1730" y="2854"/>
                </a:lnTo>
                <a:lnTo>
                  <a:pt x="1730" y="2708"/>
                </a:lnTo>
                <a:lnTo>
                  <a:pt x="1776" y="2562"/>
                </a:lnTo>
                <a:lnTo>
                  <a:pt x="1776" y="2333"/>
                </a:lnTo>
                <a:lnTo>
                  <a:pt x="1822" y="2187"/>
                </a:lnTo>
                <a:lnTo>
                  <a:pt x="1891" y="2041"/>
                </a:lnTo>
                <a:lnTo>
                  <a:pt x="1891" y="1895"/>
                </a:lnTo>
                <a:lnTo>
                  <a:pt x="1937" y="1749"/>
                </a:lnTo>
                <a:lnTo>
                  <a:pt x="1937" y="1562"/>
                </a:lnTo>
                <a:lnTo>
                  <a:pt x="1983" y="1416"/>
                </a:lnTo>
                <a:lnTo>
                  <a:pt x="2053" y="1229"/>
                </a:lnTo>
                <a:lnTo>
                  <a:pt x="2053" y="1041"/>
                </a:lnTo>
                <a:lnTo>
                  <a:pt x="2099" y="895"/>
                </a:lnTo>
                <a:lnTo>
                  <a:pt x="2099" y="749"/>
                </a:lnTo>
                <a:lnTo>
                  <a:pt x="2145" y="562"/>
                </a:lnTo>
                <a:lnTo>
                  <a:pt x="2191" y="416"/>
                </a:lnTo>
                <a:lnTo>
                  <a:pt x="2191" y="270"/>
                </a:lnTo>
                <a:lnTo>
                  <a:pt x="2260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1799144" y="3599495"/>
            <a:ext cx="2306" cy="11770"/>
          </a:xfrm>
          <a:custGeom>
            <a:avLst/>
            <a:gdLst/>
            <a:ahLst/>
            <a:cxnLst/>
            <a:rect l="l" t="t" r="r" b="b"/>
            <a:pathLst>
              <a:path w="2306" h="11770">
                <a:moveTo>
                  <a:pt x="0" y="11770"/>
                </a:moveTo>
                <a:lnTo>
                  <a:pt x="46" y="11562"/>
                </a:lnTo>
                <a:lnTo>
                  <a:pt x="92" y="11374"/>
                </a:lnTo>
                <a:lnTo>
                  <a:pt x="92" y="11228"/>
                </a:lnTo>
                <a:lnTo>
                  <a:pt x="161" y="11041"/>
                </a:lnTo>
                <a:lnTo>
                  <a:pt x="207" y="10895"/>
                </a:lnTo>
                <a:lnTo>
                  <a:pt x="207" y="10749"/>
                </a:lnTo>
                <a:lnTo>
                  <a:pt x="253" y="10520"/>
                </a:lnTo>
                <a:lnTo>
                  <a:pt x="299" y="10374"/>
                </a:lnTo>
                <a:lnTo>
                  <a:pt x="299" y="10229"/>
                </a:lnTo>
                <a:lnTo>
                  <a:pt x="369" y="10041"/>
                </a:lnTo>
                <a:lnTo>
                  <a:pt x="369" y="9895"/>
                </a:lnTo>
                <a:lnTo>
                  <a:pt x="415" y="9749"/>
                </a:lnTo>
                <a:lnTo>
                  <a:pt x="415" y="9604"/>
                </a:lnTo>
                <a:lnTo>
                  <a:pt x="461" y="9416"/>
                </a:lnTo>
                <a:lnTo>
                  <a:pt x="507" y="9270"/>
                </a:lnTo>
                <a:lnTo>
                  <a:pt x="507" y="9041"/>
                </a:lnTo>
                <a:lnTo>
                  <a:pt x="576" y="8895"/>
                </a:lnTo>
                <a:lnTo>
                  <a:pt x="622" y="8749"/>
                </a:lnTo>
                <a:lnTo>
                  <a:pt x="622" y="8604"/>
                </a:lnTo>
                <a:lnTo>
                  <a:pt x="669" y="8458"/>
                </a:lnTo>
                <a:lnTo>
                  <a:pt x="669" y="8270"/>
                </a:lnTo>
                <a:lnTo>
                  <a:pt x="738" y="8124"/>
                </a:lnTo>
                <a:lnTo>
                  <a:pt x="738" y="7979"/>
                </a:lnTo>
                <a:lnTo>
                  <a:pt x="784" y="7749"/>
                </a:lnTo>
                <a:lnTo>
                  <a:pt x="830" y="7604"/>
                </a:lnTo>
                <a:lnTo>
                  <a:pt x="830" y="7458"/>
                </a:lnTo>
                <a:lnTo>
                  <a:pt x="876" y="7270"/>
                </a:lnTo>
                <a:lnTo>
                  <a:pt x="945" y="7124"/>
                </a:lnTo>
                <a:lnTo>
                  <a:pt x="945" y="6979"/>
                </a:lnTo>
                <a:lnTo>
                  <a:pt x="991" y="6833"/>
                </a:lnTo>
                <a:lnTo>
                  <a:pt x="991" y="6645"/>
                </a:lnTo>
                <a:lnTo>
                  <a:pt x="1038" y="6499"/>
                </a:lnTo>
                <a:lnTo>
                  <a:pt x="1107" y="6354"/>
                </a:lnTo>
                <a:lnTo>
                  <a:pt x="1107" y="6166"/>
                </a:lnTo>
                <a:lnTo>
                  <a:pt x="1153" y="5979"/>
                </a:lnTo>
                <a:lnTo>
                  <a:pt x="1199" y="5833"/>
                </a:lnTo>
                <a:lnTo>
                  <a:pt x="1199" y="5687"/>
                </a:lnTo>
                <a:lnTo>
                  <a:pt x="1245" y="5499"/>
                </a:lnTo>
                <a:lnTo>
                  <a:pt x="1245" y="5354"/>
                </a:lnTo>
                <a:lnTo>
                  <a:pt x="1314" y="5208"/>
                </a:lnTo>
                <a:lnTo>
                  <a:pt x="1361" y="4979"/>
                </a:lnTo>
                <a:lnTo>
                  <a:pt x="1361" y="4833"/>
                </a:lnTo>
                <a:lnTo>
                  <a:pt x="1407" y="4687"/>
                </a:lnTo>
                <a:lnTo>
                  <a:pt x="1407" y="4499"/>
                </a:lnTo>
                <a:lnTo>
                  <a:pt x="1453" y="4354"/>
                </a:lnTo>
                <a:lnTo>
                  <a:pt x="1453" y="4208"/>
                </a:lnTo>
                <a:lnTo>
                  <a:pt x="1522" y="4062"/>
                </a:lnTo>
                <a:lnTo>
                  <a:pt x="1568" y="3874"/>
                </a:lnTo>
                <a:lnTo>
                  <a:pt x="1568" y="3729"/>
                </a:lnTo>
                <a:lnTo>
                  <a:pt x="1614" y="3583"/>
                </a:lnTo>
                <a:lnTo>
                  <a:pt x="1684" y="3395"/>
                </a:lnTo>
                <a:lnTo>
                  <a:pt x="1684" y="3249"/>
                </a:lnTo>
                <a:lnTo>
                  <a:pt x="1730" y="3062"/>
                </a:lnTo>
                <a:lnTo>
                  <a:pt x="1730" y="2916"/>
                </a:lnTo>
                <a:lnTo>
                  <a:pt x="1776" y="2729"/>
                </a:lnTo>
                <a:lnTo>
                  <a:pt x="1822" y="2583"/>
                </a:lnTo>
                <a:lnTo>
                  <a:pt x="1822" y="2437"/>
                </a:lnTo>
                <a:lnTo>
                  <a:pt x="1891" y="2249"/>
                </a:lnTo>
                <a:lnTo>
                  <a:pt x="1891" y="2104"/>
                </a:lnTo>
                <a:lnTo>
                  <a:pt x="1937" y="1916"/>
                </a:lnTo>
                <a:lnTo>
                  <a:pt x="1983" y="1729"/>
                </a:lnTo>
                <a:lnTo>
                  <a:pt x="1983" y="1583"/>
                </a:lnTo>
                <a:lnTo>
                  <a:pt x="2030" y="1437"/>
                </a:lnTo>
                <a:lnTo>
                  <a:pt x="2030" y="1249"/>
                </a:lnTo>
                <a:lnTo>
                  <a:pt x="2099" y="1104"/>
                </a:lnTo>
                <a:lnTo>
                  <a:pt x="2145" y="958"/>
                </a:lnTo>
                <a:lnTo>
                  <a:pt x="2145" y="812"/>
                </a:lnTo>
                <a:lnTo>
                  <a:pt x="2191" y="624"/>
                </a:lnTo>
                <a:lnTo>
                  <a:pt x="2191" y="479"/>
                </a:lnTo>
                <a:lnTo>
                  <a:pt x="2260" y="249"/>
                </a:lnTo>
                <a:lnTo>
                  <a:pt x="2306" y="1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1801451" y="3587745"/>
            <a:ext cx="2306" cy="11749"/>
          </a:xfrm>
          <a:custGeom>
            <a:avLst/>
            <a:gdLst/>
            <a:ahLst/>
            <a:cxnLst/>
            <a:rect l="l" t="t" r="r" b="b"/>
            <a:pathLst>
              <a:path w="2306" h="11749">
                <a:moveTo>
                  <a:pt x="0" y="11749"/>
                </a:moveTo>
                <a:lnTo>
                  <a:pt x="46" y="11520"/>
                </a:lnTo>
                <a:lnTo>
                  <a:pt x="92" y="11374"/>
                </a:lnTo>
                <a:lnTo>
                  <a:pt x="92" y="11228"/>
                </a:lnTo>
                <a:lnTo>
                  <a:pt x="161" y="11083"/>
                </a:lnTo>
                <a:lnTo>
                  <a:pt x="161" y="10937"/>
                </a:lnTo>
                <a:lnTo>
                  <a:pt x="207" y="10749"/>
                </a:lnTo>
                <a:lnTo>
                  <a:pt x="207" y="10603"/>
                </a:lnTo>
                <a:lnTo>
                  <a:pt x="253" y="10416"/>
                </a:lnTo>
                <a:lnTo>
                  <a:pt x="322" y="10270"/>
                </a:lnTo>
                <a:lnTo>
                  <a:pt x="322" y="10083"/>
                </a:lnTo>
                <a:lnTo>
                  <a:pt x="369" y="9937"/>
                </a:lnTo>
                <a:lnTo>
                  <a:pt x="415" y="9749"/>
                </a:lnTo>
                <a:lnTo>
                  <a:pt x="415" y="9604"/>
                </a:lnTo>
                <a:lnTo>
                  <a:pt x="461" y="9458"/>
                </a:lnTo>
                <a:lnTo>
                  <a:pt x="461" y="9270"/>
                </a:lnTo>
                <a:lnTo>
                  <a:pt x="530" y="9124"/>
                </a:lnTo>
                <a:lnTo>
                  <a:pt x="530" y="8979"/>
                </a:lnTo>
                <a:lnTo>
                  <a:pt x="576" y="8749"/>
                </a:lnTo>
                <a:lnTo>
                  <a:pt x="622" y="8604"/>
                </a:lnTo>
                <a:lnTo>
                  <a:pt x="622" y="8458"/>
                </a:lnTo>
                <a:lnTo>
                  <a:pt x="669" y="8270"/>
                </a:lnTo>
                <a:lnTo>
                  <a:pt x="738" y="8124"/>
                </a:lnTo>
                <a:lnTo>
                  <a:pt x="738" y="7979"/>
                </a:lnTo>
                <a:lnTo>
                  <a:pt x="784" y="7791"/>
                </a:lnTo>
                <a:lnTo>
                  <a:pt x="784" y="7645"/>
                </a:lnTo>
                <a:lnTo>
                  <a:pt x="830" y="7499"/>
                </a:lnTo>
                <a:lnTo>
                  <a:pt x="899" y="7354"/>
                </a:lnTo>
                <a:lnTo>
                  <a:pt x="899" y="7166"/>
                </a:lnTo>
                <a:lnTo>
                  <a:pt x="945" y="7020"/>
                </a:lnTo>
                <a:lnTo>
                  <a:pt x="991" y="6791"/>
                </a:lnTo>
                <a:lnTo>
                  <a:pt x="991" y="6645"/>
                </a:lnTo>
                <a:lnTo>
                  <a:pt x="1038" y="6499"/>
                </a:lnTo>
                <a:lnTo>
                  <a:pt x="1038" y="6312"/>
                </a:lnTo>
                <a:lnTo>
                  <a:pt x="1107" y="6166"/>
                </a:lnTo>
                <a:lnTo>
                  <a:pt x="1107" y="6020"/>
                </a:lnTo>
                <a:lnTo>
                  <a:pt x="1153" y="5874"/>
                </a:lnTo>
                <a:lnTo>
                  <a:pt x="1199" y="5687"/>
                </a:lnTo>
                <a:lnTo>
                  <a:pt x="1199" y="5541"/>
                </a:lnTo>
                <a:lnTo>
                  <a:pt x="1245" y="5395"/>
                </a:lnTo>
                <a:lnTo>
                  <a:pt x="1245" y="5208"/>
                </a:lnTo>
                <a:lnTo>
                  <a:pt x="1314" y="5062"/>
                </a:lnTo>
                <a:lnTo>
                  <a:pt x="1361" y="4833"/>
                </a:lnTo>
                <a:lnTo>
                  <a:pt x="1361" y="4687"/>
                </a:lnTo>
                <a:lnTo>
                  <a:pt x="1407" y="4541"/>
                </a:lnTo>
                <a:lnTo>
                  <a:pt x="1476" y="4354"/>
                </a:lnTo>
                <a:lnTo>
                  <a:pt x="1476" y="4208"/>
                </a:lnTo>
                <a:lnTo>
                  <a:pt x="1522" y="4062"/>
                </a:lnTo>
                <a:lnTo>
                  <a:pt x="1522" y="3916"/>
                </a:lnTo>
                <a:lnTo>
                  <a:pt x="1568" y="3770"/>
                </a:lnTo>
                <a:lnTo>
                  <a:pt x="1568" y="3583"/>
                </a:lnTo>
                <a:lnTo>
                  <a:pt x="1614" y="3437"/>
                </a:lnTo>
                <a:lnTo>
                  <a:pt x="1684" y="3249"/>
                </a:lnTo>
                <a:lnTo>
                  <a:pt x="1684" y="3104"/>
                </a:lnTo>
                <a:lnTo>
                  <a:pt x="1730" y="2874"/>
                </a:lnTo>
                <a:lnTo>
                  <a:pt x="1776" y="2729"/>
                </a:lnTo>
                <a:lnTo>
                  <a:pt x="1776" y="2583"/>
                </a:lnTo>
                <a:lnTo>
                  <a:pt x="1845" y="2395"/>
                </a:lnTo>
                <a:lnTo>
                  <a:pt x="1845" y="2249"/>
                </a:lnTo>
                <a:lnTo>
                  <a:pt x="1891" y="2104"/>
                </a:lnTo>
                <a:lnTo>
                  <a:pt x="1937" y="1958"/>
                </a:lnTo>
                <a:lnTo>
                  <a:pt x="1937" y="1812"/>
                </a:lnTo>
                <a:lnTo>
                  <a:pt x="1983" y="1624"/>
                </a:lnTo>
                <a:lnTo>
                  <a:pt x="1983" y="1479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99"/>
                </a:lnTo>
                <a:lnTo>
                  <a:pt x="2145" y="812"/>
                </a:lnTo>
                <a:lnTo>
                  <a:pt x="2145" y="666"/>
                </a:lnTo>
                <a:lnTo>
                  <a:pt x="2191" y="437"/>
                </a:lnTo>
                <a:lnTo>
                  <a:pt x="2260" y="291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1803758" y="3575912"/>
            <a:ext cx="2306" cy="11833"/>
          </a:xfrm>
          <a:custGeom>
            <a:avLst/>
            <a:gdLst/>
            <a:ahLst/>
            <a:cxnLst/>
            <a:rect l="l" t="t" r="r" b="b"/>
            <a:pathLst>
              <a:path w="2306" h="11833">
                <a:moveTo>
                  <a:pt x="0" y="11833"/>
                </a:moveTo>
                <a:lnTo>
                  <a:pt x="0" y="11687"/>
                </a:lnTo>
                <a:lnTo>
                  <a:pt x="46" y="11499"/>
                </a:lnTo>
                <a:lnTo>
                  <a:pt x="115" y="11353"/>
                </a:lnTo>
                <a:lnTo>
                  <a:pt x="115" y="11166"/>
                </a:lnTo>
                <a:lnTo>
                  <a:pt x="161" y="11020"/>
                </a:lnTo>
                <a:lnTo>
                  <a:pt x="161" y="10874"/>
                </a:lnTo>
                <a:lnTo>
                  <a:pt x="207" y="10687"/>
                </a:lnTo>
                <a:lnTo>
                  <a:pt x="207" y="10541"/>
                </a:lnTo>
                <a:lnTo>
                  <a:pt x="253" y="10312"/>
                </a:lnTo>
                <a:lnTo>
                  <a:pt x="322" y="10166"/>
                </a:lnTo>
                <a:lnTo>
                  <a:pt x="322" y="10020"/>
                </a:lnTo>
                <a:lnTo>
                  <a:pt x="369" y="9833"/>
                </a:lnTo>
                <a:lnTo>
                  <a:pt x="415" y="9687"/>
                </a:lnTo>
                <a:lnTo>
                  <a:pt x="415" y="9541"/>
                </a:lnTo>
                <a:lnTo>
                  <a:pt x="484" y="9395"/>
                </a:lnTo>
                <a:lnTo>
                  <a:pt x="484" y="9249"/>
                </a:lnTo>
                <a:lnTo>
                  <a:pt x="530" y="9062"/>
                </a:lnTo>
                <a:lnTo>
                  <a:pt x="576" y="8916"/>
                </a:lnTo>
                <a:lnTo>
                  <a:pt x="576" y="8729"/>
                </a:lnTo>
                <a:lnTo>
                  <a:pt x="622" y="8583"/>
                </a:lnTo>
                <a:lnTo>
                  <a:pt x="622" y="8437"/>
                </a:lnTo>
                <a:lnTo>
                  <a:pt x="692" y="8249"/>
                </a:lnTo>
                <a:lnTo>
                  <a:pt x="692" y="8104"/>
                </a:lnTo>
                <a:lnTo>
                  <a:pt x="738" y="7874"/>
                </a:lnTo>
                <a:lnTo>
                  <a:pt x="784" y="7729"/>
                </a:lnTo>
                <a:lnTo>
                  <a:pt x="784" y="7583"/>
                </a:lnTo>
                <a:lnTo>
                  <a:pt x="830" y="7395"/>
                </a:lnTo>
                <a:lnTo>
                  <a:pt x="899" y="7249"/>
                </a:lnTo>
                <a:lnTo>
                  <a:pt x="899" y="7104"/>
                </a:lnTo>
                <a:lnTo>
                  <a:pt x="945" y="6916"/>
                </a:lnTo>
                <a:lnTo>
                  <a:pt x="991" y="6770"/>
                </a:lnTo>
                <a:lnTo>
                  <a:pt x="991" y="6624"/>
                </a:lnTo>
                <a:lnTo>
                  <a:pt x="1061" y="6479"/>
                </a:lnTo>
                <a:lnTo>
                  <a:pt x="1061" y="6291"/>
                </a:lnTo>
                <a:lnTo>
                  <a:pt x="1107" y="6145"/>
                </a:lnTo>
                <a:lnTo>
                  <a:pt x="1153" y="5916"/>
                </a:lnTo>
                <a:lnTo>
                  <a:pt x="1153" y="5770"/>
                </a:lnTo>
                <a:lnTo>
                  <a:pt x="1199" y="5624"/>
                </a:lnTo>
                <a:lnTo>
                  <a:pt x="1199" y="5437"/>
                </a:lnTo>
                <a:lnTo>
                  <a:pt x="1268" y="5291"/>
                </a:lnTo>
                <a:lnTo>
                  <a:pt x="1268" y="5145"/>
                </a:lnTo>
                <a:lnTo>
                  <a:pt x="1314" y="4958"/>
                </a:lnTo>
                <a:lnTo>
                  <a:pt x="1361" y="4812"/>
                </a:lnTo>
                <a:lnTo>
                  <a:pt x="1361" y="4666"/>
                </a:lnTo>
                <a:lnTo>
                  <a:pt x="1407" y="4479"/>
                </a:lnTo>
                <a:lnTo>
                  <a:pt x="1476" y="4333"/>
                </a:lnTo>
                <a:lnTo>
                  <a:pt x="1476" y="4187"/>
                </a:lnTo>
                <a:lnTo>
                  <a:pt x="1522" y="3999"/>
                </a:lnTo>
                <a:lnTo>
                  <a:pt x="1522" y="3854"/>
                </a:lnTo>
                <a:lnTo>
                  <a:pt x="1568" y="3708"/>
                </a:lnTo>
                <a:lnTo>
                  <a:pt x="1568" y="3520"/>
                </a:lnTo>
                <a:lnTo>
                  <a:pt x="1637" y="3374"/>
                </a:lnTo>
                <a:lnTo>
                  <a:pt x="1684" y="3187"/>
                </a:lnTo>
                <a:lnTo>
                  <a:pt x="1684" y="2999"/>
                </a:lnTo>
                <a:lnTo>
                  <a:pt x="1730" y="2854"/>
                </a:lnTo>
                <a:lnTo>
                  <a:pt x="1776" y="2708"/>
                </a:lnTo>
                <a:lnTo>
                  <a:pt x="1776" y="2520"/>
                </a:lnTo>
                <a:lnTo>
                  <a:pt x="1845" y="2374"/>
                </a:lnTo>
                <a:lnTo>
                  <a:pt x="1845" y="2229"/>
                </a:lnTo>
                <a:lnTo>
                  <a:pt x="1891" y="2041"/>
                </a:lnTo>
                <a:lnTo>
                  <a:pt x="1937" y="1895"/>
                </a:lnTo>
                <a:lnTo>
                  <a:pt x="1937" y="1749"/>
                </a:lnTo>
                <a:lnTo>
                  <a:pt x="2007" y="1562"/>
                </a:lnTo>
                <a:lnTo>
                  <a:pt x="2007" y="1416"/>
                </a:lnTo>
                <a:lnTo>
                  <a:pt x="2053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145" y="749"/>
                </a:lnTo>
                <a:lnTo>
                  <a:pt x="2145" y="604"/>
                </a:lnTo>
                <a:lnTo>
                  <a:pt x="2214" y="374"/>
                </a:lnTo>
                <a:lnTo>
                  <a:pt x="2260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1806065" y="3564017"/>
            <a:ext cx="2260" cy="11895"/>
          </a:xfrm>
          <a:custGeom>
            <a:avLst/>
            <a:gdLst/>
            <a:ahLst/>
            <a:cxnLst/>
            <a:rect l="l" t="t" r="r" b="b"/>
            <a:pathLst>
              <a:path w="2260" h="11895">
                <a:moveTo>
                  <a:pt x="0" y="11895"/>
                </a:moveTo>
                <a:lnTo>
                  <a:pt x="0" y="11749"/>
                </a:lnTo>
                <a:lnTo>
                  <a:pt x="46" y="11562"/>
                </a:lnTo>
                <a:lnTo>
                  <a:pt x="46" y="11416"/>
                </a:lnTo>
                <a:lnTo>
                  <a:pt x="115" y="11270"/>
                </a:lnTo>
                <a:lnTo>
                  <a:pt x="115" y="11083"/>
                </a:lnTo>
                <a:lnTo>
                  <a:pt x="161" y="10937"/>
                </a:lnTo>
                <a:lnTo>
                  <a:pt x="207" y="10791"/>
                </a:lnTo>
                <a:lnTo>
                  <a:pt x="207" y="10603"/>
                </a:lnTo>
                <a:lnTo>
                  <a:pt x="276" y="10458"/>
                </a:lnTo>
                <a:lnTo>
                  <a:pt x="276" y="10312"/>
                </a:lnTo>
                <a:lnTo>
                  <a:pt x="322" y="10124"/>
                </a:lnTo>
                <a:lnTo>
                  <a:pt x="369" y="9979"/>
                </a:lnTo>
                <a:lnTo>
                  <a:pt x="369" y="9833"/>
                </a:lnTo>
                <a:lnTo>
                  <a:pt x="415" y="9645"/>
                </a:lnTo>
                <a:lnTo>
                  <a:pt x="415" y="9499"/>
                </a:lnTo>
                <a:lnTo>
                  <a:pt x="484" y="9354"/>
                </a:lnTo>
                <a:lnTo>
                  <a:pt x="530" y="9166"/>
                </a:lnTo>
                <a:lnTo>
                  <a:pt x="530" y="9020"/>
                </a:lnTo>
                <a:lnTo>
                  <a:pt x="576" y="8874"/>
                </a:lnTo>
                <a:lnTo>
                  <a:pt x="576" y="8687"/>
                </a:lnTo>
                <a:lnTo>
                  <a:pt x="645" y="8541"/>
                </a:lnTo>
                <a:lnTo>
                  <a:pt x="645" y="8395"/>
                </a:lnTo>
                <a:lnTo>
                  <a:pt x="692" y="8249"/>
                </a:lnTo>
                <a:lnTo>
                  <a:pt x="692" y="8104"/>
                </a:lnTo>
                <a:lnTo>
                  <a:pt x="738" y="7916"/>
                </a:lnTo>
                <a:lnTo>
                  <a:pt x="784" y="7770"/>
                </a:lnTo>
                <a:lnTo>
                  <a:pt x="784" y="7624"/>
                </a:lnTo>
                <a:lnTo>
                  <a:pt x="853" y="7437"/>
                </a:lnTo>
                <a:lnTo>
                  <a:pt x="899" y="7291"/>
                </a:lnTo>
                <a:lnTo>
                  <a:pt x="899" y="7104"/>
                </a:lnTo>
                <a:lnTo>
                  <a:pt x="945" y="6958"/>
                </a:lnTo>
                <a:lnTo>
                  <a:pt x="945" y="6812"/>
                </a:lnTo>
                <a:lnTo>
                  <a:pt x="991" y="6624"/>
                </a:lnTo>
                <a:lnTo>
                  <a:pt x="991" y="6479"/>
                </a:lnTo>
                <a:lnTo>
                  <a:pt x="1061" y="6249"/>
                </a:lnTo>
                <a:lnTo>
                  <a:pt x="1107" y="6104"/>
                </a:lnTo>
                <a:lnTo>
                  <a:pt x="1107" y="5958"/>
                </a:lnTo>
                <a:lnTo>
                  <a:pt x="1153" y="5770"/>
                </a:lnTo>
                <a:lnTo>
                  <a:pt x="1222" y="5624"/>
                </a:lnTo>
                <a:lnTo>
                  <a:pt x="1222" y="5479"/>
                </a:lnTo>
                <a:lnTo>
                  <a:pt x="1268" y="5291"/>
                </a:lnTo>
                <a:lnTo>
                  <a:pt x="1314" y="5145"/>
                </a:lnTo>
                <a:lnTo>
                  <a:pt x="1314" y="4999"/>
                </a:lnTo>
                <a:lnTo>
                  <a:pt x="1361" y="4812"/>
                </a:lnTo>
                <a:lnTo>
                  <a:pt x="1361" y="4666"/>
                </a:lnTo>
                <a:lnTo>
                  <a:pt x="1430" y="4520"/>
                </a:lnTo>
                <a:lnTo>
                  <a:pt x="1430" y="4333"/>
                </a:lnTo>
                <a:lnTo>
                  <a:pt x="1476" y="4187"/>
                </a:lnTo>
                <a:lnTo>
                  <a:pt x="1476" y="4041"/>
                </a:lnTo>
                <a:lnTo>
                  <a:pt x="1522" y="3854"/>
                </a:lnTo>
                <a:lnTo>
                  <a:pt x="1568" y="3708"/>
                </a:lnTo>
                <a:lnTo>
                  <a:pt x="1568" y="3520"/>
                </a:lnTo>
                <a:lnTo>
                  <a:pt x="1637" y="3374"/>
                </a:lnTo>
                <a:lnTo>
                  <a:pt x="1684" y="3229"/>
                </a:lnTo>
                <a:lnTo>
                  <a:pt x="1684" y="3041"/>
                </a:lnTo>
                <a:lnTo>
                  <a:pt x="1730" y="2895"/>
                </a:lnTo>
                <a:lnTo>
                  <a:pt x="1799" y="2666"/>
                </a:lnTo>
                <a:lnTo>
                  <a:pt x="1799" y="2520"/>
                </a:lnTo>
                <a:lnTo>
                  <a:pt x="1845" y="2374"/>
                </a:lnTo>
                <a:lnTo>
                  <a:pt x="1845" y="2187"/>
                </a:lnTo>
                <a:lnTo>
                  <a:pt x="1891" y="2041"/>
                </a:lnTo>
                <a:lnTo>
                  <a:pt x="1891" y="1895"/>
                </a:lnTo>
                <a:lnTo>
                  <a:pt x="1937" y="1708"/>
                </a:lnTo>
                <a:lnTo>
                  <a:pt x="2007" y="1562"/>
                </a:lnTo>
                <a:lnTo>
                  <a:pt x="2007" y="1416"/>
                </a:lnTo>
                <a:lnTo>
                  <a:pt x="2053" y="1229"/>
                </a:lnTo>
                <a:lnTo>
                  <a:pt x="2053" y="1083"/>
                </a:lnTo>
                <a:lnTo>
                  <a:pt x="2099" y="937"/>
                </a:lnTo>
                <a:lnTo>
                  <a:pt x="2168" y="749"/>
                </a:lnTo>
                <a:lnTo>
                  <a:pt x="2168" y="604"/>
                </a:lnTo>
                <a:lnTo>
                  <a:pt x="2214" y="458"/>
                </a:lnTo>
                <a:lnTo>
                  <a:pt x="2214" y="270"/>
                </a:lnTo>
                <a:lnTo>
                  <a:pt x="2260" y="1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1808326" y="3552100"/>
            <a:ext cx="2306" cy="11916"/>
          </a:xfrm>
          <a:custGeom>
            <a:avLst/>
            <a:gdLst/>
            <a:ahLst/>
            <a:cxnLst/>
            <a:rect l="l" t="t" r="r" b="b"/>
            <a:pathLst>
              <a:path w="2306" h="11916">
                <a:moveTo>
                  <a:pt x="0" y="11916"/>
                </a:moveTo>
                <a:lnTo>
                  <a:pt x="46" y="11708"/>
                </a:lnTo>
                <a:lnTo>
                  <a:pt x="115" y="11562"/>
                </a:lnTo>
                <a:lnTo>
                  <a:pt x="115" y="11374"/>
                </a:lnTo>
                <a:lnTo>
                  <a:pt x="161" y="11228"/>
                </a:lnTo>
                <a:lnTo>
                  <a:pt x="207" y="10999"/>
                </a:lnTo>
                <a:lnTo>
                  <a:pt x="207" y="10812"/>
                </a:lnTo>
                <a:lnTo>
                  <a:pt x="253" y="10666"/>
                </a:lnTo>
                <a:lnTo>
                  <a:pt x="253" y="10520"/>
                </a:lnTo>
                <a:lnTo>
                  <a:pt x="322" y="10333"/>
                </a:lnTo>
                <a:lnTo>
                  <a:pt x="369" y="10187"/>
                </a:lnTo>
                <a:lnTo>
                  <a:pt x="369" y="10041"/>
                </a:lnTo>
                <a:lnTo>
                  <a:pt x="415" y="9854"/>
                </a:lnTo>
                <a:lnTo>
                  <a:pt x="484" y="9708"/>
                </a:lnTo>
                <a:lnTo>
                  <a:pt x="484" y="9562"/>
                </a:lnTo>
                <a:lnTo>
                  <a:pt x="530" y="9374"/>
                </a:lnTo>
                <a:lnTo>
                  <a:pt x="530" y="9229"/>
                </a:lnTo>
                <a:lnTo>
                  <a:pt x="576" y="9083"/>
                </a:lnTo>
                <a:lnTo>
                  <a:pt x="576" y="8895"/>
                </a:lnTo>
                <a:lnTo>
                  <a:pt x="622" y="8749"/>
                </a:lnTo>
                <a:lnTo>
                  <a:pt x="692" y="8604"/>
                </a:lnTo>
                <a:lnTo>
                  <a:pt x="692" y="8416"/>
                </a:lnTo>
                <a:lnTo>
                  <a:pt x="738" y="8270"/>
                </a:lnTo>
                <a:lnTo>
                  <a:pt x="738" y="8124"/>
                </a:lnTo>
                <a:lnTo>
                  <a:pt x="784" y="7937"/>
                </a:lnTo>
                <a:lnTo>
                  <a:pt x="853" y="7791"/>
                </a:lnTo>
                <a:lnTo>
                  <a:pt x="853" y="7645"/>
                </a:lnTo>
                <a:lnTo>
                  <a:pt x="899" y="7458"/>
                </a:lnTo>
                <a:lnTo>
                  <a:pt x="899" y="7312"/>
                </a:lnTo>
                <a:lnTo>
                  <a:pt x="945" y="7166"/>
                </a:lnTo>
                <a:lnTo>
                  <a:pt x="945" y="6979"/>
                </a:lnTo>
                <a:lnTo>
                  <a:pt x="991" y="6833"/>
                </a:lnTo>
                <a:lnTo>
                  <a:pt x="1061" y="6645"/>
                </a:lnTo>
                <a:lnTo>
                  <a:pt x="1061" y="6499"/>
                </a:lnTo>
                <a:lnTo>
                  <a:pt x="1107" y="6270"/>
                </a:lnTo>
                <a:lnTo>
                  <a:pt x="1153" y="6124"/>
                </a:lnTo>
                <a:lnTo>
                  <a:pt x="1153" y="5979"/>
                </a:lnTo>
                <a:lnTo>
                  <a:pt x="1199" y="5791"/>
                </a:lnTo>
                <a:lnTo>
                  <a:pt x="1268" y="5645"/>
                </a:lnTo>
                <a:lnTo>
                  <a:pt x="1268" y="5499"/>
                </a:lnTo>
                <a:lnTo>
                  <a:pt x="1314" y="5312"/>
                </a:lnTo>
                <a:lnTo>
                  <a:pt x="1314" y="5166"/>
                </a:lnTo>
                <a:lnTo>
                  <a:pt x="1361" y="5020"/>
                </a:lnTo>
                <a:lnTo>
                  <a:pt x="1361" y="4833"/>
                </a:lnTo>
                <a:lnTo>
                  <a:pt x="1430" y="4687"/>
                </a:lnTo>
                <a:lnTo>
                  <a:pt x="1430" y="4541"/>
                </a:lnTo>
                <a:lnTo>
                  <a:pt x="1476" y="4354"/>
                </a:lnTo>
                <a:lnTo>
                  <a:pt x="1522" y="4208"/>
                </a:lnTo>
                <a:lnTo>
                  <a:pt x="1522" y="4062"/>
                </a:lnTo>
                <a:lnTo>
                  <a:pt x="1568" y="3874"/>
                </a:lnTo>
                <a:lnTo>
                  <a:pt x="1637" y="3729"/>
                </a:lnTo>
                <a:lnTo>
                  <a:pt x="1637" y="3583"/>
                </a:lnTo>
                <a:lnTo>
                  <a:pt x="1684" y="3395"/>
                </a:lnTo>
                <a:lnTo>
                  <a:pt x="1684" y="3249"/>
                </a:lnTo>
                <a:lnTo>
                  <a:pt x="1730" y="3062"/>
                </a:lnTo>
                <a:lnTo>
                  <a:pt x="1730" y="2916"/>
                </a:lnTo>
                <a:lnTo>
                  <a:pt x="1776" y="2729"/>
                </a:lnTo>
                <a:lnTo>
                  <a:pt x="1845" y="2583"/>
                </a:lnTo>
                <a:lnTo>
                  <a:pt x="1845" y="2437"/>
                </a:lnTo>
                <a:lnTo>
                  <a:pt x="1891" y="2249"/>
                </a:lnTo>
                <a:lnTo>
                  <a:pt x="1937" y="2104"/>
                </a:lnTo>
                <a:lnTo>
                  <a:pt x="1937" y="1916"/>
                </a:lnTo>
                <a:lnTo>
                  <a:pt x="2007" y="1770"/>
                </a:lnTo>
                <a:lnTo>
                  <a:pt x="2007" y="1624"/>
                </a:lnTo>
                <a:lnTo>
                  <a:pt x="2053" y="1437"/>
                </a:lnTo>
                <a:lnTo>
                  <a:pt x="2053" y="1291"/>
                </a:lnTo>
                <a:lnTo>
                  <a:pt x="2099" y="1062"/>
                </a:lnTo>
                <a:lnTo>
                  <a:pt x="2145" y="916"/>
                </a:lnTo>
                <a:lnTo>
                  <a:pt x="2145" y="770"/>
                </a:lnTo>
                <a:lnTo>
                  <a:pt x="2214" y="583"/>
                </a:lnTo>
                <a:lnTo>
                  <a:pt x="2260" y="437"/>
                </a:lnTo>
                <a:lnTo>
                  <a:pt x="2260" y="291"/>
                </a:lnTo>
                <a:lnTo>
                  <a:pt x="2306" y="1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1810633" y="3540163"/>
            <a:ext cx="2306" cy="11937"/>
          </a:xfrm>
          <a:custGeom>
            <a:avLst/>
            <a:gdLst/>
            <a:ahLst/>
            <a:cxnLst/>
            <a:rect l="l" t="t" r="r" b="b"/>
            <a:pathLst>
              <a:path w="2306" h="11937">
                <a:moveTo>
                  <a:pt x="0" y="11937"/>
                </a:moveTo>
                <a:lnTo>
                  <a:pt x="69" y="11749"/>
                </a:lnTo>
                <a:lnTo>
                  <a:pt x="115" y="11562"/>
                </a:lnTo>
                <a:lnTo>
                  <a:pt x="115" y="11416"/>
                </a:lnTo>
                <a:lnTo>
                  <a:pt x="161" y="11270"/>
                </a:lnTo>
                <a:lnTo>
                  <a:pt x="161" y="11083"/>
                </a:lnTo>
                <a:lnTo>
                  <a:pt x="207" y="10937"/>
                </a:lnTo>
                <a:lnTo>
                  <a:pt x="207" y="10791"/>
                </a:lnTo>
                <a:lnTo>
                  <a:pt x="276" y="10603"/>
                </a:lnTo>
                <a:lnTo>
                  <a:pt x="322" y="10458"/>
                </a:lnTo>
                <a:lnTo>
                  <a:pt x="322" y="10270"/>
                </a:lnTo>
                <a:lnTo>
                  <a:pt x="369" y="10124"/>
                </a:lnTo>
                <a:lnTo>
                  <a:pt x="369" y="9979"/>
                </a:lnTo>
                <a:lnTo>
                  <a:pt x="415" y="9791"/>
                </a:lnTo>
                <a:lnTo>
                  <a:pt x="484" y="9645"/>
                </a:lnTo>
                <a:lnTo>
                  <a:pt x="484" y="9458"/>
                </a:lnTo>
                <a:lnTo>
                  <a:pt x="530" y="9312"/>
                </a:lnTo>
                <a:lnTo>
                  <a:pt x="530" y="9166"/>
                </a:lnTo>
                <a:lnTo>
                  <a:pt x="576" y="8979"/>
                </a:lnTo>
                <a:lnTo>
                  <a:pt x="645" y="8833"/>
                </a:lnTo>
                <a:lnTo>
                  <a:pt x="645" y="8645"/>
                </a:lnTo>
                <a:lnTo>
                  <a:pt x="692" y="8499"/>
                </a:lnTo>
                <a:lnTo>
                  <a:pt x="692" y="8354"/>
                </a:lnTo>
                <a:lnTo>
                  <a:pt x="738" y="8166"/>
                </a:lnTo>
                <a:lnTo>
                  <a:pt x="784" y="8020"/>
                </a:lnTo>
                <a:lnTo>
                  <a:pt x="784" y="7791"/>
                </a:lnTo>
                <a:lnTo>
                  <a:pt x="853" y="7645"/>
                </a:lnTo>
                <a:lnTo>
                  <a:pt x="853" y="7499"/>
                </a:lnTo>
                <a:lnTo>
                  <a:pt x="899" y="7312"/>
                </a:lnTo>
                <a:lnTo>
                  <a:pt x="945" y="7166"/>
                </a:lnTo>
                <a:lnTo>
                  <a:pt x="945" y="7020"/>
                </a:lnTo>
                <a:lnTo>
                  <a:pt x="1015" y="6833"/>
                </a:lnTo>
                <a:lnTo>
                  <a:pt x="1061" y="6687"/>
                </a:lnTo>
                <a:lnTo>
                  <a:pt x="1061" y="6541"/>
                </a:lnTo>
                <a:lnTo>
                  <a:pt x="1107" y="6354"/>
                </a:lnTo>
                <a:lnTo>
                  <a:pt x="1107" y="6208"/>
                </a:lnTo>
                <a:lnTo>
                  <a:pt x="1153" y="6062"/>
                </a:lnTo>
                <a:lnTo>
                  <a:pt x="1153" y="5874"/>
                </a:lnTo>
                <a:lnTo>
                  <a:pt x="1222" y="5729"/>
                </a:lnTo>
                <a:lnTo>
                  <a:pt x="1268" y="5583"/>
                </a:lnTo>
                <a:lnTo>
                  <a:pt x="1268" y="5395"/>
                </a:lnTo>
                <a:lnTo>
                  <a:pt x="1314" y="5208"/>
                </a:lnTo>
                <a:lnTo>
                  <a:pt x="1361" y="5062"/>
                </a:lnTo>
                <a:lnTo>
                  <a:pt x="1361" y="4916"/>
                </a:lnTo>
                <a:lnTo>
                  <a:pt x="1430" y="4729"/>
                </a:lnTo>
                <a:lnTo>
                  <a:pt x="1430" y="4583"/>
                </a:lnTo>
                <a:lnTo>
                  <a:pt x="1476" y="4437"/>
                </a:lnTo>
                <a:lnTo>
                  <a:pt x="1476" y="4249"/>
                </a:lnTo>
                <a:lnTo>
                  <a:pt x="1522" y="4104"/>
                </a:lnTo>
                <a:lnTo>
                  <a:pt x="1591" y="3916"/>
                </a:lnTo>
                <a:lnTo>
                  <a:pt x="1591" y="3770"/>
                </a:lnTo>
                <a:lnTo>
                  <a:pt x="1637" y="3624"/>
                </a:lnTo>
                <a:lnTo>
                  <a:pt x="1637" y="3437"/>
                </a:lnTo>
                <a:lnTo>
                  <a:pt x="1684" y="3291"/>
                </a:lnTo>
                <a:lnTo>
                  <a:pt x="1730" y="3062"/>
                </a:lnTo>
                <a:lnTo>
                  <a:pt x="1730" y="2916"/>
                </a:lnTo>
                <a:lnTo>
                  <a:pt x="1799" y="2770"/>
                </a:lnTo>
                <a:lnTo>
                  <a:pt x="1845" y="2583"/>
                </a:lnTo>
                <a:lnTo>
                  <a:pt x="1845" y="2437"/>
                </a:lnTo>
                <a:lnTo>
                  <a:pt x="1891" y="2291"/>
                </a:lnTo>
                <a:lnTo>
                  <a:pt x="1891" y="2104"/>
                </a:lnTo>
                <a:lnTo>
                  <a:pt x="1937" y="1958"/>
                </a:lnTo>
                <a:lnTo>
                  <a:pt x="1937" y="1812"/>
                </a:lnTo>
                <a:lnTo>
                  <a:pt x="2007" y="1624"/>
                </a:lnTo>
                <a:lnTo>
                  <a:pt x="2053" y="1479"/>
                </a:lnTo>
                <a:lnTo>
                  <a:pt x="2053" y="1333"/>
                </a:lnTo>
                <a:lnTo>
                  <a:pt x="2099" y="1187"/>
                </a:lnTo>
                <a:lnTo>
                  <a:pt x="2099" y="958"/>
                </a:lnTo>
                <a:lnTo>
                  <a:pt x="2168" y="812"/>
                </a:lnTo>
                <a:lnTo>
                  <a:pt x="2214" y="666"/>
                </a:lnTo>
                <a:lnTo>
                  <a:pt x="2214" y="479"/>
                </a:lnTo>
                <a:lnTo>
                  <a:pt x="2260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1812939" y="3528309"/>
            <a:ext cx="2329" cy="11853"/>
          </a:xfrm>
          <a:custGeom>
            <a:avLst/>
            <a:gdLst/>
            <a:ahLst/>
            <a:cxnLst/>
            <a:rect l="l" t="t" r="r" b="b"/>
            <a:pathLst>
              <a:path w="2329" h="11853">
                <a:moveTo>
                  <a:pt x="0" y="11853"/>
                </a:moveTo>
                <a:lnTo>
                  <a:pt x="69" y="11708"/>
                </a:lnTo>
                <a:lnTo>
                  <a:pt x="69" y="11562"/>
                </a:lnTo>
                <a:lnTo>
                  <a:pt x="115" y="11374"/>
                </a:lnTo>
                <a:lnTo>
                  <a:pt x="115" y="11228"/>
                </a:lnTo>
                <a:lnTo>
                  <a:pt x="161" y="11083"/>
                </a:lnTo>
                <a:lnTo>
                  <a:pt x="230" y="10895"/>
                </a:lnTo>
                <a:lnTo>
                  <a:pt x="230" y="10749"/>
                </a:lnTo>
                <a:lnTo>
                  <a:pt x="276" y="10562"/>
                </a:lnTo>
                <a:lnTo>
                  <a:pt x="276" y="10416"/>
                </a:lnTo>
                <a:lnTo>
                  <a:pt x="322" y="10270"/>
                </a:lnTo>
                <a:lnTo>
                  <a:pt x="369" y="10083"/>
                </a:lnTo>
                <a:lnTo>
                  <a:pt x="369" y="9937"/>
                </a:lnTo>
                <a:lnTo>
                  <a:pt x="438" y="9708"/>
                </a:lnTo>
                <a:lnTo>
                  <a:pt x="484" y="9562"/>
                </a:lnTo>
                <a:lnTo>
                  <a:pt x="484" y="9416"/>
                </a:lnTo>
                <a:lnTo>
                  <a:pt x="484" y="9270"/>
                </a:lnTo>
                <a:lnTo>
                  <a:pt x="530" y="9124"/>
                </a:lnTo>
                <a:lnTo>
                  <a:pt x="576" y="8937"/>
                </a:lnTo>
                <a:lnTo>
                  <a:pt x="576" y="8791"/>
                </a:lnTo>
                <a:lnTo>
                  <a:pt x="645" y="8562"/>
                </a:lnTo>
                <a:lnTo>
                  <a:pt x="692" y="8416"/>
                </a:lnTo>
                <a:lnTo>
                  <a:pt x="692" y="8270"/>
                </a:lnTo>
                <a:lnTo>
                  <a:pt x="738" y="8083"/>
                </a:lnTo>
                <a:lnTo>
                  <a:pt x="807" y="7937"/>
                </a:lnTo>
                <a:lnTo>
                  <a:pt x="807" y="7791"/>
                </a:lnTo>
                <a:lnTo>
                  <a:pt x="853" y="7604"/>
                </a:lnTo>
                <a:lnTo>
                  <a:pt x="853" y="7416"/>
                </a:lnTo>
                <a:lnTo>
                  <a:pt x="899" y="7270"/>
                </a:lnTo>
                <a:lnTo>
                  <a:pt x="945" y="7124"/>
                </a:lnTo>
                <a:lnTo>
                  <a:pt x="945" y="6937"/>
                </a:lnTo>
                <a:lnTo>
                  <a:pt x="1015" y="6791"/>
                </a:lnTo>
                <a:lnTo>
                  <a:pt x="1015" y="6645"/>
                </a:lnTo>
                <a:lnTo>
                  <a:pt x="1061" y="6458"/>
                </a:lnTo>
                <a:lnTo>
                  <a:pt x="1107" y="6312"/>
                </a:lnTo>
                <a:lnTo>
                  <a:pt x="1107" y="6166"/>
                </a:lnTo>
                <a:lnTo>
                  <a:pt x="1153" y="5979"/>
                </a:lnTo>
                <a:lnTo>
                  <a:pt x="1153" y="5791"/>
                </a:lnTo>
                <a:lnTo>
                  <a:pt x="1222" y="5645"/>
                </a:lnTo>
                <a:lnTo>
                  <a:pt x="1268" y="5499"/>
                </a:lnTo>
                <a:lnTo>
                  <a:pt x="1268" y="5312"/>
                </a:lnTo>
                <a:lnTo>
                  <a:pt x="1314" y="5166"/>
                </a:lnTo>
                <a:lnTo>
                  <a:pt x="1314" y="5020"/>
                </a:lnTo>
                <a:lnTo>
                  <a:pt x="1384" y="4833"/>
                </a:lnTo>
                <a:lnTo>
                  <a:pt x="1430" y="4687"/>
                </a:lnTo>
                <a:lnTo>
                  <a:pt x="1430" y="4541"/>
                </a:lnTo>
                <a:lnTo>
                  <a:pt x="1476" y="4354"/>
                </a:lnTo>
                <a:lnTo>
                  <a:pt x="1476" y="4208"/>
                </a:lnTo>
                <a:lnTo>
                  <a:pt x="1522" y="4062"/>
                </a:lnTo>
                <a:lnTo>
                  <a:pt x="1522" y="3874"/>
                </a:lnTo>
                <a:lnTo>
                  <a:pt x="1591" y="3729"/>
                </a:lnTo>
                <a:lnTo>
                  <a:pt x="1637" y="3583"/>
                </a:lnTo>
                <a:lnTo>
                  <a:pt x="1637" y="3395"/>
                </a:lnTo>
                <a:lnTo>
                  <a:pt x="1684" y="3249"/>
                </a:lnTo>
                <a:lnTo>
                  <a:pt x="1684" y="3104"/>
                </a:lnTo>
                <a:lnTo>
                  <a:pt x="1753" y="2916"/>
                </a:lnTo>
                <a:lnTo>
                  <a:pt x="1799" y="2770"/>
                </a:lnTo>
                <a:lnTo>
                  <a:pt x="1799" y="2583"/>
                </a:lnTo>
                <a:lnTo>
                  <a:pt x="1845" y="2437"/>
                </a:lnTo>
                <a:lnTo>
                  <a:pt x="1845" y="2291"/>
                </a:lnTo>
                <a:lnTo>
                  <a:pt x="1891" y="2104"/>
                </a:lnTo>
                <a:lnTo>
                  <a:pt x="1960" y="1958"/>
                </a:lnTo>
                <a:lnTo>
                  <a:pt x="1960" y="1770"/>
                </a:lnTo>
                <a:lnTo>
                  <a:pt x="2007" y="1624"/>
                </a:lnTo>
                <a:lnTo>
                  <a:pt x="2007" y="1437"/>
                </a:lnTo>
                <a:lnTo>
                  <a:pt x="2053" y="1291"/>
                </a:lnTo>
                <a:lnTo>
                  <a:pt x="2099" y="1145"/>
                </a:lnTo>
                <a:lnTo>
                  <a:pt x="2099" y="958"/>
                </a:lnTo>
                <a:lnTo>
                  <a:pt x="2168" y="812"/>
                </a:lnTo>
                <a:lnTo>
                  <a:pt x="2214" y="583"/>
                </a:lnTo>
                <a:lnTo>
                  <a:pt x="2214" y="437"/>
                </a:lnTo>
                <a:lnTo>
                  <a:pt x="2260" y="291"/>
                </a:lnTo>
                <a:lnTo>
                  <a:pt x="2260" y="1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1815269" y="3516372"/>
            <a:ext cx="2306" cy="11937"/>
          </a:xfrm>
          <a:custGeom>
            <a:avLst/>
            <a:gdLst/>
            <a:ahLst/>
            <a:cxnLst/>
            <a:rect l="l" t="t" r="r" b="b"/>
            <a:pathLst>
              <a:path w="2306" h="11937">
                <a:moveTo>
                  <a:pt x="0" y="11937"/>
                </a:moveTo>
                <a:lnTo>
                  <a:pt x="0" y="11749"/>
                </a:lnTo>
                <a:lnTo>
                  <a:pt x="46" y="11562"/>
                </a:lnTo>
                <a:lnTo>
                  <a:pt x="92" y="11416"/>
                </a:lnTo>
                <a:lnTo>
                  <a:pt x="92" y="11270"/>
                </a:lnTo>
                <a:lnTo>
                  <a:pt x="138" y="11083"/>
                </a:lnTo>
                <a:lnTo>
                  <a:pt x="207" y="10937"/>
                </a:lnTo>
                <a:lnTo>
                  <a:pt x="207" y="10791"/>
                </a:lnTo>
                <a:lnTo>
                  <a:pt x="253" y="10603"/>
                </a:lnTo>
                <a:lnTo>
                  <a:pt x="253" y="10458"/>
                </a:lnTo>
                <a:lnTo>
                  <a:pt x="299" y="10312"/>
                </a:lnTo>
                <a:lnTo>
                  <a:pt x="299" y="10124"/>
                </a:lnTo>
                <a:lnTo>
                  <a:pt x="369" y="9937"/>
                </a:lnTo>
                <a:lnTo>
                  <a:pt x="415" y="9791"/>
                </a:lnTo>
                <a:lnTo>
                  <a:pt x="415" y="9645"/>
                </a:lnTo>
                <a:lnTo>
                  <a:pt x="461" y="9458"/>
                </a:lnTo>
                <a:lnTo>
                  <a:pt x="461" y="9312"/>
                </a:lnTo>
                <a:lnTo>
                  <a:pt x="507" y="9166"/>
                </a:lnTo>
                <a:lnTo>
                  <a:pt x="576" y="8979"/>
                </a:lnTo>
                <a:lnTo>
                  <a:pt x="576" y="8833"/>
                </a:lnTo>
                <a:lnTo>
                  <a:pt x="622" y="8687"/>
                </a:lnTo>
                <a:lnTo>
                  <a:pt x="622" y="8499"/>
                </a:lnTo>
                <a:lnTo>
                  <a:pt x="669" y="8354"/>
                </a:lnTo>
                <a:lnTo>
                  <a:pt x="715" y="8166"/>
                </a:lnTo>
                <a:lnTo>
                  <a:pt x="715" y="8020"/>
                </a:lnTo>
                <a:lnTo>
                  <a:pt x="784" y="7874"/>
                </a:lnTo>
                <a:lnTo>
                  <a:pt x="784" y="7687"/>
                </a:lnTo>
                <a:lnTo>
                  <a:pt x="830" y="7541"/>
                </a:lnTo>
                <a:lnTo>
                  <a:pt x="876" y="7312"/>
                </a:lnTo>
                <a:lnTo>
                  <a:pt x="876" y="7166"/>
                </a:lnTo>
                <a:lnTo>
                  <a:pt x="945" y="7020"/>
                </a:lnTo>
                <a:lnTo>
                  <a:pt x="945" y="6833"/>
                </a:lnTo>
                <a:lnTo>
                  <a:pt x="991" y="6687"/>
                </a:lnTo>
                <a:lnTo>
                  <a:pt x="1038" y="6541"/>
                </a:lnTo>
                <a:lnTo>
                  <a:pt x="1038" y="6354"/>
                </a:lnTo>
                <a:lnTo>
                  <a:pt x="1084" y="6208"/>
                </a:lnTo>
                <a:lnTo>
                  <a:pt x="1084" y="6062"/>
                </a:lnTo>
                <a:lnTo>
                  <a:pt x="1153" y="5874"/>
                </a:lnTo>
                <a:lnTo>
                  <a:pt x="1199" y="5729"/>
                </a:lnTo>
                <a:lnTo>
                  <a:pt x="1199" y="5583"/>
                </a:lnTo>
                <a:lnTo>
                  <a:pt x="1245" y="5395"/>
                </a:lnTo>
                <a:lnTo>
                  <a:pt x="1245" y="5208"/>
                </a:lnTo>
                <a:lnTo>
                  <a:pt x="1291" y="5062"/>
                </a:lnTo>
                <a:lnTo>
                  <a:pt x="1361" y="4916"/>
                </a:lnTo>
                <a:lnTo>
                  <a:pt x="1361" y="4729"/>
                </a:lnTo>
                <a:lnTo>
                  <a:pt x="1407" y="4583"/>
                </a:lnTo>
                <a:lnTo>
                  <a:pt x="1407" y="4437"/>
                </a:lnTo>
                <a:lnTo>
                  <a:pt x="1453" y="4249"/>
                </a:lnTo>
                <a:lnTo>
                  <a:pt x="1522" y="4104"/>
                </a:lnTo>
                <a:lnTo>
                  <a:pt x="1522" y="3958"/>
                </a:lnTo>
                <a:lnTo>
                  <a:pt x="1568" y="3770"/>
                </a:lnTo>
                <a:lnTo>
                  <a:pt x="1568" y="3624"/>
                </a:lnTo>
                <a:lnTo>
                  <a:pt x="1614" y="3479"/>
                </a:lnTo>
                <a:lnTo>
                  <a:pt x="1614" y="3291"/>
                </a:lnTo>
                <a:lnTo>
                  <a:pt x="1660" y="3145"/>
                </a:lnTo>
                <a:lnTo>
                  <a:pt x="1730" y="2958"/>
                </a:lnTo>
                <a:lnTo>
                  <a:pt x="1730" y="2812"/>
                </a:lnTo>
                <a:lnTo>
                  <a:pt x="1776" y="2583"/>
                </a:lnTo>
                <a:lnTo>
                  <a:pt x="1822" y="2437"/>
                </a:lnTo>
                <a:lnTo>
                  <a:pt x="1822" y="2291"/>
                </a:lnTo>
                <a:lnTo>
                  <a:pt x="1891" y="2104"/>
                </a:lnTo>
                <a:lnTo>
                  <a:pt x="1937" y="1958"/>
                </a:lnTo>
                <a:lnTo>
                  <a:pt x="1937" y="1812"/>
                </a:lnTo>
                <a:lnTo>
                  <a:pt x="1983" y="1624"/>
                </a:lnTo>
                <a:lnTo>
                  <a:pt x="1983" y="1479"/>
                </a:lnTo>
                <a:lnTo>
                  <a:pt x="2030" y="1333"/>
                </a:lnTo>
                <a:lnTo>
                  <a:pt x="2030" y="1145"/>
                </a:lnTo>
                <a:lnTo>
                  <a:pt x="2099" y="999"/>
                </a:lnTo>
                <a:lnTo>
                  <a:pt x="2099" y="854"/>
                </a:lnTo>
                <a:lnTo>
                  <a:pt x="2145" y="666"/>
                </a:lnTo>
                <a:lnTo>
                  <a:pt x="2191" y="479"/>
                </a:lnTo>
                <a:lnTo>
                  <a:pt x="2191" y="333"/>
                </a:lnTo>
                <a:lnTo>
                  <a:pt x="2237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1817576" y="3504476"/>
            <a:ext cx="2260" cy="11895"/>
          </a:xfrm>
          <a:custGeom>
            <a:avLst/>
            <a:gdLst/>
            <a:ahLst/>
            <a:cxnLst/>
            <a:rect l="l" t="t" r="r" b="b"/>
            <a:pathLst>
              <a:path w="2260" h="11895">
                <a:moveTo>
                  <a:pt x="0" y="11895"/>
                </a:moveTo>
                <a:lnTo>
                  <a:pt x="0" y="11749"/>
                </a:lnTo>
                <a:lnTo>
                  <a:pt x="46" y="11603"/>
                </a:lnTo>
                <a:lnTo>
                  <a:pt x="46" y="11416"/>
                </a:lnTo>
                <a:lnTo>
                  <a:pt x="92" y="11270"/>
                </a:lnTo>
                <a:lnTo>
                  <a:pt x="92" y="11124"/>
                </a:lnTo>
                <a:lnTo>
                  <a:pt x="161" y="10937"/>
                </a:lnTo>
                <a:lnTo>
                  <a:pt x="207" y="10791"/>
                </a:lnTo>
                <a:lnTo>
                  <a:pt x="207" y="10645"/>
                </a:lnTo>
                <a:lnTo>
                  <a:pt x="253" y="10458"/>
                </a:lnTo>
                <a:lnTo>
                  <a:pt x="253" y="10312"/>
                </a:lnTo>
                <a:lnTo>
                  <a:pt x="299" y="10124"/>
                </a:lnTo>
                <a:lnTo>
                  <a:pt x="369" y="9979"/>
                </a:lnTo>
                <a:lnTo>
                  <a:pt x="369" y="9833"/>
                </a:lnTo>
                <a:lnTo>
                  <a:pt x="415" y="9645"/>
                </a:lnTo>
                <a:lnTo>
                  <a:pt x="415" y="9499"/>
                </a:lnTo>
                <a:lnTo>
                  <a:pt x="461" y="9270"/>
                </a:lnTo>
                <a:lnTo>
                  <a:pt x="530" y="9124"/>
                </a:lnTo>
                <a:lnTo>
                  <a:pt x="530" y="8979"/>
                </a:lnTo>
                <a:lnTo>
                  <a:pt x="576" y="8791"/>
                </a:lnTo>
                <a:lnTo>
                  <a:pt x="622" y="8645"/>
                </a:lnTo>
                <a:lnTo>
                  <a:pt x="622" y="8499"/>
                </a:lnTo>
                <a:lnTo>
                  <a:pt x="669" y="8312"/>
                </a:lnTo>
                <a:lnTo>
                  <a:pt x="669" y="8166"/>
                </a:lnTo>
                <a:lnTo>
                  <a:pt x="738" y="8020"/>
                </a:lnTo>
                <a:lnTo>
                  <a:pt x="784" y="7833"/>
                </a:lnTo>
                <a:lnTo>
                  <a:pt x="784" y="7687"/>
                </a:lnTo>
                <a:lnTo>
                  <a:pt x="830" y="7541"/>
                </a:lnTo>
                <a:lnTo>
                  <a:pt x="830" y="7354"/>
                </a:lnTo>
                <a:lnTo>
                  <a:pt x="876" y="7208"/>
                </a:lnTo>
                <a:lnTo>
                  <a:pt x="876" y="7062"/>
                </a:lnTo>
                <a:lnTo>
                  <a:pt x="945" y="6874"/>
                </a:lnTo>
                <a:lnTo>
                  <a:pt x="991" y="6729"/>
                </a:lnTo>
                <a:lnTo>
                  <a:pt x="991" y="6541"/>
                </a:lnTo>
                <a:lnTo>
                  <a:pt x="1038" y="6395"/>
                </a:lnTo>
                <a:lnTo>
                  <a:pt x="1038" y="6249"/>
                </a:lnTo>
                <a:lnTo>
                  <a:pt x="1107" y="6062"/>
                </a:lnTo>
                <a:lnTo>
                  <a:pt x="1153" y="5916"/>
                </a:lnTo>
                <a:lnTo>
                  <a:pt x="1153" y="5687"/>
                </a:lnTo>
                <a:lnTo>
                  <a:pt x="1199" y="5541"/>
                </a:lnTo>
                <a:lnTo>
                  <a:pt x="1245" y="5395"/>
                </a:lnTo>
                <a:lnTo>
                  <a:pt x="1245" y="5208"/>
                </a:lnTo>
                <a:lnTo>
                  <a:pt x="1314" y="5062"/>
                </a:lnTo>
                <a:lnTo>
                  <a:pt x="1314" y="4916"/>
                </a:lnTo>
                <a:lnTo>
                  <a:pt x="1361" y="4770"/>
                </a:lnTo>
                <a:lnTo>
                  <a:pt x="1361" y="4624"/>
                </a:lnTo>
                <a:lnTo>
                  <a:pt x="1407" y="4437"/>
                </a:lnTo>
                <a:lnTo>
                  <a:pt x="1407" y="4291"/>
                </a:lnTo>
                <a:lnTo>
                  <a:pt x="1453" y="4062"/>
                </a:lnTo>
                <a:lnTo>
                  <a:pt x="1522" y="3916"/>
                </a:lnTo>
                <a:lnTo>
                  <a:pt x="1522" y="3770"/>
                </a:lnTo>
                <a:lnTo>
                  <a:pt x="1568" y="3583"/>
                </a:lnTo>
                <a:lnTo>
                  <a:pt x="1614" y="3437"/>
                </a:lnTo>
                <a:lnTo>
                  <a:pt x="1614" y="3291"/>
                </a:lnTo>
                <a:lnTo>
                  <a:pt x="1684" y="3104"/>
                </a:lnTo>
                <a:lnTo>
                  <a:pt x="1730" y="2958"/>
                </a:lnTo>
                <a:lnTo>
                  <a:pt x="1730" y="2812"/>
                </a:lnTo>
                <a:lnTo>
                  <a:pt x="1776" y="2624"/>
                </a:lnTo>
                <a:lnTo>
                  <a:pt x="1776" y="2479"/>
                </a:lnTo>
                <a:lnTo>
                  <a:pt x="1822" y="2333"/>
                </a:lnTo>
                <a:lnTo>
                  <a:pt x="1822" y="2145"/>
                </a:lnTo>
                <a:lnTo>
                  <a:pt x="1891" y="1999"/>
                </a:lnTo>
                <a:lnTo>
                  <a:pt x="1937" y="1854"/>
                </a:lnTo>
                <a:lnTo>
                  <a:pt x="1937" y="1666"/>
                </a:lnTo>
                <a:lnTo>
                  <a:pt x="1983" y="1520"/>
                </a:lnTo>
                <a:lnTo>
                  <a:pt x="1983" y="1333"/>
                </a:lnTo>
                <a:lnTo>
                  <a:pt x="2053" y="1187"/>
                </a:lnTo>
                <a:lnTo>
                  <a:pt x="2099" y="1041"/>
                </a:lnTo>
                <a:lnTo>
                  <a:pt x="2099" y="854"/>
                </a:lnTo>
                <a:lnTo>
                  <a:pt x="2145" y="708"/>
                </a:lnTo>
                <a:lnTo>
                  <a:pt x="2191" y="479"/>
                </a:lnTo>
                <a:lnTo>
                  <a:pt x="2191" y="333"/>
                </a:lnTo>
                <a:lnTo>
                  <a:pt x="2260" y="187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1819837" y="3492622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11853"/>
                </a:moveTo>
                <a:lnTo>
                  <a:pt x="46" y="11708"/>
                </a:lnTo>
                <a:lnTo>
                  <a:pt x="46" y="11562"/>
                </a:lnTo>
                <a:lnTo>
                  <a:pt x="92" y="11374"/>
                </a:lnTo>
                <a:lnTo>
                  <a:pt x="138" y="11228"/>
                </a:lnTo>
                <a:lnTo>
                  <a:pt x="138" y="11083"/>
                </a:lnTo>
                <a:lnTo>
                  <a:pt x="207" y="10895"/>
                </a:lnTo>
                <a:lnTo>
                  <a:pt x="253" y="10749"/>
                </a:lnTo>
                <a:lnTo>
                  <a:pt x="253" y="10603"/>
                </a:lnTo>
                <a:lnTo>
                  <a:pt x="299" y="10416"/>
                </a:lnTo>
                <a:lnTo>
                  <a:pt x="299" y="10270"/>
                </a:lnTo>
                <a:lnTo>
                  <a:pt x="369" y="10124"/>
                </a:lnTo>
                <a:lnTo>
                  <a:pt x="369" y="9937"/>
                </a:lnTo>
                <a:lnTo>
                  <a:pt x="415" y="9791"/>
                </a:lnTo>
                <a:lnTo>
                  <a:pt x="461" y="9604"/>
                </a:lnTo>
                <a:lnTo>
                  <a:pt x="461" y="9458"/>
                </a:lnTo>
                <a:lnTo>
                  <a:pt x="507" y="9312"/>
                </a:lnTo>
                <a:lnTo>
                  <a:pt x="507" y="9124"/>
                </a:lnTo>
                <a:lnTo>
                  <a:pt x="576" y="8979"/>
                </a:lnTo>
                <a:lnTo>
                  <a:pt x="622" y="8749"/>
                </a:lnTo>
                <a:lnTo>
                  <a:pt x="622" y="8604"/>
                </a:lnTo>
                <a:lnTo>
                  <a:pt x="669" y="8458"/>
                </a:lnTo>
                <a:lnTo>
                  <a:pt x="715" y="8270"/>
                </a:lnTo>
                <a:lnTo>
                  <a:pt x="715" y="8124"/>
                </a:lnTo>
                <a:lnTo>
                  <a:pt x="784" y="7979"/>
                </a:lnTo>
                <a:lnTo>
                  <a:pt x="784" y="7791"/>
                </a:lnTo>
                <a:lnTo>
                  <a:pt x="830" y="7645"/>
                </a:lnTo>
                <a:lnTo>
                  <a:pt x="830" y="7499"/>
                </a:lnTo>
                <a:lnTo>
                  <a:pt x="876" y="7312"/>
                </a:lnTo>
                <a:lnTo>
                  <a:pt x="945" y="7166"/>
                </a:lnTo>
                <a:lnTo>
                  <a:pt x="945" y="7020"/>
                </a:lnTo>
                <a:lnTo>
                  <a:pt x="991" y="6833"/>
                </a:lnTo>
                <a:lnTo>
                  <a:pt x="991" y="6687"/>
                </a:lnTo>
                <a:lnTo>
                  <a:pt x="1038" y="6541"/>
                </a:lnTo>
                <a:lnTo>
                  <a:pt x="1084" y="6354"/>
                </a:lnTo>
                <a:lnTo>
                  <a:pt x="1084" y="6208"/>
                </a:lnTo>
                <a:lnTo>
                  <a:pt x="1153" y="6020"/>
                </a:lnTo>
                <a:lnTo>
                  <a:pt x="1199" y="5833"/>
                </a:lnTo>
                <a:lnTo>
                  <a:pt x="1199" y="5687"/>
                </a:lnTo>
                <a:lnTo>
                  <a:pt x="1245" y="5541"/>
                </a:lnTo>
                <a:lnTo>
                  <a:pt x="1245" y="5354"/>
                </a:lnTo>
                <a:lnTo>
                  <a:pt x="1314" y="5208"/>
                </a:lnTo>
                <a:lnTo>
                  <a:pt x="1314" y="5062"/>
                </a:lnTo>
                <a:lnTo>
                  <a:pt x="1361" y="4874"/>
                </a:lnTo>
                <a:lnTo>
                  <a:pt x="1407" y="4729"/>
                </a:lnTo>
                <a:lnTo>
                  <a:pt x="1407" y="4583"/>
                </a:lnTo>
                <a:lnTo>
                  <a:pt x="1453" y="4395"/>
                </a:lnTo>
                <a:lnTo>
                  <a:pt x="1453" y="4249"/>
                </a:lnTo>
                <a:lnTo>
                  <a:pt x="1522" y="4062"/>
                </a:lnTo>
                <a:lnTo>
                  <a:pt x="1568" y="3916"/>
                </a:lnTo>
                <a:lnTo>
                  <a:pt x="1568" y="3770"/>
                </a:lnTo>
                <a:lnTo>
                  <a:pt x="1614" y="3583"/>
                </a:lnTo>
                <a:lnTo>
                  <a:pt x="1614" y="3437"/>
                </a:lnTo>
                <a:lnTo>
                  <a:pt x="1660" y="3208"/>
                </a:lnTo>
                <a:lnTo>
                  <a:pt x="1730" y="3062"/>
                </a:lnTo>
                <a:lnTo>
                  <a:pt x="1730" y="2916"/>
                </a:lnTo>
                <a:lnTo>
                  <a:pt x="1776" y="2729"/>
                </a:lnTo>
                <a:lnTo>
                  <a:pt x="1822" y="2583"/>
                </a:lnTo>
                <a:lnTo>
                  <a:pt x="1822" y="2437"/>
                </a:lnTo>
                <a:lnTo>
                  <a:pt x="1891" y="2249"/>
                </a:lnTo>
                <a:lnTo>
                  <a:pt x="1891" y="2104"/>
                </a:lnTo>
                <a:lnTo>
                  <a:pt x="1937" y="1958"/>
                </a:lnTo>
                <a:lnTo>
                  <a:pt x="1983" y="1770"/>
                </a:lnTo>
                <a:lnTo>
                  <a:pt x="1983" y="1624"/>
                </a:lnTo>
                <a:lnTo>
                  <a:pt x="2030" y="1479"/>
                </a:lnTo>
                <a:lnTo>
                  <a:pt x="2030" y="1291"/>
                </a:lnTo>
                <a:lnTo>
                  <a:pt x="2099" y="1145"/>
                </a:lnTo>
                <a:lnTo>
                  <a:pt x="2099" y="999"/>
                </a:lnTo>
                <a:lnTo>
                  <a:pt x="2145" y="812"/>
                </a:lnTo>
                <a:lnTo>
                  <a:pt x="2191" y="666"/>
                </a:lnTo>
                <a:lnTo>
                  <a:pt x="2191" y="479"/>
                </a:lnTo>
                <a:lnTo>
                  <a:pt x="2260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1822144" y="3480789"/>
            <a:ext cx="2306" cy="11833"/>
          </a:xfrm>
          <a:custGeom>
            <a:avLst/>
            <a:gdLst/>
            <a:ahLst/>
            <a:cxnLst/>
            <a:rect l="l" t="t" r="r" b="b"/>
            <a:pathLst>
              <a:path w="2306" h="11833">
                <a:moveTo>
                  <a:pt x="0" y="11833"/>
                </a:moveTo>
                <a:lnTo>
                  <a:pt x="46" y="11645"/>
                </a:lnTo>
                <a:lnTo>
                  <a:pt x="46" y="11499"/>
                </a:lnTo>
                <a:lnTo>
                  <a:pt x="92" y="11353"/>
                </a:lnTo>
                <a:lnTo>
                  <a:pt x="161" y="11166"/>
                </a:lnTo>
                <a:lnTo>
                  <a:pt x="161" y="11020"/>
                </a:lnTo>
                <a:lnTo>
                  <a:pt x="207" y="10874"/>
                </a:lnTo>
                <a:lnTo>
                  <a:pt x="207" y="10687"/>
                </a:lnTo>
                <a:lnTo>
                  <a:pt x="253" y="10541"/>
                </a:lnTo>
                <a:lnTo>
                  <a:pt x="253" y="10395"/>
                </a:lnTo>
                <a:lnTo>
                  <a:pt x="299" y="10208"/>
                </a:lnTo>
                <a:lnTo>
                  <a:pt x="369" y="10062"/>
                </a:lnTo>
                <a:lnTo>
                  <a:pt x="369" y="9874"/>
                </a:lnTo>
                <a:lnTo>
                  <a:pt x="415" y="9729"/>
                </a:lnTo>
                <a:lnTo>
                  <a:pt x="461" y="9499"/>
                </a:lnTo>
                <a:lnTo>
                  <a:pt x="461" y="9354"/>
                </a:lnTo>
                <a:lnTo>
                  <a:pt x="530" y="9208"/>
                </a:lnTo>
                <a:lnTo>
                  <a:pt x="530" y="9020"/>
                </a:lnTo>
                <a:lnTo>
                  <a:pt x="576" y="8874"/>
                </a:lnTo>
                <a:lnTo>
                  <a:pt x="622" y="8729"/>
                </a:lnTo>
                <a:lnTo>
                  <a:pt x="622" y="8541"/>
                </a:lnTo>
                <a:lnTo>
                  <a:pt x="669" y="8395"/>
                </a:lnTo>
                <a:lnTo>
                  <a:pt x="669" y="8249"/>
                </a:lnTo>
                <a:lnTo>
                  <a:pt x="738" y="8104"/>
                </a:lnTo>
                <a:lnTo>
                  <a:pt x="784" y="7916"/>
                </a:lnTo>
                <a:lnTo>
                  <a:pt x="784" y="7770"/>
                </a:lnTo>
                <a:lnTo>
                  <a:pt x="830" y="7624"/>
                </a:lnTo>
                <a:lnTo>
                  <a:pt x="830" y="7437"/>
                </a:lnTo>
                <a:lnTo>
                  <a:pt x="876" y="7291"/>
                </a:lnTo>
                <a:lnTo>
                  <a:pt x="945" y="7062"/>
                </a:lnTo>
                <a:lnTo>
                  <a:pt x="945" y="6916"/>
                </a:lnTo>
                <a:lnTo>
                  <a:pt x="991" y="6770"/>
                </a:lnTo>
                <a:lnTo>
                  <a:pt x="991" y="6583"/>
                </a:lnTo>
                <a:lnTo>
                  <a:pt x="1038" y="6437"/>
                </a:lnTo>
                <a:lnTo>
                  <a:pt x="1107" y="6291"/>
                </a:lnTo>
                <a:lnTo>
                  <a:pt x="1107" y="6104"/>
                </a:lnTo>
                <a:lnTo>
                  <a:pt x="1153" y="5958"/>
                </a:lnTo>
                <a:lnTo>
                  <a:pt x="1153" y="5812"/>
                </a:lnTo>
                <a:lnTo>
                  <a:pt x="1199" y="5624"/>
                </a:lnTo>
                <a:lnTo>
                  <a:pt x="1245" y="5479"/>
                </a:lnTo>
                <a:lnTo>
                  <a:pt x="1245" y="5333"/>
                </a:lnTo>
                <a:lnTo>
                  <a:pt x="1314" y="5104"/>
                </a:lnTo>
                <a:lnTo>
                  <a:pt x="1361" y="4958"/>
                </a:lnTo>
                <a:lnTo>
                  <a:pt x="1361" y="4812"/>
                </a:lnTo>
                <a:lnTo>
                  <a:pt x="1407" y="4624"/>
                </a:lnTo>
                <a:lnTo>
                  <a:pt x="1407" y="4479"/>
                </a:lnTo>
                <a:lnTo>
                  <a:pt x="1476" y="4333"/>
                </a:lnTo>
                <a:lnTo>
                  <a:pt x="1476" y="4145"/>
                </a:lnTo>
                <a:lnTo>
                  <a:pt x="1522" y="3999"/>
                </a:lnTo>
                <a:lnTo>
                  <a:pt x="1568" y="3854"/>
                </a:lnTo>
                <a:lnTo>
                  <a:pt x="1568" y="3666"/>
                </a:lnTo>
                <a:lnTo>
                  <a:pt x="1614" y="3520"/>
                </a:lnTo>
                <a:lnTo>
                  <a:pt x="1614" y="3374"/>
                </a:lnTo>
                <a:lnTo>
                  <a:pt x="1684" y="3187"/>
                </a:lnTo>
                <a:lnTo>
                  <a:pt x="1730" y="3041"/>
                </a:lnTo>
                <a:lnTo>
                  <a:pt x="1730" y="2895"/>
                </a:lnTo>
                <a:lnTo>
                  <a:pt x="1776" y="2666"/>
                </a:lnTo>
                <a:lnTo>
                  <a:pt x="1822" y="2520"/>
                </a:lnTo>
                <a:lnTo>
                  <a:pt x="1822" y="2374"/>
                </a:lnTo>
                <a:lnTo>
                  <a:pt x="1891" y="2187"/>
                </a:lnTo>
                <a:lnTo>
                  <a:pt x="1891" y="2041"/>
                </a:lnTo>
                <a:lnTo>
                  <a:pt x="1937" y="1895"/>
                </a:lnTo>
                <a:lnTo>
                  <a:pt x="1983" y="1708"/>
                </a:lnTo>
                <a:lnTo>
                  <a:pt x="1983" y="1562"/>
                </a:lnTo>
                <a:lnTo>
                  <a:pt x="2053" y="1416"/>
                </a:lnTo>
                <a:lnTo>
                  <a:pt x="2053" y="1229"/>
                </a:lnTo>
                <a:lnTo>
                  <a:pt x="2099" y="1083"/>
                </a:lnTo>
                <a:lnTo>
                  <a:pt x="2099" y="937"/>
                </a:lnTo>
                <a:lnTo>
                  <a:pt x="2145" y="708"/>
                </a:lnTo>
                <a:lnTo>
                  <a:pt x="2191" y="562"/>
                </a:lnTo>
                <a:lnTo>
                  <a:pt x="2191" y="416"/>
                </a:lnTo>
                <a:lnTo>
                  <a:pt x="2260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1824451" y="3469018"/>
            <a:ext cx="2306" cy="11770"/>
          </a:xfrm>
          <a:custGeom>
            <a:avLst/>
            <a:gdLst/>
            <a:ahLst/>
            <a:cxnLst/>
            <a:rect l="l" t="t" r="r" b="b"/>
            <a:pathLst>
              <a:path w="2306" h="11770">
                <a:moveTo>
                  <a:pt x="0" y="11770"/>
                </a:moveTo>
                <a:lnTo>
                  <a:pt x="46" y="11624"/>
                </a:lnTo>
                <a:lnTo>
                  <a:pt x="46" y="11478"/>
                </a:lnTo>
                <a:lnTo>
                  <a:pt x="115" y="11291"/>
                </a:lnTo>
                <a:lnTo>
                  <a:pt x="115" y="11145"/>
                </a:lnTo>
                <a:lnTo>
                  <a:pt x="161" y="10999"/>
                </a:lnTo>
                <a:lnTo>
                  <a:pt x="161" y="10812"/>
                </a:lnTo>
                <a:lnTo>
                  <a:pt x="207" y="10666"/>
                </a:lnTo>
                <a:lnTo>
                  <a:pt x="253" y="10520"/>
                </a:lnTo>
                <a:lnTo>
                  <a:pt x="253" y="10374"/>
                </a:lnTo>
                <a:lnTo>
                  <a:pt x="322" y="10229"/>
                </a:lnTo>
                <a:lnTo>
                  <a:pt x="322" y="10041"/>
                </a:lnTo>
                <a:lnTo>
                  <a:pt x="369" y="9895"/>
                </a:lnTo>
                <a:lnTo>
                  <a:pt x="369" y="9749"/>
                </a:lnTo>
                <a:lnTo>
                  <a:pt x="415" y="9562"/>
                </a:lnTo>
                <a:lnTo>
                  <a:pt x="461" y="9416"/>
                </a:lnTo>
                <a:lnTo>
                  <a:pt x="461" y="9270"/>
                </a:lnTo>
                <a:lnTo>
                  <a:pt x="530" y="9083"/>
                </a:lnTo>
                <a:lnTo>
                  <a:pt x="530" y="8937"/>
                </a:lnTo>
                <a:lnTo>
                  <a:pt x="576" y="8791"/>
                </a:lnTo>
                <a:lnTo>
                  <a:pt x="622" y="8645"/>
                </a:lnTo>
                <a:lnTo>
                  <a:pt x="622" y="8458"/>
                </a:lnTo>
                <a:lnTo>
                  <a:pt x="692" y="8312"/>
                </a:lnTo>
                <a:lnTo>
                  <a:pt x="738" y="8083"/>
                </a:lnTo>
                <a:lnTo>
                  <a:pt x="738" y="7937"/>
                </a:lnTo>
                <a:lnTo>
                  <a:pt x="784" y="7791"/>
                </a:lnTo>
                <a:lnTo>
                  <a:pt x="784" y="7604"/>
                </a:lnTo>
                <a:lnTo>
                  <a:pt x="830" y="7458"/>
                </a:lnTo>
                <a:lnTo>
                  <a:pt x="830" y="7312"/>
                </a:lnTo>
                <a:lnTo>
                  <a:pt x="899" y="7166"/>
                </a:lnTo>
                <a:lnTo>
                  <a:pt x="945" y="6979"/>
                </a:lnTo>
                <a:lnTo>
                  <a:pt x="945" y="6833"/>
                </a:lnTo>
                <a:lnTo>
                  <a:pt x="991" y="6687"/>
                </a:lnTo>
                <a:lnTo>
                  <a:pt x="991" y="6499"/>
                </a:lnTo>
                <a:lnTo>
                  <a:pt x="1038" y="6354"/>
                </a:lnTo>
                <a:lnTo>
                  <a:pt x="1107" y="6124"/>
                </a:lnTo>
                <a:lnTo>
                  <a:pt x="1107" y="5979"/>
                </a:lnTo>
                <a:lnTo>
                  <a:pt x="1153" y="5833"/>
                </a:lnTo>
                <a:lnTo>
                  <a:pt x="1199" y="5687"/>
                </a:lnTo>
                <a:lnTo>
                  <a:pt x="1199" y="5541"/>
                </a:lnTo>
                <a:lnTo>
                  <a:pt x="1268" y="5354"/>
                </a:lnTo>
                <a:lnTo>
                  <a:pt x="1268" y="5208"/>
                </a:lnTo>
                <a:lnTo>
                  <a:pt x="1314" y="5062"/>
                </a:lnTo>
                <a:lnTo>
                  <a:pt x="1314" y="4874"/>
                </a:lnTo>
                <a:lnTo>
                  <a:pt x="1361" y="4729"/>
                </a:lnTo>
                <a:lnTo>
                  <a:pt x="1407" y="4541"/>
                </a:lnTo>
                <a:lnTo>
                  <a:pt x="1407" y="4354"/>
                </a:lnTo>
                <a:lnTo>
                  <a:pt x="1476" y="4208"/>
                </a:lnTo>
                <a:lnTo>
                  <a:pt x="1476" y="4062"/>
                </a:lnTo>
                <a:lnTo>
                  <a:pt x="1522" y="3874"/>
                </a:lnTo>
                <a:lnTo>
                  <a:pt x="1568" y="3729"/>
                </a:lnTo>
                <a:lnTo>
                  <a:pt x="1568" y="3583"/>
                </a:lnTo>
                <a:lnTo>
                  <a:pt x="1637" y="3354"/>
                </a:lnTo>
                <a:lnTo>
                  <a:pt x="1684" y="3208"/>
                </a:lnTo>
                <a:lnTo>
                  <a:pt x="1684" y="3062"/>
                </a:lnTo>
                <a:lnTo>
                  <a:pt x="1730" y="2874"/>
                </a:lnTo>
                <a:lnTo>
                  <a:pt x="1776" y="2729"/>
                </a:lnTo>
                <a:lnTo>
                  <a:pt x="1776" y="2583"/>
                </a:lnTo>
                <a:lnTo>
                  <a:pt x="1845" y="2395"/>
                </a:lnTo>
                <a:lnTo>
                  <a:pt x="1845" y="2249"/>
                </a:lnTo>
                <a:lnTo>
                  <a:pt x="1891" y="2104"/>
                </a:lnTo>
                <a:lnTo>
                  <a:pt x="1891" y="1958"/>
                </a:lnTo>
                <a:lnTo>
                  <a:pt x="1937" y="1770"/>
                </a:lnTo>
                <a:lnTo>
                  <a:pt x="1983" y="1624"/>
                </a:lnTo>
                <a:lnTo>
                  <a:pt x="1983" y="1479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58"/>
                </a:lnTo>
                <a:lnTo>
                  <a:pt x="2145" y="812"/>
                </a:lnTo>
                <a:lnTo>
                  <a:pt x="2145" y="624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1826758" y="3457268"/>
            <a:ext cx="2260" cy="11749"/>
          </a:xfrm>
          <a:custGeom>
            <a:avLst/>
            <a:gdLst/>
            <a:ahLst/>
            <a:cxnLst/>
            <a:rect l="l" t="t" r="r" b="b"/>
            <a:pathLst>
              <a:path w="2260" h="11749">
                <a:moveTo>
                  <a:pt x="0" y="11749"/>
                </a:moveTo>
                <a:lnTo>
                  <a:pt x="0" y="11562"/>
                </a:lnTo>
                <a:lnTo>
                  <a:pt x="46" y="11374"/>
                </a:lnTo>
                <a:lnTo>
                  <a:pt x="115" y="11228"/>
                </a:lnTo>
                <a:lnTo>
                  <a:pt x="115" y="11083"/>
                </a:lnTo>
                <a:lnTo>
                  <a:pt x="161" y="10895"/>
                </a:lnTo>
                <a:lnTo>
                  <a:pt x="161" y="10749"/>
                </a:lnTo>
                <a:lnTo>
                  <a:pt x="207" y="10603"/>
                </a:lnTo>
                <a:lnTo>
                  <a:pt x="276" y="10458"/>
                </a:lnTo>
                <a:lnTo>
                  <a:pt x="276" y="10270"/>
                </a:lnTo>
                <a:lnTo>
                  <a:pt x="322" y="10124"/>
                </a:lnTo>
                <a:lnTo>
                  <a:pt x="322" y="9895"/>
                </a:lnTo>
                <a:lnTo>
                  <a:pt x="369" y="9749"/>
                </a:lnTo>
                <a:lnTo>
                  <a:pt x="415" y="9604"/>
                </a:lnTo>
                <a:lnTo>
                  <a:pt x="415" y="9458"/>
                </a:lnTo>
                <a:lnTo>
                  <a:pt x="484" y="9312"/>
                </a:lnTo>
                <a:lnTo>
                  <a:pt x="484" y="9124"/>
                </a:lnTo>
                <a:lnTo>
                  <a:pt x="530" y="8979"/>
                </a:lnTo>
                <a:lnTo>
                  <a:pt x="530" y="8833"/>
                </a:lnTo>
                <a:lnTo>
                  <a:pt x="576" y="8604"/>
                </a:lnTo>
                <a:lnTo>
                  <a:pt x="622" y="8458"/>
                </a:lnTo>
                <a:lnTo>
                  <a:pt x="622" y="8312"/>
                </a:lnTo>
                <a:lnTo>
                  <a:pt x="692" y="8124"/>
                </a:lnTo>
                <a:lnTo>
                  <a:pt x="738" y="7979"/>
                </a:lnTo>
                <a:lnTo>
                  <a:pt x="738" y="7833"/>
                </a:lnTo>
                <a:lnTo>
                  <a:pt x="784" y="7687"/>
                </a:lnTo>
                <a:lnTo>
                  <a:pt x="853" y="7499"/>
                </a:lnTo>
                <a:lnTo>
                  <a:pt x="853" y="7354"/>
                </a:lnTo>
                <a:lnTo>
                  <a:pt x="899" y="7124"/>
                </a:lnTo>
                <a:lnTo>
                  <a:pt x="899" y="6979"/>
                </a:lnTo>
                <a:lnTo>
                  <a:pt x="945" y="6833"/>
                </a:lnTo>
                <a:lnTo>
                  <a:pt x="991" y="6687"/>
                </a:lnTo>
                <a:lnTo>
                  <a:pt x="991" y="6541"/>
                </a:lnTo>
                <a:lnTo>
                  <a:pt x="1061" y="6354"/>
                </a:lnTo>
                <a:lnTo>
                  <a:pt x="1061" y="6208"/>
                </a:lnTo>
                <a:lnTo>
                  <a:pt x="1107" y="6062"/>
                </a:lnTo>
                <a:lnTo>
                  <a:pt x="1153" y="5833"/>
                </a:lnTo>
                <a:lnTo>
                  <a:pt x="1153" y="5687"/>
                </a:lnTo>
                <a:lnTo>
                  <a:pt x="1199" y="5541"/>
                </a:lnTo>
                <a:lnTo>
                  <a:pt x="1199" y="5354"/>
                </a:lnTo>
                <a:lnTo>
                  <a:pt x="1268" y="5208"/>
                </a:lnTo>
                <a:lnTo>
                  <a:pt x="1314" y="5062"/>
                </a:lnTo>
                <a:lnTo>
                  <a:pt x="1314" y="4916"/>
                </a:lnTo>
                <a:lnTo>
                  <a:pt x="1361" y="4729"/>
                </a:lnTo>
                <a:lnTo>
                  <a:pt x="1361" y="4583"/>
                </a:lnTo>
                <a:lnTo>
                  <a:pt x="1430" y="4354"/>
                </a:lnTo>
                <a:lnTo>
                  <a:pt x="1476" y="4208"/>
                </a:lnTo>
                <a:lnTo>
                  <a:pt x="1476" y="4062"/>
                </a:lnTo>
                <a:lnTo>
                  <a:pt x="1522" y="3916"/>
                </a:lnTo>
                <a:lnTo>
                  <a:pt x="1522" y="3770"/>
                </a:lnTo>
                <a:lnTo>
                  <a:pt x="1568" y="3583"/>
                </a:lnTo>
                <a:lnTo>
                  <a:pt x="1637" y="3437"/>
                </a:lnTo>
                <a:lnTo>
                  <a:pt x="1637" y="3291"/>
                </a:lnTo>
                <a:lnTo>
                  <a:pt x="1684" y="3062"/>
                </a:lnTo>
                <a:lnTo>
                  <a:pt x="1730" y="2916"/>
                </a:lnTo>
                <a:lnTo>
                  <a:pt x="1730" y="2770"/>
                </a:lnTo>
                <a:lnTo>
                  <a:pt x="1799" y="2624"/>
                </a:lnTo>
                <a:lnTo>
                  <a:pt x="1799" y="2479"/>
                </a:lnTo>
                <a:lnTo>
                  <a:pt x="1845" y="2291"/>
                </a:lnTo>
                <a:lnTo>
                  <a:pt x="1891" y="2145"/>
                </a:lnTo>
                <a:lnTo>
                  <a:pt x="1891" y="1958"/>
                </a:lnTo>
                <a:lnTo>
                  <a:pt x="1937" y="1770"/>
                </a:lnTo>
                <a:lnTo>
                  <a:pt x="2007" y="1624"/>
                </a:lnTo>
                <a:lnTo>
                  <a:pt x="2007" y="1479"/>
                </a:lnTo>
                <a:lnTo>
                  <a:pt x="2053" y="1291"/>
                </a:lnTo>
                <a:lnTo>
                  <a:pt x="2053" y="1145"/>
                </a:lnTo>
                <a:lnTo>
                  <a:pt x="2099" y="999"/>
                </a:lnTo>
                <a:lnTo>
                  <a:pt x="2145" y="770"/>
                </a:lnTo>
                <a:lnTo>
                  <a:pt x="2145" y="624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87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1829019" y="3445623"/>
            <a:ext cx="2306" cy="11645"/>
          </a:xfrm>
          <a:custGeom>
            <a:avLst/>
            <a:gdLst/>
            <a:ahLst/>
            <a:cxnLst/>
            <a:rect l="l" t="t" r="r" b="b"/>
            <a:pathLst>
              <a:path w="2306" h="11645">
                <a:moveTo>
                  <a:pt x="0" y="11645"/>
                </a:moveTo>
                <a:lnTo>
                  <a:pt x="46" y="11499"/>
                </a:lnTo>
                <a:lnTo>
                  <a:pt x="115" y="11353"/>
                </a:lnTo>
                <a:lnTo>
                  <a:pt x="115" y="11124"/>
                </a:lnTo>
                <a:lnTo>
                  <a:pt x="161" y="10978"/>
                </a:lnTo>
                <a:lnTo>
                  <a:pt x="207" y="10833"/>
                </a:lnTo>
                <a:lnTo>
                  <a:pt x="207" y="10645"/>
                </a:lnTo>
                <a:lnTo>
                  <a:pt x="253" y="10499"/>
                </a:lnTo>
                <a:lnTo>
                  <a:pt x="253" y="10354"/>
                </a:lnTo>
                <a:lnTo>
                  <a:pt x="322" y="10208"/>
                </a:lnTo>
                <a:lnTo>
                  <a:pt x="369" y="10020"/>
                </a:lnTo>
                <a:lnTo>
                  <a:pt x="369" y="9833"/>
                </a:lnTo>
                <a:lnTo>
                  <a:pt x="415" y="9687"/>
                </a:lnTo>
                <a:lnTo>
                  <a:pt x="415" y="9541"/>
                </a:lnTo>
                <a:lnTo>
                  <a:pt x="461" y="9354"/>
                </a:lnTo>
                <a:lnTo>
                  <a:pt x="530" y="9208"/>
                </a:lnTo>
                <a:lnTo>
                  <a:pt x="530" y="9062"/>
                </a:lnTo>
                <a:lnTo>
                  <a:pt x="576" y="8833"/>
                </a:lnTo>
                <a:lnTo>
                  <a:pt x="622" y="8687"/>
                </a:lnTo>
                <a:lnTo>
                  <a:pt x="622" y="8541"/>
                </a:lnTo>
                <a:lnTo>
                  <a:pt x="692" y="8395"/>
                </a:lnTo>
                <a:lnTo>
                  <a:pt x="692" y="8249"/>
                </a:lnTo>
                <a:lnTo>
                  <a:pt x="738" y="8062"/>
                </a:lnTo>
                <a:lnTo>
                  <a:pt x="784" y="7916"/>
                </a:lnTo>
                <a:lnTo>
                  <a:pt x="784" y="7770"/>
                </a:lnTo>
                <a:lnTo>
                  <a:pt x="830" y="7541"/>
                </a:lnTo>
                <a:lnTo>
                  <a:pt x="899" y="7395"/>
                </a:lnTo>
                <a:lnTo>
                  <a:pt x="899" y="7249"/>
                </a:lnTo>
                <a:lnTo>
                  <a:pt x="945" y="7104"/>
                </a:lnTo>
                <a:lnTo>
                  <a:pt x="945" y="6958"/>
                </a:lnTo>
                <a:lnTo>
                  <a:pt x="991" y="6770"/>
                </a:lnTo>
                <a:lnTo>
                  <a:pt x="991" y="6624"/>
                </a:lnTo>
                <a:lnTo>
                  <a:pt x="1061" y="6437"/>
                </a:lnTo>
                <a:lnTo>
                  <a:pt x="1107" y="6249"/>
                </a:lnTo>
                <a:lnTo>
                  <a:pt x="1107" y="6104"/>
                </a:lnTo>
                <a:lnTo>
                  <a:pt x="1153" y="5958"/>
                </a:lnTo>
                <a:lnTo>
                  <a:pt x="1153" y="5812"/>
                </a:lnTo>
                <a:lnTo>
                  <a:pt x="1199" y="5624"/>
                </a:lnTo>
                <a:lnTo>
                  <a:pt x="1268" y="5437"/>
                </a:lnTo>
                <a:lnTo>
                  <a:pt x="1268" y="5291"/>
                </a:lnTo>
                <a:lnTo>
                  <a:pt x="1314" y="5145"/>
                </a:lnTo>
                <a:lnTo>
                  <a:pt x="1361" y="4958"/>
                </a:lnTo>
                <a:lnTo>
                  <a:pt x="1361" y="4812"/>
                </a:lnTo>
                <a:lnTo>
                  <a:pt x="1407" y="4666"/>
                </a:lnTo>
                <a:lnTo>
                  <a:pt x="1476" y="4437"/>
                </a:lnTo>
                <a:lnTo>
                  <a:pt x="1476" y="4291"/>
                </a:lnTo>
                <a:lnTo>
                  <a:pt x="1522" y="4145"/>
                </a:lnTo>
                <a:lnTo>
                  <a:pt x="1522" y="3999"/>
                </a:lnTo>
                <a:lnTo>
                  <a:pt x="1568" y="3854"/>
                </a:lnTo>
                <a:lnTo>
                  <a:pt x="1637" y="3624"/>
                </a:lnTo>
                <a:lnTo>
                  <a:pt x="1637" y="3479"/>
                </a:lnTo>
                <a:lnTo>
                  <a:pt x="1684" y="3333"/>
                </a:lnTo>
                <a:lnTo>
                  <a:pt x="1684" y="3187"/>
                </a:lnTo>
                <a:lnTo>
                  <a:pt x="1730" y="3041"/>
                </a:lnTo>
                <a:lnTo>
                  <a:pt x="1730" y="2854"/>
                </a:lnTo>
                <a:lnTo>
                  <a:pt x="1776" y="2708"/>
                </a:lnTo>
                <a:lnTo>
                  <a:pt x="1845" y="2562"/>
                </a:lnTo>
                <a:lnTo>
                  <a:pt x="1845" y="2333"/>
                </a:lnTo>
                <a:lnTo>
                  <a:pt x="1891" y="2187"/>
                </a:lnTo>
                <a:lnTo>
                  <a:pt x="1937" y="2041"/>
                </a:lnTo>
                <a:lnTo>
                  <a:pt x="1937" y="1895"/>
                </a:lnTo>
                <a:lnTo>
                  <a:pt x="2007" y="1708"/>
                </a:lnTo>
                <a:lnTo>
                  <a:pt x="2007" y="1562"/>
                </a:lnTo>
                <a:lnTo>
                  <a:pt x="2053" y="1416"/>
                </a:lnTo>
                <a:lnTo>
                  <a:pt x="2099" y="1229"/>
                </a:lnTo>
                <a:lnTo>
                  <a:pt x="2099" y="1041"/>
                </a:lnTo>
                <a:lnTo>
                  <a:pt x="2145" y="895"/>
                </a:lnTo>
                <a:lnTo>
                  <a:pt x="2145" y="749"/>
                </a:lnTo>
                <a:lnTo>
                  <a:pt x="2214" y="604"/>
                </a:lnTo>
                <a:lnTo>
                  <a:pt x="2260" y="416"/>
                </a:lnTo>
                <a:lnTo>
                  <a:pt x="2260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1831325" y="3434060"/>
            <a:ext cx="2306" cy="11562"/>
          </a:xfrm>
          <a:custGeom>
            <a:avLst/>
            <a:gdLst/>
            <a:ahLst/>
            <a:cxnLst/>
            <a:rect l="l" t="t" r="r" b="b"/>
            <a:pathLst>
              <a:path w="2306" h="11562">
                <a:moveTo>
                  <a:pt x="0" y="11562"/>
                </a:moveTo>
                <a:lnTo>
                  <a:pt x="46" y="11416"/>
                </a:lnTo>
                <a:lnTo>
                  <a:pt x="46" y="11270"/>
                </a:lnTo>
                <a:lnTo>
                  <a:pt x="115" y="11124"/>
                </a:lnTo>
                <a:lnTo>
                  <a:pt x="115" y="10978"/>
                </a:lnTo>
                <a:lnTo>
                  <a:pt x="161" y="10833"/>
                </a:lnTo>
                <a:lnTo>
                  <a:pt x="207" y="10687"/>
                </a:lnTo>
                <a:lnTo>
                  <a:pt x="207" y="10541"/>
                </a:lnTo>
                <a:lnTo>
                  <a:pt x="276" y="10354"/>
                </a:lnTo>
                <a:lnTo>
                  <a:pt x="276" y="10208"/>
                </a:lnTo>
                <a:lnTo>
                  <a:pt x="322" y="10020"/>
                </a:lnTo>
                <a:lnTo>
                  <a:pt x="369" y="9874"/>
                </a:lnTo>
                <a:lnTo>
                  <a:pt x="369" y="9687"/>
                </a:lnTo>
                <a:lnTo>
                  <a:pt x="415" y="9541"/>
                </a:lnTo>
                <a:lnTo>
                  <a:pt x="415" y="9395"/>
                </a:lnTo>
                <a:lnTo>
                  <a:pt x="484" y="9166"/>
                </a:lnTo>
                <a:lnTo>
                  <a:pt x="530" y="9020"/>
                </a:lnTo>
                <a:lnTo>
                  <a:pt x="530" y="8874"/>
                </a:lnTo>
                <a:lnTo>
                  <a:pt x="576" y="8729"/>
                </a:lnTo>
                <a:lnTo>
                  <a:pt x="576" y="8583"/>
                </a:lnTo>
                <a:lnTo>
                  <a:pt x="622" y="8354"/>
                </a:lnTo>
                <a:lnTo>
                  <a:pt x="692" y="8208"/>
                </a:lnTo>
                <a:lnTo>
                  <a:pt x="692" y="8062"/>
                </a:lnTo>
                <a:lnTo>
                  <a:pt x="738" y="7916"/>
                </a:lnTo>
                <a:lnTo>
                  <a:pt x="784" y="7770"/>
                </a:lnTo>
                <a:lnTo>
                  <a:pt x="784" y="7541"/>
                </a:lnTo>
                <a:lnTo>
                  <a:pt x="853" y="7395"/>
                </a:lnTo>
                <a:lnTo>
                  <a:pt x="899" y="7249"/>
                </a:lnTo>
                <a:lnTo>
                  <a:pt x="899" y="7104"/>
                </a:lnTo>
                <a:lnTo>
                  <a:pt x="945" y="6958"/>
                </a:lnTo>
                <a:lnTo>
                  <a:pt x="945" y="6770"/>
                </a:lnTo>
                <a:lnTo>
                  <a:pt x="991" y="6624"/>
                </a:lnTo>
                <a:lnTo>
                  <a:pt x="1061" y="6437"/>
                </a:lnTo>
                <a:lnTo>
                  <a:pt x="1061" y="6291"/>
                </a:lnTo>
                <a:lnTo>
                  <a:pt x="1107" y="6104"/>
                </a:lnTo>
                <a:lnTo>
                  <a:pt x="1107" y="5958"/>
                </a:lnTo>
                <a:lnTo>
                  <a:pt x="1153" y="5812"/>
                </a:lnTo>
                <a:lnTo>
                  <a:pt x="1222" y="5624"/>
                </a:lnTo>
                <a:lnTo>
                  <a:pt x="1222" y="5437"/>
                </a:lnTo>
                <a:lnTo>
                  <a:pt x="1268" y="5291"/>
                </a:lnTo>
                <a:lnTo>
                  <a:pt x="1268" y="5145"/>
                </a:lnTo>
                <a:lnTo>
                  <a:pt x="1314" y="4999"/>
                </a:lnTo>
                <a:lnTo>
                  <a:pt x="1361" y="4812"/>
                </a:lnTo>
                <a:lnTo>
                  <a:pt x="1361" y="4624"/>
                </a:lnTo>
                <a:lnTo>
                  <a:pt x="1430" y="4479"/>
                </a:lnTo>
                <a:lnTo>
                  <a:pt x="1476" y="4333"/>
                </a:lnTo>
                <a:lnTo>
                  <a:pt x="1476" y="4187"/>
                </a:lnTo>
                <a:lnTo>
                  <a:pt x="1522" y="3999"/>
                </a:lnTo>
                <a:lnTo>
                  <a:pt x="1522" y="3812"/>
                </a:lnTo>
                <a:lnTo>
                  <a:pt x="1568" y="3666"/>
                </a:lnTo>
                <a:lnTo>
                  <a:pt x="1637" y="3520"/>
                </a:lnTo>
                <a:lnTo>
                  <a:pt x="1637" y="3374"/>
                </a:lnTo>
                <a:lnTo>
                  <a:pt x="1684" y="3187"/>
                </a:lnTo>
                <a:lnTo>
                  <a:pt x="1730" y="2999"/>
                </a:lnTo>
                <a:lnTo>
                  <a:pt x="1730" y="2854"/>
                </a:lnTo>
                <a:lnTo>
                  <a:pt x="1799" y="2708"/>
                </a:lnTo>
                <a:lnTo>
                  <a:pt x="1845" y="2479"/>
                </a:lnTo>
                <a:lnTo>
                  <a:pt x="1845" y="2333"/>
                </a:lnTo>
                <a:lnTo>
                  <a:pt x="1891" y="2187"/>
                </a:lnTo>
                <a:lnTo>
                  <a:pt x="1891" y="2041"/>
                </a:lnTo>
                <a:lnTo>
                  <a:pt x="1937" y="1895"/>
                </a:lnTo>
                <a:lnTo>
                  <a:pt x="2007" y="1666"/>
                </a:lnTo>
                <a:lnTo>
                  <a:pt x="2007" y="1520"/>
                </a:lnTo>
                <a:lnTo>
                  <a:pt x="2053" y="1374"/>
                </a:lnTo>
                <a:lnTo>
                  <a:pt x="2053" y="1229"/>
                </a:lnTo>
                <a:lnTo>
                  <a:pt x="2099" y="1083"/>
                </a:lnTo>
                <a:lnTo>
                  <a:pt x="2168" y="854"/>
                </a:lnTo>
                <a:lnTo>
                  <a:pt x="2168" y="708"/>
                </a:lnTo>
                <a:lnTo>
                  <a:pt x="2214" y="562"/>
                </a:lnTo>
                <a:lnTo>
                  <a:pt x="2214" y="416"/>
                </a:lnTo>
                <a:lnTo>
                  <a:pt x="2260" y="270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1833632" y="3422581"/>
            <a:ext cx="2329" cy="11478"/>
          </a:xfrm>
          <a:custGeom>
            <a:avLst/>
            <a:gdLst/>
            <a:ahLst/>
            <a:cxnLst/>
            <a:rect l="l" t="t" r="r" b="b"/>
            <a:pathLst>
              <a:path w="2329" h="11478">
                <a:moveTo>
                  <a:pt x="0" y="11478"/>
                </a:moveTo>
                <a:lnTo>
                  <a:pt x="69" y="11333"/>
                </a:lnTo>
                <a:lnTo>
                  <a:pt x="69" y="11187"/>
                </a:lnTo>
                <a:lnTo>
                  <a:pt x="115" y="11041"/>
                </a:lnTo>
                <a:lnTo>
                  <a:pt x="115" y="10895"/>
                </a:lnTo>
                <a:lnTo>
                  <a:pt x="161" y="10749"/>
                </a:lnTo>
                <a:lnTo>
                  <a:pt x="161" y="10603"/>
                </a:lnTo>
                <a:lnTo>
                  <a:pt x="207" y="10416"/>
                </a:lnTo>
                <a:lnTo>
                  <a:pt x="276" y="10270"/>
                </a:lnTo>
                <a:lnTo>
                  <a:pt x="276" y="10124"/>
                </a:lnTo>
                <a:lnTo>
                  <a:pt x="322" y="9937"/>
                </a:lnTo>
                <a:lnTo>
                  <a:pt x="322" y="9791"/>
                </a:lnTo>
                <a:lnTo>
                  <a:pt x="369" y="9604"/>
                </a:lnTo>
                <a:lnTo>
                  <a:pt x="438" y="9458"/>
                </a:lnTo>
                <a:lnTo>
                  <a:pt x="438" y="9312"/>
                </a:lnTo>
                <a:lnTo>
                  <a:pt x="484" y="9124"/>
                </a:lnTo>
                <a:lnTo>
                  <a:pt x="484" y="8979"/>
                </a:lnTo>
                <a:lnTo>
                  <a:pt x="530" y="8749"/>
                </a:lnTo>
                <a:lnTo>
                  <a:pt x="576" y="8604"/>
                </a:lnTo>
                <a:lnTo>
                  <a:pt x="576" y="8458"/>
                </a:lnTo>
                <a:lnTo>
                  <a:pt x="645" y="8312"/>
                </a:lnTo>
                <a:lnTo>
                  <a:pt x="692" y="8166"/>
                </a:lnTo>
                <a:lnTo>
                  <a:pt x="692" y="7937"/>
                </a:lnTo>
                <a:lnTo>
                  <a:pt x="738" y="7791"/>
                </a:lnTo>
                <a:lnTo>
                  <a:pt x="784" y="7645"/>
                </a:lnTo>
                <a:lnTo>
                  <a:pt x="784" y="7499"/>
                </a:lnTo>
                <a:lnTo>
                  <a:pt x="853" y="7354"/>
                </a:lnTo>
                <a:lnTo>
                  <a:pt x="899" y="7124"/>
                </a:lnTo>
                <a:lnTo>
                  <a:pt x="899" y="6979"/>
                </a:lnTo>
                <a:lnTo>
                  <a:pt x="945" y="6833"/>
                </a:lnTo>
                <a:lnTo>
                  <a:pt x="945" y="6687"/>
                </a:lnTo>
                <a:lnTo>
                  <a:pt x="1015" y="6541"/>
                </a:lnTo>
                <a:lnTo>
                  <a:pt x="1061" y="6354"/>
                </a:lnTo>
                <a:lnTo>
                  <a:pt x="1061" y="6208"/>
                </a:lnTo>
                <a:lnTo>
                  <a:pt x="1107" y="5979"/>
                </a:lnTo>
                <a:lnTo>
                  <a:pt x="1153" y="5833"/>
                </a:lnTo>
                <a:lnTo>
                  <a:pt x="1153" y="5687"/>
                </a:lnTo>
                <a:lnTo>
                  <a:pt x="1222" y="5541"/>
                </a:lnTo>
                <a:lnTo>
                  <a:pt x="1222" y="5395"/>
                </a:lnTo>
                <a:lnTo>
                  <a:pt x="1268" y="5166"/>
                </a:lnTo>
                <a:lnTo>
                  <a:pt x="1314" y="5020"/>
                </a:lnTo>
                <a:lnTo>
                  <a:pt x="1314" y="4874"/>
                </a:lnTo>
                <a:lnTo>
                  <a:pt x="1384" y="4729"/>
                </a:lnTo>
                <a:lnTo>
                  <a:pt x="1384" y="4583"/>
                </a:lnTo>
                <a:lnTo>
                  <a:pt x="1430" y="4395"/>
                </a:lnTo>
                <a:lnTo>
                  <a:pt x="1476" y="4249"/>
                </a:lnTo>
                <a:lnTo>
                  <a:pt x="1476" y="4062"/>
                </a:lnTo>
                <a:lnTo>
                  <a:pt x="1522" y="3916"/>
                </a:lnTo>
                <a:lnTo>
                  <a:pt x="1522" y="3770"/>
                </a:lnTo>
                <a:lnTo>
                  <a:pt x="1591" y="3583"/>
                </a:lnTo>
                <a:lnTo>
                  <a:pt x="1637" y="3437"/>
                </a:lnTo>
                <a:lnTo>
                  <a:pt x="1637" y="3208"/>
                </a:lnTo>
                <a:lnTo>
                  <a:pt x="1684" y="3062"/>
                </a:lnTo>
                <a:lnTo>
                  <a:pt x="1730" y="2916"/>
                </a:lnTo>
                <a:lnTo>
                  <a:pt x="1730" y="2770"/>
                </a:lnTo>
                <a:lnTo>
                  <a:pt x="1799" y="2624"/>
                </a:lnTo>
                <a:lnTo>
                  <a:pt x="1845" y="2437"/>
                </a:lnTo>
                <a:lnTo>
                  <a:pt x="1845" y="2291"/>
                </a:lnTo>
                <a:lnTo>
                  <a:pt x="1891" y="2104"/>
                </a:lnTo>
                <a:lnTo>
                  <a:pt x="1891" y="1958"/>
                </a:lnTo>
                <a:lnTo>
                  <a:pt x="1960" y="1812"/>
                </a:lnTo>
                <a:lnTo>
                  <a:pt x="2007" y="1624"/>
                </a:lnTo>
                <a:lnTo>
                  <a:pt x="2007" y="1479"/>
                </a:lnTo>
                <a:lnTo>
                  <a:pt x="2053" y="1333"/>
                </a:lnTo>
                <a:lnTo>
                  <a:pt x="2053" y="1145"/>
                </a:lnTo>
                <a:lnTo>
                  <a:pt x="2099" y="958"/>
                </a:lnTo>
                <a:lnTo>
                  <a:pt x="2168" y="812"/>
                </a:lnTo>
                <a:lnTo>
                  <a:pt x="2168" y="666"/>
                </a:lnTo>
                <a:lnTo>
                  <a:pt x="2214" y="520"/>
                </a:lnTo>
                <a:lnTo>
                  <a:pt x="2214" y="333"/>
                </a:lnTo>
                <a:lnTo>
                  <a:pt x="2260" y="187"/>
                </a:lnTo>
                <a:lnTo>
                  <a:pt x="2329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1835962" y="3411207"/>
            <a:ext cx="2306" cy="11374"/>
          </a:xfrm>
          <a:custGeom>
            <a:avLst/>
            <a:gdLst/>
            <a:ahLst/>
            <a:cxnLst/>
            <a:rect l="l" t="t" r="r" b="b"/>
            <a:pathLst>
              <a:path w="2306" h="11374">
                <a:moveTo>
                  <a:pt x="0" y="11374"/>
                </a:moveTo>
                <a:lnTo>
                  <a:pt x="0" y="11187"/>
                </a:lnTo>
                <a:lnTo>
                  <a:pt x="46" y="11041"/>
                </a:lnTo>
                <a:lnTo>
                  <a:pt x="92" y="10895"/>
                </a:lnTo>
                <a:lnTo>
                  <a:pt x="92" y="10749"/>
                </a:lnTo>
                <a:lnTo>
                  <a:pt x="138" y="10562"/>
                </a:lnTo>
                <a:lnTo>
                  <a:pt x="207" y="10416"/>
                </a:lnTo>
                <a:lnTo>
                  <a:pt x="207" y="10229"/>
                </a:lnTo>
                <a:lnTo>
                  <a:pt x="253" y="10041"/>
                </a:lnTo>
                <a:lnTo>
                  <a:pt x="299" y="9895"/>
                </a:lnTo>
                <a:lnTo>
                  <a:pt x="299" y="9749"/>
                </a:lnTo>
                <a:lnTo>
                  <a:pt x="346" y="9604"/>
                </a:lnTo>
                <a:lnTo>
                  <a:pt x="346" y="9416"/>
                </a:lnTo>
                <a:lnTo>
                  <a:pt x="415" y="9270"/>
                </a:lnTo>
                <a:lnTo>
                  <a:pt x="415" y="9124"/>
                </a:lnTo>
                <a:lnTo>
                  <a:pt x="461" y="8895"/>
                </a:lnTo>
                <a:lnTo>
                  <a:pt x="507" y="8749"/>
                </a:lnTo>
                <a:lnTo>
                  <a:pt x="507" y="8604"/>
                </a:lnTo>
                <a:lnTo>
                  <a:pt x="576" y="8458"/>
                </a:lnTo>
                <a:lnTo>
                  <a:pt x="576" y="8312"/>
                </a:lnTo>
                <a:lnTo>
                  <a:pt x="622" y="8124"/>
                </a:lnTo>
                <a:lnTo>
                  <a:pt x="669" y="7979"/>
                </a:lnTo>
                <a:lnTo>
                  <a:pt x="715" y="7749"/>
                </a:lnTo>
                <a:lnTo>
                  <a:pt x="715" y="7604"/>
                </a:lnTo>
                <a:lnTo>
                  <a:pt x="784" y="7458"/>
                </a:lnTo>
                <a:lnTo>
                  <a:pt x="784" y="7312"/>
                </a:lnTo>
                <a:lnTo>
                  <a:pt x="830" y="7166"/>
                </a:lnTo>
                <a:lnTo>
                  <a:pt x="876" y="6979"/>
                </a:lnTo>
                <a:lnTo>
                  <a:pt x="876" y="6833"/>
                </a:lnTo>
                <a:lnTo>
                  <a:pt x="922" y="6604"/>
                </a:lnTo>
                <a:lnTo>
                  <a:pt x="991" y="6458"/>
                </a:lnTo>
                <a:lnTo>
                  <a:pt x="991" y="6312"/>
                </a:lnTo>
                <a:lnTo>
                  <a:pt x="1038" y="6166"/>
                </a:lnTo>
                <a:lnTo>
                  <a:pt x="1038" y="6020"/>
                </a:lnTo>
                <a:lnTo>
                  <a:pt x="1084" y="5833"/>
                </a:lnTo>
                <a:lnTo>
                  <a:pt x="1153" y="5687"/>
                </a:lnTo>
                <a:lnTo>
                  <a:pt x="1153" y="5541"/>
                </a:lnTo>
                <a:lnTo>
                  <a:pt x="1199" y="5354"/>
                </a:lnTo>
                <a:lnTo>
                  <a:pt x="1245" y="5166"/>
                </a:lnTo>
                <a:lnTo>
                  <a:pt x="1245" y="5020"/>
                </a:lnTo>
                <a:lnTo>
                  <a:pt x="1291" y="4874"/>
                </a:lnTo>
                <a:lnTo>
                  <a:pt x="1291" y="4729"/>
                </a:lnTo>
                <a:lnTo>
                  <a:pt x="1361" y="4541"/>
                </a:lnTo>
                <a:lnTo>
                  <a:pt x="1407" y="4395"/>
                </a:lnTo>
                <a:lnTo>
                  <a:pt x="1407" y="4208"/>
                </a:lnTo>
                <a:lnTo>
                  <a:pt x="1453" y="4020"/>
                </a:lnTo>
                <a:lnTo>
                  <a:pt x="1522" y="3874"/>
                </a:lnTo>
                <a:lnTo>
                  <a:pt x="1522" y="3687"/>
                </a:lnTo>
                <a:lnTo>
                  <a:pt x="1568" y="3541"/>
                </a:lnTo>
                <a:lnTo>
                  <a:pt x="1568" y="3395"/>
                </a:lnTo>
                <a:lnTo>
                  <a:pt x="1614" y="3249"/>
                </a:lnTo>
                <a:lnTo>
                  <a:pt x="1660" y="3062"/>
                </a:lnTo>
                <a:lnTo>
                  <a:pt x="1660" y="2916"/>
                </a:lnTo>
                <a:lnTo>
                  <a:pt x="1730" y="2770"/>
                </a:lnTo>
                <a:lnTo>
                  <a:pt x="1776" y="2541"/>
                </a:lnTo>
                <a:lnTo>
                  <a:pt x="1776" y="2395"/>
                </a:lnTo>
                <a:lnTo>
                  <a:pt x="1822" y="2249"/>
                </a:lnTo>
                <a:lnTo>
                  <a:pt x="1822" y="2104"/>
                </a:lnTo>
                <a:lnTo>
                  <a:pt x="1868" y="1958"/>
                </a:lnTo>
                <a:lnTo>
                  <a:pt x="1937" y="1770"/>
                </a:lnTo>
                <a:lnTo>
                  <a:pt x="1937" y="1624"/>
                </a:lnTo>
                <a:lnTo>
                  <a:pt x="1983" y="1437"/>
                </a:lnTo>
                <a:lnTo>
                  <a:pt x="2030" y="1291"/>
                </a:lnTo>
                <a:lnTo>
                  <a:pt x="2030" y="1145"/>
                </a:lnTo>
                <a:lnTo>
                  <a:pt x="2099" y="958"/>
                </a:lnTo>
                <a:lnTo>
                  <a:pt x="2099" y="770"/>
                </a:lnTo>
                <a:lnTo>
                  <a:pt x="2145" y="624"/>
                </a:lnTo>
                <a:lnTo>
                  <a:pt x="2191" y="479"/>
                </a:lnTo>
                <a:lnTo>
                  <a:pt x="2191" y="291"/>
                </a:lnTo>
                <a:lnTo>
                  <a:pt x="2237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1838269" y="3399936"/>
            <a:ext cx="2260" cy="11270"/>
          </a:xfrm>
          <a:custGeom>
            <a:avLst/>
            <a:gdLst/>
            <a:ahLst/>
            <a:cxnLst/>
            <a:rect l="l" t="t" r="r" b="b"/>
            <a:pathLst>
              <a:path w="2260" h="11270">
                <a:moveTo>
                  <a:pt x="0" y="11270"/>
                </a:moveTo>
                <a:lnTo>
                  <a:pt x="0" y="11083"/>
                </a:lnTo>
                <a:lnTo>
                  <a:pt x="46" y="10937"/>
                </a:lnTo>
                <a:lnTo>
                  <a:pt x="92" y="10749"/>
                </a:lnTo>
                <a:lnTo>
                  <a:pt x="92" y="10562"/>
                </a:lnTo>
                <a:lnTo>
                  <a:pt x="138" y="10416"/>
                </a:lnTo>
                <a:lnTo>
                  <a:pt x="207" y="10229"/>
                </a:lnTo>
                <a:lnTo>
                  <a:pt x="207" y="10083"/>
                </a:lnTo>
                <a:lnTo>
                  <a:pt x="253" y="9937"/>
                </a:lnTo>
                <a:lnTo>
                  <a:pt x="253" y="9791"/>
                </a:lnTo>
                <a:lnTo>
                  <a:pt x="299" y="9645"/>
                </a:lnTo>
                <a:lnTo>
                  <a:pt x="369" y="9458"/>
                </a:lnTo>
                <a:lnTo>
                  <a:pt x="369" y="9312"/>
                </a:lnTo>
                <a:lnTo>
                  <a:pt x="415" y="9124"/>
                </a:lnTo>
                <a:lnTo>
                  <a:pt x="415" y="8979"/>
                </a:lnTo>
                <a:lnTo>
                  <a:pt x="461" y="8833"/>
                </a:lnTo>
                <a:lnTo>
                  <a:pt x="507" y="8645"/>
                </a:lnTo>
                <a:lnTo>
                  <a:pt x="507" y="8458"/>
                </a:lnTo>
                <a:lnTo>
                  <a:pt x="576" y="8312"/>
                </a:lnTo>
                <a:lnTo>
                  <a:pt x="622" y="8124"/>
                </a:lnTo>
                <a:lnTo>
                  <a:pt x="622" y="7979"/>
                </a:lnTo>
                <a:lnTo>
                  <a:pt x="669" y="7833"/>
                </a:lnTo>
                <a:lnTo>
                  <a:pt x="669" y="7687"/>
                </a:lnTo>
                <a:lnTo>
                  <a:pt x="738" y="7499"/>
                </a:lnTo>
                <a:lnTo>
                  <a:pt x="784" y="7354"/>
                </a:lnTo>
                <a:lnTo>
                  <a:pt x="784" y="7166"/>
                </a:lnTo>
                <a:lnTo>
                  <a:pt x="830" y="7020"/>
                </a:lnTo>
                <a:lnTo>
                  <a:pt x="876" y="6874"/>
                </a:lnTo>
                <a:lnTo>
                  <a:pt x="876" y="6645"/>
                </a:lnTo>
                <a:lnTo>
                  <a:pt x="945" y="6499"/>
                </a:lnTo>
                <a:lnTo>
                  <a:pt x="991" y="6312"/>
                </a:lnTo>
                <a:lnTo>
                  <a:pt x="991" y="6166"/>
                </a:lnTo>
                <a:lnTo>
                  <a:pt x="1038" y="6020"/>
                </a:lnTo>
                <a:lnTo>
                  <a:pt x="1038" y="5874"/>
                </a:lnTo>
                <a:lnTo>
                  <a:pt x="1084" y="5729"/>
                </a:lnTo>
                <a:lnTo>
                  <a:pt x="1153" y="5541"/>
                </a:lnTo>
                <a:lnTo>
                  <a:pt x="1153" y="5395"/>
                </a:lnTo>
                <a:lnTo>
                  <a:pt x="1199" y="5249"/>
                </a:lnTo>
                <a:lnTo>
                  <a:pt x="1245" y="5062"/>
                </a:lnTo>
                <a:lnTo>
                  <a:pt x="1245" y="4916"/>
                </a:lnTo>
                <a:lnTo>
                  <a:pt x="1314" y="4729"/>
                </a:lnTo>
                <a:lnTo>
                  <a:pt x="1361" y="4583"/>
                </a:lnTo>
                <a:lnTo>
                  <a:pt x="1361" y="4395"/>
                </a:lnTo>
                <a:lnTo>
                  <a:pt x="1407" y="4208"/>
                </a:lnTo>
                <a:lnTo>
                  <a:pt x="1453" y="4062"/>
                </a:lnTo>
                <a:lnTo>
                  <a:pt x="1453" y="3874"/>
                </a:lnTo>
                <a:lnTo>
                  <a:pt x="1522" y="3729"/>
                </a:lnTo>
                <a:lnTo>
                  <a:pt x="1522" y="3583"/>
                </a:lnTo>
                <a:lnTo>
                  <a:pt x="1568" y="3437"/>
                </a:lnTo>
                <a:lnTo>
                  <a:pt x="1614" y="3249"/>
                </a:lnTo>
                <a:lnTo>
                  <a:pt x="1614" y="3104"/>
                </a:lnTo>
                <a:lnTo>
                  <a:pt x="1684" y="2958"/>
                </a:lnTo>
                <a:lnTo>
                  <a:pt x="1730" y="2770"/>
                </a:lnTo>
                <a:lnTo>
                  <a:pt x="1730" y="2624"/>
                </a:lnTo>
                <a:lnTo>
                  <a:pt x="1776" y="2479"/>
                </a:lnTo>
                <a:lnTo>
                  <a:pt x="1776" y="2291"/>
                </a:lnTo>
                <a:lnTo>
                  <a:pt x="1822" y="2145"/>
                </a:lnTo>
                <a:lnTo>
                  <a:pt x="1891" y="1958"/>
                </a:lnTo>
                <a:lnTo>
                  <a:pt x="1891" y="1812"/>
                </a:lnTo>
                <a:lnTo>
                  <a:pt x="1937" y="1666"/>
                </a:lnTo>
                <a:lnTo>
                  <a:pt x="1983" y="1479"/>
                </a:lnTo>
                <a:lnTo>
                  <a:pt x="1983" y="1333"/>
                </a:lnTo>
                <a:lnTo>
                  <a:pt x="2030" y="1104"/>
                </a:lnTo>
                <a:lnTo>
                  <a:pt x="2099" y="958"/>
                </a:lnTo>
                <a:lnTo>
                  <a:pt x="2099" y="770"/>
                </a:lnTo>
                <a:lnTo>
                  <a:pt x="2145" y="624"/>
                </a:lnTo>
                <a:lnTo>
                  <a:pt x="2191" y="437"/>
                </a:lnTo>
                <a:lnTo>
                  <a:pt x="2191" y="291"/>
                </a:lnTo>
                <a:lnTo>
                  <a:pt x="2260" y="145"/>
                </a:lnTo>
                <a:lnTo>
                  <a:pt x="2260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1840530" y="3388811"/>
            <a:ext cx="2306" cy="11124"/>
          </a:xfrm>
          <a:custGeom>
            <a:avLst/>
            <a:gdLst/>
            <a:ahLst/>
            <a:cxnLst/>
            <a:rect l="l" t="t" r="r" b="b"/>
            <a:pathLst>
              <a:path w="2306" h="11124">
                <a:moveTo>
                  <a:pt x="0" y="11124"/>
                </a:moveTo>
                <a:lnTo>
                  <a:pt x="46" y="10937"/>
                </a:lnTo>
                <a:lnTo>
                  <a:pt x="92" y="10791"/>
                </a:lnTo>
                <a:lnTo>
                  <a:pt x="92" y="10645"/>
                </a:lnTo>
                <a:lnTo>
                  <a:pt x="138" y="10499"/>
                </a:lnTo>
                <a:lnTo>
                  <a:pt x="138" y="10312"/>
                </a:lnTo>
                <a:lnTo>
                  <a:pt x="207" y="10166"/>
                </a:lnTo>
                <a:lnTo>
                  <a:pt x="253" y="10020"/>
                </a:lnTo>
                <a:lnTo>
                  <a:pt x="253" y="9833"/>
                </a:lnTo>
                <a:lnTo>
                  <a:pt x="299" y="9687"/>
                </a:lnTo>
                <a:lnTo>
                  <a:pt x="346" y="9499"/>
                </a:lnTo>
                <a:lnTo>
                  <a:pt x="346" y="9354"/>
                </a:lnTo>
                <a:lnTo>
                  <a:pt x="415" y="9208"/>
                </a:lnTo>
                <a:lnTo>
                  <a:pt x="415" y="9020"/>
                </a:lnTo>
                <a:lnTo>
                  <a:pt x="461" y="8874"/>
                </a:lnTo>
                <a:lnTo>
                  <a:pt x="507" y="8687"/>
                </a:lnTo>
                <a:lnTo>
                  <a:pt x="507" y="8541"/>
                </a:lnTo>
                <a:lnTo>
                  <a:pt x="576" y="8354"/>
                </a:lnTo>
                <a:lnTo>
                  <a:pt x="622" y="8208"/>
                </a:lnTo>
                <a:lnTo>
                  <a:pt x="622" y="8062"/>
                </a:lnTo>
                <a:lnTo>
                  <a:pt x="669" y="7874"/>
                </a:lnTo>
                <a:lnTo>
                  <a:pt x="715" y="7729"/>
                </a:lnTo>
                <a:lnTo>
                  <a:pt x="715" y="7541"/>
                </a:lnTo>
                <a:lnTo>
                  <a:pt x="784" y="7395"/>
                </a:lnTo>
                <a:lnTo>
                  <a:pt x="830" y="7249"/>
                </a:lnTo>
                <a:lnTo>
                  <a:pt x="830" y="7062"/>
                </a:lnTo>
                <a:lnTo>
                  <a:pt x="876" y="6916"/>
                </a:lnTo>
                <a:lnTo>
                  <a:pt x="945" y="6729"/>
                </a:lnTo>
                <a:lnTo>
                  <a:pt x="945" y="6583"/>
                </a:lnTo>
                <a:lnTo>
                  <a:pt x="991" y="6437"/>
                </a:lnTo>
                <a:lnTo>
                  <a:pt x="991" y="6249"/>
                </a:lnTo>
                <a:lnTo>
                  <a:pt x="1038" y="6104"/>
                </a:lnTo>
                <a:lnTo>
                  <a:pt x="1084" y="5916"/>
                </a:lnTo>
                <a:lnTo>
                  <a:pt x="1084" y="5770"/>
                </a:lnTo>
                <a:lnTo>
                  <a:pt x="1153" y="5624"/>
                </a:lnTo>
                <a:lnTo>
                  <a:pt x="1199" y="5437"/>
                </a:lnTo>
                <a:lnTo>
                  <a:pt x="1199" y="5291"/>
                </a:lnTo>
                <a:lnTo>
                  <a:pt x="1245" y="5104"/>
                </a:lnTo>
                <a:lnTo>
                  <a:pt x="1291" y="4958"/>
                </a:lnTo>
                <a:lnTo>
                  <a:pt x="1291" y="4770"/>
                </a:lnTo>
                <a:lnTo>
                  <a:pt x="1361" y="4624"/>
                </a:lnTo>
                <a:lnTo>
                  <a:pt x="1361" y="4479"/>
                </a:lnTo>
                <a:lnTo>
                  <a:pt x="1407" y="4291"/>
                </a:lnTo>
                <a:lnTo>
                  <a:pt x="1453" y="4145"/>
                </a:lnTo>
                <a:lnTo>
                  <a:pt x="1522" y="3916"/>
                </a:lnTo>
                <a:lnTo>
                  <a:pt x="1522" y="3770"/>
                </a:lnTo>
                <a:lnTo>
                  <a:pt x="1568" y="3583"/>
                </a:lnTo>
                <a:lnTo>
                  <a:pt x="1568" y="3437"/>
                </a:lnTo>
                <a:lnTo>
                  <a:pt x="1614" y="3249"/>
                </a:lnTo>
                <a:lnTo>
                  <a:pt x="1660" y="3104"/>
                </a:lnTo>
                <a:lnTo>
                  <a:pt x="1660" y="2916"/>
                </a:lnTo>
                <a:lnTo>
                  <a:pt x="1730" y="2770"/>
                </a:lnTo>
                <a:lnTo>
                  <a:pt x="1776" y="2583"/>
                </a:lnTo>
                <a:lnTo>
                  <a:pt x="1776" y="2437"/>
                </a:lnTo>
                <a:lnTo>
                  <a:pt x="1822" y="2249"/>
                </a:lnTo>
                <a:lnTo>
                  <a:pt x="1891" y="2104"/>
                </a:lnTo>
                <a:lnTo>
                  <a:pt x="1891" y="1916"/>
                </a:lnTo>
                <a:lnTo>
                  <a:pt x="1937" y="1770"/>
                </a:lnTo>
                <a:lnTo>
                  <a:pt x="1983" y="1583"/>
                </a:lnTo>
                <a:lnTo>
                  <a:pt x="1983" y="1437"/>
                </a:lnTo>
                <a:lnTo>
                  <a:pt x="2030" y="1249"/>
                </a:lnTo>
                <a:lnTo>
                  <a:pt x="2099" y="1104"/>
                </a:lnTo>
                <a:lnTo>
                  <a:pt x="2099" y="895"/>
                </a:lnTo>
                <a:lnTo>
                  <a:pt x="2145" y="708"/>
                </a:lnTo>
                <a:lnTo>
                  <a:pt x="2191" y="562"/>
                </a:lnTo>
                <a:lnTo>
                  <a:pt x="2237" y="374"/>
                </a:lnTo>
                <a:lnTo>
                  <a:pt x="2237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1842837" y="3377770"/>
            <a:ext cx="2306" cy="11041"/>
          </a:xfrm>
          <a:custGeom>
            <a:avLst/>
            <a:gdLst/>
            <a:ahLst/>
            <a:cxnLst/>
            <a:rect l="l" t="t" r="r" b="b"/>
            <a:pathLst>
              <a:path w="2306" h="11041">
                <a:moveTo>
                  <a:pt x="0" y="11041"/>
                </a:moveTo>
                <a:lnTo>
                  <a:pt x="46" y="10895"/>
                </a:lnTo>
                <a:lnTo>
                  <a:pt x="46" y="10749"/>
                </a:lnTo>
                <a:lnTo>
                  <a:pt x="92" y="10603"/>
                </a:lnTo>
                <a:lnTo>
                  <a:pt x="92" y="10458"/>
                </a:lnTo>
                <a:lnTo>
                  <a:pt x="161" y="10270"/>
                </a:lnTo>
                <a:lnTo>
                  <a:pt x="207" y="10124"/>
                </a:lnTo>
                <a:lnTo>
                  <a:pt x="207" y="9937"/>
                </a:lnTo>
                <a:lnTo>
                  <a:pt x="253" y="9791"/>
                </a:lnTo>
                <a:lnTo>
                  <a:pt x="299" y="9604"/>
                </a:lnTo>
                <a:lnTo>
                  <a:pt x="299" y="9458"/>
                </a:lnTo>
                <a:lnTo>
                  <a:pt x="369" y="9270"/>
                </a:lnTo>
                <a:lnTo>
                  <a:pt x="415" y="9124"/>
                </a:lnTo>
                <a:lnTo>
                  <a:pt x="415" y="8937"/>
                </a:lnTo>
                <a:lnTo>
                  <a:pt x="461" y="8791"/>
                </a:lnTo>
                <a:lnTo>
                  <a:pt x="507" y="8604"/>
                </a:lnTo>
                <a:lnTo>
                  <a:pt x="507" y="8458"/>
                </a:lnTo>
                <a:lnTo>
                  <a:pt x="576" y="8312"/>
                </a:lnTo>
                <a:lnTo>
                  <a:pt x="576" y="8166"/>
                </a:lnTo>
                <a:lnTo>
                  <a:pt x="622" y="8020"/>
                </a:lnTo>
                <a:lnTo>
                  <a:pt x="669" y="7833"/>
                </a:lnTo>
                <a:lnTo>
                  <a:pt x="669" y="7687"/>
                </a:lnTo>
                <a:lnTo>
                  <a:pt x="738" y="7541"/>
                </a:lnTo>
                <a:lnTo>
                  <a:pt x="784" y="7354"/>
                </a:lnTo>
                <a:lnTo>
                  <a:pt x="784" y="7208"/>
                </a:lnTo>
                <a:lnTo>
                  <a:pt x="830" y="7020"/>
                </a:lnTo>
                <a:lnTo>
                  <a:pt x="830" y="6874"/>
                </a:lnTo>
                <a:lnTo>
                  <a:pt x="876" y="6729"/>
                </a:lnTo>
                <a:lnTo>
                  <a:pt x="945" y="6499"/>
                </a:lnTo>
                <a:lnTo>
                  <a:pt x="991" y="6354"/>
                </a:lnTo>
                <a:lnTo>
                  <a:pt x="991" y="6166"/>
                </a:lnTo>
                <a:lnTo>
                  <a:pt x="1038" y="6020"/>
                </a:lnTo>
                <a:lnTo>
                  <a:pt x="1107" y="5833"/>
                </a:lnTo>
                <a:lnTo>
                  <a:pt x="1107" y="5687"/>
                </a:lnTo>
                <a:lnTo>
                  <a:pt x="1153" y="5499"/>
                </a:lnTo>
                <a:lnTo>
                  <a:pt x="1199" y="5354"/>
                </a:lnTo>
                <a:lnTo>
                  <a:pt x="1199" y="5208"/>
                </a:lnTo>
                <a:lnTo>
                  <a:pt x="1245" y="5062"/>
                </a:lnTo>
                <a:lnTo>
                  <a:pt x="1245" y="4916"/>
                </a:lnTo>
                <a:lnTo>
                  <a:pt x="1314" y="4770"/>
                </a:lnTo>
                <a:lnTo>
                  <a:pt x="1361" y="4583"/>
                </a:lnTo>
                <a:lnTo>
                  <a:pt x="1361" y="4437"/>
                </a:lnTo>
                <a:lnTo>
                  <a:pt x="1407" y="4249"/>
                </a:lnTo>
                <a:lnTo>
                  <a:pt x="1453" y="4062"/>
                </a:lnTo>
                <a:lnTo>
                  <a:pt x="1453" y="3916"/>
                </a:lnTo>
                <a:lnTo>
                  <a:pt x="1522" y="3729"/>
                </a:lnTo>
                <a:lnTo>
                  <a:pt x="1568" y="3583"/>
                </a:lnTo>
                <a:lnTo>
                  <a:pt x="1568" y="3395"/>
                </a:lnTo>
                <a:lnTo>
                  <a:pt x="1614" y="3249"/>
                </a:lnTo>
                <a:lnTo>
                  <a:pt x="1684" y="3104"/>
                </a:lnTo>
                <a:lnTo>
                  <a:pt x="1684" y="2958"/>
                </a:lnTo>
                <a:lnTo>
                  <a:pt x="1730" y="2812"/>
                </a:lnTo>
                <a:lnTo>
                  <a:pt x="1730" y="2624"/>
                </a:lnTo>
                <a:lnTo>
                  <a:pt x="1776" y="2479"/>
                </a:lnTo>
                <a:lnTo>
                  <a:pt x="1822" y="2291"/>
                </a:lnTo>
                <a:lnTo>
                  <a:pt x="1822" y="2145"/>
                </a:lnTo>
                <a:lnTo>
                  <a:pt x="1891" y="1958"/>
                </a:lnTo>
                <a:lnTo>
                  <a:pt x="1937" y="1812"/>
                </a:lnTo>
                <a:lnTo>
                  <a:pt x="1937" y="1666"/>
                </a:lnTo>
                <a:lnTo>
                  <a:pt x="1983" y="1479"/>
                </a:lnTo>
                <a:lnTo>
                  <a:pt x="2053" y="1333"/>
                </a:lnTo>
                <a:lnTo>
                  <a:pt x="2053" y="1187"/>
                </a:lnTo>
                <a:lnTo>
                  <a:pt x="2099" y="999"/>
                </a:lnTo>
                <a:lnTo>
                  <a:pt x="2099" y="854"/>
                </a:lnTo>
                <a:lnTo>
                  <a:pt x="2145" y="666"/>
                </a:lnTo>
                <a:lnTo>
                  <a:pt x="2191" y="520"/>
                </a:lnTo>
                <a:lnTo>
                  <a:pt x="2191" y="374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1845144" y="3366874"/>
            <a:ext cx="2306" cy="10895"/>
          </a:xfrm>
          <a:custGeom>
            <a:avLst/>
            <a:gdLst/>
            <a:ahLst/>
            <a:cxnLst/>
            <a:rect l="l" t="t" r="r" b="b"/>
            <a:pathLst>
              <a:path w="2306" h="10895">
                <a:moveTo>
                  <a:pt x="0" y="10895"/>
                </a:moveTo>
                <a:lnTo>
                  <a:pt x="46" y="10708"/>
                </a:lnTo>
                <a:lnTo>
                  <a:pt x="46" y="10562"/>
                </a:lnTo>
                <a:lnTo>
                  <a:pt x="92" y="10416"/>
                </a:lnTo>
                <a:lnTo>
                  <a:pt x="92" y="10270"/>
                </a:lnTo>
                <a:lnTo>
                  <a:pt x="161" y="10124"/>
                </a:lnTo>
                <a:lnTo>
                  <a:pt x="207" y="9937"/>
                </a:lnTo>
                <a:lnTo>
                  <a:pt x="207" y="9791"/>
                </a:lnTo>
                <a:lnTo>
                  <a:pt x="253" y="9604"/>
                </a:lnTo>
                <a:lnTo>
                  <a:pt x="322" y="9458"/>
                </a:lnTo>
                <a:lnTo>
                  <a:pt x="322" y="9312"/>
                </a:lnTo>
                <a:lnTo>
                  <a:pt x="369" y="9124"/>
                </a:lnTo>
                <a:lnTo>
                  <a:pt x="415" y="8979"/>
                </a:lnTo>
                <a:lnTo>
                  <a:pt x="415" y="8791"/>
                </a:lnTo>
                <a:lnTo>
                  <a:pt x="461" y="8645"/>
                </a:lnTo>
                <a:lnTo>
                  <a:pt x="530" y="8458"/>
                </a:lnTo>
                <a:lnTo>
                  <a:pt x="530" y="8312"/>
                </a:lnTo>
                <a:lnTo>
                  <a:pt x="576" y="8124"/>
                </a:lnTo>
                <a:lnTo>
                  <a:pt x="622" y="7979"/>
                </a:lnTo>
                <a:lnTo>
                  <a:pt x="622" y="7833"/>
                </a:lnTo>
                <a:lnTo>
                  <a:pt x="669" y="7687"/>
                </a:lnTo>
                <a:lnTo>
                  <a:pt x="738" y="7499"/>
                </a:lnTo>
                <a:lnTo>
                  <a:pt x="738" y="7354"/>
                </a:lnTo>
                <a:lnTo>
                  <a:pt x="784" y="7166"/>
                </a:lnTo>
                <a:lnTo>
                  <a:pt x="830" y="6979"/>
                </a:lnTo>
                <a:lnTo>
                  <a:pt x="830" y="6833"/>
                </a:lnTo>
                <a:lnTo>
                  <a:pt x="899" y="6687"/>
                </a:lnTo>
                <a:lnTo>
                  <a:pt x="899" y="6541"/>
                </a:lnTo>
                <a:lnTo>
                  <a:pt x="945" y="6354"/>
                </a:lnTo>
                <a:lnTo>
                  <a:pt x="991" y="6208"/>
                </a:lnTo>
                <a:lnTo>
                  <a:pt x="991" y="6062"/>
                </a:lnTo>
                <a:lnTo>
                  <a:pt x="1038" y="5874"/>
                </a:lnTo>
                <a:lnTo>
                  <a:pt x="1107" y="5729"/>
                </a:lnTo>
                <a:lnTo>
                  <a:pt x="1107" y="5499"/>
                </a:lnTo>
                <a:lnTo>
                  <a:pt x="1153" y="5354"/>
                </a:lnTo>
                <a:lnTo>
                  <a:pt x="1199" y="5208"/>
                </a:lnTo>
                <a:lnTo>
                  <a:pt x="1199" y="5062"/>
                </a:lnTo>
                <a:lnTo>
                  <a:pt x="1268" y="4916"/>
                </a:lnTo>
                <a:lnTo>
                  <a:pt x="1314" y="4729"/>
                </a:lnTo>
                <a:lnTo>
                  <a:pt x="1314" y="4583"/>
                </a:lnTo>
                <a:lnTo>
                  <a:pt x="1361" y="4354"/>
                </a:lnTo>
                <a:lnTo>
                  <a:pt x="1407" y="4208"/>
                </a:lnTo>
                <a:lnTo>
                  <a:pt x="1407" y="4062"/>
                </a:lnTo>
                <a:lnTo>
                  <a:pt x="1476" y="3916"/>
                </a:lnTo>
                <a:lnTo>
                  <a:pt x="1522" y="3770"/>
                </a:lnTo>
                <a:lnTo>
                  <a:pt x="1522" y="3583"/>
                </a:lnTo>
                <a:lnTo>
                  <a:pt x="1568" y="3437"/>
                </a:lnTo>
                <a:lnTo>
                  <a:pt x="1568" y="3291"/>
                </a:lnTo>
                <a:lnTo>
                  <a:pt x="1614" y="3104"/>
                </a:lnTo>
                <a:lnTo>
                  <a:pt x="1684" y="2958"/>
                </a:lnTo>
                <a:lnTo>
                  <a:pt x="1684" y="2770"/>
                </a:lnTo>
                <a:lnTo>
                  <a:pt x="1730" y="2624"/>
                </a:lnTo>
                <a:lnTo>
                  <a:pt x="1776" y="2479"/>
                </a:lnTo>
                <a:lnTo>
                  <a:pt x="1776" y="2291"/>
                </a:lnTo>
                <a:lnTo>
                  <a:pt x="1845" y="2145"/>
                </a:lnTo>
                <a:lnTo>
                  <a:pt x="1891" y="1958"/>
                </a:lnTo>
                <a:lnTo>
                  <a:pt x="1891" y="1812"/>
                </a:lnTo>
                <a:lnTo>
                  <a:pt x="1937" y="1624"/>
                </a:lnTo>
                <a:lnTo>
                  <a:pt x="1983" y="1479"/>
                </a:lnTo>
                <a:lnTo>
                  <a:pt x="1983" y="1333"/>
                </a:lnTo>
                <a:lnTo>
                  <a:pt x="2053" y="1145"/>
                </a:lnTo>
                <a:lnTo>
                  <a:pt x="2099" y="999"/>
                </a:lnTo>
                <a:lnTo>
                  <a:pt x="2099" y="812"/>
                </a:lnTo>
                <a:lnTo>
                  <a:pt x="2145" y="666"/>
                </a:lnTo>
                <a:lnTo>
                  <a:pt x="2191" y="520"/>
                </a:lnTo>
                <a:lnTo>
                  <a:pt x="2191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1847451" y="3356187"/>
            <a:ext cx="2260" cy="10687"/>
          </a:xfrm>
          <a:custGeom>
            <a:avLst/>
            <a:gdLst/>
            <a:ahLst/>
            <a:cxnLst/>
            <a:rect l="l" t="t" r="r" b="b"/>
            <a:pathLst>
              <a:path w="2260" h="10687">
                <a:moveTo>
                  <a:pt x="0" y="10687"/>
                </a:moveTo>
                <a:lnTo>
                  <a:pt x="0" y="10541"/>
                </a:lnTo>
                <a:lnTo>
                  <a:pt x="46" y="10354"/>
                </a:lnTo>
                <a:lnTo>
                  <a:pt x="115" y="10208"/>
                </a:lnTo>
                <a:lnTo>
                  <a:pt x="115" y="10062"/>
                </a:lnTo>
                <a:lnTo>
                  <a:pt x="161" y="9874"/>
                </a:lnTo>
                <a:lnTo>
                  <a:pt x="207" y="9729"/>
                </a:lnTo>
                <a:lnTo>
                  <a:pt x="207" y="9541"/>
                </a:lnTo>
                <a:lnTo>
                  <a:pt x="253" y="9395"/>
                </a:lnTo>
                <a:lnTo>
                  <a:pt x="322" y="9249"/>
                </a:lnTo>
                <a:lnTo>
                  <a:pt x="322" y="9062"/>
                </a:lnTo>
                <a:lnTo>
                  <a:pt x="369" y="8916"/>
                </a:lnTo>
                <a:lnTo>
                  <a:pt x="415" y="8729"/>
                </a:lnTo>
                <a:lnTo>
                  <a:pt x="415" y="8583"/>
                </a:lnTo>
                <a:lnTo>
                  <a:pt x="484" y="8437"/>
                </a:lnTo>
                <a:lnTo>
                  <a:pt x="530" y="8249"/>
                </a:lnTo>
                <a:lnTo>
                  <a:pt x="530" y="8104"/>
                </a:lnTo>
                <a:lnTo>
                  <a:pt x="576" y="7916"/>
                </a:lnTo>
                <a:lnTo>
                  <a:pt x="622" y="7770"/>
                </a:lnTo>
                <a:lnTo>
                  <a:pt x="622" y="7624"/>
                </a:lnTo>
                <a:lnTo>
                  <a:pt x="692" y="7437"/>
                </a:lnTo>
                <a:lnTo>
                  <a:pt x="738" y="7291"/>
                </a:lnTo>
                <a:lnTo>
                  <a:pt x="738" y="7104"/>
                </a:lnTo>
                <a:lnTo>
                  <a:pt x="784" y="6958"/>
                </a:lnTo>
                <a:lnTo>
                  <a:pt x="830" y="6812"/>
                </a:lnTo>
                <a:lnTo>
                  <a:pt x="830" y="6624"/>
                </a:lnTo>
                <a:lnTo>
                  <a:pt x="899" y="6479"/>
                </a:lnTo>
                <a:lnTo>
                  <a:pt x="945" y="6249"/>
                </a:lnTo>
                <a:lnTo>
                  <a:pt x="945" y="6104"/>
                </a:lnTo>
                <a:lnTo>
                  <a:pt x="991" y="5958"/>
                </a:lnTo>
                <a:lnTo>
                  <a:pt x="991" y="5812"/>
                </a:lnTo>
                <a:lnTo>
                  <a:pt x="1061" y="5666"/>
                </a:lnTo>
                <a:lnTo>
                  <a:pt x="1107" y="5437"/>
                </a:lnTo>
                <a:lnTo>
                  <a:pt x="1153" y="5291"/>
                </a:lnTo>
                <a:lnTo>
                  <a:pt x="1153" y="5145"/>
                </a:lnTo>
                <a:lnTo>
                  <a:pt x="1199" y="4999"/>
                </a:lnTo>
                <a:lnTo>
                  <a:pt x="1199" y="4854"/>
                </a:lnTo>
                <a:lnTo>
                  <a:pt x="1268" y="4666"/>
                </a:lnTo>
                <a:lnTo>
                  <a:pt x="1314" y="4520"/>
                </a:lnTo>
                <a:lnTo>
                  <a:pt x="1361" y="4333"/>
                </a:lnTo>
                <a:lnTo>
                  <a:pt x="1361" y="4145"/>
                </a:lnTo>
                <a:lnTo>
                  <a:pt x="1430" y="3999"/>
                </a:lnTo>
                <a:lnTo>
                  <a:pt x="1476" y="3854"/>
                </a:lnTo>
                <a:lnTo>
                  <a:pt x="1476" y="3708"/>
                </a:lnTo>
                <a:lnTo>
                  <a:pt x="1522" y="3520"/>
                </a:lnTo>
                <a:lnTo>
                  <a:pt x="1568" y="3374"/>
                </a:lnTo>
                <a:lnTo>
                  <a:pt x="1568" y="3229"/>
                </a:lnTo>
                <a:lnTo>
                  <a:pt x="1637" y="3041"/>
                </a:lnTo>
                <a:lnTo>
                  <a:pt x="1684" y="2854"/>
                </a:lnTo>
                <a:lnTo>
                  <a:pt x="1684" y="2708"/>
                </a:lnTo>
                <a:lnTo>
                  <a:pt x="1730" y="2562"/>
                </a:lnTo>
                <a:lnTo>
                  <a:pt x="1730" y="2416"/>
                </a:lnTo>
                <a:lnTo>
                  <a:pt x="1776" y="2229"/>
                </a:lnTo>
                <a:lnTo>
                  <a:pt x="1845" y="2083"/>
                </a:lnTo>
                <a:lnTo>
                  <a:pt x="1891" y="1895"/>
                </a:lnTo>
                <a:lnTo>
                  <a:pt x="1891" y="1749"/>
                </a:lnTo>
                <a:lnTo>
                  <a:pt x="1937" y="1562"/>
                </a:lnTo>
                <a:lnTo>
                  <a:pt x="2007" y="1416"/>
                </a:lnTo>
                <a:lnTo>
                  <a:pt x="2007" y="1270"/>
                </a:lnTo>
                <a:lnTo>
                  <a:pt x="2053" y="1083"/>
                </a:lnTo>
                <a:lnTo>
                  <a:pt x="2099" y="937"/>
                </a:lnTo>
                <a:lnTo>
                  <a:pt x="2099" y="708"/>
                </a:lnTo>
                <a:lnTo>
                  <a:pt x="2145" y="562"/>
                </a:lnTo>
                <a:lnTo>
                  <a:pt x="2214" y="416"/>
                </a:lnTo>
                <a:lnTo>
                  <a:pt x="2214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1849711" y="3345624"/>
            <a:ext cx="2306" cy="10562"/>
          </a:xfrm>
          <a:custGeom>
            <a:avLst/>
            <a:gdLst/>
            <a:ahLst/>
            <a:cxnLst/>
            <a:rect l="l" t="t" r="r" b="b"/>
            <a:pathLst>
              <a:path w="2306" h="10562">
                <a:moveTo>
                  <a:pt x="0" y="10562"/>
                </a:moveTo>
                <a:lnTo>
                  <a:pt x="46" y="10354"/>
                </a:lnTo>
                <a:lnTo>
                  <a:pt x="92" y="10208"/>
                </a:lnTo>
                <a:lnTo>
                  <a:pt x="161" y="10020"/>
                </a:lnTo>
                <a:lnTo>
                  <a:pt x="161" y="9874"/>
                </a:lnTo>
                <a:lnTo>
                  <a:pt x="207" y="9687"/>
                </a:lnTo>
                <a:lnTo>
                  <a:pt x="253" y="9541"/>
                </a:lnTo>
                <a:lnTo>
                  <a:pt x="253" y="9395"/>
                </a:lnTo>
                <a:lnTo>
                  <a:pt x="322" y="9208"/>
                </a:lnTo>
                <a:lnTo>
                  <a:pt x="369" y="9020"/>
                </a:lnTo>
                <a:lnTo>
                  <a:pt x="369" y="8874"/>
                </a:lnTo>
                <a:lnTo>
                  <a:pt x="415" y="8729"/>
                </a:lnTo>
                <a:lnTo>
                  <a:pt x="461" y="8541"/>
                </a:lnTo>
                <a:lnTo>
                  <a:pt x="461" y="8395"/>
                </a:lnTo>
                <a:lnTo>
                  <a:pt x="530" y="8249"/>
                </a:lnTo>
                <a:lnTo>
                  <a:pt x="576" y="8062"/>
                </a:lnTo>
                <a:lnTo>
                  <a:pt x="576" y="7916"/>
                </a:lnTo>
                <a:lnTo>
                  <a:pt x="622" y="7729"/>
                </a:lnTo>
                <a:lnTo>
                  <a:pt x="692" y="7583"/>
                </a:lnTo>
                <a:lnTo>
                  <a:pt x="692" y="7437"/>
                </a:lnTo>
                <a:lnTo>
                  <a:pt x="738" y="7249"/>
                </a:lnTo>
                <a:lnTo>
                  <a:pt x="784" y="7104"/>
                </a:lnTo>
                <a:lnTo>
                  <a:pt x="784" y="6916"/>
                </a:lnTo>
                <a:lnTo>
                  <a:pt x="830" y="6770"/>
                </a:lnTo>
                <a:lnTo>
                  <a:pt x="899" y="6624"/>
                </a:lnTo>
                <a:lnTo>
                  <a:pt x="899" y="6437"/>
                </a:lnTo>
                <a:lnTo>
                  <a:pt x="945" y="6249"/>
                </a:lnTo>
                <a:lnTo>
                  <a:pt x="991" y="6104"/>
                </a:lnTo>
                <a:lnTo>
                  <a:pt x="991" y="5958"/>
                </a:lnTo>
                <a:lnTo>
                  <a:pt x="1038" y="5770"/>
                </a:lnTo>
                <a:lnTo>
                  <a:pt x="1107" y="5624"/>
                </a:lnTo>
                <a:lnTo>
                  <a:pt x="1107" y="5479"/>
                </a:lnTo>
                <a:lnTo>
                  <a:pt x="1153" y="5291"/>
                </a:lnTo>
                <a:lnTo>
                  <a:pt x="1199" y="5145"/>
                </a:lnTo>
                <a:lnTo>
                  <a:pt x="1268" y="4958"/>
                </a:lnTo>
                <a:lnTo>
                  <a:pt x="1268" y="4812"/>
                </a:lnTo>
                <a:lnTo>
                  <a:pt x="1314" y="4666"/>
                </a:lnTo>
                <a:lnTo>
                  <a:pt x="1361" y="4479"/>
                </a:lnTo>
                <a:lnTo>
                  <a:pt x="1361" y="4333"/>
                </a:lnTo>
                <a:lnTo>
                  <a:pt x="1407" y="4145"/>
                </a:lnTo>
                <a:lnTo>
                  <a:pt x="1476" y="3999"/>
                </a:lnTo>
                <a:lnTo>
                  <a:pt x="1476" y="3812"/>
                </a:lnTo>
                <a:lnTo>
                  <a:pt x="1522" y="3666"/>
                </a:lnTo>
                <a:lnTo>
                  <a:pt x="1568" y="3520"/>
                </a:lnTo>
                <a:lnTo>
                  <a:pt x="1568" y="3333"/>
                </a:lnTo>
                <a:lnTo>
                  <a:pt x="1637" y="3187"/>
                </a:lnTo>
                <a:lnTo>
                  <a:pt x="1637" y="3041"/>
                </a:lnTo>
                <a:lnTo>
                  <a:pt x="1684" y="2854"/>
                </a:lnTo>
                <a:lnTo>
                  <a:pt x="1730" y="2708"/>
                </a:lnTo>
                <a:lnTo>
                  <a:pt x="1776" y="2520"/>
                </a:lnTo>
                <a:lnTo>
                  <a:pt x="1776" y="2374"/>
                </a:lnTo>
                <a:lnTo>
                  <a:pt x="1845" y="2229"/>
                </a:lnTo>
                <a:lnTo>
                  <a:pt x="1891" y="2041"/>
                </a:lnTo>
                <a:lnTo>
                  <a:pt x="1891" y="1854"/>
                </a:lnTo>
                <a:lnTo>
                  <a:pt x="1937" y="1708"/>
                </a:lnTo>
                <a:lnTo>
                  <a:pt x="1983" y="1562"/>
                </a:lnTo>
                <a:lnTo>
                  <a:pt x="1983" y="1374"/>
                </a:lnTo>
                <a:lnTo>
                  <a:pt x="2053" y="1229"/>
                </a:lnTo>
                <a:lnTo>
                  <a:pt x="2099" y="1083"/>
                </a:lnTo>
                <a:lnTo>
                  <a:pt x="2145" y="854"/>
                </a:lnTo>
                <a:lnTo>
                  <a:pt x="2145" y="708"/>
                </a:lnTo>
                <a:lnTo>
                  <a:pt x="2214" y="562"/>
                </a:lnTo>
                <a:lnTo>
                  <a:pt x="2214" y="374"/>
                </a:lnTo>
                <a:lnTo>
                  <a:pt x="2260" y="229"/>
                </a:lnTo>
                <a:lnTo>
                  <a:pt x="2306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1852018" y="3335208"/>
            <a:ext cx="2306" cy="10416"/>
          </a:xfrm>
          <a:custGeom>
            <a:avLst/>
            <a:gdLst/>
            <a:ahLst/>
            <a:cxnLst/>
            <a:rect l="l" t="t" r="r" b="b"/>
            <a:pathLst>
              <a:path w="2306" h="10416">
                <a:moveTo>
                  <a:pt x="0" y="10416"/>
                </a:moveTo>
                <a:lnTo>
                  <a:pt x="46" y="10270"/>
                </a:lnTo>
                <a:lnTo>
                  <a:pt x="46" y="10124"/>
                </a:lnTo>
                <a:lnTo>
                  <a:pt x="115" y="9979"/>
                </a:lnTo>
                <a:lnTo>
                  <a:pt x="161" y="9833"/>
                </a:lnTo>
                <a:lnTo>
                  <a:pt x="161" y="9687"/>
                </a:lnTo>
                <a:lnTo>
                  <a:pt x="207" y="9541"/>
                </a:lnTo>
                <a:lnTo>
                  <a:pt x="253" y="9354"/>
                </a:lnTo>
                <a:lnTo>
                  <a:pt x="253" y="9208"/>
                </a:lnTo>
                <a:lnTo>
                  <a:pt x="322" y="9062"/>
                </a:lnTo>
                <a:lnTo>
                  <a:pt x="369" y="8874"/>
                </a:lnTo>
                <a:lnTo>
                  <a:pt x="369" y="8687"/>
                </a:lnTo>
                <a:lnTo>
                  <a:pt x="415" y="8541"/>
                </a:lnTo>
                <a:lnTo>
                  <a:pt x="484" y="8395"/>
                </a:lnTo>
                <a:lnTo>
                  <a:pt x="484" y="8166"/>
                </a:lnTo>
                <a:lnTo>
                  <a:pt x="530" y="8020"/>
                </a:lnTo>
                <a:lnTo>
                  <a:pt x="576" y="7874"/>
                </a:lnTo>
                <a:lnTo>
                  <a:pt x="576" y="7729"/>
                </a:lnTo>
                <a:lnTo>
                  <a:pt x="622" y="7583"/>
                </a:lnTo>
                <a:lnTo>
                  <a:pt x="692" y="7395"/>
                </a:lnTo>
                <a:lnTo>
                  <a:pt x="692" y="7249"/>
                </a:lnTo>
                <a:lnTo>
                  <a:pt x="738" y="7104"/>
                </a:lnTo>
                <a:lnTo>
                  <a:pt x="784" y="6916"/>
                </a:lnTo>
                <a:lnTo>
                  <a:pt x="784" y="6770"/>
                </a:lnTo>
                <a:lnTo>
                  <a:pt x="853" y="6541"/>
                </a:lnTo>
                <a:lnTo>
                  <a:pt x="899" y="6395"/>
                </a:lnTo>
                <a:lnTo>
                  <a:pt x="945" y="6249"/>
                </a:lnTo>
                <a:lnTo>
                  <a:pt x="945" y="6104"/>
                </a:lnTo>
                <a:lnTo>
                  <a:pt x="991" y="5958"/>
                </a:lnTo>
                <a:lnTo>
                  <a:pt x="1061" y="5770"/>
                </a:lnTo>
                <a:lnTo>
                  <a:pt x="1061" y="5624"/>
                </a:lnTo>
                <a:lnTo>
                  <a:pt x="1107" y="5437"/>
                </a:lnTo>
                <a:lnTo>
                  <a:pt x="1153" y="5291"/>
                </a:lnTo>
                <a:lnTo>
                  <a:pt x="1153" y="5145"/>
                </a:lnTo>
                <a:lnTo>
                  <a:pt x="1199" y="4916"/>
                </a:lnTo>
                <a:lnTo>
                  <a:pt x="1268" y="4770"/>
                </a:lnTo>
                <a:lnTo>
                  <a:pt x="1268" y="4624"/>
                </a:lnTo>
                <a:lnTo>
                  <a:pt x="1314" y="4479"/>
                </a:lnTo>
                <a:lnTo>
                  <a:pt x="1361" y="4333"/>
                </a:lnTo>
                <a:lnTo>
                  <a:pt x="1361" y="4145"/>
                </a:lnTo>
                <a:lnTo>
                  <a:pt x="1430" y="3999"/>
                </a:lnTo>
                <a:lnTo>
                  <a:pt x="1476" y="3770"/>
                </a:lnTo>
                <a:lnTo>
                  <a:pt x="1522" y="3624"/>
                </a:lnTo>
                <a:lnTo>
                  <a:pt x="1522" y="3479"/>
                </a:lnTo>
                <a:lnTo>
                  <a:pt x="1568" y="3333"/>
                </a:lnTo>
                <a:lnTo>
                  <a:pt x="1568" y="3187"/>
                </a:lnTo>
                <a:lnTo>
                  <a:pt x="1637" y="2999"/>
                </a:lnTo>
                <a:lnTo>
                  <a:pt x="1684" y="2854"/>
                </a:lnTo>
                <a:lnTo>
                  <a:pt x="1730" y="2708"/>
                </a:lnTo>
                <a:lnTo>
                  <a:pt x="1730" y="2520"/>
                </a:lnTo>
                <a:lnTo>
                  <a:pt x="1799" y="2374"/>
                </a:lnTo>
                <a:lnTo>
                  <a:pt x="1845" y="2187"/>
                </a:lnTo>
                <a:lnTo>
                  <a:pt x="1845" y="1999"/>
                </a:lnTo>
                <a:lnTo>
                  <a:pt x="1891" y="1854"/>
                </a:lnTo>
                <a:lnTo>
                  <a:pt x="1937" y="1708"/>
                </a:lnTo>
                <a:lnTo>
                  <a:pt x="1937" y="1562"/>
                </a:lnTo>
                <a:lnTo>
                  <a:pt x="2007" y="1374"/>
                </a:lnTo>
                <a:lnTo>
                  <a:pt x="2053" y="1229"/>
                </a:lnTo>
                <a:lnTo>
                  <a:pt x="2099" y="1041"/>
                </a:lnTo>
                <a:lnTo>
                  <a:pt x="2099" y="895"/>
                </a:lnTo>
                <a:lnTo>
                  <a:pt x="2145" y="749"/>
                </a:lnTo>
                <a:lnTo>
                  <a:pt x="2214" y="562"/>
                </a:lnTo>
                <a:lnTo>
                  <a:pt x="2214" y="416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1854325" y="3324979"/>
            <a:ext cx="2306" cy="10229"/>
          </a:xfrm>
          <a:custGeom>
            <a:avLst/>
            <a:gdLst/>
            <a:ahLst/>
            <a:cxnLst/>
            <a:rect l="l" t="t" r="r" b="b"/>
            <a:pathLst>
              <a:path w="2306" h="10229">
                <a:moveTo>
                  <a:pt x="0" y="10229"/>
                </a:moveTo>
                <a:lnTo>
                  <a:pt x="69" y="10083"/>
                </a:lnTo>
                <a:lnTo>
                  <a:pt x="69" y="9937"/>
                </a:lnTo>
                <a:lnTo>
                  <a:pt x="115" y="9791"/>
                </a:lnTo>
                <a:lnTo>
                  <a:pt x="115" y="9645"/>
                </a:lnTo>
                <a:lnTo>
                  <a:pt x="161" y="9499"/>
                </a:lnTo>
                <a:lnTo>
                  <a:pt x="207" y="9354"/>
                </a:lnTo>
                <a:lnTo>
                  <a:pt x="207" y="9166"/>
                </a:lnTo>
                <a:lnTo>
                  <a:pt x="276" y="9020"/>
                </a:lnTo>
                <a:lnTo>
                  <a:pt x="322" y="8833"/>
                </a:lnTo>
                <a:lnTo>
                  <a:pt x="369" y="8687"/>
                </a:lnTo>
                <a:lnTo>
                  <a:pt x="369" y="8541"/>
                </a:lnTo>
                <a:lnTo>
                  <a:pt x="415" y="8354"/>
                </a:lnTo>
                <a:lnTo>
                  <a:pt x="484" y="8208"/>
                </a:lnTo>
                <a:lnTo>
                  <a:pt x="484" y="8020"/>
                </a:lnTo>
                <a:lnTo>
                  <a:pt x="530" y="7874"/>
                </a:lnTo>
                <a:lnTo>
                  <a:pt x="576" y="7687"/>
                </a:lnTo>
                <a:lnTo>
                  <a:pt x="576" y="7541"/>
                </a:lnTo>
                <a:lnTo>
                  <a:pt x="645" y="7395"/>
                </a:lnTo>
                <a:lnTo>
                  <a:pt x="692" y="7208"/>
                </a:lnTo>
                <a:lnTo>
                  <a:pt x="692" y="7062"/>
                </a:lnTo>
                <a:lnTo>
                  <a:pt x="738" y="6874"/>
                </a:lnTo>
                <a:lnTo>
                  <a:pt x="784" y="6729"/>
                </a:lnTo>
                <a:lnTo>
                  <a:pt x="784" y="6583"/>
                </a:lnTo>
                <a:lnTo>
                  <a:pt x="853" y="6395"/>
                </a:lnTo>
                <a:lnTo>
                  <a:pt x="899" y="6249"/>
                </a:lnTo>
                <a:lnTo>
                  <a:pt x="945" y="6062"/>
                </a:lnTo>
                <a:lnTo>
                  <a:pt x="945" y="5916"/>
                </a:lnTo>
                <a:lnTo>
                  <a:pt x="1015" y="5770"/>
                </a:lnTo>
                <a:lnTo>
                  <a:pt x="1061" y="5583"/>
                </a:lnTo>
                <a:lnTo>
                  <a:pt x="1061" y="5437"/>
                </a:lnTo>
                <a:lnTo>
                  <a:pt x="1107" y="5249"/>
                </a:lnTo>
                <a:lnTo>
                  <a:pt x="1153" y="5104"/>
                </a:lnTo>
                <a:lnTo>
                  <a:pt x="1153" y="4958"/>
                </a:lnTo>
                <a:lnTo>
                  <a:pt x="1222" y="4770"/>
                </a:lnTo>
                <a:lnTo>
                  <a:pt x="1268" y="4583"/>
                </a:lnTo>
                <a:lnTo>
                  <a:pt x="1314" y="4437"/>
                </a:lnTo>
                <a:lnTo>
                  <a:pt x="1314" y="4291"/>
                </a:lnTo>
                <a:lnTo>
                  <a:pt x="1361" y="4104"/>
                </a:lnTo>
                <a:lnTo>
                  <a:pt x="1430" y="3958"/>
                </a:lnTo>
                <a:lnTo>
                  <a:pt x="1430" y="3812"/>
                </a:lnTo>
                <a:lnTo>
                  <a:pt x="1476" y="3624"/>
                </a:lnTo>
                <a:lnTo>
                  <a:pt x="1522" y="3479"/>
                </a:lnTo>
                <a:lnTo>
                  <a:pt x="1591" y="3291"/>
                </a:lnTo>
                <a:lnTo>
                  <a:pt x="1591" y="3145"/>
                </a:lnTo>
                <a:lnTo>
                  <a:pt x="1637" y="2999"/>
                </a:lnTo>
                <a:lnTo>
                  <a:pt x="1684" y="2812"/>
                </a:lnTo>
                <a:lnTo>
                  <a:pt x="1684" y="2666"/>
                </a:lnTo>
                <a:lnTo>
                  <a:pt x="1730" y="2437"/>
                </a:lnTo>
                <a:lnTo>
                  <a:pt x="1799" y="2291"/>
                </a:lnTo>
                <a:lnTo>
                  <a:pt x="1845" y="2145"/>
                </a:lnTo>
                <a:lnTo>
                  <a:pt x="1845" y="1999"/>
                </a:lnTo>
                <a:lnTo>
                  <a:pt x="1891" y="1854"/>
                </a:lnTo>
                <a:lnTo>
                  <a:pt x="1937" y="1666"/>
                </a:lnTo>
                <a:lnTo>
                  <a:pt x="1937" y="1520"/>
                </a:lnTo>
                <a:lnTo>
                  <a:pt x="2007" y="1374"/>
                </a:lnTo>
                <a:lnTo>
                  <a:pt x="2053" y="1187"/>
                </a:lnTo>
                <a:lnTo>
                  <a:pt x="2053" y="1041"/>
                </a:lnTo>
                <a:lnTo>
                  <a:pt x="2099" y="854"/>
                </a:lnTo>
                <a:lnTo>
                  <a:pt x="2168" y="708"/>
                </a:lnTo>
                <a:lnTo>
                  <a:pt x="2214" y="520"/>
                </a:lnTo>
                <a:lnTo>
                  <a:pt x="2214" y="374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1856632" y="3314937"/>
            <a:ext cx="2329" cy="10041"/>
          </a:xfrm>
          <a:custGeom>
            <a:avLst/>
            <a:gdLst/>
            <a:ahLst/>
            <a:cxnLst/>
            <a:rect l="l" t="t" r="r" b="b"/>
            <a:pathLst>
              <a:path w="2329" h="10041">
                <a:moveTo>
                  <a:pt x="0" y="10041"/>
                </a:moveTo>
                <a:lnTo>
                  <a:pt x="0" y="9895"/>
                </a:lnTo>
                <a:lnTo>
                  <a:pt x="69" y="9749"/>
                </a:lnTo>
                <a:lnTo>
                  <a:pt x="115" y="9604"/>
                </a:lnTo>
                <a:lnTo>
                  <a:pt x="115" y="9416"/>
                </a:lnTo>
                <a:lnTo>
                  <a:pt x="161" y="9270"/>
                </a:lnTo>
                <a:lnTo>
                  <a:pt x="230" y="9124"/>
                </a:lnTo>
                <a:lnTo>
                  <a:pt x="276" y="8937"/>
                </a:lnTo>
                <a:lnTo>
                  <a:pt x="276" y="8791"/>
                </a:lnTo>
                <a:lnTo>
                  <a:pt x="322" y="8604"/>
                </a:lnTo>
                <a:lnTo>
                  <a:pt x="369" y="8458"/>
                </a:lnTo>
                <a:lnTo>
                  <a:pt x="369" y="8312"/>
                </a:lnTo>
                <a:lnTo>
                  <a:pt x="438" y="8124"/>
                </a:lnTo>
                <a:lnTo>
                  <a:pt x="484" y="7979"/>
                </a:lnTo>
                <a:lnTo>
                  <a:pt x="484" y="7791"/>
                </a:lnTo>
                <a:lnTo>
                  <a:pt x="530" y="7645"/>
                </a:lnTo>
                <a:lnTo>
                  <a:pt x="576" y="7499"/>
                </a:lnTo>
                <a:lnTo>
                  <a:pt x="645" y="7312"/>
                </a:lnTo>
                <a:lnTo>
                  <a:pt x="645" y="7166"/>
                </a:lnTo>
                <a:lnTo>
                  <a:pt x="692" y="6937"/>
                </a:lnTo>
                <a:lnTo>
                  <a:pt x="738" y="6791"/>
                </a:lnTo>
                <a:lnTo>
                  <a:pt x="807" y="6645"/>
                </a:lnTo>
                <a:lnTo>
                  <a:pt x="807" y="6499"/>
                </a:lnTo>
                <a:lnTo>
                  <a:pt x="853" y="6354"/>
                </a:lnTo>
                <a:lnTo>
                  <a:pt x="899" y="6166"/>
                </a:lnTo>
                <a:lnTo>
                  <a:pt x="899" y="6020"/>
                </a:lnTo>
                <a:lnTo>
                  <a:pt x="945" y="5874"/>
                </a:lnTo>
                <a:lnTo>
                  <a:pt x="1015" y="5687"/>
                </a:lnTo>
                <a:lnTo>
                  <a:pt x="1015" y="5541"/>
                </a:lnTo>
                <a:lnTo>
                  <a:pt x="1061" y="5354"/>
                </a:lnTo>
                <a:lnTo>
                  <a:pt x="1107" y="5166"/>
                </a:lnTo>
                <a:lnTo>
                  <a:pt x="1176" y="5020"/>
                </a:lnTo>
                <a:lnTo>
                  <a:pt x="1176" y="4874"/>
                </a:lnTo>
                <a:lnTo>
                  <a:pt x="1222" y="4729"/>
                </a:lnTo>
                <a:lnTo>
                  <a:pt x="1268" y="4541"/>
                </a:lnTo>
                <a:lnTo>
                  <a:pt x="1268" y="4395"/>
                </a:lnTo>
                <a:lnTo>
                  <a:pt x="1314" y="4249"/>
                </a:lnTo>
                <a:lnTo>
                  <a:pt x="1384" y="4062"/>
                </a:lnTo>
                <a:lnTo>
                  <a:pt x="1384" y="3916"/>
                </a:lnTo>
                <a:lnTo>
                  <a:pt x="1430" y="3729"/>
                </a:lnTo>
                <a:lnTo>
                  <a:pt x="1476" y="3583"/>
                </a:lnTo>
                <a:lnTo>
                  <a:pt x="1522" y="3395"/>
                </a:lnTo>
                <a:lnTo>
                  <a:pt x="1522" y="3249"/>
                </a:lnTo>
                <a:lnTo>
                  <a:pt x="1591" y="3104"/>
                </a:lnTo>
                <a:lnTo>
                  <a:pt x="1637" y="2916"/>
                </a:lnTo>
                <a:lnTo>
                  <a:pt x="1637" y="2770"/>
                </a:lnTo>
                <a:lnTo>
                  <a:pt x="1684" y="2583"/>
                </a:lnTo>
                <a:lnTo>
                  <a:pt x="1753" y="2437"/>
                </a:lnTo>
                <a:lnTo>
                  <a:pt x="1753" y="2291"/>
                </a:lnTo>
                <a:lnTo>
                  <a:pt x="1799" y="2104"/>
                </a:lnTo>
                <a:lnTo>
                  <a:pt x="1845" y="1958"/>
                </a:lnTo>
                <a:lnTo>
                  <a:pt x="1891" y="1770"/>
                </a:lnTo>
                <a:lnTo>
                  <a:pt x="1960" y="1624"/>
                </a:lnTo>
                <a:lnTo>
                  <a:pt x="1960" y="1479"/>
                </a:lnTo>
                <a:lnTo>
                  <a:pt x="2007" y="1249"/>
                </a:lnTo>
                <a:lnTo>
                  <a:pt x="2053" y="1104"/>
                </a:lnTo>
                <a:lnTo>
                  <a:pt x="2053" y="958"/>
                </a:lnTo>
                <a:lnTo>
                  <a:pt x="2099" y="812"/>
                </a:lnTo>
                <a:lnTo>
                  <a:pt x="2168" y="666"/>
                </a:lnTo>
                <a:lnTo>
                  <a:pt x="2214" y="479"/>
                </a:lnTo>
                <a:lnTo>
                  <a:pt x="2214" y="333"/>
                </a:lnTo>
                <a:lnTo>
                  <a:pt x="2260" y="145"/>
                </a:lnTo>
                <a:lnTo>
                  <a:pt x="2329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1858962" y="3305146"/>
            <a:ext cx="2237" cy="9791"/>
          </a:xfrm>
          <a:custGeom>
            <a:avLst/>
            <a:gdLst/>
            <a:ahLst/>
            <a:cxnLst/>
            <a:rect l="l" t="t" r="r" b="b"/>
            <a:pathLst>
              <a:path w="2237" h="9791">
                <a:moveTo>
                  <a:pt x="0" y="9791"/>
                </a:moveTo>
                <a:lnTo>
                  <a:pt x="0" y="9604"/>
                </a:lnTo>
                <a:lnTo>
                  <a:pt x="46" y="9458"/>
                </a:lnTo>
                <a:lnTo>
                  <a:pt x="92" y="9312"/>
                </a:lnTo>
                <a:lnTo>
                  <a:pt x="138" y="9124"/>
                </a:lnTo>
                <a:lnTo>
                  <a:pt x="138" y="8979"/>
                </a:lnTo>
                <a:lnTo>
                  <a:pt x="207" y="8791"/>
                </a:lnTo>
                <a:lnTo>
                  <a:pt x="253" y="8645"/>
                </a:lnTo>
                <a:lnTo>
                  <a:pt x="253" y="8499"/>
                </a:lnTo>
                <a:lnTo>
                  <a:pt x="299" y="8312"/>
                </a:lnTo>
                <a:lnTo>
                  <a:pt x="369" y="8166"/>
                </a:lnTo>
                <a:lnTo>
                  <a:pt x="415" y="7979"/>
                </a:lnTo>
                <a:lnTo>
                  <a:pt x="415" y="7833"/>
                </a:lnTo>
                <a:lnTo>
                  <a:pt x="461" y="7645"/>
                </a:lnTo>
                <a:lnTo>
                  <a:pt x="507" y="7499"/>
                </a:lnTo>
                <a:lnTo>
                  <a:pt x="507" y="7354"/>
                </a:lnTo>
                <a:lnTo>
                  <a:pt x="576" y="7166"/>
                </a:lnTo>
                <a:lnTo>
                  <a:pt x="622" y="7020"/>
                </a:lnTo>
                <a:lnTo>
                  <a:pt x="669" y="6874"/>
                </a:lnTo>
                <a:lnTo>
                  <a:pt x="669" y="6687"/>
                </a:lnTo>
                <a:lnTo>
                  <a:pt x="715" y="6541"/>
                </a:lnTo>
                <a:lnTo>
                  <a:pt x="784" y="6354"/>
                </a:lnTo>
                <a:lnTo>
                  <a:pt x="784" y="6208"/>
                </a:lnTo>
                <a:lnTo>
                  <a:pt x="830" y="6020"/>
                </a:lnTo>
                <a:lnTo>
                  <a:pt x="876" y="5874"/>
                </a:lnTo>
                <a:lnTo>
                  <a:pt x="945" y="5729"/>
                </a:lnTo>
                <a:lnTo>
                  <a:pt x="991" y="5541"/>
                </a:lnTo>
                <a:lnTo>
                  <a:pt x="991" y="5395"/>
                </a:lnTo>
                <a:lnTo>
                  <a:pt x="1038" y="5208"/>
                </a:lnTo>
                <a:lnTo>
                  <a:pt x="1084" y="5062"/>
                </a:lnTo>
                <a:lnTo>
                  <a:pt x="1084" y="4916"/>
                </a:lnTo>
                <a:lnTo>
                  <a:pt x="1153" y="4729"/>
                </a:lnTo>
                <a:lnTo>
                  <a:pt x="1199" y="4583"/>
                </a:lnTo>
                <a:lnTo>
                  <a:pt x="1245" y="4395"/>
                </a:lnTo>
                <a:lnTo>
                  <a:pt x="1245" y="4249"/>
                </a:lnTo>
                <a:lnTo>
                  <a:pt x="1314" y="4104"/>
                </a:lnTo>
                <a:lnTo>
                  <a:pt x="1361" y="3916"/>
                </a:lnTo>
                <a:lnTo>
                  <a:pt x="1361" y="3770"/>
                </a:lnTo>
                <a:lnTo>
                  <a:pt x="1407" y="3583"/>
                </a:lnTo>
                <a:lnTo>
                  <a:pt x="1453" y="3437"/>
                </a:lnTo>
                <a:lnTo>
                  <a:pt x="1453" y="3291"/>
                </a:lnTo>
                <a:lnTo>
                  <a:pt x="1522" y="3104"/>
                </a:lnTo>
                <a:lnTo>
                  <a:pt x="1568" y="2958"/>
                </a:lnTo>
                <a:lnTo>
                  <a:pt x="1614" y="2770"/>
                </a:lnTo>
                <a:lnTo>
                  <a:pt x="1614" y="2624"/>
                </a:lnTo>
                <a:lnTo>
                  <a:pt x="1660" y="2437"/>
                </a:lnTo>
                <a:lnTo>
                  <a:pt x="1730" y="2291"/>
                </a:lnTo>
                <a:lnTo>
                  <a:pt x="1776" y="2145"/>
                </a:lnTo>
                <a:lnTo>
                  <a:pt x="1822" y="1958"/>
                </a:lnTo>
                <a:lnTo>
                  <a:pt x="1822" y="1812"/>
                </a:lnTo>
                <a:lnTo>
                  <a:pt x="1891" y="1624"/>
                </a:lnTo>
                <a:lnTo>
                  <a:pt x="1937" y="1479"/>
                </a:lnTo>
                <a:lnTo>
                  <a:pt x="1937" y="1333"/>
                </a:lnTo>
                <a:lnTo>
                  <a:pt x="1983" y="1145"/>
                </a:lnTo>
                <a:lnTo>
                  <a:pt x="2030" y="999"/>
                </a:lnTo>
                <a:lnTo>
                  <a:pt x="2099" y="812"/>
                </a:lnTo>
                <a:lnTo>
                  <a:pt x="2099" y="666"/>
                </a:lnTo>
                <a:lnTo>
                  <a:pt x="2145" y="520"/>
                </a:lnTo>
                <a:lnTo>
                  <a:pt x="2191" y="333"/>
                </a:lnTo>
                <a:lnTo>
                  <a:pt x="2191" y="187"/>
                </a:lnTo>
                <a:lnTo>
                  <a:pt x="2237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1861200" y="3295500"/>
            <a:ext cx="2329" cy="9645"/>
          </a:xfrm>
          <a:custGeom>
            <a:avLst/>
            <a:gdLst/>
            <a:ahLst/>
            <a:cxnLst/>
            <a:rect l="l" t="t" r="r" b="b"/>
            <a:pathLst>
              <a:path w="2329" h="9645">
                <a:moveTo>
                  <a:pt x="0" y="9645"/>
                </a:moveTo>
                <a:lnTo>
                  <a:pt x="69" y="9499"/>
                </a:lnTo>
                <a:lnTo>
                  <a:pt x="69" y="9354"/>
                </a:lnTo>
                <a:lnTo>
                  <a:pt x="115" y="9166"/>
                </a:lnTo>
                <a:lnTo>
                  <a:pt x="161" y="9020"/>
                </a:lnTo>
                <a:lnTo>
                  <a:pt x="230" y="8833"/>
                </a:lnTo>
                <a:lnTo>
                  <a:pt x="276" y="8687"/>
                </a:lnTo>
                <a:lnTo>
                  <a:pt x="276" y="8499"/>
                </a:lnTo>
                <a:lnTo>
                  <a:pt x="322" y="8354"/>
                </a:lnTo>
                <a:lnTo>
                  <a:pt x="369" y="8208"/>
                </a:lnTo>
                <a:lnTo>
                  <a:pt x="438" y="8020"/>
                </a:lnTo>
                <a:lnTo>
                  <a:pt x="438" y="7874"/>
                </a:lnTo>
                <a:lnTo>
                  <a:pt x="484" y="7687"/>
                </a:lnTo>
                <a:lnTo>
                  <a:pt x="530" y="7541"/>
                </a:lnTo>
                <a:lnTo>
                  <a:pt x="530" y="7395"/>
                </a:lnTo>
                <a:lnTo>
                  <a:pt x="599" y="7208"/>
                </a:lnTo>
                <a:lnTo>
                  <a:pt x="645" y="7062"/>
                </a:lnTo>
                <a:lnTo>
                  <a:pt x="692" y="6874"/>
                </a:lnTo>
                <a:lnTo>
                  <a:pt x="692" y="6729"/>
                </a:lnTo>
                <a:lnTo>
                  <a:pt x="738" y="6583"/>
                </a:lnTo>
                <a:lnTo>
                  <a:pt x="807" y="6395"/>
                </a:lnTo>
                <a:lnTo>
                  <a:pt x="853" y="6249"/>
                </a:lnTo>
                <a:lnTo>
                  <a:pt x="853" y="6062"/>
                </a:lnTo>
                <a:lnTo>
                  <a:pt x="899" y="5916"/>
                </a:lnTo>
                <a:lnTo>
                  <a:pt x="945" y="5770"/>
                </a:lnTo>
                <a:lnTo>
                  <a:pt x="1015" y="5583"/>
                </a:lnTo>
                <a:lnTo>
                  <a:pt x="1015" y="5437"/>
                </a:lnTo>
                <a:lnTo>
                  <a:pt x="1061" y="5249"/>
                </a:lnTo>
                <a:lnTo>
                  <a:pt x="1107" y="5104"/>
                </a:lnTo>
                <a:lnTo>
                  <a:pt x="1176" y="4916"/>
                </a:lnTo>
                <a:lnTo>
                  <a:pt x="1176" y="4770"/>
                </a:lnTo>
                <a:lnTo>
                  <a:pt x="1222" y="4624"/>
                </a:lnTo>
                <a:lnTo>
                  <a:pt x="1268" y="4437"/>
                </a:lnTo>
                <a:lnTo>
                  <a:pt x="1314" y="4291"/>
                </a:lnTo>
                <a:lnTo>
                  <a:pt x="1314" y="4104"/>
                </a:lnTo>
                <a:lnTo>
                  <a:pt x="1384" y="3958"/>
                </a:lnTo>
                <a:lnTo>
                  <a:pt x="1430" y="3812"/>
                </a:lnTo>
                <a:lnTo>
                  <a:pt x="1430" y="3624"/>
                </a:lnTo>
                <a:lnTo>
                  <a:pt x="1476" y="3479"/>
                </a:lnTo>
                <a:lnTo>
                  <a:pt x="1545" y="3291"/>
                </a:lnTo>
                <a:lnTo>
                  <a:pt x="1591" y="3145"/>
                </a:lnTo>
                <a:lnTo>
                  <a:pt x="1591" y="2999"/>
                </a:lnTo>
                <a:lnTo>
                  <a:pt x="1637" y="2812"/>
                </a:lnTo>
                <a:lnTo>
                  <a:pt x="1684" y="2666"/>
                </a:lnTo>
                <a:lnTo>
                  <a:pt x="1753" y="2479"/>
                </a:lnTo>
                <a:lnTo>
                  <a:pt x="1753" y="2333"/>
                </a:lnTo>
                <a:lnTo>
                  <a:pt x="1799" y="2187"/>
                </a:lnTo>
                <a:lnTo>
                  <a:pt x="1845" y="1999"/>
                </a:lnTo>
                <a:lnTo>
                  <a:pt x="1891" y="1854"/>
                </a:lnTo>
                <a:lnTo>
                  <a:pt x="1891" y="1666"/>
                </a:lnTo>
                <a:lnTo>
                  <a:pt x="1960" y="1520"/>
                </a:lnTo>
                <a:lnTo>
                  <a:pt x="2007" y="1333"/>
                </a:lnTo>
                <a:lnTo>
                  <a:pt x="2053" y="1187"/>
                </a:lnTo>
                <a:lnTo>
                  <a:pt x="2053" y="1041"/>
                </a:lnTo>
                <a:lnTo>
                  <a:pt x="2122" y="854"/>
                </a:lnTo>
                <a:lnTo>
                  <a:pt x="2168" y="708"/>
                </a:lnTo>
                <a:lnTo>
                  <a:pt x="2214" y="520"/>
                </a:lnTo>
                <a:lnTo>
                  <a:pt x="2214" y="374"/>
                </a:lnTo>
                <a:lnTo>
                  <a:pt x="2260" y="229"/>
                </a:lnTo>
                <a:lnTo>
                  <a:pt x="2329" y="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1863530" y="3286084"/>
            <a:ext cx="2306" cy="9416"/>
          </a:xfrm>
          <a:custGeom>
            <a:avLst/>
            <a:gdLst/>
            <a:ahLst/>
            <a:cxnLst/>
            <a:rect l="l" t="t" r="r" b="b"/>
            <a:pathLst>
              <a:path w="2306" h="9416">
                <a:moveTo>
                  <a:pt x="0" y="9416"/>
                </a:moveTo>
                <a:lnTo>
                  <a:pt x="46" y="9270"/>
                </a:lnTo>
                <a:lnTo>
                  <a:pt x="46" y="9124"/>
                </a:lnTo>
                <a:lnTo>
                  <a:pt x="92" y="8979"/>
                </a:lnTo>
                <a:lnTo>
                  <a:pt x="138" y="8833"/>
                </a:lnTo>
                <a:lnTo>
                  <a:pt x="207" y="8645"/>
                </a:lnTo>
                <a:lnTo>
                  <a:pt x="207" y="8499"/>
                </a:lnTo>
                <a:lnTo>
                  <a:pt x="253" y="8312"/>
                </a:lnTo>
                <a:lnTo>
                  <a:pt x="299" y="8166"/>
                </a:lnTo>
                <a:lnTo>
                  <a:pt x="369" y="8020"/>
                </a:lnTo>
                <a:lnTo>
                  <a:pt x="369" y="7833"/>
                </a:lnTo>
                <a:lnTo>
                  <a:pt x="415" y="7687"/>
                </a:lnTo>
                <a:lnTo>
                  <a:pt x="461" y="7499"/>
                </a:lnTo>
                <a:lnTo>
                  <a:pt x="507" y="7354"/>
                </a:lnTo>
                <a:lnTo>
                  <a:pt x="507" y="7166"/>
                </a:lnTo>
                <a:lnTo>
                  <a:pt x="576" y="7020"/>
                </a:lnTo>
                <a:lnTo>
                  <a:pt x="622" y="6874"/>
                </a:lnTo>
                <a:lnTo>
                  <a:pt x="669" y="6687"/>
                </a:lnTo>
                <a:lnTo>
                  <a:pt x="669" y="6541"/>
                </a:lnTo>
                <a:lnTo>
                  <a:pt x="738" y="6354"/>
                </a:lnTo>
                <a:lnTo>
                  <a:pt x="784" y="6208"/>
                </a:lnTo>
                <a:lnTo>
                  <a:pt x="830" y="6062"/>
                </a:lnTo>
                <a:lnTo>
                  <a:pt x="830" y="5874"/>
                </a:lnTo>
                <a:lnTo>
                  <a:pt x="876" y="5729"/>
                </a:lnTo>
                <a:lnTo>
                  <a:pt x="945" y="5541"/>
                </a:lnTo>
                <a:lnTo>
                  <a:pt x="991" y="5395"/>
                </a:lnTo>
                <a:lnTo>
                  <a:pt x="991" y="5249"/>
                </a:lnTo>
                <a:lnTo>
                  <a:pt x="1038" y="5062"/>
                </a:lnTo>
                <a:lnTo>
                  <a:pt x="1084" y="4916"/>
                </a:lnTo>
                <a:lnTo>
                  <a:pt x="1153" y="4729"/>
                </a:lnTo>
                <a:lnTo>
                  <a:pt x="1153" y="4583"/>
                </a:lnTo>
                <a:lnTo>
                  <a:pt x="1199" y="4437"/>
                </a:lnTo>
                <a:lnTo>
                  <a:pt x="1245" y="4249"/>
                </a:lnTo>
                <a:lnTo>
                  <a:pt x="1314" y="4104"/>
                </a:lnTo>
                <a:lnTo>
                  <a:pt x="1361" y="3916"/>
                </a:lnTo>
                <a:lnTo>
                  <a:pt x="1361" y="3770"/>
                </a:lnTo>
                <a:lnTo>
                  <a:pt x="1407" y="3583"/>
                </a:lnTo>
                <a:lnTo>
                  <a:pt x="1453" y="3437"/>
                </a:lnTo>
                <a:lnTo>
                  <a:pt x="1522" y="3291"/>
                </a:lnTo>
                <a:lnTo>
                  <a:pt x="1522" y="3104"/>
                </a:lnTo>
                <a:lnTo>
                  <a:pt x="1568" y="2958"/>
                </a:lnTo>
                <a:lnTo>
                  <a:pt x="1614" y="2770"/>
                </a:lnTo>
                <a:lnTo>
                  <a:pt x="1684" y="2624"/>
                </a:lnTo>
                <a:lnTo>
                  <a:pt x="1684" y="2479"/>
                </a:lnTo>
                <a:lnTo>
                  <a:pt x="1730" y="2291"/>
                </a:lnTo>
                <a:lnTo>
                  <a:pt x="1776" y="2145"/>
                </a:lnTo>
                <a:lnTo>
                  <a:pt x="1822" y="1958"/>
                </a:lnTo>
                <a:lnTo>
                  <a:pt x="1822" y="1812"/>
                </a:lnTo>
                <a:lnTo>
                  <a:pt x="1891" y="1666"/>
                </a:lnTo>
                <a:lnTo>
                  <a:pt x="1937" y="1479"/>
                </a:lnTo>
                <a:lnTo>
                  <a:pt x="1983" y="1333"/>
                </a:lnTo>
                <a:lnTo>
                  <a:pt x="2030" y="1145"/>
                </a:lnTo>
                <a:lnTo>
                  <a:pt x="2030" y="999"/>
                </a:lnTo>
                <a:lnTo>
                  <a:pt x="2099" y="854"/>
                </a:lnTo>
                <a:lnTo>
                  <a:pt x="2145" y="666"/>
                </a:lnTo>
                <a:lnTo>
                  <a:pt x="2191" y="520"/>
                </a:lnTo>
                <a:lnTo>
                  <a:pt x="2191" y="333"/>
                </a:lnTo>
                <a:lnTo>
                  <a:pt x="2260" y="187"/>
                </a:lnTo>
                <a:lnTo>
                  <a:pt x="2306" y="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1865837" y="3276917"/>
            <a:ext cx="2306" cy="9166"/>
          </a:xfrm>
          <a:custGeom>
            <a:avLst/>
            <a:gdLst/>
            <a:ahLst/>
            <a:cxnLst/>
            <a:rect l="l" t="t" r="r" b="b"/>
            <a:pathLst>
              <a:path w="2306" h="9166">
                <a:moveTo>
                  <a:pt x="0" y="9166"/>
                </a:moveTo>
                <a:lnTo>
                  <a:pt x="46" y="9020"/>
                </a:lnTo>
                <a:lnTo>
                  <a:pt x="46" y="8874"/>
                </a:lnTo>
                <a:lnTo>
                  <a:pt x="92" y="8687"/>
                </a:lnTo>
                <a:lnTo>
                  <a:pt x="161" y="8541"/>
                </a:lnTo>
                <a:lnTo>
                  <a:pt x="207" y="8354"/>
                </a:lnTo>
                <a:lnTo>
                  <a:pt x="207" y="8208"/>
                </a:lnTo>
                <a:lnTo>
                  <a:pt x="253" y="8062"/>
                </a:lnTo>
                <a:lnTo>
                  <a:pt x="299" y="7874"/>
                </a:lnTo>
                <a:lnTo>
                  <a:pt x="369" y="7729"/>
                </a:lnTo>
                <a:lnTo>
                  <a:pt x="415" y="7541"/>
                </a:lnTo>
                <a:lnTo>
                  <a:pt x="415" y="7395"/>
                </a:lnTo>
                <a:lnTo>
                  <a:pt x="461" y="7249"/>
                </a:lnTo>
                <a:lnTo>
                  <a:pt x="530" y="7062"/>
                </a:lnTo>
                <a:lnTo>
                  <a:pt x="530" y="6916"/>
                </a:lnTo>
                <a:lnTo>
                  <a:pt x="576" y="6729"/>
                </a:lnTo>
                <a:lnTo>
                  <a:pt x="622" y="6583"/>
                </a:lnTo>
                <a:lnTo>
                  <a:pt x="669" y="6437"/>
                </a:lnTo>
                <a:lnTo>
                  <a:pt x="738" y="6249"/>
                </a:lnTo>
                <a:lnTo>
                  <a:pt x="738" y="6104"/>
                </a:lnTo>
                <a:lnTo>
                  <a:pt x="784" y="5916"/>
                </a:lnTo>
                <a:lnTo>
                  <a:pt x="830" y="5770"/>
                </a:lnTo>
                <a:lnTo>
                  <a:pt x="899" y="5583"/>
                </a:lnTo>
                <a:lnTo>
                  <a:pt x="945" y="5437"/>
                </a:lnTo>
                <a:lnTo>
                  <a:pt x="945" y="5291"/>
                </a:lnTo>
                <a:lnTo>
                  <a:pt x="991" y="5104"/>
                </a:lnTo>
                <a:lnTo>
                  <a:pt x="1038" y="4958"/>
                </a:lnTo>
                <a:lnTo>
                  <a:pt x="1107" y="4770"/>
                </a:lnTo>
                <a:lnTo>
                  <a:pt x="1107" y="4624"/>
                </a:lnTo>
                <a:lnTo>
                  <a:pt x="1153" y="4479"/>
                </a:lnTo>
                <a:lnTo>
                  <a:pt x="1199" y="4291"/>
                </a:lnTo>
                <a:lnTo>
                  <a:pt x="1245" y="4145"/>
                </a:lnTo>
                <a:lnTo>
                  <a:pt x="1314" y="3958"/>
                </a:lnTo>
                <a:lnTo>
                  <a:pt x="1314" y="3812"/>
                </a:lnTo>
                <a:lnTo>
                  <a:pt x="1361" y="3666"/>
                </a:lnTo>
                <a:lnTo>
                  <a:pt x="1407" y="3479"/>
                </a:lnTo>
                <a:lnTo>
                  <a:pt x="1476" y="3333"/>
                </a:lnTo>
                <a:lnTo>
                  <a:pt x="1522" y="3145"/>
                </a:lnTo>
                <a:lnTo>
                  <a:pt x="1522" y="2999"/>
                </a:lnTo>
                <a:lnTo>
                  <a:pt x="1568" y="2854"/>
                </a:lnTo>
                <a:lnTo>
                  <a:pt x="1614" y="2666"/>
                </a:lnTo>
                <a:lnTo>
                  <a:pt x="1614" y="2520"/>
                </a:lnTo>
                <a:lnTo>
                  <a:pt x="1684" y="2333"/>
                </a:lnTo>
                <a:lnTo>
                  <a:pt x="1730" y="2187"/>
                </a:lnTo>
                <a:lnTo>
                  <a:pt x="1776" y="1999"/>
                </a:lnTo>
                <a:lnTo>
                  <a:pt x="1822" y="1854"/>
                </a:lnTo>
                <a:lnTo>
                  <a:pt x="1822" y="1708"/>
                </a:lnTo>
                <a:lnTo>
                  <a:pt x="1891" y="1520"/>
                </a:lnTo>
                <a:lnTo>
                  <a:pt x="1937" y="1374"/>
                </a:lnTo>
                <a:lnTo>
                  <a:pt x="1983" y="1187"/>
                </a:lnTo>
                <a:lnTo>
                  <a:pt x="2053" y="1041"/>
                </a:lnTo>
                <a:lnTo>
                  <a:pt x="2053" y="895"/>
                </a:lnTo>
                <a:lnTo>
                  <a:pt x="2099" y="708"/>
                </a:lnTo>
                <a:lnTo>
                  <a:pt x="2145" y="562"/>
                </a:lnTo>
                <a:lnTo>
                  <a:pt x="2191" y="374"/>
                </a:lnTo>
                <a:lnTo>
                  <a:pt x="2191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1868144" y="3267938"/>
            <a:ext cx="2260" cy="8979"/>
          </a:xfrm>
          <a:custGeom>
            <a:avLst/>
            <a:gdLst/>
            <a:ahLst/>
            <a:cxnLst/>
            <a:rect l="l" t="t" r="r" b="b"/>
            <a:pathLst>
              <a:path w="2260" h="8979">
                <a:moveTo>
                  <a:pt x="0" y="8979"/>
                </a:moveTo>
                <a:lnTo>
                  <a:pt x="0" y="8833"/>
                </a:lnTo>
                <a:lnTo>
                  <a:pt x="46" y="8687"/>
                </a:lnTo>
                <a:lnTo>
                  <a:pt x="115" y="8541"/>
                </a:lnTo>
                <a:lnTo>
                  <a:pt x="115" y="8395"/>
                </a:lnTo>
                <a:lnTo>
                  <a:pt x="161" y="8249"/>
                </a:lnTo>
                <a:lnTo>
                  <a:pt x="207" y="8062"/>
                </a:lnTo>
                <a:lnTo>
                  <a:pt x="253" y="7916"/>
                </a:lnTo>
                <a:lnTo>
                  <a:pt x="322" y="7729"/>
                </a:lnTo>
                <a:lnTo>
                  <a:pt x="322" y="7583"/>
                </a:lnTo>
                <a:lnTo>
                  <a:pt x="369" y="7395"/>
                </a:lnTo>
                <a:lnTo>
                  <a:pt x="415" y="7249"/>
                </a:lnTo>
                <a:lnTo>
                  <a:pt x="461" y="7104"/>
                </a:lnTo>
                <a:lnTo>
                  <a:pt x="530" y="6916"/>
                </a:lnTo>
                <a:lnTo>
                  <a:pt x="530" y="6770"/>
                </a:lnTo>
                <a:lnTo>
                  <a:pt x="576" y="6583"/>
                </a:lnTo>
                <a:lnTo>
                  <a:pt x="622" y="6437"/>
                </a:lnTo>
                <a:lnTo>
                  <a:pt x="692" y="6291"/>
                </a:lnTo>
                <a:lnTo>
                  <a:pt x="738" y="6104"/>
                </a:lnTo>
                <a:lnTo>
                  <a:pt x="738" y="5958"/>
                </a:lnTo>
                <a:lnTo>
                  <a:pt x="784" y="5770"/>
                </a:lnTo>
                <a:lnTo>
                  <a:pt x="830" y="5624"/>
                </a:lnTo>
                <a:lnTo>
                  <a:pt x="830" y="5479"/>
                </a:lnTo>
                <a:lnTo>
                  <a:pt x="945" y="5291"/>
                </a:lnTo>
                <a:lnTo>
                  <a:pt x="945" y="5145"/>
                </a:lnTo>
                <a:lnTo>
                  <a:pt x="991" y="4958"/>
                </a:lnTo>
                <a:lnTo>
                  <a:pt x="1061" y="4812"/>
                </a:lnTo>
                <a:lnTo>
                  <a:pt x="1061" y="4666"/>
                </a:lnTo>
                <a:lnTo>
                  <a:pt x="1107" y="4479"/>
                </a:lnTo>
                <a:lnTo>
                  <a:pt x="1153" y="4333"/>
                </a:lnTo>
                <a:lnTo>
                  <a:pt x="1199" y="4145"/>
                </a:lnTo>
                <a:lnTo>
                  <a:pt x="1268" y="3999"/>
                </a:lnTo>
                <a:lnTo>
                  <a:pt x="1314" y="3812"/>
                </a:lnTo>
                <a:lnTo>
                  <a:pt x="1314" y="3666"/>
                </a:lnTo>
                <a:lnTo>
                  <a:pt x="1361" y="3520"/>
                </a:lnTo>
                <a:lnTo>
                  <a:pt x="1407" y="3333"/>
                </a:lnTo>
                <a:lnTo>
                  <a:pt x="1476" y="3187"/>
                </a:lnTo>
                <a:lnTo>
                  <a:pt x="1522" y="2999"/>
                </a:lnTo>
                <a:lnTo>
                  <a:pt x="1522" y="2854"/>
                </a:lnTo>
                <a:lnTo>
                  <a:pt x="1568" y="2708"/>
                </a:lnTo>
                <a:lnTo>
                  <a:pt x="1637" y="2520"/>
                </a:lnTo>
                <a:lnTo>
                  <a:pt x="1684" y="2374"/>
                </a:lnTo>
                <a:lnTo>
                  <a:pt x="1730" y="2187"/>
                </a:lnTo>
                <a:lnTo>
                  <a:pt x="1730" y="2041"/>
                </a:lnTo>
                <a:lnTo>
                  <a:pt x="1776" y="1895"/>
                </a:lnTo>
                <a:lnTo>
                  <a:pt x="1845" y="1708"/>
                </a:lnTo>
                <a:lnTo>
                  <a:pt x="1891" y="1562"/>
                </a:lnTo>
                <a:lnTo>
                  <a:pt x="1937" y="1374"/>
                </a:lnTo>
                <a:lnTo>
                  <a:pt x="1937" y="1229"/>
                </a:lnTo>
                <a:lnTo>
                  <a:pt x="1983" y="1083"/>
                </a:lnTo>
                <a:lnTo>
                  <a:pt x="2053" y="895"/>
                </a:lnTo>
                <a:lnTo>
                  <a:pt x="2099" y="749"/>
                </a:lnTo>
                <a:lnTo>
                  <a:pt x="2145" y="562"/>
                </a:lnTo>
                <a:lnTo>
                  <a:pt x="2145" y="416"/>
                </a:lnTo>
                <a:lnTo>
                  <a:pt x="2214" y="229"/>
                </a:lnTo>
                <a:lnTo>
                  <a:pt x="2260" y="8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1870404" y="3259230"/>
            <a:ext cx="2306" cy="8708"/>
          </a:xfrm>
          <a:custGeom>
            <a:avLst/>
            <a:gdLst/>
            <a:ahLst/>
            <a:cxnLst/>
            <a:rect l="l" t="t" r="r" b="b"/>
            <a:pathLst>
              <a:path w="2306" h="8708">
                <a:moveTo>
                  <a:pt x="0" y="8708"/>
                </a:moveTo>
                <a:lnTo>
                  <a:pt x="46" y="8562"/>
                </a:lnTo>
                <a:lnTo>
                  <a:pt x="92" y="8416"/>
                </a:lnTo>
                <a:lnTo>
                  <a:pt x="161" y="8270"/>
                </a:lnTo>
                <a:lnTo>
                  <a:pt x="161" y="8124"/>
                </a:lnTo>
                <a:lnTo>
                  <a:pt x="207" y="7979"/>
                </a:lnTo>
                <a:lnTo>
                  <a:pt x="253" y="7833"/>
                </a:lnTo>
                <a:lnTo>
                  <a:pt x="322" y="7645"/>
                </a:lnTo>
                <a:lnTo>
                  <a:pt x="322" y="7499"/>
                </a:lnTo>
                <a:lnTo>
                  <a:pt x="369" y="7312"/>
                </a:lnTo>
                <a:lnTo>
                  <a:pt x="415" y="7166"/>
                </a:lnTo>
                <a:lnTo>
                  <a:pt x="461" y="7020"/>
                </a:lnTo>
                <a:lnTo>
                  <a:pt x="530" y="6833"/>
                </a:lnTo>
                <a:lnTo>
                  <a:pt x="530" y="6687"/>
                </a:lnTo>
                <a:lnTo>
                  <a:pt x="576" y="6499"/>
                </a:lnTo>
                <a:lnTo>
                  <a:pt x="622" y="6354"/>
                </a:lnTo>
                <a:lnTo>
                  <a:pt x="669" y="6208"/>
                </a:lnTo>
                <a:lnTo>
                  <a:pt x="738" y="6020"/>
                </a:lnTo>
                <a:lnTo>
                  <a:pt x="784" y="5874"/>
                </a:lnTo>
                <a:lnTo>
                  <a:pt x="784" y="5687"/>
                </a:lnTo>
                <a:lnTo>
                  <a:pt x="830" y="5541"/>
                </a:lnTo>
                <a:lnTo>
                  <a:pt x="899" y="5354"/>
                </a:lnTo>
                <a:lnTo>
                  <a:pt x="945" y="5208"/>
                </a:lnTo>
                <a:lnTo>
                  <a:pt x="991" y="5062"/>
                </a:lnTo>
                <a:lnTo>
                  <a:pt x="1038" y="4874"/>
                </a:lnTo>
                <a:lnTo>
                  <a:pt x="1038" y="4729"/>
                </a:lnTo>
                <a:lnTo>
                  <a:pt x="1107" y="4541"/>
                </a:lnTo>
                <a:lnTo>
                  <a:pt x="1153" y="4395"/>
                </a:lnTo>
                <a:lnTo>
                  <a:pt x="1199" y="4249"/>
                </a:lnTo>
                <a:lnTo>
                  <a:pt x="1268" y="4062"/>
                </a:lnTo>
                <a:lnTo>
                  <a:pt x="1268" y="3916"/>
                </a:lnTo>
                <a:lnTo>
                  <a:pt x="1314" y="3729"/>
                </a:lnTo>
                <a:lnTo>
                  <a:pt x="1361" y="3583"/>
                </a:lnTo>
                <a:lnTo>
                  <a:pt x="1407" y="3437"/>
                </a:lnTo>
                <a:lnTo>
                  <a:pt x="1476" y="3249"/>
                </a:lnTo>
                <a:lnTo>
                  <a:pt x="1476" y="3104"/>
                </a:lnTo>
                <a:lnTo>
                  <a:pt x="1522" y="2916"/>
                </a:lnTo>
                <a:lnTo>
                  <a:pt x="1568" y="2770"/>
                </a:lnTo>
                <a:lnTo>
                  <a:pt x="1614" y="2624"/>
                </a:lnTo>
                <a:lnTo>
                  <a:pt x="1684" y="2437"/>
                </a:lnTo>
                <a:lnTo>
                  <a:pt x="1730" y="2291"/>
                </a:lnTo>
                <a:lnTo>
                  <a:pt x="1730" y="2104"/>
                </a:lnTo>
                <a:lnTo>
                  <a:pt x="1776" y="1958"/>
                </a:lnTo>
                <a:lnTo>
                  <a:pt x="1845" y="1770"/>
                </a:lnTo>
                <a:lnTo>
                  <a:pt x="1891" y="1624"/>
                </a:lnTo>
                <a:lnTo>
                  <a:pt x="1937" y="1479"/>
                </a:lnTo>
                <a:lnTo>
                  <a:pt x="1983" y="1291"/>
                </a:lnTo>
                <a:lnTo>
                  <a:pt x="1983" y="1145"/>
                </a:lnTo>
                <a:lnTo>
                  <a:pt x="2053" y="958"/>
                </a:lnTo>
                <a:lnTo>
                  <a:pt x="2099" y="812"/>
                </a:lnTo>
                <a:lnTo>
                  <a:pt x="2145" y="666"/>
                </a:lnTo>
                <a:lnTo>
                  <a:pt x="2191" y="479"/>
                </a:lnTo>
                <a:lnTo>
                  <a:pt x="2260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1872711" y="3250730"/>
            <a:ext cx="2306" cy="8499"/>
          </a:xfrm>
          <a:custGeom>
            <a:avLst/>
            <a:gdLst/>
            <a:ahLst/>
            <a:cxnLst/>
            <a:rect l="l" t="t" r="r" b="b"/>
            <a:pathLst>
              <a:path w="2306" h="8499">
                <a:moveTo>
                  <a:pt x="0" y="8499"/>
                </a:moveTo>
                <a:lnTo>
                  <a:pt x="46" y="8354"/>
                </a:lnTo>
                <a:lnTo>
                  <a:pt x="115" y="8166"/>
                </a:lnTo>
                <a:lnTo>
                  <a:pt x="161" y="8020"/>
                </a:lnTo>
                <a:lnTo>
                  <a:pt x="207" y="7833"/>
                </a:lnTo>
                <a:lnTo>
                  <a:pt x="207" y="7687"/>
                </a:lnTo>
                <a:lnTo>
                  <a:pt x="253" y="7541"/>
                </a:lnTo>
                <a:lnTo>
                  <a:pt x="322" y="7354"/>
                </a:lnTo>
                <a:lnTo>
                  <a:pt x="369" y="7208"/>
                </a:lnTo>
                <a:lnTo>
                  <a:pt x="415" y="7020"/>
                </a:lnTo>
                <a:lnTo>
                  <a:pt x="415" y="6874"/>
                </a:lnTo>
                <a:lnTo>
                  <a:pt x="530" y="6687"/>
                </a:lnTo>
                <a:lnTo>
                  <a:pt x="530" y="6541"/>
                </a:lnTo>
                <a:lnTo>
                  <a:pt x="576" y="6395"/>
                </a:lnTo>
                <a:lnTo>
                  <a:pt x="622" y="6208"/>
                </a:lnTo>
                <a:lnTo>
                  <a:pt x="692" y="6062"/>
                </a:lnTo>
                <a:lnTo>
                  <a:pt x="738" y="5874"/>
                </a:lnTo>
                <a:lnTo>
                  <a:pt x="738" y="5729"/>
                </a:lnTo>
                <a:lnTo>
                  <a:pt x="784" y="5583"/>
                </a:lnTo>
                <a:lnTo>
                  <a:pt x="830" y="5395"/>
                </a:lnTo>
                <a:lnTo>
                  <a:pt x="899" y="5249"/>
                </a:lnTo>
                <a:lnTo>
                  <a:pt x="945" y="5062"/>
                </a:lnTo>
                <a:lnTo>
                  <a:pt x="991" y="4916"/>
                </a:lnTo>
                <a:lnTo>
                  <a:pt x="991" y="4770"/>
                </a:lnTo>
                <a:lnTo>
                  <a:pt x="1061" y="4583"/>
                </a:lnTo>
                <a:lnTo>
                  <a:pt x="1107" y="4437"/>
                </a:lnTo>
                <a:lnTo>
                  <a:pt x="1153" y="4249"/>
                </a:lnTo>
                <a:lnTo>
                  <a:pt x="1199" y="4104"/>
                </a:lnTo>
                <a:lnTo>
                  <a:pt x="1199" y="3958"/>
                </a:lnTo>
                <a:lnTo>
                  <a:pt x="1268" y="3770"/>
                </a:lnTo>
                <a:lnTo>
                  <a:pt x="1314" y="3624"/>
                </a:lnTo>
                <a:lnTo>
                  <a:pt x="1361" y="3437"/>
                </a:lnTo>
                <a:lnTo>
                  <a:pt x="1407" y="3291"/>
                </a:lnTo>
                <a:lnTo>
                  <a:pt x="1476" y="3104"/>
                </a:lnTo>
                <a:lnTo>
                  <a:pt x="1522" y="2958"/>
                </a:lnTo>
                <a:lnTo>
                  <a:pt x="1522" y="2812"/>
                </a:lnTo>
                <a:lnTo>
                  <a:pt x="1568" y="2624"/>
                </a:lnTo>
                <a:lnTo>
                  <a:pt x="1637" y="2479"/>
                </a:lnTo>
                <a:lnTo>
                  <a:pt x="1684" y="2291"/>
                </a:lnTo>
                <a:lnTo>
                  <a:pt x="1730" y="2145"/>
                </a:lnTo>
                <a:lnTo>
                  <a:pt x="1776" y="1999"/>
                </a:lnTo>
                <a:lnTo>
                  <a:pt x="1845" y="1812"/>
                </a:lnTo>
                <a:lnTo>
                  <a:pt x="1845" y="1666"/>
                </a:lnTo>
                <a:lnTo>
                  <a:pt x="1891" y="1479"/>
                </a:lnTo>
                <a:lnTo>
                  <a:pt x="1937" y="1333"/>
                </a:lnTo>
                <a:lnTo>
                  <a:pt x="2007" y="1187"/>
                </a:lnTo>
                <a:lnTo>
                  <a:pt x="2053" y="999"/>
                </a:lnTo>
                <a:lnTo>
                  <a:pt x="2099" y="854"/>
                </a:lnTo>
                <a:lnTo>
                  <a:pt x="2145" y="666"/>
                </a:lnTo>
                <a:lnTo>
                  <a:pt x="2145" y="520"/>
                </a:lnTo>
                <a:lnTo>
                  <a:pt x="2214" y="374"/>
                </a:lnTo>
                <a:lnTo>
                  <a:pt x="2260" y="187"/>
                </a:lnTo>
                <a:lnTo>
                  <a:pt x="2306" y="4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1875018" y="3242522"/>
            <a:ext cx="2306" cy="8208"/>
          </a:xfrm>
          <a:custGeom>
            <a:avLst/>
            <a:gdLst/>
            <a:ahLst/>
            <a:cxnLst/>
            <a:rect l="l" t="t" r="r" b="b"/>
            <a:pathLst>
              <a:path w="2306" h="8208">
                <a:moveTo>
                  <a:pt x="0" y="8208"/>
                </a:moveTo>
                <a:lnTo>
                  <a:pt x="46" y="8062"/>
                </a:lnTo>
                <a:lnTo>
                  <a:pt x="115" y="7916"/>
                </a:lnTo>
                <a:lnTo>
                  <a:pt x="161" y="7729"/>
                </a:lnTo>
                <a:lnTo>
                  <a:pt x="161" y="7583"/>
                </a:lnTo>
                <a:lnTo>
                  <a:pt x="207" y="7437"/>
                </a:lnTo>
                <a:lnTo>
                  <a:pt x="276" y="7249"/>
                </a:lnTo>
                <a:lnTo>
                  <a:pt x="322" y="7104"/>
                </a:lnTo>
                <a:lnTo>
                  <a:pt x="369" y="6916"/>
                </a:lnTo>
                <a:lnTo>
                  <a:pt x="415" y="6770"/>
                </a:lnTo>
                <a:lnTo>
                  <a:pt x="415" y="6624"/>
                </a:lnTo>
                <a:lnTo>
                  <a:pt x="530" y="6437"/>
                </a:lnTo>
                <a:lnTo>
                  <a:pt x="530" y="6291"/>
                </a:lnTo>
                <a:lnTo>
                  <a:pt x="576" y="6104"/>
                </a:lnTo>
                <a:lnTo>
                  <a:pt x="645" y="5958"/>
                </a:lnTo>
                <a:lnTo>
                  <a:pt x="692" y="5812"/>
                </a:lnTo>
                <a:lnTo>
                  <a:pt x="738" y="5624"/>
                </a:lnTo>
                <a:lnTo>
                  <a:pt x="738" y="5479"/>
                </a:lnTo>
                <a:lnTo>
                  <a:pt x="784" y="5291"/>
                </a:lnTo>
                <a:lnTo>
                  <a:pt x="853" y="5145"/>
                </a:lnTo>
                <a:lnTo>
                  <a:pt x="899" y="4999"/>
                </a:lnTo>
                <a:lnTo>
                  <a:pt x="945" y="4812"/>
                </a:lnTo>
                <a:lnTo>
                  <a:pt x="991" y="4666"/>
                </a:lnTo>
                <a:lnTo>
                  <a:pt x="1061" y="4479"/>
                </a:lnTo>
                <a:lnTo>
                  <a:pt x="1107" y="4333"/>
                </a:lnTo>
                <a:lnTo>
                  <a:pt x="1153" y="4145"/>
                </a:lnTo>
                <a:lnTo>
                  <a:pt x="1153" y="3999"/>
                </a:lnTo>
                <a:lnTo>
                  <a:pt x="1222" y="3854"/>
                </a:lnTo>
                <a:lnTo>
                  <a:pt x="1268" y="3666"/>
                </a:lnTo>
                <a:lnTo>
                  <a:pt x="1314" y="3520"/>
                </a:lnTo>
                <a:lnTo>
                  <a:pt x="1361" y="3333"/>
                </a:lnTo>
                <a:lnTo>
                  <a:pt x="1430" y="3187"/>
                </a:lnTo>
                <a:lnTo>
                  <a:pt x="1430" y="3041"/>
                </a:lnTo>
                <a:lnTo>
                  <a:pt x="1476" y="2854"/>
                </a:lnTo>
                <a:lnTo>
                  <a:pt x="1522" y="2708"/>
                </a:lnTo>
                <a:lnTo>
                  <a:pt x="1568" y="2520"/>
                </a:lnTo>
                <a:lnTo>
                  <a:pt x="1637" y="2374"/>
                </a:lnTo>
                <a:lnTo>
                  <a:pt x="1684" y="2229"/>
                </a:lnTo>
                <a:lnTo>
                  <a:pt x="1730" y="2041"/>
                </a:lnTo>
                <a:lnTo>
                  <a:pt x="1730" y="1895"/>
                </a:lnTo>
                <a:lnTo>
                  <a:pt x="1845" y="1708"/>
                </a:lnTo>
                <a:lnTo>
                  <a:pt x="1845" y="1562"/>
                </a:lnTo>
                <a:lnTo>
                  <a:pt x="1891" y="1416"/>
                </a:lnTo>
                <a:lnTo>
                  <a:pt x="1937" y="1229"/>
                </a:lnTo>
                <a:lnTo>
                  <a:pt x="2007" y="1083"/>
                </a:lnTo>
                <a:lnTo>
                  <a:pt x="2053" y="895"/>
                </a:lnTo>
                <a:lnTo>
                  <a:pt x="2099" y="749"/>
                </a:lnTo>
                <a:lnTo>
                  <a:pt x="2168" y="562"/>
                </a:lnTo>
                <a:lnTo>
                  <a:pt x="2214" y="416"/>
                </a:lnTo>
                <a:lnTo>
                  <a:pt x="2214" y="270"/>
                </a:lnTo>
                <a:lnTo>
                  <a:pt x="2260" y="8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1877325" y="3234584"/>
            <a:ext cx="2329" cy="7937"/>
          </a:xfrm>
          <a:custGeom>
            <a:avLst/>
            <a:gdLst/>
            <a:ahLst/>
            <a:cxnLst/>
            <a:rect l="l" t="t" r="r" b="b"/>
            <a:pathLst>
              <a:path w="2329" h="7937">
                <a:moveTo>
                  <a:pt x="0" y="7937"/>
                </a:moveTo>
                <a:lnTo>
                  <a:pt x="69" y="7791"/>
                </a:lnTo>
                <a:lnTo>
                  <a:pt x="69" y="7645"/>
                </a:lnTo>
                <a:lnTo>
                  <a:pt x="115" y="7499"/>
                </a:lnTo>
                <a:lnTo>
                  <a:pt x="161" y="7354"/>
                </a:lnTo>
                <a:lnTo>
                  <a:pt x="207" y="7208"/>
                </a:lnTo>
                <a:lnTo>
                  <a:pt x="207" y="7062"/>
                </a:lnTo>
                <a:lnTo>
                  <a:pt x="322" y="6874"/>
                </a:lnTo>
                <a:lnTo>
                  <a:pt x="322" y="6729"/>
                </a:lnTo>
                <a:lnTo>
                  <a:pt x="369" y="6583"/>
                </a:lnTo>
                <a:lnTo>
                  <a:pt x="438" y="6395"/>
                </a:lnTo>
                <a:lnTo>
                  <a:pt x="484" y="6249"/>
                </a:lnTo>
                <a:lnTo>
                  <a:pt x="530" y="6062"/>
                </a:lnTo>
                <a:lnTo>
                  <a:pt x="576" y="5916"/>
                </a:lnTo>
                <a:lnTo>
                  <a:pt x="576" y="5770"/>
                </a:lnTo>
                <a:lnTo>
                  <a:pt x="692" y="5583"/>
                </a:lnTo>
                <a:lnTo>
                  <a:pt x="692" y="5437"/>
                </a:lnTo>
                <a:lnTo>
                  <a:pt x="738" y="5249"/>
                </a:lnTo>
                <a:lnTo>
                  <a:pt x="807" y="5104"/>
                </a:lnTo>
                <a:lnTo>
                  <a:pt x="853" y="4916"/>
                </a:lnTo>
                <a:lnTo>
                  <a:pt x="899" y="4770"/>
                </a:lnTo>
                <a:lnTo>
                  <a:pt x="945" y="4624"/>
                </a:lnTo>
                <a:lnTo>
                  <a:pt x="1015" y="4437"/>
                </a:lnTo>
                <a:lnTo>
                  <a:pt x="1061" y="4291"/>
                </a:lnTo>
                <a:lnTo>
                  <a:pt x="1107" y="4104"/>
                </a:lnTo>
                <a:lnTo>
                  <a:pt x="1107" y="3958"/>
                </a:lnTo>
                <a:lnTo>
                  <a:pt x="1153" y="3812"/>
                </a:lnTo>
                <a:lnTo>
                  <a:pt x="1222" y="3624"/>
                </a:lnTo>
                <a:lnTo>
                  <a:pt x="1268" y="3479"/>
                </a:lnTo>
                <a:lnTo>
                  <a:pt x="1314" y="3291"/>
                </a:lnTo>
                <a:lnTo>
                  <a:pt x="1384" y="3145"/>
                </a:lnTo>
                <a:lnTo>
                  <a:pt x="1430" y="2999"/>
                </a:lnTo>
                <a:lnTo>
                  <a:pt x="1476" y="2812"/>
                </a:lnTo>
                <a:lnTo>
                  <a:pt x="1522" y="2666"/>
                </a:lnTo>
                <a:lnTo>
                  <a:pt x="1591" y="2479"/>
                </a:lnTo>
                <a:lnTo>
                  <a:pt x="1591" y="2333"/>
                </a:lnTo>
                <a:lnTo>
                  <a:pt x="1637" y="2187"/>
                </a:lnTo>
                <a:lnTo>
                  <a:pt x="1684" y="1999"/>
                </a:lnTo>
                <a:lnTo>
                  <a:pt x="1730" y="1854"/>
                </a:lnTo>
                <a:lnTo>
                  <a:pt x="1799" y="1666"/>
                </a:lnTo>
                <a:lnTo>
                  <a:pt x="1845" y="1520"/>
                </a:lnTo>
                <a:lnTo>
                  <a:pt x="1891" y="1333"/>
                </a:lnTo>
                <a:lnTo>
                  <a:pt x="1960" y="1187"/>
                </a:lnTo>
                <a:lnTo>
                  <a:pt x="2007" y="1041"/>
                </a:lnTo>
                <a:lnTo>
                  <a:pt x="2053" y="854"/>
                </a:lnTo>
                <a:lnTo>
                  <a:pt x="2053" y="708"/>
                </a:lnTo>
                <a:lnTo>
                  <a:pt x="2168" y="520"/>
                </a:lnTo>
                <a:lnTo>
                  <a:pt x="2168" y="374"/>
                </a:lnTo>
                <a:lnTo>
                  <a:pt x="2214" y="229"/>
                </a:lnTo>
                <a:lnTo>
                  <a:pt x="2260" y="4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1879655" y="3226897"/>
            <a:ext cx="2237" cy="7687"/>
          </a:xfrm>
          <a:custGeom>
            <a:avLst/>
            <a:gdLst/>
            <a:ahLst/>
            <a:cxnLst/>
            <a:rect l="l" t="t" r="r" b="b"/>
            <a:pathLst>
              <a:path w="2237" h="7687">
                <a:moveTo>
                  <a:pt x="0" y="7687"/>
                </a:moveTo>
                <a:lnTo>
                  <a:pt x="0" y="7541"/>
                </a:lnTo>
                <a:lnTo>
                  <a:pt x="46" y="7395"/>
                </a:lnTo>
                <a:lnTo>
                  <a:pt x="92" y="7249"/>
                </a:lnTo>
                <a:lnTo>
                  <a:pt x="138" y="7104"/>
                </a:lnTo>
                <a:lnTo>
                  <a:pt x="207" y="6916"/>
                </a:lnTo>
                <a:lnTo>
                  <a:pt x="253" y="6770"/>
                </a:lnTo>
                <a:lnTo>
                  <a:pt x="299" y="6583"/>
                </a:lnTo>
                <a:lnTo>
                  <a:pt x="299" y="6437"/>
                </a:lnTo>
                <a:lnTo>
                  <a:pt x="346" y="6291"/>
                </a:lnTo>
                <a:lnTo>
                  <a:pt x="415" y="6104"/>
                </a:lnTo>
                <a:lnTo>
                  <a:pt x="461" y="5958"/>
                </a:lnTo>
                <a:lnTo>
                  <a:pt x="507" y="5770"/>
                </a:lnTo>
                <a:lnTo>
                  <a:pt x="576" y="5624"/>
                </a:lnTo>
                <a:lnTo>
                  <a:pt x="622" y="5437"/>
                </a:lnTo>
                <a:lnTo>
                  <a:pt x="669" y="5291"/>
                </a:lnTo>
                <a:lnTo>
                  <a:pt x="715" y="5145"/>
                </a:lnTo>
                <a:lnTo>
                  <a:pt x="784" y="4958"/>
                </a:lnTo>
                <a:lnTo>
                  <a:pt x="830" y="4812"/>
                </a:lnTo>
                <a:lnTo>
                  <a:pt x="876" y="4624"/>
                </a:lnTo>
                <a:lnTo>
                  <a:pt x="876" y="4479"/>
                </a:lnTo>
                <a:lnTo>
                  <a:pt x="945" y="4333"/>
                </a:lnTo>
                <a:lnTo>
                  <a:pt x="991" y="4145"/>
                </a:lnTo>
                <a:lnTo>
                  <a:pt x="1038" y="3999"/>
                </a:lnTo>
                <a:lnTo>
                  <a:pt x="1084" y="3812"/>
                </a:lnTo>
                <a:lnTo>
                  <a:pt x="1153" y="3666"/>
                </a:lnTo>
                <a:lnTo>
                  <a:pt x="1199" y="3520"/>
                </a:lnTo>
                <a:lnTo>
                  <a:pt x="1245" y="3333"/>
                </a:lnTo>
                <a:lnTo>
                  <a:pt x="1291" y="3187"/>
                </a:lnTo>
                <a:lnTo>
                  <a:pt x="1361" y="2999"/>
                </a:lnTo>
                <a:lnTo>
                  <a:pt x="1407" y="2854"/>
                </a:lnTo>
                <a:lnTo>
                  <a:pt x="1453" y="2708"/>
                </a:lnTo>
                <a:lnTo>
                  <a:pt x="1522" y="2520"/>
                </a:lnTo>
                <a:lnTo>
                  <a:pt x="1568" y="2374"/>
                </a:lnTo>
                <a:lnTo>
                  <a:pt x="1614" y="2187"/>
                </a:lnTo>
                <a:lnTo>
                  <a:pt x="1660" y="2041"/>
                </a:lnTo>
                <a:lnTo>
                  <a:pt x="1730" y="1854"/>
                </a:lnTo>
                <a:lnTo>
                  <a:pt x="1730" y="1708"/>
                </a:lnTo>
                <a:lnTo>
                  <a:pt x="1776" y="1562"/>
                </a:lnTo>
                <a:lnTo>
                  <a:pt x="1822" y="1374"/>
                </a:lnTo>
                <a:lnTo>
                  <a:pt x="1868" y="1229"/>
                </a:lnTo>
                <a:lnTo>
                  <a:pt x="1937" y="1041"/>
                </a:lnTo>
                <a:lnTo>
                  <a:pt x="1983" y="895"/>
                </a:lnTo>
                <a:lnTo>
                  <a:pt x="2030" y="749"/>
                </a:lnTo>
                <a:lnTo>
                  <a:pt x="2099" y="562"/>
                </a:lnTo>
                <a:lnTo>
                  <a:pt x="2145" y="416"/>
                </a:lnTo>
                <a:lnTo>
                  <a:pt x="2191" y="229"/>
                </a:lnTo>
                <a:lnTo>
                  <a:pt x="2237" y="8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1881893" y="3219439"/>
            <a:ext cx="2329" cy="7458"/>
          </a:xfrm>
          <a:custGeom>
            <a:avLst/>
            <a:gdLst/>
            <a:ahLst/>
            <a:cxnLst/>
            <a:rect l="l" t="t" r="r" b="b"/>
            <a:pathLst>
              <a:path w="2329" h="7458">
                <a:moveTo>
                  <a:pt x="0" y="7458"/>
                </a:moveTo>
                <a:lnTo>
                  <a:pt x="69" y="7312"/>
                </a:lnTo>
                <a:lnTo>
                  <a:pt x="115" y="7166"/>
                </a:lnTo>
                <a:lnTo>
                  <a:pt x="161" y="7020"/>
                </a:lnTo>
                <a:lnTo>
                  <a:pt x="230" y="6874"/>
                </a:lnTo>
                <a:lnTo>
                  <a:pt x="230" y="6729"/>
                </a:lnTo>
                <a:lnTo>
                  <a:pt x="276" y="6583"/>
                </a:lnTo>
                <a:lnTo>
                  <a:pt x="322" y="6395"/>
                </a:lnTo>
                <a:lnTo>
                  <a:pt x="369" y="6249"/>
                </a:lnTo>
                <a:lnTo>
                  <a:pt x="438" y="6062"/>
                </a:lnTo>
                <a:lnTo>
                  <a:pt x="484" y="5916"/>
                </a:lnTo>
                <a:lnTo>
                  <a:pt x="530" y="5729"/>
                </a:lnTo>
                <a:lnTo>
                  <a:pt x="576" y="5583"/>
                </a:lnTo>
                <a:lnTo>
                  <a:pt x="645" y="5437"/>
                </a:lnTo>
                <a:lnTo>
                  <a:pt x="692" y="5249"/>
                </a:lnTo>
                <a:lnTo>
                  <a:pt x="738" y="5104"/>
                </a:lnTo>
                <a:lnTo>
                  <a:pt x="807" y="4916"/>
                </a:lnTo>
                <a:lnTo>
                  <a:pt x="853" y="4770"/>
                </a:lnTo>
                <a:lnTo>
                  <a:pt x="899" y="4624"/>
                </a:lnTo>
                <a:lnTo>
                  <a:pt x="945" y="4437"/>
                </a:lnTo>
                <a:lnTo>
                  <a:pt x="1015" y="4291"/>
                </a:lnTo>
                <a:lnTo>
                  <a:pt x="1061" y="4104"/>
                </a:lnTo>
                <a:lnTo>
                  <a:pt x="1107" y="3958"/>
                </a:lnTo>
                <a:lnTo>
                  <a:pt x="1153" y="3812"/>
                </a:lnTo>
                <a:lnTo>
                  <a:pt x="1222" y="3624"/>
                </a:lnTo>
                <a:lnTo>
                  <a:pt x="1222" y="3479"/>
                </a:lnTo>
                <a:lnTo>
                  <a:pt x="1314" y="3291"/>
                </a:lnTo>
                <a:lnTo>
                  <a:pt x="1314" y="3145"/>
                </a:lnTo>
                <a:lnTo>
                  <a:pt x="1384" y="2999"/>
                </a:lnTo>
                <a:lnTo>
                  <a:pt x="1430" y="2812"/>
                </a:lnTo>
                <a:lnTo>
                  <a:pt x="1476" y="2666"/>
                </a:lnTo>
                <a:lnTo>
                  <a:pt x="1522" y="2479"/>
                </a:lnTo>
                <a:lnTo>
                  <a:pt x="1591" y="2333"/>
                </a:lnTo>
                <a:lnTo>
                  <a:pt x="1637" y="2145"/>
                </a:lnTo>
                <a:lnTo>
                  <a:pt x="1684" y="1999"/>
                </a:lnTo>
                <a:lnTo>
                  <a:pt x="1753" y="1854"/>
                </a:lnTo>
                <a:lnTo>
                  <a:pt x="1799" y="1666"/>
                </a:lnTo>
                <a:lnTo>
                  <a:pt x="1845" y="1520"/>
                </a:lnTo>
                <a:lnTo>
                  <a:pt x="1891" y="1333"/>
                </a:lnTo>
                <a:lnTo>
                  <a:pt x="1960" y="1187"/>
                </a:lnTo>
                <a:lnTo>
                  <a:pt x="2007" y="1041"/>
                </a:lnTo>
                <a:lnTo>
                  <a:pt x="2053" y="854"/>
                </a:lnTo>
                <a:lnTo>
                  <a:pt x="2099" y="708"/>
                </a:lnTo>
                <a:lnTo>
                  <a:pt x="2168" y="520"/>
                </a:lnTo>
                <a:lnTo>
                  <a:pt x="2214" y="374"/>
                </a:lnTo>
                <a:lnTo>
                  <a:pt x="2260" y="229"/>
                </a:lnTo>
                <a:lnTo>
                  <a:pt x="2329" y="41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1884223" y="3212314"/>
            <a:ext cx="2306" cy="7124"/>
          </a:xfrm>
          <a:custGeom>
            <a:avLst/>
            <a:gdLst/>
            <a:ahLst/>
            <a:cxnLst/>
            <a:rect l="l" t="t" r="r" b="b"/>
            <a:pathLst>
              <a:path w="2306" h="7124">
                <a:moveTo>
                  <a:pt x="0" y="7124"/>
                </a:moveTo>
                <a:lnTo>
                  <a:pt x="46" y="6979"/>
                </a:lnTo>
                <a:lnTo>
                  <a:pt x="92" y="6833"/>
                </a:lnTo>
                <a:lnTo>
                  <a:pt x="138" y="6687"/>
                </a:lnTo>
                <a:lnTo>
                  <a:pt x="207" y="6541"/>
                </a:lnTo>
                <a:lnTo>
                  <a:pt x="253" y="6354"/>
                </a:lnTo>
                <a:lnTo>
                  <a:pt x="299" y="6208"/>
                </a:lnTo>
                <a:lnTo>
                  <a:pt x="369" y="6020"/>
                </a:lnTo>
                <a:lnTo>
                  <a:pt x="415" y="5874"/>
                </a:lnTo>
                <a:lnTo>
                  <a:pt x="461" y="5687"/>
                </a:lnTo>
                <a:lnTo>
                  <a:pt x="507" y="5541"/>
                </a:lnTo>
                <a:lnTo>
                  <a:pt x="576" y="5395"/>
                </a:lnTo>
                <a:lnTo>
                  <a:pt x="622" y="5208"/>
                </a:lnTo>
                <a:lnTo>
                  <a:pt x="669" y="5062"/>
                </a:lnTo>
                <a:lnTo>
                  <a:pt x="715" y="4874"/>
                </a:lnTo>
                <a:lnTo>
                  <a:pt x="784" y="4729"/>
                </a:lnTo>
                <a:lnTo>
                  <a:pt x="830" y="4583"/>
                </a:lnTo>
                <a:lnTo>
                  <a:pt x="876" y="4395"/>
                </a:lnTo>
                <a:lnTo>
                  <a:pt x="945" y="4249"/>
                </a:lnTo>
                <a:lnTo>
                  <a:pt x="991" y="4062"/>
                </a:lnTo>
                <a:lnTo>
                  <a:pt x="1038" y="3916"/>
                </a:lnTo>
                <a:lnTo>
                  <a:pt x="1084" y="3770"/>
                </a:lnTo>
                <a:lnTo>
                  <a:pt x="1153" y="3583"/>
                </a:lnTo>
                <a:lnTo>
                  <a:pt x="1199" y="3437"/>
                </a:lnTo>
                <a:lnTo>
                  <a:pt x="1245" y="3249"/>
                </a:lnTo>
                <a:lnTo>
                  <a:pt x="1291" y="3104"/>
                </a:lnTo>
                <a:lnTo>
                  <a:pt x="1291" y="2958"/>
                </a:lnTo>
                <a:lnTo>
                  <a:pt x="1407" y="2770"/>
                </a:lnTo>
                <a:lnTo>
                  <a:pt x="1453" y="2624"/>
                </a:lnTo>
                <a:lnTo>
                  <a:pt x="1522" y="2437"/>
                </a:lnTo>
                <a:lnTo>
                  <a:pt x="1568" y="2291"/>
                </a:lnTo>
                <a:lnTo>
                  <a:pt x="1614" y="2104"/>
                </a:lnTo>
                <a:lnTo>
                  <a:pt x="1660" y="1958"/>
                </a:lnTo>
                <a:lnTo>
                  <a:pt x="1730" y="1812"/>
                </a:lnTo>
                <a:lnTo>
                  <a:pt x="1776" y="1624"/>
                </a:lnTo>
                <a:lnTo>
                  <a:pt x="1822" y="1479"/>
                </a:lnTo>
                <a:lnTo>
                  <a:pt x="1891" y="1291"/>
                </a:lnTo>
                <a:lnTo>
                  <a:pt x="1937" y="1145"/>
                </a:lnTo>
                <a:lnTo>
                  <a:pt x="1983" y="999"/>
                </a:lnTo>
                <a:lnTo>
                  <a:pt x="2030" y="812"/>
                </a:lnTo>
                <a:lnTo>
                  <a:pt x="2099" y="666"/>
                </a:lnTo>
                <a:lnTo>
                  <a:pt x="2145" y="479"/>
                </a:lnTo>
                <a:lnTo>
                  <a:pt x="2191" y="333"/>
                </a:lnTo>
                <a:lnTo>
                  <a:pt x="2237" y="187"/>
                </a:lnTo>
                <a:lnTo>
                  <a:pt x="2306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1886530" y="3205481"/>
            <a:ext cx="2306" cy="6833"/>
          </a:xfrm>
          <a:custGeom>
            <a:avLst/>
            <a:gdLst/>
            <a:ahLst/>
            <a:cxnLst/>
            <a:rect l="l" t="t" r="r" b="b"/>
            <a:pathLst>
              <a:path w="2306" h="6833">
                <a:moveTo>
                  <a:pt x="0" y="6833"/>
                </a:moveTo>
                <a:lnTo>
                  <a:pt x="46" y="6687"/>
                </a:lnTo>
                <a:lnTo>
                  <a:pt x="92" y="6499"/>
                </a:lnTo>
                <a:lnTo>
                  <a:pt x="161" y="6354"/>
                </a:lnTo>
                <a:lnTo>
                  <a:pt x="207" y="6208"/>
                </a:lnTo>
                <a:lnTo>
                  <a:pt x="253" y="6020"/>
                </a:lnTo>
                <a:lnTo>
                  <a:pt x="299" y="5874"/>
                </a:lnTo>
                <a:lnTo>
                  <a:pt x="369" y="5687"/>
                </a:lnTo>
                <a:lnTo>
                  <a:pt x="415" y="5541"/>
                </a:lnTo>
                <a:lnTo>
                  <a:pt x="461" y="5354"/>
                </a:lnTo>
                <a:lnTo>
                  <a:pt x="530" y="5208"/>
                </a:lnTo>
                <a:lnTo>
                  <a:pt x="576" y="5062"/>
                </a:lnTo>
                <a:lnTo>
                  <a:pt x="622" y="4874"/>
                </a:lnTo>
                <a:lnTo>
                  <a:pt x="669" y="4729"/>
                </a:lnTo>
                <a:lnTo>
                  <a:pt x="738" y="4541"/>
                </a:lnTo>
                <a:lnTo>
                  <a:pt x="784" y="4395"/>
                </a:lnTo>
                <a:lnTo>
                  <a:pt x="830" y="4249"/>
                </a:lnTo>
                <a:lnTo>
                  <a:pt x="945" y="4062"/>
                </a:lnTo>
                <a:lnTo>
                  <a:pt x="945" y="3916"/>
                </a:lnTo>
                <a:lnTo>
                  <a:pt x="1038" y="3729"/>
                </a:lnTo>
                <a:lnTo>
                  <a:pt x="1107" y="3583"/>
                </a:lnTo>
                <a:lnTo>
                  <a:pt x="1153" y="3437"/>
                </a:lnTo>
                <a:lnTo>
                  <a:pt x="1199" y="3249"/>
                </a:lnTo>
                <a:lnTo>
                  <a:pt x="1199" y="3104"/>
                </a:lnTo>
                <a:lnTo>
                  <a:pt x="1314" y="2916"/>
                </a:lnTo>
                <a:lnTo>
                  <a:pt x="1361" y="2770"/>
                </a:lnTo>
                <a:lnTo>
                  <a:pt x="1407" y="2624"/>
                </a:lnTo>
                <a:lnTo>
                  <a:pt x="1453" y="2437"/>
                </a:lnTo>
                <a:lnTo>
                  <a:pt x="1522" y="2291"/>
                </a:lnTo>
                <a:lnTo>
                  <a:pt x="1568" y="2104"/>
                </a:lnTo>
                <a:lnTo>
                  <a:pt x="1614" y="1958"/>
                </a:lnTo>
                <a:lnTo>
                  <a:pt x="1684" y="1770"/>
                </a:lnTo>
                <a:lnTo>
                  <a:pt x="1730" y="1624"/>
                </a:lnTo>
                <a:lnTo>
                  <a:pt x="1776" y="1479"/>
                </a:lnTo>
                <a:lnTo>
                  <a:pt x="1822" y="1291"/>
                </a:lnTo>
                <a:lnTo>
                  <a:pt x="1891" y="1145"/>
                </a:lnTo>
                <a:lnTo>
                  <a:pt x="1937" y="958"/>
                </a:lnTo>
                <a:lnTo>
                  <a:pt x="1983" y="812"/>
                </a:lnTo>
                <a:lnTo>
                  <a:pt x="2053" y="666"/>
                </a:lnTo>
                <a:lnTo>
                  <a:pt x="2145" y="479"/>
                </a:lnTo>
                <a:lnTo>
                  <a:pt x="2191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1888837" y="3198939"/>
            <a:ext cx="2306" cy="6541"/>
          </a:xfrm>
          <a:custGeom>
            <a:avLst/>
            <a:gdLst/>
            <a:ahLst/>
            <a:cxnLst/>
            <a:rect l="l" t="t" r="r" b="b"/>
            <a:pathLst>
              <a:path w="2306" h="6541">
                <a:moveTo>
                  <a:pt x="0" y="6541"/>
                </a:moveTo>
                <a:lnTo>
                  <a:pt x="46" y="6395"/>
                </a:lnTo>
                <a:lnTo>
                  <a:pt x="92" y="6208"/>
                </a:lnTo>
                <a:lnTo>
                  <a:pt x="161" y="6062"/>
                </a:lnTo>
                <a:lnTo>
                  <a:pt x="207" y="5874"/>
                </a:lnTo>
                <a:lnTo>
                  <a:pt x="253" y="5729"/>
                </a:lnTo>
                <a:lnTo>
                  <a:pt x="322" y="5583"/>
                </a:lnTo>
                <a:lnTo>
                  <a:pt x="369" y="5395"/>
                </a:lnTo>
                <a:lnTo>
                  <a:pt x="415" y="5249"/>
                </a:lnTo>
                <a:lnTo>
                  <a:pt x="461" y="5062"/>
                </a:lnTo>
                <a:lnTo>
                  <a:pt x="530" y="4916"/>
                </a:lnTo>
                <a:lnTo>
                  <a:pt x="622" y="4729"/>
                </a:lnTo>
                <a:lnTo>
                  <a:pt x="622" y="4583"/>
                </a:lnTo>
                <a:lnTo>
                  <a:pt x="738" y="4437"/>
                </a:lnTo>
                <a:lnTo>
                  <a:pt x="784" y="4249"/>
                </a:lnTo>
                <a:lnTo>
                  <a:pt x="830" y="4104"/>
                </a:lnTo>
                <a:lnTo>
                  <a:pt x="899" y="3916"/>
                </a:lnTo>
                <a:lnTo>
                  <a:pt x="945" y="3770"/>
                </a:lnTo>
                <a:lnTo>
                  <a:pt x="991" y="3624"/>
                </a:lnTo>
                <a:lnTo>
                  <a:pt x="1038" y="3437"/>
                </a:lnTo>
                <a:lnTo>
                  <a:pt x="1107" y="3291"/>
                </a:lnTo>
                <a:lnTo>
                  <a:pt x="1153" y="3104"/>
                </a:lnTo>
                <a:lnTo>
                  <a:pt x="1199" y="2958"/>
                </a:lnTo>
                <a:lnTo>
                  <a:pt x="1268" y="2812"/>
                </a:lnTo>
                <a:lnTo>
                  <a:pt x="1361" y="2624"/>
                </a:lnTo>
                <a:lnTo>
                  <a:pt x="1407" y="2479"/>
                </a:lnTo>
                <a:lnTo>
                  <a:pt x="1476" y="2291"/>
                </a:lnTo>
                <a:lnTo>
                  <a:pt x="1522" y="2145"/>
                </a:lnTo>
                <a:lnTo>
                  <a:pt x="1568" y="1999"/>
                </a:lnTo>
                <a:lnTo>
                  <a:pt x="1614" y="1812"/>
                </a:lnTo>
                <a:lnTo>
                  <a:pt x="1684" y="1666"/>
                </a:lnTo>
                <a:lnTo>
                  <a:pt x="1730" y="1479"/>
                </a:lnTo>
                <a:lnTo>
                  <a:pt x="1776" y="1333"/>
                </a:lnTo>
                <a:lnTo>
                  <a:pt x="1891" y="1145"/>
                </a:lnTo>
                <a:lnTo>
                  <a:pt x="1891" y="999"/>
                </a:lnTo>
                <a:lnTo>
                  <a:pt x="1983" y="854"/>
                </a:lnTo>
                <a:lnTo>
                  <a:pt x="2053" y="666"/>
                </a:lnTo>
                <a:lnTo>
                  <a:pt x="2099" y="520"/>
                </a:lnTo>
                <a:lnTo>
                  <a:pt x="2145" y="333"/>
                </a:lnTo>
                <a:lnTo>
                  <a:pt x="2214" y="187"/>
                </a:lnTo>
                <a:lnTo>
                  <a:pt x="2260" y="41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1891144" y="3192689"/>
            <a:ext cx="2260" cy="6249"/>
          </a:xfrm>
          <a:custGeom>
            <a:avLst/>
            <a:gdLst/>
            <a:ahLst/>
            <a:cxnLst/>
            <a:rect l="l" t="t" r="r" b="b"/>
            <a:pathLst>
              <a:path w="2260" h="6249">
                <a:moveTo>
                  <a:pt x="0" y="6249"/>
                </a:moveTo>
                <a:lnTo>
                  <a:pt x="0" y="6104"/>
                </a:lnTo>
                <a:lnTo>
                  <a:pt x="46" y="5958"/>
                </a:lnTo>
                <a:lnTo>
                  <a:pt x="161" y="5770"/>
                </a:lnTo>
                <a:lnTo>
                  <a:pt x="207" y="5624"/>
                </a:lnTo>
                <a:lnTo>
                  <a:pt x="253" y="5479"/>
                </a:lnTo>
                <a:lnTo>
                  <a:pt x="322" y="5291"/>
                </a:lnTo>
                <a:lnTo>
                  <a:pt x="369" y="5145"/>
                </a:lnTo>
                <a:lnTo>
                  <a:pt x="415" y="4958"/>
                </a:lnTo>
                <a:lnTo>
                  <a:pt x="484" y="4812"/>
                </a:lnTo>
                <a:lnTo>
                  <a:pt x="530" y="4666"/>
                </a:lnTo>
                <a:lnTo>
                  <a:pt x="622" y="4479"/>
                </a:lnTo>
                <a:lnTo>
                  <a:pt x="622" y="4333"/>
                </a:lnTo>
                <a:lnTo>
                  <a:pt x="738" y="4145"/>
                </a:lnTo>
                <a:lnTo>
                  <a:pt x="784" y="3999"/>
                </a:lnTo>
                <a:lnTo>
                  <a:pt x="830" y="3812"/>
                </a:lnTo>
                <a:lnTo>
                  <a:pt x="899" y="3666"/>
                </a:lnTo>
                <a:lnTo>
                  <a:pt x="945" y="3520"/>
                </a:lnTo>
                <a:lnTo>
                  <a:pt x="1061" y="3333"/>
                </a:lnTo>
                <a:lnTo>
                  <a:pt x="1107" y="3187"/>
                </a:lnTo>
                <a:lnTo>
                  <a:pt x="1153" y="2999"/>
                </a:lnTo>
                <a:lnTo>
                  <a:pt x="1199" y="2854"/>
                </a:lnTo>
                <a:lnTo>
                  <a:pt x="1268" y="2708"/>
                </a:lnTo>
                <a:lnTo>
                  <a:pt x="1314" y="2520"/>
                </a:lnTo>
                <a:lnTo>
                  <a:pt x="1361" y="2374"/>
                </a:lnTo>
                <a:lnTo>
                  <a:pt x="1476" y="2187"/>
                </a:lnTo>
                <a:lnTo>
                  <a:pt x="1522" y="2041"/>
                </a:lnTo>
                <a:lnTo>
                  <a:pt x="1568" y="1895"/>
                </a:lnTo>
                <a:lnTo>
                  <a:pt x="1637" y="1708"/>
                </a:lnTo>
                <a:lnTo>
                  <a:pt x="1684" y="1562"/>
                </a:lnTo>
                <a:lnTo>
                  <a:pt x="1730" y="1374"/>
                </a:lnTo>
                <a:lnTo>
                  <a:pt x="1776" y="1229"/>
                </a:lnTo>
                <a:lnTo>
                  <a:pt x="1845" y="1083"/>
                </a:lnTo>
                <a:lnTo>
                  <a:pt x="1937" y="895"/>
                </a:lnTo>
                <a:lnTo>
                  <a:pt x="2007" y="749"/>
                </a:lnTo>
                <a:lnTo>
                  <a:pt x="2053" y="562"/>
                </a:lnTo>
                <a:lnTo>
                  <a:pt x="2099" y="416"/>
                </a:lnTo>
                <a:lnTo>
                  <a:pt x="2214" y="229"/>
                </a:lnTo>
                <a:lnTo>
                  <a:pt x="2260" y="83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1893404" y="3186752"/>
            <a:ext cx="2306" cy="5937"/>
          </a:xfrm>
          <a:custGeom>
            <a:avLst/>
            <a:gdLst/>
            <a:ahLst/>
            <a:cxnLst/>
            <a:rect l="l" t="t" r="r" b="b"/>
            <a:pathLst>
              <a:path w="2306" h="5937">
                <a:moveTo>
                  <a:pt x="0" y="5937"/>
                </a:moveTo>
                <a:lnTo>
                  <a:pt x="46" y="5791"/>
                </a:lnTo>
                <a:lnTo>
                  <a:pt x="115" y="5645"/>
                </a:lnTo>
                <a:lnTo>
                  <a:pt x="161" y="5499"/>
                </a:lnTo>
                <a:lnTo>
                  <a:pt x="207" y="5354"/>
                </a:lnTo>
                <a:lnTo>
                  <a:pt x="253" y="5208"/>
                </a:lnTo>
                <a:lnTo>
                  <a:pt x="322" y="5062"/>
                </a:lnTo>
                <a:lnTo>
                  <a:pt x="415" y="4874"/>
                </a:lnTo>
                <a:lnTo>
                  <a:pt x="461" y="4729"/>
                </a:lnTo>
                <a:lnTo>
                  <a:pt x="530" y="4541"/>
                </a:lnTo>
                <a:lnTo>
                  <a:pt x="576" y="4395"/>
                </a:lnTo>
                <a:lnTo>
                  <a:pt x="622" y="4249"/>
                </a:lnTo>
                <a:lnTo>
                  <a:pt x="738" y="4062"/>
                </a:lnTo>
                <a:lnTo>
                  <a:pt x="784" y="3916"/>
                </a:lnTo>
                <a:lnTo>
                  <a:pt x="830" y="3729"/>
                </a:lnTo>
                <a:lnTo>
                  <a:pt x="899" y="3583"/>
                </a:lnTo>
                <a:lnTo>
                  <a:pt x="945" y="3437"/>
                </a:lnTo>
                <a:lnTo>
                  <a:pt x="1038" y="3249"/>
                </a:lnTo>
                <a:lnTo>
                  <a:pt x="1107" y="3104"/>
                </a:lnTo>
                <a:lnTo>
                  <a:pt x="1153" y="2916"/>
                </a:lnTo>
                <a:lnTo>
                  <a:pt x="1199" y="2770"/>
                </a:lnTo>
                <a:lnTo>
                  <a:pt x="1268" y="2583"/>
                </a:lnTo>
                <a:lnTo>
                  <a:pt x="1361" y="2437"/>
                </a:lnTo>
                <a:lnTo>
                  <a:pt x="1407" y="2291"/>
                </a:lnTo>
                <a:lnTo>
                  <a:pt x="1476" y="2104"/>
                </a:lnTo>
                <a:lnTo>
                  <a:pt x="1522" y="1958"/>
                </a:lnTo>
                <a:lnTo>
                  <a:pt x="1637" y="1770"/>
                </a:lnTo>
                <a:lnTo>
                  <a:pt x="1684" y="1624"/>
                </a:lnTo>
                <a:lnTo>
                  <a:pt x="1730" y="1479"/>
                </a:lnTo>
                <a:lnTo>
                  <a:pt x="1776" y="1291"/>
                </a:lnTo>
                <a:lnTo>
                  <a:pt x="1845" y="1145"/>
                </a:lnTo>
                <a:lnTo>
                  <a:pt x="1937" y="958"/>
                </a:lnTo>
                <a:lnTo>
                  <a:pt x="1983" y="812"/>
                </a:lnTo>
                <a:lnTo>
                  <a:pt x="2053" y="666"/>
                </a:lnTo>
                <a:lnTo>
                  <a:pt x="2099" y="479"/>
                </a:lnTo>
                <a:lnTo>
                  <a:pt x="2145" y="333"/>
                </a:lnTo>
                <a:lnTo>
                  <a:pt x="2260" y="145"/>
                </a:lnTo>
                <a:lnTo>
                  <a:pt x="2306" y="0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1895711" y="3181127"/>
            <a:ext cx="2306" cy="5624"/>
          </a:xfrm>
          <a:custGeom>
            <a:avLst/>
            <a:gdLst/>
            <a:ahLst/>
            <a:cxnLst/>
            <a:rect l="l" t="t" r="r" b="b"/>
            <a:pathLst>
              <a:path w="2306" h="5624">
                <a:moveTo>
                  <a:pt x="0" y="5624"/>
                </a:moveTo>
                <a:lnTo>
                  <a:pt x="46" y="5479"/>
                </a:lnTo>
                <a:lnTo>
                  <a:pt x="115" y="5291"/>
                </a:lnTo>
                <a:lnTo>
                  <a:pt x="207" y="5145"/>
                </a:lnTo>
                <a:lnTo>
                  <a:pt x="276" y="4958"/>
                </a:lnTo>
                <a:lnTo>
                  <a:pt x="322" y="4812"/>
                </a:lnTo>
                <a:lnTo>
                  <a:pt x="415" y="4624"/>
                </a:lnTo>
                <a:lnTo>
                  <a:pt x="484" y="4479"/>
                </a:lnTo>
                <a:lnTo>
                  <a:pt x="530" y="4333"/>
                </a:lnTo>
                <a:lnTo>
                  <a:pt x="576" y="4145"/>
                </a:lnTo>
                <a:lnTo>
                  <a:pt x="622" y="3999"/>
                </a:lnTo>
                <a:lnTo>
                  <a:pt x="738" y="3812"/>
                </a:lnTo>
                <a:lnTo>
                  <a:pt x="784" y="3666"/>
                </a:lnTo>
                <a:lnTo>
                  <a:pt x="853" y="3520"/>
                </a:lnTo>
                <a:lnTo>
                  <a:pt x="899" y="3333"/>
                </a:lnTo>
                <a:lnTo>
                  <a:pt x="991" y="3187"/>
                </a:lnTo>
                <a:lnTo>
                  <a:pt x="1061" y="2999"/>
                </a:lnTo>
                <a:lnTo>
                  <a:pt x="1107" y="2854"/>
                </a:lnTo>
                <a:lnTo>
                  <a:pt x="1153" y="2708"/>
                </a:lnTo>
                <a:lnTo>
                  <a:pt x="1268" y="2520"/>
                </a:lnTo>
                <a:lnTo>
                  <a:pt x="1314" y="2374"/>
                </a:lnTo>
                <a:lnTo>
                  <a:pt x="1361" y="2187"/>
                </a:lnTo>
                <a:lnTo>
                  <a:pt x="1430" y="2041"/>
                </a:lnTo>
                <a:lnTo>
                  <a:pt x="1476" y="1895"/>
                </a:lnTo>
                <a:lnTo>
                  <a:pt x="1568" y="1708"/>
                </a:lnTo>
                <a:lnTo>
                  <a:pt x="1637" y="1562"/>
                </a:lnTo>
                <a:lnTo>
                  <a:pt x="1730" y="1374"/>
                </a:lnTo>
                <a:lnTo>
                  <a:pt x="1799" y="1229"/>
                </a:lnTo>
                <a:lnTo>
                  <a:pt x="1845" y="1041"/>
                </a:lnTo>
                <a:lnTo>
                  <a:pt x="1891" y="895"/>
                </a:lnTo>
                <a:lnTo>
                  <a:pt x="2007" y="749"/>
                </a:lnTo>
                <a:lnTo>
                  <a:pt x="2053" y="562"/>
                </a:lnTo>
                <a:lnTo>
                  <a:pt x="2099" y="416"/>
                </a:lnTo>
                <a:lnTo>
                  <a:pt x="2214" y="229"/>
                </a:lnTo>
                <a:lnTo>
                  <a:pt x="2260" y="83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1898018" y="3175773"/>
            <a:ext cx="2306" cy="5354"/>
          </a:xfrm>
          <a:custGeom>
            <a:avLst/>
            <a:gdLst/>
            <a:ahLst/>
            <a:cxnLst/>
            <a:rect l="l" t="t" r="r" b="b"/>
            <a:pathLst>
              <a:path w="2306" h="5354">
                <a:moveTo>
                  <a:pt x="0" y="5354"/>
                </a:moveTo>
                <a:lnTo>
                  <a:pt x="69" y="5208"/>
                </a:lnTo>
                <a:lnTo>
                  <a:pt x="115" y="5062"/>
                </a:lnTo>
                <a:lnTo>
                  <a:pt x="161" y="4916"/>
                </a:lnTo>
                <a:lnTo>
                  <a:pt x="207" y="4770"/>
                </a:lnTo>
                <a:lnTo>
                  <a:pt x="276" y="4624"/>
                </a:lnTo>
                <a:lnTo>
                  <a:pt x="369" y="4479"/>
                </a:lnTo>
                <a:lnTo>
                  <a:pt x="438" y="4291"/>
                </a:lnTo>
                <a:lnTo>
                  <a:pt x="484" y="4145"/>
                </a:lnTo>
                <a:lnTo>
                  <a:pt x="576" y="3958"/>
                </a:lnTo>
                <a:lnTo>
                  <a:pt x="645" y="3812"/>
                </a:lnTo>
                <a:lnTo>
                  <a:pt x="692" y="3666"/>
                </a:lnTo>
                <a:lnTo>
                  <a:pt x="784" y="3479"/>
                </a:lnTo>
                <a:lnTo>
                  <a:pt x="853" y="3333"/>
                </a:lnTo>
                <a:lnTo>
                  <a:pt x="899" y="3145"/>
                </a:lnTo>
                <a:lnTo>
                  <a:pt x="1015" y="2999"/>
                </a:lnTo>
                <a:lnTo>
                  <a:pt x="1061" y="2812"/>
                </a:lnTo>
                <a:lnTo>
                  <a:pt x="1107" y="2666"/>
                </a:lnTo>
                <a:lnTo>
                  <a:pt x="1222" y="2520"/>
                </a:lnTo>
                <a:lnTo>
                  <a:pt x="1268" y="2333"/>
                </a:lnTo>
                <a:lnTo>
                  <a:pt x="1314" y="2187"/>
                </a:lnTo>
                <a:lnTo>
                  <a:pt x="1430" y="1999"/>
                </a:lnTo>
                <a:lnTo>
                  <a:pt x="1476" y="1854"/>
                </a:lnTo>
                <a:lnTo>
                  <a:pt x="1522" y="1708"/>
                </a:lnTo>
                <a:lnTo>
                  <a:pt x="1637" y="1520"/>
                </a:lnTo>
                <a:lnTo>
                  <a:pt x="1684" y="1374"/>
                </a:lnTo>
                <a:lnTo>
                  <a:pt x="1799" y="1187"/>
                </a:lnTo>
                <a:lnTo>
                  <a:pt x="1845" y="1041"/>
                </a:lnTo>
                <a:lnTo>
                  <a:pt x="1891" y="895"/>
                </a:lnTo>
                <a:lnTo>
                  <a:pt x="1960" y="770"/>
                </a:lnTo>
                <a:lnTo>
                  <a:pt x="2053" y="624"/>
                </a:lnTo>
                <a:lnTo>
                  <a:pt x="2099" y="479"/>
                </a:lnTo>
                <a:lnTo>
                  <a:pt x="2168" y="333"/>
                </a:lnTo>
                <a:lnTo>
                  <a:pt x="2214" y="187"/>
                </a:lnTo>
                <a:lnTo>
                  <a:pt x="2260" y="41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1900325" y="3170794"/>
            <a:ext cx="2260" cy="4979"/>
          </a:xfrm>
          <a:custGeom>
            <a:avLst/>
            <a:gdLst/>
            <a:ahLst/>
            <a:cxnLst/>
            <a:rect l="l" t="t" r="r" b="b"/>
            <a:pathLst>
              <a:path w="2260" h="4979">
                <a:moveTo>
                  <a:pt x="0" y="4979"/>
                </a:moveTo>
                <a:lnTo>
                  <a:pt x="69" y="4833"/>
                </a:lnTo>
                <a:lnTo>
                  <a:pt x="115" y="4687"/>
                </a:lnTo>
                <a:lnTo>
                  <a:pt x="161" y="4541"/>
                </a:lnTo>
                <a:lnTo>
                  <a:pt x="276" y="4395"/>
                </a:lnTo>
                <a:lnTo>
                  <a:pt x="322" y="4208"/>
                </a:lnTo>
                <a:lnTo>
                  <a:pt x="322" y="4208"/>
                </a:lnTo>
                <a:lnTo>
                  <a:pt x="438" y="4062"/>
                </a:lnTo>
                <a:lnTo>
                  <a:pt x="484" y="3916"/>
                </a:lnTo>
                <a:lnTo>
                  <a:pt x="530" y="3729"/>
                </a:lnTo>
                <a:lnTo>
                  <a:pt x="645" y="3583"/>
                </a:lnTo>
                <a:lnTo>
                  <a:pt x="692" y="3395"/>
                </a:lnTo>
                <a:lnTo>
                  <a:pt x="692" y="3395"/>
                </a:lnTo>
                <a:lnTo>
                  <a:pt x="807" y="3249"/>
                </a:lnTo>
                <a:lnTo>
                  <a:pt x="853" y="3104"/>
                </a:lnTo>
                <a:lnTo>
                  <a:pt x="899" y="2916"/>
                </a:lnTo>
                <a:lnTo>
                  <a:pt x="1015" y="2770"/>
                </a:lnTo>
                <a:lnTo>
                  <a:pt x="1061" y="2583"/>
                </a:lnTo>
                <a:lnTo>
                  <a:pt x="1107" y="2499"/>
                </a:lnTo>
                <a:lnTo>
                  <a:pt x="1222" y="2354"/>
                </a:lnTo>
                <a:lnTo>
                  <a:pt x="1268" y="2208"/>
                </a:lnTo>
                <a:lnTo>
                  <a:pt x="1314" y="2062"/>
                </a:lnTo>
                <a:lnTo>
                  <a:pt x="1384" y="1916"/>
                </a:lnTo>
                <a:lnTo>
                  <a:pt x="1430" y="1770"/>
                </a:lnTo>
                <a:lnTo>
                  <a:pt x="1476" y="1687"/>
                </a:lnTo>
                <a:lnTo>
                  <a:pt x="1591" y="1541"/>
                </a:lnTo>
                <a:lnTo>
                  <a:pt x="1637" y="1395"/>
                </a:lnTo>
                <a:lnTo>
                  <a:pt x="1684" y="1249"/>
                </a:lnTo>
                <a:lnTo>
                  <a:pt x="1753" y="1104"/>
                </a:lnTo>
                <a:lnTo>
                  <a:pt x="1845" y="958"/>
                </a:lnTo>
                <a:lnTo>
                  <a:pt x="1891" y="812"/>
                </a:lnTo>
                <a:lnTo>
                  <a:pt x="1960" y="687"/>
                </a:lnTo>
                <a:lnTo>
                  <a:pt x="2053" y="541"/>
                </a:lnTo>
                <a:lnTo>
                  <a:pt x="2122" y="395"/>
                </a:lnTo>
                <a:lnTo>
                  <a:pt x="2168" y="249"/>
                </a:lnTo>
                <a:lnTo>
                  <a:pt x="2214" y="104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1902586" y="3166127"/>
            <a:ext cx="2329" cy="4666"/>
          </a:xfrm>
          <a:custGeom>
            <a:avLst/>
            <a:gdLst/>
            <a:ahLst/>
            <a:cxnLst/>
            <a:rect l="l" t="t" r="r" b="b"/>
            <a:pathLst>
              <a:path w="2329" h="4666">
                <a:moveTo>
                  <a:pt x="0" y="4666"/>
                </a:moveTo>
                <a:lnTo>
                  <a:pt x="0" y="4666"/>
                </a:lnTo>
                <a:lnTo>
                  <a:pt x="115" y="4541"/>
                </a:lnTo>
                <a:lnTo>
                  <a:pt x="161" y="4395"/>
                </a:lnTo>
                <a:lnTo>
                  <a:pt x="161" y="4333"/>
                </a:lnTo>
                <a:lnTo>
                  <a:pt x="276" y="4187"/>
                </a:lnTo>
                <a:lnTo>
                  <a:pt x="322" y="3999"/>
                </a:lnTo>
                <a:lnTo>
                  <a:pt x="369" y="3916"/>
                </a:lnTo>
                <a:lnTo>
                  <a:pt x="484" y="3770"/>
                </a:lnTo>
                <a:lnTo>
                  <a:pt x="530" y="3624"/>
                </a:lnTo>
                <a:lnTo>
                  <a:pt x="576" y="3479"/>
                </a:lnTo>
                <a:lnTo>
                  <a:pt x="576" y="3479"/>
                </a:lnTo>
                <a:lnTo>
                  <a:pt x="692" y="3333"/>
                </a:lnTo>
                <a:lnTo>
                  <a:pt x="738" y="3187"/>
                </a:lnTo>
                <a:lnTo>
                  <a:pt x="738" y="3145"/>
                </a:lnTo>
                <a:lnTo>
                  <a:pt x="853" y="2999"/>
                </a:lnTo>
                <a:lnTo>
                  <a:pt x="899" y="2854"/>
                </a:lnTo>
                <a:lnTo>
                  <a:pt x="945" y="2708"/>
                </a:lnTo>
                <a:lnTo>
                  <a:pt x="945" y="2708"/>
                </a:lnTo>
                <a:lnTo>
                  <a:pt x="1061" y="2562"/>
                </a:lnTo>
                <a:lnTo>
                  <a:pt x="1107" y="2374"/>
                </a:lnTo>
                <a:lnTo>
                  <a:pt x="1153" y="2291"/>
                </a:lnTo>
                <a:lnTo>
                  <a:pt x="1268" y="2145"/>
                </a:lnTo>
                <a:lnTo>
                  <a:pt x="1314" y="2041"/>
                </a:lnTo>
                <a:lnTo>
                  <a:pt x="1384" y="1895"/>
                </a:lnTo>
                <a:lnTo>
                  <a:pt x="1430" y="1770"/>
                </a:lnTo>
                <a:lnTo>
                  <a:pt x="1522" y="1624"/>
                </a:lnTo>
                <a:lnTo>
                  <a:pt x="1591" y="1479"/>
                </a:lnTo>
                <a:lnTo>
                  <a:pt x="1637" y="1333"/>
                </a:lnTo>
                <a:lnTo>
                  <a:pt x="1730" y="1187"/>
                </a:lnTo>
                <a:lnTo>
                  <a:pt x="1799" y="1041"/>
                </a:lnTo>
                <a:lnTo>
                  <a:pt x="1845" y="895"/>
                </a:lnTo>
                <a:lnTo>
                  <a:pt x="1891" y="812"/>
                </a:lnTo>
                <a:lnTo>
                  <a:pt x="2007" y="666"/>
                </a:lnTo>
                <a:lnTo>
                  <a:pt x="2053" y="520"/>
                </a:lnTo>
                <a:lnTo>
                  <a:pt x="2099" y="479"/>
                </a:lnTo>
                <a:lnTo>
                  <a:pt x="2168" y="333"/>
                </a:lnTo>
                <a:lnTo>
                  <a:pt x="2214" y="187"/>
                </a:lnTo>
                <a:lnTo>
                  <a:pt x="2329" y="41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1904916" y="3161773"/>
            <a:ext cx="2306" cy="4354"/>
          </a:xfrm>
          <a:custGeom>
            <a:avLst/>
            <a:gdLst/>
            <a:ahLst/>
            <a:cxnLst/>
            <a:rect l="l" t="t" r="r" b="b"/>
            <a:pathLst>
              <a:path w="2306" h="4354">
                <a:moveTo>
                  <a:pt x="0" y="4354"/>
                </a:moveTo>
                <a:lnTo>
                  <a:pt x="92" y="4208"/>
                </a:lnTo>
                <a:lnTo>
                  <a:pt x="138" y="4062"/>
                </a:lnTo>
                <a:lnTo>
                  <a:pt x="207" y="3916"/>
                </a:lnTo>
                <a:lnTo>
                  <a:pt x="253" y="3812"/>
                </a:lnTo>
                <a:lnTo>
                  <a:pt x="346" y="3624"/>
                </a:lnTo>
                <a:lnTo>
                  <a:pt x="461" y="3479"/>
                </a:lnTo>
                <a:lnTo>
                  <a:pt x="507" y="3333"/>
                </a:lnTo>
                <a:lnTo>
                  <a:pt x="622" y="3145"/>
                </a:lnTo>
                <a:lnTo>
                  <a:pt x="669" y="2999"/>
                </a:lnTo>
                <a:lnTo>
                  <a:pt x="784" y="2874"/>
                </a:lnTo>
                <a:lnTo>
                  <a:pt x="830" y="2729"/>
                </a:lnTo>
                <a:lnTo>
                  <a:pt x="922" y="2583"/>
                </a:lnTo>
                <a:lnTo>
                  <a:pt x="991" y="2437"/>
                </a:lnTo>
                <a:lnTo>
                  <a:pt x="1038" y="2291"/>
                </a:lnTo>
                <a:lnTo>
                  <a:pt x="1153" y="2145"/>
                </a:lnTo>
                <a:lnTo>
                  <a:pt x="1199" y="1999"/>
                </a:lnTo>
                <a:lnTo>
                  <a:pt x="1291" y="1854"/>
                </a:lnTo>
                <a:lnTo>
                  <a:pt x="1407" y="1666"/>
                </a:lnTo>
                <a:lnTo>
                  <a:pt x="1453" y="1583"/>
                </a:lnTo>
                <a:lnTo>
                  <a:pt x="1522" y="1437"/>
                </a:lnTo>
                <a:lnTo>
                  <a:pt x="1614" y="1291"/>
                </a:lnTo>
                <a:lnTo>
                  <a:pt x="1660" y="1145"/>
                </a:lnTo>
                <a:lnTo>
                  <a:pt x="1776" y="999"/>
                </a:lnTo>
                <a:lnTo>
                  <a:pt x="1822" y="854"/>
                </a:lnTo>
                <a:lnTo>
                  <a:pt x="1868" y="812"/>
                </a:lnTo>
                <a:lnTo>
                  <a:pt x="1937" y="666"/>
                </a:lnTo>
                <a:lnTo>
                  <a:pt x="1983" y="520"/>
                </a:lnTo>
                <a:lnTo>
                  <a:pt x="2099" y="374"/>
                </a:lnTo>
                <a:lnTo>
                  <a:pt x="2191" y="229"/>
                </a:lnTo>
                <a:lnTo>
                  <a:pt x="2306" y="41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1907223" y="3157752"/>
            <a:ext cx="2306" cy="4020"/>
          </a:xfrm>
          <a:custGeom>
            <a:avLst/>
            <a:gdLst/>
            <a:ahLst/>
            <a:cxnLst/>
            <a:rect l="l" t="t" r="r" b="b"/>
            <a:pathLst>
              <a:path w="2306" h="4020">
                <a:moveTo>
                  <a:pt x="0" y="4020"/>
                </a:moveTo>
                <a:lnTo>
                  <a:pt x="92" y="3874"/>
                </a:lnTo>
                <a:lnTo>
                  <a:pt x="161" y="3729"/>
                </a:lnTo>
                <a:lnTo>
                  <a:pt x="253" y="3583"/>
                </a:lnTo>
                <a:lnTo>
                  <a:pt x="299" y="3437"/>
                </a:lnTo>
                <a:lnTo>
                  <a:pt x="415" y="3249"/>
                </a:lnTo>
                <a:lnTo>
                  <a:pt x="461" y="3208"/>
                </a:lnTo>
                <a:lnTo>
                  <a:pt x="507" y="3062"/>
                </a:lnTo>
                <a:lnTo>
                  <a:pt x="622" y="2916"/>
                </a:lnTo>
                <a:lnTo>
                  <a:pt x="622" y="2874"/>
                </a:lnTo>
                <a:lnTo>
                  <a:pt x="738" y="2729"/>
                </a:lnTo>
                <a:lnTo>
                  <a:pt x="784" y="2583"/>
                </a:lnTo>
                <a:lnTo>
                  <a:pt x="876" y="2437"/>
                </a:lnTo>
                <a:lnTo>
                  <a:pt x="945" y="2291"/>
                </a:lnTo>
                <a:lnTo>
                  <a:pt x="1038" y="2104"/>
                </a:lnTo>
                <a:lnTo>
                  <a:pt x="1153" y="1958"/>
                </a:lnTo>
                <a:lnTo>
                  <a:pt x="1245" y="1812"/>
                </a:lnTo>
                <a:lnTo>
                  <a:pt x="1361" y="1624"/>
                </a:lnTo>
                <a:lnTo>
                  <a:pt x="1407" y="1479"/>
                </a:lnTo>
                <a:lnTo>
                  <a:pt x="1453" y="1437"/>
                </a:lnTo>
                <a:lnTo>
                  <a:pt x="1522" y="1291"/>
                </a:lnTo>
                <a:lnTo>
                  <a:pt x="1614" y="1145"/>
                </a:lnTo>
                <a:lnTo>
                  <a:pt x="1730" y="999"/>
                </a:lnTo>
                <a:lnTo>
                  <a:pt x="1776" y="874"/>
                </a:lnTo>
                <a:lnTo>
                  <a:pt x="1891" y="729"/>
                </a:lnTo>
                <a:lnTo>
                  <a:pt x="1937" y="624"/>
                </a:lnTo>
                <a:lnTo>
                  <a:pt x="1983" y="479"/>
                </a:lnTo>
                <a:lnTo>
                  <a:pt x="2099" y="333"/>
                </a:lnTo>
                <a:lnTo>
                  <a:pt x="2191" y="187"/>
                </a:lnTo>
                <a:lnTo>
                  <a:pt x="2260" y="104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1909530" y="3154127"/>
            <a:ext cx="2306" cy="3624"/>
          </a:xfrm>
          <a:custGeom>
            <a:avLst/>
            <a:gdLst/>
            <a:ahLst/>
            <a:cxnLst/>
            <a:rect l="l" t="t" r="r" b="b"/>
            <a:pathLst>
              <a:path w="2306" h="3624">
                <a:moveTo>
                  <a:pt x="0" y="3624"/>
                </a:moveTo>
                <a:lnTo>
                  <a:pt x="92" y="3479"/>
                </a:lnTo>
                <a:lnTo>
                  <a:pt x="207" y="3291"/>
                </a:lnTo>
                <a:lnTo>
                  <a:pt x="207" y="3249"/>
                </a:lnTo>
                <a:lnTo>
                  <a:pt x="299" y="3104"/>
                </a:lnTo>
                <a:lnTo>
                  <a:pt x="369" y="2958"/>
                </a:lnTo>
                <a:lnTo>
                  <a:pt x="461" y="2874"/>
                </a:lnTo>
                <a:lnTo>
                  <a:pt x="530" y="2770"/>
                </a:lnTo>
                <a:lnTo>
                  <a:pt x="576" y="2624"/>
                </a:lnTo>
                <a:lnTo>
                  <a:pt x="669" y="2541"/>
                </a:lnTo>
                <a:lnTo>
                  <a:pt x="738" y="2395"/>
                </a:lnTo>
                <a:lnTo>
                  <a:pt x="784" y="2333"/>
                </a:lnTo>
                <a:lnTo>
                  <a:pt x="899" y="2145"/>
                </a:lnTo>
                <a:lnTo>
                  <a:pt x="945" y="2104"/>
                </a:lnTo>
                <a:lnTo>
                  <a:pt x="991" y="1999"/>
                </a:lnTo>
                <a:lnTo>
                  <a:pt x="1038" y="1854"/>
                </a:lnTo>
                <a:lnTo>
                  <a:pt x="1153" y="1770"/>
                </a:lnTo>
                <a:lnTo>
                  <a:pt x="1199" y="1666"/>
                </a:lnTo>
                <a:lnTo>
                  <a:pt x="1245" y="1520"/>
                </a:lnTo>
                <a:lnTo>
                  <a:pt x="1407" y="1333"/>
                </a:lnTo>
                <a:lnTo>
                  <a:pt x="1476" y="1187"/>
                </a:lnTo>
                <a:lnTo>
                  <a:pt x="1568" y="1041"/>
                </a:lnTo>
                <a:lnTo>
                  <a:pt x="1684" y="916"/>
                </a:lnTo>
                <a:lnTo>
                  <a:pt x="1776" y="770"/>
                </a:lnTo>
                <a:lnTo>
                  <a:pt x="1845" y="624"/>
                </a:lnTo>
                <a:lnTo>
                  <a:pt x="1937" y="479"/>
                </a:lnTo>
                <a:lnTo>
                  <a:pt x="2053" y="333"/>
                </a:lnTo>
                <a:lnTo>
                  <a:pt x="2053" y="333"/>
                </a:lnTo>
                <a:lnTo>
                  <a:pt x="2145" y="187"/>
                </a:lnTo>
                <a:lnTo>
                  <a:pt x="2191" y="41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1911836" y="3150773"/>
            <a:ext cx="2260" cy="3354"/>
          </a:xfrm>
          <a:custGeom>
            <a:avLst/>
            <a:gdLst/>
            <a:ahLst/>
            <a:cxnLst/>
            <a:rect l="l" t="t" r="r" b="b"/>
            <a:pathLst>
              <a:path w="2260" h="3354">
                <a:moveTo>
                  <a:pt x="0" y="3354"/>
                </a:moveTo>
                <a:lnTo>
                  <a:pt x="46" y="3208"/>
                </a:lnTo>
                <a:lnTo>
                  <a:pt x="46" y="3208"/>
                </a:lnTo>
                <a:lnTo>
                  <a:pt x="161" y="3062"/>
                </a:lnTo>
                <a:lnTo>
                  <a:pt x="161" y="3020"/>
                </a:lnTo>
                <a:lnTo>
                  <a:pt x="207" y="2979"/>
                </a:lnTo>
                <a:lnTo>
                  <a:pt x="322" y="2833"/>
                </a:lnTo>
                <a:lnTo>
                  <a:pt x="369" y="2687"/>
                </a:lnTo>
                <a:lnTo>
                  <a:pt x="461" y="2541"/>
                </a:lnTo>
                <a:lnTo>
                  <a:pt x="576" y="2395"/>
                </a:lnTo>
                <a:lnTo>
                  <a:pt x="622" y="2354"/>
                </a:lnTo>
                <a:lnTo>
                  <a:pt x="738" y="2208"/>
                </a:lnTo>
                <a:lnTo>
                  <a:pt x="784" y="2104"/>
                </a:lnTo>
                <a:lnTo>
                  <a:pt x="899" y="1979"/>
                </a:lnTo>
                <a:lnTo>
                  <a:pt x="991" y="1833"/>
                </a:lnTo>
                <a:lnTo>
                  <a:pt x="1061" y="1687"/>
                </a:lnTo>
                <a:lnTo>
                  <a:pt x="1153" y="1541"/>
                </a:lnTo>
                <a:lnTo>
                  <a:pt x="1268" y="1395"/>
                </a:lnTo>
                <a:lnTo>
                  <a:pt x="1361" y="1249"/>
                </a:lnTo>
                <a:lnTo>
                  <a:pt x="1476" y="1104"/>
                </a:lnTo>
                <a:lnTo>
                  <a:pt x="1568" y="958"/>
                </a:lnTo>
                <a:lnTo>
                  <a:pt x="1684" y="812"/>
                </a:lnTo>
                <a:lnTo>
                  <a:pt x="1845" y="624"/>
                </a:lnTo>
                <a:lnTo>
                  <a:pt x="1937" y="479"/>
                </a:lnTo>
                <a:lnTo>
                  <a:pt x="2053" y="291"/>
                </a:lnTo>
                <a:lnTo>
                  <a:pt x="2145" y="145"/>
                </a:lnTo>
                <a:lnTo>
                  <a:pt x="2260" y="0"/>
                </a:lnTo>
              </a:path>
            </a:pathLst>
          </a:custGeom>
          <a:ln w="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1914097" y="3147773"/>
            <a:ext cx="2306" cy="2999"/>
          </a:xfrm>
          <a:custGeom>
            <a:avLst/>
            <a:gdLst/>
            <a:ahLst/>
            <a:cxnLst/>
            <a:rect l="l" t="t" r="r" b="b"/>
            <a:pathLst>
              <a:path w="2306" h="2999">
                <a:moveTo>
                  <a:pt x="0" y="2999"/>
                </a:moveTo>
                <a:lnTo>
                  <a:pt x="161" y="2874"/>
                </a:lnTo>
                <a:lnTo>
                  <a:pt x="207" y="2729"/>
                </a:lnTo>
                <a:lnTo>
                  <a:pt x="322" y="2583"/>
                </a:lnTo>
                <a:lnTo>
                  <a:pt x="415" y="2437"/>
                </a:lnTo>
                <a:lnTo>
                  <a:pt x="530" y="2291"/>
                </a:lnTo>
                <a:lnTo>
                  <a:pt x="622" y="2145"/>
                </a:lnTo>
                <a:lnTo>
                  <a:pt x="738" y="1999"/>
                </a:lnTo>
                <a:lnTo>
                  <a:pt x="830" y="1854"/>
                </a:lnTo>
                <a:lnTo>
                  <a:pt x="991" y="1729"/>
                </a:lnTo>
                <a:lnTo>
                  <a:pt x="1038" y="1583"/>
                </a:lnTo>
                <a:lnTo>
                  <a:pt x="1107" y="1520"/>
                </a:lnTo>
                <a:lnTo>
                  <a:pt x="1199" y="1395"/>
                </a:lnTo>
                <a:lnTo>
                  <a:pt x="1268" y="1333"/>
                </a:lnTo>
                <a:lnTo>
                  <a:pt x="1361" y="1187"/>
                </a:lnTo>
                <a:lnTo>
                  <a:pt x="1476" y="1041"/>
                </a:lnTo>
                <a:lnTo>
                  <a:pt x="1614" y="916"/>
                </a:lnTo>
                <a:lnTo>
                  <a:pt x="1684" y="770"/>
                </a:lnTo>
                <a:lnTo>
                  <a:pt x="1845" y="624"/>
                </a:lnTo>
                <a:lnTo>
                  <a:pt x="1937" y="479"/>
                </a:lnTo>
                <a:lnTo>
                  <a:pt x="2053" y="333"/>
                </a:lnTo>
                <a:lnTo>
                  <a:pt x="2145" y="187"/>
                </a:lnTo>
                <a:lnTo>
                  <a:pt x="2260" y="41"/>
                </a:lnTo>
              </a:path>
            </a:pathLst>
          </a:custGeom>
          <a:ln w="3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1916404" y="3145148"/>
            <a:ext cx="2306" cy="2624"/>
          </a:xfrm>
          <a:custGeom>
            <a:avLst/>
            <a:gdLst/>
            <a:ahLst/>
            <a:cxnLst/>
            <a:rect l="l" t="t" r="r" b="b"/>
            <a:pathLst>
              <a:path w="2306" h="2624">
                <a:moveTo>
                  <a:pt x="0" y="2624"/>
                </a:moveTo>
                <a:lnTo>
                  <a:pt x="115" y="2479"/>
                </a:lnTo>
                <a:lnTo>
                  <a:pt x="253" y="2333"/>
                </a:lnTo>
                <a:lnTo>
                  <a:pt x="369" y="2187"/>
                </a:lnTo>
                <a:lnTo>
                  <a:pt x="484" y="2041"/>
                </a:lnTo>
                <a:lnTo>
                  <a:pt x="622" y="1916"/>
                </a:lnTo>
                <a:lnTo>
                  <a:pt x="738" y="1770"/>
                </a:lnTo>
                <a:lnTo>
                  <a:pt x="830" y="1624"/>
                </a:lnTo>
                <a:lnTo>
                  <a:pt x="945" y="1479"/>
                </a:lnTo>
                <a:lnTo>
                  <a:pt x="1107" y="1374"/>
                </a:lnTo>
                <a:lnTo>
                  <a:pt x="1199" y="1187"/>
                </a:lnTo>
                <a:lnTo>
                  <a:pt x="1361" y="1041"/>
                </a:lnTo>
                <a:lnTo>
                  <a:pt x="1476" y="895"/>
                </a:lnTo>
                <a:lnTo>
                  <a:pt x="1522" y="854"/>
                </a:lnTo>
                <a:lnTo>
                  <a:pt x="1637" y="708"/>
                </a:lnTo>
                <a:lnTo>
                  <a:pt x="1684" y="666"/>
                </a:lnTo>
                <a:lnTo>
                  <a:pt x="1776" y="520"/>
                </a:lnTo>
                <a:lnTo>
                  <a:pt x="1937" y="437"/>
                </a:lnTo>
                <a:lnTo>
                  <a:pt x="2053" y="291"/>
                </a:lnTo>
                <a:lnTo>
                  <a:pt x="2145" y="145"/>
                </a:lnTo>
                <a:lnTo>
                  <a:pt x="2306" y="0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1918711" y="3142857"/>
            <a:ext cx="2306" cy="2291"/>
          </a:xfrm>
          <a:custGeom>
            <a:avLst/>
            <a:gdLst/>
            <a:ahLst/>
            <a:cxnLst/>
            <a:rect l="l" t="t" r="r" b="b"/>
            <a:pathLst>
              <a:path w="2306" h="2291">
                <a:moveTo>
                  <a:pt x="0" y="2291"/>
                </a:moveTo>
                <a:lnTo>
                  <a:pt x="0" y="2291"/>
                </a:lnTo>
                <a:lnTo>
                  <a:pt x="115" y="2145"/>
                </a:lnTo>
                <a:lnTo>
                  <a:pt x="161" y="2104"/>
                </a:lnTo>
                <a:lnTo>
                  <a:pt x="322" y="1958"/>
                </a:lnTo>
                <a:lnTo>
                  <a:pt x="415" y="1812"/>
                </a:lnTo>
                <a:lnTo>
                  <a:pt x="415" y="1812"/>
                </a:lnTo>
                <a:lnTo>
                  <a:pt x="530" y="1708"/>
                </a:lnTo>
                <a:lnTo>
                  <a:pt x="692" y="1562"/>
                </a:lnTo>
                <a:lnTo>
                  <a:pt x="853" y="1437"/>
                </a:lnTo>
                <a:lnTo>
                  <a:pt x="945" y="1291"/>
                </a:lnTo>
                <a:lnTo>
                  <a:pt x="1107" y="1145"/>
                </a:lnTo>
                <a:lnTo>
                  <a:pt x="1222" y="999"/>
                </a:lnTo>
                <a:lnTo>
                  <a:pt x="1314" y="895"/>
                </a:lnTo>
                <a:lnTo>
                  <a:pt x="1476" y="812"/>
                </a:lnTo>
                <a:lnTo>
                  <a:pt x="1476" y="749"/>
                </a:lnTo>
                <a:lnTo>
                  <a:pt x="1637" y="666"/>
                </a:lnTo>
                <a:lnTo>
                  <a:pt x="1730" y="520"/>
                </a:lnTo>
                <a:lnTo>
                  <a:pt x="1891" y="374"/>
                </a:lnTo>
                <a:lnTo>
                  <a:pt x="2007" y="291"/>
                </a:lnTo>
                <a:lnTo>
                  <a:pt x="2099" y="145"/>
                </a:lnTo>
                <a:lnTo>
                  <a:pt x="2260" y="41"/>
                </a:lnTo>
              </a:path>
            </a:pathLst>
          </a:custGeom>
          <a:ln w="3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921018" y="3140898"/>
            <a:ext cx="2260" cy="1958"/>
          </a:xfrm>
          <a:custGeom>
            <a:avLst/>
            <a:gdLst/>
            <a:ahLst/>
            <a:cxnLst/>
            <a:rect l="l" t="t" r="r" b="b"/>
            <a:pathLst>
              <a:path w="2260" h="1958">
                <a:moveTo>
                  <a:pt x="0" y="1958"/>
                </a:moveTo>
                <a:lnTo>
                  <a:pt x="115" y="1812"/>
                </a:lnTo>
                <a:lnTo>
                  <a:pt x="276" y="1708"/>
                </a:lnTo>
                <a:lnTo>
                  <a:pt x="369" y="1562"/>
                </a:lnTo>
                <a:lnTo>
                  <a:pt x="530" y="1479"/>
                </a:lnTo>
                <a:lnTo>
                  <a:pt x="645" y="1333"/>
                </a:lnTo>
                <a:lnTo>
                  <a:pt x="738" y="1291"/>
                </a:lnTo>
                <a:lnTo>
                  <a:pt x="899" y="1145"/>
                </a:lnTo>
                <a:lnTo>
                  <a:pt x="945" y="1104"/>
                </a:lnTo>
                <a:lnTo>
                  <a:pt x="1107" y="999"/>
                </a:lnTo>
                <a:lnTo>
                  <a:pt x="1222" y="895"/>
                </a:lnTo>
                <a:lnTo>
                  <a:pt x="1314" y="749"/>
                </a:lnTo>
                <a:lnTo>
                  <a:pt x="1384" y="749"/>
                </a:lnTo>
                <a:lnTo>
                  <a:pt x="1522" y="624"/>
                </a:lnTo>
                <a:lnTo>
                  <a:pt x="1591" y="562"/>
                </a:lnTo>
                <a:lnTo>
                  <a:pt x="1637" y="520"/>
                </a:lnTo>
                <a:lnTo>
                  <a:pt x="1753" y="416"/>
                </a:lnTo>
                <a:lnTo>
                  <a:pt x="1845" y="374"/>
                </a:lnTo>
                <a:lnTo>
                  <a:pt x="2007" y="229"/>
                </a:lnTo>
                <a:lnTo>
                  <a:pt x="2168" y="145"/>
                </a:lnTo>
                <a:lnTo>
                  <a:pt x="2168" y="145"/>
                </a:lnTo>
                <a:lnTo>
                  <a:pt x="2214" y="41"/>
                </a:lnTo>
              </a:path>
            </a:pathLst>
          </a:custGeom>
          <a:ln w="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923279" y="3139315"/>
            <a:ext cx="2306" cy="1583"/>
          </a:xfrm>
          <a:custGeom>
            <a:avLst/>
            <a:gdLst/>
            <a:ahLst/>
            <a:cxnLst/>
            <a:rect l="l" t="t" r="r" b="b"/>
            <a:pathLst>
              <a:path w="2306" h="1583">
                <a:moveTo>
                  <a:pt x="0" y="1583"/>
                </a:moveTo>
                <a:lnTo>
                  <a:pt x="161" y="1520"/>
                </a:lnTo>
                <a:lnTo>
                  <a:pt x="322" y="1395"/>
                </a:lnTo>
                <a:lnTo>
                  <a:pt x="484" y="1291"/>
                </a:lnTo>
                <a:lnTo>
                  <a:pt x="530" y="1187"/>
                </a:lnTo>
                <a:lnTo>
                  <a:pt x="692" y="1104"/>
                </a:lnTo>
                <a:lnTo>
                  <a:pt x="853" y="999"/>
                </a:lnTo>
                <a:lnTo>
                  <a:pt x="1015" y="916"/>
                </a:lnTo>
                <a:lnTo>
                  <a:pt x="1061" y="812"/>
                </a:lnTo>
                <a:lnTo>
                  <a:pt x="1153" y="770"/>
                </a:lnTo>
                <a:lnTo>
                  <a:pt x="1268" y="666"/>
                </a:lnTo>
                <a:lnTo>
                  <a:pt x="1361" y="624"/>
                </a:lnTo>
                <a:lnTo>
                  <a:pt x="1522" y="520"/>
                </a:lnTo>
                <a:lnTo>
                  <a:pt x="1684" y="437"/>
                </a:lnTo>
                <a:lnTo>
                  <a:pt x="1730" y="374"/>
                </a:lnTo>
                <a:lnTo>
                  <a:pt x="1891" y="291"/>
                </a:lnTo>
                <a:lnTo>
                  <a:pt x="1960" y="249"/>
                </a:lnTo>
                <a:lnTo>
                  <a:pt x="2099" y="145"/>
                </a:lnTo>
                <a:lnTo>
                  <a:pt x="2099" y="145"/>
                </a:lnTo>
                <a:lnTo>
                  <a:pt x="2214" y="41"/>
                </a:lnTo>
                <a:lnTo>
                  <a:pt x="2214" y="41"/>
                </a:lnTo>
                <a:lnTo>
                  <a:pt x="2306" y="41"/>
                </a:lnTo>
              </a:path>
            </a:pathLst>
          </a:custGeom>
          <a:ln w="3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925586" y="3138065"/>
            <a:ext cx="2329" cy="1249"/>
          </a:xfrm>
          <a:custGeom>
            <a:avLst/>
            <a:gdLst/>
            <a:ahLst/>
            <a:cxnLst/>
            <a:rect l="l" t="t" r="r" b="b"/>
            <a:pathLst>
              <a:path w="2329" h="1249">
                <a:moveTo>
                  <a:pt x="0" y="1249"/>
                </a:moveTo>
                <a:lnTo>
                  <a:pt x="69" y="1208"/>
                </a:lnTo>
                <a:lnTo>
                  <a:pt x="230" y="1166"/>
                </a:lnTo>
                <a:lnTo>
                  <a:pt x="230" y="1104"/>
                </a:lnTo>
                <a:lnTo>
                  <a:pt x="230" y="1104"/>
                </a:lnTo>
                <a:lnTo>
                  <a:pt x="322" y="1104"/>
                </a:lnTo>
                <a:lnTo>
                  <a:pt x="369" y="1020"/>
                </a:lnTo>
                <a:lnTo>
                  <a:pt x="484" y="1020"/>
                </a:lnTo>
                <a:lnTo>
                  <a:pt x="645" y="916"/>
                </a:lnTo>
                <a:lnTo>
                  <a:pt x="807" y="812"/>
                </a:lnTo>
                <a:lnTo>
                  <a:pt x="807" y="770"/>
                </a:lnTo>
                <a:lnTo>
                  <a:pt x="899" y="770"/>
                </a:lnTo>
                <a:lnTo>
                  <a:pt x="945" y="729"/>
                </a:lnTo>
                <a:lnTo>
                  <a:pt x="1061" y="624"/>
                </a:lnTo>
                <a:lnTo>
                  <a:pt x="1222" y="583"/>
                </a:lnTo>
                <a:lnTo>
                  <a:pt x="1314" y="479"/>
                </a:lnTo>
                <a:lnTo>
                  <a:pt x="1430" y="479"/>
                </a:lnTo>
                <a:lnTo>
                  <a:pt x="1522" y="395"/>
                </a:lnTo>
                <a:lnTo>
                  <a:pt x="1591" y="395"/>
                </a:lnTo>
                <a:lnTo>
                  <a:pt x="1684" y="291"/>
                </a:lnTo>
                <a:lnTo>
                  <a:pt x="1799" y="291"/>
                </a:lnTo>
                <a:lnTo>
                  <a:pt x="1799" y="249"/>
                </a:lnTo>
                <a:lnTo>
                  <a:pt x="1891" y="249"/>
                </a:lnTo>
                <a:lnTo>
                  <a:pt x="2007" y="145"/>
                </a:lnTo>
                <a:lnTo>
                  <a:pt x="2168" y="104"/>
                </a:lnTo>
                <a:lnTo>
                  <a:pt x="2260" y="62"/>
                </a:lnTo>
              </a:path>
            </a:pathLst>
          </a:custGeom>
          <a:ln w="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927916" y="3137211"/>
            <a:ext cx="2306" cy="854"/>
          </a:xfrm>
          <a:custGeom>
            <a:avLst/>
            <a:gdLst/>
            <a:ahLst/>
            <a:cxnLst/>
            <a:rect l="l" t="t" r="r" b="b"/>
            <a:pathLst>
              <a:path w="2306" h="854">
                <a:moveTo>
                  <a:pt x="0" y="854"/>
                </a:moveTo>
                <a:lnTo>
                  <a:pt x="138" y="812"/>
                </a:lnTo>
                <a:lnTo>
                  <a:pt x="138" y="812"/>
                </a:lnTo>
                <a:lnTo>
                  <a:pt x="299" y="729"/>
                </a:lnTo>
                <a:lnTo>
                  <a:pt x="369" y="729"/>
                </a:lnTo>
                <a:lnTo>
                  <a:pt x="507" y="624"/>
                </a:lnTo>
                <a:lnTo>
                  <a:pt x="507" y="624"/>
                </a:lnTo>
                <a:lnTo>
                  <a:pt x="622" y="624"/>
                </a:lnTo>
                <a:lnTo>
                  <a:pt x="622" y="583"/>
                </a:lnTo>
                <a:lnTo>
                  <a:pt x="715" y="583"/>
                </a:lnTo>
                <a:lnTo>
                  <a:pt x="715" y="583"/>
                </a:lnTo>
                <a:lnTo>
                  <a:pt x="830" y="520"/>
                </a:lnTo>
                <a:lnTo>
                  <a:pt x="991" y="437"/>
                </a:lnTo>
                <a:lnTo>
                  <a:pt x="1038" y="437"/>
                </a:lnTo>
                <a:lnTo>
                  <a:pt x="1199" y="395"/>
                </a:lnTo>
                <a:lnTo>
                  <a:pt x="1361" y="291"/>
                </a:lnTo>
                <a:lnTo>
                  <a:pt x="1522" y="249"/>
                </a:lnTo>
                <a:lnTo>
                  <a:pt x="1660" y="187"/>
                </a:lnTo>
                <a:lnTo>
                  <a:pt x="1730" y="145"/>
                </a:lnTo>
                <a:lnTo>
                  <a:pt x="1730" y="145"/>
                </a:lnTo>
                <a:lnTo>
                  <a:pt x="1891" y="145"/>
                </a:lnTo>
                <a:lnTo>
                  <a:pt x="1891" y="104"/>
                </a:lnTo>
                <a:lnTo>
                  <a:pt x="2030" y="104"/>
                </a:lnTo>
                <a:lnTo>
                  <a:pt x="2099" y="41"/>
                </a:lnTo>
                <a:lnTo>
                  <a:pt x="2145" y="41"/>
                </a:lnTo>
                <a:lnTo>
                  <a:pt x="2191" y="0"/>
                </a:lnTo>
                <a:lnTo>
                  <a:pt x="2306" y="0"/>
                </a:lnTo>
              </a:path>
            </a:pathLst>
          </a:custGeom>
          <a:ln w="2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1930222" y="3136690"/>
            <a:ext cx="2306" cy="520"/>
          </a:xfrm>
          <a:custGeom>
            <a:avLst/>
            <a:gdLst/>
            <a:ahLst/>
            <a:cxnLst/>
            <a:rect l="l" t="t" r="r" b="b"/>
            <a:pathLst>
              <a:path w="2306" h="520">
                <a:moveTo>
                  <a:pt x="0" y="520"/>
                </a:moveTo>
                <a:lnTo>
                  <a:pt x="92" y="479"/>
                </a:lnTo>
                <a:lnTo>
                  <a:pt x="161" y="479"/>
                </a:lnTo>
                <a:lnTo>
                  <a:pt x="161" y="479"/>
                </a:lnTo>
                <a:lnTo>
                  <a:pt x="299" y="437"/>
                </a:lnTo>
                <a:lnTo>
                  <a:pt x="369" y="374"/>
                </a:lnTo>
                <a:lnTo>
                  <a:pt x="415" y="374"/>
                </a:lnTo>
                <a:lnTo>
                  <a:pt x="530" y="374"/>
                </a:lnTo>
                <a:lnTo>
                  <a:pt x="530" y="333"/>
                </a:lnTo>
                <a:lnTo>
                  <a:pt x="669" y="333"/>
                </a:lnTo>
                <a:lnTo>
                  <a:pt x="669" y="291"/>
                </a:lnTo>
                <a:lnTo>
                  <a:pt x="830" y="291"/>
                </a:lnTo>
                <a:lnTo>
                  <a:pt x="991" y="229"/>
                </a:lnTo>
                <a:lnTo>
                  <a:pt x="1153" y="187"/>
                </a:lnTo>
                <a:lnTo>
                  <a:pt x="1314" y="145"/>
                </a:lnTo>
                <a:lnTo>
                  <a:pt x="1476" y="145"/>
                </a:lnTo>
                <a:lnTo>
                  <a:pt x="1614" y="104"/>
                </a:lnTo>
                <a:lnTo>
                  <a:pt x="1776" y="41"/>
                </a:lnTo>
                <a:lnTo>
                  <a:pt x="1776" y="41"/>
                </a:lnTo>
                <a:lnTo>
                  <a:pt x="1937" y="41"/>
                </a:lnTo>
                <a:lnTo>
                  <a:pt x="2053" y="41"/>
                </a:lnTo>
                <a:lnTo>
                  <a:pt x="2099" y="0"/>
                </a:lnTo>
                <a:lnTo>
                  <a:pt x="2260" y="0"/>
                </a:lnTo>
              </a:path>
            </a:pathLst>
          </a:custGeom>
          <a:ln w="2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1932529" y="3136503"/>
            <a:ext cx="2260" cy="187"/>
          </a:xfrm>
          <a:custGeom>
            <a:avLst/>
            <a:gdLst/>
            <a:ahLst/>
            <a:cxnLst/>
            <a:rect l="l" t="t" r="r" b="b"/>
            <a:pathLst>
              <a:path w="2260" h="187">
                <a:moveTo>
                  <a:pt x="0" y="187"/>
                </a:moveTo>
                <a:lnTo>
                  <a:pt x="92" y="145"/>
                </a:lnTo>
                <a:lnTo>
                  <a:pt x="253" y="145"/>
                </a:lnTo>
                <a:lnTo>
                  <a:pt x="369" y="145"/>
                </a:lnTo>
                <a:lnTo>
                  <a:pt x="415" y="83"/>
                </a:lnTo>
                <a:lnTo>
                  <a:pt x="576" y="83"/>
                </a:lnTo>
                <a:lnTo>
                  <a:pt x="738" y="83"/>
                </a:lnTo>
                <a:lnTo>
                  <a:pt x="784" y="83"/>
                </a:lnTo>
                <a:lnTo>
                  <a:pt x="830" y="41"/>
                </a:lnTo>
                <a:lnTo>
                  <a:pt x="991" y="41"/>
                </a:lnTo>
                <a:lnTo>
                  <a:pt x="1153" y="41"/>
                </a:lnTo>
                <a:lnTo>
                  <a:pt x="1314" y="41"/>
                </a:lnTo>
                <a:lnTo>
                  <a:pt x="1407" y="41"/>
                </a:lnTo>
                <a:lnTo>
                  <a:pt x="1407" y="0"/>
                </a:lnTo>
                <a:lnTo>
                  <a:pt x="1568" y="0"/>
                </a:lnTo>
                <a:lnTo>
                  <a:pt x="1730" y="0"/>
                </a:lnTo>
                <a:lnTo>
                  <a:pt x="1891" y="0"/>
                </a:lnTo>
                <a:lnTo>
                  <a:pt x="2053" y="0"/>
                </a:lnTo>
                <a:lnTo>
                  <a:pt x="2214" y="0"/>
                </a:lnTo>
                <a:lnTo>
                  <a:pt x="2260" y="0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1934790" y="3136503"/>
            <a:ext cx="2306" cy="187"/>
          </a:xfrm>
          <a:custGeom>
            <a:avLst/>
            <a:gdLst/>
            <a:ahLst/>
            <a:cxnLst/>
            <a:rect l="l" t="t" r="r" b="b"/>
            <a:pathLst>
              <a:path w="2306" h="187">
                <a:moveTo>
                  <a:pt x="0" y="0"/>
                </a:moveTo>
                <a:lnTo>
                  <a:pt x="0" y="0"/>
                </a:lnTo>
                <a:lnTo>
                  <a:pt x="161" y="0"/>
                </a:lnTo>
                <a:lnTo>
                  <a:pt x="299" y="0"/>
                </a:lnTo>
                <a:lnTo>
                  <a:pt x="461" y="0"/>
                </a:lnTo>
                <a:lnTo>
                  <a:pt x="622" y="0"/>
                </a:lnTo>
                <a:lnTo>
                  <a:pt x="784" y="0"/>
                </a:lnTo>
                <a:lnTo>
                  <a:pt x="830" y="0"/>
                </a:lnTo>
                <a:lnTo>
                  <a:pt x="899" y="41"/>
                </a:lnTo>
                <a:lnTo>
                  <a:pt x="1038" y="41"/>
                </a:lnTo>
                <a:lnTo>
                  <a:pt x="1199" y="41"/>
                </a:lnTo>
                <a:lnTo>
                  <a:pt x="1361" y="41"/>
                </a:lnTo>
                <a:lnTo>
                  <a:pt x="1522" y="83"/>
                </a:lnTo>
                <a:lnTo>
                  <a:pt x="1684" y="83"/>
                </a:lnTo>
                <a:lnTo>
                  <a:pt x="1822" y="83"/>
                </a:lnTo>
                <a:lnTo>
                  <a:pt x="1891" y="83"/>
                </a:lnTo>
                <a:lnTo>
                  <a:pt x="1937" y="145"/>
                </a:lnTo>
                <a:lnTo>
                  <a:pt x="2099" y="145"/>
                </a:lnTo>
                <a:lnTo>
                  <a:pt x="2260" y="187"/>
                </a:lnTo>
                <a:lnTo>
                  <a:pt x="2306" y="187"/>
                </a:lnTo>
              </a:path>
            </a:pathLst>
          </a:custGeom>
          <a:ln w="2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1937097" y="3136690"/>
            <a:ext cx="2306" cy="520"/>
          </a:xfrm>
          <a:custGeom>
            <a:avLst/>
            <a:gdLst/>
            <a:ahLst/>
            <a:cxnLst/>
            <a:rect l="l" t="t" r="r" b="b"/>
            <a:pathLst>
              <a:path w="2306" h="520">
                <a:moveTo>
                  <a:pt x="0" y="0"/>
                </a:moveTo>
                <a:lnTo>
                  <a:pt x="46" y="0"/>
                </a:lnTo>
                <a:lnTo>
                  <a:pt x="207" y="0"/>
                </a:lnTo>
                <a:lnTo>
                  <a:pt x="207" y="41"/>
                </a:lnTo>
                <a:lnTo>
                  <a:pt x="369" y="41"/>
                </a:lnTo>
                <a:lnTo>
                  <a:pt x="461" y="41"/>
                </a:lnTo>
                <a:lnTo>
                  <a:pt x="461" y="104"/>
                </a:lnTo>
                <a:lnTo>
                  <a:pt x="622" y="104"/>
                </a:lnTo>
                <a:lnTo>
                  <a:pt x="784" y="145"/>
                </a:lnTo>
                <a:lnTo>
                  <a:pt x="945" y="145"/>
                </a:lnTo>
                <a:lnTo>
                  <a:pt x="1107" y="187"/>
                </a:lnTo>
                <a:lnTo>
                  <a:pt x="1153" y="187"/>
                </a:lnTo>
                <a:lnTo>
                  <a:pt x="1153" y="229"/>
                </a:lnTo>
                <a:lnTo>
                  <a:pt x="1314" y="229"/>
                </a:lnTo>
                <a:lnTo>
                  <a:pt x="1476" y="291"/>
                </a:lnTo>
                <a:lnTo>
                  <a:pt x="1522" y="333"/>
                </a:lnTo>
                <a:lnTo>
                  <a:pt x="1568" y="333"/>
                </a:lnTo>
                <a:lnTo>
                  <a:pt x="1730" y="374"/>
                </a:lnTo>
                <a:lnTo>
                  <a:pt x="1891" y="374"/>
                </a:lnTo>
                <a:lnTo>
                  <a:pt x="2053" y="437"/>
                </a:lnTo>
                <a:lnTo>
                  <a:pt x="2214" y="479"/>
                </a:lnTo>
                <a:lnTo>
                  <a:pt x="2306" y="520"/>
                </a:lnTo>
              </a:path>
            </a:pathLst>
          </a:custGeom>
          <a:ln w="2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1939404" y="3137211"/>
            <a:ext cx="2306" cy="916"/>
          </a:xfrm>
          <a:custGeom>
            <a:avLst/>
            <a:gdLst/>
            <a:ahLst/>
            <a:cxnLst/>
            <a:rect l="l" t="t" r="r" b="b"/>
            <a:pathLst>
              <a:path w="2306" h="916">
                <a:moveTo>
                  <a:pt x="0" y="0"/>
                </a:moveTo>
                <a:lnTo>
                  <a:pt x="0" y="0"/>
                </a:lnTo>
                <a:lnTo>
                  <a:pt x="161" y="41"/>
                </a:lnTo>
                <a:lnTo>
                  <a:pt x="207" y="41"/>
                </a:lnTo>
                <a:lnTo>
                  <a:pt x="207" y="104"/>
                </a:lnTo>
                <a:lnTo>
                  <a:pt x="369" y="104"/>
                </a:lnTo>
                <a:lnTo>
                  <a:pt x="415" y="145"/>
                </a:lnTo>
                <a:lnTo>
                  <a:pt x="484" y="187"/>
                </a:lnTo>
                <a:lnTo>
                  <a:pt x="530" y="187"/>
                </a:lnTo>
                <a:lnTo>
                  <a:pt x="692" y="249"/>
                </a:lnTo>
                <a:lnTo>
                  <a:pt x="738" y="291"/>
                </a:lnTo>
                <a:lnTo>
                  <a:pt x="853" y="291"/>
                </a:lnTo>
                <a:lnTo>
                  <a:pt x="991" y="333"/>
                </a:lnTo>
                <a:lnTo>
                  <a:pt x="991" y="395"/>
                </a:lnTo>
                <a:lnTo>
                  <a:pt x="1107" y="395"/>
                </a:lnTo>
                <a:lnTo>
                  <a:pt x="1268" y="437"/>
                </a:lnTo>
                <a:lnTo>
                  <a:pt x="1361" y="520"/>
                </a:lnTo>
                <a:lnTo>
                  <a:pt x="1430" y="520"/>
                </a:lnTo>
                <a:lnTo>
                  <a:pt x="1568" y="583"/>
                </a:lnTo>
                <a:lnTo>
                  <a:pt x="1730" y="624"/>
                </a:lnTo>
                <a:lnTo>
                  <a:pt x="1730" y="666"/>
                </a:lnTo>
                <a:lnTo>
                  <a:pt x="1891" y="729"/>
                </a:lnTo>
                <a:lnTo>
                  <a:pt x="2053" y="770"/>
                </a:lnTo>
                <a:lnTo>
                  <a:pt x="2214" y="854"/>
                </a:lnTo>
                <a:lnTo>
                  <a:pt x="2260" y="916"/>
                </a:lnTo>
              </a:path>
            </a:pathLst>
          </a:custGeom>
          <a:ln w="2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1941711" y="3138128"/>
            <a:ext cx="2260" cy="1229"/>
          </a:xfrm>
          <a:custGeom>
            <a:avLst/>
            <a:gdLst/>
            <a:ahLst/>
            <a:cxnLst/>
            <a:rect l="l" t="t" r="r" b="b"/>
            <a:pathLst>
              <a:path w="2260" h="1229">
                <a:moveTo>
                  <a:pt x="0" y="0"/>
                </a:moveTo>
                <a:lnTo>
                  <a:pt x="69" y="0"/>
                </a:lnTo>
                <a:lnTo>
                  <a:pt x="207" y="83"/>
                </a:lnTo>
                <a:lnTo>
                  <a:pt x="369" y="145"/>
                </a:lnTo>
                <a:lnTo>
                  <a:pt x="438" y="187"/>
                </a:lnTo>
                <a:lnTo>
                  <a:pt x="530" y="291"/>
                </a:lnTo>
                <a:lnTo>
                  <a:pt x="645" y="291"/>
                </a:lnTo>
                <a:lnTo>
                  <a:pt x="784" y="374"/>
                </a:lnTo>
                <a:lnTo>
                  <a:pt x="853" y="374"/>
                </a:lnTo>
                <a:lnTo>
                  <a:pt x="899" y="416"/>
                </a:lnTo>
                <a:lnTo>
                  <a:pt x="1061" y="520"/>
                </a:lnTo>
                <a:lnTo>
                  <a:pt x="1107" y="520"/>
                </a:lnTo>
                <a:lnTo>
                  <a:pt x="1153" y="562"/>
                </a:lnTo>
                <a:lnTo>
                  <a:pt x="1314" y="666"/>
                </a:lnTo>
                <a:lnTo>
                  <a:pt x="1384" y="666"/>
                </a:lnTo>
                <a:lnTo>
                  <a:pt x="1384" y="708"/>
                </a:lnTo>
                <a:lnTo>
                  <a:pt x="1430" y="749"/>
                </a:lnTo>
                <a:lnTo>
                  <a:pt x="1522" y="749"/>
                </a:lnTo>
                <a:lnTo>
                  <a:pt x="1684" y="854"/>
                </a:lnTo>
                <a:lnTo>
                  <a:pt x="1799" y="895"/>
                </a:lnTo>
                <a:lnTo>
                  <a:pt x="1960" y="999"/>
                </a:lnTo>
                <a:lnTo>
                  <a:pt x="1960" y="1041"/>
                </a:lnTo>
                <a:lnTo>
                  <a:pt x="2007" y="1104"/>
                </a:lnTo>
                <a:lnTo>
                  <a:pt x="2099" y="1104"/>
                </a:lnTo>
                <a:lnTo>
                  <a:pt x="2168" y="1187"/>
                </a:lnTo>
              </a:path>
            </a:pathLst>
          </a:custGeom>
          <a:ln w="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1943972" y="3139357"/>
            <a:ext cx="2306" cy="1624"/>
          </a:xfrm>
          <a:custGeom>
            <a:avLst/>
            <a:gdLst/>
            <a:ahLst/>
            <a:cxnLst/>
            <a:rect l="l" t="t" r="r" b="b"/>
            <a:pathLst>
              <a:path w="2306" h="1624">
                <a:moveTo>
                  <a:pt x="0" y="0"/>
                </a:moveTo>
                <a:lnTo>
                  <a:pt x="161" y="62"/>
                </a:lnTo>
                <a:lnTo>
                  <a:pt x="161" y="104"/>
                </a:lnTo>
                <a:lnTo>
                  <a:pt x="322" y="145"/>
                </a:lnTo>
                <a:lnTo>
                  <a:pt x="369" y="208"/>
                </a:lnTo>
                <a:lnTo>
                  <a:pt x="530" y="291"/>
                </a:lnTo>
                <a:lnTo>
                  <a:pt x="530" y="333"/>
                </a:lnTo>
                <a:lnTo>
                  <a:pt x="692" y="437"/>
                </a:lnTo>
                <a:lnTo>
                  <a:pt x="784" y="541"/>
                </a:lnTo>
                <a:lnTo>
                  <a:pt x="945" y="583"/>
                </a:lnTo>
                <a:lnTo>
                  <a:pt x="991" y="666"/>
                </a:lnTo>
                <a:lnTo>
                  <a:pt x="1061" y="666"/>
                </a:lnTo>
                <a:lnTo>
                  <a:pt x="1222" y="770"/>
                </a:lnTo>
                <a:lnTo>
                  <a:pt x="1222" y="812"/>
                </a:lnTo>
                <a:lnTo>
                  <a:pt x="1268" y="812"/>
                </a:lnTo>
                <a:lnTo>
                  <a:pt x="1430" y="916"/>
                </a:lnTo>
                <a:lnTo>
                  <a:pt x="1430" y="958"/>
                </a:lnTo>
                <a:lnTo>
                  <a:pt x="1568" y="1020"/>
                </a:lnTo>
                <a:lnTo>
                  <a:pt x="1637" y="1062"/>
                </a:lnTo>
                <a:lnTo>
                  <a:pt x="1730" y="1208"/>
                </a:lnTo>
                <a:lnTo>
                  <a:pt x="1891" y="1249"/>
                </a:lnTo>
                <a:lnTo>
                  <a:pt x="1891" y="1291"/>
                </a:lnTo>
                <a:lnTo>
                  <a:pt x="2007" y="1395"/>
                </a:lnTo>
                <a:lnTo>
                  <a:pt x="2053" y="1395"/>
                </a:lnTo>
                <a:lnTo>
                  <a:pt x="2168" y="1437"/>
                </a:lnTo>
                <a:lnTo>
                  <a:pt x="2214" y="1479"/>
                </a:lnTo>
                <a:lnTo>
                  <a:pt x="2306" y="1583"/>
                </a:lnTo>
              </a:path>
            </a:pathLst>
          </a:custGeom>
          <a:ln w="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946279" y="3140982"/>
            <a:ext cx="2329" cy="1916"/>
          </a:xfrm>
          <a:custGeom>
            <a:avLst/>
            <a:gdLst/>
            <a:ahLst/>
            <a:cxnLst/>
            <a:rect l="l" t="t" r="r" b="b"/>
            <a:pathLst>
              <a:path w="2329" h="1916">
                <a:moveTo>
                  <a:pt x="0" y="0"/>
                </a:moveTo>
                <a:lnTo>
                  <a:pt x="69" y="0"/>
                </a:lnTo>
                <a:lnTo>
                  <a:pt x="207" y="104"/>
                </a:lnTo>
                <a:lnTo>
                  <a:pt x="276" y="145"/>
                </a:lnTo>
                <a:lnTo>
                  <a:pt x="369" y="291"/>
                </a:lnTo>
                <a:lnTo>
                  <a:pt x="530" y="395"/>
                </a:lnTo>
                <a:lnTo>
                  <a:pt x="576" y="437"/>
                </a:lnTo>
                <a:lnTo>
                  <a:pt x="645" y="437"/>
                </a:lnTo>
                <a:lnTo>
                  <a:pt x="645" y="479"/>
                </a:lnTo>
                <a:lnTo>
                  <a:pt x="807" y="583"/>
                </a:lnTo>
                <a:lnTo>
                  <a:pt x="853" y="666"/>
                </a:lnTo>
                <a:lnTo>
                  <a:pt x="1015" y="770"/>
                </a:lnTo>
                <a:lnTo>
                  <a:pt x="1061" y="874"/>
                </a:lnTo>
                <a:lnTo>
                  <a:pt x="1153" y="916"/>
                </a:lnTo>
                <a:lnTo>
                  <a:pt x="1268" y="958"/>
                </a:lnTo>
                <a:lnTo>
                  <a:pt x="1314" y="1062"/>
                </a:lnTo>
                <a:lnTo>
                  <a:pt x="1476" y="1145"/>
                </a:lnTo>
                <a:lnTo>
                  <a:pt x="1591" y="1291"/>
                </a:lnTo>
                <a:lnTo>
                  <a:pt x="1730" y="1395"/>
                </a:lnTo>
                <a:lnTo>
                  <a:pt x="1845" y="1541"/>
                </a:lnTo>
                <a:lnTo>
                  <a:pt x="1891" y="1583"/>
                </a:lnTo>
                <a:lnTo>
                  <a:pt x="1960" y="1583"/>
                </a:lnTo>
                <a:lnTo>
                  <a:pt x="2007" y="1687"/>
                </a:lnTo>
                <a:lnTo>
                  <a:pt x="2053" y="1687"/>
                </a:lnTo>
                <a:lnTo>
                  <a:pt x="2099" y="1770"/>
                </a:lnTo>
                <a:lnTo>
                  <a:pt x="2168" y="1770"/>
                </a:lnTo>
                <a:lnTo>
                  <a:pt x="2260" y="1916"/>
                </a:lnTo>
                <a:lnTo>
                  <a:pt x="2329" y="1916"/>
                </a:lnTo>
              </a:path>
            </a:pathLst>
          </a:custGeom>
          <a:ln w="3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948609" y="3142898"/>
            <a:ext cx="2306" cy="2333"/>
          </a:xfrm>
          <a:custGeom>
            <a:avLst/>
            <a:gdLst/>
            <a:ahLst/>
            <a:cxnLst/>
            <a:rect l="l" t="t" r="r" b="b"/>
            <a:pathLst>
              <a:path w="2306" h="2333">
                <a:moveTo>
                  <a:pt x="0" y="0"/>
                </a:moveTo>
                <a:lnTo>
                  <a:pt x="0" y="0"/>
                </a:lnTo>
                <a:lnTo>
                  <a:pt x="92" y="145"/>
                </a:lnTo>
                <a:lnTo>
                  <a:pt x="253" y="249"/>
                </a:lnTo>
                <a:lnTo>
                  <a:pt x="415" y="374"/>
                </a:lnTo>
                <a:lnTo>
                  <a:pt x="461" y="437"/>
                </a:lnTo>
                <a:lnTo>
                  <a:pt x="576" y="583"/>
                </a:lnTo>
                <a:lnTo>
                  <a:pt x="715" y="708"/>
                </a:lnTo>
                <a:lnTo>
                  <a:pt x="784" y="812"/>
                </a:lnTo>
                <a:lnTo>
                  <a:pt x="945" y="916"/>
                </a:lnTo>
                <a:lnTo>
                  <a:pt x="991" y="958"/>
                </a:lnTo>
                <a:lnTo>
                  <a:pt x="1084" y="1062"/>
                </a:lnTo>
                <a:lnTo>
                  <a:pt x="1084" y="1104"/>
                </a:lnTo>
                <a:lnTo>
                  <a:pt x="1199" y="1145"/>
                </a:lnTo>
                <a:lnTo>
                  <a:pt x="1291" y="1291"/>
                </a:lnTo>
                <a:lnTo>
                  <a:pt x="1361" y="1395"/>
                </a:lnTo>
                <a:lnTo>
                  <a:pt x="1453" y="1437"/>
                </a:lnTo>
                <a:lnTo>
                  <a:pt x="1568" y="1583"/>
                </a:lnTo>
                <a:lnTo>
                  <a:pt x="1614" y="1583"/>
                </a:lnTo>
                <a:lnTo>
                  <a:pt x="1660" y="1666"/>
                </a:lnTo>
                <a:lnTo>
                  <a:pt x="1730" y="1770"/>
                </a:lnTo>
                <a:lnTo>
                  <a:pt x="1822" y="1812"/>
                </a:lnTo>
                <a:lnTo>
                  <a:pt x="1937" y="1958"/>
                </a:lnTo>
                <a:lnTo>
                  <a:pt x="1983" y="1958"/>
                </a:lnTo>
                <a:lnTo>
                  <a:pt x="2099" y="2104"/>
                </a:lnTo>
                <a:lnTo>
                  <a:pt x="2191" y="2249"/>
                </a:lnTo>
                <a:lnTo>
                  <a:pt x="2237" y="2249"/>
                </a:lnTo>
              </a:path>
            </a:pathLst>
          </a:custGeom>
          <a:ln w="3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1950915" y="3145232"/>
            <a:ext cx="2306" cy="2645"/>
          </a:xfrm>
          <a:custGeom>
            <a:avLst/>
            <a:gdLst/>
            <a:ahLst/>
            <a:cxnLst/>
            <a:rect l="l" t="t" r="r" b="b"/>
            <a:pathLst>
              <a:path w="2306" h="2645">
                <a:moveTo>
                  <a:pt x="0" y="0"/>
                </a:moveTo>
                <a:lnTo>
                  <a:pt x="46" y="62"/>
                </a:lnTo>
                <a:lnTo>
                  <a:pt x="161" y="208"/>
                </a:lnTo>
                <a:lnTo>
                  <a:pt x="253" y="249"/>
                </a:lnTo>
                <a:lnTo>
                  <a:pt x="299" y="395"/>
                </a:lnTo>
                <a:lnTo>
                  <a:pt x="415" y="437"/>
                </a:lnTo>
                <a:lnTo>
                  <a:pt x="507" y="583"/>
                </a:lnTo>
                <a:lnTo>
                  <a:pt x="576" y="687"/>
                </a:lnTo>
                <a:lnTo>
                  <a:pt x="622" y="729"/>
                </a:lnTo>
                <a:lnTo>
                  <a:pt x="738" y="770"/>
                </a:lnTo>
                <a:lnTo>
                  <a:pt x="738" y="812"/>
                </a:lnTo>
                <a:lnTo>
                  <a:pt x="784" y="916"/>
                </a:lnTo>
                <a:lnTo>
                  <a:pt x="945" y="1020"/>
                </a:lnTo>
                <a:lnTo>
                  <a:pt x="991" y="1166"/>
                </a:lnTo>
                <a:lnTo>
                  <a:pt x="1153" y="1249"/>
                </a:lnTo>
                <a:lnTo>
                  <a:pt x="1199" y="1395"/>
                </a:lnTo>
                <a:lnTo>
                  <a:pt x="1361" y="1499"/>
                </a:lnTo>
                <a:lnTo>
                  <a:pt x="1453" y="1687"/>
                </a:lnTo>
                <a:lnTo>
                  <a:pt x="1568" y="1833"/>
                </a:lnTo>
                <a:lnTo>
                  <a:pt x="1684" y="1916"/>
                </a:lnTo>
                <a:lnTo>
                  <a:pt x="1730" y="2020"/>
                </a:lnTo>
                <a:lnTo>
                  <a:pt x="1776" y="2062"/>
                </a:lnTo>
                <a:lnTo>
                  <a:pt x="1937" y="2208"/>
                </a:lnTo>
                <a:lnTo>
                  <a:pt x="2030" y="2312"/>
                </a:lnTo>
                <a:lnTo>
                  <a:pt x="2145" y="2499"/>
                </a:lnTo>
                <a:lnTo>
                  <a:pt x="2260" y="2645"/>
                </a:lnTo>
              </a:path>
            </a:pathLst>
          </a:custGeom>
          <a:ln w="3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1953222" y="3147877"/>
            <a:ext cx="2260" cy="2999"/>
          </a:xfrm>
          <a:custGeom>
            <a:avLst/>
            <a:gdLst/>
            <a:ahLst/>
            <a:cxnLst/>
            <a:rect l="l" t="t" r="r" b="b"/>
            <a:pathLst>
              <a:path w="2260" h="2999">
                <a:moveTo>
                  <a:pt x="0" y="0"/>
                </a:moveTo>
                <a:lnTo>
                  <a:pt x="0" y="41"/>
                </a:lnTo>
                <a:lnTo>
                  <a:pt x="46" y="124"/>
                </a:lnTo>
                <a:lnTo>
                  <a:pt x="161" y="229"/>
                </a:lnTo>
                <a:lnTo>
                  <a:pt x="207" y="333"/>
                </a:lnTo>
                <a:lnTo>
                  <a:pt x="369" y="479"/>
                </a:lnTo>
                <a:lnTo>
                  <a:pt x="461" y="666"/>
                </a:lnTo>
                <a:lnTo>
                  <a:pt x="622" y="812"/>
                </a:lnTo>
                <a:lnTo>
                  <a:pt x="669" y="895"/>
                </a:lnTo>
                <a:lnTo>
                  <a:pt x="784" y="1041"/>
                </a:lnTo>
                <a:lnTo>
                  <a:pt x="830" y="1041"/>
                </a:lnTo>
                <a:lnTo>
                  <a:pt x="830" y="1083"/>
                </a:lnTo>
                <a:lnTo>
                  <a:pt x="899" y="1187"/>
                </a:lnTo>
                <a:lnTo>
                  <a:pt x="991" y="1333"/>
                </a:lnTo>
                <a:lnTo>
                  <a:pt x="1038" y="1374"/>
                </a:lnTo>
                <a:lnTo>
                  <a:pt x="1153" y="1520"/>
                </a:lnTo>
                <a:lnTo>
                  <a:pt x="1199" y="1520"/>
                </a:lnTo>
                <a:lnTo>
                  <a:pt x="1199" y="1562"/>
                </a:lnTo>
                <a:lnTo>
                  <a:pt x="1314" y="1666"/>
                </a:lnTo>
                <a:lnTo>
                  <a:pt x="1361" y="1812"/>
                </a:lnTo>
                <a:lnTo>
                  <a:pt x="1476" y="1958"/>
                </a:lnTo>
                <a:lnTo>
                  <a:pt x="1568" y="2104"/>
                </a:lnTo>
                <a:lnTo>
                  <a:pt x="1684" y="2187"/>
                </a:lnTo>
                <a:lnTo>
                  <a:pt x="1776" y="2291"/>
                </a:lnTo>
                <a:lnTo>
                  <a:pt x="1776" y="2333"/>
                </a:lnTo>
                <a:lnTo>
                  <a:pt x="1891" y="2437"/>
                </a:lnTo>
                <a:lnTo>
                  <a:pt x="1891" y="2479"/>
                </a:lnTo>
                <a:lnTo>
                  <a:pt x="1983" y="2562"/>
                </a:lnTo>
                <a:lnTo>
                  <a:pt x="1983" y="2624"/>
                </a:lnTo>
                <a:lnTo>
                  <a:pt x="2099" y="2708"/>
                </a:lnTo>
                <a:lnTo>
                  <a:pt x="2099" y="2770"/>
                </a:lnTo>
                <a:lnTo>
                  <a:pt x="2191" y="2854"/>
                </a:lnTo>
                <a:lnTo>
                  <a:pt x="2260" y="2999"/>
                </a:lnTo>
              </a:path>
            </a:pathLst>
          </a:custGeom>
          <a:ln w="3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955483" y="3150877"/>
            <a:ext cx="2306" cy="3354"/>
          </a:xfrm>
          <a:custGeom>
            <a:avLst/>
            <a:gdLst/>
            <a:ahLst/>
            <a:cxnLst/>
            <a:rect l="l" t="t" r="r" b="b"/>
            <a:pathLst>
              <a:path w="2306" h="3354">
                <a:moveTo>
                  <a:pt x="0" y="0"/>
                </a:moveTo>
                <a:lnTo>
                  <a:pt x="92" y="145"/>
                </a:lnTo>
                <a:lnTo>
                  <a:pt x="207" y="291"/>
                </a:lnTo>
                <a:lnTo>
                  <a:pt x="299" y="437"/>
                </a:lnTo>
                <a:lnTo>
                  <a:pt x="415" y="583"/>
                </a:lnTo>
                <a:lnTo>
                  <a:pt x="530" y="708"/>
                </a:lnTo>
                <a:lnTo>
                  <a:pt x="576" y="812"/>
                </a:lnTo>
                <a:lnTo>
                  <a:pt x="669" y="958"/>
                </a:lnTo>
                <a:lnTo>
                  <a:pt x="784" y="1104"/>
                </a:lnTo>
                <a:lnTo>
                  <a:pt x="876" y="1249"/>
                </a:lnTo>
                <a:lnTo>
                  <a:pt x="991" y="1333"/>
                </a:lnTo>
                <a:lnTo>
                  <a:pt x="1038" y="1479"/>
                </a:lnTo>
                <a:lnTo>
                  <a:pt x="1107" y="1479"/>
                </a:lnTo>
                <a:lnTo>
                  <a:pt x="1153" y="1624"/>
                </a:lnTo>
                <a:lnTo>
                  <a:pt x="1245" y="1770"/>
                </a:lnTo>
                <a:lnTo>
                  <a:pt x="1245" y="1770"/>
                </a:lnTo>
                <a:lnTo>
                  <a:pt x="1361" y="1874"/>
                </a:lnTo>
                <a:lnTo>
                  <a:pt x="1361" y="1916"/>
                </a:lnTo>
                <a:lnTo>
                  <a:pt x="1453" y="2062"/>
                </a:lnTo>
                <a:lnTo>
                  <a:pt x="1453" y="2104"/>
                </a:lnTo>
                <a:lnTo>
                  <a:pt x="1522" y="2145"/>
                </a:lnTo>
                <a:lnTo>
                  <a:pt x="1614" y="2249"/>
                </a:lnTo>
                <a:lnTo>
                  <a:pt x="1684" y="2395"/>
                </a:lnTo>
                <a:lnTo>
                  <a:pt x="1776" y="2479"/>
                </a:lnTo>
                <a:lnTo>
                  <a:pt x="1822" y="2624"/>
                </a:lnTo>
                <a:lnTo>
                  <a:pt x="1937" y="2729"/>
                </a:lnTo>
                <a:lnTo>
                  <a:pt x="1937" y="2770"/>
                </a:lnTo>
                <a:lnTo>
                  <a:pt x="2053" y="2916"/>
                </a:lnTo>
                <a:lnTo>
                  <a:pt x="2053" y="2958"/>
                </a:lnTo>
                <a:lnTo>
                  <a:pt x="2145" y="3104"/>
                </a:lnTo>
                <a:lnTo>
                  <a:pt x="2260" y="3249"/>
                </a:lnTo>
              </a:path>
            </a:pathLst>
          </a:custGeom>
          <a:ln w="3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1957790" y="3154231"/>
            <a:ext cx="2306" cy="3666"/>
          </a:xfrm>
          <a:custGeom>
            <a:avLst/>
            <a:gdLst/>
            <a:ahLst/>
            <a:cxnLst/>
            <a:rect l="l" t="t" r="r" b="b"/>
            <a:pathLst>
              <a:path w="2306" h="3666">
                <a:moveTo>
                  <a:pt x="0" y="0"/>
                </a:moveTo>
                <a:lnTo>
                  <a:pt x="46" y="41"/>
                </a:lnTo>
                <a:lnTo>
                  <a:pt x="92" y="83"/>
                </a:lnTo>
                <a:lnTo>
                  <a:pt x="161" y="229"/>
                </a:lnTo>
                <a:lnTo>
                  <a:pt x="207" y="333"/>
                </a:lnTo>
                <a:lnTo>
                  <a:pt x="322" y="479"/>
                </a:lnTo>
                <a:lnTo>
                  <a:pt x="415" y="562"/>
                </a:lnTo>
                <a:lnTo>
                  <a:pt x="461" y="708"/>
                </a:lnTo>
                <a:lnTo>
                  <a:pt x="576" y="854"/>
                </a:lnTo>
                <a:lnTo>
                  <a:pt x="622" y="895"/>
                </a:lnTo>
                <a:lnTo>
                  <a:pt x="692" y="999"/>
                </a:lnTo>
                <a:lnTo>
                  <a:pt x="738" y="1145"/>
                </a:lnTo>
                <a:lnTo>
                  <a:pt x="784" y="1229"/>
                </a:lnTo>
                <a:lnTo>
                  <a:pt x="899" y="1374"/>
                </a:lnTo>
                <a:lnTo>
                  <a:pt x="991" y="1479"/>
                </a:lnTo>
                <a:lnTo>
                  <a:pt x="1038" y="1624"/>
                </a:lnTo>
                <a:lnTo>
                  <a:pt x="1107" y="1708"/>
                </a:lnTo>
                <a:lnTo>
                  <a:pt x="1199" y="1812"/>
                </a:lnTo>
                <a:lnTo>
                  <a:pt x="1268" y="1958"/>
                </a:lnTo>
                <a:lnTo>
                  <a:pt x="1314" y="2041"/>
                </a:lnTo>
                <a:lnTo>
                  <a:pt x="1407" y="2145"/>
                </a:lnTo>
                <a:lnTo>
                  <a:pt x="1476" y="2291"/>
                </a:lnTo>
                <a:lnTo>
                  <a:pt x="1522" y="2437"/>
                </a:lnTo>
                <a:lnTo>
                  <a:pt x="1684" y="2562"/>
                </a:lnTo>
                <a:lnTo>
                  <a:pt x="1730" y="2708"/>
                </a:lnTo>
                <a:lnTo>
                  <a:pt x="1776" y="2854"/>
                </a:lnTo>
                <a:lnTo>
                  <a:pt x="1845" y="2916"/>
                </a:lnTo>
                <a:lnTo>
                  <a:pt x="1937" y="3104"/>
                </a:lnTo>
                <a:lnTo>
                  <a:pt x="2053" y="3187"/>
                </a:lnTo>
                <a:lnTo>
                  <a:pt x="2099" y="3333"/>
                </a:lnTo>
                <a:lnTo>
                  <a:pt x="2214" y="3437"/>
                </a:lnTo>
                <a:lnTo>
                  <a:pt x="2260" y="3583"/>
                </a:lnTo>
              </a:path>
            </a:pathLst>
          </a:custGeom>
          <a:ln w="3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960097" y="3157898"/>
            <a:ext cx="2306" cy="4020"/>
          </a:xfrm>
          <a:custGeom>
            <a:avLst/>
            <a:gdLst/>
            <a:ahLst/>
            <a:cxnLst/>
            <a:rect l="l" t="t" r="r" b="b"/>
            <a:pathLst>
              <a:path w="2306" h="4020">
                <a:moveTo>
                  <a:pt x="0" y="0"/>
                </a:moveTo>
                <a:lnTo>
                  <a:pt x="46" y="145"/>
                </a:lnTo>
                <a:lnTo>
                  <a:pt x="115" y="145"/>
                </a:lnTo>
                <a:lnTo>
                  <a:pt x="161" y="291"/>
                </a:lnTo>
                <a:lnTo>
                  <a:pt x="253" y="395"/>
                </a:lnTo>
                <a:lnTo>
                  <a:pt x="322" y="583"/>
                </a:lnTo>
                <a:lnTo>
                  <a:pt x="415" y="666"/>
                </a:lnTo>
                <a:lnTo>
                  <a:pt x="484" y="812"/>
                </a:lnTo>
                <a:lnTo>
                  <a:pt x="530" y="958"/>
                </a:lnTo>
                <a:lnTo>
                  <a:pt x="576" y="999"/>
                </a:lnTo>
                <a:lnTo>
                  <a:pt x="692" y="1145"/>
                </a:lnTo>
                <a:lnTo>
                  <a:pt x="692" y="1208"/>
                </a:lnTo>
                <a:lnTo>
                  <a:pt x="738" y="1208"/>
                </a:lnTo>
                <a:lnTo>
                  <a:pt x="784" y="1291"/>
                </a:lnTo>
                <a:lnTo>
                  <a:pt x="853" y="1437"/>
                </a:lnTo>
                <a:lnTo>
                  <a:pt x="899" y="1479"/>
                </a:lnTo>
                <a:lnTo>
                  <a:pt x="945" y="1624"/>
                </a:lnTo>
                <a:lnTo>
                  <a:pt x="945" y="1666"/>
                </a:lnTo>
                <a:lnTo>
                  <a:pt x="991" y="1729"/>
                </a:lnTo>
                <a:lnTo>
                  <a:pt x="1107" y="1874"/>
                </a:lnTo>
                <a:lnTo>
                  <a:pt x="1153" y="2020"/>
                </a:lnTo>
                <a:lnTo>
                  <a:pt x="1268" y="2208"/>
                </a:lnTo>
                <a:lnTo>
                  <a:pt x="1314" y="2208"/>
                </a:lnTo>
                <a:lnTo>
                  <a:pt x="1361" y="2291"/>
                </a:lnTo>
                <a:lnTo>
                  <a:pt x="1430" y="2437"/>
                </a:lnTo>
                <a:lnTo>
                  <a:pt x="1476" y="2583"/>
                </a:lnTo>
                <a:lnTo>
                  <a:pt x="1568" y="2687"/>
                </a:lnTo>
                <a:lnTo>
                  <a:pt x="1637" y="2833"/>
                </a:lnTo>
                <a:lnTo>
                  <a:pt x="1637" y="2874"/>
                </a:lnTo>
                <a:lnTo>
                  <a:pt x="1730" y="2958"/>
                </a:lnTo>
                <a:lnTo>
                  <a:pt x="1776" y="3104"/>
                </a:lnTo>
                <a:lnTo>
                  <a:pt x="1776" y="3166"/>
                </a:lnTo>
                <a:lnTo>
                  <a:pt x="1845" y="3208"/>
                </a:lnTo>
                <a:lnTo>
                  <a:pt x="1891" y="3354"/>
                </a:lnTo>
                <a:lnTo>
                  <a:pt x="1937" y="3395"/>
                </a:lnTo>
                <a:lnTo>
                  <a:pt x="2053" y="3541"/>
                </a:lnTo>
                <a:lnTo>
                  <a:pt x="2099" y="3687"/>
                </a:lnTo>
                <a:lnTo>
                  <a:pt x="2214" y="3833"/>
                </a:lnTo>
                <a:lnTo>
                  <a:pt x="2260" y="3979"/>
                </a:lnTo>
                <a:lnTo>
                  <a:pt x="2260" y="4020"/>
                </a:lnTo>
              </a:path>
            </a:pathLst>
          </a:custGeom>
          <a:ln w="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1962404" y="3161919"/>
            <a:ext cx="2260" cy="4354"/>
          </a:xfrm>
          <a:custGeom>
            <a:avLst/>
            <a:gdLst/>
            <a:ahLst/>
            <a:cxnLst/>
            <a:rect l="l" t="t" r="r" b="b"/>
            <a:pathLst>
              <a:path w="2260" h="4354">
                <a:moveTo>
                  <a:pt x="0" y="0"/>
                </a:moveTo>
                <a:lnTo>
                  <a:pt x="0" y="41"/>
                </a:lnTo>
                <a:lnTo>
                  <a:pt x="115" y="187"/>
                </a:lnTo>
                <a:lnTo>
                  <a:pt x="161" y="333"/>
                </a:lnTo>
                <a:lnTo>
                  <a:pt x="276" y="479"/>
                </a:lnTo>
                <a:lnTo>
                  <a:pt x="322" y="624"/>
                </a:lnTo>
                <a:lnTo>
                  <a:pt x="415" y="770"/>
                </a:lnTo>
                <a:lnTo>
                  <a:pt x="530" y="958"/>
                </a:lnTo>
                <a:lnTo>
                  <a:pt x="530" y="1041"/>
                </a:lnTo>
                <a:lnTo>
                  <a:pt x="645" y="1187"/>
                </a:lnTo>
                <a:lnTo>
                  <a:pt x="692" y="1333"/>
                </a:lnTo>
                <a:lnTo>
                  <a:pt x="784" y="1479"/>
                </a:lnTo>
                <a:lnTo>
                  <a:pt x="853" y="1624"/>
                </a:lnTo>
                <a:lnTo>
                  <a:pt x="945" y="1708"/>
                </a:lnTo>
                <a:lnTo>
                  <a:pt x="991" y="1812"/>
                </a:lnTo>
                <a:lnTo>
                  <a:pt x="1061" y="1916"/>
                </a:lnTo>
                <a:lnTo>
                  <a:pt x="1107" y="2104"/>
                </a:lnTo>
                <a:lnTo>
                  <a:pt x="1222" y="2249"/>
                </a:lnTo>
                <a:lnTo>
                  <a:pt x="1222" y="2333"/>
                </a:lnTo>
                <a:lnTo>
                  <a:pt x="1268" y="2395"/>
                </a:lnTo>
                <a:lnTo>
                  <a:pt x="1314" y="2520"/>
                </a:lnTo>
                <a:lnTo>
                  <a:pt x="1430" y="2666"/>
                </a:lnTo>
                <a:lnTo>
                  <a:pt x="1476" y="2812"/>
                </a:lnTo>
                <a:lnTo>
                  <a:pt x="1522" y="2812"/>
                </a:lnTo>
                <a:lnTo>
                  <a:pt x="1591" y="2916"/>
                </a:lnTo>
                <a:lnTo>
                  <a:pt x="1637" y="2999"/>
                </a:lnTo>
                <a:lnTo>
                  <a:pt x="1684" y="3145"/>
                </a:lnTo>
                <a:lnTo>
                  <a:pt x="1730" y="3291"/>
                </a:lnTo>
                <a:lnTo>
                  <a:pt x="1799" y="3437"/>
                </a:lnTo>
                <a:lnTo>
                  <a:pt x="1891" y="3583"/>
                </a:lnTo>
                <a:lnTo>
                  <a:pt x="1937" y="3729"/>
                </a:lnTo>
                <a:lnTo>
                  <a:pt x="2007" y="3729"/>
                </a:lnTo>
                <a:lnTo>
                  <a:pt x="2053" y="3874"/>
                </a:lnTo>
                <a:lnTo>
                  <a:pt x="2168" y="4062"/>
                </a:lnTo>
                <a:lnTo>
                  <a:pt x="2214" y="4208"/>
                </a:lnTo>
                <a:lnTo>
                  <a:pt x="2214" y="4249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1964665" y="3166273"/>
            <a:ext cx="2306" cy="4666"/>
          </a:xfrm>
          <a:custGeom>
            <a:avLst/>
            <a:gdLst/>
            <a:ahLst/>
            <a:cxnLst/>
            <a:rect l="l" t="t" r="r" b="b"/>
            <a:pathLst>
              <a:path w="2306" h="4666">
                <a:moveTo>
                  <a:pt x="0" y="0"/>
                </a:moveTo>
                <a:lnTo>
                  <a:pt x="115" y="83"/>
                </a:lnTo>
                <a:lnTo>
                  <a:pt x="161" y="229"/>
                </a:lnTo>
                <a:lnTo>
                  <a:pt x="207" y="374"/>
                </a:lnTo>
                <a:lnTo>
                  <a:pt x="207" y="416"/>
                </a:lnTo>
                <a:lnTo>
                  <a:pt x="322" y="562"/>
                </a:lnTo>
                <a:lnTo>
                  <a:pt x="369" y="708"/>
                </a:lnTo>
                <a:lnTo>
                  <a:pt x="415" y="708"/>
                </a:lnTo>
                <a:lnTo>
                  <a:pt x="484" y="854"/>
                </a:lnTo>
                <a:lnTo>
                  <a:pt x="530" y="999"/>
                </a:lnTo>
                <a:lnTo>
                  <a:pt x="530" y="1041"/>
                </a:lnTo>
                <a:lnTo>
                  <a:pt x="576" y="1041"/>
                </a:lnTo>
                <a:lnTo>
                  <a:pt x="622" y="1145"/>
                </a:lnTo>
                <a:lnTo>
                  <a:pt x="692" y="1229"/>
                </a:lnTo>
                <a:lnTo>
                  <a:pt x="738" y="1374"/>
                </a:lnTo>
                <a:lnTo>
                  <a:pt x="784" y="1520"/>
                </a:lnTo>
                <a:lnTo>
                  <a:pt x="784" y="1562"/>
                </a:lnTo>
                <a:lnTo>
                  <a:pt x="899" y="1666"/>
                </a:lnTo>
                <a:lnTo>
                  <a:pt x="945" y="1812"/>
                </a:lnTo>
                <a:lnTo>
                  <a:pt x="991" y="1958"/>
                </a:lnTo>
                <a:lnTo>
                  <a:pt x="991" y="1999"/>
                </a:lnTo>
                <a:lnTo>
                  <a:pt x="1061" y="1999"/>
                </a:lnTo>
                <a:lnTo>
                  <a:pt x="1107" y="2145"/>
                </a:lnTo>
                <a:lnTo>
                  <a:pt x="1107" y="2187"/>
                </a:lnTo>
                <a:lnTo>
                  <a:pt x="1153" y="2187"/>
                </a:lnTo>
                <a:lnTo>
                  <a:pt x="1199" y="2333"/>
                </a:lnTo>
                <a:lnTo>
                  <a:pt x="1268" y="2479"/>
                </a:lnTo>
                <a:lnTo>
                  <a:pt x="1268" y="2520"/>
                </a:lnTo>
                <a:lnTo>
                  <a:pt x="1361" y="2624"/>
                </a:lnTo>
                <a:lnTo>
                  <a:pt x="1430" y="2770"/>
                </a:lnTo>
                <a:lnTo>
                  <a:pt x="1476" y="2958"/>
                </a:lnTo>
                <a:lnTo>
                  <a:pt x="1568" y="3041"/>
                </a:lnTo>
                <a:lnTo>
                  <a:pt x="1637" y="3187"/>
                </a:lnTo>
                <a:lnTo>
                  <a:pt x="1684" y="3333"/>
                </a:lnTo>
                <a:lnTo>
                  <a:pt x="1684" y="3374"/>
                </a:lnTo>
                <a:lnTo>
                  <a:pt x="1730" y="3374"/>
                </a:lnTo>
                <a:lnTo>
                  <a:pt x="1799" y="3520"/>
                </a:lnTo>
                <a:lnTo>
                  <a:pt x="1845" y="3666"/>
                </a:lnTo>
                <a:lnTo>
                  <a:pt x="1845" y="3708"/>
                </a:lnTo>
                <a:lnTo>
                  <a:pt x="1937" y="3812"/>
                </a:lnTo>
                <a:lnTo>
                  <a:pt x="2007" y="3958"/>
                </a:lnTo>
                <a:lnTo>
                  <a:pt x="2053" y="4104"/>
                </a:lnTo>
                <a:lnTo>
                  <a:pt x="2053" y="4145"/>
                </a:lnTo>
                <a:lnTo>
                  <a:pt x="2145" y="4249"/>
                </a:lnTo>
                <a:lnTo>
                  <a:pt x="2214" y="4395"/>
                </a:lnTo>
                <a:lnTo>
                  <a:pt x="2260" y="4583"/>
                </a:lnTo>
              </a:path>
            </a:pathLst>
          </a:custGeom>
          <a:ln w="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966972" y="3170940"/>
            <a:ext cx="2306" cy="5020"/>
          </a:xfrm>
          <a:custGeom>
            <a:avLst/>
            <a:gdLst/>
            <a:ahLst/>
            <a:cxnLst/>
            <a:rect l="l" t="t" r="r" b="b"/>
            <a:pathLst>
              <a:path w="2306" h="5020">
                <a:moveTo>
                  <a:pt x="0" y="0"/>
                </a:moveTo>
                <a:lnTo>
                  <a:pt x="69" y="145"/>
                </a:lnTo>
                <a:lnTo>
                  <a:pt x="115" y="145"/>
                </a:lnTo>
                <a:lnTo>
                  <a:pt x="161" y="291"/>
                </a:lnTo>
                <a:lnTo>
                  <a:pt x="207" y="437"/>
                </a:lnTo>
                <a:lnTo>
                  <a:pt x="207" y="479"/>
                </a:lnTo>
                <a:lnTo>
                  <a:pt x="322" y="583"/>
                </a:lnTo>
                <a:lnTo>
                  <a:pt x="369" y="729"/>
                </a:lnTo>
                <a:lnTo>
                  <a:pt x="438" y="874"/>
                </a:lnTo>
                <a:lnTo>
                  <a:pt x="438" y="916"/>
                </a:lnTo>
                <a:lnTo>
                  <a:pt x="484" y="999"/>
                </a:lnTo>
                <a:lnTo>
                  <a:pt x="530" y="1145"/>
                </a:lnTo>
                <a:lnTo>
                  <a:pt x="576" y="1145"/>
                </a:lnTo>
                <a:lnTo>
                  <a:pt x="645" y="1291"/>
                </a:lnTo>
                <a:lnTo>
                  <a:pt x="692" y="1437"/>
                </a:lnTo>
                <a:lnTo>
                  <a:pt x="692" y="1479"/>
                </a:lnTo>
                <a:lnTo>
                  <a:pt x="784" y="1624"/>
                </a:lnTo>
                <a:lnTo>
                  <a:pt x="853" y="1770"/>
                </a:lnTo>
                <a:lnTo>
                  <a:pt x="899" y="1812"/>
                </a:lnTo>
                <a:lnTo>
                  <a:pt x="945" y="1958"/>
                </a:lnTo>
                <a:lnTo>
                  <a:pt x="1015" y="2104"/>
                </a:lnTo>
                <a:lnTo>
                  <a:pt x="1015" y="2145"/>
                </a:lnTo>
                <a:lnTo>
                  <a:pt x="1061" y="2249"/>
                </a:lnTo>
                <a:lnTo>
                  <a:pt x="1107" y="2395"/>
                </a:lnTo>
                <a:lnTo>
                  <a:pt x="1153" y="2395"/>
                </a:lnTo>
                <a:lnTo>
                  <a:pt x="1222" y="2541"/>
                </a:lnTo>
                <a:lnTo>
                  <a:pt x="1268" y="2687"/>
                </a:lnTo>
                <a:lnTo>
                  <a:pt x="1314" y="2770"/>
                </a:lnTo>
                <a:lnTo>
                  <a:pt x="1361" y="2916"/>
                </a:lnTo>
                <a:lnTo>
                  <a:pt x="1361" y="2958"/>
                </a:lnTo>
                <a:lnTo>
                  <a:pt x="1476" y="3104"/>
                </a:lnTo>
                <a:lnTo>
                  <a:pt x="1522" y="3249"/>
                </a:lnTo>
                <a:lnTo>
                  <a:pt x="1591" y="3312"/>
                </a:lnTo>
                <a:lnTo>
                  <a:pt x="1637" y="3499"/>
                </a:lnTo>
                <a:lnTo>
                  <a:pt x="1684" y="3583"/>
                </a:lnTo>
                <a:lnTo>
                  <a:pt x="1730" y="3729"/>
                </a:lnTo>
                <a:lnTo>
                  <a:pt x="1730" y="3770"/>
                </a:lnTo>
                <a:lnTo>
                  <a:pt x="1845" y="3916"/>
                </a:lnTo>
                <a:lnTo>
                  <a:pt x="1891" y="4062"/>
                </a:lnTo>
                <a:lnTo>
                  <a:pt x="1960" y="4208"/>
                </a:lnTo>
                <a:lnTo>
                  <a:pt x="2007" y="4354"/>
                </a:lnTo>
                <a:lnTo>
                  <a:pt x="2099" y="4499"/>
                </a:lnTo>
                <a:lnTo>
                  <a:pt x="2168" y="4645"/>
                </a:lnTo>
                <a:lnTo>
                  <a:pt x="2168" y="4645"/>
                </a:lnTo>
                <a:lnTo>
                  <a:pt x="2214" y="4791"/>
                </a:lnTo>
                <a:lnTo>
                  <a:pt x="2260" y="4833"/>
                </a:lnTo>
                <a:lnTo>
                  <a:pt x="2306" y="4979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969278" y="3175960"/>
            <a:ext cx="2329" cy="5312"/>
          </a:xfrm>
          <a:custGeom>
            <a:avLst/>
            <a:gdLst/>
            <a:ahLst/>
            <a:cxnLst/>
            <a:rect l="l" t="t" r="r" b="b"/>
            <a:pathLst>
              <a:path w="2329" h="5312">
                <a:moveTo>
                  <a:pt x="0" y="0"/>
                </a:moveTo>
                <a:lnTo>
                  <a:pt x="69" y="145"/>
                </a:lnTo>
                <a:lnTo>
                  <a:pt x="115" y="291"/>
                </a:lnTo>
                <a:lnTo>
                  <a:pt x="230" y="437"/>
                </a:lnTo>
                <a:lnTo>
                  <a:pt x="276" y="583"/>
                </a:lnTo>
                <a:lnTo>
                  <a:pt x="322" y="770"/>
                </a:lnTo>
                <a:lnTo>
                  <a:pt x="438" y="916"/>
                </a:lnTo>
                <a:lnTo>
                  <a:pt x="484" y="1062"/>
                </a:lnTo>
                <a:lnTo>
                  <a:pt x="599" y="1249"/>
                </a:lnTo>
                <a:lnTo>
                  <a:pt x="599" y="1333"/>
                </a:lnTo>
                <a:lnTo>
                  <a:pt x="692" y="1479"/>
                </a:lnTo>
                <a:lnTo>
                  <a:pt x="692" y="1583"/>
                </a:lnTo>
                <a:lnTo>
                  <a:pt x="807" y="1729"/>
                </a:lnTo>
                <a:lnTo>
                  <a:pt x="807" y="1812"/>
                </a:lnTo>
                <a:lnTo>
                  <a:pt x="899" y="1958"/>
                </a:lnTo>
                <a:lnTo>
                  <a:pt x="899" y="2062"/>
                </a:lnTo>
                <a:lnTo>
                  <a:pt x="1015" y="2208"/>
                </a:lnTo>
                <a:lnTo>
                  <a:pt x="1015" y="2291"/>
                </a:lnTo>
                <a:lnTo>
                  <a:pt x="1107" y="2437"/>
                </a:lnTo>
                <a:lnTo>
                  <a:pt x="1176" y="2583"/>
                </a:lnTo>
                <a:lnTo>
                  <a:pt x="1222" y="2729"/>
                </a:lnTo>
                <a:lnTo>
                  <a:pt x="1268" y="2874"/>
                </a:lnTo>
                <a:lnTo>
                  <a:pt x="1314" y="3020"/>
                </a:lnTo>
                <a:lnTo>
                  <a:pt x="1384" y="3145"/>
                </a:lnTo>
                <a:lnTo>
                  <a:pt x="1476" y="3291"/>
                </a:lnTo>
                <a:lnTo>
                  <a:pt x="1522" y="3437"/>
                </a:lnTo>
                <a:lnTo>
                  <a:pt x="1591" y="3583"/>
                </a:lnTo>
                <a:lnTo>
                  <a:pt x="1591" y="3583"/>
                </a:lnTo>
                <a:lnTo>
                  <a:pt x="1637" y="3729"/>
                </a:lnTo>
                <a:lnTo>
                  <a:pt x="1684" y="3874"/>
                </a:lnTo>
                <a:lnTo>
                  <a:pt x="1753" y="4020"/>
                </a:lnTo>
                <a:lnTo>
                  <a:pt x="1799" y="4166"/>
                </a:lnTo>
                <a:lnTo>
                  <a:pt x="1891" y="4354"/>
                </a:lnTo>
                <a:lnTo>
                  <a:pt x="1960" y="4499"/>
                </a:lnTo>
                <a:lnTo>
                  <a:pt x="2007" y="4645"/>
                </a:lnTo>
                <a:lnTo>
                  <a:pt x="2122" y="4833"/>
                </a:lnTo>
                <a:lnTo>
                  <a:pt x="2168" y="4979"/>
                </a:lnTo>
                <a:lnTo>
                  <a:pt x="2260" y="5166"/>
                </a:lnTo>
                <a:lnTo>
                  <a:pt x="2329" y="5312"/>
                </a:lnTo>
              </a:path>
            </a:pathLst>
          </a:custGeom>
          <a:ln w="31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971608" y="3181273"/>
            <a:ext cx="2306" cy="5624"/>
          </a:xfrm>
          <a:custGeom>
            <a:avLst/>
            <a:gdLst/>
            <a:ahLst/>
            <a:cxnLst/>
            <a:rect l="l" t="t" r="r" b="b"/>
            <a:pathLst>
              <a:path w="2306" h="5624">
                <a:moveTo>
                  <a:pt x="0" y="0"/>
                </a:moveTo>
                <a:lnTo>
                  <a:pt x="46" y="145"/>
                </a:lnTo>
                <a:lnTo>
                  <a:pt x="92" y="333"/>
                </a:lnTo>
                <a:lnTo>
                  <a:pt x="207" y="479"/>
                </a:lnTo>
                <a:lnTo>
                  <a:pt x="253" y="666"/>
                </a:lnTo>
                <a:lnTo>
                  <a:pt x="299" y="812"/>
                </a:lnTo>
                <a:lnTo>
                  <a:pt x="369" y="958"/>
                </a:lnTo>
                <a:lnTo>
                  <a:pt x="461" y="1145"/>
                </a:lnTo>
                <a:lnTo>
                  <a:pt x="507" y="1291"/>
                </a:lnTo>
                <a:lnTo>
                  <a:pt x="576" y="1479"/>
                </a:lnTo>
                <a:lnTo>
                  <a:pt x="669" y="1624"/>
                </a:lnTo>
                <a:lnTo>
                  <a:pt x="715" y="1812"/>
                </a:lnTo>
                <a:lnTo>
                  <a:pt x="784" y="1958"/>
                </a:lnTo>
                <a:lnTo>
                  <a:pt x="830" y="2104"/>
                </a:lnTo>
                <a:lnTo>
                  <a:pt x="945" y="2291"/>
                </a:lnTo>
                <a:lnTo>
                  <a:pt x="991" y="2437"/>
                </a:lnTo>
                <a:lnTo>
                  <a:pt x="1038" y="2624"/>
                </a:lnTo>
                <a:lnTo>
                  <a:pt x="1084" y="2770"/>
                </a:lnTo>
                <a:lnTo>
                  <a:pt x="1153" y="2916"/>
                </a:lnTo>
                <a:lnTo>
                  <a:pt x="1245" y="3104"/>
                </a:lnTo>
                <a:lnTo>
                  <a:pt x="1314" y="3249"/>
                </a:lnTo>
                <a:lnTo>
                  <a:pt x="1407" y="3437"/>
                </a:lnTo>
                <a:lnTo>
                  <a:pt x="1453" y="3583"/>
                </a:lnTo>
                <a:lnTo>
                  <a:pt x="1522" y="3729"/>
                </a:lnTo>
                <a:lnTo>
                  <a:pt x="1568" y="3916"/>
                </a:lnTo>
                <a:lnTo>
                  <a:pt x="1660" y="4062"/>
                </a:lnTo>
                <a:lnTo>
                  <a:pt x="1730" y="4249"/>
                </a:lnTo>
                <a:lnTo>
                  <a:pt x="1776" y="4395"/>
                </a:lnTo>
                <a:lnTo>
                  <a:pt x="1822" y="4541"/>
                </a:lnTo>
                <a:lnTo>
                  <a:pt x="1937" y="4729"/>
                </a:lnTo>
                <a:lnTo>
                  <a:pt x="1983" y="4874"/>
                </a:lnTo>
                <a:lnTo>
                  <a:pt x="2030" y="5062"/>
                </a:lnTo>
                <a:lnTo>
                  <a:pt x="2099" y="5145"/>
                </a:lnTo>
                <a:lnTo>
                  <a:pt x="2145" y="5291"/>
                </a:lnTo>
                <a:lnTo>
                  <a:pt x="2191" y="5437"/>
                </a:lnTo>
                <a:lnTo>
                  <a:pt x="2260" y="5583"/>
                </a:lnTo>
              </a:path>
            </a:pathLst>
          </a:custGeom>
          <a:ln w="3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973915" y="3186898"/>
            <a:ext cx="2260" cy="5979"/>
          </a:xfrm>
          <a:custGeom>
            <a:avLst/>
            <a:gdLst/>
            <a:ahLst/>
            <a:cxnLst/>
            <a:rect l="l" t="t" r="r" b="b"/>
            <a:pathLst>
              <a:path w="2260" h="5979">
                <a:moveTo>
                  <a:pt x="0" y="0"/>
                </a:moveTo>
                <a:lnTo>
                  <a:pt x="0" y="145"/>
                </a:lnTo>
                <a:lnTo>
                  <a:pt x="46" y="187"/>
                </a:lnTo>
                <a:lnTo>
                  <a:pt x="92" y="333"/>
                </a:lnTo>
                <a:lnTo>
                  <a:pt x="161" y="479"/>
                </a:lnTo>
                <a:lnTo>
                  <a:pt x="207" y="624"/>
                </a:lnTo>
                <a:lnTo>
                  <a:pt x="253" y="729"/>
                </a:lnTo>
                <a:lnTo>
                  <a:pt x="299" y="874"/>
                </a:lnTo>
                <a:lnTo>
                  <a:pt x="369" y="1062"/>
                </a:lnTo>
                <a:lnTo>
                  <a:pt x="415" y="1208"/>
                </a:lnTo>
                <a:lnTo>
                  <a:pt x="530" y="1395"/>
                </a:lnTo>
                <a:lnTo>
                  <a:pt x="576" y="1541"/>
                </a:lnTo>
                <a:lnTo>
                  <a:pt x="622" y="1687"/>
                </a:lnTo>
                <a:lnTo>
                  <a:pt x="669" y="1874"/>
                </a:lnTo>
                <a:lnTo>
                  <a:pt x="738" y="2020"/>
                </a:lnTo>
                <a:lnTo>
                  <a:pt x="830" y="2208"/>
                </a:lnTo>
                <a:lnTo>
                  <a:pt x="876" y="2354"/>
                </a:lnTo>
                <a:lnTo>
                  <a:pt x="945" y="2499"/>
                </a:lnTo>
                <a:lnTo>
                  <a:pt x="991" y="2687"/>
                </a:lnTo>
                <a:lnTo>
                  <a:pt x="1107" y="2833"/>
                </a:lnTo>
                <a:lnTo>
                  <a:pt x="1153" y="3020"/>
                </a:lnTo>
                <a:lnTo>
                  <a:pt x="1199" y="3166"/>
                </a:lnTo>
                <a:lnTo>
                  <a:pt x="1245" y="3354"/>
                </a:lnTo>
                <a:lnTo>
                  <a:pt x="1314" y="3499"/>
                </a:lnTo>
                <a:lnTo>
                  <a:pt x="1361" y="3645"/>
                </a:lnTo>
                <a:lnTo>
                  <a:pt x="1476" y="3833"/>
                </a:lnTo>
                <a:lnTo>
                  <a:pt x="1522" y="3979"/>
                </a:lnTo>
                <a:lnTo>
                  <a:pt x="1568" y="4166"/>
                </a:lnTo>
                <a:lnTo>
                  <a:pt x="1614" y="4312"/>
                </a:lnTo>
                <a:lnTo>
                  <a:pt x="1684" y="4458"/>
                </a:lnTo>
                <a:lnTo>
                  <a:pt x="1776" y="4645"/>
                </a:lnTo>
                <a:lnTo>
                  <a:pt x="1822" y="4791"/>
                </a:lnTo>
                <a:lnTo>
                  <a:pt x="1891" y="4979"/>
                </a:lnTo>
                <a:lnTo>
                  <a:pt x="1937" y="5124"/>
                </a:lnTo>
                <a:lnTo>
                  <a:pt x="1983" y="5270"/>
                </a:lnTo>
                <a:lnTo>
                  <a:pt x="2099" y="5458"/>
                </a:lnTo>
                <a:lnTo>
                  <a:pt x="2145" y="5604"/>
                </a:lnTo>
                <a:lnTo>
                  <a:pt x="2191" y="5791"/>
                </a:lnTo>
                <a:lnTo>
                  <a:pt x="2260" y="5937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976176" y="3192877"/>
            <a:ext cx="2306" cy="6249"/>
          </a:xfrm>
          <a:custGeom>
            <a:avLst/>
            <a:gdLst/>
            <a:ahLst/>
            <a:cxnLst/>
            <a:rect l="l" t="t" r="r" b="b"/>
            <a:pathLst>
              <a:path w="2306" h="6249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161" y="437"/>
                </a:lnTo>
                <a:lnTo>
                  <a:pt x="253" y="624"/>
                </a:lnTo>
                <a:lnTo>
                  <a:pt x="299" y="770"/>
                </a:lnTo>
                <a:lnTo>
                  <a:pt x="369" y="958"/>
                </a:lnTo>
                <a:lnTo>
                  <a:pt x="415" y="1041"/>
                </a:lnTo>
                <a:lnTo>
                  <a:pt x="461" y="1187"/>
                </a:lnTo>
                <a:lnTo>
                  <a:pt x="507" y="1333"/>
                </a:lnTo>
                <a:lnTo>
                  <a:pt x="576" y="1479"/>
                </a:lnTo>
                <a:lnTo>
                  <a:pt x="622" y="1624"/>
                </a:lnTo>
                <a:lnTo>
                  <a:pt x="669" y="1770"/>
                </a:lnTo>
                <a:lnTo>
                  <a:pt x="738" y="1916"/>
                </a:lnTo>
                <a:lnTo>
                  <a:pt x="784" y="2062"/>
                </a:lnTo>
                <a:lnTo>
                  <a:pt x="830" y="2249"/>
                </a:lnTo>
                <a:lnTo>
                  <a:pt x="876" y="2395"/>
                </a:lnTo>
                <a:lnTo>
                  <a:pt x="991" y="2583"/>
                </a:lnTo>
                <a:lnTo>
                  <a:pt x="1038" y="2729"/>
                </a:lnTo>
                <a:lnTo>
                  <a:pt x="1084" y="2874"/>
                </a:lnTo>
                <a:lnTo>
                  <a:pt x="1153" y="3062"/>
                </a:lnTo>
                <a:lnTo>
                  <a:pt x="1199" y="3208"/>
                </a:lnTo>
                <a:lnTo>
                  <a:pt x="1245" y="3395"/>
                </a:lnTo>
                <a:lnTo>
                  <a:pt x="1314" y="3541"/>
                </a:lnTo>
                <a:lnTo>
                  <a:pt x="1361" y="3687"/>
                </a:lnTo>
                <a:lnTo>
                  <a:pt x="1453" y="3874"/>
                </a:lnTo>
                <a:lnTo>
                  <a:pt x="1522" y="4020"/>
                </a:lnTo>
                <a:lnTo>
                  <a:pt x="1568" y="4208"/>
                </a:lnTo>
                <a:lnTo>
                  <a:pt x="1614" y="4354"/>
                </a:lnTo>
                <a:lnTo>
                  <a:pt x="1684" y="4541"/>
                </a:lnTo>
                <a:lnTo>
                  <a:pt x="1730" y="4687"/>
                </a:lnTo>
                <a:lnTo>
                  <a:pt x="1776" y="4833"/>
                </a:lnTo>
                <a:lnTo>
                  <a:pt x="1891" y="5020"/>
                </a:lnTo>
                <a:lnTo>
                  <a:pt x="1937" y="5166"/>
                </a:lnTo>
                <a:lnTo>
                  <a:pt x="1983" y="5354"/>
                </a:lnTo>
                <a:lnTo>
                  <a:pt x="2030" y="5499"/>
                </a:lnTo>
                <a:lnTo>
                  <a:pt x="2099" y="5645"/>
                </a:lnTo>
                <a:lnTo>
                  <a:pt x="2145" y="5833"/>
                </a:lnTo>
                <a:lnTo>
                  <a:pt x="2191" y="5979"/>
                </a:lnTo>
                <a:lnTo>
                  <a:pt x="2306" y="6166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978483" y="3199127"/>
            <a:ext cx="2306" cy="6562"/>
          </a:xfrm>
          <a:custGeom>
            <a:avLst/>
            <a:gdLst/>
            <a:ahLst/>
            <a:cxnLst/>
            <a:rect l="l" t="t" r="r" b="b"/>
            <a:pathLst>
              <a:path w="2306" h="6562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161" y="437"/>
                </a:lnTo>
                <a:lnTo>
                  <a:pt x="207" y="583"/>
                </a:lnTo>
                <a:lnTo>
                  <a:pt x="253" y="729"/>
                </a:lnTo>
                <a:lnTo>
                  <a:pt x="322" y="874"/>
                </a:lnTo>
                <a:lnTo>
                  <a:pt x="369" y="1020"/>
                </a:lnTo>
                <a:lnTo>
                  <a:pt x="415" y="1208"/>
                </a:lnTo>
                <a:lnTo>
                  <a:pt x="461" y="1354"/>
                </a:lnTo>
                <a:lnTo>
                  <a:pt x="576" y="1541"/>
                </a:lnTo>
                <a:lnTo>
                  <a:pt x="576" y="1687"/>
                </a:lnTo>
                <a:lnTo>
                  <a:pt x="669" y="1874"/>
                </a:lnTo>
                <a:lnTo>
                  <a:pt x="738" y="2020"/>
                </a:lnTo>
                <a:lnTo>
                  <a:pt x="784" y="2166"/>
                </a:lnTo>
                <a:lnTo>
                  <a:pt x="830" y="2354"/>
                </a:lnTo>
                <a:lnTo>
                  <a:pt x="899" y="2499"/>
                </a:lnTo>
                <a:lnTo>
                  <a:pt x="945" y="2687"/>
                </a:lnTo>
                <a:lnTo>
                  <a:pt x="991" y="2833"/>
                </a:lnTo>
                <a:lnTo>
                  <a:pt x="1038" y="2979"/>
                </a:lnTo>
                <a:lnTo>
                  <a:pt x="1153" y="3166"/>
                </a:lnTo>
                <a:lnTo>
                  <a:pt x="1153" y="3312"/>
                </a:lnTo>
                <a:lnTo>
                  <a:pt x="1245" y="3499"/>
                </a:lnTo>
                <a:lnTo>
                  <a:pt x="1314" y="3645"/>
                </a:lnTo>
                <a:lnTo>
                  <a:pt x="1314" y="3791"/>
                </a:lnTo>
                <a:lnTo>
                  <a:pt x="1407" y="3979"/>
                </a:lnTo>
                <a:lnTo>
                  <a:pt x="1476" y="4124"/>
                </a:lnTo>
                <a:lnTo>
                  <a:pt x="1522" y="4312"/>
                </a:lnTo>
                <a:lnTo>
                  <a:pt x="1568" y="4458"/>
                </a:lnTo>
                <a:lnTo>
                  <a:pt x="1614" y="4604"/>
                </a:lnTo>
                <a:lnTo>
                  <a:pt x="1684" y="4791"/>
                </a:lnTo>
                <a:lnTo>
                  <a:pt x="1730" y="4937"/>
                </a:lnTo>
                <a:lnTo>
                  <a:pt x="1776" y="5124"/>
                </a:lnTo>
                <a:lnTo>
                  <a:pt x="1845" y="5270"/>
                </a:lnTo>
                <a:lnTo>
                  <a:pt x="1937" y="5458"/>
                </a:lnTo>
                <a:lnTo>
                  <a:pt x="1983" y="5604"/>
                </a:lnTo>
                <a:lnTo>
                  <a:pt x="1983" y="5749"/>
                </a:lnTo>
                <a:lnTo>
                  <a:pt x="2099" y="5937"/>
                </a:lnTo>
                <a:lnTo>
                  <a:pt x="2145" y="6083"/>
                </a:lnTo>
                <a:lnTo>
                  <a:pt x="2191" y="6270"/>
                </a:lnTo>
                <a:lnTo>
                  <a:pt x="2260" y="6416"/>
                </a:lnTo>
                <a:lnTo>
                  <a:pt x="2306" y="6562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980790" y="3205689"/>
            <a:ext cx="2306" cy="6874"/>
          </a:xfrm>
          <a:custGeom>
            <a:avLst/>
            <a:gdLst/>
            <a:ahLst/>
            <a:cxnLst/>
            <a:rect l="l" t="t" r="r" b="b"/>
            <a:pathLst>
              <a:path w="2306" h="6874">
                <a:moveTo>
                  <a:pt x="0" y="0"/>
                </a:moveTo>
                <a:lnTo>
                  <a:pt x="46" y="187"/>
                </a:lnTo>
                <a:lnTo>
                  <a:pt x="115" y="333"/>
                </a:lnTo>
                <a:lnTo>
                  <a:pt x="161" y="520"/>
                </a:lnTo>
                <a:lnTo>
                  <a:pt x="207" y="666"/>
                </a:lnTo>
                <a:lnTo>
                  <a:pt x="253" y="812"/>
                </a:lnTo>
                <a:lnTo>
                  <a:pt x="322" y="999"/>
                </a:lnTo>
                <a:lnTo>
                  <a:pt x="369" y="1145"/>
                </a:lnTo>
                <a:lnTo>
                  <a:pt x="484" y="1333"/>
                </a:lnTo>
                <a:lnTo>
                  <a:pt x="484" y="1479"/>
                </a:lnTo>
                <a:lnTo>
                  <a:pt x="530" y="1624"/>
                </a:lnTo>
                <a:lnTo>
                  <a:pt x="622" y="1812"/>
                </a:lnTo>
                <a:lnTo>
                  <a:pt x="622" y="1958"/>
                </a:lnTo>
                <a:lnTo>
                  <a:pt x="738" y="2145"/>
                </a:lnTo>
                <a:lnTo>
                  <a:pt x="784" y="2291"/>
                </a:lnTo>
                <a:lnTo>
                  <a:pt x="830" y="2479"/>
                </a:lnTo>
                <a:lnTo>
                  <a:pt x="899" y="2624"/>
                </a:lnTo>
                <a:lnTo>
                  <a:pt x="945" y="2770"/>
                </a:lnTo>
                <a:lnTo>
                  <a:pt x="991" y="2958"/>
                </a:lnTo>
                <a:lnTo>
                  <a:pt x="1061" y="3104"/>
                </a:lnTo>
                <a:lnTo>
                  <a:pt x="1107" y="3291"/>
                </a:lnTo>
                <a:lnTo>
                  <a:pt x="1153" y="3437"/>
                </a:lnTo>
                <a:lnTo>
                  <a:pt x="1199" y="3583"/>
                </a:lnTo>
                <a:lnTo>
                  <a:pt x="1268" y="3770"/>
                </a:lnTo>
                <a:lnTo>
                  <a:pt x="1314" y="3916"/>
                </a:lnTo>
                <a:lnTo>
                  <a:pt x="1361" y="4104"/>
                </a:lnTo>
                <a:lnTo>
                  <a:pt x="1407" y="4249"/>
                </a:lnTo>
                <a:lnTo>
                  <a:pt x="1476" y="4395"/>
                </a:lnTo>
                <a:lnTo>
                  <a:pt x="1522" y="4583"/>
                </a:lnTo>
                <a:lnTo>
                  <a:pt x="1568" y="4729"/>
                </a:lnTo>
                <a:lnTo>
                  <a:pt x="1637" y="4916"/>
                </a:lnTo>
                <a:lnTo>
                  <a:pt x="1684" y="5062"/>
                </a:lnTo>
                <a:lnTo>
                  <a:pt x="1730" y="5208"/>
                </a:lnTo>
                <a:lnTo>
                  <a:pt x="1776" y="5395"/>
                </a:lnTo>
                <a:lnTo>
                  <a:pt x="1845" y="5541"/>
                </a:lnTo>
                <a:lnTo>
                  <a:pt x="1937" y="5729"/>
                </a:lnTo>
                <a:lnTo>
                  <a:pt x="2007" y="5874"/>
                </a:lnTo>
                <a:lnTo>
                  <a:pt x="2053" y="6062"/>
                </a:lnTo>
                <a:lnTo>
                  <a:pt x="2099" y="6208"/>
                </a:lnTo>
                <a:lnTo>
                  <a:pt x="2099" y="6354"/>
                </a:lnTo>
                <a:lnTo>
                  <a:pt x="2214" y="6541"/>
                </a:lnTo>
                <a:lnTo>
                  <a:pt x="2260" y="6687"/>
                </a:lnTo>
                <a:lnTo>
                  <a:pt x="2306" y="6874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983097" y="3212564"/>
            <a:ext cx="2306" cy="7104"/>
          </a:xfrm>
          <a:custGeom>
            <a:avLst/>
            <a:gdLst/>
            <a:ahLst/>
            <a:cxnLst/>
            <a:rect l="l" t="t" r="r" b="b"/>
            <a:pathLst>
              <a:path w="2306" h="7104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161" y="479"/>
                </a:lnTo>
                <a:lnTo>
                  <a:pt x="207" y="624"/>
                </a:lnTo>
                <a:lnTo>
                  <a:pt x="276" y="812"/>
                </a:lnTo>
                <a:lnTo>
                  <a:pt x="322" y="958"/>
                </a:lnTo>
                <a:lnTo>
                  <a:pt x="369" y="1104"/>
                </a:lnTo>
                <a:lnTo>
                  <a:pt x="415" y="1291"/>
                </a:lnTo>
                <a:lnTo>
                  <a:pt x="484" y="1437"/>
                </a:lnTo>
                <a:lnTo>
                  <a:pt x="530" y="1624"/>
                </a:lnTo>
                <a:lnTo>
                  <a:pt x="576" y="1770"/>
                </a:lnTo>
                <a:lnTo>
                  <a:pt x="622" y="1916"/>
                </a:lnTo>
                <a:lnTo>
                  <a:pt x="692" y="2104"/>
                </a:lnTo>
                <a:lnTo>
                  <a:pt x="738" y="2249"/>
                </a:lnTo>
                <a:lnTo>
                  <a:pt x="784" y="2437"/>
                </a:lnTo>
                <a:lnTo>
                  <a:pt x="853" y="2583"/>
                </a:lnTo>
                <a:lnTo>
                  <a:pt x="899" y="2770"/>
                </a:lnTo>
                <a:lnTo>
                  <a:pt x="945" y="2916"/>
                </a:lnTo>
                <a:lnTo>
                  <a:pt x="991" y="3062"/>
                </a:lnTo>
                <a:lnTo>
                  <a:pt x="1061" y="3249"/>
                </a:lnTo>
                <a:lnTo>
                  <a:pt x="1107" y="3395"/>
                </a:lnTo>
                <a:lnTo>
                  <a:pt x="1153" y="3583"/>
                </a:lnTo>
                <a:lnTo>
                  <a:pt x="1222" y="3729"/>
                </a:lnTo>
                <a:lnTo>
                  <a:pt x="1268" y="3874"/>
                </a:lnTo>
                <a:lnTo>
                  <a:pt x="1314" y="4062"/>
                </a:lnTo>
                <a:lnTo>
                  <a:pt x="1361" y="4208"/>
                </a:lnTo>
                <a:lnTo>
                  <a:pt x="1430" y="4395"/>
                </a:lnTo>
                <a:lnTo>
                  <a:pt x="1476" y="4541"/>
                </a:lnTo>
                <a:lnTo>
                  <a:pt x="1522" y="4687"/>
                </a:lnTo>
                <a:lnTo>
                  <a:pt x="1568" y="4874"/>
                </a:lnTo>
                <a:lnTo>
                  <a:pt x="1637" y="5020"/>
                </a:lnTo>
                <a:lnTo>
                  <a:pt x="1684" y="5208"/>
                </a:lnTo>
                <a:lnTo>
                  <a:pt x="1730" y="5354"/>
                </a:lnTo>
                <a:lnTo>
                  <a:pt x="1799" y="5499"/>
                </a:lnTo>
                <a:lnTo>
                  <a:pt x="1845" y="5687"/>
                </a:lnTo>
                <a:lnTo>
                  <a:pt x="1891" y="5833"/>
                </a:lnTo>
                <a:lnTo>
                  <a:pt x="1937" y="6020"/>
                </a:lnTo>
                <a:lnTo>
                  <a:pt x="2007" y="6166"/>
                </a:lnTo>
                <a:lnTo>
                  <a:pt x="2053" y="6354"/>
                </a:lnTo>
                <a:lnTo>
                  <a:pt x="2099" y="6499"/>
                </a:lnTo>
                <a:lnTo>
                  <a:pt x="2168" y="6645"/>
                </a:lnTo>
                <a:lnTo>
                  <a:pt x="2214" y="6833"/>
                </a:lnTo>
                <a:lnTo>
                  <a:pt x="2260" y="6979"/>
                </a:lnTo>
              </a:path>
            </a:pathLst>
          </a:custGeom>
          <a:ln w="3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985404" y="3219668"/>
            <a:ext cx="2260" cy="7458"/>
          </a:xfrm>
          <a:custGeom>
            <a:avLst/>
            <a:gdLst/>
            <a:ahLst/>
            <a:cxnLst/>
            <a:rect l="l" t="t" r="r" b="b"/>
            <a:pathLst>
              <a:path w="2260" h="7458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583"/>
                </a:lnTo>
                <a:lnTo>
                  <a:pt x="207" y="729"/>
                </a:lnTo>
                <a:lnTo>
                  <a:pt x="276" y="874"/>
                </a:lnTo>
                <a:lnTo>
                  <a:pt x="276" y="1020"/>
                </a:lnTo>
                <a:lnTo>
                  <a:pt x="322" y="1166"/>
                </a:lnTo>
                <a:lnTo>
                  <a:pt x="369" y="1354"/>
                </a:lnTo>
                <a:lnTo>
                  <a:pt x="438" y="1499"/>
                </a:lnTo>
                <a:lnTo>
                  <a:pt x="484" y="1687"/>
                </a:lnTo>
                <a:lnTo>
                  <a:pt x="530" y="1833"/>
                </a:lnTo>
                <a:lnTo>
                  <a:pt x="576" y="1979"/>
                </a:lnTo>
                <a:lnTo>
                  <a:pt x="645" y="2166"/>
                </a:lnTo>
                <a:lnTo>
                  <a:pt x="692" y="2312"/>
                </a:lnTo>
                <a:lnTo>
                  <a:pt x="738" y="2499"/>
                </a:lnTo>
                <a:lnTo>
                  <a:pt x="784" y="2645"/>
                </a:lnTo>
                <a:lnTo>
                  <a:pt x="853" y="2833"/>
                </a:lnTo>
                <a:lnTo>
                  <a:pt x="899" y="2979"/>
                </a:lnTo>
                <a:lnTo>
                  <a:pt x="945" y="3124"/>
                </a:lnTo>
                <a:lnTo>
                  <a:pt x="1015" y="3312"/>
                </a:lnTo>
                <a:lnTo>
                  <a:pt x="1061" y="3458"/>
                </a:lnTo>
                <a:lnTo>
                  <a:pt x="1107" y="3645"/>
                </a:lnTo>
                <a:lnTo>
                  <a:pt x="1153" y="3791"/>
                </a:lnTo>
                <a:lnTo>
                  <a:pt x="1222" y="3937"/>
                </a:lnTo>
                <a:lnTo>
                  <a:pt x="1268" y="4124"/>
                </a:lnTo>
                <a:lnTo>
                  <a:pt x="1314" y="4270"/>
                </a:lnTo>
                <a:lnTo>
                  <a:pt x="1384" y="4458"/>
                </a:lnTo>
                <a:lnTo>
                  <a:pt x="1430" y="4604"/>
                </a:lnTo>
                <a:lnTo>
                  <a:pt x="1430" y="4749"/>
                </a:lnTo>
                <a:lnTo>
                  <a:pt x="1522" y="4937"/>
                </a:lnTo>
                <a:lnTo>
                  <a:pt x="1522" y="5083"/>
                </a:lnTo>
                <a:lnTo>
                  <a:pt x="1637" y="5270"/>
                </a:lnTo>
                <a:lnTo>
                  <a:pt x="1637" y="5416"/>
                </a:lnTo>
                <a:lnTo>
                  <a:pt x="1684" y="5562"/>
                </a:lnTo>
                <a:lnTo>
                  <a:pt x="1730" y="5749"/>
                </a:lnTo>
                <a:lnTo>
                  <a:pt x="1799" y="5895"/>
                </a:lnTo>
                <a:lnTo>
                  <a:pt x="1845" y="6083"/>
                </a:lnTo>
                <a:lnTo>
                  <a:pt x="1891" y="6229"/>
                </a:lnTo>
                <a:lnTo>
                  <a:pt x="1960" y="6416"/>
                </a:lnTo>
                <a:lnTo>
                  <a:pt x="2007" y="6562"/>
                </a:lnTo>
                <a:lnTo>
                  <a:pt x="2053" y="6708"/>
                </a:lnTo>
                <a:lnTo>
                  <a:pt x="2099" y="6895"/>
                </a:lnTo>
                <a:lnTo>
                  <a:pt x="2168" y="7041"/>
                </a:lnTo>
                <a:lnTo>
                  <a:pt x="2214" y="7229"/>
                </a:lnTo>
                <a:lnTo>
                  <a:pt x="2260" y="737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987664" y="3227126"/>
            <a:ext cx="2306" cy="7687"/>
          </a:xfrm>
          <a:custGeom>
            <a:avLst/>
            <a:gdLst/>
            <a:ahLst/>
            <a:cxnLst/>
            <a:rect l="l" t="t" r="r" b="b"/>
            <a:pathLst>
              <a:path w="2306" h="7687">
                <a:moveTo>
                  <a:pt x="0" y="0"/>
                </a:moveTo>
                <a:lnTo>
                  <a:pt x="69" y="145"/>
                </a:lnTo>
                <a:lnTo>
                  <a:pt x="115" y="291"/>
                </a:lnTo>
                <a:lnTo>
                  <a:pt x="161" y="437"/>
                </a:lnTo>
                <a:lnTo>
                  <a:pt x="207" y="583"/>
                </a:lnTo>
                <a:lnTo>
                  <a:pt x="207" y="729"/>
                </a:lnTo>
                <a:lnTo>
                  <a:pt x="276" y="874"/>
                </a:lnTo>
                <a:lnTo>
                  <a:pt x="322" y="1062"/>
                </a:lnTo>
                <a:lnTo>
                  <a:pt x="369" y="1208"/>
                </a:lnTo>
                <a:lnTo>
                  <a:pt x="415" y="1395"/>
                </a:lnTo>
                <a:lnTo>
                  <a:pt x="484" y="1541"/>
                </a:lnTo>
                <a:lnTo>
                  <a:pt x="530" y="1687"/>
                </a:lnTo>
                <a:lnTo>
                  <a:pt x="576" y="1874"/>
                </a:lnTo>
                <a:lnTo>
                  <a:pt x="645" y="2020"/>
                </a:lnTo>
                <a:lnTo>
                  <a:pt x="692" y="2208"/>
                </a:lnTo>
                <a:lnTo>
                  <a:pt x="738" y="2354"/>
                </a:lnTo>
                <a:lnTo>
                  <a:pt x="784" y="2541"/>
                </a:lnTo>
                <a:lnTo>
                  <a:pt x="853" y="2687"/>
                </a:lnTo>
                <a:lnTo>
                  <a:pt x="899" y="2833"/>
                </a:lnTo>
                <a:lnTo>
                  <a:pt x="945" y="3020"/>
                </a:lnTo>
                <a:lnTo>
                  <a:pt x="991" y="3166"/>
                </a:lnTo>
                <a:lnTo>
                  <a:pt x="1061" y="3354"/>
                </a:lnTo>
                <a:lnTo>
                  <a:pt x="1107" y="3499"/>
                </a:lnTo>
                <a:lnTo>
                  <a:pt x="1107" y="3645"/>
                </a:lnTo>
                <a:lnTo>
                  <a:pt x="1153" y="3833"/>
                </a:lnTo>
                <a:lnTo>
                  <a:pt x="1222" y="3979"/>
                </a:lnTo>
                <a:lnTo>
                  <a:pt x="1268" y="4166"/>
                </a:lnTo>
                <a:lnTo>
                  <a:pt x="1314" y="4312"/>
                </a:lnTo>
                <a:lnTo>
                  <a:pt x="1361" y="4458"/>
                </a:lnTo>
                <a:lnTo>
                  <a:pt x="1430" y="4645"/>
                </a:lnTo>
                <a:lnTo>
                  <a:pt x="1476" y="4791"/>
                </a:lnTo>
                <a:lnTo>
                  <a:pt x="1522" y="4979"/>
                </a:lnTo>
                <a:lnTo>
                  <a:pt x="1591" y="5124"/>
                </a:lnTo>
                <a:lnTo>
                  <a:pt x="1591" y="5270"/>
                </a:lnTo>
                <a:lnTo>
                  <a:pt x="1684" y="5458"/>
                </a:lnTo>
                <a:lnTo>
                  <a:pt x="1684" y="5604"/>
                </a:lnTo>
                <a:lnTo>
                  <a:pt x="1799" y="5791"/>
                </a:lnTo>
                <a:lnTo>
                  <a:pt x="1799" y="5937"/>
                </a:lnTo>
                <a:lnTo>
                  <a:pt x="1845" y="6124"/>
                </a:lnTo>
                <a:lnTo>
                  <a:pt x="1891" y="6270"/>
                </a:lnTo>
                <a:lnTo>
                  <a:pt x="1937" y="6416"/>
                </a:lnTo>
                <a:lnTo>
                  <a:pt x="2007" y="6604"/>
                </a:lnTo>
                <a:lnTo>
                  <a:pt x="2053" y="6749"/>
                </a:lnTo>
                <a:lnTo>
                  <a:pt x="2099" y="6937"/>
                </a:lnTo>
                <a:lnTo>
                  <a:pt x="2168" y="7083"/>
                </a:lnTo>
                <a:lnTo>
                  <a:pt x="2168" y="7229"/>
                </a:lnTo>
                <a:lnTo>
                  <a:pt x="2260" y="7416"/>
                </a:lnTo>
                <a:lnTo>
                  <a:pt x="2260" y="7562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989971" y="3234814"/>
            <a:ext cx="2329" cy="7937"/>
          </a:xfrm>
          <a:custGeom>
            <a:avLst/>
            <a:gdLst/>
            <a:ahLst/>
            <a:cxnLst/>
            <a:rect l="l" t="t" r="r" b="b"/>
            <a:pathLst>
              <a:path w="2329" h="7937">
                <a:moveTo>
                  <a:pt x="0" y="0"/>
                </a:moveTo>
                <a:lnTo>
                  <a:pt x="69" y="145"/>
                </a:lnTo>
                <a:lnTo>
                  <a:pt x="115" y="291"/>
                </a:lnTo>
                <a:lnTo>
                  <a:pt x="115" y="437"/>
                </a:lnTo>
                <a:lnTo>
                  <a:pt x="161" y="583"/>
                </a:lnTo>
                <a:lnTo>
                  <a:pt x="207" y="729"/>
                </a:lnTo>
                <a:lnTo>
                  <a:pt x="276" y="874"/>
                </a:lnTo>
                <a:lnTo>
                  <a:pt x="322" y="1020"/>
                </a:lnTo>
                <a:lnTo>
                  <a:pt x="322" y="1166"/>
                </a:lnTo>
                <a:lnTo>
                  <a:pt x="438" y="1354"/>
                </a:lnTo>
                <a:lnTo>
                  <a:pt x="438" y="1499"/>
                </a:lnTo>
                <a:lnTo>
                  <a:pt x="530" y="1687"/>
                </a:lnTo>
                <a:lnTo>
                  <a:pt x="530" y="1833"/>
                </a:lnTo>
                <a:lnTo>
                  <a:pt x="576" y="2020"/>
                </a:lnTo>
                <a:lnTo>
                  <a:pt x="645" y="2166"/>
                </a:lnTo>
                <a:lnTo>
                  <a:pt x="692" y="2312"/>
                </a:lnTo>
                <a:lnTo>
                  <a:pt x="738" y="2499"/>
                </a:lnTo>
                <a:lnTo>
                  <a:pt x="807" y="2645"/>
                </a:lnTo>
                <a:lnTo>
                  <a:pt x="853" y="2833"/>
                </a:lnTo>
                <a:lnTo>
                  <a:pt x="899" y="2979"/>
                </a:lnTo>
                <a:lnTo>
                  <a:pt x="899" y="3124"/>
                </a:lnTo>
                <a:lnTo>
                  <a:pt x="945" y="3312"/>
                </a:lnTo>
                <a:lnTo>
                  <a:pt x="1015" y="3458"/>
                </a:lnTo>
                <a:lnTo>
                  <a:pt x="1061" y="3645"/>
                </a:lnTo>
                <a:lnTo>
                  <a:pt x="1107" y="3791"/>
                </a:lnTo>
                <a:lnTo>
                  <a:pt x="1153" y="3937"/>
                </a:lnTo>
                <a:lnTo>
                  <a:pt x="1222" y="4124"/>
                </a:lnTo>
                <a:lnTo>
                  <a:pt x="1268" y="4270"/>
                </a:lnTo>
                <a:lnTo>
                  <a:pt x="1314" y="4458"/>
                </a:lnTo>
                <a:lnTo>
                  <a:pt x="1384" y="4604"/>
                </a:lnTo>
                <a:lnTo>
                  <a:pt x="1384" y="4749"/>
                </a:lnTo>
                <a:lnTo>
                  <a:pt x="1430" y="4937"/>
                </a:lnTo>
                <a:lnTo>
                  <a:pt x="1476" y="5083"/>
                </a:lnTo>
                <a:lnTo>
                  <a:pt x="1522" y="5270"/>
                </a:lnTo>
                <a:lnTo>
                  <a:pt x="1591" y="5416"/>
                </a:lnTo>
                <a:lnTo>
                  <a:pt x="1637" y="5604"/>
                </a:lnTo>
                <a:lnTo>
                  <a:pt x="1684" y="5749"/>
                </a:lnTo>
                <a:lnTo>
                  <a:pt x="1753" y="5895"/>
                </a:lnTo>
                <a:lnTo>
                  <a:pt x="1799" y="6083"/>
                </a:lnTo>
                <a:lnTo>
                  <a:pt x="1799" y="6229"/>
                </a:lnTo>
                <a:lnTo>
                  <a:pt x="1845" y="6416"/>
                </a:lnTo>
                <a:lnTo>
                  <a:pt x="1891" y="6562"/>
                </a:lnTo>
                <a:lnTo>
                  <a:pt x="1960" y="6708"/>
                </a:lnTo>
                <a:lnTo>
                  <a:pt x="2007" y="6895"/>
                </a:lnTo>
                <a:lnTo>
                  <a:pt x="2053" y="7041"/>
                </a:lnTo>
                <a:lnTo>
                  <a:pt x="2099" y="7229"/>
                </a:lnTo>
                <a:lnTo>
                  <a:pt x="2168" y="7374"/>
                </a:lnTo>
                <a:lnTo>
                  <a:pt x="2168" y="7520"/>
                </a:lnTo>
                <a:lnTo>
                  <a:pt x="2260" y="7708"/>
                </a:lnTo>
                <a:lnTo>
                  <a:pt x="2260" y="7854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992301" y="3242751"/>
            <a:ext cx="2306" cy="8270"/>
          </a:xfrm>
          <a:custGeom>
            <a:avLst/>
            <a:gdLst/>
            <a:ahLst/>
            <a:cxnLst/>
            <a:rect l="l" t="t" r="r" b="b"/>
            <a:pathLst>
              <a:path w="2306" h="8270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138" y="583"/>
                </a:lnTo>
                <a:lnTo>
                  <a:pt x="207" y="729"/>
                </a:lnTo>
                <a:lnTo>
                  <a:pt x="253" y="916"/>
                </a:lnTo>
                <a:lnTo>
                  <a:pt x="253" y="1062"/>
                </a:lnTo>
                <a:lnTo>
                  <a:pt x="299" y="1249"/>
                </a:lnTo>
                <a:lnTo>
                  <a:pt x="346" y="1395"/>
                </a:lnTo>
                <a:lnTo>
                  <a:pt x="415" y="1541"/>
                </a:lnTo>
                <a:lnTo>
                  <a:pt x="461" y="1729"/>
                </a:lnTo>
                <a:lnTo>
                  <a:pt x="507" y="1874"/>
                </a:lnTo>
                <a:lnTo>
                  <a:pt x="576" y="2062"/>
                </a:lnTo>
                <a:lnTo>
                  <a:pt x="622" y="2208"/>
                </a:lnTo>
                <a:lnTo>
                  <a:pt x="622" y="2354"/>
                </a:lnTo>
                <a:lnTo>
                  <a:pt x="669" y="2541"/>
                </a:lnTo>
                <a:lnTo>
                  <a:pt x="715" y="2687"/>
                </a:lnTo>
                <a:lnTo>
                  <a:pt x="784" y="2874"/>
                </a:lnTo>
                <a:lnTo>
                  <a:pt x="830" y="3020"/>
                </a:lnTo>
                <a:lnTo>
                  <a:pt x="876" y="3166"/>
                </a:lnTo>
                <a:lnTo>
                  <a:pt x="945" y="3354"/>
                </a:lnTo>
                <a:lnTo>
                  <a:pt x="991" y="3499"/>
                </a:lnTo>
                <a:lnTo>
                  <a:pt x="991" y="3687"/>
                </a:lnTo>
                <a:lnTo>
                  <a:pt x="1038" y="3833"/>
                </a:lnTo>
                <a:lnTo>
                  <a:pt x="1084" y="3979"/>
                </a:lnTo>
                <a:lnTo>
                  <a:pt x="1153" y="4166"/>
                </a:lnTo>
                <a:lnTo>
                  <a:pt x="1199" y="4312"/>
                </a:lnTo>
                <a:lnTo>
                  <a:pt x="1245" y="4499"/>
                </a:lnTo>
                <a:lnTo>
                  <a:pt x="1245" y="4645"/>
                </a:lnTo>
                <a:lnTo>
                  <a:pt x="1361" y="4833"/>
                </a:lnTo>
                <a:lnTo>
                  <a:pt x="1361" y="4979"/>
                </a:lnTo>
                <a:lnTo>
                  <a:pt x="1407" y="5124"/>
                </a:lnTo>
                <a:lnTo>
                  <a:pt x="1453" y="5312"/>
                </a:lnTo>
                <a:lnTo>
                  <a:pt x="1522" y="5458"/>
                </a:lnTo>
                <a:lnTo>
                  <a:pt x="1568" y="5645"/>
                </a:lnTo>
                <a:lnTo>
                  <a:pt x="1614" y="5791"/>
                </a:lnTo>
                <a:lnTo>
                  <a:pt x="1614" y="5937"/>
                </a:lnTo>
                <a:lnTo>
                  <a:pt x="1660" y="6124"/>
                </a:lnTo>
                <a:lnTo>
                  <a:pt x="1730" y="6270"/>
                </a:lnTo>
                <a:lnTo>
                  <a:pt x="1776" y="6458"/>
                </a:lnTo>
                <a:lnTo>
                  <a:pt x="1822" y="6604"/>
                </a:lnTo>
                <a:lnTo>
                  <a:pt x="1891" y="6749"/>
                </a:lnTo>
                <a:lnTo>
                  <a:pt x="1937" y="6937"/>
                </a:lnTo>
                <a:lnTo>
                  <a:pt x="1937" y="7083"/>
                </a:lnTo>
                <a:lnTo>
                  <a:pt x="1983" y="7270"/>
                </a:lnTo>
                <a:lnTo>
                  <a:pt x="2030" y="7416"/>
                </a:lnTo>
                <a:lnTo>
                  <a:pt x="2099" y="7562"/>
                </a:lnTo>
                <a:lnTo>
                  <a:pt x="2145" y="7749"/>
                </a:lnTo>
                <a:lnTo>
                  <a:pt x="2191" y="7895"/>
                </a:lnTo>
                <a:lnTo>
                  <a:pt x="2237" y="8083"/>
                </a:lnTo>
                <a:lnTo>
                  <a:pt x="2237" y="822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1994608" y="3251022"/>
            <a:ext cx="2260" cy="8458"/>
          </a:xfrm>
          <a:custGeom>
            <a:avLst/>
            <a:gdLst/>
            <a:ahLst/>
            <a:cxnLst/>
            <a:rect l="l" t="t" r="r" b="b"/>
            <a:pathLst>
              <a:path w="2260" h="8458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161" y="624"/>
                </a:lnTo>
                <a:lnTo>
                  <a:pt x="207" y="770"/>
                </a:lnTo>
                <a:lnTo>
                  <a:pt x="253" y="958"/>
                </a:lnTo>
                <a:lnTo>
                  <a:pt x="299" y="1104"/>
                </a:lnTo>
                <a:lnTo>
                  <a:pt x="299" y="1249"/>
                </a:lnTo>
                <a:lnTo>
                  <a:pt x="369" y="1437"/>
                </a:lnTo>
                <a:lnTo>
                  <a:pt x="415" y="1583"/>
                </a:lnTo>
                <a:lnTo>
                  <a:pt x="461" y="1770"/>
                </a:lnTo>
                <a:lnTo>
                  <a:pt x="507" y="1916"/>
                </a:lnTo>
                <a:lnTo>
                  <a:pt x="507" y="2062"/>
                </a:lnTo>
                <a:lnTo>
                  <a:pt x="622" y="2249"/>
                </a:lnTo>
                <a:lnTo>
                  <a:pt x="622" y="2395"/>
                </a:lnTo>
                <a:lnTo>
                  <a:pt x="669" y="2583"/>
                </a:lnTo>
                <a:lnTo>
                  <a:pt x="738" y="2729"/>
                </a:lnTo>
                <a:lnTo>
                  <a:pt x="784" y="2874"/>
                </a:lnTo>
                <a:lnTo>
                  <a:pt x="830" y="3062"/>
                </a:lnTo>
                <a:lnTo>
                  <a:pt x="830" y="3208"/>
                </a:lnTo>
                <a:lnTo>
                  <a:pt x="876" y="3395"/>
                </a:lnTo>
                <a:lnTo>
                  <a:pt x="945" y="3541"/>
                </a:lnTo>
                <a:lnTo>
                  <a:pt x="991" y="3729"/>
                </a:lnTo>
                <a:lnTo>
                  <a:pt x="1038" y="3874"/>
                </a:lnTo>
                <a:lnTo>
                  <a:pt x="1107" y="4020"/>
                </a:lnTo>
                <a:lnTo>
                  <a:pt x="1153" y="4208"/>
                </a:lnTo>
                <a:lnTo>
                  <a:pt x="1153" y="4354"/>
                </a:lnTo>
                <a:lnTo>
                  <a:pt x="1199" y="4541"/>
                </a:lnTo>
                <a:lnTo>
                  <a:pt x="1245" y="4687"/>
                </a:lnTo>
                <a:lnTo>
                  <a:pt x="1314" y="4833"/>
                </a:lnTo>
                <a:lnTo>
                  <a:pt x="1361" y="5020"/>
                </a:lnTo>
                <a:lnTo>
                  <a:pt x="1361" y="5166"/>
                </a:lnTo>
                <a:lnTo>
                  <a:pt x="1453" y="5354"/>
                </a:lnTo>
                <a:lnTo>
                  <a:pt x="1453" y="5499"/>
                </a:lnTo>
                <a:lnTo>
                  <a:pt x="1522" y="5645"/>
                </a:lnTo>
                <a:lnTo>
                  <a:pt x="1568" y="5833"/>
                </a:lnTo>
                <a:lnTo>
                  <a:pt x="1614" y="5979"/>
                </a:lnTo>
                <a:lnTo>
                  <a:pt x="1684" y="6166"/>
                </a:lnTo>
                <a:lnTo>
                  <a:pt x="1684" y="6312"/>
                </a:lnTo>
                <a:lnTo>
                  <a:pt x="1730" y="6458"/>
                </a:lnTo>
                <a:lnTo>
                  <a:pt x="1776" y="6645"/>
                </a:lnTo>
                <a:lnTo>
                  <a:pt x="1822" y="6791"/>
                </a:lnTo>
                <a:lnTo>
                  <a:pt x="1891" y="6979"/>
                </a:lnTo>
                <a:lnTo>
                  <a:pt x="1937" y="7124"/>
                </a:lnTo>
                <a:lnTo>
                  <a:pt x="1937" y="7312"/>
                </a:lnTo>
                <a:lnTo>
                  <a:pt x="1983" y="7458"/>
                </a:lnTo>
                <a:lnTo>
                  <a:pt x="2053" y="7604"/>
                </a:lnTo>
                <a:lnTo>
                  <a:pt x="2099" y="7791"/>
                </a:lnTo>
                <a:lnTo>
                  <a:pt x="2145" y="7937"/>
                </a:lnTo>
                <a:lnTo>
                  <a:pt x="2191" y="8124"/>
                </a:lnTo>
                <a:lnTo>
                  <a:pt x="2191" y="8270"/>
                </a:lnTo>
                <a:lnTo>
                  <a:pt x="2260" y="8416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996869" y="3259480"/>
            <a:ext cx="2306" cy="8749"/>
          </a:xfrm>
          <a:custGeom>
            <a:avLst/>
            <a:gdLst/>
            <a:ahLst/>
            <a:cxnLst/>
            <a:rect l="l" t="t" r="r" b="b"/>
            <a:pathLst>
              <a:path w="2306" h="8749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138" y="479"/>
                </a:lnTo>
                <a:lnTo>
                  <a:pt x="138" y="624"/>
                </a:lnTo>
                <a:lnTo>
                  <a:pt x="207" y="770"/>
                </a:lnTo>
                <a:lnTo>
                  <a:pt x="253" y="958"/>
                </a:lnTo>
                <a:lnTo>
                  <a:pt x="299" y="1104"/>
                </a:lnTo>
                <a:lnTo>
                  <a:pt x="369" y="1291"/>
                </a:lnTo>
                <a:lnTo>
                  <a:pt x="415" y="1437"/>
                </a:lnTo>
                <a:lnTo>
                  <a:pt x="415" y="1583"/>
                </a:lnTo>
                <a:lnTo>
                  <a:pt x="461" y="1770"/>
                </a:lnTo>
                <a:lnTo>
                  <a:pt x="507" y="1916"/>
                </a:lnTo>
                <a:lnTo>
                  <a:pt x="576" y="2104"/>
                </a:lnTo>
                <a:lnTo>
                  <a:pt x="622" y="2249"/>
                </a:lnTo>
                <a:lnTo>
                  <a:pt x="669" y="2437"/>
                </a:lnTo>
                <a:lnTo>
                  <a:pt x="669" y="2583"/>
                </a:lnTo>
                <a:lnTo>
                  <a:pt x="715" y="2729"/>
                </a:lnTo>
                <a:lnTo>
                  <a:pt x="784" y="2916"/>
                </a:lnTo>
                <a:lnTo>
                  <a:pt x="830" y="3062"/>
                </a:lnTo>
                <a:lnTo>
                  <a:pt x="876" y="3249"/>
                </a:lnTo>
                <a:lnTo>
                  <a:pt x="945" y="3395"/>
                </a:lnTo>
                <a:lnTo>
                  <a:pt x="945" y="3541"/>
                </a:lnTo>
                <a:lnTo>
                  <a:pt x="991" y="3729"/>
                </a:lnTo>
                <a:lnTo>
                  <a:pt x="1038" y="3874"/>
                </a:lnTo>
                <a:lnTo>
                  <a:pt x="1084" y="4062"/>
                </a:lnTo>
                <a:lnTo>
                  <a:pt x="1153" y="4208"/>
                </a:lnTo>
                <a:lnTo>
                  <a:pt x="1153" y="4354"/>
                </a:lnTo>
                <a:lnTo>
                  <a:pt x="1199" y="4541"/>
                </a:lnTo>
                <a:lnTo>
                  <a:pt x="1245" y="4687"/>
                </a:lnTo>
                <a:lnTo>
                  <a:pt x="1314" y="4874"/>
                </a:lnTo>
                <a:lnTo>
                  <a:pt x="1361" y="5020"/>
                </a:lnTo>
                <a:lnTo>
                  <a:pt x="1361" y="5166"/>
                </a:lnTo>
                <a:lnTo>
                  <a:pt x="1407" y="5354"/>
                </a:lnTo>
                <a:lnTo>
                  <a:pt x="1453" y="5499"/>
                </a:lnTo>
                <a:lnTo>
                  <a:pt x="1522" y="5687"/>
                </a:lnTo>
                <a:lnTo>
                  <a:pt x="1568" y="5833"/>
                </a:lnTo>
                <a:lnTo>
                  <a:pt x="1614" y="6020"/>
                </a:lnTo>
                <a:lnTo>
                  <a:pt x="1614" y="6166"/>
                </a:lnTo>
                <a:lnTo>
                  <a:pt x="1660" y="6312"/>
                </a:lnTo>
                <a:lnTo>
                  <a:pt x="1730" y="6499"/>
                </a:lnTo>
                <a:lnTo>
                  <a:pt x="1776" y="6645"/>
                </a:lnTo>
                <a:lnTo>
                  <a:pt x="1822" y="6833"/>
                </a:lnTo>
                <a:lnTo>
                  <a:pt x="1822" y="6979"/>
                </a:lnTo>
                <a:lnTo>
                  <a:pt x="1891" y="7124"/>
                </a:lnTo>
                <a:lnTo>
                  <a:pt x="1937" y="7312"/>
                </a:lnTo>
                <a:lnTo>
                  <a:pt x="1983" y="7458"/>
                </a:lnTo>
                <a:lnTo>
                  <a:pt x="2030" y="7645"/>
                </a:lnTo>
                <a:lnTo>
                  <a:pt x="2099" y="7791"/>
                </a:lnTo>
                <a:lnTo>
                  <a:pt x="2099" y="7937"/>
                </a:lnTo>
                <a:lnTo>
                  <a:pt x="2145" y="8124"/>
                </a:lnTo>
                <a:lnTo>
                  <a:pt x="2191" y="8270"/>
                </a:lnTo>
                <a:lnTo>
                  <a:pt x="2237" y="8458"/>
                </a:lnTo>
                <a:lnTo>
                  <a:pt x="2306" y="8604"/>
                </a:lnTo>
                <a:lnTo>
                  <a:pt x="2306" y="8749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999176" y="3268230"/>
            <a:ext cx="2306" cy="8916"/>
          </a:xfrm>
          <a:custGeom>
            <a:avLst/>
            <a:gdLst/>
            <a:ahLst/>
            <a:cxnLst/>
            <a:rect l="l" t="t" r="r" b="b"/>
            <a:pathLst>
              <a:path w="2306" h="8916">
                <a:moveTo>
                  <a:pt x="0" y="0"/>
                </a:moveTo>
                <a:lnTo>
                  <a:pt x="46" y="187"/>
                </a:lnTo>
                <a:lnTo>
                  <a:pt x="92" y="333"/>
                </a:lnTo>
                <a:lnTo>
                  <a:pt x="161" y="520"/>
                </a:lnTo>
                <a:lnTo>
                  <a:pt x="161" y="666"/>
                </a:lnTo>
                <a:lnTo>
                  <a:pt x="253" y="854"/>
                </a:lnTo>
                <a:lnTo>
                  <a:pt x="253" y="999"/>
                </a:lnTo>
                <a:lnTo>
                  <a:pt x="299" y="1145"/>
                </a:lnTo>
                <a:lnTo>
                  <a:pt x="369" y="1333"/>
                </a:lnTo>
                <a:lnTo>
                  <a:pt x="369" y="1479"/>
                </a:lnTo>
                <a:lnTo>
                  <a:pt x="461" y="1666"/>
                </a:lnTo>
                <a:lnTo>
                  <a:pt x="461" y="1812"/>
                </a:lnTo>
                <a:lnTo>
                  <a:pt x="530" y="1958"/>
                </a:lnTo>
                <a:lnTo>
                  <a:pt x="576" y="2145"/>
                </a:lnTo>
                <a:lnTo>
                  <a:pt x="622" y="2291"/>
                </a:lnTo>
                <a:lnTo>
                  <a:pt x="669" y="2479"/>
                </a:lnTo>
                <a:lnTo>
                  <a:pt x="669" y="2624"/>
                </a:lnTo>
                <a:lnTo>
                  <a:pt x="738" y="2770"/>
                </a:lnTo>
                <a:lnTo>
                  <a:pt x="784" y="2958"/>
                </a:lnTo>
                <a:lnTo>
                  <a:pt x="830" y="3104"/>
                </a:lnTo>
                <a:lnTo>
                  <a:pt x="830" y="3291"/>
                </a:lnTo>
                <a:lnTo>
                  <a:pt x="876" y="3437"/>
                </a:lnTo>
                <a:lnTo>
                  <a:pt x="945" y="3583"/>
                </a:lnTo>
                <a:lnTo>
                  <a:pt x="991" y="3770"/>
                </a:lnTo>
                <a:lnTo>
                  <a:pt x="1038" y="3916"/>
                </a:lnTo>
                <a:lnTo>
                  <a:pt x="1038" y="4104"/>
                </a:lnTo>
                <a:lnTo>
                  <a:pt x="1107" y="4249"/>
                </a:lnTo>
                <a:lnTo>
                  <a:pt x="1153" y="4437"/>
                </a:lnTo>
                <a:lnTo>
                  <a:pt x="1199" y="4583"/>
                </a:lnTo>
                <a:lnTo>
                  <a:pt x="1245" y="4729"/>
                </a:lnTo>
                <a:lnTo>
                  <a:pt x="1245" y="4916"/>
                </a:lnTo>
                <a:lnTo>
                  <a:pt x="1314" y="5062"/>
                </a:lnTo>
                <a:lnTo>
                  <a:pt x="1361" y="5249"/>
                </a:lnTo>
                <a:lnTo>
                  <a:pt x="1407" y="5395"/>
                </a:lnTo>
                <a:lnTo>
                  <a:pt x="1407" y="5541"/>
                </a:lnTo>
                <a:lnTo>
                  <a:pt x="1476" y="5729"/>
                </a:lnTo>
                <a:lnTo>
                  <a:pt x="1522" y="5874"/>
                </a:lnTo>
                <a:lnTo>
                  <a:pt x="1568" y="6062"/>
                </a:lnTo>
                <a:lnTo>
                  <a:pt x="1614" y="6208"/>
                </a:lnTo>
                <a:lnTo>
                  <a:pt x="1614" y="6354"/>
                </a:lnTo>
                <a:lnTo>
                  <a:pt x="1684" y="6541"/>
                </a:lnTo>
                <a:lnTo>
                  <a:pt x="1730" y="6687"/>
                </a:lnTo>
                <a:lnTo>
                  <a:pt x="1776" y="6874"/>
                </a:lnTo>
                <a:lnTo>
                  <a:pt x="1822" y="7020"/>
                </a:lnTo>
                <a:lnTo>
                  <a:pt x="1822" y="7166"/>
                </a:lnTo>
                <a:lnTo>
                  <a:pt x="1891" y="7354"/>
                </a:lnTo>
                <a:lnTo>
                  <a:pt x="1937" y="7499"/>
                </a:lnTo>
                <a:lnTo>
                  <a:pt x="1983" y="7687"/>
                </a:lnTo>
                <a:lnTo>
                  <a:pt x="1983" y="7833"/>
                </a:lnTo>
                <a:lnTo>
                  <a:pt x="2099" y="8020"/>
                </a:lnTo>
                <a:lnTo>
                  <a:pt x="2099" y="8166"/>
                </a:lnTo>
                <a:lnTo>
                  <a:pt x="2145" y="8312"/>
                </a:lnTo>
                <a:lnTo>
                  <a:pt x="2191" y="8499"/>
                </a:lnTo>
                <a:lnTo>
                  <a:pt x="2191" y="8645"/>
                </a:lnTo>
                <a:lnTo>
                  <a:pt x="2260" y="88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2001483" y="3277146"/>
            <a:ext cx="2306" cy="9229"/>
          </a:xfrm>
          <a:custGeom>
            <a:avLst/>
            <a:gdLst/>
            <a:ahLst/>
            <a:cxnLst/>
            <a:rect l="l" t="t" r="r" b="b"/>
            <a:pathLst>
              <a:path w="2306" h="9229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161" y="583"/>
                </a:lnTo>
                <a:lnTo>
                  <a:pt x="161" y="729"/>
                </a:lnTo>
                <a:lnTo>
                  <a:pt x="207" y="874"/>
                </a:lnTo>
                <a:lnTo>
                  <a:pt x="253" y="1020"/>
                </a:lnTo>
                <a:lnTo>
                  <a:pt x="322" y="1208"/>
                </a:lnTo>
                <a:lnTo>
                  <a:pt x="322" y="1354"/>
                </a:lnTo>
                <a:lnTo>
                  <a:pt x="369" y="1541"/>
                </a:lnTo>
                <a:lnTo>
                  <a:pt x="415" y="1687"/>
                </a:lnTo>
                <a:lnTo>
                  <a:pt x="461" y="1833"/>
                </a:lnTo>
                <a:lnTo>
                  <a:pt x="461" y="2020"/>
                </a:lnTo>
                <a:lnTo>
                  <a:pt x="530" y="2166"/>
                </a:lnTo>
                <a:lnTo>
                  <a:pt x="576" y="2354"/>
                </a:lnTo>
                <a:lnTo>
                  <a:pt x="622" y="2499"/>
                </a:lnTo>
                <a:lnTo>
                  <a:pt x="692" y="2687"/>
                </a:lnTo>
                <a:lnTo>
                  <a:pt x="692" y="2833"/>
                </a:lnTo>
                <a:lnTo>
                  <a:pt x="738" y="2979"/>
                </a:lnTo>
                <a:lnTo>
                  <a:pt x="784" y="3166"/>
                </a:lnTo>
                <a:lnTo>
                  <a:pt x="830" y="3312"/>
                </a:lnTo>
                <a:lnTo>
                  <a:pt x="899" y="3499"/>
                </a:lnTo>
                <a:lnTo>
                  <a:pt x="899" y="3645"/>
                </a:lnTo>
                <a:lnTo>
                  <a:pt x="945" y="3791"/>
                </a:lnTo>
                <a:lnTo>
                  <a:pt x="991" y="3979"/>
                </a:lnTo>
                <a:lnTo>
                  <a:pt x="1038" y="4124"/>
                </a:lnTo>
                <a:lnTo>
                  <a:pt x="1038" y="4312"/>
                </a:lnTo>
                <a:lnTo>
                  <a:pt x="1107" y="4458"/>
                </a:lnTo>
                <a:lnTo>
                  <a:pt x="1153" y="4604"/>
                </a:lnTo>
                <a:lnTo>
                  <a:pt x="1199" y="4791"/>
                </a:lnTo>
                <a:lnTo>
                  <a:pt x="1268" y="4937"/>
                </a:lnTo>
                <a:lnTo>
                  <a:pt x="1268" y="5124"/>
                </a:lnTo>
                <a:lnTo>
                  <a:pt x="1314" y="5270"/>
                </a:lnTo>
                <a:lnTo>
                  <a:pt x="1361" y="5416"/>
                </a:lnTo>
                <a:lnTo>
                  <a:pt x="1407" y="5604"/>
                </a:lnTo>
                <a:lnTo>
                  <a:pt x="1407" y="5749"/>
                </a:lnTo>
                <a:lnTo>
                  <a:pt x="1476" y="5937"/>
                </a:lnTo>
                <a:lnTo>
                  <a:pt x="1522" y="6083"/>
                </a:lnTo>
                <a:lnTo>
                  <a:pt x="1568" y="6270"/>
                </a:lnTo>
                <a:lnTo>
                  <a:pt x="1637" y="6416"/>
                </a:lnTo>
                <a:lnTo>
                  <a:pt x="1637" y="6562"/>
                </a:lnTo>
                <a:lnTo>
                  <a:pt x="1684" y="6749"/>
                </a:lnTo>
                <a:lnTo>
                  <a:pt x="1730" y="6895"/>
                </a:lnTo>
                <a:lnTo>
                  <a:pt x="1776" y="7083"/>
                </a:lnTo>
                <a:lnTo>
                  <a:pt x="1776" y="7229"/>
                </a:lnTo>
                <a:lnTo>
                  <a:pt x="1845" y="7374"/>
                </a:lnTo>
                <a:lnTo>
                  <a:pt x="1891" y="7562"/>
                </a:lnTo>
                <a:lnTo>
                  <a:pt x="1891" y="7708"/>
                </a:lnTo>
                <a:lnTo>
                  <a:pt x="1937" y="7895"/>
                </a:lnTo>
                <a:lnTo>
                  <a:pt x="1983" y="8041"/>
                </a:lnTo>
                <a:lnTo>
                  <a:pt x="2053" y="8187"/>
                </a:lnTo>
                <a:lnTo>
                  <a:pt x="2099" y="8374"/>
                </a:lnTo>
                <a:lnTo>
                  <a:pt x="2099" y="8520"/>
                </a:lnTo>
                <a:lnTo>
                  <a:pt x="2145" y="8708"/>
                </a:lnTo>
                <a:lnTo>
                  <a:pt x="2214" y="8854"/>
                </a:lnTo>
                <a:lnTo>
                  <a:pt x="2260" y="8999"/>
                </a:lnTo>
                <a:lnTo>
                  <a:pt x="2306" y="918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2003790" y="3286375"/>
            <a:ext cx="2306" cy="9416"/>
          </a:xfrm>
          <a:custGeom>
            <a:avLst/>
            <a:gdLst/>
            <a:ahLst/>
            <a:cxnLst/>
            <a:rect l="l" t="t" r="r" b="b"/>
            <a:pathLst>
              <a:path w="2306" h="9416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115" y="437"/>
                </a:lnTo>
                <a:lnTo>
                  <a:pt x="161" y="624"/>
                </a:lnTo>
                <a:lnTo>
                  <a:pt x="161" y="770"/>
                </a:lnTo>
                <a:lnTo>
                  <a:pt x="207" y="916"/>
                </a:lnTo>
                <a:lnTo>
                  <a:pt x="253" y="1104"/>
                </a:lnTo>
                <a:lnTo>
                  <a:pt x="322" y="1249"/>
                </a:lnTo>
                <a:lnTo>
                  <a:pt x="369" y="1437"/>
                </a:lnTo>
                <a:lnTo>
                  <a:pt x="369" y="1583"/>
                </a:lnTo>
                <a:lnTo>
                  <a:pt x="415" y="1729"/>
                </a:lnTo>
                <a:lnTo>
                  <a:pt x="484" y="1916"/>
                </a:lnTo>
                <a:lnTo>
                  <a:pt x="484" y="2062"/>
                </a:lnTo>
                <a:lnTo>
                  <a:pt x="530" y="2249"/>
                </a:lnTo>
                <a:lnTo>
                  <a:pt x="576" y="2395"/>
                </a:lnTo>
                <a:lnTo>
                  <a:pt x="622" y="2541"/>
                </a:lnTo>
                <a:lnTo>
                  <a:pt x="692" y="2729"/>
                </a:lnTo>
                <a:lnTo>
                  <a:pt x="692" y="2874"/>
                </a:lnTo>
                <a:lnTo>
                  <a:pt x="738" y="3062"/>
                </a:lnTo>
                <a:lnTo>
                  <a:pt x="784" y="3208"/>
                </a:lnTo>
                <a:lnTo>
                  <a:pt x="784" y="3354"/>
                </a:lnTo>
                <a:lnTo>
                  <a:pt x="853" y="3541"/>
                </a:lnTo>
                <a:lnTo>
                  <a:pt x="899" y="3687"/>
                </a:lnTo>
                <a:lnTo>
                  <a:pt x="945" y="3874"/>
                </a:lnTo>
                <a:lnTo>
                  <a:pt x="945" y="4020"/>
                </a:lnTo>
                <a:lnTo>
                  <a:pt x="991" y="4208"/>
                </a:lnTo>
                <a:lnTo>
                  <a:pt x="1061" y="4354"/>
                </a:lnTo>
                <a:lnTo>
                  <a:pt x="1107" y="4499"/>
                </a:lnTo>
                <a:lnTo>
                  <a:pt x="1153" y="4687"/>
                </a:lnTo>
                <a:lnTo>
                  <a:pt x="1153" y="4833"/>
                </a:lnTo>
                <a:lnTo>
                  <a:pt x="1199" y="5020"/>
                </a:lnTo>
                <a:lnTo>
                  <a:pt x="1268" y="5166"/>
                </a:lnTo>
                <a:lnTo>
                  <a:pt x="1314" y="5312"/>
                </a:lnTo>
                <a:lnTo>
                  <a:pt x="1314" y="5499"/>
                </a:lnTo>
                <a:lnTo>
                  <a:pt x="1361" y="5645"/>
                </a:lnTo>
                <a:lnTo>
                  <a:pt x="1430" y="5833"/>
                </a:lnTo>
                <a:lnTo>
                  <a:pt x="1476" y="5979"/>
                </a:lnTo>
                <a:lnTo>
                  <a:pt x="1476" y="6124"/>
                </a:lnTo>
                <a:lnTo>
                  <a:pt x="1522" y="6312"/>
                </a:lnTo>
                <a:lnTo>
                  <a:pt x="1568" y="6458"/>
                </a:lnTo>
                <a:lnTo>
                  <a:pt x="1637" y="6645"/>
                </a:lnTo>
                <a:lnTo>
                  <a:pt x="1637" y="6791"/>
                </a:lnTo>
                <a:lnTo>
                  <a:pt x="1684" y="6937"/>
                </a:lnTo>
                <a:lnTo>
                  <a:pt x="1730" y="7124"/>
                </a:lnTo>
                <a:lnTo>
                  <a:pt x="1799" y="7270"/>
                </a:lnTo>
                <a:lnTo>
                  <a:pt x="1845" y="7458"/>
                </a:lnTo>
                <a:lnTo>
                  <a:pt x="1845" y="7604"/>
                </a:lnTo>
                <a:lnTo>
                  <a:pt x="1891" y="7791"/>
                </a:lnTo>
                <a:lnTo>
                  <a:pt x="1937" y="7937"/>
                </a:lnTo>
                <a:lnTo>
                  <a:pt x="1937" y="8083"/>
                </a:lnTo>
                <a:lnTo>
                  <a:pt x="2007" y="8270"/>
                </a:lnTo>
                <a:lnTo>
                  <a:pt x="2053" y="8416"/>
                </a:lnTo>
                <a:lnTo>
                  <a:pt x="2099" y="8604"/>
                </a:lnTo>
                <a:lnTo>
                  <a:pt x="2099" y="8749"/>
                </a:lnTo>
                <a:lnTo>
                  <a:pt x="2145" y="8895"/>
                </a:lnTo>
                <a:lnTo>
                  <a:pt x="2214" y="9083"/>
                </a:lnTo>
                <a:lnTo>
                  <a:pt x="2260" y="9229"/>
                </a:lnTo>
                <a:lnTo>
                  <a:pt x="2306" y="94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2006097" y="3295792"/>
            <a:ext cx="2260" cy="9645"/>
          </a:xfrm>
          <a:custGeom>
            <a:avLst/>
            <a:gdLst/>
            <a:ahLst/>
            <a:cxnLst/>
            <a:rect l="l" t="t" r="r" b="b"/>
            <a:pathLst>
              <a:path w="2260" h="9645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115" y="479"/>
                </a:lnTo>
                <a:lnTo>
                  <a:pt x="115" y="624"/>
                </a:lnTo>
                <a:lnTo>
                  <a:pt x="161" y="812"/>
                </a:lnTo>
                <a:lnTo>
                  <a:pt x="207" y="958"/>
                </a:lnTo>
                <a:lnTo>
                  <a:pt x="276" y="1104"/>
                </a:lnTo>
                <a:lnTo>
                  <a:pt x="276" y="1291"/>
                </a:lnTo>
                <a:lnTo>
                  <a:pt x="322" y="1437"/>
                </a:lnTo>
                <a:lnTo>
                  <a:pt x="369" y="1624"/>
                </a:lnTo>
                <a:lnTo>
                  <a:pt x="415" y="1770"/>
                </a:lnTo>
                <a:lnTo>
                  <a:pt x="484" y="1958"/>
                </a:lnTo>
                <a:lnTo>
                  <a:pt x="484" y="2104"/>
                </a:lnTo>
                <a:lnTo>
                  <a:pt x="530" y="2249"/>
                </a:lnTo>
                <a:lnTo>
                  <a:pt x="576" y="2437"/>
                </a:lnTo>
                <a:lnTo>
                  <a:pt x="576" y="2583"/>
                </a:lnTo>
                <a:lnTo>
                  <a:pt x="645" y="2770"/>
                </a:lnTo>
                <a:lnTo>
                  <a:pt x="692" y="2916"/>
                </a:lnTo>
                <a:lnTo>
                  <a:pt x="738" y="3062"/>
                </a:lnTo>
                <a:lnTo>
                  <a:pt x="738" y="3291"/>
                </a:lnTo>
                <a:lnTo>
                  <a:pt x="784" y="3437"/>
                </a:lnTo>
                <a:lnTo>
                  <a:pt x="853" y="3583"/>
                </a:lnTo>
                <a:lnTo>
                  <a:pt x="853" y="3729"/>
                </a:lnTo>
                <a:lnTo>
                  <a:pt x="899" y="3874"/>
                </a:lnTo>
                <a:lnTo>
                  <a:pt x="945" y="4062"/>
                </a:lnTo>
                <a:lnTo>
                  <a:pt x="1015" y="4208"/>
                </a:lnTo>
                <a:lnTo>
                  <a:pt x="1061" y="4395"/>
                </a:lnTo>
                <a:lnTo>
                  <a:pt x="1061" y="4541"/>
                </a:lnTo>
                <a:lnTo>
                  <a:pt x="1107" y="4687"/>
                </a:lnTo>
                <a:lnTo>
                  <a:pt x="1153" y="4874"/>
                </a:lnTo>
                <a:lnTo>
                  <a:pt x="1153" y="5020"/>
                </a:lnTo>
                <a:lnTo>
                  <a:pt x="1222" y="5208"/>
                </a:lnTo>
                <a:lnTo>
                  <a:pt x="1268" y="5354"/>
                </a:lnTo>
                <a:lnTo>
                  <a:pt x="1314" y="5541"/>
                </a:lnTo>
                <a:lnTo>
                  <a:pt x="1314" y="5687"/>
                </a:lnTo>
                <a:lnTo>
                  <a:pt x="1361" y="5833"/>
                </a:lnTo>
                <a:lnTo>
                  <a:pt x="1430" y="6020"/>
                </a:lnTo>
                <a:lnTo>
                  <a:pt x="1476" y="6166"/>
                </a:lnTo>
                <a:lnTo>
                  <a:pt x="1522" y="6354"/>
                </a:lnTo>
                <a:lnTo>
                  <a:pt x="1522" y="6499"/>
                </a:lnTo>
                <a:lnTo>
                  <a:pt x="1591" y="6645"/>
                </a:lnTo>
                <a:lnTo>
                  <a:pt x="1637" y="6833"/>
                </a:lnTo>
                <a:lnTo>
                  <a:pt x="1637" y="6979"/>
                </a:lnTo>
                <a:lnTo>
                  <a:pt x="1684" y="7166"/>
                </a:lnTo>
                <a:lnTo>
                  <a:pt x="1730" y="7312"/>
                </a:lnTo>
                <a:lnTo>
                  <a:pt x="1730" y="7458"/>
                </a:lnTo>
                <a:lnTo>
                  <a:pt x="1799" y="7645"/>
                </a:lnTo>
                <a:lnTo>
                  <a:pt x="1845" y="7791"/>
                </a:lnTo>
                <a:lnTo>
                  <a:pt x="1891" y="7979"/>
                </a:lnTo>
                <a:lnTo>
                  <a:pt x="1891" y="8124"/>
                </a:lnTo>
                <a:lnTo>
                  <a:pt x="1937" y="8270"/>
                </a:lnTo>
                <a:lnTo>
                  <a:pt x="2007" y="8458"/>
                </a:lnTo>
                <a:lnTo>
                  <a:pt x="2053" y="8604"/>
                </a:lnTo>
                <a:lnTo>
                  <a:pt x="2099" y="8791"/>
                </a:lnTo>
                <a:lnTo>
                  <a:pt x="2099" y="8937"/>
                </a:lnTo>
                <a:lnTo>
                  <a:pt x="2168" y="9124"/>
                </a:lnTo>
                <a:lnTo>
                  <a:pt x="2214" y="9270"/>
                </a:lnTo>
                <a:lnTo>
                  <a:pt x="2214" y="9416"/>
                </a:lnTo>
                <a:lnTo>
                  <a:pt x="2260" y="96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2008357" y="3305437"/>
            <a:ext cx="2306" cy="9833"/>
          </a:xfrm>
          <a:custGeom>
            <a:avLst/>
            <a:gdLst/>
            <a:ahLst/>
            <a:cxnLst/>
            <a:rect l="l" t="t" r="r" b="b"/>
            <a:pathLst>
              <a:path w="2306" h="9833">
                <a:moveTo>
                  <a:pt x="0" y="0"/>
                </a:moveTo>
                <a:lnTo>
                  <a:pt x="46" y="145"/>
                </a:lnTo>
                <a:lnTo>
                  <a:pt x="115" y="291"/>
                </a:lnTo>
                <a:lnTo>
                  <a:pt x="115" y="437"/>
                </a:lnTo>
                <a:lnTo>
                  <a:pt x="161" y="583"/>
                </a:lnTo>
                <a:lnTo>
                  <a:pt x="207" y="770"/>
                </a:lnTo>
                <a:lnTo>
                  <a:pt x="207" y="916"/>
                </a:lnTo>
                <a:lnTo>
                  <a:pt x="276" y="1104"/>
                </a:lnTo>
                <a:lnTo>
                  <a:pt x="322" y="1249"/>
                </a:lnTo>
                <a:lnTo>
                  <a:pt x="369" y="1395"/>
                </a:lnTo>
                <a:lnTo>
                  <a:pt x="369" y="1583"/>
                </a:lnTo>
                <a:lnTo>
                  <a:pt x="415" y="1729"/>
                </a:lnTo>
                <a:lnTo>
                  <a:pt x="484" y="1916"/>
                </a:lnTo>
                <a:lnTo>
                  <a:pt x="530" y="2062"/>
                </a:lnTo>
                <a:lnTo>
                  <a:pt x="530" y="2208"/>
                </a:lnTo>
                <a:lnTo>
                  <a:pt x="576" y="2395"/>
                </a:lnTo>
                <a:lnTo>
                  <a:pt x="622" y="2541"/>
                </a:lnTo>
                <a:lnTo>
                  <a:pt x="692" y="2729"/>
                </a:lnTo>
                <a:lnTo>
                  <a:pt x="692" y="2874"/>
                </a:lnTo>
                <a:lnTo>
                  <a:pt x="738" y="3062"/>
                </a:lnTo>
                <a:lnTo>
                  <a:pt x="784" y="3208"/>
                </a:lnTo>
                <a:lnTo>
                  <a:pt x="784" y="3354"/>
                </a:lnTo>
                <a:lnTo>
                  <a:pt x="853" y="3541"/>
                </a:lnTo>
                <a:lnTo>
                  <a:pt x="899" y="3687"/>
                </a:lnTo>
                <a:lnTo>
                  <a:pt x="945" y="3874"/>
                </a:lnTo>
                <a:lnTo>
                  <a:pt x="945" y="4020"/>
                </a:lnTo>
                <a:lnTo>
                  <a:pt x="991" y="4166"/>
                </a:lnTo>
                <a:lnTo>
                  <a:pt x="1061" y="4354"/>
                </a:lnTo>
                <a:lnTo>
                  <a:pt x="1107" y="4499"/>
                </a:lnTo>
                <a:lnTo>
                  <a:pt x="1107" y="4687"/>
                </a:lnTo>
                <a:lnTo>
                  <a:pt x="1153" y="4833"/>
                </a:lnTo>
                <a:lnTo>
                  <a:pt x="1222" y="4979"/>
                </a:lnTo>
                <a:lnTo>
                  <a:pt x="1222" y="5166"/>
                </a:lnTo>
                <a:lnTo>
                  <a:pt x="1268" y="5312"/>
                </a:lnTo>
                <a:lnTo>
                  <a:pt x="1314" y="5499"/>
                </a:lnTo>
                <a:lnTo>
                  <a:pt x="1361" y="5645"/>
                </a:lnTo>
                <a:lnTo>
                  <a:pt x="1361" y="5791"/>
                </a:lnTo>
                <a:lnTo>
                  <a:pt x="1430" y="5979"/>
                </a:lnTo>
                <a:lnTo>
                  <a:pt x="1476" y="6124"/>
                </a:lnTo>
                <a:lnTo>
                  <a:pt x="1476" y="6312"/>
                </a:lnTo>
                <a:lnTo>
                  <a:pt x="1522" y="6458"/>
                </a:lnTo>
                <a:lnTo>
                  <a:pt x="1568" y="6645"/>
                </a:lnTo>
                <a:lnTo>
                  <a:pt x="1637" y="6791"/>
                </a:lnTo>
                <a:lnTo>
                  <a:pt x="1637" y="6937"/>
                </a:lnTo>
                <a:lnTo>
                  <a:pt x="1684" y="7124"/>
                </a:lnTo>
                <a:lnTo>
                  <a:pt x="1730" y="7270"/>
                </a:lnTo>
                <a:lnTo>
                  <a:pt x="1799" y="7458"/>
                </a:lnTo>
                <a:lnTo>
                  <a:pt x="1799" y="7604"/>
                </a:lnTo>
                <a:lnTo>
                  <a:pt x="1845" y="7749"/>
                </a:lnTo>
                <a:lnTo>
                  <a:pt x="1891" y="7937"/>
                </a:lnTo>
                <a:lnTo>
                  <a:pt x="1891" y="8083"/>
                </a:lnTo>
                <a:lnTo>
                  <a:pt x="1937" y="8270"/>
                </a:lnTo>
                <a:lnTo>
                  <a:pt x="2007" y="8416"/>
                </a:lnTo>
                <a:lnTo>
                  <a:pt x="2007" y="8562"/>
                </a:lnTo>
                <a:lnTo>
                  <a:pt x="2053" y="8749"/>
                </a:lnTo>
                <a:lnTo>
                  <a:pt x="2099" y="8895"/>
                </a:lnTo>
                <a:lnTo>
                  <a:pt x="2145" y="9083"/>
                </a:lnTo>
                <a:lnTo>
                  <a:pt x="2145" y="9229"/>
                </a:lnTo>
                <a:lnTo>
                  <a:pt x="2214" y="9374"/>
                </a:lnTo>
                <a:lnTo>
                  <a:pt x="2260" y="9562"/>
                </a:lnTo>
                <a:lnTo>
                  <a:pt x="2260" y="9708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2010664" y="3315271"/>
            <a:ext cx="2306" cy="10041"/>
          </a:xfrm>
          <a:custGeom>
            <a:avLst/>
            <a:gdLst/>
            <a:ahLst/>
            <a:cxnLst/>
            <a:rect l="l" t="t" r="r" b="b"/>
            <a:pathLst>
              <a:path w="2306" h="10041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583"/>
                </a:lnTo>
                <a:lnTo>
                  <a:pt x="161" y="729"/>
                </a:lnTo>
                <a:lnTo>
                  <a:pt x="207" y="874"/>
                </a:lnTo>
                <a:lnTo>
                  <a:pt x="207" y="1020"/>
                </a:lnTo>
                <a:lnTo>
                  <a:pt x="276" y="1208"/>
                </a:lnTo>
                <a:lnTo>
                  <a:pt x="322" y="1354"/>
                </a:lnTo>
                <a:lnTo>
                  <a:pt x="369" y="1499"/>
                </a:lnTo>
                <a:lnTo>
                  <a:pt x="438" y="1687"/>
                </a:lnTo>
                <a:lnTo>
                  <a:pt x="438" y="1833"/>
                </a:lnTo>
                <a:lnTo>
                  <a:pt x="484" y="2020"/>
                </a:lnTo>
                <a:lnTo>
                  <a:pt x="530" y="2166"/>
                </a:lnTo>
                <a:lnTo>
                  <a:pt x="530" y="2312"/>
                </a:lnTo>
                <a:lnTo>
                  <a:pt x="576" y="2499"/>
                </a:lnTo>
                <a:lnTo>
                  <a:pt x="645" y="2645"/>
                </a:lnTo>
                <a:lnTo>
                  <a:pt x="692" y="2833"/>
                </a:lnTo>
                <a:lnTo>
                  <a:pt x="692" y="2979"/>
                </a:lnTo>
                <a:lnTo>
                  <a:pt x="738" y="3124"/>
                </a:lnTo>
                <a:lnTo>
                  <a:pt x="784" y="3312"/>
                </a:lnTo>
                <a:lnTo>
                  <a:pt x="784" y="3458"/>
                </a:lnTo>
                <a:lnTo>
                  <a:pt x="853" y="3645"/>
                </a:lnTo>
                <a:lnTo>
                  <a:pt x="899" y="3791"/>
                </a:lnTo>
                <a:lnTo>
                  <a:pt x="899" y="3979"/>
                </a:lnTo>
                <a:lnTo>
                  <a:pt x="945" y="4124"/>
                </a:lnTo>
                <a:lnTo>
                  <a:pt x="1015" y="4270"/>
                </a:lnTo>
                <a:lnTo>
                  <a:pt x="1061" y="4458"/>
                </a:lnTo>
                <a:lnTo>
                  <a:pt x="1061" y="4604"/>
                </a:lnTo>
                <a:lnTo>
                  <a:pt x="1107" y="4791"/>
                </a:lnTo>
                <a:lnTo>
                  <a:pt x="1153" y="4937"/>
                </a:lnTo>
                <a:lnTo>
                  <a:pt x="1153" y="5083"/>
                </a:lnTo>
                <a:lnTo>
                  <a:pt x="1222" y="5270"/>
                </a:lnTo>
                <a:lnTo>
                  <a:pt x="1268" y="5416"/>
                </a:lnTo>
                <a:lnTo>
                  <a:pt x="1314" y="5604"/>
                </a:lnTo>
                <a:lnTo>
                  <a:pt x="1314" y="5791"/>
                </a:lnTo>
                <a:lnTo>
                  <a:pt x="1384" y="5937"/>
                </a:lnTo>
                <a:lnTo>
                  <a:pt x="1430" y="6083"/>
                </a:lnTo>
                <a:lnTo>
                  <a:pt x="1430" y="6229"/>
                </a:lnTo>
                <a:lnTo>
                  <a:pt x="1476" y="6416"/>
                </a:lnTo>
                <a:lnTo>
                  <a:pt x="1522" y="6562"/>
                </a:lnTo>
                <a:lnTo>
                  <a:pt x="1522" y="6708"/>
                </a:lnTo>
                <a:lnTo>
                  <a:pt x="1591" y="6895"/>
                </a:lnTo>
                <a:lnTo>
                  <a:pt x="1637" y="7041"/>
                </a:lnTo>
                <a:lnTo>
                  <a:pt x="1684" y="7229"/>
                </a:lnTo>
                <a:lnTo>
                  <a:pt x="1684" y="7374"/>
                </a:lnTo>
                <a:lnTo>
                  <a:pt x="1730" y="7562"/>
                </a:lnTo>
                <a:lnTo>
                  <a:pt x="1799" y="7708"/>
                </a:lnTo>
                <a:lnTo>
                  <a:pt x="1799" y="7854"/>
                </a:lnTo>
                <a:lnTo>
                  <a:pt x="1845" y="8041"/>
                </a:lnTo>
                <a:lnTo>
                  <a:pt x="1891" y="8187"/>
                </a:lnTo>
                <a:lnTo>
                  <a:pt x="1960" y="8374"/>
                </a:lnTo>
                <a:lnTo>
                  <a:pt x="1960" y="8520"/>
                </a:lnTo>
                <a:lnTo>
                  <a:pt x="2007" y="8666"/>
                </a:lnTo>
                <a:lnTo>
                  <a:pt x="2053" y="8854"/>
                </a:lnTo>
                <a:lnTo>
                  <a:pt x="2053" y="8999"/>
                </a:lnTo>
                <a:lnTo>
                  <a:pt x="2099" y="9187"/>
                </a:lnTo>
                <a:lnTo>
                  <a:pt x="2168" y="9333"/>
                </a:lnTo>
                <a:lnTo>
                  <a:pt x="2168" y="9479"/>
                </a:lnTo>
                <a:lnTo>
                  <a:pt x="2214" y="9666"/>
                </a:lnTo>
                <a:lnTo>
                  <a:pt x="2260" y="9812"/>
                </a:lnTo>
                <a:lnTo>
                  <a:pt x="2306" y="999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2012971" y="3325312"/>
            <a:ext cx="2329" cy="10229"/>
          </a:xfrm>
          <a:custGeom>
            <a:avLst/>
            <a:gdLst/>
            <a:ahLst/>
            <a:cxnLst/>
            <a:rect l="l" t="t" r="r" b="b"/>
            <a:pathLst>
              <a:path w="2329" h="10229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37"/>
                </a:lnTo>
                <a:lnTo>
                  <a:pt x="161" y="583"/>
                </a:lnTo>
                <a:lnTo>
                  <a:pt x="161" y="770"/>
                </a:lnTo>
                <a:lnTo>
                  <a:pt x="230" y="916"/>
                </a:lnTo>
                <a:lnTo>
                  <a:pt x="276" y="1104"/>
                </a:lnTo>
                <a:lnTo>
                  <a:pt x="276" y="1249"/>
                </a:lnTo>
                <a:lnTo>
                  <a:pt x="322" y="1437"/>
                </a:lnTo>
                <a:lnTo>
                  <a:pt x="369" y="1583"/>
                </a:lnTo>
                <a:lnTo>
                  <a:pt x="369" y="1729"/>
                </a:lnTo>
                <a:lnTo>
                  <a:pt x="438" y="1916"/>
                </a:lnTo>
                <a:lnTo>
                  <a:pt x="484" y="2062"/>
                </a:lnTo>
                <a:lnTo>
                  <a:pt x="484" y="2208"/>
                </a:lnTo>
                <a:lnTo>
                  <a:pt x="530" y="2395"/>
                </a:lnTo>
                <a:lnTo>
                  <a:pt x="599" y="2541"/>
                </a:lnTo>
                <a:lnTo>
                  <a:pt x="645" y="2729"/>
                </a:lnTo>
                <a:lnTo>
                  <a:pt x="645" y="2874"/>
                </a:lnTo>
                <a:lnTo>
                  <a:pt x="692" y="3020"/>
                </a:lnTo>
                <a:lnTo>
                  <a:pt x="738" y="3208"/>
                </a:lnTo>
                <a:lnTo>
                  <a:pt x="738" y="3354"/>
                </a:lnTo>
                <a:lnTo>
                  <a:pt x="807" y="3583"/>
                </a:lnTo>
                <a:lnTo>
                  <a:pt x="853" y="3729"/>
                </a:lnTo>
                <a:lnTo>
                  <a:pt x="899" y="3874"/>
                </a:lnTo>
                <a:lnTo>
                  <a:pt x="899" y="4020"/>
                </a:lnTo>
                <a:lnTo>
                  <a:pt x="945" y="4166"/>
                </a:lnTo>
                <a:lnTo>
                  <a:pt x="1015" y="4354"/>
                </a:lnTo>
                <a:lnTo>
                  <a:pt x="1015" y="4499"/>
                </a:lnTo>
                <a:lnTo>
                  <a:pt x="1061" y="4687"/>
                </a:lnTo>
                <a:lnTo>
                  <a:pt x="1107" y="4833"/>
                </a:lnTo>
                <a:lnTo>
                  <a:pt x="1107" y="4979"/>
                </a:lnTo>
                <a:lnTo>
                  <a:pt x="1176" y="5166"/>
                </a:lnTo>
                <a:lnTo>
                  <a:pt x="1222" y="5312"/>
                </a:lnTo>
                <a:lnTo>
                  <a:pt x="1268" y="5499"/>
                </a:lnTo>
                <a:lnTo>
                  <a:pt x="1268" y="5687"/>
                </a:lnTo>
                <a:lnTo>
                  <a:pt x="1314" y="5833"/>
                </a:lnTo>
                <a:lnTo>
                  <a:pt x="1384" y="5979"/>
                </a:lnTo>
                <a:lnTo>
                  <a:pt x="1384" y="6124"/>
                </a:lnTo>
                <a:lnTo>
                  <a:pt x="1430" y="6354"/>
                </a:lnTo>
                <a:lnTo>
                  <a:pt x="1476" y="6499"/>
                </a:lnTo>
                <a:lnTo>
                  <a:pt x="1476" y="6645"/>
                </a:lnTo>
                <a:lnTo>
                  <a:pt x="1545" y="6791"/>
                </a:lnTo>
                <a:lnTo>
                  <a:pt x="1591" y="6979"/>
                </a:lnTo>
                <a:lnTo>
                  <a:pt x="1591" y="7124"/>
                </a:lnTo>
                <a:lnTo>
                  <a:pt x="1637" y="7270"/>
                </a:lnTo>
                <a:lnTo>
                  <a:pt x="1684" y="7416"/>
                </a:lnTo>
                <a:lnTo>
                  <a:pt x="1753" y="7645"/>
                </a:lnTo>
                <a:lnTo>
                  <a:pt x="1753" y="7791"/>
                </a:lnTo>
                <a:lnTo>
                  <a:pt x="1799" y="7937"/>
                </a:lnTo>
                <a:lnTo>
                  <a:pt x="1845" y="8083"/>
                </a:lnTo>
                <a:lnTo>
                  <a:pt x="1845" y="8270"/>
                </a:lnTo>
                <a:lnTo>
                  <a:pt x="1891" y="8416"/>
                </a:lnTo>
                <a:lnTo>
                  <a:pt x="1960" y="8562"/>
                </a:lnTo>
                <a:lnTo>
                  <a:pt x="1960" y="8749"/>
                </a:lnTo>
                <a:lnTo>
                  <a:pt x="2007" y="8937"/>
                </a:lnTo>
                <a:lnTo>
                  <a:pt x="2053" y="9083"/>
                </a:lnTo>
                <a:lnTo>
                  <a:pt x="2053" y="9229"/>
                </a:lnTo>
                <a:lnTo>
                  <a:pt x="2122" y="9374"/>
                </a:lnTo>
                <a:lnTo>
                  <a:pt x="2168" y="9562"/>
                </a:lnTo>
                <a:lnTo>
                  <a:pt x="2168" y="9708"/>
                </a:lnTo>
                <a:lnTo>
                  <a:pt x="2214" y="9895"/>
                </a:lnTo>
                <a:lnTo>
                  <a:pt x="2260" y="10041"/>
                </a:lnTo>
                <a:lnTo>
                  <a:pt x="2260" y="1018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2015301" y="3335541"/>
            <a:ext cx="2260" cy="10354"/>
          </a:xfrm>
          <a:custGeom>
            <a:avLst/>
            <a:gdLst/>
            <a:ahLst/>
            <a:cxnLst/>
            <a:rect l="l" t="t" r="r" b="b"/>
            <a:pathLst>
              <a:path w="2260" h="10354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92" y="520"/>
                </a:lnTo>
                <a:lnTo>
                  <a:pt x="138" y="666"/>
                </a:lnTo>
                <a:lnTo>
                  <a:pt x="138" y="812"/>
                </a:lnTo>
                <a:lnTo>
                  <a:pt x="207" y="958"/>
                </a:lnTo>
                <a:lnTo>
                  <a:pt x="207" y="1145"/>
                </a:lnTo>
                <a:lnTo>
                  <a:pt x="253" y="1291"/>
                </a:lnTo>
                <a:lnTo>
                  <a:pt x="299" y="1437"/>
                </a:lnTo>
                <a:lnTo>
                  <a:pt x="369" y="1624"/>
                </a:lnTo>
                <a:lnTo>
                  <a:pt x="369" y="1770"/>
                </a:lnTo>
                <a:lnTo>
                  <a:pt x="415" y="1916"/>
                </a:lnTo>
                <a:lnTo>
                  <a:pt x="461" y="2104"/>
                </a:lnTo>
                <a:lnTo>
                  <a:pt x="461" y="2249"/>
                </a:lnTo>
                <a:lnTo>
                  <a:pt x="507" y="2437"/>
                </a:lnTo>
                <a:lnTo>
                  <a:pt x="576" y="2583"/>
                </a:lnTo>
                <a:lnTo>
                  <a:pt x="576" y="2729"/>
                </a:lnTo>
                <a:lnTo>
                  <a:pt x="622" y="2916"/>
                </a:lnTo>
                <a:lnTo>
                  <a:pt x="669" y="3062"/>
                </a:lnTo>
                <a:lnTo>
                  <a:pt x="738" y="3249"/>
                </a:lnTo>
                <a:lnTo>
                  <a:pt x="738" y="3395"/>
                </a:lnTo>
                <a:lnTo>
                  <a:pt x="784" y="3541"/>
                </a:lnTo>
                <a:lnTo>
                  <a:pt x="784" y="3729"/>
                </a:lnTo>
                <a:lnTo>
                  <a:pt x="830" y="3874"/>
                </a:lnTo>
                <a:lnTo>
                  <a:pt x="876" y="4062"/>
                </a:lnTo>
                <a:lnTo>
                  <a:pt x="876" y="4208"/>
                </a:lnTo>
                <a:lnTo>
                  <a:pt x="945" y="4354"/>
                </a:lnTo>
                <a:lnTo>
                  <a:pt x="991" y="4541"/>
                </a:lnTo>
                <a:lnTo>
                  <a:pt x="991" y="4687"/>
                </a:lnTo>
                <a:lnTo>
                  <a:pt x="1038" y="4874"/>
                </a:lnTo>
                <a:lnTo>
                  <a:pt x="1084" y="5020"/>
                </a:lnTo>
                <a:lnTo>
                  <a:pt x="1153" y="5208"/>
                </a:lnTo>
                <a:lnTo>
                  <a:pt x="1153" y="5354"/>
                </a:lnTo>
                <a:lnTo>
                  <a:pt x="1199" y="5499"/>
                </a:lnTo>
                <a:lnTo>
                  <a:pt x="1245" y="5729"/>
                </a:lnTo>
                <a:lnTo>
                  <a:pt x="1314" y="5874"/>
                </a:lnTo>
                <a:lnTo>
                  <a:pt x="1314" y="6020"/>
                </a:lnTo>
                <a:lnTo>
                  <a:pt x="1361" y="6166"/>
                </a:lnTo>
                <a:lnTo>
                  <a:pt x="1361" y="6312"/>
                </a:lnTo>
                <a:lnTo>
                  <a:pt x="1407" y="6499"/>
                </a:lnTo>
                <a:lnTo>
                  <a:pt x="1453" y="6645"/>
                </a:lnTo>
                <a:lnTo>
                  <a:pt x="1453" y="6833"/>
                </a:lnTo>
                <a:lnTo>
                  <a:pt x="1522" y="6979"/>
                </a:lnTo>
                <a:lnTo>
                  <a:pt x="1568" y="7124"/>
                </a:lnTo>
                <a:lnTo>
                  <a:pt x="1614" y="7354"/>
                </a:lnTo>
                <a:lnTo>
                  <a:pt x="1614" y="7499"/>
                </a:lnTo>
                <a:lnTo>
                  <a:pt x="1660" y="7645"/>
                </a:lnTo>
                <a:lnTo>
                  <a:pt x="1730" y="7791"/>
                </a:lnTo>
                <a:lnTo>
                  <a:pt x="1730" y="7937"/>
                </a:lnTo>
                <a:lnTo>
                  <a:pt x="1776" y="8124"/>
                </a:lnTo>
                <a:lnTo>
                  <a:pt x="1822" y="8270"/>
                </a:lnTo>
                <a:lnTo>
                  <a:pt x="1822" y="8458"/>
                </a:lnTo>
                <a:lnTo>
                  <a:pt x="1891" y="8604"/>
                </a:lnTo>
                <a:lnTo>
                  <a:pt x="1937" y="8791"/>
                </a:lnTo>
                <a:lnTo>
                  <a:pt x="1937" y="8937"/>
                </a:lnTo>
                <a:lnTo>
                  <a:pt x="1983" y="9083"/>
                </a:lnTo>
                <a:lnTo>
                  <a:pt x="2030" y="9270"/>
                </a:lnTo>
                <a:lnTo>
                  <a:pt x="2030" y="9458"/>
                </a:lnTo>
                <a:lnTo>
                  <a:pt x="2099" y="9604"/>
                </a:lnTo>
                <a:lnTo>
                  <a:pt x="2145" y="9749"/>
                </a:lnTo>
                <a:lnTo>
                  <a:pt x="2145" y="9895"/>
                </a:lnTo>
                <a:lnTo>
                  <a:pt x="2191" y="10083"/>
                </a:lnTo>
                <a:lnTo>
                  <a:pt x="2260" y="1022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2017562" y="3345895"/>
            <a:ext cx="2306" cy="10624"/>
          </a:xfrm>
          <a:custGeom>
            <a:avLst/>
            <a:gdLst/>
            <a:ahLst/>
            <a:cxnLst/>
            <a:rect l="l" t="t" r="r" b="b"/>
            <a:pathLst>
              <a:path w="2306" h="10624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92" y="437"/>
                </a:lnTo>
                <a:lnTo>
                  <a:pt x="138" y="624"/>
                </a:lnTo>
                <a:lnTo>
                  <a:pt x="207" y="770"/>
                </a:lnTo>
                <a:lnTo>
                  <a:pt x="207" y="916"/>
                </a:lnTo>
                <a:lnTo>
                  <a:pt x="253" y="1062"/>
                </a:lnTo>
                <a:lnTo>
                  <a:pt x="253" y="1208"/>
                </a:lnTo>
                <a:lnTo>
                  <a:pt x="299" y="1354"/>
                </a:lnTo>
                <a:lnTo>
                  <a:pt x="346" y="1499"/>
                </a:lnTo>
                <a:lnTo>
                  <a:pt x="346" y="1687"/>
                </a:lnTo>
                <a:lnTo>
                  <a:pt x="415" y="1833"/>
                </a:lnTo>
                <a:lnTo>
                  <a:pt x="461" y="2020"/>
                </a:lnTo>
                <a:lnTo>
                  <a:pt x="461" y="2166"/>
                </a:lnTo>
                <a:lnTo>
                  <a:pt x="507" y="2312"/>
                </a:lnTo>
                <a:lnTo>
                  <a:pt x="576" y="2499"/>
                </a:lnTo>
                <a:lnTo>
                  <a:pt x="576" y="2645"/>
                </a:lnTo>
                <a:lnTo>
                  <a:pt x="622" y="2833"/>
                </a:lnTo>
                <a:lnTo>
                  <a:pt x="669" y="2979"/>
                </a:lnTo>
                <a:lnTo>
                  <a:pt x="669" y="3166"/>
                </a:lnTo>
                <a:lnTo>
                  <a:pt x="715" y="3312"/>
                </a:lnTo>
                <a:lnTo>
                  <a:pt x="784" y="3458"/>
                </a:lnTo>
                <a:lnTo>
                  <a:pt x="784" y="3645"/>
                </a:lnTo>
                <a:lnTo>
                  <a:pt x="830" y="3791"/>
                </a:lnTo>
                <a:lnTo>
                  <a:pt x="876" y="3937"/>
                </a:lnTo>
                <a:lnTo>
                  <a:pt x="876" y="4124"/>
                </a:lnTo>
                <a:lnTo>
                  <a:pt x="945" y="4270"/>
                </a:lnTo>
                <a:lnTo>
                  <a:pt x="991" y="4458"/>
                </a:lnTo>
                <a:lnTo>
                  <a:pt x="991" y="4604"/>
                </a:lnTo>
                <a:lnTo>
                  <a:pt x="1038" y="4749"/>
                </a:lnTo>
                <a:lnTo>
                  <a:pt x="1084" y="4937"/>
                </a:lnTo>
                <a:lnTo>
                  <a:pt x="1084" y="5083"/>
                </a:lnTo>
                <a:lnTo>
                  <a:pt x="1153" y="5270"/>
                </a:lnTo>
                <a:lnTo>
                  <a:pt x="1199" y="5416"/>
                </a:lnTo>
                <a:lnTo>
                  <a:pt x="1245" y="5604"/>
                </a:lnTo>
                <a:lnTo>
                  <a:pt x="1245" y="5749"/>
                </a:lnTo>
                <a:lnTo>
                  <a:pt x="1291" y="5895"/>
                </a:lnTo>
                <a:lnTo>
                  <a:pt x="1361" y="6083"/>
                </a:lnTo>
                <a:lnTo>
                  <a:pt x="1361" y="6229"/>
                </a:lnTo>
                <a:lnTo>
                  <a:pt x="1407" y="6416"/>
                </a:lnTo>
                <a:lnTo>
                  <a:pt x="1453" y="6562"/>
                </a:lnTo>
                <a:lnTo>
                  <a:pt x="1453" y="6708"/>
                </a:lnTo>
                <a:lnTo>
                  <a:pt x="1522" y="6937"/>
                </a:lnTo>
                <a:lnTo>
                  <a:pt x="1568" y="7083"/>
                </a:lnTo>
                <a:lnTo>
                  <a:pt x="1568" y="7229"/>
                </a:lnTo>
                <a:lnTo>
                  <a:pt x="1614" y="7416"/>
                </a:lnTo>
                <a:lnTo>
                  <a:pt x="1660" y="7562"/>
                </a:lnTo>
                <a:lnTo>
                  <a:pt x="1660" y="7708"/>
                </a:lnTo>
                <a:lnTo>
                  <a:pt x="1730" y="7895"/>
                </a:lnTo>
                <a:lnTo>
                  <a:pt x="1776" y="8041"/>
                </a:lnTo>
                <a:lnTo>
                  <a:pt x="1776" y="8187"/>
                </a:lnTo>
                <a:lnTo>
                  <a:pt x="1822" y="8333"/>
                </a:lnTo>
                <a:lnTo>
                  <a:pt x="1868" y="8520"/>
                </a:lnTo>
                <a:lnTo>
                  <a:pt x="1868" y="8666"/>
                </a:lnTo>
                <a:lnTo>
                  <a:pt x="1937" y="8854"/>
                </a:lnTo>
                <a:lnTo>
                  <a:pt x="1983" y="8999"/>
                </a:lnTo>
                <a:lnTo>
                  <a:pt x="2030" y="9229"/>
                </a:lnTo>
                <a:lnTo>
                  <a:pt x="2030" y="9374"/>
                </a:lnTo>
                <a:lnTo>
                  <a:pt x="2099" y="9520"/>
                </a:lnTo>
                <a:lnTo>
                  <a:pt x="2099" y="9708"/>
                </a:lnTo>
                <a:lnTo>
                  <a:pt x="2145" y="9854"/>
                </a:lnTo>
                <a:lnTo>
                  <a:pt x="2191" y="9999"/>
                </a:lnTo>
                <a:lnTo>
                  <a:pt x="2191" y="10145"/>
                </a:lnTo>
                <a:lnTo>
                  <a:pt x="2237" y="10291"/>
                </a:lnTo>
                <a:lnTo>
                  <a:pt x="2306" y="10479"/>
                </a:lnTo>
                <a:lnTo>
                  <a:pt x="2306" y="1062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2019869" y="3356520"/>
            <a:ext cx="2306" cy="10687"/>
          </a:xfrm>
          <a:custGeom>
            <a:avLst/>
            <a:gdLst/>
            <a:ahLst/>
            <a:cxnLst/>
            <a:rect l="l" t="t" r="r" b="b"/>
            <a:pathLst>
              <a:path w="2306" h="10687">
                <a:moveTo>
                  <a:pt x="0" y="0"/>
                </a:moveTo>
                <a:lnTo>
                  <a:pt x="46" y="187"/>
                </a:lnTo>
                <a:lnTo>
                  <a:pt x="92" y="333"/>
                </a:lnTo>
                <a:lnTo>
                  <a:pt x="92" y="479"/>
                </a:lnTo>
                <a:lnTo>
                  <a:pt x="161" y="666"/>
                </a:lnTo>
                <a:lnTo>
                  <a:pt x="207" y="854"/>
                </a:lnTo>
                <a:lnTo>
                  <a:pt x="207" y="999"/>
                </a:lnTo>
                <a:lnTo>
                  <a:pt x="253" y="1145"/>
                </a:lnTo>
                <a:lnTo>
                  <a:pt x="299" y="1291"/>
                </a:lnTo>
                <a:lnTo>
                  <a:pt x="299" y="1479"/>
                </a:lnTo>
                <a:lnTo>
                  <a:pt x="369" y="1624"/>
                </a:lnTo>
                <a:lnTo>
                  <a:pt x="415" y="1812"/>
                </a:lnTo>
                <a:lnTo>
                  <a:pt x="415" y="1958"/>
                </a:lnTo>
                <a:lnTo>
                  <a:pt x="461" y="2187"/>
                </a:lnTo>
                <a:lnTo>
                  <a:pt x="507" y="2333"/>
                </a:lnTo>
                <a:lnTo>
                  <a:pt x="576" y="2479"/>
                </a:lnTo>
                <a:lnTo>
                  <a:pt x="576" y="2624"/>
                </a:lnTo>
                <a:lnTo>
                  <a:pt x="622" y="2770"/>
                </a:lnTo>
                <a:lnTo>
                  <a:pt x="669" y="2958"/>
                </a:lnTo>
                <a:lnTo>
                  <a:pt x="669" y="3104"/>
                </a:lnTo>
                <a:lnTo>
                  <a:pt x="738" y="3249"/>
                </a:lnTo>
                <a:lnTo>
                  <a:pt x="784" y="3479"/>
                </a:lnTo>
                <a:lnTo>
                  <a:pt x="784" y="3624"/>
                </a:lnTo>
                <a:lnTo>
                  <a:pt x="830" y="3770"/>
                </a:lnTo>
                <a:lnTo>
                  <a:pt x="830" y="3916"/>
                </a:lnTo>
                <a:lnTo>
                  <a:pt x="876" y="4062"/>
                </a:lnTo>
                <a:lnTo>
                  <a:pt x="945" y="4291"/>
                </a:lnTo>
                <a:lnTo>
                  <a:pt x="945" y="4437"/>
                </a:lnTo>
                <a:lnTo>
                  <a:pt x="991" y="4583"/>
                </a:lnTo>
                <a:lnTo>
                  <a:pt x="1038" y="4729"/>
                </a:lnTo>
                <a:lnTo>
                  <a:pt x="1038" y="4874"/>
                </a:lnTo>
                <a:lnTo>
                  <a:pt x="1107" y="5062"/>
                </a:lnTo>
                <a:lnTo>
                  <a:pt x="1153" y="5208"/>
                </a:lnTo>
                <a:lnTo>
                  <a:pt x="1153" y="5395"/>
                </a:lnTo>
                <a:lnTo>
                  <a:pt x="1199" y="5583"/>
                </a:lnTo>
                <a:lnTo>
                  <a:pt x="1245" y="5729"/>
                </a:lnTo>
                <a:lnTo>
                  <a:pt x="1245" y="5874"/>
                </a:lnTo>
                <a:lnTo>
                  <a:pt x="1314" y="6020"/>
                </a:lnTo>
                <a:lnTo>
                  <a:pt x="1361" y="6208"/>
                </a:lnTo>
                <a:lnTo>
                  <a:pt x="1361" y="6395"/>
                </a:lnTo>
                <a:lnTo>
                  <a:pt x="1407" y="6541"/>
                </a:lnTo>
                <a:lnTo>
                  <a:pt x="1453" y="6687"/>
                </a:lnTo>
                <a:lnTo>
                  <a:pt x="1453" y="6833"/>
                </a:lnTo>
                <a:lnTo>
                  <a:pt x="1522" y="7020"/>
                </a:lnTo>
                <a:lnTo>
                  <a:pt x="1568" y="7166"/>
                </a:lnTo>
                <a:lnTo>
                  <a:pt x="1568" y="7354"/>
                </a:lnTo>
                <a:lnTo>
                  <a:pt x="1614" y="7499"/>
                </a:lnTo>
                <a:lnTo>
                  <a:pt x="1614" y="7645"/>
                </a:lnTo>
                <a:lnTo>
                  <a:pt x="1684" y="7833"/>
                </a:lnTo>
                <a:lnTo>
                  <a:pt x="1730" y="7979"/>
                </a:lnTo>
                <a:lnTo>
                  <a:pt x="1776" y="8166"/>
                </a:lnTo>
                <a:lnTo>
                  <a:pt x="1776" y="8312"/>
                </a:lnTo>
                <a:lnTo>
                  <a:pt x="1822" y="8458"/>
                </a:lnTo>
                <a:lnTo>
                  <a:pt x="1891" y="8645"/>
                </a:lnTo>
                <a:lnTo>
                  <a:pt x="1891" y="8791"/>
                </a:lnTo>
                <a:lnTo>
                  <a:pt x="1937" y="8979"/>
                </a:lnTo>
                <a:lnTo>
                  <a:pt x="1983" y="9124"/>
                </a:lnTo>
                <a:lnTo>
                  <a:pt x="1983" y="9312"/>
                </a:lnTo>
                <a:lnTo>
                  <a:pt x="2030" y="9458"/>
                </a:lnTo>
                <a:lnTo>
                  <a:pt x="2099" y="9604"/>
                </a:lnTo>
                <a:lnTo>
                  <a:pt x="2099" y="9791"/>
                </a:lnTo>
                <a:lnTo>
                  <a:pt x="2145" y="9937"/>
                </a:lnTo>
                <a:lnTo>
                  <a:pt x="2191" y="10124"/>
                </a:lnTo>
                <a:lnTo>
                  <a:pt x="2191" y="10270"/>
                </a:lnTo>
                <a:lnTo>
                  <a:pt x="2260" y="10458"/>
                </a:lnTo>
                <a:lnTo>
                  <a:pt x="2306" y="106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2022176" y="3367207"/>
            <a:ext cx="2306" cy="10895"/>
          </a:xfrm>
          <a:custGeom>
            <a:avLst/>
            <a:gdLst/>
            <a:ahLst/>
            <a:cxnLst/>
            <a:rect l="l" t="t" r="r" b="b"/>
            <a:pathLst>
              <a:path w="2306" h="10895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92" y="479"/>
                </a:lnTo>
                <a:lnTo>
                  <a:pt x="92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322" y="1395"/>
                </a:lnTo>
                <a:lnTo>
                  <a:pt x="322" y="1541"/>
                </a:lnTo>
                <a:lnTo>
                  <a:pt x="369" y="1687"/>
                </a:lnTo>
                <a:lnTo>
                  <a:pt x="369" y="1874"/>
                </a:lnTo>
                <a:lnTo>
                  <a:pt x="415" y="2020"/>
                </a:lnTo>
                <a:lnTo>
                  <a:pt x="461" y="2208"/>
                </a:lnTo>
                <a:lnTo>
                  <a:pt x="461" y="2354"/>
                </a:lnTo>
                <a:lnTo>
                  <a:pt x="530" y="2541"/>
                </a:lnTo>
                <a:lnTo>
                  <a:pt x="576" y="2687"/>
                </a:lnTo>
                <a:lnTo>
                  <a:pt x="576" y="2833"/>
                </a:lnTo>
                <a:lnTo>
                  <a:pt x="622" y="3020"/>
                </a:lnTo>
                <a:lnTo>
                  <a:pt x="669" y="3166"/>
                </a:lnTo>
                <a:lnTo>
                  <a:pt x="669" y="3312"/>
                </a:lnTo>
                <a:lnTo>
                  <a:pt x="738" y="3499"/>
                </a:lnTo>
                <a:lnTo>
                  <a:pt x="784" y="3687"/>
                </a:lnTo>
                <a:lnTo>
                  <a:pt x="784" y="3833"/>
                </a:lnTo>
                <a:lnTo>
                  <a:pt x="830" y="3979"/>
                </a:lnTo>
                <a:lnTo>
                  <a:pt x="899" y="4124"/>
                </a:lnTo>
                <a:lnTo>
                  <a:pt x="899" y="4312"/>
                </a:lnTo>
                <a:lnTo>
                  <a:pt x="945" y="4458"/>
                </a:lnTo>
                <a:lnTo>
                  <a:pt x="991" y="4645"/>
                </a:lnTo>
                <a:lnTo>
                  <a:pt x="991" y="4833"/>
                </a:lnTo>
                <a:lnTo>
                  <a:pt x="1038" y="4979"/>
                </a:lnTo>
                <a:lnTo>
                  <a:pt x="1107" y="5124"/>
                </a:lnTo>
                <a:lnTo>
                  <a:pt x="1107" y="5270"/>
                </a:lnTo>
                <a:lnTo>
                  <a:pt x="1153" y="5458"/>
                </a:lnTo>
                <a:lnTo>
                  <a:pt x="1153" y="5604"/>
                </a:lnTo>
                <a:lnTo>
                  <a:pt x="1199" y="5791"/>
                </a:lnTo>
                <a:lnTo>
                  <a:pt x="1268" y="5979"/>
                </a:lnTo>
                <a:lnTo>
                  <a:pt x="1314" y="6124"/>
                </a:lnTo>
                <a:lnTo>
                  <a:pt x="1314" y="6270"/>
                </a:lnTo>
                <a:lnTo>
                  <a:pt x="1361" y="6416"/>
                </a:lnTo>
                <a:lnTo>
                  <a:pt x="1407" y="6604"/>
                </a:lnTo>
                <a:lnTo>
                  <a:pt x="1407" y="6749"/>
                </a:lnTo>
                <a:lnTo>
                  <a:pt x="1476" y="6895"/>
                </a:lnTo>
                <a:lnTo>
                  <a:pt x="1522" y="7124"/>
                </a:lnTo>
                <a:lnTo>
                  <a:pt x="1522" y="7270"/>
                </a:lnTo>
                <a:lnTo>
                  <a:pt x="1568" y="7458"/>
                </a:lnTo>
                <a:lnTo>
                  <a:pt x="1614" y="7604"/>
                </a:lnTo>
                <a:lnTo>
                  <a:pt x="1614" y="7749"/>
                </a:lnTo>
                <a:lnTo>
                  <a:pt x="1684" y="7895"/>
                </a:lnTo>
                <a:lnTo>
                  <a:pt x="1684" y="8041"/>
                </a:lnTo>
                <a:lnTo>
                  <a:pt x="1730" y="8229"/>
                </a:lnTo>
                <a:lnTo>
                  <a:pt x="1776" y="8374"/>
                </a:lnTo>
                <a:lnTo>
                  <a:pt x="1776" y="8520"/>
                </a:lnTo>
                <a:lnTo>
                  <a:pt x="1845" y="8708"/>
                </a:lnTo>
                <a:lnTo>
                  <a:pt x="1891" y="8854"/>
                </a:lnTo>
                <a:lnTo>
                  <a:pt x="1891" y="9041"/>
                </a:lnTo>
                <a:lnTo>
                  <a:pt x="1937" y="9187"/>
                </a:lnTo>
                <a:lnTo>
                  <a:pt x="1983" y="9374"/>
                </a:lnTo>
                <a:lnTo>
                  <a:pt x="1983" y="9520"/>
                </a:lnTo>
                <a:lnTo>
                  <a:pt x="2053" y="9708"/>
                </a:lnTo>
                <a:lnTo>
                  <a:pt x="2099" y="9854"/>
                </a:lnTo>
                <a:lnTo>
                  <a:pt x="2099" y="10041"/>
                </a:lnTo>
                <a:lnTo>
                  <a:pt x="2145" y="10187"/>
                </a:lnTo>
                <a:lnTo>
                  <a:pt x="2191" y="10333"/>
                </a:lnTo>
                <a:lnTo>
                  <a:pt x="2191" y="10479"/>
                </a:lnTo>
                <a:lnTo>
                  <a:pt x="2260" y="10666"/>
                </a:lnTo>
                <a:lnTo>
                  <a:pt x="2260" y="10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2024483" y="3378103"/>
            <a:ext cx="2306" cy="11041"/>
          </a:xfrm>
          <a:custGeom>
            <a:avLst/>
            <a:gdLst/>
            <a:ahLst/>
            <a:cxnLst/>
            <a:rect l="l" t="t" r="r" b="b"/>
            <a:pathLst>
              <a:path w="2306" h="11041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115" y="437"/>
                </a:lnTo>
                <a:lnTo>
                  <a:pt x="115" y="624"/>
                </a:lnTo>
                <a:lnTo>
                  <a:pt x="161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322" y="1541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84" y="2208"/>
                </a:lnTo>
                <a:lnTo>
                  <a:pt x="484" y="2395"/>
                </a:lnTo>
                <a:lnTo>
                  <a:pt x="530" y="2541"/>
                </a:lnTo>
                <a:lnTo>
                  <a:pt x="576" y="2687"/>
                </a:lnTo>
                <a:lnTo>
                  <a:pt x="576" y="2874"/>
                </a:lnTo>
                <a:lnTo>
                  <a:pt x="622" y="3020"/>
                </a:lnTo>
                <a:lnTo>
                  <a:pt x="622" y="3166"/>
                </a:lnTo>
                <a:lnTo>
                  <a:pt x="692" y="3354"/>
                </a:lnTo>
                <a:lnTo>
                  <a:pt x="738" y="3499"/>
                </a:lnTo>
                <a:lnTo>
                  <a:pt x="784" y="3687"/>
                </a:lnTo>
                <a:lnTo>
                  <a:pt x="784" y="3833"/>
                </a:lnTo>
                <a:lnTo>
                  <a:pt x="830" y="3979"/>
                </a:lnTo>
                <a:lnTo>
                  <a:pt x="830" y="4166"/>
                </a:lnTo>
                <a:lnTo>
                  <a:pt x="899" y="4312"/>
                </a:lnTo>
                <a:lnTo>
                  <a:pt x="945" y="4541"/>
                </a:lnTo>
                <a:lnTo>
                  <a:pt x="945" y="4687"/>
                </a:lnTo>
                <a:lnTo>
                  <a:pt x="991" y="4874"/>
                </a:lnTo>
                <a:lnTo>
                  <a:pt x="1061" y="5020"/>
                </a:lnTo>
                <a:lnTo>
                  <a:pt x="1061" y="5208"/>
                </a:lnTo>
                <a:lnTo>
                  <a:pt x="1107" y="5354"/>
                </a:lnTo>
                <a:lnTo>
                  <a:pt x="1153" y="5541"/>
                </a:lnTo>
                <a:lnTo>
                  <a:pt x="1153" y="5687"/>
                </a:lnTo>
                <a:lnTo>
                  <a:pt x="1199" y="5833"/>
                </a:lnTo>
                <a:lnTo>
                  <a:pt x="1268" y="5979"/>
                </a:lnTo>
                <a:lnTo>
                  <a:pt x="1268" y="6124"/>
                </a:lnTo>
                <a:lnTo>
                  <a:pt x="1314" y="6270"/>
                </a:lnTo>
                <a:lnTo>
                  <a:pt x="1361" y="6458"/>
                </a:lnTo>
                <a:lnTo>
                  <a:pt x="1361" y="6604"/>
                </a:lnTo>
                <a:lnTo>
                  <a:pt x="1407" y="6749"/>
                </a:lnTo>
                <a:lnTo>
                  <a:pt x="1407" y="6937"/>
                </a:lnTo>
                <a:lnTo>
                  <a:pt x="1476" y="7083"/>
                </a:lnTo>
                <a:lnTo>
                  <a:pt x="1522" y="7312"/>
                </a:lnTo>
                <a:lnTo>
                  <a:pt x="1522" y="7458"/>
                </a:lnTo>
                <a:lnTo>
                  <a:pt x="1568" y="7645"/>
                </a:lnTo>
                <a:lnTo>
                  <a:pt x="1637" y="7791"/>
                </a:lnTo>
                <a:lnTo>
                  <a:pt x="1637" y="7979"/>
                </a:lnTo>
                <a:lnTo>
                  <a:pt x="1684" y="8124"/>
                </a:lnTo>
                <a:lnTo>
                  <a:pt x="1730" y="8312"/>
                </a:lnTo>
                <a:lnTo>
                  <a:pt x="1730" y="8458"/>
                </a:lnTo>
                <a:lnTo>
                  <a:pt x="1776" y="8645"/>
                </a:lnTo>
                <a:lnTo>
                  <a:pt x="1845" y="8791"/>
                </a:lnTo>
                <a:lnTo>
                  <a:pt x="1845" y="8979"/>
                </a:lnTo>
                <a:lnTo>
                  <a:pt x="1891" y="9124"/>
                </a:lnTo>
                <a:lnTo>
                  <a:pt x="1937" y="9312"/>
                </a:lnTo>
                <a:lnTo>
                  <a:pt x="1937" y="9458"/>
                </a:lnTo>
                <a:lnTo>
                  <a:pt x="2007" y="9604"/>
                </a:lnTo>
                <a:lnTo>
                  <a:pt x="2053" y="9749"/>
                </a:lnTo>
                <a:lnTo>
                  <a:pt x="2053" y="9895"/>
                </a:lnTo>
                <a:lnTo>
                  <a:pt x="2099" y="10041"/>
                </a:lnTo>
                <a:lnTo>
                  <a:pt x="2099" y="10187"/>
                </a:lnTo>
                <a:lnTo>
                  <a:pt x="2145" y="10374"/>
                </a:lnTo>
                <a:lnTo>
                  <a:pt x="2214" y="10520"/>
                </a:lnTo>
                <a:lnTo>
                  <a:pt x="2214" y="10708"/>
                </a:lnTo>
                <a:lnTo>
                  <a:pt x="2260" y="10853"/>
                </a:lnTo>
                <a:lnTo>
                  <a:pt x="2306" y="110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026790" y="3389144"/>
            <a:ext cx="2260" cy="11124"/>
          </a:xfrm>
          <a:custGeom>
            <a:avLst/>
            <a:gdLst/>
            <a:ahLst/>
            <a:cxnLst/>
            <a:rect l="l" t="t" r="r" b="b"/>
            <a:pathLst>
              <a:path w="2260" h="11124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115" y="479"/>
                </a:lnTo>
                <a:lnTo>
                  <a:pt x="115" y="666"/>
                </a:lnTo>
                <a:lnTo>
                  <a:pt x="161" y="812"/>
                </a:lnTo>
                <a:lnTo>
                  <a:pt x="207" y="999"/>
                </a:lnTo>
                <a:lnTo>
                  <a:pt x="207" y="1145"/>
                </a:lnTo>
                <a:lnTo>
                  <a:pt x="276" y="1333"/>
                </a:lnTo>
                <a:lnTo>
                  <a:pt x="322" y="1479"/>
                </a:lnTo>
                <a:lnTo>
                  <a:pt x="322" y="1666"/>
                </a:lnTo>
                <a:lnTo>
                  <a:pt x="369" y="1812"/>
                </a:lnTo>
                <a:lnTo>
                  <a:pt x="369" y="1999"/>
                </a:lnTo>
                <a:lnTo>
                  <a:pt x="415" y="2145"/>
                </a:lnTo>
                <a:lnTo>
                  <a:pt x="484" y="2333"/>
                </a:lnTo>
                <a:lnTo>
                  <a:pt x="484" y="2479"/>
                </a:lnTo>
                <a:lnTo>
                  <a:pt x="530" y="2624"/>
                </a:lnTo>
                <a:lnTo>
                  <a:pt x="576" y="2770"/>
                </a:lnTo>
                <a:lnTo>
                  <a:pt x="576" y="2958"/>
                </a:lnTo>
                <a:lnTo>
                  <a:pt x="645" y="3104"/>
                </a:lnTo>
                <a:lnTo>
                  <a:pt x="692" y="3291"/>
                </a:lnTo>
                <a:lnTo>
                  <a:pt x="692" y="3437"/>
                </a:lnTo>
                <a:lnTo>
                  <a:pt x="738" y="3624"/>
                </a:lnTo>
                <a:lnTo>
                  <a:pt x="784" y="3770"/>
                </a:lnTo>
                <a:lnTo>
                  <a:pt x="784" y="3958"/>
                </a:lnTo>
                <a:lnTo>
                  <a:pt x="853" y="4104"/>
                </a:lnTo>
                <a:lnTo>
                  <a:pt x="899" y="4291"/>
                </a:lnTo>
                <a:lnTo>
                  <a:pt x="899" y="4437"/>
                </a:lnTo>
                <a:lnTo>
                  <a:pt x="945" y="4624"/>
                </a:lnTo>
                <a:lnTo>
                  <a:pt x="945" y="4770"/>
                </a:lnTo>
                <a:lnTo>
                  <a:pt x="991" y="4916"/>
                </a:lnTo>
                <a:lnTo>
                  <a:pt x="1061" y="5062"/>
                </a:lnTo>
                <a:lnTo>
                  <a:pt x="1061" y="5249"/>
                </a:lnTo>
                <a:lnTo>
                  <a:pt x="1107" y="5395"/>
                </a:lnTo>
                <a:lnTo>
                  <a:pt x="1153" y="5583"/>
                </a:lnTo>
                <a:lnTo>
                  <a:pt x="1153" y="5729"/>
                </a:lnTo>
                <a:lnTo>
                  <a:pt x="1222" y="5916"/>
                </a:lnTo>
                <a:lnTo>
                  <a:pt x="1268" y="6062"/>
                </a:lnTo>
                <a:lnTo>
                  <a:pt x="1268" y="6249"/>
                </a:lnTo>
                <a:lnTo>
                  <a:pt x="1314" y="6395"/>
                </a:lnTo>
                <a:lnTo>
                  <a:pt x="1314" y="6541"/>
                </a:lnTo>
                <a:lnTo>
                  <a:pt x="1361" y="6687"/>
                </a:lnTo>
                <a:lnTo>
                  <a:pt x="1430" y="6874"/>
                </a:lnTo>
                <a:lnTo>
                  <a:pt x="1430" y="7020"/>
                </a:lnTo>
                <a:lnTo>
                  <a:pt x="1476" y="7124"/>
                </a:lnTo>
                <a:lnTo>
                  <a:pt x="1476" y="7208"/>
                </a:lnTo>
                <a:lnTo>
                  <a:pt x="1476" y="7270"/>
                </a:lnTo>
                <a:lnTo>
                  <a:pt x="1476" y="7312"/>
                </a:lnTo>
                <a:lnTo>
                  <a:pt x="1522" y="7354"/>
                </a:lnTo>
                <a:lnTo>
                  <a:pt x="1522" y="7499"/>
                </a:lnTo>
                <a:lnTo>
                  <a:pt x="1568" y="7645"/>
                </a:lnTo>
                <a:lnTo>
                  <a:pt x="1568" y="7833"/>
                </a:lnTo>
                <a:lnTo>
                  <a:pt x="1637" y="7979"/>
                </a:lnTo>
                <a:lnTo>
                  <a:pt x="1684" y="8166"/>
                </a:lnTo>
                <a:lnTo>
                  <a:pt x="1684" y="8312"/>
                </a:lnTo>
                <a:lnTo>
                  <a:pt x="1730" y="8458"/>
                </a:lnTo>
                <a:lnTo>
                  <a:pt x="1730" y="8604"/>
                </a:lnTo>
                <a:lnTo>
                  <a:pt x="1799" y="8791"/>
                </a:lnTo>
                <a:lnTo>
                  <a:pt x="1845" y="8937"/>
                </a:lnTo>
                <a:lnTo>
                  <a:pt x="1845" y="9124"/>
                </a:lnTo>
                <a:lnTo>
                  <a:pt x="1891" y="9270"/>
                </a:lnTo>
                <a:lnTo>
                  <a:pt x="1937" y="9416"/>
                </a:lnTo>
                <a:lnTo>
                  <a:pt x="1937" y="9562"/>
                </a:lnTo>
                <a:lnTo>
                  <a:pt x="2007" y="9749"/>
                </a:lnTo>
                <a:lnTo>
                  <a:pt x="2053" y="9895"/>
                </a:lnTo>
                <a:lnTo>
                  <a:pt x="2053" y="10083"/>
                </a:lnTo>
                <a:lnTo>
                  <a:pt x="2099" y="10229"/>
                </a:lnTo>
                <a:lnTo>
                  <a:pt x="2099" y="10374"/>
                </a:lnTo>
                <a:lnTo>
                  <a:pt x="2168" y="10562"/>
                </a:lnTo>
                <a:lnTo>
                  <a:pt x="2214" y="10708"/>
                </a:lnTo>
                <a:lnTo>
                  <a:pt x="2214" y="10853"/>
                </a:lnTo>
                <a:lnTo>
                  <a:pt x="2260" y="1104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029050" y="3400269"/>
            <a:ext cx="2306" cy="11291"/>
          </a:xfrm>
          <a:custGeom>
            <a:avLst/>
            <a:gdLst/>
            <a:ahLst/>
            <a:cxnLst/>
            <a:rect l="l" t="t" r="r" b="b"/>
            <a:pathLst>
              <a:path w="2306" h="11291">
                <a:moveTo>
                  <a:pt x="0" y="0"/>
                </a:moveTo>
                <a:lnTo>
                  <a:pt x="46" y="187"/>
                </a:lnTo>
                <a:lnTo>
                  <a:pt x="115" y="333"/>
                </a:lnTo>
                <a:lnTo>
                  <a:pt x="115" y="541"/>
                </a:lnTo>
                <a:lnTo>
                  <a:pt x="161" y="729"/>
                </a:lnTo>
                <a:lnTo>
                  <a:pt x="207" y="874"/>
                </a:lnTo>
                <a:lnTo>
                  <a:pt x="253" y="1062"/>
                </a:lnTo>
                <a:lnTo>
                  <a:pt x="253" y="1208"/>
                </a:lnTo>
                <a:lnTo>
                  <a:pt x="322" y="1437"/>
                </a:lnTo>
                <a:lnTo>
                  <a:pt x="369" y="1583"/>
                </a:lnTo>
                <a:lnTo>
                  <a:pt x="369" y="1624"/>
                </a:lnTo>
                <a:lnTo>
                  <a:pt x="369" y="1687"/>
                </a:lnTo>
                <a:lnTo>
                  <a:pt x="369" y="1770"/>
                </a:lnTo>
                <a:lnTo>
                  <a:pt x="369" y="1812"/>
                </a:lnTo>
                <a:lnTo>
                  <a:pt x="415" y="1958"/>
                </a:lnTo>
                <a:lnTo>
                  <a:pt x="415" y="2104"/>
                </a:lnTo>
                <a:lnTo>
                  <a:pt x="484" y="2249"/>
                </a:lnTo>
                <a:lnTo>
                  <a:pt x="530" y="2395"/>
                </a:lnTo>
                <a:lnTo>
                  <a:pt x="530" y="2541"/>
                </a:lnTo>
                <a:lnTo>
                  <a:pt x="576" y="2687"/>
                </a:lnTo>
                <a:lnTo>
                  <a:pt x="576" y="2833"/>
                </a:lnTo>
                <a:lnTo>
                  <a:pt x="622" y="3020"/>
                </a:lnTo>
                <a:lnTo>
                  <a:pt x="692" y="3166"/>
                </a:lnTo>
                <a:lnTo>
                  <a:pt x="692" y="3312"/>
                </a:lnTo>
                <a:lnTo>
                  <a:pt x="738" y="3499"/>
                </a:lnTo>
                <a:lnTo>
                  <a:pt x="738" y="3645"/>
                </a:lnTo>
                <a:lnTo>
                  <a:pt x="784" y="3833"/>
                </a:lnTo>
                <a:lnTo>
                  <a:pt x="853" y="3979"/>
                </a:lnTo>
                <a:lnTo>
                  <a:pt x="853" y="4124"/>
                </a:lnTo>
                <a:lnTo>
                  <a:pt x="899" y="4312"/>
                </a:lnTo>
                <a:lnTo>
                  <a:pt x="945" y="4458"/>
                </a:lnTo>
                <a:lnTo>
                  <a:pt x="945" y="4645"/>
                </a:lnTo>
                <a:lnTo>
                  <a:pt x="991" y="4833"/>
                </a:lnTo>
                <a:lnTo>
                  <a:pt x="1061" y="4979"/>
                </a:lnTo>
                <a:lnTo>
                  <a:pt x="1061" y="5166"/>
                </a:lnTo>
                <a:lnTo>
                  <a:pt x="1107" y="5312"/>
                </a:lnTo>
                <a:lnTo>
                  <a:pt x="1107" y="5458"/>
                </a:lnTo>
                <a:lnTo>
                  <a:pt x="1153" y="5604"/>
                </a:lnTo>
                <a:lnTo>
                  <a:pt x="1199" y="5791"/>
                </a:lnTo>
                <a:lnTo>
                  <a:pt x="1199" y="5937"/>
                </a:lnTo>
                <a:lnTo>
                  <a:pt x="1268" y="6083"/>
                </a:lnTo>
                <a:lnTo>
                  <a:pt x="1314" y="6270"/>
                </a:lnTo>
                <a:lnTo>
                  <a:pt x="1314" y="6416"/>
                </a:lnTo>
                <a:lnTo>
                  <a:pt x="1361" y="6604"/>
                </a:lnTo>
                <a:lnTo>
                  <a:pt x="1430" y="6749"/>
                </a:lnTo>
                <a:lnTo>
                  <a:pt x="1430" y="6895"/>
                </a:lnTo>
                <a:lnTo>
                  <a:pt x="1476" y="7083"/>
                </a:lnTo>
                <a:lnTo>
                  <a:pt x="1522" y="7270"/>
                </a:lnTo>
                <a:lnTo>
                  <a:pt x="1522" y="7416"/>
                </a:lnTo>
                <a:lnTo>
                  <a:pt x="1568" y="7604"/>
                </a:lnTo>
                <a:lnTo>
                  <a:pt x="1568" y="7749"/>
                </a:lnTo>
                <a:lnTo>
                  <a:pt x="1637" y="7895"/>
                </a:lnTo>
                <a:lnTo>
                  <a:pt x="1684" y="8041"/>
                </a:lnTo>
                <a:lnTo>
                  <a:pt x="1684" y="8083"/>
                </a:lnTo>
                <a:lnTo>
                  <a:pt x="1684" y="8166"/>
                </a:lnTo>
                <a:lnTo>
                  <a:pt x="1684" y="8229"/>
                </a:lnTo>
                <a:lnTo>
                  <a:pt x="1684" y="8270"/>
                </a:lnTo>
                <a:lnTo>
                  <a:pt x="1730" y="8312"/>
                </a:lnTo>
                <a:lnTo>
                  <a:pt x="1730" y="8499"/>
                </a:lnTo>
                <a:lnTo>
                  <a:pt x="1776" y="8645"/>
                </a:lnTo>
                <a:lnTo>
                  <a:pt x="1776" y="8791"/>
                </a:lnTo>
                <a:lnTo>
                  <a:pt x="1845" y="8937"/>
                </a:lnTo>
                <a:lnTo>
                  <a:pt x="1891" y="9083"/>
                </a:lnTo>
                <a:lnTo>
                  <a:pt x="1891" y="9229"/>
                </a:lnTo>
                <a:lnTo>
                  <a:pt x="1937" y="9374"/>
                </a:lnTo>
                <a:lnTo>
                  <a:pt x="1937" y="9520"/>
                </a:lnTo>
                <a:lnTo>
                  <a:pt x="2007" y="9708"/>
                </a:lnTo>
                <a:lnTo>
                  <a:pt x="2053" y="9854"/>
                </a:lnTo>
                <a:lnTo>
                  <a:pt x="2053" y="9999"/>
                </a:lnTo>
                <a:lnTo>
                  <a:pt x="2099" y="10187"/>
                </a:lnTo>
                <a:lnTo>
                  <a:pt x="2099" y="10333"/>
                </a:lnTo>
                <a:lnTo>
                  <a:pt x="2145" y="10479"/>
                </a:lnTo>
                <a:lnTo>
                  <a:pt x="2214" y="10666"/>
                </a:lnTo>
                <a:lnTo>
                  <a:pt x="2214" y="10812"/>
                </a:lnTo>
                <a:lnTo>
                  <a:pt x="2260" y="10999"/>
                </a:lnTo>
                <a:lnTo>
                  <a:pt x="2306" y="1118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031357" y="3411561"/>
            <a:ext cx="2306" cy="11353"/>
          </a:xfrm>
          <a:custGeom>
            <a:avLst/>
            <a:gdLst/>
            <a:ahLst/>
            <a:cxnLst/>
            <a:rect l="l" t="t" r="r" b="b"/>
            <a:pathLst>
              <a:path w="2306" h="11353">
                <a:moveTo>
                  <a:pt x="0" y="0"/>
                </a:moveTo>
                <a:lnTo>
                  <a:pt x="69" y="187"/>
                </a:lnTo>
                <a:lnTo>
                  <a:pt x="69" y="333"/>
                </a:lnTo>
                <a:lnTo>
                  <a:pt x="115" y="520"/>
                </a:lnTo>
                <a:lnTo>
                  <a:pt x="161" y="666"/>
                </a:lnTo>
                <a:lnTo>
                  <a:pt x="161" y="854"/>
                </a:lnTo>
                <a:lnTo>
                  <a:pt x="207" y="999"/>
                </a:lnTo>
                <a:lnTo>
                  <a:pt x="276" y="1145"/>
                </a:lnTo>
                <a:lnTo>
                  <a:pt x="276" y="1374"/>
                </a:lnTo>
                <a:lnTo>
                  <a:pt x="322" y="1520"/>
                </a:lnTo>
                <a:lnTo>
                  <a:pt x="369" y="1666"/>
                </a:lnTo>
                <a:lnTo>
                  <a:pt x="369" y="1812"/>
                </a:lnTo>
                <a:lnTo>
                  <a:pt x="415" y="1958"/>
                </a:lnTo>
                <a:lnTo>
                  <a:pt x="415" y="2145"/>
                </a:lnTo>
                <a:lnTo>
                  <a:pt x="484" y="2291"/>
                </a:lnTo>
                <a:lnTo>
                  <a:pt x="530" y="2479"/>
                </a:lnTo>
                <a:lnTo>
                  <a:pt x="530" y="2624"/>
                </a:lnTo>
                <a:lnTo>
                  <a:pt x="576" y="2770"/>
                </a:lnTo>
                <a:lnTo>
                  <a:pt x="645" y="2958"/>
                </a:lnTo>
                <a:lnTo>
                  <a:pt x="645" y="3145"/>
                </a:lnTo>
                <a:lnTo>
                  <a:pt x="692" y="3291"/>
                </a:lnTo>
                <a:lnTo>
                  <a:pt x="692" y="3437"/>
                </a:lnTo>
                <a:lnTo>
                  <a:pt x="738" y="3583"/>
                </a:lnTo>
                <a:lnTo>
                  <a:pt x="784" y="3770"/>
                </a:lnTo>
                <a:lnTo>
                  <a:pt x="784" y="3916"/>
                </a:lnTo>
                <a:lnTo>
                  <a:pt x="853" y="4104"/>
                </a:lnTo>
                <a:lnTo>
                  <a:pt x="899" y="4291"/>
                </a:lnTo>
                <a:lnTo>
                  <a:pt x="899" y="4437"/>
                </a:lnTo>
                <a:lnTo>
                  <a:pt x="945" y="4583"/>
                </a:lnTo>
                <a:lnTo>
                  <a:pt x="945" y="4729"/>
                </a:lnTo>
                <a:lnTo>
                  <a:pt x="1015" y="4916"/>
                </a:lnTo>
                <a:lnTo>
                  <a:pt x="1061" y="5062"/>
                </a:lnTo>
                <a:lnTo>
                  <a:pt x="1061" y="5249"/>
                </a:lnTo>
                <a:lnTo>
                  <a:pt x="1107" y="5395"/>
                </a:lnTo>
                <a:lnTo>
                  <a:pt x="1107" y="5541"/>
                </a:lnTo>
                <a:lnTo>
                  <a:pt x="1153" y="5770"/>
                </a:lnTo>
                <a:lnTo>
                  <a:pt x="1222" y="5916"/>
                </a:lnTo>
                <a:lnTo>
                  <a:pt x="1222" y="6062"/>
                </a:lnTo>
                <a:lnTo>
                  <a:pt x="1268" y="6208"/>
                </a:lnTo>
                <a:lnTo>
                  <a:pt x="1314" y="6354"/>
                </a:lnTo>
                <a:lnTo>
                  <a:pt x="1314" y="6541"/>
                </a:lnTo>
                <a:lnTo>
                  <a:pt x="1361" y="6687"/>
                </a:lnTo>
                <a:lnTo>
                  <a:pt x="1430" y="6916"/>
                </a:lnTo>
                <a:lnTo>
                  <a:pt x="1430" y="7062"/>
                </a:lnTo>
                <a:lnTo>
                  <a:pt x="1476" y="7208"/>
                </a:lnTo>
                <a:lnTo>
                  <a:pt x="1522" y="7354"/>
                </a:lnTo>
                <a:lnTo>
                  <a:pt x="1522" y="7499"/>
                </a:lnTo>
                <a:lnTo>
                  <a:pt x="1591" y="7687"/>
                </a:lnTo>
                <a:lnTo>
                  <a:pt x="1591" y="7833"/>
                </a:lnTo>
                <a:lnTo>
                  <a:pt x="1637" y="8062"/>
                </a:lnTo>
                <a:lnTo>
                  <a:pt x="1684" y="8208"/>
                </a:lnTo>
                <a:lnTo>
                  <a:pt x="1684" y="8354"/>
                </a:lnTo>
                <a:lnTo>
                  <a:pt x="1730" y="8499"/>
                </a:lnTo>
                <a:lnTo>
                  <a:pt x="1730" y="8645"/>
                </a:lnTo>
                <a:lnTo>
                  <a:pt x="1799" y="8833"/>
                </a:lnTo>
                <a:lnTo>
                  <a:pt x="1845" y="8979"/>
                </a:lnTo>
                <a:lnTo>
                  <a:pt x="1845" y="9124"/>
                </a:lnTo>
                <a:lnTo>
                  <a:pt x="1891" y="9312"/>
                </a:lnTo>
                <a:lnTo>
                  <a:pt x="1937" y="9499"/>
                </a:lnTo>
                <a:lnTo>
                  <a:pt x="1937" y="9645"/>
                </a:lnTo>
                <a:lnTo>
                  <a:pt x="2007" y="9791"/>
                </a:lnTo>
                <a:lnTo>
                  <a:pt x="2007" y="9937"/>
                </a:lnTo>
                <a:lnTo>
                  <a:pt x="2053" y="10124"/>
                </a:lnTo>
                <a:lnTo>
                  <a:pt x="2099" y="10270"/>
                </a:lnTo>
                <a:lnTo>
                  <a:pt x="2099" y="10458"/>
                </a:lnTo>
                <a:lnTo>
                  <a:pt x="2168" y="10645"/>
                </a:lnTo>
                <a:lnTo>
                  <a:pt x="2214" y="10791"/>
                </a:lnTo>
                <a:lnTo>
                  <a:pt x="2214" y="10937"/>
                </a:lnTo>
                <a:lnTo>
                  <a:pt x="2260" y="11083"/>
                </a:lnTo>
                <a:lnTo>
                  <a:pt x="2260" y="112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033664" y="3422915"/>
            <a:ext cx="2329" cy="11520"/>
          </a:xfrm>
          <a:custGeom>
            <a:avLst/>
            <a:gdLst/>
            <a:ahLst/>
            <a:cxnLst/>
            <a:rect l="l" t="t" r="r" b="b"/>
            <a:pathLst>
              <a:path w="2329" h="11520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69" y="437"/>
                </a:lnTo>
                <a:lnTo>
                  <a:pt x="115" y="583"/>
                </a:lnTo>
                <a:lnTo>
                  <a:pt x="161" y="729"/>
                </a:lnTo>
                <a:lnTo>
                  <a:pt x="161" y="874"/>
                </a:lnTo>
                <a:lnTo>
                  <a:pt x="230" y="1062"/>
                </a:lnTo>
                <a:lnTo>
                  <a:pt x="276" y="1249"/>
                </a:lnTo>
                <a:lnTo>
                  <a:pt x="276" y="1395"/>
                </a:lnTo>
                <a:lnTo>
                  <a:pt x="322" y="1541"/>
                </a:lnTo>
                <a:lnTo>
                  <a:pt x="322" y="1687"/>
                </a:lnTo>
                <a:lnTo>
                  <a:pt x="369" y="1874"/>
                </a:lnTo>
                <a:lnTo>
                  <a:pt x="438" y="2020"/>
                </a:lnTo>
                <a:lnTo>
                  <a:pt x="438" y="2166"/>
                </a:lnTo>
                <a:lnTo>
                  <a:pt x="484" y="2395"/>
                </a:lnTo>
                <a:lnTo>
                  <a:pt x="530" y="2541"/>
                </a:lnTo>
                <a:lnTo>
                  <a:pt x="530" y="2687"/>
                </a:lnTo>
                <a:lnTo>
                  <a:pt x="576" y="2833"/>
                </a:lnTo>
                <a:lnTo>
                  <a:pt x="576" y="2979"/>
                </a:lnTo>
                <a:lnTo>
                  <a:pt x="645" y="3166"/>
                </a:lnTo>
                <a:lnTo>
                  <a:pt x="645" y="3312"/>
                </a:lnTo>
                <a:lnTo>
                  <a:pt x="692" y="3499"/>
                </a:lnTo>
                <a:lnTo>
                  <a:pt x="738" y="3645"/>
                </a:lnTo>
                <a:lnTo>
                  <a:pt x="738" y="3833"/>
                </a:lnTo>
                <a:lnTo>
                  <a:pt x="807" y="3979"/>
                </a:lnTo>
                <a:lnTo>
                  <a:pt x="853" y="4124"/>
                </a:lnTo>
                <a:lnTo>
                  <a:pt x="853" y="4354"/>
                </a:lnTo>
                <a:lnTo>
                  <a:pt x="899" y="4499"/>
                </a:lnTo>
                <a:lnTo>
                  <a:pt x="945" y="4645"/>
                </a:lnTo>
                <a:lnTo>
                  <a:pt x="945" y="4791"/>
                </a:lnTo>
                <a:lnTo>
                  <a:pt x="1015" y="4937"/>
                </a:lnTo>
                <a:lnTo>
                  <a:pt x="1015" y="5166"/>
                </a:lnTo>
                <a:lnTo>
                  <a:pt x="1061" y="5312"/>
                </a:lnTo>
                <a:lnTo>
                  <a:pt x="1107" y="5458"/>
                </a:lnTo>
                <a:lnTo>
                  <a:pt x="1107" y="5604"/>
                </a:lnTo>
                <a:lnTo>
                  <a:pt x="1176" y="5749"/>
                </a:lnTo>
                <a:lnTo>
                  <a:pt x="1222" y="5937"/>
                </a:lnTo>
                <a:lnTo>
                  <a:pt x="1222" y="6083"/>
                </a:lnTo>
                <a:lnTo>
                  <a:pt x="1268" y="6312"/>
                </a:lnTo>
                <a:lnTo>
                  <a:pt x="1314" y="6458"/>
                </a:lnTo>
                <a:lnTo>
                  <a:pt x="1314" y="6604"/>
                </a:lnTo>
                <a:lnTo>
                  <a:pt x="1384" y="6749"/>
                </a:lnTo>
                <a:lnTo>
                  <a:pt x="1384" y="6895"/>
                </a:lnTo>
                <a:lnTo>
                  <a:pt x="1430" y="7124"/>
                </a:lnTo>
                <a:lnTo>
                  <a:pt x="1476" y="7270"/>
                </a:lnTo>
                <a:lnTo>
                  <a:pt x="1476" y="7416"/>
                </a:lnTo>
                <a:lnTo>
                  <a:pt x="1522" y="7562"/>
                </a:lnTo>
                <a:lnTo>
                  <a:pt x="1522" y="7708"/>
                </a:lnTo>
                <a:lnTo>
                  <a:pt x="1591" y="7937"/>
                </a:lnTo>
                <a:lnTo>
                  <a:pt x="1637" y="8083"/>
                </a:lnTo>
                <a:lnTo>
                  <a:pt x="1637" y="8229"/>
                </a:lnTo>
                <a:lnTo>
                  <a:pt x="1684" y="8374"/>
                </a:lnTo>
                <a:lnTo>
                  <a:pt x="1684" y="8520"/>
                </a:lnTo>
                <a:lnTo>
                  <a:pt x="1753" y="8708"/>
                </a:lnTo>
                <a:lnTo>
                  <a:pt x="1799" y="8854"/>
                </a:lnTo>
                <a:lnTo>
                  <a:pt x="1799" y="9041"/>
                </a:lnTo>
                <a:lnTo>
                  <a:pt x="1845" y="9187"/>
                </a:lnTo>
                <a:lnTo>
                  <a:pt x="1845" y="9333"/>
                </a:lnTo>
                <a:lnTo>
                  <a:pt x="1891" y="9520"/>
                </a:lnTo>
                <a:lnTo>
                  <a:pt x="1960" y="9666"/>
                </a:lnTo>
                <a:lnTo>
                  <a:pt x="2007" y="9895"/>
                </a:lnTo>
                <a:lnTo>
                  <a:pt x="2007" y="10041"/>
                </a:lnTo>
                <a:lnTo>
                  <a:pt x="2053" y="10187"/>
                </a:lnTo>
                <a:lnTo>
                  <a:pt x="2053" y="10333"/>
                </a:lnTo>
                <a:lnTo>
                  <a:pt x="2099" y="10479"/>
                </a:lnTo>
                <a:lnTo>
                  <a:pt x="2168" y="10708"/>
                </a:lnTo>
                <a:lnTo>
                  <a:pt x="2168" y="10853"/>
                </a:lnTo>
                <a:lnTo>
                  <a:pt x="2214" y="10999"/>
                </a:lnTo>
                <a:lnTo>
                  <a:pt x="2214" y="11145"/>
                </a:lnTo>
                <a:lnTo>
                  <a:pt x="2260" y="11291"/>
                </a:lnTo>
                <a:lnTo>
                  <a:pt x="2329" y="11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035994" y="3434435"/>
            <a:ext cx="2237" cy="11562"/>
          </a:xfrm>
          <a:custGeom>
            <a:avLst/>
            <a:gdLst/>
            <a:ahLst/>
            <a:cxnLst/>
            <a:rect l="l" t="t" r="r" b="b"/>
            <a:pathLst>
              <a:path w="2237" h="11562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92" y="583"/>
                </a:lnTo>
                <a:lnTo>
                  <a:pt x="138" y="812"/>
                </a:lnTo>
                <a:lnTo>
                  <a:pt x="138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299" y="1624"/>
                </a:lnTo>
                <a:lnTo>
                  <a:pt x="369" y="1770"/>
                </a:lnTo>
                <a:lnTo>
                  <a:pt x="369" y="1916"/>
                </a:lnTo>
                <a:lnTo>
                  <a:pt x="415" y="2062"/>
                </a:lnTo>
                <a:lnTo>
                  <a:pt x="415" y="2208"/>
                </a:lnTo>
                <a:lnTo>
                  <a:pt x="461" y="2437"/>
                </a:lnTo>
                <a:lnTo>
                  <a:pt x="507" y="2583"/>
                </a:lnTo>
                <a:lnTo>
                  <a:pt x="507" y="2729"/>
                </a:lnTo>
                <a:lnTo>
                  <a:pt x="576" y="2874"/>
                </a:lnTo>
                <a:lnTo>
                  <a:pt x="576" y="3062"/>
                </a:lnTo>
                <a:lnTo>
                  <a:pt x="622" y="3249"/>
                </a:lnTo>
                <a:lnTo>
                  <a:pt x="669" y="3395"/>
                </a:lnTo>
                <a:lnTo>
                  <a:pt x="669" y="3541"/>
                </a:lnTo>
                <a:lnTo>
                  <a:pt x="715" y="3687"/>
                </a:lnTo>
                <a:lnTo>
                  <a:pt x="715" y="3874"/>
                </a:lnTo>
                <a:lnTo>
                  <a:pt x="784" y="4062"/>
                </a:lnTo>
                <a:lnTo>
                  <a:pt x="830" y="4208"/>
                </a:lnTo>
                <a:lnTo>
                  <a:pt x="830" y="4354"/>
                </a:lnTo>
                <a:lnTo>
                  <a:pt x="876" y="4499"/>
                </a:lnTo>
                <a:lnTo>
                  <a:pt x="945" y="4687"/>
                </a:lnTo>
                <a:lnTo>
                  <a:pt x="945" y="4874"/>
                </a:lnTo>
                <a:lnTo>
                  <a:pt x="991" y="5020"/>
                </a:lnTo>
                <a:lnTo>
                  <a:pt x="991" y="5166"/>
                </a:lnTo>
                <a:lnTo>
                  <a:pt x="1038" y="5312"/>
                </a:lnTo>
                <a:lnTo>
                  <a:pt x="1084" y="5499"/>
                </a:lnTo>
                <a:lnTo>
                  <a:pt x="1084" y="5645"/>
                </a:lnTo>
                <a:lnTo>
                  <a:pt x="1153" y="5791"/>
                </a:lnTo>
                <a:lnTo>
                  <a:pt x="1153" y="5979"/>
                </a:lnTo>
                <a:lnTo>
                  <a:pt x="1199" y="6124"/>
                </a:lnTo>
                <a:lnTo>
                  <a:pt x="1245" y="6312"/>
                </a:lnTo>
                <a:lnTo>
                  <a:pt x="1245" y="6458"/>
                </a:lnTo>
                <a:lnTo>
                  <a:pt x="1291" y="6645"/>
                </a:lnTo>
                <a:lnTo>
                  <a:pt x="1291" y="6791"/>
                </a:lnTo>
                <a:lnTo>
                  <a:pt x="1361" y="6979"/>
                </a:lnTo>
                <a:lnTo>
                  <a:pt x="1407" y="7124"/>
                </a:lnTo>
                <a:lnTo>
                  <a:pt x="1407" y="7270"/>
                </a:lnTo>
                <a:lnTo>
                  <a:pt x="1453" y="7458"/>
                </a:lnTo>
                <a:lnTo>
                  <a:pt x="1522" y="7604"/>
                </a:lnTo>
                <a:lnTo>
                  <a:pt x="1522" y="7791"/>
                </a:lnTo>
                <a:lnTo>
                  <a:pt x="1568" y="7937"/>
                </a:lnTo>
                <a:lnTo>
                  <a:pt x="1568" y="8083"/>
                </a:lnTo>
                <a:lnTo>
                  <a:pt x="1614" y="8312"/>
                </a:lnTo>
                <a:lnTo>
                  <a:pt x="1660" y="8458"/>
                </a:lnTo>
                <a:lnTo>
                  <a:pt x="1660" y="8604"/>
                </a:lnTo>
                <a:lnTo>
                  <a:pt x="1730" y="8749"/>
                </a:lnTo>
                <a:lnTo>
                  <a:pt x="1730" y="8895"/>
                </a:lnTo>
                <a:lnTo>
                  <a:pt x="1776" y="9124"/>
                </a:lnTo>
                <a:lnTo>
                  <a:pt x="1822" y="9270"/>
                </a:lnTo>
                <a:lnTo>
                  <a:pt x="1822" y="9416"/>
                </a:lnTo>
                <a:lnTo>
                  <a:pt x="1891" y="9562"/>
                </a:lnTo>
                <a:lnTo>
                  <a:pt x="1891" y="9708"/>
                </a:lnTo>
                <a:lnTo>
                  <a:pt x="1937" y="9937"/>
                </a:lnTo>
                <a:lnTo>
                  <a:pt x="1983" y="10083"/>
                </a:lnTo>
                <a:lnTo>
                  <a:pt x="1983" y="10229"/>
                </a:lnTo>
                <a:lnTo>
                  <a:pt x="2030" y="10374"/>
                </a:lnTo>
                <a:lnTo>
                  <a:pt x="2099" y="10520"/>
                </a:lnTo>
                <a:lnTo>
                  <a:pt x="2099" y="10708"/>
                </a:lnTo>
                <a:lnTo>
                  <a:pt x="2145" y="10853"/>
                </a:lnTo>
                <a:lnTo>
                  <a:pt x="2145" y="11041"/>
                </a:lnTo>
                <a:lnTo>
                  <a:pt x="2191" y="11228"/>
                </a:lnTo>
                <a:lnTo>
                  <a:pt x="2237" y="11374"/>
                </a:lnTo>
                <a:lnTo>
                  <a:pt x="2237" y="1152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2038232" y="3445998"/>
            <a:ext cx="2329" cy="11666"/>
          </a:xfrm>
          <a:custGeom>
            <a:avLst/>
            <a:gdLst/>
            <a:ahLst/>
            <a:cxnLst/>
            <a:rect l="l" t="t" r="r" b="b"/>
            <a:pathLst>
              <a:path w="2329" h="11666">
                <a:moveTo>
                  <a:pt x="0" y="0"/>
                </a:moveTo>
                <a:lnTo>
                  <a:pt x="69" y="187"/>
                </a:lnTo>
                <a:lnTo>
                  <a:pt x="115" y="333"/>
                </a:lnTo>
                <a:lnTo>
                  <a:pt x="115" y="479"/>
                </a:lnTo>
                <a:lnTo>
                  <a:pt x="161" y="624"/>
                </a:lnTo>
                <a:lnTo>
                  <a:pt x="161" y="770"/>
                </a:lnTo>
                <a:lnTo>
                  <a:pt x="230" y="916"/>
                </a:lnTo>
                <a:lnTo>
                  <a:pt x="276" y="1104"/>
                </a:lnTo>
                <a:lnTo>
                  <a:pt x="276" y="1249"/>
                </a:lnTo>
                <a:lnTo>
                  <a:pt x="322" y="1395"/>
                </a:lnTo>
                <a:lnTo>
                  <a:pt x="322" y="1583"/>
                </a:lnTo>
                <a:lnTo>
                  <a:pt x="369" y="1770"/>
                </a:lnTo>
                <a:lnTo>
                  <a:pt x="438" y="1916"/>
                </a:lnTo>
                <a:lnTo>
                  <a:pt x="438" y="2062"/>
                </a:lnTo>
                <a:lnTo>
                  <a:pt x="484" y="2291"/>
                </a:lnTo>
                <a:lnTo>
                  <a:pt x="530" y="2437"/>
                </a:lnTo>
                <a:lnTo>
                  <a:pt x="530" y="2583"/>
                </a:lnTo>
                <a:lnTo>
                  <a:pt x="599" y="2729"/>
                </a:lnTo>
                <a:lnTo>
                  <a:pt x="599" y="2874"/>
                </a:lnTo>
                <a:lnTo>
                  <a:pt x="645" y="3104"/>
                </a:lnTo>
                <a:lnTo>
                  <a:pt x="692" y="3249"/>
                </a:lnTo>
                <a:lnTo>
                  <a:pt x="692" y="3395"/>
                </a:lnTo>
                <a:lnTo>
                  <a:pt x="738" y="3583"/>
                </a:lnTo>
                <a:lnTo>
                  <a:pt x="807" y="3729"/>
                </a:lnTo>
                <a:lnTo>
                  <a:pt x="807" y="3874"/>
                </a:lnTo>
                <a:lnTo>
                  <a:pt x="853" y="4020"/>
                </a:lnTo>
                <a:lnTo>
                  <a:pt x="853" y="4166"/>
                </a:lnTo>
                <a:lnTo>
                  <a:pt x="899" y="4395"/>
                </a:lnTo>
                <a:lnTo>
                  <a:pt x="945" y="4541"/>
                </a:lnTo>
                <a:lnTo>
                  <a:pt x="945" y="4687"/>
                </a:lnTo>
                <a:lnTo>
                  <a:pt x="1015" y="4833"/>
                </a:lnTo>
                <a:lnTo>
                  <a:pt x="1015" y="4979"/>
                </a:lnTo>
                <a:lnTo>
                  <a:pt x="1061" y="5166"/>
                </a:lnTo>
                <a:lnTo>
                  <a:pt x="1061" y="5312"/>
                </a:lnTo>
                <a:lnTo>
                  <a:pt x="1107" y="5499"/>
                </a:lnTo>
                <a:lnTo>
                  <a:pt x="1176" y="5687"/>
                </a:lnTo>
                <a:lnTo>
                  <a:pt x="1176" y="5833"/>
                </a:lnTo>
                <a:lnTo>
                  <a:pt x="1222" y="5979"/>
                </a:lnTo>
                <a:lnTo>
                  <a:pt x="1268" y="6124"/>
                </a:lnTo>
                <a:lnTo>
                  <a:pt x="1268" y="6312"/>
                </a:lnTo>
                <a:lnTo>
                  <a:pt x="1314" y="6458"/>
                </a:lnTo>
                <a:lnTo>
                  <a:pt x="1384" y="6645"/>
                </a:lnTo>
                <a:lnTo>
                  <a:pt x="1384" y="6791"/>
                </a:lnTo>
                <a:lnTo>
                  <a:pt x="1430" y="6979"/>
                </a:lnTo>
                <a:lnTo>
                  <a:pt x="1430" y="7124"/>
                </a:lnTo>
                <a:lnTo>
                  <a:pt x="1476" y="7270"/>
                </a:lnTo>
                <a:lnTo>
                  <a:pt x="1522" y="7499"/>
                </a:lnTo>
                <a:lnTo>
                  <a:pt x="1522" y="7645"/>
                </a:lnTo>
                <a:lnTo>
                  <a:pt x="1591" y="7791"/>
                </a:lnTo>
                <a:lnTo>
                  <a:pt x="1591" y="7937"/>
                </a:lnTo>
                <a:lnTo>
                  <a:pt x="1637" y="8083"/>
                </a:lnTo>
                <a:lnTo>
                  <a:pt x="1637" y="8270"/>
                </a:lnTo>
                <a:lnTo>
                  <a:pt x="1684" y="8416"/>
                </a:lnTo>
                <a:lnTo>
                  <a:pt x="1753" y="8562"/>
                </a:lnTo>
                <a:lnTo>
                  <a:pt x="1753" y="8791"/>
                </a:lnTo>
                <a:lnTo>
                  <a:pt x="1799" y="8937"/>
                </a:lnTo>
                <a:lnTo>
                  <a:pt x="1845" y="9083"/>
                </a:lnTo>
                <a:lnTo>
                  <a:pt x="1845" y="9229"/>
                </a:lnTo>
                <a:lnTo>
                  <a:pt x="1891" y="9416"/>
                </a:lnTo>
                <a:lnTo>
                  <a:pt x="1891" y="9562"/>
                </a:lnTo>
                <a:lnTo>
                  <a:pt x="1960" y="9708"/>
                </a:lnTo>
                <a:lnTo>
                  <a:pt x="2007" y="9895"/>
                </a:lnTo>
                <a:lnTo>
                  <a:pt x="2007" y="10083"/>
                </a:lnTo>
                <a:lnTo>
                  <a:pt x="2053" y="10229"/>
                </a:lnTo>
                <a:lnTo>
                  <a:pt x="2053" y="10374"/>
                </a:lnTo>
                <a:lnTo>
                  <a:pt x="2122" y="10520"/>
                </a:lnTo>
                <a:lnTo>
                  <a:pt x="2168" y="10708"/>
                </a:lnTo>
                <a:lnTo>
                  <a:pt x="2168" y="10853"/>
                </a:lnTo>
                <a:lnTo>
                  <a:pt x="2214" y="11083"/>
                </a:lnTo>
                <a:lnTo>
                  <a:pt x="2260" y="11228"/>
                </a:lnTo>
                <a:lnTo>
                  <a:pt x="2260" y="11374"/>
                </a:lnTo>
                <a:lnTo>
                  <a:pt x="2329" y="11520"/>
                </a:lnTo>
                <a:lnTo>
                  <a:pt x="2329" y="11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2040562" y="3457664"/>
            <a:ext cx="2306" cy="11687"/>
          </a:xfrm>
          <a:custGeom>
            <a:avLst/>
            <a:gdLst/>
            <a:ahLst/>
            <a:cxnLst/>
            <a:rect l="l" t="t" r="r" b="b"/>
            <a:pathLst>
              <a:path w="2306" h="11687">
                <a:moveTo>
                  <a:pt x="0" y="0"/>
                </a:moveTo>
                <a:lnTo>
                  <a:pt x="46" y="187"/>
                </a:lnTo>
                <a:lnTo>
                  <a:pt x="92" y="333"/>
                </a:lnTo>
                <a:lnTo>
                  <a:pt x="92" y="479"/>
                </a:lnTo>
                <a:lnTo>
                  <a:pt x="138" y="708"/>
                </a:lnTo>
                <a:lnTo>
                  <a:pt x="207" y="854"/>
                </a:lnTo>
                <a:lnTo>
                  <a:pt x="207" y="999"/>
                </a:lnTo>
                <a:lnTo>
                  <a:pt x="253" y="1145"/>
                </a:lnTo>
                <a:lnTo>
                  <a:pt x="253" y="1333"/>
                </a:lnTo>
                <a:lnTo>
                  <a:pt x="299" y="1479"/>
                </a:lnTo>
                <a:lnTo>
                  <a:pt x="299" y="1624"/>
                </a:lnTo>
                <a:lnTo>
                  <a:pt x="369" y="1812"/>
                </a:lnTo>
                <a:lnTo>
                  <a:pt x="415" y="1999"/>
                </a:lnTo>
                <a:lnTo>
                  <a:pt x="415" y="2145"/>
                </a:lnTo>
                <a:lnTo>
                  <a:pt x="461" y="2291"/>
                </a:lnTo>
                <a:lnTo>
                  <a:pt x="461" y="2479"/>
                </a:lnTo>
                <a:lnTo>
                  <a:pt x="507" y="2624"/>
                </a:lnTo>
                <a:lnTo>
                  <a:pt x="576" y="2770"/>
                </a:lnTo>
                <a:lnTo>
                  <a:pt x="576" y="2999"/>
                </a:lnTo>
                <a:lnTo>
                  <a:pt x="622" y="3145"/>
                </a:lnTo>
                <a:lnTo>
                  <a:pt x="669" y="3291"/>
                </a:lnTo>
                <a:lnTo>
                  <a:pt x="669" y="3437"/>
                </a:lnTo>
                <a:lnTo>
                  <a:pt x="738" y="3583"/>
                </a:lnTo>
                <a:lnTo>
                  <a:pt x="738" y="3770"/>
                </a:lnTo>
                <a:lnTo>
                  <a:pt x="784" y="3916"/>
                </a:lnTo>
                <a:lnTo>
                  <a:pt x="784" y="4062"/>
                </a:lnTo>
                <a:lnTo>
                  <a:pt x="830" y="4291"/>
                </a:lnTo>
                <a:lnTo>
                  <a:pt x="876" y="4437"/>
                </a:lnTo>
                <a:lnTo>
                  <a:pt x="876" y="4583"/>
                </a:lnTo>
                <a:lnTo>
                  <a:pt x="945" y="4770"/>
                </a:lnTo>
                <a:lnTo>
                  <a:pt x="991" y="4916"/>
                </a:lnTo>
                <a:lnTo>
                  <a:pt x="991" y="5062"/>
                </a:lnTo>
                <a:lnTo>
                  <a:pt x="1038" y="5208"/>
                </a:lnTo>
                <a:lnTo>
                  <a:pt x="1038" y="5395"/>
                </a:lnTo>
                <a:lnTo>
                  <a:pt x="1084" y="5541"/>
                </a:lnTo>
                <a:lnTo>
                  <a:pt x="1153" y="5770"/>
                </a:lnTo>
                <a:lnTo>
                  <a:pt x="1153" y="5916"/>
                </a:lnTo>
                <a:lnTo>
                  <a:pt x="1199" y="6062"/>
                </a:lnTo>
                <a:lnTo>
                  <a:pt x="1245" y="6208"/>
                </a:lnTo>
                <a:lnTo>
                  <a:pt x="1245" y="6354"/>
                </a:lnTo>
                <a:lnTo>
                  <a:pt x="1314" y="6541"/>
                </a:lnTo>
                <a:lnTo>
                  <a:pt x="1314" y="6687"/>
                </a:lnTo>
                <a:lnTo>
                  <a:pt x="1361" y="6833"/>
                </a:lnTo>
                <a:lnTo>
                  <a:pt x="1407" y="7062"/>
                </a:lnTo>
                <a:lnTo>
                  <a:pt x="1407" y="7208"/>
                </a:lnTo>
                <a:lnTo>
                  <a:pt x="1453" y="7354"/>
                </a:lnTo>
                <a:lnTo>
                  <a:pt x="1453" y="7541"/>
                </a:lnTo>
                <a:lnTo>
                  <a:pt x="1522" y="7687"/>
                </a:lnTo>
                <a:lnTo>
                  <a:pt x="1568" y="7833"/>
                </a:lnTo>
                <a:lnTo>
                  <a:pt x="1568" y="7979"/>
                </a:lnTo>
                <a:lnTo>
                  <a:pt x="1614" y="8166"/>
                </a:lnTo>
                <a:lnTo>
                  <a:pt x="1614" y="8312"/>
                </a:lnTo>
                <a:lnTo>
                  <a:pt x="1660" y="8541"/>
                </a:lnTo>
                <a:lnTo>
                  <a:pt x="1730" y="8687"/>
                </a:lnTo>
                <a:lnTo>
                  <a:pt x="1730" y="8833"/>
                </a:lnTo>
                <a:lnTo>
                  <a:pt x="1776" y="8979"/>
                </a:lnTo>
                <a:lnTo>
                  <a:pt x="1776" y="9124"/>
                </a:lnTo>
                <a:lnTo>
                  <a:pt x="1822" y="9312"/>
                </a:lnTo>
                <a:lnTo>
                  <a:pt x="1891" y="9458"/>
                </a:lnTo>
                <a:lnTo>
                  <a:pt x="1891" y="9604"/>
                </a:lnTo>
                <a:lnTo>
                  <a:pt x="1937" y="9833"/>
                </a:lnTo>
                <a:lnTo>
                  <a:pt x="1983" y="9979"/>
                </a:lnTo>
                <a:lnTo>
                  <a:pt x="1983" y="10124"/>
                </a:lnTo>
                <a:lnTo>
                  <a:pt x="2030" y="10312"/>
                </a:lnTo>
                <a:lnTo>
                  <a:pt x="2030" y="10458"/>
                </a:lnTo>
                <a:lnTo>
                  <a:pt x="2099" y="10603"/>
                </a:lnTo>
                <a:lnTo>
                  <a:pt x="2145" y="10749"/>
                </a:lnTo>
                <a:lnTo>
                  <a:pt x="2145" y="10937"/>
                </a:lnTo>
                <a:lnTo>
                  <a:pt x="2191" y="11083"/>
                </a:lnTo>
                <a:lnTo>
                  <a:pt x="2191" y="11228"/>
                </a:lnTo>
                <a:lnTo>
                  <a:pt x="2260" y="11416"/>
                </a:lnTo>
                <a:lnTo>
                  <a:pt x="2260" y="1156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2042869" y="3469351"/>
            <a:ext cx="2306" cy="11812"/>
          </a:xfrm>
          <a:custGeom>
            <a:avLst/>
            <a:gdLst/>
            <a:ahLst/>
            <a:cxnLst/>
            <a:rect l="l" t="t" r="r" b="b"/>
            <a:pathLst>
              <a:path w="2306" h="11812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92" y="437"/>
                </a:lnTo>
                <a:lnTo>
                  <a:pt x="92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299" y="1541"/>
                </a:lnTo>
                <a:lnTo>
                  <a:pt x="299" y="1687"/>
                </a:lnTo>
                <a:lnTo>
                  <a:pt x="369" y="1874"/>
                </a:lnTo>
                <a:lnTo>
                  <a:pt x="415" y="2020"/>
                </a:lnTo>
                <a:lnTo>
                  <a:pt x="415" y="2166"/>
                </a:lnTo>
                <a:lnTo>
                  <a:pt x="461" y="2312"/>
                </a:lnTo>
                <a:lnTo>
                  <a:pt x="461" y="2499"/>
                </a:lnTo>
                <a:lnTo>
                  <a:pt x="530" y="2645"/>
                </a:lnTo>
                <a:lnTo>
                  <a:pt x="576" y="2874"/>
                </a:lnTo>
                <a:lnTo>
                  <a:pt x="576" y="3020"/>
                </a:lnTo>
                <a:lnTo>
                  <a:pt x="622" y="3166"/>
                </a:lnTo>
                <a:lnTo>
                  <a:pt x="622" y="3354"/>
                </a:lnTo>
                <a:lnTo>
                  <a:pt x="669" y="3499"/>
                </a:lnTo>
                <a:lnTo>
                  <a:pt x="669" y="3645"/>
                </a:lnTo>
                <a:lnTo>
                  <a:pt x="738" y="3791"/>
                </a:lnTo>
                <a:lnTo>
                  <a:pt x="784" y="3979"/>
                </a:lnTo>
                <a:lnTo>
                  <a:pt x="784" y="4124"/>
                </a:lnTo>
                <a:lnTo>
                  <a:pt x="830" y="4270"/>
                </a:lnTo>
                <a:lnTo>
                  <a:pt x="876" y="4458"/>
                </a:lnTo>
                <a:lnTo>
                  <a:pt x="876" y="4604"/>
                </a:lnTo>
                <a:lnTo>
                  <a:pt x="945" y="4833"/>
                </a:lnTo>
                <a:lnTo>
                  <a:pt x="991" y="4979"/>
                </a:lnTo>
                <a:lnTo>
                  <a:pt x="991" y="5124"/>
                </a:lnTo>
                <a:lnTo>
                  <a:pt x="1038" y="5270"/>
                </a:lnTo>
                <a:lnTo>
                  <a:pt x="1038" y="5416"/>
                </a:lnTo>
                <a:lnTo>
                  <a:pt x="1107" y="5604"/>
                </a:lnTo>
                <a:lnTo>
                  <a:pt x="1107" y="5749"/>
                </a:lnTo>
                <a:lnTo>
                  <a:pt x="1153" y="5895"/>
                </a:lnTo>
                <a:lnTo>
                  <a:pt x="1153" y="6083"/>
                </a:lnTo>
                <a:lnTo>
                  <a:pt x="1199" y="6229"/>
                </a:lnTo>
                <a:lnTo>
                  <a:pt x="1245" y="6416"/>
                </a:lnTo>
                <a:lnTo>
                  <a:pt x="1245" y="6604"/>
                </a:lnTo>
                <a:lnTo>
                  <a:pt x="1314" y="6749"/>
                </a:lnTo>
                <a:lnTo>
                  <a:pt x="1361" y="6895"/>
                </a:lnTo>
                <a:lnTo>
                  <a:pt x="1361" y="7083"/>
                </a:lnTo>
                <a:lnTo>
                  <a:pt x="1407" y="7229"/>
                </a:lnTo>
                <a:lnTo>
                  <a:pt x="1407" y="7374"/>
                </a:lnTo>
                <a:lnTo>
                  <a:pt x="1476" y="7562"/>
                </a:lnTo>
                <a:lnTo>
                  <a:pt x="1522" y="7708"/>
                </a:lnTo>
                <a:lnTo>
                  <a:pt x="1522" y="7854"/>
                </a:lnTo>
                <a:lnTo>
                  <a:pt x="1568" y="8083"/>
                </a:lnTo>
                <a:lnTo>
                  <a:pt x="1614" y="8229"/>
                </a:lnTo>
                <a:lnTo>
                  <a:pt x="1614" y="8374"/>
                </a:lnTo>
                <a:lnTo>
                  <a:pt x="1684" y="8562"/>
                </a:lnTo>
                <a:lnTo>
                  <a:pt x="1684" y="8708"/>
                </a:lnTo>
                <a:lnTo>
                  <a:pt x="1730" y="8854"/>
                </a:lnTo>
                <a:lnTo>
                  <a:pt x="1730" y="9041"/>
                </a:lnTo>
                <a:lnTo>
                  <a:pt x="1776" y="9187"/>
                </a:lnTo>
                <a:lnTo>
                  <a:pt x="1822" y="9333"/>
                </a:lnTo>
                <a:lnTo>
                  <a:pt x="1822" y="9479"/>
                </a:lnTo>
                <a:lnTo>
                  <a:pt x="1891" y="9666"/>
                </a:lnTo>
                <a:lnTo>
                  <a:pt x="1891" y="9812"/>
                </a:lnTo>
                <a:lnTo>
                  <a:pt x="1937" y="10041"/>
                </a:lnTo>
                <a:lnTo>
                  <a:pt x="1983" y="10187"/>
                </a:lnTo>
                <a:lnTo>
                  <a:pt x="1983" y="10333"/>
                </a:lnTo>
                <a:lnTo>
                  <a:pt x="2053" y="10520"/>
                </a:lnTo>
                <a:lnTo>
                  <a:pt x="2099" y="10666"/>
                </a:lnTo>
                <a:lnTo>
                  <a:pt x="2099" y="10812"/>
                </a:lnTo>
                <a:lnTo>
                  <a:pt x="2145" y="10999"/>
                </a:lnTo>
                <a:lnTo>
                  <a:pt x="2145" y="11145"/>
                </a:lnTo>
                <a:lnTo>
                  <a:pt x="2191" y="11291"/>
                </a:lnTo>
                <a:lnTo>
                  <a:pt x="2191" y="11437"/>
                </a:lnTo>
                <a:lnTo>
                  <a:pt x="2260" y="11624"/>
                </a:lnTo>
                <a:lnTo>
                  <a:pt x="2306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2045176" y="3481164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0"/>
                </a:moveTo>
                <a:lnTo>
                  <a:pt x="0" y="187"/>
                </a:lnTo>
                <a:lnTo>
                  <a:pt x="46" y="333"/>
                </a:lnTo>
                <a:lnTo>
                  <a:pt x="115" y="479"/>
                </a:lnTo>
                <a:lnTo>
                  <a:pt x="115" y="666"/>
                </a:lnTo>
                <a:lnTo>
                  <a:pt x="161" y="812"/>
                </a:lnTo>
                <a:lnTo>
                  <a:pt x="161" y="958"/>
                </a:lnTo>
                <a:lnTo>
                  <a:pt x="207" y="1145"/>
                </a:lnTo>
                <a:lnTo>
                  <a:pt x="253" y="1291"/>
                </a:lnTo>
                <a:lnTo>
                  <a:pt x="253" y="1437"/>
                </a:lnTo>
                <a:lnTo>
                  <a:pt x="322" y="1583"/>
                </a:lnTo>
                <a:lnTo>
                  <a:pt x="322" y="1770"/>
                </a:lnTo>
                <a:lnTo>
                  <a:pt x="369" y="1916"/>
                </a:lnTo>
                <a:lnTo>
                  <a:pt x="415" y="2062"/>
                </a:lnTo>
                <a:lnTo>
                  <a:pt x="415" y="2249"/>
                </a:lnTo>
                <a:lnTo>
                  <a:pt x="461" y="2395"/>
                </a:lnTo>
                <a:lnTo>
                  <a:pt x="461" y="2624"/>
                </a:lnTo>
                <a:lnTo>
                  <a:pt x="530" y="2770"/>
                </a:lnTo>
                <a:lnTo>
                  <a:pt x="576" y="2916"/>
                </a:lnTo>
                <a:lnTo>
                  <a:pt x="576" y="3104"/>
                </a:lnTo>
                <a:lnTo>
                  <a:pt x="622" y="3249"/>
                </a:lnTo>
                <a:lnTo>
                  <a:pt x="622" y="3395"/>
                </a:lnTo>
                <a:lnTo>
                  <a:pt x="692" y="3541"/>
                </a:lnTo>
                <a:lnTo>
                  <a:pt x="738" y="3729"/>
                </a:lnTo>
                <a:lnTo>
                  <a:pt x="738" y="3874"/>
                </a:lnTo>
                <a:lnTo>
                  <a:pt x="784" y="4020"/>
                </a:lnTo>
                <a:lnTo>
                  <a:pt x="784" y="4208"/>
                </a:lnTo>
                <a:lnTo>
                  <a:pt x="830" y="4354"/>
                </a:lnTo>
                <a:lnTo>
                  <a:pt x="899" y="4583"/>
                </a:lnTo>
                <a:lnTo>
                  <a:pt x="899" y="4729"/>
                </a:lnTo>
                <a:lnTo>
                  <a:pt x="945" y="4874"/>
                </a:lnTo>
                <a:lnTo>
                  <a:pt x="991" y="5062"/>
                </a:lnTo>
                <a:lnTo>
                  <a:pt x="991" y="5208"/>
                </a:lnTo>
                <a:lnTo>
                  <a:pt x="1038" y="5354"/>
                </a:lnTo>
                <a:lnTo>
                  <a:pt x="1038" y="5541"/>
                </a:lnTo>
                <a:lnTo>
                  <a:pt x="1107" y="5687"/>
                </a:lnTo>
                <a:lnTo>
                  <a:pt x="1107" y="5833"/>
                </a:lnTo>
                <a:lnTo>
                  <a:pt x="1153" y="5979"/>
                </a:lnTo>
                <a:lnTo>
                  <a:pt x="1199" y="6166"/>
                </a:lnTo>
                <a:lnTo>
                  <a:pt x="1199" y="6312"/>
                </a:lnTo>
                <a:lnTo>
                  <a:pt x="1268" y="6541"/>
                </a:lnTo>
                <a:lnTo>
                  <a:pt x="1314" y="6687"/>
                </a:lnTo>
                <a:lnTo>
                  <a:pt x="1314" y="6833"/>
                </a:lnTo>
                <a:lnTo>
                  <a:pt x="1361" y="7020"/>
                </a:lnTo>
                <a:lnTo>
                  <a:pt x="1361" y="7166"/>
                </a:lnTo>
                <a:lnTo>
                  <a:pt x="1407" y="7312"/>
                </a:lnTo>
                <a:lnTo>
                  <a:pt x="1476" y="7499"/>
                </a:lnTo>
                <a:lnTo>
                  <a:pt x="1476" y="7645"/>
                </a:lnTo>
                <a:lnTo>
                  <a:pt x="1522" y="7791"/>
                </a:lnTo>
                <a:lnTo>
                  <a:pt x="1522" y="7979"/>
                </a:lnTo>
                <a:lnTo>
                  <a:pt x="1568" y="8124"/>
                </a:lnTo>
                <a:lnTo>
                  <a:pt x="1568" y="8270"/>
                </a:lnTo>
                <a:lnTo>
                  <a:pt x="1637" y="8458"/>
                </a:lnTo>
                <a:lnTo>
                  <a:pt x="1684" y="8604"/>
                </a:lnTo>
                <a:lnTo>
                  <a:pt x="1684" y="8749"/>
                </a:lnTo>
                <a:lnTo>
                  <a:pt x="1730" y="8979"/>
                </a:lnTo>
                <a:lnTo>
                  <a:pt x="1776" y="9124"/>
                </a:lnTo>
                <a:lnTo>
                  <a:pt x="1776" y="9270"/>
                </a:lnTo>
                <a:lnTo>
                  <a:pt x="1845" y="9458"/>
                </a:lnTo>
                <a:lnTo>
                  <a:pt x="1845" y="9604"/>
                </a:lnTo>
                <a:lnTo>
                  <a:pt x="1891" y="9749"/>
                </a:lnTo>
                <a:lnTo>
                  <a:pt x="1937" y="9937"/>
                </a:lnTo>
                <a:lnTo>
                  <a:pt x="1937" y="10083"/>
                </a:lnTo>
                <a:lnTo>
                  <a:pt x="1983" y="10229"/>
                </a:lnTo>
                <a:lnTo>
                  <a:pt x="1983" y="10416"/>
                </a:lnTo>
                <a:lnTo>
                  <a:pt x="2053" y="10562"/>
                </a:lnTo>
                <a:lnTo>
                  <a:pt x="2053" y="10708"/>
                </a:lnTo>
                <a:lnTo>
                  <a:pt x="2099" y="10895"/>
                </a:lnTo>
                <a:lnTo>
                  <a:pt x="2145" y="11041"/>
                </a:lnTo>
                <a:lnTo>
                  <a:pt x="2145" y="11187"/>
                </a:lnTo>
                <a:lnTo>
                  <a:pt x="2214" y="11374"/>
                </a:lnTo>
                <a:lnTo>
                  <a:pt x="2214" y="11520"/>
                </a:lnTo>
                <a:lnTo>
                  <a:pt x="2260" y="11708"/>
                </a:lnTo>
                <a:lnTo>
                  <a:pt x="2306" y="1185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2047483" y="3493018"/>
            <a:ext cx="2260" cy="11833"/>
          </a:xfrm>
          <a:custGeom>
            <a:avLst/>
            <a:gdLst/>
            <a:ahLst/>
            <a:cxnLst/>
            <a:rect l="l" t="t" r="r" b="b"/>
            <a:pathLst>
              <a:path w="2260" h="11833">
                <a:moveTo>
                  <a:pt x="0" y="0"/>
                </a:moveTo>
                <a:lnTo>
                  <a:pt x="0" y="145"/>
                </a:lnTo>
                <a:lnTo>
                  <a:pt x="46" y="333"/>
                </a:lnTo>
                <a:lnTo>
                  <a:pt x="46" y="479"/>
                </a:lnTo>
                <a:lnTo>
                  <a:pt x="115" y="708"/>
                </a:lnTo>
                <a:lnTo>
                  <a:pt x="161" y="854"/>
                </a:lnTo>
                <a:lnTo>
                  <a:pt x="161" y="999"/>
                </a:lnTo>
                <a:lnTo>
                  <a:pt x="207" y="1187"/>
                </a:lnTo>
                <a:lnTo>
                  <a:pt x="276" y="1333"/>
                </a:lnTo>
                <a:lnTo>
                  <a:pt x="276" y="1479"/>
                </a:lnTo>
                <a:lnTo>
                  <a:pt x="322" y="1624"/>
                </a:lnTo>
                <a:lnTo>
                  <a:pt x="322" y="1812"/>
                </a:lnTo>
                <a:lnTo>
                  <a:pt x="369" y="1958"/>
                </a:lnTo>
                <a:lnTo>
                  <a:pt x="415" y="2104"/>
                </a:lnTo>
                <a:lnTo>
                  <a:pt x="415" y="2291"/>
                </a:lnTo>
                <a:lnTo>
                  <a:pt x="484" y="2437"/>
                </a:lnTo>
                <a:lnTo>
                  <a:pt x="484" y="2666"/>
                </a:lnTo>
                <a:lnTo>
                  <a:pt x="530" y="2812"/>
                </a:lnTo>
                <a:lnTo>
                  <a:pt x="576" y="2958"/>
                </a:lnTo>
                <a:lnTo>
                  <a:pt x="576" y="3145"/>
                </a:lnTo>
                <a:lnTo>
                  <a:pt x="622" y="3291"/>
                </a:lnTo>
                <a:lnTo>
                  <a:pt x="622" y="3437"/>
                </a:lnTo>
                <a:lnTo>
                  <a:pt x="692" y="3624"/>
                </a:lnTo>
                <a:lnTo>
                  <a:pt x="738" y="3770"/>
                </a:lnTo>
                <a:lnTo>
                  <a:pt x="738" y="3916"/>
                </a:lnTo>
                <a:lnTo>
                  <a:pt x="784" y="4104"/>
                </a:lnTo>
                <a:lnTo>
                  <a:pt x="784" y="4249"/>
                </a:lnTo>
                <a:lnTo>
                  <a:pt x="853" y="4395"/>
                </a:lnTo>
                <a:lnTo>
                  <a:pt x="899" y="4583"/>
                </a:lnTo>
                <a:lnTo>
                  <a:pt x="899" y="4729"/>
                </a:lnTo>
                <a:lnTo>
                  <a:pt x="945" y="4874"/>
                </a:lnTo>
                <a:lnTo>
                  <a:pt x="945" y="5062"/>
                </a:lnTo>
                <a:lnTo>
                  <a:pt x="991" y="5208"/>
                </a:lnTo>
                <a:lnTo>
                  <a:pt x="1061" y="5395"/>
                </a:lnTo>
                <a:lnTo>
                  <a:pt x="1061" y="5541"/>
                </a:lnTo>
                <a:lnTo>
                  <a:pt x="1107" y="5687"/>
                </a:lnTo>
                <a:lnTo>
                  <a:pt x="1107" y="5874"/>
                </a:lnTo>
                <a:lnTo>
                  <a:pt x="1153" y="6020"/>
                </a:lnTo>
                <a:lnTo>
                  <a:pt x="1199" y="6249"/>
                </a:lnTo>
                <a:lnTo>
                  <a:pt x="1199" y="6395"/>
                </a:lnTo>
                <a:lnTo>
                  <a:pt x="1268" y="6541"/>
                </a:lnTo>
                <a:lnTo>
                  <a:pt x="1268" y="6729"/>
                </a:lnTo>
                <a:lnTo>
                  <a:pt x="1314" y="6874"/>
                </a:lnTo>
                <a:lnTo>
                  <a:pt x="1361" y="7020"/>
                </a:lnTo>
                <a:lnTo>
                  <a:pt x="1361" y="7208"/>
                </a:lnTo>
                <a:lnTo>
                  <a:pt x="1430" y="7354"/>
                </a:lnTo>
                <a:lnTo>
                  <a:pt x="1430" y="7499"/>
                </a:lnTo>
                <a:lnTo>
                  <a:pt x="1476" y="7687"/>
                </a:lnTo>
                <a:lnTo>
                  <a:pt x="1522" y="7833"/>
                </a:lnTo>
                <a:lnTo>
                  <a:pt x="1522" y="7979"/>
                </a:lnTo>
                <a:lnTo>
                  <a:pt x="1568" y="8166"/>
                </a:lnTo>
                <a:lnTo>
                  <a:pt x="1568" y="8312"/>
                </a:lnTo>
                <a:lnTo>
                  <a:pt x="1637" y="8458"/>
                </a:lnTo>
                <a:lnTo>
                  <a:pt x="1637" y="8645"/>
                </a:lnTo>
                <a:lnTo>
                  <a:pt x="1684" y="8791"/>
                </a:lnTo>
                <a:lnTo>
                  <a:pt x="1730" y="8979"/>
                </a:lnTo>
                <a:lnTo>
                  <a:pt x="1730" y="9124"/>
                </a:lnTo>
                <a:lnTo>
                  <a:pt x="1799" y="9270"/>
                </a:lnTo>
                <a:lnTo>
                  <a:pt x="1845" y="9458"/>
                </a:lnTo>
                <a:lnTo>
                  <a:pt x="1845" y="9604"/>
                </a:lnTo>
                <a:lnTo>
                  <a:pt x="1891" y="9833"/>
                </a:lnTo>
                <a:lnTo>
                  <a:pt x="1937" y="9979"/>
                </a:lnTo>
                <a:lnTo>
                  <a:pt x="1937" y="10124"/>
                </a:lnTo>
                <a:lnTo>
                  <a:pt x="2007" y="10312"/>
                </a:lnTo>
                <a:lnTo>
                  <a:pt x="2007" y="10458"/>
                </a:lnTo>
                <a:lnTo>
                  <a:pt x="2053" y="10603"/>
                </a:lnTo>
                <a:lnTo>
                  <a:pt x="2053" y="10791"/>
                </a:lnTo>
                <a:lnTo>
                  <a:pt x="2099" y="10937"/>
                </a:lnTo>
                <a:lnTo>
                  <a:pt x="2145" y="11083"/>
                </a:lnTo>
                <a:lnTo>
                  <a:pt x="2145" y="11270"/>
                </a:lnTo>
                <a:lnTo>
                  <a:pt x="2214" y="11416"/>
                </a:lnTo>
                <a:lnTo>
                  <a:pt x="2214" y="11562"/>
                </a:lnTo>
                <a:lnTo>
                  <a:pt x="2260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2049743" y="3504851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115" y="437"/>
                </a:lnTo>
                <a:lnTo>
                  <a:pt x="161" y="624"/>
                </a:lnTo>
                <a:lnTo>
                  <a:pt x="161" y="770"/>
                </a:lnTo>
                <a:lnTo>
                  <a:pt x="207" y="916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322" y="1583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84" y="2208"/>
                </a:lnTo>
                <a:lnTo>
                  <a:pt x="484" y="2354"/>
                </a:lnTo>
                <a:lnTo>
                  <a:pt x="530" y="2541"/>
                </a:lnTo>
                <a:lnTo>
                  <a:pt x="530" y="2687"/>
                </a:lnTo>
                <a:lnTo>
                  <a:pt x="576" y="2833"/>
                </a:lnTo>
                <a:lnTo>
                  <a:pt x="576" y="3020"/>
                </a:lnTo>
                <a:lnTo>
                  <a:pt x="622" y="3166"/>
                </a:lnTo>
                <a:lnTo>
                  <a:pt x="622" y="3312"/>
                </a:lnTo>
                <a:lnTo>
                  <a:pt x="692" y="3499"/>
                </a:lnTo>
                <a:lnTo>
                  <a:pt x="738" y="3645"/>
                </a:lnTo>
                <a:lnTo>
                  <a:pt x="738" y="3791"/>
                </a:lnTo>
                <a:lnTo>
                  <a:pt x="784" y="3979"/>
                </a:lnTo>
                <a:lnTo>
                  <a:pt x="830" y="4124"/>
                </a:lnTo>
                <a:lnTo>
                  <a:pt x="830" y="4312"/>
                </a:lnTo>
                <a:lnTo>
                  <a:pt x="899" y="4458"/>
                </a:lnTo>
                <a:lnTo>
                  <a:pt x="899" y="4604"/>
                </a:lnTo>
                <a:lnTo>
                  <a:pt x="945" y="4791"/>
                </a:lnTo>
                <a:lnTo>
                  <a:pt x="945" y="4937"/>
                </a:lnTo>
                <a:lnTo>
                  <a:pt x="991" y="5166"/>
                </a:lnTo>
                <a:lnTo>
                  <a:pt x="1061" y="5312"/>
                </a:lnTo>
                <a:lnTo>
                  <a:pt x="1061" y="5458"/>
                </a:lnTo>
                <a:lnTo>
                  <a:pt x="1107" y="5645"/>
                </a:lnTo>
                <a:lnTo>
                  <a:pt x="1153" y="5791"/>
                </a:lnTo>
                <a:lnTo>
                  <a:pt x="1153" y="5937"/>
                </a:lnTo>
                <a:lnTo>
                  <a:pt x="1199" y="6124"/>
                </a:lnTo>
                <a:lnTo>
                  <a:pt x="1199" y="6270"/>
                </a:lnTo>
                <a:lnTo>
                  <a:pt x="1268" y="6416"/>
                </a:lnTo>
                <a:lnTo>
                  <a:pt x="1314" y="6604"/>
                </a:lnTo>
                <a:lnTo>
                  <a:pt x="1314" y="6749"/>
                </a:lnTo>
                <a:lnTo>
                  <a:pt x="1361" y="6895"/>
                </a:lnTo>
                <a:lnTo>
                  <a:pt x="1361" y="7083"/>
                </a:lnTo>
                <a:lnTo>
                  <a:pt x="1407" y="7229"/>
                </a:lnTo>
                <a:lnTo>
                  <a:pt x="1407" y="7374"/>
                </a:lnTo>
                <a:lnTo>
                  <a:pt x="1476" y="7562"/>
                </a:lnTo>
                <a:lnTo>
                  <a:pt x="1522" y="7708"/>
                </a:lnTo>
                <a:lnTo>
                  <a:pt x="1522" y="7895"/>
                </a:lnTo>
                <a:lnTo>
                  <a:pt x="1568" y="8041"/>
                </a:lnTo>
                <a:lnTo>
                  <a:pt x="1637" y="8187"/>
                </a:lnTo>
                <a:lnTo>
                  <a:pt x="1637" y="8374"/>
                </a:lnTo>
                <a:lnTo>
                  <a:pt x="1684" y="8520"/>
                </a:lnTo>
                <a:lnTo>
                  <a:pt x="1684" y="8749"/>
                </a:lnTo>
                <a:lnTo>
                  <a:pt x="1730" y="8895"/>
                </a:lnTo>
                <a:lnTo>
                  <a:pt x="1776" y="9041"/>
                </a:lnTo>
                <a:lnTo>
                  <a:pt x="1776" y="9229"/>
                </a:lnTo>
                <a:lnTo>
                  <a:pt x="1845" y="9374"/>
                </a:lnTo>
                <a:lnTo>
                  <a:pt x="1845" y="9520"/>
                </a:lnTo>
                <a:lnTo>
                  <a:pt x="1891" y="9708"/>
                </a:lnTo>
                <a:lnTo>
                  <a:pt x="1937" y="9854"/>
                </a:lnTo>
                <a:lnTo>
                  <a:pt x="1937" y="9999"/>
                </a:lnTo>
                <a:lnTo>
                  <a:pt x="2007" y="10145"/>
                </a:lnTo>
                <a:lnTo>
                  <a:pt x="2007" y="10374"/>
                </a:lnTo>
                <a:lnTo>
                  <a:pt x="2053" y="10520"/>
                </a:lnTo>
                <a:lnTo>
                  <a:pt x="2099" y="10666"/>
                </a:lnTo>
                <a:lnTo>
                  <a:pt x="2099" y="10853"/>
                </a:lnTo>
                <a:lnTo>
                  <a:pt x="2145" y="10999"/>
                </a:lnTo>
                <a:lnTo>
                  <a:pt x="2145" y="11145"/>
                </a:lnTo>
                <a:lnTo>
                  <a:pt x="2214" y="11333"/>
                </a:lnTo>
                <a:lnTo>
                  <a:pt x="2260" y="11478"/>
                </a:lnTo>
                <a:lnTo>
                  <a:pt x="2260" y="11624"/>
                </a:lnTo>
                <a:lnTo>
                  <a:pt x="2306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2052050" y="3516747"/>
            <a:ext cx="2306" cy="11895"/>
          </a:xfrm>
          <a:custGeom>
            <a:avLst/>
            <a:gdLst/>
            <a:ahLst/>
            <a:cxnLst/>
            <a:rect l="l" t="t" r="r" b="b"/>
            <a:pathLst>
              <a:path w="2306" h="11895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115" y="437"/>
                </a:lnTo>
                <a:lnTo>
                  <a:pt x="115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104"/>
                </a:lnTo>
                <a:lnTo>
                  <a:pt x="276" y="1249"/>
                </a:lnTo>
                <a:lnTo>
                  <a:pt x="276" y="1395"/>
                </a:lnTo>
                <a:lnTo>
                  <a:pt x="322" y="1583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15" y="2208"/>
                </a:lnTo>
                <a:lnTo>
                  <a:pt x="484" y="2354"/>
                </a:lnTo>
                <a:lnTo>
                  <a:pt x="484" y="2541"/>
                </a:lnTo>
                <a:lnTo>
                  <a:pt x="530" y="2687"/>
                </a:lnTo>
                <a:lnTo>
                  <a:pt x="530" y="2833"/>
                </a:lnTo>
                <a:lnTo>
                  <a:pt x="576" y="3020"/>
                </a:lnTo>
                <a:lnTo>
                  <a:pt x="622" y="3166"/>
                </a:lnTo>
                <a:lnTo>
                  <a:pt x="622" y="3312"/>
                </a:lnTo>
                <a:lnTo>
                  <a:pt x="692" y="3499"/>
                </a:lnTo>
                <a:lnTo>
                  <a:pt x="738" y="3645"/>
                </a:lnTo>
                <a:lnTo>
                  <a:pt x="738" y="3791"/>
                </a:lnTo>
                <a:lnTo>
                  <a:pt x="784" y="3979"/>
                </a:lnTo>
                <a:lnTo>
                  <a:pt x="784" y="4166"/>
                </a:lnTo>
                <a:lnTo>
                  <a:pt x="853" y="4312"/>
                </a:lnTo>
                <a:lnTo>
                  <a:pt x="853" y="4458"/>
                </a:lnTo>
                <a:lnTo>
                  <a:pt x="899" y="4645"/>
                </a:lnTo>
                <a:lnTo>
                  <a:pt x="945" y="4791"/>
                </a:lnTo>
                <a:lnTo>
                  <a:pt x="945" y="4937"/>
                </a:lnTo>
                <a:lnTo>
                  <a:pt x="991" y="5124"/>
                </a:lnTo>
                <a:lnTo>
                  <a:pt x="1061" y="5270"/>
                </a:lnTo>
                <a:lnTo>
                  <a:pt x="1061" y="5416"/>
                </a:lnTo>
                <a:lnTo>
                  <a:pt x="1107" y="5604"/>
                </a:lnTo>
                <a:lnTo>
                  <a:pt x="1107" y="5749"/>
                </a:lnTo>
                <a:lnTo>
                  <a:pt x="1153" y="5895"/>
                </a:lnTo>
                <a:lnTo>
                  <a:pt x="1153" y="6083"/>
                </a:lnTo>
                <a:lnTo>
                  <a:pt x="1222" y="6229"/>
                </a:lnTo>
                <a:lnTo>
                  <a:pt x="1268" y="6416"/>
                </a:lnTo>
                <a:lnTo>
                  <a:pt x="1268" y="6562"/>
                </a:lnTo>
                <a:lnTo>
                  <a:pt x="1314" y="6791"/>
                </a:lnTo>
                <a:lnTo>
                  <a:pt x="1361" y="6937"/>
                </a:lnTo>
                <a:lnTo>
                  <a:pt x="1361" y="7083"/>
                </a:lnTo>
                <a:lnTo>
                  <a:pt x="1430" y="7270"/>
                </a:lnTo>
                <a:lnTo>
                  <a:pt x="1430" y="7416"/>
                </a:lnTo>
                <a:lnTo>
                  <a:pt x="1476" y="7562"/>
                </a:lnTo>
                <a:lnTo>
                  <a:pt x="1522" y="7749"/>
                </a:lnTo>
                <a:lnTo>
                  <a:pt x="1522" y="7895"/>
                </a:lnTo>
                <a:lnTo>
                  <a:pt x="1568" y="8041"/>
                </a:lnTo>
                <a:lnTo>
                  <a:pt x="1568" y="8229"/>
                </a:lnTo>
                <a:lnTo>
                  <a:pt x="1637" y="8416"/>
                </a:lnTo>
                <a:lnTo>
                  <a:pt x="1684" y="8562"/>
                </a:lnTo>
                <a:lnTo>
                  <a:pt x="1684" y="8708"/>
                </a:lnTo>
                <a:lnTo>
                  <a:pt x="1730" y="8895"/>
                </a:lnTo>
                <a:lnTo>
                  <a:pt x="1730" y="9041"/>
                </a:lnTo>
                <a:lnTo>
                  <a:pt x="1799" y="9187"/>
                </a:lnTo>
                <a:lnTo>
                  <a:pt x="1799" y="9374"/>
                </a:lnTo>
                <a:lnTo>
                  <a:pt x="1845" y="9520"/>
                </a:lnTo>
                <a:lnTo>
                  <a:pt x="1891" y="9666"/>
                </a:lnTo>
                <a:lnTo>
                  <a:pt x="1891" y="9854"/>
                </a:lnTo>
                <a:lnTo>
                  <a:pt x="1937" y="9999"/>
                </a:lnTo>
                <a:lnTo>
                  <a:pt x="1937" y="10145"/>
                </a:lnTo>
                <a:lnTo>
                  <a:pt x="2007" y="10333"/>
                </a:lnTo>
                <a:lnTo>
                  <a:pt x="2053" y="10479"/>
                </a:lnTo>
                <a:lnTo>
                  <a:pt x="2053" y="10624"/>
                </a:lnTo>
                <a:lnTo>
                  <a:pt x="2099" y="10812"/>
                </a:lnTo>
                <a:lnTo>
                  <a:pt x="2099" y="10958"/>
                </a:lnTo>
                <a:lnTo>
                  <a:pt x="2168" y="11145"/>
                </a:lnTo>
                <a:lnTo>
                  <a:pt x="2214" y="11291"/>
                </a:lnTo>
                <a:lnTo>
                  <a:pt x="2214" y="11437"/>
                </a:lnTo>
                <a:lnTo>
                  <a:pt x="2260" y="11624"/>
                </a:lnTo>
                <a:lnTo>
                  <a:pt x="2260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2054357" y="3528642"/>
            <a:ext cx="2329" cy="11916"/>
          </a:xfrm>
          <a:custGeom>
            <a:avLst/>
            <a:gdLst/>
            <a:ahLst/>
            <a:cxnLst/>
            <a:rect l="l" t="t" r="r" b="b"/>
            <a:pathLst>
              <a:path w="2329" h="11916">
                <a:moveTo>
                  <a:pt x="0" y="0"/>
                </a:moveTo>
                <a:lnTo>
                  <a:pt x="0" y="145"/>
                </a:lnTo>
                <a:lnTo>
                  <a:pt x="69" y="354"/>
                </a:lnTo>
                <a:lnTo>
                  <a:pt x="115" y="541"/>
                </a:lnTo>
                <a:lnTo>
                  <a:pt x="115" y="687"/>
                </a:lnTo>
                <a:lnTo>
                  <a:pt x="161" y="874"/>
                </a:lnTo>
                <a:lnTo>
                  <a:pt x="161" y="1020"/>
                </a:lnTo>
                <a:lnTo>
                  <a:pt x="207" y="1166"/>
                </a:lnTo>
                <a:lnTo>
                  <a:pt x="276" y="1354"/>
                </a:lnTo>
                <a:lnTo>
                  <a:pt x="276" y="1499"/>
                </a:lnTo>
                <a:lnTo>
                  <a:pt x="322" y="1729"/>
                </a:lnTo>
                <a:lnTo>
                  <a:pt x="369" y="1874"/>
                </a:lnTo>
                <a:lnTo>
                  <a:pt x="369" y="2020"/>
                </a:lnTo>
                <a:lnTo>
                  <a:pt x="438" y="2208"/>
                </a:lnTo>
                <a:lnTo>
                  <a:pt x="484" y="2354"/>
                </a:lnTo>
                <a:lnTo>
                  <a:pt x="484" y="2499"/>
                </a:lnTo>
                <a:lnTo>
                  <a:pt x="530" y="2687"/>
                </a:lnTo>
                <a:lnTo>
                  <a:pt x="530" y="2833"/>
                </a:lnTo>
                <a:lnTo>
                  <a:pt x="576" y="2979"/>
                </a:lnTo>
                <a:lnTo>
                  <a:pt x="576" y="3166"/>
                </a:lnTo>
                <a:lnTo>
                  <a:pt x="645" y="3312"/>
                </a:lnTo>
                <a:lnTo>
                  <a:pt x="645" y="3458"/>
                </a:lnTo>
                <a:lnTo>
                  <a:pt x="692" y="3645"/>
                </a:lnTo>
                <a:lnTo>
                  <a:pt x="738" y="3791"/>
                </a:lnTo>
                <a:lnTo>
                  <a:pt x="738" y="3937"/>
                </a:lnTo>
                <a:lnTo>
                  <a:pt x="784" y="4124"/>
                </a:lnTo>
                <a:lnTo>
                  <a:pt x="853" y="4312"/>
                </a:lnTo>
                <a:lnTo>
                  <a:pt x="853" y="4458"/>
                </a:lnTo>
                <a:lnTo>
                  <a:pt x="899" y="4604"/>
                </a:lnTo>
                <a:lnTo>
                  <a:pt x="899" y="4791"/>
                </a:lnTo>
                <a:lnTo>
                  <a:pt x="945" y="4937"/>
                </a:lnTo>
                <a:lnTo>
                  <a:pt x="945" y="5083"/>
                </a:lnTo>
                <a:lnTo>
                  <a:pt x="1015" y="5270"/>
                </a:lnTo>
                <a:lnTo>
                  <a:pt x="1061" y="5416"/>
                </a:lnTo>
                <a:lnTo>
                  <a:pt x="1061" y="5604"/>
                </a:lnTo>
                <a:lnTo>
                  <a:pt x="1107" y="5749"/>
                </a:lnTo>
                <a:lnTo>
                  <a:pt x="1107" y="5895"/>
                </a:lnTo>
                <a:lnTo>
                  <a:pt x="1153" y="6083"/>
                </a:lnTo>
                <a:lnTo>
                  <a:pt x="1222" y="6229"/>
                </a:lnTo>
                <a:lnTo>
                  <a:pt x="1222" y="6458"/>
                </a:lnTo>
                <a:lnTo>
                  <a:pt x="1268" y="6604"/>
                </a:lnTo>
                <a:lnTo>
                  <a:pt x="1314" y="6749"/>
                </a:lnTo>
                <a:lnTo>
                  <a:pt x="1314" y="6937"/>
                </a:lnTo>
                <a:lnTo>
                  <a:pt x="1384" y="7083"/>
                </a:lnTo>
                <a:lnTo>
                  <a:pt x="1384" y="7229"/>
                </a:lnTo>
                <a:lnTo>
                  <a:pt x="1430" y="7374"/>
                </a:lnTo>
                <a:lnTo>
                  <a:pt x="1476" y="7520"/>
                </a:lnTo>
                <a:lnTo>
                  <a:pt x="1476" y="7708"/>
                </a:lnTo>
                <a:lnTo>
                  <a:pt x="1522" y="7854"/>
                </a:lnTo>
                <a:lnTo>
                  <a:pt x="1522" y="8041"/>
                </a:lnTo>
                <a:lnTo>
                  <a:pt x="1591" y="8187"/>
                </a:lnTo>
                <a:lnTo>
                  <a:pt x="1637" y="8333"/>
                </a:lnTo>
                <a:lnTo>
                  <a:pt x="1637" y="8520"/>
                </a:lnTo>
                <a:lnTo>
                  <a:pt x="1684" y="8666"/>
                </a:lnTo>
                <a:lnTo>
                  <a:pt x="1684" y="8854"/>
                </a:lnTo>
                <a:lnTo>
                  <a:pt x="1730" y="8999"/>
                </a:lnTo>
                <a:lnTo>
                  <a:pt x="1799" y="9229"/>
                </a:lnTo>
                <a:lnTo>
                  <a:pt x="1799" y="9374"/>
                </a:lnTo>
                <a:lnTo>
                  <a:pt x="1845" y="9520"/>
                </a:lnTo>
                <a:lnTo>
                  <a:pt x="1891" y="9708"/>
                </a:lnTo>
                <a:lnTo>
                  <a:pt x="1891" y="9854"/>
                </a:lnTo>
                <a:lnTo>
                  <a:pt x="1960" y="9999"/>
                </a:lnTo>
                <a:lnTo>
                  <a:pt x="1960" y="10187"/>
                </a:lnTo>
                <a:lnTo>
                  <a:pt x="2007" y="10333"/>
                </a:lnTo>
                <a:lnTo>
                  <a:pt x="2007" y="10479"/>
                </a:lnTo>
                <a:lnTo>
                  <a:pt x="2053" y="10666"/>
                </a:lnTo>
                <a:lnTo>
                  <a:pt x="2099" y="10812"/>
                </a:lnTo>
                <a:lnTo>
                  <a:pt x="2099" y="10958"/>
                </a:lnTo>
                <a:lnTo>
                  <a:pt x="2168" y="11145"/>
                </a:lnTo>
                <a:lnTo>
                  <a:pt x="2214" y="11291"/>
                </a:lnTo>
                <a:lnTo>
                  <a:pt x="2214" y="11437"/>
                </a:lnTo>
                <a:lnTo>
                  <a:pt x="2260" y="11624"/>
                </a:lnTo>
                <a:lnTo>
                  <a:pt x="2260" y="11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2056687" y="3540559"/>
            <a:ext cx="2237" cy="11895"/>
          </a:xfrm>
          <a:custGeom>
            <a:avLst/>
            <a:gdLst/>
            <a:ahLst/>
            <a:cxnLst/>
            <a:rect l="l" t="t" r="r" b="b"/>
            <a:pathLst>
              <a:path w="2237" h="11895">
                <a:moveTo>
                  <a:pt x="0" y="0"/>
                </a:moveTo>
                <a:lnTo>
                  <a:pt x="0" y="187"/>
                </a:lnTo>
                <a:lnTo>
                  <a:pt x="46" y="374"/>
                </a:lnTo>
                <a:lnTo>
                  <a:pt x="92" y="520"/>
                </a:lnTo>
                <a:lnTo>
                  <a:pt x="92" y="666"/>
                </a:lnTo>
                <a:lnTo>
                  <a:pt x="138" y="854"/>
                </a:lnTo>
                <a:lnTo>
                  <a:pt x="138" y="999"/>
                </a:lnTo>
                <a:lnTo>
                  <a:pt x="207" y="1145"/>
                </a:lnTo>
                <a:lnTo>
                  <a:pt x="253" y="1333"/>
                </a:lnTo>
                <a:lnTo>
                  <a:pt x="253" y="1479"/>
                </a:lnTo>
                <a:lnTo>
                  <a:pt x="299" y="1666"/>
                </a:lnTo>
                <a:lnTo>
                  <a:pt x="299" y="1812"/>
                </a:lnTo>
                <a:lnTo>
                  <a:pt x="346" y="1958"/>
                </a:lnTo>
                <a:lnTo>
                  <a:pt x="415" y="2145"/>
                </a:lnTo>
                <a:lnTo>
                  <a:pt x="415" y="2291"/>
                </a:lnTo>
                <a:lnTo>
                  <a:pt x="461" y="2520"/>
                </a:lnTo>
                <a:lnTo>
                  <a:pt x="507" y="2666"/>
                </a:lnTo>
                <a:lnTo>
                  <a:pt x="507" y="2812"/>
                </a:lnTo>
                <a:lnTo>
                  <a:pt x="576" y="2999"/>
                </a:lnTo>
                <a:lnTo>
                  <a:pt x="576" y="3145"/>
                </a:lnTo>
                <a:lnTo>
                  <a:pt x="622" y="3291"/>
                </a:lnTo>
                <a:lnTo>
                  <a:pt x="622" y="3479"/>
                </a:lnTo>
                <a:lnTo>
                  <a:pt x="669" y="3624"/>
                </a:lnTo>
                <a:lnTo>
                  <a:pt x="715" y="3770"/>
                </a:lnTo>
                <a:lnTo>
                  <a:pt x="715" y="3916"/>
                </a:lnTo>
                <a:lnTo>
                  <a:pt x="784" y="4145"/>
                </a:lnTo>
                <a:lnTo>
                  <a:pt x="830" y="4291"/>
                </a:lnTo>
                <a:lnTo>
                  <a:pt x="830" y="4437"/>
                </a:lnTo>
                <a:lnTo>
                  <a:pt x="876" y="4624"/>
                </a:lnTo>
                <a:lnTo>
                  <a:pt x="876" y="4770"/>
                </a:lnTo>
                <a:lnTo>
                  <a:pt x="922" y="4916"/>
                </a:lnTo>
                <a:lnTo>
                  <a:pt x="922" y="5104"/>
                </a:lnTo>
                <a:lnTo>
                  <a:pt x="991" y="5249"/>
                </a:lnTo>
                <a:lnTo>
                  <a:pt x="1038" y="5395"/>
                </a:lnTo>
                <a:lnTo>
                  <a:pt x="1038" y="5583"/>
                </a:lnTo>
                <a:lnTo>
                  <a:pt x="1084" y="5729"/>
                </a:lnTo>
                <a:lnTo>
                  <a:pt x="1084" y="5874"/>
                </a:lnTo>
                <a:lnTo>
                  <a:pt x="1153" y="6062"/>
                </a:lnTo>
                <a:lnTo>
                  <a:pt x="1199" y="6208"/>
                </a:lnTo>
                <a:lnTo>
                  <a:pt x="1199" y="6354"/>
                </a:lnTo>
                <a:lnTo>
                  <a:pt x="1245" y="6541"/>
                </a:lnTo>
                <a:lnTo>
                  <a:pt x="1245" y="6687"/>
                </a:lnTo>
                <a:lnTo>
                  <a:pt x="1291" y="6874"/>
                </a:lnTo>
                <a:lnTo>
                  <a:pt x="1291" y="7020"/>
                </a:lnTo>
                <a:lnTo>
                  <a:pt x="1361" y="7166"/>
                </a:lnTo>
                <a:lnTo>
                  <a:pt x="1407" y="7354"/>
                </a:lnTo>
                <a:lnTo>
                  <a:pt x="1407" y="7499"/>
                </a:lnTo>
                <a:lnTo>
                  <a:pt x="1453" y="7729"/>
                </a:lnTo>
                <a:lnTo>
                  <a:pt x="1522" y="7916"/>
                </a:lnTo>
                <a:lnTo>
                  <a:pt x="1522" y="8062"/>
                </a:lnTo>
                <a:lnTo>
                  <a:pt x="1568" y="8208"/>
                </a:lnTo>
                <a:lnTo>
                  <a:pt x="1614" y="8395"/>
                </a:lnTo>
                <a:lnTo>
                  <a:pt x="1614" y="8541"/>
                </a:lnTo>
                <a:lnTo>
                  <a:pt x="1660" y="8687"/>
                </a:lnTo>
                <a:lnTo>
                  <a:pt x="1660" y="8874"/>
                </a:lnTo>
                <a:lnTo>
                  <a:pt x="1730" y="9020"/>
                </a:lnTo>
                <a:lnTo>
                  <a:pt x="1730" y="9166"/>
                </a:lnTo>
                <a:lnTo>
                  <a:pt x="1776" y="9354"/>
                </a:lnTo>
                <a:lnTo>
                  <a:pt x="1822" y="9499"/>
                </a:lnTo>
                <a:lnTo>
                  <a:pt x="1822" y="9645"/>
                </a:lnTo>
                <a:lnTo>
                  <a:pt x="1868" y="9833"/>
                </a:lnTo>
                <a:lnTo>
                  <a:pt x="1868" y="9979"/>
                </a:lnTo>
                <a:lnTo>
                  <a:pt x="1937" y="10124"/>
                </a:lnTo>
                <a:lnTo>
                  <a:pt x="1983" y="10312"/>
                </a:lnTo>
                <a:lnTo>
                  <a:pt x="1983" y="10458"/>
                </a:lnTo>
                <a:lnTo>
                  <a:pt x="2030" y="10603"/>
                </a:lnTo>
                <a:lnTo>
                  <a:pt x="2030" y="10791"/>
                </a:lnTo>
                <a:lnTo>
                  <a:pt x="2099" y="10937"/>
                </a:lnTo>
                <a:lnTo>
                  <a:pt x="2099" y="11083"/>
                </a:lnTo>
                <a:lnTo>
                  <a:pt x="2145" y="11270"/>
                </a:lnTo>
                <a:lnTo>
                  <a:pt x="2191" y="11416"/>
                </a:lnTo>
                <a:lnTo>
                  <a:pt x="2191" y="11603"/>
                </a:lnTo>
                <a:lnTo>
                  <a:pt x="2237" y="11749"/>
                </a:lnTo>
                <a:lnTo>
                  <a:pt x="2237" y="11895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2058925" y="3552454"/>
            <a:ext cx="2329" cy="11937"/>
          </a:xfrm>
          <a:custGeom>
            <a:avLst/>
            <a:gdLst/>
            <a:ahLst/>
            <a:cxnLst/>
            <a:rect l="l" t="t" r="r" b="b"/>
            <a:pathLst>
              <a:path w="2329" h="11937">
                <a:moveTo>
                  <a:pt x="0" y="0"/>
                </a:moveTo>
                <a:lnTo>
                  <a:pt x="69" y="187"/>
                </a:lnTo>
                <a:lnTo>
                  <a:pt x="115" y="333"/>
                </a:lnTo>
                <a:lnTo>
                  <a:pt x="115" y="562"/>
                </a:lnTo>
                <a:lnTo>
                  <a:pt x="161" y="749"/>
                </a:lnTo>
                <a:lnTo>
                  <a:pt x="230" y="895"/>
                </a:lnTo>
                <a:lnTo>
                  <a:pt x="230" y="1041"/>
                </a:lnTo>
                <a:lnTo>
                  <a:pt x="276" y="1229"/>
                </a:lnTo>
                <a:lnTo>
                  <a:pt x="322" y="1374"/>
                </a:lnTo>
                <a:lnTo>
                  <a:pt x="322" y="1520"/>
                </a:lnTo>
                <a:lnTo>
                  <a:pt x="369" y="1708"/>
                </a:lnTo>
                <a:lnTo>
                  <a:pt x="369" y="1854"/>
                </a:lnTo>
                <a:lnTo>
                  <a:pt x="438" y="1999"/>
                </a:lnTo>
                <a:lnTo>
                  <a:pt x="438" y="2187"/>
                </a:lnTo>
                <a:lnTo>
                  <a:pt x="484" y="2333"/>
                </a:lnTo>
                <a:lnTo>
                  <a:pt x="530" y="2479"/>
                </a:lnTo>
                <a:lnTo>
                  <a:pt x="530" y="2666"/>
                </a:lnTo>
                <a:lnTo>
                  <a:pt x="576" y="2812"/>
                </a:lnTo>
                <a:lnTo>
                  <a:pt x="576" y="2958"/>
                </a:lnTo>
                <a:lnTo>
                  <a:pt x="645" y="3145"/>
                </a:lnTo>
                <a:lnTo>
                  <a:pt x="692" y="3291"/>
                </a:lnTo>
                <a:lnTo>
                  <a:pt x="692" y="3437"/>
                </a:lnTo>
                <a:lnTo>
                  <a:pt x="738" y="3624"/>
                </a:lnTo>
                <a:lnTo>
                  <a:pt x="738" y="3770"/>
                </a:lnTo>
                <a:lnTo>
                  <a:pt x="807" y="3916"/>
                </a:lnTo>
                <a:lnTo>
                  <a:pt x="807" y="4104"/>
                </a:lnTo>
                <a:lnTo>
                  <a:pt x="853" y="4249"/>
                </a:lnTo>
                <a:lnTo>
                  <a:pt x="899" y="4395"/>
                </a:lnTo>
                <a:lnTo>
                  <a:pt x="899" y="4583"/>
                </a:lnTo>
                <a:lnTo>
                  <a:pt x="945" y="4729"/>
                </a:lnTo>
                <a:lnTo>
                  <a:pt x="1015" y="4916"/>
                </a:lnTo>
                <a:lnTo>
                  <a:pt x="1015" y="5062"/>
                </a:lnTo>
                <a:lnTo>
                  <a:pt x="1061" y="5208"/>
                </a:lnTo>
                <a:lnTo>
                  <a:pt x="1061" y="5395"/>
                </a:lnTo>
                <a:lnTo>
                  <a:pt x="1107" y="5541"/>
                </a:lnTo>
                <a:lnTo>
                  <a:pt x="1153" y="5770"/>
                </a:lnTo>
                <a:lnTo>
                  <a:pt x="1153" y="5916"/>
                </a:lnTo>
                <a:lnTo>
                  <a:pt x="1222" y="6062"/>
                </a:lnTo>
                <a:lnTo>
                  <a:pt x="1222" y="6249"/>
                </a:lnTo>
                <a:lnTo>
                  <a:pt x="1268" y="6395"/>
                </a:lnTo>
                <a:lnTo>
                  <a:pt x="1268" y="6541"/>
                </a:lnTo>
                <a:lnTo>
                  <a:pt x="1314" y="6729"/>
                </a:lnTo>
                <a:lnTo>
                  <a:pt x="1384" y="6874"/>
                </a:lnTo>
                <a:lnTo>
                  <a:pt x="1384" y="6958"/>
                </a:lnTo>
                <a:lnTo>
                  <a:pt x="1384" y="7020"/>
                </a:lnTo>
                <a:lnTo>
                  <a:pt x="1384" y="7062"/>
                </a:lnTo>
                <a:lnTo>
                  <a:pt x="1430" y="7166"/>
                </a:lnTo>
                <a:lnTo>
                  <a:pt x="1476" y="7395"/>
                </a:lnTo>
                <a:lnTo>
                  <a:pt x="1476" y="7541"/>
                </a:lnTo>
                <a:lnTo>
                  <a:pt x="1522" y="7687"/>
                </a:lnTo>
                <a:lnTo>
                  <a:pt x="1522" y="7874"/>
                </a:lnTo>
                <a:lnTo>
                  <a:pt x="1591" y="8020"/>
                </a:lnTo>
                <a:lnTo>
                  <a:pt x="1591" y="8166"/>
                </a:lnTo>
                <a:lnTo>
                  <a:pt x="1637" y="8354"/>
                </a:lnTo>
                <a:lnTo>
                  <a:pt x="1684" y="8499"/>
                </a:lnTo>
                <a:lnTo>
                  <a:pt x="1684" y="8645"/>
                </a:lnTo>
                <a:lnTo>
                  <a:pt x="1753" y="8833"/>
                </a:lnTo>
                <a:lnTo>
                  <a:pt x="1753" y="8979"/>
                </a:lnTo>
                <a:lnTo>
                  <a:pt x="1799" y="9124"/>
                </a:lnTo>
                <a:lnTo>
                  <a:pt x="1845" y="9312"/>
                </a:lnTo>
                <a:lnTo>
                  <a:pt x="1845" y="9458"/>
                </a:lnTo>
                <a:lnTo>
                  <a:pt x="1891" y="9604"/>
                </a:lnTo>
                <a:lnTo>
                  <a:pt x="1891" y="9791"/>
                </a:lnTo>
                <a:lnTo>
                  <a:pt x="1960" y="9937"/>
                </a:lnTo>
                <a:lnTo>
                  <a:pt x="2007" y="10124"/>
                </a:lnTo>
                <a:lnTo>
                  <a:pt x="2007" y="10270"/>
                </a:lnTo>
                <a:lnTo>
                  <a:pt x="2053" y="10499"/>
                </a:lnTo>
                <a:lnTo>
                  <a:pt x="2099" y="10645"/>
                </a:lnTo>
                <a:lnTo>
                  <a:pt x="2099" y="10791"/>
                </a:lnTo>
                <a:lnTo>
                  <a:pt x="2168" y="10978"/>
                </a:lnTo>
                <a:lnTo>
                  <a:pt x="2168" y="11124"/>
                </a:lnTo>
                <a:lnTo>
                  <a:pt x="2214" y="11270"/>
                </a:lnTo>
                <a:lnTo>
                  <a:pt x="2260" y="11458"/>
                </a:lnTo>
                <a:lnTo>
                  <a:pt x="2260" y="11603"/>
                </a:lnTo>
                <a:lnTo>
                  <a:pt x="2329" y="11749"/>
                </a:lnTo>
                <a:lnTo>
                  <a:pt x="2329" y="1193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2061255" y="3564392"/>
            <a:ext cx="2306" cy="11853"/>
          </a:xfrm>
          <a:custGeom>
            <a:avLst/>
            <a:gdLst/>
            <a:ahLst/>
            <a:cxnLst/>
            <a:rect l="l" t="t" r="r" b="b"/>
            <a:pathLst>
              <a:path w="2306" h="11853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79"/>
                </a:lnTo>
                <a:lnTo>
                  <a:pt x="138" y="624"/>
                </a:lnTo>
                <a:lnTo>
                  <a:pt x="138" y="770"/>
                </a:lnTo>
                <a:lnTo>
                  <a:pt x="207" y="958"/>
                </a:lnTo>
                <a:lnTo>
                  <a:pt x="207" y="1104"/>
                </a:lnTo>
                <a:lnTo>
                  <a:pt x="253" y="1249"/>
                </a:lnTo>
                <a:lnTo>
                  <a:pt x="299" y="1437"/>
                </a:lnTo>
                <a:lnTo>
                  <a:pt x="299" y="1583"/>
                </a:lnTo>
                <a:lnTo>
                  <a:pt x="346" y="1770"/>
                </a:lnTo>
                <a:lnTo>
                  <a:pt x="346" y="1916"/>
                </a:lnTo>
                <a:lnTo>
                  <a:pt x="415" y="2145"/>
                </a:lnTo>
                <a:lnTo>
                  <a:pt x="461" y="2291"/>
                </a:lnTo>
                <a:lnTo>
                  <a:pt x="461" y="2437"/>
                </a:lnTo>
                <a:lnTo>
                  <a:pt x="507" y="2624"/>
                </a:lnTo>
                <a:lnTo>
                  <a:pt x="576" y="2770"/>
                </a:lnTo>
                <a:lnTo>
                  <a:pt x="576" y="2916"/>
                </a:lnTo>
                <a:lnTo>
                  <a:pt x="622" y="3104"/>
                </a:lnTo>
                <a:lnTo>
                  <a:pt x="622" y="3249"/>
                </a:lnTo>
                <a:lnTo>
                  <a:pt x="669" y="3395"/>
                </a:lnTo>
                <a:lnTo>
                  <a:pt x="669" y="3583"/>
                </a:lnTo>
                <a:lnTo>
                  <a:pt x="715" y="3729"/>
                </a:lnTo>
                <a:lnTo>
                  <a:pt x="784" y="3874"/>
                </a:lnTo>
                <a:lnTo>
                  <a:pt x="784" y="4062"/>
                </a:lnTo>
                <a:lnTo>
                  <a:pt x="830" y="4208"/>
                </a:lnTo>
                <a:lnTo>
                  <a:pt x="830" y="4354"/>
                </a:lnTo>
                <a:lnTo>
                  <a:pt x="876" y="4541"/>
                </a:lnTo>
                <a:lnTo>
                  <a:pt x="945" y="4687"/>
                </a:lnTo>
                <a:lnTo>
                  <a:pt x="945" y="4833"/>
                </a:lnTo>
                <a:lnTo>
                  <a:pt x="991" y="5020"/>
                </a:lnTo>
                <a:lnTo>
                  <a:pt x="991" y="5166"/>
                </a:lnTo>
                <a:lnTo>
                  <a:pt x="1038" y="5354"/>
                </a:lnTo>
                <a:lnTo>
                  <a:pt x="1084" y="5499"/>
                </a:lnTo>
                <a:lnTo>
                  <a:pt x="1084" y="5729"/>
                </a:lnTo>
                <a:lnTo>
                  <a:pt x="1153" y="5874"/>
                </a:lnTo>
                <a:lnTo>
                  <a:pt x="1153" y="6020"/>
                </a:lnTo>
                <a:lnTo>
                  <a:pt x="1199" y="6208"/>
                </a:lnTo>
                <a:lnTo>
                  <a:pt x="1245" y="6354"/>
                </a:lnTo>
                <a:lnTo>
                  <a:pt x="1245" y="6499"/>
                </a:lnTo>
                <a:lnTo>
                  <a:pt x="1291" y="6687"/>
                </a:lnTo>
                <a:lnTo>
                  <a:pt x="1361" y="6833"/>
                </a:lnTo>
                <a:lnTo>
                  <a:pt x="1361" y="6979"/>
                </a:lnTo>
                <a:lnTo>
                  <a:pt x="1407" y="7166"/>
                </a:lnTo>
                <a:lnTo>
                  <a:pt x="1407" y="7312"/>
                </a:lnTo>
                <a:lnTo>
                  <a:pt x="1453" y="7458"/>
                </a:lnTo>
                <a:lnTo>
                  <a:pt x="1453" y="7645"/>
                </a:lnTo>
                <a:lnTo>
                  <a:pt x="1522" y="7791"/>
                </a:lnTo>
                <a:lnTo>
                  <a:pt x="1568" y="7937"/>
                </a:lnTo>
                <a:lnTo>
                  <a:pt x="1568" y="8124"/>
                </a:lnTo>
                <a:lnTo>
                  <a:pt x="1614" y="8270"/>
                </a:lnTo>
                <a:lnTo>
                  <a:pt x="1614" y="8416"/>
                </a:lnTo>
                <a:lnTo>
                  <a:pt x="1660" y="8604"/>
                </a:lnTo>
                <a:lnTo>
                  <a:pt x="1730" y="8749"/>
                </a:lnTo>
                <a:lnTo>
                  <a:pt x="1730" y="8937"/>
                </a:lnTo>
                <a:lnTo>
                  <a:pt x="1776" y="9083"/>
                </a:lnTo>
                <a:lnTo>
                  <a:pt x="1822" y="9312"/>
                </a:lnTo>
                <a:lnTo>
                  <a:pt x="1822" y="9458"/>
                </a:lnTo>
                <a:lnTo>
                  <a:pt x="1891" y="9604"/>
                </a:lnTo>
                <a:lnTo>
                  <a:pt x="1891" y="9791"/>
                </a:lnTo>
                <a:lnTo>
                  <a:pt x="1937" y="9937"/>
                </a:lnTo>
                <a:lnTo>
                  <a:pt x="1937" y="10083"/>
                </a:lnTo>
                <a:lnTo>
                  <a:pt x="1983" y="10270"/>
                </a:lnTo>
                <a:lnTo>
                  <a:pt x="2030" y="10416"/>
                </a:lnTo>
                <a:lnTo>
                  <a:pt x="2030" y="10499"/>
                </a:lnTo>
                <a:lnTo>
                  <a:pt x="2030" y="10562"/>
                </a:lnTo>
                <a:lnTo>
                  <a:pt x="2030" y="10603"/>
                </a:lnTo>
                <a:lnTo>
                  <a:pt x="2099" y="10645"/>
                </a:lnTo>
                <a:lnTo>
                  <a:pt x="2099" y="10791"/>
                </a:lnTo>
                <a:lnTo>
                  <a:pt x="2145" y="10978"/>
                </a:lnTo>
                <a:lnTo>
                  <a:pt x="2145" y="11124"/>
                </a:lnTo>
                <a:lnTo>
                  <a:pt x="2191" y="11270"/>
                </a:lnTo>
                <a:lnTo>
                  <a:pt x="2237" y="11416"/>
                </a:lnTo>
                <a:lnTo>
                  <a:pt x="2237" y="11562"/>
                </a:lnTo>
                <a:lnTo>
                  <a:pt x="2306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063562" y="3576246"/>
            <a:ext cx="2306" cy="11833"/>
          </a:xfrm>
          <a:custGeom>
            <a:avLst/>
            <a:gdLst/>
            <a:ahLst/>
            <a:cxnLst/>
            <a:rect l="l" t="t" r="r" b="b"/>
            <a:pathLst>
              <a:path w="2306" h="11833">
                <a:moveTo>
                  <a:pt x="0" y="0"/>
                </a:moveTo>
                <a:lnTo>
                  <a:pt x="0" y="145"/>
                </a:lnTo>
                <a:lnTo>
                  <a:pt x="46" y="374"/>
                </a:lnTo>
                <a:lnTo>
                  <a:pt x="92" y="520"/>
                </a:lnTo>
                <a:lnTo>
                  <a:pt x="92" y="666"/>
                </a:lnTo>
                <a:lnTo>
                  <a:pt x="161" y="854"/>
                </a:lnTo>
                <a:lnTo>
                  <a:pt x="207" y="999"/>
                </a:lnTo>
                <a:lnTo>
                  <a:pt x="207" y="1083"/>
                </a:lnTo>
                <a:lnTo>
                  <a:pt x="207" y="1145"/>
                </a:lnTo>
                <a:lnTo>
                  <a:pt x="207" y="1187"/>
                </a:lnTo>
                <a:lnTo>
                  <a:pt x="253" y="1229"/>
                </a:lnTo>
                <a:lnTo>
                  <a:pt x="253" y="1374"/>
                </a:lnTo>
                <a:lnTo>
                  <a:pt x="299" y="1562"/>
                </a:lnTo>
                <a:lnTo>
                  <a:pt x="299" y="1708"/>
                </a:lnTo>
                <a:lnTo>
                  <a:pt x="369" y="1854"/>
                </a:lnTo>
                <a:lnTo>
                  <a:pt x="415" y="2041"/>
                </a:lnTo>
                <a:lnTo>
                  <a:pt x="415" y="2187"/>
                </a:lnTo>
                <a:lnTo>
                  <a:pt x="461" y="2333"/>
                </a:lnTo>
                <a:lnTo>
                  <a:pt x="461" y="2520"/>
                </a:lnTo>
                <a:lnTo>
                  <a:pt x="507" y="2666"/>
                </a:lnTo>
                <a:lnTo>
                  <a:pt x="507" y="2812"/>
                </a:lnTo>
                <a:lnTo>
                  <a:pt x="576" y="2999"/>
                </a:lnTo>
                <a:lnTo>
                  <a:pt x="622" y="3145"/>
                </a:lnTo>
                <a:lnTo>
                  <a:pt x="622" y="3291"/>
                </a:lnTo>
                <a:lnTo>
                  <a:pt x="669" y="3479"/>
                </a:lnTo>
                <a:lnTo>
                  <a:pt x="669" y="3624"/>
                </a:lnTo>
                <a:lnTo>
                  <a:pt x="738" y="3770"/>
                </a:lnTo>
                <a:lnTo>
                  <a:pt x="784" y="3958"/>
                </a:lnTo>
                <a:lnTo>
                  <a:pt x="784" y="4104"/>
                </a:lnTo>
                <a:lnTo>
                  <a:pt x="830" y="4249"/>
                </a:lnTo>
                <a:lnTo>
                  <a:pt x="830" y="4395"/>
                </a:lnTo>
                <a:lnTo>
                  <a:pt x="876" y="4583"/>
                </a:lnTo>
                <a:lnTo>
                  <a:pt x="876" y="4729"/>
                </a:lnTo>
                <a:lnTo>
                  <a:pt x="945" y="4874"/>
                </a:lnTo>
                <a:lnTo>
                  <a:pt x="991" y="5062"/>
                </a:lnTo>
                <a:lnTo>
                  <a:pt x="991" y="5208"/>
                </a:lnTo>
                <a:lnTo>
                  <a:pt x="1038" y="5437"/>
                </a:lnTo>
                <a:lnTo>
                  <a:pt x="1107" y="5583"/>
                </a:lnTo>
                <a:lnTo>
                  <a:pt x="1107" y="5729"/>
                </a:lnTo>
                <a:lnTo>
                  <a:pt x="1153" y="5916"/>
                </a:lnTo>
                <a:lnTo>
                  <a:pt x="1153" y="6062"/>
                </a:lnTo>
                <a:lnTo>
                  <a:pt x="1199" y="6208"/>
                </a:lnTo>
                <a:lnTo>
                  <a:pt x="1245" y="6395"/>
                </a:lnTo>
                <a:lnTo>
                  <a:pt x="1245" y="6541"/>
                </a:lnTo>
                <a:lnTo>
                  <a:pt x="1314" y="6687"/>
                </a:lnTo>
                <a:lnTo>
                  <a:pt x="1314" y="6874"/>
                </a:lnTo>
                <a:lnTo>
                  <a:pt x="1361" y="7020"/>
                </a:lnTo>
                <a:lnTo>
                  <a:pt x="1361" y="7166"/>
                </a:lnTo>
                <a:lnTo>
                  <a:pt x="1407" y="7354"/>
                </a:lnTo>
                <a:lnTo>
                  <a:pt x="1453" y="7499"/>
                </a:lnTo>
                <a:lnTo>
                  <a:pt x="1453" y="7645"/>
                </a:lnTo>
                <a:lnTo>
                  <a:pt x="1522" y="7874"/>
                </a:lnTo>
                <a:lnTo>
                  <a:pt x="1568" y="8020"/>
                </a:lnTo>
                <a:lnTo>
                  <a:pt x="1568" y="8166"/>
                </a:lnTo>
                <a:lnTo>
                  <a:pt x="1614" y="8354"/>
                </a:lnTo>
                <a:lnTo>
                  <a:pt x="1684" y="8499"/>
                </a:lnTo>
                <a:lnTo>
                  <a:pt x="1684" y="8645"/>
                </a:lnTo>
                <a:lnTo>
                  <a:pt x="1730" y="8833"/>
                </a:lnTo>
                <a:lnTo>
                  <a:pt x="1730" y="8979"/>
                </a:lnTo>
                <a:lnTo>
                  <a:pt x="1776" y="9124"/>
                </a:lnTo>
                <a:lnTo>
                  <a:pt x="1776" y="9312"/>
                </a:lnTo>
                <a:lnTo>
                  <a:pt x="1822" y="9458"/>
                </a:lnTo>
                <a:lnTo>
                  <a:pt x="1822" y="9604"/>
                </a:lnTo>
                <a:lnTo>
                  <a:pt x="1891" y="9791"/>
                </a:lnTo>
                <a:lnTo>
                  <a:pt x="1937" y="9937"/>
                </a:lnTo>
                <a:lnTo>
                  <a:pt x="1937" y="10083"/>
                </a:lnTo>
                <a:lnTo>
                  <a:pt x="1983" y="10312"/>
                </a:lnTo>
                <a:lnTo>
                  <a:pt x="2053" y="10458"/>
                </a:lnTo>
                <a:lnTo>
                  <a:pt x="2053" y="10603"/>
                </a:lnTo>
                <a:lnTo>
                  <a:pt x="2099" y="10791"/>
                </a:lnTo>
                <a:lnTo>
                  <a:pt x="2145" y="10937"/>
                </a:lnTo>
                <a:lnTo>
                  <a:pt x="2145" y="11083"/>
                </a:lnTo>
                <a:lnTo>
                  <a:pt x="2191" y="11270"/>
                </a:lnTo>
                <a:lnTo>
                  <a:pt x="2191" y="11416"/>
                </a:lnTo>
                <a:lnTo>
                  <a:pt x="2260" y="11562"/>
                </a:lnTo>
                <a:lnTo>
                  <a:pt x="2260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2065869" y="3588079"/>
            <a:ext cx="2306" cy="11812"/>
          </a:xfrm>
          <a:custGeom>
            <a:avLst/>
            <a:gdLst/>
            <a:ahLst/>
            <a:cxnLst/>
            <a:rect l="l" t="t" r="r" b="b"/>
            <a:pathLst>
              <a:path w="2306" h="11812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46" y="437"/>
                </a:lnTo>
                <a:lnTo>
                  <a:pt x="92" y="624"/>
                </a:lnTo>
                <a:lnTo>
                  <a:pt x="161" y="770"/>
                </a:lnTo>
                <a:lnTo>
                  <a:pt x="161" y="916"/>
                </a:lnTo>
                <a:lnTo>
                  <a:pt x="207" y="1062"/>
                </a:lnTo>
                <a:lnTo>
                  <a:pt x="207" y="1208"/>
                </a:lnTo>
                <a:lnTo>
                  <a:pt x="253" y="1395"/>
                </a:lnTo>
                <a:lnTo>
                  <a:pt x="322" y="1541"/>
                </a:lnTo>
                <a:lnTo>
                  <a:pt x="322" y="1687"/>
                </a:lnTo>
                <a:lnTo>
                  <a:pt x="369" y="1874"/>
                </a:lnTo>
                <a:lnTo>
                  <a:pt x="369" y="2020"/>
                </a:lnTo>
                <a:lnTo>
                  <a:pt x="415" y="2166"/>
                </a:lnTo>
                <a:lnTo>
                  <a:pt x="415" y="2354"/>
                </a:lnTo>
                <a:lnTo>
                  <a:pt x="461" y="2499"/>
                </a:lnTo>
                <a:lnTo>
                  <a:pt x="530" y="2645"/>
                </a:lnTo>
                <a:lnTo>
                  <a:pt x="530" y="2874"/>
                </a:lnTo>
                <a:lnTo>
                  <a:pt x="576" y="3020"/>
                </a:lnTo>
                <a:lnTo>
                  <a:pt x="576" y="3166"/>
                </a:lnTo>
                <a:lnTo>
                  <a:pt x="622" y="3354"/>
                </a:lnTo>
                <a:lnTo>
                  <a:pt x="669" y="3499"/>
                </a:lnTo>
                <a:lnTo>
                  <a:pt x="669" y="3645"/>
                </a:lnTo>
                <a:lnTo>
                  <a:pt x="738" y="3833"/>
                </a:lnTo>
                <a:lnTo>
                  <a:pt x="784" y="3979"/>
                </a:lnTo>
                <a:lnTo>
                  <a:pt x="784" y="4124"/>
                </a:lnTo>
                <a:lnTo>
                  <a:pt x="830" y="4312"/>
                </a:lnTo>
                <a:lnTo>
                  <a:pt x="830" y="4458"/>
                </a:lnTo>
                <a:lnTo>
                  <a:pt x="899" y="4604"/>
                </a:lnTo>
                <a:lnTo>
                  <a:pt x="945" y="4833"/>
                </a:lnTo>
                <a:lnTo>
                  <a:pt x="945" y="4979"/>
                </a:lnTo>
                <a:lnTo>
                  <a:pt x="991" y="5124"/>
                </a:lnTo>
                <a:lnTo>
                  <a:pt x="991" y="5312"/>
                </a:lnTo>
                <a:lnTo>
                  <a:pt x="1038" y="5458"/>
                </a:lnTo>
                <a:lnTo>
                  <a:pt x="1107" y="5604"/>
                </a:lnTo>
                <a:lnTo>
                  <a:pt x="1107" y="5791"/>
                </a:lnTo>
                <a:lnTo>
                  <a:pt x="1153" y="5937"/>
                </a:lnTo>
                <a:lnTo>
                  <a:pt x="1153" y="6083"/>
                </a:lnTo>
                <a:lnTo>
                  <a:pt x="1199" y="6229"/>
                </a:lnTo>
                <a:lnTo>
                  <a:pt x="1268" y="6416"/>
                </a:lnTo>
                <a:lnTo>
                  <a:pt x="1268" y="6562"/>
                </a:lnTo>
                <a:lnTo>
                  <a:pt x="1314" y="6791"/>
                </a:lnTo>
                <a:lnTo>
                  <a:pt x="1361" y="6937"/>
                </a:lnTo>
                <a:lnTo>
                  <a:pt x="1361" y="7083"/>
                </a:lnTo>
                <a:lnTo>
                  <a:pt x="1407" y="7270"/>
                </a:lnTo>
                <a:lnTo>
                  <a:pt x="1407" y="7416"/>
                </a:lnTo>
                <a:lnTo>
                  <a:pt x="1476" y="7562"/>
                </a:lnTo>
                <a:lnTo>
                  <a:pt x="1476" y="7708"/>
                </a:lnTo>
                <a:lnTo>
                  <a:pt x="1522" y="7895"/>
                </a:lnTo>
                <a:lnTo>
                  <a:pt x="1568" y="8041"/>
                </a:lnTo>
                <a:lnTo>
                  <a:pt x="1568" y="8187"/>
                </a:lnTo>
                <a:lnTo>
                  <a:pt x="1614" y="8374"/>
                </a:lnTo>
                <a:lnTo>
                  <a:pt x="1614" y="8520"/>
                </a:lnTo>
                <a:lnTo>
                  <a:pt x="1684" y="8749"/>
                </a:lnTo>
                <a:lnTo>
                  <a:pt x="1730" y="8895"/>
                </a:lnTo>
                <a:lnTo>
                  <a:pt x="1730" y="9041"/>
                </a:lnTo>
                <a:lnTo>
                  <a:pt x="1776" y="9187"/>
                </a:lnTo>
                <a:lnTo>
                  <a:pt x="1776" y="9333"/>
                </a:lnTo>
                <a:lnTo>
                  <a:pt x="1845" y="9520"/>
                </a:lnTo>
                <a:lnTo>
                  <a:pt x="1891" y="9666"/>
                </a:lnTo>
                <a:lnTo>
                  <a:pt x="1891" y="9812"/>
                </a:lnTo>
                <a:lnTo>
                  <a:pt x="1937" y="9999"/>
                </a:lnTo>
                <a:lnTo>
                  <a:pt x="1937" y="10145"/>
                </a:lnTo>
                <a:lnTo>
                  <a:pt x="1983" y="10333"/>
                </a:lnTo>
                <a:lnTo>
                  <a:pt x="2053" y="10520"/>
                </a:lnTo>
                <a:lnTo>
                  <a:pt x="2053" y="10666"/>
                </a:lnTo>
                <a:lnTo>
                  <a:pt x="2099" y="10812"/>
                </a:lnTo>
                <a:lnTo>
                  <a:pt x="2145" y="10999"/>
                </a:lnTo>
                <a:lnTo>
                  <a:pt x="2145" y="11145"/>
                </a:lnTo>
                <a:lnTo>
                  <a:pt x="2214" y="11291"/>
                </a:lnTo>
                <a:lnTo>
                  <a:pt x="2214" y="11478"/>
                </a:lnTo>
                <a:lnTo>
                  <a:pt x="2260" y="11624"/>
                </a:lnTo>
                <a:lnTo>
                  <a:pt x="2260" y="117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068176" y="3599891"/>
            <a:ext cx="2260" cy="11749"/>
          </a:xfrm>
          <a:custGeom>
            <a:avLst/>
            <a:gdLst/>
            <a:ahLst/>
            <a:cxnLst/>
            <a:rect l="l" t="t" r="r" b="b"/>
            <a:pathLst>
              <a:path w="2260" h="11749">
                <a:moveTo>
                  <a:pt x="0" y="0"/>
                </a:moveTo>
                <a:lnTo>
                  <a:pt x="0" y="187"/>
                </a:lnTo>
                <a:lnTo>
                  <a:pt x="46" y="333"/>
                </a:lnTo>
                <a:lnTo>
                  <a:pt x="46" y="479"/>
                </a:lnTo>
                <a:lnTo>
                  <a:pt x="115" y="666"/>
                </a:lnTo>
                <a:lnTo>
                  <a:pt x="161" y="812"/>
                </a:lnTo>
                <a:lnTo>
                  <a:pt x="161" y="958"/>
                </a:lnTo>
                <a:lnTo>
                  <a:pt x="207" y="1104"/>
                </a:lnTo>
                <a:lnTo>
                  <a:pt x="207" y="1291"/>
                </a:lnTo>
                <a:lnTo>
                  <a:pt x="253" y="1437"/>
                </a:lnTo>
                <a:lnTo>
                  <a:pt x="322" y="1583"/>
                </a:lnTo>
                <a:lnTo>
                  <a:pt x="322" y="1770"/>
                </a:lnTo>
                <a:lnTo>
                  <a:pt x="369" y="1916"/>
                </a:lnTo>
                <a:lnTo>
                  <a:pt x="415" y="2104"/>
                </a:lnTo>
                <a:lnTo>
                  <a:pt x="415" y="2249"/>
                </a:lnTo>
                <a:lnTo>
                  <a:pt x="484" y="2437"/>
                </a:lnTo>
                <a:lnTo>
                  <a:pt x="484" y="2583"/>
                </a:lnTo>
                <a:lnTo>
                  <a:pt x="530" y="2729"/>
                </a:lnTo>
                <a:lnTo>
                  <a:pt x="530" y="2916"/>
                </a:lnTo>
                <a:lnTo>
                  <a:pt x="576" y="2958"/>
                </a:lnTo>
                <a:lnTo>
                  <a:pt x="576" y="2999"/>
                </a:lnTo>
                <a:lnTo>
                  <a:pt x="576" y="3062"/>
                </a:lnTo>
                <a:lnTo>
                  <a:pt x="576" y="3145"/>
                </a:lnTo>
                <a:lnTo>
                  <a:pt x="576" y="3187"/>
                </a:lnTo>
                <a:lnTo>
                  <a:pt x="622" y="3333"/>
                </a:lnTo>
                <a:lnTo>
                  <a:pt x="692" y="3479"/>
                </a:lnTo>
                <a:lnTo>
                  <a:pt x="692" y="3666"/>
                </a:lnTo>
                <a:lnTo>
                  <a:pt x="738" y="3812"/>
                </a:lnTo>
                <a:lnTo>
                  <a:pt x="738" y="3958"/>
                </a:lnTo>
                <a:lnTo>
                  <a:pt x="784" y="4062"/>
                </a:lnTo>
                <a:lnTo>
                  <a:pt x="784" y="4145"/>
                </a:lnTo>
                <a:lnTo>
                  <a:pt x="784" y="4208"/>
                </a:lnTo>
                <a:lnTo>
                  <a:pt x="784" y="4249"/>
                </a:lnTo>
                <a:lnTo>
                  <a:pt x="830" y="4291"/>
                </a:lnTo>
                <a:lnTo>
                  <a:pt x="830" y="4437"/>
                </a:lnTo>
                <a:lnTo>
                  <a:pt x="899" y="4583"/>
                </a:lnTo>
                <a:lnTo>
                  <a:pt x="899" y="4729"/>
                </a:lnTo>
                <a:lnTo>
                  <a:pt x="945" y="4916"/>
                </a:lnTo>
                <a:lnTo>
                  <a:pt x="991" y="5062"/>
                </a:lnTo>
                <a:lnTo>
                  <a:pt x="991" y="5208"/>
                </a:lnTo>
                <a:lnTo>
                  <a:pt x="1061" y="5354"/>
                </a:lnTo>
                <a:lnTo>
                  <a:pt x="1061" y="5499"/>
                </a:lnTo>
                <a:lnTo>
                  <a:pt x="1107" y="5687"/>
                </a:lnTo>
                <a:lnTo>
                  <a:pt x="1107" y="5833"/>
                </a:lnTo>
                <a:lnTo>
                  <a:pt x="1153" y="6020"/>
                </a:lnTo>
                <a:lnTo>
                  <a:pt x="1153" y="6166"/>
                </a:lnTo>
                <a:lnTo>
                  <a:pt x="1199" y="6312"/>
                </a:lnTo>
                <a:lnTo>
                  <a:pt x="1268" y="6499"/>
                </a:lnTo>
                <a:lnTo>
                  <a:pt x="1268" y="6687"/>
                </a:lnTo>
                <a:lnTo>
                  <a:pt x="1314" y="6833"/>
                </a:lnTo>
                <a:lnTo>
                  <a:pt x="1361" y="6979"/>
                </a:lnTo>
                <a:lnTo>
                  <a:pt x="1361" y="7124"/>
                </a:lnTo>
                <a:lnTo>
                  <a:pt x="1430" y="7312"/>
                </a:lnTo>
                <a:lnTo>
                  <a:pt x="1430" y="7458"/>
                </a:lnTo>
                <a:lnTo>
                  <a:pt x="1476" y="7687"/>
                </a:lnTo>
                <a:lnTo>
                  <a:pt x="1522" y="7833"/>
                </a:lnTo>
                <a:lnTo>
                  <a:pt x="1522" y="7979"/>
                </a:lnTo>
                <a:lnTo>
                  <a:pt x="1568" y="8124"/>
                </a:lnTo>
                <a:lnTo>
                  <a:pt x="1568" y="8270"/>
                </a:lnTo>
                <a:lnTo>
                  <a:pt x="1637" y="8458"/>
                </a:lnTo>
                <a:lnTo>
                  <a:pt x="1684" y="8604"/>
                </a:lnTo>
                <a:lnTo>
                  <a:pt x="1684" y="8749"/>
                </a:lnTo>
                <a:lnTo>
                  <a:pt x="1730" y="8937"/>
                </a:lnTo>
                <a:lnTo>
                  <a:pt x="1730" y="9083"/>
                </a:lnTo>
                <a:lnTo>
                  <a:pt x="1776" y="9270"/>
                </a:lnTo>
                <a:lnTo>
                  <a:pt x="1845" y="9458"/>
                </a:lnTo>
                <a:lnTo>
                  <a:pt x="1845" y="9604"/>
                </a:lnTo>
                <a:lnTo>
                  <a:pt x="1891" y="9749"/>
                </a:lnTo>
                <a:lnTo>
                  <a:pt x="1937" y="9895"/>
                </a:lnTo>
                <a:lnTo>
                  <a:pt x="1937" y="10083"/>
                </a:lnTo>
                <a:lnTo>
                  <a:pt x="2007" y="10229"/>
                </a:lnTo>
                <a:lnTo>
                  <a:pt x="2053" y="10458"/>
                </a:lnTo>
                <a:lnTo>
                  <a:pt x="2053" y="10603"/>
                </a:lnTo>
                <a:lnTo>
                  <a:pt x="2099" y="10749"/>
                </a:lnTo>
                <a:lnTo>
                  <a:pt x="2099" y="10895"/>
                </a:lnTo>
                <a:lnTo>
                  <a:pt x="2145" y="11041"/>
                </a:lnTo>
                <a:lnTo>
                  <a:pt x="2145" y="11228"/>
                </a:lnTo>
                <a:lnTo>
                  <a:pt x="2214" y="11374"/>
                </a:lnTo>
                <a:lnTo>
                  <a:pt x="2260" y="11520"/>
                </a:lnTo>
                <a:lnTo>
                  <a:pt x="2260" y="1174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070436" y="3611641"/>
            <a:ext cx="2306" cy="11666"/>
          </a:xfrm>
          <a:custGeom>
            <a:avLst/>
            <a:gdLst/>
            <a:ahLst/>
            <a:cxnLst/>
            <a:rect l="l" t="t" r="r" b="b"/>
            <a:pathLst>
              <a:path w="2306" h="11666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161" y="583"/>
                </a:lnTo>
                <a:lnTo>
                  <a:pt x="161" y="770"/>
                </a:lnTo>
                <a:lnTo>
                  <a:pt x="207" y="916"/>
                </a:lnTo>
                <a:lnTo>
                  <a:pt x="253" y="1104"/>
                </a:lnTo>
                <a:lnTo>
                  <a:pt x="253" y="1291"/>
                </a:lnTo>
                <a:lnTo>
                  <a:pt x="322" y="1437"/>
                </a:lnTo>
                <a:lnTo>
                  <a:pt x="322" y="1583"/>
                </a:lnTo>
                <a:lnTo>
                  <a:pt x="369" y="1770"/>
                </a:lnTo>
                <a:lnTo>
                  <a:pt x="415" y="1916"/>
                </a:lnTo>
                <a:lnTo>
                  <a:pt x="415" y="2062"/>
                </a:lnTo>
                <a:lnTo>
                  <a:pt x="461" y="2291"/>
                </a:lnTo>
                <a:lnTo>
                  <a:pt x="530" y="2437"/>
                </a:lnTo>
                <a:lnTo>
                  <a:pt x="530" y="2583"/>
                </a:lnTo>
                <a:lnTo>
                  <a:pt x="576" y="2729"/>
                </a:lnTo>
                <a:lnTo>
                  <a:pt x="576" y="2874"/>
                </a:lnTo>
                <a:lnTo>
                  <a:pt x="622" y="3062"/>
                </a:lnTo>
                <a:lnTo>
                  <a:pt x="622" y="3208"/>
                </a:lnTo>
                <a:lnTo>
                  <a:pt x="692" y="3354"/>
                </a:lnTo>
                <a:lnTo>
                  <a:pt x="738" y="3583"/>
                </a:lnTo>
                <a:lnTo>
                  <a:pt x="738" y="3729"/>
                </a:lnTo>
                <a:lnTo>
                  <a:pt x="784" y="3874"/>
                </a:lnTo>
                <a:lnTo>
                  <a:pt x="830" y="4062"/>
                </a:lnTo>
                <a:lnTo>
                  <a:pt x="830" y="4208"/>
                </a:lnTo>
                <a:lnTo>
                  <a:pt x="899" y="4354"/>
                </a:lnTo>
                <a:lnTo>
                  <a:pt x="899" y="4499"/>
                </a:lnTo>
                <a:lnTo>
                  <a:pt x="945" y="4687"/>
                </a:lnTo>
                <a:lnTo>
                  <a:pt x="991" y="4874"/>
                </a:lnTo>
                <a:lnTo>
                  <a:pt x="991" y="5020"/>
                </a:lnTo>
                <a:lnTo>
                  <a:pt x="1038" y="5166"/>
                </a:lnTo>
                <a:lnTo>
                  <a:pt x="1038" y="5354"/>
                </a:lnTo>
                <a:lnTo>
                  <a:pt x="1107" y="5499"/>
                </a:lnTo>
                <a:lnTo>
                  <a:pt x="1153" y="5645"/>
                </a:lnTo>
                <a:lnTo>
                  <a:pt x="1153" y="5874"/>
                </a:lnTo>
                <a:lnTo>
                  <a:pt x="1199" y="6020"/>
                </a:lnTo>
                <a:lnTo>
                  <a:pt x="1199" y="6166"/>
                </a:lnTo>
                <a:lnTo>
                  <a:pt x="1268" y="6312"/>
                </a:lnTo>
                <a:lnTo>
                  <a:pt x="1314" y="6458"/>
                </a:lnTo>
                <a:lnTo>
                  <a:pt x="1314" y="6645"/>
                </a:lnTo>
                <a:lnTo>
                  <a:pt x="1361" y="6791"/>
                </a:lnTo>
                <a:lnTo>
                  <a:pt x="1361" y="6937"/>
                </a:lnTo>
                <a:lnTo>
                  <a:pt x="1407" y="7166"/>
                </a:lnTo>
                <a:lnTo>
                  <a:pt x="1476" y="7312"/>
                </a:lnTo>
                <a:lnTo>
                  <a:pt x="1476" y="7458"/>
                </a:lnTo>
                <a:lnTo>
                  <a:pt x="1522" y="7604"/>
                </a:lnTo>
                <a:lnTo>
                  <a:pt x="1522" y="7749"/>
                </a:lnTo>
                <a:lnTo>
                  <a:pt x="1568" y="7937"/>
                </a:lnTo>
                <a:lnTo>
                  <a:pt x="1637" y="8083"/>
                </a:lnTo>
                <a:lnTo>
                  <a:pt x="1637" y="8270"/>
                </a:lnTo>
                <a:lnTo>
                  <a:pt x="1684" y="8458"/>
                </a:lnTo>
                <a:lnTo>
                  <a:pt x="1730" y="8604"/>
                </a:lnTo>
                <a:lnTo>
                  <a:pt x="1730" y="8749"/>
                </a:lnTo>
                <a:lnTo>
                  <a:pt x="1776" y="8895"/>
                </a:lnTo>
                <a:lnTo>
                  <a:pt x="1776" y="9083"/>
                </a:lnTo>
                <a:lnTo>
                  <a:pt x="1845" y="9270"/>
                </a:lnTo>
                <a:lnTo>
                  <a:pt x="1891" y="9416"/>
                </a:lnTo>
                <a:lnTo>
                  <a:pt x="1891" y="9562"/>
                </a:lnTo>
                <a:lnTo>
                  <a:pt x="1937" y="9749"/>
                </a:lnTo>
                <a:lnTo>
                  <a:pt x="1983" y="9895"/>
                </a:lnTo>
                <a:lnTo>
                  <a:pt x="1983" y="10041"/>
                </a:lnTo>
                <a:lnTo>
                  <a:pt x="2053" y="10270"/>
                </a:lnTo>
                <a:lnTo>
                  <a:pt x="2099" y="10416"/>
                </a:lnTo>
                <a:lnTo>
                  <a:pt x="2099" y="10562"/>
                </a:lnTo>
                <a:lnTo>
                  <a:pt x="2145" y="10708"/>
                </a:lnTo>
                <a:lnTo>
                  <a:pt x="2145" y="10853"/>
                </a:lnTo>
                <a:lnTo>
                  <a:pt x="2214" y="11083"/>
                </a:lnTo>
                <a:lnTo>
                  <a:pt x="2260" y="11228"/>
                </a:lnTo>
                <a:lnTo>
                  <a:pt x="2260" y="11374"/>
                </a:lnTo>
                <a:lnTo>
                  <a:pt x="2306" y="11520"/>
                </a:lnTo>
                <a:lnTo>
                  <a:pt x="2306" y="11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2072743" y="3623307"/>
            <a:ext cx="2306" cy="11603"/>
          </a:xfrm>
          <a:custGeom>
            <a:avLst/>
            <a:gdLst/>
            <a:ahLst/>
            <a:cxnLst/>
            <a:rect l="l" t="t" r="r" b="b"/>
            <a:pathLst>
              <a:path w="2306" h="11603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115" y="520"/>
                </a:lnTo>
                <a:lnTo>
                  <a:pt x="161" y="708"/>
                </a:lnTo>
                <a:lnTo>
                  <a:pt x="161" y="854"/>
                </a:lnTo>
                <a:lnTo>
                  <a:pt x="207" y="999"/>
                </a:lnTo>
                <a:lnTo>
                  <a:pt x="253" y="1145"/>
                </a:lnTo>
                <a:lnTo>
                  <a:pt x="253" y="1333"/>
                </a:lnTo>
                <a:lnTo>
                  <a:pt x="322" y="1520"/>
                </a:lnTo>
                <a:lnTo>
                  <a:pt x="369" y="1666"/>
                </a:lnTo>
                <a:lnTo>
                  <a:pt x="369" y="1812"/>
                </a:lnTo>
                <a:lnTo>
                  <a:pt x="415" y="1958"/>
                </a:lnTo>
                <a:lnTo>
                  <a:pt x="415" y="2145"/>
                </a:lnTo>
                <a:lnTo>
                  <a:pt x="484" y="2291"/>
                </a:lnTo>
                <a:lnTo>
                  <a:pt x="484" y="2437"/>
                </a:lnTo>
                <a:lnTo>
                  <a:pt x="530" y="2624"/>
                </a:lnTo>
                <a:lnTo>
                  <a:pt x="576" y="2812"/>
                </a:lnTo>
                <a:lnTo>
                  <a:pt x="576" y="2958"/>
                </a:lnTo>
                <a:lnTo>
                  <a:pt x="622" y="3104"/>
                </a:lnTo>
                <a:lnTo>
                  <a:pt x="622" y="3249"/>
                </a:lnTo>
                <a:lnTo>
                  <a:pt x="692" y="3437"/>
                </a:lnTo>
                <a:lnTo>
                  <a:pt x="738" y="3624"/>
                </a:lnTo>
                <a:lnTo>
                  <a:pt x="738" y="3770"/>
                </a:lnTo>
                <a:lnTo>
                  <a:pt x="784" y="3916"/>
                </a:lnTo>
                <a:lnTo>
                  <a:pt x="853" y="4145"/>
                </a:lnTo>
                <a:lnTo>
                  <a:pt x="853" y="4291"/>
                </a:lnTo>
                <a:lnTo>
                  <a:pt x="899" y="4437"/>
                </a:lnTo>
                <a:lnTo>
                  <a:pt x="945" y="4583"/>
                </a:lnTo>
                <a:lnTo>
                  <a:pt x="945" y="4729"/>
                </a:lnTo>
                <a:lnTo>
                  <a:pt x="991" y="4916"/>
                </a:lnTo>
                <a:lnTo>
                  <a:pt x="991" y="5062"/>
                </a:lnTo>
                <a:lnTo>
                  <a:pt x="1061" y="5208"/>
                </a:lnTo>
                <a:lnTo>
                  <a:pt x="1107" y="5437"/>
                </a:lnTo>
                <a:lnTo>
                  <a:pt x="1107" y="5583"/>
                </a:lnTo>
                <a:lnTo>
                  <a:pt x="1153" y="5729"/>
                </a:lnTo>
                <a:lnTo>
                  <a:pt x="1153" y="5874"/>
                </a:lnTo>
                <a:lnTo>
                  <a:pt x="1199" y="6020"/>
                </a:lnTo>
                <a:lnTo>
                  <a:pt x="1268" y="6249"/>
                </a:lnTo>
                <a:lnTo>
                  <a:pt x="1268" y="6395"/>
                </a:lnTo>
                <a:lnTo>
                  <a:pt x="1314" y="6541"/>
                </a:lnTo>
                <a:lnTo>
                  <a:pt x="1314" y="6687"/>
                </a:lnTo>
                <a:lnTo>
                  <a:pt x="1361" y="6833"/>
                </a:lnTo>
                <a:lnTo>
                  <a:pt x="1430" y="7062"/>
                </a:lnTo>
                <a:lnTo>
                  <a:pt x="1430" y="7208"/>
                </a:lnTo>
                <a:lnTo>
                  <a:pt x="1476" y="7354"/>
                </a:lnTo>
                <a:lnTo>
                  <a:pt x="1522" y="7499"/>
                </a:lnTo>
                <a:lnTo>
                  <a:pt x="1522" y="7687"/>
                </a:lnTo>
                <a:lnTo>
                  <a:pt x="1568" y="7833"/>
                </a:lnTo>
                <a:lnTo>
                  <a:pt x="1568" y="7979"/>
                </a:lnTo>
                <a:lnTo>
                  <a:pt x="1637" y="8166"/>
                </a:lnTo>
                <a:lnTo>
                  <a:pt x="1684" y="8312"/>
                </a:lnTo>
                <a:lnTo>
                  <a:pt x="1684" y="8499"/>
                </a:lnTo>
                <a:lnTo>
                  <a:pt x="1730" y="8645"/>
                </a:lnTo>
                <a:lnTo>
                  <a:pt x="1730" y="8791"/>
                </a:lnTo>
                <a:lnTo>
                  <a:pt x="1799" y="8979"/>
                </a:lnTo>
                <a:lnTo>
                  <a:pt x="1845" y="9124"/>
                </a:lnTo>
                <a:lnTo>
                  <a:pt x="1845" y="9312"/>
                </a:lnTo>
                <a:lnTo>
                  <a:pt x="1891" y="9458"/>
                </a:lnTo>
                <a:lnTo>
                  <a:pt x="1891" y="9604"/>
                </a:lnTo>
                <a:lnTo>
                  <a:pt x="1937" y="9791"/>
                </a:lnTo>
                <a:lnTo>
                  <a:pt x="2007" y="9979"/>
                </a:lnTo>
                <a:lnTo>
                  <a:pt x="2007" y="10124"/>
                </a:lnTo>
                <a:lnTo>
                  <a:pt x="2053" y="10270"/>
                </a:lnTo>
                <a:lnTo>
                  <a:pt x="2099" y="10416"/>
                </a:lnTo>
                <a:lnTo>
                  <a:pt x="2099" y="10603"/>
                </a:lnTo>
                <a:lnTo>
                  <a:pt x="2145" y="10791"/>
                </a:lnTo>
                <a:lnTo>
                  <a:pt x="2214" y="10937"/>
                </a:lnTo>
                <a:lnTo>
                  <a:pt x="2214" y="11083"/>
                </a:lnTo>
                <a:lnTo>
                  <a:pt x="2260" y="11270"/>
                </a:lnTo>
                <a:lnTo>
                  <a:pt x="2260" y="11416"/>
                </a:lnTo>
                <a:lnTo>
                  <a:pt x="2306" y="1160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2075050" y="3634911"/>
            <a:ext cx="2306" cy="11458"/>
          </a:xfrm>
          <a:custGeom>
            <a:avLst/>
            <a:gdLst/>
            <a:ahLst/>
            <a:cxnLst/>
            <a:rect l="l" t="t" r="r" b="b"/>
            <a:pathLst>
              <a:path w="2306" h="11458">
                <a:moveTo>
                  <a:pt x="0" y="0"/>
                </a:moveTo>
                <a:lnTo>
                  <a:pt x="69" y="145"/>
                </a:lnTo>
                <a:lnTo>
                  <a:pt x="69" y="291"/>
                </a:lnTo>
                <a:lnTo>
                  <a:pt x="115" y="479"/>
                </a:lnTo>
                <a:lnTo>
                  <a:pt x="115" y="624"/>
                </a:lnTo>
                <a:lnTo>
                  <a:pt x="161" y="812"/>
                </a:lnTo>
                <a:lnTo>
                  <a:pt x="207" y="958"/>
                </a:lnTo>
                <a:lnTo>
                  <a:pt x="207" y="1104"/>
                </a:lnTo>
                <a:lnTo>
                  <a:pt x="276" y="1291"/>
                </a:lnTo>
                <a:lnTo>
                  <a:pt x="276" y="1437"/>
                </a:lnTo>
                <a:lnTo>
                  <a:pt x="322" y="1624"/>
                </a:lnTo>
                <a:lnTo>
                  <a:pt x="369" y="1770"/>
                </a:lnTo>
                <a:lnTo>
                  <a:pt x="369" y="1916"/>
                </a:lnTo>
                <a:lnTo>
                  <a:pt x="415" y="2104"/>
                </a:lnTo>
                <a:lnTo>
                  <a:pt x="484" y="2249"/>
                </a:lnTo>
                <a:lnTo>
                  <a:pt x="484" y="2437"/>
                </a:lnTo>
                <a:lnTo>
                  <a:pt x="530" y="2583"/>
                </a:lnTo>
                <a:lnTo>
                  <a:pt x="530" y="2729"/>
                </a:lnTo>
                <a:lnTo>
                  <a:pt x="576" y="2916"/>
                </a:lnTo>
                <a:lnTo>
                  <a:pt x="645" y="3062"/>
                </a:lnTo>
                <a:lnTo>
                  <a:pt x="645" y="3249"/>
                </a:lnTo>
                <a:lnTo>
                  <a:pt x="692" y="3395"/>
                </a:lnTo>
                <a:lnTo>
                  <a:pt x="692" y="3541"/>
                </a:lnTo>
                <a:lnTo>
                  <a:pt x="738" y="3729"/>
                </a:lnTo>
                <a:lnTo>
                  <a:pt x="784" y="3874"/>
                </a:lnTo>
                <a:lnTo>
                  <a:pt x="853" y="4104"/>
                </a:lnTo>
                <a:lnTo>
                  <a:pt x="853" y="4249"/>
                </a:lnTo>
                <a:lnTo>
                  <a:pt x="899" y="4395"/>
                </a:lnTo>
                <a:lnTo>
                  <a:pt x="899" y="4541"/>
                </a:lnTo>
                <a:lnTo>
                  <a:pt x="945" y="4687"/>
                </a:lnTo>
                <a:lnTo>
                  <a:pt x="1015" y="4916"/>
                </a:lnTo>
                <a:lnTo>
                  <a:pt x="1015" y="5062"/>
                </a:lnTo>
                <a:lnTo>
                  <a:pt x="1061" y="5208"/>
                </a:lnTo>
                <a:lnTo>
                  <a:pt x="1061" y="5354"/>
                </a:lnTo>
                <a:lnTo>
                  <a:pt x="1107" y="5499"/>
                </a:lnTo>
                <a:lnTo>
                  <a:pt x="1153" y="5729"/>
                </a:lnTo>
                <a:lnTo>
                  <a:pt x="1153" y="5874"/>
                </a:lnTo>
                <a:lnTo>
                  <a:pt x="1222" y="6020"/>
                </a:lnTo>
                <a:lnTo>
                  <a:pt x="1222" y="6166"/>
                </a:lnTo>
                <a:lnTo>
                  <a:pt x="1268" y="6312"/>
                </a:lnTo>
                <a:lnTo>
                  <a:pt x="1314" y="6541"/>
                </a:lnTo>
                <a:lnTo>
                  <a:pt x="1314" y="6687"/>
                </a:lnTo>
                <a:lnTo>
                  <a:pt x="1361" y="6833"/>
                </a:lnTo>
                <a:lnTo>
                  <a:pt x="1430" y="6979"/>
                </a:lnTo>
                <a:lnTo>
                  <a:pt x="1430" y="7124"/>
                </a:lnTo>
                <a:lnTo>
                  <a:pt x="1476" y="7312"/>
                </a:lnTo>
                <a:lnTo>
                  <a:pt x="1476" y="7458"/>
                </a:lnTo>
                <a:lnTo>
                  <a:pt x="1522" y="7645"/>
                </a:lnTo>
                <a:lnTo>
                  <a:pt x="1591" y="7791"/>
                </a:lnTo>
                <a:lnTo>
                  <a:pt x="1591" y="7937"/>
                </a:lnTo>
                <a:lnTo>
                  <a:pt x="1637" y="8124"/>
                </a:lnTo>
                <a:lnTo>
                  <a:pt x="1637" y="8270"/>
                </a:lnTo>
                <a:lnTo>
                  <a:pt x="1684" y="8499"/>
                </a:lnTo>
                <a:lnTo>
                  <a:pt x="1730" y="8645"/>
                </a:lnTo>
                <a:lnTo>
                  <a:pt x="1730" y="8791"/>
                </a:lnTo>
                <a:lnTo>
                  <a:pt x="1799" y="8937"/>
                </a:lnTo>
                <a:lnTo>
                  <a:pt x="1799" y="9083"/>
                </a:lnTo>
                <a:lnTo>
                  <a:pt x="1845" y="9312"/>
                </a:lnTo>
                <a:lnTo>
                  <a:pt x="1891" y="9458"/>
                </a:lnTo>
                <a:lnTo>
                  <a:pt x="1891" y="9604"/>
                </a:lnTo>
                <a:lnTo>
                  <a:pt x="1960" y="9749"/>
                </a:lnTo>
                <a:lnTo>
                  <a:pt x="2007" y="9895"/>
                </a:lnTo>
                <a:lnTo>
                  <a:pt x="2007" y="10083"/>
                </a:lnTo>
                <a:lnTo>
                  <a:pt x="2053" y="10229"/>
                </a:lnTo>
                <a:lnTo>
                  <a:pt x="2099" y="10458"/>
                </a:lnTo>
                <a:lnTo>
                  <a:pt x="2099" y="10603"/>
                </a:lnTo>
                <a:lnTo>
                  <a:pt x="2168" y="10749"/>
                </a:lnTo>
                <a:lnTo>
                  <a:pt x="2214" y="10895"/>
                </a:lnTo>
                <a:lnTo>
                  <a:pt x="2214" y="11041"/>
                </a:lnTo>
                <a:lnTo>
                  <a:pt x="2260" y="11270"/>
                </a:lnTo>
                <a:lnTo>
                  <a:pt x="2306" y="1141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2077357" y="3646370"/>
            <a:ext cx="2329" cy="11416"/>
          </a:xfrm>
          <a:custGeom>
            <a:avLst/>
            <a:gdLst/>
            <a:ahLst/>
            <a:cxnLst/>
            <a:rect l="l" t="t" r="r" b="b"/>
            <a:pathLst>
              <a:path w="2329" h="11416">
                <a:moveTo>
                  <a:pt x="0" y="0"/>
                </a:moveTo>
                <a:lnTo>
                  <a:pt x="0" y="145"/>
                </a:lnTo>
                <a:lnTo>
                  <a:pt x="69" y="291"/>
                </a:lnTo>
                <a:lnTo>
                  <a:pt x="69" y="437"/>
                </a:lnTo>
                <a:lnTo>
                  <a:pt x="115" y="583"/>
                </a:lnTo>
                <a:lnTo>
                  <a:pt x="115" y="729"/>
                </a:lnTo>
                <a:lnTo>
                  <a:pt x="161" y="874"/>
                </a:lnTo>
                <a:lnTo>
                  <a:pt x="230" y="1062"/>
                </a:lnTo>
                <a:lnTo>
                  <a:pt x="230" y="1249"/>
                </a:lnTo>
                <a:lnTo>
                  <a:pt x="276" y="1395"/>
                </a:lnTo>
                <a:lnTo>
                  <a:pt x="276" y="1541"/>
                </a:lnTo>
                <a:lnTo>
                  <a:pt x="322" y="1687"/>
                </a:lnTo>
                <a:lnTo>
                  <a:pt x="369" y="1874"/>
                </a:lnTo>
                <a:lnTo>
                  <a:pt x="369" y="2062"/>
                </a:lnTo>
                <a:lnTo>
                  <a:pt x="438" y="2208"/>
                </a:lnTo>
                <a:lnTo>
                  <a:pt x="484" y="2354"/>
                </a:lnTo>
                <a:lnTo>
                  <a:pt x="484" y="2541"/>
                </a:lnTo>
                <a:lnTo>
                  <a:pt x="530" y="2687"/>
                </a:lnTo>
                <a:lnTo>
                  <a:pt x="576" y="2833"/>
                </a:lnTo>
                <a:lnTo>
                  <a:pt x="576" y="3020"/>
                </a:lnTo>
                <a:lnTo>
                  <a:pt x="645" y="3208"/>
                </a:lnTo>
                <a:lnTo>
                  <a:pt x="645" y="3354"/>
                </a:lnTo>
                <a:lnTo>
                  <a:pt x="692" y="3499"/>
                </a:lnTo>
                <a:lnTo>
                  <a:pt x="738" y="3645"/>
                </a:lnTo>
                <a:lnTo>
                  <a:pt x="738" y="3833"/>
                </a:lnTo>
                <a:lnTo>
                  <a:pt x="807" y="3979"/>
                </a:lnTo>
                <a:lnTo>
                  <a:pt x="853" y="4166"/>
                </a:lnTo>
                <a:lnTo>
                  <a:pt x="853" y="4354"/>
                </a:lnTo>
                <a:lnTo>
                  <a:pt x="899" y="4499"/>
                </a:lnTo>
                <a:lnTo>
                  <a:pt x="899" y="4645"/>
                </a:lnTo>
                <a:lnTo>
                  <a:pt x="945" y="4791"/>
                </a:lnTo>
                <a:lnTo>
                  <a:pt x="1015" y="4979"/>
                </a:lnTo>
                <a:lnTo>
                  <a:pt x="1015" y="5124"/>
                </a:lnTo>
                <a:lnTo>
                  <a:pt x="1061" y="5270"/>
                </a:lnTo>
                <a:lnTo>
                  <a:pt x="1107" y="5499"/>
                </a:lnTo>
                <a:lnTo>
                  <a:pt x="1107" y="5645"/>
                </a:lnTo>
                <a:lnTo>
                  <a:pt x="1176" y="5791"/>
                </a:lnTo>
                <a:lnTo>
                  <a:pt x="1176" y="5937"/>
                </a:lnTo>
                <a:lnTo>
                  <a:pt x="1222" y="6124"/>
                </a:lnTo>
                <a:lnTo>
                  <a:pt x="1268" y="6270"/>
                </a:lnTo>
                <a:lnTo>
                  <a:pt x="1268" y="6416"/>
                </a:lnTo>
                <a:lnTo>
                  <a:pt x="1314" y="6645"/>
                </a:lnTo>
                <a:lnTo>
                  <a:pt x="1384" y="6791"/>
                </a:lnTo>
                <a:lnTo>
                  <a:pt x="1384" y="6937"/>
                </a:lnTo>
                <a:lnTo>
                  <a:pt x="1430" y="7083"/>
                </a:lnTo>
                <a:lnTo>
                  <a:pt x="1430" y="7229"/>
                </a:lnTo>
                <a:lnTo>
                  <a:pt x="1476" y="7416"/>
                </a:lnTo>
                <a:lnTo>
                  <a:pt x="1522" y="7562"/>
                </a:lnTo>
                <a:lnTo>
                  <a:pt x="1522" y="7791"/>
                </a:lnTo>
                <a:lnTo>
                  <a:pt x="1591" y="7937"/>
                </a:lnTo>
                <a:lnTo>
                  <a:pt x="1637" y="8083"/>
                </a:lnTo>
                <a:lnTo>
                  <a:pt x="1637" y="8229"/>
                </a:lnTo>
                <a:lnTo>
                  <a:pt x="1684" y="8374"/>
                </a:lnTo>
                <a:lnTo>
                  <a:pt x="1753" y="8562"/>
                </a:lnTo>
                <a:lnTo>
                  <a:pt x="1753" y="8708"/>
                </a:lnTo>
                <a:lnTo>
                  <a:pt x="1799" y="8854"/>
                </a:lnTo>
                <a:lnTo>
                  <a:pt x="1799" y="9041"/>
                </a:lnTo>
                <a:lnTo>
                  <a:pt x="1845" y="9187"/>
                </a:lnTo>
                <a:lnTo>
                  <a:pt x="1891" y="9374"/>
                </a:lnTo>
                <a:lnTo>
                  <a:pt x="1891" y="9562"/>
                </a:lnTo>
                <a:lnTo>
                  <a:pt x="1960" y="9708"/>
                </a:lnTo>
                <a:lnTo>
                  <a:pt x="1960" y="9854"/>
                </a:lnTo>
                <a:lnTo>
                  <a:pt x="2007" y="9999"/>
                </a:lnTo>
                <a:lnTo>
                  <a:pt x="2053" y="10187"/>
                </a:lnTo>
                <a:lnTo>
                  <a:pt x="2053" y="10333"/>
                </a:lnTo>
                <a:lnTo>
                  <a:pt x="2099" y="10520"/>
                </a:lnTo>
                <a:lnTo>
                  <a:pt x="2168" y="10708"/>
                </a:lnTo>
                <a:lnTo>
                  <a:pt x="2168" y="10853"/>
                </a:lnTo>
                <a:lnTo>
                  <a:pt x="2214" y="10999"/>
                </a:lnTo>
                <a:lnTo>
                  <a:pt x="2214" y="11145"/>
                </a:lnTo>
                <a:lnTo>
                  <a:pt x="2260" y="11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2079687" y="3657786"/>
            <a:ext cx="2237" cy="11333"/>
          </a:xfrm>
          <a:custGeom>
            <a:avLst/>
            <a:gdLst/>
            <a:ahLst/>
            <a:cxnLst/>
            <a:rect l="l" t="t" r="r" b="b"/>
            <a:pathLst>
              <a:path w="2237" h="11333">
                <a:moveTo>
                  <a:pt x="0" y="0"/>
                </a:moveTo>
                <a:lnTo>
                  <a:pt x="0" y="208"/>
                </a:lnTo>
                <a:lnTo>
                  <a:pt x="46" y="395"/>
                </a:lnTo>
                <a:lnTo>
                  <a:pt x="46" y="541"/>
                </a:lnTo>
                <a:lnTo>
                  <a:pt x="92" y="770"/>
                </a:lnTo>
                <a:lnTo>
                  <a:pt x="138" y="916"/>
                </a:lnTo>
                <a:lnTo>
                  <a:pt x="138" y="1062"/>
                </a:lnTo>
                <a:lnTo>
                  <a:pt x="207" y="1208"/>
                </a:lnTo>
                <a:lnTo>
                  <a:pt x="253" y="1354"/>
                </a:lnTo>
                <a:lnTo>
                  <a:pt x="253" y="1541"/>
                </a:lnTo>
                <a:lnTo>
                  <a:pt x="299" y="1687"/>
                </a:lnTo>
                <a:lnTo>
                  <a:pt x="369" y="1874"/>
                </a:lnTo>
                <a:lnTo>
                  <a:pt x="369" y="2020"/>
                </a:lnTo>
                <a:lnTo>
                  <a:pt x="415" y="2166"/>
                </a:lnTo>
                <a:lnTo>
                  <a:pt x="461" y="2354"/>
                </a:lnTo>
                <a:lnTo>
                  <a:pt x="461" y="2541"/>
                </a:lnTo>
                <a:lnTo>
                  <a:pt x="507" y="2687"/>
                </a:lnTo>
                <a:lnTo>
                  <a:pt x="507" y="2833"/>
                </a:lnTo>
                <a:lnTo>
                  <a:pt x="576" y="2979"/>
                </a:lnTo>
                <a:lnTo>
                  <a:pt x="622" y="3166"/>
                </a:lnTo>
                <a:lnTo>
                  <a:pt x="622" y="3312"/>
                </a:lnTo>
                <a:lnTo>
                  <a:pt x="669" y="3499"/>
                </a:lnTo>
                <a:lnTo>
                  <a:pt x="715" y="3645"/>
                </a:lnTo>
                <a:lnTo>
                  <a:pt x="715" y="3791"/>
                </a:lnTo>
                <a:lnTo>
                  <a:pt x="784" y="4020"/>
                </a:lnTo>
                <a:lnTo>
                  <a:pt x="830" y="4166"/>
                </a:lnTo>
                <a:lnTo>
                  <a:pt x="830" y="4354"/>
                </a:lnTo>
                <a:lnTo>
                  <a:pt x="876" y="4499"/>
                </a:lnTo>
                <a:lnTo>
                  <a:pt x="876" y="4645"/>
                </a:lnTo>
                <a:lnTo>
                  <a:pt x="945" y="4791"/>
                </a:lnTo>
                <a:lnTo>
                  <a:pt x="945" y="4937"/>
                </a:lnTo>
                <a:lnTo>
                  <a:pt x="991" y="5124"/>
                </a:lnTo>
                <a:lnTo>
                  <a:pt x="1038" y="5270"/>
                </a:lnTo>
                <a:lnTo>
                  <a:pt x="1084" y="5458"/>
                </a:lnTo>
                <a:lnTo>
                  <a:pt x="1084" y="5604"/>
                </a:lnTo>
                <a:lnTo>
                  <a:pt x="1153" y="5749"/>
                </a:lnTo>
                <a:lnTo>
                  <a:pt x="1153" y="5937"/>
                </a:lnTo>
                <a:lnTo>
                  <a:pt x="1199" y="6124"/>
                </a:lnTo>
                <a:lnTo>
                  <a:pt x="1245" y="6270"/>
                </a:lnTo>
                <a:lnTo>
                  <a:pt x="1245" y="6458"/>
                </a:lnTo>
                <a:lnTo>
                  <a:pt x="1314" y="6604"/>
                </a:lnTo>
                <a:lnTo>
                  <a:pt x="1314" y="6749"/>
                </a:lnTo>
                <a:lnTo>
                  <a:pt x="1361" y="6895"/>
                </a:lnTo>
                <a:lnTo>
                  <a:pt x="1407" y="7083"/>
                </a:lnTo>
                <a:lnTo>
                  <a:pt x="1407" y="7229"/>
                </a:lnTo>
                <a:lnTo>
                  <a:pt x="1453" y="7374"/>
                </a:lnTo>
                <a:lnTo>
                  <a:pt x="1522" y="7562"/>
                </a:lnTo>
                <a:lnTo>
                  <a:pt x="1522" y="7708"/>
                </a:lnTo>
                <a:lnTo>
                  <a:pt x="1568" y="7937"/>
                </a:lnTo>
                <a:lnTo>
                  <a:pt x="1614" y="8083"/>
                </a:lnTo>
                <a:lnTo>
                  <a:pt x="1614" y="8270"/>
                </a:lnTo>
                <a:lnTo>
                  <a:pt x="1660" y="8416"/>
                </a:lnTo>
                <a:lnTo>
                  <a:pt x="1730" y="8562"/>
                </a:lnTo>
                <a:lnTo>
                  <a:pt x="1730" y="8708"/>
                </a:lnTo>
                <a:lnTo>
                  <a:pt x="1776" y="8895"/>
                </a:lnTo>
                <a:lnTo>
                  <a:pt x="1776" y="9041"/>
                </a:lnTo>
                <a:lnTo>
                  <a:pt x="1822" y="9187"/>
                </a:lnTo>
                <a:lnTo>
                  <a:pt x="1891" y="9333"/>
                </a:lnTo>
                <a:lnTo>
                  <a:pt x="1891" y="9520"/>
                </a:lnTo>
                <a:lnTo>
                  <a:pt x="1937" y="9666"/>
                </a:lnTo>
                <a:lnTo>
                  <a:pt x="1983" y="9854"/>
                </a:lnTo>
                <a:lnTo>
                  <a:pt x="1983" y="9999"/>
                </a:lnTo>
                <a:lnTo>
                  <a:pt x="2030" y="10145"/>
                </a:lnTo>
                <a:lnTo>
                  <a:pt x="2099" y="10333"/>
                </a:lnTo>
                <a:lnTo>
                  <a:pt x="2099" y="10479"/>
                </a:lnTo>
                <a:lnTo>
                  <a:pt x="2145" y="10708"/>
                </a:lnTo>
                <a:lnTo>
                  <a:pt x="2191" y="10853"/>
                </a:lnTo>
                <a:lnTo>
                  <a:pt x="2191" y="11041"/>
                </a:lnTo>
                <a:lnTo>
                  <a:pt x="2237" y="11187"/>
                </a:lnTo>
                <a:lnTo>
                  <a:pt x="2237" y="11333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2081925" y="3669119"/>
            <a:ext cx="2329" cy="11187"/>
          </a:xfrm>
          <a:custGeom>
            <a:avLst/>
            <a:gdLst/>
            <a:ahLst/>
            <a:cxnLst/>
            <a:rect l="l" t="t" r="r" b="b"/>
            <a:pathLst>
              <a:path w="2329" h="11187">
                <a:moveTo>
                  <a:pt x="0" y="0"/>
                </a:moveTo>
                <a:lnTo>
                  <a:pt x="69" y="145"/>
                </a:lnTo>
                <a:lnTo>
                  <a:pt x="115" y="333"/>
                </a:lnTo>
                <a:lnTo>
                  <a:pt x="115" y="479"/>
                </a:lnTo>
                <a:lnTo>
                  <a:pt x="161" y="624"/>
                </a:lnTo>
                <a:lnTo>
                  <a:pt x="161" y="770"/>
                </a:lnTo>
                <a:lnTo>
                  <a:pt x="230" y="958"/>
                </a:lnTo>
                <a:lnTo>
                  <a:pt x="276" y="1104"/>
                </a:lnTo>
                <a:lnTo>
                  <a:pt x="276" y="1291"/>
                </a:lnTo>
                <a:lnTo>
                  <a:pt x="322" y="1437"/>
                </a:lnTo>
                <a:lnTo>
                  <a:pt x="322" y="1583"/>
                </a:lnTo>
                <a:lnTo>
                  <a:pt x="369" y="1770"/>
                </a:lnTo>
                <a:lnTo>
                  <a:pt x="438" y="1916"/>
                </a:lnTo>
                <a:lnTo>
                  <a:pt x="484" y="2104"/>
                </a:lnTo>
                <a:lnTo>
                  <a:pt x="484" y="2249"/>
                </a:lnTo>
                <a:lnTo>
                  <a:pt x="530" y="2395"/>
                </a:lnTo>
                <a:lnTo>
                  <a:pt x="530" y="2583"/>
                </a:lnTo>
                <a:lnTo>
                  <a:pt x="599" y="2729"/>
                </a:lnTo>
                <a:lnTo>
                  <a:pt x="645" y="2916"/>
                </a:lnTo>
                <a:lnTo>
                  <a:pt x="645" y="3062"/>
                </a:lnTo>
                <a:lnTo>
                  <a:pt x="692" y="3208"/>
                </a:lnTo>
                <a:lnTo>
                  <a:pt x="738" y="3437"/>
                </a:lnTo>
                <a:lnTo>
                  <a:pt x="738" y="3583"/>
                </a:lnTo>
                <a:lnTo>
                  <a:pt x="807" y="3770"/>
                </a:lnTo>
                <a:lnTo>
                  <a:pt x="853" y="3916"/>
                </a:lnTo>
                <a:lnTo>
                  <a:pt x="853" y="4062"/>
                </a:lnTo>
                <a:lnTo>
                  <a:pt x="899" y="4208"/>
                </a:lnTo>
                <a:lnTo>
                  <a:pt x="899" y="4395"/>
                </a:lnTo>
                <a:lnTo>
                  <a:pt x="945" y="4541"/>
                </a:lnTo>
                <a:lnTo>
                  <a:pt x="1015" y="4729"/>
                </a:lnTo>
                <a:lnTo>
                  <a:pt x="1015" y="4874"/>
                </a:lnTo>
                <a:lnTo>
                  <a:pt x="1061" y="5020"/>
                </a:lnTo>
                <a:lnTo>
                  <a:pt x="1107" y="5166"/>
                </a:lnTo>
                <a:lnTo>
                  <a:pt x="1107" y="5354"/>
                </a:lnTo>
                <a:lnTo>
                  <a:pt x="1176" y="5499"/>
                </a:lnTo>
                <a:lnTo>
                  <a:pt x="1222" y="5687"/>
                </a:lnTo>
                <a:lnTo>
                  <a:pt x="1222" y="5833"/>
                </a:lnTo>
                <a:lnTo>
                  <a:pt x="1268" y="5979"/>
                </a:lnTo>
                <a:lnTo>
                  <a:pt x="1268" y="6166"/>
                </a:lnTo>
                <a:lnTo>
                  <a:pt x="1314" y="6312"/>
                </a:lnTo>
                <a:lnTo>
                  <a:pt x="1384" y="6499"/>
                </a:lnTo>
                <a:lnTo>
                  <a:pt x="1384" y="6645"/>
                </a:lnTo>
                <a:lnTo>
                  <a:pt x="1430" y="6791"/>
                </a:lnTo>
                <a:lnTo>
                  <a:pt x="1476" y="6979"/>
                </a:lnTo>
                <a:lnTo>
                  <a:pt x="1476" y="7124"/>
                </a:lnTo>
                <a:lnTo>
                  <a:pt x="1545" y="7312"/>
                </a:lnTo>
                <a:lnTo>
                  <a:pt x="1591" y="7458"/>
                </a:lnTo>
                <a:lnTo>
                  <a:pt x="1591" y="7604"/>
                </a:lnTo>
                <a:lnTo>
                  <a:pt x="1637" y="7791"/>
                </a:lnTo>
                <a:lnTo>
                  <a:pt x="1637" y="7937"/>
                </a:lnTo>
                <a:lnTo>
                  <a:pt x="1684" y="8124"/>
                </a:lnTo>
                <a:lnTo>
                  <a:pt x="1753" y="8270"/>
                </a:lnTo>
                <a:lnTo>
                  <a:pt x="1799" y="8458"/>
                </a:lnTo>
                <a:lnTo>
                  <a:pt x="1799" y="8604"/>
                </a:lnTo>
                <a:lnTo>
                  <a:pt x="1845" y="8749"/>
                </a:lnTo>
                <a:lnTo>
                  <a:pt x="1845" y="8937"/>
                </a:lnTo>
                <a:lnTo>
                  <a:pt x="1891" y="9083"/>
                </a:lnTo>
                <a:lnTo>
                  <a:pt x="1960" y="9270"/>
                </a:lnTo>
                <a:lnTo>
                  <a:pt x="1960" y="9416"/>
                </a:lnTo>
                <a:lnTo>
                  <a:pt x="2007" y="9562"/>
                </a:lnTo>
                <a:lnTo>
                  <a:pt x="2053" y="9749"/>
                </a:lnTo>
                <a:lnTo>
                  <a:pt x="2053" y="9895"/>
                </a:lnTo>
                <a:lnTo>
                  <a:pt x="2122" y="10083"/>
                </a:lnTo>
                <a:lnTo>
                  <a:pt x="2122" y="10229"/>
                </a:lnTo>
                <a:lnTo>
                  <a:pt x="2168" y="10374"/>
                </a:lnTo>
                <a:lnTo>
                  <a:pt x="2214" y="10562"/>
                </a:lnTo>
                <a:lnTo>
                  <a:pt x="2214" y="10708"/>
                </a:lnTo>
                <a:lnTo>
                  <a:pt x="2260" y="10895"/>
                </a:lnTo>
                <a:lnTo>
                  <a:pt x="2329" y="11041"/>
                </a:lnTo>
                <a:lnTo>
                  <a:pt x="2329" y="1118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2084255" y="3680306"/>
            <a:ext cx="2306" cy="11020"/>
          </a:xfrm>
          <a:custGeom>
            <a:avLst/>
            <a:gdLst/>
            <a:ahLst/>
            <a:cxnLst/>
            <a:rect l="l" t="t" r="r" b="b"/>
            <a:pathLst>
              <a:path w="2306" h="11020">
                <a:moveTo>
                  <a:pt x="0" y="0"/>
                </a:moveTo>
                <a:lnTo>
                  <a:pt x="46" y="187"/>
                </a:lnTo>
                <a:lnTo>
                  <a:pt x="46" y="333"/>
                </a:lnTo>
                <a:lnTo>
                  <a:pt x="92" y="520"/>
                </a:lnTo>
                <a:lnTo>
                  <a:pt x="138" y="666"/>
                </a:lnTo>
                <a:lnTo>
                  <a:pt x="207" y="854"/>
                </a:lnTo>
                <a:lnTo>
                  <a:pt x="207" y="999"/>
                </a:lnTo>
                <a:lnTo>
                  <a:pt x="253" y="1145"/>
                </a:lnTo>
                <a:lnTo>
                  <a:pt x="253" y="1333"/>
                </a:lnTo>
                <a:lnTo>
                  <a:pt x="299" y="1479"/>
                </a:lnTo>
                <a:lnTo>
                  <a:pt x="369" y="1666"/>
                </a:lnTo>
                <a:lnTo>
                  <a:pt x="369" y="1812"/>
                </a:lnTo>
                <a:lnTo>
                  <a:pt x="415" y="1999"/>
                </a:lnTo>
                <a:lnTo>
                  <a:pt x="461" y="2145"/>
                </a:lnTo>
                <a:lnTo>
                  <a:pt x="461" y="2333"/>
                </a:lnTo>
                <a:lnTo>
                  <a:pt x="507" y="2479"/>
                </a:lnTo>
                <a:lnTo>
                  <a:pt x="576" y="2666"/>
                </a:lnTo>
                <a:lnTo>
                  <a:pt x="576" y="2812"/>
                </a:lnTo>
                <a:lnTo>
                  <a:pt x="622" y="2999"/>
                </a:lnTo>
                <a:lnTo>
                  <a:pt x="669" y="3145"/>
                </a:lnTo>
                <a:lnTo>
                  <a:pt x="669" y="3333"/>
                </a:lnTo>
                <a:lnTo>
                  <a:pt x="738" y="3479"/>
                </a:lnTo>
                <a:lnTo>
                  <a:pt x="784" y="3666"/>
                </a:lnTo>
                <a:lnTo>
                  <a:pt x="784" y="3812"/>
                </a:lnTo>
                <a:lnTo>
                  <a:pt x="830" y="3999"/>
                </a:lnTo>
                <a:lnTo>
                  <a:pt x="876" y="4145"/>
                </a:lnTo>
                <a:lnTo>
                  <a:pt x="876" y="4333"/>
                </a:lnTo>
                <a:lnTo>
                  <a:pt x="945" y="4479"/>
                </a:lnTo>
                <a:lnTo>
                  <a:pt x="991" y="4666"/>
                </a:lnTo>
                <a:lnTo>
                  <a:pt x="991" y="4812"/>
                </a:lnTo>
                <a:lnTo>
                  <a:pt x="1038" y="4958"/>
                </a:lnTo>
                <a:lnTo>
                  <a:pt x="1038" y="5104"/>
                </a:lnTo>
                <a:lnTo>
                  <a:pt x="1084" y="5249"/>
                </a:lnTo>
                <a:lnTo>
                  <a:pt x="1084" y="5395"/>
                </a:lnTo>
                <a:lnTo>
                  <a:pt x="1153" y="5541"/>
                </a:lnTo>
                <a:lnTo>
                  <a:pt x="1199" y="5729"/>
                </a:lnTo>
                <a:lnTo>
                  <a:pt x="1199" y="5874"/>
                </a:lnTo>
                <a:lnTo>
                  <a:pt x="1245" y="6062"/>
                </a:lnTo>
                <a:lnTo>
                  <a:pt x="1314" y="6208"/>
                </a:lnTo>
                <a:lnTo>
                  <a:pt x="1314" y="6395"/>
                </a:lnTo>
                <a:lnTo>
                  <a:pt x="1361" y="6541"/>
                </a:lnTo>
                <a:lnTo>
                  <a:pt x="1407" y="6729"/>
                </a:lnTo>
                <a:lnTo>
                  <a:pt x="1407" y="6874"/>
                </a:lnTo>
                <a:lnTo>
                  <a:pt x="1453" y="7020"/>
                </a:lnTo>
                <a:lnTo>
                  <a:pt x="1453" y="7166"/>
                </a:lnTo>
                <a:lnTo>
                  <a:pt x="1522" y="7354"/>
                </a:lnTo>
                <a:lnTo>
                  <a:pt x="1568" y="7499"/>
                </a:lnTo>
                <a:lnTo>
                  <a:pt x="1614" y="7687"/>
                </a:lnTo>
                <a:lnTo>
                  <a:pt x="1614" y="7833"/>
                </a:lnTo>
                <a:lnTo>
                  <a:pt x="1684" y="8020"/>
                </a:lnTo>
                <a:lnTo>
                  <a:pt x="1684" y="8166"/>
                </a:lnTo>
                <a:lnTo>
                  <a:pt x="1730" y="8312"/>
                </a:lnTo>
                <a:lnTo>
                  <a:pt x="1776" y="8499"/>
                </a:lnTo>
                <a:lnTo>
                  <a:pt x="1776" y="8645"/>
                </a:lnTo>
                <a:lnTo>
                  <a:pt x="1822" y="8833"/>
                </a:lnTo>
                <a:lnTo>
                  <a:pt x="1891" y="8979"/>
                </a:lnTo>
                <a:lnTo>
                  <a:pt x="1891" y="9166"/>
                </a:lnTo>
                <a:lnTo>
                  <a:pt x="1937" y="9312"/>
                </a:lnTo>
                <a:lnTo>
                  <a:pt x="1983" y="9458"/>
                </a:lnTo>
                <a:lnTo>
                  <a:pt x="1983" y="9645"/>
                </a:lnTo>
                <a:lnTo>
                  <a:pt x="2030" y="9791"/>
                </a:lnTo>
                <a:lnTo>
                  <a:pt x="2030" y="9937"/>
                </a:lnTo>
                <a:lnTo>
                  <a:pt x="2099" y="10124"/>
                </a:lnTo>
                <a:lnTo>
                  <a:pt x="2145" y="10270"/>
                </a:lnTo>
                <a:lnTo>
                  <a:pt x="2191" y="10458"/>
                </a:lnTo>
                <a:lnTo>
                  <a:pt x="2191" y="10603"/>
                </a:lnTo>
                <a:lnTo>
                  <a:pt x="2260" y="10749"/>
                </a:lnTo>
                <a:lnTo>
                  <a:pt x="2260" y="1093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2086562" y="3691327"/>
            <a:ext cx="2306" cy="10895"/>
          </a:xfrm>
          <a:custGeom>
            <a:avLst/>
            <a:gdLst/>
            <a:ahLst/>
            <a:cxnLst/>
            <a:rect l="l" t="t" r="r" b="b"/>
            <a:pathLst>
              <a:path w="2306" h="10895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92" y="437"/>
                </a:lnTo>
                <a:lnTo>
                  <a:pt x="92" y="624"/>
                </a:lnTo>
                <a:lnTo>
                  <a:pt x="161" y="770"/>
                </a:lnTo>
                <a:lnTo>
                  <a:pt x="207" y="916"/>
                </a:lnTo>
                <a:lnTo>
                  <a:pt x="207" y="1062"/>
                </a:lnTo>
                <a:lnTo>
                  <a:pt x="253" y="1208"/>
                </a:lnTo>
                <a:lnTo>
                  <a:pt x="253" y="1395"/>
                </a:lnTo>
                <a:lnTo>
                  <a:pt x="299" y="1541"/>
                </a:lnTo>
                <a:lnTo>
                  <a:pt x="369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61" y="2208"/>
                </a:lnTo>
                <a:lnTo>
                  <a:pt x="461" y="2354"/>
                </a:lnTo>
                <a:lnTo>
                  <a:pt x="530" y="2499"/>
                </a:lnTo>
                <a:lnTo>
                  <a:pt x="576" y="2687"/>
                </a:lnTo>
                <a:lnTo>
                  <a:pt x="576" y="2833"/>
                </a:lnTo>
                <a:lnTo>
                  <a:pt x="622" y="3020"/>
                </a:lnTo>
                <a:lnTo>
                  <a:pt x="622" y="3166"/>
                </a:lnTo>
                <a:lnTo>
                  <a:pt x="669" y="3312"/>
                </a:lnTo>
                <a:lnTo>
                  <a:pt x="738" y="3541"/>
                </a:lnTo>
                <a:lnTo>
                  <a:pt x="784" y="3687"/>
                </a:lnTo>
                <a:lnTo>
                  <a:pt x="784" y="3874"/>
                </a:lnTo>
                <a:lnTo>
                  <a:pt x="830" y="4020"/>
                </a:lnTo>
                <a:lnTo>
                  <a:pt x="899" y="4166"/>
                </a:lnTo>
                <a:lnTo>
                  <a:pt x="899" y="4312"/>
                </a:lnTo>
                <a:lnTo>
                  <a:pt x="945" y="4458"/>
                </a:lnTo>
                <a:lnTo>
                  <a:pt x="945" y="4645"/>
                </a:lnTo>
                <a:lnTo>
                  <a:pt x="991" y="4791"/>
                </a:lnTo>
                <a:lnTo>
                  <a:pt x="1038" y="5020"/>
                </a:lnTo>
                <a:lnTo>
                  <a:pt x="1107" y="5166"/>
                </a:lnTo>
                <a:lnTo>
                  <a:pt x="1107" y="5354"/>
                </a:lnTo>
                <a:lnTo>
                  <a:pt x="1153" y="5499"/>
                </a:lnTo>
                <a:lnTo>
                  <a:pt x="1199" y="5645"/>
                </a:lnTo>
                <a:lnTo>
                  <a:pt x="1199" y="5791"/>
                </a:lnTo>
                <a:lnTo>
                  <a:pt x="1245" y="5937"/>
                </a:lnTo>
                <a:lnTo>
                  <a:pt x="1245" y="6124"/>
                </a:lnTo>
                <a:lnTo>
                  <a:pt x="1314" y="6270"/>
                </a:lnTo>
                <a:lnTo>
                  <a:pt x="1361" y="6416"/>
                </a:lnTo>
                <a:lnTo>
                  <a:pt x="1361" y="6604"/>
                </a:lnTo>
                <a:lnTo>
                  <a:pt x="1407" y="6749"/>
                </a:lnTo>
                <a:lnTo>
                  <a:pt x="1407" y="6895"/>
                </a:lnTo>
                <a:lnTo>
                  <a:pt x="1476" y="7083"/>
                </a:lnTo>
                <a:lnTo>
                  <a:pt x="1522" y="7229"/>
                </a:lnTo>
                <a:lnTo>
                  <a:pt x="1568" y="7416"/>
                </a:lnTo>
                <a:lnTo>
                  <a:pt x="1568" y="7604"/>
                </a:lnTo>
                <a:lnTo>
                  <a:pt x="1614" y="7749"/>
                </a:lnTo>
                <a:lnTo>
                  <a:pt x="1684" y="7895"/>
                </a:lnTo>
                <a:lnTo>
                  <a:pt x="1684" y="8041"/>
                </a:lnTo>
                <a:lnTo>
                  <a:pt x="1730" y="8229"/>
                </a:lnTo>
                <a:lnTo>
                  <a:pt x="1730" y="8374"/>
                </a:lnTo>
                <a:lnTo>
                  <a:pt x="1776" y="8562"/>
                </a:lnTo>
                <a:lnTo>
                  <a:pt x="1822" y="8749"/>
                </a:lnTo>
                <a:lnTo>
                  <a:pt x="1822" y="8895"/>
                </a:lnTo>
                <a:lnTo>
                  <a:pt x="1891" y="9041"/>
                </a:lnTo>
                <a:lnTo>
                  <a:pt x="1937" y="9187"/>
                </a:lnTo>
                <a:lnTo>
                  <a:pt x="1937" y="9374"/>
                </a:lnTo>
                <a:lnTo>
                  <a:pt x="1983" y="9520"/>
                </a:lnTo>
                <a:lnTo>
                  <a:pt x="2053" y="9666"/>
                </a:lnTo>
                <a:lnTo>
                  <a:pt x="2053" y="9895"/>
                </a:lnTo>
                <a:lnTo>
                  <a:pt x="2099" y="10041"/>
                </a:lnTo>
                <a:lnTo>
                  <a:pt x="2145" y="10187"/>
                </a:lnTo>
                <a:lnTo>
                  <a:pt x="2145" y="10333"/>
                </a:lnTo>
                <a:lnTo>
                  <a:pt x="2191" y="10479"/>
                </a:lnTo>
                <a:lnTo>
                  <a:pt x="2260" y="10666"/>
                </a:lnTo>
                <a:lnTo>
                  <a:pt x="2260" y="1081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2088868" y="3702223"/>
            <a:ext cx="2260" cy="10791"/>
          </a:xfrm>
          <a:custGeom>
            <a:avLst/>
            <a:gdLst/>
            <a:ahLst/>
            <a:cxnLst/>
            <a:rect l="l" t="t" r="r" b="b"/>
            <a:pathLst>
              <a:path w="2260" h="10791">
                <a:moveTo>
                  <a:pt x="0" y="0"/>
                </a:moveTo>
                <a:lnTo>
                  <a:pt x="0" y="187"/>
                </a:lnTo>
                <a:lnTo>
                  <a:pt x="46" y="333"/>
                </a:lnTo>
                <a:lnTo>
                  <a:pt x="115" y="479"/>
                </a:lnTo>
                <a:lnTo>
                  <a:pt x="115" y="624"/>
                </a:lnTo>
                <a:lnTo>
                  <a:pt x="161" y="770"/>
                </a:lnTo>
                <a:lnTo>
                  <a:pt x="161" y="958"/>
                </a:lnTo>
                <a:lnTo>
                  <a:pt x="207" y="1104"/>
                </a:lnTo>
                <a:lnTo>
                  <a:pt x="253" y="1249"/>
                </a:lnTo>
                <a:lnTo>
                  <a:pt x="253" y="1395"/>
                </a:lnTo>
                <a:lnTo>
                  <a:pt x="322" y="1541"/>
                </a:lnTo>
                <a:lnTo>
                  <a:pt x="322" y="1729"/>
                </a:lnTo>
                <a:lnTo>
                  <a:pt x="369" y="1874"/>
                </a:lnTo>
                <a:lnTo>
                  <a:pt x="415" y="2062"/>
                </a:lnTo>
                <a:lnTo>
                  <a:pt x="415" y="2208"/>
                </a:lnTo>
                <a:lnTo>
                  <a:pt x="461" y="2354"/>
                </a:lnTo>
                <a:lnTo>
                  <a:pt x="530" y="2541"/>
                </a:lnTo>
                <a:lnTo>
                  <a:pt x="530" y="2687"/>
                </a:lnTo>
                <a:lnTo>
                  <a:pt x="576" y="2916"/>
                </a:lnTo>
                <a:lnTo>
                  <a:pt x="622" y="3062"/>
                </a:lnTo>
                <a:lnTo>
                  <a:pt x="692" y="3208"/>
                </a:lnTo>
                <a:lnTo>
                  <a:pt x="692" y="3354"/>
                </a:lnTo>
                <a:lnTo>
                  <a:pt x="738" y="3499"/>
                </a:lnTo>
                <a:lnTo>
                  <a:pt x="784" y="3729"/>
                </a:lnTo>
                <a:lnTo>
                  <a:pt x="784" y="3874"/>
                </a:lnTo>
                <a:lnTo>
                  <a:pt x="830" y="4020"/>
                </a:lnTo>
                <a:lnTo>
                  <a:pt x="830" y="4166"/>
                </a:lnTo>
                <a:lnTo>
                  <a:pt x="899" y="4312"/>
                </a:lnTo>
                <a:lnTo>
                  <a:pt x="945" y="4541"/>
                </a:lnTo>
                <a:lnTo>
                  <a:pt x="991" y="4687"/>
                </a:lnTo>
                <a:lnTo>
                  <a:pt x="991" y="4833"/>
                </a:lnTo>
                <a:lnTo>
                  <a:pt x="1061" y="4979"/>
                </a:lnTo>
                <a:lnTo>
                  <a:pt x="1061" y="5124"/>
                </a:lnTo>
                <a:lnTo>
                  <a:pt x="1107" y="5354"/>
                </a:lnTo>
                <a:lnTo>
                  <a:pt x="1153" y="5499"/>
                </a:lnTo>
                <a:lnTo>
                  <a:pt x="1199" y="5645"/>
                </a:lnTo>
                <a:lnTo>
                  <a:pt x="1199" y="5791"/>
                </a:lnTo>
                <a:lnTo>
                  <a:pt x="1268" y="5937"/>
                </a:lnTo>
                <a:lnTo>
                  <a:pt x="1268" y="6166"/>
                </a:lnTo>
                <a:lnTo>
                  <a:pt x="1314" y="6312"/>
                </a:lnTo>
                <a:lnTo>
                  <a:pt x="1361" y="6458"/>
                </a:lnTo>
                <a:lnTo>
                  <a:pt x="1361" y="6604"/>
                </a:lnTo>
                <a:lnTo>
                  <a:pt x="1407" y="6749"/>
                </a:lnTo>
                <a:lnTo>
                  <a:pt x="1476" y="6937"/>
                </a:lnTo>
                <a:lnTo>
                  <a:pt x="1476" y="7083"/>
                </a:lnTo>
                <a:lnTo>
                  <a:pt x="1522" y="7270"/>
                </a:lnTo>
                <a:lnTo>
                  <a:pt x="1568" y="7416"/>
                </a:lnTo>
                <a:lnTo>
                  <a:pt x="1568" y="7604"/>
                </a:lnTo>
                <a:lnTo>
                  <a:pt x="1637" y="7749"/>
                </a:lnTo>
                <a:lnTo>
                  <a:pt x="1684" y="7895"/>
                </a:lnTo>
                <a:lnTo>
                  <a:pt x="1684" y="8083"/>
                </a:lnTo>
                <a:lnTo>
                  <a:pt x="1730" y="8270"/>
                </a:lnTo>
                <a:lnTo>
                  <a:pt x="1776" y="8416"/>
                </a:lnTo>
                <a:lnTo>
                  <a:pt x="1776" y="8562"/>
                </a:lnTo>
                <a:lnTo>
                  <a:pt x="1845" y="8708"/>
                </a:lnTo>
                <a:lnTo>
                  <a:pt x="1891" y="8895"/>
                </a:lnTo>
                <a:lnTo>
                  <a:pt x="1891" y="9041"/>
                </a:lnTo>
                <a:lnTo>
                  <a:pt x="1937" y="9229"/>
                </a:lnTo>
                <a:lnTo>
                  <a:pt x="1983" y="9374"/>
                </a:lnTo>
                <a:lnTo>
                  <a:pt x="1983" y="9520"/>
                </a:lnTo>
                <a:lnTo>
                  <a:pt x="2053" y="9708"/>
                </a:lnTo>
                <a:lnTo>
                  <a:pt x="2099" y="9854"/>
                </a:lnTo>
                <a:lnTo>
                  <a:pt x="2099" y="10041"/>
                </a:lnTo>
                <a:lnTo>
                  <a:pt x="2145" y="10187"/>
                </a:lnTo>
                <a:lnTo>
                  <a:pt x="2214" y="10374"/>
                </a:lnTo>
                <a:lnTo>
                  <a:pt x="2214" y="10520"/>
                </a:lnTo>
                <a:lnTo>
                  <a:pt x="2260" y="10666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2091129" y="3713014"/>
            <a:ext cx="2306" cy="10562"/>
          </a:xfrm>
          <a:custGeom>
            <a:avLst/>
            <a:gdLst/>
            <a:ahLst/>
            <a:cxnLst/>
            <a:rect l="l" t="t" r="r" b="b"/>
            <a:pathLst>
              <a:path w="2306" h="10562">
                <a:moveTo>
                  <a:pt x="0" y="0"/>
                </a:moveTo>
                <a:lnTo>
                  <a:pt x="46" y="145"/>
                </a:lnTo>
                <a:lnTo>
                  <a:pt x="92" y="291"/>
                </a:lnTo>
                <a:lnTo>
                  <a:pt x="92" y="479"/>
                </a:lnTo>
                <a:lnTo>
                  <a:pt x="161" y="624"/>
                </a:lnTo>
                <a:lnTo>
                  <a:pt x="207" y="770"/>
                </a:lnTo>
                <a:lnTo>
                  <a:pt x="207" y="916"/>
                </a:lnTo>
                <a:lnTo>
                  <a:pt x="253" y="1062"/>
                </a:lnTo>
                <a:lnTo>
                  <a:pt x="253" y="1208"/>
                </a:lnTo>
                <a:lnTo>
                  <a:pt x="322" y="1354"/>
                </a:lnTo>
                <a:lnTo>
                  <a:pt x="369" y="1499"/>
                </a:lnTo>
                <a:lnTo>
                  <a:pt x="369" y="1687"/>
                </a:lnTo>
                <a:lnTo>
                  <a:pt x="415" y="1833"/>
                </a:lnTo>
                <a:lnTo>
                  <a:pt x="461" y="2020"/>
                </a:lnTo>
                <a:lnTo>
                  <a:pt x="461" y="2208"/>
                </a:lnTo>
                <a:lnTo>
                  <a:pt x="530" y="2354"/>
                </a:lnTo>
                <a:lnTo>
                  <a:pt x="576" y="2499"/>
                </a:lnTo>
                <a:lnTo>
                  <a:pt x="576" y="2687"/>
                </a:lnTo>
                <a:lnTo>
                  <a:pt x="622" y="2833"/>
                </a:lnTo>
                <a:lnTo>
                  <a:pt x="669" y="2979"/>
                </a:lnTo>
                <a:lnTo>
                  <a:pt x="669" y="3124"/>
                </a:lnTo>
                <a:lnTo>
                  <a:pt x="738" y="3312"/>
                </a:lnTo>
                <a:lnTo>
                  <a:pt x="784" y="3458"/>
                </a:lnTo>
                <a:lnTo>
                  <a:pt x="784" y="3645"/>
                </a:lnTo>
                <a:lnTo>
                  <a:pt x="830" y="3791"/>
                </a:lnTo>
                <a:lnTo>
                  <a:pt x="899" y="4020"/>
                </a:lnTo>
                <a:lnTo>
                  <a:pt x="945" y="4166"/>
                </a:lnTo>
                <a:lnTo>
                  <a:pt x="945" y="4312"/>
                </a:lnTo>
                <a:lnTo>
                  <a:pt x="991" y="4458"/>
                </a:lnTo>
                <a:lnTo>
                  <a:pt x="991" y="4604"/>
                </a:lnTo>
                <a:lnTo>
                  <a:pt x="1038" y="4791"/>
                </a:lnTo>
                <a:lnTo>
                  <a:pt x="1107" y="4937"/>
                </a:lnTo>
                <a:lnTo>
                  <a:pt x="1107" y="5083"/>
                </a:lnTo>
                <a:lnTo>
                  <a:pt x="1153" y="5270"/>
                </a:lnTo>
                <a:lnTo>
                  <a:pt x="1199" y="5416"/>
                </a:lnTo>
                <a:lnTo>
                  <a:pt x="1268" y="5604"/>
                </a:lnTo>
                <a:lnTo>
                  <a:pt x="1268" y="5749"/>
                </a:lnTo>
                <a:lnTo>
                  <a:pt x="1314" y="5895"/>
                </a:lnTo>
                <a:lnTo>
                  <a:pt x="1314" y="6083"/>
                </a:lnTo>
                <a:lnTo>
                  <a:pt x="1361" y="6229"/>
                </a:lnTo>
                <a:lnTo>
                  <a:pt x="1407" y="6416"/>
                </a:lnTo>
                <a:lnTo>
                  <a:pt x="1407" y="6562"/>
                </a:lnTo>
                <a:lnTo>
                  <a:pt x="1476" y="6708"/>
                </a:lnTo>
                <a:lnTo>
                  <a:pt x="1522" y="6895"/>
                </a:lnTo>
                <a:lnTo>
                  <a:pt x="1522" y="7041"/>
                </a:lnTo>
                <a:lnTo>
                  <a:pt x="1568" y="7270"/>
                </a:lnTo>
                <a:lnTo>
                  <a:pt x="1614" y="7416"/>
                </a:lnTo>
                <a:lnTo>
                  <a:pt x="1684" y="7562"/>
                </a:lnTo>
                <a:lnTo>
                  <a:pt x="1684" y="7749"/>
                </a:lnTo>
                <a:lnTo>
                  <a:pt x="1730" y="7895"/>
                </a:lnTo>
                <a:lnTo>
                  <a:pt x="1776" y="8041"/>
                </a:lnTo>
                <a:lnTo>
                  <a:pt x="1776" y="8229"/>
                </a:lnTo>
                <a:lnTo>
                  <a:pt x="1845" y="8374"/>
                </a:lnTo>
                <a:lnTo>
                  <a:pt x="1891" y="8520"/>
                </a:lnTo>
                <a:lnTo>
                  <a:pt x="1891" y="8708"/>
                </a:lnTo>
                <a:lnTo>
                  <a:pt x="1937" y="8854"/>
                </a:lnTo>
                <a:lnTo>
                  <a:pt x="1983" y="8999"/>
                </a:lnTo>
                <a:lnTo>
                  <a:pt x="1983" y="9187"/>
                </a:lnTo>
                <a:lnTo>
                  <a:pt x="2053" y="9333"/>
                </a:lnTo>
                <a:lnTo>
                  <a:pt x="2099" y="9479"/>
                </a:lnTo>
                <a:lnTo>
                  <a:pt x="2099" y="9666"/>
                </a:lnTo>
                <a:lnTo>
                  <a:pt x="2145" y="9812"/>
                </a:lnTo>
                <a:lnTo>
                  <a:pt x="2191" y="9999"/>
                </a:lnTo>
                <a:lnTo>
                  <a:pt x="2191" y="10145"/>
                </a:lnTo>
                <a:lnTo>
                  <a:pt x="2260" y="10291"/>
                </a:lnTo>
                <a:lnTo>
                  <a:pt x="2306" y="1047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2093436" y="3723577"/>
            <a:ext cx="2306" cy="10479"/>
          </a:xfrm>
          <a:custGeom>
            <a:avLst/>
            <a:gdLst/>
            <a:ahLst/>
            <a:cxnLst/>
            <a:rect l="l" t="t" r="r" b="b"/>
            <a:pathLst>
              <a:path w="2306" h="10479">
                <a:moveTo>
                  <a:pt x="0" y="0"/>
                </a:moveTo>
                <a:lnTo>
                  <a:pt x="46" y="145"/>
                </a:lnTo>
                <a:lnTo>
                  <a:pt x="46" y="291"/>
                </a:lnTo>
                <a:lnTo>
                  <a:pt x="115" y="437"/>
                </a:lnTo>
                <a:lnTo>
                  <a:pt x="115" y="583"/>
                </a:lnTo>
                <a:lnTo>
                  <a:pt x="161" y="729"/>
                </a:lnTo>
                <a:lnTo>
                  <a:pt x="207" y="874"/>
                </a:lnTo>
                <a:lnTo>
                  <a:pt x="253" y="1104"/>
                </a:lnTo>
                <a:lnTo>
                  <a:pt x="253" y="1249"/>
                </a:lnTo>
                <a:lnTo>
                  <a:pt x="322" y="1395"/>
                </a:lnTo>
                <a:lnTo>
                  <a:pt x="369" y="1583"/>
                </a:lnTo>
                <a:lnTo>
                  <a:pt x="369" y="1729"/>
                </a:lnTo>
                <a:lnTo>
                  <a:pt x="415" y="1874"/>
                </a:lnTo>
                <a:lnTo>
                  <a:pt x="484" y="2020"/>
                </a:lnTo>
                <a:lnTo>
                  <a:pt x="484" y="2208"/>
                </a:lnTo>
                <a:lnTo>
                  <a:pt x="530" y="2354"/>
                </a:lnTo>
                <a:lnTo>
                  <a:pt x="576" y="2499"/>
                </a:lnTo>
                <a:lnTo>
                  <a:pt x="576" y="2687"/>
                </a:lnTo>
                <a:lnTo>
                  <a:pt x="622" y="2833"/>
                </a:lnTo>
                <a:lnTo>
                  <a:pt x="692" y="3020"/>
                </a:lnTo>
                <a:lnTo>
                  <a:pt x="692" y="3166"/>
                </a:lnTo>
                <a:lnTo>
                  <a:pt x="738" y="3312"/>
                </a:lnTo>
                <a:lnTo>
                  <a:pt x="784" y="3499"/>
                </a:lnTo>
                <a:lnTo>
                  <a:pt x="784" y="3645"/>
                </a:lnTo>
                <a:lnTo>
                  <a:pt x="830" y="3833"/>
                </a:lnTo>
                <a:lnTo>
                  <a:pt x="899" y="3979"/>
                </a:lnTo>
                <a:lnTo>
                  <a:pt x="899" y="4166"/>
                </a:lnTo>
                <a:lnTo>
                  <a:pt x="945" y="4312"/>
                </a:lnTo>
                <a:lnTo>
                  <a:pt x="991" y="4458"/>
                </a:lnTo>
                <a:lnTo>
                  <a:pt x="1061" y="4687"/>
                </a:lnTo>
                <a:lnTo>
                  <a:pt x="1061" y="4833"/>
                </a:lnTo>
                <a:lnTo>
                  <a:pt x="1107" y="4979"/>
                </a:lnTo>
                <a:lnTo>
                  <a:pt x="1153" y="5124"/>
                </a:lnTo>
                <a:lnTo>
                  <a:pt x="1153" y="5270"/>
                </a:lnTo>
                <a:lnTo>
                  <a:pt x="1199" y="5458"/>
                </a:lnTo>
                <a:lnTo>
                  <a:pt x="1268" y="5604"/>
                </a:lnTo>
                <a:lnTo>
                  <a:pt x="1268" y="5791"/>
                </a:lnTo>
                <a:lnTo>
                  <a:pt x="1314" y="5937"/>
                </a:lnTo>
                <a:lnTo>
                  <a:pt x="1314" y="6083"/>
                </a:lnTo>
                <a:lnTo>
                  <a:pt x="1361" y="6312"/>
                </a:lnTo>
                <a:lnTo>
                  <a:pt x="1430" y="6458"/>
                </a:lnTo>
                <a:lnTo>
                  <a:pt x="1476" y="6604"/>
                </a:lnTo>
                <a:lnTo>
                  <a:pt x="1476" y="6749"/>
                </a:lnTo>
                <a:lnTo>
                  <a:pt x="1522" y="6895"/>
                </a:lnTo>
                <a:lnTo>
                  <a:pt x="1568" y="7083"/>
                </a:lnTo>
                <a:lnTo>
                  <a:pt x="1568" y="7229"/>
                </a:lnTo>
                <a:lnTo>
                  <a:pt x="1637" y="7416"/>
                </a:lnTo>
                <a:lnTo>
                  <a:pt x="1684" y="7562"/>
                </a:lnTo>
                <a:lnTo>
                  <a:pt x="1730" y="7749"/>
                </a:lnTo>
                <a:lnTo>
                  <a:pt x="1730" y="7937"/>
                </a:lnTo>
                <a:lnTo>
                  <a:pt x="1776" y="8083"/>
                </a:lnTo>
                <a:lnTo>
                  <a:pt x="1845" y="8229"/>
                </a:lnTo>
                <a:lnTo>
                  <a:pt x="1845" y="8374"/>
                </a:lnTo>
                <a:lnTo>
                  <a:pt x="1891" y="8562"/>
                </a:lnTo>
                <a:lnTo>
                  <a:pt x="1891" y="8708"/>
                </a:lnTo>
                <a:lnTo>
                  <a:pt x="1937" y="8854"/>
                </a:lnTo>
                <a:lnTo>
                  <a:pt x="2007" y="9083"/>
                </a:lnTo>
                <a:lnTo>
                  <a:pt x="2053" y="9229"/>
                </a:lnTo>
                <a:lnTo>
                  <a:pt x="2053" y="9374"/>
                </a:lnTo>
                <a:lnTo>
                  <a:pt x="2099" y="9520"/>
                </a:lnTo>
                <a:lnTo>
                  <a:pt x="2099" y="9666"/>
                </a:lnTo>
                <a:lnTo>
                  <a:pt x="2145" y="9854"/>
                </a:lnTo>
                <a:lnTo>
                  <a:pt x="2214" y="9999"/>
                </a:lnTo>
                <a:lnTo>
                  <a:pt x="2260" y="10229"/>
                </a:lnTo>
                <a:lnTo>
                  <a:pt x="2306" y="1037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2095743" y="3734056"/>
            <a:ext cx="2306" cy="10270"/>
          </a:xfrm>
          <a:custGeom>
            <a:avLst/>
            <a:gdLst/>
            <a:ahLst/>
            <a:cxnLst/>
            <a:rect l="l" t="t" r="r" b="b"/>
            <a:pathLst>
              <a:path w="2306" h="10270">
                <a:moveTo>
                  <a:pt x="0" y="0"/>
                </a:moveTo>
                <a:lnTo>
                  <a:pt x="46" y="187"/>
                </a:lnTo>
                <a:lnTo>
                  <a:pt x="115" y="374"/>
                </a:lnTo>
                <a:lnTo>
                  <a:pt x="115" y="520"/>
                </a:lnTo>
                <a:lnTo>
                  <a:pt x="161" y="666"/>
                </a:lnTo>
                <a:lnTo>
                  <a:pt x="207" y="854"/>
                </a:lnTo>
                <a:lnTo>
                  <a:pt x="207" y="999"/>
                </a:lnTo>
                <a:lnTo>
                  <a:pt x="276" y="1145"/>
                </a:lnTo>
                <a:lnTo>
                  <a:pt x="322" y="1333"/>
                </a:lnTo>
                <a:lnTo>
                  <a:pt x="322" y="1479"/>
                </a:lnTo>
                <a:lnTo>
                  <a:pt x="369" y="1666"/>
                </a:lnTo>
                <a:lnTo>
                  <a:pt x="415" y="1812"/>
                </a:lnTo>
                <a:lnTo>
                  <a:pt x="415" y="1958"/>
                </a:lnTo>
                <a:lnTo>
                  <a:pt x="484" y="2145"/>
                </a:lnTo>
                <a:lnTo>
                  <a:pt x="530" y="2291"/>
                </a:lnTo>
                <a:lnTo>
                  <a:pt x="576" y="2479"/>
                </a:lnTo>
                <a:lnTo>
                  <a:pt x="576" y="2624"/>
                </a:lnTo>
                <a:lnTo>
                  <a:pt x="645" y="2770"/>
                </a:lnTo>
                <a:lnTo>
                  <a:pt x="692" y="2958"/>
                </a:lnTo>
                <a:lnTo>
                  <a:pt x="692" y="3104"/>
                </a:lnTo>
                <a:lnTo>
                  <a:pt x="738" y="3291"/>
                </a:lnTo>
                <a:lnTo>
                  <a:pt x="738" y="3437"/>
                </a:lnTo>
                <a:lnTo>
                  <a:pt x="784" y="3583"/>
                </a:lnTo>
                <a:lnTo>
                  <a:pt x="853" y="3770"/>
                </a:lnTo>
                <a:lnTo>
                  <a:pt x="899" y="3916"/>
                </a:lnTo>
                <a:lnTo>
                  <a:pt x="899" y="4104"/>
                </a:lnTo>
                <a:lnTo>
                  <a:pt x="945" y="4249"/>
                </a:lnTo>
                <a:lnTo>
                  <a:pt x="991" y="4437"/>
                </a:lnTo>
                <a:lnTo>
                  <a:pt x="1061" y="4583"/>
                </a:lnTo>
                <a:lnTo>
                  <a:pt x="1061" y="4729"/>
                </a:lnTo>
                <a:lnTo>
                  <a:pt x="1107" y="4916"/>
                </a:lnTo>
                <a:lnTo>
                  <a:pt x="1153" y="5062"/>
                </a:lnTo>
                <a:lnTo>
                  <a:pt x="1153" y="5291"/>
                </a:lnTo>
                <a:lnTo>
                  <a:pt x="1222" y="5437"/>
                </a:lnTo>
                <a:lnTo>
                  <a:pt x="1268" y="5583"/>
                </a:lnTo>
                <a:lnTo>
                  <a:pt x="1268" y="5729"/>
                </a:lnTo>
                <a:lnTo>
                  <a:pt x="1314" y="5874"/>
                </a:lnTo>
                <a:lnTo>
                  <a:pt x="1361" y="6062"/>
                </a:lnTo>
                <a:lnTo>
                  <a:pt x="1361" y="6208"/>
                </a:lnTo>
                <a:lnTo>
                  <a:pt x="1430" y="6354"/>
                </a:lnTo>
                <a:lnTo>
                  <a:pt x="1476" y="6541"/>
                </a:lnTo>
                <a:lnTo>
                  <a:pt x="1476" y="6687"/>
                </a:lnTo>
                <a:lnTo>
                  <a:pt x="1522" y="6874"/>
                </a:lnTo>
                <a:lnTo>
                  <a:pt x="1568" y="7020"/>
                </a:lnTo>
                <a:lnTo>
                  <a:pt x="1637" y="7166"/>
                </a:lnTo>
                <a:lnTo>
                  <a:pt x="1637" y="7354"/>
                </a:lnTo>
                <a:lnTo>
                  <a:pt x="1684" y="7499"/>
                </a:lnTo>
                <a:lnTo>
                  <a:pt x="1730" y="7687"/>
                </a:lnTo>
                <a:lnTo>
                  <a:pt x="1730" y="7833"/>
                </a:lnTo>
                <a:lnTo>
                  <a:pt x="1799" y="8020"/>
                </a:lnTo>
                <a:lnTo>
                  <a:pt x="1845" y="8166"/>
                </a:lnTo>
                <a:lnTo>
                  <a:pt x="1845" y="8312"/>
                </a:lnTo>
                <a:lnTo>
                  <a:pt x="1891" y="8499"/>
                </a:lnTo>
                <a:lnTo>
                  <a:pt x="1937" y="8687"/>
                </a:lnTo>
                <a:lnTo>
                  <a:pt x="2007" y="8833"/>
                </a:lnTo>
                <a:lnTo>
                  <a:pt x="2007" y="8979"/>
                </a:lnTo>
                <a:lnTo>
                  <a:pt x="2053" y="9124"/>
                </a:lnTo>
                <a:lnTo>
                  <a:pt x="2099" y="9312"/>
                </a:lnTo>
                <a:lnTo>
                  <a:pt x="2099" y="9458"/>
                </a:lnTo>
                <a:lnTo>
                  <a:pt x="2168" y="9645"/>
                </a:lnTo>
                <a:lnTo>
                  <a:pt x="2214" y="9791"/>
                </a:lnTo>
                <a:lnTo>
                  <a:pt x="2214" y="9937"/>
                </a:lnTo>
                <a:lnTo>
                  <a:pt x="2260" y="10124"/>
                </a:lnTo>
                <a:lnTo>
                  <a:pt x="2306" y="1027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2098050" y="3744326"/>
            <a:ext cx="2329" cy="10062"/>
          </a:xfrm>
          <a:custGeom>
            <a:avLst/>
            <a:gdLst/>
            <a:ahLst/>
            <a:cxnLst/>
            <a:rect l="l" t="t" r="r" b="b"/>
            <a:pathLst>
              <a:path w="2329" h="10062">
                <a:moveTo>
                  <a:pt x="0" y="0"/>
                </a:moveTo>
                <a:lnTo>
                  <a:pt x="69" y="187"/>
                </a:lnTo>
                <a:lnTo>
                  <a:pt x="69" y="333"/>
                </a:lnTo>
                <a:lnTo>
                  <a:pt x="115" y="374"/>
                </a:lnTo>
                <a:lnTo>
                  <a:pt x="115" y="416"/>
                </a:lnTo>
                <a:lnTo>
                  <a:pt x="115" y="479"/>
                </a:lnTo>
                <a:lnTo>
                  <a:pt x="115" y="562"/>
                </a:lnTo>
                <a:lnTo>
                  <a:pt x="115" y="604"/>
                </a:lnTo>
                <a:lnTo>
                  <a:pt x="161" y="749"/>
                </a:lnTo>
                <a:lnTo>
                  <a:pt x="207" y="895"/>
                </a:lnTo>
                <a:lnTo>
                  <a:pt x="207" y="1041"/>
                </a:lnTo>
                <a:lnTo>
                  <a:pt x="276" y="1187"/>
                </a:lnTo>
                <a:lnTo>
                  <a:pt x="276" y="1333"/>
                </a:lnTo>
                <a:lnTo>
                  <a:pt x="322" y="1479"/>
                </a:lnTo>
                <a:lnTo>
                  <a:pt x="369" y="1624"/>
                </a:lnTo>
                <a:lnTo>
                  <a:pt x="438" y="1812"/>
                </a:lnTo>
                <a:lnTo>
                  <a:pt x="438" y="1958"/>
                </a:lnTo>
                <a:lnTo>
                  <a:pt x="484" y="2145"/>
                </a:lnTo>
                <a:lnTo>
                  <a:pt x="530" y="2291"/>
                </a:lnTo>
                <a:lnTo>
                  <a:pt x="530" y="2437"/>
                </a:lnTo>
                <a:lnTo>
                  <a:pt x="576" y="2624"/>
                </a:lnTo>
                <a:lnTo>
                  <a:pt x="645" y="2770"/>
                </a:lnTo>
                <a:lnTo>
                  <a:pt x="692" y="2958"/>
                </a:lnTo>
                <a:lnTo>
                  <a:pt x="692" y="3104"/>
                </a:lnTo>
                <a:lnTo>
                  <a:pt x="738" y="3249"/>
                </a:lnTo>
                <a:lnTo>
                  <a:pt x="807" y="3437"/>
                </a:lnTo>
                <a:lnTo>
                  <a:pt x="807" y="3583"/>
                </a:lnTo>
                <a:lnTo>
                  <a:pt x="853" y="3770"/>
                </a:lnTo>
                <a:lnTo>
                  <a:pt x="899" y="3916"/>
                </a:lnTo>
                <a:lnTo>
                  <a:pt x="899" y="4062"/>
                </a:lnTo>
                <a:lnTo>
                  <a:pt x="945" y="4249"/>
                </a:lnTo>
                <a:lnTo>
                  <a:pt x="1015" y="4395"/>
                </a:lnTo>
                <a:lnTo>
                  <a:pt x="1061" y="4583"/>
                </a:lnTo>
                <a:lnTo>
                  <a:pt x="1061" y="4729"/>
                </a:lnTo>
                <a:lnTo>
                  <a:pt x="1107" y="4916"/>
                </a:lnTo>
                <a:lnTo>
                  <a:pt x="1153" y="5062"/>
                </a:lnTo>
                <a:lnTo>
                  <a:pt x="1153" y="5208"/>
                </a:lnTo>
                <a:lnTo>
                  <a:pt x="1222" y="5395"/>
                </a:lnTo>
                <a:lnTo>
                  <a:pt x="1268" y="5541"/>
                </a:lnTo>
                <a:lnTo>
                  <a:pt x="1314" y="5729"/>
                </a:lnTo>
                <a:lnTo>
                  <a:pt x="1314" y="5874"/>
                </a:lnTo>
                <a:lnTo>
                  <a:pt x="1384" y="6020"/>
                </a:lnTo>
                <a:lnTo>
                  <a:pt x="1430" y="6208"/>
                </a:lnTo>
                <a:lnTo>
                  <a:pt x="1430" y="6354"/>
                </a:lnTo>
                <a:lnTo>
                  <a:pt x="1476" y="6541"/>
                </a:lnTo>
                <a:lnTo>
                  <a:pt x="1522" y="6687"/>
                </a:lnTo>
                <a:lnTo>
                  <a:pt x="1522" y="6833"/>
                </a:lnTo>
                <a:lnTo>
                  <a:pt x="1591" y="7020"/>
                </a:lnTo>
                <a:lnTo>
                  <a:pt x="1637" y="7166"/>
                </a:lnTo>
                <a:lnTo>
                  <a:pt x="1684" y="7354"/>
                </a:lnTo>
                <a:lnTo>
                  <a:pt x="1684" y="7499"/>
                </a:lnTo>
                <a:lnTo>
                  <a:pt x="1730" y="7645"/>
                </a:lnTo>
                <a:lnTo>
                  <a:pt x="1799" y="7833"/>
                </a:lnTo>
                <a:lnTo>
                  <a:pt x="1845" y="8020"/>
                </a:lnTo>
                <a:lnTo>
                  <a:pt x="1845" y="8166"/>
                </a:lnTo>
                <a:lnTo>
                  <a:pt x="1891" y="8312"/>
                </a:lnTo>
                <a:lnTo>
                  <a:pt x="1960" y="8499"/>
                </a:lnTo>
                <a:lnTo>
                  <a:pt x="1960" y="8645"/>
                </a:lnTo>
                <a:lnTo>
                  <a:pt x="2007" y="8791"/>
                </a:lnTo>
                <a:lnTo>
                  <a:pt x="2053" y="8979"/>
                </a:lnTo>
                <a:lnTo>
                  <a:pt x="2053" y="9124"/>
                </a:lnTo>
                <a:lnTo>
                  <a:pt x="2099" y="9312"/>
                </a:lnTo>
                <a:lnTo>
                  <a:pt x="2168" y="9458"/>
                </a:lnTo>
                <a:lnTo>
                  <a:pt x="2214" y="9604"/>
                </a:lnTo>
                <a:lnTo>
                  <a:pt x="2214" y="9791"/>
                </a:lnTo>
                <a:lnTo>
                  <a:pt x="2260" y="9979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2100380" y="3754389"/>
            <a:ext cx="2237" cy="9851"/>
          </a:xfrm>
          <a:custGeom>
            <a:avLst/>
            <a:gdLst/>
            <a:ahLst/>
            <a:cxnLst/>
            <a:rect l="l" t="t" r="r" b="b"/>
            <a:pathLst>
              <a:path w="2237" h="9851">
                <a:moveTo>
                  <a:pt x="0" y="0"/>
                </a:moveTo>
                <a:lnTo>
                  <a:pt x="0" y="145"/>
                </a:lnTo>
                <a:lnTo>
                  <a:pt x="46" y="291"/>
                </a:lnTo>
                <a:lnTo>
                  <a:pt x="92" y="437"/>
                </a:lnTo>
                <a:lnTo>
                  <a:pt x="92" y="583"/>
                </a:lnTo>
                <a:lnTo>
                  <a:pt x="138" y="729"/>
                </a:lnTo>
                <a:lnTo>
                  <a:pt x="138" y="916"/>
                </a:lnTo>
                <a:lnTo>
                  <a:pt x="207" y="1062"/>
                </a:lnTo>
                <a:lnTo>
                  <a:pt x="253" y="1208"/>
                </a:lnTo>
                <a:lnTo>
                  <a:pt x="253" y="1354"/>
                </a:lnTo>
                <a:lnTo>
                  <a:pt x="299" y="1499"/>
                </a:lnTo>
                <a:lnTo>
                  <a:pt x="346" y="1687"/>
                </a:lnTo>
                <a:lnTo>
                  <a:pt x="415" y="1833"/>
                </a:lnTo>
                <a:lnTo>
                  <a:pt x="415" y="2020"/>
                </a:lnTo>
                <a:lnTo>
                  <a:pt x="461" y="2166"/>
                </a:lnTo>
                <a:lnTo>
                  <a:pt x="507" y="2312"/>
                </a:lnTo>
                <a:lnTo>
                  <a:pt x="576" y="2499"/>
                </a:lnTo>
                <a:lnTo>
                  <a:pt x="576" y="2645"/>
                </a:lnTo>
                <a:lnTo>
                  <a:pt x="622" y="2781"/>
                </a:lnTo>
                <a:lnTo>
                  <a:pt x="669" y="2924"/>
                </a:lnTo>
                <a:lnTo>
                  <a:pt x="669" y="2972"/>
                </a:lnTo>
                <a:lnTo>
                  <a:pt x="669" y="3018"/>
                </a:lnTo>
                <a:lnTo>
                  <a:pt x="669" y="3114"/>
                </a:lnTo>
                <a:lnTo>
                  <a:pt x="669" y="3162"/>
                </a:lnTo>
                <a:lnTo>
                  <a:pt x="715" y="3210"/>
                </a:lnTo>
                <a:lnTo>
                  <a:pt x="715" y="3354"/>
                </a:lnTo>
                <a:lnTo>
                  <a:pt x="784" y="3497"/>
                </a:lnTo>
                <a:lnTo>
                  <a:pt x="830" y="3641"/>
                </a:lnTo>
                <a:lnTo>
                  <a:pt x="830" y="3783"/>
                </a:lnTo>
                <a:lnTo>
                  <a:pt x="876" y="3927"/>
                </a:lnTo>
                <a:lnTo>
                  <a:pt x="945" y="4070"/>
                </a:lnTo>
                <a:lnTo>
                  <a:pt x="945" y="4214"/>
                </a:lnTo>
                <a:lnTo>
                  <a:pt x="991" y="4358"/>
                </a:lnTo>
                <a:lnTo>
                  <a:pt x="991" y="4499"/>
                </a:lnTo>
                <a:lnTo>
                  <a:pt x="1038" y="4643"/>
                </a:lnTo>
                <a:lnTo>
                  <a:pt x="1084" y="4787"/>
                </a:lnTo>
                <a:lnTo>
                  <a:pt x="1084" y="4931"/>
                </a:lnTo>
                <a:lnTo>
                  <a:pt x="1153" y="5074"/>
                </a:lnTo>
                <a:lnTo>
                  <a:pt x="1199" y="5216"/>
                </a:lnTo>
                <a:lnTo>
                  <a:pt x="1199" y="5360"/>
                </a:lnTo>
                <a:lnTo>
                  <a:pt x="1245" y="5551"/>
                </a:lnTo>
                <a:lnTo>
                  <a:pt x="1291" y="5695"/>
                </a:lnTo>
                <a:lnTo>
                  <a:pt x="1291" y="5839"/>
                </a:lnTo>
                <a:lnTo>
                  <a:pt x="1361" y="5981"/>
                </a:lnTo>
                <a:lnTo>
                  <a:pt x="1407" y="6124"/>
                </a:lnTo>
                <a:lnTo>
                  <a:pt x="1407" y="6268"/>
                </a:lnTo>
                <a:lnTo>
                  <a:pt x="1453" y="6412"/>
                </a:lnTo>
                <a:lnTo>
                  <a:pt x="1522" y="6556"/>
                </a:lnTo>
                <a:lnTo>
                  <a:pt x="1522" y="6697"/>
                </a:lnTo>
                <a:lnTo>
                  <a:pt x="1568" y="6889"/>
                </a:lnTo>
                <a:lnTo>
                  <a:pt x="1614" y="7033"/>
                </a:lnTo>
                <a:lnTo>
                  <a:pt x="1614" y="7176"/>
                </a:lnTo>
                <a:lnTo>
                  <a:pt x="1660" y="7318"/>
                </a:lnTo>
                <a:lnTo>
                  <a:pt x="1730" y="7462"/>
                </a:lnTo>
                <a:lnTo>
                  <a:pt x="1730" y="7606"/>
                </a:lnTo>
                <a:lnTo>
                  <a:pt x="1776" y="7749"/>
                </a:lnTo>
                <a:lnTo>
                  <a:pt x="1822" y="7893"/>
                </a:lnTo>
                <a:lnTo>
                  <a:pt x="1822" y="8035"/>
                </a:lnTo>
                <a:lnTo>
                  <a:pt x="1868" y="8179"/>
                </a:lnTo>
                <a:lnTo>
                  <a:pt x="1868" y="8370"/>
                </a:lnTo>
                <a:lnTo>
                  <a:pt x="1937" y="8514"/>
                </a:lnTo>
                <a:lnTo>
                  <a:pt x="1983" y="8658"/>
                </a:lnTo>
                <a:lnTo>
                  <a:pt x="1983" y="8799"/>
                </a:lnTo>
                <a:lnTo>
                  <a:pt x="2030" y="8943"/>
                </a:lnTo>
                <a:lnTo>
                  <a:pt x="2099" y="9087"/>
                </a:lnTo>
                <a:lnTo>
                  <a:pt x="2099" y="9231"/>
                </a:lnTo>
                <a:lnTo>
                  <a:pt x="2145" y="9374"/>
                </a:lnTo>
                <a:lnTo>
                  <a:pt x="2191" y="9516"/>
                </a:lnTo>
                <a:lnTo>
                  <a:pt x="2191" y="9660"/>
                </a:lnTo>
                <a:lnTo>
                  <a:pt x="2237" y="9804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2102618" y="3764241"/>
            <a:ext cx="2329" cy="9697"/>
          </a:xfrm>
          <a:custGeom>
            <a:avLst/>
            <a:gdLst/>
            <a:ahLst/>
            <a:cxnLst/>
            <a:rect l="l" t="t" r="r" b="b"/>
            <a:pathLst>
              <a:path w="2329" h="9697">
                <a:moveTo>
                  <a:pt x="0" y="0"/>
                </a:moveTo>
                <a:lnTo>
                  <a:pt x="69" y="143"/>
                </a:lnTo>
                <a:lnTo>
                  <a:pt x="69" y="287"/>
                </a:lnTo>
                <a:lnTo>
                  <a:pt x="115" y="429"/>
                </a:lnTo>
                <a:lnTo>
                  <a:pt x="161" y="572"/>
                </a:lnTo>
                <a:lnTo>
                  <a:pt x="161" y="716"/>
                </a:lnTo>
                <a:lnTo>
                  <a:pt x="230" y="860"/>
                </a:lnTo>
                <a:lnTo>
                  <a:pt x="276" y="1004"/>
                </a:lnTo>
                <a:lnTo>
                  <a:pt x="276" y="1145"/>
                </a:lnTo>
                <a:lnTo>
                  <a:pt x="322" y="1289"/>
                </a:lnTo>
                <a:lnTo>
                  <a:pt x="369" y="1433"/>
                </a:lnTo>
                <a:lnTo>
                  <a:pt x="369" y="1577"/>
                </a:lnTo>
                <a:lnTo>
                  <a:pt x="438" y="1720"/>
                </a:lnTo>
                <a:lnTo>
                  <a:pt x="484" y="1862"/>
                </a:lnTo>
                <a:lnTo>
                  <a:pt x="484" y="2006"/>
                </a:lnTo>
                <a:lnTo>
                  <a:pt x="530" y="2149"/>
                </a:lnTo>
                <a:lnTo>
                  <a:pt x="530" y="2293"/>
                </a:lnTo>
                <a:lnTo>
                  <a:pt x="576" y="2437"/>
                </a:lnTo>
                <a:lnTo>
                  <a:pt x="645" y="2579"/>
                </a:lnTo>
                <a:lnTo>
                  <a:pt x="645" y="2722"/>
                </a:lnTo>
                <a:lnTo>
                  <a:pt x="692" y="2866"/>
                </a:lnTo>
                <a:lnTo>
                  <a:pt x="738" y="3010"/>
                </a:lnTo>
                <a:lnTo>
                  <a:pt x="738" y="3154"/>
                </a:lnTo>
                <a:lnTo>
                  <a:pt x="807" y="3295"/>
                </a:lnTo>
                <a:lnTo>
                  <a:pt x="853" y="3439"/>
                </a:lnTo>
                <a:lnTo>
                  <a:pt x="853" y="3583"/>
                </a:lnTo>
                <a:lnTo>
                  <a:pt x="899" y="3727"/>
                </a:lnTo>
                <a:lnTo>
                  <a:pt x="945" y="3870"/>
                </a:lnTo>
                <a:lnTo>
                  <a:pt x="945" y="4012"/>
                </a:lnTo>
                <a:lnTo>
                  <a:pt x="1015" y="4156"/>
                </a:lnTo>
                <a:lnTo>
                  <a:pt x="1015" y="4299"/>
                </a:lnTo>
                <a:lnTo>
                  <a:pt x="1061" y="4443"/>
                </a:lnTo>
                <a:lnTo>
                  <a:pt x="1107" y="4587"/>
                </a:lnTo>
                <a:lnTo>
                  <a:pt x="1107" y="4729"/>
                </a:lnTo>
                <a:lnTo>
                  <a:pt x="1176" y="4872"/>
                </a:lnTo>
                <a:lnTo>
                  <a:pt x="1222" y="5016"/>
                </a:lnTo>
                <a:lnTo>
                  <a:pt x="1222" y="5160"/>
                </a:lnTo>
                <a:lnTo>
                  <a:pt x="1268" y="5304"/>
                </a:lnTo>
                <a:lnTo>
                  <a:pt x="1314" y="5445"/>
                </a:lnTo>
                <a:lnTo>
                  <a:pt x="1314" y="5589"/>
                </a:lnTo>
                <a:lnTo>
                  <a:pt x="1384" y="5733"/>
                </a:lnTo>
                <a:lnTo>
                  <a:pt x="1430" y="5876"/>
                </a:lnTo>
                <a:lnTo>
                  <a:pt x="1430" y="6018"/>
                </a:lnTo>
                <a:lnTo>
                  <a:pt x="1476" y="6162"/>
                </a:lnTo>
                <a:lnTo>
                  <a:pt x="1522" y="6306"/>
                </a:lnTo>
                <a:lnTo>
                  <a:pt x="1522" y="6449"/>
                </a:lnTo>
                <a:lnTo>
                  <a:pt x="1591" y="6593"/>
                </a:lnTo>
                <a:lnTo>
                  <a:pt x="1637" y="6737"/>
                </a:lnTo>
                <a:lnTo>
                  <a:pt x="1637" y="6879"/>
                </a:lnTo>
                <a:lnTo>
                  <a:pt x="1684" y="7022"/>
                </a:lnTo>
                <a:lnTo>
                  <a:pt x="1684" y="7166"/>
                </a:lnTo>
                <a:lnTo>
                  <a:pt x="1753" y="7310"/>
                </a:lnTo>
                <a:lnTo>
                  <a:pt x="1799" y="7454"/>
                </a:lnTo>
                <a:lnTo>
                  <a:pt x="1799" y="7595"/>
                </a:lnTo>
                <a:lnTo>
                  <a:pt x="1845" y="7739"/>
                </a:lnTo>
                <a:lnTo>
                  <a:pt x="1891" y="7883"/>
                </a:lnTo>
                <a:lnTo>
                  <a:pt x="1891" y="8026"/>
                </a:lnTo>
                <a:lnTo>
                  <a:pt x="1960" y="8170"/>
                </a:lnTo>
                <a:lnTo>
                  <a:pt x="2007" y="8312"/>
                </a:lnTo>
                <a:lnTo>
                  <a:pt x="2007" y="8456"/>
                </a:lnTo>
                <a:lnTo>
                  <a:pt x="2053" y="8599"/>
                </a:lnTo>
                <a:lnTo>
                  <a:pt x="2099" y="8743"/>
                </a:lnTo>
                <a:lnTo>
                  <a:pt x="2099" y="8887"/>
                </a:lnTo>
                <a:lnTo>
                  <a:pt x="2168" y="9029"/>
                </a:lnTo>
                <a:lnTo>
                  <a:pt x="2214" y="9172"/>
                </a:lnTo>
                <a:lnTo>
                  <a:pt x="2214" y="9316"/>
                </a:lnTo>
                <a:lnTo>
                  <a:pt x="2260" y="9460"/>
                </a:lnTo>
                <a:lnTo>
                  <a:pt x="2329" y="9601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2104948" y="3773938"/>
            <a:ext cx="2306" cy="9460"/>
          </a:xfrm>
          <a:custGeom>
            <a:avLst/>
            <a:gdLst/>
            <a:ahLst/>
            <a:cxnLst/>
            <a:rect l="l" t="t" r="r" b="b"/>
            <a:pathLst>
              <a:path w="2306" h="9460">
                <a:moveTo>
                  <a:pt x="0" y="0"/>
                </a:moveTo>
                <a:lnTo>
                  <a:pt x="46" y="143"/>
                </a:lnTo>
                <a:lnTo>
                  <a:pt x="46" y="287"/>
                </a:lnTo>
                <a:lnTo>
                  <a:pt x="92" y="431"/>
                </a:lnTo>
                <a:lnTo>
                  <a:pt x="138" y="574"/>
                </a:lnTo>
                <a:lnTo>
                  <a:pt x="138" y="716"/>
                </a:lnTo>
                <a:lnTo>
                  <a:pt x="207" y="860"/>
                </a:lnTo>
                <a:lnTo>
                  <a:pt x="253" y="1004"/>
                </a:lnTo>
                <a:lnTo>
                  <a:pt x="253" y="1147"/>
                </a:lnTo>
                <a:lnTo>
                  <a:pt x="299" y="1291"/>
                </a:lnTo>
                <a:lnTo>
                  <a:pt x="369" y="1433"/>
                </a:lnTo>
                <a:lnTo>
                  <a:pt x="369" y="1577"/>
                </a:lnTo>
                <a:lnTo>
                  <a:pt x="415" y="1720"/>
                </a:lnTo>
                <a:lnTo>
                  <a:pt x="461" y="1864"/>
                </a:lnTo>
                <a:lnTo>
                  <a:pt x="461" y="2008"/>
                </a:lnTo>
                <a:lnTo>
                  <a:pt x="507" y="2149"/>
                </a:lnTo>
                <a:lnTo>
                  <a:pt x="576" y="2293"/>
                </a:lnTo>
                <a:lnTo>
                  <a:pt x="576" y="2437"/>
                </a:lnTo>
                <a:lnTo>
                  <a:pt x="622" y="2581"/>
                </a:lnTo>
                <a:lnTo>
                  <a:pt x="669" y="2724"/>
                </a:lnTo>
                <a:lnTo>
                  <a:pt x="669" y="2866"/>
                </a:lnTo>
                <a:lnTo>
                  <a:pt x="715" y="3010"/>
                </a:lnTo>
                <a:lnTo>
                  <a:pt x="784" y="3154"/>
                </a:lnTo>
                <a:lnTo>
                  <a:pt x="784" y="3297"/>
                </a:lnTo>
                <a:lnTo>
                  <a:pt x="830" y="3441"/>
                </a:lnTo>
                <a:lnTo>
                  <a:pt x="876" y="3583"/>
                </a:lnTo>
                <a:lnTo>
                  <a:pt x="876" y="3727"/>
                </a:lnTo>
                <a:lnTo>
                  <a:pt x="945" y="3870"/>
                </a:lnTo>
                <a:lnTo>
                  <a:pt x="991" y="4014"/>
                </a:lnTo>
                <a:lnTo>
                  <a:pt x="991" y="4158"/>
                </a:lnTo>
                <a:lnTo>
                  <a:pt x="1038" y="4299"/>
                </a:lnTo>
                <a:lnTo>
                  <a:pt x="1084" y="4443"/>
                </a:lnTo>
                <a:lnTo>
                  <a:pt x="1084" y="4587"/>
                </a:lnTo>
                <a:lnTo>
                  <a:pt x="1153" y="4731"/>
                </a:lnTo>
                <a:lnTo>
                  <a:pt x="1199" y="4874"/>
                </a:lnTo>
                <a:lnTo>
                  <a:pt x="1199" y="5016"/>
                </a:lnTo>
                <a:lnTo>
                  <a:pt x="1245" y="5160"/>
                </a:lnTo>
                <a:lnTo>
                  <a:pt x="1291" y="5304"/>
                </a:lnTo>
                <a:lnTo>
                  <a:pt x="1291" y="5447"/>
                </a:lnTo>
                <a:lnTo>
                  <a:pt x="1361" y="5591"/>
                </a:lnTo>
                <a:lnTo>
                  <a:pt x="1361" y="5733"/>
                </a:lnTo>
                <a:lnTo>
                  <a:pt x="1407" y="5876"/>
                </a:lnTo>
                <a:lnTo>
                  <a:pt x="1453" y="6020"/>
                </a:lnTo>
                <a:lnTo>
                  <a:pt x="1453" y="6164"/>
                </a:lnTo>
                <a:lnTo>
                  <a:pt x="1522" y="6308"/>
                </a:lnTo>
                <a:lnTo>
                  <a:pt x="1568" y="6449"/>
                </a:lnTo>
                <a:lnTo>
                  <a:pt x="1568" y="6593"/>
                </a:lnTo>
                <a:lnTo>
                  <a:pt x="1614" y="6737"/>
                </a:lnTo>
                <a:lnTo>
                  <a:pt x="1660" y="6881"/>
                </a:lnTo>
                <a:lnTo>
                  <a:pt x="1660" y="7024"/>
                </a:lnTo>
                <a:lnTo>
                  <a:pt x="1730" y="7166"/>
                </a:lnTo>
                <a:lnTo>
                  <a:pt x="1776" y="7310"/>
                </a:lnTo>
                <a:lnTo>
                  <a:pt x="1776" y="7454"/>
                </a:lnTo>
                <a:lnTo>
                  <a:pt x="1822" y="7597"/>
                </a:lnTo>
                <a:lnTo>
                  <a:pt x="1891" y="7741"/>
                </a:lnTo>
                <a:lnTo>
                  <a:pt x="1891" y="7883"/>
                </a:lnTo>
                <a:lnTo>
                  <a:pt x="1937" y="8026"/>
                </a:lnTo>
                <a:lnTo>
                  <a:pt x="1983" y="8170"/>
                </a:lnTo>
                <a:lnTo>
                  <a:pt x="1983" y="8314"/>
                </a:lnTo>
                <a:lnTo>
                  <a:pt x="2030" y="8458"/>
                </a:lnTo>
                <a:lnTo>
                  <a:pt x="2099" y="8599"/>
                </a:lnTo>
                <a:lnTo>
                  <a:pt x="2145" y="8743"/>
                </a:lnTo>
                <a:lnTo>
                  <a:pt x="2145" y="8887"/>
                </a:lnTo>
                <a:lnTo>
                  <a:pt x="2191" y="9031"/>
                </a:lnTo>
                <a:lnTo>
                  <a:pt x="2237" y="9174"/>
                </a:lnTo>
                <a:lnTo>
                  <a:pt x="2237" y="9316"/>
                </a:lnTo>
                <a:lnTo>
                  <a:pt x="2306" y="9460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2107255" y="3783399"/>
            <a:ext cx="2306" cy="9268"/>
          </a:xfrm>
          <a:custGeom>
            <a:avLst/>
            <a:gdLst/>
            <a:ahLst/>
            <a:cxnLst/>
            <a:rect l="l" t="t" r="r" b="b"/>
            <a:pathLst>
              <a:path w="2306" h="9268">
                <a:moveTo>
                  <a:pt x="0" y="0"/>
                </a:moveTo>
                <a:lnTo>
                  <a:pt x="46" y="143"/>
                </a:lnTo>
                <a:lnTo>
                  <a:pt x="46" y="287"/>
                </a:lnTo>
                <a:lnTo>
                  <a:pt x="92" y="431"/>
                </a:lnTo>
                <a:lnTo>
                  <a:pt x="161" y="572"/>
                </a:lnTo>
                <a:lnTo>
                  <a:pt x="161" y="716"/>
                </a:lnTo>
                <a:lnTo>
                  <a:pt x="207" y="860"/>
                </a:lnTo>
                <a:lnTo>
                  <a:pt x="207" y="1004"/>
                </a:lnTo>
                <a:lnTo>
                  <a:pt x="253" y="1147"/>
                </a:lnTo>
                <a:lnTo>
                  <a:pt x="299" y="1289"/>
                </a:lnTo>
                <a:lnTo>
                  <a:pt x="299" y="1433"/>
                </a:lnTo>
                <a:lnTo>
                  <a:pt x="369" y="1577"/>
                </a:lnTo>
                <a:lnTo>
                  <a:pt x="415" y="1720"/>
                </a:lnTo>
                <a:lnTo>
                  <a:pt x="461" y="1864"/>
                </a:lnTo>
                <a:lnTo>
                  <a:pt x="461" y="2006"/>
                </a:lnTo>
                <a:lnTo>
                  <a:pt x="530" y="2149"/>
                </a:lnTo>
                <a:lnTo>
                  <a:pt x="576" y="2293"/>
                </a:lnTo>
                <a:lnTo>
                  <a:pt x="576" y="2437"/>
                </a:lnTo>
                <a:lnTo>
                  <a:pt x="622" y="2581"/>
                </a:lnTo>
                <a:lnTo>
                  <a:pt x="669" y="2722"/>
                </a:lnTo>
                <a:lnTo>
                  <a:pt x="669" y="2866"/>
                </a:lnTo>
                <a:lnTo>
                  <a:pt x="738" y="3010"/>
                </a:lnTo>
                <a:lnTo>
                  <a:pt x="784" y="3154"/>
                </a:lnTo>
                <a:lnTo>
                  <a:pt x="784" y="3297"/>
                </a:lnTo>
                <a:lnTo>
                  <a:pt x="830" y="3439"/>
                </a:lnTo>
                <a:lnTo>
                  <a:pt x="876" y="3583"/>
                </a:lnTo>
                <a:lnTo>
                  <a:pt x="876" y="3727"/>
                </a:lnTo>
                <a:lnTo>
                  <a:pt x="945" y="3870"/>
                </a:lnTo>
                <a:lnTo>
                  <a:pt x="991" y="4014"/>
                </a:lnTo>
                <a:lnTo>
                  <a:pt x="991" y="4156"/>
                </a:lnTo>
                <a:lnTo>
                  <a:pt x="1038" y="4299"/>
                </a:lnTo>
                <a:lnTo>
                  <a:pt x="1107" y="4443"/>
                </a:lnTo>
                <a:lnTo>
                  <a:pt x="1107" y="4587"/>
                </a:lnTo>
                <a:lnTo>
                  <a:pt x="1153" y="4731"/>
                </a:lnTo>
                <a:lnTo>
                  <a:pt x="1199" y="4872"/>
                </a:lnTo>
                <a:lnTo>
                  <a:pt x="1199" y="5016"/>
                </a:lnTo>
                <a:lnTo>
                  <a:pt x="1245" y="5160"/>
                </a:lnTo>
                <a:lnTo>
                  <a:pt x="1314" y="5304"/>
                </a:lnTo>
                <a:lnTo>
                  <a:pt x="1314" y="5447"/>
                </a:lnTo>
                <a:lnTo>
                  <a:pt x="1361" y="5589"/>
                </a:lnTo>
                <a:lnTo>
                  <a:pt x="1407" y="5733"/>
                </a:lnTo>
                <a:lnTo>
                  <a:pt x="1453" y="5876"/>
                </a:lnTo>
                <a:lnTo>
                  <a:pt x="1453" y="6020"/>
                </a:lnTo>
                <a:lnTo>
                  <a:pt x="1522" y="6164"/>
                </a:lnTo>
                <a:lnTo>
                  <a:pt x="1568" y="6306"/>
                </a:lnTo>
                <a:lnTo>
                  <a:pt x="1568" y="6449"/>
                </a:lnTo>
                <a:lnTo>
                  <a:pt x="1614" y="6593"/>
                </a:lnTo>
                <a:lnTo>
                  <a:pt x="1684" y="6737"/>
                </a:lnTo>
                <a:lnTo>
                  <a:pt x="1684" y="6881"/>
                </a:lnTo>
                <a:lnTo>
                  <a:pt x="1730" y="7022"/>
                </a:lnTo>
                <a:lnTo>
                  <a:pt x="1776" y="7166"/>
                </a:lnTo>
                <a:lnTo>
                  <a:pt x="1776" y="7310"/>
                </a:lnTo>
                <a:lnTo>
                  <a:pt x="1822" y="7454"/>
                </a:lnTo>
                <a:lnTo>
                  <a:pt x="1891" y="7597"/>
                </a:lnTo>
                <a:lnTo>
                  <a:pt x="1891" y="7739"/>
                </a:lnTo>
                <a:lnTo>
                  <a:pt x="1937" y="7883"/>
                </a:lnTo>
                <a:lnTo>
                  <a:pt x="1983" y="8026"/>
                </a:lnTo>
                <a:lnTo>
                  <a:pt x="1983" y="8170"/>
                </a:lnTo>
                <a:lnTo>
                  <a:pt x="2053" y="8314"/>
                </a:lnTo>
                <a:lnTo>
                  <a:pt x="2099" y="8456"/>
                </a:lnTo>
                <a:lnTo>
                  <a:pt x="2145" y="8599"/>
                </a:lnTo>
                <a:lnTo>
                  <a:pt x="2145" y="8743"/>
                </a:lnTo>
                <a:lnTo>
                  <a:pt x="2191" y="8887"/>
                </a:lnTo>
                <a:lnTo>
                  <a:pt x="2260" y="9031"/>
                </a:lnTo>
                <a:lnTo>
                  <a:pt x="2260" y="9172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109561" y="3792667"/>
            <a:ext cx="2260" cy="8983"/>
          </a:xfrm>
          <a:custGeom>
            <a:avLst/>
            <a:gdLst/>
            <a:ahLst/>
            <a:cxnLst/>
            <a:rect l="l" t="t" r="r" b="b"/>
            <a:pathLst>
              <a:path w="2260" h="8983">
                <a:moveTo>
                  <a:pt x="0" y="0"/>
                </a:moveTo>
                <a:lnTo>
                  <a:pt x="0" y="143"/>
                </a:lnTo>
                <a:lnTo>
                  <a:pt x="46" y="287"/>
                </a:lnTo>
                <a:lnTo>
                  <a:pt x="92" y="431"/>
                </a:lnTo>
                <a:lnTo>
                  <a:pt x="161" y="572"/>
                </a:lnTo>
                <a:lnTo>
                  <a:pt x="161" y="716"/>
                </a:lnTo>
                <a:lnTo>
                  <a:pt x="207" y="860"/>
                </a:lnTo>
                <a:lnTo>
                  <a:pt x="207" y="1004"/>
                </a:lnTo>
                <a:lnTo>
                  <a:pt x="253" y="1147"/>
                </a:lnTo>
                <a:lnTo>
                  <a:pt x="322" y="1289"/>
                </a:lnTo>
                <a:lnTo>
                  <a:pt x="369" y="1433"/>
                </a:lnTo>
                <a:lnTo>
                  <a:pt x="369" y="1577"/>
                </a:lnTo>
                <a:lnTo>
                  <a:pt x="415" y="1720"/>
                </a:lnTo>
                <a:lnTo>
                  <a:pt x="461" y="1864"/>
                </a:lnTo>
                <a:lnTo>
                  <a:pt x="461" y="2006"/>
                </a:lnTo>
                <a:lnTo>
                  <a:pt x="530" y="2149"/>
                </a:lnTo>
                <a:lnTo>
                  <a:pt x="576" y="2293"/>
                </a:lnTo>
                <a:lnTo>
                  <a:pt x="622" y="2437"/>
                </a:lnTo>
                <a:lnTo>
                  <a:pt x="622" y="2581"/>
                </a:lnTo>
                <a:lnTo>
                  <a:pt x="692" y="2722"/>
                </a:lnTo>
                <a:lnTo>
                  <a:pt x="738" y="2866"/>
                </a:lnTo>
                <a:lnTo>
                  <a:pt x="738" y="3010"/>
                </a:lnTo>
                <a:lnTo>
                  <a:pt x="784" y="3154"/>
                </a:lnTo>
                <a:lnTo>
                  <a:pt x="784" y="3297"/>
                </a:lnTo>
                <a:lnTo>
                  <a:pt x="830" y="3439"/>
                </a:lnTo>
                <a:lnTo>
                  <a:pt x="899" y="3583"/>
                </a:lnTo>
                <a:lnTo>
                  <a:pt x="945" y="3727"/>
                </a:lnTo>
                <a:lnTo>
                  <a:pt x="945" y="3870"/>
                </a:lnTo>
                <a:lnTo>
                  <a:pt x="991" y="4014"/>
                </a:lnTo>
                <a:lnTo>
                  <a:pt x="1038" y="4156"/>
                </a:lnTo>
                <a:lnTo>
                  <a:pt x="1107" y="4299"/>
                </a:lnTo>
                <a:lnTo>
                  <a:pt x="1107" y="4443"/>
                </a:lnTo>
                <a:lnTo>
                  <a:pt x="1153" y="4587"/>
                </a:lnTo>
                <a:lnTo>
                  <a:pt x="1199" y="4731"/>
                </a:lnTo>
                <a:lnTo>
                  <a:pt x="1199" y="4872"/>
                </a:lnTo>
                <a:lnTo>
                  <a:pt x="1268" y="5016"/>
                </a:lnTo>
                <a:lnTo>
                  <a:pt x="1314" y="5160"/>
                </a:lnTo>
                <a:lnTo>
                  <a:pt x="1314" y="5304"/>
                </a:lnTo>
                <a:lnTo>
                  <a:pt x="1361" y="5447"/>
                </a:lnTo>
                <a:lnTo>
                  <a:pt x="1407" y="5589"/>
                </a:lnTo>
                <a:lnTo>
                  <a:pt x="1407" y="5733"/>
                </a:lnTo>
                <a:lnTo>
                  <a:pt x="1476" y="5876"/>
                </a:lnTo>
                <a:lnTo>
                  <a:pt x="1522" y="6020"/>
                </a:lnTo>
                <a:lnTo>
                  <a:pt x="1568" y="6164"/>
                </a:lnTo>
                <a:lnTo>
                  <a:pt x="1568" y="6306"/>
                </a:lnTo>
                <a:lnTo>
                  <a:pt x="1614" y="6449"/>
                </a:lnTo>
                <a:lnTo>
                  <a:pt x="1684" y="6593"/>
                </a:lnTo>
                <a:lnTo>
                  <a:pt x="1684" y="6737"/>
                </a:lnTo>
                <a:lnTo>
                  <a:pt x="1730" y="6881"/>
                </a:lnTo>
                <a:lnTo>
                  <a:pt x="1776" y="7022"/>
                </a:lnTo>
                <a:lnTo>
                  <a:pt x="1776" y="7166"/>
                </a:lnTo>
                <a:lnTo>
                  <a:pt x="1845" y="7310"/>
                </a:lnTo>
                <a:lnTo>
                  <a:pt x="1891" y="7454"/>
                </a:lnTo>
                <a:lnTo>
                  <a:pt x="1937" y="7597"/>
                </a:lnTo>
                <a:lnTo>
                  <a:pt x="1937" y="7739"/>
                </a:lnTo>
                <a:lnTo>
                  <a:pt x="1983" y="7883"/>
                </a:lnTo>
                <a:lnTo>
                  <a:pt x="2053" y="8026"/>
                </a:lnTo>
                <a:lnTo>
                  <a:pt x="2053" y="8170"/>
                </a:lnTo>
                <a:lnTo>
                  <a:pt x="2099" y="8314"/>
                </a:lnTo>
                <a:lnTo>
                  <a:pt x="2145" y="8456"/>
                </a:lnTo>
                <a:lnTo>
                  <a:pt x="2145" y="8599"/>
                </a:lnTo>
                <a:lnTo>
                  <a:pt x="2214" y="8743"/>
                </a:lnTo>
                <a:lnTo>
                  <a:pt x="2260" y="8887"/>
                </a:lnTo>
              </a:path>
            </a:pathLst>
          </a:custGeom>
          <a:ln w="3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2111822" y="3801650"/>
            <a:ext cx="2306" cy="8789"/>
          </a:xfrm>
          <a:custGeom>
            <a:avLst/>
            <a:gdLst/>
            <a:ahLst/>
            <a:cxnLst/>
            <a:rect l="l" t="t" r="r" b="b"/>
            <a:pathLst>
              <a:path w="2306" h="8789">
                <a:moveTo>
                  <a:pt x="0" y="0"/>
                </a:moveTo>
                <a:lnTo>
                  <a:pt x="46" y="143"/>
                </a:lnTo>
                <a:lnTo>
                  <a:pt x="92" y="285"/>
                </a:lnTo>
                <a:lnTo>
                  <a:pt x="92" y="429"/>
                </a:lnTo>
                <a:lnTo>
                  <a:pt x="161" y="572"/>
                </a:lnTo>
                <a:lnTo>
                  <a:pt x="207" y="716"/>
                </a:lnTo>
                <a:lnTo>
                  <a:pt x="253" y="860"/>
                </a:lnTo>
                <a:lnTo>
                  <a:pt x="253" y="1002"/>
                </a:lnTo>
                <a:lnTo>
                  <a:pt x="299" y="1145"/>
                </a:lnTo>
                <a:lnTo>
                  <a:pt x="369" y="1289"/>
                </a:lnTo>
                <a:lnTo>
                  <a:pt x="369" y="1433"/>
                </a:lnTo>
                <a:lnTo>
                  <a:pt x="415" y="1577"/>
                </a:lnTo>
                <a:lnTo>
                  <a:pt x="461" y="1718"/>
                </a:lnTo>
                <a:lnTo>
                  <a:pt x="461" y="1862"/>
                </a:lnTo>
                <a:lnTo>
                  <a:pt x="530" y="2006"/>
                </a:lnTo>
                <a:lnTo>
                  <a:pt x="576" y="2149"/>
                </a:lnTo>
                <a:lnTo>
                  <a:pt x="622" y="2291"/>
                </a:lnTo>
                <a:lnTo>
                  <a:pt x="622" y="2435"/>
                </a:lnTo>
                <a:lnTo>
                  <a:pt x="669" y="2579"/>
                </a:lnTo>
                <a:lnTo>
                  <a:pt x="738" y="2722"/>
                </a:lnTo>
                <a:lnTo>
                  <a:pt x="784" y="2866"/>
                </a:lnTo>
                <a:lnTo>
                  <a:pt x="784" y="3010"/>
                </a:lnTo>
                <a:lnTo>
                  <a:pt x="830" y="3152"/>
                </a:lnTo>
                <a:lnTo>
                  <a:pt x="899" y="3295"/>
                </a:lnTo>
                <a:lnTo>
                  <a:pt x="899" y="3439"/>
                </a:lnTo>
                <a:lnTo>
                  <a:pt x="945" y="3583"/>
                </a:lnTo>
                <a:lnTo>
                  <a:pt x="991" y="3727"/>
                </a:lnTo>
                <a:lnTo>
                  <a:pt x="1038" y="3868"/>
                </a:lnTo>
                <a:lnTo>
                  <a:pt x="1038" y="4012"/>
                </a:lnTo>
                <a:lnTo>
                  <a:pt x="1107" y="4156"/>
                </a:lnTo>
                <a:lnTo>
                  <a:pt x="1153" y="4299"/>
                </a:lnTo>
                <a:lnTo>
                  <a:pt x="1153" y="4443"/>
                </a:lnTo>
                <a:lnTo>
                  <a:pt x="1199" y="4585"/>
                </a:lnTo>
                <a:lnTo>
                  <a:pt x="1245" y="4729"/>
                </a:lnTo>
                <a:lnTo>
                  <a:pt x="1245" y="4872"/>
                </a:lnTo>
                <a:lnTo>
                  <a:pt x="1314" y="5016"/>
                </a:lnTo>
                <a:lnTo>
                  <a:pt x="1361" y="5160"/>
                </a:lnTo>
                <a:lnTo>
                  <a:pt x="1407" y="5301"/>
                </a:lnTo>
                <a:lnTo>
                  <a:pt x="1407" y="5445"/>
                </a:lnTo>
                <a:lnTo>
                  <a:pt x="1476" y="5589"/>
                </a:lnTo>
                <a:lnTo>
                  <a:pt x="1522" y="5733"/>
                </a:lnTo>
                <a:lnTo>
                  <a:pt x="1522" y="5874"/>
                </a:lnTo>
                <a:lnTo>
                  <a:pt x="1568" y="6018"/>
                </a:lnTo>
                <a:lnTo>
                  <a:pt x="1614" y="6162"/>
                </a:lnTo>
                <a:lnTo>
                  <a:pt x="1684" y="6306"/>
                </a:lnTo>
                <a:lnTo>
                  <a:pt x="1684" y="6449"/>
                </a:lnTo>
                <a:lnTo>
                  <a:pt x="1730" y="6593"/>
                </a:lnTo>
                <a:lnTo>
                  <a:pt x="1776" y="6735"/>
                </a:lnTo>
                <a:lnTo>
                  <a:pt x="1822" y="6879"/>
                </a:lnTo>
                <a:lnTo>
                  <a:pt x="1822" y="7022"/>
                </a:lnTo>
                <a:lnTo>
                  <a:pt x="1891" y="7166"/>
                </a:lnTo>
                <a:lnTo>
                  <a:pt x="1937" y="7310"/>
                </a:lnTo>
                <a:lnTo>
                  <a:pt x="1937" y="7451"/>
                </a:lnTo>
                <a:lnTo>
                  <a:pt x="1983" y="7595"/>
                </a:lnTo>
                <a:lnTo>
                  <a:pt x="2053" y="7739"/>
                </a:lnTo>
                <a:lnTo>
                  <a:pt x="2099" y="7883"/>
                </a:lnTo>
                <a:lnTo>
                  <a:pt x="2099" y="8026"/>
                </a:lnTo>
                <a:lnTo>
                  <a:pt x="2145" y="8168"/>
                </a:lnTo>
                <a:lnTo>
                  <a:pt x="2191" y="8312"/>
                </a:lnTo>
                <a:lnTo>
                  <a:pt x="2191" y="8456"/>
                </a:lnTo>
                <a:lnTo>
                  <a:pt x="2260" y="8599"/>
                </a:lnTo>
                <a:lnTo>
                  <a:pt x="2306" y="8743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2114129" y="3810440"/>
            <a:ext cx="2306" cy="8554"/>
          </a:xfrm>
          <a:custGeom>
            <a:avLst/>
            <a:gdLst/>
            <a:ahLst/>
            <a:cxnLst/>
            <a:rect l="l" t="t" r="r" b="b"/>
            <a:pathLst>
              <a:path w="2306" h="8554">
                <a:moveTo>
                  <a:pt x="0" y="0"/>
                </a:moveTo>
                <a:lnTo>
                  <a:pt x="46" y="143"/>
                </a:lnTo>
                <a:lnTo>
                  <a:pt x="115" y="287"/>
                </a:lnTo>
                <a:lnTo>
                  <a:pt x="115" y="431"/>
                </a:lnTo>
                <a:lnTo>
                  <a:pt x="161" y="574"/>
                </a:lnTo>
                <a:lnTo>
                  <a:pt x="207" y="716"/>
                </a:lnTo>
                <a:lnTo>
                  <a:pt x="253" y="860"/>
                </a:lnTo>
                <a:lnTo>
                  <a:pt x="253" y="1004"/>
                </a:lnTo>
                <a:lnTo>
                  <a:pt x="322" y="1147"/>
                </a:lnTo>
                <a:lnTo>
                  <a:pt x="369" y="1291"/>
                </a:lnTo>
                <a:lnTo>
                  <a:pt x="369" y="1433"/>
                </a:lnTo>
                <a:lnTo>
                  <a:pt x="415" y="1577"/>
                </a:lnTo>
                <a:lnTo>
                  <a:pt x="461" y="1720"/>
                </a:lnTo>
                <a:lnTo>
                  <a:pt x="530" y="1864"/>
                </a:lnTo>
                <a:lnTo>
                  <a:pt x="530" y="2008"/>
                </a:lnTo>
                <a:lnTo>
                  <a:pt x="576" y="2149"/>
                </a:lnTo>
                <a:lnTo>
                  <a:pt x="622" y="2293"/>
                </a:lnTo>
                <a:lnTo>
                  <a:pt x="692" y="2437"/>
                </a:lnTo>
                <a:lnTo>
                  <a:pt x="692" y="2581"/>
                </a:lnTo>
                <a:lnTo>
                  <a:pt x="738" y="2724"/>
                </a:lnTo>
                <a:lnTo>
                  <a:pt x="784" y="2866"/>
                </a:lnTo>
                <a:lnTo>
                  <a:pt x="784" y="3010"/>
                </a:lnTo>
                <a:lnTo>
                  <a:pt x="830" y="3154"/>
                </a:lnTo>
                <a:lnTo>
                  <a:pt x="899" y="3297"/>
                </a:lnTo>
                <a:lnTo>
                  <a:pt x="945" y="3441"/>
                </a:lnTo>
                <a:lnTo>
                  <a:pt x="945" y="3583"/>
                </a:lnTo>
                <a:lnTo>
                  <a:pt x="991" y="3727"/>
                </a:lnTo>
                <a:lnTo>
                  <a:pt x="1038" y="3870"/>
                </a:lnTo>
                <a:lnTo>
                  <a:pt x="1107" y="4014"/>
                </a:lnTo>
                <a:lnTo>
                  <a:pt x="1107" y="4158"/>
                </a:lnTo>
                <a:lnTo>
                  <a:pt x="1153" y="4299"/>
                </a:lnTo>
                <a:lnTo>
                  <a:pt x="1199" y="4443"/>
                </a:lnTo>
                <a:lnTo>
                  <a:pt x="1268" y="4587"/>
                </a:lnTo>
                <a:lnTo>
                  <a:pt x="1268" y="4731"/>
                </a:lnTo>
                <a:lnTo>
                  <a:pt x="1314" y="4874"/>
                </a:lnTo>
                <a:lnTo>
                  <a:pt x="1361" y="5016"/>
                </a:lnTo>
                <a:lnTo>
                  <a:pt x="1361" y="5160"/>
                </a:lnTo>
                <a:lnTo>
                  <a:pt x="1407" y="5304"/>
                </a:lnTo>
                <a:lnTo>
                  <a:pt x="1476" y="5447"/>
                </a:lnTo>
                <a:lnTo>
                  <a:pt x="1522" y="5591"/>
                </a:lnTo>
                <a:lnTo>
                  <a:pt x="1522" y="5733"/>
                </a:lnTo>
                <a:lnTo>
                  <a:pt x="1568" y="5876"/>
                </a:lnTo>
                <a:lnTo>
                  <a:pt x="1637" y="6020"/>
                </a:lnTo>
                <a:lnTo>
                  <a:pt x="1684" y="6164"/>
                </a:lnTo>
                <a:lnTo>
                  <a:pt x="1684" y="6308"/>
                </a:lnTo>
                <a:lnTo>
                  <a:pt x="1730" y="6449"/>
                </a:lnTo>
                <a:lnTo>
                  <a:pt x="1776" y="6593"/>
                </a:lnTo>
                <a:lnTo>
                  <a:pt x="1845" y="6737"/>
                </a:lnTo>
                <a:lnTo>
                  <a:pt x="1845" y="6881"/>
                </a:lnTo>
                <a:lnTo>
                  <a:pt x="1891" y="7024"/>
                </a:lnTo>
                <a:lnTo>
                  <a:pt x="1937" y="7166"/>
                </a:lnTo>
                <a:lnTo>
                  <a:pt x="1983" y="7310"/>
                </a:lnTo>
                <a:lnTo>
                  <a:pt x="1983" y="7454"/>
                </a:lnTo>
                <a:lnTo>
                  <a:pt x="2053" y="7597"/>
                </a:lnTo>
                <a:lnTo>
                  <a:pt x="2099" y="7741"/>
                </a:lnTo>
                <a:lnTo>
                  <a:pt x="2099" y="7883"/>
                </a:lnTo>
                <a:lnTo>
                  <a:pt x="2145" y="8026"/>
                </a:lnTo>
                <a:lnTo>
                  <a:pt x="2214" y="8170"/>
                </a:lnTo>
                <a:lnTo>
                  <a:pt x="2260" y="8314"/>
                </a:lnTo>
                <a:lnTo>
                  <a:pt x="2306" y="845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2116436" y="3818994"/>
            <a:ext cx="2306" cy="8264"/>
          </a:xfrm>
          <a:custGeom>
            <a:avLst/>
            <a:gdLst/>
            <a:ahLst/>
            <a:cxnLst/>
            <a:rect l="l" t="t" r="r" b="b"/>
            <a:pathLst>
              <a:path w="2306" h="8264">
                <a:moveTo>
                  <a:pt x="0" y="0"/>
                </a:moveTo>
                <a:lnTo>
                  <a:pt x="46" y="141"/>
                </a:lnTo>
                <a:lnTo>
                  <a:pt x="115" y="285"/>
                </a:lnTo>
                <a:lnTo>
                  <a:pt x="115" y="429"/>
                </a:lnTo>
                <a:lnTo>
                  <a:pt x="161" y="572"/>
                </a:lnTo>
                <a:lnTo>
                  <a:pt x="207" y="716"/>
                </a:lnTo>
                <a:lnTo>
                  <a:pt x="276" y="858"/>
                </a:lnTo>
                <a:lnTo>
                  <a:pt x="276" y="1002"/>
                </a:lnTo>
                <a:lnTo>
                  <a:pt x="322" y="1145"/>
                </a:lnTo>
                <a:lnTo>
                  <a:pt x="369" y="1289"/>
                </a:lnTo>
                <a:lnTo>
                  <a:pt x="369" y="1433"/>
                </a:lnTo>
                <a:lnTo>
                  <a:pt x="415" y="1574"/>
                </a:lnTo>
                <a:lnTo>
                  <a:pt x="484" y="1718"/>
                </a:lnTo>
                <a:lnTo>
                  <a:pt x="530" y="1862"/>
                </a:lnTo>
                <a:lnTo>
                  <a:pt x="576" y="2006"/>
                </a:lnTo>
                <a:lnTo>
                  <a:pt x="576" y="2149"/>
                </a:lnTo>
                <a:lnTo>
                  <a:pt x="622" y="2291"/>
                </a:lnTo>
                <a:lnTo>
                  <a:pt x="692" y="2435"/>
                </a:lnTo>
                <a:lnTo>
                  <a:pt x="738" y="2579"/>
                </a:lnTo>
                <a:lnTo>
                  <a:pt x="738" y="2722"/>
                </a:lnTo>
                <a:lnTo>
                  <a:pt x="784" y="2866"/>
                </a:lnTo>
                <a:lnTo>
                  <a:pt x="853" y="3008"/>
                </a:lnTo>
                <a:lnTo>
                  <a:pt x="853" y="3152"/>
                </a:lnTo>
                <a:lnTo>
                  <a:pt x="899" y="3295"/>
                </a:lnTo>
                <a:lnTo>
                  <a:pt x="945" y="3439"/>
                </a:lnTo>
                <a:lnTo>
                  <a:pt x="991" y="3581"/>
                </a:lnTo>
                <a:lnTo>
                  <a:pt x="1061" y="3724"/>
                </a:lnTo>
                <a:lnTo>
                  <a:pt x="1061" y="3868"/>
                </a:lnTo>
                <a:lnTo>
                  <a:pt x="1107" y="4012"/>
                </a:lnTo>
                <a:lnTo>
                  <a:pt x="1153" y="4156"/>
                </a:lnTo>
                <a:lnTo>
                  <a:pt x="1199" y="4299"/>
                </a:lnTo>
                <a:lnTo>
                  <a:pt x="1199" y="4441"/>
                </a:lnTo>
                <a:lnTo>
                  <a:pt x="1268" y="4585"/>
                </a:lnTo>
                <a:lnTo>
                  <a:pt x="1314" y="4729"/>
                </a:lnTo>
                <a:lnTo>
                  <a:pt x="1361" y="4872"/>
                </a:lnTo>
                <a:lnTo>
                  <a:pt x="1361" y="5016"/>
                </a:lnTo>
                <a:lnTo>
                  <a:pt x="1430" y="5158"/>
                </a:lnTo>
                <a:lnTo>
                  <a:pt x="1476" y="5301"/>
                </a:lnTo>
                <a:lnTo>
                  <a:pt x="1522" y="5445"/>
                </a:lnTo>
                <a:lnTo>
                  <a:pt x="1522" y="5589"/>
                </a:lnTo>
                <a:lnTo>
                  <a:pt x="1568" y="5733"/>
                </a:lnTo>
                <a:lnTo>
                  <a:pt x="1637" y="5874"/>
                </a:lnTo>
                <a:lnTo>
                  <a:pt x="1684" y="6018"/>
                </a:lnTo>
                <a:lnTo>
                  <a:pt x="1730" y="6162"/>
                </a:lnTo>
                <a:lnTo>
                  <a:pt x="1730" y="6306"/>
                </a:lnTo>
                <a:lnTo>
                  <a:pt x="1799" y="6449"/>
                </a:lnTo>
                <a:lnTo>
                  <a:pt x="1845" y="6591"/>
                </a:lnTo>
                <a:lnTo>
                  <a:pt x="1891" y="6735"/>
                </a:lnTo>
                <a:lnTo>
                  <a:pt x="1891" y="6879"/>
                </a:lnTo>
                <a:lnTo>
                  <a:pt x="1937" y="7022"/>
                </a:lnTo>
                <a:lnTo>
                  <a:pt x="2007" y="7164"/>
                </a:lnTo>
                <a:lnTo>
                  <a:pt x="2007" y="7308"/>
                </a:lnTo>
                <a:lnTo>
                  <a:pt x="2053" y="7451"/>
                </a:lnTo>
                <a:lnTo>
                  <a:pt x="2099" y="7595"/>
                </a:lnTo>
                <a:lnTo>
                  <a:pt x="2145" y="7739"/>
                </a:lnTo>
                <a:lnTo>
                  <a:pt x="2214" y="7883"/>
                </a:lnTo>
                <a:lnTo>
                  <a:pt x="2214" y="8024"/>
                </a:lnTo>
                <a:lnTo>
                  <a:pt x="2260" y="8168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2118743" y="3827258"/>
            <a:ext cx="2306" cy="8026"/>
          </a:xfrm>
          <a:custGeom>
            <a:avLst/>
            <a:gdLst/>
            <a:ahLst/>
            <a:cxnLst/>
            <a:rect l="l" t="t" r="r" b="b"/>
            <a:pathLst>
              <a:path w="2306" h="8026">
                <a:moveTo>
                  <a:pt x="0" y="0"/>
                </a:moveTo>
                <a:lnTo>
                  <a:pt x="0" y="143"/>
                </a:lnTo>
                <a:lnTo>
                  <a:pt x="69" y="287"/>
                </a:lnTo>
                <a:lnTo>
                  <a:pt x="115" y="429"/>
                </a:lnTo>
                <a:lnTo>
                  <a:pt x="161" y="572"/>
                </a:lnTo>
                <a:lnTo>
                  <a:pt x="207" y="716"/>
                </a:lnTo>
                <a:lnTo>
                  <a:pt x="207" y="860"/>
                </a:lnTo>
                <a:lnTo>
                  <a:pt x="276" y="1004"/>
                </a:lnTo>
                <a:lnTo>
                  <a:pt x="322" y="1145"/>
                </a:lnTo>
                <a:lnTo>
                  <a:pt x="369" y="1289"/>
                </a:lnTo>
                <a:lnTo>
                  <a:pt x="369" y="1433"/>
                </a:lnTo>
                <a:lnTo>
                  <a:pt x="438" y="1577"/>
                </a:lnTo>
                <a:lnTo>
                  <a:pt x="484" y="1720"/>
                </a:lnTo>
                <a:lnTo>
                  <a:pt x="530" y="1862"/>
                </a:lnTo>
                <a:lnTo>
                  <a:pt x="576" y="2006"/>
                </a:lnTo>
                <a:lnTo>
                  <a:pt x="576" y="2149"/>
                </a:lnTo>
                <a:lnTo>
                  <a:pt x="645" y="2293"/>
                </a:lnTo>
                <a:lnTo>
                  <a:pt x="692" y="2437"/>
                </a:lnTo>
                <a:lnTo>
                  <a:pt x="738" y="2579"/>
                </a:lnTo>
                <a:lnTo>
                  <a:pt x="784" y="2722"/>
                </a:lnTo>
                <a:lnTo>
                  <a:pt x="784" y="2866"/>
                </a:lnTo>
                <a:lnTo>
                  <a:pt x="853" y="3010"/>
                </a:lnTo>
                <a:lnTo>
                  <a:pt x="899" y="3154"/>
                </a:lnTo>
                <a:lnTo>
                  <a:pt x="945" y="3295"/>
                </a:lnTo>
                <a:lnTo>
                  <a:pt x="945" y="3439"/>
                </a:lnTo>
                <a:lnTo>
                  <a:pt x="1015" y="3583"/>
                </a:lnTo>
                <a:lnTo>
                  <a:pt x="1061" y="3727"/>
                </a:lnTo>
                <a:lnTo>
                  <a:pt x="1107" y="3870"/>
                </a:lnTo>
                <a:lnTo>
                  <a:pt x="1107" y="4012"/>
                </a:lnTo>
                <a:lnTo>
                  <a:pt x="1153" y="4156"/>
                </a:lnTo>
                <a:lnTo>
                  <a:pt x="1222" y="4299"/>
                </a:lnTo>
                <a:lnTo>
                  <a:pt x="1268" y="4443"/>
                </a:lnTo>
                <a:lnTo>
                  <a:pt x="1314" y="4587"/>
                </a:lnTo>
                <a:lnTo>
                  <a:pt x="1314" y="4729"/>
                </a:lnTo>
                <a:lnTo>
                  <a:pt x="1361" y="4872"/>
                </a:lnTo>
                <a:lnTo>
                  <a:pt x="1430" y="5016"/>
                </a:lnTo>
                <a:lnTo>
                  <a:pt x="1476" y="5160"/>
                </a:lnTo>
                <a:lnTo>
                  <a:pt x="1522" y="5304"/>
                </a:lnTo>
                <a:lnTo>
                  <a:pt x="1522" y="5445"/>
                </a:lnTo>
                <a:lnTo>
                  <a:pt x="1591" y="5589"/>
                </a:lnTo>
                <a:lnTo>
                  <a:pt x="1637" y="5733"/>
                </a:lnTo>
                <a:lnTo>
                  <a:pt x="1684" y="5876"/>
                </a:lnTo>
                <a:lnTo>
                  <a:pt x="1684" y="6020"/>
                </a:lnTo>
                <a:lnTo>
                  <a:pt x="1730" y="6162"/>
                </a:lnTo>
                <a:lnTo>
                  <a:pt x="1799" y="6306"/>
                </a:lnTo>
                <a:lnTo>
                  <a:pt x="1845" y="6449"/>
                </a:lnTo>
                <a:lnTo>
                  <a:pt x="1891" y="6593"/>
                </a:lnTo>
                <a:lnTo>
                  <a:pt x="1891" y="6737"/>
                </a:lnTo>
                <a:lnTo>
                  <a:pt x="1960" y="6879"/>
                </a:lnTo>
                <a:lnTo>
                  <a:pt x="2007" y="7022"/>
                </a:lnTo>
                <a:lnTo>
                  <a:pt x="2053" y="7166"/>
                </a:lnTo>
                <a:lnTo>
                  <a:pt x="2099" y="7310"/>
                </a:lnTo>
                <a:lnTo>
                  <a:pt x="2099" y="7454"/>
                </a:lnTo>
                <a:lnTo>
                  <a:pt x="2168" y="7595"/>
                </a:lnTo>
                <a:lnTo>
                  <a:pt x="2214" y="7739"/>
                </a:lnTo>
                <a:lnTo>
                  <a:pt x="2260" y="7883"/>
                </a:lnTo>
                <a:lnTo>
                  <a:pt x="2306" y="8026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2121050" y="3835285"/>
            <a:ext cx="1176" cy="4012"/>
          </a:xfrm>
          <a:custGeom>
            <a:avLst/>
            <a:gdLst/>
            <a:ahLst/>
            <a:cxnLst/>
            <a:rect l="l" t="t" r="r" b="b"/>
            <a:pathLst>
              <a:path w="1176" h="4012">
                <a:moveTo>
                  <a:pt x="0" y="0"/>
                </a:moveTo>
                <a:lnTo>
                  <a:pt x="0" y="143"/>
                </a:lnTo>
                <a:lnTo>
                  <a:pt x="69" y="285"/>
                </a:lnTo>
                <a:lnTo>
                  <a:pt x="115" y="429"/>
                </a:lnTo>
                <a:lnTo>
                  <a:pt x="161" y="572"/>
                </a:lnTo>
                <a:lnTo>
                  <a:pt x="230" y="716"/>
                </a:lnTo>
                <a:lnTo>
                  <a:pt x="230" y="860"/>
                </a:lnTo>
                <a:lnTo>
                  <a:pt x="276" y="1002"/>
                </a:lnTo>
                <a:lnTo>
                  <a:pt x="322" y="1145"/>
                </a:lnTo>
                <a:lnTo>
                  <a:pt x="369" y="1289"/>
                </a:lnTo>
                <a:lnTo>
                  <a:pt x="369" y="1433"/>
                </a:lnTo>
                <a:lnTo>
                  <a:pt x="438" y="1577"/>
                </a:lnTo>
                <a:lnTo>
                  <a:pt x="484" y="1718"/>
                </a:lnTo>
                <a:lnTo>
                  <a:pt x="530" y="1862"/>
                </a:lnTo>
                <a:lnTo>
                  <a:pt x="599" y="2006"/>
                </a:lnTo>
                <a:lnTo>
                  <a:pt x="599" y="2149"/>
                </a:lnTo>
                <a:lnTo>
                  <a:pt x="645" y="2293"/>
                </a:lnTo>
                <a:lnTo>
                  <a:pt x="692" y="2435"/>
                </a:lnTo>
                <a:lnTo>
                  <a:pt x="738" y="2579"/>
                </a:lnTo>
                <a:lnTo>
                  <a:pt x="807" y="2722"/>
                </a:lnTo>
                <a:lnTo>
                  <a:pt x="853" y="2866"/>
                </a:lnTo>
                <a:lnTo>
                  <a:pt x="853" y="3010"/>
                </a:lnTo>
                <a:lnTo>
                  <a:pt x="899" y="3152"/>
                </a:lnTo>
                <a:lnTo>
                  <a:pt x="945" y="3295"/>
                </a:lnTo>
                <a:lnTo>
                  <a:pt x="1015" y="3439"/>
                </a:lnTo>
                <a:lnTo>
                  <a:pt x="1061" y="3583"/>
                </a:lnTo>
                <a:lnTo>
                  <a:pt x="1061" y="3727"/>
                </a:lnTo>
                <a:lnTo>
                  <a:pt x="1107" y="3868"/>
                </a:lnTo>
                <a:lnTo>
                  <a:pt x="1176" y="4012"/>
                </a:lnTo>
              </a:path>
            </a:pathLst>
          </a:custGeom>
          <a:ln w="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2133600" y="2877312"/>
            <a:ext cx="1447800" cy="1143000"/>
          </a:xfrm>
          <a:custGeom>
            <a:avLst/>
            <a:gdLst/>
            <a:ahLst/>
            <a:cxnLst/>
            <a:rect l="l" t="t" r="r" b="b"/>
            <a:pathLst>
              <a:path w="1447800" h="1143000">
                <a:moveTo>
                  <a:pt x="0" y="1143000"/>
                </a:moveTo>
                <a:lnTo>
                  <a:pt x="1447800" y="1143000"/>
                </a:lnTo>
                <a:lnTo>
                  <a:pt x="14478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2133600" y="2877312"/>
            <a:ext cx="1447800" cy="1143000"/>
          </a:xfrm>
          <a:custGeom>
            <a:avLst/>
            <a:gdLst/>
            <a:ahLst/>
            <a:cxnLst/>
            <a:rect l="l" t="t" r="r" b="b"/>
            <a:pathLst>
              <a:path w="1447800" h="1143000">
                <a:moveTo>
                  <a:pt x="0" y="1143000"/>
                </a:moveTo>
                <a:lnTo>
                  <a:pt x="1447800" y="1143000"/>
                </a:lnTo>
                <a:lnTo>
                  <a:pt x="14478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6636577" y="3021777"/>
            <a:ext cx="2728" cy="222"/>
          </a:xfrm>
          <a:custGeom>
            <a:avLst/>
            <a:gdLst/>
            <a:ahLst/>
            <a:cxnLst/>
            <a:rect l="l" t="t" r="r" b="b"/>
            <a:pathLst>
              <a:path w="2728" h="222">
                <a:moveTo>
                  <a:pt x="0" y="0"/>
                </a:moveTo>
                <a:lnTo>
                  <a:pt x="59" y="0"/>
                </a:lnTo>
                <a:lnTo>
                  <a:pt x="248" y="0"/>
                </a:lnTo>
                <a:lnTo>
                  <a:pt x="433" y="0"/>
                </a:lnTo>
                <a:lnTo>
                  <a:pt x="618" y="0"/>
                </a:lnTo>
                <a:lnTo>
                  <a:pt x="806" y="0"/>
                </a:lnTo>
                <a:lnTo>
                  <a:pt x="992" y="0"/>
                </a:lnTo>
                <a:lnTo>
                  <a:pt x="1177" y="49"/>
                </a:lnTo>
                <a:lnTo>
                  <a:pt x="1365" y="49"/>
                </a:lnTo>
                <a:lnTo>
                  <a:pt x="1550" y="49"/>
                </a:lnTo>
                <a:lnTo>
                  <a:pt x="1736" y="49"/>
                </a:lnTo>
                <a:lnTo>
                  <a:pt x="1921" y="98"/>
                </a:lnTo>
                <a:lnTo>
                  <a:pt x="2109" y="98"/>
                </a:lnTo>
                <a:lnTo>
                  <a:pt x="2294" y="172"/>
                </a:lnTo>
                <a:lnTo>
                  <a:pt x="2480" y="172"/>
                </a:lnTo>
                <a:lnTo>
                  <a:pt x="2605" y="222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6639305" y="3021999"/>
            <a:ext cx="2668" cy="616"/>
          </a:xfrm>
          <a:custGeom>
            <a:avLst/>
            <a:gdLst/>
            <a:ahLst/>
            <a:cxnLst/>
            <a:rect l="l" t="t" r="r" b="b"/>
            <a:pathLst>
              <a:path w="2668" h="616">
                <a:moveTo>
                  <a:pt x="0" y="0"/>
                </a:moveTo>
                <a:lnTo>
                  <a:pt x="0" y="0"/>
                </a:lnTo>
                <a:lnTo>
                  <a:pt x="188" y="0"/>
                </a:lnTo>
                <a:lnTo>
                  <a:pt x="373" y="49"/>
                </a:lnTo>
                <a:lnTo>
                  <a:pt x="558" y="49"/>
                </a:lnTo>
                <a:lnTo>
                  <a:pt x="746" y="123"/>
                </a:lnTo>
                <a:lnTo>
                  <a:pt x="869" y="123"/>
                </a:lnTo>
                <a:lnTo>
                  <a:pt x="869" y="172"/>
                </a:lnTo>
                <a:lnTo>
                  <a:pt x="1054" y="172"/>
                </a:lnTo>
                <a:lnTo>
                  <a:pt x="1242" y="222"/>
                </a:lnTo>
                <a:lnTo>
                  <a:pt x="1428" y="271"/>
                </a:lnTo>
                <a:lnTo>
                  <a:pt x="1613" y="271"/>
                </a:lnTo>
                <a:lnTo>
                  <a:pt x="1801" y="345"/>
                </a:lnTo>
                <a:lnTo>
                  <a:pt x="1986" y="394"/>
                </a:lnTo>
                <a:lnTo>
                  <a:pt x="2172" y="444"/>
                </a:lnTo>
                <a:lnTo>
                  <a:pt x="2234" y="518"/>
                </a:lnTo>
                <a:lnTo>
                  <a:pt x="2297" y="518"/>
                </a:lnTo>
                <a:lnTo>
                  <a:pt x="2420" y="567"/>
                </a:lnTo>
                <a:lnTo>
                  <a:pt x="2482" y="567"/>
                </a:lnTo>
                <a:lnTo>
                  <a:pt x="2605" y="616"/>
                </a:lnTo>
              </a:path>
            </a:pathLst>
          </a:custGeom>
          <a:ln w="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6641973" y="3022615"/>
            <a:ext cx="2730" cy="1011"/>
          </a:xfrm>
          <a:custGeom>
            <a:avLst/>
            <a:gdLst/>
            <a:ahLst/>
            <a:cxnLst/>
            <a:rect l="l" t="t" r="r" b="b"/>
            <a:pathLst>
              <a:path w="2730" h="1011">
                <a:moveTo>
                  <a:pt x="0" y="0"/>
                </a:moveTo>
                <a:lnTo>
                  <a:pt x="0" y="0"/>
                </a:lnTo>
                <a:lnTo>
                  <a:pt x="188" y="49"/>
                </a:lnTo>
                <a:lnTo>
                  <a:pt x="373" y="123"/>
                </a:lnTo>
                <a:lnTo>
                  <a:pt x="558" y="172"/>
                </a:lnTo>
                <a:lnTo>
                  <a:pt x="744" y="222"/>
                </a:lnTo>
                <a:lnTo>
                  <a:pt x="806" y="296"/>
                </a:lnTo>
                <a:lnTo>
                  <a:pt x="869" y="296"/>
                </a:lnTo>
                <a:lnTo>
                  <a:pt x="992" y="296"/>
                </a:lnTo>
                <a:lnTo>
                  <a:pt x="1054" y="345"/>
                </a:lnTo>
                <a:lnTo>
                  <a:pt x="1117" y="394"/>
                </a:lnTo>
                <a:lnTo>
                  <a:pt x="1180" y="394"/>
                </a:lnTo>
                <a:lnTo>
                  <a:pt x="1302" y="394"/>
                </a:lnTo>
                <a:lnTo>
                  <a:pt x="1365" y="468"/>
                </a:lnTo>
                <a:lnTo>
                  <a:pt x="1550" y="518"/>
                </a:lnTo>
                <a:lnTo>
                  <a:pt x="1550" y="567"/>
                </a:lnTo>
                <a:lnTo>
                  <a:pt x="1676" y="567"/>
                </a:lnTo>
                <a:lnTo>
                  <a:pt x="1861" y="616"/>
                </a:lnTo>
                <a:lnTo>
                  <a:pt x="1924" y="690"/>
                </a:lnTo>
                <a:lnTo>
                  <a:pt x="2109" y="740"/>
                </a:lnTo>
                <a:lnTo>
                  <a:pt x="2234" y="863"/>
                </a:lnTo>
                <a:lnTo>
                  <a:pt x="2420" y="912"/>
                </a:lnTo>
                <a:lnTo>
                  <a:pt x="2545" y="962"/>
                </a:lnTo>
                <a:lnTo>
                  <a:pt x="2730" y="1011"/>
                </a:lnTo>
              </a:path>
            </a:pathLst>
          </a:custGeom>
          <a:ln w="3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6644704" y="3023627"/>
            <a:ext cx="2730" cy="1480"/>
          </a:xfrm>
          <a:custGeom>
            <a:avLst/>
            <a:gdLst/>
            <a:ahLst/>
            <a:cxnLst/>
            <a:rect l="l" t="t" r="r" b="b"/>
            <a:pathLst>
              <a:path w="2730" h="1480">
                <a:moveTo>
                  <a:pt x="0" y="0"/>
                </a:moveTo>
                <a:lnTo>
                  <a:pt x="62" y="74"/>
                </a:lnTo>
                <a:lnTo>
                  <a:pt x="122" y="123"/>
                </a:lnTo>
                <a:lnTo>
                  <a:pt x="310" y="172"/>
                </a:lnTo>
                <a:lnTo>
                  <a:pt x="433" y="246"/>
                </a:lnTo>
                <a:lnTo>
                  <a:pt x="621" y="296"/>
                </a:lnTo>
                <a:lnTo>
                  <a:pt x="744" y="345"/>
                </a:lnTo>
                <a:lnTo>
                  <a:pt x="806" y="419"/>
                </a:lnTo>
                <a:lnTo>
                  <a:pt x="929" y="518"/>
                </a:lnTo>
                <a:lnTo>
                  <a:pt x="992" y="518"/>
                </a:lnTo>
                <a:lnTo>
                  <a:pt x="1177" y="567"/>
                </a:lnTo>
                <a:lnTo>
                  <a:pt x="1240" y="641"/>
                </a:lnTo>
                <a:lnTo>
                  <a:pt x="1425" y="740"/>
                </a:lnTo>
                <a:lnTo>
                  <a:pt x="1488" y="740"/>
                </a:lnTo>
                <a:lnTo>
                  <a:pt x="1488" y="814"/>
                </a:lnTo>
                <a:lnTo>
                  <a:pt x="1550" y="863"/>
                </a:lnTo>
                <a:lnTo>
                  <a:pt x="1676" y="863"/>
                </a:lnTo>
                <a:lnTo>
                  <a:pt x="1798" y="912"/>
                </a:lnTo>
                <a:lnTo>
                  <a:pt x="1984" y="1036"/>
                </a:lnTo>
                <a:lnTo>
                  <a:pt x="2172" y="1134"/>
                </a:lnTo>
                <a:lnTo>
                  <a:pt x="2357" y="1258"/>
                </a:lnTo>
                <a:lnTo>
                  <a:pt x="2480" y="1307"/>
                </a:lnTo>
                <a:lnTo>
                  <a:pt x="2542" y="1381"/>
                </a:lnTo>
                <a:lnTo>
                  <a:pt x="2668" y="1431"/>
                </a:lnTo>
              </a:path>
            </a:pathLst>
          </a:custGeom>
          <a:ln w="3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6647435" y="3025107"/>
            <a:ext cx="2728" cy="1924"/>
          </a:xfrm>
          <a:custGeom>
            <a:avLst/>
            <a:gdLst/>
            <a:ahLst/>
            <a:cxnLst/>
            <a:rect l="l" t="t" r="r" b="b"/>
            <a:pathLst>
              <a:path w="2728" h="1924">
                <a:moveTo>
                  <a:pt x="0" y="0"/>
                </a:moveTo>
                <a:lnTo>
                  <a:pt x="0" y="0"/>
                </a:lnTo>
                <a:lnTo>
                  <a:pt x="185" y="123"/>
                </a:lnTo>
                <a:lnTo>
                  <a:pt x="370" y="222"/>
                </a:lnTo>
                <a:lnTo>
                  <a:pt x="433" y="345"/>
                </a:lnTo>
                <a:lnTo>
                  <a:pt x="555" y="394"/>
                </a:lnTo>
                <a:lnTo>
                  <a:pt x="744" y="518"/>
                </a:lnTo>
                <a:lnTo>
                  <a:pt x="866" y="616"/>
                </a:lnTo>
                <a:lnTo>
                  <a:pt x="1054" y="690"/>
                </a:lnTo>
                <a:lnTo>
                  <a:pt x="1114" y="789"/>
                </a:lnTo>
                <a:lnTo>
                  <a:pt x="1177" y="789"/>
                </a:lnTo>
                <a:lnTo>
                  <a:pt x="1362" y="912"/>
                </a:lnTo>
                <a:lnTo>
                  <a:pt x="1362" y="962"/>
                </a:lnTo>
                <a:lnTo>
                  <a:pt x="1425" y="962"/>
                </a:lnTo>
                <a:lnTo>
                  <a:pt x="1610" y="1085"/>
                </a:lnTo>
                <a:lnTo>
                  <a:pt x="1610" y="1134"/>
                </a:lnTo>
                <a:lnTo>
                  <a:pt x="1673" y="1134"/>
                </a:lnTo>
                <a:lnTo>
                  <a:pt x="1798" y="1184"/>
                </a:lnTo>
                <a:lnTo>
                  <a:pt x="1858" y="1258"/>
                </a:lnTo>
                <a:lnTo>
                  <a:pt x="1921" y="1357"/>
                </a:lnTo>
                <a:lnTo>
                  <a:pt x="1984" y="1357"/>
                </a:lnTo>
                <a:lnTo>
                  <a:pt x="2109" y="1406"/>
                </a:lnTo>
                <a:lnTo>
                  <a:pt x="2169" y="1480"/>
                </a:lnTo>
                <a:lnTo>
                  <a:pt x="2357" y="1653"/>
                </a:lnTo>
                <a:lnTo>
                  <a:pt x="2542" y="1751"/>
                </a:lnTo>
                <a:lnTo>
                  <a:pt x="2605" y="1875"/>
                </a:lnTo>
              </a:path>
            </a:pathLst>
          </a:custGeom>
          <a:ln w="3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6650163" y="3027032"/>
            <a:ext cx="2668" cy="2319"/>
          </a:xfrm>
          <a:custGeom>
            <a:avLst/>
            <a:gdLst/>
            <a:ahLst/>
            <a:cxnLst/>
            <a:rect l="l" t="t" r="r" b="b"/>
            <a:pathLst>
              <a:path w="2668" h="2319">
                <a:moveTo>
                  <a:pt x="0" y="0"/>
                </a:moveTo>
                <a:lnTo>
                  <a:pt x="62" y="49"/>
                </a:lnTo>
                <a:lnTo>
                  <a:pt x="125" y="49"/>
                </a:lnTo>
                <a:lnTo>
                  <a:pt x="125" y="123"/>
                </a:lnTo>
                <a:lnTo>
                  <a:pt x="310" y="222"/>
                </a:lnTo>
                <a:lnTo>
                  <a:pt x="310" y="296"/>
                </a:lnTo>
                <a:lnTo>
                  <a:pt x="436" y="345"/>
                </a:lnTo>
                <a:lnTo>
                  <a:pt x="621" y="444"/>
                </a:lnTo>
                <a:lnTo>
                  <a:pt x="684" y="518"/>
                </a:lnTo>
                <a:lnTo>
                  <a:pt x="806" y="690"/>
                </a:lnTo>
                <a:lnTo>
                  <a:pt x="992" y="789"/>
                </a:lnTo>
                <a:lnTo>
                  <a:pt x="1117" y="838"/>
                </a:lnTo>
                <a:lnTo>
                  <a:pt x="1240" y="1011"/>
                </a:lnTo>
                <a:lnTo>
                  <a:pt x="1240" y="1011"/>
                </a:lnTo>
                <a:lnTo>
                  <a:pt x="1365" y="1085"/>
                </a:lnTo>
                <a:lnTo>
                  <a:pt x="1365" y="1134"/>
                </a:lnTo>
                <a:lnTo>
                  <a:pt x="1550" y="1258"/>
                </a:lnTo>
                <a:lnTo>
                  <a:pt x="1613" y="1357"/>
                </a:lnTo>
                <a:lnTo>
                  <a:pt x="1798" y="1480"/>
                </a:lnTo>
                <a:lnTo>
                  <a:pt x="1924" y="1653"/>
                </a:lnTo>
                <a:lnTo>
                  <a:pt x="2109" y="1751"/>
                </a:lnTo>
                <a:lnTo>
                  <a:pt x="2234" y="1875"/>
                </a:lnTo>
                <a:lnTo>
                  <a:pt x="2420" y="2047"/>
                </a:lnTo>
                <a:lnTo>
                  <a:pt x="2545" y="2220"/>
                </a:lnTo>
              </a:path>
            </a:pathLst>
          </a:custGeom>
          <a:ln w="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6652831" y="3029351"/>
            <a:ext cx="2730" cy="2714"/>
          </a:xfrm>
          <a:custGeom>
            <a:avLst/>
            <a:gdLst/>
            <a:ahLst/>
            <a:cxnLst/>
            <a:rect l="l" t="t" r="r" b="b"/>
            <a:pathLst>
              <a:path w="2730" h="2714">
                <a:moveTo>
                  <a:pt x="0" y="0"/>
                </a:moveTo>
                <a:lnTo>
                  <a:pt x="0" y="0"/>
                </a:lnTo>
                <a:lnTo>
                  <a:pt x="125" y="123"/>
                </a:lnTo>
                <a:lnTo>
                  <a:pt x="310" y="222"/>
                </a:lnTo>
                <a:lnTo>
                  <a:pt x="433" y="394"/>
                </a:lnTo>
                <a:lnTo>
                  <a:pt x="558" y="444"/>
                </a:lnTo>
                <a:lnTo>
                  <a:pt x="681" y="616"/>
                </a:lnTo>
                <a:lnTo>
                  <a:pt x="869" y="740"/>
                </a:lnTo>
                <a:lnTo>
                  <a:pt x="992" y="838"/>
                </a:lnTo>
                <a:lnTo>
                  <a:pt x="1117" y="1011"/>
                </a:lnTo>
                <a:lnTo>
                  <a:pt x="1240" y="1184"/>
                </a:lnTo>
                <a:lnTo>
                  <a:pt x="1365" y="1258"/>
                </a:lnTo>
                <a:lnTo>
                  <a:pt x="1428" y="1357"/>
                </a:lnTo>
                <a:lnTo>
                  <a:pt x="1488" y="1357"/>
                </a:lnTo>
                <a:lnTo>
                  <a:pt x="1613" y="1529"/>
                </a:lnTo>
                <a:lnTo>
                  <a:pt x="1676" y="1529"/>
                </a:lnTo>
                <a:lnTo>
                  <a:pt x="1798" y="1702"/>
                </a:lnTo>
                <a:lnTo>
                  <a:pt x="1861" y="1801"/>
                </a:lnTo>
                <a:lnTo>
                  <a:pt x="1924" y="1801"/>
                </a:lnTo>
                <a:lnTo>
                  <a:pt x="2046" y="1973"/>
                </a:lnTo>
                <a:lnTo>
                  <a:pt x="2109" y="1973"/>
                </a:lnTo>
                <a:lnTo>
                  <a:pt x="2234" y="2146"/>
                </a:lnTo>
                <a:lnTo>
                  <a:pt x="2294" y="2269"/>
                </a:lnTo>
                <a:lnTo>
                  <a:pt x="2420" y="2319"/>
                </a:lnTo>
                <a:lnTo>
                  <a:pt x="2542" y="2492"/>
                </a:lnTo>
                <a:lnTo>
                  <a:pt x="2605" y="2492"/>
                </a:lnTo>
                <a:lnTo>
                  <a:pt x="2668" y="2664"/>
                </a:lnTo>
              </a:path>
            </a:pathLst>
          </a:custGeom>
          <a:ln w="3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655562" y="3032066"/>
            <a:ext cx="2728" cy="3108"/>
          </a:xfrm>
          <a:custGeom>
            <a:avLst/>
            <a:gdLst/>
            <a:ahLst/>
            <a:cxnLst/>
            <a:rect l="l" t="t" r="r" b="b"/>
            <a:pathLst>
              <a:path w="2728" h="3108">
                <a:moveTo>
                  <a:pt x="0" y="0"/>
                </a:moveTo>
                <a:lnTo>
                  <a:pt x="59" y="0"/>
                </a:lnTo>
                <a:lnTo>
                  <a:pt x="185" y="123"/>
                </a:lnTo>
                <a:lnTo>
                  <a:pt x="248" y="296"/>
                </a:lnTo>
                <a:lnTo>
                  <a:pt x="370" y="345"/>
                </a:lnTo>
                <a:lnTo>
                  <a:pt x="496" y="468"/>
                </a:lnTo>
                <a:lnTo>
                  <a:pt x="558" y="616"/>
                </a:lnTo>
                <a:lnTo>
                  <a:pt x="744" y="740"/>
                </a:lnTo>
                <a:lnTo>
                  <a:pt x="806" y="912"/>
                </a:lnTo>
                <a:lnTo>
                  <a:pt x="929" y="962"/>
                </a:lnTo>
                <a:lnTo>
                  <a:pt x="1054" y="1085"/>
                </a:lnTo>
                <a:lnTo>
                  <a:pt x="1114" y="1258"/>
                </a:lnTo>
                <a:lnTo>
                  <a:pt x="1177" y="1258"/>
                </a:lnTo>
                <a:lnTo>
                  <a:pt x="1302" y="1431"/>
                </a:lnTo>
                <a:lnTo>
                  <a:pt x="1365" y="1529"/>
                </a:lnTo>
                <a:lnTo>
                  <a:pt x="1425" y="1579"/>
                </a:lnTo>
                <a:lnTo>
                  <a:pt x="1613" y="1751"/>
                </a:lnTo>
                <a:lnTo>
                  <a:pt x="1736" y="1875"/>
                </a:lnTo>
                <a:lnTo>
                  <a:pt x="1798" y="1973"/>
                </a:lnTo>
                <a:lnTo>
                  <a:pt x="1921" y="2146"/>
                </a:lnTo>
                <a:lnTo>
                  <a:pt x="2046" y="2319"/>
                </a:lnTo>
                <a:lnTo>
                  <a:pt x="2109" y="2319"/>
                </a:lnTo>
                <a:lnTo>
                  <a:pt x="2169" y="2492"/>
                </a:lnTo>
                <a:lnTo>
                  <a:pt x="2357" y="2615"/>
                </a:lnTo>
                <a:lnTo>
                  <a:pt x="2357" y="2664"/>
                </a:lnTo>
                <a:lnTo>
                  <a:pt x="2420" y="2788"/>
                </a:lnTo>
                <a:lnTo>
                  <a:pt x="2605" y="2936"/>
                </a:lnTo>
                <a:lnTo>
                  <a:pt x="2728" y="3059"/>
                </a:lnTo>
              </a:path>
            </a:pathLst>
          </a:custGeom>
          <a:ln w="3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6658290" y="3035174"/>
            <a:ext cx="2730" cy="3577"/>
          </a:xfrm>
          <a:custGeom>
            <a:avLst/>
            <a:gdLst/>
            <a:ahLst/>
            <a:cxnLst/>
            <a:rect l="l" t="t" r="r" b="b"/>
            <a:pathLst>
              <a:path w="2730" h="3577">
                <a:moveTo>
                  <a:pt x="0" y="0"/>
                </a:moveTo>
                <a:lnTo>
                  <a:pt x="125" y="172"/>
                </a:lnTo>
                <a:lnTo>
                  <a:pt x="248" y="345"/>
                </a:lnTo>
                <a:lnTo>
                  <a:pt x="310" y="345"/>
                </a:lnTo>
                <a:lnTo>
                  <a:pt x="373" y="518"/>
                </a:lnTo>
                <a:lnTo>
                  <a:pt x="436" y="567"/>
                </a:lnTo>
                <a:lnTo>
                  <a:pt x="558" y="740"/>
                </a:lnTo>
                <a:lnTo>
                  <a:pt x="684" y="789"/>
                </a:lnTo>
                <a:lnTo>
                  <a:pt x="746" y="962"/>
                </a:lnTo>
                <a:lnTo>
                  <a:pt x="869" y="1134"/>
                </a:lnTo>
                <a:lnTo>
                  <a:pt x="994" y="1258"/>
                </a:lnTo>
                <a:lnTo>
                  <a:pt x="1117" y="1357"/>
                </a:lnTo>
                <a:lnTo>
                  <a:pt x="1180" y="1529"/>
                </a:lnTo>
                <a:lnTo>
                  <a:pt x="1242" y="1603"/>
                </a:lnTo>
                <a:lnTo>
                  <a:pt x="1302" y="1702"/>
                </a:lnTo>
                <a:lnTo>
                  <a:pt x="1428" y="1825"/>
                </a:lnTo>
                <a:lnTo>
                  <a:pt x="1550" y="1924"/>
                </a:lnTo>
                <a:lnTo>
                  <a:pt x="1550" y="1998"/>
                </a:lnTo>
                <a:lnTo>
                  <a:pt x="1676" y="2146"/>
                </a:lnTo>
                <a:lnTo>
                  <a:pt x="1738" y="2146"/>
                </a:lnTo>
                <a:lnTo>
                  <a:pt x="1801" y="2319"/>
                </a:lnTo>
                <a:lnTo>
                  <a:pt x="1924" y="2492"/>
                </a:lnTo>
                <a:lnTo>
                  <a:pt x="2049" y="2664"/>
                </a:lnTo>
                <a:lnTo>
                  <a:pt x="2109" y="2664"/>
                </a:lnTo>
                <a:lnTo>
                  <a:pt x="2109" y="2714"/>
                </a:lnTo>
                <a:lnTo>
                  <a:pt x="2234" y="2837"/>
                </a:lnTo>
                <a:lnTo>
                  <a:pt x="2234" y="2886"/>
                </a:lnTo>
                <a:lnTo>
                  <a:pt x="2357" y="3010"/>
                </a:lnTo>
                <a:lnTo>
                  <a:pt x="2357" y="3059"/>
                </a:lnTo>
                <a:lnTo>
                  <a:pt x="2482" y="3182"/>
                </a:lnTo>
                <a:lnTo>
                  <a:pt x="2482" y="3232"/>
                </a:lnTo>
                <a:lnTo>
                  <a:pt x="2605" y="3355"/>
                </a:lnTo>
                <a:lnTo>
                  <a:pt x="2668" y="3503"/>
                </a:lnTo>
              </a:path>
            </a:pathLst>
          </a:custGeom>
          <a:ln w="3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6661021" y="3038752"/>
            <a:ext cx="2730" cy="3898"/>
          </a:xfrm>
          <a:custGeom>
            <a:avLst/>
            <a:gdLst/>
            <a:ahLst/>
            <a:cxnLst/>
            <a:rect l="l" t="t" r="r" b="b"/>
            <a:pathLst>
              <a:path w="2730" h="3898">
                <a:moveTo>
                  <a:pt x="0" y="0"/>
                </a:moveTo>
                <a:lnTo>
                  <a:pt x="125" y="172"/>
                </a:lnTo>
                <a:lnTo>
                  <a:pt x="248" y="345"/>
                </a:lnTo>
                <a:lnTo>
                  <a:pt x="373" y="493"/>
                </a:lnTo>
                <a:lnTo>
                  <a:pt x="496" y="666"/>
                </a:lnTo>
                <a:lnTo>
                  <a:pt x="558" y="789"/>
                </a:lnTo>
                <a:lnTo>
                  <a:pt x="621" y="888"/>
                </a:lnTo>
                <a:lnTo>
                  <a:pt x="681" y="962"/>
                </a:lnTo>
                <a:lnTo>
                  <a:pt x="744" y="1060"/>
                </a:lnTo>
                <a:lnTo>
                  <a:pt x="869" y="1233"/>
                </a:lnTo>
                <a:lnTo>
                  <a:pt x="992" y="1406"/>
                </a:lnTo>
                <a:lnTo>
                  <a:pt x="1117" y="1579"/>
                </a:lnTo>
                <a:lnTo>
                  <a:pt x="1240" y="1751"/>
                </a:lnTo>
                <a:lnTo>
                  <a:pt x="1365" y="1924"/>
                </a:lnTo>
                <a:lnTo>
                  <a:pt x="1428" y="2023"/>
                </a:lnTo>
                <a:lnTo>
                  <a:pt x="1550" y="2146"/>
                </a:lnTo>
                <a:lnTo>
                  <a:pt x="1550" y="2195"/>
                </a:lnTo>
                <a:lnTo>
                  <a:pt x="1676" y="2319"/>
                </a:lnTo>
                <a:lnTo>
                  <a:pt x="1736" y="2492"/>
                </a:lnTo>
                <a:lnTo>
                  <a:pt x="1798" y="2590"/>
                </a:lnTo>
                <a:lnTo>
                  <a:pt x="1924" y="2763"/>
                </a:lnTo>
                <a:lnTo>
                  <a:pt x="1984" y="2886"/>
                </a:lnTo>
                <a:lnTo>
                  <a:pt x="2109" y="3059"/>
                </a:lnTo>
                <a:lnTo>
                  <a:pt x="2234" y="3158"/>
                </a:lnTo>
                <a:lnTo>
                  <a:pt x="2294" y="3330"/>
                </a:lnTo>
                <a:lnTo>
                  <a:pt x="2357" y="3330"/>
                </a:lnTo>
                <a:lnTo>
                  <a:pt x="2420" y="3503"/>
                </a:lnTo>
                <a:lnTo>
                  <a:pt x="2482" y="3627"/>
                </a:lnTo>
                <a:lnTo>
                  <a:pt x="2605" y="3775"/>
                </a:lnTo>
                <a:lnTo>
                  <a:pt x="2668" y="3898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6663752" y="3042651"/>
            <a:ext cx="2668" cy="4367"/>
          </a:xfrm>
          <a:custGeom>
            <a:avLst/>
            <a:gdLst/>
            <a:ahLst/>
            <a:cxnLst/>
            <a:rect l="l" t="t" r="r" b="b"/>
            <a:pathLst>
              <a:path w="2668" h="4367">
                <a:moveTo>
                  <a:pt x="0" y="0"/>
                </a:moveTo>
                <a:lnTo>
                  <a:pt x="59" y="123"/>
                </a:lnTo>
                <a:lnTo>
                  <a:pt x="122" y="271"/>
                </a:lnTo>
                <a:lnTo>
                  <a:pt x="185" y="394"/>
                </a:lnTo>
                <a:lnTo>
                  <a:pt x="248" y="444"/>
                </a:lnTo>
                <a:lnTo>
                  <a:pt x="370" y="567"/>
                </a:lnTo>
                <a:lnTo>
                  <a:pt x="433" y="690"/>
                </a:lnTo>
                <a:lnTo>
                  <a:pt x="496" y="838"/>
                </a:lnTo>
                <a:lnTo>
                  <a:pt x="618" y="962"/>
                </a:lnTo>
                <a:lnTo>
                  <a:pt x="681" y="1134"/>
                </a:lnTo>
                <a:lnTo>
                  <a:pt x="806" y="1233"/>
                </a:lnTo>
                <a:lnTo>
                  <a:pt x="866" y="1406"/>
                </a:lnTo>
                <a:lnTo>
                  <a:pt x="866" y="1406"/>
                </a:lnTo>
                <a:lnTo>
                  <a:pt x="992" y="1579"/>
                </a:lnTo>
                <a:lnTo>
                  <a:pt x="992" y="1653"/>
                </a:lnTo>
                <a:lnTo>
                  <a:pt x="1114" y="1751"/>
                </a:lnTo>
                <a:lnTo>
                  <a:pt x="1177" y="1924"/>
                </a:lnTo>
                <a:lnTo>
                  <a:pt x="1302" y="2097"/>
                </a:lnTo>
                <a:lnTo>
                  <a:pt x="1302" y="2146"/>
                </a:lnTo>
                <a:lnTo>
                  <a:pt x="1425" y="2319"/>
                </a:lnTo>
                <a:lnTo>
                  <a:pt x="1550" y="2492"/>
                </a:lnTo>
                <a:lnTo>
                  <a:pt x="1550" y="2541"/>
                </a:lnTo>
                <a:lnTo>
                  <a:pt x="1673" y="2714"/>
                </a:lnTo>
                <a:lnTo>
                  <a:pt x="1798" y="2886"/>
                </a:lnTo>
                <a:lnTo>
                  <a:pt x="1798" y="2936"/>
                </a:lnTo>
                <a:lnTo>
                  <a:pt x="1921" y="3108"/>
                </a:lnTo>
                <a:lnTo>
                  <a:pt x="1984" y="3232"/>
                </a:lnTo>
                <a:lnTo>
                  <a:pt x="2109" y="3404"/>
                </a:lnTo>
                <a:lnTo>
                  <a:pt x="2109" y="3454"/>
                </a:lnTo>
                <a:lnTo>
                  <a:pt x="2232" y="3577"/>
                </a:lnTo>
                <a:lnTo>
                  <a:pt x="2294" y="3725"/>
                </a:lnTo>
                <a:lnTo>
                  <a:pt x="2417" y="3849"/>
                </a:lnTo>
                <a:lnTo>
                  <a:pt x="2480" y="4021"/>
                </a:lnTo>
                <a:lnTo>
                  <a:pt x="2542" y="4194"/>
                </a:lnTo>
                <a:lnTo>
                  <a:pt x="2668" y="4367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6666420" y="3047018"/>
            <a:ext cx="2728" cy="4737"/>
          </a:xfrm>
          <a:custGeom>
            <a:avLst/>
            <a:gdLst/>
            <a:ahLst/>
            <a:cxnLst/>
            <a:rect l="l" t="t" r="r" b="b"/>
            <a:pathLst>
              <a:path w="2728" h="4737">
                <a:moveTo>
                  <a:pt x="0" y="0"/>
                </a:moveTo>
                <a:lnTo>
                  <a:pt x="0" y="0"/>
                </a:lnTo>
                <a:lnTo>
                  <a:pt x="122" y="148"/>
                </a:lnTo>
                <a:lnTo>
                  <a:pt x="122" y="222"/>
                </a:lnTo>
                <a:lnTo>
                  <a:pt x="185" y="222"/>
                </a:lnTo>
                <a:lnTo>
                  <a:pt x="248" y="320"/>
                </a:lnTo>
                <a:lnTo>
                  <a:pt x="307" y="493"/>
                </a:lnTo>
                <a:lnTo>
                  <a:pt x="370" y="616"/>
                </a:lnTo>
                <a:lnTo>
                  <a:pt x="496" y="789"/>
                </a:lnTo>
                <a:lnTo>
                  <a:pt x="496" y="838"/>
                </a:lnTo>
                <a:lnTo>
                  <a:pt x="555" y="838"/>
                </a:lnTo>
                <a:lnTo>
                  <a:pt x="618" y="962"/>
                </a:lnTo>
                <a:lnTo>
                  <a:pt x="681" y="1110"/>
                </a:lnTo>
                <a:lnTo>
                  <a:pt x="744" y="1283"/>
                </a:lnTo>
                <a:lnTo>
                  <a:pt x="803" y="1283"/>
                </a:lnTo>
                <a:lnTo>
                  <a:pt x="866" y="1455"/>
                </a:lnTo>
                <a:lnTo>
                  <a:pt x="992" y="1628"/>
                </a:lnTo>
                <a:lnTo>
                  <a:pt x="1054" y="1801"/>
                </a:lnTo>
                <a:lnTo>
                  <a:pt x="1114" y="1801"/>
                </a:lnTo>
                <a:lnTo>
                  <a:pt x="1177" y="1924"/>
                </a:lnTo>
                <a:lnTo>
                  <a:pt x="1240" y="2072"/>
                </a:lnTo>
                <a:lnTo>
                  <a:pt x="1302" y="2245"/>
                </a:lnTo>
                <a:lnTo>
                  <a:pt x="1425" y="2418"/>
                </a:lnTo>
                <a:lnTo>
                  <a:pt x="1488" y="2492"/>
                </a:lnTo>
                <a:lnTo>
                  <a:pt x="1550" y="2640"/>
                </a:lnTo>
                <a:lnTo>
                  <a:pt x="1673" y="2812"/>
                </a:lnTo>
                <a:lnTo>
                  <a:pt x="1736" y="2985"/>
                </a:lnTo>
                <a:lnTo>
                  <a:pt x="1798" y="2985"/>
                </a:lnTo>
                <a:lnTo>
                  <a:pt x="1798" y="3108"/>
                </a:lnTo>
                <a:lnTo>
                  <a:pt x="1858" y="3207"/>
                </a:lnTo>
                <a:lnTo>
                  <a:pt x="1921" y="3207"/>
                </a:lnTo>
                <a:lnTo>
                  <a:pt x="1984" y="3330"/>
                </a:lnTo>
                <a:lnTo>
                  <a:pt x="1984" y="3454"/>
                </a:lnTo>
                <a:lnTo>
                  <a:pt x="2046" y="3553"/>
                </a:lnTo>
                <a:lnTo>
                  <a:pt x="2109" y="3553"/>
                </a:lnTo>
                <a:lnTo>
                  <a:pt x="2169" y="3676"/>
                </a:lnTo>
                <a:lnTo>
                  <a:pt x="2232" y="3849"/>
                </a:lnTo>
                <a:lnTo>
                  <a:pt x="2294" y="3997"/>
                </a:lnTo>
                <a:lnTo>
                  <a:pt x="2417" y="4169"/>
                </a:lnTo>
                <a:lnTo>
                  <a:pt x="2480" y="4342"/>
                </a:lnTo>
                <a:lnTo>
                  <a:pt x="2542" y="4342"/>
                </a:lnTo>
                <a:lnTo>
                  <a:pt x="2605" y="4515"/>
                </a:lnTo>
                <a:lnTo>
                  <a:pt x="2605" y="4564"/>
                </a:lnTo>
                <a:lnTo>
                  <a:pt x="2728" y="4737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6669148" y="3051755"/>
            <a:ext cx="2730" cy="5156"/>
          </a:xfrm>
          <a:custGeom>
            <a:avLst/>
            <a:gdLst/>
            <a:ahLst/>
            <a:cxnLst/>
            <a:rect l="l" t="t" r="r" b="b"/>
            <a:pathLst>
              <a:path w="2730" h="5156">
                <a:moveTo>
                  <a:pt x="0" y="0"/>
                </a:moveTo>
                <a:lnTo>
                  <a:pt x="62" y="172"/>
                </a:lnTo>
                <a:lnTo>
                  <a:pt x="185" y="345"/>
                </a:lnTo>
                <a:lnTo>
                  <a:pt x="248" y="518"/>
                </a:lnTo>
                <a:lnTo>
                  <a:pt x="373" y="690"/>
                </a:lnTo>
                <a:lnTo>
                  <a:pt x="436" y="863"/>
                </a:lnTo>
                <a:lnTo>
                  <a:pt x="558" y="1036"/>
                </a:lnTo>
                <a:lnTo>
                  <a:pt x="621" y="1085"/>
                </a:lnTo>
                <a:lnTo>
                  <a:pt x="684" y="1184"/>
                </a:lnTo>
                <a:lnTo>
                  <a:pt x="744" y="1307"/>
                </a:lnTo>
                <a:lnTo>
                  <a:pt x="806" y="1480"/>
                </a:lnTo>
                <a:lnTo>
                  <a:pt x="806" y="1529"/>
                </a:lnTo>
                <a:lnTo>
                  <a:pt x="869" y="1529"/>
                </a:lnTo>
                <a:lnTo>
                  <a:pt x="932" y="1702"/>
                </a:lnTo>
                <a:lnTo>
                  <a:pt x="932" y="1751"/>
                </a:lnTo>
                <a:lnTo>
                  <a:pt x="992" y="1751"/>
                </a:lnTo>
                <a:lnTo>
                  <a:pt x="1054" y="1924"/>
                </a:lnTo>
                <a:lnTo>
                  <a:pt x="1117" y="1998"/>
                </a:lnTo>
                <a:lnTo>
                  <a:pt x="1117" y="2097"/>
                </a:lnTo>
                <a:lnTo>
                  <a:pt x="1240" y="2269"/>
                </a:lnTo>
                <a:lnTo>
                  <a:pt x="1302" y="2442"/>
                </a:lnTo>
                <a:lnTo>
                  <a:pt x="1302" y="2492"/>
                </a:lnTo>
                <a:lnTo>
                  <a:pt x="1365" y="2492"/>
                </a:lnTo>
                <a:lnTo>
                  <a:pt x="1428" y="2664"/>
                </a:lnTo>
                <a:lnTo>
                  <a:pt x="1428" y="2714"/>
                </a:lnTo>
                <a:lnTo>
                  <a:pt x="1550" y="2886"/>
                </a:lnTo>
                <a:lnTo>
                  <a:pt x="1613" y="3059"/>
                </a:lnTo>
                <a:lnTo>
                  <a:pt x="1676" y="3059"/>
                </a:lnTo>
                <a:lnTo>
                  <a:pt x="1738" y="3182"/>
                </a:lnTo>
                <a:lnTo>
                  <a:pt x="1798" y="3281"/>
                </a:lnTo>
                <a:lnTo>
                  <a:pt x="1861" y="3454"/>
                </a:lnTo>
                <a:lnTo>
                  <a:pt x="1924" y="3627"/>
                </a:lnTo>
                <a:lnTo>
                  <a:pt x="1986" y="3799"/>
                </a:lnTo>
                <a:lnTo>
                  <a:pt x="2109" y="3972"/>
                </a:lnTo>
                <a:lnTo>
                  <a:pt x="2172" y="4145"/>
                </a:lnTo>
                <a:lnTo>
                  <a:pt x="2234" y="4145"/>
                </a:lnTo>
                <a:lnTo>
                  <a:pt x="2294" y="4317"/>
                </a:lnTo>
                <a:lnTo>
                  <a:pt x="2294" y="4367"/>
                </a:lnTo>
                <a:lnTo>
                  <a:pt x="2357" y="4367"/>
                </a:lnTo>
                <a:lnTo>
                  <a:pt x="2420" y="4539"/>
                </a:lnTo>
                <a:lnTo>
                  <a:pt x="2482" y="4712"/>
                </a:lnTo>
                <a:lnTo>
                  <a:pt x="2482" y="4762"/>
                </a:lnTo>
                <a:lnTo>
                  <a:pt x="2545" y="4811"/>
                </a:lnTo>
                <a:lnTo>
                  <a:pt x="2605" y="4984"/>
                </a:lnTo>
                <a:lnTo>
                  <a:pt x="2668" y="4984"/>
                </a:lnTo>
                <a:lnTo>
                  <a:pt x="2730" y="5156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6671879" y="3056912"/>
            <a:ext cx="2728" cy="5551"/>
          </a:xfrm>
          <a:custGeom>
            <a:avLst/>
            <a:gdLst/>
            <a:ahLst/>
            <a:cxnLst/>
            <a:rect l="l" t="t" r="r" b="b"/>
            <a:pathLst>
              <a:path w="2728" h="5551">
                <a:moveTo>
                  <a:pt x="0" y="0"/>
                </a:moveTo>
                <a:lnTo>
                  <a:pt x="0" y="0"/>
                </a:lnTo>
                <a:lnTo>
                  <a:pt x="62" y="172"/>
                </a:lnTo>
                <a:lnTo>
                  <a:pt x="185" y="345"/>
                </a:lnTo>
                <a:lnTo>
                  <a:pt x="185" y="444"/>
                </a:lnTo>
                <a:lnTo>
                  <a:pt x="310" y="567"/>
                </a:lnTo>
                <a:lnTo>
                  <a:pt x="370" y="740"/>
                </a:lnTo>
                <a:lnTo>
                  <a:pt x="370" y="789"/>
                </a:lnTo>
                <a:lnTo>
                  <a:pt x="433" y="789"/>
                </a:lnTo>
                <a:lnTo>
                  <a:pt x="496" y="962"/>
                </a:lnTo>
                <a:lnTo>
                  <a:pt x="558" y="1134"/>
                </a:lnTo>
                <a:lnTo>
                  <a:pt x="558" y="1184"/>
                </a:lnTo>
                <a:lnTo>
                  <a:pt x="618" y="1184"/>
                </a:lnTo>
                <a:lnTo>
                  <a:pt x="681" y="1357"/>
                </a:lnTo>
                <a:lnTo>
                  <a:pt x="744" y="1406"/>
                </a:lnTo>
                <a:lnTo>
                  <a:pt x="744" y="1529"/>
                </a:lnTo>
                <a:lnTo>
                  <a:pt x="869" y="1702"/>
                </a:lnTo>
                <a:lnTo>
                  <a:pt x="869" y="1801"/>
                </a:lnTo>
                <a:lnTo>
                  <a:pt x="992" y="1924"/>
                </a:lnTo>
                <a:lnTo>
                  <a:pt x="1054" y="2097"/>
                </a:lnTo>
                <a:lnTo>
                  <a:pt x="1117" y="2269"/>
                </a:lnTo>
                <a:lnTo>
                  <a:pt x="1117" y="2319"/>
                </a:lnTo>
                <a:lnTo>
                  <a:pt x="1240" y="2492"/>
                </a:lnTo>
                <a:lnTo>
                  <a:pt x="1302" y="2541"/>
                </a:lnTo>
                <a:lnTo>
                  <a:pt x="1365" y="2714"/>
                </a:lnTo>
                <a:lnTo>
                  <a:pt x="1425" y="2886"/>
                </a:lnTo>
                <a:lnTo>
                  <a:pt x="1425" y="2936"/>
                </a:lnTo>
                <a:lnTo>
                  <a:pt x="1550" y="3059"/>
                </a:lnTo>
                <a:lnTo>
                  <a:pt x="1613" y="3232"/>
                </a:lnTo>
                <a:lnTo>
                  <a:pt x="1673" y="3404"/>
                </a:lnTo>
                <a:lnTo>
                  <a:pt x="1673" y="3454"/>
                </a:lnTo>
                <a:lnTo>
                  <a:pt x="1798" y="3553"/>
                </a:lnTo>
                <a:lnTo>
                  <a:pt x="1861" y="3725"/>
                </a:lnTo>
                <a:lnTo>
                  <a:pt x="1924" y="3898"/>
                </a:lnTo>
                <a:lnTo>
                  <a:pt x="1924" y="3947"/>
                </a:lnTo>
                <a:lnTo>
                  <a:pt x="1984" y="3947"/>
                </a:lnTo>
                <a:lnTo>
                  <a:pt x="2046" y="4120"/>
                </a:lnTo>
                <a:lnTo>
                  <a:pt x="2109" y="4293"/>
                </a:lnTo>
                <a:lnTo>
                  <a:pt x="2109" y="4367"/>
                </a:lnTo>
                <a:lnTo>
                  <a:pt x="2232" y="4465"/>
                </a:lnTo>
                <a:lnTo>
                  <a:pt x="2294" y="4638"/>
                </a:lnTo>
                <a:lnTo>
                  <a:pt x="2357" y="4811"/>
                </a:lnTo>
                <a:lnTo>
                  <a:pt x="2357" y="4860"/>
                </a:lnTo>
                <a:lnTo>
                  <a:pt x="2480" y="4984"/>
                </a:lnTo>
                <a:lnTo>
                  <a:pt x="2542" y="5156"/>
                </a:lnTo>
                <a:lnTo>
                  <a:pt x="2605" y="5329"/>
                </a:lnTo>
                <a:lnTo>
                  <a:pt x="2605" y="5378"/>
                </a:lnTo>
                <a:lnTo>
                  <a:pt x="2728" y="5551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6674607" y="3062464"/>
            <a:ext cx="2668" cy="5921"/>
          </a:xfrm>
          <a:custGeom>
            <a:avLst/>
            <a:gdLst/>
            <a:ahLst/>
            <a:cxnLst/>
            <a:rect l="l" t="t" r="r" b="b"/>
            <a:pathLst>
              <a:path w="2668" h="5921">
                <a:moveTo>
                  <a:pt x="0" y="0"/>
                </a:moveTo>
                <a:lnTo>
                  <a:pt x="62" y="172"/>
                </a:lnTo>
                <a:lnTo>
                  <a:pt x="125" y="271"/>
                </a:lnTo>
                <a:lnTo>
                  <a:pt x="188" y="444"/>
                </a:lnTo>
                <a:lnTo>
                  <a:pt x="188" y="493"/>
                </a:lnTo>
                <a:lnTo>
                  <a:pt x="310" y="616"/>
                </a:lnTo>
                <a:lnTo>
                  <a:pt x="373" y="789"/>
                </a:lnTo>
                <a:lnTo>
                  <a:pt x="436" y="962"/>
                </a:lnTo>
                <a:lnTo>
                  <a:pt x="436" y="1011"/>
                </a:lnTo>
                <a:lnTo>
                  <a:pt x="558" y="1134"/>
                </a:lnTo>
                <a:lnTo>
                  <a:pt x="621" y="1283"/>
                </a:lnTo>
                <a:lnTo>
                  <a:pt x="621" y="1406"/>
                </a:lnTo>
                <a:lnTo>
                  <a:pt x="746" y="1579"/>
                </a:lnTo>
                <a:lnTo>
                  <a:pt x="746" y="1677"/>
                </a:lnTo>
                <a:lnTo>
                  <a:pt x="869" y="1801"/>
                </a:lnTo>
                <a:lnTo>
                  <a:pt x="932" y="1973"/>
                </a:lnTo>
                <a:lnTo>
                  <a:pt x="994" y="2097"/>
                </a:lnTo>
                <a:lnTo>
                  <a:pt x="994" y="2195"/>
                </a:lnTo>
                <a:lnTo>
                  <a:pt x="1117" y="2368"/>
                </a:lnTo>
                <a:lnTo>
                  <a:pt x="1117" y="2492"/>
                </a:lnTo>
                <a:lnTo>
                  <a:pt x="1242" y="2640"/>
                </a:lnTo>
                <a:lnTo>
                  <a:pt x="1305" y="2812"/>
                </a:lnTo>
                <a:lnTo>
                  <a:pt x="1305" y="2812"/>
                </a:lnTo>
                <a:lnTo>
                  <a:pt x="1365" y="2985"/>
                </a:lnTo>
                <a:lnTo>
                  <a:pt x="1428" y="3158"/>
                </a:lnTo>
                <a:lnTo>
                  <a:pt x="1553" y="3330"/>
                </a:lnTo>
                <a:lnTo>
                  <a:pt x="1613" y="3503"/>
                </a:lnTo>
                <a:lnTo>
                  <a:pt x="1676" y="3553"/>
                </a:lnTo>
                <a:lnTo>
                  <a:pt x="1738" y="3725"/>
                </a:lnTo>
                <a:lnTo>
                  <a:pt x="1738" y="3775"/>
                </a:lnTo>
                <a:lnTo>
                  <a:pt x="1801" y="3898"/>
                </a:lnTo>
                <a:lnTo>
                  <a:pt x="1861" y="4071"/>
                </a:lnTo>
                <a:lnTo>
                  <a:pt x="1924" y="4243"/>
                </a:lnTo>
                <a:lnTo>
                  <a:pt x="1986" y="4416"/>
                </a:lnTo>
                <a:lnTo>
                  <a:pt x="2109" y="4515"/>
                </a:lnTo>
                <a:lnTo>
                  <a:pt x="2172" y="4688"/>
                </a:lnTo>
                <a:lnTo>
                  <a:pt x="2234" y="4811"/>
                </a:lnTo>
                <a:lnTo>
                  <a:pt x="2297" y="4984"/>
                </a:lnTo>
                <a:lnTo>
                  <a:pt x="2360" y="5082"/>
                </a:lnTo>
                <a:lnTo>
                  <a:pt x="2360" y="5206"/>
                </a:lnTo>
                <a:lnTo>
                  <a:pt x="2482" y="5378"/>
                </a:lnTo>
                <a:lnTo>
                  <a:pt x="2482" y="5477"/>
                </a:lnTo>
                <a:lnTo>
                  <a:pt x="2545" y="5600"/>
                </a:lnTo>
                <a:lnTo>
                  <a:pt x="2608" y="5773"/>
                </a:lnTo>
                <a:lnTo>
                  <a:pt x="2668" y="5921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6677275" y="3068385"/>
            <a:ext cx="2730" cy="6291"/>
          </a:xfrm>
          <a:custGeom>
            <a:avLst/>
            <a:gdLst/>
            <a:ahLst/>
            <a:cxnLst/>
            <a:rect l="l" t="t" r="r" b="b"/>
            <a:pathLst>
              <a:path w="2730" h="6291">
                <a:moveTo>
                  <a:pt x="0" y="0"/>
                </a:moveTo>
                <a:lnTo>
                  <a:pt x="125" y="172"/>
                </a:lnTo>
                <a:lnTo>
                  <a:pt x="188" y="345"/>
                </a:lnTo>
                <a:lnTo>
                  <a:pt x="248" y="419"/>
                </a:lnTo>
                <a:lnTo>
                  <a:pt x="310" y="567"/>
                </a:lnTo>
                <a:lnTo>
                  <a:pt x="310" y="641"/>
                </a:lnTo>
                <a:lnTo>
                  <a:pt x="373" y="740"/>
                </a:lnTo>
                <a:lnTo>
                  <a:pt x="436" y="912"/>
                </a:lnTo>
                <a:lnTo>
                  <a:pt x="496" y="962"/>
                </a:lnTo>
                <a:lnTo>
                  <a:pt x="496" y="1085"/>
                </a:lnTo>
                <a:lnTo>
                  <a:pt x="621" y="1258"/>
                </a:lnTo>
                <a:lnTo>
                  <a:pt x="621" y="1381"/>
                </a:lnTo>
                <a:lnTo>
                  <a:pt x="684" y="1529"/>
                </a:lnTo>
                <a:lnTo>
                  <a:pt x="746" y="1653"/>
                </a:lnTo>
                <a:lnTo>
                  <a:pt x="806" y="1825"/>
                </a:lnTo>
                <a:lnTo>
                  <a:pt x="869" y="1924"/>
                </a:lnTo>
                <a:lnTo>
                  <a:pt x="932" y="2097"/>
                </a:lnTo>
                <a:lnTo>
                  <a:pt x="994" y="2220"/>
                </a:lnTo>
                <a:lnTo>
                  <a:pt x="1054" y="2393"/>
                </a:lnTo>
                <a:lnTo>
                  <a:pt x="1117" y="2492"/>
                </a:lnTo>
                <a:lnTo>
                  <a:pt x="1180" y="2664"/>
                </a:lnTo>
                <a:lnTo>
                  <a:pt x="1242" y="2788"/>
                </a:lnTo>
                <a:lnTo>
                  <a:pt x="1302" y="2960"/>
                </a:lnTo>
                <a:lnTo>
                  <a:pt x="1365" y="3133"/>
                </a:lnTo>
                <a:lnTo>
                  <a:pt x="1490" y="3306"/>
                </a:lnTo>
                <a:lnTo>
                  <a:pt x="1550" y="3454"/>
                </a:lnTo>
                <a:lnTo>
                  <a:pt x="1613" y="3627"/>
                </a:lnTo>
                <a:lnTo>
                  <a:pt x="1676" y="3799"/>
                </a:lnTo>
                <a:lnTo>
                  <a:pt x="1738" y="3972"/>
                </a:lnTo>
                <a:lnTo>
                  <a:pt x="1801" y="4095"/>
                </a:lnTo>
                <a:lnTo>
                  <a:pt x="1861" y="4243"/>
                </a:lnTo>
                <a:lnTo>
                  <a:pt x="1924" y="4367"/>
                </a:lnTo>
                <a:lnTo>
                  <a:pt x="1986" y="4539"/>
                </a:lnTo>
                <a:lnTo>
                  <a:pt x="2049" y="4712"/>
                </a:lnTo>
                <a:lnTo>
                  <a:pt x="2109" y="4811"/>
                </a:lnTo>
                <a:lnTo>
                  <a:pt x="2172" y="4984"/>
                </a:lnTo>
                <a:lnTo>
                  <a:pt x="2297" y="5156"/>
                </a:lnTo>
                <a:lnTo>
                  <a:pt x="2357" y="5329"/>
                </a:lnTo>
                <a:lnTo>
                  <a:pt x="2420" y="5502"/>
                </a:lnTo>
                <a:lnTo>
                  <a:pt x="2420" y="5551"/>
                </a:lnTo>
                <a:lnTo>
                  <a:pt x="2482" y="5724"/>
                </a:lnTo>
                <a:lnTo>
                  <a:pt x="2545" y="5724"/>
                </a:lnTo>
                <a:lnTo>
                  <a:pt x="2605" y="5897"/>
                </a:lnTo>
                <a:lnTo>
                  <a:pt x="2668" y="6069"/>
                </a:lnTo>
                <a:lnTo>
                  <a:pt x="2730" y="6242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6680006" y="3074677"/>
            <a:ext cx="2730" cy="6686"/>
          </a:xfrm>
          <a:custGeom>
            <a:avLst/>
            <a:gdLst/>
            <a:ahLst/>
            <a:cxnLst/>
            <a:rect l="l" t="t" r="r" b="b"/>
            <a:pathLst>
              <a:path w="2730" h="6686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248" y="518"/>
                </a:lnTo>
                <a:lnTo>
                  <a:pt x="310" y="690"/>
                </a:lnTo>
                <a:lnTo>
                  <a:pt x="373" y="838"/>
                </a:lnTo>
                <a:lnTo>
                  <a:pt x="433" y="1011"/>
                </a:lnTo>
                <a:lnTo>
                  <a:pt x="496" y="1184"/>
                </a:lnTo>
                <a:lnTo>
                  <a:pt x="558" y="1357"/>
                </a:lnTo>
                <a:lnTo>
                  <a:pt x="621" y="1529"/>
                </a:lnTo>
                <a:lnTo>
                  <a:pt x="681" y="1702"/>
                </a:lnTo>
                <a:lnTo>
                  <a:pt x="806" y="1875"/>
                </a:lnTo>
                <a:lnTo>
                  <a:pt x="869" y="2047"/>
                </a:lnTo>
                <a:lnTo>
                  <a:pt x="929" y="2195"/>
                </a:lnTo>
                <a:lnTo>
                  <a:pt x="929" y="2269"/>
                </a:lnTo>
                <a:lnTo>
                  <a:pt x="1054" y="2442"/>
                </a:lnTo>
                <a:lnTo>
                  <a:pt x="1117" y="2615"/>
                </a:lnTo>
                <a:lnTo>
                  <a:pt x="1180" y="2763"/>
                </a:lnTo>
                <a:lnTo>
                  <a:pt x="1240" y="2936"/>
                </a:lnTo>
                <a:lnTo>
                  <a:pt x="1302" y="3108"/>
                </a:lnTo>
                <a:lnTo>
                  <a:pt x="1365" y="3281"/>
                </a:lnTo>
                <a:lnTo>
                  <a:pt x="1428" y="3454"/>
                </a:lnTo>
                <a:lnTo>
                  <a:pt x="1488" y="3627"/>
                </a:lnTo>
                <a:lnTo>
                  <a:pt x="1550" y="3799"/>
                </a:lnTo>
                <a:lnTo>
                  <a:pt x="1613" y="3972"/>
                </a:lnTo>
                <a:lnTo>
                  <a:pt x="1736" y="4120"/>
                </a:lnTo>
                <a:lnTo>
                  <a:pt x="1798" y="4293"/>
                </a:lnTo>
                <a:lnTo>
                  <a:pt x="1861" y="4465"/>
                </a:lnTo>
                <a:lnTo>
                  <a:pt x="1924" y="4638"/>
                </a:lnTo>
                <a:lnTo>
                  <a:pt x="1984" y="4811"/>
                </a:lnTo>
                <a:lnTo>
                  <a:pt x="2046" y="4984"/>
                </a:lnTo>
                <a:lnTo>
                  <a:pt x="2109" y="5156"/>
                </a:lnTo>
                <a:lnTo>
                  <a:pt x="2172" y="5329"/>
                </a:lnTo>
                <a:lnTo>
                  <a:pt x="2234" y="5502"/>
                </a:lnTo>
                <a:lnTo>
                  <a:pt x="2294" y="5650"/>
                </a:lnTo>
                <a:lnTo>
                  <a:pt x="2420" y="5823"/>
                </a:lnTo>
                <a:lnTo>
                  <a:pt x="2482" y="5995"/>
                </a:lnTo>
                <a:lnTo>
                  <a:pt x="2542" y="6168"/>
                </a:lnTo>
                <a:lnTo>
                  <a:pt x="2605" y="6341"/>
                </a:lnTo>
                <a:lnTo>
                  <a:pt x="2668" y="6513"/>
                </a:lnTo>
                <a:lnTo>
                  <a:pt x="2730" y="6686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6682736" y="3081364"/>
            <a:ext cx="2728" cy="7007"/>
          </a:xfrm>
          <a:custGeom>
            <a:avLst/>
            <a:gdLst/>
            <a:ahLst/>
            <a:cxnLst/>
            <a:rect l="l" t="t" r="r" b="b"/>
            <a:pathLst>
              <a:path w="2728" h="7007">
                <a:moveTo>
                  <a:pt x="0" y="0"/>
                </a:moveTo>
                <a:lnTo>
                  <a:pt x="59" y="172"/>
                </a:lnTo>
                <a:lnTo>
                  <a:pt x="122" y="320"/>
                </a:lnTo>
                <a:lnTo>
                  <a:pt x="185" y="493"/>
                </a:lnTo>
                <a:lnTo>
                  <a:pt x="248" y="666"/>
                </a:lnTo>
                <a:lnTo>
                  <a:pt x="307" y="838"/>
                </a:lnTo>
                <a:lnTo>
                  <a:pt x="370" y="1011"/>
                </a:lnTo>
                <a:lnTo>
                  <a:pt x="496" y="1184"/>
                </a:lnTo>
                <a:lnTo>
                  <a:pt x="496" y="1233"/>
                </a:lnTo>
                <a:lnTo>
                  <a:pt x="558" y="1455"/>
                </a:lnTo>
                <a:lnTo>
                  <a:pt x="618" y="1628"/>
                </a:lnTo>
                <a:lnTo>
                  <a:pt x="681" y="1801"/>
                </a:lnTo>
                <a:lnTo>
                  <a:pt x="744" y="1850"/>
                </a:lnTo>
                <a:lnTo>
                  <a:pt x="806" y="2023"/>
                </a:lnTo>
                <a:lnTo>
                  <a:pt x="866" y="2195"/>
                </a:lnTo>
                <a:lnTo>
                  <a:pt x="929" y="2368"/>
                </a:lnTo>
                <a:lnTo>
                  <a:pt x="992" y="2541"/>
                </a:lnTo>
                <a:lnTo>
                  <a:pt x="1054" y="2714"/>
                </a:lnTo>
                <a:lnTo>
                  <a:pt x="1114" y="2886"/>
                </a:lnTo>
                <a:lnTo>
                  <a:pt x="1177" y="3059"/>
                </a:lnTo>
                <a:lnTo>
                  <a:pt x="1240" y="3207"/>
                </a:lnTo>
                <a:lnTo>
                  <a:pt x="1302" y="3380"/>
                </a:lnTo>
                <a:lnTo>
                  <a:pt x="1362" y="3553"/>
                </a:lnTo>
                <a:lnTo>
                  <a:pt x="1488" y="3725"/>
                </a:lnTo>
                <a:lnTo>
                  <a:pt x="1488" y="3898"/>
                </a:lnTo>
                <a:lnTo>
                  <a:pt x="1613" y="4071"/>
                </a:lnTo>
                <a:lnTo>
                  <a:pt x="1673" y="4243"/>
                </a:lnTo>
                <a:lnTo>
                  <a:pt x="1736" y="4416"/>
                </a:lnTo>
                <a:lnTo>
                  <a:pt x="1798" y="4564"/>
                </a:lnTo>
                <a:lnTo>
                  <a:pt x="1861" y="4737"/>
                </a:lnTo>
                <a:lnTo>
                  <a:pt x="1921" y="4910"/>
                </a:lnTo>
                <a:lnTo>
                  <a:pt x="1984" y="5033"/>
                </a:lnTo>
                <a:lnTo>
                  <a:pt x="2046" y="5206"/>
                </a:lnTo>
                <a:lnTo>
                  <a:pt x="2046" y="5255"/>
                </a:lnTo>
                <a:lnTo>
                  <a:pt x="2109" y="5428"/>
                </a:lnTo>
                <a:lnTo>
                  <a:pt x="2169" y="5600"/>
                </a:lnTo>
                <a:lnTo>
                  <a:pt x="2232" y="5773"/>
                </a:lnTo>
                <a:lnTo>
                  <a:pt x="2294" y="5921"/>
                </a:lnTo>
                <a:lnTo>
                  <a:pt x="2357" y="6094"/>
                </a:lnTo>
                <a:lnTo>
                  <a:pt x="2417" y="6267"/>
                </a:lnTo>
                <a:lnTo>
                  <a:pt x="2480" y="6439"/>
                </a:lnTo>
                <a:lnTo>
                  <a:pt x="2542" y="6612"/>
                </a:lnTo>
                <a:lnTo>
                  <a:pt x="2605" y="6785"/>
                </a:lnTo>
                <a:lnTo>
                  <a:pt x="2668" y="6958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6685464" y="3088371"/>
            <a:ext cx="2730" cy="7402"/>
          </a:xfrm>
          <a:custGeom>
            <a:avLst/>
            <a:gdLst/>
            <a:ahLst/>
            <a:cxnLst/>
            <a:rect l="l" t="t" r="r" b="b"/>
            <a:pathLst>
              <a:path w="2730" h="7402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88" y="518"/>
                </a:lnTo>
                <a:lnTo>
                  <a:pt x="248" y="690"/>
                </a:lnTo>
                <a:lnTo>
                  <a:pt x="310" y="838"/>
                </a:lnTo>
                <a:lnTo>
                  <a:pt x="373" y="1011"/>
                </a:lnTo>
                <a:lnTo>
                  <a:pt x="436" y="1184"/>
                </a:lnTo>
                <a:lnTo>
                  <a:pt x="496" y="1357"/>
                </a:lnTo>
                <a:lnTo>
                  <a:pt x="558" y="1529"/>
                </a:lnTo>
                <a:lnTo>
                  <a:pt x="621" y="1702"/>
                </a:lnTo>
                <a:lnTo>
                  <a:pt x="684" y="1875"/>
                </a:lnTo>
                <a:lnTo>
                  <a:pt x="744" y="2047"/>
                </a:lnTo>
                <a:lnTo>
                  <a:pt x="806" y="2195"/>
                </a:lnTo>
                <a:lnTo>
                  <a:pt x="869" y="2368"/>
                </a:lnTo>
                <a:lnTo>
                  <a:pt x="932" y="2541"/>
                </a:lnTo>
                <a:lnTo>
                  <a:pt x="994" y="2714"/>
                </a:lnTo>
                <a:lnTo>
                  <a:pt x="1054" y="2886"/>
                </a:lnTo>
                <a:lnTo>
                  <a:pt x="1117" y="3059"/>
                </a:lnTo>
                <a:lnTo>
                  <a:pt x="1180" y="3232"/>
                </a:lnTo>
                <a:lnTo>
                  <a:pt x="1242" y="3404"/>
                </a:lnTo>
                <a:lnTo>
                  <a:pt x="1302" y="3577"/>
                </a:lnTo>
                <a:lnTo>
                  <a:pt x="1365" y="3725"/>
                </a:lnTo>
                <a:lnTo>
                  <a:pt x="1428" y="3898"/>
                </a:lnTo>
                <a:lnTo>
                  <a:pt x="1490" y="4071"/>
                </a:lnTo>
                <a:lnTo>
                  <a:pt x="1550" y="4243"/>
                </a:lnTo>
                <a:lnTo>
                  <a:pt x="1613" y="4416"/>
                </a:lnTo>
                <a:lnTo>
                  <a:pt x="1676" y="4589"/>
                </a:lnTo>
                <a:lnTo>
                  <a:pt x="1738" y="4762"/>
                </a:lnTo>
                <a:lnTo>
                  <a:pt x="1798" y="4934"/>
                </a:lnTo>
                <a:lnTo>
                  <a:pt x="1861" y="5082"/>
                </a:lnTo>
                <a:lnTo>
                  <a:pt x="1924" y="5255"/>
                </a:lnTo>
                <a:lnTo>
                  <a:pt x="1986" y="5428"/>
                </a:lnTo>
                <a:lnTo>
                  <a:pt x="2049" y="5600"/>
                </a:lnTo>
                <a:lnTo>
                  <a:pt x="2109" y="5773"/>
                </a:lnTo>
                <a:lnTo>
                  <a:pt x="2172" y="5946"/>
                </a:lnTo>
                <a:lnTo>
                  <a:pt x="2234" y="6119"/>
                </a:lnTo>
                <a:lnTo>
                  <a:pt x="2297" y="6291"/>
                </a:lnTo>
                <a:lnTo>
                  <a:pt x="2357" y="6439"/>
                </a:lnTo>
                <a:lnTo>
                  <a:pt x="2420" y="6612"/>
                </a:lnTo>
                <a:lnTo>
                  <a:pt x="2482" y="6785"/>
                </a:lnTo>
                <a:lnTo>
                  <a:pt x="2545" y="6958"/>
                </a:lnTo>
                <a:lnTo>
                  <a:pt x="2605" y="7130"/>
                </a:lnTo>
                <a:lnTo>
                  <a:pt x="2668" y="730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6688195" y="3095773"/>
            <a:ext cx="2668" cy="7772"/>
          </a:xfrm>
          <a:custGeom>
            <a:avLst/>
            <a:gdLst/>
            <a:ahLst/>
            <a:cxnLst/>
            <a:rect l="l" t="t" r="r" b="b"/>
            <a:pathLst>
              <a:path w="2668" h="7772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2" y="518"/>
                </a:lnTo>
                <a:lnTo>
                  <a:pt x="185" y="690"/>
                </a:lnTo>
                <a:lnTo>
                  <a:pt x="248" y="863"/>
                </a:lnTo>
                <a:lnTo>
                  <a:pt x="310" y="1036"/>
                </a:lnTo>
                <a:lnTo>
                  <a:pt x="373" y="1209"/>
                </a:lnTo>
                <a:lnTo>
                  <a:pt x="433" y="1381"/>
                </a:lnTo>
                <a:lnTo>
                  <a:pt x="496" y="1529"/>
                </a:lnTo>
                <a:lnTo>
                  <a:pt x="558" y="1702"/>
                </a:lnTo>
                <a:lnTo>
                  <a:pt x="621" y="1875"/>
                </a:lnTo>
                <a:lnTo>
                  <a:pt x="681" y="2047"/>
                </a:lnTo>
                <a:lnTo>
                  <a:pt x="744" y="2220"/>
                </a:lnTo>
                <a:lnTo>
                  <a:pt x="806" y="2393"/>
                </a:lnTo>
                <a:lnTo>
                  <a:pt x="869" y="2566"/>
                </a:lnTo>
                <a:lnTo>
                  <a:pt x="929" y="2738"/>
                </a:lnTo>
                <a:lnTo>
                  <a:pt x="992" y="2886"/>
                </a:lnTo>
                <a:lnTo>
                  <a:pt x="1054" y="3059"/>
                </a:lnTo>
                <a:lnTo>
                  <a:pt x="1117" y="3232"/>
                </a:lnTo>
                <a:lnTo>
                  <a:pt x="1177" y="3404"/>
                </a:lnTo>
                <a:lnTo>
                  <a:pt x="1240" y="3577"/>
                </a:lnTo>
                <a:lnTo>
                  <a:pt x="1302" y="3750"/>
                </a:lnTo>
                <a:lnTo>
                  <a:pt x="1365" y="3923"/>
                </a:lnTo>
                <a:lnTo>
                  <a:pt x="1428" y="4095"/>
                </a:lnTo>
                <a:lnTo>
                  <a:pt x="1488" y="4243"/>
                </a:lnTo>
                <a:lnTo>
                  <a:pt x="1550" y="4416"/>
                </a:lnTo>
                <a:lnTo>
                  <a:pt x="1613" y="4589"/>
                </a:lnTo>
                <a:lnTo>
                  <a:pt x="1613" y="4762"/>
                </a:lnTo>
                <a:lnTo>
                  <a:pt x="1736" y="4934"/>
                </a:lnTo>
                <a:lnTo>
                  <a:pt x="1736" y="5107"/>
                </a:lnTo>
                <a:lnTo>
                  <a:pt x="1798" y="5280"/>
                </a:lnTo>
                <a:lnTo>
                  <a:pt x="1861" y="5452"/>
                </a:lnTo>
                <a:lnTo>
                  <a:pt x="1924" y="5625"/>
                </a:lnTo>
                <a:lnTo>
                  <a:pt x="1984" y="5773"/>
                </a:lnTo>
                <a:lnTo>
                  <a:pt x="2046" y="5847"/>
                </a:lnTo>
                <a:lnTo>
                  <a:pt x="2046" y="6020"/>
                </a:lnTo>
                <a:lnTo>
                  <a:pt x="2109" y="6168"/>
                </a:lnTo>
                <a:lnTo>
                  <a:pt x="2172" y="6341"/>
                </a:lnTo>
                <a:lnTo>
                  <a:pt x="2232" y="6513"/>
                </a:lnTo>
                <a:lnTo>
                  <a:pt x="2294" y="6686"/>
                </a:lnTo>
                <a:lnTo>
                  <a:pt x="2357" y="6859"/>
                </a:lnTo>
                <a:lnTo>
                  <a:pt x="2420" y="7032"/>
                </a:lnTo>
                <a:lnTo>
                  <a:pt x="2482" y="7204"/>
                </a:lnTo>
                <a:lnTo>
                  <a:pt x="2542" y="7377"/>
                </a:lnTo>
                <a:lnTo>
                  <a:pt x="2605" y="7525"/>
                </a:lnTo>
                <a:lnTo>
                  <a:pt x="2668" y="7698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6690863" y="3103546"/>
            <a:ext cx="2728" cy="8142"/>
          </a:xfrm>
          <a:custGeom>
            <a:avLst/>
            <a:gdLst/>
            <a:ahLst/>
            <a:cxnLst/>
            <a:rect l="l" t="t" r="r" b="b"/>
            <a:pathLst>
              <a:path w="2728" h="8142">
                <a:moveTo>
                  <a:pt x="0" y="0"/>
                </a:moveTo>
                <a:lnTo>
                  <a:pt x="62" y="172"/>
                </a:lnTo>
                <a:lnTo>
                  <a:pt x="122" y="320"/>
                </a:lnTo>
                <a:lnTo>
                  <a:pt x="185" y="493"/>
                </a:lnTo>
                <a:lnTo>
                  <a:pt x="248" y="666"/>
                </a:lnTo>
                <a:lnTo>
                  <a:pt x="310" y="838"/>
                </a:lnTo>
                <a:lnTo>
                  <a:pt x="370" y="1011"/>
                </a:lnTo>
                <a:lnTo>
                  <a:pt x="433" y="1184"/>
                </a:lnTo>
                <a:lnTo>
                  <a:pt x="496" y="1357"/>
                </a:lnTo>
                <a:lnTo>
                  <a:pt x="558" y="1529"/>
                </a:lnTo>
                <a:lnTo>
                  <a:pt x="618" y="1677"/>
                </a:lnTo>
                <a:lnTo>
                  <a:pt x="681" y="1850"/>
                </a:lnTo>
                <a:lnTo>
                  <a:pt x="681" y="2023"/>
                </a:lnTo>
                <a:lnTo>
                  <a:pt x="744" y="2195"/>
                </a:lnTo>
                <a:lnTo>
                  <a:pt x="806" y="2368"/>
                </a:lnTo>
                <a:lnTo>
                  <a:pt x="869" y="2541"/>
                </a:lnTo>
                <a:lnTo>
                  <a:pt x="929" y="2714"/>
                </a:lnTo>
                <a:lnTo>
                  <a:pt x="992" y="2886"/>
                </a:lnTo>
                <a:lnTo>
                  <a:pt x="1054" y="3034"/>
                </a:lnTo>
                <a:lnTo>
                  <a:pt x="1117" y="3207"/>
                </a:lnTo>
                <a:lnTo>
                  <a:pt x="1177" y="3380"/>
                </a:lnTo>
                <a:lnTo>
                  <a:pt x="1240" y="3553"/>
                </a:lnTo>
                <a:lnTo>
                  <a:pt x="1302" y="3725"/>
                </a:lnTo>
                <a:lnTo>
                  <a:pt x="1365" y="3898"/>
                </a:lnTo>
                <a:lnTo>
                  <a:pt x="1365" y="4071"/>
                </a:lnTo>
                <a:lnTo>
                  <a:pt x="1425" y="4243"/>
                </a:lnTo>
                <a:lnTo>
                  <a:pt x="1488" y="4416"/>
                </a:lnTo>
                <a:lnTo>
                  <a:pt x="1550" y="4564"/>
                </a:lnTo>
                <a:lnTo>
                  <a:pt x="1613" y="4737"/>
                </a:lnTo>
                <a:lnTo>
                  <a:pt x="1673" y="4910"/>
                </a:lnTo>
                <a:lnTo>
                  <a:pt x="1736" y="5082"/>
                </a:lnTo>
                <a:lnTo>
                  <a:pt x="1798" y="5255"/>
                </a:lnTo>
                <a:lnTo>
                  <a:pt x="1861" y="5428"/>
                </a:lnTo>
                <a:lnTo>
                  <a:pt x="1924" y="5600"/>
                </a:lnTo>
                <a:lnTo>
                  <a:pt x="1984" y="5773"/>
                </a:lnTo>
                <a:lnTo>
                  <a:pt x="2046" y="5921"/>
                </a:lnTo>
                <a:lnTo>
                  <a:pt x="2046" y="6094"/>
                </a:lnTo>
                <a:lnTo>
                  <a:pt x="2109" y="6267"/>
                </a:lnTo>
                <a:lnTo>
                  <a:pt x="2172" y="6439"/>
                </a:lnTo>
                <a:lnTo>
                  <a:pt x="2232" y="6612"/>
                </a:lnTo>
                <a:lnTo>
                  <a:pt x="2294" y="6785"/>
                </a:lnTo>
                <a:lnTo>
                  <a:pt x="2357" y="6958"/>
                </a:lnTo>
                <a:lnTo>
                  <a:pt x="2420" y="7130"/>
                </a:lnTo>
                <a:lnTo>
                  <a:pt x="2480" y="7278"/>
                </a:lnTo>
                <a:lnTo>
                  <a:pt x="2542" y="7451"/>
                </a:lnTo>
                <a:lnTo>
                  <a:pt x="2605" y="7624"/>
                </a:lnTo>
                <a:lnTo>
                  <a:pt x="2605" y="7796"/>
                </a:lnTo>
                <a:lnTo>
                  <a:pt x="2668" y="7969"/>
                </a:lnTo>
                <a:lnTo>
                  <a:pt x="2728" y="8142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6693591" y="3111688"/>
            <a:ext cx="2730" cy="8438"/>
          </a:xfrm>
          <a:custGeom>
            <a:avLst/>
            <a:gdLst/>
            <a:ahLst/>
            <a:cxnLst/>
            <a:rect l="l" t="t" r="r" b="b"/>
            <a:pathLst>
              <a:path w="2730" h="8438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88" y="518"/>
                </a:lnTo>
                <a:lnTo>
                  <a:pt x="250" y="666"/>
                </a:lnTo>
                <a:lnTo>
                  <a:pt x="310" y="838"/>
                </a:lnTo>
                <a:lnTo>
                  <a:pt x="373" y="1011"/>
                </a:lnTo>
                <a:lnTo>
                  <a:pt x="436" y="1184"/>
                </a:lnTo>
                <a:lnTo>
                  <a:pt x="436" y="1357"/>
                </a:lnTo>
                <a:lnTo>
                  <a:pt x="498" y="1529"/>
                </a:lnTo>
                <a:lnTo>
                  <a:pt x="558" y="1702"/>
                </a:lnTo>
                <a:lnTo>
                  <a:pt x="621" y="1875"/>
                </a:lnTo>
                <a:lnTo>
                  <a:pt x="684" y="2023"/>
                </a:lnTo>
                <a:lnTo>
                  <a:pt x="746" y="2195"/>
                </a:lnTo>
                <a:lnTo>
                  <a:pt x="806" y="2368"/>
                </a:lnTo>
                <a:lnTo>
                  <a:pt x="869" y="2541"/>
                </a:lnTo>
                <a:lnTo>
                  <a:pt x="869" y="2714"/>
                </a:lnTo>
                <a:lnTo>
                  <a:pt x="932" y="2886"/>
                </a:lnTo>
                <a:lnTo>
                  <a:pt x="994" y="3059"/>
                </a:lnTo>
                <a:lnTo>
                  <a:pt x="1054" y="3232"/>
                </a:lnTo>
                <a:lnTo>
                  <a:pt x="1117" y="3380"/>
                </a:lnTo>
                <a:lnTo>
                  <a:pt x="1180" y="3553"/>
                </a:lnTo>
                <a:lnTo>
                  <a:pt x="1242" y="3725"/>
                </a:lnTo>
                <a:lnTo>
                  <a:pt x="1305" y="3898"/>
                </a:lnTo>
                <a:lnTo>
                  <a:pt x="1365" y="4071"/>
                </a:lnTo>
                <a:lnTo>
                  <a:pt x="1365" y="4243"/>
                </a:lnTo>
                <a:lnTo>
                  <a:pt x="1428" y="4416"/>
                </a:lnTo>
                <a:lnTo>
                  <a:pt x="1490" y="4589"/>
                </a:lnTo>
                <a:lnTo>
                  <a:pt x="1553" y="4762"/>
                </a:lnTo>
                <a:lnTo>
                  <a:pt x="1613" y="4910"/>
                </a:lnTo>
                <a:lnTo>
                  <a:pt x="1676" y="5082"/>
                </a:lnTo>
                <a:lnTo>
                  <a:pt x="1738" y="5255"/>
                </a:lnTo>
                <a:lnTo>
                  <a:pt x="1801" y="5428"/>
                </a:lnTo>
                <a:lnTo>
                  <a:pt x="1801" y="5600"/>
                </a:lnTo>
                <a:lnTo>
                  <a:pt x="1861" y="5773"/>
                </a:lnTo>
                <a:lnTo>
                  <a:pt x="1924" y="5946"/>
                </a:lnTo>
                <a:lnTo>
                  <a:pt x="1986" y="6119"/>
                </a:lnTo>
                <a:lnTo>
                  <a:pt x="2049" y="6267"/>
                </a:lnTo>
                <a:lnTo>
                  <a:pt x="2109" y="6439"/>
                </a:lnTo>
                <a:lnTo>
                  <a:pt x="2172" y="6612"/>
                </a:lnTo>
                <a:lnTo>
                  <a:pt x="2234" y="6785"/>
                </a:lnTo>
                <a:lnTo>
                  <a:pt x="2234" y="6958"/>
                </a:lnTo>
                <a:lnTo>
                  <a:pt x="2297" y="7130"/>
                </a:lnTo>
                <a:lnTo>
                  <a:pt x="2360" y="7303"/>
                </a:lnTo>
                <a:lnTo>
                  <a:pt x="2420" y="7476"/>
                </a:lnTo>
                <a:lnTo>
                  <a:pt x="2482" y="7624"/>
                </a:lnTo>
                <a:lnTo>
                  <a:pt x="2545" y="7796"/>
                </a:lnTo>
                <a:lnTo>
                  <a:pt x="2608" y="7969"/>
                </a:lnTo>
                <a:lnTo>
                  <a:pt x="2608" y="8142"/>
                </a:lnTo>
                <a:lnTo>
                  <a:pt x="2668" y="8315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6696322" y="3120126"/>
            <a:ext cx="2730" cy="8759"/>
          </a:xfrm>
          <a:custGeom>
            <a:avLst/>
            <a:gdLst/>
            <a:ahLst/>
            <a:cxnLst/>
            <a:rect l="l" t="t" r="r" b="b"/>
            <a:pathLst>
              <a:path w="2730" h="8759">
                <a:moveTo>
                  <a:pt x="0" y="0"/>
                </a:moveTo>
                <a:lnTo>
                  <a:pt x="62" y="148"/>
                </a:lnTo>
                <a:lnTo>
                  <a:pt x="125" y="320"/>
                </a:lnTo>
                <a:lnTo>
                  <a:pt x="185" y="493"/>
                </a:lnTo>
                <a:lnTo>
                  <a:pt x="185" y="666"/>
                </a:lnTo>
                <a:lnTo>
                  <a:pt x="248" y="838"/>
                </a:lnTo>
                <a:lnTo>
                  <a:pt x="310" y="1011"/>
                </a:lnTo>
                <a:lnTo>
                  <a:pt x="373" y="1184"/>
                </a:lnTo>
                <a:lnTo>
                  <a:pt x="433" y="1357"/>
                </a:lnTo>
                <a:lnTo>
                  <a:pt x="496" y="1529"/>
                </a:lnTo>
                <a:lnTo>
                  <a:pt x="558" y="1677"/>
                </a:lnTo>
                <a:lnTo>
                  <a:pt x="558" y="1850"/>
                </a:lnTo>
                <a:lnTo>
                  <a:pt x="621" y="2023"/>
                </a:lnTo>
                <a:lnTo>
                  <a:pt x="684" y="2195"/>
                </a:lnTo>
                <a:lnTo>
                  <a:pt x="744" y="2368"/>
                </a:lnTo>
                <a:lnTo>
                  <a:pt x="806" y="2541"/>
                </a:lnTo>
                <a:lnTo>
                  <a:pt x="869" y="2714"/>
                </a:lnTo>
                <a:lnTo>
                  <a:pt x="869" y="2886"/>
                </a:lnTo>
                <a:lnTo>
                  <a:pt x="932" y="3034"/>
                </a:lnTo>
                <a:lnTo>
                  <a:pt x="992" y="3207"/>
                </a:lnTo>
                <a:lnTo>
                  <a:pt x="1054" y="3380"/>
                </a:lnTo>
                <a:lnTo>
                  <a:pt x="1117" y="3553"/>
                </a:lnTo>
                <a:lnTo>
                  <a:pt x="1180" y="3725"/>
                </a:lnTo>
                <a:lnTo>
                  <a:pt x="1240" y="3898"/>
                </a:lnTo>
                <a:lnTo>
                  <a:pt x="1240" y="4071"/>
                </a:lnTo>
                <a:lnTo>
                  <a:pt x="1302" y="4243"/>
                </a:lnTo>
                <a:lnTo>
                  <a:pt x="1365" y="4391"/>
                </a:lnTo>
                <a:lnTo>
                  <a:pt x="1428" y="4564"/>
                </a:lnTo>
                <a:lnTo>
                  <a:pt x="1488" y="4737"/>
                </a:lnTo>
                <a:lnTo>
                  <a:pt x="1550" y="4910"/>
                </a:lnTo>
                <a:lnTo>
                  <a:pt x="1550" y="5082"/>
                </a:lnTo>
                <a:lnTo>
                  <a:pt x="1613" y="5255"/>
                </a:lnTo>
                <a:lnTo>
                  <a:pt x="1676" y="5428"/>
                </a:lnTo>
                <a:lnTo>
                  <a:pt x="1738" y="5600"/>
                </a:lnTo>
                <a:lnTo>
                  <a:pt x="1798" y="5773"/>
                </a:lnTo>
                <a:lnTo>
                  <a:pt x="1861" y="5921"/>
                </a:lnTo>
                <a:lnTo>
                  <a:pt x="1924" y="6094"/>
                </a:lnTo>
                <a:lnTo>
                  <a:pt x="1924" y="6267"/>
                </a:lnTo>
                <a:lnTo>
                  <a:pt x="1986" y="6439"/>
                </a:lnTo>
                <a:lnTo>
                  <a:pt x="2046" y="6612"/>
                </a:lnTo>
                <a:lnTo>
                  <a:pt x="2109" y="6785"/>
                </a:lnTo>
                <a:lnTo>
                  <a:pt x="2172" y="6958"/>
                </a:lnTo>
                <a:lnTo>
                  <a:pt x="2234" y="7130"/>
                </a:lnTo>
                <a:lnTo>
                  <a:pt x="2234" y="7278"/>
                </a:lnTo>
                <a:lnTo>
                  <a:pt x="2294" y="7451"/>
                </a:lnTo>
                <a:lnTo>
                  <a:pt x="2357" y="7624"/>
                </a:lnTo>
                <a:lnTo>
                  <a:pt x="2420" y="7796"/>
                </a:lnTo>
                <a:lnTo>
                  <a:pt x="2482" y="7969"/>
                </a:lnTo>
                <a:lnTo>
                  <a:pt x="2542" y="8142"/>
                </a:lnTo>
                <a:lnTo>
                  <a:pt x="2542" y="8315"/>
                </a:lnTo>
                <a:lnTo>
                  <a:pt x="2605" y="8487"/>
                </a:lnTo>
                <a:lnTo>
                  <a:pt x="2668" y="8635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6699053" y="3128886"/>
            <a:ext cx="2728" cy="9104"/>
          </a:xfrm>
          <a:custGeom>
            <a:avLst/>
            <a:gdLst/>
            <a:ahLst/>
            <a:cxnLst/>
            <a:rect l="l" t="t" r="r" b="b"/>
            <a:pathLst>
              <a:path w="2728" h="9104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2" y="518"/>
                </a:lnTo>
                <a:lnTo>
                  <a:pt x="185" y="690"/>
                </a:lnTo>
                <a:lnTo>
                  <a:pt x="248" y="838"/>
                </a:lnTo>
                <a:lnTo>
                  <a:pt x="310" y="1011"/>
                </a:lnTo>
                <a:lnTo>
                  <a:pt x="310" y="1184"/>
                </a:lnTo>
                <a:lnTo>
                  <a:pt x="370" y="1357"/>
                </a:lnTo>
                <a:lnTo>
                  <a:pt x="433" y="1529"/>
                </a:lnTo>
                <a:lnTo>
                  <a:pt x="496" y="1702"/>
                </a:lnTo>
                <a:lnTo>
                  <a:pt x="558" y="1875"/>
                </a:lnTo>
                <a:lnTo>
                  <a:pt x="618" y="2047"/>
                </a:lnTo>
                <a:lnTo>
                  <a:pt x="618" y="2220"/>
                </a:lnTo>
                <a:lnTo>
                  <a:pt x="681" y="2368"/>
                </a:lnTo>
                <a:lnTo>
                  <a:pt x="744" y="2541"/>
                </a:lnTo>
                <a:lnTo>
                  <a:pt x="806" y="2714"/>
                </a:lnTo>
                <a:lnTo>
                  <a:pt x="866" y="2886"/>
                </a:lnTo>
                <a:lnTo>
                  <a:pt x="866" y="3059"/>
                </a:lnTo>
                <a:lnTo>
                  <a:pt x="929" y="3232"/>
                </a:lnTo>
                <a:lnTo>
                  <a:pt x="992" y="3404"/>
                </a:lnTo>
                <a:lnTo>
                  <a:pt x="1054" y="3577"/>
                </a:lnTo>
                <a:lnTo>
                  <a:pt x="1117" y="3725"/>
                </a:lnTo>
                <a:lnTo>
                  <a:pt x="1177" y="3898"/>
                </a:lnTo>
                <a:lnTo>
                  <a:pt x="1177" y="4071"/>
                </a:lnTo>
                <a:lnTo>
                  <a:pt x="1240" y="4243"/>
                </a:lnTo>
                <a:lnTo>
                  <a:pt x="1302" y="4416"/>
                </a:lnTo>
                <a:lnTo>
                  <a:pt x="1365" y="4589"/>
                </a:lnTo>
                <a:lnTo>
                  <a:pt x="1425" y="4762"/>
                </a:lnTo>
                <a:lnTo>
                  <a:pt x="1425" y="4934"/>
                </a:lnTo>
                <a:lnTo>
                  <a:pt x="1488" y="5082"/>
                </a:lnTo>
                <a:lnTo>
                  <a:pt x="1550" y="5255"/>
                </a:lnTo>
                <a:lnTo>
                  <a:pt x="1613" y="5428"/>
                </a:lnTo>
                <a:lnTo>
                  <a:pt x="1673" y="5600"/>
                </a:lnTo>
                <a:lnTo>
                  <a:pt x="1673" y="5773"/>
                </a:lnTo>
                <a:lnTo>
                  <a:pt x="1736" y="5946"/>
                </a:lnTo>
                <a:lnTo>
                  <a:pt x="1798" y="6119"/>
                </a:lnTo>
                <a:lnTo>
                  <a:pt x="1861" y="6291"/>
                </a:lnTo>
                <a:lnTo>
                  <a:pt x="1921" y="6464"/>
                </a:lnTo>
                <a:lnTo>
                  <a:pt x="1984" y="6612"/>
                </a:lnTo>
                <a:lnTo>
                  <a:pt x="1984" y="6785"/>
                </a:lnTo>
                <a:lnTo>
                  <a:pt x="2046" y="6958"/>
                </a:lnTo>
                <a:lnTo>
                  <a:pt x="2109" y="7130"/>
                </a:lnTo>
                <a:lnTo>
                  <a:pt x="2172" y="7303"/>
                </a:lnTo>
                <a:lnTo>
                  <a:pt x="2232" y="7476"/>
                </a:lnTo>
                <a:lnTo>
                  <a:pt x="2232" y="7648"/>
                </a:lnTo>
                <a:lnTo>
                  <a:pt x="2294" y="7821"/>
                </a:lnTo>
                <a:lnTo>
                  <a:pt x="2357" y="7969"/>
                </a:lnTo>
                <a:lnTo>
                  <a:pt x="2420" y="8142"/>
                </a:lnTo>
                <a:lnTo>
                  <a:pt x="2480" y="8315"/>
                </a:lnTo>
                <a:lnTo>
                  <a:pt x="2480" y="8487"/>
                </a:lnTo>
                <a:lnTo>
                  <a:pt x="2542" y="8660"/>
                </a:lnTo>
                <a:lnTo>
                  <a:pt x="2605" y="8833"/>
                </a:lnTo>
                <a:lnTo>
                  <a:pt x="2668" y="9005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6701781" y="3137990"/>
            <a:ext cx="2668" cy="9450"/>
          </a:xfrm>
          <a:custGeom>
            <a:avLst/>
            <a:gdLst/>
            <a:ahLst/>
            <a:cxnLst/>
            <a:rect l="l" t="t" r="r" b="b"/>
            <a:pathLst>
              <a:path w="2668" h="9450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5" y="518"/>
                </a:lnTo>
                <a:lnTo>
                  <a:pt x="188" y="690"/>
                </a:lnTo>
                <a:lnTo>
                  <a:pt x="188" y="863"/>
                </a:lnTo>
                <a:lnTo>
                  <a:pt x="248" y="1036"/>
                </a:lnTo>
                <a:lnTo>
                  <a:pt x="310" y="1184"/>
                </a:lnTo>
                <a:lnTo>
                  <a:pt x="373" y="1357"/>
                </a:lnTo>
                <a:lnTo>
                  <a:pt x="436" y="1529"/>
                </a:lnTo>
                <a:lnTo>
                  <a:pt x="436" y="1702"/>
                </a:lnTo>
                <a:lnTo>
                  <a:pt x="498" y="1875"/>
                </a:lnTo>
                <a:lnTo>
                  <a:pt x="558" y="2047"/>
                </a:lnTo>
                <a:lnTo>
                  <a:pt x="621" y="2220"/>
                </a:lnTo>
                <a:lnTo>
                  <a:pt x="684" y="2393"/>
                </a:lnTo>
                <a:lnTo>
                  <a:pt x="684" y="2541"/>
                </a:lnTo>
                <a:lnTo>
                  <a:pt x="746" y="2714"/>
                </a:lnTo>
                <a:lnTo>
                  <a:pt x="806" y="2886"/>
                </a:lnTo>
                <a:lnTo>
                  <a:pt x="869" y="3059"/>
                </a:lnTo>
                <a:lnTo>
                  <a:pt x="869" y="3232"/>
                </a:lnTo>
                <a:lnTo>
                  <a:pt x="932" y="3404"/>
                </a:lnTo>
                <a:lnTo>
                  <a:pt x="994" y="3577"/>
                </a:lnTo>
                <a:lnTo>
                  <a:pt x="1054" y="3750"/>
                </a:lnTo>
                <a:lnTo>
                  <a:pt x="1117" y="3923"/>
                </a:lnTo>
                <a:lnTo>
                  <a:pt x="1117" y="4071"/>
                </a:lnTo>
                <a:lnTo>
                  <a:pt x="1180" y="4243"/>
                </a:lnTo>
                <a:lnTo>
                  <a:pt x="1242" y="4416"/>
                </a:lnTo>
                <a:lnTo>
                  <a:pt x="1302" y="4589"/>
                </a:lnTo>
                <a:lnTo>
                  <a:pt x="1365" y="4762"/>
                </a:lnTo>
                <a:lnTo>
                  <a:pt x="1365" y="4934"/>
                </a:lnTo>
                <a:lnTo>
                  <a:pt x="1428" y="5107"/>
                </a:lnTo>
                <a:lnTo>
                  <a:pt x="1490" y="5280"/>
                </a:lnTo>
                <a:lnTo>
                  <a:pt x="1553" y="5428"/>
                </a:lnTo>
                <a:lnTo>
                  <a:pt x="1613" y="5600"/>
                </a:lnTo>
                <a:lnTo>
                  <a:pt x="1613" y="5773"/>
                </a:lnTo>
                <a:lnTo>
                  <a:pt x="1676" y="5946"/>
                </a:lnTo>
                <a:lnTo>
                  <a:pt x="1738" y="6119"/>
                </a:lnTo>
                <a:lnTo>
                  <a:pt x="1801" y="6291"/>
                </a:lnTo>
                <a:lnTo>
                  <a:pt x="1801" y="6464"/>
                </a:lnTo>
                <a:lnTo>
                  <a:pt x="1861" y="6637"/>
                </a:lnTo>
                <a:lnTo>
                  <a:pt x="1924" y="6785"/>
                </a:lnTo>
                <a:lnTo>
                  <a:pt x="1986" y="6958"/>
                </a:lnTo>
                <a:lnTo>
                  <a:pt x="2049" y="7130"/>
                </a:lnTo>
                <a:lnTo>
                  <a:pt x="2049" y="7303"/>
                </a:lnTo>
                <a:lnTo>
                  <a:pt x="2109" y="7476"/>
                </a:lnTo>
                <a:lnTo>
                  <a:pt x="2172" y="7648"/>
                </a:lnTo>
                <a:lnTo>
                  <a:pt x="2234" y="7821"/>
                </a:lnTo>
                <a:lnTo>
                  <a:pt x="2234" y="7994"/>
                </a:lnTo>
                <a:lnTo>
                  <a:pt x="2297" y="8167"/>
                </a:lnTo>
                <a:lnTo>
                  <a:pt x="2357" y="8315"/>
                </a:lnTo>
                <a:lnTo>
                  <a:pt x="2420" y="8487"/>
                </a:lnTo>
                <a:lnTo>
                  <a:pt x="2482" y="8660"/>
                </a:lnTo>
                <a:lnTo>
                  <a:pt x="2482" y="8833"/>
                </a:lnTo>
                <a:lnTo>
                  <a:pt x="2545" y="9005"/>
                </a:lnTo>
                <a:lnTo>
                  <a:pt x="2608" y="9178"/>
                </a:lnTo>
                <a:lnTo>
                  <a:pt x="2668" y="9351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6704449" y="3147440"/>
            <a:ext cx="2730" cy="9746"/>
          </a:xfrm>
          <a:custGeom>
            <a:avLst/>
            <a:gdLst/>
            <a:ahLst/>
            <a:cxnLst/>
            <a:rect l="l" t="t" r="r" b="b"/>
            <a:pathLst>
              <a:path w="2730" h="9746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88" y="518"/>
                </a:lnTo>
                <a:lnTo>
                  <a:pt x="188" y="690"/>
                </a:lnTo>
                <a:lnTo>
                  <a:pt x="248" y="863"/>
                </a:lnTo>
                <a:lnTo>
                  <a:pt x="310" y="1036"/>
                </a:lnTo>
                <a:lnTo>
                  <a:pt x="373" y="1184"/>
                </a:lnTo>
                <a:lnTo>
                  <a:pt x="373" y="1357"/>
                </a:lnTo>
                <a:lnTo>
                  <a:pt x="436" y="1529"/>
                </a:lnTo>
                <a:lnTo>
                  <a:pt x="496" y="1702"/>
                </a:lnTo>
                <a:lnTo>
                  <a:pt x="558" y="1875"/>
                </a:lnTo>
                <a:lnTo>
                  <a:pt x="621" y="2047"/>
                </a:lnTo>
                <a:lnTo>
                  <a:pt x="621" y="2220"/>
                </a:lnTo>
                <a:lnTo>
                  <a:pt x="684" y="2393"/>
                </a:lnTo>
                <a:lnTo>
                  <a:pt x="744" y="2541"/>
                </a:lnTo>
                <a:lnTo>
                  <a:pt x="806" y="2714"/>
                </a:lnTo>
                <a:lnTo>
                  <a:pt x="806" y="2886"/>
                </a:lnTo>
                <a:lnTo>
                  <a:pt x="869" y="3059"/>
                </a:lnTo>
                <a:lnTo>
                  <a:pt x="932" y="3232"/>
                </a:lnTo>
                <a:lnTo>
                  <a:pt x="994" y="3404"/>
                </a:lnTo>
                <a:lnTo>
                  <a:pt x="1054" y="3577"/>
                </a:lnTo>
                <a:lnTo>
                  <a:pt x="1054" y="3750"/>
                </a:lnTo>
                <a:lnTo>
                  <a:pt x="1117" y="3923"/>
                </a:lnTo>
                <a:lnTo>
                  <a:pt x="1180" y="4071"/>
                </a:lnTo>
                <a:lnTo>
                  <a:pt x="1180" y="4243"/>
                </a:lnTo>
                <a:lnTo>
                  <a:pt x="1242" y="4416"/>
                </a:lnTo>
                <a:lnTo>
                  <a:pt x="1302" y="4589"/>
                </a:lnTo>
                <a:lnTo>
                  <a:pt x="1365" y="4762"/>
                </a:lnTo>
                <a:lnTo>
                  <a:pt x="1428" y="4934"/>
                </a:lnTo>
                <a:lnTo>
                  <a:pt x="1428" y="5107"/>
                </a:lnTo>
                <a:lnTo>
                  <a:pt x="1490" y="5280"/>
                </a:lnTo>
                <a:lnTo>
                  <a:pt x="1550" y="5428"/>
                </a:lnTo>
                <a:lnTo>
                  <a:pt x="1613" y="5600"/>
                </a:lnTo>
                <a:lnTo>
                  <a:pt x="1613" y="5773"/>
                </a:lnTo>
                <a:lnTo>
                  <a:pt x="1676" y="5946"/>
                </a:lnTo>
                <a:lnTo>
                  <a:pt x="1738" y="6119"/>
                </a:lnTo>
                <a:lnTo>
                  <a:pt x="1798" y="6291"/>
                </a:lnTo>
                <a:lnTo>
                  <a:pt x="1798" y="6464"/>
                </a:lnTo>
                <a:lnTo>
                  <a:pt x="1861" y="6637"/>
                </a:lnTo>
                <a:lnTo>
                  <a:pt x="1924" y="6785"/>
                </a:lnTo>
                <a:lnTo>
                  <a:pt x="1986" y="6958"/>
                </a:lnTo>
                <a:lnTo>
                  <a:pt x="1986" y="7130"/>
                </a:lnTo>
                <a:lnTo>
                  <a:pt x="2049" y="7303"/>
                </a:lnTo>
                <a:lnTo>
                  <a:pt x="2109" y="7476"/>
                </a:lnTo>
                <a:lnTo>
                  <a:pt x="2172" y="7648"/>
                </a:lnTo>
                <a:lnTo>
                  <a:pt x="2172" y="7821"/>
                </a:lnTo>
                <a:lnTo>
                  <a:pt x="2234" y="7994"/>
                </a:lnTo>
                <a:lnTo>
                  <a:pt x="2297" y="8167"/>
                </a:lnTo>
                <a:lnTo>
                  <a:pt x="2357" y="8315"/>
                </a:lnTo>
                <a:lnTo>
                  <a:pt x="2420" y="8487"/>
                </a:lnTo>
                <a:lnTo>
                  <a:pt x="2420" y="8660"/>
                </a:lnTo>
                <a:lnTo>
                  <a:pt x="2482" y="8833"/>
                </a:lnTo>
                <a:lnTo>
                  <a:pt x="2545" y="9005"/>
                </a:lnTo>
                <a:lnTo>
                  <a:pt x="2545" y="9178"/>
                </a:lnTo>
                <a:lnTo>
                  <a:pt x="2605" y="9351"/>
                </a:lnTo>
                <a:lnTo>
                  <a:pt x="2668" y="9524"/>
                </a:lnTo>
                <a:lnTo>
                  <a:pt x="2730" y="9672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6707180" y="3157186"/>
            <a:ext cx="2730" cy="10017"/>
          </a:xfrm>
          <a:custGeom>
            <a:avLst/>
            <a:gdLst/>
            <a:ahLst/>
            <a:cxnLst/>
            <a:rect l="l" t="t" r="r" b="b"/>
            <a:pathLst>
              <a:path w="2730" h="10017">
                <a:moveTo>
                  <a:pt x="0" y="0"/>
                </a:moveTo>
                <a:lnTo>
                  <a:pt x="62" y="172"/>
                </a:lnTo>
                <a:lnTo>
                  <a:pt x="122" y="320"/>
                </a:lnTo>
                <a:lnTo>
                  <a:pt x="122" y="493"/>
                </a:lnTo>
                <a:lnTo>
                  <a:pt x="185" y="666"/>
                </a:lnTo>
                <a:lnTo>
                  <a:pt x="248" y="838"/>
                </a:lnTo>
                <a:lnTo>
                  <a:pt x="248" y="1011"/>
                </a:lnTo>
                <a:lnTo>
                  <a:pt x="310" y="1184"/>
                </a:lnTo>
                <a:lnTo>
                  <a:pt x="373" y="1357"/>
                </a:lnTo>
                <a:lnTo>
                  <a:pt x="433" y="1529"/>
                </a:lnTo>
                <a:lnTo>
                  <a:pt x="496" y="1702"/>
                </a:lnTo>
                <a:lnTo>
                  <a:pt x="496" y="1850"/>
                </a:lnTo>
                <a:lnTo>
                  <a:pt x="558" y="2023"/>
                </a:lnTo>
                <a:lnTo>
                  <a:pt x="621" y="2195"/>
                </a:lnTo>
                <a:lnTo>
                  <a:pt x="681" y="2368"/>
                </a:lnTo>
                <a:lnTo>
                  <a:pt x="681" y="2541"/>
                </a:lnTo>
                <a:lnTo>
                  <a:pt x="744" y="2714"/>
                </a:lnTo>
                <a:lnTo>
                  <a:pt x="806" y="2886"/>
                </a:lnTo>
                <a:lnTo>
                  <a:pt x="806" y="3059"/>
                </a:lnTo>
                <a:lnTo>
                  <a:pt x="869" y="3207"/>
                </a:lnTo>
                <a:lnTo>
                  <a:pt x="929" y="3380"/>
                </a:lnTo>
                <a:lnTo>
                  <a:pt x="992" y="3553"/>
                </a:lnTo>
                <a:lnTo>
                  <a:pt x="1054" y="3725"/>
                </a:lnTo>
                <a:lnTo>
                  <a:pt x="1054" y="3898"/>
                </a:lnTo>
                <a:lnTo>
                  <a:pt x="1117" y="4071"/>
                </a:lnTo>
                <a:lnTo>
                  <a:pt x="1177" y="4243"/>
                </a:lnTo>
                <a:lnTo>
                  <a:pt x="1177" y="4416"/>
                </a:lnTo>
                <a:lnTo>
                  <a:pt x="1240" y="4564"/>
                </a:lnTo>
                <a:lnTo>
                  <a:pt x="1302" y="4737"/>
                </a:lnTo>
                <a:lnTo>
                  <a:pt x="1365" y="4910"/>
                </a:lnTo>
                <a:lnTo>
                  <a:pt x="1428" y="5082"/>
                </a:lnTo>
                <a:lnTo>
                  <a:pt x="1428" y="5255"/>
                </a:lnTo>
                <a:lnTo>
                  <a:pt x="1488" y="5428"/>
                </a:lnTo>
                <a:lnTo>
                  <a:pt x="1550" y="5600"/>
                </a:lnTo>
                <a:lnTo>
                  <a:pt x="1550" y="5773"/>
                </a:lnTo>
                <a:lnTo>
                  <a:pt x="1613" y="5946"/>
                </a:lnTo>
                <a:lnTo>
                  <a:pt x="1676" y="6094"/>
                </a:lnTo>
                <a:lnTo>
                  <a:pt x="1736" y="6267"/>
                </a:lnTo>
                <a:lnTo>
                  <a:pt x="1736" y="6439"/>
                </a:lnTo>
                <a:lnTo>
                  <a:pt x="1798" y="6612"/>
                </a:lnTo>
                <a:lnTo>
                  <a:pt x="1861" y="6785"/>
                </a:lnTo>
                <a:lnTo>
                  <a:pt x="1861" y="6958"/>
                </a:lnTo>
                <a:lnTo>
                  <a:pt x="1924" y="7130"/>
                </a:lnTo>
                <a:lnTo>
                  <a:pt x="1984" y="7303"/>
                </a:lnTo>
                <a:lnTo>
                  <a:pt x="2046" y="7451"/>
                </a:lnTo>
                <a:lnTo>
                  <a:pt x="2109" y="7624"/>
                </a:lnTo>
                <a:lnTo>
                  <a:pt x="2109" y="7796"/>
                </a:lnTo>
                <a:lnTo>
                  <a:pt x="2172" y="7969"/>
                </a:lnTo>
                <a:lnTo>
                  <a:pt x="2232" y="8142"/>
                </a:lnTo>
                <a:lnTo>
                  <a:pt x="2232" y="8315"/>
                </a:lnTo>
                <a:lnTo>
                  <a:pt x="2294" y="8487"/>
                </a:lnTo>
                <a:lnTo>
                  <a:pt x="2357" y="8660"/>
                </a:lnTo>
                <a:lnTo>
                  <a:pt x="2420" y="8808"/>
                </a:lnTo>
                <a:lnTo>
                  <a:pt x="2420" y="8981"/>
                </a:lnTo>
                <a:lnTo>
                  <a:pt x="2482" y="9153"/>
                </a:lnTo>
                <a:lnTo>
                  <a:pt x="2542" y="9326"/>
                </a:lnTo>
                <a:lnTo>
                  <a:pt x="2542" y="9499"/>
                </a:lnTo>
                <a:lnTo>
                  <a:pt x="2605" y="9672"/>
                </a:lnTo>
                <a:lnTo>
                  <a:pt x="2668" y="9844"/>
                </a:lnTo>
                <a:lnTo>
                  <a:pt x="2730" y="1001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6709911" y="3167204"/>
            <a:ext cx="2728" cy="10338"/>
          </a:xfrm>
          <a:custGeom>
            <a:avLst/>
            <a:gdLst/>
            <a:ahLst/>
            <a:cxnLst/>
            <a:rect l="l" t="t" r="r" b="b"/>
            <a:pathLst>
              <a:path w="2728" h="10338">
                <a:moveTo>
                  <a:pt x="0" y="0"/>
                </a:moveTo>
                <a:lnTo>
                  <a:pt x="59" y="172"/>
                </a:lnTo>
                <a:lnTo>
                  <a:pt x="59" y="320"/>
                </a:lnTo>
                <a:lnTo>
                  <a:pt x="122" y="493"/>
                </a:lnTo>
                <a:lnTo>
                  <a:pt x="185" y="666"/>
                </a:lnTo>
                <a:lnTo>
                  <a:pt x="185" y="838"/>
                </a:lnTo>
                <a:lnTo>
                  <a:pt x="248" y="1011"/>
                </a:lnTo>
                <a:lnTo>
                  <a:pt x="307" y="1184"/>
                </a:lnTo>
                <a:lnTo>
                  <a:pt x="370" y="1357"/>
                </a:lnTo>
                <a:lnTo>
                  <a:pt x="370" y="1529"/>
                </a:lnTo>
                <a:lnTo>
                  <a:pt x="433" y="1677"/>
                </a:lnTo>
                <a:lnTo>
                  <a:pt x="496" y="1850"/>
                </a:lnTo>
                <a:lnTo>
                  <a:pt x="496" y="2023"/>
                </a:lnTo>
                <a:lnTo>
                  <a:pt x="555" y="2195"/>
                </a:lnTo>
                <a:lnTo>
                  <a:pt x="618" y="2368"/>
                </a:lnTo>
                <a:lnTo>
                  <a:pt x="681" y="2541"/>
                </a:lnTo>
                <a:lnTo>
                  <a:pt x="681" y="2714"/>
                </a:lnTo>
                <a:lnTo>
                  <a:pt x="744" y="2886"/>
                </a:lnTo>
                <a:lnTo>
                  <a:pt x="806" y="3034"/>
                </a:lnTo>
                <a:lnTo>
                  <a:pt x="806" y="3207"/>
                </a:lnTo>
                <a:lnTo>
                  <a:pt x="866" y="3380"/>
                </a:lnTo>
                <a:lnTo>
                  <a:pt x="929" y="3553"/>
                </a:lnTo>
                <a:lnTo>
                  <a:pt x="992" y="3725"/>
                </a:lnTo>
                <a:lnTo>
                  <a:pt x="992" y="3898"/>
                </a:lnTo>
                <a:lnTo>
                  <a:pt x="1054" y="4071"/>
                </a:lnTo>
                <a:lnTo>
                  <a:pt x="1114" y="4243"/>
                </a:lnTo>
                <a:lnTo>
                  <a:pt x="1177" y="4416"/>
                </a:lnTo>
                <a:lnTo>
                  <a:pt x="1177" y="4564"/>
                </a:lnTo>
                <a:lnTo>
                  <a:pt x="1240" y="4737"/>
                </a:lnTo>
                <a:lnTo>
                  <a:pt x="1302" y="4910"/>
                </a:lnTo>
                <a:lnTo>
                  <a:pt x="1302" y="5082"/>
                </a:lnTo>
                <a:lnTo>
                  <a:pt x="1362" y="5255"/>
                </a:lnTo>
                <a:lnTo>
                  <a:pt x="1425" y="5428"/>
                </a:lnTo>
                <a:lnTo>
                  <a:pt x="1488" y="5600"/>
                </a:lnTo>
                <a:lnTo>
                  <a:pt x="1488" y="5773"/>
                </a:lnTo>
                <a:lnTo>
                  <a:pt x="1550" y="5921"/>
                </a:lnTo>
                <a:lnTo>
                  <a:pt x="1610" y="6094"/>
                </a:lnTo>
                <a:lnTo>
                  <a:pt x="1610" y="6267"/>
                </a:lnTo>
                <a:lnTo>
                  <a:pt x="1673" y="6439"/>
                </a:lnTo>
                <a:lnTo>
                  <a:pt x="1736" y="6612"/>
                </a:lnTo>
                <a:lnTo>
                  <a:pt x="1798" y="6785"/>
                </a:lnTo>
                <a:lnTo>
                  <a:pt x="1798" y="6958"/>
                </a:lnTo>
                <a:lnTo>
                  <a:pt x="1861" y="7130"/>
                </a:lnTo>
                <a:lnTo>
                  <a:pt x="1921" y="7278"/>
                </a:lnTo>
                <a:lnTo>
                  <a:pt x="1984" y="7451"/>
                </a:lnTo>
                <a:lnTo>
                  <a:pt x="1984" y="7624"/>
                </a:lnTo>
                <a:lnTo>
                  <a:pt x="2046" y="7796"/>
                </a:lnTo>
                <a:lnTo>
                  <a:pt x="2109" y="7969"/>
                </a:lnTo>
                <a:lnTo>
                  <a:pt x="2109" y="8142"/>
                </a:lnTo>
                <a:lnTo>
                  <a:pt x="2169" y="8315"/>
                </a:lnTo>
                <a:lnTo>
                  <a:pt x="2232" y="8487"/>
                </a:lnTo>
                <a:lnTo>
                  <a:pt x="2294" y="8660"/>
                </a:lnTo>
                <a:lnTo>
                  <a:pt x="2294" y="8808"/>
                </a:lnTo>
                <a:lnTo>
                  <a:pt x="2357" y="8981"/>
                </a:lnTo>
                <a:lnTo>
                  <a:pt x="2417" y="9153"/>
                </a:lnTo>
                <a:lnTo>
                  <a:pt x="2417" y="9326"/>
                </a:lnTo>
                <a:lnTo>
                  <a:pt x="2480" y="9499"/>
                </a:lnTo>
                <a:lnTo>
                  <a:pt x="2542" y="9672"/>
                </a:lnTo>
                <a:lnTo>
                  <a:pt x="2542" y="9844"/>
                </a:lnTo>
                <a:lnTo>
                  <a:pt x="2605" y="10017"/>
                </a:lnTo>
                <a:lnTo>
                  <a:pt x="2665" y="10165"/>
                </a:lnTo>
                <a:lnTo>
                  <a:pt x="2728" y="1033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6712639" y="3177542"/>
            <a:ext cx="2668" cy="10634"/>
          </a:xfrm>
          <a:custGeom>
            <a:avLst/>
            <a:gdLst/>
            <a:ahLst/>
            <a:cxnLst/>
            <a:rect l="l" t="t" r="r" b="b"/>
            <a:pathLst>
              <a:path w="2668" h="10634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5" y="518"/>
                </a:lnTo>
                <a:lnTo>
                  <a:pt x="125" y="690"/>
                </a:lnTo>
                <a:lnTo>
                  <a:pt x="188" y="863"/>
                </a:lnTo>
                <a:lnTo>
                  <a:pt x="248" y="1036"/>
                </a:lnTo>
                <a:lnTo>
                  <a:pt x="248" y="1184"/>
                </a:lnTo>
                <a:lnTo>
                  <a:pt x="310" y="1357"/>
                </a:lnTo>
                <a:lnTo>
                  <a:pt x="373" y="1529"/>
                </a:lnTo>
                <a:lnTo>
                  <a:pt x="436" y="1702"/>
                </a:lnTo>
                <a:lnTo>
                  <a:pt x="436" y="1875"/>
                </a:lnTo>
                <a:lnTo>
                  <a:pt x="496" y="2047"/>
                </a:lnTo>
                <a:lnTo>
                  <a:pt x="558" y="2220"/>
                </a:lnTo>
                <a:lnTo>
                  <a:pt x="621" y="2393"/>
                </a:lnTo>
                <a:lnTo>
                  <a:pt x="621" y="2566"/>
                </a:lnTo>
                <a:lnTo>
                  <a:pt x="684" y="2714"/>
                </a:lnTo>
                <a:lnTo>
                  <a:pt x="744" y="2886"/>
                </a:lnTo>
                <a:lnTo>
                  <a:pt x="744" y="3059"/>
                </a:lnTo>
                <a:lnTo>
                  <a:pt x="806" y="3232"/>
                </a:lnTo>
                <a:lnTo>
                  <a:pt x="869" y="3404"/>
                </a:lnTo>
                <a:lnTo>
                  <a:pt x="869" y="3577"/>
                </a:lnTo>
                <a:lnTo>
                  <a:pt x="932" y="3750"/>
                </a:lnTo>
                <a:lnTo>
                  <a:pt x="992" y="3923"/>
                </a:lnTo>
                <a:lnTo>
                  <a:pt x="1054" y="4071"/>
                </a:lnTo>
                <a:lnTo>
                  <a:pt x="1054" y="4243"/>
                </a:lnTo>
                <a:lnTo>
                  <a:pt x="1117" y="4416"/>
                </a:lnTo>
                <a:lnTo>
                  <a:pt x="1180" y="4589"/>
                </a:lnTo>
                <a:lnTo>
                  <a:pt x="1180" y="4762"/>
                </a:lnTo>
                <a:lnTo>
                  <a:pt x="1242" y="4934"/>
                </a:lnTo>
                <a:lnTo>
                  <a:pt x="1302" y="5107"/>
                </a:lnTo>
                <a:lnTo>
                  <a:pt x="1302" y="5280"/>
                </a:lnTo>
                <a:lnTo>
                  <a:pt x="1365" y="5428"/>
                </a:lnTo>
                <a:lnTo>
                  <a:pt x="1428" y="5600"/>
                </a:lnTo>
                <a:lnTo>
                  <a:pt x="1490" y="5773"/>
                </a:lnTo>
                <a:lnTo>
                  <a:pt x="1490" y="5847"/>
                </a:lnTo>
                <a:lnTo>
                  <a:pt x="1490" y="5897"/>
                </a:lnTo>
                <a:lnTo>
                  <a:pt x="1490" y="5946"/>
                </a:lnTo>
                <a:lnTo>
                  <a:pt x="1490" y="5995"/>
                </a:lnTo>
                <a:lnTo>
                  <a:pt x="1550" y="6168"/>
                </a:lnTo>
                <a:lnTo>
                  <a:pt x="1613" y="6341"/>
                </a:lnTo>
                <a:lnTo>
                  <a:pt x="1676" y="6513"/>
                </a:lnTo>
                <a:lnTo>
                  <a:pt x="1676" y="6686"/>
                </a:lnTo>
                <a:lnTo>
                  <a:pt x="1738" y="6859"/>
                </a:lnTo>
                <a:lnTo>
                  <a:pt x="1798" y="7032"/>
                </a:lnTo>
                <a:lnTo>
                  <a:pt x="1798" y="7204"/>
                </a:lnTo>
                <a:lnTo>
                  <a:pt x="1861" y="7352"/>
                </a:lnTo>
                <a:lnTo>
                  <a:pt x="1924" y="7525"/>
                </a:lnTo>
                <a:lnTo>
                  <a:pt x="1986" y="7698"/>
                </a:lnTo>
                <a:lnTo>
                  <a:pt x="1986" y="7870"/>
                </a:lnTo>
                <a:lnTo>
                  <a:pt x="2046" y="8043"/>
                </a:lnTo>
                <a:lnTo>
                  <a:pt x="2109" y="8216"/>
                </a:lnTo>
                <a:lnTo>
                  <a:pt x="2109" y="8389"/>
                </a:lnTo>
                <a:lnTo>
                  <a:pt x="2172" y="8561"/>
                </a:lnTo>
                <a:lnTo>
                  <a:pt x="2234" y="8734"/>
                </a:lnTo>
                <a:lnTo>
                  <a:pt x="2234" y="8882"/>
                </a:lnTo>
                <a:lnTo>
                  <a:pt x="2297" y="9055"/>
                </a:lnTo>
                <a:lnTo>
                  <a:pt x="2357" y="9228"/>
                </a:lnTo>
                <a:lnTo>
                  <a:pt x="2357" y="9400"/>
                </a:lnTo>
                <a:lnTo>
                  <a:pt x="2420" y="9573"/>
                </a:lnTo>
                <a:lnTo>
                  <a:pt x="2482" y="9746"/>
                </a:lnTo>
                <a:lnTo>
                  <a:pt x="2545" y="9918"/>
                </a:lnTo>
                <a:lnTo>
                  <a:pt x="2545" y="10091"/>
                </a:lnTo>
                <a:lnTo>
                  <a:pt x="2605" y="10239"/>
                </a:lnTo>
                <a:lnTo>
                  <a:pt x="2668" y="10412"/>
                </a:lnTo>
                <a:lnTo>
                  <a:pt x="2668" y="1058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6715307" y="3188177"/>
            <a:ext cx="2730" cy="10881"/>
          </a:xfrm>
          <a:custGeom>
            <a:avLst/>
            <a:gdLst/>
            <a:ahLst/>
            <a:cxnLst/>
            <a:rect l="l" t="t" r="r" b="b"/>
            <a:pathLst>
              <a:path w="2730" h="10881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85" y="518"/>
                </a:lnTo>
                <a:lnTo>
                  <a:pt x="185" y="690"/>
                </a:lnTo>
                <a:lnTo>
                  <a:pt x="248" y="863"/>
                </a:lnTo>
                <a:lnTo>
                  <a:pt x="310" y="1036"/>
                </a:lnTo>
                <a:lnTo>
                  <a:pt x="310" y="1209"/>
                </a:lnTo>
                <a:lnTo>
                  <a:pt x="373" y="1381"/>
                </a:lnTo>
                <a:lnTo>
                  <a:pt x="433" y="1529"/>
                </a:lnTo>
                <a:lnTo>
                  <a:pt x="433" y="1702"/>
                </a:lnTo>
                <a:lnTo>
                  <a:pt x="496" y="1875"/>
                </a:lnTo>
                <a:lnTo>
                  <a:pt x="558" y="2047"/>
                </a:lnTo>
                <a:lnTo>
                  <a:pt x="558" y="2220"/>
                </a:lnTo>
                <a:lnTo>
                  <a:pt x="621" y="2393"/>
                </a:lnTo>
                <a:lnTo>
                  <a:pt x="684" y="2566"/>
                </a:lnTo>
                <a:lnTo>
                  <a:pt x="744" y="2738"/>
                </a:lnTo>
                <a:lnTo>
                  <a:pt x="744" y="2886"/>
                </a:lnTo>
                <a:lnTo>
                  <a:pt x="806" y="3059"/>
                </a:lnTo>
                <a:lnTo>
                  <a:pt x="869" y="3232"/>
                </a:lnTo>
                <a:lnTo>
                  <a:pt x="869" y="3404"/>
                </a:lnTo>
                <a:lnTo>
                  <a:pt x="932" y="3577"/>
                </a:lnTo>
                <a:lnTo>
                  <a:pt x="992" y="3750"/>
                </a:lnTo>
                <a:lnTo>
                  <a:pt x="992" y="3923"/>
                </a:lnTo>
                <a:lnTo>
                  <a:pt x="1054" y="4095"/>
                </a:lnTo>
                <a:lnTo>
                  <a:pt x="1117" y="4243"/>
                </a:lnTo>
                <a:lnTo>
                  <a:pt x="1117" y="4416"/>
                </a:lnTo>
                <a:lnTo>
                  <a:pt x="1180" y="4589"/>
                </a:lnTo>
                <a:lnTo>
                  <a:pt x="1240" y="4762"/>
                </a:lnTo>
                <a:lnTo>
                  <a:pt x="1240" y="4934"/>
                </a:lnTo>
                <a:lnTo>
                  <a:pt x="1302" y="5107"/>
                </a:lnTo>
                <a:lnTo>
                  <a:pt x="1365" y="5280"/>
                </a:lnTo>
                <a:lnTo>
                  <a:pt x="1365" y="5452"/>
                </a:lnTo>
                <a:lnTo>
                  <a:pt x="1428" y="5625"/>
                </a:lnTo>
                <a:lnTo>
                  <a:pt x="1488" y="5773"/>
                </a:lnTo>
                <a:lnTo>
                  <a:pt x="1550" y="5946"/>
                </a:lnTo>
                <a:lnTo>
                  <a:pt x="1550" y="6119"/>
                </a:lnTo>
                <a:lnTo>
                  <a:pt x="1613" y="6291"/>
                </a:lnTo>
                <a:lnTo>
                  <a:pt x="1676" y="6464"/>
                </a:lnTo>
                <a:lnTo>
                  <a:pt x="1676" y="6637"/>
                </a:lnTo>
                <a:lnTo>
                  <a:pt x="1738" y="6809"/>
                </a:lnTo>
                <a:lnTo>
                  <a:pt x="1798" y="6982"/>
                </a:lnTo>
                <a:lnTo>
                  <a:pt x="1798" y="7130"/>
                </a:lnTo>
                <a:lnTo>
                  <a:pt x="1861" y="7303"/>
                </a:lnTo>
                <a:lnTo>
                  <a:pt x="1924" y="7476"/>
                </a:lnTo>
                <a:lnTo>
                  <a:pt x="1924" y="7648"/>
                </a:lnTo>
                <a:lnTo>
                  <a:pt x="1986" y="7821"/>
                </a:lnTo>
                <a:lnTo>
                  <a:pt x="2046" y="7994"/>
                </a:lnTo>
                <a:lnTo>
                  <a:pt x="2046" y="8167"/>
                </a:lnTo>
                <a:lnTo>
                  <a:pt x="2109" y="8339"/>
                </a:lnTo>
                <a:lnTo>
                  <a:pt x="2172" y="8487"/>
                </a:lnTo>
                <a:lnTo>
                  <a:pt x="2172" y="8660"/>
                </a:lnTo>
                <a:lnTo>
                  <a:pt x="2234" y="8833"/>
                </a:lnTo>
                <a:lnTo>
                  <a:pt x="2294" y="9005"/>
                </a:lnTo>
                <a:lnTo>
                  <a:pt x="2294" y="9178"/>
                </a:lnTo>
                <a:lnTo>
                  <a:pt x="2357" y="9351"/>
                </a:lnTo>
                <a:lnTo>
                  <a:pt x="2420" y="9524"/>
                </a:lnTo>
                <a:lnTo>
                  <a:pt x="2420" y="9696"/>
                </a:lnTo>
                <a:lnTo>
                  <a:pt x="2482" y="9869"/>
                </a:lnTo>
                <a:lnTo>
                  <a:pt x="2542" y="10017"/>
                </a:lnTo>
                <a:lnTo>
                  <a:pt x="2605" y="10190"/>
                </a:lnTo>
                <a:lnTo>
                  <a:pt x="2605" y="10363"/>
                </a:lnTo>
                <a:lnTo>
                  <a:pt x="2668" y="10535"/>
                </a:lnTo>
                <a:lnTo>
                  <a:pt x="2730" y="10708"/>
                </a:lnTo>
                <a:lnTo>
                  <a:pt x="2730" y="1088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6718038" y="3199058"/>
            <a:ext cx="2728" cy="11152"/>
          </a:xfrm>
          <a:custGeom>
            <a:avLst/>
            <a:gdLst/>
            <a:ahLst/>
            <a:cxnLst/>
            <a:rect l="l" t="t" r="r" b="b"/>
            <a:pathLst>
              <a:path w="2728" h="11152">
                <a:moveTo>
                  <a:pt x="0" y="0"/>
                </a:moveTo>
                <a:lnTo>
                  <a:pt x="62" y="172"/>
                </a:lnTo>
                <a:lnTo>
                  <a:pt x="122" y="345"/>
                </a:lnTo>
                <a:lnTo>
                  <a:pt x="122" y="493"/>
                </a:lnTo>
                <a:lnTo>
                  <a:pt x="185" y="666"/>
                </a:lnTo>
                <a:lnTo>
                  <a:pt x="185" y="838"/>
                </a:lnTo>
                <a:lnTo>
                  <a:pt x="248" y="1011"/>
                </a:lnTo>
                <a:lnTo>
                  <a:pt x="310" y="1184"/>
                </a:lnTo>
                <a:lnTo>
                  <a:pt x="310" y="1357"/>
                </a:lnTo>
                <a:lnTo>
                  <a:pt x="370" y="1529"/>
                </a:lnTo>
                <a:lnTo>
                  <a:pt x="433" y="1702"/>
                </a:lnTo>
                <a:lnTo>
                  <a:pt x="496" y="1850"/>
                </a:lnTo>
                <a:lnTo>
                  <a:pt x="496" y="2023"/>
                </a:lnTo>
                <a:lnTo>
                  <a:pt x="558" y="2195"/>
                </a:lnTo>
                <a:lnTo>
                  <a:pt x="618" y="2368"/>
                </a:lnTo>
                <a:lnTo>
                  <a:pt x="618" y="2541"/>
                </a:lnTo>
                <a:lnTo>
                  <a:pt x="681" y="2714"/>
                </a:lnTo>
                <a:lnTo>
                  <a:pt x="744" y="2886"/>
                </a:lnTo>
                <a:lnTo>
                  <a:pt x="744" y="3059"/>
                </a:lnTo>
                <a:lnTo>
                  <a:pt x="806" y="3232"/>
                </a:lnTo>
                <a:lnTo>
                  <a:pt x="866" y="3380"/>
                </a:lnTo>
                <a:lnTo>
                  <a:pt x="866" y="3553"/>
                </a:lnTo>
                <a:lnTo>
                  <a:pt x="929" y="3725"/>
                </a:lnTo>
                <a:lnTo>
                  <a:pt x="992" y="3898"/>
                </a:lnTo>
                <a:lnTo>
                  <a:pt x="992" y="4071"/>
                </a:lnTo>
                <a:lnTo>
                  <a:pt x="1054" y="4243"/>
                </a:lnTo>
                <a:lnTo>
                  <a:pt x="1117" y="4416"/>
                </a:lnTo>
                <a:lnTo>
                  <a:pt x="1117" y="4589"/>
                </a:lnTo>
                <a:lnTo>
                  <a:pt x="1177" y="4737"/>
                </a:lnTo>
                <a:lnTo>
                  <a:pt x="1240" y="4910"/>
                </a:lnTo>
                <a:lnTo>
                  <a:pt x="1240" y="5082"/>
                </a:lnTo>
                <a:lnTo>
                  <a:pt x="1302" y="5255"/>
                </a:lnTo>
                <a:lnTo>
                  <a:pt x="1365" y="5428"/>
                </a:lnTo>
                <a:lnTo>
                  <a:pt x="1365" y="5600"/>
                </a:lnTo>
                <a:lnTo>
                  <a:pt x="1425" y="5773"/>
                </a:lnTo>
                <a:lnTo>
                  <a:pt x="1488" y="5946"/>
                </a:lnTo>
                <a:lnTo>
                  <a:pt x="1488" y="6094"/>
                </a:lnTo>
                <a:lnTo>
                  <a:pt x="1550" y="6267"/>
                </a:lnTo>
                <a:lnTo>
                  <a:pt x="1613" y="6439"/>
                </a:lnTo>
                <a:lnTo>
                  <a:pt x="1613" y="6612"/>
                </a:lnTo>
                <a:lnTo>
                  <a:pt x="1673" y="6785"/>
                </a:lnTo>
                <a:lnTo>
                  <a:pt x="1736" y="6958"/>
                </a:lnTo>
                <a:lnTo>
                  <a:pt x="1736" y="7130"/>
                </a:lnTo>
                <a:lnTo>
                  <a:pt x="1798" y="7303"/>
                </a:lnTo>
                <a:lnTo>
                  <a:pt x="1861" y="7476"/>
                </a:lnTo>
                <a:lnTo>
                  <a:pt x="1861" y="7624"/>
                </a:lnTo>
                <a:lnTo>
                  <a:pt x="1921" y="7796"/>
                </a:lnTo>
                <a:lnTo>
                  <a:pt x="1984" y="7969"/>
                </a:lnTo>
                <a:lnTo>
                  <a:pt x="1984" y="8142"/>
                </a:lnTo>
                <a:lnTo>
                  <a:pt x="2046" y="8315"/>
                </a:lnTo>
                <a:lnTo>
                  <a:pt x="2109" y="8487"/>
                </a:lnTo>
                <a:lnTo>
                  <a:pt x="2109" y="8660"/>
                </a:lnTo>
                <a:lnTo>
                  <a:pt x="2172" y="8833"/>
                </a:lnTo>
                <a:lnTo>
                  <a:pt x="2232" y="8981"/>
                </a:lnTo>
                <a:lnTo>
                  <a:pt x="2232" y="9153"/>
                </a:lnTo>
                <a:lnTo>
                  <a:pt x="2294" y="9326"/>
                </a:lnTo>
                <a:lnTo>
                  <a:pt x="2357" y="9499"/>
                </a:lnTo>
                <a:lnTo>
                  <a:pt x="2357" y="9672"/>
                </a:lnTo>
                <a:lnTo>
                  <a:pt x="2420" y="9844"/>
                </a:lnTo>
                <a:lnTo>
                  <a:pt x="2480" y="10017"/>
                </a:lnTo>
                <a:lnTo>
                  <a:pt x="2480" y="10190"/>
                </a:lnTo>
                <a:lnTo>
                  <a:pt x="2542" y="10338"/>
                </a:lnTo>
                <a:lnTo>
                  <a:pt x="2605" y="10511"/>
                </a:lnTo>
                <a:lnTo>
                  <a:pt x="2605" y="10683"/>
                </a:lnTo>
                <a:lnTo>
                  <a:pt x="2668" y="10856"/>
                </a:lnTo>
                <a:lnTo>
                  <a:pt x="2728" y="1102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6720766" y="3210210"/>
            <a:ext cx="2730" cy="11423"/>
          </a:xfrm>
          <a:custGeom>
            <a:avLst/>
            <a:gdLst/>
            <a:ahLst/>
            <a:cxnLst/>
            <a:rect l="l" t="t" r="r" b="b"/>
            <a:pathLst>
              <a:path w="2730" h="11423">
                <a:moveTo>
                  <a:pt x="0" y="0"/>
                </a:moveTo>
                <a:lnTo>
                  <a:pt x="62" y="148"/>
                </a:lnTo>
                <a:lnTo>
                  <a:pt x="62" y="320"/>
                </a:lnTo>
                <a:lnTo>
                  <a:pt x="125" y="493"/>
                </a:lnTo>
                <a:lnTo>
                  <a:pt x="188" y="666"/>
                </a:lnTo>
                <a:lnTo>
                  <a:pt x="188" y="838"/>
                </a:lnTo>
                <a:lnTo>
                  <a:pt x="248" y="1011"/>
                </a:lnTo>
                <a:lnTo>
                  <a:pt x="310" y="1184"/>
                </a:lnTo>
                <a:lnTo>
                  <a:pt x="310" y="1357"/>
                </a:lnTo>
                <a:lnTo>
                  <a:pt x="373" y="1529"/>
                </a:lnTo>
                <a:lnTo>
                  <a:pt x="436" y="1677"/>
                </a:lnTo>
                <a:lnTo>
                  <a:pt x="436" y="1850"/>
                </a:lnTo>
                <a:lnTo>
                  <a:pt x="498" y="2023"/>
                </a:lnTo>
                <a:lnTo>
                  <a:pt x="558" y="2195"/>
                </a:lnTo>
                <a:lnTo>
                  <a:pt x="558" y="2368"/>
                </a:lnTo>
                <a:lnTo>
                  <a:pt x="621" y="2541"/>
                </a:lnTo>
                <a:lnTo>
                  <a:pt x="684" y="2714"/>
                </a:lnTo>
                <a:lnTo>
                  <a:pt x="684" y="2886"/>
                </a:lnTo>
                <a:lnTo>
                  <a:pt x="746" y="3034"/>
                </a:lnTo>
                <a:lnTo>
                  <a:pt x="806" y="3207"/>
                </a:lnTo>
                <a:lnTo>
                  <a:pt x="806" y="3380"/>
                </a:lnTo>
                <a:lnTo>
                  <a:pt x="869" y="3553"/>
                </a:lnTo>
                <a:lnTo>
                  <a:pt x="869" y="3725"/>
                </a:lnTo>
                <a:lnTo>
                  <a:pt x="932" y="3898"/>
                </a:lnTo>
                <a:lnTo>
                  <a:pt x="994" y="4071"/>
                </a:lnTo>
                <a:lnTo>
                  <a:pt x="994" y="4243"/>
                </a:lnTo>
                <a:lnTo>
                  <a:pt x="1054" y="4391"/>
                </a:lnTo>
                <a:lnTo>
                  <a:pt x="1117" y="4564"/>
                </a:lnTo>
                <a:lnTo>
                  <a:pt x="1117" y="4737"/>
                </a:lnTo>
                <a:lnTo>
                  <a:pt x="1180" y="4910"/>
                </a:lnTo>
                <a:lnTo>
                  <a:pt x="1242" y="5082"/>
                </a:lnTo>
                <a:lnTo>
                  <a:pt x="1242" y="5255"/>
                </a:lnTo>
                <a:lnTo>
                  <a:pt x="1302" y="5428"/>
                </a:lnTo>
                <a:lnTo>
                  <a:pt x="1365" y="5600"/>
                </a:lnTo>
                <a:lnTo>
                  <a:pt x="1365" y="5773"/>
                </a:lnTo>
                <a:lnTo>
                  <a:pt x="1428" y="5921"/>
                </a:lnTo>
                <a:lnTo>
                  <a:pt x="1490" y="6094"/>
                </a:lnTo>
                <a:lnTo>
                  <a:pt x="1490" y="6267"/>
                </a:lnTo>
                <a:lnTo>
                  <a:pt x="1553" y="6439"/>
                </a:lnTo>
                <a:lnTo>
                  <a:pt x="1553" y="6612"/>
                </a:lnTo>
                <a:lnTo>
                  <a:pt x="1613" y="6785"/>
                </a:lnTo>
                <a:lnTo>
                  <a:pt x="1676" y="6958"/>
                </a:lnTo>
                <a:lnTo>
                  <a:pt x="1676" y="7130"/>
                </a:lnTo>
                <a:lnTo>
                  <a:pt x="1738" y="7278"/>
                </a:lnTo>
                <a:lnTo>
                  <a:pt x="1801" y="7451"/>
                </a:lnTo>
                <a:lnTo>
                  <a:pt x="1801" y="7624"/>
                </a:lnTo>
                <a:lnTo>
                  <a:pt x="1861" y="7796"/>
                </a:lnTo>
                <a:lnTo>
                  <a:pt x="1924" y="7969"/>
                </a:lnTo>
                <a:lnTo>
                  <a:pt x="1924" y="8142"/>
                </a:lnTo>
                <a:lnTo>
                  <a:pt x="1986" y="8315"/>
                </a:lnTo>
                <a:lnTo>
                  <a:pt x="2049" y="8487"/>
                </a:lnTo>
                <a:lnTo>
                  <a:pt x="2049" y="8635"/>
                </a:lnTo>
                <a:lnTo>
                  <a:pt x="2109" y="8808"/>
                </a:lnTo>
                <a:lnTo>
                  <a:pt x="2172" y="8981"/>
                </a:lnTo>
                <a:lnTo>
                  <a:pt x="2172" y="9153"/>
                </a:lnTo>
                <a:lnTo>
                  <a:pt x="2234" y="9326"/>
                </a:lnTo>
                <a:lnTo>
                  <a:pt x="2234" y="9499"/>
                </a:lnTo>
                <a:lnTo>
                  <a:pt x="2297" y="9672"/>
                </a:lnTo>
                <a:lnTo>
                  <a:pt x="2357" y="9844"/>
                </a:lnTo>
                <a:lnTo>
                  <a:pt x="2357" y="10017"/>
                </a:lnTo>
                <a:lnTo>
                  <a:pt x="2420" y="10165"/>
                </a:lnTo>
                <a:lnTo>
                  <a:pt x="2482" y="10338"/>
                </a:lnTo>
                <a:lnTo>
                  <a:pt x="2482" y="10511"/>
                </a:lnTo>
                <a:lnTo>
                  <a:pt x="2545" y="10683"/>
                </a:lnTo>
                <a:lnTo>
                  <a:pt x="2608" y="10856"/>
                </a:lnTo>
                <a:lnTo>
                  <a:pt x="2608" y="11029"/>
                </a:lnTo>
                <a:lnTo>
                  <a:pt x="2668" y="11201"/>
                </a:lnTo>
                <a:lnTo>
                  <a:pt x="2730" y="113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6723497" y="3221634"/>
            <a:ext cx="2730" cy="11596"/>
          </a:xfrm>
          <a:custGeom>
            <a:avLst/>
            <a:gdLst/>
            <a:ahLst/>
            <a:cxnLst/>
            <a:rect l="l" t="t" r="r" b="b"/>
            <a:pathLst>
              <a:path w="2730" h="11596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5" y="493"/>
                </a:lnTo>
                <a:lnTo>
                  <a:pt x="125" y="666"/>
                </a:lnTo>
                <a:lnTo>
                  <a:pt x="185" y="838"/>
                </a:lnTo>
                <a:lnTo>
                  <a:pt x="248" y="1011"/>
                </a:lnTo>
                <a:lnTo>
                  <a:pt x="248" y="1184"/>
                </a:lnTo>
                <a:lnTo>
                  <a:pt x="310" y="1357"/>
                </a:lnTo>
                <a:lnTo>
                  <a:pt x="373" y="1529"/>
                </a:lnTo>
                <a:lnTo>
                  <a:pt x="373" y="1702"/>
                </a:lnTo>
                <a:lnTo>
                  <a:pt x="433" y="1875"/>
                </a:lnTo>
                <a:lnTo>
                  <a:pt x="496" y="2097"/>
                </a:lnTo>
                <a:lnTo>
                  <a:pt x="496" y="2269"/>
                </a:lnTo>
                <a:lnTo>
                  <a:pt x="558" y="2418"/>
                </a:lnTo>
                <a:lnTo>
                  <a:pt x="621" y="2590"/>
                </a:lnTo>
                <a:lnTo>
                  <a:pt x="621" y="2763"/>
                </a:lnTo>
                <a:lnTo>
                  <a:pt x="681" y="2936"/>
                </a:lnTo>
                <a:lnTo>
                  <a:pt x="744" y="3108"/>
                </a:lnTo>
                <a:lnTo>
                  <a:pt x="744" y="3281"/>
                </a:lnTo>
                <a:lnTo>
                  <a:pt x="806" y="3454"/>
                </a:lnTo>
                <a:lnTo>
                  <a:pt x="869" y="3627"/>
                </a:lnTo>
                <a:lnTo>
                  <a:pt x="869" y="3775"/>
                </a:lnTo>
                <a:lnTo>
                  <a:pt x="932" y="3947"/>
                </a:lnTo>
                <a:lnTo>
                  <a:pt x="932" y="4120"/>
                </a:lnTo>
                <a:lnTo>
                  <a:pt x="992" y="4293"/>
                </a:lnTo>
                <a:lnTo>
                  <a:pt x="1054" y="4465"/>
                </a:lnTo>
                <a:lnTo>
                  <a:pt x="1054" y="4638"/>
                </a:lnTo>
                <a:lnTo>
                  <a:pt x="1117" y="4811"/>
                </a:lnTo>
                <a:lnTo>
                  <a:pt x="1180" y="4984"/>
                </a:lnTo>
                <a:lnTo>
                  <a:pt x="1180" y="5156"/>
                </a:lnTo>
                <a:lnTo>
                  <a:pt x="1240" y="5304"/>
                </a:lnTo>
                <a:lnTo>
                  <a:pt x="1302" y="5477"/>
                </a:lnTo>
                <a:lnTo>
                  <a:pt x="1302" y="5650"/>
                </a:lnTo>
                <a:lnTo>
                  <a:pt x="1365" y="5823"/>
                </a:lnTo>
                <a:lnTo>
                  <a:pt x="1365" y="5995"/>
                </a:lnTo>
                <a:lnTo>
                  <a:pt x="1428" y="6168"/>
                </a:lnTo>
                <a:lnTo>
                  <a:pt x="1488" y="6341"/>
                </a:lnTo>
                <a:lnTo>
                  <a:pt x="1488" y="6513"/>
                </a:lnTo>
                <a:lnTo>
                  <a:pt x="1550" y="6661"/>
                </a:lnTo>
                <a:lnTo>
                  <a:pt x="1613" y="6834"/>
                </a:lnTo>
                <a:lnTo>
                  <a:pt x="1613" y="7007"/>
                </a:lnTo>
                <a:lnTo>
                  <a:pt x="1676" y="7180"/>
                </a:lnTo>
                <a:lnTo>
                  <a:pt x="1736" y="7352"/>
                </a:lnTo>
                <a:lnTo>
                  <a:pt x="1736" y="7525"/>
                </a:lnTo>
                <a:lnTo>
                  <a:pt x="1798" y="7698"/>
                </a:lnTo>
                <a:lnTo>
                  <a:pt x="1798" y="7870"/>
                </a:lnTo>
                <a:lnTo>
                  <a:pt x="1861" y="8018"/>
                </a:lnTo>
                <a:lnTo>
                  <a:pt x="1924" y="8191"/>
                </a:lnTo>
                <a:lnTo>
                  <a:pt x="1924" y="8364"/>
                </a:lnTo>
                <a:lnTo>
                  <a:pt x="1986" y="8537"/>
                </a:lnTo>
                <a:lnTo>
                  <a:pt x="2046" y="8709"/>
                </a:lnTo>
                <a:lnTo>
                  <a:pt x="2046" y="8882"/>
                </a:lnTo>
                <a:lnTo>
                  <a:pt x="2109" y="9055"/>
                </a:lnTo>
                <a:lnTo>
                  <a:pt x="2172" y="9228"/>
                </a:lnTo>
                <a:lnTo>
                  <a:pt x="2172" y="9400"/>
                </a:lnTo>
                <a:lnTo>
                  <a:pt x="2234" y="9548"/>
                </a:lnTo>
                <a:lnTo>
                  <a:pt x="2234" y="9721"/>
                </a:lnTo>
                <a:lnTo>
                  <a:pt x="2294" y="9894"/>
                </a:lnTo>
                <a:lnTo>
                  <a:pt x="2357" y="10066"/>
                </a:lnTo>
                <a:lnTo>
                  <a:pt x="2357" y="10239"/>
                </a:lnTo>
                <a:lnTo>
                  <a:pt x="2420" y="10412"/>
                </a:lnTo>
                <a:lnTo>
                  <a:pt x="2482" y="10585"/>
                </a:lnTo>
                <a:lnTo>
                  <a:pt x="2482" y="10757"/>
                </a:lnTo>
                <a:lnTo>
                  <a:pt x="2542" y="10905"/>
                </a:lnTo>
                <a:lnTo>
                  <a:pt x="2605" y="11078"/>
                </a:lnTo>
                <a:lnTo>
                  <a:pt x="2605" y="11251"/>
                </a:lnTo>
                <a:lnTo>
                  <a:pt x="2668" y="11423"/>
                </a:lnTo>
                <a:lnTo>
                  <a:pt x="2730" y="1159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6726227" y="3233231"/>
            <a:ext cx="2668" cy="11892"/>
          </a:xfrm>
          <a:custGeom>
            <a:avLst/>
            <a:gdLst/>
            <a:ahLst/>
            <a:cxnLst/>
            <a:rect l="l" t="t" r="r" b="b"/>
            <a:pathLst>
              <a:path w="2668" h="11892">
                <a:moveTo>
                  <a:pt x="0" y="0"/>
                </a:moveTo>
                <a:lnTo>
                  <a:pt x="0" y="172"/>
                </a:lnTo>
                <a:lnTo>
                  <a:pt x="59" y="345"/>
                </a:lnTo>
                <a:lnTo>
                  <a:pt x="59" y="518"/>
                </a:lnTo>
                <a:lnTo>
                  <a:pt x="122" y="666"/>
                </a:lnTo>
                <a:lnTo>
                  <a:pt x="185" y="838"/>
                </a:lnTo>
                <a:lnTo>
                  <a:pt x="185" y="1011"/>
                </a:lnTo>
                <a:lnTo>
                  <a:pt x="248" y="1184"/>
                </a:lnTo>
                <a:lnTo>
                  <a:pt x="310" y="1357"/>
                </a:lnTo>
                <a:lnTo>
                  <a:pt x="310" y="1529"/>
                </a:lnTo>
                <a:lnTo>
                  <a:pt x="370" y="1702"/>
                </a:lnTo>
                <a:lnTo>
                  <a:pt x="370" y="1875"/>
                </a:lnTo>
                <a:lnTo>
                  <a:pt x="433" y="2047"/>
                </a:lnTo>
                <a:lnTo>
                  <a:pt x="496" y="2195"/>
                </a:lnTo>
                <a:lnTo>
                  <a:pt x="496" y="2368"/>
                </a:lnTo>
                <a:lnTo>
                  <a:pt x="558" y="2541"/>
                </a:lnTo>
                <a:lnTo>
                  <a:pt x="558" y="2714"/>
                </a:lnTo>
                <a:lnTo>
                  <a:pt x="618" y="2886"/>
                </a:lnTo>
                <a:lnTo>
                  <a:pt x="681" y="3059"/>
                </a:lnTo>
                <a:lnTo>
                  <a:pt x="681" y="3232"/>
                </a:lnTo>
                <a:lnTo>
                  <a:pt x="744" y="3404"/>
                </a:lnTo>
                <a:lnTo>
                  <a:pt x="806" y="3553"/>
                </a:lnTo>
                <a:lnTo>
                  <a:pt x="806" y="3725"/>
                </a:lnTo>
                <a:lnTo>
                  <a:pt x="866" y="3898"/>
                </a:lnTo>
                <a:lnTo>
                  <a:pt x="866" y="4071"/>
                </a:lnTo>
                <a:lnTo>
                  <a:pt x="929" y="4243"/>
                </a:lnTo>
                <a:lnTo>
                  <a:pt x="992" y="4416"/>
                </a:lnTo>
                <a:lnTo>
                  <a:pt x="992" y="4589"/>
                </a:lnTo>
                <a:lnTo>
                  <a:pt x="1054" y="4762"/>
                </a:lnTo>
                <a:lnTo>
                  <a:pt x="1114" y="4984"/>
                </a:lnTo>
                <a:lnTo>
                  <a:pt x="1114" y="5156"/>
                </a:lnTo>
                <a:lnTo>
                  <a:pt x="1177" y="5329"/>
                </a:lnTo>
                <a:lnTo>
                  <a:pt x="1240" y="5477"/>
                </a:lnTo>
                <a:lnTo>
                  <a:pt x="1240" y="5650"/>
                </a:lnTo>
                <a:lnTo>
                  <a:pt x="1302" y="5823"/>
                </a:lnTo>
                <a:lnTo>
                  <a:pt x="1365" y="5995"/>
                </a:lnTo>
                <a:lnTo>
                  <a:pt x="1365" y="6168"/>
                </a:lnTo>
                <a:lnTo>
                  <a:pt x="1425" y="6341"/>
                </a:lnTo>
                <a:lnTo>
                  <a:pt x="1488" y="6513"/>
                </a:lnTo>
                <a:lnTo>
                  <a:pt x="1488" y="6686"/>
                </a:lnTo>
                <a:lnTo>
                  <a:pt x="1550" y="6834"/>
                </a:lnTo>
                <a:lnTo>
                  <a:pt x="1550" y="7007"/>
                </a:lnTo>
                <a:lnTo>
                  <a:pt x="1613" y="7180"/>
                </a:lnTo>
                <a:lnTo>
                  <a:pt x="1673" y="7352"/>
                </a:lnTo>
                <a:lnTo>
                  <a:pt x="1673" y="7525"/>
                </a:lnTo>
                <a:lnTo>
                  <a:pt x="1736" y="7698"/>
                </a:lnTo>
                <a:lnTo>
                  <a:pt x="1798" y="7870"/>
                </a:lnTo>
                <a:lnTo>
                  <a:pt x="1798" y="8043"/>
                </a:lnTo>
                <a:lnTo>
                  <a:pt x="1861" y="8216"/>
                </a:lnTo>
                <a:lnTo>
                  <a:pt x="1861" y="8364"/>
                </a:lnTo>
                <a:lnTo>
                  <a:pt x="1921" y="8537"/>
                </a:lnTo>
                <a:lnTo>
                  <a:pt x="1984" y="8709"/>
                </a:lnTo>
                <a:lnTo>
                  <a:pt x="1984" y="8882"/>
                </a:lnTo>
                <a:lnTo>
                  <a:pt x="2046" y="9055"/>
                </a:lnTo>
                <a:lnTo>
                  <a:pt x="2046" y="9228"/>
                </a:lnTo>
                <a:lnTo>
                  <a:pt x="2109" y="9400"/>
                </a:lnTo>
                <a:lnTo>
                  <a:pt x="2169" y="9573"/>
                </a:lnTo>
                <a:lnTo>
                  <a:pt x="2169" y="9721"/>
                </a:lnTo>
                <a:lnTo>
                  <a:pt x="2232" y="9894"/>
                </a:lnTo>
                <a:lnTo>
                  <a:pt x="2294" y="10066"/>
                </a:lnTo>
                <a:lnTo>
                  <a:pt x="2294" y="10239"/>
                </a:lnTo>
                <a:lnTo>
                  <a:pt x="2357" y="10412"/>
                </a:lnTo>
                <a:lnTo>
                  <a:pt x="2357" y="10585"/>
                </a:lnTo>
                <a:lnTo>
                  <a:pt x="2420" y="10757"/>
                </a:lnTo>
                <a:lnTo>
                  <a:pt x="2480" y="10930"/>
                </a:lnTo>
                <a:lnTo>
                  <a:pt x="2480" y="11152"/>
                </a:lnTo>
                <a:lnTo>
                  <a:pt x="2542" y="11325"/>
                </a:lnTo>
                <a:lnTo>
                  <a:pt x="2605" y="11497"/>
                </a:lnTo>
                <a:lnTo>
                  <a:pt x="2605" y="11646"/>
                </a:lnTo>
                <a:lnTo>
                  <a:pt x="2668" y="1181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6728895" y="3245124"/>
            <a:ext cx="2728" cy="12090"/>
          </a:xfrm>
          <a:custGeom>
            <a:avLst/>
            <a:gdLst/>
            <a:ahLst/>
            <a:cxnLst/>
            <a:rect l="l" t="t" r="r" b="b"/>
            <a:pathLst>
              <a:path w="2728" h="12090">
                <a:moveTo>
                  <a:pt x="0" y="0"/>
                </a:moveTo>
                <a:lnTo>
                  <a:pt x="59" y="148"/>
                </a:lnTo>
                <a:lnTo>
                  <a:pt x="59" y="320"/>
                </a:lnTo>
                <a:lnTo>
                  <a:pt x="122" y="493"/>
                </a:lnTo>
                <a:lnTo>
                  <a:pt x="185" y="666"/>
                </a:lnTo>
                <a:lnTo>
                  <a:pt x="185" y="838"/>
                </a:lnTo>
                <a:lnTo>
                  <a:pt x="248" y="1060"/>
                </a:lnTo>
                <a:lnTo>
                  <a:pt x="307" y="1233"/>
                </a:lnTo>
                <a:lnTo>
                  <a:pt x="307" y="1406"/>
                </a:lnTo>
                <a:lnTo>
                  <a:pt x="370" y="1579"/>
                </a:lnTo>
                <a:lnTo>
                  <a:pt x="433" y="1751"/>
                </a:lnTo>
                <a:lnTo>
                  <a:pt x="433" y="1973"/>
                </a:lnTo>
                <a:lnTo>
                  <a:pt x="496" y="2146"/>
                </a:lnTo>
                <a:lnTo>
                  <a:pt x="555" y="2319"/>
                </a:lnTo>
                <a:lnTo>
                  <a:pt x="555" y="2467"/>
                </a:lnTo>
                <a:lnTo>
                  <a:pt x="618" y="2640"/>
                </a:lnTo>
                <a:lnTo>
                  <a:pt x="681" y="2886"/>
                </a:lnTo>
                <a:lnTo>
                  <a:pt x="681" y="3034"/>
                </a:lnTo>
                <a:lnTo>
                  <a:pt x="744" y="3207"/>
                </a:lnTo>
                <a:lnTo>
                  <a:pt x="806" y="3380"/>
                </a:lnTo>
                <a:lnTo>
                  <a:pt x="806" y="3553"/>
                </a:lnTo>
                <a:lnTo>
                  <a:pt x="866" y="3725"/>
                </a:lnTo>
                <a:lnTo>
                  <a:pt x="866" y="3898"/>
                </a:lnTo>
                <a:lnTo>
                  <a:pt x="929" y="4071"/>
                </a:lnTo>
                <a:lnTo>
                  <a:pt x="992" y="4243"/>
                </a:lnTo>
                <a:lnTo>
                  <a:pt x="992" y="4391"/>
                </a:lnTo>
                <a:lnTo>
                  <a:pt x="1054" y="4564"/>
                </a:lnTo>
                <a:lnTo>
                  <a:pt x="1054" y="4737"/>
                </a:lnTo>
                <a:lnTo>
                  <a:pt x="1114" y="4910"/>
                </a:lnTo>
                <a:lnTo>
                  <a:pt x="1177" y="5082"/>
                </a:lnTo>
                <a:lnTo>
                  <a:pt x="1177" y="5255"/>
                </a:lnTo>
                <a:lnTo>
                  <a:pt x="1240" y="5428"/>
                </a:lnTo>
                <a:lnTo>
                  <a:pt x="1302" y="5600"/>
                </a:lnTo>
                <a:lnTo>
                  <a:pt x="1302" y="5748"/>
                </a:lnTo>
                <a:lnTo>
                  <a:pt x="1362" y="5921"/>
                </a:lnTo>
                <a:lnTo>
                  <a:pt x="1425" y="6094"/>
                </a:lnTo>
                <a:lnTo>
                  <a:pt x="1425" y="6267"/>
                </a:lnTo>
                <a:lnTo>
                  <a:pt x="1488" y="6439"/>
                </a:lnTo>
                <a:lnTo>
                  <a:pt x="1488" y="6612"/>
                </a:lnTo>
                <a:lnTo>
                  <a:pt x="1550" y="6785"/>
                </a:lnTo>
                <a:lnTo>
                  <a:pt x="1610" y="7007"/>
                </a:lnTo>
                <a:lnTo>
                  <a:pt x="1610" y="7180"/>
                </a:lnTo>
                <a:lnTo>
                  <a:pt x="1673" y="7352"/>
                </a:lnTo>
                <a:lnTo>
                  <a:pt x="1736" y="7525"/>
                </a:lnTo>
                <a:lnTo>
                  <a:pt x="1736" y="7673"/>
                </a:lnTo>
                <a:lnTo>
                  <a:pt x="1798" y="7846"/>
                </a:lnTo>
                <a:lnTo>
                  <a:pt x="1798" y="8018"/>
                </a:lnTo>
                <a:lnTo>
                  <a:pt x="1861" y="8191"/>
                </a:lnTo>
                <a:lnTo>
                  <a:pt x="1921" y="8364"/>
                </a:lnTo>
                <a:lnTo>
                  <a:pt x="1921" y="8586"/>
                </a:lnTo>
                <a:lnTo>
                  <a:pt x="1984" y="8759"/>
                </a:lnTo>
                <a:lnTo>
                  <a:pt x="2046" y="8931"/>
                </a:lnTo>
                <a:lnTo>
                  <a:pt x="2046" y="9104"/>
                </a:lnTo>
                <a:lnTo>
                  <a:pt x="2109" y="9326"/>
                </a:lnTo>
                <a:lnTo>
                  <a:pt x="2169" y="9499"/>
                </a:lnTo>
                <a:lnTo>
                  <a:pt x="2169" y="9672"/>
                </a:lnTo>
                <a:lnTo>
                  <a:pt x="2232" y="9844"/>
                </a:lnTo>
                <a:lnTo>
                  <a:pt x="2294" y="9992"/>
                </a:lnTo>
                <a:lnTo>
                  <a:pt x="2294" y="10165"/>
                </a:lnTo>
                <a:lnTo>
                  <a:pt x="2357" y="10338"/>
                </a:lnTo>
                <a:lnTo>
                  <a:pt x="2357" y="10511"/>
                </a:lnTo>
                <a:lnTo>
                  <a:pt x="2417" y="10683"/>
                </a:lnTo>
                <a:lnTo>
                  <a:pt x="2417" y="10856"/>
                </a:lnTo>
                <a:lnTo>
                  <a:pt x="2480" y="11029"/>
                </a:lnTo>
                <a:lnTo>
                  <a:pt x="2542" y="11201"/>
                </a:lnTo>
                <a:lnTo>
                  <a:pt x="2542" y="11374"/>
                </a:lnTo>
                <a:lnTo>
                  <a:pt x="2605" y="11596"/>
                </a:lnTo>
                <a:lnTo>
                  <a:pt x="2665" y="11769"/>
                </a:lnTo>
                <a:lnTo>
                  <a:pt x="2665" y="11917"/>
                </a:lnTo>
                <a:lnTo>
                  <a:pt x="2728" y="1209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6731624" y="3257214"/>
            <a:ext cx="2730" cy="12336"/>
          </a:xfrm>
          <a:custGeom>
            <a:avLst/>
            <a:gdLst/>
            <a:ahLst/>
            <a:cxnLst/>
            <a:rect l="l" t="t" r="r" b="b"/>
            <a:pathLst>
              <a:path w="2730" h="12336">
                <a:moveTo>
                  <a:pt x="0" y="0"/>
                </a:moveTo>
                <a:lnTo>
                  <a:pt x="62" y="246"/>
                </a:lnTo>
                <a:lnTo>
                  <a:pt x="62" y="394"/>
                </a:lnTo>
                <a:lnTo>
                  <a:pt x="125" y="567"/>
                </a:lnTo>
                <a:lnTo>
                  <a:pt x="188" y="740"/>
                </a:lnTo>
                <a:lnTo>
                  <a:pt x="188" y="962"/>
                </a:lnTo>
                <a:lnTo>
                  <a:pt x="248" y="1134"/>
                </a:lnTo>
                <a:lnTo>
                  <a:pt x="310" y="1307"/>
                </a:lnTo>
                <a:lnTo>
                  <a:pt x="310" y="1480"/>
                </a:lnTo>
                <a:lnTo>
                  <a:pt x="373" y="1653"/>
                </a:lnTo>
                <a:lnTo>
                  <a:pt x="373" y="1825"/>
                </a:lnTo>
                <a:lnTo>
                  <a:pt x="436" y="1998"/>
                </a:lnTo>
                <a:lnTo>
                  <a:pt x="496" y="2146"/>
                </a:lnTo>
                <a:lnTo>
                  <a:pt x="496" y="2393"/>
                </a:lnTo>
                <a:lnTo>
                  <a:pt x="558" y="2566"/>
                </a:lnTo>
                <a:lnTo>
                  <a:pt x="621" y="2714"/>
                </a:lnTo>
                <a:lnTo>
                  <a:pt x="621" y="2886"/>
                </a:lnTo>
                <a:lnTo>
                  <a:pt x="684" y="3059"/>
                </a:lnTo>
                <a:lnTo>
                  <a:pt x="744" y="3232"/>
                </a:lnTo>
                <a:lnTo>
                  <a:pt x="744" y="3404"/>
                </a:lnTo>
                <a:lnTo>
                  <a:pt x="806" y="3577"/>
                </a:lnTo>
                <a:lnTo>
                  <a:pt x="806" y="3750"/>
                </a:lnTo>
                <a:lnTo>
                  <a:pt x="869" y="3923"/>
                </a:lnTo>
                <a:lnTo>
                  <a:pt x="932" y="4071"/>
                </a:lnTo>
                <a:lnTo>
                  <a:pt x="932" y="4243"/>
                </a:lnTo>
                <a:lnTo>
                  <a:pt x="992" y="4416"/>
                </a:lnTo>
                <a:lnTo>
                  <a:pt x="992" y="4589"/>
                </a:lnTo>
                <a:lnTo>
                  <a:pt x="1054" y="4762"/>
                </a:lnTo>
                <a:lnTo>
                  <a:pt x="1117" y="4934"/>
                </a:lnTo>
                <a:lnTo>
                  <a:pt x="1117" y="5107"/>
                </a:lnTo>
                <a:lnTo>
                  <a:pt x="1180" y="5280"/>
                </a:lnTo>
                <a:lnTo>
                  <a:pt x="1180" y="5452"/>
                </a:lnTo>
                <a:lnTo>
                  <a:pt x="1242" y="5600"/>
                </a:lnTo>
                <a:lnTo>
                  <a:pt x="1302" y="5773"/>
                </a:lnTo>
                <a:lnTo>
                  <a:pt x="1302" y="5946"/>
                </a:lnTo>
                <a:lnTo>
                  <a:pt x="1365" y="6119"/>
                </a:lnTo>
                <a:lnTo>
                  <a:pt x="1428" y="6291"/>
                </a:lnTo>
                <a:lnTo>
                  <a:pt x="1428" y="6464"/>
                </a:lnTo>
                <a:lnTo>
                  <a:pt x="1490" y="6637"/>
                </a:lnTo>
                <a:lnTo>
                  <a:pt x="1490" y="6809"/>
                </a:lnTo>
                <a:lnTo>
                  <a:pt x="1550" y="6958"/>
                </a:lnTo>
                <a:lnTo>
                  <a:pt x="1550" y="7130"/>
                </a:lnTo>
                <a:lnTo>
                  <a:pt x="1613" y="7303"/>
                </a:lnTo>
                <a:lnTo>
                  <a:pt x="1676" y="7476"/>
                </a:lnTo>
                <a:lnTo>
                  <a:pt x="1676" y="7648"/>
                </a:lnTo>
                <a:lnTo>
                  <a:pt x="1738" y="7821"/>
                </a:lnTo>
                <a:lnTo>
                  <a:pt x="1738" y="7994"/>
                </a:lnTo>
                <a:lnTo>
                  <a:pt x="1798" y="8167"/>
                </a:lnTo>
                <a:lnTo>
                  <a:pt x="1861" y="8389"/>
                </a:lnTo>
                <a:lnTo>
                  <a:pt x="1861" y="8561"/>
                </a:lnTo>
                <a:lnTo>
                  <a:pt x="1924" y="8734"/>
                </a:lnTo>
                <a:lnTo>
                  <a:pt x="1986" y="8882"/>
                </a:lnTo>
                <a:lnTo>
                  <a:pt x="1986" y="9055"/>
                </a:lnTo>
                <a:lnTo>
                  <a:pt x="2046" y="9228"/>
                </a:lnTo>
                <a:lnTo>
                  <a:pt x="2109" y="9400"/>
                </a:lnTo>
                <a:lnTo>
                  <a:pt x="2109" y="9573"/>
                </a:lnTo>
                <a:lnTo>
                  <a:pt x="2172" y="9746"/>
                </a:lnTo>
                <a:lnTo>
                  <a:pt x="2172" y="9918"/>
                </a:lnTo>
                <a:lnTo>
                  <a:pt x="2234" y="10091"/>
                </a:lnTo>
                <a:lnTo>
                  <a:pt x="2297" y="10313"/>
                </a:lnTo>
                <a:lnTo>
                  <a:pt x="2297" y="10486"/>
                </a:lnTo>
                <a:lnTo>
                  <a:pt x="2357" y="10634"/>
                </a:lnTo>
                <a:lnTo>
                  <a:pt x="2420" y="10807"/>
                </a:lnTo>
                <a:lnTo>
                  <a:pt x="2420" y="10979"/>
                </a:lnTo>
                <a:lnTo>
                  <a:pt x="2482" y="11152"/>
                </a:lnTo>
                <a:lnTo>
                  <a:pt x="2482" y="11325"/>
                </a:lnTo>
                <a:lnTo>
                  <a:pt x="2545" y="11547"/>
                </a:lnTo>
                <a:lnTo>
                  <a:pt x="2605" y="11720"/>
                </a:lnTo>
                <a:lnTo>
                  <a:pt x="2605" y="11892"/>
                </a:lnTo>
                <a:lnTo>
                  <a:pt x="2668" y="12114"/>
                </a:lnTo>
                <a:lnTo>
                  <a:pt x="2730" y="1228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6734354" y="3269551"/>
            <a:ext cx="2730" cy="12509"/>
          </a:xfrm>
          <a:custGeom>
            <a:avLst/>
            <a:gdLst/>
            <a:ahLst/>
            <a:cxnLst/>
            <a:rect l="l" t="t" r="r" b="b"/>
            <a:pathLst>
              <a:path w="2730" h="12509">
                <a:moveTo>
                  <a:pt x="0" y="0"/>
                </a:moveTo>
                <a:lnTo>
                  <a:pt x="62" y="172"/>
                </a:lnTo>
                <a:lnTo>
                  <a:pt x="62" y="394"/>
                </a:lnTo>
                <a:lnTo>
                  <a:pt x="122" y="567"/>
                </a:lnTo>
                <a:lnTo>
                  <a:pt x="185" y="740"/>
                </a:lnTo>
                <a:lnTo>
                  <a:pt x="185" y="912"/>
                </a:lnTo>
                <a:lnTo>
                  <a:pt x="248" y="1085"/>
                </a:lnTo>
                <a:lnTo>
                  <a:pt x="248" y="1258"/>
                </a:lnTo>
                <a:lnTo>
                  <a:pt x="310" y="1431"/>
                </a:lnTo>
                <a:lnTo>
                  <a:pt x="310" y="1603"/>
                </a:lnTo>
                <a:lnTo>
                  <a:pt x="370" y="1751"/>
                </a:lnTo>
                <a:lnTo>
                  <a:pt x="433" y="1924"/>
                </a:lnTo>
                <a:lnTo>
                  <a:pt x="433" y="2097"/>
                </a:lnTo>
                <a:lnTo>
                  <a:pt x="496" y="2269"/>
                </a:lnTo>
                <a:lnTo>
                  <a:pt x="496" y="2442"/>
                </a:lnTo>
                <a:lnTo>
                  <a:pt x="558" y="2615"/>
                </a:lnTo>
                <a:lnTo>
                  <a:pt x="621" y="2788"/>
                </a:lnTo>
                <a:lnTo>
                  <a:pt x="621" y="2960"/>
                </a:lnTo>
                <a:lnTo>
                  <a:pt x="681" y="3108"/>
                </a:lnTo>
                <a:lnTo>
                  <a:pt x="744" y="3281"/>
                </a:lnTo>
                <a:lnTo>
                  <a:pt x="744" y="3454"/>
                </a:lnTo>
                <a:lnTo>
                  <a:pt x="806" y="3627"/>
                </a:lnTo>
                <a:lnTo>
                  <a:pt x="806" y="3799"/>
                </a:lnTo>
                <a:lnTo>
                  <a:pt x="869" y="3972"/>
                </a:lnTo>
                <a:lnTo>
                  <a:pt x="869" y="4145"/>
                </a:lnTo>
                <a:lnTo>
                  <a:pt x="929" y="4317"/>
                </a:lnTo>
                <a:lnTo>
                  <a:pt x="992" y="4539"/>
                </a:lnTo>
                <a:lnTo>
                  <a:pt x="992" y="4712"/>
                </a:lnTo>
                <a:lnTo>
                  <a:pt x="1054" y="4885"/>
                </a:lnTo>
                <a:lnTo>
                  <a:pt x="1117" y="5107"/>
                </a:lnTo>
                <a:lnTo>
                  <a:pt x="1117" y="5280"/>
                </a:lnTo>
                <a:lnTo>
                  <a:pt x="1177" y="5428"/>
                </a:lnTo>
                <a:lnTo>
                  <a:pt x="1240" y="5674"/>
                </a:lnTo>
                <a:lnTo>
                  <a:pt x="1240" y="5847"/>
                </a:lnTo>
                <a:lnTo>
                  <a:pt x="1302" y="5995"/>
                </a:lnTo>
                <a:lnTo>
                  <a:pt x="1365" y="6242"/>
                </a:lnTo>
                <a:lnTo>
                  <a:pt x="1365" y="6390"/>
                </a:lnTo>
                <a:lnTo>
                  <a:pt x="1425" y="6563"/>
                </a:lnTo>
                <a:lnTo>
                  <a:pt x="1488" y="6785"/>
                </a:lnTo>
                <a:lnTo>
                  <a:pt x="1488" y="6958"/>
                </a:lnTo>
                <a:lnTo>
                  <a:pt x="1550" y="7130"/>
                </a:lnTo>
                <a:lnTo>
                  <a:pt x="1613" y="7352"/>
                </a:lnTo>
                <a:lnTo>
                  <a:pt x="1613" y="7525"/>
                </a:lnTo>
                <a:lnTo>
                  <a:pt x="1676" y="7698"/>
                </a:lnTo>
                <a:lnTo>
                  <a:pt x="1736" y="7920"/>
                </a:lnTo>
                <a:lnTo>
                  <a:pt x="1736" y="8093"/>
                </a:lnTo>
                <a:lnTo>
                  <a:pt x="1798" y="8265"/>
                </a:lnTo>
                <a:lnTo>
                  <a:pt x="1861" y="8487"/>
                </a:lnTo>
                <a:lnTo>
                  <a:pt x="1861" y="8660"/>
                </a:lnTo>
                <a:lnTo>
                  <a:pt x="1924" y="8833"/>
                </a:lnTo>
                <a:lnTo>
                  <a:pt x="1924" y="9005"/>
                </a:lnTo>
                <a:lnTo>
                  <a:pt x="1984" y="9178"/>
                </a:lnTo>
                <a:lnTo>
                  <a:pt x="2046" y="9351"/>
                </a:lnTo>
                <a:lnTo>
                  <a:pt x="2046" y="9573"/>
                </a:lnTo>
                <a:lnTo>
                  <a:pt x="2109" y="9746"/>
                </a:lnTo>
                <a:lnTo>
                  <a:pt x="2172" y="9918"/>
                </a:lnTo>
                <a:lnTo>
                  <a:pt x="2172" y="10140"/>
                </a:lnTo>
                <a:lnTo>
                  <a:pt x="2232" y="10313"/>
                </a:lnTo>
                <a:lnTo>
                  <a:pt x="2294" y="10486"/>
                </a:lnTo>
                <a:lnTo>
                  <a:pt x="2294" y="10634"/>
                </a:lnTo>
                <a:lnTo>
                  <a:pt x="2357" y="10807"/>
                </a:lnTo>
                <a:lnTo>
                  <a:pt x="2357" y="10979"/>
                </a:lnTo>
                <a:lnTo>
                  <a:pt x="2420" y="11201"/>
                </a:lnTo>
                <a:lnTo>
                  <a:pt x="2480" y="11374"/>
                </a:lnTo>
                <a:lnTo>
                  <a:pt x="2480" y="11547"/>
                </a:lnTo>
                <a:lnTo>
                  <a:pt x="2542" y="11720"/>
                </a:lnTo>
                <a:lnTo>
                  <a:pt x="2542" y="11892"/>
                </a:lnTo>
                <a:lnTo>
                  <a:pt x="2605" y="12065"/>
                </a:lnTo>
                <a:lnTo>
                  <a:pt x="2668" y="12287"/>
                </a:lnTo>
                <a:lnTo>
                  <a:pt x="2668" y="1246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6737085" y="3282061"/>
            <a:ext cx="2665" cy="12731"/>
          </a:xfrm>
          <a:custGeom>
            <a:avLst/>
            <a:gdLst/>
            <a:ahLst/>
            <a:cxnLst/>
            <a:rect l="l" t="t" r="r" b="b"/>
            <a:pathLst>
              <a:path w="2665" h="12731">
                <a:moveTo>
                  <a:pt x="0" y="0"/>
                </a:moveTo>
                <a:lnTo>
                  <a:pt x="0" y="172"/>
                </a:lnTo>
                <a:lnTo>
                  <a:pt x="59" y="345"/>
                </a:lnTo>
                <a:lnTo>
                  <a:pt x="59" y="518"/>
                </a:lnTo>
                <a:lnTo>
                  <a:pt x="122" y="690"/>
                </a:lnTo>
                <a:lnTo>
                  <a:pt x="185" y="863"/>
                </a:lnTo>
                <a:lnTo>
                  <a:pt x="185" y="1011"/>
                </a:lnTo>
                <a:lnTo>
                  <a:pt x="248" y="1184"/>
                </a:lnTo>
                <a:lnTo>
                  <a:pt x="248" y="1357"/>
                </a:lnTo>
                <a:lnTo>
                  <a:pt x="307" y="1529"/>
                </a:lnTo>
                <a:lnTo>
                  <a:pt x="370" y="1702"/>
                </a:lnTo>
                <a:lnTo>
                  <a:pt x="370" y="1875"/>
                </a:lnTo>
                <a:lnTo>
                  <a:pt x="433" y="2047"/>
                </a:lnTo>
                <a:lnTo>
                  <a:pt x="433" y="2220"/>
                </a:lnTo>
                <a:lnTo>
                  <a:pt x="496" y="2368"/>
                </a:lnTo>
                <a:lnTo>
                  <a:pt x="496" y="2541"/>
                </a:lnTo>
                <a:lnTo>
                  <a:pt x="555" y="2714"/>
                </a:lnTo>
                <a:lnTo>
                  <a:pt x="618" y="2886"/>
                </a:lnTo>
                <a:lnTo>
                  <a:pt x="618" y="3059"/>
                </a:lnTo>
                <a:lnTo>
                  <a:pt x="681" y="3232"/>
                </a:lnTo>
                <a:lnTo>
                  <a:pt x="681" y="3404"/>
                </a:lnTo>
                <a:lnTo>
                  <a:pt x="744" y="3577"/>
                </a:lnTo>
                <a:lnTo>
                  <a:pt x="803" y="3725"/>
                </a:lnTo>
                <a:lnTo>
                  <a:pt x="803" y="3898"/>
                </a:lnTo>
                <a:lnTo>
                  <a:pt x="866" y="4071"/>
                </a:lnTo>
                <a:lnTo>
                  <a:pt x="866" y="4243"/>
                </a:lnTo>
                <a:lnTo>
                  <a:pt x="929" y="4416"/>
                </a:lnTo>
                <a:lnTo>
                  <a:pt x="929" y="4589"/>
                </a:lnTo>
                <a:lnTo>
                  <a:pt x="992" y="4762"/>
                </a:lnTo>
                <a:lnTo>
                  <a:pt x="1054" y="4934"/>
                </a:lnTo>
                <a:lnTo>
                  <a:pt x="1054" y="5107"/>
                </a:lnTo>
                <a:lnTo>
                  <a:pt x="1114" y="5255"/>
                </a:lnTo>
                <a:lnTo>
                  <a:pt x="1114" y="5428"/>
                </a:lnTo>
                <a:lnTo>
                  <a:pt x="1177" y="5600"/>
                </a:lnTo>
                <a:lnTo>
                  <a:pt x="1240" y="5773"/>
                </a:lnTo>
                <a:lnTo>
                  <a:pt x="1240" y="5946"/>
                </a:lnTo>
                <a:lnTo>
                  <a:pt x="1302" y="6119"/>
                </a:lnTo>
                <a:lnTo>
                  <a:pt x="1302" y="6291"/>
                </a:lnTo>
                <a:lnTo>
                  <a:pt x="1362" y="6464"/>
                </a:lnTo>
                <a:lnTo>
                  <a:pt x="1425" y="6612"/>
                </a:lnTo>
                <a:lnTo>
                  <a:pt x="1425" y="6785"/>
                </a:lnTo>
                <a:lnTo>
                  <a:pt x="1488" y="6958"/>
                </a:lnTo>
                <a:lnTo>
                  <a:pt x="1488" y="7130"/>
                </a:lnTo>
                <a:lnTo>
                  <a:pt x="1550" y="7303"/>
                </a:lnTo>
                <a:lnTo>
                  <a:pt x="1550" y="7476"/>
                </a:lnTo>
                <a:lnTo>
                  <a:pt x="1610" y="7648"/>
                </a:lnTo>
                <a:lnTo>
                  <a:pt x="1673" y="7821"/>
                </a:lnTo>
                <a:lnTo>
                  <a:pt x="1673" y="7969"/>
                </a:lnTo>
                <a:lnTo>
                  <a:pt x="1736" y="8142"/>
                </a:lnTo>
                <a:lnTo>
                  <a:pt x="1736" y="8389"/>
                </a:lnTo>
                <a:lnTo>
                  <a:pt x="1798" y="8537"/>
                </a:lnTo>
                <a:lnTo>
                  <a:pt x="1858" y="8709"/>
                </a:lnTo>
                <a:lnTo>
                  <a:pt x="1858" y="8882"/>
                </a:lnTo>
                <a:lnTo>
                  <a:pt x="1921" y="9055"/>
                </a:lnTo>
                <a:lnTo>
                  <a:pt x="1984" y="9228"/>
                </a:lnTo>
                <a:lnTo>
                  <a:pt x="1984" y="9400"/>
                </a:lnTo>
                <a:lnTo>
                  <a:pt x="2046" y="9573"/>
                </a:lnTo>
                <a:lnTo>
                  <a:pt x="2046" y="9746"/>
                </a:lnTo>
                <a:lnTo>
                  <a:pt x="2109" y="9894"/>
                </a:lnTo>
                <a:lnTo>
                  <a:pt x="2109" y="10066"/>
                </a:lnTo>
                <a:lnTo>
                  <a:pt x="2169" y="10239"/>
                </a:lnTo>
                <a:lnTo>
                  <a:pt x="2232" y="10412"/>
                </a:lnTo>
                <a:lnTo>
                  <a:pt x="2232" y="10585"/>
                </a:lnTo>
                <a:lnTo>
                  <a:pt x="2294" y="10807"/>
                </a:lnTo>
                <a:lnTo>
                  <a:pt x="2294" y="10979"/>
                </a:lnTo>
                <a:lnTo>
                  <a:pt x="2357" y="11152"/>
                </a:lnTo>
                <a:lnTo>
                  <a:pt x="2417" y="11325"/>
                </a:lnTo>
                <a:lnTo>
                  <a:pt x="2417" y="11497"/>
                </a:lnTo>
                <a:lnTo>
                  <a:pt x="2480" y="11670"/>
                </a:lnTo>
                <a:lnTo>
                  <a:pt x="2480" y="11818"/>
                </a:lnTo>
                <a:lnTo>
                  <a:pt x="2542" y="11991"/>
                </a:lnTo>
                <a:lnTo>
                  <a:pt x="2605" y="12213"/>
                </a:lnTo>
                <a:lnTo>
                  <a:pt x="2605" y="12386"/>
                </a:lnTo>
                <a:lnTo>
                  <a:pt x="2665" y="12558"/>
                </a:lnTo>
                <a:lnTo>
                  <a:pt x="2665" y="1273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6739751" y="3294792"/>
            <a:ext cx="2730" cy="12855"/>
          </a:xfrm>
          <a:custGeom>
            <a:avLst/>
            <a:gdLst/>
            <a:ahLst/>
            <a:cxnLst/>
            <a:rect l="l" t="t" r="r" b="b"/>
            <a:pathLst>
              <a:path w="2730" h="12855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25" y="518"/>
                </a:lnTo>
                <a:lnTo>
                  <a:pt x="188" y="690"/>
                </a:lnTo>
                <a:lnTo>
                  <a:pt x="248" y="912"/>
                </a:lnTo>
                <a:lnTo>
                  <a:pt x="248" y="1085"/>
                </a:lnTo>
                <a:lnTo>
                  <a:pt x="310" y="1258"/>
                </a:lnTo>
                <a:lnTo>
                  <a:pt x="310" y="1406"/>
                </a:lnTo>
                <a:lnTo>
                  <a:pt x="373" y="1579"/>
                </a:lnTo>
                <a:lnTo>
                  <a:pt x="436" y="1751"/>
                </a:lnTo>
                <a:lnTo>
                  <a:pt x="436" y="1924"/>
                </a:lnTo>
                <a:lnTo>
                  <a:pt x="498" y="2097"/>
                </a:lnTo>
                <a:lnTo>
                  <a:pt x="498" y="2319"/>
                </a:lnTo>
                <a:lnTo>
                  <a:pt x="558" y="2492"/>
                </a:lnTo>
                <a:lnTo>
                  <a:pt x="621" y="2664"/>
                </a:lnTo>
                <a:lnTo>
                  <a:pt x="621" y="2837"/>
                </a:lnTo>
                <a:lnTo>
                  <a:pt x="684" y="3010"/>
                </a:lnTo>
                <a:lnTo>
                  <a:pt x="684" y="3232"/>
                </a:lnTo>
                <a:lnTo>
                  <a:pt x="746" y="3404"/>
                </a:lnTo>
                <a:lnTo>
                  <a:pt x="806" y="3577"/>
                </a:lnTo>
                <a:lnTo>
                  <a:pt x="806" y="3725"/>
                </a:lnTo>
                <a:lnTo>
                  <a:pt x="869" y="3898"/>
                </a:lnTo>
                <a:lnTo>
                  <a:pt x="932" y="4145"/>
                </a:lnTo>
                <a:lnTo>
                  <a:pt x="932" y="4293"/>
                </a:lnTo>
                <a:lnTo>
                  <a:pt x="994" y="4465"/>
                </a:lnTo>
                <a:lnTo>
                  <a:pt x="994" y="4638"/>
                </a:lnTo>
                <a:lnTo>
                  <a:pt x="1054" y="4811"/>
                </a:lnTo>
                <a:lnTo>
                  <a:pt x="1117" y="4984"/>
                </a:lnTo>
                <a:lnTo>
                  <a:pt x="1117" y="5156"/>
                </a:lnTo>
                <a:lnTo>
                  <a:pt x="1180" y="5329"/>
                </a:lnTo>
                <a:lnTo>
                  <a:pt x="1180" y="5551"/>
                </a:lnTo>
                <a:lnTo>
                  <a:pt x="1242" y="5724"/>
                </a:lnTo>
                <a:lnTo>
                  <a:pt x="1302" y="5897"/>
                </a:lnTo>
                <a:lnTo>
                  <a:pt x="1302" y="6069"/>
                </a:lnTo>
                <a:lnTo>
                  <a:pt x="1365" y="6217"/>
                </a:lnTo>
                <a:lnTo>
                  <a:pt x="1365" y="6390"/>
                </a:lnTo>
                <a:lnTo>
                  <a:pt x="1428" y="6563"/>
                </a:lnTo>
                <a:lnTo>
                  <a:pt x="1490" y="6735"/>
                </a:lnTo>
                <a:lnTo>
                  <a:pt x="1490" y="6908"/>
                </a:lnTo>
                <a:lnTo>
                  <a:pt x="1553" y="7081"/>
                </a:lnTo>
                <a:lnTo>
                  <a:pt x="1553" y="7303"/>
                </a:lnTo>
                <a:lnTo>
                  <a:pt x="1613" y="7476"/>
                </a:lnTo>
                <a:lnTo>
                  <a:pt x="1676" y="7648"/>
                </a:lnTo>
                <a:lnTo>
                  <a:pt x="1676" y="7821"/>
                </a:lnTo>
                <a:lnTo>
                  <a:pt x="1738" y="7969"/>
                </a:lnTo>
                <a:lnTo>
                  <a:pt x="1738" y="8216"/>
                </a:lnTo>
                <a:lnTo>
                  <a:pt x="1801" y="8389"/>
                </a:lnTo>
                <a:lnTo>
                  <a:pt x="1861" y="8537"/>
                </a:lnTo>
                <a:lnTo>
                  <a:pt x="1861" y="8709"/>
                </a:lnTo>
                <a:lnTo>
                  <a:pt x="1924" y="8882"/>
                </a:lnTo>
                <a:lnTo>
                  <a:pt x="1924" y="9104"/>
                </a:lnTo>
                <a:lnTo>
                  <a:pt x="1986" y="9277"/>
                </a:lnTo>
                <a:lnTo>
                  <a:pt x="2049" y="9499"/>
                </a:lnTo>
                <a:lnTo>
                  <a:pt x="2049" y="9672"/>
                </a:lnTo>
                <a:lnTo>
                  <a:pt x="2109" y="9844"/>
                </a:lnTo>
                <a:lnTo>
                  <a:pt x="2172" y="10017"/>
                </a:lnTo>
                <a:lnTo>
                  <a:pt x="2172" y="10190"/>
                </a:lnTo>
                <a:lnTo>
                  <a:pt x="2234" y="10412"/>
                </a:lnTo>
                <a:lnTo>
                  <a:pt x="2297" y="10585"/>
                </a:lnTo>
                <a:lnTo>
                  <a:pt x="2297" y="10757"/>
                </a:lnTo>
                <a:lnTo>
                  <a:pt x="2357" y="10930"/>
                </a:lnTo>
                <a:lnTo>
                  <a:pt x="2357" y="11103"/>
                </a:lnTo>
                <a:lnTo>
                  <a:pt x="2420" y="11251"/>
                </a:lnTo>
                <a:lnTo>
                  <a:pt x="2420" y="11423"/>
                </a:lnTo>
                <a:lnTo>
                  <a:pt x="2482" y="11596"/>
                </a:lnTo>
                <a:lnTo>
                  <a:pt x="2482" y="11769"/>
                </a:lnTo>
                <a:lnTo>
                  <a:pt x="2545" y="11942"/>
                </a:lnTo>
                <a:lnTo>
                  <a:pt x="2608" y="12164"/>
                </a:lnTo>
                <a:lnTo>
                  <a:pt x="2608" y="12336"/>
                </a:lnTo>
                <a:lnTo>
                  <a:pt x="2668" y="12558"/>
                </a:lnTo>
                <a:lnTo>
                  <a:pt x="2730" y="1273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6742481" y="3307647"/>
            <a:ext cx="2730" cy="13052"/>
          </a:xfrm>
          <a:custGeom>
            <a:avLst/>
            <a:gdLst/>
            <a:ahLst/>
            <a:cxnLst/>
            <a:rect l="l" t="t" r="r" b="b"/>
            <a:pathLst>
              <a:path w="2730" h="13052">
                <a:moveTo>
                  <a:pt x="0" y="0"/>
                </a:moveTo>
                <a:lnTo>
                  <a:pt x="62" y="172"/>
                </a:lnTo>
                <a:lnTo>
                  <a:pt x="62" y="320"/>
                </a:lnTo>
                <a:lnTo>
                  <a:pt x="125" y="567"/>
                </a:lnTo>
                <a:lnTo>
                  <a:pt x="185" y="740"/>
                </a:lnTo>
                <a:lnTo>
                  <a:pt x="185" y="888"/>
                </a:lnTo>
                <a:lnTo>
                  <a:pt x="248" y="1060"/>
                </a:lnTo>
                <a:lnTo>
                  <a:pt x="248" y="1233"/>
                </a:lnTo>
                <a:lnTo>
                  <a:pt x="310" y="1455"/>
                </a:lnTo>
                <a:lnTo>
                  <a:pt x="373" y="1628"/>
                </a:lnTo>
                <a:lnTo>
                  <a:pt x="373" y="1850"/>
                </a:lnTo>
                <a:lnTo>
                  <a:pt x="433" y="2023"/>
                </a:lnTo>
                <a:lnTo>
                  <a:pt x="496" y="2195"/>
                </a:lnTo>
                <a:lnTo>
                  <a:pt x="496" y="2368"/>
                </a:lnTo>
                <a:lnTo>
                  <a:pt x="558" y="2541"/>
                </a:lnTo>
                <a:lnTo>
                  <a:pt x="558" y="2714"/>
                </a:lnTo>
                <a:lnTo>
                  <a:pt x="621" y="2886"/>
                </a:lnTo>
                <a:lnTo>
                  <a:pt x="681" y="3108"/>
                </a:lnTo>
                <a:lnTo>
                  <a:pt x="681" y="3281"/>
                </a:lnTo>
                <a:lnTo>
                  <a:pt x="744" y="3454"/>
                </a:lnTo>
                <a:lnTo>
                  <a:pt x="744" y="3602"/>
                </a:lnTo>
                <a:lnTo>
                  <a:pt x="806" y="3775"/>
                </a:lnTo>
                <a:lnTo>
                  <a:pt x="806" y="3947"/>
                </a:lnTo>
                <a:lnTo>
                  <a:pt x="869" y="4120"/>
                </a:lnTo>
                <a:lnTo>
                  <a:pt x="932" y="4293"/>
                </a:lnTo>
                <a:lnTo>
                  <a:pt x="932" y="4465"/>
                </a:lnTo>
                <a:lnTo>
                  <a:pt x="992" y="4638"/>
                </a:lnTo>
                <a:lnTo>
                  <a:pt x="992" y="4811"/>
                </a:lnTo>
                <a:lnTo>
                  <a:pt x="1054" y="4984"/>
                </a:lnTo>
                <a:lnTo>
                  <a:pt x="1117" y="5206"/>
                </a:lnTo>
                <a:lnTo>
                  <a:pt x="1117" y="5378"/>
                </a:lnTo>
                <a:lnTo>
                  <a:pt x="1180" y="5526"/>
                </a:lnTo>
                <a:lnTo>
                  <a:pt x="1180" y="5699"/>
                </a:lnTo>
                <a:lnTo>
                  <a:pt x="1240" y="5872"/>
                </a:lnTo>
                <a:lnTo>
                  <a:pt x="1240" y="6045"/>
                </a:lnTo>
                <a:lnTo>
                  <a:pt x="1302" y="6217"/>
                </a:lnTo>
                <a:lnTo>
                  <a:pt x="1365" y="6439"/>
                </a:lnTo>
                <a:lnTo>
                  <a:pt x="1365" y="6612"/>
                </a:lnTo>
                <a:lnTo>
                  <a:pt x="1428" y="6785"/>
                </a:lnTo>
                <a:lnTo>
                  <a:pt x="1488" y="6958"/>
                </a:lnTo>
                <a:lnTo>
                  <a:pt x="1488" y="7130"/>
                </a:lnTo>
                <a:lnTo>
                  <a:pt x="1550" y="7303"/>
                </a:lnTo>
                <a:lnTo>
                  <a:pt x="1550" y="7451"/>
                </a:lnTo>
                <a:lnTo>
                  <a:pt x="1613" y="7698"/>
                </a:lnTo>
                <a:lnTo>
                  <a:pt x="1676" y="7846"/>
                </a:lnTo>
                <a:lnTo>
                  <a:pt x="1676" y="8093"/>
                </a:lnTo>
                <a:lnTo>
                  <a:pt x="1736" y="8265"/>
                </a:lnTo>
                <a:lnTo>
                  <a:pt x="1798" y="8413"/>
                </a:lnTo>
                <a:lnTo>
                  <a:pt x="1798" y="8586"/>
                </a:lnTo>
                <a:lnTo>
                  <a:pt x="1861" y="8759"/>
                </a:lnTo>
                <a:lnTo>
                  <a:pt x="1861" y="8931"/>
                </a:lnTo>
                <a:lnTo>
                  <a:pt x="1924" y="9104"/>
                </a:lnTo>
                <a:lnTo>
                  <a:pt x="1924" y="9326"/>
                </a:lnTo>
                <a:lnTo>
                  <a:pt x="1986" y="9499"/>
                </a:lnTo>
                <a:lnTo>
                  <a:pt x="2046" y="9721"/>
                </a:lnTo>
                <a:lnTo>
                  <a:pt x="2046" y="9894"/>
                </a:lnTo>
                <a:lnTo>
                  <a:pt x="2109" y="10116"/>
                </a:lnTo>
                <a:lnTo>
                  <a:pt x="2172" y="10288"/>
                </a:lnTo>
                <a:lnTo>
                  <a:pt x="2172" y="10461"/>
                </a:lnTo>
                <a:lnTo>
                  <a:pt x="2234" y="10634"/>
                </a:lnTo>
                <a:lnTo>
                  <a:pt x="2294" y="10807"/>
                </a:lnTo>
                <a:lnTo>
                  <a:pt x="2294" y="10979"/>
                </a:lnTo>
                <a:lnTo>
                  <a:pt x="2357" y="11127"/>
                </a:lnTo>
                <a:lnTo>
                  <a:pt x="2357" y="11374"/>
                </a:lnTo>
                <a:lnTo>
                  <a:pt x="2420" y="11547"/>
                </a:lnTo>
                <a:lnTo>
                  <a:pt x="2482" y="11769"/>
                </a:lnTo>
                <a:lnTo>
                  <a:pt x="2482" y="11942"/>
                </a:lnTo>
                <a:lnTo>
                  <a:pt x="2542" y="12164"/>
                </a:lnTo>
                <a:lnTo>
                  <a:pt x="2605" y="12336"/>
                </a:lnTo>
                <a:lnTo>
                  <a:pt x="2605" y="12558"/>
                </a:lnTo>
                <a:lnTo>
                  <a:pt x="2668" y="12731"/>
                </a:lnTo>
                <a:lnTo>
                  <a:pt x="2730" y="1295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6745212" y="3320700"/>
            <a:ext cx="2728" cy="13200"/>
          </a:xfrm>
          <a:custGeom>
            <a:avLst/>
            <a:gdLst/>
            <a:ahLst/>
            <a:cxnLst/>
            <a:rect l="l" t="t" r="r" b="b"/>
            <a:pathLst>
              <a:path w="2728" h="13200">
                <a:moveTo>
                  <a:pt x="0" y="0"/>
                </a:moveTo>
                <a:lnTo>
                  <a:pt x="59" y="172"/>
                </a:lnTo>
                <a:lnTo>
                  <a:pt x="59" y="345"/>
                </a:lnTo>
                <a:lnTo>
                  <a:pt x="122" y="518"/>
                </a:lnTo>
                <a:lnTo>
                  <a:pt x="122" y="690"/>
                </a:lnTo>
                <a:lnTo>
                  <a:pt x="185" y="863"/>
                </a:lnTo>
                <a:lnTo>
                  <a:pt x="248" y="1085"/>
                </a:lnTo>
                <a:lnTo>
                  <a:pt x="248" y="1258"/>
                </a:lnTo>
                <a:lnTo>
                  <a:pt x="310" y="1480"/>
                </a:lnTo>
                <a:lnTo>
                  <a:pt x="310" y="1653"/>
                </a:lnTo>
                <a:lnTo>
                  <a:pt x="370" y="1875"/>
                </a:lnTo>
                <a:lnTo>
                  <a:pt x="433" y="2047"/>
                </a:lnTo>
                <a:lnTo>
                  <a:pt x="433" y="2269"/>
                </a:lnTo>
                <a:lnTo>
                  <a:pt x="496" y="2442"/>
                </a:lnTo>
                <a:lnTo>
                  <a:pt x="558" y="2664"/>
                </a:lnTo>
                <a:lnTo>
                  <a:pt x="558" y="2837"/>
                </a:lnTo>
                <a:lnTo>
                  <a:pt x="618" y="3059"/>
                </a:lnTo>
                <a:lnTo>
                  <a:pt x="681" y="3232"/>
                </a:lnTo>
                <a:lnTo>
                  <a:pt x="681" y="3454"/>
                </a:lnTo>
                <a:lnTo>
                  <a:pt x="744" y="3627"/>
                </a:lnTo>
                <a:lnTo>
                  <a:pt x="806" y="3849"/>
                </a:lnTo>
                <a:lnTo>
                  <a:pt x="806" y="4021"/>
                </a:lnTo>
                <a:lnTo>
                  <a:pt x="866" y="4194"/>
                </a:lnTo>
                <a:lnTo>
                  <a:pt x="929" y="4367"/>
                </a:lnTo>
                <a:lnTo>
                  <a:pt x="929" y="4589"/>
                </a:lnTo>
                <a:lnTo>
                  <a:pt x="992" y="4762"/>
                </a:lnTo>
                <a:lnTo>
                  <a:pt x="992" y="4984"/>
                </a:lnTo>
                <a:lnTo>
                  <a:pt x="1054" y="5156"/>
                </a:lnTo>
                <a:lnTo>
                  <a:pt x="1114" y="5378"/>
                </a:lnTo>
                <a:lnTo>
                  <a:pt x="1114" y="5551"/>
                </a:lnTo>
                <a:lnTo>
                  <a:pt x="1177" y="5773"/>
                </a:lnTo>
                <a:lnTo>
                  <a:pt x="1240" y="5946"/>
                </a:lnTo>
                <a:lnTo>
                  <a:pt x="1240" y="6168"/>
                </a:lnTo>
                <a:lnTo>
                  <a:pt x="1302" y="6341"/>
                </a:lnTo>
                <a:lnTo>
                  <a:pt x="1365" y="6513"/>
                </a:lnTo>
                <a:lnTo>
                  <a:pt x="1365" y="6686"/>
                </a:lnTo>
                <a:lnTo>
                  <a:pt x="1425" y="6908"/>
                </a:lnTo>
                <a:lnTo>
                  <a:pt x="1488" y="7081"/>
                </a:lnTo>
                <a:lnTo>
                  <a:pt x="1488" y="7303"/>
                </a:lnTo>
                <a:lnTo>
                  <a:pt x="1550" y="7476"/>
                </a:lnTo>
                <a:lnTo>
                  <a:pt x="1613" y="7698"/>
                </a:lnTo>
                <a:lnTo>
                  <a:pt x="1613" y="7870"/>
                </a:lnTo>
                <a:lnTo>
                  <a:pt x="1673" y="8043"/>
                </a:lnTo>
                <a:lnTo>
                  <a:pt x="1673" y="8216"/>
                </a:lnTo>
                <a:lnTo>
                  <a:pt x="1736" y="8438"/>
                </a:lnTo>
                <a:lnTo>
                  <a:pt x="1798" y="8611"/>
                </a:lnTo>
                <a:lnTo>
                  <a:pt x="1798" y="8833"/>
                </a:lnTo>
                <a:lnTo>
                  <a:pt x="1861" y="9005"/>
                </a:lnTo>
                <a:lnTo>
                  <a:pt x="1921" y="9228"/>
                </a:lnTo>
                <a:lnTo>
                  <a:pt x="1921" y="9400"/>
                </a:lnTo>
                <a:lnTo>
                  <a:pt x="1984" y="9573"/>
                </a:lnTo>
                <a:lnTo>
                  <a:pt x="1984" y="9746"/>
                </a:lnTo>
                <a:lnTo>
                  <a:pt x="2046" y="9968"/>
                </a:lnTo>
                <a:lnTo>
                  <a:pt x="2109" y="10140"/>
                </a:lnTo>
                <a:lnTo>
                  <a:pt x="2109" y="10363"/>
                </a:lnTo>
                <a:lnTo>
                  <a:pt x="2169" y="10535"/>
                </a:lnTo>
                <a:lnTo>
                  <a:pt x="2169" y="10708"/>
                </a:lnTo>
                <a:lnTo>
                  <a:pt x="2232" y="10881"/>
                </a:lnTo>
                <a:lnTo>
                  <a:pt x="2294" y="11103"/>
                </a:lnTo>
                <a:lnTo>
                  <a:pt x="2294" y="11275"/>
                </a:lnTo>
                <a:lnTo>
                  <a:pt x="2357" y="11497"/>
                </a:lnTo>
                <a:lnTo>
                  <a:pt x="2420" y="11670"/>
                </a:lnTo>
                <a:lnTo>
                  <a:pt x="2420" y="11843"/>
                </a:lnTo>
                <a:lnTo>
                  <a:pt x="2480" y="12016"/>
                </a:lnTo>
                <a:lnTo>
                  <a:pt x="2480" y="12238"/>
                </a:lnTo>
                <a:lnTo>
                  <a:pt x="2542" y="12410"/>
                </a:lnTo>
                <a:lnTo>
                  <a:pt x="2605" y="12632"/>
                </a:lnTo>
                <a:lnTo>
                  <a:pt x="2605" y="12805"/>
                </a:lnTo>
                <a:lnTo>
                  <a:pt x="2668" y="12978"/>
                </a:lnTo>
                <a:lnTo>
                  <a:pt x="2728" y="1315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6747940" y="3333900"/>
            <a:ext cx="2730" cy="13348"/>
          </a:xfrm>
          <a:custGeom>
            <a:avLst/>
            <a:gdLst/>
            <a:ahLst/>
            <a:cxnLst/>
            <a:rect l="l" t="t" r="r" b="b"/>
            <a:pathLst>
              <a:path w="2730" h="13348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493"/>
                </a:lnTo>
                <a:lnTo>
                  <a:pt x="125" y="666"/>
                </a:lnTo>
                <a:lnTo>
                  <a:pt x="188" y="912"/>
                </a:lnTo>
                <a:lnTo>
                  <a:pt x="188" y="1060"/>
                </a:lnTo>
                <a:lnTo>
                  <a:pt x="248" y="1233"/>
                </a:lnTo>
                <a:lnTo>
                  <a:pt x="248" y="1406"/>
                </a:lnTo>
                <a:lnTo>
                  <a:pt x="310" y="1628"/>
                </a:lnTo>
                <a:lnTo>
                  <a:pt x="373" y="1801"/>
                </a:lnTo>
                <a:lnTo>
                  <a:pt x="373" y="1973"/>
                </a:lnTo>
                <a:lnTo>
                  <a:pt x="436" y="2146"/>
                </a:lnTo>
                <a:lnTo>
                  <a:pt x="436" y="2368"/>
                </a:lnTo>
                <a:lnTo>
                  <a:pt x="496" y="2541"/>
                </a:lnTo>
                <a:lnTo>
                  <a:pt x="558" y="2714"/>
                </a:lnTo>
                <a:lnTo>
                  <a:pt x="558" y="2886"/>
                </a:lnTo>
                <a:lnTo>
                  <a:pt x="621" y="3108"/>
                </a:lnTo>
                <a:lnTo>
                  <a:pt x="684" y="3281"/>
                </a:lnTo>
                <a:lnTo>
                  <a:pt x="684" y="3454"/>
                </a:lnTo>
                <a:lnTo>
                  <a:pt x="746" y="3627"/>
                </a:lnTo>
                <a:lnTo>
                  <a:pt x="746" y="3849"/>
                </a:lnTo>
                <a:lnTo>
                  <a:pt x="806" y="4021"/>
                </a:lnTo>
                <a:lnTo>
                  <a:pt x="806" y="4194"/>
                </a:lnTo>
                <a:lnTo>
                  <a:pt x="869" y="4342"/>
                </a:lnTo>
                <a:lnTo>
                  <a:pt x="932" y="4589"/>
                </a:lnTo>
                <a:lnTo>
                  <a:pt x="932" y="4737"/>
                </a:lnTo>
                <a:lnTo>
                  <a:pt x="994" y="4910"/>
                </a:lnTo>
                <a:lnTo>
                  <a:pt x="994" y="5082"/>
                </a:lnTo>
                <a:lnTo>
                  <a:pt x="1054" y="5304"/>
                </a:lnTo>
                <a:lnTo>
                  <a:pt x="1117" y="5477"/>
                </a:lnTo>
                <a:lnTo>
                  <a:pt x="1117" y="5650"/>
                </a:lnTo>
                <a:lnTo>
                  <a:pt x="1180" y="5823"/>
                </a:lnTo>
                <a:lnTo>
                  <a:pt x="1242" y="6045"/>
                </a:lnTo>
                <a:lnTo>
                  <a:pt x="1242" y="6217"/>
                </a:lnTo>
                <a:lnTo>
                  <a:pt x="1302" y="6390"/>
                </a:lnTo>
                <a:lnTo>
                  <a:pt x="1302" y="6563"/>
                </a:lnTo>
                <a:lnTo>
                  <a:pt x="1365" y="6735"/>
                </a:lnTo>
                <a:lnTo>
                  <a:pt x="1365" y="6908"/>
                </a:lnTo>
                <a:lnTo>
                  <a:pt x="1428" y="7130"/>
                </a:lnTo>
                <a:lnTo>
                  <a:pt x="1490" y="7303"/>
                </a:lnTo>
                <a:lnTo>
                  <a:pt x="1490" y="7476"/>
                </a:lnTo>
                <a:lnTo>
                  <a:pt x="1550" y="7624"/>
                </a:lnTo>
                <a:lnTo>
                  <a:pt x="1550" y="7796"/>
                </a:lnTo>
                <a:lnTo>
                  <a:pt x="1613" y="7969"/>
                </a:lnTo>
                <a:lnTo>
                  <a:pt x="1676" y="8191"/>
                </a:lnTo>
                <a:lnTo>
                  <a:pt x="1676" y="8364"/>
                </a:lnTo>
                <a:lnTo>
                  <a:pt x="1738" y="8537"/>
                </a:lnTo>
                <a:lnTo>
                  <a:pt x="1738" y="8709"/>
                </a:lnTo>
                <a:lnTo>
                  <a:pt x="1801" y="8931"/>
                </a:lnTo>
                <a:lnTo>
                  <a:pt x="1861" y="9104"/>
                </a:lnTo>
                <a:lnTo>
                  <a:pt x="1861" y="9277"/>
                </a:lnTo>
                <a:lnTo>
                  <a:pt x="1924" y="9450"/>
                </a:lnTo>
                <a:lnTo>
                  <a:pt x="1924" y="9622"/>
                </a:lnTo>
                <a:lnTo>
                  <a:pt x="1986" y="9795"/>
                </a:lnTo>
                <a:lnTo>
                  <a:pt x="2049" y="10017"/>
                </a:lnTo>
                <a:lnTo>
                  <a:pt x="2049" y="10190"/>
                </a:lnTo>
                <a:lnTo>
                  <a:pt x="2109" y="10338"/>
                </a:lnTo>
                <a:lnTo>
                  <a:pt x="2109" y="10511"/>
                </a:lnTo>
                <a:lnTo>
                  <a:pt x="2172" y="10683"/>
                </a:lnTo>
                <a:lnTo>
                  <a:pt x="2172" y="10856"/>
                </a:lnTo>
                <a:lnTo>
                  <a:pt x="2234" y="11029"/>
                </a:lnTo>
                <a:lnTo>
                  <a:pt x="2297" y="11201"/>
                </a:lnTo>
                <a:lnTo>
                  <a:pt x="2297" y="11423"/>
                </a:lnTo>
                <a:lnTo>
                  <a:pt x="2357" y="11596"/>
                </a:lnTo>
                <a:lnTo>
                  <a:pt x="2357" y="11769"/>
                </a:lnTo>
                <a:lnTo>
                  <a:pt x="2420" y="11942"/>
                </a:lnTo>
                <a:lnTo>
                  <a:pt x="2420" y="12114"/>
                </a:lnTo>
                <a:lnTo>
                  <a:pt x="2482" y="12262"/>
                </a:lnTo>
                <a:lnTo>
                  <a:pt x="2482" y="12435"/>
                </a:lnTo>
                <a:lnTo>
                  <a:pt x="2545" y="12608"/>
                </a:lnTo>
                <a:lnTo>
                  <a:pt x="2605" y="12830"/>
                </a:lnTo>
                <a:lnTo>
                  <a:pt x="2605" y="13003"/>
                </a:lnTo>
                <a:lnTo>
                  <a:pt x="2668" y="13175"/>
                </a:lnTo>
                <a:lnTo>
                  <a:pt x="2730" y="1334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6750671" y="3347249"/>
            <a:ext cx="2668" cy="13471"/>
          </a:xfrm>
          <a:custGeom>
            <a:avLst/>
            <a:gdLst/>
            <a:ahLst/>
            <a:cxnLst/>
            <a:rect l="l" t="t" r="r" b="b"/>
            <a:pathLst>
              <a:path w="2668" h="13471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5" y="690"/>
                </a:lnTo>
                <a:lnTo>
                  <a:pt x="125" y="912"/>
                </a:lnTo>
                <a:lnTo>
                  <a:pt x="185" y="1085"/>
                </a:lnTo>
                <a:lnTo>
                  <a:pt x="248" y="1233"/>
                </a:lnTo>
                <a:lnTo>
                  <a:pt x="248" y="1406"/>
                </a:lnTo>
                <a:lnTo>
                  <a:pt x="310" y="1579"/>
                </a:lnTo>
                <a:lnTo>
                  <a:pt x="310" y="1751"/>
                </a:lnTo>
                <a:lnTo>
                  <a:pt x="373" y="1924"/>
                </a:lnTo>
                <a:lnTo>
                  <a:pt x="373" y="2097"/>
                </a:lnTo>
                <a:lnTo>
                  <a:pt x="433" y="2269"/>
                </a:lnTo>
                <a:lnTo>
                  <a:pt x="433" y="2442"/>
                </a:lnTo>
                <a:lnTo>
                  <a:pt x="496" y="2615"/>
                </a:lnTo>
                <a:lnTo>
                  <a:pt x="558" y="2763"/>
                </a:lnTo>
                <a:lnTo>
                  <a:pt x="558" y="3010"/>
                </a:lnTo>
                <a:lnTo>
                  <a:pt x="621" y="3158"/>
                </a:lnTo>
                <a:lnTo>
                  <a:pt x="621" y="3330"/>
                </a:lnTo>
                <a:lnTo>
                  <a:pt x="681" y="3503"/>
                </a:lnTo>
                <a:lnTo>
                  <a:pt x="681" y="3676"/>
                </a:lnTo>
                <a:lnTo>
                  <a:pt x="744" y="3849"/>
                </a:lnTo>
                <a:lnTo>
                  <a:pt x="806" y="4021"/>
                </a:lnTo>
                <a:lnTo>
                  <a:pt x="806" y="4194"/>
                </a:lnTo>
                <a:lnTo>
                  <a:pt x="869" y="4367"/>
                </a:lnTo>
                <a:lnTo>
                  <a:pt x="869" y="4539"/>
                </a:lnTo>
                <a:lnTo>
                  <a:pt x="929" y="4688"/>
                </a:lnTo>
                <a:lnTo>
                  <a:pt x="929" y="4860"/>
                </a:lnTo>
                <a:lnTo>
                  <a:pt x="992" y="5033"/>
                </a:lnTo>
                <a:lnTo>
                  <a:pt x="992" y="5206"/>
                </a:lnTo>
                <a:lnTo>
                  <a:pt x="1054" y="5428"/>
                </a:lnTo>
                <a:lnTo>
                  <a:pt x="1117" y="5600"/>
                </a:lnTo>
                <a:lnTo>
                  <a:pt x="1117" y="5773"/>
                </a:lnTo>
                <a:lnTo>
                  <a:pt x="1180" y="5946"/>
                </a:lnTo>
                <a:lnTo>
                  <a:pt x="1180" y="6119"/>
                </a:lnTo>
                <a:lnTo>
                  <a:pt x="1240" y="6291"/>
                </a:lnTo>
                <a:lnTo>
                  <a:pt x="1240" y="6439"/>
                </a:lnTo>
                <a:lnTo>
                  <a:pt x="1302" y="6612"/>
                </a:lnTo>
                <a:lnTo>
                  <a:pt x="1365" y="6785"/>
                </a:lnTo>
                <a:lnTo>
                  <a:pt x="1365" y="6958"/>
                </a:lnTo>
                <a:lnTo>
                  <a:pt x="1428" y="7130"/>
                </a:lnTo>
                <a:lnTo>
                  <a:pt x="1428" y="7303"/>
                </a:lnTo>
                <a:lnTo>
                  <a:pt x="1488" y="7476"/>
                </a:lnTo>
                <a:lnTo>
                  <a:pt x="1488" y="7648"/>
                </a:lnTo>
                <a:lnTo>
                  <a:pt x="1550" y="7821"/>
                </a:lnTo>
                <a:lnTo>
                  <a:pt x="1613" y="7969"/>
                </a:lnTo>
                <a:lnTo>
                  <a:pt x="1613" y="8142"/>
                </a:lnTo>
                <a:lnTo>
                  <a:pt x="1676" y="8315"/>
                </a:lnTo>
                <a:lnTo>
                  <a:pt x="1676" y="8487"/>
                </a:lnTo>
                <a:lnTo>
                  <a:pt x="1736" y="8660"/>
                </a:lnTo>
                <a:lnTo>
                  <a:pt x="1736" y="8833"/>
                </a:lnTo>
                <a:lnTo>
                  <a:pt x="1798" y="9005"/>
                </a:lnTo>
                <a:lnTo>
                  <a:pt x="1798" y="9178"/>
                </a:lnTo>
                <a:lnTo>
                  <a:pt x="1861" y="9326"/>
                </a:lnTo>
                <a:lnTo>
                  <a:pt x="1861" y="9499"/>
                </a:lnTo>
                <a:lnTo>
                  <a:pt x="1924" y="9672"/>
                </a:lnTo>
                <a:lnTo>
                  <a:pt x="1924" y="9844"/>
                </a:lnTo>
                <a:lnTo>
                  <a:pt x="1984" y="10017"/>
                </a:lnTo>
                <a:lnTo>
                  <a:pt x="2046" y="10190"/>
                </a:lnTo>
                <a:lnTo>
                  <a:pt x="2046" y="10363"/>
                </a:lnTo>
                <a:lnTo>
                  <a:pt x="2109" y="10535"/>
                </a:lnTo>
                <a:lnTo>
                  <a:pt x="2109" y="10683"/>
                </a:lnTo>
                <a:lnTo>
                  <a:pt x="2172" y="10856"/>
                </a:lnTo>
                <a:lnTo>
                  <a:pt x="2172" y="11029"/>
                </a:lnTo>
                <a:lnTo>
                  <a:pt x="2234" y="11201"/>
                </a:lnTo>
                <a:lnTo>
                  <a:pt x="2294" y="11374"/>
                </a:lnTo>
                <a:lnTo>
                  <a:pt x="2294" y="11547"/>
                </a:lnTo>
                <a:lnTo>
                  <a:pt x="2357" y="11720"/>
                </a:lnTo>
                <a:lnTo>
                  <a:pt x="2357" y="11892"/>
                </a:lnTo>
                <a:lnTo>
                  <a:pt x="2420" y="12065"/>
                </a:lnTo>
                <a:lnTo>
                  <a:pt x="2420" y="12213"/>
                </a:lnTo>
                <a:lnTo>
                  <a:pt x="2482" y="12386"/>
                </a:lnTo>
                <a:lnTo>
                  <a:pt x="2482" y="12558"/>
                </a:lnTo>
                <a:lnTo>
                  <a:pt x="2542" y="12731"/>
                </a:lnTo>
                <a:lnTo>
                  <a:pt x="2542" y="12904"/>
                </a:lnTo>
                <a:lnTo>
                  <a:pt x="2605" y="13077"/>
                </a:lnTo>
                <a:lnTo>
                  <a:pt x="2605" y="13249"/>
                </a:lnTo>
                <a:lnTo>
                  <a:pt x="2668" y="1342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6753339" y="3360721"/>
            <a:ext cx="2730" cy="13644"/>
          </a:xfrm>
          <a:custGeom>
            <a:avLst/>
            <a:gdLst/>
            <a:ahLst/>
            <a:cxnLst/>
            <a:rect l="l" t="t" r="r" b="b"/>
            <a:pathLst>
              <a:path w="2730" h="13644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2" y="493"/>
                </a:lnTo>
                <a:lnTo>
                  <a:pt x="185" y="666"/>
                </a:lnTo>
                <a:lnTo>
                  <a:pt x="185" y="838"/>
                </a:lnTo>
                <a:lnTo>
                  <a:pt x="248" y="1011"/>
                </a:lnTo>
                <a:lnTo>
                  <a:pt x="248" y="1184"/>
                </a:lnTo>
                <a:lnTo>
                  <a:pt x="310" y="1357"/>
                </a:lnTo>
                <a:lnTo>
                  <a:pt x="310" y="1529"/>
                </a:lnTo>
                <a:lnTo>
                  <a:pt x="370" y="1702"/>
                </a:lnTo>
                <a:lnTo>
                  <a:pt x="370" y="1875"/>
                </a:lnTo>
                <a:lnTo>
                  <a:pt x="433" y="2097"/>
                </a:lnTo>
                <a:lnTo>
                  <a:pt x="496" y="2269"/>
                </a:lnTo>
                <a:lnTo>
                  <a:pt x="496" y="2418"/>
                </a:lnTo>
                <a:lnTo>
                  <a:pt x="558" y="2590"/>
                </a:lnTo>
                <a:lnTo>
                  <a:pt x="558" y="2763"/>
                </a:lnTo>
                <a:lnTo>
                  <a:pt x="621" y="2936"/>
                </a:lnTo>
                <a:lnTo>
                  <a:pt x="621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44" y="3627"/>
                </a:lnTo>
                <a:lnTo>
                  <a:pt x="744" y="3799"/>
                </a:lnTo>
                <a:lnTo>
                  <a:pt x="806" y="3947"/>
                </a:lnTo>
                <a:lnTo>
                  <a:pt x="869" y="4120"/>
                </a:lnTo>
                <a:lnTo>
                  <a:pt x="869" y="4293"/>
                </a:lnTo>
                <a:lnTo>
                  <a:pt x="929" y="4465"/>
                </a:lnTo>
                <a:lnTo>
                  <a:pt x="929" y="4638"/>
                </a:lnTo>
                <a:lnTo>
                  <a:pt x="992" y="4811"/>
                </a:lnTo>
                <a:lnTo>
                  <a:pt x="992" y="4984"/>
                </a:lnTo>
                <a:lnTo>
                  <a:pt x="1054" y="5156"/>
                </a:lnTo>
                <a:lnTo>
                  <a:pt x="1054" y="5304"/>
                </a:lnTo>
                <a:lnTo>
                  <a:pt x="1117" y="5477"/>
                </a:lnTo>
                <a:lnTo>
                  <a:pt x="1177" y="5650"/>
                </a:lnTo>
                <a:lnTo>
                  <a:pt x="1177" y="5823"/>
                </a:lnTo>
                <a:lnTo>
                  <a:pt x="1240" y="5995"/>
                </a:lnTo>
                <a:lnTo>
                  <a:pt x="1240" y="6168"/>
                </a:lnTo>
                <a:lnTo>
                  <a:pt x="1302" y="6341"/>
                </a:lnTo>
                <a:lnTo>
                  <a:pt x="1302" y="6513"/>
                </a:lnTo>
                <a:lnTo>
                  <a:pt x="1365" y="6735"/>
                </a:lnTo>
                <a:lnTo>
                  <a:pt x="1425" y="6908"/>
                </a:lnTo>
                <a:lnTo>
                  <a:pt x="1425" y="7081"/>
                </a:lnTo>
                <a:lnTo>
                  <a:pt x="1488" y="7229"/>
                </a:lnTo>
                <a:lnTo>
                  <a:pt x="1488" y="7402"/>
                </a:lnTo>
                <a:lnTo>
                  <a:pt x="1550" y="7574"/>
                </a:lnTo>
                <a:lnTo>
                  <a:pt x="1550" y="7747"/>
                </a:lnTo>
                <a:lnTo>
                  <a:pt x="1613" y="7920"/>
                </a:lnTo>
                <a:lnTo>
                  <a:pt x="1613" y="8093"/>
                </a:lnTo>
                <a:lnTo>
                  <a:pt x="1676" y="8265"/>
                </a:lnTo>
                <a:lnTo>
                  <a:pt x="1676" y="8438"/>
                </a:lnTo>
                <a:lnTo>
                  <a:pt x="1736" y="8586"/>
                </a:lnTo>
                <a:lnTo>
                  <a:pt x="1736" y="8759"/>
                </a:lnTo>
                <a:lnTo>
                  <a:pt x="1798" y="8931"/>
                </a:lnTo>
                <a:lnTo>
                  <a:pt x="1861" y="9104"/>
                </a:lnTo>
                <a:lnTo>
                  <a:pt x="1861" y="9277"/>
                </a:lnTo>
                <a:lnTo>
                  <a:pt x="1924" y="9450"/>
                </a:lnTo>
                <a:lnTo>
                  <a:pt x="1924" y="9622"/>
                </a:lnTo>
                <a:lnTo>
                  <a:pt x="1984" y="9795"/>
                </a:lnTo>
                <a:lnTo>
                  <a:pt x="1984" y="10017"/>
                </a:lnTo>
                <a:lnTo>
                  <a:pt x="2046" y="10190"/>
                </a:lnTo>
                <a:lnTo>
                  <a:pt x="2109" y="10363"/>
                </a:lnTo>
                <a:lnTo>
                  <a:pt x="2109" y="10511"/>
                </a:lnTo>
                <a:lnTo>
                  <a:pt x="2172" y="10683"/>
                </a:lnTo>
                <a:lnTo>
                  <a:pt x="2172" y="10856"/>
                </a:lnTo>
                <a:lnTo>
                  <a:pt x="2232" y="11029"/>
                </a:lnTo>
                <a:lnTo>
                  <a:pt x="2232" y="11201"/>
                </a:lnTo>
                <a:lnTo>
                  <a:pt x="2294" y="11374"/>
                </a:lnTo>
                <a:lnTo>
                  <a:pt x="2357" y="11547"/>
                </a:lnTo>
                <a:lnTo>
                  <a:pt x="2357" y="11720"/>
                </a:lnTo>
                <a:lnTo>
                  <a:pt x="2420" y="11868"/>
                </a:lnTo>
                <a:lnTo>
                  <a:pt x="2420" y="12040"/>
                </a:lnTo>
                <a:lnTo>
                  <a:pt x="2480" y="12213"/>
                </a:lnTo>
                <a:lnTo>
                  <a:pt x="2480" y="12386"/>
                </a:lnTo>
                <a:lnTo>
                  <a:pt x="2542" y="12608"/>
                </a:lnTo>
                <a:lnTo>
                  <a:pt x="2542" y="12781"/>
                </a:lnTo>
                <a:lnTo>
                  <a:pt x="2605" y="12953"/>
                </a:lnTo>
                <a:lnTo>
                  <a:pt x="2668" y="13126"/>
                </a:lnTo>
                <a:lnTo>
                  <a:pt x="2668" y="13299"/>
                </a:lnTo>
                <a:lnTo>
                  <a:pt x="2730" y="13471"/>
                </a:lnTo>
                <a:lnTo>
                  <a:pt x="2730" y="1364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6756070" y="3374365"/>
            <a:ext cx="2728" cy="13693"/>
          </a:xfrm>
          <a:custGeom>
            <a:avLst/>
            <a:gdLst/>
            <a:ahLst/>
            <a:cxnLst/>
            <a:rect l="l" t="t" r="r" b="b"/>
            <a:pathLst>
              <a:path w="2728" h="13693">
                <a:moveTo>
                  <a:pt x="0" y="0"/>
                </a:moveTo>
                <a:lnTo>
                  <a:pt x="59" y="148"/>
                </a:lnTo>
                <a:lnTo>
                  <a:pt x="59" y="320"/>
                </a:lnTo>
                <a:lnTo>
                  <a:pt x="122" y="493"/>
                </a:lnTo>
                <a:lnTo>
                  <a:pt x="122" y="666"/>
                </a:lnTo>
                <a:lnTo>
                  <a:pt x="185" y="888"/>
                </a:lnTo>
                <a:lnTo>
                  <a:pt x="248" y="1060"/>
                </a:lnTo>
                <a:lnTo>
                  <a:pt x="248" y="1233"/>
                </a:lnTo>
                <a:lnTo>
                  <a:pt x="307" y="1406"/>
                </a:lnTo>
                <a:lnTo>
                  <a:pt x="307" y="1579"/>
                </a:lnTo>
                <a:lnTo>
                  <a:pt x="370" y="1751"/>
                </a:lnTo>
                <a:lnTo>
                  <a:pt x="370" y="1924"/>
                </a:lnTo>
                <a:lnTo>
                  <a:pt x="433" y="2072"/>
                </a:lnTo>
                <a:lnTo>
                  <a:pt x="433" y="2245"/>
                </a:lnTo>
                <a:lnTo>
                  <a:pt x="496" y="2418"/>
                </a:lnTo>
                <a:lnTo>
                  <a:pt x="496" y="2590"/>
                </a:lnTo>
                <a:lnTo>
                  <a:pt x="555" y="2812"/>
                </a:lnTo>
                <a:lnTo>
                  <a:pt x="618" y="2985"/>
                </a:lnTo>
                <a:lnTo>
                  <a:pt x="618" y="3158"/>
                </a:lnTo>
                <a:lnTo>
                  <a:pt x="681" y="3330"/>
                </a:lnTo>
                <a:lnTo>
                  <a:pt x="681" y="3503"/>
                </a:lnTo>
                <a:lnTo>
                  <a:pt x="744" y="3676"/>
                </a:lnTo>
                <a:lnTo>
                  <a:pt x="744" y="3824"/>
                </a:lnTo>
                <a:lnTo>
                  <a:pt x="803" y="3997"/>
                </a:lnTo>
                <a:lnTo>
                  <a:pt x="866" y="4169"/>
                </a:lnTo>
                <a:lnTo>
                  <a:pt x="866" y="4342"/>
                </a:lnTo>
                <a:lnTo>
                  <a:pt x="929" y="4515"/>
                </a:lnTo>
                <a:lnTo>
                  <a:pt x="929" y="4737"/>
                </a:lnTo>
                <a:lnTo>
                  <a:pt x="992" y="4910"/>
                </a:lnTo>
                <a:lnTo>
                  <a:pt x="992" y="5082"/>
                </a:lnTo>
                <a:lnTo>
                  <a:pt x="1054" y="5255"/>
                </a:lnTo>
                <a:lnTo>
                  <a:pt x="1054" y="5428"/>
                </a:lnTo>
                <a:lnTo>
                  <a:pt x="1114" y="5600"/>
                </a:lnTo>
                <a:lnTo>
                  <a:pt x="1177" y="5748"/>
                </a:lnTo>
                <a:lnTo>
                  <a:pt x="1177" y="5921"/>
                </a:lnTo>
                <a:lnTo>
                  <a:pt x="1240" y="6094"/>
                </a:lnTo>
                <a:lnTo>
                  <a:pt x="1240" y="6316"/>
                </a:lnTo>
                <a:lnTo>
                  <a:pt x="1302" y="6439"/>
                </a:lnTo>
                <a:lnTo>
                  <a:pt x="1302" y="6489"/>
                </a:lnTo>
                <a:lnTo>
                  <a:pt x="1302" y="6563"/>
                </a:lnTo>
                <a:lnTo>
                  <a:pt x="1302" y="6661"/>
                </a:lnTo>
                <a:lnTo>
                  <a:pt x="1362" y="6711"/>
                </a:lnTo>
                <a:lnTo>
                  <a:pt x="1362" y="6883"/>
                </a:lnTo>
                <a:lnTo>
                  <a:pt x="1425" y="7056"/>
                </a:lnTo>
                <a:lnTo>
                  <a:pt x="1425" y="7278"/>
                </a:lnTo>
                <a:lnTo>
                  <a:pt x="1488" y="7451"/>
                </a:lnTo>
                <a:lnTo>
                  <a:pt x="1550" y="7624"/>
                </a:lnTo>
                <a:lnTo>
                  <a:pt x="1550" y="7796"/>
                </a:lnTo>
                <a:lnTo>
                  <a:pt x="1610" y="7969"/>
                </a:lnTo>
                <a:lnTo>
                  <a:pt x="1610" y="8142"/>
                </a:lnTo>
                <a:lnTo>
                  <a:pt x="1673" y="8315"/>
                </a:lnTo>
                <a:lnTo>
                  <a:pt x="1673" y="8487"/>
                </a:lnTo>
                <a:lnTo>
                  <a:pt x="1736" y="8635"/>
                </a:lnTo>
                <a:lnTo>
                  <a:pt x="1736" y="8882"/>
                </a:lnTo>
                <a:lnTo>
                  <a:pt x="1798" y="9030"/>
                </a:lnTo>
                <a:lnTo>
                  <a:pt x="1858" y="9203"/>
                </a:lnTo>
                <a:lnTo>
                  <a:pt x="1858" y="9376"/>
                </a:lnTo>
                <a:lnTo>
                  <a:pt x="1921" y="9548"/>
                </a:lnTo>
                <a:lnTo>
                  <a:pt x="1921" y="9721"/>
                </a:lnTo>
                <a:lnTo>
                  <a:pt x="1984" y="9894"/>
                </a:lnTo>
                <a:lnTo>
                  <a:pt x="1984" y="10116"/>
                </a:lnTo>
                <a:lnTo>
                  <a:pt x="2046" y="10288"/>
                </a:lnTo>
                <a:lnTo>
                  <a:pt x="2109" y="10461"/>
                </a:lnTo>
                <a:lnTo>
                  <a:pt x="2109" y="10634"/>
                </a:lnTo>
                <a:lnTo>
                  <a:pt x="2169" y="10807"/>
                </a:lnTo>
                <a:lnTo>
                  <a:pt x="2169" y="10955"/>
                </a:lnTo>
                <a:lnTo>
                  <a:pt x="2232" y="11127"/>
                </a:lnTo>
                <a:lnTo>
                  <a:pt x="2232" y="11300"/>
                </a:lnTo>
                <a:lnTo>
                  <a:pt x="2294" y="11473"/>
                </a:lnTo>
                <a:lnTo>
                  <a:pt x="2357" y="11695"/>
                </a:lnTo>
                <a:lnTo>
                  <a:pt x="2357" y="11868"/>
                </a:lnTo>
                <a:lnTo>
                  <a:pt x="2417" y="12040"/>
                </a:lnTo>
                <a:lnTo>
                  <a:pt x="2417" y="12213"/>
                </a:lnTo>
                <a:lnTo>
                  <a:pt x="2480" y="12386"/>
                </a:lnTo>
                <a:lnTo>
                  <a:pt x="2480" y="12558"/>
                </a:lnTo>
                <a:lnTo>
                  <a:pt x="2542" y="12731"/>
                </a:lnTo>
                <a:lnTo>
                  <a:pt x="2542" y="12953"/>
                </a:lnTo>
                <a:lnTo>
                  <a:pt x="2605" y="13126"/>
                </a:lnTo>
                <a:lnTo>
                  <a:pt x="2665" y="13274"/>
                </a:lnTo>
                <a:lnTo>
                  <a:pt x="2665" y="13447"/>
                </a:lnTo>
                <a:lnTo>
                  <a:pt x="2728" y="1361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6758798" y="3388059"/>
            <a:ext cx="2730" cy="13792"/>
          </a:xfrm>
          <a:custGeom>
            <a:avLst/>
            <a:gdLst/>
            <a:ahLst/>
            <a:cxnLst/>
            <a:rect l="l" t="t" r="r" b="b"/>
            <a:pathLst>
              <a:path w="2730" h="13792">
                <a:moveTo>
                  <a:pt x="0" y="0"/>
                </a:moveTo>
                <a:lnTo>
                  <a:pt x="62" y="222"/>
                </a:lnTo>
                <a:lnTo>
                  <a:pt x="62" y="394"/>
                </a:lnTo>
                <a:lnTo>
                  <a:pt x="125" y="542"/>
                </a:lnTo>
                <a:lnTo>
                  <a:pt x="125" y="715"/>
                </a:lnTo>
                <a:lnTo>
                  <a:pt x="185" y="888"/>
                </a:lnTo>
                <a:lnTo>
                  <a:pt x="185" y="1110"/>
                </a:lnTo>
                <a:lnTo>
                  <a:pt x="248" y="1283"/>
                </a:lnTo>
                <a:lnTo>
                  <a:pt x="310" y="1455"/>
                </a:lnTo>
                <a:lnTo>
                  <a:pt x="310" y="1628"/>
                </a:lnTo>
                <a:lnTo>
                  <a:pt x="373" y="1801"/>
                </a:lnTo>
                <a:lnTo>
                  <a:pt x="373" y="1973"/>
                </a:lnTo>
                <a:lnTo>
                  <a:pt x="436" y="2146"/>
                </a:lnTo>
                <a:lnTo>
                  <a:pt x="436" y="2368"/>
                </a:lnTo>
                <a:lnTo>
                  <a:pt x="496" y="2541"/>
                </a:lnTo>
                <a:lnTo>
                  <a:pt x="496" y="2714"/>
                </a:lnTo>
                <a:lnTo>
                  <a:pt x="558" y="2862"/>
                </a:lnTo>
                <a:lnTo>
                  <a:pt x="621" y="3034"/>
                </a:lnTo>
                <a:lnTo>
                  <a:pt x="621" y="3207"/>
                </a:lnTo>
                <a:lnTo>
                  <a:pt x="684" y="3380"/>
                </a:lnTo>
                <a:lnTo>
                  <a:pt x="684" y="3602"/>
                </a:lnTo>
                <a:lnTo>
                  <a:pt x="744" y="3775"/>
                </a:lnTo>
                <a:lnTo>
                  <a:pt x="744" y="3947"/>
                </a:lnTo>
                <a:lnTo>
                  <a:pt x="806" y="4120"/>
                </a:lnTo>
                <a:lnTo>
                  <a:pt x="869" y="4293"/>
                </a:lnTo>
                <a:lnTo>
                  <a:pt x="869" y="4465"/>
                </a:lnTo>
                <a:lnTo>
                  <a:pt x="932" y="4638"/>
                </a:lnTo>
                <a:lnTo>
                  <a:pt x="932" y="4860"/>
                </a:lnTo>
                <a:lnTo>
                  <a:pt x="992" y="5033"/>
                </a:lnTo>
                <a:lnTo>
                  <a:pt x="992" y="5206"/>
                </a:lnTo>
                <a:lnTo>
                  <a:pt x="1054" y="5354"/>
                </a:lnTo>
                <a:lnTo>
                  <a:pt x="1054" y="5526"/>
                </a:lnTo>
                <a:lnTo>
                  <a:pt x="1117" y="5748"/>
                </a:lnTo>
                <a:lnTo>
                  <a:pt x="1180" y="5921"/>
                </a:lnTo>
                <a:lnTo>
                  <a:pt x="1180" y="6094"/>
                </a:lnTo>
                <a:lnTo>
                  <a:pt x="1240" y="6267"/>
                </a:lnTo>
                <a:lnTo>
                  <a:pt x="1240" y="6439"/>
                </a:lnTo>
                <a:lnTo>
                  <a:pt x="1302" y="6612"/>
                </a:lnTo>
                <a:lnTo>
                  <a:pt x="1302" y="6785"/>
                </a:lnTo>
                <a:lnTo>
                  <a:pt x="1365" y="7007"/>
                </a:lnTo>
                <a:lnTo>
                  <a:pt x="1428" y="7180"/>
                </a:lnTo>
                <a:lnTo>
                  <a:pt x="1428" y="7352"/>
                </a:lnTo>
                <a:lnTo>
                  <a:pt x="1490" y="7525"/>
                </a:lnTo>
                <a:lnTo>
                  <a:pt x="1490" y="7673"/>
                </a:lnTo>
                <a:lnTo>
                  <a:pt x="1550" y="7920"/>
                </a:lnTo>
                <a:lnTo>
                  <a:pt x="1613" y="8068"/>
                </a:lnTo>
                <a:lnTo>
                  <a:pt x="1613" y="8241"/>
                </a:lnTo>
                <a:lnTo>
                  <a:pt x="1676" y="8413"/>
                </a:lnTo>
                <a:lnTo>
                  <a:pt x="1676" y="8586"/>
                </a:lnTo>
                <a:lnTo>
                  <a:pt x="1738" y="8759"/>
                </a:lnTo>
                <a:lnTo>
                  <a:pt x="1738" y="8931"/>
                </a:lnTo>
                <a:lnTo>
                  <a:pt x="1798" y="9153"/>
                </a:lnTo>
                <a:lnTo>
                  <a:pt x="1861" y="9326"/>
                </a:lnTo>
                <a:lnTo>
                  <a:pt x="1861" y="9499"/>
                </a:lnTo>
                <a:lnTo>
                  <a:pt x="1924" y="9672"/>
                </a:lnTo>
                <a:lnTo>
                  <a:pt x="1924" y="9844"/>
                </a:lnTo>
                <a:lnTo>
                  <a:pt x="1986" y="10066"/>
                </a:lnTo>
                <a:lnTo>
                  <a:pt x="1986" y="10239"/>
                </a:lnTo>
                <a:lnTo>
                  <a:pt x="2046" y="10412"/>
                </a:lnTo>
                <a:lnTo>
                  <a:pt x="2109" y="10560"/>
                </a:lnTo>
                <a:lnTo>
                  <a:pt x="2109" y="10733"/>
                </a:lnTo>
                <a:lnTo>
                  <a:pt x="2172" y="10955"/>
                </a:lnTo>
                <a:lnTo>
                  <a:pt x="2172" y="11127"/>
                </a:lnTo>
                <a:lnTo>
                  <a:pt x="2234" y="11300"/>
                </a:lnTo>
                <a:lnTo>
                  <a:pt x="2234" y="11473"/>
                </a:lnTo>
                <a:lnTo>
                  <a:pt x="2294" y="11646"/>
                </a:lnTo>
                <a:lnTo>
                  <a:pt x="2357" y="11818"/>
                </a:lnTo>
                <a:lnTo>
                  <a:pt x="2357" y="11991"/>
                </a:lnTo>
                <a:lnTo>
                  <a:pt x="2420" y="12213"/>
                </a:lnTo>
                <a:lnTo>
                  <a:pt x="2420" y="12386"/>
                </a:lnTo>
                <a:lnTo>
                  <a:pt x="2482" y="12558"/>
                </a:lnTo>
                <a:lnTo>
                  <a:pt x="2482" y="12731"/>
                </a:lnTo>
                <a:lnTo>
                  <a:pt x="2545" y="12879"/>
                </a:lnTo>
                <a:lnTo>
                  <a:pt x="2545" y="13126"/>
                </a:lnTo>
                <a:lnTo>
                  <a:pt x="2605" y="13274"/>
                </a:lnTo>
                <a:lnTo>
                  <a:pt x="2668" y="13447"/>
                </a:lnTo>
                <a:lnTo>
                  <a:pt x="2668" y="13619"/>
                </a:lnTo>
                <a:lnTo>
                  <a:pt x="2730" y="1379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6761529" y="3401852"/>
            <a:ext cx="2668" cy="13866"/>
          </a:xfrm>
          <a:custGeom>
            <a:avLst/>
            <a:gdLst/>
            <a:ahLst/>
            <a:cxnLst/>
            <a:rect l="l" t="t" r="r" b="b"/>
            <a:pathLst>
              <a:path w="2668" h="13866">
                <a:moveTo>
                  <a:pt x="0" y="0"/>
                </a:moveTo>
                <a:lnTo>
                  <a:pt x="0" y="222"/>
                </a:lnTo>
                <a:lnTo>
                  <a:pt x="62" y="394"/>
                </a:lnTo>
                <a:lnTo>
                  <a:pt x="62" y="567"/>
                </a:lnTo>
                <a:lnTo>
                  <a:pt x="122" y="740"/>
                </a:lnTo>
                <a:lnTo>
                  <a:pt x="185" y="912"/>
                </a:lnTo>
                <a:lnTo>
                  <a:pt x="185" y="1134"/>
                </a:lnTo>
                <a:lnTo>
                  <a:pt x="248" y="1307"/>
                </a:lnTo>
                <a:lnTo>
                  <a:pt x="248" y="1480"/>
                </a:lnTo>
                <a:lnTo>
                  <a:pt x="310" y="1653"/>
                </a:lnTo>
                <a:lnTo>
                  <a:pt x="310" y="1801"/>
                </a:lnTo>
                <a:lnTo>
                  <a:pt x="370" y="2047"/>
                </a:lnTo>
                <a:lnTo>
                  <a:pt x="433" y="2220"/>
                </a:lnTo>
                <a:lnTo>
                  <a:pt x="433" y="2368"/>
                </a:lnTo>
                <a:lnTo>
                  <a:pt x="496" y="2541"/>
                </a:lnTo>
                <a:lnTo>
                  <a:pt x="496" y="2714"/>
                </a:lnTo>
                <a:lnTo>
                  <a:pt x="558" y="2936"/>
                </a:lnTo>
                <a:lnTo>
                  <a:pt x="618" y="3108"/>
                </a:lnTo>
                <a:lnTo>
                  <a:pt x="618" y="3281"/>
                </a:lnTo>
                <a:lnTo>
                  <a:pt x="681" y="3454"/>
                </a:lnTo>
                <a:lnTo>
                  <a:pt x="681" y="3627"/>
                </a:lnTo>
                <a:lnTo>
                  <a:pt x="744" y="3849"/>
                </a:lnTo>
                <a:lnTo>
                  <a:pt x="744" y="4021"/>
                </a:lnTo>
                <a:lnTo>
                  <a:pt x="806" y="4194"/>
                </a:lnTo>
                <a:lnTo>
                  <a:pt x="869" y="4367"/>
                </a:lnTo>
                <a:lnTo>
                  <a:pt x="869" y="4539"/>
                </a:lnTo>
                <a:lnTo>
                  <a:pt x="929" y="4762"/>
                </a:lnTo>
                <a:lnTo>
                  <a:pt x="929" y="4934"/>
                </a:lnTo>
                <a:lnTo>
                  <a:pt x="992" y="5107"/>
                </a:lnTo>
                <a:lnTo>
                  <a:pt x="992" y="5255"/>
                </a:lnTo>
                <a:lnTo>
                  <a:pt x="1054" y="5428"/>
                </a:lnTo>
                <a:lnTo>
                  <a:pt x="1117" y="5650"/>
                </a:lnTo>
                <a:lnTo>
                  <a:pt x="1117" y="5823"/>
                </a:lnTo>
                <a:lnTo>
                  <a:pt x="1177" y="5995"/>
                </a:lnTo>
                <a:lnTo>
                  <a:pt x="1177" y="6168"/>
                </a:lnTo>
                <a:lnTo>
                  <a:pt x="1240" y="6341"/>
                </a:lnTo>
                <a:lnTo>
                  <a:pt x="1240" y="6563"/>
                </a:lnTo>
                <a:lnTo>
                  <a:pt x="1302" y="6735"/>
                </a:lnTo>
                <a:lnTo>
                  <a:pt x="1302" y="6908"/>
                </a:lnTo>
                <a:lnTo>
                  <a:pt x="1365" y="7081"/>
                </a:lnTo>
                <a:lnTo>
                  <a:pt x="1425" y="7254"/>
                </a:lnTo>
                <a:lnTo>
                  <a:pt x="1425" y="7476"/>
                </a:lnTo>
                <a:lnTo>
                  <a:pt x="1488" y="7648"/>
                </a:lnTo>
                <a:lnTo>
                  <a:pt x="1488" y="7821"/>
                </a:lnTo>
                <a:lnTo>
                  <a:pt x="1550" y="8043"/>
                </a:lnTo>
                <a:lnTo>
                  <a:pt x="1613" y="8216"/>
                </a:lnTo>
                <a:lnTo>
                  <a:pt x="1613" y="8389"/>
                </a:lnTo>
                <a:lnTo>
                  <a:pt x="1673" y="8537"/>
                </a:lnTo>
                <a:lnTo>
                  <a:pt x="1673" y="8709"/>
                </a:lnTo>
                <a:lnTo>
                  <a:pt x="1736" y="8931"/>
                </a:lnTo>
                <a:lnTo>
                  <a:pt x="1798" y="9104"/>
                </a:lnTo>
                <a:lnTo>
                  <a:pt x="1798" y="9277"/>
                </a:lnTo>
                <a:lnTo>
                  <a:pt x="1861" y="9450"/>
                </a:lnTo>
                <a:lnTo>
                  <a:pt x="1861" y="9622"/>
                </a:lnTo>
                <a:lnTo>
                  <a:pt x="1924" y="9844"/>
                </a:lnTo>
                <a:lnTo>
                  <a:pt x="1924" y="10017"/>
                </a:lnTo>
                <a:lnTo>
                  <a:pt x="1984" y="10190"/>
                </a:lnTo>
                <a:lnTo>
                  <a:pt x="1984" y="10363"/>
                </a:lnTo>
                <a:lnTo>
                  <a:pt x="2046" y="10535"/>
                </a:lnTo>
                <a:lnTo>
                  <a:pt x="2109" y="10757"/>
                </a:lnTo>
                <a:lnTo>
                  <a:pt x="2109" y="10930"/>
                </a:lnTo>
                <a:lnTo>
                  <a:pt x="2172" y="11103"/>
                </a:lnTo>
                <a:lnTo>
                  <a:pt x="2172" y="11325"/>
                </a:lnTo>
                <a:lnTo>
                  <a:pt x="2232" y="11497"/>
                </a:lnTo>
                <a:lnTo>
                  <a:pt x="2232" y="11670"/>
                </a:lnTo>
                <a:lnTo>
                  <a:pt x="2294" y="11818"/>
                </a:lnTo>
                <a:lnTo>
                  <a:pt x="2357" y="11991"/>
                </a:lnTo>
                <a:lnTo>
                  <a:pt x="2357" y="12213"/>
                </a:lnTo>
                <a:lnTo>
                  <a:pt x="2420" y="12386"/>
                </a:lnTo>
                <a:lnTo>
                  <a:pt x="2420" y="12558"/>
                </a:lnTo>
                <a:lnTo>
                  <a:pt x="2480" y="12731"/>
                </a:lnTo>
                <a:lnTo>
                  <a:pt x="2480" y="12904"/>
                </a:lnTo>
                <a:lnTo>
                  <a:pt x="2542" y="13126"/>
                </a:lnTo>
                <a:lnTo>
                  <a:pt x="2605" y="13299"/>
                </a:lnTo>
                <a:lnTo>
                  <a:pt x="2605" y="13471"/>
                </a:lnTo>
                <a:lnTo>
                  <a:pt x="2668" y="13693"/>
                </a:lnTo>
                <a:lnTo>
                  <a:pt x="2668" y="1386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6764197" y="3415719"/>
            <a:ext cx="2728" cy="13965"/>
          </a:xfrm>
          <a:custGeom>
            <a:avLst/>
            <a:gdLst/>
            <a:ahLst/>
            <a:cxnLst/>
            <a:rect l="l" t="t" r="r" b="b"/>
            <a:pathLst>
              <a:path w="2728" h="13965">
                <a:moveTo>
                  <a:pt x="0" y="0"/>
                </a:moveTo>
                <a:lnTo>
                  <a:pt x="59" y="172"/>
                </a:lnTo>
                <a:lnTo>
                  <a:pt x="122" y="345"/>
                </a:lnTo>
                <a:lnTo>
                  <a:pt x="122" y="518"/>
                </a:lnTo>
                <a:lnTo>
                  <a:pt x="185" y="740"/>
                </a:lnTo>
                <a:lnTo>
                  <a:pt x="185" y="912"/>
                </a:lnTo>
                <a:lnTo>
                  <a:pt x="248" y="1085"/>
                </a:lnTo>
                <a:lnTo>
                  <a:pt x="248" y="1307"/>
                </a:lnTo>
                <a:lnTo>
                  <a:pt x="310" y="1480"/>
                </a:lnTo>
                <a:lnTo>
                  <a:pt x="370" y="1628"/>
                </a:lnTo>
                <a:lnTo>
                  <a:pt x="370" y="1801"/>
                </a:lnTo>
                <a:lnTo>
                  <a:pt x="433" y="1973"/>
                </a:lnTo>
                <a:lnTo>
                  <a:pt x="433" y="2195"/>
                </a:lnTo>
                <a:lnTo>
                  <a:pt x="496" y="2368"/>
                </a:lnTo>
                <a:lnTo>
                  <a:pt x="496" y="2541"/>
                </a:lnTo>
                <a:lnTo>
                  <a:pt x="558" y="2763"/>
                </a:lnTo>
                <a:lnTo>
                  <a:pt x="618" y="2936"/>
                </a:lnTo>
                <a:lnTo>
                  <a:pt x="618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44" y="3676"/>
                </a:lnTo>
                <a:lnTo>
                  <a:pt x="806" y="3849"/>
                </a:lnTo>
                <a:lnTo>
                  <a:pt x="806" y="4021"/>
                </a:lnTo>
                <a:lnTo>
                  <a:pt x="866" y="4243"/>
                </a:lnTo>
                <a:lnTo>
                  <a:pt x="866" y="4416"/>
                </a:lnTo>
                <a:lnTo>
                  <a:pt x="929" y="4589"/>
                </a:lnTo>
                <a:lnTo>
                  <a:pt x="929" y="4762"/>
                </a:lnTo>
                <a:lnTo>
                  <a:pt x="992" y="4910"/>
                </a:lnTo>
                <a:lnTo>
                  <a:pt x="1054" y="5156"/>
                </a:lnTo>
                <a:lnTo>
                  <a:pt x="1054" y="5329"/>
                </a:lnTo>
                <a:lnTo>
                  <a:pt x="1114" y="5477"/>
                </a:lnTo>
                <a:lnTo>
                  <a:pt x="1114" y="5724"/>
                </a:lnTo>
                <a:lnTo>
                  <a:pt x="1177" y="5872"/>
                </a:lnTo>
                <a:lnTo>
                  <a:pt x="1177" y="6045"/>
                </a:lnTo>
                <a:lnTo>
                  <a:pt x="1240" y="6217"/>
                </a:lnTo>
                <a:lnTo>
                  <a:pt x="1240" y="6390"/>
                </a:lnTo>
                <a:lnTo>
                  <a:pt x="1302" y="6612"/>
                </a:lnTo>
                <a:lnTo>
                  <a:pt x="1365" y="6785"/>
                </a:lnTo>
                <a:lnTo>
                  <a:pt x="1365" y="6958"/>
                </a:lnTo>
                <a:lnTo>
                  <a:pt x="1425" y="7180"/>
                </a:lnTo>
                <a:lnTo>
                  <a:pt x="1488" y="7352"/>
                </a:lnTo>
                <a:lnTo>
                  <a:pt x="1488" y="7525"/>
                </a:lnTo>
                <a:lnTo>
                  <a:pt x="1550" y="7698"/>
                </a:lnTo>
                <a:lnTo>
                  <a:pt x="1550" y="7870"/>
                </a:lnTo>
                <a:lnTo>
                  <a:pt x="1613" y="8093"/>
                </a:lnTo>
                <a:lnTo>
                  <a:pt x="1613" y="8265"/>
                </a:lnTo>
                <a:lnTo>
                  <a:pt x="1673" y="8438"/>
                </a:lnTo>
                <a:lnTo>
                  <a:pt x="1736" y="8660"/>
                </a:lnTo>
                <a:lnTo>
                  <a:pt x="1736" y="8833"/>
                </a:lnTo>
                <a:lnTo>
                  <a:pt x="1798" y="9005"/>
                </a:lnTo>
                <a:lnTo>
                  <a:pt x="1798" y="9153"/>
                </a:lnTo>
                <a:lnTo>
                  <a:pt x="1861" y="9326"/>
                </a:lnTo>
                <a:lnTo>
                  <a:pt x="1861" y="9573"/>
                </a:lnTo>
                <a:lnTo>
                  <a:pt x="1921" y="9721"/>
                </a:lnTo>
                <a:lnTo>
                  <a:pt x="1921" y="9894"/>
                </a:lnTo>
                <a:lnTo>
                  <a:pt x="1984" y="10116"/>
                </a:lnTo>
                <a:lnTo>
                  <a:pt x="2046" y="10288"/>
                </a:lnTo>
                <a:lnTo>
                  <a:pt x="2046" y="10461"/>
                </a:lnTo>
                <a:lnTo>
                  <a:pt x="2109" y="10683"/>
                </a:lnTo>
                <a:lnTo>
                  <a:pt x="2169" y="10856"/>
                </a:lnTo>
                <a:lnTo>
                  <a:pt x="2169" y="11029"/>
                </a:lnTo>
                <a:lnTo>
                  <a:pt x="2232" y="11201"/>
                </a:lnTo>
                <a:lnTo>
                  <a:pt x="2232" y="11374"/>
                </a:lnTo>
                <a:lnTo>
                  <a:pt x="2294" y="11596"/>
                </a:lnTo>
                <a:lnTo>
                  <a:pt x="2294" y="11769"/>
                </a:lnTo>
                <a:lnTo>
                  <a:pt x="2357" y="11942"/>
                </a:lnTo>
                <a:lnTo>
                  <a:pt x="2420" y="12164"/>
                </a:lnTo>
                <a:lnTo>
                  <a:pt x="2420" y="12336"/>
                </a:lnTo>
                <a:lnTo>
                  <a:pt x="2480" y="12509"/>
                </a:lnTo>
                <a:lnTo>
                  <a:pt x="2480" y="12731"/>
                </a:lnTo>
                <a:lnTo>
                  <a:pt x="2542" y="12904"/>
                </a:lnTo>
                <a:lnTo>
                  <a:pt x="2542" y="13077"/>
                </a:lnTo>
                <a:lnTo>
                  <a:pt x="2605" y="13249"/>
                </a:lnTo>
                <a:lnTo>
                  <a:pt x="2605" y="13397"/>
                </a:lnTo>
                <a:lnTo>
                  <a:pt x="2668" y="13644"/>
                </a:lnTo>
                <a:lnTo>
                  <a:pt x="2728" y="13817"/>
                </a:lnTo>
                <a:lnTo>
                  <a:pt x="2728" y="1396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6766925" y="3429684"/>
            <a:ext cx="2730" cy="14039"/>
          </a:xfrm>
          <a:custGeom>
            <a:avLst/>
            <a:gdLst/>
            <a:ahLst/>
            <a:cxnLst/>
            <a:rect l="l" t="t" r="r" b="b"/>
            <a:pathLst>
              <a:path w="2730" h="14039">
                <a:moveTo>
                  <a:pt x="0" y="0"/>
                </a:moveTo>
                <a:lnTo>
                  <a:pt x="62" y="246"/>
                </a:lnTo>
                <a:lnTo>
                  <a:pt x="125" y="394"/>
                </a:lnTo>
                <a:lnTo>
                  <a:pt x="125" y="567"/>
                </a:lnTo>
                <a:lnTo>
                  <a:pt x="188" y="814"/>
                </a:lnTo>
                <a:lnTo>
                  <a:pt x="188" y="962"/>
                </a:lnTo>
                <a:lnTo>
                  <a:pt x="248" y="1134"/>
                </a:lnTo>
                <a:lnTo>
                  <a:pt x="248" y="1307"/>
                </a:lnTo>
                <a:lnTo>
                  <a:pt x="310" y="1480"/>
                </a:lnTo>
                <a:lnTo>
                  <a:pt x="373" y="1702"/>
                </a:lnTo>
                <a:lnTo>
                  <a:pt x="373" y="1875"/>
                </a:lnTo>
                <a:lnTo>
                  <a:pt x="436" y="2047"/>
                </a:lnTo>
                <a:lnTo>
                  <a:pt x="436" y="2269"/>
                </a:lnTo>
                <a:lnTo>
                  <a:pt x="496" y="2442"/>
                </a:lnTo>
                <a:lnTo>
                  <a:pt x="496" y="2615"/>
                </a:lnTo>
                <a:lnTo>
                  <a:pt x="558" y="2837"/>
                </a:lnTo>
                <a:lnTo>
                  <a:pt x="621" y="3010"/>
                </a:lnTo>
                <a:lnTo>
                  <a:pt x="621" y="3182"/>
                </a:lnTo>
                <a:lnTo>
                  <a:pt x="684" y="3404"/>
                </a:lnTo>
                <a:lnTo>
                  <a:pt x="684" y="3577"/>
                </a:lnTo>
                <a:lnTo>
                  <a:pt x="746" y="3750"/>
                </a:lnTo>
                <a:lnTo>
                  <a:pt x="806" y="3923"/>
                </a:lnTo>
                <a:lnTo>
                  <a:pt x="806" y="4095"/>
                </a:lnTo>
                <a:lnTo>
                  <a:pt x="869" y="4317"/>
                </a:lnTo>
                <a:lnTo>
                  <a:pt x="869" y="4490"/>
                </a:lnTo>
                <a:lnTo>
                  <a:pt x="932" y="4638"/>
                </a:lnTo>
                <a:lnTo>
                  <a:pt x="932" y="4885"/>
                </a:lnTo>
                <a:lnTo>
                  <a:pt x="994" y="5058"/>
                </a:lnTo>
                <a:lnTo>
                  <a:pt x="1054" y="5206"/>
                </a:lnTo>
                <a:lnTo>
                  <a:pt x="1054" y="5452"/>
                </a:lnTo>
                <a:lnTo>
                  <a:pt x="1117" y="5600"/>
                </a:lnTo>
                <a:lnTo>
                  <a:pt x="1117" y="5773"/>
                </a:lnTo>
                <a:lnTo>
                  <a:pt x="1180" y="6020"/>
                </a:lnTo>
                <a:lnTo>
                  <a:pt x="1242" y="6168"/>
                </a:lnTo>
                <a:lnTo>
                  <a:pt x="1242" y="6341"/>
                </a:lnTo>
                <a:lnTo>
                  <a:pt x="1302" y="6563"/>
                </a:lnTo>
                <a:lnTo>
                  <a:pt x="1302" y="6735"/>
                </a:lnTo>
                <a:lnTo>
                  <a:pt x="1365" y="6908"/>
                </a:lnTo>
                <a:lnTo>
                  <a:pt x="1365" y="7081"/>
                </a:lnTo>
                <a:lnTo>
                  <a:pt x="1428" y="7254"/>
                </a:lnTo>
                <a:lnTo>
                  <a:pt x="1490" y="7476"/>
                </a:lnTo>
                <a:lnTo>
                  <a:pt x="1490" y="7648"/>
                </a:lnTo>
                <a:lnTo>
                  <a:pt x="1550" y="7821"/>
                </a:lnTo>
                <a:lnTo>
                  <a:pt x="1550" y="8043"/>
                </a:lnTo>
                <a:lnTo>
                  <a:pt x="1613" y="8216"/>
                </a:lnTo>
                <a:lnTo>
                  <a:pt x="1613" y="8389"/>
                </a:lnTo>
                <a:lnTo>
                  <a:pt x="1676" y="8611"/>
                </a:lnTo>
                <a:lnTo>
                  <a:pt x="1738" y="8783"/>
                </a:lnTo>
                <a:lnTo>
                  <a:pt x="1738" y="8956"/>
                </a:lnTo>
                <a:lnTo>
                  <a:pt x="1801" y="9178"/>
                </a:lnTo>
                <a:lnTo>
                  <a:pt x="1861" y="9351"/>
                </a:lnTo>
                <a:lnTo>
                  <a:pt x="1861" y="9524"/>
                </a:lnTo>
                <a:lnTo>
                  <a:pt x="1924" y="9746"/>
                </a:lnTo>
                <a:lnTo>
                  <a:pt x="1924" y="9918"/>
                </a:lnTo>
                <a:lnTo>
                  <a:pt x="1986" y="10091"/>
                </a:lnTo>
                <a:lnTo>
                  <a:pt x="1986" y="10264"/>
                </a:lnTo>
                <a:lnTo>
                  <a:pt x="2049" y="10412"/>
                </a:lnTo>
                <a:lnTo>
                  <a:pt x="2049" y="10659"/>
                </a:lnTo>
                <a:lnTo>
                  <a:pt x="2109" y="10807"/>
                </a:lnTo>
                <a:lnTo>
                  <a:pt x="2172" y="10979"/>
                </a:lnTo>
                <a:lnTo>
                  <a:pt x="2172" y="11226"/>
                </a:lnTo>
                <a:lnTo>
                  <a:pt x="2234" y="11374"/>
                </a:lnTo>
                <a:lnTo>
                  <a:pt x="2234" y="11547"/>
                </a:lnTo>
                <a:lnTo>
                  <a:pt x="2297" y="11769"/>
                </a:lnTo>
                <a:lnTo>
                  <a:pt x="2357" y="11942"/>
                </a:lnTo>
                <a:lnTo>
                  <a:pt x="2357" y="12114"/>
                </a:lnTo>
                <a:lnTo>
                  <a:pt x="2420" y="12336"/>
                </a:lnTo>
                <a:lnTo>
                  <a:pt x="2420" y="12509"/>
                </a:lnTo>
                <a:lnTo>
                  <a:pt x="2482" y="12682"/>
                </a:lnTo>
                <a:lnTo>
                  <a:pt x="2545" y="12904"/>
                </a:lnTo>
                <a:lnTo>
                  <a:pt x="2545" y="13077"/>
                </a:lnTo>
                <a:lnTo>
                  <a:pt x="2605" y="13249"/>
                </a:lnTo>
                <a:lnTo>
                  <a:pt x="2605" y="13471"/>
                </a:lnTo>
                <a:lnTo>
                  <a:pt x="2668" y="13644"/>
                </a:lnTo>
                <a:lnTo>
                  <a:pt x="2668" y="13817"/>
                </a:lnTo>
                <a:lnTo>
                  <a:pt x="2730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6769656" y="3443723"/>
            <a:ext cx="2730" cy="14039"/>
          </a:xfrm>
          <a:custGeom>
            <a:avLst/>
            <a:gdLst/>
            <a:ahLst/>
            <a:cxnLst/>
            <a:rect l="l" t="t" r="r" b="b"/>
            <a:pathLst>
              <a:path w="2730" h="14039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5" y="567"/>
                </a:lnTo>
                <a:lnTo>
                  <a:pt x="125" y="740"/>
                </a:lnTo>
                <a:lnTo>
                  <a:pt x="185" y="912"/>
                </a:lnTo>
                <a:lnTo>
                  <a:pt x="248" y="1085"/>
                </a:lnTo>
                <a:lnTo>
                  <a:pt x="248" y="1258"/>
                </a:lnTo>
                <a:lnTo>
                  <a:pt x="310" y="1480"/>
                </a:lnTo>
                <a:lnTo>
                  <a:pt x="310" y="1653"/>
                </a:lnTo>
                <a:lnTo>
                  <a:pt x="373" y="1825"/>
                </a:lnTo>
                <a:lnTo>
                  <a:pt x="373" y="2047"/>
                </a:lnTo>
                <a:lnTo>
                  <a:pt x="433" y="2220"/>
                </a:lnTo>
                <a:lnTo>
                  <a:pt x="496" y="2368"/>
                </a:lnTo>
                <a:lnTo>
                  <a:pt x="496" y="2615"/>
                </a:lnTo>
                <a:lnTo>
                  <a:pt x="558" y="2788"/>
                </a:lnTo>
                <a:lnTo>
                  <a:pt x="558" y="2936"/>
                </a:lnTo>
                <a:lnTo>
                  <a:pt x="621" y="3182"/>
                </a:lnTo>
                <a:lnTo>
                  <a:pt x="681" y="3330"/>
                </a:lnTo>
                <a:lnTo>
                  <a:pt x="681" y="3503"/>
                </a:lnTo>
                <a:lnTo>
                  <a:pt x="744" y="3750"/>
                </a:lnTo>
                <a:lnTo>
                  <a:pt x="744" y="3898"/>
                </a:lnTo>
                <a:lnTo>
                  <a:pt x="806" y="4071"/>
                </a:lnTo>
                <a:lnTo>
                  <a:pt x="806" y="4293"/>
                </a:lnTo>
                <a:lnTo>
                  <a:pt x="869" y="4465"/>
                </a:lnTo>
                <a:lnTo>
                  <a:pt x="929" y="4638"/>
                </a:lnTo>
                <a:lnTo>
                  <a:pt x="929" y="4860"/>
                </a:lnTo>
                <a:lnTo>
                  <a:pt x="992" y="5033"/>
                </a:lnTo>
                <a:lnTo>
                  <a:pt x="992" y="5206"/>
                </a:lnTo>
                <a:lnTo>
                  <a:pt x="1054" y="5428"/>
                </a:lnTo>
                <a:lnTo>
                  <a:pt x="1117" y="5600"/>
                </a:lnTo>
                <a:lnTo>
                  <a:pt x="1117" y="5773"/>
                </a:lnTo>
                <a:lnTo>
                  <a:pt x="1180" y="5995"/>
                </a:lnTo>
                <a:lnTo>
                  <a:pt x="1180" y="6168"/>
                </a:lnTo>
                <a:lnTo>
                  <a:pt x="1240" y="6341"/>
                </a:lnTo>
                <a:lnTo>
                  <a:pt x="1240" y="6563"/>
                </a:lnTo>
                <a:lnTo>
                  <a:pt x="1302" y="6735"/>
                </a:lnTo>
                <a:lnTo>
                  <a:pt x="1365" y="6908"/>
                </a:lnTo>
                <a:lnTo>
                  <a:pt x="1365" y="7130"/>
                </a:lnTo>
                <a:lnTo>
                  <a:pt x="1428" y="7303"/>
                </a:lnTo>
                <a:lnTo>
                  <a:pt x="1428" y="7476"/>
                </a:lnTo>
                <a:lnTo>
                  <a:pt x="1488" y="7698"/>
                </a:lnTo>
                <a:lnTo>
                  <a:pt x="1550" y="7870"/>
                </a:lnTo>
                <a:lnTo>
                  <a:pt x="1550" y="8043"/>
                </a:lnTo>
                <a:lnTo>
                  <a:pt x="1613" y="8265"/>
                </a:lnTo>
                <a:lnTo>
                  <a:pt x="1613" y="8438"/>
                </a:lnTo>
                <a:lnTo>
                  <a:pt x="1676" y="8611"/>
                </a:lnTo>
                <a:lnTo>
                  <a:pt x="1736" y="8833"/>
                </a:lnTo>
                <a:lnTo>
                  <a:pt x="1736" y="9005"/>
                </a:lnTo>
                <a:lnTo>
                  <a:pt x="1798" y="9178"/>
                </a:lnTo>
                <a:lnTo>
                  <a:pt x="1798" y="9400"/>
                </a:lnTo>
                <a:lnTo>
                  <a:pt x="1861" y="9573"/>
                </a:lnTo>
                <a:lnTo>
                  <a:pt x="1861" y="9746"/>
                </a:lnTo>
                <a:lnTo>
                  <a:pt x="1924" y="9968"/>
                </a:lnTo>
                <a:lnTo>
                  <a:pt x="1984" y="10140"/>
                </a:lnTo>
                <a:lnTo>
                  <a:pt x="1984" y="10313"/>
                </a:lnTo>
                <a:lnTo>
                  <a:pt x="2046" y="10461"/>
                </a:lnTo>
                <a:lnTo>
                  <a:pt x="2046" y="10634"/>
                </a:lnTo>
                <a:lnTo>
                  <a:pt x="2109" y="10856"/>
                </a:lnTo>
                <a:lnTo>
                  <a:pt x="2172" y="11029"/>
                </a:lnTo>
                <a:lnTo>
                  <a:pt x="2172" y="11201"/>
                </a:lnTo>
                <a:lnTo>
                  <a:pt x="2234" y="11423"/>
                </a:lnTo>
                <a:lnTo>
                  <a:pt x="2234" y="11596"/>
                </a:lnTo>
                <a:lnTo>
                  <a:pt x="2294" y="11769"/>
                </a:lnTo>
                <a:lnTo>
                  <a:pt x="2294" y="11991"/>
                </a:lnTo>
                <a:lnTo>
                  <a:pt x="2357" y="12164"/>
                </a:lnTo>
                <a:lnTo>
                  <a:pt x="2420" y="12336"/>
                </a:lnTo>
                <a:lnTo>
                  <a:pt x="2420" y="12558"/>
                </a:lnTo>
                <a:lnTo>
                  <a:pt x="2482" y="12731"/>
                </a:lnTo>
                <a:lnTo>
                  <a:pt x="2482" y="12904"/>
                </a:lnTo>
                <a:lnTo>
                  <a:pt x="2542" y="13126"/>
                </a:lnTo>
                <a:lnTo>
                  <a:pt x="2605" y="13299"/>
                </a:lnTo>
                <a:lnTo>
                  <a:pt x="2605" y="13471"/>
                </a:lnTo>
                <a:lnTo>
                  <a:pt x="2668" y="13693"/>
                </a:lnTo>
                <a:lnTo>
                  <a:pt x="2668" y="13866"/>
                </a:lnTo>
                <a:lnTo>
                  <a:pt x="2730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6772387" y="3457763"/>
            <a:ext cx="2728" cy="14088"/>
          </a:xfrm>
          <a:custGeom>
            <a:avLst/>
            <a:gdLst/>
            <a:ahLst/>
            <a:cxnLst/>
            <a:rect l="l" t="t" r="r" b="b"/>
            <a:pathLst>
              <a:path w="2728" h="14088">
                <a:moveTo>
                  <a:pt x="0" y="0"/>
                </a:moveTo>
                <a:lnTo>
                  <a:pt x="0" y="222"/>
                </a:lnTo>
                <a:lnTo>
                  <a:pt x="59" y="394"/>
                </a:lnTo>
                <a:lnTo>
                  <a:pt x="122" y="567"/>
                </a:lnTo>
                <a:lnTo>
                  <a:pt x="122" y="789"/>
                </a:lnTo>
                <a:lnTo>
                  <a:pt x="185" y="962"/>
                </a:lnTo>
                <a:lnTo>
                  <a:pt x="185" y="1134"/>
                </a:lnTo>
                <a:lnTo>
                  <a:pt x="248" y="1357"/>
                </a:lnTo>
                <a:lnTo>
                  <a:pt x="307" y="1529"/>
                </a:lnTo>
                <a:lnTo>
                  <a:pt x="307" y="1702"/>
                </a:lnTo>
                <a:lnTo>
                  <a:pt x="370" y="1924"/>
                </a:lnTo>
                <a:lnTo>
                  <a:pt x="370" y="2097"/>
                </a:lnTo>
                <a:lnTo>
                  <a:pt x="433" y="2269"/>
                </a:lnTo>
                <a:lnTo>
                  <a:pt x="496" y="2492"/>
                </a:lnTo>
                <a:lnTo>
                  <a:pt x="496" y="2714"/>
                </a:lnTo>
                <a:lnTo>
                  <a:pt x="558" y="2886"/>
                </a:lnTo>
                <a:lnTo>
                  <a:pt x="558" y="3059"/>
                </a:lnTo>
                <a:lnTo>
                  <a:pt x="618" y="3281"/>
                </a:lnTo>
                <a:lnTo>
                  <a:pt x="681" y="3454"/>
                </a:lnTo>
                <a:lnTo>
                  <a:pt x="681" y="3627"/>
                </a:lnTo>
                <a:lnTo>
                  <a:pt x="744" y="3849"/>
                </a:lnTo>
                <a:lnTo>
                  <a:pt x="744" y="4021"/>
                </a:lnTo>
                <a:lnTo>
                  <a:pt x="806" y="4194"/>
                </a:lnTo>
                <a:lnTo>
                  <a:pt x="806" y="4416"/>
                </a:lnTo>
                <a:lnTo>
                  <a:pt x="866" y="4589"/>
                </a:lnTo>
                <a:lnTo>
                  <a:pt x="929" y="4762"/>
                </a:lnTo>
                <a:lnTo>
                  <a:pt x="929" y="4984"/>
                </a:lnTo>
                <a:lnTo>
                  <a:pt x="992" y="5156"/>
                </a:lnTo>
                <a:lnTo>
                  <a:pt x="992" y="5304"/>
                </a:lnTo>
                <a:lnTo>
                  <a:pt x="1054" y="5551"/>
                </a:lnTo>
                <a:lnTo>
                  <a:pt x="1114" y="5724"/>
                </a:lnTo>
                <a:lnTo>
                  <a:pt x="1114" y="5872"/>
                </a:lnTo>
                <a:lnTo>
                  <a:pt x="1177" y="6119"/>
                </a:lnTo>
                <a:lnTo>
                  <a:pt x="1177" y="6267"/>
                </a:lnTo>
                <a:lnTo>
                  <a:pt x="1240" y="6439"/>
                </a:lnTo>
                <a:lnTo>
                  <a:pt x="1240" y="6686"/>
                </a:lnTo>
                <a:lnTo>
                  <a:pt x="1302" y="6834"/>
                </a:lnTo>
                <a:lnTo>
                  <a:pt x="1362" y="7007"/>
                </a:lnTo>
                <a:lnTo>
                  <a:pt x="1362" y="7229"/>
                </a:lnTo>
                <a:lnTo>
                  <a:pt x="1425" y="7402"/>
                </a:lnTo>
                <a:lnTo>
                  <a:pt x="1425" y="7574"/>
                </a:lnTo>
                <a:lnTo>
                  <a:pt x="1488" y="7796"/>
                </a:lnTo>
                <a:lnTo>
                  <a:pt x="1550" y="7969"/>
                </a:lnTo>
                <a:lnTo>
                  <a:pt x="1550" y="8142"/>
                </a:lnTo>
                <a:lnTo>
                  <a:pt x="1613" y="8364"/>
                </a:lnTo>
                <a:lnTo>
                  <a:pt x="1613" y="8537"/>
                </a:lnTo>
                <a:lnTo>
                  <a:pt x="1673" y="8709"/>
                </a:lnTo>
                <a:lnTo>
                  <a:pt x="1736" y="8931"/>
                </a:lnTo>
                <a:lnTo>
                  <a:pt x="1736" y="9104"/>
                </a:lnTo>
                <a:lnTo>
                  <a:pt x="1798" y="9277"/>
                </a:lnTo>
                <a:lnTo>
                  <a:pt x="1798" y="9499"/>
                </a:lnTo>
                <a:lnTo>
                  <a:pt x="1861" y="9672"/>
                </a:lnTo>
                <a:lnTo>
                  <a:pt x="1861" y="9844"/>
                </a:lnTo>
                <a:lnTo>
                  <a:pt x="1921" y="10066"/>
                </a:lnTo>
                <a:lnTo>
                  <a:pt x="1984" y="10239"/>
                </a:lnTo>
                <a:lnTo>
                  <a:pt x="1984" y="10412"/>
                </a:lnTo>
                <a:lnTo>
                  <a:pt x="2046" y="10634"/>
                </a:lnTo>
                <a:lnTo>
                  <a:pt x="2046" y="10807"/>
                </a:lnTo>
                <a:lnTo>
                  <a:pt x="2109" y="10979"/>
                </a:lnTo>
                <a:lnTo>
                  <a:pt x="2169" y="11201"/>
                </a:lnTo>
                <a:lnTo>
                  <a:pt x="2169" y="11374"/>
                </a:lnTo>
                <a:lnTo>
                  <a:pt x="2232" y="11547"/>
                </a:lnTo>
                <a:lnTo>
                  <a:pt x="2232" y="11769"/>
                </a:lnTo>
                <a:lnTo>
                  <a:pt x="2294" y="11942"/>
                </a:lnTo>
                <a:lnTo>
                  <a:pt x="2294" y="12114"/>
                </a:lnTo>
                <a:lnTo>
                  <a:pt x="2357" y="12336"/>
                </a:lnTo>
                <a:lnTo>
                  <a:pt x="2417" y="12509"/>
                </a:lnTo>
                <a:lnTo>
                  <a:pt x="2417" y="12682"/>
                </a:lnTo>
                <a:lnTo>
                  <a:pt x="2480" y="12904"/>
                </a:lnTo>
                <a:lnTo>
                  <a:pt x="2542" y="13077"/>
                </a:lnTo>
                <a:lnTo>
                  <a:pt x="2542" y="13249"/>
                </a:lnTo>
                <a:lnTo>
                  <a:pt x="2605" y="13471"/>
                </a:lnTo>
                <a:lnTo>
                  <a:pt x="2605" y="13693"/>
                </a:lnTo>
                <a:lnTo>
                  <a:pt x="2668" y="13866"/>
                </a:lnTo>
                <a:lnTo>
                  <a:pt x="2668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6775115" y="3471852"/>
            <a:ext cx="2668" cy="14088"/>
          </a:xfrm>
          <a:custGeom>
            <a:avLst/>
            <a:gdLst/>
            <a:ahLst/>
            <a:cxnLst/>
            <a:rect l="l" t="t" r="r" b="b"/>
            <a:pathLst>
              <a:path w="2668" h="14088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5" y="740"/>
                </a:lnTo>
                <a:lnTo>
                  <a:pt x="125" y="912"/>
                </a:lnTo>
                <a:lnTo>
                  <a:pt x="188" y="1085"/>
                </a:lnTo>
                <a:lnTo>
                  <a:pt x="248" y="1307"/>
                </a:lnTo>
                <a:lnTo>
                  <a:pt x="248" y="1480"/>
                </a:lnTo>
                <a:lnTo>
                  <a:pt x="310" y="1628"/>
                </a:lnTo>
                <a:lnTo>
                  <a:pt x="310" y="1875"/>
                </a:lnTo>
                <a:lnTo>
                  <a:pt x="373" y="2047"/>
                </a:lnTo>
                <a:lnTo>
                  <a:pt x="373" y="2195"/>
                </a:lnTo>
                <a:lnTo>
                  <a:pt x="436" y="2442"/>
                </a:lnTo>
                <a:lnTo>
                  <a:pt x="496" y="2590"/>
                </a:lnTo>
                <a:lnTo>
                  <a:pt x="496" y="2763"/>
                </a:lnTo>
                <a:lnTo>
                  <a:pt x="558" y="3010"/>
                </a:lnTo>
                <a:lnTo>
                  <a:pt x="558" y="3158"/>
                </a:lnTo>
                <a:lnTo>
                  <a:pt x="621" y="3330"/>
                </a:lnTo>
                <a:lnTo>
                  <a:pt x="684" y="3553"/>
                </a:lnTo>
                <a:lnTo>
                  <a:pt x="684" y="3725"/>
                </a:lnTo>
                <a:lnTo>
                  <a:pt x="744" y="3898"/>
                </a:lnTo>
                <a:lnTo>
                  <a:pt x="744" y="4120"/>
                </a:lnTo>
                <a:lnTo>
                  <a:pt x="806" y="4293"/>
                </a:lnTo>
                <a:lnTo>
                  <a:pt x="806" y="4465"/>
                </a:lnTo>
                <a:lnTo>
                  <a:pt x="869" y="4688"/>
                </a:lnTo>
                <a:lnTo>
                  <a:pt x="932" y="4860"/>
                </a:lnTo>
                <a:lnTo>
                  <a:pt x="932" y="5033"/>
                </a:lnTo>
                <a:lnTo>
                  <a:pt x="994" y="5255"/>
                </a:lnTo>
                <a:lnTo>
                  <a:pt x="1054" y="5428"/>
                </a:lnTo>
                <a:lnTo>
                  <a:pt x="1054" y="5600"/>
                </a:lnTo>
                <a:lnTo>
                  <a:pt x="1054" y="5773"/>
                </a:lnTo>
                <a:lnTo>
                  <a:pt x="1117" y="5946"/>
                </a:lnTo>
                <a:lnTo>
                  <a:pt x="1180" y="6119"/>
                </a:lnTo>
                <a:lnTo>
                  <a:pt x="1180" y="6341"/>
                </a:lnTo>
                <a:lnTo>
                  <a:pt x="1242" y="6513"/>
                </a:lnTo>
                <a:lnTo>
                  <a:pt x="1242" y="6686"/>
                </a:lnTo>
                <a:lnTo>
                  <a:pt x="1302" y="6908"/>
                </a:lnTo>
                <a:lnTo>
                  <a:pt x="1365" y="7081"/>
                </a:lnTo>
                <a:lnTo>
                  <a:pt x="1365" y="7254"/>
                </a:lnTo>
                <a:lnTo>
                  <a:pt x="1428" y="7476"/>
                </a:lnTo>
                <a:lnTo>
                  <a:pt x="1428" y="7648"/>
                </a:lnTo>
                <a:lnTo>
                  <a:pt x="1490" y="7796"/>
                </a:lnTo>
                <a:lnTo>
                  <a:pt x="1490" y="8043"/>
                </a:lnTo>
                <a:lnTo>
                  <a:pt x="1550" y="8191"/>
                </a:lnTo>
                <a:lnTo>
                  <a:pt x="1613" y="8364"/>
                </a:lnTo>
                <a:lnTo>
                  <a:pt x="1613" y="8611"/>
                </a:lnTo>
                <a:lnTo>
                  <a:pt x="1676" y="8759"/>
                </a:lnTo>
                <a:lnTo>
                  <a:pt x="1676" y="8931"/>
                </a:lnTo>
                <a:lnTo>
                  <a:pt x="1738" y="9153"/>
                </a:lnTo>
                <a:lnTo>
                  <a:pt x="1798" y="9326"/>
                </a:lnTo>
                <a:lnTo>
                  <a:pt x="1798" y="9499"/>
                </a:lnTo>
                <a:lnTo>
                  <a:pt x="1861" y="9721"/>
                </a:lnTo>
                <a:lnTo>
                  <a:pt x="1861" y="9894"/>
                </a:lnTo>
                <a:lnTo>
                  <a:pt x="1924" y="10066"/>
                </a:lnTo>
                <a:lnTo>
                  <a:pt x="1924" y="10288"/>
                </a:lnTo>
                <a:lnTo>
                  <a:pt x="1986" y="10461"/>
                </a:lnTo>
                <a:lnTo>
                  <a:pt x="2049" y="10634"/>
                </a:lnTo>
                <a:lnTo>
                  <a:pt x="2049" y="10856"/>
                </a:lnTo>
                <a:lnTo>
                  <a:pt x="2109" y="11078"/>
                </a:lnTo>
                <a:lnTo>
                  <a:pt x="2172" y="11251"/>
                </a:lnTo>
                <a:lnTo>
                  <a:pt x="2172" y="11423"/>
                </a:lnTo>
                <a:lnTo>
                  <a:pt x="2234" y="11646"/>
                </a:lnTo>
                <a:lnTo>
                  <a:pt x="2234" y="11818"/>
                </a:lnTo>
                <a:lnTo>
                  <a:pt x="2297" y="11991"/>
                </a:lnTo>
                <a:lnTo>
                  <a:pt x="2297" y="12213"/>
                </a:lnTo>
                <a:lnTo>
                  <a:pt x="2357" y="12386"/>
                </a:lnTo>
                <a:lnTo>
                  <a:pt x="2420" y="12558"/>
                </a:lnTo>
                <a:lnTo>
                  <a:pt x="2420" y="12781"/>
                </a:lnTo>
                <a:lnTo>
                  <a:pt x="2482" y="12953"/>
                </a:lnTo>
                <a:lnTo>
                  <a:pt x="2482" y="13126"/>
                </a:lnTo>
                <a:lnTo>
                  <a:pt x="2545" y="13348"/>
                </a:lnTo>
                <a:lnTo>
                  <a:pt x="2605" y="13521"/>
                </a:lnTo>
                <a:lnTo>
                  <a:pt x="2605" y="13693"/>
                </a:lnTo>
                <a:lnTo>
                  <a:pt x="2668" y="13916"/>
                </a:lnTo>
                <a:lnTo>
                  <a:pt x="2668" y="1408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6777783" y="3485940"/>
            <a:ext cx="2730" cy="14088"/>
          </a:xfrm>
          <a:custGeom>
            <a:avLst/>
            <a:gdLst/>
            <a:ahLst/>
            <a:cxnLst/>
            <a:rect l="l" t="t" r="r" b="b"/>
            <a:pathLst>
              <a:path w="2730" h="14088">
                <a:moveTo>
                  <a:pt x="0" y="0"/>
                </a:moveTo>
                <a:lnTo>
                  <a:pt x="62" y="172"/>
                </a:lnTo>
                <a:lnTo>
                  <a:pt x="62" y="394"/>
                </a:lnTo>
                <a:lnTo>
                  <a:pt x="125" y="567"/>
                </a:lnTo>
                <a:lnTo>
                  <a:pt x="185" y="740"/>
                </a:lnTo>
                <a:lnTo>
                  <a:pt x="185" y="962"/>
                </a:lnTo>
                <a:lnTo>
                  <a:pt x="248" y="1134"/>
                </a:lnTo>
                <a:lnTo>
                  <a:pt x="248" y="1307"/>
                </a:lnTo>
                <a:lnTo>
                  <a:pt x="310" y="1529"/>
                </a:lnTo>
                <a:lnTo>
                  <a:pt x="373" y="1751"/>
                </a:lnTo>
                <a:lnTo>
                  <a:pt x="373" y="1924"/>
                </a:lnTo>
                <a:lnTo>
                  <a:pt x="436" y="2097"/>
                </a:lnTo>
                <a:lnTo>
                  <a:pt x="436" y="2319"/>
                </a:lnTo>
                <a:lnTo>
                  <a:pt x="496" y="2492"/>
                </a:lnTo>
                <a:lnTo>
                  <a:pt x="558" y="2664"/>
                </a:lnTo>
                <a:lnTo>
                  <a:pt x="558" y="2886"/>
                </a:lnTo>
                <a:lnTo>
                  <a:pt x="621" y="3059"/>
                </a:lnTo>
                <a:lnTo>
                  <a:pt x="621" y="3232"/>
                </a:lnTo>
                <a:lnTo>
                  <a:pt x="684" y="3454"/>
                </a:lnTo>
                <a:lnTo>
                  <a:pt x="744" y="3627"/>
                </a:lnTo>
                <a:lnTo>
                  <a:pt x="744" y="3799"/>
                </a:lnTo>
                <a:lnTo>
                  <a:pt x="806" y="4021"/>
                </a:lnTo>
                <a:lnTo>
                  <a:pt x="806" y="4194"/>
                </a:lnTo>
                <a:lnTo>
                  <a:pt x="869" y="4367"/>
                </a:lnTo>
                <a:lnTo>
                  <a:pt x="869" y="4589"/>
                </a:lnTo>
                <a:lnTo>
                  <a:pt x="932" y="4762"/>
                </a:lnTo>
                <a:lnTo>
                  <a:pt x="992" y="4934"/>
                </a:lnTo>
                <a:lnTo>
                  <a:pt x="992" y="5156"/>
                </a:lnTo>
                <a:lnTo>
                  <a:pt x="1054" y="5329"/>
                </a:lnTo>
                <a:lnTo>
                  <a:pt x="1054" y="5477"/>
                </a:lnTo>
                <a:lnTo>
                  <a:pt x="1117" y="5724"/>
                </a:lnTo>
                <a:lnTo>
                  <a:pt x="1180" y="5897"/>
                </a:lnTo>
                <a:lnTo>
                  <a:pt x="1180" y="6045"/>
                </a:lnTo>
                <a:lnTo>
                  <a:pt x="1240" y="6217"/>
                </a:lnTo>
                <a:lnTo>
                  <a:pt x="1240" y="6390"/>
                </a:lnTo>
                <a:lnTo>
                  <a:pt x="1302" y="6563"/>
                </a:lnTo>
                <a:lnTo>
                  <a:pt x="1302" y="6612"/>
                </a:lnTo>
                <a:lnTo>
                  <a:pt x="1302" y="6686"/>
                </a:lnTo>
                <a:lnTo>
                  <a:pt x="1302" y="6785"/>
                </a:lnTo>
                <a:lnTo>
                  <a:pt x="1302" y="6834"/>
                </a:lnTo>
                <a:lnTo>
                  <a:pt x="1365" y="7081"/>
                </a:lnTo>
                <a:lnTo>
                  <a:pt x="1428" y="7254"/>
                </a:lnTo>
                <a:lnTo>
                  <a:pt x="1428" y="7402"/>
                </a:lnTo>
                <a:lnTo>
                  <a:pt x="1490" y="7648"/>
                </a:lnTo>
                <a:lnTo>
                  <a:pt x="1550" y="7796"/>
                </a:lnTo>
                <a:lnTo>
                  <a:pt x="1550" y="7969"/>
                </a:lnTo>
                <a:lnTo>
                  <a:pt x="1613" y="8216"/>
                </a:lnTo>
                <a:lnTo>
                  <a:pt x="1613" y="8364"/>
                </a:lnTo>
                <a:lnTo>
                  <a:pt x="1676" y="8537"/>
                </a:lnTo>
                <a:lnTo>
                  <a:pt x="1676" y="8759"/>
                </a:lnTo>
                <a:lnTo>
                  <a:pt x="1738" y="9005"/>
                </a:lnTo>
                <a:lnTo>
                  <a:pt x="1798" y="9178"/>
                </a:lnTo>
                <a:lnTo>
                  <a:pt x="1798" y="9326"/>
                </a:lnTo>
                <a:lnTo>
                  <a:pt x="1861" y="9573"/>
                </a:lnTo>
                <a:lnTo>
                  <a:pt x="1924" y="9721"/>
                </a:lnTo>
                <a:lnTo>
                  <a:pt x="1924" y="9894"/>
                </a:lnTo>
                <a:lnTo>
                  <a:pt x="1986" y="10140"/>
                </a:lnTo>
                <a:lnTo>
                  <a:pt x="1986" y="10288"/>
                </a:lnTo>
                <a:lnTo>
                  <a:pt x="2046" y="10461"/>
                </a:lnTo>
                <a:lnTo>
                  <a:pt x="2046" y="10634"/>
                </a:lnTo>
                <a:lnTo>
                  <a:pt x="2109" y="10807"/>
                </a:lnTo>
                <a:lnTo>
                  <a:pt x="2109" y="10979"/>
                </a:lnTo>
                <a:lnTo>
                  <a:pt x="2172" y="11201"/>
                </a:lnTo>
                <a:lnTo>
                  <a:pt x="2234" y="11374"/>
                </a:lnTo>
                <a:lnTo>
                  <a:pt x="2234" y="11547"/>
                </a:lnTo>
                <a:lnTo>
                  <a:pt x="2294" y="11769"/>
                </a:lnTo>
                <a:lnTo>
                  <a:pt x="2357" y="11942"/>
                </a:lnTo>
                <a:lnTo>
                  <a:pt x="2357" y="12114"/>
                </a:lnTo>
                <a:lnTo>
                  <a:pt x="2420" y="12336"/>
                </a:lnTo>
                <a:lnTo>
                  <a:pt x="2420" y="12509"/>
                </a:lnTo>
                <a:lnTo>
                  <a:pt x="2482" y="12682"/>
                </a:lnTo>
                <a:lnTo>
                  <a:pt x="2482" y="12904"/>
                </a:lnTo>
                <a:lnTo>
                  <a:pt x="2545" y="13077"/>
                </a:lnTo>
                <a:lnTo>
                  <a:pt x="2605" y="13249"/>
                </a:lnTo>
                <a:lnTo>
                  <a:pt x="2605" y="13471"/>
                </a:lnTo>
                <a:lnTo>
                  <a:pt x="2668" y="13644"/>
                </a:lnTo>
                <a:lnTo>
                  <a:pt x="2668" y="13817"/>
                </a:lnTo>
                <a:lnTo>
                  <a:pt x="2730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6780514" y="3500029"/>
            <a:ext cx="2728" cy="14088"/>
          </a:xfrm>
          <a:custGeom>
            <a:avLst/>
            <a:gdLst/>
            <a:ahLst/>
            <a:cxnLst/>
            <a:rect l="l" t="t" r="r" b="b"/>
            <a:pathLst>
              <a:path w="2728" h="14088">
                <a:moveTo>
                  <a:pt x="0" y="0"/>
                </a:moveTo>
                <a:lnTo>
                  <a:pt x="62" y="222"/>
                </a:lnTo>
                <a:lnTo>
                  <a:pt x="62" y="394"/>
                </a:lnTo>
                <a:lnTo>
                  <a:pt x="122" y="567"/>
                </a:lnTo>
                <a:lnTo>
                  <a:pt x="185" y="789"/>
                </a:lnTo>
                <a:lnTo>
                  <a:pt x="185" y="1011"/>
                </a:lnTo>
                <a:lnTo>
                  <a:pt x="248" y="1184"/>
                </a:lnTo>
                <a:lnTo>
                  <a:pt x="248" y="1357"/>
                </a:lnTo>
                <a:lnTo>
                  <a:pt x="310" y="1579"/>
                </a:lnTo>
                <a:lnTo>
                  <a:pt x="370" y="1751"/>
                </a:lnTo>
                <a:lnTo>
                  <a:pt x="370" y="1924"/>
                </a:lnTo>
                <a:lnTo>
                  <a:pt x="433" y="2146"/>
                </a:lnTo>
                <a:lnTo>
                  <a:pt x="433" y="2319"/>
                </a:lnTo>
                <a:lnTo>
                  <a:pt x="496" y="2492"/>
                </a:lnTo>
                <a:lnTo>
                  <a:pt x="558" y="2714"/>
                </a:lnTo>
                <a:lnTo>
                  <a:pt x="558" y="2886"/>
                </a:lnTo>
                <a:lnTo>
                  <a:pt x="618" y="3059"/>
                </a:lnTo>
                <a:lnTo>
                  <a:pt x="618" y="3281"/>
                </a:lnTo>
                <a:lnTo>
                  <a:pt x="681" y="3454"/>
                </a:lnTo>
                <a:lnTo>
                  <a:pt x="681" y="3627"/>
                </a:lnTo>
                <a:lnTo>
                  <a:pt x="744" y="3849"/>
                </a:lnTo>
                <a:lnTo>
                  <a:pt x="806" y="4021"/>
                </a:lnTo>
                <a:lnTo>
                  <a:pt x="806" y="4194"/>
                </a:lnTo>
                <a:lnTo>
                  <a:pt x="869" y="4416"/>
                </a:lnTo>
                <a:lnTo>
                  <a:pt x="869" y="4589"/>
                </a:lnTo>
                <a:lnTo>
                  <a:pt x="929" y="4762"/>
                </a:lnTo>
                <a:lnTo>
                  <a:pt x="992" y="4984"/>
                </a:lnTo>
                <a:lnTo>
                  <a:pt x="992" y="5156"/>
                </a:lnTo>
                <a:lnTo>
                  <a:pt x="1054" y="5329"/>
                </a:lnTo>
                <a:lnTo>
                  <a:pt x="1054" y="5477"/>
                </a:lnTo>
                <a:lnTo>
                  <a:pt x="1117" y="5650"/>
                </a:lnTo>
                <a:lnTo>
                  <a:pt x="1117" y="5823"/>
                </a:lnTo>
                <a:lnTo>
                  <a:pt x="1177" y="6045"/>
                </a:lnTo>
                <a:lnTo>
                  <a:pt x="1240" y="6217"/>
                </a:lnTo>
                <a:lnTo>
                  <a:pt x="1240" y="6390"/>
                </a:lnTo>
                <a:lnTo>
                  <a:pt x="1302" y="6612"/>
                </a:lnTo>
                <a:lnTo>
                  <a:pt x="1302" y="6785"/>
                </a:lnTo>
                <a:lnTo>
                  <a:pt x="1365" y="6958"/>
                </a:lnTo>
                <a:lnTo>
                  <a:pt x="1365" y="7180"/>
                </a:lnTo>
                <a:lnTo>
                  <a:pt x="1425" y="7352"/>
                </a:lnTo>
                <a:lnTo>
                  <a:pt x="1425" y="7525"/>
                </a:lnTo>
                <a:lnTo>
                  <a:pt x="1488" y="7747"/>
                </a:lnTo>
                <a:lnTo>
                  <a:pt x="1550" y="7920"/>
                </a:lnTo>
                <a:lnTo>
                  <a:pt x="1550" y="8093"/>
                </a:lnTo>
                <a:lnTo>
                  <a:pt x="1613" y="8315"/>
                </a:lnTo>
                <a:lnTo>
                  <a:pt x="1673" y="8487"/>
                </a:lnTo>
                <a:lnTo>
                  <a:pt x="1673" y="8660"/>
                </a:lnTo>
                <a:lnTo>
                  <a:pt x="1736" y="8882"/>
                </a:lnTo>
                <a:lnTo>
                  <a:pt x="1736" y="9055"/>
                </a:lnTo>
                <a:lnTo>
                  <a:pt x="1798" y="9228"/>
                </a:lnTo>
                <a:lnTo>
                  <a:pt x="1798" y="9450"/>
                </a:lnTo>
                <a:lnTo>
                  <a:pt x="1861" y="9622"/>
                </a:lnTo>
                <a:lnTo>
                  <a:pt x="1924" y="9795"/>
                </a:lnTo>
                <a:lnTo>
                  <a:pt x="1924" y="10017"/>
                </a:lnTo>
                <a:lnTo>
                  <a:pt x="1984" y="10190"/>
                </a:lnTo>
                <a:lnTo>
                  <a:pt x="1984" y="10363"/>
                </a:lnTo>
                <a:lnTo>
                  <a:pt x="2046" y="10535"/>
                </a:lnTo>
                <a:lnTo>
                  <a:pt x="2046" y="10683"/>
                </a:lnTo>
                <a:lnTo>
                  <a:pt x="2109" y="10856"/>
                </a:lnTo>
                <a:lnTo>
                  <a:pt x="2109" y="11103"/>
                </a:lnTo>
                <a:lnTo>
                  <a:pt x="2172" y="11251"/>
                </a:lnTo>
                <a:lnTo>
                  <a:pt x="2232" y="11423"/>
                </a:lnTo>
                <a:lnTo>
                  <a:pt x="2232" y="11646"/>
                </a:lnTo>
                <a:lnTo>
                  <a:pt x="2294" y="11818"/>
                </a:lnTo>
                <a:lnTo>
                  <a:pt x="2294" y="11991"/>
                </a:lnTo>
                <a:lnTo>
                  <a:pt x="2357" y="12213"/>
                </a:lnTo>
                <a:lnTo>
                  <a:pt x="2420" y="12386"/>
                </a:lnTo>
                <a:lnTo>
                  <a:pt x="2420" y="12558"/>
                </a:lnTo>
                <a:lnTo>
                  <a:pt x="2480" y="12781"/>
                </a:lnTo>
                <a:lnTo>
                  <a:pt x="2480" y="12953"/>
                </a:lnTo>
                <a:lnTo>
                  <a:pt x="2542" y="13126"/>
                </a:lnTo>
                <a:lnTo>
                  <a:pt x="2605" y="13348"/>
                </a:lnTo>
                <a:lnTo>
                  <a:pt x="2605" y="13521"/>
                </a:lnTo>
                <a:lnTo>
                  <a:pt x="2668" y="13693"/>
                </a:lnTo>
                <a:lnTo>
                  <a:pt x="2668" y="13743"/>
                </a:lnTo>
                <a:lnTo>
                  <a:pt x="2668" y="13817"/>
                </a:lnTo>
                <a:lnTo>
                  <a:pt x="2668" y="13916"/>
                </a:lnTo>
                <a:lnTo>
                  <a:pt x="2668" y="1396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6783242" y="3514118"/>
            <a:ext cx="2730" cy="14138"/>
          </a:xfrm>
          <a:custGeom>
            <a:avLst/>
            <a:gdLst/>
            <a:ahLst/>
            <a:cxnLst/>
            <a:rect l="l" t="t" r="r" b="b"/>
            <a:pathLst>
              <a:path w="2730" h="14138">
                <a:moveTo>
                  <a:pt x="0" y="0"/>
                </a:moveTo>
                <a:lnTo>
                  <a:pt x="0" y="172"/>
                </a:lnTo>
                <a:lnTo>
                  <a:pt x="62" y="394"/>
                </a:lnTo>
                <a:lnTo>
                  <a:pt x="125" y="567"/>
                </a:lnTo>
                <a:lnTo>
                  <a:pt x="125" y="740"/>
                </a:lnTo>
                <a:lnTo>
                  <a:pt x="188" y="962"/>
                </a:lnTo>
                <a:lnTo>
                  <a:pt x="188" y="1134"/>
                </a:lnTo>
                <a:lnTo>
                  <a:pt x="250" y="1307"/>
                </a:lnTo>
                <a:lnTo>
                  <a:pt x="310" y="1529"/>
                </a:lnTo>
                <a:lnTo>
                  <a:pt x="310" y="1702"/>
                </a:lnTo>
                <a:lnTo>
                  <a:pt x="373" y="1875"/>
                </a:lnTo>
                <a:lnTo>
                  <a:pt x="373" y="2097"/>
                </a:lnTo>
                <a:lnTo>
                  <a:pt x="436" y="2319"/>
                </a:lnTo>
                <a:lnTo>
                  <a:pt x="498" y="2492"/>
                </a:lnTo>
                <a:lnTo>
                  <a:pt x="498" y="2664"/>
                </a:lnTo>
                <a:lnTo>
                  <a:pt x="558" y="2886"/>
                </a:lnTo>
                <a:lnTo>
                  <a:pt x="558" y="3059"/>
                </a:lnTo>
                <a:lnTo>
                  <a:pt x="621" y="3232"/>
                </a:lnTo>
                <a:lnTo>
                  <a:pt x="621" y="3454"/>
                </a:lnTo>
                <a:lnTo>
                  <a:pt x="684" y="3627"/>
                </a:lnTo>
                <a:lnTo>
                  <a:pt x="746" y="3799"/>
                </a:lnTo>
                <a:lnTo>
                  <a:pt x="746" y="4021"/>
                </a:lnTo>
                <a:lnTo>
                  <a:pt x="806" y="4194"/>
                </a:lnTo>
                <a:lnTo>
                  <a:pt x="806" y="4367"/>
                </a:lnTo>
                <a:lnTo>
                  <a:pt x="869" y="4589"/>
                </a:lnTo>
                <a:lnTo>
                  <a:pt x="932" y="4762"/>
                </a:lnTo>
                <a:lnTo>
                  <a:pt x="932" y="4934"/>
                </a:lnTo>
                <a:lnTo>
                  <a:pt x="994" y="5156"/>
                </a:lnTo>
                <a:lnTo>
                  <a:pt x="994" y="5329"/>
                </a:lnTo>
                <a:lnTo>
                  <a:pt x="1054" y="5502"/>
                </a:lnTo>
                <a:lnTo>
                  <a:pt x="1117" y="5724"/>
                </a:lnTo>
                <a:lnTo>
                  <a:pt x="1117" y="5897"/>
                </a:lnTo>
                <a:lnTo>
                  <a:pt x="1180" y="6045"/>
                </a:lnTo>
                <a:lnTo>
                  <a:pt x="1180" y="6291"/>
                </a:lnTo>
                <a:lnTo>
                  <a:pt x="1242" y="6464"/>
                </a:lnTo>
                <a:lnTo>
                  <a:pt x="1242" y="6612"/>
                </a:lnTo>
                <a:lnTo>
                  <a:pt x="1305" y="6859"/>
                </a:lnTo>
                <a:lnTo>
                  <a:pt x="1365" y="7007"/>
                </a:lnTo>
                <a:lnTo>
                  <a:pt x="1365" y="7180"/>
                </a:lnTo>
                <a:lnTo>
                  <a:pt x="1428" y="7426"/>
                </a:lnTo>
                <a:lnTo>
                  <a:pt x="1428" y="7574"/>
                </a:lnTo>
                <a:lnTo>
                  <a:pt x="1490" y="7747"/>
                </a:lnTo>
                <a:lnTo>
                  <a:pt x="1553" y="7969"/>
                </a:lnTo>
                <a:lnTo>
                  <a:pt x="1553" y="8142"/>
                </a:lnTo>
                <a:lnTo>
                  <a:pt x="1613" y="8315"/>
                </a:lnTo>
                <a:lnTo>
                  <a:pt x="1613" y="8537"/>
                </a:lnTo>
                <a:lnTo>
                  <a:pt x="1676" y="8709"/>
                </a:lnTo>
                <a:lnTo>
                  <a:pt x="1676" y="8882"/>
                </a:lnTo>
                <a:lnTo>
                  <a:pt x="1738" y="9104"/>
                </a:lnTo>
                <a:lnTo>
                  <a:pt x="1801" y="9277"/>
                </a:lnTo>
                <a:lnTo>
                  <a:pt x="1801" y="9450"/>
                </a:lnTo>
                <a:lnTo>
                  <a:pt x="1861" y="9672"/>
                </a:lnTo>
                <a:lnTo>
                  <a:pt x="1924" y="9844"/>
                </a:lnTo>
                <a:lnTo>
                  <a:pt x="1924" y="10017"/>
                </a:lnTo>
                <a:lnTo>
                  <a:pt x="1986" y="10239"/>
                </a:lnTo>
                <a:lnTo>
                  <a:pt x="1986" y="10412"/>
                </a:lnTo>
                <a:lnTo>
                  <a:pt x="2049" y="10585"/>
                </a:lnTo>
                <a:lnTo>
                  <a:pt x="2049" y="10757"/>
                </a:lnTo>
                <a:lnTo>
                  <a:pt x="2109" y="10930"/>
                </a:lnTo>
                <a:lnTo>
                  <a:pt x="2109" y="11103"/>
                </a:lnTo>
                <a:lnTo>
                  <a:pt x="2172" y="11325"/>
                </a:lnTo>
                <a:lnTo>
                  <a:pt x="2234" y="11497"/>
                </a:lnTo>
                <a:lnTo>
                  <a:pt x="2234" y="11670"/>
                </a:lnTo>
                <a:lnTo>
                  <a:pt x="2297" y="11892"/>
                </a:lnTo>
                <a:lnTo>
                  <a:pt x="2297" y="12065"/>
                </a:lnTo>
                <a:lnTo>
                  <a:pt x="2360" y="12213"/>
                </a:lnTo>
                <a:lnTo>
                  <a:pt x="2360" y="12460"/>
                </a:lnTo>
                <a:lnTo>
                  <a:pt x="2420" y="12608"/>
                </a:lnTo>
                <a:lnTo>
                  <a:pt x="2482" y="12781"/>
                </a:lnTo>
                <a:lnTo>
                  <a:pt x="2482" y="13027"/>
                </a:lnTo>
                <a:lnTo>
                  <a:pt x="2545" y="13175"/>
                </a:lnTo>
                <a:lnTo>
                  <a:pt x="2545" y="13348"/>
                </a:lnTo>
                <a:lnTo>
                  <a:pt x="2608" y="13570"/>
                </a:lnTo>
                <a:lnTo>
                  <a:pt x="2668" y="13743"/>
                </a:lnTo>
                <a:lnTo>
                  <a:pt x="2668" y="13916"/>
                </a:lnTo>
                <a:lnTo>
                  <a:pt x="2730" y="1413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6785972" y="3528256"/>
            <a:ext cx="2668" cy="14039"/>
          </a:xfrm>
          <a:custGeom>
            <a:avLst/>
            <a:gdLst/>
            <a:ahLst/>
            <a:cxnLst/>
            <a:rect l="l" t="t" r="r" b="b"/>
            <a:pathLst>
              <a:path w="2668" h="14039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67"/>
                </a:lnTo>
                <a:lnTo>
                  <a:pt x="125" y="740"/>
                </a:lnTo>
                <a:lnTo>
                  <a:pt x="185" y="912"/>
                </a:lnTo>
                <a:lnTo>
                  <a:pt x="185" y="1134"/>
                </a:lnTo>
                <a:lnTo>
                  <a:pt x="248" y="1307"/>
                </a:lnTo>
                <a:lnTo>
                  <a:pt x="248" y="1480"/>
                </a:lnTo>
                <a:lnTo>
                  <a:pt x="310" y="1702"/>
                </a:lnTo>
                <a:lnTo>
                  <a:pt x="373" y="1875"/>
                </a:lnTo>
                <a:lnTo>
                  <a:pt x="373" y="2047"/>
                </a:lnTo>
                <a:lnTo>
                  <a:pt x="433" y="2269"/>
                </a:lnTo>
                <a:lnTo>
                  <a:pt x="433" y="2442"/>
                </a:lnTo>
                <a:lnTo>
                  <a:pt x="496" y="2615"/>
                </a:lnTo>
                <a:lnTo>
                  <a:pt x="558" y="2837"/>
                </a:lnTo>
                <a:lnTo>
                  <a:pt x="558" y="3010"/>
                </a:lnTo>
                <a:lnTo>
                  <a:pt x="621" y="3182"/>
                </a:lnTo>
                <a:lnTo>
                  <a:pt x="621" y="3404"/>
                </a:lnTo>
                <a:lnTo>
                  <a:pt x="684" y="3577"/>
                </a:lnTo>
                <a:lnTo>
                  <a:pt x="684" y="3750"/>
                </a:lnTo>
                <a:lnTo>
                  <a:pt x="744" y="3972"/>
                </a:lnTo>
                <a:lnTo>
                  <a:pt x="806" y="4145"/>
                </a:lnTo>
                <a:lnTo>
                  <a:pt x="806" y="4317"/>
                </a:lnTo>
                <a:lnTo>
                  <a:pt x="869" y="4539"/>
                </a:lnTo>
                <a:lnTo>
                  <a:pt x="869" y="4712"/>
                </a:lnTo>
                <a:lnTo>
                  <a:pt x="932" y="4885"/>
                </a:lnTo>
                <a:lnTo>
                  <a:pt x="992" y="5107"/>
                </a:lnTo>
                <a:lnTo>
                  <a:pt x="992" y="5280"/>
                </a:lnTo>
                <a:lnTo>
                  <a:pt x="1054" y="5452"/>
                </a:lnTo>
                <a:lnTo>
                  <a:pt x="1054" y="5674"/>
                </a:lnTo>
                <a:lnTo>
                  <a:pt x="1117" y="5847"/>
                </a:lnTo>
                <a:lnTo>
                  <a:pt x="1117" y="6020"/>
                </a:lnTo>
                <a:lnTo>
                  <a:pt x="1180" y="6242"/>
                </a:lnTo>
                <a:lnTo>
                  <a:pt x="1240" y="6415"/>
                </a:lnTo>
                <a:lnTo>
                  <a:pt x="1240" y="6563"/>
                </a:lnTo>
                <a:lnTo>
                  <a:pt x="1302" y="6809"/>
                </a:lnTo>
                <a:lnTo>
                  <a:pt x="1302" y="6958"/>
                </a:lnTo>
                <a:lnTo>
                  <a:pt x="1365" y="7130"/>
                </a:lnTo>
                <a:lnTo>
                  <a:pt x="1428" y="7377"/>
                </a:lnTo>
                <a:lnTo>
                  <a:pt x="1428" y="7525"/>
                </a:lnTo>
                <a:lnTo>
                  <a:pt x="1488" y="7698"/>
                </a:lnTo>
                <a:lnTo>
                  <a:pt x="1488" y="7920"/>
                </a:lnTo>
                <a:lnTo>
                  <a:pt x="1550" y="8093"/>
                </a:lnTo>
                <a:lnTo>
                  <a:pt x="1550" y="8265"/>
                </a:lnTo>
                <a:lnTo>
                  <a:pt x="1613" y="8487"/>
                </a:lnTo>
                <a:lnTo>
                  <a:pt x="1676" y="8660"/>
                </a:lnTo>
                <a:lnTo>
                  <a:pt x="1676" y="8833"/>
                </a:lnTo>
                <a:lnTo>
                  <a:pt x="1738" y="9055"/>
                </a:lnTo>
                <a:lnTo>
                  <a:pt x="1798" y="9228"/>
                </a:lnTo>
                <a:lnTo>
                  <a:pt x="1798" y="9400"/>
                </a:lnTo>
                <a:lnTo>
                  <a:pt x="1861" y="9622"/>
                </a:lnTo>
                <a:lnTo>
                  <a:pt x="1861" y="9795"/>
                </a:lnTo>
                <a:lnTo>
                  <a:pt x="1924" y="9968"/>
                </a:lnTo>
                <a:lnTo>
                  <a:pt x="1924" y="10190"/>
                </a:lnTo>
                <a:lnTo>
                  <a:pt x="1986" y="10363"/>
                </a:lnTo>
                <a:lnTo>
                  <a:pt x="1986" y="10535"/>
                </a:lnTo>
                <a:lnTo>
                  <a:pt x="2046" y="10757"/>
                </a:lnTo>
                <a:lnTo>
                  <a:pt x="2109" y="10930"/>
                </a:lnTo>
                <a:lnTo>
                  <a:pt x="2109" y="11103"/>
                </a:lnTo>
                <a:lnTo>
                  <a:pt x="2172" y="11325"/>
                </a:lnTo>
                <a:lnTo>
                  <a:pt x="2234" y="11497"/>
                </a:lnTo>
                <a:lnTo>
                  <a:pt x="2234" y="11670"/>
                </a:lnTo>
                <a:lnTo>
                  <a:pt x="2294" y="11843"/>
                </a:lnTo>
                <a:lnTo>
                  <a:pt x="2294" y="12016"/>
                </a:lnTo>
                <a:lnTo>
                  <a:pt x="2357" y="12238"/>
                </a:lnTo>
                <a:lnTo>
                  <a:pt x="2357" y="12410"/>
                </a:lnTo>
                <a:lnTo>
                  <a:pt x="2420" y="12583"/>
                </a:lnTo>
                <a:lnTo>
                  <a:pt x="2482" y="12805"/>
                </a:lnTo>
                <a:lnTo>
                  <a:pt x="2482" y="12978"/>
                </a:lnTo>
                <a:lnTo>
                  <a:pt x="2542" y="13126"/>
                </a:lnTo>
                <a:lnTo>
                  <a:pt x="2542" y="13373"/>
                </a:lnTo>
                <a:lnTo>
                  <a:pt x="2605" y="13545"/>
                </a:lnTo>
                <a:lnTo>
                  <a:pt x="2605" y="13693"/>
                </a:lnTo>
                <a:lnTo>
                  <a:pt x="2668" y="1394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6788641" y="3542295"/>
            <a:ext cx="2730" cy="14039"/>
          </a:xfrm>
          <a:custGeom>
            <a:avLst/>
            <a:gdLst/>
            <a:ahLst/>
            <a:cxnLst/>
            <a:rect l="l" t="t" r="r" b="b"/>
            <a:pathLst>
              <a:path w="2730" h="14039">
                <a:moveTo>
                  <a:pt x="0" y="0"/>
                </a:moveTo>
                <a:lnTo>
                  <a:pt x="62" y="172"/>
                </a:lnTo>
                <a:lnTo>
                  <a:pt x="125" y="345"/>
                </a:lnTo>
                <a:lnTo>
                  <a:pt x="125" y="518"/>
                </a:lnTo>
                <a:lnTo>
                  <a:pt x="185" y="740"/>
                </a:lnTo>
                <a:lnTo>
                  <a:pt x="185" y="912"/>
                </a:lnTo>
                <a:lnTo>
                  <a:pt x="248" y="1085"/>
                </a:lnTo>
                <a:lnTo>
                  <a:pt x="248" y="1307"/>
                </a:lnTo>
                <a:lnTo>
                  <a:pt x="310" y="1480"/>
                </a:lnTo>
                <a:lnTo>
                  <a:pt x="373" y="1653"/>
                </a:lnTo>
                <a:lnTo>
                  <a:pt x="373" y="1875"/>
                </a:lnTo>
                <a:lnTo>
                  <a:pt x="433" y="2047"/>
                </a:lnTo>
                <a:lnTo>
                  <a:pt x="433" y="2220"/>
                </a:lnTo>
                <a:lnTo>
                  <a:pt x="496" y="2442"/>
                </a:lnTo>
                <a:lnTo>
                  <a:pt x="558" y="2615"/>
                </a:lnTo>
                <a:lnTo>
                  <a:pt x="558" y="2788"/>
                </a:lnTo>
                <a:lnTo>
                  <a:pt x="621" y="3010"/>
                </a:lnTo>
                <a:lnTo>
                  <a:pt x="621" y="3182"/>
                </a:lnTo>
                <a:lnTo>
                  <a:pt x="681" y="3330"/>
                </a:lnTo>
                <a:lnTo>
                  <a:pt x="681" y="3577"/>
                </a:lnTo>
                <a:lnTo>
                  <a:pt x="744" y="3750"/>
                </a:lnTo>
                <a:lnTo>
                  <a:pt x="806" y="3898"/>
                </a:lnTo>
                <a:lnTo>
                  <a:pt x="806" y="4145"/>
                </a:lnTo>
                <a:lnTo>
                  <a:pt x="869" y="4293"/>
                </a:lnTo>
                <a:lnTo>
                  <a:pt x="869" y="4465"/>
                </a:lnTo>
                <a:lnTo>
                  <a:pt x="929" y="4638"/>
                </a:lnTo>
                <a:lnTo>
                  <a:pt x="929" y="4811"/>
                </a:lnTo>
                <a:lnTo>
                  <a:pt x="992" y="5033"/>
                </a:lnTo>
                <a:lnTo>
                  <a:pt x="1054" y="5206"/>
                </a:lnTo>
                <a:lnTo>
                  <a:pt x="1054" y="5378"/>
                </a:lnTo>
                <a:lnTo>
                  <a:pt x="1117" y="5600"/>
                </a:lnTo>
                <a:lnTo>
                  <a:pt x="1180" y="5773"/>
                </a:lnTo>
                <a:lnTo>
                  <a:pt x="1180" y="5946"/>
                </a:lnTo>
                <a:lnTo>
                  <a:pt x="1240" y="6168"/>
                </a:lnTo>
                <a:lnTo>
                  <a:pt x="1240" y="6341"/>
                </a:lnTo>
                <a:lnTo>
                  <a:pt x="1302" y="6513"/>
                </a:lnTo>
                <a:lnTo>
                  <a:pt x="1302" y="6735"/>
                </a:lnTo>
                <a:lnTo>
                  <a:pt x="1365" y="6908"/>
                </a:lnTo>
                <a:lnTo>
                  <a:pt x="1365" y="7081"/>
                </a:lnTo>
                <a:lnTo>
                  <a:pt x="1428" y="7303"/>
                </a:lnTo>
                <a:lnTo>
                  <a:pt x="1488" y="7476"/>
                </a:lnTo>
                <a:lnTo>
                  <a:pt x="1488" y="7648"/>
                </a:lnTo>
                <a:lnTo>
                  <a:pt x="1550" y="7870"/>
                </a:lnTo>
                <a:lnTo>
                  <a:pt x="1613" y="8043"/>
                </a:lnTo>
                <a:lnTo>
                  <a:pt x="1613" y="8216"/>
                </a:lnTo>
                <a:lnTo>
                  <a:pt x="1676" y="8438"/>
                </a:lnTo>
                <a:lnTo>
                  <a:pt x="1676" y="8611"/>
                </a:lnTo>
                <a:lnTo>
                  <a:pt x="1736" y="8783"/>
                </a:lnTo>
                <a:lnTo>
                  <a:pt x="1736" y="8956"/>
                </a:lnTo>
                <a:lnTo>
                  <a:pt x="1798" y="9104"/>
                </a:lnTo>
                <a:lnTo>
                  <a:pt x="1861" y="9351"/>
                </a:lnTo>
                <a:lnTo>
                  <a:pt x="1861" y="9499"/>
                </a:lnTo>
                <a:lnTo>
                  <a:pt x="1924" y="9672"/>
                </a:lnTo>
                <a:lnTo>
                  <a:pt x="1924" y="9894"/>
                </a:lnTo>
                <a:lnTo>
                  <a:pt x="1984" y="10066"/>
                </a:lnTo>
                <a:lnTo>
                  <a:pt x="1984" y="10239"/>
                </a:lnTo>
                <a:lnTo>
                  <a:pt x="2046" y="10461"/>
                </a:lnTo>
                <a:lnTo>
                  <a:pt x="2109" y="10634"/>
                </a:lnTo>
                <a:lnTo>
                  <a:pt x="2109" y="10807"/>
                </a:lnTo>
                <a:lnTo>
                  <a:pt x="2172" y="11029"/>
                </a:lnTo>
                <a:lnTo>
                  <a:pt x="2172" y="11201"/>
                </a:lnTo>
                <a:lnTo>
                  <a:pt x="2234" y="11374"/>
                </a:lnTo>
                <a:lnTo>
                  <a:pt x="2294" y="11596"/>
                </a:lnTo>
                <a:lnTo>
                  <a:pt x="2294" y="11769"/>
                </a:lnTo>
                <a:lnTo>
                  <a:pt x="2357" y="11942"/>
                </a:lnTo>
                <a:lnTo>
                  <a:pt x="2357" y="12114"/>
                </a:lnTo>
                <a:lnTo>
                  <a:pt x="2420" y="12287"/>
                </a:lnTo>
                <a:lnTo>
                  <a:pt x="2420" y="12509"/>
                </a:lnTo>
                <a:lnTo>
                  <a:pt x="2482" y="12682"/>
                </a:lnTo>
                <a:lnTo>
                  <a:pt x="2542" y="12855"/>
                </a:lnTo>
                <a:lnTo>
                  <a:pt x="2542" y="13077"/>
                </a:lnTo>
                <a:lnTo>
                  <a:pt x="2605" y="13249"/>
                </a:lnTo>
                <a:lnTo>
                  <a:pt x="2605" y="13422"/>
                </a:lnTo>
                <a:lnTo>
                  <a:pt x="2668" y="13644"/>
                </a:lnTo>
                <a:lnTo>
                  <a:pt x="2730" y="13817"/>
                </a:lnTo>
                <a:lnTo>
                  <a:pt x="2730" y="1399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6791371" y="3556335"/>
            <a:ext cx="2728" cy="13965"/>
          </a:xfrm>
          <a:custGeom>
            <a:avLst/>
            <a:gdLst/>
            <a:ahLst/>
            <a:cxnLst/>
            <a:rect l="l" t="t" r="r" b="b"/>
            <a:pathLst>
              <a:path w="2728" h="13965">
                <a:moveTo>
                  <a:pt x="0" y="0"/>
                </a:moveTo>
                <a:lnTo>
                  <a:pt x="59" y="172"/>
                </a:lnTo>
                <a:lnTo>
                  <a:pt x="59" y="345"/>
                </a:lnTo>
                <a:lnTo>
                  <a:pt x="122" y="518"/>
                </a:lnTo>
                <a:lnTo>
                  <a:pt x="122" y="666"/>
                </a:lnTo>
                <a:lnTo>
                  <a:pt x="185" y="838"/>
                </a:lnTo>
                <a:lnTo>
                  <a:pt x="248" y="1060"/>
                </a:lnTo>
                <a:lnTo>
                  <a:pt x="248" y="1233"/>
                </a:lnTo>
                <a:lnTo>
                  <a:pt x="307" y="1406"/>
                </a:lnTo>
                <a:lnTo>
                  <a:pt x="307" y="1628"/>
                </a:lnTo>
                <a:lnTo>
                  <a:pt x="370" y="1801"/>
                </a:lnTo>
                <a:lnTo>
                  <a:pt x="370" y="1973"/>
                </a:lnTo>
                <a:lnTo>
                  <a:pt x="433" y="2195"/>
                </a:lnTo>
                <a:lnTo>
                  <a:pt x="496" y="2368"/>
                </a:lnTo>
                <a:lnTo>
                  <a:pt x="496" y="2541"/>
                </a:lnTo>
                <a:lnTo>
                  <a:pt x="558" y="2763"/>
                </a:lnTo>
                <a:lnTo>
                  <a:pt x="618" y="2936"/>
                </a:lnTo>
                <a:lnTo>
                  <a:pt x="618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44" y="3676"/>
                </a:lnTo>
                <a:lnTo>
                  <a:pt x="744" y="3849"/>
                </a:lnTo>
                <a:lnTo>
                  <a:pt x="806" y="4021"/>
                </a:lnTo>
                <a:lnTo>
                  <a:pt x="806" y="4243"/>
                </a:lnTo>
                <a:lnTo>
                  <a:pt x="866" y="4416"/>
                </a:lnTo>
                <a:lnTo>
                  <a:pt x="929" y="4589"/>
                </a:lnTo>
                <a:lnTo>
                  <a:pt x="929" y="4811"/>
                </a:lnTo>
                <a:lnTo>
                  <a:pt x="992" y="4984"/>
                </a:lnTo>
                <a:lnTo>
                  <a:pt x="992" y="5156"/>
                </a:lnTo>
                <a:lnTo>
                  <a:pt x="1054" y="5304"/>
                </a:lnTo>
                <a:lnTo>
                  <a:pt x="1054" y="5477"/>
                </a:lnTo>
                <a:lnTo>
                  <a:pt x="1114" y="5724"/>
                </a:lnTo>
                <a:lnTo>
                  <a:pt x="1177" y="5872"/>
                </a:lnTo>
                <a:lnTo>
                  <a:pt x="1177" y="6045"/>
                </a:lnTo>
                <a:lnTo>
                  <a:pt x="1240" y="6267"/>
                </a:lnTo>
                <a:lnTo>
                  <a:pt x="1302" y="6439"/>
                </a:lnTo>
                <a:lnTo>
                  <a:pt x="1302" y="6612"/>
                </a:lnTo>
                <a:lnTo>
                  <a:pt x="1362" y="6834"/>
                </a:lnTo>
                <a:lnTo>
                  <a:pt x="1362" y="7007"/>
                </a:lnTo>
                <a:lnTo>
                  <a:pt x="1425" y="7180"/>
                </a:lnTo>
                <a:lnTo>
                  <a:pt x="1425" y="7352"/>
                </a:lnTo>
                <a:lnTo>
                  <a:pt x="1488" y="7525"/>
                </a:lnTo>
                <a:lnTo>
                  <a:pt x="1488" y="7747"/>
                </a:lnTo>
                <a:lnTo>
                  <a:pt x="1550" y="7920"/>
                </a:lnTo>
                <a:lnTo>
                  <a:pt x="1613" y="8093"/>
                </a:lnTo>
                <a:lnTo>
                  <a:pt x="1613" y="8315"/>
                </a:lnTo>
                <a:lnTo>
                  <a:pt x="1673" y="8487"/>
                </a:lnTo>
                <a:lnTo>
                  <a:pt x="1673" y="8660"/>
                </a:lnTo>
                <a:lnTo>
                  <a:pt x="1736" y="8882"/>
                </a:lnTo>
                <a:lnTo>
                  <a:pt x="1798" y="9055"/>
                </a:lnTo>
                <a:lnTo>
                  <a:pt x="1798" y="9228"/>
                </a:lnTo>
                <a:lnTo>
                  <a:pt x="1861" y="9400"/>
                </a:lnTo>
                <a:lnTo>
                  <a:pt x="1861" y="9548"/>
                </a:lnTo>
                <a:lnTo>
                  <a:pt x="1921" y="9795"/>
                </a:lnTo>
                <a:lnTo>
                  <a:pt x="1984" y="9968"/>
                </a:lnTo>
                <a:lnTo>
                  <a:pt x="1984" y="10116"/>
                </a:lnTo>
                <a:lnTo>
                  <a:pt x="2046" y="10363"/>
                </a:lnTo>
                <a:lnTo>
                  <a:pt x="2046" y="10511"/>
                </a:lnTo>
                <a:lnTo>
                  <a:pt x="2109" y="10683"/>
                </a:lnTo>
                <a:lnTo>
                  <a:pt x="2109" y="10856"/>
                </a:lnTo>
                <a:lnTo>
                  <a:pt x="2169" y="11029"/>
                </a:lnTo>
                <a:lnTo>
                  <a:pt x="2169" y="11251"/>
                </a:lnTo>
                <a:lnTo>
                  <a:pt x="2232" y="11423"/>
                </a:lnTo>
                <a:lnTo>
                  <a:pt x="2294" y="11596"/>
                </a:lnTo>
                <a:lnTo>
                  <a:pt x="2294" y="11818"/>
                </a:lnTo>
                <a:lnTo>
                  <a:pt x="2357" y="11991"/>
                </a:lnTo>
                <a:lnTo>
                  <a:pt x="2357" y="12164"/>
                </a:lnTo>
                <a:lnTo>
                  <a:pt x="2417" y="12336"/>
                </a:lnTo>
                <a:lnTo>
                  <a:pt x="2417" y="12509"/>
                </a:lnTo>
                <a:lnTo>
                  <a:pt x="2480" y="12731"/>
                </a:lnTo>
                <a:lnTo>
                  <a:pt x="2542" y="12904"/>
                </a:lnTo>
                <a:lnTo>
                  <a:pt x="2542" y="13077"/>
                </a:lnTo>
                <a:lnTo>
                  <a:pt x="2605" y="13299"/>
                </a:lnTo>
                <a:lnTo>
                  <a:pt x="2668" y="13471"/>
                </a:lnTo>
                <a:lnTo>
                  <a:pt x="2668" y="13644"/>
                </a:lnTo>
                <a:lnTo>
                  <a:pt x="2728" y="13792"/>
                </a:lnTo>
                <a:lnTo>
                  <a:pt x="2728" y="1396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6794099" y="3570300"/>
            <a:ext cx="2730" cy="13940"/>
          </a:xfrm>
          <a:custGeom>
            <a:avLst/>
            <a:gdLst/>
            <a:ahLst/>
            <a:cxnLst/>
            <a:rect l="l" t="t" r="r" b="b"/>
            <a:pathLst>
              <a:path w="2730" h="13940">
                <a:moveTo>
                  <a:pt x="0" y="0"/>
                </a:moveTo>
                <a:lnTo>
                  <a:pt x="62" y="246"/>
                </a:lnTo>
                <a:lnTo>
                  <a:pt x="62" y="394"/>
                </a:lnTo>
                <a:lnTo>
                  <a:pt x="125" y="567"/>
                </a:lnTo>
                <a:lnTo>
                  <a:pt x="125" y="789"/>
                </a:lnTo>
                <a:lnTo>
                  <a:pt x="188" y="962"/>
                </a:lnTo>
                <a:lnTo>
                  <a:pt x="248" y="1134"/>
                </a:lnTo>
                <a:lnTo>
                  <a:pt x="248" y="1307"/>
                </a:lnTo>
                <a:lnTo>
                  <a:pt x="310" y="1480"/>
                </a:lnTo>
                <a:lnTo>
                  <a:pt x="310" y="1702"/>
                </a:lnTo>
                <a:lnTo>
                  <a:pt x="373" y="1875"/>
                </a:lnTo>
                <a:lnTo>
                  <a:pt x="373" y="2047"/>
                </a:lnTo>
                <a:lnTo>
                  <a:pt x="436" y="2269"/>
                </a:lnTo>
                <a:lnTo>
                  <a:pt x="496" y="2442"/>
                </a:lnTo>
                <a:lnTo>
                  <a:pt x="496" y="2615"/>
                </a:lnTo>
                <a:lnTo>
                  <a:pt x="558" y="2788"/>
                </a:lnTo>
                <a:lnTo>
                  <a:pt x="558" y="2960"/>
                </a:lnTo>
                <a:lnTo>
                  <a:pt x="621" y="3182"/>
                </a:lnTo>
                <a:lnTo>
                  <a:pt x="684" y="3355"/>
                </a:lnTo>
                <a:lnTo>
                  <a:pt x="684" y="3528"/>
                </a:lnTo>
                <a:lnTo>
                  <a:pt x="744" y="3750"/>
                </a:lnTo>
                <a:lnTo>
                  <a:pt x="744" y="3923"/>
                </a:lnTo>
                <a:lnTo>
                  <a:pt x="806" y="4071"/>
                </a:lnTo>
                <a:lnTo>
                  <a:pt x="806" y="4243"/>
                </a:lnTo>
                <a:lnTo>
                  <a:pt x="869" y="4416"/>
                </a:lnTo>
                <a:lnTo>
                  <a:pt x="932" y="4638"/>
                </a:lnTo>
                <a:lnTo>
                  <a:pt x="932" y="4811"/>
                </a:lnTo>
                <a:lnTo>
                  <a:pt x="994" y="4984"/>
                </a:lnTo>
                <a:lnTo>
                  <a:pt x="994" y="5156"/>
                </a:lnTo>
                <a:lnTo>
                  <a:pt x="1054" y="5329"/>
                </a:lnTo>
                <a:lnTo>
                  <a:pt x="1054" y="5551"/>
                </a:lnTo>
                <a:lnTo>
                  <a:pt x="1117" y="5724"/>
                </a:lnTo>
                <a:lnTo>
                  <a:pt x="1180" y="5897"/>
                </a:lnTo>
                <a:lnTo>
                  <a:pt x="1180" y="6119"/>
                </a:lnTo>
                <a:lnTo>
                  <a:pt x="1242" y="6291"/>
                </a:lnTo>
                <a:lnTo>
                  <a:pt x="1242" y="6464"/>
                </a:lnTo>
                <a:lnTo>
                  <a:pt x="1302" y="6637"/>
                </a:lnTo>
                <a:lnTo>
                  <a:pt x="1302" y="6809"/>
                </a:lnTo>
                <a:lnTo>
                  <a:pt x="1365" y="7032"/>
                </a:lnTo>
                <a:lnTo>
                  <a:pt x="1428" y="7204"/>
                </a:lnTo>
                <a:lnTo>
                  <a:pt x="1428" y="7352"/>
                </a:lnTo>
                <a:lnTo>
                  <a:pt x="1490" y="7525"/>
                </a:lnTo>
                <a:lnTo>
                  <a:pt x="1490" y="7698"/>
                </a:lnTo>
                <a:lnTo>
                  <a:pt x="1550" y="7920"/>
                </a:lnTo>
                <a:lnTo>
                  <a:pt x="1613" y="8093"/>
                </a:lnTo>
                <a:lnTo>
                  <a:pt x="1613" y="8265"/>
                </a:lnTo>
                <a:lnTo>
                  <a:pt x="1676" y="8487"/>
                </a:lnTo>
                <a:lnTo>
                  <a:pt x="1676" y="8660"/>
                </a:lnTo>
                <a:lnTo>
                  <a:pt x="1738" y="8833"/>
                </a:lnTo>
                <a:lnTo>
                  <a:pt x="1738" y="9005"/>
                </a:lnTo>
                <a:lnTo>
                  <a:pt x="1798" y="9178"/>
                </a:lnTo>
                <a:lnTo>
                  <a:pt x="1861" y="9400"/>
                </a:lnTo>
                <a:lnTo>
                  <a:pt x="1861" y="9573"/>
                </a:lnTo>
                <a:lnTo>
                  <a:pt x="1924" y="9746"/>
                </a:lnTo>
                <a:lnTo>
                  <a:pt x="1924" y="9918"/>
                </a:lnTo>
                <a:lnTo>
                  <a:pt x="1986" y="10091"/>
                </a:lnTo>
                <a:lnTo>
                  <a:pt x="1986" y="10313"/>
                </a:lnTo>
                <a:lnTo>
                  <a:pt x="2049" y="10486"/>
                </a:lnTo>
                <a:lnTo>
                  <a:pt x="2049" y="10659"/>
                </a:lnTo>
                <a:lnTo>
                  <a:pt x="2109" y="10807"/>
                </a:lnTo>
                <a:lnTo>
                  <a:pt x="2172" y="10979"/>
                </a:lnTo>
                <a:lnTo>
                  <a:pt x="2172" y="11201"/>
                </a:lnTo>
                <a:lnTo>
                  <a:pt x="2234" y="11374"/>
                </a:lnTo>
                <a:lnTo>
                  <a:pt x="2234" y="11547"/>
                </a:lnTo>
                <a:lnTo>
                  <a:pt x="2297" y="11720"/>
                </a:lnTo>
                <a:lnTo>
                  <a:pt x="2297" y="11892"/>
                </a:lnTo>
                <a:lnTo>
                  <a:pt x="2357" y="12114"/>
                </a:lnTo>
                <a:lnTo>
                  <a:pt x="2420" y="12287"/>
                </a:lnTo>
                <a:lnTo>
                  <a:pt x="2420" y="12460"/>
                </a:lnTo>
                <a:lnTo>
                  <a:pt x="2482" y="12682"/>
                </a:lnTo>
                <a:lnTo>
                  <a:pt x="2545" y="12855"/>
                </a:lnTo>
                <a:lnTo>
                  <a:pt x="2545" y="13027"/>
                </a:lnTo>
                <a:lnTo>
                  <a:pt x="2605" y="13200"/>
                </a:lnTo>
                <a:lnTo>
                  <a:pt x="2605" y="13373"/>
                </a:lnTo>
                <a:lnTo>
                  <a:pt x="2668" y="13595"/>
                </a:lnTo>
                <a:lnTo>
                  <a:pt x="2668" y="13767"/>
                </a:lnTo>
                <a:lnTo>
                  <a:pt x="2730" y="1394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6796830" y="3584241"/>
            <a:ext cx="2730" cy="13792"/>
          </a:xfrm>
          <a:custGeom>
            <a:avLst/>
            <a:gdLst/>
            <a:ahLst/>
            <a:cxnLst/>
            <a:rect l="l" t="t" r="r" b="b"/>
            <a:pathLst>
              <a:path w="2730" h="13792">
                <a:moveTo>
                  <a:pt x="0" y="0"/>
                </a:moveTo>
                <a:lnTo>
                  <a:pt x="0" y="148"/>
                </a:lnTo>
                <a:lnTo>
                  <a:pt x="62" y="320"/>
                </a:lnTo>
                <a:lnTo>
                  <a:pt x="122" y="542"/>
                </a:lnTo>
                <a:lnTo>
                  <a:pt x="122" y="715"/>
                </a:lnTo>
                <a:lnTo>
                  <a:pt x="185" y="888"/>
                </a:lnTo>
                <a:lnTo>
                  <a:pt x="185" y="1060"/>
                </a:lnTo>
                <a:lnTo>
                  <a:pt x="248" y="1233"/>
                </a:lnTo>
                <a:lnTo>
                  <a:pt x="248" y="1455"/>
                </a:lnTo>
                <a:lnTo>
                  <a:pt x="310" y="1628"/>
                </a:lnTo>
                <a:lnTo>
                  <a:pt x="373" y="1801"/>
                </a:lnTo>
                <a:lnTo>
                  <a:pt x="373" y="1973"/>
                </a:lnTo>
                <a:lnTo>
                  <a:pt x="433" y="2146"/>
                </a:lnTo>
                <a:lnTo>
                  <a:pt x="433" y="2368"/>
                </a:lnTo>
                <a:lnTo>
                  <a:pt x="496" y="2541"/>
                </a:lnTo>
                <a:lnTo>
                  <a:pt x="496" y="2714"/>
                </a:lnTo>
                <a:lnTo>
                  <a:pt x="558" y="2862"/>
                </a:lnTo>
                <a:lnTo>
                  <a:pt x="621" y="3034"/>
                </a:lnTo>
                <a:lnTo>
                  <a:pt x="621" y="3281"/>
                </a:lnTo>
                <a:lnTo>
                  <a:pt x="681" y="3429"/>
                </a:lnTo>
                <a:lnTo>
                  <a:pt x="681" y="3602"/>
                </a:lnTo>
                <a:lnTo>
                  <a:pt x="744" y="3775"/>
                </a:lnTo>
                <a:lnTo>
                  <a:pt x="744" y="3947"/>
                </a:lnTo>
                <a:lnTo>
                  <a:pt x="806" y="4120"/>
                </a:lnTo>
                <a:lnTo>
                  <a:pt x="806" y="4293"/>
                </a:lnTo>
                <a:lnTo>
                  <a:pt x="869" y="4515"/>
                </a:lnTo>
                <a:lnTo>
                  <a:pt x="929" y="4688"/>
                </a:lnTo>
                <a:lnTo>
                  <a:pt x="929" y="4860"/>
                </a:lnTo>
                <a:lnTo>
                  <a:pt x="992" y="5033"/>
                </a:lnTo>
                <a:lnTo>
                  <a:pt x="992" y="5206"/>
                </a:lnTo>
                <a:lnTo>
                  <a:pt x="1054" y="5428"/>
                </a:lnTo>
                <a:lnTo>
                  <a:pt x="1117" y="5600"/>
                </a:lnTo>
                <a:lnTo>
                  <a:pt x="1117" y="5748"/>
                </a:lnTo>
                <a:lnTo>
                  <a:pt x="1177" y="5921"/>
                </a:lnTo>
                <a:lnTo>
                  <a:pt x="1177" y="6094"/>
                </a:lnTo>
                <a:lnTo>
                  <a:pt x="1240" y="6316"/>
                </a:lnTo>
                <a:lnTo>
                  <a:pt x="1302" y="6489"/>
                </a:lnTo>
                <a:lnTo>
                  <a:pt x="1302" y="6661"/>
                </a:lnTo>
                <a:lnTo>
                  <a:pt x="1365" y="6834"/>
                </a:lnTo>
                <a:lnTo>
                  <a:pt x="1365" y="7007"/>
                </a:lnTo>
                <a:lnTo>
                  <a:pt x="1428" y="7229"/>
                </a:lnTo>
                <a:lnTo>
                  <a:pt x="1428" y="7402"/>
                </a:lnTo>
                <a:lnTo>
                  <a:pt x="1488" y="7574"/>
                </a:lnTo>
                <a:lnTo>
                  <a:pt x="1488" y="7747"/>
                </a:lnTo>
                <a:lnTo>
                  <a:pt x="1550" y="7920"/>
                </a:lnTo>
                <a:lnTo>
                  <a:pt x="1613" y="8068"/>
                </a:lnTo>
                <a:lnTo>
                  <a:pt x="1613" y="8241"/>
                </a:lnTo>
                <a:lnTo>
                  <a:pt x="1676" y="8487"/>
                </a:lnTo>
                <a:lnTo>
                  <a:pt x="1676" y="8635"/>
                </a:lnTo>
                <a:lnTo>
                  <a:pt x="1736" y="8808"/>
                </a:lnTo>
                <a:lnTo>
                  <a:pt x="1736" y="8981"/>
                </a:lnTo>
                <a:lnTo>
                  <a:pt x="1798" y="9153"/>
                </a:lnTo>
                <a:lnTo>
                  <a:pt x="1861" y="9376"/>
                </a:lnTo>
                <a:lnTo>
                  <a:pt x="1861" y="9548"/>
                </a:lnTo>
                <a:lnTo>
                  <a:pt x="1924" y="9721"/>
                </a:lnTo>
                <a:lnTo>
                  <a:pt x="1924" y="9894"/>
                </a:lnTo>
                <a:lnTo>
                  <a:pt x="1984" y="10066"/>
                </a:lnTo>
                <a:lnTo>
                  <a:pt x="1984" y="10288"/>
                </a:lnTo>
                <a:lnTo>
                  <a:pt x="2046" y="10461"/>
                </a:lnTo>
                <a:lnTo>
                  <a:pt x="2046" y="10634"/>
                </a:lnTo>
                <a:lnTo>
                  <a:pt x="2109" y="10807"/>
                </a:lnTo>
                <a:lnTo>
                  <a:pt x="2172" y="10955"/>
                </a:lnTo>
                <a:lnTo>
                  <a:pt x="2172" y="11127"/>
                </a:lnTo>
                <a:lnTo>
                  <a:pt x="2232" y="11300"/>
                </a:lnTo>
                <a:lnTo>
                  <a:pt x="2232" y="11522"/>
                </a:lnTo>
                <a:lnTo>
                  <a:pt x="2294" y="11695"/>
                </a:lnTo>
                <a:lnTo>
                  <a:pt x="2294" y="11868"/>
                </a:lnTo>
                <a:lnTo>
                  <a:pt x="2357" y="12040"/>
                </a:lnTo>
                <a:lnTo>
                  <a:pt x="2420" y="12213"/>
                </a:lnTo>
                <a:lnTo>
                  <a:pt x="2420" y="12435"/>
                </a:lnTo>
                <a:lnTo>
                  <a:pt x="2482" y="12608"/>
                </a:lnTo>
                <a:lnTo>
                  <a:pt x="2482" y="12781"/>
                </a:lnTo>
                <a:lnTo>
                  <a:pt x="2542" y="12953"/>
                </a:lnTo>
                <a:lnTo>
                  <a:pt x="2542" y="13126"/>
                </a:lnTo>
                <a:lnTo>
                  <a:pt x="2605" y="13274"/>
                </a:lnTo>
                <a:lnTo>
                  <a:pt x="2668" y="13447"/>
                </a:lnTo>
                <a:lnTo>
                  <a:pt x="2668" y="1369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6799561" y="3598033"/>
            <a:ext cx="2665" cy="13743"/>
          </a:xfrm>
          <a:custGeom>
            <a:avLst/>
            <a:gdLst/>
            <a:ahLst/>
            <a:cxnLst/>
            <a:rect l="l" t="t" r="r" b="b"/>
            <a:pathLst>
              <a:path w="2665" h="13743">
                <a:moveTo>
                  <a:pt x="0" y="0"/>
                </a:moveTo>
                <a:lnTo>
                  <a:pt x="0" y="222"/>
                </a:lnTo>
                <a:lnTo>
                  <a:pt x="59" y="394"/>
                </a:lnTo>
                <a:lnTo>
                  <a:pt x="59" y="567"/>
                </a:lnTo>
                <a:lnTo>
                  <a:pt x="122" y="740"/>
                </a:lnTo>
                <a:lnTo>
                  <a:pt x="122" y="912"/>
                </a:lnTo>
                <a:lnTo>
                  <a:pt x="185" y="1134"/>
                </a:lnTo>
                <a:lnTo>
                  <a:pt x="248" y="1307"/>
                </a:lnTo>
                <a:lnTo>
                  <a:pt x="248" y="1480"/>
                </a:lnTo>
                <a:lnTo>
                  <a:pt x="307" y="1653"/>
                </a:lnTo>
                <a:lnTo>
                  <a:pt x="307" y="1801"/>
                </a:lnTo>
                <a:lnTo>
                  <a:pt x="370" y="1973"/>
                </a:lnTo>
                <a:lnTo>
                  <a:pt x="370" y="2146"/>
                </a:lnTo>
                <a:lnTo>
                  <a:pt x="433" y="2368"/>
                </a:lnTo>
                <a:lnTo>
                  <a:pt x="496" y="2541"/>
                </a:lnTo>
                <a:lnTo>
                  <a:pt x="496" y="2714"/>
                </a:lnTo>
                <a:lnTo>
                  <a:pt x="555" y="2886"/>
                </a:lnTo>
                <a:lnTo>
                  <a:pt x="555" y="3059"/>
                </a:lnTo>
                <a:lnTo>
                  <a:pt x="618" y="3232"/>
                </a:lnTo>
                <a:lnTo>
                  <a:pt x="618" y="3404"/>
                </a:lnTo>
                <a:lnTo>
                  <a:pt x="681" y="3627"/>
                </a:lnTo>
                <a:lnTo>
                  <a:pt x="744" y="3799"/>
                </a:lnTo>
                <a:lnTo>
                  <a:pt x="744" y="3972"/>
                </a:lnTo>
                <a:lnTo>
                  <a:pt x="806" y="4145"/>
                </a:lnTo>
                <a:lnTo>
                  <a:pt x="806" y="4293"/>
                </a:lnTo>
                <a:lnTo>
                  <a:pt x="866" y="4465"/>
                </a:lnTo>
                <a:lnTo>
                  <a:pt x="866" y="4638"/>
                </a:lnTo>
                <a:lnTo>
                  <a:pt x="929" y="4860"/>
                </a:lnTo>
                <a:lnTo>
                  <a:pt x="992" y="5033"/>
                </a:lnTo>
                <a:lnTo>
                  <a:pt x="992" y="5206"/>
                </a:lnTo>
                <a:lnTo>
                  <a:pt x="1054" y="5378"/>
                </a:lnTo>
                <a:lnTo>
                  <a:pt x="1054" y="5551"/>
                </a:lnTo>
                <a:lnTo>
                  <a:pt x="1114" y="5724"/>
                </a:lnTo>
                <a:lnTo>
                  <a:pt x="1114" y="5897"/>
                </a:lnTo>
                <a:lnTo>
                  <a:pt x="1177" y="6119"/>
                </a:lnTo>
                <a:lnTo>
                  <a:pt x="1240" y="6291"/>
                </a:lnTo>
                <a:lnTo>
                  <a:pt x="1240" y="6464"/>
                </a:lnTo>
                <a:lnTo>
                  <a:pt x="1302" y="6612"/>
                </a:lnTo>
                <a:lnTo>
                  <a:pt x="1302" y="6785"/>
                </a:lnTo>
                <a:lnTo>
                  <a:pt x="1362" y="6958"/>
                </a:lnTo>
                <a:lnTo>
                  <a:pt x="1362" y="7130"/>
                </a:lnTo>
                <a:lnTo>
                  <a:pt x="1425" y="7303"/>
                </a:lnTo>
                <a:lnTo>
                  <a:pt x="1425" y="7476"/>
                </a:lnTo>
                <a:lnTo>
                  <a:pt x="1488" y="7698"/>
                </a:lnTo>
                <a:lnTo>
                  <a:pt x="1550" y="7870"/>
                </a:lnTo>
                <a:lnTo>
                  <a:pt x="1550" y="8043"/>
                </a:lnTo>
                <a:lnTo>
                  <a:pt x="1610" y="8216"/>
                </a:lnTo>
                <a:lnTo>
                  <a:pt x="1610" y="8389"/>
                </a:lnTo>
                <a:lnTo>
                  <a:pt x="1673" y="8537"/>
                </a:lnTo>
                <a:lnTo>
                  <a:pt x="1673" y="8709"/>
                </a:lnTo>
                <a:lnTo>
                  <a:pt x="1736" y="8882"/>
                </a:lnTo>
                <a:lnTo>
                  <a:pt x="1736" y="9055"/>
                </a:lnTo>
                <a:lnTo>
                  <a:pt x="1798" y="9277"/>
                </a:lnTo>
                <a:lnTo>
                  <a:pt x="1861" y="9450"/>
                </a:lnTo>
                <a:lnTo>
                  <a:pt x="1861" y="9622"/>
                </a:lnTo>
                <a:lnTo>
                  <a:pt x="1921" y="9795"/>
                </a:lnTo>
                <a:lnTo>
                  <a:pt x="1921" y="9968"/>
                </a:lnTo>
                <a:lnTo>
                  <a:pt x="1984" y="10140"/>
                </a:lnTo>
                <a:lnTo>
                  <a:pt x="1984" y="10288"/>
                </a:lnTo>
                <a:lnTo>
                  <a:pt x="2046" y="10535"/>
                </a:lnTo>
                <a:lnTo>
                  <a:pt x="2109" y="10708"/>
                </a:lnTo>
                <a:lnTo>
                  <a:pt x="2109" y="10856"/>
                </a:lnTo>
                <a:lnTo>
                  <a:pt x="2169" y="11029"/>
                </a:lnTo>
                <a:lnTo>
                  <a:pt x="2169" y="11201"/>
                </a:lnTo>
                <a:lnTo>
                  <a:pt x="2232" y="11374"/>
                </a:lnTo>
                <a:lnTo>
                  <a:pt x="2232" y="11547"/>
                </a:lnTo>
                <a:lnTo>
                  <a:pt x="2294" y="11720"/>
                </a:lnTo>
                <a:lnTo>
                  <a:pt x="2294" y="11892"/>
                </a:lnTo>
                <a:lnTo>
                  <a:pt x="2357" y="12065"/>
                </a:lnTo>
                <a:lnTo>
                  <a:pt x="2417" y="12213"/>
                </a:lnTo>
                <a:lnTo>
                  <a:pt x="2417" y="12460"/>
                </a:lnTo>
                <a:lnTo>
                  <a:pt x="2480" y="12632"/>
                </a:lnTo>
                <a:lnTo>
                  <a:pt x="2480" y="12781"/>
                </a:lnTo>
                <a:lnTo>
                  <a:pt x="2542" y="12953"/>
                </a:lnTo>
                <a:lnTo>
                  <a:pt x="2542" y="13126"/>
                </a:lnTo>
                <a:lnTo>
                  <a:pt x="2605" y="13299"/>
                </a:lnTo>
                <a:lnTo>
                  <a:pt x="2665" y="13471"/>
                </a:lnTo>
                <a:lnTo>
                  <a:pt x="2665" y="1364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6802226" y="3611777"/>
            <a:ext cx="2730" cy="13644"/>
          </a:xfrm>
          <a:custGeom>
            <a:avLst/>
            <a:gdLst/>
            <a:ahLst/>
            <a:cxnLst/>
            <a:rect l="l" t="t" r="r" b="b"/>
            <a:pathLst>
              <a:path w="2730" h="13644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5" y="518"/>
                </a:lnTo>
                <a:lnTo>
                  <a:pt x="188" y="690"/>
                </a:lnTo>
                <a:lnTo>
                  <a:pt x="188" y="863"/>
                </a:lnTo>
                <a:lnTo>
                  <a:pt x="250" y="1036"/>
                </a:lnTo>
                <a:lnTo>
                  <a:pt x="250" y="1258"/>
                </a:lnTo>
                <a:lnTo>
                  <a:pt x="310" y="1431"/>
                </a:lnTo>
                <a:lnTo>
                  <a:pt x="310" y="1603"/>
                </a:lnTo>
                <a:lnTo>
                  <a:pt x="373" y="1751"/>
                </a:lnTo>
                <a:lnTo>
                  <a:pt x="436" y="1924"/>
                </a:lnTo>
                <a:lnTo>
                  <a:pt x="436" y="2097"/>
                </a:lnTo>
                <a:lnTo>
                  <a:pt x="498" y="2269"/>
                </a:lnTo>
                <a:lnTo>
                  <a:pt x="498" y="2442"/>
                </a:lnTo>
                <a:lnTo>
                  <a:pt x="558" y="2615"/>
                </a:lnTo>
                <a:lnTo>
                  <a:pt x="558" y="2788"/>
                </a:lnTo>
                <a:lnTo>
                  <a:pt x="621" y="2960"/>
                </a:lnTo>
                <a:lnTo>
                  <a:pt x="684" y="3182"/>
                </a:lnTo>
                <a:lnTo>
                  <a:pt x="684" y="3355"/>
                </a:lnTo>
                <a:lnTo>
                  <a:pt x="746" y="3528"/>
                </a:lnTo>
                <a:lnTo>
                  <a:pt x="746" y="3676"/>
                </a:lnTo>
                <a:lnTo>
                  <a:pt x="806" y="3849"/>
                </a:lnTo>
                <a:lnTo>
                  <a:pt x="806" y="4021"/>
                </a:lnTo>
                <a:lnTo>
                  <a:pt x="869" y="4194"/>
                </a:lnTo>
                <a:lnTo>
                  <a:pt x="869" y="4367"/>
                </a:lnTo>
                <a:lnTo>
                  <a:pt x="932" y="4539"/>
                </a:lnTo>
                <a:lnTo>
                  <a:pt x="994" y="4712"/>
                </a:lnTo>
                <a:lnTo>
                  <a:pt x="994" y="4885"/>
                </a:lnTo>
                <a:lnTo>
                  <a:pt x="1054" y="5033"/>
                </a:lnTo>
                <a:lnTo>
                  <a:pt x="1054" y="5206"/>
                </a:lnTo>
                <a:lnTo>
                  <a:pt x="1117" y="5452"/>
                </a:lnTo>
                <a:lnTo>
                  <a:pt x="1117" y="5600"/>
                </a:lnTo>
                <a:lnTo>
                  <a:pt x="1180" y="5773"/>
                </a:lnTo>
                <a:lnTo>
                  <a:pt x="1242" y="5946"/>
                </a:lnTo>
                <a:lnTo>
                  <a:pt x="1242" y="6119"/>
                </a:lnTo>
                <a:lnTo>
                  <a:pt x="1305" y="6291"/>
                </a:lnTo>
                <a:lnTo>
                  <a:pt x="1305" y="6464"/>
                </a:lnTo>
                <a:lnTo>
                  <a:pt x="1365" y="6637"/>
                </a:lnTo>
                <a:lnTo>
                  <a:pt x="1365" y="6809"/>
                </a:lnTo>
                <a:lnTo>
                  <a:pt x="1428" y="6958"/>
                </a:lnTo>
                <a:lnTo>
                  <a:pt x="1428" y="7130"/>
                </a:lnTo>
                <a:lnTo>
                  <a:pt x="1490" y="7303"/>
                </a:lnTo>
                <a:lnTo>
                  <a:pt x="1490" y="7476"/>
                </a:lnTo>
                <a:lnTo>
                  <a:pt x="1553" y="7648"/>
                </a:lnTo>
                <a:lnTo>
                  <a:pt x="1553" y="7821"/>
                </a:lnTo>
                <a:lnTo>
                  <a:pt x="1613" y="7994"/>
                </a:lnTo>
                <a:lnTo>
                  <a:pt x="1676" y="8167"/>
                </a:lnTo>
                <a:lnTo>
                  <a:pt x="1676" y="8389"/>
                </a:lnTo>
                <a:lnTo>
                  <a:pt x="1738" y="8561"/>
                </a:lnTo>
                <a:lnTo>
                  <a:pt x="1738" y="8734"/>
                </a:lnTo>
                <a:lnTo>
                  <a:pt x="1801" y="8882"/>
                </a:lnTo>
                <a:lnTo>
                  <a:pt x="1801" y="9055"/>
                </a:lnTo>
                <a:lnTo>
                  <a:pt x="1861" y="9228"/>
                </a:lnTo>
                <a:lnTo>
                  <a:pt x="1924" y="9400"/>
                </a:lnTo>
                <a:lnTo>
                  <a:pt x="1924" y="9573"/>
                </a:lnTo>
                <a:lnTo>
                  <a:pt x="1986" y="9746"/>
                </a:lnTo>
                <a:lnTo>
                  <a:pt x="1986" y="9918"/>
                </a:lnTo>
                <a:lnTo>
                  <a:pt x="2049" y="10091"/>
                </a:lnTo>
                <a:lnTo>
                  <a:pt x="2049" y="10239"/>
                </a:lnTo>
                <a:lnTo>
                  <a:pt x="2109" y="10412"/>
                </a:lnTo>
                <a:lnTo>
                  <a:pt x="2109" y="10585"/>
                </a:lnTo>
                <a:lnTo>
                  <a:pt x="2172" y="10757"/>
                </a:lnTo>
                <a:lnTo>
                  <a:pt x="2234" y="10930"/>
                </a:lnTo>
                <a:lnTo>
                  <a:pt x="2234" y="11103"/>
                </a:lnTo>
                <a:lnTo>
                  <a:pt x="2297" y="11275"/>
                </a:lnTo>
                <a:lnTo>
                  <a:pt x="2297" y="11448"/>
                </a:lnTo>
                <a:lnTo>
                  <a:pt x="2360" y="11670"/>
                </a:lnTo>
                <a:lnTo>
                  <a:pt x="2360" y="11843"/>
                </a:lnTo>
                <a:lnTo>
                  <a:pt x="2420" y="12016"/>
                </a:lnTo>
                <a:lnTo>
                  <a:pt x="2482" y="12164"/>
                </a:lnTo>
                <a:lnTo>
                  <a:pt x="2482" y="12336"/>
                </a:lnTo>
                <a:lnTo>
                  <a:pt x="2545" y="12509"/>
                </a:lnTo>
                <a:lnTo>
                  <a:pt x="2545" y="12682"/>
                </a:lnTo>
                <a:lnTo>
                  <a:pt x="2608" y="12855"/>
                </a:lnTo>
                <a:lnTo>
                  <a:pt x="2608" y="13027"/>
                </a:lnTo>
                <a:lnTo>
                  <a:pt x="2668" y="13200"/>
                </a:lnTo>
                <a:lnTo>
                  <a:pt x="2668" y="13373"/>
                </a:lnTo>
                <a:lnTo>
                  <a:pt x="2730" y="1352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6804957" y="3625421"/>
            <a:ext cx="2730" cy="13471"/>
          </a:xfrm>
          <a:custGeom>
            <a:avLst/>
            <a:gdLst/>
            <a:ahLst/>
            <a:cxnLst/>
            <a:rect l="l" t="t" r="r" b="b"/>
            <a:pathLst>
              <a:path w="2730" h="13471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5" y="518"/>
                </a:lnTo>
                <a:lnTo>
                  <a:pt x="125" y="690"/>
                </a:lnTo>
                <a:lnTo>
                  <a:pt x="185" y="838"/>
                </a:lnTo>
                <a:lnTo>
                  <a:pt x="185" y="1011"/>
                </a:lnTo>
                <a:lnTo>
                  <a:pt x="248" y="1184"/>
                </a:lnTo>
                <a:lnTo>
                  <a:pt x="310" y="1357"/>
                </a:lnTo>
                <a:lnTo>
                  <a:pt x="310" y="1529"/>
                </a:lnTo>
                <a:lnTo>
                  <a:pt x="373" y="1702"/>
                </a:lnTo>
                <a:lnTo>
                  <a:pt x="373" y="1875"/>
                </a:lnTo>
                <a:lnTo>
                  <a:pt x="433" y="2047"/>
                </a:lnTo>
                <a:lnTo>
                  <a:pt x="433" y="2220"/>
                </a:lnTo>
                <a:lnTo>
                  <a:pt x="496" y="2368"/>
                </a:lnTo>
                <a:lnTo>
                  <a:pt x="558" y="2541"/>
                </a:lnTo>
                <a:lnTo>
                  <a:pt x="558" y="2714"/>
                </a:lnTo>
                <a:lnTo>
                  <a:pt x="621" y="2886"/>
                </a:lnTo>
                <a:lnTo>
                  <a:pt x="621" y="3059"/>
                </a:lnTo>
                <a:lnTo>
                  <a:pt x="684" y="3232"/>
                </a:lnTo>
                <a:lnTo>
                  <a:pt x="684" y="3404"/>
                </a:lnTo>
                <a:lnTo>
                  <a:pt x="744" y="3577"/>
                </a:lnTo>
                <a:lnTo>
                  <a:pt x="744" y="3725"/>
                </a:lnTo>
                <a:lnTo>
                  <a:pt x="806" y="3898"/>
                </a:lnTo>
                <a:lnTo>
                  <a:pt x="806" y="4071"/>
                </a:lnTo>
                <a:lnTo>
                  <a:pt x="869" y="4243"/>
                </a:lnTo>
                <a:lnTo>
                  <a:pt x="869" y="4416"/>
                </a:lnTo>
                <a:lnTo>
                  <a:pt x="932" y="4589"/>
                </a:lnTo>
                <a:lnTo>
                  <a:pt x="992" y="4762"/>
                </a:lnTo>
                <a:lnTo>
                  <a:pt x="992" y="4934"/>
                </a:lnTo>
                <a:lnTo>
                  <a:pt x="1054" y="5082"/>
                </a:lnTo>
                <a:lnTo>
                  <a:pt x="1054" y="5255"/>
                </a:lnTo>
                <a:lnTo>
                  <a:pt x="1117" y="5428"/>
                </a:lnTo>
                <a:lnTo>
                  <a:pt x="1117" y="5600"/>
                </a:lnTo>
                <a:lnTo>
                  <a:pt x="1180" y="5773"/>
                </a:lnTo>
                <a:lnTo>
                  <a:pt x="1240" y="5946"/>
                </a:lnTo>
                <a:lnTo>
                  <a:pt x="1240" y="6119"/>
                </a:lnTo>
                <a:lnTo>
                  <a:pt x="1302" y="6291"/>
                </a:lnTo>
                <a:lnTo>
                  <a:pt x="1302" y="6464"/>
                </a:lnTo>
                <a:lnTo>
                  <a:pt x="1365" y="6612"/>
                </a:lnTo>
                <a:lnTo>
                  <a:pt x="1365" y="6785"/>
                </a:lnTo>
                <a:lnTo>
                  <a:pt x="1428" y="6958"/>
                </a:lnTo>
                <a:lnTo>
                  <a:pt x="1428" y="7130"/>
                </a:lnTo>
                <a:lnTo>
                  <a:pt x="1488" y="7303"/>
                </a:lnTo>
                <a:lnTo>
                  <a:pt x="1488" y="7476"/>
                </a:lnTo>
                <a:lnTo>
                  <a:pt x="1550" y="7648"/>
                </a:lnTo>
                <a:lnTo>
                  <a:pt x="1550" y="7821"/>
                </a:lnTo>
                <a:lnTo>
                  <a:pt x="1613" y="7969"/>
                </a:lnTo>
                <a:lnTo>
                  <a:pt x="1676" y="8142"/>
                </a:lnTo>
                <a:lnTo>
                  <a:pt x="1676" y="8315"/>
                </a:lnTo>
                <a:lnTo>
                  <a:pt x="1738" y="8487"/>
                </a:lnTo>
                <a:lnTo>
                  <a:pt x="1738" y="8660"/>
                </a:lnTo>
                <a:lnTo>
                  <a:pt x="1798" y="8833"/>
                </a:lnTo>
                <a:lnTo>
                  <a:pt x="1798" y="9005"/>
                </a:lnTo>
                <a:lnTo>
                  <a:pt x="1861" y="9178"/>
                </a:lnTo>
                <a:lnTo>
                  <a:pt x="1924" y="9326"/>
                </a:lnTo>
                <a:lnTo>
                  <a:pt x="1924" y="9499"/>
                </a:lnTo>
                <a:lnTo>
                  <a:pt x="1986" y="9672"/>
                </a:lnTo>
                <a:lnTo>
                  <a:pt x="1986" y="9844"/>
                </a:lnTo>
                <a:lnTo>
                  <a:pt x="2046" y="10017"/>
                </a:lnTo>
                <a:lnTo>
                  <a:pt x="2046" y="10190"/>
                </a:lnTo>
                <a:lnTo>
                  <a:pt x="2109" y="10363"/>
                </a:lnTo>
                <a:lnTo>
                  <a:pt x="2109" y="10535"/>
                </a:lnTo>
                <a:lnTo>
                  <a:pt x="2172" y="10708"/>
                </a:lnTo>
                <a:lnTo>
                  <a:pt x="2172" y="10856"/>
                </a:lnTo>
                <a:lnTo>
                  <a:pt x="2234" y="11029"/>
                </a:lnTo>
                <a:lnTo>
                  <a:pt x="2234" y="11201"/>
                </a:lnTo>
                <a:lnTo>
                  <a:pt x="2294" y="11374"/>
                </a:lnTo>
                <a:lnTo>
                  <a:pt x="2357" y="11547"/>
                </a:lnTo>
                <a:lnTo>
                  <a:pt x="2357" y="11720"/>
                </a:lnTo>
                <a:lnTo>
                  <a:pt x="2420" y="11892"/>
                </a:lnTo>
                <a:lnTo>
                  <a:pt x="2420" y="12065"/>
                </a:lnTo>
                <a:lnTo>
                  <a:pt x="2482" y="12213"/>
                </a:lnTo>
                <a:lnTo>
                  <a:pt x="2482" y="12386"/>
                </a:lnTo>
                <a:lnTo>
                  <a:pt x="2542" y="12558"/>
                </a:lnTo>
                <a:lnTo>
                  <a:pt x="2605" y="12731"/>
                </a:lnTo>
                <a:lnTo>
                  <a:pt x="2605" y="12904"/>
                </a:lnTo>
                <a:lnTo>
                  <a:pt x="2668" y="13077"/>
                </a:lnTo>
                <a:lnTo>
                  <a:pt x="2668" y="13249"/>
                </a:lnTo>
                <a:lnTo>
                  <a:pt x="2730" y="1342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6807688" y="3638893"/>
            <a:ext cx="2728" cy="13397"/>
          </a:xfrm>
          <a:custGeom>
            <a:avLst/>
            <a:gdLst/>
            <a:ahLst/>
            <a:cxnLst/>
            <a:rect l="l" t="t" r="r" b="b"/>
            <a:pathLst>
              <a:path w="2728" h="13397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2" y="666"/>
                </a:lnTo>
                <a:lnTo>
                  <a:pt x="185" y="838"/>
                </a:lnTo>
                <a:lnTo>
                  <a:pt x="185" y="1011"/>
                </a:lnTo>
                <a:lnTo>
                  <a:pt x="248" y="1184"/>
                </a:lnTo>
                <a:lnTo>
                  <a:pt x="248" y="1357"/>
                </a:lnTo>
                <a:lnTo>
                  <a:pt x="310" y="1529"/>
                </a:lnTo>
                <a:lnTo>
                  <a:pt x="310" y="1702"/>
                </a:lnTo>
                <a:lnTo>
                  <a:pt x="370" y="1875"/>
                </a:lnTo>
                <a:lnTo>
                  <a:pt x="433" y="2023"/>
                </a:lnTo>
                <a:lnTo>
                  <a:pt x="433" y="2269"/>
                </a:lnTo>
                <a:lnTo>
                  <a:pt x="496" y="2418"/>
                </a:lnTo>
                <a:lnTo>
                  <a:pt x="496" y="2590"/>
                </a:lnTo>
                <a:lnTo>
                  <a:pt x="558" y="2763"/>
                </a:lnTo>
                <a:lnTo>
                  <a:pt x="558" y="2936"/>
                </a:lnTo>
                <a:lnTo>
                  <a:pt x="618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44" y="3627"/>
                </a:lnTo>
                <a:lnTo>
                  <a:pt x="744" y="3676"/>
                </a:lnTo>
                <a:lnTo>
                  <a:pt x="744" y="3725"/>
                </a:lnTo>
                <a:lnTo>
                  <a:pt x="744" y="3799"/>
                </a:lnTo>
                <a:lnTo>
                  <a:pt x="744" y="3849"/>
                </a:lnTo>
                <a:lnTo>
                  <a:pt x="806" y="4021"/>
                </a:lnTo>
                <a:lnTo>
                  <a:pt x="866" y="4194"/>
                </a:lnTo>
                <a:lnTo>
                  <a:pt x="866" y="4342"/>
                </a:lnTo>
                <a:lnTo>
                  <a:pt x="929" y="4515"/>
                </a:lnTo>
                <a:lnTo>
                  <a:pt x="929" y="4688"/>
                </a:lnTo>
                <a:lnTo>
                  <a:pt x="992" y="4860"/>
                </a:lnTo>
                <a:lnTo>
                  <a:pt x="992" y="5033"/>
                </a:lnTo>
                <a:lnTo>
                  <a:pt x="1054" y="5206"/>
                </a:lnTo>
                <a:lnTo>
                  <a:pt x="1117" y="5428"/>
                </a:lnTo>
                <a:lnTo>
                  <a:pt x="1117" y="5600"/>
                </a:lnTo>
                <a:lnTo>
                  <a:pt x="1177" y="5773"/>
                </a:lnTo>
                <a:lnTo>
                  <a:pt x="1177" y="5946"/>
                </a:lnTo>
                <a:lnTo>
                  <a:pt x="1240" y="6119"/>
                </a:lnTo>
                <a:lnTo>
                  <a:pt x="1240" y="6267"/>
                </a:lnTo>
                <a:lnTo>
                  <a:pt x="1302" y="6513"/>
                </a:lnTo>
                <a:lnTo>
                  <a:pt x="1365" y="6661"/>
                </a:lnTo>
                <a:lnTo>
                  <a:pt x="1365" y="6834"/>
                </a:lnTo>
                <a:lnTo>
                  <a:pt x="1425" y="6958"/>
                </a:lnTo>
                <a:lnTo>
                  <a:pt x="1425" y="7007"/>
                </a:lnTo>
                <a:lnTo>
                  <a:pt x="1425" y="7081"/>
                </a:lnTo>
                <a:lnTo>
                  <a:pt x="1425" y="7180"/>
                </a:lnTo>
                <a:lnTo>
                  <a:pt x="1425" y="7229"/>
                </a:lnTo>
                <a:lnTo>
                  <a:pt x="1488" y="7402"/>
                </a:lnTo>
                <a:lnTo>
                  <a:pt x="1550" y="7574"/>
                </a:lnTo>
                <a:lnTo>
                  <a:pt x="1550" y="7747"/>
                </a:lnTo>
                <a:lnTo>
                  <a:pt x="1613" y="7920"/>
                </a:lnTo>
                <a:lnTo>
                  <a:pt x="1613" y="8093"/>
                </a:lnTo>
                <a:lnTo>
                  <a:pt x="1673" y="8265"/>
                </a:lnTo>
                <a:lnTo>
                  <a:pt x="1673" y="8438"/>
                </a:lnTo>
                <a:lnTo>
                  <a:pt x="1736" y="8660"/>
                </a:lnTo>
                <a:lnTo>
                  <a:pt x="1798" y="8833"/>
                </a:lnTo>
                <a:lnTo>
                  <a:pt x="1798" y="9005"/>
                </a:lnTo>
                <a:lnTo>
                  <a:pt x="1861" y="9153"/>
                </a:lnTo>
                <a:lnTo>
                  <a:pt x="1861" y="9326"/>
                </a:lnTo>
                <a:lnTo>
                  <a:pt x="1921" y="9499"/>
                </a:lnTo>
                <a:lnTo>
                  <a:pt x="1984" y="9721"/>
                </a:lnTo>
                <a:lnTo>
                  <a:pt x="1984" y="9894"/>
                </a:lnTo>
                <a:lnTo>
                  <a:pt x="2046" y="10066"/>
                </a:lnTo>
                <a:lnTo>
                  <a:pt x="2046" y="10239"/>
                </a:lnTo>
                <a:lnTo>
                  <a:pt x="2109" y="10412"/>
                </a:lnTo>
                <a:lnTo>
                  <a:pt x="2109" y="10585"/>
                </a:lnTo>
                <a:lnTo>
                  <a:pt x="2172" y="10807"/>
                </a:lnTo>
                <a:lnTo>
                  <a:pt x="2232" y="10979"/>
                </a:lnTo>
                <a:lnTo>
                  <a:pt x="2232" y="11152"/>
                </a:lnTo>
                <a:lnTo>
                  <a:pt x="2294" y="11325"/>
                </a:lnTo>
                <a:lnTo>
                  <a:pt x="2357" y="11547"/>
                </a:lnTo>
                <a:lnTo>
                  <a:pt x="2357" y="11720"/>
                </a:lnTo>
                <a:lnTo>
                  <a:pt x="2420" y="11868"/>
                </a:lnTo>
                <a:lnTo>
                  <a:pt x="2420" y="12040"/>
                </a:lnTo>
                <a:lnTo>
                  <a:pt x="2480" y="12213"/>
                </a:lnTo>
                <a:lnTo>
                  <a:pt x="2480" y="12386"/>
                </a:lnTo>
                <a:lnTo>
                  <a:pt x="2542" y="12608"/>
                </a:lnTo>
                <a:lnTo>
                  <a:pt x="2605" y="12781"/>
                </a:lnTo>
                <a:lnTo>
                  <a:pt x="2605" y="12953"/>
                </a:lnTo>
                <a:lnTo>
                  <a:pt x="2668" y="13126"/>
                </a:lnTo>
                <a:lnTo>
                  <a:pt x="2728" y="1334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6810416" y="3652291"/>
            <a:ext cx="2730" cy="13249"/>
          </a:xfrm>
          <a:custGeom>
            <a:avLst/>
            <a:gdLst/>
            <a:ahLst/>
            <a:cxnLst/>
            <a:rect l="l" t="t" r="r" b="b"/>
            <a:pathLst>
              <a:path w="2730" h="13249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5" y="690"/>
                </a:lnTo>
                <a:lnTo>
                  <a:pt x="188" y="863"/>
                </a:lnTo>
                <a:lnTo>
                  <a:pt x="188" y="1036"/>
                </a:lnTo>
                <a:lnTo>
                  <a:pt x="248" y="1209"/>
                </a:lnTo>
                <a:lnTo>
                  <a:pt x="248" y="1431"/>
                </a:lnTo>
                <a:lnTo>
                  <a:pt x="310" y="1603"/>
                </a:lnTo>
                <a:lnTo>
                  <a:pt x="310" y="1751"/>
                </a:lnTo>
                <a:lnTo>
                  <a:pt x="373" y="1924"/>
                </a:lnTo>
                <a:lnTo>
                  <a:pt x="436" y="2171"/>
                </a:lnTo>
                <a:lnTo>
                  <a:pt x="436" y="2319"/>
                </a:lnTo>
                <a:lnTo>
                  <a:pt x="498" y="2492"/>
                </a:lnTo>
                <a:lnTo>
                  <a:pt x="558" y="2664"/>
                </a:lnTo>
                <a:lnTo>
                  <a:pt x="558" y="2886"/>
                </a:lnTo>
                <a:lnTo>
                  <a:pt x="621" y="3059"/>
                </a:lnTo>
                <a:lnTo>
                  <a:pt x="684" y="3281"/>
                </a:lnTo>
                <a:lnTo>
                  <a:pt x="684" y="3454"/>
                </a:lnTo>
                <a:lnTo>
                  <a:pt x="746" y="3627"/>
                </a:lnTo>
                <a:lnTo>
                  <a:pt x="746" y="3799"/>
                </a:lnTo>
                <a:lnTo>
                  <a:pt x="806" y="4021"/>
                </a:lnTo>
                <a:lnTo>
                  <a:pt x="869" y="4194"/>
                </a:lnTo>
                <a:lnTo>
                  <a:pt x="869" y="4367"/>
                </a:lnTo>
                <a:lnTo>
                  <a:pt x="932" y="4539"/>
                </a:lnTo>
                <a:lnTo>
                  <a:pt x="932" y="4762"/>
                </a:lnTo>
                <a:lnTo>
                  <a:pt x="994" y="4934"/>
                </a:lnTo>
                <a:lnTo>
                  <a:pt x="1054" y="5156"/>
                </a:lnTo>
                <a:lnTo>
                  <a:pt x="1054" y="5329"/>
                </a:lnTo>
                <a:lnTo>
                  <a:pt x="1117" y="5502"/>
                </a:lnTo>
                <a:lnTo>
                  <a:pt x="1117" y="5674"/>
                </a:lnTo>
                <a:lnTo>
                  <a:pt x="1180" y="5897"/>
                </a:lnTo>
                <a:lnTo>
                  <a:pt x="1242" y="6069"/>
                </a:lnTo>
                <a:lnTo>
                  <a:pt x="1242" y="6291"/>
                </a:lnTo>
                <a:lnTo>
                  <a:pt x="1302" y="6464"/>
                </a:lnTo>
                <a:lnTo>
                  <a:pt x="1365" y="6637"/>
                </a:lnTo>
                <a:lnTo>
                  <a:pt x="1365" y="6809"/>
                </a:lnTo>
                <a:lnTo>
                  <a:pt x="1428" y="7032"/>
                </a:lnTo>
                <a:lnTo>
                  <a:pt x="1428" y="7204"/>
                </a:lnTo>
                <a:lnTo>
                  <a:pt x="1490" y="7426"/>
                </a:lnTo>
                <a:lnTo>
                  <a:pt x="1553" y="7599"/>
                </a:lnTo>
                <a:lnTo>
                  <a:pt x="1553" y="7772"/>
                </a:lnTo>
                <a:lnTo>
                  <a:pt x="1613" y="7920"/>
                </a:lnTo>
                <a:lnTo>
                  <a:pt x="1676" y="8167"/>
                </a:lnTo>
                <a:lnTo>
                  <a:pt x="1676" y="8216"/>
                </a:lnTo>
                <a:lnTo>
                  <a:pt x="1676" y="8265"/>
                </a:lnTo>
                <a:lnTo>
                  <a:pt x="1676" y="8339"/>
                </a:lnTo>
                <a:lnTo>
                  <a:pt x="1676" y="8389"/>
                </a:lnTo>
                <a:lnTo>
                  <a:pt x="1738" y="8561"/>
                </a:lnTo>
                <a:lnTo>
                  <a:pt x="1801" y="8734"/>
                </a:lnTo>
                <a:lnTo>
                  <a:pt x="1801" y="8956"/>
                </a:lnTo>
                <a:lnTo>
                  <a:pt x="1861" y="9129"/>
                </a:lnTo>
                <a:lnTo>
                  <a:pt x="1861" y="9302"/>
                </a:lnTo>
                <a:lnTo>
                  <a:pt x="1924" y="9450"/>
                </a:lnTo>
                <a:lnTo>
                  <a:pt x="1986" y="9696"/>
                </a:lnTo>
                <a:lnTo>
                  <a:pt x="1986" y="9844"/>
                </a:lnTo>
                <a:lnTo>
                  <a:pt x="2049" y="10091"/>
                </a:lnTo>
                <a:lnTo>
                  <a:pt x="2109" y="10239"/>
                </a:lnTo>
                <a:lnTo>
                  <a:pt x="2109" y="10486"/>
                </a:lnTo>
                <a:lnTo>
                  <a:pt x="2172" y="10659"/>
                </a:lnTo>
                <a:lnTo>
                  <a:pt x="2172" y="10807"/>
                </a:lnTo>
                <a:lnTo>
                  <a:pt x="2234" y="10979"/>
                </a:lnTo>
                <a:lnTo>
                  <a:pt x="2297" y="11201"/>
                </a:lnTo>
                <a:lnTo>
                  <a:pt x="2297" y="11374"/>
                </a:lnTo>
                <a:lnTo>
                  <a:pt x="2357" y="11621"/>
                </a:lnTo>
                <a:lnTo>
                  <a:pt x="2420" y="11769"/>
                </a:lnTo>
                <a:lnTo>
                  <a:pt x="2420" y="12016"/>
                </a:lnTo>
                <a:lnTo>
                  <a:pt x="2482" y="12164"/>
                </a:lnTo>
                <a:lnTo>
                  <a:pt x="2545" y="12410"/>
                </a:lnTo>
                <a:lnTo>
                  <a:pt x="2545" y="12583"/>
                </a:lnTo>
                <a:lnTo>
                  <a:pt x="2608" y="12805"/>
                </a:lnTo>
                <a:lnTo>
                  <a:pt x="2668" y="12978"/>
                </a:lnTo>
                <a:lnTo>
                  <a:pt x="2668" y="1320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6813147" y="3665541"/>
            <a:ext cx="2668" cy="13077"/>
          </a:xfrm>
          <a:custGeom>
            <a:avLst/>
            <a:gdLst/>
            <a:ahLst/>
            <a:cxnLst/>
            <a:rect l="l" t="t" r="r" b="b"/>
            <a:pathLst>
              <a:path w="2668" h="13077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5" y="690"/>
                </a:lnTo>
                <a:lnTo>
                  <a:pt x="125" y="838"/>
                </a:lnTo>
                <a:lnTo>
                  <a:pt x="185" y="1085"/>
                </a:lnTo>
                <a:lnTo>
                  <a:pt x="248" y="1233"/>
                </a:lnTo>
                <a:lnTo>
                  <a:pt x="248" y="1480"/>
                </a:lnTo>
                <a:lnTo>
                  <a:pt x="310" y="1653"/>
                </a:lnTo>
                <a:lnTo>
                  <a:pt x="373" y="1875"/>
                </a:lnTo>
                <a:lnTo>
                  <a:pt x="373" y="2047"/>
                </a:lnTo>
                <a:lnTo>
                  <a:pt x="433" y="2269"/>
                </a:lnTo>
                <a:lnTo>
                  <a:pt x="496" y="2442"/>
                </a:lnTo>
                <a:lnTo>
                  <a:pt x="496" y="2664"/>
                </a:lnTo>
                <a:lnTo>
                  <a:pt x="558" y="2837"/>
                </a:lnTo>
                <a:lnTo>
                  <a:pt x="621" y="3059"/>
                </a:lnTo>
                <a:lnTo>
                  <a:pt x="621" y="3232"/>
                </a:lnTo>
                <a:lnTo>
                  <a:pt x="681" y="3454"/>
                </a:lnTo>
                <a:lnTo>
                  <a:pt x="744" y="3627"/>
                </a:lnTo>
                <a:lnTo>
                  <a:pt x="744" y="3849"/>
                </a:lnTo>
                <a:lnTo>
                  <a:pt x="806" y="4021"/>
                </a:lnTo>
                <a:lnTo>
                  <a:pt x="869" y="4243"/>
                </a:lnTo>
                <a:lnTo>
                  <a:pt x="869" y="4416"/>
                </a:lnTo>
                <a:lnTo>
                  <a:pt x="932" y="4638"/>
                </a:lnTo>
                <a:lnTo>
                  <a:pt x="992" y="4811"/>
                </a:lnTo>
                <a:lnTo>
                  <a:pt x="992" y="5033"/>
                </a:lnTo>
                <a:lnTo>
                  <a:pt x="1054" y="5206"/>
                </a:lnTo>
                <a:lnTo>
                  <a:pt x="1117" y="5378"/>
                </a:lnTo>
                <a:lnTo>
                  <a:pt x="1117" y="5551"/>
                </a:lnTo>
                <a:lnTo>
                  <a:pt x="1180" y="5724"/>
                </a:lnTo>
                <a:lnTo>
                  <a:pt x="1180" y="5897"/>
                </a:lnTo>
                <a:lnTo>
                  <a:pt x="1240" y="6045"/>
                </a:lnTo>
                <a:lnTo>
                  <a:pt x="1240" y="6291"/>
                </a:lnTo>
                <a:lnTo>
                  <a:pt x="1302" y="6439"/>
                </a:lnTo>
                <a:lnTo>
                  <a:pt x="1365" y="6686"/>
                </a:lnTo>
                <a:lnTo>
                  <a:pt x="1365" y="6859"/>
                </a:lnTo>
                <a:lnTo>
                  <a:pt x="1428" y="7081"/>
                </a:lnTo>
                <a:lnTo>
                  <a:pt x="1488" y="7254"/>
                </a:lnTo>
                <a:lnTo>
                  <a:pt x="1488" y="7476"/>
                </a:lnTo>
                <a:lnTo>
                  <a:pt x="1550" y="7648"/>
                </a:lnTo>
                <a:lnTo>
                  <a:pt x="1613" y="7870"/>
                </a:lnTo>
                <a:lnTo>
                  <a:pt x="1613" y="8043"/>
                </a:lnTo>
                <a:lnTo>
                  <a:pt x="1676" y="8216"/>
                </a:lnTo>
                <a:lnTo>
                  <a:pt x="1676" y="8364"/>
                </a:lnTo>
                <a:lnTo>
                  <a:pt x="1736" y="8537"/>
                </a:lnTo>
                <a:lnTo>
                  <a:pt x="1798" y="8709"/>
                </a:lnTo>
                <a:lnTo>
                  <a:pt x="1798" y="8882"/>
                </a:lnTo>
                <a:lnTo>
                  <a:pt x="1861" y="9104"/>
                </a:lnTo>
                <a:lnTo>
                  <a:pt x="1924" y="9277"/>
                </a:lnTo>
                <a:lnTo>
                  <a:pt x="1924" y="9499"/>
                </a:lnTo>
                <a:lnTo>
                  <a:pt x="1986" y="9672"/>
                </a:lnTo>
                <a:lnTo>
                  <a:pt x="2046" y="9844"/>
                </a:lnTo>
                <a:lnTo>
                  <a:pt x="2046" y="10017"/>
                </a:lnTo>
                <a:lnTo>
                  <a:pt x="2109" y="10190"/>
                </a:lnTo>
                <a:lnTo>
                  <a:pt x="2109" y="10363"/>
                </a:lnTo>
                <a:lnTo>
                  <a:pt x="2172" y="10535"/>
                </a:lnTo>
                <a:lnTo>
                  <a:pt x="2172" y="10757"/>
                </a:lnTo>
                <a:lnTo>
                  <a:pt x="2234" y="10930"/>
                </a:lnTo>
                <a:lnTo>
                  <a:pt x="2294" y="11103"/>
                </a:lnTo>
                <a:lnTo>
                  <a:pt x="2294" y="11251"/>
                </a:lnTo>
                <a:lnTo>
                  <a:pt x="2357" y="11423"/>
                </a:lnTo>
                <a:lnTo>
                  <a:pt x="2357" y="11596"/>
                </a:lnTo>
                <a:lnTo>
                  <a:pt x="2420" y="11769"/>
                </a:lnTo>
                <a:lnTo>
                  <a:pt x="2482" y="11991"/>
                </a:lnTo>
                <a:lnTo>
                  <a:pt x="2482" y="12164"/>
                </a:lnTo>
                <a:lnTo>
                  <a:pt x="2542" y="12336"/>
                </a:lnTo>
                <a:lnTo>
                  <a:pt x="2542" y="12509"/>
                </a:lnTo>
                <a:lnTo>
                  <a:pt x="2605" y="12682"/>
                </a:lnTo>
                <a:lnTo>
                  <a:pt x="2605" y="12855"/>
                </a:lnTo>
                <a:lnTo>
                  <a:pt x="2668" y="1302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6815815" y="3678618"/>
            <a:ext cx="2730" cy="12953"/>
          </a:xfrm>
          <a:custGeom>
            <a:avLst/>
            <a:gdLst/>
            <a:ahLst/>
            <a:cxnLst/>
            <a:rect l="l" t="t" r="r" b="b"/>
            <a:pathLst>
              <a:path w="2730" h="12953">
                <a:moveTo>
                  <a:pt x="0" y="0"/>
                </a:moveTo>
                <a:lnTo>
                  <a:pt x="62" y="222"/>
                </a:lnTo>
                <a:lnTo>
                  <a:pt x="122" y="394"/>
                </a:lnTo>
                <a:lnTo>
                  <a:pt x="122" y="616"/>
                </a:lnTo>
                <a:lnTo>
                  <a:pt x="185" y="789"/>
                </a:lnTo>
                <a:lnTo>
                  <a:pt x="248" y="962"/>
                </a:lnTo>
                <a:lnTo>
                  <a:pt x="248" y="1134"/>
                </a:lnTo>
                <a:lnTo>
                  <a:pt x="310" y="1307"/>
                </a:lnTo>
                <a:lnTo>
                  <a:pt x="310" y="1455"/>
                </a:lnTo>
                <a:lnTo>
                  <a:pt x="373" y="1628"/>
                </a:lnTo>
                <a:lnTo>
                  <a:pt x="373" y="1801"/>
                </a:lnTo>
                <a:lnTo>
                  <a:pt x="433" y="1973"/>
                </a:lnTo>
                <a:lnTo>
                  <a:pt x="496" y="2146"/>
                </a:lnTo>
                <a:lnTo>
                  <a:pt x="496" y="2319"/>
                </a:lnTo>
                <a:lnTo>
                  <a:pt x="558" y="2492"/>
                </a:lnTo>
                <a:lnTo>
                  <a:pt x="558" y="2664"/>
                </a:lnTo>
                <a:lnTo>
                  <a:pt x="621" y="2812"/>
                </a:lnTo>
                <a:lnTo>
                  <a:pt x="621" y="2985"/>
                </a:lnTo>
                <a:lnTo>
                  <a:pt x="681" y="3158"/>
                </a:lnTo>
                <a:lnTo>
                  <a:pt x="744" y="3330"/>
                </a:lnTo>
                <a:lnTo>
                  <a:pt x="744" y="3503"/>
                </a:lnTo>
                <a:lnTo>
                  <a:pt x="806" y="3676"/>
                </a:lnTo>
                <a:lnTo>
                  <a:pt x="806" y="3849"/>
                </a:lnTo>
                <a:lnTo>
                  <a:pt x="869" y="4021"/>
                </a:lnTo>
                <a:lnTo>
                  <a:pt x="869" y="4194"/>
                </a:lnTo>
                <a:lnTo>
                  <a:pt x="929" y="4342"/>
                </a:lnTo>
                <a:lnTo>
                  <a:pt x="929" y="4515"/>
                </a:lnTo>
                <a:lnTo>
                  <a:pt x="992" y="4688"/>
                </a:lnTo>
                <a:lnTo>
                  <a:pt x="1054" y="4910"/>
                </a:lnTo>
                <a:lnTo>
                  <a:pt x="1054" y="5082"/>
                </a:lnTo>
                <a:lnTo>
                  <a:pt x="1117" y="5304"/>
                </a:lnTo>
                <a:lnTo>
                  <a:pt x="1177" y="5477"/>
                </a:lnTo>
                <a:lnTo>
                  <a:pt x="1177" y="5650"/>
                </a:lnTo>
                <a:lnTo>
                  <a:pt x="1240" y="5823"/>
                </a:lnTo>
                <a:lnTo>
                  <a:pt x="1302" y="5995"/>
                </a:lnTo>
                <a:lnTo>
                  <a:pt x="1302" y="6217"/>
                </a:lnTo>
                <a:lnTo>
                  <a:pt x="1365" y="6390"/>
                </a:lnTo>
                <a:lnTo>
                  <a:pt x="1428" y="6563"/>
                </a:lnTo>
                <a:lnTo>
                  <a:pt x="1428" y="6735"/>
                </a:lnTo>
                <a:lnTo>
                  <a:pt x="1488" y="6908"/>
                </a:lnTo>
                <a:lnTo>
                  <a:pt x="1488" y="7056"/>
                </a:lnTo>
                <a:lnTo>
                  <a:pt x="1550" y="7229"/>
                </a:lnTo>
                <a:lnTo>
                  <a:pt x="1550" y="7402"/>
                </a:lnTo>
                <a:lnTo>
                  <a:pt x="1613" y="7574"/>
                </a:lnTo>
                <a:lnTo>
                  <a:pt x="1613" y="7747"/>
                </a:lnTo>
                <a:lnTo>
                  <a:pt x="1676" y="7969"/>
                </a:lnTo>
                <a:lnTo>
                  <a:pt x="1736" y="8142"/>
                </a:lnTo>
                <a:lnTo>
                  <a:pt x="1736" y="8315"/>
                </a:lnTo>
                <a:lnTo>
                  <a:pt x="1798" y="8487"/>
                </a:lnTo>
                <a:lnTo>
                  <a:pt x="1861" y="8660"/>
                </a:lnTo>
                <a:lnTo>
                  <a:pt x="1861" y="8882"/>
                </a:lnTo>
                <a:lnTo>
                  <a:pt x="1924" y="9055"/>
                </a:lnTo>
                <a:lnTo>
                  <a:pt x="1984" y="9228"/>
                </a:lnTo>
                <a:lnTo>
                  <a:pt x="1984" y="9376"/>
                </a:lnTo>
                <a:lnTo>
                  <a:pt x="2046" y="9548"/>
                </a:lnTo>
                <a:lnTo>
                  <a:pt x="2046" y="9721"/>
                </a:lnTo>
                <a:lnTo>
                  <a:pt x="2109" y="9894"/>
                </a:lnTo>
                <a:lnTo>
                  <a:pt x="2109" y="10066"/>
                </a:lnTo>
                <a:lnTo>
                  <a:pt x="2172" y="10239"/>
                </a:lnTo>
                <a:lnTo>
                  <a:pt x="2172" y="10412"/>
                </a:lnTo>
                <a:lnTo>
                  <a:pt x="2232" y="10634"/>
                </a:lnTo>
                <a:lnTo>
                  <a:pt x="2294" y="10807"/>
                </a:lnTo>
                <a:lnTo>
                  <a:pt x="2294" y="10979"/>
                </a:lnTo>
                <a:lnTo>
                  <a:pt x="2357" y="11152"/>
                </a:lnTo>
                <a:lnTo>
                  <a:pt x="2420" y="11300"/>
                </a:lnTo>
                <a:lnTo>
                  <a:pt x="2420" y="11547"/>
                </a:lnTo>
                <a:lnTo>
                  <a:pt x="2482" y="11720"/>
                </a:lnTo>
                <a:lnTo>
                  <a:pt x="2542" y="11868"/>
                </a:lnTo>
                <a:lnTo>
                  <a:pt x="2542" y="12040"/>
                </a:lnTo>
                <a:lnTo>
                  <a:pt x="2605" y="12213"/>
                </a:lnTo>
                <a:lnTo>
                  <a:pt x="2605" y="12386"/>
                </a:lnTo>
                <a:lnTo>
                  <a:pt x="2668" y="12558"/>
                </a:lnTo>
                <a:lnTo>
                  <a:pt x="2668" y="12731"/>
                </a:lnTo>
                <a:lnTo>
                  <a:pt x="2730" y="1295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6818546" y="3691572"/>
            <a:ext cx="2728" cy="12731"/>
          </a:xfrm>
          <a:custGeom>
            <a:avLst/>
            <a:gdLst/>
            <a:ahLst/>
            <a:cxnLst/>
            <a:rect l="l" t="t" r="r" b="b"/>
            <a:pathLst>
              <a:path w="2728" h="12731">
                <a:moveTo>
                  <a:pt x="0" y="0"/>
                </a:moveTo>
                <a:lnTo>
                  <a:pt x="59" y="172"/>
                </a:lnTo>
                <a:lnTo>
                  <a:pt x="59" y="345"/>
                </a:lnTo>
                <a:lnTo>
                  <a:pt x="122" y="518"/>
                </a:lnTo>
                <a:lnTo>
                  <a:pt x="122" y="666"/>
                </a:lnTo>
                <a:lnTo>
                  <a:pt x="185" y="912"/>
                </a:lnTo>
                <a:lnTo>
                  <a:pt x="248" y="1085"/>
                </a:lnTo>
                <a:lnTo>
                  <a:pt x="248" y="1233"/>
                </a:lnTo>
                <a:lnTo>
                  <a:pt x="307" y="1406"/>
                </a:lnTo>
                <a:lnTo>
                  <a:pt x="370" y="1579"/>
                </a:lnTo>
                <a:lnTo>
                  <a:pt x="370" y="1801"/>
                </a:lnTo>
                <a:lnTo>
                  <a:pt x="433" y="1973"/>
                </a:lnTo>
                <a:lnTo>
                  <a:pt x="496" y="2146"/>
                </a:lnTo>
                <a:lnTo>
                  <a:pt x="496" y="2319"/>
                </a:lnTo>
                <a:lnTo>
                  <a:pt x="555" y="2492"/>
                </a:lnTo>
                <a:lnTo>
                  <a:pt x="555" y="2664"/>
                </a:lnTo>
                <a:lnTo>
                  <a:pt x="618" y="2837"/>
                </a:lnTo>
                <a:lnTo>
                  <a:pt x="618" y="3010"/>
                </a:lnTo>
                <a:lnTo>
                  <a:pt x="681" y="3232"/>
                </a:lnTo>
                <a:lnTo>
                  <a:pt x="744" y="3404"/>
                </a:lnTo>
                <a:lnTo>
                  <a:pt x="744" y="3553"/>
                </a:lnTo>
                <a:lnTo>
                  <a:pt x="806" y="3725"/>
                </a:lnTo>
                <a:lnTo>
                  <a:pt x="806" y="3898"/>
                </a:lnTo>
                <a:lnTo>
                  <a:pt x="866" y="4071"/>
                </a:lnTo>
                <a:lnTo>
                  <a:pt x="929" y="4243"/>
                </a:lnTo>
                <a:lnTo>
                  <a:pt x="929" y="4416"/>
                </a:lnTo>
                <a:lnTo>
                  <a:pt x="992" y="4638"/>
                </a:lnTo>
                <a:lnTo>
                  <a:pt x="1054" y="4811"/>
                </a:lnTo>
                <a:lnTo>
                  <a:pt x="1054" y="4984"/>
                </a:lnTo>
                <a:lnTo>
                  <a:pt x="1114" y="5156"/>
                </a:lnTo>
                <a:lnTo>
                  <a:pt x="1114" y="5329"/>
                </a:lnTo>
                <a:lnTo>
                  <a:pt x="1177" y="5477"/>
                </a:lnTo>
                <a:lnTo>
                  <a:pt x="1177" y="5650"/>
                </a:lnTo>
                <a:lnTo>
                  <a:pt x="1240" y="5823"/>
                </a:lnTo>
                <a:lnTo>
                  <a:pt x="1302" y="5995"/>
                </a:lnTo>
                <a:lnTo>
                  <a:pt x="1302" y="6168"/>
                </a:lnTo>
                <a:lnTo>
                  <a:pt x="1362" y="6341"/>
                </a:lnTo>
                <a:lnTo>
                  <a:pt x="1425" y="6563"/>
                </a:lnTo>
                <a:lnTo>
                  <a:pt x="1425" y="6735"/>
                </a:lnTo>
                <a:lnTo>
                  <a:pt x="1488" y="6908"/>
                </a:lnTo>
                <a:lnTo>
                  <a:pt x="1488" y="7081"/>
                </a:lnTo>
                <a:lnTo>
                  <a:pt x="1550" y="7254"/>
                </a:lnTo>
                <a:lnTo>
                  <a:pt x="1610" y="7402"/>
                </a:lnTo>
                <a:lnTo>
                  <a:pt x="1610" y="7574"/>
                </a:lnTo>
                <a:lnTo>
                  <a:pt x="1673" y="7747"/>
                </a:lnTo>
                <a:lnTo>
                  <a:pt x="1673" y="7920"/>
                </a:lnTo>
                <a:lnTo>
                  <a:pt x="1736" y="8093"/>
                </a:lnTo>
                <a:lnTo>
                  <a:pt x="1736" y="8265"/>
                </a:lnTo>
                <a:lnTo>
                  <a:pt x="1798" y="8438"/>
                </a:lnTo>
                <a:lnTo>
                  <a:pt x="1861" y="8611"/>
                </a:lnTo>
                <a:lnTo>
                  <a:pt x="1861" y="8759"/>
                </a:lnTo>
                <a:lnTo>
                  <a:pt x="1921" y="8931"/>
                </a:lnTo>
                <a:lnTo>
                  <a:pt x="1921" y="9104"/>
                </a:lnTo>
                <a:lnTo>
                  <a:pt x="1984" y="9277"/>
                </a:lnTo>
                <a:lnTo>
                  <a:pt x="2046" y="9499"/>
                </a:lnTo>
                <a:lnTo>
                  <a:pt x="2046" y="9672"/>
                </a:lnTo>
                <a:lnTo>
                  <a:pt x="2109" y="9844"/>
                </a:lnTo>
                <a:lnTo>
                  <a:pt x="2109" y="10017"/>
                </a:lnTo>
                <a:lnTo>
                  <a:pt x="2169" y="10190"/>
                </a:lnTo>
                <a:lnTo>
                  <a:pt x="2232" y="10363"/>
                </a:lnTo>
                <a:lnTo>
                  <a:pt x="2232" y="10535"/>
                </a:lnTo>
                <a:lnTo>
                  <a:pt x="2294" y="10683"/>
                </a:lnTo>
                <a:lnTo>
                  <a:pt x="2294" y="10856"/>
                </a:lnTo>
                <a:lnTo>
                  <a:pt x="2357" y="11029"/>
                </a:lnTo>
                <a:lnTo>
                  <a:pt x="2417" y="11201"/>
                </a:lnTo>
                <a:lnTo>
                  <a:pt x="2417" y="11374"/>
                </a:lnTo>
                <a:lnTo>
                  <a:pt x="2480" y="11547"/>
                </a:lnTo>
                <a:lnTo>
                  <a:pt x="2480" y="11720"/>
                </a:lnTo>
                <a:lnTo>
                  <a:pt x="2542" y="11892"/>
                </a:lnTo>
                <a:lnTo>
                  <a:pt x="2542" y="12040"/>
                </a:lnTo>
                <a:lnTo>
                  <a:pt x="2605" y="12213"/>
                </a:lnTo>
                <a:lnTo>
                  <a:pt x="2665" y="12386"/>
                </a:lnTo>
                <a:lnTo>
                  <a:pt x="2665" y="12558"/>
                </a:lnTo>
                <a:lnTo>
                  <a:pt x="2728" y="1273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6821274" y="3704304"/>
            <a:ext cx="2730" cy="12558"/>
          </a:xfrm>
          <a:custGeom>
            <a:avLst/>
            <a:gdLst/>
            <a:ahLst/>
            <a:cxnLst/>
            <a:rect l="l" t="t" r="r" b="b"/>
            <a:pathLst>
              <a:path w="2730" h="12558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5" y="518"/>
                </a:lnTo>
                <a:lnTo>
                  <a:pt x="125" y="666"/>
                </a:lnTo>
                <a:lnTo>
                  <a:pt x="188" y="838"/>
                </a:lnTo>
                <a:lnTo>
                  <a:pt x="188" y="1011"/>
                </a:lnTo>
                <a:lnTo>
                  <a:pt x="248" y="1184"/>
                </a:lnTo>
                <a:lnTo>
                  <a:pt x="248" y="1357"/>
                </a:lnTo>
                <a:lnTo>
                  <a:pt x="310" y="1529"/>
                </a:lnTo>
                <a:lnTo>
                  <a:pt x="373" y="1702"/>
                </a:lnTo>
                <a:lnTo>
                  <a:pt x="373" y="1875"/>
                </a:lnTo>
                <a:lnTo>
                  <a:pt x="436" y="2047"/>
                </a:lnTo>
                <a:lnTo>
                  <a:pt x="496" y="2195"/>
                </a:lnTo>
                <a:lnTo>
                  <a:pt x="496" y="2368"/>
                </a:lnTo>
                <a:lnTo>
                  <a:pt x="558" y="2541"/>
                </a:lnTo>
                <a:lnTo>
                  <a:pt x="558" y="2714"/>
                </a:lnTo>
                <a:lnTo>
                  <a:pt x="621" y="2936"/>
                </a:lnTo>
                <a:lnTo>
                  <a:pt x="684" y="3108"/>
                </a:lnTo>
                <a:lnTo>
                  <a:pt x="684" y="3281"/>
                </a:lnTo>
                <a:lnTo>
                  <a:pt x="744" y="3454"/>
                </a:lnTo>
                <a:lnTo>
                  <a:pt x="744" y="3627"/>
                </a:lnTo>
                <a:lnTo>
                  <a:pt x="806" y="3799"/>
                </a:lnTo>
                <a:lnTo>
                  <a:pt x="806" y="3972"/>
                </a:lnTo>
                <a:lnTo>
                  <a:pt x="869" y="4120"/>
                </a:lnTo>
                <a:lnTo>
                  <a:pt x="932" y="4293"/>
                </a:lnTo>
                <a:lnTo>
                  <a:pt x="932" y="4515"/>
                </a:lnTo>
                <a:lnTo>
                  <a:pt x="992" y="4688"/>
                </a:lnTo>
                <a:lnTo>
                  <a:pt x="1054" y="4860"/>
                </a:lnTo>
                <a:lnTo>
                  <a:pt x="1054" y="5033"/>
                </a:lnTo>
                <a:lnTo>
                  <a:pt x="1117" y="5206"/>
                </a:lnTo>
                <a:lnTo>
                  <a:pt x="1180" y="5378"/>
                </a:lnTo>
                <a:lnTo>
                  <a:pt x="1180" y="5600"/>
                </a:lnTo>
                <a:lnTo>
                  <a:pt x="1242" y="5773"/>
                </a:lnTo>
                <a:lnTo>
                  <a:pt x="1302" y="5946"/>
                </a:lnTo>
                <a:lnTo>
                  <a:pt x="1302" y="6119"/>
                </a:lnTo>
                <a:lnTo>
                  <a:pt x="1365" y="6291"/>
                </a:lnTo>
                <a:lnTo>
                  <a:pt x="1365" y="6439"/>
                </a:lnTo>
                <a:lnTo>
                  <a:pt x="1428" y="6686"/>
                </a:lnTo>
                <a:lnTo>
                  <a:pt x="1490" y="6834"/>
                </a:lnTo>
                <a:lnTo>
                  <a:pt x="1490" y="7007"/>
                </a:lnTo>
                <a:lnTo>
                  <a:pt x="1550" y="7254"/>
                </a:lnTo>
                <a:lnTo>
                  <a:pt x="1613" y="7402"/>
                </a:lnTo>
                <a:lnTo>
                  <a:pt x="1613" y="7574"/>
                </a:lnTo>
                <a:lnTo>
                  <a:pt x="1676" y="7747"/>
                </a:lnTo>
                <a:lnTo>
                  <a:pt x="1676" y="7920"/>
                </a:lnTo>
                <a:lnTo>
                  <a:pt x="1738" y="8093"/>
                </a:lnTo>
                <a:lnTo>
                  <a:pt x="1798" y="8315"/>
                </a:lnTo>
                <a:lnTo>
                  <a:pt x="1798" y="8487"/>
                </a:lnTo>
                <a:lnTo>
                  <a:pt x="1861" y="8660"/>
                </a:lnTo>
                <a:lnTo>
                  <a:pt x="1924" y="8882"/>
                </a:lnTo>
                <a:lnTo>
                  <a:pt x="1924" y="9055"/>
                </a:lnTo>
                <a:lnTo>
                  <a:pt x="1986" y="9228"/>
                </a:lnTo>
                <a:lnTo>
                  <a:pt x="2046" y="9450"/>
                </a:lnTo>
                <a:lnTo>
                  <a:pt x="2046" y="9622"/>
                </a:lnTo>
                <a:lnTo>
                  <a:pt x="2109" y="9795"/>
                </a:lnTo>
                <a:lnTo>
                  <a:pt x="2172" y="10017"/>
                </a:lnTo>
                <a:lnTo>
                  <a:pt x="2172" y="10190"/>
                </a:lnTo>
                <a:lnTo>
                  <a:pt x="2234" y="10363"/>
                </a:lnTo>
                <a:lnTo>
                  <a:pt x="2297" y="10585"/>
                </a:lnTo>
                <a:lnTo>
                  <a:pt x="2297" y="10757"/>
                </a:lnTo>
                <a:lnTo>
                  <a:pt x="2357" y="10930"/>
                </a:lnTo>
                <a:lnTo>
                  <a:pt x="2420" y="11152"/>
                </a:lnTo>
                <a:lnTo>
                  <a:pt x="2420" y="11325"/>
                </a:lnTo>
                <a:lnTo>
                  <a:pt x="2482" y="11497"/>
                </a:lnTo>
                <a:lnTo>
                  <a:pt x="2545" y="11720"/>
                </a:lnTo>
                <a:lnTo>
                  <a:pt x="2545" y="11892"/>
                </a:lnTo>
                <a:lnTo>
                  <a:pt x="2605" y="12040"/>
                </a:lnTo>
                <a:lnTo>
                  <a:pt x="2668" y="12213"/>
                </a:lnTo>
                <a:lnTo>
                  <a:pt x="2668" y="12386"/>
                </a:lnTo>
                <a:lnTo>
                  <a:pt x="2730" y="1255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6824005" y="3716863"/>
            <a:ext cx="2668" cy="12386"/>
          </a:xfrm>
          <a:custGeom>
            <a:avLst/>
            <a:gdLst/>
            <a:ahLst/>
            <a:cxnLst/>
            <a:rect l="l" t="t" r="r" b="b"/>
            <a:pathLst>
              <a:path w="2668" h="12386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62" y="518"/>
                </a:lnTo>
                <a:lnTo>
                  <a:pt x="122" y="690"/>
                </a:lnTo>
                <a:lnTo>
                  <a:pt x="185" y="912"/>
                </a:lnTo>
                <a:lnTo>
                  <a:pt x="185" y="1085"/>
                </a:lnTo>
                <a:lnTo>
                  <a:pt x="248" y="1258"/>
                </a:lnTo>
                <a:lnTo>
                  <a:pt x="310" y="1406"/>
                </a:lnTo>
                <a:lnTo>
                  <a:pt x="310" y="1579"/>
                </a:lnTo>
                <a:lnTo>
                  <a:pt x="370" y="1751"/>
                </a:lnTo>
                <a:lnTo>
                  <a:pt x="370" y="1924"/>
                </a:lnTo>
                <a:lnTo>
                  <a:pt x="433" y="2097"/>
                </a:lnTo>
                <a:lnTo>
                  <a:pt x="496" y="2269"/>
                </a:lnTo>
                <a:lnTo>
                  <a:pt x="496" y="2442"/>
                </a:lnTo>
                <a:lnTo>
                  <a:pt x="558" y="2615"/>
                </a:lnTo>
                <a:lnTo>
                  <a:pt x="558" y="2763"/>
                </a:lnTo>
                <a:lnTo>
                  <a:pt x="621" y="2936"/>
                </a:lnTo>
                <a:lnTo>
                  <a:pt x="681" y="3108"/>
                </a:lnTo>
                <a:lnTo>
                  <a:pt x="681" y="3330"/>
                </a:lnTo>
                <a:lnTo>
                  <a:pt x="744" y="3503"/>
                </a:lnTo>
                <a:lnTo>
                  <a:pt x="806" y="3676"/>
                </a:lnTo>
                <a:lnTo>
                  <a:pt x="806" y="3849"/>
                </a:lnTo>
                <a:lnTo>
                  <a:pt x="869" y="4021"/>
                </a:lnTo>
                <a:lnTo>
                  <a:pt x="869" y="4194"/>
                </a:lnTo>
                <a:lnTo>
                  <a:pt x="929" y="4367"/>
                </a:lnTo>
                <a:lnTo>
                  <a:pt x="929" y="4539"/>
                </a:lnTo>
                <a:lnTo>
                  <a:pt x="992" y="4688"/>
                </a:lnTo>
                <a:lnTo>
                  <a:pt x="1054" y="4860"/>
                </a:lnTo>
                <a:lnTo>
                  <a:pt x="1054" y="5033"/>
                </a:lnTo>
                <a:lnTo>
                  <a:pt x="1117" y="5206"/>
                </a:lnTo>
                <a:lnTo>
                  <a:pt x="1177" y="5378"/>
                </a:lnTo>
                <a:lnTo>
                  <a:pt x="1177" y="5551"/>
                </a:lnTo>
                <a:lnTo>
                  <a:pt x="1240" y="5773"/>
                </a:lnTo>
                <a:lnTo>
                  <a:pt x="1302" y="5946"/>
                </a:lnTo>
                <a:lnTo>
                  <a:pt x="1302" y="6119"/>
                </a:lnTo>
                <a:lnTo>
                  <a:pt x="1365" y="6291"/>
                </a:lnTo>
                <a:lnTo>
                  <a:pt x="1365" y="6464"/>
                </a:lnTo>
                <a:lnTo>
                  <a:pt x="1425" y="6612"/>
                </a:lnTo>
                <a:lnTo>
                  <a:pt x="1488" y="6785"/>
                </a:lnTo>
                <a:lnTo>
                  <a:pt x="1488" y="6958"/>
                </a:lnTo>
                <a:lnTo>
                  <a:pt x="1550" y="7130"/>
                </a:lnTo>
                <a:lnTo>
                  <a:pt x="1550" y="7303"/>
                </a:lnTo>
                <a:lnTo>
                  <a:pt x="1613" y="7476"/>
                </a:lnTo>
                <a:lnTo>
                  <a:pt x="1676" y="7698"/>
                </a:lnTo>
                <a:lnTo>
                  <a:pt x="1676" y="7870"/>
                </a:lnTo>
                <a:lnTo>
                  <a:pt x="1736" y="8043"/>
                </a:lnTo>
                <a:lnTo>
                  <a:pt x="1798" y="8216"/>
                </a:lnTo>
                <a:lnTo>
                  <a:pt x="1798" y="8389"/>
                </a:lnTo>
                <a:lnTo>
                  <a:pt x="1861" y="8537"/>
                </a:lnTo>
                <a:lnTo>
                  <a:pt x="1861" y="8709"/>
                </a:lnTo>
                <a:lnTo>
                  <a:pt x="1924" y="8882"/>
                </a:lnTo>
                <a:lnTo>
                  <a:pt x="1984" y="9055"/>
                </a:lnTo>
                <a:lnTo>
                  <a:pt x="1984" y="9228"/>
                </a:lnTo>
                <a:lnTo>
                  <a:pt x="2046" y="9400"/>
                </a:lnTo>
                <a:lnTo>
                  <a:pt x="2109" y="9573"/>
                </a:lnTo>
                <a:lnTo>
                  <a:pt x="2109" y="9746"/>
                </a:lnTo>
                <a:lnTo>
                  <a:pt x="2172" y="9894"/>
                </a:lnTo>
                <a:lnTo>
                  <a:pt x="2172" y="10066"/>
                </a:lnTo>
                <a:lnTo>
                  <a:pt x="2232" y="10239"/>
                </a:lnTo>
                <a:lnTo>
                  <a:pt x="2232" y="10412"/>
                </a:lnTo>
                <a:lnTo>
                  <a:pt x="2294" y="10585"/>
                </a:lnTo>
                <a:lnTo>
                  <a:pt x="2357" y="10757"/>
                </a:lnTo>
                <a:lnTo>
                  <a:pt x="2357" y="10930"/>
                </a:lnTo>
                <a:lnTo>
                  <a:pt x="2420" y="11103"/>
                </a:lnTo>
                <a:lnTo>
                  <a:pt x="2420" y="11251"/>
                </a:lnTo>
                <a:lnTo>
                  <a:pt x="2480" y="11423"/>
                </a:lnTo>
                <a:lnTo>
                  <a:pt x="2542" y="11596"/>
                </a:lnTo>
                <a:lnTo>
                  <a:pt x="2542" y="11769"/>
                </a:lnTo>
                <a:lnTo>
                  <a:pt x="2605" y="11942"/>
                </a:lnTo>
                <a:lnTo>
                  <a:pt x="2668" y="12114"/>
                </a:lnTo>
                <a:lnTo>
                  <a:pt x="2668" y="1228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6826673" y="3729249"/>
            <a:ext cx="2728" cy="12114"/>
          </a:xfrm>
          <a:custGeom>
            <a:avLst/>
            <a:gdLst/>
            <a:ahLst/>
            <a:cxnLst/>
            <a:rect l="l" t="t" r="r" b="b"/>
            <a:pathLst>
              <a:path w="2728" h="12114">
                <a:moveTo>
                  <a:pt x="0" y="0"/>
                </a:moveTo>
                <a:lnTo>
                  <a:pt x="62" y="172"/>
                </a:lnTo>
                <a:lnTo>
                  <a:pt x="122" y="345"/>
                </a:lnTo>
                <a:lnTo>
                  <a:pt x="122" y="518"/>
                </a:lnTo>
                <a:lnTo>
                  <a:pt x="185" y="690"/>
                </a:lnTo>
                <a:lnTo>
                  <a:pt x="185" y="863"/>
                </a:lnTo>
                <a:lnTo>
                  <a:pt x="248" y="1036"/>
                </a:lnTo>
                <a:lnTo>
                  <a:pt x="310" y="1184"/>
                </a:lnTo>
                <a:lnTo>
                  <a:pt x="310" y="1357"/>
                </a:lnTo>
                <a:lnTo>
                  <a:pt x="370" y="1529"/>
                </a:lnTo>
                <a:lnTo>
                  <a:pt x="433" y="1702"/>
                </a:lnTo>
                <a:lnTo>
                  <a:pt x="433" y="1875"/>
                </a:lnTo>
                <a:lnTo>
                  <a:pt x="496" y="2097"/>
                </a:lnTo>
                <a:lnTo>
                  <a:pt x="558" y="2269"/>
                </a:lnTo>
                <a:lnTo>
                  <a:pt x="558" y="2442"/>
                </a:lnTo>
                <a:lnTo>
                  <a:pt x="618" y="2615"/>
                </a:lnTo>
                <a:lnTo>
                  <a:pt x="681" y="2837"/>
                </a:lnTo>
                <a:lnTo>
                  <a:pt x="681" y="3010"/>
                </a:lnTo>
                <a:lnTo>
                  <a:pt x="744" y="3182"/>
                </a:lnTo>
                <a:lnTo>
                  <a:pt x="806" y="3355"/>
                </a:lnTo>
                <a:lnTo>
                  <a:pt x="806" y="3528"/>
                </a:lnTo>
                <a:lnTo>
                  <a:pt x="866" y="3676"/>
                </a:lnTo>
                <a:lnTo>
                  <a:pt x="866" y="3849"/>
                </a:lnTo>
                <a:lnTo>
                  <a:pt x="929" y="4021"/>
                </a:lnTo>
                <a:lnTo>
                  <a:pt x="992" y="4194"/>
                </a:lnTo>
                <a:lnTo>
                  <a:pt x="992" y="4367"/>
                </a:lnTo>
                <a:lnTo>
                  <a:pt x="1054" y="4539"/>
                </a:lnTo>
                <a:lnTo>
                  <a:pt x="1054" y="4712"/>
                </a:lnTo>
                <a:lnTo>
                  <a:pt x="1117" y="4885"/>
                </a:lnTo>
                <a:lnTo>
                  <a:pt x="1117" y="5033"/>
                </a:lnTo>
                <a:lnTo>
                  <a:pt x="1177" y="5206"/>
                </a:lnTo>
                <a:lnTo>
                  <a:pt x="1240" y="5378"/>
                </a:lnTo>
                <a:lnTo>
                  <a:pt x="1240" y="5551"/>
                </a:lnTo>
                <a:lnTo>
                  <a:pt x="1302" y="5773"/>
                </a:lnTo>
                <a:lnTo>
                  <a:pt x="1365" y="5946"/>
                </a:lnTo>
                <a:lnTo>
                  <a:pt x="1365" y="6119"/>
                </a:lnTo>
                <a:lnTo>
                  <a:pt x="1425" y="6291"/>
                </a:lnTo>
                <a:lnTo>
                  <a:pt x="1488" y="6464"/>
                </a:lnTo>
                <a:lnTo>
                  <a:pt x="1488" y="6637"/>
                </a:lnTo>
                <a:lnTo>
                  <a:pt x="1550" y="6809"/>
                </a:lnTo>
                <a:lnTo>
                  <a:pt x="1550" y="6958"/>
                </a:lnTo>
                <a:lnTo>
                  <a:pt x="1613" y="7130"/>
                </a:lnTo>
                <a:lnTo>
                  <a:pt x="1673" y="7303"/>
                </a:lnTo>
                <a:lnTo>
                  <a:pt x="1673" y="7476"/>
                </a:lnTo>
                <a:lnTo>
                  <a:pt x="1736" y="7648"/>
                </a:lnTo>
                <a:lnTo>
                  <a:pt x="1798" y="7821"/>
                </a:lnTo>
                <a:lnTo>
                  <a:pt x="1798" y="7994"/>
                </a:lnTo>
                <a:lnTo>
                  <a:pt x="1861" y="8167"/>
                </a:lnTo>
                <a:lnTo>
                  <a:pt x="1861" y="8315"/>
                </a:lnTo>
                <a:lnTo>
                  <a:pt x="1921" y="8487"/>
                </a:lnTo>
                <a:lnTo>
                  <a:pt x="1984" y="8660"/>
                </a:lnTo>
                <a:lnTo>
                  <a:pt x="1984" y="8882"/>
                </a:lnTo>
                <a:lnTo>
                  <a:pt x="2046" y="9055"/>
                </a:lnTo>
                <a:lnTo>
                  <a:pt x="2109" y="9228"/>
                </a:lnTo>
                <a:lnTo>
                  <a:pt x="2109" y="9400"/>
                </a:lnTo>
                <a:lnTo>
                  <a:pt x="2172" y="9573"/>
                </a:lnTo>
                <a:lnTo>
                  <a:pt x="2172" y="9746"/>
                </a:lnTo>
                <a:lnTo>
                  <a:pt x="2232" y="9918"/>
                </a:lnTo>
                <a:lnTo>
                  <a:pt x="2294" y="10091"/>
                </a:lnTo>
                <a:lnTo>
                  <a:pt x="2294" y="10239"/>
                </a:lnTo>
                <a:lnTo>
                  <a:pt x="2357" y="10412"/>
                </a:lnTo>
                <a:lnTo>
                  <a:pt x="2357" y="10585"/>
                </a:lnTo>
                <a:lnTo>
                  <a:pt x="2420" y="10757"/>
                </a:lnTo>
                <a:lnTo>
                  <a:pt x="2480" y="10930"/>
                </a:lnTo>
                <a:lnTo>
                  <a:pt x="2480" y="11103"/>
                </a:lnTo>
                <a:lnTo>
                  <a:pt x="2542" y="11275"/>
                </a:lnTo>
                <a:lnTo>
                  <a:pt x="2605" y="11448"/>
                </a:lnTo>
                <a:lnTo>
                  <a:pt x="2605" y="11596"/>
                </a:lnTo>
                <a:lnTo>
                  <a:pt x="2668" y="11769"/>
                </a:lnTo>
                <a:lnTo>
                  <a:pt x="2728" y="11942"/>
                </a:lnTo>
                <a:lnTo>
                  <a:pt x="2728" y="1211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6829401" y="3741364"/>
            <a:ext cx="2730" cy="11942"/>
          </a:xfrm>
          <a:custGeom>
            <a:avLst/>
            <a:gdLst/>
            <a:ahLst/>
            <a:cxnLst/>
            <a:rect l="l" t="t" r="r" b="b"/>
            <a:pathLst>
              <a:path w="2730" h="11942">
                <a:moveTo>
                  <a:pt x="0" y="0"/>
                </a:moveTo>
                <a:lnTo>
                  <a:pt x="62" y="172"/>
                </a:lnTo>
                <a:lnTo>
                  <a:pt x="62" y="345"/>
                </a:lnTo>
                <a:lnTo>
                  <a:pt x="125" y="518"/>
                </a:lnTo>
                <a:lnTo>
                  <a:pt x="188" y="690"/>
                </a:lnTo>
                <a:lnTo>
                  <a:pt x="188" y="863"/>
                </a:lnTo>
                <a:lnTo>
                  <a:pt x="248" y="1011"/>
                </a:lnTo>
                <a:lnTo>
                  <a:pt x="248" y="1184"/>
                </a:lnTo>
                <a:lnTo>
                  <a:pt x="310" y="1357"/>
                </a:lnTo>
                <a:lnTo>
                  <a:pt x="373" y="1529"/>
                </a:lnTo>
                <a:lnTo>
                  <a:pt x="373" y="1702"/>
                </a:lnTo>
                <a:lnTo>
                  <a:pt x="436" y="1924"/>
                </a:lnTo>
                <a:lnTo>
                  <a:pt x="498" y="2097"/>
                </a:lnTo>
                <a:lnTo>
                  <a:pt x="498" y="2269"/>
                </a:lnTo>
                <a:lnTo>
                  <a:pt x="558" y="2442"/>
                </a:lnTo>
                <a:lnTo>
                  <a:pt x="621" y="2615"/>
                </a:lnTo>
                <a:lnTo>
                  <a:pt x="621" y="2837"/>
                </a:lnTo>
                <a:lnTo>
                  <a:pt x="684" y="3010"/>
                </a:lnTo>
                <a:lnTo>
                  <a:pt x="746" y="3182"/>
                </a:lnTo>
                <a:lnTo>
                  <a:pt x="746" y="3330"/>
                </a:lnTo>
                <a:lnTo>
                  <a:pt x="806" y="3503"/>
                </a:lnTo>
                <a:lnTo>
                  <a:pt x="869" y="3725"/>
                </a:lnTo>
                <a:lnTo>
                  <a:pt x="869" y="3898"/>
                </a:lnTo>
                <a:lnTo>
                  <a:pt x="932" y="4071"/>
                </a:lnTo>
                <a:lnTo>
                  <a:pt x="994" y="4243"/>
                </a:lnTo>
                <a:lnTo>
                  <a:pt x="994" y="4416"/>
                </a:lnTo>
                <a:lnTo>
                  <a:pt x="1054" y="4589"/>
                </a:lnTo>
                <a:lnTo>
                  <a:pt x="1054" y="4762"/>
                </a:lnTo>
                <a:lnTo>
                  <a:pt x="1117" y="4934"/>
                </a:lnTo>
                <a:lnTo>
                  <a:pt x="1180" y="5107"/>
                </a:lnTo>
                <a:lnTo>
                  <a:pt x="1180" y="5255"/>
                </a:lnTo>
                <a:lnTo>
                  <a:pt x="1242" y="5428"/>
                </a:lnTo>
                <a:lnTo>
                  <a:pt x="1302" y="5650"/>
                </a:lnTo>
                <a:lnTo>
                  <a:pt x="1302" y="5823"/>
                </a:lnTo>
                <a:lnTo>
                  <a:pt x="1365" y="5995"/>
                </a:lnTo>
                <a:lnTo>
                  <a:pt x="1428" y="6168"/>
                </a:lnTo>
                <a:lnTo>
                  <a:pt x="1428" y="6341"/>
                </a:lnTo>
                <a:lnTo>
                  <a:pt x="1490" y="6513"/>
                </a:lnTo>
                <a:lnTo>
                  <a:pt x="1490" y="6686"/>
                </a:lnTo>
                <a:lnTo>
                  <a:pt x="1553" y="6859"/>
                </a:lnTo>
                <a:lnTo>
                  <a:pt x="1613" y="7007"/>
                </a:lnTo>
                <a:lnTo>
                  <a:pt x="1613" y="7180"/>
                </a:lnTo>
                <a:lnTo>
                  <a:pt x="1676" y="7352"/>
                </a:lnTo>
                <a:lnTo>
                  <a:pt x="1738" y="7525"/>
                </a:lnTo>
                <a:lnTo>
                  <a:pt x="1738" y="7698"/>
                </a:lnTo>
                <a:lnTo>
                  <a:pt x="1801" y="7870"/>
                </a:lnTo>
                <a:lnTo>
                  <a:pt x="1801" y="8043"/>
                </a:lnTo>
                <a:lnTo>
                  <a:pt x="1861" y="8216"/>
                </a:lnTo>
                <a:lnTo>
                  <a:pt x="1924" y="8389"/>
                </a:lnTo>
                <a:lnTo>
                  <a:pt x="1924" y="8537"/>
                </a:lnTo>
                <a:lnTo>
                  <a:pt x="1986" y="8709"/>
                </a:lnTo>
                <a:lnTo>
                  <a:pt x="2049" y="8882"/>
                </a:lnTo>
                <a:lnTo>
                  <a:pt x="2049" y="9055"/>
                </a:lnTo>
                <a:lnTo>
                  <a:pt x="2109" y="9228"/>
                </a:lnTo>
                <a:lnTo>
                  <a:pt x="2172" y="9400"/>
                </a:lnTo>
                <a:lnTo>
                  <a:pt x="2172" y="9573"/>
                </a:lnTo>
                <a:lnTo>
                  <a:pt x="2234" y="9746"/>
                </a:lnTo>
                <a:lnTo>
                  <a:pt x="2234" y="9894"/>
                </a:lnTo>
                <a:lnTo>
                  <a:pt x="2297" y="10066"/>
                </a:lnTo>
                <a:lnTo>
                  <a:pt x="2357" y="10239"/>
                </a:lnTo>
                <a:lnTo>
                  <a:pt x="2357" y="10412"/>
                </a:lnTo>
                <a:lnTo>
                  <a:pt x="2420" y="10585"/>
                </a:lnTo>
                <a:lnTo>
                  <a:pt x="2482" y="10757"/>
                </a:lnTo>
                <a:lnTo>
                  <a:pt x="2482" y="10979"/>
                </a:lnTo>
                <a:lnTo>
                  <a:pt x="2545" y="11152"/>
                </a:lnTo>
                <a:lnTo>
                  <a:pt x="2608" y="11325"/>
                </a:lnTo>
                <a:lnTo>
                  <a:pt x="2608" y="11497"/>
                </a:lnTo>
                <a:lnTo>
                  <a:pt x="2668" y="11670"/>
                </a:lnTo>
                <a:lnTo>
                  <a:pt x="2730" y="1181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6832132" y="3753306"/>
            <a:ext cx="2730" cy="11712"/>
          </a:xfrm>
          <a:custGeom>
            <a:avLst/>
            <a:gdLst/>
            <a:ahLst/>
            <a:cxnLst/>
            <a:rect l="l" t="t" r="r" b="b"/>
            <a:pathLst>
              <a:path w="2730" h="11712">
                <a:moveTo>
                  <a:pt x="0" y="0"/>
                </a:moveTo>
                <a:lnTo>
                  <a:pt x="0" y="172"/>
                </a:lnTo>
                <a:lnTo>
                  <a:pt x="62" y="345"/>
                </a:lnTo>
                <a:lnTo>
                  <a:pt x="125" y="518"/>
                </a:lnTo>
                <a:lnTo>
                  <a:pt x="125" y="690"/>
                </a:lnTo>
                <a:lnTo>
                  <a:pt x="185" y="838"/>
                </a:lnTo>
                <a:lnTo>
                  <a:pt x="248" y="1011"/>
                </a:lnTo>
                <a:lnTo>
                  <a:pt x="248" y="1184"/>
                </a:lnTo>
                <a:lnTo>
                  <a:pt x="310" y="1406"/>
                </a:lnTo>
                <a:lnTo>
                  <a:pt x="373" y="1579"/>
                </a:lnTo>
                <a:lnTo>
                  <a:pt x="373" y="1751"/>
                </a:lnTo>
                <a:lnTo>
                  <a:pt x="433" y="1924"/>
                </a:lnTo>
                <a:lnTo>
                  <a:pt x="496" y="2097"/>
                </a:lnTo>
                <a:lnTo>
                  <a:pt x="496" y="2269"/>
                </a:lnTo>
                <a:lnTo>
                  <a:pt x="558" y="2442"/>
                </a:lnTo>
                <a:lnTo>
                  <a:pt x="621" y="2664"/>
                </a:lnTo>
                <a:lnTo>
                  <a:pt x="621" y="2837"/>
                </a:lnTo>
                <a:lnTo>
                  <a:pt x="681" y="3010"/>
                </a:lnTo>
                <a:lnTo>
                  <a:pt x="744" y="3158"/>
                </a:lnTo>
                <a:lnTo>
                  <a:pt x="744" y="3330"/>
                </a:lnTo>
                <a:lnTo>
                  <a:pt x="806" y="3508"/>
                </a:lnTo>
                <a:lnTo>
                  <a:pt x="869" y="3678"/>
                </a:lnTo>
                <a:lnTo>
                  <a:pt x="869" y="3846"/>
                </a:lnTo>
                <a:lnTo>
                  <a:pt x="932" y="4016"/>
                </a:lnTo>
                <a:lnTo>
                  <a:pt x="932" y="4187"/>
                </a:lnTo>
                <a:lnTo>
                  <a:pt x="992" y="4357"/>
                </a:lnTo>
                <a:lnTo>
                  <a:pt x="1054" y="4527"/>
                </a:lnTo>
                <a:lnTo>
                  <a:pt x="1054" y="4695"/>
                </a:lnTo>
                <a:lnTo>
                  <a:pt x="1117" y="4865"/>
                </a:lnTo>
                <a:lnTo>
                  <a:pt x="1180" y="5035"/>
                </a:lnTo>
                <a:lnTo>
                  <a:pt x="1180" y="5206"/>
                </a:lnTo>
                <a:lnTo>
                  <a:pt x="1240" y="5376"/>
                </a:lnTo>
                <a:lnTo>
                  <a:pt x="1240" y="5544"/>
                </a:lnTo>
                <a:lnTo>
                  <a:pt x="1302" y="5714"/>
                </a:lnTo>
                <a:lnTo>
                  <a:pt x="1365" y="5884"/>
                </a:lnTo>
                <a:lnTo>
                  <a:pt x="1365" y="6054"/>
                </a:lnTo>
                <a:lnTo>
                  <a:pt x="1428" y="6225"/>
                </a:lnTo>
                <a:lnTo>
                  <a:pt x="1488" y="6392"/>
                </a:lnTo>
                <a:lnTo>
                  <a:pt x="1488" y="6563"/>
                </a:lnTo>
                <a:lnTo>
                  <a:pt x="1550" y="6733"/>
                </a:lnTo>
                <a:lnTo>
                  <a:pt x="1550" y="6903"/>
                </a:lnTo>
                <a:lnTo>
                  <a:pt x="1613" y="7073"/>
                </a:lnTo>
                <a:lnTo>
                  <a:pt x="1676" y="7241"/>
                </a:lnTo>
                <a:lnTo>
                  <a:pt x="1676" y="7412"/>
                </a:lnTo>
                <a:lnTo>
                  <a:pt x="1736" y="7582"/>
                </a:lnTo>
                <a:lnTo>
                  <a:pt x="1798" y="7752"/>
                </a:lnTo>
                <a:lnTo>
                  <a:pt x="1798" y="7922"/>
                </a:lnTo>
                <a:lnTo>
                  <a:pt x="1861" y="8090"/>
                </a:lnTo>
                <a:lnTo>
                  <a:pt x="1924" y="8260"/>
                </a:lnTo>
                <a:lnTo>
                  <a:pt x="1924" y="8487"/>
                </a:lnTo>
                <a:lnTo>
                  <a:pt x="1986" y="8658"/>
                </a:lnTo>
                <a:lnTo>
                  <a:pt x="2046" y="8828"/>
                </a:lnTo>
                <a:lnTo>
                  <a:pt x="2046" y="8996"/>
                </a:lnTo>
                <a:lnTo>
                  <a:pt x="2109" y="9166"/>
                </a:lnTo>
                <a:lnTo>
                  <a:pt x="2172" y="9336"/>
                </a:lnTo>
                <a:lnTo>
                  <a:pt x="2172" y="9506"/>
                </a:lnTo>
                <a:lnTo>
                  <a:pt x="2234" y="9677"/>
                </a:lnTo>
                <a:lnTo>
                  <a:pt x="2294" y="9844"/>
                </a:lnTo>
                <a:lnTo>
                  <a:pt x="2294" y="10015"/>
                </a:lnTo>
                <a:lnTo>
                  <a:pt x="2357" y="10242"/>
                </a:lnTo>
                <a:lnTo>
                  <a:pt x="2420" y="10412"/>
                </a:lnTo>
                <a:lnTo>
                  <a:pt x="2420" y="10582"/>
                </a:lnTo>
                <a:lnTo>
                  <a:pt x="2482" y="10750"/>
                </a:lnTo>
                <a:lnTo>
                  <a:pt x="2542" y="10920"/>
                </a:lnTo>
                <a:lnTo>
                  <a:pt x="2542" y="11090"/>
                </a:lnTo>
                <a:lnTo>
                  <a:pt x="2605" y="11261"/>
                </a:lnTo>
                <a:lnTo>
                  <a:pt x="2668" y="11431"/>
                </a:lnTo>
                <a:lnTo>
                  <a:pt x="2668" y="1159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6834862" y="3765018"/>
            <a:ext cx="2728" cy="11488"/>
          </a:xfrm>
          <a:custGeom>
            <a:avLst/>
            <a:gdLst/>
            <a:ahLst/>
            <a:cxnLst/>
            <a:rect l="l" t="t" r="r" b="b"/>
            <a:pathLst>
              <a:path w="2728" h="11488">
                <a:moveTo>
                  <a:pt x="0" y="0"/>
                </a:moveTo>
                <a:lnTo>
                  <a:pt x="0" y="170"/>
                </a:lnTo>
                <a:lnTo>
                  <a:pt x="59" y="340"/>
                </a:lnTo>
                <a:lnTo>
                  <a:pt x="122" y="510"/>
                </a:lnTo>
                <a:lnTo>
                  <a:pt x="122" y="678"/>
                </a:lnTo>
                <a:lnTo>
                  <a:pt x="185" y="848"/>
                </a:lnTo>
                <a:lnTo>
                  <a:pt x="185" y="1019"/>
                </a:lnTo>
                <a:lnTo>
                  <a:pt x="248" y="1189"/>
                </a:lnTo>
                <a:lnTo>
                  <a:pt x="310" y="1359"/>
                </a:lnTo>
                <a:lnTo>
                  <a:pt x="310" y="1527"/>
                </a:lnTo>
                <a:lnTo>
                  <a:pt x="370" y="1697"/>
                </a:lnTo>
                <a:lnTo>
                  <a:pt x="433" y="1867"/>
                </a:lnTo>
                <a:lnTo>
                  <a:pt x="433" y="2038"/>
                </a:lnTo>
                <a:lnTo>
                  <a:pt x="496" y="2208"/>
                </a:lnTo>
                <a:lnTo>
                  <a:pt x="558" y="2376"/>
                </a:lnTo>
                <a:lnTo>
                  <a:pt x="558" y="2546"/>
                </a:lnTo>
                <a:lnTo>
                  <a:pt x="618" y="2716"/>
                </a:lnTo>
                <a:lnTo>
                  <a:pt x="681" y="2886"/>
                </a:lnTo>
                <a:lnTo>
                  <a:pt x="681" y="3057"/>
                </a:lnTo>
                <a:lnTo>
                  <a:pt x="744" y="3224"/>
                </a:lnTo>
                <a:lnTo>
                  <a:pt x="806" y="3395"/>
                </a:lnTo>
                <a:lnTo>
                  <a:pt x="806" y="3565"/>
                </a:lnTo>
                <a:lnTo>
                  <a:pt x="866" y="3735"/>
                </a:lnTo>
                <a:lnTo>
                  <a:pt x="866" y="3905"/>
                </a:lnTo>
                <a:lnTo>
                  <a:pt x="929" y="4073"/>
                </a:lnTo>
                <a:lnTo>
                  <a:pt x="992" y="4243"/>
                </a:lnTo>
                <a:lnTo>
                  <a:pt x="992" y="4414"/>
                </a:lnTo>
                <a:lnTo>
                  <a:pt x="1054" y="4584"/>
                </a:lnTo>
                <a:lnTo>
                  <a:pt x="1114" y="4754"/>
                </a:lnTo>
                <a:lnTo>
                  <a:pt x="1114" y="4922"/>
                </a:lnTo>
                <a:lnTo>
                  <a:pt x="1177" y="5092"/>
                </a:lnTo>
                <a:lnTo>
                  <a:pt x="1240" y="5262"/>
                </a:lnTo>
                <a:lnTo>
                  <a:pt x="1240" y="5433"/>
                </a:lnTo>
                <a:lnTo>
                  <a:pt x="1302" y="5603"/>
                </a:lnTo>
                <a:lnTo>
                  <a:pt x="1365" y="5771"/>
                </a:lnTo>
                <a:lnTo>
                  <a:pt x="1365" y="5941"/>
                </a:lnTo>
                <a:lnTo>
                  <a:pt x="1425" y="6111"/>
                </a:lnTo>
                <a:lnTo>
                  <a:pt x="1488" y="6281"/>
                </a:lnTo>
                <a:lnTo>
                  <a:pt x="1488" y="6452"/>
                </a:lnTo>
                <a:lnTo>
                  <a:pt x="1550" y="6619"/>
                </a:lnTo>
                <a:lnTo>
                  <a:pt x="1550" y="6790"/>
                </a:lnTo>
                <a:lnTo>
                  <a:pt x="1613" y="6960"/>
                </a:lnTo>
                <a:lnTo>
                  <a:pt x="1673" y="7130"/>
                </a:lnTo>
                <a:lnTo>
                  <a:pt x="1673" y="7300"/>
                </a:lnTo>
                <a:lnTo>
                  <a:pt x="1736" y="7468"/>
                </a:lnTo>
                <a:lnTo>
                  <a:pt x="1798" y="7639"/>
                </a:lnTo>
                <a:lnTo>
                  <a:pt x="1798" y="7809"/>
                </a:lnTo>
                <a:lnTo>
                  <a:pt x="1861" y="7979"/>
                </a:lnTo>
                <a:lnTo>
                  <a:pt x="1921" y="8149"/>
                </a:lnTo>
                <a:lnTo>
                  <a:pt x="1921" y="8317"/>
                </a:lnTo>
                <a:lnTo>
                  <a:pt x="1984" y="8487"/>
                </a:lnTo>
                <a:lnTo>
                  <a:pt x="2046" y="8658"/>
                </a:lnTo>
                <a:lnTo>
                  <a:pt x="2046" y="8828"/>
                </a:lnTo>
                <a:lnTo>
                  <a:pt x="2109" y="8998"/>
                </a:lnTo>
                <a:lnTo>
                  <a:pt x="2169" y="9166"/>
                </a:lnTo>
                <a:lnTo>
                  <a:pt x="2169" y="9336"/>
                </a:lnTo>
                <a:lnTo>
                  <a:pt x="2232" y="9506"/>
                </a:lnTo>
                <a:lnTo>
                  <a:pt x="2232" y="9677"/>
                </a:lnTo>
                <a:lnTo>
                  <a:pt x="2294" y="9847"/>
                </a:lnTo>
                <a:lnTo>
                  <a:pt x="2357" y="10015"/>
                </a:lnTo>
                <a:lnTo>
                  <a:pt x="2357" y="10185"/>
                </a:lnTo>
                <a:lnTo>
                  <a:pt x="2420" y="10355"/>
                </a:lnTo>
                <a:lnTo>
                  <a:pt x="2480" y="10525"/>
                </a:lnTo>
                <a:lnTo>
                  <a:pt x="2480" y="10696"/>
                </a:lnTo>
                <a:lnTo>
                  <a:pt x="2542" y="10863"/>
                </a:lnTo>
                <a:lnTo>
                  <a:pt x="2605" y="11034"/>
                </a:lnTo>
                <a:lnTo>
                  <a:pt x="2605" y="11204"/>
                </a:lnTo>
                <a:lnTo>
                  <a:pt x="2668" y="113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6837591" y="3776507"/>
            <a:ext cx="2668" cy="11201"/>
          </a:xfrm>
          <a:custGeom>
            <a:avLst/>
            <a:gdLst/>
            <a:ahLst/>
            <a:cxnLst/>
            <a:rect l="l" t="t" r="r" b="b"/>
            <a:pathLst>
              <a:path w="2668" h="11201">
                <a:moveTo>
                  <a:pt x="0" y="0"/>
                </a:moveTo>
                <a:lnTo>
                  <a:pt x="0" y="167"/>
                </a:lnTo>
                <a:lnTo>
                  <a:pt x="62" y="338"/>
                </a:lnTo>
                <a:lnTo>
                  <a:pt x="125" y="508"/>
                </a:lnTo>
                <a:lnTo>
                  <a:pt x="125" y="678"/>
                </a:lnTo>
                <a:lnTo>
                  <a:pt x="188" y="848"/>
                </a:lnTo>
                <a:lnTo>
                  <a:pt x="188" y="1016"/>
                </a:lnTo>
                <a:lnTo>
                  <a:pt x="248" y="1186"/>
                </a:lnTo>
                <a:lnTo>
                  <a:pt x="310" y="1357"/>
                </a:lnTo>
                <a:lnTo>
                  <a:pt x="310" y="1527"/>
                </a:lnTo>
                <a:lnTo>
                  <a:pt x="373" y="1697"/>
                </a:lnTo>
                <a:lnTo>
                  <a:pt x="436" y="1865"/>
                </a:lnTo>
                <a:lnTo>
                  <a:pt x="436" y="2035"/>
                </a:lnTo>
                <a:lnTo>
                  <a:pt x="496" y="2205"/>
                </a:lnTo>
                <a:lnTo>
                  <a:pt x="558" y="2376"/>
                </a:lnTo>
                <a:lnTo>
                  <a:pt x="558" y="2546"/>
                </a:lnTo>
                <a:lnTo>
                  <a:pt x="621" y="2714"/>
                </a:lnTo>
                <a:lnTo>
                  <a:pt x="684" y="2884"/>
                </a:lnTo>
                <a:lnTo>
                  <a:pt x="684" y="3054"/>
                </a:lnTo>
                <a:lnTo>
                  <a:pt x="746" y="3224"/>
                </a:lnTo>
                <a:lnTo>
                  <a:pt x="806" y="3395"/>
                </a:lnTo>
                <a:lnTo>
                  <a:pt x="806" y="3562"/>
                </a:lnTo>
                <a:lnTo>
                  <a:pt x="869" y="3733"/>
                </a:lnTo>
                <a:lnTo>
                  <a:pt x="932" y="3903"/>
                </a:lnTo>
                <a:lnTo>
                  <a:pt x="932" y="4073"/>
                </a:lnTo>
                <a:lnTo>
                  <a:pt x="994" y="4243"/>
                </a:lnTo>
                <a:lnTo>
                  <a:pt x="1054" y="4411"/>
                </a:lnTo>
                <a:lnTo>
                  <a:pt x="1054" y="4581"/>
                </a:lnTo>
                <a:lnTo>
                  <a:pt x="1117" y="4752"/>
                </a:lnTo>
                <a:lnTo>
                  <a:pt x="1180" y="4922"/>
                </a:lnTo>
                <a:lnTo>
                  <a:pt x="1180" y="5092"/>
                </a:lnTo>
                <a:lnTo>
                  <a:pt x="1242" y="5260"/>
                </a:lnTo>
                <a:lnTo>
                  <a:pt x="1302" y="5430"/>
                </a:lnTo>
                <a:lnTo>
                  <a:pt x="1302" y="5600"/>
                </a:lnTo>
                <a:lnTo>
                  <a:pt x="1365" y="5771"/>
                </a:lnTo>
                <a:lnTo>
                  <a:pt x="1428" y="5941"/>
                </a:lnTo>
                <a:lnTo>
                  <a:pt x="1428" y="6109"/>
                </a:lnTo>
                <a:lnTo>
                  <a:pt x="1490" y="6279"/>
                </a:lnTo>
                <a:lnTo>
                  <a:pt x="1550" y="6449"/>
                </a:lnTo>
                <a:lnTo>
                  <a:pt x="1550" y="6619"/>
                </a:lnTo>
                <a:lnTo>
                  <a:pt x="1613" y="6790"/>
                </a:lnTo>
                <a:lnTo>
                  <a:pt x="1676" y="6958"/>
                </a:lnTo>
                <a:lnTo>
                  <a:pt x="1676" y="7128"/>
                </a:lnTo>
                <a:lnTo>
                  <a:pt x="1738" y="7298"/>
                </a:lnTo>
                <a:lnTo>
                  <a:pt x="1801" y="7468"/>
                </a:lnTo>
                <a:lnTo>
                  <a:pt x="1801" y="7639"/>
                </a:lnTo>
                <a:lnTo>
                  <a:pt x="1861" y="7806"/>
                </a:lnTo>
                <a:lnTo>
                  <a:pt x="1924" y="7977"/>
                </a:lnTo>
                <a:lnTo>
                  <a:pt x="1924" y="8147"/>
                </a:lnTo>
                <a:lnTo>
                  <a:pt x="1986" y="8317"/>
                </a:lnTo>
                <a:lnTo>
                  <a:pt x="2049" y="8487"/>
                </a:lnTo>
                <a:lnTo>
                  <a:pt x="2049" y="8655"/>
                </a:lnTo>
                <a:lnTo>
                  <a:pt x="2109" y="8825"/>
                </a:lnTo>
                <a:lnTo>
                  <a:pt x="2172" y="8996"/>
                </a:lnTo>
                <a:lnTo>
                  <a:pt x="2172" y="9166"/>
                </a:lnTo>
                <a:lnTo>
                  <a:pt x="2234" y="9336"/>
                </a:lnTo>
                <a:lnTo>
                  <a:pt x="2234" y="9504"/>
                </a:lnTo>
                <a:lnTo>
                  <a:pt x="2297" y="9674"/>
                </a:lnTo>
                <a:lnTo>
                  <a:pt x="2357" y="9844"/>
                </a:lnTo>
                <a:lnTo>
                  <a:pt x="2420" y="10015"/>
                </a:lnTo>
                <a:lnTo>
                  <a:pt x="2420" y="10185"/>
                </a:lnTo>
                <a:lnTo>
                  <a:pt x="2482" y="10353"/>
                </a:lnTo>
                <a:lnTo>
                  <a:pt x="2545" y="10523"/>
                </a:lnTo>
                <a:lnTo>
                  <a:pt x="2545" y="10693"/>
                </a:lnTo>
                <a:lnTo>
                  <a:pt x="2605" y="10863"/>
                </a:lnTo>
                <a:lnTo>
                  <a:pt x="2668" y="11034"/>
                </a:lnTo>
                <a:lnTo>
                  <a:pt x="2668" y="1120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6840259" y="3787708"/>
            <a:ext cx="2730" cy="10979"/>
          </a:xfrm>
          <a:custGeom>
            <a:avLst/>
            <a:gdLst/>
            <a:ahLst/>
            <a:cxnLst/>
            <a:rect l="l" t="t" r="r" b="b"/>
            <a:pathLst>
              <a:path w="2730" h="10979">
                <a:moveTo>
                  <a:pt x="0" y="0"/>
                </a:moveTo>
                <a:lnTo>
                  <a:pt x="62" y="170"/>
                </a:lnTo>
                <a:lnTo>
                  <a:pt x="125" y="340"/>
                </a:lnTo>
                <a:lnTo>
                  <a:pt x="125" y="510"/>
                </a:lnTo>
                <a:lnTo>
                  <a:pt x="188" y="680"/>
                </a:lnTo>
                <a:lnTo>
                  <a:pt x="248" y="848"/>
                </a:lnTo>
                <a:lnTo>
                  <a:pt x="248" y="1019"/>
                </a:lnTo>
                <a:lnTo>
                  <a:pt x="310" y="1189"/>
                </a:lnTo>
                <a:lnTo>
                  <a:pt x="373" y="1359"/>
                </a:lnTo>
                <a:lnTo>
                  <a:pt x="373" y="1529"/>
                </a:lnTo>
                <a:lnTo>
                  <a:pt x="436" y="1697"/>
                </a:lnTo>
                <a:lnTo>
                  <a:pt x="496" y="1867"/>
                </a:lnTo>
                <a:lnTo>
                  <a:pt x="496" y="2038"/>
                </a:lnTo>
                <a:lnTo>
                  <a:pt x="558" y="2208"/>
                </a:lnTo>
                <a:lnTo>
                  <a:pt x="621" y="2378"/>
                </a:lnTo>
                <a:lnTo>
                  <a:pt x="621" y="2546"/>
                </a:lnTo>
                <a:lnTo>
                  <a:pt x="684" y="2716"/>
                </a:lnTo>
                <a:lnTo>
                  <a:pt x="744" y="2886"/>
                </a:lnTo>
                <a:lnTo>
                  <a:pt x="744" y="3057"/>
                </a:lnTo>
                <a:lnTo>
                  <a:pt x="806" y="3227"/>
                </a:lnTo>
                <a:lnTo>
                  <a:pt x="869" y="3395"/>
                </a:lnTo>
                <a:lnTo>
                  <a:pt x="869" y="3565"/>
                </a:lnTo>
                <a:lnTo>
                  <a:pt x="932" y="3735"/>
                </a:lnTo>
                <a:lnTo>
                  <a:pt x="992" y="3905"/>
                </a:lnTo>
                <a:lnTo>
                  <a:pt x="992" y="4076"/>
                </a:lnTo>
                <a:lnTo>
                  <a:pt x="1054" y="4243"/>
                </a:lnTo>
                <a:lnTo>
                  <a:pt x="1117" y="4414"/>
                </a:lnTo>
                <a:lnTo>
                  <a:pt x="1117" y="4584"/>
                </a:lnTo>
                <a:lnTo>
                  <a:pt x="1180" y="4754"/>
                </a:lnTo>
                <a:lnTo>
                  <a:pt x="1242" y="4924"/>
                </a:lnTo>
                <a:lnTo>
                  <a:pt x="1302" y="5092"/>
                </a:lnTo>
                <a:lnTo>
                  <a:pt x="1302" y="5262"/>
                </a:lnTo>
                <a:lnTo>
                  <a:pt x="1365" y="5433"/>
                </a:lnTo>
                <a:lnTo>
                  <a:pt x="1428" y="5603"/>
                </a:lnTo>
                <a:lnTo>
                  <a:pt x="1428" y="5773"/>
                </a:lnTo>
                <a:lnTo>
                  <a:pt x="1490" y="5941"/>
                </a:lnTo>
                <a:lnTo>
                  <a:pt x="1550" y="6111"/>
                </a:lnTo>
                <a:lnTo>
                  <a:pt x="1550" y="6281"/>
                </a:lnTo>
                <a:lnTo>
                  <a:pt x="1613" y="6452"/>
                </a:lnTo>
                <a:lnTo>
                  <a:pt x="1613" y="6622"/>
                </a:lnTo>
                <a:lnTo>
                  <a:pt x="1676" y="6790"/>
                </a:lnTo>
                <a:lnTo>
                  <a:pt x="1738" y="6960"/>
                </a:lnTo>
                <a:lnTo>
                  <a:pt x="1798" y="7130"/>
                </a:lnTo>
                <a:lnTo>
                  <a:pt x="1798" y="7300"/>
                </a:lnTo>
                <a:lnTo>
                  <a:pt x="1861" y="7471"/>
                </a:lnTo>
                <a:lnTo>
                  <a:pt x="1924" y="7639"/>
                </a:lnTo>
                <a:lnTo>
                  <a:pt x="1924" y="7809"/>
                </a:lnTo>
                <a:lnTo>
                  <a:pt x="1986" y="7979"/>
                </a:lnTo>
                <a:lnTo>
                  <a:pt x="2046" y="8149"/>
                </a:lnTo>
                <a:lnTo>
                  <a:pt x="2046" y="8320"/>
                </a:lnTo>
                <a:lnTo>
                  <a:pt x="2109" y="8487"/>
                </a:lnTo>
                <a:lnTo>
                  <a:pt x="2172" y="8658"/>
                </a:lnTo>
                <a:lnTo>
                  <a:pt x="2234" y="8828"/>
                </a:lnTo>
                <a:lnTo>
                  <a:pt x="2234" y="8998"/>
                </a:lnTo>
                <a:lnTo>
                  <a:pt x="2297" y="9168"/>
                </a:lnTo>
                <a:lnTo>
                  <a:pt x="2297" y="9336"/>
                </a:lnTo>
                <a:lnTo>
                  <a:pt x="2357" y="9506"/>
                </a:lnTo>
                <a:lnTo>
                  <a:pt x="2420" y="9677"/>
                </a:lnTo>
                <a:lnTo>
                  <a:pt x="2420" y="9847"/>
                </a:lnTo>
                <a:lnTo>
                  <a:pt x="2482" y="10017"/>
                </a:lnTo>
                <a:lnTo>
                  <a:pt x="2545" y="10185"/>
                </a:lnTo>
                <a:lnTo>
                  <a:pt x="2605" y="10355"/>
                </a:lnTo>
                <a:lnTo>
                  <a:pt x="2605" y="10525"/>
                </a:lnTo>
                <a:lnTo>
                  <a:pt x="2668" y="10696"/>
                </a:lnTo>
                <a:lnTo>
                  <a:pt x="2730" y="1086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6842989" y="3798688"/>
            <a:ext cx="2730" cy="10693"/>
          </a:xfrm>
          <a:custGeom>
            <a:avLst/>
            <a:gdLst/>
            <a:ahLst/>
            <a:cxnLst/>
            <a:rect l="l" t="t" r="r" b="b"/>
            <a:pathLst>
              <a:path w="2730" h="10693">
                <a:moveTo>
                  <a:pt x="0" y="0"/>
                </a:moveTo>
                <a:lnTo>
                  <a:pt x="62" y="167"/>
                </a:lnTo>
                <a:lnTo>
                  <a:pt x="62" y="338"/>
                </a:lnTo>
                <a:lnTo>
                  <a:pt x="122" y="508"/>
                </a:lnTo>
                <a:lnTo>
                  <a:pt x="185" y="678"/>
                </a:lnTo>
                <a:lnTo>
                  <a:pt x="248" y="848"/>
                </a:lnTo>
                <a:lnTo>
                  <a:pt x="248" y="1016"/>
                </a:lnTo>
                <a:lnTo>
                  <a:pt x="310" y="1186"/>
                </a:lnTo>
                <a:lnTo>
                  <a:pt x="370" y="1357"/>
                </a:lnTo>
                <a:lnTo>
                  <a:pt x="370" y="1527"/>
                </a:lnTo>
                <a:lnTo>
                  <a:pt x="433" y="1697"/>
                </a:lnTo>
                <a:lnTo>
                  <a:pt x="496" y="1865"/>
                </a:lnTo>
                <a:lnTo>
                  <a:pt x="496" y="2035"/>
                </a:lnTo>
                <a:lnTo>
                  <a:pt x="558" y="2205"/>
                </a:lnTo>
                <a:lnTo>
                  <a:pt x="621" y="2376"/>
                </a:lnTo>
                <a:lnTo>
                  <a:pt x="621" y="2546"/>
                </a:lnTo>
                <a:lnTo>
                  <a:pt x="681" y="2714"/>
                </a:lnTo>
                <a:lnTo>
                  <a:pt x="744" y="2884"/>
                </a:lnTo>
                <a:lnTo>
                  <a:pt x="806" y="3054"/>
                </a:lnTo>
                <a:lnTo>
                  <a:pt x="806" y="3224"/>
                </a:lnTo>
                <a:lnTo>
                  <a:pt x="869" y="3395"/>
                </a:lnTo>
                <a:lnTo>
                  <a:pt x="929" y="3562"/>
                </a:lnTo>
                <a:lnTo>
                  <a:pt x="929" y="3733"/>
                </a:lnTo>
                <a:lnTo>
                  <a:pt x="992" y="3903"/>
                </a:lnTo>
                <a:lnTo>
                  <a:pt x="1054" y="4073"/>
                </a:lnTo>
                <a:lnTo>
                  <a:pt x="1054" y="4243"/>
                </a:lnTo>
                <a:lnTo>
                  <a:pt x="1117" y="4411"/>
                </a:lnTo>
                <a:lnTo>
                  <a:pt x="1177" y="4581"/>
                </a:lnTo>
                <a:lnTo>
                  <a:pt x="1177" y="4752"/>
                </a:lnTo>
                <a:lnTo>
                  <a:pt x="1240" y="4922"/>
                </a:lnTo>
                <a:lnTo>
                  <a:pt x="1302" y="5092"/>
                </a:lnTo>
                <a:lnTo>
                  <a:pt x="1365" y="5260"/>
                </a:lnTo>
                <a:lnTo>
                  <a:pt x="1365" y="5430"/>
                </a:lnTo>
                <a:lnTo>
                  <a:pt x="1425" y="5600"/>
                </a:lnTo>
                <a:lnTo>
                  <a:pt x="1488" y="5771"/>
                </a:lnTo>
                <a:lnTo>
                  <a:pt x="1488" y="5941"/>
                </a:lnTo>
                <a:lnTo>
                  <a:pt x="1550" y="6109"/>
                </a:lnTo>
                <a:lnTo>
                  <a:pt x="1613" y="6279"/>
                </a:lnTo>
                <a:lnTo>
                  <a:pt x="1613" y="6449"/>
                </a:lnTo>
                <a:lnTo>
                  <a:pt x="1676" y="6619"/>
                </a:lnTo>
                <a:lnTo>
                  <a:pt x="1736" y="6790"/>
                </a:lnTo>
                <a:lnTo>
                  <a:pt x="1736" y="6958"/>
                </a:lnTo>
                <a:lnTo>
                  <a:pt x="1798" y="7128"/>
                </a:lnTo>
                <a:lnTo>
                  <a:pt x="1861" y="7298"/>
                </a:lnTo>
                <a:lnTo>
                  <a:pt x="1924" y="7468"/>
                </a:lnTo>
                <a:lnTo>
                  <a:pt x="1924" y="7639"/>
                </a:lnTo>
                <a:lnTo>
                  <a:pt x="1984" y="7806"/>
                </a:lnTo>
                <a:lnTo>
                  <a:pt x="2046" y="7977"/>
                </a:lnTo>
                <a:lnTo>
                  <a:pt x="2046" y="8147"/>
                </a:lnTo>
                <a:lnTo>
                  <a:pt x="2109" y="8317"/>
                </a:lnTo>
                <a:lnTo>
                  <a:pt x="2172" y="8487"/>
                </a:lnTo>
                <a:lnTo>
                  <a:pt x="2232" y="8655"/>
                </a:lnTo>
                <a:lnTo>
                  <a:pt x="2232" y="8825"/>
                </a:lnTo>
                <a:lnTo>
                  <a:pt x="2294" y="8996"/>
                </a:lnTo>
                <a:lnTo>
                  <a:pt x="2357" y="9166"/>
                </a:lnTo>
                <a:lnTo>
                  <a:pt x="2357" y="9336"/>
                </a:lnTo>
                <a:lnTo>
                  <a:pt x="2420" y="9504"/>
                </a:lnTo>
                <a:lnTo>
                  <a:pt x="2480" y="9674"/>
                </a:lnTo>
                <a:lnTo>
                  <a:pt x="2480" y="9844"/>
                </a:lnTo>
                <a:lnTo>
                  <a:pt x="2542" y="10015"/>
                </a:lnTo>
                <a:lnTo>
                  <a:pt x="2605" y="10185"/>
                </a:lnTo>
                <a:lnTo>
                  <a:pt x="2668" y="10353"/>
                </a:lnTo>
                <a:lnTo>
                  <a:pt x="2668" y="10523"/>
                </a:lnTo>
                <a:lnTo>
                  <a:pt x="2730" y="1069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6845720" y="3809382"/>
            <a:ext cx="2738" cy="10355"/>
          </a:xfrm>
          <a:custGeom>
            <a:avLst/>
            <a:gdLst/>
            <a:ahLst/>
            <a:cxnLst/>
            <a:rect l="l" t="t" r="r" b="b"/>
            <a:pathLst>
              <a:path w="2738" h="10355">
                <a:moveTo>
                  <a:pt x="0" y="0"/>
                </a:moveTo>
                <a:lnTo>
                  <a:pt x="59" y="170"/>
                </a:lnTo>
                <a:lnTo>
                  <a:pt x="59" y="340"/>
                </a:lnTo>
                <a:lnTo>
                  <a:pt x="122" y="508"/>
                </a:lnTo>
                <a:lnTo>
                  <a:pt x="185" y="678"/>
                </a:lnTo>
                <a:lnTo>
                  <a:pt x="185" y="848"/>
                </a:lnTo>
                <a:lnTo>
                  <a:pt x="248" y="1019"/>
                </a:lnTo>
                <a:lnTo>
                  <a:pt x="307" y="1189"/>
                </a:lnTo>
                <a:lnTo>
                  <a:pt x="370" y="1357"/>
                </a:lnTo>
                <a:lnTo>
                  <a:pt x="370" y="1527"/>
                </a:lnTo>
                <a:lnTo>
                  <a:pt x="433" y="1697"/>
                </a:lnTo>
                <a:lnTo>
                  <a:pt x="496" y="1867"/>
                </a:lnTo>
                <a:lnTo>
                  <a:pt x="496" y="2038"/>
                </a:lnTo>
                <a:lnTo>
                  <a:pt x="555" y="2205"/>
                </a:lnTo>
                <a:lnTo>
                  <a:pt x="618" y="2376"/>
                </a:lnTo>
                <a:lnTo>
                  <a:pt x="681" y="2546"/>
                </a:lnTo>
                <a:lnTo>
                  <a:pt x="681" y="2716"/>
                </a:lnTo>
                <a:lnTo>
                  <a:pt x="744" y="2884"/>
                </a:lnTo>
                <a:lnTo>
                  <a:pt x="803" y="3054"/>
                </a:lnTo>
                <a:lnTo>
                  <a:pt x="866" y="3224"/>
                </a:lnTo>
                <a:lnTo>
                  <a:pt x="866" y="3395"/>
                </a:lnTo>
                <a:lnTo>
                  <a:pt x="929" y="3565"/>
                </a:lnTo>
                <a:lnTo>
                  <a:pt x="929" y="3735"/>
                </a:lnTo>
                <a:lnTo>
                  <a:pt x="992" y="3903"/>
                </a:lnTo>
                <a:lnTo>
                  <a:pt x="1054" y="4073"/>
                </a:lnTo>
                <a:lnTo>
                  <a:pt x="1114" y="4243"/>
                </a:lnTo>
                <a:lnTo>
                  <a:pt x="1114" y="4414"/>
                </a:lnTo>
                <a:lnTo>
                  <a:pt x="1177" y="4584"/>
                </a:lnTo>
                <a:lnTo>
                  <a:pt x="1240" y="4752"/>
                </a:lnTo>
                <a:lnTo>
                  <a:pt x="1302" y="4922"/>
                </a:lnTo>
                <a:lnTo>
                  <a:pt x="1302" y="5092"/>
                </a:lnTo>
                <a:lnTo>
                  <a:pt x="1376" y="5262"/>
                </a:lnTo>
                <a:lnTo>
                  <a:pt x="1430" y="5433"/>
                </a:lnTo>
                <a:lnTo>
                  <a:pt x="1430" y="5600"/>
                </a:lnTo>
                <a:lnTo>
                  <a:pt x="1485" y="5771"/>
                </a:lnTo>
                <a:lnTo>
                  <a:pt x="1539" y="5941"/>
                </a:lnTo>
                <a:lnTo>
                  <a:pt x="1621" y="6111"/>
                </a:lnTo>
                <a:lnTo>
                  <a:pt x="1621" y="6281"/>
                </a:lnTo>
                <a:lnTo>
                  <a:pt x="1676" y="6449"/>
                </a:lnTo>
                <a:lnTo>
                  <a:pt x="1730" y="6619"/>
                </a:lnTo>
                <a:lnTo>
                  <a:pt x="1730" y="6790"/>
                </a:lnTo>
                <a:lnTo>
                  <a:pt x="1785" y="6960"/>
                </a:lnTo>
                <a:lnTo>
                  <a:pt x="1866" y="7128"/>
                </a:lnTo>
                <a:lnTo>
                  <a:pt x="1866" y="7298"/>
                </a:lnTo>
                <a:lnTo>
                  <a:pt x="1921" y="7468"/>
                </a:lnTo>
                <a:lnTo>
                  <a:pt x="1975" y="7639"/>
                </a:lnTo>
                <a:lnTo>
                  <a:pt x="2057" y="7809"/>
                </a:lnTo>
                <a:lnTo>
                  <a:pt x="2112" y="7979"/>
                </a:lnTo>
                <a:lnTo>
                  <a:pt x="2112" y="8147"/>
                </a:lnTo>
                <a:lnTo>
                  <a:pt x="2166" y="8317"/>
                </a:lnTo>
                <a:lnTo>
                  <a:pt x="2221" y="8487"/>
                </a:lnTo>
                <a:lnTo>
                  <a:pt x="2221" y="8658"/>
                </a:lnTo>
                <a:lnTo>
                  <a:pt x="2302" y="8828"/>
                </a:lnTo>
                <a:lnTo>
                  <a:pt x="2357" y="8996"/>
                </a:lnTo>
                <a:lnTo>
                  <a:pt x="2357" y="9166"/>
                </a:lnTo>
                <a:lnTo>
                  <a:pt x="2411" y="9336"/>
                </a:lnTo>
                <a:lnTo>
                  <a:pt x="2493" y="9506"/>
                </a:lnTo>
                <a:lnTo>
                  <a:pt x="2548" y="9677"/>
                </a:lnTo>
                <a:lnTo>
                  <a:pt x="2548" y="9844"/>
                </a:lnTo>
                <a:lnTo>
                  <a:pt x="2602" y="10015"/>
                </a:lnTo>
                <a:lnTo>
                  <a:pt x="2657" y="10185"/>
                </a:lnTo>
                <a:lnTo>
                  <a:pt x="2657" y="1035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6848459" y="3819738"/>
            <a:ext cx="2670" cy="10128"/>
          </a:xfrm>
          <a:custGeom>
            <a:avLst/>
            <a:gdLst/>
            <a:ahLst/>
            <a:cxnLst/>
            <a:rect l="l" t="t" r="r" b="b"/>
            <a:pathLst>
              <a:path w="2670" h="10128">
                <a:moveTo>
                  <a:pt x="0" y="0"/>
                </a:moveTo>
                <a:lnTo>
                  <a:pt x="0" y="170"/>
                </a:lnTo>
                <a:lnTo>
                  <a:pt x="54" y="338"/>
                </a:lnTo>
                <a:lnTo>
                  <a:pt x="109" y="508"/>
                </a:lnTo>
                <a:lnTo>
                  <a:pt x="163" y="678"/>
                </a:lnTo>
                <a:lnTo>
                  <a:pt x="163" y="848"/>
                </a:lnTo>
                <a:lnTo>
                  <a:pt x="245" y="1019"/>
                </a:lnTo>
                <a:lnTo>
                  <a:pt x="299" y="1186"/>
                </a:lnTo>
                <a:lnTo>
                  <a:pt x="299" y="1357"/>
                </a:lnTo>
                <a:lnTo>
                  <a:pt x="354" y="1527"/>
                </a:lnTo>
                <a:lnTo>
                  <a:pt x="436" y="1697"/>
                </a:lnTo>
                <a:lnTo>
                  <a:pt x="490" y="1867"/>
                </a:lnTo>
                <a:lnTo>
                  <a:pt x="490" y="2035"/>
                </a:lnTo>
                <a:lnTo>
                  <a:pt x="545" y="2205"/>
                </a:lnTo>
                <a:lnTo>
                  <a:pt x="599" y="2376"/>
                </a:lnTo>
                <a:lnTo>
                  <a:pt x="599" y="2546"/>
                </a:lnTo>
                <a:lnTo>
                  <a:pt x="681" y="2716"/>
                </a:lnTo>
                <a:lnTo>
                  <a:pt x="735" y="2884"/>
                </a:lnTo>
                <a:lnTo>
                  <a:pt x="790" y="3054"/>
                </a:lnTo>
                <a:lnTo>
                  <a:pt x="790" y="3224"/>
                </a:lnTo>
                <a:lnTo>
                  <a:pt x="844" y="3395"/>
                </a:lnTo>
                <a:lnTo>
                  <a:pt x="926" y="3565"/>
                </a:lnTo>
                <a:lnTo>
                  <a:pt x="926" y="3733"/>
                </a:lnTo>
                <a:lnTo>
                  <a:pt x="981" y="3903"/>
                </a:lnTo>
                <a:lnTo>
                  <a:pt x="1035" y="4073"/>
                </a:lnTo>
                <a:lnTo>
                  <a:pt x="1117" y="4243"/>
                </a:lnTo>
                <a:lnTo>
                  <a:pt x="1171" y="4414"/>
                </a:lnTo>
                <a:lnTo>
                  <a:pt x="1171" y="4581"/>
                </a:lnTo>
                <a:lnTo>
                  <a:pt x="1226" y="4752"/>
                </a:lnTo>
                <a:lnTo>
                  <a:pt x="1280" y="4922"/>
                </a:lnTo>
                <a:lnTo>
                  <a:pt x="1280" y="5092"/>
                </a:lnTo>
                <a:lnTo>
                  <a:pt x="1362" y="5262"/>
                </a:lnTo>
                <a:lnTo>
                  <a:pt x="1417" y="5430"/>
                </a:lnTo>
                <a:lnTo>
                  <a:pt x="1471" y="5600"/>
                </a:lnTo>
                <a:lnTo>
                  <a:pt x="1471" y="5771"/>
                </a:lnTo>
                <a:lnTo>
                  <a:pt x="1553" y="5941"/>
                </a:lnTo>
                <a:lnTo>
                  <a:pt x="1607" y="6111"/>
                </a:lnTo>
                <a:lnTo>
                  <a:pt x="1607" y="6279"/>
                </a:lnTo>
                <a:lnTo>
                  <a:pt x="1662" y="6449"/>
                </a:lnTo>
                <a:lnTo>
                  <a:pt x="1716" y="6619"/>
                </a:lnTo>
                <a:lnTo>
                  <a:pt x="1798" y="6790"/>
                </a:lnTo>
                <a:lnTo>
                  <a:pt x="1853" y="6960"/>
                </a:lnTo>
                <a:lnTo>
                  <a:pt x="1853" y="7128"/>
                </a:lnTo>
                <a:lnTo>
                  <a:pt x="1907" y="7298"/>
                </a:lnTo>
                <a:lnTo>
                  <a:pt x="1962" y="7468"/>
                </a:lnTo>
                <a:lnTo>
                  <a:pt x="1962" y="7639"/>
                </a:lnTo>
                <a:lnTo>
                  <a:pt x="2044" y="7809"/>
                </a:lnTo>
                <a:lnTo>
                  <a:pt x="2098" y="7977"/>
                </a:lnTo>
                <a:lnTo>
                  <a:pt x="2153" y="8147"/>
                </a:lnTo>
                <a:lnTo>
                  <a:pt x="2234" y="8317"/>
                </a:lnTo>
                <a:lnTo>
                  <a:pt x="2234" y="8487"/>
                </a:lnTo>
                <a:lnTo>
                  <a:pt x="2289" y="8658"/>
                </a:lnTo>
                <a:lnTo>
                  <a:pt x="2343" y="8825"/>
                </a:lnTo>
                <a:lnTo>
                  <a:pt x="2343" y="8996"/>
                </a:lnTo>
                <a:lnTo>
                  <a:pt x="2398" y="9166"/>
                </a:lnTo>
                <a:lnTo>
                  <a:pt x="2480" y="9336"/>
                </a:lnTo>
                <a:lnTo>
                  <a:pt x="2534" y="9506"/>
                </a:lnTo>
                <a:lnTo>
                  <a:pt x="2534" y="9674"/>
                </a:lnTo>
                <a:lnTo>
                  <a:pt x="2589" y="9844"/>
                </a:lnTo>
                <a:lnTo>
                  <a:pt x="2670" y="1001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6851130" y="3829866"/>
            <a:ext cx="2725" cy="9844"/>
          </a:xfrm>
          <a:custGeom>
            <a:avLst/>
            <a:gdLst/>
            <a:ahLst/>
            <a:cxnLst/>
            <a:rect l="l" t="t" r="r" b="b"/>
            <a:pathLst>
              <a:path w="2725" h="9844">
                <a:moveTo>
                  <a:pt x="0" y="0"/>
                </a:moveTo>
                <a:lnTo>
                  <a:pt x="54" y="170"/>
                </a:lnTo>
                <a:lnTo>
                  <a:pt x="109" y="338"/>
                </a:lnTo>
                <a:lnTo>
                  <a:pt x="163" y="508"/>
                </a:lnTo>
                <a:lnTo>
                  <a:pt x="163" y="678"/>
                </a:lnTo>
                <a:lnTo>
                  <a:pt x="245" y="848"/>
                </a:lnTo>
                <a:lnTo>
                  <a:pt x="299" y="1019"/>
                </a:lnTo>
                <a:lnTo>
                  <a:pt x="299" y="1186"/>
                </a:lnTo>
                <a:lnTo>
                  <a:pt x="354" y="1357"/>
                </a:lnTo>
                <a:lnTo>
                  <a:pt x="408" y="1527"/>
                </a:lnTo>
                <a:lnTo>
                  <a:pt x="490" y="1697"/>
                </a:lnTo>
                <a:lnTo>
                  <a:pt x="545" y="1867"/>
                </a:lnTo>
                <a:lnTo>
                  <a:pt x="545" y="2035"/>
                </a:lnTo>
                <a:lnTo>
                  <a:pt x="599" y="2205"/>
                </a:lnTo>
                <a:lnTo>
                  <a:pt x="681" y="2376"/>
                </a:lnTo>
                <a:lnTo>
                  <a:pt x="735" y="2546"/>
                </a:lnTo>
                <a:lnTo>
                  <a:pt x="735" y="2716"/>
                </a:lnTo>
                <a:lnTo>
                  <a:pt x="790" y="2884"/>
                </a:lnTo>
                <a:lnTo>
                  <a:pt x="844" y="3054"/>
                </a:lnTo>
                <a:lnTo>
                  <a:pt x="926" y="3224"/>
                </a:lnTo>
                <a:lnTo>
                  <a:pt x="926" y="3395"/>
                </a:lnTo>
                <a:lnTo>
                  <a:pt x="981" y="3565"/>
                </a:lnTo>
                <a:lnTo>
                  <a:pt x="1035" y="3733"/>
                </a:lnTo>
                <a:lnTo>
                  <a:pt x="1090" y="3903"/>
                </a:lnTo>
                <a:lnTo>
                  <a:pt x="1090" y="4073"/>
                </a:lnTo>
                <a:lnTo>
                  <a:pt x="1171" y="4243"/>
                </a:lnTo>
                <a:lnTo>
                  <a:pt x="1226" y="4414"/>
                </a:lnTo>
                <a:lnTo>
                  <a:pt x="1280" y="4581"/>
                </a:lnTo>
                <a:lnTo>
                  <a:pt x="1280" y="4752"/>
                </a:lnTo>
                <a:lnTo>
                  <a:pt x="1362" y="4922"/>
                </a:lnTo>
                <a:lnTo>
                  <a:pt x="1417" y="5092"/>
                </a:lnTo>
                <a:lnTo>
                  <a:pt x="1471" y="5262"/>
                </a:lnTo>
                <a:lnTo>
                  <a:pt x="1471" y="5430"/>
                </a:lnTo>
                <a:lnTo>
                  <a:pt x="1526" y="5600"/>
                </a:lnTo>
                <a:lnTo>
                  <a:pt x="1607" y="5771"/>
                </a:lnTo>
                <a:lnTo>
                  <a:pt x="1662" y="5941"/>
                </a:lnTo>
                <a:lnTo>
                  <a:pt x="1662" y="6111"/>
                </a:lnTo>
                <a:lnTo>
                  <a:pt x="1716" y="6279"/>
                </a:lnTo>
                <a:lnTo>
                  <a:pt x="1798" y="6449"/>
                </a:lnTo>
                <a:lnTo>
                  <a:pt x="1853" y="6619"/>
                </a:lnTo>
                <a:lnTo>
                  <a:pt x="1907" y="6790"/>
                </a:lnTo>
                <a:lnTo>
                  <a:pt x="1907" y="6960"/>
                </a:lnTo>
                <a:lnTo>
                  <a:pt x="1962" y="7128"/>
                </a:lnTo>
                <a:lnTo>
                  <a:pt x="2044" y="7298"/>
                </a:lnTo>
                <a:lnTo>
                  <a:pt x="2098" y="7468"/>
                </a:lnTo>
                <a:lnTo>
                  <a:pt x="2098" y="7639"/>
                </a:lnTo>
                <a:lnTo>
                  <a:pt x="2153" y="7809"/>
                </a:lnTo>
                <a:lnTo>
                  <a:pt x="2207" y="7977"/>
                </a:lnTo>
                <a:lnTo>
                  <a:pt x="2289" y="8147"/>
                </a:lnTo>
                <a:lnTo>
                  <a:pt x="2289" y="8317"/>
                </a:lnTo>
                <a:lnTo>
                  <a:pt x="2343" y="8487"/>
                </a:lnTo>
                <a:lnTo>
                  <a:pt x="2398" y="8658"/>
                </a:lnTo>
                <a:lnTo>
                  <a:pt x="2480" y="8825"/>
                </a:lnTo>
                <a:lnTo>
                  <a:pt x="2480" y="8996"/>
                </a:lnTo>
                <a:lnTo>
                  <a:pt x="2534" y="9166"/>
                </a:lnTo>
                <a:lnTo>
                  <a:pt x="2589" y="9336"/>
                </a:lnTo>
                <a:lnTo>
                  <a:pt x="2643" y="9506"/>
                </a:lnTo>
                <a:lnTo>
                  <a:pt x="2725" y="9674"/>
                </a:lnTo>
                <a:lnTo>
                  <a:pt x="2725" y="9844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6853855" y="3839711"/>
            <a:ext cx="2725" cy="9506"/>
          </a:xfrm>
          <a:custGeom>
            <a:avLst/>
            <a:gdLst/>
            <a:ahLst/>
            <a:cxnLst/>
            <a:rect l="l" t="t" r="r" b="b"/>
            <a:pathLst>
              <a:path w="2725" h="9506">
                <a:moveTo>
                  <a:pt x="0" y="0"/>
                </a:moveTo>
                <a:lnTo>
                  <a:pt x="54" y="170"/>
                </a:lnTo>
                <a:lnTo>
                  <a:pt x="109" y="340"/>
                </a:lnTo>
                <a:lnTo>
                  <a:pt x="163" y="510"/>
                </a:lnTo>
                <a:lnTo>
                  <a:pt x="163" y="678"/>
                </a:lnTo>
                <a:lnTo>
                  <a:pt x="245" y="848"/>
                </a:lnTo>
                <a:lnTo>
                  <a:pt x="299" y="1019"/>
                </a:lnTo>
                <a:lnTo>
                  <a:pt x="354" y="1189"/>
                </a:lnTo>
                <a:lnTo>
                  <a:pt x="354" y="1359"/>
                </a:lnTo>
                <a:lnTo>
                  <a:pt x="436" y="1527"/>
                </a:lnTo>
                <a:lnTo>
                  <a:pt x="490" y="1697"/>
                </a:lnTo>
                <a:lnTo>
                  <a:pt x="545" y="1867"/>
                </a:lnTo>
                <a:lnTo>
                  <a:pt x="545" y="2038"/>
                </a:lnTo>
                <a:lnTo>
                  <a:pt x="599" y="2208"/>
                </a:lnTo>
                <a:lnTo>
                  <a:pt x="681" y="2376"/>
                </a:lnTo>
                <a:lnTo>
                  <a:pt x="735" y="2546"/>
                </a:lnTo>
                <a:lnTo>
                  <a:pt x="790" y="2716"/>
                </a:lnTo>
                <a:lnTo>
                  <a:pt x="790" y="2886"/>
                </a:lnTo>
                <a:lnTo>
                  <a:pt x="872" y="3057"/>
                </a:lnTo>
                <a:lnTo>
                  <a:pt x="926" y="3224"/>
                </a:lnTo>
                <a:lnTo>
                  <a:pt x="981" y="3395"/>
                </a:lnTo>
                <a:lnTo>
                  <a:pt x="981" y="3565"/>
                </a:lnTo>
                <a:lnTo>
                  <a:pt x="1035" y="3735"/>
                </a:lnTo>
                <a:lnTo>
                  <a:pt x="1117" y="3905"/>
                </a:lnTo>
                <a:lnTo>
                  <a:pt x="1171" y="4073"/>
                </a:lnTo>
                <a:lnTo>
                  <a:pt x="1226" y="4243"/>
                </a:lnTo>
                <a:lnTo>
                  <a:pt x="1226" y="4414"/>
                </a:lnTo>
                <a:lnTo>
                  <a:pt x="1280" y="4584"/>
                </a:lnTo>
                <a:lnTo>
                  <a:pt x="1362" y="4754"/>
                </a:lnTo>
                <a:lnTo>
                  <a:pt x="1417" y="4922"/>
                </a:lnTo>
                <a:lnTo>
                  <a:pt x="1471" y="5092"/>
                </a:lnTo>
                <a:lnTo>
                  <a:pt x="1471" y="5262"/>
                </a:lnTo>
                <a:lnTo>
                  <a:pt x="1553" y="5433"/>
                </a:lnTo>
                <a:lnTo>
                  <a:pt x="1607" y="5603"/>
                </a:lnTo>
                <a:lnTo>
                  <a:pt x="1662" y="5771"/>
                </a:lnTo>
                <a:lnTo>
                  <a:pt x="1662" y="5941"/>
                </a:lnTo>
                <a:lnTo>
                  <a:pt x="1716" y="6111"/>
                </a:lnTo>
                <a:lnTo>
                  <a:pt x="1798" y="6281"/>
                </a:lnTo>
                <a:lnTo>
                  <a:pt x="1853" y="6452"/>
                </a:lnTo>
                <a:lnTo>
                  <a:pt x="1907" y="6619"/>
                </a:lnTo>
                <a:lnTo>
                  <a:pt x="1907" y="6790"/>
                </a:lnTo>
                <a:lnTo>
                  <a:pt x="1989" y="6960"/>
                </a:lnTo>
                <a:lnTo>
                  <a:pt x="2044" y="7130"/>
                </a:lnTo>
                <a:lnTo>
                  <a:pt x="2098" y="7300"/>
                </a:lnTo>
                <a:lnTo>
                  <a:pt x="2153" y="7468"/>
                </a:lnTo>
                <a:lnTo>
                  <a:pt x="2153" y="7639"/>
                </a:lnTo>
                <a:lnTo>
                  <a:pt x="2234" y="7809"/>
                </a:lnTo>
                <a:lnTo>
                  <a:pt x="2289" y="7979"/>
                </a:lnTo>
                <a:lnTo>
                  <a:pt x="2343" y="8149"/>
                </a:lnTo>
                <a:lnTo>
                  <a:pt x="2343" y="8317"/>
                </a:lnTo>
                <a:lnTo>
                  <a:pt x="2398" y="8487"/>
                </a:lnTo>
                <a:lnTo>
                  <a:pt x="2480" y="8658"/>
                </a:lnTo>
                <a:lnTo>
                  <a:pt x="2534" y="8828"/>
                </a:lnTo>
                <a:lnTo>
                  <a:pt x="2589" y="8998"/>
                </a:lnTo>
                <a:lnTo>
                  <a:pt x="2589" y="9166"/>
                </a:lnTo>
                <a:lnTo>
                  <a:pt x="2670" y="9336"/>
                </a:lnTo>
                <a:lnTo>
                  <a:pt x="2725" y="950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6856581" y="3849218"/>
            <a:ext cx="2725" cy="9166"/>
          </a:xfrm>
          <a:custGeom>
            <a:avLst/>
            <a:gdLst/>
            <a:ahLst/>
            <a:cxnLst/>
            <a:rect l="l" t="t" r="r" b="b"/>
            <a:pathLst>
              <a:path w="2725" h="9166">
                <a:moveTo>
                  <a:pt x="0" y="0"/>
                </a:moveTo>
                <a:lnTo>
                  <a:pt x="54" y="170"/>
                </a:lnTo>
                <a:lnTo>
                  <a:pt x="109" y="340"/>
                </a:lnTo>
                <a:lnTo>
                  <a:pt x="109" y="508"/>
                </a:lnTo>
                <a:lnTo>
                  <a:pt x="190" y="678"/>
                </a:lnTo>
                <a:lnTo>
                  <a:pt x="245" y="848"/>
                </a:lnTo>
                <a:lnTo>
                  <a:pt x="299" y="1019"/>
                </a:lnTo>
                <a:lnTo>
                  <a:pt x="354" y="1189"/>
                </a:lnTo>
                <a:lnTo>
                  <a:pt x="354" y="1357"/>
                </a:lnTo>
                <a:lnTo>
                  <a:pt x="436" y="1527"/>
                </a:lnTo>
                <a:lnTo>
                  <a:pt x="490" y="1697"/>
                </a:lnTo>
                <a:lnTo>
                  <a:pt x="545" y="1867"/>
                </a:lnTo>
                <a:lnTo>
                  <a:pt x="626" y="2038"/>
                </a:lnTo>
                <a:lnTo>
                  <a:pt x="626" y="2205"/>
                </a:lnTo>
                <a:lnTo>
                  <a:pt x="681" y="2376"/>
                </a:lnTo>
                <a:lnTo>
                  <a:pt x="735" y="2546"/>
                </a:lnTo>
                <a:lnTo>
                  <a:pt x="790" y="2716"/>
                </a:lnTo>
                <a:lnTo>
                  <a:pt x="872" y="2886"/>
                </a:lnTo>
                <a:lnTo>
                  <a:pt x="926" y="3054"/>
                </a:lnTo>
                <a:lnTo>
                  <a:pt x="926" y="3224"/>
                </a:lnTo>
                <a:lnTo>
                  <a:pt x="981" y="3395"/>
                </a:lnTo>
                <a:lnTo>
                  <a:pt x="1062" y="3565"/>
                </a:lnTo>
                <a:lnTo>
                  <a:pt x="1117" y="3735"/>
                </a:lnTo>
                <a:lnTo>
                  <a:pt x="1117" y="3903"/>
                </a:lnTo>
                <a:lnTo>
                  <a:pt x="1171" y="4073"/>
                </a:lnTo>
                <a:lnTo>
                  <a:pt x="1226" y="4243"/>
                </a:lnTo>
                <a:lnTo>
                  <a:pt x="1308" y="4414"/>
                </a:lnTo>
                <a:lnTo>
                  <a:pt x="1362" y="4584"/>
                </a:lnTo>
                <a:lnTo>
                  <a:pt x="1362" y="4752"/>
                </a:lnTo>
                <a:lnTo>
                  <a:pt x="1417" y="4922"/>
                </a:lnTo>
                <a:lnTo>
                  <a:pt x="1471" y="5092"/>
                </a:lnTo>
                <a:lnTo>
                  <a:pt x="1553" y="5262"/>
                </a:lnTo>
                <a:lnTo>
                  <a:pt x="1607" y="5433"/>
                </a:lnTo>
                <a:lnTo>
                  <a:pt x="1662" y="5600"/>
                </a:lnTo>
                <a:lnTo>
                  <a:pt x="1662" y="5771"/>
                </a:lnTo>
                <a:lnTo>
                  <a:pt x="1744" y="5941"/>
                </a:lnTo>
                <a:lnTo>
                  <a:pt x="1798" y="6111"/>
                </a:lnTo>
                <a:lnTo>
                  <a:pt x="1853" y="6281"/>
                </a:lnTo>
                <a:lnTo>
                  <a:pt x="1907" y="6449"/>
                </a:lnTo>
                <a:lnTo>
                  <a:pt x="1907" y="6619"/>
                </a:lnTo>
                <a:lnTo>
                  <a:pt x="1989" y="6790"/>
                </a:lnTo>
                <a:lnTo>
                  <a:pt x="2044" y="6960"/>
                </a:lnTo>
                <a:lnTo>
                  <a:pt x="2098" y="7130"/>
                </a:lnTo>
                <a:lnTo>
                  <a:pt x="2180" y="7298"/>
                </a:lnTo>
                <a:lnTo>
                  <a:pt x="2180" y="7468"/>
                </a:lnTo>
                <a:lnTo>
                  <a:pt x="2234" y="7639"/>
                </a:lnTo>
                <a:lnTo>
                  <a:pt x="2289" y="7809"/>
                </a:lnTo>
                <a:lnTo>
                  <a:pt x="2343" y="7979"/>
                </a:lnTo>
                <a:lnTo>
                  <a:pt x="2425" y="8147"/>
                </a:lnTo>
                <a:lnTo>
                  <a:pt x="2480" y="8317"/>
                </a:lnTo>
                <a:lnTo>
                  <a:pt x="2480" y="8487"/>
                </a:lnTo>
                <a:lnTo>
                  <a:pt x="2534" y="8658"/>
                </a:lnTo>
                <a:lnTo>
                  <a:pt x="2589" y="8828"/>
                </a:lnTo>
                <a:lnTo>
                  <a:pt x="2670" y="8996"/>
                </a:lnTo>
                <a:lnTo>
                  <a:pt x="2725" y="916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6859306" y="3858384"/>
            <a:ext cx="2725" cy="8885"/>
          </a:xfrm>
          <a:custGeom>
            <a:avLst/>
            <a:gdLst/>
            <a:ahLst/>
            <a:cxnLst/>
            <a:rect l="l" t="t" r="r" b="b"/>
            <a:pathLst>
              <a:path w="2725" h="8885">
                <a:moveTo>
                  <a:pt x="0" y="0"/>
                </a:moveTo>
                <a:lnTo>
                  <a:pt x="0" y="170"/>
                </a:lnTo>
                <a:lnTo>
                  <a:pt x="54" y="340"/>
                </a:lnTo>
                <a:lnTo>
                  <a:pt x="136" y="510"/>
                </a:lnTo>
                <a:lnTo>
                  <a:pt x="190" y="678"/>
                </a:lnTo>
                <a:lnTo>
                  <a:pt x="245" y="848"/>
                </a:lnTo>
                <a:lnTo>
                  <a:pt x="299" y="1019"/>
                </a:lnTo>
                <a:lnTo>
                  <a:pt x="299" y="1189"/>
                </a:lnTo>
                <a:lnTo>
                  <a:pt x="381" y="1359"/>
                </a:lnTo>
                <a:lnTo>
                  <a:pt x="436" y="1527"/>
                </a:lnTo>
                <a:lnTo>
                  <a:pt x="490" y="1697"/>
                </a:lnTo>
                <a:lnTo>
                  <a:pt x="545" y="1867"/>
                </a:lnTo>
                <a:lnTo>
                  <a:pt x="626" y="2038"/>
                </a:lnTo>
                <a:lnTo>
                  <a:pt x="626" y="2208"/>
                </a:lnTo>
                <a:lnTo>
                  <a:pt x="681" y="2376"/>
                </a:lnTo>
                <a:lnTo>
                  <a:pt x="735" y="2546"/>
                </a:lnTo>
                <a:lnTo>
                  <a:pt x="817" y="2716"/>
                </a:lnTo>
                <a:lnTo>
                  <a:pt x="872" y="2886"/>
                </a:lnTo>
                <a:lnTo>
                  <a:pt x="926" y="3057"/>
                </a:lnTo>
                <a:lnTo>
                  <a:pt x="926" y="3224"/>
                </a:lnTo>
                <a:lnTo>
                  <a:pt x="981" y="3395"/>
                </a:lnTo>
                <a:lnTo>
                  <a:pt x="1062" y="3565"/>
                </a:lnTo>
                <a:lnTo>
                  <a:pt x="1117" y="3735"/>
                </a:lnTo>
                <a:lnTo>
                  <a:pt x="1171" y="3905"/>
                </a:lnTo>
                <a:lnTo>
                  <a:pt x="1253" y="4073"/>
                </a:lnTo>
                <a:lnTo>
                  <a:pt x="1253" y="4243"/>
                </a:lnTo>
                <a:lnTo>
                  <a:pt x="1308" y="4414"/>
                </a:lnTo>
                <a:lnTo>
                  <a:pt x="1362" y="4584"/>
                </a:lnTo>
                <a:lnTo>
                  <a:pt x="1417" y="4754"/>
                </a:lnTo>
                <a:lnTo>
                  <a:pt x="1498" y="4922"/>
                </a:lnTo>
                <a:lnTo>
                  <a:pt x="1553" y="5092"/>
                </a:lnTo>
                <a:lnTo>
                  <a:pt x="1607" y="5262"/>
                </a:lnTo>
                <a:lnTo>
                  <a:pt x="1607" y="5433"/>
                </a:lnTo>
                <a:lnTo>
                  <a:pt x="1662" y="5603"/>
                </a:lnTo>
                <a:lnTo>
                  <a:pt x="1744" y="5771"/>
                </a:lnTo>
                <a:lnTo>
                  <a:pt x="1798" y="5941"/>
                </a:lnTo>
                <a:lnTo>
                  <a:pt x="1853" y="6111"/>
                </a:lnTo>
                <a:lnTo>
                  <a:pt x="1934" y="6281"/>
                </a:lnTo>
                <a:lnTo>
                  <a:pt x="1934" y="6452"/>
                </a:lnTo>
                <a:lnTo>
                  <a:pt x="1989" y="6619"/>
                </a:lnTo>
                <a:lnTo>
                  <a:pt x="2044" y="6790"/>
                </a:lnTo>
                <a:lnTo>
                  <a:pt x="2098" y="6960"/>
                </a:lnTo>
                <a:lnTo>
                  <a:pt x="2180" y="7130"/>
                </a:lnTo>
                <a:lnTo>
                  <a:pt x="2234" y="7300"/>
                </a:lnTo>
                <a:lnTo>
                  <a:pt x="2289" y="7468"/>
                </a:lnTo>
                <a:lnTo>
                  <a:pt x="2289" y="7639"/>
                </a:lnTo>
                <a:lnTo>
                  <a:pt x="2371" y="7809"/>
                </a:lnTo>
                <a:lnTo>
                  <a:pt x="2425" y="7979"/>
                </a:lnTo>
                <a:lnTo>
                  <a:pt x="2480" y="8149"/>
                </a:lnTo>
                <a:lnTo>
                  <a:pt x="2534" y="8317"/>
                </a:lnTo>
                <a:lnTo>
                  <a:pt x="2616" y="8487"/>
                </a:lnTo>
                <a:lnTo>
                  <a:pt x="2616" y="8658"/>
                </a:lnTo>
                <a:lnTo>
                  <a:pt x="2670" y="882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6862031" y="3867269"/>
            <a:ext cx="2670" cy="8544"/>
          </a:xfrm>
          <a:custGeom>
            <a:avLst/>
            <a:gdLst/>
            <a:ahLst/>
            <a:cxnLst/>
            <a:rect l="l" t="t" r="r" b="b"/>
            <a:pathLst>
              <a:path w="2670" h="8544">
                <a:moveTo>
                  <a:pt x="0" y="0"/>
                </a:moveTo>
                <a:lnTo>
                  <a:pt x="0" y="170"/>
                </a:lnTo>
                <a:lnTo>
                  <a:pt x="54" y="338"/>
                </a:lnTo>
                <a:lnTo>
                  <a:pt x="136" y="508"/>
                </a:lnTo>
                <a:lnTo>
                  <a:pt x="190" y="678"/>
                </a:lnTo>
                <a:lnTo>
                  <a:pt x="245" y="848"/>
                </a:lnTo>
                <a:lnTo>
                  <a:pt x="327" y="1019"/>
                </a:lnTo>
                <a:lnTo>
                  <a:pt x="327" y="1186"/>
                </a:lnTo>
                <a:lnTo>
                  <a:pt x="381" y="1357"/>
                </a:lnTo>
                <a:lnTo>
                  <a:pt x="436" y="1527"/>
                </a:lnTo>
                <a:lnTo>
                  <a:pt x="490" y="1697"/>
                </a:lnTo>
                <a:lnTo>
                  <a:pt x="572" y="1867"/>
                </a:lnTo>
                <a:lnTo>
                  <a:pt x="626" y="2035"/>
                </a:lnTo>
                <a:lnTo>
                  <a:pt x="681" y="2205"/>
                </a:lnTo>
                <a:lnTo>
                  <a:pt x="735" y="2376"/>
                </a:lnTo>
                <a:lnTo>
                  <a:pt x="817" y="2546"/>
                </a:lnTo>
                <a:lnTo>
                  <a:pt x="817" y="2716"/>
                </a:lnTo>
                <a:lnTo>
                  <a:pt x="872" y="2884"/>
                </a:lnTo>
                <a:lnTo>
                  <a:pt x="926" y="3054"/>
                </a:lnTo>
                <a:lnTo>
                  <a:pt x="1008" y="3224"/>
                </a:lnTo>
                <a:lnTo>
                  <a:pt x="1062" y="3395"/>
                </a:lnTo>
                <a:lnTo>
                  <a:pt x="1117" y="3565"/>
                </a:lnTo>
                <a:lnTo>
                  <a:pt x="1117" y="3733"/>
                </a:lnTo>
                <a:lnTo>
                  <a:pt x="1171" y="3903"/>
                </a:lnTo>
                <a:lnTo>
                  <a:pt x="1253" y="4073"/>
                </a:lnTo>
                <a:lnTo>
                  <a:pt x="1308" y="4243"/>
                </a:lnTo>
                <a:lnTo>
                  <a:pt x="1362" y="4414"/>
                </a:lnTo>
                <a:lnTo>
                  <a:pt x="1444" y="4581"/>
                </a:lnTo>
                <a:lnTo>
                  <a:pt x="1498" y="4752"/>
                </a:lnTo>
                <a:lnTo>
                  <a:pt x="1553" y="4922"/>
                </a:lnTo>
                <a:lnTo>
                  <a:pt x="1607" y="5092"/>
                </a:lnTo>
                <a:lnTo>
                  <a:pt x="1607" y="5262"/>
                </a:lnTo>
                <a:lnTo>
                  <a:pt x="1689" y="5430"/>
                </a:lnTo>
                <a:lnTo>
                  <a:pt x="1744" y="5600"/>
                </a:lnTo>
                <a:lnTo>
                  <a:pt x="1798" y="5771"/>
                </a:lnTo>
                <a:lnTo>
                  <a:pt x="1853" y="5941"/>
                </a:lnTo>
                <a:lnTo>
                  <a:pt x="1934" y="6111"/>
                </a:lnTo>
                <a:lnTo>
                  <a:pt x="1989" y="6279"/>
                </a:lnTo>
                <a:lnTo>
                  <a:pt x="2044" y="6449"/>
                </a:lnTo>
                <a:lnTo>
                  <a:pt x="2044" y="6619"/>
                </a:lnTo>
                <a:lnTo>
                  <a:pt x="2125" y="6790"/>
                </a:lnTo>
                <a:lnTo>
                  <a:pt x="2180" y="6960"/>
                </a:lnTo>
                <a:lnTo>
                  <a:pt x="2234" y="7128"/>
                </a:lnTo>
                <a:lnTo>
                  <a:pt x="2289" y="7298"/>
                </a:lnTo>
                <a:lnTo>
                  <a:pt x="2371" y="7468"/>
                </a:lnTo>
                <a:lnTo>
                  <a:pt x="2425" y="7639"/>
                </a:lnTo>
                <a:lnTo>
                  <a:pt x="2480" y="7809"/>
                </a:lnTo>
                <a:lnTo>
                  <a:pt x="2480" y="7977"/>
                </a:lnTo>
                <a:lnTo>
                  <a:pt x="2534" y="8147"/>
                </a:lnTo>
                <a:lnTo>
                  <a:pt x="2616" y="8317"/>
                </a:lnTo>
                <a:lnTo>
                  <a:pt x="2670" y="8487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6864702" y="3875814"/>
            <a:ext cx="2725" cy="8204"/>
          </a:xfrm>
          <a:custGeom>
            <a:avLst/>
            <a:gdLst/>
            <a:ahLst/>
            <a:cxnLst/>
            <a:rect l="l" t="t" r="r" b="b"/>
            <a:pathLst>
              <a:path w="2725" h="8204">
                <a:moveTo>
                  <a:pt x="0" y="0"/>
                </a:moveTo>
                <a:lnTo>
                  <a:pt x="54" y="167"/>
                </a:lnTo>
                <a:lnTo>
                  <a:pt x="136" y="338"/>
                </a:lnTo>
                <a:lnTo>
                  <a:pt x="190" y="508"/>
                </a:lnTo>
                <a:lnTo>
                  <a:pt x="245" y="678"/>
                </a:lnTo>
                <a:lnTo>
                  <a:pt x="299" y="848"/>
                </a:lnTo>
                <a:lnTo>
                  <a:pt x="381" y="1016"/>
                </a:lnTo>
                <a:lnTo>
                  <a:pt x="381" y="1186"/>
                </a:lnTo>
                <a:lnTo>
                  <a:pt x="490" y="1357"/>
                </a:lnTo>
                <a:lnTo>
                  <a:pt x="490" y="1527"/>
                </a:lnTo>
                <a:lnTo>
                  <a:pt x="572" y="1697"/>
                </a:lnTo>
                <a:lnTo>
                  <a:pt x="626" y="1865"/>
                </a:lnTo>
                <a:lnTo>
                  <a:pt x="681" y="2035"/>
                </a:lnTo>
                <a:lnTo>
                  <a:pt x="735" y="2205"/>
                </a:lnTo>
                <a:lnTo>
                  <a:pt x="817" y="2376"/>
                </a:lnTo>
                <a:lnTo>
                  <a:pt x="872" y="2546"/>
                </a:lnTo>
                <a:lnTo>
                  <a:pt x="926" y="2714"/>
                </a:lnTo>
                <a:lnTo>
                  <a:pt x="981" y="2884"/>
                </a:lnTo>
                <a:lnTo>
                  <a:pt x="981" y="3054"/>
                </a:lnTo>
                <a:lnTo>
                  <a:pt x="1062" y="3224"/>
                </a:lnTo>
                <a:lnTo>
                  <a:pt x="1117" y="3395"/>
                </a:lnTo>
                <a:lnTo>
                  <a:pt x="1171" y="3562"/>
                </a:lnTo>
                <a:lnTo>
                  <a:pt x="1253" y="3733"/>
                </a:lnTo>
                <a:lnTo>
                  <a:pt x="1308" y="3903"/>
                </a:lnTo>
                <a:lnTo>
                  <a:pt x="1362" y="4073"/>
                </a:lnTo>
                <a:lnTo>
                  <a:pt x="1417" y="4243"/>
                </a:lnTo>
                <a:lnTo>
                  <a:pt x="1498" y="4411"/>
                </a:lnTo>
                <a:lnTo>
                  <a:pt x="1553" y="4581"/>
                </a:lnTo>
                <a:lnTo>
                  <a:pt x="1553" y="4752"/>
                </a:lnTo>
                <a:lnTo>
                  <a:pt x="1689" y="4922"/>
                </a:lnTo>
                <a:lnTo>
                  <a:pt x="1689" y="5092"/>
                </a:lnTo>
                <a:lnTo>
                  <a:pt x="1744" y="5260"/>
                </a:lnTo>
                <a:lnTo>
                  <a:pt x="1798" y="5430"/>
                </a:lnTo>
                <a:lnTo>
                  <a:pt x="1853" y="5600"/>
                </a:lnTo>
                <a:lnTo>
                  <a:pt x="1934" y="5771"/>
                </a:lnTo>
                <a:lnTo>
                  <a:pt x="1989" y="5941"/>
                </a:lnTo>
                <a:lnTo>
                  <a:pt x="2044" y="6109"/>
                </a:lnTo>
                <a:lnTo>
                  <a:pt x="2098" y="6279"/>
                </a:lnTo>
                <a:lnTo>
                  <a:pt x="2180" y="6449"/>
                </a:lnTo>
                <a:lnTo>
                  <a:pt x="2234" y="6619"/>
                </a:lnTo>
                <a:lnTo>
                  <a:pt x="2234" y="6790"/>
                </a:lnTo>
                <a:lnTo>
                  <a:pt x="2371" y="6958"/>
                </a:lnTo>
                <a:lnTo>
                  <a:pt x="2371" y="7128"/>
                </a:lnTo>
                <a:lnTo>
                  <a:pt x="2425" y="7298"/>
                </a:lnTo>
                <a:lnTo>
                  <a:pt x="2480" y="7468"/>
                </a:lnTo>
                <a:lnTo>
                  <a:pt x="2534" y="7639"/>
                </a:lnTo>
                <a:lnTo>
                  <a:pt x="2616" y="7806"/>
                </a:lnTo>
                <a:lnTo>
                  <a:pt x="2670" y="7977"/>
                </a:lnTo>
                <a:lnTo>
                  <a:pt x="2725" y="8147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6867428" y="3884018"/>
            <a:ext cx="2725" cy="7809"/>
          </a:xfrm>
          <a:custGeom>
            <a:avLst/>
            <a:gdLst/>
            <a:ahLst/>
            <a:cxnLst/>
            <a:rect l="l" t="t" r="r" b="b"/>
            <a:pathLst>
              <a:path w="2725" h="7809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190" y="508"/>
                </a:lnTo>
                <a:lnTo>
                  <a:pt x="245" y="678"/>
                </a:lnTo>
                <a:lnTo>
                  <a:pt x="327" y="848"/>
                </a:lnTo>
                <a:lnTo>
                  <a:pt x="381" y="1019"/>
                </a:lnTo>
                <a:lnTo>
                  <a:pt x="436" y="1189"/>
                </a:lnTo>
                <a:lnTo>
                  <a:pt x="490" y="1357"/>
                </a:lnTo>
                <a:lnTo>
                  <a:pt x="490" y="1527"/>
                </a:lnTo>
                <a:lnTo>
                  <a:pt x="626" y="1697"/>
                </a:lnTo>
                <a:lnTo>
                  <a:pt x="626" y="1867"/>
                </a:lnTo>
                <a:lnTo>
                  <a:pt x="681" y="2038"/>
                </a:lnTo>
                <a:lnTo>
                  <a:pt x="763" y="2205"/>
                </a:lnTo>
                <a:lnTo>
                  <a:pt x="817" y="2376"/>
                </a:lnTo>
                <a:lnTo>
                  <a:pt x="872" y="2546"/>
                </a:lnTo>
                <a:lnTo>
                  <a:pt x="926" y="2716"/>
                </a:lnTo>
                <a:lnTo>
                  <a:pt x="1008" y="2886"/>
                </a:lnTo>
                <a:lnTo>
                  <a:pt x="1062" y="3054"/>
                </a:lnTo>
                <a:lnTo>
                  <a:pt x="1117" y="3224"/>
                </a:lnTo>
                <a:lnTo>
                  <a:pt x="1171" y="3395"/>
                </a:lnTo>
                <a:lnTo>
                  <a:pt x="1253" y="3565"/>
                </a:lnTo>
                <a:lnTo>
                  <a:pt x="1308" y="3735"/>
                </a:lnTo>
                <a:lnTo>
                  <a:pt x="1362" y="3903"/>
                </a:lnTo>
                <a:lnTo>
                  <a:pt x="1444" y="4073"/>
                </a:lnTo>
                <a:lnTo>
                  <a:pt x="1498" y="4243"/>
                </a:lnTo>
                <a:lnTo>
                  <a:pt x="1553" y="4414"/>
                </a:lnTo>
                <a:lnTo>
                  <a:pt x="1553" y="4584"/>
                </a:lnTo>
                <a:lnTo>
                  <a:pt x="1689" y="4752"/>
                </a:lnTo>
                <a:lnTo>
                  <a:pt x="1689" y="4922"/>
                </a:lnTo>
                <a:lnTo>
                  <a:pt x="1744" y="5092"/>
                </a:lnTo>
                <a:lnTo>
                  <a:pt x="1798" y="5262"/>
                </a:lnTo>
                <a:lnTo>
                  <a:pt x="1880" y="5433"/>
                </a:lnTo>
                <a:lnTo>
                  <a:pt x="1934" y="5600"/>
                </a:lnTo>
                <a:lnTo>
                  <a:pt x="1989" y="5771"/>
                </a:lnTo>
                <a:lnTo>
                  <a:pt x="2044" y="5941"/>
                </a:lnTo>
                <a:lnTo>
                  <a:pt x="2125" y="6111"/>
                </a:lnTo>
                <a:lnTo>
                  <a:pt x="2180" y="6281"/>
                </a:lnTo>
                <a:lnTo>
                  <a:pt x="2234" y="6449"/>
                </a:lnTo>
                <a:lnTo>
                  <a:pt x="2289" y="6619"/>
                </a:lnTo>
                <a:lnTo>
                  <a:pt x="2371" y="6790"/>
                </a:lnTo>
                <a:lnTo>
                  <a:pt x="2425" y="6960"/>
                </a:lnTo>
                <a:lnTo>
                  <a:pt x="2480" y="7130"/>
                </a:lnTo>
                <a:lnTo>
                  <a:pt x="2561" y="7298"/>
                </a:lnTo>
                <a:lnTo>
                  <a:pt x="2616" y="7468"/>
                </a:lnTo>
                <a:lnTo>
                  <a:pt x="2670" y="7639"/>
                </a:lnTo>
                <a:lnTo>
                  <a:pt x="2725" y="7809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6870153" y="3891827"/>
            <a:ext cx="2752" cy="7525"/>
          </a:xfrm>
          <a:custGeom>
            <a:avLst/>
            <a:gdLst/>
            <a:ahLst/>
            <a:cxnLst/>
            <a:rect l="l" t="t" r="r" b="b"/>
            <a:pathLst>
              <a:path w="2752" h="7525">
                <a:moveTo>
                  <a:pt x="0" y="0"/>
                </a:moveTo>
                <a:lnTo>
                  <a:pt x="81" y="170"/>
                </a:lnTo>
                <a:lnTo>
                  <a:pt x="136" y="338"/>
                </a:lnTo>
                <a:lnTo>
                  <a:pt x="190" y="508"/>
                </a:lnTo>
                <a:lnTo>
                  <a:pt x="245" y="678"/>
                </a:lnTo>
                <a:lnTo>
                  <a:pt x="327" y="848"/>
                </a:lnTo>
                <a:lnTo>
                  <a:pt x="381" y="1019"/>
                </a:lnTo>
                <a:lnTo>
                  <a:pt x="381" y="1186"/>
                </a:lnTo>
                <a:lnTo>
                  <a:pt x="517" y="1357"/>
                </a:lnTo>
                <a:lnTo>
                  <a:pt x="517" y="1527"/>
                </a:lnTo>
                <a:lnTo>
                  <a:pt x="572" y="1697"/>
                </a:lnTo>
                <a:lnTo>
                  <a:pt x="626" y="1867"/>
                </a:lnTo>
                <a:lnTo>
                  <a:pt x="681" y="2035"/>
                </a:lnTo>
                <a:lnTo>
                  <a:pt x="763" y="2205"/>
                </a:lnTo>
                <a:lnTo>
                  <a:pt x="817" y="2376"/>
                </a:lnTo>
                <a:lnTo>
                  <a:pt x="872" y="2546"/>
                </a:lnTo>
                <a:lnTo>
                  <a:pt x="953" y="2716"/>
                </a:lnTo>
                <a:lnTo>
                  <a:pt x="1008" y="2884"/>
                </a:lnTo>
                <a:lnTo>
                  <a:pt x="1062" y="3054"/>
                </a:lnTo>
                <a:lnTo>
                  <a:pt x="1117" y="3224"/>
                </a:lnTo>
                <a:lnTo>
                  <a:pt x="1199" y="3395"/>
                </a:lnTo>
                <a:lnTo>
                  <a:pt x="1253" y="3565"/>
                </a:lnTo>
                <a:lnTo>
                  <a:pt x="1308" y="3733"/>
                </a:lnTo>
                <a:lnTo>
                  <a:pt x="1362" y="3903"/>
                </a:lnTo>
                <a:lnTo>
                  <a:pt x="1444" y="4073"/>
                </a:lnTo>
                <a:lnTo>
                  <a:pt x="1498" y="4243"/>
                </a:lnTo>
                <a:lnTo>
                  <a:pt x="1553" y="4414"/>
                </a:lnTo>
                <a:lnTo>
                  <a:pt x="1635" y="4581"/>
                </a:lnTo>
                <a:lnTo>
                  <a:pt x="1689" y="4752"/>
                </a:lnTo>
                <a:lnTo>
                  <a:pt x="1744" y="4922"/>
                </a:lnTo>
                <a:lnTo>
                  <a:pt x="1798" y="5092"/>
                </a:lnTo>
                <a:lnTo>
                  <a:pt x="1880" y="5262"/>
                </a:lnTo>
                <a:lnTo>
                  <a:pt x="1934" y="5430"/>
                </a:lnTo>
                <a:lnTo>
                  <a:pt x="1989" y="5600"/>
                </a:lnTo>
                <a:lnTo>
                  <a:pt x="2071" y="5771"/>
                </a:lnTo>
                <a:lnTo>
                  <a:pt x="2125" y="5941"/>
                </a:lnTo>
                <a:lnTo>
                  <a:pt x="2180" y="6111"/>
                </a:lnTo>
                <a:lnTo>
                  <a:pt x="2234" y="6279"/>
                </a:lnTo>
                <a:lnTo>
                  <a:pt x="2316" y="6449"/>
                </a:lnTo>
                <a:lnTo>
                  <a:pt x="2371" y="6619"/>
                </a:lnTo>
                <a:lnTo>
                  <a:pt x="2425" y="6790"/>
                </a:lnTo>
                <a:lnTo>
                  <a:pt x="2480" y="6960"/>
                </a:lnTo>
                <a:lnTo>
                  <a:pt x="2561" y="7128"/>
                </a:lnTo>
                <a:lnTo>
                  <a:pt x="2616" y="7298"/>
                </a:lnTo>
                <a:lnTo>
                  <a:pt x="2670" y="7468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6872906" y="3899352"/>
            <a:ext cx="2643" cy="7130"/>
          </a:xfrm>
          <a:custGeom>
            <a:avLst/>
            <a:gdLst/>
            <a:ahLst/>
            <a:cxnLst/>
            <a:rect l="l" t="t" r="r" b="b"/>
            <a:pathLst>
              <a:path w="2643" h="7130">
                <a:moveTo>
                  <a:pt x="0" y="0"/>
                </a:moveTo>
                <a:lnTo>
                  <a:pt x="54" y="170"/>
                </a:lnTo>
                <a:lnTo>
                  <a:pt x="109" y="340"/>
                </a:lnTo>
                <a:lnTo>
                  <a:pt x="163" y="508"/>
                </a:lnTo>
                <a:lnTo>
                  <a:pt x="245" y="678"/>
                </a:lnTo>
                <a:lnTo>
                  <a:pt x="299" y="848"/>
                </a:lnTo>
                <a:lnTo>
                  <a:pt x="354" y="1019"/>
                </a:lnTo>
                <a:lnTo>
                  <a:pt x="408" y="1189"/>
                </a:lnTo>
                <a:lnTo>
                  <a:pt x="490" y="1357"/>
                </a:lnTo>
                <a:lnTo>
                  <a:pt x="545" y="1527"/>
                </a:lnTo>
                <a:lnTo>
                  <a:pt x="599" y="1697"/>
                </a:lnTo>
                <a:lnTo>
                  <a:pt x="681" y="1867"/>
                </a:lnTo>
                <a:lnTo>
                  <a:pt x="735" y="2038"/>
                </a:lnTo>
                <a:lnTo>
                  <a:pt x="790" y="2205"/>
                </a:lnTo>
                <a:lnTo>
                  <a:pt x="844" y="2376"/>
                </a:lnTo>
                <a:lnTo>
                  <a:pt x="926" y="2546"/>
                </a:lnTo>
                <a:lnTo>
                  <a:pt x="981" y="2716"/>
                </a:lnTo>
                <a:lnTo>
                  <a:pt x="1035" y="2886"/>
                </a:lnTo>
                <a:lnTo>
                  <a:pt x="1117" y="3054"/>
                </a:lnTo>
                <a:lnTo>
                  <a:pt x="1171" y="3224"/>
                </a:lnTo>
                <a:lnTo>
                  <a:pt x="1226" y="3395"/>
                </a:lnTo>
                <a:lnTo>
                  <a:pt x="1280" y="3565"/>
                </a:lnTo>
                <a:lnTo>
                  <a:pt x="1362" y="3735"/>
                </a:lnTo>
                <a:lnTo>
                  <a:pt x="1417" y="3903"/>
                </a:lnTo>
                <a:lnTo>
                  <a:pt x="1471" y="4073"/>
                </a:lnTo>
                <a:lnTo>
                  <a:pt x="1526" y="4243"/>
                </a:lnTo>
                <a:lnTo>
                  <a:pt x="1662" y="4414"/>
                </a:lnTo>
                <a:lnTo>
                  <a:pt x="1716" y="4584"/>
                </a:lnTo>
                <a:lnTo>
                  <a:pt x="1716" y="4752"/>
                </a:lnTo>
                <a:lnTo>
                  <a:pt x="1853" y="4922"/>
                </a:lnTo>
                <a:lnTo>
                  <a:pt x="1907" y="5092"/>
                </a:lnTo>
                <a:lnTo>
                  <a:pt x="1962" y="5262"/>
                </a:lnTo>
                <a:lnTo>
                  <a:pt x="2044" y="5433"/>
                </a:lnTo>
                <a:lnTo>
                  <a:pt x="2098" y="5600"/>
                </a:lnTo>
                <a:lnTo>
                  <a:pt x="2153" y="5771"/>
                </a:lnTo>
                <a:lnTo>
                  <a:pt x="2207" y="5941"/>
                </a:lnTo>
                <a:lnTo>
                  <a:pt x="2289" y="6111"/>
                </a:lnTo>
                <a:lnTo>
                  <a:pt x="2343" y="6281"/>
                </a:lnTo>
                <a:lnTo>
                  <a:pt x="2398" y="6449"/>
                </a:lnTo>
                <a:lnTo>
                  <a:pt x="2480" y="6619"/>
                </a:lnTo>
                <a:lnTo>
                  <a:pt x="2534" y="6790"/>
                </a:lnTo>
                <a:lnTo>
                  <a:pt x="2589" y="6960"/>
                </a:lnTo>
                <a:lnTo>
                  <a:pt x="2643" y="7130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6875549" y="3906483"/>
            <a:ext cx="2752" cy="6790"/>
          </a:xfrm>
          <a:custGeom>
            <a:avLst/>
            <a:gdLst/>
            <a:ahLst/>
            <a:cxnLst/>
            <a:rect l="l" t="t" r="r" b="b"/>
            <a:pathLst>
              <a:path w="2752" h="6790">
                <a:moveTo>
                  <a:pt x="0" y="0"/>
                </a:moveTo>
                <a:lnTo>
                  <a:pt x="0" y="0"/>
                </a:lnTo>
                <a:lnTo>
                  <a:pt x="136" y="167"/>
                </a:lnTo>
                <a:lnTo>
                  <a:pt x="136" y="338"/>
                </a:lnTo>
                <a:lnTo>
                  <a:pt x="272" y="508"/>
                </a:lnTo>
                <a:lnTo>
                  <a:pt x="327" y="678"/>
                </a:lnTo>
                <a:lnTo>
                  <a:pt x="381" y="848"/>
                </a:lnTo>
                <a:lnTo>
                  <a:pt x="436" y="1016"/>
                </a:lnTo>
                <a:lnTo>
                  <a:pt x="517" y="1186"/>
                </a:lnTo>
                <a:lnTo>
                  <a:pt x="572" y="1357"/>
                </a:lnTo>
                <a:lnTo>
                  <a:pt x="626" y="1527"/>
                </a:lnTo>
                <a:lnTo>
                  <a:pt x="681" y="1697"/>
                </a:lnTo>
                <a:lnTo>
                  <a:pt x="763" y="1865"/>
                </a:lnTo>
                <a:lnTo>
                  <a:pt x="817" y="2035"/>
                </a:lnTo>
                <a:lnTo>
                  <a:pt x="872" y="2205"/>
                </a:lnTo>
                <a:lnTo>
                  <a:pt x="953" y="2376"/>
                </a:lnTo>
                <a:lnTo>
                  <a:pt x="1062" y="2546"/>
                </a:lnTo>
                <a:lnTo>
                  <a:pt x="1117" y="2714"/>
                </a:lnTo>
                <a:lnTo>
                  <a:pt x="1199" y="2884"/>
                </a:lnTo>
                <a:lnTo>
                  <a:pt x="1253" y="3054"/>
                </a:lnTo>
                <a:lnTo>
                  <a:pt x="1308" y="3224"/>
                </a:lnTo>
                <a:lnTo>
                  <a:pt x="1389" y="3395"/>
                </a:lnTo>
                <a:lnTo>
                  <a:pt x="1444" y="3562"/>
                </a:lnTo>
                <a:lnTo>
                  <a:pt x="1498" y="3733"/>
                </a:lnTo>
                <a:lnTo>
                  <a:pt x="1553" y="3903"/>
                </a:lnTo>
                <a:lnTo>
                  <a:pt x="1635" y="4073"/>
                </a:lnTo>
                <a:lnTo>
                  <a:pt x="1689" y="4130"/>
                </a:lnTo>
                <a:lnTo>
                  <a:pt x="1744" y="4298"/>
                </a:lnTo>
                <a:lnTo>
                  <a:pt x="1744" y="4354"/>
                </a:lnTo>
                <a:lnTo>
                  <a:pt x="1798" y="4525"/>
                </a:lnTo>
                <a:lnTo>
                  <a:pt x="1934" y="4695"/>
                </a:lnTo>
                <a:lnTo>
                  <a:pt x="1989" y="4865"/>
                </a:lnTo>
                <a:lnTo>
                  <a:pt x="2071" y="5035"/>
                </a:lnTo>
                <a:lnTo>
                  <a:pt x="2125" y="5203"/>
                </a:lnTo>
                <a:lnTo>
                  <a:pt x="2180" y="5373"/>
                </a:lnTo>
                <a:lnTo>
                  <a:pt x="2234" y="5544"/>
                </a:lnTo>
                <a:lnTo>
                  <a:pt x="2316" y="5714"/>
                </a:lnTo>
                <a:lnTo>
                  <a:pt x="2371" y="5884"/>
                </a:lnTo>
                <a:lnTo>
                  <a:pt x="2425" y="6052"/>
                </a:lnTo>
                <a:lnTo>
                  <a:pt x="2480" y="6222"/>
                </a:lnTo>
                <a:lnTo>
                  <a:pt x="2616" y="6392"/>
                </a:lnTo>
                <a:lnTo>
                  <a:pt x="2670" y="6563"/>
                </a:lnTo>
                <a:lnTo>
                  <a:pt x="2752" y="6733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6878302" y="3913273"/>
            <a:ext cx="2725" cy="6392"/>
          </a:xfrm>
          <a:custGeom>
            <a:avLst/>
            <a:gdLst/>
            <a:ahLst/>
            <a:cxnLst/>
            <a:rect l="l" t="t" r="r" b="b"/>
            <a:pathLst>
              <a:path w="2725" h="6392">
                <a:moveTo>
                  <a:pt x="0" y="0"/>
                </a:moveTo>
                <a:lnTo>
                  <a:pt x="54" y="167"/>
                </a:lnTo>
                <a:lnTo>
                  <a:pt x="163" y="338"/>
                </a:lnTo>
                <a:lnTo>
                  <a:pt x="245" y="508"/>
                </a:lnTo>
                <a:lnTo>
                  <a:pt x="299" y="678"/>
                </a:lnTo>
                <a:lnTo>
                  <a:pt x="354" y="848"/>
                </a:lnTo>
                <a:lnTo>
                  <a:pt x="436" y="1016"/>
                </a:lnTo>
                <a:lnTo>
                  <a:pt x="490" y="1186"/>
                </a:lnTo>
                <a:lnTo>
                  <a:pt x="490" y="1186"/>
                </a:lnTo>
                <a:lnTo>
                  <a:pt x="545" y="1357"/>
                </a:lnTo>
                <a:lnTo>
                  <a:pt x="681" y="1527"/>
                </a:lnTo>
                <a:lnTo>
                  <a:pt x="735" y="1697"/>
                </a:lnTo>
                <a:lnTo>
                  <a:pt x="790" y="1865"/>
                </a:lnTo>
                <a:lnTo>
                  <a:pt x="844" y="2035"/>
                </a:lnTo>
                <a:lnTo>
                  <a:pt x="926" y="2205"/>
                </a:lnTo>
                <a:lnTo>
                  <a:pt x="981" y="2376"/>
                </a:lnTo>
                <a:lnTo>
                  <a:pt x="1035" y="2546"/>
                </a:lnTo>
                <a:lnTo>
                  <a:pt x="1117" y="2714"/>
                </a:lnTo>
                <a:lnTo>
                  <a:pt x="1226" y="2884"/>
                </a:lnTo>
                <a:lnTo>
                  <a:pt x="1280" y="3054"/>
                </a:lnTo>
                <a:lnTo>
                  <a:pt x="1362" y="3224"/>
                </a:lnTo>
                <a:lnTo>
                  <a:pt x="1417" y="3395"/>
                </a:lnTo>
                <a:lnTo>
                  <a:pt x="1417" y="3395"/>
                </a:lnTo>
                <a:lnTo>
                  <a:pt x="1471" y="3562"/>
                </a:lnTo>
                <a:lnTo>
                  <a:pt x="1553" y="3676"/>
                </a:lnTo>
                <a:lnTo>
                  <a:pt x="1607" y="3846"/>
                </a:lnTo>
                <a:lnTo>
                  <a:pt x="1716" y="4016"/>
                </a:lnTo>
                <a:lnTo>
                  <a:pt x="1798" y="4187"/>
                </a:lnTo>
                <a:lnTo>
                  <a:pt x="1853" y="4354"/>
                </a:lnTo>
                <a:lnTo>
                  <a:pt x="1853" y="4411"/>
                </a:lnTo>
                <a:lnTo>
                  <a:pt x="1907" y="4581"/>
                </a:lnTo>
                <a:lnTo>
                  <a:pt x="1962" y="4695"/>
                </a:lnTo>
                <a:lnTo>
                  <a:pt x="2044" y="4865"/>
                </a:lnTo>
                <a:lnTo>
                  <a:pt x="2098" y="4979"/>
                </a:lnTo>
                <a:lnTo>
                  <a:pt x="2153" y="5146"/>
                </a:lnTo>
                <a:lnTo>
                  <a:pt x="2234" y="5260"/>
                </a:lnTo>
                <a:lnTo>
                  <a:pt x="2289" y="5430"/>
                </a:lnTo>
                <a:lnTo>
                  <a:pt x="2343" y="5544"/>
                </a:lnTo>
                <a:lnTo>
                  <a:pt x="2398" y="5714"/>
                </a:lnTo>
                <a:lnTo>
                  <a:pt x="2480" y="5884"/>
                </a:lnTo>
                <a:lnTo>
                  <a:pt x="2589" y="6052"/>
                </a:lnTo>
                <a:lnTo>
                  <a:pt x="2643" y="6222"/>
                </a:lnTo>
                <a:lnTo>
                  <a:pt x="2725" y="6392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6881027" y="3919666"/>
            <a:ext cx="2725" cy="5998"/>
          </a:xfrm>
          <a:custGeom>
            <a:avLst/>
            <a:gdLst/>
            <a:ahLst/>
            <a:cxnLst/>
            <a:rect l="l" t="t" r="r" b="b"/>
            <a:pathLst>
              <a:path w="2725" h="5998">
                <a:moveTo>
                  <a:pt x="0" y="0"/>
                </a:moveTo>
                <a:lnTo>
                  <a:pt x="54" y="170"/>
                </a:lnTo>
                <a:lnTo>
                  <a:pt x="109" y="340"/>
                </a:lnTo>
                <a:lnTo>
                  <a:pt x="245" y="451"/>
                </a:lnTo>
                <a:lnTo>
                  <a:pt x="245" y="621"/>
                </a:lnTo>
                <a:lnTo>
                  <a:pt x="354" y="792"/>
                </a:lnTo>
                <a:lnTo>
                  <a:pt x="436" y="962"/>
                </a:lnTo>
                <a:lnTo>
                  <a:pt x="436" y="962"/>
                </a:lnTo>
                <a:lnTo>
                  <a:pt x="490" y="1132"/>
                </a:lnTo>
                <a:lnTo>
                  <a:pt x="545" y="1189"/>
                </a:lnTo>
                <a:lnTo>
                  <a:pt x="545" y="1300"/>
                </a:lnTo>
                <a:lnTo>
                  <a:pt x="681" y="1470"/>
                </a:lnTo>
                <a:lnTo>
                  <a:pt x="681" y="1527"/>
                </a:lnTo>
                <a:lnTo>
                  <a:pt x="735" y="1640"/>
                </a:lnTo>
                <a:lnTo>
                  <a:pt x="790" y="1811"/>
                </a:lnTo>
                <a:lnTo>
                  <a:pt x="790" y="1867"/>
                </a:lnTo>
                <a:lnTo>
                  <a:pt x="872" y="1981"/>
                </a:lnTo>
                <a:lnTo>
                  <a:pt x="926" y="2149"/>
                </a:lnTo>
                <a:lnTo>
                  <a:pt x="1035" y="2319"/>
                </a:lnTo>
                <a:lnTo>
                  <a:pt x="1117" y="2432"/>
                </a:lnTo>
                <a:lnTo>
                  <a:pt x="1171" y="2603"/>
                </a:lnTo>
                <a:lnTo>
                  <a:pt x="1171" y="2659"/>
                </a:lnTo>
                <a:lnTo>
                  <a:pt x="1226" y="2773"/>
                </a:lnTo>
                <a:lnTo>
                  <a:pt x="1308" y="2943"/>
                </a:lnTo>
                <a:lnTo>
                  <a:pt x="1362" y="3111"/>
                </a:lnTo>
                <a:lnTo>
                  <a:pt x="1417" y="3224"/>
                </a:lnTo>
                <a:lnTo>
                  <a:pt x="1471" y="3395"/>
                </a:lnTo>
                <a:lnTo>
                  <a:pt x="1607" y="3508"/>
                </a:lnTo>
                <a:lnTo>
                  <a:pt x="1607" y="3678"/>
                </a:lnTo>
                <a:lnTo>
                  <a:pt x="1744" y="3792"/>
                </a:lnTo>
                <a:lnTo>
                  <a:pt x="1798" y="3960"/>
                </a:lnTo>
                <a:lnTo>
                  <a:pt x="1798" y="4073"/>
                </a:lnTo>
                <a:lnTo>
                  <a:pt x="1853" y="4187"/>
                </a:lnTo>
                <a:lnTo>
                  <a:pt x="1907" y="4357"/>
                </a:lnTo>
                <a:lnTo>
                  <a:pt x="2044" y="4470"/>
                </a:lnTo>
                <a:lnTo>
                  <a:pt x="2044" y="4641"/>
                </a:lnTo>
                <a:lnTo>
                  <a:pt x="2153" y="4808"/>
                </a:lnTo>
                <a:lnTo>
                  <a:pt x="2153" y="4865"/>
                </a:lnTo>
                <a:lnTo>
                  <a:pt x="2289" y="5035"/>
                </a:lnTo>
                <a:lnTo>
                  <a:pt x="2289" y="5149"/>
                </a:lnTo>
                <a:lnTo>
                  <a:pt x="2343" y="5262"/>
                </a:lnTo>
                <a:lnTo>
                  <a:pt x="2425" y="5433"/>
                </a:lnTo>
                <a:lnTo>
                  <a:pt x="2480" y="5433"/>
                </a:lnTo>
                <a:lnTo>
                  <a:pt x="2534" y="5600"/>
                </a:lnTo>
                <a:lnTo>
                  <a:pt x="2589" y="5771"/>
                </a:lnTo>
                <a:lnTo>
                  <a:pt x="2589" y="5827"/>
                </a:lnTo>
                <a:lnTo>
                  <a:pt x="2725" y="5998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6883752" y="3925665"/>
            <a:ext cx="2725" cy="5657"/>
          </a:xfrm>
          <a:custGeom>
            <a:avLst/>
            <a:gdLst/>
            <a:ahLst/>
            <a:cxnLst/>
            <a:rect l="l" t="t" r="r" b="b"/>
            <a:pathLst>
              <a:path w="2725" h="5657">
                <a:moveTo>
                  <a:pt x="0" y="0"/>
                </a:moveTo>
                <a:lnTo>
                  <a:pt x="54" y="170"/>
                </a:lnTo>
                <a:lnTo>
                  <a:pt x="109" y="226"/>
                </a:lnTo>
                <a:lnTo>
                  <a:pt x="190" y="394"/>
                </a:lnTo>
                <a:lnTo>
                  <a:pt x="245" y="565"/>
                </a:lnTo>
                <a:lnTo>
                  <a:pt x="245" y="621"/>
                </a:lnTo>
                <a:lnTo>
                  <a:pt x="381" y="735"/>
                </a:lnTo>
                <a:lnTo>
                  <a:pt x="436" y="905"/>
                </a:lnTo>
                <a:lnTo>
                  <a:pt x="436" y="962"/>
                </a:lnTo>
                <a:lnTo>
                  <a:pt x="490" y="1075"/>
                </a:lnTo>
                <a:lnTo>
                  <a:pt x="545" y="1243"/>
                </a:lnTo>
                <a:lnTo>
                  <a:pt x="545" y="1300"/>
                </a:lnTo>
                <a:lnTo>
                  <a:pt x="681" y="1413"/>
                </a:lnTo>
                <a:lnTo>
                  <a:pt x="735" y="1584"/>
                </a:lnTo>
                <a:lnTo>
                  <a:pt x="817" y="1754"/>
                </a:lnTo>
                <a:lnTo>
                  <a:pt x="817" y="1811"/>
                </a:lnTo>
                <a:lnTo>
                  <a:pt x="926" y="1924"/>
                </a:lnTo>
                <a:lnTo>
                  <a:pt x="981" y="2092"/>
                </a:lnTo>
                <a:lnTo>
                  <a:pt x="1062" y="2262"/>
                </a:lnTo>
                <a:lnTo>
                  <a:pt x="1062" y="2319"/>
                </a:lnTo>
                <a:lnTo>
                  <a:pt x="1171" y="2432"/>
                </a:lnTo>
                <a:lnTo>
                  <a:pt x="1226" y="2603"/>
                </a:lnTo>
                <a:lnTo>
                  <a:pt x="1226" y="2716"/>
                </a:lnTo>
                <a:lnTo>
                  <a:pt x="1362" y="2830"/>
                </a:lnTo>
                <a:lnTo>
                  <a:pt x="1417" y="2997"/>
                </a:lnTo>
                <a:lnTo>
                  <a:pt x="1498" y="3168"/>
                </a:lnTo>
                <a:lnTo>
                  <a:pt x="1498" y="3224"/>
                </a:lnTo>
                <a:lnTo>
                  <a:pt x="1607" y="3338"/>
                </a:lnTo>
                <a:lnTo>
                  <a:pt x="1662" y="3508"/>
                </a:lnTo>
                <a:lnTo>
                  <a:pt x="1744" y="3678"/>
                </a:lnTo>
                <a:lnTo>
                  <a:pt x="1744" y="3735"/>
                </a:lnTo>
                <a:lnTo>
                  <a:pt x="1853" y="3846"/>
                </a:lnTo>
                <a:lnTo>
                  <a:pt x="1907" y="4016"/>
                </a:lnTo>
                <a:lnTo>
                  <a:pt x="1907" y="4130"/>
                </a:lnTo>
                <a:lnTo>
                  <a:pt x="2044" y="4243"/>
                </a:lnTo>
                <a:lnTo>
                  <a:pt x="2098" y="4414"/>
                </a:lnTo>
                <a:lnTo>
                  <a:pt x="2180" y="4584"/>
                </a:lnTo>
                <a:lnTo>
                  <a:pt x="2180" y="4638"/>
                </a:lnTo>
                <a:lnTo>
                  <a:pt x="2289" y="4752"/>
                </a:lnTo>
                <a:lnTo>
                  <a:pt x="2343" y="4865"/>
                </a:lnTo>
                <a:lnTo>
                  <a:pt x="2425" y="4979"/>
                </a:lnTo>
                <a:lnTo>
                  <a:pt x="2480" y="5149"/>
                </a:lnTo>
                <a:lnTo>
                  <a:pt x="2534" y="5319"/>
                </a:lnTo>
                <a:lnTo>
                  <a:pt x="2534" y="5376"/>
                </a:lnTo>
                <a:lnTo>
                  <a:pt x="2616" y="5376"/>
                </a:lnTo>
                <a:lnTo>
                  <a:pt x="2670" y="5544"/>
                </a:lnTo>
                <a:lnTo>
                  <a:pt x="2670" y="5600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6886478" y="3931322"/>
            <a:ext cx="2670" cy="5206"/>
          </a:xfrm>
          <a:custGeom>
            <a:avLst/>
            <a:gdLst/>
            <a:ahLst/>
            <a:cxnLst/>
            <a:rect l="l" t="t" r="r" b="b"/>
            <a:pathLst>
              <a:path w="2670" h="5206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245" y="453"/>
                </a:lnTo>
                <a:lnTo>
                  <a:pt x="299" y="621"/>
                </a:lnTo>
                <a:lnTo>
                  <a:pt x="381" y="792"/>
                </a:lnTo>
                <a:lnTo>
                  <a:pt x="490" y="962"/>
                </a:lnTo>
                <a:lnTo>
                  <a:pt x="490" y="1075"/>
                </a:lnTo>
                <a:lnTo>
                  <a:pt x="572" y="1075"/>
                </a:lnTo>
                <a:lnTo>
                  <a:pt x="626" y="1246"/>
                </a:lnTo>
                <a:lnTo>
                  <a:pt x="681" y="1416"/>
                </a:lnTo>
                <a:lnTo>
                  <a:pt x="817" y="1584"/>
                </a:lnTo>
                <a:lnTo>
                  <a:pt x="817" y="1697"/>
                </a:lnTo>
                <a:lnTo>
                  <a:pt x="926" y="1867"/>
                </a:lnTo>
                <a:lnTo>
                  <a:pt x="1008" y="2038"/>
                </a:lnTo>
                <a:lnTo>
                  <a:pt x="1062" y="2038"/>
                </a:lnTo>
                <a:lnTo>
                  <a:pt x="1117" y="2208"/>
                </a:lnTo>
                <a:lnTo>
                  <a:pt x="1171" y="2376"/>
                </a:lnTo>
                <a:lnTo>
                  <a:pt x="1253" y="2546"/>
                </a:lnTo>
                <a:lnTo>
                  <a:pt x="1362" y="2716"/>
                </a:lnTo>
                <a:lnTo>
                  <a:pt x="1417" y="2886"/>
                </a:lnTo>
                <a:lnTo>
                  <a:pt x="1498" y="2886"/>
                </a:lnTo>
                <a:lnTo>
                  <a:pt x="1553" y="3057"/>
                </a:lnTo>
                <a:lnTo>
                  <a:pt x="1553" y="3113"/>
                </a:lnTo>
                <a:lnTo>
                  <a:pt x="1607" y="3113"/>
                </a:lnTo>
                <a:lnTo>
                  <a:pt x="1689" y="3281"/>
                </a:lnTo>
                <a:lnTo>
                  <a:pt x="1744" y="3451"/>
                </a:lnTo>
                <a:lnTo>
                  <a:pt x="1853" y="3622"/>
                </a:lnTo>
                <a:lnTo>
                  <a:pt x="1853" y="3735"/>
                </a:lnTo>
                <a:lnTo>
                  <a:pt x="1989" y="3849"/>
                </a:lnTo>
                <a:lnTo>
                  <a:pt x="2044" y="4019"/>
                </a:lnTo>
                <a:lnTo>
                  <a:pt x="2098" y="4187"/>
                </a:lnTo>
                <a:lnTo>
                  <a:pt x="2180" y="4187"/>
                </a:lnTo>
                <a:lnTo>
                  <a:pt x="2234" y="4300"/>
                </a:lnTo>
                <a:lnTo>
                  <a:pt x="2289" y="4414"/>
                </a:lnTo>
                <a:lnTo>
                  <a:pt x="2371" y="4584"/>
                </a:lnTo>
                <a:lnTo>
                  <a:pt x="2371" y="4641"/>
                </a:lnTo>
                <a:lnTo>
                  <a:pt x="2425" y="4641"/>
                </a:lnTo>
                <a:lnTo>
                  <a:pt x="2480" y="4811"/>
                </a:lnTo>
                <a:lnTo>
                  <a:pt x="2534" y="4868"/>
                </a:lnTo>
                <a:lnTo>
                  <a:pt x="2534" y="4979"/>
                </a:lnTo>
                <a:lnTo>
                  <a:pt x="2670" y="5149"/>
                </a:lnTo>
                <a:lnTo>
                  <a:pt x="2670" y="5206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6889149" y="3936529"/>
            <a:ext cx="2725" cy="4865"/>
          </a:xfrm>
          <a:custGeom>
            <a:avLst/>
            <a:gdLst/>
            <a:ahLst/>
            <a:cxnLst/>
            <a:rect l="l" t="t" r="r" b="b"/>
            <a:pathLst>
              <a:path w="2725" h="4865">
                <a:moveTo>
                  <a:pt x="0" y="0"/>
                </a:moveTo>
                <a:lnTo>
                  <a:pt x="0" y="0"/>
                </a:lnTo>
                <a:lnTo>
                  <a:pt x="54" y="170"/>
                </a:lnTo>
                <a:lnTo>
                  <a:pt x="136" y="226"/>
                </a:lnTo>
                <a:lnTo>
                  <a:pt x="190" y="397"/>
                </a:lnTo>
                <a:lnTo>
                  <a:pt x="245" y="453"/>
                </a:lnTo>
                <a:lnTo>
                  <a:pt x="299" y="621"/>
                </a:lnTo>
                <a:lnTo>
                  <a:pt x="381" y="678"/>
                </a:lnTo>
                <a:lnTo>
                  <a:pt x="436" y="848"/>
                </a:lnTo>
                <a:lnTo>
                  <a:pt x="490" y="905"/>
                </a:lnTo>
                <a:lnTo>
                  <a:pt x="545" y="1075"/>
                </a:lnTo>
                <a:lnTo>
                  <a:pt x="681" y="1189"/>
                </a:lnTo>
                <a:lnTo>
                  <a:pt x="735" y="1359"/>
                </a:lnTo>
                <a:lnTo>
                  <a:pt x="735" y="1413"/>
                </a:lnTo>
                <a:lnTo>
                  <a:pt x="817" y="1413"/>
                </a:lnTo>
                <a:lnTo>
                  <a:pt x="872" y="1584"/>
                </a:lnTo>
                <a:lnTo>
                  <a:pt x="872" y="1640"/>
                </a:lnTo>
                <a:lnTo>
                  <a:pt x="926" y="1697"/>
                </a:lnTo>
                <a:lnTo>
                  <a:pt x="981" y="1867"/>
                </a:lnTo>
                <a:lnTo>
                  <a:pt x="1062" y="1924"/>
                </a:lnTo>
                <a:lnTo>
                  <a:pt x="1171" y="2094"/>
                </a:lnTo>
                <a:lnTo>
                  <a:pt x="1253" y="2262"/>
                </a:lnTo>
                <a:lnTo>
                  <a:pt x="1308" y="2432"/>
                </a:lnTo>
                <a:lnTo>
                  <a:pt x="1362" y="2489"/>
                </a:lnTo>
                <a:lnTo>
                  <a:pt x="1498" y="2659"/>
                </a:lnTo>
                <a:lnTo>
                  <a:pt x="1553" y="2830"/>
                </a:lnTo>
                <a:lnTo>
                  <a:pt x="1662" y="2943"/>
                </a:lnTo>
                <a:lnTo>
                  <a:pt x="1662" y="3057"/>
                </a:lnTo>
                <a:lnTo>
                  <a:pt x="1744" y="3168"/>
                </a:lnTo>
                <a:lnTo>
                  <a:pt x="1798" y="3168"/>
                </a:lnTo>
                <a:lnTo>
                  <a:pt x="1853" y="3281"/>
                </a:lnTo>
                <a:lnTo>
                  <a:pt x="1934" y="3451"/>
                </a:lnTo>
                <a:lnTo>
                  <a:pt x="1989" y="3622"/>
                </a:lnTo>
                <a:lnTo>
                  <a:pt x="2098" y="3792"/>
                </a:lnTo>
                <a:lnTo>
                  <a:pt x="2180" y="3849"/>
                </a:lnTo>
                <a:lnTo>
                  <a:pt x="2234" y="4016"/>
                </a:lnTo>
                <a:lnTo>
                  <a:pt x="2343" y="4187"/>
                </a:lnTo>
                <a:lnTo>
                  <a:pt x="2425" y="4357"/>
                </a:lnTo>
                <a:lnTo>
                  <a:pt x="2480" y="4357"/>
                </a:lnTo>
                <a:lnTo>
                  <a:pt x="2534" y="4470"/>
                </a:lnTo>
                <a:lnTo>
                  <a:pt x="2616" y="4641"/>
                </a:lnTo>
                <a:lnTo>
                  <a:pt x="2670" y="4808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6891874" y="3941394"/>
            <a:ext cx="2725" cy="4470"/>
          </a:xfrm>
          <a:custGeom>
            <a:avLst/>
            <a:gdLst/>
            <a:ahLst/>
            <a:cxnLst/>
            <a:rect l="l" t="t" r="r" b="b"/>
            <a:pathLst>
              <a:path w="2725" h="4470">
                <a:moveTo>
                  <a:pt x="0" y="0"/>
                </a:moveTo>
                <a:lnTo>
                  <a:pt x="54" y="170"/>
                </a:lnTo>
                <a:lnTo>
                  <a:pt x="136" y="226"/>
                </a:lnTo>
                <a:lnTo>
                  <a:pt x="245" y="397"/>
                </a:lnTo>
                <a:lnTo>
                  <a:pt x="245" y="453"/>
                </a:lnTo>
                <a:lnTo>
                  <a:pt x="381" y="567"/>
                </a:lnTo>
                <a:lnTo>
                  <a:pt x="436" y="737"/>
                </a:lnTo>
                <a:lnTo>
                  <a:pt x="490" y="848"/>
                </a:lnTo>
                <a:lnTo>
                  <a:pt x="626" y="1019"/>
                </a:lnTo>
                <a:lnTo>
                  <a:pt x="681" y="1189"/>
                </a:lnTo>
                <a:lnTo>
                  <a:pt x="817" y="1302"/>
                </a:lnTo>
                <a:lnTo>
                  <a:pt x="872" y="1473"/>
                </a:lnTo>
                <a:lnTo>
                  <a:pt x="926" y="1586"/>
                </a:lnTo>
                <a:lnTo>
                  <a:pt x="1062" y="1754"/>
                </a:lnTo>
                <a:lnTo>
                  <a:pt x="1062" y="1811"/>
                </a:lnTo>
                <a:lnTo>
                  <a:pt x="1171" y="1924"/>
                </a:lnTo>
                <a:lnTo>
                  <a:pt x="1253" y="2094"/>
                </a:lnTo>
                <a:lnTo>
                  <a:pt x="1362" y="2265"/>
                </a:lnTo>
                <a:lnTo>
                  <a:pt x="1362" y="2321"/>
                </a:lnTo>
                <a:lnTo>
                  <a:pt x="1498" y="2435"/>
                </a:lnTo>
                <a:lnTo>
                  <a:pt x="1553" y="2603"/>
                </a:lnTo>
                <a:lnTo>
                  <a:pt x="1689" y="2716"/>
                </a:lnTo>
                <a:lnTo>
                  <a:pt x="1744" y="2886"/>
                </a:lnTo>
                <a:lnTo>
                  <a:pt x="1744" y="2886"/>
                </a:lnTo>
                <a:lnTo>
                  <a:pt x="1853" y="3057"/>
                </a:lnTo>
                <a:lnTo>
                  <a:pt x="1934" y="3113"/>
                </a:lnTo>
                <a:lnTo>
                  <a:pt x="1989" y="3284"/>
                </a:lnTo>
                <a:lnTo>
                  <a:pt x="2044" y="3338"/>
                </a:lnTo>
                <a:lnTo>
                  <a:pt x="2125" y="3508"/>
                </a:lnTo>
                <a:lnTo>
                  <a:pt x="2180" y="3622"/>
                </a:lnTo>
                <a:lnTo>
                  <a:pt x="2289" y="3735"/>
                </a:lnTo>
                <a:lnTo>
                  <a:pt x="2371" y="3905"/>
                </a:lnTo>
                <a:lnTo>
                  <a:pt x="2425" y="4019"/>
                </a:lnTo>
                <a:lnTo>
                  <a:pt x="2534" y="4187"/>
                </a:lnTo>
                <a:lnTo>
                  <a:pt x="2670" y="4300"/>
                </a:lnTo>
                <a:lnTo>
                  <a:pt x="2725" y="4470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6894599" y="3945865"/>
            <a:ext cx="2725" cy="4016"/>
          </a:xfrm>
          <a:custGeom>
            <a:avLst/>
            <a:gdLst/>
            <a:ahLst/>
            <a:cxnLst/>
            <a:rect l="l" t="t" r="r" b="b"/>
            <a:pathLst>
              <a:path w="2725" h="4016">
                <a:moveTo>
                  <a:pt x="0" y="0"/>
                </a:moveTo>
                <a:lnTo>
                  <a:pt x="0" y="0"/>
                </a:lnTo>
                <a:lnTo>
                  <a:pt x="136" y="170"/>
                </a:lnTo>
                <a:lnTo>
                  <a:pt x="190" y="226"/>
                </a:lnTo>
                <a:lnTo>
                  <a:pt x="245" y="340"/>
                </a:lnTo>
                <a:lnTo>
                  <a:pt x="327" y="510"/>
                </a:lnTo>
                <a:lnTo>
                  <a:pt x="381" y="510"/>
                </a:lnTo>
                <a:lnTo>
                  <a:pt x="436" y="678"/>
                </a:lnTo>
                <a:lnTo>
                  <a:pt x="572" y="792"/>
                </a:lnTo>
                <a:lnTo>
                  <a:pt x="626" y="962"/>
                </a:lnTo>
                <a:lnTo>
                  <a:pt x="681" y="1075"/>
                </a:lnTo>
                <a:lnTo>
                  <a:pt x="817" y="1189"/>
                </a:lnTo>
                <a:lnTo>
                  <a:pt x="817" y="1246"/>
                </a:lnTo>
                <a:lnTo>
                  <a:pt x="926" y="1413"/>
                </a:lnTo>
                <a:lnTo>
                  <a:pt x="926" y="1470"/>
                </a:lnTo>
                <a:lnTo>
                  <a:pt x="1062" y="1584"/>
                </a:lnTo>
                <a:lnTo>
                  <a:pt x="1117" y="1754"/>
                </a:lnTo>
                <a:lnTo>
                  <a:pt x="1199" y="1754"/>
                </a:lnTo>
                <a:lnTo>
                  <a:pt x="1253" y="1924"/>
                </a:lnTo>
                <a:lnTo>
                  <a:pt x="1308" y="1924"/>
                </a:lnTo>
                <a:lnTo>
                  <a:pt x="1362" y="2094"/>
                </a:lnTo>
                <a:lnTo>
                  <a:pt x="1362" y="2094"/>
                </a:lnTo>
                <a:lnTo>
                  <a:pt x="1498" y="2208"/>
                </a:lnTo>
                <a:lnTo>
                  <a:pt x="1553" y="2376"/>
                </a:lnTo>
                <a:lnTo>
                  <a:pt x="1607" y="2489"/>
                </a:lnTo>
                <a:lnTo>
                  <a:pt x="1744" y="2603"/>
                </a:lnTo>
                <a:lnTo>
                  <a:pt x="1798" y="2773"/>
                </a:lnTo>
                <a:lnTo>
                  <a:pt x="1880" y="2830"/>
                </a:lnTo>
                <a:lnTo>
                  <a:pt x="1989" y="2943"/>
                </a:lnTo>
                <a:lnTo>
                  <a:pt x="2044" y="3111"/>
                </a:lnTo>
                <a:lnTo>
                  <a:pt x="2180" y="3224"/>
                </a:lnTo>
                <a:lnTo>
                  <a:pt x="2234" y="3395"/>
                </a:lnTo>
                <a:lnTo>
                  <a:pt x="2316" y="3395"/>
                </a:lnTo>
                <a:lnTo>
                  <a:pt x="2316" y="3451"/>
                </a:lnTo>
                <a:lnTo>
                  <a:pt x="2425" y="3565"/>
                </a:lnTo>
                <a:lnTo>
                  <a:pt x="2425" y="3622"/>
                </a:lnTo>
                <a:lnTo>
                  <a:pt x="2561" y="3792"/>
                </a:lnTo>
                <a:lnTo>
                  <a:pt x="2561" y="3849"/>
                </a:lnTo>
                <a:lnTo>
                  <a:pt x="2616" y="3905"/>
                </a:lnTo>
                <a:lnTo>
                  <a:pt x="2670" y="4016"/>
                </a:lnTo>
              </a:path>
            </a:pathLst>
          </a:custGeom>
          <a:ln w="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6897325" y="3949882"/>
            <a:ext cx="2670" cy="3678"/>
          </a:xfrm>
          <a:custGeom>
            <a:avLst/>
            <a:gdLst/>
            <a:ahLst/>
            <a:cxnLst/>
            <a:rect l="l" t="t" r="r" b="b"/>
            <a:pathLst>
              <a:path w="2670" h="3678">
                <a:moveTo>
                  <a:pt x="0" y="0"/>
                </a:moveTo>
                <a:lnTo>
                  <a:pt x="0" y="0"/>
                </a:lnTo>
                <a:lnTo>
                  <a:pt x="81" y="170"/>
                </a:lnTo>
                <a:lnTo>
                  <a:pt x="136" y="170"/>
                </a:lnTo>
                <a:lnTo>
                  <a:pt x="136" y="226"/>
                </a:lnTo>
                <a:lnTo>
                  <a:pt x="272" y="340"/>
                </a:lnTo>
                <a:lnTo>
                  <a:pt x="272" y="397"/>
                </a:lnTo>
                <a:lnTo>
                  <a:pt x="381" y="567"/>
                </a:lnTo>
                <a:lnTo>
                  <a:pt x="381" y="624"/>
                </a:lnTo>
                <a:lnTo>
                  <a:pt x="436" y="680"/>
                </a:lnTo>
                <a:lnTo>
                  <a:pt x="517" y="792"/>
                </a:lnTo>
                <a:lnTo>
                  <a:pt x="572" y="848"/>
                </a:lnTo>
                <a:lnTo>
                  <a:pt x="708" y="962"/>
                </a:lnTo>
                <a:lnTo>
                  <a:pt x="708" y="1019"/>
                </a:lnTo>
                <a:lnTo>
                  <a:pt x="817" y="1132"/>
                </a:lnTo>
                <a:lnTo>
                  <a:pt x="817" y="1189"/>
                </a:lnTo>
                <a:lnTo>
                  <a:pt x="953" y="1302"/>
                </a:lnTo>
                <a:lnTo>
                  <a:pt x="1008" y="1359"/>
                </a:lnTo>
                <a:lnTo>
                  <a:pt x="1062" y="1529"/>
                </a:lnTo>
                <a:lnTo>
                  <a:pt x="1199" y="1640"/>
                </a:lnTo>
                <a:lnTo>
                  <a:pt x="1253" y="1811"/>
                </a:lnTo>
                <a:lnTo>
                  <a:pt x="1308" y="1867"/>
                </a:lnTo>
                <a:lnTo>
                  <a:pt x="1389" y="1981"/>
                </a:lnTo>
                <a:lnTo>
                  <a:pt x="1444" y="2038"/>
                </a:lnTo>
                <a:lnTo>
                  <a:pt x="1553" y="2208"/>
                </a:lnTo>
                <a:lnTo>
                  <a:pt x="1635" y="2208"/>
                </a:lnTo>
                <a:lnTo>
                  <a:pt x="1635" y="2265"/>
                </a:lnTo>
                <a:lnTo>
                  <a:pt x="1744" y="2378"/>
                </a:lnTo>
                <a:lnTo>
                  <a:pt x="1744" y="2435"/>
                </a:lnTo>
                <a:lnTo>
                  <a:pt x="1880" y="2546"/>
                </a:lnTo>
                <a:lnTo>
                  <a:pt x="1934" y="2603"/>
                </a:lnTo>
                <a:lnTo>
                  <a:pt x="1989" y="2773"/>
                </a:lnTo>
                <a:lnTo>
                  <a:pt x="2071" y="2886"/>
                </a:lnTo>
                <a:lnTo>
                  <a:pt x="2180" y="3000"/>
                </a:lnTo>
                <a:lnTo>
                  <a:pt x="2316" y="3113"/>
                </a:lnTo>
                <a:lnTo>
                  <a:pt x="2371" y="3284"/>
                </a:lnTo>
                <a:lnTo>
                  <a:pt x="2507" y="3338"/>
                </a:lnTo>
                <a:lnTo>
                  <a:pt x="2561" y="3508"/>
                </a:lnTo>
                <a:lnTo>
                  <a:pt x="2670" y="3678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6899996" y="3953561"/>
            <a:ext cx="2752" cy="3224"/>
          </a:xfrm>
          <a:custGeom>
            <a:avLst/>
            <a:gdLst/>
            <a:ahLst/>
            <a:cxnLst/>
            <a:rect l="l" t="t" r="r" b="b"/>
            <a:pathLst>
              <a:path w="2752" h="3224">
                <a:moveTo>
                  <a:pt x="0" y="0"/>
                </a:moveTo>
                <a:lnTo>
                  <a:pt x="0" y="0"/>
                </a:lnTo>
                <a:lnTo>
                  <a:pt x="136" y="56"/>
                </a:lnTo>
                <a:lnTo>
                  <a:pt x="190" y="226"/>
                </a:lnTo>
                <a:lnTo>
                  <a:pt x="245" y="283"/>
                </a:lnTo>
                <a:lnTo>
                  <a:pt x="381" y="397"/>
                </a:lnTo>
                <a:lnTo>
                  <a:pt x="436" y="451"/>
                </a:lnTo>
                <a:lnTo>
                  <a:pt x="517" y="621"/>
                </a:lnTo>
                <a:lnTo>
                  <a:pt x="572" y="678"/>
                </a:lnTo>
                <a:lnTo>
                  <a:pt x="681" y="848"/>
                </a:lnTo>
                <a:lnTo>
                  <a:pt x="817" y="905"/>
                </a:lnTo>
                <a:lnTo>
                  <a:pt x="872" y="1075"/>
                </a:lnTo>
                <a:lnTo>
                  <a:pt x="1008" y="1132"/>
                </a:lnTo>
                <a:lnTo>
                  <a:pt x="1008" y="1189"/>
                </a:lnTo>
                <a:lnTo>
                  <a:pt x="1062" y="1302"/>
                </a:lnTo>
                <a:lnTo>
                  <a:pt x="1199" y="1357"/>
                </a:lnTo>
                <a:lnTo>
                  <a:pt x="1253" y="1527"/>
                </a:lnTo>
                <a:lnTo>
                  <a:pt x="1444" y="1697"/>
                </a:lnTo>
                <a:lnTo>
                  <a:pt x="1553" y="1867"/>
                </a:lnTo>
                <a:lnTo>
                  <a:pt x="1689" y="1981"/>
                </a:lnTo>
                <a:lnTo>
                  <a:pt x="1798" y="2151"/>
                </a:lnTo>
                <a:lnTo>
                  <a:pt x="1798" y="2151"/>
                </a:lnTo>
                <a:lnTo>
                  <a:pt x="1880" y="2262"/>
                </a:lnTo>
                <a:lnTo>
                  <a:pt x="1934" y="2319"/>
                </a:lnTo>
                <a:lnTo>
                  <a:pt x="2044" y="2376"/>
                </a:lnTo>
                <a:lnTo>
                  <a:pt x="2125" y="2546"/>
                </a:lnTo>
                <a:lnTo>
                  <a:pt x="2316" y="2659"/>
                </a:lnTo>
                <a:lnTo>
                  <a:pt x="2371" y="2830"/>
                </a:lnTo>
                <a:lnTo>
                  <a:pt x="2561" y="2943"/>
                </a:lnTo>
                <a:lnTo>
                  <a:pt x="2616" y="3111"/>
                </a:lnTo>
                <a:lnTo>
                  <a:pt x="2670" y="3111"/>
                </a:lnTo>
                <a:lnTo>
                  <a:pt x="2752" y="3224"/>
                </a:lnTo>
              </a:path>
            </a:pathLst>
          </a:custGeom>
          <a:ln w="3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6902748" y="3956786"/>
            <a:ext cx="2725" cy="2830"/>
          </a:xfrm>
          <a:custGeom>
            <a:avLst/>
            <a:gdLst/>
            <a:ahLst/>
            <a:cxnLst/>
            <a:rect l="l" t="t" r="r" b="b"/>
            <a:pathLst>
              <a:path w="2725" h="2830">
                <a:moveTo>
                  <a:pt x="0" y="0"/>
                </a:moveTo>
                <a:lnTo>
                  <a:pt x="54" y="56"/>
                </a:lnTo>
                <a:lnTo>
                  <a:pt x="109" y="170"/>
                </a:lnTo>
                <a:lnTo>
                  <a:pt x="245" y="226"/>
                </a:lnTo>
                <a:lnTo>
                  <a:pt x="354" y="397"/>
                </a:lnTo>
                <a:lnTo>
                  <a:pt x="490" y="510"/>
                </a:lnTo>
                <a:lnTo>
                  <a:pt x="490" y="510"/>
                </a:lnTo>
                <a:lnTo>
                  <a:pt x="599" y="678"/>
                </a:lnTo>
                <a:lnTo>
                  <a:pt x="681" y="678"/>
                </a:lnTo>
                <a:lnTo>
                  <a:pt x="735" y="848"/>
                </a:lnTo>
                <a:lnTo>
                  <a:pt x="790" y="848"/>
                </a:lnTo>
                <a:lnTo>
                  <a:pt x="926" y="962"/>
                </a:lnTo>
                <a:lnTo>
                  <a:pt x="981" y="1019"/>
                </a:lnTo>
                <a:lnTo>
                  <a:pt x="1117" y="1189"/>
                </a:lnTo>
                <a:lnTo>
                  <a:pt x="1171" y="1302"/>
                </a:lnTo>
                <a:lnTo>
                  <a:pt x="1280" y="1359"/>
                </a:lnTo>
                <a:lnTo>
                  <a:pt x="1417" y="1527"/>
                </a:lnTo>
                <a:lnTo>
                  <a:pt x="1471" y="1640"/>
                </a:lnTo>
                <a:lnTo>
                  <a:pt x="1607" y="1697"/>
                </a:lnTo>
                <a:lnTo>
                  <a:pt x="1716" y="1811"/>
                </a:lnTo>
                <a:lnTo>
                  <a:pt x="1853" y="1924"/>
                </a:lnTo>
                <a:lnTo>
                  <a:pt x="1907" y="1981"/>
                </a:lnTo>
                <a:lnTo>
                  <a:pt x="2044" y="2151"/>
                </a:lnTo>
                <a:lnTo>
                  <a:pt x="2153" y="2321"/>
                </a:lnTo>
                <a:lnTo>
                  <a:pt x="2289" y="2376"/>
                </a:lnTo>
                <a:lnTo>
                  <a:pt x="2289" y="2376"/>
                </a:lnTo>
                <a:lnTo>
                  <a:pt x="2398" y="2546"/>
                </a:lnTo>
                <a:lnTo>
                  <a:pt x="2534" y="2603"/>
                </a:lnTo>
                <a:lnTo>
                  <a:pt x="2589" y="2659"/>
                </a:lnTo>
                <a:lnTo>
                  <a:pt x="2725" y="2773"/>
                </a:lnTo>
              </a:path>
            </a:pathLst>
          </a:custGeom>
          <a:ln w="3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6905473" y="3959616"/>
            <a:ext cx="2725" cy="2432"/>
          </a:xfrm>
          <a:custGeom>
            <a:avLst/>
            <a:gdLst/>
            <a:ahLst/>
            <a:cxnLst/>
            <a:rect l="l" t="t" r="r" b="b"/>
            <a:pathLst>
              <a:path w="2725" h="2432">
                <a:moveTo>
                  <a:pt x="0" y="0"/>
                </a:moveTo>
                <a:lnTo>
                  <a:pt x="0" y="0"/>
                </a:lnTo>
                <a:lnTo>
                  <a:pt x="190" y="170"/>
                </a:lnTo>
                <a:lnTo>
                  <a:pt x="245" y="283"/>
                </a:lnTo>
                <a:lnTo>
                  <a:pt x="436" y="394"/>
                </a:lnTo>
                <a:lnTo>
                  <a:pt x="545" y="565"/>
                </a:lnTo>
                <a:lnTo>
                  <a:pt x="681" y="621"/>
                </a:lnTo>
                <a:lnTo>
                  <a:pt x="681" y="621"/>
                </a:lnTo>
                <a:lnTo>
                  <a:pt x="735" y="735"/>
                </a:lnTo>
                <a:lnTo>
                  <a:pt x="790" y="735"/>
                </a:lnTo>
                <a:lnTo>
                  <a:pt x="872" y="848"/>
                </a:lnTo>
                <a:lnTo>
                  <a:pt x="926" y="848"/>
                </a:lnTo>
                <a:lnTo>
                  <a:pt x="981" y="962"/>
                </a:lnTo>
                <a:lnTo>
                  <a:pt x="1035" y="962"/>
                </a:lnTo>
                <a:lnTo>
                  <a:pt x="1117" y="1075"/>
                </a:lnTo>
                <a:lnTo>
                  <a:pt x="1280" y="1189"/>
                </a:lnTo>
                <a:lnTo>
                  <a:pt x="1417" y="1300"/>
                </a:lnTo>
                <a:lnTo>
                  <a:pt x="1553" y="1413"/>
                </a:lnTo>
                <a:lnTo>
                  <a:pt x="1716" y="1584"/>
                </a:lnTo>
                <a:lnTo>
                  <a:pt x="1853" y="1640"/>
                </a:lnTo>
                <a:lnTo>
                  <a:pt x="1989" y="1754"/>
                </a:lnTo>
                <a:lnTo>
                  <a:pt x="2098" y="1924"/>
                </a:lnTo>
                <a:lnTo>
                  <a:pt x="2098" y="1924"/>
                </a:lnTo>
                <a:lnTo>
                  <a:pt x="2234" y="1981"/>
                </a:lnTo>
                <a:lnTo>
                  <a:pt x="2343" y="2149"/>
                </a:lnTo>
                <a:lnTo>
                  <a:pt x="2480" y="2205"/>
                </a:lnTo>
                <a:lnTo>
                  <a:pt x="2534" y="2262"/>
                </a:lnTo>
                <a:lnTo>
                  <a:pt x="2670" y="2319"/>
                </a:lnTo>
              </a:path>
            </a:pathLst>
          </a:custGeom>
          <a:ln w="3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6908199" y="3962049"/>
            <a:ext cx="2725" cy="1981"/>
          </a:xfrm>
          <a:custGeom>
            <a:avLst/>
            <a:gdLst/>
            <a:ahLst/>
            <a:cxnLst/>
            <a:rect l="l" t="t" r="r" b="b"/>
            <a:pathLst>
              <a:path w="2725" h="1981">
                <a:moveTo>
                  <a:pt x="0" y="0"/>
                </a:moveTo>
                <a:lnTo>
                  <a:pt x="54" y="56"/>
                </a:lnTo>
                <a:lnTo>
                  <a:pt x="190" y="113"/>
                </a:lnTo>
                <a:lnTo>
                  <a:pt x="190" y="170"/>
                </a:lnTo>
                <a:lnTo>
                  <a:pt x="381" y="283"/>
                </a:lnTo>
                <a:lnTo>
                  <a:pt x="545" y="397"/>
                </a:lnTo>
                <a:lnTo>
                  <a:pt x="681" y="508"/>
                </a:lnTo>
                <a:lnTo>
                  <a:pt x="681" y="565"/>
                </a:lnTo>
                <a:lnTo>
                  <a:pt x="790" y="621"/>
                </a:lnTo>
                <a:lnTo>
                  <a:pt x="926" y="678"/>
                </a:lnTo>
                <a:lnTo>
                  <a:pt x="1062" y="792"/>
                </a:lnTo>
                <a:lnTo>
                  <a:pt x="1062" y="848"/>
                </a:lnTo>
                <a:lnTo>
                  <a:pt x="1171" y="905"/>
                </a:lnTo>
                <a:lnTo>
                  <a:pt x="1226" y="905"/>
                </a:lnTo>
                <a:lnTo>
                  <a:pt x="1226" y="962"/>
                </a:lnTo>
                <a:lnTo>
                  <a:pt x="1362" y="1019"/>
                </a:lnTo>
                <a:lnTo>
                  <a:pt x="1553" y="1132"/>
                </a:lnTo>
                <a:lnTo>
                  <a:pt x="1553" y="1189"/>
                </a:lnTo>
                <a:lnTo>
                  <a:pt x="1662" y="1302"/>
                </a:lnTo>
                <a:lnTo>
                  <a:pt x="1744" y="1302"/>
                </a:lnTo>
                <a:lnTo>
                  <a:pt x="1907" y="1413"/>
                </a:lnTo>
                <a:lnTo>
                  <a:pt x="1907" y="1470"/>
                </a:lnTo>
                <a:lnTo>
                  <a:pt x="1989" y="1470"/>
                </a:lnTo>
                <a:lnTo>
                  <a:pt x="2098" y="1527"/>
                </a:lnTo>
                <a:lnTo>
                  <a:pt x="2098" y="1584"/>
                </a:lnTo>
                <a:lnTo>
                  <a:pt x="2234" y="1640"/>
                </a:lnTo>
                <a:lnTo>
                  <a:pt x="2343" y="1697"/>
                </a:lnTo>
                <a:lnTo>
                  <a:pt x="2343" y="1754"/>
                </a:lnTo>
                <a:lnTo>
                  <a:pt x="2480" y="1811"/>
                </a:lnTo>
                <a:lnTo>
                  <a:pt x="2589" y="1867"/>
                </a:lnTo>
                <a:lnTo>
                  <a:pt x="2589" y="1924"/>
                </a:lnTo>
                <a:lnTo>
                  <a:pt x="2670" y="1981"/>
                </a:lnTo>
              </a:path>
            </a:pathLst>
          </a:custGeom>
          <a:ln w="3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6910924" y="3964030"/>
            <a:ext cx="2670" cy="1584"/>
          </a:xfrm>
          <a:custGeom>
            <a:avLst/>
            <a:gdLst/>
            <a:ahLst/>
            <a:cxnLst/>
            <a:rect l="l" t="t" r="r" b="b"/>
            <a:pathLst>
              <a:path w="2670" h="1584">
                <a:moveTo>
                  <a:pt x="0" y="0"/>
                </a:moveTo>
                <a:lnTo>
                  <a:pt x="0" y="0"/>
                </a:lnTo>
                <a:lnTo>
                  <a:pt x="136" y="56"/>
                </a:lnTo>
                <a:lnTo>
                  <a:pt x="299" y="170"/>
                </a:lnTo>
                <a:lnTo>
                  <a:pt x="299" y="224"/>
                </a:lnTo>
                <a:lnTo>
                  <a:pt x="381" y="281"/>
                </a:lnTo>
                <a:lnTo>
                  <a:pt x="572" y="338"/>
                </a:lnTo>
                <a:lnTo>
                  <a:pt x="626" y="394"/>
                </a:lnTo>
                <a:lnTo>
                  <a:pt x="817" y="508"/>
                </a:lnTo>
                <a:lnTo>
                  <a:pt x="981" y="621"/>
                </a:lnTo>
                <a:lnTo>
                  <a:pt x="1062" y="621"/>
                </a:lnTo>
                <a:lnTo>
                  <a:pt x="1253" y="735"/>
                </a:lnTo>
                <a:lnTo>
                  <a:pt x="1253" y="792"/>
                </a:lnTo>
                <a:lnTo>
                  <a:pt x="1308" y="848"/>
                </a:lnTo>
                <a:lnTo>
                  <a:pt x="1417" y="905"/>
                </a:lnTo>
                <a:lnTo>
                  <a:pt x="1498" y="962"/>
                </a:lnTo>
                <a:lnTo>
                  <a:pt x="1607" y="962"/>
                </a:lnTo>
                <a:lnTo>
                  <a:pt x="1744" y="1019"/>
                </a:lnTo>
                <a:lnTo>
                  <a:pt x="1853" y="1130"/>
                </a:lnTo>
                <a:lnTo>
                  <a:pt x="1989" y="1186"/>
                </a:lnTo>
                <a:lnTo>
                  <a:pt x="2098" y="1300"/>
                </a:lnTo>
                <a:lnTo>
                  <a:pt x="2180" y="1300"/>
                </a:lnTo>
                <a:lnTo>
                  <a:pt x="2371" y="1357"/>
                </a:lnTo>
                <a:lnTo>
                  <a:pt x="2371" y="1413"/>
                </a:lnTo>
                <a:lnTo>
                  <a:pt x="2534" y="1470"/>
                </a:lnTo>
                <a:lnTo>
                  <a:pt x="2534" y="1527"/>
                </a:lnTo>
                <a:lnTo>
                  <a:pt x="2670" y="1527"/>
                </a:lnTo>
              </a:path>
            </a:pathLst>
          </a:custGeom>
          <a:ln w="3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6913595" y="3965614"/>
            <a:ext cx="2725" cy="1132"/>
          </a:xfrm>
          <a:custGeom>
            <a:avLst/>
            <a:gdLst/>
            <a:ahLst/>
            <a:cxnLst/>
            <a:rect l="l" t="t" r="r" b="b"/>
            <a:pathLst>
              <a:path w="2725" h="1132">
                <a:moveTo>
                  <a:pt x="0" y="0"/>
                </a:moveTo>
                <a:lnTo>
                  <a:pt x="0" y="0"/>
                </a:lnTo>
                <a:lnTo>
                  <a:pt x="109" y="0"/>
                </a:lnTo>
                <a:lnTo>
                  <a:pt x="109" y="56"/>
                </a:lnTo>
                <a:lnTo>
                  <a:pt x="245" y="56"/>
                </a:lnTo>
                <a:lnTo>
                  <a:pt x="245" y="113"/>
                </a:lnTo>
                <a:lnTo>
                  <a:pt x="381" y="170"/>
                </a:lnTo>
                <a:lnTo>
                  <a:pt x="545" y="226"/>
                </a:lnTo>
                <a:lnTo>
                  <a:pt x="545" y="283"/>
                </a:lnTo>
                <a:lnTo>
                  <a:pt x="681" y="283"/>
                </a:lnTo>
                <a:lnTo>
                  <a:pt x="817" y="338"/>
                </a:lnTo>
                <a:lnTo>
                  <a:pt x="981" y="451"/>
                </a:lnTo>
                <a:lnTo>
                  <a:pt x="981" y="451"/>
                </a:lnTo>
                <a:lnTo>
                  <a:pt x="1117" y="508"/>
                </a:lnTo>
                <a:lnTo>
                  <a:pt x="1308" y="565"/>
                </a:lnTo>
                <a:lnTo>
                  <a:pt x="1362" y="565"/>
                </a:lnTo>
                <a:lnTo>
                  <a:pt x="1417" y="621"/>
                </a:lnTo>
                <a:lnTo>
                  <a:pt x="1553" y="678"/>
                </a:lnTo>
                <a:lnTo>
                  <a:pt x="1607" y="678"/>
                </a:lnTo>
                <a:lnTo>
                  <a:pt x="1607" y="735"/>
                </a:lnTo>
                <a:lnTo>
                  <a:pt x="1744" y="735"/>
                </a:lnTo>
                <a:lnTo>
                  <a:pt x="1907" y="848"/>
                </a:lnTo>
                <a:lnTo>
                  <a:pt x="2044" y="848"/>
                </a:lnTo>
                <a:lnTo>
                  <a:pt x="2098" y="905"/>
                </a:lnTo>
                <a:lnTo>
                  <a:pt x="2234" y="962"/>
                </a:lnTo>
                <a:lnTo>
                  <a:pt x="2425" y="1019"/>
                </a:lnTo>
                <a:lnTo>
                  <a:pt x="2616" y="1075"/>
                </a:lnTo>
                <a:lnTo>
                  <a:pt x="2725" y="1132"/>
                </a:lnTo>
              </a:path>
            </a:pathLst>
          </a:custGeom>
          <a:ln w="35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6916320" y="3966747"/>
            <a:ext cx="2725" cy="735"/>
          </a:xfrm>
          <a:custGeom>
            <a:avLst/>
            <a:gdLst/>
            <a:ahLst/>
            <a:cxnLst/>
            <a:rect l="l" t="t" r="r" b="b"/>
            <a:pathLst>
              <a:path w="2725" h="735">
                <a:moveTo>
                  <a:pt x="0" y="0"/>
                </a:moveTo>
                <a:lnTo>
                  <a:pt x="54" y="0"/>
                </a:lnTo>
                <a:lnTo>
                  <a:pt x="190" y="54"/>
                </a:lnTo>
                <a:lnTo>
                  <a:pt x="245" y="54"/>
                </a:lnTo>
                <a:lnTo>
                  <a:pt x="245" y="111"/>
                </a:lnTo>
                <a:lnTo>
                  <a:pt x="381" y="111"/>
                </a:lnTo>
                <a:lnTo>
                  <a:pt x="572" y="167"/>
                </a:lnTo>
                <a:lnTo>
                  <a:pt x="572" y="224"/>
                </a:lnTo>
                <a:lnTo>
                  <a:pt x="681" y="224"/>
                </a:lnTo>
                <a:lnTo>
                  <a:pt x="735" y="281"/>
                </a:lnTo>
                <a:lnTo>
                  <a:pt x="872" y="281"/>
                </a:lnTo>
                <a:lnTo>
                  <a:pt x="926" y="338"/>
                </a:lnTo>
                <a:lnTo>
                  <a:pt x="981" y="338"/>
                </a:lnTo>
                <a:lnTo>
                  <a:pt x="1117" y="338"/>
                </a:lnTo>
                <a:lnTo>
                  <a:pt x="1253" y="394"/>
                </a:lnTo>
                <a:lnTo>
                  <a:pt x="1417" y="451"/>
                </a:lnTo>
                <a:lnTo>
                  <a:pt x="1553" y="451"/>
                </a:lnTo>
                <a:lnTo>
                  <a:pt x="1689" y="508"/>
                </a:lnTo>
                <a:lnTo>
                  <a:pt x="1798" y="508"/>
                </a:lnTo>
                <a:lnTo>
                  <a:pt x="1853" y="565"/>
                </a:lnTo>
                <a:lnTo>
                  <a:pt x="1989" y="565"/>
                </a:lnTo>
                <a:lnTo>
                  <a:pt x="2044" y="565"/>
                </a:lnTo>
                <a:lnTo>
                  <a:pt x="2098" y="621"/>
                </a:lnTo>
                <a:lnTo>
                  <a:pt x="2234" y="621"/>
                </a:lnTo>
                <a:lnTo>
                  <a:pt x="2371" y="678"/>
                </a:lnTo>
                <a:lnTo>
                  <a:pt x="2534" y="678"/>
                </a:lnTo>
                <a:lnTo>
                  <a:pt x="2534" y="735"/>
                </a:lnTo>
                <a:lnTo>
                  <a:pt x="2670" y="735"/>
                </a:lnTo>
                <a:lnTo>
                  <a:pt x="2725" y="735"/>
                </a:lnTo>
              </a:path>
            </a:pathLst>
          </a:custGeom>
          <a:ln w="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6919046" y="3967482"/>
            <a:ext cx="2725" cy="338"/>
          </a:xfrm>
          <a:custGeom>
            <a:avLst/>
            <a:gdLst/>
            <a:ahLst/>
            <a:cxnLst/>
            <a:rect l="l" t="t" r="r" b="b"/>
            <a:pathLst>
              <a:path w="2725" h="338">
                <a:moveTo>
                  <a:pt x="0" y="0"/>
                </a:moveTo>
                <a:lnTo>
                  <a:pt x="0" y="0"/>
                </a:lnTo>
                <a:lnTo>
                  <a:pt x="81" y="56"/>
                </a:lnTo>
                <a:lnTo>
                  <a:pt x="190" y="56"/>
                </a:lnTo>
                <a:lnTo>
                  <a:pt x="327" y="56"/>
                </a:lnTo>
                <a:lnTo>
                  <a:pt x="490" y="113"/>
                </a:lnTo>
                <a:lnTo>
                  <a:pt x="626" y="113"/>
                </a:lnTo>
                <a:lnTo>
                  <a:pt x="763" y="113"/>
                </a:lnTo>
                <a:lnTo>
                  <a:pt x="926" y="167"/>
                </a:lnTo>
                <a:lnTo>
                  <a:pt x="1062" y="167"/>
                </a:lnTo>
                <a:lnTo>
                  <a:pt x="1171" y="167"/>
                </a:lnTo>
                <a:lnTo>
                  <a:pt x="1171" y="224"/>
                </a:lnTo>
                <a:lnTo>
                  <a:pt x="1308" y="224"/>
                </a:lnTo>
                <a:lnTo>
                  <a:pt x="1444" y="224"/>
                </a:lnTo>
                <a:lnTo>
                  <a:pt x="1607" y="224"/>
                </a:lnTo>
                <a:lnTo>
                  <a:pt x="1744" y="281"/>
                </a:lnTo>
                <a:lnTo>
                  <a:pt x="1880" y="281"/>
                </a:lnTo>
                <a:lnTo>
                  <a:pt x="2044" y="281"/>
                </a:lnTo>
                <a:lnTo>
                  <a:pt x="2180" y="281"/>
                </a:lnTo>
                <a:lnTo>
                  <a:pt x="2371" y="281"/>
                </a:lnTo>
                <a:lnTo>
                  <a:pt x="2561" y="338"/>
                </a:lnTo>
                <a:lnTo>
                  <a:pt x="2725" y="338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6921771" y="3967706"/>
            <a:ext cx="2752" cy="113"/>
          </a:xfrm>
          <a:custGeom>
            <a:avLst/>
            <a:gdLst/>
            <a:ahLst/>
            <a:cxnLst/>
            <a:rect l="l" t="t" r="r" b="b"/>
            <a:pathLst>
              <a:path w="2752" h="113">
                <a:moveTo>
                  <a:pt x="0" y="113"/>
                </a:moveTo>
                <a:lnTo>
                  <a:pt x="81" y="113"/>
                </a:lnTo>
                <a:lnTo>
                  <a:pt x="272" y="113"/>
                </a:lnTo>
                <a:lnTo>
                  <a:pt x="436" y="113"/>
                </a:lnTo>
                <a:lnTo>
                  <a:pt x="572" y="113"/>
                </a:lnTo>
                <a:lnTo>
                  <a:pt x="763" y="113"/>
                </a:lnTo>
                <a:lnTo>
                  <a:pt x="953" y="113"/>
                </a:lnTo>
                <a:lnTo>
                  <a:pt x="1117" y="113"/>
                </a:lnTo>
                <a:lnTo>
                  <a:pt x="1253" y="113"/>
                </a:lnTo>
                <a:lnTo>
                  <a:pt x="1444" y="113"/>
                </a:lnTo>
                <a:lnTo>
                  <a:pt x="1635" y="113"/>
                </a:lnTo>
                <a:lnTo>
                  <a:pt x="1689" y="113"/>
                </a:lnTo>
                <a:lnTo>
                  <a:pt x="1744" y="56"/>
                </a:lnTo>
                <a:lnTo>
                  <a:pt x="1880" y="56"/>
                </a:lnTo>
                <a:lnTo>
                  <a:pt x="2071" y="56"/>
                </a:lnTo>
                <a:lnTo>
                  <a:pt x="2234" y="56"/>
                </a:lnTo>
                <a:lnTo>
                  <a:pt x="2371" y="56"/>
                </a:lnTo>
                <a:lnTo>
                  <a:pt x="2480" y="0"/>
                </a:lnTo>
                <a:lnTo>
                  <a:pt x="2616" y="0"/>
                </a:lnTo>
                <a:lnTo>
                  <a:pt x="2670" y="0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6924524" y="3967198"/>
            <a:ext cx="2643" cy="508"/>
          </a:xfrm>
          <a:custGeom>
            <a:avLst/>
            <a:gdLst/>
            <a:ahLst/>
            <a:cxnLst/>
            <a:rect l="l" t="t" r="r" b="b"/>
            <a:pathLst>
              <a:path w="2643" h="508">
                <a:moveTo>
                  <a:pt x="0" y="508"/>
                </a:moveTo>
                <a:lnTo>
                  <a:pt x="0" y="508"/>
                </a:lnTo>
                <a:lnTo>
                  <a:pt x="109" y="508"/>
                </a:lnTo>
                <a:lnTo>
                  <a:pt x="109" y="508"/>
                </a:lnTo>
                <a:lnTo>
                  <a:pt x="245" y="451"/>
                </a:lnTo>
                <a:lnTo>
                  <a:pt x="436" y="451"/>
                </a:lnTo>
                <a:lnTo>
                  <a:pt x="545" y="397"/>
                </a:lnTo>
                <a:lnTo>
                  <a:pt x="545" y="397"/>
                </a:lnTo>
                <a:lnTo>
                  <a:pt x="681" y="397"/>
                </a:lnTo>
                <a:lnTo>
                  <a:pt x="844" y="397"/>
                </a:lnTo>
                <a:lnTo>
                  <a:pt x="926" y="397"/>
                </a:lnTo>
                <a:lnTo>
                  <a:pt x="926" y="340"/>
                </a:lnTo>
                <a:lnTo>
                  <a:pt x="1117" y="340"/>
                </a:lnTo>
                <a:lnTo>
                  <a:pt x="1226" y="340"/>
                </a:lnTo>
                <a:lnTo>
                  <a:pt x="1226" y="340"/>
                </a:lnTo>
                <a:lnTo>
                  <a:pt x="1362" y="283"/>
                </a:lnTo>
                <a:lnTo>
                  <a:pt x="1526" y="226"/>
                </a:lnTo>
                <a:lnTo>
                  <a:pt x="1662" y="226"/>
                </a:lnTo>
                <a:lnTo>
                  <a:pt x="1798" y="226"/>
                </a:lnTo>
                <a:lnTo>
                  <a:pt x="1962" y="170"/>
                </a:lnTo>
                <a:lnTo>
                  <a:pt x="2098" y="113"/>
                </a:lnTo>
                <a:lnTo>
                  <a:pt x="2234" y="113"/>
                </a:lnTo>
                <a:lnTo>
                  <a:pt x="2398" y="56"/>
                </a:lnTo>
                <a:lnTo>
                  <a:pt x="2480" y="0"/>
                </a:lnTo>
                <a:lnTo>
                  <a:pt x="2480" y="0"/>
                </a:lnTo>
                <a:lnTo>
                  <a:pt x="2643" y="0"/>
                </a:lnTo>
              </a:path>
            </a:pathLst>
          </a:custGeom>
          <a:ln w="3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6927167" y="3966236"/>
            <a:ext cx="2752" cy="962"/>
          </a:xfrm>
          <a:custGeom>
            <a:avLst/>
            <a:gdLst/>
            <a:ahLst/>
            <a:cxnLst/>
            <a:rect l="l" t="t" r="r" b="b"/>
            <a:pathLst>
              <a:path w="2752" h="962">
                <a:moveTo>
                  <a:pt x="0" y="962"/>
                </a:moveTo>
                <a:lnTo>
                  <a:pt x="81" y="905"/>
                </a:lnTo>
                <a:lnTo>
                  <a:pt x="272" y="905"/>
                </a:lnTo>
                <a:lnTo>
                  <a:pt x="272" y="905"/>
                </a:lnTo>
                <a:lnTo>
                  <a:pt x="436" y="848"/>
                </a:lnTo>
                <a:lnTo>
                  <a:pt x="572" y="792"/>
                </a:lnTo>
                <a:lnTo>
                  <a:pt x="763" y="735"/>
                </a:lnTo>
                <a:lnTo>
                  <a:pt x="817" y="678"/>
                </a:lnTo>
                <a:lnTo>
                  <a:pt x="872" y="678"/>
                </a:lnTo>
                <a:lnTo>
                  <a:pt x="1008" y="678"/>
                </a:lnTo>
                <a:lnTo>
                  <a:pt x="1008" y="621"/>
                </a:lnTo>
                <a:lnTo>
                  <a:pt x="1199" y="621"/>
                </a:lnTo>
                <a:lnTo>
                  <a:pt x="1389" y="510"/>
                </a:lnTo>
                <a:lnTo>
                  <a:pt x="1444" y="510"/>
                </a:lnTo>
                <a:lnTo>
                  <a:pt x="1498" y="510"/>
                </a:lnTo>
                <a:lnTo>
                  <a:pt x="1498" y="510"/>
                </a:lnTo>
                <a:lnTo>
                  <a:pt x="1635" y="453"/>
                </a:lnTo>
                <a:lnTo>
                  <a:pt x="1744" y="397"/>
                </a:lnTo>
                <a:lnTo>
                  <a:pt x="1798" y="397"/>
                </a:lnTo>
                <a:lnTo>
                  <a:pt x="1798" y="340"/>
                </a:lnTo>
                <a:lnTo>
                  <a:pt x="1934" y="340"/>
                </a:lnTo>
                <a:lnTo>
                  <a:pt x="1989" y="283"/>
                </a:lnTo>
                <a:lnTo>
                  <a:pt x="2125" y="283"/>
                </a:lnTo>
                <a:lnTo>
                  <a:pt x="2180" y="226"/>
                </a:lnTo>
                <a:lnTo>
                  <a:pt x="2234" y="226"/>
                </a:lnTo>
                <a:lnTo>
                  <a:pt x="2234" y="226"/>
                </a:lnTo>
                <a:lnTo>
                  <a:pt x="2371" y="170"/>
                </a:lnTo>
                <a:lnTo>
                  <a:pt x="2507" y="113"/>
                </a:lnTo>
                <a:lnTo>
                  <a:pt x="2670" y="56"/>
                </a:lnTo>
              </a:path>
            </a:pathLst>
          </a:custGeom>
          <a:ln w="3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6929920" y="3964879"/>
            <a:ext cx="2725" cy="1357"/>
          </a:xfrm>
          <a:custGeom>
            <a:avLst/>
            <a:gdLst/>
            <a:ahLst/>
            <a:cxnLst/>
            <a:rect l="l" t="t" r="r" b="b"/>
            <a:pathLst>
              <a:path w="2725" h="1357">
                <a:moveTo>
                  <a:pt x="0" y="1357"/>
                </a:moveTo>
                <a:lnTo>
                  <a:pt x="54" y="1300"/>
                </a:lnTo>
                <a:lnTo>
                  <a:pt x="163" y="1300"/>
                </a:lnTo>
                <a:lnTo>
                  <a:pt x="163" y="1243"/>
                </a:lnTo>
                <a:lnTo>
                  <a:pt x="299" y="1243"/>
                </a:lnTo>
                <a:lnTo>
                  <a:pt x="299" y="1243"/>
                </a:lnTo>
                <a:lnTo>
                  <a:pt x="436" y="1186"/>
                </a:lnTo>
                <a:lnTo>
                  <a:pt x="599" y="1073"/>
                </a:lnTo>
                <a:lnTo>
                  <a:pt x="735" y="1019"/>
                </a:lnTo>
                <a:lnTo>
                  <a:pt x="926" y="962"/>
                </a:lnTo>
                <a:lnTo>
                  <a:pt x="926" y="905"/>
                </a:lnTo>
                <a:lnTo>
                  <a:pt x="1117" y="848"/>
                </a:lnTo>
                <a:lnTo>
                  <a:pt x="1280" y="735"/>
                </a:lnTo>
                <a:lnTo>
                  <a:pt x="1417" y="678"/>
                </a:lnTo>
                <a:lnTo>
                  <a:pt x="1553" y="621"/>
                </a:lnTo>
                <a:lnTo>
                  <a:pt x="1607" y="565"/>
                </a:lnTo>
                <a:lnTo>
                  <a:pt x="1798" y="508"/>
                </a:lnTo>
                <a:lnTo>
                  <a:pt x="1853" y="451"/>
                </a:lnTo>
                <a:lnTo>
                  <a:pt x="1907" y="394"/>
                </a:lnTo>
                <a:lnTo>
                  <a:pt x="1907" y="394"/>
                </a:lnTo>
                <a:lnTo>
                  <a:pt x="2044" y="394"/>
                </a:lnTo>
                <a:lnTo>
                  <a:pt x="2153" y="281"/>
                </a:lnTo>
                <a:lnTo>
                  <a:pt x="2234" y="224"/>
                </a:lnTo>
                <a:lnTo>
                  <a:pt x="2234" y="224"/>
                </a:lnTo>
                <a:lnTo>
                  <a:pt x="2343" y="224"/>
                </a:lnTo>
                <a:lnTo>
                  <a:pt x="2480" y="113"/>
                </a:lnTo>
                <a:lnTo>
                  <a:pt x="2534" y="56"/>
                </a:lnTo>
                <a:lnTo>
                  <a:pt x="2670" y="56"/>
                </a:lnTo>
              </a:path>
            </a:pathLst>
          </a:custGeom>
          <a:ln w="3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6932645" y="3963068"/>
            <a:ext cx="2725" cy="1811"/>
          </a:xfrm>
          <a:custGeom>
            <a:avLst/>
            <a:gdLst/>
            <a:ahLst/>
            <a:cxnLst/>
            <a:rect l="l" t="t" r="r" b="b"/>
            <a:pathLst>
              <a:path w="2725" h="1811">
                <a:moveTo>
                  <a:pt x="0" y="1811"/>
                </a:moveTo>
                <a:lnTo>
                  <a:pt x="190" y="1697"/>
                </a:lnTo>
                <a:lnTo>
                  <a:pt x="354" y="1584"/>
                </a:lnTo>
                <a:lnTo>
                  <a:pt x="490" y="1527"/>
                </a:lnTo>
                <a:lnTo>
                  <a:pt x="626" y="1413"/>
                </a:lnTo>
                <a:lnTo>
                  <a:pt x="790" y="1300"/>
                </a:lnTo>
                <a:lnTo>
                  <a:pt x="790" y="1300"/>
                </a:lnTo>
                <a:lnTo>
                  <a:pt x="926" y="1243"/>
                </a:lnTo>
                <a:lnTo>
                  <a:pt x="1117" y="1132"/>
                </a:lnTo>
                <a:lnTo>
                  <a:pt x="1171" y="1075"/>
                </a:lnTo>
                <a:lnTo>
                  <a:pt x="1308" y="1019"/>
                </a:lnTo>
                <a:lnTo>
                  <a:pt x="1471" y="848"/>
                </a:lnTo>
                <a:lnTo>
                  <a:pt x="1607" y="792"/>
                </a:lnTo>
                <a:lnTo>
                  <a:pt x="1744" y="735"/>
                </a:lnTo>
                <a:lnTo>
                  <a:pt x="1853" y="565"/>
                </a:lnTo>
                <a:lnTo>
                  <a:pt x="1989" y="565"/>
                </a:lnTo>
                <a:lnTo>
                  <a:pt x="2098" y="394"/>
                </a:lnTo>
                <a:lnTo>
                  <a:pt x="2153" y="394"/>
                </a:lnTo>
                <a:lnTo>
                  <a:pt x="2289" y="338"/>
                </a:lnTo>
                <a:lnTo>
                  <a:pt x="2425" y="226"/>
                </a:lnTo>
                <a:lnTo>
                  <a:pt x="2589" y="113"/>
                </a:lnTo>
                <a:lnTo>
                  <a:pt x="2725" y="0"/>
                </a:lnTo>
              </a:path>
            </a:pathLst>
          </a:custGeom>
          <a:ln w="3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6935370" y="3960859"/>
            <a:ext cx="2670" cy="2208"/>
          </a:xfrm>
          <a:custGeom>
            <a:avLst/>
            <a:gdLst/>
            <a:ahLst/>
            <a:cxnLst/>
            <a:rect l="l" t="t" r="r" b="b"/>
            <a:pathLst>
              <a:path w="2670" h="2208">
                <a:moveTo>
                  <a:pt x="0" y="2208"/>
                </a:moveTo>
                <a:lnTo>
                  <a:pt x="136" y="2151"/>
                </a:lnTo>
                <a:lnTo>
                  <a:pt x="245" y="1981"/>
                </a:lnTo>
                <a:lnTo>
                  <a:pt x="381" y="1924"/>
                </a:lnTo>
                <a:lnTo>
                  <a:pt x="545" y="1811"/>
                </a:lnTo>
                <a:lnTo>
                  <a:pt x="681" y="1697"/>
                </a:lnTo>
                <a:lnTo>
                  <a:pt x="735" y="1643"/>
                </a:lnTo>
                <a:lnTo>
                  <a:pt x="872" y="1529"/>
                </a:lnTo>
                <a:lnTo>
                  <a:pt x="1062" y="1416"/>
                </a:lnTo>
                <a:lnTo>
                  <a:pt x="1171" y="1246"/>
                </a:lnTo>
                <a:lnTo>
                  <a:pt x="1308" y="1189"/>
                </a:lnTo>
                <a:lnTo>
                  <a:pt x="1362" y="1132"/>
                </a:lnTo>
                <a:lnTo>
                  <a:pt x="1498" y="1075"/>
                </a:lnTo>
                <a:lnTo>
                  <a:pt x="1607" y="962"/>
                </a:lnTo>
                <a:lnTo>
                  <a:pt x="1744" y="848"/>
                </a:lnTo>
                <a:lnTo>
                  <a:pt x="1798" y="794"/>
                </a:lnTo>
                <a:lnTo>
                  <a:pt x="1934" y="680"/>
                </a:lnTo>
                <a:lnTo>
                  <a:pt x="1989" y="624"/>
                </a:lnTo>
                <a:lnTo>
                  <a:pt x="2044" y="567"/>
                </a:lnTo>
                <a:lnTo>
                  <a:pt x="2180" y="510"/>
                </a:lnTo>
                <a:lnTo>
                  <a:pt x="2289" y="340"/>
                </a:lnTo>
                <a:lnTo>
                  <a:pt x="2425" y="283"/>
                </a:lnTo>
                <a:lnTo>
                  <a:pt x="2425" y="283"/>
                </a:lnTo>
                <a:lnTo>
                  <a:pt x="2534" y="113"/>
                </a:lnTo>
                <a:lnTo>
                  <a:pt x="2670" y="56"/>
                </a:lnTo>
              </a:path>
            </a:pathLst>
          </a:custGeom>
          <a:ln w="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6938041" y="3958259"/>
            <a:ext cx="2725" cy="2600"/>
          </a:xfrm>
          <a:custGeom>
            <a:avLst/>
            <a:gdLst/>
            <a:ahLst/>
            <a:cxnLst/>
            <a:rect l="l" t="t" r="r" b="b"/>
            <a:pathLst>
              <a:path w="2725" h="2600">
                <a:moveTo>
                  <a:pt x="0" y="2600"/>
                </a:moveTo>
                <a:lnTo>
                  <a:pt x="109" y="2489"/>
                </a:lnTo>
                <a:lnTo>
                  <a:pt x="245" y="2432"/>
                </a:lnTo>
                <a:lnTo>
                  <a:pt x="381" y="2319"/>
                </a:lnTo>
                <a:lnTo>
                  <a:pt x="490" y="2149"/>
                </a:lnTo>
                <a:lnTo>
                  <a:pt x="626" y="2092"/>
                </a:lnTo>
                <a:lnTo>
                  <a:pt x="735" y="1922"/>
                </a:lnTo>
                <a:lnTo>
                  <a:pt x="790" y="1865"/>
                </a:lnTo>
                <a:lnTo>
                  <a:pt x="926" y="1808"/>
                </a:lnTo>
                <a:lnTo>
                  <a:pt x="1062" y="1697"/>
                </a:lnTo>
                <a:lnTo>
                  <a:pt x="1171" y="1527"/>
                </a:lnTo>
                <a:lnTo>
                  <a:pt x="1226" y="1470"/>
                </a:lnTo>
                <a:lnTo>
                  <a:pt x="1362" y="1413"/>
                </a:lnTo>
                <a:lnTo>
                  <a:pt x="1471" y="1243"/>
                </a:lnTo>
                <a:lnTo>
                  <a:pt x="1553" y="1186"/>
                </a:lnTo>
                <a:lnTo>
                  <a:pt x="1662" y="1073"/>
                </a:lnTo>
                <a:lnTo>
                  <a:pt x="1798" y="959"/>
                </a:lnTo>
                <a:lnTo>
                  <a:pt x="1907" y="792"/>
                </a:lnTo>
                <a:lnTo>
                  <a:pt x="1907" y="792"/>
                </a:lnTo>
                <a:lnTo>
                  <a:pt x="2044" y="735"/>
                </a:lnTo>
                <a:lnTo>
                  <a:pt x="2044" y="678"/>
                </a:lnTo>
                <a:lnTo>
                  <a:pt x="2180" y="621"/>
                </a:lnTo>
                <a:lnTo>
                  <a:pt x="2289" y="451"/>
                </a:lnTo>
                <a:lnTo>
                  <a:pt x="2425" y="338"/>
                </a:lnTo>
                <a:lnTo>
                  <a:pt x="2480" y="224"/>
                </a:lnTo>
                <a:lnTo>
                  <a:pt x="2589" y="111"/>
                </a:lnTo>
                <a:lnTo>
                  <a:pt x="2725" y="54"/>
                </a:lnTo>
              </a:path>
            </a:pathLst>
          </a:custGeom>
          <a:ln w="3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6940767" y="3955202"/>
            <a:ext cx="2725" cy="3057"/>
          </a:xfrm>
          <a:custGeom>
            <a:avLst/>
            <a:gdLst/>
            <a:ahLst/>
            <a:cxnLst/>
            <a:rect l="l" t="t" r="r" b="b"/>
            <a:pathLst>
              <a:path w="2725" h="3057">
                <a:moveTo>
                  <a:pt x="0" y="3057"/>
                </a:moveTo>
                <a:lnTo>
                  <a:pt x="136" y="2943"/>
                </a:lnTo>
                <a:lnTo>
                  <a:pt x="190" y="2830"/>
                </a:lnTo>
                <a:lnTo>
                  <a:pt x="299" y="2716"/>
                </a:lnTo>
                <a:lnTo>
                  <a:pt x="436" y="2659"/>
                </a:lnTo>
                <a:lnTo>
                  <a:pt x="490" y="2489"/>
                </a:lnTo>
                <a:lnTo>
                  <a:pt x="545" y="2432"/>
                </a:lnTo>
                <a:lnTo>
                  <a:pt x="681" y="2376"/>
                </a:lnTo>
                <a:lnTo>
                  <a:pt x="681" y="2319"/>
                </a:lnTo>
                <a:lnTo>
                  <a:pt x="817" y="2262"/>
                </a:lnTo>
                <a:lnTo>
                  <a:pt x="872" y="2094"/>
                </a:lnTo>
                <a:lnTo>
                  <a:pt x="872" y="2094"/>
                </a:lnTo>
                <a:lnTo>
                  <a:pt x="981" y="1981"/>
                </a:lnTo>
                <a:lnTo>
                  <a:pt x="1117" y="1867"/>
                </a:lnTo>
                <a:lnTo>
                  <a:pt x="1253" y="1754"/>
                </a:lnTo>
                <a:lnTo>
                  <a:pt x="1362" y="1584"/>
                </a:lnTo>
                <a:lnTo>
                  <a:pt x="1417" y="1527"/>
                </a:lnTo>
                <a:lnTo>
                  <a:pt x="1553" y="1413"/>
                </a:lnTo>
                <a:lnTo>
                  <a:pt x="1553" y="1359"/>
                </a:lnTo>
                <a:lnTo>
                  <a:pt x="1662" y="1189"/>
                </a:lnTo>
                <a:lnTo>
                  <a:pt x="1798" y="1132"/>
                </a:lnTo>
                <a:lnTo>
                  <a:pt x="1934" y="962"/>
                </a:lnTo>
                <a:lnTo>
                  <a:pt x="2044" y="792"/>
                </a:lnTo>
                <a:lnTo>
                  <a:pt x="2180" y="678"/>
                </a:lnTo>
                <a:lnTo>
                  <a:pt x="2289" y="510"/>
                </a:lnTo>
                <a:lnTo>
                  <a:pt x="2425" y="397"/>
                </a:lnTo>
                <a:lnTo>
                  <a:pt x="2534" y="226"/>
                </a:lnTo>
                <a:lnTo>
                  <a:pt x="2670" y="113"/>
                </a:lnTo>
              </a:path>
            </a:pathLst>
          </a:custGeom>
          <a:ln w="3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6943492" y="3951750"/>
            <a:ext cx="2725" cy="3451"/>
          </a:xfrm>
          <a:custGeom>
            <a:avLst/>
            <a:gdLst/>
            <a:ahLst/>
            <a:cxnLst/>
            <a:rect l="l" t="t" r="r" b="b"/>
            <a:pathLst>
              <a:path w="2725" h="3451">
                <a:moveTo>
                  <a:pt x="0" y="3451"/>
                </a:moveTo>
                <a:lnTo>
                  <a:pt x="0" y="3451"/>
                </a:lnTo>
                <a:lnTo>
                  <a:pt x="136" y="3338"/>
                </a:lnTo>
                <a:lnTo>
                  <a:pt x="245" y="3168"/>
                </a:lnTo>
                <a:lnTo>
                  <a:pt x="327" y="3057"/>
                </a:lnTo>
                <a:lnTo>
                  <a:pt x="436" y="2886"/>
                </a:lnTo>
                <a:lnTo>
                  <a:pt x="572" y="2830"/>
                </a:lnTo>
                <a:lnTo>
                  <a:pt x="572" y="2773"/>
                </a:lnTo>
                <a:lnTo>
                  <a:pt x="681" y="2603"/>
                </a:lnTo>
                <a:lnTo>
                  <a:pt x="817" y="2546"/>
                </a:lnTo>
                <a:lnTo>
                  <a:pt x="872" y="2376"/>
                </a:lnTo>
                <a:lnTo>
                  <a:pt x="1008" y="2262"/>
                </a:lnTo>
                <a:lnTo>
                  <a:pt x="1117" y="2094"/>
                </a:lnTo>
                <a:lnTo>
                  <a:pt x="1253" y="1981"/>
                </a:lnTo>
                <a:lnTo>
                  <a:pt x="1253" y="1924"/>
                </a:lnTo>
                <a:lnTo>
                  <a:pt x="1362" y="1754"/>
                </a:lnTo>
                <a:lnTo>
                  <a:pt x="1498" y="1640"/>
                </a:lnTo>
                <a:lnTo>
                  <a:pt x="1607" y="1470"/>
                </a:lnTo>
                <a:lnTo>
                  <a:pt x="1744" y="1359"/>
                </a:lnTo>
                <a:lnTo>
                  <a:pt x="1798" y="1189"/>
                </a:lnTo>
                <a:lnTo>
                  <a:pt x="1934" y="1132"/>
                </a:lnTo>
                <a:lnTo>
                  <a:pt x="1989" y="962"/>
                </a:lnTo>
                <a:lnTo>
                  <a:pt x="2125" y="848"/>
                </a:lnTo>
                <a:lnTo>
                  <a:pt x="2234" y="678"/>
                </a:lnTo>
                <a:lnTo>
                  <a:pt x="2289" y="567"/>
                </a:lnTo>
                <a:lnTo>
                  <a:pt x="2425" y="453"/>
                </a:lnTo>
                <a:lnTo>
                  <a:pt x="2425" y="397"/>
                </a:lnTo>
                <a:lnTo>
                  <a:pt x="2561" y="283"/>
                </a:lnTo>
                <a:lnTo>
                  <a:pt x="2616" y="113"/>
                </a:lnTo>
              </a:path>
            </a:pathLst>
          </a:custGeom>
          <a:ln w="3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6946217" y="3947903"/>
            <a:ext cx="2725" cy="3846"/>
          </a:xfrm>
          <a:custGeom>
            <a:avLst/>
            <a:gdLst/>
            <a:ahLst/>
            <a:cxnLst/>
            <a:rect l="l" t="t" r="r" b="b"/>
            <a:pathLst>
              <a:path w="2725" h="3846">
                <a:moveTo>
                  <a:pt x="0" y="3846"/>
                </a:moveTo>
                <a:lnTo>
                  <a:pt x="136" y="3733"/>
                </a:lnTo>
                <a:lnTo>
                  <a:pt x="190" y="3565"/>
                </a:lnTo>
                <a:lnTo>
                  <a:pt x="327" y="3451"/>
                </a:lnTo>
                <a:lnTo>
                  <a:pt x="436" y="3281"/>
                </a:lnTo>
                <a:lnTo>
                  <a:pt x="572" y="3111"/>
                </a:lnTo>
                <a:lnTo>
                  <a:pt x="681" y="2941"/>
                </a:lnTo>
                <a:lnTo>
                  <a:pt x="817" y="2770"/>
                </a:lnTo>
                <a:lnTo>
                  <a:pt x="872" y="2603"/>
                </a:lnTo>
                <a:lnTo>
                  <a:pt x="1008" y="2546"/>
                </a:lnTo>
                <a:lnTo>
                  <a:pt x="1062" y="2376"/>
                </a:lnTo>
                <a:lnTo>
                  <a:pt x="1199" y="2262"/>
                </a:lnTo>
                <a:lnTo>
                  <a:pt x="1253" y="2092"/>
                </a:lnTo>
                <a:lnTo>
                  <a:pt x="1362" y="1922"/>
                </a:lnTo>
                <a:lnTo>
                  <a:pt x="1498" y="1811"/>
                </a:lnTo>
                <a:lnTo>
                  <a:pt x="1553" y="1640"/>
                </a:lnTo>
                <a:lnTo>
                  <a:pt x="1689" y="1584"/>
                </a:lnTo>
                <a:lnTo>
                  <a:pt x="1744" y="1413"/>
                </a:lnTo>
                <a:lnTo>
                  <a:pt x="1880" y="1300"/>
                </a:lnTo>
                <a:lnTo>
                  <a:pt x="1934" y="1130"/>
                </a:lnTo>
                <a:lnTo>
                  <a:pt x="1989" y="1073"/>
                </a:lnTo>
                <a:lnTo>
                  <a:pt x="2125" y="905"/>
                </a:lnTo>
                <a:lnTo>
                  <a:pt x="2180" y="792"/>
                </a:lnTo>
                <a:lnTo>
                  <a:pt x="2316" y="621"/>
                </a:lnTo>
                <a:lnTo>
                  <a:pt x="2425" y="451"/>
                </a:lnTo>
                <a:lnTo>
                  <a:pt x="2480" y="281"/>
                </a:lnTo>
                <a:lnTo>
                  <a:pt x="2616" y="224"/>
                </a:lnTo>
                <a:lnTo>
                  <a:pt x="2670" y="56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6948943" y="3943659"/>
            <a:ext cx="2670" cy="4243"/>
          </a:xfrm>
          <a:custGeom>
            <a:avLst/>
            <a:gdLst/>
            <a:ahLst/>
            <a:cxnLst/>
            <a:rect l="l" t="t" r="r" b="b"/>
            <a:pathLst>
              <a:path w="2670" h="4243">
                <a:moveTo>
                  <a:pt x="0" y="4243"/>
                </a:moveTo>
                <a:lnTo>
                  <a:pt x="81" y="4130"/>
                </a:lnTo>
                <a:lnTo>
                  <a:pt x="190" y="3960"/>
                </a:lnTo>
                <a:lnTo>
                  <a:pt x="190" y="3903"/>
                </a:lnTo>
                <a:lnTo>
                  <a:pt x="327" y="3789"/>
                </a:lnTo>
                <a:lnTo>
                  <a:pt x="381" y="3619"/>
                </a:lnTo>
                <a:lnTo>
                  <a:pt x="517" y="3508"/>
                </a:lnTo>
                <a:lnTo>
                  <a:pt x="572" y="3338"/>
                </a:lnTo>
                <a:lnTo>
                  <a:pt x="626" y="3281"/>
                </a:lnTo>
                <a:lnTo>
                  <a:pt x="763" y="3111"/>
                </a:lnTo>
                <a:lnTo>
                  <a:pt x="817" y="2941"/>
                </a:lnTo>
                <a:lnTo>
                  <a:pt x="953" y="2827"/>
                </a:lnTo>
                <a:lnTo>
                  <a:pt x="1008" y="2659"/>
                </a:lnTo>
                <a:lnTo>
                  <a:pt x="1117" y="2546"/>
                </a:lnTo>
                <a:lnTo>
                  <a:pt x="1199" y="2432"/>
                </a:lnTo>
                <a:lnTo>
                  <a:pt x="1253" y="2262"/>
                </a:lnTo>
                <a:lnTo>
                  <a:pt x="1389" y="2205"/>
                </a:lnTo>
                <a:lnTo>
                  <a:pt x="1444" y="2035"/>
                </a:lnTo>
                <a:lnTo>
                  <a:pt x="1444" y="2035"/>
                </a:lnTo>
                <a:lnTo>
                  <a:pt x="1553" y="1867"/>
                </a:lnTo>
                <a:lnTo>
                  <a:pt x="1635" y="1754"/>
                </a:lnTo>
                <a:lnTo>
                  <a:pt x="1689" y="1584"/>
                </a:lnTo>
                <a:lnTo>
                  <a:pt x="1825" y="1470"/>
                </a:lnTo>
                <a:lnTo>
                  <a:pt x="1880" y="1357"/>
                </a:lnTo>
                <a:lnTo>
                  <a:pt x="1934" y="1186"/>
                </a:lnTo>
                <a:lnTo>
                  <a:pt x="2071" y="1073"/>
                </a:lnTo>
                <a:lnTo>
                  <a:pt x="2125" y="962"/>
                </a:lnTo>
                <a:lnTo>
                  <a:pt x="2180" y="792"/>
                </a:lnTo>
                <a:lnTo>
                  <a:pt x="2316" y="678"/>
                </a:lnTo>
                <a:lnTo>
                  <a:pt x="2371" y="508"/>
                </a:lnTo>
                <a:lnTo>
                  <a:pt x="2507" y="394"/>
                </a:lnTo>
                <a:lnTo>
                  <a:pt x="2561" y="224"/>
                </a:lnTo>
                <a:lnTo>
                  <a:pt x="2616" y="170"/>
                </a:lnTo>
                <a:lnTo>
                  <a:pt x="2670" y="56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6951613" y="3939018"/>
            <a:ext cx="2752" cy="4641"/>
          </a:xfrm>
          <a:custGeom>
            <a:avLst/>
            <a:gdLst/>
            <a:ahLst/>
            <a:cxnLst/>
            <a:rect l="l" t="t" r="r" b="b"/>
            <a:pathLst>
              <a:path w="2752" h="4641">
                <a:moveTo>
                  <a:pt x="0" y="4641"/>
                </a:moveTo>
                <a:lnTo>
                  <a:pt x="136" y="4527"/>
                </a:lnTo>
                <a:lnTo>
                  <a:pt x="190" y="4414"/>
                </a:lnTo>
                <a:lnTo>
                  <a:pt x="245" y="4243"/>
                </a:lnTo>
                <a:lnTo>
                  <a:pt x="327" y="4187"/>
                </a:lnTo>
                <a:lnTo>
                  <a:pt x="381" y="4016"/>
                </a:lnTo>
                <a:lnTo>
                  <a:pt x="517" y="3905"/>
                </a:lnTo>
                <a:lnTo>
                  <a:pt x="572" y="3735"/>
                </a:lnTo>
                <a:lnTo>
                  <a:pt x="681" y="3565"/>
                </a:lnTo>
                <a:lnTo>
                  <a:pt x="763" y="3395"/>
                </a:lnTo>
                <a:lnTo>
                  <a:pt x="872" y="3281"/>
                </a:lnTo>
                <a:lnTo>
                  <a:pt x="953" y="3113"/>
                </a:lnTo>
                <a:lnTo>
                  <a:pt x="1008" y="3000"/>
                </a:lnTo>
                <a:lnTo>
                  <a:pt x="1117" y="2830"/>
                </a:lnTo>
                <a:lnTo>
                  <a:pt x="1199" y="2659"/>
                </a:lnTo>
                <a:lnTo>
                  <a:pt x="1308" y="2489"/>
                </a:lnTo>
                <a:lnTo>
                  <a:pt x="1444" y="2319"/>
                </a:lnTo>
                <a:lnTo>
                  <a:pt x="1498" y="2208"/>
                </a:lnTo>
                <a:lnTo>
                  <a:pt x="1553" y="2038"/>
                </a:lnTo>
                <a:lnTo>
                  <a:pt x="1689" y="1924"/>
                </a:lnTo>
                <a:lnTo>
                  <a:pt x="1744" y="1754"/>
                </a:lnTo>
                <a:lnTo>
                  <a:pt x="1798" y="1584"/>
                </a:lnTo>
                <a:lnTo>
                  <a:pt x="1934" y="1470"/>
                </a:lnTo>
                <a:lnTo>
                  <a:pt x="1989" y="1359"/>
                </a:lnTo>
                <a:lnTo>
                  <a:pt x="2071" y="1189"/>
                </a:lnTo>
                <a:lnTo>
                  <a:pt x="2180" y="1019"/>
                </a:lnTo>
                <a:lnTo>
                  <a:pt x="2234" y="848"/>
                </a:lnTo>
                <a:lnTo>
                  <a:pt x="2371" y="678"/>
                </a:lnTo>
                <a:lnTo>
                  <a:pt x="2425" y="510"/>
                </a:lnTo>
                <a:lnTo>
                  <a:pt x="2561" y="397"/>
                </a:lnTo>
                <a:lnTo>
                  <a:pt x="2616" y="226"/>
                </a:lnTo>
                <a:lnTo>
                  <a:pt x="2670" y="56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6954366" y="3933982"/>
            <a:ext cx="2725" cy="5035"/>
          </a:xfrm>
          <a:custGeom>
            <a:avLst/>
            <a:gdLst/>
            <a:ahLst/>
            <a:cxnLst/>
            <a:rect l="l" t="t" r="r" b="b"/>
            <a:pathLst>
              <a:path w="2725" h="5035">
                <a:moveTo>
                  <a:pt x="0" y="5035"/>
                </a:moveTo>
                <a:lnTo>
                  <a:pt x="54" y="4865"/>
                </a:lnTo>
                <a:lnTo>
                  <a:pt x="163" y="4754"/>
                </a:lnTo>
                <a:lnTo>
                  <a:pt x="245" y="4641"/>
                </a:lnTo>
                <a:lnTo>
                  <a:pt x="299" y="4470"/>
                </a:lnTo>
                <a:lnTo>
                  <a:pt x="354" y="4300"/>
                </a:lnTo>
                <a:lnTo>
                  <a:pt x="490" y="4187"/>
                </a:lnTo>
                <a:lnTo>
                  <a:pt x="545" y="4016"/>
                </a:lnTo>
                <a:lnTo>
                  <a:pt x="681" y="3849"/>
                </a:lnTo>
                <a:lnTo>
                  <a:pt x="735" y="3678"/>
                </a:lnTo>
                <a:lnTo>
                  <a:pt x="844" y="3508"/>
                </a:lnTo>
                <a:lnTo>
                  <a:pt x="926" y="3395"/>
                </a:lnTo>
                <a:lnTo>
                  <a:pt x="981" y="3224"/>
                </a:lnTo>
                <a:lnTo>
                  <a:pt x="1035" y="3057"/>
                </a:lnTo>
                <a:lnTo>
                  <a:pt x="1171" y="2943"/>
                </a:lnTo>
                <a:lnTo>
                  <a:pt x="1226" y="2773"/>
                </a:lnTo>
                <a:lnTo>
                  <a:pt x="1280" y="2603"/>
                </a:lnTo>
                <a:lnTo>
                  <a:pt x="1417" y="2489"/>
                </a:lnTo>
                <a:lnTo>
                  <a:pt x="1471" y="2319"/>
                </a:lnTo>
                <a:lnTo>
                  <a:pt x="1526" y="2151"/>
                </a:lnTo>
                <a:lnTo>
                  <a:pt x="1662" y="2038"/>
                </a:lnTo>
                <a:lnTo>
                  <a:pt x="1716" y="1867"/>
                </a:lnTo>
                <a:lnTo>
                  <a:pt x="1798" y="1697"/>
                </a:lnTo>
                <a:lnTo>
                  <a:pt x="1907" y="1527"/>
                </a:lnTo>
                <a:lnTo>
                  <a:pt x="1962" y="1359"/>
                </a:lnTo>
                <a:lnTo>
                  <a:pt x="1962" y="1359"/>
                </a:lnTo>
                <a:lnTo>
                  <a:pt x="2098" y="1189"/>
                </a:lnTo>
                <a:lnTo>
                  <a:pt x="2153" y="1019"/>
                </a:lnTo>
                <a:lnTo>
                  <a:pt x="2289" y="848"/>
                </a:lnTo>
                <a:lnTo>
                  <a:pt x="2343" y="678"/>
                </a:lnTo>
                <a:lnTo>
                  <a:pt x="2398" y="510"/>
                </a:lnTo>
                <a:lnTo>
                  <a:pt x="2534" y="397"/>
                </a:lnTo>
                <a:lnTo>
                  <a:pt x="2589" y="226"/>
                </a:lnTo>
                <a:lnTo>
                  <a:pt x="2643" y="56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6957091" y="3928551"/>
            <a:ext cx="2725" cy="5430"/>
          </a:xfrm>
          <a:custGeom>
            <a:avLst/>
            <a:gdLst/>
            <a:ahLst/>
            <a:cxnLst/>
            <a:rect l="l" t="t" r="r" b="b"/>
            <a:pathLst>
              <a:path w="2725" h="5430">
                <a:moveTo>
                  <a:pt x="0" y="5430"/>
                </a:moveTo>
                <a:lnTo>
                  <a:pt x="0" y="5373"/>
                </a:lnTo>
                <a:lnTo>
                  <a:pt x="109" y="5203"/>
                </a:lnTo>
                <a:lnTo>
                  <a:pt x="190" y="5092"/>
                </a:lnTo>
                <a:lnTo>
                  <a:pt x="245" y="4922"/>
                </a:lnTo>
                <a:lnTo>
                  <a:pt x="299" y="4752"/>
                </a:lnTo>
                <a:lnTo>
                  <a:pt x="354" y="4638"/>
                </a:lnTo>
                <a:lnTo>
                  <a:pt x="490" y="4468"/>
                </a:lnTo>
                <a:lnTo>
                  <a:pt x="545" y="4298"/>
                </a:lnTo>
                <a:lnTo>
                  <a:pt x="599" y="4130"/>
                </a:lnTo>
                <a:lnTo>
                  <a:pt x="735" y="4016"/>
                </a:lnTo>
                <a:lnTo>
                  <a:pt x="790" y="3846"/>
                </a:lnTo>
                <a:lnTo>
                  <a:pt x="872" y="3676"/>
                </a:lnTo>
                <a:lnTo>
                  <a:pt x="926" y="3506"/>
                </a:lnTo>
                <a:lnTo>
                  <a:pt x="1035" y="3338"/>
                </a:lnTo>
                <a:lnTo>
                  <a:pt x="1117" y="3168"/>
                </a:lnTo>
                <a:lnTo>
                  <a:pt x="1171" y="3054"/>
                </a:lnTo>
                <a:lnTo>
                  <a:pt x="1308" y="2884"/>
                </a:lnTo>
                <a:lnTo>
                  <a:pt x="1362" y="2714"/>
                </a:lnTo>
                <a:lnTo>
                  <a:pt x="1417" y="2546"/>
                </a:lnTo>
                <a:lnTo>
                  <a:pt x="1553" y="2432"/>
                </a:lnTo>
                <a:lnTo>
                  <a:pt x="1607" y="2262"/>
                </a:lnTo>
                <a:lnTo>
                  <a:pt x="1662" y="2092"/>
                </a:lnTo>
                <a:lnTo>
                  <a:pt x="1716" y="1922"/>
                </a:lnTo>
                <a:lnTo>
                  <a:pt x="1716" y="1922"/>
                </a:lnTo>
                <a:lnTo>
                  <a:pt x="1853" y="1751"/>
                </a:lnTo>
                <a:lnTo>
                  <a:pt x="1907" y="1584"/>
                </a:lnTo>
                <a:lnTo>
                  <a:pt x="1989" y="1413"/>
                </a:lnTo>
                <a:lnTo>
                  <a:pt x="1989" y="1413"/>
                </a:lnTo>
                <a:lnTo>
                  <a:pt x="2098" y="1243"/>
                </a:lnTo>
                <a:lnTo>
                  <a:pt x="2153" y="1073"/>
                </a:lnTo>
                <a:lnTo>
                  <a:pt x="2234" y="1016"/>
                </a:lnTo>
                <a:lnTo>
                  <a:pt x="2289" y="848"/>
                </a:lnTo>
                <a:lnTo>
                  <a:pt x="2289" y="792"/>
                </a:lnTo>
                <a:lnTo>
                  <a:pt x="2398" y="621"/>
                </a:lnTo>
                <a:lnTo>
                  <a:pt x="2480" y="451"/>
                </a:lnTo>
                <a:lnTo>
                  <a:pt x="2534" y="281"/>
                </a:lnTo>
                <a:lnTo>
                  <a:pt x="2534" y="281"/>
                </a:lnTo>
                <a:lnTo>
                  <a:pt x="2670" y="111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6959817" y="3922721"/>
            <a:ext cx="2670" cy="5830"/>
          </a:xfrm>
          <a:custGeom>
            <a:avLst/>
            <a:gdLst/>
            <a:ahLst/>
            <a:cxnLst/>
            <a:rect l="l" t="t" r="r" b="b"/>
            <a:pathLst>
              <a:path w="2670" h="5830">
                <a:moveTo>
                  <a:pt x="0" y="5830"/>
                </a:moveTo>
                <a:lnTo>
                  <a:pt x="54" y="5660"/>
                </a:lnTo>
                <a:lnTo>
                  <a:pt x="54" y="5603"/>
                </a:lnTo>
                <a:lnTo>
                  <a:pt x="190" y="5433"/>
                </a:lnTo>
                <a:lnTo>
                  <a:pt x="245" y="5262"/>
                </a:lnTo>
                <a:lnTo>
                  <a:pt x="245" y="5206"/>
                </a:lnTo>
                <a:lnTo>
                  <a:pt x="381" y="5035"/>
                </a:lnTo>
                <a:lnTo>
                  <a:pt x="436" y="4868"/>
                </a:lnTo>
                <a:lnTo>
                  <a:pt x="490" y="4697"/>
                </a:lnTo>
                <a:lnTo>
                  <a:pt x="545" y="4527"/>
                </a:lnTo>
                <a:lnTo>
                  <a:pt x="626" y="4414"/>
                </a:lnTo>
                <a:lnTo>
                  <a:pt x="735" y="4243"/>
                </a:lnTo>
                <a:lnTo>
                  <a:pt x="790" y="4076"/>
                </a:lnTo>
                <a:lnTo>
                  <a:pt x="872" y="3905"/>
                </a:lnTo>
                <a:lnTo>
                  <a:pt x="926" y="3735"/>
                </a:lnTo>
                <a:lnTo>
                  <a:pt x="1062" y="3622"/>
                </a:lnTo>
                <a:lnTo>
                  <a:pt x="1062" y="3508"/>
                </a:lnTo>
                <a:lnTo>
                  <a:pt x="1171" y="3338"/>
                </a:lnTo>
                <a:lnTo>
                  <a:pt x="1226" y="3170"/>
                </a:lnTo>
                <a:lnTo>
                  <a:pt x="1308" y="3000"/>
                </a:lnTo>
                <a:lnTo>
                  <a:pt x="1362" y="2830"/>
                </a:lnTo>
                <a:lnTo>
                  <a:pt x="1417" y="2716"/>
                </a:lnTo>
                <a:lnTo>
                  <a:pt x="1553" y="2546"/>
                </a:lnTo>
                <a:lnTo>
                  <a:pt x="1607" y="2378"/>
                </a:lnTo>
                <a:lnTo>
                  <a:pt x="1662" y="2208"/>
                </a:lnTo>
                <a:lnTo>
                  <a:pt x="1744" y="2038"/>
                </a:lnTo>
                <a:lnTo>
                  <a:pt x="1744" y="2038"/>
                </a:lnTo>
                <a:lnTo>
                  <a:pt x="1853" y="1867"/>
                </a:lnTo>
                <a:lnTo>
                  <a:pt x="1907" y="1697"/>
                </a:lnTo>
                <a:lnTo>
                  <a:pt x="1989" y="1529"/>
                </a:lnTo>
                <a:lnTo>
                  <a:pt x="2044" y="1359"/>
                </a:lnTo>
                <a:lnTo>
                  <a:pt x="2098" y="1189"/>
                </a:lnTo>
                <a:lnTo>
                  <a:pt x="2234" y="1075"/>
                </a:lnTo>
                <a:lnTo>
                  <a:pt x="2289" y="905"/>
                </a:lnTo>
                <a:lnTo>
                  <a:pt x="2343" y="737"/>
                </a:lnTo>
                <a:lnTo>
                  <a:pt x="2425" y="567"/>
                </a:lnTo>
                <a:lnTo>
                  <a:pt x="2480" y="397"/>
                </a:lnTo>
                <a:lnTo>
                  <a:pt x="2534" y="226"/>
                </a:lnTo>
                <a:lnTo>
                  <a:pt x="2670" y="113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6962488" y="3916498"/>
            <a:ext cx="2725" cy="6222"/>
          </a:xfrm>
          <a:custGeom>
            <a:avLst/>
            <a:gdLst/>
            <a:ahLst/>
            <a:cxnLst/>
            <a:rect l="l" t="t" r="r" b="b"/>
            <a:pathLst>
              <a:path w="2725" h="6222">
                <a:moveTo>
                  <a:pt x="0" y="6222"/>
                </a:moveTo>
                <a:lnTo>
                  <a:pt x="0" y="6222"/>
                </a:lnTo>
                <a:lnTo>
                  <a:pt x="109" y="6054"/>
                </a:lnTo>
                <a:lnTo>
                  <a:pt x="190" y="5884"/>
                </a:lnTo>
                <a:lnTo>
                  <a:pt x="245" y="5714"/>
                </a:lnTo>
                <a:lnTo>
                  <a:pt x="299" y="5544"/>
                </a:lnTo>
                <a:lnTo>
                  <a:pt x="354" y="5373"/>
                </a:lnTo>
                <a:lnTo>
                  <a:pt x="436" y="5206"/>
                </a:lnTo>
                <a:lnTo>
                  <a:pt x="545" y="5035"/>
                </a:lnTo>
                <a:lnTo>
                  <a:pt x="626" y="4865"/>
                </a:lnTo>
                <a:lnTo>
                  <a:pt x="681" y="4695"/>
                </a:lnTo>
                <a:lnTo>
                  <a:pt x="681" y="4695"/>
                </a:lnTo>
                <a:lnTo>
                  <a:pt x="790" y="4525"/>
                </a:lnTo>
                <a:lnTo>
                  <a:pt x="872" y="4357"/>
                </a:lnTo>
                <a:lnTo>
                  <a:pt x="926" y="4187"/>
                </a:lnTo>
                <a:lnTo>
                  <a:pt x="981" y="4016"/>
                </a:lnTo>
                <a:lnTo>
                  <a:pt x="1035" y="3846"/>
                </a:lnTo>
                <a:lnTo>
                  <a:pt x="1117" y="3676"/>
                </a:lnTo>
                <a:lnTo>
                  <a:pt x="1226" y="3508"/>
                </a:lnTo>
                <a:lnTo>
                  <a:pt x="1308" y="3338"/>
                </a:lnTo>
                <a:lnTo>
                  <a:pt x="1362" y="3168"/>
                </a:lnTo>
                <a:lnTo>
                  <a:pt x="1417" y="2997"/>
                </a:lnTo>
                <a:lnTo>
                  <a:pt x="1471" y="2827"/>
                </a:lnTo>
                <a:lnTo>
                  <a:pt x="1607" y="2716"/>
                </a:lnTo>
                <a:lnTo>
                  <a:pt x="1607" y="2546"/>
                </a:lnTo>
                <a:lnTo>
                  <a:pt x="1744" y="2376"/>
                </a:lnTo>
                <a:lnTo>
                  <a:pt x="1798" y="2205"/>
                </a:lnTo>
                <a:lnTo>
                  <a:pt x="1853" y="2035"/>
                </a:lnTo>
                <a:lnTo>
                  <a:pt x="1907" y="1867"/>
                </a:lnTo>
                <a:lnTo>
                  <a:pt x="1989" y="1697"/>
                </a:lnTo>
                <a:lnTo>
                  <a:pt x="2098" y="1527"/>
                </a:lnTo>
                <a:lnTo>
                  <a:pt x="2153" y="1357"/>
                </a:lnTo>
                <a:lnTo>
                  <a:pt x="2234" y="1186"/>
                </a:lnTo>
                <a:lnTo>
                  <a:pt x="2289" y="1019"/>
                </a:lnTo>
                <a:lnTo>
                  <a:pt x="2343" y="848"/>
                </a:lnTo>
                <a:lnTo>
                  <a:pt x="2425" y="678"/>
                </a:lnTo>
                <a:lnTo>
                  <a:pt x="2534" y="508"/>
                </a:lnTo>
                <a:lnTo>
                  <a:pt x="2589" y="338"/>
                </a:lnTo>
                <a:lnTo>
                  <a:pt x="2670" y="170"/>
                </a:lnTo>
                <a:lnTo>
                  <a:pt x="2725" y="0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6965213" y="3909933"/>
            <a:ext cx="2725" cy="6565"/>
          </a:xfrm>
          <a:custGeom>
            <a:avLst/>
            <a:gdLst/>
            <a:ahLst/>
            <a:cxnLst/>
            <a:rect l="l" t="t" r="r" b="b"/>
            <a:pathLst>
              <a:path w="2725" h="6565">
                <a:moveTo>
                  <a:pt x="0" y="6565"/>
                </a:moveTo>
                <a:lnTo>
                  <a:pt x="54" y="6395"/>
                </a:lnTo>
                <a:lnTo>
                  <a:pt x="109" y="6225"/>
                </a:lnTo>
                <a:lnTo>
                  <a:pt x="245" y="6054"/>
                </a:lnTo>
                <a:lnTo>
                  <a:pt x="299" y="5887"/>
                </a:lnTo>
                <a:lnTo>
                  <a:pt x="381" y="5716"/>
                </a:lnTo>
                <a:lnTo>
                  <a:pt x="436" y="5546"/>
                </a:lnTo>
                <a:lnTo>
                  <a:pt x="490" y="5376"/>
                </a:lnTo>
                <a:lnTo>
                  <a:pt x="545" y="5206"/>
                </a:lnTo>
                <a:lnTo>
                  <a:pt x="681" y="5038"/>
                </a:lnTo>
                <a:lnTo>
                  <a:pt x="735" y="4868"/>
                </a:lnTo>
                <a:lnTo>
                  <a:pt x="817" y="4697"/>
                </a:lnTo>
                <a:lnTo>
                  <a:pt x="872" y="4527"/>
                </a:lnTo>
                <a:lnTo>
                  <a:pt x="926" y="4357"/>
                </a:lnTo>
                <a:lnTo>
                  <a:pt x="981" y="4189"/>
                </a:lnTo>
                <a:lnTo>
                  <a:pt x="1062" y="4019"/>
                </a:lnTo>
                <a:lnTo>
                  <a:pt x="1117" y="3849"/>
                </a:lnTo>
                <a:lnTo>
                  <a:pt x="1226" y="3678"/>
                </a:lnTo>
                <a:lnTo>
                  <a:pt x="1308" y="3508"/>
                </a:lnTo>
                <a:lnTo>
                  <a:pt x="1362" y="3340"/>
                </a:lnTo>
                <a:lnTo>
                  <a:pt x="1417" y="3170"/>
                </a:lnTo>
                <a:lnTo>
                  <a:pt x="1498" y="3000"/>
                </a:lnTo>
                <a:lnTo>
                  <a:pt x="1553" y="2830"/>
                </a:lnTo>
                <a:lnTo>
                  <a:pt x="1607" y="2659"/>
                </a:lnTo>
                <a:lnTo>
                  <a:pt x="1662" y="2492"/>
                </a:lnTo>
                <a:lnTo>
                  <a:pt x="1798" y="2321"/>
                </a:lnTo>
                <a:lnTo>
                  <a:pt x="1853" y="2151"/>
                </a:lnTo>
                <a:lnTo>
                  <a:pt x="1934" y="1981"/>
                </a:lnTo>
                <a:lnTo>
                  <a:pt x="1989" y="1811"/>
                </a:lnTo>
                <a:lnTo>
                  <a:pt x="2044" y="1643"/>
                </a:lnTo>
                <a:lnTo>
                  <a:pt x="2098" y="1473"/>
                </a:lnTo>
                <a:lnTo>
                  <a:pt x="2180" y="1302"/>
                </a:lnTo>
                <a:lnTo>
                  <a:pt x="2289" y="1132"/>
                </a:lnTo>
                <a:lnTo>
                  <a:pt x="2343" y="962"/>
                </a:lnTo>
                <a:lnTo>
                  <a:pt x="2425" y="794"/>
                </a:lnTo>
                <a:lnTo>
                  <a:pt x="2480" y="624"/>
                </a:lnTo>
                <a:lnTo>
                  <a:pt x="2534" y="453"/>
                </a:lnTo>
                <a:lnTo>
                  <a:pt x="2616" y="283"/>
                </a:lnTo>
                <a:lnTo>
                  <a:pt x="2670" y="113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6967938" y="3902975"/>
            <a:ext cx="2725" cy="6958"/>
          </a:xfrm>
          <a:custGeom>
            <a:avLst/>
            <a:gdLst/>
            <a:ahLst/>
            <a:cxnLst/>
            <a:rect l="l" t="t" r="r" b="b"/>
            <a:pathLst>
              <a:path w="2725" h="6958">
                <a:moveTo>
                  <a:pt x="0" y="6958"/>
                </a:moveTo>
                <a:lnTo>
                  <a:pt x="54" y="6790"/>
                </a:lnTo>
                <a:lnTo>
                  <a:pt x="136" y="6619"/>
                </a:lnTo>
                <a:lnTo>
                  <a:pt x="190" y="6449"/>
                </a:lnTo>
                <a:lnTo>
                  <a:pt x="245" y="6279"/>
                </a:lnTo>
                <a:lnTo>
                  <a:pt x="299" y="6109"/>
                </a:lnTo>
                <a:lnTo>
                  <a:pt x="381" y="5941"/>
                </a:lnTo>
                <a:lnTo>
                  <a:pt x="436" y="5771"/>
                </a:lnTo>
                <a:lnTo>
                  <a:pt x="572" y="5600"/>
                </a:lnTo>
                <a:lnTo>
                  <a:pt x="626" y="5430"/>
                </a:lnTo>
                <a:lnTo>
                  <a:pt x="681" y="5260"/>
                </a:lnTo>
                <a:lnTo>
                  <a:pt x="735" y="5092"/>
                </a:lnTo>
                <a:lnTo>
                  <a:pt x="817" y="4922"/>
                </a:lnTo>
                <a:lnTo>
                  <a:pt x="872" y="4752"/>
                </a:lnTo>
                <a:lnTo>
                  <a:pt x="926" y="4581"/>
                </a:lnTo>
                <a:lnTo>
                  <a:pt x="1008" y="4411"/>
                </a:lnTo>
                <a:lnTo>
                  <a:pt x="1062" y="4243"/>
                </a:lnTo>
                <a:lnTo>
                  <a:pt x="1117" y="4073"/>
                </a:lnTo>
                <a:lnTo>
                  <a:pt x="1171" y="3903"/>
                </a:lnTo>
                <a:lnTo>
                  <a:pt x="1253" y="3733"/>
                </a:lnTo>
                <a:lnTo>
                  <a:pt x="1362" y="3562"/>
                </a:lnTo>
                <a:lnTo>
                  <a:pt x="1362" y="3395"/>
                </a:lnTo>
                <a:lnTo>
                  <a:pt x="1498" y="3224"/>
                </a:lnTo>
                <a:lnTo>
                  <a:pt x="1553" y="3054"/>
                </a:lnTo>
                <a:lnTo>
                  <a:pt x="1607" y="2884"/>
                </a:lnTo>
                <a:lnTo>
                  <a:pt x="1689" y="2714"/>
                </a:lnTo>
                <a:lnTo>
                  <a:pt x="1744" y="2546"/>
                </a:lnTo>
                <a:lnTo>
                  <a:pt x="1798" y="2376"/>
                </a:lnTo>
                <a:lnTo>
                  <a:pt x="1853" y="2205"/>
                </a:lnTo>
                <a:lnTo>
                  <a:pt x="1934" y="2035"/>
                </a:lnTo>
                <a:lnTo>
                  <a:pt x="1989" y="1865"/>
                </a:lnTo>
                <a:lnTo>
                  <a:pt x="2044" y="1697"/>
                </a:lnTo>
                <a:lnTo>
                  <a:pt x="2125" y="1527"/>
                </a:lnTo>
                <a:lnTo>
                  <a:pt x="2180" y="1357"/>
                </a:lnTo>
                <a:lnTo>
                  <a:pt x="2234" y="1186"/>
                </a:lnTo>
                <a:lnTo>
                  <a:pt x="2289" y="1016"/>
                </a:lnTo>
                <a:lnTo>
                  <a:pt x="2371" y="848"/>
                </a:lnTo>
                <a:lnTo>
                  <a:pt x="2425" y="678"/>
                </a:lnTo>
                <a:lnTo>
                  <a:pt x="2480" y="508"/>
                </a:lnTo>
                <a:lnTo>
                  <a:pt x="2616" y="338"/>
                </a:lnTo>
                <a:lnTo>
                  <a:pt x="2670" y="167"/>
                </a:lnTo>
                <a:lnTo>
                  <a:pt x="2725" y="0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6970664" y="3895617"/>
            <a:ext cx="2725" cy="7357"/>
          </a:xfrm>
          <a:custGeom>
            <a:avLst/>
            <a:gdLst/>
            <a:ahLst/>
            <a:cxnLst/>
            <a:rect l="l" t="t" r="r" b="b"/>
            <a:pathLst>
              <a:path w="2725" h="7357">
                <a:moveTo>
                  <a:pt x="0" y="7357"/>
                </a:moveTo>
                <a:lnTo>
                  <a:pt x="81" y="7187"/>
                </a:lnTo>
                <a:lnTo>
                  <a:pt x="136" y="7017"/>
                </a:lnTo>
                <a:lnTo>
                  <a:pt x="190" y="6846"/>
                </a:lnTo>
                <a:lnTo>
                  <a:pt x="245" y="6676"/>
                </a:lnTo>
                <a:lnTo>
                  <a:pt x="327" y="6508"/>
                </a:lnTo>
                <a:lnTo>
                  <a:pt x="381" y="6338"/>
                </a:lnTo>
                <a:lnTo>
                  <a:pt x="436" y="6168"/>
                </a:lnTo>
                <a:lnTo>
                  <a:pt x="490" y="5998"/>
                </a:lnTo>
                <a:lnTo>
                  <a:pt x="572" y="5827"/>
                </a:lnTo>
                <a:lnTo>
                  <a:pt x="626" y="5660"/>
                </a:lnTo>
                <a:lnTo>
                  <a:pt x="681" y="5489"/>
                </a:lnTo>
                <a:lnTo>
                  <a:pt x="763" y="5319"/>
                </a:lnTo>
                <a:lnTo>
                  <a:pt x="817" y="5149"/>
                </a:lnTo>
                <a:lnTo>
                  <a:pt x="872" y="4979"/>
                </a:lnTo>
                <a:lnTo>
                  <a:pt x="926" y="4811"/>
                </a:lnTo>
                <a:lnTo>
                  <a:pt x="1008" y="4641"/>
                </a:lnTo>
                <a:lnTo>
                  <a:pt x="1062" y="4470"/>
                </a:lnTo>
                <a:lnTo>
                  <a:pt x="1117" y="4300"/>
                </a:lnTo>
                <a:lnTo>
                  <a:pt x="1199" y="4130"/>
                </a:lnTo>
                <a:lnTo>
                  <a:pt x="1253" y="3962"/>
                </a:lnTo>
                <a:lnTo>
                  <a:pt x="1308" y="3792"/>
                </a:lnTo>
                <a:lnTo>
                  <a:pt x="1362" y="3622"/>
                </a:lnTo>
                <a:lnTo>
                  <a:pt x="1444" y="3451"/>
                </a:lnTo>
                <a:lnTo>
                  <a:pt x="1498" y="3281"/>
                </a:lnTo>
                <a:lnTo>
                  <a:pt x="1553" y="3113"/>
                </a:lnTo>
                <a:lnTo>
                  <a:pt x="1607" y="2943"/>
                </a:lnTo>
                <a:lnTo>
                  <a:pt x="1689" y="2773"/>
                </a:lnTo>
                <a:lnTo>
                  <a:pt x="1744" y="2603"/>
                </a:lnTo>
                <a:lnTo>
                  <a:pt x="1798" y="2432"/>
                </a:lnTo>
                <a:lnTo>
                  <a:pt x="1880" y="2265"/>
                </a:lnTo>
                <a:lnTo>
                  <a:pt x="1934" y="2094"/>
                </a:lnTo>
                <a:lnTo>
                  <a:pt x="1989" y="1924"/>
                </a:lnTo>
                <a:lnTo>
                  <a:pt x="2044" y="1754"/>
                </a:lnTo>
                <a:lnTo>
                  <a:pt x="2125" y="1584"/>
                </a:lnTo>
                <a:lnTo>
                  <a:pt x="2180" y="1416"/>
                </a:lnTo>
                <a:lnTo>
                  <a:pt x="2234" y="1246"/>
                </a:lnTo>
                <a:lnTo>
                  <a:pt x="2289" y="1075"/>
                </a:lnTo>
                <a:lnTo>
                  <a:pt x="2371" y="905"/>
                </a:lnTo>
                <a:lnTo>
                  <a:pt x="2425" y="735"/>
                </a:lnTo>
                <a:lnTo>
                  <a:pt x="2480" y="567"/>
                </a:lnTo>
                <a:lnTo>
                  <a:pt x="2561" y="397"/>
                </a:lnTo>
                <a:lnTo>
                  <a:pt x="2616" y="226"/>
                </a:lnTo>
                <a:lnTo>
                  <a:pt x="2670" y="5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6973389" y="3887978"/>
            <a:ext cx="2670" cy="7639"/>
          </a:xfrm>
          <a:custGeom>
            <a:avLst/>
            <a:gdLst/>
            <a:ahLst/>
            <a:cxnLst/>
            <a:rect l="l" t="t" r="r" b="b"/>
            <a:pathLst>
              <a:path w="2670" h="7639">
                <a:moveTo>
                  <a:pt x="0" y="7639"/>
                </a:moveTo>
                <a:lnTo>
                  <a:pt x="81" y="7471"/>
                </a:lnTo>
                <a:lnTo>
                  <a:pt x="136" y="7300"/>
                </a:lnTo>
                <a:lnTo>
                  <a:pt x="190" y="7130"/>
                </a:lnTo>
                <a:lnTo>
                  <a:pt x="272" y="6960"/>
                </a:lnTo>
                <a:lnTo>
                  <a:pt x="327" y="6790"/>
                </a:lnTo>
                <a:lnTo>
                  <a:pt x="327" y="6622"/>
                </a:lnTo>
                <a:lnTo>
                  <a:pt x="436" y="6452"/>
                </a:lnTo>
                <a:lnTo>
                  <a:pt x="436" y="6281"/>
                </a:lnTo>
                <a:lnTo>
                  <a:pt x="572" y="6111"/>
                </a:lnTo>
                <a:lnTo>
                  <a:pt x="572" y="5941"/>
                </a:lnTo>
                <a:lnTo>
                  <a:pt x="681" y="5773"/>
                </a:lnTo>
                <a:lnTo>
                  <a:pt x="681" y="5603"/>
                </a:lnTo>
                <a:lnTo>
                  <a:pt x="817" y="5433"/>
                </a:lnTo>
                <a:lnTo>
                  <a:pt x="817" y="5262"/>
                </a:lnTo>
                <a:lnTo>
                  <a:pt x="872" y="5092"/>
                </a:lnTo>
                <a:lnTo>
                  <a:pt x="953" y="4924"/>
                </a:lnTo>
                <a:lnTo>
                  <a:pt x="1008" y="4754"/>
                </a:lnTo>
                <a:lnTo>
                  <a:pt x="1062" y="4584"/>
                </a:lnTo>
                <a:lnTo>
                  <a:pt x="1117" y="4414"/>
                </a:lnTo>
                <a:lnTo>
                  <a:pt x="1199" y="4243"/>
                </a:lnTo>
                <a:lnTo>
                  <a:pt x="1253" y="4076"/>
                </a:lnTo>
                <a:lnTo>
                  <a:pt x="1308" y="3905"/>
                </a:lnTo>
                <a:lnTo>
                  <a:pt x="1389" y="3735"/>
                </a:lnTo>
                <a:lnTo>
                  <a:pt x="1444" y="3565"/>
                </a:lnTo>
                <a:lnTo>
                  <a:pt x="1498" y="3395"/>
                </a:lnTo>
                <a:lnTo>
                  <a:pt x="1553" y="3227"/>
                </a:lnTo>
                <a:lnTo>
                  <a:pt x="1635" y="3057"/>
                </a:lnTo>
                <a:lnTo>
                  <a:pt x="1689" y="2886"/>
                </a:lnTo>
                <a:lnTo>
                  <a:pt x="1744" y="2716"/>
                </a:lnTo>
                <a:lnTo>
                  <a:pt x="1798" y="2546"/>
                </a:lnTo>
                <a:lnTo>
                  <a:pt x="1880" y="2378"/>
                </a:lnTo>
                <a:lnTo>
                  <a:pt x="1934" y="2208"/>
                </a:lnTo>
                <a:lnTo>
                  <a:pt x="1989" y="2038"/>
                </a:lnTo>
                <a:lnTo>
                  <a:pt x="2071" y="1867"/>
                </a:lnTo>
                <a:lnTo>
                  <a:pt x="2125" y="1697"/>
                </a:lnTo>
                <a:lnTo>
                  <a:pt x="2180" y="1529"/>
                </a:lnTo>
                <a:lnTo>
                  <a:pt x="2234" y="1359"/>
                </a:lnTo>
                <a:lnTo>
                  <a:pt x="2316" y="1189"/>
                </a:lnTo>
                <a:lnTo>
                  <a:pt x="2371" y="1019"/>
                </a:lnTo>
                <a:lnTo>
                  <a:pt x="2371" y="848"/>
                </a:lnTo>
                <a:lnTo>
                  <a:pt x="2425" y="680"/>
                </a:lnTo>
                <a:lnTo>
                  <a:pt x="2480" y="510"/>
                </a:lnTo>
                <a:lnTo>
                  <a:pt x="2561" y="340"/>
                </a:lnTo>
                <a:lnTo>
                  <a:pt x="2616" y="170"/>
                </a:lnTo>
                <a:lnTo>
                  <a:pt x="2670" y="0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6976060" y="3879944"/>
            <a:ext cx="2725" cy="8033"/>
          </a:xfrm>
          <a:custGeom>
            <a:avLst/>
            <a:gdLst/>
            <a:ahLst/>
            <a:cxnLst/>
            <a:rect l="l" t="t" r="r" b="b"/>
            <a:pathLst>
              <a:path w="2725" h="8033">
                <a:moveTo>
                  <a:pt x="0" y="8033"/>
                </a:moveTo>
                <a:lnTo>
                  <a:pt x="81" y="7866"/>
                </a:lnTo>
                <a:lnTo>
                  <a:pt x="136" y="7695"/>
                </a:lnTo>
                <a:lnTo>
                  <a:pt x="190" y="7525"/>
                </a:lnTo>
                <a:lnTo>
                  <a:pt x="245" y="7355"/>
                </a:lnTo>
                <a:lnTo>
                  <a:pt x="327" y="7185"/>
                </a:lnTo>
                <a:lnTo>
                  <a:pt x="381" y="7017"/>
                </a:lnTo>
                <a:lnTo>
                  <a:pt x="436" y="6846"/>
                </a:lnTo>
                <a:lnTo>
                  <a:pt x="517" y="6676"/>
                </a:lnTo>
                <a:lnTo>
                  <a:pt x="572" y="6506"/>
                </a:lnTo>
                <a:lnTo>
                  <a:pt x="626" y="6336"/>
                </a:lnTo>
                <a:lnTo>
                  <a:pt x="681" y="6168"/>
                </a:lnTo>
                <a:lnTo>
                  <a:pt x="763" y="5998"/>
                </a:lnTo>
                <a:lnTo>
                  <a:pt x="763" y="5827"/>
                </a:lnTo>
                <a:lnTo>
                  <a:pt x="817" y="5657"/>
                </a:lnTo>
                <a:lnTo>
                  <a:pt x="872" y="5487"/>
                </a:lnTo>
                <a:lnTo>
                  <a:pt x="926" y="5319"/>
                </a:lnTo>
                <a:lnTo>
                  <a:pt x="1008" y="5149"/>
                </a:lnTo>
                <a:lnTo>
                  <a:pt x="1062" y="4979"/>
                </a:lnTo>
                <a:lnTo>
                  <a:pt x="1117" y="4808"/>
                </a:lnTo>
                <a:lnTo>
                  <a:pt x="1199" y="4638"/>
                </a:lnTo>
                <a:lnTo>
                  <a:pt x="1253" y="4470"/>
                </a:lnTo>
                <a:lnTo>
                  <a:pt x="1308" y="4300"/>
                </a:lnTo>
                <a:lnTo>
                  <a:pt x="1362" y="4130"/>
                </a:lnTo>
                <a:lnTo>
                  <a:pt x="1444" y="3960"/>
                </a:lnTo>
                <a:lnTo>
                  <a:pt x="1498" y="3789"/>
                </a:lnTo>
                <a:lnTo>
                  <a:pt x="1553" y="3622"/>
                </a:lnTo>
                <a:lnTo>
                  <a:pt x="1553" y="3451"/>
                </a:lnTo>
                <a:lnTo>
                  <a:pt x="1635" y="3281"/>
                </a:lnTo>
                <a:lnTo>
                  <a:pt x="1689" y="3111"/>
                </a:lnTo>
                <a:lnTo>
                  <a:pt x="1744" y="2941"/>
                </a:lnTo>
                <a:lnTo>
                  <a:pt x="1798" y="2773"/>
                </a:lnTo>
                <a:lnTo>
                  <a:pt x="1880" y="2603"/>
                </a:lnTo>
                <a:lnTo>
                  <a:pt x="1934" y="2432"/>
                </a:lnTo>
                <a:lnTo>
                  <a:pt x="1989" y="2262"/>
                </a:lnTo>
                <a:lnTo>
                  <a:pt x="2044" y="2092"/>
                </a:lnTo>
                <a:lnTo>
                  <a:pt x="2125" y="1924"/>
                </a:lnTo>
                <a:lnTo>
                  <a:pt x="2180" y="1754"/>
                </a:lnTo>
                <a:lnTo>
                  <a:pt x="2234" y="1584"/>
                </a:lnTo>
                <a:lnTo>
                  <a:pt x="2234" y="1413"/>
                </a:lnTo>
                <a:lnTo>
                  <a:pt x="2316" y="1243"/>
                </a:lnTo>
                <a:lnTo>
                  <a:pt x="2371" y="1075"/>
                </a:lnTo>
                <a:lnTo>
                  <a:pt x="2425" y="905"/>
                </a:lnTo>
                <a:lnTo>
                  <a:pt x="2480" y="735"/>
                </a:lnTo>
                <a:lnTo>
                  <a:pt x="2561" y="565"/>
                </a:lnTo>
                <a:lnTo>
                  <a:pt x="2616" y="394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6978785" y="3871570"/>
            <a:ext cx="2752" cy="8374"/>
          </a:xfrm>
          <a:custGeom>
            <a:avLst/>
            <a:gdLst/>
            <a:ahLst/>
            <a:cxnLst/>
            <a:rect l="l" t="t" r="r" b="b"/>
            <a:pathLst>
              <a:path w="2752" h="8374">
                <a:moveTo>
                  <a:pt x="0" y="8374"/>
                </a:moveTo>
                <a:lnTo>
                  <a:pt x="81" y="8204"/>
                </a:lnTo>
                <a:lnTo>
                  <a:pt x="136" y="8033"/>
                </a:lnTo>
                <a:lnTo>
                  <a:pt x="190" y="7863"/>
                </a:lnTo>
                <a:lnTo>
                  <a:pt x="272" y="7695"/>
                </a:lnTo>
                <a:lnTo>
                  <a:pt x="327" y="7525"/>
                </a:lnTo>
                <a:lnTo>
                  <a:pt x="327" y="7355"/>
                </a:lnTo>
                <a:lnTo>
                  <a:pt x="381" y="7185"/>
                </a:lnTo>
                <a:lnTo>
                  <a:pt x="436" y="7014"/>
                </a:lnTo>
                <a:lnTo>
                  <a:pt x="517" y="6846"/>
                </a:lnTo>
                <a:lnTo>
                  <a:pt x="572" y="6676"/>
                </a:lnTo>
                <a:lnTo>
                  <a:pt x="626" y="6506"/>
                </a:lnTo>
                <a:lnTo>
                  <a:pt x="708" y="6336"/>
                </a:lnTo>
                <a:lnTo>
                  <a:pt x="763" y="6165"/>
                </a:lnTo>
                <a:lnTo>
                  <a:pt x="817" y="5998"/>
                </a:lnTo>
                <a:lnTo>
                  <a:pt x="872" y="5827"/>
                </a:lnTo>
                <a:lnTo>
                  <a:pt x="872" y="5657"/>
                </a:lnTo>
                <a:lnTo>
                  <a:pt x="953" y="5487"/>
                </a:lnTo>
                <a:lnTo>
                  <a:pt x="1008" y="5317"/>
                </a:lnTo>
                <a:lnTo>
                  <a:pt x="1062" y="5149"/>
                </a:lnTo>
                <a:lnTo>
                  <a:pt x="1117" y="4979"/>
                </a:lnTo>
                <a:lnTo>
                  <a:pt x="1199" y="4808"/>
                </a:lnTo>
                <a:lnTo>
                  <a:pt x="1253" y="4638"/>
                </a:lnTo>
                <a:lnTo>
                  <a:pt x="1308" y="4468"/>
                </a:lnTo>
                <a:lnTo>
                  <a:pt x="1389" y="4300"/>
                </a:lnTo>
                <a:lnTo>
                  <a:pt x="1444" y="4130"/>
                </a:lnTo>
                <a:lnTo>
                  <a:pt x="1444" y="3960"/>
                </a:lnTo>
                <a:lnTo>
                  <a:pt x="1498" y="3789"/>
                </a:lnTo>
                <a:lnTo>
                  <a:pt x="1553" y="3619"/>
                </a:lnTo>
                <a:lnTo>
                  <a:pt x="1635" y="3451"/>
                </a:lnTo>
                <a:lnTo>
                  <a:pt x="1689" y="3281"/>
                </a:lnTo>
                <a:lnTo>
                  <a:pt x="1744" y="3111"/>
                </a:lnTo>
                <a:lnTo>
                  <a:pt x="1825" y="2941"/>
                </a:lnTo>
                <a:lnTo>
                  <a:pt x="1880" y="2770"/>
                </a:lnTo>
                <a:lnTo>
                  <a:pt x="1880" y="2603"/>
                </a:lnTo>
                <a:lnTo>
                  <a:pt x="1934" y="2432"/>
                </a:lnTo>
                <a:lnTo>
                  <a:pt x="1989" y="2262"/>
                </a:lnTo>
                <a:lnTo>
                  <a:pt x="2071" y="2092"/>
                </a:lnTo>
                <a:lnTo>
                  <a:pt x="2125" y="1922"/>
                </a:lnTo>
                <a:lnTo>
                  <a:pt x="2180" y="1754"/>
                </a:lnTo>
                <a:lnTo>
                  <a:pt x="2234" y="1584"/>
                </a:lnTo>
                <a:lnTo>
                  <a:pt x="2316" y="1413"/>
                </a:lnTo>
                <a:lnTo>
                  <a:pt x="2371" y="1243"/>
                </a:lnTo>
                <a:lnTo>
                  <a:pt x="2371" y="1073"/>
                </a:lnTo>
                <a:lnTo>
                  <a:pt x="2425" y="905"/>
                </a:lnTo>
                <a:lnTo>
                  <a:pt x="2507" y="735"/>
                </a:lnTo>
                <a:lnTo>
                  <a:pt x="2561" y="565"/>
                </a:lnTo>
                <a:lnTo>
                  <a:pt x="2616" y="394"/>
                </a:lnTo>
                <a:lnTo>
                  <a:pt x="2670" y="224"/>
                </a:lnTo>
                <a:lnTo>
                  <a:pt x="2752" y="5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6981538" y="3862855"/>
            <a:ext cx="2725" cy="8714"/>
          </a:xfrm>
          <a:custGeom>
            <a:avLst/>
            <a:gdLst/>
            <a:ahLst/>
            <a:cxnLst/>
            <a:rect l="l" t="t" r="r" b="b"/>
            <a:pathLst>
              <a:path w="2725" h="8714">
                <a:moveTo>
                  <a:pt x="0" y="8714"/>
                </a:moveTo>
                <a:lnTo>
                  <a:pt x="54" y="8544"/>
                </a:lnTo>
                <a:lnTo>
                  <a:pt x="109" y="8374"/>
                </a:lnTo>
                <a:lnTo>
                  <a:pt x="163" y="8204"/>
                </a:lnTo>
                <a:lnTo>
                  <a:pt x="163" y="8033"/>
                </a:lnTo>
                <a:lnTo>
                  <a:pt x="245" y="7866"/>
                </a:lnTo>
                <a:lnTo>
                  <a:pt x="299" y="7695"/>
                </a:lnTo>
                <a:lnTo>
                  <a:pt x="354" y="7525"/>
                </a:lnTo>
                <a:lnTo>
                  <a:pt x="436" y="7355"/>
                </a:lnTo>
                <a:lnTo>
                  <a:pt x="490" y="7185"/>
                </a:lnTo>
                <a:lnTo>
                  <a:pt x="490" y="7017"/>
                </a:lnTo>
                <a:lnTo>
                  <a:pt x="545" y="6846"/>
                </a:lnTo>
                <a:lnTo>
                  <a:pt x="599" y="6676"/>
                </a:lnTo>
                <a:lnTo>
                  <a:pt x="681" y="6506"/>
                </a:lnTo>
                <a:lnTo>
                  <a:pt x="735" y="6336"/>
                </a:lnTo>
                <a:lnTo>
                  <a:pt x="790" y="6168"/>
                </a:lnTo>
                <a:lnTo>
                  <a:pt x="872" y="5998"/>
                </a:lnTo>
                <a:lnTo>
                  <a:pt x="926" y="5827"/>
                </a:lnTo>
                <a:lnTo>
                  <a:pt x="981" y="5657"/>
                </a:lnTo>
                <a:lnTo>
                  <a:pt x="981" y="5487"/>
                </a:lnTo>
                <a:lnTo>
                  <a:pt x="1035" y="5319"/>
                </a:lnTo>
                <a:lnTo>
                  <a:pt x="1117" y="5149"/>
                </a:lnTo>
                <a:lnTo>
                  <a:pt x="1171" y="4979"/>
                </a:lnTo>
                <a:lnTo>
                  <a:pt x="1226" y="4808"/>
                </a:lnTo>
                <a:lnTo>
                  <a:pt x="1280" y="4638"/>
                </a:lnTo>
                <a:lnTo>
                  <a:pt x="1280" y="4470"/>
                </a:lnTo>
                <a:lnTo>
                  <a:pt x="1362" y="4300"/>
                </a:lnTo>
                <a:lnTo>
                  <a:pt x="1417" y="4130"/>
                </a:lnTo>
                <a:lnTo>
                  <a:pt x="1471" y="3960"/>
                </a:lnTo>
                <a:lnTo>
                  <a:pt x="1553" y="3789"/>
                </a:lnTo>
                <a:lnTo>
                  <a:pt x="1607" y="3622"/>
                </a:lnTo>
                <a:lnTo>
                  <a:pt x="1662" y="3451"/>
                </a:lnTo>
                <a:lnTo>
                  <a:pt x="1662" y="3281"/>
                </a:lnTo>
                <a:lnTo>
                  <a:pt x="1716" y="3111"/>
                </a:lnTo>
                <a:lnTo>
                  <a:pt x="1798" y="2941"/>
                </a:lnTo>
                <a:lnTo>
                  <a:pt x="1853" y="2773"/>
                </a:lnTo>
                <a:lnTo>
                  <a:pt x="1907" y="2603"/>
                </a:lnTo>
                <a:lnTo>
                  <a:pt x="1962" y="2432"/>
                </a:lnTo>
                <a:lnTo>
                  <a:pt x="1962" y="2262"/>
                </a:lnTo>
                <a:lnTo>
                  <a:pt x="2044" y="2092"/>
                </a:lnTo>
                <a:lnTo>
                  <a:pt x="2098" y="1924"/>
                </a:lnTo>
                <a:lnTo>
                  <a:pt x="2153" y="1754"/>
                </a:lnTo>
                <a:lnTo>
                  <a:pt x="2234" y="1584"/>
                </a:lnTo>
                <a:lnTo>
                  <a:pt x="2289" y="1413"/>
                </a:lnTo>
                <a:lnTo>
                  <a:pt x="2343" y="1243"/>
                </a:lnTo>
                <a:lnTo>
                  <a:pt x="2343" y="1075"/>
                </a:lnTo>
                <a:lnTo>
                  <a:pt x="2398" y="905"/>
                </a:lnTo>
                <a:lnTo>
                  <a:pt x="2480" y="735"/>
                </a:lnTo>
                <a:lnTo>
                  <a:pt x="2534" y="565"/>
                </a:lnTo>
                <a:lnTo>
                  <a:pt x="2589" y="394"/>
                </a:lnTo>
                <a:lnTo>
                  <a:pt x="2670" y="226"/>
                </a:lnTo>
                <a:lnTo>
                  <a:pt x="2670" y="5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6984263" y="3853859"/>
            <a:ext cx="2670" cy="8996"/>
          </a:xfrm>
          <a:custGeom>
            <a:avLst/>
            <a:gdLst/>
            <a:ahLst/>
            <a:cxnLst/>
            <a:rect l="l" t="t" r="r" b="b"/>
            <a:pathLst>
              <a:path w="2670" h="8996">
                <a:moveTo>
                  <a:pt x="0" y="8996"/>
                </a:moveTo>
                <a:lnTo>
                  <a:pt x="54" y="8825"/>
                </a:lnTo>
                <a:lnTo>
                  <a:pt x="54" y="8655"/>
                </a:lnTo>
                <a:lnTo>
                  <a:pt x="109" y="8487"/>
                </a:lnTo>
                <a:lnTo>
                  <a:pt x="190" y="8317"/>
                </a:lnTo>
                <a:lnTo>
                  <a:pt x="245" y="8147"/>
                </a:lnTo>
                <a:lnTo>
                  <a:pt x="299" y="7977"/>
                </a:lnTo>
                <a:lnTo>
                  <a:pt x="354" y="7806"/>
                </a:lnTo>
                <a:lnTo>
                  <a:pt x="354" y="7639"/>
                </a:lnTo>
                <a:lnTo>
                  <a:pt x="436" y="7468"/>
                </a:lnTo>
                <a:lnTo>
                  <a:pt x="490" y="7298"/>
                </a:lnTo>
                <a:lnTo>
                  <a:pt x="545" y="7128"/>
                </a:lnTo>
                <a:lnTo>
                  <a:pt x="626" y="6958"/>
                </a:lnTo>
                <a:lnTo>
                  <a:pt x="626" y="6790"/>
                </a:lnTo>
                <a:lnTo>
                  <a:pt x="681" y="6619"/>
                </a:lnTo>
                <a:lnTo>
                  <a:pt x="735" y="6449"/>
                </a:lnTo>
                <a:lnTo>
                  <a:pt x="790" y="6279"/>
                </a:lnTo>
                <a:lnTo>
                  <a:pt x="872" y="6109"/>
                </a:lnTo>
                <a:lnTo>
                  <a:pt x="926" y="5941"/>
                </a:lnTo>
                <a:lnTo>
                  <a:pt x="981" y="5771"/>
                </a:lnTo>
                <a:lnTo>
                  <a:pt x="981" y="5600"/>
                </a:lnTo>
                <a:lnTo>
                  <a:pt x="1062" y="5430"/>
                </a:lnTo>
                <a:lnTo>
                  <a:pt x="1117" y="5260"/>
                </a:lnTo>
                <a:lnTo>
                  <a:pt x="1171" y="5092"/>
                </a:lnTo>
                <a:lnTo>
                  <a:pt x="1226" y="4922"/>
                </a:lnTo>
                <a:lnTo>
                  <a:pt x="1308" y="4752"/>
                </a:lnTo>
                <a:lnTo>
                  <a:pt x="1308" y="4581"/>
                </a:lnTo>
                <a:lnTo>
                  <a:pt x="1362" y="4411"/>
                </a:lnTo>
                <a:lnTo>
                  <a:pt x="1417" y="4243"/>
                </a:lnTo>
                <a:lnTo>
                  <a:pt x="1471" y="4073"/>
                </a:lnTo>
                <a:lnTo>
                  <a:pt x="1553" y="3903"/>
                </a:lnTo>
                <a:lnTo>
                  <a:pt x="1553" y="3733"/>
                </a:lnTo>
                <a:lnTo>
                  <a:pt x="1607" y="3562"/>
                </a:lnTo>
                <a:lnTo>
                  <a:pt x="1662" y="3395"/>
                </a:lnTo>
                <a:lnTo>
                  <a:pt x="1744" y="3224"/>
                </a:lnTo>
                <a:lnTo>
                  <a:pt x="1798" y="3054"/>
                </a:lnTo>
                <a:lnTo>
                  <a:pt x="1853" y="2884"/>
                </a:lnTo>
                <a:lnTo>
                  <a:pt x="1853" y="2714"/>
                </a:lnTo>
                <a:lnTo>
                  <a:pt x="1907" y="2546"/>
                </a:lnTo>
                <a:lnTo>
                  <a:pt x="1989" y="2376"/>
                </a:lnTo>
                <a:lnTo>
                  <a:pt x="2044" y="2205"/>
                </a:lnTo>
                <a:lnTo>
                  <a:pt x="2098" y="2035"/>
                </a:lnTo>
                <a:lnTo>
                  <a:pt x="2098" y="1865"/>
                </a:lnTo>
                <a:lnTo>
                  <a:pt x="2153" y="1697"/>
                </a:lnTo>
                <a:lnTo>
                  <a:pt x="2234" y="1527"/>
                </a:lnTo>
                <a:lnTo>
                  <a:pt x="2289" y="1357"/>
                </a:lnTo>
                <a:lnTo>
                  <a:pt x="2343" y="1186"/>
                </a:lnTo>
                <a:lnTo>
                  <a:pt x="2343" y="1016"/>
                </a:lnTo>
                <a:lnTo>
                  <a:pt x="2425" y="848"/>
                </a:lnTo>
                <a:lnTo>
                  <a:pt x="2480" y="678"/>
                </a:lnTo>
                <a:lnTo>
                  <a:pt x="2534" y="508"/>
                </a:lnTo>
                <a:lnTo>
                  <a:pt x="2589" y="338"/>
                </a:lnTo>
                <a:lnTo>
                  <a:pt x="2670" y="167"/>
                </a:lnTo>
                <a:lnTo>
                  <a:pt x="2670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6986934" y="3844466"/>
            <a:ext cx="2725" cy="9393"/>
          </a:xfrm>
          <a:custGeom>
            <a:avLst/>
            <a:gdLst/>
            <a:ahLst/>
            <a:cxnLst/>
            <a:rect l="l" t="t" r="r" b="b"/>
            <a:pathLst>
              <a:path w="2725" h="9393">
                <a:moveTo>
                  <a:pt x="0" y="9393"/>
                </a:moveTo>
                <a:lnTo>
                  <a:pt x="54" y="9223"/>
                </a:lnTo>
                <a:lnTo>
                  <a:pt x="109" y="9052"/>
                </a:lnTo>
                <a:lnTo>
                  <a:pt x="190" y="8882"/>
                </a:lnTo>
                <a:lnTo>
                  <a:pt x="245" y="8712"/>
                </a:lnTo>
                <a:lnTo>
                  <a:pt x="245" y="8544"/>
                </a:lnTo>
                <a:lnTo>
                  <a:pt x="299" y="8374"/>
                </a:lnTo>
                <a:lnTo>
                  <a:pt x="354" y="8204"/>
                </a:lnTo>
                <a:lnTo>
                  <a:pt x="436" y="8033"/>
                </a:lnTo>
                <a:lnTo>
                  <a:pt x="436" y="7863"/>
                </a:lnTo>
                <a:lnTo>
                  <a:pt x="490" y="7695"/>
                </a:lnTo>
                <a:lnTo>
                  <a:pt x="545" y="7525"/>
                </a:lnTo>
                <a:lnTo>
                  <a:pt x="599" y="7355"/>
                </a:lnTo>
                <a:lnTo>
                  <a:pt x="681" y="7185"/>
                </a:lnTo>
                <a:lnTo>
                  <a:pt x="735" y="7014"/>
                </a:lnTo>
                <a:lnTo>
                  <a:pt x="735" y="6846"/>
                </a:lnTo>
                <a:lnTo>
                  <a:pt x="790" y="6676"/>
                </a:lnTo>
                <a:lnTo>
                  <a:pt x="872" y="6506"/>
                </a:lnTo>
                <a:lnTo>
                  <a:pt x="926" y="6336"/>
                </a:lnTo>
                <a:lnTo>
                  <a:pt x="981" y="6165"/>
                </a:lnTo>
                <a:lnTo>
                  <a:pt x="981" y="5998"/>
                </a:lnTo>
                <a:lnTo>
                  <a:pt x="1035" y="5827"/>
                </a:lnTo>
                <a:lnTo>
                  <a:pt x="1117" y="5657"/>
                </a:lnTo>
                <a:lnTo>
                  <a:pt x="1171" y="5487"/>
                </a:lnTo>
                <a:lnTo>
                  <a:pt x="1226" y="5317"/>
                </a:lnTo>
                <a:lnTo>
                  <a:pt x="1226" y="5149"/>
                </a:lnTo>
                <a:lnTo>
                  <a:pt x="1308" y="4979"/>
                </a:lnTo>
                <a:lnTo>
                  <a:pt x="1362" y="4808"/>
                </a:lnTo>
                <a:lnTo>
                  <a:pt x="1417" y="4638"/>
                </a:lnTo>
                <a:lnTo>
                  <a:pt x="1471" y="4468"/>
                </a:lnTo>
                <a:lnTo>
                  <a:pt x="1471" y="4300"/>
                </a:lnTo>
                <a:lnTo>
                  <a:pt x="1553" y="4130"/>
                </a:lnTo>
                <a:lnTo>
                  <a:pt x="1607" y="3960"/>
                </a:lnTo>
                <a:lnTo>
                  <a:pt x="1662" y="3789"/>
                </a:lnTo>
                <a:lnTo>
                  <a:pt x="1716" y="3619"/>
                </a:lnTo>
                <a:lnTo>
                  <a:pt x="1716" y="3451"/>
                </a:lnTo>
                <a:lnTo>
                  <a:pt x="1798" y="3281"/>
                </a:lnTo>
                <a:lnTo>
                  <a:pt x="1853" y="3111"/>
                </a:lnTo>
                <a:lnTo>
                  <a:pt x="1907" y="2941"/>
                </a:lnTo>
                <a:lnTo>
                  <a:pt x="1907" y="2770"/>
                </a:lnTo>
                <a:lnTo>
                  <a:pt x="1989" y="2603"/>
                </a:lnTo>
                <a:lnTo>
                  <a:pt x="2043" y="2432"/>
                </a:lnTo>
                <a:lnTo>
                  <a:pt x="2098" y="2262"/>
                </a:lnTo>
                <a:lnTo>
                  <a:pt x="2153" y="2092"/>
                </a:lnTo>
                <a:lnTo>
                  <a:pt x="2153" y="1922"/>
                </a:lnTo>
                <a:lnTo>
                  <a:pt x="2234" y="1754"/>
                </a:lnTo>
                <a:lnTo>
                  <a:pt x="2289" y="1584"/>
                </a:lnTo>
                <a:lnTo>
                  <a:pt x="2343" y="1413"/>
                </a:lnTo>
                <a:lnTo>
                  <a:pt x="2398" y="1243"/>
                </a:lnTo>
                <a:lnTo>
                  <a:pt x="2398" y="1073"/>
                </a:lnTo>
                <a:lnTo>
                  <a:pt x="2480" y="905"/>
                </a:lnTo>
                <a:lnTo>
                  <a:pt x="2534" y="735"/>
                </a:lnTo>
                <a:lnTo>
                  <a:pt x="2589" y="565"/>
                </a:lnTo>
                <a:lnTo>
                  <a:pt x="2589" y="394"/>
                </a:lnTo>
                <a:lnTo>
                  <a:pt x="2670" y="224"/>
                </a:lnTo>
                <a:lnTo>
                  <a:pt x="2725" y="5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6989659" y="3834845"/>
            <a:ext cx="2725" cy="9620"/>
          </a:xfrm>
          <a:custGeom>
            <a:avLst/>
            <a:gdLst/>
            <a:ahLst/>
            <a:cxnLst/>
            <a:rect l="l" t="t" r="r" b="b"/>
            <a:pathLst>
              <a:path w="2725" h="9620">
                <a:moveTo>
                  <a:pt x="0" y="9620"/>
                </a:moveTo>
                <a:lnTo>
                  <a:pt x="54" y="9450"/>
                </a:lnTo>
                <a:lnTo>
                  <a:pt x="109" y="9279"/>
                </a:lnTo>
                <a:lnTo>
                  <a:pt x="190" y="9109"/>
                </a:lnTo>
                <a:lnTo>
                  <a:pt x="245" y="8939"/>
                </a:lnTo>
                <a:lnTo>
                  <a:pt x="245" y="8771"/>
                </a:lnTo>
                <a:lnTo>
                  <a:pt x="299" y="8601"/>
                </a:lnTo>
                <a:lnTo>
                  <a:pt x="381" y="8431"/>
                </a:lnTo>
                <a:lnTo>
                  <a:pt x="436" y="8260"/>
                </a:lnTo>
                <a:lnTo>
                  <a:pt x="436" y="8090"/>
                </a:lnTo>
                <a:lnTo>
                  <a:pt x="490" y="7922"/>
                </a:lnTo>
                <a:lnTo>
                  <a:pt x="545" y="7752"/>
                </a:lnTo>
                <a:lnTo>
                  <a:pt x="626" y="7582"/>
                </a:lnTo>
                <a:lnTo>
                  <a:pt x="626" y="7412"/>
                </a:lnTo>
                <a:lnTo>
                  <a:pt x="681" y="7241"/>
                </a:lnTo>
                <a:lnTo>
                  <a:pt x="735" y="7073"/>
                </a:lnTo>
                <a:lnTo>
                  <a:pt x="790" y="6903"/>
                </a:lnTo>
                <a:lnTo>
                  <a:pt x="790" y="6733"/>
                </a:lnTo>
                <a:lnTo>
                  <a:pt x="872" y="6563"/>
                </a:lnTo>
                <a:lnTo>
                  <a:pt x="926" y="6392"/>
                </a:lnTo>
                <a:lnTo>
                  <a:pt x="981" y="6225"/>
                </a:lnTo>
                <a:lnTo>
                  <a:pt x="1062" y="6054"/>
                </a:lnTo>
                <a:lnTo>
                  <a:pt x="1062" y="5884"/>
                </a:lnTo>
                <a:lnTo>
                  <a:pt x="1117" y="5714"/>
                </a:lnTo>
                <a:lnTo>
                  <a:pt x="1171" y="5544"/>
                </a:lnTo>
                <a:lnTo>
                  <a:pt x="1226" y="5376"/>
                </a:lnTo>
                <a:lnTo>
                  <a:pt x="1226" y="5206"/>
                </a:lnTo>
                <a:lnTo>
                  <a:pt x="1308" y="5035"/>
                </a:lnTo>
                <a:lnTo>
                  <a:pt x="1362" y="4865"/>
                </a:lnTo>
                <a:lnTo>
                  <a:pt x="1417" y="4695"/>
                </a:lnTo>
                <a:lnTo>
                  <a:pt x="1471" y="4527"/>
                </a:lnTo>
                <a:lnTo>
                  <a:pt x="1471" y="4357"/>
                </a:lnTo>
                <a:lnTo>
                  <a:pt x="1553" y="4187"/>
                </a:lnTo>
                <a:lnTo>
                  <a:pt x="1607" y="4016"/>
                </a:lnTo>
                <a:lnTo>
                  <a:pt x="1662" y="3846"/>
                </a:lnTo>
                <a:lnTo>
                  <a:pt x="1662" y="3678"/>
                </a:lnTo>
                <a:lnTo>
                  <a:pt x="1744" y="3508"/>
                </a:lnTo>
                <a:lnTo>
                  <a:pt x="1798" y="3338"/>
                </a:lnTo>
                <a:lnTo>
                  <a:pt x="1853" y="3168"/>
                </a:lnTo>
                <a:lnTo>
                  <a:pt x="1853" y="2997"/>
                </a:lnTo>
                <a:lnTo>
                  <a:pt x="1907" y="2830"/>
                </a:lnTo>
                <a:lnTo>
                  <a:pt x="1989" y="2659"/>
                </a:lnTo>
                <a:lnTo>
                  <a:pt x="2043" y="2489"/>
                </a:lnTo>
                <a:lnTo>
                  <a:pt x="2043" y="2319"/>
                </a:lnTo>
                <a:lnTo>
                  <a:pt x="2098" y="2149"/>
                </a:lnTo>
                <a:lnTo>
                  <a:pt x="2180" y="1981"/>
                </a:lnTo>
                <a:lnTo>
                  <a:pt x="2234" y="1811"/>
                </a:lnTo>
                <a:lnTo>
                  <a:pt x="2289" y="1640"/>
                </a:lnTo>
                <a:lnTo>
                  <a:pt x="2289" y="1470"/>
                </a:lnTo>
                <a:lnTo>
                  <a:pt x="2343" y="1300"/>
                </a:lnTo>
                <a:lnTo>
                  <a:pt x="2425" y="1132"/>
                </a:lnTo>
                <a:lnTo>
                  <a:pt x="2480" y="962"/>
                </a:lnTo>
                <a:lnTo>
                  <a:pt x="2480" y="792"/>
                </a:lnTo>
                <a:lnTo>
                  <a:pt x="2534" y="621"/>
                </a:lnTo>
                <a:lnTo>
                  <a:pt x="2589" y="451"/>
                </a:lnTo>
                <a:lnTo>
                  <a:pt x="2670" y="283"/>
                </a:lnTo>
                <a:lnTo>
                  <a:pt x="2670" y="11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6992384" y="3824830"/>
            <a:ext cx="2725" cy="10015"/>
          </a:xfrm>
          <a:custGeom>
            <a:avLst/>
            <a:gdLst/>
            <a:ahLst/>
            <a:cxnLst/>
            <a:rect l="l" t="t" r="r" b="b"/>
            <a:pathLst>
              <a:path w="2725" h="10015">
                <a:moveTo>
                  <a:pt x="0" y="10015"/>
                </a:moveTo>
                <a:lnTo>
                  <a:pt x="54" y="9844"/>
                </a:lnTo>
                <a:lnTo>
                  <a:pt x="54" y="9674"/>
                </a:lnTo>
                <a:lnTo>
                  <a:pt x="136" y="9504"/>
                </a:lnTo>
                <a:lnTo>
                  <a:pt x="190" y="9336"/>
                </a:lnTo>
                <a:lnTo>
                  <a:pt x="245" y="9166"/>
                </a:lnTo>
                <a:lnTo>
                  <a:pt x="245" y="8996"/>
                </a:lnTo>
                <a:lnTo>
                  <a:pt x="299" y="8825"/>
                </a:lnTo>
                <a:lnTo>
                  <a:pt x="381" y="8658"/>
                </a:lnTo>
                <a:lnTo>
                  <a:pt x="436" y="8487"/>
                </a:lnTo>
                <a:lnTo>
                  <a:pt x="436" y="8317"/>
                </a:lnTo>
                <a:lnTo>
                  <a:pt x="490" y="8147"/>
                </a:lnTo>
                <a:lnTo>
                  <a:pt x="572" y="7977"/>
                </a:lnTo>
                <a:lnTo>
                  <a:pt x="626" y="7809"/>
                </a:lnTo>
                <a:lnTo>
                  <a:pt x="626" y="7639"/>
                </a:lnTo>
                <a:lnTo>
                  <a:pt x="681" y="7468"/>
                </a:lnTo>
                <a:lnTo>
                  <a:pt x="735" y="7298"/>
                </a:lnTo>
                <a:lnTo>
                  <a:pt x="817" y="7128"/>
                </a:lnTo>
                <a:lnTo>
                  <a:pt x="817" y="6960"/>
                </a:lnTo>
                <a:lnTo>
                  <a:pt x="872" y="6790"/>
                </a:lnTo>
                <a:lnTo>
                  <a:pt x="926" y="6619"/>
                </a:lnTo>
                <a:lnTo>
                  <a:pt x="981" y="6449"/>
                </a:lnTo>
                <a:lnTo>
                  <a:pt x="1062" y="6279"/>
                </a:lnTo>
                <a:lnTo>
                  <a:pt x="1062" y="6111"/>
                </a:lnTo>
                <a:lnTo>
                  <a:pt x="1117" y="5941"/>
                </a:lnTo>
                <a:lnTo>
                  <a:pt x="1171" y="5771"/>
                </a:lnTo>
                <a:lnTo>
                  <a:pt x="1171" y="5600"/>
                </a:lnTo>
                <a:lnTo>
                  <a:pt x="1253" y="5430"/>
                </a:lnTo>
                <a:lnTo>
                  <a:pt x="1308" y="5262"/>
                </a:lnTo>
                <a:lnTo>
                  <a:pt x="1362" y="5092"/>
                </a:lnTo>
                <a:lnTo>
                  <a:pt x="1362" y="4922"/>
                </a:lnTo>
                <a:lnTo>
                  <a:pt x="1417" y="4752"/>
                </a:lnTo>
                <a:lnTo>
                  <a:pt x="1498" y="4581"/>
                </a:lnTo>
                <a:lnTo>
                  <a:pt x="1553" y="4414"/>
                </a:lnTo>
                <a:lnTo>
                  <a:pt x="1553" y="4243"/>
                </a:lnTo>
                <a:lnTo>
                  <a:pt x="1607" y="4073"/>
                </a:lnTo>
                <a:lnTo>
                  <a:pt x="1662" y="3903"/>
                </a:lnTo>
                <a:lnTo>
                  <a:pt x="1744" y="3733"/>
                </a:lnTo>
                <a:lnTo>
                  <a:pt x="1744" y="3565"/>
                </a:lnTo>
                <a:lnTo>
                  <a:pt x="1798" y="3395"/>
                </a:lnTo>
                <a:lnTo>
                  <a:pt x="1853" y="3224"/>
                </a:lnTo>
                <a:lnTo>
                  <a:pt x="1934" y="3054"/>
                </a:lnTo>
                <a:lnTo>
                  <a:pt x="1934" y="2884"/>
                </a:lnTo>
                <a:lnTo>
                  <a:pt x="1989" y="2716"/>
                </a:lnTo>
                <a:lnTo>
                  <a:pt x="2043" y="2546"/>
                </a:lnTo>
                <a:lnTo>
                  <a:pt x="2098" y="2376"/>
                </a:lnTo>
                <a:lnTo>
                  <a:pt x="2098" y="2205"/>
                </a:lnTo>
                <a:lnTo>
                  <a:pt x="2180" y="2035"/>
                </a:lnTo>
                <a:lnTo>
                  <a:pt x="2234" y="1867"/>
                </a:lnTo>
                <a:lnTo>
                  <a:pt x="2289" y="1697"/>
                </a:lnTo>
                <a:lnTo>
                  <a:pt x="2289" y="1527"/>
                </a:lnTo>
                <a:lnTo>
                  <a:pt x="2371" y="1357"/>
                </a:lnTo>
                <a:lnTo>
                  <a:pt x="2425" y="1186"/>
                </a:lnTo>
                <a:lnTo>
                  <a:pt x="2425" y="1019"/>
                </a:lnTo>
                <a:lnTo>
                  <a:pt x="2480" y="848"/>
                </a:lnTo>
                <a:lnTo>
                  <a:pt x="2534" y="678"/>
                </a:lnTo>
                <a:lnTo>
                  <a:pt x="2616" y="508"/>
                </a:lnTo>
                <a:lnTo>
                  <a:pt x="2616" y="338"/>
                </a:lnTo>
                <a:lnTo>
                  <a:pt x="2670" y="170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6995110" y="3814588"/>
            <a:ext cx="2725" cy="10242"/>
          </a:xfrm>
          <a:custGeom>
            <a:avLst/>
            <a:gdLst/>
            <a:ahLst/>
            <a:cxnLst/>
            <a:rect l="l" t="t" r="r" b="b"/>
            <a:pathLst>
              <a:path w="2725" h="10242">
                <a:moveTo>
                  <a:pt x="0" y="10242"/>
                </a:moveTo>
                <a:lnTo>
                  <a:pt x="54" y="10071"/>
                </a:lnTo>
                <a:lnTo>
                  <a:pt x="54" y="9901"/>
                </a:lnTo>
                <a:lnTo>
                  <a:pt x="136" y="9731"/>
                </a:lnTo>
                <a:lnTo>
                  <a:pt x="190" y="9563"/>
                </a:lnTo>
                <a:lnTo>
                  <a:pt x="245" y="9393"/>
                </a:lnTo>
                <a:lnTo>
                  <a:pt x="245" y="9223"/>
                </a:lnTo>
                <a:lnTo>
                  <a:pt x="327" y="9052"/>
                </a:lnTo>
                <a:lnTo>
                  <a:pt x="381" y="8882"/>
                </a:lnTo>
                <a:lnTo>
                  <a:pt x="381" y="8714"/>
                </a:lnTo>
                <a:lnTo>
                  <a:pt x="436" y="8544"/>
                </a:lnTo>
                <a:lnTo>
                  <a:pt x="490" y="8374"/>
                </a:lnTo>
                <a:lnTo>
                  <a:pt x="572" y="8204"/>
                </a:lnTo>
                <a:lnTo>
                  <a:pt x="572" y="8033"/>
                </a:lnTo>
                <a:lnTo>
                  <a:pt x="626" y="7866"/>
                </a:lnTo>
                <a:lnTo>
                  <a:pt x="681" y="7695"/>
                </a:lnTo>
                <a:lnTo>
                  <a:pt x="763" y="7525"/>
                </a:lnTo>
                <a:lnTo>
                  <a:pt x="763" y="7355"/>
                </a:lnTo>
                <a:lnTo>
                  <a:pt x="817" y="7185"/>
                </a:lnTo>
                <a:lnTo>
                  <a:pt x="872" y="7017"/>
                </a:lnTo>
                <a:lnTo>
                  <a:pt x="926" y="6846"/>
                </a:lnTo>
                <a:lnTo>
                  <a:pt x="926" y="6676"/>
                </a:lnTo>
                <a:lnTo>
                  <a:pt x="1008" y="6506"/>
                </a:lnTo>
                <a:lnTo>
                  <a:pt x="1062" y="6336"/>
                </a:lnTo>
                <a:lnTo>
                  <a:pt x="1062" y="6168"/>
                </a:lnTo>
                <a:lnTo>
                  <a:pt x="1117" y="5998"/>
                </a:lnTo>
                <a:lnTo>
                  <a:pt x="1171" y="5827"/>
                </a:lnTo>
                <a:lnTo>
                  <a:pt x="1253" y="5657"/>
                </a:lnTo>
                <a:lnTo>
                  <a:pt x="1253" y="5487"/>
                </a:lnTo>
                <a:lnTo>
                  <a:pt x="1308" y="5319"/>
                </a:lnTo>
                <a:lnTo>
                  <a:pt x="1362" y="5149"/>
                </a:lnTo>
                <a:lnTo>
                  <a:pt x="1362" y="4979"/>
                </a:lnTo>
                <a:lnTo>
                  <a:pt x="1444" y="4808"/>
                </a:lnTo>
                <a:lnTo>
                  <a:pt x="1498" y="4638"/>
                </a:lnTo>
                <a:lnTo>
                  <a:pt x="1553" y="4470"/>
                </a:lnTo>
                <a:lnTo>
                  <a:pt x="1553" y="4300"/>
                </a:lnTo>
                <a:lnTo>
                  <a:pt x="1607" y="4130"/>
                </a:lnTo>
                <a:lnTo>
                  <a:pt x="1689" y="3960"/>
                </a:lnTo>
                <a:lnTo>
                  <a:pt x="1744" y="3789"/>
                </a:lnTo>
                <a:lnTo>
                  <a:pt x="1744" y="3622"/>
                </a:lnTo>
                <a:lnTo>
                  <a:pt x="1798" y="3451"/>
                </a:lnTo>
                <a:lnTo>
                  <a:pt x="1853" y="3281"/>
                </a:lnTo>
                <a:lnTo>
                  <a:pt x="1853" y="3111"/>
                </a:lnTo>
                <a:lnTo>
                  <a:pt x="1934" y="2941"/>
                </a:lnTo>
                <a:lnTo>
                  <a:pt x="1989" y="2773"/>
                </a:lnTo>
                <a:lnTo>
                  <a:pt x="2043" y="2603"/>
                </a:lnTo>
                <a:lnTo>
                  <a:pt x="2043" y="2432"/>
                </a:lnTo>
                <a:lnTo>
                  <a:pt x="2125" y="2262"/>
                </a:lnTo>
                <a:lnTo>
                  <a:pt x="2180" y="2092"/>
                </a:lnTo>
                <a:lnTo>
                  <a:pt x="2180" y="1922"/>
                </a:lnTo>
                <a:lnTo>
                  <a:pt x="2234" y="1754"/>
                </a:lnTo>
                <a:lnTo>
                  <a:pt x="2289" y="1584"/>
                </a:lnTo>
                <a:lnTo>
                  <a:pt x="2371" y="1413"/>
                </a:lnTo>
                <a:lnTo>
                  <a:pt x="2371" y="1243"/>
                </a:lnTo>
                <a:lnTo>
                  <a:pt x="2425" y="1075"/>
                </a:lnTo>
                <a:lnTo>
                  <a:pt x="2480" y="905"/>
                </a:lnTo>
                <a:lnTo>
                  <a:pt x="2480" y="735"/>
                </a:lnTo>
                <a:lnTo>
                  <a:pt x="2561" y="565"/>
                </a:lnTo>
                <a:lnTo>
                  <a:pt x="2616" y="394"/>
                </a:lnTo>
                <a:lnTo>
                  <a:pt x="2670" y="226"/>
                </a:lnTo>
                <a:lnTo>
                  <a:pt x="2670" y="5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6997835" y="3804062"/>
            <a:ext cx="2670" cy="10525"/>
          </a:xfrm>
          <a:custGeom>
            <a:avLst/>
            <a:gdLst/>
            <a:ahLst/>
            <a:cxnLst/>
            <a:rect l="l" t="t" r="r" b="b"/>
            <a:pathLst>
              <a:path w="2670" h="10525">
                <a:moveTo>
                  <a:pt x="0" y="10525"/>
                </a:moveTo>
                <a:lnTo>
                  <a:pt x="0" y="10355"/>
                </a:lnTo>
                <a:lnTo>
                  <a:pt x="81" y="10185"/>
                </a:lnTo>
                <a:lnTo>
                  <a:pt x="136" y="10015"/>
                </a:lnTo>
                <a:lnTo>
                  <a:pt x="136" y="9847"/>
                </a:lnTo>
                <a:lnTo>
                  <a:pt x="190" y="9677"/>
                </a:lnTo>
                <a:lnTo>
                  <a:pt x="245" y="9506"/>
                </a:lnTo>
                <a:lnTo>
                  <a:pt x="327" y="9336"/>
                </a:lnTo>
                <a:lnTo>
                  <a:pt x="327" y="9166"/>
                </a:lnTo>
                <a:lnTo>
                  <a:pt x="381" y="8998"/>
                </a:lnTo>
                <a:lnTo>
                  <a:pt x="436" y="8828"/>
                </a:lnTo>
                <a:lnTo>
                  <a:pt x="436" y="8658"/>
                </a:lnTo>
                <a:lnTo>
                  <a:pt x="517" y="8487"/>
                </a:lnTo>
                <a:lnTo>
                  <a:pt x="572" y="8317"/>
                </a:lnTo>
                <a:lnTo>
                  <a:pt x="572" y="8149"/>
                </a:lnTo>
                <a:lnTo>
                  <a:pt x="626" y="7979"/>
                </a:lnTo>
                <a:lnTo>
                  <a:pt x="681" y="7809"/>
                </a:lnTo>
                <a:lnTo>
                  <a:pt x="763" y="7639"/>
                </a:lnTo>
                <a:lnTo>
                  <a:pt x="763" y="7468"/>
                </a:lnTo>
                <a:lnTo>
                  <a:pt x="817" y="7300"/>
                </a:lnTo>
                <a:lnTo>
                  <a:pt x="872" y="7130"/>
                </a:lnTo>
                <a:lnTo>
                  <a:pt x="953" y="6960"/>
                </a:lnTo>
                <a:lnTo>
                  <a:pt x="953" y="6790"/>
                </a:lnTo>
                <a:lnTo>
                  <a:pt x="1008" y="6619"/>
                </a:lnTo>
                <a:lnTo>
                  <a:pt x="1062" y="6452"/>
                </a:lnTo>
                <a:lnTo>
                  <a:pt x="1062" y="6281"/>
                </a:lnTo>
                <a:lnTo>
                  <a:pt x="1117" y="6111"/>
                </a:lnTo>
                <a:lnTo>
                  <a:pt x="1199" y="5941"/>
                </a:lnTo>
                <a:lnTo>
                  <a:pt x="1199" y="5771"/>
                </a:lnTo>
                <a:lnTo>
                  <a:pt x="1253" y="5603"/>
                </a:lnTo>
                <a:lnTo>
                  <a:pt x="1308" y="5433"/>
                </a:lnTo>
                <a:lnTo>
                  <a:pt x="1362" y="5262"/>
                </a:lnTo>
                <a:lnTo>
                  <a:pt x="1362" y="5092"/>
                </a:lnTo>
                <a:lnTo>
                  <a:pt x="1444" y="4922"/>
                </a:lnTo>
                <a:lnTo>
                  <a:pt x="1498" y="4754"/>
                </a:lnTo>
                <a:lnTo>
                  <a:pt x="1498" y="4584"/>
                </a:lnTo>
                <a:lnTo>
                  <a:pt x="1553" y="4414"/>
                </a:lnTo>
                <a:lnTo>
                  <a:pt x="1635" y="4243"/>
                </a:lnTo>
                <a:lnTo>
                  <a:pt x="1635" y="4073"/>
                </a:lnTo>
                <a:lnTo>
                  <a:pt x="1689" y="3905"/>
                </a:lnTo>
                <a:lnTo>
                  <a:pt x="1744" y="3735"/>
                </a:lnTo>
                <a:lnTo>
                  <a:pt x="1798" y="3565"/>
                </a:lnTo>
                <a:lnTo>
                  <a:pt x="1798" y="3395"/>
                </a:lnTo>
                <a:lnTo>
                  <a:pt x="1880" y="3224"/>
                </a:lnTo>
                <a:lnTo>
                  <a:pt x="1934" y="3057"/>
                </a:lnTo>
                <a:lnTo>
                  <a:pt x="1934" y="2886"/>
                </a:lnTo>
                <a:lnTo>
                  <a:pt x="1989" y="2716"/>
                </a:lnTo>
                <a:lnTo>
                  <a:pt x="2043" y="2546"/>
                </a:lnTo>
                <a:lnTo>
                  <a:pt x="2043" y="2376"/>
                </a:lnTo>
                <a:lnTo>
                  <a:pt x="2125" y="2208"/>
                </a:lnTo>
                <a:lnTo>
                  <a:pt x="2180" y="2038"/>
                </a:lnTo>
                <a:lnTo>
                  <a:pt x="2234" y="1867"/>
                </a:lnTo>
                <a:lnTo>
                  <a:pt x="2234" y="1697"/>
                </a:lnTo>
                <a:lnTo>
                  <a:pt x="2316" y="1527"/>
                </a:lnTo>
                <a:lnTo>
                  <a:pt x="2371" y="1359"/>
                </a:lnTo>
                <a:lnTo>
                  <a:pt x="2425" y="1189"/>
                </a:lnTo>
                <a:lnTo>
                  <a:pt x="2425" y="1019"/>
                </a:lnTo>
                <a:lnTo>
                  <a:pt x="2480" y="848"/>
                </a:lnTo>
                <a:lnTo>
                  <a:pt x="2480" y="678"/>
                </a:lnTo>
                <a:lnTo>
                  <a:pt x="2561" y="510"/>
                </a:lnTo>
                <a:lnTo>
                  <a:pt x="2616" y="340"/>
                </a:lnTo>
                <a:lnTo>
                  <a:pt x="2670" y="170"/>
                </a:lnTo>
                <a:lnTo>
                  <a:pt x="2670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7000506" y="3793255"/>
            <a:ext cx="2725" cy="10807"/>
          </a:xfrm>
          <a:custGeom>
            <a:avLst/>
            <a:gdLst/>
            <a:ahLst/>
            <a:cxnLst/>
            <a:rect l="l" t="t" r="r" b="b"/>
            <a:pathLst>
              <a:path w="2725" h="10807">
                <a:moveTo>
                  <a:pt x="0" y="10807"/>
                </a:moveTo>
                <a:lnTo>
                  <a:pt x="81" y="10636"/>
                </a:lnTo>
                <a:lnTo>
                  <a:pt x="136" y="10469"/>
                </a:lnTo>
                <a:lnTo>
                  <a:pt x="136" y="10298"/>
                </a:lnTo>
                <a:lnTo>
                  <a:pt x="190" y="10128"/>
                </a:lnTo>
                <a:lnTo>
                  <a:pt x="245" y="9958"/>
                </a:lnTo>
                <a:lnTo>
                  <a:pt x="327" y="9788"/>
                </a:lnTo>
                <a:lnTo>
                  <a:pt x="327" y="9620"/>
                </a:lnTo>
                <a:lnTo>
                  <a:pt x="381" y="9450"/>
                </a:lnTo>
                <a:lnTo>
                  <a:pt x="436" y="9279"/>
                </a:lnTo>
                <a:lnTo>
                  <a:pt x="436" y="9109"/>
                </a:lnTo>
                <a:lnTo>
                  <a:pt x="490" y="8939"/>
                </a:lnTo>
                <a:lnTo>
                  <a:pt x="572" y="8771"/>
                </a:lnTo>
                <a:lnTo>
                  <a:pt x="572" y="8601"/>
                </a:lnTo>
                <a:lnTo>
                  <a:pt x="626" y="8431"/>
                </a:lnTo>
                <a:lnTo>
                  <a:pt x="681" y="8260"/>
                </a:lnTo>
                <a:lnTo>
                  <a:pt x="681" y="8090"/>
                </a:lnTo>
                <a:lnTo>
                  <a:pt x="763" y="7922"/>
                </a:lnTo>
                <a:lnTo>
                  <a:pt x="817" y="7752"/>
                </a:lnTo>
                <a:lnTo>
                  <a:pt x="872" y="7582"/>
                </a:lnTo>
                <a:lnTo>
                  <a:pt x="872" y="7412"/>
                </a:lnTo>
                <a:lnTo>
                  <a:pt x="926" y="7241"/>
                </a:lnTo>
                <a:lnTo>
                  <a:pt x="1008" y="7073"/>
                </a:lnTo>
                <a:lnTo>
                  <a:pt x="1008" y="6903"/>
                </a:lnTo>
                <a:lnTo>
                  <a:pt x="1062" y="6733"/>
                </a:lnTo>
                <a:lnTo>
                  <a:pt x="1117" y="6563"/>
                </a:lnTo>
                <a:lnTo>
                  <a:pt x="1117" y="6392"/>
                </a:lnTo>
                <a:lnTo>
                  <a:pt x="1199" y="6225"/>
                </a:lnTo>
                <a:lnTo>
                  <a:pt x="1253" y="6054"/>
                </a:lnTo>
                <a:lnTo>
                  <a:pt x="1253" y="5884"/>
                </a:lnTo>
                <a:lnTo>
                  <a:pt x="1308" y="5714"/>
                </a:lnTo>
                <a:lnTo>
                  <a:pt x="1362" y="5544"/>
                </a:lnTo>
                <a:lnTo>
                  <a:pt x="1362" y="5376"/>
                </a:lnTo>
                <a:lnTo>
                  <a:pt x="1444" y="5206"/>
                </a:lnTo>
                <a:lnTo>
                  <a:pt x="1498" y="5035"/>
                </a:lnTo>
                <a:lnTo>
                  <a:pt x="1553" y="4865"/>
                </a:lnTo>
                <a:lnTo>
                  <a:pt x="1553" y="4695"/>
                </a:lnTo>
                <a:lnTo>
                  <a:pt x="1607" y="4527"/>
                </a:lnTo>
                <a:lnTo>
                  <a:pt x="1689" y="4357"/>
                </a:lnTo>
                <a:lnTo>
                  <a:pt x="1689" y="4187"/>
                </a:lnTo>
                <a:lnTo>
                  <a:pt x="1744" y="4016"/>
                </a:lnTo>
                <a:lnTo>
                  <a:pt x="1798" y="3846"/>
                </a:lnTo>
                <a:lnTo>
                  <a:pt x="1798" y="3678"/>
                </a:lnTo>
                <a:lnTo>
                  <a:pt x="1880" y="3508"/>
                </a:lnTo>
                <a:lnTo>
                  <a:pt x="1934" y="3338"/>
                </a:lnTo>
                <a:lnTo>
                  <a:pt x="1934" y="3168"/>
                </a:lnTo>
                <a:lnTo>
                  <a:pt x="1989" y="2997"/>
                </a:lnTo>
                <a:lnTo>
                  <a:pt x="2043" y="2830"/>
                </a:lnTo>
                <a:lnTo>
                  <a:pt x="2043" y="2659"/>
                </a:lnTo>
                <a:lnTo>
                  <a:pt x="2125" y="2489"/>
                </a:lnTo>
                <a:lnTo>
                  <a:pt x="2180" y="2319"/>
                </a:lnTo>
                <a:lnTo>
                  <a:pt x="2180" y="2149"/>
                </a:lnTo>
                <a:lnTo>
                  <a:pt x="2234" y="1981"/>
                </a:lnTo>
                <a:lnTo>
                  <a:pt x="2289" y="1811"/>
                </a:lnTo>
                <a:lnTo>
                  <a:pt x="2371" y="1640"/>
                </a:lnTo>
                <a:lnTo>
                  <a:pt x="2371" y="1470"/>
                </a:lnTo>
                <a:lnTo>
                  <a:pt x="2425" y="1300"/>
                </a:lnTo>
                <a:lnTo>
                  <a:pt x="2480" y="1132"/>
                </a:lnTo>
                <a:lnTo>
                  <a:pt x="2480" y="962"/>
                </a:lnTo>
                <a:lnTo>
                  <a:pt x="2561" y="792"/>
                </a:lnTo>
                <a:lnTo>
                  <a:pt x="2561" y="621"/>
                </a:lnTo>
                <a:lnTo>
                  <a:pt x="2616" y="451"/>
                </a:lnTo>
                <a:lnTo>
                  <a:pt x="2670" y="283"/>
                </a:lnTo>
                <a:lnTo>
                  <a:pt x="2670" y="11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7003231" y="3782164"/>
            <a:ext cx="2752" cy="11090"/>
          </a:xfrm>
          <a:custGeom>
            <a:avLst/>
            <a:gdLst/>
            <a:ahLst/>
            <a:cxnLst/>
            <a:rect l="l" t="t" r="r" b="b"/>
            <a:pathLst>
              <a:path w="2752" h="11090">
                <a:moveTo>
                  <a:pt x="0" y="11090"/>
                </a:moveTo>
                <a:lnTo>
                  <a:pt x="81" y="10920"/>
                </a:lnTo>
                <a:lnTo>
                  <a:pt x="81" y="10750"/>
                </a:lnTo>
                <a:lnTo>
                  <a:pt x="136" y="10582"/>
                </a:lnTo>
                <a:lnTo>
                  <a:pt x="190" y="10412"/>
                </a:lnTo>
                <a:lnTo>
                  <a:pt x="190" y="10242"/>
                </a:lnTo>
                <a:lnTo>
                  <a:pt x="272" y="10071"/>
                </a:lnTo>
                <a:lnTo>
                  <a:pt x="327" y="9901"/>
                </a:lnTo>
                <a:lnTo>
                  <a:pt x="327" y="9733"/>
                </a:lnTo>
                <a:lnTo>
                  <a:pt x="381" y="9563"/>
                </a:lnTo>
                <a:lnTo>
                  <a:pt x="436" y="9393"/>
                </a:lnTo>
                <a:lnTo>
                  <a:pt x="436" y="9223"/>
                </a:lnTo>
                <a:lnTo>
                  <a:pt x="517" y="9052"/>
                </a:lnTo>
                <a:lnTo>
                  <a:pt x="572" y="8885"/>
                </a:lnTo>
                <a:lnTo>
                  <a:pt x="626" y="8714"/>
                </a:lnTo>
                <a:lnTo>
                  <a:pt x="626" y="8544"/>
                </a:lnTo>
                <a:lnTo>
                  <a:pt x="681" y="8374"/>
                </a:lnTo>
                <a:lnTo>
                  <a:pt x="763" y="8204"/>
                </a:lnTo>
                <a:lnTo>
                  <a:pt x="763" y="8036"/>
                </a:lnTo>
                <a:lnTo>
                  <a:pt x="817" y="7866"/>
                </a:lnTo>
                <a:lnTo>
                  <a:pt x="872" y="7695"/>
                </a:lnTo>
                <a:lnTo>
                  <a:pt x="872" y="7525"/>
                </a:lnTo>
                <a:lnTo>
                  <a:pt x="953" y="7355"/>
                </a:lnTo>
                <a:lnTo>
                  <a:pt x="1008" y="7187"/>
                </a:lnTo>
                <a:lnTo>
                  <a:pt x="1008" y="7017"/>
                </a:lnTo>
                <a:lnTo>
                  <a:pt x="1062" y="6846"/>
                </a:lnTo>
                <a:lnTo>
                  <a:pt x="1117" y="6676"/>
                </a:lnTo>
                <a:lnTo>
                  <a:pt x="1117" y="6506"/>
                </a:lnTo>
                <a:lnTo>
                  <a:pt x="1199" y="6338"/>
                </a:lnTo>
                <a:lnTo>
                  <a:pt x="1199" y="6168"/>
                </a:lnTo>
                <a:lnTo>
                  <a:pt x="1253" y="5998"/>
                </a:lnTo>
                <a:lnTo>
                  <a:pt x="1308" y="5827"/>
                </a:lnTo>
                <a:lnTo>
                  <a:pt x="1362" y="5657"/>
                </a:lnTo>
                <a:lnTo>
                  <a:pt x="1362" y="5489"/>
                </a:lnTo>
                <a:lnTo>
                  <a:pt x="1444" y="5319"/>
                </a:lnTo>
                <a:lnTo>
                  <a:pt x="1498" y="5149"/>
                </a:lnTo>
                <a:lnTo>
                  <a:pt x="1498" y="4979"/>
                </a:lnTo>
                <a:lnTo>
                  <a:pt x="1553" y="4808"/>
                </a:lnTo>
                <a:lnTo>
                  <a:pt x="1635" y="4641"/>
                </a:lnTo>
                <a:lnTo>
                  <a:pt x="1635" y="4470"/>
                </a:lnTo>
                <a:lnTo>
                  <a:pt x="1689" y="4300"/>
                </a:lnTo>
                <a:lnTo>
                  <a:pt x="1744" y="4130"/>
                </a:lnTo>
                <a:lnTo>
                  <a:pt x="1744" y="3960"/>
                </a:lnTo>
                <a:lnTo>
                  <a:pt x="1798" y="3792"/>
                </a:lnTo>
                <a:lnTo>
                  <a:pt x="1880" y="3622"/>
                </a:lnTo>
                <a:lnTo>
                  <a:pt x="1880" y="3451"/>
                </a:lnTo>
                <a:lnTo>
                  <a:pt x="1934" y="3281"/>
                </a:lnTo>
                <a:lnTo>
                  <a:pt x="1989" y="3111"/>
                </a:lnTo>
                <a:lnTo>
                  <a:pt x="1989" y="2943"/>
                </a:lnTo>
                <a:lnTo>
                  <a:pt x="2071" y="2773"/>
                </a:lnTo>
                <a:lnTo>
                  <a:pt x="2125" y="2603"/>
                </a:lnTo>
                <a:lnTo>
                  <a:pt x="2125" y="2432"/>
                </a:lnTo>
                <a:lnTo>
                  <a:pt x="2180" y="2262"/>
                </a:lnTo>
                <a:lnTo>
                  <a:pt x="2234" y="2094"/>
                </a:lnTo>
                <a:lnTo>
                  <a:pt x="2234" y="1924"/>
                </a:lnTo>
                <a:lnTo>
                  <a:pt x="2316" y="1754"/>
                </a:lnTo>
                <a:lnTo>
                  <a:pt x="2371" y="1584"/>
                </a:lnTo>
                <a:lnTo>
                  <a:pt x="2371" y="1413"/>
                </a:lnTo>
                <a:lnTo>
                  <a:pt x="2425" y="1246"/>
                </a:lnTo>
                <a:lnTo>
                  <a:pt x="2480" y="1075"/>
                </a:lnTo>
                <a:lnTo>
                  <a:pt x="2480" y="905"/>
                </a:lnTo>
                <a:lnTo>
                  <a:pt x="2561" y="735"/>
                </a:lnTo>
                <a:lnTo>
                  <a:pt x="2616" y="565"/>
                </a:lnTo>
                <a:lnTo>
                  <a:pt x="2616" y="397"/>
                </a:lnTo>
                <a:lnTo>
                  <a:pt x="2670" y="226"/>
                </a:lnTo>
                <a:lnTo>
                  <a:pt x="2752" y="5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7005984" y="3770790"/>
            <a:ext cx="2725" cy="11374"/>
          </a:xfrm>
          <a:custGeom>
            <a:avLst/>
            <a:gdLst/>
            <a:ahLst/>
            <a:cxnLst/>
            <a:rect l="l" t="t" r="r" b="b"/>
            <a:pathLst>
              <a:path w="2725" h="11374">
                <a:moveTo>
                  <a:pt x="0" y="11374"/>
                </a:moveTo>
                <a:lnTo>
                  <a:pt x="54" y="11204"/>
                </a:lnTo>
                <a:lnTo>
                  <a:pt x="54" y="11034"/>
                </a:lnTo>
                <a:lnTo>
                  <a:pt x="109" y="10866"/>
                </a:lnTo>
                <a:lnTo>
                  <a:pt x="163" y="10696"/>
                </a:lnTo>
                <a:lnTo>
                  <a:pt x="163" y="10525"/>
                </a:lnTo>
                <a:lnTo>
                  <a:pt x="245" y="10355"/>
                </a:lnTo>
                <a:lnTo>
                  <a:pt x="299" y="10185"/>
                </a:lnTo>
                <a:lnTo>
                  <a:pt x="299" y="10017"/>
                </a:lnTo>
                <a:lnTo>
                  <a:pt x="354" y="9847"/>
                </a:lnTo>
                <a:lnTo>
                  <a:pt x="436" y="9677"/>
                </a:lnTo>
                <a:lnTo>
                  <a:pt x="436" y="9506"/>
                </a:lnTo>
                <a:lnTo>
                  <a:pt x="490" y="9336"/>
                </a:lnTo>
                <a:lnTo>
                  <a:pt x="490" y="9168"/>
                </a:lnTo>
                <a:lnTo>
                  <a:pt x="545" y="8998"/>
                </a:lnTo>
                <a:lnTo>
                  <a:pt x="599" y="8828"/>
                </a:lnTo>
                <a:lnTo>
                  <a:pt x="599" y="8658"/>
                </a:lnTo>
                <a:lnTo>
                  <a:pt x="681" y="8487"/>
                </a:lnTo>
                <a:lnTo>
                  <a:pt x="735" y="8320"/>
                </a:lnTo>
                <a:lnTo>
                  <a:pt x="735" y="8149"/>
                </a:lnTo>
                <a:lnTo>
                  <a:pt x="790" y="7979"/>
                </a:lnTo>
                <a:lnTo>
                  <a:pt x="844" y="7809"/>
                </a:lnTo>
                <a:lnTo>
                  <a:pt x="844" y="7639"/>
                </a:lnTo>
                <a:lnTo>
                  <a:pt x="926" y="7471"/>
                </a:lnTo>
                <a:lnTo>
                  <a:pt x="981" y="7300"/>
                </a:lnTo>
                <a:lnTo>
                  <a:pt x="981" y="7130"/>
                </a:lnTo>
                <a:lnTo>
                  <a:pt x="1035" y="6960"/>
                </a:lnTo>
                <a:lnTo>
                  <a:pt x="1117" y="6790"/>
                </a:lnTo>
                <a:lnTo>
                  <a:pt x="1117" y="6622"/>
                </a:lnTo>
                <a:lnTo>
                  <a:pt x="1171" y="6452"/>
                </a:lnTo>
                <a:lnTo>
                  <a:pt x="1226" y="6281"/>
                </a:lnTo>
                <a:lnTo>
                  <a:pt x="1226" y="6054"/>
                </a:lnTo>
                <a:lnTo>
                  <a:pt x="1280" y="5884"/>
                </a:lnTo>
                <a:lnTo>
                  <a:pt x="1362" y="5716"/>
                </a:lnTo>
                <a:lnTo>
                  <a:pt x="1362" y="5546"/>
                </a:lnTo>
                <a:lnTo>
                  <a:pt x="1417" y="5376"/>
                </a:lnTo>
                <a:lnTo>
                  <a:pt x="1471" y="5206"/>
                </a:lnTo>
                <a:lnTo>
                  <a:pt x="1471" y="5035"/>
                </a:lnTo>
                <a:lnTo>
                  <a:pt x="1526" y="4868"/>
                </a:lnTo>
                <a:lnTo>
                  <a:pt x="1607" y="4697"/>
                </a:lnTo>
                <a:lnTo>
                  <a:pt x="1607" y="4527"/>
                </a:lnTo>
                <a:lnTo>
                  <a:pt x="1662" y="4357"/>
                </a:lnTo>
                <a:lnTo>
                  <a:pt x="1716" y="4187"/>
                </a:lnTo>
                <a:lnTo>
                  <a:pt x="1716" y="4019"/>
                </a:lnTo>
                <a:lnTo>
                  <a:pt x="1798" y="3849"/>
                </a:lnTo>
                <a:lnTo>
                  <a:pt x="1853" y="3678"/>
                </a:lnTo>
                <a:lnTo>
                  <a:pt x="1853" y="3508"/>
                </a:lnTo>
                <a:lnTo>
                  <a:pt x="1907" y="3338"/>
                </a:lnTo>
                <a:lnTo>
                  <a:pt x="1962" y="3170"/>
                </a:lnTo>
                <a:lnTo>
                  <a:pt x="1962" y="3000"/>
                </a:lnTo>
                <a:lnTo>
                  <a:pt x="2043" y="2830"/>
                </a:lnTo>
                <a:lnTo>
                  <a:pt x="2098" y="2659"/>
                </a:lnTo>
                <a:lnTo>
                  <a:pt x="2098" y="2489"/>
                </a:lnTo>
                <a:lnTo>
                  <a:pt x="2153" y="2321"/>
                </a:lnTo>
                <a:lnTo>
                  <a:pt x="2234" y="2151"/>
                </a:lnTo>
                <a:lnTo>
                  <a:pt x="2234" y="1981"/>
                </a:lnTo>
                <a:lnTo>
                  <a:pt x="2289" y="1811"/>
                </a:lnTo>
                <a:lnTo>
                  <a:pt x="2343" y="1640"/>
                </a:lnTo>
                <a:lnTo>
                  <a:pt x="2343" y="1473"/>
                </a:lnTo>
                <a:lnTo>
                  <a:pt x="2398" y="1302"/>
                </a:lnTo>
                <a:lnTo>
                  <a:pt x="2480" y="1132"/>
                </a:lnTo>
                <a:lnTo>
                  <a:pt x="2480" y="962"/>
                </a:lnTo>
                <a:lnTo>
                  <a:pt x="2534" y="792"/>
                </a:lnTo>
                <a:lnTo>
                  <a:pt x="2534" y="624"/>
                </a:lnTo>
                <a:lnTo>
                  <a:pt x="2589" y="453"/>
                </a:lnTo>
                <a:lnTo>
                  <a:pt x="2643" y="283"/>
                </a:lnTo>
                <a:lnTo>
                  <a:pt x="2643" y="11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7008709" y="3759190"/>
            <a:ext cx="2670" cy="11599"/>
          </a:xfrm>
          <a:custGeom>
            <a:avLst/>
            <a:gdLst/>
            <a:ahLst/>
            <a:cxnLst/>
            <a:rect l="l" t="t" r="r" b="b"/>
            <a:pathLst>
              <a:path w="2670" h="11599">
                <a:moveTo>
                  <a:pt x="0" y="11599"/>
                </a:moveTo>
                <a:lnTo>
                  <a:pt x="0" y="11431"/>
                </a:lnTo>
                <a:lnTo>
                  <a:pt x="54" y="11261"/>
                </a:lnTo>
                <a:lnTo>
                  <a:pt x="109" y="11090"/>
                </a:lnTo>
                <a:lnTo>
                  <a:pt x="109" y="10920"/>
                </a:lnTo>
                <a:lnTo>
                  <a:pt x="190" y="10750"/>
                </a:lnTo>
                <a:lnTo>
                  <a:pt x="245" y="10582"/>
                </a:lnTo>
                <a:lnTo>
                  <a:pt x="245" y="10412"/>
                </a:lnTo>
                <a:lnTo>
                  <a:pt x="299" y="10242"/>
                </a:lnTo>
                <a:lnTo>
                  <a:pt x="354" y="10071"/>
                </a:lnTo>
                <a:lnTo>
                  <a:pt x="354" y="9901"/>
                </a:lnTo>
                <a:lnTo>
                  <a:pt x="436" y="9733"/>
                </a:lnTo>
                <a:lnTo>
                  <a:pt x="436" y="9563"/>
                </a:lnTo>
                <a:lnTo>
                  <a:pt x="490" y="9393"/>
                </a:lnTo>
                <a:lnTo>
                  <a:pt x="545" y="9223"/>
                </a:lnTo>
                <a:lnTo>
                  <a:pt x="545" y="9052"/>
                </a:lnTo>
                <a:lnTo>
                  <a:pt x="626" y="8885"/>
                </a:lnTo>
                <a:lnTo>
                  <a:pt x="681" y="8714"/>
                </a:lnTo>
                <a:lnTo>
                  <a:pt x="681" y="8544"/>
                </a:lnTo>
                <a:lnTo>
                  <a:pt x="735" y="8374"/>
                </a:lnTo>
                <a:lnTo>
                  <a:pt x="790" y="8204"/>
                </a:lnTo>
                <a:lnTo>
                  <a:pt x="790" y="8036"/>
                </a:lnTo>
                <a:lnTo>
                  <a:pt x="872" y="7866"/>
                </a:lnTo>
                <a:lnTo>
                  <a:pt x="926" y="7695"/>
                </a:lnTo>
                <a:lnTo>
                  <a:pt x="926" y="7525"/>
                </a:lnTo>
                <a:lnTo>
                  <a:pt x="981" y="7355"/>
                </a:lnTo>
                <a:lnTo>
                  <a:pt x="981" y="7187"/>
                </a:lnTo>
                <a:lnTo>
                  <a:pt x="1035" y="7017"/>
                </a:lnTo>
                <a:lnTo>
                  <a:pt x="1117" y="6846"/>
                </a:lnTo>
                <a:lnTo>
                  <a:pt x="1117" y="6676"/>
                </a:lnTo>
                <a:lnTo>
                  <a:pt x="1171" y="6506"/>
                </a:lnTo>
                <a:lnTo>
                  <a:pt x="1226" y="6338"/>
                </a:lnTo>
                <a:lnTo>
                  <a:pt x="1226" y="6168"/>
                </a:lnTo>
                <a:lnTo>
                  <a:pt x="1308" y="5998"/>
                </a:lnTo>
                <a:lnTo>
                  <a:pt x="1362" y="5827"/>
                </a:lnTo>
                <a:lnTo>
                  <a:pt x="1362" y="5657"/>
                </a:lnTo>
                <a:lnTo>
                  <a:pt x="1417" y="5489"/>
                </a:lnTo>
                <a:lnTo>
                  <a:pt x="1471" y="5319"/>
                </a:lnTo>
                <a:lnTo>
                  <a:pt x="1471" y="5149"/>
                </a:lnTo>
                <a:lnTo>
                  <a:pt x="1553" y="4979"/>
                </a:lnTo>
                <a:lnTo>
                  <a:pt x="1553" y="4808"/>
                </a:lnTo>
                <a:lnTo>
                  <a:pt x="1607" y="4641"/>
                </a:lnTo>
                <a:lnTo>
                  <a:pt x="1662" y="4470"/>
                </a:lnTo>
                <a:lnTo>
                  <a:pt x="1662" y="4300"/>
                </a:lnTo>
                <a:lnTo>
                  <a:pt x="1716" y="4130"/>
                </a:lnTo>
                <a:lnTo>
                  <a:pt x="1798" y="3960"/>
                </a:lnTo>
                <a:lnTo>
                  <a:pt x="1798" y="3792"/>
                </a:lnTo>
                <a:lnTo>
                  <a:pt x="1853" y="3622"/>
                </a:lnTo>
                <a:lnTo>
                  <a:pt x="1907" y="3395"/>
                </a:lnTo>
                <a:lnTo>
                  <a:pt x="1907" y="3224"/>
                </a:lnTo>
                <a:lnTo>
                  <a:pt x="1989" y="3054"/>
                </a:lnTo>
                <a:lnTo>
                  <a:pt x="2043" y="2886"/>
                </a:lnTo>
                <a:lnTo>
                  <a:pt x="2043" y="2716"/>
                </a:lnTo>
                <a:lnTo>
                  <a:pt x="2098" y="2546"/>
                </a:lnTo>
                <a:lnTo>
                  <a:pt x="2153" y="2376"/>
                </a:lnTo>
                <a:lnTo>
                  <a:pt x="2153" y="2205"/>
                </a:lnTo>
                <a:lnTo>
                  <a:pt x="2234" y="2038"/>
                </a:lnTo>
                <a:lnTo>
                  <a:pt x="2289" y="1867"/>
                </a:lnTo>
                <a:lnTo>
                  <a:pt x="2289" y="1697"/>
                </a:lnTo>
                <a:lnTo>
                  <a:pt x="2343" y="1527"/>
                </a:lnTo>
                <a:lnTo>
                  <a:pt x="2343" y="1357"/>
                </a:lnTo>
                <a:lnTo>
                  <a:pt x="2425" y="1189"/>
                </a:lnTo>
                <a:lnTo>
                  <a:pt x="2480" y="1019"/>
                </a:lnTo>
                <a:lnTo>
                  <a:pt x="2480" y="848"/>
                </a:lnTo>
                <a:lnTo>
                  <a:pt x="2534" y="678"/>
                </a:lnTo>
                <a:lnTo>
                  <a:pt x="2589" y="508"/>
                </a:lnTo>
                <a:lnTo>
                  <a:pt x="2589" y="340"/>
                </a:lnTo>
                <a:lnTo>
                  <a:pt x="2670" y="170"/>
                </a:lnTo>
                <a:lnTo>
                  <a:pt x="2670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7011380" y="3747359"/>
            <a:ext cx="2725" cy="11831"/>
          </a:xfrm>
          <a:custGeom>
            <a:avLst/>
            <a:gdLst/>
            <a:ahLst/>
            <a:cxnLst/>
            <a:rect l="l" t="t" r="r" b="b"/>
            <a:pathLst>
              <a:path w="2725" h="11831">
                <a:moveTo>
                  <a:pt x="0" y="11831"/>
                </a:moveTo>
                <a:lnTo>
                  <a:pt x="54" y="11660"/>
                </a:lnTo>
                <a:lnTo>
                  <a:pt x="109" y="11490"/>
                </a:lnTo>
                <a:lnTo>
                  <a:pt x="109" y="11322"/>
                </a:lnTo>
                <a:lnTo>
                  <a:pt x="163" y="11152"/>
                </a:lnTo>
                <a:lnTo>
                  <a:pt x="245" y="10982"/>
                </a:lnTo>
                <a:lnTo>
                  <a:pt x="245" y="10812"/>
                </a:lnTo>
                <a:lnTo>
                  <a:pt x="299" y="10641"/>
                </a:lnTo>
                <a:lnTo>
                  <a:pt x="354" y="10474"/>
                </a:lnTo>
                <a:lnTo>
                  <a:pt x="354" y="10303"/>
                </a:lnTo>
                <a:lnTo>
                  <a:pt x="436" y="10133"/>
                </a:lnTo>
                <a:lnTo>
                  <a:pt x="490" y="9963"/>
                </a:lnTo>
                <a:lnTo>
                  <a:pt x="490" y="9793"/>
                </a:lnTo>
                <a:lnTo>
                  <a:pt x="545" y="9625"/>
                </a:lnTo>
                <a:lnTo>
                  <a:pt x="599" y="9455"/>
                </a:lnTo>
                <a:lnTo>
                  <a:pt x="599" y="9277"/>
                </a:lnTo>
                <a:lnTo>
                  <a:pt x="681" y="9104"/>
                </a:lnTo>
                <a:lnTo>
                  <a:pt x="681" y="8956"/>
                </a:lnTo>
                <a:lnTo>
                  <a:pt x="735" y="8783"/>
                </a:lnTo>
                <a:lnTo>
                  <a:pt x="790" y="8611"/>
                </a:lnTo>
                <a:lnTo>
                  <a:pt x="790" y="8438"/>
                </a:lnTo>
                <a:lnTo>
                  <a:pt x="872" y="8265"/>
                </a:lnTo>
                <a:lnTo>
                  <a:pt x="926" y="8093"/>
                </a:lnTo>
                <a:lnTo>
                  <a:pt x="926" y="7870"/>
                </a:lnTo>
                <a:lnTo>
                  <a:pt x="981" y="7698"/>
                </a:lnTo>
                <a:lnTo>
                  <a:pt x="1035" y="7525"/>
                </a:lnTo>
                <a:lnTo>
                  <a:pt x="1035" y="7352"/>
                </a:lnTo>
                <a:lnTo>
                  <a:pt x="1117" y="7180"/>
                </a:lnTo>
                <a:lnTo>
                  <a:pt x="1171" y="7032"/>
                </a:lnTo>
                <a:lnTo>
                  <a:pt x="1171" y="6859"/>
                </a:lnTo>
                <a:lnTo>
                  <a:pt x="1226" y="6637"/>
                </a:lnTo>
                <a:lnTo>
                  <a:pt x="1280" y="6464"/>
                </a:lnTo>
                <a:lnTo>
                  <a:pt x="1280" y="6291"/>
                </a:lnTo>
                <a:lnTo>
                  <a:pt x="1362" y="6119"/>
                </a:lnTo>
                <a:lnTo>
                  <a:pt x="1362" y="5946"/>
                </a:lnTo>
                <a:lnTo>
                  <a:pt x="1417" y="5773"/>
                </a:lnTo>
                <a:lnTo>
                  <a:pt x="1471" y="5600"/>
                </a:lnTo>
                <a:lnTo>
                  <a:pt x="1471" y="5428"/>
                </a:lnTo>
                <a:lnTo>
                  <a:pt x="1553" y="5255"/>
                </a:lnTo>
                <a:lnTo>
                  <a:pt x="1607" y="5107"/>
                </a:lnTo>
                <a:lnTo>
                  <a:pt x="1607" y="4934"/>
                </a:lnTo>
                <a:lnTo>
                  <a:pt x="1662" y="4762"/>
                </a:lnTo>
                <a:lnTo>
                  <a:pt x="1716" y="4589"/>
                </a:lnTo>
                <a:lnTo>
                  <a:pt x="1716" y="4416"/>
                </a:lnTo>
                <a:lnTo>
                  <a:pt x="1798" y="4243"/>
                </a:lnTo>
                <a:lnTo>
                  <a:pt x="1798" y="4071"/>
                </a:lnTo>
                <a:lnTo>
                  <a:pt x="1853" y="3898"/>
                </a:lnTo>
                <a:lnTo>
                  <a:pt x="1907" y="3750"/>
                </a:lnTo>
                <a:lnTo>
                  <a:pt x="1907" y="3577"/>
                </a:lnTo>
                <a:lnTo>
                  <a:pt x="1962" y="3404"/>
                </a:lnTo>
                <a:lnTo>
                  <a:pt x="2043" y="3182"/>
                </a:lnTo>
                <a:lnTo>
                  <a:pt x="2043" y="3010"/>
                </a:lnTo>
                <a:lnTo>
                  <a:pt x="2098" y="2837"/>
                </a:lnTo>
                <a:lnTo>
                  <a:pt x="2153" y="2664"/>
                </a:lnTo>
                <a:lnTo>
                  <a:pt x="2153" y="2492"/>
                </a:lnTo>
                <a:lnTo>
                  <a:pt x="2234" y="2319"/>
                </a:lnTo>
                <a:lnTo>
                  <a:pt x="2289" y="2097"/>
                </a:lnTo>
                <a:lnTo>
                  <a:pt x="2289" y="1924"/>
                </a:lnTo>
                <a:lnTo>
                  <a:pt x="2343" y="1751"/>
                </a:lnTo>
                <a:lnTo>
                  <a:pt x="2398" y="1579"/>
                </a:lnTo>
                <a:lnTo>
                  <a:pt x="2398" y="1431"/>
                </a:lnTo>
                <a:lnTo>
                  <a:pt x="2480" y="1258"/>
                </a:lnTo>
                <a:lnTo>
                  <a:pt x="2480" y="1085"/>
                </a:lnTo>
                <a:lnTo>
                  <a:pt x="2534" y="912"/>
                </a:lnTo>
                <a:lnTo>
                  <a:pt x="2589" y="740"/>
                </a:lnTo>
                <a:lnTo>
                  <a:pt x="2589" y="567"/>
                </a:lnTo>
                <a:lnTo>
                  <a:pt x="2670" y="394"/>
                </a:lnTo>
                <a:lnTo>
                  <a:pt x="2725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7014105" y="3735319"/>
            <a:ext cx="2725" cy="12040"/>
          </a:xfrm>
          <a:custGeom>
            <a:avLst/>
            <a:gdLst/>
            <a:ahLst/>
            <a:cxnLst/>
            <a:rect l="l" t="t" r="r" b="b"/>
            <a:pathLst>
              <a:path w="2725" h="12040">
                <a:moveTo>
                  <a:pt x="0" y="12040"/>
                </a:moveTo>
                <a:lnTo>
                  <a:pt x="54" y="11868"/>
                </a:lnTo>
                <a:lnTo>
                  <a:pt x="109" y="11695"/>
                </a:lnTo>
                <a:lnTo>
                  <a:pt x="109" y="11547"/>
                </a:lnTo>
                <a:lnTo>
                  <a:pt x="190" y="11374"/>
                </a:lnTo>
                <a:lnTo>
                  <a:pt x="245" y="11152"/>
                </a:lnTo>
                <a:lnTo>
                  <a:pt x="245" y="10979"/>
                </a:lnTo>
                <a:lnTo>
                  <a:pt x="299" y="10807"/>
                </a:lnTo>
                <a:lnTo>
                  <a:pt x="354" y="10634"/>
                </a:lnTo>
                <a:lnTo>
                  <a:pt x="354" y="10461"/>
                </a:lnTo>
                <a:lnTo>
                  <a:pt x="436" y="10288"/>
                </a:lnTo>
                <a:lnTo>
                  <a:pt x="436" y="10116"/>
                </a:lnTo>
                <a:lnTo>
                  <a:pt x="490" y="9943"/>
                </a:lnTo>
                <a:lnTo>
                  <a:pt x="545" y="9770"/>
                </a:lnTo>
                <a:lnTo>
                  <a:pt x="545" y="9622"/>
                </a:lnTo>
                <a:lnTo>
                  <a:pt x="626" y="9450"/>
                </a:lnTo>
                <a:lnTo>
                  <a:pt x="681" y="9228"/>
                </a:lnTo>
                <a:lnTo>
                  <a:pt x="681" y="9055"/>
                </a:lnTo>
                <a:lnTo>
                  <a:pt x="735" y="8882"/>
                </a:lnTo>
                <a:lnTo>
                  <a:pt x="790" y="8709"/>
                </a:lnTo>
                <a:lnTo>
                  <a:pt x="790" y="8537"/>
                </a:lnTo>
                <a:lnTo>
                  <a:pt x="872" y="8315"/>
                </a:lnTo>
                <a:lnTo>
                  <a:pt x="926" y="8142"/>
                </a:lnTo>
                <a:lnTo>
                  <a:pt x="926" y="7969"/>
                </a:lnTo>
                <a:lnTo>
                  <a:pt x="981" y="7796"/>
                </a:lnTo>
                <a:lnTo>
                  <a:pt x="1035" y="7624"/>
                </a:lnTo>
                <a:lnTo>
                  <a:pt x="1035" y="7402"/>
                </a:lnTo>
                <a:lnTo>
                  <a:pt x="1117" y="7229"/>
                </a:lnTo>
                <a:lnTo>
                  <a:pt x="1171" y="7056"/>
                </a:lnTo>
                <a:lnTo>
                  <a:pt x="1171" y="6908"/>
                </a:lnTo>
                <a:lnTo>
                  <a:pt x="1226" y="6735"/>
                </a:lnTo>
                <a:lnTo>
                  <a:pt x="1308" y="6489"/>
                </a:lnTo>
                <a:lnTo>
                  <a:pt x="1308" y="6341"/>
                </a:lnTo>
                <a:lnTo>
                  <a:pt x="1362" y="6168"/>
                </a:lnTo>
                <a:lnTo>
                  <a:pt x="1362" y="5995"/>
                </a:lnTo>
                <a:lnTo>
                  <a:pt x="1417" y="5823"/>
                </a:lnTo>
                <a:lnTo>
                  <a:pt x="1471" y="5650"/>
                </a:lnTo>
                <a:lnTo>
                  <a:pt x="1471" y="5477"/>
                </a:lnTo>
                <a:lnTo>
                  <a:pt x="1553" y="5304"/>
                </a:lnTo>
                <a:lnTo>
                  <a:pt x="1607" y="5132"/>
                </a:lnTo>
                <a:lnTo>
                  <a:pt x="1607" y="4984"/>
                </a:lnTo>
                <a:lnTo>
                  <a:pt x="1662" y="4811"/>
                </a:lnTo>
                <a:lnTo>
                  <a:pt x="1662" y="4638"/>
                </a:lnTo>
                <a:lnTo>
                  <a:pt x="1744" y="4465"/>
                </a:lnTo>
                <a:lnTo>
                  <a:pt x="1798" y="4293"/>
                </a:lnTo>
                <a:lnTo>
                  <a:pt x="1798" y="4120"/>
                </a:lnTo>
                <a:lnTo>
                  <a:pt x="1853" y="3947"/>
                </a:lnTo>
                <a:lnTo>
                  <a:pt x="1853" y="3775"/>
                </a:lnTo>
                <a:lnTo>
                  <a:pt x="1907" y="3602"/>
                </a:lnTo>
                <a:lnTo>
                  <a:pt x="1989" y="3454"/>
                </a:lnTo>
                <a:lnTo>
                  <a:pt x="1989" y="3281"/>
                </a:lnTo>
                <a:lnTo>
                  <a:pt x="2043" y="3108"/>
                </a:lnTo>
                <a:lnTo>
                  <a:pt x="2043" y="2936"/>
                </a:lnTo>
                <a:lnTo>
                  <a:pt x="2098" y="2763"/>
                </a:lnTo>
                <a:lnTo>
                  <a:pt x="2153" y="2590"/>
                </a:lnTo>
                <a:lnTo>
                  <a:pt x="2153" y="2368"/>
                </a:lnTo>
                <a:lnTo>
                  <a:pt x="2234" y="2195"/>
                </a:lnTo>
                <a:lnTo>
                  <a:pt x="2289" y="2023"/>
                </a:lnTo>
                <a:lnTo>
                  <a:pt x="2289" y="1850"/>
                </a:lnTo>
                <a:lnTo>
                  <a:pt x="2343" y="1702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534" y="1011"/>
                </a:lnTo>
                <a:lnTo>
                  <a:pt x="2534" y="789"/>
                </a:lnTo>
                <a:lnTo>
                  <a:pt x="2589" y="616"/>
                </a:lnTo>
                <a:lnTo>
                  <a:pt x="2670" y="444"/>
                </a:lnTo>
                <a:lnTo>
                  <a:pt x="2670" y="271"/>
                </a:lnTo>
                <a:lnTo>
                  <a:pt x="2725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7016831" y="3723080"/>
            <a:ext cx="2725" cy="12238"/>
          </a:xfrm>
          <a:custGeom>
            <a:avLst/>
            <a:gdLst/>
            <a:ahLst/>
            <a:cxnLst/>
            <a:rect l="l" t="t" r="r" b="b"/>
            <a:pathLst>
              <a:path w="2725" h="12238">
                <a:moveTo>
                  <a:pt x="0" y="12238"/>
                </a:moveTo>
                <a:lnTo>
                  <a:pt x="54" y="12065"/>
                </a:lnTo>
                <a:lnTo>
                  <a:pt x="54" y="11892"/>
                </a:lnTo>
                <a:lnTo>
                  <a:pt x="136" y="11720"/>
                </a:lnTo>
                <a:lnTo>
                  <a:pt x="190" y="11497"/>
                </a:lnTo>
                <a:lnTo>
                  <a:pt x="190" y="11325"/>
                </a:lnTo>
                <a:lnTo>
                  <a:pt x="245" y="11152"/>
                </a:lnTo>
                <a:lnTo>
                  <a:pt x="299" y="10979"/>
                </a:lnTo>
                <a:lnTo>
                  <a:pt x="299" y="10807"/>
                </a:lnTo>
                <a:lnTo>
                  <a:pt x="381" y="10659"/>
                </a:lnTo>
                <a:lnTo>
                  <a:pt x="381" y="10486"/>
                </a:lnTo>
                <a:lnTo>
                  <a:pt x="436" y="10313"/>
                </a:lnTo>
                <a:lnTo>
                  <a:pt x="490" y="10140"/>
                </a:lnTo>
                <a:lnTo>
                  <a:pt x="490" y="9968"/>
                </a:lnTo>
                <a:lnTo>
                  <a:pt x="545" y="9795"/>
                </a:lnTo>
                <a:lnTo>
                  <a:pt x="626" y="9622"/>
                </a:lnTo>
                <a:lnTo>
                  <a:pt x="626" y="9450"/>
                </a:lnTo>
                <a:lnTo>
                  <a:pt x="681" y="9228"/>
                </a:lnTo>
                <a:lnTo>
                  <a:pt x="681" y="9055"/>
                </a:lnTo>
                <a:lnTo>
                  <a:pt x="735" y="8882"/>
                </a:lnTo>
                <a:lnTo>
                  <a:pt x="817" y="8734"/>
                </a:lnTo>
                <a:lnTo>
                  <a:pt x="817" y="8487"/>
                </a:lnTo>
                <a:lnTo>
                  <a:pt x="872" y="8315"/>
                </a:lnTo>
                <a:lnTo>
                  <a:pt x="926" y="8167"/>
                </a:lnTo>
                <a:lnTo>
                  <a:pt x="926" y="7994"/>
                </a:lnTo>
                <a:lnTo>
                  <a:pt x="981" y="7821"/>
                </a:lnTo>
                <a:lnTo>
                  <a:pt x="1062" y="7648"/>
                </a:lnTo>
                <a:lnTo>
                  <a:pt x="1062" y="7476"/>
                </a:lnTo>
                <a:lnTo>
                  <a:pt x="1117" y="7303"/>
                </a:lnTo>
                <a:lnTo>
                  <a:pt x="1171" y="7081"/>
                </a:lnTo>
                <a:lnTo>
                  <a:pt x="1171" y="6908"/>
                </a:lnTo>
                <a:lnTo>
                  <a:pt x="1226" y="6735"/>
                </a:lnTo>
                <a:lnTo>
                  <a:pt x="1308" y="6563"/>
                </a:lnTo>
                <a:lnTo>
                  <a:pt x="1308" y="6415"/>
                </a:lnTo>
                <a:lnTo>
                  <a:pt x="1362" y="6242"/>
                </a:lnTo>
                <a:lnTo>
                  <a:pt x="1362" y="6069"/>
                </a:lnTo>
                <a:lnTo>
                  <a:pt x="1417" y="5897"/>
                </a:lnTo>
                <a:lnTo>
                  <a:pt x="1417" y="5724"/>
                </a:lnTo>
                <a:lnTo>
                  <a:pt x="1498" y="5551"/>
                </a:lnTo>
                <a:lnTo>
                  <a:pt x="1553" y="5378"/>
                </a:lnTo>
                <a:lnTo>
                  <a:pt x="1553" y="5206"/>
                </a:lnTo>
                <a:lnTo>
                  <a:pt x="1607" y="5033"/>
                </a:lnTo>
                <a:lnTo>
                  <a:pt x="1607" y="4885"/>
                </a:lnTo>
                <a:lnTo>
                  <a:pt x="1662" y="4712"/>
                </a:lnTo>
                <a:lnTo>
                  <a:pt x="1744" y="4539"/>
                </a:lnTo>
                <a:lnTo>
                  <a:pt x="1744" y="4367"/>
                </a:lnTo>
                <a:lnTo>
                  <a:pt x="1798" y="4194"/>
                </a:lnTo>
                <a:lnTo>
                  <a:pt x="1853" y="4021"/>
                </a:lnTo>
                <a:lnTo>
                  <a:pt x="1853" y="3849"/>
                </a:lnTo>
                <a:lnTo>
                  <a:pt x="1934" y="3676"/>
                </a:lnTo>
                <a:lnTo>
                  <a:pt x="1934" y="3528"/>
                </a:lnTo>
                <a:lnTo>
                  <a:pt x="1989" y="3355"/>
                </a:lnTo>
                <a:lnTo>
                  <a:pt x="2043" y="3182"/>
                </a:lnTo>
                <a:lnTo>
                  <a:pt x="2043" y="3010"/>
                </a:lnTo>
                <a:lnTo>
                  <a:pt x="2098" y="2837"/>
                </a:lnTo>
                <a:lnTo>
                  <a:pt x="2098" y="2664"/>
                </a:lnTo>
                <a:lnTo>
                  <a:pt x="2180" y="2492"/>
                </a:lnTo>
                <a:lnTo>
                  <a:pt x="2180" y="2319"/>
                </a:lnTo>
                <a:lnTo>
                  <a:pt x="2234" y="2171"/>
                </a:lnTo>
                <a:lnTo>
                  <a:pt x="2289" y="1998"/>
                </a:lnTo>
                <a:lnTo>
                  <a:pt x="2289" y="1825"/>
                </a:lnTo>
                <a:lnTo>
                  <a:pt x="2343" y="1653"/>
                </a:lnTo>
                <a:lnTo>
                  <a:pt x="2425" y="1480"/>
                </a:lnTo>
                <a:lnTo>
                  <a:pt x="2425" y="1307"/>
                </a:lnTo>
                <a:lnTo>
                  <a:pt x="2480" y="1085"/>
                </a:lnTo>
                <a:lnTo>
                  <a:pt x="2534" y="912"/>
                </a:lnTo>
                <a:lnTo>
                  <a:pt x="2534" y="740"/>
                </a:lnTo>
                <a:lnTo>
                  <a:pt x="2616" y="567"/>
                </a:lnTo>
                <a:lnTo>
                  <a:pt x="2616" y="394"/>
                </a:lnTo>
                <a:lnTo>
                  <a:pt x="2670" y="246"/>
                </a:lnTo>
                <a:lnTo>
                  <a:pt x="2725" y="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7019556" y="3710595"/>
            <a:ext cx="2725" cy="12484"/>
          </a:xfrm>
          <a:custGeom>
            <a:avLst/>
            <a:gdLst/>
            <a:ahLst/>
            <a:cxnLst/>
            <a:rect l="l" t="t" r="r" b="b"/>
            <a:pathLst>
              <a:path w="2725" h="12484">
                <a:moveTo>
                  <a:pt x="0" y="12484"/>
                </a:moveTo>
                <a:lnTo>
                  <a:pt x="0" y="12262"/>
                </a:lnTo>
                <a:lnTo>
                  <a:pt x="54" y="12090"/>
                </a:lnTo>
                <a:lnTo>
                  <a:pt x="136" y="11917"/>
                </a:lnTo>
                <a:lnTo>
                  <a:pt x="136" y="11769"/>
                </a:lnTo>
                <a:lnTo>
                  <a:pt x="190" y="11596"/>
                </a:lnTo>
                <a:lnTo>
                  <a:pt x="245" y="11423"/>
                </a:lnTo>
                <a:lnTo>
                  <a:pt x="245" y="11251"/>
                </a:lnTo>
                <a:lnTo>
                  <a:pt x="327" y="11029"/>
                </a:lnTo>
                <a:lnTo>
                  <a:pt x="381" y="10856"/>
                </a:lnTo>
                <a:lnTo>
                  <a:pt x="381" y="10683"/>
                </a:lnTo>
                <a:lnTo>
                  <a:pt x="436" y="10511"/>
                </a:lnTo>
                <a:lnTo>
                  <a:pt x="436" y="10338"/>
                </a:lnTo>
                <a:lnTo>
                  <a:pt x="490" y="10165"/>
                </a:lnTo>
                <a:lnTo>
                  <a:pt x="572" y="9992"/>
                </a:lnTo>
                <a:lnTo>
                  <a:pt x="572" y="9770"/>
                </a:lnTo>
                <a:lnTo>
                  <a:pt x="626" y="9598"/>
                </a:lnTo>
                <a:lnTo>
                  <a:pt x="681" y="9450"/>
                </a:lnTo>
                <a:lnTo>
                  <a:pt x="681" y="9203"/>
                </a:lnTo>
                <a:lnTo>
                  <a:pt x="735" y="9030"/>
                </a:lnTo>
                <a:lnTo>
                  <a:pt x="817" y="8882"/>
                </a:lnTo>
                <a:lnTo>
                  <a:pt x="817" y="8709"/>
                </a:lnTo>
                <a:lnTo>
                  <a:pt x="872" y="8537"/>
                </a:lnTo>
                <a:lnTo>
                  <a:pt x="872" y="8364"/>
                </a:lnTo>
                <a:lnTo>
                  <a:pt x="926" y="8191"/>
                </a:lnTo>
                <a:lnTo>
                  <a:pt x="1008" y="7969"/>
                </a:lnTo>
                <a:lnTo>
                  <a:pt x="1008" y="7796"/>
                </a:lnTo>
                <a:lnTo>
                  <a:pt x="1062" y="7624"/>
                </a:lnTo>
                <a:lnTo>
                  <a:pt x="1117" y="7402"/>
                </a:lnTo>
                <a:lnTo>
                  <a:pt x="1117" y="7229"/>
                </a:lnTo>
                <a:lnTo>
                  <a:pt x="1171" y="7056"/>
                </a:lnTo>
                <a:lnTo>
                  <a:pt x="1253" y="6883"/>
                </a:lnTo>
                <a:lnTo>
                  <a:pt x="1253" y="6711"/>
                </a:lnTo>
                <a:lnTo>
                  <a:pt x="1308" y="6563"/>
                </a:lnTo>
                <a:lnTo>
                  <a:pt x="1308" y="6390"/>
                </a:lnTo>
                <a:lnTo>
                  <a:pt x="1362" y="6217"/>
                </a:lnTo>
                <a:lnTo>
                  <a:pt x="1362" y="6045"/>
                </a:lnTo>
                <a:lnTo>
                  <a:pt x="1417" y="5872"/>
                </a:lnTo>
                <a:lnTo>
                  <a:pt x="1498" y="5650"/>
                </a:lnTo>
                <a:lnTo>
                  <a:pt x="1498" y="5477"/>
                </a:lnTo>
                <a:lnTo>
                  <a:pt x="1553" y="5304"/>
                </a:lnTo>
                <a:lnTo>
                  <a:pt x="1607" y="5132"/>
                </a:lnTo>
                <a:lnTo>
                  <a:pt x="1607" y="4959"/>
                </a:lnTo>
                <a:lnTo>
                  <a:pt x="1689" y="4786"/>
                </a:lnTo>
                <a:lnTo>
                  <a:pt x="1744" y="4638"/>
                </a:lnTo>
                <a:lnTo>
                  <a:pt x="1744" y="4465"/>
                </a:lnTo>
                <a:lnTo>
                  <a:pt x="1798" y="4293"/>
                </a:lnTo>
                <a:lnTo>
                  <a:pt x="1798" y="4120"/>
                </a:lnTo>
                <a:lnTo>
                  <a:pt x="1853" y="3898"/>
                </a:lnTo>
                <a:lnTo>
                  <a:pt x="1934" y="3725"/>
                </a:lnTo>
                <a:lnTo>
                  <a:pt x="1934" y="3553"/>
                </a:lnTo>
                <a:lnTo>
                  <a:pt x="1989" y="3330"/>
                </a:lnTo>
                <a:lnTo>
                  <a:pt x="2043" y="3158"/>
                </a:lnTo>
                <a:lnTo>
                  <a:pt x="2043" y="2985"/>
                </a:lnTo>
                <a:lnTo>
                  <a:pt x="2125" y="2763"/>
                </a:lnTo>
                <a:lnTo>
                  <a:pt x="2180" y="2590"/>
                </a:lnTo>
                <a:lnTo>
                  <a:pt x="2180" y="2418"/>
                </a:lnTo>
                <a:lnTo>
                  <a:pt x="2234" y="2195"/>
                </a:lnTo>
                <a:lnTo>
                  <a:pt x="2289" y="2023"/>
                </a:lnTo>
                <a:lnTo>
                  <a:pt x="2289" y="1850"/>
                </a:lnTo>
                <a:lnTo>
                  <a:pt x="2371" y="1677"/>
                </a:lnTo>
                <a:lnTo>
                  <a:pt x="2371" y="1505"/>
                </a:lnTo>
                <a:lnTo>
                  <a:pt x="2425" y="1357"/>
                </a:lnTo>
                <a:lnTo>
                  <a:pt x="2480" y="1110"/>
                </a:lnTo>
                <a:lnTo>
                  <a:pt x="2480" y="962"/>
                </a:lnTo>
                <a:lnTo>
                  <a:pt x="2534" y="789"/>
                </a:lnTo>
                <a:lnTo>
                  <a:pt x="2616" y="542"/>
                </a:lnTo>
                <a:lnTo>
                  <a:pt x="2616" y="394"/>
                </a:lnTo>
                <a:lnTo>
                  <a:pt x="2670" y="222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7022281" y="3697962"/>
            <a:ext cx="2670" cy="12632"/>
          </a:xfrm>
          <a:custGeom>
            <a:avLst/>
            <a:gdLst/>
            <a:ahLst/>
            <a:cxnLst/>
            <a:rect l="l" t="t" r="r" b="b"/>
            <a:pathLst>
              <a:path w="2670" h="12632">
                <a:moveTo>
                  <a:pt x="0" y="12632"/>
                </a:moveTo>
                <a:lnTo>
                  <a:pt x="0" y="12460"/>
                </a:lnTo>
                <a:lnTo>
                  <a:pt x="81" y="12287"/>
                </a:lnTo>
                <a:lnTo>
                  <a:pt x="81" y="12114"/>
                </a:lnTo>
                <a:lnTo>
                  <a:pt x="136" y="11942"/>
                </a:lnTo>
                <a:lnTo>
                  <a:pt x="190" y="11769"/>
                </a:lnTo>
                <a:lnTo>
                  <a:pt x="190" y="11547"/>
                </a:lnTo>
                <a:lnTo>
                  <a:pt x="245" y="11374"/>
                </a:lnTo>
                <a:lnTo>
                  <a:pt x="327" y="11201"/>
                </a:lnTo>
                <a:lnTo>
                  <a:pt x="327" y="11029"/>
                </a:lnTo>
                <a:lnTo>
                  <a:pt x="381" y="10856"/>
                </a:lnTo>
                <a:lnTo>
                  <a:pt x="381" y="10708"/>
                </a:lnTo>
                <a:lnTo>
                  <a:pt x="436" y="10461"/>
                </a:lnTo>
                <a:lnTo>
                  <a:pt x="490" y="10313"/>
                </a:lnTo>
                <a:lnTo>
                  <a:pt x="490" y="10140"/>
                </a:lnTo>
                <a:lnTo>
                  <a:pt x="572" y="9968"/>
                </a:lnTo>
                <a:lnTo>
                  <a:pt x="626" y="9795"/>
                </a:lnTo>
                <a:lnTo>
                  <a:pt x="626" y="9622"/>
                </a:lnTo>
                <a:lnTo>
                  <a:pt x="681" y="9450"/>
                </a:lnTo>
                <a:lnTo>
                  <a:pt x="681" y="9277"/>
                </a:lnTo>
                <a:lnTo>
                  <a:pt x="763" y="9104"/>
                </a:lnTo>
                <a:lnTo>
                  <a:pt x="817" y="8882"/>
                </a:lnTo>
                <a:lnTo>
                  <a:pt x="817" y="8709"/>
                </a:lnTo>
                <a:lnTo>
                  <a:pt x="872" y="8537"/>
                </a:lnTo>
                <a:lnTo>
                  <a:pt x="872" y="8389"/>
                </a:lnTo>
                <a:lnTo>
                  <a:pt x="926" y="8216"/>
                </a:lnTo>
                <a:lnTo>
                  <a:pt x="1008" y="8043"/>
                </a:lnTo>
                <a:lnTo>
                  <a:pt x="1008" y="7870"/>
                </a:lnTo>
                <a:lnTo>
                  <a:pt x="1062" y="7698"/>
                </a:lnTo>
                <a:lnTo>
                  <a:pt x="1062" y="7525"/>
                </a:lnTo>
                <a:lnTo>
                  <a:pt x="1117" y="7352"/>
                </a:lnTo>
                <a:lnTo>
                  <a:pt x="1199" y="7180"/>
                </a:lnTo>
                <a:lnTo>
                  <a:pt x="1199" y="7007"/>
                </a:lnTo>
                <a:lnTo>
                  <a:pt x="1253" y="6785"/>
                </a:lnTo>
                <a:lnTo>
                  <a:pt x="1308" y="6612"/>
                </a:lnTo>
                <a:lnTo>
                  <a:pt x="1308" y="6464"/>
                </a:lnTo>
                <a:lnTo>
                  <a:pt x="1362" y="6291"/>
                </a:lnTo>
                <a:lnTo>
                  <a:pt x="1362" y="6119"/>
                </a:lnTo>
                <a:lnTo>
                  <a:pt x="1444" y="5946"/>
                </a:lnTo>
                <a:lnTo>
                  <a:pt x="1444" y="5773"/>
                </a:lnTo>
                <a:lnTo>
                  <a:pt x="1498" y="5600"/>
                </a:lnTo>
                <a:lnTo>
                  <a:pt x="1553" y="5428"/>
                </a:lnTo>
                <a:lnTo>
                  <a:pt x="1553" y="5255"/>
                </a:lnTo>
                <a:lnTo>
                  <a:pt x="1607" y="5107"/>
                </a:lnTo>
                <a:lnTo>
                  <a:pt x="1607" y="4934"/>
                </a:lnTo>
                <a:lnTo>
                  <a:pt x="1689" y="4762"/>
                </a:lnTo>
                <a:lnTo>
                  <a:pt x="1744" y="4589"/>
                </a:lnTo>
                <a:lnTo>
                  <a:pt x="1744" y="4416"/>
                </a:lnTo>
                <a:lnTo>
                  <a:pt x="1798" y="4243"/>
                </a:lnTo>
                <a:lnTo>
                  <a:pt x="1798" y="4071"/>
                </a:lnTo>
                <a:lnTo>
                  <a:pt x="1880" y="3898"/>
                </a:lnTo>
                <a:lnTo>
                  <a:pt x="1880" y="3725"/>
                </a:lnTo>
                <a:lnTo>
                  <a:pt x="1934" y="3577"/>
                </a:lnTo>
                <a:lnTo>
                  <a:pt x="1989" y="3404"/>
                </a:lnTo>
                <a:lnTo>
                  <a:pt x="1989" y="3232"/>
                </a:lnTo>
                <a:lnTo>
                  <a:pt x="2043" y="3059"/>
                </a:lnTo>
                <a:lnTo>
                  <a:pt x="2043" y="2886"/>
                </a:lnTo>
                <a:lnTo>
                  <a:pt x="2125" y="2714"/>
                </a:lnTo>
                <a:lnTo>
                  <a:pt x="2180" y="2541"/>
                </a:lnTo>
                <a:lnTo>
                  <a:pt x="2180" y="2368"/>
                </a:lnTo>
                <a:lnTo>
                  <a:pt x="2234" y="2220"/>
                </a:lnTo>
                <a:lnTo>
                  <a:pt x="2234" y="2047"/>
                </a:lnTo>
                <a:lnTo>
                  <a:pt x="2316" y="1825"/>
                </a:lnTo>
                <a:lnTo>
                  <a:pt x="2371" y="1653"/>
                </a:lnTo>
                <a:lnTo>
                  <a:pt x="2371" y="1480"/>
                </a:lnTo>
                <a:lnTo>
                  <a:pt x="2425" y="1307"/>
                </a:lnTo>
                <a:lnTo>
                  <a:pt x="2425" y="1134"/>
                </a:lnTo>
                <a:lnTo>
                  <a:pt x="2480" y="962"/>
                </a:lnTo>
                <a:lnTo>
                  <a:pt x="2561" y="789"/>
                </a:lnTo>
                <a:lnTo>
                  <a:pt x="2561" y="616"/>
                </a:lnTo>
                <a:lnTo>
                  <a:pt x="2616" y="444"/>
                </a:lnTo>
                <a:lnTo>
                  <a:pt x="2616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7024952" y="3685132"/>
            <a:ext cx="2725" cy="12830"/>
          </a:xfrm>
          <a:custGeom>
            <a:avLst/>
            <a:gdLst/>
            <a:ahLst/>
            <a:cxnLst/>
            <a:rect l="l" t="t" r="r" b="b"/>
            <a:pathLst>
              <a:path w="2725" h="12830">
                <a:moveTo>
                  <a:pt x="0" y="12830"/>
                </a:moveTo>
                <a:lnTo>
                  <a:pt x="54" y="12657"/>
                </a:lnTo>
                <a:lnTo>
                  <a:pt x="54" y="12484"/>
                </a:lnTo>
                <a:lnTo>
                  <a:pt x="136" y="12312"/>
                </a:lnTo>
                <a:lnTo>
                  <a:pt x="190" y="12164"/>
                </a:lnTo>
                <a:lnTo>
                  <a:pt x="190" y="11991"/>
                </a:lnTo>
                <a:lnTo>
                  <a:pt x="245" y="11818"/>
                </a:lnTo>
                <a:lnTo>
                  <a:pt x="245" y="11646"/>
                </a:lnTo>
                <a:lnTo>
                  <a:pt x="327" y="11473"/>
                </a:lnTo>
                <a:lnTo>
                  <a:pt x="381" y="11251"/>
                </a:lnTo>
                <a:lnTo>
                  <a:pt x="381" y="11078"/>
                </a:lnTo>
                <a:lnTo>
                  <a:pt x="436" y="10905"/>
                </a:lnTo>
                <a:lnTo>
                  <a:pt x="436" y="10733"/>
                </a:lnTo>
                <a:lnTo>
                  <a:pt x="490" y="10560"/>
                </a:lnTo>
                <a:lnTo>
                  <a:pt x="572" y="10412"/>
                </a:lnTo>
                <a:lnTo>
                  <a:pt x="572" y="10239"/>
                </a:lnTo>
                <a:lnTo>
                  <a:pt x="626" y="10066"/>
                </a:lnTo>
                <a:lnTo>
                  <a:pt x="681" y="9844"/>
                </a:lnTo>
                <a:lnTo>
                  <a:pt x="681" y="9672"/>
                </a:lnTo>
                <a:lnTo>
                  <a:pt x="735" y="9499"/>
                </a:lnTo>
                <a:lnTo>
                  <a:pt x="735" y="9326"/>
                </a:lnTo>
                <a:lnTo>
                  <a:pt x="817" y="9153"/>
                </a:lnTo>
                <a:lnTo>
                  <a:pt x="872" y="8981"/>
                </a:lnTo>
                <a:lnTo>
                  <a:pt x="872" y="8808"/>
                </a:lnTo>
                <a:lnTo>
                  <a:pt x="926" y="8635"/>
                </a:lnTo>
                <a:lnTo>
                  <a:pt x="926" y="8413"/>
                </a:lnTo>
                <a:lnTo>
                  <a:pt x="1008" y="8241"/>
                </a:lnTo>
                <a:lnTo>
                  <a:pt x="1062" y="8068"/>
                </a:lnTo>
                <a:lnTo>
                  <a:pt x="1062" y="7920"/>
                </a:lnTo>
                <a:lnTo>
                  <a:pt x="1117" y="7747"/>
                </a:lnTo>
                <a:lnTo>
                  <a:pt x="1117" y="7574"/>
                </a:lnTo>
                <a:lnTo>
                  <a:pt x="1171" y="7402"/>
                </a:lnTo>
                <a:lnTo>
                  <a:pt x="1253" y="7229"/>
                </a:lnTo>
                <a:lnTo>
                  <a:pt x="1253" y="7007"/>
                </a:lnTo>
                <a:lnTo>
                  <a:pt x="1308" y="6834"/>
                </a:lnTo>
                <a:lnTo>
                  <a:pt x="1362" y="6661"/>
                </a:lnTo>
                <a:lnTo>
                  <a:pt x="1362" y="6489"/>
                </a:lnTo>
                <a:lnTo>
                  <a:pt x="1444" y="6316"/>
                </a:lnTo>
                <a:lnTo>
                  <a:pt x="1444" y="6094"/>
                </a:lnTo>
                <a:lnTo>
                  <a:pt x="1498" y="5921"/>
                </a:lnTo>
                <a:lnTo>
                  <a:pt x="1553" y="5748"/>
                </a:lnTo>
                <a:lnTo>
                  <a:pt x="1553" y="5600"/>
                </a:lnTo>
                <a:lnTo>
                  <a:pt x="1607" y="5428"/>
                </a:lnTo>
                <a:lnTo>
                  <a:pt x="1607" y="5206"/>
                </a:lnTo>
                <a:lnTo>
                  <a:pt x="1689" y="5033"/>
                </a:lnTo>
                <a:lnTo>
                  <a:pt x="1744" y="4860"/>
                </a:lnTo>
                <a:lnTo>
                  <a:pt x="1744" y="4688"/>
                </a:lnTo>
                <a:lnTo>
                  <a:pt x="1798" y="4515"/>
                </a:lnTo>
                <a:lnTo>
                  <a:pt x="1798" y="4293"/>
                </a:lnTo>
                <a:lnTo>
                  <a:pt x="1853" y="4120"/>
                </a:lnTo>
                <a:lnTo>
                  <a:pt x="1934" y="3947"/>
                </a:lnTo>
                <a:lnTo>
                  <a:pt x="1934" y="3775"/>
                </a:lnTo>
                <a:lnTo>
                  <a:pt x="1989" y="3602"/>
                </a:lnTo>
                <a:lnTo>
                  <a:pt x="2043" y="3380"/>
                </a:lnTo>
                <a:lnTo>
                  <a:pt x="2043" y="3207"/>
                </a:lnTo>
                <a:lnTo>
                  <a:pt x="2125" y="3034"/>
                </a:lnTo>
                <a:lnTo>
                  <a:pt x="2125" y="2862"/>
                </a:lnTo>
                <a:lnTo>
                  <a:pt x="2180" y="2714"/>
                </a:lnTo>
                <a:lnTo>
                  <a:pt x="2234" y="2467"/>
                </a:lnTo>
                <a:lnTo>
                  <a:pt x="2234" y="2319"/>
                </a:lnTo>
                <a:lnTo>
                  <a:pt x="2289" y="2146"/>
                </a:lnTo>
                <a:lnTo>
                  <a:pt x="2289" y="1973"/>
                </a:lnTo>
                <a:lnTo>
                  <a:pt x="2371" y="1801"/>
                </a:lnTo>
                <a:lnTo>
                  <a:pt x="2425" y="1579"/>
                </a:lnTo>
                <a:lnTo>
                  <a:pt x="2425" y="1406"/>
                </a:lnTo>
                <a:lnTo>
                  <a:pt x="2480" y="1233"/>
                </a:lnTo>
                <a:lnTo>
                  <a:pt x="2480" y="1060"/>
                </a:lnTo>
                <a:lnTo>
                  <a:pt x="2561" y="888"/>
                </a:lnTo>
                <a:lnTo>
                  <a:pt x="2616" y="666"/>
                </a:lnTo>
                <a:lnTo>
                  <a:pt x="2616" y="493"/>
                </a:lnTo>
                <a:lnTo>
                  <a:pt x="2670" y="271"/>
                </a:lnTo>
                <a:lnTo>
                  <a:pt x="2725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7027677" y="3672104"/>
            <a:ext cx="2752" cy="13027"/>
          </a:xfrm>
          <a:custGeom>
            <a:avLst/>
            <a:gdLst/>
            <a:ahLst/>
            <a:cxnLst/>
            <a:rect l="l" t="t" r="r" b="b"/>
            <a:pathLst>
              <a:path w="2752" h="13027">
                <a:moveTo>
                  <a:pt x="0" y="13027"/>
                </a:moveTo>
                <a:lnTo>
                  <a:pt x="81" y="12855"/>
                </a:lnTo>
                <a:lnTo>
                  <a:pt x="81" y="12682"/>
                </a:lnTo>
                <a:lnTo>
                  <a:pt x="136" y="12509"/>
                </a:lnTo>
                <a:lnTo>
                  <a:pt x="136" y="12336"/>
                </a:lnTo>
                <a:lnTo>
                  <a:pt x="190" y="12164"/>
                </a:lnTo>
                <a:lnTo>
                  <a:pt x="245" y="11942"/>
                </a:lnTo>
                <a:lnTo>
                  <a:pt x="245" y="11769"/>
                </a:lnTo>
                <a:lnTo>
                  <a:pt x="327" y="11547"/>
                </a:lnTo>
                <a:lnTo>
                  <a:pt x="381" y="11374"/>
                </a:lnTo>
                <a:lnTo>
                  <a:pt x="381" y="11201"/>
                </a:lnTo>
                <a:lnTo>
                  <a:pt x="436" y="11029"/>
                </a:lnTo>
                <a:lnTo>
                  <a:pt x="436" y="10856"/>
                </a:lnTo>
                <a:lnTo>
                  <a:pt x="517" y="10634"/>
                </a:lnTo>
                <a:lnTo>
                  <a:pt x="572" y="10461"/>
                </a:lnTo>
                <a:lnTo>
                  <a:pt x="572" y="10239"/>
                </a:lnTo>
                <a:lnTo>
                  <a:pt x="626" y="10066"/>
                </a:lnTo>
                <a:lnTo>
                  <a:pt x="681" y="9894"/>
                </a:lnTo>
                <a:lnTo>
                  <a:pt x="681" y="9746"/>
                </a:lnTo>
                <a:lnTo>
                  <a:pt x="763" y="9573"/>
                </a:lnTo>
                <a:lnTo>
                  <a:pt x="763" y="9400"/>
                </a:lnTo>
                <a:lnTo>
                  <a:pt x="817" y="9228"/>
                </a:lnTo>
                <a:lnTo>
                  <a:pt x="872" y="9055"/>
                </a:lnTo>
                <a:lnTo>
                  <a:pt x="872" y="8882"/>
                </a:lnTo>
                <a:lnTo>
                  <a:pt x="926" y="8709"/>
                </a:lnTo>
                <a:lnTo>
                  <a:pt x="926" y="8487"/>
                </a:lnTo>
                <a:lnTo>
                  <a:pt x="1008" y="8315"/>
                </a:lnTo>
                <a:lnTo>
                  <a:pt x="1062" y="8093"/>
                </a:lnTo>
                <a:lnTo>
                  <a:pt x="1062" y="7920"/>
                </a:lnTo>
                <a:lnTo>
                  <a:pt x="1117" y="7747"/>
                </a:lnTo>
                <a:lnTo>
                  <a:pt x="1117" y="7574"/>
                </a:lnTo>
                <a:lnTo>
                  <a:pt x="1199" y="7402"/>
                </a:lnTo>
                <a:lnTo>
                  <a:pt x="1253" y="7254"/>
                </a:lnTo>
                <a:lnTo>
                  <a:pt x="1253" y="7081"/>
                </a:lnTo>
                <a:lnTo>
                  <a:pt x="1308" y="6908"/>
                </a:lnTo>
                <a:lnTo>
                  <a:pt x="1308" y="6735"/>
                </a:lnTo>
                <a:lnTo>
                  <a:pt x="1362" y="6563"/>
                </a:lnTo>
                <a:lnTo>
                  <a:pt x="1362" y="6390"/>
                </a:lnTo>
                <a:lnTo>
                  <a:pt x="1444" y="6217"/>
                </a:lnTo>
                <a:lnTo>
                  <a:pt x="1498" y="5995"/>
                </a:lnTo>
                <a:lnTo>
                  <a:pt x="1498" y="5823"/>
                </a:lnTo>
                <a:lnTo>
                  <a:pt x="1553" y="5650"/>
                </a:lnTo>
                <a:lnTo>
                  <a:pt x="1553" y="5502"/>
                </a:lnTo>
                <a:lnTo>
                  <a:pt x="1635" y="5329"/>
                </a:lnTo>
                <a:lnTo>
                  <a:pt x="1689" y="5156"/>
                </a:lnTo>
                <a:lnTo>
                  <a:pt x="1689" y="4984"/>
                </a:lnTo>
                <a:lnTo>
                  <a:pt x="1744" y="4811"/>
                </a:lnTo>
                <a:lnTo>
                  <a:pt x="1744" y="4638"/>
                </a:lnTo>
                <a:lnTo>
                  <a:pt x="1798" y="4465"/>
                </a:lnTo>
                <a:lnTo>
                  <a:pt x="1798" y="4293"/>
                </a:lnTo>
                <a:lnTo>
                  <a:pt x="1880" y="4120"/>
                </a:lnTo>
                <a:lnTo>
                  <a:pt x="1934" y="3898"/>
                </a:lnTo>
                <a:lnTo>
                  <a:pt x="1934" y="3725"/>
                </a:lnTo>
                <a:lnTo>
                  <a:pt x="1989" y="3577"/>
                </a:lnTo>
                <a:lnTo>
                  <a:pt x="2043" y="3404"/>
                </a:lnTo>
                <a:lnTo>
                  <a:pt x="2043" y="3232"/>
                </a:lnTo>
                <a:lnTo>
                  <a:pt x="2125" y="3059"/>
                </a:lnTo>
                <a:lnTo>
                  <a:pt x="2125" y="2886"/>
                </a:lnTo>
                <a:lnTo>
                  <a:pt x="2180" y="2664"/>
                </a:lnTo>
                <a:lnTo>
                  <a:pt x="2234" y="2492"/>
                </a:lnTo>
                <a:lnTo>
                  <a:pt x="2234" y="2269"/>
                </a:lnTo>
                <a:lnTo>
                  <a:pt x="2316" y="2097"/>
                </a:lnTo>
                <a:lnTo>
                  <a:pt x="2371" y="1924"/>
                </a:lnTo>
                <a:lnTo>
                  <a:pt x="2371" y="1751"/>
                </a:lnTo>
                <a:lnTo>
                  <a:pt x="2425" y="1579"/>
                </a:lnTo>
                <a:lnTo>
                  <a:pt x="2425" y="1406"/>
                </a:lnTo>
                <a:lnTo>
                  <a:pt x="2480" y="1258"/>
                </a:lnTo>
                <a:lnTo>
                  <a:pt x="2480" y="1011"/>
                </a:lnTo>
                <a:lnTo>
                  <a:pt x="2561" y="838"/>
                </a:lnTo>
                <a:lnTo>
                  <a:pt x="2616" y="616"/>
                </a:lnTo>
                <a:lnTo>
                  <a:pt x="2616" y="444"/>
                </a:lnTo>
                <a:lnTo>
                  <a:pt x="2670" y="222"/>
                </a:lnTo>
                <a:lnTo>
                  <a:pt x="2752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7030430" y="3658928"/>
            <a:ext cx="2725" cy="13175"/>
          </a:xfrm>
          <a:custGeom>
            <a:avLst/>
            <a:gdLst/>
            <a:ahLst/>
            <a:cxnLst/>
            <a:rect l="l" t="t" r="r" b="b"/>
            <a:pathLst>
              <a:path w="2725" h="13175">
                <a:moveTo>
                  <a:pt x="0" y="13175"/>
                </a:moveTo>
                <a:lnTo>
                  <a:pt x="54" y="12953"/>
                </a:lnTo>
                <a:lnTo>
                  <a:pt x="54" y="12781"/>
                </a:lnTo>
                <a:lnTo>
                  <a:pt x="109" y="12558"/>
                </a:lnTo>
                <a:lnTo>
                  <a:pt x="163" y="12386"/>
                </a:lnTo>
                <a:lnTo>
                  <a:pt x="163" y="12164"/>
                </a:lnTo>
                <a:lnTo>
                  <a:pt x="245" y="11991"/>
                </a:lnTo>
                <a:lnTo>
                  <a:pt x="299" y="11769"/>
                </a:lnTo>
                <a:lnTo>
                  <a:pt x="299" y="11596"/>
                </a:lnTo>
                <a:lnTo>
                  <a:pt x="354" y="11374"/>
                </a:lnTo>
                <a:lnTo>
                  <a:pt x="408" y="11201"/>
                </a:lnTo>
                <a:lnTo>
                  <a:pt x="408" y="10979"/>
                </a:lnTo>
                <a:lnTo>
                  <a:pt x="490" y="10807"/>
                </a:lnTo>
                <a:lnTo>
                  <a:pt x="545" y="10585"/>
                </a:lnTo>
                <a:lnTo>
                  <a:pt x="545" y="10412"/>
                </a:lnTo>
                <a:lnTo>
                  <a:pt x="599" y="10190"/>
                </a:lnTo>
                <a:lnTo>
                  <a:pt x="681" y="10017"/>
                </a:lnTo>
                <a:lnTo>
                  <a:pt x="681" y="9770"/>
                </a:lnTo>
                <a:lnTo>
                  <a:pt x="735" y="9622"/>
                </a:lnTo>
                <a:lnTo>
                  <a:pt x="735" y="9376"/>
                </a:lnTo>
                <a:lnTo>
                  <a:pt x="790" y="9228"/>
                </a:lnTo>
                <a:lnTo>
                  <a:pt x="844" y="8981"/>
                </a:lnTo>
                <a:lnTo>
                  <a:pt x="844" y="8808"/>
                </a:lnTo>
                <a:lnTo>
                  <a:pt x="926" y="8586"/>
                </a:lnTo>
                <a:lnTo>
                  <a:pt x="981" y="8413"/>
                </a:lnTo>
                <a:lnTo>
                  <a:pt x="981" y="8191"/>
                </a:lnTo>
                <a:lnTo>
                  <a:pt x="1035" y="8018"/>
                </a:lnTo>
                <a:lnTo>
                  <a:pt x="1090" y="7796"/>
                </a:lnTo>
                <a:lnTo>
                  <a:pt x="1090" y="7624"/>
                </a:lnTo>
                <a:lnTo>
                  <a:pt x="1171" y="7402"/>
                </a:lnTo>
                <a:lnTo>
                  <a:pt x="1226" y="7229"/>
                </a:lnTo>
                <a:lnTo>
                  <a:pt x="1226" y="7007"/>
                </a:lnTo>
                <a:lnTo>
                  <a:pt x="1280" y="6834"/>
                </a:lnTo>
                <a:lnTo>
                  <a:pt x="1362" y="6612"/>
                </a:lnTo>
                <a:lnTo>
                  <a:pt x="1362" y="6439"/>
                </a:lnTo>
                <a:lnTo>
                  <a:pt x="1417" y="6217"/>
                </a:lnTo>
                <a:lnTo>
                  <a:pt x="1471" y="6045"/>
                </a:lnTo>
                <a:lnTo>
                  <a:pt x="1471" y="5823"/>
                </a:lnTo>
                <a:lnTo>
                  <a:pt x="1526" y="5650"/>
                </a:lnTo>
                <a:lnTo>
                  <a:pt x="1607" y="5428"/>
                </a:lnTo>
                <a:lnTo>
                  <a:pt x="1607" y="5255"/>
                </a:lnTo>
                <a:lnTo>
                  <a:pt x="1662" y="5082"/>
                </a:lnTo>
                <a:lnTo>
                  <a:pt x="1662" y="4910"/>
                </a:lnTo>
                <a:lnTo>
                  <a:pt x="1716" y="4688"/>
                </a:lnTo>
                <a:lnTo>
                  <a:pt x="1798" y="4515"/>
                </a:lnTo>
                <a:lnTo>
                  <a:pt x="1798" y="4293"/>
                </a:lnTo>
                <a:lnTo>
                  <a:pt x="1853" y="4120"/>
                </a:lnTo>
                <a:lnTo>
                  <a:pt x="1907" y="3898"/>
                </a:lnTo>
                <a:lnTo>
                  <a:pt x="1907" y="3725"/>
                </a:lnTo>
                <a:lnTo>
                  <a:pt x="1962" y="3503"/>
                </a:lnTo>
                <a:lnTo>
                  <a:pt x="2043" y="3330"/>
                </a:lnTo>
                <a:lnTo>
                  <a:pt x="2043" y="3158"/>
                </a:lnTo>
                <a:lnTo>
                  <a:pt x="2098" y="2985"/>
                </a:lnTo>
                <a:lnTo>
                  <a:pt x="2098" y="2763"/>
                </a:lnTo>
                <a:lnTo>
                  <a:pt x="2153" y="2590"/>
                </a:lnTo>
                <a:lnTo>
                  <a:pt x="2207" y="2368"/>
                </a:lnTo>
                <a:lnTo>
                  <a:pt x="2207" y="2195"/>
                </a:lnTo>
                <a:lnTo>
                  <a:pt x="2289" y="1973"/>
                </a:lnTo>
                <a:lnTo>
                  <a:pt x="2343" y="1801"/>
                </a:lnTo>
                <a:lnTo>
                  <a:pt x="2343" y="1628"/>
                </a:lnTo>
                <a:lnTo>
                  <a:pt x="2398" y="1455"/>
                </a:lnTo>
                <a:lnTo>
                  <a:pt x="2480" y="1233"/>
                </a:lnTo>
                <a:lnTo>
                  <a:pt x="2480" y="1060"/>
                </a:lnTo>
                <a:lnTo>
                  <a:pt x="2534" y="838"/>
                </a:lnTo>
                <a:lnTo>
                  <a:pt x="2589" y="666"/>
                </a:lnTo>
                <a:lnTo>
                  <a:pt x="2589" y="444"/>
                </a:lnTo>
                <a:lnTo>
                  <a:pt x="2643" y="271"/>
                </a:lnTo>
                <a:lnTo>
                  <a:pt x="2643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7033155" y="3645629"/>
            <a:ext cx="2725" cy="13299"/>
          </a:xfrm>
          <a:custGeom>
            <a:avLst/>
            <a:gdLst/>
            <a:ahLst/>
            <a:cxnLst/>
            <a:rect l="l" t="t" r="r" b="b"/>
            <a:pathLst>
              <a:path w="2725" h="13299">
                <a:moveTo>
                  <a:pt x="0" y="13299"/>
                </a:moveTo>
                <a:lnTo>
                  <a:pt x="0" y="13126"/>
                </a:lnTo>
                <a:lnTo>
                  <a:pt x="54" y="12953"/>
                </a:lnTo>
                <a:lnTo>
                  <a:pt x="54" y="12781"/>
                </a:lnTo>
                <a:lnTo>
                  <a:pt x="109" y="12608"/>
                </a:lnTo>
                <a:lnTo>
                  <a:pt x="190" y="12435"/>
                </a:lnTo>
                <a:lnTo>
                  <a:pt x="190" y="12262"/>
                </a:lnTo>
                <a:lnTo>
                  <a:pt x="245" y="12114"/>
                </a:lnTo>
                <a:lnTo>
                  <a:pt x="245" y="11868"/>
                </a:lnTo>
                <a:lnTo>
                  <a:pt x="299" y="11720"/>
                </a:lnTo>
                <a:lnTo>
                  <a:pt x="354" y="11473"/>
                </a:lnTo>
                <a:lnTo>
                  <a:pt x="354" y="11300"/>
                </a:lnTo>
                <a:lnTo>
                  <a:pt x="436" y="11152"/>
                </a:lnTo>
                <a:lnTo>
                  <a:pt x="436" y="10979"/>
                </a:lnTo>
                <a:lnTo>
                  <a:pt x="490" y="10757"/>
                </a:lnTo>
                <a:lnTo>
                  <a:pt x="545" y="10585"/>
                </a:lnTo>
                <a:lnTo>
                  <a:pt x="545" y="10412"/>
                </a:lnTo>
                <a:lnTo>
                  <a:pt x="599" y="10239"/>
                </a:lnTo>
                <a:lnTo>
                  <a:pt x="681" y="10017"/>
                </a:lnTo>
                <a:lnTo>
                  <a:pt x="681" y="9844"/>
                </a:lnTo>
                <a:lnTo>
                  <a:pt x="735" y="9622"/>
                </a:lnTo>
                <a:lnTo>
                  <a:pt x="735" y="9450"/>
                </a:lnTo>
                <a:lnTo>
                  <a:pt x="790" y="9277"/>
                </a:lnTo>
                <a:lnTo>
                  <a:pt x="872" y="9104"/>
                </a:lnTo>
                <a:lnTo>
                  <a:pt x="872" y="8882"/>
                </a:lnTo>
                <a:lnTo>
                  <a:pt x="926" y="8709"/>
                </a:lnTo>
                <a:lnTo>
                  <a:pt x="926" y="8537"/>
                </a:lnTo>
                <a:lnTo>
                  <a:pt x="981" y="8364"/>
                </a:lnTo>
                <a:lnTo>
                  <a:pt x="1035" y="8142"/>
                </a:lnTo>
                <a:lnTo>
                  <a:pt x="1035" y="7969"/>
                </a:lnTo>
                <a:lnTo>
                  <a:pt x="1117" y="7796"/>
                </a:lnTo>
                <a:lnTo>
                  <a:pt x="1117" y="7624"/>
                </a:lnTo>
                <a:lnTo>
                  <a:pt x="1171" y="7402"/>
                </a:lnTo>
                <a:lnTo>
                  <a:pt x="1226" y="7229"/>
                </a:lnTo>
                <a:lnTo>
                  <a:pt x="1226" y="7056"/>
                </a:lnTo>
                <a:lnTo>
                  <a:pt x="1280" y="6908"/>
                </a:lnTo>
                <a:lnTo>
                  <a:pt x="1362" y="6661"/>
                </a:lnTo>
                <a:lnTo>
                  <a:pt x="1362" y="6513"/>
                </a:lnTo>
                <a:lnTo>
                  <a:pt x="1417" y="6341"/>
                </a:lnTo>
                <a:lnTo>
                  <a:pt x="1417" y="6168"/>
                </a:lnTo>
                <a:lnTo>
                  <a:pt x="1471" y="5946"/>
                </a:lnTo>
                <a:lnTo>
                  <a:pt x="1553" y="5773"/>
                </a:lnTo>
                <a:lnTo>
                  <a:pt x="1553" y="5600"/>
                </a:lnTo>
                <a:lnTo>
                  <a:pt x="1607" y="5428"/>
                </a:lnTo>
                <a:lnTo>
                  <a:pt x="1607" y="5206"/>
                </a:lnTo>
                <a:lnTo>
                  <a:pt x="1662" y="5033"/>
                </a:lnTo>
                <a:lnTo>
                  <a:pt x="1662" y="4860"/>
                </a:lnTo>
                <a:lnTo>
                  <a:pt x="1716" y="4688"/>
                </a:lnTo>
                <a:lnTo>
                  <a:pt x="1798" y="4515"/>
                </a:lnTo>
                <a:lnTo>
                  <a:pt x="1798" y="4342"/>
                </a:lnTo>
                <a:lnTo>
                  <a:pt x="1853" y="4120"/>
                </a:lnTo>
                <a:lnTo>
                  <a:pt x="1907" y="3947"/>
                </a:lnTo>
                <a:lnTo>
                  <a:pt x="1907" y="3775"/>
                </a:lnTo>
                <a:lnTo>
                  <a:pt x="1989" y="3627"/>
                </a:lnTo>
                <a:lnTo>
                  <a:pt x="1989" y="3380"/>
                </a:lnTo>
                <a:lnTo>
                  <a:pt x="2043" y="3232"/>
                </a:lnTo>
                <a:lnTo>
                  <a:pt x="2043" y="3059"/>
                </a:lnTo>
                <a:lnTo>
                  <a:pt x="2098" y="2886"/>
                </a:lnTo>
                <a:lnTo>
                  <a:pt x="2098" y="2714"/>
                </a:lnTo>
                <a:lnTo>
                  <a:pt x="2153" y="2541"/>
                </a:lnTo>
                <a:lnTo>
                  <a:pt x="2234" y="2319"/>
                </a:lnTo>
                <a:lnTo>
                  <a:pt x="2234" y="2146"/>
                </a:lnTo>
                <a:lnTo>
                  <a:pt x="2289" y="1973"/>
                </a:lnTo>
                <a:lnTo>
                  <a:pt x="2343" y="1801"/>
                </a:lnTo>
                <a:lnTo>
                  <a:pt x="2343" y="1579"/>
                </a:lnTo>
                <a:lnTo>
                  <a:pt x="2398" y="1406"/>
                </a:lnTo>
                <a:lnTo>
                  <a:pt x="2398" y="1233"/>
                </a:lnTo>
                <a:lnTo>
                  <a:pt x="2480" y="1060"/>
                </a:lnTo>
                <a:lnTo>
                  <a:pt x="2480" y="888"/>
                </a:lnTo>
                <a:lnTo>
                  <a:pt x="2534" y="740"/>
                </a:lnTo>
                <a:lnTo>
                  <a:pt x="2589" y="493"/>
                </a:lnTo>
                <a:lnTo>
                  <a:pt x="2589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7035881" y="3632157"/>
            <a:ext cx="2670" cy="13471"/>
          </a:xfrm>
          <a:custGeom>
            <a:avLst/>
            <a:gdLst/>
            <a:ahLst/>
            <a:cxnLst/>
            <a:rect l="l" t="t" r="r" b="b"/>
            <a:pathLst>
              <a:path w="2670" h="13471">
                <a:moveTo>
                  <a:pt x="0" y="13471"/>
                </a:moveTo>
                <a:lnTo>
                  <a:pt x="0" y="13299"/>
                </a:lnTo>
                <a:lnTo>
                  <a:pt x="54" y="13126"/>
                </a:lnTo>
                <a:lnTo>
                  <a:pt x="54" y="12953"/>
                </a:lnTo>
                <a:lnTo>
                  <a:pt x="109" y="12781"/>
                </a:lnTo>
                <a:lnTo>
                  <a:pt x="109" y="12558"/>
                </a:lnTo>
                <a:lnTo>
                  <a:pt x="190" y="12386"/>
                </a:lnTo>
                <a:lnTo>
                  <a:pt x="190" y="12213"/>
                </a:lnTo>
                <a:lnTo>
                  <a:pt x="245" y="12040"/>
                </a:lnTo>
                <a:lnTo>
                  <a:pt x="299" y="11892"/>
                </a:lnTo>
                <a:lnTo>
                  <a:pt x="299" y="11720"/>
                </a:lnTo>
                <a:lnTo>
                  <a:pt x="354" y="11497"/>
                </a:lnTo>
                <a:lnTo>
                  <a:pt x="436" y="11325"/>
                </a:lnTo>
                <a:lnTo>
                  <a:pt x="436" y="11152"/>
                </a:lnTo>
                <a:lnTo>
                  <a:pt x="490" y="10979"/>
                </a:lnTo>
                <a:lnTo>
                  <a:pt x="490" y="10807"/>
                </a:lnTo>
                <a:lnTo>
                  <a:pt x="545" y="10634"/>
                </a:lnTo>
                <a:lnTo>
                  <a:pt x="545" y="10461"/>
                </a:lnTo>
                <a:lnTo>
                  <a:pt x="626" y="10288"/>
                </a:lnTo>
                <a:lnTo>
                  <a:pt x="681" y="10066"/>
                </a:lnTo>
                <a:lnTo>
                  <a:pt x="681" y="9894"/>
                </a:lnTo>
                <a:lnTo>
                  <a:pt x="735" y="9721"/>
                </a:lnTo>
                <a:lnTo>
                  <a:pt x="735" y="9573"/>
                </a:lnTo>
                <a:lnTo>
                  <a:pt x="790" y="9400"/>
                </a:lnTo>
                <a:lnTo>
                  <a:pt x="790" y="9228"/>
                </a:lnTo>
                <a:lnTo>
                  <a:pt x="872" y="9055"/>
                </a:lnTo>
                <a:lnTo>
                  <a:pt x="872" y="8882"/>
                </a:lnTo>
                <a:lnTo>
                  <a:pt x="926" y="8709"/>
                </a:lnTo>
                <a:lnTo>
                  <a:pt x="981" y="8537"/>
                </a:lnTo>
                <a:lnTo>
                  <a:pt x="981" y="8315"/>
                </a:lnTo>
                <a:lnTo>
                  <a:pt x="1062" y="8142"/>
                </a:lnTo>
                <a:lnTo>
                  <a:pt x="1062" y="7969"/>
                </a:lnTo>
                <a:lnTo>
                  <a:pt x="1117" y="7796"/>
                </a:lnTo>
                <a:lnTo>
                  <a:pt x="1117" y="7648"/>
                </a:lnTo>
                <a:lnTo>
                  <a:pt x="1171" y="7476"/>
                </a:lnTo>
                <a:lnTo>
                  <a:pt x="1226" y="7303"/>
                </a:lnTo>
                <a:lnTo>
                  <a:pt x="1226" y="7130"/>
                </a:lnTo>
                <a:lnTo>
                  <a:pt x="1308" y="6958"/>
                </a:lnTo>
                <a:lnTo>
                  <a:pt x="1308" y="6785"/>
                </a:lnTo>
                <a:lnTo>
                  <a:pt x="1362" y="6612"/>
                </a:lnTo>
                <a:lnTo>
                  <a:pt x="1362" y="6439"/>
                </a:lnTo>
                <a:lnTo>
                  <a:pt x="1417" y="6291"/>
                </a:lnTo>
                <a:lnTo>
                  <a:pt x="1417" y="6119"/>
                </a:lnTo>
                <a:lnTo>
                  <a:pt x="1471" y="5872"/>
                </a:lnTo>
                <a:lnTo>
                  <a:pt x="1553" y="5724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206"/>
                </a:lnTo>
                <a:lnTo>
                  <a:pt x="1662" y="5033"/>
                </a:lnTo>
                <a:lnTo>
                  <a:pt x="1662" y="4860"/>
                </a:lnTo>
                <a:lnTo>
                  <a:pt x="1744" y="4688"/>
                </a:lnTo>
                <a:lnTo>
                  <a:pt x="1798" y="4515"/>
                </a:lnTo>
                <a:lnTo>
                  <a:pt x="1798" y="4367"/>
                </a:lnTo>
                <a:lnTo>
                  <a:pt x="1853" y="4194"/>
                </a:lnTo>
                <a:lnTo>
                  <a:pt x="1853" y="4021"/>
                </a:lnTo>
                <a:lnTo>
                  <a:pt x="1907" y="3849"/>
                </a:lnTo>
                <a:lnTo>
                  <a:pt x="1907" y="3676"/>
                </a:lnTo>
                <a:lnTo>
                  <a:pt x="1989" y="3503"/>
                </a:lnTo>
                <a:lnTo>
                  <a:pt x="2043" y="3330"/>
                </a:lnTo>
                <a:lnTo>
                  <a:pt x="2043" y="3158"/>
                </a:lnTo>
                <a:lnTo>
                  <a:pt x="2098" y="3010"/>
                </a:lnTo>
                <a:lnTo>
                  <a:pt x="2098" y="2837"/>
                </a:lnTo>
                <a:lnTo>
                  <a:pt x="2180" y="2664"/>
                </a:lnTo>
                <a:lnTo>
                  <a:pt x="2180" y="2442"/>
                </a:lnTo>
                <a:lnTo>
                  <a:pt x="2234" y="2269"/>
                </a:lnTo>
                <a:lnTo>
                  <a:pt x="2234" y="2097"/>
                </a:lnTo>
                <a:lnTo>
                  <a:pt x="2289" y="1924"/>
                </a:lnTo>
                <a:lnTo>
                  <a:pt x="2343" y="1751"/>
                </a:lnTo>
                <a:lnTo>
                  <a:pt x="2343" y="1579"/>
                </a:lnTo>
                <a:lnTo>
                  <a:pt x="2425" y="1406"/>
                </a:lnTo>
                <a:lnTo>
                  <a:pt x="2425" y="1233"/>
                </a:lnTo>
                <a:lnTo>
                  <a:pt x="2480" y="1085"/>
                </a:lnTo>
                <a:lnTo>
                  <a:pt x="2480" y="912"/>
                </a:lnTo>
                <a:lnTo>
                  <a:pt x="2534" y="740"/>
                </a:lnTo>
                <a:lnTo>
                  <a:pt x="2589" y="567"/>
                </a:lnTo>
                <a:lnTo>
                  <a:pt x="2589" y="394"/>
                </a:lnTo>
                <a:lnTo>
                  <a:pt x="2670" y="222"/>
                </a:lnTo>
                <a:lnTo>
                  <a:pt x="2670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7038552" y="3618587"/>
            <a:ext cx="2725" cy="13570"/>
          </a:xfrm>
          <a:custGeom>
            <a:avLst/>
            <a:gdLst/>
            <a:ahLst/>
            <a:cxnLst/>
            <a:rect l="l" t="t" r="r" b="b"/>
            <a:pathLst>
              <a:path w="2725" h="13570">
                <a:moveTo>
                  <a:pt x="0" y="13570"/>
                </a:moveTo>
                <a:lnTo>
                  <a:pt x="54" y="13397"/>
                </a:lnTo>
                <a:lnTo>
                  <a:pt x="54" y="13225"/>
                </a:lnTo>
                <a:lnTo>
                  <a:pt x="109" y="13052"/>
                </a:lnTo>
                <a:lnTo>
                  <a:pt x="109" y="12879"/>
                </a:lnTo>
                <a:lnTo>
                  <a:pt x="190" y="12731"/>
                </a:lnTo>
                <a:lnTo>
                  <a:pt x="245" y="12558"/>
                </a:lnTo>
                <a:lnTo>
                  <a:pt x="245" y="12386"/>
                </a:lnTo>
                <a:lnTo>
                  <a:pt x="299" y="12213"/>
                </a:lnTo>
                <a:lnTo>
                  <a:pt x="299" y="12040"/>
                </a:lnTo>
                <a:lnTo>
                  <a:pt x="354" y="11868"/>
                </a:lnTo>
                <a:lnTo>
                  <a:pt x="354" y="11695"/>
                </a:lnTo>
                <a:lnTo>
                  <a:pt x="436" y="11522"/>
                </a:lnTo>
                <a:lnTo>
                  <a:pt x="490" y="11374"/>
                </a:lnTo>
                <a:lnTo>
                  <a:pt x="490" y="11201"/>
                </a:lnTo>
                <a:lnTo>
                  <a:pt x="545" y="11029"/>
                </a:lnTo>
                <a:lnTo>
                  <a:pt x="545" y="10856"/>
                </a:lnTo>
                <a:lnTo>
                  <a:pt x="599" y="10634"/>
                </a:lnTo>
                <a:lnTo>
                  <a:pt x="599" y="10461"/>
                </a:lnTo>
                <a:lnTo>
                  <a:pt x="681" y="10288"/>
                </a:lnTo>
                <a:lnTo>
                  <a:pt x="735" y="10116"/>
                </a:lnTo>
                <a:lnTo>
                  <a:pt x="735" y="9943"/>
                </a:lnTo>
                <a:lnTo>
                  <a:pt x="790" y="9770"/>
                </a:lnTo>
                <a:lnTo>
                  <a:pt x="790" y="9598"/>
                </a:lnTo>
                <a:lnTo>
                  <a:pt x="872" y="9450"/>
                </a:lnTo>
                <a:lnTo>
                  <a:pt x="872" y="9277"/>
                </a:lnTo>
                <a:lnTo>
                  <a:pt x="926" y="9104"/>
                </a:lnTo>
                <a:lnTo>
                  <a:pt x="926" y="8931"/>
                </a:lnTo>
                <a:lnTo>
                  <a:pt x="981" y="8759"/>
                </a:lnTo>
                <a:lnTo>
                  <a:pt x="981" y="8586"/>
                </a:lnTo>
                <a:lnTo>
                  <a:pt x="1035" y="8413"/>
                </a:lnTo>
                <a:lnTo>
                  <a:pt x="1035" y="8241"/>
                </a:lnTo>
                <a:lnTo>
                  <a:pt x="1117" y="8093"/>
                </a:lnTo>
                <a:lnTo>
                  <a:pt x="1171" y="7920"/>
                </a:lnTo>
                <a:lnTo>
                  <a:pt x="1171" y="7747"/>
                </a:lnTo>
                <a:lnTo>
                  <a:pt x="1226" y="7574"/>
                </a:lnTo>
                <a:lnTo>
                  <a:pt x="1226" y="7402"/>
                </a:lnTo>
                <a:lnTo>
                  <a:pt x="1308" y="7229"/>
                </a:lnTo>
                <a:lnTo>
                  <a:pt x="1308" y="7056"/>
                </a:lnTo>
                <a:lnTo>
                  <a:pt x="1362" y="6883"/>
                </a:lnTo>
                <a:lnTo>
                  <a:pt x="1417" y="6711"/>
                </a:lnTo>
                <a:lnTo>
                  <a:pt x="1417" y="6563"/>
                </a:lnTo>
                <a:lnTo>
                  <a:pt x="1471" y="6390"/>
                </a:lnTo>
                <a:lnTo>
                  <a:pt x="1471" y="6217"/>
                </a:lnTo>
                <a:lnTo>
                  <a:pt x="1553" y="6045"/>
                </a:lnTo>
                <a:lnTo>
                  <a:pt x="1553" y="5872"/>
                </a:lnTo>
                <a:lnTo>
                  <a:pt x="1607" y="5699"/>
                </a:lnTo>
                <a:lnTo>
                  <a:pt x="1607" y="5526"/>
                </a:lnTo>
                <a:lnTo>
                  <a:pt x="1662" y="5354"/>
                </a:lnTo>
                <a:lnTo>
                  <a:pt x="1662" y="5206"/>
                </a:lnTo>
                <a:lnTo>
                  <a:pt x="1716" y="5033"/>
                </a:lnTo>
                <a:lnTo>
                  <a:pt x="1716" y="4860"/>
                </a:lnTo>
                <a:lnTo>
                  <a:pt x="1798" y="4638"/>
                </a:lnTo>
                <a:lnTo>
                  <a:pt x="1853" y="4465"/>
                </a:lnTo>
                <a:lnTo>
                  <a:pt x="1853" y="4293"/>
                </a:lnTo>
                <a:lnTo>
                  <a:pt x="1907" y="4120"/>
                </a:lnTo>
                <a:lnTo>
                  <a:pt x="1907" y="3947"/>
                </a:lnTo>
                <a:lnTo>
                  <a:pt x="1989" y="3775"/>
                </a:lnTo>
                <a:lnTo>
                  <a:pt x="1989" y="3602"/>
                </a:lnTo>
                <a:lnTo>
                  <a:pt x="2043" y="3429"/>
                </a:lnTo>
                <a:lnTo>
                  <a:pt x="2098" y="3281"/>
                </a:lnTo>
                <a:lnTo>
                  <a:pt x="2098" y="3108"/>
                </a:lnTo>
                <a:lnTo>
                  <a:pt x="2153" y="2936"/>
                </a:lnTo>
                <a:lnTo>
                  <a:pt x="2153" y="2763"/>
                </a:lnTo>
                <a:lnTo>
                  <a:pt x="2234" y="2590"/>
                </a:lnTo>
                <a:lnTo>
                  <a:pt x="2234" y="2418"/>
                </a:lnTo>
                <a:lnTo>
                  <a:pt x="2289" y="2245"/>
                </a:lnTo>
                <a:lnTo>
                  <a:pt x="2289" y="2072"/>
                </a:lnTo>
                <a:lnTo>
                  <a:pt x="2343" y="1924"/>
                </a:lnTo>
                <a:lnTo>
                  <a:pt x="2425" y="1751"/>
                </a:lnTo>
                <a:lnTo>
                  <a:pt x="2425" y="1579"/>
                </a:lnTo>
                <a:lnTo>
                  <a:pt x="2480" y="1406"/>
                </a:lnTo>
                <a:lnTo>
                  <a:pt x="2480" y="1233"/>
                </a:lnTo>
                <a:lnTo>
                  <a:pt x="2534" y="1011"/>
                </a:lnTo>
                <a:lnTo>
                  <a:pt x="2534" y="838"/>
                </a:lnTo>
                <a:lnTo>
                  <a:pt x="2589" y="666"/>
                </a:lnTo>
                <a:lnTo>
                  <a:pt x="2670" y="493"/>
                </a:lnTo>
                <a:lnTo>
                  <a:pt x="2670" y="320"/>
                </a:lnTo>
                <a:lnTo>
                  <a:pt x="2725" y="148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7041277" y="3604942"/>
            <a:ext cx="2725" cy="13644"/>
          </a:xfrm>
          <a:custGeom>
            <a:avLst/>
            <a:gdLst/>
            <a:ahLst/>
            <a:cxnLst/>
            <a:rect l="l" t="t" r="r" b="b"/>
            <a:pathLst>
              <a:path w="2725" h="13644">
                <a:moveTo>
                  <a:pt x="0" y="13644"/>
                </a:moveTo>
                <a:lnTo>
                  <a:pt x="54" y="13471"/>
                </a:lnTo>
                <a:lnTo>
                  <a:pt x="54" y="13299"/>
                </a:lnTo>
                <a:lnTo>
                  <a:pt x="109" y="13126"/>
                </a:lnTo>
                <a:lnTo>
                  <a:pt x="109" y="12953"/>
                </a:lnTo>
                <a:lnTo>
                  <a:pt x="190" y="12781"/>
                </a:lnTo>
                <a:lnTo>
                  <a:pt x="190" y="12608"/>
                </a:lnTo>
                <a:lnTo>
                  <a:pt x="245" y="12435"/>
                </a:lnTo>
                <a:lnTo>
                  <a:pt x="245" y="12287"/>
                </a:lnTo>
                <a:lnTo>
                  <a:pt x="299" y="12040"/>
                </a:lnTo>
                <a:lnTo>
                  <a:pt x="381" y="11868"/>
                </a:lnTo>
                <a:lnTo>
                  <a:pt x="381" y="11720"/>
                </a:lnTo>
                <a:lnTo>
                  <a:pt x="436" y="11547"/>
                </a:lnTo>
                <a:lnTo>
                  <a:pt x="436" y="11374"/>
                </a:lnTo>
                <a:lnTo>
                  <a:pt x="490" y="11201"/>
                </a:lnTo>
                <a:lnTo>
                  <a:pt x="490" y="11029"/>
                </a:lnTo>
                <a:lnTo>
                  <a:pt x="545" y="10856"/>
                </a:lnTo>
                <a:lnTo>
                  <a:pt x="626" y="10683"/>
                </a:lnTo>
                <a:lnTo>
                  <a:pt x="626" y="10511"/>
                </a:lnTo>
                <a:lnTo>
                  <a:pt x="681" y="10363"/>
                </a:lnTo>
                <a:lnTo>
                  <a:pt x="681" y="10190"/>
                </a:lnTo>
                <a:lnTo>
                  <a:pt x="735" y="10017"/>
                </a:lnTo>
                <a:lnTo>
                  <a:pt x="735" y="9795"/>
                </a:lnTo>
                <a:lnTo>
                  <a:pt x="790" y="9622"/>
                </a:lnTo>
                <a:lnTo>
                  <a:pt x="790" y="9450"/>
                </a:lnTo>
                <a:lnTo>
                  <a:pt x="872" y="9277"/>
                </a:lnTo>
                <a:lnTo>
                  <a:pt x="926" y="9104"/>
                </a:lnTo>
                <a:lnTo>
                  <a:pt x="926" y="8931"/>
                </a:lnTo>
                <a:lnTo>
                  <a:pt x="981" y="8759"/>
                </a:lnTo>
                <a:lnTo>
                  <a:pt x="981" y="8586"/>
                </a:lnTo>
                <a:lnTo>
                  <a:pt x="1062" y="8438"/>
                </a:lnTo>
                <a:lnTo>
                  <a:pt x="1062" y="8265"/>
                </a:lnTo>
                <a:lnTo>
                  <a:pt x="1117" y="8093"/>
                </a:lnTo>
                <a:lnTo>
                  <a:pt x="1171" y="7870"/>
                </a:lnTo>
                <a:lnTo>
                  <a:pt x="1171" y="7698"/>
                </a:lnTo>
                <a:lnTo>
                  <a:pt x="1226" y="7525"/>
                </a:lnTo>
                <a:lnTo>
                  <a:pt x="1226" y="7352"/>
                </a:lnTo>
                <a:lnTo>
                  <a:pt x="1308" y="7180"/>
                </a:lnTo>
                <a:lnTo>
                  <a:pt x="1308" y="7007"/>
                </a:lnTo>
                <a:lnTo>
                  <a:pt x="1362" y="6834"/>
                </a:lnTo>
                <a:lnTo>
                  <a:pt x="1417" y="6661"/>
                </a:lnTo>
                <a:lnTo>
                  <a:pt x="1417" y="6513"/>
                </a:lnTo>
                <a:lnTo>
                  <a:pt x="1498" y="6341"/>
                </a:lnTo>
                <a:lnTo>
                  <a:pt x="1498" y="6168"/>
                </a:lnTo>
                <a:lnTo>
                  <a:pt x="1553" y="5946"/>
                </a:lnTo>
                <a:lnTo>
                  <a:pt x="1553" y="5773"/>
                </a:lnTo>
                <a:lnTo>
                  <a:pt x="1607" y="5600"/>
                </a:lnTo>
                <a:lnTo>
                  <a:pt x="1607" y="5428"/>
                </a:lnTo>
                <a:lnTo>
                  <a:pt x="1662" y="5255"/>
                </a:lnTo>
                <a:lnTo>
                  <a:pt x="1744" y="5082"/>
                </a:lnTo>
                <a:lnTo>
                  <a:pt x="1744" y="4910"/>
                </a:lnTo>
                <a:lnTo>
                  <a:pt x="1798" y="4762"/>
                </a:lnTo>
                <a:lnTo>
                  <a:pt x="1798" y="4589"/>
                </a:lnTo>
                <a:lnTo>
                  <a:pt x="1853" y="4342"/>
                </a:lnTo>
                <a:lnTo>
                  <a:pt x="1853" y="4194"/>
                </a:lnTo>
                <a:lnTo>
                  <a:pt x="1907" y="4021"/>
                </a:lnTo>
                <a:lnTo>
                  <a:pt x="1989" y="3849"/>
                </a:lnTo>
                <a:lnTo>
                  <a:pt x="1989" y="3676"/>
                </a:lnTo>
                <a:lnTo>
                  <a:pt x="2043" y="3503"/>
                </a:lnTo>
                <a:lnTo>
                  <a:pt x="2043" y="3330"/>
                </a:lnTo>
                <a:lnTo>
                  <a:pt x="2098" y="3158"/>
                </a:lnTo>
                <a:lnTo>
                  <a:pt x="2098" y="2985"/>
                </a:lnTo>
                <a:lnTo>
                  <a:pt x="2180" y="2763"/>
                </a:lnTo>
                <a:lnTo>
                  <a:pt x="2180" y="2590"/>
                </a:lnTo>
                <a:lnTo>
                  <a:pt x="2234" y="2418"/>
                </a:lnTo>
                <a:lnTo>
                  <a:pt x="2289" y="2269"/>
                </a:lnTo>
                <a:lnTo>
                  <a:pt x="2289" y="2097"/>
                </a:lnTo>
                <a:lnTo>
                  <a:pt x="2343" y="1924"/>
                </a:lnTo>
                <a:lnTo>
                  <a:pt x="2343" y="1751"/>
                </a:lnTo>
                <a:lnTo>
                  <a:pt x="2425" y="1579"/>
                </a:lnTo>
                <a:lnTo>
                  <a:pt x="2425" y="1406"/>
                </a:lnTo>
                <a:lnTo>
                  <a:pt x="2480" y="1184"/>
                </a:lnTo>
                <a:lnTo>
                  <a:pt x="2534" y="1011"/>
                </a:lnTo>
                <a:lnTo>
                  <a:pt x="2534" y="838"/>
                </a:lnTo>
                <a:lnTo>
                  <a:pt x="2616" y="666"/>
                </a:lnTo>
                <a:lnTo>
                  <a:pt x="2616" y="518"/>
                </a:lnTo>
                <a:lnTo>
                  <a:pt x="2670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7044002" y="3591125"/>
            <a:ext cx="2725" cy="13817"/>
          </a:xfrm>
          <a:custGeom>
            <a:avLst/>
            <a:gdLst/>
            <a:ahLst/>
            <a:cxnLst/>
            <a:rect l="l" t="t" r="r" b="b"/>
            <a:pathLst>
              <a:path w="2725" h="13817">
                <a:moveTo>
                  <a:pt x="0" y="13817"/>
                </a:moveTo>
                <a:lnTo>
                  <a:pt x="0" y="13644"/>
                </a:lnTo>
                <a:lnTo>
                  <a:pt x="54" y="13422"/>
                </a:lnTo>
                <a:lnTo>
                  <a:pt x="136" y="13249"/>
                </a:lnTo>
                <a:lnTo>
                  <a:pt x="136" y="13077"/>
                </a:lnTo>
                <a:lnTo>
                  <a:pt x="190" y="12904"/>
                </a:lnTo>
                <a:lnTo>
                  <a:pt x="190" y="12731"/>
                </a:lnTo>
                <a:lnTo>
                  <a:pt x="245" y="12558"/>
                </a:lnTo>
                <a:lnTo>
                  <a:pt x="245" y="12410"/>
                </a:lnTo>
                <a:lnTo>
                  <a:pt x="299" y="12164"/>
                </a:lnTo>
                <a:lnTo>
                  <a:pt x="381" y="11991"/>
                </a:lnTo>
                <a:lnTo>
                  <a:pt x="381" y="11843"/>
                </a:lnTo>
                <a:lnTo>
                  <a:pt x="436" y="11670"/>
                </a:lnTo>
                <a:lnTo>
                  <a:pt x="436" y="11497"/>
                </a:lnTo>
                <a:lnTo>
                  <a:pt x="490" y="11325"/>
                </a:lnTo>
                <a:lnTo>
                  <a:pt x="490" y="11152"/>
                </a:lnTo>
                <a:lnTo>
                  <a:pt x="572" y="10930"/>
                </a:lnTo>
                <a:lnTo>
                  <a:pt x="626" y="10757"/>
                </a:lnTo>
                <a:lnTo>
                  <a:pt x="626" y="10585"/>
                </a:lnTo>
                <a:lnTo>
                  <a:pt x="681" y="10412"/>
                </a:lnTo>
                <a:lnTo>
                  <a:pt x="681" y="10239"/>
                </a:lnTo>
                <a:lnTo>
                  <a:pt x="735" y="10091"/>
                </a:lnTo>
                <a:lnTo>
                  <a:pt x="735" y="9918"/>
                </a:lnTo>
                <a:lnTo>
                  <a:pt x="817" y="9672"/>
                </a:lnTo>
                <a:lnTo>
                  <a:pt x="817" y="9524"/>
                </a:lnTo>
                <a:lnTo>
                  <a:pt x="872" y="9351"/>
                </a:lnTo>
                <a:lnTo>
                  <a:pt x="926" y="9178"/>
                </a:lnTo>
                <a:lnTo>
                  <a:pt x="926" y="9005"/>
                </a:lnTo>
                <a:lnTo>
                  <a:pt x="981" y="8833"/>
                </a:lnTo>
                <a:lnTo>
                  <a:pt x="981" y="8660"/>
                </a:lnTo>
                <a:lnTo>
                  <a:pt x="1062" y="8438"/>
                </a:lnTo>
                <a:lnTo>
                  <a:pt x="1062" y="8265"/>
                </a:lnTo>
                <a:lnTo>
                  <a:pt x="1117" y="8093"/>
                </a:lnTo>
                <a:lnTo>
                  <a:pt x="1171" y="7920"/>
                </a:lnTo>
                <a:lnTo>
                  <a:pt x="1171" y="7747"/>
                </a:lnTo>
                <a:lnTo>
                  <a:pt x="1253" y="7599"/>
                </a:lnTo>
                <a:lnTo>
                  <a:pt x="1253" y="7426"/>
                </a:lnTo>
                <a:lnTo>
                  <a:pt x="1308" y="7204"/>
                </a:lnTo>
                <a:lnTo>
                  <a:pt x="1308" y="7032"/>
                </a:lnTo>
                <a:lnTo>
                  <a:pt x="1362" y="6859"/>
                </a:lnTo>
                <a:lnTo>
                  <a:pt x="1417" y="6686"/>
                </a:lnTo>
                <a:lnTo>
                  <a:pt x="1417" y="6513"/>
                </a:lnTo>
                <a:lnTo>
                  <a:pt x="1498" y="6341"/>
                </a:lnTo>
                <a:lnTo>
                  <a:pt x="1498" y="6168"/>
                </a:lnTo>
                <a:lnTo>
                  <a:pt x="1553" y="5946"/>
                </a:lnTo>
                <a:lnTo>
                  <a:pt x="1553" y="5773"/>
                </a:lnTo>
                <a:lnTo>
                  <a:pt x="1607" y="5600"/>
                </a:lnTo>
                <a:lnTo>
                  <a:pt x="1607" y="5428"/>
                </a:lnTo>
                <a:lnTo>
                  <a:pt x="1689" y="5280"/>
                </a:lnTo>
                <a:lnTo>
                  <a:pt x="1744" y="5107"/>
                </a:lnTo>
                <a:lnTo>
                  <a:pt x="1744" y="4934"/>
                </a:lnTo>
                <a:lnTo>
                  <a:pt x="1798" y="4712"/>
                </a:lnTo>
                <a:lnTo>
                  <a:pt x="1798" y="4539"/>
                </a:lnTo>
                <a:lnTo>
                  <a:pt x="1853" y="4367"/>
                </a:lnTo>
                <a:lnTo>
                  <a:pt x="1853" y="4194"/>
                </a:lnTo>
                <a:lnTo>
                  <a:pt x="1934" y="4021"/>
                </a:lnTo>
                <a:lnTo>
                  <a:pt x="1989" y="3799"/>
                </a:lnTo>
                <a:lnTo>
                  <a:pt x="1989" y="3627"/>
                </a:lnTo>
                <a:lnTo>
                  <a:pt x="2043" y="3454"/>
                </a:lnTo>
                <a:lnTo>
                  <a:pt x="2043" y="3281"/>
                </a:lnTo>
                <a:lnTo>
                  <a:pt x="2098" y="3108"/>
                </a:lnTo>
                <a:lnTo>
                  <a:pt x="2098" y="2960"/>
                </a:lnTo>
                <a:lnTo>
                  <a:pt x="2180" y="2788"/>
                </a:lnTo>
                <a:lnTo>
                  <a:pt x="2180" y="2566"/>
                </a:lnTo>
                <a:lnTo>
                  <a:pt x="2234" y="2393"/>
                </a:lnTo>
                <a:lnTo>
                  <a:pt x="2289" y="2220"/>
                </a:lnTo>
                <a:lnTo>
                  <a:pt x="2289" y="2047"/>
                </a:lnTo>
                <a:lnTo>
                  <a:pt x="2371" y="1875"/>
                </a:lnTo>
                <a:lnTo>
                  <a:pt x="2371" y="1653"/>
                </a:lnTo>
                <a:lnTo>
                  <a:pt x="2425" y="1480"/>
                </a:lnTo>
                <a:lnTo>
                  <a:pt x="2425" y="1307"/>
                </a:lnTo>
                <a:lnTo>
                  <a:pt x="2480" y="1134"/>
                </a:lnTo>
                <a:lnTo>
                  <a:pt x="2534" y="962"/>
                </a:lnTo>
                <a:lnTo>
                  <a:pt x="2534" y="789"/>
                </a:lnTo>
                <a:lnTo>
                  <a:pt x="2616" y="641"/>
                </a:lnTo>
                <a:lnTo>
                  <a:pt x="2616" y="394"/>
                </a:lnTo>
                <a:lnTo>
                  <a:pt x="2670" y="222"/>
                </a:lnTo>
                <a:lnTo>
                  <a:pt x="2670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7046728" y="3577258"/>
            <a:ext cx="2670" cy="13866"/>
          </a:xfrm>
          <a:custGeom>
            <a:avLst/>
            <a:gdLst/>
            <a:ahLst/>
            <a:cxnLst/>
            <a:rect l="l" t="t" r="r" b="b"/>
            <a:pathLst>
              <a:path w="2670" h="13866">
                <a:moveTo>
                  <a:pt x="0" y="13866"/>
                </a:moveTo>
                <a:lnTo>
                  <a:pt x="0" y="13644"/>
                </a:lnTo>
                <a:lnTo>
                  <a:pt x="54" y="13471"/>
                </a:lnTo>
                <a:lnTo>
                  <a:pt x="54" y="13299"/>
                </a:lnTo>
                <a:lnTo>
                  <a:pt x="136" y="13077"/>
                </a:lnTo>
                <a:lnTo>
                  <a:pt x="190" y="12904"/>
                </a:lnTo>
                <a:lnTo>
                  <a:pt x="190" y="12731"/>
                </a:lnTo>
                <a:lnTo>
                  <a:pt x="245" y="12583"/>
                </a:lnTo>
                <a:lnTo>
                  <a:pt x="245" y="12410"/>
                </a:lnTo>
                <a:lnTo>
                  <a:pt x="327" y="12238"/>
                </a:lnTo>
                <a:lnTo>
                  <a:pt x="327" y="12065"/>
                </a:lnTo>
                <a:lnTo>
                  <a:pt x="381" y="11843"/>
                </a:lnTo>
                <a:lnTo>
                  <a:pt x="436" y="11670"/>
                </a:lnTo>
                <a:lnTo>
                  <a:pt x="436" y="11497"/>
                </a:lnTo>
                <a:lnTo>
                  <a:pt x="490" y="11325"/>
                </a:lnTo>
                <a:lnTo>
                  <a:pt x="490" y="11152"/>
                </a:lnTo>
                <a:lnTo>
                  <a:pt x="572" y="10930"/>
                </a:lnTo>
                <a:lnTo>
                  <a:pt x="626" y="10757"/>
                </a:lnTo>
                <a:lnTo>
                  <a:pt x="626" y="10585"/>
                </a:lnTo>
                <a:lnTo>
                  <a:pt x="681" y="10412"/>
                </a:lnTo>
                <a:lnTo>
                  <a:pt x="681" y="10264"/>
                </a:lnTo>
                <a:lnTo>
                  <a:pt x="763" y="10017"/>
                </a:lnTo>
                <a:lnTo>
                  <a:pt x="763" y="9844"/>
                </a:lnTo>
                <a:lnTo>
                  <a:pt x="817" y="9696"/>
                </a:lnTo>
                <a:lnTo>
                  <a:pt x="817" y="9524"/>
                </a:lnTo>
                <a:lnTo>
                  <a:pt x="872" y="9351"/>
                </a:lnTo>
                <a:lnTo>
                  <a:pt x="926" y="9129"/>
                </a:lnTo>
                <a:lnTo>
                  <a:pt x="926" y="8956"/>
                </a:lnTo>
                <a:lnTo>
                  <a:pt x="1008" y="8783"/>
                </a:lnTo>
                <a:lnTo>
                  <a:pt x="1008" y="8611"/>
                </a:lnTo>
                <a:lnTo>
                  <a:pt x="1062" y="8438"/>
                </a:lnTo>
                <a:lnTo>
                  <a:pt x="1062" y="8216"/>
                </a:lnTo>
                <a:lnTo>
                  <a:pt x="1117" y="8043"/>
                </a:lnTo>
                <a:lnTo>
                  <a:pt x="1171" y="7870"/>
                </a:lnTo>
                <a:lnTo>
                  <a:pt x="1171" y="7698"/>
                </a:lnTo>
                <a:lnTo>
                  <a:pt x="1253" y="7525"/>
                </a:lnTo>
                <a:lnTo>
                  <a:pt x="1253" y="7303"/>
                </a:lnTo>
                <a:lnTo>
                  <a:pt x="1308" y="7130"/>
                </a:lnTo>
                <a:lnTo>
                  <a:pt x="1308" y="6982"/>
                </a:lnTo>
                <a:lnTo>
                  <a:pt x="1362" y="6809"/>
                </a:lnTo>
                <a:lnTo>
                  <a:pt x="1444" y="6637"/>
                </a:lnTo>
                <a:lnTo>
                  <a:pt x="1444" y="6415"/>
                </a:lnTo>
                <a:lnTo>
                  <a:pt x="1498" y="6242"/>
                </a:lnTo>
                <a:lnTo>
                  <a:pt x="1498" y="6069"/>
                </a:lnTo>
                <a:lnTo>
                  <a:pt x="1553" y="5897"/>
                </a:lnTo>
                <a:lnTo>
                  <a:pt x="1553" y="5724"/>
                </a:lnTo>
                <a:lnTo>
                  <a:pt x="1607" y="5502"/>
                </a:lnTo>
                <a:lnTo>
                  <a:pt x="1689" y="5329"/>
                </a:lnTo>
                <a:lnTo>
                  <a:pt x="1689" y="5156"/>
                </a:lnTo>
                <a:lnTo>
                  <a:pt x="1744" y="4984"/>
                </a:lnTo>
                <a:lnTo>
                  <a:pt x="1744" y="4811"/>
                </a:lnTo>
                <a:lnTo>
                  <a:pt x="1798" y="4589"/>
                </a:lnTo>
                <a:lnTo>
                  <a:pt x="1880" y="4416"/>
                </a:lnTo>
                <a:lnTo>
                  <a:pt x="1880" y="4243"/>
                </a:lnTo>
                <a:lnTo>
                  <a:pt x="1934" y="4095"/>
                </a:lnTo>
                <a:lnTo>
                  <a:pt x="1934" y="3923"/>
                </a:lnTo>
                <a:lnTo>
                  <a:pt x="1989" y="3701"/>
                </a:lnTo>
                <a:lnTo>
                  <a:pt x="1989" y="3528"/>
                </a:lnTo>
                <a:lnTo>
                  <a:pt x="2043" y="3355"/>
                </a:lnTo>
                <a:lnTo>
                  <a:pt x="2125" y="3133"/>
                </a:lnTo>
                <a:lnTo>
                  <a:pt x="2125" y="2960"/>
                </a:lnTo>
                <a:lnTo>
                  <a:pt x="2180" y="2788"/>
                </a:lnTo>
                <a:lnTo>
                  <a:pt x="2180" y="2615"/>
                </a:lnTo>
                <a:lnTo>
                  <a:pt x="2234" y="2442"/>
                </a:lnTo>
                <a:lnTo>
                  <a:pt x="2234" y="2220"/>
                </a:lnTo>
                <a:lnTo>
                  <a:pt x="2289" y="2047"/>
                </a:lnTo>
                <a:lnTo>
                  <a:pt x="2289" y="1875"/>
                </a:lnTo>
                <a:lnTo>
                  <a:pt x="2371" y="1702"/>
                </a:lnTo>
                <a:lnTo>
                  <a:pt x="2425" y="1529"/>
                </a:lnTo>
                <a:lnTo>
                  <a:pt x="2425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61" y="814"/>
                </a:lnTo>
                <a:lnTo>
                  <a:pt x="2561" y="641"/>
                </a:lnTo>
                <a:lnTo>
                  <a:pt x="2616" y="394"/>
                </a:lnTo>
                <a:lnTo>
                  <a:pt x="2670" y="246"/>
                </a:lnTo>
                <a:lnTo>
                  <a:pt x="2670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7049398" y="3563342"/>
            <a:ext cx="2725" cy="13916"/>
          </a:xfrm>
          <a:custGeom>
            <a:avLst/>
            <a:gdLst/>
            <a:ahLst/>
            <a:cxnLst/>
            <a:rect l="l" t="t" r="r" b="b"/>
            <a:pathLst>
              <a:path w="2725" h="13916">
                <a:moveTo>
                  <a:pt x="0" y="13916"/>
                </a:moveTo>
                <a:lnTo>
                  <a:pt x="54" y="13767"/>
                </a:lnTo>
                <a:lnTo>
                  <a:pt x="136" y="13595"/>
                </a:lnTo>
                <a:lnTo>
                  <a:pt x="136" y="13422"/>
                </a:lnTo>
                <a:lnTo>
                  <a:pt x="190" y="13249"/>
                </a:lnTo>
                <a:lnTo>
                  <a:pt x="190" y="13077"/>
                </a:lnTo>
                <a:lnTo>
                  <a:pt x="245" y="12855"/>
                </a:lnTo>
                <a:lnTo>
                  <a:pt x="245" y="12682"/>
                </a:lnTo>
                <a:lnTo>
                  <a:pt x="299" y="12509"/>
                </a:lnTo>
                <a:lnTo>
                  <a:pt x="299" y="12336"/>
                </a:lnTo>
                <a:lnTo>
                  <a:pt x="381" y="12164"/>
                </a:lnTo>
                <a:lnTo>
                  <a:pt x="436" y="11942"/>
                </a:lnTo>
                <a:lnTo>
                  <a:pt x="436" y="11769"/>
                </a:lnTo>
                <a:lnTo>
                  <a:pt x="490" y="11596"/>
                </a:lnTo>
                <a:lnTo>
                  <a:pt x="490" y="11374"/>
                </a:lnTo>
                <a:lnTo>
                  <a:pt x="572" y="11201"/>
                </a:lnTo>
                <a:lnTo>
                  <a:pt x="572" y="11029"/>
                </a:lnTo>
                <a:lnTo>
                  <a:pt x="626" y="10881"/>
                </a:lnTo>
                <a:lnTo>
                  <a:pt x="681" y="10708"/>
                </a:lnTo>
                <a:lnTo>
                  <a:pt x="681" y="10486"/>
                </a:lnTo>
                <a:lnTo>
                  <a:pt x="735" y="10313"/>
                </a:lnTo>
                <a:lnTo>
                  <a:pt x="735" y="10140"/>
                </a:lnTo>
                <a:lnTo>
                  <a:pt x="817" y="9968"/>
                </a:lnTo>
                <a:lnTo>
                  <a:pt x="817" y="9795"/>
                </a:lnTo>
                <a:lnTo>
                  <a:pt x="872" y="9573"/>
                </a:lnTo>
                <a:lnTo>
                  <a:pt x="926" y="9400"/>
                </a:lnTo>
                <a:lnTo>
                  <a:pt x="926" y="9228"/>
                </a:lnTo>
                <a:lnTo>
                  <a:pt x="1008" y="9005"/>
                </a:lnTo>
                <a:lnTo>
                  <a:pt x="1008" y="8833"/>
                </a:lnTo>
                <a:lnTo>
                  <a:pt x="1062" y="8660"/>
                </a:lnTo>
                <a:lnTo>
                  <a:pt x="1117" y="8487"/>
                </a:lnTo>
                <a:lnTo>
                  <a:pt x="1117" y="8315"/>
                </a:lnTo>
                <a:lnTo>
                  <a:pt x="1171" y="8093"/>
                </a:lnTo>
                <a:lnTo>
                  <a:pt x="1171" y="7920"/>
                </a:lnTo>
                <a:lnTo>
                  <a:pt x="1253" y="7747"/>
                </a:lnTo>
                <a:lnTo>
                  <a:pt x="1253" y="7525"/>
                </a:lnTo>
                <a:lnTo>
                  <a:pt x="1308" y="7352"/>
                </a:lnTo>
                <a:lnTo>
                  <a:pt x="1362" y="7204"/>
                </a:lnTo>
                <a:lnTo>
                  <a:pt x="1362" y="7032"/>
                </a:lnTo>
                <a:lnTo>
                  <a:pt x="1417" y="6859"/>
                </a:lnTo>
                <a:lnTo>
                  <a:pt x="1417" y="6637"/>
                </a:lnTo>
                <a:lnTo>
                  <a:pt x="1498" y="6464"/>
                </a:lnTo>
                <a:lnTo>
                  <a:pt x="1498" y="6291"/>
                </a:lnTo>
                <a:lnTo>
                  <a:pt x="1553" y="6069"/>
                </a:lnTo>
                <a:lnTo>
                  <a:pt x="1607" y="5897"/>
                </a:lnTo>
                <a:lnTo>
                  <a:pt x="1607" y="5724"/>
                </a:lnTo>
                <a:lnTo>
                  <a:pt x="1689" y="5551"/>
                </a:lnTo>
                <a:lnTo>
                  <a:pt x="1689" y="5378"/>
                </a:lnTo>
                <a:lnTo>
                  <a:pt x="1744" y="5156"/>
                </a:lnTo>
                <a:lnTo>
                  <a:pt x="1798" y="4984"/>
                </a:lnTo>
                <a:lnTo>
                  <a:pt x="1798" y="4811"/>
                </a:lnTo>
                <a:lnTo>
                  <a:pt x="1853" y="4589"/>
                </a:lnTo>
                <a:lnTo>
                  <a:pt x="1853" y="4416"/>
                </a:lnTo>
                <a:lnTo>
                  <a:pt x="1934" y="4243"/>
                </a:lnTo>
                <a:lnTo>
                  <a:pt x="1934" y="4071"/>
                </a:lnTo>
                <a:lnTo>
                  <a:pt x="1989" y="3923"/>
                </a:lnTo>
                <a:lnTo>
                  <a:pt x="2043" y="3676"/>
                </a:lnTo>
                <a:lnTo>
                  <a:pt x="2043" y="3503"/>
                </a:lnTo>
                <a:lnTo>
                  <a:pt x="2125" y="3355"/>
                </a:lnTo>
                <a:lnTo>
                  <a:pt x="2125" y="3108"/>
                </a:lnTo>
                <a:lnTo>
                  <a:pt x="2180" y="2960"/>
                </a:lnTo>
                <a:lnTo>
                  <a:pt x="2180" y="2788"/>
                </a:lnTo>
                <a:lnTo>
                  <a:pt x="2234" y="2615"/>
                </a:lnTo>
                <a:lnTo>
                  <a:pt x="2234" y="2442"/>
                </a:lnTo>
                <a:lnTo>
                  <a:pt x="2289" y="2220"/>
                </a:lnTo>
                <a:lnTo>
                  <a:pt x="2371" y="2047"/>
                </a:lnTo>
                <a:lnTo>
                  <a:pt x="2371" y="1875"/>
                </a:lnTo>
                <a:lnTo>
                  <a:pt x="2425" y="1653"/>
                </a:lnTo>
                <a:lnTo>
                  <a:pt x="2480" y="1480"/>
                </a:lnTo>
                <a:lnTo>
                  <a:pt x="2480" y="1307"/>
                </a:lnTo>
                <a:lnTo>
                  <a:pt x="2534" y="1085"/>
                </a:lnTo>
                <a:lnTo>
                  <a:pt x="2534" y="912"/>
                </a:lnTo>
                <a:lnTo>
                  <a:pt x="2616" y="740"/>
                </a:lnTo>
                <a:lnTo>
                  <a:pt x="2616" y="567"/>
                </a:lnTo>
                <a:lnTo>
                  <a:pt x="2670" y="394"/>
                </a:lnTo>
                <a:lnTo>
                  <a:pt x="2725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7052124" y="3549327"/>
            <a:ext cx="2725" cy="14014"/>
          </a:xfrm>
          <a:custGeom>
            <a:avLst/>
            <a:gdLst/>
            <a:ahLst/>
            <a:cxnLst/>
            <a:rect l="l" t="t" r="r" b="b"/>
            <a:pathLst>
              <a:path w="2725" h="14014">
                <a:moveTo>
                  <a:pt x="0" y="14014"/>
                </a:moveTo>
                <a:lnTo>
                  <a:pt x="81" y="13842"/>
                </a:lnTo>
                <a:lnTo>
                  <a:pt x="81" y="13619"/>
                </a:lnTo>
                <a:lnTo>
                  <a:pt x="136" y="13447"/>
                </a:lnTo>
                <a:lnTo>
                  <a:pt x="136" y="13274"/>
                </a:lnTo>
                <a:lnTo>
                  <a:pt x="190" y="13052"/>
                </a:lnTo>
                <a:lnTo>
                  <a:pt x="245" y="12879"/>
                </a:lnTo>
                <a:lnTo>
                  <a:pt x="245" y="12731"/>
                </a:lnTo>
                <a:lnTo>
                  <a:pt x="327" y="12558"/>
                </a:lnTo>
                <a:lnTo>
                  <a:pt x="327" y="12386"/>
                </a:lnTo>
                <a:lnTo>
                  <a:pt x="381" y="12164"/>
                </a:lnTo>
                <a:lnTo>
                  <a:pt x="436" y="11991"/>
                </a:lnTo>
                <a:lnTo>
                  <a:pt x="436" y="11818"/>
                </a:lnTo>
                <a:lnTo>
                  <a:pt x="490" y="11596"/>
                </a:lnTo>
                <a:lnTo>
                  <a:pt x="490" y="11423"/>
                </a:lnTo>
                <a:lnTo>
                  <a:pt x="572" y="11251"/>
                </a:lnTo>
                <a:lnTo>
                  <a:pt x="572" y="11029"/>
                </a:lnTo>
                <a:lnTo>
                  <a:pt x="626" y="10856"/>
                </a:lnTo>
                <a:lnTo>
                  <a:pt x="681" y="10683"/>
                </a:lnTo>
                <a:lnTo>
                  <a:pt x="681" y="10511"/>
                </a:lnTo>
                <a:lnTo>
                  <a:pt x="763" y="10338"/>
                </a:lnTo>
                <a:lnTo>
                  <a:pt x="763" y="10116"/>
                </a:lnTo>
                <a:lnTo>
                  <a:pt x="817" y="9943"/>
                </a:lnTo>
                <a:lnTo>
                  <a:pt x="817" y="9770"/>
                </a:lnTo>
                <a:lnTo>
                  <a:pt x="872" y="9548"/>
                </a:lnTo>
                <a:lnTo>
                  <a:pt x="926" y="9376"/>
                </a:lnTo>
                <a:lnTo>
                  <a:pt x="926" y="9203"/>
                </a:lnTo>
                <a:lnTo>
                  <a:pt x="1008" y="8981"/>
                </a:lnTo>
                <a:lnTo>
                  <a:pt x="1008" y="8808"/>
                </a:lnTo>
                <a:lnTo>
                  <a:pt x="1062" y="8635"/>
                </a:lnTo>
                <a:lnTo>
                  <a:pt x="1117" y="8487"/>
                </a:lnTo>
                <a:lnTo>
                  <a:pt x="1117" y="8315"/>
                </a:lnTo>
                <a:lnTo>
                  <a:pt x="1199" y="8068"/>
                </a:lnTo>
                <a:lnTo>
                  <a:pt x="1199" y="7920"/>
                </a:lnTo>
                <a:lnTo>
                  <a:pt x="1253" y="7747"/>
                </a:lnTo>
                <a:lnTo>
                  <a:pt x="1253" y="7525"/>
                </a:lnTo>
                <a:lnTo>
                  <a:pt x="1308" y="7352"/>
                </a:lnTo>
                <a:lnTo>
                  <a:pt x="1362" y="7180"/>
                </a:lnTo>
                <a:lnTo>
                  <a:pt x="1362" y="6958"/>
                </a:lnTo>
                <a:lnTo>
                  <a:pt x="1444" y="6785"/>
                </a:lnTo>
                <a:lnTo>
                  <a:pt x="1444" y="6612"/>
                </a:lnTo>
                <a:lnTo>
                  <a:pt x="1498" y="6390"/>
                </a:lnTo>
                <a:lnTo>
                  <a:pt x="1553" y="6217"/>
                </a:lnTo>
                <a:lnTo>
                  <a:pt x="1553" y="6045"/>
                </a:lnTo>
                <a:lnTo>
                  <a:pt x="1607" y="5872"/>
                </a:lnTo>
                <a:lnTo>
                  <a:pt x="1607" y="5699"/>
                </a:lnTo>
                <a:lnTo>
                  <a:pt x="1689" y="5477"/>
                </a:lnTo>
                <a:lnTo>
                  <a:pt x="1689" y="5304"/>
                </a:lnTo>
                <a:lnTo>
                  <a:pt x="1744" y="5132"/>
                </a:lnTo>
                <a:lnTo>
                  <a:pt x="1798" y="4910"/>
                </a:lnTo>
                <a:lnTo>
                  <a:pt x="1798" y="4737"/>
                </a:lnTo>
                <a:lnTo>
                  <a:pt x="1880" y="4564"/>
                </a:lnTo>
                <a:lnTo>
                  <a:pt x="1880" y="4342"/>
                </a:lnTo>
                <a:lnTo>
                  <a:pt x="1934" y="4169"/>
                </a:lnTo>
                <a:lnTo>
                  <a:pt x="1934" y="3997"/>
                </a:lnTo>
                <a:lnTo>
                  <a:pt x="1989" y="3775"/>
                </a:lnTo>
                <a:lnTo>
                  <a:pt x="2043" y="3602"/>
                </a:lnTo>
                <a:lnTo>
                  <a:pt x="2043" y="3429"/>
                </a:lnTo>
                <a:lnTo>
                  <a:pt x="2125" y="3207"/>
                </a:lnTo>
                <a:lnTo>
                  <a:pt x="2180" y="3034"/>
                </a:lnTo>
                <a:lnTo>
                  <a:pt x="2180" y="2862"/>
                </a:lnTo>
                <a:lnTo>
                  <a:pt x="2234" y="2714"/>
                </a:lnTo>
                <a:lnTo>
                  <a:pt x="2234" y="2541"/>
                </a:lnTo>
                <a:lnTo>
                  <a:pt x="2289" y="2319"/>
                </a:lnTo>
                <a:lnTo>
                  <a:pt x="2289" y="2146"/>
                </a:lnTo>
                <a:lnTo>
                  <a:pt x="2371" y="1973"/>
                </a:lnTo>
                <a:lnTo>
                  <a:pt x="2371" y="1751"/>
                </a:lnTo>
                <a:lnTo>
                  <a:pt x="2425" y="1579"/>
                </a:lnTo>
                <a:lnTo>
                  <a:pt x="2480" y="1406"/>
                </a:lnTo>
                <a:lnTo>
                  <a:pt x="2480" y="1184"/>
                </a:lnTo>
                <a:lnTo>
                  <a:pt x="2561" y="1011"/>
                </a:lnTo>
                <a:lnTo>
                  <a:pt x="2561" y="838"/>
                </a:lnTo>
                <a:lnTo>
                  <a:pt x="2616" y="616"/>
                </a:lnTo>
                <a:lnTo>
                  <a:pt x="2670" y="444"/>
                </a:lnTo>
                <a:lnTo>
                  <a:pt x="2670" y="271"/>
                </a:lnTo>
                <a:lnTo>
                  <a:pt x="2725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7054849" y="3535288"/>
            <a:ext cx="2752" cy="14039"/>
          </a:xfrm>
          <a:custGeom>
            <a:avLst/>
            <a:gdLst/>
            <a:ahLst/>
            <a:cxnLst/>
            <a:rect l="l" t="t" r="r" b="b"/>
            <a:pathLst>
              <a:path w="2752" h="14039">
                <a:moveTo>
                  <a:pt x="0" y="14039"/>
                </a:moveTo>
                <a:lnTo>
                  <a:pt x="81" y="13792"/>
                </a:lnTo>
                <a:lnTo>
                  <a:pt x="81" y="13619"/>
                </a:lnTo>
                <a:lnTo>
                  <a:pt x="136" y="13471"/>
                </a:lnTo>
                <a:lnTo>
                  <a:pt x="136" y="13299"/>
                </a:lnTo>
                <a:lnTo>
                  <a:pt x="190" y="13126"/>
                </a:lnTo>
                <a:lnTo>
                  <a:pt x="190" y="12904"/>
                </a:lnTo>
                <a:lnTo>
                  <a:pt x="272" y="12731"/>
                </a:lnTo>
                <a:lnTo>
                  <a:pt x="327" y="12558"/>
                </a:lnTo>
                <a:lnTo>
                  <a:pt x="327" y="12336"/>
                </a:lnTo>
                <a:lnTo>
                  <a:pt x="381" y="12164"/>
                </a:lnTo>
                <a:lnTo>
                  <a:pt x="381" y="11991"/>
                </a:lnTo>
                <a:lnTo>
                  <a:pt x="436" y="11769"/>
                </a:lnTo>
                <a:lnTo>
                  <a:pt x="517" y="11596"/>
                </a:lnTo>
                <a:lnTo>
                  <a:pt x="517" y="11423"/>
                </a:lnTo>
                <a:lnTo>
                  <a:pt x="572" y="11201"/>
                </a:lnTo>
                <a:lnTo>
                  <a:pt x="572" y="11029"/>
                </a:lnTo>
                <a:lnTo>
                  <a:pt x="626" y="10856"/>
                </a:lnTo>
                <a:lnTo>
                  <a:pt x="681" y="10634"/>
                </a:lnTo>
                <a:lnTo>
                  <a:pt x="681" y="10461"/>
                </a:lnTo>
                <a:lnTo>
                  <a:pt x="763" y="10288"/>
                </a:lnTo>
                <a:lnTo>
                  <a:pt x="763" y="10066"/>
                </a:lnTo>
                <a:lnTo>
                  <a:pt x="817" y="9894"/>
                </a:lnTo>
                <a:lnTo>
                  <a:pt x="817" y="9721"/>
                </a:lnTo>
                <a:lnTo>
                  <a:pt x="872" y="9499"/>
                </a:lnTo>
                <a:lnTo>
                  <a:pt x="953" y="9326"/>
                </a:lnTo>
                <a:lnTo>
                  <a:pt x="953" y="9153"/>
                </a:lnTo>
                <a:lnTo>
                  <a:pt x="1008" y="8931"/>
                </a:lnTo>
                <a:lnTo>
                  <a:pt x="1008" y="8759"/>
                </a:lnTo>
                <a:lnTo>
                  <a:pt x="1062" y="8586"/>
                </a:lnTo>
                <a:lnTo>
                  <a:pt x="1117" y="8364"/>
                </a:lnTo>
                <a:lnTo>
                  <a:pt x="1117" y="8191"/>
                </a:lnTo>
                <a:lnTo>
                  <a:pt x="1199" y="8018"/>
                </a:lnTo>
                <a:lnTo>
                  <a:pt x="1199" y="7870"/>
                </a:lnTo>
                <a:lnTo>
                  <a:pt x="1253" y="7698"/>
                </a:lnTo>
                <a:lnTo>
                  <a:pt x="1253" y="7476"/>
                </a:lnTo>
                <a:lnTo>
                  <a:pt x="1308" y="7303"/>
                </a:lnTo>
                <a:lnTo>
                  <a:pt x="1389" y="7130"/>
                </a:lnTo>
                <a:lnTo>
                  <a:pt x="1389" y="6908"/>
                </a:lnTo>
                <a:lnTo>
                  <a:pt x="1444" y="6735"/>
                </a:lnTo>
                <a:lnTo>
                  <a:pt x="1444" y="6563"/>
                </a:lnTo>
                <a:lnTo>
                  <a:pt x="1498" y="6341"/>
                </a:lnTo>
                <a:lnTo>
                  <a:pt x="1553" y="6168"/>
                </a:lnTo>
                <a:lnTo>
                  <a:pt x="1553" y="5995"/>
                </a:lnTo>
                <a:lnTo>
                  <a:pt x="1635" y="5773"/>
                </a:lnTo>
                <a:lnTo>
                  <a:pt x="1635" y="5600"/>
                </a:lnTo>
                <a:lnTo>
                  <a:pt x="1689" y="5428"/>
                </a:lnTo>
                <a:lnTo>
                  <a:pt x="1689" y="5206"/>
                </a:lnTo>
                <a:lnTo>
                  <a:pt x="1744" y="5033"/>
                </a:lnTo>
                <a:lnTo>
                  <a:pt x="1798" y="4860"/>
                </a:lnTo>
                <a:lnTo>
                  <a:pt x="1798" y="4638"/>
                </a:lnTo>
                <a:lnTo>
                  <a:pt x="1880" y="4465"/>
                </a:lnTo>
                <a:lnTo>
                  <a:pt x="1880" y="4293"/>
                </a:lnTo>
                <a:lnTo>
                  <a:pt x="1934" y="4071"/>
                </a:lnTo>
                <a:lnTo>
                  <a:pt x="1989" y="3898"/>
                </a:lnTo>
                <a:lnTo>
                  <a:pt x="1989" y="3725"/>
                </a:lnTo>
                <a:lnTo>
                  <a:pt x="2071" y="3503"/>
                </a:lnTo>
                <a:lnTo>
                  <a:pt x="2071" y="3330"/>
                </a:lnTo>
                <a:lnTo>
                  <a:pt x="2125" y="3158"/>
                </a:lnTo>
                <a:lnTo>
                  <a:pt x="2180" y="2936"/>
                </a:lnTo>
                <a:lnTo>
                  <a:pt x="2180" y="2763"/>
                </a:lnTo>
                <a:lnTo>
                  <a:pt x="2234" y="2590"/>
                </a:lnTo>
                <a:lnTo>
                  <a:pt x="2234" y="2368"/>
                </a:lnTo>
                <a:lnTo>
                  <a:pt x="2316" y="2195"/>
                </a:lnTo>
                <a:lnTo>
                  <a:pt x="2316" y="2023"/>
                </a:lnTo>
                <a:lnTo>
                  <a:pt x="2371" y="1801"/>
                </a:lnTo>
                <a:lnTo>
                  <a:pt x="2425" y="1628"/>
                </a:lnTo>
                <a:lnTo>
                  <a:pt x="2425" y="1455"/>
                </a:lnTo>
                <a:lnTo>
                  <a:pt x="2480" y="1233"/>
                </a:lnTo>
                <a:lnTo>
                  <a:pt x="2480" y="1060"/>
                </a:lnTo>
                <a:lnTo>
                  <a:pt x="2561" y="888"/>
                </a:lnTo>
                <a:lnTo>
                  <a:pt x="2616" y="666"/>
                </a:lnTo>
                <a:lnTo>
                  <a:pt x="2616" y="493"/>
                </a:lnTo>
                <a:lnTo>
                  <a:pt x="2670" y="345"/>
                </a:lnTo>
                <a:lnTo>
                  <a:pt x="2670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7057602" y="3521199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14088"/>
                </a:moveTo>
                <a:lnTo>
                  <a:pt x="0" y="13916"/>
                </a:lnTo>
                <a:lnTo>
                  <a:pt x="54" y="13743"/>
                </a:lnTo>
                <a:lnTo>
                  <a:pt x="54" y="13570"/>
                </a:lnTo>
                <a:lnTo>
                  <a:pt x="109" y="13348"/>
                </a:lnTo>
                <a:lnTo>
                  <a:pt x="163" y="13175"/>
                </a:lnTo>
                <a:lnTo>
                  <a:pt x="163" y="13003"/>
                </a:lnTo>
                <a:lnTo>
                  <a:pt x="245" y="12781"/>
                </a:lnTo>
                <a:lnTo>
                  <a:pt x="245" y="12608"/>
                </a:lnTo>
                <a:lnTo>
                  <a:pt x="299" y="12435"/>
                </a:lnTo>
                <a:lnTo>
                  <a:pt x="299" y="12213"/>
                </a:lnTo>
                <a:lnTo>
                  <a:pt x="354" y="12040"/>
                </a:lnTo>
                <a:lnTo>
                  <a:pt x="436" y="11868"/>
                </a:lnTo>
                <a:lnTo>
                  <a:pt x="436" y="11646"/>
                </a:lnTo>
                <a:lnTo>
                  <a:pt x="490" y="11473"/>
                </a:lnTo>
                <a:lnTo>
                  <a:pt x="490" y="11300"/>
                </a:lnTo>
                <a:lnTo>
                  <a:pt x="545" y="11078"/>
                </a:lnTo>
                <a:lnTo>
                  <a:pt x="599" y="10905"/>
                </a:lnTo>
                <a:lnTo>
                  <a:pt x="599" y="10733"/>
                </a:lnTo>
                <a:lnTo>
                  <a:pt x="681" y="10511"/>
                </a:lnTo>
                <a:lnTo>
                  <a:pt x="681" y="10338"/>
                </a:lnTo>
                <a:lnTo>
                  <a:pt x="735" y="10190"/>
                </a:lnTo>
                <a:lnTo>
                  <a:pt x="790" y="9943"/>
                </a:lnTo>
                <a:lnTo>
                  <a:pt x="790" y="9770"/>
                </a:lnTo>
                <a:lnTo>
                  <a:pt x="844" y="9622"/>
                </a:lnTo>
                <a:lnTo>
                  <a:pt x="844" y="9376"/>
                </a:lnTo>
                <a:lnTo>
                  <a:pt x="926" y="9228"/>
                </a:lnTo>
                <a:lnTo>
                  <a:pt x="926" y="9055"/>
                </a:lnTo>
                <a:lnTo>
                  <a:pt x="981" y="8833"/>
                </a:lnTo>
                <a:lnTo>
                  <a:pt x="1035" y="8660"/>
                </a:lnTo>
                <a:lnTo>
                  <a:pt x="1035" y="8487"/>
                </a:lnTo>
                <a:lnTo>
                  <a:pt x="1117" y="8265"/>
                </a:lnTo>
                <a:lnTo>
                  <a:pt x="1117" y="8093"/>
                </a:lnTo>
                <a:lnTo>
                  <a:pt x="1171" y="7920"/>
                </a:lnTo>
                <a:lnTo>
                  <a:pt x="1226" y="7698"/>
                </a:lnTo>
                <a:lnTo>
                  <a:pt x="1226" y="7525"/>
                </a:lnTo>
                <a:lnTo>
                  <a:pt x="1280" y="7352"/>
                </a:lnTo>
                <a:lnTo>
                  <a:pt x="1280" y="7130"/>
                </a:lnTo>
                <a:lnTo>
                  <a:pt x="1362" y="6958"/>
                </a:lnTo>
                <a:lnTo>
                  <a:pt x="1362" y="6785"/>
                </a:lnTo>
                <a:lnTo>
                  <a:pt x="1417" y="6563"/>
                </a:lnTo>
                <a:lnTo>
                  <a:pt x="1471" y="6390"/>
                </a:lnTo>
                <a:lnTo>
                  <a:pt x="1471" y="6217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50"/>
                </a:lnTo>
                <a:lnTo>
                  <a:pt x="1662" y="5428"/>
                </a:lnTo>
                <a:lnTo>
                  <a:pt x="1662" y="5255"/>
                </a:lnTo>
                <a:lnTo>
                  <a:pt x="1716" y="5082"/>
                </a:lnTo>
                <a:lnTo>
                  <a:pt x="1716" y="4860"/>
                </a:lnTo>
                <a:lnTo>
                  <a:pt x="1798" y="4688"/>
                </a:lnTo>
                <a:lnTo>
                  <a:pt x="1798" y="4515"/>
                </a:lnTo>
                <a:lnTo>
                  <a:pt x="1853" y="4293"/>
                </a:lnTo>
                <a:lnTo>
                  <a:pt x="1907" y="4120"/>
                </a:lnTo>
                <a:lnTo>
                  <a:pt x="1907" y="3947"/>
                </a:lnTo>
                <a:lnTo>
                  <a:pt x="1962" y="3725"/>
                </a:lnTo>
                <a:lnTo>
                  <a:pt x="2043" y="3553"/>
                </a:lnTo>
                <a:lnTo>
                  <a:pt x="2043" y="3380"/>
                </a:lnTo>
                <a:lnTo>
                  <a:pt x="2098" y="3158"/>
                </a:lnTo>
                <a:lnTo>
                  <a:pt x="2098" y="2985"/>
                </a:lnTo>
                <a:lnTo>
                  <a:pt x="2153" y="2812"/>
                </a:lnTo>
                <a:lnTo>
                  <a:pt x="2153" y="2590"/>
                </a:lnTo>
                <a:lnTo>
                  <a:pt x="2234" y="2418"/>
                </a:lnTo>
                <a:lnTo>
                  <a:pt x="2234" y="2245"/>
                </a:lnTo>
                <a:lnTo>
                  <a:pt x="2289" y="2023"/>
                </a:lnTo>
                <a:lnTo>
                  <a:pt x="2343" y="1850"/>
                </a:lnTo>
                <a:lnTo>
                  <a:pt x="2343" y="1702"/>
                </a:lnTo>
                <a:lnTo>
                  <a:pt x="2398" y="1455"/>
                </a:lnTo>
                <a:lnTo>
                  <a:pt x="2480" y="1283"/>
                </a:lnTo>
                <a:lnTo>
                  <a:pt x="2480" y="1134"/>
                </a:lnTo>
                <a:lnTo>
                  <a:pt x="2534" y="888"/>
                </a:lnTo>
                <a:lnTo>
                  <a:pt x="2534" y="740"/>
                </a:lnTo>
                <a:lnTo>
                  <a:pt x="2589" y="567"/>
                </a:lnTo>
                <a:lnTo>
                  <a:pt x="2589" y="345"/>
                </a:lnTo>
                <a:lnTo>
                  <a:pt x="2643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7060327" y="3507110"/>
            <a:ext cx="2670" cy="14088"/>
          </a:xfrm>
          <a:custGeom>
            <a:avLst/>
            <a:gdLst/>
            <a:ahLst/>
            <a:cxnLst/>
            <a:rect l="l" t="t" r="r" b="b"/>
            <a:pathLst>
              <a:path w="2670" h="14088">
                <a:moveTo>
                  <a:pt x="0" y="14088"/>
                </a:moveTo>
                <a:lnTo>
                  <a:pt x="0" y="13866"/>
                </a:lnTo>
                <a:lnTo>
                  <a:pt x="54" y="13693"/>
                </a:lnTo>
                <a:lnTo>
                  <a:pt x="54" y="13521"/>
                </a:lnTo>
                <a:lnTo>
                  <a:pt x="109" y="13348"/>
                </a:lnTo>
                <a:lnTo>
                  <a:pt x="109" y="13175"/>
                </a:lnTo>
                <a:lnTo>
                  <a:pt x="190" y="13003"/>
                </a:lnTo>
                <a:lnTo>
                  <a:pt x="190" y="12781"/>
                </a:lnTo>
                <a:lnTo>
                  <a:pt x="245" y="12608"/>
                </a:lnTo>
                <a:lnTo>
                  <a:pt x="299" y="12435"/>
                </a:lnTo>
                <a:lnTo>
                  <a:pt x="299" y="12213"/>
                </a:lnTo>
                <a:lnTo>
                  <a:pt x="354" y="12040"/>
                </a:lnTo>
                <a:lnTo>
                  <a:pt x="354" y="11868"/>
                </a:lnTo>
                <a:lnTo>
                  <a:pt x="436" y="11646"/>
                </a:lnTo>
                <a:lnTo>
                  <a:pt x="490" y="11473"/>
                </a:lnTo>
                <a:lnTo>
                  <a:pt x="490" y="11300"/>
                </a:lnTo>
                <a:lnTo>
                  <a:pt x="545" y="11078"/>
                </a:lnTo>
                <a:lnTo>
                  <a:pt x="545" y="10905"/>
                </a:lnTo>
                <a:lnTo>
                  <a:pt x="626" y="10733"/>
                </a:lnTo>
                <a:lnTo>
                  <a:pt x="681" y="10511"/>
                </a:lnTo>
                <a:lnTo>
                  <a:pt x="681" y="10338"/>
                </a:lnTo>
                <a:lnTo>
                  <a:pt x="735" y="10190"/>
                </a:lnTo>
                <a:lnTo>
                  <a:pt x="735" y="9943"/>
                </a:lnTo>
                <a:lnTo>
                  <a:pt x="790" y="9770"/>
                </a:lnTo>
                <a:lnTo>
                  <a:pt x="790" y="9622"/>
                </a:lnTo>
                <a:lnTo>
                  <a:pt x="872" y="9376"/>
                </a:lnTo>
                <a:lnTo>
                  <a:pt x="926" y="9228"/>
                </a:lnTo>
                <a:lnTo>
                  <a:pt x="926" y="9055"/>
                </a:lnTo>
                <a:lnTo>
                  <a:pt x="981" y="8808"/>
                </a:lnTo>
                <a:lnTo>
                  <a:pt x="981" y="8660"/>
                </a:lnTo>
                <a:lnTo>
                  <a:pt x="1035" y="8487"/>
                </a:lnTo>
                <a:lnTo>
                  <a:pt x="1117" y="8265"/>
                </a:lnTo>
                <a:lnTo>
                  <a:pt x="1117" y="8093"/>
                </a:lnTo>
                <a:lnTo>
                  <a:pt x="1171" y="7920"/>
                </a:lnTo>
                <a:lnTo>
                  <a:pt x="1171" y="7698"/>
                </a:lnTo>
                <a:lnTo>
                  <a:pt x="1226" y="7525"/>
                </a:lnTo>
                <a:lnTo>
                  <a:pt x="1226" y="7352"/>
                </a:lnTo>
                <a:lnTo>
                  <a:pt x="1308" y="7130"/>
                </a:lnTo>
                <a:lnTo>
                  <a:pt x="1362" y="6958"/>
                </a:lnTo>
                <a:lnTo>
                  <a:pt x="1362" y="6785"/>
                </a:lnTo>
                <a:lnTo>
                  <a:pt x="1417" y="6612"/>
                </a:lnTo>
                <a:lnTo>
                  <a:pt x="1417" y="6439"/>
                </a:lnTo>
                <a:lnTo>
                  <a:pt x="1471" y="6267"/>
                </a:lnTo>
                <a:lnTo>
                  <a:pt x="1471" y="6045"/>
                </a:lnTo>
                <a:lnTo>
                  <a:pt x="1553" y="5872"/>
                </a:lnTo>
                <a:lnTo>
                  <a:pt x="1553" y="5699"/>
                </a:lnTo>
                <a:lnTo>
                  <a:pt x="1607" y="5477"/>
                </a:lnTo>
                <a:lnTo>
                  <a:pt x="1662" y="5304"/>
                </a:lnTo>
                <a:lnTo>
                  <a:pt x="1662" y="5132"/>
                </a:lnTo>
                <a:lnTo>
                  <a:pt x="1744" y="4910"/>
                </a:lnTo>
                <a:lnTo>
                  <a:pt x="1798" y="4737"/>
                </a:lnTo>
                <a:lnTo>
                  <a:pt x="1798" y="4564"/>
                </a:lnTo>
                <a:lnTo>
                  <a:pt x="1853" y="4342"/>
                </a:lnTo>
                <a:lnTo>
                  <a:pt x="1853" y="4169"/>
                </a:lnTo>
                <a:lnTo>
                  <a:pt x="1907" y="4021"/>
                </a:lnTo>
                <a:lnTo>
                  <a:pt x="1907" y="3775"/>
                </a:lnTo>
                <a:lnTo>
                  <a:pt x="1989" y="3602"/>
                </a:lnTo>
                <a:lnTo>
                  <a:pt x="2043" y="3454"/>
                </a:lnTo>
                <a:lnTo>
                  <a:pt x="2043" y="3207"/>
                </a:lnTo>
                <a:lnTo>
                  <a:pt x="2098" y="3059"/>
                </a:lnTo>
                <a:lnTo>
                  <a:pt x="2098" y="2886"/>
                </a:lnTo>
                <a:lnTo>
                  <a:pt x="2153" y="2640"/>
                </a:lnTo>
                <a:lnTo>
                  <a:pt x="2234" y="2492"/>
                </a:lnTo>
                <a:lnTo>
                  <a:pt x="2234" y="2319"/>
                </a:lnTo>
                <a:lnTo>
                  <a:pt x="2289" y="2097"/>
                </a:lnTo>
                <a:lnTo>
                  <a:pt x="2289" y="1924"/>
                </a:lnTo>
                <a:lnTo>
                  <a:pt x="2343" y="1751"/>
                </a:lnTo>
                <a:lnTo>
                  <a:pt x="2343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480" y="1011"/>
                </a:lnTo>
                <a:lnTo>
                  <a:pt x="2534" y="838"/>
                </a:lnTo>
                <a:lnTo>
                  <a:pt x="2534" y="666"/>
                </a:lnTo>
                <a:lnTo>
                  <a:pt x="2589" y="444"/>
                </a:lnTo>
                <a:lnTo>
                  <a:pt x="2589" y="271"/>
                </a:lnTo>
                <a:lnTo>
                  <a:pt x="2670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7062998" y="3493022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14088"/>
                </a:moveTo>
                <a:lnTo>
                  <a:pt x="54" y="13916"/>
                </a:lnTo>
                <a:lnTo>
                  <a:pt x="54" y="13693"/>
                </a:lnTo>
                <a:lnTo>
                  <a:pt x="109" y="13521"/>
                </a:lnTo>
                <a:lnTo>
                  <a:pt x="163" y="13348"/>
                </a:lnTo>
                <a:lnTo>
                  <a:pt x="163" y="13126"/>
                </a:lnTo>
                <a:lnTo>
                  <a:pt x="245" y="12953"/>
                </a:lnTo>
                <a:lnTo>
                  <a:pt x="245" y="12781"/>
                </a:lnTo>
                <a:lnTo>
                  <a:pt x="299" y="12558"/>
                </a:lnTo>
                <a:lnTo>
                  <a:pt x="354" y="12386"/>
                </a:lnTo>
                <a:lnTo>
                  <a:pt x="354" y="12213"/>
                </a:lnTo>
                <a:lnTo>
                  <a:pt x="436" y="11991"/>
                </a:lnTo>
                <a:lnTo>
                  <a:pt x="436" y="11818"/>
                </a:lnTo>
                <a:lnTo>
                  <a:pt x="490" y="11646"/>
                </a:lnTo>
                <a:lnTo>
                  <a:pt x="490" y="11423"/>
                </a:lnTo>
                <a:lnTo>
                  <a:pt x="545" y="11251"/>
                </a:lnTo>
                <a:lnTo>
                  <a:pt x="599" y="11078"/>
                </a:lnTo>
                <a:lnTo>
                  <a:pt x="599" y="10856"/>
                </a:lnTo>
                <a:lnTo>
                  <a:pt x="681" y="10683"/>
                </a:lnTo>
                <a:lnTo>
                  <a:pt x="681" y="10511"/>
                </a:lnTo>
                <a:lnTo>
                  <a:pt x="735" y="10338"/>
                </a:lnTo>
                <a:lnTo>
                  <a:pt x="735" y="10165"/>
                </a:lnTo>
                <a:lnTo>
                  <a:pt x="790" y="10017"/>
                </a:lnTo>
                <a:lnTo>
                  <a:pt x="872" y="9770"/>
                </a:lnTo>
                <a:lnTo>
                  <a:pt x="872" y="9622"/>
                </a:lnTo>
                <a:lnTo>
                  <a:pt x="926" y="9450"/>
                </a:lnTo>
                <a:lnTo>
                  <a:pt x="926" y="9203"/>
                </a:lnTo>
                <a:lnTo>
                  <a:pt x="981" y="9055"/>
                </a:lnTo>
                <a:lnTo>
                  <a:pt x="981" y="8882"/>
                </a:lnTo>
                <a:lnTo>
                  <a:pt x="1035" y="8660"/>
                </a:lnTo>
                <a:lnTo>
                  <a:pt x="1117" y="8487"/>
                </a:lnTo>
                <a:lnTo>
                  <a:pt x="1117" y="8315"/>
                </a:lnTo>
                <a:lnTo>
                  <a:pt x="1171" y="8093"/>
                </a:lnTo>
                <a:lnTo>
                  <a:pt x="1171" y="7920"/>
                </a:lnTo>
                <a:lnTo>
                  <a:pt x="1226" y="7747"/>
                </a:lnTo>
                <a:lnTo>
                  <a:pt x="1280" y="7525"/>
                </a:lnTo>
                <a:lnTo>
                  <a:pt x="1280" y="7352"/>
                </a:lnTo>
                <a:lnTo>
                  <a:pt x="1362" y="7180"/>
                </a:lnTo>
                <a:lnTo>
                  <a:pt x="1362" y="6958"/>
                </a:lnTo>
                <a:lnTo>
                  <a:pt x="1417" y="6785"/>
                </a:lnTo>
                <a:lnTo>
                  <a:pt x="1417" y="6612"/>
                </a:lnTo>
                <a:lnTo>
                  <a:pt x="1471" y="6390"/>
                </a:lnTo>
                <a:lnTo>
                  <a:pt x="1553" y="6217"/>
                </a:lnTo>
                <a:lnTo>
                  <a:pt x="1553" y="6045"/>
                </a:lnTo>
                <a:lnTo>
                  <a:pt x="1607" y="5872"/>
                </a:lnTo>
                <a:lnTo>
                  <a:pt x="1607" y="5699"/>
                </a:lnTo>
                <a:lnTo>
                  <a:pt x="1662" y="5526"/>
                </a:lnTo>
                <a:lnTo>
                  <a:pt x="1662" y="5304"/>
                </a:lnTo>
                <a:lnTo>
                  <a:pt x="1716" y="5132"/>
                </a:lnTo>
                <a:lnTo>
                  <a:pt x="1716" y="4959"/>
                </a:lnTo>
                <a:lnTo>
                  <a:pt x="1798" y="4737"/>
                </a:lnTo>
                <a:lnTo>
                  <a:pt x="1853" y="4564"/>
                </a:lnTo>
                <a:lnTo>
                  <a:pt x="1853" y="4416"/>
                </a:lnTo>
                <a:lnTo>
                  <a:pt x="1907" y="4169"/>
                </a:lnTo>
                <a:lnTo>
                  <a:pt x="1962" y="3997"/>
                </a:lnTo>
                <a:lnTo>
                  <a:pt x="1962" y="3849"/>
                </a:lnTo>
                <a:lnTo>
                  <a:pt x="2043" y="3602"/>
                </a:lnTo>
                <a:lnTo>
                  <a:pt x="2043" y="3454"/>
                </a:lnTo>
                <a:lnTo>
                  <a:pt x="2098" y="3281"/>
                </a:lnTo>
                <a:lnTo>
                  <a:pt x="2098" y="3059"/>
                </a:lnTo>
                <a:lnTo>
                  <a:pt x="2153" y="2886"/>
                </a:lnTo>
                <a:lnTo>
                  <a:pt x="2234" y="2714"/>
                </a:lnTo>
                <a:lnTo>
                  <a:pt x="2234" y="2492"/>
                </a:lnTo>
                <a:lnTo>
                  <a:pt x="2289" y="2319"/>
                </a:lnTo>
                <a:lnTo>
                  <a:pt x="2289" y="2146"/>
                </a:lnTo>
                <a:lnTo>
                  <a:pt x="2343" y="1924"/>
                </a:lnTo>
                <a:lnTo>
                  <a:pt x="2398" y="1751"/>
                </a:lnTo>
                <a:lnTo>
                  <a:pt x="2398" y="1579"/>
                </a:lnTo>
                <a:lnTo>
                  <a:pt x="2480" y="1406"/>
                </a:lnTo>
                <a:lnTo>
                  <a:pt x="2480" y="1184"/>
                </a:lnTo>
                <a:lnTo>
                  <a:pt x="2534" y="1011"/>
                </a:lnTo>
                <a:lnTo>
                  <a:pt x="2534" y="838"/>
                </a:lnTo>
                <a:lnTo>
                  <a:pt x="2589" y="616"/>
                </a:lnTo>
                <a:lnTo>
                  <a:pt x="2670" y="444"/>
                </a:lnTo>
                <a:lnTo>
                  <a:pt x="2670" y="271"/>
                </a:lnTo>
                <a:lnTo>
                  <a:pt x="2725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7065723" y="3478933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14088"/>
                </a:moveTo>
                <a:lnTo>
                  <a:pt x="54" y="13842"/>
                </a:lnTo>
                <a:lnTo>
                  <a:pt x="54" y="13693"/>
                </a:lnTo>
                <a:lnTo>
                  <a:pt x="109" y="13521"/>
                </a:lnTo>
                <a:lnTo>
                  <a:pt x="190" y="13299"/>
                </a:lnTo>
                <a:lnTo>
                  <a:pt x="190" y="13126"/>
                </a:lnTo>
                <a:lnTo>
                  <a:pt x="245" y="12953"/>
                </a:lnTo>
                <a:lnTo>
                  <a:pt x="245" y="12731"/>
                </a:lnTo>
                <a:lnTo>
                  <a:pt x="299" y="12558"/>
                </a:lnTo>
                <a:lnTo>
                  <a:pt x="299" y="12386"/>
                </a:lnTo>
                <a:lnTo>
                  <a:pt x="354" y="12164"/>
                </a:lnTo>
                <a:lnTo>
                  <a:pt x="436" y="11991"/>
                </a:lnTo>
                <a:lnTo>
                  <a:pt x="436" y="11818"/>
                </a:lnTo>
                <a:lnTo>
                  <a:pt x="490" y="11596"/>
                </a:lnTo>
                <a:lnTo>
                  <a:pt x="490" y="11423"/>
                </a:lnTo>
                <a:lnTo>
                  <a:pt x="545" y="11251"/>
                </a:lnTo>
                <a:lnTo>
                  <a:pt x="545" y="11078"/>
                </a:lnTo>
                <a:lnTo>
                  <a:pt x="626" y="10905"/>
                </a:lnTo>
                <a:lnTo>
                  <a:pt x="626" y="10733"/>
                </a:lnTo>
                <a:lnTo>
                  <a:pt x="681" y="10511"/>
                </a:lnTo>
                <a:lnTo>
                  <a:pt x="735" y="10338"/>
                </a:lnTo>
                <a:lnTo>
                  <a:pt x="735" y="10165"/>
                </a:lnTo>
                <a:lnTo>
                  <a:pt x="790" y="9943"/>
                </a:lnTo>
                <a:lnTo>
                  <a:pt x="872" y="9770"/>
                </a:lnTo>
                <a:lnTo>
                  <a:pt x="872" y="9598"/>
                </a:lnTo>
                <a:lnTo>
                  <a:pt x="926" y="9376"/>
                </a:lnTo>
                <a:lnTo>
                  <a:pt x="926" y="9203"/>
                </a:lnTo>
                <a:lnTo>
                  <a:pt x="981" y="9055"/>
                </a:lnTo>
                <a:lnTo>
                  <a:pt x="981" y="8808"/>
                </a:lnTo>
                <a:lnTo>
                  <a:pt x="1062" y="8660"/>
                </a:lnTo>
                <a:lnTo>
                  <a:pt x="1062" y="8487"/>
                </a:lnTo>
                <a:lnTo>
                  <a:pt x="1117" y="8241"/>
                </a:lnTo>
                <a:lnTo>
                  <a:pt x="1171" y="8093"/>
                </a:lnTo>
                <a:lnTo>
                  <a:pt x="1171" y="7920"/>
                </a:lnTo>
                <a:lnTo>
                  <a:pt x="1226" y="7698"/>
                </a:lnTo>
                <a:lnTo>
                  <a:pt x="1308" y="7525"/>
                </a:lnTo>
                <a:lnTo>
                  <a:pt x="1308" y="7352"/>
                </a:lnTo>
                <a:lnTo>
                  <a:pt x="1362" y="7130"/>
                </a:lnTo>
                <a:lnTo>
                  <a:pt x="1362" y="6958"/>
                </a:lnTo>
                <a:lnTo>
                  <a:pt x="1417" y="6785"/>
                </a:lnTo>
                <a:lnTo>
                  <a:pt x="1417" y="6563"/>
                </a:lnTo>
                <a:lnTo>
                  <a:pt x="1471" y="6316"/>
                </a:lnTo>
                <a:lnTo>
                  <a:pt x="1553" y="6168"/>
                </a:lnTo>
                <a:lnTo>
                  <a:pt x="1553" y="5995"/>
                </a:lnTo>
                <a:lnTo>
                  <a:pt x="1607" y="5773"/>
                </a:lnTo>
                <a:lnTo>
                  <a:pt x="1607" y="5600"/>
                </a:lnTo>
                <a:lnTo>
                  <a:pt x="1662" y="5428"/>
                </a:lnTo>
                <a:lnTo>
                  <a:pt x="1744" y="5206"/>
                </a:lnTo>
                <a:lnTo>
                  <a:pt x="1744" y="5033"/>
                </a:lnTo>
                <a:lnTo>
                  <a:pt x="1798" y="4860"/>
                </a:lnTo>
                <a:lnTo>
                  <a:pt x="1798" y="4638"/>
                </a:lnTo>
                <a:lnTo>
                  <a:pt x="1853" y="4465"/>
                </a:lnTo>
                <a:lnTo>
                  <a:pt x="1853" y="4293"/>
                </a:lnTo>
                <a:lnTo>
                  <a:pt x="1907" y="4071"/>
                </a:lnTo>
                <a:lnTo>
                  <a:pt x="1989" y="3898"/>
                </a:lnTo>
                <a:lnTo>
                  <a:pt x="1989" y="3725"/>
                </a:lnTo>
                <a:lnTo>
                  <a:pt x="2043" y="3503"/>
                </a:lnTo>
                <a:lnTo>
                  <a:pt x="2098" y="3330"/>
                </a:lnTo>
                <a:lnTo>
                  <a:pt x="2098" y="3158"/>
                </a:lnTo>
                <a:lnTo>
                  <a:pt x="2153" y="2936"/>
                </a:lnTo>
                <a:lnTo>
                  <a:pt x="2153" y="2763"/>
                </a:lnTo>
                <a:lnTo>
                  <a:pt x="2234" y="2590"/>
                </a:lnTo>
                <a:lnTo>
                  <a:pt x="2234" y="2368"/>
                </a:lnTo>
                <a:lnTo>
                  <a:pt x="2289" y="2195"/>
                </a:lnTo>
                <a:lnTo>
                  <a:pt x="2289" y="2023"/>
                </a:lnTo>
                <a:lnTo>
                  <a:pt x="2343" y="1801"/>
                </a:lnTo>
                <a:lnTo>
                  <a:pt x="2425" y="1579"/>
                </a:lnTo>
                <a:lnTo>
                  <a:pt x="2425" y="1406"/>
                </a:lnTo>
                <a:lnTo>
                  <a:pt x="2480" y="1233"/>
                </a:lnTo>
                <a:lnTo>
                  <a:pt x="2534" y="1011"/>
                </a:lnTo>
                <a:lnTo>
                  <a:pt x="2534" y="838"/>
                </a:lnTo>
                <a:lnTo>
                  <a:pt x="2589" y="666"/>
                </a:lnTo>
                <a:lnTo>
                  <a:pt x="2589" y="444"/>
                </a:lnTo>
                <a:lnTo>
                  <a:pt x="2670" y="271"/>
                </a:lnTo>
                <a:lnTo>
                  <a:pt x="2670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7068448" y="3464770"/>
            <a:ext cx="2725" cy="14162"/>
          </a:xfrm>
          <a:custGeom>
            <a:avLst/>
            <a:gdLst/>
            <a:ahLst/>
            <a:cxnLst/>
            <a:rect l="l" t="t" r="r" b="b"/>
            <a:pathLst>
              <a:path w="2725" h="14162">
                <a:moveTo>
                  <a:pt x="0" y="14162"/>
                </a:moveTo>
                <a:lnTo>
                  <a:pt x="0" y="13990"/>
                </a:lnTo>
                <a:lnTo>
                  <a:pt x="54" y="13767"/>
                </a:lnTo>
                <a:lnTo>
                  <a:pt x="136" y="13595"/>
                </a:lnTo>
                <a:lnTo>
                  <a:pt x="136" y="13422"/>
                </a:lnTo>
                <a:lnTo>
                  <a:pt x="190" y="13200"/>
                </a:lnTo>
                <a:lnTo>
                  <a:pt x="190" y="13027"/>
                </a:lnTo>
                <a:lnTo>
                  <a:pt x="245" y="12855"/>
                </a:lnTo>
                <a:lnTo>
                  <a:pt x="245" y="12632"/>
                </a:lnTo>
                <a:lnTo>
                  <a:pt x="299" y="12460"/>
                </a:lnTo>
                <a:lnTo>
                  <a:pt x="381" y="12287"/>
                </a:lnTo>
                <a:lnTo>
                  <a:pt x="381" y="12065"/>
                </a:lnTo>
                <a:lnTo>
                  <a:pt x="436" y="11892"/>
                </a:lnTo>
                <a:lnTo>
                  <a:pt x="436" y="11720"/>
                </a:lnTo>
                <a:lnTo>
                  <a:pt x="490" y="11497"/>
                </a:lnTo>
                <a:lnTo>
                  <a:pt x="545" y="11325"/>
                </a:lnTo>
                <a:lnTo>
                  <a:pt x="545" y="11152"/>
                </a:lnTo>
                <a:lnTo>
                  <a:pt x="626" y="10930"/>
                </a:lnTo>
                <a:lnTo>
                  <a:pt x="626" y="10757"/>
                </a:lnTo>
                <a:lnTo>
                  <a:pt x="681" y="10585"/>
                </a:lnTo>
                <a:lnTo>
                  <a:pt x="735" y="10363"/>
                </a:lnTo>
                <a:lnTo>
                  <a:pt x="735" y="10140"/>
                </a:lnTo>
                <a:lnTo>
                  <a:pt x="817" y="9968"/>
                </a:lnTo>
                <a:lnTo>
                  <a:pt x="817" y="9795"/>
                </a:lnTo>
                <a:lnTo>
                  <a:pt x="872" y="9573"/>
                </a:lnTo>
                <a:lnTo>
                  <a:pt x="926" y="9400"/>
                </a:lnTo>
                <a:lnTo>
                  <a:pt x="926" y="9228"/>
                </a:lnTo>
                <a:lnTo>
                  <a:pt x="981" y="9005"/>
                </a:lnTo>
                <a:lnTo>
                  <a:pt x="981" y="8833"/>
                </a:lnTo>
                <a:lnTo>
                  <a:pt x="1062" y="8660"/>
                </a:lnTo>
                <a:lnTo>
                  <a:pt x="1062" y="8438"/>
                </a:lnTo>
                <a:lnTo>
                  <a:pt x="1117" y="8265"/>
                </a:lnTo>
                <a:lnTo>
                  <a:pt x="1171" y="8093"/>
                </a:lnTo>
                <a:lnTo>
                  <a:pt x="1171" y="7870"/>
                </a:lnTo>
                <a:lnTo>
                  <a:pt x="1253" y="7698"/>
                </a:lnTo>
                <a:lnTo>
                  <a:pt x="1253" y="7525"/>
                </a:lnTo>
                <a:lnTo>
                  <a:pt x="1308" y="7303"/>
                </a:lnTo>
                <a:lnTo>
                  <a:pt x="1362" y="7130"/>
                </a:lnTo>
                <a:lnTo>
                  <a:pt x="1362" y="6958"/>
                </a:lnTo>
                <a:lnTo>
                  <a:pt x="1417" y="6735"/>
                </a:lnTo>
                <a:lnTo>
                  <a:pt x="1417" y="6563"/>
                </a:lnTo>
                <a:lnTo>
                  <a:pt x="1498" y="6390"/>
                </a:lnTo>
                <a:lnTo>
                  <a:pt x="1553" y="6168"/>
                </a:lnTo>
                <a:lnTo>
                  <a:pt x="1553" y="5995"/>
                </a:lnTo>
                <a:lnTo>
                  <a:pt x="1607" y="5847"/>
                </a:lnTo>
                <a:lnTo>
                  <a:pt x="1607" y="5600"/>
                </a:lnTo>
                <a:lnTo>
                  <a:pt x="1662" y="5428"/>
                </a:lnTo>
                <a:lnTo>
                  <a:pt x="1662" y="5280"/>
                </a:lnTo>
                <a:lnTo>
                  <a:pt x="1744" y="5033"/>
                </a:lnTo>
                <a:lnTo>
                  <a:pt x="1798" y="4885"/>
                </a:lnTo>
                <a:lnTo>
                  <a:pt x="1798" y="4712"/>
                </a:lnTo>
                <a:lnTo>
                  <a:pt x="1853" y="4465"/>
                </a:lnTo>
                <a:lnTo>
                  <a:pt x="1853" y="4317"/>
                </a:lnTo>
                <a:lnTo>
                  <a:pt x="1934" y="4145"/>
                </a:lnTo>
                <a:lnTo>
                  <a:pt x="1989" y="3923"/>
                </a:lnTo>
                <a:lnTo>
                  <a:pt x="1989" y="3750"/>
                </a:lnTo>
                <a:lnTo>
                  <a:pt x="2043" y="3577"/>
                </a:lnTo>
                <a:lnTo>
                  <a:pt x="2043" y="3355"/>
                </a:lnTo>
                <a:lnTo>
                  <a:pt x="2098" y="3108"/>
                </a:lnTo>
                <a:lnTo>
                  <a:pt x="2180" y="2960"/>
                </a:lnTo>
                <a:lnTo>
                  <a:pt x="2180" y="2788"/>
                </a:lnTo>
                <a:lnTo>
                  <a:pt x="2234" y="2541"/>
                </a:lnTo>
                <a:lnTo>
                  <a:pt x="2234" y="2393"/>
                </a:lnTo>
                <a:lnTo>
                  <a:pt x="2289" y="2220"/>
                </a:lnTo>
                <a:lnTo>
                  <a:pt x="2289" y="1998"/>
                </a:lnTo>
                <a:lnTo>
                  <a:pt x="2343" y="1825"/>
                </a:lnTo>
                <a:lnTo>
                  <a:pt x="2425" y="1653"/>
                </a:lnTo>
                <a:lnTo>
                  <a:pt x="2425" y="1431"/>
                </a:lnTo>
                <a:lnTo>
                  <a:pt x="2480" y="1258"/>
                </a:lnTo>
                <a:lnTo>
                  <a:pt x="2480" y="1085"/>
                </a:lnTo>
                <a:lnTo>
                  <a:pt x="2534" y="863"/>
                </a:lnTo>
                <a:lnTo>
                  <a:pt x="2616" y="690"/>
                </a:lnTo>
                <a:lnTo>
                  <a:pt x="2616" y="51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7071174" y="3450755"/>
            <a:ext cx="2670" cy="14014"/>
          </a:xfrm>
          <a:custGeom>
            <a:avLst/>
            <a:gdLst/>
            <a:ahLst/>
            <a:cxnLst/>
            <a:rect l="l" t="t" r="r" b="b"/>
            <a:pathLst>
              <a:path w="2670" h="14014">
                <a:moveTo>
                  <a:pt x="0" y="14014"/>
                </a:moveTo>
                <a:lnTo>
                  <a:pt x="0" y="13842"/>
                </a:lnTo>
                <a:lnTo>
                  <a:pt x="54" y="13693"/>
                </a:lnTo>
                <a:lnTo>
                  <a:pt x="54" y="13447"/>
                </a:lnTo>
                <a:lnTo>
                  <a:pt x="136" y="13274"/>
                </a:lnTo>
                <a:lnTo>
                  <a:pt x="190" y="13126"/>
                </a:lnTo>
                <a:lnTo>
                  <a:pt x="190" y="12879"/>
                </a:lnTo>
                <a:lnTo>
                  <a:pt x="245" y="12731"/>
                </a:lnTo>
                <a:lnTo>
                  <a:pt x="245" y="12558"/>
                </a:lnTo>
                <a:lnTo>
                  <a:pt x="327" y="12312"/>
                </a:lnTo>
                <a:lnTo>
                  <a:pt x="381" y="12164"/>
                </a:lnTo>
                <a:lnTo>
                  <a:pt x="381" y="11991"/>
                </a:lnTo>
                <a:lnTo>
                  <a:pt x="436" y="11769"/>
                </a:lnTo>
                <a:lnTo>
                  <a:pt x="436" y="11596"/>
                </a:lnTo>
                <a:lnTo>
                  <a:pt x="490" y="11423"/>
                </a:lnTo>
                <a:lnTo>
                  <a:pt x="490" y="11201"/>
                </a:lnTo>
                <a:lnTo>
                  <a:pt x="572" y="11029"/>
                </a:lnTo>
                <a:lnTo>
                  <a:pt x="626" y="10856"/>
                </a:lnTo>
                <a:lnTo>
                  <a:pt x="626" y="10634"/>
                </a:lnTo>
                <a:lnTo>
                  <a:pt x="681" y="10461"/>
                </a:lnTo>
                <a:lnTo>
                  <a:pt x="681" y="10288"/>
                </a:lnTo>
                <a:lnTo>
                  <a:pt x="735" y="10066"/>
                </a:lnTo>
                <a:lnTo>
                  <a:pt x="817" y="9894"/>
                </a:lnTo>
                <a:lnTo>
                  <a:pt x="817" y="9721"/>
                </a:lnTo>
                <a:lnTo>
                  <a:pt x="872" y="9499"/>
                </a:lnTo>
                <a:lnTo>
                  <a:pt x="872" y="9326"/>
                </a:lnTo>
                <a:lnTo>
                  <a:pt x="926" y="9153"/>
                </a:lnTo>
                <a:lnTo>
                  <a:pt x="926" y="8931"/>
                </a:lnTo>
                <a:lnTo>
                  <a:pt x="1008" y="8759"/>
                </a:lnTo>
                <a:lnTo>
                  <a:pt x="1062" y="8586"/>
                </a:lnTo>
                <a:lnTo>
                  <a:pt x="1062" y="8364"/>
                </a:lnTo>
                <a:lnTo>
                  <a:pt x="1117" y="8191"/>
                </a:lnTo>
                <a:lnTo>
                  <a:pt x="1117" y="8018"/>
                </a:lnTo>
                <a:lnTo>
                  <a:pt x="1171" y="7796"/>
                </a:lnTo>
                <a:lnTo>
                  <a:pt x="1253" y="7624"/>
                </a:lnTo>
                <a:lnTo>
                  <a:pt x="1253" y="7451"/>
                </a:lnTo>
                <a:lnTo>
                  <a:pt x="1308" y="7229"/>
                </a:lnTo>
                <a:lnTo>
                  <a:pt x="1308" y="7056"/>
                </a:lnTo>
                <a:lnTo>
                  <a:pt x="1362" y="6883"/>
                </a:lnTo>
                <a:lnTo>
                  <a:pt x="1444" y="6661"/>
                </a:lnTo>
                <a:lnTo>
                  <a:pt x="1444" y="6489"/>
                </a:lnTo>
                <a:lnTo>
                  <a:pt x="1498" y="6316"/>
                </a:lnTo>
                <a:lnTo>
                  <a:pt x="1498" y="6094"/>
                </a:lnTo>
                <a:lnTo>
                  <a:pt x="1553" y="5921"/>
                </a:lnTo>
                <a:lnTo>
                  <a:pt x="1553" y="5748"/>
                </a:lnTo>
                <a:lnTo>
                  <a:pt x="1607" y="5526"/>
                </a:lnTo>
                <a:lnTo>
                  <a:pt x="1689" y="5354"/>
                </a:lnTo>
                <a:lnTo>
                  <a:pt x="1689" y="5206"/>
                </a:lnTo>
                <a:lnTo>
                  <a:pt x="1744" y="4959"/>
                </a:lnTo>
                <a:lnTo>
                  <a:pt x="1744" y="4786"/>
                </a:lnTo>
                <a:lnTo>
                  <a:pt x="1798" y="4638"/>
                </a:lnTo>
                <a:lnTo>
                  <a:pt x="1853" y="4391"/>
                </a:lnTo>
                <a:lnTo>
                  <a:pt x="1853" y="4243"/>
                </a:lnTo>
                <a:lnTo>
                  <a:pt x="1934" y="4071"/>
                </a:lnTo>
                <a:lnTo>
                  <a:pt x="1934" y="3824"/>
                </a:lnTo>
                <a:lnTo>
                  <a:pt x="1989" y="3676"/>
                </a:lnTo>
                <a:lnTo>
                  <a:pt x="1989" y="3503"/>
                </a:lnTo>
                <a:lnTo>
                  <a:pt x="2043" y="3281"/>
                </a:lnTo>
                <a:lnTo>
                  <a:pt x="2125" y="3108"/>
                </a:lnTo>
                <a:lnTo>
                  <a:pt x="2125" y="2936"/>
                </a:lnTo>
                <a:lnTo>
                  <a:pt x="2180" y="2714"/>
                </a:lnTo>
                <a:lnTo>
                  <a:pt x="2234" y="2541"/>
                </a:lnTo>
                <a:lnTo>
                  <a:pt x="2234" y="2368"/>
                </a:lnTo>
                <a:lnTo>
                  <a:pt x="2289" y="2146"/>
                </a:lnTo>
                <a:lnTo>
                  <a:pt x="2289" y="1973"/>
                </a:lnTo>
                <a:lnTo>
                  <a:pt x="2371" y="1801"/>
                </a:lnTo>
                <a:lnTo>
                  <a:pt x="2371" y="1579"/>
                </a:lnTo>
                <a:lnTo>
                  <a:pt x="2425" y="1406"/>
                </a:lnTo>
                <a:lnTo>
                  <a:pt x="2425" y="1233"/>
                </a:lnTo>
                <a:lnTo>
                  <a:pt x="2480" y="1011"/>
                </a:lnTo>
                <a:lnTo>
                  <a:pt x="2534" y="838"/>
                </a:lnTo>
                <a:lnTo>
                  <a:pt x="2534" y="666"/>
                </a:lnTo>
                <a:lnTo>
                  <a:pt x="2616" y="444"/>
                </a:lnTo>
                <a:lnTo>
                  <a:pt x="2670" y="271"/>
                </a:lnTo>
                <a:lnTo>
                  <a:pt x="2670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7073845" y="3436716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14039"/>
                </a:moveTo>
                <a:lnTo>
                  <a:pt x="54" y="13866"/>
                </a:lnTo>
                <a:lnTo>
                  <a:pt x="136" y="13619"/>
                </a:lnTo>
                <a:lnTo>
                  <a:pt x="136" y="13471"/>
                </a:lnTo>
                <a:lnTo>
                  <a:pt x="190" y="13299"/>
                </a:lnTo>
                <a:lnTo>
                  <a:pt x="190" y="13077"/>
                </a:lnTo>
                <a:lnTo>
                  <a:pt x="245" y="12904"/>
                </a:lnTo>
                <a:lnTo>
                  <a:pt x="245" y="12731"/>
                </a:lnTo>
                <a:lnTo>
                  <a:pt x="299" y="12509"/>
                </a:lnTo>
                <a:lnTo>
                  <a:pt x="381" y="12336"/>
                </a:lnTo>
                <a:lnTo>
                  <a:pt x="381" y="12164"/>
                </a:lnTo>
                <a:lnTo>
                  <a:pt x="436" y="11942"/>
                </a:lnTo>
                <a:lnTo>
                  <a:pt x="436" y="11769"/>
                </a:lnTo>
                <a:lnTo>
                  <a:pt x="490" y="11596"/>
                </a:lnTo>
                <a:lnTo>
                  <a:pt x="572" y="11374"/>
                </a:lnTo>
                <a:lnTo>
                  <a:pt x="572" y="11201"/>
                </a:lnTo>
                <a:lnTo>
                  <a:pt x="626" y="11029"/>
                </a:lnTo>
                <a:lnTo>
                  <a:pt x="626" y="10807"/>
                </a:lnTo>
                <a:lnTo>
                  <a:pt x="681" y="10634"/>
                </a:lnTo>
                <a:lnTo>
                  <a:pt x="681" y="10461"/>
                </a:lnTo>
                <a:lnTo>
                  <a:pt x="735" y="10288"/>
                </a:lnTo>
                <a:lnTo>
                  <a:pt x="817" y="10116"/>
                </a:lnTo>
                <a:lnTo>
                  <a:pt x="817" y="9894"/>
                </a:lnTo>
                <a:lnTo>
                  <a:pt x="872" y="9721"/>
                </a:lnTo>
                <a:lnTo>
                  <a:pt x="872" y="9548"/>
                </a:lnTo>
                <a:lnTo>
                  <a:pt x="926" y="9326"/>
                </a:lnTo>
                <a:lnTo>
                  <a:pt x="981" y="9153"/>
                </a:lnTo>
                <a:lnTo>
                  <a:pt x="981" y="8981"/>
                </a:lnTo>
                <a:lnTo>
                  <a:pt x="1062" y="8759"/>
                </a:lnTo>
                <a:lnTo>
                  <a:pt x="1062" y="8586"/>
                </a:lnTo>
                <a:lnTo>
                  <a:pt x="1117" y="8438"/>
                </a:lnTo>
                <a:lnTo>
                  <a:pt x="1117" y="8191"/>
                </a:lnTo>
                <a:lnTo>
                  <a:pt x="1171" y="8018"/>
                </a:lnTo>
                <a:lnTo>
                  <a:pt x="1253" y="7870"/>
                </a:lnTo>
                <a:lnTo>
                  <a:pt x="1253" y="7624"/>
                </a:lnTo>
                <a:lnTo>
                  <a:pt x="1308" y="7476"/>
                </a:lnTo>
                <a:lnTo>
                  <a:pt x="1308" y="7303"/>
                </a:lnTo>
                <a:lnTo>
                  <a:pt x="1362" y="7056"/>
                </a:lnTo>
                <a:lnTo>
                  <a:pt x="1417" y="6908"/>
                </a:lnTo>
                <a:lnTo>
                  <a:pt x="1417" y="6735"/>
                </a:lnTo>
                <a:lnTo>
                  <a:pt x="1498" y="6513"/>
                </a:lnTo>
                <a:lnTo>
                  <a:pt x="1498" y="6341"/>
                </a:lnTo>
                <a:lnTo>
                  <a:pt x="1553" y="6168"/>
                </a:lnTo>
                <a:lnTo>
                  <a:pt x="1607" y="5946"/>
                </a:lnTo>
                <a:lnTo>
                  <a:pt x="1607" y="5773"/>
                </a:lnTo>
                <a:lnTo>
                  <a:pt x="1689" y="5600"/>
                </a:lnTo>
                <a:lnTo>
                  <a:pt x="1689" y="5378"/>
                </a:lnTo>
                <a:lnTo>
                  <a:pt x="1744" y="5206"/>
                </a:lnTo>
                <a:lnTo>
                  <a:pt x="1744" y="5033"/>
                </a:lnTo>
                <a:lnTo>
                  <a:pt x="1798" y="4811"/>
                </a:lnTo>
                <a:lnTo>
                  <a:pt x="1853" y="4638"/>
                </a:lnTo>
                <a:lnTo>
                  <a:pt x="1853" y="4465"/>
                </a:lnTo>
                <a:lnTo>
                  <a:pt x="1934" y="4293"/>
                </a:lnTo>
                <a:lnTo>
                  <a:pt x="1934" y="4120"/>
                </a:lnTo>
                <a:lnTo>
                  <a:pt x="1989" y="3898"/>
                </a:lnTo>
                <a:lnTo>
                  <a:pt x="2043" y="3725"/>
                </a:lnTo>
                <a:lnTo>
                  <a:pt x="2043" y="3553"/>
                </a:lnTo>
                <a:lnTo>
                  <a:pt x="2098" y="3330"/>
                </a:lnTo>
                <a:lnTo>
                  <a:pt x="2098" y="3158"/>
                </a:lnTo>
                <a:lnTo>
                  <a:pt x="2180" y="2985"/>
                </a:lnTo>
                <a:lnTo>
                  <a:pt x="2180" y="2763"/>
                </a:lnTo>
                <a:lnTo>
                  <a:pt x="2234" y="2590"/>
                </a:lnTo>
                <a:lnTo>
                  <a:pt x="2289" y="2418"/>
                </a:lnTo>
                <a:lnTo>
                  <a:pt x="2289" y="2195"/>
                </a:lnTo>
                <a:lnTo>
                  <a:pt x="2371" y="2023"/>
                </a:lnTo>
                <a:lnTo>
                  <a:pt x="2371" y="1850"/>
                </a:lnTo>
                <a:lnTo>
                  <a:pt x="2425" y="1628"/>
                </a:lnTo>
                <a:lnTo>
                  <a:pt x="2480" y="1455"/>
                </a:lnTo>
                <a:lnTo>
                  <a:pt x="2480" y="1307"/>
                </a:lnTo>
                <a:lnTo>
                  <a:pt x="2534" y="1060"/>
                </a:lnTo>
                <a:lnTo>
                  <a:pt x="2534" y="888"/>
                </a:lnTo>
                <a:lnTo>
                  <a:pt x="2616" y="740"/>
                </a:lnTo>
                <a:lnTo>
                  <a:pt x="2616" y="567"/>
                </a:lnTo>
                <a:lnTo>
                  <a:pt x="2670" y="394"/>
                </a:lnTo>
                <a:lnTo>
                  <a:pt x="2725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7076570" y="3422677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14039"/>
                </a:moveTo>
                <a:lnTo>
                  <a:pt x="54" y="13866"/>
                </a:lnTo>
                <a:lnTo>
                  <a:pt x="54" y="13644"/>
                </a:lnTo>
                <a:lnTo>
                  <a:pt x="136" y="13471"/>
                </a:lnTo>
                <a:lnTo>
                  <a:pt x="136" y="13299"/>
                </a:lnTo>
                <a:lnTo>
                  <a:pt x="190" y="13077"/>
                </a:lnTo>
                <a:lnTo>
                  <a:pt x="245" y="12904"/>
                </a:lnTo>
                <a:lnTo>
                  <a:pt x="245" y="12731"/>
                </a:lnTo>
                <a:lnTo>
                  <a:pt x="327" y="12509"/>
                </a:lnTo>
                <a:lnTo>
                  <a:pt x="327" y="12336"/>
                </a:lnTo>
                <a:lnTo>
                  <a:pt x="381" y="12164"/>
                </a:lnTo>
                <a:lnTo>
                  <a:pt x="436" y="11942"/>
                </a:lnTo>
                <a:lnTo>
                  <a:pt x="436" y="11769"/>
                </a:lnTo>
                <a:lnTo>
                  <a:pt x="490" y="11596"/>
                </a:lnTo>
                <a:lnTo>
                  <a:pt x="490" y="11423"/>
                </a:lnTo>
                <a:lnTo>
                  <a:pt x="572" y="11251"/>
                </a:lnTo>
                <a:lnTo>
                  <a:pt x="572" y="11029"/>
                </a:lnTo>
                <a:lnTo>
                  <a:pt x="626" y="10856"/>
                </a:lnTo>
                <a:lnTo>
                  <a:pt x="681" y="10683"/>
                </a:lnTo>
                <a:lnTo>
                  <a:pt x="681" y="10461"/>
                </a:lnTo>
                <a:lnTo>
                  <a:pt x="763" y="10288"/>
                </a:lnTo>
                <a:lnTo>
                  <a:pt x="763" y="10140"/>
                </a:lnTo>
                <a:lnTo>
                  <a:pt x="817" y="9894"/>
                </a:lnTo>
                <a:lnTo>
                  <a:pt x="872" y="9746"/>
                </a:lnTo>
                <a:lnTo>
                  <a:pt x="872" y="9573"/>
                </a:lnTo>
                <a:lnTo>
                  <a:pt x="926" y="9326"/>
                </a:lnTo>
                <a:lnTo>
                  <a:pt x="926" y="9178"/>
                </a:lnTo>
                <a:lnTo>
                  <a:pt x="1008" y="9005"/>
                </a:lnTo>
                <a:lnTo>
                  <a:pt x="1008" y="8833"/>
                </a:lnTo>
                <a:lnTo>
                  <a:pt x="1062" y="8660"/>
                </a:lnTo>
                <a:lnTo>
                  <a:pt x="1117" y="8438"/>
                </a:lnTo>
                <a:lnTo>
                  <a:pt x="1117" y="8265"/>
                </a:lnTo>
                <a:lnTo>
                  <a:pt x="1171" y="8093"/>
                </a:lnTo>
                <a:lnTo>
                  <a:pt x="1171" y="7870"/>
                </a:lnTo>
                <a:lnTo>
                  <a:pt x="1253" y="7698"/>
                </a:lnTo>
                <a:lnTo>
                  <a:pt x="1253" y="7525"/>
                </a:lnTo>
                <a:lnTo>
                  <a:pt x="1308" y="7303"/>
                </a:lnTo>
                <a:lnTo>
                  <a:pt x="1362" y="7130"/>
                </a:lnTo>
                <a:lnTo>
                  <a:pt x="1362" y="6958"/>
                </a:lnTo>
                <a:lnTo>
                  <a:pt x="1444" y="6785"/>
                </a:lnTo>
                <a:lnTo>
                  <a:pt x="1444" y="6612"/>
                </a:lnTo>
                <a:lnTo>
                  <a:pt x="1498" y="6390"/>
                </a:lnTo>
                <a:lnTo>
                  <a:pt x="1553" y="6217"/>
                </a:lnTo>
                <a:lnTo>
                  <a:pt x="1553" y="6045"/>
                </a:lnTo>
                <a:lnTo>
                  <a:pt x="1607" y="5823"/>
                </a:lnTo>
                <a:lnTo>
                  <a:pt x="1607" y="5650"/>
                </a:lnTo>
                <a:lnTo>
                  <a:pt x="1689" y="5502"/>
                </a:lnTo>
                <a:lnTo>
                  <a:pt x="1689" y="5255"/>
                </a:lnTo>
                <a:lnTo>
                  <a:pt x="1744" y="5082"/>
                </a:lnTo>
                <a:lnTo>
                  <a:pt x="1798" y="4934"/>
                </a:lnTo>
                <a:lnTo>
                  <a:pt x="1798" y="4762"/>
                </a:lnTo>
                <a:lnTo>
                  <a:pt x="1853" y="4589"/>
                </a:lnTo>
                <a:lnTo>
                  <a:pt x="1853" y="4367"/>
                </a:lnTo>
                <a:lnTo>
                  <a:pt x="1934" y="4194"/>
                </a:lnTo>
                <a:lnTo>
                  <a:pt x="1934" y="4021"/>
                </a:lnTo>
                <a:lnTo>
                  <a:pt x="1989" y="3799"/>
                </a:lnTo>
                <a:lnTo>
                  <a:pt x="2043" y="3627"/>
                </a:lnTo>
                <a:lnTo>
                  <a:pt x="2043" y="3454"/>
                </a:lnTo>
                <a:lnTo>
                  <a:pt x="2125" y="3232"/>
                </a:lnTo>
                <a:lnTo>
                  <a:pt x="2180" y="3059"/>
                </a:lnTo>
                <a:lnTo>
                  <a:pt x="2180" y="2886"/>
                </a:lnTo>
                <a:lnTo>
                  <a:pt x="2234" y="2714"/>
                </a:lnTo>
                <a:lnTo>
                  <a:pt x="2234" y="2541"/>
                </a:lnTo>
                <a:lnTo>
                  <a:pt x="2289" y="2319"/>
                </a:lnTo>
                <a:lnTo>
                  <a:pt x="2289" y="2146"/>
                </a:lnTo>
                <a:lnTo>
                  <a:pt x="2371" y="1973"/>
                </a:lnTo>
                <a:lnTo>
                  <a:pt x="2371" y="1751"/>
                </a:lnTo>
                <a:lnTo>
                  <a:pt x="2425" y="1579"/>
                </a:lnTo>
                <a:lnTo>
                  <a:pt x="2480" y="1406"/>
                </a:lnTo>
                <a:lnTo>
                  <a:pt x="2480" y="1184"/>
                </a:lnTo>
                <a:lnTo>
                  <a:pt x="2561" y="1011"/>
                </a:lnTo>
                <a:lnTo>
                  <a:pt x="2561" y="838"/>
                </a:lnTo>
                <a:lnTo>
                  <a:pt x="2616" y="690"/>
                </a:lnTo>
                <a:lnTo>
                  <a:pt x="2616" y="518"/>
                </a:lnTo>
                <a:lnTo>
                  <a:pt x="2670" y="296"/>
                </a:lnTo>
                <a:lnTo>
                  <a:pt x="2725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7079295" y="3408761"/>
            <a:ext cx="2752" cy="13916"/>
          </a:xfrm>
          <a:custGeom>
            <a:avLst/>
            <a:gdLst/>
            <a:ahLst/>
            <a:cxnLst/>
            <a:rect l="l" t="t" r="r" b="b"/>
            <a:pathLst>
              <a:path w="2752" h="13916">
                <a:moveTo>
                  <a:pt x="0" y="13916"/>
                </a:moveTo>
                <a:lnTo>
                  <a:pt x="81" y="13743"/>
                </a:lnTo>
                <a:lnTo>
                  <a:pt x="81" y="13570"/>
                </a:lnTo>
                <a:lnTo>
                  <a:pt x="136" y="13348"/>
                </a:lnTo>
                <a:lnTo>
                  <a:pt x="136" y="13175"/>
                </a:lnTo>
                <a:lnTo>
                  <a:pt x="190" y="13003"/>
                </a:lnTo>
                <a:lnTo>
                  <a:pt x="245" y="12830"/>
                </a:lnTo>
                <a:lnTo>
                  <a:pt x="245" y="12682"/>
                </a:lnTo>
                <a:lnTo>
                  <a:pt x="327" y="12435"/>
                </a:lnTo>
                <a:lnTo>
                  <a:pt x="327" y="12287"/>
                </a:lnTo>
                <a:lnTo>
                  <a:pt x="381" y="12114"/>
                </a:lnTo>
                <a:lnTo>
                  <a:pt x="381" y="11868"/>
                </a:lnTo>
                <a:lnTo>
                  <a:pt x="436" y="11720"/>
                </a:lnTo>
                <a:lnTo>
                  <a:pt x="436" y="11547"/>
                </a:lnTo>
                <a:lnTo>
                  <a:pt x="517" y="11374"/>
                </a:lnTo>
                <a:lnTo>
                  <a:pt x="572" y="11201"/>
                </a:lnTo>
                <a:lnTo>
                  <a:pt x="572" y="10979"/>
                </a:lnTo>
                <a:lnTo>
                  <a:pt x="626" y="10807"/>
                </a:lnTo>
                <a:lnTo>
                  <a:pt x="626" y="10634"/>
                </a:lnTo>
                <a:lnTo>
                  <a:pt x="681" y="10412"/>
                </a:lnTo>
                <a:lnTo>
                  <a:pt x="763" y="10239"/>
                </a:lnTo>
                <a:lnTo>
                  <a:pt x="763" y="10066"/>
                </a:lnTo>
                <a:lnTo>
                  <a:pt x="817" y="9894"/>
                </a:lnTo>
                <a:lnTo>
                  <a:pt x="817" y="9721"/>
                </a:lnTo>
                <a:lnTo>
                  <a:pt x="872" y="9499"/>
                </a:lnTo>
                <a:lnTo>
                  <a:pt x="953" y="9326"/>
                </a:lnTo>
                <a:lnTo>
                  <a:pt x="953" y="9153"/>
                </a:lnTo>
                <a:lnTo>
                  <a:pt x="1008" y="8931"/>
                </a:lnTo>
                <a:lnTo>
                  <a:pt x="1008" y="8759"/>
                </a:lnTo>
                <a:lnTo>
                  <a:pt x="1062" y="8586"/>
                </a:lnTo>
                <a:lnTo>
                  <a:pt x="1062" y="8438"/>
                </a:lnTo>
                <a:lnTo>
                  <a:pt x="1117" y="8265"/>
                </a:lnTo>
                <a:lnTo>
                  <a:pt x="1117" y="8043"/>
                </a:lnTo>
                <a:lnTo>
                  <a:pt x="1199" y="7870"/>
                </a:lnTo>
                <a:lnTo>
                  <a:pt x="1253" y="7698"/>
                </a:lnTo>
                <a:lnTo>
                  <a:pt x="1253" y="7525"/>
                </a:lnTo>
                <a:lnTo>
                  <a:pt x="1308" y="7352"/>
                </a:lnTo>
                <a:lnTo>
                  <a:pt x="1308" y="7130"/>
                </a:lnTo>
                <a:lnTo>
                  <a:pt x="1362" y="6958"/>
                </a:lnTo>
                <a:lnTo>
                  <a:pt x="1362" y="6785"/>
                </a:lnTo>
                <a:lnTo>
                  <a:pt x="1444" y="6563"/>
                </a:lnTo>
                <a:lnTo>
                  <a:pt x="1498" y="6390"/>
                </a:lnTo>
                <a:lnTo>
                  <a:pt x="1498" y="6217"/>
                </a:lnTo>
                <a:lnTo>
                  <a:pt x="1553" y="6045"/>
                </a:lnTo>
                <a:lnTo>
                  <a:pt x="1553" y="5872"/>
                </a:lnTo>
                <a:lnTo>
                  <a:pt x="1635" y="5650"/>
                </a:lnTo>
                <a:lnTo>
                  <a:pt x="1689" y="5477"/>
                </a:lnTo>
                <a:lnTo>
                  <a:pt x="1689" y="5304"/>
                </a:lnTo>
                <a:lnTo>
                  <a:pt x="1744" y="5082"/>
                </a:lnTo>
                <a:lnTo>
                  <a:pt x="1744" y="4910"/>
                </a:lnTo>
                <a:lnTo>
                  <a:pt x="1798" y="4762"/>
                </a:lnTo>
                <a:lnTo>
                  <a:pt x="1798" y="4589"/>
                </a:lnTo>
                <a:lnTo>
                  <a:pt x="1880" y="4416"/>
                </a:lnTo>
                <a:lnTo>
                  <a:pt x="1934" y="4194"/>
                </a:lnTo>
                <a:lnTo>
                  <a:pt x="1934" y="4021"/>
                </a:lnTo>
                <a:lnTo>
                  <a:pt x="1989" y="3849"/>
                </a:lnTo>
                <a:lnTo>
                  <a:pt x="1989" y="3676"/>
                </a:lnTo>
                <a:lnTo>
                  <a:pt x="2043" y="3503"/>
                </a:lnTo>
                <a:lnTo>
                  <a:pt x="2043" y="3281"/>
                </a:lnTo>
                <a:lnTo>
                  <a:pt x="2125" y="3108"/>
                </a:lnTo>
                <a:lnTo>
                  <a:pt x="2180" y="2936"/>
                </a:lnTo>
                <a:lnTo>
                  <a:pt x="2180" y="2763"/>
                </a:lnTo>
                <a:lnTo>
                  <a:pt x="2234" y="2590"/>
                </a:lnTo>
                <a:lnTo>
                  <a:pt x="2234" y="2368"/>
                </a:lnTo>
                <a:lnTo>
                  <a:pt x="2316" y="2195"/>
                </a:lnTo>
                <a:lnTo>
                  <a:pt x="2316" y="2023"/>
                </a:lnTo>
                <a:lnTo>
                  <a:pt x="2371" y="1801"/>
                </a:lnTo>
                <a:lnTo>
                  <a:pt x="2425" y="1628"/>
                </a:lnTo>
                <a:lnTo>
                  <a:pt x="2425" y="1480"/>
                </a:lnTo>
                <a:lnTo>
                  <a:pt x="2480" y="1307"/>
                </a:lnTo>
                <a:lnTo>
                  <a:pt x="2480" y="1134"/>
                </a:lnTo>
                <a:lnTo>
                  <a:pt x="2561" y="912"/>
                </a:lnTo>
                <a:lnTo>
                  <a:pt x="2616" y="740"/>
                </a:lnTo>
                <a:lnTo>
                  <a:pt x="2616" y="567"/>
                </a:lnTo>
                <a:lnTo>
                  <a:pt x="2670" y="394"/>
                </a:lnTo>
                <a:lnTo>
                  <a:pt x="2670" y="222"/>
                </a:lnTo>
                <a:lnTo>
                  <a:pt x="2752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7082048" y="3394943"/>
            <a:ext cx="2725" cy="13817"/>
          </a:xfrm>
          <a:custGeom>
            <a:avLst/>
            <a:gdLst/>
            <a:ahLst/>
            <a:cxnLst/>
            <a:rect l="l" t="t" r="r" b="b"/>
            <a:pathLst>
              <a:path w="2725" h="13817">
                <a:moveTo>
                  <a:pt x="0" y="13817"/>
                </a:moveTo>
                <a:lnTo>
                  <a:pt x="0" y="13644"/>
                </a:lnTo>
                <a:lnTo>
                  <a:pt x="54" y="13471"/>
                </a:lnTo>
                <a:lnTo>
                  <a:pt x="109" y="13299"/>
                </a:lnTo>
                <a:lnTo>
                  <a:pt x="109" y="13126"/>
                </a:lnTo>
                <a:lnTo>
                  <a:pt x="163" y="12904"/>
                </a:lnTo>
                <a:lnTo>
                  <a:pt x="163" y="12731"/>
                </a:lnTo>
                <a:lnTo>
                  <a:pt x="245" y="12558"/>
                </a:lnTo>
                <a:lnTo>
                  <a:pt x="245" y="12336"/>
                </a:lnTo>
                <a:lnTo>
                  <a:pt x="299" y="12164"/>
                </a:lnTo>
                <a:lnTo>
                  <a:pt x="299" y="12016"/>
                </a:lnTo>
                <a:lnTo>
                  <a:pt x="354" y="11843"/>
                </a:lnTo>
                <a:lnTo>
                  <a:pt x="408" y="11670"/>
                </a:lnTo>
                <a:lnTo>
                  <a:pt x="408" y="11448"/>
                </a:lnTo>
                <a:lnTo>
                  <a:pt x="490" y="11275"/>
                </a:lnTo>
                <a:lnTo>
                  <a:pt x="490" y="11103"/>
                </a:lnTo>
                <a:lnTo>
                  <a:pt x="545" y="10930"/>
                </a:lnTo>
                <a:lnTo>
                  <a:pt x="545" y="10757"/>
                </a:lnTo>
                <a:lnTo>
                  <a:pt x="599" y="10535"/>
                </a:lnTo>
                <a:lnTo>
                  <a:pt x="681" y="10363"/>
                </a:lnTo>
                <a:lnTo>
                  <a:pt x="681" y="10190"/>
                </a:lnTo>
                <a:lnTo>
                  <a:pt x="735" y="10017"/>
                </a:lnTo>
                <a:lnTo>
                  <a:pt x="735" y="9844"/>
                </a:lnTo>
                <a:lnTo>
                  <a:pt x="790" y="9622"/>
                </a:lnTo>
                <a:lnTo>
                  <a:pt x="844" y="9450"/>
                </a:lnTo>
                <a:lnTo>
                  <a:pt x="844" y="9277"/>
                </a:lnTo>
                <a:lnTo>
                  <a:pt x="926" y="9129"/>
                </a:lnTo>
                <a:lnTo>
                  <a:pt x="926" y="8956"/>
                </a:lnTo>
                <a:lnTo>
                  <a:pt x="981" y="8709"/>
                </a:lnTo>
                <a:lnTo>
                  <a:pt x="981" y="8561"/>
                </a:lnTo>
                <a:lnTo>
                  <a:pt x="1035" y="8389"/>
                </a:lnTo>
                <a:lnTo>
                  <a:pt x="1117" y="8216"/>
                </a:lnTo>
                <a:lnTo>
                  <a:pt x="1117" y="8043"/>
                </a:lnTo>
                <a:lnTo>
                  <a:pt x="1171" y="7821"/>
                </a:lnTo>
                <a:lnTo>
                  <a:pt x="1171" y="7648"/>
                </a:lnTo>
                <a:lnTo>
                  <a:pt x="1226" y="7476"/>
                </a:lnTo>
                <a:lnTo>
                  <a:pt x="1226" y="7303"/>
                </a:lnTo>
                <a:lnTo>
                  <a:pt x="1280" y="7130"/>
                </a:lnTo>
                <a:lnTo>
                  <a:pt x="1362" y="6908"/>
                </a:lnTo>
                <a:lnTo>
                  <a:pt x="1362" y="6735"/>
                </a:lnTo>
                <a:lnTo>
                  <a:pt x="1417" y="6563"/>
                </a:lnTo>
                <a:lnTo>
                  <a:pt x="1417" y="6390"/>
                </a:lnTo>
                <a:lnTo>
                  <a:pt x="1471" y="6242"/>
                </a:lnTo>
                <a:lnTo>
                  <a:pt x="1471" y="5995"/>
                </a:lnTo>
                <a:lnTo>
                  <a:pt x="1526" y="5847"/>
                </a:lnTo>
                <a:lnTo>
                  <a:pt x="1607" y="5674"/>
                </a:lnTo>
                <a:lnTo>
                  <a:pt x="1607" y="5502"/>
                </a:lnTo>
                <a:lnTo>
                  <a:pt x="1662" y="5329"/>
                </a:lnTo>
                <a:lnTo>
                  <a:pt x="1662" y="5156"/>
                </a:lnTo>
                <a:lnTo>
                  <a:pt x="1716" y="4984"/>
                </a:lnTo>
                <a:lnTo>
                  <a:pt x="1716" y="4762"/>
                </a:lnTo>
                <a:lnTo>
                  <a:pt x="1798" y="4589"/>
                </a:lnTo>
                <a:lnTo>
                  <a:pt x="1798" y="4416"/>
                </a:lnTo>
                <a:lnTo>
                  <a:pt x="1853" y="4243"/>
                </a:lnTo>
                <a:lnTo>
                  <a:pt x="1907" y="4071"/>
                </a:lnTo>
                <a:lnTo>
                  <a:pt x="1907" y="3849"/>
                </a:lnTo>
                <a:lnTo>
                  <a:pt x="1962" y="3676"/>
                </a:lnTo>
                <a:lnTo>
                  <a:pt x="1962" y="3528"/>
                </a:lnTo>
                <a:lnTo>
                  <a:pt x="2043" y="3355"/>
                </a:lnTo>
                <a:lnTo>
                  <a:pt x="2043" y="3182"/>
                </a:lnTo>
                <a:lnTo>
                  <a:pt x="2098" y="2960"/>
                </a:lnTo>
                <a:lnTo>
                  <a:pt x="2153" y="2788"/>
                </a:lnTo>
                <a:lnTo>
                  <a:pt x="2153" y="2615"/>
                </a:lnTo>
                <a:lnTo>
                  <a:pt x="2207" y="2442"/>
                </a:lnTo>
                <a:lnTo>
                  <a:pt x="2207" y="2269"/>
                </a:lnTo>
                <a:lnTo>
                  <a:pt x="2289" y="2097"/>
                </a:lnTo>
                <a:lnTo>
                  <a:pt x="2289" y="1924"/>
                </a:lnTo>
                <a:lnTo>
                  <a:pt x="2343" y="1702"/>
                </a:lnTo>
                <a:lnTo>
                  <a:pt x="2398" y="1529"/>
                </a:lnTo>
                <a:lnTo>
                  <a:pt x="2398" y="1357"/>
                </a:lnTo>
                <a:lnTo>
                  <a:pt x="2480" y="1184"/>
                </a:lnTo>
                <a:lnTo>
                  <a:pt x="2480" y="1036"/>
                </a:lnTo>
                <a:lnTo>
                  <a:pt x="2534" y="789"/>
                </a:lnTo>
                <a:lnTo>
                  <a:pt x="2589" y="641"/>
                </a:lnTo>
                <a:lnTo>
                  <a:pt x="2589" y="468"/>
                </a:lnTo>
                <a:lnTo>
                  <a:pt x="2643" y="296"/>
                </a:lnTo>
                <a:lnTo>
                  <a:pt x="2643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7084773" y="3381200"/>
            <a:ext cx="2670" cy="13743"/>
          </a:xfrm>
          <a:custGeom>
            <a:avLst/>
            <a:gdLst/>
            <a:ahLst/>
            <a:cxnLst/>
            <a:rect l="l" t="t" r="r" b="b"/>
            <a:pathLst>
              <a:path w="2670" h="13743">
                <a:moveTo>
                  <a:pt x="0" y="13743"/>
                </a:moveTo>
                <a:lnTo>
                  <a:pt x="0" y="13570"/>
                </a:lnTo>
                <a:lnTo>
                  <a:pt x="54" y="13422"/>
                </a:lnTo>
                <a:lnTo>
                  <a:pt x="54" y="13249"/>
                </a:lnTo>
                <a:lnTo>
                  <a:pt x="109" y="13027"/>
                </a:lnTo>
                <a:lnTo>
                  <a:pt x="109" y="12855"/>
                </a:lnTo>
                <a:lnTo>
                  <a:pt x="190" y="12682"/>
                </a:lnTo>
                <a:lnTo>
                  <a:pt x="245" y="12509"/>
                </a:lnTo>
                <a:lnTo>
                  <a:pt x="245" y="12336"/>
                </a:lnTo>
                <a:lnTo>
                  <a:pt x="299" y="12164"/>
                </a:lnTo>
                <a:lnTo>
                  <a:pt x="299" y="11991"/>
                </a:lnTo>
                <a:lnTo>
                  <a:pt x="354" y="11769"/>
                </a:lnTo>
                <a:lnTo>
                  <a:pt x="354" y="11596"/>
                </a:lnTo>
                <a:lnTo>
                  <a:pt x="436" y="11423"/>
                </a:lnTo>
                <a:lnTo>
                  <a:pt x="436" y="11251"/>
                </a:lnTo>
                <a:lnTo>
                  <a:pt x="490" y="11103"/>
                </a:lnTo>
                <a:lnTo>
                  <a:pt x="545" y="10856"/>
                </a:lnTo>
                <a:lnTo>
                  <a:pt x="545" y="10683"/>
                </a:lnTo>
                <a:lnTo>
                  <a:pt x="599" y="10535"/>
                </a:lnTo>
                <a:lnTo>
                  <a:pt x="599" y="10363"/>
                </a:lnTo>
                <a:lnTo>
                  <a:pt x="681" y="10190"/>
                </a:lnTo>
                <a:lnTo>
                  <a:pt x="681" y="10017"/>
                </a:lnTo>
                <a:lnTo>
                  <a:pt x="735" y="9844"/>
                </a:lnTo>
                <a:lnTo>
                  <a:pt x="790" y="9622"/>
                </a:lnTo>
                <a:lnTo>
                  <a:pt x="790" y="9450"/>
                </a:lnTo>
                <a:lnTo>
                  <a:pt x="872" y="9277"/>
                </a:lnTo>
                <a:lnTo>
                  <a:pt x="872" y="9104"/>
                </a:lnTo>
                <a:lnTo>
                  <a:pt x="926" y="8931"/>
                </a:lnTo>
                <a:lnTo>
                  <a:pt x="926" y="8783"/>
                </a:lnTo>
                <a:lnTo>
                  <a:pt x="981" y="8611"/>
                </a:lnTo>
                <a:lnTo>
                  <a:pt x="981" y="8364"/>
                </a:lnTo>
                <a:lnTo>
                  <a:pt x="1035" y="8216"/>
                </a:lnTo>
                <a:lnTo>
                  <a:pt x="1117" y="8043"/>
                </a:lnTo>
                <a:lnTo>
                  <a:pt x="1117" y="7870"/>
                </a:lnTo>
                <a:lnTo>
                  <a:pt x="1171" y="7698"/>
                </a:lnTo>
                <a:lnTo>
                  <a:pt x="1171" y="7525"/>
                </a:lnTo>
                <a:lnTo>
                  <a:pt x="1226" y="7352"/>
                </a:lnTo>
                <a:lnTo>
                  <a:pt x="1226" y="7130"/>
                </a:lnTo>
                <a:lnTo>
                  <a:pt x="1280" y="6958"/>
                </a:lnTo>
                <a:lnTo>
                  <a:pt x="1362" y="6785"/>
                </a:lnTo>
                <a:lnTo>
                  <a:pt x="1362" y="6612"/>
                </a:lnTo>
                <a:lnTo>
                  <a:pt x="1417" y="6439"/>
                </a:lnTo>
                <a:lnTo>
                  <a:pt x="1417" y="6291"/>
                </a:lnTo>
                <a:lnTo>
                  <a:pt x="1471" y="6119"/>
                </a:lnTo>
                <a:lnTo>
                  <a:pt x="1471" y="5897"/>
                </a:lnTo>
                <a:lnTo>
                  <a:pt x="1553" y="5724"/>
                </a:lnTo>
                <a:lnTo>
                  <a:pt x="1607" y="5551"/>
                </a:lnTo>
                <a:lnTo>
                  <a:pt x="1607" y="5378"/>
                </a:lnTo>
                <a:lnTo>
                  <a:pt x="1662" y="5206"/>
                </a:lnTo>
                <a:lnTo>
                  <a:pt x="1662" y="5033"/>
                </a:lnTo>
                <a:lnTo>
                  <a:pt x="1716" y="4860"/>
                </a:lnTo>
                <a:lnTo>
                  <a:pt x="1716" y="4638"/>
                </a:lnTo>
                <a:lnTo>
                  <a:pt x="1798" y="4465"/>
                </a:lnTo>
                <a:lnTo>
                  <a:pt x="1798" y="4293"/>
                </a:lnTo>
                <a:lnTo>
                  <a:pt x="1853" y="4120"/>
                </a:lnTo>
                <a:lnTo>
                  <a:pt x="1907" y="3972"/>
                </a:lnTo>
                <a:lnTo>
                  <a:pt x="1907" y="3799"/>
                </a:lnTo>
                <a:lnTo>
                  <a:pt x="1989" y="3627"/>
                </a:lnTo>
                <a:lnTo>
                  <a:pt x="1989" y="3454"/>
                </a:lnTo>
                <a:lnTo>
                  <a:pt x="2043" y="3281"/>
                </a:lnTo>
                <a:lnTo>
                  <a:pt x="2043" y="3059"/>
                </a:lnTo>
                <a:lnTo>
                  <a:pt x="2098" y="2886"/>
                </a:lnTo>
                <a:lnTo>
                  <a:pt x="2153" y="2714"/>
                </a:lnTo>
                <a:lnTo>
                  <a:pt x="2153" y="2541"/>
                </a:lnTo>
                <a:lnTo>
                  <a:pt x="2234" y="2368"/>
                </a:lnTo>
                <a:lnTo>
                  <a:pt x="2234" y="2195"/>
                </a:lnTo>
                <a:lnTo>
                  <a:pt x="2289" y="2047"/>
                </a:lnTo>
                <a:lnTo>
                  <a:pt x="2289" y="1801"/>
                </a:lnTo>
                <a:lnTo>
                  <a:pt x="2343" y="1653"/>
                </a:lnTo>
                <a:lnTo>
                  <a:pt x="2343" y="1480"/>
                </a:lnTo>
                <a:lnTo>
                  <a:pt x="2398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34" y="616"/>
                </a:lnTo>
                <a:lnTo>
                  <a:pt x="2589" y="444"/>
                </a:lnTo>
                <a:lnTo>
                  <a:pt x="2589" y="222"/>
                </a:lnTo>
                <a:lnTo>
                  <a:pt x="2670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7087444" y="3367506"/>
            <a:ext cx="2725" cy="13693"/>
          </a:xfrm>
          <a:custGeom>
            <a:avLst/>
            <a:gdLst/>
            <a:ahLst/>
            <a:cxnLst/>
            <a:rect l="l" t="t" r="r" b="b"/>
            <a:pathLst>
              <a:path w="2725" h="13693">
                <a:moveTo>
                  <a:pt x="0" y="13693"/>
                </a:moveTo>
                <a:lnTo>
                  <a:pt x="54" y="13521"/>
                </a:lnTo>
                <a:lnTo>
                  <a:pt x="54" y="13348"/>
                </a:lnTo>
                <a:lnTo>
                  <a:pt x="109" y="13175"/>
                </a:lnTo>
                <a:lnTo>
                  <a:pt x="163" y="12953"/>
                </a:lnTo>
                <a:lnTo>
                  <a:pt x="163" y="12781"/>
                </a:lnTo>
                <a:lnTo>
                  <a:pt x="245" y="12608"/>
                </a:lnTo>
                <a:lnTo>
                  <a:pt x="245" y="12460"/>
                </a:lnTo>
                <a:lnTo>
                  <a:pt x="299" y="12287"/>
                </a:lnTo>
                <a:lnTo>
                  <a:pt x="299" y="12114"/>
                </a:lnTo>
                <a:lnTo>
                  <a:pt x="354" y="11942"/>
                </a:lnTo>
                <a:lnTo>
                  <a:pt x="354" y="11769"/>
                </a:lnTo>
                <a:lnTo>
                  <a:pt x="436" y="11596"/>
                </a:lnTo>
                <a:lnTo>
                  <a:pt x="490" y="11374"/>
                </a:lnTo>
                <a:lnTo>
                  <a:pt x="490" y="11201"/>
                </a:lnTo>
                <a:lnTo>
                  <a:pt x="545" y="11029"/>
                </a:lnTo>
                <a:lnTo>
                  <a:pt x="545" y="10856"/>
                </a:lnTo>
                <a:lnTo>
                  <a:pt x="599" y="10683"/>
                </a:lnTo>
                <a:lnTo>
                  <a:pt x="599" y="10535"/>
                </a:lnTo>
                <a:lnTo>
                  <a:pt x="681" y="10363"/>
                </a:lnTo>
                <a:lnTo>
                  <a:pt x="735" y="10190"/>
                </a:lnTo>
                <a:lnTo>
                  <a:pt x="735" y="10017"/>
                </a:lnTo>
                <a:lnTo>
                  <a:pt x="790" y="9844"/>
                </a:lnTo>
                <a:lnTo>
                  <a:pt x="790" y="9672"/>
                </a:lnTo>
                <a:lnTo>
                  <a:pt x="844" y="9450"/>
                </a:lnTo>
                <a:lnTo>
                  <a:pt x="844" y="9277"/>
                </a:lnTo>
                <a:lnTo>
                  <a:pt x="926" y="9104"/>
                </a:lnTo>
                <a:lnTo>
                  <a:pt x="981" y="8931"/>
                </a:lnTo>
                <a:lnTo>
                  <a:pt x="981" y="8783"/>
                </a:lnTo>
                <a:lnTo>
                  <a:pt x="1035" y="8611"/>
                </a:lnTo>
                <a:lnTo>
                  <a:pt x="1035" y="8438"/>
                </a:lnTo>
                <a:lnTo>
                  <a:pt x="1117" y="8265"/>
                </a:lnTo>
                <a:lnTo>
                  <a:pt x="1117" y="8093"/>
                </a:lnTo>
                <a:lnTo>
                  <a:pt x="1171" y="7920"/>
                </a:lnTo>
                <a:lnTo>
                  <a:pt x="1171" y="7747"/>
                </a:lnTo>
                <a:lnTo>
                  <a:pt x="1226" y="7525"/>
                </a:lnTo>
                <a:lnTo>
                  <a:pt x="1280" y="7352"/>
                </a:lnTo>
                <a:lnTo>
                  <a:pt x="1280" y="7180"/>
                </a:lnTo>
                <a:lnTo>
                  <a:pt x="1362" y="7007"/>
                </a:lnTo>
                <a:lnTo>
                  <a:pt x="1362" y="6859"/>
                </a:lnTo>
                <a:lnTo>
                  <a:pt x="1417" y="6686"/>
                </a:lnTo>
                <a:lnTo>
                  <a:pt x="1417" y="6513"/>
                </a:lnTo>
                <a:lnTo>
                  <a:pt x="1471" y="6341"/>
                </a:lnTo>
                <a:lnTo>
                  <a:pt x="1471" y="6168"/>
                </a:lnTo>
                <a:lnTo>
                  <a:pt x="1526" y="5995"/>
                </a:lnTo>
                <a:lnTo>
                  <a:pt x="1526" y="5823"/>
                </a:lnTo>
                <a:lnTo>
                  <a:pt x="1607" y="5650"/>
                </a:lnTo>
                <a:lnTo>
                  <a:pt x="1662" y="5502"/>
                </a:lnTo>
                <a:lnTo>
                  <a:pt x="1662" y="5255"/>
                </a:lnTo>
                <a:lnTo>
                  <a:pt x="1716" y="5082"/>
                </a:lnTo>
                <a:lnTo>
                  <a:pt x="1716" y="4934"/>
                </a:lnTo>
                <a:lnTo>
                  <a:pt x="1798" y="4762"/>
                </a:lnTo>
                <a:lnTo>
                  <a:pt x="1798" y="4589"/>
                </a:lnTo>
                <a:lnTo>
                  <a:pt x="1853" y="4416"/>
                </a:lnTo>
                <a:lnTo>
                  <a:pt x="1853" y="4243"/>
                </a:lnTo>
                <a:lnTo>
                  <a:pt x="1907" y="4071"/>
                </a:lnTo>
                <a:lnTo>
                  <a:pt x="1962" y="3898"/>
                </a:lnTo>
                <a:lnTo>
                  <a:pt x="1962" y="3725"/>
                </a:lnTo>
                <a:lnTo>
                  <a:pt x="2043" y="3577"/>
                </a:lnTo>
                <a:lnTo>
                  <a:pt x="2043" y="3404"/>
                </a:lnTo>
                <a:lnTo>
                  <a:pt x="2098" y="3232"/>
                </a:lnTo>
                <a:lnTo>
                  <a:pt x="2098" y="3010"/>
                </a:lnTo>
                <a:lnTo>
                  <a:pt x="2153" y="2837"/>
                </a:lnTo>
                <a:lnTo>
                  <a:pt x="2234" y="2664"/>
                </a:lnTo>
                <a:lnTo>
                  <a:pt x="2234" y="2492"/>
                </a:lnTo>
                <a:lnTo>
                  <a:pt x="2289" y="2319"/>
                </a:lnTo>
                <a:lnTo>
                  <a:pt x="2289" y="2146"/>
                </a:lnTo>
                <a:lnTo>
                  <a:pt x="2343" y="1973"/>
                </a:lnTo>
                <a:lnTo>
                  <a:pt x="2343" y="1801"/>
                </a:lnTo>
                <a:lnTo>
                  <a:pt x="2398" y="1653"/>
                </a:lnTo>
                <a:lnTo>
                  <a:pt x="2398" y="1480"/>
                </a:lnTo>
                <a:lnTo>
                  <a:pt x="2480" y="1307"/>
                </a:lnTo>
                <a:lnTo>
                  <a:pt x="2534" y="1134"/>
                </a:lnTo>
                <a:lnTo>
                  <a:pt x="2534" y="962"/>
                </a:lnTo>
                <a:lnTo>
                  <a:pt x="2589" y="789"/>
                </a:lnTo>
                <a:lnTo>
                  <a:pt x="2589" y="616"/>
                </a:lnTo>
                <a:lnTo>
                  <a:pt x="2643" y="444"/>
                </a:lnTo>
                <a:lnTo>
                  <a:pt x="2643" y="296"/>
                </a:lnTo>
                <a:lnTo>
                  <a:pt x="2725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7090169" y="3353985"/>
            <a:ext cx="2725" cy="13521"/>
          </a:xfrm>
          <a:custGeom>
            <a:avLst/>
            <a:gdLst/>
            <a:ahLst/>
            <a:cxnLst/>
            <a:rect l="l" t="t" r="r" b="b"/>
            <a:pathLst>
              <a:path w="2725" h="13521">
                <a:moveTo>
                  <a:pt x="0" y="13521"/>
                </a:moveTo>
                <a:lnTo>
                  <a:pt x="54" y="13348"/>
                </a:lnTo>
                <a:lnTo>
                  <a:pt x="54" y="13175"/>
                </a:lnTo>
                <a:lnTo>
                  <a:pt x="109" y="13003"/>
                </a:lnTo>
                <a:lnTo>
                  <a:pt x="109" y="12855"/>
                </a:lnTo>
                <a:lnTo>
                  <a:pt x="190" y="12682"/>
                </a:lnTo>
                <a:lnTo>
                  <a:pt x="190" y="12509"/>
                </a:lnTo>
                <a:lnTo>
                  <a:pt x="245" y="12336"/>
                </a:lnTo>
                <a:lnTo>
                  <a:pt x="299" y="12164"/>
                </a:lnTo>
                <a:lnTo>
                  <a:pt x="299" y="11991"/>
                </a:lnTo>
                <a:lnTo>
                  <a:pt x="354" y="11818"/>
                </a:lnTo>
                <a:lnTo>
                  <a:pt x="354" y="11646"/>
                </a:lnTo>
                <a:lnTo>
                  <a:pt x="436" y="11473"/>
                </a:lnTo>
                <a:lnTo>
                  <a:pt x="436" y="11251"/>
                </a:lnTo>
                <a:lnTo>
                  <a:pt x="490" y="11078"/>
                </a:lnTo>
                <a:lnTo>
                  <a:pt x="490" y="10930"/>
                </a:lnTo>
                <a:lnTo>
                  <a:pt x="545" y="10757"/>
                </a:lnTo>
                <a:lnTo>
                  <a:pt x="626" y="10585"/>
                </a:lnTo>
                <a:lnTo>
                  <a:pt x="626" y="10412"/>
                </a:lnTo>
                <a:lnTo>
                  <a:pt x="681" y="10239"/>
                </a:lnTo>
                <a:lnTo>
                  <a:pt x="681" y="10066"/>
                </a:lnTo>
                <a:lnTo>
                  <a:pt x="735" y="9894"/>
                </a:lnTo>
                <a:lnTo>
                  <a:pt x="735" y="9721"/>
                </a:lnTo>
                <a:lnTo>
                  <a:pt x="790" y="9573"/>
                </a:lnTo>
                <a:lnTo>
                  <a:pt x="872" y="9400"/>
                </a:lnTo>
                <a:lnTo>
                  <a:pt x="872" y="9228"/>
                </a:lnTo>
                <a:lnTo>
                  <a:pt x="926" y="9055"/>
                </a:lnTo>
                <a:lnTo>
                  <a:pt x="926" y="8882"/>
                </a:lnTo>
                <a:lnTo>
                  <a:pt x="981" y="8709"/>
                </a:lnTo>
                <a:lnTo>
                  <a:pt x="981" y="8537"/>
                </a:lnTo>
                <a:lnTo>
                  <a:pt x="1035" y="8364"/>
                </a:lnTo>
                <a:lnTo>
                  <a:pt x="1035" y="8191"/>
                </a:lnTo>
                <a:lnTo>
                  <a:pt x="1117" y="8043"/>
                </a:lnTo>
                <a:lnTo>
                  <a:pt x="1117" y="7870"/>
                </a:lnTo>
                <a:lnTo>
                  <a:pt x="1171" y="7698"/>
                </a:lnTo>
                <a:lnTo>
                  <a:pt x="1171" y="7525"/>
                </a:lnTo>
                <a:lnTo>
                  <a:pt x="1226" y="7352"/>
                </a:lnTo>
                <a:lnTo>
                  <a:pt x="1308" y="7180"/>
                </a:lnTo>
                <a:lnTo>
                  <a:pt x="1308" y="7007"/>
                </a:lnTo>
                <a:lnTo>
                  <a:pt x="1362" y="6834"/>
                </a:lnTo>
                <a:lnTo>
                  <a:pt x="1362" y="6686"/>
                </a:lnTo>
                <a:lnTo>
                  <a:pt x="1417" y="6513"/>
                </a:lnTo>
                <a:lnTo>
                  <a:pt x="1417" y="6341"/>
                </a:lnTo>
                <a:lnTo>
                  <a:pt x="1471" y="6168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50"/>
                </a:lnTo>
                <a:lnTo>
                  <a:pt x="1607" y="5477"/>
                </a:lnTo>
                <a:lnTo>
                  <a:pt x="1662" y="5329"/>
                </a:lnTo>
                <a:lnTo>
                  <a:pt x="1662" y="5156"/>
                </a:lnTo>
                <a:lnTo>
                  <a:pt x="1716" y="4984"/>
                </a:lnTo>
                <a:lnTo>
                  <a:pt x="1716" y="4811"/>
                </a:lnTo>
                <a:lnTo>
                  <a:pt x="1798" y="4638"/>
                </a:lnTo>
                <a:lnTo>
                  <a:pt x="1798" y="4465"/>
                </a:lnTo>
                <a:lnTo>
                  <a:pt x="1853" y="4293"/>
                </a:lnTo>
                <a:lnTo>
                  <a:pt x="1853" y="4120"/>
                </a:lnTo>
                <a:lnTo>
                  <a:pt x="1907" y="3947"/>
                </a:lnTo>
                <a:lnTo>
                  <a:pt x="1989" y="3799"/>
                </a:lnTo>
                <a:lnTo>
                  <a:pt x="1989" y="3627"/>
                </a:lnTo>
                <a:lnTo>
                  <a:pt x="2043" y="3454"/>
                </a:lnTo>
                <a:lnTo>
                  <a:pt x="2043" y="3281"/>
                </a:lnTo>
                <a:lnTo>
                  <a:pt x="2098" y="3108"/>
                </a:lnTo>
                <a:lnTo>
                  <a:pt x="2098" y="2936"/>
                </a:lnTo>
                <a:lnTo>
                  <a:pt x="2153" y="2763"/>
                </a:lnTo>
                <a:lnTo>
                  <a:pt x="2234" y="2590"/>
                </a:lnTo>
                <a:lnTo>
                  <a:pt x="2234" y="2442"/>
                </a:lnTo>
                <a:lnTo>
                  <a:pt x="2289" y="2269"/>
                </a:lnTo>
                <a:lnTo>
                  <a:pt x="2289" y="2097"/>
                </a:lnTo>
                <a:lnTo>
                  <a:pt x="2343" y="1924"/>
                </a:lnTo>
                <a:lnTo>
                  <a:pt x="2343" y="1751"/>
                </a:lnTo>
                <a:lnTo>
                  <a:pt x="2425" y="1579"/>
                </a:lnTo>
                <a:lnTo>
                  <a:pt x="2425" y="1406"/>
                </a:lnTo>
                <a:lnTo>
                  <a:pt x="2480" y="1233"/>
                </a:lnTo>
                <a:lnTo>
                  <a:pt x="2480" y="1085"/>
                </a:lnTo>
                <a:lnTo>
                  <a:pt x="2534" y="912"/>
                </a:lnTo>
                <a:lnTo>
                  <a:pt x="2534" y="740"/>
                </a:lnTo>
                <a:lnTo>
                  <a:pt x="2589" y="567"/>
                </a:lnTo>
                <a:lnTo>
                  <a:pt x="2670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7092895" y="3340562"/>
            <a:ext cx="2725" cy="13422"/>
          </a:xfrm>
          <a:custGeom>
            <a:avLst/>
            <a:gdLst/>
            <a:ahLst/>
            <a:cxnLst/>
            <a:rect l="l" t="t" r="r" b="b"/>
            <a:pathLst>
              <a:path w="2725" h="13422">
                <a:moveTo>
                  <a:pt x="0" y="13422"/>
                </a:moveTo>
                <a:lnTo>
                  <a:pt x="54" y="13200"/>
                </a:lnTo>
                <a:lnTo>
                  <a:pt x="54" y="13027"/>
                </a:lnTo>
                <a:lnTo>
                  <a:pt x="109" y="12855"/>
                </a:lnTo>
                <a:lnTo>
                  <a:pt x="109" y="12682"/>
                </a:lnTo>
                <a:lnTo>
                  <a:pt x="190" y="12509"/>
                </a:lnTo>
                <a:lnTo>
                  <a:pt x="190" y="12336"/>
                </a:lnTo>
                <a:lnTo>
                  <a:pt x="245" y="12164"/>
                </a:lnTo>
                <a:lnTo>
                  <a:pt x="299" y="12016"/>
                </a:lnTo>
                <a:lnTo>
                  <a:pt x="299" y="11843"/>
                </a:lnTo>
                <a:lnTo>
                  <a:pt x="381" y="11670"/>
                </a:lnTo>
                <a:lnTo>
                  <a:pt x="381" y="11448"/>
                </a:lnTo>
                <a:lnTo>
                  <a:pt x="436" y="11275"/>
                </a:lnTo>
                <a:lnTo>
                  <a:pt x="436" y="11103"/>
                </a:lnTo>
                <a:lnTo>
                  <a:pt x="490" y="10930"/>
                </a:lnTo>
                <a:lnTo>
                  <a:pt x="490" y="10757"/>
                </a:lnTo>
                <a:lnTo>
                  <a:pt x="545" y="10585"/>
                </a:lnTo>
                <a:lnTo>
                  <a:pt x="626" y="10412"/>
                </a:lnTo>
                <a:lnTo>
                  <a:pt x="626" y="10264"/>
                </a:lnTo>
                <a:lnTo>
                  <a:pt x="681" y="10091"/>
                </a:lnTo>
                <a:lnTo>
                  <a:pt x="681" y="9918"/>
                </a:lnTo>
                <a:lnTo>
                  <a:pt x="735" y="9746"/>
                </a:lnTo>
                <a:lnTo>
                  <a:pt x="735" y="9573"/>
                </a:lnTo>
                <a:lnTo>
                  <a:pt x="817" y="9400"/>
                </a:lnTo>
                <a:lnTo>
                  <a:pt x="872" y="9228"/>
                </a:lnTo>
                <a:lnTo>
                  <a:pt x="872" y="9055"/>
                </a:lnTo>
                <a:lnTo>
                  <a:pt x="926" y="8882"/>
                </a:lnTo>
                <a:lnTo>
                  <a:pt x="926" y="8660"/>
                </a:lnTo>
                <a:lnTo>
                  <a:pt x="981" y="8487"/>
                </a:lnTo>
                <a:lnTo>
                  <a:pt x="981" y="8339"/>
                </a:lnTo>
                <a:lnTo>
                  <a:pt x="1062" y="8167"/>
                </a:lnTo>
                <a:lnTo>
                  <a:pt x="1062" y="7994"/>
                </a:lnTo>
                <a:lnTo>
                  <a:pt x="1117" y="7821"/>
                </a:lnTo>
                <a:lnTo>
                  <a:pt x="1171" y="7648"/>
                </a:lnTo>
                <a:lnTo>
                  <a:pt x="1171" y="7476"/>
                </a:lnTo>
                <a:lnTo>
                  <a:pt x="1226" y="7303"/>
                </a:lnTo>
                <a:lnTo>
                  <a:pt x="1226" y="7130"/>
                </a:lnTo>
                <a:lnTo>
                  <a:pt x="1308" y="6908"/>
                </a:lnTo>
                <a:lnTo>
                  <a:pt x="1362" y="6735"/>
                </a:lnTo>
                <a:lnTo>
                  <a:pt x="1362" y="6563"/>
                </a:lnTo>
                <a:lnTo>
                  <a:pt x="1417" y="6415"/>
                </a:lnTo>
                <a:lnTo>
                  <a:pt x="1417" y="6242"/>
                </a:lnTo>
                <a:lnTo>
                  <a:pt x="1498" y="6069"/>
                </a:lnTo>
                <a:lnTo>
                  <a:pt x="1498" y="5897"/>
                </a:lnTo>
                <a:lnTo>
                  <a:pt x="1553" y="5724"/>
                </a:lnTo>
                <a:lnTo>
                  <a:pt x="1607" y="5502"/>
                </a:lnTo>
                <a:lnTo>
                  <a:pt x="1607" y="5329"/>
                </a:lnTo>
                <a:lnTo>
                  <a:pt x="1662" y="5156"/>
                </a:lnTo>
                <a:lnTo>
                  <a:pt x="1662" y="4984"/>
                </a:lnTo>
                <a:lnTo>
                  <a:pt x="1744" y="4811"/>
                </a:lnTo>
                <a:lnTo>
                  <a:pt x="1744" y="4638"/>
                </a:lnTo>
                <a:lnTo>
                  <a:pt x="1798" y="4490"/>
                </a:lnTo>
                <a:lnTo>
                  <a:pt x="1853" y="4317"/>
                </a:lnTo>
                <a:lnTo>
                  <a:pt x="1853" y="4095"/>
                </a:lnTo>
                <a:lnTo>
                  <a:pt x="1907" y="3923"/>
                </a:lnTo>
                <a:lnTo>
                  <a:pt x="1907" y="3750"/>
                </a:lnTo>
                <a:lnTo>
                  <a:pt x="1989" y="3577"/>
                </a:lnTo>
                <a:lnTo>
                  <a:pt x="1989" y="3404"/>
                </a:lnTo>
                <a:lnTo>
                  <a:pt x="2043" y="3232"/>
                </a:lnTo>
                <a:lnTo>
                  <a:pt x="2098" y="3010"/>
                </a:lnTo>
                <a:lnTo>
                  <a:pt x="2098" y="2837"/>
                </a:lnTo>
                <a:lnTo>
                  <a:pt x="2180" y="2664"/>
                </a:lnTo>
                <a:lnTo>
                  <a:pt x="2234" y="2492"/>
                </a:lnTo>
                <a:lnTo>
                  <a:pt x="2234" y="2319"/>
                </a:lnTo>
                <a:lnTo>
                  <a:pt x="2289" y="2171"/>
                </a:lnTo>
                <a:lnTo>
                  <a:pt x="2289" y="1924"/>
                </a:lnTo>
                <a:lnTo>
                  <a:pt x="2343" y="1776"/>
                </a:lnTo>
                <a:lnTo>
                  <a:pt x="2343" y="1603"/>
                </a:lnTo>
                <a:lnTo>
                  <a:pt x="2425" y="1431"/>
                </a:lnTo>
                <a:lnTo>
                  <a:pt x="2425" y="1258"/>
                </a:lnTo>
                <a:lnTo>
                  <a:pt x="2480" y="1085"/>
                </a:lnTo>
                <a:lnTo>
                  <a:pt x="2534" y="863"/>
                </a:lnTo>
                <a:lnTo>
                  <a:pt x="2534" y="690"/>
                </a:lnTo>
                <a:lnTo>
                  <a:pt x="2616" y="518"/>
                </a:lnTo>
                <a:lnTo>
                  <a:pt x="2670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7095620" y="3327263"/>
            <a:ext cx="2670" cy="13299"/>
          </a:xfrm>
          <a:custGeom>
            <a:avLst/>
            <a:gdLst/>
            <a:ahLst/>
            <a:cxnLst/>
            <a:rect l="l" t="t" r="r" b="b"/>
            <a:pathLst>
              <a:path w="2670" h="13299">
                <a:moveTo>
                  <a:pt x="0" y="13299"/>
                </a:moveTo>
                <a:lnTo>
                  <a:pt x="0" y="13077"/>
                </a:lnTo>
                <a:lnTo>
                  <a:pt x="54" y="12904"/>
                </a:lnTo>
                <a:lnTo>
                  <a:pt x="54" y="12731"/>
                </a:lnTo>
                <a:lnTo>
                  <a:pt x="136" y="12583"/>
                </a:lnTo>
                <a:lnTo>
                  <a:pt x="190" y="12336"/>
                </a:lnTo>
                <a:lnTo>
                  <a:pt x="190" y="12188"/>
                </a:lnTo>
                <a:lnTo>
                  <a:pt x="245" y="12016"/>
                </a:lnTo>
                <a:lnTo>
                  <a:pt x="299" y="11843"/>
                </a:lnTo>
                <a:lnTo>
                  <a:pt x="299" y="11670"/>
                </a:lnTo>
                <a:lnTo>
                  <a:pt x="381" y="11497"/>
                </a:lnTo>
                <a:lnTo>
                  <a:pt x="381" y="11275"/>
                </a:lnTo>
                <a:lnTo>
                  <a:pt x="436" y="11103"/>
                </a:lnTo>
                <a:lnTo>
                  <a:pt x="436" y="10930"/>
                </a:lnTo>
                <a:lnTo>
                  <a:pt x="490" y="10757"/>
                </a:lnTo>
                <a:lnTo>
                  <a:pt x="572" y="10535"/>
                </a:lnTo>
                <a:lnTo>
                  <a:pt x="572" y="10363"/>
                </a:lnTo>
                <a:lnTo>
                  <a:pt x="626" y="10190"/>
                </a:lnTo>
                <a:lnTo>
                  <a:pt x="626" y="10017"/>
                </a:lnTo>
                <a:lnTo>
                  <a:pt x="681" y="9795"/>
                </a:lnTo>
                <a:lnTo>
                  <a:pt x="735" y="9622"/>
                </a:lnTo>
                <a:lnTo>
                  <a:pt x="735" y="9450"/>
                </a:lnTo>
                <a:lnTo>
                  <a:pt x="817" y="9302"/>
                </a:lnTo>
                <a:lnTo>
                  <a:pt x="872" y="9055"/>
                </a:lnTo>
                <a:lnTo>
                  <a:pt x="872" y="8907"/>
                </a:lnTo>
                <a:lnTo>
                  <a:pt x="926" y="8734"/>
                </a:lnTo>
                <a:lnTo>
                  <a:pt x="926" y="8561"/>
                </a:lnTo>
                <a:lnTo>
                  <a:pt x="981" y="8339"/>
                </a:lnTo>
                <a:lnTo>
                  <a:pt x="1062" y="8167"/>
                </a:lnTo>
                <a:lnTo>
                  <a:pt x="1062" y="7994"/>
                </a:lnTo>
                <a:lnTo>
                  <a:pt x="1117" y="7821"/>
                </a:lnTo>
                <a:lnTo>
                  <a:pt x="1117" y="7599"/>
                </a:lnTo>
                <a:lnTo>
                  <a:pt x="1171" y="7426"/>
                </a:lnTo>
                <a:lnTo>
                  <a:pt x="1171" y="7254"/>
                </a:lnTo>
                <a:lnTo>
                  <a:pt x="1253" y="7081"/>
                </a:lnTo>
                <a:lnTo>
                  <a:pt x="1308" y="6859"/>
                </a:lnTo>
                <a:lnTo>
                  <a:pt x="1308" y="6686"/>
                </a:lnTo>
                <a:lnTo>
                  <a:pt x="1362" y="6513"/>
                </a:lnTo>
                <a:lnTo>
                  <a:pt x="1417" y="6341"/>
                </a:lnTo>
                <a:lnTo>
                  <a:pt x="1417" y="6119"/>
                </a:lnTo>
                <a:lnTo>
                  <a:pt x="1498" y="5946"/>
                </a:lnTo>
                <a:lnTo>
                  <a:pt x="1553" y="5724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206"/>
                </a:lnTo>
                <a:lnTo>
                  <a:pt x="1689" y="4984"/>
                </a:lnTo>
                <a:lnTo>
                  <a:pt x="1744" y="4811"/>
                </a:lnTo>
                <a:lnTo>
                  <a:pt x="1744" y="4589"/>
                </a:lnTo>
                <a:lnTo>
                  <a:pt x="1798" y="4416"/>
                </a:lnTo>
                <a:lnTo>
                  <a:pt x="1798" y="4243"/>
                </a:lnTo>
                <a:lnTo>
                  <a:pt x="1853" y="4095"/>
                </a:lnTo>
                <a:lnTo>
                  <a:pt x="1934" y="3849"/>
                </a:lnTo>
                <a:lnTo>
                  <a:pt x="1934" y="3701"/>
                </a:lnTo>
                <a:lnTo>
                  <a:pt x="1989" y="3454"/>
                </a:lnTo>
                <a:lnTo>
                  <a:pt x="2043" y="3306"/>
                </a:lnTo>
                <a:lnTo>
                  <a:pt x="2043" y="3133"/>
                </a:lnTo>
                <a:lnTo>
                  <a:pt x="2098" y="2960"/>
                </a:lnTo>
                <a:lnTo>
                  <a:pt x="2098" y="2738"/>
                </a:lnTo>
                <a:lnTo>
                  <a:pt x="2180" y="2566"/>
                </a:lnTo>
                <a:lnTo>
                  <a:pt x="2234" y="2344"/>
                </a:lnTo>
                <a:lnTo>
                  <a:pt x="2234" y="2171"/>
                </a:lnTo>
                <a:lnTo>
                  <a:pt x="2289" y="1998"/>
                </a:lnTo>
                <a:lnTo>
                  <a:pt x="2371" y="1825"/>
                </a:lnTo>
                <a:lnTo>
                  <a:pt x="2371" y="1603"/>
                </a:lnTo>
                <a:lnTo>
                  <a:pt x="2425" y="1431"/>
                </a:lnTo>
                <a:lnTo>
                  <a:pt x="2425" y="1209"/>
                </a:lnTo>
                <a:lnTo>
                  <a:pt x="2480" y="1036"/>
                </a:lnTo>
                <a:lnTo>
                  <a:pt x="2534" y="814"/>
                </a:lnTo>
                <a:lnTo>
                  <a:pt x="2534" y="641"/>
                </a:lnTo>
                <a:lnTo>
                  <a:pt x="2616" y="468"/>
                </a:lnTo>
                <a:lnTo>
                  <a:pt x="2670" y="296"/>
                </a:lnTo>
                <a:lnTo>
                  <a:pt x="2670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7098291" y="3314137"/>
            <a:ext cx="2725" cy="13126"/>
          </a:xfrm>
          <a:custGeom>
            <a:avLst/>
            <a:gdLst/>
            <a:ahLst/>
            <a:cxnLst/>
            <a:rect l="l" t="t" r="r" b="b"/>
            <a:pathLst>
              <a:path w="2725" h="13126">
                <a:moveTo>
                  <a:pt x="0" y="13126"/>
                </a:moveTo>
                <a:lnTo>
                  <a:pt x="54" y="12978"/>
                </a:lnTo>
                <a:lnTo>
                  <a:pt x="136" y="12805"/>
                </a:lnTo>
                <a:lnTo>
                  <a:pt x="136" y="12632"/>
                </a:lnTo>
                <a:lnTo>
                  <a:pt x="190" y="12410"/>
                </a:lnTo>
                <a:lnTo>
                  <a:pt x="245" y="12238"/>
                </a:lnTo>
                <a:lnTo>
                  <a:pt x="245" y="12065"/>
                </a:lnTo>
                <a:lnTo>
                  <a:pt x="299" y="11892"/>
                </a:lnTo>
                <a:lnTo>
                  <a:pt x="299" y="11670"/>
                </a:lnTo>
                <a:lnTo>
                  <a:pt x="381" y="11497"/>
                </a:lnTo>
                <a:lnTo>
                  <a:pt x="436" y="11275"/>
                </a:lnTo>
                <a:lnTo>
                  <a:pt x="436" y="11103"/>
                </a:lnTo>
                <a:lnTo>
                  <a:pt x="490" y="10881"/>
                </a:lnTo>
                <a:lnTo>
                  <a:pt x="545" y="10708"/>
                </a:lnTo>
                <a:lnTo>
                  <a:pt x="545" y="10486"/>
                </a:lnTo>
                <a:lnTo>
                  <a:pt x="626" y="10313"/>
                </a:lnTo>
                <a:lnTo>
                  <a:pt x="681" y="10091"/>
                </a:lnTo>
                <a:lnTo>
                  <a:pt x="681" y="9918"/>
                </a:lnTo>
                <a:lnTo>
                  <a:pt x="735" y="9696"/>
                </a:lnTo>
                <a:lnTo>
                  <a:pt x="817" y="9524"/>
                </a:lnTo>
                <a:lnTo>
                  <a:pt x="817" y="9302"/>
                </a:lnTo>
                <a:lnTo>
                  <a:pt x="872" y="9129"/>
                </a:lnTo>
                <a:lnTo>
                  <a:pt x="926" y="8882"/>
                </a:lnTo>
                <a:lnTo>
                  <a:pt x="926" y="8734"/>
                </a:lnTo>
                <a:lnTo>
                  <a:pt x="981" y="8561"/>
                </a:lnTo>
                <a:lnTo>
                  <a:pt x="981" y="8389"/>
                </a:lnTo>
                <a:lnTo>
                  <a:pt x="1062" y="8167"/>
                </a:lnTo>
                <a:lnTo>
                  <a:pt x="1117" y="7994"/>
                </a:lnTo>
                <a:lnTo>
                  <a:pt x="1117" y="7772"/>
                </a:lnTo>
                <a:lnTo>
                  <a:pt x="1171" y="7599"/>
                </a:lnTo>
                <a:lnTo>
                  <a:pt x="1226" y="7377"/>
                </a:lnTo>
                <a:lnTo>
                  <a:pt x="1226" y="7204"/>
                </a:lnTo>
                <a:lnTo>
                  <a:pt x="1308" y="6982"/>
                </a:lnTo>
                <a:lnTo>
                  <a:pt x="1362" y="6809"/>
                </a:lnTo>
                <a:lnTo>
                  <a:pt x="1362" y="6563"/>
                </a:lnTo>
                <a:lnTo>
                  <a:pt x="1417" y="6415"/>
                </a:lnTo>
                <a:lnTo>
                  <a:pt x="1498" y="6168"/>
                </a:lnTo>
                <a:lnTo>
                  <a:pt x="1498" y="6020"/>
                </a:lnTo>
                <a:lnTo>
                  <a:pt x="1553" y="5773"/>
                </a:lnTo>
                <a:lnTo>
                  <a:pt x="1607" y="5600"/>
                </a:lnTo>
                <a:lnTo>
                  <a:pt x="1607" y="5452"/>
                </a:lnTo>
                <a:lnTo>
                  <a:pt x="1662" y="5280"/>
                </a:lnTo>
                <a:lnTo>
                  <a:pt x="1662" y="5107"/>
                </a:lnTo>
                <a:lnTo>
                  <a:pt x="1744" y="4934"/>
                </a:lnTo>
                <a:lnTo>
                  <a:pt x="1744" y="4762"/>
                </a:lnTo>
                <a:lnTo>
                  <a:pt x="1798" y="4539"/>
                </a:lnTo>
                <a:lnTo>
                  <a:pt x="1853" y="4367"/>
                </a:lnTo>
                <a:lnTo>
                  <a:pt x="1853" y="4145"/>
                </a:lnTo>
                <a:lnTo>
                  <a:pt x="1934" y="3972"/>
                </a:lnTo>
                <a:lnTo>
                  <a:pt x="1989" y="3750"/>
                </a:lnTo>
                <a:lnTo>
                  <a:pt x="1989" y="3577"/>
                </a:lnTo>
                <a:lnTo>
                  <a:pt x="2043" y="3355"/>
                </a:lnTo>
                <a:lnTo>
                  <a:pt x="2098" y="3182"/>
                </a:lnTo>
                <a:lnTo>
                  <a:pt x="2098" y="2960"/>
                </a:lnTo>
                <a:lnTo>
                  <a:pt x="2180" y="2788"/>
                </a:lnTo>
                <a:lnTo>
                  <a:pt x="2234" y="2566"/>
                </a:lnTo>
                <a:lnTo>
                  <a:pt x="2234" y="2393"/>
                </a:lnTo>
                <a:lnTo>
                  <a:pt x="2289" y="2220"/>
                </a:lnTo>
                <a:lnTo>
                  <a:pt x="2289" y="2047"/>
                </a:lnTo>
                <a:lnTo>
                  <a:pt x="2343" y="1875"/>
                </a:lnTo>
                <a:lnTo>
                  <a:pt x="2425" y="1702"/>
                </a:lnTo>
                <a:lnTo>
                  <a:pt x="2425" y="1529"/>
                </a:lnTo>
                <a:lnTo>
                  <a:pt x="2480" y="1307"/>
                </a:lnTo>
                <a:lnTo>
                  <a:pt x="2480" y="1134"/>
                </a:lnTo>
                <a:lnTo>
                  <a:pt x="2534" y="912"/>
                </a:lnTo>
                <a:lnTo>
                  <a:pt x="2616" y="740"/>
                </a:lnTo>
                <a:lnTo>
                  <a:pt x="2616" y="567"/>
                </a:lnTo>
                <a:lnTo>
                  <a:pt x="2670" y="394"/>
                </a:lnTo>
                <a:lnTo>
                  <a:pt x="2725" y="246"/>
                </a:lnTo>
                <a:lnTo>
                  <a:pt x="2725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7101016" y="3301183"/>
            <a:ext cx="2725" cy="12953"/>
          </a:xfrm>
          <a:custGeom>
            <a:avLst/>
            <a:gdLst/>
            <a:ahLst/>
            <a:cxnLst/>
            <a:rect l="l" t="t" r="r" b="b"/>
            <a:pathLst>
              <a:path w="2725" h="12953">
                <a:moveTo>
                  <a:pt x="0" y="12953"/>
                </a:moveTo>
                <a:lnTo>
                  <a:pt x="54" y="12805"/>
                </a:lnTo>
                <a:lnTo>
                  <a:pt x="54" y="12632"/>
                </a:lnTo>
                <a:lnTo>
                  <a:pt x="136" y="12460"/>
                </a:lnTo>
                <a:lnTo>
                  <a:pt x="190" y="12238"/>
                </a:lnTo>
                <a:lnTo>
                  <a:pt x="190" y="12065"/>
                </a:lnTo>
                <a:lnTo>
                  <a:pt x="245" y="11892"/>
                </a:lnTo>
                <a:lnTo>
                  <a:pt x="245" y="11720"/>
                </a:lnTo>
                <a:lnTo>
                  <a:pt x="327" y="11547"/>
                </a:lnTo>
                <a:lnTo>
                  <a:pt x="381" y="11374"/>
                </a:lnTo>
                <a:lnTo>
                  <a:pt x="381" y="11201"/>
                </a:lnTo>
                <a:lnTo>
                  <a:pt x="436" y="10979"/>
                </a:lnTo>
                <a:lnTo>
                  <a:pt x="436" y="10807"/>
                </a:lnTo>
                <a:lnTo>
                  <a:pt x="490" y="10634"/>
                </a:lnTo>
                <a:lnTo>
                  <a:pt x="572" y="10486"/>
                </a:lnTo>
                <a:lnTo>
                  <a:pt x="572" y="10313"/>
                </a:lnTo>
                <a:lnTo>
                  <a:pt x="626" y="10140"/>
                </a:lnTo>
                <a:lnTo>
                  <a:pt x="626" y="9968"/>
                </a:lnTo>
                <a:lnTo>
                  <a:pt x="681" y="9795"/>
                </a:lnTo>
                <a:lnTo>
                  <a:pt x="681" y="9622"/>
                </a:lnTo>
                <a:lnTo>
                  <a:pt x="735" y="9450"/>
                </a:lnTo>
                <a:lnTo>
                  <a:pt x="817" y="9277"/>
                </a:lnTo>
                <a:lnTo>
                  <a:pt x="817" y="9104"/>
                </a:lnTo>
                <a:lnTo>
                  <a:pt x="872" y="8956"/>
                </a:lnTo>
                <a:lnTo>
                  <a:pt x="872" y="8783"/>
                </a:lnTo>
                <a:lnTo>
                  <a:pt x="926" y="8611"/>
                </a:lnTo>
                <a:lnTo>
                  <a:pt x="926" y="8438"/>
                </a:lnTo>
                <a:lnTo>
                  <a:pt x="1008" y="8265"/>
                </a:lnTo>
                <a:lnTo>
                  <a:pt x="1062" y="8093"/>
                </a:lnTo>
                <a:lnTo>
                  <a:pt x="1062" y="7920"/>
                </a:lnTo>
                <a:lnTo>
                  <a:pt x="1117" y="7747"/>
                </a:lnTo>
                <a:lnTo>
                  <a:pt x="1117" y="7599"/>
                </a:lnTo>
                <a:lnTo>
                  <a:pt x="1171" y="7426"/>
                </a:lnTo>
                <a:lnTo>
                  <a:pt x="1253" y="7254"/>
                </a:lnTo>
                <a:lnTo>
                  <a:pt x="1253" y="7081"/>
                </a:lnTo>
                <a:lnTo>
                  <a:pt x="1308" y="6908"/>
                </a:lnTo>
                <a:lnTo>
                  <a:pt x="1308" y="6735"/>
                </a:lnTo>
                <a:lnTo>
                  <a:pt x="1362" y="6563"/>
                </a:lnTo>
                <a:lnTo>
                  <a:pt x="1362" y="6390"/>
                </a:lnTo>
                <a:lnTo>
                  <a:pt x="1417" y="6242"/>
                </a:lnTo>
                <a:lnTo>
                  <a:pt x="1498" y="6069"/>
                </a:lnTo>
                <a:lnTo>
                  <a:pt x="1498" y="5897"/>
                </a:lnTo>
                <a:lnTo>
                  <a:pt x="1553" y="5724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206"/>
                </a:lnTo>
                <a:lnTo>
                  <a:pt x="1689" y="4984"/>
                </a:lnTo>
                <a:lnTo>
                  <a:pt x="1744" y="4811"/>
                </a:lnTo>
                <a:lnTo>
                  <a:pt x="1744" y="4589"/>
                </a:lnTo>
                <a:lnTo>
                  <a:pt x="1798" y="4416"/>
                </a:lnTo>
                <a:lnTo>
                  <a:pt x="1853" y="4243"/>
                </a:lnTo>
                <a:lnTo>
                  <a:pt x="1853" y="4071"/>
                </a:lnTo>
                <a:lnTo>
                  <a:pt x="1934" y="3923"/>
                </a:lnTo>
                <a:lnTo>
                  <a:pt x="1934" y="3676"/>
                </a:lnTo>
                <a:lnTo>
                  <a:pt x="1989" y="3503"/>
                </a:lnTo>
                <a:lnTo>
                  <a:pt x="2043" y="3355"/>
                </a:lnTo>
                <a:lnTo>
                  <a:pt x="2043" y="3182"/>
                </a:lnTo>
                <a:lnTo>
                  <a:pt x="2125" y="3010"/>
                </a:lnTo>
                <a:lnTo>
                  <a:pt x="2125" y="2837"/>
                </a:lnTo>
                <a:lnTo>
                  <a:pt x="2180" y="2664"/>
                </a:lnTo>
                <a:lnTo>
                  <a:pt x="2234" y="2492"/>
                </a:lnTo>
                <a:lnTo>
                  <a:pt x="2234" y="2319"/>
                </a:lnTo>
                <a:lnTo>
                  <a:pt x="2289" y="2146"/>
                </a:lnTo>
                <a:lnTo>
                  <a:pt x="2289" y="1924"/>
                </a:lnTo>
                <a:lnTo>
                  <a:pt x="2371" y="1751"/>
                </a:lnTo>
                <a:lnTo>
                  <a:pt x="2425" y="1579"/>
                </a:lnTo>
                <a:lnTo>
                  <a:pt x="2425" y="1431"/>
                </a:lnTo>
                <a:lnTo>
                  <a:pt x="2480" y="1258"/>
                </a:lnTo>
                <a:lnTo>
                  <a:pt x="2480" y="1036"/>
                </a:lnTo>
                <a:lnTo>
                  <a:pt x="2534" y="863"/>
                </a:lnTo>
                <a:lnTo>
                  <a:pt x="2616" y="690"/>
                </a:lnTo>
                <a:lnTo>
                  <a:pt x="2616" y="518"/>
                </a:lnTo>
                <a:lnTo>
                  <a:pt x="2670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7103741" y="3288402"/>
            <a:ext cx="2725" cy="12781"/>
          </a:xfrm>
          <a:custGeom>
            <a:avLst/>
            <a:gdLst/>
            <a:ahLst/>
            <a:cxnLst/>
            <a:rect l="l" t="t" r="r" b="b"/>
            <a:pathLst>
              <a:path w="2725" h="12781">
                <a:moveTo>
                  <a:pt x="0" y="12781"/>
                </a:moveTo>
                <a:lnTo>
                  <a:pt x="81" y="12608"/>
                </a:lnTo>
                <a:lnTo>
                  <a:pt x="81" y="12460"/>
                </a:lnTo>
                <a:lnTo>
                  <a:pt x="136" y="12287"/>
                </a:lnTo>
                <a:lnTo>
                  <a:pt x="136" y="12040"/>
                </a:lnTo>
                <a:lnTo>
                  <a:pt x="190" y="11892"/>
                </a:lnTo>
                <a:lnTo>
                  <a:pt x="245" y="11720"/>
                </a:lnTo>
                <a:lnTo>
                  <a:pt x="245" y="11547"/>
                </a:lnTo>
                <a:lnTo>
                  <a:pt x="327" y="11374"/>
                </a:lnTo>
                <a:lnTo>
                  <a:pt x="381" y="11152"/>
                </a:lnTo>
                <a:lnTo>
                  <a:pt x="381" y="10979"/>
                </a:lnTo>
                <a:lnTo>
                  <a:pt x="436" y="10807"/>
                </a:lnTo>
                <a:lnTo>
                  <a:pt x="436" y="10634"/>
                </a:lnTo>
                <a:lnTo>
                  <a:pt x="517" y="10461"/>
                </a:lnTo>
                <a:lnTo>
                  <a:pt x="572" y="10239"/>
                </a:lnTo>
                <a:lnTo>
                  <a:pt x="572" y="10066"/>
                </a:lnTo>
                <a:lnTo>
                  <a:pt x="626" y="9894"/>
                </a:lnTo>
                <a:lnTo>
                  <a:pt x="626" y="9721"/>
                </a:lnTo>
                <a:lnTo>
                  <a:pt x="681" y="9573"/>
                </a:lnTo>
                <a:lnTo>
                  <a:pt x="763" y="9400"/>
                </a:lnTo>
                <a:lnTo>
                  <a:pt x="763" y="9228"/>
                </a:lnTo>
                <a:lnTo>
                  <a:pt x="817" y="9055"/>
                </a:lnTo>
                <a:lnTo>
                  <a:pt x="817" y="8833"/>
                </a:lnTo>
                <a:lnTo>
                  <a:pt x="872" y="8660"/>
                </a:lnTo>
                <a:lnTo>
                  <a:pt x="926" y="8487"/>
                </a:lnTo>
                <a:lnTo>
                  <a:pt x="926" y="8315"/>
                </a:lnTo>
                <a:lnTo>
                  <a:pt x="1008" y="8142"/>
                </a:lnTo>
                <a:lnTo>
                  <a:pt x="1062" y="7920"/>
                </a:lnTo>
                <a:lnTo>
                  <a:pt x="1062" y="7747"/>
                </a:lnTo>
                <a:lnTo>
                  <a:pt x="1117" y="7574"/>
                </a:lnTo>
                <a:lnTo>
                  <a:pt x="1117" y="7402"/>
                </a:lnTo>
                <a:lnTo>
                  <a:pt x="1199" y="7254"/>
                </a:lnTo>
                <a:lnTo>
                  <a:pt x="1253" y="7081"/>
                </a:lnTo>
                <a:lnTo>
                  <a:pt x="1253" y="6908"/>
                </a:lnTo>
                <a:lnTo>
                  <a:pt x="1308" y="6735"/>
                </a:lnTo>
                <a:lnTo>
                  <a:pt x="1308" y="6513"/>
                </a:lnTo>
                <a:lnTo>
                  <a:pt x="1362" y="6341"/>
                </a:lnTo>
                <a:lnTo>
                  <a:pt x="1444" y="6168"/>
                </a:lnTo>
                <a:lnTo>
                  <a:pt x="1444" y="5995"/>
                </a:lnTo>
                <a:lnTo>
                  <a:pt x="1498" y="5823"/>
                </a:lnTo>
                <a:lnTo>
                  <a:pt x="1498" y="5650"/>
                </a:lnTo>
                <a:lnTo>
                  <a:pt x="1553" y="5477"/>
                </a:lnTo>
                <a:lnTo>
                  <a:pt x="1607" y="5329"/>
                </a:lnTo>
                <a:lnTo>
                  <a:pt x="1607" y="5082"/>
                </a:lnTo>
                <a:lnTo>
                  <a:pt x="1689" y="4910"/>
                </a:lnTo>
                <a:lnTo>
                  <a:pt x="1744" y="4762"/>
                </a:lnTo>
                <a:lnTo>
                  <a:pt x="1744" y="4589"/>
                </a:lnTo>
                <a:lnTo>
                  <a:pt x="1798" y="4416"/>
                </a:lnTo>
                <a:lnTo>
                  <a:pt x="1798" y="4243"/>
                </a:lnTo>
                <a:lnTo>
                  <a:pt x="1880" y="4071"/>
                </a:lnTo>
                <a:lnTo>
                  <a:pt x="1880" y="3898"/>
                </a:lnTo>
                <a:lnTo>
                  <a:pt x="1934" y="3725"/>
                </a:lnTo>
                <a:lnTo>
                  <a:pt x="1934" y="3553"/>
                </a:lnTo>
                <a:lnTo>
                  <a:pt x="1989" y="3404"/>
                </a:lnTo>
                <a:lnTo>
                  <a:pt x="2043" y="3158"/>
                </a:lnTo>
                <a:lnTo>
                  <a:pt x="2043" y="3010"/>
                </a:lnTo>
                <a:lnTo>
                  <a:pt x="2125" y="2837"/>
                </a:lnTo>
                <a:lnTo>
                  <a:pt x="2180" y="2664"/>
                </a:lnTo>
                <a:lnTo>
                  <a:pt x="2180" y="2492"/>
                </a:lnTo>
                <a:lnTo>
                  <a:pt x="2234" y="2319"/>
                </a:lnTo>
                <a:lnTo>
                  <a:pt x="2234" y="2146"/>
                </a:lnTo>
                <a:lnTo>
                  <a:pt x="2316" y="1973"/>
                </a:lnTo>
                <a:lnTo>
                  <a:pt x="2371" y="1801"/>
                </a:lnTo>
                <a:lnTo>
                  <a:pt x="2371" y="1628"/>
                </a:lnTo>
                <a:lnTo>
                  <a:pt x="2425" y="1480"/>
                </a:lnTo>
                <a:lnTo>
                  <a:pt x="2425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61" y="740"/>
                </a:lnTo>
                <a:lnTo>
                  <a:pt x="2616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7106467" y="3275793"/>
            <a:ext cx="2752" cy="12608"/>
          </a:xfrm>
          <a:custGeom>
            <a:avLst/>
            <a:gdLst/>
            <a:ahLst/>
            <a:cxnLst/>
            <a:rect l="l" t="t" r="r" b="b"/>
            <a:pathLst>
              <a:path w="2752" h="12608">
                <a:moveTo>
                  <a:pt x="0" y="12608"/>
                </a:moveTo>
                <a:lnTo>
                  <a:pt x="0" y="12435"/>
                </a:lnTo>
                <a:lnTo>
                  <a:pt x="81" y="12262"/>
                </a:lnTo>
                <a:lnTo>
                  <a:pt x="136" y="12090"/>
                </a:lnTo>
                <a:lnTo>
                  <a:pt x="136" y="11917"/>
                </a:lnTo>
                <a:lnTo>
                  <a:pt x="190" y="11769"/>
                </a:lnTo>
                <a:lnTo>
                  <a:pt x="190" y="11596"/>
                </a:lnTo>
                <a:lnTo>
                  <a:pt x="272" y="11423"/>
                </a:lnTo>
                <a:lnTo>
                  <a:pt x="272" y="11251"/>
                </a:lnTo>
                <a:lnTo>
                  <a:pt x="327" y="11078"/>
                </a:lnTo>
                <a:lnTo>
                  <a:pt x="381" y="10856"/>
                </a:lnTo>
                <a:lnTo>
                  <a:pt x="381" y="10683"/>
                </a:lnTo>
                <a:lnTo>
                  <a:pt x="436" y="10511"/>
                </a:lnTo>
                <a:lnTo>
                  <a:pt x="436" y="10338"/>
                </a:lnTo>
                <a:lnTo>
                  <a:pt x="517" y="10165"/>
                </a:lnTo>
                <a:lnTo>
                  <a:pt x="572" y="9992"/>
                </a:lnTo>
                <a:lnTo>
                  <a:pt x="572" y="9844"/>
                </a:lnTo>
                <a:lnTo>
                  <a:pt x="626" y="9672"/>
                </a:lnTo>
                <a:lnTo>
                  <a:pt x="708" y="9499"/>
                </a:lnTo>
                <a:lnTo>
                  <a:pt x="708" y="9326"/>
                </a:lnTo>
                <a:lnTo>
                  <a:pt x="763" y="9153"/>
                </a:lnTo>
                <a:lnTo>
                  <a:pt x="763" y="8981"/>
                </a:lnTo>
                <a:lnTo>
                  <a:pt x="817" y="8759"/>
                </a:lnTo>
                <a:lnTo>
                  <a:pt x="872" y="8586"/>
                </a:lnTo>
                <a:lnTo>
                  <a:pt x="872" y="8413"/>
                </a:lnTo>
                <a:lnTo>
                  <a:pt x="953" y="8241"/>
                </a:lnTo>
                <a:lnTo>
                  <a:pt x="953" y="8093"/>
                </a:lnTo>
                <a:lnTo>
                  <a:pt x="1008" y="7920"/>
                </a:lnTo>
                <a:lnTo>
                  <a:pt x="1062" y="7747"/>
                </a:lnTo>
                <a:lnTo>
                  <a:pt x="1062" y="7574"/>
                </a:lnTo>
                <a:lnTo>
                  <a:pt x="1117" y="7402"/>
                </a:lnTo>
                <a:lnTo>
                  <a:pt x="1117" y="7229"/>
                </a:lnTo>
                <a:lnTo>
                  <a:pt x="1199" y="7056"/>
                </a:lnTo>
                <a:lnTo>
                  <a:pt x="1253" y="6883"/>
                </a:lnTo>
                <a:lnTo>
                  <a:pt x="1253" y="6711"/>
                </a:lnTo>
                <a:lnTo>
                  <a:pt x="1308" y="6563"/>
                </a:lnTo>
                <a:lnTo>
                  <a:pt x="1308" y="6390"/>
                </a:lnTo>
                <a:lnTo>
                  <a:pt x="1389" y="6168"/>
                </a:lnTo>
                <a:lnTo>
                  <a:pt x="1444" y="5995"/>
                </a:lnTo>
                <a:lnTo>
                  <a:pt x="1444" y="5823"/>
                </a:lnTo>
                <a:lnTo>
                  <a:pt x="1498" y="5650"/>
                </a:lnTo>
                <a:lnTo>
                  <a:pt x="1498" y="5477"/>
                </a:lnTo>
                <a:lnTo>
                  <a:pt x="1553" y="5304"/>
                </a:lnTo>
                <a:lnTo>
                  <a:pt x="1635" y="5132"/>
                </a:lnTo>
                <a:lnTo>
                  <a:pt x="1635" y="4959"/>
                </a:lnTo>
                <a:lnTo>
                  <a:pt x="1689" y="4786"/>
                </a:lnTo>
                <a:lnTo>
                  <a:pt x="1744" y="4564"/>
                </a:lnTo>
                <a:lnTo>
                  <a:pt x="1744" y="4391"/>
                </a:lnTo>
                <a:lnTo>
                  <a:pt x="1798" y="4243"/>
                </a:lnTo>
                <a:lnTo>
                  <a:pt x="1798" y="4071"/>
                </a:lnTo>
                <a:lnTo>
                  <a:pt x="1880" y="3898"/>
                </a:lnTo>
                <a:lnTo>
                  <a:pt x="1934" y="3725"/>
                </a:lnTo>
                <a:lnTo>
                  <a:pt x="1934" y="3503"/>
                </a:lnTo>
                <a:lnTo>
                  <a:pt x="1989" y="3330"/>
                </a:lnTo>
                <a:lnTo>
                  <a:pt x="2071" y="3158"/>
                </a:lnTo>
                <a:lnTo>
                  <a:pt x="2071" y="2936"/>
                </a:lnTo>
                <a:lnTo>
                  <a:pt x="2125" y="2763"/>
                </a:lnTo>
                <a:lnTo>
                  <a:pt x="2180" y="2590"/>
                </a:lnTo>
                <a:lnTo>
                  <a:pt x="2180" y="2418"/>
                </a:lnTo>
                <a:lnTo>
                  <a:pt x="2234" y="2245"/>
                </a:lnTo>
                <a:lnTo>
                  <a:pt x="2234" y="2072"/>
                </a:lnTo>
                <a:lnTo>
                  <a:pt x="2316" y="1850"/>
                </a:lnTo>
                <a:lnTo>
                  <a:pt x="2371" y="1677"/>
                </a:lnTo>
                <a:lnTo>
                  <a:pt x="2371" y="1505"/>
                </a:lnTo>
                <a:lnTo>
                  <a:pt x="2425" y="1283"/>
                </a:lnTo>
                <a:lnTo>
                  <a:pt x="2507" y="1110"/>
                </a:lnTo>
                <a:lnTo>
                  <a:pt x="2507" y="962"/>
                </a:lnTo>
                <a:lnTo>
                  <a:pt x="2561" y="715"/>
                </a:lnTo>
                <a:lnTo>
                  <a:pt x="2616" y="542"/>
                </a:lnTo>
                <a:lnTo>
                  <a:pt x="2616" y="394"/>
                </a:lnTo>
                <a:lnTo>
                  <a:pt x="2670" y="222"/>
                </a:lnTo>
                <a:lnTo>
                  <a:pt x="2670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7109219" y="3263383"/>
            <a:ext cx="2670" cy="12410"/>
          </a:xfrm>
          <a:custGeom>
            <a:avLst/>
            <a:gdLst/>
            <a:ahLst/>
            <a:cxnLst/>
            <a:rect l="l" t="t" r="r" b="b"/>
            <a:pathLst>
              <a:path w="2670" h="12410">
                <a:moveTo>
                  <a:pt x="0" y="12410"/>
                </a:moveTo>
                <a:lnTo>
                  <a:pt x="0" y="12238"/>
                </a:lnTo>
                <a:lnTo>
                  <a:pt x="54" y="12065"/>
                </a:lnTo>
                <a:lnTo>
                  <a:pt x="54" y="11892"/>
                </a:lnTo>
                <a:lnTo>
                  <a:pt x="109" y="11720"/>
                </a:lnTo>
                <a:lnTo>
                  <a:pt x="163" y="11547"/>
                </a:lnTo>
                <a:lnTo>
                  <a:pt x="163" y="11374"/>
                </a:lnTo>
                <a:lnTo>
                  <a:pt x="245" y="11201"/>
                </a:lnTo>
                <a:lnTo>
                  <a:pt x="245" y="11053"/>
                </a:lnTo>
                <a:lnTo>
                  <a:pt x="299" y="10881"/>
                </a:lnTo>
                <a:lnTo>
                  <a:pt x="354" y="10708"/>
                </a:lnTo>
                <a:lnTo>
                  <a:pt x="354" y="10535"/>
                </a:lnTo>
                <a:lnTo>
                  <a:pt x="436" y="10313"/>
                </a:lnTo>
                <a:lnTo>
                  <a:pt x="436" y="10140"/>
                </a:lnTo>
                <a:lnTo>
                  <a:pt x="490" y="9968"/>
                </a:lnTo>
                <a:lnTo>
                  <a:pt x="545" y="9746"/>
                </a:lnTo>
                <a:lnTo>
                  <a:pt x="545" y="9573"/>
                </a:lnTo>
                <a:lnTo>
                  <a:pt x="599" y="9400"/>
                </a:lnTo>
                <a:lnTo>
                  <a:pt x="681" y="9178"/>
                </a:lnTo>
                <a:lnTo>
                  <a:pt x="681" y="9005"/>
                </a:lnTo>
                <a:lnTo>
                  <a:pt x="735" y="8833"/>
                </a:lnTo>
                <a:lnTo>
                  <a:pt x="790" y="8660"/>
                </a:lnTo>
                <a:lnTo>
                  <a:pt x="790" y="8487"/>
                </a:lnTo>
                <a:lnTo>
                  <a:pt x="844" y="8315"/>
                </a:lnTo>
                <a:lnTo>
                  <a:pt x="926" y="8167"/>
                </a:lnTo>
                <a:lnTo>
                  <a:pt x="926" y="7994"/>
                </a:lnTo>
                <a:lnTo>
                  <a:pt x="981" y="7821"/>
                </a:lnTo>
                <a:lnTo>
                  <a:pt x="981" y="7648"/>
                </a:lnTo>
                <a:lnTo>
                  <a:pt x="1035" y="7476"/>
                </a:lnTo>
                <a:lnTo>
                  <a:pt x="1035" y="7303"/>
                </a:lnTo>
                <a:lnTo>
                  <a:pt x="1117" y="7130"/>
                </a:lnTo>
                <a:lnTo>
                  <a:pt x="1171" y="6958"/>
                </a:lnTo>
                <a:lnTo>
                  <a:pt x="1171" y="6809"/>
                </a:lnTo>
                <a:lnTo>
                  <a:pt x="1226" y="6637"/>
                </a:lnTo>
                <a:lnTo>
                  <a:pt x="1226" y="6464"/>
                </a:lnTo>
                <a:lnTo>
                  <a:pt x="1280" y="6291"/>
                </a:lnTo>
                <a:lnTo>
                  <a:pt x="1362" y="6119"/>
                </a:lnTo>
                <a:lnTo>
                  <a:pt x="1362" y="5946"/>
                </a:lnTo>
                <a:lnTo>
                  <a:pt x="1417" y="5773"/>
                </a:lnTo>
                <a:lnTo>
                  <a:pt x="1471" y="5551"/>
                </a:lnTo>
                <a:lnTo>
                  <a:pt x="1471" y="5378"/>
                </a:lnTo>
                <a:lnTo>
                  <a:pt x="1553" y="5206"/>
                </a:lnTo>
                <a:lnTo>
                  <a:pt x="1607" y="5033"/>
                </a:lnTo>
                <a:lnTo>
                  <a:pt x="1607" y="4885"/>
                </a:lnTo>
                <a:lnTo>
                  <a:pt x="1662" y="4712"/>
                </a:lnTo>
                <a:lnTo>
                  <a:pt x="1662" y="4539"/>
                </a:lnTo>
                <a:lnTo>
                  <a:pt x="1716" y="4317"/>
                </a:lnTo>
                <a:lnTo>
                  <a:pt x="1798" y="4145"/>
                </a:lnTo>
                <a:lnTo>
                  <a:pt x="1798" y="3972"/>
                </a:lnTo>
                <a:lnTo>
                  <a:pt x="1853" y="3799"/>
                </a:lnTo>
                <a:lnTo>
                  <a:pt x="1853" y="3627"/>
                </a:lnTo>
                <a:lnTo>
                  <a:pt x="1907" y="3454"/>
                </a:lnTo>
                <a:lnTo>
                  <a:pt x="1962" y="3281"/>
                </a:lnTo>
                <a:lnTo>
                  <a:pt x="1962" y="3059"/>
                </a:lnTo>
                <a:lnTo>
                  <a:pt x="2043" y="2886"/>
                </a:lnTo>
                <a:lnTo>
                  <a:pt x="2098" y="2714"/>
                </a:lnTo>
                <a:lnTo>
                  <a:pt x="2098" y="2566"/>
                </a:lnTo>
                <a:lnTo>
                  <a:pt x="2153" y="2393"/>
                </a:lnTo>
                <a:lnTo>
                  <a:pt x="2153" y="2220"/>
                </a:lnTo>
                <a:lnTo>
                  <a:pt x="2234" y="2047"/>
                </a:lnTo>
                <a:lnTo>
                  <a:pt x="2289" y="1825"/>
                </a:lnTo>
                <a:lnTo>
                  <a:pt x="2289" y="1653"/>
                </a:lnTo>
                <a:lnTo>
                  <a:pt x="2343" y="1480"/>
                </a:lnTo>
                <a:lnTo>
                  <a:pt x="2398" y="1307"/>
                </a:lnTo>
                <a:lnTo>
                  <a:pt x="2398" y="1134"/>
                </a:lnTo>
                <a:lnTo>
                  <a:pt x="2480" y="962"/>
                </a:lnTo>
                <a:lnTo>
                  <a:pt x="2480" y="789"/>
                </a:lnTo>
                <a:lnTo>
                  <a:pt x="2534" y="641"/>
                </a:lnTo>
                <a:lnTo>
                  <a:pt x="2589" y="468"/>
                </a:lnTo>
                <a:lnTo>
                  <a:pt x="2589" y="296"/>
                </a:lnTo>
                <a:lnTo>
                  <a:pt x="2670" y="1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7111890" y="3251169"/>
            <a:ext cx="2725" cy="12213"/>
          </a:xfrm>
          <a:custGeom>
            <a:avLst/>
            <a:gdLst/>
            <a:ahLst/>
            <a:cxnLst/>
            <a:rect l="l" t="t" r="r" b="b"/>
            <a:pathLst>
              <a:path w="2725" h="12213">
                <a:moveTo>
                  <a:pt x="0" y="12213"/>
                </a:moveTo>
                <a:lnTo>
                  <a:pt x="54" y="12040"/>
                </a:lnTo>
                <a:lnTo>
                  <a:pt x="54" y="11892"/>
                </a:lnTo>
                <a:lnTo>
                  <a:pt x="109" y="11720"/>
                </a:lnTo>
                <a:lnTo>
                  <a:pt x="163" y="11547"/>
                </a:lnTo>
                <a:lnTo>
                  <a:pt x="163" y="11374"/>
                </a:lnTo>
                <a:lnTo>
                  <a:pt x="245" y="11201"/>
                </a:lnTo>
                <a:lnTo>
                  <a:pt x="299" y="11029"/>
                </a:lnTo>
                <a:lnTo>
                  <a:pt x="299" y="10856"/>
                </a:lnTo>
                <a:lnTo>
                  <a:pt x="354" y="10683"/>
                </a:lnTo>
                <a:lnTo>
                  <a:pt x="354" y="10535"/>
                </a:lnTo>
                <a:lnTo>
                  <a:pt x="408" y="10363"/>
                </a:lnTo>
                <a:lnTo>
                  <a:pt x="490" y="10190"/>
                </a:lnTo>
                <a:lnTo>
                  <a:pt x="490" y="10017"/>
                </a:lnTo>
                <a:lnTo>
                  <a:pt x="545" y="9844"/>
                </a:lnTo>
                <a:lnTo>
                  <a:pt x="545" y="9672"/>
                </a:lnTo>
                <a:lnTo>
                  <a:pt x="599" y="9499"/>
                </a:lnTo>
                <a:lnTo>
                  <a:pt x="599" y="9326"/>
                </a:lnTo>
                <a:lnTo>
                  <a:pt x="681" y="9153"/>
                </a:lnTo>
                <a:lnTo>
                  <a:pt x="735" y="9005"/>
                </a:lnTo>
                <a:lnTo>
                  <a:pt x="735" y="8833"/>
                </a:lnTo>
                <a:lnTo>
                  <a:pt x="790" y="8660"/>
                </a:lnTo>
                <a:lnTo>
                  <a:pt x="844" y="8487"/>
                </a:lnTo>
                <a:lnTo>
                  <a:pt x="844" y="8315"/>
                </a:lnTo>
                <a:lnTo>
                  <a:pt x="926" y="8142"/>
                </a:lnTo>
                <a:lnTo>
                  <a:pt x="926" y="7969"/>
                </a:lnTo>
                <a:lnTo>
                  <a:pt x="981" y="7796"/>
                </a:lnTo>
                <a:lnTo>
                  <a:pt x="1035" y="7648"/>
                </a:lnTo>
                <a:lnTo>
                  <a:pt x="1035" y="7476"/>
                </a:lnTo>
                <a:lnTo>
                  <a:pt x="1090" y="7254"/>
                </a:lnTo>
                <a:lnTo>
                  <a:pt x="1171" y="7081"/>
                </a:lnTo>
                <a:lnTo>
                  <a:pt x="1171" y="6908"/>
                </a:lnTo>
                <a:lnTo>
                  <a:pt x="1226" y="6735"/>
                </a:lnTo>
                <a:lnTo>
                  <a:pt x="1226" y="6563"/>
                </a:lnTo>
                <a:lnTo>
                  <a:pt x="1280" y="6390"/>
                </a:lnTo>
                <a:lnTo>
                  <a:pt x="1362" y="6217"/>
                </a:lnTo>
                <a:lnTo>
                  <a:pt x="1362" y="6045"/>
                </a:lnTo>
                <a:lnTo>
                  <a:pt x="1417" y="5823"/>
                </a:lnTo>
                <a:lnTo>
                  <a:pt x="1471" y="5650"/>
                </a:lnTo>
                <a:lnTo>
                  <a:pt x="1471" y="5477"/>
                </a:lnTo>
                <a:lnTo>
                  <a:pt x="1526" y="5329"/>
                </a:lnTo>
                <a:lnTo>
                  <a:pt x="1607" y="5082"/>
                </a:lnTo>
                <a:lnTo>
                  <a:pt x="1607" y="4910"/>
                </a:lnTo>
                <a:lnTo>
                  <a:pt x="1662" y="4762"/>
                </a:lnTo>
                <a:lnTo>
                  <a:pt x="1716" y="4589"/>
                </a:lnTo>
                <a:lnTo>
                  <a:pt x="1716" y="4367"/>
                </a:lnTo>
                <a:lnTo>
                  <a:pt x="1798" y="4194"/>
                </a:lnTo>
                <a:lnTo>
                  <a:pt x="1853" y="4021"/>
                </a:lnTo>
                <a:lnTo>
                  <a:pt x="1853" y="3849"/>
                </a:lnTo>
                <a:lnTo>
                  <a:pt x="1907" y="3676"/>
                </a:lnTo>
                <a:lnTo>
                  <a:pt x="1907" y="3503"/>
                </a:lnTo>
                <a:lnTo>
                  <a:pt x="1962" y="3330"/>
                </a:lnTo>
                <a:lnTo>
                  <a:pt x="2043" y="3158"/>
                </a:lnTo>
                <a:lnTo>
                  <a:pt x="2043" y="3010"/>
                </a:lnTo>
                <a:lnTo>
                  <a:pt x="2098" y="2837"/>
                </a:lnTo>
                <a:lnTo>
                  <a:pt x="2098" y="2664"/>
                </a:lnTo>
                <a:lnTo>
                  <a:pt x="2153" y="2492"/>
                </a:lnTo>
                <a:lnTo>
                  <a:pt x="2207" y="2319"/>
                </a:lnTo>
                <a:lnTo>
                  <a:pt x="2207" y="2146"/>
                </a:lnTo>
                <a:lnTo>
                  <a:pt x="2289" y="1973"/>
                </a:lnTo>
                <a:lnTo>
                  <a:pt x="2343" y="1801"/>
                </a:lnTo>
                <a:lnTo>
                  <a:pt x="2343" y="1628"/>
                </a:lnTo>
                <a:lnTo>
                  <a:pt x="2398" y="1480"/>
                </a:lnTo>
                <a:lnTo>
                  <a:pt x="2480" y="1233"/>
                </a:lnTo>
                <a:lnTo>
                  <a:pt x="2480" y="1085"/>
                </a:lnTo>
                <a:lnTo>
                  <a:pt x="2534" y="912"/>
                </a:lnTo>
                <a:lnTo>
                  <a:pt x="2534" y="740"/>
                </a:lnTo>
                <a:lnTo>
                  <a:pt x="2589" y="567"/>
                </a:lnTo>
                <a:lnTo>
                  <a:pt x="2643" y="394"/>
                </a:lnTo>
                <a:lnTo>
                  <a:pt x="2643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7114616" y="3239178"/>
            <a:ext cx="2725" cy="11991"/>
          </a:xfrm>
          <a:custGeom>
            <a:avLst/>
            <a:gdLst/>
            <a:ahLst/>
            <a:cxnLst/>
            <a:rect l="l" t="t" r="r" b="b"/>
            <a:pathLst>
              <a:path w="2725" h="11991">
                <a:moveTo>
                  <a:pt x="0" y="11991"/>
                </a:moveTo>
                <a:lnTo>
                  <a:pt x="54" y="11818"/>
                </a:lnTo>
                <a:lnTo>
                  <a:pt x="54" y="11646"/>
                </a:lnTo>
                <a:lnTo>
                  <a:pt x="109" y="11473"/>
                </a:lnTo>
                <a:lnTo>
                  <a:pt x="190" y="11300"/>
                </a:lnTo>
                <a:lnTo>
                  <a:pt x="190" y="11152"/>
                </a:lnTo>
                <a:lnTo>
                  <a:pt x="245" y="10979"/>
                </a:lnTo>
                <a:lnTo>
                  <a:pt x="245" y="10807"/>
                </a:lnTo>
                <a:lnTo>
                  <a:pt x="299" y="10634"/>
                </a:lnTo>
                <a:lnTo>
                  <a:pt x="354" y="10461"/>
                </a:lnTo>
                <a:lnTo>
                  <a:pt x="354" y="10288"/>
                </a:lnTo>
                <a:lnTo>
                  <a:pt x="436" y="10116"/>
                </a:lnTo>
                <a:lnTo>
                  <a:pt x="436" y="9943"/>
                </a:lnTo>
                <a:lnTo>
                  <a:pt x="490" y="9795"/>
                </a:lnTo>
                <a:lnTo>
                  <a:pt x="545" y="9622"/>
                </a:lnTo>
                <a:lnTo>
                  <a:pt x="545" y="9450"/>
                </a:lnTo>
                <a:lnTo>
                  <a:pt x="599" y="9277"/>
                </a:lnTo>
                <a:lnTo>
                  <a:pt x="599" y="9104"/>
                </a:lnTo>
                <a:lnTo>
                  <a:pt x="681" y="8931"/>
                </a:lnTo>
                <a:lnTo>
                  <a:pt x="735" y="8759"/>
                </a:lnTo>
                <a:lnTo>
                  <a:pt x="735" y="8586"/>
                </a:lnTo>
                <a:lnTo>
                  <a:pt x="790" y="8413"/>
                </a:lnTo>
                <a:lnTo>
                  <a:pt x="872" y="8265"/>
                </a:lnTo>
                <a:lnTo>
                  <a:pt x="872" y="8093"/>
                </a:lnTo>
                <a:lnTo>
                  <a:pt x="926" y="7920"/>
                </a:lnTo>
                <a:lnTo>
                  <a:pt x="981" y="7747"/>
                </a:lnTo>
                <a:lnTo>
                  <a:pt x="981" y="7574"/>
                </a:lnTo>
                <a:lnTo>
                  <a:pt x="1035" y="7352"/>
                </a:lnTo>
                <a:lnTo>
                  <a:pt x="1117" y="7180"/>
                </a:lnTo>
                <a:lnTo>
                  <a:pt x="1117" y="7007"/>
                </a:lnTo>
                <a:lnTo>
                  <a:pt x="1171" y="6834"/>
                </a:lnTo>
                <a:lnTo>
                  <a:pt x="1171" y="6661"/>
                </a:lnTo>
                <a:lnTo>
                  <a:pt x="1226" y="6513"/>
                </a:lnTo>
                <a:lnTo>
                  <a:pt x="1280" y="6341"/>
                </a:lnTo>
                <a:lnTo>
                  <a:pt x="1280" y="6168"/>
                </a:lnTo>
                <a:lnTo>
                  <a:pt x="1362" y="5995"/>
                </a:lnTo>
                <a:lnTo>
                  <a:pt x="1417" y="5823"/>
                </a:lnTo>
                <a:lnTo>
                  <a:pt x="1417" y="5650"/>
                </a:lnTo>
                <a:lnTo>
                  <a:pt x="1471" y="5477"/>
                </a:lnTo>
                <a:lnTo>
                  <a:pt x="1471" y="5304"/>
                </a:lnTo>
                <a:lnTo>
                  <a:pt x="1553" y="5132"/>
                </a:lnTo>
                <a:lnTo>
                  <a:pt x="1607" y="4984"/>
                </a:lnTo>
                <a:lnTo>
                  <a:pt x="1607" y="4811"/>
                </a:lnTo>
                <a:lnTo>
                  <a:pt x="1662" y="4638"/>
                </a:lnTo>
                <a:lnTo>
                  <a:pt x="1662" y="4465"/>
                </a:lnTo>
                <a:lnTo>
                  <a:pt x="1716" y="4293"/>
                </a:lnTo>
                <a:lnTo>
                  <a:pt x="1798" y="4120"/>
                </a:lnTo>
                <a:lnTo>
                  <a:pt x="1798" y="3947"/>
                </a:lnTo>
                <a:lnTo>
                  <a:pt x="1853" y="3775"/>
                </a:lnTo>
                <a:lnTo>
                  <a:pt x="1853" y="3627"/>
                </a:lnTo>
                <a:lnTo>
                  <a:pt x="1907" y="3454"/>
                </a:lnTo>
                <a:lnTo>
                  <a:pt x="1989" y="3281"/>
                </a:lnTo>
                <a:lnTo>
                  <a:pt x="1989" y="3108"/>
                </a:lnTo>
                <a:lnTo>
                  <a:pt x="2043" y="2936"/>
                </a:lnTo>
                <a:lnTo>
                  <a:pt x="2098" y="2763"/>
                </a:lnTo>
                <a:lnTo>
                  <a:pt x="2098" y="2590"/>
                </a:lnTo>
                <a:lnTo>
                  <a:pt x="2153" y="2418"/>
                </a:lnTo>
                <a:lnTo>
                  <a:pt x="2234" y="2269"/>
                </a:lnTo>
                <a:lnTo>
                  <a:pt x="2234" y="2097"/>
                </a:lnTo>
                <a:lnTo>
                  <a:pt x="2289" y="1924"/>
                </a:lnTo>
                <a:lnTo>
                  <a:pt x="2343" y="1751"/>
                </a:lnTo>
                <a:lnTo>
                  <a:pt x="2343" y="1579"/>
                </a:lnTo>
                <a:lnTo>
                  <a:pt x="2398" y="1406"/>
                </a:lnTo>
                <a:lnTo>
                  <a:pt x="2398" y="1233"/>
                </a:lnTo>
                <a:lnTo>
                  <a:pt x="2480" y="1060"/>
                </a:lnTo>
                <a:lnTo>
                  <a:pt x="2534" y="888"/>
                </a:lnTo>
                <a:lnTo>
                  <a:pt x="2534" y="740"/>
                </a:lnTo>
                <a:lnTo>
                  <a:pt x="2589" y="567"/>
                </a:lnTo>
                <a:lnTo>
                  <a:pt x="2589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7117341" y="3227408"/>
            <a:ext cx="2725" cy="11769"/>
          </a:xfrm>
          <a:custGeom>
            <a:avLst/>
            <a:gdLst/>
            <a:ahLst/>
            <a:cxnLst/>
            <a:rect l="l" t="t" r="r" b="b"/>
            <a:pathLst>
              <a:path w="2725" h="11769">
                <a:moveTo>
                  <a:pt x="0" y="11769"/>
                </a:moveTo>
                <a:lnTo>
                  <a:pt x="54" y="11596"/>
                </a:lnTo>
                <a:lnTo>
                  <a:pt x="54" y="11423"/>
                </a:lnTo>
                <a:lnTo>
                  <a:pt x="109" y="11251"/>
                </a:lnTo>
                <a:lnTo>
                  <a:pt x="109" y="11078"/>
                </a:lnTo>
                <a:lnTo>
                  <a:pt x="190" y="10905"/>
                </a:lnTo>
                <a:lnTo>
                  <a:pt x="245" y="10733"/>
                </a:lnTo>
                <a:lnTo>
                  <a:pt x="245" y="10585"/>
                </a:lnTo>
                <a:lnTo>
                  <a:pt x="299" y="10412"/>
                </a:lnTo>
                <a:lnTo>
                  <a:pt x="354" y="10190"/>
                </a:lnTo>
                <a:lnTo>
                  <a:pt x="354" y="10017"/>
                </a:lnTo>
                <a:lnTo>
                  <a:pt x="436" y="9844"/>
                </a:lnTo>
                <a:lnTo>
                  <a:pt x="490" y="9672"/>
                </a:lnTo>
                <a:lnTo>
                  <a:pt x="490" y="9499"/>
                </a:lnTo>
                <a:lnTo>
                  <a:pt x="545" y="9326"/>
                </a:lnTo>
                <a:lnTo>
                  <a:pt x="626" y="9153"/>
                </a:lnTo>
                <a:lnTo>
                  <a:pt x="626" y="8981"/>
                </a:lnTo>
                <a:lnTo>
                  <a:pt x="681" y="8833"/>
                </a:lnTo>
                <a:lnTo>
                  <a:pt x="681" y="8660"/>
                </a:lnTo>
                <a:lnTo>
                  <a:pt x="735" y="8487"/>
                </a:lnTo>
                <a:lnTo>
                  <a:pt x="790" y="8315"/>
                </a:lnTo>
                <a:lnTo>
                  <a:pt x="790" y="8142"/>
                </a:lnTo>
                <a:lnTo>
                  <a:pt x="872" y="7969"/>
                </a:lnTo>
                <a:lnTo>
                  <a:pt x="872" y="7796"/>
                </a:lnTo>
                <a:lnTo>
                  <a:pt x="926" y="7624"/>
                </a:lnTo>
                <a:lnTo>
                  <a:pt x="981" y="7451"/>
                </a:lnTo>
                <a:lnTo>
                  <a:pt x="981" y="7303"/>
                </a:lnTo>
                <a:lnTo>
                  <a:pt x="1062" y="7130"/>
                </a:lnTo>
                <a:lnTo>
                  <a:pt x="1117" y="6958"/>
                </a:lnTo>
                <a:lnTo>
                  <a:pt x="1117" y="6785"/>
                </a:lnTo>
                <a:lnTo>
                  <a:pt x="1171" y="6563"/>
                </a:lnTo>
                <a:lnTo>
                  <a:pt x="1226" y="6390"/>
                </a:lnTo>
                <a:lnTo>
                  <a:pt x="1226" y="6217"/>
                </a:lnTo>
                <a:lnTo>
                  <a:pt x="1308" y="6045"/>
                </a:lnTo>
                <a:lnTo>
                  <a:pt x="1362" y="5872"/>
                </a:lnTo>
                <a:lnTo>
                  <a:pt x="1362" y="5699"/>
                </a:lnTo>
                <a:lnTo>
                  <a:pt x="1417" y="5551"/>
                </a:lnTo>
                <a:lnTo>
                  <a:pt x="1471" y="5378"/>
                </a:lnTo>
                <a:lnTo>
                  <a:pt x="1471" y="5206"/>
                </a:lnTo>
                <a:lnTo>
                  <a:pt x="1553" y="5033"/>
                </a:lnTo>
                <a:lnTo>
                  <a:pt x="1553" y="4860"/>
                </a:lnTo>
                <a:lnTo>
                  <a:pt x="1607" y="4688"/>
                </a:lnTo>
                <a:lnTo>
                  <a:pt x="1662" y="4515"/>
                </a:lnTo>
                <a:lnTo>
                  <a:pt x="1662" y="4342"/>
                </a:lnTo>
                <a:lnTo>
                  <a:pt x="1744" y="4169"/>
                </a:lnTo>
                <a:lnTo>
                  <a:pt x="1798" y="4021"/>
                </a:lnTo>
                <a:lnTo>
                  <a:pt x="1798" y="3849"/>
                </a:lnTo>
                <a:lnTo>
                  <a:pt x="1853" y="3676"/>
                </a:lnTo>
                <a:lnTo>
                  <a:pt x="1853" y="3503"/>
                </a:lnTo>
                <a:lnTo>
                  <a:pt x="1907" y="3330"/>
                </a:lnTo>
                <a:lnTo>
                  <a:pt x="1989" y="3158"/>
                </a:lnTo>
                <a:lnTo>
                  <a:pt x="1989" y="2985"/>
                </a:lnTo>
                <a:lnTo>
                  <a:pt x="2043" y="2812"/>
                </a:lnTo>
                <a:lnTo>
                  <a:pt x="2098" y="2664"/>
                </a:lnTo>
                <a:lnTo>
                  <a:pt x="2098" y="2492"/>
                </a:lnTo>
                <a:lnTo>
                  <a:pt x="2180" y="2319"/>
                </a:lnTo>
                <a:lnTo>
                  <a:pt x="2234" y="2146"/>
                </a:lnTo>
                <a:lnTo>
                  <a:pt x="2234" y="1973"/>
                </a:lnTo>
                <a:lnTo>
                  <a:pt x="2289" y="1801"/>
                </a:lnTo>
                <a:lnTo>
                  <a:pt x="2343" y="1628"/>
                </a:lnTo>
                <a:lnTo>
                  <a:pt x="2343" y="1455"/>
                </a:lnTo>
                <a:lnTo>
                  <a:pt x="2425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34" y="616"/>
                </a:lnTo>
                <a:lnTo>
                  <a:pt x="2589" y="444"/>
                </a:lnTo>
                <a:lnTo>
                  <a:pt x="2670" y="271"/>
                </a:lnTo>
                <a:lnTo>
                  <a:pt x="2670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7120066" y="3215861"/>
            <a:ext cx="2670" cy="11547"/>
          </a:xfrm>
          <a:custGeom>
            <a:avLst/>
            <a:gdLst/>
            <a:ahLst/>
            <a:cxnLst/>
            <a:rect l="l" t="t" r="r" b="b"/>
            <a:pathLst>
              <a:path w="2670" h="11547">
                <a:moveTo>
                  <a:pt x="0" y="11547"/>
                </a:moveTo>
                <a:lnTo>
                  <a:pt x="0" y="11374"/>
                </a:lnTo>
                <a:lnTo>
                  <a:pt x="54" y="11201"/>
                </a:lnTo>
                <a:lnTo>
                  <a:pt x="136" y="11029"/>
                </a:lnTo>
                <a:lnTo>
                  <a:pt x="136" y="10856"/>
                </a:lnTo>
                <a:lnTo>
                  <a:pt x="190" y="10634"/>
                </a:lnTo>
                <a:lnTo>
                  <a:pt x="245" y="10461"/>
                </a:lnTo>
                <a:lnTo>
                  <a:pt x="245" y="10288"/>
                </a:lnTo>
                <a:lnTo>
                  <a:pt x="299" y="10116"/>
                </a:lnTo>
                <a:lnTo>
                  <a:pt x="381" y="9968"/>
                </a:lnTo>
                <a:lnTo>
                  <a:pt x="381" y="9795"/>
                </a:lnTo>
                <a:lnTo>
                  <a:pt x="436" y="9622"/>
                </a:lnTo>
                <a:lnTo>
                  <a:pt x="490" y="9450"/>
                </a:lnTo>
                <a:lnTo>
                  <a:pt x="490" y="9277"/>
                </a:lnTo>
                <a:lnTo>
                  <a:pt x="545" y="9104"/>
                </a:lnTo>
                <a:lnTo>
                  <a:pt x="626" y="8931"/>
                </a:lnTo>
                <a:lnTo>
                  <a:pt x="626" y="8759"/>
                </a:lnTo>
                <a:lnTo>
                  <a:pt x="681" y="8611"/>
                </a:lnTo>
                <a:lnTo>
                  <a:pt x="681" y="8438"/>
                </a:lnTo>
                <a:lnTo>
                  <a:pt x="735" y="8265"/>
                </a:lnTo>
                <a:lnTo>
                  <a:pt x="817" y="8093"/>
                </a:lnTo>
                <a:lnTo>
                  <a:pt x="817" y="7920"/>
                </a:lnTo>
                <a:lnTo>
                  <a:pt x="872" y="7747"/>
                </a:lnTo>
                <a:lnTo>
                  <a:pt x="926" y="7574"/>
                </a:lnTo>
                <a:lnTo>
                  <a:pt x="926" y="7402"/>
                </a:lnTo>
                <a:lnTo>
                  <a:pt x="981" y="7229"/>
                </a:lnTo>
                <a:lnTo>
                  <a:pt x="1062" y="7081"/>
                </a:lnTo>
                <a:lnTo>
                  <a:pt x="1062" y="6908"/>
                </a:lnTo>
                <a:lnTo>
                  <a:pt x="1117" y="6686"/>
                </a:lnTo>
                <a:lnTo>
                  <a:pt x="1171" y="6513"/>
                </a:lnTo>
                <a:lnTo>
                  <a:pt x="1171" y="6341"/>
                </a:lnTo>
                <a:lnTo>
                  <a:pt x="1253" y="6168"/>
                </a:lnTo>
                <a:lnTo>
                  <a:pt x="1308" y="5995"/>
                </a:lnTo>
                <a:lnTo>
                  <a:pt x="1308" y="5823"/>
                </a:lnTo>
                <a:lnTo>
                  <a:pt x="1362" y="5650"/>
                </a:lnTo>
                <a:lnTo>
                  <a:pt x="1417" y="5477"/>
                </a:lnTo>
                <a:lnTo>
                  <a:pt x="1417" y="5304"/>
                </a:lnTo>
                <a:lnTo>
                  <a:pt x="1498" y="5156"/>
                </a:lnTo>
                <a:lnTo>
                  <a:pt x="1553" y="4984"/>
                </a:lnTo>
                <a:lnTo>
                  <a:pt x="1553" y="4811"/>
                </a:lnTo>
                <a:lnTo>
                  <a:pt x="1607" y="4638"/>
                </a:lnTo>
                <a:lnTo>
                  <a:pt x="1662" y="4465"/>
                </a:lnTo>
                <a:lnTo>
                  <a:pt x="1662" y="4293"/>
                </a:lnTo>
                <a:lnTo>
                  <a:pt x="1744" y="4120"/>
                </a:lnTo>
                <a:lnTo>
                  <a:pt x="1744" y="3947"/>
                </a:lnTo>
                <a:lnTo>
                  <a:pt x="1798" y="3799"/>
                </a:lnTo>
                <a:lnTo>
                  <a:pt x="1853" y="3627"/>
                </a:lnTo>
                <a:lnTo>
                  <a:pt x="1853" y="3454"/>
                </a:lnTo>
                <a:lnTo>
                  <a:pt x="1934" y="3281"/>
                </a:lnTo>
                <a:lnTo>
                  <a:pt x="1989" y="3108"/>
                </a:lnTo>
                <a:lnTo>
                  <a:pt x="1989" y="2936"/>
                </a:lnTo>
                <a:lnTo>
                  <a:pt x="2043" y="2763"/>
                </a:lnTo>
                <a:lnTo>
                  <a:pt x="2098" y="2590"/>
                </a:lnTo>
                <a:lnTo>
                  <a:pt x="2098" y="2442"/>
                </a:lnTo>
                <a:lnTo>
                  <a:pt x="2180" y="2269"/>
                </a:lnTo>
                <a:lnTo>
                  <a:pt x="2234" y="2097"/>
                </a:lnTo>
                <a:lnTo>
                  <a:pt x="2234" y="1924"/>
                </a:lnTo>
                <a:lnTo>
                  <a:pt x="2289" y="1751"/>
                </a:lnTo>
                <a:lnTo>
                  <a:pt x="2371" y="1579"/>
                </a:lnTo>
                <a:lnTo>
                  <a:pt x="2371" y="1406"/>
                </a:lnTo>
                <a:lnTo>
                  <a:pt x="2425" y="1233"/>
                </a:lnTo>
                <a:lnTo>
                  <a:pt x="2480" y="1060"/>
                </a:lnTo>
                <a:lnTo>
                  <a:pt x="2480" y="912"/>
                </a:lnTo>
                <a:lnTo>
                  <a:pt x="2534" y="740"/>
                </a:lnTo>
                <a:lnTo>
                  <a:pt x="2534" y="567"/>
                </a:lnTo>
                <a:lnTo>
                  <a:pt x="2616" y="394"/>
                </a:lnTo>
                <a:lnTo>
                  <a:pt x="2670" y="222"/>
                </a:lnTo>
                <a:lnTo>
                  <a:pt x="2670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7122737" y="3204610"/>
            <a:ext cx="2725" cy="11251"/>
          </a:xfrm>
          <a:custGeom>
            <a:avLst/>
            <a:gdLst/>
            <a:ahLst/>
            <a:cxnLst/>
            <a:rect l="l" t="t" r="r" b="b"/>
            <a:pathLst>
              <a:path w="2725" h="11251">
                <a:moveTo>
                  <a:pt x="0" y="11251"/>
                </a:moveTo>
                <a:lnTo>
                  <a:pt x="54" y="11078"/>
                </a:lnTo>
                <a:lnTo>
                  <a:pt x="109" y="10905"/>
                </a:lnTo>
                <a:lnTo>
                  <a:pt x="109" y="10733"/>
                </a:lnTo>
                <a:lnTo>
                  <a:pt x="190" y="10560"/>
                </a:lnTo>
                <a:lnTo>
                  <a:pt x="245" y="10412"/>
                </a:lnTo>
                <a:lnTo>
                  <a:pt x="245" y="10239"/>
                </a:lnTo>
                <a:lnTo>
                  <a:pt x="299" y="10066"/>
                </a:lnTo>
                <a:lnTo>
                  <a:pt x="381" y="9894"/>
                </a:lnTo>
                <a:lnTo>
                  <a:pt x="381" y="9721"/>
                </a:lnTo>
                <a:lnTo>
                  <a:pt x="436" y="9548"/>
                </a:lnTo>
                <a:lnTo>
                  <a:pt x="490" y="9376"/>
                </a:lnTo>
                <a:lnTo>
                  <a:pt x="490" y="9203"/>
                </a:lnTo>
                <a:lnTo>
                  <a:pt x="545" y="9030"/>
                </a:lnTo>
                <a:lnTo>
                  <a:pt x="626" y="8882"/>
                </a:lnTo>
                <a:lnTo>
                  <a:pt x="626" y="8709"/>
                </a:lnTo>
                <a:lnTo>
                  <a:pt x="681" y="8537"/>
                </a:lnTo>
                <a:lnTo>
                  <a:pt x="735" y="8364"/>
                </a:lnTo>
                <a:lnTo>
                  <a:pt x="735" y="8191"/>
                </a:lnTo>
                <a:lnTo>
                  <a:pt x="790" y="8018"/>
                </a:lnTo>
                <a:lnTo>
                  <a:pt x="872" y="7846"/>
                </a:lnTo>
                <a:lnTo>
                  <a:pt x="872" y="7673"/>
                </a:lnTo>
                <a:lnTo>
                  <a:pt x="926" y="7525"/>
                </a:lnTo>
                <a:lnTo>
                  <a:pt x="981" y="7352"/>
                </a:lnTo>
                <a:lnTo>
                  <a:pt x="981" y="7180"/>
                </a:lnTo>
                <a:lnTo>
                  <a:pt x="1062" y="7007"/>
                </a:lnTo>
                <a:lnTo>
                  <a:pt x="1117" y="6834"/>
                </a:lnTo>
                <a:lnTo>
                  <a:pt x="1117" y="6661"/>
                </a:lnTo>
                <a:lnTo>
                  <a:pt x="1171" y="6489"/>
                </a:lnTo>
                <a:lnTo>
                  <a:pt x="1226" y="6316"/>
                </a:lnTo>
                <a:lnTo>
                  <a:pt x="1226" y="6168"/>
                </a:lnTo>
                <a:lnTo>
                  <a:pt x="1308" y="5995"/>
                </a:lnTo>
                <a:lnTo>
                  <a:pt x="1362" y="5823"/>
                </a:lnTo>
                <a:lnTo>
                  <a:pt x="1362" y="5650"/>
                </a:lnTo>
                <a:lnTo>
                  <a:pt x="1417" y="5477"/>
                </a:lnTo>
                <a:lnTo>
                  <a:pt x="1498" y="5304"/>
                </a:lnTo>
                <a:lnTo>
                  <a:pt x="1498" y="5132"/>
                </a:lnTo>
                <a:lnTo>
                  <a:pt x="1553" y="4959"/>
                </a:lnTo>
                <a:lnTo>
                  <a:pt x="1607" y="4786"/>
                </a:lnTo>
                <a:lnTo>
                  <a:pt x="1607" y="4638"/>
                </a:lnTo>
                <a:lnTo>
                  <a:pt x="1662" y="4465"/>
                </a:lnTo>
                <a:lnTo>
                  <a:pt x="1744" y="4293"/>
                </a:lnTo>
                <a:lnTo>
                  <a:pt x="1744" y="4120"/>
                </a:lnTo>
                <a:lnTo>
                  <a:pt x="1798" y="3947"/>
                </a:lnTo>
                <a:lnTo>
                  <a:pt x="1853" y="3775"/>
                </a:lnTo>
                <a:lnTo>
                  <a:pt x="1853" y="3602"/>
                </a:lnTo>
                <a:lnTo>
                  <a:pt x="1907" y="3429"/>
                </a:lnTo>
                <a:lnTo>
                  <a:pt x="1907" y="3281"/>
                </a:lnTo>
                <a:lnTo>
                  <a:pt x="1989" y="3108"/>
                </a:lnTo>
                <a:lnTo>
                  <a:pt x="2043" y="2936"/>
                </a:lnTo>
                <a:lnTo>
                  <a:pt x="2043" y="2763"/>
                </a:lnTo>
                <a:lnTo>
                  <a:pt x="2098" y="2590"/>
                </a:lnTo>
                <a:lnTo>
                  <a:pt x="2180" y="2418"/>
                </a:lnTo>
                <a:lnTo>
                  <a:pt x="2180" y="2245"/>
                </a:lnTo>
                <a:lnTo>
                  <a:pt x="2234" y="2072"/>
                </a:lnTo>
                <a:lnTo>
                  <a:pt x="2289" y="1924"/>
                </a:lnTo>
                <a:lnTo>
                  <a:pt x="2289" y="1751"/>
                </a:lnTo>
                <a:lnTo>
                  <a:pt x="2343" y="1579"/>
                </a:lnTo>
                <a:lnTo>
                  <a:pt x="2425" y="1406"/>
                </a:lnTo>
                <a:lnTo>
                  <a:pt x="2425" y="1233"/>
                </a:lnTo>
                <a:lnTo>
                  <a:pt x="2480" y="1060"/>
                </a:lnTo>
                <a:lnTo>
                  <a:pt x="2534" y="888"/>
                </a:lnTo>
                <a:lnTo>
                  <a:pt x="2534" y="715"/>
                </a:lnTo>
                <a:lnTo>
                  <a:pt x="2616" y="542"/>
                </a:lnTo>
                <a:lnTo>
                  <a:pt x="2670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7125462" y="3193556"/>
            <a:ext cx="2725" cy="11053"/>
          </a:xfrm>
          <a:custGeom>
            <a:avLst/>
            <a:gdLst/>
            <a:ahLst/>
            <a:cxnLst/>
            <a:rect l="l" t="t" r="r" b="b"/>
            <a:pathLst>
              <a:path w="2725" h="11053">
                <a:moveTo>
                  <a:pt x="0" y="11053"/>
                </a:moveTo>
                <a:lnTo>
                  <a:pt x="54" y="10881"/>
                </a:lnTo>
                <a:lnTo>
                  <a:pt x="136" y="10708"/>
                </a:lnTo>
                <a:lnTo>
                  <a:pt x="136" y="10535"/>
                </a:lnTo>
                <a:lnTo>
                  <a:pt x="190" y="10363"/>
                </a:lnTo>
                <a:lnTo>
                  <a:pt x="245" y="10190"/>
                </a:lnTo>
                <a:lnTo>
                  <a:pt x="245" y="10017"/>
                </a:lnTo>
                <a:lnTo>
                  <a:pt x="299" y="9844"/>
                </a:lnTo>
                <a:lnTo>
                  <a:pt x="381" y="9696"/>
                </a:lnTo>
                <a:lnTo>
                  <a:pt x="381" y="9524"/>
                </a:lnTo>
                <a:lnTo>
                  <a:pt x="436" y="9351"/>
                </a:lnTo>
                <a:lnTo>
                  <a:pt x="490" y="9178"/>
                </a:lnTo>
                <a:lnTo>
                  <a:pt x="490" y="9005"/>
                </a:lnTo>
                <a:lnTo>
                  <a:pt x="572" y="8833"/>
                </a:lnTo>
                <a:lnTo>
                  <a:pt x="572" y="8660"/>
                </a:lnTo>
                <a:lnTo>
                  <a:pt x="626" y="8487"/>
                </a:lnTo>
                <a:lnTo>
                  <a:pt x="681" y="8315"/>
                </a:lnTo>
                <a:lnTo>
                  <a:pt x="735" y="8167"/>
                </a:lnTo>
                <a:lnTo>
                  <a:pt x="735" y="7994"/>
                </a:lnTo>
                <a:lnTo>
                  <a:pt x="817" y="7821"/>
                </a:lnTo>
                <a:lnTo>
                  <a:pt x="872" y="7648"/>
                </a:lnTo>
                <a:lnTo>
                  <a:pt x="872" y="7476"/>
                </a:lnTo>
                <a:lnTo>
                  <a:pt x="926" y="7303"/>
                </a:lnTo>
                <a:lnTo>
                  <a:pt x="981" y="7130"/>
                </a:lnTo>
                <a:lnTo>
                  <a:pt x="981" y="6958"/>
                </a:lnTo>
                <a:lnTo>
                  <a:pt x="1062" y="6809"/>
                </a:lnTo>
                <a:lnTo>
                  <a:pt x="1117" y="6637"/>
                </a:lnTo>
                <a:lnTo>
                  <a:pt x="1117" y="6464"/>
                </a:lnTo>
                <a:lnTo>
                  <a:pt x="1171" y="6291"/>
                </a:lnTo>
                <a:lnTo>
                  <a:pt x="1253" y="6119"/>
                </a:lnTo>
                <a:lnTo>
                  <a:pt x="1253" y="5946"/>
                </a:lnTo>
                <a:lnTo>
                  <a:pt x="1308" y="5773"/>
                </a:lnTo>
                <a:lnTo>
                  <a:pt x="1362" y="5600"/>
                </a:lnTo>
                <a:lnTo>
                  <a:pt x="1362" y="5452"/>
                </a:lnTo>
                <a:lnTo>
                  <a:pt x="1417" y="5280"/>
                </a:lnTo>
                <a:lnTo>
                  <a:pt x="1498" y="5107"/>
                </a:lnTo>
                <a:lnTo>
                  <a:pt x="1498" y="4934"/>
                </a:lnTo>
                <a:lnTo>
                  <a:pt x="1553" y="4762"/>
                </a:lnTo>
                <a:lnTo>
                  <a:pt x="1607" y="4589"/>
                </a:lnTo>
                <a:lnTo>
                  <a:pt x="1607" y="4416"/>
                </a:lnTo>
                <a:lnTo>
                  <a:pt x="1689" y="4243"/>
                </a:lnTo>
                <a:lnTo>
                  <a:pt x="1744" y="4071"/>
                </a:lnTo>
                <a:lnTo>
                  <a:pt x="1744" y="3923"/>
                </a:lnTo>
                <a:lnTo>
                  <a:pt x="1798" y="3750"/>
                </a:lnTo>
                <a:lnTo>
                  <a:pt x="1853" y="3577"/>
                </a:lnTo>
                <a:lnTo>
                  <a:pt x="1853" y="3404"/>
                </a:lnTo>
                <a:lnTo>
                  <a:pt x="1934" y="3232"/>
                </a:lnTo>
                <a:lnTo>
                  <a:pt x="1989" y="3059"/>
                </a:lnTo>
                <a:lnTo>
                  <a:pt x="2043" y="2886"/>
                </a:lnTo>
                <a:lnTo>
                  <a:pt x="2043" y="2714"/>
                </a:lnTo>
                <a:lnTo>
                  <a:pt x="2098" y="2566"/>
                </a:lnTo>
                <a:lnTo>
                  <a:pt x="2180" y="2393"/>
                </a:lnTo>
                <a:lnTo>
                  <a:pt x="2180" y="2220"/>
                </a:lnTo>
                <a:lnTo>
                  <a:pt x="2234" y="2047"/>
                </a:lnTo>
                <a:lnTo>
                  <a:pt x="2289" y="1875"/>
                </a:lnTo>
                <a:lnTo>
                  <a:pt x="2289" y="1702"/>
                </a:lnTo>
                <a:lnTo>
                  <a:pt x="2371" y="1529"/>
                </a:lnTo>
                <a:lnTo>
                  <a:pt x="2425" y="1357"/>
                </a:lnTo>
                <a:lnTo>
                  <a:pt x="2425" y="1209"/>
                </a:lnTo>
                <a:lnTo>
                  <a:pt x="2480" y="1036"/>
                </a:lnTo>
                <a:lnTo>
                  <a:pt x="2534" y="863"/>
                </a:lnTo>
                <a:lnTo>
                  <a:pt x="2534" y="690"/>
                </a:lnTo>
                <a:lnTo>
                  <a:pt x="2616" y="518"/>
                </a:lnTo>
                <a:lnTo>
                  <a:pt x="2670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7128188" y="3182823"/>
            <a:ext cx="2725" cy="10733"/>
          </a:xfrm>
          <a:custGeom>
            <a:avLst/>
            <a:gdLst/>
            <a:ahLst/>
            <a:cxnLst/>
            <a:rect l="l" t="t" r="r" b="b"/>
            <a:pathLst>
              <a:path w="2725" h="10733">
                <a:moveTo>
                  <a:pt x="0" y="10733"/>
                </a:moveTo>
                <a:lnTo>
                  <a:pt x="54" y="10560"/>
                </a:lnTo>
                <a:lnTo>
                  <a:pt x="54" y="10412"/>
                </a:lnTo>
                <a:lnTo>
                  <a:pt x="136" y="10239"/>
                </a:lnTo>
                <a:lnTo>
                  <a:pt x="190" y="10066"/>
                </a:lnTo>
                <a:lnTo>
                  <a:pt x="245" y="9894"/>
                </a:lnTo>
                <a:lnTo>
                  <a:pt x="245" y="9721"/>
                </a:lnTo>
                <a:lnTo>
                  <a:pt x="327" y="9548"/>
                </a:lnTo>
                <a:lnTo>
                  <a:pt x="381" y="9376"/>
                </a:lnTo>
                <a:lnTo>
                  <a:pt x="381" y="9203"/>
                </a:lnTo>
                <a:lnTo>
                  <a:pt x="436" y="9055"/>
                </a:lnTo>
                <a:lnTo>
                  <a:pt x="490" y="8882"/>
                </a:lnTo>
                <a:lnTo>
                  <a:pt x="490" y="8709"/>
                </a:lnTo>
                <a:lnTo>
                  <a:pt x="572" y="8537"/>
                </a:lnTo>
                <a:lnTo>
                  <a:pt x="626" y="8364"/>
                </a:lnTo>
                <a:lnTo>
                  <a:pt x="626" y="8191"/>
                </a:lnTo>
                <a:lnTo>
                  <a:pt x="681" y="8018"/>
                </a:lnTo>
                <a:lnTo>
                  <a:pt x="763" y="7846"/>
                </a:lnTo>
                <a:lnTo>
                  <a:pt x="763" y="7698"/>
                </a:lnTo>
                <a:lnTo>
                  <a:pt x="817" y="7525"/>
                </a:lnTo>
                <a:lnTo>
                  <a:pt x="872" y="7352"/>
                </a:lnTo>
                <a:lnTo>
                  <a:pt x="926" y="7180"/>
                </a:lnTo>
                <a:lnTo>
                  <a:pt x="926" y="7007"/>
                </a:lnTo>
                <a:lnTo>
                  <a:pt x="1008" y="6834"/>
                </a:lnTo>
                <a:lnTo>
                  <a:pt x="1062" y="6661"/>
                </a:lnTo>
                <a:lnTo>
                  <a:pt x="1062" y="6489"/>
                </a:lnTo>
                <a:lnTo>
                  <a:pt x="1117" y="6316"/>
                </a:lnTo>
                <a:lnTo>
                  <a:pt x="1171" y="6168"/>
                </a:lnTo>
                <a:lnTo>
                  <a:pt x="1171" y="5995"/>
                </a:lnTo>
                <a:lnTo>
                  <a:pt x="1253" y="5823"/>
                </a:lnTo>
                <a:lnTo>
                  <a:pt x="1308" y="5650"/>
                </a:lnTo>
                <a:lnTo>
                  <a:pt x="1308" y="5477"/>
                </a:lnTo>
                <a:lnTo>
                  <a:pt x="1362" y="5304"/>
                </a:lnTo>
                <a:lnTo>
                  <a:pt x="1444" y="5132"/>
                </a:lnTo>
                <a:lnTo>
                  <a:pt x="1444" y="4959"/>
                </a:lnTo>
                <a:lnTo>
                  <a:pt x="1498" y="4811"/>
                </a:lnTo>
                <a:lnTo>
                  <a:pt x="1553" y="4638"/>
                </a:lnTo>
                <a:lnTo>
                  <a:pt x="1607" y="4465"/>
                </a:lnTo>
                <a:lnTo>
                  <a:pt x="1607" y="4293"/>
                </a:lnTo>
                <a:lnTo>
                  <a:pt x="1689" y="4120"/>
                </a:lnTo>
                <a:lnTo>
                  <a:pt x="1744" y="3947"/>
                </a:lnTo>
                <a:lnTo>
                  <a:pt x="1744" y="3775"/>
                </a:lnTo>
                <a:lnTo>
                  <a:pt x="1798" y="3602"/>
                </a:lnTo>
                <a:lnTo>
                  <a:pt x="1880" y="3454"/>
                </a:lnTo>
                <a:lnTo>
                  <a:pt x="1880" y="3281"/>
                </a:lnTo>
                <a:lnTo>
                  <a:pt x="1934" y="3108"/>
                </a:lnTo>
                <a:lnTo>
                  <a:pt x="1989" y="2936"/>
                </a:lnTo>
                <a:lnTo>
                  <a:pt x="1989" y="2763"/>
                </a:lnTo>
                <a:lnTo>
                  <a:pt x="2043" y="2590"/>
                </a:lnTo>
                <a:lnTo>
                  <a:pt x="2125" y="2418"/>
                </a:lnTo>
                <a:lnTo>
                  <a:pt x="2180" y="2245"/>
                </a:lnTo>
                <a:lnTo>
                  <a:pt x="2180" y="2072"/>
                </a:lnTo>
                <a:lnTo>
                  <a:pt x="2234" y="1924"/>
                </a:lnTo>
                <a:lnTo>
                  <a:pt x="2289" y="1751"/>
                </a:lnTo>
                <a:lnTo>
                  <a:pt x="2289" y="1579"/>
                </a:lnTo>
                <a:lnTo>
                  <a:pt x="2371" y="1406"/>
                </a:lnTo>
                <a:lnTo>
                  <a:pt x="2425" y="1233"/>
                </a:lnTo>
                <a:lnTo>
                  <a:pt x="2425" y="1060"/>
                </a:lnTo>
                <a:lnTo>
                  <a:pt x="2480" y="888"/>
                </a:lnTo>
                <a:lnTo>
                  <a:pt x="2561" y="715"/>
                </a:lnTo>
                <a:lnTo>
                  <a:pt x="2616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7130913" y="3172336"/>
            <a:ext cx="2752" cy="10486"/>
          </a:xfrm>
          <a:custGeom>
            <a:avLst/>
            <a:gdLst/>
            <a:ahLst/>
            <a:cxnLst/>
            <a:rect l="l" t="t" r="r" b="b"/>
            <a:pathLst>
              <a:path w="2752" h="10486">
                <a:moveTo>
                  <a:pt x="0" y="10486"/>
                </a:moveTo>
                <a:lnTo>
                  <a:pt x="0" y="10313"/>
                </a:lnTo>
                <a:lnTo>
                  <a:pt x="81" y="10140"/>
                </a:lnTo>
                <a:lnTo>
                  <a:pt x="136" y="9968"/>
                </a:lnTo>
                <a:lnTo>
                  <a:pt x="190" y="9795"/>
                </a:lnTo>
                <a:lnTo>
                  <a:pt x="190" y="9622"/>
                </a:lnTo>
                <a:lnTo>
                  <a:pt x="245" y="9450"/>
                </a:lnTo>
                <a:lnTo>
                  <a:pt x="327" y="9277"/>
                </a:lnTo>
                <a:lnTo>
                  <a:pt x="381" y="9129"/>
                </a:lnTo>
                <a:lnTo>
                  <a:pt x="381" y="8956"/>
                </a:lnTo>
                <a:lnTo>
                  <a:pt x="436" y="8783"/>
                </a:lnTo>
                <a:lnTo>
                  <a:pt x="517" y="8611"/>
                </a:lnTo>
                <a:lnTo>
                  <a:pt x="517" y="8438"/>
                </a:lnTo>
                <a:lnTo>
                  <a:pt x="572" y="8265"/>
                </a:lnTo>
                <a:lnTo>
                  <a:pt x="626" y="8093"/>
                </a:lnTo>
                <a:lnTo>
                  <a:pt x="626" y="7920"/>
                </a:lnTo>
                <a:lnTo>
                  <a:pt x="681" y="7772"/>
                </a:lnTo>
                <a:lnTo>
                  <a:pt x="763" y="7599"/>
                </a:lnTo>
                <a:lnTo>
                  <a:pt x="817" y="7426"/>
                </a:lnTo>
                <a:lnTo>
                  <a:pt x="817" y="7254"/>
                </a:lnTo>
                <a:lnTo>
                  <a:pt x="872" y="7081"/>
                </a:lnTo>
                <a:lnTo>
                  <a:pt x="953" y="6908"/>
                </a:lnTo>
                <a:lnTo>
                  <a:pt x="953" y="6735"/>
                </a:lnTo>
                <a:lnTo>
                  <a:pt x="1008" y="6563"/>
                </a:lnTo>
                <a:lnTo>
                  <a:pt x="1062" y="6390"/>
                </a:lnTo>
                <a:lnTo>
                  <a:pt x="1062" y="6242"/>
                </a:lnTo>
                <a:lnTo>
                  <a:pt x="1117" y="6069"/>
                </a:lnTo>
                <a:lnTo>
                  <a:pt x="1199" y="5897"/>
                </a:lnTo>
                <a:lnTo>
                  <a:pt x="1253" y="5724"/>
                </a:lnTo>
                <a:lnTo>
                  <a:pt x="1253" y="5551"/>
                </a:lnTo>
                <a:lnTo>
                  <a:pt x="1308" y="5378"/>
                </a:lnTo>
                <a:lnTo>
                  <a:pt x="1362" y="5206"/>
                </a:lnTo>
                <a:lnTo>
                  <a:pt x="1362" y="5033"/>
                </a:lnTo>
                <a:lnTo>
                  <a:pt x="1444" y="4885"/>
                </a:lnTo>
                <a:lnTo>
                  <a:pt x="1498" y="4712"/>
                </a:lnTo>
                <a:lnTo>
                  <a:pt x="1498" y="4539"/>
                </a:lnTo>
                <a:lnTo>
                  <a:pt x="1553" y="4367"/>
                </a:lnTo>
                <a:lnTo>
                  <a:pt x="1635" y="4194"/>
                </a:lnTo>
                <a:lnTo>
                  <a:pt x="1689" y="4021"/>
                </a:lnTo>
                <a:lnTo>
                  <a:pt x="1689" y="3849"/>
                </a:lnTo>
                <a:lnTo>
                  <a:pt x="1744" y="3676"/>
                </a:lnTo>
                <a:lnTo>
                  <a:pt x="1798" y="3528"/>
                </a:lnTo>
                <a:lnTo>
                  <a:pt x="1880" y="3355"/>
                </a:lnTo>
                <a:lnTo>
                  <a:pt x="1880" y="3182"/>
                </a:lnTo>
                <a:lnTo>
                  <a:pt x="1934" y="3010"/>
                </a:lnTo>
                <a:lnTo>
                  <a:pt x="1989" y="2837"/>
                </a:lnTo>
                <a:lnTo>
                  <a:pt x="1989" y="2664"/>
                </a:lnTo>
                <a:lnTo>
                  <a:pt x="2071" y="2492"/>
                </a:lnTo>
                <a:lnTo>
                  <a:pt x="2125" y="2319"/>
                </a:lnTo>
                <a:lnTo>
                  <a:pt x="2180" y="2146"/>
                </a:lnTo>
                <a:lnTo>
                  <a:pt x="2180" y="1998"/>
                </a:lnTo>
                <a:lnTo>
                  <a:pt x="2234" y="1825"/>
                </a:lnTo>
                <a:lnTo>
                  <a:pt x="2316" y="1653"/>
                </a:lnTo>
                <a:lnTo>
                  <a:pt x="2316" y="1480"/>
                </a:lnTo>
                <a:lnTo>
                  <a:pt x="2371" y="1307"/>
                </a:lnTo>
                <a:lnTo>
                  <a:pt x="2425" y="1134"/>
                </a:lnTo>
                <a:lnTo>
                  <a:pt x="2480" y="962"/>
                </a:lnTo>
                <a:lnTo>
                  <a:pt x="2480" y="789"/>
                </a:lnTo>
                <a:lnTo>
                  <a:pt x="2561" y="641"/>
                </a:lnTo>
                <a:lnTo>
                  <a:pt x="2616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7133666" y="3162171"/>
            <a:ext cx="2643" cy="10165"/>
          </a:xfrm>
          <a:custGeom>
            <a:avLst/>
            <a:gdLst/>
            <a:ahLst/>
            <a:cxnLst/>
            <a:rect l="l" t="t" r="r" b="b"/>
            <a:pathLst>
              <a:path w="2643" h="10165">
                <a:moveTo>
                  <a:pt x="0" y="10165"/>
                </a:moveTo>
                <a:lnTo>
                  <a:pt x="0" y="9992"/>
                </a:lnTo>
                <a:lnTo>
                  <a:pt x="54" y="9844"/>
                </a:lnTo>
                <a:lnTo>
                  <a:pt x="109" y="9672"/>
                </a:lnTo>
                <a:lnTo>
                  <a:pt x="109" y="9499"/>
                </a:lnTo>
                <a:lnTo>
                  <a:pt x="163" y="9326"/>
                </a:lnTo>
                <a:lnTo>
                  <a:pt x="245" y="9153"/>
                </a:lnTo>
                <a:lnTo>
                  <a:pt x="299" y="8981"/>
                </a:lnTo>
                <a:lnTo>
                  <a:pt x="299" y="8808"/>
                </a:lnTo>
                <a:lnTo>
                  <a:pt x="354" y="8635"/>
                </a:lnTo>
                <a:lnTo>
                  <a:pt x="408" y="8487"/>
                </a:lnTo>
                <a:lnTo>
                  <a:pt x="490" y="8315"/>
                </a:lnTo>
                <a:lnTo>
                  <a:pt x="490" y="8142"/>
                </a:lnTo>
                <a:lnTo>
                  <a:pt x="545" y="7969"/>
                </a:lnTo>
                <a:lnTo>
                  <a:pt x="599" y="7796"/>
                </a:lnTo>
                <a:lnTo>
                  <a:pt x="599" y="7624"/>
                </a:lnTo>
                <a:lnTo>
                  <a:pt x="681" y="7451"/>
                </a:lnTo>
                <a:lnTo>
                  <a:pt x="735" y="7278"/>
                </a:lnTo>
                <a:lnTo>
                  <a:pt x="790" y="7130"/>
                </a:lnTo>
                <a:lnTo>
                  <a:pt x="790" y="6958"/>
                </a:lnTo>
                <a:lnTo>
                  <a:pt x="844" y="6785"/>
                </a:lnTo>
                <a:lnTo>
                  <a:pt x="926" y="6612"/>
                </a:lnTo>
                <a:lnTo>
                  <a:pt x="926" y="6439"/>
                </a:lnTo>
                <a:lnTo>
                  <a:pt x="981" y="6267"/>
                </a:lnTo>
                <a:lnTo>
                  <a:pt x="1035" y="6094"/>
                </a:lnTo>
                <a:lnTo>
                  <a:pt x="1117" y="5921"/>
                </a:lnTo>
                <a:lnTo>
                  <a:pt x="1171" y="5748"/>
                </a:lnTo>
                <a:lnTo>
                  <a:pt x="1171" y="5600"/>
                </a:lnTo>
                <a:lnTo>
                  <a:pt x="1226" y="5428"/>
                </a:lnTo>
                <a:lnTo>
                  <a:pt x="1280" y="5255"/>
                </a:lnTo>
                <a:lnTo>
                  <a:pt x="1280" y="5082"/>
                </a:lnTo>
                <a:lnTo>
                  <a:pt x="1362" y="4910"/>
                </a:lnTo>
                <a:lnTo>
                  <a:pt x="1417" y="4737"/>
                </a:lnTo>
                <a:lnTo>
                  <a:pt x="1471" y="4564"/>
                </a:lnTo>
                <a:lnTo>
                  <a:pt x="1471" y="4391"/>
                </a:lnTo>
                <a:lnTo>
                  <a:pt x="1526" y="4243"/>
                </a:lnTo>
                <a:lnTo>
                  <a:pt x="1607" y="4071"/>
                </a:lnTo>
                <a:lnTo>
                  <a:pt x="1607" y="3898"/>
                </a:lnTo>
                <a:lnTo>
                  <a:pt x="1662" y="3725"/>
                </a:lnTo>
                <a:lnTo>
                  <a:pt x="1716" y="3553"/>
                </a:lnTo>
                <a:lnTo>
                  <a:pt x="1798" y="3380"/>
                </a:lnTo>
                <a:lnTo>
                  <a:pt x="1798" y="3207"/>
                </a:lnTo>
                <a:lnTo>
                  <a:pt x="1853" y="3034"/>
                </a:lnTo>
                <a:lnTo>
                  <a:pt x="1907" y="2886"/>
                </a:lnTo>
                <a:lnTo>
                  <a:pt x="1962" y="2714"/>
                </a:lnTo>
                <a:lnTo>
                  <a:pt x="1962" y="2541"/>
                </a:lnTo>
                <a:lnTo>
                  <a:pt x="2043" y="2368"/>
                </a:lnTo>
                <a:lnTo>
                  <a:pt x="2098" y="2195"/>
                </a:lnTo>
                <a:lnTo>
                  <a:pt x="2153" y="2023"/>
                </a:lnTo>
                <a:lnTo>
                  <a:pt x="2153" y="1850"/>
                </a:lnTo>
                <a:lnTo>
                  <a:pt x="2234" y="1677"/>
                </a:lnTo>
                <a:lnTo>
                  <a:pt x="2289" y="1505"/>
                </a:lnTo>
                <a:lnTo>
                  <a:pt x="2289" y="1357"/>
                </a:lnTo>
                <a:lnTo>
                  <a:pt x="2343" y="1184"/>
                </a:lnTo>
                <a:lnTo>
                  <a:pt x="2398" y="1011"/>
                </a:lnTo>
                <a:lnTo>
                  <a:pt x="2480" y="838"/>
                </a:lnTo>
                <a:lnTo>
                  <a:pt x="2534" y="666"/>
                </a:lnTo>
                <a:lnTo>
                  <a:pt x="2534" y="493"/>
                </a:lnTo>
                <a:lnTo>
                  <a:pt x="2589" y="320"/>
                </a:lnTo>
                <a:lnTo>
                  <a:pt x="2643" y="148"/>
                </a:lnTo>
                <a:lnTo>
                  <a:pt x="2643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7136309" y="3152252"/>
            <a:ext cx="2752" cy="9918"/>
          </a:xfrm>
          <a:custGeom>
            <a:avLst/>
            <a:gdLst/>
            <a:ahLst/>
            <a:cxnLst/>
            <a:rect l="l" t="t" r="r" b="b"/>
            <a:pathLst>
              <a:path w="2752" h="9918">
                <a:moveTo>
                  <a:pt x="0" y="9918"/>
                </a:moveTo>
                <a:lnTo>
                  <a:pt x="81" y="9746"/>
                </a:lnTo>
                <a:lnTo>
                  <a:pt x="136" y="9573"/>
                </a:lnTo>
                <a:lnTo>
                  <a:pt x="190" y="9400"/>
                </a:lnTo>
                <a:lnTo>
                  <a:pt x="190" y="9228"/>
                </a:lnTo>
                <a:lnTo>
                  <a:pt x="272" y="9055"/>
                </a:lnTo>
                <a:lnTo>
                  <a:pt x="327" y="8882"/>
                </a:lnTo>
                <a:lnTo>
                  <a:pt x="381" y="8709"/>
                </a:lnTo>
                <a:lnTo>
                  <a:pt x="381" y="8561"/>
                </a:lnTo>
                <a:lnTo>
                  <a:pt x="436" y="8389"/>
                </a:lnTo>
                <a:lnTo>
                  <a:pt x="517" y="8216"/>
                </a:lnTo>
                <a:lnTo>
                  <a:pt x="572" y="8043"/>
                </a:lnTo>
                <a:lnTo>
                  <a:pt x="572" y="7870"/>
                </a:lnTo>
                <a:lnTo>
                  <a:pt x="626" y="7698"/>
                </a:lnTo>
                <a:lnTo>
                  <a:pt x="681" y="7525"/>
                </a:lnTo>
                <a:lnTo>
                  <a:pt x="763" y="7352"/>
                </a:lnTo>
                <a:lnTo>
                  <a:pt x="763" y="7180"/>
                </a:lnTo>
                <a:lnTo>
                  <a:pt x="817" y="7032"/>
                </a:lnTo>
                <a:lnTo>
                  <a:pt x="872" y="6859"/>
                </a:lnTo>
                <a:lnTo>
                  <a:pt x="872" y="6686"/>
                </a:lnTo>
                <a:lnTo>
                  <a:pt x="953" y="6513"/>
                </a:lnTo>
                <a:lnTo>
                  <a:pt x="1008" y="6341"/>
                </a:lnTo>
                <a:lnTo>
                  <a:pt x="1062" y="6168"/>
                </a:lnTo>
                <a:lnTo>
                  <a:pt x="1117" y="5995"/>
                </a:lnTo>
                <a:lnTo>
                  <a:pt x="1117" y="5823"/>
                </a:lnTo>
                <a:lnTo>
                  <a:pt x="1199" y="5674"/>
                </a:lnTo>
                <a:lnTo>
                  <a:pt x="1253" y="5502"/>
                </a:lnTo>
                <a:lnTo>
                  <a:pt x="1308" y="5329"/>
                </a:lnTo>
                <a:lnTo>
                  <a:pt x="1308" y="5156"/>
                </a:lnTo>
                <a:lnTo>
                  <a:pt x="1389" y="4984"/>
                </a:lnTo>
                <a:lnTo>
                  <a:pt x="1444" y="4811"/>
                </a:lnTo>
                <a:lnTo>
                  <a:pt x="1444" y="4638"/>
                </a:lnTo>
                <a:lnTo>
                  <a:pt x="1498" y="4465"/>
                </a:lnTo>
                <a:lnTo>
                  <a:pt x="1553" y="4317"/>
                </a:lnTo>
                <a:lnTo>
                  <a:pt x="1635" y="4145"/>
                </a:lnTo>
                <a:lnTo>
                  <a:pt x="1689" y="3972"/>
                </a:lnTo>
                <a:lnTo>
                  <a:pt x="1689" y="3799"/>
                </a:lnTo>
                <a:lnTo>
                  <a:pt x="1744" y="3627"/>
                </a:lnTo>
                <a:lnTo>
                  <a:pt x="1798" y="3454"/>
                </a:lnTo>
                <a:lnTo>
                  <a:pt x="1880" y="3281"/>
                </a:lnTo>
                <a:lnTo>
                  <a:pt x="1880" y="3108"/>
                </a:lnTo>
                <a:lnTo>
                  <a:pt x="1934" y="2936"/>
                </a:lnTo>
                <a:lnTo>
                  <a:pt x="1989" y="2788"/>
                </a:lnTo>
                <a:lnTo>
                  <a:pt x="2071" y="2615"/>
                </a:lnTo>
                <a:lnTo>
                  <a:pt x="2071" y="2442"/>
                </a:lnTo>
                <a:lnTo>
                  <a:pt x="2125" y="2269"/>
                </a:lnTo>
                <a:lnTo>
                  <a:pt x="2180" y="2097"/>
                </a:lnTo>
                <a:lnTo>
                  <a:pt x="2234" y="1924"/>
                </a:lnTo>
                <a:lnTo>
                  <a:pt x="2234" y="1751"/>
                </a:lnTo>
                <a:lnTo>
                  <a:pt x="2316" y="1579"/>
                </a:lnTo>
                <a:lnTo>
                  <a:pt x="2371" y="1431"/>
                </a:lnTo>
                <a:lnTo>
                  <a:pt x="2425" y="1258"/>
                </a:lnTo>
                <a:lnTo>
                  <a:pt x="2425" y="1085"/>
                </a:lnTo>
                <a:lnTo>
                  <a:pt x="2507" y="912"/>
                </a:lnTo>
                <a:lnTo>
                  <a:pt x="2561" y="740"/>
                </a:lnTo>
                <a:lnTo>
                  <a:pt x="2616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52" y="74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7139062" y="3142703"/>
            <a:ext cx="2725" cy="9548"/>
          </a:xfrm>
          <a:custGeom>
            <a:avLst/>
            <a:gdLst/>
            <a:ahLst/>
            <a:cxnLst/>
            <a:rect l="l" t="t" r="r" b="b"/>
            <a:pathLst>
              <a:path w="2725" h="9548">
                <a:moveTo>
                  <a:pt x="0" y="9548"/>
                </a:moveTo>
                <a:lnTo>
                  <a:pt x="54" y="9376"/>
                </a:lnTo>
                <a:lnTo>
                  <a:pt x="109" y="9203"/>
                </a:lnTo>
                <a:lnTo>
                  <a:pt x="163" y="9055"/>
                </a:lnTo>
                <a:lnTo>
                  <a:pt x="163" y="8882"/>
                </a:lnTo>
                <a:lnTo>
                  <a:pt x="245" y="8709"/>
                </a:lnTo>
                <a:lnTo>
                  <a:pt x="299" y="8537"/>
                </a:lnTo>
                <a:lnTo>
                  <a:pt x="354" y="8364"/>
                </a:lnTo>
                <a:lnTo>
                  <a:pt x="354" y="8191"/>
                </a:lnTo>
                <a:lnTo>
                  <a:pt x="436" y="8018"/>
                </a:lnTo>
                <a:lnTo>
                  <a:pt x="490" y="7846"/>
                </a:lnTo>
                <a:lnTo>
                  <a:pt x="545" y="7698"/>
                </a:lnTo>
                <a:lnTo>
                  <a:pt x="545" y="7525"/>
                </a:lnTo>
                <a:lnTo>
                  <a:pt x="599" y="7352"/>
                </a:lnTo>
                <a:lnTo>
                  <a:pt x="681" y="7180"/>
                </a:lnTo>
                <a:lnTo>
                  <a:pt x="735" y="7007"/>
                </a:lnTo>
                <a:lnTo>
                  <a:pt x="735" y="6834"/>
                </a:lnTo>
                <a:lnTo>
                  <a:pt x="790" y="6661"/>
                </a:lnTo>
                <a:lnTo>
                  <a:pt x="844" y="6489"/>
                </a:lnTo>
                <a:lnTo>
                  <a:pt x="926" y="6316"/>
                </a:lnTo>
                <a:lnTo>
                  <a:pt x="981" y="6168"/>
                </a:lnTo>
                <a:lnTo>
                  <a:pt x="981" y="5995"/>
                </a:lnTo>
                <a:lnTo>
                  <a:pt x="1035" y="5823"/>
                </a:lnTo>
                <a:lnTo>
                  <a:pt x="1117" y="5650"/>
                </a:lnTo>
                <a:lnTo>
                  <a:pt x="1171" y="5477"/>
                </a:lnTo>
                <a:lnTo>
                  <a:pt x="1226" y="5304"/>
                </a:lnTo>
                <a:lnTo>
                  <a:pt x="1226" y="5132"/>
                </a:lnTo>
                <a:lnTo>
                  <a:pt x="1280" y="4959"/>
                </a:lnTo>
                <a:lnTo>
                  <a:pt x="1362" y="4811"/>
                </a:lnTo>
                <a:lnTo>
                  <a:pt x="1417" y="4638"/>
                </a:lnTo>
                <a:lnTo>
                  <a:pt x="1417" y="4465"/>
                </a:lnTo>
                <a:lnTo>
                  <a:pt x="1471" y="4293"/>
                </a:lnTo>
                <a:lnTo>
                  <a:pt x="1553" y="4120"/>
                </a:lnTo>
                <a:lnTo>
                  <a:pt x="1607" y="3947"/>
                </a:lnTo>
                <a:lnTo>
                  <a:pt x="1607" y="3775"/>
                </a:lnTo>
                <a:lnTo>
                  <a:pt x="1662" y="3602"/>
                </a:lnTo>
                <a:lnTo>
                  <a:pt x="1716" y="3454"/>
                </a:lnTo>
                <a:lnTo>
                  <a:pt x="1798" y="3281"/>
                </a:lnTo>
                <a:lnTo>
                  <a:pt x="1798" y="3108"/>
                </a:lnTo>
                <a:lnTo>
                  <a:pt x="1853" y="2936"/>
                </a:lnTo>
                <a:lnTo>
                  <a:pt x="1907" y="2763"/>
                </a:lnTo>
                <a:lnTo>
                  <a:pt x="1962" y="2590"/>
                </a:lnTo>
                <a:lnTo>
                  <a:pt x="2043" y="2418"/>
                </a:lnTo>
                <a:lnTo>
                  <a:pt x="2043" y="2245"/>
                </a:lnTo>
                <a:lnTo>
                  <a:pt x="2098" y="2072"/>
                </a:lnTo>
                <a:lnTo>
                  <a:pt x="2153" y="1924"/>
                </a:lnTo>
                <a:lnTo>
                  <a:pt x="2234" y="1751"/>
                </a:lnTo>
                <a:lnTo>
                  <a:pt x="2234" y="1579"/>
                </a:lnTo>
                <a:lnTo>
                  <a:pt x="2289" y="1406"/>
                </a:lnTo>
                <a:lnTo>
                  <a:pt x="2343" y="1233"/>
                </a:lnTo>
                <a:lnTo>
                  <a:pt x="2398" y="1060"/>
                </a:lnTo>
                <a:lnTo>
                  <a:pt x="2480" y="888"/>
                </a:lnTo>
                <a:lnTo>
                  <a:pt x="2480" y="715"/>
                </a:lnTo>
                <a:lnTo>
                  <a:pt x="2534" y="567"/>
                </a:lnTo>
                <a:lnTo>
                  <a:pt x="2589" y="394"/>
                </a:lnTo>
                <a:lnTo>
                  <a:pt x="2643" y="222"/>
                </a:lnTo>
                <a:lnTo>
                  <a:pt x="2725" y="49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7141787" y="3133426"/>
            <a:ext cx="2725" cy="9277"/>
          </a:xfrm>
          <a:custGeom>
            <a:avLst/>
            <a:gdLst/>
            <a:ahLst/>
            <a:cxnLst/>
            <a:rect l="l" t="t" r="r" b="b"/>
            <a:pathLst>
              <a:path w="2725" h="9277">
                <a:moveTo>
                  <a:pt x="0" y="9277"/>
                </a:moveTo>
                <a:lnTo>
                  <a:pt x="54" y="9104"/>
                </a:lnTo>
                <a:lnTo>
                  <a:pt x="54" y="8931"/>
                </a:lnTo>
                <a:lnTo>
                  <a:pt x="109" y="8759"/>
                </a:lnTo>
                <a:lnTo>
                  <a:pt x="190" y="8586"/>
                </a:lnTo>
                <a:lnTo>
                  <a:pt x="245" y="8413"/>
                </a:lnTo>
                <a:lnTo>
                  <a:pt x="299" y="8241"/>
                </a:lnTo>
                <a:lnTo>
                  <a:pt x="299" y="8068"/>
                </a:lnTo>
                <a:lnTo>
                  <a:pt x="354" y="7920"/>
                </a:lnTo>
                <a:lnTo>
                  <a:pt x="436" y="7747"/>
                </a:lnTo>
                <a:lnTo>
                  <a:pt x="490" y="7574"/>
                </a:lnTo>
                <a:lnTo>
                  <a:pt x="545" y="7402"/>
                </a:lnTo>
                <a:lnTo>
                  <a:pt x="545" y="7229"/>
                </a:lnTo>
                <a:lnTo>
                  <a:pt x="626" y="7056"/>
                </a:lnTo>
                <a:lnTo>
                  <a:pt x="681" y="6883"/>
                </a:lnTo>
                <a:lnTo>
                  <a:pt x="735" y="6711"/>
                </a:lnTo>
                <a:lnTo>
                  <a:pt x="735" y="6563"/>
                </a:lnTo>
                <a:lnTo>
                  <a:pt x="790" y="6390"/>
                </a:lnTo>
                <a:lnTo>
                  <a:pt x="872" y="6217"/>
                </a:lnTo>
                <a:lnTo>
                  <a:pt x="926" y="6045"/>
                </a:lnTo>
                <a:lnTo>
                  <a:pt x="981" y="5872"/>
                </a:lnTo>
                <a:lnTo>
                  <a:pt x="1035" y="5699"/>
                </a:lnTo>
                <a:lnTo>
                  <a:pt x="1035" y="5526"/>
                </a:lnTo>
                <a:lnTo>
                  <a:pt x="1117" y="5354"/>
                </a:lnTo>
                <a:lnTo>
                  <a:pt x="1171" y="5206"/>
                </a:lnTo>
                <a:lnTo>
                  <a:pt x="1226" y="5033"/>
                </a:lnTo>
                <a:lnTo>
                  <a:pt x="1308" y="4860"/>
                </a:lnTo>
                <a:lnTo>
                  <a:pt x="1308" y="4688"/>
                </a:lnTo>
                <a:lnTo>
                  <a:pt x="1362" y="4515"/>
                </a:lnTo>
                <a:lnTo>
                  <a:pt x="1417" y="4342"/>
                </a:lnTo>
                <a:lnTo>
                  <a:pt x="1471" y="4169"/>
                </a:lnTo>
                <a:lnTo>
                  <a:pt x="1553" y="3997"/>
                </a:lnTo>
                <a:lnTo>
                  <a:pt x="1553" y="3824"/>
                </a:lnTo>
                <a:lnTo>
                  <a:pt x="1607" y="3676"/>
                </a:lnTo>
                <a:lnTo>
                  <a:pt x="1662" y="3503"/>
                </a:lnTo>
                <a:lnTo>
                  <a:pt x="1744" y="3330"/>
                </a:lnTo>
                <a:lnTo>
                  <a:pt x="1798" y="3158"/>
                </a:lnTo>
                <a:lnTo>
                  <a:pt x="1798" y="2985"/>
                </a:lnTo>
                <a:lnTo>
                  <a:pt x="1853" y="2812"/>
                </a:lnTo>
                <a:lnTo>
                  <a:pt x="1907" y="2640"/>
                </a:lnTo>
                <a:lnTo>
                  <a:pt x="1989" y="2467"/>
                </a:lnTo>
                <a:lnTo>
                  <a:pt x="2043" y="2319"/>
                </a:lnTo>
                <a:lnTo>
                  <a:pt x="2043" y="2146"/>
                </a:lnTo>
                <a:lnTo>
                  <a:pt x="2098" y="1973"/>
                </a:lnTo>
                <a:lnTo>
                  <a:pt x="2153" y="1801"/>
                </a:lnTo>
                <a:lnTo>
                  <a:pt x="2234" y="1628"/>
                </a:lnTo>
                <a:lnTo>
                  <a:pt x="2289" y="1455"/>
                </a:lnTo>
                <a:lnTo>
                  <a:pt x="2343" y="1283"/>
                </a:lnTo>
                <a:lnTo>
                  <a:pt x="2343" y="1110"/>
                </a:lnTo>
                <a:lnTo>
                  <a:pt x="2425" y="962"/>
                </a:lnTo>
                <a:lnTo>
                  <a:pt x="2480" y="789"/>
                </a:lnTo>
                <a:lnTo>
                  <a:pt x="2534" y="616"/>
                </a:lnTo>
                <a:lnTo>
                  <a:pt x="2589" y="444"/>
                </a:lnTo>
                <a:lnTo>
                  <a:pt x="2589" y="271"/>
                </a:lnTo>
                <a:lnTo>
                  <a:pt x="2670" y="9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7144512" y="3124469"/>
            <a:ext cx="2725" cy="8956"/>
          </a:xfrm>
          <a:custGeom>
            <a:avLst/>
            <a:gdLst/>
            <a:ahLst/>
            <a:cxnLst/>
            <a:rect l="l" t="t" r="r" b="b"/>
            <a:pathLst>
              <a:path w="2725" h="8956">
                <a:moveTo>
                  <a:pt x="0" y="8956"/>
                </a:moveTo>
                <a:lnTo>
                  <a:pt x="54" y="8783"/>
                </a:lnTo>
                <a:lnTo>
                  <a:pt x="54" y="8611"/>
                </a:lnTo>
                <a:lnTo>
                  <a:pt x="109" y="8438"/>
                </a:lnTo>
                <a:lnTo>
                  <a:pt x="190" y="8265"/>
                </a:lnTo>
                <a:lnTo>
                  <a:pt x="245" y="8093"/>
                </a:lnTo>
                <a:lnTo>
                  <a:pt x="299" y="7920"/>
                </a:lnTo>
                <a:lnTo>
                  <a:pt x="299" y="7747"/>
                </a:lnTo>
                <a:lnTo>
                  <a:pt x="381" y="7574"/>
                </a:lnTo>
                <a:lnTo>
                  <a:pt x="436" y="7426"/>
                </a:lnTo>
                <a:lnTo>
                  <a:pt x="490" y="7254"/>
                </a:lnTo>
                <a:lnTo>
                  <a:pt x="545" y="7081"/>
                </a:lnTo>
                <a:lnTo>
                  <a:pt x="626" y="6908"/>
                </a:lnTo>
                <a:lnTo>
                  <a:pt x="626" y="6735"/>
                </a:lnTo>
                <a:lnTo>
                  <a:pt x="681" y="6563"/>
                </a:lnTo>
                <a:lnTo>
                  <a:pt x="735" y="6390"/>
                </a:lnTo>
                <a:lnTo>
                  <a:pt x="817" y="6217"/>
                </a:lnTo>
                <a:lnTo>
                  <a:pt x="872" y="6069"/>
                </a:lnTo>
                <a:lnTo>
                  <a:pt x="872" y="5897"/>
                </a:lnTo>
                <a:lnTo>
                  <a:pt x="926" y="5724"/>
                </a:lnTo>
                <a:lnTo>
                  <a:pt x="981" y="5551"/>
                </a:lnTo>
                <a:lnTo>
                  <a:pt x="1062" y="5378"/>
                </a:lnTo>
                <a:lnTo>
                  <a:pt x="1117" y="5206"/>
                </a:lnTo>
                <a:lnTo>
                  <a:pt x="1171" y="5033"/>
                </a:lnTo>
                <a:lnTo>
                  <a:pt x="1226" y="4860"/>
                </a:lnTo>
                <a:lnTo>
                  <a:pt x="1226" y="4712"/>
                </a:lnTo>
                <a:lnTo>
                  <a:pt x="1308" y="4539"/>
                </a:lnTo>
                <a:lnTo>
                  <a:pt x="1362" y="4367"/>
                </a:lnTo>
                <a:lnTo>
                  <a:pt x="1417" y="4194"/>
                </a:lnTo>
                <a:lnTo>
                  <a:pt x="1498" y="4021"/>
                </a:lnTo>
                <a:lnTo>
                  <a:pt x="1498" y="3849"/>
                </a:lnTo>
                <a:lnTo>
                  <a:pt x="1553" y="3676"/>
                </a:lnTo>
                <a:lnTo>
                  <a:pt x="1607" y="3503"/>
                </a:lnTo>
                <a:lnTo>
                  <a:pt x="1662" y="3330"/>
                </a:lnTo>
                <a:lnTo>
                  <a:pt x="1744" y="3182"/>
                </a:lnTo>
                <a:lnTo>
                  <a:pt x="1798" y="3010"/>
                </a:lnTo>
                <a:lnTo>
                  <a:pt x="1798" y="2837"/>
                </a:lnTo>
                <a:lnTo>
                  <a:pt x="1853" y="2664"/>
                </a:lnTo>
                <a:lnTo>
                  <a:pt x="1934" y="2492"/>
                </a:lnTo>
                <a:lnTo>
                  <a:pt x="1989" y="2319"/>
                </a:lnTo>
                <a:lnTo>
                  <a:pt x="2044" y="2146"/>
                </a:lnTo>
                <a:lnTo>
                  <a:pt x="2098" y="1973"/>
                </a:lnTo>
                <a:lnTo>
                  <a:pt x="2098" y="1825"/>
                </a:lnTo>
                <a:lnTo>
                  <a:pt x="2180" y="1653"/>
                </a:lnTo>
                <a:lnTo>
                  <a:pt x="2234" y="1480"/>
                </a:lnTo>
                <a:lnTo>
                  <a:pt x="2289" y="1307"/>
                </a:lnTo>
                <a:lnTo>
                  <a:pt x="2343" y="1134"/>
                </a:lnTo>
                <a:lnTo>
                  <a:pt x="2425" y="962"/>
                </a:lnTo>
                <a:lnTo>
                  <a:pt x="2480" y="789"/>
                </a:lnTo>
                <a:lnTo>
                  <a:pt x="2480" y="616"/>
                </a:lnTo>
                <a:lnTo>
                  <a:pt x="2534" y="468"/>
                </a:lnTo>
                <a:lnTo>
                  <a:pt x="2616" y="296"/>
                </a:lnTo>
                <a:lnTo>
                  <a:pt x="2670" y="12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7147238" y="3115883"/>
            <a:ext cx="2670" cy="8586"/>
          </a:xfrm>
          <a:custGeom>
            <a:avLst/>
            <a:gdLst/>
            <a:ahLst/>
            <a:cxnLst/>
            <a:rect l="l" t="t" r="r" b="b"/>
            <a:pathLst>
              <a:path w="2670" h="8586">
                <a:moveTo>
                  <a:pt x="0" y="8586"/>
                </a:moveTo>
                <a:lnTo>
                  <a:pt x="0" y="8413"/>
                </a:lnTo>
                <a:lnTo>
                  <a:pt x="54" y="8241"/>
                </a:lnTo>
                <a:lnTo>
                  <a:pt x="136" y="8093"/>
                </a:lnTo>
                <a:lnTo>
                  <a:pt x="190" y="7920"/>
                </a:lnTo>
                <a:lnTo>
                  <a:pt x="245" y="7747"/>
                </a:lnTo>
                <a:lnTo>
                  <a:pt x="299" y="7574"/>
                </a:lnTo>
                <a:lnTo>
                  <a:pt x="299" y="7402"/>
                </a:lnTo>
                <a:lnTo>
                  <a:pt x="381" y="7229"/>
                </a:lnTo>
                <a:lnTo>
                  <a:pt x="436" y="7056"/>
                </a:lnTo>
                <a:lnTo>
                  <a:pt x="490" y="6883"/>
                </a:lnTo>
                <a:lnTo>
                  <a:pt x="572" y="6735"/>
                </a:lnTo>
                <a:lnTo>
                  <a:pt x="626" y="6563"/>
                </a:lnTo>
                <a:lnTo>
                  <a:pt x="681" y="6390"/>
                </a:lnTo>
                <a:lnTo>
                  <a:pt x="681" y="6217"/>
                </a:lnTo>
                <a:lnTo>
                  <a:pt x="735" y="6045"/>
                </a:lnTo>
                <a:lnTo>
                  <a:pt x="817" y="5872"/>
                </a:lnTo>
                <a:lnTo>
                  <a:pt x="872" y="5699"/>
                </a:lnTo>
                <a:lnTo>
                  <a:pt x="926" y="5526"/>
                </a:lnTo>
                <a:lnTo>
                  <a:pt x="1008" y="5354"/>
                </a:lnTo>
                <a:lnTo>
                  <a:pt x="1008" y="5206"/>
                </a:lnTo>
                <a:lnTo>
                  <a:pt x="1062" y="5033"/>
                </a:lnTo>
                <a:lnTo>
                  <a:pt x="1117" y="4860"/>
                </a:lnTo>
                <a:lnTo>
                  <a:pt x="1171" y="4688"/>
                </a:lnTo>
                <a:lnTo>
                  <a:pt x="1253" y="4515"/>
                </a:lnTo>
                <a:lnTo>
                  <a:pt x="1308" y="4342"/>
                </a:lnTo>
                <a:lnTo>
                  <a:pt x="1362" y="4169"/>
                </a:lnTo>
                <a:lnTo>
                  <a:pt x="1417" y="3997"/>
                </a:lnTo>
                <a:lnTo>
                  <a:pt x="1417" y="3849"/>
                </a:lnTo>
                <a:lnTo>
                  <a:pt x="1498" y="3676"/>
                </a:lnTo>
                <a:lnTo>
                  <a:pt x="1553" y="3503"/>
                </a:lnTo>
                <a:lnTo>
                  <a:pt x="1607" y="3330"/>
                </a:lnTo>
                <a:lnTo>
                  <a:pt x="1689" y="3158"/>
                </a:lnTo>
                <a:lnTo>
                  <a:pt x="1744" y="2985"/>
                </a:lnTo>
                <a:lnTo>
                  <a:pt x="1798" y="2812"/>
                </a:lnTo>
                <a:lnTo>
                  <a:pt x="1798" y="2640"/>
                </a:lnTo>
                <a:lnTo>
                  <a:pt x="1853" y="2492"/>
                </a:lnTo>
                <a:lnTo>
                  <a:pt x="1934" y="2319"/>
                </a:lnTo>
                <a:lnTo>
                  <a:pt x="1989" y="2146"/>
                </a:lnTo>
                <a:lnTo>
                  <a:pt x="2044" y="1973"/>
                </a:lnTo>
                <a:lnTo>
                  <a:pt x="2098" y="1801"/>
                </a:lnTo>
                <a:lnTo>
                  <a:pt x="2180" y="1628"/>
                </a:lnTo>
                <a:lnTo>
                  <a:pt x="2234" y="1455"/>
                </a:lnTo>
                <a:lnTo>
                  <a:pt x="2234" y="1283"/>
                </a:lnTo>
                <a:lnTo>
                  <a:pt x="2289" y="1110"/>
                </a:lnTo>
                <a:lnTo>
                  <a:pt x="2371" y="962"/>
                </a:lnTo>
                <a:lnTo>
                  <a:pt x="2425" y="789"/>
                </a:lnTo>
                <a:lnTo>
                  <a:pt x="2480" y="616"/>
                </a:lnTo>
                <a:lnTo>
                  <a:pt x="2534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7149909" y="3107543"/>
            <a:ext cx="2725" cy="8339"/>
          </a:xfrm>
          <a:custGeom>
            <a:avLst/>
            <a:gdLst/>
            <a:ahLst/>
            <a:cxnLst/>
            <a:rect l="l" t="t" r="r" b="b"/>
            <a:pathLst>
              <a:path w="2725" h="8339">
                <a:moveTo>
                  <a:pt x="0" y="8339"/>
                </a:moveTo>
                <a:lnTo>
                  <a:pt x="54" y="8167"/>
                </a:lnTo>
                <a:lnTo>
                  <a:pt x="136" y="7994"/>
                </a:lnTo>
                <a:lnTo>
                  <a:pt x="190" y="7821"/>
                </a:lnTo>
                <a:lnTo>
                  <a:pt x="245" y="7648"/>
                </a:lnTo>
                <a:lnTo>
                  <a:pt x="245" y="7476"/>
                </a:lnTo>
                <a:lnTo>
                  <a:pt x="299" y="7303"/>
                </a:lnTo>
                <a:lnTo>
                  <a:pt x="381" y="7130"/>
                </a:lnTo>
                <a:lnTo>
                  <a:pt x="436" y="6982"/>
                </a:lnTo>
                <a:lnTo>
                  <a:pt x="490" y="6809"/>
                </a:lnTo>
                <a:lnTo>
                  <a:pt x="545" y="6637"/>
                </a:lnTo>
                <a:lnTo>
                  <a:pt x="626" y="6464"/>
                </a:lnTo>
                <a:lnTo>
                  <a:pt x="681" y="6291"/>
                </a:lnTo>
                <a:lnTo>
                  <a:pt x="735" y="6119"/>
                </a:lnTo>
                <a:lnTo>
                  <a:pt x="817" y="5946"/>
                </a:lnTo>
                <a:lnTo>
                  <a:pt x="817" y="5773"/>
                </a:lnTo>
                <a:lnTo>
                  <a:pt x="872" y="5625"/>
                </a:lnTo>
                <a:lnTo>
                  <a:pt x="926" y="5452"/>
                </a:lnTo>
                <a:lnTo>
                  <a:pt x="981" y="5280"/>
                </a:lnTo>
                <a:lnTo>
                  <a:pt x="1062" y="5107"/>
                </a:lnTo>
                <a:lnTo>
                  <a:pt x="1117" y="4934"/>
                </a:lnTo>
                <a:lnTo>
                  <a:pt x="1171" y="4762"/>
                </a:lnTo>
                <a:lnTo>
                  <a:pt x="1253" y="4589"/>
                </a:lnTo>
                <a:lnTo>
                  <a:pt x="1308" y="4416"/>
                </a:lnTo>
                <a:lnTo>
                  <a:pt x="1308" y="4243"/>
                </a:lnTo>
                <a:lnTo>
                  <a:pt x="1362" y="4095"/>
                </a:lnTo>
                <a:lnTo>
                  <a:pt x="1417" y="3923"/>
                </a:lnTo>
                <a:lnTo>
                  <a:pt x="1498" y="3750"/>
                </a:lnTo>
                <a:lnTo>
                  <a:pt x="1553" y="3577"/>
                </a:lnTo>
                <a:lnTo>
                  <a:pt x="1607" y="3404"/>
                </a:lnTo>
                <a:lnTo>
                  <a:pt x="1662" y="3232"/>
                </a:lnTo>
                <a:lnTo>
                  <a:pt x="1744" y="3059"/>
                </a:lnTo>
                <a:lnTo>
                  <a:pt x="1798" y="2886"/>
                </a:lnTo>
                <a:lnTo>
                  <a:pt x="1853" y="2738"/>
                </a:lnTo>
                <a:lnTo>
                  <a:pt x="1853" y="2566"/>
                </a:lnTo>
                <a:lnTo>
                  <a:pt x="1934" y="2393"/>
                </a:lnTo>
                <a:lnTo>
                  <a:pt x="1989" y="2220"/>
                </a:lnTo>
                <a:lnTo>
                  <a:pt x="2044" y="2047"/>
                </a:lnTo>
                <a:lnTo>
                  <a:pt x="2098" y="1875"/>
                </a:lnTo>
                <a:lnTo>
                  <a:pt x="2180" y="1702"/>
                </a:lnTo>
                <a:lnTo>
                  <a:pt x="2234" y="1529"/>
                </a:lnTo>
                <a:lnTo>
                  <a:pt x="2289" y="1381"/>
                </a:lnTo>
                <a:lnTo>
                  <a:pt x="2343" y="1209"/>
                </a:lnTo>
                <a:lnTo>
                  <a:pt x="2425" y="1036"/>
                </a:lnTo>
                <a:lnTo>
                  <a:pt x="2425" y="863"/>
                </a:lnTo>
                <a:lnTo>
                  <a:pt x="2534" y="690"/>
                </a:lnTo>
                <a:lnTo>
                  <a:pt x="2534" y="518"/>
                </a:lnTo>
                <a:lnTo>
                  <a:pt x="2616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7152634" y="3099622"/>
            <a:ext cx="2725" cy="7920"/>
          </a:xfrm>
          <a:custGeom>
            <a:avLst/>
            <a:gdLst/>
            <a:ahLst/>
            <a:cxnLst/>
            <a:rect l="l" t="t" r="r" b="b"/>
            <a:pathLst>
              <a:path w="2725" h="7920">
                <a:moveTo>
                  <a:pt x="0" y="7920"/>
                </a:moveTo>
                <a:lnTo>
                  <a:pt x="54" y="7772"/>
                </a:lnTo>
                <a:lnTo>
                  <a:pt x="136" y="7599"/>
                </a:lnTo>
                <a:lnTo>
                  <a:pt x="190" y="7426"/>
                </a:lnTo>
                <a:lnTo>
                  <a:pt x="245" y="7254"/>
                </a:lnTo>
                <a:lnTo>
                  <a:pt x="327" y="7081"/>
                </a:lnTo>
                <a:lnTo>
                  <a:pt x="381" y="6908"/>
                </a:lnTo>
                <a:lnTo>
                  <a:pt x="381" y="6735"/>
                </a:lnTo>
                <a:lnTo>
                  <a:pt x="490" y="6563"/>
                </a:lnTo>
                <a:lnTo>
                  <a:pt x="490" y="6415"/>
                </a:lnTo>
                <a:lnTo>
                  <a:pt x="572" y="6242"/>
                </a:lnTo>
                <a:lnTo>
                  <a:pt x="626" y="6069"/>
                </a:lnTo>
                <a:lnTo>
                  <a:pt x="681" y="5897"/>
                </a:lnTo>
                <a:lnTo>
                  <a:pt x="735" y="5724"/>
                </a:lnTo>
                <a:lnTo>
                  <a:pt x="817" y="5551"/>
                </a:lnTo>
                <a:lnTo>
                  <a:pt x="872" y="5378"/>
                </a:lnTo>
                <a:lnTo>
                  <a:pt x="926" y="5206"/>
                </a:lnTo>
                <a:lnTo>
                  <a:pt x="1008" y="5058"/>
                </a:lnTo>
                <a:lnTo>
                  <a:pt x="1062" y="4885"/>
                </a:lnTo>
                <a:lnTo>
                  <a:pt x="1117" y="4712"/>
                </a:lnTo>
                <a:lnTo>
                  <a:pt x="1171" y="4539"/>
                </a:lnTo>
                <a:lnTo>
                  <a:pt x="1171" y="4367"/>
                </a:lnTo>
                <a:lnTo>
                  <a:pt x="1308" y="4194"/>
                </a:lnTo>
                <a:lnTo>
                  <a:pt x="1308" y="4021"/>
                </a:lnTo>
                <a:lnTo>
                  <a:pt x="1362" y="3849"/>
                </a:lnTo>
                <a:lnTo>
                  <a:pt x="1444" y="3676"/>
                </a:lnTo>
                <a:lnTo>
                  <a:pt x="1498" y="3528"/>
                </a:lnTo>
                <a:lnTo>
                  <a:pt x="1553" y="3355"/>
                </a:lnTo>
                <a:lnTo>
                  <a:pt x="1607" y="3182"/>
                </a:lnTo>
                <a:lnTo>
                  <a:pt x="1689" y="3010"/>
                </a:lnTo>
                <a:lnTo>
                  <a:pt x="1744" y="2837"/>
                </a:lnTo>
                <a:lnTo>
                  <a:pt x="1798" y="2664"/>
                </a:lnTo>
                <a:lnTo>
                  <a:pt x="1853" y="2492"/>
                </a:lnTo>
                <a:lnTo>
                  <a:pt x="1934" y="2319"/>
                </a:lnTo>
                <a:lnTo>
                  <a:pt x="1989" y="2171"/>
                </a:lnTo>
                <a:lnTo>
                  <a:pt x="2044" y="1998"/>
                </a:lnTo>
                <a:lnTo>
                  <a:pt x="2125" y="1825"/>
                </a:lnTo>
                <a:lnTo>
                  <a:pt x="2180" y="1653"/>
                </a:lnTo>
                <a:lnTo>
                  <a:pt x="2180" y="1480"/>
                </a:lnTo>
                <a:lnTo>
                  <a:pt x="2289" y="1307"/>
                </a:lnTo>
                <a:lnTo>
                  <a:pt x="2289" y="1134"/>
                </a:lnTo>
                <a:lnTo>
                  <a:pt x="2371" y="962"/>
                </a:lnTo>
                <a:lnTo>
                  <a:pt x="2425" y="814"/>
                </a:lnTo>
                <a:lnTo>
                  <a:pt x="2480" y="641"/>
                </a:lnTo>
                <a:lnTo>
                  <a:pt x="2534" y="468"/>
                </a:lnTo>
                <a:lnTo>
                  <a:pt x="2616" y="296"/>
                </a:lnTo>
                <a:lnTo>
                  <a:pt x="2670" y="12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7155359" y="3092048"/>
            <a:ext cx="2725" cy="7574"/>
          </a:xfrm>
          <a:custGeom>
            <a:avLst/>
            <a:gdLst/>
            <a:ahLst/>
            <a:cxnLst/>
            <a:rect l="l" t="t" r="r" b="b"/>
            <a:pathLst>
              <a:path w="2725" h="7574">
                <a:moveTo>
                  <a:pt x="0" y="7574"/>
                </a:moveTo>
                <a:lnTo>
                  <a:pt x="81" y="7426"/>
                </a:lnTo>
                <a:lnTo>
                  <a:pt x="136" y="7254"/>
                </a:lnTo>
                <a:lnTo>
                  <a:pt x="190" y="7081"/>
                </a:lnTo>
                <a:lnTo>
                  <a:pt x="245" y="6908"/>
                </a:lnTo>
                <a:lnTo>
                  <a:pt x="327" y="6735"/>
                </a:lnTo>
                <a:lnTo>
                  <a:pt x="381" y="6563"/>
                </a:lnTo>
                <a:lnTo>
                  <a:pt x="381" y="6390"/>
                </a:lnTo>
                <a:lnTo>
                  <a:pt x="517" y="6217"/>
                </a:lnTo>
                <a:lnTo>
                  <a:pt x="517" y="6045"/>
                </a:lnTo>
                <a:lnTo>
                  <a:pt x="626" y="5897"/>
                </a:lnTo>
                <a:lnTo>
                  <a:pt x="626" y="5724"/>
                </a:lnTo>
                <a:lnTo>
                  <a:pt x="681" y="5551"/>
                </a:lnTo>
                <a:lnTo>
                  <a:pt x="763" y="5378"/>
                </a:lnTo>
                <a:lnTo>
                  <a:pt x="817" y="5206"/>
                </a:lnTo>
                <a:lnTo>
                  <a:pt x="872" y="5033"/>
                </a:lnTo>
                <a:lnTo>
                  <a:pt x="926" y="4860"/>
                </a:lnTo>
                <a:lnTo>
                  <a:pt x="1008" y="4688"/>
                </a:lnTo>
                <a:lnTo>
                  <a:pt x="1062" y="4539"/>
                </a:lnTo>
                <a:lnTo>
                  <a:pt x="1117" y="4367"/>
                </a:lnTo>
                <a:lnTo>
                  <a:pt x="1199" y="4194"/>
                </a:lnTo>
                <a:lnTo>
                  <a:pt x="1253" y="4021"/>
                </a:lnTo>
                <a:lnTo>
                  <a:pt x="1308" y="3849"/>
                </a:lnTo>
                <a:lnTo>
                  <a:pt x="1362" y="3676"/>
                </a:lnTo>
                <a:lnTo>
                  <a:pt x="1444" y="3503"/>
                </a:lnTo>
                <a:lnTo>
                  <a:pt x="1498" y="3330"/>
                </a:lnTo>
                <a:lnTo>
                  <a:pt x="1553" y="3182"/>
                </a:lnTo>
                <a:lnTo>
                  <a:pt x="1635" y="3010"/>
                </a:lnTo>
                <a:lnTo>
                  <a:pt x="1689" y="2837"/>
                </a:lnTo>
                <a:lnTo>
                  <a:pt x="1744" y="2664"/>
                </a:lnTo>
                <a:lnTo>
                  <a:pt x="1798" y="2492"/>
                </a:lnTo>
                <a:lnTo>
                  <a:pt x="1880" y="2319"/>
                </a:lnTo>
                <a:lnTo>
                  <a:pt x="1934" y="2146"/>
                </a:lnTo>
                <a:lnTo>
                  <a:pt x="1989" y="1973"/>
                </a:lnTo>
                <a:lnTo>
                  <a:pt x="2044" y="1801"/>
                </a:lnTo>
                <a:lnTo>
                  <a:pt x="2125" y="1653"/>
                </a:lnTo>
                <a:lnTo>
                  <a:pt x="2180" y="1480"/>
                </a:lnTo>
                <a:lnTo>
                  <a:pt x="2234" y="1307"/>
                </a:lnTo>
                <a:lnTo>
                  <a:pt x="2316" y="1134"/>
                </a:lnTo>
                <a:lnTo>
                  <a:pt x="2371" y="962"/>
                </a:lnTo>
                <a:lnTo>
                  <a:pt x="2425" y="789"/>
                </a:lnTo>
                <a:lnTo>
                  <a:pt x="2480" y="616"/>
                </a:lnTo>
                <a:lnTo>
                  <a:pt x="2561" y="444"/>
                </a:lnTo>
                <a:lnTo>
                  <a:pt x="2616" y="296"/>
                </a:lnTo>
                <a:lnTo>
                  <a:pt x="2670" y="12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7158085" y="3084818"/>
            <a:ext cx="2670" cy="7229"/>
          </a:xfrm>
          <a:custGeom>
            <a:avLst/>
            <a:gdLst/>
            <a:ahLst/>
            <a:cxnLst/>
            <a:rect l="l" t="t" r="r" b="b"/>
            <a:pathLst>
              <a:path w="2670" h="7229">
                <a:moveTo>
                  <a:pt x="0" y="7229"/>
                </a:moveTo>
                <a:lnTo>
                  <a:pt x="81" y="7056"/>
                </a:lnTo>
                <a:lnTo>
                  <a:pt x="136" y="6883"/>
                </a:lnTo>
                <a:lnTo>
                  <a:pt x="136" y="6711"/>
                </a:lnTo>
                <a:lnTo>
                  <a:pt x="272" y="6563"/>
                </a:lnTo>
                <a:lnTo>
                  <a:pt x="327" y="6390"/>
                </a:lnTo>
                <a:lnTo>
                  <a:pt x="381" y="6217"/>
                </a:lnTo>
                <a:lnTo>
                  <a:pt x="436" y="6045"/>
                </a:lnTo>
                <a:lnTo>
                  <a:pt x="517" y="5872"/>
                </a:lnTo>
                <a:lnTo>
                  <a:pt x="572" y="5699"/>
                </a:lnTo>
                <a:lnTo>
                  <a:pt x="626" y="5526"/>
                </a:lnTo>
                <a:lnTo>
                  <a:pt x="708" y="5354"/>
                </a:lnTo>
                <a:lnTo>
                  <a:pt x="763" y="5206"/>
                </a:lnTo>
                <a:lnTo>
                  <a:pt x="817" y="5033"/>
                </a:lnTo>
                <a:lnTo>
                  <a:pt x="872" y="4860"/>
                </a:lnTo>
                <a:lnTo>
                  <a:pt x="953" y="4688"/>
                </a:lnTo>
                <a:lnTo>
                  <a:pt x="1008" y="4515"/>
                </a:lnTo>
                <a:lnTo>
                  <a:pt x="1062" y="4342"/>
                </a:lnTo>
                <a:lnTo>
                  <a:pt x="1117" y="4169"/>
                </a:lnTo>
                <a:lnTo>
                  <a:pt x="1199" y="3997"/>
                </a:lnTo>
                <a:lnTo>
                  <a:pt x="1253" y="3849"/>
                </a:lnTo>
                <a:lnTo>
                  <a:pt x="1308" y="3676"/>
                </a:lnTo>
                <a:lnTo>
                  <a:pt x="1389" y="3503"/>
                </a:lnTo>
                <a:lnTo>
                  <a:pt x="1444" y="3330"/>
                </a:lnTo>
                <a:lnTo>
                  <a:pt x="1498" y="3158"/>
                </a:lnTo>
                <a:lnTo>
                  <a:pt x="1553" y="2985"/>
                </a:lnTo>
                <a:lnTo>
                  <a:pt x="1635" y="2812"/>
                </a:lnTo>
                <a:lnTo>
                  <a:pt x="1689" y="2640"/>
                </a:lnTo>
                <a:lnTo>
                  <a:pt x="1744" y="2467"/>
                </a:lnTo>
                <a:lnTo>
                  <a:pt x="1798" y="2319"/>
                </a:lnTo>
                <a:lnTo>
                  <a:pt x="1880" y="2146"/>
                </a:lnTo>
                <a:lnTo>
                  <a:pt x="1934" y="1973"/>
                </a:lnTo>
                <a:lnTo>
                  <a:pt x="1989" y="1801"/>
                </a:lnTo>
                <a:lnTo>
                  <a:pt x="2071" y="1628"/>
                </a:lnTo>
                <a:lnTo>
                  <a:pt x="2125" y="1455"/>
                </a:lnTo>
                <a:lnTo>
                  <a:pt x="2180" y="1283"/>
                </a:lnTo>
                <a:lnTo>
                  <a:pt x="2234" y="1110"/>
                </a:lnTo>
                <a:lnTo>
                  <a:pt x="2316" y="962"/>
                </a:lnTo>
                <a:lnTo>
                  <a:pt x="2425" y="789"/>
                </a:lnTo>
                <a:lnTo>
                  <a:pt x="2507" y="616"/>
                </a:lnTo>
                <a:lnTo>
                  <a:pt x="2561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7160755" y="3077959"/>
            <a:ext cx="2752" cy="6859"/>
          </a:xfrm>
          <a:custGeom>
            <a:avLst/>
            <a:gdLst/>
            <a:ahLst/>
            <a:cxnLst/>
            <a:rect l="l" t="t" r="r" b="b"/>
            <a:pathLst>
              <a:path w="2752" h="6859">
                <a:moveTo>
                  <a:pt x="0" y="6859"/>
                </a:moveTo>
                <a:lnTo>
                  <a:pt x="136" y="6686"/>
                </a:lnTo>
                <a:lnTo>
                  <a:pt x="190" y="6513"/>
                </a:lnTo>
                <a:lnTo>
                  <a:pt x="245" y="6341"/>
                </a:lnTo>
                <a:lnTo>
                  <a:pt x="327" y="6168"/>
                </a:lnTo>
                <a:lnTo>
                  <a:pt x="381" y="5995"/>
                </a:lnTo>
                <a:lnTo>
                  <a:pt x="436" y="5823"/>
                </a:lnTo>
                <a:lnTo>
                  <a:pt x="517" y="5650"/>
                </a:lnTo>
                <a:lnTo>
                  <a:pt x="572" y="5502"/>
                </a:lnTo>
                <a:lnTo>
                  <a:pt x="626" y="5329"/>
                </a:lnTo>
                <a:lnTo>
                  <a:pt x="681" y="5156"/>
                </a:lnTo>
                <a:lnTo>
                  <a:pt x="763" y="4984"/>
                </a:lnTo>
                <a:lnTo>
                  <a:pt x="817" y="4811"/>
                </a:lnTo>
                <a:lnTo>
                  <a:pt x="872" y="4638"/>
                </a:lnTo>
                <a:lnTo>
                  <a:pt x="953" y="4465"/>
                </a:lnTo>
                <a:lnTo>
                  <a:pt x="1008" y="4293"/>
                </a:lnTo>
                <a:lnTo>
                  <a:pt x="1117" y="4120"/>
                </a:lnTo>
                <a:lnTo>
                  <a:pt x="1199" y="3972"/>
                </a:lnTo>
                <a:lnTo>
                  <a:pt x="1253" y="3799"/>
                </a:lnTo>
                <a:lnTo>
                  <a:pt x="1308" y="3627"/>
                </a:lnTo>
                <a:lnTo>
                  <a:pt x="1362" y="3454"/>
                </a:lnTo>
                <a:lnTo>
                  <a:pt x="1444" y="3281"/>
                </a:lnTo>
                <a:lnTo>
                  <a:pt x="1498" y="3108"/>
                </a:lnTo>
                <a:lnTo>
                  <a:pt x="1553" y="2936"/>
                </a:lnTo>
                <a:lnTo>
                  <a:pt x="1635" y="2763"/>
                </a:lnTo>
                <a:lnTo>
                  <a:pt x="1689" y="2615"/>
                </a:lnTo>
                <a:lnTo>
                  <a:pt x="1744" y="2442"/>
                </a:lnTo>
                <a:lnTo>
                  <a:pt x="1798" y="2269"/>
                </a:lnTo>
                <a:lnTo>
                  <a:pt x="1934" y="2097"/>
                </a:lnTo>
                <a:lnTo>
                  <a:pt x="1989" y="1924"/>
                </a:lnTo>
                <a:lnTo>
                  <a:pt x="2044" y="1751"/>
                </a:lnTo>
                <a:lnTo>
                  <a:pt x="2125" y="1579"/>
                </a:lnTo>
                <a:lnTo>
                  <a:pt x="2180" y="1406"/>
                </a:lnTo>
                <a:lnTo>
                  <a:pt x="2234" y="1258"/>
                </a:lnTo>
                <a:lnTo>
                  <a:pt x="2316" y="1085"/>
                </a:lnTo>
                <a:lnTo>
                  <a:pt x="2371" y="912"/>
                </a:lnTo>
                <a:lnTo>
                  <a:pt x="2425" y="740"/>
                </a:lnTo>
                <a:lnTo>
                  <a:pt x="2480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52" y="49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7163508" y="3071445"/>
            <a:ext cx="2725" cy="6513"/>
          </a:xfrm>
          <a:custGeom>
            <a:avLst/>
            <a:gdLst/>
            <a:ahLst/>
            <a:cxnLst/>
            <a:rect l="l" t="t" r="r" b="b"/>
            <a:pathLst>
              <a:path w="2725" h="6513">
                <a:moveTo>
                  <a:pt x="0" y="6513"/>
                </a:moveTo>
                <a:lnTo>
                  <a:pt x="54" y="6341"/>
                </a:lnTo>
                <a:lnTo>
                  <a:pt x="109" y="6168"/>
                </a:lnTo>
                <a:lnTo>
                  <a:pt x="163" y="5995"/>
                </a:lnTo>
                <a:lnTo>
                  <a:pt x="299" y="5847"/>
                </a:lnTo>
                <a:lnTo>
                  <a:pt x="354" y="5674"/>
                </a:lnTo>
                <a:lnTo>
                  <a:pt x="408" y="5502"/>
                </a:lnTo>
                <a:lnTo>
                  <a:pt x="490" y="5329"/>
                </a:lnTo>
                <a:lnTo>
                  <a:pt x="545" y="5156"/>
                </a:lnTo>
                <a:lnTo>
                  <a:pt x="599" y="4984"/>
                </a:lnTo>
                <a:lnTo>
                  <a:pt x="681" y="4811"/>
                </a:lnTo>
                <a:lnTo>
                  <a:pt x="790" y="4638"/>
                </a:lnTo>
                <a:lnTo>
                  <a:pt x="844" y="4490"/>
                </a:lnTo>
                <a:lnTo>
                  <a:pt x="926" y="4317"/>
                </a:lnTo>
                <a:lnTo>
                  <a:pt x="981" y="4145"/>
                </a:lnTo>
                <a:lnTo>
                  <a:pt x="1035" y="3972"/>
                </a:lnTo>
                <a:lnTo>
                  <a:pt x="1117" y="3799"/>
                </a:lnTo>
                <a:lnTo>
                  <a:pt x="1171" y="3627"/>
                </a:lnTo>
                <a:lnTo>
                  <a:pt x="1226" y="3454"/>
                </a:lnTo>
                <a:lnTo>
                  <a:pt x="1362" y="3281"/>
                </a:lnTo>
                <a:lnTo>
                  <a:pt x="1417" y="3108"/>
                </a:lnTo>
                <a:lnTo>
                  <a:pt x="1471" y="2960"/>
                </a:lnTo>
                <a:lnTo>
                  <a:pt x="1526" y="2788"/>
                </a:lnTo>
                <a:lnTo>
                  <a:pt x="1607" y="2615"/>
                </a:lnTo>
                <a:lnTo>
                  <a:pt x="1662" y="2442"/>
                </a:lnTo>
                <a:lnTo>
                  <a:pt x="1798" y="2269"/>
                </a:lnTo>
                <a:lnTo>
                  <a:pt x="1853" y="2097"/>
                </a:lnTo>
                <a:lnTo>
                  <a:pt x="1907" y="1924"/>
                </a:lnTo>
                <a:lnTo>
                  <a:pt x="1962" y="1751"/>
                </a:lnTo>
                <a:lnTo>
                  <a:pt x="2044" y="1603"/>
                </a:lnTo>
                <a:lnTo>
                  <a:pt x="2098" y="1431"/>
                </a:lnTo>
                <a:lnTo>
                  <a:pt x="2153" y="1258"/>
                </a:lnTo>
                <a:lnTo>
                  <a:pt x="2289" y="1085"/>
                </a:lnTo>
                <a:lnTo>
                  <a:pt x="2343" y="912"/>
                </a:lnTo>
                <a:lnTo>
                  <a:pt x="2398" y="740"/>
                </a:lnTo>
                <a:lnTo>
                  <a:pt x="2480" y="567"/>
                </a:lnTo>
                <a:lnTo>
                  <a:pt x="2534" y="394"/>
                </a:lnTo>
                <a:lnTo>
                  <a:pt x="2589" y="246"/>
                </a:lnTo>
                <a:lnTo>
                  <a:pt x="2725" y="123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7166233" y="3065351"/>
            <a:ext cx="2725" cy="6094"/>
          </a:xfrm>
          <a:custGeom>
            <a:avLst/>
            <a:gdLst/>
            <a:ahLst/>
            <a:cxnLst/>
            <a:rect l="l" t="t" r="r" b="b"/>
            <a:pathLst>
              <a:path w="2725" h="6094">
                <a:moveTo>
                  <a:pt x="0" y="6094"/>
                </a:moveTo>
                <a:lnTo>
                  <a:pt x="54" y="5921"/>
                </a:lnTo>
                <a:lnTo>
                  <a:pt x="109" y="5773"/>
                </a:lnTo>
                <a:lnTo>
                  <a:pt x="190" y="5600"/>
                </a:lnTo>
                <a:lnTo>
                  <a:pt x="299" y="5428"/>
                </a:lnTo>
                <a:lnTo>
                  <a:pt x="354" y="5255"/>
                </a:lnTo>
                <a:lnTo>
                  <a:pt x="436" y="5082"/>
                </a:lnTo>
                <a:lnTo>
                  <a:pt x="490" y="4910"/>
                </a:lnTo>
                <a:lnTo>
                  <a:pt x="545" y="4737"/>
                </a:lnTo>
                <a:lnTo>
                  <a:pt x="681" y="4638"/>
                </a:lnTo>
                <a:lnTo>
                  <a:pt x="735" y="4465"/>
                </a:lnTo>
                <a:lnTo>
                  <a:pt x="790" y="4293"/>
                </a:lnTo>
                <a:lnTo>
                  <a:pt x="872" y="4120"/>
                </a:lnTo>
                <a:lnTo>
                  <a:pt x="926" y="3947"/>
                </a:lnTo>
                <a:lnTo>
                  <a:pt x="981" y="3775"/>
                </a:lnTo>
                <a:lnTo>
                  <a:pt x="1117" y="3602"/>
                </a:lnTo>
                <a:lnTo>
                  <a:pt x="1171" y="3454"/>
                </a:lnTo>
                <a:lnTo>
                  <a:pt x="1226" y="3281"/>
                </a:lnTo>
                <a:lnTo>
                  <a:pt x="1308" y="3108"/>
                </a:lnTo>
                <a:lnTo>
                  <a:pt x="1362" y="2936"/>
                </a:lnTo>
                <a:lnTo>
                  <a:pt x="1471" y="2763"/>
                </a:lnTo>
                <a:lnTo>
                  <a:pt x="1553" y="2590"/>
                </a:lnTo>
                <a:lnTo>
                  <a:pt x="1607" y="2418"/>
                </a:lnTo>
                <a:lnTo>
                  <a:pt x="1662" y="2245"/>
                </a:lnTo>
                <a:lnTo>
                  <a:pt x="1662" y="2245"/>
                </a:lnTo>
                <a:lnTo>
                  <a:pt x="1798" y="2097"/>
                </a:lnTo>
                <a:lnTo>
                  <a:pt x="1853" y="1924"/>
                </a:lnTo>
                <a:lnTo>
                  <a:pt x="1907" y="1751"/>
                </a:lnTo>
                <a:lnTo>
                  <a:pt x="1989" y="1579"/>
                </a:lnTo>
                <a:lnTo>
                  <a:pt x="2044" y="1406"/>
                </a:lnTo>
                <a:lnTo>
                  <a:pt x="2153" y="1233"/>
                </a:lnTo>
                <a:lnTo>
                  <a:pt x="2234" y="1060"/>
                </a:lnTo>
                <a:lnTo>
                  <a:pt x="2289" y="888"/>
                </a:lnTo>
                <a:lnTo>
                  <a:pt x="2343" y="715"/>
                </a:lnTo>
                <a:lnTo>
                  <a:pt x="2480" y="567"/>
                </a:lnTo>
                <a:lnTo>
                  <a:pt x="2534" y="394"/>
                </a:lnTo>
                <a:lnTo>
                  <a:pt x="2589" y="222"/>
                </a:lnTo>
                <a:lnTo>
                  <a:pt x="2670" y="49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7168959" y="3059626"/>
            <a:ext cx="2725" cy="5724"/>
          </a:xfrm>
          <a:custGeom>
            <a:avLst/>
            <a:gdLst/>
            <a:ahLst/>
            <a:cxnLst/>
            <a:rect l="l" t="t" r="r" b="b"/>
            <a:pathLst>
              <a:path w="2725" h="5724">
                <a:moveTo>
                  <a:pt x="0" y="5724"/>
                </a:moveTo>
                <a:lnTo>
                  <a:pt x="54" y="5551"/>
                </a:lnTo>
                <a:lnTo>
                  <a:pt x="109" y="5378"/>
                </a:lnTo>
                <a:lnTo>
                  <a:pt x="190" y="5206"/>
                </a:lnTo>
                <a:lnTo>
                  <a:pt x="299" y="5033"/>
                </a:lnTo>
                <a:lnTo>
                  <a:pt x="381" y="4860"/>
                </a:lnTo>
                <a:lnTo>
                  <a:pt x="436" y="4688"/>
                </a:lnTo>
                <a:lnTo>
                  <a:pt x="545" y="4515"/>
                </a:lnTo>
                <a:lnTo>
                  <a:pt x="626" y="4367"/>
                </a:lnTo>
                <a:lnTo>
                  <a:pt x="681" y="4194"/>
                </a:lnTo>
                <a:lnTo>
                  <a:pt x="681" y="4194"/>
                </a:lnTo>
                <a:lnTo>
                  <a:pt x="790" y="4021"/>
                </a:lnTo>
                <a:lnTo>
                  <a:pt x="872" y="3849"/>
                </a:lnTo>
                <a:lnTo>
                  <a:pt x="872" y="3799"/>
                </a:lnTo>
                <a:lnTo>
                  <a:pt x="981" y="3627"/>
                </a:lnTo>
                <a:lnTo>
                  <a:pt x="1062" y="3454"/>
                </a:lnTo>
                <a:lnTo>
                  <a:pt x="1117" y="3281"/>
                </a:lnTo>
                <a:lnTo>
                  <a:pt x="1171" y="3108"/>
                </a:lnTo>
                <a:lnTo>
                  <a:pt x="1226" y="3010"/>
                </a:lnTo>
                <a:lnTo>
                  <a:pt x="1362" y="2837"/>
                </a:lnTo>
                <a:lnTo>
                  <a:pt x="1417" y="2664"/>
                </a:lnTo>
                <a:lnTo>
                  <a:pt x="1498" y="2492"/>
                </a:lnTo>
                <a:lnTo>
                  <a:pt x="1553" y="2319"/>
                </a:lnTo>
                <a:lnTo>
                  <a:pt x="1662" y="2146"/>
                </a:lnTo>
                <a:lnTo>
                  <a:pt x="1744" y="1973"/>
                </a:lnTo>
                <a:lnTo>
                  <a:pt x="1798" y="1801"/>
                </a:lnTo>
                <a:lnTo>
                  <a:pt x="1798" y="1801"/>
                </a:lnTo>
                <a:lnTo>
                  <a:pt x="1907" y="1653"/>
                </a:lnTo>
                <a:lnTo>
                  <a:pt x="1989" y="1480"/>
                </a:lnTo>
                <a:lnTo>
                  <a:pt x="2044" y="1307"/>
                </a:lnTo>
                <a:lnTo>
                  <a:pt x="2044" y="1307"/>
                </a:lnTo>
                <a:lnTo>
                  <a:pt x="2180" y="1134"/>
                </a:lnTo>
                <a:lnTo>
                  <a:pt x="2234" y="962"/>
                </a:lnTo>
                <a:lnTo>
                  <a:pt x="2234" y="912"/>
                </a:lnTo>
                <a:lnTo>
                  <a:pt x="2343" y="740"/>
                </a:lnTo>
                <a:lnTo>
                  <a:pt x="2425" y="567"/>
                </a:lnTo>
                <a:lnTo>
                  <a:pt x="2480" y="518"/>
                </a:lnTo>
                <a:lnTo>
                  <a:pt x="2534" y="345"/>
                </a:lnTo>
                <a:lnTo>
                  <a:pt x="2589" y="172"/>
                </a:lnTo>
                <a:lnTo>
                  <a:pt x="2725" y="0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7171684" y="3054297"/>
            <a:ext cx="2670" cy="5329"/>
          </a:xfrm>
          <a:custGeom>
            <a:avLst/>
            <a:gdLst/>
            <a:ahLst/>
            <a:cxnLst/>
            <a:rect l="l" t="t" r="r" b="b"/>
            <a:pathLst>
              <a:path w="2670" h="5329">
                <a:moveTo>
                  <a:pt x="0" y="5329"/>
                </a:moveTo>
                <a:lnTo>
                  <a:pt x="54" y="5156"/>
                </a:lnTo>
                <a:lnTo>
                  <a:pt x="136" y="4984"/>
                </a:lnTo>
                <a:lnTo>
                  <a:pt x="190" y="4811"/>
                </a:lnTo>
                <a:lnTo>
                  <a:pt x="299" y="4663"/>
                </a:lnTo>
                <a:lnTo>
                  <a:pt x="381" y="4490"/>
                </a:lnTo>
                <a:lnTo>
                  <a:pt x="490" y="4317"/>
                </a:lnTo>
                <a:lnTo>
                  <a:pt x="572" y="4145"/>
                </a:lnTo>
                <a:lnTo>
                  <a:pt x="626" y="3972"/>
                </a:lnTo>
                <a:lnTo>
                  <a:pt x="681" y="3849"/>
                </a:lnTo>
                <a:lnTo>
                  <a:pt x="817" y="3701"/>
                </a:lnTo>
                <a:lnTo>
                  <a:pt x="872" y="3577"/>
                </a:lnTo>
                <a:lnTo>
                  <a:pt x="926" y="3404"/>
                </a:lnTo>
                <a:lnTo>
                  <a:pt x="981" y="3232"/>
                </a:lnTo>
                <a:lnTo>
                  <a:pt x="981" y="3232"/>
                </a:lnTo>
                <a:lnTo>
                  <a:pt x="1117" y="3059"/>
                </a:lnTo>
                <a:lnTo>
                  <a:pt x="1171" y="2886"/>
                </a:lnTo>
                <a:lnTo>
                  <a:pt x="1253" y="2837"/>
                </a:lnTo>
                <a:lnTo>
                  <a:pt x="1308" y="2664"/>
                </a:lnTo>
                <a:lnTo>
                  <a:pt x="1362" y="2492"/>
                </a:lnTo>
                <a:lnTo>
                  <a:pt x="1498" y="2393"/>
                </a:lnTo>
                <a:lnTo>
                  <a:pt x="1553" y="2220"/>
                </a:lnTo>
                <a:lnTo>
                  <a:pt x="1607" y="2047"/>
                </a:lnTo>
                <a:lnTo>
                  <a:pt x="1662" y="1875"/>
                </a:lnTo>
                <a:lnTo>
                  <a:pt x="1798" y="1776"/>
                </a:lnTo>
                <a:lnTo>
                  <a:pt x="1853" y="1603"/>
                </a:lnTo>
                <a:lnTo>
                  <a:pt x="1934" y="1431"/>
                </a:lnTo>
                <a:lnTo>
                  <a:pt x="1934" y="1431"/>
                </a:lnTo>
                <a:lnTo>
                  <a:pt x="2044" y="1258"/>
                </a:lnTo>
                <a:lnTo>
                  <a:pt x="2098" y="1085"/>
                </a:lnTo>
                <a:lnTo>
                  <a:pt x="2180" y="1036"/>
                </a:lnTo>
                <a:lnTo>
                  <a:pt x="2234" y="863"/>
                </a:lnTo>
                <a:lnTo>
                  <a:pt x="2289" y="690"/>
                </a:lnTo>
                <a:lnTo>
                  <a:pt x="2425" y="518"/>
                </a:lnTo>
                <a:lnTo>
                  <a:pt x="2480" y="345"/>
                </a:lnTo>
                <a:lnTo>
                  <a:pt x="2534" y="296"/>
                </a:lnTo>
                <a:lnTo>
                  <a:pt x="2616" y="123"/>
                </a:lnTo>
                <a:lnTo>
                  <a:pt x="2670" y="74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7174355" y="3049337"/>
            <a:ext cx="2725" cy="4959"/>
          </a:xfrm>
          <a:custGeom>
            <a:avLst/>
            <a:gdLst/>
            <a:ahLst/>
            <a:cxnLst/>
            <a:rect l="l" t="t" r="r" b="b"/>
            <a:pathLst>
              <a:path w="2725" h="4959">
                <a:moveTo>
                  <a:pt x="0" y="4959"/>
                </a:moveTo>
                <a:lnTo>
                  <a:pt x="54" y="4811"/>
                </a:lnTo>
                <a:lnTo>
                  <a:pt x="190" y="4688"/>
                </a:lnTo>
                <a:lnTo>
                  <a:pt x="245" y="4515"/>
                </a:lnTo>
                <a:lnTo>
                  <a:pt x="299" y="4342"/>
                </a:lnTo>
                <a:lnTo>
                  <a:pt x="436" y="4243"/>
                </a:lnTo>
                <a:lnTo>
                  <a:pt x="490" y="4071"/>
                </a:lnTo>
                <a:lnTo>
                  <a:pt x="545" y="3898"/>
                </a:lnTo>
                <a:lnTo>
                  <a:pt x="681" y="3725"/>
                </a:lnTo>
                <a:lnTo>
                  <a:pt x="735" y="3553"/>
                </a:lnTo>
                <a:lnTo>
                  <a:pt x="872" y="3454"/>
                </a:lnTo>
                <a:lnTo>
                  <a:pt x="872" y="3330"/>
                </a:lnTo>
                <a:lnTo>
                  <a:pt x="981" y="3158"/>
                </a:lnTo>
                <a:lnTo>
                  <a:pt x="1062" y="2985"/>
                </a:lnTo>
                <a:lnTo>
                  <a:pt x="1171" y="2812"/>
                </a:lnTo>
                <a:lnTo>
                  <a:pt x="1226" y="2640"/>
                </a:lnTo>
                <a:lnTo>
                  <a:pt x="1362" y="2492"/>
                </a:lnTo>
                <a:lnTo>
                  <a:pt x="1362" y="2418"/>
                </a:lnTo>
                <a:lnTo>
                  <a:pt x="1498" y="2245"/>
                </a:lnTo>
                <a:lnTo>
                  <a:pt x="1553" y="2072"/>
                </a:lnTo>
                <a:lnTo>
                  <a:pt x="1607" y="2023"/>
                </a:lnTo>
                <a:lnTo>
                  <a:pt x="1662" y="1850"/>
                </a:lnTo>
                <a:lnTo>
                  <a:pt x="1798" y="1677"/>
                </a:lnTo>
                <a:lnTo>
                  <a:pt x="1798" y="1628"/>
                </a:lnTo>
                <a:lnTo>
                  <a:pt x="1907" y="1455"/>
                </a:lnTo>
                <a:lnTo>
                  <a:pt x="1989" y="1283"/>
                </a:lnTo>
                <a:lnTo>
                  <a:pt x="2098" y="1134"/>
                </a:lnTo>
                <a:lnTo>
                  <a:pt x="2180" y="962"/>
                </a:lnTo>
                <a:lnTo>
                  <a:pt x="2289" y="789"/>
                </a:lnTo>
                <a:lnTo>
                  <a:pt x="2343" y="616"/>
                </a:lnTo>
                <a:lnTo>
                  <a:pt x="2480" y="493"/>
                </a:lnTo>
                <a:lnTo>
                  <a:pt x="2534" y="320"/>
                </a:lnTo>
                <a:lnTo>
                  <a:pt x="2670" y="172"/>
                </a:lnTo>
                <a:lnTo>
                  <a:pt x="2725" y="49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7177080" y="3044797"/>
            <a:ext cx="2725" cy="4539"/>
          </a:xfrm>
          <a:custGeom>
            <a:avLst/>
            <a:gdLst/>
            <a:ahLst/>
            <a:cxnLst/>
            <a:rect l="l" t="t" r="r" b="b"/>
            <a:pathLst>
              <a:path w="2725" h="4539">
                <a:moveTo>
                  <a:pt x="0" y="4539"/>
                </a:moveTo>
                <a:lnTo>
                  <a:pt x="54" y="4465"/>
                </a:lnTo>
                <a:lnTo>
                  <a:pt x="136" y="4367"/>
                </a:lnTo>
                <a:lnTo>
                  <a:pt x="190" y="4194"/>
                </a:lnTo>
                <a:lnTo>
                  <a:pt x="299" y="4021"/>
                </a:lnTo>
                <a:lnTo>
                  <a:pt x="381" y="3849"/>
                </a:lnTo>
                <a:lnTo>
                  <a:pt x="490" y="3676"/>
                </a:lnTo>
                <a:lnTo>
                  <a:pt x="626" y="3503"/>
                </a:lnTo>
                <a:lnTo>
                  <a:pt x="681" y="3330"/>
                </a:lnTo>
                <a:lnTo>
                  <a:pt x="817" y="3232"/>
                </a:lnTo>
                <a:lnTo>
                  <a:pt x="872" y="3059"/>
                </a:lnTo>
                <a:lnTo>
                  <a:pt x="926" y="2886"/>
                </a:lnTo>
                <a:lnTo>
                  <a:pt x="1062" y="2788"/>
                </a:lnTo>
                <a:lnTo>
                  <a:pt x="1117" y="2615"/>
                </a:lnTo>
                <a:lnTo>
                  <a:pt x="1253" y="2442"/>
                </a:lnTo>
                <a:lnTo>
                  <a:pt x="1308" y="2269"/>
                </a:lnTo>
                <a:lnTo>
                  <a:pt x="1417" y="2146"/>
                </a:lnTo>
                <a:lnTo>
                  <a:pt x="1498" y="1973"/>
                </a:lnTo>
                <a:lnTo>
                  <a:pt x="1607" y="1825"/>
                </a:lnTo>
                <a:lnTo>
                  <a:pt x="1689" y="1653"/>
                </a:lnTo>
                <a:lnTo>
                  <a:pt x="1798" y="1480"/>
                </a:lnTo>
                <a:lnTo>
                  <a:pt x="1853" y="1431"/>
                </a:lnTo>
                <a:lnTo>
                  <a:pt x="1934" y="1307"/>
                </a:lnTo>
                <a:lnTo>
                  <a:pt x="1989" y="1134"/>
                </a:lnTo>
                <a:lnTo>
                  <a:pt x="2098" y="1011"/>
                </a:lnTo>
                <a:lnTo>
                  <a:pt x="2180" y="863"/>
                </a:lnTo>
                <a:lnTo>
                  <a:pt x="2289" y="690"/>
                </a:lnTo>
                <a:lnTo>
                  <a:pt x="2425" y="518"/>
                </a:lnTo>
                <a:lnTo>
                  <a:pt x="2480" y="345"/>
                </a:lnTo>
                <a:lnTo>
                  <a:pt x="2616" y="222"/>
                </a:lnTo>
                <a:lnTo>
                  <a:pt x="2670" y="123"/>
                </a:lnTo>
                <a:lnTo>
                  <a:pt x="2725" y="0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7179805" y="3040677"/>
            <a:ext cx="2725" cy="4120"/>
          </a:xfrm>
          <a:custGeom>
            <a:avLst/>
            <a:gdLst/>
            <a:ahLst/>
            <a:cxnLst/>
            <a:rect l="l" t="t" r="r" b="b"/>
            <a:pathLst>
              <a:path w="2725" h="4120">
                <a:moveTo>
                  <a:pt x="0" y="4120"/>
                </a:moveTo>
                <a:lnTo>
                  <a:pt x="81" y="3947"/>
                </a:lnTo>
                <a:lnTo>
                  <a:pt x="190" y="3849"/>
                </a:lnTo>
                <a:lnTo>
                  <a:pt x="245" y="3676"/>
                </a:lnTo>
                <a:lnTo>
                  <a:pt x="327" y="3627"/>
                </a:lnTo>
                <a:lnTo>
                  <a:pt x="381" y="3454"/>
                </a:lnTo>
                <a:lnTo>
                  <a:pt x="490" y="3281"/>
                </a:lnTo>
                <a:lnTo>
                  <a:pt x="626" y="3158"/>
                </a:lnTo>
                <a:lnTo>
                  <a:pt x="681" y="2985"/>
                </a:lnTo>
                <a:lnTo>
                  <a:pt x="817" y="2886"/>
                </a:lnTo>
                <a:lnTo>
                  <a:pt x="872" y="2763"/>
                </a:lnTo>
                <a:lnTo>
                  <a:pt x="926" y="2590"/>
                </a:lnTo>
                <a:lnTo>
                  <a:pt x="1062" y="2492"/>
                </a:lnTo>
                <a:lnTo>
                  <a:pt x="1117" y="2319"/>
                </a:lnTo>
                <a:lnTo>
                  <a:pt x="1253" y="2195"/>
                </a:lnTo>
                <a:lnTo>
                  <a:pt x="1308" y="2023"/>
                </a:lnTo>
                <a:lnTo>
                  <a:pt x="1444" y="1924"/>
                </a:lnTo>
                <a:lnTo>
                  <a:pt x="1498" y="1751"/>
                </a:lnTo>
                <a:lnTo>
                  <a:pt x="1607" y="1579"/>
                </a:lnTo>
                <a:lnTo>
                  <a:pt x="1744" y="1455"/>
                </a:lnTo>
                <a:lnTo>
                  <a:pt x="1798" y="1307"/>
                </a:lnTo>
                <a:lnTo>
                  <a:pt x="1934" y="1184"/>
                </a:lnTo>
                <a:lnTo>
                  <a:pt x="1989" y="1011"/>
                </a:lnTo>
                <a:lnTo>
                  <a:pt x="2125" y="888"/>
                </a:lnTo>
                <a:lnTo>
                  <a:pt x="2180" y="740"/>
                </a:lnTo>
                <a:lnTo>
                  <a:pt x="2289" y="567"/>
                </a:lnTo>
                <a:lnTo>
                  <a:pt x="2425" y="444"/>
                </a:lnTo>
                <a:lnTo>
                  <a:pt x="2480" y="271"/>
                </a:lnTo>
                <a:lnTo>
                  <a:pt x="2616" y="172"/>
                </a:lnTo>
                <a:lnTo>
                  <a:pt x="2670" y="0"/>
                </a:lnTo>
              </a:path>
            </a:pathLst>
          </a:custGeom>
          <a:ln w="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7182531" y="3036877"/>
            <a:ext cx="2670" cy="3799"/>
          </a:xfrm>
          <a:custGeom>
            <a:avLst/>
            <a:gdLst/>
            <a:ahLst/>
            <a:cxnLst/>
            <a:rect l="l" t="t" r="r" b="b"/>
            <a:pathLst>
              <a:path w="2670" h="3799">
                <a:moveTo>
                  <a:pt x="0" y="3799"/>
                </a:moveTo>
                <a:lnTo>
                  <a:pt x="81" y="3627"/>
                </a:lnTo>
                <a:lnTo>
                  <a:pt x="190" y="3454"/>
                </a:lnTo>
                <a:lnTo>
                  <a:pt x="327" y="3330"/>
                </a:lnTo>
                <a:lnTo>
                  <a:pt x="381" y="3182"/>
                </a:lnTo>
                <a:lnTo>
                  <a:pt x="517" y="3059"/>
                </a:lnTo>
                <a:lnTo>
                  <a:pt x="572" y="2886"/>
                </a:lnTo>
                <a:lnTo>
                  <a:pt x="681" y="2714"/>
                </a:lnTo>
                <a:lnTo>
                  <a:pt x="817" y="2615"/>
                </a:lnTo>
                <a:lnTo>
                  <a:pt x="872" y="2442"/>
                </a:lnTo>
                <a:lnTo>
                  <a:pt x="1008" y="2319"/>
                </a:lnTo>
                <a:lnTo>
                  <a:pt x="1117" y="2146"/>
                </a:lnTo>
                <a:lnTo>
                  <a:pt x="1253" y="1973"/>
                </a:lnTo>
                <a:lnTo>
                  <a:pt x="1362" y="1801"/>
                </a:lnTo>
                <a:lnTo>
                  <a:pt x="1498" y="1653"/>
                </a:lnTo>
                <a:lnTo>
                  <a:pt x="1635" y="1480"/>
                </a:lnTo>
                <a:lnTo>
                  <a:pt x="1744" y="1307"/>
                </a:lnTo>
                <a:lnTo>
                  <a:pt x="1880" y="1184"/>
                </a:lnTo>
                <a:lnTo>
                  <a:pt x="1934" y="1011"/>
                </a:lnTo>
                <a:lnTo>
                  <a:pt x="2071" y="912"/>
                </a:lnTo>
                <a:lnTo>
                  <a:pt x="2125" y="740"/>
                </a:lnTo>
                <a:lnTo>
                  <a:pt x="2234" y="567"/>
                </a:lnTo>
                <a:lnTo>
                  <a:pt x="2371" y="518"/>
                </a:lnTo>
                <a:lnTo>
                  <a:pt x="2425" y="345"/>
                </a:lnTo>
                <a:lnTo>
                  <a:pt x="2480" y="296"/>
                </a:lnTo>
                <a:lnTo>
                  <a:pt x="2616" y="172"/>
                </a:lnTo>
                <a:lnTo>
                  <a:pt x="2616" y="123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7185202" y="3033546"/>
            <a:ext cx="2725" cy="3330"/>
          </a:xfrm>
          <a:custGeom>
            <a:avLst/>
            <a:gdLst/>
            <a:ahLst/>
            <a:cxnLst/>
            <a:rect l="l" t="t" r="r" b="b"/>
            <a:pathLst>
              <a:path w="2725" h="3330">
                <a:moveTo>
                  <a:pt x="0" y="3330"/>
                </a:moveTo>
                <a:lnTo>
                  <a:pt x="136" y="3281"/>
                </a:lnTo>
                <a:lnTo>
                  <a:pt x="190" y="3108"/>
                </a:lnTo>
                <a:lnTo>
                  <a:pt x="245" y="3059"/>
                </a:lnTo>
                <a:lnTo>
                  <a:pt x="381" y="2936"/>
                </a:lnTo>
                <a:lnTo>
                  <a:pt x="381" y="2886"/>
                </a:lnTo>
                <a:lnTo>
                  <a:pt x="517" y="2763"/>
                </a:lnTo>
                <a:lnTo>
                  <a:pt x="572" y="2714"/>
                </a:lnTo>
                <a:lnTo>
                  <a:pt x="626" y="2590"/>
                </a:lnTo>
                <a:lnTo>
                  <a:pt x="763" y="2492"/>
                </a:lnTo>
                <a:lnTo>
                  <a:pt x="817" y="2319"/>
                </a:lnTo>
                <a:lnTo>
                  <a:pt x="926" y="2146"/>
                </a:lnTo>
                <a:lnTo>
                  <a:pt x="1062" y="2097"/>
                </a:lnTo>
                <a:lnTo>
                  <a:pt x="1062" y="2023"/>
                </a:lnTo>
                <a:lnTo>
                  <a:pt x="1199" y="1924"/>
                </a:lnTo>
                <a:lnTo>
                  <a:pt x="1199" y="1850"/>
                </a:lnTo>
                <a:lnTo>
                  <a:pt x="1308" y="1702"/>
                </a:lnTo>
                <a:lnTo>
                  <a:pt x="1362" y="1628"/>
                </a:lnTo>
                <a:lnTo>
                  <a:pt x="1498" y="1529"/>
                </a:lnTo>
                <a:lnTo>
                  <a:pt x="1553" y="1406"/>
                </a:lnTo>
                <a:lnTo>
                  <a:pt x="1689" y="1307"/>
                </a:lnTo>
                <a:lnTo>
                  <a:pt x="1798" y="1134"/>
                </a:lnTo>
                <a:lnTo>
                  <a:pt x="1934" y="1011"/>
                </a:lnTo>
                <a:lnTo>
                  <a:pt x="1989" y="888"/>
                </a:lnTo>
                <a:lnTo>
                  <a:pt x="2125" y="789"/>
                </a:lnTo>
                <a:lnTo>
                  <a:pt x="2125" y="740"/>
                </a:lnTo>
                <a:lnTo>
                  <a:pt x="2234" y="567"/>
                </a:lnTo>
                <a:lnTo>
                  <a:pt x="2371" y="493"/>
                </a:lnTo>
                <a:lnTo>
                  <a:pt x="2425" y="394"/>
                </a:lnTo>
                <a:lnTo>
                  <a:pt x="2561" y="271"/>
                </a:lnTo>
                <a:lnTo>
                  <a:pt x="2561" y="222"/>
                </a:lnTo>
                <a:lnTo>
                  <a:pt x="2670" y="49"/>
                </a:lnTo>
              </a:path>
            </a:pathLst>
          </a:custGeom>
          <a:ln w="3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7187927" y="3030659"/>
            <a:ext cx="2752" cy="2886"/>
          </a:xfrm>
          <a:custGeom>
            <a:avLst/>
            <a:gdLst/>
            <a:ahLst/>
            <a:cxnLst/>
            <a:rect l="l" t="t" r="r" b="b"/>
            <a:pathLst>
              <a:path w="2752" h="2886">
                <a:moveTo>
                  <a:pt x="0" y="2886"/>
                </a:moveTo>
                <a:lnTo>
                  <a:pt x="136" y="2837"/>
                </a:lnTo>
                <a:lnTo>
                  <a:pt x="190" y="2664"/>
                </a:lnTo>
                <a:lnTo>
                  <a:pt x="272" y="2590"/>
                </a:lnTo>
                <a:lnTo>
                  <a:pt x="436" y="2418"/>
                </a:lnTo>
                <a:lnTo>
                  <a:pt x="572" y="2319"/>
                </a:lnTo>
                <a:lnTo>
                  <a:pt x="708" y="2146"/>
                </a:lnTo>
                <a:lnTo>
                  <a:pt x="817" y="1973"/>
                </a:lnTo>
                <a:lnTo>
                  <a:pt x="953" y="1924"/>
                </a:lnTo>
                <a:lnTo>
                  <a:pt x="1008" y="1751"/>
                </a:lnTo>
                <a:lnTo>
                  <a:pt x="1199" y="1628"/>
                </a:lnTo>
                <a:lnTo>
                  <a:pt x="1308" y="1455"/>
                </a:lnTo>
                <a:lnTo>
                  <a:pt x="1389" y="1357"/>
                </a:lnTo>
                <a:lnTo>
                  <a:pt x="1498" y="1233"/>
                </a:lnTo>
                <a:lnTo>
                  <a:pt x="1635" y="1184"/>
                </a:lnTo>
                <a:lnTo>
                  <a:pt x="1689" y="1011"/>
                </a:lnTo>
                <a:lnTo>
                  <a:pt x="1880" y="912"/>
                </a:lnTo>
                <a:lnTo>
                  <a:pt x="1989" y="740"/>
                </a:lnTo>
                <a:lnTo>
                  <a:pt x="2125" y="616"/>
                </a:lnTo>
                <a:lnTo>
                  <a:pt x="2180" y="493"/>
                </a:lnTo>
                <a:lnTo>
                  <a:pt x="2316" y="444"/>
                </a:lnTo>
                <a:lnTo>
                  <a:pt x="2316" y="394"/>
                </a:lnTo>
                <a:lnTo>
                  <a:pt x="2425" y="271"/>
                </a:lnTo>
                <a:lnTo>
                  <a:pt x="2561" y="172"/>
                </a:lnTo>
                <a:lnTo>
                  <a:pt x="2616" y="98"/>
                </a:lnTo>
                <a:lnTo>
                  <a:pt x="2752" y="0"/>
                </a:lnTo>
              </a:path>
            </a:pathLst>
          </a:custGeom>
          <a:ln w="3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7190680" y="3028118"/>
            <a:ext cx="2725" cy="2541"/>
          </a:xfrm>
          <a:custGeom>
            <a:avLst/>
            <a:gdLst/>
            <a:ahLst/>
            <a:cxnLst/>
            <a:rect l="l" t="t" r="r" b="b"/>
            <a:pathLst>
              <a:path w="2725" h="2541">
                <a:moveTo>
                  <a:pt x="0" y="2541"/>
                </a:moveTo>
                <a:lnTo>
                  <a:pt x="0" y="2492"/>
                </a:lnTo>
                <a:lnTo>
                  <a:pt x="109" y="2368"/>
                </a:lnTo>
                <a:lnTo>
                  <a:pt x="245" y="2319"/>
                </a:lnTo>
                <a:lnTo>
                  <a:pt x="354" y="2146"/>
                </a:lnTo>
                <a:lnTo>
                  <a:pt x="490" y="2023"/>
                </a:lnTo>
                <a:lnTo>
                  <a:pt x="545" y="1973"/>
                </a:lnTo>
                <a:lnTo>
                  <a:pt x="681" y="1850"/>
                </a:lnTo>
                <a:lnTo>
                  <a:pt x="790" y="1677"/>
                </a:lnTo>
                <a:lnTo>
                  <a:pt x="926" y="1628"/>
                </a:lnTo>
                <a:lnTo>
                  <a:pt x="926" y="1579"/>
                </a:lnTo>
                <a:lnTo>
                  <a:pt x="1117" y="1455"/>
                </a:lnTo>
                <a:lnTo>
                  <a:pt x="1226" y="1283"/>
                </a:lnTo>
                <a:lnTo>
                  <a:pt x="1362" y="1233"/>
                </a:lnTo>
                <a:lnTo>
                  <a:pt x="1362" y="1184"/>
                </a:lnTo>
                <a:lnTo>
                  <a:pt x="1471" y="1134"/>
                </a:lnTo>
                <a:lnTo>
                  <a:pt x="1607" y="1011"/>
                </a:lnTo>
                <a:lnTo>
                  <a:pt x="1662" y="888"/>
                </a:lnTo>
                <a:lnTo>
                  <a:pt x="1798" y="838"/>
                </a:lnTo>
                <a:lnTo>
                  <a:pt x="1907" y="715"/>
                </a:lnTo>
                <a:lnTo>
                  <a:pt x="2044" y="616"/>
                </a:lnTo>
                <a:lnTo>
                  <a:pt x="2153" y="444"/>
                </a:lnTo>
                <a:lnTo>
                  <a:pt x="2289" y="394"/>
                </a:lnTo>
                <a:lnTo>
                  <a:pt x="2398" y="271"/>
                </a:lnTo>
                <a:lnTo>
                  <a:pt x="2534" y="172"/>
                </a:lnTo>
                <a:lnTo>
                  <a:pt x="2670" y="49"/>
                </a:lnTo>
              </a:path>
            </a:pathLst>
          </a:custGeom>
          <a:ln w="3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7193405" y="3026020"/>
            <a:ext cx="2725" cy="2097"/>
          </a:xfrm>
          <a:custGeom>
            <a:avLst/>
            <a:gdLst/>
            <a:ahLst/>
            <a:cxnLst/>
            <a:rect l="l" t="t" r="r" b="b"/>
            <a:pathLst>
              <a:path w="2725" h="2097">
                <a:moveTo>
                  <a:pt x="0" y="2097"/>
                </a:moveTo>
                <a:lnTo>
                  <a:pt x="190" y="1973"/>
                </a:lnTo>
                <a:lnTo>
                  <a:pt x="245" y="1924"/>
                </a:lnTo>
                <a:lnTo>
                  <a:pt x="354" y="1751"/>
                </a:lnTo>
                <a:lnTo>
                  <a:pt x="490" y="1702"/>
                </a:lnTo>
                <a:lnTo>
                  <a:pt x="626" y="1579"/>
                </a:lnTo>
                <a:lnTo>
                  <a:pt x="681" y="1529"/>
                </a:lnTo>
                <a:lnTo>
                  <a:pt x="735" y="1455"/>
                </a:lnTo>
                <a:lnTo>
                  <a:pt x="872" y="1406"/>
                </a:lnTo>
                <a:lnTo>
                  <a:pt x="926" y="1307"/>
                </a:lnTo>
                <a:lnTo>
                  <a:pt x="1035" y="1233"/>
                </a:lnTo>
                <a:lnTo>
                  <a:pt x="1171" y="1134"/>
                </a:lnTo>
                <a:lnTo>
                  <a:pt x="1308" y="1060"/>
                </a:lnTo>
                <a:lnTo>
                  <a:pt x="1417" y="888"/>
                </a:lnTo>
                <a:lnTo>
                  <a:pt x="1553" y="838"/>
                </a:lnTo>
                <a:lnTo>
                  <a:pt x="1744" y="740"/>
                </a:lnTo>
                <a:lnTo>
                  <a:pt x="1744" y="666"/>
                </a:lnTo>
                <a:lnTo>
                  <a:pt x="1907" y="567"/>
                </a:lnTo>
                <a:lnTo>
                  <a:pt x="2044" y="493"/>
                </a:lnTo>
                <a:lnTo>
                  <a:pt x="2098" y="444"/>
                </a:lnTo>
                <a:lnTo>
                  <a:pt x="2234" y="345"/>
                </a:lnTo>
                <a:lnTo>
                  <a:pt x="2425" y="222"/>
                </a:lnTo>
                <a:lnTo>
                  <a:pt x="2589" y="98"/>
                </a:lnTo>
                <a:lnTo>
                  <a:pt x="2725" y="0"/>
                </a:lnTo>
              </a:path>
            </a:pathLst>
          </a:custGeom>
          <a:ln w="3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7196130" y="3024318"/>
            <a:ext cx="2670" cy="1702"/>
          </a:xfrm>
          <a:custGeom>
            <a:avLst/>
            <a:gdLst/>
            <a:ahLst/>
            <a:cxnLst/>
            <a:rect l="l" t="t" r="r" b="b"/>
            <a:pathLst>
              <a:path w="2670" h="1702">
                <a:moveTo>
                  <a:pt x="0" y="1702"/>
                </a:moveTo>
                <a:lnTo>
                  <a:pt x="136" y="1628"/>
                </a:lnTo>
                <a:lnTo>
                  <a:pt x="245" y="1480"/>
                </a:lnTo>
                <a:lnTo>
                  <a:pt x="381" y="1480"/>
                </a:lnTo>
                <a:lnTo>
                  <a:pt x="436" y="1357"/>
                </a:lnTo>
                <a:lnTo>
                  <a:pt x="545" y="1307"/>
                </a:lnTo>
                <a:lnTo>
                  <a:pt x="681" y="1233"/>
                </a:lnTo>
                <a:lnTo>
                  <a:pt x="817" y="1184"/>
                </a:lnTo>
                <a:lnTo>
                  <a:pt x="872" y="1085"/>
                </a:lnTo>
                <a:lnTo>
                  <a:pt x="981" y="1011"/>
                </a:lnTo>
                <a:lnTo>
                  <a:pt x="1117" y="962"/>
                </a:lnTo>
                <a:lnTo>
                  <a:pt x="1308" y="838"/>
                </a:lnTo>
                <a:lnTo>
                  <a:pt x="1498" y="740"/>
                </a:lnTo>
                <a:lnTo>
                  <a:pt x="1662" y="616"/>
                </a:lnTo>
                <a:lnTo>
                  <a:pt x="1662" y="567"/>
                </a:lnTo>
                <a:lnTo>
                  <a:pt x="1798" y="567"/>
                </a:lnTo>
                <a:lnTo>
                  <a:pt x="1934" y="444"/>
                </a:lnTo>
                <a:lnTo>
                  <a:pt x="2098" y="345"/>
                </a:lnTo>
                <a:lnTo>
                  <a:pt x="2180" y="271"/>
                </a:lnTo>
                <a:lnTo>
                  <a:pt x="2180" y="271"/>
                </a:lnTo>
                <a:lnTo>
                  <a:pt x="2289" y="271"/>
                </a:lnTo>
                <a:lnTo>
                  <a:pt x="2425" y="172"/>
                </a:lnTo>
                <a:lnTo>
                  <a:pt x="2480" y="123"/>
                </a:lnTo>
                <a:lnTo>
                  <a:pt x="2616" y="123"/>
                </a:lnTo>
              </a:path>
            </a:pathLst>
          </a:custGeom>
          <a:ln w="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7198801" y="3023084"/>
            <a:ext cx="2725" cy="1233"/>
          </a:xfrm>
          <a:custGeom>
            <a:avLst/>
            <a:gdLst/>
            <a:ahLst/>
            <a:cxnLst/>
            <a:rect l="l" t="t" r="r" b="b"/>
            <a:pathLst>
              <a:path w="2725" h="1233">
                <a:moveTo>
                  <a:pt x="0" y="1233"/>
                </a:moveTo>
                <a:lnTo>
                  <a:pt x="0" y="1233"/>
                </a:lnTo>
                <a:lnTo>
                  <a:pt x="109" y="1233"/>
                </a:lnTo>
                <a:lnTo>
                  <a:pt x="109" y="1184"/>
                </a:lnTo>
                <a:lnTo>
                  <a:pt x="245" y="1184"/>
                </a:lnTo>
                <a:lnTo>
                  <a:pt x="381" y="1060"/>
                </a:lnTo>
                <a:lnTo>
                  <a:pt x="436" y="1060"/>
                </a:lnTo>
                <a:lnTo>
                  <a:pt x="545" y="962"/>
                </a:lnTo>
                <a:lnTo>
                  <a:pt x="545" y="962"/>
                </a:lnTo>
                <a:lnTo>
                  <a:pt x="681" y="962"/>
                </a:lnTo>
                <a:lnTo>
                  <a:pt x="872" y="838"/>
                </a:lnTo>
                <a:lnTo>
                  <a:pt x="1062" y="715"/>
                </a:lnTo>
                <a:lnTo>
                  <a:pt x="1117" y="715"/>
                </a:lnTo>
                <a:lnTo>
                  <a:pt x="1308" y="616"/>
                </a:lnTo>
                <a:lnTo>
                  <a:pt x="1471" y="542"/>
                </a:lnTo>
                <a:lnTo>
                  <a:pt x="1607" y="493"/>
                </a:lnTo>
                <a:lnTo>
                  <a:pt x="1744" y="444"/>
                </a:lnTo>
                <a:lnTo>
                  <a:pt x="1907" y="320"/>
                </a:lnTo>
                <a:lnTo>
                  <a:pt x="2044" y="271"/>
                </a:lnTo>
                <a:lnTo>
                  <a:pt x="2098" y="271"/>
                </a:lnTo>
                <a:lnTo>
                  <a:pt x="2234" y="222"/>
                </a:lnTo>
                <a:lnTo>
                  <a:pt x="2289" y="148"/>
                </a:lnTo>
                <a:lnTo>
                  <a:pt x="2425" y="148"/>
                </a:lnTo>
                <a:lnTo>
                  <a:pt x="2534" y="98"/>
                </a:lnTo>
                <a:lnTo>
                  <a:pt x="2670" y="49"/>
                </a:lnTo>
              </a:path>
            </a:pathLst>
          </a:custGeom>
          <a:ln w="3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7201526" y="3022221"/>
            <a:ext cx="2725" cy="863"/>
          </a:xfrm>
          <a:custGeom>
            <a:avLst/>
            <a:gdLst/>
            <a:ahLst/>
            <a:cxnLst/>
            <a:rect l="l" t="t" r="r" b="b"/>
            <a:pathLst>
              <a:path w="2725" h="863">
                <a:moveTo>
                  <a:pt x="0" y="863"/>
                </a:moveTo>
                <a:lnTo>
                  <a:pt x="54" y="863"/>
                </a:lnTo>
                <a:lnTo>
                  <a:pt x="136" y="863"/>
                </a:lnTo>
                <a:lnTo>
                  <a:pt x="136" y="789"/>
                </a:lnTo>
                <a:lnTo>
                  <a:pt x="245" y="789"/>
                </a:lnTo>
                <a:lnTo>
                  <a:pt x="381" y="740"/>
                </a:lnTo>
                <a:lnTo>
                  <a:pt x="436" y="690"/>
                </a:lnTo>
                <a:lnTo>
                  <a:pt x="572" y="690"/>
                </a:lnTo>
                <a:lnTo>
                  <a:pt x="626" y="616"/>
                </a:lnTo>
                <a:lnTo>
                  <a:pt x="735" y="616"/>
                </a:lnTo>
                <a:lnTo>
                  <a:pt x="872" y="567"/>
                </a:lnTo>
                <a:lnTo>
                  <a:pt x="926" y="518"/>
                </a:lnTo>
                <a:lnTo>
                  <a:pt x="1062" y="518"/>
                </a:lnTo>
                <a:lnTo>
                  <a:pt x="1253" y="444"/>
                </a:lnTo>
                <a:lnTo>
                  <a:pt x="1417" y="394"/>
                </a:lnTo>
                <a:lnTo>
                  <a:pt x="1553" y="345"/>
                </a:lnTo>
                <a:lnTo>
                  <a:pt x="1744" y="296"/>
                </a:lnTo>
                <a:lnTo>
                  <a:pt x="1934" y="222"/>
                </a:lnTo>
                <a:lnTo>
                  <a:pt x="1989" y="222"/>
                </a:lnTo>
                <a:lnTo>
                  <a:pt x="2098" y="172"/>
                </a:lnTo>
                <a:lnTo>
                  <a:pt x="2234" y="172"/>
                </a:lnTo>
                <a:lnTo>
                  <a:pt x="2234" y="172"/>
                </a:lnTo>
                <a:lnTo>
                  <a:pt x="2371" y="123"/>
                </a:lnTo>
                <a:lnTo>
                  <a:pt x="2425" y="123"/>
                </a:lnTo>
                <a:lnTo>
                  <a:pt x="2534" y="49"/>
                </a:lnTo>
                <a:lnTo>
                  <a:pt x="2670" y="49"/>
                </a:lnTo>
              </a:path>
            </a:pathLst>
          </a:custGeom>
          <a:ln w="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7204252" y="3021826"/>
            <a:ext cx="2725" cy="394"/>
          </a:xfrm>
          <a:custGeom>
            <a:avLst/>
            <a:gdLst/>
            <a:ahLst/>
            <a:cxnLst/>
            <a:rect l="l" t="t" r="r" b="b"/>
            <a:pathLst>
              <a:path w="2725" h="394">
                <a:moveTo>
                  <a:pt x="0" y="394"/>
                </a:moveTo>
                <a:lnTo>
                  <a:pt x="0" y="394"/>
                </a:lnTo>
                <a:lnTo>
                  <a:pt x="136" y="394"/>
                </a:lnTo>
                <a:lnTo>
                  <a:pt x="190" y="394"/>
                </a:lnTo>
                <a:lnTo>
                  <a:pt x="327" y="345"/>
                </a:lnTo>
                <a:lnTo>
                  <a:pt x="436" y="345"/>
                </a:lnTo>
                <a:lnTo>
                  <a:pt x="436" y="345"/>
                </a:lnTo>
                <a:lnTo>
                  <a:pt x="572" y="296"/>
                </a:lnTo>
                <a:lnTo>
                  <a:pt x="735" y="296"/>
                </a:lnTo>
                <a:lnTo>
                  <a:pt x="872" y="222"/>
                </a:lnTo>
                <a:lnTo>
                  <a:pt x="1008" y="222"/>
                </a:lnTo>
                <a:lnTo>
                  <a:pt x="1171" y="172"/>
                </a:lnTo>
                <a:lnTo>
                  <a:pt x="1308" y="172"/>
                </a:lnTo>
                <a:lnTo>
                  <a:pt x="1444" y="172"/>
                </a:lnTo>
                <a:lnTo>
                  <a:pt x="1607" y="123"/>
                </a:lnTo>
                <a:lnTo>
                  <a:pt x="1744" y="123"/>
                </a:lnTo>
                <a:lnTo>
                  <a:pt x="1853" y="49"/>
                </a:lnTo>
                <a:lnTo>
                  <a:pt x="1934" y="49"/>
                </a:lnTo>
                <a:lnTo>
                  <a:pt x="2125" y="49"/>
                </a:lnTo>
                <a:lnTo>
                  <a:pt x="2289" y="49"/>
                </a:lnTo>
                <a:lnTo>
                  <a:pt x="2371" y="49"/>
                </a:lnTo>
                <a:lnTo>
                  <a:pt x="2425" y="0"/>
                </a:lnTo>
                <a:lnTo>
                  <a:pt x="2561" y="0"/>
                </a:lnTo>
                <a:lnTo>
                  <a:pt x="2670" y="0"/>
                </a:lnTo>
              </a:path>
            </a:pathLst>
          </a:custGeom>
          <a:ln w="3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7206977" y="3021777"/>
            <a:ext cx="2670" cy="49"/>
          </a:xfrm>
          <a:custGeom>
            <a:avLst/>
            <a:gdLst/>
            <a:ahLst/>
            <a:cxnLst/>
            <a:rect l="l" t="t" r="r" b="b"/>
            <a:pathLst>
              <a:path w="2670" h="49">
                <a:moveTo>
                  <a:pt x="0" y="49"/>
                </a:moveTo>
                <a:lnTo>
                  <a:pt x="81" y="49"/>
                </a:lnTo>
                <a:lnTo>
                  <a:pt x="245" y="49"/>
                </a:lnTo>
                <a:lnTo>
                  <a:pt x="327" y="49"/>
                </a:lnTo>
                <a:lnTo>
                  <a:pt x="381" y="0"/>
                </a:lnTo>
                <a:lnTo>
                  <a:pt x="517" y="0"/>
                </a:lnTo>
                <a:lnTo>
                  <a:pt x="681" y="0"/>
                </a:lnTo>
                <a:lnTo>
                  <a:pt x="817" y="0"/>
                </a:lnTo>
                <a:lnTo>
                  <a:pt x="1008" y="0"/>
                </a:lnTo>
                <a:lnTo>
                  <a:pt x="1199" y="0"/>
                </a:lnTo>
                <a:lnTo>
                  <a:pt x="1362" y="0"/>
                </a:lnTo>
                <a:lnTo>
                  <a:pt x="1498" y="0"/>
                </a:lnTo>
                <a:lnTo>
                  <a:pt x="1635" y="0"/>
                </a:lnTo>
                <a:lnTo>
                  <a:pt x="1798" y="0"/>
                </a:lnTo>
                <a:lnTo>
                  <a:pt x="1934" y="0"/>
                </a:lnTo>
                <a:lnTo>
                  <a:pt x="2125" y="0"/>
                </a:lnTo>
                <a:lnTo>
                  <a:pt x="2316" y="0"/>
                </a:lnTo>
                <a:lnTo>
                  <a:pt x="2480" y="49"/>
                </a:lnTo>
                <a:lnTo>
                  <a:pt x="2616" y="49"/>
                </a:lnTo>
                <a:lnTo>
                  <a:pt x="2670" y="49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7209648" y="3021826"/>
            <a:ext cx="2725" cy="394"/>
          </a:xfrm>
          <a:custGeom>
            <a:avLst/>
            <a:gdLst/>
            <a:ahLst/>
            <a:cxnLst/>
            <a:rect l="l" t="t" r="r" b="b"/>
            <a:pathLst>
              <a:path w="2725" h="394">
                <a:moveTo>
                  <a:pt x="0" y="0"/>
                </a:moveTo>
                <a:lnTo>
                  <a:pt x="0" y="0"/>
                </a:lnTo>
                <a:lnTo>
                  <a:pt x="136" y="0"/>
                </a:lnTo>
                <a:lnTo>
                  <a:pt x="327" y="0"/>
                </a:lnTo>
                <a:lnTo>
                  <a:pt x="490" y="49"/>
                </a:lnTo>
                <a:lnTo>
                  <a:pt x="626" y="49"/>
                </a:lnTo>
                <a:lnTo>
                  <a:pt x="763" y="49"/>
                </a:lnTo>
                <a:lnTo>
                  <a:pt x="872" y="123"/>
                </a:lnTo>
                <a:lnTo>
                  <a:pt x="926" y="123"/>
                </a:lnTo>
                <a:lnTo>
                  <a:pt x="1062" y="123"/>
                </a:lnTo>
                <a:lnTo>
                  <a:pt x="1253" y="123"/>
                </a:lnTo>
                <a:lnTo>
                  <a:pt x="1308" y="123"/>
                </a:lnTo>
                <a:lnTo>
                  <a:pt x="1308" y="172"/>
                </a:lnTo>
                <a:lnTo>
                  <a:pt x="1444" y="172"/>
                </a:lnTo>
                <a:lnTo>
                  <a:pt x="1607" y="172"/>
                </a:lnTo>
                <a:lnTo>
                  <a:pt x="1744" y="222"/>
                </a:lnTo>
                <a:lnTo>
                  <a:pt x="1880" y="222"/>
                </a:lnTo>
                <a:lnTo>
                  <a:pt x="2044" y="296"/>
                </a:lnTo>
                <a:lnTo>
                  <a:pt x="2180" y="296"/>
                </a:lnTo>
                <a:lnTo>
                  <a:pt x="2234" y="345"/>
                </a:lnTo>
                <a:lnTo>
                  <a:pt x="2289" y="345"/>
                </a:lnTo>
                <a:lnTo>
                  <a:pt x="2425" y="345"/>
                </a:lnTo>
                <a:lnTo>
                  <a:pt x="2480" y="394"/>
                </a:lnTo>
                <a:lnTo>
                  <a:pt x="2616" y="394"/>
                </a:lnTo>
                <a:lnTo>
                  <a:pt x="2725" y="394"/>
                </a:lnTo>
              </a:path>
            </a:pathLst>
          </a:custGeom>
          <a:ln w="3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7212373" y="3022221"/>
            <a:ext cx="2752" cy="863"/>
          </a:xfrm>
          <a:custGeom>
            <a:avLst/>
            <a:gdLst/>
            <a:ahLst/>
            <a:cxnLst/>
            <a:rect l="l" t="t" r="r" b="b"/>
            <a:pathLst>
              <a:path w="2752" h="863">
                <a:moveTo>
                  <a:pt x="0" y="0"/>
                </a:moveTo>
                <a:lnTo>
                  <a:pt x="81" y="49"/>
                </a:lnTo>
                <a:lnTo>
                  <a:pt x="245" y="49"/>
                </a:lnTo>
                <a:lnTo>
                  <a:pt x="245" y="123"/>
                </a:lnTo>
                <a:lnTo>
                  <a:pt x="381" y="123"/>
                </a:lnTo>
                <a:lnTo>
                  <a:pt x="517" y="123"/>
                </a:lnTo>
                <a:lnTo>
                  <a:pt x="517" y="172"/>
                </a:lnTo>
                <a:lnTo>
                  <a:pt x="681" y="172"/>
                </a:lnTo>
                <a:lnTo>
                  <a:pt x="681" y="222"/>
                </a:lnTo>
                <a:lnTo>
                  <a:pt x="817" y="222"/>
                </a:lnTo>
                <a:lnTo>
                  <a:pt x="953" y="222"/>
                </a:lnTo>
                <a:lnTo>
                  <a:pt x="1008" y="296"/>
                </a:lnTo>
                <a:lnTo>
                  <a:pt x="1117" y="296"/>
                </a:lnTo>
                <a:lnTo>
                  <a:pt x="1199" y="345"/>
                </a:lnTo>
                <a:lnTo>
                  <a:pt x="1308" y="345"/>
                </a:lnTo>
                <a:lnTo>
                  <a:pt x="1308" y="394"/>
                </a:lnTo>
                <a:lnTo>
                  <a:pt x="1444" y="394"/>
                </a:lnTo>
                <a:lnTo>
                  <a:pt x="1498" y="394"/>
                </a:lnTo>
                <a:lnTo>
                  <a:pt x="1553" y="444"/>
                </a:lnTo>
                <a:lnTo>
                  <a:pt x="1689" y="518"/>
                </a:lnTo>
                <a:lnTo>
                  <a:pt x="1880" y="567"/>
                </a:lnTo>
                <a:lnTo>
                  <a:pt x="2071" y="616"/>
                </a:lnTo>
                <a:lnTo>
                  <a:pt x="2234" y="690"/>
                </a:lnTo>
                <a:lnTo>
                  <a:pt x="2371" y="740"/>
                </a:lnTo>
                <a:lnTo>
                  <a:pt x="2561" y="789"/>
                </a:lnTo>
                <a:lnTo>
                  <a:pt x="2752" y="863"/>
                </a:lnTo>
              </a:path>
            </a:pathLst>
          </a:custGeom>
          <a:ln w="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7215126" y="3023084"/>
            <a:ext cx="2725" cy="1283"/>
          </a:xfrm>
          <a:custGeom>
            <a:avLst/>
            <a:gdLst/>
            <a:ahLst/>
            <a:cxnLst/>
            <a:rect l="l" t="t" r="r" b="b"/>
            <a:pathLst>
              <a:path w="2725" h="1283">
                <a:moveTo>
                  <a:pt x="0" y="0"/>
                </a:moveTo>
                <a:lnTo>
                  <a:pt x="109" y="49"/>
                </a:lnTo>
                <a:lnTo>
                  <a:pt x="245" y="98"/>
                </a:lnTo>
                <a:lnTo>
                  <a:pt x="408" y="148"/>
                </a:lnTo>
                <a:lnTo>
                  <a:pt x="545" y="222"/>
                </a:lnTo>
                <a:lnTo>
                  <a:pt x="545" y="271"/>
                </a:lnTo>
                <a:lnTo>
                  <a:pt x="681" y="271"/>
                </a:lnTo>
                <a:lnTo>
                  <a:pt x="844" y="394"/>
                </a:lnTo>
                <a:lnTo>
                  <a:pt x="981" y="394"/>
                </a:lnTo>
                <a:lnTo>
                  <a:pt x="981" y="444"/>
                </a:lnTo>
                <a:lnTo>
                  <a:pt x="1117" y="444"/>
                </a:lnTo>
                <a:lnTo>
                  <a:pt x="1280" y="542"/>
                </a:lnTo>
                <a:lnTo>
                  <a:pt x="1417" y="616"/>
                </a:lnTo>
                <a:lnTo>
                  <a:pt x="1607" y="666"/>
                </a:lnTo>
                <a:lnTo>
                  <a:pt x="1662" y="715"/>
                </a:lnTo>
                <a:lnTo>
                  <a:pt x="1798" y="789"/>
                </a:lnTo>
                <a:lnTo>
                  <a:pt x="1798" y="838"/>
                </a:lnTo>
                <a:lnTo>
                  <a:pt x="1907" y="838"/>
                </a:lnTo>
                <a:lnTo>
                  <a:pt x="2044" y="888"/>
                </a:lnTo>
                <a:lnTo>
                  <a:pt x="2153" y="962"/>
                </a:lnTo>
                <a:lnTo>
                  <a:pt x="2289" y="1011"/>
                </a:lnTo>
                <a:lnTo>
                  <a:pt x="2398" y="1110"/>
                </a:lnTo>
                <a:lnTo>
                  <a:pt x="2534" y="1184"/>
                </a:lnTo>
                <a:lnTo>
                  <a:pt x="2589" y="1184"/>
                </a:lnTo>
                <a:lnTo>
                  <a:pt x="2725" y="1283"/>
                </a:lnTo>
              </a:path>
            </a:pathLst>
          </a:custGeom>
          <a:ln w="3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7217851" y="3024367"/>
            <a:ext cx="2725" cy="1653"/>
          </a:xfrm>
          <a:custGeom>
            <a:avLst/>
            <a:gdLst/>
            <a:ahLst/>
            <a:cxnLst/>
            <a:rect l="l" t="t" r="r" b="b"/>
            <a:pathLst>
              <a:path w="2725" h="1653">
                <a:moveTo>
                  <a:pt x="0" y="0"/>
                </a:moveTo>
                <a:lnTo>
                  <a:pt x="54" y="0"/>
                </a:lnTo>
                <a:lnTo>
                  <a:pt x="190" y="74"/>
                </a:lnTo>
                <a:lnTo>
                  <a:pt x="190" y="123"/>
                </a:lnTo>
                <a:lnTo>
                  <a:pt x="245" y="172"/>
                </a:lnTo>
                <a:lnTo>
                  <a:pt x="354" y="172"/>
                </a:lnTo>
                <a:lnTo>
                  <a:pt x="490" y="296"/>
                </a:lnTo>
                <a:lnTo>
                  <a:pt x="681" y="345"/>
                </a:lnTo>
                <a:lnTo>
                  <a:pt x="872" y="468"/>
                </a:lnTo>
                <a:lnTo>
                  <a:pt x="1035" y="567"/>
                </a:lnTo>
                <a:lnTo>
                  <a:pt x="1117" y="690"/>
                </a:lnTo>
                <a:lnTo>
                  <a:pt x="1226" y="690"/>
                </a:lnTo>
                <a:lnTo>
                  <a:pt x="1362" y="789"/>
                </a:lnTo>
                <a:lnTo>
                  <a:pt x="1471" y="912"/>
                </a:lnTo>
                <a:lnTo>
                  <a:pt x="1607" y="912"/>
                </a:lnTo>
                <a:lnTo>
                  <a:pt x="1662" y="1036"/>
                </a:lnTo>
                <a:lnTo>
                  <a:pt x="1798" y="1036"/>
                </a:lnTo>
                <a:lnTo>
                  <a:pt x="1853" y="1085"/>
                </a:lnTo>
                <a:lnTo>
                  <a:pt x="1907" y="1184"/>
                </a:lnTo>
                <a:lnTo>
                  <a:pt x="2044" y="1184"/>
                </a:lnTo>
                <a:lnTo>
                  <a:pt x="2098" y="1307"/>
                </a:lnTo>
                <a:lnTo>
                  <a:pt x="2153" y="1307"/>
                </a:lnTo>
                <a:lnTo>
                  <a:pt x="2289" y="1357"/>
                </a:lnTo>
                <a:lnTo>
                  <a:pt x="2425" y="1480"/>
                </a:lnTo>
                <a:lnTo>
                  <a:pt x="2480" y="1480"/>
                </a:lnTo>
                <a:lnTo>
                  <a:pt x="2534" y="1529"/>
                </a:lnTo>
                <a:lnTo>
                  <a:pt x="2589" y="1653"/>
                </a:lnTo>
                <a:lnTo>
                  <a:pt x="2725" y="1653"/>
                </a:lnTo>
              </a:path>
            </a:pathLst>
          </a:custGeom>
          <a:ln w="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7220577" y="3026020"/>
            <a:ext cx="2670" cy="2146"/>
          </a:xfrm>
          <a:custGeom>
            <a:avLst/>
            <a:gdLst/>
            <a:ahLst/>
            <a:cxnLst/>
            <a:rect l="l" t="t" r="r" b="b"/>
            <a:pathLst>
              <a:path w="2670" h="2146">
                <a:moveTo>
                  <a:pt x="0" y="0"/>
                </a:moveTo>
                <a:lnTo>
                  <a:pt x="0" y="0"/>
                </a:lnTo>
                <a:lnTo>
                  <a:pt x="109" y="172"/>
                </a:lnTo>
                <a:lnTo>
                  <a:pt x="245" y="222"/>
                </a:lnTo>
                <a:lnTo>
                  <a:pt x="299" y="222"/>
                </a:lnTo>
                <a:lnTo>
                  <a:pt x="299" y="271"/>
                </a:lnTo>
                <a:lnTo>
                  <a:pt x="436" y="345"/>
                </a:lnTo>
                <a:lnTo>
                  <a:pt x="436" y="394"/>
                </a:lnTo>
                <a:lnTo>
                  <a:pt x="545" y="444"/>
                </a:lnTo>
                <a:lnTo>
                  <a:pt x="626" y="444"/>
                </a:lnTo>
                <a:lnTo>
                  <a:pt x="626" y="493"/>
                </a:lnTo>
                <a:lnTo>
                  <a:pt x="735" y="616"/>
                </a:lnTo>
                <a:lnTo>
                  <a:pt x="790" y="616"/>
                </a:lnTo>
                <a:lnTo>
                  <a:pt x="926" y="666"/>
                </a:lnTo>
                <a:lnTo>
                  <a:pt x="981" y="740"/>
                </a:lnTo>
                <a:lnTo>
                  <a:pt x="1117" y="838"/>
                </a:lnTo>
                <a:lnTo>
                  <a:pt x="1117" y="888"/>
                </a:lnTo>
                <a:lnTo>
                  <a:pt x="1226" y="962"/>
                </a:lnTo>
                <a:lnTo>
                  <a:pt x="1308" y="962"/>
                </a:lnTo>
                <a:lnTo>
                  <a:pt x="1308" y="1011"/>
                </a:lnTo>
                <a:lnTo>
                  <a:pt x="1498" y="1134"/>
                </a:lnTo>
                <a:lnTo>
                  <a:pt x="1498" y="1184"/>
                </a:lnTo>
                <a:lnTo>
                  <a:pt x="1607" y="1233"/>
                </a:lnTo>
                <a:lnTo>
                  <a:pt x="1744" y="1307"/>
                </a:lnTo>
                <a:lnTo>
                  <a:pt x="1798" y="1357"/>
                </a:lnTo>
                <a:lnTo>
                  <a:pt x="1907" y="1529"/>
                </a:lnTo>
                <a:lnTo>
                  <a:pt x="1989" y="1579"/>
                </a:lnTo>
                <a:lnTo>
                  <a:pt x="2180" y="1702"/>
                </a:lnTo>
                <a:lnTo>
                  <a:pt x="2289" y="1751"/>
                </a:lnTo>
                <a:lnTo>
                  <a:pt x="2343" y="1850"/>
                </a:lnTo>
                <a:lnTo>
                  <a:pt x="2480" y="1924"/>
                </a:lnTo>
                <a:lnTo>
                  <a:pt x="2589" y="2097"/>
                </a:lnTo>
                <a:lnTo>
                  <a:pt x="2670" y="2097"/>
                </a:lnTo>
              </a:path>
            </a:pathLst>
          </a:custGeom>
          <a:ln w="3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7223247" y="3028167"/>
            <a:ext cx="2725" cy="2492"/>
          </a:xfrm>
          <a:custGeom>
            <a:avLst/>
            <a:gdLst/>
            <a:ahLst/>
            <a:cxnLst/>
            <a:rect l="l" t="t" r="r" b="b"/>
            <a:pathLst>
              <a:path w="2725" h="2492">
                <a:moveTo>
                  <a:pt x="0" y="0"/>
                </a:moveTo>
                <a:lnTo>
                  <a:pt x="0" y="0"/>
                </a:lnTo>
                <a:lnTo>
                  <a:pt x="54" y="49"/>
                </a:lnTo>
                <a:lnTo>
                  <a:pt x="190" y="123"/>
                </a:lnTo>
                <a:lnTo>
                  <a:pt x="299" y="222"/>
                </a:lnTo>
                <a:lnTo>
                  <a:pt x="436" y="271"/>
                </a:lnTo>
                <a:lnTo>
                  <a:pt x="545" y="444"/>
                </a:lnTo>
                <a:lnTo>
                  <a:pt x="681" y="518"/>
                </a:lnTo>
                <a:lnTo>
                  <a:pt x="790" y="666"/>
                </a:lnTo>
                <a:lnTo>
                  <a:pt x="790" y="666"/>
                </a:lnTo>
                <a:lnTo>
                  <a:pt x="926" y="740"/>
                </a:lnTo>
                <a:lnTo>
                  <a:pt x="926" y="789"/>
                </a:lnTo>
                <a:lnTo>
                  <a:pt x="1035" y="838"/>
                </a:lnTo>
                <a:lnTo>
                  <a:pt x="1035" y="912"/>
                </a:lnTo>
                <a:lnTo>
                  <a:pt x="1171" y="962"/>
                </a:lnTo>
                <a:lnTo>
                  <a:pt x="1308" y="1085"/>
                </a:lnTo>
                <a:lnTo>
                  <a:pt x="1417" y="1233"/>
                </a:lnTo>
                <a:lnTo>
                  <a:pt x="1553" y="1307"/>
                </a:lnTo>
                <a:lnTo>
                  <a:pt x="1662" y="1480"/>
                </a:lnTo>
                <a:lnTo>
                  <a:pt x="1798" y="1529"/>
                </a:lnTo>
                <a:lnTo>
                  <a:pt x="1853" y="1628"/>
                </a:lnTo>
                <a:lnTo>
                  <a:pt x="1989" y="1751"/>
                </a:lnTo>
                <a:lnTo>
                  <a:pt x="1989" y="1801"/>
                </a:lnTo>
                <a:lnTo>
                  <a:pt x="2153" y="1924"/>
                </a:lnTo>
                <a:lnTo>
                  <a:pt x="2234" y="1973"/>
                </a:lnTo>
                <a:lnTo>
                  <a:pt x="2289" y="2097"/>
                </a:lnTo>
                <a:lnTo>
                  <a:pt x="2343" y="2097"/>
                </a:lnTo>
                <a:lnTo>
                  <a:pt x="2480" y="2195"/>
                </a:lnTo>
                <a:lnTo>
                  <a:pt x="2534" y="2269"/>
                </a:lnTo>
                <a:lnTo>
                  <a:pt x="2670" y="2368"/>
                </a:lnTo>
              </a:path>
            </a:pathLst>
          </a:custGeom>
          <a:ln w="3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7225973" y="3030659"/>
            <a:ext cx="2725" cy="2936"/>
          </a:xfrm>
          <a:custGeom>
            <a:avLst/>
            <a:gdLst/>
            <a:ahLst/>
            <a:cxnLst/>
            <a:rect l="l" t="t" r="r" b="b"/>
            <a:pathLst>
              <a:path w="2725" h="2936">
                <a:moveTo>
                  <a:pt x="0" y="0"/>
                </a:moveTo>
                <a:lnTo>
                  <a:pt x="109" y="172"/>
                </a:lnTo>
                <a:lnTo>
                  <a:pt x="190" y="172"/>
                </a:lnTo>
                <a:lnTo>
                  <a:pt x="299" y="345"/>
                </a:lnTo>
                <a:lnTo>
                  <a:pt x="436" y="394"/>
                </a:lnTo>
                <a:lnTo>
                  <a:pt x="490" y="444"/>
                </a:lnTo>
                <a:lnTo>
                  <a:pt x="545" y="567"/>
                </a:lnTo>
                <a:lnTo>
                  <a:pt x="626" y="666"/>
                </a:lnTo>
                <a:lnTo>
                  <a:pt x="735" y="740"/>
                </a:lnTo>
                <a:lnTo>
                  <a:pt x="872" y="838"/>
                </a:lnTo>
                <a:lnTo>
                  <a:pt x="926" y="912"/>
                </a:lnTo>
                <a:lnTo>
                  <a:pt x="926" y="962"/>
                </a:lnTo>
                <a:lnTo>
                  <a:pt x="981" y="1060"/>
                </a:lnTo>
                <a:lnTo>
                  <a:pt x="1117" y="1134"/>
                </a:lnTo>
                <a:lnTo>
                  <a:pt x="1117" y="1134"/>
                </a:lnTo>
                <a:lnTo>
                  <a:pt x="1226" y="1233"/>
                </a:lnTo>
                <a:lnTo>
                  <a:pt x="1362" y="1406"/>
                </a:lnTo>
                <a:lnTo>
                  <a:pt x="1498" y="1529"/>
                </a:lnTo>
                <a:lnTo>
                  <a:pt x="1607" y="1628"/>
                </a:lnTo>
                <a:lnTo>
                  <a:pt x="1662" y="1801"/>
                </a:lnTo>
                <a:lnTo>
                  <a:pt x="1798" y="1875"/>
                </a:lnTo>
                <a:lnTo>
                  <a:pt x="1798" y="1875"/>
                </a:lnTo>
                <a:lnTo>
                  <a:pt x="1934" y="2023"/>
                </a:lnTo>
                <a:lnTo>
                  <a:pt x="1989" y="2146"/>
                </a:lnTo>
                <a:lnTo>
                  <a:pt x="2180" y="2269"/>
                </a:lnTo>
                <a:lnTo>
                  <a:pt x="2234" y="2418"/>
                </a:lnTo>
                <a:lnTo>
                  <a:pt x="2425" y="2541"/>
                </a:lnTo>
                <a:lnTo>
                  <a:pt x="2534" y="2714"/>
                </a:lnTo>
                <a:lnTo>
                  <a:pt x="2670" y="2837"/>
                </a:lnTo>
              </a:path>
            </a:pathLst>
          </a:custGeom>
          <a:ln w="3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7228698" y="3033595"/>
            <a:ext cx="2725" cy="3330"/>
          </a:xfrm>
          <a:custGeom>
            <a:avLst/>
            <a:gdLst/>
            <a:ahLst/>
            <a:cxnLst/>
            <a:rect l="l" t="t" r="r" b="b"/>
            <a:pathLst>
              <a:path w="2725" h="3330">
                <a:moveTo>
                  <a:pt x="0" y="0"/>
                </a:moveTo>
                <a:lnTo>
                  <a:pt x="0" y="0"/>
                </a:lnTo>
                <a:lnTo>
                  <a:pt x="136" y="123"/>
                </a:lnTo>
                <a:lnTo>
                  <a:pt x="190" y="172"/>
                </a:lnTo>
                <a:lnTo>
                  <a:pt x="245" y="345"/>
                </a:lnTo>
                <a:lnTo>
                  <a:pt x="381" y="394"/>
                </a:lnTo>
                <a:lnTo>
                  <a:pt x="490" y="567"/>
                </a:lnTo>
                <a:lnTo>
                  <a:pt x="626" y="690"/>
                </a:lnTo>
                <a:lnTo>
                  <a:pt x="681" y="838"/>
                </a:lnTo>
                <a:lnTo>
                  <a:pt x="817" y="912"/>
                </a:lnTo>
                <a:lnTo>
                  <a:pt x="817" y="962"/>
                </a:lnTo>
                <a:lnTo>
                  <a:pt x="872" y="1085"/>
                </a:lnTo>
                <a:lnTo>
                  <a:pt x="926" y="1134"/>
                </a:lnTo>
                <a:lnTo>
                  <a:pt x="1062" y="1258"/>
                </a:lnTo>
                <a:lnTo>
                  <a:pt x="1171" y="1357"/>
                </a:lnTo>
                <a:lnTo>
                  <a:pt x="1253" y="1529"/>
                </a:lnTo>
                <a:lnTo>
                  <a:pt x="1362" y="1653"/>
                </a:lnTo>
                <a:lnTo>
                  <a:pt x="1417" y="1751"/>
                </a:lnTo>
                <a:lnTo>
                  <a:pt x="1553" y="1801"/>
                </a:lnTo>
                <a:lnTo>
                  <a:pt x="1607" y="1973"/>
                </a:lnTo>
                <a:lnTo>
                  <a:pt x="1744" y="2047"/>
                </a:lnTo>
                <a:lnTo>
                  <a:pt x="1744" y="2097"/>
                </a:lnTo>
                <a:lnTo>
                  <a:pt x="1853" y="2269"/>
                </a:lnTo>
                <a:lnTo>
                  <a:pt x="1934" y="2368"/>
                </a:lnTo>
                <a:lnTo>
                  <a:pt x="2044" y="2492"/>
                </a:lnTo>
                <a:lnTo>
                  <a:pt x="2180" y="2615"/>
                </a:lnTo>
                <a:lnTo>
                  <a:pt x="2234" y="2763"/>
                </a:lnTo>
                <a:lnTo>
                  <a:pt x="2371" y="2837"/>
                </a:lnTo>
                <a:lnTo>
                  <a:pt x="2425" y="3010"/>
                </a:lnTo>
                <a:lnTo>
                  <a:pt x="2480" y="3059"/>
                </a:lnTo>
                <a:lnTo>
                  <a:pt x="2616" y="3182"/>
                </a:lnTo>
                <a:lnTo>
                  <a:pt x="2670" y="3232"/>
                </a:lnTo>
              </a:path>
            </a:pathLst>
          </a:custGeom>
          <a:ln w="3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7231423" y="3036926"/>
            <a:ext cx="2670" cy="3750"/>
          </a:xfrm>
          <a:custGeom>
            <a:avLst/>
            <a:gdLst/>
            <a:ahLst/>
            <a:cxnLst/>
            <a:rect l="l" t="t" r="r" b="b"/>
            <a:pathLst>
              <a:path w="2670" h="3750">
                <a:moveTo>
                  <a:pt x="0" y="0"/>
                </a:moveTo>
                <a:lnTo>
                  <a:pt x="81" y="172"/>
                </a:lnTo>
                <a:lnTo>
                  <a:pt x="190" y="296"/>
                </a:lnTo>
                <a:lnTo>
                  <a:pt x="245" y="394"/>
                </a:lnTo>
                <a:lnTo>
                  <a:pt x="327" y="468"/>
                </a:lnTo>
                <a:lnTo>
                  <a:pt x="381" y="567"/>
                </a:lnTo>
                <a:lnTo>
                  <a:pt x="490" y="740"/>
                </a:lnTo>
                <a:lnTo>
                  <a:pt x="626" y="814"/>
                </a:lnTo>
                <a:lnTo>
                  <a:pt x="681" y="962"/>
                </a:lnTo>
                <a:lnTo>
                  <a:pt x="817" y="1085"/>
                </a:lnTo>
                <a:lnTo>
                  <a:pt x="926" y="1258"/>
                </a:lnTo>
                <a:lnTo>
                  <a:pt x="1008" y="1357"/>
                </a:lnTo>
                <a:lnTo>
                  <a:pt x="1062" y="1480"/>
                </a:lnTo>
                <a:lnTo>
                  <a:pt x="1117" y="1529"/>
                </a:lnTo>
                <a:lnTo>
                  <a:pt x="1253" y="1653"/>
                </a:lnTo>
                <a:lnTo>
                  <a:pt x="1253" y="1702"/>
                </a:lnTo>
                <a:lnTo>
                  <a:pt x="1362" y="1825"/>
                </a:lnTo>
                <a:lnTo>
                  <a:pt x="1362" y="1875"/>
                </a:lnTo>
                <a:lnTo>
                  <a:pt x="1498" y="1998"/>
                </a:lnTo>
                <a:lnTo>
                  <a:pt x="1498" y="2047"/>
                </a:lnTo>
                <a:lnTo>
                  <a:pt x="1607" y="2171"/>
                </a:lnTo>
                <a:lnTo>
                  <a:pt x="1607" y="2220"/>
                </a:lnTo>
                <a:lnTo>
                  <a:pt x="1744" y="2319"/>
                </a:lnTo>
                <a:lnTo>
                  <a:pt x="1744" y="2393"/>
                </a:lnTo>
                <a:lnTo>
                  <a:pt x="1880" y="2492"/>
                </a:lnTo>
                <a:lnTo>
                  <a:pt x="1934" y="2664"/>
                </a:lnTo>
                <a:lnTo>
                  <a:pt x="1934" y="2664"/>
                </a:lnTo>
                <a:lnTo>
                  <a:pt x="2044" y="2788"/>
                </a:lnTo>
                <a:lnTo>
                  <a:pt x="2044" y="2837"/>
                </a:lnTo>
                <a:lnTo>
                  <a:pt x="2180" y="2960"/>
                </a:lnTo>
                <a:lnTo>
                  <a:pt x="2180" y="3010"/>
                </a:lnTo>
                <a:lnTo>
                  <a:pt x="2289" y="3133"/>
                </a:lnTo>
                <a:lnTo>
                  <a:pt x="2289" y="3182"/>
                </a:lnTo>
                <a:lnTo>
                  <a:pt x="2425" y="3355"/>
                </a:lnTo>
                <a:lnTo>
                  <a:pt x="2425" y="3404"/>
                </a:lnTo>
                <a:lnTo>
                  <a:pt x="2480" y="3454"/>
                </a:lnTo>
                <a:lnTo>
                  <a:pt x="2616" y="3577"/>
                </a:lnTo>
                <a:lnTo>
                  <a:pt x="2670" y="3750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7234094" y="3040677"/>
            <a:ext cx="2725" cy="4169"/>
          </a:xfrm>
          <a:custGeom>
            <a:avLst/>
            <a:gdLst/>
            <a:ahLst/>
            <a:cxnLst/>
            <a:rect l="l" t="t" r="r" b="b"/>
            <a:pathLst>
              <a:path w="2725" h="4169">
                <a:moveTo>
                  <a:pt x="0" y="0"/>
                </a:moveTo>
                <a:lnTo>
                  <a:pt x="136" y="98"/>
                </a:lnTo>
                <a:lnTo>
                  <a:pt x="136" y="172"/>
                </a:lnTo>
                <a:lnTo>
                  <a:pt x="190" y="271"/>
                </a:lnTo>
                <a:lnTo>
                  <a:pt x="327" y="394"/>
                </a:lnTo>
                <a:lnTo>
                  <a:pt x="381" y="567"/>
                </a:lnTo>
                <a:lnTo>
                  <a:pt x="436" y="567"/>
                </a:lnTo>
                <a:lnTo>
                  <a:pt x="490" y="740"/>
                </a:lnTo>
                <a:lnTo>
                  <a:pt x="572" y="740"/>
                </a:lnTo>
                <a:lnTo>
                  <a:pt x="626" y="838"/>
                </a:lnTo>
                <a:lnTo>
                  <a:pt x="681" y="1011"/>
                </a:lnTo>
                <a:lnTo>
                  <a:pt x="735" y="1011"/>
                </a:lnTo>
                <a:lnTo>
                  <a:pt x="735" y="1060"/>
                </a:lnTo>
                <a:lnTo>
                  <a:pt x="872" y="1233"/>
                </a:lnTo>
                <a:lnTo>
                  <a:pt x="872" y="1307"/>
                </a:lnTo>
                <a:lnTo>
                  <a:pt x="1008" y="1406"/>
                </a:lnTo>
                <a:lnTo>
                  <a:pt x="1062" y="1579"/>
                </a:lnTo>
                <a:lnTo>
                  <a:pt x="1117" y="1579"/>
                </a:lnTo>
                <a:lnTo>
                  <a:pt x="1171" y="1751"/>
                </a:lnTo>
                <a:lnTo>
                  <a:pt x="1253" y="1751"/>
                </a:lnTo>
                <a:lnTo>
                  <a:pt x="1308" y="1924"/>
                </a:lnTo>
                <a:lnTo>
                  <a:pt x="1308" y="1924"/>
                </a:lnTo>
                <a:lnTo>
                  <a:pt x="1444" y="2097"/>
                </a:lnTo>
                <a:lnTo>
                  <a:pt x="1444" y="2146"/>
                </a:lnTo>
                <a:lnTo>
                  <a:pt x="1553" y="2319"/>
                </a:lnTo>
                <a:lnTo>
                  <a:pt x="1689" y="2418"/>
                </a:lnTo>
                <a:lnTo>
                  <a:pt x="1689" y="2492"/>
                </a:lnTo>
                <a:lnTo>
                  <a:pt x="1798" y="2664"/>
                </a:lnTo>
                <a:lnTo>
                  <a:pt x="1798" y="2714"/>
                </a:lnTo>
                <a:lnTo>
                  <a:pt x="1934" y="2812"/>
                </a:lnTo>
                <a:lnTo>
                  <a:pt x="1989" y="2985"/>
                </a:lnTo>
                <a:lnTo>
                  <a:pt x="2125" y="3108"/>
                </a:lnTo>
                <a:lnTo>
                  <a:pt x="2125" y="3158"/>
                </a:lnTo>
                <a:lnTo>
                  <a:pt x="2234" y="3330"/>
                </a:lnTo>
                <a:lnTo>
                  <a:pt x="2234" y="3380"/>
                </a:lnTo>
                <a:lnTo>
                  <a:pt x="2371" y="3503"/>
                </a:lnTo>
                <a:lnTo>
                  <a:pt x="2425" y="3676"/>
                </a:lnTo>
                <a:lnTo>
                  <a:pt x="2480" y="3775"/>
                </a:lnTo>
                <a:lnTo>
                  <a:pt x="2616" y="3898"/>
                </a:lnTo>
                <a:lnTo>
                  <a:pt x="2670" y="4071"/>
                </a:lnTo>
              </a:path>
            </a:pathLst>
          </a:custGeom>
          <a:ln w="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7236820" y="3044847"/>
            <a:ext cx="2725" cy="4539"/>
          </a:xfrm>
          <a:custGeom>
            <a:avLst/>
            <a:gdLst/>
            <a:ahLst/>
            <a:cxnLst/>
            <a:rect l="l" t="t" r="r" b="b"/>
            <a:pathLst>
              <a:path w="2725" h="4539">
                <a:moveTo>
                  <a:pt x="0" y="0"/>
                </a:moveTo>
                <a:lnTo>
                  <a:pt x="136" y="123"/>
                </a:lnTo>
                <a:lnTo>
                  <a:pt x="190" y="296"/>
                </a:lnTo>
                <a:lnTo>
                  <a:pt x="327" y="419"/>
                </a:lnTo>
                <a:lnTo>
                  <a:pt x="381" y="567"/>
                </a:lnTo>
                <a:lnTo>
                  <a:pt x="436" y="690"/>
                </a:lnTo>
                <a:lnTo>
                  <a:pt x="572" y="863"/>
                </a:lnTo>
                <a:lnTo>
                  <a:pt x="626" y="912"/>
                </a:lnTo>
                <a:lnTo>
                  <a:pt x="681" y="1085"/>
                </a:lnTo>
                <a:lnTo>
                  <a:pt x="763" y="1209"/>
                </a:lnTo>
                <a:lnTo>
                  <a:pt x="872" y="1381"/>
                </a:lnTo>
                <a:lnTo>
                  <a:pt x="872" y="1431"/>
                </a:lnTo>
                <a:lnTo>
                  <a:pt x="1008" y="1529"/>
                </a:lnTo>
                <a:lnTo>
                  <a:pt x="1062" y="1702"/>
                </a:lnTo>
                <a:lnTo>
                  <a:pt x="1199" y="1825"/>
                </a:lnTo>
                <a:lnTo>
                  <a:pt x="1253" y="1998"/>
                </a:lnTo>
                <a:lnTo>
                  <a:pt x="1308" y="2171"/>
                </a:lnTo>
                <a:lnTo>
                  <a:pt x="1444" y="2269"/>
                </a:lnTo>
                <a:lnTo>
                  <a:pt x="1444" y="2319"/>
                </a:lnTo>
                <a:lnTo>
                  <a:pt x="1553" y="2492"/>
                </a:lnTo>
                <a:lnTo>
                  <a:pt x="1635" y="2566"/>
                </a:lnTo>
                <a:lnTo>
                  <a:pt x="1689" y="2738"/>
                </a:lnTo>
                <a:lnTo>
                  <a:pt x="1744" y="2886"/>
                </a:lnTo>
                <a:lnTo>
                  <a:pt x="1798" y="2960"/>
                </a:lnTo>
                <a:lnTo>
                  <a:pt x="1934" y="3133"/>
                </a:lnTo>
                <a:lnTo>
                  <a:pt x="1989" y="3281"/>
                </a:lnTo>
                <a:lnTo>
                  <a:pt x="2044" y="3281"/>
                </a:lnTo>
                <a:lnTo>
                  <a:pt x="2044" y="3404"/>
                </a:lnTo>
                <a:lnTo>
                  <a:pt x="2125" y="3528"/>
                </a:lnTo>
                <a:lnTo>
                  <a:pt x="2234" y="3701"/>
                </a:lnTo>
                <a:lnTo>
                  <a:pt x="2316" y="3849"/>
                </a:lnTo>
                <a:lnTo>
                  <a:pt x="2371" y="3923"/>
                </a:lnTo>
                <a:lnTo>
                  <a:pt x="2480" y="4095"/>
                </a:lnTo>
                <a:lnTo>
                  <a:pt x="2561" y="4145"/>
                </a:lnTo>
                <a:lnTo>
                  <a:pt x="2561" y="4243"/>
                </a:lnTo>
                <a:lnTo>
                  <a:pt x="2670" y="4416"/>
                </a:lnTo>
                <a:lnTo>
                  <a:pt x="2670" y="4490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7239545" y="3049387"/>
            <a:ext cx="2752" cy="4984"/>
          </a:xfrm>
          <a:custGeom>
            <a:avLst/>
            <a:gdLst/>
            <a:ahLst/>
            <a:cxnLst/>
            <a:rect l="l" t="t" r="r" b="b"/>
            <a:pathLst>
              <a:path w="2752" h="4984">
                <a:moveTo>
                  <a:pt x="0" y="0"/>
                </a:moveTo>
                <a:lnTo>
                  <a:pt x="81" y="172"/>
                </a:lnTo>
                <a:lnTo>
                  <a:pt x="190" y="345"/>
                </a:lnTo>
                <a:lnTo>
                  <a:pt x="272" y="518"/>
                </a:lnTo>
                <a:lnTo>
                  <a:pt x="327" y="518"/>
                </a:lnTo>
                <a:lnTo>
                  <a:pt x="381" y="666"/>
                </a:lnTo>
                <a:lnTo>
                  <a:pt x="381" y="740"/>
                </a:lnTo>
                <a:lnTo>
                  <a:pt x="436" y="789"/>
                </a:lnTo>
                <a:lnTo>
                  <a:pt x="572" y="962"/>
                </a:lnTo>
                <a:lnTo>
                  <a:pt x="572" y="1085"/>
                </a:lnTo>
                <a:lnTo>
                  <a:pt x="626" y="1134"/>
                </a:lnTo>
                <a:lnTo>
                  <a:pt x="763" y="1307"/>
                </a:lnTo>
                <a:lnTo>
                  <a:pt x="817" y="1480"/>
                </a:lnTo>
                <a:lnTo>
                  <a:pt x="953" y="1579"/>
                </a:lnTo>
                <a:lnTo>
                  <a:pt x="953" y="1702"/>
                </a:lnTo>
                <a:lnTo>
                  <a:pt x="1008" y="1801"/>
                </a:lnTo>
                <a:lnTo>
                  <a:pt x="1062" y="1801"/>
                </a:lnTo>
                <a:lnTo>
                  <a:pt x="1117" y="1973"/>
                </a:lnTo>
                <a:lnTo>
                  <a:pt x="1117" y="2023"/>
                </a:lnTo>
                <a:lnTo>
                  <a:pt x="1199" y="2023"/>
                </a:lnTo>
                <a:lnTo>
                  <a:pt x="1253" y="2146"/>
                </a:lnTo>
                <a:lnTo>
                  <a:pt x="1253" y="2269"/>
                </a:lnTo>
                <a:lnTo>
                  <a:pt x="1389" y="2368"/>
                </a:lnTo>
                <a:lnTo>
                  <a:pt x="1389" y="2492"/>
                </a:lnTo>
                <a:lnTo>
                  <a:pt x="1444" y="2590"/>
                </a:lnTo>
                <a:lnTo>
                  <a:pt x="1498" y="2590"/>
                </a:lnTo>
                <a:lnTo>
                  <a:pt x="1553" y="2763"/>
                </a:lnTo>
                <a:lnTo>
                  <a:pt x="1553" y="2837"/>
                </a:lnTo>
                <a:lnTo>
                  <a:pt x="1635" y="2837"/>
                </a:lnTo>
                <a:lnTo>
                  <a:pt x="1689" y="2985"/>
                </a:lnTo>
                <a:lnTo>
                  <a:pt x="1689" y="3059"/>
                </a:lnTo>
                <a:lnTo>
                  <a:pt x="1744" y="3059"/>
                </a:lnTo>
                <a:lnTo>
                  <a:pt x="1825" y="3232"/>
                </a:lnTo>
                <a:lnTo>
                  <a:pt x="1825" y="3281"/>
                </a:lnTo>
                <a:lnTo>
                  <a:pt x="1880" y="3281"/>
                </a:lnTo>
                <a:lnTo>
                  <a:pt x="1934" y="3454"/>
                </a:lnTo>
                <a:lnTo>
                  <a:pt x="1989" y="3627"/>
                </a:lnTo>
                <a:lnTo>
                  <a:pt x="2125" y="3799"/>
                </a:lnTo>
                <a:lnTo>
                  <a:pt x="2180" y="3947"/>
                </a:lnTo>
                <a:lnTo>
                  <a:pt x="2316" y="4120"/>
                </a:lnTo>
                <a:lnTo>
                  <a:pt x="2316" y="4243"/>
                </a:lnTo>
                <a:lnTo>
                  <a:pt x="2371" y="4293"/>
                </a:lnTo>
                <a:lnTo>
                  <a:pt x="2425" y="4465"/>
                </a:lnTo>
                <a:lnTo>
                  <a:pt x="2507" y="4465"/>
                </a:lnTo>
                <a:lnTo>
                  <a:pt x="2561" y="4638"/>
                </a:lnTo>
                <a:lnTo>
                  <a:pt x="2561" y="4688"/>
                </a:lnTo>
                <a:lnTo>
                  <a:pt x="2616" y="4688"/>
                </a:lnTo>
                <a:lnTo>
                  <a:pt x="2670" y="4811"/>
                </a:lnTo>
                <a:lnTo>
                  <a:pt x="2752" y="4984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7242298" y="3054371"/>
            <a:ext cx="2725" cy="5304"/>
          </a:xfrm>
          <a:custGeom>
            <a:avLst/>
            <a:gdLst/>
            <a:ahLst/>
            <a:cxnLst/>
            <a:rect l="l" t="t" r="r" b="b"/>
            <a:pathLst>
              <a:path w="2725" h="5304">
                <a:moveTo>
                  <a:pt x="0" y="0"/>
                </a:moveTo>
                <a:lnTo>
                  <a:pt x="0" y="49"/>
                </a:lnTo>
                <a:lnTo>
                  <a:pt x="54" y="172"/>
                </a:lnTo>
                <a:lnTo>
                  <a:pt x="109" y="172"/>
                </a:lnTo>
                <a:lnTo>
                  <a:pt x="163" y="345"/>
                </a:lnTo>
                <a:lnTo>
                  <a:pt x="245" y="493"/>
                </a:lnTo>
                <a:lnTo>
                  <a:pt x="354" y="666"/>
                </a:lnTo>
                <a:lnTo>
                  <a:pt x="354" y="789"/>
                </a:lnTo>
                <a:lnTo>
                  <a:pt x="436" y="838"/>
                </a:lnTo>
                <a:lnTo>
                  <a:pt x="490" y="1011"/>
                </a:lnTo>
                <a:lnTo>
                  <a:pt x="545" y="1011"/>
                </a:lnTo>
                <a:lnTo>
                  <a:pt x="599" y="1134"/>
                </a:lnTo>
                <a:lnTo>
                  <a:pt x="681" y="1233"/>
                </a:lnTo>
                <a:lnTo>
                  <a:pt x="735" y="1406"/>
                </a:lnTo>
                <a:lnTo>
                  <a:pt x="790" y="1579"/>
                </a:lnTo>
                <a:lnTo>
                  <a:pt x="926" y="1751"/>
                </a:lnTo>
                <a:lnTo>
                  <a:pt x="926" y="1850"/>
                </a:lnTo>
                <a:lnTo>
                  <a:pt x="981" y="1850"/>
                </a:lnTo>
                <a:lnTo>
                  <a:pt x="1035" y="2023"/>
                </a:lnTo>
                <a:lnTo>
                  <a:pt x="1035" y="2097"/>
                </a:lnTo>
                <a:lnTo>
                  <a:pt x="1171" y="2195"/>
                </a:lnTo>
                <a:lnTo>
                  <a:pt x="1226" y="2368"/>
                </a:lnTo>
                <a:lnTo>
                  <a:pt x="1280" y="2541"/>
                </a:lnTo>
                <a:lnTo>
                  <a:pt x="1362" y="2714"/>
                </a:lnTo>
                <a:lnTo>
                  <a:pt x="1471" y="2812"/>
                </a:lnTo>
                <a:lnTo>
                  <a:pt x="1553" y="2936"/>
                </a:lnTo>
                <a:lnTo>
                  <a:pt x="1607" y="3059"/>
                </a:lnTo>
                <a:lnTo>
                  <a:pt x="1662" y="3207"/>
                </a:lnTo>
                <a:lnTo>
                  <a:pt x="1716" y="3380"/>
                </a:lnTo>
                <a:lnTo>
                  <a:pt x="1716" y="3454"/>
                </a:lnTo>
                <a:lnTo>
                  <a:pt x="1853" y="3553"/>
                </a:lnTo>
                <a:lnTo>
                  <a:pt x="1907" y="3676"/>
                </a:lnTo>
                <a:lnTo>
                  <a:pt x="1989" y="3849"/>
                </a:lnTo>
                <a:lnTo>
                  <a:pt x="2044" y="4021"/>
                </a:lnTo>
                <a:lnTo>
                  <a:pt x="2044" y="4071"/>
                </a:lnTo>
                <a:lnTo>
                  <a:pt x="2153" y="4169"/>
                </a:lnTo>
                <a:lnTo>
                  <a:pt x="2234" y="4342"/>
                </a:lnTo>
                <a:lnTo>
                  <a:pt x="2289" y="4515"/>
                </a:lnTo>
                <a:lnTo>
                  <a:pt x="2398" y="4688"/>
                </a:lnTo>
                <a:lnTo>
                  <a:pt x="2398" y="4811"/>
                </a:lnTo>
                <a:lnTo>
                  <a:pt x="2534" y="4910"/>
                </a:lnTo>
                <a:lnTo>
                  <a:pt x="2589" y="5082"/>
                </a:lnTo>
                <a:lnTo>
                  <a:pt x="2589" y="5206"/>
                </a:lnTo>
                <a:lnTo>
                  <a:pt x="2725" y="5304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7245023" y="3059676"/>
            <a:ext cx="2670" cy="5724"/>
          </a:xfrm>
          <a:custGeom>
            <a:avLst/>
            <a:gdLst/>
            <a:ahLst/>
            <a:cxnLst/>
            <a:rect l="l" t="t" r="r" b="b"/>
            <a:pathLst>
              <a:path w="2670" h="5724">
                <a:moveTo>
                  <a:pt x="0" y="0"/>
                </a:moveTo>
                <a:lnTo>
                  <a:pt x="0" y="0"/>
                </a:lnTo>
                <a:lnTo>
                  <a:pt x="54" y="172"/>
                </a:lnTo>
                <a:lnTo>
                  <a:pt x="109" y="345"/>
                </a:lnTo>
                <a:lnTo>
                  <a:pt x="109" y="394"/>
                </a:lnTo>
                <a:lnTo>
                  <a:pt x="245" y="518"/>
                </a:lnTo>
                <a:lnTo>
                  <a:pt x="299" y="690"/>
                </a:lnTo>
                <a:lnTo>
                  <a:pt x="354" y="863"/>
                </a:lnTo>
                <a:lnTo>
                  <a:pt x="490" y="1036"/>
                </a:lnTo>
                <a:lnTo>
                  <a:pt x="490" y="1134"/>
                </a:lnTo>
                <a:lnTo>
                  <a:pt x="545" y="1134"/>
                </a:lnTo>
                <a:lnTo>
                  <a:pt x="626" y="1307"/>
                </a:lnTo>
                <a:lnTo>
                  <a:pt x="681" y="1480"/>
                </a:lnTo>
                <a:lnTo>
                  <a:pt x="681" y="1529"/>
                </a:lnTo>
                <a:lnTo>
                  <a:pt x="790" y="1653"/>
                </a:lnTo>
                <a:lnTo>
                  <a:pt x="872" y="1825"/>
                </a:lnTo>
                <a:lnTo>
                  <a:pt x="926" y="1924"/>
                </a:lnTo>
                <a:lnTo>
                  <a:pt x="981" y="2097"/>
                </a:lnTo>
                <a:lnTo>
                  <a:pt x="1062" y="2269"/>
                </a:lnTo>
                <a:lnTo>
                  <a:pt x="1062" y="2319"/>
                </a:lnTo>
                <a:lnTo>
                  <a:pt x="1171" y="2442"/>
                </a:lnTo>
                <a:lnTo>
                  <a:pt x="1226" y="2615"/>
                </a:lnTo>
                <a:lnTo>
                  <a:pt x="1226" y="2714"/>
                </a:lnTo>
                <a:lnTo>
                  <a:pt x="1362" y="2837"/>
                </a:lnTo>
                <a:lnTo>
                  <a:pt x="1417" y="3010"/>
                </a:lnTo>
                <a:lnTo>
                  <a:pt x="1471" y="3182"/>
                </a:lnTo>
                <a:lnTo>
                  <a:pt x="1471" y="3232"/>
                </a:lnTo>
                <a:lnTo>
                  <a:pt x="1607" y="3355"/>
                </a:lnTo>
                <a:lnTo>
                  <a:pt x="1662" y="3528"/>
                </a:lnTo>
                <a:lnTo>
                  <a:pt x="1662" y="3577"/>
                </a:lnTo>
                <a:lnTo>
                  <a:pt x="1744" y="3676"/>
                </a:lnTo>
                <a:lnTo>
                  <a:pt x="1798" y="3849"/>
                </a:lnTo>
                <a:lnTo>
                  <a:pt x="1853" y="4021"/>
                </a:lnTo>
                <a:lnTo>
                  <a:pt x="1907" y="4021"/>
                </a:lnTo>
                <a:lnTo>
                  <a:pt x="1989" y="4194"/>
                </a:lnTo>
                <a:lnTo>
                  <a:pt x="2044" y="4367"/>
                </a:lnTo>
                <a:lnTo>
                  <a:pt x="2044" y="4416"/>
                </a:lnTo>
                <a:lnTo>
                  <a:pt x="2098" y="4539"/>
                </a:lnTo>
                <a:lnTo>
                  <a:pt x="2153" y="4712"/>
                </a:lnTo>
                <a:lnTo>
                  <a:pt x="2289" y="4811"/>
                </a:lnTo>
                <a:lnTo>
                  <a:pt x="2343" y="4984"/>
                </a:lnTo>
                <a:lnTo>
                  <a:pt x="2425" y="5156"/>
                </a:lnTo>
                <a:lnTo>
                  <a:pt x="2480" y="5280"/>
                </a:lnTo>
                <a:lnTo>
                  <a:pt x="2534" y="5428"/>
                </a:lnTo>
                <a:lnTo>
                  <a:pt x="2534" y="5502"/>
                </a:lnTo>
                <a:lnTo>
                  <a:pt x="2589" y="5502"/>
                </a:lnTo>
                <a:lnTo>
                  <a:pt x="2670" y="5674"/>
                </a:lnTo>
                <a:lnTo>
                  <a:pt x="2670" y="5724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7247694" y="3065400"/>
            <a:ext cx="2725" cy="6168"/>
          </a:xfrm>
          <a:custGeom>
            <a:avLst/>
            <a:gdLst/>
            <a:ahLst/>
            <a:cxnLst/>
            <a:rect l="l" t="t" r="r" b="b"/>
            <a:pathLst>
              <a:path w="2725" h="6168">
                <a:moveTo>
                  <a:pt x="0" y="0"/>
                </a:moveTo>
                <a:lnTo>
                  <a:pt x="54" y="123"/>
                </a:lnTo>
                <a:lnTo>
                  <a:pt x="109" y="271"/>
                </a:lnTo>
                <a:lnTo>
                  <a:pt x="190" y="444"/>
                </a:lnTo>
                <a:lnTo>
                  <a:pt x="299" y="616"/>
                </a:lnTo>
                <a:lnTo>
                  <a:pt x="354" y="789"/>
                </a:lnTo>
                <a:lnTo>
                  <a:pt x="436" y="838"/>
                </a:lnTo>
                <a:lnTo>
                  <a:pt x="490" y="1011"/>
                </a:lnTo>
                <a:lnTo>
                  <a:pt x="490" y="1085"/>
                </a:lnTo>
                <a:lnTo>
                  <a:pt x="545" y="1184"/>
                </a:lnTo>
                <a:lnTo>
                  <a:pt x="599" y="1357"/>
                </a:lnTo>
                <a:lnTo>
                  <a:pt x="599" y="1406"/>
                </a:lnTo>
                <a:lnTo>
                  <a:pt x="735" y="1579"/>
                </a:lnTo>
                <a:lnTo>
                  <a:pt x="790" y="1751"/>
                </a:lnTo>
                <a:lnTo>
                  <a:pt x="872" y="1801"/>
                </a:lnTo>
                <a:lnTo>
                  <a:pt x="926" y="1973"/>
                </a:lnTo>
                <a:lnTo>
                  <a:pt x="981" y="2097"/>
                </a:lnTo>
                <a:lnTo>
                  <a:pt x="1035" y="2269"/>
                </a:lnTo>
                <a:lnTo>
                  <a:pt x="1117" y="2368"/>
                </a:lnTo>
                <a:lnTo>
                  <a:pt x="1117" y="2492"/>
                </a:lnTo>
                <a:lnTo>
                  <a:pt x="1226" y="2664"/>
                </a:lnTo>
                <a:lnTo>
                  <a:pt x="1226" y="2714"/>
                </a:lnTo>
                <a:lnTo>
                  <a:pt x="1308" y="2886"/>
                </a:lnTo>
                <a:lnTo>
                  <a:pt x="1362" y="3059"/>
                </a:lnTo>
                <a:lnTo>
                  <a:pt x="1417" y="3232"/>
                </a:lnTo>
                <a:lnTo>
                  <a:pt x="1553" y="3330"/>
                </a:lnTo>
                <a:lnTo>
                  <a:pt x="1553" y="3503"/>
                </a:lnTo>
                <a:lnTo>
                  <a:pt x="1662" y="3676"/>
                </a:lnTo>
                <a:lnTo>
                  <a:pt x="1716" y="3849"/>
                </a:lnTo>
                <a:lnTo>
                  <a:pt x="1798" y="3898"/>
                </a:lnTo>
                <a:lnTo>
                  <a:pt x="1853" y="4071"/>
                </a:lnTo>
                <a:lnTo>
                  <a:pt x="1907" y="4194"/>
                </a:lnTo>
                <a:lnTo>
                  <a:pt x="1989" y="4367"/>
                </a:lnTo>
                <a:lnTo>
                  <a:pt x="2044" y="4515"/>
                </a:lnTo>
                <a:lnTo>
                  <a:pt x="2098" y="4688"/>
                </a:lnTo>
                <a:lnTo>
                  <a:pt x="2153" y="4811"/>
                </a:lnTo>
                <a:lnTo>
                  <a:pt x="2234" y="4984"/>
                </a:lnTo>
                <a:lnTo>
                  <a:pt x="2234" y="5033"/>
                </a:lnTo>
                <a:lnTo>
                  <a:pt x="2289" y="5156"/>
                </a:lnTo>
                <a:lnTo>
                  <a:pt x="2343" y="5329"/>
                </a:lnTo>
                <a:lnTo>
                  <a:pt x="2398" y="5428"/>
                </a:lnTo>
                <a:lnTo>
                  <a:pt x="2480" y="5600"/>
                </a:lnTo>
                <a:lnTo>
                  <a:pt x="2589" y="5773"/>
                </a:lnTo>
                <a:lnTo>
                  <a:pt x="2670" y="5946"/>
                </a:lnTo>
                <a:lnTo>
                  <a:pt x="2725" y="6119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7250419" y="3071568"/>
            <a:ext cx="2725" cy="6439"/>
          </a:xfrm>
          <a:custGeom>
            <a:avLst/>
            <a:gdLst/>
            <a:ahLst/>
            <a:cxnLst/>
            <a:rect l="l" t="t" r="r" b="b"/>
            <a:pathLst>
              <a:path w="2725" h="6439">
                <a:moveTo>
                  <a:pt x="0" y="0"/>
                </a:moveTo>
                <a:lnTo>
                  <a:pt x="54" y="172"/>
                </a:lnTo>
                <a:lnTo>
                  <a:pt x="109" y="271"/>
                </a:lnTo>
                <a:lnTo>
                  <a:pt x="190" y="444"/>
                </a:lnTo>
                <a:lnTo>
                  <a:pt x="245" y="567"/>
                </a:lnTo>
                <a:lnTo>
                  <a:pt x="299" y="740"/>
                </a:lnTo>
                <a:lnTo>
                  <a:pt x="436" y="912"/>
                </a:lnTo>
                <a:lnTo>
                  <a:pt x="490" y="1060"/>
                </a:lnTo>
                <a:lnTo>
                  <a:pt x="545" y="1233"/>
                </a:lnTo>
                <a:lnTo>
                  <a:pt x="545" y="1307"/>
                </a:lnTo>
                <a:lnTo>
                  <a:pt x="626" y="1480"/>
                </a:lnTo>
                <a:lnTo>
                  <a:pt x="735" y="1628"/>
                </a:lnTo>
                <a:lnTo>
                  <a:pt x="790" y="1801"/>
                </a:lnTo>
                <a:lnTo>
                  <a:pt x="872" y="1973"/>
                </a:lnTo>
                <a:lnTo>
                  <a:pt x="926" y="2146"/>
                </a:lnTo>
                <a:lnTo>
                  <a:pt x="981" y="2319"/>
                </a:lnTo>
                <a:lnTo>
                  <a:pt x="1062" y="2492"/>
                </a:lnTo>
                <a:lnTo>
                  <a:pt x="1117" y="2664"/>
                </a:lnTo>
                <a:lnTo>
                  <a:pt x="1226" y="2837"/>
                </a:lnTo>
                <a:lnTo>
                  <a:pt x="1308" y="2985"/>
                </a:lnTo>
                <a:lnTo>
                  <a:pt x="1362" y="3158"/>
                </a:lnTo>
                <a:lnTo>
                  <a:pt x="1417" y="3330"/>
                </a:lnTo>
                <a:lnTo>
                  <a:pt x="1498" y="3404"/>
                </a:lnTo>
                <a:lnTo>
                  <a:pt x="1553" y="3553"/>
                </a:lnTo>
                <a:lnTo>
                  <a:pt x="1553" y="3676"/>
                </a:lnTo>
                <a:lnTo>
                  <a:pt x="1662" y="3849"/>
                </a:lnTo>
                <a:lnTo>
                  <a:pt x="1744" y="4021"/>
                </a:lnTo>
                <a:lnTo>
                  <a:pt x="1798" y="4194"/>
                </a:lnTo>
                <a:lnTo>
                  <a:pt x="1853" y="4367"/>
                </a:lnTo>
                <a:lnTo>
                  <a:pt x="1907" y="4515"/>
                </a:lnTo>
                <a:lnTo>
                  <a:pt x="1989" y="4688"/>
                </a:lnTo>
                <a:lnTo>
                  <a:pt x="2044" y="4860"/>
                </a:lnTo>
                <a:lnTo>
                  <a:pt x="2098" y="5033"/>
                </a:lnTo>
                <a:lnTo>
                  <a:pt x="2234" y="5206"/>
                </a:lnTo>
                <a:lnTo>
                  <a:pt x="2289" y="5378"/>
                </a:lnTo>
                <a:lnTo>
                  <a:pt x="2343" y="5551"/>
                </a:lnTo>
                <a:lnTo>
                  <a:pt x="2425" y="5724"/>
                </a:lnTo>
                <a:lnTo>
                  <a:pt x="2480" y="5872"/>
                </a:lnTo>
                <a:lnTo>
                  <a:pt x="2534" y="5995"/>
                </a:lnTo>
                <a:lnTo>
                  <a:pt x="2589" y="6168"/>
                </a:lnTo>
                <a:lnTo>
                  <a:pt x="2670" y="6341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7253144" y="3078008"/>
            <a:ext cx="2725" cy="6908"/>
          </a:xfrm>
          <a:custGeom>
            <a:avLst/>
            <a:gdLst/>
            <a:ahLst/>
            <a:cxnLst/>
            <a:rect l="l" t="t" r="r" b="b"/>
            <a:pathLst>
              <a:path w="2725" h="6908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90" y="518"/>
                </a:lnTo>
                <a:lnTo>
                  <a:pt x="245" y="641"/>
                </a:lnTo>
                <a:lnTo>
                  <a:pt x="299" y="789"/>
                </a:lnTo>
                <a:lnTo>
                  <a:pt x="381" y="962"/>
                </a:lnTo>
                <a:lnTo>
                  <a:pt x="436" y="1134"/>
                </a:lnTo>
                <a:lnTo>
                  <a:pt x="490" y="1307"/>
                </a:lnTo>
                <a:lnTo>
                  <a:pt x="572" y="1480"/>
                </a:lnTo>
                <a:lnTo>
                  <a:pt x="626" y="1653"/>
                </a:lnTo>
                <a:lnTo>
                  <a:pt x="735" y="1825"/>
                </a:lnTo>
                <a:lnTo>
                  <a:pt x="817" y="1998"/>
                </a:lnTo>
                <a:lnTo>
                  <a:pt x="872" y="2171"/>
                </a:lnTo>
                <a:lnTo>
                  <a:pt x="926" y="2319"/>
                </a:lnTo>
                <a:lnTo>
                  <a:pt x="981" y="2492"/>
                </a:lnTo>
                <a:lnTo>
                  <a:pt x="1062" y="2664"/>
                </a:lnTo>
                <a:lnTo>
                  <a:pt x="1117" y="2837"/>
                </a:lnTo>
                <a:lnTo>
                  <a:pt x="1171" y="3010"/>
                </a:lnTo>
                <a:lnTo>
                  <a:pt x="1253" y="3182"/>
                </a:lnTo>
                <a:lnTo>
                  <a:pt x="1308" y="3355"/>
                </a:lnTo>
                <a:lnTo>
                  <a:pt x="1362" y="3528"/>
                </a:lnTo>
                <a:lnTo>
                  <a:pt x="1417" y="3676"/>
                </a:lnTo>
                <a:lnTo>
                  <a:pt x="1498" y="3750"/>
                </a:lnTo>
                <a:lnTo>
                  <a:pt x="1553" y="3923"/>
                </a:lnTo>
                <a:lnTo>
                  <a:pt x="1607" y="4071"/>
                </a:lnTo>
                <a:lnTo>
                  <a:pt x="1662" y="4243"/>
                </a:lnTo>
                <a:lnTo>
                  <a:pt x="1744" y="4367"/>
                </a:lnTo>
                <a:lnTo>
                  <a:pt x="1798" y="4539"/>
                </a:lnTo>
                <a:lnTo>
                  <a:pt x="1853" y="4712"/>
                </a:lnTo>
                <a:lnTo>
                  <a:pt x="1934" y="4885"/>
                </a:lnTo>
                <a:lnTo>
                  <a:pt x="1989" y="5033"/>
                </a:lnTo>
                <a:lnTo>
                  <a:pt x="2044" y="5206"/>
                </a:lnTo>
                <a:lnTo>
                  <a:pt x="2098" y="5378"/>
                </a:lnTo>
                <a:lnTo>
                  <a:pt x="2180" y="5551"/>
                </a:lnTo>
                <a:lnTo>
                  <a:pt x="2234" y="5724"/>
                </a:lnTo>
                <a:lnTo>
                  <a:pt x="2371" y="5897"/>
                </a:lnTo>
                <a:lnTo>
                  <a:pt x="2371" y="6069"/>
                </a:lnTo>
                <a:lnTo>
                  <a:pt x="2480" y="6242"/>
                </a:lnTo>
                <a:lnTo>
                  <a:pt x="2534" y="6415"/>
                </a:lnTo>
                <a:lnTo>
                  <a:pt x="2616" y="6563"/>
                </a:lnTo>
                <a:lnTo>
                  <a:pt x="2670" y="6735"/>
                </a:lnTo>
                <a:lnTo>
                  <a:pt x="2725" y="6908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7255870" y="3084917"/>
            <a:ext cx="2725" cy="7180"/>
          </a:xfrm>
          <a:custGeom>
            <a:avLst/>
            <a:gdLst/>
            <a:ahLst/>
            <a:cxnLst/>
            <a:rect l="l" t="t" r="r" b="b"/>
            <a:pathLst>
              <a:path w="2725" h="7180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90" y="518"/>
                </a:lnTo>
                <a:lnTo>
                  <a:pt x="245" y="690"/>
                </a:lnTo>
                <a:lnTo>
                  <a:pt x="327" y="863"/>
                </a:lnTo>
                <a:lnTo>
                  <a:pt x="381" y="1011"/>
                </a:lnTo>
                <a:lnTo>
                  <a:pt x="436" y="1184"/>
                </a:lnTo>
                <a:lnTo>
                  <a:pt x="490" y="1357"/>
                </a:lnTo>
                <a:lnTo>
                  <a:pt x="572" y="1529"/>
                </a:lnTo>
                <a:lnTo>
                  <a:pt x="626" y="1702"/>
                </a:lnTo>
                <a:lnTo>
                  <a:pt x="681" y="1875"/>
                </a:lnTo>
                <a:lnTo>
                  <a:pt x="763" y="2047"/>
                </a:lnTo>
                <a:lnTo>
                  <a:pt x="817" y="2220"/>
                </a:lnTo>
                <a:lnTo>
                  <a:pt x="872" y="2368"/>
                </a:lnTo>
                <a:lnTo>
                  <a:pt x="1008" y="2541"/>
                </a:lnTo>
                <a:lnTo>
                  <a:pt x="1008" y="2714"/>
                </a:lnTo>
                <a:lnTo>
                  <a:pt x="1117" y="2886"/>
                </a:lnTo>
                <a:lnTo>
                  <a:pt x="1171" y="3059"/>
                </a:lnTo>
                <a:lnTo>
                  <a:pt x="1253" y="3232"/>
                </a:lnTo>
                <a:lnTo>
                  <a:pt x="1308" y="3404"/>
                </a:lnTo>
                <a:lnTo>
                  <a:pt x="1362" y="3577"/>
                </a:lnTo>
                <a:lnTo>
                  <a:pt x="1444" y="3750"/>
                </a:lnTo>
                <a:lnTo>
                  <a:pt x="1498" y="3898"/>
                </a:lnTo>
                <a:lnTo>
                  <a:pt x="1553" y="4071"/>
                </a:lnTo>
                <a:lnTo>
                  <a:pt x="1607" y="4243"/>
                </a:lnTo>
                <a:lnTo>
                  <a:pt x="1689" y="4416"/>
                </a:lnTo>
                <a:lnTo>
                  <a:pt x="1744" y="4589"/>
                </a:lnTo>
                <a:lnTo>
                  <a:pt x="1798" y="4762"/>
                </a:lnTo>
                <a:lnTo>
                  <a:pt x="1853" y="4934"/>
                </a:lnTo>
                <a:lnTo>
                  <a:pt x="1934" y="5107"/>
                </a:lnTo>
                <a:lnTo>
                  <a:pt x="1989" y="5255"/>
                </a:lnTo>
                <a:lnTo>
                  <a:pt x="2044" y="5428"/>
                </a:lnTo>
                <a:lnTo>
                  <a:pt x="2125" y="5600"/>
                </a:lnTo>
                <a:lnTo>
                  <a:pt x="2180" y="5773"/>
                </a:lnTo>
                <a:lnTo>
                  <a:pt x="2234" y="5946"/>
                </a:lnTo>
                <a:lnTo>
                  <a:pt x="2289" y="6119"/>
                </a:lnTo>
                <a:lnTo>
                  <a:pt x="2371" y="6291"/>
                </a:lnTo>
                <a:lnTo>
                  <a:pt x="2425" y="6464"/>
                </a:lnTo>
                <a:lnTo>
                  <a:pt x="2480" y="6612"/>
                </a:lnTo>
                <a:lnTo>
                  <a:pt x="2561" y="6785"/>
                </a:lnTo>
                <a:lnTo>
                  <a:pt x="2616" y="6958"/>
                </a:lnTo>
                <a:lnTo>
                  <a:pt x="2670" y="7130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7258595" y="3092097"/>
            <a:ext cx="2670" cy="7599"/>
          </a:xfrm>
          <a:custGeom>
            <a:avLst/>
            <a:gdLst/>
            <a:ahLst/>
            <a:cxnLst/>
            <a:rect l="l" t="t" r="r" b="b"/>
            <a:pathLst>
              <a:path w="2670" h="7599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90"/>
                </a:lnTo>
                <a:lnTo>
                  <a:pt x="245" y="863"/>
                </a:lnTo>
                <a:lnTo>
                  <a:pt x="327" y="1036"/>
                </a:lnTo>
                <a:lnTo>
                  <a:pt x="381" y="1209"/>
                </a:lnTo>
                <a:lnTo>
                  <a:pt x="436" y="1357"/>
                </a:lnTo>
                <a:lnTo>
                  <a:pt x="517" y="1529"/>
                </a:lnTo>
                <a:lnTo>
                  <a:pt x="572" y="1702"/>
                </a:lnTo>
                <a:lnTo>
                  <a:pt x="626" y="1875"/>
                </a:lnTo>
                <a:lnTo>
                  <a:pt x="681" y="2047"/>
                </a:lnTo>
                <a:lnTo>
                  <a:pt x="763" y="2220"/>
                </a:lnTo>
                <a:lnTo>
                  <a:pt x="817" y="2393"/>
                </a:lnTo>
                <a:lnTo>
                  <a:pt x="872" y="2566"/>
                </a:lnTo>
                <a:lnTo>
                  <a:pt x="953" y="2714"/>
                </a:lnTo>
                <a:lnTo>
                  <a:pt x="1008" y="2886"/>
                </a:lnTo>
                <a:lnTo>
                  <a:pt x="1062" y="3059"/>
                </a:lnTo>
                <a:lnTo>
                  <a:pt x="1117" y="3232"/>
                </a:lnTo>
                <a:lnTo>
                  <a:pt x="1199" y="3404"/>
                </a:lnTo>
                <a:lnTo>
                  <a:pt x="1253" y="3577"/>
                </a:lnTo>
                <a:lnTo>
                  <a:pt x="1308" y="3750"/>
                </a:lnTo>
                <a:lnTo>
                  <a:pt x="1362" y="3923"/>
                </a:lnTo>
                <a:lnTo>
                  <a:pt x="1444" y="4095"/>
                </a:lnTo>
                <a:lnTo>
                  <a:pt x="1498" y="4243"/>
                </a:lnTo>
                <a:lnTo>
                  <a:pt x="1553" y="4416"/>
                </a:lnTo>
                <a:lnTo>
                  <a:pt x="1635" y="4589"/>
                </a:lnTo>
                <a:lnTo>
                  <a:pt x="1689" y="4762"/>
                </a:lnTo>
                <a:lnTo>
                  <a:pt x="1744" y="4934"/>
                </a:lnTo>
                <a:lnTo>
                  <a:pt x="1798" y="5107"/>
                </a:lnTo>
                <a:lnTo>
                  <a:pt x="1880" y="5280"/>
                </a:lnTo>
                <a:lnTo>
                  <a:pt x="1934" y="5452"/>
                </a:lnTo>
                <a:lnTo>
                  <a:pt x="1989" y="5600"/>
                </a:lnTo>
                <a:lnTo>
                  <a:pt x="2044" y="5773"/>
                </a:lnTo>
                <a:lnTo>
                  <a:pt x="2125" y="5946"/>
                </a:lnTo>
                <a:lnTo>
                  <a:pt x="2180" y="6119"/>
                </a:lnTo>
                <a:lnTo>
                  <a:pt x="2234" y="6291"/>
                </a:lnTo>
                <a:lnTo>
                  <a:pt x="2316" y="6464"/>
                </a:lnTo>
                <a:lnTo>
                  <a:pt x="2371" y="6637"/>
                </a:lnTo>
                <a:lnTo>
                  <a:pt x="2425" y="6809"/>
                </a:lnTo>
                <a:lnTo>
                  <a:pt x="2480" y="6958"/>
                </a:lnTo>
                <a:lnTo>
                  <a:pt x="2561" y="7130"/>
                </a:lnTo>
                <a:lnTo>
                  <a:pt x="2616" y="7303"/>
                </a:lnTo>
                <a:lnTo>
                  <a:pt x="2616" y="747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7261266" y="3099697"/>
            <a:ext cx="2725" cy="7969"/>
          </a:xfrm>
          <a:custGeom>
            <a:avLst/>
            <a:gdLst/>
            <a:ahLst/>
            <a:cxnLst/>
            <a:rect l="l" t="t" r="r" b="b"/>
            <a:pathLst>
              <a:path w="2725" h="7969">
                <a:moveTo>
                  <a:pt x="0" y="0"/>
                </a:moveTo>
                <a:lnTo>
                  <a:pt x="81" y="172"/>
                </a:lnTo>
                <a:lnTo>
                  <a:pt x="136" y="320"/>
                </a:lnTo>
                <a:lnTo>
                  <a:pt x="190" y="493"/>
                </a:lnTo>
                <a:lnTo>
                  <a:pt x="245" y="666"/>
                </a:lnTo>
                <a:lnTo>
                  <a:pt x="327" y="838"/>
                </a:lnTo>
                <a:lnTo>
                  <a:pt x="381" y="1011"/>
                </a:lnTo>
                <a:lnTo>
                  <a:pt x="436" y="1184"/>
                </a:lnTo>
                <a:lnTo>
                  <a:pt x="490" y="1357"/>
                </a:lnTo>
                <a:lnTo>
                  <a:pt x="572" y="1529"/>
                </a:lnTo>
                <a:lnTo>
                  <a:pt x="626" y="1702"/>
                </a:lnTo>
                <a:lnTo>
                  <a:pt x="681" y="1850"/>
                </a:lnTo>
                <a:lnTo>
                  <a:pt x="763" y="2023"/>
                </a:lnTo>
                <a:lnTo>
                  <a:pt x="763" y="2195"/>
                </a:lnTo>
                <a:lnTo>
                  <a:pt x="817" y="2368"/>
                </a:lnTo>
                <a:lnTo>
                  <a:pt x="872" y="2541"/>
                </a:lnTo>
                <a:lnTo>
                  <a:pt x="926" y="2714"/>
                </a:lnTo>
                <a:lnTo>
                  <a:pt x="1008" y="2886"/>
                </a:lnTo>
                <a:lnTo>
                  <a:pt x="1062" y="3059"/>
                </a:lnTo>
                <a:lnTo>
                  <a:pt x="1117" y="3207"/>
                </a:lnTo>
                <a:lnTo>
                  <a:pt x="1199" y="3380"/>
                </a:lnTo>
                <a:lnTo>
                  <a:pt x="1253" y="3553"/>
                </a:lnTo>
                <a:lnTo>
                  <a:pt x="1308" y="3725"/>
                </a:lnTo>
                <a:lnTo>
                  <a:pt x="1362" y="3898"/>
                </a:lnTo>
                <a:lnTo>
                  <a:pt x="1444" y="4071"/>
                </a:lnTo>
                <a:lnTo>
                  <a:pt x="1498" y="4243"/>
                </a:lnTo>
                <a:lnTo>
                  <a:pt x="1553" y="4416"/>
                </a:lnTo>
                <a:lnTo>
                  <a:pt x="1607" y="4564"/>
                </a:lnTo>
                <a:lnTo>
                  <a:pt x="1607" y="4737"/>
                </a:lnTo>
                <a:lnTo>
                  <a:pt x="1744" y="4910"/>
                </a:lnTo>
                <a:lnTo>
                  <a:pt x="1744" y="5082"/>
                </a:lnTo>
                <a:lnTo>
                  <a:pt x="1798" y="5255"/>
                </a:lnTo>
                <a:lnTo>
                  <a:pt x="1880" y="5428"/>
                </a:lnTo>
                <a:lnTo>
                  <a:pt x="1934" y="5600"/>
                </a:lnTo>
                <a:lnTo>
                  <a:pt x="1989" y="5773"/>
                </a:lnTo>
                <a:lnTo>
                  <a:pt x="2044" y="5946"/>
                </a:lnTo>
                <a:lnTo>
                  <a:pt x="2125" y="6094"/>
                </a:lnTo>
                <a:lnTo>
                  <a:pt x="2180" y="6267"/>
                </a:lnTo>
                <a:lnTo>
                  <a:pt x="2234" y="6439"/>
                </a:lnTo>
                <a:lnTo>
                  <a:pt x="2289" y="6612"/>
                </a:lnTo>
                <a:lnTo>
                  <a:pt x="2371" y="6785"/>
                </a:lnTo>
                <a:lnTo>
                  <a:pt x="2425" y="6958"/>
                </a:lnTo>
                <a:lnTo>
                  <a:pt x="2425" y="7130"/>
                </a:lnTo>
                <a:lnTo>
                  <a:pt x="2480" y="7303"/>
                </a:lnTo>
                <a:lnTo>
                  <a:pt x="2561" y="7451"/>
                </a:lnTo>
                <a:lnTo>
                  <a:pt x="2616" y="7624"/>
                </a:lnTo>
                <a:lnTo>
                  <a:pt x="2670" y="7796"/>
                </a:lnTo>
                <a:lnTo>
                  <a:pt x="2725" y="7969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7263991" y="3107666"/>
            <a:ext cx="2752" cy="8265"/>
          </a:xfrm>
          <a:custGeom>
            <a:avLst/>
            <a:gdLst/>
            <a:ahLst/>
            <a:cxnLst/>
            <a:rect l="l" t="t" r="r" b="b"/>
            <a:pathLst>
              <a:path w="2752" h="8265">
                <a:moveTo>
                  <a:pt x="0" y="0"/>
                </a:moveTo>
                <a:lnTo>
                  <a:pt x="81" y="172"/>
                </a:lnTo>
                <a:lnTo>
                  <a:pt x="136" y="345"/>
                </a:lnTo>
                <a:lnTo>
                  <a:pt x="190" y="518"/>
                </a:lnTo>
                <a:lnTo>
                  <a:pt x="272" y="690"/>
                </a:lnTo>
                <a:lnTo>
                  <a:pt x="327" y="838"/>
                </a:lnTo>
                <a:lnTo>
                  <a:pt x="381" y="1011"/>
                </a:lnTo>
                <a:lnTo>
                  <a:pt x="381" y="1184"/>
                </a:lnTo>
                <a:lnTo>
                  <a:pt x="436" y="1357"/>
                </a:lnTo>
                <a:lnTo>
                  <a:pt x="517" y="1529"/>
                </a:lnTo>
                <a:lnTo>
                  <a:pt x="572" y="1702"/>
                </a:lnTo>
                <a:lnTo>
                  <a:pt x="626" y="1875"/>
                </a:lnTo>
                <a:lnTo>
                  <a:pt x="681" y="2047"/>
                </a:lnTo>
                <a:lnTo>
                  <a:pt x="763" y="2220"/>
                </a:lnTo>
                <a:lnTo>
                  <a:pt x="817" y="2368"/>
                </a:lnTo>
                <a:lnTo>
                  <a:pt x="872" y="2541"/>
                </a:lnTo>
                <a:lnTo>
                  <a:pt x="953" y="2714"/>
                </a:lnTo>
                <a:lnTo>
                  <a:pt x="953" y="2886"/>
                </a:lnTo>
                <a:lnTo>
                  <a:pt x="1062" y="3059"/>
                </a:lnTo>
                <a:lnTo>
                  <a:pt x="1062" y="3232"/>
                </a:lnTo>
                <a:lnTo>
                  <a:pt x="1117" y="3404"/>
                </a:lnTo>
                <a:lnTo>
                  <a:pt x="1199" y="3577"/>
                </a:lnTo>
                <a:lnTo>
                  <a:pt x="1253" y="3725"/>
                </a:lnTo>
                <a:lnTo>
                  <a:pt x="1308" y="3898"/>
                </a:lnTo>
                <a:lnTo>
                  <a:pt x="1362" y="4071"/>
                </a:lnTo>
                <a:lnTo>
                  <a:pt x="1444" y="4243"/>
                </a:lnTo>
                <a:lnTo>
                  <a:pt x="1498" y="4416"/>
                </a:lnTo>
                <a:lnTo>
                  <a:pt x="1498" y="4589"/>
                </a:lnTo>
                <a:lnTo>
                  <a:pt x="1553" y="4762"/>
                </a:lnTo>
                <a:lnTo>
                  <a:pt x="1635" y="4934"/>
                </a:lnTo>
                <a:lnTo>
                  <a:pt x="1689" y="5082"/>
                </a:lnTo>
                <a:lnTo>
                  <a:pt x="1744" y="5255"/>
                </a:lnTo>
                <a:lnTo>
                  <a:pt x="1798" y="5428"/>
                </a:lnTo>
                <a:lnTo>
                  <a:pt x="1880" y="5600"/>
                </a:lnTo>
                <a:lnTo>
                  <a:pt x="1934" y="5773"/>
                </a:lnTo>
                <a:lnTo>
                  <a:pt x="1989" y="5946"/>
                </a:lnTo>
                <a:lnTo>
                  <a:pt x="2071" y="6119"/>
                </a:lnTo>
                <a:lnTo>
                  <a:pt x="2125" y="6291"/>
                </a:lnTo>
                <a:lnTo>
                  <a:pt x="2125" y="6464"/>
                </a:lnTo>
                <a:lnTo>
                  <a:pt x="2180" y="6612"/>
                </a:lnTo>
                <a:lnTo>
                  <a:pt x="2234" y="6785"/>
                </a:lnTo>
                <a:lnTo>
                  <a:pt x="2316" y="6958"/>
                </a:lnTo>
                <a:lnTo>
                  <a:pt x="2371" y="7130"/>
                </a:lnTo>
                <a:lnTo>
                  <a:pt x="2425" y="7303"/>
                </a:lnTo>
                <a:lnTo>
                  <a:pt x="2480" y="7476"/>
                </a:lnTo>
                <a:lnTo>
                  <a:pt x="2561" y="7648"/>
                </a:lnTo>
                <a:lnTo>
                  <a:pt x="2561" y="7821"/>
                </a:lnTo>
                <a:lnTo>
                  <a:pt x="2616" y="7969"/>
                </a:lnTo>
                <a:lnTo>
                  <a:pt x="2670" y="8142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7266744" y="3115932"/>
            <a:ext cx="2725" cy="8660"/>
          </a:xfrm>
          <a:custGeom>
            <a:avLst/>
            <a:gdLst/>
            <a:ahLst/>
            <a:cxnLst/>
            <a:rect l="l" t="t" r="r" b="b"/>
            <a:pathLst>
              <a:path w="2725" h="8660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09" y="518"/>
                </a:lnTo>
                <a:lnTo>
                  <a:pt x="163" y="666"/>
                </a:lnTo>
                <a:lnTo>
                  <a:pt x="245" y="838"/>
                </a:lnTo>
                <a:lnTo>
                  <a:pt x="299" y="1011"/>
                </a:lnTo>
                <a:lnTo>
                  <a:pt x="354" y="1184"/>
                </a:lnTo>
                <a:lnTo>
                  <a:pt x="436" y="1357"/>
                </a:lnTo>
                <a:lnTo>
                  <a:pt x="490" y="1529"/>
                </a:lnTo>
                <a:lnTo>
                  <a:pt x="490" y="1702"/>
                </a:lnTo>
                <a:lnTo>
                  <a:pt x="545" y="1875"/>
                </a:lnTo>
                <a:lnTo>
                  <a:pt x="599" y="2023"/>
                </a:lnTo>
                <a:lnTo>
                  <a:pt x="681" y="2195"/>
                </a:lnTo>
                <a:lnTo>
                  <a:pt x="735" y="2368"/>
                </a:lnTo>
                <a:lnTo>
                  <a:pt x="790" y="2541"/>
                </a:lnTo>
                <a:lnTo>
                  <a:pt x="844" y="2714"/>
                </a:lnTo>
                <a:lnTo>
                  <a:pt x="926" y="2886"/>
                </a:lnTo>
                <a:lnTo>
                  <a:pt x="926" y="3059"/>
                </a:lnTo>
                <a:lnTo>
                  <a:pt x="981" y="3232"/>
                </a:lnTo>
                <a:lnTo>
                  <a:pt x="1035" y="3380"/>
                </a:lnTo>
                <a:lnTo>
                  <a:pt x="1117" y="3553"/>
                </a:lnTo>
                <a:lnTo>
                  <a:pt x="1171" y="3725"/>
                </a:lnTo>
                <a:lnTo>
                  <a:pt x="1226" y="3898"/>
                </a:lnTo>
                <a:lnTo>
                  <a:pt x="1280" y="4071"/>
                </a:lnTo>
                <a:lnTo>
                  <a:pt x="1362" y="4243"/>
                </a:lnTo>
                <a:lnTo>
                  <a:pt x="1362" y="4416"/>
                </a:lnTo>
                <a:lnTo>
                  <a:pt x="1417" y="4589"/>
                </a:lnTo>
                <a:lnTo>
                  <a:pt x="1471" y="4762"/>
                </a:lnTo>
                <a:lnTo>
                  <a:pt x="1526" y="4910"/>
                </a:lnTo>
                <a:lnTo>
                  <a:pt x="1607" y="5082"/>
                </a:lnTo>
                <a:lnTo>
                  <a:pt x="1662" y="5255"/>
                </a:lnTo>
                <a:lnTo>
                  <a:pt x="1716" y="5428"/>
                </a:lnTo>
                <a:lnTo>
                  <a:pt x="1716" y="5600"/>
                </a:lnTo>
                <a:lnTo>
                  <a:pt x="1798" y="5773"/>
                </a:lnTo>
                <a:lnTo>
                  <a:pt x="1853" y="5946"/>
                </a:lnTo>
                <a:lnTo>
                  <a:pt x="1907" y="6119"/>
                </a:lnTo>
                <a:lnTo>
                  <a:pt x="1962" y="6267"/>
                </a:lnTo>
                <a:lnTo>
                  <a:pt x="2044" y="6439"/>
                </a:lnTo>
                <a:lnTo>
                  <a:pt x="2098" y="6612"/>
                </a:lnTo>
                <a:lnTo>
                  <a:pt x="2098" y="6785"/>
                </a:lnTo>
                <a:lnTo>
                  <a:pt x="2153" y="6958"/>
                </a:lnTo>
                <a:lnTo>
                  <a:pt x="2234" y="7130"/>
                </a:lnTo>
                <a:lnTo>
                  <a:pt x="2289" y="7303"/>
                </a:lnTo>
                <a:lnTo>
                  <a:pt x="2343" y="7476"/>
                </a:lnTo>
                <a:lnTo>
                  <a:pt x="2398" y="7624"/>
                </a:lnTo>
                <a:lnTo>
                  <a:pt x="2398" y="7796"/>
                </a:lnTo>
                <a:lnTo>
                  <a:pt x="2480" y="7969"/>
                </a:lnTo>
                <a:lnTo>
                  <a:pt x="2534" y="8142"/>
                </a:lnTo>
                <a:lnTo>
                  <a:pt x="2589" y="8315"/>
                </a:lnTo>
                <a:lnTo>
                  <a:pt x="2643" y="8487"/>
                </a:lnTo>
                <a:lnTo>
                  <a:pt x="2725" y="866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7269469" y="3124592"/>
            <a:ext cx="2670" cy="8931"/>
          </a:xfrm>
          <a:custGeom>
            <a:avLst/>
            <a:gdLst/>
            <a:ahLst/>
            <a:cxnLst/>
            <a:rect l="l" t="t" r="r" b="b"/>
            <a:pathLst>
              <a:path w="2670" h="8931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493"/>
                </a:lnTo>
                <a:lnTo>
                  <a:pt x="190" y="666"/>
                </a:lnTo>
                <a:lnTo>
                  <a:pt x="245" y="838"/>
                </a:lnTo>
                <a:lnTo>
                  <a:pt x="299" y="1011"/>
                </a:lnTo>
                <a:lnTo>
                  <a:pt x="354" y="1184"/>
                </a:lnTo>
                <a:lnTo>
                  <a:pt x="354" y="1357"/>
                </a:lnTo>
                <a:lnTo>
                  <a:pt x="436" y="1529"/>
                </a:lnTo>
                <a:lnTo>
                  <a:pt x="490" y="1702"/>
                </a:lnTo>
                <a:lnTo>
                  <a:pt x="545" y="1850"/>
                </a:lnTo>
                <a:lnTo>
                  <a:pt x="626" y="2023"/>
                </a:lnTo>
                <a:lnTo>
                  <a:pt x="681" y="2195"/>
                </a:lnTo>
                <a:lnTo>
                  <a:pt x="735" y="2368"/>
                </a:lnTo>
                <a:lnTo>
                  <a:pt x="735" y="2541"/>
                </a:lnTo>
                <a:lnTo>
                  <a:pt x="790" y="2714"/>
                </a:lnTo>
                <a:lnTo>
                  <a:pt x="872" y="2886"/>
                </a:lnTo>
                <a:lnTo>
                  <a:pt x="926" y="3059"/>
                </a:lnTo>
                <a:lnTo>
                  <a:pt x="981" y="3207"/>
                </a:lnTo>
                <a:lnTo>
                  <a:pt x="1035" y="3380"/>
                </a:lnTo>
                <a:lnTo>
                  <a:pt x="1035" y="3553"/>
                </a:lnTo>
                <a:lnTo>
                  <a:pt x="1117" y="3725"/>
                </a:lnTo>
                <a:lnTo>
                  <a:pt x="1171" y="3898"/>
                </a:lnTo>
                <a:lnTo>
                  <a:pt x="1226" y="4071"/>
                </a:lnTo>
                <a:lnTo>
                  <a:pt x="1308" y="4243"/>
                </a:lnTo>
                <a:lnTo>
                  <a:pt x="1308" y="4416"/>
                </a:lnTo>
                <a:lnTo>
                  <a:pt x="1362" y="4589"/>
                </a:lnTo>
                <a:lnTo>
                  <a:pt x="1417" y="4737"/>
                </a:lnTo>
                <a:lnTo>
                  <a:pt x="1471" y="4910"/>
                </a:lnTo>
                <a:lnTo>
                  <a:pt x="1553" y="5082"/>
                </a:lnTo>
                <a:lnTo>
                  <a:pt x="1607" y="5255"/>
                </a:lnTo>
                <a:lnTo>
                  <a:pt x="1607" y="5428"/>
                </a:lnTo>
                <a:lnTo>
                  <a:pt x="1662" y="5600"/>
                </a:lnTo>
                <a:lnTo>
                  <a:pt x="1716" y="5773"/>
                </a:lnTo>
                <a:lnTo>
                  <a:pt x="1798" y="5946"/>
                </a:lnTo>
                <a:lnTo>
                  <a:pt x="1853" y="6094"/>
                </a:lnTo>
                <a:lnTo>
                  <a:pt x="1907" y="6267"/>
                </a:lnTo>
                <a:lnTo>
                  <a:pt x="1989" y="6439"/>
                </a:lnTo>
                <a:lnTo>
                  <a:pt x="1989" y="6612"/>
                </a:lnTo>
                <a:lnTo>
                  <a:pt x="2044" y="6785"/>
                </a:lnTo>
                <a:lnTo>
                  <a:pt x="2098" y="6958"/>
                </a:lnTo>
                <a:lnTo>
                  <a:pt x="2153" y="7130"/>
                </a:lnTo>
                <a:lnTo>
                  <a:pt x="2153" y="7303"/>
                </a:lnTo>
                <a:lnTo>
                  <a:pt x="2234" y="7451"/>
                </a:lnTo>
                <a:lnTo>
                  <a:pt x="2289" y="7624"/>
                </a:lnTo>
                <a:lnTo>
                  <a:pt x="2343" y="7796"/>
                </a:lnTo>
                <a:lnTo>
                  <a:pt x="2425" y="7969"/>
                </a:lnTo>
                <a:lnTo>
                  <a:pt x="2480" y="8142"/>
                </a:lnTo>
                <a:lnTo>
                  <a:pt x="2534" y="8315"/>
                </a:lnTo>
                <a:lnTo>
                  <a:pt x="2534" y="8487"/>
                </a:lnTo>
                <a:lnTo>
                  <a:pt x="2589" y="8660"/>
                </a:lnTo>
                <a:lnTo>
                  <a:pt x="2670" y="883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7272140" y="3133524"/>
            <a:ext cx="2725" cy="9277"/>
          </a:xfrm>
          <a:custGeom>
            <a:avLst/>
            <a:gdLst/>
            <a:ahLst/>
            <a:cxnLst/>
            <a:rect l="l" t="t" r="r" b="b"/>
            <a:pathLst>
              <a:path w="2725" h="9277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63" y="518"/>
                </a:lnTo>
                <a:lnTo>
                  <a:pt x="245" y="690"/>
                </a:lnTo>
                <a:lnTo>
                  <a:pt x="299" y="863"/>
                </a:lnTo>
                <a:lnTo>
                  <a:pt x="299" y="1011"/>
                </a:lnTo>
                <a:lnTo>
                  <a:pt x="354" y="1184"/>
                </a:lnTo>
                <a:lnTo>
                  <a:pt x="436" y="1357"/>
                </a:lnTo>
                <a:lnTo>
                  <a:pt x="490" y="1529"/>
                </a:lnTo>
                <a:lnTo>
                  <a:pt x="545" y="1702"/>
                </a:lnTo>
                <a:lnTo>
                  <a:pt x="545" y="1875"/>
                </a:lnTo>
                <a:lnTo>
                  <a:pt x="599" y="2047"/>
                </a:lnTo>
                <a:lnTo>
                  <a:pt x="681" y="2220"/>
                </a:lnTo>
                <a:lnTo>
                  <a:pt x="735" y="2368"/>
                </a:lnTo>
                <a:lnTo>
                  <a:pt x="790" y="2541"/>
                </a:lnTo>
                <a:lnTo>
                  <a:pt x="790" y="2714"/>
                </a:lnTo>
                <a:lnTo>
                  <a:pt x="872" y="2886"/>
                </a:lnTo>
                <a:lnTo>
                  <a:pt x="926" y="3059"/>
                </a:lnTo>
                <a:lnTo>
                  <a:pt x="981" y="3232"/>
                </a:lnTo>
                <a:lnTo>
                  <a:pt x="1035" y="3404"/>
                </a:lnTo>
                <a:lnTo>
                  <a:pt x="1117" y="3577"/>
                </a:lnTo>
                <a:lnTo>
                  <a:pt x="1117" y="3725"/>
                </a:lnTo>
                <a:lnTo>
                  <a:pt x="1171" y="3898"/>
                </a:lnTo>
                <a:lnTo>
                  <a:pt x="1226" y="4071"/>
                </a:lnTo>
                <a:lnTo>
                  <a:pt x="1280" y="4243"/>
                </a:lnTo>
                <a:lnTo>
                  <a:pt x="1362" y="4416"/>
                </a:lnTo>
                <a:lnTo>
                  <a:pt x="1362" y="4589"/>
                </a:lnTo>
                <a:lnTo>
                  <a:pt x="1417" y="4762"/>
                </a:lnTo>
                <a:lnTo>
                  <a:pt x="1471" y="4934"/>
                </a:lnTo>
                <a:lnTo>
                  <a:pt x="1553" y="5107"/>
                </a:lnTo>
                <a:lnTo>
                  <a:pt x="1553" y="5255"/>
                </a:lnTo>
                <a:lnTo>
                  <a:pt x="1607" y="5428"/>
                </a:lnTo>
                <a:lnTo>
                  <a:pt x="1662" y="5600"/>
                </a:lnTo>
                <a:lnTo>
                  <a:pt x="1716" y="5773"/>
                </a:lnTo>
                <a:lnTo>
                  <a:pt x="1798" y="5946"/>
                </a:lnTo>
                <a:lnTo>
                  <a:pt x="1798" y="6119"/>
                </a:lnTo>
                <a:lnTo>
                  <a:pt x="1853" y="6291"/>
                </a:lnTo>
                <a:lnTo>
                  <a:pt x="1907" y="6464"/>
                </a:lnTo>
                <a:lnTo>
                  <a:pt x="1962" y="6612"/>
                </a:lnTo>
                <a:lnTo>
                  <a:pt x="2044" y="6785"/>
                </a:lnTo>
                <a:lnTo>
                  <a:pt x="2044" y="6958"/>
                </a:lnTo>
                <a:lnTo>
                  <a:pt x="2098" y="7130"/>
                </a:lnTo>
                <a:lnTo>
                  <a:pt x="2153" y="7303"/>
                </a:lnTo>
                <a:lnTo>
                  <a:pt x="2234" y="7476"/>
                </a:lnTo>
                <a:lnTo>
                  <a:pt x="2289" y="7648"/>
                </a:lnTo>
                <a:lnTo>
                  <a:pt x="2289" y="7821"/>
                </a:lnTo>
                <a:lnTo>
                  <a:pt x="2343" y="7969"/>
                </a:lnTo>
                <a:lnTo>
                  <a:pt x="2398" y="8142"/>
                </a:lnTo>
                <a:lnTo>
                  <a:pt x="2480" y="8315"/>
                </a:lnTo>
                <a:lnTo>
                  <a:pt x="2534" y="8487"/>
                </a:lnTo>
                <a:lnTo>
                  <a:pt x="2534" y="8660"/>
                </a:lnTo>
                <a:lnTo>
                  <a:pt x="2589" y="8833"/>
                </a:lnTo>
                <a:lnTo>
                  <a:pt x="2670" y="9005"/>
                </a:lnTo>
                <a:lnTo>
                  <a:pt x="2725" y="917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7274865" y="3142802"/>
            <a:ext cx="2725" cy="9573"/>
          </a:xfrm>
          <a:custGeom>
            <a:avLst/>
            <a:gdLst/>
            <a:ahLst/>
            <a:cxnLst/>
            <a:rect l="l" t="t" r="r" b="b"/>
            <a:pathLst>
              <a:path w="2725" h="9573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90" y="518"/>
                </a:lnTo>
                <a:lnTo>
                  <a:pt x="190" y="690"/>
                </a:lnTo>
                <a:lnTo>
                  <a:pt x="245" y="863"/>
                </a:lnTo>
                <a:lnTo>
                  <a:pt x="299" y="1036"/>
                </a:lnTo>
                <a:lnTo>
                  <a:pt x="354" y="1184"/>
                </a:lnTo>
                <a:lnTo>
                  <a:pt x="436" y="1357"/>
                </a:lnTo>
                <a:lnTo>
                  <a:pt x="436" y="1529"/>
                </a:lnTo>
                <a:lnTo>
                  <a:pt x="490" y="1702"/>
                </a:lnTo>
                <a:lnTo>
                  <a:pt x="545" y="1875"/>
                </a:lnTo>
                <a:lnTo>
                  <a:pt x="626" y="2047"/>
                </a:lnTo>
                <a:lnTo>
                  <a:pt x="681" y="2220"/>
                </a:lnTo>
                <a:lnTo>
                  <a:pt x="681" y="2393"/>
                </a:lnTo>
                <a:lnTo>
                  <a:pt x="735" y="2541"/>
                </a:lnTo>
                <a:lnTo>
                  <a:pt x="790" y="2714"/>
                </a:lnTo>
                <a:lnTo>
                  <a:pt x="872" y="2886"/>
                </a:lnTo>
                <a:lnTo>
                  <a:pt x="872" y="3059"/>
                </a:lnTo>
                <a:lnTo>
                  <a:pt x="926" y="3232"/>
                </a:lnTo>
                <a:lnTo>
                  <a:pt x="981" y="3404"/>
                </a:lnTo>
                <a:lnTo>
                  <a:pt x="1035" y="3577"/>
                </a:lnTo>
                <a:lnTo>
                  <a:pt x="1117" y="3750"/>
                </a:lnTo>
                <a:lnTo>
                  <a:pt x="1117" y="3898"/>
                </a:lnTo>
                <a:lnTo>
                  <a:pt x="1171" y="4071"/>
                </a:lnTo>
                <a:lnTo>
                  <a:pt x="1226" y="4243"/>
                </a:lnTo>
                <a:lnTo>
                  <a:pt x="1308" y="4416"/>
                </a:lnTo>
                <a:lnTo>
                  <a:pt x="1308" y="4589"/>
                </a:lnTo>
                <a:lnTo>
                  <a:pt x="1362" y="4762"/>
                </a:lnTo>
                <a:lnTo>
                  <a:pt x="1417" y="4934"/>
                </a:lnTo>
                <a:lnTo>
                  <a:pt x="1471" y="5107"/>
                </a:lnTo>
                <a:lnTo>
                  <a:pt x="1471" y="5280"/>
                </a:lnTo>
                <a:lnTo>
                  <a:pt x="1553" y="5428"/>
                </a:lnTo>
                <a:lnTo>
                  <a:pt x="1607" y="5600"/>
                </a:lnTo>
                <a:lnTo>
                  <a:pt x="1662" y="5773"/>
                </a:lnTo>
                <a:lnTo>
                  <a:pt x="1662" y="5946"/>
                </a:lnTo>
                <a:lnTo>
                  <a:pt x="1744" y="6119"/>
                </a:lnTo>
                <a:lnTo>
                  <a:pt x="1798" y="6291"/>
                </a:lnTo>
                <a:lnTo>
                  <a:pt x="1853" y="6464"/>
                </a:lnTo>
                <a:lnTo>
                  <a:pt x="1907" y="6637"/>
                </a:lnTo>
                <a:lnTo>
                  <a:pt x="1907" y="6785"/>
                </a:lnTo>
                <a:lnTo>
                  <a:pt x="1989" y="6958"/>
                </a:lnTo>
                <a:lnTo>
                  <a:pt x="2044" y="7130"/>
                </a:lnTo>
                <a:lnTo>
                  <a:pt x="2098" y="7303"/>
                </a:lnTo>
                <a:lnTo>
                  <a:pt x="2153" y="7476"/>
                </a:lnTo>
                <a:lnTo>
                  <a:pt x="2153" y="7648"/>
                </a:lnTo>
                <a:lnTo>
                  <a:pt x="2234" y="7821"/>
                </a:lnTo>
                <a:lnTo>
                  <a:pt x="2289" y="7994"/>
                </a:lnTo>
                <a:lnTo>
                  <a:pt x="2343" y="8142"/>
                </a:lnTo>
                <a:lnTo>
                  <a:pt x="2343" y="8315"/>
                </a:lnTo>
                <a:lnTo>
                  <a:pt x="2425" y="8487"/>
                </a:lnTo>
                <a:lnTo>
                  <a:pt x="2480" y="8660"/>
                </a:lnTo>
                <a:lnTo>
                  <a:pt x="2534" y="8833"/>
                </a:lnTo>
                <a:lnTo>
                  <a:pt x="2534" y="9005"/>
                </a:lnTo>
                <a:lnTo>
                  <a:pt x="2589" y="9178"/>
                </a:lnTo>
                <a:lnTo>
                  <a:pt x="2670" y="9351"/>
                </a:lnTo>
                <a:lnTo>
                  <a:pt x="2725" y="9524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7277591" y="3152375"/>
            <a:ext cx="2725" cy="9894"/>
          </a:xfrm>
          <a:custGeom>
            <a:avLst/>
            <a:gdLst/>
            <a:ahLst/>
            <a:cxnLst/>
            <a:rect l="l" t="t" r="r" b="b"/>
            <a:pathLst>
              <a:path w="2725" h="9894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36" y="493"/>
                </a:lnTo>
                <a:lnTo>
                  <a:pt x="190" y="666"/>
                </a:lnTo>
                <a:lnTo>
                  <a:pt x="245" y="838"/>
                </a:lnTo>
                <a:lnTo>
                  <a:pt x="299" y="1011"/>
                </a:lnTo>
                <a:lnTo>
                  <a:pt x="299" y="1184"/>
                </a:lnTo>
                <a:lnTo>
                  <a:pt x="381" y="1357"/>
                </a:lnTo>
                <a:lnTo>
                  <a:pt x="436" y="1529"/>
                </a:lnTo>
                <a:lnTo>
                  <a:pt x="436" y="1702"/>
                </a:lnTo>
                <a:lnTo>
                  <a:pt x="490" y="1850"/>
                </a:lnTo>
                <a:lnTo>
                  <a:pt x="545" y="2023"/>
                </a:lnTo>
                <a:lnTo>
                  <a:pt x="626" y="2195"/>
                </a:lnTo>
                <a:lnTo>
                  <a:pt x="681" y="2368"/>
                </a:lnTo>
                <a:lnTo>
                  <a:pt x="681" y="2541"/>
                </a:lnTo>
                <a:lnTo>
                  <a:pt x="735" y="2714"/>
                </a:lnTo>
                <a:lnTo>
                  <a:pt x="817" y="2886"/>
                </a:lnTo>
                <a:lnTo>
                  <a:pt x="872" y="3059"/>
                </a:lnTo>
                <a:lnTo>
                  <a:pt x="872" y="3232"/>
                </a:lnTo>
                <a:lnTo>
                  <a:pt x="926" y="3380"/>
                </a:lnTo>
                <a:lnTo>
                  <a:pt x="981" y="3553"/>
                </a:lnTo>
                <a:lnTo>
                  <a:pt x="1062" y="3725"/>
                </a:lnTo>
                <a:lnTo>
                  <a:pt x="1062" y="3898"/>
                </a:lnTo>
                <a:lnTo>
                  <a:pt x="1117" y="4071"/>
                </a:lnTo>
                <a:lnTo>
                  <a:pt x="1171" y="4243"/>
                </a:lnTo>
                <a:lnTo>
                  <a:pt x="1226" y="4416"/>
                </a:lnTo>
                <a:lnTo>
                  <a:pt x="1226" y="4589"/>
                </a:lnTo>
                <a:lnTo>
                  <a:pt x="1308" y="4737"/>
                </a:lnTo>
                <a:lnTo>
                  <a:pt x="1362" y="4910"/>
                </a:lnTo>
                <a:lnTo>
                  <a:pt x="1417" y="5082"/>
                </a:lnTo>
                <a:lnTo>
                  <a:pt x="1417" y="5255"/>
                </a:lnTo>
                <a:lnTo>
                  <a:pt x="1498" y="5428"/>
                </a:lnTo>
                <a:lnTo>
                  <a:pt x="1553" y="5600"/>
                </a:lnTo>
                <a:lnTo>
                  <a:pt x="1607" y="5773"/>
                </a:lnTo>
                <a:lnTo>
                  <a:pt x="1607" y="5946"/>
                </a:lnTo>
                <a:lnTo>
                  <a:pt x="1662" y="6094"/>
                </a:lnTo>
                <a:lnTo>
                  <a:pt x="1744" y="6267"/>
                </a:lnTo>
                <a:lnTo>
                  <a:pt x="1798" y="6439"/>
                </a:lnTo>
                <a:lnTo>
                  <a:pt x="1798" y="6612"/>
                </a:lnTo>
                <a:lnTo>
                  <a:pt x="1853" y="6785"/>
                </a:lnTo>
                <a:lnTo>
                  <a:pt x="1934" y="6958"/>
                </a:lnTo>
                <a:lnTo>
                  <a:pt x="1989" y="7130"/>
                </a:lnTo>
                <a:lnTo>
                  <a:pt x="1989" y="7303"/>
                </a:lnTo>
                <a:lnTo>
                  <a:pt x="2044" y="7476"/>
                </a:lnTo>
                <a:lnTo>
                  <a:pt x="2098" y="7624"/>
                </a:lnTo>
                <a:lnTo>
                  <a:pt x="2180" y="7796"/>
                </a:lnTo>
                <a:lnTo>
                  <a:pt x="2180" y="7969"/>
                </a:lnTo>
                <a:lnTo>
                  <a:pt x="2234" y="8142"/>
                </a:lnTo>
                <a:lnTo>
                  <a:pt x="2289" y="8315"/>
                </a:lnTo>
                <a:lnTo>
                  <a:pt x="2343" y="8487"/>
                </a:lnTo>
                <a:lnTo>
                  <a:pt x="2343" y="8660"/>
                </a:lnTo>
                <a:lnTo>
                  <a:pt x="2425" y="8833"/>
                </a:lnTo>
                <a:lnTo>
                  <a:pt x="2480" y="8981"/>
                </a:lnTo>
                <a:lnTo>
                  <a:pt x="2480" y="9153"/>
                </a:lnTo>
                <a:lnTo>
                  <a:pt x="2534" y="9326"/>
                </a:lnTo>
                <a:lnTo>
                  <a:pt x="2616" y="9499"/>
                </a:lnTo>
                <a:lnTo>
                  <a:pt x="2670" y="9672"/>
                </a:lnTo>
                <a:lnTo>
                  <a:pt x="2725" y="984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7280316" y="3162269"/>
            <a:ext cx="2725" cy="10190"/>
          </a:xfrm>
          <a:custGeom>
            <a:avLst/>
            <a:gdLst/>
            <a:ahLst/>
            <a:cxnLst/>
            <a:rect l="l" t="t" r="r" b="b"/>
            <a:pathLst>
              <a:path w="2725" h="10190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36" y="518"/>
                </a:lnTo>
                <a:lnTo>
                  <a:pt x="190" y="690"/>
                </a:lnTo>
                <a:lnTo>
                  <a:pt x="190" y="863"/>
                </a:lnTo>
                <a:lnTo>
                  <a:pt x="245" y="1011"/>
                </a:lnTo>
                <a:lnTo>
                  <a:pt x="327" y="1184"/>
                </a:lnTo>
                <a:lnTo>
                  <a:pt x="381" y="1357"/>
                </a:lnTo>
                <a:lnTo>
                  <a:pt x="381" y="1529"/>
                </a:lnTo>
                <a:lnTo>
                  <a:pt x="436" y="1702"/>
                </a:lnTo>
                <a:lnTo>
                  <a:pt x="490" y="1875"/>
                </a:lnTo>
                <a:lnTo>
                  <a:pt x="572" y="2047"/>
                </a:lnTo>
                <a:lnTo>
                  <a:pt x="572" y="2220"/>
                </a:lnTo>
                <a:lnTo>
                  <a:pt x="626" y="2368"/>
                </a:lnTo>
                <a:lnTo>
                  <a:pt x="681" y="2541"/>
                </a:lnTo>
                <a:lnTo>
                  <a:pt x="735" y="2714"/>
                </a:lnTo>
                <a:lnTo>
                  <a:pt x="735" y="2886"/>
                </a:lnTo>
                <a:lnTo>
                  <a:pt x="817" y="3059"/>
                </a:lnTo>
                <a:lnTo>
                  <a:pt x="872" y="3232"/>
                </a:lnTo>
                <a:lnTo>
                  <a:pt x="872" y="3404"/>
                </a:lnTo>
                <a:lnTo>
                  <a:pt x="926" y="3577"/>
                </a:lnTo>
                <a:lnTo>
                  <a:pt x="1008" y="3725"/>
                </a:lnTo>
                <a:lnTo>
                  <a:pt x="1062" y="3898"/>
                </a:lnTo>
                <a:lnTo>
                  <a:pt x="1062" y="4071"/>
                </a:lnTo>
                <a:lnTo>
                  <a:pt x="1117" y="4243"/>
                </a:lnTo>
                <a:lnTo>
                  <a:pt x="1171" y="4416"/>
                </a:lnTo>
                <a:lnTo>
                  <a:pt x="1253" y="4589"/>
                </a:lnTo>
                <a:lnTo>
                  <a:pt x="1253" y="4762"/>
                </a:lnTo>
                <a:lnTo>
                  <a:pt x="1308" y="4934"/>
                </a:lnTo>
                <a:lnTo>
                  <a:pt x="1362" y="5107"/>
                </a:lnTo>
                <a:lnTo>
                  <a:pt x="1417" y="5255"/>
                </a:lnTo>
                <a:lnTo>
                  <a:pt x="1417" y="5428"/>
                </a:lnTo>
                <a:lnTo>
                  <a:pt x="1498" y="5600"/>
                </a:lnTo>
                <a:lnTo>
                  <a:pt x="1553" y="5773"/>
                </a:lnTo>
                <a:lnTo>
                  <a:pt x="1553" y="5946"/>
                </a:lnTo>
                <a:lnTo>
                  <a:pt x="1607" y="6119"/>
                </a:lnTo>
                <a:lnTo>
                  <a:pt x="1689" y="6291"/>
                </a:lnTo>
                <a:lnTo>
                  <a:pt x="1744" y="6464"/>
                </a:lnTo>
                <a:lnTo>
                  <a:pt x="1744" y="6612"/>
                </a:lnTo>
                <a:lnTo>
                  <a:pt x="1798" y="6785"/>
                </a:lnTo>
                <a:lnTo>
                  <a:pt x="1853" y="6958"/>
                </a:lnTo>
                <a:lnTo>
                  <a:pt x="1934" y="7130"/>
                </a:lnTo>
                <a:lnTo>
                  <a:pt x="1934" y="7303"/>
                </a:lnTo>
                <a:lnTo>
                  <a:pt x="1989" y="7476"/>
                </a:lnTo>
                <a:lnTo>
                  <a:pt x="2044" y="7648"/>
                </a:lnTo>
                <a:lnTo>
                  <a:pt x="2044" y="7821"/>
                </a:lnTo>
                <a:lnTo>
                  <a:pt x="2125" y="7969"/>
                </a:lnTo>
                <a:lnTo>
                  <a:pt x="2180" y="8142"/>
                </a:lnTo>
                <a:lnTo>
                  <a:pt x="2234" y="8315"/>
                </a:lnTo>
                <a:lnTo>
                  <a:pt x="2234" y="8487"/>
                </a:lnTo>
                <a:lnTo>
                  <a:pt x="2289" y="8660"/>
                </a:lnTo>
                <a:lnTo>
                  <a:pt x="2371" y="8833"/>
                </a:lnTo>
                <a:lnTo>
                  <a:pt x="2371" y="9005"/>
                </a:lnTo>
                <a:lnTo>
                  <a:pt x="2425" y="9178"/>
                </a:lnTo>
                <a:lnTo>
                  <a:pt x="2480" y="9351"/>
                </a:lnTo>
                <a:lnTo>
                  <a:pt x="2534" y="9499"/>
                </a:lnTo>
                <a:lnTo>
                  <a:pt x="2534" y="9672"/>
                </a:lnTo>
                <a:lnTo>
                  <a:pt x="2616" y="9844"/>
                </a:lnTo>
                <a:lnTo>
                  <a:pt x="2670" y="10017"/>
                </a:lnTo>
                <a:lnTo>
                  <a:pt x="2725" y="1019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7283041" y="3172460"/>
            <a:ext cx="2670" cy="10461"/>
          </a:xfrm>
          <a:custGeom>
            <a:avLst/>
            <a:gdLst/>
            <a:ahLst/>
            <a:cxnLst/>
            <a:rect l="l" t="t" r="r" b="b"/>
            <a:pathLst>
              <a:path w="2670" h="10461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136" y="518"/>
                </a:lnTo>
                <a:lnTo>
                  <a:pt x="136" y="666"/>
                </a:lnTo>
                <a:lnTo>
                  <a:pt x="190" y="838"/>
                </a:lnTo>
                <a:lnTo>
                  <a:pt x="245" y="1011"/>
                </a:lnTo>
                <a:lnTo>
                  <a:pt x="327" y="1184"/>
                </a:lnTo>
                <a:lnTo>
                  <a:pt x="327" y="1357"/>
                </a:lnTo>
                <a:lnTo>
                  <a:pt x="381" y="1529"/>
                </a:lnTo>
                <a:lnTo>
                  <a:pt x="436" y="1702"/>
                </a:lnTo>
                <a:lnTo>
                  <a:pt x="436" y="1875"/>
                </a:lnTo>
                <a:lnTo>
                  <a:pt x="517" y="2023"/>
                </a:lnTo>
                <a:lnTo>
                  <a:pt x="572" y="2195"/>
                </a:lnTo>
                <a:lnTo>
                  <a:pt x="626" y="2368"/>
                </a:lnTo>
                <a:lnTo>
                  <a:pt x="626" y="2541"/>
                </a:lnTo>
                <a:lnTo>
                  <a:pt x="681" y="2714"/>
                </a:lnTo>
                <a:lnTo>
                  <a:pt x="763" y="2886"/>
                </a:lnTo>
                <a:lnTo>
                  <a:pt x="817" y="3059"/>
                </a:lnTo>
                <a:lnTo>
                  <a:pt x="817" y="3232"/>
                </a:lnTo>
                <a:lnTo>
                  <a:pt x="872" y="3404"/>
                </a:lnTo>
                <a:lnTo>
                  <a:pt x="872" y="3553"/>
                </a:lnTo>
                <a:lnTo>
                  <a:pt x="926" y="3725"/>
                </a:lnTo>
                <a:lnTo>
                  <a:pt x="1008" y="3898"/>
                </a:lnTo>
                <a:lnTo>
                  <a:pt x="1062" y="4071"/>
                </a:lnTo>
                <a:lnTo>
                  <a:pt x="1062" y="4243"/>
                </a:lnTo>
                <a:lnTo>
                  <a:pt x="1117" y="4416"/>
                </a:lnTo>
                <a:lnTo>
                  <a:pt x="1199" y="4589"/>
                </a:lnTo>
                <a:lnTo>
                  <a:pt x="1253" y="4762"/>
                </a:lnTo>
                <a:lnTo>
                  <a:pt x="1253" y="4910"/>
                </a:lnTo>
                <a:lnTo>
                  <a:pt x="1308" y="5082"/>
                </a:lnTo>
                <a:lnTo>
                  <a:pt x="1362" y="5255"/>
                </a:lnTo>
                <a:lnTo>
                  <a:pt x="1362" y="5428"/>
                </a:lnTo>
                <a:lnTo>
                  <a:pt x="1444" y="5600"/>
                </a:lnTo>
                <a:lnTo>
                  <a:pt x="1498" y="5773"/>
                </a:lnTo>
                <a:lnTo>
                  <a:pt x="1553" y="5946"/>
                </a:lnTo>
                <a:lnTo>
                  <a:pt x="1553" y="6119"/>
                </a:lnTo>
                <a:lnTo>
                  <a:pt x="1607" y="6267"/>
                </a:lnTo>
                <a:lnTo>
                  <a:pt x="1689" y="6439"/>
                </a:lnTo>
                <a:lnTo>
                  <a:pt x="1689" y="6612"/>
                </a:lnTo>
                <a:lnTo>
                  <a:pt x="1744" y="6785"/>
                </a:lnTo>
                <a:lnTo>
                  <a:pt x="1798" y="6958"/>
                </a:lnTo>
                <a:lnTo>
                  <a:pt x="1798" y="7130"/>
                </a:lnTo>
                <a:lnTo>
                  <a:pt x="1880" y="7303"/>
                </a:lnTo>
                <a:lnTo>
                  <a:pt x="1934" y="7476"/>
                </a:lnTo>
                <a:lnTo>
                  <a:pt x="1989" y="7648"/>
                </a:lnTo>
                <a:lnTo>
                  <a:pt x="1989" y="7796"/>
                </a:lnTo>
                <a:lnTo>
                  <a:pt x="2044" y="7969"/>
                </a:lnTo>
                <a:lnTo>
                  <a:pt x="2125" y="8142"/>
                </a:lnTo>
                <a:lnTo>
                  <a:pt x="2125" y="8315"/>
                </a:lnTo>
                <a:lnTo>
                  <a:pt x="2180" y="8487"/>
                </a:lnTo>
                <a:lnTo>
                  <a:pt x="2234" y="8660"/>
                </a:lnTo>
                <a:lnTo>
                  <a:pt x="2234" y="8833"/>
                </a:lnTo>
                <a:lnTo>
                  <a:pt x="2316" y="9005"/>
                </a:lnTo>
                <a:lnTo>
                  <a:pt x="2371" y="9153"/>
                </a:lnTo>
                <a:lnTo>
                  <a:pt x="2425" y="9326"/>
                </a:lnTo>
                <a:lnTo>
                  <a:pt x="2425" y="9499"/>
                </a:lnTo>
                <a:lnTo>
                  <a:pt x="2480" y="9672"/>
                </a:lnTo>
                <a:lnTo>
                  <a:pt x="2561" y="9844"/>
                </a:lnTo>
                <a:lnTo>
                  <a:pt x="2561" y="10017"/>
                </a:lnTo>
                <a:lnTo>
                  <a:pt x="2616" y="10190"/>
                </a:lnTo>
                <a:lnTo>
                  <a:pt x="2670" y="1036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7285712" y="3182921"/>
            <a:ext cx="2725" cy="10757"/>
          </a:xfrm>
          <a:custGeom>
            <a:avLst/>
            <a:gdLst/>
            <a:ahLst/>
            <a:cxnLst/>
            <a:rect l="l" t="t" r="r" b="b"/>
            <a:pathLst>
              <a:path w="2725" h="10757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36" y="518"/>
                </a:lnTo>
                <a:lnTo>
                  <a:pt x="190" y="690"/>
                </a:lnTo>
                <a:lnTo>
                  <a:pt x="245" y="863"/>
                </a:lnTo>
                <a:lnTo>
                  <a:pt x="245" y="1011"/>
                </a:lnTo>
                <a:lnTo>
                  <a:pt x="327" y="1184"/>
                </a:lnTo>
                <a:lnTo>
                  <a:pt x="381" y="1357"/>
                </a:lnTo>
                <a:lnTo>
                  <a:pt x="381" y="1529"/>
                </a:lnTo>
                <a:lnTo>
                  <a:pt x="436" y="1702"/>
                </a:lnTo>
                <a:lnTo>
                  <a:pt x="490" y="1875"/>
                </a:lnTo>
                <a:lnTo>
                  <a:pt x="572" y="2047"/>
                </a:lnTo>
                <a:lnTo>
                  <a:pt x="572" y="2220"/>
                </a:lnTo>
                <a:lnTo>
                  <a:pt x="626" y="2393"/>
                </a:lnTo>
                <a:lnTo>
                  <a:pt x="681" y="2541"/>
                </a:lnTo>
                <a:lnTo>
                  <a:pt x="763" y="2714"/>
                </a:lnTo>
                <a:lnTo>
                  <a:pt x="763" y="2886"/>
                </a:lnTo>
                <a:lnTo>
                  <a:pt x="817" y="3059"/>
                </a:lnTo>
                <a:lnTo>
                  <a:pt x="872" y="3232"/>
                </a:lnTo>
                <a:lnTo>
                  <a:pt x="872" y="3404"/>
                </a:lnTo>
                <a:lnTo>
                  <a:pt x="926" y="3577"/>
                </a:lnTo>
                <a:lnTo>
                  <a:pt x="1008" y="3750"/>
                </a:lnTo>
                <a:lnTo>
                  <a:pt x="1008" y="3898"/>
                </a:lnTo>
                <a:lnTo>
                  <a:pt x="1062" y="4071"/>
                </a:lnTo>
                <a:lnTo>
                  <a:pt x="1117" y="4243"/>
                </a:lnTo>
                <a:lnTo>
                  <a:pt x="1117" y="4416"/>
                </a:lnTo>
                <a:lnTo>
                  <a:pt x="1171" y="4589"/>
                </a:lnTo>
                <a:lnTo>
                  <a:pt x="1253" y="4762"/>
                </a:lnTo>
                <a:lnTo>
                  <a:pt x="1308" y="4934"/>
                </a:lnTo>
                <a:lnTo>
                  <a:pt x="1308" y="5107"/>
                </a:lnTo>
                <a:lnTo>
                  <a:pt x="1362" y="5255"/>
                </a:lnTo>
                <a:lnTo>
                  <a:pt x="1444" y="5428"/>
                </a:lnTo>
                <a:lnTo>
                  <a:pt x="1444" y="5600"/>
                </a:lnTo>
                <a:lnTo>
                  <a:pt x="1498" y="5773"/>
                </a:lnTo>
                <a:lnTo>
                  <a:pt x="1553" y="5946"/>
                </a:lnTo>
                <a:lnTo>
                  <a:pt x="1553" y="6119"/>
                </a:lnTo>
                <a:lnTo>
                  <a:pt x="1607" y="6291"/>
                </a:lnTo>
                <a:lnTo>
                  <a:pt x="1689" y="6464"/>
                </a:lnTo>
                <a:lnTo>
                  <a:pt x="1689" y="6637"/>
                </a:lnTo>
                <a:lnTo>
                  <a:pt x="1744" y="6785"/>
                </a:lnTo>
                <a:lnTo>
                  <a:pt x="1798" y="6958"/>
                </a:lnTo>
                <a:lnTo>
                  <a:pt x="1798" y="7130"/>
                </a:lnTo>
                <a:lnTo>
                  <a:pt x="1853" y="7303"/>
                </a:lnTo>
                <a:lnTo>
                  <a:pt x="1934" y="7476"/>
                </a:lnTo>
                <a:lnTo>
                  <a:pt x="1989" y="7648"/>
                </a:lnTo>
                <a:lnTo>
                  <a:pt x="1989" y="7821"/>
                </a:lnTo>
                <a:lnTo>
                  <a:pt x="2044" y="7994"/>
                </a:lnTo>
                <a:lnTo>
                  <a:pt x="2125" y="8142"/>
                </a:lnTo>
                <a:lnTo>
                  <a:pt x="2125" y="8315"/>
                </a:lnTo>
                <a:lnTo>
                  <a:pt x="2180" y="8487"/>
                </a:lnTo>
                <a:lnTo>
                  <a:pt x="2234" y="8660"/>
                </a:lnTo>
                <a:lnTo>
                  <a:pt x="2234" y="8833"/>
                </a:lnTo>
                <a:lnTo>
                  <a:pt x="2289" y="9005"/>
                </a:lnTo>
                <a:lnTo>
                  <a:pt x="2371" y="9178"/>
                </a:lnTo>
                <a:lnTo>
                  <a:pt x="2371" y="9351"/>
                </a:lnTo>
                <a:lnTo>
                  <a:pt x="2425" y="9499"/>
                </a:lnTo>
                <a:lnTo>
                  <a:pt x="2480" y="9672"/>
                </a:lnTo>
                <a:lnTo>
                  <a:pt x="2480" y="9844"/>
                </a:lnTo>
                <a:lnTo>
                  <a:pt x="2561" y="10017"/>
                </a:lnTo>
                <a:lnTo>
                  <a:pt x="2616" y="10190"/>
                </a:lnTo>
                <a:lnTo>
                  <a:pt x="2670" y="10363"/>
                </a:lnTo>
                <a:lnTo>
                  <a:pt x="2670" y="10535"/>
                </a:lnTo>
                <a:lnTo>
                  <a:pt x="2725" y="1070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7288438" y="3193679"/>
            <a:ext cx="2752" cy="11029"/>
          </a:xfrm>
          <a:custGeom>
            <a:avLst/>
            <a:gdLst/>
            <a:ahLst/>
            <a:cxnLst/>
            <a:rect l="l" t="t" r="r" b="b"/>
            <a:pathLst>
              <a:path w="2752" h="11029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66"/>
                </a:lnTo>
                <a:lnTo>
                  <a:pt x="190" y="838"/>
                </a:lnTo>
                <a:lnTo>
                  <a:pt x="245" y="1011"/>
                </a:lnTo>
                <a:lnTo>
                  <a:pt x="327" y="1184"/>
                </a:lnTo>
                <a:lnTo>
                  <a:pt x="381" y="1357"/>
                </a:lnTo>
                <a:lnTo>
                  <a:pt x="381" y="1529"/>
                </a:lnTo>
                <a:lnTo>
                  <a:pt x="436" y="1702"/>
                </a:lnTo>
                <a:lnTo>
                  <a:pt x="517" y="1875"/>
                </a:lnTo>
                <a:lnTo>
                  <a:pt x="517" y="2023"/>
                </a:lnTo>
                <a:lnTo>
                  <a:pt x="572" y="2195"/>
                </a:lnTo>
                <a:lnTo>
                  <a:pt x="626" y="2368"/>
                </a:lnTo>
                <a:lnTo>
                  <a:pt x="626" y="2541"/>
                </a:lnTo>
                <a:lnTo>
                  <a:pt x="681" y="2714"/>
                </a:lnTo>
                <a:lnTo>
                  <a:pt x="763" y="2886"/>
                </a:lnTo>
                <a:lnTo>
                  <a:pt x="763" y="3059"/>
                </a:lnTo>
                <a:lnTo>
                  <a:pt x="817" y="3232"/>
                </a:lnTo>
                <a:lnTo>
                  <a:pt x="872" y="3404"/>
                </a:lnTo>
                <a:lnTo>
                  <a:pt x="872" y="3553"/>
                </a:lnTo>
                <a:lnTo>
                  <a:pt x="926" y="3725"/>
                </a:lnTo>
                <a:lnTo>
                  <a:pt x="1008" y="3898"/>
                </a:lnTo>
                <a:lnTo>
                  <a:pt x="1008" y="4071"/>
                </a:lnTo>
                <a:lnTo>
                  <a:pt x="1062" y="4243"/>
                </a:lnTo>
                <a:lnTo>
                  <a:pt x="1117" y="4416"/>
                </a:lnTo>
                <a:lnTo>
                  <a:pt x="1117" y="4589"/>
                </a:lnTo>
                <a:lnTo>
                  <a:pt x="1199" y="4762"/>
                </a:lnTo>
                <a:lnTo>
                  <a:pt x="1253" y="4910"/>
                </a:lnTo>
                <a:lnTo>
                  <a:pt x="1253" y="5082"/>
                </a:lnTo>
                <a:lnTo>
                  <a:pt x="1308" y="5255"/>
                </a:lnTo>
                <a:lnTo>
                  <a:pt x="1362" y="5428"/>
                </a:lnTo>
                <a:lnTo>
                  <a:pt x="1444" y="5600"/>
                </a:lnTo>
                <a:lnTo>
                  <a:pt x="1444" y="5773"/>
                </a:lnTo>
                <a:lnTo>
                  <a:pt x="1498" y="5946"/>
                </a:lnTo>
                <a:lnTo>
                  <a:pt x="1553" y="6119"/>
                </a:lnTo>
                <a:lnTo>
                  <a:pt x="1553" y="6267"/>
                </a:lnTo>
                <a:lnTo>
                  <a:pt x="1635" y="6439"/>
                </a:lnTo>
                <a:lnTo>
                  <a:pt x="1635" y="6612"/>
                </a:lnTo>
                <a:lnTo>
                  <a:pt x="1689" y="6785"/>
                </a:lnTo>
                <a:lnTo>
                  <a:pt x="1744" y="6958"/>
                </a:lnTo>
                <a:lnTo>
                  <a:pt x="1744" y="7130"/>
                </a:lnTo>
                <a:lnTo>
                  <a:pt x="1798" y="7303"/>
                </a:lnTo>
                <a:lnTo>
                  <a:pt x="1880" y="7476"/>
                </a:lnTo>
                <a:lnTo>
                  <a:pt x="1880" y="7648"/>
                </a:lnTo>
                <a:lnTo>
                  <a:pt x="1934" y="7796"/>
                </a:lnTo>
                <a:lnTo>
                  <a:pt x="1989" y="7969"/>
                </a:lnTo>
                <a:lnTo>
                  <a:pt x="1989" y="8142"/>
                </a:lnTo>
                <a:lnTo>
                  <a:pt x="2044" y="8315"/>
                </a:lnTo>
                <a:lnTo>
                  <a:pt x="2125" y="8487"/>
                </a:lnTo>
                <a:lnTo>
                  <a:pt x="2180" y="8660"/>
                </a:lnTo>
                <a:lnTo>
                  <a:pt x="2180" y="8833"/>
                </a:lnTo>
                <a:lnTo>
                  <a:pt x="2234" y="9005"/>
                </a:lnTo>
                <a:lnTo>
                  <a:pt x="2316" y="9153"/>
                </a:lnTo>
                <a:lnTo>
                  <a:pt x="2316" y="9326"/>
                </a:lnTo>
                <a:lnTo>
                  <a:pt x="2371" y="9499"/>
                </a:lnTo>
                <a:lnTo>
                  <a:pt x="2425" y="9672"/>
                </a:lnTo>
                <a:lnTo>
                  <a:pt x="2425" y="9844"/>
                </a:lnTo>
                <a:lnTo>
                  <a:pt x="2480" y="10017"/>
                </a:lnTo>
                <a:lnTo>
                  <a:pt x="2561" y="10190"/>
                </a:lnTo>
                <a:lnTo>
                  <a:pt x="2561" y="10363"/>
                </a:lnTo>
                <a:lnTo>
                  <a:pt x="2616" y="10511"/>
                </a:lnTo>
                <a:lnTo>
                  <a:pt x="2670" y="10683"/>
                </a:lnTo>
                <a:lnTo>
                  <a:pt x="2670" y="10856"/>
                </a:lnTo>
                <a:lnTo>
                  <a:pt x="2752" y="1102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7291190" y="3204708"/>
            <a:ext cx="2725" cy="11275"/>
          </a:xfrm>
          <a:custGeom>
            <a:avLst/>
            <a:gdLst/>
            <a:ahLst/>
            <a:cxnLst/>
            <a:rect l="l" t="t" r="r" b="b"/>
            <a:pathLst>
              <a:path w="2725" h="11275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63" y="690"/>
                </a:lnTo>
                <a:lnTo>
                  <a:pt x="163" y="863"/>
                </a:lnTo>
                <a:lnTo>
                  <a:pt x="245" y="1011"/>
                </a:lnTo>
                <a:lnTo>
                  <a:pt x="245" y="1184"/>
                </a:lnTo>
                <a:lnTo>
                  <a:pt x="299" y="1357"/>
                </a:lnTo>
                <a:lnTo>
                  <a:pt x="354" y="1529"/>
                </a:lnTo>
                <a:lnTo>
                  <a:pt x="354" y="1702"/>
                </a:lnTo>
                <a:lnTo>
                  <a:pt x="408" y="1875"/>
                </a:lnTo>
                <a:lnTo>
                  <a:pt x="490" y="2047"/>
                </a:lnTo>
                <a:lnTo>
                  <a:pt x="490" y="2220"/>
                </a:lnTo>
                <a:lnTo>
                  <a:pt x="545" y="2368"/>
                </a:lnTo>
                <a:lnTo>
                  <a:pt x="599" y="2541"/>
                </a:lnTo>
                <a:lnTo>
                  <a:pt x="599" y="2714"/>
                </a:lnTo>
                <a:lnTo>
                  <a:pt x="681" y="2886"/>
                </a:lnTo>
                <a:lnTo>
                  <a:pt x="735" y="3059"/>
                </a:lnTo>
                <a:lnTo>
                  <a:pt x="735" y="3232"/>
                </a:lnTo>
                <a:lnTo>
                  <a:pt x="790" y="3404"/>
                </a:lnTo>
                <a:lnTo>
                  <a:pt x="844" y="3577"/>
                </a:lnTo>
                <a:lnTo>
                  <a:pt x="844" y="3725"/>
                </a:lnTo>
                <a:lnTo>
                  <a:pt x="926" y="3898"/>
                </a:lnTo>
                <a:lnTo>
                  <a:pt x="981" y="4071"/>
                </a:lnTo>
                <a:lnTo>
                  <a:pt x="981" y="4243"/>
                </a:lnTo>
                <a:lnTo>
                  <a:pt x="1035" y="4416"/>
                </a:lnTo>
                <a:lnTo>
                  <a:pt x="1090" y="4589"/>
                </a:lnTo>
                <a:lnTo>
                  <a:pt x="1090" y="4762"/>
                </a:lnTo>
                <a:lnTo>
                  <a:pt x="1171" y="4934"/>
                </a:lnTo>
                <a:lnTo>
                  <a:pt x="1226" y="5107"/>
                </a:lnTo>
                <a:lnTo>
                  <a:pt x="1226" y="5255"/>
                </a:lnTo>
                <a:lnTo>
                  <a:pt x="1280" y="5428"/>
                </a:lnTo>
                <a:lnTo>
                  <a:pt x="1362" y="5600"/>
                </a:lnTo>
                <a:lnTo>
                  <a:pt x="1362" y="5773"/>
                </a:lnTo>
                <a:lnTo>
                  <a:pt x="1417" y="5946"/>
                </a:lnTo>
                <a:lnTo>
                  <a:pt x="1471" y="6119"/>
                </a:lnTo>
                <a:lnTo>
                  <a:pt x="1471" y="6291"/>
                </a:lnTo>
                <a:lnTo>
                  <a:pt x="1526" y="6464"/>
                </a:lnTo>
                <a:lnTo>
                  <a:pt x="1607" y="6612"/>
                </a:lnTo>
                <a:lnTo>
                  <a:pt x="1607" y="6785"/>
                </a:lnTo>
                <a:lnTo>
                  <a:pt x="1662" y="6958"/>
                </a:lnTo>
                <a:lnTo>
                  <a:pt x="1716" y="7130"/>
                </a:lnTo>
                <a:lnTo>
                  <a:pt x="1716" y="7303"/>
                </a:lnTo>
                <a:lnTo>
                  <a:pt x="1798" y="7476"/>
                </a:lnTo>
                <a:lnTo>
                  <a:pt x="1853" y="7648"/>
                </a:lnTo>
                <a:lnTo>
                  <a:pt x="1853" y="7821"/>
                </a:lnTo>
                <a:lnTo>
                  <a:pt x="1907" y="7969"/>
                </a:lnTo>
                <a:lnTo>
                  <a:pt x="1962" y="8142"/>
                </a:lnTo>
                <a:lnTo>
                  <a:pt x="1962" y="8315"/>
                </a:lnTo>
                <a:lnTo>
                  <a:pt x="2044" y="8487"/>
                </a:lnTo>
                <a:lnTo>
                  <a:pt x="2098" y="8660"/>
                </a:lnTo>
                <a:lnTo>
                  <a:pt x="2098" y="8833"/>
                </a:lnTo>
                <a:lnTo>
                  <a:pt x="2153" y="9005"/>
                </a:lnTo>
                <a:lnTo>
                  <a:pt x="2207" y="9178"/>
                </a:lnTo>
                <a:lnTo>
                  <a:pt x="2207" y="9351"/>
                </a:lnTo>
                <a:lnTo>
                  <a:pt x="2289" y="9499"/>
                </a:lnTo>
                <a:lnTo>
                  <a:pt x="2289" y="9672"/>
                </a:lnTo>
                <a:lnTo>
                  <a:pt x="2343" y="9844"/>
                </a:lnTo>
                <a:lnTo>
                  <a:pt x="2398" y="10017"/>
                </a:lnTo>
                <a:lnTo>
                  <a:pt x="2398" y="10190"/>
                </a:lnTo>
                <a:lnTo>
                  <a:pt x="2480" y="10363"/>
                </a:lnTo>
                <a:lnTo>
                  <a:pt x="2534" y="10535"/>
                </a:lnTo>
                <a:lnTo>
                  <a:pt x="2534" y="10708"/>
                </a:lnTo>
                <a:lnTo>
                  <a:pt x="2589" y="10856"/>
                </a:lnTo>
                <a:lnTo>
                  <a:pt x="2643" y="11029"/>
                </a:lnTo>
                <a:lnTo>
                  <a:pt x="2643" y="1120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7293916" y="3215984"/>
            <a:ext cx="2670" cy="11522"/>
          </a:xfrm>
          <a:custGeom>
            <a:avLst/>
            <a:gdLst/>
            <a:ahLst/>
            <a:cxnLst/>
            <a:rect l="l" t="t" r="r" b="b"/>
            <a:pathLst>
              <a:path w="2670" h="11522">
                <a:moveTo>
                  <a:pt x="0" y="0"/>
                </a:moveTo>
                <a:lnTo>
                  <a:pt x="0" y="148"/>
                </a:lnTo>
                <a:lnTo>
                  <a:pt x="54" y="320"/>
                </a:lnTo>
                <a:lnTo>
                  <a:pt x="109" y="493"/>
                </a:lnTo>
                <a:lnTo>
                  <a:pt x="109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299" y="1357"/>
                </a:lnTo>
                <a:lnTo>
                  <a:pt x="299" y="1505"/>
                </a:lnTo>
                <a:lnTo>
                  <a:pt x="354" y="1677"/>
                </a:lnTo>
                <a:lnTo>
                  <a:pt x="436" y="1850"/>
                </a:lnTo>
                <a:lnTo>
                  <a:pt x="436" y="2023"/>
                </a:lnTo>
                <a:lnTo>
                  <a:pt x="490" y="2195"/>
                </a:lnTo>
                <a:lnTo>
                  <a:pt x="545" y="2368"/>
                </a:lnTo>
                <a:lnTo>
                  <a:pt x="545" y="2541"/>
                </a:lnTo>
                <a:lnTo>
                  <a:pt x="599" y="2714"/>
                </a:lnTo>
                <a:lnTo>
                  <a:pt x="681" y="2862"/>
                </a:lnTo>
                <a:lnTo>
                  <a:pt x="681" y="3034"/>
                </a:lnTo>
                <a:lnTo>
                  <a:pt x="735" y="3207"/>
                </a:lnTo>
                <a:lnTo>
                  <a:pt x="790" y="3380"/>
                </a:lnTo>
                <a:lnTo>
                  <a:pt x="790" y="3553"/>
                </a:lnTo>
                <a:lnTo>
                  <a:pt x="872" y="3725"/>
                </a:lnTo>
                <a:lnTo>
                  <a:pt x="926" y="3898"/>
                </a:lnTo>
                <a:lnTo>
                  <a:pt x="926" y="4071"/>
                </a:lnTo>
                <a:lnTo>
                  <a:pt x="981" y="4243"/>
                </a:lnTo>
                <a:lnTo>
                  <a:pt x="981" y="4391"/>
                </a:lnTo>
                <a:lnTo>
                  <a:pt x="1035" y="4564"/>
                </a:lnTo>
                <a:lnTo>
                  <a:pt x="1117" y="4737"/>
                </a:lnTo>
                <a:lnTo>
                  <a:pt x="1117" y="4910"/>
                </a:lnTo>
                <a:lnTo>
                  <a:pt x="1171" y="5082"/>
                </a:lnTo>
                <a:lnTo>
                  <a:pt x="1226" y="5255"/>
                </a:lnTo>
                <a:lnTo>
                  <a:pt x="1226" y="5428"/>
                </a:lnTo>
                <a:lnTo>
                  <a:pt x="1280" y="5600"/>
                </a:lnTo>
                <a:lnTo>
                  <a:pt x="1362" y="5748"/>
                </a:lnTo>
                <a:lnTo>
                  <a:pt x="1362" y="5921"/>
                </a:lnTo>
                <a:lnTo>
                  <a:pt x="1417" y="6094"/>
                </a:lnTo>
                <a:lnTo>
                  <a:pt x="1471" y="6267"/>
                </a:lnTo>
                <a:lnTo>
                  <a:pt x="1471" y="6439"/>
                </a:lnTo>
                <a:lnTo>
                  <a:pt x="1553" y="6612"/>
                </a:lnTo>
                <a:lnTo>
                  <a:pt x="1553" y="6785"/>
                </a:lnTo>
                <a:lnTo>
                  <a:pt x="1607" y="6958"/>
                </a:lnTo>
                <a:lnTo>
                  <a:pt x="1662" y="7106"/>
                </a:lnTo>
                <a:lnTo>
                  <a:pt x="1662" y="7278"/>
                </a:lnTo>
                <a:lnTo>
                  <a:pt x="1716" y="7451"/>
                </a:lnTo>
                <a:lnTo>
                  <a:pt x="1798" y="7624"/>
                </a:lnTo>
                <a:lnTo>
                  <a:pt x="1798" y="7796"/>
                </a:lnTo>
                <a:lnTo>
                  <a:pt x="1853" y="7969"/>
                </a:lnTo>
                <a:lnTo>
                  <a:pt x="1907" y="8142"/>
                </a:lnTo>
                <a:lnTo>
                  <a:pt x="1907" y="8315"/>
                </a:lnTo>
                <a:lnTo>
                  <a:pt x="1989" y="8487"/>
                </a:lnTo>
                <a:lnTo>
                  <a:pt x="2044" y="8709"/>
                </a:lnTo>
                <a:lnTo>
                  <a:pt x="2044" y="8882"/>
                </a:lnTo>
                <a:lnTo>
                  <a:pt x="2098" y="9030"/>
                </a:lnTo>
                <a:lnTo>
                  <a:pt x="2153" y="9203"/>
                </a:lnTo>
                <a:lnTo>
                  <a:pt x="2153" y="9376"/>
                </a:lnTo>
                <a:lnTo>
                  <a:pt x="2234" y="9548"/>
                </a:lnTo>
                <a:lnTo>
                  <a:pt x="2289" y="9721"/>
                </a:lnTo>
                <a:lnTo>
                  <a:pt x="2289" y="9894"/>
                </a:lnTo>
                <a:lnTo>
                  <a:pt x="2343" y="10066"/>
                </a:lnTo>
                <a:lnTo>
                  <a:pt x="2398" y="10239"/>
                </a:lnTo>
                <a:lnTo>
                  <a:pt x="2398" y="10387"/>
                </a:lnTo>
                <a:lnTo>
                  <a:pt x="2480" y="10560"/>
                </a:lnTo>
                <a:lnTo>
                  <a:pt x="2480" y="10733"/>
                </a:lnTo>
                <a:lnTo>
                  <a:pt x="2534" y="10905"/>
                </a:lnTo>
                <a:lnTo>
                  <a:pt x="2589" y="11078"/>
                </a:lnTo>
                <a:lnTo>
                  <a:pt x="2589" y="11251"/>
                </a:lnTo>
                <a:lnTo>
                  <a:pt x="2670" y="114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7296586" y="3227507"/>
            <a:ext cx="2725" cy="11769"/>
          </a:xfrm>
          <a:custGeom>
            <a:avLst/>
            <a:gdLst/>
            <a:ahLst/>
            <a:cxnLst/>
            <a:rect l="l" t="t" r="r" b="b"/>
            <a:pathLst>
              <a:path w="2725" h="11769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09" y="518"/>
                </a:lnTo>
                <a:lnTo>
                  <a:pt x="163" y="690"/>
                </a:lnTo>
                <a:lnTo>
                  <a:pt x="245" y="863"/>
                </a:lnTo>
                <a:lnTo>
                  <a:pt x="245" y="1036"/>
                </a:lnTo>
                <a:lnTo>
                  <a:pt x="299" y="1209"/>
                </a:lnTo>
                <a:lnTo>
                  <a:pt x="299" y="1357"/>
                </a:lnTo>
                <a:lnTo>
                  <a:pt x="354" y="1529"/>
                </a:lnTo>
                <a:lnTo>
                  <a:pt x="436" y="1702"/>
                </a:lnTo>
                <a:lnTo>
                  <a:pt x="436" y="1875"/>
                </a:lnTo>
                <a:lnTo>
                  <a:pt x="490" y="2047"/>
                </a:lnTo>
                <a:lnTo>
                  <a:pt x="545" y="2220"/>
                </a:lnTo>
                <a:lnTo>
                  <a:pt x="545" y="2393"/>
                </a:lnTo>
                <a:lnTo>
                  <a:pt x="599" y="2566"/>
                </a:lnTo>
                <a:lnTo>
                  <a:pt x="681" y="2714"/>
                </a:lnTo>
                <a:lnTo>
                  <a:pt x="681" y="2886"/>
                </a:lnTo>
                <a:lnTo>
                  <a:pt x="735" y="3059"/>
                </a:lnTo>
                <a:lnTo>
                  <a:pt x="790" y="3232"/>
                </a:lnTo>
                <a:lnTo>
                  <a:pt x="790" y="3404"/>
                </a:lnTo>
                <a:lnTo>
                  <a:pt x="844" y="3577"/>
                </a:lnTo>
                <a:lnTo>
                  <a:pt x="926" y="3799"/>
                </a:lnTo>
                <a:lnTo>
                  <a:pt x="926" y="3972"/>
                </a:lnTo>
                <a:lnTo>
                  <a:pt x="981" y="4145"/>
                </a:lnTo>
                <a:lnTo>
                  <a:pt x="981" y="4317"/>
                </a:lnTo>
                <a:lnTo>
                  <a:pt x="1035" y="4490"/>
                </a:lnTo>
                <a:lnTo>
                  <a:pt x="1117" y="4638"/>
                </a:lnTo>
                <a:lnTo>
                  <a:pt x="1117" y="4811"/>
                </a:lnTo>
                <a:lnTo>
                  <a:pt x="1171" y="4984"/>
                </a:lnTo>
                <a:lnTo>
                  <a:pt x="1226" y="5206"/>
                </a:lnTo>
                <a:lnTo>
                  <a:pt x="1226" y="5378"/>
                </a:lnTo>
                <a:lnTo>
                  <a:pt x="1280" y="5551"/>
                </a:lnTo>
                <a:lnTo>
                  <a:pt x="1362" y="5724"/>
                </a:lnTo>
                <a:lnTo>
                  <a:pt x="1362" y="5897"/>
                </a:lnTo>
                <a:lnTo>
                  <a:pt x="1417" y="6069"/>
                </a:lnTo>
                <a:lnTo>
                  <a:pt x="1471" y="6242"/>
                </a:lnTo>
                <a:lnTo>
                  <a:pt x="1471" y="6390"/>
                </a:lnTo>
                <a:lnTo>
                  <a:pt x="1526" y="6563"/>
                </a:lnTo>
                <a:lnTo>
                  <a:pt x="1607" y="6735"/>
                </a:lnTo>
                <a:lnTo>
                  <a:pt x="1607" y="6908"/>
                </a:lnTo>
                <a:lnTo>
                  <a:pt x="1662" y="7081"/>
                </a:lnTo>
                <a:lnTo>
                  <a:pt x="1662" y="7254"/>
                </a:lnTo>
                <a:lnTo>
                  <a:pt x="1716" y="7426"/>
                </a:lnTo>
                <a:lnTo>
                  <a:pt x="1798" y="7599"/>
                </a:lnTo>
                <a:lnTo>
                  <a:pt x="1798" y="7772"/>
                </a:lnTo>
                <a:lnTo>
                  <a:pt x="1853" y="7920"/>
                </a:lnTo>
                <a:lnTo>
                  <a:pt x="1907" y="8093"/>
                </a:lnTo>
                <a:lnTo>
                  <a:pt x="1907" y="8265"/>
                </a:lnTo>
                <a:lnTo>
                  <a:pt x="1962" y="8438"/>
                </a:lnTo>
                <a:lnTo>
                  <a:pt x="2044" y="8611"/>
                </a:lnTo>
                <a:lnTo>
                  <a:pt x="2044" y="8783"/>
                </a:lnTo>
                <a:lnTo>
                  <a:pt x="2098" y="8956"/>
                </a:lnTo>
                <a:lnTo>
                  <a:pt x="2098" y="9129"/>
                </a:lnTo>
                <a:lnTo>
                  <a:pt x="2153" y="9277"/>
                </a:lnTo>
                <a:lnTo>
                  <a:pt x="2234" y="9450"/>
                </a:lnTo>
                <a:lnTo>
                  <a:pt x="2234" y="9622"/>
                </a:lnTo>
                <a:lnTo>
                  <a:pt x="2289" y="9795"/>
                </a:lnTo>
                <a:lnTo>
                  <a:pt x="2343" y="9968"/>
                </a:lnTo>
                <a:lnTo>
                  <a:pt x="2343" y="10140"/>
                </a:lnTo>
                <a:lnTo>
                  <a:pt x="2398" y="10313"/>
                </a:lnTo>
                <a:lnTo>
                  <a:pt x="2398" y="10486"/>
                </a:lnTo>
                <a:lnTo>
                  <a:pt x="2480" y="10634"/>
                </a:lnTo>
                <a:lnTo>
                  <a:pt x="2534" y="10807"/>
                </a:lnTo>
                <a:lnTo>
                  <a:pt x="2534" y="10979"/>
                </a:lnTo>
                <a:lnTo>
                  <a:pt x="2589" y="11152"/>
                </a:lnTo>
                <a:lnTo>
                  <a:pt x="2589" y="11325"/>
                </a:lnTo>
                <a:lnTo>
                  <a:pt x="2643" y="11497"/>
                </a:lnTo>
                <a:lnTo>
                  <a:pt x="2725" y="1167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7299312" y="3239276"/>
            <a:ext cx="2725" cy="12016"/>
          </a:xfrm>
          <a:custGeom>
            <a:avLst/>
            <a:gdLst/>
            <a:ahLst/>
            <a:cxnLst/>
            <a:rect l="l" t="t" r="r" b="b"/>
            <a:pathLst>
              <a:path w="2725" h="12016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09" y="567"/>
                </a:lnTo>
                <a:lnTo>
                  <a:pt x="190" y="740"/>
                </a:lnTo>
                <a:lnTo>
                  <a:pt x="245" y="912"/>
                </a:lnTo>
                <a:lnTo>
                  <a:pt x="245" y="1085"/>
                </a:lnTo>
                <a:lnTo>
                  <a:pt x="299" y="1258"/>
                </a:lnTo>
                <a:lnTo>
                  <a:pt x="299" y="1431"/>
                </a:lnTo>
                <a:lnTo>
                  <a:pt x="354" y="1603"/>
                </a:lnTo>
                <a:lnTo>
                  <a:pt x="436" y="1751"/>
                </a:lnTo>
                <a:lnTo>
                  <a:pt x="436" y="1924"/>
                </a:lnTo>
                <a:lnTo>
                  <a:pt x="490" y="2097"/>
                </a:lnTo>
                <a:lnTo>
                  <a:pt x="545" y="2269"/>
                </a:lnTo>
                <a:lnTo>
                  <a:pt x="545" y="2442"/>
                </a:lnTo>
                <a:lnTo>
                  <a:pt x="599" y="2615"/>
                </a:lnTo>
                <a:lnTo>
                  <a:pt x="599" y="2788"/>
                </a:lnTo>
                <a:lnTo>
                  <a:pt x="681" y="2960"/>
                </a:lnTo>
                <a:lnTo>
                  <a:pt x="735" y="3108"/>
                </a:lnTo>
                <a:lnTo>
                  <a:pt x="735" y="3281"/>
                </a:lnTo>
                <a:lnTo>
                  <a:pt x="790" y="3454"/>
                </a:lnTo>
                <a:lnTo>
                  <a:pt x="790" y="3627"/>
                </a:lnTo>
                <a:lnTo>
                  <a:pt x="872" y="3799"/>
                </a:lnTo>
                <a:lnTo>
                  <a:pt x="926" y="3972"/>
                </a:lnTo>
                <a:lnTo>
                  <a:pt x="926" y="4145"/>
                </a:lnTo>
                <a:lnTo>
                  <a:pt x="981" y="4317"/>
                </a:lnTo>
                <a:lnTo>
                  <a:pt x="1035" y="4490"/>
                </a:lnTo>
                <a:lnTo>
                  <a:pt x="1035" y="4638"/>
                </a:lnTo>
                <a:lnTo>
                  <a:pt x="1117" y="4811"/>
                </a:lnTo>
                <a:lnTo>
                  <a:pt x="1117" y="4984"/>
                </a:lnTo>
                <a:lnTo>
                  <a:pt x="1171" y="5156"/>
                </a:lnTo>
                <a:lnTo>
                  <a:pt x="1226" y="5329"/>
                </a:lnTo>
                <a:lnTo>
                  <a:pt x="1226" y="5551"/>
                </a:lnTo>
                <a:lnTo>
                  <a:pt x="1308" y="5724"/>
                </a:lnTo>
                <a:lnTo>
                  <a:pt x="1362" y="5897"/>
                </a:lnTo>
                <a:lnTo>
                  <a:pt x="1362" y="6069"/>
                </a:lnTo>
                <a:lnTo>
                  <a:pt x="1417" y="6242"/>
                </a:lnTo>
                <a:lnTo>
                  <a:pt x="1471" y="6464"/>
                </a:lnTo>
                <a:lnTo>
                  <a:pt x="1471" y="6637"/>
                </a:lnTo>
                <a:lnTo>
                  <a:pt x="1553" y="6809"/>
                </a:lnTo>
                <a:lnTo>
                  <a:pt x="1607" y="6958"/>
                </a:lnTo>
                <a:lnTo>
                  <a:pt x="1607" y="7130"/>
                </a:lnTo>
                <a:lnTo>
                  <a:pt x="1662" y="7352"/>
                </a:lnTo>
                <a:lnTo>
                  <a:pt x="1716" y="7525"/>
                </a:lnTo>
                <a:lnTo>
                  <a:pt x="1716" y="7698"/>
                </a:lnTo>
                <a:lnTo>
                  <a:pt x="1798" y="7870"/>
                </a:lnTo>
                <a:lnTo>
                  <a:pt x="1853" y="8043"/>
                </a:lnTo>
                <a:lnTo>
                  <a:pt x="1853" y="8265"/>
                </a:lnTo>
                <a:lnTo>
                  <a:pt x="1907" y="8438"/>
                </a:lnTo>
                <a:lnTo>
                  <a:pt x="1989" y="8611"/>
                </a:lnTo>
                <a:lnTo>
                  <a:pt x="1989" y="8783"/>
                </a:lnTo>
                <a:lnTo>
                  <a:pt x="2044" y="8956"/>
                </a:lnTo>
                <a:lnTo>
                  <a:pt x="2044" y="9129"/>
                </a:lnTo>
                <a:lnTo>
                  <a:pt x="2098" y="9277"/>
                </a:lnTo>
                <a:lnTo>
                  <a:pt x="2153" y="9450"/>
                </a:lnTo>
                <a:lnTo>
                  <a:pt x="2153" y="9622"/>
                </a:lnTo>
                <a:lnTo>
                  <a:pt x="2234" y="9795"/>
                </a:lnTo>
                <a:lnTo>
                  <a:pt x="2289" y="9968"/>
                </a:lnTo>
                <a:lnTo>
                  <a:pt x="2289" y="10140"/>
                </a:lnTo>
                <a:lnTo>
                  <a:pt x="2343" y="10313"/>
                </a:lnTo>
                <a:lnTo>
                  <a:pt x="2343" y="10486"/>
                </a:lnTo>
                <a:lnTo>
                  <a:pt x="2425" y="10659"/>
                </a:lnTo>
                <a:lnTo>
                  <a:pt x="2480" y="10807"/>
                </a:lnTo>
                <a:lnTo>
                  <a:pt x="2480" y="10979"/>
                </a:lnTo>
                <a:lnTo>
                  <a:pt x="2534" y="11152"/>
                </a:lnTo>
                <a:lnTo>
                  <a:pt x="2589" y="11325"/>
                </a:lnTo>
                <a:lnTo>
                  <a:pt x="2589" y="11497"/>
                </a:lnTo>
                <a:lnTo>
                  <a:pt x="2670" y="11670"/>
                </a:lnTo>
                <a:lnTo>
                  <a:pt x="2670" y="11843"/>
                </a:lnTo>
                <a:lnTo>
                  <a:pt x="2725" y="1201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7302037" y="3251292"/>
            <a:ext cx="2725" cy="12213"/>
          </a:xfrm>
          <a:custGeom>
            <a:avLst/>
            <a:gdLst/>
            <a:ahLst/>
            <a:cxnLst/>
            <a:rect l="l" t="t" r="r" b="b"/>
            <a:pathLst>
              <a:path w="2725" h="12213">
                <a:moveTo>
                  <a:pt x="0" y="0"/>
                </a:moveTo>
                <a:lnTo>
                  <a:pt x="54" y="148"/>
                </a:lnTo>
                <a:lnTo>
                  <a:pt x="54" y="320"/>
                </a:lnTo>
                <a:lnTo>
                  <a:pt x="109" y="493"/>
                </a:lnTo>
                <a:lnTo>
                  <a:pt x="109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233"/>
                </a:lnTo>
                <a:lnTo>
                  <a:pt x="299" y="1406"/>
                </a:lnTo>
                <a:lnTo>
                  <a:pt x="381" y="1579"/>
                </a:lnTo>
                <a:lnTo>
                  <a:pt x="381" y="1751"/>
                </a:lnTo>
                <a:lnTo>
                  <a:pt x="436" y="1924"/>
                </a:lnTo>
                <a:lnTo>
                  <a:pt x="436" y="2072"/>
                </a:lnTo>
                <a:lnTo>
                  <a:pt x="490" y="2245"/>
                </a:lnTo>
                <a:lnTo>
                  <a:pt x="545" y="2418"/>
                </a:lnTo>
                <a:lnTo>
                  <a:pt x="545" y="2590"/>
                </a:lnTo>
                <a:lnTo>
                  <a:pt x="626" y="2763"/>
                </a:lnTo>
                <a:lnTo>
                  <a:pt x="681" y="2936"/>
                </a:lnTo>
                <a:lnTo>
                  <a:pt x="681" y="3108"/>
                </a:lnTo>
                <a:lnTo>
                  <a:pt x="735" y="3281"/>
                </a:lnTo>
                <a:lnTo>
                  <a:pt x="790" y="3429"/>
                </a:lnTo>
                <a:lnTo>
                  <a:pt x="790" y="3602"/>
                </a:lnTo>
                <a:lnTo>
                  <a:pt x="872" y="3775"/>
                </a:lnTo>
                <a:lnTo>
                  <a:pt x="872" y="3947"/>
                </a:lnTo>
                <a:lnTo>
                  <a:pt x="926" y="4120"/>
                </a:lnTo>
                <a:lnTo>
                  <a:pt x="926" y="4293"/>
                </a:lnTo>
                <a:lnTo>
                  <a:pt x="981" y="4465"/>
                </a:lnTo>
                <a:lnTo>
                  <a:pt x="1062" y="4638"/>
                </a:lnTo>
                <a:lnTo>
                  <a:pt x="1062" y="4786"/>
                </a:lnTo>
                <a:lnTo>
                  <a:pt x="1117" y="5033"/>
                </a:lnTo>
                <a:lnTo>
                  <a:pt x="1171" y="5206"/>
                </a:lnTo>
                <a:lnTo>
                  <a:pt x="1171" y="5354"/>
                </a:lnTo>
                <a:lnTo>
                  <a:pt x="1226" y="5526"/>
                </a:lnTo>
                <a:lnTo>
                  <a:pt x="1308" y="5748"/>
                </a:lnTo>
                <a:lnTo>
                  <a:pt x="1308" y="5921"/>
                </a:lnTo>
                <a:lnTo>
                  <a:pt x="1362" y="6094"/>
                </a:lnTo>
                <a:lnTo>
                  <a:pt x="1417" y="6267"/>
                </a:lnTo>
                <a:lnTo>
                  <a:pt x="1417" y="6489"/>
                </a:lnTo>
                <a:lnTo>
                  <a:pt x="1498" y="6661"/>
                </a:lnTo>
                <a:lnTo>
                  <a:pt x="1553" y="6834"/>
                </a:lnTo>
                <a:lnTo>
                  <a:pt x="1553" y="7007"/>
                </a:lnTo>
                <a:lnTo>
                  <a:pt x="1607" y="7229"/>
                </a:lnTo>
                <a:lnTo>
                  <a:pt x="1662" y="7402"/>
                </a:lnTo>
                <a:lnTo>
                  <a:pt x="1662" y="7574"/>
                </a:lnTo>
                <a:lnTo>
                  <a:pt x="1744" y="7747"/>
                </a:lnTo>
                <a:lnTo>
                  <a:pt x="1744" y="7920"/>
                </a:lnTo>
                <a:lnTo>
                  <a:pt x="1798" y="8068"/>
                </a:lnTo>
                <a:lnTo>
                  <a:pt x="1853" y="8241"/>
                </a:lnTo>
                <a:lnTo>
                  <a:pt x="1853" y="8413"/>
                </a:lnTo>
                <a:lnTo>
                  <a:pt x="1907" y="8635"/>
                </a:lnTo>
                <a:lnTo>
                  <a:pt x="1989" y="8808"/>
                </a:lnTo>
                <a:lnTo>
                  <a:pt x="1989" y="8981"/>
                </a:lnTo>
                <a:lnTo>
                  <a:pt x="2044" y="9153"/>
                </a:lnTo>
                <a:lnTo>
                  <a:pt x="2044" y="9326"/>
                </a:lnTo>
                <a:lnTo>
                  <a:pt x="2098" y="9499"/>
                </a:lnTo>
                <a:lnTo>
                  <a:pt x="2180" y="9672"/>
                </a:lnTo>
                <a:lnTo>
                  <a:pt x="2180" y="9844"/>
                </a:lnTo>
                <a:lnTo>
                  <a:pt x="2234" y="9992"/>
                </a:lnTo>
                <a:lnTo>
                  <a:pt x="2289" y="10165"/>
                </a:lnTo>
                <a:lnTo>
                  <a:pt x="2289" y="10338"/>
                </a:lnTo>
                <a:lnTo>
                  <a:pt x="2343" y="10511"/>
                </a:lnTo>
                <a:lnTo>
                  <a:pt x="2343" y="10683"/>
                </a:lnTo>
                <a:lnTo>
                  <a:pt x="2425" y="10856"/>
                </a:lnTo>
                <a:lnTo>
                  <a:pt x="2480" y="11029"/>
                </a:lnTo>
                <a:lnTo>
                  <a:pt x="2480" y="11201"/>
                </a:lnTo>
                <a:lnTo>
                  <a:pt x="2534" y="11374"/>
                </a:lnTo>
                <a:lnTo>
                  <a:pt x="2534" y="11522"/>
                </a:lnTo>
                <a:lnTo>
                  <a:pt x="2616" y="11695"/>
                </a:lnTo>
                <a:lnTo>
                  <a:pt x="2670" y="11868"/>
                </a:lnTo>
                <a:lnTo>
                  <a:pt x="2670" y="12040"/>
                </a:lnTo>
                <a:lnTo>
                  <a:pt x="2725" y="1221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7304762" y="3263506"/>
            <a:ext cx="2725" cy="12386"/>
          </a:xfrm>
          <a:custGeom>
            <a:avLst/>
            <a:gdLst/>
            <a:ahLst/>
            <a:cxnLst/>
            <a:rect l="l" t="t" r="r" b="b"/>
            <a:pathLst>
              <a:path w="2725" h="12386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36" y="518"/>
                </a:lnTo>
                <a:lnTo>
                  <a:pt x="136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299" y="1357"/>
                </a:lnTo>
                <a:lnTo>
                  <a:pt x="299" y="1529"/>
                </a:lnTo>
                <a:lnTo>
                  <a:pt x="381" y="1751"/>
                </a:lnTo>
                <a:lnTo>
                  <a:pt x="436" y="1924"/>
                </a:lnTo>
                <a:lnTo>
                  <a:pt x="436" y="2097"/>
                </a:lnTo>
                <a:lnTo>
                  <a:pt x="490" y="2269"/>
                </a:lnTo>
                <a:lnTo>
                  <a:pt x="490" y="2442"/>
                </a:lnTo>
                <a:lnTo>
                  <a:pt x="572" y="2590"/>
                </a:lnTo>
                <a:lnTo>
                  <a:pt x="626" y="2763"/>
                </a:lnTo>
                <a:lnTo>
                  <a:pt x="626" y="2936"/>
                </a:lnTo>
                <a:lnTo>
                  <a:pt x="681" y="3108"/>
                </a:lnTo>
                <a:lnTo>
                  <a:pt x="681" y="3281"/>
                </a:lnTo>
                <a:lnTo>
                  <a:pt x="735" y="3454"/>
                </a:lnTo>
                <a:lnTo>
                  <a:pt x="817" y="3676"/>
                </a:lnTo>
                <a:lnTo>
                  <a:pt x="817" y="3849"/>
                </a:lnTo>
                <a:lnTo>
                  <a:pt x="872" y="4021"/>
                </a:lnTo>
                <a:lnTo>
                  <a:pt x="926" y="4194"/>
                </a:lnTo>
                <a:lnTo>
                  <a:pt x="926" y="4342"/>
                </a:lnTo>
                <a:lnTo>
                  <a:pt x="981" y="4515"/>
                </a:lnTo>
                <a:lnTo>
                  <a:pt x="981" y="4688"/>
                </a:lnTo>
                <a:lnTo>
                  <a:pt x="1062" y="4910"/>
                </a:lnTo>
                <a:lnTo>
                  <a:pt x="1117" y="5082"/>
                </a:lnTo>
                <a:lnTo>
                  <a:pt x="1117" y="5255"/>
                </a:lnTo>
                <a:lnTo>
                  <a:pt x="1171" y="5428"/>
                </a:lnTo>
                <a:lnTo>
                  <a:pt x="1253" y="5600"/>
                </a:lnTo>
                <a:lnTo>
                  <a:pt x="1253" y="5773"/>
                </a:lnTo>
                <a:lnTo>
                  <a:pt x="1308" y="5946"/>
                </a:lnTo>
                <a:lnTo>
                  <a:pt x="1362" y="6168"/>
                </a:lnTo>
                <a:lnTo>
                  <a:pt x="1362" y="6341"/>
                </a:lnTo>
                <a:lnTo>
                  <a:pt x="1417" y="6513"/>
                </a:lnTo>
                <a:lnTo>
                  <a:pt x="1498" y="6735"/>
                </a:lnTo>
                <a:lnTo>
                  <a:pt x="1498" y="6908"/>
                </a:lnTo>
                <a:lnTo>
                  <a:pt x="1553" y="7081"/>
                </a:lnTo>
                <a:lnTo>
                  <a:pt x="1607" y="7229"/>
                </a:lnTo>
                <a:lnTo>
                  <a:pt x="1607" y="7402"/>
                </a:lnTo>
                <a:lnTo>
                  <a:pt x="1689" y="7574"/>
                </a:lnTo>
                <a:lnTo>
                  <a:pt x="1689" y="7747"/>
                </a:lnTo>
                <a:lnTo>
                  <a:pt x="1744" y="7920"/>
                </a:lnTo>
                <a:lnTo>
                  <a:pt x="1744" y="8093"/>
                </a:lnTo>
                <a:lnTo>
                  <a:pt x="1798" y="8265"/>
                </a:lnTo>
                <a:lnTo>
                  <a:pt x="1853" y="8438"/>
                </a:lnTo>
                <a:lnTo>
                  <a:pt x="1853" y="8586"/>
                </a:lnTo>
                <a:lnTo>
                  <a:pt x="1934" y="8759"/>
                </a:lnTo>
                <a:lnTo>
                  <a:pt x="1934" y="8931"/>
                </a:lnTo>
                <a:lnTo>
                  <a:pt x="1989" y="9104"/>
                </a:lnTo>
                <a:lnTo>
                  <a:pt x="2044" y="9277"/>
                </a:lnTo>
                <a:lnTo>
                  <a:pt x="2044" y="9450"/>
                </a:lnTo>
                <a:lnTo>
                  <a:pt x="2098" y="9622"/>
                </a:lnTo>
                <a:lnTo>
                  <a:pt x="2098" y="9795"/>
                </a:lnTo>
                <a:lnTo>
                  <a:pt x="2180" y="9968"/>
                </a:lnTo>
                <a:lnTo>
                  <a:pt x="2234" y="10116"/>
                </a:lnTo>
                <a:lnTo>
                  <a:pt x="2234" y="10288"/>
                </a:lnTo>
                <a:lnTo>
                  <a:pt x="2289" y="10461"/>
                </a:lnTo>
                <a:lnTo>
                  <a:pt x="2289" y="10634"/>
                </a:lnTo>
                <a:lnTo>
                  <a:pt x="2371" y="10856"/>
                </a:lnTo>
                <a:lnTo>
                  <a:pt x="2425" y="11029"/>
                </a:lnTo>
                <a:lnTo>
                  <a:pt x="2425" y="11201"/>
                </a:lnTo>
                <a:lnTo>
                  <a:pt x="2480" y="11423"/>
                </a:lnTo>
                <a:lnTo>
                  <a:pt x="2534" y="11596"/>
                </a:lnTo>
                <a:lnTo>
                  <a:pt x="2534" y="11769"/>
                </a:lnTo>
                <a:lnTo>
                  <a:pt x="2616" y="11991"/>
                </a:lnTo>
                <a:lnTo>
                  <a:pt x="2670" y="12164"/>
                </a:lnTo>
                <a:lnTo>
                  <a:pt x="2670" y="1233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7307488" y="3275892"/>
            <a:ext cx="2670" cy="12632"/>
          </a:xfrm>
          <a:custGeom>
            <a:avLst/>
            <a:gdLst/>
            <a:ahLst/>
            <a:cxnLst/>
            <a:rect l="l" t="t" r="r" b="b"/>
            <a:pathLst>
              <a:path w="2670" h="12632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81" y="518"/>
                </a:lnTo>
                <a:lnTo>
                  <a:pt x="136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307"/>
                </a:lnTo>
                <a:lnTo>
                  <a:pt x="327" y="1480"/>
                </a:lnTo>
                <a:lnTo>
                  <a:pt x="327" y="1653"/>
                </a:lnTo>
                <a:lnTo>
                  <a:pt x="381" y="1875"/>
                </a:lnTo>
                <a:lnTo>
                  <a:pt x="436" y="2047"/>
                </a:lnTo>
                <a:lnTo>
                  <a:pt x="436" y="2220"/>
                </a:lnTo>
                <a:lnTo>
                  <a:pt x="490" y="2368"/>
                </a:lnTo>
                <a:lnTo>
                  <a:pt x="490" y="2541"/>
                </a:lnTo>
                <a:lnTo>
                  <a:pt x="572" y="2714"/>
                </a:lnTo>
                <a:lnTo>
                  <a:pt x="626" y="2936"/>
                </a:lnTo>
                <a:lnTo>
                  <a:pt x="626" y="3108"/>
                </a:lnTo>
                <a:lnTo>
                  <a:pt x="681" y="3281"/>
                </a:lnTo>
                <a:lnTo>
                  <a:pt x="763" y="3503"/>
                </a:lnTo>
                <a:lnTo>
                  <a:pt x="763" y="3676"/>
                </a:lnTo>
                <a:lnTo>
                  <a:pt x="817" y="3849"/>
                </a:lnTo>
                <a:lnTo>
                  <a:pt x="817" y="4021"/>
                </a:lnTo>
                <a:lnTo>
                  <a:pt x="872" y="4194"/>
                </a:lnTo>
                <a:lnTo>
                  <a:pt x="926" y="4367"/>
                </a:lnTo>
                <a:lnTo>
                  <a:pt x="926" y="4589"/>
                </a:lnTo>
                <a:lnTo>
                  <a:pt x="1008" y="4762"/>
                </a:lnTo>
                <a:lnTo>
                  <a:pt x="1062" y="4934"/>
                </a:lnTo>
                <a:lnTo>
                  <a:pt x="1062" y="5107"/>
                </a:lnTo>
                <a:lnTo>
                  <a:pt x="1117" y="5255"/>
                </a:lnTo>
                <a:lnTo>
                  <a:pt x="1117" y="5428"/>
                </a:lnTo>
                <a:lnTo>
                  <a:pt x="1171" y="5650"/>
                </a:lnTo>
                <a:lnTo>
                  <a:pt x="1253" y="5823"/>
                </a:lnTo>
                <a:lnTo>
                  <a:pt x="1253" y="5995"/>
                </a:lnTo>
                <a:lnTo>
                  <a:pt x="1308" y="6168"/>
                </a:lnTo>
                <a:lnTo>
                  <a:pt x="1362" y="6341"/>
                </a:lnTo>
                <a:lnTo>
                  <a:pt x="1362" y="6513"/>
                </a:lnTo>
                <a:lnTo>
                  <a:pt x="1444" y="6686"/>
                </a:lnTo>
                <a:lnTo>
                  <a:pt x="1444" y="6859"/>
                </a:lnTo>
                <a:lnTo>
                  <a:pt x="1498" y="7032"/>
                </a:lnTo>
                <a:lnTo>
                  <a:pt x="1553" y="7254"/>
                </a:lnTo>
                <a:lnTo>
                  <a:pt x="1553" y="7426"/>
                </a:lnTo>
                <a:lnTo>
                  <a:pt x="1607" y="7574"/>
                </a:lnTo>
                <a:lnTo>
                  <a:pt x="1607" y="7747"/>
                </a:lnTo>
                <a:lnTo>
                  <a:pt x="1689" y="7920"/>
                </a:lnTo>
                <a:lnTo>
                  <a:pt x="1744" y="8093"/>
                </a:lnTo>
                <a:lnTo>
                  <a:pt x="1744" y="8265"/>
                </a:lnTo>
                <a:lnTo>
                  <a:pt x="1798" y="8438"/>
                </a:lnTo>
                <a:lnTo>
                  <a:pt x="1798" y="8611"/>
                </a:lnTo>
                <a:lnTo>
                  <a:pt x="1880" y="8783"/>
                </a:lnTo>
                <a:lnTo>
                  <a:pt x="1934" y="8931"/>
                </a:lnTo>
                <a:lnTo>
                  <a:pt x="1934" y="9104"/>
                </a:lnTo>
                <a:lnTo>
                  <a:pt x="1989" y="9277"/>
                </a:lnTo>
                <a:lnTo>
                  <a:pt x="1989" y="9450"/>
                </a:lnTo>
                <a:lnTo>
                  <a:pt x="2044" y="9622"/>
                </a:lnTo>
                <a:lnTo>
                  <a:pt x="2044" y="9795"/>
                </a:lnTo>
                <a:lnTo>
                  <a:pt x="2125" y="9968"/>
                </a:lnTo>
                <a:lnTo>
                  <a:pt x="2180" y="10140"/>
                </a:lnTo>
                <a:lnTo>
                  <a:pt x="2180" y="10313"/>
                </a:lnTo>
                <a:lnTo>
                  <a:pt x="2234" y="10461"/>
                </a:lnTo>
                <a:lnTo>
                  <a:pt x="2289" y="10634"/>
                </a:lnTo>
                <a:lnTo>
                  <a:pt x="2289" y="10807"/>
                </a:lnTo>
                <a:lnTo>
                  <a:pt x="2371" y="10979"/>
                </a:lnTo>
                <a:lnTo>
                  <a:pt x="2371" y="11152"/>
                </a:lnTo>
                <a:lnTo>
                  <a:pt x="2425" y="11325"/>
                </a:lnTo>
                <a:lnTo>
                  <a:pt x="2425" y="11497"/>
                </a:lnTo>
                <a:lnTo>
                  <a:pt x="2480" y="11670"/>
                </a:lnTo>
                <a:lnTo>
                  <a:pt x="2480" y="11818"/>
                </a:lnTo>
                <a:lnTo>
                  <a:pt x="2561" y="11991"/>
                </a:lnTo>
                <a:lnTo>
                  <a:pt x="2616" y="12164"/>
                </a:lnTo>
                <a:lnTo>
                  <a:pt x="2616" y="12336"/>
                </a:lnTo>
                <a:lnTo>
                  <a:pt x="2670" y="1250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7310159" y="3288525"/>
            <a:ext cx="2725" cy="12781"/>
          </a:xfrm>
          <a:custGeom>
            <a:avLst/>
            <a:gdLst/>
            <a:ahLst/>
            <a:cxnLst/>
            <a:rect l="l" t="t" r="r" b="b"/>
            <a:pathLst>
              <a:path w="2725" h="12781">
                <a:moveTo>
                  <a:pt x="0" y="0"/>
                </a:moveTo>
                <a:lnTo>
                  <a:pt x="54" y="222"/>
                </a:lnTo>
                <a:lnTo>
                  <a:pt x="136" y="394"/>
                </a:lnTo>
                <a:lnTo>
                  <a:pt x="136" y="542"/>
                </a:lnTo>
                <a:lnTo>
                  <a:pt x="190" y="715"/>
                </a:lnTo>
                <a:lnTo>
                  <a:pt x="190" y="888"/>
                </a:lnTo>
                <a:lnTo>
                  <a:pt x="245" y="1060"/>
                </a:lnTo>
                <a:lnTo>
                  <a:pt x="299" y="1233"/>
                </a:lnTo>
                <a:lnTo>
                  <a:pt x="299" y="1406"/>
                </a:lnTo>
                <a:lnTo>
                  <a:pt x="381" y="1579"/>
                </a:lnTo>
                <a:lnTo>
                  <a:pt x="381" y="1751"/>
                </a:lnTo>
                <a:lnTo>
                  <a:pt x="436" y="1924"/>
                </a:lnTo>
                <a:lnTo>
                  <a:pt x="490" y="2146"/>
                </a:lnTo>
                <a:lnTo>
                  <a:pt x="490" y="2319"/>
                </a:lnTo>
                <a:lnTo>
                  <a:pt x="572" y="2467"/>
                </a:lnTo>
                <a:lnTo>
                  <a:pt x="572" y="2640"/>
                </a:lnTo>
                <a:lnTo>
                  <a:pt x="626" y="2812"/>
                </a:lnTo>
                <a:lnTo>
                  <a:pt x="681" y="2985"/>
                </a:lnTo>
                <a:lnTo>
                  <a:pt x="681" y="3158"/>
                </a:lnTo>
                <a:lnTo>
                  <a:pt x="735" y="3330"/>
                </a:lnTo>
                <a:lnTo>
                  <a:pt x="735" y="3503"/>
                </a:lnTo>
                <a:lnTo>
                  <a:pt x="817" y="3676"/>
                </a:lnTo>
                <a:lnTo>
                  <a:pt x="872" y="3849"/>
                </a:lnTo>
                <a:lnTo>
                  <a:pt x="872" y="3997"/>
                </a:lnTo>
                <a:lnTo>
                  <a:pt x="926" y="4169"/>
                </a:lnTo>
                <a:lnTo>
                  <a:pt x="926" y="4342"/>
                </a:lnTo>
                <a:lnTo>
                  <a:pt x="1008" y="4564"/>
                </a:lnTo>
                <a:lnTo>
                  <a:pt x="1062" y="4737"/>
                </a:lnTo>
                <a:lnTo>
                  <a:pt x="1062" y="4910"/>
                </a:lnTo>
                <a:lnTo>
                  <a:pt x="1117" y="5082"/>
                </a:lnTo>
                <a:lnTo>
                  <a:pt x="1117" y="5255"/>
                </a:lnTo>
                <a:lnTo>
                  <a:pt x="1171" y="5428"/>
                </a:lnTo>
                <a:lnTo>
                  <a:pt x="1171" y="5600"/>
                </a:lnTo>
                <a:lnTo>
                  <a:pt x="1253" y="5748"/>
                </a:lnTo>
                <a:lnTo>
                  <a:pt x="1308" y="5995"/>
                </a:lnTo>
                <a:lnTo>
                  <a:pt x="1308" y="6168"/>
                </a:lnTo>
                <a:lnTo>
                  <a:pt x="1362" y="6316"/>
                </a:lnTo>
                <a:lnTo>
                  <a:pt x="1417" y="6489"/>
                </a:lnTo>
                <a:lnTo>
                  <a:pt x="1417" y="6661"/>
                </a:lnTo>
                <a:lnTo>
                  <a:pt x="1498" y="6834"/>
                </a:lnTo>
                <a:lnTo>
                  <a:pt x="1498" y="7007"/>
                </a:lnTo>
                <a:lnTo>
                  <a:pt x="1553" y="7180"/>
                </a:lnTo>
                <a:lnTo>
                  <a:pt x="1607" y="7402"/>
                </a:lnTo>
                <a:lnTo>
                  <a:pt x="1607" y="7574"/>
                </a:lnTo>
                <a:lnTo>
                  <a:pt x="1689" y="7747"/>
                </a:lnTo>
                <a:lnTo>
                  <a:pt x="1689" y="7920"/>
                </a:lnTo>
                <a:lnTo>
                  <a:pt x="1744" y="8093"/>
                </a:lnTo>
                <a:lnTo>
                  <a:pt x="1798" y="8241"/>
                </a:lnTo>
                <a:lnTo>
                  <a:pt x="1798" y="8413"/>
                </a:lnTo>
                <a:lnTo>
                  <a:pt x="1853" y="8586"/>
                </a:lnTo>
                <a:lnTo>
                  <a:pt x="1853" y="8808"/>
                </a:lnTo>
                <a:lnTo>
                  <a:pt x="1934" y="8981"/>
                </a:lnTo>
                <a:lnTo>
                  <a:pt x="1989" y="9153"/>
                </a:lnTo>
                <a:lnTo>
                  <a:pt x="1989" y="9326"/>
                </a:lnTo>
                <a:lnTo>
                  <a:pt x="2044" y="9499"/>
                </a:lnTo>
                <a:lnTo>
                  <a:pt x="2125" y="9721"/>
                </a:lnTo>
                <a:lnTo>
                  <a:pt x="2125" y="9894"/>
                </a:lnTo>
                <a:lnTo>
                  <a:pt x="2180" y="10066"/>
                </a:lnTo>
                <a:lnTo>
                  <a:pt x="2180" y="10239"/>
                </a:lnTo>
                <a:lnTo>
                  <a:pt x="2234" y="10412"/>
                </a:lnTo>
                <a:lnTo>
                  <a:pt x="2289" y="10634"/>
                </a:lnTo>
                <a:lnTo>
                  <a:pt x="2289" y="10807"/>
                </a:lnTo>
                <a:lnTo>
                  <a:pt x="2371" y="10955"/>
                </a:lnTo>
                <a:lnTo>
                  <a:pt x="2371" y="11127"/>
                </a:lnTo>
                <a:lnTo>
                  <a:pt x="2425" y="11300"/>
                </a:lnTo>
                <a:lnTo>
                  <a:pt x="2480" y="11522"/>
                </a:lnTo>
                <a:lnTo>
                  <a:pt x="2480" y="11695"/>
                </a:lnTo>
                <a:lnTo>
                  <a:pt x="2534" y="11868"/>
                </a:lnTo>
                <a:lnTo>
                  <a:pt x="2534" y="12040"/>
                </a:lnTo>
                <a:lnTo>
                  <a:pt x="2616" y="12213"/>
                </a:lnTo>
                <a:lnTo>
                  <a:pt x="2670" y="12435"/>
                </a:lnTo>
                <a:lnTo>
                  <a:pt x="2670" y="12608"/>
                </a:lnTo>
                <a:lnTo>
                  <a:pt x="2725" y="1278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7312884" y="3301306"/>
            <a:ext cx="2725" cy="13003"/>
          </a:xfrm>
          <a:custGeom>
            <a:avLst/>
            <a:gdLst/>
            <a:ahLst/>
            <a:cxnLst/>
            <a:rect l="l" t="t" r="r" b="b"/>
            <a:pathLst>
              <a:path w="2725" h="13003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67"/>
                </a:lnTo>
                <a:lnTo>
                  <a:pt x="190" y="740"/>
                </a:lnTo>
                <a:lnTo>
                  <a:pt x="190" y="912"/>
                </a:lnTo>
                <a:lnTo>
                  <a:pt x="245" y="1060"/>
                </a:lnTo>
                <a:lnTo>
                  <a:pt x="245" y="1233"/>
                </a:lnTo>
                <a:lnTo>
                  <a:pt x="327" y="1455"/>
                </a:lnTo>
                <a:lnTo>
                  <a:pt x="381" y="1628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46"/>
                </a:lnTo>
                <a:lnTo>
                  <a:pt x="490" y="2368"/>
                </a:lnTo>
                <a:lnTo>
                  <a:pt x="572" y="2541"/>
                </a:lnTo>
                <a:lnTo>
                  <a:pt x="572" y="2763"/>
                </a:lnTo>
                <a:lnTo>
                  <a:pt x="626" y="2936"/>
                </a:lnTo>
                <a:lnTo>
                  <a:pt x="681" y="3108"/>
                </a:lnTo>
                <a:lnTo>
                  <a:pt x="681" y="3281"/>
                </a:lnTo>
                <a:lnTo>
                  <a:pt x="763" y="3454"/>
                </a:lnTo>
                <a:lnTo>
                  <a:pt x="763" y="3676"/>
                </a:lnTo>
                <a:lnTo>
                  <a:pt x="817" y="3849"/>
                </a:lnTo>
                <a:lnTo>
                  <a:pt x="872" y="4021"/>
                </a:lnTo>
                <a:lnTo>
                  <a:pt x="872" y="4194"/>
                </a:lnTo>
                <a:lnTo>
                  <a:pt x="926" y="4342"/>
                </a:lnTo>
                <a:lnTo>
                  <a:pt x="926" y="4515"/>
                </a:lnTo>
                <a:lnTo>
                  <a:pt x="1008" y="4688"/>
                </a:lnTo>
                <a:lnTo>
                  <a:pt x="1062" y="4860"/>
                </a:lnTo>
                <a:lnTo>
                  <a:pt x="1062" y="5033"/>
                </a:lnTo>
                <a:lnTo>
                  <a:pt x="1117" y="5206"/>
                </a:lnTo>
                <a:lnTo>
                  <a:pt x="1117" y="5428"/>
                </a:lnTo>
                <a:lnTo>
                  <a:pt x="1199" y="5600"/>
                </a:lnTo>
                <a:lnTo>
                  <a:pt x="1253" y="5823"/>
                </a:lnTo>
                <a:lnTo>
                  <a:pt x="1253" y="5995"/>
                </a:lnTo>
                <a:lnTo>
                  <a:pt x="1308" y="6168"/>
                </a:lnTo>
                <a:lnTo>
                  <a:pt x="1308" y="6341"/>
                </a:lnTo>
                <a:lnTo>
                  <a:pt x="1362" y="6513"/>
                </a:lnTo>
                <a:lnTo>
                  <a:pt x="1444" y="6735"/>
                </a:lnTo>
                <a:lnTo>
                  <a:pt x="1444" y="6908"/>
                </a:lnTo>
                <a:lnTo>
                  <a:pt x="1498" y="7130"/>
                </a:lnTo>
                <a:lnTo>
                  <a:pt x="1553" y="7303"/>
                </a:lnTo>
                <a:lnTo>
                  <a:pt x="1553" y="7476"/>
                </a:lnTo>
                <a:lnTo>
                  <a:pt x="1607" y="7624"/>
                </a:lnTo>
                <a:lnTo>
                  <a:pt x="1689" y="7796"/>
                </a:lnTo>
                <a:lnTo>
                  <a:pt x="1689" y="7969"/>
                </a:lnTo>
                <a:lnTo>
                  <a:pt x="1744" y="8142"/>
                </a:lnTo>
                <a:lnTo>
                  <a:pt x="1744" y="8315"/>
                </a:lnTo>
                <a:lnTo>
                  <a:pt x="1798" y="8487"/>
                </a:lnTo>
                <a:lnTo>
                  <a:pt x="1798" y="8660"/>
                </a:lnTo>
                <a:lnTo>
                  <a:pt x="1880" y="8833"/>
                </a:lnTo>
                <a:lnTo>
                  <a:pt x="1880" y="8981"/>
                </a:lnTo>
                <a:lnTo>
                  <a:pt x="1934" y="9153"/>
                </a:lnTo>
                <a:lnTo>
                  <a:pt x="1989" y="9326"/>
                </a:lnTo>
                <a:lnTo>
                  <a:pt x="1989" y="9499"/>
                </a:lnTo>
                <a:lnTo>
                  <a:pt x="2044" y="9672"/>
                </a:lnTo>
                <a:lnTo>
                  <a:pt x="2044" y="9844"/>
                </a:lnTo>
                <a:lnTo>
                  <a:pt x="2125" y="10066"/>
                </a:lnTo>
                <a:lnTo>
                  <a:pt x="2180" y="10239"/>
                </a:lnTo>
                <a:lnTo>
                  <a:pt x="2180" y="10412"/>
                </a:lnTo>
                <a:lnTo>
                  <a:pt x="2234" y="10585"/>
                </a:lnTo>
                <a:lnTo>
                  <a:pt x="2234" y="10757"/>
                </a:lnTo>
                <a:lnTo>
                  <a:pt x="2316" y="10905"/>
                </a:lnTo>
                <a:lnTo>
                  <a:pt x="2371" y="11078"/>
                </a:lnTo>
                <a:lnTo>
                  <a:pt x="2371" y="11251"/>
                </a:lnTo>
                <a:lnTo>
                  <a:pt x="2425" y="11423"/>
                </a:lnTo>
                <a:lnTo>
                  <a:pt x="2425" y="11596"/>
                </a:lnTo>
                <a:lnTo>
                  <a:pt x="2480" y="11769"/>
                </a:lnTo>
                <a:lnTo>
                  <a:pt x="2480" y="11942"/>
                </a:lnTo>
                <a:lnTo>
                  <a:pt x="2561" y="12164"/>
                </a:lnTo>
                <a:lnTo>
                  <a:pt x="2616" y="12336"/>
                </a:lnTo>
                <a:lnTo>
                  <a:pt x="2616" y="12509"/>
                </a:lnTo>
                <a:lnTo>
                  <a:pt x="2670" y="12682"/>
                </a:lnTo>
                <a:lnTo>
                  <a:pt x="2670" y="12830"/>
                </a:lnTo>
                <a:lnTo>
                  <a:pt x="2725" y="1300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7315609" y="3314309"/>
            <a:ext cx="2752" cy="13126"/>
          </a:xfrm>
          <a:custGeom>
            <a:avLst/>
            <a:gdLst/>
            <a:ahLst/>
            <a:cxnLst/>
            <a:rect l="l" t="t" r="r" b="b"/>
            <a:pathLst>
              <a:path w="2752" h="13126">
                <a:moveTo>
                  <a:pt x="0" y="0"/>
                </a:moveTo>
                <a:lnTo>
                  <a:pt x="81" y="172"/>
                </a:lnTo>
                <a:lnTo>
                  <a:pt x="81" y="394"/>
                </a:lnTo>
                <a:lnTo>
                  <a:pt x="136" y="567"/>
                </a:lnTo>
                <a:lnTo>
                  <a:pt x="190" y="789"/>
                </a:lnTo>
                <a:lnTo>
                  <a:pt x="190" y="962"/>
                </a:lnTo>
                <a:lnTo>
                  <a:pt x="272" y="1134"/>
                </a:lnTo>
                <a:lnTo>
                  <a:pt x="272" y="1307"/>
                </a:lnTo>
                <a:lnTo>
                  <a:pt x="327" y="1480"/>
                </a:lnTo>
                <a:lnTo>
                  <a:pt x="327" y="1653"/>
                </a:lnTo>
                <a:lnTo>
                  <a:pt x="381" y="1825"/>
                </a:lnTo>
                <a:lnTo>
                  <a:pt x="436" y="2047"/>
                </a:lnTo>
                <a:lnTo>
                  <a:pt x="436" y="2220"/>
                </a:lnTo>
                <a:lnTo>
                  <a:pt x="517" y="2442"/>
                </a:lnTo>
                <a:lnTo>
                  <a:pt x="572" y="2615"/>
                </a:lnTo>
                <a:lnTo>
                  <a:pt x="572" y="2788"/>
                </a:lnTo>
                <a:lnTo>
                  <a:pt x="626" y="2960"/>
                </a:lnTo>
                <a:lnTo>
                  <a:pt x="626" y="3108"/>
                </a:lnTo>
                <a:lnTo>
                  <a:pt x="681" y="3281"/>
                </a:lnTo>
                <a:lnTo>
                  <a:pt x="763" y="3454"/>
                </a:lnTo>
                <a:lnTo>
                  <a:pt x="763" y="3676"/>
                </a:lnTo>
                <a:lnTo>
                  <a:pt x="817" y="3849"/>
                </a:lnTo>
                <a:lnTo>
                  <a:pt x="872" y="4071"/>
                </a:lnTo>
                <a:lnTo>
                  <a:pt x="872" y="4243"/>
                </a:lnTo>
                <a:lnTo>
                  <a:pt x="953" y="4465"/>
                </a:lnTo>
                <a:lnTo>
                  <a:pt x="1008" y="4638"/>
                </a:lnTo>
                <a:lnTo>
                  <a:pt x="1008" y="4885"/>
                </a:lnTo>
                <a:lnTo>
                  <a:pt x="1062" y="5033"/>
                </a:lnTo>
                <a:lnTo>
                  <a:pt x="1062" y="5280"/>
                </a:lnTo>
                <a:lnTo>
                  <a:pt x="1117" y="5428"/>
                </a:lnTo>
                <a:lnTo>
                  <a:pt x="1199" y="5674"/>
                </a:lnTo>
                <a:lnTo>
                  <a:pt x="1199" y="5847"/>
                </a:lnTo>
                <a:lnTo>
                  <a:pt x="1253" y="6069"/>
                </a:lnTo>
                <a:lnTo>
                  <a:pt x="1308" y="6242"/>
                </a:lnTo>
                <a:lnTo>
                  <a:pt x="1308" y="6464"/>
                </a:lnTo>
                <a:lnTo>
                  <a:pt x="1389" y="6637"/>
                </a:lnTo>
                <a:lnTo>
                  <a:pt x="1444" y="6859"/>
                </a:lnTo>
                <a:lnTo>
                  <a:pt x="1444" y="7032"/>
                </a:lnTo>
                <a:lnTo>
                  <a:pt x="1498" y="7254"/>
                </a:lnTo>
                <a:lnTo>
                  <a:pt x="1553" y="7426"/>
                </a:lnTo>
                <a:lnTo>
                  <a:pt x="1553" y="7648"/>
                </a:lnTo>
                <a:lnTo>
                  <a:pt x="1635" y="7821"/>
                </a:lnTo>
                <a:lnTo>
                  <a:pt x="1689" y="8043"/>
                </a:lnTo>
                <a:lnTo>
                  <a:pt x="1689" y="8216"/>
                </a:lnTo>
                <a:lnTo>
                  <a:pt x="1744" y="8438"/>
                </a:lnTo>
                <a:lnTo>
                  <a:pt x="1798" y="8611"/>
                </a:lnTo>
                <a:lnTo>
                  <a:pt x="1798" y="8833"/>
                </a:lnTo>
                <a:lnTo>
                  <a:pt x="1880" y="9005"/>
                </a:lnTo>
                <a:lnTo>
                  <a:pt x="1934" y="9228"/>
                </a:lnTo>
                <a:lnTo>
                  <a:pt x="1934" y="9400"/>
                </a:lnTo>
                <a:lnTo>
                  <a:pt x="1989" y="9622"/>
                </a:lnTo>
                <a:lnTo>
                  <a:pt x="2071" y="9795"/>
                </a:lnTo>
                <a:lnTo>
                  <a:pt x="2071" y="10017"/>
                </a:lnTo>
                <a:lnTo>
                  <a:pt x="2125" y="10190"/>
                </a:lnTo>
                <a:lnTo>
                  <a:pt x="2180" y="10412"/>
                </a:lnTo>
                <a:lnTo>
                  <a:pt x="2180" y="10585"/>
                </a:lnTo>
                <a:lnTo>
                  <a:pt x="2234" y="10807"/>
                </a:lnTo>
                <a:lnTo>
                  <a:pt x="2316" y="10979"/>
                </a:lnTo>
                <a:lnTo>
                  <a:pt x="2316" y="11201"/>
                </a:lnTo>
                <a:lnTo>
                  <a:pt x="2371" y="11374"/>
                </a:lnTo>
                <a:lnTo>
                  <a:pt x="2371" y="11547"/>
                </a:lnTo>
                <a:lnTo>
                  <a:pt x="2425" y="11720"/>
                </a:lnTo>
                <a:lnTo>
                  <a:pt x="2480" y="11942"/>
                </a:lnTo>
                <a:lnTo>
                  <a:pt x="2480" y="12114"/>
                </a:lnTo>
                <a:lnTo>
                  <a:pt x="2561" y="12336"/>
                </a:lnTo>
                <a:lnTo>
                  <a:pt x="2616" y="12509"/>
                </a:lnTo>
                <a:lnTo>
                  <a:pt x="2616" y="12731"/>
                </a:lnTo>
                <a:lnTo>
                  <a:pt x="2670" y="12904"/>
                </a:lnTo>
                <a:lnTo>
                  <a:pt x="2752" y="1312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7318362" y="3327436"/>
            <a:ext cx="2589" cy="13249"/>
          </a:xfrm>
          <a:custGeom>
            <a:avLst/>
            <a:gdLst/>
            <a:ahLst/>
            <a:cxnLst/>
            <a:rect l="l" t="t" r="r" b="b"/>
            <a:pathLst>
              <a:path w="2589" h="13249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09" y="740"/>
                </a:lnTo>
                <a:lnTo>
                  <a:pt x="163" y="912"/>
                </a:lnTo>
                <a:lnTo>
                  <a:pt x="163" y="1134"/>
                </a:lnTo>
                <a:lnTo>
                  <a:pt x="245" y="1307"/>
                </a:lnTo>
                <a:lnTo>
                  <a:pt x="299" y="1529"/>
                </a:lnTo>
                <a:lnTo>
                  <a:pt x="299" y="1702"/>
                </a:lnTo>
                <a:lnTo>
                  <a:pt x="354" y="1875"/>
                </a:lnTo>
                <a:lnTo>
                  <a:pt x="354" y="2047"/>
                </a:lnTo>
                <a:lnTo>
                  <a:pt x="436" y="2269"/>
                </a:lnTo>
                <a:lnTo>
                  <a:pt x="490" y="2442"/>
                </a:lnTo>
                <a:lnTo>
                  <a:pt x="490" y="2664"/>
                </a:lnTo>
                <a:lnTo>
                  <a:pt x="545" y="2837"/>
                </a:lnTo>
                <a:lnTo>
                  <a:pt x="599" y="3059"/>
                </a:lnTo>
                <a:lnTo>
                  <a:pt x="599" y="3232"/>
                </a:lnTo>
                <a:lnTo>
                  <a:pt x="681" y="3404"/>
                </a:lnTo>
                <a:lnTo>
                  <a:pt x="681" y="3577"/>
                </a:lnTo>
                <a:lnTo>
                  <a:pt x="681" y="3799"/>
                </a:lnTo>
                <a:lnTo>
                  <a:pt x="735" y="3972"/>
                </a:lnTo>
                <a:lnTo>
                  <a:pt x="790" y="4194"/>
                </a:lnTo>
                <a:lnTo>
                  <a:pt x="790" y="4367"/>
                </a:lnTo>
                <a:lnTo>
                  <a:pt x="844" y="4539"/>
                </a:lnTo>
                <a:lnTo>
                  <a:pt x="844" y="4712"/>
                </a:lnTo>
                <a:lnTo>
                  <a:pt x="926" y="4934"/>
                </a:lnTo>
                <a:lnTo>
                  <a:pt x="981" y="5107"/>
                </a:lnTo>
                <a:lnTo>
                  <a:pt x="981" y="5280"/>
                </a:lnTo>
                <a:lnTo>
                  <a:pt x="1035" y="5452"/>
                </a:lnTo>
                <a:lnTo>
                  <a:pt x="1035" y="5674"/>
                </a:lnTo>
                <a:lnTo>
                  <a:pt x="1117" y="5847"/>
                </a:lnTo>
                <a:lnTo>
                  <a:pt x="1171" y="6069"/>
                </a:lnTo>
                <a:lnTo>
                  <a:pt x="1171" y="6242"/>
                </a:lnTo>
                <a:lnTo>
                  <a:pt x="1226" y="6415"/>
                </a:lnTo>
                <a:lnTo>
                  <a:pt x="1226" y="6563"/>
                </a:lnTo>
                <a:lnTo>
                  <a:pt x="1280" y="6809"/>
                </a:lnTo>
                <a:lnTo>
                  <a:pt x="1362" y="6958"/>
                </a:lnTo>
                <a:lnTo>
                  <a:pt x="1362" y="7130"/>
                </a:lnTo>
                <a:lnTo>
                  <a:pt x="1417" y="7303"/>
                </a:lnTo>
                <a:lnTo>
                  <a:pt x="1471" y="7525"/>
                </a:lnTo>
                <a:lnTo>
                  <a:pt x="1471" y="7698"/>
                </a:lnTo>
                <a:lnTo>
                  <a:pt x="1553" y="7920"/>
                </a:lnTo>
                <a:lnTo>
                  <a:pt x="1607" y="8093"/>
                </a:lnTo>
                <a:lnTo>
                  <a:pt x="1607" y="8265"/>
                </a:lnTo>
                <a:lnTo>
                  <a:pt x="1662" y="8438"/>
                </a:lnTo>
                <a:lnTo>
                  <a:pt x="1662" y="8660"/>
                </a:lnTo>
                <a:lnTo>
                  <a:pt x="1716" y="8833"/>
                </a:lnTo>
                <a:lnTo>
                  <a:pt x="1716" y="9005"/>
                </a:lnTo>
                <a:lnTo>
                  <a:pt x="1798" y="9178"/>
                </a:lnTo>
                <a:lnTo>
                  <a:pt x="1853" y="9400"/>
                </a:lnTo>
                <a:lnTo>
                  <a:pt x="1853" y="9573"/>
                </a:lnTo>
                <a:lnTo>
                  <a:pt x="1907" y="9746"/>
                </a:lnTo>
                <a:lnTo>
                  <a:pt x="1907" y="9918"/>
                </a:lnTo>
                <a:lnTo>
                  <a:pt x="1962" y="10140"/>
                </a:lnTo>
                <a:lnTo>
                  <a:pt x="2044" y="10313"/>
                </a:lnTo>
                <a:lnTo>
                  <a:pt x="2044" y="10486"/>
                </a:lnTo>
                <a:lnTo>
                  <a:pt x="2098" y="10659"/>
                </a:lnTo>
                <a:lnTo>
                  <a:pt x="2153" y="10881"/>
                </a:lnTo>
                <a:lnTo>
                  <a:pt x="2153" y="11053"/>
                </a:lnTo>
                <a:lnTo>
                  <a:pt x="2234" y="11201"/>
                </a:lnTo>
                <a:lnTo>
                  <a:pt x="2234" y="11374"/>
                </a:lnTo>
                <a:lnTo>
                  <a:pt x="2289" y="11547"/>
                </a:lnTo>
                <a:lnTo>
                  <a:pt x="2289" y="11720"/>
                </a:lnTo>
                <a:lnTo>
                  <a:pt x="2343" y="11942"/>
                </a:lnTo>
                <a:lnTo>
                  <a:pt x="2398" y="12114"/>
                </a:lnTo>
                <a:lnTo>
                  <a:pt x="2398" y="12287"/>
                </a:lnTo>
                <a:lnTo>
                  <a:pt x="2480" y="12460"/>
                </a:lnTo>
                <a:lnTo>
                  <a:pt x="2480" y="12682"/>
                </a:lnTo>
                <a:lnTo>
                  <a:pt x="2534" y="12855"/>
                </a:lnTo>
                <a:lnTo>
                  <a:pt x="2589" y="13027"/>
                </a:lnTo>
                <a:lnTo>
                  <a:pt x="2589" y="1320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7320951" y="3340686"/>
            <a:ext cx="2725" cy="13422"/>
          </a:xfrm>
          <a:custGeom>
            <a:avLst/>
            <a:gdLst/>
            <a:ahLst/>
            <a:cxnLst/>
            <a:rect l="l" t="t" r="r" b="b"/>
            <a:pathLst>
              <a:path w="2725" h="13422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36" y="518"/>
                </a:lnTo>
                <a:lnTo>
                  <a:pt x="190" y="690"/>
                </a:lnTo>
                <a:lnTo>
                  <a:pt x="190" y="838"/>
                </a:lnTo>
                <a:lnTo>
                  <a:pt x="245" y="1011"/>
                </a:lnTo>
                <a:lnTo>
                  <a:pt x="245" y="1233"/>
                </a:lnTo>
                <a:lnTo>
                  <a:pt x="327" y="1406"/>
                </a:lnTo>
                <a:lnTo>
                  <a:pt x="381" y="1579"/>
                </a:lnTo>
                <a:lnTo>
                  <a:pt x="381" y="1751"/>
                </a:lnTo>
                <a:lnTo>
                  <a:pt x="436" y="1924"/>
                </a:lnTo>
                <a:lnTo>
                  <a:pt x="436" y="2097"/>
                </a:lnTo>
                <a:lnTo>
                  <a:pt x="490" y="2319"/>
                </a:lnTo>
                <a:lnTo>
                  <a:pt x="572" y="2492"/>
                </a:lnTo>
                <a:lnTo>
                  <a:pt x="572" y="2664"/>
                </a:lnTo>
                <a:lnTo>
                  <a:pt x="626" y="2837"/>
                </a:lnTo>
                <a:lnTo>
                  <a:pt x="626" y="3010"/>
                </a:lnTo>
                <a:lnTo>
                  <a:pt x="681" y="3158"/>
                </a:lnTo>
                <a:lnTo>
                  <a:pt x="681" y="3404"/>
                </a:lnTo>
                <a:lnTo>
                  <a:pt x="763" y="3553"/>
                </a:lnTo>
                <a:lnTo>
                  <a:pt x="817" y="3725"/>
                </a:lnTo>
                <a:lnTo>
                  <a:pt x="817" y="3898"/>
                </a:lnTo>
                <a:lnTo>
                  <a:pt x="872" y="4071"/>
                </a:lnTo>
                <a:lnTo>
                  <a:pt x="872" y="4243"/>
                </a:lnTo>
                <a:lnTo>
                  <a:pt x="926" y="4416"/>
                </a:lnTo>
                <a:lnTo>
                  <a:pt x="926" y="4589"/>
                </a:lnTo>
                <a:lnTo>
                  <a:pt x="1008" y="4811"/>
                </a:lnTo>
                <a:lnTo>
                  <a:pt x="1062" y="4984"/>
                </a:lnTo>
                <a:lnTo>
                  <a:pt x="1062" y="5156"/>
                </a:lnTo>
                <a:lnTo>
                  <a:pt x="1117" y="5329"/>
                </a:lnTo>
                <a:lnTo>
                  <a:pt x="1117" y="5477"/>
                </a:lnTo>
                <a:lnTo>
                  <a:pt x="1171" y="5650"/>
                </a:lnTo>
                <a:lnTo>
                  <a:pt x="1171" y="5823"/>
                </a:lnTo>
                <a:lnTo>
                  <a:pt x="1253" y="5995"/>
                </a:lnTo>
                <a:lnTo>
                  <a:pt x="1308" y="6217"/>
                </a:lnTo>
                <a:lnTo>
                  <a:pt x="1308" y="6390"/>
                </a:lnTo>
                <a:lnTo>
                  <a:pt x="1362" y="6563"/>
                </a:lnTo>
                <a:lnTo>
                  <a:pt x="1362" y="6735"/>
                </a:lnTo>
                <a:lnTo>
                  <a:pt x="1444" y="6908"/>
                </a:lnTo>
                <a:lnTo>
                  <a:pt x="1498" y="7081"/>
                </a:lnTo>
                <a:lnTo>
                  <a:pt x="1498" y="7254"/>
                </a:lnTo>
                <a:lnTo>
                  <a:pt x="1553" y="7402"/>
                </a:lnTo>
                <a:lnTo>
                  <a:pt x="1553" y="7648"/>
                </a:lnTo>
                <a:lnTo>
                  <a:pt x="1607" y="7796"/>
                </a:lnTo>
                <a:lnTo>
                  <a:pt x="1607" y="7969"/>
                </a:lnTo>
                <a:lnTo>
                  <a:pt x="1689" y="8142"/>
                </a:lnTo>
                <a:lnTo>
                  <a:pt x="1744" y="8315"/>
                </a:lnTo>
                <a:lnTo>
                  <a:pt x="1744" y="8487"/>
                </a:lnTo>
                <a:lnTo>
                  <a:pt x="1798" y="8660"/>
                </a:lnTo>
                <a:lnTo>
                  <a:pt x="1798" y="8833"/>
                </a:lnTo>
                <a:lnTo>
                  <a:pt x="1880" y="9005"/>
                </a:lnTo>
                <a:lnTo>
                  <a:pt x="1880" y="9178"/>
                </a:lnTo>
                <a:lnTo>
                  <a:pt x="1934" y="9326"/>
                </a:lnTo>
                <a:lnTo>
                  <a:pt x="1934" y="9499"/>
                </a:lnTo>
                <a:lnTo>
                  <a:pt x="1989" y="9721"/>
                </a:lnTo>
                <a:lnTo>
                  <a:pt x="2044" y="9894"/>
                </a:lnTo>
                <a:lnTo>
                  <a:pt x="2044" y="10066"/>
                </a:lnTo>
                <a:lnTo>
                  <a:pt x="2125" y="10239"/>
                </a:lnTo>
                <a:lnTo>
                  <a:pt x="2125" y="10412"/>
                </a:lnTo>
                <a:lnTo>
                  <a:pt x="2180" y="10585"/>
                </a:lnTo>
                <a:lnTo>
                  <a:pt x="2180" y="10757"/>
                </a:lnTo>
                <a:lnTo>
                  <a:pt x="2234" y="10930"/>
                </a:lnTo>
                <a:lnTo>
                  <a:pt x="2289" y="11103"/>
                </a:lnTo>
                <a:lnTo>
                  <a:pt x="2289" y="11251"/>
                </a:lnTo>
                <a:lnTo>
                  <a:pt x="2371" y="11423"/>
                </a:lnTo>
                <a:lnTo>
                  <a:pt x="2371" y="11596"/>
                </a:lnTo>
                <a:lnTo>
                  <a:pt x="2425" y="11769"/>
                </a:lnTo>
                <a:lnTo>
                  <a:pt x="2425" y="11942"/>
                </a:lnTo>
                <a:lnTo>
                  <a:pt x="2480" y="12114"/>
                </a:lnTo>
                <a:lnTo>
                  <a:pt x="2480" y="12287"/>
                </a:lnTo>
                <a:lnTo>
                  <a:pt x="2561" y="12509"/>
                </a:lnTo>
                <a:lnTo>
                  <a:pt x="2616" y="12682"/>
                </a:lnTo>
                <a:lnTo>
                  <a:pt x="2616" y="12855"/>
                </a:lnTo>
                <a:lnTo>
                  <a:pt x="2670" y="13003"/>
                </a:lnTo>
                <a:lnTo>
                  <a:pt x="2670" y="13175"/>
                </a:lnTo>
                <a:lnTo>
                  <a:pt x="2725" y="1334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7323676" y="3354108"/>
            <a:ext cx="2752" cy="13570"/>
          </a:xfrm>
          <a:custGeom>
            <a:avLst/>
            <a:gdLst/>
            <a:ahLst/>
            <a:cxnLst/>
            <a:rect l="l" t="t" r="r" b="b"/>
            <a:pathLst>
              <a:path w="2752" h="13570">
                <a:moveTo>
                  <a:pt x="0" y="0"/>
                </a:moveTo>
                <a:lnTo>
                  <a:pt x="81" y="148"/>
                </a:lnTo>
                <a:lnTo>
                  <a:pt x="81" y="320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327" y="1357"/>
                </a:lnTo>
                <a:lnTo>
                  <a:pt x="327" y="1505"/>
                </a:lnTo>
                <a:lnTo>
                  <a:pt x="381" y="1677"/>
                </a:lnTo>
                <a:lnTo>
                  <a:pt x="381" y="1850"/>
                </a:lnTo>
                <a:lnTo>
                  <a:pt x="436" y="2023"/>
                </a:lnTo>
                <a:lnTo>
                  <a:pt x="436" y="2195"/>
                </a:lnTo>
                <a:lnTo>
                  <a:pt x="517" y="2368"/>
                </a:lnTo>
                <a:lnTo>
                  <a:pt x="517" y="2541"/>
                </a:lnTo>
                <a:lnTo>
                  <a:pt x="572" y="2714"/>
                </a:lnTo>
                <a:lnTo>
                  <a:pt x="572" y="2862"/>
                </a:lnTo>
                <a:lnTo>
                  <a:pt x="626" y="3034"/>
                </a:lnTo>
                <a:lnTo>
                  <a:pt x="681" y="3207"/>
                </a:lnTo>
                <a:lnTo>
                  <a:pt x="681" y="3380"/>
                </a:lnTo>
                <a:lnTo>
                  <a:pt x="763" y="3553"/>
                </a:lnTo>
                <a:lnTo>
                  <a:pt x="763" y="3725"/>
                </a:lnTo>
                <a:lnTo>
                  <a:pt x="817" y="3898"/>
                </a:lnTo>
                <a:lnTo>
                  <a:pt x="817" y="4071"/>
                </a:lnTo>
                <a:lnTo>
                  <a:pt x="872" y="4243"/>
                </a:lnTo>
                <a:lnTo>
                  <a:pt x="953" y="4391"/>
                </a:lnTo>
                <a:lnTo>
                  <a:pt x="953" y="4564"/>
                </a:lnTo>
                <a:lnTo>
                  <a:pt x="1008" y="4737"/>
                </a:lnTo>
                <a:lnTo>
                  <a:pt x="1008" y="4910"/>
                </a:lnTo>
                <a:lnTo>
                  <a:pt x="1062" y="5082"/>
                </a:lnTo>
                <a:lnTo>
                  <a:pt x="1062" y="5255"/>
                </a:lnTo>
                <a:lnTo>
                  <a:pt x="1117" y="5428"/>
                </a:lnTo>
                <a:lnTo>
                  <a:pt x="1117" y="5600"/>
                </a:lnTo>
                <a:lnTo>
                  <a:pt x="1199" y="5748"/>
                </a:lnTo>
                <a:lnTo>
                  <a:pt x="1199" y="5921"/>
                </a:lnTo>
                <a:lnTo>
                  <a:pt x="1253" y="6094"/>
                </a:lnTo>
                <a:lnTo>
                  <a:pt x="1253" y="6267"/>
                </a:lnTo>
                <a:lnTo>
                  <a:pt x="1308" y="6439"/>
                </a:lnTo>
                <a:lnTo>
                  <a:pt x="1362" y="6612"/>
                </a:lnTo>
                <a:lnTo>
                  <a:pt x="1362" y="6785"/>
                </a:lnTo>
                <a:lnTo>
                  <a:pt x="1444" y="6958"/>
                </a:lnTo>
                <a:lnTo>
                  <a:pt x="1444" y="7106"/>
                </a:lnTo>
                <a:lnTo>
                  <a:pt x="1498" y="7278"/>
                </a:lnTo>
                <a:lnTo>
                  <a:pt x="1498" y="7451"/>
                </a:lnTo>
                <a:lnTo>
                  <a:pt x="1553" y="7624"/>
                </a:lnTo>
                <a:lnTo>
                  <a:pt x="1635" y="7796"/>
                </a:lnTo>
                <a:lnTo>
                  <a:pt x="1635" y="7969"/>
                </a:lnTo>
                <a:lnTo>
                  <a:pt x="1689" y="8191"/>
                </a:lnTo>
                <a:lnTo>
                  <a:pt x="1689" y="8364"/>
                </a:lnTo>
                <a:lnTo>
                  <a:pt x="1744" y="8537"/>
                </a:lnTo>
                <a:lnTo>
                  <a:pt x="1744" y="8709"/>
                </a:lnTo>
                <a:lnTo>
                  <a:pt x="1798" y="8882"/>
                </a:lnTo>
                <a:lnTo>
                  <a:pt x="1798" y="9030"/>
                </a:lnTo>
                <a:lnTo>
                  <a:pt x="1880" y="9203"/>
                </a:lnTo>
                <a:lnTo>
                  <a:pt x="1934" y="9376"/>
                </a:lnTo>
                <a:lnTo>
                  <a:pt x="1934" y="9548"/>
                </a:lnTo>
                <a:lnTo>
                  <a:pt x="1989" y="9721"/>
                </a:lnTo>
                <a:lnTo>
                  <a:pt x="1989" y="9894"/>
                </a:lnTo>
                <a:lnTo>
                  <a:pt x="2071" y="10066"/>
                </a:lnTo>
                <a:lnTo>
                  <a:pt x="2071" y="10239"/>
                </a:lnTo>
                <a:lnTo>
                  <a:pt x="2125" y="10412"/>
                </a:lnTo>
                <a:lnTo>
                  <a:pt x="2125" y="10560"/>
                </a:lnTo>
                <a:lnTo>
                  <a:pt x="2180" y="10733"/>
                </a:lnTo>
                <a:lnTo>
                  <a:pt x="2180" y="10905"/>
                </a:lnTo>
                <a:lnTo>
                  <a:pt x="2234" y="11078"/>
                </a:lnTo>
                <a:lnTo>
                  <a:pt x="2316" y="11251"/>
                </a:lnTo>
                <a:lnTo>
                  <a:pt x="2316" y="11423"/>
                </a:lnTo>
                <a:lnTo>
                  <a:pt x="2371" y="11596"/>
                </a:lnTo>
                <a:lnTo>
                  <a:pt x="2371" y="11769"/>
                </a:lnTo>
                <a:lnTo>
                  <a:pt x="2425" y="11917"/>
                </a:lnTo>
                <a:lnTo>
                  <a:pt x="2425" y="12090"/>
                </a:lnTo>
                <a:lnTo>
                  <a:pt x="2480" y="12262"/>
                </a:lnTo>
                <a:lnTo>
                  <a:pt x="2480" y="12435"/>
                </a:lnTo>
                <a:lnTo>
                  <a:pt x="2561" y="12608"/>
                </a:lnTo>
                <a:lnTo>
                  <a:pt x="2616" y="12781"/>
                </a:lnTo>
                <a:lnTo>
                  <a:pt x="2616" y="12953"/>
                </a:lnTo>
                <a:lnTo>
                  <a:pt x="2670" y="13175"/>
                </a:lnTo>
                <a:lnTo>
                  <a:pt x="2670" y="13348"/>
                </a:lnTo>
                <a:lnTo>
                  <a:pt x="2752" y="1352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7326429" y="3367679"/>
            <a:ext cx="2725" cy="13644"/>
          </a:xfrm>
          <a:custGeom>
            <a:avLst/>
            <a:gdLst/>
            <a:ahLst/>
            <a:cxnLst/>
            <a:rect l="l" t="t" r="r" b="b"/>
            <a:pathLst>
              <a:path w="2725" h="13644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09" y="666"/>
                </a:lnTo>
                <a:lnTo>
                  <a:pt x="163" y="838"/>
                </a:lnTo>
                <a:lnTo>
                  <a:pt x="163" y="1011"/>
                </a:lnTo>
                <a:lnTo>
                  <a:pt x="245" y="1233"/>
                </a:lnTo>
                <a:lnTo>
                  <a:pt x="299" y="1406"/>
                </a:lnTo>
                <a:lnTo>
                  <a:pt x="299" y="1579"/>
                </a:lnTo>
                <a:lnTo>
                  <a:pt x="354" y="1751"/>
                </a:lnTo>
                <a:lnTo>
                  <a:pt x="354" y="1924"/>
                </a:lnTo>
                <a:lnTo>
                  <a:pt x="408" y="2097"/>
                </a:lnTo>
                <a:lnTo>
                  <a:pt x="408" y="2269"/>
                </a:lnTo>
                <a:lnTo>
                  <a:pt x="490" y="2442"/>
                </a:lnTo>
                <a:lnTo>
                  <a:pt x="490" y="2590"/>
                </a:lnTo>
                <a:lnTo>
                  <a:pt x="545" y="2763"/>
                </a:lnTo>
                <a:lnTo>
                  <a:pt x="545" y="2936"/>
                </a:lnTo>
                <a:lnTo>
                  <a:pt x="599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35" y="3627"/>
                </a:lnTo>
                <a:lnTo>
                  <a:pt x="735" y="3799"/>
                </a:lnTo>
                <a:lnTo>
                  <a:pt x="790" y="3947"/>
                </a:lnTo>
                <a:lnTo>
                  <a:pt x="790" y="4194"/>
                </a:lnTo>
                <a:lnTo>
                  <a:pt x="844" y="4367"/>
                </a:lnTo>
                <a:lnTo>
                  <a:pt x="926" y="4515"/>
                </a:lnTo>
                <a:lnTo>
                  <a:pt x="926" y="4688"/>
                </a:lnTo>
                <a:lnTo>
                  <a:pt x="981" y="4860"/>
                </a:lnTo>
                <a:lnTo>
                  <a:pt x="981" y="5033"/>
                </a:lnTo>
                <a:lnTo>
                  <a:pt x="1035" y="5206"/>
                </a:lnTo>
                <a:lnTo>
                  <a:pt x="1035" y="5378"/>
                </a:lnTo>
                <a:lnTo>
                  <a:pt x="1117" y="5551"/>
                </a:lnTo>
                <a:lnTo>
                  <a:pt x="1117" y="5724"/>
                </a:lnTo>
                <a:lnTo>
                  <a:pt x="1171" y="5872"/>
                </a:lnTo>
                <a:lnTo>
                  <a:pt x="1226" y="6045"/>
                </a:lnTo>
                <a:lnTo>
                  <a:pt x="1226" y="6217"/>
                </a:lnTo>
                <a:lnTo>
                  <a:pt x="1280" y="6439"/>
                </a:lnTo>
                <a:lnTo>
                  <a:pt x="1280" y="6612"/>
                </a:lnTo>
                <a:lnTo>
                  <a:pt x="1362" y="6785"/>
                </a:lnTo>
                <a:lnTo>
                  <a:pt x="1362" y="6958"/>
                </a:lnTo>
                <a:lnTo>
                  <a:pt x="1417" y="7130"/>
                </a:lnTo>
                <a:lnTo>
                  <a:pt x="1471" y="7303"/>
                </a:lnTo>
                <a:lnTo>
                  <a:pt x="1471" y="7476"/>
                </a:lnTo>
                <a:lnTo>
                  <a:pt x="1526" y="7648"/>
                </a:lnTo>
                <a:lnTo>
                  <a:pt x="1526" y="7796"/>
                </a:lnTo>
                <a:lnTo>
                  <a:pt x="1607" y="7969"/>
                </a:lnTo>
                <a:lnTo>
                  <a:pt x="1607" y="8142"/>
                </a:lnTo>
                <a:lnTo>
                  <a:pt x="1662" y="8315"/>
                </a:lnTo>
                <a:lnTo>
                  <a:pt x="1662" y="8487"/>
                </a:lnTo>
                <a:lnTo>
                  <a:pt x="1716" y="8709"/>
                </a:lnTo>
                <a:lnTo>
                  <a:pt x="1798" y="8882"/>
                </a:lnTo>
                <a:lnTo>
                  <a:pt x="1798" y="9055"/>
                </a:lnTo>
                <a:lnTo>
                  <a:pt x="1853" y="9228"/>
                </a:lnTo>
                <a:lnTo>
                  <a:pt x="1853" y="9400"/>
                </a:lnTo>
                <a:lnTo>
                  <a:pt x="1907" y="9573"/>
                </a:lnTo>
                <a:lnTo>
                  <a:pt x="1907" y="9721"/>
                </a:lnTo>
                <a:lnTo>
                  <a:pt x="1962" y="9894"/>
                </a:lnTo>
                <a:lnTo>
                  <a:pt x="1962" y="10066"/>
                </a:lnTo>
                <a:lnTo>
                  <a:pt x="2044" y="10239"/>
                </a:lnTo>
                <a:lnTo>
                  <a:pt x="2044" y="10412"/>
                </a:lnTo>
                <a:lnTo>
                  <a:pt x="2098" y="10634"/>
                </a:lnTo>
                <a:lnTo>
                  <a:pt x="2153" y="10807"/>
                </a:lnTo>
                <a:lnTo>
                  <a:pt x="2153" y="10979"/>
                </a:lnTo>
                <a:lnTo>
                  <a:pt x="2207" y="11152"/>
                </a:lnTo>
                <a:lnTo>
                  <a:pt x="2207" y="11325"/>
                </a:lnTo>
                <a:lnTo>
                  <a:pt x="2289" y="11473"/>
                </a:lnTo>
                <a:lnTo>
                  <a:pt x="2289" y="11646"/>
                </a:lnTo>
                <a:lnTo>
                  <a:pt x="2343" y="11818"/>
                </a:lnTo>
                <a:lnTo>
                  <a:pt x="2398" y="11991"/>
                </a:lnTo>
                <a:lnTo>
                  <a:pt x="2398" y="12213"/>
                </a:lnTo>
                <a:lnTo>
                  <a:pt x="2480" y="12386"/>
                </a:lnTo>
                <a:lnTo>
                  <a:pt x="2480" y="12558"/>
                </a:lnTo>
                <a:lnTo>
                  <a:pt x="2534" y="12731"/>
                </a:lnTo>
                <a:lnTo>
                  <a:pt x="2534" y="12904"/>
                </a:lnTo>
                <a:lnTo>
                  <a:pt x="2589" y="13077"/>
                </a:lnTo>
                <a:lnTo>
                  <a:pt x="2589" y="13249"/>
                </a:lnTo>
                <a:lnTo>
                  <a:pt x="2643" y="13397"/>
                </a:lnTo>
                <a:lnTo>
                  <a:pt x="2725" y="1357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7329154" y="3381323"/>
            <a:ext cx="2725" cy="13743"/>
          </a:xfrm>
          <a:custGeom>
            <a:avLst/>
            <a:gdLst/>
            <a:ahLst/>
            <a:cxnLst/>
            <a:rect l="l" t="t" r="r" b="b"/>
            <a:pathLst>
              <a:path w="2725" h="13743">
                <a:moveTo>
                  <a:pt x="0" y="0"/>
                </a:moveTo>
                <a:lnTo>
                  <a:pt x="0" y="172"/>
                </a:lnTo>
                <a:lnTo>
                  <a:pt x="54" y="320"/>
                </a:lnTo>
                <a:lnTo>
                  <a:pt x="54" y="493"/>
                </a:lnTo>
                <a:lnTo>
                  <a:pt x="109" y="666"/>
                </a:lnTo>
                <a:lnTo>
                  <a:pt x="109" y="838"/>
                </a:lnTo>
                <a:lnTo>
                  <a:pt x="190" y="1011"/>
                </a:lnTo>
                <a:lnTo>
                  <a:pt x="245" y="1184"/>
                </a:lnTo>
                <a:lnTo>
                  <a:pt x="245" y="1357"/>
                </a:lnTo>
                <a:lnTo>
                  <a:pt x="299" y="1529"/>
                </a:lnTo>
                <a:lnTo>
                  <a:pt x="299" y="1751"/>
                </a:lnTo>
                <a:lnTo>
                  <a:pt x="354" y="1924"/>
                </a:lnTo>
                <a:lnTo>
                  <a:pt x="354" y="2072"/>
                </a:lnTo>
                <a:lnTo>
                  <a:pt x="436" y="2245"/>
                </a:lnTo>
                <a:lnTo>
                  <a:pt x="436" y="2418"/>
                </a:lnTo>
                <a:lnTo>
                  <a:pt x="490" y="2590"/>
                </a:lnTo>
                <a:lnTo>
                  <a:pt x="545" y="2763"/>
                </a:lnTo>
                <a:lnTo>
                  <a:pt x="545" y="2936"/>
                </a:lnTo>
                <a:lnTo>
                  <a:pt x="599" y="3108"/>
                </a:lnTo>
                <a:lnTo>
                  <a:pt x="599" y="3330"/>
                </a:lnTo>
                <a:lnTo>
                  <a:pt x="681" y="3503"/>
                </a:lnTo>
                <a:lnTo>
                  <a:pt x="681" y="3676"/>
                </a:lnTo>
                <a:lnTo>
                  <a:pt x="735" y="3849"/>
                </a:lnTo>
                <a:lnTo>
                  <a:pt x="790" y="3997"/>
                </a:lnTo>
                <a:lnTo>
                  <a:pt x="790" y="4169"/>
                </a:lnTo>
                <a:lnTo>
                  <a:pt x="872" y="4342"/>
                </a:lnTo>
                <a:lnTo>
                  <a:pt x="872" y="4564"/>
                </a:lnTo>
                <a:lnTo>
                  <a:pt x="926" y="4737"/>
                </a:lnTo>
                <a:lnTo>
                  <a:pt x="926" y="4910"/>
                </a:lnTo>
                <a:lnTo>
                  <a:pt x="981" y="5082"/>
                </a:lnTo>
                <a:lnTo>
                  <a:pt x="1035" y="5255"/>
                </a:lnTo>
                <a:lnTo>
                  <a:pt x="1035" y="5428"/>
                </a:lnTo>
                <a:lnTo>
                  <a:pt x="1117" y="5600"/>
                </a:lnTo>
                <a:lnTo>
                  <a:pt x="1117" y="5823"/>
                </a:lnTo>
                <a:lnTo>
                  <a:pt x="1171" y="5995"/>
                </a:lnTo>
                <a:lnTo>
                  <a:pt x="1171" y="6168"/>
                </a:lnTo>
                <a:lnTo>
                  <a:pt x="1226" y="6316"/>
                </a:lnTo>
                <a:lnTo>
                  <a:pt x="1226" y="6489"/>
                </a:lnTo>
                <a:lnTo>
                  <a:pt x="1308" y="6661"/>
                </a:lnTo>
                <a:lnTo>
                  <a:pt x="1362" y="6834"/>
                </a:lnTo>
                <a:lnTo>
                  <a:pt x="1362" y="7007"/>
                </a:lnTo>
                <a:lnTo>
                  <a:pt x="1417" y="7180"/>
                </a:lnTo>
                <a:lnTo>
                  <a:pt x="1417" y="7402"/>
                </a:lnTo>
                <a:lnTo>
                  <a:pt x="1471" y="7574"/>
                </a:lnTo>
                <a:lnTo>
                  <a:pt x="1471" y="7747"/>
                </a:lnTo>
                <a:lnTo>
                  <a:pt x="1553" y="7920"/>
                </a:lnTo>
                <a:lnTo>
                  <a:pt x="1607" y="8093"/>
                </a:lnTo>
                <a:lnTo>
                  <a:pt x="1607" y="8241"/>
                </a:lnTo>
                <a:lnTo>
                  <a:pt x="1662" y="8413"/>
                </a:lnTo>
                <a:lnTo>
                  <a:pt x="1662" y="8660"/>
                </a:lnTo>
                <a:lnTo>
                  <a:pt x="1716" y="8808"/>
                </a:lnTo>
                <a:lnTo>
                  <a:pt x="1716" y="8981"/>
                </a:lnTo>
                <a:lnTo>
                  <a:pt x="1798" y="9153"/>
                </a:lnTo>
                <a:lnTo>
                  <a:pt x="1798" y="9326"/>
                </a:lnTo>
                <a:lnTo>
                  <a:pt x="1853" y="9548"/>
                </a:lnTo>
                <a:lnTo>
                  <a:pt x="1907" y="9721"/>
                </a:lnTo>
                <a:lnTo>
                  <a:pt x="1907" y="9894"/>
                </a:lnTo>
                <a:lnTo>
                  <a:pt x="1989" y="10066"/>
                </a:lnTo>
                <a:lnTo>
                  <a:pt x="1989" y="10239"/>
                </a:lnTo>
                <a:lnTo>
                  <a:pt x="2044" y="10412"/>
                </a:lnTo>
                <a:lnTo>
                  <a:pt x="2044" y="10560"/>
                </a:lnTo>
                <a:lnTo>
                  <a:pt x="2098" y="10807"/>
                </a:lnTo>
                <a:lnTo>
                  <a:pt x="2153" y="10979"/>
                </a:lnTo>
                <a:lnTo>
                  <a:pt x="2153" y="11127"/>
                </a:lnTo>
                <a:lnTo>
                  <a:pt x="2234" y="11300"/>
                </a:lnTo>
                <a:lnTo>
                  <a:pt x="2234" y="11473"/>
                </a:lnTo>
                <a:lnTo>
                  <a:pt x="2289" y="11646"/>
                </a:lnTo>
                <a:lnTo>
                  <a:pt x="2289" y="11818"/>
                </a:lnTo>
                <a:lnTo>
                  <a:pt x="2343" y="12040"/>
                </a:lnTo>
                <a:lnTo>
                  <a:pt x="2398" y="12213"/>
                </a:lnTo>
                <a:lnTo>
                  <a:pt x="2398" y="12386"/>
                </a:lnTo>
                <a:lnTo>
                  <a:pt x="2480" y="12558"/>
                </a:lnTo>
                <a:lnTo>
                  <a:pt x="2480" y="12731"/>
                </a:lnTo>
                <a:lnTo>
                  <a:pt x="2534" y="12904"/>
                </a:lnTo>
                <a:lnTo>
                  <a:pt x="2534" y="13052"/>
                </a:lnTo>
                <a:lnTo>
                  <a:pt x="2589" y="13299"/>
                </a:lnTo>
                <a:lnTo>
                  <a:pt x="2670" y="13447"/>
                </a:lnTo>
                <a:lnTo>
                  <a:pt x="2670" y="1361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7331880" y="3395067"/>
            <a:ext cx="2670" cy="13866"/>
          </a:xfrm>
          <a:custGeom>
            <a:avLst/>
            <a:gdLst/>
            <a:ahLst/>
            <a:cxnLst/>
            <a:rect l="l" t="t" r="r" b="b"/>
            <a:pathLst>
              <a:path w="2670" h="13866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09" y="666"/>
                </a:lnTo>
                <a:lnTo>
                  <a:pt x="109" y="838"/>
                </a:lnTo>
                <a:lnTo>
                  <a:pt x="190" y="1060"/>
                </a:lnTo>
                <a:lnTo>
                  <a:pt x="245" y="1233"/>
                </a:lnTo>
                <a:lnTo>
                  <a:pt x="245" y="1406"/>
                </a:lnTo>
                <a:lnTo>
                  <a:pt x="299" y="1579"/>
                </a:lnTo>
                <a:lnTo>
                  <a:pt x="299" y="1751"/>
                </a:lnTo>
                <a:lnTo>
                  <a:pt x="381" y="1973"/>
                </a:lnTo>
                <a:lnTo>
                  <a:pt x="381" y="2146"/>
                </a:lnTo>
                <a:lnTo>
                  <a:pt x="436" y="2319"/>
                </a:lnTo>
                <a:lnTo>
                  <a:pt x="436" y="2492"/>
                </a:lnTo>
                <a:lnTo>
                  <a:pt x="490" y="2664"/>
                </a:lnTo>
                <a:lnTo>
                  <a:pt x="545" y="2837"/>
                </a:lnTo>
                <a:lnTo>
                  <a:pt x="545" y="2985"/>
                </a:lnTo>
                <a:lnTo>
                  <a:pt x="626" y="3232"/>
                </a:lnTo>
                <a:lnTo>
                  <a:pt x="626" y="3404"/>
                </a:lnTo>
                <a:lnTo>
                  <a:pt x="681" y="3553"/>
                </a:lnTo>
                <a:lnTo>
                  <a:pt x="681" y="3725"/>
                </a:lnTo>
                <a:lnTo>
                  <a:pt x="735" y="3898"/>
                </a:lnTo>
                <a:lnTo>
                  <a:pt x="790" y="4120"/>
                </a:lnTo>
                <a:lnTo>
                  <a:pt x="790" y="4293"/>
                </a:lnTo>
                <a:lnTo>
                  <a:pt x="872" y="4465"/>
                </a:lnTo>
                <a:lnTo>
                  <a:pt x="872" y="4638"/>
                </a:lnTo>
                <a:lnTo>
                  <a:pt x="926" y="4811"/>
                </a:lnTo>
                <a:lnTo>
                  <a:pt x="926" y="5033"/>
                </a:lnTo>
                <a:lnTo>
                  <a:pt x="981" y="5206"/>
                </a:lnTo>
                <a:lnTo>
                  <a:pt x="1062" y="5378"/>
                </a:lnTo>
                <a:lnTo>
                  <a:pt x="1062" y="5551"/>
                </a:lnTo>
                <a:lnTo>
                  <a:pt x="1117" y="5724"/>
                </a:lnTo>
                <a:lnTo>
                  <a:pt x="1117" y="5946"/>
                </a:lnTo>
                <a:lnTo>
                  <a:pt x="1171" y="6119"/>
                </a:lnTo>
                <a:lnTo>
                  <a:pt x="1171" y="6267"/>
                </a:lnTo>
                <a:lnTo>
                  <a:pt x="1226" y="6439"/>
                </a:lnTo>
                <a:lnTo>
                  <a:pt x="1226" y="6612"/>
                </a:lnTo>
                <a:lnTo>
                  <a:pt x="1308" y="6834"/>
                </a:lnTo>
                <a:lnTo>
                  <a:pt x="1362" y="7007"/>
                </a:lnTo>
                <a:lnTo>
                  <a:pt x="1362" y="7180"/>
                </a:lnTo>
                <a:lnTo>
                  <a:pt x="1417" y="7352"/>
                </a:lnTo>
                <a:lnTo>
                  <a:pt x="1417" y="7525"/>
                </a:lnTo>
                <a:lnTo>
                  <a:pt x="1498" y="7747"/>
                </a:lnTo>
                <a:lnTo>
                  <a:pt x="1553" y="7920"/>
                </a:lnTo>
                <a:lnTo>
                  <a:pt x="1553" y="8093"/>
                </a:lnTo>
                <a:lnTo>
                  <a:pt x="1607" y="8265"/>
                </a:lnTo>
                <a:lnTo>
                  <a:pt x="1607" y="8438"/>
                </a:lnTo>
                <a:lnTo>
                  <a:pt x="1662" y="8660"/>
                </a:lnTo>
                <a:lnTo>
                  <a:pt x="1744" y="8833"/>
                </a:lnTo>
                <a:lnTo>
                  <a:pt x="1744" y="9005"/>
                </a:lnTo>
                <a:lnTo>
                  <a:pt x="1798" y="9153"/>
                </a:lnTo>
                <a:lnTo>
                  <a:pt x="1798" y="9326"/>
                </a:lnTo>
                <a:lnTo>
                  <a:pt x="1853" y="9548"/>
                </a:lnTo>
                <a:lnTo>
                  <a:pt x="1853" y="9721"/>
                </a:lnTo>
                <a:lnTo>
                  <a:pt x="1907" y="9894"/>
                </a:lnTo>
                <a:lnTo>
                  <a:pt x="1907" y="10066"/>
                </a:lnTo>
                <a:lnTo>
                  <a:pt x="1989" y="10239"/>
                </a:lnTo>
                <a:lnTo>
                  <a:pt x="2044" y="10461"/>
                </a:lnTo>
                <a:lnTo>
                  <a:pt x="2044" y="10634"/>
                </a:lnTo>
                <a:lnTo>
                  <a:pt x="2098" y="10807"/>
                </a:lnTo>
                <a:lnTo>
                  <a:pt x="2098" y="10979"/>
                </a:lnTo>
                <a:lnTo>
                  <a:pt x="2180" y="11152"/>
                </a:lnTo>
                <a:lnTo>
                  <a:pt x="2180" y="11374"/>
                </a:lnTo>
                <a:lnTo>
                  <a:pt x="2234" y="11547"/>
                </a:lnTo>
                <a:lnTo>
                  <a:pt x="2289" y="11720"/>
                </a:lnTo>
                <a:lnTo>
                  <a:pt x="2289" y="11892"/>
                </a:lnTo>
                <a:lnTo>
                  <a:pt x="2343" y="12040"/>
                </a:lnTo>
                <a:lnTo>
                  <a:pt x="2343" y="12287"/>
                </a:lnTo>
                <a:lnTo>
                  <a:pt x="2425" y="12435"/>
                </a:lnTo>
                <a:lnTo>
                  <a:pt x="2425" y="12608"/>
                </a:lnTo>
                <a:lnTo>
                  <a:pt x="2480" y="12781"/>
                </a:lnTo>
                <a:lnTo>
                  <a:pt x="2480" y="12953"/>
                </a:lnTo>
                <a:lnTo>
                  <a:pt x="2534" y="13175"/>
                </a:lnTo>
                <a:lnTo>
                  <a:pt x="2589" y="13348"/>
                </a:lnTo>
                <a:lnTo>
                  <a:pt x="2589" y="13521"/>
                </a:lnTo>
                <a:lnTo>
                  <a:pt x="2670" y="13693"/>
                </a:lnTo>
                <a:lnTo>
                  <a:pt x="2670" y="1386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7334551" y="3408933"/>
            <a:ext cx="2725" cy="13916"/>
          </a:xfrm>
          <a:custGeom>
            <a:avLst/>
            <a:gdLst/>
            <a:ahLst/>
            <a:cxnLst/>
            <a:rect l="l" t="t" r="r" b="b"/>
            <a:pathLst>
              <a:path w="2725" h="13916">
                <a:moveTo>
                  <a:pt x="0" y="0"/>
                </a:moveTo>
                <a:lnTo>
                  <a:pt x="54" y="222"/>
                </a:lnTo>
                <a:lnTo>
                  <a:pt x="109" y="394"/>
                </a:lnTo>
                <a:lnTo>
                  <a:pt x="109" y="567"/>
                </a:lnTo>
                <a:lnTo>
                  <a:pt x="190" y="740"/>
                </a:lnTo>
                <a:lnTo>
                  <a:pt x="190" y="888"/>
                </a:lnTo>
                <a:lnTo>
                  <a:pt x="245" y="1134"/>
                </a:lnTo>
                <a:lnTo>
                  <a:pt x="299" y="1307"/>
                </a:lnTo>
                <a:lnTo>
                  <a:pt x="299" y="1455"/>
                </a:lnTo>
                <a:lnTo>
                  <a:pt x="354" y="1628"/>
                </a:lnTo>
                <a:lnTo>
                  <a:pt x="354" y="1801"/>
                </a:lnTo>
                <a:lnTo>
                  <a:pt x="436" y="2023"/>
                </a:lnTo>
                <a:lnTo>
                  <a:pt x="436" y="2195"/>
                </a:lnTo>
                <a:lnTo>
                  <a:pt x="490" y="2368"/>
                </a:lnTo>
                <a:lnTo>
                  <a:pt x="490" y="2590"/>
                </a:lnTo>
                <a:lnTo>
                  <a:pt x="545" y="2763"/>
                </a:lnTo>
                <a:lnTo>
                  <a:pt x="626" y="2936"/>
                </a:lnTo>
                <a:lnTo>
                  <a:pt x="626" y="3108"/>
                </a:lnTo>
                <a:lnTo>
                  <a:pt x="681" y="3281"/>
                </a:lnTo>
                <a:lnTo>
                  <a:pt x="681" y="3503"/>
                </a:lnTo>
                <a:lnTo>
                  <a:pt x="735" y="3676"/>
                </a:lnTo>
                <a:lnTo>
                  <a:pt x="735" y="3849"/>
                </a:lnTo>
                <a:lnTo>
                  <a:pt x="790" y="4021"/>
                </a:lnTo>
                <a:lnTo>
                  <a:pt x="872" y="4169"/>
                </a:lnTo>
                <a:lnTo>
                  <a:pt x="872" y="4416"/>
                </a:lnTo>
                <a:lnTo>
                  <a:pt x="926" y="4589"/>
                </a:lnTo>
                <a:lnTo>
                  <a:pt x="926" y="4737"/>
                </a:lnTo>
                <a:lnTo>
                  <a:pt x="981" y="4984"/>
                </a:lnTo>
                <a:lnTo>
                  <a:pt x="1035" y="5132"/>
                </a:lnTo>
                <a:lnTo>
                  <a:pt x="1035" y="5304"/>
                </a:lnTo>
                <a:lnTo>
                  <a:pt x="1117" y="5477"/>
                </a:lnTo>
                <a:lnTo>
                  <a:pt x="1117" y="5650"/>
                </a:lnTo>
                <a:lnTo>
                  <a:pt x="1171" y="5872"/>
                </a:lnTo>
                <a:lnTo>
                  <a:pt x="1171" y="6045"/>
                </a:lnTo>
                <a:lnTo>
                  <a:pt x="1226" y="6217"/>
                </a:lnTo>
                <a:lnTo>
                  <a:pt x="1308" y="6390"/>
                </a:lnTo>
                <a:lnTo>
                  <a:pt x="1308" y="6563"/>
                </a:lnTo>
                <a:lnTo>
                  <a:pt x="1362" y="6785"/>
                </a:lnTo>
                <a:lnTo>
                  <a:pt x="1362" y="6958"/>
                </a:lnTo>
                <a:lnTo>
                  <a:pt x="1417" y="7130"/>
                </a:lnTo>
                <a:lnTo>
                  <a:pt x="1417" y="7352"/>
                </a:lnTo>
                <a:lnTo>
                  <a:pt x="1471" y="7525"/>
                </a:lnTo>
                <a:lnTo>
                  <a:pt x="1553" y="7698"/>
                </a:lnTo>
                <a:lnTo>
                  <a:pt x="1553" y="7870"/>
                </a:lnTo>
                <a:lnTo>
                  <a:pt x="1607" y="8018"/>
                </a:lnTo>
                <a:lnTo>
                  <a:pt x="1607" y="8265"/>
                </a:lnTo>
                <a:lnTo>
                  <a:pt x="1662" y="8413"/>
                </a:lnTo>
                <a:lnTo>
                  <a:pt x="1662" y="8586"/>
                </a:lnTo>
                <a:lnTo>
                  <a:pt x="1744" y="8833"/>
                </a:lnTo>
                <a:lnTo>
                  <a:pt x="1798" y="8981"/>
                </a:lnTo>
                <a:lnTo>
                  <a:pt x="1798" y="9153"/>
                </a:lnTo>
                <a:lnTo>
                  <a:pt x="1853" y="9326"/>
                </a:lnTo>
                <a:lnTo>
                  <a:pt x="1853" y="9499"/>
                </a:lnTo>
                <a:lnTo>
                  <a:pt x="1907" y="9721"/>
                </a:lnTo>
                <a:lnTo>
                  <a:pt x="1989" y="9894"/>
                </a:lnTo>
                <a:lnTo>
                  <a:pt x="1989" y="10066"/>
                </a:lnTo>
                <a:lnTo>
                  <a:pt x="2044" y="10288"/>
                </a:lnTo>
                <a:lnTo>
                  <a:pt x="2044" y="10461"/>
                </a:lnTo>
                <a:lnTo>
                  <a:pt x="2098" y="10634"/>
                </a:lnTo>
                <a:lnTo>
                  <a:pt x="2098" y="10807"/>
                </a:lnTo>
                <a:lnTo>
                  <a:pt x="2153" y="10979"/>
                </a:lnTo>
                <a:lnTo>
                  <a:pt x="2234" y="11201"/>
                </a:lnTo>
                <a:lnTo>
                  <a:pt x="2234" y="11374"/>
                </a:lnTo>
                <a:lnTo>
                  <a:pt x="2289" y="11547"/>
                </a:lnTo>
                <a:lnTo>
                  <a:pt x="2289" y="11769"/>
                </a:lnTo>
                <a:lnTo>
                  <a:pt x="2343" y="11942"/>
                </a:lnTo>
                <a:lnTo>
                  <a:pt x="2343" y="12114"/>
                </a:lnTo>
                <a:lnTo>
                  <a:pt x="2425" y="12262"/>
                </a:lnTo>
                <a:lnTo>
                  <a:pt x="2480" y="12435"/>
                </a:lnTo>
                <a:lnTo>
                  <a:pt x="2480" y="12657"/>
                </a:lnTo>
                <a:lnTo>
                  <a:pt x="2534" y="12830"/>
                </a:lnTo>
                <a:lnTo>
                  <a:pt x="2534" y="13003"/>
                </a:lnTo>
                <a:lnTo>
                  <a:pt x="2589" y="13225"/>
                </a:lnTo>
                <a:lnTo>
                  <a:pt x="2670" y="13397"/>
                </a:lnTo>
                <a:lnTo>
                  <a:pt x="2670" y="13570"/>
                </a:lnTo>
                <a:lnTo>
                  <a:pt x="2725" y="13743"/>
                </a:lnTo>
                <a:lnTo>
                  <a:pt x="2725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7337276" y="3422849"/>
            <a:ext cx="2725" cy="13965"/>
          </a:xfrm>
          <a:custGeom>
            <a:avLst/>
            <a:gdLst/>
            <a:ahLst/>
            <a:cxnLst/>
            <a:rect l="l" t="t" r="r" b="b"/>
            <a:pathLst>
              <a:path w="2725" h="13965">
                <a:moveTo>
                  <a:pt x="0" y="0"/>
                </a:moveTo>
                <a:lnTo>
                  <a:pt x="54" y="222"/>
                </a:lnTo>
                <a:lnTo>
                  <a:pt x="54" y="394"/>
                </a:lnTo>
                <a:lnTo>
                  <a:pt x="109" y="567"/>
                </a:lnTo>
                <a:lnTo>
                  <a:pt x="190" y="789"/>
                </a:lnTo>
                <a:lnTo>
                  <a:pt x="190" y="96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299" y="1702"/>
                </a:lnTo>
                <a:lnTo>
                  <a:pt x="381" y="1875"/>
                </a:lnTo>
                <a:lnTo>
                  <a:pt x="436" y="2023"/>
                </a:lnTo>
                <a:lnTo>
                  <a:pt x="436" y="2269"/>
                </a:lnTo>
                <a:lnTo>
                  <a:pt x="490" y="2442"/>
                </a:lnTo>
                <a:lnTo>
                  <a:pt x="490" y="2590"/>
                </a:lnTo>
                <a:lnTo>
                  <a:pt x="545" y="2837"/>
                </a:lnTo>
                <a:lnTo>
                  <a:pt x="626" y="2985"/>
                </a:lnTo>
                <a:lnTo>
                  <a:pt x="626" y="3158"/>
                </a:lnTo>
                <a:lnTo>
                  <a:pt x="681" y="3330"/>
                </a:lnTo>
                <a:lnTo>
                  <a:pt x="681" y="3503"/>
                </a:lnTo>
                <a:lnTo>
                  <a:pt x="735" y="3725"/>
                </a:lnTo>
                <a:lnTo>
                  <a:pt x="735" y="3898"/>
                </a:lnTo>
                <a:lnTo>
                  <a:pt x="817" y="4071"/>
                </a:lnTo>
                <a:lnTo>
                  <a:pt x="872" y="4293"/>
                </a:lnTo>
                <a:lnTo>
                  <a:pt x="872" y="4465"/>
                </a:lnTo>
                <a:lnTo>
                  <a:pt x="926" y="4638"/>
                </a:lnTo>
                <a:lnTo>
                  <a:pt x="926" y="4860"/>
                </a:lnTo>
                <a:lnTo>
                  <a:pt x="981" y="5033"/>
                </a:lnTo>
                <a:lnTo>
                  <a:pt x="981" y="5206"/>
                </a:lnTo>
                <a:lnTo>
                  <a:pt x="1062" y="5378"/>
                </a:lnTo>
                <a:lnTo>
                  <a:pt x="1117" y="5551"/>
                </a:lnTo>
                <a:lnTo>
                  <a:pt x="1117" y="5773"/>
                </a:lnTo>
                <a:lnTo>
                  <a:pt x="1171" y="5946"/>
                </a:lnTo>
                <a:lnTo>
                  <a:pt x="1171" y="6119"/>
                </a:lnTo>
                <a:lnTo>
                  <a:pt x="1226" y="6341"/>
                </a:lnTo>
                <a:lnTo>
                  <a:pt x="1308" y="6513"/>
                </a:lnTo>
                <a:lnTo>
                  <a:pt x="1308" y="6686"/>
                </a:lnTo>
                <a:lnTo>
                  <a:pt x="1362" y="6908"/>
                </a:lnTo>
                <a:lnTo>
                  <a:pt x="1362" y="7081"/>
                </a:lnTo>
                <a:lnTo>
                  <a:pt x="1417" y="7229"/>
                </a:lnTo>
                <a:lnTo>
                  <a:pt x="1417" y="7402"/>
                </a:lnTo>
                <a:lnTo>
                  <a:pt x="1498" y="7574"/>
                </a:lnTo>
                <a:lnTo>
                  <a:pt x="1553" y="7796"/>
                </a:lnTo>
                <a:lnTo>
                  <a:pt x="1553" y="7969"/>
                </a:lnTo>
                <a:lnTo>
                  <a:pt x="1607" y="8142"/>
                </a:lnTo>
                <a:lnTo>
                  <a:pt x="1607" y="8364"/>
                </a:lnTo>
                <a:lnTo>
                  <a:pt x="1662" y="8537"/>
                </a:lnTo>
                <a:lnTo>
                  <a:pt x="1662" y="8709"/>
                </a:lnTo>
                <a:lnTo>
                  <a:pt x="1744" y="8931"/>
                </a:lnTo>
                <a:lnTo>
                  <a:pt x="1798" y="9104"/>
                </a:lnTo>
                <a:lnTo>
                  <a:pt x="1798" y="9277"/>
                </a:lnTo>
                <a:lnTo>
                  <a:pt x="1853" y="9499"/>
                </a:lnTo>
                <a:lnTo>
                  <a:pt x="1853" y="9672"/>
                </a:lnTo>
                <a:lnTo>
                  <a:pt x="1907" y="9844"/>
                </a:lnTo>
                <a:lnTo>
                  <a:pt x="1989" y="10017"/>
                </a:lnTo>
                <a:lnTo>
                  <a:pt x="1989" y="10190"/>
                </a:lnTo>
                <a:lnTo>
                  <a:pt x="2044" y="10412"/>
                </a:lnTo>
                <a:lnTo>
                  <a:pt x="2044" y="10585"/>
                </a:lnTo>
                <a:lnTo>
                  <a:pt x="2098" y="10757"/>
                </a:lnTo>
                <a:lnTo>
                  <a:pt x="2098" y="10979"/>
                </a:lnTo>
                <a:lnTo>
                  <a:pt x="2180" y="11152"/>
                </a:lnTo>
                <a:lnTo>
                  <a:pt x="2234" y="11325"/>
                </a:lnTo>
                <a:lnTo>
                  <a:pt x="2234" y="11547"/>
                </a:lnTo>
                <a:lnTo>
                  <a:pt x="2289" y="11720"/>
                </a:lnTo>
                <a:lnTo>
                  <a:pt x="2289" y="11892"/>
                </a:lnTo>
                <a:lnTo>
                  <a:pt x="2343" y="12114"/>
                </a:lnTo>
                <a:lnTo>
                  <a:pt x="2425" y="12287"/>
                </a:lnTo>
                <a:lnTo>
                  <a:pt x="2425" y="12435"/>
                </a:lnTo>
                <a:lnTo>
                  <a:pt x="2480" y="12608"/>
                </a:lnTo>
                <a:lnTo>
                  <a:pt x="2480" y="12781"/>
                </a:lnTo>
                <a:lnTo>
                  <a:pt x="2534" y="13003"/>
                </a:lnTo>
                <a:lnTo>
                  <a:pt x="2534" y="13175"/>
                </a:lnTo>
                <a:lnTo>
                  <a:pt x="2616" y="13348"/>
                </a:lnTo>
                <a:lnTo>
                  <a:pt x="2670" y="13570"/>
                </a:lnTo>
                <a:lnTo>
                  <a:pt x="2670" y="13743"/>
                </a:lnTo>
                <a:lnTo>
                  <a:pt x="2725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7340001" y="3436815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36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81" y="1825"/>
                </a:lnTo>
                <a:lnTo>
                  <a:pt x="381" y="1998"/>
                </a:lnTo>
                <a:lnTo>
                  <a:pt x="436" y="2220"/>
                </a:lnTo>
                <a:lnTo>
                  <a:pt x="436" y="2393"/>
                </a:lnTo>
                <a:lnTo>
                  <a:pt x="490" y="2566"/>
                </a:lnTo>
                <a:lnTo>
                  <a:pt x="490" y="2788"/>
                </a:lnTo>
                <a:lnTo>
                  <a:pt x="572" y="2960"/>
                </a:lnTo>
                <a:lnTo>
                  <a:pt x="626" y="3133"/>
                </a:lnTo>
                <a:lnTo>
                  <a:pt x="626" y="3355"/>
                </a:lnTo>
                <a:lnTo>
                  <a:pt x="681" y="3528"/>
                </a:lnTo>
                <a:lnTo>
                  <a:pt x="681" y="3676"/>
                </a:lnTo>
                <a:lnTo>
                  <a:pt x="735" y="3923"/>
                </a:lnTo>
                <a:lnTo>
                  <a:pt x="817" y="4095"/>
                </a:lnTo>
                <a:lnTo>
                  <a:pt x="817" y="4243"/>
                </a:lnTo>
                <a:lnTo>
                  <a:pt x="872" y="4490"/>
                </a:lnTo>
                <a:lnTo>
                  <a:pt x="872" y="4638"/>
                </a:lnTo>
                <a:lnTo>
                  <a:pt x="926" y="4811"/>
                </a:lnTo>
                <a:lnTo>
                  <a:pt x="1008" y="5033"/>
                </a:lnTo>
                <a:lnTo>
                  <a:pt x="1008" y="5206"/>
                </a:lnTo>
                <a:lnTo>
                  <a:pt x="1062" y="5378"/>
                </a:lnTo>
                <a:lnTo>
                  <a:pt x="1062" y="5551"/>
                </a:lnTo>
                <a:lnTo>
                  <a:pt x="1117" y="5724"/>
                </a:lnTo>
                <a:lnTo>
                  <a:pt x="1117" y="5946"/>
                </a:lnTo>
                <a:lnTo>
                  <a:pt x="1171" y="6119"/>
                </a:lnTo>
                <a:lnTo>
                  <a:pt x="1171" y="6291"/>
                </a:lnTo>
                <a:lnTo>
                  <a:pt x="1253" y="6513"/>
                </a:lnTo>
                <a:lnTo>
                  <a:pt x="1308" y="6686"/>
                </a:lnTo>
                <a:lnTo>
                  <a:pt x="1308" y="6859"/>
                </a:lnTo>
                <a:lnTo>
                  <a:pt x="1362" y="7081"/>
                </a:lnTo>
                <a:lnTo>
                  <a:pt x="1417" y="7254"/>
                </a:lnTo>
                <a:lnTo>
                  <a:pt x="1417" y="7426"/>
                </a:lnTo>
                <a:lnTo>
                  <a:pt x="1498" y="7648"/>
                </a:lnTo>
                <a:lnTo>
                  <a:pt x="1498" y="7821"/>
                </a:lnTo>
                <a:lnTo>
                  <a:pt x="1553" y="7994"/>
                </a:lnTo>
                <a:lnTo>
                  <a:pt x="1553" y="8216"/>
                </a:lnTo>
                <a:lnTo>
                  <a:pt x="1607" y="8389"/>
                </a:lnTo>
                <a:lnTo>
                  <a:pt x="1689" y="8561"/>
                </a:lnTo>
                <a:lnTo>
                  <a:pt x="1689" y="8783"/>
                </a:lnTo>
                <a:lnTo>
                  <a:pt x="1744" y="8956"/>
                </a:lnTo>
                <a:lnTo>
                  <a:pt x="1744" y="9129"/>
                </a:lnTo>
                <a:lnTo>
                  <a:pt x="1798" y="9351"/>
                </a:lnTo>
                <a:lnTo>
                  <a:pt x="1853" y="9524"/>
                </a:lnTo>
                <a:lnTo>
                  <a:pt x="1853" y="9696"/>
                </a:lnTo>
                <a:lnTo>
                  <a:pt x="1934" y="9918"/>
                </a:lnTo>
                <a:lnTo>
                  <a:pt x="1934" y="10091"/>
                </a:lnTo>
                <a:lnTo>
                  <a:pt x="1989" y="10239"/>
                </a:lnTo>
                <a:lnTo>
                  <a:pt x="1989" y="10486"/>
                </a:lnTo>
                <a:lnTo>
                  <a:pt x="2044" y="10659"/>
                </a:lnTo>
                <a:lnTo>
                  <a:pt x="2098" y="10807"/>
                </a:lnTo>
                <a:lnTo>
                  <a:pt x="2098" y="11053"/>
                </a:lnTo>
                <a:lnTo>
                  <a:pt x="2180" y="11201"/>
                </a:lnTo>
                <a:lnTo>
                  <a:pt x="2180" y="11374"/>
                </a:lnTo>
                <a:lnTo>
                  <a:pt x="2234" y="11621"/>
                </a:lnTo>
                <a:lnTo>
                  <a:pt x="2289" y="11769"/>
                </a:lnTo>
                <a:lnTo>
                  <a:pt x="2289" y="11942"/>
                </a:lnTo>
                <a:lnTo>
                  <a:pt x="2371" y="12114"/>
                </a:lnTo>
                <a:lnTo>
                  <a:pt x="2371" y="12287"/>
                </a:lnTo>
                <a:lnTo>
                  <a:pt x="2425" y="12509"/>
                </a:lnTo>
                <a:lnTo>
                  <a:pt x="2480" y="12682"/>
                </a:lnTo>
                <a:lnTo>
                  <a:pt x="2480" y="12855"/>
                </a:lnTo>
                <a:lnTo>
                  <a:pt x="2534" y="13077"/>
                </a:lnTo>
                <a:lnTo>
                  <a:pt x="2534" y="13249"/>
                </a:lnTo>
                <a:lnTo>
                  <a:pt x="2616" y="13422"/>
                </a:lnTo>
                <a:lnTo>
                  <a:pt x="2616" y="13644"/>
                </a:lnTo>
                <a:lnTo>
                  <a:pt x="2670" y="13817"/>
                </a:lnTo>
                <a:lnTo>
                  <a:pt x="2670" y="1399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7342727" y="3450854"/>
            <a:ext cx="2670" cy="14088"/>
          </a:xfrm>
          <a:custGeom>
            <a:avLst/>
            <a:gdLst/>
            <a:ahLst/>
            <a:cxnLst/>
            <a:rect l="l" t="t" r="r" b="b"/>
            <a:pathLst>
              <a:path w="2670" h="14088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81" y="518"/>
                </a:lnTo>
                <a:lnTo>
                  <a:pt x="136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307"/>
                </a:lnTo>
                <a:lnTo>
                  <a:pt x="245" y="1480"/>
                </a:lnTo>
                <a:lnTo>
                  <a:pt x="327" y="1653"/>
                </a:lnTo>
                <a:lnTo>
                  <a:pt x="327" y="1875"/>
                </a:lnTo>
                <a:lnTo>
                  <a:pt x="381" y="2047"/>
                </a:lnTo>
                <a:lnTo>
                  <a:pt x="436" y="2220"/>
                </a:lnTo>
                <a:lnTo>
                  <a:pt x="436" y="2442"/>
                </a:lnTo>
                <a:lnTo>
                  <a:pt x="490" y="2615"/>
                </a:lnTo>
                <a:lnTo>
                  <a:pt x="490" y="2788"/>
                </a:lnTo>
                <a:lnTo>
                  <a:pt x="572" y="3010"/>
                </a:lnTo>
                <a:lnTo>
                  <a:pt x="626" y="3182"/>
                </a:lnTo>
                <a:lnTo>
                  <a:pt x="626" y="3330"/>
                </a:lnTo>
                <a:lnTo>
                  <a:pt x="681" y="3577"/>
                </a:lnTo>
                <a:lnTo>
                  <a:pt x="681" y="3725"/>
                </a:lnTo>
                <a:lnTo>
                  <a:pt x="763" y="3898"/>
                </a:lnTo>
                <a:lnTo>
                  <a:pt x="763" y="4145"/>
                </a:lnTo>
                <a:lnTo>
                  <a:pt x="817" y="4293"/>
                </a:lnTo>
                <a:lnTo>
                  <a:pt x="872" y="4465"/>
                </a:lnTo>
                <a:lnTo>
                  <a:pt x="872" y="4688"/>
                </a:lnTo>
                <a:lnTo>
                  <a:pt x="926" y="4860"/>
                </a:lnTo>
                <a:lnTo>
                  <a:pt x="926" y="5033"/>
                </a:lnTo>
                <a:lnTo>
                  <a:pt x="1008" y="5255"/>
                </a:lnTo>
                <a:lnTo>
                  <a:pt x="1062" y="5428"/>
                </a:lnTo>
                <a:lnTo>
                  <a:pt x="1062" y="5600"/>
                </a:lnTo>
                <a:lnTo>
                  <a:pt x="1117" y="5823"/>
                </a:lnTo>
                <a:lnTo>
                  <a:pt x="1117" y="5995"/>
                </a:lnTo>
                <a:lnTo>
                  <a:pt x="1199" y="6168"/>
                </a:lnTo>
                <a:lnTo>
                  <a:pt x="1199" y="6390"/>
                </a:lnTo>
                <a:lnTo>
                  <a:pt x="1253" y="6563"/>
                </a:lnTo>
                <a:lnTo>
                  <a:pt x="1308" y="6735"/>
                </a:lnTo>
                <a:lnTo>
                  <a:pt x="1308" y="6958"/>
                </a:lnTo>
                <a:lnTo>
                  <a:pt x="1362" y="7130"/>
                </a:lnTo>
                <a:lnTo>
                  <a:pt x="1362" y="7303"/>
                </a:lnTo>
                <a:lnTo>
                  <a:pt x="1444" y="7525"/>
                </a:lnTo>
                <a:lnTo>
                  <a:pt x="1498" y="7698"/>
                </a:lnTo>
                <a:lnTo>
                  <a:pt x="1498" y="7870"/>
                </a:lnTo>
                <a:lnTo>
                  <a:pt x="1553" y="8093"/>
                </a:lnTo>
                <a:lnTo>
                  <a:pt x="1553" y="8265"/>
                </a:lnTo>
                <a:lnTo>
                  <a:pt x="1607" y="8438"/>
                </a:lnTo>
                <a:lnTo>
                  <a:pt x="1689" y="8660"/>
                </a:lnTo>
                <a:lnTo>
                  <a:pt x="1689" y="8833"/>
                </a:lnTo>
                <a:lnTo>
                  <a:pt x="1744" y="9005"/>
                </a:lnTo>
                <a:lnTo>
                  <a:pt x="1744" y="9228"/>
                </a:lnTo>
                <a:lnTo>
                  <a:pt x="1798" y="9400"/>
                </a:lnTo>
                <a:lnTo>
                  <a:pt x="1798" y="9573"/>
                </a:lnTo>
                <a:lnTo>
                  <a:pt x="1880" y="9795"/>
                </a:lnTo>
                <a:lnTo>
                  <a:pt x="1934" y="9968"/>
                </a:lnTo>
                <a:lnTo>
                  <a:pt x="1934" y="10140"/>
                </a:lnTo>
                <a:lnTo>
                  <a:pt x="1989" y="10363"/>
                </a:lnTo>
                <a:lnTo>
                  <a:pt x="1989" y="10535"/>
                </a:lnTo>
                <a:lnTo>
                  <a:pt x="2044" y="10708"/>
                </a:lnTo>
                <a:lnTo>
                  <a:pt x="2125" y="10930"/>
                </a:lnTo>
                <a:lnTo>
                  <a:pt x="2125" y="11103"/>
                </a:lnTo>
                <a:lnTo>
                  <a:pt x="2180" y="11275"/>
                </a:lnTo>
                <a:lnTo>
                  <a:pt x="2180" y="11497"/>
                </a:lnTo>
                <a:lnTo>
                  <a:pt x="2234" y="11670"/>
                </a:lnTo>
                <a:lnTo>
                  <a:pt x="2234" y="11818"/>
                </a:lnTo>
                <a:lnTo>
                  <a:pt x="2289" y="12065"/>
                </a:lnTo>
                <a:lnTo>
                  <a:pt x="2371" y="12213"/>
                </a:lnTo>
                <a:lnTo>
                  <a:pt x="2371" y="12386"/>
                </a:lnTo>
                <a:lnTo>
                  <a:pt x="2425" y="12632"/>
                </a:lnTo>
                <a:lnTo>
                  <a:pt x="2480" y="12781"/>
                </a:lnTo>
                <a:lnTo>
                  <a:pt x="2480" y="12953"/>
                </a:lnTo>
                <a:lnTo>
                  <a:pt x="2561" y="13175"/>
                </a:lnTo>
                <a:lnTo>
                  <a:pt x="2561" y="13348"/>
                </a:lnTo>
                <a:lnTo>
                  <a:pt x="2616" y="13521"/>
                </a:lnTo>
                <a:lnTo>
                  <a:pt x="2616" y="13743"/>
                </a:lnTo>
                <a:lnTo>
                  <a:pt x="2670" y="13916"/>
                </a:lnTo>
                <a:lnTo>
                  <a:pt x="2670" y="1408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7345397" y="3464943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0"/>
                </a:moveTo>
                <a:lnTo>
                  <a:pt x="54" y="222"/>
                </a:lnTo>
                <a:lnTo>
                  <a:pt x="136" y="394"/>
                </a:lnTo>
                <a:lnTo>
                  <a:pt x="136" y="567"/>
                </a:lnTo>
                <a:lnTo>
                  <a:pt x="190" y="789"/>
                </a:lnTo>
                <a:lnTo>
                  <a:pt x="245" y="962"/>
                </a:lnTo>
                <a:lnTo>
                  <a:pt x="245" y="1134"/>
                </a:lnTo>
                <a:lnTo>
                  <a:pt x="327" y="1357"/>
                </a:lnTo>
                <a:lnTo>
                  <a:pt x="327" y="1579"/>
                </a:lnTo>
                <a:lnTo>
                  <a:pt x="381" y="1751"/>
                </a:lnTo>
                <a:lnTo>
                  <a:pt x="381" y="1924"/>
                </a:lnTo>
                <a:lnTo>
                  <a:pt x="436" y="2146"/>
                </a:lnTo>
                <a:lnTo>
                  <a:pt x="490" y="2319"/>
                </a:lnTo>
                <a:lnTo>
                  <a:pt x="490" y="2492"/>
                </a:lnTo>
                <a:lnTo>
                  <a:pt x="572" y="2714"/>
                </a:lnTo>
                <a:lnTo>
                  <a:pt x="572" y="2886"/>
                </a:lnTo>
                <a:lnTo>
                  <a:pt x="626" y="3059"/>
                </a:lnTo>
                <a:lnTo>
                  <a:pt x="681" y="3281"/>
                </a:lnTo>
                <a:lnTo>
                  <a:pt x="681" y="3454"/>
                </a:lnTo>
                <a:lnTo>
                  <a:pt x="735" y="3627"/>
                </a:lnTo>
                <a:lnTo>
                  <a:pt x="735" y="3849"/>
                </a:lnTo>
                <a:lnTo>
                  <a:pt x="817" y="4021"/>
                </a:lnTo>
                <a:lnTo>
                  <a:pt x="817" y="4194"/>
                </a:lnTo>
                <a:lnTo>
                  <a:pt x="872" y="4416"/>
                </a:lnTo>
                <a:lnTo>
                  <a:pt x="926" y="4589"/>
                </a:lnTo>
                <a:lnTo>
                  <a:pt x="926" y="4762"/>
                </a:lnTo>
                <a:lnTo>
                  <a:pt x="1008" y="4984"/>
                </a:lnTo>
                <a:lnTo>
                  <a:pt x="1062" y="5156"/>
                </a:lnTo>
                <a:lnTo>
                  <a:pt x="1062" y="5329"/>
                </a:lnTo>
                <a:lnTo>
                  <a:pt x="1117" y="5551"/>
                </a:lnTo>
                <a:lnTo>
                  <a:pt x="1117" y="5724"/>
                </a:lnTo>
                <a:lnTo>
                  <a:pt x="1171" y="5897"/>
                </a:lnTo>
                <a:lnTo>
                  <a:pt x="1171" y="6119"/>
                </a:lnTo>
                <a:lnTo>
                  <a:pt x="1253" y="6291"/>
                </a:lnTo>
                <a:lnTo>
                  <a:pt x="1253" y="6464"/>
                </a:lnTo>
                <a:lnTo>
                  <a:pt x="1308" y="6686"/>
                </a:lnTo>
                <a:lnTo>
                  <a:pt x="1362" y="6859"/>
                </a:lnTo>
                <a:lnTo>
                  <a:pt x="1362" y="7032"/>
                </a:lnTo>
                <a:lnTo>
                  <a:pt x="1444" y="7254"/>
                </a:lnTo>
                <a:lnTo>
                  <a:pt x="1498" y="7426"/>
                </a:lnTo>
                <a:lnTo>
                  <a:pt x="1498" y="7574"/>
                </a:lnTo>
                <a:lnTo>
                  <a:pt x="1553" y="7821"/>
                </a:lnTo>
                <a:lnTo>
                  <a:pt x="1553" y="7994"/>
                </a:lnTo>
                <a:lnTo>
                  <a:pt x="1607" y="8142"/>
                </a:lnTo>
                <a:lnTo>
                  <a:pt x="1607" y="8389"/>
                </a:lnTo>
                <a:lnTo>
                  <a:pt x="1689" y="8537"/>
                </a:lnTo>
                <a:lnTo>
                  <a:pt x="1744" y="8709"/>
                </a:lnTo>
                <a:lnTo>
                  <a:pt x="1744" y="8956"/>
                </a:lnTo>
                <a:lnTo>
                  <a:pt x="1798" y="9178"/>
                </a:lnTo>
                <a:lnTo>
                  <a:pt x="1853" y="9351"/>
                </a:lnTo>
                <a:lnTo>
                  <a:pt x="1853" y="9499"/>
                </a:lnTo>
                <a:lnTo>
                  <a:pt x="1934" y="9746"/>
                </a:lnTo>
                <a:lnTo>
                  <a:pt x="1934" y="9918"/>
                </a:lnTo>
                <a:lnTo>
                  <a:pt x="1989" y="10066"/>
                </a:lnTo>
                <a:lnTo>
                  <a:pt x="1989" y="10313"/>
                </a:lnTo>
                <a:lnTo>
                  <a:pt x="2044" y="10461"/>
                </a:lnTo>
                <a:lnTo>
                  <a:pt x="2044" y="10634"/>
                </a:lnTo>
                <a:lnTo>
                  <a:pt x="2125" y="10856"/>
                </a:lnTo>
                <a:lnTo>
                  <a:pt x="2180" y="11029"/>
                </a:lnTo>
                <a:lnTo>
                  <a:pt x="2180" y="11201"/>
                </a:lnTo>
                <a:lnTo>
                  <a:pt x="2234" y="11423"/>
                </a:lnTo>
                <a:lnTo>
                  <a:pt x="2289" y="11596"/>
                </a:lnTo>
                <a:lnTo>
                  <a:pt x="2289" y="11769"/>
                </a:lnTo>
                <a:lnTo>
                  <a:pt x="2371" y="11991"/>
                </a:lnTo>
                <a:lnTo>
                  <a:pt x="2371" y="12164"/>
                </a:lnTo>
                <a:lnTo>
                  <a:pt x="2425" y="12336"/>
                </a:lnTo>
                <a:lnTo>
                  <a:pt x="2425" y="12558"/>
                </a:lnTo>
                <a:lnTo>
                  <a:pt x="2480" y="12731"/>
                </a:lnTo>
                <a:lnTo>
                  <a:pt x="2534" y="12904"/>
                </a:lnTo>
                <a:lnTo>
                  <a:pt x="2534" y="13126"/>
                </a:lnTo>
                <a:lnTo>
                  <a:pt x="2616" y="13299"/>
                </a:lnTo>
                <a:lnTo>
                  <a:pt x="2616" y="13471"/>
                </a:lnTo>
                <a:lnTo>
                  <a:pt x="2670" y="13693"/>
                </a:lnTo>
                <a:lnTo>
                  <a:pt x="2725" y="13866"/>
                </a:lnTo>
                <a:lnTo>
                  <a:pt x="2725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7348123" y="3479032"/>
            <a:ext cx="2725" cy="14162"/>
          </a:xfrm>
          <a:custGeom>
            <a:avLst/>
            <a:gdLst/>
            <a:ahLst/>
            <a:cxnLst/>
            <a:rect l="l" t="t" r="r" b="b"/>
            <a:pathLst>
              <a:path w="2725" h="14162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36" y="740"/>
                </a:lnTo>
                <a:lnTo>
                  <a:pt x="190" y="962"/>
                </a:lnTo>
                <a:lnTo>
                  <a:pt x="245" y="1134"/>
                </a:lnTo>
                <a:lnTo>
                  <a:pt x="245" y="1307"/>
                </a:lnTo>
                <a:lnTo>
                  <a:pt x="327" y="1529"/>
                </a:lnTo>
                <a:lnTo>
                  <a:pt x="381" y="1702"/>
                </a:lnTo>
                <a:lnTo>
                  <a:pt x="381" y="1875"/>
                </a:lnTo>
                <a:lnTo>
                  <a:pt x="436" y="2097"/>
                </a:lnTo>
                <a:lnTo>
                  <a:pt x="436" y="2269"/>
                </a:lnTo>
                <a:lnTo>
                  <a:pt x="517" y="2442"/>
                </a:lnTo>
                <a:lnTo>
                  <a:pt x="517" y="2664"/>
                </a:lnTo>
                <a:lnTo>
                  <a:pt x="572" y="2837"/>
                </a:lnTo>
                <a:lnTo>
                  <a:pt x="572" y="3010"/>
                </a:lnTo>
                <a:lnTo>
                  <a:pt x="626" y="3232"/>
                </a:lnTo>
                <a:lnTo>
                  <a:pt x="681" y="3404"/>
                </a:lnTo>
                <a:lnTo>
                  <a:pt x="681" y="3577"/>
                </a:lnTo>
                <a:lnTo>
                  <a:pt x="763" y="3799"/>
                </a:lnTo>
                <a:lnTo>
                  <a:pt x="817" y="3972"/>
                </a:lnTo>
                <a:lnTo>
                  <a:pt x="817" y="4145"/>
                </a:lnTo>
                <a:lnTo>
                  <a:pt x="872" y="4367"/>
                </a:lnTo>
                <a:lnTo>
                  <a:pt x="872" y="4539"/>
                </a:lnTo>
                <a:lnTo>
                  <a:pt x="926" y="4712"/>
                </a:lnTo>
                <a:lnTo>
                  <a:pt x="926" y="4934"/>
                </a:lnTo>
                <a:lnTo>
                  <a:pt x="1008" y="5107"/>
                </a:lnTo>
                <a:lnTo>
                  <a:pt x="1062" y="5255"/>
                </a:lnTo>
                <a:lnTo>
                  <a:pt x="1062" y="5502"/>
                </a:lnTo>
                <a:lnTo>
                  <a:pt x="1117" y="5674"/>
                </a:lnTo>
                <a:lnTo>
                  <a:pt x="1117" y="5823"/>
                </a:lnTo>
                <a:lnTo>
                  <a:pt x="1199" y="5995"/>
                </a:lnTo>
                <a:lnTo>
                  <a:pt x="1199" y="6168"/>
                </a:lnTo>
                <a:lnTo>
                  <a:pt x="1253" y="6341"/>
                </a:lnTo>
                <a:lnTo>
                  <a:pt x="1253" y="6563"/>
                </a:lnTo>
                <a:lnTo>
                  <a:pt x="1308" y="6735"/>
                </a:lnTo>
                <a:lnTo>
                  <a:pt x="1362" y="6908"/>
                </a:lnTo>
                <a:lnTo>
                  <a:pt x="1362" y="7130"/>
                </a:lnTo>
                <a:lnTo>
                  <a:pt x="1444" y="7303"/>
                </a:lnTo>
                <a:lnTo>
                  <a:pt x="1444" y="7476"/>
                </a:lnTo>
                <a:lnTo>
                  <a:pt x="1498" y="7698"/>
                </a:lnTo>
                <a:lnTo>
                  <a:pt x="1553" y="7870"/>
                </a:lnTo>
                <a:lnTo>
                  <a:pt x="1553" y="8043"/>
                </a:lnTo>
                <a:lnTo>
                  <a:pt x="1607" y="8265"/>
                </a:lnTo>
                <a:lnTo>
                  <a:pt x="1607" y="8438"/>
                </a:lnTo>
                <a:lnTo>
                  <a:pt x="1689" y="8611"/>
                </a:lnTo>
                <a:lnTo>
                  <a:pt x="1744" y="8833"/>
                </a:lnTo>
                <a:lnTo>
                  <a:pt x="1744" y="9005"/>
                </a:lnTo>
                <a:lnTo>
                  <a:pt x="1798" y="9178"/>
                </a:lnTo>
                <a:lnTo>
                  <a:pt x="1798" y="9400"/>
                </a:lnTo>
                <a:lnTo>
                  <a:pt x="1880" y="9573"/>
                </a:lnTo>
                <a:lnTo>
                  <a:pt x="1880" y="9746"/>
                </a:lnTo>
                <a:lnTo>
                  <a:pt x="1934" y="9968"/>
                </a:lnTo>
                <a:lnTo>
                  <a:pt x="1989" y="10140"/>
                </a:lnTo>
                <a:lnTo>
                  <a:pt x="1989" y="10313"/>
                </a:lnTo>
                <a:lnTo>
                  <a:pt x="2044" y="10461"/>
                </a:lnTo>
                <a:lnTo>
                  <a:pt x="2044" y="10634"/>
                </a:lnTo>
                <a:lnTo>
                  <a:pt x="2125" y="10807"/>
                </a:lnTo>
                <a:lnTo>
                  <a:pt x="2125" y="11029"/>
                </a:lnTo>
                <a:lnTo>
                  <a:pt x="2180" y="11152"/>
                </a:lnTo>
                <a:lnTo>
                  <a:pt x="2180" y="11201"/>
                </a:lnTo>
                <a:lnTo>
                  <a:pt x="2180" y="11325"/>
                </a:lnTo>
                <a:lnTo>
                  <a:pt x="2180" y="11374"/>
                </a:lnTo>
                <a:lnTo>
                  <a:pt x="2234" y="11423"/>
                </a:lnTo>
                <a:lnTo>
                  <a:pt x="2234" y="11596"/>
                </a:lnTo>
                <a:lnTo>
                  <a:pt x="2316" y="11769"/>
                </a:lnTo>
                <a:lnTo>
                  <a:pt x="2316" y="11942"/>
                </a:lnTo>
                <a:lnTo>
                  <a:pt x="2371" y="12164"/>
                </a:lnTo>
                <a:lnTo>
                  <a:pt x="2425" y="12336"/>
                </a:lnTo>
                <a:lnTo>
                  <a:pt x="2425" y="12509"/>
                </a:lnTo>
                <a:lnTo>
                  <a:pt x="2480" y="12731"/>
                </a:lnTo>
                <a:lnTo>
                  <a:pt x="2480" y="12904"/>
                </a:lnTo>
                <a:lnTo>
                  <a:pt x="2561" y="13077"/>
                </a:lnTo>
                <a:lnTo>
                  <a:pt x="2561" y="13299"/>
                </a:lnTo>
                <a:lnTo>
                  <a:pt x="2616" y="13471"/>
                </a:lnTo>
                <a:lnTo>
                  <a:pt x="2616" y="13644"/>
                </a:lnTo>
                <a:lnTo>
                  <a:pt x="2670" y="13866"/>
                </a:lnTo>
                <a:lnTo>
                  <a:pt x="2725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7350848" y="3493194"/>
            <a:ext cx="2752" cy="14014"/>
          </a:xfrm>
          <a:custGeom>
            <a:avLst/>
            <a:gdLst/>
            <a:ahLst/>
            <a:cxnLst/>
            <a:rect l="l" t="t" r="r" b="b"/>
            <a:pathLst>
              <a:path w="2752" h="14014">
                <a:moveTo>
                  <a:pt x="0" y="0"/>
                </a:moveTo>
                <a:lnTo>
                  <a:pt x="81" y="148"/>
                </a:lnTo>
                <a:lnTo>
                  <a:pt x="81" y="320"/>
                </a:lnTo>
                <a:lnTo>
                  <a:pt x="136" y="542"/>
                </a:lnTo>
                <a:lnTo>
                  <a:pt x="136" y="789"/>
                </a:lnTo>
                <a:lnTo>
                  <a:pt x="190" y="962"/>
                </a:lnTo>
                <a:lnTo>
                  <a:pt x="272" y="1110"/>
                </a:lnTo>
                <a:lnTo>
                  <a:pt x="272" y="1357"/>
                </a:lnTo>
                <a:lnTo>
                  <a:pt x="327" y="1505"/>
                </a:lnTo>
                <a:lnTo>
                  <a:pt x="381" y="1677"/>
                </a:lnTo>
                <a:lnTo>
                  <a:pt x="381" y="1850"/>
                </a:lnTo>
                <a:lnTo>
                  <a:pt x="436" y="2023"/>
                </a:lnTo>
                <a:lnTo>
                  <a:pt x="436" y="2195"/>
                </a:lnTo>
                <a:lnTo>
                  <a:pt x="517" y="2418"/>
                </a:lnTo>
                <a:lnTo>
                  <a:pt x="517" y="2590"/>
                </a:lnTo>
                <a:lnTo>
                  <a:pt x="572" y="2763"/>
                </a:lnTo>
                <a:lnTo>
                  <a:pt x="572" y="2985"/>
                </a:lnTo>
                <a:lnTo>
                  <a:pt x="626" y="3158"/>
                </a:lnTo>
                <a:lnTo>
                  <a:pt x="708" y="3330"/>
                </a:lnTo>
                <a:lnTo>
                  <a:pt x="708" y="3553"/>
                </a:lnTo>
                <a:lnTo>
                  <a:pt x="763" y="3725"/>
                </a:lnTo>
                <a:lnTo>
                  <a:pt x="763" y="3898"/>
                </a:lnTo>
                <a:lnTo>
                  <a:pt x="817" y="4120"/>
                </a:lnTo>
                <a:lnTo>
                  <a:pt x="872" y="4293"/>
                </a:lnTo>
                <a:lnTo>
                  <a:pt x="872" y="4465"/>
                </a:lnTo>
                <a:lnTo>
                  <a:pt x="953" y="4688"/>
                </a:lnTo>
                <a:lnTo>
                  <a:pt x="953" y="4860"/>
                </a:lnTo>
                <a:lnTo>
                  <a:pt x="1008" y="5033"/>
                </a:lnTo>
                <a:lnTo>
                  <a:pt x="1008" y="5206"/>
                </a:lnTo>
                <a:lnTo>
                  <a:pt x="1062" y="5354"/>
                </a:lnTo>
                <a:lnTo>
                  <a:pt x="1062" y="5526"/>
                </a:lnTo>
                <a:lnTo>
                  <a:pt x="1117" y="5748"/>
                </a:lnTo>
                <a:lnTo>
                  <a:pt x="1199" y="5921"/>
                </a:lnTo>
                <a:lnTo>
                  <a:pt x="1199" y="6094"/>
                </a:lnTo>
                <a:lnTo>
                  <a:pt x="1253" y="6316"/>
                </a:lnTo>
                <a:lnTo>
                  <a:pt x="1253" y="6489"/>
                </a:lnTo>
                <a:lnTo>
                  <a:pt x="1308" y="6661"/>
                </a:lnTo>
                <a:lnTo>
                  <a:pt x="1389" y="6883"/>
                </a:lnTo>
                <a:lnTo>
                  <a:pt x="1389" y="7056"/>
                </a:lnTo>
                <a:lnTo>
                  <a:pt x="1444" y="7229"/>
                </a:lnTo>
                <a:lnTo>
                  <a:pt x="1444" y="7451"/>
                </a:lnTo>
                <a:lnTo>
                  <a:pt x="1498" y="7624"/>
                </a:lnTo>
                <a:lnTo>
                  <a:pt x="1498" y="7796"/>
                </a:lnTo>
                <a:lnTo>
                  <a:pt x="1553" y="8018"/>
                </a:lnTo>
                <a:lnTo>
                  <a:pt x="1635" y="8191"/>
                </a:lnTo>
                <a:lnTo>
                  <a:pt x="1635" y="8364"/>
                </a:lnTo>
                <a:lnTo>
                  <a:pt x="1689" y="8586"/>
                </a:lnTo>
                <a:lnTo>
                  <a:pt x="1744" y="8759"/>
                </a:lnTo>
                <a:lnTo>
                  <a:pt x="1744" y="8931"/>
                </a:lnTo>
                <a:lnTo>
                  <a:pt x="1798" y="9153"/>
                </a:lnTo>
                <a:lnTo>
                  <a:pt x="1798" y="9326"/>
                </a:lnTo>
                <a:lnTo>
                  <a:pt x="1880" y="9499"/>
                </a:lnTo>
                <a:lnTo>
                  <a:pt x="1880" y="9672"/>
                </a:lnTo>
                <a:lnTo>
                  <a:pt x="1934" y="9844"/>
                </a:lnTo>
                <a:lnTo>
                  <a:pt x="1934" y="9992"/>
                </a:lnTo>
                <a:lnTo>
                  <a:pt x="1989" y="10239"/>
                </a:lnTo>
                <a:lnTo>
                  <a:pt x="2071" y="10412"/>
                </a:lnTo>
                <a:lnTo>
                  <a:pt x="2071" y="10560"/>
                </a:lnTo>
                <a:lnTo>
                  <a:pt x="2125" y="10807"/>
                </a:lnTo>
                <a:lnTo>
                  <a:pt x="2125" y="10955"/>
                </a:lnTo>
                <a:lnTo>
                  <a:pt x="2180" y="11127"/>
                </a:lnTo>
                <a:lnTo>
                  <a:pt x="2180" y="11374"/>
                </a:lnTo>
                <a:lnTo>
                  <a:pt x="2234" y="11522"/>
                </a:lnTo>
                <a:lnTo>
                  <a:pt x="2316" y="11695"/>
                </a:lnTo>
                <a:lnTo>
                  <a:pt x="2316" y="11917"/>
                </a:lnTo>
                <a:lnTo>
                  <a:pt x="2371" y="12090"/>
                </a:lnTo>
                <a:lnTo>
                  <a:pt x="2371" y="12262"/>
                </a:lnTo>
                <a:lnTo>
                  <a:pt x="2425" y="12484"/>
                </a:lnTo>
                <a:lnTo>
                  <a:pt x="2507" y="12657"/>
                </a:lnTo>
                <a:lnTo>
                  <a:pt x="2507" y="12830"/>
                </a:lnTo>
                <a:lnTo>
                  <a:pt x="2561" y="13052"/>
                </a:lnTo>
                <a:lnTo>
                  <a:pt x="2561" y="13225"/>
                </a:lnTo>
                <a:lnTo>
                  <a:pt x="2616" y="13397"/>
                </a:lnTo>
                <a:lnTo>
                  <a:pt x="2616" y="13619"/>
                </a:lnTo>
                <a:lnTo>
                  <a:pt x="2670" y="13792"/>
                </a:lnTo>
                <a:lnTo>
                  <a:pt x="2752" y="1396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7353601" y="3507209"/>
            <a:ext cx="2725" cy="14162"/>
          </a:xfrm>
          <a:custGeom>
            <a:avLst/>
            <a:gdLst/>
            <a:ahLst/>
            <a:cxnLst/>
            <a:rect l="l" t="t" r="r" b="b"/>
            <a:pathLst>
              <a:path w="2725" h="14162">
                <a:moveTo>
                  <a:pt x="0" y="0"/>
                </a:moveTo>
                <a:lnTo>
                  <a:pt x="0" y="172"/>
                </a:lnTo>
                <a:lnTo>
                  <a:pt x="54" y="394"/>
                </a:lnTo>
                <a:lnTo>
                  <a:pt x="109" y="567"/>
                </a:lnTo>
                <a:lnTo>
                  <a:pt x="109" y="740"/>
                </a:lnTo>
                <a:lnTo>
                  <a:pt x="163" y="962"/>
                </a:lnTo>
                <a:lnTo>
                  <a:pt x="163" y="1134"/>
                </a:lnTo>
                <a:lnTo>
                  <a:pt x="245" y="1307"/>
                </a:lnTo>
                <a:lnTo>
                  <a:pt x="245" y="1529"/>
                </a:lnTo>
                <a:lnTo>
                  <a:pt x="299" y="1702"/>
                </a:lnTo>
                <a:lnTo>
                  <a:pt x="354" y="1875"/>
                </a:lnTo>
                <a:lnTo>
                  <a:pt x="354" y="2097"/>
                </a:lnTo>
                <a:lnTo>
                  <a:pt x="436" y="2269"/>
                </a:lnTo>
                <a:lnTo>
                  <a:pt x="436" y="2442"/>
                </a:lnTo>
                <a:lnTo>
                  <a:pt x="490" y="2664"/>
                </a:lnTo>
                <a:lnTo>
                  <a:pt x="545" y="2837"/>
                </a:lnTo>
                <a:lnTo>
                  <a:pt x="545" y="3010"/>
                </a:lnTo>
                <a:lnTo>
                  <a:pt x="599" y="3232"/>
                </a:lnTo>
                <a:lnTo>
                  <a:pt x="599" y="3404"/>
                </a:lnTo>
                <a:lnTo>
                  <a:pt x="681" y="3577"/>
                </a:lnTo>
                <a:lnTo>
                  <a:pt x="681" y="3799"/>
                </a:lnTo>
                <a:lnTo>
                  <a:pt x="735" y="3972"/>
                </a:lnTo>
                <a:lnTo>
                  <a:pt x="790" y="4145"/>
                </a:lnTo>
                <a:lnTo>
                  <a:pt x="790" y="4367"/>
                </a:lnTo>
                <a:lnTo>
                  <a:pt x="872" y="4539"/>
                </a:lnTo>
                <a:lnTo>
                  <a:pt x="872" y="4712"/>
                </a:lnTo>
                <a:lnTo>
                  <a:pt x="926" y="4934"/>
                </a:lnTo>
                <a:lnTo>
                  <a:pt x="981" y="5107"/>
                </a:lnTo>
                <a:lnTo>
                  <a:pt x="981" y="5280"/>
                </a:lnTo>
                <a:lnTo>
                  <a:pt x="1035" y="5502"/>
                </a:lnTo>
                <a:lnTo>
                  <a:pt x="1035" y="5724"/>
                </a:lnTo>
                <a:lnTo>
                  <a:pt x="1117" y="5897"/>
                </a:lnTo>
                <a:lnTo>
                  <a:pt x="1171" y="6069"/>
                </a:lnTo>
                <a:lnTo>
                  <a:pt x="1171" y="6291"/>
                </a:lnTo>
                <a:lnTo>
                  <a:pt x="1226" y="6464"/>
                </a:lnTo>
                <a:lnTo>
                  <a:pt x="1226" y="6637"/>
                </a:lnTo>
                <a:lnTo>
                  <a:pt x="1280" y="6859"/>
                </a:lnTo>
                <a:lnTo>
                  <a:pt x="1362" y="7032"/>
                </a:lnTo>
                <a:lnTo>
                  <a:pt x="1362" y="7204"/>
                </a:lnTo>
                <a:lnTo>
                  <a:pt x="1417" y="7426"/>
                </a:lnTo>
                <a:lnTo>
                  <a:pt x="1417" y="7599"/>
                </a:lnTo>
                <a:lnTo>
                  <a:pt x="1471" y="7747"/>
                </a:lnTo>
                <a:lnTo>
                  <a:pt x="1471" y="7994"/>
                </a:lnTo>
                <a:lnTo>
                  <a:pt x="1553" y="8167"/>
                </a:lnTo>
                <a:lnTo>
                  <a:pt x="1607" y="8315"/>
                </a:lnTo>
                <a:lnTo>
                  <a:pt x="1607" y="8561"/>
                </a:lnTo>
                <a:lnTo>
                  <a:pt x="1662" y="8709"/>
                </a:lnTo>
                <a:lnTo>
                  <a:pt x="1662" y="8882"/>
                </a:lnTo>
                <a:lnTo>
                  <a:pt x="1716" y="9129"/>
                </a:lnTo>
                <a:lnTo>
                  <a:pt x="1798" y="9277"/>
                </a:lnTo>
                <a:lnTo>
                  <a:pt x="1798" y="9450"/>
                </a:lnTo>
                <a:lnTo>
                  <a:pt x="1853" y="9672"/>
                </a:lnTo>
                <a:lnTo>
                  <a:pt x="1853" y="9844"/>
                </a:lnTo>
                <a:lnTo>
                  <a:pt x="1907" y="10017"/>
                </a:lnTo>
                <a:lnTo>
                  <a:pt x="1907" y="10239"/>
                </a:lnTo>
                <a:lnTo>
                  <a:pt x="1962" y="10412"/>
                </a:lnTo>
                <a:lnTo>
                  <a:pt x="2044" y="10585"/>
                </a:lnTo>
                <a:lnTo>
                  <a:pt x="2044" y="10807"/>
                </a:lnTo>
                <a:lnTo>
                  <a:pt x="2098" y="10979"/>
                </a:lnTo>
                <a:lnTo>
                  <a:pt x="2098" y="11152"/>
                </a:lnTo>
                <a:lnTo>
                  <a:pt x="2153" y="11374"/>
                </a:lnTo>
                <a:lnTo>
                  <a:pt x="2234" y="11547"/>
                </a:lnTo>
                <a:lnTo>
                  <a:pt x="2234" y="11720"/>
                </a:lnTo>
                <a:lnTo>
                  <a:pt x="2289" y="11942"/>
                </a:lnTo>
                <a:lnTo>
                  <a:pt x="2289" y="12164"/>
                </a:lnTo>
                <a:lnTo>
                  <a:pt x="2343" y="12336"/>
                </a:lnTo>
                <a:lnTo>
                  <a:pt x="2398" y="12509"/>
                </a:lnTo>
                <a:lnTo>
                  <a:pt x="2398" y="12731"/>
                </a:lnTo>
                <a:lnTo>
                  <a:pt x="2480" y="12904"/>
                </a:lnTo>
                <a:lnTo>
                  <a:pt x="2480" y="13077"/>
                </a:lnTo>
                <a:lnTo>
                  <a:pt x="2534" y="13299"/>
                </a:lnTo>
                <a:lnTo>
                  <a:pt x="2589" y="13471"/>
                </a:lnTo>
                <a:lnTo>
                  <a:pt x="2589" y="13644"/>
                </a:lnTo>
                <a:lnTo>
                  <a:pt x="2670" y="13866"/>
                </a:lnTo>
                <a:lnTo>
                  <a:pt x="2670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7356326" y="3521372"/>
            <a:ext cx="2670" cy="14014"/>
          </a:xfrm>
          <a:custGeom>
            <a:avLst/>
            <a:gdLst/>
            <a:ahLst/>
            <a:cxnLst/>
            <a:rect l="l" t="t" r="r" b="b"/>
            <a:pathLst>
              <a:path w="2670" h="14014">
                <a:moveTo>
                  <a:pt x="0" y="0"/>
                </a:moveTo>
                <a:lnTo>
                  <a:pt x="0" y="172"/>
                </a:lnTo>
                <a:lnTo>
                  <a:pt x="54" y="320"/>
                </a:lnTo>
                <a:lnTo>
                  <a:pt x="54" y="567"/>
                </a:lnTo>
                <a:lnTo>
                  <a:pt x="109" y="715"/>
                </a:lnTo>
                <a:lnTo>
                  <a:pt x="109" y="888"/>
                </a:lnTo>
                <a:lnTo>
                  <a:pt x="190" y="1110"/>
                </a:lnTo>
                <a:lnTo>
                  <a:pt x="245" y="1283"/>
                </a:lnTo>
                <a:lnTo>
                  <a:pt x="245" y="1455"/>
                </a:lnTo>
                <a:lnTo>
                  <a:pt x="299" y="1677"/>
                </a:lnTo>
                <a:lnTo>
                  <a:pt x="354" y="1850"/>
                </a:lnTo>
                <a:lnTo>
                  <a:pt x="354" y="2023"/>
                </a:lnTo>
                <a:lnTo>
                  <a:pt x="436" y="2245"/>
                </a:lnTo>
                <a:lnTo>
                  <a:pt x="436" y="2418"/>
                </a:lnTo>
                <a:lnTo>
                  <a:pt x="490" y="2590"/>
                </a:lnTo>
                <a:lnTo>
                  <a:pt x="490" y="2812"/>
                </a:lnTo>
                <a:lnTo>
                  <a:pt x="545" y="2985"/>
                </a:lnTo>
                <a:lnTo>
                  <a:pt x="545" y="3158"/>
                </a:lnTo>
                <a:lnTo>
                  <a:pt x="626" y="3380"/>
                </a:lnTo>
                <a:lnTo>
                  <a:pt x="681" y="3553"/>
                </a:lnTo>
                <a:lnTo>
                  <a:pt x="681" y="3725"/>
                </a:lnTo>
                <a:lnTo>
                  <a:pt x="735" y="3947"/>
                </a:lnTo>
                <a:lnTo>
                  <a:pt x="790" y="4120"/>
                </a:lnTo>
                <a:lnTo>
                  <a:pt x="790" y="4293"/>
                </a:lnTo>
                <a:lnTo>
                  <a:pt x="872" y="4515"/>
                </a:lnTo>
                <a:lnTo>
                  <a:pt x="872" y="4688"/>
                </a:lnTo>
                <a:lnTo>
                  <a:pt x="926" y="4860"/>
                </a:lnTo>
                <a:lnTo>
                  <a:pt x="926" y="5082"/>
                </a:lnTo>
                <a:lnTo>
                  <a:pt x="981" y="5255"/>
                </a:lnTo>
                <a:lnTo>
                  <a:pt x="1062" y="5428"/>
                </a:lnTo>
                <a:lnTo>
                  <a:pt x="1062" y="5650"/>
                </a:lnTo>
                <a:lnTo>
                  <a:pt x="1117" y="5823"/>
                </a:lnTo>
                <a:lnTo>
                  <a:pt x="1117" y="5995"/>
                </a:lnTo>
                <a:lnTo>
                  <a:pt x="1171" y="6217"/>
                </a:lnTo>
                <a:lnTo>
                  <a:pt x="1226" y="6390"/>
                </a:lnTo>
                <a:lnTo>
                  <a:pt x="1226" y="6563"/>
                </a:lnTo>
                <a:lnTo>
                  <a:pt x="1308" y="6785"/>
                </a:lnTo>
                <a:lnTo>
                  <a:pt x="1308" y="6958"/>
                </a:lnTo>
                <a:lnTo>
                  <a:pt x="1362" y="7130"/>
                </a:lnTo>
                <a:lnTo>
                  <a:pt x="1362" y="7352"/>
                </a:lnTo>
                <a:lnTo>
                  <a:pt x="1417" y="7525"/>
                </a:lnTo>
                <a:lnTo>
                  <a:pt x="1471" y="7698"/>
                </a:lnTo>
                <a:lnTo>
                  <a:pt x="1471" y="7920"/>
                </a:lnTo>
                <a:lnTo>
                  <a:pt x="1553" y="8093"/>
                </a:lnTo>
                <a:lnTo>
                  <a:pt x="1553" y="8241"/>
                </a:lnTo>
                <a:lnTo>
                  <a:pt x="1607" y="8487"/>
                </a:lnTo>
                <a:lnTo>
                  <a:pt x="1662" y="8660"/>
                </a:lnTo>
                <a:lnTo>
                  <a:pt x="1662" y="8808"/>
                </a:lnTo>
                <a:lnTo>
                  <a:pt x="1744" y="9055"/>
                </a:lnTo>
                <a:lnTo>
                  <a:pt x="1744" y="9203"/>
                </a:lnTo>
                <a:lnTo>
                  <a:pt x="1798" y="9376"/>
                </a:lnTo>
                <a:lnTo>
                  <a:pt x="1853" y="9598"/>
                </a:lnTo>
                <a:lnTo>
                  <a:pt x="1853" y="9770"/>
                </a:lnTo>
                <a:lnTo>
                  <a:pt x="1907" y="9943"/>
                </a:lnTo>
                <a:lnTo>
                  <a:pt x="1907" y="10165"/>
                </a:lnTo>
                <a:lnTo>
                  <a:pt x="1989" y="10338"/>
                </a:lnTo>
                <a:lnTo>
                  <a:pt x="1989" y="10511"/>
                </a:lnTo>
                <a:lnTo>
                  <a:pt x="2044" y="10733"/>
                </a:lnTo>
                <a:lnTo>
                  <a:pt x="2098" y="10905"/>
                </a:lnTo>
                <a:lnTo>
                  <a:pt x="2098" y="11078"/>
                </a:lnTo>
                <a:lnTo>
                  <a:pt x="2153" y="11300"/>
                </a:lnTo>
                <a:lnTo>
                  <a:pt x="2153" y="11473"/>
                </a:lnTo>
                <a:lnTo>
                  <a:pt x="2234" y="11646"/>
                </a:lnTo>
                <a:lnTo>
                  <a:pt x="2289" y="11868"/>
                </a:lnTo>
                <a:lnTo>
                  <a:pt x="2289" y="12040"/>
                </a:lnTo>
                <a:lnTo>
                  <a:pt x="2343" y="12213"/>
                </a:lnTo>
                <a:lnTo>
                  <a:pt x="2343" y="12435"/>
                </a:lnTo>
                <a:lnTo>
                  <a:pt x="2425" y="12608"/>
                </a:lnTo>
                <a:lnTo>
                  <a:pt x="2425" y="12781"/>
                </a:lnTo>
                <a:lnTo>
                  <a:pt x="2480" y="13003"/>
                </a:lnTo>
                <a:lnTo>
                  <a:pt x="2534" y="13175"/>
                </a:lnTo>
                <a:lnTo>
                  <a:pt x="2534" y="13348"/>
                </a:lnTo>
                <a:lnTo>
                  <a:pt x="2589" y="13570"/>
                </a:lnTo>
                <a:lnTo>
                  <a:pt x="2589" y="13743"/>
                </a:lnTo>
                <a:lnTo>
                  <a:pt x="2670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7358997" y="3535387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0"/>
                </a:moveTo>
                <a:lnTo>
                  <a:pt x="54" y="172"/>
                </a:lnTo>
                <a:lnTo>
                  <a:pt x="54" y="394"/>
                </a:lnTo>
                <a:lnTo>
                  <a:pt x="109" y="567"/>
                </a:lnTo>
                <a:lnTo>
                  <a:pt x="190" y="740"/>
                </a:lnTo>
                <a:lnTo>
                  <a:pt x="190" y="96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529"/>
                </a:lnTo>
                <a:lnTo>
                  <a:pt x="354" y="1702"/>
                </a:lnTo>
                <a:lnTo>
                  <a:pt x="354" y="1875"/>
                </a:lnTo>
                <a:lnTo>
                  <a:pt x="436" y="2097"/>
                </a:lnTo>
                <a:lnTo>
                  <a:pt x="436" y="2269"/>
                </a:lnTo>
                <a:lnTo>
                  <a:pt x="490" y="2442"/>
                </a:lnTo>
                <a:lnTo>
                  <a:pt x="545" y="2664"/>
                </a:lnTo>
                <a:lnTo>
                  <a:pt x="545" y="2837"/>
                </a:lnTo>
                <a:lnTo>
                  <a:pt x="599" y="3010"/>
                </a:lnTo>
                <a:lnTo>
                  <a:pt x="599" y="3232"/>
                </a:lnTo>
                <a:lnTo>
                  <a:pt x="681" y="3404"/>
                </a:lnTo>
                <a:lnTo>
                  <a:pt x="681" y="3577"/>
                </a:lnTo>
                <a:lnTo>
                  <a:pt x="735" y="3799"/>
                </a:lnTo>
                <a:lnTo>
                  <a:pt x="790" y="3972"/>
                </a:lnTo>
                <a:lnTo>
                  <a:pt x="790" y="4145"/>
                </a:lnTo>
                <a:lnTo>
                  <a:pt x="872" y="4367"/>
                </a:lnTo>
                <a:lnTo>
                  <a:pt x="872" y="4539"/>
                </a:lnTo>
                <a:lnTo>
                  <a:pt x="926" y="4712"/>
                </a:lnTo>
                <a:lnTo>
                  <a:pt x="981" y="4934"/>
                </a:lnTo>
                <a:lnTo>
                  <a:pt x="981" y="5107"/>
                </a:lnTo>
                <a:lnTo>
                  <a:pt x="1035" y="5280"/>
                </a:lnTo>
                <a:lnTo>
                  <a:pt x="1035" y="5502"/>
                </a:lnTo>
                <a:lnTo>
                  <a:pt x="1117" y="5674"/>
                </a:lnTo>
                <a:lnTo>
                  <a:pt x="1117" y="5847"/>
                </a:lnTo>
                <a:lnTo>
                  <a:pt x="1171" y="6069"/>
                </a:lnTo>
                <a:lnTo>
                  <a:pt x="1226" y="6242"/>
                </a:lnTo>
                <a:lnTo>
                  <a:pt x="1226" y="6415"/>
                </a:lnTo>
                <a:lnTo>
                  <a:pt x="1308" y="6637"/>
                </a:lnTo>
                <a:lnTo>
                  <a:pt x="1308" y="6809"/>
                </a:lnTo>
                <a:lnTo>
                  <a:pt x="1362" y="6958"/>
                </a:lnTo>
                <a:lnTo>
                  <a:pt x="1417" y="7204"/>
                </a:lnTo>
                <a:lnTo>
                  <a:pt x="1417" y="7377"/>
                </a:lnTo>
                <a:lnTo>
                  <a:pt x="1471" y="7525"/>
                </a:lnTo>
                <a:lnTo>
                  <a:pt x="1471" y="7772"/>
                </a:lnTo>
                <a:lnTo>
                  <a:pt x="1553" y="7920"/>
                </a:lnTo>
                <a:lnTo>
                  <a:pt x="1553" y="8093"/>
                </a:lnTo>
                <a:lnTo>
                  <a:pt x="1607" y="8315"/>
                </a:lnTo>
                <a:lnTo>
                  <a:pt x="1662" y="8487"/>
                </a:lnTo>
                <a:lnTo>
                  <a:pt x="1662" y="8660"/>
                </a:lnTo>
                <a:lnTo>
                  <a:pt x="1716" y="8882"/>
                </a:lnTo>
                <a:lnTo>
                  <a:pt x="1798" y="9055"/>
                </a:lnTo>
                <a:lnTo>
                  <a:pt x="1798" y="9228"/>
                </a:lnTo>
                <a:lnTo>
                  <a:pt x="1853" y="9400"/>
                </a:lnTo>
                <a:lnTo>
                  <a:pt x="1853" y="9573"/>
                </a:lnTo>
                <a:lnTo>
                  <a:pt x="1907" y="9795"/>
                </a:lnTo>
                <a:lnTo>
                  <a:pt x="1907" y="9968"/>
                </a:lnTo>
                <a:lnTo>
                  <a:pt x="1989" y="10140"/>
                </a:lnTo>
                <a:lnTo>
                  <a:pt x="1989" y="10363"/>
                </a:lnTo>
                <a:lnTo>
                  <a:pt x="2044" y="10535"/>
                </a:lnTo>
                <a:lnTo>
                  <a:pt x="2098" y="10708"/>
                </a:lnTo>
                <a:lnTo>
                  <a:pt x="2098" y="10930"/>
                </a:lnTo>
                <a:lnTo>
                  <a:pt x="2153" y="11103"/>
                </a:lnTo>
                <a:lnTo>
                  <a:pt x="2153" y="11275"/>
                </a:lnTo>
                <a:lnTo>
                  <a:pt x="2234" y="11497"/>
                </a:lnTo>
                <a:lnTo>
                  <a:pt x="2289" y="11670"/>
                </a:lnTo>
                <a:lnTo>
                  <a:pt x="2289" y="11843"/>
                </a:lnTo>
                <a:lnTo>
                  <a:pt x="2343" y="12065"/>
                </a:lnTo>
                <a:lnTo>
                  <a:pt x="2343" y="12238"/>
                </a:lnTo>
                <a:lnTo>
                  <a:pt x="2398" y="12410"/>
                </a:lnTo>
                <a:lnTo>
                  <a:pt x="2480" y="12632"/>
                </a:lnTo>
                <a:lnTo>
                  <a:pt x="2480" y="12805"/>
                </a:lnTo>
                <a:lnTo>
                  <a:pt x="2534" y="12978"/>
                </a:lnTo>
                <a:lnTo>
                  <a:pt x="2534" y="13200"/>
                </a:lnTo>
                <a:lnTo>
                  <a:pt x="2589" y="13373"/>
                </a:lnTo>
                <a:lnTo>
                  <a:pt x="2589" y="13521"/>
                </a:lnTo>
                <a:lnTo>
                  <a:pt x="2670" y="13767"/>
                </a:lnTo>
                <a:lnTo>
                  <a:pt x="2725" y="13940"/>
                </a:lnTo>
                <a:lnTo>
                  <a:pt x="2725" y="1408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7361722" y="3549475"/>
            <a:ext cx="2725" cy="13990"/>
          </a:xfrm>
          <a:custGeom>
            <a:avLst/>
            <a:gdLst/>
            <a:ahLst/>
            <a:cxnLst/>
            <a:rect l="l" t="t" r="r" b="b"/>
            <a:pathLst>
              <a:path w="2725" h="13990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67"/>
                </a:lnTo>
                <a:lnTo>
                  <a:pt x="190" y="740"/>
                </a:lnTo>
                <a:lnTo>
                  <a:pt x="190" y="91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299" y="1702"/>
                </a:lnTo>
                <a:lnTo>
                  <a:pt x="381" y="1875"/>
                </a:lnTo>
                <a:lnTo>
                  <a:pt x="436" y="2047"/>
                </a:lnTo>
                <a:lnTo>
                  <a:pt x="436" y="2269"/>
                </a:lnTo>
                <a:lnTo>
                  <a:pt x="490" y="2442"/>
                </a:lnTo>
                <a:lnTo>
                  <a:pt x="490" y="2615"/>
                </a:lnTo>
                <a:lnTo>
                  <a:pt x="545" y="2837"/>
                </a:lnTo>
                <a:lnTo>
                  <a:pt x="626" y="3010"/>
                </a:lnTo>
                <a:lnTo>
                  <a:pt x="626" y="3182"/>
                </a:lnTo>
                <a:lnTo>
                  <a:pt x="681" y="3404"/>
                </a:lnTo>
                <a:lnTo>
                  <a:pt x="681" y="3577"/>
                </a:lnTo>
                <a:lnTo>
                  <a:pt x="735" y="3750"/>
                </a:lnTo>
                <a:lnTo>
                  <a:pt x="735" y="3923"/>
                </a:lnTo>
                <a:lnTo>
                  <a:pt x="790" y="4095"/>
                </a:lnTo>
                <a:lnTo>
                  <a:pt x="872" y="4317"/>
                </a:lnTo>
                <a:lnTo>
                  <a:pt x="872" y="4490"/>
                </a:lnTo>
                <a:lnTo>
                  <a:pt x="926" y="4638"/>
                </a:lnTo>
                <a:lnTo>
                  <a:pt x="926" y="4885"/>
                </a:lnTo>
                <a:lnTo>
                  <a:pt x="981" y="5058"/>
                </a:lnTo>
                <a:lnTo>
                  <a:pt x="981" y="5206"/>
                </a:lnTo>
                <a:lnTo>
                  <a:pt x="1062" y="5452"/>
                </a:lnTo>
                <a:lnTo>
                  <a:pt x="1117" y="5600"/>
                </a:lnTo>
                <a:lnTo>
                  <a:pt x="1117" y="5773"/>
                </a:lnTo>
                <a:lnTo>
                  <a:pt x="1171" y="6020"/>
                </a:lnTo>
                <a:lnTo>
                  <a:pt x="1226" y="6168"/>
                </a:lnTo>
                <a:lnTo>
                  <a:pt x="1226" y="6341"/>
                </a:lnTo>
                <a:lnTo>
                  <a:pt x="1308" y="6513"/>
                </a:lnTo>
                <a:lnTo>
                  <a:pt x="1308" y="6686"/>
                </a:lnTo>
                <a:lnTo>
                  <a:pt x="1362" y="6908"/>
                </a:lnTo>
                <a:lnTo>
                  <a:pt x="1362" y="7081"/>
                </a:lnTo>
                <a:lnTo>
                  <a:pt x="1417" y="7254"/>
                </a:lnTo>
                <a:lnTo>
                  <a:pt x="1417" y="7476"/>
                </a:lnTo>
                <a:lnTo>
                  <a:pt x="1471" y="7648"/>
                </a:lnTo>
                <a:lnTo>
                  <a:pt x="1553" y="7821"/>
                </a:lnTo>
                <a:lnTo>
                  <a:pt x="1553" y="8043"/>
                </a:lnTo>
                <a:lnTo>
                  <a:pt x="1607" y="8216"/>
                </a:lnTo>
                <a:lnTo>
                  <a:pt x="1607" y="8389"/>
                </a:lnTo>
                <a:lnTo>
                  <a:pt x="1662" y="8611"/>
                </a:lnTo>
                <a:lnTo>
                  <a:pt x="1744" y="8783"/>
                </a:lnTo>
                <a:lnTo>
                  <a:pt x="1744" y="8956"/>
                </a:lnTo>
                <a:lnTo>
                  <a:pt x="1798" y="9129"/>
                </a:lnTo>
                <a:lnTo>
                  <a:pt x="1798" y="9302"/>
                </a:lnTo>
                <a:lnTo>
                  <a:pt x="1853" y="9524"/>
                </a:lnTo>
                <a:lnTo>
                  <a:pt x="1907" y="9696"/>
                </a:lnTo>
                <a:lnTo>
                  <a:pt x="1907" y="9844"/>
                </a:lnTo>
                <a:lnTo>
                  <a:pt x="1989" y="10091"/>
                </a:lnTo>
                <a:lnTo>
                  <a:pt x="1989" y="10264"/>
                </a:lnTo>
                <a:lnTo>
                  <a:pt x="2044" y="10412"/>
                </a:lnTo>
                <a:lnTo>
                  <a:pt x="2044" y="10659"/>
                </a:lnTo>
                <a:lnTo>
                  <a:pt x="2098" y="10807"/>
                </a:lnTo>
                <a:lnTo>
                  <a:pt x="2098" y="10979"/>
                </a:lnTo>
                <a:lnTo>
                  <a:pt x="2180" y="11152"/>
                </a:lnTo>
                <a:lnTo>
                  <a:pt x="2234" y="11325"/>
                </a:lnTo>
                <a:lnTo>
                  <a:pt x="2234" y="11547"/>
                </a:lnTo>
                <a:lnTo>
                  <a:pt x="2289" y="11720"/>
                </a:lnTo>
                <a:lnTo>
                  <a:pt x="2289" y="11892"/>
                </a:lnTo>
                <a:lnTo>
                  <a:pt x="2343" y="12114"/>
                </a:lnTo>
                <a:lnTo>
                  <a:pt x="2425" y="12287"/>
                </a:lnTo>
                <a:lnTo>
                  <a:pt x="2425" y="12460"/>
                </a:lnTo>
                <a:lnTo>
                  <a:pt x="2480" y="12682"/>
                </a:lnTo>
                <a:lnTo>
                  <a:pt x="2480" y="12855"/>
                </a:lnTo>
                <a:lnTo>
                  <a:pt x="2534" y="13027"/>
                </a:lnTo>
                <a:lnTo>
                  <a:pt x="2589" y="13200"/>
                </a:lnTo>
                <a:lnTo>
                  <a:pt x="2589" y="13373"/>
                </a:lnTo>
                <a:lnTo>
                  <a:pt x="2670" y="13595"/>
                </a:lnTo>
                <a:lnTo>
                  <a:pt x="2670" y="13767"/>
                </a:lnTo>
                <a:lnTo>
                  <a:pt x="2725" y="1394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7364448" y="3563465"/>
            <a:ext cx="2725" cy="13916"/>
          </a:xfrm>
          <a:custGeom>
            <a:avLst/>
            <a:gdLst/>
            <a:ahLst/>
            <a:cxnLst/>
            <a:rect l="l" t="t" r="r" b="b"/>
            <a:pathLst>
              <a:path w="2725" h="13916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36" y="740"/>
                </a:lnTo>
                <a:lnTo>
                  <a:pt x="190" y="912"/>
                </a:lnTo>
                <a:lnTo>
                  <a:pt x="190" y="1060"/>
                </a:lnTo>
                <a:lnTo>
                  <a:pt x="245" y="1233"/>
                </a:lnTo>
                <a:lnTo>
                  <a:pt x="245" y="1406"/>
                </a:lnTo>
                <a:lnTo>
                  <a:pt x="299" y="1628"/>
                </a:lnTo>
                <a:lnTo>
                  <a:pt x="381" y="1801"/>
                </a:lnTo>
                <a:lnTo>
                  <a:pt x="381" y="1973"/>
                </a:lnTo>
                <a:lnTo>
                  <a:pt x="436" y="2195"/>
                </a:lnTo>
                <a:lnTo>
                  <a:pt x="436" y="2368"/>
                </a:lnTo>
                <a:lnTo>
                  <a:pt x="490" y="2541"/>
                </a:lnTo>
                <a:lnTo>
                  <a:pt x="572" y="2763"/>
                </a:lnTo>
                <a:lnTo>
                  <a:pt x="572" y="2936"/>
                </a:lnTo>
                <a:lnTo>
                  <a:pt x="626" y="3108"/>
                </a:lnTo>
                <a:lnTo>
                  <a:pt x="626" y="3281"/>
                </a:lnTo>
                <a:lnTo>
                  <a:pt x="681" y="3454"/>
                </a:lnTo>
                <a:lnTo>
                  <a:pt x="681" y="3676"/>
                </a:lnTo>
                <a:lnTo>
                  <a:pt x="735" y="3849"/>
                </a:lnTo>
                <a:lnTo>
                  <a:pt x="735" y="4021"/>
                </a:lnTo>
                <a:lnTo>
                  <a:pt x="817" y="4243"/>
                </a:lnTo>
                <a:lnTo>
                  <a:pt x="872" y="4416"/>
                </a:lnTo>
                <a:lnTo>
                  <a:pt x="872" y="4589"/>
                </a:lnTo>
                <a:lnTo>
                  <a:pt x="926" y="4762"/>
                </a:lnTo>
                <a:lnTo>
                  <a:pt x="926" y="4910"/>
                </a:lnTo>
                <a:lnTo>
                  <a:pt x="981" y="5156"/>
                </a:lnTo>
                <a:lnTo>
                  <a:pt x="1062" y="5304"/>
                </a:lnTo>
                <a:lnTo>
                  <a:pt x="1062" y="5477"/>
                </a:lnTo>
                <a:lnTo>
                  <a:pt x="1117" y="5699"/>
                </a:lnTo>
                <a:lnTo>
                  <a:pt x="1117" y="5872"/>
                </a:lnTo>
                <a:lnTo>
                  <a:pt x="1171" y="6045"/>
                </a:lnTo>
                <a:lnTo>
                  <a:pt x="1253" y="6217"/>
                </a:lnTo>
                <a:lnTo>
                  <a:pt x="1253" y="6390"/>
                </a:lnTo>
                <a:lnTo>
                  <a:pt x="1308" y="6612"/>
                </a:lnTo>
                <a:lnTo>
                  <a:pt x="1308" y="6785"/>
                </a:lnTo>
                <a:lnTo>
                  <a:pt x="1362" y="6958"/>
                </a:lnTo>
                <a:lnTo>
                  <a:pt x="1362" y="7180"/>
                </a:lnTo>
                <a:lnTo>
                  <a:pt x="1417" y="7352"/>
                </a:lnTo>
                <a:lnTo>
                  <a:pt x="1417" y="7525"/>
                </a:lnTo>
                <a:lnTo>
                  <a:pt x="1498" y="7698"/>
                </a:lnTo>
                <a:lnTo>
                  <a:pt x="1553" y="7870"/>
                </a:lnTo>
                <a:lnTo>
                  <a:pt x="1553" y="8093"/>
                </a:lnTo>
                <a:lnTo>
                  <a:pt x="1607" y="8265"/>
                </a:lnTo>
                <a:lnTo>
                  <a:pt x="1607" y="8438"/>
                </a:lnTo>
                <a:lnTo>
                  <a:pt x="1662" y="8660"/>
                </a:lnTo>
                <a:lnTo>
                  <a:pt x="1744" y="8833"/>
                </a:lnTo>
                <a:lnTo>
                  <a:pt x="1744" y="9005"/>
                </a:lnTo>
                <a:lnTo>
                  <a:pt x="1798" y="9153"/>
                </a:lnTo>
                <a:lnTo>
                  <a:pt x="1798" y="9326"/>
                </a:lnTo>
                <a:lnTo>
                  <a:pt x="1853" y="9548"/>
                </a:lnTo>
                <a:lnTo>
                  <a:pt x="1934" y="9721"/>
                </a:lnTo>
                <a:lnTo>
                  <a:pt x="1934" y="9894"/>
                </a:lnTo>
                <a:lnTo>
                  <a:pt x="1989" y="10116"/>
                </a:lnTo>
                <a:lnTo>
                  <a:pt x="1989" y="10288"/>
                </a:lnTo>
                <a:lnTo>
                  <a:pt x="2044" y="10461"/>
                </a:lnTo>
                <a:lnTo>
                  <a:pt x="2044" y="10634"/>
                </a:lnTo>
                <a:lnTo>
                  <a:pt x="2098" y="10807"/>
                </a:lnTo>
                <a:lnTo>
                  <a:pt x="2098" y="11029"/>
                </a:lnTo>
                <a:lnTo>
                  <a:pt x="2180" y="11201"/>
                </a:lnTo>
                <a:lnTo>
                  <a:pt x="2234" y="11374"/>
                </a:lnTo>
                <a:lnTo>
                  <a:pt x="2234" y="11547"/>
                </a:lnTo>
                <a:lnTo>
                  <a:pt x="2289" y="11720"/>
                </a:lnTo>
                <a:lnTo>
                  <a:pt x="2289" y="11942"/>
                </a:lnTo>
                <a:lnTo>
                  <a:pt x="2371" y="12114"/>
                </a:lnTo>
                <a:lnTo>
                  <a:pt x="2371" y="12287"/>
                </a:lnTo>
                <a:lnTo>
                  <a:pt x="2425" y="12509"/>
                </a:lnTo>
                <a:lnTo>
                  <a:pt x="2480" y="12682"/>
                </a:lnTo>
                <a:lnTo>
                  <a:pt x="2480" y="12830"/>
                </a:lnTo>
                <a:lnTo>
                  <a:pt x="2534" y="13003"/>
                </a:lnTo>
                <a:lnTo>
                  <a:pt x="2534" y="13175"/>
                </a:lnTo>
                <a:lnTo>
                  <a:pt x="2616" y="13397"/>
                </a:lnTo>
                <a:lnTo>
                  <a:pt x="2670" y="13570"/>
                </a:lnTo>
                <a:lnTo>
                  <a:pt x="2670" y="13743"/>
                </a:lnTo>
                <a:lnTo>
                  <a:pt x="2725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7367173" y="3577382"/>
            <a:ext cx="2670" cy="13866"/>
          </a:xfrm>
          <a:custGeom>
            <a:avLst/>
            <a:gdLst/>
            <a:ahLst/>
            <a:cxnLst/>
            <a:rect l="l" t="t" r="r" b="b"/>
            <a:pathLst>
              <a:path w="2670" h="13866">
                <a:moveTo>
                  <a:pt x="0" y="0"/>
                </a:moveTo>
                <a:lnTo>
                  <a:pt x="0" y="172"/>
                </a:lnTo>
                <a:lnTo>
                  <a:pt x="54" y="394"/>
                </a:lnTo>
                <a:lnTo>
                  <a:pt x="54" y="567"/>
                </a:lnTo>
                <a:lnTo>
                  <a:pt x="136" y="740"/>
                </a:lnTo>
                <a:lnTo>
                  <a:pt x="190" y="962"/>
                </a:lnTo>
                <a:lnTo>
                  <a:pt x="190" y="1134"/>
                </a:lnTo>
                <a:lnTo>
                  <a:pt x="245" y="1307"/>
                </a:lnTo>
                <a:lnTo>
                  <a:pt x="245" y="1480"/>
                </a:lnTo>
                <a:lnTo>
                  <a:pt x="327" y="1653"/>
                </a:lnTo>
                <a:lnTo>
                  <a:pt x="327" y="1875"/>
                </a:lnTo>
                <a:lnTo>
                  <a:pt x="381" y="2047"/>
                </a:lnTo>
                <a:lnTo>
                  <a:pt x="436" y="2195"/>
                </a:lnTo>
                <a:lnTo>
                  <a:pt x="436" y="2368"/>
                </a:lnTo>
                <a:lnTo>
                  <a:pt x="490" y="2541"/>
                </a:lnTo>
                <a:lnTo>
                  <a:pt x="490" y="2763"/>
                </a:lnTo>
                <a:lnTo>
                  <a:pt x="572" y="2936"/>
                </a:lnTo>
                <a:lnTo>
                  <a:pt x="572" y="3108"/>
                </a:lnTo>
                <a:lnTo>
                  <a:pt x="626" y="3281"/>
                </a:lnTo>
                <a:lnTo>
                  <a:pt x="626" y="3454"/>
                </a:lnTo>
                <a:lnTo>
                  <a:pt x="681" y="3676"/>
                </a:lnTo>
                <a:lnTo>
                  <a:pt x="763" y="3849"/>
                </a:lnTo>
                <a:lnTo>
                  <a:pt x="763" y="4021"/>
                </a:lnTo>
                <a:lnTo>
                  <a:pt x="817" y="4194"/>
                </a:lnTo>
                <a:lnTo>
                  <a:pt x="817" y="4367"/>
                </a:lnTo>
                <a:lnTo>
                  <a:pt x="872" y="4589"/>
                </a:lnTo>
                <a:lnTo>
                  <a:pt x="926" y="4762"/>
                </a:lnTo>
                <a:lnTo>
                  <a:pt x="926" y="4934"/>
                </a:lnTo>
                <a:lnTo>
                  <a:pt x="1008" y="5156"/>
                </a:lnTo>
                <a:lnTo>
                  <a:pt x="1008" y="5329"/>
                </a:lnTo>
                <a:lnTo>
                  <a:pt x="1062" y="5477"/>
                </a:lnTo>
                <a:lnTo>
                  <a:pt x="1117" y="5650"/>
                </a:lnTo>
                <a:lnTo>
                  <a:pt x="1117" y="5823"/>
                </a:lnTo>
                <a:lnTo>
                  <a:pt x="1171" y="6045"/>
                </a:lnTo>
                <a:lnTo>
                  <a:pt x="1171" y="6217"/>
                </a:lnTo>
                <a:lnTo>
                  <a:pt x="1253" y="6390"/>
                </a:lnTo>
                <a:lnTo>
                  <a:pt x="1253" y="6563"/>
                </a:lnTo>
                <a:lnTo>
                  <a:pt x="1308" y="6735"/>
                </a:lnTo>
                <a:lnTo>
                  <a:pt x="1308" y="6958"/>
                </a:lnTo>
                <a:lnTo>
                  <a:pt x="1362" y="7130"/>
                </a:lnTo>
                <a:lnTo>
                  <a:pt x="1444" y="7303"/>
                </a:lnTo>
                <a:lnTo>
                  <a:pt x="1444" y="7476"/>
                </a:lnTo>
                <a:lnTo>
                  <a:pt x="1498" y="7648"/>
                </a:lnTo>
                <a:lnTo>
                  <a:pt x="1498" y="7870"/>
                </a:lnTo>
                <a:lnTo>
                  <a:pt x="1553" y="8043"/>
                </a:lnTo>
                <a:lnTo>
                  <a:pt x="1553" y="8216"/>
                </a:lnTo>
                <a:lnTo>
                  <a:pt x="1607" y="8364"/>
                </a:lnTo>
                <a:lnTo>
                  <a:pt x="1689" y="8537"/>
                </a:lnTo>
                <a:lnTo>
                  <a:pt x="1689" y="8759"/>
                </a:lnTo>
                <a:lnTo>
                  <a:pt x="1744" y="8931"/>
                </a:lnTo>
                <a:lnTo>
                  <a:pt x="1744" y="9104"/>
                </a:lnTo>
                <a:lnTo>
                  <a:pt x="1798" y="9277"/>
                </a:lnTo>
                <a:lnTo>
                  <a:pt x="1798" y="9450"/>
                </a:lnTo>
                <a:lnTo>
                  <a:pt x="1853" y="9672"/>
                </a:lnTo>
                <a:lnTo>
                  <a:pt x="1934" y="9844"/>
                </a:lnTo>
                <a:lnTo>
                  <a:pt x="1934" y="10017"/>
                </a:lnTo>
                <a:lnTo>
                  <a:pt x="1989" y="10190"/>
                </a:lnTo>
                <a:lnTo>
                  <a:pt x="1989" y="10363"/>
                </a:lnTo>
                <a:lnTo>
                  <a:pt x="2044" y="10585"/>
                </a:lnTo>
                <a:lnTo>
                  <a:pt x="2125" y="10757"/>
                </a:lnTo>
                <a:lnTo>
                  <a:pt x="2125" y="10930"/>
                </a:lnTo>
                <a:lnTo>
                  <a:pt x="2180" y="11103"/>
                </a:lnTo>
                <a:lnTo>
                  <a:pt x="2180" y="11251"/>
                </a:lnTo>
                <a:lnTo>
                  <a:pt x="2234" y="11497"/>
                </a:lnTo>
                <a:lnTo>
                  <a:pt x="2234" y="11646"/>
                </a:lnTo>
                <a:lnTo>
                  <a:pt x="2289" y="11818"/>
                </a:lnTo>
                <a:lnTo>
                  <a:pt x="2371" y="11991"/>
                </a:lnTo>
                <a:lnTo>
                  <a:pt x="2371" y="12164"/>
                </a:lnTo>
                <a:lnTo>
                  <a:pt x="2425" y="12336"/>
                </a:lnTo>
                <a:lnTo>
                  <a:pt x="2425" y="12509"/>
                </a:lnTo>
                <a:lnTo>
                  <a:pt x="2480" y="12731"/>
                </a:lnTo>
                <a:lnTo>
                  <a:pt x="2480" y="12904"/>
                </a:lnTo>
                <a:lnTo>
                  <a:pt x="2561" y="13077"/>
                </a:lnTo>
                <a:lnTo>
                  <a:pt x="2616" y="13249"/>
                </a:lnTo>
                <a:lnTo>
                  <a:pt x="2616" y="13422"/>
                </a:lnTo>
                <a:lnTo>
                  <a:pt x="2670" y="13644"/>
                </a:lnTo>
                <a:lnTo>
                  <a:pt x="2670" y="1381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7369844" y="3591248"/>
            <a:ext cx="2725" cy="13792"/>
          </a:xfrm>
          <a:custGeom>
            <a:avLst/>
            <a:gdLst/>
            <a:ahLst/>
            <a:cxnLst/>
            <a:rect l="l" t="t" r="r" b="b"/>
            <a:pathLst>
              <a:path w="2725" h="13792">
                <a:moveTo>
                  <a:pt x="0" y="0"/>
                </a:moveTo>
                <a:lnTo>
                  <a:pt x="54" y="172"/>
                </a:lnTo>
                <a:lnTo>
                  <a:pt x="136" y="394"/>
                </a:lnTo>
                <a:lnTo>
                  <a:pt x="136" y="567"/>
                </a:lnTo>
                <a:lnTo>
                  <a:pt x="190" y="740"/>
                </a:lnTo>
                <a:lnTo>
                  <a:pt x="190" y="912"/>
                </a:lnTo>
                <a:lnTo>
                  <a:pt x="245" y="1060"/>
                </a:lnTo>
                <a:lnTo>
                  <a:pt x="245" y="1307"/>
                </a:lnTo>
                <a:lnTo>
                  <a:pt x="299" y="1480"/>
                </a:lnTo>
                <a:lnTo>
                  <a:pt x="381" y="1628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95"/>
                </a:lnTo>
                <a:lnTo>
                  <a:pt x="490" y="2368"/>
                </a:lnTo>
                <a:lnTo>
                  <a:pt x="490" y="2541"/>
                </a:lnTo>
                <a:lnTo>
                  <a:pt x="572" y="2714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32"/>
                </a:lnTo>
                <a:lnTo>
                  <a:pt x="681" y="3454"/>
                </a:lnTo>
                <a:lnTo>
                  <a:pt x="735" y="3627"/>
                </a:lnTo>
                <a:lnTo>
                  <a:pt x="735" y="3799"/>
                </a:lnTo>
                <a:lnTo>
                  <a:pt x="817" y="3947"/>
                </a:lnTo>
                <a:lnTo>
                  <a:pt x="817" y="4120"/>
                </a:lnTo>
                <a:lnTo>
                  <a:pt x="872" y="4342"/>
                </a:lnTo>
                <a:lnTo>
                  <a:pt x="926" y="4515"/>
                </a:lnTo>
                <a:lnTo>
                  <a:pt x="926" y="4688"/>
                </a:lnTo>
                <a:lnTo>
                  <a:pt x="1008" y="4860"/>
                </a:lnTo>
                <a:lnTo>
                  <a:pt x="1008" y="5033"/>
                </a:lnTo>
                <a:lnTo>
                  <a:pt x="1062" y="5206"/>
                </a:lnTo>
                <a:lnTo>
                  <a:pt x="1062" y="5378"/>
                </a:lnTo>
                <a:lnTo>
                  <a:pt x="1117" y="5600"/>
                </a:lnTo>
                <a:lnTo>
                  <a:pt x="1171" y="5773"/>
                </a:lnTo>
                <a:lnTo>
                  <a:pt x="1171" y="5946"/>
                </a:lnTo>
                <a:lnTo>
                  <a:pt x="1253" y="6119"/>
                </a:lnTo>
                <a:lnTo>
                  <a:pt x="1253" y="6267"/>
                </a:lnTo>
                <a:lnTo>
                  <a:pt x="1308" y="6439"/>
                </a:lnTo>
                <a:lnTo>
                  <a:pt x="1308" y="6612"/>
                </a:lnTo>
                <a:lnTo>
                  <a:pt x="1362" y="6834"/>
                </a:lnTo>
                <a:lnTo>
                  <a:pt x="1417" y="7007"/>
                </a:lnTo>
                <a:lnTo>
                  <a:pt x="1417" y="7180"/>
                </a:lnTo>
                <a:lnTo>
                  <a:pt x="1498" y="7352"/>
                </a:lnTo>
                <a:lnTo>
                  <a:pt x="1498" y="7525"/>
                </a:lnTo>
                <a:lnTo>
                  <a:pt x="1553" y="7747"/>
                </a:lnTo>
                <a:lnTo>
                  <a:pt x="1607" y="7920"/>
                </a:lnTo>
                <a:lnTo>
                  <a:pt x="1607" y="8093"/>
                </a:lnTo>
                <a:lnTo>
                  <a:pt x="1689" y="8265"/>
                </a:lnTo>
                <a:lnTo>
                  <a:pt x="1689" y="8438"/>
                </a:lnTo>
                <a:lnTo>
                  <a:pt x="1744" y="8586"/>
                </a:lnTo>
                <a:lnTo>
                  <a:pt x="1744" y="8759"/>
                </a:lnTo>
                <a:lnTo>
                  <a:pt x="1798" y="9005"/>
                </a:lnTo>
                <a:lnTo>
                  <a:pt x="1853" y="9153"/>
                </a:lnTo>
                <a:lnTo>
                  <a:pt x="1853" y="9326"/>
                </a:lnTo>
                <a:lnTo>
                  <a:pt x="1934" y="9499"/>
                </a:lnTo>
                <a:lnTo>
                  <a:pt x="1934" y="9672"/>
                </a:lnTo>
                <a:lnTo>
                  <a:pt x="1989" y="9844"/>
                </a:lnTo>
                <a:lnTo>
                  <a:pt x="1989" y="10017"/>
                </a:lnTo>
                <a:lnTo>
                  <a:pt x="2044" y="10239"/>
                </a:lnTo>
                <a:lnTo>
                  <a:pt x="2044" y="10412"/>
                </a:lnTo>
                <a:lnTo>
                  <a:pt x="2098" y="10585"/>
                </a:lnTo>
                <a:lnTo>
                  <a:pt x="2180" y="10757"/>
                </a:lnTo>
                <a:lnTo>
                  <a:pt x="2180" y="10930"/>
                </a:lnTo>
                <a:lnTo>
                  <a:pt x="2234" y="11078"/>
                </a:lnTo>
                <a:lnTo>
                  <a:pt x="2234" y="11251"/>
                </a:lnTo>
                <a:lnTo>
                  <a:pt x="2289" y="11473"/>
                </a:lnTo>
                <a:lnTo>
                  <a:pt x="2289" y="11646"/>
                </a:lnTo>
                <a:lnTo>
                  <a:pt x="2371" y="11818"/>
                </a:lnTo>
                <a:lnTo>
                  <a:pt x="2425" y="11991"/>
                </a:lnTo>
                <a:lnTo>
                  <a:pt x="2425" y="12164"/>
                </a:lnTo>
                <a:lnTo>
                  <a:pt x="2480" y="12336"/>
                </a:lnTo>
                <a:lnTo>
                  <a:pt x="2480" y="12509"/>
                </a:lnTo>
                <a:lnTo>
                  <a:pt x="2534" y="12682"/>
                </a:lnTo>
                <a:lnTo>
                  <a:pt x="2534" y="12830"/>
                </a:lnTo>
                <a:lnTo>
                  <a:pt x="2616" y="13077"/>
                </a:lnTo>
                <a:lnTo>
                  <a:pt x="2670" y="13249"/>
                </a:lnTo>
                <a:lnTo>
                  <a:pt x="2670" y="13397"/>
                </a:lnTo>
                <a:lnTo>
                  <a:pt x="2725" y="13570"/>
                </a:lnTo>
                <a:lnTo>
                  <a:pt x="2725" y="1374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7372569" y="3605041"/>
            <a:ext cx="2725" cy="13693"/>
          </a:xfrm>
          <a:custGeom>
            <a:avLst/>
            <a:gdLst/>
            <a:ahLst/>
            <a:cxnLst/>
            <a:rect l="l" t="t" r="r" b="b"/>
            <a:pathLst>
              <a:path w="2725" h="13693">
                <a:moveTo>
                  <a:pt x="0" y="0"/>
                </a:moveTo>
                <a:lnTo>
                  <a:pt x="81" y="246"/>
                </a:lnTo>
                <a:lnTo>
                  <a:pt x="136" y="419"/>
                </a:lnTo>
                <a:lnTo>
                  <a:pt x="136" y="567"/>
                </a:lnTo>
                <a:lnTo>
                  <a:pt x="190" y="740"/>
                </a:lnTo>
                <a:lnTo>
                  <a:pt x="190" y="912"/>
                </a:lnTo>
                <a:lnTo>
                  <a:pt x="245" y="1134"/>
                </a:lnTo>
                <a:lnTo>
                  <a:pt x="245" y="1307"/>
                </a:lnTo>
                <a:lnTo>
                  <a:pt x="327" y="1480"/>
                </a:lnTo>
                <a:lnTo>
                  <a:pt x="381" y="1653"/>
                </a:lnTo>
                <a:lnTo>
                  <a:pt x="381" y="1825"/>
                </a:lnTo>
                <a:lnTo>
                  <a:pt x="436" y="1998"/>
                </a:lnTo>
                <a:lnTo>
                  <a:pt x="436" y="2171"/>
                </a:lnTo>
                <a:lnTo>
                  <a:pt x="490" y="2319"/>
                </a:lnTo>
                <a:lnTo>
                  <a:pt x="490" y="2492"/>
                </a:lnTo>
                <a:lnTo>
                  <a:pt x="572" y="2738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32"/>
                </a:lnTo>
                <a:lnTo>
                  <a:pt x="681" y="3281"/>
                </a:lnTo>
                <a:lnTo>
                  <a:pt x="681" y="3404"/>
                </a:lnTo>
                <a:lnTo>
                  <a:pt x="681" y="3454"/>
                </a:lnTo>
                <a:lnTo>
                  <a:pt x="681" y="3528"/>
                </a:lnTo>
                <a:lnTo>
                  <a:pt x="763" y="3701"/>
                </a:lnTo>
                <a:lnTo>
                  <a:pt x="817" y="3849"/>
                </a:lnTo>
                <a:lnTo>
                  <a:pt x="817" y="4021"/>
                </a:lnTo>
                <a:lnTo>
                  <a:pt x="872" y="4194"/>
                </a:lnTo>
                <a:lnTo>
                  <a:pt x="872" y="4367"/>
                </a:lnTo>
                <a:lnTo>
                  <a:pt x="926" y="4539"/>
                </a:lnTo>
                <a:lnTo>
                  <a:pt x="926" y="4712"/>
                </a:lnTo>
                <a:lnTo>
                  <a:pt x="1008" y="4885"/>
                </a:lnTo>
                <a:lnTo>
                  <a:pt x="1008" y="5058"/>
                </a:lnTo>
                <a:lnTo>
                  <a:pt x="1062" y="5280"/>
                </a:lnTo>
                <a:lnTo>
                  <a:pt x="1117" y="5452"/>
                </a:lnTo>
                <a:lnTo>
                  <a:pt x="1117" y="5625"/>
                </a:lnTo>
                <a:lnTo>
                  <a:pt x="1171" y="5773"/>
                </a:lnTo>
                <a:lnTo>
                  <a:pt x="1171" y="5946"/>
                </a:lnTo>
                <a:lnTo>
                  <a:pt x="1253" y="6119"/>
                </a:lnTo>
                <a:lnTo>
                  <a:pt x="1253" y="6291"/>
                </a:lnTo>
                <a:lnTo>
                  <a:pt x="1308" y="6464"/>
                </a:lnTo>
                <a:lnTo>
                  <a:pt x="1308" y="6637"/>
                </a:lnTo>
                <a:lnTo>
                  <a:pt x="1362" y="6859"/>
                </a:lnTo>
                <a:lnTo>
                  <a:pt x="1444" y="7032"/>
                </a:lnTo>
                <a:lnTo>
                  <a:pt x="1444" y="7204"/>
                </a:lnTo>
                <a:lnTo>
                  <a:pt x="1498" y="7377"/>
                </a:lnTo>
                <a:lnTo>
                  <a:pt x="1498" y="7525"/>
                </a:lnTo>
                <a:lnTo>
                  <a:pt x="1553" y="7698"/>
                </a:lnTo>
                <a:lnTo>
                  <a:pt x="1553" y="7870"/>
                </a:lnTo>
                <a:lnTo>
                  <a:pt x="1607" y="8043"/>
                </a:lnTo>
                <a:lnTo>
                  <a:pt x="1607" y="8216"/>
                </a:lnTo>
                <a:lnTo>
                  <a:pt x="1689" y="8389"/>
                </a:lnTo>
                <a:lnTo>
                  <a:pt x="1744" y="8561"/>
                </a:lnTo>
                <a:lnTo>
                  <a:pt x="1744" y="8783"/>
                </a:lnTo>
                <a:lnTo>
                  <a:pt x="1798" y="8956"/>
                </a:lnTo>
                <a:lnTo>
                  <a:pt x="1798" y="9129"/>
                </a:lnTo>
                <a:lnTo>
                  <a:pt x="1880" y="9302"/>
                </a:lnTo>
                <a:lnTo>
                  <a:pt x="1880" y="9450"/>
                </a:lnTo>
                <a:lnTo>
                  <a:pt x="1934" y="9622"/>
                </a:lnTo>
                <a:lnTo>
                  <a:pt x="1989" y="9795"/>
                </a:lnTo>
                <a:lnTo>
                  <a:pt x="1989" y="9968"/>
                </a:lnTo>
                <a:lnTo>
                  <a:pt x="2044" y="10140"/>
                </a:lnTo>
                <a:lnTo>
                  <a:pt x="2044" y="10313"/>
                </a:lnTo>
                <a:lnTo>
                  <a:pt x="2125" y="10486"/>
                </a:lnTo>
                <a:lnTo>
                  <a:pt x="2125" y="10659"/>
                </a:lnTo>
                <a:lnTo>
                  <a:pt x="2180" y="10807"/>
                </a:lnTo>
                <a:lnTo>
                  <a:pt x="2180" y="11053"/>
                </a:lnTo>
                <a:lnTo>
                  <a:pt x="2234" y="11226"/>
                </a:lnTo>
                <a:lnTo>
                  <a:pt x="2289" y="11374"/>
                </a:lnTo>
                <a:lnTo>
                  <a:pt x="2289" y="11547"/>
                </a:lnTo>
                <a:lnTo>
                  <a:pt x="2371" y="11720"/>
                </a:lnTo>
                <a:lnTo>
                  <a:pt x="2371" y="11892"/>
                </a:lnTo>
                <a:lnTo>
                  <a:pt x="2425" y="12065"/>
                </a:lnTo>
                <a:lnTo>
                  <a:pt x="2425" y="12238"/>
                </a:lnTo>
                <a:lnTo>
                  <a:pt x="2480" y="12410"/>
                </a:lnTo>
                <a:lnTo>
                  <a:pt x="2561" y="12583"/>
                </a:lnTo>
                <a:lnTo>
                  <a:pt x="2561" y="12731"/>
                </a:lnTo>
                <a:lnTo>
                  <a:pt x="2616" y="12904"/>
                </a:lnTo>
                <a:lnTo>
                  <a:pt x="2616" y="13077"/>
                </a:lnTo>
                <a:lnTo>
                  <a:pt x="2670" y="13299"/>
                </a:lnTo>
                <a:lnTo>
                  <a:pt x="2670" y="13471"/>
                </a:lnTo>
                <a:lnTo>
                  <a:pt x="2725" y="1364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7375294" y="3618735"/>
            <a:ext cx="2752" cy="13595"/>
          </a:xfrm>
          <a:custGeom>
            <a:avLst/>
            <a:gdLst/>
            <a:ahLst/>
            <a:cxnLst/>
            <a:rect l="l" t="t" r="r" b="b"/>
            <a:pathLst>
              <a:path w="2752" h="13595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36" y="690"/>
                </a:lnTo>
                <a:lnTo>
                  <a:pt x="190" y="863"/>
                </a:lnTo>
                <a:lnTo>
                  <a:pt x="190" y="1036"/>
                </a:lnTo>
                <a:lnTo>
                  <a:pt x="272" y="1258"/>
                </a:lnTo>
                <a:lnTo>
                  <a:pt x="327" y="1431"/>
                </a:lnTo>
                <a:lnTo>
                  <a:pt x="327" y="1603"/>
                </a:lnTo>
                <a:lnTo>
                  <a:pt x="381" y="1776"/>
                </a:lnTo>
                <a:lnTo>
                  <a:pt x="381" y="1924"/>
                </a:lnTo>
                <a:lnTo>
                  <a:pt x="436" y="2097"/>
                </a:lnTo>
                <a:lnTo>
                  <a:pt x="436" y="2269"/>
                </a:lnTo>
                <a:lnTo>
                  <a:pt x="517" y="2442"/>
                </a:lnTo>
                <a:lnTo>
                  <a:pt x="517" y="2615"/>
                </a:lnTo>
                <a:lnTo>
                  <a:pt x="572" y="2788"/>
                </a:lnTo>
                <a:lnTo>
                  <a:pt x="626" y="2960"/>
                </a:lnTo>
                <a:lnTo>
                  <a:pt x="626" y="3133"/>
                </a:lnTo>
                <a:lnTo>
                  <a:pt x="681" y="3281"/>
                </a:lnTo>
                <a:lnTo>
                  <a:pt x="681" y="3454"/>
                </a:lnTo>
                <a:lnTo>
                  <a:pt x="763" y="3627"/>
                </a:lnTo>
                <a:lnTo>
                  <a:pt x="763" y="3799"/>
                </a:lnTo>
                <a:lnTo>
                  <a:pt x="817" y="3972"/>
                </a:lnTo>
                <a:lnTo>
                  <a:pt x="817" y="4145"/>
                </a:lnTo>
                <a:lnTo>
                  <a:pt x="872" y="4317"/>
                </a:lnTo>
                <a:lnTo>
                  <a:pt x="953" y="4539"/>
                </a:lnTo>
                <a:lnTo>
                  <a:pt x="953" y="4712"/>
                </a:lnTo>
                <a:lnTo>
                  <a:pt x="1008" y="4885"/>
                </a:lnTo>
                <a:lnTo>
                  <a:pt x="1008" y="5058"/>
                </a:lnTo>
                <a:lnTo>
                  <a:pt x="1062" y="5206"/>
                </a:lnTo>
                <a:lnTo>
                  <a:pt x="1062" y="5378"/>
                </a:lnTo>
                <a:lnTo>
                  <a:pt x="1117" y="5551"/>
                </a:lnTo>
                <a:lnTo>
                  <a:pt x="1199" y="5724"/>
                </a:lnTo>
                <a:lnTo>
                  <a:pt x="1199" y="5897"/>
                </a:lnTo>
                <a:lnTo>
                  <a:pt x="1253" y="6069"/>
                </a:lnTo>
                <a:lnTo>
                  <a:pt x="1253" y="6242"/>
                </a:lnTo>
                <a:lnTo>
                  <a:pt x="1308" y="6415"/>
                </a:lnTo>
                <a:lnTo>
                  <a:pt x="1308" y="6563"/>
                </a:lnTo>
                <a:lnTo>
                  <a:pt x="1362" y="6735"/>
                </a:lnTo>
                <a:lnTo>
                  <a:pt x="1362" y="6908"/>
                </a:lnTo>
                <a:lnTo>
                  <a:pt x="1444" y="7081"/>
                </a:lnTo>
                <a:lnTo>
                  <a:pt x="1444" y="7254"/>
                </a:lnTo>
                <a:lnTo>
                  <a:pt x="1498" y="7426"/>
                </a:lnTo>
                <a:lnTo>
                  <a:pt x="1498" y="7599"/>
                </a:lnTo>
                <a:lnTo>
                  <a:pt x="1553" y="7772"/>
                </a:lnTo>
                <a:lnTo>
                  <a:pt x="1635" y="7944"/>
                </a:lnTo>
                <a:lnTo>
                  <a:pt x="1635" y="8093"/>
                </a:lnTo>
                <a:lnTo>
                  <a:pt x="1689" y="8265"/>
                </a:lnTo>
                <a:lnTo>
                  <a:pt x="1689" y="8438"/>
                </a:lnTo>
                <a:lnTo>
                  <a:pt x="1744" y="8611"/>
                </a:lnTo>
                <a:lnTo>
                  <a:pt x="1744" y="8783"/>
                </a:lnTo>
                <a:lnTo>
                  <a:pt x="1798" y="8956"/>
                </a:lnTo>
                <a:lnTo>
                  <a:pt x="1880" y="9129"/>
                </a:lnTo>
                <a:lnTo>
                  <a:pt x="1880" y="9302"/>
                </a:lnTo>
                <a:lnTo>
                  <a:pt x="1934" y="9450"/>
                </a:lnTo>
                <a:lnTo>
                  <a:pt x="1934" y="9622"/>
                </a:lnTo>
                <a:lnTo>
                  <a:pt x="1989" y="9844"/>
                </a:lnTo>
                <a:lnTo>
                  <a:pt x="1989" y="10017"/>
                </a:lnTo>
                <a:lnTo>
                  <a:pt x="2071" y="10190"/>
                </a:lnTo>
                <a:lnTo>
                  <a:pt x="2071" y="10363"/>
                </a:lnTo>
                <a:lnTo>
                  <a:pt x="2125" y="10535"/>
                </a:lnTo>
                <a:lnTo>
                  <a:pt x="2180" y="10708"/>
                </a:lnTo>
                <a:lnTo>
                  <a:pt x="2180" y="10881"/>
                </a:lnTo>
                <a:lnTo>
                  <a:pt x="2234" y="11053"/>
                </a:lnTo>
                <a:lnTo>
                  <a:pt x="2234" y="11226"/>
                </a:lnTo>
                <a:lnTo>
                  <a:pt x="2316" y="11374"/>
                </a:lnTo>
                <a:lnTo>
                  <a:pt x="2316" y="11547"/>
                </a:lnTo>
                <a:lnTo>
                  <a:pt x="2371" y="11720"/>
                </a:lnTo>
                <a:lnTo>
                  <a:pt x="2371" y="11892"/>
                </a:lnTo>
                <a:lnTo>
                  <a:pt x="2425" y="12065"/>
                </a:lnTo>
                <a:lnTo>
                  <a:pt x="2425" y="12238"/>
                </a:lnTo>
                <a:lnTo>
                  <a:pt x="2480" y="12410"/>
                </a:lnTo>
                <a:lnTo>
                  <a:pt x="2561" y="12583"/>
                </a:lnTo>
                <a:lnTo>
                  <a:pt x="2561" y="12731"/>
                </a:lnTo>
                <a:lnTo>
                  <a:pt x="2616" y="12904"/>
                </a:lnTo>
                <a:lnTo>
                  <a:pt x="2616" y="13077"/>
                </a:lnTo>
                <a:lnTo>
                  <a:pt x="2670" y="13249"/>
                </a:lnTo>
                <a:lnTo>
                  <a:pt x="2670" y="13422"/>
                </a:lnTo>
                <a:lnTo>
                  <a:pt x="2752" y="1359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7378047" y="3632330"/>
            <a:ext cx="2725" cy="13397"/>
          </a:xfrm>
          <a:custGeom>
            <a:avLst/>
            <a:gdLst/>
            <a:ahLst/>
            <a:cxnLst/>
            <a:rect l="l" t="t" r="r" b="b"/>
            <a:pathLst>
              <a:path w="2725" h="13397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09" y="493"/>
                </a:lnTo>
                <a:lnTo>
                  <a:pt x="109" y="666"/>
                </a:lnTo>
                <a:lnTo>
                  <a:pt x="163" y="838"/>
                </a:lnTo>
                <a:lnTo>
                  <a:pt x="163" y="1011"/>
                </a:lnTo>
                <a:lnTo>
                  <a:pt x="245" y="1184"/>
                </a:lnTo>
                <a:lnTo>
                  <a:pt x="245" y="1357"/>
                </a:lnTo>
                <a:lnTo>
                  <a:pt x="299" y="1529"/>
                </a:lnTo>
                <a:lnTo>
                  <a:pt x="299" y="1702"/>
                </a:lnTo>
                <a:lnTo>
                  <a:pt x="354" y="1875"/>
                </a:lnTo>
                <a:lnTo>
                  <a:pt x="354" y="2023"/>
                </a:lnTo>
                <a:lnTo>
                  <a:pt x="436" y="2195"/>
                </a:lnTo>
                <a:lnTo>
                  <a:pt x="490" y="2368"/>
                </a:lnTo>
                <a:lnTo>
                  <a:pt x="490" y="2541"/>
                </a:lnTo>
                <a:lnTo>
                  <a:pt x="545" y="2714"/>
                </a:lnTo>
                <a:lnTo>
                  <a:pt x="545" y="2886"/>
                </a:lnTo>
                <a:lnTo>
                  <a:pt x="599" y="3059"/>
                </a:lnTo>
                <a:lnTo>
                  <a:pt x="599" y="3232"/>
                </a:lnTo>
                <a:lnTo>
                  <a:pt x="681" y="3380"/>
                </a:lnTo>
                <a:lnTo>
                  <a:pt x="681" y="3553"/>
                </a:lnTo>
                <a:lnTo>
                  <a:pt x="735" y="3799"/>
                </a:lnTo>
                <a:lnTo>
                  <a:pt x="790" y="3947"/>
                </a:lnTo>
                <a:lnTo>
                  <a:pt x="790" y="4120"/>
                </a:lnTo>
                <a:lnTo>
                  <a:pt x="844" y="4293"/>
                </a:lnTo>
                <a:lnTo>
                  <a:pt x="844" y="4465"/>
                </a:lnTo>
                <a:lnTo>
                  <a:pt x="926" y="4638"/>
                </a:lnTo>
                <a:lnTo>
                  <a:pt x="926" y="4811"/>
                </a:lnTo>
                <a:lnTo>
                  <a:pt x="981" y="4984"/>
                </a:lnTo>
                <a:lnTo>
                  <a:pt x="1035" y="5156"/>
                </a:lnTo>
                <a:lnTo>
                  <a:pt x="1035" y="5304"/>
                </a:lnTo>
                <a:lnTo>
                  <a:pt x="1117" y="5477"/>
                </a:lnTo>
                <a:lnTo>
                  <a:pt x="1117" y="5650"/>
                </a:lnTo>
                <a:lnTo>
                  <a:pt x="1171" y="5823"/>
                </a:lnTo>
                <a:lnTo>
                  <a:pt x="1171" y="5995"/>
                </a:lnTo>
                <a:lnTo>
                  <a:pt x="1226" y="6168"/>
                </a:lnTo>
                <a:lnTo>
                  <a:pt x="1280" y="6341"/>
                </a:lnTo>
                <a:lnTo>
                  <a:pt x="1280" y="6513"/>
                </a:lnTo>
                <a:lnTo>
                  <a:pt x="1362" y="6661"/>
                </a:lnTo>
                <a:lnTo>
                  <a:pt x="1362" y="6908"/>
                </a:lnTo>
                <a:lnTo>
                  <a:pt x="1417" y="7081"/>
                </a:lnTo>
                <a:lnTo>
                  <a:pt x="1417" y="7229"/>
                </a:lnTo>
                <a:lnTo>
                  <a:pt x="1471" y="7402"/>
                </a:lnTo>
                <a:lnTo>
                  <a:pt x="1471" y="7574"/>
                </a:lnTo>
                <a:lnTo>
                  <a:pt x="1526" y="7747"/>
                </a:lnTo>
                <a:lnTo>
                  <a:pt x="1607" y="7920"/>
                </a:lnTo>
                <a:lnTo>
                  <a:pt x="1607" y="8093"/>
                </a:lnTo>
                <a:lnTo>
                  <a:pt x="1662" y="8265"/>
                </a:lnTo>
                <a:lnTo>
                  <a:pt x="1662" y="8438"/>
                </a:lnTo>
                <a:lnTo>
                  <a:pt x="1716" y="8586"/>
                </a:lnTo>
                <a:lnTo>
                  <a:pt x="1716" y="8759"/>
                </a:lnTo>
                <a:lnTo>
                  <a:pt x="1798" y="8981"/>
                </a:lnTo>
                <a:lnTo>
                  <a:pt x="1853" y="9153"/>
                </a:lnTo>
                <a:lnTo>
                  <a:pt x="1853" y="9326"/>
                </a:lnTo>
                <a:lnTo>
                  <a:pt x="1907" y="9499"/>
                </a:lnTo>
                <a:lnTo>
                  <a:pt x="1907" y="9672"/>
                </a:lnTo>
                <a:lnTo>
                  <a:pt x="1962" y="9844"/>
                </a:lnTo>
                <a:lnTo>
                  <a:pt x="1962" y="10017"/>
                </a:lnTo>
                <a:lnTo>
                  <a:pt x="2044" y="10190"/>
                </a:lnTo>
                <a:lnTo>
                  <a:pt x="2044" y="10363"/>
                </a:lnTo>
                <a:lnTo>
                  <a:pt x="2098" y="10511"/>
                </a:lnTo>
                <a:lnTo>
                  <a:pt x="2153" y="10757"/>
                </a:lnTo>
                <a:lnTo>
                  <a:pt x="2153" y="10905"/>
                </a:lnTo>
                <a:lnTo>
                  <a:pt x="2234" y="11078"/>
                </a:lnTo>
                <a:lnTo>
                  <a:pt x="2289" y="11251"/>
                </a:lnTo>
                <a:lnTo>
                  <a:pt x="2289" y="11423"/>
                </a:lnTo>
                <a:lnTo>
                  <a:pt x="2343" y="11596"/>
                </a:lnTo>
                <a:lnTo>
                  <a:pt x="2343" y="11769"/>
                </a:lnTo>
                <a:lnTo>
                  <a:pt x="2398" y="11942"/>
                </a:lnTo>
                <a:lnTo>
                  <a:pt x="2398" y="12164"/>
                </a:lnTo>
                <a:lnTo>
                  <a:pt x="2480" y="12336"/>
                </a:lnTo>
                <a:lnTo>
                  <a:pt x="2534" y="12509"/>
                </a:lnTo>
                <a:lnTo>
                  <a:pt x="2534" y="12682"/>
                </a:lnTo>
                <a:lnTo>
                  <a:pt x="2589" y="12830"/>
                </a:lnTo>
                <a:lnTo>
                  <a:pt x="2589" y="13003"/>
                </a:lnTo>
                <a:lnTo>
                  <a:pt x="2643" y="13225"/>
                </a:lnTo>
                <a:lnTo>
                  <a:pt x="2725" y="1339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7380772" y="3645728"/>
            <a:ext cx="2670" cy="13373"/>
          </a:xfrm>
          <a:custGeom>
            <a:avLst/>
            <a:gdLst/>
            <a:ahLst/>
            <a:cxnLst/>
            <a:rect l="l" t="t" r="r" b="b"/>
            <a:pathLst>
              <a:path w="2670" h="13373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09" y="690"/>
                </a:lnTo>
                <a:lnTo>
                  <a:pt x="109" y="912"/>
                </a:lnTo>
                <a:lnTo>
                  <a:pt x="190" y="1085"/>
                </a:lnTo>
                <a:lnTo>
                  <a:pt x="245" y="1258"/>
                </a:lnTo>
                <a:lnTo>
                  <a:pt x="245" y="1431"/>
                </a:lnTo>
                <a:lnTo>
                  <a:pt x="299" y="1603"/>
                </a:lnTo>
                <a:lnTo>
                  <a:pt x="299" y="1751"/>
                </a:lnTo>
                <a:lnTo>
                  <a:pt x="354" y="1998"/>
                </a:lnTo>
                <a:lnTo>
                  <a:pt x="436" y="2171"/>
                </a:lnTo>
                <a:lnTo>
                  <a:pt x="436" y="2319"/>
                </a:lnTo>
                <a:lnTo>
                  <a:pt x="490" y="2492"/>
                </a:lnTo>
                <a:lnTo>
                  <a:pt x="490" y="2664"/>
                </a:lnTo>
                <a:lnTo>
                  <a:pt x="545" y="2837"/>
                </a:lnTo>
                <a:lnTo>
                  <a:pt x="599" y="3059"/>
                </a:lnTo>
                <a:lnTo>
                  <a:pt x="599" y="3232"/>
                </a:lnTo>
                <a:lnTo>
                  <a:pt x="681" y="3404"/>
                </a:lnTo>
                <a:lnTo>
                  <a:pt x="681" y="3577"/>
                </a:lnTo>
                <a:lnTo>
                  <a:pt x="735" y="3750"/>
                </a:lnTo>
                <a:lnTo>
                  <a:pt x="735" y="3923"/>
                </a:lnTo>
                <a:lnTo>
                  <a:pt x="790" y="4145"/>
                </a:lnTo>
                <a:lnTo>
                  <a:pt x="872" y="4317"/>
                </a:lnTo>
                <a:lnTo>
                  <a:pt x="872" y="4490"/>
                </a:lnTo>
                <a:lnTo>
                  <a:pt x="926" y="4638"/>
                </a:lnTo>
                <a:lnTo>
                  <a:pt x="926" y="4885"/>
                </a:lnTo>
                <a:lnTo>
                  <a:pt x="981" y="5033"/>
                </a:lnTo>
                <a:lnTo>
                  <a:pt x="1035" y="5206"/>
                </a:lnTo>
                <a:lnTo>
                  <a:pt x="1035" y="5378"/>
                </a:lnTo>
                <a:lnTo>
                  <a:pt x="1117" y="5600"/>
                </a:lnTo>
                <a:lnTo>
                  <a:pt x="1171" y="5773"/>
                </a:lnTo>
                <a:lnTo>
                  <a:pt x="1171" y="5946"/>
                </a:lnTo>
                <a:lnTo>
                  <a:pt x="1226" y="6119"/>
                </a:lnTo>
                <a:lnTo>
                  <a:pt x="1226" y="6341"/>
                </a:lnTo>
                <a:lnTo>
                  <a:pt x="1308" y="6513"/>
                </a:lnTo>
                <a:lnTo>
                  <a:pt x="1308" y="6686"/>
                </a:lnTo>
                <a:lnTo>
                  <a:pt x="1362" y="6859"/>
                </a:lnTo>
                <a:lnTo>
                  <a:pt x="1417" y="7032"/>
                </a:lnTo>
                <a:lnTo>
                  <a:pt x="1417" y="7204"/>
                </a:lnTo>
                <a:lnTo>
                  <a:pt x="1471" y="7426"/>
                </a:lnTo>
                <a:lnTo>
                  <a:pt x="1471" y="7599"/>
                </a:lnTo>
                <a:lnTo>
                  <a:pt x="1553" y="7821"/>
                </a:lnTo>
                <a:lnTo>
                  <a:pt x="1607" y="7994"/>
                </a:lnTo>
                <a:lnTo>
                  <a:pt x="1607" y="8167"/>
                </a:lnTo>
                <a:lnTo>
                  <a:pt x="1662" y="8315"/>
                </a:lnTo>
                <a:lnTo>
                  <a:pt x="1716" y="8561"/>
                </a:lnTo>
                <a:lnTo>
                  <a:pt x="1716" y="8734"/>
                </a:lnTo>
                <a:lnTo>
                  <a:pt x="1798" y="8882"/>
                </a:lnTo>
                <a:lnTo>
                  <a:pt x="1798" y="9055"/>
                </a:lnTo>
                <a:lnTo>
                  <a:pt x="1853" y="9277"/>
                </a:lnTo>
                <a:lnTo>
                  <a:pt x="1907" y="9450"/>
                </a:lnTo>
                <a:lnTo>
                  <a:pt x="1907" y="9622"/>
                </a:lnTo>
                <a:lnTo>
                  <a:pt x="1989" y="9795"/>
                </a:lnTo>
                <a:lnTo>
                  <a:pt x="1989" y="10017"/>
                </a:lnTo>
                <a:lnTo>
                  <a:pt x="2044" y="10190"/>
                </a:lnTo>
                <a:lnTo>
                  <a:pt x="2098" y="10363"/>
                </a:lnTo>
                <a:lnTo>
                  <a:pt x="2098" y="10535"/>
                </a:lnTo>
                <a:lnTo>
                  <a:pt x="2153" y="10757"/>
                </a:lnTo>
                <a:lnTo>
                  <a:pt x="2153" y="10930"/>
                </a:lnTo>
                <a:lnTo>
                  <a:pt x="2234" y="11152"/>
                </a:lnTo>
                <a:lnTo>
                  <a:pt x="2289" y="11325"/>
                </a:lnTo>
                <a:lnTo>
                  <a:pt x="2289" y="11497"/>
                </a:lnTo>
                <a:lnTo>
                  <a:pt x="2343" y="11670"/>
                </a:lnTo>
                <a:lnTo>
                  <a:pt x="2425" y="11892"/>
                </a:lnTo>
                <a:lnTo>
                  <a:pt x="2425" y="12065"/>
                </a:lnTo>
                <a:lnTo>
                  <a:pt x="2480" y="12238"/>
                </a:lnTo>
                <a:lnTo>
                  <a:pt x="2480" y="12410"/>
                </a:lnTo>
                <a:lnTo>
                  <a:pt x="2534" y="12632"/>
                </a:lnTo>
                <a:lnTo>
                  <a:pt x="2589" y="12805"/>
                </a:lnTo>
                <a:lnTo>
                  <a:pt x="2589" y="13027"/>
                </a:lnTo>
                <a:lnTo>
                  <a:pt x="2670" y="13200"/>
                </a:lnTo>
                <a:lnTo>
                  <a:pt x="2670" y="1337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7383443" y="3659101"/>
            <a:ext cx="2725" cy="13126"/>
          </a:xfrm>
          <a:custGeom>
            <a:avLst/>
            <a:gdLst/>
            <a:ahLst/>
            <a:cxnLst/>
            <a:rect l="l" t="t" r="r" b="b"/>
            <a:pathLst>
              <a:path w="2725" h="13126">
                <a:moveTo>
                  <a:pt x="0" y="0"/>
                </a:moveTo>
                <a:lnTo>
                  <a:pt x="54" y="148"/>
                </a:lnTo>
                <a:lnTo>
                  <a:pt x="109" y="394"/>
                </a:lnTo>
                <a:lnTo>
                  <a:pt x="109" y="567"/>
                </a:lnTo>
                <a:lnTo>
                  <a:pt x="163" y="789"/>
                </a:lnTo>
                <a:lnTo>
                  <a:pt x="245" y="962"/>
                </a:lnTo>
                <a:lnTo>
                  <a:pt x="245" y="1184"/>
                </a:lnTo>
                <a:lnTo>
                  <a:pt x="299" y="1357"/>
                </a:lnTo>
                <a:lnTo>
                  <a:pt x="299" y="1529"/>
                </a:lnTo>
                <a:lnTo>
                  <a:pt x="354" y="1677"/>
                </a:lnTo>
                <a:lnTo>
                  <a:pt x="436" y="1924"/>
                </a:lnTo>
                <a:lnTo>
                  <a:pt x="436" y="2072"/>
                </a:lnTo>
                <a:lnTo>
                  <a:pt x="490" y="2319"/>
                </a:lnTo>
                <a:lnTo>
                  <a:pt x="545" y="2492"/>
                </a:lnTo>
                <a:lnTo>
                  <a:pt x="545" y="2714"/>
                </a:lnTo>
                <a:lnTo>
                  <a:pt x="599" y="2886"/>
                </a:lnTo>
                <a:lnTo>
                  <a:pt x="681" y="3034"/>
                </a:lnTo>
                <a:lnTo>
                  <a:pt x="681" y="3207"/>
                </a:lnTo>
                <a:lnTo>
                  <a:pt x="735" y="3429"/>
                </a:lnTo>
                <a:lnTo>
                  <a:pt x="790" y="3602"/>
                </a:lnTo>
                <a:lnTo>
                  <a:pt x="790" y="3849"/>
                </a:lnTo>
                <a:lnTo>
                  <a:pt x="844" y="3997"/>
                </a:lnTo>
                <a:lnTo>
                  <a:pt x="844" y="4243"/>
                </a:lnTo>
                <a:lnTo>
                  <a:pt x="926" y="4391"/>
                </a:lnTo>
                <a:lnTo>
                  <a:pt x="981" y="4638"/>
                </a:lnTo>
                <a:lnTo>
                  <a:pt x="981" y="4811"/>
                </a:lnTo>
                <a:lnTo>
                  <a:pt x="1035" y="4959"/>
                </a:lnTo>
                <a:lnTo>
                  <a:pt x="1117" y="5132"/>
                </a:lnTo>
                <a:lnTo>
                  <a:pt x="1117" y="5354"/>
                </a:lnTo>
                <a:lnTo>
                  <a:pt x="1171" y="5526"/>
                </a:lnTo>
                <a:lnTo>
                  <a:pt x="1226" y="5773"/>
                </a:lnTo>
                <a:lnTo>
                  <a:pt x="1226" y="5921"/>
                </a:lnTo>
                <a:lnTo>
                  <a:pt x="1280" y="6168"/>
                </a:lnTo>
                <a:lnTo>
                  <a:pt x="1362" y="6316"/>
                </a:lnTo>
                <a:lnTo>
                  <a:pt x="1362" y="6563"/>
                </a:lnTo>
                <a:lnTo>
                  <a:pt x="1417" y="6735"/>
                </a:lnTo>
                <a:lnTo>
                  <a:pt x="1471" y="6958"/>
                </a:lnTo>
                <a:lnTo>
                  <a:pt x="1471" y="7130"/>
                </a:lnTo>
                <a:lnTo>
                  <a:pt x="1553" y="7352"/>
                </a:lnTo>
                <a:lnTo>
                  <a:pt x="1553" y="7525"/>
                </a:lnTo>
                <a:lnTo>
                  <a:pt x="1607" y="7747"/>
                </a:lnTo>
                <a:lnTo>
                  <a:pt x="1662" y="7920"/>
                </a:lnTo>
                <a:lnTo>
                  <a:pt x="1662" y="8142"/>
                </a:lnTo>
                <a:lnTo>
                  <a:pt x="1716" y="8315"/>
                </a:lnTo>
                <a:lnTo>
                  <a:pt x="1798" y="8537"/>
                </a:lnTo>
                <a:lnTo>
                  <a:pt x="1798" y="8709"/>
                </a:lnTo>
                <a:lnTo>
                  <a:pt x="1853" y="8931"/>
                </a:lnTo>
                <a:lnTo>
                  <a:pt x="1907" y="9104"/>
                </a:lnTo>
                <a:lnTo>
                  <a:pt x="1907" y="9326"/>
                </a:lnTo>
                <a:lnTo>
                  <a:pt x="1962" y="9499"/>
                </a:lnTo>
                <a:lnTo>
                  <a:pt x="2044" y="9721"/>
                </a:lnTo>
                <a:lnTo>
                  <a:pt x="2044" y="9894"/>
                </a:lnTo>
                <a:lnTo>
                  <a:pt x="2098" y="10116"/>
                </a:lnTo>
                <a:lnTo>
                  <a:pt x="2153" y="10288"/>
                </a:lnTo>
                <a:lnTo>
                  <a:pt x="2153" y="10511"/>
                </a:lnTo>
                <a:lnTo>
                  <a:pt x="2234" y="10683"/>
                </a:lnTo>
                <a:lnTo>
                  <a:pt x="2289" y="10905"/>
                </a:lnTo>
                <a:lnTo>
                  <a:pt x="2289" y="11078"/>
                </a:lnTo>
                <a:lnTo>
                  <a:pt x="2343" y="11300"/>
                </a:lnTo>
                <a:lnTo>
                  <a:pt x="2398" y="11473"/>
                </a:lnTo>
                <a:lnTo>
                  <a:pt x="2398" y="11695"/>
                </a:lnTo>
                <a:lnTo>
                  <a:pt x="2480" y="11868"/>
                </a:lnTo>
                <a:lnTo>
                  <a:pt x="2534" y="12090"/>
                </a:lnTo>
                <a:lnTo>
                  <a:pt x="2534" y="12262"/>
                </a:lnTo>
                <a:lnTo>
                  <a:pt x="2589" y="12484"/>
                </a:lnTo>
                <a:lnTo>
                  <a:pt x="2670" y="12657"/>
                </a:lnTo>
                <a:lnTo>
                  <a:pt x="2670" y="12879"/>
                </a:lnTo>
                <a:lnTo>
                  <a:pt x="2725" y="1305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7386169" y="3672228"/>
            <a:ext cx="2725" cy="13003"/>
          </a:xfrm>
          <a:custGeom>
            <a:avLst/>
            <a:gdLst/>
            <a:ahLst/>
            <a:cxnLst/>
            <a:rect l="l" t="t" r="r" b="b"/>
            <a:pathLst>
              <a:path w="2725" h="13003">
                <a:moveTo>
                  <a:pt x="0" y="0"/>
                </a:moveTo>
                <a:lnTo>
                  <a:pt x="54" y="172"/>
                </a:lnTo>
                <a:lnTo>
                  <a:pt x="54" y="320"/>
                </a:lnTo>
                <a:lnTo>
                  <a:pt x="109" y="493"/>
                </a:lnTo>
                <a:lnTo>
                  <a:pt x="109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299" y="1406"/>
                </a:lnTo>
                <a:lnTo>
                  <a:pt x="299" y="1579"/>
                </a:lnTo>
                <a:lnTo>
                  <a:pt x="354" y="1801"/>
                </a:lnTo>
                <a:lnTo>
                  <a:pt x="436" y="1973"/>
                </a:lnTo>
                <a:lnTo>
                  <a:pt x="436" y="2195"/>
                </a:lnTo>
                <a:lnTo>
                  <a:pt x="490" y="2368"/>
                </a:lnTo>
                <a:lnTo>
                  <a:pt x="545" y="2541"/>
                </a:lnTo>
                <a:lnTo>
                  <a:pt x="545" y="2714"/>
                </a:lnTo>
                <a:lnTo>
                  <a:pt x="626" y="2886"/>
                </a:lnTo>
                <a:lnTo>
                  <a:pt x="626" y="3034"/>
                </a:lnTo>
                <a:lnTo>
                  <a:pt x="681" y="3207"/>
                </a:lnTo>
                <a:lnTo>
                  <a:pt x="735" y="3454"/>
                </a:lnTo>
                <a:lnTo>
                  <a:pt x="735" y="3602"/>
                </a:lnTo>
                <a:lnTo>
                  <a:pt x="790" y="3775"/>
                </a:lnTo>
                <a:lnTo>
                  <a:pt x="790" y="3947"/>
                </a:lnTo>
                <a:lnTo>
                  <a:pt x="872" y="4120"/>
                </a:lnTo>
                <a:lnTo>
                  <a:pt x="872" y="4293"/>
                </a:lnTo>
                <a:lnTo>
                  <a:pt x="926" y="4465"/>
                </a:lnTo>
                <a:lnTo>
                  <a:pt x="981" y="4688"/>
                </a:lnTo>
                <a:lnTo>
                  <a:pt x="981" y="4860"/>
                </a:lnTo>
                <a:lnTo>
                  <a:pt x="1035" y="5033"/>
                </a:lnTo>
                <a:lnTo>
                  <a:pt x="1117" y="5206"/>
                </a:lnTo>
                <a:lnTo>
                  <a:pt x="1117" y="5378"/>
                </a:lnTo>
                <a:lnTo>
                  <a:pt x="1171" y="5526"/>
                </a:lnTo>
                <a:lnTo>
                  <a:pt x="1171" y="5699"/>
                </a:lnTo>
                <a:lnTo>
                  <a:pt x="1226" y="5921"/>
                </a:lnTo>
                <a:lnTo>
                  <a:pt x="1308" y="6094"/>
                </a:lnTo>
                <a:lnTo>
                  <a:pt x="1308" y="6267"/>
                </a:lnTo>
                <a:lnTo>
                  <a:pt x="1362" y="6439"/>
                </a:lnTo>
                <a:lnTo>
                  <a:pt x="1362" y="6612"/>
                </a:lnTo>
                <a:lnTo>
                  <a:pt x="1417" y="6785"/>
                </a:lnTo>
                <a:lnTo>
                  <a:pt x="1471" y="6958"/>
                </a:lnTo>
                <a:lnTo>
                  <a:pt x="1471" y="7130"/>
                </a:lnTo>
                <a:lnTo>
                  <a:pt x="1553" y="7278"/>
                </a:lnTo>
                <a:lnTo>
                  <a:pt x="1553" y="7451"/>
                </a:lnTo>
                <a:lnTo>
                  <a:pt x="1607" y="7624"/>
                </a:lnTo>
                <a:lnTo>
                  <a:pt x="1607" y="7796"/>
                </a:lnTo>
                <a:lnTo>
                  <a:pt x="1662" y="7969"/>
                </a:lnTo>
                <a:lnTo>
                  <a:pt x="1662" y="8142"/>
                </a:lnTo>
                <a:lnTo>
                  <a:pt x="1744" y="8315"/>
                </a:lnTo>
                <a:lnTo>
                  <a:pt x="1798" y="8487"/>
                </a:lnTo>
                <a:lnTo>
                  <a:pt x="1798" y="8660"/>
                </a:lnTo>
                <a:lnTo>
                  <a:pt x="1853" y="8808"/>
                </a:lnTo>
                <a:lnTo>
                  <a:pt x="1853" y="8981"/>
                </a:lnTo>
                <a:lnTo>
                  <a:pt x="1907" y="9153"/>
                </a:lnTo>
                <a:lnTo>
                  <a:pt x="1907" y="9326"/>
                </a:lnTo>
                <a:lnTo>
                  <a:pt x="1989" y="9499"/>
                </a:lnTo>
                <a:lnTo>
                  <a:pt x="2044" y="9672"/>
                </a:lnTo>
                <a:lnTo>
                  <a:pt x="2044" y="9844"/>
                </a:lnTo>
                <a:lnTo>
                  <a:pt x="2098" y="10017"/>
                </a:lnTo>
                <a:lnTo>
                  <a:pt x="2098" y="10165"/>
                </a:lnTo>
                <a:lnTo>
                  <a:pt x="2153" y="10338"/>
                </a:lnTo>
                <a:lnTo>
                  <a:pt x="2234" y="10511"/>
                </a:lnTo>
                <a:lnTo>
                  <a:pt x="2234" y="10683"/>
                </a:lnTo>
                <a:lnTo>
                  <a:pt x="2289" y="10856"/>
                </a:lnTo>
                <a:lnTo>
                  <a:pt x="2289" y="11078"/>
                </a:lnTo>
                <a:lnTo>
                  <a:pt x="2343" y="11251"/>
                </a:lnTo>
                <a:lnTo>
                  <a:pt x="2425" y="11473"/>
                </a:lnTo>
                <a:lnTo>
                  <a:pt x="2425" y="11646"/>
                </a:lnTo>
                <a:lnTo>
                  <a:pt x="2480" y="11818"/>
                </a:lnTo>
                <a:lnTo>
                  <a:pt x="2480" y="11991"/>
                </a:lnTo>
                <a:lnTo>
                  <a:pt x="2534" y="12164"/>
                </a:lnTo>
                <a:lnTo>
                  <a:pt x="2589" y="12386"/>
                </a:lnTo>
                <a:lnTo>
                  <a:pt x="2589" y="12558"/>
                </a:lnTo>
                <a:lnTo>
                  <a:pt x="2670" y="12731"/>
                </a:lnTo>
                <a:lnTo>
                  <a:pt x="2725" y="1290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7388894" y="3685231"/>
            <a:ext cx="2725" cy="12855"/>
          </a:xfrm>
          <a:custGeom>
            <a:avLst/>
            <a:gdLst/>
            <a:ahLst/>
            <a:cxnLst/>
            <a:rect l="l" t="t" r="r" b="b"/>
            <a:pathLst>
              <a:path w="2725" h="12855">
                <a:moveTo>
                  <a:pt x="0" y="0"/>
                </a:moveTo>
                <a:lnTo>
                  <a:pt x="54" y="222"/>
                </a:lnTo>
                <a:lnTo>
                  <a:pt x="54" y="394"/>
                </a:lnTo>
                <a:lnTo>
                  <a:pt x="136" y="567"/>
                </a:lnTo>
                <a:lnTo>
                  <a:pt x="136" y="740"/>
                </a:lnTo>
                <a:lnTo>
                  <a:pt x="190" y="91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81" y="1825"/>
                </a:lnTo>
                <a:lnTo>
                  <a:pt x="436" y="2047"/>
                </a:lnTo>
                <a:lnTo>
                  <a:pt x="436" y="2220"/>
                </a:lnTo>
                <a:lnTo>
                  <a:pt x="490" y="2442"/>
                </a:lnTo>
                <a:lnTo>
                  <a:pt x="545" y="2615"/>
                </a:lnTo>
                <a:lnTo>
                  <a:pt x="545" y="2763"/>
                </a:lnTo>
                <a:lnTo>
                  <a:pt x="626" y="2936"/>
                </a:lnTo>
                <a:lnTo>
                  <a:pt x="681" y="3108"/>
                </a:lnTo>
                <a:lnTo>
                  <a:pt x="681" y="3330"/>
                </a:lnTo>
                <a:lnTo>
                  <a:pt x="735" y="3503"/>
                </a:lnTo>
                <a:lnTo>
                  <a:pt x="817" y="3676"/>
                </a:lnTo>
                <a:lnTo>
                  <a:pt x="817" y="3849"/>
                </a:lnTo>
                <a:lnTo>
                  <a:pt x="872" y="4021"/>
                </a:lnTo>
                <a:lnTo>
                  <a:pt x="872" y="4243"/>
                </a:lnTo>
                <a:lnTo>
                  <a:pt x="926" y="4416"/>
                </a:lnTo>
                <a:lnTo>
                  <a:pt x="981" y="4589"/>
                </a:lnTo>
                <a:lnTo>
                  <a:pt x="981" y="4762"/>
                </a:lnTo>
                <a:lnTo>
                  <a:pt x="1062" y="4934"/>
                </a:lnTo>
                <a:lnTo>
                  <a:pt x="1062" y="5156"/>
                </a:lnTo>
                <a:lnTo>
                  <a:pt x="1117" y="5329"/>
                </a:lnTo>
                <a:lnTo>
                  <a:pt x="1171" y="5502"/>
                </a:lnTo>
                <a:lnTo>
                  <a:pt x="1171" y="5650"/>
                </a:lnTo>
                <a:lnTo>
                  <a:pt x="1226" y="5823"/>
                </a:lnTo>
                <a:lnTo>
                  <a:pt x="1226" y="6069"/>
                </a:lnTo>
                <a:lnTo>
                  <a:pt x="1308" y="6217"/>
                </a:lnTo>
                <a:lnTo>
                  <a:pt x="1362" y="6390"/>
                </a:lnTo>
                <a:lnTo>
                  <a:pt x="1362" y="6563"/>
                </a:lnTo>
                <a:lnTo>
                  <a:pt x="1417" y="6735"/>
                </a:lnTo>
                <a:lnTo>
                  <a:pt x="1498" y="6908"/>
                </a:lnTo>
                <a:lnTo>
                  <a:pt x="1498" y="7081"/>
                </a:lnTo>
                <a:lnTo>
                  <a:pt x="1553" y="7254"/>
                </a:lnTo>
                <a:lnTo>
                  <a:pt x="1553" y="7476"/>
                </a:lnTo>
                <a:lnTo>
                  <a:pt x="1607" y="7648"/>
                </a:lnTo>
                <a:lnTo>
                  <a:pt x="1662" y="7821"/>
                </a:lnTo>
                <a:lnTo>
                  <a:pt x="1662" y="7969"/>
                </a:lnTo>
                <a:lnTo>
                  <a:pt x="1744" y="8142"/>
                </a:lnTo>
                <a:lnTo>
                  <a:pt x="1744" y="8389"/>
                </a:lnTo>
                <a:lnTo>
                  <a:pt x="1798" y="8537"/>
                </a:lnTo>
                <a:lnTo>
                  <a:pt x="1853" y="8709"/>
                </a:lnTo>
                <a:lnTo>
                  <a:pt x="1853" y="8882"/>
                </a:lnTo>
                <a:lnTo>
                  <a:pt x="1934" y="9055"/>
                </a:lnTo>
                <a:lnTo>
                  <a:pt x="1934" y="9228"/>
                </a:lnTo>
                <a:lnTo>
                  <a:pt x="1989" y="9400"/>
                </a:lnTo>
                <a:lnTo>
                  <a:pt x="2044" y="9573"/>
                </a:lnTo>
                <a:lnTo>
                  <a:pt x="2044" y="9795"/>
                </a:lnTo>
                <a:lnTo>
                  <a:pt x="2098" y="9968"/>
                </a:lnTo>
                <a:lnTo>
                  <a:pt x="2180" y="10140"/>
                </a:lnTo>
                <a:lnTo>
                  <a:pt x="2180" y="10313"/>
                </a:lnTo>
                <a:lnTo>
                  <a:pt x="2234" y="10461"/>
                </a:lnTo>
                <a:lnTo>
                  <a:pt x="2234" y="10634"/>
                </a:lnTo>
                <a:lnTo>
                  <a:pt x="2289" y="10807"/>
                </a:lnTo>
                <a:lnTo>
                  <a:pt x="2289" y="10979"/>
                </a:lnTo>
                <a:lnTo>
                  <a:pt x="2343" y="11201"/>
                </a:lnTo>
                <a:lnTo>
                  <a:pt x="2425" y="11374"/>
                </a:lnTo>
                <a:lnTo>
                  <a:pt x="2425" y="11547"/>
                </a:lnTo>
                <a:lnTo>
                  <a:pt x="2480" y="11720"/>
                </a:lnTo>
                <a:lnTo>
                  <a:pt x="2480" y="11892"/>
                </a:lnTo>
                <a:lnTo>
                  <a:pt x="2534" y="12065"/>
                </a:lnTo>
                <a:lnTo>
                  <a:pt x="2616" y="12213"/>
                </a:lnTo>
                <a:lnTo>
                  <a:pt x="2616" y="12386"/>
                </a:lnTo>
                <a:lnTo>
                  <a:pt x="2670" y="12558"/>
                </a:lnTo>
                <a:lnTo>
                  <a:pt x="2670" y="1273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7391619" y="3698086"/>
            <a:ext cx="2725" cy="12657"/>
          </a:xfrm>
          <a:custGeom>
            <a:avLst/>
            <a:gdLst/>
            <a:ahLst/>
            <a:cxnLst/>
            <a:rect l="l" t="t" r="r" b="b"/>
            <a:pathLst>
              <a:path w="2725" h="12657">
                <a:moveTo>
                  <a:pt x="0" y="0"/>
                </a:moveTo>
                <a:lnTo>
                  <a:pt x="0" y="172"/>
                </a:lnTo>
                <a:lnTo>
                  <a:pt x="54" y="320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245" y="1357"/>
                </a:lnTo>
                <a:lnTo>
                  <a:pt x="299" y="1529"/>
                </a:lnTo>
                <a:lnTo>
                  <a:pt x="381" y="1751"/>
                </a:lnTo>
                <a:lnTo>
                  <a:pt x="381" y="1924"/>
                </a:lnTo>
                <a:lnTo>
                  <a:pt x="436" y="2097"/>
                </a:lnTo>
                <a:lnTo>
                  <a:pt x="436" y="2245"/>
                </a:lnTo>
                <a:lnTo>
                  <a:pt x="490" y="2418"/>
                </a:lnTo>
                <a:lnTo>
                  <a:pt x="572" y="2590"/>
                </a:lnTo>
                <a:lnTo>
                  <a:pt x="572" y="2763"/>
                </a:lnTo>
                <a:lnTo>
                  <a:pt x="626" y="2936"/>
                </a:lnTo>
                <a:lnTo>
                  <a:pt x="681" y="3108"/>
                </a:lnTo>
                <a:lnTo>
                  <a:pt x="681" y="3281"/>
                </a:lnTo>
                <a:lnTo>
                  <a:pt x="735" y="3454"/>
                </a:lnTo>
                <a:lnTo>
                  <a:pt x="735" y="3602"/>
                </a:lnTo>
                <a:lnTo>
                  <a:pt x="817" y="3775"/>
                </a:lnTo>
                <a:lnTo>
                  <a:pt x="817" y="3947"/>
                </a:lnTo>
                <a:lnTo>
                  <a:pt x="872" y="4120"/>
                </a:lnTo>
                <a:lnTo>
                  <a:pt x="872" y="4293"/>
                </a:lnTo>
                <a:lnTo>
                  <a:pt x="926" y="4465"/>
                </a:lnTo>
                <a:lnTo>
                  <a:pt x="1008" y="4638"/>
                </a:lnTo>
                <a:lnTo>
                  <a:pt x="1008" y="4811"/>
                </a:lnTo>
                <a:lnTo>
                  <a:pt x="1062" y="4984"/>
                </a:lnTo>
                <a:lnTo>
                  <a:pt x="1117" y="5132"/>
                </a:lnTo>
                <a:lnTo>
                  <a:pt x="1117" y="5304"/>
                </a:lnTo>
                <a:lnTo>
                  <a:pt x="1171" y="5477"/>
                </a:lnTo>
                <a:lnTo>
                  <a:pt x="1171" y="5650"/>
                </a:lnTo>
                <a:lnTo>
                  <a:pt x="1253" y="5823"/>
                </a:lnTo>
                <a:lnTo>
                  <a:pt x="1253" y="5995"/>
                </a:lnTo>
                <a:lnTo>
                  <a:pt x="1308" y="6168"/>
                </a:lnTo>
                <a:lnTo>
                  <a:pt x="1362" y="6341"/>
                </a:lnTo>
                <a:lnTo>
                  <a:pt x="1362" y="6489"/>
                </a:lnTo>
                <a:lnTo>
                  <a:pt x="1417" y="6661"/>
                </a:lnTo>
                <a:lnTo>
                  <a:pt x="1417" y="6834"/>
                </a:lnTo>
                <a:lnTo>
                  <a:pt x="1498" y="7007"/>
                </a:lnTo>
                <a:lnTo>
                  <a:pt x="1553" y="7180"/>
                </a:lnTo>
                <a:lnTo>
                  <a:pt x="1553" y="7352"/>
                </a:lnTo>
                <a:lnTo>
                  <a:pt x="1607" y="7525"/>
                </a:lnTo>
                <a:lnTo>
                  <a:pt x="1607" y="7698"/>
                </a:lnTo>
                <a:lnTo>
                  <a:pt x="1689" y="7846"/>
                </a:lnTo>
                <a:lnTo>
                  <a:pt x="1689" y="8018"/>
                </a:lnTo>
                <a:lnTo>
                  <a:pt x="1744" y="8191"/>
                </a:lnTo>
                <a:lnTo>
                  <a:pt x="1798" y="8364"/>
                </a:lnTo>
                <a:lnTo>
                  <a:pt x="1798" y="8537"/>
                </a:lnTo>
                <a:lnTo>
                  <a:pt x="1853" y="8709"/>
                </a:lnTo>
                <a:lnTo>
                  <a:pt x="1853" y="8882"/>
                </a:lnTo>
                <a:lnTo>
                  <a:pt x="1934" y="9055"/>
                </a:lnTo>
                <a:lnTo>
                  <a:pt x="1989" y="9228"/>
                </a:lnTo>
                <a:lnTo>
                  <a:pt x="1989" y="9376"/>
                </a:lnTo>
                <a:lnTo>
                  <a:pt x="2044" y="9548"/>
                </a:lnTo>
                <a:lnTo>
                  <a:pt x="2044" y="9721"/>
                </a:lnTo>
                <a:lnTo>
                  <a:pt x="2125" y="9943"/>
                </a:lnTo>
                <a:lnTo>
                  <a:pt x="2180" y="10116"/>
                </a:lnTo>
                <a:lnTo>
                  <a:pt x="2180" y="10288"/>
                </a:lnTo>
                <a:lnTo>
                  <a:pt x="2234" y="10461"/>
                </a:lnTo>
                <a:lnTo>
                  <a:pt x="2234" y="10634"/>
                </a:lnTo>
                <a:lnTo>
                  <a:pt x="2289" y="10807"/>
                </a:lnTo>
                <a:lnTo>
                  <a:pt x="2371" y="10979"/>
                </a:lnTo>
                <a:lnTo>
                  <a:pt x="2371" y="11127"/>
                </a:lnTo>
                <a:lnTo>
                  <a:pt x="2425" y="11300"/>
                </a:lnTo>
                <a:lnTo>
                  <a:pt x="2480" y="11547"/>
                </a:lnTo>
                <a:lnTo>
                  <a:pt x="2480" y="11695"/>
                </a:lnTo>
                <a:lnTo>
                  <a:pt x="2534" y="11868"/>
                </a:lnTo>
                <a:lnTo>
                  <a:pt x="2534" y="12040"/>
                </a:lnTo>
                <a:lnTo>
                  <a:pt x="2616" y="12213"/>
                </a:lnTo>
                <a:lnTo>
                  <a:pt x="2670" y="12386"/>
                </a:lnTo>
                <a:lnTo>
                  <a:pt x="2670" y="1260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7394345" y="3710743"/>
            <a:ext cx="2670" cy="12460"/>
          </a:xfrm>
          <a:custGeom>
            <a:avLst/>
            <a:gdLst/>
            <a:ahLst/>
            <a:cxnLst/>
            <a:rect l="l" t="t" r="r" b="b"/>
            <a:pathLst>
              <a:path w="2670" h="12460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81" y="518"/>
                </a:lnTo>
                <a:lnTo>
                  <a:pt x="136" y="690"/>
                </a:lnTo>
                <a:lnTo>
                  <a:pt x="190" y="863"/>
                </a:lnTo>
                <a:lnTo>
                  <a:pt x="190" y="1036"/>
                </a:lnTo>
                <a:lnTo>
                  <a:pt x="245" y="1209"/>
                </a:lnTo>
                <a:lnTo>
                  <a:pt x="245" y="1357"/>
                </a:lnTo>
                <a:lnTo>
                  <a:pt x="327" y="1603"/>
                </a:lnTo>
                <a:lnTo>
                  <a:pt x="381" y="1776"/>
                </a:lnTo>
                <a:lnTo>
                  <a:pt x="381" y="1924"/>
                </a:lnTo>
                <a:lnTo>
                  <a:pt x="436" y="2171"/>
                </a:lnTo>
                <a:lnTo>
                  <a:pt x="490" y="2319"/>
                </a:lnTo>
                <a:lnTo>
                  <a:pt x="490" y="2492"/>
                </a:lnTo>
                <a:lnTo>
                  <a:pt x="572" y="2714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81"/>
                </a:lnTo>
                <a:lnTo>
                  <a:pt x="763" y="3454"/>
                </a:lnTo>
                <a:lnTo>
                  <a:pt x="763" y="3627"/>
                </a:lnTo>
                <a:lnTo>
                  <a:pt x="817" y="3849"/>
                </a:lnTo>
                <a:lnTo>
                  <a:pt x="872" y="4021"/>
                </a:lnTo>
                <a:lnTo>
                  <a:pt x="872" y="4194"/>
                </a:lnTo>
                <a:lnTo>
                  <a:pt x="926" y="4416"/>
                </a:lnTo>
                <a:lnTo>
                  <a:pt x="1008" y="4589"/>
                </a:lnTo>
                <a:lnTo>
                  <a:pt x="1008" y="4762"/>
                </a:lnTo>
                <a:lnTo>
                  <a:pt x="1062" y="4984"/>
                </a:lnTo>
                <a:lnTo>
                  <a:pt x="1117" y="5156"/>
                </a:lnTo>
                <a:lnTo>
                  <a:pt x="1117" y="5329"/>
                </a:lnTo>
                <a:lnTo>
                  <a:pt x="1199" y="5551"/>
                </a:lnTo>
                <a:lnTo>
                  <a:pt x="1253" y="5724"/>
                </a:lnTo>
                <a:lnTo>
                  <a:pt x="1253" y="5897"/>
                </a:lnTo>
                <a:lnTo>
                  <a:pt x="1308" y="6069"/>
                </a:lnTo>
                <a:lnTo>
                  <a:pt x="1308" y="6242"/>
                </a:lnTo>
                <a:lnTo>
                  <a:pt x="1362" y="6415"/>
                </a:lnTo>
                <a:lnTo>
                  <a:pt x="1444" y="6563"/>
                </a:lnTo>
                <a:lnTo>
                  <a:pt x="1444" y="6735"/>
                </a:lnTo>
                <a:lnTo>
                  <a:pt x="1498" y="6908"/>
                </a:lnTo>
                <a:lnTo>
                  <a:pt x="1498" y="7081"/>
                </a:lnTo>
                <a:lnTo>
                  <a:pt x="1553" y="7303"/>
                </a:lnTo>
                <a:lnTo>
                  <a:pt x="1607" y="7476"/>
                </a:lnTo>
                <a:lnTo>
                  <a:pt x="1607" y="7648"/>
                </a:lnTo>
                <a:lnTo>
                  <a:pt x="1689" y="7821"/>
                </a:lnTo>
                <a:lnTo>
                  <a:pt x="1689" y="7994"/>
                </a:lnTo>
                <a:lnTo>
                  <a:pt x="1744" y="8167"/>
                </a:lnTo>
                <a:lnTo>
                  <a:pt x="1798" y="8339"/>
                </a:lnTo>
                <a:lnTo>
                  <a:pt x="1798" y="8561"/>
                </a:lnTo>
                <a:lnTo>
                  <a:pt x="1880" y="8734"/>
                </a:lnTo>
                <a:lnTo>
                  <a:pt x="1934" y="8882"/>
                </a:lnTo>
                <a:lnTo>
                  <a:pt x="1934" y="9129"/>
                </a:lnTo>
                <a:lnTo>
                  <a:pt x="1989" y="9302"/>
                </a:lnTo>
                <a:lnTo>
                  <a:pt x="2044" y="9450"/>
                </a:lnTo>
                <a:lnTo>
                  <a:pt x="2044" y="9622"/>
                </a:lnTo>
                <a:lnTo>
                  <a:pt x="2125" y="9795"/>
                </a:lnTo>
                <a:lnTo>
                  <a:pt x="2180" y="9968"/>
                </a:lnTo>
                <a:lnTo>
                  <a:pt x="2180" y="10140"/>
                </a:lnTo>
                <a:lnTo>
                  <a:pt x="2234" y="10363"/>
                </a:lnTo>
                <a:lnTo>
                  <a:pt x="2234" y="10535"/>
                </a:lnTo>
                <a:lnTo>
                  <a:pt x="2316" y="10708"/>
                </a:lnTo>
                <a:lnTo>
                  <a:pt x="2371" y="10881"/>
                </a:lnTo>
                <a:lnTo>
                  <a:pt x="2371" y="11053"/>
                </a:lnTo>
                <a:lnTo>
                  <a:pt x="2425" y="11201"/>
                </a:lnTo>
                <a:lnTo>
                  <a:pt x="2480" y="11374"/>
                </a:lnTo>
                <a:lnTo>
                  <a:pt x="2480" y="11621"/>
                </a:lnTo>
                <a:lnTo>
                  <a:pt x="2561" y="11769"/>
                </a:lnTo>
                <a:lnTo>
                  <a:pt x="2616" y="11942"/>
                </a:lnTo>
                <a:lnTo>
                  <a:pt x="2616" y="12114"/>
                </a:lnTo>
                <a:lnTo>
                  <a:pt x="2670" y="12287"/>
                </a:lnTo>
                <a:lnTo>
                  <a:pt x="2670" y="1246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7397016" y="3723204"/>
            <a:ext cx="2725" cy="12287"/>
          </a:xfrm>
          <a:custGeom>
            <a:avLst/>
            <a:gdLst/>
            <a:ahLst/>
            <a:cxnLst/>
            <a:rect l="l" t="t" r="r" b="b"/>
            <a:pathLst>
              <a:path w="2725" h="12287">
                <a:moveTo>
                  <a:pt x="0" y="0"/>
                </a:moveTo>
                <a:lnTo>
                  <a:pt x="54" y="172"/>
                </a:lnTo>
                <a:lnTo>
                  <a:pt x="136" y="394"/>
                </a:lnTo>
                <a:lnTo>
                  <a:pt x="136" y="567"/>
                </a:lnTo>
                <a:lnTo>
                  <a:pt x="190" y="740"/>
                </a:lnTo>
                <a:lnTo>
                  <a:pt x="245" y="912"/>
                </a:lnTo>
                <a:lnTo>
                  <a:pt x="245" y="1085"/>
                </a:lnTo>
                <a:lnTo>
                  <a:pt x="327" y="1233"/>
                </a:lnTo>
                <a:lnTo>
                  <a:pt x="327" y="1406"/>
                </a:lnTo>
                <a:lnTo>
                  <a:pt x="381" y="1579"/>
                </a:lnTo>
                <a:lnTo>
                  <a:pt x="381" y="1751"/>
                </a:lnTo>
                <a:lnTo>
                  <a:pt x="436" y="1924"/>
                </a:lnTo>
                <a:lnTo>
                  <a:pt x="490" y="2097"/>
                </a:lnTo>
                <a:lnTo>
                  <a:pt x="490" y="2319"/>
                </a:lnTo>
                <a:lnTo>
                  <a:pt x="572" y="2492"/>
                </a:lnTo>
                <a:lnTo>
                  <a:pt x="626" y="2664"/>
                </a:lnTo>
                <a:lnTo>
                  <a:pt x="626" y="2837"/>
                </a:lnTo>
                <a:lnTo>
                  <a:pt x="681" y="2985"/>
                </a:lnTo>
                <a:lnTo>
                  <a:pt x="735" y="3158"/>
                </a:lnTo>
                <a:lnTo>
                  <a:pt x="735" y="3330"/>
                </a:lnTo>
                <a:lnTo>
                  <a:pt x="817" y="3503"/>
                </a:lnTo>
                <a:lnTo>
                  <a:pt x="817" y="3676"/>
                </a:lnTo>
                <a:lnTo>
                  <a:pt x="872" y="3849"/>
                </a:lnTo>
                <a:lnTo>
                  <a:pt x="926" y="4021"/>
                </a:lnTo>
                <a:lnTo>
                  <a:pt x="926" y="4194"/>
                </a:lnTo>
                <a:lnTo>
                  <a:pt x="1008" y="4367"/>
                </a:lnTo>
                <a:lnTo>
                  <a:pt x="1008" y="4515"/>
                </a:lnTo>
                <a:lnTo>
                  <a:pt x="1062" y="4688"/>
                </a:lnTo>
                <a:lnTo>
                  <a:pt x="1117" y="4860"/>
                </a:lnTo>
                <a:lnTo>
                  <a:pt x="1117" y="5033"/>
                </a:lnTo>
                <a:lnTo>
                  <a:pt x="1171" y="5206"/>
                </a:lnTo>
                <a:lnTo>
                  <a:pt x="1171" y="5378"/>
                </a:lnTo>
                <a:lnTo>
                  <a:pt x="1253" y="5551"/>
                </a:lnTo>
                <a:lnTo>
                  <a:pt x="1308" y="5724"/>
                </a:lnTo>
                <a:lnTo>
                  <a:pt x="1308" y="5872"/>
                </a:lnTo>
                <a:lnTo>
                  <a:pt x="1362" y="6045"/>
                </a:lnTo>
                <a:lnTo>
                  <a:pt x="1444" y="6217"/>
                </a:lnTo>
                <a:lnTo>
                  <a:pt x="1444" y="6390"/>
                </a:lnTo>
                <a:lnTo>
                  <a:pt x="1498" y="6563"/>
                </a:lnTo>
                <a:lnTo>
                  <a:pt x="1498" y="6735"/>
                </a:lnTo>
                <a:lnTo>
                  <a:pt x="1553" y="6908"/>
                </a:lnTo>
                <a:lnTo>
                  <a:pt x="1553" y="7081"/>
                </a:lnTo>
                <a:lnTo>
                  <a:pt x="1607" y="7229"/>
                </a:lnTo>
                <a:lnTo>
                  <a:pt x="1689" y="7402"/>
                </a:lnTo>
                <a:lnTo>
                  <a:pt x="1689" y="7574"/>
                </a:lnTo>
                <a:lnTo>
                  <a:pt x="1744" y="7747"/>
                </a:lnTo>
                <a:lnTo>
                  <a:pt x="1744" y="7920"/>
                </a:lnTo>
                <a:lnTo>
                  <a:pt x="1798" y="8093"/>
                </a:lnTo>
                <a:lnTo>
                  <a:pt x="1853" y="8265"/>
                </a:lnTo>
                <a:lnTo>
                  <a:pt x="1853" y="8487"/>
                </a:lnTo>
                <a:lnTo>
                  <a:pt x="1934" y="8660"/>
                </a:lnTo>
                <a:lnTo>
                  <a:pt x="1989" y="8833"/>
                </a:lnTo>
                <a:lnTo>
                  <a:pt x="1989" y="9005"/>
                </a:lnTo>
                <a:lnTo>
                  <a:pt x="2044" y="9228"/>
                </a:lnTo>
                <a:lnTo>
                  <a:pt x="2125" y="9400"/>
                </a:lnTo>
                <a:lnTo>
                  <a:pt x="2125" y="9573"/>
                </a:lnTo>
                <a:lnTo>
                  <a:pt x="2180" y="9721"/>
                </a:lnTo>
                <a:lnTo>
                  <a:pt x="2234" y="9968"/>
                </a:lnTo>
                <a:lnTo>
                  <a:pt x="2234" y="10116"/>
                </a:lnTo>
                <a:lnTo>
                  <a:pt x="2289" y="10288"/>
                </a:lnTo>
                <a:lnTo>
                  <a:pt x="2371" y="10461"/>
                </a:lnTo>
                <a:lnTo>
                  <a:pt x="2371" y="10683"/>
                </a:lnTo>
                <a:lnTo>
                  <a:pt x="2425" y="10856"/>
                </a:lnTo>
                <a:lnTo>
                  <a:pt x="2480" y="11029"/>
                </a:lnTo>
                <a:lnTo>
                  <a:pt x="2480" y="11201"/>
                </a:lnTo>
                <a:lnTo>
                  <a:pt x="2561" y="11423"/>
                </a:lnTo>
                <a:lnTo>
                  <a:pt x="2616" y="11596"/>
                </a:lnTo>
                <a:lnTo>
                  <a:pt x="2616" y="11769"/>
                </a:lnTo>
                <a:lnTo>
                  <a:pt x="2670" y="11942"/>
                </a:lnTo>
                <a:lnTo>
                  <a:pt x="2725" y="12114"/>
                </a:lnTo>
                <a:lnTo>
                  <a:pt x="2725" y="1228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7399741" y="3735491"/>
            <a:ext cx="2725" cy="12040"/>
          </a:xfrm>
          <a:custGeom>
            <a:avLst/>
            <a:gdLst/>
            <a:ahLst/>
            <a:cxnLst/>
            <a:rect l="l" t="t" r="r" b="b"/>
            <a:pathLst>
              <a:path w="2725" h="12040">
                <a:moveTo>
                  <a:pt x="0" y="0"/>
                </a:moveTo>
                <a:lnTo>
                  <a:pt x="81" y="148"/>
                </a:lnTo>
                <a:lnTo>
                  <a:pt x="81" y="320"/>
                </a:lnTo>
                <a:lnTo>
                  <a:pt x="136" y="493"/>
                </a:lnTo>
                <a:lnTo>
                  <a:pt x="190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327" y="1357"/>
                </a:lnTo>
                <a:lnTo>
                  <a:pt x="381" y="1529"/>
                </a:lnTo>
                <a:lnTo>
                  <a:pt x="381" y="1677"/>
                </a:lnTo>
                <a:lnTo>
                  <a:pt x="436" y="1850"/>
                </a:lnTo>
                <a:lnTo>
                  <a:pt x="517" y="2023"/>
                </a:lnTo>
                <a:lnTo>
                  <a:pt x="517" y="2245"/>
                </a:lnTo>
                <a:lnTo>
                  <a:pt x="572" y="2418"/>
                </a:lnTo>
                <a:lnTo>
                  <a:pt x="626" y="2590"/>
                </a:lnTo>
                <a:lnTo>
                  <a:pt x="626" y="2763"/>
                </a:lnTo>
                <a:lnTo>
                  <a:pt x="681" y="2936"/>
                </a:lnTo>
                <a:lnTo>
                  <a:pt x="681" y="3108"/>
                </a:lnTo>
                <a:lnTo>
                  <a:pt x="763" y="3281"/>
                </a:lnTo>
                <a:lnTo>
                  <a:pt x="817" y="3429"/>
                </a:lnTo>
                <a:lnTo>
                  <a:pt x="817" y="3602"/>
                </a:lnTo>
                <a:lnTo>
                  <a:pt x="872" y="3775"/>
                </a:lnTo>
                <a:lnTo>
                  <a:pt x="872" y="3947"/>
                </a:lnTo>
                <a:lnTo>
                  <a:pt x="926" y="4120"/>
                </a:lnTo>
                <a:lnTo>
                  <a:pt x="1008" y="4293"/>
                </a:lnTo>
                <a:lnTo>
                  <a:pt x="1008" y="4465"/>
                </a:lnTo>
                <a:lnTo>
                  <a:pt x="1062" y="4638"/>
                </a:lnTo>
                <a:lnTo>
                  <a:pt x="1062" y="4811"/>
                </a:lnTo>
                <a:lnTo>
                  <a:pt x="1117" y="4959"/>
                </a:lnTo>
                <a:lnTo>
                  <a:pt x="1199" y="5132"/>
                </a:lnTo>
                <a:lnTo>
                  <a:pt x="1199" y="5304"/>
                </a:lnTo>
                <a:lnTo>
                  <a:pt x="1253" y="5477"/>
                </a:lnTo>
                <a:lnTo>
                  <a:pt x="1308" y="5650"/>
                </a:lnTo>
                <a:lnTo>
                  <a:pt x="1308" y="5823"/>
                </a:lnTo>
                <a:lnTo>
                  <a:pt x="1362" y="5995"/>
                </a:lnTo>
                <a:lnTo>
                  <a:pt x="1444" y="6168"/>
                </a:lnTo>
                <a:lnTo>
                  <a:pt x="1444" y="6316"/>
                </a:lnTo>
                <a:lnTo>
                  <a:pt x="1498" y="6489"/>
                </a:lnTo>
                <a:lnTo>
                  <a:pt x="1498" y="6661"/>
                </a:lnTo>
                <a:lnTo>
                  <a:pt x="1553" y="6834"/>
                </a:lnTo>
                <a:lnTo>
                  <a:pt x="1635" y="7007"/>
                </a:lnTo>
                <a:lnTo>
                  <a:pt x="1635" y="7180"/>
                </a:lnTo>
                <a:lnTo>
                  <a:pt x="1689" y="7352"/>
                </a:lnTo>
                <a:lnTo>
                  <a:pt x="1689" y="7525"/>
                </a:lnTo>
                <a:lnTo>
                  <a:pt x="1744" y="7673"/>
                </a:lnTo>
                <a:lnTo>
                  <a:pt x="1798" y="7846"/>
                </a:lnTo>
                <a:lnTo>
                  <a:pt x="1798" y="8018"/>
                </a:lnTo>
                <a:lnTo>
                  <a:pt x="1880" y="8191"/>
                </a:lnTo>
                <a:lnTo>
                  <a:pt x="1880" y="8364"/>
                </a:lnTo>
                <a:lnTo>
                  <a:pt x="1934" y="8537"/>
                </a:lnTo>
                <a:lnTo>
                  <a:pt x="1989" y="8709"/>
                </a:lnTo>
                <a:lnTo>
                  <a:pt x="1989" y="8882"/>
                </a:lnTo>
                <a:lnTo>
                  <a:pt x="2044" y="9055"/>
                </a:lnTo>
                <a:lnTo>
                  <a:pt x="2125" y="9203"/>
                </a:lnTo>
                <a:lnTo>
                  <a:pt x="2125" y="9376"/>
                </a:lnTo>
                <a:lnTo>
                  <a:pt x="2180" y="9548"/>
                </a:lnTo>
                <a:lnTo>
                  <a:pt x="2234" y="9721"/>
                </a:lnTo>
                <a:lnTo>
                  <a:pt x="2234" y="9894"/>
                </a:lnTo>
                <a:lnTo>
                  <a:pt x="2316" y="10066"/>
                </a:lnTo>
                <a:lnTo>
                  <a:pt x="2316" y="10239"/>
                </a:lnTo>
                <a:lnTo>
                  <a:pt x="2371" y="10412"/>
                </a:lnTo>
                <a:lnTo>
                  <a:pt x="2425" y="10560"/>
                </a:lnTo>
                <a:lnTo>
                  <a:pt x="2425" y="10733"/>
                </a:lnTo>
                <a:lnTo>
                  <a:pt x="2480" y="10905"/>
                </a:lnTo>
                <a:lnTo>
                  <a:pt x="2480" y="11078"/>
                </a:lnTo>
                <a:lnTo>
                  <a:pt x="2561" y="11251"/>
                </a:lnTo>
                <a:lnTo>
                  <a:pt x="2616" y="11423"/>
                </a:lnTo>
                <a:lnTo>
                  <a:pt x="2616" y="11596"/>
                </a:lnTo>
                <a:lnTo>
                  <a:pt x="2670" y="11769"/>
                </a:lnTo>
                <a:lnTo>
                  <a:pt x="2725" y="1191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7402466" y="3747532"/>
            <a:ext cx="2752" cy="11771"/>
          </a:xfrm>
          <a:custGeom>
            <a:avLst/>
            <a:gdLst/>
            <a:ahLst/>
            <a:cxnLst/>
            <a:rect l="l" t="t" r="r" b="b"/>
            <a:pathLst>
              <a:path w="2752" h="11771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90"/>
                </a:lnTo>
                <a:lnTo>
                  <a:pt x="190" y="838"/>
                </a:lnTo>
                <a:lnTo>
                  <a:pt x="272" y="1011"/>
                </a:lnTo>
                <a:lnTo>
                  <a:pt x="272" y="1184"/>
                </a:lnTo>
                <a:lnTo>
                  <a:pt x="327" y="1357"/>
                </a:lnTo>
                <a:lnTo>
                  <a:pt x="381" y="1529"/>
                </a:lnTo>
                <a:lnTo>
                  <a:pt x="381" y="1702"/>
                </a:lnTo>
                <a:lnTo>
                  <a:pt x="436" y="1875"/>
                </a:lnTo>
                <a:lnTo>
                  <a:pt x="436" y="2047"/>
                </a:lnTo>
                <a:lnTo>
                  <a:pt x="517" y="2220"/>
                </a:lnTo>
                <a:lnTo>
                  <a:pt x="572" y="2368"/>
                </a:lnTo>
                <a:lnTo>
                  <a:pt x="572" y="2541"/>
                </a:lnTo>
                <a:lnTo>
                  <a:pt x="626" y="2714"/>
                </a:lnTo>
                <a:lnTo>
                  <a:pt x="708" y="2886"/>
                </a:lnTo>
                <a:lnTo>
                  <a:pt x="708" y="3108"/>
                </a:lnTo>
                <a:lnTo>
                  <a:pt x="763" y="3281"/>
                </a:lnTo>
                <a:lnTo>
                  <a:pt x="817" y="3454"/>
                </a:lnTo>
                <a:lnTo>
                  <a:pt x="817" y="3627"/>
                </a:lnTo>
                <a:lnTo>
                  <a:pt x="872" y="3799"/>
                </a:lnTo>
                <a:lnTo>
                  <a:pt x="953" y="3972"/>
                </a:lnTo>
                <a:lnTo>
                  <a:pt x="953" y="4194"/>
                </a:lnTo>
                <a:lnTo>
                  <a:pt x="1008" y="4367"/>
                </a:lnTo>
                <a:lnTo>
                  <a:pt x="1062" y="4539"/>
                </a:lnTo>
                <a:lnTo>
                  <a:pt x="1062" y="4688"/>
                </a:lnTo>
                <a:lnTo>
                  <a:pt x="1117" y="4860"/>
                </a:lnTo>
                <a:lnTo>
                  <a:pt x="1199" y="5033"/>
                </a:lnTo>
                <a:lnTo>
                  <a:pt x="1199" y="5206"/>
                </a:lnTo>
                <a:lnTo>
                  <a:pt x="1253" y="5378"/>
                </a:lnTo>
                <a:lnTo>
                  <a:pt x="1253" y="5551"/>
                </a:lnTo>
                <a:lnTo>
                  <a:pt x="1308" y="5724"/>
                </a:lnTo>
                <a:lnTo>
                  <a:pt x="1389" y="5897"/>
                </a:lnTo>
                <a:lnTo>
                  <a:pt x="1389" y="6045"/>
                </a:lnTo>
                <a:lnTo>
                  <a:pt x="1444" y="6217"/>
                </a:lnTo>
                <a:lnTo>
                  <a:pt x="1498" y="6390"/>
                </a:lnTo>
                <a:lnTo>
                  <a:pt x="1498" y="6563"/>
                </a:lnTo>
                <a:lnTo>
                  <a:pt x="1553" y="6735"/>
                </a:lnTo>
                <a:lnTo>
                  <a:pt x="1553" y="6908"/>
                </a:lnTo>
                <a:lnTo>
                  <a:pt x="1635" y="7081"/>
                </a:lnTo>
                <a:lnTo>
                  <a:pt x="1689" y="7254"/>
                </a:lnTo>
                <a:lnTo>
                  <a:pt x="1689" y="7426"/>
                </a:lnTo>
                <a:lnTo>
                  <a:pt x="1744" y="7574"/>
                </a:lnTo>
                <a:lnTo>
                  <a:pt x="1744" y="7747"/>
                </a:lnTo>
                <a:lnTo>
                  <a:pt x="1825" y="7920"/>
                </a:lnTo>
                <a:lnTo>
                  <a:pt x="1880" y="8093"/>
                </a:lnTo>
                <a:lnTo>
                  <a:pt x="1880" y="8265"/>
                </a:lnTo>
                <a:lnTo>
                  <a:pt x="1934" y="8438"/>
                </a:lnTo>
                <a:lnTo>
                  <a:pt x="1989" y="8611"/>
                </a:lnTo>
                <a:lnTo>
                  <a:pt x="1989" y="8783"/>
                </a:lnTo>
                <a:lnTo>
                  <a:pt x="2071" y="8931"/>
                </a:lnTo>
                <a:lnTo>
                  <a:pt x="2125" y="9104"/>
                </a:lnTo>
                <a:lnTo>
                  <a:pt x="2125" y="9282"/>
                </a:lnTo>
                <a:lnTo>
                  <a:pt x="2180" y="9452"/>
                </a:lnTo>
                <a:lnTo>
                  <a:pt x="2234" y="9620"/>
                </a:lnTo>
                <a:lnTo>
                  <a:pt x="2234" y="9790"/>
                </a:lnTo>
                <a:lnTo>
                  <a:pt x="2316" y="9960"/>
                </a:lnTo>
                <a:lnTo>
                  <a:pt x="2316" y="10131"/>
                </a:lnTo>
                <a:lnTo>
                  <a:pt x="2371" y="10301"/>
                </a:lnTo>
                <a:lnTo>
                  <a:pt x="2425" y="10469"/>
                </a:lnTo>
                <a:lnTo>
                  <a:pt x="2425" y="10639"/>
                </a:lnTo>
                <a:lnTo>
                  <a:pt x="2507" y="10809"/>
                </a:lnTo>
                <a:lnTo>
                  <a:pt x="2561" y="10979"/>
                </a:lnTo>
                <a:lnTo>
                  <a:pt x="2561" y="11150"/>
                </a:lnTo>
                <a:lnTo>
                  <a:pt x="2616" y="11317"/>
                </a:lnTo>
                <a:lnTo>
                  <a:pt x="2670" y="11488"/>
                </a:lnTo>
                <a:lnTo>
                  <a:pt x="2670" y="1165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7405219" y="3759304"/>
            <a:ext cx="2670" cy="11599"/>
          </a:xfrm>
          <a:custGeom>
            <a:avLst/>
            <a:gdLst/>
            <a:ahLst/>
            <a:cxnLst/>
            <a:rect l="l" t="t" r="r" b="b"/>
            <a:pathLst>
              <a:path w="2670" h="11599">
                <a:moveTo>
                  <a:pt x="0" y="0"/>
                </a:moveTo>
                <a:lnTo>
                  <a:pt x="0" y="170"/>
                </a:lnTo>
                <a:lnTo>
                  <a:pt x="54" y="340"/>
                </a:lnTo>
                <a:lnTo>
                  <a:pt x="54" y="508"/>
                </a:lnTo>
                <a:lnTo>
                  <a:pt x="109" y="678"/>
                </a:lnTo>
                <a:lnTo>
                  <a:pt x="163" y="848"/>
                </a:lnTo>
                <a:lnTo>
                  <a:pt x="163" y="1019"/>
                </a:lnTo>
                <a:lnTo>
                  <a:pt x="245" y="1189"/>
                </a:lnTo>
                <a:lnTo>
                  <a:pt x="299" y="1357"/>
                </a:lnTo>
                <a:lnTo>
                  <a:pt x="299" y="1527"/>
                </a:lnTo>
                <a:lnTo>
                  <a:pt x="354" y="1697"/>
                </a:lnTo>
                <a:lnTo>
                  <a:pt x="354" y="1867"/>
                </a:lnTo>
                <a:lnTo>
                  <a:pt x="436" y="2038"/>
                </a:lnTo>
                <a:lnTo>
                  <a:pt x="490" y="2205"/>
                </a:lnTo>
                <a:lnTo>
                  <a:pt x="490" y="2376"/>
                </a:lnTo>
                <a:lnTo>
                  <a:pt x="545" y="2546"/>
                </a:lnTo>
                <a:lnTo>
                  <a:pt x="599" y="2716"/>
                </a:lnTo>
                <a:lnTo>
                  <a:pt x="599" y="2886"/>
                </a:lnTo>
                <a:lnTo>
                  <a:pt x="681" y="3054"/>
                </a:lnTo>
                <a:lnTo>
                  <a:pt x="735" y="3224"/>
                </a:lnTo>
                <a:lnTo>
                  <a:pt x="735" y="3395"/>
                </a:lnTo>
                <a:lnTo>
                  <a:pt x="790" y="3565"/>
                </a:lnTo>
                <a:lnTo>
                  <a:pt x="872" y="3735"/>
                </a:lnTo>
                <a:lnTo>
                  <a:pt x="872" y="3903"/>
                </a:lnTo>
                <a:lnTo>
                  <a:pt x="926" y="4073"/>
                </a:lnTo>
                <a:lnTo>
                  <a:pt x="926" y="4243"/>
                </a:lnTo>
                <a:lnTo>
                  <a:pt x="981" y="4414"/>
                </a:lnTo>
                <a:lnTo>
                  <a:pt x="1035" y="4584"/>
                </a:lnTo>
                <a:lnTo>
                  <a:pt x="1035" y="4752"/>
                </a:lnTo>
                <a:lnTo>
                  <a:pt x="1117" y="4922"/>
                </a:lnTo>
                <a:lnTo>
                  <a:pt x="1171" y="5149"/>
                </a:lnTo>
                <a:lnTo>
                  <a:pt x="1171" y="5319"/>
                </a:lnTo>
                <a:lnTo>
                  <a:pt x="1226" y="5487"/>
                </a:lnTo>
                <a:lnTo>
                  <a:pt x="1280" y="5657"/>
                </a:lnTo>
                <a:lnTo>
                  <a:pt x="1280" y="5827"/>
                </a:lnTo>
                <a:lnTo>
                  <a:pt x="1362" y="5998"/>
                </a:lnTo>
                <a:lnTo>
                  <a:pt x="1417" y="6168"/>
                </a:lnTo>
                <a:lnTo>
                  <a:pt x="1417" y="6336"/>
                </a:lnTo>
                <a:lnTo>
                  <a:pt x="1471" y="6506"/>
                </a:lnTo>
                <a:lnTo>
                  <a:pt x="1553" y="6676"/>
                </a:lnTo>
                <a:lnTo>
                  <a:pt x="1553" y="6846"/>
                </a:lnTo>
                <a:lnTo>
                  <a:pt x="1607" y="7017"/>
                </a:lnTo>
                <a:lnTo>
                  <a:pt x="1607" y="7185"/>
                </a:lnTo>
                <a:lnTo>
                  <a:pt x="1662" y="7355"/>
                </a:lnTo>
                <a:lnTo>
                  <a:pt x="1716" y="7525"/>
                </a:lnTo>
                <a:lnTo>
                  <a:pt x="1716" y="7695"/>
                </a:lnTo>
                <a:lnTo>
                  <a:pt x="1798" y="7866"/>
                </a:lnTo>
                <a:lnTo>
                  <a:pt x="1853" y="8033"/>
                </a:lnTo>
                <a:lnTo>
                  <a:pt x="1853" y="8204"/>
                </a:lnTo>
                <a:lnTo>
                  <a:pt x="1907" y="8374"/>
                </a:lnTo>
                <a:lnTo>
                  <a:pt x="1989" y="8544"/>
                </a:lnTo>
                <a:lnTo>
                  <a:pt x="1989" y="8714"/>
                </a:lnTo>
                <a:lnTo>
                  <a:pt x="2044" y="8882"/>
                </a:lnTo>
                <a:lnTo>
                  <a:pt x="2098" y="9052"/>
                </a:lnTo>
                <a:lnTo>
                  <a:pt x="2098" y="9223"/>
                </a:lnTo>
                <a:lnTo>
                  <a:pt x="2153" y="9393"/>
                </a:lnTo>
                <a:lnTo>
                  <a:pt x="2234" y="9563"/>
                </a:lnTo>
                <a:lnTo>
                  <a:pt x="2234" y="9731"/>
                </a:lnTo>
                <a:lnTo>
                  <a:pt x="2289" y="9901"/>
                </a:lnTo>
                <a:lnTo>
                  <a:pt x="2289" y="10071"/>
                </a:lnTo>
                <a:lnTo>
                  <a:pt x="2343" y="10242"/>
                </a:lnTo>
                <a:lnTo>
                  <a:pt x="2398" y="10412"/>
                </a:lnTo>
                <a:lnTo>
                  <a:pt x="2398" y="10580"/>
                </a:lnTo>
                <a:lnTo>
                  <a:pt x="2480" y="10750"/>
                </a:lnTo>
                <a:lnTo>
                  <a:pt x="2534" y="10920"/>
                </a:lnTo>
                <a:lnTo>
                  <a:pt x="2534" y="11090"/>
                </a:lnTo>
                <a:lnTo>
                  <a:pt x="2589" y="11261"/>
                </a:lnTo>
                <a:lnTo>
                  <a:pt x="2670" y="11428"/>
                </a:lnTo>
                <a:lnTo>
                  <a:pt x="2670" y="1159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7407890" y="3770903"/>
            <a:ext cx="2725" cy="11374"/>
          </a:xfrm>
          <a:custGeom>
            <a:avLst/>
            <a:gdLst/>
            <a:ahLst/>
            <a:cxnLst/>
            <a:rect l="l" t="t" r="r" b="b"/>
            <a:pathLst>
              <a:path w="2725" h="11374">
                <a:moveTo>
                  <a:pt x="0" y="0"/>
                </a:moveTo>
                <a:lnTo>
                  <a:pt x="54" y="170"/>
                </a:lnTo>
                <a:lnTo>
                  <a:pt x="109" y="340"/>
                </a:lnTo>
                <a:lnTo>
                  <a:pt x="109" y="510"/>
                </a:lnTo>
                <a:lnTo>
                  <a:pt x="163" y="678"/>
                </a:lnTo>
                <a:lnTo>
                  <a:pt x="245" y="905"/>
                </a:lnTo>
                <a:lnTo>
                  <a:pt x="245" y="1075"/>
                </a:lnTo>
                <a:lnTo>
                  <a:pt x="299" y="1246"/>
                </a:lnTo>
                <a:lnTo>
                  <a:pt x="354" y="1416"/>
                </a:lnTo>
                <a:lnTo>
                  <a:pt x="354" y="1584"/>
                </a:lnTo>
                <a:lnTo>
                  <a:pt x="408" y="1754"/>
                </a:lnTo>
                <a:lnTo>
                  <a:pt x="490" y="1924"/>
                </a:lnTo>
                <a:lnTo>
                  <a:pt x="490" y="2094"/>
                </a:lnTo>
                <a:lnTo>
                  <a:pt x="545" y="2265"/>
                </a:lnTo>
                <a:lnTo>
                  <a:pt x="599" y="2432"/>
                </a:lnTo>
                <a:lnTo>
                  <a:pt x="599" y="2603"/>
                </a:lnTo>
                <a:lnTo>
                  <a:pt x="681" y="2773"/>
                </a:lnTo>
                <a:lnTo>
                  <a:pt x="735" y="2943"/>
                </a:lnTo>
                <a:lnTo>
                  <a:pt x="735" y="3113"/>
                </a:lnTo>
                <a:lnTo>
                  <a:pt x="790" y="3281"/>
                </a:lnTo>
                <a:lnTo>
                  <a:pt x="844" y="3451"/>
                </a:lnTo>
                <a:lnTo>
                  <a:pt x="844" y="3622"/>
                </a:lnTo>
                <a:lnTo>
                  <a:pt x="926" y="3792"/>
                </a:lnTo>
                <a:lnTo>
                  <a:pt x="981" y="3962"/>
                </a:lnTo>
                <a:lnTo>
                  <a:pt x="981" y="4130"/>
                </a:lnTo>
                <a:lnTo>
                  <a:pt x="1035" y="4300"/>
                </a:lnTo>
                <a:lnTo>
                  <a:pt x="1117" y="4470"/>
                </a:lnTo>
                <a:lnTo>
                  <a:pt x="1117" y="4641"/>
                </a:lnTo>
                <a:lnTo>
                  <a:pt x="1171" y="4811"/>
                </a:lnTo>
                <a:lnTo>
                  <a:pt x="1226" y="4979"/>
                </a:lnTo>
                <a:lnTo>
                  <a:pt x="1226" y="5149"/>
                </a:lnTo>
                <a:lnTo>
                  <a:pt x="1280" y="5319"/>
                </a:lnTo>
                <a:lnTo>
                  <a:pt x="1362" y="5489"/>
                </a:lnTo>
                <a:lnTo>
                  <a:pt x="1362" y="5660"/>
                </a:lnTo>
                <a:lnTo>
                  <a:pt x="1417" y="5827"/>
                </a:lnTo>
                <a:lnTo>
                  <a:pt x="1417" y="5998"/>
                </a:lnTo>
                <a:lnTo>
                  <a:pt x="1471" y="6168"/>
                </a:lnTo>
                <a:lnTo>
                  <a:pt x="1526" y="6338"/>
                </a:lnTo>
                <a:lnTo>
                  <a:pt x="1526" y="6508"/>
                </a:lnTo>
                <a:lnTo>
                  <a:pt x="1607" y="6676"/>
                </a:lnTo>
                <a:lnTo>
                  <a:pt x="1662" y="6846"/>
                </a:lnTo>
                <a:lnTo>
                  <a:pt x="1662" y="7017"/>
                </a:lnTo>
                <a:lnTo>
                  <a:pt x="1716" y="7187"/>
                </a:lnTo>
                <a:lnTo>
                  <a:pt x="1798" y="7357"/>
                </a:lnTo>
                <a:lnTo>
                  <a:pt x="1798" y="7525"/>
                </a:lnTo>
                <a:lnTo>
                  <a:pt x="1853" y="7695"/>
                </a:lnTo>
                <a:lnTo>
                  <a:pt x="1907" y="7866"/>
                </a:lnTo>
                <a:lnTo>
                  <a:pt x="1907" y="8036"/>
                </a:lnTo>
                <a:lnTo>
                  <a:pt x="1962" y="8206"/>
                </a:lnTo>
                <a:lnTo>
                  <a:pt x="2044" y="8374"/>
                </a:lnTo>
                <a:lnTo>
                  <a:pt x="2044" y="8544"/>
                </a:lnTo>
                <a:lnTo>
                  <a:pt x="2098" y="8714"/>
                </a:lnTo>
                <a:lnTo>
                  <a:pt x="2153" y="8885"/>
                </a:lnTo>
                <a:lnTo>
                  <a:pt x="2153" y="9055"/>
                </a:lnTo>
                <a:lnTo>
                  <a:pt x="2234" y="9223"/>
                </a:lnTo>
                <a:lnTo>
                  <a:pt x="2289" y="9393"/>
                </a:lnTo>
                <a:lnTo>
                  <a:pt x="2289" y="9563"/>
                </a:lnTo>
                <a:lnTo>
                  <a:pt x="2343" y="9733"/>
                </a:lnTo>
                <a:lnTo>
                  <a:pt x="2343" y="9904"/>
                </a:lnTo>
                <a:lnTo>
                  <a:pt x="2398" y="10071"/>
                </a:lnTo>
                <a:lnTo>
                  <a:pt x="2480" y="10242"/>
                </a:lnTo>
                <a:lnTo>
                  <a:pt x="2480" y="10412"/>
                </a:lnTo>
                <a:lnTo>
                  <a:pt x="2534" y="10582"/>
                </a:lnTo>
                <a:lnTo>
                  <a:pt x="2589" y="10752"/>
                </a:lnTo>
                <a:lnTo>
                  <a:pt x="2589" y="10920"/>
                </a:lnTo>
                <a:lnTo>
                  <a:pt x="2643" y="11090"/>
                </a:lnTo>
                <a:lnTo>
                  <a:pt x="2725" y="1126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7410615" y="3782278"/>
            <a:ext cx="2725" cy="11090"/>
          </a:xfrm>
          <a:custGeom>
            <a:avLst/>
            <a:gdLst/>
            <a:ahLst/>
            <a:cxnLst/>
            <a:rect l="l" t="t" r="r" b="b"/>
            <a:pathLst>
              <a:path w="2725" h="11090">
                <a:moveTo>
                  <a:pt x="0" y="0"/>
                </a:moveTo>
                <a:lnTo>
                  <a:pt x="54" y="170"/>
                </a:lnTo>
                <a:lnTo>
                  <a:pt x="109" y="338"/>
                </a:lnTo>
                <a:lnTo>
                  <a:pt x="109" y="508"/>
                </a:lnTo>
                <a:lnTo>
                  <a:pt x="190" y="678"/>
                </a:lnTo>
                <a:lnTo>
                  <a:pt x="245" y="848"/>
                </a:lnTo>
                <a:lnTo>
                  <a:pt x="245" y="1019"/>
                </a:lnTo>
                <a:lnTo>
                  <a:pt x="299" y="1186"/>
                </a:lnTo>
                <a:lnTo>
                  <a:pt x="299" y="1357"/>
                </a:lnTo>
                <a:lnTo>
                  <a:pt x="354" y="1527"/>
                </a:lnTo>
                <a:lnTo>
                  <a:pt x="436" y="1697"/>
                </a:lnTo>
                <a:lnTo>
                  <a:pt x="490" y="1867"/>
                </a:lnTo>
                <a:lnTo>
                  <a:pt x="490" y="2035"/>
                </a:lnTo>
                <a:lnTo>
                  <a:pt x="545" y="2205"/>
                </a:lnTo>
                <a:lnTo>
                  <a:pt x="599" y="2376"/>
                </a:lnTo>
                <a:lnTo>
                  <a:pt x="599" y="2546"/>
                </a:lnTo>
                <a:lnTo>
                  <a:pt x="681" y="2716"/>
                </a:lnTo>
                <a:lnTo>
                  <a:pt x="735" y="2884"/>
                </a:lnTo>
                <a:lnTo>
                  <a:pt x="735" y="3054"/>
                </a:lnTo>
                <a:lnTo>
                  <a:pt x="790" y="3224"/>
                </a:lnTo>
                <a:lnTo>
                  <a:pt x="872" y="3395"/>
                </a:lnTo>
                <a:lnTo>
                  <a:pt x="872" y="3565"/>
                </a:lnTo>
                <a:lnTo>
                  <a:pt x="926" y="3733"/>
                </a:lnTo>
                <a:lnTo>
                  <a:pt x="981" y="3903"/>
                </a:lnTo>
                <a:lnTo>
                  <a:pt x="981" y="4073"/>
                </a:lnTo>
                <a:lnTo>
                  <a:pt x="1035" y="4243"/>
                </a:lnTo>
                <a:lnTo>
                  <a:pt x="1117" y="4414"/>
                </a:lnTo>
                <a:lnTo>
                  <a:pt x="1117" y="4581"/>
                </a:lnTo>
                <a:lnTo>
                  <a:pt x="1171" y="4752"/>
                </a:lnTo>
                <a:lnTo>
                  <a:pt x="1226" y="4922"/>
                </a:lnTo>
                <a:lnTo>
                  <a:pt x="1226" y="5092"/>
                </a:lnTo>
                <a:lnTo>
                  <a:pt x="1308" y="5262"/>
                </a:lnTo>
                <a:lnTo>
                  <a:pt x="1362" y="5430"/>
                </a:lnTo>
                <a:lnTo>
                  <a:pt x="1362" y="5600"/>
                </a:lnTo>
                <a:lnTo>
                  <a:pt x="1417" y="5771"/>
                </a:lnTo>
                <a:lnTo>
                  <a:pt x="1471" y="5941"/>
                </a:lnTo>
                <a:lnTo>
                  <a:pt x="1471" y="6111"/>
                </a:lnTo>
                <a:lnTo>
                  <a:pt x="1553" y="6279"/>
                </a:lnTo>
                <a:lnTo>
                  <a:pt x="1607" y="6449"/>
                </a:lnTo>
                <a:lnTo>
                  <a:pt x="1607" y="6619"/>
                </a:lnTo>
                <a:lnTo>
                  <a:pt x="1662" y="6790"/>
                </a:lnTo>
                <a:lnTo>
                  <a:pt x="1716" y="6960"/>
                </a:lnTo>
                <a:lnTo>
                  <a:pt x="1716" y="7128"/>
                </a:lnTo>
                <a:lnTo>
                  <a:pt x="1798" y="7298"/>
                </a:lnTo>
                <a:lnTo>
                  <a:pt x="1853" y="7468"/>
                </a:lnTo>
                <a:lnTo>
                  <a:pt x="1853" y="7639"/>
                </a:lnTo>
                <a:lnTo>
                  <a:pt x="1907" y="7809"/>
                </a:lnTo>
                <a:lnTo>
                  <a:pt x="1989" y="7977"/>
                </a:lnTo>
                <a:lnTo>
                  <a:pt x="1989" y="8147"/>
                </a:lnTo>
                <a:lnTo>
                  <a:pt x="2044" y="8317"/>
                </a:lnTo>
                <a:lnTo>
                  <a:pt x="2098" y="8487"/>
                </a:lnTo>
                <a:lnTo>
                  <a:pt x="2098" y="8658"/>
                </a:lnTo>
                <a:lnTo>
                  <a:pt x="2153" y="8825"/>
                </a:lnTo>
                <a:lnTo>
                  <a:pt x="2234" y="8996"/>
                </a:lnTo>
                <a:lnTo>
                  <a:pt x="2289" y="9166"/>
                </a:lnTo>
                <a:lnTo>
                  <a:pt x="2289" y="9336"/>
                </a:lnTo>
                <a:lnTo>
                  <a:pt x="2343" y="9506"/>
                </a:lnTo>
                <a:lnTo>
                  <a:pt x="2343" y="9674"/>
                </a:lnTo>
                <a:lnTo>
                  <a:pt x="2398" y="9844"/>
                </a:lnTo>
                <a:lnTo>
                  <a:pt x="2480" y="10015"/>
                </a:lnTo>
                <a:lnTo>
                  <a:pt x="2480" y="10185"/>
                </a:lnTo>
                <a:lnTo>
                  <a:pt x="2534" y="10355"/>
                </a:lnTo>
                <a:lnTo>
                  <a:pt x="2589" y="10523"/>
                </a:lnTo>
                <a:lnTo>
                  <a:pt x="2589" y="10693"/>
                </a:lnTo>
                <a:lnTo>
                  <a:pt x="2670" y="10863"/>
                </a:lnTo>
                <a:lnTo>
                  <a:pt x="2725" y="1103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7413340" y="3793369"/>
            <a:ext cx="2725" cy="10807"/>
          </a:xfrm>
          <a:custGeom>
            <a:avLst/>
            <a:gdLst/>
            <a:ahLst/>
            <a:cxnLst/>
            <a:rect l="l" t="t" r="r" b="b"/>
            <a:pathLst>
              <a:path w="2725" h="10807">
                <a:moveTo>
                  <a:pt x="0" y="0"/>
                </a:moveTo>
                <a:lnTo>
                  <a:pt x="54" y="170"/>
                </a:lnTo>
                <a:lnTo>
                  <a:pt x="109" y="338"/>
                </a:lnTo>
                <a:lnTo>
                  <a:pt x="109" y="508"/>
                </a:lnTo>
                <a:lnTo>
                  <a:pt x="190" y="678"/>
                </a:lnTo>
                <a:lnTo>
                  <a:pt x="245" y="848"/>
                </a:lnTo>
                <a:lnTo>
                  <a:pt x="245" y="1019"/>
                </a:lnTo>
                <a:lnTo>
                  <a:pt x="299" y="1186"/>
                </a:lnTo>
                <a:lnTo>
                  <a:pt x="299" y="1357"/>
                </a:lnTo>
                <a:lnTo>
                  <a:pt x="381" y="1527"/>
                </a:lnTo>
                <a:lnTo>
                  <a:pt x="436" y="1697"/>
                </a:lnTo>
                <a:lnTo>
                  <a:pt x="436" y="1867"/>
                </a:lnTo>
                <a:lnTo>
                  <a:pt x="490" y="2035"/>
                </a:lnTo>
                <a:lnTo>
                  <a:pt x="545" y="2205"/>
                </a:lnTo>
                <a:lnTo>
                  <a:pt x="626" y="2376"/>
                </a:lnTo>
                <a:lnTo>
                  <a:pt x="626" y="2546"/>
                </a:lnTo>
                <a:lnTo>
                  <a:pt x="681" y="2716"/>
                </a:lnTo>
                <a:lnTo>
                  <a:pt x="735" y="2884"/>
                </a:lnTo>
                <a:lnTo>
                  <a:pt x="735" y="3054"/>
                </a:lnTo>
                <a:lnTo>
                  <a:pt x="790" y="3224"/>
                </a:lnTo>
                <a:lnTo>
                  <a:pt x="872" y="3395"/>
                </a:lnTo>
                <a:lnTo>
                  <a:pt x="872" y="3565"/>
                </a:lnTo>
                <a:lnTo>
                  <a:pt x="926" y="3733"/>
                </a:lnTo>
                <a:lnTo>
                  <a:pt x="981" y="3903"/>
                </a:lnTo>
                <a:lnTo>
                  <a:pt x="981" y="4073"/>
                </a:lnTo>
                <a:lnTo>
                  <a:pt x="1062" y="4243"/>
                </a:lnTo>
                <a:lnTo>
                  <a:pt x="1117" y="4414"/>
                </a:lnTo>
                <a:lnTo>
                  <a:pt x="1117" y="4581"/>
                </a:lnTo>
                <a:lnTo>
                  <a:pt x="1171" y="4752"/>
                </a:lnTo>
                <a:lnTo>
                  <a:pt x="1226" y="4922"/>
                </a:lnTo>
                <a:lnTo>
                  <a:pt x="1308" y="5092"/>
                </a:lnTo>
                <a:lnTo>
                  <a:pt x="1308" y="5262"/>
                </a:lnTo>
                <a:lnTo>
                  <a:pt x="1362" y="5430"/>
                </a:lnTo>
                <a:lnTo>
                  <a:pt x="1417" y="5600"/>
                </a:lnTo>
                <a:lnTo>
                  <a:pt x="1417" y="5771"/>
                </a:lnTo>
                <a:lnTo>
                  <a:pt x="1498" y="5941"/>
                </a:lnTo>
                <a:lnTo>
                  <a:pt x="1553" y="6111"/>
                </a:lnTo>
                <a:lnTo>
                  <a:pt x="1553" y="6279"/>
                </a:lnTo>
                <a:lnTo>
                  <a:pt x="1607" y="6449"/>
                </a:lnTo>
                <a:lnTo>
                  <a:pt x="1662" y="6619"/>
                </a:lnTo>
                <a:lnTo>
                  <a:pt x="1662" y="6790"/>
                </a:lnTo>
                <a:lnTo>
                  <a:pt x="1744" y="6960"/>
                </a:lnTo>
                <a:lnTo>
                  <a:pt x="1798" y="7128"/>
                </a:lnTo>
                <a:lnTo>
                  <a:pt x="1798" y="7298"/>
                </a:lnTo>
                <a:lnTo>
                  <a:pt x="1853" y="7468"/>
                </a:lnTo>
                <a:lnTo>
                  <a:pt x="1907" y="7639"/>
                </a:lnTo>
                <a:lnTo>
                  <a:pt x="1989" y="7809"/>
                </a:lnTo>
                <a:lnTo>
                  <a:pt x="1989" y="7977"/>
                </a:lnTo>
                <a:lnTo>
                  <a:pt x="2044" y="8147"/>
                </a:lnTo>
                <a:lnTo>
                  <a:pt x="2098" y="8317"/>
                </a:lnTo>
                <a:lnTo>
                  <a:pt x="2098" y="8487"/>
                </a:lnTo>
                <a:lnTo>
                  <a:pt x="2180" y="8658"/>
                </a:lnTo>
                <a:lnTo>
                  <a:pt x="2234" y="8825"/>
                </a:lnTo>
                <a:lnTo>
                  <a:pt x="2289" y="8996"/>
                </a:lnTo>
                <a:lnTo>
                  <a:pt x="2289" y="9166"/>
                </a:lnTo>
                <a:lnTo>
                  <a:pt x="2343" y="9336"/>
                </a:lnTo>
                <a:lnTo>
                  <a:pt x="2343" y="9506"/>
                </a:lnTo>
                <a:lnTo>
                  <a:pt x="2425" y="9674"/>
                </a:lnTo>
                <a:lnTo>
                  <a:pt x="2480" y="9844"/>
                </a:lnTo>
                <a:lnTo>
                  <a:pt x="2534" y="10015"/>
                </a:lnTo>
                <a:lnTo>
                  <a:pt x="2534" y="10185"/>
                </a:lnTo>
                <a:lnTo>
                  <a:pt x="2589" y="10355"/>
                </a:lnTo>
                <a:lnTo>
                  <a:pt x="2670" y="10523"/>
                </a:lnTo>
                <a:lnTo>
                  <a:pt x="2670" y="1069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7416066" y="3804176"/>
            <a:ext cx="2725" cy="10525"/>
          </a:xfrm>
          <a:custGeom>
            <a:avLst/>
            <a:gdLst/>
            <a:ahLst/>
            <a:cxnLst/>
            <a:rect l="l" t="t" r="r" b="b"/>
            <a:pathLst>
              <a:path w="2725" h="10525">
                <a:moveTo>
                  <a:pt x="0" y="0"/>
                </a:moveTo>
                <a:lnTo>
                  <a:pt x="0" y="170"/>
                </a:lnTo>
                <a:lnTo>
                  <a:pt x="54" y="340"/>
                </a:lnTo>
                <a:lnTo>
                  <a:pt x="136" y="508"/>
                </a:lnTo>
                <a:lnTo>
                  <a:pt x="190" y="678"/>
                </a:lnTo>
                <a:lnTo>
                  <a:pt x="190" y="848"/>
                </a:lnTo>
                <a:lnTo>
                  <a:pt x="245" y="1019"/>
                </a:lnTo>
                <a:lnTo>
                  <a:pt x="299" y="1189"/>
                </a:lnTo>
                <a:lnTo>
                  <a:pt x="299" y="1357"/>
                </a:lnTo>
                <a:lnTo>
                  <a:pt x="381" y="1527"/>
                </a:lnTo>
                <a:lnTo>
                  <a:pt x="436" y="1697"/>
                </a:lnTo>
                <a:lnTo>
                  <a:pt x="436" y="1867"/>
                </a:lnTo>
                <a:lnTo>
                  <a:pt x="490" y="2038"/>
                </a:lnTo>
                <a:lnTo>
                  <a:pt x="572" y="2205"/>
                </a:lnTo>
                <a:lnTo>
                  <a:pt x="626" y="2376"/>
                </a:lnTo>
                <a:lnTo>
                  <a:pt x="626" y="2546"/>
                </a:lnTo>
                <a:lnTo>
                  <a:pt x="681" y="2716"/>
                </a:lnTo>
                <a:lnTo>
                  <a:pt x="735" y="2886"/>
                </a:lnTo>
                <a:lnTo>
                  <a:pt x="735" y="3054"/>
                </a:lnTo>
                <a:lnTo>
                  <a:pt x="817" y="3224"/>
                </a:lnTo>
                <a:lnTo>
                  <a:pt x="872" y="3395"/>
                </a:lnTo>
                <a:lnTo>
                  <a:pt x="926" y="3565"/>
                </a:lnTo>
                <a:lnTo>
                  <a:pt x="926" y="3735"/>
                </a:lnTo>
                <a:lnTo>
                  <a:pt x="981" y="3903"/>
                </a:lnTo>
                <a:lnTo>
                  <a:pt x="1062" y="4073"/>
                </a:lnTo>
                <a:lnTo>
                  <a:pt x="1062" y="4243"/>
                </a:lnTo>
                <a:lnTo>
                  <a:pt x="1117" y="4414"/>
                </a:lnTo>
                <a:lnTo>
                  <a:pt x="1171" y="4584"/>
                </a:lnTo>
                <a:lnTo>
                  <a:pt x="1171" y="4752"/>
                </a:lnTo>
                <a:lnTo>
                  <a:pt x="1253" y="4922"/>
                </a:lnTo>
                <a:lnTo>
                  <a:pt x="1308" y="5092"/>
                </a:lnTo>
                <a:lnTo>
                  <a:pt x="1362" y="5262"/>
                </a:lnTo>
                <a:lnTo>
                  <a:pt x="1362" y="5433"/>
                </a:lnTo>
                <a:lnTo>
                  <a:pt x="1417" y="5600"/>
                </a:lnTo>
                <a:lnTo>
                  <a:pt x="1498" y="5771"/>
                </a:lnTo>
                <a:lnTo>
                  <a:pt x="1498" y="5941"/>
                </a:lnTo>
                <a:lnTo>
                  <a:pt x="1553" y="6111"/>
                </a:lnTo>
                <a:lnTo>
                  <a:pt x="1607" y="6281"/>
                </a:lnTo>
                <a:lnTo>
                  <a:pt x="1607" y="6449"/>
                </a:lnTo>
                <a:lnTo>
                  <a:pt x="1689" y="6619"/>
                </a:lnTo>
                <a:lnTo>
                  <a:pt x="1744" y="6790"/>
                </a:lnTo>
                <a:lnTo>
                  <a:pt x="1798" y="6960"/>
                </a:lnTo>
                <a:lnTo>
                  <a:pt x="1798" y="7130"/>
                </a:lnTo>
                <a:lnTo>
                  <a:pt x="1853" y="7298"/>
                </a:lnTo>
                <a:lnTo>
                  <a:pt x="1934" y="7468"/>
                </a:lnTo>
                <a:lnTo>
                  <a:pt x="1934" y="7639"/>
                </a:lnTo>
                <a:lnTo>
                  <a:pt x="1989" y="7809"/>
                </a:lnTo>
                <a:lnTo>
                  <a:pt x="2044" y="7979"/>
                </a:lnTo>
                <a:lnTo>
                  <a:pt x="2098" y="8147"/>
                </a:lnTo>
                <a:lnTo>
                  <a:pt x="2098" y="8317"/>
                </a:lnTo>
                <a:lnTo>
                  <a:pt x="2180" y="8487"/>
                </a:lnTo>
                <a:lnTo>
                  <a:pt x="2234" y="8658"/>
                </a:lnTo>
                <a:lnTo>
                  <a:pt x="2289" y="8828"/>
                </a:lnTo>
                <a:lnTo>
                  <a:pt x="2289" y="8996"/>
                </a:lnTo>
                <a:lnTo>
                  <a:pt x="2371" y="9166"/>
                </a:lnTo>
                <a:lnTo>
                  <a:pt x="2371" y="9336"/>
                </a:lnTo>
                <a:lnTo>
                  <a:pt x="2425" y="9506"/>
                </a:lnTo>
                <a:lnTo>
                  <a:pt x="2480" y="9677"/>
                </a:lnTo>
                <a:lnTo>
                  <a:pt x="2534" y="9844"/>
                </a:lnTo>
                <a:lnTo>
                  <a:pt x="2534" y="10015"/>
                </a:lnTo>
                <a:lnTo>
                  <a:pt x="2616" y="10185"/>
                </a:lnTo>
                <a:lnTo>
                  <a:pt x="2670" y="10355"/>
                </a:lnTo>
                <a:lnTo>
                  <a:pt x="2725" y="1052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7418791" y="3814702"/>
            <a:ext cx="2670" cy="10242"/>
          </a:xfrm>
          <a:custGeom>
            <a:avLst/>
            <a:gdLst/>
            <a:ahLst/>
            <a:cxnLst/>
            <a:rect l="l" t="t" r="r" b="b"/>
            <a:pathLst>
              <a:path w="2670" h="10242">
                <a:moveTo>
                  <a:pt x="0" y="0"/>
                </a:moveTo>
                <a:lnTo>
                  <a:pt x="0" y="167"/>
                </a:lnTo>
                <a:lnTo>
                  <a:pt x="54" y="338"/>
                </a:lnTo>
                <a:lnTo>
                  <a:pt x="136" y="508"/>
                </a:lnTo>
                <a:lnTo>
                  <a:pt x="136" y="678"/>
                </a:lnTo>
                <a:lnTo>
                  <a:pt x="190" y="848"/>
                </a:lnTo>
                <a:lnTo>
                  <a:pt x="245" y="1016"/>
                </a:lnTo>
                <a:lnTo>
                  <a:pt x="327" y="1186"/>
                </a:lnTo>
                <a:lnTo>
                  <a:pt x="327" y="1357"/>
                </a:lnTo>
                <a:lnTo>
                  <a:pt x="381" y="1527"/>
                </a:lnTo>
                <a:lnTo>
                  <a:pt x="436" y="1697"/>
                </a:lnTo>
                <a:lnTo>
                  <a:pt x="436" y="1865"/>
                </a:lnTo>
                <a:lnTo>
                  <a:pt x="490" y="2035"/>
                </a:lnTo>
                <a:lnTo>
                  <a:pt x="572" y="2205"/>
                </a:lnTo>
                <a:lnTo>
                  <a:pt x="626" y="2376"/>
                </a:lnTo>
                <a:lnTo>
                  <a:pt x="626" y="2546"/>
                </a:lnTo>
                <a:lnTo>
                  <a:pt x="681" y="2714"/>
                </a:lnTo>
                <a:lnTo>
                  <a:pt x="763" y="2884"/>
                </a:lnTo>
                <a:lnTo>
                  <a:pt x="817" y="3054"/>
                </a:lnTo>
                <a:lnTo>
                  <a:pt x="817" y="3224"/>
                </a:lnTo>
                <a:lnTo>
                  <a:pt x="872" y="3395"/>
                </a:lnTo>
                <a:lnTo>
                  <a:pt x="926" y="3562"/>
                </a:lnTo>
                <a:lnTo>
                  <a:pt x="926" y="3733"/>
                </a:lnTo>
                <a:lnTo>
                  <a:pt x="1008" y="3903"/>
                </a:lnTo>
                <a:lnTo>
                  <a:pt x="1062" y="4073"/>
                </a:lnTo>
                <a:lnTo>
                  <a:pt x="1117" y="4243"/>
                </a:lnTo>
                <a:lnTo>
                  <a:pt x="1117" y="4411"/>
                </a:lnTo>
                <a:lnTo>
                  <a:pt x="1171" y="4581"/>
                </a:lnTo>
                <a:lnTo>
                  <a:pt x="1253" y="4752"/>
                </a:lnTo>
                <a:lnTo>
                  <a:pt x="1253" y="4922"/>
                </a:lnTo>
                <a:lnTo>
                  <a:pt x="1308" y="5092"/>
                </a:lnTo>
                <a:lnTo>
                  <a:pt x="1362" y="5260"/>
                </a:lnTo>
                <a:lnTo>
                  <a:pt x="1444" y="5430"/>
                </a:lnTo>
                <a:lnTo>
                  <a:pt x="1444" y="5600"/>
                </a:lnTo>
                <a:lnTo>
                  <a:pt x="1498" y="5771"/>
                </a:lnTo>
                <a:lnTo>
                  <a:pt x="1553" y="5941"/>
                </a:lnTo>
                <a:lnTo>
                  <a:pt x="1607" y="6109"/>
                </a:lnTo>
                <a:lnTo>
                  <a:pt x="1607" y="6279"/>
                </a:lnTo>
                <a:lnTo>
                  <a:pt x="1689" y="6449"/>
                </a:lnTo>
                <a:lnTo>
                  <a:pt x="1744" y="6619"/>
                </a:lnTo>
                <a:lnTo>
                  <a:pt x="1744" y="6790"/>
                </a:lnTo>
                <a:lnTo>
                  <a:pt x="1798" y="6958"/>
                </a:lnTo>
                <a:lnTo>
                  <a:pt x="1880" y="7128"/>
                </a:lnTo>
                <a:lnTo>
                  <a:pt x="1934" y="7298"/>
                </a:lnTo>
                <a:lnTo>
                  <a:pt x="1934" y="7468"/>
                </a:lnTo>
                <a:lnTo>
                  <a:pt x="1989" y="7639"/>
                </a:lnTo>
                <a:lnTo>
                  <a:pt x="2044" y="7806"/>
                </a:lnTo>
                <a:lnTo>
                  <a:pt x="2044" y="7977"/>
                </a:lnTo>
                <a:lnTo>
                  <a:pt x="2125" y="8147"/>
                </a:lnTo>
                <a:lnTo>
                  <a:pt x="2180" y="8317"/>
                </a:lnTo>
                <a:lnTo>
                  <a:pt x="2234" y="8487"/>
                </a:lnTo>
                <a:lnTo>
                  <a:pt x="2234" y="8655"/>
                </a:lnTo>
                <a:lnTo>
                  <a:pt x="2289" y="8825"/>
                </a:lnTo>
                <a:lnTo>
                  <a:pt x="2371" y="8996"/>
                </a:lnTo>
                <a:lnTo>
                  <a:pt x="2371" y="9166"/>
                </a:lnTo>
                <a:lnTo>
                  <a:pt x="2425" y="9336"/>
                </a:lnTo>
                <a:lnTo>
                  <a:pt x="2480" y="9504"/>
                </a:lnTo>
                <a:lnTo>
                  <a:pt x="2561" y="9674"/>
                </a:lnTo>
                <a:lnTo>
                  <a:pt x="2616" y="9844"/>
                </a:lnTo>
                <a:lnTo>
                  <a:pt x="2616" y="10015"/>
                </a:lnTo>
                <a:lnTo>
                  <a:pt x="2670" y="1018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7421462" y="3824944"/>
            <a:ext cx="2725" cy="9958"/>
          </a:xfrm>
          <a:custGeom>
            <a:avLst/>
            <a:gdLst/>
            <a:ahLst/>
            <a:cxnLst/>
            <a:rect l="l" t="t" r="r" b="b"/>
            <a:pathLst>
              <a:path w="2725" h="9958">
                <a:moveTo>
                  <a:pt x="0" y="0"/>
                </a:moveTo>
                <a:lnTo>
                  <a:pt x="54" y="167"/>
                </a:lnTo>
                <a:lnTo>
                  <a:pt x="136" y="338"/>
                </a:lnTo>
                <a:lnTo>
                  <a:pt x="190" y="508"/>
                </a:lnTo>
                <a:lnTo>
                  <a:pt x="190" y="678"/>
                </a:lnTo>
                <a:lnTo>
                  <a:pt x="245" y="848"/>
                </a:lnTo>
                <a:lnTo>
                  <a:pt x="299" y="1016"/>
                </a:lnTo>
                <a:lnTo>
                  <a:pt x="299" y="1186"/>
                </a:lnTo>
                <a:lnTo>
                  <a:pt x="381" y="1357"/>
                </a:lnTo>
                <a:lnTo>
                  <a:pt x="436" y="1527"/>
                </a:lnTo>
                <a:lnTo>
                  <a:pt x="490" y="1697"/>
                </a:lnTo>
                <a:lnTo>
                  <a:pt x="490" y="1865"/>
                </a:lnTo>
                <a:lnTo>
                  <a:pt x="572" y="2035"/>
                </a:lnTo>
                <a:lnTo>
                  <a:pt x="626" y="2205"/>
                </a:lnTo>
                <a:lnTo>
                  <a:pt x="681" y="2376"/>
                </a:lnTo>
                <a:lnTo>
                  <a:pt x="681" y="2546"/>
                </a:lnTo>
                <a:lnTo>
                  <a:pt x="735" y="2714"/>
                </a:lnTo>
                <a:lnTo>
                  <a:pt x="817" y="2884"/>
                </a:lnTo>
                <a:lnTo>
                  <a:pt x="872" y="3054"/>
                </a:lnTo>
                <a:lnTo>
                  <a:pt x="872" y="3224"/>
                </a:lnTo>
                <a:lnTo>
                  <a:pt x="926" y="3395"/>
                </a:lnTo>
                <a:lnTo>
                  <a:pt x="1008" y="3562"/>
                </a:lnTo>
                <a:lnTo>
                  <a:pt x="1008" y="3733"/>
                </a:lnTo>
                <a:lnTo>
                  <a:pt x="1062" y="3903"/>
                </a:lnTo>
                <a:lnTo>
                  <a:pt x="1117" y="4073"/>
                </a:lnTo>
                <a:lnTo>
                  <a:pt x="1171" y="4243"/>
                </a:lnTo>
                <a:lnTo>
                  <a:pt x="1171" y="4411"/>
                </a:lnTo>
                <a:lnTo>
                  <a:pt x="1253" y="4581"/>
                </a:lnTo>
                <a:lnTo>
                  <a:pt x="1308" y="4752"/>
                </a:lnTo>
                <a:lnTo>
                  <a:pt x="1362" y="4922"/>
                </a:lnTo>
                <a:lnTo>
                  <a:pt x="1417" y="5092"/>
                </a:lnTo>
                <a:lnTo>
                  <a:pt x="1417" y="5260"/>
                </a:lnTo>
                <a:lnTo>
                  <a:pt x="1498" y="5430"/>
                </a:lnTo>
                <a:lnTo>
                  <a:pt x="1553" y="5600"/>
                </a:lnTo>
                <a:lnTo>
                  <a:pt x="1553" y="5771"/>
                </a:lnTo>
                <a:lnTo>
                  <a:pt x="1607" y="5941"/>
                </a:lnTo>
                <a:lnTo>
                  <a:pt x="1689" y="6109"/>
                </a:lnTo>
                <a:lnTo>
                  <a:pt x="1744" y="6279"/>
                </a:lnTo>
                <a:lnTo>
                  <a:pt x="1744" y="6449"/>
                </a:lnTo>
                <a:lnTo>
                  <a:pt x="1798" y="6619"/>
                </a:lnTo>
                <a:lnTo>
                  <a:pt x="1853" y="6790"/>
                </a:lnTo>
                <a:lnTo>
                  <a:pt x="1934" y="6958"/>
                </a:lnTo>
                <a:lnTo>
                  <a:pt x="1934" y="7128"/>
                </a:lnTo>
                <a:lnTo>
                  <a:pt x="1989" y="7298"/>
                </a:lnTo>
                <a:lnTo>
                  <a:pt x="2044" y="7468"/>
                </a:lnTo>
                <a:lnTo>
                  <a:pt x="2125" y="7639"/>
                </a:lnTo>
                <a:lnTo>
                  <a:pt x="2125" y="7806"/>
                </a:lnTo>
                <a:lnTo>
                  <a:pt x="2180" y="7977"/>
                </a:lnTo>
                <a:lnTo>
                  <a:pt x="2234" y="8147"/>
                </a:lnTo>
                <a:lnTo>
                  <a:pt x="2289" y="8317"/>
                </a:lnTo>
                <a:lnTo>
                  <a:pt x="2371" y="8487"/>
                </a:lnTo>
                <a:lnTo>
                  <a:pt x="2371" y="8655"/>
                </a:lnTo>
                <a:lnTo>
                  <a:pt x="2425" y="8825"/>
                </a:lnTo>
                <a:lnTo>
                  <a:pt x="2480" y="8996"/>
                </a:lnTo>
                <a:lnTo>
                  <a:pt x="2480" y="9166"/>
                </a:lnTo>
                <a:lnTo>
                  <a:pt x="2534" y="9336"/>
                </a:lnTo>
                <a:lnTo>
                  <a:pt x="2616" y="9504"/>
                </a:lnTo>
                <a:lnTo>
                  <a:pt x="2670" y="9674"/>
                </a:lnTo>
                <a:lnTo>
                  <a:pt x="2670" y="984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7424187" y="3834902"/>
            <a:ext cx="2725" cy="9674"/>
          </a:xfrm>
          <a:custGeom>
            <a:avLst/>
            <a:gdLst/>
            <a:ahLst/>
            <a:cxnLst/>
            <a:rect l="l" t="t" r="r" b="b"/>
            <a:pathLst>
              <a:path w="2725" h="9674">
                <a:moveTo>
                  <a:pt x="0" y="0"/>
                </a:moveTo>
                <a:lnTo>
                  <a:pt x="81" y="170"/>
                </a:lnTo>
                <a:lnTo>
                  <a:pt x="81" y="338"/>
                </a:lnTo>
                <a:lnTo>
                  <a:pt x="136" y="508"/>
                </a:lnTo>
                <a:lnTo>
                  <a:pt x="190" y="678"/>
                </a:lnTo>
                <a:lnTo>
                  <a:pt x="245" y="848"/>
                </a:lnTo>
                <a:lnTo>
                  <a:pt x="327" y="1019"/>
                </a:lnTo>
                <a:lnTo>
                  <a:pt x="327" y="1186"/>
                </a:lnTo>
                <a:lnTo>
                  <a:pt x="381" y="1357"/>
                </a:lnTo>
                <a:lnTo>
                  <a:pt x="436" y="1527"/>
                </a:lnTo>
                <a:lnTo>
                  <a:pt x="490" y="1697"/>
                </a:lnTo>
                <a:lnTo>
                  <a:pt x="490" y="1867"/>
                </a:lnTo>
                <a:lnTo>
                  <a:pt x="572" y="2035"/>
                </a:lnTo>
                <a:lnTo>
                  <a:pt x="626" y="2205"/>
                </a:lnTo>
                <a:lnTo>
                  <a:pt x="681" y="2376"/>
                </a:lnTo>
                <a:lnTo>
                  <a:pt x="681" y="2546"/>
                </a:lnTo>
                <a:lnTo>
                  <a:pt x="763" y="2716"/>
                </a:lnTo>
                <a:lnTo>
                  <a:pt x="817" y="2884"/>
                </a:lnTo>
                <a:lnTo>
                  <a:pt x="872" y="3054"/>
                </a:lnTo>
                <a:lnTo>
                  <a:pt x="872" y="3224"/>
                </a:lnTo>
                <a:lnTo>
                  <a:pt x="926" y="3395"/>
                </a:lnTo>
                <a:lnTo>
                  <a:pt x="1008" y="3565"/>
                </a:lnTo>
                <a:lnTo>
                  <a:pt x="1062" y="3733"/>
                </a:lnTo>
                <a:lnTo>
                  <a:pt x="1062" y="3903"/>
                </a:lnTo>
                <a:lnTo>
                  <a:pt x="1117" y="4073"/>
                </a:lnTo>
                <a:lnTo>
                  <a:pt x="1199" y="4243"/>
                </a:lnTo>
                <a:lnTo>
                  <a:pt x="1253" y="4414"/>
                </a:lnTo>
                <a:lnTo>
                  <a:pt x="1308" y="4581"/>
                </a:lnTo>
                <a:lnTo>
                  <a:pt x="1308" y="4752"/>
                </a:lnTo>
                <a:lnTo>
                  <a:pt x="1362" y="4922"/>
                </a:lnTo>
                <a:lnTo>
                  <a:pt x="1444" y="5092"/>
                </a:lnTo>
                <a:lnTo>
                  <a:pt x="1498" y="5262"/>
                </a:lnTo>
                <a:lnTo>
                  <a:pt x="1553" y="5430"/>
                </a:lnTo>
                <a:lnTo>
                  <a:pt x="1553" y="5600"/>
                </a:lnTo>
                <a:lnTo>
                  <a:pt x="1607" y="5771"/>
                </a:lnTo>
                <a:lnTo>
                  <a:pt x="1689" y="5941"/>
                </a:lnTo>
                <a:lnTo>
                  <a:pt x="1744" y="6111"/>
                </a:lnTo>
                <a:lnTo>
                  <a:pt x="1744" y="6279"/>
                </a:lnTo>
                <a:lnTo>
                  <a:pt x="1798" y="6449"/>
                </a:lnTo>
                <a:lnTo>
                  <a:pt x="1880" y="6619"/>
                </a:lnTo>
                <a:lnTo>
                  <a:pt x="1934" y="6790"/>
                </a:lnTo>
                <a:lnTo>
                  <a:pt x="1934" y="6960"/>
                </a:lnTo>
                <a:lnTo>
                  <a:pt x="1989" y="7128"/>
                </a:lnTo>
                <a:lnTo>
                  <a:pt x="2044" y="7298"/>
                </a:lnTo>
                <a:lnTo>
                  <a:pt x="2125" y="7468"/>
                </a:lnTo>
                <a:lnTo>
                  <a:pt x="2125" y="7639"/>
                </a:lnTo>
                <a:lnTo>
                  <a:pt x="2180" y="7809"/>
                </a:lnTo>
                <a:lnTo>
                  <a:pt x="2234" y="7977"/>
                </a:lnTo>
                <a:lnTo>
                  <a:pt x="2289" y="8147"/>
                </a:lnTo>
                <a:lnTo>
                  <a:pt x="2371" y="8317"/>
                </a:lnTo>
                <a:lnTo>
                  <a:pt x="2371" y="8487"/>
                </a:lnTo>
                <a:lnTo>
                  <a:pt x="2425" y="8658"/>
                </a:lnTo>
                <a:lnTo>
                  <a:pt x="2480" y="8825"/>
                </a:lnTo>
                <a:lnTo>
                  <a:pt x="2561" y="8996"/>
                </a:lnTo>
                <a:lnTo>
                  <a:pt x="2561" y="9166"/>
                </a:lnTo>
                <a:lnTo>
                  <a:pt x="2616" y="9336"/>
                </a:lnTo>
                <a:lnTo>
                  <a:pt x="2670" y="9506"/>
                </a:lnTo>
                <a:lnTo>
                  <a:pt x="2725" y="9674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7426913" y="3844577"/>
            <a:ext cx="2752" cy="9336"/>
          </a:xfrm>
          <a:custGeom>
            <a:avLst/>
            <a:gdLst/>
            <a:ahLst/>
            <a:cxnLst/>
            <a:rect l="l" t="t" r="r" b="b"/>
            <a:pathLst>
              <a:path w="2752" h="9336">
                <a:moveTo>
                  <a:pt x="0" y="0"/>
                </a:moveTo>
                <a:lnTo>
                  <a:pt x="81" y="170"/>
                </a:lnTo>
                <a:lnTo>
                  <a:pt x="81" y="340"/>
                </a:lnTo>
                <a:lnTo>
                  <a:pt x="136" y="510"/>
                </a:lnTo>
                <a:lnTo>
                  <a:pt x="190" y="680"/>
                </a:lnTo>
                <a:lnTo>
                  <a:pt x="272" y="848"/>
                </a:lnTo>
                <a:lnTo>
                  <a:pt x="327" y="1019"/>
                </a:lnTo>
                <a:lnTo>
                  <a:pt x="327" y="1189"/>
                </a:lnTo>
                <a:lnTo>
                  <a:pt x="381" y="1359"/>
                </a:lnTo>
                <a:lnTo>
                  <a:pt x="436" y="1529"/>
                </a:lnTo>
                <a:lnTo>
                  <a:pt x="517" y="1697"/>
                </a:lnTo>
                <a:lnTo>
                  <a:pt x="517" y="1867"/>
                </a:lnTo>
                <a:lnTo>
                  <a:pt x="572" y="2038"/>
                </a:lnTo>
                <a:lnTo>
                  <a:pt x="626" y="2208"/>
                </a:lnTo>
                <a:lnTo>
                  <a:pt x="681" y="2378"/>
                </a:lnTo>
                <a:lnTo>
                  <a:pt x="763" y="2546"/>
                </a:lnTo>
                <a:lnTo>
                  <a:pt x="763" y="2716"/>
                </a:lnTo>
                <a:lnTo>
                  <a:pt x="817" y="2886"/>
                </a:lnTo>
                <a:lnTo>
                  <a:pt x="872" y="3057"/>
                </a:lnTo>
                <a:lnTo>
                  <a:pt x="953" y="3227"/>
                </a:lnTo>
                <a:lnTo>
                  <a:pt x="1008" y="3395"/>
                </a:lnTo>
                <a:lnTo>
                  <a:pt x="1008" y="3565"/>
                </a:lnTo>
                <a:lnTo>
                  <a:pt x="1062" y="3735"/>
                </a:lnTo>
                <a:lnTo>
                  <a:pt x="1117" y="3905"/>
                </a:lnTo>
                <a:lnTo>
                  <a:pt x="1199" y="4076"/>
                </a:lnTo>
                <a:lnTo>
                  <a:pt x="1199" y="4243"/>
                </a:lnTo>
                <a:lnTo>
                  <a:pt x="1253" y="4414"/>
                </a:lnTo>
                <a:lnTo>
                  <a:pt x="1308" y="4584"/>
                </a:lnTo>
                <a:lnTo>
                  <a:pt x="1389" y="4754"/>
                </a:lnTo>
                <a:lnTo>
                  <a:pt x="1444" y="4924"/>
                </a:lnTo>
                <a:lnTo>
                  <a:pt x="1444" y="5092"/>
                </a:lnTo>
                <a:lnTo>
                  <a:pt x="1498" y="5262"/>
                </a:lnTo>
                <a:lnTo>
                  <a:pt x="1553" y="5433"/>
                </a:lnTo>
                <a:lnTo>
                  <a:pt x="1635" y="5603"/>
                </a:lnTo>
                <a:lnTo>
                  <a:pt x="1689" y="5773"/>
                </a:lnTo>
                <a:lnTo>
                  <a:pt x="1689" y="5941"/>
                </a:lnTo>
                <a:lnTo>
                  <a:pt x="1744" y="6111"/>
                </a:lnTo>
                <a:lnTo>
                  <a:pt x="1798" y="6281"/>
                </a:lnTo>
                <a:lnTo>
                  <a:pt x="1880" y="6452"/>
                </a:lnTo>
                <a:lnTo>
                  <a:pt x="1934" y="6622"/>
                </a:lnTo>
                <a:lnTo>
                  <a:pt x="1989" y="6790"/>
                </a:lnTo>
                <a:lnTo>
                  <a:pt x="1989" y="6960"/>
                </a:lnTo>
                <a:lnTo>
                  <a:pt x="2071" y="7130"/>
                </a:lnTo>
                <a:lnTo>
                  <a:pt x="2125" y="7300"/>
                </a:lnTo>
                <a:lnTo>
                  <a:pt x="2180" y="7471"/>
                </a:lnTo>
                <a:lnTo>
                  <a:pt x="2234" y="7639"/>
                </a:lnTo>
                <a:lnTo>
                  <a:pt x="2234" y="7809"/>
                </a:lnTo>
                <a:lnTo>
                  <a:pt x="2316" y="7979"/>
                </a:lnTo>
                <a:lnTo>
                  <a:pt x="2371" y="8149"/>
                </a:lnTo>
                <a:lnTo>
                  <a:pt x="2425" y="8320"/>
                </a:lnTo>
                <a:lnTo>
                  <a:pt x="2425" y="8487"/>
                </a:lnTo>
                <a:lnTo>
                  <a:pt x="2480" y="8658"/>
                </a:lnTo>
                <a:lnTo>
                  <a:pt x="2561" y="8828"/>
                </a:lnTo>
                <a:lnTo>
                  <a:pt x="2616" y="8998"/>
                </a:lnTo>
                <a:lnTo>
                  <a:pt x="2670" y="9168"/>
                </a:lnTo>
                <a:lnTo>
                  <a:pt x="2752" y="933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7429665" y="3853913"/>
            <a:ext cx="2643" cy="9055"/>
          </a:xfrm>
          <a:custGeom>
            <a:avLst/>
            <a:gdLst/>
            <a:ahLst/>
            <a:cxnLst/>
            <a:rect l="l" t="t" r="r" b="b"/>
            <a:pathLst>
              <a:path w="2643" h="9055">
                <a:moveTo>
                  <a:pt x="0" y="0"/>
                </a:moveTo>
                <a:lnTo>
                  <a:pt x="0" y="170"/>
                </a:lnTo>
                <a:lnTo>
                  <a:pt x="54" y="340"/>
                </a:lnTo>
                <a:lnTo>
                  <a:pt x="109" y="510"/>
                </a:lnTo>
                <a:lnTo>
                  <a:pt x="163" y="680"/>
                </a:lnTo>
                <a:lnTo>
                  <a:pt x="245" y="848"/>
                </a:lnTo>
                <a:lnTo>
                  <a:pt x="299" y="1019"/>
                </a:lnTo>
                <a:lnTo>
                  <a:pt x="299" y="1189"/>
                </a:lnTo>
                <a:lnTo>
                  <a:pt x="354" y="1359"/>
                </a:lnTo>
                <a:lnTo>
                  <a:pt x="436" y="1529"/>
                </a:lnTo>
                <a:lnTo>
                  <a:pt x="490" y="1697"/>
                </a:lnTo>
                <a:lnTo>
                  <a:pt x="490" y="1867"/>
                </a:lnTo>
                <a:lnTo>
                  <a:pt x="545" y="2038"/>
                </a:lnTo>
                <a:lnTo>
                  <a:pt x="599" y="2208"/>
                </a:lnTo>
                <a:lnTo>
                  <a:pt x="681" y="2378"/>
                </a:lnTo>
                <a:lnTo>
                  <a:pt x="735" y="2546"/>
                </a:lnTo>
                <a:lnTo>
                  <a:pt x="790" y="2716"/>
                </a:lnTo>
                <a:lnTo>
                  <a:pt x="790" y="2886"/>
                </a:lnTo>
                <a:lnTo>
                  <a:pt x="844" y="3057"/>
                </a:lnTo>
                <a:lnTo>
                  <a:pt x="926" y="3227"/>
                </a:lnTo>
                <a:lnTo>
                  <a:pt x="981" y="3395"/>
                </a:lnTo>
                <a:lnTo>
                  <a:pt x="1035" y="3565"/>
                </a:lnTo>
                <a:lnTo>
                  <a:pt x="1035" y="3735"/>
                </a:lnTo>
                <a:lnTo>
                  <a:pt x="1117" y="3905"/>
                </a:lnTo>
                <a:lnTo>
                  <a:pt x="1171" y="4076"/>
                </a:lnTo>
                <a:lnTo>
                  <a:pt x="1226" y="4243"/>
                </a:lnTo>
                <a:lnTo>
                  <a:pt x="1280" y="4414"/>
                </a:lnTo>
                <a:lnTo>
                  <a:pt x="1362" y="4584"/>
                </a:lnTo>
                <a:lnTo>
                  <a:pt x="1362" y="4754"/>
                </a:lnTo>
                <a:lnTo>
                  <a:pt x="1417" y="4924"/>
                </a:lnTo>
                <a:lnTo>
                  <a:pt x="1471" y="5092"/>
                </a:lnTo>
                <a:lnTo>
                  <a:pt x="1553" y="5262"/>
                </a:lnTo>
                <a:lnTo>
                  <a:pt x="1607" y="5433"/>
                </a:lnTo>
                <a:lnTo>
                  <a:pt x="1662" y="5603"/>
                </a:lnTo>
                <a:lnTo>
                  <a:pt x="1662" y="5773"/>
                </a:lnTo>
                <a:lnTo>
                  <a:pt x="1716" y="5941"/>
                </a:lnTo>
                <a:lnTo>
                  <a:pt x="1798" y="6111"/>
                </a:lnTo>
                <a:lnTo>
                  <a:pt x="1853" y="6281"/>
                </a:lnTo>
                <a:lnTo>
                  <a:pt x="1907" y="6452"/>
                </a:lnTo>
                <a:lnTo>
                  <a:pt x="1962" y="6622"/>
                </a:lnTo>
                <a:lnTo>
                  <a:pt x="1962" y="6790"/>
                </a:lnTo>
                <a:lnTo>
                  <a:pt x="2044" y="6960"/>
                </a:lnTo>
                <a:lnTo>
                  <a:pt x="2098" y="7130"/>
                </a:lnTo>
                <a:lnTo>
                  <a:pt x="2153" y="7300"/>
                </a:lnTo>
                <a:lnTo>
                  <a:pt x="2234" y="7471"/>
                </a:lnTo>
                <a:lnTo>
                  <a:pt x="2234" y="7639"/>
                </a:lnTo>
                <a:lnTo>
                  <a:pt x="2289" y="7809"/>
                </a:lnTo>
                <a:lnTo>
                  <a:pt x="2343" y="7979"/>
                </a:lnTo>
                <a:lnTo>
                  <a:pt x="2398" y="8149"/>
                </a:lnTo>
                <a:lnTo>
                  <a:pt x="2480" y="8320"/>
                </a:lnTo>
                <a:lnTo>
                  <a:pt x="2534" y="8487"/>
                </a:lnTo>
                <a:lnTo>
                  <a:pt x="2534" y="8658"/>
                </a:lnTo>
                <a:lnTo>
                  <a:pt x="2589" y="8828"/>
                </a:lnTo>
                <a:lnTo>
                  <a:pt x="2643" y="899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7432309" y="3862969"/>
            <a:ext cx="2752" cy="8714"/>
          </a:xfrm>
          <a:custGeom>
            <a:avLst/>
            <a:gdLst/>
            <a:ahLst/>
            <a:cxnLst/>
            <a:rect l="l" t="t" r="r" b="b"/>
            <a:pathLst>
              <a:path w="2752" h="8714">
                <a:moveTo>
                  <a:pt x="0" y="0"/>
                </a:moveTo>
                <a:lnTo>
                  <a:pt x="81" y="170"/>
                </a:lnTo>
                <a:lnTo>
                  <a:pt x="136" y="338"/>
                </a:lnTo>
                <a:lnTo>
                  <a:pt x="190" y="508"/>
                </a:lnTo>
                <a:lnTo>
                  <a:pt x="272" y="678"/>
                </a:lnTo>
                <a:lnTo>
                  <a:pt x="327" y="848"/>
                </a:lnTo>
                <a:lnTo>
                  <a:pt x="381" y="1019"/>
                </a:lnTo>
                <a:lnTo>
                  <a:pt x="381" y="1186"/>
                </a:lnTo>
                <a:lnTo>
                  <a:pt x="436" y="1357"/>
                </a:lnTo>
                <a:lnTo>
                  <a:pt x="517" y="1527"/>
                </a:lnTo>
                <a:lnTo>
                  <a:pt x="572" y="1697"/>
                </a:lnTo>
                <a:lnTo>
                  <a:pt x="626" y="1867"/>
                </a:lnTo>
                <a:lnTo>
                  <a:pt x="708" y="2035"/>
                </a:lnTo>
                <a:lnTo>
                  <a:pt x="708" y="2205"/>
                </a:lnTo>
                <a:lnTo>
                  <a:pt x="763" y="2376"/>
                </a:lnTo>
                <a:lnTo>
                  <a:pt x="817" y="2546"/>
                </a:lnTo>
                <a:lnTo>
                  <a:pt x="872" y="2716"/>
                </a:lnTo>
                <a:lnTo>
                  <a:pt x="953" y="2884"/>
                </a:lnTo>
                <a:lnTo>
                  <a:pt x="1008" y="3054"/>
                </a:lnTo>
                <a:lnTo>
                  <a:pt x="1062" y="3224"/>
                </a:lnTo>
                <a:lnTo>
                  <a:pt x="1062" y="3395"/>
                </a:lnTo>
                <a:lnTo>
                  <a:pt x="1117" y="3565"/>
                </a:lnTo>
                <a:lnTo>
                  <a:pt x="1199" y="3733"/>
                </a:lnTo>
                <a:lnTo>
                  <a:pt x="1253" y="3903"/>
                </a:lnTo>
                <a:lnTo>
                  <a:pt x="1308" y="4073"/>
                </a:lnTo>
                <a:lnTo>
                  <a:pt x="1389" y="4243"/>
                </a:lnTo>
                <a:lnTo>
                  <a:pt x="1389" y="4414"/>
                </a:lnTo>
                <a:lnTo>
                  <a:pt x="1444" y="4581"/>
                </a:lnTo>
                <a:lnTo>
                  <a:pt x="1498" y="4752"/>
                </a:lnTo>
                <a:lnTo>
                  <a:pt x="1553" y="4922"/>
                </a:lnTo>
                <a:lnTo>
                  <a:pt x="1635" y="5092"/>
                </a:lnTo>
                <a:lnTo>
                  <a:pt x="1689" y="5262"/>
                </a:lnTo>
                <a:lnTo>
                  <a:pt x="1744" y="5430"/>
                </a:lnTo>
                <a:lnTo>
                  <a:pt x="1744" y="5600"/>
                </a:lnTo>
                <a:lnTo>
                  <a:pt x="1825" y="5771"/>
                </a:lnTo>
                <a:lnTo>
                  <a:pt x="1880" y="5941"/>
                </a:lnTo>
                <a:lnTo>
                  <a:pt x="1934" y="6111"/>
                </a:lnTo>
                <a:lnTo>
                  <a:pt x="1989" y="6279"/>
                </a:lnTo>
                <a:lnTo>
                  <a:pt x="2071" y="6449"/>
                </a:lnTo>
                <a:lnTo>
                  <a:pt x="2125" y="6619"/>
                </a:lnTo>
                <a:lnTo>
                  <a:pt x="2180" y="6790"/>
                </a:lnTo>
                <a:lnTo>
                  <a:pt x="2180" y="6960"/>
                </a:lnTo>
                <a:lnTo>
                  <a:pt x="2234" y="7128"/>
                </a:lnTo>
                <a:lnTo>
                  <a:pt x="2316" y="7298"/>
                </a:lnTo>
                <a:lnTo>
                  <a:pt x="2371" y="7468"/>
                </a:lnTo>
                <a:lnTo>
                  <a:pt x="2425" y="7639"/>
                </a:lnTo>
                <a:lnTo>
                  <a:pt x="2507" y="7809"/>
                </a:lnTo>
                <a:lnTo>
                  <a:pt x="2507" y="7977"/>
                </a:lnTo>
                <a:lnTo>
                  <a:pt x="2561" y="8147"/>
                </a:lnTo>
                <a:lnTo>
                  <a:pt x="2616" y="8317"/>
                </a:lnTo>
                <a:lnTo>
                  <a:pt x="2670" y="8487"/>
                </a:lnTo>
                <a:lnTo>
                  <a:pt x="2752" y="865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7435061" y="3871683"/>
            <a:ext cx="2725" cy="8317"/>
          </a:xfrm>
          <a:custGeom>
            <a:avLst/>
            <a:gdLst/>
            <a:ahLst/>
            <a:cxnLst/>
            <a:rect l="l" t="t" r="r" b="b"/>
            <a:pathLst>
              <a:path w="2725" h="8317">
                <a:moveTo>
                  <a:pt x="0" y="0"/>
                </a:moveTo>
                <a:lnTo>
                  <a:pt x="54" y="167"/>
                </a:lnTo>
                <a:lnTo>
                  <a:pt x="109" y="338"/>
                </a:lnTo>
                <a:lnTo>
                  <a:pt x="163" y="508"/>
                </a:lnTo>
                <a:lnTo>
                  <a:pt x="245" y="678"/>
                </a:lnTo>
                <a:lnTo>
                  <a:pt x="299" y="848"/>
                </a:lnTo>
                <a:lnTo>
                  <a:pt x="354" y="1016"/>
                </a:lnTo>
                <a:lnTo>
                  <a:pt x="354" y="1186"/>
                </a:lnTo>
                <a:lnTo>
                  <a:pt x="436" y="1357"/>
                </a:lnTo>
                <a:lnTo>
                  <a:pt x="490" y="1527"/>
                </a:lnTo>
                <a:lnTo>
                  <a:pt x="545" y="1697"/>
                </a:lnTo>
                <a:lnTo>
                  <a:pt x="599" y="1865"/>
                </a:lnTo>
                <a:lnTo>
                  <a:pt x="681" y="2035"/>
                </a:lnTo>
                <a:lnTo>
                  <a:pt x="735" y="2205"/>
                </a:lnTo>
                <a:lnTo>
                  <a:pt x="790" y="2376"/>
                </a:lnTo>
                <a:lnTo>
                  <a:pt x="790" y="2546"/>
                </a:lnTo>
                <a:lnTo>
                  <a:pt x="872" y="2714"/>
                </a:lnTo>
                <a:lnTo>
                  <a:pt x="926" y="2884"/>
                </a:lnTo>
                <a:lnTo>
                  <a:pt x="981" y="3054"/>
                </a:lnTo>
                <a:lnTo>
                  <a:pt x="1035" y="3224"/>
                </a:lnTo>
                <a:lnTo>
                  <a:pt x="1117" y="3395"/>
                </a:lnTo>
                <a:lnTo>
                  <a:pt x="1171" y="3562"/>
                </a:lnTo>
                <a:lnTo>
                  <a:pt x="1226" y="3733"/>
                </a:lnTo>
                <a:lnTo>
                  <a:pt x="1226" y="3903"/>
                </a:lnTo>
                <a:lnTo>
                  <a:pt x="1280" y="4073"/>
                </a:lnTo>
                <a:lnTo>
                  <a:pt x="1362" y="4243"/>
                </a:lnTo>
                <a:lnTo>
                  <a:pt x="1417" y="4411"/>
                </a:lnTo>
                <a:lnTo>
                  <a:pt x="1471" y="4581"/>
                </a:lnTo>
                <a:lnTo>
                  <a:pt x="1553" y="4752"/>
                </a:lnTo>
                <a:lnTo>
                  <a:pt x="1607" y="4922"/>
                </a:lnTo>
                <a:lnTo>
                  <a:pt x="1662" y="5092"/>
                </a:lnTo>
                <a:lnTo>
                  <a:pt x="1716" y="5260"/>
                </a:lnTo>
                <a:lnTo>
                  <a:pt x="1798" y="5430"/>
                </a:lnTo>
                <a:lnTo>
                  <a:pt x="1798" y="5600"/>
                </a:lnTo>
                <a:lnTo>
                  <a:pt x="1853" y="5771"/>
                </a:lnTo>
                <a:lnTo>
                  <a:pt x="1907" y="5941"/>
                </a:lnTo>
                <a:lnTo>
                  <a:pt x="1962" y="6109"/>
                </a:lnTo>
                <a:lnTo>
                  <a:pt x="2044" y="6279"/>
                </a:lnTo>
                <a:lnTo>
                  <a:pt x="2098" y="6449"/>
                </a:lnTo>
                <a:lnTo>
                  <a:pt x="2153" y="6619"/>
                </a:lnTo>
                <a:lnTo>
                  <a:pt x="2234" y="6790"/>
                </a:lnTo>
                <a:lnTo>
                  <a:pt x="2289" y="6958"/>
                </a:lnTo>
                <a:lnTo>
                  <a:pt x="2289" y="7128"/>
                </a:lnTo>
                <a:lnTo>
                  <a:pt x="2398" y="7298"/>
                </a:lnTo>
                <a:lnTo>
                  <a:pt x="2398" y="7468"/>
                </a:lnTo>
                <a:lnTo>
                  <a:pt x="2480" y="7639"/>
                </a:lnTo>
                <a:lnTo>
                  <a:pt x="2534" y="7806"/>
                </a:lnTo>
                <a:lnTo>
                  <a:pt x="2589" y="7977"/>
                </a:lnTo>
                <a:lnTo>
                  <a:pt x="2670" y="8147"/>
                </a:lnTo>
                <a:lnTo>
                  <a:pt x="2725" y="8317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7437787" y="3880001"/>
            <a:ext cx="2725" cy="8033"/>
          </a:xfrm>
          <a:custGeom>
            <a:avLst/>
            <a:gdLst/>
            <a:ahLst/>
            <a:cxnLst/>
            <a:rect l="l" t="t" r="r" b="b"/>
            <a:pathLst>
              <a:path w="2725" h="8033">
                <a:moveTo>
                  <a:pt x="0" y="0"/>
                </a:moveTo>
                <a:lnTo>
                  <a:pt x="54" y="170"/>
                </a:lnTo>
                <a:lnTo>
                  <a:pt x="109" y="338"/>
                </a:lnTo>
                <a:lnTo>
                  <a:pt x="190" y="508"/>
                </a:lnTo>
                <a:lnTo>
                  <a:pt x="245" y="678"/>
                </a:lnTo>
                <a:lnTo>
                  <a:pt x="245" y="848"/>
                </a:lnTo>
                <a:lnTo>
                  <a:pt x="299" y="1019"/>
                </a:lnTo>
                <a:lnTo>
                  <a:pt x="354" y="1186"/>
                </a:lnTo>
                <a:lnTo>
                  <a:pt x="436" y="1357"/>
                </a:lnTo>
                <a:lnTo>
                  <a:pt x="490" y="1527"/>
                </a:lnTo>
                <a:lnTo>
                  <a:pt x="545" y="1697"/>
                </a:lnTo>
                <a:lnTo>
                  <a:pt x="626" y="1867"/>
                </a:lnTo>
                <a:lnTo>
                  <a:pt x="681" y="2035"/>
                </a:lnTo>
                <a:lnTo>
                  <a:pt x="735" y="2205"/>
                </a:lnTo>
                <a:lnTo>
                  <a:pt x="790" y="2376"/>
                </a:lnTo>
                <a:lnTo>
                  <a:pt x="790" y="2546"/>
                </a:lnTo>
                <a:lnTo>
                  <a:pt x="926" y="2716"/>
                </a:lnTo>
                <a:lnTo>
                  <a:pt x="926" y="2884"/>
                </a:lnTo>
                <a:lnTo>
                  <a:pt x="981" y="3054"/>
                </a:lnTo>
                <a:lnTo>
                  <a:pt x="1062" y="3224"/>
                </a:lnTo>
                <a:lnTo>
                  <a:pt x="1117" y="3395"/>
                </a:lnTo>
                <a:lnTo>
                  <a:pt x="1171" y="3565"/>
                </a:lnTo>
                <a:lnTo>
                  <a:pt x="1226" y="3733"/>
                </a:lnTo>
                <a:lnTo>
                  <a:pt x="1308" y="3903"/>
                </a:lnTo>
                <a:lnTo>
                  <a:pt x="1362" y="4073"/>
                </a:lnTo>
                <a:lnTo>
                  <a:pt x="1417" y="4243"/>
                </a:lnTo>
                <a:lnTo>
                  <a:pt x="1471" y="4414"/>
                </a:lnTo>
                <a:lnTo>
                  <a:pt x="1553" y="4581"/>
                </a:lnTo>
                <a:lnTo>
                  <a:pt x="1607" y="4752"/>
                </a:lnTo>
                <a:lnTo>
                  <a:pt x="1607" y="4922"/>
                </a:lnTo>
                <a:lnTo>
                  <a:pt x="1744" y="5092"/>
                </a:lnTo>
                <a:lnTo>
                  <a:pt x="1744" y="5262"/>
                </a:lnTo>
                <a:lnTo>
                  <a:pt x="1798" y="5430"/>
                </a:lnTo>
                <a:lnTo>
                  <a:pt x="1853" y="5600"/>
                </a:lnTo>
                <a:lnTo>
                  <a:pt x="1907" y="5771"/>
                </a:lnTo>
                <a:lnTo>
                  <a:pt x="1989" y="5941"/>
                </a:lnTo>
                <a:lnTo>
                  <a:pt x="2044" y="6111"/>
                </a:lnTo>
                <a:lnTo>
                  <a:pt x="2098" y="6279"/>
                </a:lnTo>
                <a:lnTo>
                  <a:pt x="2153" y="6449"/>
                </a:lnTo>
                <a:lnTo>
                  <a:pt x="2234" y="6619"/>
                </a:lnTo>
                <a:lnTo>
                  <a:pt x="2289" y="6790"/>
                </a:lnTo>
                <a:lnTo>
                  <a:pt x="2343" y="6960"/>
                </a:lnTo>
                <a:lnTo>
                  <a:pt x="2425" y="7128"/>
                </a:lnTo>
                <a:lnTo>
                  <a:pt x="2480" y="7298"/>
                </a:lnTo>
                <a:lnTo>
                  <a:pt x="2480" y="7468"/>
                </a:lnTo>
                <a:lnTo>
                  <a:pt x="2534" y="7639"/>
                </a:lnTo>
                <a:lnTo>
                  <a:pt x="2589" y="7809"/>
                </a:lnTo>
                <a:lnTo>
                  <a:pt x="2670" y="7977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7440512" y="3888035"/>
            <a:ext cx="2725" cy="7695"/>
          </a:xfrm>
          <a:custGeom>
            <a:avLst/>
            <a:gdLst/>
            <a:ahLst/>
            <a:cxnLst/>
            <a:rect l="l" t="t" r="r" b="b"/>
            <a:pathLst>
              <a:path w="2725" h="7695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136" y="510"/>
                </a:lnTo>
                <a:lnTo>
                  <a:pt x="245" y="678"/>
                </a:lnTo>
                <a:lnTo>
                  <a:pt x="245" y="848"/>
                </a:lnTo>
                <a:lnTo>
                  <a:pt x="299" y="1019"/>
                </a:lnTo>
                <a:lnTo>
                  <a:pt x="381" y="1189"/>
                </a:lnTo>
                <a:lnTo>
                  <a:pt x="436" y="1359"/>
                </a:lnTo>
                <a:lnTo>
                  <a:pt x="490" y="1527"/>
                </a:lnTo>
                <a:lnTo>
                  <a:pt x="545" y="1697"/>
                </a:lnTo>
                <a:lnTo>
                  <a:pt x="626" y="1867"/>
                </a:lnTo>
                <a:lnTo>
                  <a:pt x="681" y="2038"/>
                </a:lnTo>
                <a:lnTo>
                  <a:pt x="735" y="2208"/>
                </a:lnTo>
                <a:lnTo>
                  <a:pt x="817" y="2376"/>
                </a:lnTo>
                <a:lnTo>
                  <a:pt x="872" y="2546"/>
                </a:lnTo>
                <a:lnTo>
                  <a:pt x="926" y="2716"/>
                </a:lnTo>
                <a:lnTo>
                  <a:pt x="981" y="2886"/>
                </a:lnTo>
                <a:lnTo>
                  <a:pt x="1062" y="3057"/>
                </a:lnTo>
                <a:lnTo>
                  <a:pt x="1117" y="3224"/>
                </a:lnTo>
                <a:lnTo>
                  <a:pt x="1171" y="3395"/>
                </a:lnTo>
                <a:lnTo>
                  <a:pt x="1253" y="3565"/>
                </a:lnTo>
                <a:lnTo>
                  <a:pt x="1308" y="3735"/>
                </a:lnTo>
                <a:lnTo>
                  <a:pt x="1362" y="3905"/>
                </a:lnTo>
                <a:lnTo>
                  <a:pt x="1417" y="4073"/>
                </a:lnTo>
                <a:lnTo>
                  <a:pt x="1498" y="4243"/>
                </a:lnTo>
                <a:lnTo>
                  <a:pt x="1553" y="4414"/>
                </a:lnTo>
                <a:lnTo>
                  <a:pt x="1607" y="4584"/>
                </a:lnTo>
                <a:lnTo>
                  <a:pt x="1662" y="4754"/>
                </a:lnTo>
                <a:lnTo>
                  <a:pt x="1744" y="4922"/>
                </a:lnTo>
                <a:lnTo>
                  <a:pt x="1798" y="5092"/>
                </a:lnTo>
                <a:lnTo>
                  <a:pt x="1798" y="5262"/>
                </a:lnTo>
                <a:lnTo>
                  <a:pt x="1853" y="5433"/>
                </a:lnTo>
                <a:lnTo>
                  <a:pt x="1934" y="5603"/>
                </a:lnTo>
                <a:lnTo>
                  <a:pt x="1989" y="5771"/>
                </a:lnTo>
                <a:lnTo>
                  <a:pt x="2044" y="5941"/>
                </a:lnTo>
                <a:lnTo>
                  <a:pt x="2098" y="6111"/>
                </a:lnTo>
                <a:lnTo>
                  <a:pt x="2180" y="6281"/>
                </a:lnTo>
                <a:lnTo>
                  <a:pt x="2234" y="6452"/>
                </a:lnTo>
                <a:lnTo>
                  <a:pt x="2289" y="6619"/>
                </a:lnTo>
                <a:lnTo>
                  <a:pt x="2343" y="6790"/>
                </a:lnTo>
                <a:lnTo>
                  <a:pt x="2425" y="6960"/>
                </a:lnTo>
                <a:lnTo>
                  <a:pt x="2480" y="7130"/>
                </a:lnTo>
                <a:lnTo>
                  <a:pt x="2534" y="7300"/>
                </a:lnTo>
                <a:lnTo>
                  <a:pt x="2616" y="7468"/>
                </a:lnTo>
                <a:lnTo>
                  <a:pt x="2670" y="7639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7443237" y="3895730"/>
            <a:ext cx="2670" cy="7300"/>
          </a:xfrm>
          <a:custGeom>
            <a:avLst/>
            <a:gdLst/>
            <a:ahLst/>
            <a:cxnLst/>
            <a:rect l="l" t="t" r="r" b="b"/>
            <a:pathLst>
              <a:path w="2670" h="7300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190" y="510"/>
                </a:lnTo>
                <a:lnTo>
                  <a:pt x="245" y="678"/>
                </a:lnTo>
                <a:lnTo>
                  <a:pt x="327" y="848"/>
                </a:lnTo>
                <a:lnTo>
                  <a:pt x="381" y="1019"/>
                </a:lnTo>
                <a:lnTo>
                  <a:pt x="436" y="1189"/>
                </a:lnTo>
                <a:lnTo>
                  <a:pt x="436" y="1359"/>
                </a:lnTo>
                <a:lnTo>
                  <a:pt x="572" y="1527"/>
                </a:lnTo>
                <a:lnTo>
                  <a:pt x="572" y="1697"/>
                </a:lnTo>
                <a:lnTo>
                  <a:pt x="681" y="1867"/>
                </a:lnTo>
                <a:lnTo>
                  <a:pt x="735" y="2038"/>
                </a:lnTo>
                <a:lnTo>
                  <a:pt x="817" y="2208"/>
                </a:lnTo>
                <a:lnTo>
                  <a:pt x="872" y="2376"/>
                </a:lnTo>
                <a:lnTo>
                  <a:pt x="926" y="2546"/>
                </a:lnTo>
                <a:lnTo>
                  <a:pt x="1008" y="2716"/>
                </a:lnTo>
                <a:lnTo>
                  <a:pt x="1062" y="2886"/>
                </a:lnTo>
                <a:lnTo>
                  <a:pt x="1117" y="3057"/>
                </a:lnTo>
                <a:lnTo>
                  <a:pt x="1171" y="3224"/>
                </a:lnTo>
                <a:lnTo>
                  <a:pt x="1253" y="3395"/>
                </a:lnTo>
                <a:lnTo>
                  <a:pt x="1308" y="3565"/>
                </a:lnTo>
                <a:lnTo>
                  <a:pt x="1362" y="3735"/>
                </a:lnTo>
                <a:lnTo>
                  <a:pt x="1417" y="3905"/>
                </a:lnTo>
                <a:lnTo>
                  <a:pt x="1498" y="4073"/>
                </a:lnTo>
                <a:lnTo>
                  <a:pt x="1553" y="4243"/>
                </a:lnTo>
                <a:lnTo>
                  <a:pt x="1607" y="4414"/>
                </a:lnTo>
                <a:lnTo>
                  <a:pt x="1689" y="4584"/>
                </a:lnTo>
                <a:lnTo>
                  <a:pt x="1744" y="4754"/>
                </a:lnTo>
                <a:lnTo>
                  <a:pt x="1798" y="4922"/>
                </a:lnTo>
                <a:lnTo>
                  <a:pt x="1853" y="5092"/>
                </a:lnTo>
                <a:lnTo>
                  <a:pt x="1934" y="5262"/>
                </a:lnTo>
                <a:lnTo>
                  <a:pt x="1989" y="5433"/>
                </a:lnTo>
                <a:lnTo>
                  <a:pt x="2044" y="5603"/>
                </a:lnTo>
                <a:lnTo>
                  <a:pt x="2125" y="5771"/>
                </a:lnTo>
                <a:lnTo>
                  <a:pt x="2180" y="5941"/>
                </a:lnTo>
                <a:lnTo>
                  <a:pt x="2234" y="6111"/>
                </a:lnTo>
                <a:lnTo>
                  <a:pt x="2289" y="6281"/>
                </a:lnTo>
                <a:lnTo>
                  <a:pt x="2371" y="6452"/>
                </a:lnTo>
                <a:lnTo>
                  <a:pt x="2425" y="6619"/>
                </a:lnTo>
                <a:lnTo>
                  <a:pt x="2480" y="6790"/>
                </a:lnTo>
                <a:lnTo>
                  <a:pt x="2534" y="6960"/>
                </a:lnTo>
                <a:lnTo>
                  <a:pt x="2616" y="7130"/>
                </a:lnTo>
                <a:lnTo>
                  <a:pt x="2670" y="7300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7445908" y="3903031"/>
            <a:ext cx="2725" cy="6958"/>
          </a:xfrm>
          <a:custGeom>
            <a:avLst/>
            <a:gdLst/>
            <a:ahLst/>
            <a:cxnLst/>
            <a:rect l="l" t="t" r="r" b="b"/>
            <a:pathLst>
              <a:path w="2725" h="6958">
                <a:moveTo>
                  <a:pt x="0" y="0"/>
                </a:moveTo>
                <a:lnTo>
                  <a:pt x="54" y="167"/>
                </a:lnTo>
                <a:lnTo>
                  <a:pt x="136" y="338"/>
                </a:lnTo>
                <a:lnTo>
                  <a:pt x="190" y="508"/>
                </a:lnTo>
                <a:lnTo>
                  <a:pt x="299" y="678"/>
                </a:lnTo>
                <a:lnTo>
                  <a:pt x="299" y="848"/>
                </a:lnTo>
                <a:lnTo>
                  <a:pt x="436" y="1016"/>
                </a:lnTo>
                <a:lnTo>
                  <a:pt x="490" y="1186"/>
                </a:lnTo>
                <a:lnTo>
                  <a:pt x="572" y="1357"/>
                </a:lnTo>
                <a:lnTo>
                  <a:pt x="626" y="1527"/>
                </a:lnTo>
                <a:lnTo>
                  <a:pt x="681" y="1697"/>
                </a:lnTo>
                <a:lnTo>
                  <a:pt x="735" y="1865"/>
                </a:lnTo>
                <a:lnTo>
                  <a:pt x="817" y="2035"/>
                </a:lnTo>
                <a:lnTo>
                  <a:pt x="872" y="2205"/>
                </a:lnTo>
                <a:lnTo>
                  <a:pt x="926" y="2376"/>
                </a:lnTo>
                <a:lnTo>
                  <a:pt x="981" y="2546"/>
                </a:lnTo>
                <a:lnTo>
                  <a:pt x="1062" y="2714"/>
                </a:lnTo>
                <a:lnTo>
                  <a:pt x="1117" y="2884"/>
                </a:lnTo>
                <a:lnTo>
                  <a:pt x="1171" y="3054"/>
                </a:lnTo>
                <a:lnTo>
                  <a:pt x="1253" y="3224"/>
                </a:lnTo>
                <a:lnTo>
                  <a:pt x="1308" y="3395"/>
                </a:lnTo>
                <a:lnTo>
                  <a:pt x="1362" y="3562"/>
                </a:lnTo>
                <a:lnTo>
                  <a:pt x="1417" y="3733"/>
                </a:lnTo>
                <a:lnTo>
                  <a:pt x="1553" y="3903"/>
                </a:lnTo>
                <a:lnTo>
                  <a:pt x="1607" y="4073"/>
                </a:lnTo>
                <a:lnTo>
                  <a:pt x="1662" y="4243"/>
                </a:lnTo>
                <a:lnTo>
                  <a:pt x="1744" y="4411"/>
                </a:lnTo>
                <a:lnTo>
                  <a:pt x="1798" y="4581"/>
                </a:lnTo>
                <a:lnTo>
                  <a:pt x="1853" y="4752"/>
                </a:lnTo>
                <a:lnTo>
                  <a:pt x="1934" y="4922"/>
                </a:lnTo>
                <a:lnTo>
                  <a:pt x="1989" y="5092"/>
                </a:lnTo>
                <a:lnTo>
                  <a:pt x="2044" y="5203"/>
                </a:lnTo>
                <a:lnTo>
                  <a:pt x="2098" y="5373"/>
                </a:lnTo>
                <a:lnTo>
                  <a:pt x="2180" y="5544"/>
                </a:lnTo>
                <a:lnTo>
                  <a:pt x="2234" y="5714"/>
                </a:lnTo>
                <a:lnTo>
                  <a:pt x="2289" y="5827"/>
                </a:lnTo>
                <a:lnTo>
                  <a:pt x="2371" y="5998"/>
                </a:lnTo>
                <a:lnTo>
                  <a:pt x="2425" y="6165"/>
                </a:lnTo>
                <a:lnTo>
                  <a:pt x="2480" y="6336"/>
                </a:lnTo>
                <a:lnTo>
                  <a:pt x="2534" y="6506"/>
                </a:lnTo>
                <a:lnTo>
                  <a:pt x="2616" y="6676"/>
                </a:lnTo>
                <a:lnTo>
                  <a:pt x="2670" y="6846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7448634" y="3909989"/>
            <a:ext cx="2725" cy="6565"/>
          </a:xfrm>
          <a:custGeom>
            <a:avLst/>
            <a:gdLst/>
            <a:ahLst/>
            <a:cxnLst/>
            <a:rect l="l" t="t" r="r" b="b"/>
            <a:pathLst>
              <a:path w="2725" h="6565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190" y="510"/>
                </a:lnTo>
                <a:lnTo>
                  <a:pt x="245" y="567"/>
                </a:lnTo>
                <a:lnTo>
                  <a:pt x="327" y="737"/>
                </a:lnTo>
                <a:lnTo>
                  <a:pt x="381" y="905"/>
                </a:lnTo>
                <a:lnTo>
                  <a:pt x="436" y="1075"/>
                </a:lnTo>
                <a:lnTo>
                  <a:pt x="490" y="1246"/>
                </a:lnTo>
                <a:lnTo>
                  <a:pt x="572" y="1416"/>
                </a:lnTo>
                <a:lnTo>
                  <a:pt x="626" y="1586"/>
                </a:lnTo>
                <a:lnTo>
                  <a:pt x="763" y="1754"/>
                </a:lnTo>
                <a:lnTo>
                  <a:pt x="817" y="1924"/>
                </a:lnTo>
                <a:lnTo>
                  <a:pt x="872" y="2094"/>
                </a:lnTo>
                <a:lnTo>
                  <a:pt x="926" y="2265"/>
                </a:lnTo>
                <a:lnTo>
                  <a:pt x="1008" y="2435"/>
                </a:lnTo>
                <a:lnTo>
                  <a:pt x="1062" y="2546"/>
                </a:lnTo>
                <a:lnTo>
                  <a:pt x="1117" y="2716"/>
                </a:lnTo>
                <a:lnTo>
                  <a:pt x="1171" y="2886"/>
                </a:lnTo>
                <a:lnTo>
                  <a:pt x="1253" y="3057"/>
                </a:lnTo>
                <a:lnTo>
                  <a:pt x="1308" y="3227"/>
                </a:lnTo>
                <a:lnTo>
                  <a:pt x="1362" y="3395"/>
                </a:lnTo>
                <a:lnTo>
                  <a:pt x="1444" y="3565"/>
                </a:lnTo>
                <a:lnTo>
                  <a:pt x="1553" y="3735"/>
                </a:lnTo>
                <a:lnTo>
                  <a:pt x="1607" y="3905"/>
                </a:lnTo>
                <a:lnTo>
                  <a:pt x="1607" y="3962"/>
                </a:lnTo>
                <a:lnTo>
                  <a:pt x="1689" y="4132"/>
                </a:lnTo>
                <a:lnTo>
                  <a:pt x="1798" y="4300"/>
                </a:lnTo>
                <a:lnTo>
                  <a:pt x="1853" y="4470"/>
                </a:lnTo>
                <a:lnTo>
                  <a:pt x="1934" y="4641"/>
                </a:lnTo>
                <a:lnTo>
                  <a:pt x="1989" y="4811"/>
                </a:lnTo>
                <a:lnTo>
                  <a:pt x="2044" y="4981"/>
                </a:lnTo>
                <a:lnTo>
                  <a:pt x="2125" y="5149"/>
                </a:lnTo>
                <a:lnTo>
                  <a:pt x="2180" y="5319"/>
                </a:lnTo>
                <a:lnTo>
                  <a:pt x="2234" y="5489"/>
                </a:lnTo>
                <a:lnTo>
                  <a:pt x="2371" y="5660"/>
                </a:lnTo>
                <a:lnTo>
                  <a:pt x="2425" y="5830"/>
                </a:lnTo>
                <a:lnTo>
                  <a:pt x="2425" y="5884"/>
                </a:lnTo>
                <a:lnTo>
                  <a:pt x="2480" y="6054"/>
                </a:lnTo>
                <a:lnTo>
                  <a:pt x="2561" y="6225"/>
                </a:lnTo>
                <a:lnTo>
                  <a:pt x="2616" y="6338"/>
                </a:lnTo>
                <a:lnTo>
                  <a:pt x="2670" y="6508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7451359" y="3916555"/>
            <a:ext cx="2752" cy="6222"/>
          </a:xfrm>
          <a:custGeom>
            <a:avLst/>
            <a:gdLst/>
            <a:ahLst/>
            <a:cxnLst/>
            <a:rect l="l" t="t" r="r" b="b"/>
            <a:pathLst>
              <a:path w="2752" h="6222">
                <a:moveTo>
                  <a:pt x="0" y="0"/>
                </a:moveTo>
                <a:lnTo>
                  <a:pt x="0" y="0"/>
                </a:lnTo>
                <a:lnTo>
                  <a:pt x="81" y="167"/>
                </a:lnTo>
                <a:lnTo>
                  <a:pt x="136" y="281"/>
                </a:lnTo>
                <a:lnTo>
                  <a:pt x="190" y="451"/>
                </a:lnTo>
                <a:lnTo>
                  <a:pt x="245" y="621"/>
                </a:lnTo>
                <a:lnTo>
                  <a:pt x="327" y="792"/>
                </a:lnTo>
                <a:lnTo>
                  <a:pt x="381" y="962"/>
                </a:lnTo>
                <a:lnTo>
                  <a:pt x="436" y="1016"/>
                </a:lnTo>
                <a:lnTo>
                  <a:pt x="517" y="1186"/>
                </a:lnTo>
                <a:lnTo>
                  <a:pt x="572" y="1357"/>
                </a:lnTo>
                <a:lnTo>
                  <a:pt x="626" y="1527"/>
                </a:lnTo>
                <a:lnTo>
                  <a:pt x="763" y="1697"/>
                </a:lnTo>
                <a:lnTo>
                  <a:pt x="763" y="1811"/>
                </a:lnTo>
                <a:lnTo>
                  <a:pt x="872" y="1978"/>
                </a:lnTo>
                <a:lnTo>
                  <a:pt x="872" y="2092"/>
                </a:lnTo>
                <a:lnTo>
                  <a:pt x="1008" y="2262"/>
                </a:lnTo>
                <a:lnTo>
                  <a:pt x="1008" y="2376"/>
                </a:lnTo>
                <a:lnTo>
                  <a:pt x="1117" y="2546"/>
                </a:lnTo>
                <a:lnTo>
                  <a:pt x="1117" y="2659"/>
                </a:lnTo>
                <a:lnTo>
                  <a:pt x="1199" y="2827"/>
                </a:lnTo>
                <a:lnTo>
                  <a:pt x="1253" y="2941"/>
                </a:lnTo>
                <a:lnTo>
                  <a:pt x="1308" y="3111"/>
                </a:lnTo>
                <a:lnTo>
                  <a:pt x="1362" y="3224"/>
                </a:lnTo>
                <a:lnTo>
                  <a:pt x="1444" y="3395"/>
                </a:lnTo>
                <a:lnTo>
                  <a:pt x="1498" y="3508"/>
                </a:lnTo>
                <a:lnTo>
                  <a:pt x="1553" y="3676"/>
                </a:lnTo>
                <a:lnTo>
                  <a:pt x="1689" y="3846"/>
                </a:lnTo>
                <a:lnTo>
                  <a:pt x="1744" y="4016"/>
                </a:lnTo>
                <a:lnTo>
                  <a:pt x="1798" y="4187"/>
                </a:lnTo>
                <a:lnTo>
                  <a:pt x="1880" y="4243"/>
                </a:lnTo>
                <a:lnTo>
                  <a:pt x="1934" y="4411"/>
                </a:lnTo>
                <a:lnTo>
                  <a:pt x="1989" y="4525"/>
                </a:lnTo>
                <a:lnTo>
                  <a:pt x="2044" y="4695"/>
                </a:lnTo>
                <a:lnTo>
                  <a:pt x="2125" y="4808"/>
                </a:lnTo>
                <a:lnTo>
                  <a:pt x="2125" y="4922"/>
                </a:lnTo>
                <a:lnTo>
                  <a:pt x="2234" y="5092"/>
                </a:lnTo>
                <a:lnTo>
                  <a:pt x="2234" y="5149"/>
                </a:lnTo>
                <a:lnTo>
                  <a:pt x="2316" y="5260"/>
                </a:lnTo>
                <a:lnTo>
                  <a:pt x="2371" y="5430"/>
                </a:lnTo>
                <a:lnTo>
                  <a:pt x="2371" y="5487"/>
                </a:lnTo>
                <a:lnTo>
                  <a:pt x="2425" y="5600"/>
                </a:lnTo>
                <a:lnTo>
                  <a:pt x="2480" y="5771"/>
                </a:lnTo>
                <a:lnTo>
                  <a:pt x="2561" y="5771"/>
                </a:lnTo>
                <a:lnTo>
                  <a:pt x="2616" y="5941"/>
                </a:lnTo>
                <a:lnTo>
                  <a:pt x="2616" y="5998"/>
                </a:lnTo>
                <a:lnTo>
                  <a:pt x="2670" y="6165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7454111" y="3922778"/>
            <a:ext cx="2643" cy="5827"/>
          </a:xfrm>
          <a:custGeom>
            <a:avLst/>
            <a:gdLst/>
            <a:ahLst/>
            <a:cxnLst/>
            <a:rect l="l" t="t" r="r" b="b"/>
            <a:pathLst>
              <a:path w="2643" h="5827">
                <a:moveTo>
                  <a:pt x="0" y="0"/>
                </a:moveTo>
                <a:lnTo>
                  <a:pt x="54" y="170"/>
                </a:lnTo>
                <a:lnTo>
                  <a:pt x="109" y="283"/>
                </a:lnTo>
                <a:lnTo>
                  <a:pt x="163" y="453"/>
                </a:lnTo>
                <a:lnTo>
                  <a:pt x="163" y="510"/>
                </a:lnTo>
                <a:lnTo>
                  <a:pt x="299" y="624"/>
                </a:lnTo>
                <a:lnTo>
                  <a:pt x="299" y="792"/>
                </a:lnTo>
                <a:lnTo>
                  <a:pt x="408" y="905"/>
                </a:lnTo>
                <a:lnTo>
                  <a:pt x="490" y="1075"/>
                </a:lnTo>
                <a:lnTo>
                  <a:pt x="490" y="1189"/>
                </a:lnTo>
                <a:lnTo>
                  <a:pt x="545" y="1302"/>
                </a:lnTo>
                <a:lnTo>
                  <a:pt x="599" y="1473"/>
                </a:lnTo>
                <a:lnTo>
                  <a:pt x="735" y="1584"/>
                </a:lnTo>
                <a:lnTo>
                  <a:pt x="790" y="1754"/>
                </a:lnTo>
                <a:lnTo>
                  <a:pt x="844" y="1867"/>
                </a:lnTo>
                <a:lnTo>
                  <a:pt x="926" y="2038"/>
                </a:lnTo>
                <a:lnTo>
                  <a:pt x="981" y="2208"/>
                </a:lnTo>
                <a:lnTo>
                  <a:pt x="981" y="2265"/>
                </a:lnTo>
                <a:lnTo>
                  <a:pt x="1090" y="2432"/>
                </a:lnTo>
                <a:lnTo>
                  <a:pt x="1171" y="2603"/>
                </a:lnTo>
                <a:lnTo>
                  <a:pt x="1171" y="2659"/>
                </a:lnTo>
                <a:lnTo>
                  <a:pt x="1280" y="2830"/>
                </a:lnTo>
                <a:lnTo>
                  <a:pt x="1280" y="2943"/>
                </a:lnTo>
                <a:lnTo>
                  <a:pt x="1417" y="3057"/>
                </a:lnTo>
                <a:lnTo>
                  <a:pt x="1471" y="3227"/>
                </a:lnTo>
                <a:lnTo>
                  <a:pt x="1471" y="3281"/>
                </a:lnTo>
                <a:lnTo>
                  <a:pt x="1526" y="3395"/>
                </a:lnTo>
                <a:lnTo>
                  <a:pt x="1607" y="3565"/>
                </a:lnTo>
                <a:lnTo>
                  <a:pt x="1662" y="3735"/>
                </a:lnTo>
                <a:lnTo>
                  <a:pt x="1798" y="3849"/>
                </a:lnTo>
                <a:lnTo>
                  <a:pt x="1853" y="4019"/>
                </a:lnTo>
                <a:lnTo>
                  <a:pt x="1853" y="4130"/>
                </a:lnTo>
                <a:lnTo>
                  <a:pt x="1962" y="4243"/>
                </a:lnTo>
                <a:lnTo>
                  <a:pt x="2044" y="4414"/>
                </a:lnTo>
                <a:lnTo>
                  <a:pt x="2098" y="4527"/>
                </a:lnTo>
                <a:lnTo>
                  <a:pt x="2098" y="4641"/>
                </a:lnTo>
                <a:lnTo>
                  <a:pt x="2207" y="4811"/>
                </a:lnTo>
                <a:lnTo>
                  <a:pt x="2207" y="4924"/>
                </a:lnTo>
                <a:lnTo>
                  <a:pt x="2343" y="5035"/>
                </a:lnTo>
                <a:lnTo>
                  <a:pt x="2398" y="5206"/>
                </a:lnTo>
                <a:lnTo>
                  <a:pt x="2480" y="5376"/>
                </a:lnTo>
                <a:lnTo>
                  <a:pt x="2480" y="5433"/>
                </a:lnTo>
                <a:lnTo>
                  <a:pt x="2534" y="5433"/>
                </a:lnTo>
                <a:lnTo>
                  <a:pt x="2589" y="5603"/>
                </a:lnTo>
                <a:lnTo>
                  <a:pt x="2643" y="5773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7456755" y="3928606"/>
            <a:ext cx="2752" cy="5433"/>
          </a:xfrm>
          <a:custGeom>
            <a:avLst/>
            <a:gdLst/>
            <a:ahLst/>
            <a:cxnLst/>
            <a:rect l="l" t="t" r="r" b="b"/>
            <a:pathLst>
              <a:path w="2752" h="5433">
                <a:moveTo>
                  <a:pt x="0" y="0"/>
                </a:moveTo>
                <a:lnTo>
                  <a:pt x="136" y="113"/>
                </a:lnTo>
                <a:lnTo>
                  <a:pt x="136" y="226"/>
                </a:lnTo>
                <a:lnTo>
                  <a:pt x="272" y="397"/>
                </a:lnTo>
                <a:lnTo>
                  <a:pt x="272" y="510"/>
                </a:lnTo>
                <a:lnTo>
                  <a:pt x="381" y="624"/>
                </a:lnTo>
                <a:lnTo>
                  <a:pt x="436" y="794"/>
                </a:lnTo>
                <a:lnTo>
                  <a:pt x="517" y="962"/>
                </a:lnTo>
                <a:lnTo>
                  <a:pt x="517" y="1019"/>
                </a:lnTo>
                <a:lnTo>
                  <a:pt x="572" y="1019"/>
                </a:lnTo>
                <a:lnTo>
                  <a:pt x="626" y="1189"/>
                </a:lnTo>
                <a:lnTo>
                  <a:pt x="681" y="1246"/>
                </a:lnTo>
                <a:lnTo>
                  <a:pt x="681" y="1359"/>
                </a:lnTo>
                <a:lnTo>
                  <a:pt x="817" y="1529"/>
                </a:lnTo>
                <a:lnTo>
                  <a:pt x="817" y="1643"/>
                </a:lnTo>
                <a:lnTo>
                  <a:pt x="953" y="1754"/>
                </a:lnTo>
                <a:lnTo>
                  <a:pt x="1008" y="1924"/>
                </a:lnTo>
                <a:lnTo>
                  <a:pt x="1062" y="2094"/>
                </a:lnTo>
                <a:lnTo>
                  <a:pt x="1062" y="2151"/>
                </a:lnTo>
                <a:lnTo>
                  <a:pt x="1199" y="2265"/>
                </a:lnTo>
                <a:lnTo>
                  <a:pt x="1253" y="2435"/>
                </a:lnTo>
                <a:lnTo>
                  <a:pt x="1308" y="2603"/>
                </a:lnTo>
                <a:lnTo>
                  <a:pt x="1362" y="2773"/>
                </a:lnTo>
                <a:lnTo>
                  <a:pt x="1498" y="2886"/>
                </a:lnTo>
                <a:lnTo>
                  <a:pt x="1553" y="3057"/>
                </a:lnTo>
                <a:lnTo>
                  <a:pt x="1635" y="3227"/>
                </a:lnTo>
                <a:lnTo>
                  <a:pt x="1744" y="3395"/>
                </a:lnTo>
                <a:lnTo>
                  <a:pt x="1744" y="3508"/>
                </a:lnTo>
                <a:lnTo>
                  <a:pt x="1880" y="3622"/>
                </a:lnTo>
                <a:lnTo>
                  <a:pt x="1934" y="3792"/>
                </a:lnTo>
                <a:lnTo>
                  <a:pt x="1989" y="3962"/>
                </a:lnTo>
                <a:lnTo>
                  <a:pt x="2071" y="4132"/>
                </a:lnTo>
                <a:lnTo>
                  <a:pt x="2180" y="4243"/>
                </a:lnTo>
                <a:lnTo>
                  <a:pt x="2234" y="4357"/>
                </a:lnTo>
                <a:lnTo>
                  <a:pt x="2316" y="4470"/>
                </a:lnTo>
                <a:lnTo>
                  <a:pt x="2371" y="4641"/>
                </a:lnTo>
                <a:lnTo>
                  <a:pt x="2425" y="4811"/>
                </a:lnTo>
                <a:lnTo>
                  <a:pt x="2561" y="4981"/>
                </a:lnTo>
                <a:lnTo>
                  <a:pt x="2561" y="5092"/>
                </a:lnTo>
                <a:lnTo>
                  <a:pt x="2616" y="5092"/>
                </a:lnTo>
                <a:lnTo>
                  <a:pt x="2670" y="5206"/>
                </a:lnTo>
                <a:lnTo>
                  <a:pt x="2752" y="5376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7459508" y="3934039"/>
            <a:ext cx="2725" cy="5035"/>
          </a:xfrm>
          <a:custGeom>
            <a:avLst/>
            <a:gdLst/>
            <a:ahLst/>
            <a:cxnLst/>
            <a:rect l="l" t="t" r="r" b="b"/>
            <a:pathLst>
              <a:path w="2725" h="5035">
                <a:moveTo>
                  <a:pt x="0" y="0"/>
                </a:moveTo>
                <a:lnTo>
                  <a:pt x="54" y="56"/>
                </a:lnTo>
                <a:lnTo>
                  <a:pt x="109" y="226"/>
                </a:lnTo>
                <a:lnTo>
                  <a:pt x="245" y="397"/>
                </a:lnTo>
                <a:lnTo>
                  <a:pt x="245" y="508"/>
                </a:lnTo>
                <a:lnTo>
                  <a:pt x="299" y="565"/>
                </a:lnTo>
                <a:lnTo>
                  <a:pt x="354" y="735"/>
                </a:lnTo>
                <a:lnTo>
                  <a:pt x="490" y="848"/>
                </a:lnTo>
                <a:lnTo>
                  <a:pt x="545" y="962"/>
                </a:lnTo>
                <a:lnTo>
                  <a:pt x="599" y="1132"/>
                </a:lnTo>
                <a:lnTo>
                  <a:pt x="681" y="1189"/>
                </a:lnTo>
                <a:lnTo>
                  <a:pt x="681" y="1302"/>
                </a:lnTo>
                <a:lnTo>
                  <a:pt x="790" y="1470"/>
                </a:lnTo>
                <a:lnTo>
                  <a:pt x="844" y="1640"/>
                </a:lnTo>
                <a:lnTo>
                  <a:pt x="981" y="1811"/>
                </a:lnTo>
                <a:lnTo>
                  <a:pt x="1035" y="1981"/>
                </a:lnTo>
                <a:lnTo>
                  <a:pt x="1035" y="2038"/>
                </a:lnTo>
                <a:lnTo>
                  <a:pt x="1117" y="2094"/>
                </a:lnTo>
                <a:lnTo>
                  <a:pt x="1171" y="2262"/>
                </a:lnTo>
                <a:lnTo>
                  <a:pt x="1280" y="2432"/>
                </a:lnTo>
                <a:lnTo>
                  <a:pt x="1362" y="2603"/>
                </a:lnTo>
                <a:lnTo>
                  <a:pt x="1471" y="2773"/>
                </a:lnTo>
                <a:lnTo>
                  <a:pt x="1526" y="2943"/>
                </a:lnTo>
                <a:lnTo>
                  <a:pt x="1662" y="3054"/>
                </a:lnTo>
                <a:lnTo>
                  <a:pt x="1716" y="3224"/>
                </a:lnTo>
                <a:lnTo>
                  <a:pt x="1798" y="3395"/>
                </a:lnTo>
                <a:lnTo>
                  <a:pt x="1907" y="3508"/>
                </a:lnTo>
                <a:lnTo>
                  <a:pt x="1962" y="3678"/>
                </a:lnTo>
                <a:lnTo>
                  <a:pt x="1962" y="3735"/>
                </a:lnTo>
                <a:lnTo>
                  <a:pt x="2044" y="3735"/>
                </a:lnTo>
                <a:lnTo>
                  <a:pt x="2098" y="3849"/>
                </a:lnTo>
                <a:lnTo>
                  <a:pt x="2153" y="3960"/>
                </a:lnTo>
                <a:lnTo>
                  <a:pt x="2234" y="4073"/>
                </a:lnTo>
                <a:lnTo>
                  <a:pt x="2289" y="4243"/>
                </a:lnTo>
                <a:lnTo>
                  <a:pt x="2343" y="4414"/>
                </a:lnTo>
                <a:lnTo>
                  <a:pt x="2480" y="4527"/>
                </a:lnTo>
                <a:lnTo>
                  <a:pt x="2534" y="4697"/>
                </a:lnTo>
                <a:lnTo>
                  <a:pt x="2589" y="4865"/>
                </a:lnTo>
                <a:lnTo>
                  <a:pt x="2725" y="4979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7462233" y="3939075"/>
            <a:ext cx="2725" cy="4641"/>
          </a:xfrm>
          <a:custGeom>
            <a:avLst/>
            <a:gdLst/>
            <a:ahLst/>
            <a:cxnLst/>
            <a:rect l="l" t="t" r="r" b="b"/>
            <a:pathLst>
              <a:path w="2725" h="4641">
                <a:moveTo>
                  <a:pt x="0" y="0"/>
                </a:moveTo>
                <a:lnTo>
                  <a:pt x="54" y="56"/>
                </a:lnTo>
                <a:lnTo>
                  <a:pt x="109" y="226"/>
                </a:lnTo>
                <a:lnTo>
                  <a:pt x="109" y="283"/>
                </a:lnTo>
                <a:lnTo>
                  <a:pt x="190" y="340"/>
                </a:lnTo>
                <a:lnTo>
                  <a:pt x="299" y="510"/>
                </a:lnTo>
                <a:lnTo>
                  <a:pt x="354" y="678"/>
                </a:lnTo>
                <a:lnTo>
                  <a:pt x="490" y="792"/>
                </a:lnTo>
                <a:lnTo>
                  <a:pt x="490" y="905"/>
                </a:lnTo>
                <a:lnTo>
                  <a:pt x="626" y="1075"/>
                </a:lnTo>
                <a:lnTo>
                  <a:pt x="681" y="1132"/>
                </a:lnTo>
                <a:lnTo>
                  <a:pt x="735" y="1302"/>
                </a:lnTo>
                <a:lnTo>
                  <a:pt x="790" y="1470"/>
                </a:lnTo>
                <a:lnTo>
                  <a:pt x="926" y="1584"/>
                </a:lnTo>
                <a:lnTo>
                  <a:pt x="981" y="1754"/>
                </a:lnTo>
                <a:lnTo>
                  <a:pt x="1117" y="1924"/>
                </a:lnTo>
                <a:lnTo>
                  <a:pt x="1171" y="1981"/>
                </a:lnTo>
                <a:lnTo>
                  <a:pt x="1171" y="2094"/>
                </a:lnTo>
                <a:lnTo>
                  <a:pt x="1308" y="2262"/>
                </a:lnTo>
                <a:lnTo>
                  <a:pt x="1308" y="2319"/>
                </a:lnTo>
                <a:lnTo>
                  <a:pt x="1417" y="2489"/>
                </a:lnTo>
                <a:lnTo>
                  <a:pt x="1471" y="2659"/>
                </a:lnTo>
                <a:lnTo>
                  <a:pt x="1553" y="2716"/>
                </a:lnTo>
                <a:lnTo>
                  <a:pt x="1662" y="2886"/>
                </a:lnTo>
                <a:lnTo>
                  <a:pt x="1716" y="2943"/>
                </a:lnTo>
                <a:lnTo>
                  <a:pt x="1798" y="3111"/>
                </a:lnTo>
                <a:lnTo>
                  <a:pt x="1853" y="3281"/>
                </a:lnTo>
                <a:lnTo>
                  <a:pt x="1989" y="3395"/>
                </a:lnTo>
                <a:lnTo>
                  <a:pt x="1989" y="3451"/>
                </a:lnTo>
                <a:lnTo>
                  <a:pt x="2098" y="3622"/>
                </a:lnTo>
                <a:lnTo>
                  <a:pt x="2153" y="3678"/>
                </a:lnTo>
                <a:lnTo>
                  <a:pt x="2234" y="3849"/>
                </a:lnTo>
                <a:lnTo>
                  <a:pt x="2289" y="4016"/>
                </a:lnTo>
                <a:lnTo>
                  <a:pt x="2343" y="4073"/>
                </a:lnTo>
                <a:lnTo>
                  <a:pt x="2480" y="4243"/>
                </a:lnTo>
                <a:lnTo>
                  <a:pt x="2480" y="4300"/>
                </a:lnTo>
                <a:lnTo>
                  <a:pt x="2589" y="4470"/>
                </a:lnTo>
                <a:lnTo>
                  <a:pt x="2725" y="4641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7464958" y="3943716"/>
            <a:ext cx="2725" cy="4243"/>
          </a:xfrm>
          <a:custGeom>
            <a:avLst/>
            <a:gdLst/>
            <a:ahLst/>
            <a:cxnLst/>
            <a:rect l="l" t="t" r="r" b="b"/>
            <a:pathLst>
              <a:path w="2725" h="4243">
                <a:moveTo>
                  <a:pt x="0" y="0"/>
                </a:moveTo>
                <a:lnTo>
                  <a:pt x="0" y="56"/>
                </a:lnTo>
                <a:lnTo>
                  <a:pt x="54" y="167"/>
                </a:lnTo>
                <a:lnTo>
                  <a:pt x="190" y="281"/>
                </a:lnTo>
                <a:lnTo>
                  <a:pt x="245" y="451"/>
                </a:lnTo>
                <a:lnTo>
                  <a:pt x="299" y="565"/>
                </a:lnTo>
                <a:lnTo>
                  <a:pt x="436" y="678"/>
                </a:lnTo>
                <a:lnTo>
                  <a:pt x="490" y="848"/>
                </a:lnTo>
                <a:lnTo>
                  <a:pt x="626" y="1016"/>
                </a:lnTo>
                <a:lnTo>
                  <a:pt x="626" y="1073"/>
                </a:lnTo>
                <a:lnTo>
                  <a:pt x="735" y="1186"/>
                </a:lnTo>
                <a:lnTo>
                  <a:pt x="790" y="1357"/>
                </a:lnTo>
                <a:lnTo>
                  <a:pt x="872" y="1470"/>
                </a:lnTo>
                <a:lnTo>
                  <a:pt x="981" y="1640"/>
                </a:lnTo>
                <a:lnTo>
                  <a:pt x="1117" y="1754"/>
                </a:lnTo>
                <a:lnTo>
                  <a:pt x="1171" y="1922"/>
                </a:lnTo>
                <a:lnTo>
                  <a:pt x="1226" y="2035"/>
                </a:lnTo>
                <a:lnTo>
                  <a:pt x="1362" y="2149"/>
                </a:lnTo>
                <a:lnTo>
                  <a:pt x="1417" y="2262"/>
                </a:lnTo>
                <a:lnTo>
                  <a:pt x="1498" y="2432"/>
                </a:lnTo>
                <a:lnTo>
                  <a:pt x="1553" y="2546"/>
                </a:lnTo>
                <a:lnTo>
                  <a:pt x="1662" y="2714"/>
                </a:lnTo>
                <a:lnTo>
                  <a:pt x="1798" y="2827"/>
                </a:lnTo>
                <a:lnTo>
                  <a:pt x="1798" y="2884"/>
                </a:lnTo>
                <a:lnTo>
                  <a:pt x="1907" y="3054"/>
                </a:lnTo>
                <a:lnTo>
                  <a:pt x="1989" y="3111"/>
                </a:lnTo>
                <a:lnTo>
                  <a:pt x="2044" y="3281"/>
                </a:lnTo>
                <a:lnTo>
                  <a:pt x="2180" y="3395"/>
                </a:lnTo>
                <a:lnTo>
                  <a:pt x="2234" y="3562"/>
                </a:lnTo>
                <a:lnTo>
                  <a:pt x="2343" y="3676"/>
                </a:lnTo>
                <a:lnTo>
                  <a:pt x="2343" y="3733"/>
                </a:lnTo>
                <a:lnTo>
                  <a:pt x="2480" y="3903"/>
                </a:lnTo>
                <a:lnTo>
                  <a:pt x="2480" y="3960"/>
                </a:lnTo>
                <a:lnTo>
                  <a:pt x="2616" y="4073"/>
                </a:lnTo>
                <a:lnTo>
                  <a:pt x="2616" y="4130"/>
                </a:lnTo>
                <a:lnTo>
                  <a:pt x="2670" y="4243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7467684" y="3947960"/>
            <a:ext cx="2670" cy="3846"/>
          </a:xfrm>
          <a:custGeom>
            <a:avLst/>
            <a:gdLst/>
            <a:ahLst/>
            <a:cxnLst/>
            <a:rect l="l" t="t" r="r" b="b"/>
            <a:pathLst>
              <a:path w="2670" h="3846">
                <a:moveTo>
                  <a:pt x="0" y="0"/>
                </a:moveTo>
                <a:lnTo>
                  <a:pt x="54" y="167"/>
                </a:lnTo>
                <a:lnTo>
                  <a:pt x="190" y="281"/>
                </a:lnTo>
                <a:lnTo>
                  <a:pt x="245" y="451"/>
                </a:lnTo>
                <a:lnTo>
                  <a:pt x="299" y="451"/>
                </a:lnTo>
                <a:lnTo>
                  <a:pt x="299" y="508"/>
                </a:lnTo>
                <a:lnTo>
                  <a:pt x="436" y="678"/>
                </a:lnTo>
                <a:lnTo>
                  <a:pt x="436" y="735"/>
                </a:lnTo>
                <a:lnTo>
                  <a:pt x="490" y="792"/>
                </a:lnTo>
                <a:lnTo>
                  <a:pt x="626" y="962"/>
                </a:lnTo>
                <a:lnTo>
                  <a:pt x="626" y="1016"/>
                </a:lnTo>
                <a:lnTo>
                  <a:pt x="681" y="1073"/>
                </a:lnTo>
                <a:lnTo>
                  <a:pt x="735" y="1186"/>
                </a:lnTo>
                <a:lnTo>
                  <a:pt x="817" y="1243"/>
                </a:lnTo>
                <a:lnTo>
                  <a:pt x="872" y="1357"/>
                </a:lnTo>
                <a:lnTo>
                  <a:pt x="981" y="1527"/>
                </a:lnTo>
                <a:lnTo>
                  <a:pt x="1117" y="1640"/>
                </a:lnTo>
                <a:lnTo>
                  <a:pt x="1171" y="1811"/>
                </a:lnTo>
                <a:lnTo>
                  <a:pt x="1253" y="1865"/>
                </a:lnTo>
                <a:lnTo>
                  <a:pt x="1362" y="1978"/>
                </a:lnTo>
                <a:lnTo>
                  <a:pt x="1417" y="2149"/>
                </a:lnTo>
                <a:lnTo>
                  <a:pt x="1553" y="2262"/>
                </a:lnTo>
                <a:lnTo>
                  <a:pt x="1607" y="2432"/>
                </a:lnTo>
                <a:lnTo>
                  <a:pt x="1744" y="2489"/>
                </a:lnTo>
                <a:lnTo>
                  <a:pt x="1798" y="2659"/>
                </a:lnTo>
                <a:lnTo>
                  <a:pt x="1934" y="2770"/>
                </a:lnTo>
                <a:lnTo>
                  <a:pt x="1934" y="2827"/>
                </a:lnTo>
                <a:lnTo>
                  <a:pt x="1989" y="2941"/>
                </a:lnTo>
                <a:lnTo>
                  <a:pt x="2044" y="2997"/>
                </a:lnTo>
                <a:lnTo>
                  <a:pt x="2098" y="3111"/>
                </a:lnTo>
                <a:lnTo>
                  <a:pt x="2180" y="3168"/>
                </a:lnTo>
                <a:lnTo>
                  <a:pt x="2234" y="3281"/>
                </a:lnTo>
                <a:lnTo>
                  <a:pt x="2289" y="3338"/>
                </a:lnTo>
                <a:lnTo>
                  <a:pt x="2371" y="3451"/>
                </a:lnTo>
                <a:lnTo>
                  <a:pt x="2425" y="3508"/>
                </a:lnTo>
                <a:lnTo>
                  <a:pt x="2480" y="3619"/>
                </a:lnTo>
                <a:lnTo>
                  <a:pt x="2534" y="3676"/>
                </a:lnTo>
                <a:lnTo>
                  <a:pt x="2616" y="3789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7470355" y="3951807"/>
            <a:ext cx="2725" cy="3451"/>
          </a:xfrm>
          <a:custGeom>
            <a:avLst/>
            <a:gdLst/>
            <a:ahLst/>
            <a:cxnLst/>
            <a:rect l="l" t="t" r="r" b="b"/>
            <a:pathLst>
              <a:path w="2725" h="3451">
                <a:moveTo>
                  <a:pt x="0" y="0"/>
                </a:moveTo>
                <a:lnTo>
                  <a:pt x="136" y="113"/>
                </a:lnTo>
                <a:lnTo>
                  <a:pt x="190" y="283"/>
                </a:lnTo>
                <a:lnTo>
                  <a:pt x="299" y="453"/>
                </a:lnTo>
                <a:lnTo>
                  <a:pt x="436" y="510"/>
                </a:lnTo>
                <a:lnTo>
                  <a:pt x="436" y="565"/>
                </a:lnTo>
                <a:lnTo>
                  <a:pt x="490" y="678"/>
                </a:lnTo>
                <a:lnTo>
                  <a:pt x="545" y="735"/>
                </a:lnTo>
                <a:lnTo>
                  <a:pt x="626" y="848"/>
                </a:lnTo>
                <a:lnTo>
                  <a:pt x="735" y="1019"/>
                </a:lnTo>
                <a:lnTo>
                  <a:pt x="872" y="1075"/>
                </a:lnTo>
                <a:lnTo>
                  <a:pt x="926" y="1246"/>
                </a:lnTo>
                <a:lnTo>
                  <a:pt x="981" y="1302"/>
                </a:lnTo>
                <a:lnTo>
                  <a:pt x="1117" y="1413"/>
                </a:lnTo>
                <a:lnTo>
                  <a:pt x="1171" y="1470"/>
                </a:lnTo>
                <a:lnTo>
                  <a:pt x="1171" y="1527"/>
                </a:lnTo>
                <a:lnTo>
                  <a:pt x="1226" y="1640"/>
                </a:lnTo>
                <a:lnTo>
                  <a:pt x="1308" y="1697"/>
                </a:lnTo>
                <a:lnTo>
                  <a:pt x="1362" y="1811"/>
                </a:lnTo>
                <a:lnTo>
                  <a:pt x="1498" y="1867"/>
                </a:lnTo>
                <a:lnTo>
                  <a:pt x="1498" y="1924"/>
                </a:lnTo>
                <a:lnTo>
                  <a:pt x="1607" y="2094"/>
                </a:lnTo>
                <a:lnTo>
                  <a:pt x="1662" y="2094"/>
                </a:lnTo>
                <a:lnTo>
                  <a:pt x="1744" y="2262"/>
                </a:lnTo>
                <a:lnTo>
                  <a:pt x="1798" y="2319"/>
                </a:lnTo>
                <a:lnTo>
                  <a:pt x="1934" y="2432"/>
                </a:lnTo>
                <a:lnTo>
                  <a:pt x="1989" y="2489"/>
                </a:lnTo>
                <a:lnTo>
                  <a:pt x="2044" y="2659"/>
                </a:lnTo>
                <a:lnTo>
                  <a:pt x="2180" y="2716"/>
                </a:lnTo>
                <a:lnTo>
                  <a:pt x="2180" y="2773"/>
                </a:lnTo>
                <a:lnTo>
                  <a:pt x="2234" y="2886"/>
                </a:lnTo>
                <a:lnTo>
                  <a:pt x="2289" y="2943"/>
                </a:lnTo>
                <a:lnTo>
                  <a:pt x="2425" y="3057"/>
                </a:lnTo>
                <a:lnTo>
                  <a:pt x="2425" y="3111"/>
                </a:lnTo>
                <a:lnTo>
                  <a:pt x="2616" y="3224"/>
                </a:lnTo>
                <a:lnTo>
                  <a:pt x="2670" y="3395"/>
                </a:lnTo>
              </a:path>
            </a:pathLst>
          </a:custGeom>
          <a:ln w="3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7473080" y="3955258"/>
            <a:ext cx="2725" cy="3000"/>
          </a:xfrm>
          <a:custGeom>
            <a:avLst/>
            <a:gdLst/>
            <a:ahLst/>
            <a:cxnLst/>
            <a:rect l="l" t="t" r="r" b="b"/>
            <a:pathLst>
              <a:path w="2725" h="3000">
                <a:moveTo>
                  <a:pt x="0" y="0"/>
                </a:moveTo>
                <a:lnTo>
                  <a:pt x="136" y="113"/>
                </a:lnTo>
                <a:lnTo>
                  <a:pt x="245" y="283"/>
                </a:lnTo>
                <a:lnTo>
                  <a:pt x="245" y="283"/>
                </a:lnTo>
                <a:lnTo>
                  <a:pt x="327" y="397"/>
                </a:lnTo>
                <a:lnTo>
                  <a:pt x="381" y="453"/>
                </a:lnTo>
                <a:lnTo>
                  <a:pt x="572" y="621"/>
                </a:lnTo>
                <a:lnTo>
                  <a:pt x="572" y="678"/>
                </a:lnTo>
                <a:lnTo>
                  <a:pt x="681" y="792"/>
                </a:lnTo>
                <a:lnTo>
                  <a:pt x="735" y="905"/>
                </a:lnTo>
                <a:lnTo>
                  <a:pt x="872" y="962"/>
                </a:lnTo>
                <a:lnTo>
                  <a:pt x="926" y="1075"/>
                </a:lnTo>
                <a:lnTo>
                  <a:pt x="1008" y="1189"/>
                </a:lnTo>
                <a:lnTo>
                  <a:pt x="1171" y="1302"/>
                </a:lnTo>
                <a:lnTo>
                  <a:pt x="1253" y="1470"/>
                </a:lnTo>
                <a:lnTo>
                  <a:pt x="1308" y="1470"/>
                </a:lnTo>
                <a:lnTo>
                  <a:pt x="1417" y="1640"/>
                </a:lnTo>
                <a:lnTo>
                  <a:pt x="1553" y="1754"/>
                </a:lnTo>
                <a:lnTo>
                  <a:pt x="1553" y="1811"/>
                </a:lnTo>
                <a:lnTo>
                  <a:pt x="1689" y="1867"/>
                </a:lnTo>
                <a:lnTo>
                  <a:pt x="1798" y="2038"/>
                </a:lnTo>
                <a:lnTo>
                  <a:pt x="1853" y="2094"/>
                </a:lnTo>
                <a:lnTo>
                  <a:pt x="1989" y="2205"/>
                </a:lnTo>
                <a:lnTo>
                  <a:pt x="2044" y="2262"/>
                </a:lnTo>
                <a:lnTo>
                  <a:pt x="2180" y="2432"/>
                </a:lnTo>
                <a:lnTo>
                  <a:pt x="2234" y="2546"/>
                </a:lnTo>
                <a:lnTo>
                  <a:pt x="2289" y="2603"/>
                </a:lnTo>
                <a:lnTo>
                  <a:pt x="2425" y="2659"/>
                </a:lnTo>
                <a:lnTo>
                  <a:pt x="2534" y="2830"/>
                </a:lnTo>
                <a:lnTo>
                  <a:pt x="2616" y="2943"/>
                </a:lnTo>
              </a:path>
            </a:pathLst>
          </a:custGeom>
          <a:ln w="3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7475805" y="3958259"/>
            <a:ext cx="2725" cy="2657"/>
          </a:xfrm>
          <a:custGeom>
            <a:avLst/>
            <a:gdLst/>
            <a:ahLst/>
            <a:cxnLst/>
            <a:rect l="l" t="t" r="r" b="b"/>
            <a:pathLst>
              <a:path w="2725" h="2657">
                <a:moveTo>
                  <a:pt x="0" y="0"/>
                </a:moveTo>
                <a:lnTo>
                  <a:pt x="0" y="0"/>
                </a:lnTo>
                <a:lnTo>
                  <a:pt x="136" y="111"/>
                </a:lnTo>
                <a:lnTo>
                  <a:pt x="245" y="281"/>
                </a:lnTo>
                <a:lnTo>
                  <a:pt x="327" y="394"/>
                </a:lnTo>
                <a:lnTo>
                  <a:pt x="436" y="451"/>
                </a:lnTo>
                <a:lnTo>
                  <a:pt x="572" y="565"/>
                </a:lnTo>
                <a:lnTo>
                  <a:pt x="681" y="678"/>
                </a:lnTo>
                <a:lnTo>
                  <a:pt x="817" y="848"/>
                </a:lnTo>
                <a:lnTo>
                  <a:pt x="872" y="959"/>
                </a:lnTo>
                <a:lnTo>
                  <a:pt x="1008" y="1016"/>
                </a:lnTo>
                <a:lnTo>
                  <a:pt x="1117" y="1130"/>
                </a:lnTo>
                <a:lnTo>
                  <a:pt x="1199" y="1243"/>
                </a:lnTo>
                <a:lnTo>
                  <a:pt x="1253" y="1243"/>
                </a:lnTo>
                <a:lnTo>
                  <a:pt x="1362" y="1357"/>
                </a:lnTo>
                <a:lnTo>
                  <a:pt x="1362" y="1413"/>
                </a:lnTo>
                <a:lnTo>
                  <a:pt x="1498" y="1470"/>
                </a:lnTo>
                <a:lnTo>
                  <a:pt x="1607" y="1640"/>
                </a:lnTo>
                <a:lnTo>
                  <a:pt x="1744" y="1697"/>
                </a:lnTo>
                <a:lnTo>
                  <a:pt x="1880" y="1865"/>
                </a:lnTo>
                <a:lnTo>
                  <a:pt x="1989" y="1978"/>
                </a:lnTo>
                <a:lnTo>
                  <a:pt x="2125" y="2092"/>
                </a:lnTo>
                <a:lnTo>
                  <a:pt x="2316" y="2262"/>
                </a:lnTo>
                <a:lnTo>
                  <a:pt x="2480" y="2376"/>
                </a:lnTo>
                <a:lnTo>
                  <a:pt x="2616" y="2489"/>
                </a:lnTo>
                <a:lnTo>
                  <a:pt x="2725" y="2657"/>
                </a:lnTo>
              </a:path>
            </a:pathLst>
          </a:custGeom>
          <a:ln w="3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7478531" y="3960916"/>
            <a:ext cx="2670" cy="2151"/>
          </a:xfrm>
          <a:custGeom>
            <a:avLst/>
            <a:gdLst/>
            <a:ahLst/>
            <a:cxnLst/>
            <a:rect l="l" t="t" r="r" b="b"/>
            <a:pathLst>
              <a:path w="2670" h="2151">
                <a:moveTo>
                  <a:pt x="0" y="0"/>
                </a:moveTo>
                <a:lnTo>
                  <a:pt x="136" y="113"/>
                </a:lnTo>
                <a:lnTo>
                  <a:pt x="272" y="170"/>
                </a:lnTo>
                <a:lnTo>
                  <a:pt x="272" y="226"/>
                </a:lnTo>
                <a:lnTo>
                  <a:pt x="381" y="283"/>
                </a:lnTo>
                <a:lnTo>
                  <a:pt x="381" y="340"/>
                </a:lnTo>
                <a:lnTo>
                  <a:pt x="517" y="397"/>
                </a:lnTo>
                <a:lnTo>
                  <a:pt x="626" y="567"/>
                </a:lnTo>
                <a:lnTo>
                  <a:pt x="681" y="624"/>
                </a:lnTo>
                <a:lnTo>
                  <a:pt x="817" y="680"/>
                </a:lnTo>
                <a:lnTo>
                  <a:pt x="953" y="792"/>
                </a:lnTo>
                <a:lnTo>
                  <a:pt x="1008" y="848"/>
                </a:lnTo>
                <a:lnTo>
                  <a:pt x="1117" y="905"/>
                </a:lnTo>
                <a:lnTo>
                  <a:pt x="1199" y="962"/>
                </a:lnTo>
                <a:lnTo>
                  <a:pt x="1308" y="1132"/>
                </a:lnTo>
                <a:lnTo>
                  <a:pt x="1389" y="1189"/>
                </a:lnTo>
                <a:lnTo>
                  <a:pt x="1553" y="1302"/>
                </a:lnTo>
                <a:lnTo>
                  <a:pt x="1689" y="1359"/>
                </a:lnTo>
                <a:lnTo>
                  <a:pt x="1798" y="1529"/>
                </a:lnTo>
                <a:lnTo>
                  <a:pt x="1880" y="1586"/>
                </a:lnTo>
                <a:lnTo>
                  <a:pt x="1934" y="1586"/>
                </a:lnTo>
                <a:lnTo>
                  <a:pt x="2071" y="1697"/>
                </a:lnTo>
                <a:lnTo>
                  <a:pt x="2125" y="1697"/>
                </a:lnTo>
                <a:lnTo>
                  <a:pt x="2180" y="1754"/>
                </a:lnTo>
                <a:lnTo>
                  <a:pt x="2316" y="1867"/>
                </a:lnTo>
                <a:lnTo>
                  <a:pt x="2507" y="1981"/>
                </a:lnTo>
                <a:lnTo>
                  <a:pt x="2616" y="2151"/>
                </a:lnTo>
              </a:path>
            </a:pathLst>
          </a:custGeom>
          <a:ln w="3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7481201" y="3963068"/>
            <a:ext cx="2752" cy="1811"/>
          </a:xfrm>
          <a:custGeom>
            <a:avLst/>
            <a:gdLst/>
            <a:ahLst/>
            <a:cxnLst/>
            <a:rect l="l" t="t" r="r" b="b"/>
            <a:pathLst>
              <a:path w="2752" h="1811">
                <a:moveTo>
                  <a:pt x="0" y="0"/>
                </a:moveTo>
                <a:lnTo>
                  <a:pt x="0" y="0"/>
                </a:lnTo>
                <a:lnTo>
                  <a:pt x="136" y="56"/>
                </a:lnTo>
                <a:lnTo>
                  <a:pt x="190" y="113"/>
                </a:lnTo>
                <a:lnTo>
                  <a:pt x="245" y="226"/>
                </a:lnTo>
                <a:lnTo>
                  <a:pt x="381" y="226"/>
                </a:lnTo>
                <a:lnTo>
                  <a:pt x="436" y="338"/>
                </a:lnTo>
                <a:lnTo>
                  <a:pt x="572" y="394"/>
                </a:lnTo>
                <a:lnTo>
                  <a:pt x="681" y="451"/>
                </a:lnTo>
                <a:lnTo>
                  <a:pt x="763" y="508"/>
                </a:lnTo>
                <a:lnTo>
                  <a:pt x="817" y="621"/>
                </a:lnTo>
                <a:lnTo>
                  <a:pt x="1008" y="678"/>
                </a:lnTo>
                <a:lnTo>
                  <a:pt x="1062" y="792"/>
                </a:lnTo>
                <a:lnTo>
                  <a:pt x="1199" y="792"/>
                </a:lnTo>
                <a:lnTo>
                  <a:pt x="1253" y="905"/>
                </a:lnTo>
                <a:lnTo>
                  <a:pt x="1308" y="905"/>
                </a:lnTo>
                <a:lnTo>
                  <a:pt x="1444" y="962"/>
                </a:lnTo>
                <a:lnTo>
                  <a:pt x="1444" y="1019"/>
                </a:lnTo>
                <a:lnTo>
                  <a:pt x="1498" y="1075"/>
                </a:lnTo>
                <a:lnTo>
                  <a:pt x="1635" y="1075"/>
                </a:lnTo>
                <a:lnTo>
                  <a:pt x="1744" y="1186"/>
                </a:lnTo>
                <a:lnTo>
                  <a:pt x="1880" y="1243"/>
                </a:lnTo>
                <a:lnTo>
                  <a:pt x="2044" y="1357"/>
                </a:lnTo>
                <a:lnTo>
                  <a:pt x="2180" y="1470"/>
                </a:lnTo>
                <a:lnTo>
                  <a:pt x="2234" y="1470"/>
                </a:lnTo>
                <a:lnTo>
                  <a:pt x="2234" y="1527"/>
                </a:lnTo>
                <a:lnTo>
                  <a:pt x="2316" y="1584"/>
                </a:lnTo>
                <a:lnTo>
                  <a:pt x="2425" y="1584"/>
                </a:lnTo>
                <a:lnTo>
                  <a:pt x="2561" y="1697"/>
                </a:lnTo>
                <a:lnTo>
                  <a:pt x="2752" y="1811"/>
                </a:lnTo>
              </a:path>
            </a:pathLst>
          </a:custGeom>
          <a:ln w="3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7483954" y="3964879"/>
            <a:ext cx="2725" cy="1357"/>
          </a:xfrm>
          <a:custGeom>
            <a:avLst/>
            <a:gdLst/>
            <a:ahLst/>
            <a:cxnLst/>
            <a:rect l="l" t="t" r="r" b="b"/>
            <a:pathLst>
              <a:path w="2725" h="1357">
                <a:moveTo>
                  <a:pt x="0" y="0"/>
                </a:moveTo>
                <a:lnTo>
                  <a:pt x="54" y="0"/>
                </a:lnTo>
                <a:lnTo>
                  <a:pt x="163" y="56"/>
                </a:lnTo>
                <a:lnTo>
                  <a:pt x="163" y="113"/>
                </a:lnTo>
                <a:lnTo>
                  <a:pt x="245" y="170"/>
                </a:lnTo>
                <a:lnTo>
                  <a:pt x="354" y="170"/>
                </a:lnTo>
                <a:lnTo>
                  <a:pt x="490" y="224"/>
                </a:lnTo>
                <a:lnTo>
                  <a:pt x="599" y="338"/>
                </a:lnTo>
                <a:lnTo>
                  <a:pt x="735" y="394"/>
                </a:lnTo>
                <a:lnTo>
                  <a:pt x="790" y="394"/>
                </a:lnTo>
                <a:lnTo>
                  <a:pt x="926" y="508"/>
                </a:lnTo>
                <a:lnTo>
                  <a:pt x="926" y="508"/>
                </a:lnTo>
                <a:lnTo>
                  <a:pt x="1090" y="565"/>
                </a:lnTo>
                <a:lnTo>
                  <a:pt x="1090" y="621"/>
                </a:lnTo>
                <a:lnTo>
                  <a:pt x="1226" y="678"/>
                </a:lnTo>
                <a:lnTo>
                  <a:pt x="1280" y="735"/>
                </a:lnTo>
                <a:lnTo>
                  <a:pt x="1417" y="735"/>
                </a:lnTo>
                <a:lnTo>
                  <a:pt x="1471" y="792"/>
                </a:lnTo>
                <a:lnTo>
                  <a:pt x="1607" y="848"/>
                </a:lnTo>
                <a:lnTo>
                  <a:pt x="1798" y="905"/>
                </a:lnTo>
                <a:lnTo>
                  <a:pt x="1798" y="962"/>
                </a:lnTo>
                <a:lnTo>
                  <a:pt x="1907" y="962"/>
                </a:lnTo>
                <a:lnTo>
                  <a:pt x="1907" y="1019"/>
                </a:lnTo>
                <a:lnTo>
                  <a:pt x="2044" y="1019"/>
                </a:lnTo>
                <a:lnTo>
                  <a:pt x="2207" y="1130"/>
                </a:lnTo>
                <a:lnTo>
                  <a:pt x="2343" y="1186"/>
                </a:lnTo>
                <a:lnTo>
                  <a:pt x="2480" y="1243"/>
                </a:lnTo>
                <a:lnTo>
                  <a:pt x="2643" y="1300"/>
                </a:lnTo>
                <a:lnTo>
                  <a:pt x="2725" y="1357"/>
                </a:lnTo>
              </a:path>
            </a:pathLst>
          </a:custGeom>
          <a:ln w="3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7486679" y="3966236"/>
            <a:ext cx="2725" cy="962"/>
          </a:xfrm>
          <a:custGeom>
            <a:avLst/>
            <a:gdLst/>
            <a:ahLst/>
            <a:cxnLst/>
            <a:rect l="l" t="t" r="r" b="b"/>
            <a:pathLst>
              <a:path w="2725" h="962">
                <a:moveTo>
                  <a:pt x="0" y="0"/>
                </a:moveTo>
                <a:lnTo>
                  <a:pt x="0" y="0"/>
                </a:lnTo>
                <a:lnTo>
                  <a:pt x="163" y="56"/>
                </a:lnTo>
                <a:lnTo>
                  <a:pt x="163" y="113"/>
                </a:lnTo>
                <a:lnTo>
                  <a:pt x="245" y="113"/>
                </a:lnTo>
                <a:lnTo>
                  <a:pt x="436" y="170"/>
                </a:lnTo>
                <a:lnTo>
                  <a:pt x="490" y="170"/>
                </a:lnTo>
                <a:lnTo>
                  <a:pt x="545" y="226"/>
                </a:lnTo>
                <a:lnTo>
                  <a:pt x="681" y="283"/>
                </a:lnTo>
                <a:lnTo>
                  <a:pt x="872" y="340"/>
                </a:lnTo>
                <a:lnTo>
                  <a:pt x="1035" y="397"/>
                </a:lnTo>
                <a:lnTo>
                  <a:pt x="1035" y="453"/>
                </a:lnTo>
                <a:lnTo>
                  <a:pt x="1171" y="453"/>
                </a:lnTo>
                <a:lnTo>
                  <a:pt x="1226" y="453"/>
                </a:lnTo>
                <a:lnTo>
                  <a:pt x="1226" y="510"/>
                </a:lnTo>
                <a:lnTo>
                  <a:pt x="1362" y="510"/>
                </a:lnTo>
                <a:lnTo>
                  <a:pt x="1362" y="565"/>
                </a:lnTo>
                <a:lnTo>
                  <a:pt x="1471" y="565"/>
                </a:lnTo>
                <a:lnTo>
                  <a:pt x="1607" y="621"/>
                </a:lnTo>
                <a:lnTo>
                  <a:pt x="1798" y="678"/>
                </a:lnTo>
                <a:lnTo>
                  <a:pt x="1907" y="678"/>
                </a:lnTo>
                <a:lnTo>
                  <a:pt x="1907" y="735"/>
                </a:lnTo>
                <a:lnTo>
                  <a:pt x="2044" y="735"/>
                </a:lnTo>
                <a:lnTo>
                  <a:pt x="2234" y="792"/>
                </a:lnTo>
                <a:lnTo>
                  <a:pt x="2289" y="792"/>
                </a:lnTo>
                <a:lnTo>
                  <a:pt x="2343" y="848"/>
                </a:lnTo>
                <a:lnTo>
                  <a:pt x="2480" y="848"/>
                </a:lnTo>
                <a:lnTo>
                  <a:pt x="2480" y="905"/>
                </a:lnTo>
                <a:lnTo>
                  <a:pt x="2670" y="905"/>
                </a:lnTo>
                <a:lnTo>
                  <a:pt x="2725" y="962"/>
                </a:lnTo>
              </a:path>
            </a:pathLst>
          </a:custGeom>
          <a:ln w="3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7489405" y="3967198"/>
            <a:ext cx="2725" cy="508"/>
          </a:xfrm>
          <a:custGeom>
            <a:avLst/>
            <a:gdLst/>
            <a:ahLst/>
            <a:cxnLst/>
            <a:rect l="l" t="t" r="r" b="b"/>
            <a:pathLst>
              <a:path w="2725" h="508">
                <a:moveTo>
                  <a:pt x="0" y="0"/>
                </a:moveTo>
                <a:lnTo>
                  <a:pt x="54" y="0"/>
                </a:lnTo>
                <a:lnTo>
                  <a:pt x="190" y="56"/>
                </a:lnTo>
                <a:lnTo>
                  <a:pt x="354" y="56"/>
                </a:lnTo>
                <a:lnTo>
                  <a:pt x="490" y="113"/>
                </a:lnTo>
                <a:lnTo>
                  <a:pt x="626" y="113"/>
                </a:lnTo>
                <a:lnTo>
                  <a:pt x="790" y="170"/>
                </a:lnTo>
                <a:lnTo>
                  <a:pt x="872" y="170"/>
                </a:lnTo>
                <a:lnTo>
                  <a:pt x="872" y="226"/>
                </a:lnTo>
                <a:lnTo>
                  <a:pt x="1062" y="226"/>
                </a:lnTo>
                <a:lnTo>
                  <a:pt x="1117" y="283"/>
                </a:lnTo>
                <a:lnTo>
                  <a:pt x="1171" y="283"/>
                </a:lnTo>
                <a:lnTo>
                  <a:pt x="1308" y="283"/>
                </a:lnTo>
                <a:lnTo>
                  <a:pt x="1417" y="283"/>
                </a:lnTo>
                <a:lnTo>
                  <a:pt x="1417" y="340"/>
                </a:lnTo>
                <a:lnTo>
                  <a:pt x="1553" y="340"/>
                </a:lnTo>
                <a:lnTo>
                  <a:pt x="1744" y="340"/>
                </a:lnTo>
                <a:lnTo>
                  <a:pt x="1907" y="397"/>
                </a:lnTo>
                <a:lnTo>
                  <a:pt x="2044" y="397"/>
                </a:lnTo>
                <a:lnTo>
                  <a:pt x="2180" y="451"/>
                </a:lnTo>
                <a:lnTo>
                  <a:pt x="2343" y="451"/>
                </a:lnTo>
                <a:lnTo>
                  <a:pt x="2480" y="451"/>
                </a:lnTo>
                <a:lnTo>
                  <a:pt x="2480" y="508"/>
                </a:lnTo>
                <a:lnTo>
                  <a:pt x="2534" y="508"/>
                </a:lnTo>
                <a:lnTo>
                  <a:pt x="2670" y="508"/>
                </a:lnTo>
              </a:path>
            </a:pathLst>
          </a:custGeom>
          <a:ln w="3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7492130" y="3967706"/>
            <a:ext cx="2670" cy="113"/>
          </a:xfrm>
          <a:custGeom>
            <a:avLst/>
            <a:gdLst/>
            <a:ahLst/>
            <a:cxnLst/>
            <a:rect l="l" t="t" r="r" b="b"/>
            <a:pathLst>
              <a:path w="2670" h="113">
                <a:moveTo>
                  <a:pt x="0" y="0"/>
                </a:moveTo>
                <a:lnTo>
                  <a:pt x="0" y="0"/>
                </a:lnTo>
                <a:lnTo>
                  <a:pt x="136" y="0"/>
                </a:lnTo>
                <a:lnTo>
                  <a:pt x="299" y="56"/>
                </a:lnTo>
                <a:lnTo>
                  <a:pt x="436" y="56"/>
                </a:lnTo>
                <a:lnTo>
                  <a:pt x="626" y="56"/>
                </a:lnTo>
                <a:lnTo>
                  <a:pt x="817" y="56"/>
                </a:lnTo>
                <a:lnTo>
                  <a:pt x="981" y="56"/>
                </a:lnTo>
                <a:lnTo>
                  <a:pt x="1117" y="113"/>
                </a:lnTo>
                <a:lnTo>
                  <a:pt x="1253" y="113"/>
                </a:lnTo>
                <a:lnTo>
                  <a:pt x="1417" y="113"/>
                </a:lnTo>
                <a:lnTo>
                  <a:pt x="1553" y="113"/>
                </a:lnTo>
                <a:lnTo>
                  <a:pt x="1744" y="113"/>
                </a:lnTo>
                <a:lnTo>
                  <a:pt x="1934" y="113"/>
                </a:lnTo>
                <a:lnTo>
                  <a:pt x="2098" y="113"/>
                </a:lnTo>
                <a:lnTo>
                  <a:pt x="2234" y="113"/>
                </a:lnTo>
                <a:lnTo>
                  <a:pt x="2371" y="113"/>
                </a:lnTo>
                <a:lnTo>
                  <a:pt x="2534" y="113"/>
                </a:lnTo>
                <a:lnTo>
                  <a:pt x="2670" y="113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7494801" y="3967482"/>
            <a:ext cx="2725" cy="338"/>
          </a:xfrm>
          <a:custGeom>
            <a:avLst/>
            <a:gdLst/>
            <a:ahLst/>
            <a:cxnLst/>
            <a:rect l="l" t="t" r="r" b="b"/>
            <a:pathLst>
              <a:path w="2725" h="338">
                <a:moveTo>
                  <a:pt x="0" y="338"/>
                </a:moveTo>
                <a:lnTo>
                  <a:pt x="0" y="338"/>
                </a:lnTo>
                <a:lnTo>
                  <a:pt x="190" y="338"/>
                </a:lnTo>
                <a:lnTo>
                  <a:pt x="299" y="338"/>
                </a:lnTo>
                <a:lnTo>
                  <a:pt x="381" y="281"/>
                </a:lnTo>
                <a:lnTo>
                  <a:pt x="545" y="281"/>
                </a:lnTo>
                <a:lnTo>
                  <a:pt x="681" y="281"/>
                </a:lnTo>
                <a:lnTo>
                  <a:pt x="872" y="281"/>
                </a:lnTo>
                <a:lnTo>
                  <a:pt x="1062" y="281"/>
                </a:lnTo>
                <a:lnTo>
                  <a:pt x="1062" y="224"/>
                </a:lnTo>
                <a:lnTo>
                  <a:pt x="1226" y="224"/>
                </a:lnTo>
                <a:lnTo>
                  <a:pt x="1362" y="224"/>
                </a:lnTo>
                <a:lnTo>
                  <a:pt x="1498" y="224"/>
                </a:lnTo>
                <a:lnTo>
                  <a:pt x="1553" y="224"/>
                </a:lnTo>
                <a:lnTo>
                  <a:pt x="1553" y="224"/>
                </a:lnTo>
                <a:lnTo>
                  <a:pt x="1744" y="167"/>
                </a:lnTo>
                <a:lnTo>
                  <a:pt x="1907" y="167"/>
                </a:lnTo>
                <a:lnTo>
                  <a:pt x="2044" y="113"/>
                </a:lnTo>
                <a:lnTo>
                  <a:pt x="2180" y="113"/>
                </a:lnTo>
                <a:lnTo>
                  <a:pt x="2343" y="56"/>
                </a:lnTo>
                <a:lnTo>
                  <a:pt x="2480" y="56"/>
                </a:lnTo>
                <a:lnTo>
                  <a:pt x="2616" y="56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7497526" y="3966747"/>
            <a:ext cx="2725" cy="735"/>
          </a:xfrm>
          <a:custGeom>
            <a:avLst/>
            <a:gdLst/>
            <a:ahLst/>
            <a:cxnLst/>
            <a:rect l="l" t="t" r="r" b="b"/>
            <a:pathLst>
              <a:path w="2725" h="735">
                <a:moveTo>
                  <a:pt x="0" y="735"/>
                </a:moveTo>
                <a:lnTo>
                  <a:pt x="54" y="735"/>
                </a:lnTo>
                <a:lnTo>
                  <a:pt x="190" y="735"/>
                </a:lnTo>
                <a:lnTo>
                  <a:pt x="190" y="735"/>
                </a:lnTo>
                <a:lnTo>
                  <a:pt x="381" y="678"/>
                </a:lnTo>
                <a:lnTo>
                  <a:pt x="572" y="621"/>
                </a:lnTo>
                <a:lnTo>
                  <a:pt x="735" y="565"/>
                </a:lnTo>
                <a:lnTo>
                  <a:pt x="872" y="565"/>
                </a:lnTo>
                <a:lnTo>
                  <a:pt x="1062" y="508"/>
                </a:lnTo>
                <a:lnTo>
                  <a:pt x="1253" y="451"/>
                </a:lnTo>
                <a:lnTo>
                  <a:pt x="1417" y="394"/>
                </a:lnTo>
                <a:lnTo>
                  <a:pt x="1553" y="394"/>
                </a:lnTo>
                <a:lnTo>
                  <a:pt x="1689" y="338"/>
                </a:lnTo>
                <a:lnTo>
                  <a:pt x="1853" y="281"/>
                </a:lnTo>
                <a:lnTo>
                  <a:pt x="1934" y="281"/>
                </a:lnTo>
                <a:lnTo>
                  <a:pt x="2044" y="224"/>
                </a:lnTo>
                <a:lnTo>
                  <a:pt x="2098" y="224"/>
                </a:lnTo>
                <a:lnTo>
                  <a:pt x="2234" y="167"/>
                </a:lnTo>
                <a:lnTo>
                  <a:pt x="2289" y="167"/>
                </a:lnTo>
                <a:lnTo>
                  <a:pt x="2371" y="111"/>
                </a:lnTo>
                <a:lnTo>
                  <a:pt x="2480" y="111"/>
                </a:lnTo>
                <a:lnTo>
                  <a:pt x="2480" y="111"/>
                </a:lnTo>
                <a:lnTo>
                  <a:pt x="2616" y="54"/>
                </a:lnTo>
                <a:lnTo>
                  <a:pt x="2670" y="0"/>
                </a:lnTo>
              </a:path>
            </a:pathLst>
          </a:custGeom>
          <a:ln w="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7500252" y="3965557"/>
            <a:ext cx="2725" cy="1189"/>
          </a:xfrm>
          <a:custGeom>
            <a:avLst/>
            <a:gdLst/>
            <a:ahLst/>
            <a:cxnLst/>
            <a:rect l="l" t="t" r="r" b="b"/>
            <a:pathLst>
              <a:path w="2725" h="1189">
                <a:moveTo>
                  <a:pt x="0" y="1189"/>
                </a:moveTo>
                <a:lnTo>
                  <a:pt x="136" y="1132"/>
                </a:lnTo>
                <a:lnTo>
                  <a:pt x="245" y="1132"/>
                </a:lnTo>
                <a:lnTo>
                  <a:pt x="245" y="1075"/>
                </a:lnTo>
                <a:lnTo>
                  <a:pt x="381" y="1075"/>
                </a:lnTo>
                <a:lnTo>
                  <a:pt x="436" y="1019"/>
                </a:lnTo>
                <a:lnTo>
                  <a:pt x="572" y="1019"/>
                </a:lnTo>
                <a:lnTo>
                  <a:pt x="681" y="905"/>
                </a:lnTo>
                <a:lnTo>
                  <a:pt x="817" y="905"/>
                </a:lnTo>
                <a:lnTo>
                  <a:pt x="872" y="848"/>
                </a:lnTo>
                <a:lnTo>
                  <a:pt x="1008" y="848"/>
                </a:lnTo>
                <a:lnTo>
                  <a:pt x="1117" y="792"/>
                </a:lnTo>
                <a:lnTo>
                  <a:pt x="1253" y="735"/>
                </a:lnTo>
                <a:lnTo>
                  <a:pt x="1444" y="621"/>
                </a:lnTo>
                <a:lnTo>
                  <a:pt x="1498" y="621"/>
                </a:lnTo>
                <a:lnTo>
                  <a:pt x="1689" y="508"/>
                </a:lnTo>
                <a:lnTo>
                  <a:pt x="1744" y="508"/>
                </a:lnTo>
                <a:lnTo>
                  <a:pt x="1880" y="451"/>
                </a:lnTo>
                <a:lnTo>
                  <a:pt x="2044" y="340"/>
                </a:lnTo>
                <a:lnTo>
                  <a:pt x="2125" y="340"/>
                </a:lnTo>
                <a:lnTo>
                  <a:pt x="2234" y="283"/>
                </a:lnTo>
                <a:lnTo>
                  <a:pt x="2371" y="226"/>
                </a:lnTo>
                <a:lnTo>
                  <a:pt x="2561" y="113"/>
                </a:lnTo>
                <a:lnTo>
                  <a:pt x="2616" y="56"/>
                </a:lnTo>
              </a:path>
            </a:pathLst>
          </a:custGeom>
          <a:ln w="3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7502977" y="3963973"/>
            <a:ext cx="2752" cy="1584"/>
          </a:xfrm>
          <a:custGeom>
            <a:avLst/>
            <a:gdLst/>
            <a:ahLst/>
            <a:cxnLst/>
            <a:rect l="l" t="t" r="r" b="b"/>
            <a:pathLst>
              <a:path w="2752" h="1584">
                <a:moveTo>
                  <a:pt x="0" y="1584"/>
                </a:moveTo>
                <a:lnTo>
                  <a:pt x="136" y="1527"/>
                </a:lnTo>
                <a:lnTo>
                  <a:pt x="190" y="1527"/>
                </a:lnTo>
                <a:lnTo>
                  <a:pt x="327" y="1470"/>
                </a:lnTo>
                <a:lnTo>
                  <a:pt x="327" y="1413"/>
                </a:lnTo>
                <a:lnTo>
                  <a:pt x="517" y="1357"/>
                </a:lnTo>
                <a:lnTo>
                  <a:pt x="572" y="1300"/>
                </a:lnTo>
                <a:lnTo>
                  <a:pt x="626" y="1300"/>
                </a:lnTo>
                <a:lnTo>
                  <a:pt x="763" y="1243"/>
                </a:lnTo>
                <a:lnTo>
                  <a:pt x="872" y="1130"/>
                </a:lnTo>
                <a:lnTo>
                  <a:pt x="953" y="1075"/>
                </a:lnTo>
                <a:lnTo>
                  <a:pt x="953" y="1075"/>
                </a:lnTo>
                <a:lnTo>
                  <a:pt x="1062" y="1075"/>
                </a:lnTo>
                <a:lnTo>
                  <a:pt x="1199" y="962"/>
                </a:lnTo>
                <a:lnTo>
                  <a:pt x="1253" y="905"/>
                </a:lnTo>
                <a:lnTo>
                  <a:pt x="1444" y="848"/>
                </a:lnTo>
                <a:lnTo>
                  <a:pt x="1635" y="735"/>
                </a:lnTo>
                <a:lnTo>
                  <a:pt x="1798" y="621"/>
                </a:lnTo>
                <a:lnTo>
                  <a:pt x="1798" y="565"/>
                </a:lnTo>
                <a:lnTo>
                  <a:pt x="1798" y="565"/>
                </a:lnTo>
                <a:lnTo>
                  <a:pt x="1934" y="565"/>
                </a:lnTo>
                <a:lnTo>
                  <a:pt x="2071" y="451"/>
                </a:lnTo>
                <a:lnTo>
                  <a:pt x="2071" y="451"/>
                </a:lnTo>
                <a:lnTo>
                  <a:pt x="2234" y="338"/>
                </a:lnTo>
                <a:lnTo>
                  <a:pt x="2371" y="281"/>
                </a:lnTo>
                <a:lnTo>
                  <a:pt x="2561" y="170"/>
                </a:lnTo>
                <a:lnTo>
                  <a:pt x="2752" y="0"/>
                </a:lnTo>
              </a:path>
            </a:pathLst>
          </a:custGeom>
          <a:ln w="3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7505729" y="3961992"/>
            <a:ext cx="2643" cy="1981"/>
          </a:xfrm>
          <a:custGeom>
            <a:avLst/>
            <a:gdLst/>
            <a:ahLst/>
            <a:cxnLst/>
            <a:rect l="l" t="t" r="r" b="b"/>
            <a:pathLst>
              <a:path w="2643" h="1981">
                <a:moveTo>
                  <a:pt x="0" y="1981"/>
                </a:moveTo>
                <a:lnTo>
                  <a:pt x="163" y="1867"/>
                </a:lnTo>
                <a:lnTo>
                  <a:pt x="163" y="1867"/>
                </a:lnTo>
                <a:lnTo>
                  <a:pt x="299" y="1811"/>
                </a:lnTo>
                <a:lnTo>
                  <a:pt x="354" y="1754"/>
                </a:lnTo>
                <a:lnTo>
                  <a:pt x="408" y="1697"/>
                </a:lnTo>
                <a:lnTo>
                  <a:pt x="545" y="1640"/>
                </a:lnTo>
                <a:lnTo>
                  <a:pt x="599" y="1584"/>
                </a:lnTo>
                <a:lnTo>
                  <a:pt x="681" y="1527"/>
                </a:lnTo>
                <a:lnTo>
                  <a:pt x="844" y="1413"/>
                </a:lnTo>
                <a:lnTo>
                  <a:pt x="981" y="1302"/>
                </a:lnTo>
                <a:lnTo>
                  <a:pt x="1117" y="1246"/>
                </a:lnTo>
                <a:lnTo>
                  <a:pt x="1280" y="1075"/>
                </a:lnTo>
                <a:lnTo>
                  <a:pt x="1417" y="1019"/>
                </a:lnTo>
                <a:lnTo>
                  <a:pt x="1526" y="848"/>
                </a:lnTo>
                <a:lnTo>
                  <a:pt x="1662" y="848"/>
                </a:lnTo>
                <a:lnTo>
                  <a:pt x="1798" y="735"/>
                </a:lnTo>
                <a:lnTo>
                  <a:pt x="1907" y="565"/>
                </a:lnTo>
                <a:lnTo>
                  <a:pt x="2044" y="565"/>
                </a:lnTo>
                <a:lnTo>
                  <a:pt x="2153" y="453"/>
                </a:lnTo>
                <a:lnTo>
                  <a:pt x="2289" y="340"/>
                </a:lnTo>
                <a:lnTo>
                  <a:pt x="2480" y="170"/>
                </a:lnTo>
                <a:lnTo>
                  <a:pt x="2643" y="56"/>
                </a:lnTo>
              </a:path>
            </a:pathLst>
          </a:custGeom>
          <a:ln w="3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7508373" y="3959559"/>
            <a:ext cx="2752" cy="2432"/>
          </a:xfrm>
          <a:custGeom>
            <a:avLst/>
            <a:gdLst/>
            <a:ahLst/>
            <a:cxnLst/>
            <a:rect l="l" t="t" r="r" b="b"/>
            <a:pathLst>
              <a:path w="2752" h="2432">
                <a:moveTo>
                  <a:pt x="0" y="2432"/>
                </a:moveTo>
                <a:lnTo>
                  <a:pt x="136" y="2376"/>
                </a:lnTo>
                <a:lnTo>
                  <a:pt x="272" y="2262"/>
                </a:lnTo>
                <a:lnTo>
                  <a:pt x="381" y="2149"/>
                </a:lnTo>
                <a:lnTo>
                  <a:pt x="436" y="2094"/>
                </a:lnTo>
                <a:lnTo>
                  <a:pt x="572" y="2038"/>
                </a:lnTo>
                <a:lnTo>
                  <a:pt x="626" y="1981"/>
                </a:lnTo>
                <a:lnTo>
                  <a:pt x="763" y="1867"/>
                </a:lnTo>
                <a:lnTo>
                  <a:pt x="872" y="1697"/>
                </a:lnTo>
                <a:lnTo>
                  <a:pt x="1008" y="1640"/>
                </a:lnTo>
                <a:lnTo>
                  <a:pt x="1117" y="1470"/>
                </a:lnTo>
                <a:lnTo>
                  <a:pt x="1253" y="1413"/>
                </a:lnTo>
                <a:lnTo>
                  <a:pt x="1389" y="1300"/>
                </a:lnTo>
                <a:lnTo>
                  <a:pt x="1444" y="1246"/>
                </a:lnTo>
                <a:lnTo>
                  <a:pt x="1635" y="1075"/>
                </a:lnTo>
                <a:lnTo>
                  <a:pt x="1798" y="905"/>
                </a:lnTo>
                <a:lnTo>
                  <a:pt x="1934" y="792"/>
                </a:lnTo>
                <a:lnTo>
                  <a:pt x="2071" y="678"/>
                </a:lnTo>
                <a:lnTo>
                  <a:pt x="2234" y="508"/>
                </a:lnTo>
                <a:lnTo>
                  <a:pt x="2316" y="451"/>
                </a:lnTo>
                <a:lnTo>
                  <a:pt x="2425" y="283"/>
                </a:lnTo>
                <a:lnTo>
                  <a:pt x="2561" y="226"/>
                </a:lnTo>
                <a:lnTo>
                  <a:pt x="2670" y="56"/>
                </a:lnTo>
              </a:path>
            </a:pathLst>
          </a:custGeom>
          <a:ln w="3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7511126" y="3956729"/>
            <a:ext cx="2725" cy="2830"/>
          </a:xfrm>
          <a:custGeom>
            <a:avLst/>
            <a:gdLst/>
            <a:ahLst/>
            <a:cxnLst/>
            <a:rect l="l" t="t" r="r" b="b"/>
            <a:pathLst>
              <a:path w="2725" h="2830">
                <a:moveTo>
                  <a:pt x="0" y="2830"/>
                </a:moveTo>
                <a:lnTo>
                  <a:pt x="54" y="2830"/>
                </a:lnTo>
                <a:lnTo>
                  <a:pt x="163" y="2659"/>
                </a:lnTo>
                <a:lnTo>
                  <a:pt x="299" y="2603"/>
                </a:lnTo>
                <a:lnTo>
                  <a:pt x="436" y="2432"/>
                </a:lnTo>
                <a:lnTo>
                  <a:pt x="599" y="2265"/>
                </a:lnTo>
                <a:lnTo>
                  <a:pt x="735" y="2151"/>
                </a:lnTo>
                <a:lnTo>
                  <a:pt x="735" y="2094"/>
                </a:lnTo>
                <a:lnTo>
                  <a:pt x="844" y="1981"/>
                </a:lnTo>
                <a:lnTo>
                  <a:pt x="981" y="1867"/>
                </a:lnTo>
                <a:lnTo>
                  <a:pt x="1117" y="1754"/>
                </a:lnTo>
                <a:lnTo>
                  <a:pt x="1171" y="1640"/>
                </a:lnTo>
                <a:lnTo>
                  <a:pt x="1280" y="1529"/>
                </a:lnTo>
                <a:lnTo>
                  <a:pt x="1417" y="1473"/>
                </a:lnTo>
                <a:lnTo>
                  <a:pt x="1553" y="1302"/>
                </a:lnTo>
                <a:lnTo>
                  <a:pt x="1607" y="1189"/>
                </a:lnTo>
                <a:lnTo>
                  <a:pt x="1716" y="1075"/>
                </a:lnTo>
                <a:lnTo>
                  <a:pt x="1853" y="1019"/>
                </a:lnTo>
                <a:lnTo>
                  <a:pt x="1907" y="905"/>
                </a:lnTo>
                <a:lnTo>
                  <a:pt x="2044" y="792"/>
                </a:lnTo>
                <a:lnTo>
                  <a:pt x="2098" y="680"/>
                </a:lnTo>
                <a:lnTo>
                  <a:pt x="2234" y="624"/>
                </a:lnTo>
                <a:lnTo>
                  <a:pt x="2289" y="510"/>
                </a:lnTo>
                <a:lnTo>
                  <a:pt x="2398" y="340"/>
                </a:lnTo>
                <a:lnTo>
                  <a:pt x="2534" y="226"/>
                </a:lnTo>
                <a:lnTo>
                  <a:pt x="2643" y="56"/>
                </a:lnTo>
              </a:path>
            </a:pathLst>
          </a:custGeom>
          <a:ln w="3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7513851" y="3953504"/>
            <a:ext cx="2725" cy="3224"/>
          </a:xfrm>
          <a:custGeom>
            <a:avLst/>
            <a:gdLst/>
            <a:ahLst/>
            <a:cxnLst/>
            <a:rect l="l" t="t" r="r" b="b"/>
            <a:pathLst>
              <a:path w="2725" h="3224">
                <a:moveTo>
                  <a:pt x="0" y="3224"/>
                </a:moveTo>
                <a:lnTo>
                  <a:pt x="109" y="3057"/>
                </a:lnTo>
                <a:lnTo>
                  <a:pt x="190" y="3000"/>
                </a:lnTo>
                <a:lnTo>
                  <a:pt x="354" y="2830"/>
                </a:lnTo>
                <a:lnTo>
                  <a:pt x="490" y="2716"/>
                </a:lnTo>
                <a:lnTo>
                  <a:pt x="626" y="2546"/>
                </a:lnTo>
                <a:lnTo>
                  <a:pt x="735" y="2432"/>
                </a:lnTo>
                <a:lnTo>
                  <a:pt x="872" y="2262"/>
                </a:lnTo>
                <a:lnTo>
                  <a:pt x="981" y="2094"/>
                </a:lnTo>
                <a:lnTo>
                  <a:pt x="1117" y="1981"/>
                </a:lnTo>
                <a:lnTo>
                  <a:pt x="1171" y="1924"/>
                </a:lnTo>
                <a:lnTo>
                  <a:pt x="1308" y="1754"/>
                </a:lnTo>
                <a:lnTo>
                  <a:pt x="1362" y="1640"/>
                </a:lnTo>
                <a:lnTo>
                  <a:pt x="1471" y="1470"/>
                </a:lnTo>
                <a:lnTo>
                  <a:pt x="1607" y="1413"/>
                </a:lnTo>
                <a:lnTo>
                  <a:pt x="1662" y="1246"/>
                </a:lnTo>
                <a:lnTo>
                  <a:pt x="1798" y="1189"/>
                </a:lnTo>
                <a:lnTo>
                  <a:pt x="1798" y="1132"/>
                </a:lnTo>
                <a:lnTo>
                  <a:pt x="1907" y="962"/>
                </a:lnTo>
                <a:lnTo>
                  <a:pt x="2044" y="848"/>
                </a:lnTo>
                <a:lnTo>
                  <a:pt x="2153" y="678"/>
                </a:lnTo>
                <a:lnTo>
                  <a:pt x="2153" y="678"/>
                </a:lnTo>
                <a:lnTo>
                  <a:pt x="2289" y="565"/>
                </a:lnTo>
                <a:lnTo>
                  <a:pt x="2343" y="453"/>
                </a:lnTo>
                <a:lnTo>
                  <a:pt x="2480" y="340"/>
                </a:lnTo>
                <a:lnTo>
                  <a:pt x="2534" y="170"/>
                </a:lnTo>
                <a:lnTo>
                  <a:pt x="2670" y="113"/>
                </a:lnTo>
              </a:path>
            </a:pathLst>
          </a:custGeom>
          <a:ln w="3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7516576" y="3949882"/>
            <a:ext cx="2670" cy="3622"/>
          </a:xfrm>
          <a:custGeom>
            <a:avLst/>
            <a:gdLst/>
            <a:ahLst/>
            <a:cxnLst/>
            <a:rect l="l" t="t" r="r" b="b"/>
            <a:pathLst>
              <a:path w="2670" h="3622">
                <a:moveTo>
                  <a:pt x="0" y="3622"/>
                </a:moveTo>
                <a:lnTo>
                  <a:pt x="109" y="3451"/>
                </a:lnTo>
                <a:lnTo>
                  <a:pt x="245" y="3338"/>
                </a:lnTo>
                <a:lnTo>
                  <a:pt x="299" y="3170"/>
                </a:lnTo>
                <a:lnTo>
                  <a:pt x="381" y="3170"/>
                </a:lnTo>
                <a:lnTo>
                  <a:pt x="436" y="3057"/>
                </a:lnTo>
                <a:lnTo>
                  <a:pt x="490" y="2943"/>
                </a:lnTo>
                <a:lnTo>
                  <a:pt x="626" y="2830"/>
                </a:lnTo>
                <a:lnTo>
                  <a:pt x="626" y="2773"/>
                </a:lnTo>
                <a:lnTo>
                  <a:pt x="735" y="2603"/>
                </a:lnTo>
                <a:lnTo>
                  <a:pt x="872" y="2546"/>
                </a:lnTo>
                <a:lnTo>
                  <a:pt x="926" y="2378"/>
                </a:lnTo>
                <a:lnTo>
                  <a:pt x="1062" y="2265"/>
                </a:lnTo>
                <a:lnTo>
                  <a:pt x="1117" y="2094"/>
                </a:lnTo>
                <a:lnTo>
                  <a:pt x="1308" y="1924"/>
                </a:lnTo>
                <a:lnTo>
                  <a:pt x="1417" y="1754"/>
                </a:lnTo>
                <a:lnTo>
                  <a:pt x="1553" y="1586"/>
                </a:lnTo>
                <a:lnTo>
                  <a:pt x="1607" y="1416"/>
                </a:lnTo>
                <a:lnTo>
                  <a:pt x="1744" y="1359"/>
                </a:lnTo>
                <a:lnTo>
                  <a:pt x="1798" y="1189"/>
                </a:lnTo>
                <a:lnTo>
                  <a:pt x="1907" y="1019"/>
                </a:lnTo>
                <a:lnTo>
                  <a:pt x="2044" y="905"/>
                </a:lnTo>
                <a:lnTo>
                  <a:pt x="2180" y="737"/>
                </a:lnTo>
                <a:lnTo>
                  <a:pt x="2234" y="624"/>
                </a:lnTo>
                <a:lnTo>
                  <a:pt x="2343" y="453"/>
                </a:lnTo>
                <a:lnTo>
                  <a:pt x="2480" y="283"/>
                </a:lnTo>
                <a:lnTo>
                  <a:pt x="2616" y="113"/>
                </a:lnTo>
              </a:path>
            </a:pathLst>
          </a:custGeom>
          <a:ln w="3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7519247" y="3945808"/>
            <a:ext cx="2725" cy="4073"/>
          </a:xfrm>
          <a:custGeom>
            <a:avLst/>
            <a:gdLst/>
            <a:ahLst/>
            <a:cxnLst/>
            <a:rect l="l" t="t" r="r" b="b"/>
            <a:pathLst>
              <a:path w="2725" h="4073">
                <a:moveTo>
                  <a:pt x="0" y="4073"/>
                </a:moveTo>
                <a:lnTo>
                  <a:pt x="109" y="3905"/>
                </a:lnTo>
                <a:lnTo>
                  <a:pt x="245" y="3792"/>
                </a:lnTo>
                <a:lnTo>
                  <a:pt x="299" y="3622"/>
                </a:lnTo>
                <a:lnTo>
                  <a:pt x="436" y="3508"/>
                </a:lnTo>
                <a:lnTo>
                  <a:pt x="490" y="3338"/>
                </a:lnTo>
                <a:lnTo>
                  <a:pt x="626" y="3224"/>
                </a:lnTo>
                <a:lnTo>
                  <a:pt x="681" y="3057"/>
                </a:lnTo>
                <a:lnTo>
                  <a:pt x="790" y="2886"/>
                </a:lnTo>
                <a:lnTo>
                  <a:pt x="926" y="2773"/>
                </a:lnTo>
                <a:lnTo>
                  <a:pt x="981" y="2603"/>
                </a:lnTo>
                <a:lnTo>
                  <a:pt x="1117" y="2489"/>
                </a:lnTo>
                <a:lnTo>
                  <a:pt x="1171" y="2376"/>
                </a:lnTo>
                <a:lnTo>
                  <a:pt x="1308" y="2208"/>
                </a:lnTo>
                <a:lnTo>
                  <a:pt x="1417" y="2038"/>
                </a:lnTo>
                <a:lnTo>
                  <a:pt x="1471" y="1867"/>
                </a:lnTo>
                <a:lnTo>
                  <a:pt x="1607" y="1754"/>
                </a:lnTo>
                <a:lnTo>
                  <a:pt x="1662" y="1584"/>
                </a:lnTo>
                <a:lnTo>
                  <a:pt x="1798" y="1470"/>
                </a:lnTo>
                <a:lnTo>
                  <a:pt x="1853" y="1302"/>
                </a:lnTo>
                <a:lnTo>
                  <a:pt x="1989" y="1189"/>
                </a:lnTo>
                <a:lnTo>
                  <a:pt x="2044" y="1019"/>
                </a:lnTo>
                <a:lnTo>
                  <a:pt x="2153" y="848"/>
                </a:lnTo>
                <a:lnTo>
                  <a:pt x="2289" y="735"/>
                </a:lnTo>
                <a:lnTo>
                  <a:pt x="2289" y="678"/>
                </a:lnTo>
                <a:lnTo>
                  <a:pt x="2425" y="510"/>
                </a:lnTo>
                <a:lnTo>
                  <a:pt x="2480" y="340"/>
                </a:lnTo>
                <a:lnTo>
                  <a:pt x="2589" y="170"/>
                </a:lnTo>
                <a:lnTo>
                  <a:pt x="2725" y="56"/>
                </a:lnTo>
              </a:path>
            </a:pathLst>
          </a:custGeom>
          <a:ln w="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7521972" y="3941338"/>
            <a:ext cx="2725" cy="4470"/>
          </a:xfrm>
          <a:custGeom>
            <a:avLst/>
            <a:gdLst/>
            <a:ahLst/>
            <a:cxnLst/>
            <a:rect l="l" t="t" r="r" b="b"/>
            <a:pathLst>
              <a:path w="2725" h="4470">
                <a:moveTo>
                  <a:pt x="0" y="4470"/>
                </a:moveTo>
                <a:lnTo>
                  <a:pt x="136" y="4357"/>
                </a:lnTo>
                <a:lnTo>
                  <a:pt x="190" y="4189"/>
                </a:lnTo>
                <a:lnTo>
                  <a:pt x="245" y="4132"/>
                </a:lnTo>
                <a:lnTo>
                  <a:pt x="299" y="3962"/>
                </a:lnTo>
                <a:lnTo>
                  <a:pt x="381" y="3905"/>
                </a:lnTo>
                <a:lnTo>
                  <a:pt x="436" y="3735"/>
                </a:lnTo>
                <a:lnTo>
                  <a:pt x="545" y="3565"/>
                </a:lnTo>
                <a:lnTo>
                  <a:pt x="681" y="3451"/>
                </a:lnTo>
                <a:lnTo>
                  <a:pt x="735" y="3284"/>
                </a:lnTo>
                <a:lnTo>
                  <a:pt x="872" y="3170"/>
                </a:lnTo>
                <a:lnTo>
                  <a:pt x="926" y="3000"/>
                </a:lnTo>
                <a:lnTo>
                  <a:pt x="981" y="2830"/>
                </a:lnTo>
                <a:lnTo>
                  <a:pt x="1117" y="2773"/>
                </a:lnTo>
                <a:lnTo>
                  <a:pt x="1171" y="2603"/>
                </a:lnTo>
                <a:lnTo>
                  <a:pt x="1253" y="2435"/>
                </a:lnTo>
                <a:lnTo>
                  <a:pt x="1362" y="2321"/>
                </a:lnTo>
                <a:lnTo>
                  <a:pt x="1417" y="2208"/>
                </a:lnTo>
                <a:lnTo>
                  <a:pt x="1498" y="2038"/>
                </a:lnTo>
                <a:lnTo>
                  <a:pt x="1607" y="1924"/>
                </a:lnTo>
                <a:lnTo>
                  <a:pt x="1662" y="1754"/>
                </a:lnTo>
                <a:lnTo>
                  <a:pt x="1744" y="1697"/>
                </a:lnTo>
                <a:lnTo>
                  <a:pt x="1798" y="1529"/>
                </a:lnTo>
                <a:lnTo>
                  <a:pt x="1934" y="1416"/>
                </a:lnTo>
                <a:lnTo>
                  <a:pt x="1989" y="1246"/>
                </a:lnTo>
                <a:lnTo>
                  <a:pt x="2044" y="1189"/>
                </a:lnTo>
                <a:lnTo>
                  <a:pt x="2098" y="1075"/>
                </a:lnTo>
                <a:lnTo>
                  <a:pt x="2180" y="905"/>
                </a:lnTo>
                <a:lnTo>
                  <a:pt x="2289" y="794"/>
                </a:lnTo>
                <a:lnTo>
                  <a:pt x="2343" y="680"/>
                </a:lnTo>
                <a:lnTo>
                  <a:pt x="2425" y="510"/>
                </a:lnTo>
                <a:lnTo>
                  <a:pt x="2480" y="453"/>
                </a:lnTo>
                <a:lnTo>
                  <a:pt x="2534" y="340"/>
                </a:lnTo>
                <a:lnTo>
                  <a:pt x="2616" y="170"/>
                </a:lnTo>
                <a:lnTo>
                  <a:pt x="2725" y="0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7524698" y="3936472"/>
            <a:ext cx="2725" cy="4865"/>
          </a:xfrm>
          <a:custGeom>
            <a:avLst/>
            <a:gdLst/>
            <a:ahLst/>
            <a:cxnLst/>
            <a:rect l="l" t="t" r="r" b="b"/>
            <a:pathLst>
              <a:path w="2725" h="4865">
                <a:moveTo>
                  <a:pt x="0" y="4865"/>
                </a:moveTo>
                <a:lnTo>
                  <a:pt x="136" y="4697"/>
                </a:lnTo>
                <a:lnTo>
                  <a:pt x="190" y="4527"/>
                </a:lnTo>
                <a:lnTo>
                  <a:pt x="327" y="4357"/>
                </a:lnTo>
                <a:lnTo>
                  <a:pt x="381" y="4243"/>
                </a:lnTo>
                <a:lnTo>
                  <a:pt x="436" y="4073"/>
                </a:lnTo>
                <a:lnTo>
                  <a:pt x="572" y="3962"/>
                </a:lnTo>
                <a:lnTo>
                  <a:pt x="626" y="3792"/>
                </a:lnTo>
                <a:lnTo>
                  <a:pt x="681" y="3622"/>
                </a:lnTo>
                <a:lnTo>
                  <a:pt x="817" y="3508"/>
                </a:lnTo>
                <a:lnTo>
                  <a:pt x="872" y="3338"/>
                </a:lnTo>
                <a:lnTo>
                  <a:pt x="1008" y="3168"/>
                </a:lnTo>
                <a:lnTo>
                  <a:pt x="1062" y="3000"/>
                </a:lnTo>
                <a:lnTo>
                  <a:pt x="1171" y="2830"/>
                </a:lnTo>
                <a:lnTo>
                  <a:pt x="1253" y="2659"/>
                </a:lnTo>
                <a:lnTo>
                  <a:pt x="1362" y="2489"/>
                </a:lnTo>
                <a:lnTo>
                  <a:pt x="1444" y="2319"/>
                </a:lnTo>
                <a:lnTo>
                  <a:pt x="1553" y="2151"/>
                </a:lnTo>
                <a:lnTo>
                  <a:pt x="1607" y="1981"/>
                </a:lnTo>
                <a:lnTo>
                  <a:pt x="1744" y="1867"/>
                </a:lnTo>
                <a:lnTo>
                  <a:pt x="1798" y="1697"/>
                </a:lnTo>
                <a:lnTo>
                  <a:pt x="1853" y="1527"/>
                </a:lnTo>
                <a:lnTo>
                  <a:pt x="1989" y="1416"/>
                </a:lnTo>
                <a:lnTo>
                  <a:pt x="2044" y="1246"/>
                </a:lnTo>
                <a:lnTo>
                  <a:pt x="2180" y="1075"/>
                </a:lnTo>
                <a:lnTo>
                  <a:pt x="2234" y="905"/>
                </a:lnTo>
                <a:lnTo>
                  <a:pt x="2289" y="735"/>
                </a:lnTo>
                <a:lnTo>
                  <a:pt x="2425" y="621"/>
                </a:lnTo>
                <a:lnTo>
                  <a:pt x="2480" y="453"/>
                </a:lnTo>
                <a:lnTo>
                  <a:pt x="2534" y="283"/>
                </a:lnTo>
                <a:lnTo>
                  <a:pt x="2670" y="170"/>
                </a:lnTo>
                <a:lnTo>
                  <a:pt x="2725" y="0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7527423" y="3931266"/>
            <a:ext cx="2725" cy="5206"/>
          </a:xfrm>
          <a:custGeom>
            <a:avLst/>
            <a:gdLst/>
            <a:ahLst/>
            <a:cxnLst/>
            <a:rect l="l" t="t" r="r" b="b"/>
            <a:pathLst>
              <a:path w="2725" h="5206">
                <a:moveTo>
                  <a:pt x="0" y="5206"/>
                </a:moveTo>
                <a:lnTo>
                  <a:pt x="81" y="5035"/>
                </a:lnTo>
                <a:lnTo>
                  <a:pt x="190" y="4868"/>
                </a:lnTo>
                <a:lnTo>
                  <a:pt x="245" y="4697"/>
                </a:lnTo>
                <a:lnTo>
                  <a:pt x="245" y="4697"/>
                </a:lnTo>
                <a:lnTo>
                  <a:pt x="381" y="4527"/>
                </a:lnTo>
                <a:lnTo>
                  <a:pt x="436" y="4357"/>
                </a:lnTo>
                <a:lnTo>
                  <a:pt x="572" y="4187"/>
                </a:lnTo>
                <a:lnTo>
                  <a:pt x="626" y="4019"/>
                </a:lnTo>
                <a:lnTo>
                  <a:pt x="681" y="3849"/>
                </a:lnTo>
                <a:lnTo>
                  <a:pt x="817" y="3735"/>
                </a:lnTo>
                <a:lnTo>
                  <a:pt x="872" y="3565"/>
                </a:lnTo>
                <a:lnTo>
                  <a:pt x="926" y="3395"/>
                </a:lnTo>
                <a:lnTo>
                  <a:pt x="1008" y="3281"/>
                </a:lnTo>
                <a:lnTo>
                  <a:pt x="1117" y="3113"/>
                </a:lnTo>
                <a:lnTo>
                  <a:pt x="1199" y="2943"/>
                </a:lnTo>
                <a:lnTo>
                  <a:pt x="1253" y="2886"/>
                </a:lnTo>
                <a:lnTo>
                  <a:pt x="1308" y="2716"/>
                </a:lnTo>
                <a:lnTo>
                  <a:pt x="1362" y="2546"/>
                </a:lnTo>
                <a:lnTo>
                  <a:pt x="1498" y="2432"/>
                </a:lnTo>
                <a:lnTo>
                  <a:pt x="1553" y="2265"/>
                </a:lnTo>
                <a:lnTo>
                  <a:pt x="1607" y="2094"/>
                </a:lnTo>
                <a:lnTo>
                  <a:pt x="1689" y="1924"/>
                </a:lnTo>
                <a:lnTo>
                  <a:pt x="1798" y="1754"/>
                </a:lnTo>
                <a:lnTo>
                  <a:pt x="1880" y="1584"/>
                </a:lnTo>
                <a:lnTo>
                  <a:pt x="1989" y="1416"/>
                </a:lnTo>
                <a:lnTo>
                  <a:pt x="2044" y="1246"/>
                </a:lnTo>
                <a:lnTo>
                  <a:pt x="2044" y="1246"/>
                </a:lnTo>
                <a:lnTo>
                  <a:pt x="2180" y="1075"/>
                </a:lnTo>
                <a:lnTo>
                  <a:pt x="2234" y="905"/>
                </a:lnTo>
                <a:lnTo>
                  <a:pt x="2316" y="735"/>
                </a:lnTo>
                <a:lnTo>
                  <a:pt x="2371" y="624"/>
                </a:lnTo>
                <a:lnTo>
                  <a:pt x="2480" y="453"/>
                </a:lnTo>
                <a:lnTo>
                  <a:pt x="2561" y="283"/>
                </a:lnTo>
                <a:lnTo>
                  <a:pt x="2616" y="113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7530148" y="3925608"/>
            <a:ext cx="2670" cy="5657"/>
          </a:xfrm>
          <a:custGeom>
            <a:avLst/>
            <a:gdLst/>
            <a:ahLst/>
            <a:cxnLst/>
            <a:rect l="l" t="t" r="r" b="b"/>
            <a:pathLst>
              <a:path w="2670" h="5657">
                <a:moveTo>
                  <a:pt x="0" y="5657"/>
                </a:moveTo>
                <a:lnTo>
                  <a:pt x="0" y="5544"/>
                </a:lnTo>
                <a:lnTo>
                  <a:pt x="136" y="5376"/>
                </a:lnTo>
                <a:lnTo>
                  <a:pt x="190" y="5206"/>
                </a:lnTo>
                <a:lnTo>
                  <a:pt x="272" y="5035"/>
                </a:lnTo>
                <a:lnTo>
                  <a:pt x="327" y="4865"/>
                </a:lnTo>
                <a:lnTo>
                  <a:pt x="436" y="4695"/>
                </a:lnTo>
                <a:lnTo>
                  <a:pt x="517" y="4527"/>
                </a:lnTo>
                <a:lnTo>
                  <a:pt x="572" y="4414"/>
                </a:lnTo>
                <a:lnTo>
                  <a:pt x="708" y="4243"/>
                </a:lnTo>
                <a:lnTo>
                  <a:pt x="763" y="4073"/>
                </a:lnTo>
                <a:lnTo>
                  <a:pt x="817" y="3903"/>
                </a:lnTo>
                <a:lnTo>
                  <a:pt x="817" y="3903"/>
                </a:lnTo>
                <a:lnTo>
                  <a:pt x="953" y="3735"/>
                </a:lnTo>
                <a:lnTo>
                  <a:pt x="1008" y="3565"/>
                </a:lnTo>
                <a:lnTo>
                  <a:pt x="1008" y="3508"/>
                </a:lnTo>
                <a:lnTo>
                  <a:pt x="1117" y="3338"/>
                </a:lnTo>
                <a:lnTo>
                  <a:pt x="1199" y="3168"/>
                </a:lnTo>
                <a:lnTo>
                  <a:pt x="1253" y="2997"/>
                </a:lnTo>
                <a:lnTo>
                  <a:pt x="1253" y="2997"/>
                </a:lnTo>
                <a:lnTo>
                  <a:pt x="1389" y="2830"/>
                </a:lnTo>
                <a:lnTo>
                  <a:pt x="1444" y="2659"/>
                </a:lnTo>
                <a:lnTo>
                  <a:pt x="1498" y="2489"/>
                </a:lnTo>
                <a:lnTo>
                  <a:pt x="1498" y="2489"/>
                </a:lnTo>
                <a:lnTo>
                  <a:pt x="1635" y="2319"/>
                </a:lnTo>
                <a:lnTo>
                  <a:pt x="1689" y="2149"/>
                </a:lnTo>
                <a:lnTo>
                  <a:pt x="1689" y="2094"/>
                </a:lnTo>
                <a:lnTo>
                  <a:pt x="1798" y="1924"/>
                </a:lnTo>
                <a:lnTo>
                  <a:pt x="1880" y="1754"/>
                </a:lnTo>
                <a:lnTo>
                  <a:pt x="1934" y="1584"/>
                </a:lnTo>
                <a:lnTo>
                  <a:pt x="1934" y="1584"/>
                </a:lnTo>
                <a:lnTo>
                  <a:pt x="2071" y="1413"/>
                </a:lnTo>
                <a:lnTo>
                  <a:pt x="2125" y="1246"/>
                </a:lnTo>
                <a:lnTo>
                  <a:pt x="2180" y="1075"/>
                </a:lnTo>
                <a:lnTo>
                  <a:pt x="2234" y="905"/>
                </a:lnTo>
                <a:lnTo>
                  <a:pt x="2371" y="735"/>
                </a:lnTo>
                <a:lnTo>
                  <a:pt x="2425" y="565"/>
                </a:lnTo>
                <a:lnTo>
                  <a:pt x="2507" y="397"/>
                </a:lnTo>
                <a:lnTo>
                  <a:pt x="2507" y="397"/>
                </a:lnTo>
                <a:lnTo>
                  <a:pt x="2616" y="226"/>
                </a:lnTo>
                <a:lnTo>
                  <a:pt x="2670" y="56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7532819" y="3919610"/>
            <a:ext cx="2752" cy="5998"/>
          </a:xfrm>
          <a:custGeom>
            <a:avLst/>
            <a:gdLst/>
            <a:ahLst/>
            <a:cxnLst/>
            <a:rect l="l" t="t" r="r" b="b"/>
            <a:pathLst>
              <a:path w="2752" h="5998">
                <a:moveTo>
                  <a:pt x="0" y="5998"/>
                </a:moveTo>
                <a:lnTo>
                  <a:pt x="81" y="5827"/>
                </a:lnTo>
                <a:lnTo>
                  <a:pt x="190" y="5657"/>
                </a:lnTo>
                <a:lnTo>
                  <a:pt x="190" y="5600"/>
                </a:lnTo>
                <a:lnTo>
                  <a:pt x="327" y="5433"/>
                </a:lnTo>
                <a:lnTo>
                  <a:pt x="381" y="5262"/>
                </a:lnTo>
                <a:lnTo>
                  <a:pt x="436" y="5092"/>
                </a:lnTo>
                <a:lnTo>
                  <a:pt x="517" y="4922"/>
                </a:lnTo>
                <a:lnTo>
                  <a:pt x="517" y="4922"/>
                </a:lnTo>
                <a:lnTo>
                  <a:pt x="626" y="4752"/>
                </a:lnTo>
                <a:lnTo>
                  <a:pt x="681" y="4584"/>
                </a:lnTo>
                <a:lnTo>
                  <a:pt x="763" y="4414"/>
                </a:lnTo>
                <a:lnTo>
                  <a:pt x="817" y="4243"/>
                </a:lnTo>
                <a:lnTo>
                  <a:pt x="872" y="4073"/>
                </a:lnTo>
                <a:lnTo>
                  <a:pt x="1008" y="3960"/>
                </a:lnTo>
                <a:lnTo>
                  <a:pt x="1062" y="3792"/>
                </a:lnTo>
                <a:lnTo>
                  <a:pt x="1117" y="3622"/>
                </a:lnTo>
                <a:lnTo>
                  <a:pt x="1199" y="3451"/>
                </a:lnTo>
                <a:lnTo>
                  <a:pt x="1253" y="3281"/>
                </a:lnTo>
                <a:lnTo>
                  <a:pt x="1308" y="3111"/>
                </a:lnTo>
                <a:lnTo>
                  <a:pt x="1444" y="3000"/>
                </a:lnTo>
                <a:lnTo>
                  <a:pt x="1498" y="2830"/>
                </a:lnTo>
                <a:lnTo>
                  <a:pt x="1553" y="2659"/>
                </a:lnTo>
                <a:lnTo>
                  <a:pt x="1635" y="2489"/>
                </a:lnTo>
                <a:lnTo>
                  <a:pt x="1689" y="2319"/>
                </a:lnTo>
                <a:lnTo>
                  <a:pt x="1744" y="2151"/>
                </a:lnTo>
                <a:lnTo>
                  <a:pt x="1880" y="2038"/>
                </a:lnTo>
                <a:lnTo>
                  <a:pt x="1880" y="1867"/>
                </a:lnTo>
                <a:lnTo>
                  <a:pt x="1989" y="1697"/>
                </a:lnTo>
                <a:lnTo>
                  <a:pt x="2044" y="1527"/>
                </a:lnTo>
                <a:lnTo>
                  <a:pt x="2125" y="1357"/>
                </a:lnTo>
                <a:lnTo>
                  <a:pt x="2180" y="1189"/>
                </a:lnTo>
                <a:lnTo>
                  <a:pt x="2234" y="1075"/>
                </a:lnTo>
                <a:lnTo>
                  <a:pt x="2371" y="905"/>
                </a:lnTo>
                <a:lnTo>
                  <a:pt x="2425" y="735"/>
                </a:lnTo>
                <a:lnTo>
                  <a:pt x="2480" y="565"/>
                </a:lnTo>
                <a:lnTo>
                  <a:pt x="2561" y="397"/>
                </a:lnTo>
                <a:lnTo>
                  <a:pt x="2616" y="226"/>
                </a:lnTo>
                <a:lnTo>
                  <a:pt x="2670" y="56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7535572" y="3913160"/>
            <a:ext cx="2725" cy="6449"/>
          </a:xfrm>
          <a:custGeom>
            <a:avLst/>
            <a:gdLst/>
            <a:ahLst/>
            <a:cxnLst/>
            <a:rect l="l" t="t" r="r" b="b"/>
            <a:pathLst>
              <a:path w="2725" h="6449">
                <a:moveTo>
                  <a:pt x="0" y="6449"/>
                </a:moveTo>
                <a:lnTo>
                  <a:pt x="54" y="6279"/>
                </a:lnTo>
                <a:lnTo>
                  <a:pt x="109" y="6109"/>
                </a:lnTo>
                <a:lnTo>
                  <a:pt x="163" y="5941"/>
                </a:lnTo>
                <a:lnTo>
                  <a:pt x="299" y="5771"/>
                </a:lnTo>
                <a:lnTo>
                  <a:pt x="354" y="5600"/>
                </a:lnTo>
                <a:lnTo>
                  <a:pt x="408" y="5430"/>
                </a:lnTo>
                <a:lnTo>
                  <a:pt x="490" y="5260"/>
                </a:lnTo>
                <a:lnTo>
                  <a:pt x="545" y="5092"/>
                </a:lnTo>
                <a:lnTo>
                  <a:pt x="599" y="4922"/>
                </a:lnTo>
                <a:lnTo>
                  <a:pt x="735" y="4808"/>
                </a:lnTo>
                <a:lnTo>
                  <a:pt x="735" y="4638"/>
                </a:lnTo>
                <a:lnTo>
                  <a:pt x="844" y="4468"/>
                </a:lnTo>
                <a:lnTo>
                  <a:pt x="926" y="4300"/>
                </a:lnTo>
                <a:lnTo>
                  <a:pt x="981" y="4130"/>
                </a:lnTo>
                <a:lnTo>
                  <a:pt x="1035" y="3960"/>
                </a:lnTo>
                <a:lnTo>
                  <a:pt x="1117" y="3789"/>
                </a:lnTo>
                <a:lnTo>
                  <a:pt x="1171" y="3619"/>
                </a:lnTo>
                <a:lnTo>
                  <a:pt x="1280" y="3451"/>
                </a:lnTo>
                <a:lnTo>
                  <a:pt x="1362" y="3281"/>
                </a:lnTo>
                <a:lnTo>
                  <a:pt x="1417" y="3111"/>
                </a:lnTo>
                <a:lnTo>
                  <a:pt x="1471" y="2941"/>
                </a:lnTo>
                <a:lnTo>
                  <a:pt x="1526" y="2770"/>
                </a:lnTo>
                <a:lnTo>
                  <a:pt x="1662" y="2603"/>
                </a:lnTo>
                <a:lnTo>
                  <a:pt x="1716" y="2432"/>
                </a:lnTo>
                <a:lnTo>
                  <a:pt x="1798" y="2262"/>
                </a:lnTo>
                <a:lnTo>
                  <a:pt x="1853" y="2092"/>
                </a:lnTo>
                <a:lnTo>
                  <a:pt x="1907" y="1922"/>
                </a:lnTo>
                <a:lnTo>
                  <a:pt x="1962" y="1754"/>
                </a:lnTo>
                <a:lnTo>
                  <a:pt x="2044" y="1584"/>
                </a:lnTo>
                <a:lnTo>
                  <a:pt x="2098" y="1413"/>
                </a:lnTo>
                <a:lnTo>
                  <a:pt x="2207" y="1243"/>
                </a:lnTo>
                <a:lnTo>
                  <a:pt x="2289" y="1073"/>
                </a:lnTo>
                <a:lnTo>
                  <a:pt x="2343" y="905"/>
                </a:lnTo>
                <a:lnTo>
                  <a:pt x="2398" y="735"/>
                </a:lnTo>
                <a:lnTo>
                  <a:pt x="2480" y="565"/>
                </a:lnTo>
                <a:lnTo>
                  <a:pt x="2534" y="394"/>
                </a:lnTo>
                <a:lnTo>
                  <a:pt x="2643" y="224"/>
                </a:lnTo>
                <a:lnTo>
                  <a:pt x="2725" y="56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7538297" y="3906427"/>
            <a:ext cx="2725" cy="6733"/>
          </a:xfrm>
          <a:custGeom>
            <a:avLst/>
            <a:gdLst/>
            <a:ahLst/>
            <a:cxnLst/>
            <a:rect l="l" t="t" r="r" b="b"/>
            <a:pathLst>
              <a:path w="2725" h="6733">
                <a:moveTo>
                  <a:pt x="0" y="6733"/>
                </a:moveTo>
                <a:lnTo>
                  <a:pt x="54" y="6563"/>
                </a:lnTo>
                <a:lnTo>
                  <a:pt x="109" y="6392"/>
                </a:lnTo>
                <a:lnTo>
                  <a:pt x="190" y="6222"/>
                </a:lnTo>
                <a:lnTo>
                  <a:pt x="299" y="6052"/>
                </a:lnTo>
                <a:lnTo>
                  <a:pt x="354" y="5884"/>
                </a:lnTo>
                <a:lnTo>
                  <a:pt x="436" y="5714"/>
                </a:lnTo>
                <a:lnTo>
                  <a:pt x="490" y="5544"/>
                </a:lnTo>
                <a:lnTo>
                  <a:pt x="545" y="5373"/>
                </a:lnTo>
                <a:lnTo>
                  <a:pt x="599" y="5203"/>
                </a:lnTo>
                <a:lnTo>
                  <a:pt x="681" y="5035"/>
                </a:lnTo>
                <a:lnTo>
                  <a:pt x="735" y="4865"/>
                </a:lnTo>
                <a:lnTo>
                  <a:pt x="790" y="4695"/>
                </a:lnTo>
                <a:lnTo>
                  <a:pt x="872" y="4525"/>
                </a:lnTo>
                <a:lnTo>
                  <a:pt x="981" y="4354"/>
                </a:lnTo>
                <a:lnTo>
                  <a:pt x="1035" y="4187"/>
                </a:lnTo>
                <a:lnTo>
                  <a:pt x="1117" y="4016"/>
                </a:lnTo>
                <a:lnTo>
                  <a:pt x="1171" y="3846"/>
                </a:lnTo>
                <a:lnTo>
                  <a:pt x="1226" y="3676"/>
                </a:lnTo>
                <a:lnTo>
                  <a:pt x="1280" y="3506"/>
                </a:lnTo>
                <a:lnTo>
                  <a:pt x="1362" y="3338"/>
                </a:lnTo>
                <a:lnTo>
                  <a:pt x="1417" y="3168"/>
                </a:lnTo>
                <a:lnTo>
                  <a:pt x="1471" y="2997"/>
                </a:lnTo>
                <a:lnTo>
                  <a:pt x="1553" y="2827"/>
                </a:lnTo>
                <a:lnTo>
                  <a:pt x="1662" y="2657"/>
                </a:lnTo>
                <a:lnTo>
                  <a:pt x="1716" y="2489"/>
                </a:lnTo>
                <a:lnTo>
                  <a:pt x="1798" y="2319"/>
                </a:lnTo>
                <a:lnTo>
                  <a:pt x="1853" y="2149"/>
                </a:lnTo>
                <a:lnTo>
                  <a:pt x="1907" y="1978"/>
                </a:lnTo>
                <a:lnTo>
                  <a:pt x="1989" y="1808"/>
                </a:lnTo>
                <a:lnTo>
                  <a:pt x="2044" y="1640"/>
                </a:lnTo>
                <a:lnTo>
                  <a:pt x="2098" y="1470"/>
                </a:lnTo>
                <a:lnTo>
                  <a:pt x="2153" y="1300"/>
                </a:lnTo>
                <a:lnTo>
                  <a:pt x="2234" y="1130"/>
                </a:lnTo>
                <a:lnTo>
                  <a:pt x="2343" y="959"/>
                </a:lnTo>
                <a:lnTo>
                  <a:pt x="2398" y="792"/>
                </a:lnTo>
                <a:lnTo>
                  <a:pt x="2398" y="621"/>
                </a:lnTo>
                <a:lnTo>
                  <a:pt x="2534" y="451"/>
                </a:lnTo>
                <a:lnTo>
                  <a:pt x="2589" y="281"/>
                </a:lnTo>
                <a:lnTo>
                  <a:pt x="2670" y="111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7541023" y="3899296"/>
            <a:ext cx="2670" cy="7130"/>
          </a:xfrm>
          <a:custGeom>
            <a:avLst/>
            <a:gdLst/>
            <a:ahLst/>
            <a:cxnLst/>
            <a:rect l="l" t="t" r="r" b="b"/>
            <a:pathLst>
              <a:path w="2670" h="7130">
                <a:moveTo>
                  <a:pt x="0" y="7130"/>
                </a:moveTo>
                <a:lnTo>
                  <a:pt x="54" y="6960"/>
                </a:lnTo>
                <a:lnTo>
                  <a:pt x="109" y="6790"/>
                </a:lnTo>
                <a:lnTo>
                  <a:pt x="190" y="6619"/>
                </a:lnTo>
                <a:lnTo>
                  <a:pt x="245" y="6449"/>
                </a:lnTo>
                <a:lnTo>
                  <a:pt x="299" y="6281"/>
                </a:lnTo>
                <a:lnTo>
                  <a:pt x="381" y="6111"/>
                </a:lnTo>
                <a:lnTo>
                  <a:pt x="436" y="5941"/>
                </a:lnTo>
                <a:lnTo>
                  <a:pt x="490" y="5771"/>
                </a:lnTo>
                <a:lnTo>
                  <a:pt x="545" y="5600"/>
                </a:lnTo>
                <a:lnTo>
                  <a:pt x="626" y="5433"/>
                </a:lnTo>
                <a:lnTo>
                  <a:pt x="681" y="5262"/>
                </a:lnTo>
                <a:lnTo>
                  <a:pt x="735" y="5092"/>
                </a:lnTo>
                <a:lnTo>
                  <a:pt x="790" y="4922"/>
                </a:lnTo>
                <a:lnTo>
                  <a:pt x="872" y="4752"/>
                </a:lnTo>
                <a:lnTo>
                  <a:pt x="926" y="4584"/>
                </a:lnTo>
                <a:lnTo>
                  <a:pt x="981" y="4414"/>
                </a:lnTo>
                <a:lnTo>
                  <a:pt x="1062" y="4243"/>
                </a:lnTo>
                <a:lnTo>
                  <a:pt x="1171" y="4073"/>
                </a:lnTo>
                <a:lnTo>
                  <a:pt x="1171" y="3903"/>
                </a:lnTo>
                <a:lnTo>
                  <a:pt x="1308" y="3735"/>
                </a:lnTo>
                <a:lnTo>
                  <a:pt x="1362" y="3565"/>
                </a:lnTo>
                <a:lnTo>
                  <a:pt x="1417" y="3395"/>
                </a:lnTo>
                <a:lnTo>
                  <a:pt x="1471" y="3224"/>
                </a:lnTo>
                <a:lnTo>
                  <a:pt x="1553" y="3054"/>
                </a:lnTo>
                <a:lnTo>
                  <a:pt x="1607" y="2886"/>
                </a:lnTo>
                <a:lnTo>
                  <a:pt x="1662" y="2716"/>
                </a:lnTo>
                <a:lnTo>
                  <a:pt x="1744" y="2546"/>
                </a:lnTo>
                <a:lnTo>
                  <a:pt x="1798" y="2376"/>
                </a:lnTo>
                <a:lnTo>
                  <a:pt x="1853" y="2205"/>
                </a:lnTo>
                <a:lnTo>
                  <a:pt x="1907" y="2038"/>
                </a:lnTo>
                <a:lnTo>
                  <a:pt x="1989" y="1867"/>
                </a:lnTo>
                <a:lnTo>
                  <a:pt x="2044" y="1697"/>
                </a:lnTo>
                <a:lnTo>
                  <a:pt x="2098" y="1527"/>
                </a:lnTo>
                <a:lnTo>
                  <a:pt x="2180" y="1357"/>
                </a:lnTo>
                <a:lnTo>
                  <a:pt x="2234" y="1189"/>
                </a:lnTo>
                <a:lnTo>
                  <a:pt x="2289" y="1019"/>
                </a:lnTo>
                <a:lnTo>
                  <a:pt x="2343" y="848"/>
                </a:lnTo>
                <a:lnTo>
                  <a:pt x="2425" y="678"/>
                </a:lnTo>
                <a:lnTo>
                  <a:pt x="2480" y="508"/>
                </a:lnTo>
                <a:lnTo>
                  <a:pt x="2534" y="340"/>
                </a:lnTo>
                <a:lnTo>
                  <a:pt x="2589" y="170"/>
                </a:lnTo>
                <a:lnTo>
                  <a:pt x="2670" y="0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7543693" y="3891770"/>
            <a:ext cx="2725" cy="7525"/>
          </a:xfrm>
          <a:custGeom>
            <a:avLst/>
            <a:gdLst/>
            <a:ahLst/>
            <a:cxnLst/>
            <a:rect l="l" t="t" r="r" b="b"/>
            <a:pathLst>
              <a:path w="2725" h="7525">
                <a:moveTo>
                  <a:pt x="0" y="7525"/>
                </a:moveTo>
                <a:lnTo>
                  <a:pt x="54" y="7355"/>
                </a:lnTo>
                <a:lnTo>
                  <a:pt x="109" y="7185"/>
                </a:lnTo>
                <a:lnTo>
                  <a:pt x="190" y="7017"/>
                </a:lnTo>
                <a:lnTo>
                  <a:pt x="245" y="6846"/>
                </a:lnTo>
                <a:lnTo>
                  <a:pt x="299" y="6676"/>
                </a:lnTo>
                <a:lnTo>
                  <a:pt x="354" y="6506"/>
                </a:lnTo>
                <a:lnTo>
                  <a:pt x="436" y="6336"/>
                </a:lnTo>
                <a:lnTo>
                  <a:pt x="490" y="6168"/>
                </a:lnTo>
                <a:lnTo>
                  <a:pt x="545" y="5998"/>
                </a:lnTo>
                <a:lnTo>
                  <a:pt x="626" y="5827"/>
                </a:lnTo>
                <a:lnTo>
                  <a:pt x="681" y="5657"/>
                </a:lnTo>
                <a:lnTo>
                  <a:pt x="735" y="5487"/>
                </a:lnTo>
                <a:lnTo>
                  <a:pt x="790" y="5319"/>
                </a:lnTo>
                <a:lnTo>
                  <a:pt x="872" y="5149"/>
                </a:lnTo>
                <a:lnTo>
                  <a:pt x="926" y="4979"/>
                </a:lnTo>
                <a:lnTo>
                  <a:pt x="981" y="4808"/>
                </a:lnTo>
                <a:lnTo>
                  <a:pt x="1035" y="4638"/>
                </a:lnTo>
                <a:lnTo>
                  <a:pt x="1117" y="4470"/>
                </a:lnTo>
                <a:lnTo>
                  <a:pt x="1171" y="4300"/>
                </a:lnTo>
                <a:lnTo>
                  <a:pt x="1226" y="4130"/>
                </a:lnTo>
                <a:lnTo>
                  <a:pt x="1308" y="3960"/>
                </a:lnTo>
                <a:lnTo>
                  <a:pt x="1362" y="3789"/>
                </a:lnTo>
                <a:lnTo>
                  <a:pt x="1417" y="3622"/>
                </a:lnTo>
                <a:lnTo>
                  <a:pt x="1471" y="3451"/>
                </a:lnTo>
                <a:lnTo>
                  <a:pt x="1553" y="3281"/>
                </a:lnTo>
                <a:lnTo>
                  <a:pt x="1607" y="3111"/>
                </a:lnTo>
                <a:lnTo>
                  <a:pt x="1662" y="2941"/>
                </a:lnTo>
                <a:lnTo>
                  <a:pt x="1716" y="2773"/>
                </a:lnTo>
                <a:lnTo>
                  <a:pt x="1798" y="2603"/>
                </a:lnTo>
                <a:lnTo>
                  <a:pt x="1853" y="2432"/>
                </a:lnTo>
                <a:lnTo>
                  <a:pt x="1907" y="2262"/>
                </a:lnTo>
                <a:lnTo>
                  <a:pt x="1989" y="2092"/>
                </a:lnTo>
                <a:lnTo>
                  <a:pt x="2044" y="1924"/>
                </a:lnTo>
                <a:lnTo>
                  <a:pt x="2098" y="1754"/>
                </a:lnTo>
                <a:lnTo>
                  <a:pt x="2153" y="1584"/>
                </a:lnTo>
                <a:lnTo>
                  <a:pt x="2234" y="1413"/>
                </a:lnTo>
                <a:lnTo>
                  <a:pt x="2289" y="1243"/>
                </a:lnTo>
                <a:lnTo>
                  <a:pt x="2343" y="1075"/>
                </a:lnTo>
                <a:lnTo>
                  <a:pt x="2425" y="905"/>
                </a:lnTo>
                <a:lnTo>
                  <a:pt x="2480" y="735"/>
                </a:lnTo>
                <a:lnTo>
                  <a:pt x="2534" y="565"/>
                </a:lnTo>
                <a:lnTo>
                  <a:pt x="2589" y="394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7546419" y="3883904"/>
            <a:ext cx="2725" cy="7866"/>
          </a:xfrm>
          <a:custGeom>
            <a:avLst/>
            <a:gdLst/>
            <a:ahLst/>
            <a:cxnLst/>
            <a:rect l="l" t="t" r="r" b="b"/>
            <a:pathLst>
              <a:path w="2725" h="7866">
                <a:moveTo>
                  <a:pt x="0" y="7866"/>
                </a:moveTo>
                <a:lnTo>
                  <a:pt x="54" y="7695"/>
                </a:lnTo>
                <a:lnTo>
                  <a:pt x="109" y="7525"/>
                </a:lnTo>
                <a:lnTo>
                  <a:pt x="190" y="7355"/>
                </a:lnTo>
                <a:lnTo>
                  <a:pt x="245" y="7187"/>
                </a:lnTo>
                <a:lnTo>
                  <a:pt x="299" y="7017"/>
                </a:lnTo>
                <a:lnTo>
                  <a:pt x="381" y="6846"/>
                </a:lnTo>
                <a:lnTo>
                  <a:pt x="436" y="6676"/>
                </a:lnTo>
                <a:lnTo>
                  <a:pt x="490" y="6506"/>
                </a:lnTo>
                <a:lnTo>
                  <a:pt x="545" y="6338"/>
                </a:lnTo>
                <a:lnTo>
                  <a:pt x="626" y="6168"/>
                </a:lnTo>
                <a:lnTo>
                  <a:pt x="681" y="5998"/>
                </a:lnTo>
                <a:lnTo>
                  <a:pt x="735" y="5827"/>
                </a:lnTo>
                <a:lnTo>
                  <a:pt x="817" y="5657"/>
                </a:lnTo>
                <a:lnTo>
                  <a:pt x="872" y="5489"/>
                </a:lnTo>
                <a:lnTo>
                  <a:pt x="926" y="5319"/>
                </a:lnTo>
                <a:lnTo>
                  <a:pt x="981" y="5149"/>
                </a:lnTo>
                <a:lnTo>
                  <a:pt x="1062" y="4979"/>
                </a:lnTo>
                <a:lnTo>
                  <a:pt x="1062" y="4808"/>
                </a:lnTo>
                <a:lnTo>
                  <a:pt x="1117" y="4641"/>
                </a:lnTo>
                <a:lnTo>
                  <a:pt x="1171" y="4470"/>
                </a:lnTo>
                <a:lnTo>
                  <a:pt x="1226" y="4300"/>
                </a:lnTo>
                <a:lnTo>
                  <a:pt x="1308" y="4130"/>
                </a:lnTo>
                <a:lnTo>
                  <a:pt x="1362" y="3960"/>
                </a:lnTo>
                <a:lnTo>
                  <a:pt x="1417" y="3792"/>
                </a:lnTo>
                <a:lnTo>
                  <a:pt x="1498" y="3622"/>
                </a:lnTo>
                <a:lnTo>
                  <a:pt x="1553" y="3451"/>
                </a:lnTo>
                <a:lnTo>
                  <a:pt x="1607" y="3281"/>
                </a:lnTo>
                <a:lnTo>
                  <a:pt x="1662" y="3111"/>
                </a:lnTo>
                <a:lnTo>
                  <a:pt x="1744" y="2943"/>
                </a:lnTo>
                <a:lnTo>
                  <a:pt x="1798" y="2773"/>
                </a:lnTo>
                <a:lnTo>
                  <a:pt x="1853" y="2603"/>
                </a:lnTo>
                <a:lnTo>
                  <a:pt x="1907" y="2432"/>
                </a:lnTo>
                <a:lnTo>
                  <a:pt x="1989" y="2262"/>
                </a:lnTo>
                <a:lnTo>
                  <a:pt x="2044" y="2094"/>
                </a:lnTo>
                <a:lnTo>
                  <a:pt x="2044" y="1924"/>
                </a:lnTo>
                <a:lnTo>
                  <a:pt x="2098" y="1754"/>
                </a:lnTo>
                <a:lnTo>
                  <a:pt x="2180" y="1584"/>
                </a:lnTo>
                <a:lnTo>
                  <a:pt x="2234" y="1413"/>
                </a:lnTo>
                <a:lnTo>
                  <a:pt x="2289" y="1246"/>
                </a:lnTo>
                <a:lnTo>
                  <a:pt x="2343" y="1075"/>
                </a:lnTo>
                <a:lnTo>
                  <a:pt x="2425" y="905"/>
                </a:lnTo>
                <a:lnTo>
                  <a:pt x="2480" y="735"/>
                </a:lnTo>
                <a:lnTo>
                  <a:pt x="2534" y="565"/>
                </a:lnTo>
                <a:lnTo>
                  <a:pt x="2616" y="397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7549144" y="3875700"/>
            <a:ext cx="2725" cy="8204"/>
          </a:xfrm>
          <a:custGeom>
            <a:avLst/>
            <a:gdLst/>
            <a:ahLst/>
            <a:cxnLst/>
            <a:rect l="l" t="t" r="r" b="b"/>
            <a:pathLst>
              <a:path w="2725" h="8204">
                <a:moveTo>
                  <a:pt x="0" y="8204"/>
                </a:moveTo>
                <a:lnTo>
                  <a:pt x="54" y="8033"/>
                </a:lnTo>
                <a:lnTo>
                  <a:pt x="136" y="7866"/>
                </a:lnTo>
                <a:lnTo>
                  <a:pt x="190" y="7695"/>
                </a:lnTo>
                <a:lnTo>
                  <a:pt x="245" y="7525"/>
                </a:lnTo>
                <a:lnTo>
                  <a:pt x="299" y="7355"/>
                </a:lnTo>
                <a:lnTo>
                  <a:pt x="381" y="7185"/>
                </a:lnTo>
                <a:lnTo>
                  <a:pt x="381" y="7017"/>
                </a:lnTo>
                <a:lnTo>
                  <a:pt x="436" y="6846"/>
                </a:lnTo>
                <a:lnTo>
                  <a:pt x="490" y="6676"/>
                </a:lnTo>
                <a:lnTo>
                  <a:pt x="572" y="6506"/>
                </a:lnTo>
                <a:lnTo>
                  <a:pt x="626" y="6336"/>
                </a:lnTo>
                <a:lnTo>
                  <a:pt x="681" y="6168"/>
                </a:lnTo>
                <a:lnTo>
                  <a:pt x="735" y="5998"/>
                </a:lnTo>
                <a:lnTo>
                  <a:pt x="817" y="5827"/>
                </a:lnTo>
                <a:lnTo>
                  <a:pt x="872" y="5657"/>
                </a:lnTo>
                <a:lnTo>
                  <a:pt x="926" y="5487"/>
                </a:lnTo>
                <a:lnTo>
                  <a:pt x="981" y="5319"/>
                </a:lnTo>
                <a:lnTo>
                  <a:pt x="1062" y="5149"/>
                </a:lnTo>
                <a:lnTo>
                  <a:pt x="1062" y="4979"/>
                </a:lnTo>
                <a:lnTo>
                  <a:pt x="1117" y="4808"/>
                </a:lnTo>
                <a:lnTo>
                  <a:pt x="1171" y="4638"/>
                </a:lnTo>
                <a:lnTo>
                  <a:pt x="1253" y="4470"/>
                </a:lnTo>
                <a:lnTo>
                  <a:pt x="1308" y="4300"/>
                </a:lnTo>
                <a:lnTo>
                  <a:pt x="1362" y="4130"/>
                </a:lnTo>
                <a:lnTo>
                  <a:pt x="1417" y="3960"/>
                </a:lnTo>
                <a:lnTo>
                  <a:pt x="1498" y="3789"/>
                </a:lnTo>
                <a:lnTo>
                  <a:pt x="1553" y="3622"/>
                </a:lnTo>
                <a:lnTo>
                  <a:pt x="1553" y="3508"/>
                </a:lnTo>
                <a:lnTo>
                  <a:pt x="1607" y="3338"/>
                </a:lnTo>
                <a:lnTo>
                  <a:pt x="1689" y="3281"/>
                </a:lnTo>
                <a:lnTo>
                  <a:pt x="1744" y="3111"/>
                </a:lnTo>
                <a:lnTo>
                  <a:pt x="1744" y="2941"/>
                </a:lnTo>
                <a:lnTo>
                  <a:pt x="1798" y="2773"/>
                </a:lnTo>
                <a:lnTo>
                  <a:pt x="1853" y="2603"/>
                </a:lnTo>
                <a:lnTo>
                  <a:pt x="1934" y="2432"/>
                </a:lnTo>
                <a:lnTo>
                  <a:pt x="1989" y="2262"/>
                </a:lnTo>
                <a:lnTo>
                  <a:pt x="2044" y="2092"/>
                </a:lnTo>
                <a:lnTo>
                  <a:pt x="2098" y="1924"/>
                </a:lnTo>
                <a:lnTo>
                  <a:pt x="2180" y="1754"/>
                </a:lnTo>
                <a:lnTo>
                  <a:pt x="2180" y="1584"/>
                </a:lnTo>
                <a:lnTo>
                  <a:pt x="2234" y="1413"/>
                </a:lnTo>
                <a:lnTo>
                  <a:pt x="2289" y="1243"/>
                </a:lnTo>
                <a:lnTo>
                  <a:pt x="2371" y="1075"/>
                </a:lnTo>
                <a:lnTo>
                  <a:pt x="2425" y="905"/>
                </a:lnTo>
                <a:lnTo>
                  <a:pt x="2480" y="735"/>
                </a:lnTo>
                <a:lnTo>
                  <a:pt x="2534" y="565"/>
                </a:lnTo>
                <a:lnTo>
                  <a:pt x="2616" y="394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7551869" y="3867156"/>
            <a:ext cx="2725" cy="8544"/>
          </a:xfrm>
          <a:custGeom>
            <a:avLst/>
            <a:gdLst/>
            <a:ahLst/>
            <a:cxnLst/>
            <a:rect l="l" t="t" r="r" b="b"/>
            <a:pathLst>
              <a:path w="2725" h="8544">
                <a:moveTo>
                  <a:pt x="0" y="8544"/>
                </a:moveTo>
                <a:lnTo>
                  <a:pt x="81" y="8374"/>
                </a:lnTo>
                <a:lnTo>
                  <a:pt x="136" y="8204"/>
                </a:lnTo>
                <a:lnTo>
                  <a:pt x="136" y="8033"/>
                </a:lnTo>
                <a:lnTo>
                  <a:pt x="190" y="7866"/>
                </a:lnTo>
                <a:lnTo>
                  <a:pt x="245" y="7695"/>
                </a:lnTo>
                <a:lnTo>
                  <a:pt x="327" y="7525"/>
                </a:lnTo>
                <a:lnTo>
                  <a:pt x="381" y="7355"/>
                </a:lnTo>
                <a:lnTo>
                  <a:pt x="436" y="7185"/>
                </a:lnTo>
                <a:lnTo>
                  <a:pt x="490" y="7017"/>
                </a:lnTo>
                <a:lnTo>
                  <a:pt x="572" y="6846"/>
                </a:lnTo>
                <a:lnTo>
                  <a:pt x="572" y="6676"/>
                </a:lnTo>
                <a:lnTo>
                  <a:pt x="626" y="6506"/>
                </a:lnTo>
                <a:lnTo>
                  <a:pt x="681" y="6336"/>
                </a:lnTo>
                <a:lnTo>
                  <a:pt x="763" y="6168"/>
                </a:lnTo>
                <a:lnTo>
                  <a:pt x="817" y="5998"/>
                </a:lnTo>
                <a:lnTo>
                  <a:pt x="872" y="5827"/>
                </a:lnTo>
                <a:lnTo>
                  <a:pt x="926" y="5657"/>
                </a:lnTo>
                <a:lnTo>
                  <a:pt x="1008" y="5487"/>
                </a:lnTo>
                <a:lnTo>
                  <a:pt x="1062" y="5319"/>
                </a:lnTo>
                <a:lnTo>
                  <a:pt x="1062" y="5149"/>
                </a:lnTo>
                <a:lnTo>
                  <a:pt x="1117" y="4979"/>
                </a:lnTo>
                <a:lnTo>
                  <a:pt x="1171" y="4808"/>
                </a:lnTo>
                <a:lnTo>
                  <a:pt x="1253" y="4638"/>
                </a:lnTo>
                <a:lnTo>
                  <a:pt x="1308" y="4470"/>
                </a:lnTo>
                <a:lnTo>
                  <a:pt x="1362" y="4300"/>
                </a:lnTo>
                <a:lnTo>
                  <a:pt x="1444" y="4130"/>
                </a:lnTo>
                <a:lnTo>
                  <a:pt x="1498" y="3960"/>
                </a:lnTo>
                <a:lnTo>
                  <a:pt x="1498" y="3789"/>
                </a:lnTo>
                <a:lnTo>
                  <a:pt x="1553" y="3622"/>
                </a:lnTo>
                <a:lnTo>
                  <a:pt x="1607" y="3451"/>
                </a:lnTo>
                <a:lnTo>
                  <a:pt x="1689" y="3281"/>
                </a:lnTo>
                <a:lnTo>
                  <a:pt x="1744" y="3111"/>
                </a:lnTo>
                <a:lnTo>
                  <a:pt x="1798" y="2941"/>
                </a:lnTo>
                <a:lnTo>
                  <a:pt x="1880" y="2773"/>
                </a:lnTo>
                <a:lnTo>
                  <a:pt x="1880" y="2603"/>
                </a:lnTo>
                <a:lnTo>
                  <a:pt x="1934" y="2432"/>
                </a:lnTo>
                <a:lnTo>
                  <a:pt x="1989" y="2262"/>
                </a:lnTo>
                <a:lnTo>
                  <a:pt x="2044" y="2092"/>
                </a:lnTo>
                <a:lnTo>
                  <a:pt x="2125" y="1924"/>
                </a:lnTo>
                <a:lnTo>
                  <a:pt x="2180" y="1754"/>
                </a:lnTo>
                <a:lnTo>
                  <a:pt x="2234" y="1584"/>
                </a:lnTo>
                <a:lnTo>
                  <a:pt x="2289" y="1413"/>
                </a:lnTo>
                <a:lnTo>
                  <a:pt x="2289" y="1243"/>
                </a:lnTo>
                <a:lnTo>
                  <a:pt x="2371" y="1075"/>
                </a:lnTo>
                <a:lnTo>
                  <a:pt x="2425" y="905"/>
                </a:lnTo>
                <a:lnTo>
                  <a:pt x="2480" y="735"/>
                </a:lnTo>
                <a:lnTo>
                  <a:pt x="2561" y="565"/>
                </a:lnTo>
                <a:lnTo>
                  <a:pt x="2616" y="394"/>
                </a:lnTo>
                <a:lnTo>
                  <a:pt x="2616" y="226"/>
                </a:lnTo>
                <a:lnTo>
                  <a:pt x="2670" y="5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7554595" y="3858327"/>
            <a:ext cx="2670" cy="8828"/>
          </a:xfrm>
          <a:custGeom>
            <a:avLst/>
            <a:gdLst/>
            <a:ahLst/>
            <a:cxnLst/>
            <a:rect l="l" t="t" r="r" b="b"/>
            <a:pathLst>
              <a:path w="2670" h="8828">
                <a:moveTo>
                  <a:pt x="0" y="8828"/>
                </a:moveTo>
                <a:lnTo>
                  <a:pt x="0" y="8658"/>
                </a:lnTo>
                <a:lnTo>
                  <a:pt x="81" y="8487"/>
                </a:lnTo>
                <a:lnTo>
                  <a:pt x="136" y="8317"/>
                </a:lnTo>
                <a:lnTo>
                  <a:pt x="190" y="8149"/>
                </a:lnTo>
                <a:lnTo>
                  <a:pt x="272" y="7979"/>
                </a:lnTo>
                <a:lnTo>
                  <a:pt x="327" y="7809"/>
                </a:lnTo>
                <a:lnTo>
                  <a:pt x="381" y="7639"/>
                </a:lnTo>
                <a:lnTo>
                  <a:pt x="381" y="7468"/>
                </a:lnTo>
                <a:lnTo>
                  <a:pt x="436" y="7300"/>
                </a:lnTo>
                <a:lnTo>
                  <a:pt x="517" y="7130"/>
                </a:lnTo>
                <a:lnTo>
                  <a:pt x="572" y="6960"/>
                </a:lnTo>
                <a:lnTo>
                  <a:pt x="626" y="6790"/>
                </a:lnTo>
                <a:lnTo>
                  <a:pt x="681" y="6619"/>
                </a:lnTo>
                <a:lnTo>
                  <a:pt x="681" y="6452"/>
                </a:lnTo>
                <a:lnTo>
                  <a:pt x="763" y="6281"/>
                </a:lnTo>
                <a:lnTo>
                  <a:pt x="817" y="6111"/>
                </a:lnTo>
                <a:lnTo>
                  <a:pt x="872" y="5941"/>
                </a:lnTo>
                <a:lnTo>
                  <a:pt x="953" y="5771"/>
                </a:lnTo>
                <a:lnTo>
                  <a:pt x="1008" y="5603"/>
                </a:lnTo>
                <a:lnTo>
                  <a:pt x="1062" y="5433"/>
                </a:lnTo>
                <a:lnTo>
                  <a:pt x="1062" y="5262"/>
                </a:lnTo>
                <a:lnTo>
                  <a:pt x="1117" y="5092"/>
                </a:lnTo>
                <a:lnTo>
                  <a:pt x="1199" y="4922"/>
                </a:lnTo>
                <a:lnTo>
                  <a:pt x="1253" y="4754"/>
                </a:lnTo>
                <a:lnTo>
                  <a:pt x="1308" y="4584"/>
                </a:lnTo>
                <a:lnTo>
                  <a:pt x="1362" y="4414"/>
                </a:lnTo>
                <a:lnTo>
                  <a:pt x="1362" y="4243"/>
                </a:lnTo>
                <a:lnTo>
                  <a:pt x="1444" y="4073"/>
                </a:lnTo>
                <a:lnTo>
                  <a:pt x="1498" y="3905"/>
                </a:lnTo>
                <a:lnTo>
                  <a:pt x="1553" y="3735"/>
                </a:lnTo>
                <a:lnTo>
                  <a:pt x="1635" y="3565"/>
                </a:lnTo>
                <a:lnTo>
                  <a:pt x="1689" y="3395"/>
                </a:lnTo>
                <a:lnTo>
                  <a:pt x="1744" y="3224"/>
                </a:lnTo>
                <a:lnTo>
                  <a:pt x="1744" y="3057"/>
                </a:lnTo>
                <a:lnTo>
                  <a:pt x="1798" y="2886"/>
                </a:lnTo>
                <a:lnTo>
                  <a:pt x="1880" y="2716"/>
                </a:lnTo>
                <a:lnTo>
                  <a:pt x="1934" y="2546"/>
                </a:lnTo>
                <a:lnTo>
                  <a:pt x="1989" y="2376"/>
                </a:lnTo>
                <a:lnTo>
                  <a:pt x="1989" y="2208"/>
                </a:lnTo>
                <a:lnTo>
                  <a:pt x="2071" y="2038"/>
                </a:lnTo>
                <a:lnTo>
                  <a:pt x="2125" y="1867"/>
                </a:lnTo>
                <a:lnTo>
                  <a:pt x="2180" y="1697"/>
                </a:lnTo>
                <a:lnTo>
                  <a:pt x="2234" y="1527"/>
                </a:lnTo>
                <a:lnTo>
                  <a:pt x="2316" y="1359"/>
                </a:lnTo>
                <a:lnTo>
                  <a:pt x="2316" y="1189"/>
                </a:lnTo>
                <a:lnTo>
                  <a:pt x="2371" y="1019"/>
                </a:lnTo>
                <a:lnTo>
                  <a:pt x="2425" y="848"/>
                </a:lnTo>
                <a:lnTo>
                  <a:pt x="2480" y="678"/>
                </a:lnTo>
                <a:lnTo>
                  <a:pt x="2561" y="510"/>
                </a:lnTo>
                <a:lnTo>
                  <a:pt x="2616" y="340"/>
                </a:lnTo>
                <a:lnTo>
                  <a:pt x="2616" y="170"/>
                </a:lnTo>
                <a:lnTo>
                  <a:pt x="2670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7557266" y="3849104"/>
            <a:ext cx="2725" cy="9223"/>
          </a:xfrm>
          <a:custGeom>
            <a:avLst/>
            <a:gdLst/>
            <a:ahLst/>
            <a:cxnLst/>
            <a:rect l="l" t="t" r="r" b="b"/>
            <a:pathLst>
              <a:path w="2725" h="9223">
                <a:moveTo>
                  <a:pt x="0" y="9223"/>
                </a:moveTo>
                <a:lnTo>
                  <a:pt x="81" y="9052"/>
                </a:lnTo>
                <a:lnTo>
                  <a:pt x="136" y="8885"/>
                </a:lnTo>
                <a:lnTo>
                  <a:pt x="190" y="8714"/>
                </a:lnTo>
                <a:lnTo>
                  <a:pt x="190" y="8544"/>
                </a:lnTo>
                <a:lnTo>
                  <a:pt x="245" y="8374"/>
                </a:lnTo>
                <a:lnTo>
                  <a:pt x="327" y="8204"/>
                </a:lnTo>
                <a:lnTo>
                  <a:pt x="381" y="8036"/>
                </a:lnTo>
                <a:lnTo>
                  <a:pt x="436" y="7866"/>
                </a:lnTo>
                <a:lnTo>
                  <a:pt x="517" y="7695"/>
                </a:lnTo>
                <a:lnTo>
                  <a:pt x="517" y="7525"/>
                </a:lnTo>
                <a:lnTo>
                  <a:pt x="572" y="7355"/>
                </a:lnTo>
                <a:lnTo>
                  <a:pt x="626" y="7187"/>
                </a:lnTo>
                <a:lnTo>
                  <a:pt x="681" y="7017"/>
                </a:lnTo>
                <a:lnTo>
                  <a:pt x="763" y="6846"/>
                </a:lnTo>
                <a:lnTo>
                  <a:pt x="763" y="6676"/>
                </a:lnTo>
                <a:lnTo>
                  <a:pt x="817" y="6506"/>
                </a:lnTo>
                <a:lnTo>
                  <a:pt x="872" y="6338"/>
                </a:lnTo>
                <a:lnTo>
                  <a:pt x="926" y="6168"/>
                </a:lnTo>
                <a:lnTo>
                  <a:pt x="1008" y="5998"/>
                </a:lnTo>
                <a:lnTo>
                  <a:pt x="1062" y="5827"/>
                </a:lnTo>
                <a:lnTo>
                  <a:pt x="1062" y="5657"/>
                </a:lnTo>
                <a:lnTo>
                  <a:pt x="1117" y="5489"/>
                </a:lnTo>
                <a:lnTo>
                  <a:pt x="1199" y="5319"/>
                </a:lnTo>
                <a:lnTo>
                  <a:pt x="1253" y="5149"/>
                </a:lnTo>
                <a:lnTo>
                  <a:pt x="1308" y="4979"/>
                </a:lnTo>
                <a:lnTo>
                  <a:pt x="1308" y="4808"/>
                </a:lnTo>
                <a:lnTo>
                  <a:pt x="1362" y="4641"/>
                </a:lnTo>
                <a:lnTo>
                  <a:pt x="1444" y="4470"/>
                </a:lnTo>
                <a:lnTo>
                  <a:pt x="1498" y="4300"/>
                </a:lnTo>
                <a:lnTo>
                  <a:pt x="1553" y="4130"/>
                </a:lnTo>
                <a:lnTo>
                  <a:pt x="1553" y="3960"/>
                </a:lnTo>
                <a:lnTo>
                  <a:pt x="1607" y="3792"/>
                </a:lnTo>
                <a:lnTo>
                  <a:pt x="1689" y="3622"/>
                </a:lnTo>
                <a:lnTo>
                  <a:pt x="1744" y="3451"/>
                </a:lnTo>
                <a:lnTo>
                  <a:pt x="1798" y="3281"/>
                </a:lnTo>
                <a:lnTo>
                  <a:pt x="1798" y="3111"/>
                </a:lnTo>
                <a:lnTo>
                  <a:pt x="1880" y="2943"/>
                </a:lnTo>
                <a:lnTo>
                  <a:pt x="1934" y="2773"/>
                </a:lnTo>
                <a:lnTo>
                  <a:pt x="1989" y="2603"/>
                </a:lnTo>
                <a:lnTo>
                  <a:pt x="2043" y="2432"/>
                </a:lnTo>
                <a:lnTo>
                  <a:pt x="2125" y="2262"/>
                </a:lnTo>
                <a:lnTo>
                  <a:pt x="2125" y="2094"/>
                </a:lnTo>
                <a:lnTo>
                  <a:pt x="2180" y="1924"/>
                </a:lnTo>
                <a:lnTo>
                  <a:pt x="2234" y="1754"/>
                </a:lnTo>
                <a:lnTo>
                  <a:pt x="2316" y="1584"/>
                </a:lnTo>
                <a:lnTo>
                  <a:pt x="2371" y="1413"/>
                </a:lnTo>
                <a:lnTo>
                  <a:pt x="2371" y="1246"/>
                </a:lnTo>
                <a:lnTo>
                  <a:pt x="2425" y="1075"/>
                </a:lnTo>
                <a:lnTo>
                  <a:pt x="2480" y="905"/>
                </a:lnTo>
                <a:lnTo>
                  <a:pt x="2561" y="735"/>
                </a:lnTo>
                <a:lnTo>
                  <a:pt x="2561" y="565"/>
                </a:lnTo>
                <a:lnTo>
                  <a:pt x="2616" y="397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7559991" y="3839598"/>
            <a:ext cx="2752" cy="9506"/>
          </a:xfrm>
          <a:custGeom>
            <a:avLst/>
            <a:gdLst/>
            <a:ahLst/>
            <a:cxnLst/>
            <a:rect l="l" t="t" r="r" b="b"/>
            <a:pathLst>
              <a:path w="2752" h="9506">
                <a:moveTo>
                  <a:pt x="0" y="9506"/>
                </a:moveTo>
                <a:lnTo>
                  <a:pt x="81" y="9336"/>
                </a:lnTo>
                <a:lnTo>
                  <a:pt x="136" y="9168"/>
                </a:lnTo>
                <a:lnTo>
                  <a:pt x="190" y="8998"/>
                </a:lnTo>
                <a:lnTo>
                  <a:pt x="190" y="8828"/>
                </a:lnTo>
                <a:lnTo>
                  <a:pt x="272" y="8658"/>
                </a:lnTo>
                <a:lnTo>
                  <a:pt x="327" y="8487"/>
                </a:lnTo>
                <a:lnTo>
                  <a:pt x="381" y="8320"/>
                </a:lnTo>
                <a:lnTo>
                  <a:pt x="436" y="8149"/>
                </a:lnTo>
                <a:lnTo>
                  <a:pt x="436" y="7979"/>
                </a:lnTo>
                <a:lnTo>
                  <a:pt x="517" y="7809"/>
                </a:lnTo>
                <a:lnTo>
                  <a:pt x="572" y="7639"/>
                </a:lnTo>
                <a:lnTo>
                  <a:pt x="626" y="7471"/>
                </a:lnTo>
                <a:lnTo>
                  <a:pt x="626" y="7300"/>
                </a:lnTo>
                <a:lnTo>
                  <a:pt x="708" y="7130"/>
                </a:lnTo>
                <a:lnTo>
                  <a:pt x="763" y="6960"/>
                </a:lnTo>
                <a:lnTo>
                  <a:pt x="817" y="6790"/>
                </a:lnTo>
                <a:lnTo>
                  <a:pt x="872" y="6622"/>
                </a:lnTo>
                <a:lnTo>
                  <a:pt x="872" y="6452"/>
                </a:lnTo>
                <a:lnTo>
                  <a:pt x="953" y="6281"/>
                </a:lnTo>
                <a:lnTo>
                  <a:pt x="1008" y="6111"/>
                </a:lnTo>
                <a:lnTo>
                  <a:pt x="1062" y="5941"/>
                </a:lnTo>
                <a:lnTo>
                  <a:pt x="1117" y="5773"/>
                </a:lnTo>
                <a:lnTo>
                  <a:pt x="1117" y="5603"/>
                </a:lnTo>
                <a:lnTo>
                  <a:pt x="1199" y="5433"/>
                </a:lnTo>
                <a:lnTo>
                  <a:pt x="1253" y="5262"/>
                </a:lnTo>
                <a:lnTo>
                  <a:pt x="1308" y="5092"/>
                </a:lnTo>
                <a:lnTo>
                  <a:pt x="1308" y="4924"/>
                </a:lnTo>
                <a:lnTo>
                  <a:pt x="1389" y="4754"/>
                </a:lnTo>
                <a:lnTo>
                  <a:pt x="1444" y="4584"/>
                </a:lnTo>
                <a:lnTo>
                  <a:pt x="1498" y="4414"/>
                </a:lnTo>
                <a:lnTo>
                  <a:pt x="1553" y="4243"/>
                </a:lnTo>
                <a:lnTo>
                  <a:pt x="1553" y="4076"/>
                </a:lnTo>
                <a:lnTo>
                  <a:pt x="1635" y="3905"/>
                </a:lnTo>
                <a:lnTo>
                  <a:pt x="1689" y="3735"/>
                </a:lnTo>
                <a:lnTo>
                  <a:pt x="1744" y="3565"/>
                </a:lnTo>
                <a:lnTo>
                  <a:pt x="1798" y="3395"/>
                </a:lnTo>
                <a:lnTo>
                  <a:pt x="1798" y="3227"/>
                </a:lnTo>
                <a:lnTo>
                  <a:pt x="1880" y="3057"/>
                </a:lnTo>
                <a:lnTo>
                  <a:pt x="1934" y="2886"/>
                </a:lnTo>
                <a:lnTo>
                  <a:pt x="1989" y="2716"/>
                </a:lnTo>
                <a:lnTo>
                  <a:pt x="1989" y="2546"/>
                </a:lnTo>
                <a:lnTo>
                  <a:pt x="2071" y="2378"/>
                </a:lnTo>
                <a:lnTo>
                  <a:pt x="2125" y="2208"/>
                </a:lnTo>
                <a:lnTo>
                  <a:pt x="2180" y="2038"/>
                </a:lnTo>
                <a:lnTo>
                  <a:pt x="2180" y="1867"/>
                </a:lnTo>
                <a:lnTo>
                  <a:pt x="2234" y="1697"/>
                </a:lnTo>
                <a:lnTo>
                  <a:pt x="2316" y="1529"/>
                </a:lnTo>
                <a:lnTo>
                  <a:pt x="2371" y="1359"/>
                </a:lnTo>
                <a:lnTo>
                  <a:pt x="2371" y="1189"/>
                </a:lnTo>
                <a:lnTo>
                  <a:pt x="2425" y="1019"/>
                </a:lnTo>
                <a:lnTo>
                  <a:pt x="2507" y="848"/>
                </a:lnTo>
                <a:lnTo>
                  <a:pt x="2561" y="680"/>
                </a:lnTo>
                <a:lnTo>
                  <a:pt x="2561" y="510"/>
                </a:lnTo>
                <a:lnTo>
                  <a:pt x="2616" y="340"/>
                </a:lnTo>
                <a:lnTo>
                  <a:pt x="2670" y="170"/>
                </a:lnTo>
                <a:lnTo>
                  <a:pt x="2752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7562743" y="3829753"/>
            <a:ext cx="2725" cy="9844"/>
          </a:xfrm>
          <a:custGeom>
            <a:avLst/>
            <a:gdLst/>
            <a:ahLst/>
            <a:cxnLst/>
            <a:rect l="l" t="t" r="r" b="b"/>
            <a:pathLst>
              <a:path w="2725" h="9844">
                <a:moveTo>
                  <a:pt x="0" y="9844"/>
                </a:moveTo>
                <a:lnTo>
                  <a:pt x="54" y="9677"/>
                </a:lnTo>
                <a:lnTo>
                  <a:pt x="54" y="9506"/>
                </a:lnTo>
                <a:lnTo>
                  <a:pt x="109" y="9336"/>
                </a:lnTo>
                <a:lnTo>
                  <a:pt x="163" y="9166"/>
                </a:lnTo>
                <a:lnTo>
                  <a:pt x="245" y="8996"/>
                </a:lnTo>
                <a:lnTo>
                  <a:pt x="299" y="8825"/>
                </a:lnTo>
                <a:lnTo>
                  <a:pt x="299" y="8658"/>
                </a:lnTo>
                <a:lnTo>
                  <a:pt x="354" y="8487"/>
                </a:lnTo>
                <a:lnTo>
                  <a:pt x="436" y="8317"/>
                </a:lnTo>
                <a:lnTo>
                  <a:pt x="490" y="8147"/>
                </a:lnTo>
                <a:lnTo>
                  <a:pt x="490" y="7979"/>
                </a:lnTo>
                <a:lnTo>
                  <a:pt x="545" y="7809"/>
                </a:lnTo>
                <a:lnTo>
                  <a:pt x="599" y="7639"/>
                </a:lnTo>
                <a:lnTo>
                  <a:pt x="681" y="7468"/>
                </a:lnTo>
                <a:lnTo>
                  <a:pt x="681" y="7298"/>
                </a:lnTo>
                <a:lnTo>
                  <a:pt x="735" y="7130"/>
                </a:lnTo>
                <a:lnTo>
                  <a:pt x="790" y="6960"/>
                </a:lnTo>
                <a:lnTo>
                  <a:pt x="844" y="6790"/>
                </a:lnTo>
                <a:lnTo>
                  <a:pt x="844" y="6619"/>
                </a:lnTo>
                <a:lnTo>
                  <a:pt x="926" y="6449"/>
                </a:lnTo>
                <a:lnTo>
                  <a:pt x="981" y="6281"/>
                </a:lnTo>
                <a:lnTo>
                  <a:pt x="1035" y="6111"/>
                </a:lnTo>
                <a:lnTo>
                  <a:pt x="1117" y="5941"/>
                </a:lnTo>
                <a:lnTo>
                  <a:pt x="1117" y="5771"/>
                </a:lnTo>
                <a:lnTo>
                  <a:pt x="1171" y="5600"/>
                </a:lnTo>
                <a:lnTo>
                  <a:pt x="1226" y="5433"/>
                </a:lnTo>
                <a:lnTo>
                  <a:pt x="1280" y="5262"/>
                </a:lnTo>
                <a:lnTo>
                  <a:pt x="1280" y="5092"/>
                </a:lnTo>
                <a:lnTo>
                  <a:pt x="1362" y="4922"/>
                </a:lnTo>
                <a:lnTo>
                  <a:pt x="1417" y="4752"/>
                </a:lnTo>
                <a:lnTo>
                  <a:pt x="1417" y="4581"/>
                </a:lnTo>
                <a:lnTo>
                  <a:pt x="1471" y="4414"/>
                </a:lnTo>
                <a:lnTo>
                  <a:pt x="1553" y="4243"/>
                </a:lnTo>
                <a:lnTo>
                  <a:pt x="1607" y="4073"/>
                </a:lnTo>
                <a:lnTo>
                  <a:pt x="1662" y="3903"/>
                </a:lnTo>
                <a:lnTo>
                  <a:pt x="1662" y="3735"/>
                </a:lnTo>
                <a:lnTo>
                  <a:pt x="1716" y="3565"/>
                </a:lnTo>
                <a:lnTo>
                  <a:pt x="1798" y="3395"/>
                </a:lnTo>
                <a:lnTo>
                  <a:pt x="1853" y="3224"/>
                </a:lnTo>
                <a:lnTo>
                  <a:pt x="1853" y="3054"/>
                </a:lnTo>
                <a:lnTo>
                  <a:pt x="1907" y="2886"/>
                </a:lnTo>
                <a:lnTo>
                  <a:pt x="1962" y="2716"/>
                </a:lnTo>
                <a:lnTo>
                  <a:pt x="1962" y="2546"/>
                </a:lnTo>
                <a:lnTo>
                  <a:pt x="2043" y="2376"/>
                </a:lnTo>
                <a:lnTo>
                  <a:pt x="2098" y="2205"/>
                </a:lnTo>
                <a:lnTo>
                  <a:pt x="2153" y="2038"/>
                </a:lnTo>
                <a:lnTo>
                  <a:pt x="2234" y="1867"/>
                </a:lnTo>
                <a:lnTo>
                  <a:pt x="2234" y="1697"/>
                </a:lnTo>
                <a:lnTo>
                  <a:pt x="2289" y="1527"/>
                </a:lnTo>
                <a:lnTo>
                  <a:pt x="2343" y="1357"/>
                </a:lnTo>
                <a:lnTo>
                  <a:pt x="2398" y="1189"/>
                </a:lnTo>
                <a:lnTo>
                  <a:pt x="2398" y="1019"/>
                </a:lnTo>
                <a:lnTo>
                  <a:pt x="2480" y="848"/>
                </a:lnTo>
                <a:lnTo>
                  <a:pt x="2534" y="678"/>
                </a:lnTo>
                <a:lnTo>
                  <a:pt x="2534" y="508"/>
                </a:lnTo>
                <a:lnTo>
                  <a:pt x="2589" y="340"/>
                </a:lnTo>
                <a:lnTo>
                  <a:pt x="2670" y="170"/>
                </a:lnTo>
                <a:lnTo>
                  <a:pt x="2725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7565469" y="3819681"/>
            <a:ext cx="2670" cy="10071"/>
          </a:xfrm>
          <a:custGeom>
            <a:avLst/>
            <a:gdLst/>
            <a:ahLst/>
            <a:cxnLst/>
            <a:rect l="l" t="t" r="r" b="b"/>
            <a:pathLst>
              <a:path w="2670" h="10071">
                <a:moveTo>
                  <a:pt x="0" y="10071"/>
                </a:moveTo>
                <a:lnTo>
                  <a:pt x="54" y="9901"/>
                </a:lnTo>
                <a:lnTo>
                  <a:pt x="54" y="9731"/>
                </a:lnTo>
                <a:lnTo>
                  <a:pt x="109" y="9563"/>
                </a:lnTo>
                <a:lnTo>
                  <a:pt x="190" y="9393"/>
                </a:lnTo>
                <a:lnTo>
                  <a:pt x="190" y="9223"/>
                </a:lnTo>
                <a:lnTo>
                  <a:pt x="245" y="9052"/>
                </a:lnTo>
                <a:lnTo>
                  <a:pt x="299" y="8882"/>
                </a:lnTo>
                <a:lnTo>
                  <a:pt x="354" y="8714"/>
                </a:lnTo>
                <a:lnTo>
                  <a:pt x="436" y="8544"/>
                </a:lnTo>
                <a:lnTo>
                  <a:pt x="436" y="8374"/>
                </a:lnTo>
                <a:lnTo>
                  <a:pt x="490" y="8204"/>
                </a:lnTo>
                <a:lnTo>
                  <a:pt x="545" y="8033"/>
                </a:lnTo>
                <a:lnTo>
                  <a:pt x="545" y="7866"/>
                </a:lnTo>
                <a:lnTo>
                  <a:pt x="626" y="7695"/>
                </a:lnTo>
                <a:lnTo>
                  <a:pt x="681" y="7525"/>
                </a:lnTo>
                <a:lnTo>
                  <a:pt x="735" y="7355"/>
                </a:lnTo>
                <a:lnTo>
                  <a:pt x="735" y="7185"/>
                </a:lnTo>
                <a:lnTo>
                  <a:pt x="790" y="7017"/>
                </a:lnTo>
                <a:lnTo>
                  <a:pt x="872" y="6846"/>
                </a:lnTo>
                <a:lnTo>
                  <a:pt x="926" y="6676"/>
                </a:lnTo>
                <a:lnTo>
                  <a:pt x="926" y="6506"/>
                </a:lnTo>
                <a:lnTo>
                  <a:pt x="981" y="6336"/>
                </a:lnTo>
                <a:lnTo>
                  <a:pt x="1035" y="6168"/>
                </a:lnTo>
                <a:lnTo>
                  <a:pt x="1117" y="5998"/>
                </a:lnTo>
                <a:lnTo>
                  <a:pt x="1117" y="5827"/>
                </a:lnTo>
                <a:lnTo>
                  <a:pt x="1171" y="5657"/>
                </a:lnTo>
                <a:lnTo>
                  <a:pt x="1226" y="5487"/>
                </a:lnTo>
                <a:lnTo>
                  <a:pt x="1308" y="5319"/>
                </a:lnTo>
                <a:lnTo>
                  <a:pt x="1308" y="5149"/>
                </a:lnTo>
                <a:lnTo>
                  <a:pt x="1362" y="4979"/>
                </a:lnTo>
                <a:lnTo>
                  <a:pt x="1417" y="4808"/>
                </a:lnTo>
                <a:lnTo>
                  <a:pt x="1417" y="4638"/>
                </a:lnTo>
                <a:lnTo>
                  <a:pt x="1471" y="4470"/>
                </a:lnTo>
                <a:lnTo>
                  <a:pt x="1553" y="4300"/>
                </a:lnTo>
                <a:lnTo>
                  <a:pt x="1607" y="4130"/>
                </a:lnTo>
                <a:lnTo>
                  <a:pt x="1607" y="3960"/>
                </a:lnTo>
                <a:lnTo>
                  <a:pt x="1662" y="3789"/>
                </a:lnTo>
                <a:lnTo>
                  <a:pt x="1744" y="3622"/>
                </a:lnTo>
                <a:lnTo>
                  <a:pt x="1798" y="3451"/>
                </a:lnTo>
                <a:lnTo>
                  <a:pt x="1798" y="3281"/>
                </a:lnTo>
                <a:lnTo>
                  <a:pt x="1853" y="3111"/>
                </a:lnTo>
                <a:lnTo>
                  <a:pt x="1907" y="2941"/>
                </a:lnTo>
                <a:lnTo>
                  <a:pt x="1989" y="2773"/>
                </a:lnTo>
                <a:lnTo>
                  <a:pt x="1989" y="2603"/>
                </a:lnTo>
                <a:lnTo>
                  <a:pt x="2043" y="2432"/>
                </a:lnTo>
                <a:lnTo>
                  <a:pt x="2098" y="2262"/>
                </a:lnTo>
                <a:lnTo>
                  <a:pt x="2098" y="2092"/>
                </a:lnTo>
                <a:lnTo>
                  <a:pt x="2153" y="1924"/>
                </a:lnTo>
                <a:lnTo>
                  <a:pt x="2234" y="1754"/>
                </a:lnTo>
                <a:lnTo>
                  <a:pt x="2289" y="1584"/>
                </a:lnTo>
                <a:lnTo>
                  <a:pt x="2289" y="1413"/>
                </a:lnTo>
                <a:lnTo>
                  <a:pt x="2343" y="1243"/>
                </a:lnTo>
                <a:lnTo>
                  <a:pt x="2425" y="1075"/>
                </a:lnTo>
                <a:lnTo>
                  <a:pt x="2480" y="905"/>
                </a:lnTo>
                <a:lnTo>
                  <a:pt x="2480" y="735"/>
                </a:lnTo>
                <a:lnTo>
                  <a:pt x="2534" y="565"/>
                </a:lnTo>
                <a:lnTo>
                  <a:pt x="2589" y="394"/>
                </a:lnTo>
                <a:lnTo>
                  <a:pt x="2589" y="226"/>
                </a:lnTo>
                <a:lnTo>
                  <a:pt x="2670" y="5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7568140" y="3809268"/>
            <a:ext cx="2725" cy="10412"/>
          </a:xfrm>
          <a:custGeom>
            <a:avLst/>
            <a:gdLst/>
            <a:ahLst/>
            <a:cxnLst/>
            <a:rect l="l" t="t" r="r" b="b"/>
            <a:pathLst>
              <a:path w="2725" h="10412">
                <a:moveTo>
                  <a:pt x="0" y="10412"/>
                </a:moveTo>
                <a:lnTo>
                  <a:pt x="54" y="10242"/>
                </a:lnTo>
                <a:lnTo>
                  <a:pt x="109" y="10071"/>
                </a:lnTo>
                <a:lnTo>
                  <a:pt x="109" y="9901"/>
                </a:lnTo>
                <a:lnTo>
                  <a:pt x="190" y="9733"/>
                </a:lnTo>
                <a:lnTo>
                  <a:pt x="245" y="9563"/>
                </a:lnTo>
                <a:lnTo>
                  <a:pt x="299" y="9393"/>
                </a:lnTo>
                <a:lnTo>
                  <a:pt x="354" y="9223"/>
                </a:lnTo>
                <a:lnTo>
                  <a:pt x="354" y="9052"/>
                </a:lnTo>
                <a:lnTo>
                  <a:pt x="436" y="8885"/>
                </a:lnTo>
                <a:lnTo>
                  <a:pt x="490" y="8714"/>
                </a:lnTo>
                <a:lnTo>
                  <a:pt x="490" y="8544"/>
                </a:lnTo>
                <a:lnTo>
                  <a:pt x="545" y="8374"/>
                </a:lnTo>
                <a:lnTo>
                  <a:pt x="599" y="8204"/>
                </a:lnTo>
                <a:lnTo>
                  <a:pt x="599" y="8036"/>
                </a:lnTo>
                <a:lnTo>
                  <a:pt x="681" y="7866"/>
                </a:lnTo>
                <a:lnTo>
                  <a:pt x="735" y="7695"/>
                </a:lnTo>
                <a:lnTo>
                  <a:pt x="790" y="7525"/>
                </a:lnTo>
                <a:lnTo>
                  <a:pt x="790" y="7355"/>
                </a:lnTo>
                <a:lnTo>
                  <a:pt x="872" y="7187"/>
                </a:lnTo>
                <a:lnTo>
                  <a:pt x="926" y="7017"/>
                </a:lnTo>
                <a:lnTo>
                  <a:pt x="926" y="6846"/>
                </a:lnTo>
                <a:lnTo>
                  <a:pt x="981" y="6676"/>
                </a:lnTo>
                <a:lnTo>
                  <a:pt x="1035" y="6506"/>
                </a:lnTo>
                <a:lnTo>
                  <a:pt x="1117" y="6338"/>
                </a:lnTo>
                <a:lnTo>
                  <a:pt x="1117" y="6168"/>
                </a:lnTo>
                <a:lnTo>
                  <a:pt x="1171" y="5998"/>
                </a:lnTo>
                <a:lnTo>
                  <a:pt x="1226" y="5827"/>
                </a:lnTo>
                <a:lnTo>
                  <a:pt x="1226" y="5657"/>
                </a:lnTo>
                <a:lnTo>
                  <a:pt x="1280" y="5489"/>
                </a:lnTo>
                <a:lnTo>
                  <a:pt x="1362" y="5319"/>
                </a:lnTo>
                <a:lnTo>
                  <a:pt x="1417" y="5149"/>
                </a:lnTo>
                <a:lnTo>
                  <a:pt x="1417" y="4979"/>
                </a:lnTo>
                <a:lnTo>
                  <a:pt x="1471" y="4808"/>
                </a:lnTo>
                <a:lnTo>
                  <a:pt x="1553" y="4641"/>
                </a:lnTo>
                <a:lnTo>
                  <a:pt x="1607" y="4470"/>
                </a:lnTo>
                <a:lnTo>
                  <a:pt x="1607" y="4300"/>
                </a:lnTo>
                <a:lnTo>
                  <a:pt x="1662" y="4130"/>
                </a:lnTo>
                <a:lnTo>
                  <a:pt x="1716" y="3960"/>
                </a:lnTo>
                <a:lnTo>
                  <a:pt x="1716" y="3792"/>
                </a:lnTo>
                <a:lnTo>
                  <a:pt x="1798" y="3622"/>
                </a:lnTo>
                <a:lnTo>
                  <a:pt x="1853" y="3451"/>
                </a:lnTo>
                <a:lnTo>
                  <a:pt x="1853" y="3281"/>
                </a:lnTo>
                <a:lnTo>
                  <a:pt x="1907" y="3111"/>
                </a:lnTo>
                <a:lnTo>
                  <a:pt x="1989" y="2943"/>
                </a:lnTo>
                <a:lnTo>
                  <a:pt x="2043" y="2773"/>
                </a:lnTo>
                <a:lnTo>
                  <a:pt x="2043" y="2603"/>
                </a:lnTo>
                <a:lnTo>
                  <a:pt x="2098" y="2432"/>
                </a:lnTo>
                <a:lnTo>
                  <a:pt x="2153" y="2262"/>
                </a:lnTo>
                <a:lnTo>
                  <a:pt x="2153" y="2094"/>
                </a:lnTo>
                <a:lnTo>
                  <a:pt x="2234" y="1924"/>
                </a:lnTo>
                <a:lnTo>
                  <a:pt x="2289" y="1754"/>
                </a:lnTo>
                <a:lnTo>
                  <a:pt x="2343" y="1584"/>
                </a:lnTo>
                <a:lnTo>
                  <a:pt x="2343" y="1413"/>
                </a:lnTo>
                <a:lnTo>
                  <a:pt x="2398" y="1246"/>
                </a:lnTo>
                <a:lnTo>
                  <a:pt x="2480" y="1075"/>
                </a:lnTo>
                <a:lnTo>
                  <a:pt x="2534" y="905"/>
                </a:lnTo>
                <a:lnTo>
                  <a:pt x="2534" y="735"/>
                </a:lnTo>
                <a:lnTo>
                  <a:pt x="2589" y="565"/>
                </a:lnTo>
                <a:lnTo>
                  <a:pt x="2589" y="397"/>
                </a:lnTo>
                <a:lnTo>
                  <a:pt x="2670" y="226"/>
                </a:lnTo>
                <a:lnTo>
                  <a:pt x="2725" y="5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7570865" y="3798575"/>
            <a:ext cx="2725" cy="10693"/>
          </a:xfrm>
          <a:custGeom>
            <a:avLst/>
            <a:gdLst/>
            <a:ahLst/>
            <a:cxnLst/>
            <a:rect l="l" t="t" r="r" b="b"/>
            <a:pathLst>
              <a:path w="2725" h="10693">
                <a:moveTo>
                  <a:pt x="0" y="10693"/>
                </a:moveTo>
                <a:lnTo>
                  <a:pt x="54" y="10523"/>
                </a:lnTo>
                <a:lnTo>
                  <a:pt x="109" y="10353"/>
                </a:lnTo>
                <a:lnTo>
                  <a:pt x="109" y="10185"/>
                </a:lnTo>
                <a:lnTo>
                  <a:pt x="190" y="10015"/>
                </a:lnTo>
                <a:lnTo>
                  <a:pt x="245" y="9844"/>
                </a:lnTo>
                <a:lnTo>
                  <a:pt x="245" y="9674"/>
                </a:lnTo>
                <a:lnTo>
                  <a:pt x="299" y="9504"/>
                </a:lnTo>
                <a:lnTo>
                  <a:pt x="381" y="9336"/>
                </a:lnTo>
                <a:lnTo>
                  <a:pt x="381" y="9166"/>
                </a:lnTo>
                <a:lnTo>
                  <a:pt x="436" y="8996"/>
                </a:lnTo>
                <a:lnTo>
                  <a:pt x="490" y="8825"/>
                </a:lnTo>
                <a:lnTo>
                  <a:pt x="545" y="8655"/>
                </a:lnTo>
                <a:lnTo>
                  <a:pt x="545" y="8487"/>
                </a:lnTo>
                <a:lnTo>
                  <a:pt x="626" y="8317"/>
                </a:lnTo>
                <a:lnTo>
                  <a:pt x="681" y="8147"/>
                </a:lnTo>
                <a:lnTo>
                  <a:pt x="681" y="7977"/>
                </a:lnTo>
                <a:lnTo>
                  <a:pt x="735" y="7806"/>
                </a:lnTo>
                <a:lnTo>
                  <a:pt x="790" y="7639"/>
                </a:lnTo>
                <a:lnTo>
                  <a:pt x="790" y="7468"/>
                </a:lnTo>
                <a:lnTo>
                  <a:pt x="872" y="7298"/>
                </a:lnTo>
                <a:lnTo>
                  <a:pt x="926" y="7128"/>
                </a:lnTo>
                <a:lnTo>
                  <a:pt x="981" y="6958"/>
                </a:lnTo>
                <a:lnTo>
                  <a:pt x="981" y="6790"/>
                </a:lnTo>
                <a:lnTo>
                  <a:pt x="1062" y="6619"/>
                </a:lnTo>
                <a:lnTo>
                  <a:pt x="1117" y="6449"/>
                </a:lnTo>
                <a:lnTo>
                  <a:pt x="1117" y="6279"/>
                </a:lnTo>
                <a:lnTo>
                  <a:pt x="1171" y="6109"/>
                </a:lnTo>
                <a:lnTo>
                  <a:pt x="1226" y="5941"/>
                </a:lnTo>
                <a:lnTo>
                  <a:pt x="1226" y="5771"/>
                </a:lnTo>
                <a:lnTo>
                  <a:pt x="1308" y="5600"/>
                </a:lnTo>
                <a:lnTo>
                  <a:pt x="1362" y="5430"/>
                </a:lnTo>
                <a:lnTo>
                  <a:pt x="1362" y="5260"/>
                </a:lnTo>
                <a:lnTo>
                  <a:pt x="1417" y="5092"/>
                </a:lnTo>
                <a:lnTo>
                  <a:pt x="1471" y="4922"/>
                </a:lnTo>
                <a:lnTo>
                  <a:pt x="1553" y="4752"/>
                </a:lnTo>
                <a:lnTo>
                  <a:pt x="1553" y="4581"/>
                </a:lnTo>
                <a:lnTo>
                  <a:pt x="1607" y="4411"/>
                </a:lnTo>
                <a:lnTo>
                  <a:pt x="1662" y="4243"/>
                </a:lnTo>
                <a:lnTo>
                  <a:pt x="1744" y="4073"/>
                </a:lnTo>
                <a:lnTo>
                  <a:pt x="1744" y="3903"/>
                </a:lnTo>
                <a:lnTo>
                  <a:pt x="1798" y="3733"/>
                </a:lnTo>
                <a:lnTo>
                  <a:pt x="1853" y="3562"/>
                </a:lnTo>
                <a:lnTo>
                  <a:pt x="1853" y="3395"/>
                </a:lnTo>
                <a:lnTo>
                  <a:pt x="1907" y="3224"/>
                </a:lnTo>
                <a:lnTo>
                  <a:pt x="1907" y="3054"/>
                </a:lnTo>
                <a:lnTo>
                  <a:pt x="1989" y="2884"/>
                </a:lnTo>
                <a:lnTo>
                  <a:pt x="2043" y="2714"/>
                </a:lnTo>
                <a:lnTo>
                  <a:pt x="2098" y="2546"/>
                </a:lnTo>
                <a:lnTo>
                  <a:pt x="2098" y="2376"/>
                </a:lnTo>
                <a:lnTo>
                  <a:pt x="2180" y="2205"/>
                </a:lnTo>
                <a:lnTo>
                  <a:pt x="2234" y="2035"/>
                </a:lnTo>
                <a:lnTo>
                  <a:pt x="2234" y="1865"/>
                </a:lnTo>
                <a:lnTo>
                  <a:pt x="2289" y="1697"/>
                </a:lnTo>
                <a:lnTo>
                  <a:pt x="2343" y="1527"/>
                </a:lnTo>
                <a:lnTo>
                  <a:pt x="2425" y="1357"/>
                </a:lnTo>
                <a:lnTo>
                  <a:pt x="2425" y="1186"/>
                </a:lnTo>
                <a:lnTo>
                  <a:pt x="2480" y="1016"/>
                </a:lnTo>
                <a:lnTo>
                  <a:pt x="2534" y="848"/>
                </a:lnTo>
                <a:lnTo>
                  <a:pt x="2534" y="678"/>
                </a:lnTo>
                <a:lnTo>
                  <a:pt x="2589" y="508"/>
                </a:lnTo>
                <a:lnTo>
                  <a:pt x="2670" y="338"/>
                </a:lnTo>
                <a:lnTo>
                  <a:pt x="2670" y="167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7573590" y="3787597"/>
            <a:ext cx="2725" cy="10977"/>
          </a:xfrm>
          <a:custGeom>
            <a:avLst/>
            <a:gdLst/>
            <a:ahLst/>
            <a:cxnLst/>
            <a:rect l="l" t="t" r="r" b="b"/>
            <a:pathLst>
              <a:path w="2725" h="10977">
                <a:moveTo>
                  <a:pt x="0" y="10977"/>
                </a:moveTo>
                <a:lnTo>
                  <a:pt x="54" y="10807"/>
                </a:lnTo>
                <a:lnTo>
                  <a:pt x="54" y="10636"/>
                </a:lnTo>
                <a:lnTo>
                  <a:pt x="136" y="10466"/>
                </a:lnTo>
                <a:lnTo>
                  <a:pt x="190" y="10296"/>
                </a:lnTo>
                <a:lnTo>
                  <a:pt x="190" y="10128"/>
                </a:lnTo>
                <a:lnTo>
                  <a:pt x="245" y="9958"/>
                </a:lnTo>
                <a:lnTo>
                  <a:pt x="299" y="9788"/>
                </a:lnTo>
                <a:lnTo>
                  <a:pt x="381" y="9617"/>
                </a:lnTo>
                <a:lnTo>
                  <a:pt x="381" y="9447"/>
                </a:lnTo>
                <a:lnTo>
                  <a:pt x="436" y="9279"/>
                </a:lnTo>
                <a:lnTo>
                  <a:pt x="490" y="9109"/>
                </a:lnTo>
                <a:lnTo>
                  <a:pt x="490" y="8939"/>
                </a:lnTo>
                <a:lnTo>
                  <a:pt x="545" y="8769"/>
                </a:lnTo>
                <a:lnTo>
                  <a:pt x="545" y="8598"/>
                </a:lnTo>
                <a:lnTo>
                  <a:pt x="626" y="8431"/>
                </a:lnTo>
                <a:lnTo>
                  <a:pt x="681" y="8260"/>
                </a:lnTo>
                <a:lnTo>
                  <a:pt x="735" y="8090"/>
                </a:lnTo>
                <a:lnTo>
                  <a:pt x="735" y="7920"/>
                </a:lnTo>
                <a:lnTo>
                  <a:pt x="817" y="7750"/>
                </a:lnTo>
                <a:lnTo>
                  <a:pt x="872" y="7582"/>
                </a:lnTo>
                <a:lnTo>
                  <a:pt x="872" y="7412"/>
                </a:lnTo>
                <a:lnTo>
                  <a:pt x="926" y="7241"/>
                </a:lnTo>
                <a:lnTo>
                  <a:pt x="981" y="7071"/>
                </a:lnTo>
                <a:lnTo>
                  <a:pt x="981" y="6901"/>
                </a:lnTo>
                <a:lnTo>
                  <a:pt x="1062" y="6733"/>
                </a:lnTo>
                <a:lnTo>
                  <a:pt x="1117" y="6563"/>
                </a:lnTo>
                <a:lnTo>
                  <a:pt x="1171" y="6392"/>
                </a:lnTo>
                <a:lnTo>
                  <a:pt x="1171" y="6222"/>
                </a:lnTo>
                <a:lnTo>
                  <a:pt x="1253" y="6052"/>
                </a:lnTo>
                <a:lnTo>
                  <a:pt x="1253" y="5884"/>
                </a:lnTo>
                <a:lnTo>
                  <a:pt x="1308" y="5714"/>
                </a:lnTo>
                <a:lnTo>
                  <a:pt x="1362" y="5544"/>
                </a:lnTo>
                <a:lnTo>
                  <a:pt x="1362" y="5373"/>
                </a:lnTo>
                <a:lnTo>
                  <a:pt x="1417" y="5203"/>
                </a:lnTo>
                <a:lnTo>
                  <a:pt x="1498" y="5035"/>
                </a:lnTo>
                <a:lnTo>
                  <a:pt x="1498" y="4865"/>
                </a:lnTo>
                <a:lnTo>
                  <a:pt x="1553" y="4695"/>
                </a:lnTo>
                <a:lnTo>
                  <a:pt x="1607" y="4525"/>
                </a:lnTo>
                <a:lnTo>
                  <a:pt x="1662" y="4354"/>
                </a:lnTo>
                <a:lnTo>
                  <a:pt x="1662" y="4187"/>
                </a:lnTo>
                <a:lnTo>
                  <a:pt x="1744" y="4016"/>
                </a:lnTo>
                <a:lnTo>
                  <a:pt x="1798" y="3846"/>
                </a:lnTo>
                <a:lnTo>
                  <a:pt x="1798" y="3676"/>
                </a:lnTo>
                <a:lnTo>
                  <a:pt x="1853" y="3506"/>
                </a:lnTo>
                <a:lnTo>
                  <a:pt x="1934" y="3338"/>
                </a:lnTo>
                <a:lnTo>
                  <a:pt x="1934" y="3168"/>
                </a:lnTo>
                <a:lnTo>
                  <a:pt x="1989" y="2997"/>
                </a:lnTo>
                <a:lnTo>
                  <a:pt x="2043" y="2827"/>
                </a:lnTo>
                <a:lnTo>
                  <a:pt x="2043" y="2657"/>
                </a:lnTo>
                <a:lnTo>
                  <a:pt x="2098" y="2489"/>
                </a:lnTo>
                <a:lnTo>
                  <a:pt x="2180" y="2319"/>
                </a:lnTo>
                <a:lnTo>
                  <a:pt x="2180" y="2149"/>
                </a:lnTo>
                <a:lnTo>
                  <a:pt x="2234" y="1978"/>
                </a:lnTo>
                <a:lnTo>
                  <a:pt x="2289" y="1808"/>
                </a:lnTo>
                <a:lnTo>
                  <a:pt x="2289" y="1640"/>
                </a:lnTo>
                <a:lnTo>
                  <a:pt x="2371" y="1470"/>
                </a:lnTo>
                <a:lnTo>
                  <a:pt x="2425" y="1300"/>
                </a:lnTo>
                <a:lnTo>
                  <a:pt x="2425" y="1130"/>
                </a:lnTo>
                <a:lnTo>
                  <a:pt x="2480" y="959"/>
                </a:lnTo>
                <a:lnTo>
                  <a:pt x="2534" y="792"/>
                </a:lnTo>
                <a:lnTo>
                  <a:pt x="2534" y="621"/>
                </a:lnTo>
                <a:lnTo>
                  <a:pt x="2616" y="451"/>
                </a:lnTo>
                <a:lnTo>
                  <a:pt x="2670" y="281"/>
                </a:lnTo>
                <a:lnTo>
                  <a:pt x="2670" y="11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7576316" y="3776393"/>
            <a:ext cx="2725" cy="11204"/>
          </a:xfrm>
          <a:custGeom>
            <a:avLst/>
            <a:gdLst/>
            <a:ahLst/>
            <a:cxnLst/>
            <a:rect l="l" t="t" r="r" b="b"/>
            <a:pathLst>
              <a:path w="2725" h="11204">
                <a:moveTo>
                  <a:pt x="0" y="11204"/>
                </a:moveTo>
                <a:lnTo>
                  <a:pt x="0" y="11034"/>
                </a:lnTo>
                <a:lnTo>
                  <a:pt x="54" y="10863"/>
                </a:lnTo>
                <a:lnTo>
                  <a:pt x="136" y="10693"/>
                </a:lnTo>
                <a:lnTo>
                  <a:pt x="136" y="10523"/>
                </a:lnTo>
                <a:lnTo>
                  <a:pt x="190" y="10355"/>
                </a:lnTo>
                <a:lnTo>
                  <a:pt x="245" y="10185"/>
                </a:lnTo>
                <a:lnTo>
                  <a:pt x="245" y="10015"/>
                </a:lnTo>
                <a:lnTo>
                  <a:pt x="327" y="9844"/>
                </a:lnTo>
                <a:lnTo>
                  <a:pt x="381" y="9674"/>
                </a:lnTo>
                <a:lnTo>
                  <a:pt x="436" y="9506"/>
                </a:lnTo>
                <a:lnTo>
                  <a:pt x="436" y="9336"/>
                </a:lnTo>
                <a:lnTo>
                  <a:pt x="490" y="9166"/>
                </a:lnTo>
                <a:lnTo>
                  <a:pt x="572" y="8996"/>
                </a:lnTo>
                <a:lnTo>
                  <a:pt x="572" y="8825"/>
                </a:lnTo>
                <a:lnTo>
                  <a:pt x="626" y="8658"/>
                </a:lnTo>
                <a:lnTo>
                  <a:pt x="681" y="8487"/>
                </a:lnTo>
                <a:lnTo>
                  <a:pt x="681" y="8317"/>
                </a:lnTo>
                <a:lnTo>
                  <a:pt x="735" y="8147"/>
                </a:lnTo>
                <a:lnTo>
                  <a:pt x="817" y="7977"/>
                </a:lnTo>
                <a:lnTo>
                  <a:pt x="817" y="7809"/>
                </a:lnTo>
                <a:lnTo>
                  <a:pt x="872" y="7639"/>
                </a:lnTo>
                <a:lnTo>
                  <a:pt x="926" y="7468"/>
                </a:lnTo>
                <a:lnTo>
                  <a:pt x="926" y="7298"/>
                </a:lnTo>
                <a:lnTo>
                  <a:pt x="1008" y="7128"/>
                </a:lnTo>
                <a:lnTo>
                  <a:pt x="1062" y="6960"/>
                </a:lnTo>
                <a:lnTo>
                  <a:pt x="1062" y="6790"/>
                </a:lnTo>
                <a:lnTo>
                  <a:pt x="1117" y="6619"/>
                </a:lnTo>
                <a:lnTo>
                  <a:pt x="1171" y="6449"/>
                </a:lnTo>
                <a:lnTo>
                  <a:pt x="1171" y="6279"/>
                </a:lnTo>
                <a:lnTo>
                  <a:pt x="1253" y="6111"/>
                </a:lnTo>
                <a:lnTo>
                  <a:pt x="1253" y="5941"/>
                </a:lnTo>
                <a:lnTo>
                  <a:pt x="1308" y="5771"/>
                </a:lnTo>
                <a:lnTo>
                  <a:pt x="1362" y="5600"/>
                </a:lnTo>
                <a:lnTo>
                  <a:pt x="1362" y="5430"/>
                </a:lnTo>
                <a:lnTo>
                  <a:pt x="1444" y="5262"/>
                </a:lnTo>
                <a:lnTo>
                  <a:pt x="1498" y="5092"/>
                </a:lnTo>
                <a:lnTo>
                  <a:pt x="1498" y="4922"/>
                </a:lnTo>
                <a:lnTo>
                  <a:pt x="1553" y="4752"/>
                </a:lnTo>
                <a:lnTo>
                  <a:pt x="1607" y="4581"/>
                </a:lnTo>
                <a:lnTo>
                  <a:pt x="1607" y="4414"/>
                </a:lnTo>
                <a:lnTo>
                  <a:pt x="1689" y="4243"/>
                </a:lnTo>
                <a:lnTo>
                  <a:pt x="1744" y="4073"/>
                </a:lnTo>
                <a:lnTo>
                  <a:pt x="1744" y="3903"/>
                </a:lnTo>
                <a:lnTo>
                  <a:pt x="1798" y="3733"/>
                </a:lnTo>
                <a:lnTo>
                  <a:pt x="1853" y="3565"/>
                </a:lnTo>
                <a:lnTo>
                  <a:pt x="1853" y="3395"/>
                </a:lnTo>
                <a:lnTo>
                  <a:pt x="1934" y="3224"/>
                </a:lnTo>
                <a:lnTo>
                  <a:pt x="1989" y="3054"/>
                </a:lnTo>
                <a:lnTo>
                  <a:pt x="1989" y="2884"/>
                </a:lnTo>
                <a:lnTo>
                  <a:pt x="2043" y="2716"/>
                </a:lnTo>
                <a:lnTo>
                  <a:pt x="2125" y="2546"/>
                </a:lnTo>
                <a:lnTo>
                  <a:pt x="2125" y="2376"/>
                </a:lnTo>
                <a:lnTo>
                  <a:pt x="2180" y="2205"/>
                </a:lnTo>
                <a:lnTo>
                  <a:pt x="2234" y="2035"/>
                </a:lnTo>
                <a:lnTo>
                  <a:pt x="2234" y="1867"/>
                </a:lnTo>
                <a:lnTo>
                  <a:pt x="2289" y="1697"/>
                </a:lnTo>
                <a:lnTo>
                  <a:pt x="2371" y="1527"/>
                </a:lnTo>
                <a:lnTo>
                  <a:pt x="2371" y="1357"/>
                </a:lnTo>
                <a:lnTo>
                  <a:pt x="2425" y="1186"/>
                </a:lnTo>
                <a:lnTo>
                  <a:pt x="2480" y="1019"/>
                </a:lnTo>
                <a:lnTo>
                  <a:pt x="2480" y="848"/>
                </a:lnTo>
                <a:lnTo>
                  <a:pt x="2561" y="678"/>
                </a:lnTo>
                <a:lnTo>
                  <a:pt x="2616" y="508"/>
                </a:lnTo>
                <a:lnTo>
                  <a:pt x="2616" y="338"/>
                </a:lnTo>
                <a:lnTo>
                  <a:pt x="2670" y="170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7579041" y="3764905"/>
            <a:ext cx="2670" cy="11488"/>
          </a:xfrm>
          <a:custGeom>
            <a:avLst/>
            <a:gdLst/>
            <a:ahLst/>
            <a:cxnLst/>
            <a:rect l="l" t="t" r="r" b="b"/>
            <a:pathLst>
              <a:path w="2670" h="11488">
                <a:moveTo>
                  <a:pt x="0" y="11488"/>
                </a:moveTo>
                <a:lnTo>
                  <a:pt x="0" y="11317"/>
                </a:lnTo>
                <a:lnTo>
                  <a:pt x="81" y="11147"/>
                </a:lnTo>
                <a:lnTo>
                  <a:pt x="136" y="10977"/>
                </a:lnTo>
                <a:lnTo>
                  <a:pt x="136" y="10809"/>
                </a:lnTo>
                <a:lnTo>
                  <a:pt x="190" y="10639"/>
                </a:lnTo>
                <a:lnTo>
                  <a:pt x="245" y="10469"/>
                </a:lnTo>
                <a:lnTo>
                  <a:pt x="245" y="10298"/>
                </a:lnTo>
                <a:lnTo>
                  <a:pt x="327" y="10128"/>
                </a:lnTo>
                <a:lnTo>
                  <a:pt x="381" y="9960"/>
                </a:lnTo>
                <a:lnTo>
                  <a:pt x="381" y="9790"/>
                </a:lnTo>
                <a:lnTo>
                  <a:pt x="436" y="9620"/>
                </a:lnTo>
                <a:lnTo>
                  <a:pt x="517" y="9450"/>
                </a:lnTo>
                <a:lnTo>
                  <a:pt x="517" y="9279"/>
                </a:lnTo>
                <a:lnTo>
                  <a:pt x="572" y="9112"/>
                </a:lnTo>
                <a:lnTo>
                  <a:pt x="572" y="8941"/>
                </a:lnTo>
                <a:lnTo>
                  <a:pt x="626" y="8771"/>
                </a:lnTo>
                <a:lnTo>
                  <a:pt x="681" y="8601"/>
                </a:lnTo>
                <a:lnTo>
                  <a:pt x="681" y="8431"/>
                </a:lnTo>
                <a:lnTo>
                  <a:pt x="763" y="8263"/>
                </a:lnTo>
                <a:lnTo>
                  <a:pt x="817" y="8093"/>
                </a:lnTo>
                <a:lnTo>
                  <a:pt x="817" y="7922"/>
                </a:lnTo>
                <a:lnTo>
                  <a:pt x="872" y="7752"/>
                </a:lnTo>
                <a:lnTo>
                  <a:pt x="926" y="7582"/>
                </a:lnTo>
                <a:lnTo>
                  <a:pt x="926" y="7414"/>
                </a:lnTo>
                <a:lnTo>
                  <a:pt x="1008" y="7244"/>
                </a:lnTo>
                <a:lnTo>
                  <a:pt x="1062" y="7073"/>
                </a:lnTo>
                <a:lnTo>
                  <a:pt x="1062" y="6903"/>
                </a:lnTo>
                <a:lnTo>
                  <a:pt x="1117" y="6733"/>
                </a:lnTo>
                <a:lnTo>
                  <a:pt x="1199" y="6565"/>
                </a:lnTo>
                <a:lnTo>
                  <a:pt x="1199" y="6395"/>
                </a:lnTo>
                <a:lnTo>
                  <a:pt x="1253" y="6225"/>
                </a:lnTo>
                <a:lnTo>
                  <a:pt x="1253" y="6054"/>
                </a:lnTo>
                <a:lnTo>
                  <a:pt x="1308" y="5884"/>
                </a:lnTo>
                <a:lnTo>
                  <a:pt x="1362" y="5716"/>
                </a:lnTo>
                <a:lnTo>
                  <a:pt x="1362" y="5546"/>
                </a:lnTo>
                <a:lnTo>
                  <a:pt x="1444" y="5376"/>
                </a:lnTo>
                <a:lnTo>
                  <a:pt x="1498" y="5206"/>
                </a:lnTo>
                <a:lnTo>
                  <a:pt x="1498" y="5035"/>
                </a:lnTo>
                <a:lnTo>
                  <a:pt x="1553" y="4868"/>
                </a:lnTo>
                <a:lnTo>
                  <a:pt x="1635" y="4697"/>
                </a:lnTo>
                <a:lnTo>
                  <a:pt x="1635" y="4527"/>
                </a:lnTo>
                <a:lnTo>
                  <a:pt x="1689" y="4357"/>
                </a:lnTo>
                <a:lnTo>
                  <a:pt x="1744" y="4187"/>
                </a:lnTo>
                <a:lnTo>
                  <a:pt x="1744" y="4019"/>
                </a:lnTo>
                <a:lnTo>
                  <a:pt x="1798" y="3849"/>
                </a:lnTo>
                <a:lnTo>
                  <a:pt x="1880" y="3678"/>
                </a:lnTo>
                <a:lnTo>
                  <a:pt x="1880" y="3508"/>
                </a:lnTo>
                <a:lnTo>
                  <a:pt x="1934" y="3338"/>
                </a:lnTo>
                <a:lnTo>
                  <a:pt x="1934" y="3170"/>
                </a:lnTo>
                <a:lnTo>
                  <a:pt x="1989" y="3000"/>
                </a:lnTo>
                <a:lnTo>
                  <a:pt x="2043" y="2830"/>
                </a:lnTo>
                <a:lnTo>
                  <a:pt x="2043" y="2659"/>
                </a:lnTo>
                <a:lnTo>
                  <a:pt x="2125" y="2489"/>
                </a:lnTo>
                <a:lnTo>
                  <a:pt x="2180" y="2321"/>
                </a:lnTo>
                <a:lnTo>
                  <a:pt x="2180" y="2151"/>
                </a:lnTo>
                <a:lnTo>
                  <a:pt x="2234" y="1981"/>
                </a:lnTo>
                <a:lnTo>
                  <a:pt x="2316" y="1811"/>
                </a:lnTo>
                <a:lnTo>
                  <a:pt x="2316" y="1640"/>
                </a:lnTo>
                <a:lnTo>
                  <a:pt x="2371" y="1473"/>
                </a:lnTo>
                <a:lnTo>
                  <a:pt x="2425" y="1302"/>
                </a:lnTo>
                <a:lnTo>
                  <a:pt x="2425" y="1132"/>
                </a:lnTo>
                <a:lnTo>
                  <a:pt x="2480" y="962"/>
                </a:lnTo>
                <a:lnTo>
                  <a:pt x="2561" y="792"/>
                </a:lnTo>
                <a:lnTo>
                  <a:pt x="2561" y="624"/>
                </a:lnTo>
                <a:lnTo>
                  <a:pt x="2616" y="453"/>
                </a:lnTo>
                <a:lnTo>
                  <a:pt x="2616" y="283"/>
                </a:lnTo>
                <a:lnTo>
                  <a:pt x="2670" y="11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7581712" y="3753182"/>
            <a:ext cx="2725" cy="11722"/>
          </a:xfrm>
          <a:custGeom>
            <a:avLst/>
            <a:gdLst/>
            <a:ahLst/>
            <a:cxnLst/>
            <a:rect l="l" t="t" r="r" b="b"/>
            <a:pathLst>
              <a:path w="2725" h="11722">
                <a:moveTo>
                  <a:pt x="0" y="11722"/>
                </a:moveTo>
                <a:lnTo>
                  <a:pt x="54" y="11554"/>
                </a:lnTo>
                <a:lnTo>
                  <a:pt x="136" y="11384"/>
                </a:lnTo>
                <a:lnTo>
                  <a:pt x="136" y="11214"/>
                </a:lnTo>
                <a:lnTo>
                  <a:pt x="190" y="11043"/>
                </a:lnTo>
                <a:lnTo>
                  <a:pt x="245" y="10873"/>
                </a:lnTo>
                <a:lnTo>
                  <a:pt x="245" y="10705"/>
                </a:lnTo>
                <a:lnTo>
                  <a:pt x="327" y="10535"/>
                </a:lnTo>
                <a:lnTo>
                  <a:pt x="381" y="10308"/>
                </a:lnTo>
                <a:lnTo>
                  <a:pt x="381" y="10138"/>
                </a:lnTo>
                <a:lnTo>
                  <a:pt x="436" y="9968"/>
                </a:lnTo>
                <a:lnTo>
                  <a:pt x="490" y="9800"/>
                </a:lnTo>
                <a:lnTo>
                  <a:pt x="490" y="9630"/>
                </a:lnTo>
                <a:lnTo>
                  <a:pt x="572" y="9459"/>
                </a:lnTo>
                <a:lnTo>
                  <a:pt x="626" y="9289"/>
                </a:lnTo>
                <a:lnTo>
                  <a:pt x="626" y="9119"/>
                </a:lnTo>
                <a:lnTo>
                  <a:pt x="681" y="8951"/>
                </a:lnTo>
                <a:lnTo>
                  <a:pt x="763" y="8781"/>
                </a:lnTo>
                <a:lnTo>
                  <a:pt x="763" y="8554"/>
                </a:lnTo>
                <a:lnTo>
                  <a:pt x="817" y="8384"/>
                </a:lnTo>
                <a:lnTo>
                  <a:pt x="872" y="8213"/>
                </a:lnTo>
                <a:lnTo>
                  <a:pt x="872" y="8046"/>
                </a:lnTo>
                <a:lnTo>
                  <a:pt x="926" y="7875"/>
                </a:lnTo>
                <a:lnTo>
                  <a:pt x="1008" y="7705"/>
                </a:lnTo>
                <a:lnTo>
                  <a:pt x="1008" y="7535"/>
                </a:lnTo>
                <a:lnTo>
                  <a:pt x="1062" y="7365"/>
                </a:lnTo>
                <a:lnTo>
                  <a:pt x="1117" y="7197"/>
                </a:lnTo>
                <a:lnTo>
                  <a:pt x="1117" y="6970"/>
                </a:lnTo>
                <a:lnTo>
                  <a:pt x="1171" y="6800"/>
                </a:lnTo>
                <a:lnTo>
                  <a:pt x="1253" y="6629"/>
                </a:lnTo>
                <a:lnTo>
                  <a:pt x="1253" y="6462"/>
                </a:lnTo>
                <a:lnTo>
                  <a:pt x="1308" y="6291"/>
                </a:lnTo>
                <a:lnTo>
                  <a:pt x="1308" y="6121"/>
                </a:lnTo>
                <a:lnTo>
                  <a:pt x="1362" y="5951"/>
                </a:lnTo>
                <a:lnTo>
                  <a:pt x="1444" y="5781"/>
                </a:lnTo>
                <a:lnTo>
                  <a:pt x="1444" y="5613"/>
                </a:lnTo>
                <a:lnTo>
                  <a:pt x="1498" y="5443"/>
                </a:lnTo>
                <a:lnTo>
                  <a:pt x="1553" y="5272"/>
                </a:lnTo>
                <a:lnTo>
                  <a:pt x="1553" y="5102"/>
                </a:lnTo>
                <a:lnTo>
                  <a:pt x="1607" y="4932"/>
                </a:lnTo>
                <a:lnTo>
                  <a:pt x="1689" y="4764"/>
                </a:lnTo>
                <a:lnTo>
                  <a:pt x="1689" y="4594"/>
                </a:lnTo>
                <a:lnTo>
                  <a:pt x="1744" y="4424"/>
                </a:lnTo>
                <a:lnTo>
                  <a:pt x="1798" y="4253"/>
                </a:lnTo>
                <a:lnTo>
                  <a:pt x="1798" y="4026"/>
                </a:lnTo>
                <a:lnTo>
                  <a:pt x="1880" y="3858"/>
                </a:lnTo>
                <a:lnTo>
                  <a:pt x="1934" y="3688"/>
                </a:lnTo>
                <a:lnTo>
                  <a:pt x="1934" y="3528"/>
                </a:lnTo>
                <a:lnTo>
                  <a:pt x="1989" y="3355"/>
                </a:lnTo>
                <a:lnTo>
                  <a:pt x="1989" y="3182"/>
                </a:lnTo>
                <a:lnTo>
                  <a:pt x="2043" y="3010"/>
                </a:lnTo>
                <a:lnTo>
                  <a:pt x="2125" y="2837"/>
                </a:lnTo>
                <a:lnTo>
                  <a:pt x="2125" y="2664"/>
                </a:lnTo>
                <a:lnTo>
                  <a:pt x="2180" y="2492"/>
                </a:lnTo>
                <a:lnTo>
                  <a:pt x="2234" y="2319"/>
                </a:lnTo>
                <a:lnTo>
                  <a:pt x="2234" y="2171"/>
                </a:lnTo>
                <a:lnTo>
                  <a:pt x="2289" y="1998"/>
                </a:lnTo>
                <a:lnTo>
                  <a:pt x="2371" y="1825"/>
                </a:lnTo>
                <a:lnTo>
                  <a:pt x="2371" y="1653"/>
                </a:lnTo>
                <a:lnTo>
                  <a:pt x="2425" y="1431"/>
                </a:lnTo>
                <a:lnTo>
                  <a:pt x="2480" y="1258"/>
                </a:lnTo>
                <a:lnTo>
                  <a:pt x="2480" y="1085"/>
                </a:lnTo>
                <a:lnTo>
                  <a:pt x="2561" y="912"/>
                </a:lnTo>
                <a:lnTo>
                  <a:pt x="2616" y="740"/>
                </a:lnTo>
                <a:lnTo>
                  <a:pt x="2616" y="567"/>
                </a:lnTo>
                <a:lnTo>
                  <a:pt x="2670" y="394"/>
                </a:lnTo>
                <a:lnTo>
                  <a:pt x="2670" y="246"/>
                </a:lnTo>
                <a:lnTo>
                  <a:pt x="2725" y="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7584437" y="3741265"/>
            <a:ext cx="2752" cy="11917"/>
          </a:xfrm>
          <a:custGeom>
            <a:avLst/>
            <a:gdLst/>
            <a:ahLst/>
            <a:cxnLst/>
            <a:rect l="l" t="t" r="r" b="b"/>
            <a:pathLst>
              <a:path w="2752" h="11917">
                <a:moveTo>
                  <a:pt x="0" y="11917"/>
                </a:moveTo>
                <a:lnTo>
                  <a:pt x="81" y="11769"/>
                </a:lnTo>
                <a:lnTo>
                  <a:pt x="81" y="11596"/>
                </a:lnTo>
                <a:lnTo>
                  <a:pt x="136" y="11423"/>
                </a:lnTo>
                <a:lnTo>
                  <a:pt x="190" y="11251"/>
                </a:lnTo>
                <a:lnTo>
                  <a:pt x="190" y="11078"/>
                </a:lnTo>
                <a:lnTo>
                  <a:pt x="245" y="10905"/>
                </a:lnTo>
                <a:lnTo>
                  <a:pt x="327" y="10733"/>
                </a:lnTo>
                <a:lnTo>
                  <a:pt x="327" y="10560"/>
                </a:lnTo>
                <a:lnTo>
                  <a:pt x="381" y="10387"/>
                </a:lnTo>
                <a:lnTo>
                  <a:pt x="436" y="10239"/>
                </a:lnTo>
                <a:lnTo>
                  <a:pt x="436" y="10066"/>
                </a:lnTo>
                <a:lnTo>
                  <a:pt x="517" y="9844"/>
                </a:lnTo>
                <a:lnTo>
                  <a:pt x="572" y="9672"/>
                </a:lnTo>
                <a:lnTo>
                  <a:pt x="572" y="9499"/>
                </a:lnTo>
                <a:lnTo>
                  <a:pt x="626" y="9326"/>
                </a:lnTo>
                <a:lnTo>
                  <a:pt x="626" y="9153"/>
                </a:lnTo>
                <a:lnTo>
                  <a:pt x="681" y="8981"/>
                </a:lnTo>
                <a:lnTo>
                  <a:pt x="763" y="8759"/>
                </a:lnTo>
                <a:lnTo>
                  <a:pt x="763" y="8586"/>
                </a:lnTo>
                <a:lnTo>
                  <a:pt x="817" y="8413"/>
                </a:lnTo>
                <a:lnTo>
                  <a:pt x="872" y="8241"/>
                </a:lnTo>
                <a:lnTo>
                  <a:pt x="872" y="8068"/>
                </a:lnTo>
                <a:lnTo>
                  <a:pt x="953" y="7920"/>
                </a:lnTo>
                <a:lnTo>
                  <a:pt x="1008" y="7673"/>
                </a:lnTo>
                <a:lnTo>
                  <a:pt x="1008" y="7525"/>
                </a:lnTo>
                <a:lnTo>
                  <a:pt x="1062" y="7352"/>
                </a:lnTo>
                <a:lnTo>
                  <a:pt x="1117" y="7180"/>
                </a:lnTo>
                <a:lnTo>
                  <a:pt x="1117" y="7007"/>
                </a:lnTo>
                <a:lnTo>
                  <a:pt x="1199" y="6834"/>
                </a:lnTo>
                <a:lnTo>
                  <a:pt x="1253" y="6661"/>
                </a:lnTo>
                <a:lnTo>
                  <a:pt x="1253" y="6489"/>
                </a:lnTo>
                <a:lnTo>
                  <a:pt x="1308" y="6316"/>
                </a:lnTo>
                <a:lnTo>
                  <a:pt x="1308" y="6143"/>
                </a:lnTo>
                <a:lnTo>
                  <a:pt x="1362" y="5995"/>
                </a:lnTo>
                <a:lnTo>
                  <a:pt x="1444" y="5823"/>
                </a:lnTo>
                <a:lnTo>
                  <a:pt x="1444" y="5650"/>
                </a:lnTo>
                <a:lnTo>
                  <a:pt x="1498" y="5477"/>
                </a:lnTo>
                <a:lnTo>
                  <a:pt x="1553" y="5304"/>
                </a:lnTo>
                <a:lnTo>
                  <a:pt x="1553" y="5132"/>
                </a:lnTo>
                <a:lnTo>
                  <a:pt x="1635" y="4959"/>
                </a:lnTo>
                <a:lnTo>
                  <a:pt x="1689" y="4786"/>
                </a:lnTo>
                <a:lnTo>
                  <a:pt x="1689" y="4638"/>
                </a:lnTo>
                <a:lnTo>
                  <a:pt x="1744" y="4465"/>
                </a:lnTo>
                <a:lnTo>
                  <a:pt x="1744" y="4293"/>
                </a:lnTo>
                <a:lnTo>
                  <a:pt x="1798" y="4120"/>
                </a:lnTo>
                <a:lnTo>
                  <a:pt x="1880" y="3947"/>
                </a:lnTo>
                <a:lnTo>
                  <a:pt x="1880" y="3775"/>
                </a:lnTo>
                <a:lnTo>
                  <a:pt x="1934" y="3602"/>
                </a:lnTo>
                <a:lnTo>
                  <a:pt x="1934" y="3429"/>
                </a:lnTo>
                <a:lnTo>
                  <a:pt x="1989" y="3281"/>
                </a:lnTo>
                <a:lnTo>
                  <a:pt x="2071" y="3108"/>
                </a:lnTo>
                <a:lnTo>
                  <a:pt x="2071" y="2936"/>
                </a:lnTo>
                <a:lnTo>
                  <a:pt x="2125" y="2763"/>
                </a:lnTo>
                <a:lnTo>
                  <a:pt x="2125" y="2590"/>
                </a:lnTo>
                <a:lnTo>
                  <a:pt x="2180" y="2418"/>
                </a:lnTo>
                <a:lnTo>
                  <a:pt x="2234" y="2245"/>
                </a:lnTo>
                <a:lnTo>
                  <a:pt x="2234" y="2072"/>
                </a:lnTo>
                <a:lnTo>
                  <a:pt x="2316" y="1899"/>
                </a:lnTo>
                <a:lnTo>
                  <a:pt x="2371" y="1751"/>
                </a:lnTo>
                <a:lnTo>
                  <a:pt x="2371" y="1579"/>
                </a:lnTo>
                <a:lnTo>
                  <a:pt x="2425" y="1406"/>
                </a:lnTo>
                <a:lnTo>
                  <a:pt x="2480" y="1233"/>
                </a:lnTo>
                <a:lnTo>
                  <a:pt x="2480" y="1011"/>
                </a:lnTo>
                <a:lnTo>
                  <a:pt x="2561" y="838"/>
                </a:lnTo>
                <a:lnTo>
                  <a:pt x="2616" y="666"/>
                </a:lnTo>
                <a:lnTo>
                  <a:pt x="2616" y="493"/>
                </a:lnTo>
                <a:lnTo>
                  <a:pt x="2670" y="320"/>
                </a:lnTo>
                <a:lnTo>
                  <a:pt x="2670" y="148"/>
                </a:lnTo>
                <a:lnTo>
                  <a:pt x="2752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7587190" y="3729076"/>
            <a:ext cx="2725" cy="12188"/>
          </a:xfrm>
          <a:custGeom>
            <a:avLst/>
            <a:gdLst/>
            <a:ahLst/>
            <a:cxnLst/>
            <a:rect l="l" t="t" r="r" b="b"/>
            <a:pathLst>
              <a:path w="2725" h="12188">
                <a:moveTo>
                  <a:pt x="0" y="12188"/>
                </a:moveTo>
                <a:lnTo>
                  <a:pt x="54" y="12016"/>
                </a:lnTo>
                <a:lnTo>
                  <a:pt x="54" y="11843"/>
                </a:lnTo>
                <a:lnTo>
                  <a:pt x="109" y="11670"/>
                </a:lnTo>
                <a:lnTo>
                  <a:pt x="109" y="11497"/>
                </a:lnTo>
                <a:lnTo>
                  <a:pt x="163" y="11325"/>
                </a:lnTo>
                <a:lnTo>
                  <a:pt x="245" y="11152"/>
                </a:lnTo>
                <a:lnTo>
                  <a:pt x="245" y="10979"/>
                </a:lnTo>
                <a:lnTo>
                  <a:pt x="299" y="10807"/>
                </a:lnTo>
                <a:lnTo>
                  <a:pt x="299" y="10659"/>
                </a:lnTo>
                <a:lnTo>
                  <a:pt x="354" y="10486"/>
                </a:lnTo>
                <a:lnTo>
                  <a:pt x="408" y="10313"/>
                </a:lnTo>
                <a:lnTo>
                  <a:pt x="408" y="10140"/>
                </a:lnTo>
                <a:lnTo>
                  <a:pt x="490" y="9968"/>
                </a:lnTo>
                <a:lnTo>
                  <a:pt x="545" y="9795"/>
                </a:lnTo>
                <a:lnTo>
                  <a:pt x="545" y="9622"/>
                </a:lnTo>
                <a:lnTo>
                  <a:pt x="599" y="9450"/>
                </a:lnTo>
                <a:lnTo>
                  <a:pt x="599" y="9302"/>
                </a:lnTo>
                <a:lnTo>
                  <a:pt x="681" y="9129"/>
                </a:lnTo>
                <a:lnTo>
                  <a:pt x="735" y="8956"/>
                </a:lnTo>
                <a:lnTo>
                  <a:pt x="735" y="8783"/>
                </a:lnTo>
                <a:lnTo>
                  <a:pt x="790" y="8611"/>
                </a:lnTo>
                <a:lnTo>
                  <a:pt x="844" y="8438"/>
                </a:lnTo>
                <a:lnTo>
                  <a:pt x="844" y="8216"/>
                </a:lnTo>
                <a:lnTo>
                  <a:pt x="926" y="8043"/>
                </a:lnTo>
                <a:lnTo>
                  <a:pt x="981" y="7870"/>
                </a:lnTo>
                <a:lnTo>
                  <a:pt x="981" y="7698"/>
                </a:lnTo>
                <a:lnTo>
                  <a:pt x="1035" y="7525"/>
                </a:lnTo>
                <a:lnTo>
                  <a:pt x="1035" y="7377"/>
                </a:lnTo>
                <a:lnTo>
                  <a:pt x="1117" y="7204"/>
                </a:lnTo>
                <a:lnTo>
                  <a:pt x="1171" y="7032"/>
                </a:lnTo>
                <a:lnTo>
                  <a:pt x="1171" y="6859"/>
                </a:lnTo>
                <a:lnTo>
                  <a:pt x="1226" y="6637"/>
                </a:lnTo>
                <a:lnTo>
                  <a:pt x="1280" y="6464"/>
                </a:lnTo>
                <a:lnTo>
                  <a:pt x="1280" y="6291"/>
                </a:lnTo>
                <a:lnTo>
                  <a:pt x="1362" y="6119"/>
                </a:lnTo>
                <a:lnTo>
                  <a:pt x="1417" y="5946"/>
                </a:lnTo>
                <a:lnTo>
                  <a:pt x="1417" y="5773"/>
                </a:lnTo>
                <a:lnTo>
                  <a:pt x="1471" y="5600"/>
                </a:lnTo>
                <a:lnTo>
                  <a:pt x="1471" y="5452"/>
                </a:lnTo>
                <a:lnTo>
                  <a:pt x="1526" y="5280"/>
                </a:lnTo>
                <a:lnTo>
                  <a:pt x="1526" y="5107"/>
                </a:lnTo>
                <a:lnTo>
                  <a:pt x="1607" y="4934"/>
                </a:lnTo>
                <a:lnTo>
                  <a:pt x="1662" y="4762"/>
                </a:lnTo>
                <a:lnTo>
                  <a:pt x="1662" y="4589"/>
                </a:lnTo>
                <a:lnTo>
                  <a:pt x="1716" y="4367"/>
                </a:lnTo>
                <a:lnTo>
                  <a:pt x="1798" y="4194"/>
                </a:lnTo>
                <a:lnTo>
                  <a:pt x="1798" y="4021"/>
                </a:lnTo>
                <a:lnTo>
                  <a:pt x="1853" y="3849"/>
                </a:lnTo>
                <a:lnTo>
                  <a:pt x="1907" y="3627"/>
                </a:lnTo>
                <a:lnTo>
                  <a:pt x="1907" y="3454"/>
                </a:lnTo>
                <a:lnTo>
                  <a:pt x="1962" y="3281"/>
                </a:lnTo>
                <a:lnTo>
                  <a:pt x="2043" y="3133"/>
                </a:lnTo>
                <a:lnTo>
                  <a:pt x="2043" y="2886"/>
                </a:lnTo>
                <a:lnTo>
                  <a:pt x="2098" y="2738"/>
                </a:lnTo>
                <a:lnTo>
                  <a:pt x="2153" y="2566"/>
                </a:lnTo>
                <a:lnTo>
                  <a:pt x="2153" y="2393"/>
                </a:lnTo>
                <a:lnTo>
                  <a:pt x="2234" y="2171"/>
                </a:lnTo>
                <a:lnTo>
                  <a:pt x="2289" y="1998"/>
                </a:lnTo>
                <a:lnTo>
                  <a:pt x="2289" y="1825"/>
                </a:lnTo>
                <a:lnTo>
                  <a:pt x="2343" y="1653"/>
                </a:lnTo>
                <a:lnTo>
                  <a:pt x="2343" y="1480"/>
                </a:lnTo>
                <a:lnTo>
                  <a:pt x="2398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40"/>
                </a:lnTo>
                <a:lnTo>
                  <a:pt x="2589" y="567"/>
                </a:lnTo>
                <a:lnTo>
                  <a:pt x="2589" y="419"/>
                </a:lnTo>
                <a:lnTo>
                  <a:pt x="2643" y="246"/>
                </a:lnTo>
                <a:lnTo>
                  <a:pt x="2643" y="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7589915" y="3716764"/>
            <a:ext cx="2670" cy="12312"/>
          </a:xfrm>
          <a:custGeom>
            <a:avLst/>
            <a:gdLst/>
            <a:ahLst/>
            <a:cxnLst/>
            <a:rect l="l" t="t" r="r" b="b"/>
            <a:pathLst>
              <a:path w="2670" h="12312">
                <a:moveTo>
                  <a:pt x="0" y="12312"/>
                </a:moveTo>
                <a:lnTo>
                  <a:pt x="0" y="12164"/>
                </a:lnTo>
                <a:lnTo>
                  <a:pt x="54" y="11991"/>
                </a:lnTo>
                <a:lnTo>
                  <a:pt x="109" y="11818"/>
                </a:lnTo>
                <a:lnTo>
                  <a:pt x="109" y="11646"/>
                </a:lnTo>
                <a:lnTo>
                  <a:pt x="190" y="11473"/>
                </a:lnTo>
                <a:lnTo>
                  <a:pt x="190" y="11300"/>
                </a:lnTo>
                <a:lnTo>
                  <a:pt x="245" y="11127"/>
                </a:lnTo>
                <a:lnTo>
                  <a:pt x="299" y="10955"/>
                </a:lnTo>
                <a:lnTo>
                  <a:pt x="299" y="10807"/>
                </a:lnTo>
                <a:lnTo>
                  <a:pt x="354" y="10634"/>
                </a:lnTo>
                <a:lnTo>
                  <a:pt x="436" y="10461"/>
                </a:lnTo>
                <a:lnTo>
                  <a:pt x="436" y="10288"/>
                </a:lnTo>
                <a:lnTo>
                  <a:pt x="490" y="10116"/>
                </a:lnTo>
                <a:lnTo>
                  <a:pt x="490" y="9943"/>
                </a:lnTo>
                <a:lnTo>
                  <a:pt x="545" y="9770"/>
                </a:lnTo>
                <a:lnTo>
                  <a:pt x="545" y="9598"/>
                </a:lnTo>
                <a:lnTo>
                  <a:pt x="599" y="9425"/>
                </a:lnTo>
                <a:lnTo>
                  <a:pt x="681" y="9277"/>
                </a:lnTo>
                <a:lnTo>
                  <a:pt x="681" y="9030"/>
                </a:lnTo>
                <a:lnTo>
                  <a:pt x="735" y="8882"/>
                </a:lnTo>
                <a:lnTo>
                  <a:pt x="790" y="8709"/>
                </a:lnTo>
                <a:lnTo>
                  <a:pt x="790" y="8537"/>
                </a:lnTo>
                <a:lnTo>
                  <a:pt x="872" y="8364"/>
                </a:lnTo>
                <a:lnTo>
                  <a:pt x="872" y="8191"/>
                </a:lnTo>
                <a:lnTo>
                  <a:pt x="926" y="8018"/>
                </a:lnTo>
                <a:lnTo>
                  <a:pt x="981" y="7846"/>
                </a:lnTo>
                <a:lnTo>
                  <a:pt x="981" y="7673"/>
                </a:lnTo>
                <a:lnTo>
                  <a:pt x="1035" y="7525"/>
                </a:lnTo>
                <a:lnTo>
                  <a:pt x="1117" y="7352"/>
                </a:lnTo>
                <a:lnTo>
                  <a:pt x="1117" y="7180"/>
                </a:lnTo>
                <a:lnTo>
                  <a:pt x="1171" y="7007"/>
                </a:lnTo>
                <a:lnTo>
                  <a:pt x="1171" y="6834"/>
                </a:lnTo>
                <a:lnTo>
                  <a:pt x="1226" y="6661"/>
                </a:lnTo>
                <a:lnTo>
                  <a:pt x="1308" y="6439"/>
                </a:lnTo>
                <a:lnTo>
                  <a:pt x="1308" y="6267"/>
                </a:lnTo>
                <a:lnTo>
                  <a:pt x="1362" y="6094"/>
                </a:lnTo>
                <a:lnTo>
                  <a:pt x="1417" y="5921"/>
                </a:lnTo>
                <a:lnTo>
                  <a:pt x="1417" y="5748"/>
                </a:lnTo>
                <a:lnTo>
                  <a:pt x="1471" y="5600"/>
                </a:lnTo>
                <a:lnTo>
                  <a:pt x="1471" y="5428"/>
                </a:lnTo>
                <a:lnTo>
                  <a:pt x="1553" y="5181"/>
                </a:lnTo>
                <a:lnTo>
                  <a:pt x="1607" y="5033"/>
                </a:lnTo>
                <a:lnTo>
                  <a:pt x="1607" y="4860"/>
                </a:lnTo>
                <a:lnTo>
                  <a:pt x="1662" y="4688"/>
                </a:lnTo>
                <a:lnTo>
                  <a:pt x="1662" y="4515"/>
                </a:lnTo>
                <a:lnTo>
                  <a:pt x="1716" y="4342"/>
                </a:lnTo>
                <a:lnTo>
                  <a:pt x="1798" y="4169"/>
                </a:lnTo>
                <a:lnTo>
                  <a:pt x="1798" y="3947"/>
                </a:lnTo>
                <a:lnTo>
                  <a:pt x="1853" y="3775"/>
                </a:lnTo>
                <a:lnTo>
                  <a:pt x="1907" y="3602"/>
                </a:lnTo>
                <a:lnTo>
                  <a:pt x="1907" y="3429"/>
                </a:lnTo>
                <a:lnTo>
                  <a:pt x="1989" y="3281"/>
                </a:lnTo>
                <a:lnTo>
                  <a:pt x="1989" y="3108"/>
                </a:lnTo>
                <a:lnTo>
                  <a:pt x="2043" y="2936"/>
                </a:lnTo>
                <a:lnTo>
                  <a:pt x="2098" y="2714"/>
                </a:lnTo>
                <a:lnTo>
                  <a:pt x="2098" y="2541"/>
                </a:lnTo>
                <a:lnTo>
                  <a:pt x="2153" y="2368"/>
                </a:lnTo>
                <a:lnTo>
                  <a:pt x="2234" y="2146"/>
                </a:lnTo>
                <a:lnTo>
                  <a:pt x="2234" y="1973"/>
                </a:lnTo>
                <a:lnTo>
                  <a:pt x="2289" y="1801"/>
                </a:lnTo>
                <a:lnTo>
                  <a:pt x="2343" y="1628"/>
                </a:lnTo>
                <a:lnTo>
                  <a:pt x="2343" y="1455"/>
                </a:lnTo>
                <a:lnTo>
                  <a:pt x="2398" y="1283"/>
                </a:lnTo>
                <a:lnTo>
                  <a:pt x="2480" y="1110"/>
                </a:lnTo>
                <a:lnTo>
                  <a:pt x="2480" y="937"/>
                </a:lnTo>
                <a:lnTo>
                  <a:pt x="2534" y="789"/>
                </a:lnTo>
                <a:lnTo>
                  <a:pt x="2534" y="616"/>
                </a:lnTo>
                <a:lnTo>
                  <a:pt x="2589" y="444"/>
                </a:lnTo>
                <a:lnTo>
                  <a:pt x="2589" y="271"/>
                </a:lnTo>
                <a:lnTo>
                  <a:pt x="2670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7592586" y="3704180"/>
            <a:ext cx="2725" cy="12583"/>
          </a:xfrm>
          <a:custGeom>
            <a:avLst/>
            <a:gdLst/>
            <a:ahLst/>
            <a:cxnLst/>
            <a:rect l="l" t="t" r="r" b="b"/>
            <a:pathLst>
              <a:path w="2725" h="12583">
                <a:moveTo>
                  <a:pt x="0" y="12583"/>
                </a:moveTo>
                <a:lnTo>
                  <a:pt x="54" y="12336"/>
                </a:lnTo>
                <a:lnTo>
                  <a:pt x="109" y="12164"/>
                </a:lnTo>
                <a:lnTo>
                  <a:pt x="109" y="12016"/>
                </a:lnTo>
                <a:lnTo>
                  <a:pt x="163" y="11769"/>
                </a:lnTo>
                <a:lnTo>
                  <a:pt x="245" y="11621"/>
                </a:lnTo>
                <a:lnTo>
                  <a:pt x="245" y="11448"/>
                </a:lnTo>
                <a:lnTo>
                  <a:pt x="299" y="11201"/>
                </a:lnTo>
                <a:lnTo>
                  <a:pt x="354" y="11053"/>
                </a:lnTo>
                <a:lnTo>
                  <a:pt x="354" y="10881"/>
                </a:lnTo>
                <a:lnTo>
                  <a:pt x="436" y="10708"/>
                </a:lnTo>
                <a:lnTo>
                  <a:pt x="490" y="10535"/>
                </a:lnTo>
                <a:lnTo>
                  <a:pt x="490" y="10363"/>
                </a:lnTo>
                <a:lnTo>
                  <a:pt x="545" y="10190"/>
                </a:lnTo>
                <a:lnTo>
                  <a:pt x="545" y="10017"/>
                </a:lnTo>
                <a:lnTo>
                  <a:pt x="599" y="9844"/>
                </a:lnTo>
                <a:lnTo>
                  <a:pt x="681" y="9696"/>
                </a:lnTo>
                <a:lnTo>
                  <a:pt x="681" y="9450"/>
                </a:lnTo>
                <a:lnTo>
                  <a:pt x="735" y="9277"/>
                </a:lnTo>
                <a:lnTo>
                  <a:pt x="790" y="9129"/>
                </a:lnTo>
                <a:lnTo>
                  <a:pt x="790" y="8882"/>
                </a:lnTo>
                <a:lnTo>
                  <a:pt x="844" y="8734"/>
                </a:lnTo>
                <a:lnTo>
                  <a:pt x="926" y="8561"/>
                </a:lnTo>
                <a:lnTo>
                  <a:pt x="926" y="8389"/>
                </a:lnTo>
                <a:lnTo>
                  <a:pt x="981" y="8216"/>
                </a:lnTo>
                <a:lnTo>
                  <a:pt x="981" y="8043"/>
                </a:lnTo>
                <a:lnTo>
                  <a:pt x="1035" y="7821"/>
                </a:lnTo>
                <a:lnTo>
                  <a:pt x="1117" y="7648"/>
                </a:lnTo>
                <a:lnTo>
                  <a:pt x="1117" y="7476"/>
                </a:lnTo>
                <a:lnTo>
                  <a:pt x="1171" y="7254"/>
                </a:lnTo>
                <a:lnTo>
                  <a:pt x="1226" y="7081"/>
                </a:lnTo>
                <a:lnTo>
                  <a:pt x="1226" y="6908"/>
                </a:lnTo>
                <a:lnTo>
                  <a:pt x="1280" y="6686"/>
                </a:lnTo>
                <a:lnTo>
                  <a:pt x="1362" y="6513"/>
                </a:lnTo>
                <a:lnTo>
                  <a:pt x="1362" y="6341"/>
                </a:lnTo>
                <a:lnTo>
                  <a:pt x="1417" y="6168"/>
                </a:lnTo>
                <a:lnTo>
                  <a:pt x="1417" y="5995"/>
                </a:lnTo>
                <a:lnTo>
                  <a:pt x="1471" y="5847"/>
                </a:lnTo>
                <a:lnTo>
                  <a:pt x="1553" y="5600"/>
                </a:lnTo>
                <a:lnTo>
                  <a:pt x="1553" y="5452"/>
                </a:lnTo>
                <a:lnTo>
                  <a:pt x="1607" y="5280"/>
                </a:lnTo>
                <a:lnTo>
                  <a:pt x="1607" y="5107"/>
                </a:lnTo>
                <a:lnTo>
                  <a:pt x="1662" y="4934"/>
                </a:lnTo>
                <a:lnTo>
                  <a:pt x="1716" y="4762"/>
                </a:lnTo>
                <a:lnTo>
                  <a:pt x="1716" y="4539"/>
                </a:lnTo>
                <a:lnTo>
                  <a:pt x="1798" y="4367"/>
                </a:lnTo>
                <a:lnTo>
                  <a:pt x="1853" y="4194"/>
                </a:lnTo>
                <a:lnTo>
                  <a:pt x="1853" y="4021"/>
                </a:lnTo>
                <a:lnTo>
                  <a:pt x="1907" y="3849"/>
                </a:lnTo>
                <a:lnTo>
                  <a:pt x="1962" y="3676"/>
                </a:lnTo>
                <a:lnTo>
                  <a:pt x="1962" y="3454"/>
                </a:lnTo>
                <a:lnTo>
                  <a:pt x="2043" y="3281"/>
                </a:lnTo>
                <a:lnTo>
                  <a:pt x="2043" y="3133"/>
                </a:lnTo>
                <a:lnTo>
                  <a:pt x="2098" y="2960"/>
                </a:lnTo>
                <a:lnTo>
                  <a:pt x="2153" y="2788"/>
                </a:lnTo>
                <a:lnTo>
                  <a:pt x="2153" y="2615"/>
                </a:lnTo>
                <a:lnTo>
                  <a:pt x="2234" y="2442"/>
                </a:lnTo>
                <a:lnTo>
                  <a:pt x="2234" y="2269"/>
                </a:lnTo>
                <a:lnTo>
                  <a:pt x="2289" y="2097"/>
                </a:lnTo>
                <a:lnTo>
                  <a:pt x="2343" y="1875"/>
                </a:lnTo>
                <a:lnTo>
                  <a:pt x="2343" y="1702"/>
                </a:lnTo>
                <a:lnTo>
                  <a:pt x="2398" y="1529"/>
                </a:lnTo>
                <a:lnTo>
                  <a:pt x="2398" y="1357"/>
                </a:lnTo>
                <a:lnTo>
                  <a:pt x="2480" y="1209"/>
                </a:lnTo>
                <a:lnTo>
                  <a:pt x="2534" y="1036"/>
                </a:lnTo>
                <a:lnTo>
                  <a:pt x="2534" y="863"/>
                </a:lnTo>
                <a:lnTo>
                  <a:pt x="2589" y="690"/>
                </a:lnTo>
                <a:lnTo>
                  <a:pt x="2643" y="518"/>
                </a:lnTo>
                <a:lnTo>
                  <a:pt x="2643" y="345"/>
                </a:lnTo>
                <a:lnTo>
                  <a:pt x="2725" y="172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7595311" y="3691399"/>
            <a:ext cx="2725" cy="12781"/>
          </a:xfrm>
          <a:custGeom>
            <a:avLst/>
            <a:gdLst/>
            <a:ahLst/>
            <a:cxnLst/>
            <a:rect l="l" t="t" r="r" b="b"/>
            <a:pathLst>
              <a:path w="2725" h="12781">
                <a:moveTo>
                  <a:pt x="0" y="12781"/>
                </a:moveTo>
                <a:lnTo>
                  <a:pt x="54" y="12632"/>
                </a:lnTo>
                <a:lnTo>
                  <a:pt x="54" y="12460"/>
                </a:lnTo>
                <a:lnTo>
                  <a:pt x="109" y="12287"/>
                </a:lnTo>
                <a:lnTo>
                  <a:pt x="109" y="12114"/>
                </a:lnTo>
                <a:lnTo>
                  <a:pt x="190" y="11942"/>
                </a:lnTo>
                <a:lnTo>
                  <a:pt x="245" y="11769"/>
                </a:lnTo>
                <a:lnTo>
                  <a:pt x="245" y="11596"/>
                </a:lnTo>
                <a:lnTo>
                  <a:pt x="299" y="11423"/>
                </a:lnTo>
                <a:lnTo>
                  <a:pt x="354" y="11251"/>
                </a:lnTo>
                <a:lnTo>
                  <a:pt x="354" y="11103"/>
                </a:lnTo>
                <a:lnTo>
                  <a:pt x="436" y="10930"/>
                </a:lnTo>
                <a:lnTo>
                  <a:pt x="436" y="10757"/>
                </a:lnTo>
                <a:lnTo>
                  <a:pt x="490" y="10585"/>
                </a:lnTo>
                <a:lnTo>
                  <a:pt x="490" y="10412"/>
                </a:lnTo>
                <a:lnTo>
                  <a:pt x="545" y="10239"/>
                </a:lnTo>
                <a:lnTo>
                  <a:pt x="626" y="10066"/>
                </a:lnTo>
                <a:lnTo>
                  <a:pt x="626" y="9894"/>
                </a:lnTo>
                <a:lnTo>
                  <a:pt x="681" y="9746"/>
                </a:lnTo>
                <a:lnTo>
                  <a:pt x="681" y="9573"/>
                </a:lnTo>
                <a:lnTo>
                  <a:pt x="735" y="9400"/>
                </a:lnTo>
                <a:lnTo>
                  <a:pt x="790" y="9228"/>
                </a:lnTo>
                <a:lnTo>
                  <a:pt x="790" y="9055"/>
                </a:lnTo>
                <a:lnTo>
                  <a:pt x="872" y="8882"/>
                </a:lnTo>
                <a:lnTo>
                  <a:pt x="872" y="8709"/>
                </a:lnTo>
                <a:lnTo>
                  <a:pt x="926" y="8537"/>
                </a:lnTo>
                <a:lnTo>
                  <a:pt x="926" y="8389"/>
                </a:lnTo>
                <a:lnTo>
                  <a:pt x="981" y="8216"/>
                </a:lnTo>
                <a:lnTo>
                  <a:pt x="1035" y="8043"/>
                </a:lnTo>
                <a:lnTo>
                  <a:pt x="1035" y="7870"/>
                </a:lnTo>
                <a:lnTo>
                  <a:pt x="1117" y="7648"/>
                </a:lnTo>
                <a:lnTo>
                  <a:pt x="1171" y="7476"/>
                </a:lnTo>
                <a:lnTo>
                  <a:pt x="1171" y="7303"/>
                </a:lnTo>
                <a:lnTo>
                  <a:pt x="1226" y="7130"/>
                </a:lnTo>
                <a:lnTo>
                  <a:pt x="1226" y="6958"/>
                </a:lnTo>
                <a:lnTo>
                  <a:pt x="1308" y="6785"/>
                </a:lnTo>
                <a:lnTo>
                  <a:pt x="1308" y="6612"/>
                </a:lnTo>
                <a:lnTo>
                  <a:pt x="1362" y="6464"/>
                </a:lnTo>
                <a:lnTo>
                  <a:pt x="1417" y="6291"/>
                </a:lnTo>
                <a:lnTo>
                  <a:pt x="1417" y="6119"/>
                </a:lnTo>
                <a:lnTo>
                  <a:pt x="1471" y="5946"/>
                </a:lnTo>
                <a:lnTo>
                  <a:pt x="1471" y="5724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206"/>
                </a:lnTo>
                <a:lnTo>
                  <a:pt x="1662" y="5033"/>
                </a:lnTo>
                <a:lnTo>
                  <a:pt x="1744" y="4860"/>
                </a:lnTo>
                <a:lnTo>
                  <a:pt x="1744" y="4688"/>
                </a:lnTo>
                <a:lnTo>
                  <a:pt x="1798" y="4539"/>
                </a:lnTo>
                <a:lnTo>
                  <a:pt x="1798" y="4367"/>
                </a:lnTo>
                <a:lnTo>
                  <a:pt x="1853" y="4194"/>
                </a:lnTo>
                <a:lnTo>
                  <a:pt x="1853" y="4021"/>
                </a:lnTo>
                <a:lnTo>
                  <a:pt x="1907" y="3799"/>
                </a:lnTo>
                <a:lnTo>
                  <a:pt x="1989" y="3627"/>
                </a:lnTo>
                <a:lnTo>
                  <a:pt x="1989" y="3454"/>
                </a:lnTo>
                <a:lnTo>
                  <a:pt x="2043" y="3281"/>
                </a:lnTo>
                <a:lnTo>
                  <a:pt x="2043" y="3108"/>
                </a:lnTo>
                <a:lnTo>
                  <a:pt x="2098" y="2936"/>
                </a:lnTo>
                <a:lnTo>
                  <a:pt x="2153" y="2763"/>
                </a:lnTo>
                <a:lnTo>
                  <a:pt x="2153" y="2615"/>
                </a:lnTo>
                <a:lnTo>
                  <a:pt x="2234" y="2368"/>
                </a:lnTo>
                <a:lnTo>
                  <a:pt x="2289" y="2220"/>
                </a:lnTo>
                <a:lnTo>
                  <a:pt x="2289" y="2047"/>
                </a:lnTo>
                <a:lnTo>
                  <a:pt x="2343" y="1875"/>
                </a:lnTo>
                <a:lnTo>
                  <a:pt x="2343" y="1702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534" y="962"/>
                </a:lnTo>
                <a:lnTo>
                  <a:pt x="2534" y="789"/>
                </a:lnTo>
                <a:lnTo>
                  <a:pt x="2589" y="616"/>
                </a:lnTo>
                <a:lnTo>
                  <a:pt x="2670" y="444"/>
                </a:lnTo>
                <a:lnTo>
                  <a:pt x="2670" y="296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7598037" y="3678495"/>
            <a:ext cx="2725" cy="12904"/>
          </a:xfrm>
          <a:custGeom>
            <a:avLst/>
            <a:gdLst/>
            <a:ahLst/>
            <a:cxnLst/>
            <a:rect l="l" t="t" r="r" b="b"/>
            <a:pathLst>
              <a:path w="2725" h="12904">
                <a:moveTo>
                  <a:pt x="0" y="12904"/>
                </a:moveTo>
                <a:lnTo>
                  <a:pt x="54" y="12731"/>
                </a:lnTo>
                <a:lnTo>
                  <a:pt x="54" y="12509"/>
                </a:lnTo>
                <a:lnTo>
                  <a:pt x="109" y="12336"/>
                </a:lnTo>
                <a:lnTo>
                  <a:pt x="190" y="12164"/>
                </a:lnTo>
                <a:lnTo>
                  <a:pt x="190" y="11991"/>
                </a:lnTo>
                <a:lnTo>
                  <a:pt x="245" y="11843"/>
                </a:lnTo>
                <a:lnTo>
                  <a:pt x="245" y="11596"/>
                </a:lnTo>
                <a:lnTo>
                  <a:pt x="299" y="11423"/>
                </a:lnTo>
                <a:lnTo>
                  <a:pt x="381" y="11275"/>
                </a:lnTo>
                <a:lnTo>
                  <a:pt x="381" y="11103"/>
                </a:lnTo>
                <a:lnTo>
                  <a:pt x="436" y="10930"/>
                </a:lnTo>
                <a:lnTo>
                  <a:pt x="490" y="10708"/>
                </a:lnTo>
                <a:lnTo>
                  <a:pt x="490" y="10535"/>
                </a:lnTo>
                <a:lnTo>
                  <a:pt x="545" y="10363"/>
                </a:lnTo>
                <a:lnTo>
                  <a:pt x="545" y="10190"/>
                </a:lnTo>
                <a:lnTo>
                  <a:pt x="626" y="10017"/>
                </a:lnTo>
                <a:lnTo>
                  <a:pt x="681" y="9795"/>
                </a:lnTo>
                <a:lnTo>
                  <a:pt x="681" y="9622"/>
                </a:lnTo>
                <a:lnTo>
                  <a:pt x="735" y="9450"/>
                </a:lnTo>
                <a:lnTo>
                  <a:pt x="735" y="9277"/>
                </a:lnTo>
                <a:lnTo>
                  <a:pt x="817" y="9104"/>
                </a:lnTo>
                <a:lnTo>
                  <a:pt x="872" y="8882"/>
                </a:lnTo>
                <a:lnTo>
                  <a:pt x="872" y="8709"/>
                </a:lnTo>
                <a:lnTo>
                  <a:pt x="926" y="8561"/>
                </a:lnTo>
                <a:lnTo>
                  <a:pt x="926" y="8389"/>
                </a:lnTo>
                <a:lnTo>
                  <a:pt x="981" y="8216"/>
                </a:lnTo>
                <a:lnTo>
                  <a:pt x="1062" y="7994"/>
                </a:lnTo>
                <a:lnTo>
                  <a:pt x="1062" y="7821"/>
                </a:lnTo>
                <a:lnTo>
                  <a:pt x="1117" y="7648"/>
                </a:lnTo>
                <a:lnTo>
                  <a:pt x="1171" y="7476"/>
                </a:lnTo>
                <a:lnTo>
                  <a:pt x="1171" y="7303"/>
                </a:lnTo>
                <a:lnTo>
                  <a:pt x="1226" y="7130"/>
                </a:lnTo>
                <a:lnTo>
                  <a:pt x="1226" y="6958"/>
                </a:lnTo>
                <a:lnTo>
                  <a:pt x="1308" y="6785"/>
                </a:lnTo>
                <a:lnTo>
                  <a:pt x="1308" y="6637"/>
                </a:lnTo>
                <a:lnTo>
                  <a:pt x="1362" y="6464"/>
                </a:lnTo>
                <a:lnTo>
                  <a:pt x="1417" y="6217"/>
                </a:lnTo>
                <a:lnTo>
                  <a:pt x="1417" y="6069"/>
                </a:lnTo>
                <a:lnTo>
                  <a:pt x="1498" y="5897"/>
                </a:lnTo>
                <a:lnTo>
                  <a:pt x="1498" y="5724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206"/>
                </a:lnTo>
                <a:lnTo>
                  <a:pt x="1662" y="5033"/>
                </a:lnTo>
                <a:lnTo>
                  <a:pt x="1662" y="4860"/>
                </a:lnTo>
                <a:lnTo>
                  <a:pt x="1744" y="4712"/>
                </a:lnTo>
                <a:lnTo>
                  <a:pt x="1798" y="4465"/>
                </a:lnTo>
                <a:lnTo>
                  <a:pt x="1798" y="4317"/>
                </a:lnTo>
                <a:lnTo>
                  <a:pt x="1853" y="4071"/>
                </a:lnTo>
                <a:lnTo>
                  <a:pt x="1934" y="3898"/>
                </a:lnTo>
                <a:lnTo>
                  <a:pt x="1934" y="3750"/>
                </a:lnTo>
                <a:lnTo>
                  <a:pt x="1989" y="3577"/>
                </a:lnTo>
                <a:lnTo>
                  <a:pt x="1989" y="3404"/>
                </a:lnTo>
                <a:lnTo>
                  <a:pt x="2043" y="3182"/>
                </a:lnTo>
                <a:lnTo>
                  <a:pt x="2098" y="3010"/>
                </a:lnTo>
                <a:lnTo>
                  <a:pt x="2098" y="2788"/>
                </a:lnTo>
                <a:lnTo>
                  <a:pt x="2180" y="2615"/>
                </a:lnTo>
                <a:lnTo>
                  <a:pt x="2234" y="2442"/>
                </a:lnTo>
                <a:lnTo>
                  <a:pt x="2234" y="2269"/>
                </a:lnTo>
                <a:lnTo>
                  <a:pt x="2289" y="2097"/>
                </a:lnTo>
                <a:lnTo>
                  <a:pt x="2289" y="1924"/>
                </a:lnTo>
                <a:lnTo>
                  <a:pt x="2343" y="1751"/>
                </a:lnTo>
                <a:lnTo>
                  <a:pt x="2425" y="1579"/>
                </a:lnTo>
                <a:lnTo>
                  <a:pt x="2425" y="1431"/>
                </a:lnTo>
                <a:lnTo>
                  <a:pt x="2480" y="1258"/>
                </a:lnTo>
                <a:lnTo>
                  <a:pt x="2480" y="1085"/>
                </a:lnTo>
                <a:lnTo>
                  <a:pt x="2534" y="912"/>
                </a:lnTo>
                <a:lnTo>
                  <a:pt x="2534" y="740"/>
                </a:lnTo>
                <a:lnTo>
                  <a:pt x="2616" y="567"/>
                </a:lnTo>
                <a:lnTo>
                  <a:pt x="2670" y="394"/>
                </a:lnTo>
                <a:lnTo>
                  <a:pt x="2670" y="222"/>
                </a:lnTo>
                <a:lnTo>
                  <a:pt x="2725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7600762" y="3665368"/>
            <a:ext cx="2725" cy="13126"/>
          </a:xfrm>
          <a:custGeom>
            <a:avLst/>
            <a:gdLst/>
            <a:ahLst/>
            <a:cxnLst/>
            <a:rect l="l" t="t" r="r" b="b"/>
            <a:pathLst>
              <a:path w="2725" h="13126">
                <a:moveTo>
                  <a:pt x="0" y="13126"/>
                </a:moveTo>
                <a:lnTo>
                  <a:pt x="0" y="12904"/>
                </a:lnTo>
                <a:lnTo>
                  <a:pt x="54" y="12731"/>
                </a:lnTo>
                <a:lnTo>
                  <a:pt x="136" y="12509"/>
                </a:lnTo>
                <a:lnTo>
                  <a:pt x="136" y="12336"/>
                </a:lnTo>
                <a:lnTo>
                  <a:pt x="190" y="12114"/>
                </a:lnTo>
                <a:lnTo>
                  <a:pt x="245" y="11942"/>
                </a:lnTo>
                <a:lnTo>
                  <a:pt x="245" y="11769"/>
                </a:lnTo>
                <a:lnTo>
                  <a:pt x="299" y="11596"/>
                </a:lnTo>
                <a:lnTo>
                  <a:pt x="381" y="11423"/>
                </a:lnTo>
                <a:lnTo>
                  <a:pt x="381" y="11275"/>
                </a:lnTo>
                <a:lnTo>
                  <a:pt x="436" y="11103"/>
                </a:lnTo>
                <a:lnTo>
                  <a:pt x="436" y="10856"/>
                </a:lnTo>
                <a:lnTo>
                  <a:pt x="490" y="10708"/>
                </a:lnTo>
                <a:lnTo>
                  <a:pt x="572" y="10535"/>
                </a:lnTo>
                <a:lnTo>
                  <a:pt x="572" y="10363"/>
                </a:lnTo>
                <a:lnTo>
                  <a:pt x="626" y="10190"/>
                </a:lnTo>
                <a:lnTo>
                  <a:pt x="626" y="10017"/>
                </a:lnTo>
                <a:lnTo>
                  <a:pt x="681" y="9844"/>
                </a:lnTo>
                <a:lnTo>
                  <a:pt x="681" y="9622"/>
                </a:lnTo>
                <a:lnTo>
                  <a:pt x="735" y="9450"/>
                </a:lnTo>
                <a:lnTo>
                  <a:pt x="817" y="9277"/>
                </a:lnTo>
                <a:lnTo>
                  <a:pt x="817" y="9104"/>
                </a:lnTo>
                <a:lnTo>
                  <a:pt x="872" y="8956"/>
                </a:lnTo>
                <a:lnTo>
                  <a:pt x="872" y="8783"/>
                </a:lnTo>
                <a:lnTo>
                  <a:pt x="926" y="8611"/>
                </a:lnTo>
                <a:lnTo>
                  <a:pt x="1008" y="8389"/>
                </a:lnTo>
                <a:lnTo>
                  <a:pt x="1008" y="8216"/>
                </a:lnTo>
                <a:lnTo>
                  <a:pt x="1062" y="7994"/>
                </a:lnTo>
                <a:lnTo>
                  <a:pt x="1117" y="7821"/>
                </a:lnTo>
                <a:lnTo>
                  <a:pt x="1117" y="7574"/>
                </a:lnTo>
                <a:lnTo>
                  <a:pt x="1171" y="7426"/>
                </a:lnTo>
                <a:lnTo>
                  <a:pt x="1253" y="7254"/>
                </a:lnTo>
                <a:lnTo>
                  <a:pt x="1253" y="7081"/>
                </a:lnTo>
                <a:lnTo>
                  <a:pt x="1308" y="6908"/>
                </a:lnTo>
                <a:lnTo>
                  <a:pt x="1308" y="6735"/>
                </a:lnTo>
                <a:lnTo>
                  <a:pt x="1362" y="6563"/>
                </a:lnTo>
                <a:lnTo>
                  <a:pt x="1362" y="6341"/>
                </a:lnTo>
                <a:lnTo>
                  <a:pt x="1417" y="6168"/>
                </a:lnTo>
                <a:lnTo>
                  <a:pt x="1498" y="5946"/>
                </a:lnTo>
                <a:lnTo>
                  <a:pt x="1498" y="5773"/>
                </a:lnTo>
                <a:lnTo>
                  <a:pt x="1553" y="5551"/>
                </a:lnTo>
                <a:lnTo>
                  <a:pt x="1607" y="5378"/>
                </a:lnTo>
                <a:lnTo>
                  <a:pt x="1607" y="5156"/>
                </a:lnTo>
                <a:lnTo>
                  <a:pt x="1689" y="4984"/>
                </a:lnTo>
                <a:lnTo>
                  <a:pt x="1744" y="4762"/>
                </a:lnTo>
                <a:lnTo>
                  <a:pt x="1744" y="4589"/>
                </a:lnTo>
                <a:lnTo>
                  <a:pt x="1798" y="4367"/>
                </a:lnTo>
                <a:lnTo>
                  <a:pt x="1853" y="4194"/>
                </a:lnTo>
                <a:lnTo>
                  <a:pt x="1853" y="4021"/>
                </a:lnTo>
                <a:lnTo>
                  <a:pt x="1934" y="3849"/>
                </a:lnTo>
                <a:lnTo>
                  <a:pt x="1989" y="3676"/>
                </a:lnTo>
                <a:lnTo>
                  <a:pt x="1989" y="3503"/>
                </a:lnTo>
                <a:lnTo>
                  <a:pt x="2043" y="3330"/>
                </a:lnTo>
                <a:lnTo>
                  <a:pt x="2043" y="3108"/>
                </a:lnTo>
                <a:lnTo>
                  <a:pt x="2098" y="2936"/>
                </a:lnTo>
                <a:lnTo>
                  <a:pt x="2180" y="2714"/>
                </a:lnTo>
                <a:lnTo>
                  <a:pt x="2180" y="2541"/>
                </a:lnTo>
                <a:lnTo>
                  <a:pt x="2234" y="2319"/>
                </a:lnTo>
                <a:lnTo>
                  <a:pt x="2289" y="2146"/>
                </a:lnTo>
                <a:lnTo>
                  <a:pt x="2289" y="1924"/>
                </a:lnTo>
                <a:lnTo>
                  <a:pt x="2371" y="1751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480" y="1011"/>
                </a:lnTo>
                <a:lnTo>
                  <a:pt x="2534" y="789"/>
                </a:lnTo>
                <a:lnTo>
                  <a:pt x="2616" y="616"/>
                </a:lnTo>
                <a:lnTo>
                  <a:pt x="2616" y="394"/>
                </a:lnTo>
                <a:lnTo>
                  <a:pt x="2670" y="22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7603487" y="3652143"/>
            <a:ext cx="2670" cy="13225"/>
          </a:xfrm>
          <a:custGeom>
            <a:avLst/>
            <a:gdLst/>
            <a:ahLst/>
            <a:cxnLst/>
            <a:rect l="l" t="t" r="r" b="b"/>
            <a:pathLst>
              <a:path w="2670" h="13225">
                <a:moveTo>
                  <a:pt x="0" y="13225"/>
                </a:moveTo>
                <a:lnTo>
                  <a:pt x="0" y="13052"/>
                </a:lnTo>
                <a:lnTo>
                  <a:pt x="81" y="12830"/>
                </a:lnTo>
                <a:lnTo>
                  <a:pt x="136" y="12657"/>
                </a:lnTo>
                <a:lnTo>
                  <a:pt x="136" y="12435"/>
                </a:lnTo>
                <a:lnTo>
                  <a:pt x="190" y="12262"/>
                </a:lnTo>
                <a:lnTo>
                  <a:pt x="245" y="12040"/>
                </a:lnTo>
                <a:lnTo>
                  <a:pt x="245" y="11868"/>
                </a:lnTo>
                <a:lnTo>
                  <a:pt x="327" y="11646"/>
                </a:lnTo>
                <a:lnTo>
                  <a:pt x="381" y="11473"/>
                </a:lnTo>
                <a:lnTo>
                  <a:pt x="381" y="11251"/>
                </a:lnTo>
                <a:lnTo>
                  <a:pt x="436" y="11078"/>
                </a:lnTo>
                <a:lnTo>
                  <a:pt x="436" y="10905"/>
                </a:lnTo>
                <a:lnTo>
                  <a:pt x="490" y="10733"/>
                </a:lnTo>
                <a:lnTo>
                  <a:pt x="572" y="10511"/>
                </a:lnTo>
                <a:lnTo>
                  <a:pt x="572" y="10338"/>
                </a:lnTo>
                <a:lnTo>
                  <a:pt x="626" y="10116"/>
                </a:lnTo>
                <a:lnTo>
                  <a:pt x="681" y="9943"/>
                </a:lnTo>
                <a:lnTo>
                  <a:pt x="681" y="9721"/>
                </a:lnTo>
                <a:lnTo>
                  <a:pt x="763" y="9548"/>
                </a:lnTo>
                <a:lnTo>
                  <a:pt x="763" y="9376"/>
                </a:lnTo>
                <a:lnTo>
                  <a:pt x="817" y="9203"/>
                </a:lnTo>
                <a:lnTo>
                  <a:pt x="872" y="8981"/>
                </a:lnTo>
                <a:lnTo>
                  <a:pt x="872" y="8808"/>
                </a:lnTo>
                <a:lnTo>
                  <a:pt x="926" y="8586"/>
                </a:lnTo>
                <a:lnTo>
                  <a:pt x="1008" y="8413"/>
                </a:lnTo>
                <a:lnTo>
                  <a:pt x="1008" y="8191"/>
                </a:lnTo>
                <a:lnTo>
                  <a:pt x="1062" y="8018"/>
                </a:lnTo>
                <a:lnTo>
                  <a:pt x="1062" y="7846"/>
                </a:lnTo>
                <a:lnTo>
                  <a:pt x="1117" y="7673"/>
                </a:lnTo>
                <a:lnTo>
                  <a:pt x="1199" y="7451"/>
                </a:lnTo>
                <a:lnTo>
                  <a:pt x="1199" y="7278"/>
                </a:lnTo>
                <a:lnTo>
                  <a:pt x="1253" y="7056"/>
                </a:lnTo>
                <a:lnTo>
                  <a:pt x="1308" y="6883"/>
                </a:lnTo>
                <a:lnTo>
                  <a:pt x="1308" y="6661"/>
                </a:lnTo>
                <a:lnTo>
                  <a:pt x="1362" y="6489"/>
                </a:lnTo>
                <a:lnTo>
                  <a:pt x="1362" y="6316"/>
                </a:lnTo>
                <a:lnTo>
                  <a:pt x="1444" y="6143"/>
                </a:lnTo>
                <a:lnTo>
                  <a:pt x="1498" y="5921"/>
                </a:lnTo>
                <a:lnTo>
                  <a:pt x="1498" y="5748"/>
                </a:lnTo>
                <a:lnTo>
                  <a:pt x="1553" y="5526"/>
                </a:lnTo>
                <a:lnTo>
                  <a:pt x="1607" y="5354"/>
                </a:lnTo>
                <a:lnTo>
                  <a:pt x="1607" y="5206"/>
                </a:lnTo>
                <a:lnTo>
                  <a:pt x="1689" y="5033"/>
                </a:lnTo>
                <a:lnTo>
                  <a:pt x="1744" y="4786"/>
                </a:lnTo>
                <a:lnTo>
                  <a:pt x="1744" y="4638"/>
                </a:lnTo>
                <a:lnTo>
                  <a:pt x="1798" y="4465"/>
                </a:lnTo>
                <a:lnTo>
                  <a:pt x="1798" y="4293"/>
                </a:lnTo>
                <a:lnTo>
                  <a:pt x="1880" y="4071"/>
                </a:lnTo>
                <a:lnTo>
                  <a:pt x="1934" y="3898"/>
                </a:lnTo>
                <a:lnTo>
                  <a:pt x="1934" y="3676"/>
                </a:lnTo>
                <a:lnTo>
                  <a:pt x="1989" y="3503"/>
                </a:lnTo>
                <a:lnTo>
                  <a:pt x="1989" y="3330"/>
                </a:lnTo>
                <a:lnTo>
                  <a:pt x="2043" y="3158"/>
                </a:lnTo>
                <a:lnTo>
                  <a:pt x="2125" y="2936"/>
                </a:lnTo>
                <a:lnTo>
                  <a:pt x="2125" y="2763"/>
                </a:lnTo>
                <a:lnTo>
                  <a:pt x="2180" y="2590"/>
                </a:lnTo>
                <a:lnTo>
                  <a:pt x="2180" y="2418"/>
                </a:lnTo>
                <a:lnTo>
                  <a:pt x="2234" y="2195"/>
                </a:lnTo>
                <a:lnTo>
                  <a:pt x="2289" y="2023"/>
                </a:lnTo>
                <a:lnTo>
                  <a:pt x="2289" y="1850"/>
                </a:lnTo>
                <a:lnTo>
                  <a:pt x="2371" y="1677"/>
                </a:lnTo>
                <a:lnTo>
                  <a:pt x="2425" y="1455"/>
                </a:lnTo>
                <a:lnTo>
                  <a:pt x="2425" y="1283"/>
                </a:lnTo>
                <a:lnTo>
                  <a:pt x="2480" y="1110"/>
                </a:lnTo>
                <a:lnTo>
                  <a:pt x="2480" y="962"/>
                </a:lnTo>
                <a:lnTo>
                  <a:pt x="2561" y="715"/>
                </a:lnTo>
                <a:lnTo>
                  <a:pt x="2616" y="542"/>
                </a:lnTo>
                <a:lnTo>
                  <a:pt x="2616" y="394"/>
                </a:lnTo>
                <a:lnTo>
                  <a:pt x="2670" y="222"/>
                </a:lnTo>
                <a:lnTo>
                  <a:pt x="2670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7606158" y="3638770"/>
            <a:ext cx="2725" cy="13373"/>
          </a:xfrm>
          <a:custGeom>
            <a:avLst/>
            <a:gdLst/>
            <a:ahLst/>
            <a:cxnLst/>
            <a:rect l="l" t="t" r="r" b="b"/>
            <a:pathLst>
              <a:path w="2725" h="13373">
                <a:moveTo>
                  <a:pt x="0" y="13373"/>
                </a:moveTo>
                <a:lnTo>
                  <a:pt x="54" y="13200"/>
                </a:lnTo>
                <a:lnTo>
                  <a:pt x="54" y="13027"/>
                </a:lnTo>
                <a:lnTo>
                  <a:pt x="136" y="12855"/>
                </a:lnTo>
                <a:lnTo>
                  <a:pt x="190" y="12632"/>
                </a:lnTo>
                <a:lnTo>
                  <a:pt x="190" y="12460"/>
                </a:lnTo>
                <a:lnTo>
                  <a:pt x="245" y="12287"/>
                </a:lnTo>
                <a:lnTo>
                  <a:pt x="327" y="12114"/>
                </a:lnTo>
                <a:lnTo>
                  <a:pt x="327" y="11892"/>
                </a:lnTo>
                <a:lnTo>
                  <a:pt x="381" y="11720"/>
                </a:lnTo>
                <a:lnTo>
                  <a:pt x="381" y="11547"/>
                </a:lnTo>
                <a:lnTo>
                  <a:pt x="436" y="11374"/>
                </a:lnTo>
                <a:lnTo>
                  <a:pt x="490" y="11152"/>
                </a:lnTo>
                <a:lnTo>
                  <a:pt x="490" y="10979"/>
                </a:lnTo>
                <a:lnTo>
                  <a:pt x="572" y="10807"/>
                </a:lnTo>
                <a:lnTo>
                  <a:pt x="572" y="10634"/>
                </a:lnTo>
                <a:lnTo>
                  <a:pt x="626" y="10486"/>
                </a:lnTo>
                <a:lnTo>
                  <a:pt x="681" y="10313"/>
                </a:lnTo>
                <a:lnTo>
                  <a:pt x="681" y="10091"/>
                </a:lnTo>
                <a:lnTo>
                  <a:pt x="735" y="9918"/>
                </a:lnTo>
                <a:lnTo>
                  <a:pt x="735" y="9746"/>
                </a:lnTo>
                <a:lnTo>
                  <a:pt x="817" y="9573"/>
                </a:lnTo>
                <a:lnTo>
                  <a:pt x="872" y="9351"/>
                </a:lnTo>
                <a:lnTo>
                  <a:pt x="872" y="9178"/>
                </a:lnTo>
                <a:lnTo>
                  <a:pt x="926" y="9005"/>
                </a:lnTo>
                <a:lnTo>
                  <a:pt x="926" y="8833"/>
                </a:lnTo>
                <a:lnTo>
                  <a:pt x="1008" y="8660"/>
                </a:lnTo>
                <a:lnTo>
                  <a:pt x="1008" y="8487"/>
                </a:lnTo>
                <a:lnTo>
                  <a:pt x="1062" y="8265"/>
                </a:lnTo>
                <a:lnTo>
                  <a:pt x="1117" y="8093"/>
                </a:lnTo>
                <a:lnTo>
                  <a:pt x="1117" y="7920"/>
                </a:lnTo>
                <a:lnTo>
                  <a:pt x="1171" y="7747"/>
                </a:lnTo>
                <a:lnTo>
                  <a:pt x="1171" y="7599"/>
                </a:lnTo>
                <a:lnTo>
                  <a:pt x="1253" y="7426"/>
                </a:lnTo>
                <a:lnTo>
                  <a:pt x="1308" y="7204"/>
                </a:lnTo>
                <a:lnTo>
                  <a:pt x="1308" y="7032"/>
                </a:lnTo>
                <a:lnTo>
                  <a:pt x="1362" y="6859"/>
                </a:lnTo>
                <a:lnTo>
                  <a:pt x="1362" y="6686"/>
                </a:lnTo>
                <a:lnTo>
                  <a:pt x="1444" y="6513"/>
                </a:lnTo>
                <a:lnTo>
                  <a:pt x="1444" y="6341"/>
                </a:lnTo>
                <a:lnTo>
                  <a:pt x="1498" y="6119"/>
                </a:lnTo>
                <a:lnTo>
                  <a:pt x="1553" y="5946"/>
                </a:lnTo>
                <a:lnTo>
                  <a:pt x="1553" y="5773"/>
                </a:lnTo>
                <a:lnTo>
                  <a:pt x="1607" y="5600"/>
                </a:lnTo>
                <a:lnTo>
                  <a:pt x="1607" y="5428"/>
                </a:lnTo>
                <a:lnTo>
                  <a:pt x="1689" y="5280"/>
                </a:lnTo>
                <a:lnTo>
                  <a:pt x="1689" y="5107"/>
                </a:lnTo>
                <a:lnTo>
                  <a:pt x="1744" y="4934"/>
                </a:lnTo>
                <a:lnTo>
                  <a:pt x="1798" y="4712"/>
                </a:lnTo>
                <a:lnTo>
                  <a:pt x="1798" y="4539"/>
                </a:lnTo>
                <a:lnTo>
                  <a:pt x="1853" y="4367"/>
                </a:lnTo>
                <a:lnTo>
                  <a:pt x="1934" y="4194"/>
                </a:lnTo>
                <a:lnTo>
                  <a:pt x="1934" y="4021"/>
                </a:lnTo>
                <a:lnTo>
                  <a:pt x="1989" y="3849"/>
                </a:lnTo>
                <a:lnTo>
                  <a:pt x="1989" y="3676"/>
                </a:lnTo>
                <a:lnTo>
                  <a:pt x="2043" y="3503"/>
                </a:lnTo>
                <a:lnTo>
                  <a:pt x="2043" y="3281"/>
                </a:lnTo>
                <a:lnTo>
                  <a:pt x="2125" y="3108"/>
                </a:lnTo>
                <a:lnTo>
                  <a:pt x="2125" y="2960"/>
                </a:lnTo>
                <a:lnTo>
                  <a:pt x="2180" y="2788"/>
                </a:lnTo>
                <a:lnTo>
                  <a:pt x="2234" y="2615"/>
                </a:lnTo>
                <a:lnTo>
                  <a:pt x="2234" y="2442"/>
                </a:lnTo>
                <a:lnTo>
                  <a:pt x="2289" y="2269"/>
                </a:lnTo>
                <a:lnTo>
                  <a:pt x="2289" y="2097"/>
                </a:lnTo>
                <a:lnTo>
                  <a:pt x="2371" y="1924"/>
                </a:lnTo>
                <a:lnTo>
                  <a:pt x="2371" y="1751"/>
                </a:lnTo>
                <a:lnTo>
                  <a:pt x="2425" y="1529"/>
                </a:lnTo>
                <a:lnTo>
                  <a:pt x="2480" y="1357"/>
                </a:lnTo>
                <a:lnTo>
                  <a:pt x="2480" y="1184"/>
                </a:lnTo>
                <a:lnTo>
                  <a:pt x="2534" y="1036"/>
                </a:lnTo>
                <a:lnTo>
                  <a:pt x="2534" y="863"/>
                </a:lnTo>
                <a:lnTo>
                  <a:pt x="2616" y="690"/>
                </a:lnTo>
                <a:lnTo>
                  <a:pt x="2616" y="518"/>
                </a:lnTo>
                <a:lnTo>
                  <a:pt x="2670" y="345"/>
                </a:lnTo>
                <a:lnTo>
                  <a:pt x="2725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7608883" y="3625249"/>
            <a:ext cx="2725" cy="13521"/>
          </a:xfrm>
          <a:custGeom>
            <a:avLst/>
            <a:gdLst/>
            <a:ahLst/>
            <a:cxnLst/>
            <a:rect l="l" t="t" r="r" b="b"/>
            <a:pathLst>
              <a:path w="2725" h="13521">
                <a:moveTo>
                  <a:pt x="0" y="13521"/>
                </a:moveTo>
                <a:lnTo>
                  <a:pt x="81" y="13348"/>
                </a:lnTo>
                <a:lnTo>
                  <a:pt x="81" y="13200"/>
                </a:lnTo>
                <a:lnTo>
                  <a:pt x="136" y="13027"/>
                </a:lnTo>
                <a:lnTo>
                  <a:pt x="136" y="12855"/>
                </a:lnTo>
                <a:lnTo>
                  <a:pt x="190" y="12632"/>
                </a:lnTo>
                <a:lnTo>
                  <a:pt x="245" y="12460"/>
                </a:lnTo>
                <a:lnTo>
                  <a:pt x="245" y="12287"/>
                </a:lnTo>
                <a:lnTo>
                  <a:pt x="327" y="12114"/>
                </a:lnTo>
                <a:lnTo>
                  <a:pt x="327" y="11942"/>
                </a:lnTo>
                <a:lnTo>
                  <a:pt x="381" y="11769"/>
                </a:lnTo>
                <a:lnTo>
                  <a:pt x="381" y="11596"/>
                </a:lnTo>
                <a:lnTo>
                  <a:pt x="436" y="11423"/>
                </a:lnTo>
                <a:lnTo>
                  <a:pt x="436" y="11275"/>
                </a:lnTo>
                <a:lnTo>
                  <a:pt x="517" y="11103"/>
                </a:lnTo>
                <a:lnTo>
                  <a:pt x="572" y="10930"/>
                </a:lnTo>
                <a:lnTo>
                  <a:pt x="572" y="10757"/>
                </a:lnTo>
                <a:lnTo>
                  <a:pt x="626" y="10585"/>
                </a:lnTo>
                <a:lnTo>
                  <a:pt x="626" y="10412"/>
                </a:lnTo>
                <a:lnTo>
                  <a:pt x="681" y="10239"/>
                </a:lnTo>
                <a:lnTo>
                  <a:pt x="681" y="10066"/>
                </a:lnTo>
                <a:lnTo>
                  <a:pt x="763" y="9918"/>
                </a:lnTo>
                <a:lnTo>
                  <a:pt x="763" y="9746"/>
                </a:lnTo>
                <a:lnTo>
                  <a:pt x="817" y="9573"/>
                </a:lnTo>
                <a:lnTo>
                  <a:pt x="872" y="9400"/>
                </a:lnTo>
                <a:lnTo>
                  <a:pt x="872" y="9228"/>
                </a:lnTo>
                <a:lnTo>
                  <a:pt x="926" y="9055"/>
                </a:lnTo>
                <a:lnTo>
                  <a:pt x="926" y="8882"/>
                </a:lnTo>
                <a:lnTo>
                  <a:pt x="1008" y="8709"/>
                </a:lnTo>
                <a:lnTo>
                  <a:pt x="1008" y="8487"/>
                </a:lnTo>
                <a:lnTo>
                  <a:pt x="1062" y="8315"/>
                </a:lnTo>
                <a:lnTo>
                  <a:pt x="1117" y="8142"/>
                </a:lnTo>
                <a:lnTo>
                  <a:pt x="1117" y="7994"/>
                </a:lnTo>
                <a:lnTo>
                  <a:pt x="1199" y="7821"/>
                </a:lnTo>
                <a:lnTo>
                  <a:pt x="1199" y="7648"/>
                </a:lnTo>
                <a:lnTo>
                  <a:pt x="1253" y="7476"/>
                </a:lnTo>
                <a:lnTo>
                  <a:pt x="1253" y="7303"/>
                </a:lnTo>
                <a:lnTo>
                  <a:pt x="1308" y="7130"/>
                </a:lnTo>
                <a:lnTo>
                  <a:pt x="1362" y="6958"/>
                </a:lnTo>
                <a:lnTo>
                  <a:pt x="1362" y="6785"/>
                </a:lnTo>
                <a:lnTo>
                  <a:pt x="1444" y="6637"/>
                </a:lnTo>
                <a:lnTo>
                  <a:pt x="1444" y="6464"/>
                </a:lnTo>
                <a:lnTo>
                  <a:pt x="1498" y="6291"/>
                </a:lnTo>
                <a:lnTo>
                  <a:pt x="1498" y="6119"/>
                </a:lnTo>
                <a:lnTo>
                  <a:pt x="1553" y="5946"/>
                </a:lnTo>
                <a:lnTo>
                  <a:pt x="1553" y="5773"/>
                </a:lnTo>
                <a:lnTo>
                  <a:pt x="1635" y="5600"/>
                </a:lnTo>
                <a:lnTo>
                  <a:pt x="1635" y="5428"/>
                </a:lnTo>
                <a:lnTo>
                  <a:pt x="1689" y="5255"/>
                </a:lnTo>
                <a:lnTo>
                  <a:pt x="1689" y="5107"/>
                </a:lnTo>
                <a:lnTo>
                  <a:pt x="1744" y="4934"/>
                </a:lnTo>
                <a:lnTo>
                  <a:pt x="1798" y="4762"/>
                </a:lnTo>
                <a:lnTo>
                  <a:pt x="1798" y="4589"/>
                </a:lnTo>
                <a:lnTo>
                  <a:pt x="1880" y="4416"/>
                </a:lnTo>
                <a:lnTo>
                  <a:pt x="1880" y="4243"/>
                </a:lnTo>
                <a:lnTo>
                  <a:pt x="1934" y="4071"/>
                </a:lnTo>
                <a:lnTo>
                  <a:pt x="1934" y="3898"/>
                </a:lnTo>
                <a:lnTo>
                  <a:pt x="1989" y="3750"/>
                </a:lnTo>
                <a:lnTo>
                  <a:pt x="2043" y="3577"/>
                </a:lnTo>
                <a:lnTo>
                  <a:pt x="2043" y="3404"/>
                </a:lnTo>
                <a:lnTo>
                  <a:pt x="2125" y="3232"/>
                </a:lnTo>
                <a:lnTo>
                  <a:pt x="2125" y="3059"/>
                </a:lnTo>
                <a:lnTo>
                  <a:pt x="2180" y="2886"/>
                </a:lnTo>
                <a:lnTo>
                  <a:pt x="2180" y="2714"/>
                </a:lnTo>
                <a:lnTo>
                  <a:pt x="2234" y="2541"/>
                </a:lnTo>
                <a:lnTo>
                  <a:pt x="2234" y="2393"/>
                </a:lnTo>
                <a:lnTo>
                  <a:pt x="2316" y="2220"/>
                </a:lnTo>
                <a:lnTo>
                  <a:pt x="2316" y="2047"/>
                </a:lnTo>
                <a:lnTo>
                  <a:pt x="2371" y="1875"/>
                </a:lnTo>
                <a:lnTo>
                  <a:pt x="2371" y="1702"/>
                </a:lnTo>
                <a:lnTo>
                  <a:pt x="2425" y="1529"/>
                </a:lnTo>
                <a:lnTo>
                  <a:pt x="2480" y="1357"/>
                </a:lnTo>
                <a:lnTo>
                  <a:pt x="2480" y="1184"/>
                </a:lnTo>
                <a:lnTo>
                  <a:pt x="2561" y="1011"/>
                </a:lnTo>
                <a:lnTo>
                  <a:pt x="2561" y="863"/>
                </a:lnTo>
                <a:lnTo>
                  <a:pt x="2616" y="690"/>
                </a:lnTo>
                <a:lnTo>
                  <a:pt x="2616" y="468"/>
                </a:lnTo>
                <a:lnTo>
                  <a:pt x="2670" y="296"/>
                </a:lnTo>
                <a:lnTo>
                  <a:pt x="2725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7611609" y="3611604"/>
            <a:ext cx="2752" cy="13644"/>
          </a:xfrm>
          <a:custGeom>
            <a:avLst/>
            <a:gdLst/>
            <a:ahLst/>
            <a:cxnLst/>
            <a:rect l="l" t="t" r="r" b="b"/>
            <a:pathLst>
              <a:path w="2752" h="13644">
                <a:moveTo>
                  <a:pt x="0" y="13644"/>
                </a:moveTo>
                <a:lnTo>
                  <a:pt x="81" y="13422"/>
                </a:lnTo>
                <a:lnTo>
                  <a:pt x="81" y="13249"/>
                </a:lnTo>
                <a:lnTo>
                  <a:pt x="136" y="13077"/>
                </a:lnTo>
                <a:lnTo>
                  <a:pt x="136" y="12904"/>
                </a:lnTo>
                <a:lnTo>
                  <a:pt x="190" y="12731"/>
                </a:lnTo>
                <a:lnTo>
                  <a:pt x="190" y="12583"/>
                </a:lnTo>
                <a:lnTo>
                  <a:pt x="272" y="12410"/>
                </a:lnTo>
                <a:lnTo>
                  <a:pt x="327" y="12238"/>
                </a:lnTo>
                <a:lnTo>
                  <a:pt x="327" y="12065"/>
                </a:lnTo>
                <a:lnTo>
                  <a:pt x="381" y="11892"/>
                </a:lnTo>
                <a:lnTo>
                  <a:pt x="381" y="11720"/>
                </a:lnTo>
                <a:lnTo>
                  <a:pt x="436" y="11547"/>
                </a:lnTo>
                <a:lnTo>
                  <a:pt x="436" y="11374"/>
                </a:lnTo>
                <a:lnTo>
                  <a:pt x="517" y="11226"/>
                </a:lnTo>
                <a:lnTo>
                  <a:pt x="517" y="11053"/>
                </a:lnTo>
                <a:lnTo>
                  <a:pt x="572" y="10881"/>
                </a:lnTo>
                <a:lnTo>
                  <a:pt x="572" y="10708"/>
                </a:lnTo>
                <a:lnTo>
                  <a:pt x="626" y="10535"/>
                </a:lnTo>
                <a:lnTo>
                  <a:pt x="708" y="10363"/>
                </a:lnTo>
                <a:lnTo>
                  <a:pt x="708" y="10190"/>
                </a:lnTo>
                <a:lnTo>
                  <a:pt x="763" y="10017"/>
                </a:lnTo>
                <a:lnTo>
                  <a:pt x="763" y="9795"/>
                </a:lnTo>
                <a:lnTo>
                  <a:pt x="817" y="9622"/>
                </a:lnTo>
                <a:lnTo>
                  <a:pt x="817" y="9450"/>
                </a:lnTo>
                <a:lnTo>
                  <a:pt x="872" y="9302"/>
                </a:lnTo>
                <a:lnTo>
                  <a:pt x="872" y="9129"/>
                </a:lnTo>
                <a:lnTo>
                  <a:pt x="953" y="8956"/>
                </a:lnTo>
                <a:lnTo>
                  <a:pt x="1008" y="8783"/>
                </a:lnTo>
                <a:lnTo>
                  <a:pt x="1008" y="8611"/>
                </a:lnTo>
                <a:lnTo>
                  <a:pt x="1062" y="8438"/>
                </a:lnTo>
                <a:lnTo>
                  <a:pt x="1062" y="8265"/>
                </a:lnTo>
                <a:lnTo>
                  <a:pt x="1117" y="8093"/>
                </a:lnTo>
                <a:lnTo>
                  <a:pt x="1117" y="7944"/>
                </a:lnTo>
                <a:lnTo>
                  <a:pt x="1199" y="7772"/>
                </a:lnTo>
                <a:lnTo>
                  <a:pt x="1253" y="7599"/>
                </a:lnTo>
                <a:lnTo>
                  <a:pt x="1253" y="7426"/>
                </a:lnTo>
                <a:lnTo>
                  <a:pt x="1308" y="7254"/>
                </a:lnTo>
                <a:lnTo>
                  <a:pt x="1308" y="7081"/>
                </a:lnTo>
                <a:lnTo>
                  <a:pt x="1389" y="6859"/>
                </a:lnTo>
                <a:lnTo>
                  <a:pt x="1389" y="6686"/>
                </a:lnTo>
                <a:lnTo>
                  <a:pt x="1444" y="6513"/>
                </a:lnTo>
                <a:lnTo>
                  <a:pt x="1444" y="6341"/>
                </a:lnTo>
                <a:lnTo>
                  <a:pt x="1498" y="6168"/>
                </a:lnTo>
                <a:lnTo>
                  <a:pt x="1553" y="6020"/>
                </a:lnTo>
                <a:lnTo>
                  <a:pt x="1553" y="5847"/>
                </a:lnTo>
                <a:lnTo>
                  <a:pt x="1635" y="5674"/>
                </a:lnTo>
                <a:lnTo>
                  <a:pt x="1635" y="5502"/>
                </a:lnTo>
                <a:lnTo>
                  <a:pt x="1689" y="5329"/>
                </a:lnTo>
                <a:lnTo>
                  <a:pt x="1689" y="5156"/>
                </a:lnTo>
                <a:lnTo>
                  <a:pt x="1744" y="4984"/>
                </a:lnTo>
                <a:lnTo>
                  <a:pt x="1744" y="4811"/>
                </a:lnTo>
                <a:lnTo>
                  <a:pt x="1798" y="4663"/>
                </a:lnTo>
                <a:lnTo>
                  <a:pt x="1798" y="4490"/>
                </a:lnTo>
                <a:lnTo>
                  <a:pt x="1880" y="4243"/>
                </a:lnTo>
                <a:lnTo>
                  <a:pt x="1934" y="4095"/>
                </a:lnTo>
                <a:lnTo>
                  <a:pt x="1934" y="3923"/>
                </a:lnTo>
                <a:lnTo>
                  <a:pt x="1989" y="3750"/>
                </a:lnTo>
                <a:lnTo>
                  <a:pt x="1989" y="3577"/>
                </a:lnTo>
                <a:lnTo>
                  <a:pt x="2071" y="3404"/>
                </a:lnTo>
                <a:lnTo>
                  <a:pt x="2071" y="3232"/>
                </a:lnTo>
                <a:lnTo>
                  <a:pt x="2125" y="3059"/>
                </a:lnTo>
                <a:lnTo>
                  <a:pt x="2125" y="2886"/>
                </a:lnTo>
                <a:lnTo>
                  <a:pt x="2180" y="2738"/>
                </a:lnTo>
                <a:lnTo>
                  <a:pt x="2234" y="2566"/>
                </a:lnTo>
                <a:lnTo>
                  <a:pt x="2234" y="2344"/>
                </a:lnTo>
                <a:lnTo>
                  <a:pt x="2316" y="2171"/>
                </a:lnTo>
                <a:lnTo>
                  <a:pt x="2316" y="1998"/>
                </a:lnTo>
                <a:lnTo>
                  <a:pt x="2371" y="1825"/>
                </a:lnTo>
                <a:lnTo>
                  <a:pt x="2371" y="1653"/>
                </a:lnTo>
                <a:lnTo>
                  <a:pt x="2425" y="1480"/>
                </a:lnTo>
                <a:lnTo>
                  <a:pt x="2507" y="1307"/>
                </a:lnTo>
                <a:lnTo>
                  <a:pt x="2507" y="1134"/>
                </a:lnTo>
                <a:lnTo>
                  <a:pt x="2561" y="962"/>
                </a:lnTo>
                <a:lnTo>
                  <a:pt x="2561" y="814"/>
                </a:lnTo>
                <a:lnTo>
                  <a:pt x="2616" y="641"/>
                </a:lnTo>
                <a:lnTo>
                  <a:pt x="2616" y="419"/>
                </a:lnTo>
                <a:lnTo>
                  <a:pt x="2670" y="246"/>
                </a:lnTo>
                <a:lnTo>
                  <a:pt x="2752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7614361" y="3597861"/>
            <a:ext cx="2725" cy="13743"/>
          </a:xfrm>
          <a:custGeom>
            <a:avLst/>
            <a:gdLst/>
            <a:ahLst/>
            <a:cxnLst/>
            <a:rect l="l" t="t" r="r" b="b"/>
            <a:pathLst>
              <a:path w="2725" h="13743">
                <a:moveTo>
                  <a:pt x="0" y="13743"/>
                </a:moveTo>
                <a:lnTo>
                  <a:pt x="0" y="13595"/>
                </a:lnTo>
                <a:lnTo>
                  <a:pt x="54" y="13422"/>
                </a:lnTo>
                <a:lnTo>
                  <a:pt x="54" y="13200"/>
                </a:lnTo>
                <a:lnTo>
                  <a:pt x="109" y="13027"/>
                </a:lnTo>
                <a:lnTo>
                  <a:pt x="163" y="12855"/>
                </a:lnTo>
                <a:lnTo>
                  <a:pt x="163" y="12682"/>
                </a:lnTo>
                <a:lnTo>
                  <a:pt x="245" y="12509"/>
                </a:lnTo>
                <a:lnTo>
                  <a:pt x="245" y="12336"/>
                </a:lnTo>
                <a:lnTo>
                  <a:pt x="299" y="12164"/>
                </a:lnTo>
                <a:lnTo>
                  <a:pt x="299" y="11991"/>
                </a:lnTo>
                <a:lnTo>
                  <a:pt x="354" y="11843"/>
                </a:lnTo>
                <a:lnTo>
                  <a:pt x="436" y="11670"/>
                </a:lnTo>
                <a:lnTo>
                  <a:pt x="436" y="11497"/>
                </a:lnTo>
                <a:lnTo>
                  <a:pt x="490" y="11275"/>
                </a:lnTo>
                <a:lnTo>
                  <a:pt x="490" y="11103"/>
                </a:lnTo>
                <a:lnTo>
                  <a:pt x="545" y="10930"/>
                </a:lnTo>
                <a:lnTo>
                  <a:pt x="545" y="10757"/>
                </a:lnTo>
                <a:lnTo>
                  <a:pt x="599" y="10585"/>
                </a:lnTo>
                <a:lnTo>
                  <a:pt x="681" y="10412"/>
                </a:lnTo>
                <a:lnTo>
                  <a:pt x="681" y="10239"/>
                </a:lnTo>
                <a:lnTo>
                  <a:pt x="735" y="10066"/>
                </a:lnTo>
                <a:lnTo>
                  <a:pt x="735" y="9918"/>
                </a:lnTo>
                <a:lnTo>
                  <a:pt x="790" y="9672"/>
                </a:lnTo>
                <a:lnTo>
                  <a:pt x="790" y="9499"/>
                </a:lnTo>
                <a:lnTo>
                  <a:pt x="872" y="9351"/>
                </a:lnTo>
                <a:lnTo>
                  <a:pt x="872" y="9178"/>
                </a:lnTo>
                <a:lnTo>
                  <a:pt x="926" y="9005"/>
                </a:lnTo>
                <a:lnTo>
                  <a:pt x="981" y="8833"/>
                </a:lnTo>
                <a:lnTo>
                  <a:pt x="981" y="8660"/>
                </a:lnTo>
                <a:lnTo>
                  <a:pt x="1035" y="8438"/>
                </a:lnTo>
                <a:lnTo>
                  <a:pt x="1035" y="8265"/>
                </a:lnTo>
                <a:lnTo>
                  <a:pt x="1117" y="8093"/>
                </a:lnTo>
                <a:lnTo>
                  <a:pt x="1117" y="7920"/>
                </a:lnTo>
                <a:lnTo>
                  <a:pt x="1171" y="7747"/>
                </a:lnTo>
                <a:lnTo>
                  <a:pt x="1226" y="7599"/>
                </a:lnTo>
                <a:lnTo>
                  <a:pt x="1226" y="7426"/>
                </a:lnTo>
                <a:lnTo>
                  <a:pt x="1280" y="7254"/>
                </a:lnTo>
                <a:lnTo>
                  <a:pt x="1280" y="7081"/>
                </a:lnTo>
                <a:lnTo>
                  <a:pt x="1362" y="6859"/>
                </a:lnTo>
                <a:lnTo>
                  <a:pt x="1362" y="6686"/>
                </a:lnTo>
                <a:lnTo>
                  <a:pt x="1417" y="6513"/>
                </a:lnTo>
                <a:lnTo>
                  <a:pt x="1417" y="6341"/>
                </a:lnTo>
                <a:lnTo>
                  <a:pt x="1471" y="6168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00"/>
                </a:lnTo>
                <a:lnTo>
                  <a:pt x="1607" y="5428"/>
                </a:lnTo>
                <a:lnTo>
                  <a:pt x="1662" y="5255"/>
                </a:lnTo>
                <a:lnTo>
                  <a:pt x="1662" y="5107"/>
                </a:lnTo>
                <a:lnTo>
                  <a:pt x="1716" y="4934"/>
                </a:lnTo>
                <a:lnTo>
                  <a:pt x="1798" y="4762"/>
                </a:lnTo>
                <a:lnTo>
                  <a:pt x="1798" y="4589"/>
                </a:lnTo>
                <a:lnTo>
                  <a:pt x="1853" y="4416"/>
                </a:lnTo>
                <a:lnTo>
                  <a:pt x="1853" y="4243"/>
                </a:lnTo>
                <a:lnTo>
                  <a:pt x="1907" y="4021"/>
                </a:lnTo>
                <a:lnTo>
                  <a:pt x="1907" y="3849"/>
                </a:lnTo>
                <a:lnTo>
                  <a:pt x="1962" y="3676"/>
                </a:lnTo>
                <a:lnTo>
                  <a:pt x="2043" y="3503"/>
                </a:lnTo>
                <a:lnTo>
                  <a:pt x="2043" y="3355"/>
                </a:lnTo>
                <a:lnTo>
                  <a:pt x="2098" y="3182"/>
                </a:lnTo>
                <a:lnTo>
                  <a:pt x="2098" y="3010"/>
                </a:lnTo>
                <a:lnTo>
                  <a:pt x="2153" y="2788"/>
                </a:lnTo>
                <a:lnTo>
                  <a:pt x="2153" y="2615"/>
                </a:lnTo>
                <a:lnTo>
                  <a:pt x="2234" y="2442"/>
                </a:lnTo>
                <a:lnTo>
                  <a:pt x="2234" y="2269"/>
                </a:lnTo>
                <a:lnTo>
                  <a:pt x="2289" y="2097"/>
                </a:lnTo>
                <a:lnTo>
                  <a:pt x="2343" y="1924"/>
                </a:lnTo>
                <a:lnTo>
                  <a:pt x="2343" y="1751"/>
                </a:lnTo>
                <a:lnTo>
                  <a:pt x="2398" y="1529"/>
                </a:lnTo>
                <a:lnTo>
                  <a:pt x="2398" y="1357"/>
                </a:lnTo>
                <a:lnTo>
                  <a:pt x="2480" y="1184"/>
                </a:lnTo>
                <a:lnTo>
                  <a:pt x="2480" y="1011"/>
                </a:lnTo>
                <a:lnTo>
                  <a:pt x="2534" y="863"/>
                </a:lnTo>
                <a:lnTo>
                  <a:pt x="2589" y="690"/>
                </a:lnTo>
                <a:lnTo>
                  <a:pt x="2589" y="51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7617087" y="3584068"/>
            <a:ext cx="2670" cy="13792"/>
          </a:xfrm>
          <a:custGeom>
            <a:avLst/>
            <a:gdLst/>
            <a:ahLst/>
            <a:cxnLst/>
            <a:rect l="l" t="t" r="r" b="b"/>
            <a:pathLst>
              <a:path w="2670" h="13792">
                <a:moveTo>
                  <a:pt x="0" y="13792"/>
                </a:moveTo>
                <a:lnTo>
                  <a:pt x="0" y="13619"/>
                </a:lnTo>
                <a:lnTo>
                  <a:pt x="54" y="13447"/>
                </a:lnTo>
                <a:lnTo>
                  <a:pt x="54" y="13299"/>
                </a:lnTo>
                <a:lnTo>
                  <a:pt x="109" y="13126"/>
                </a:lnTo>
                <a:lnTo>
                  <a:pt x="109" y="12953"/>
                </a:lnTo>
                <a:lnTo>
                  <a:pt x="190" y="12781"/>
                </a:lnTo>
                <a:lnTo>
                  <a:pt x="190" y="12558"/>
                </a:lnTo>
                <a:lnTo>
                  <a:pt x="245" y="12386"/>
                </a:lnTo>
                <a:lnTo>
                  <a:pt x="299" y="12213"/>
                </a:lnTo>
                <a:lnTo>
                  <a:pt x="299" y="12040"/>
                </a:lnTo>
                <a:lnTo>
                  <a:pt x="354" y="11868"/>
                </a:lnTo>
                <a:lnTo>
                  <a:pt x="354" y="11695"/>
                </a:lnTo>
                <a:lnTo>
                  <a:pt x="436" y="11522"/>
                </a:lnTo>
                <a:lnTo>
                  <a:pt x="436" y="11300"/>
                </a:lnTo>
                <a:lnTo>
                  <a:pt x="490" y="11127"/>
                </a:lnTo>
                <a:lnTo>
                  <a:pt x="545" y="10979"/>
                </a:lnTo>
                <a:lnTo>
                  <a:pt x="545" y="10807"/>
                </a:lnTo>
                <a:lnTo>
                  <a:pt x="626" y="10634"/>
                </a:lnTo>
                <a:lnTo>
                  <a:pt x="626" y="10412"/>
                </a:lnTo>
                <a:lnTo>
                  <a:pt x="681" y="10239"/>
                </a:lnTo>
                <a:lnTo>
                  <a:pt x="681" y="10066"/>
                </a:lnTo>
                <a:lnTo>
                  <a:pt x="735" y="9894"/>
                </a:lnTo>
                <a:lnTo>
                  <a:pt x="735" y="9721"/>
                </a:lnTo>
                <a:lnTo>
                  <a:pt x="790" y="9548"/>
                </a:lnTo>
                <a:lnTo>
                  <a:pt x="872" y="9376"/>
                </a:lnTo>
                <a:lnTo>
                  <a:pt x="872" y="9153"/>
                </a:lnTo>
                <a:lnTo>
                  <a:pt x="926" y="8981"/>
                </a:lnTo>
                <a:lnTo>
                  <a:pt x="926" y="8808"/>
                </a:lnTo>
                <a:lnTo>
                  <a:pt x="981" y="8660"/>
                </a:lnTo>
                <a:lnTo>
                  <a:pt x="981" y="8487"/>
                </a:lnTo>
                <a:lnTo>
                  <a:pt x="1062" y="8241"/>
                </a:lnTo>
                <a:lnTo>
                  <a:pt x="1117" y="8093"/>
                </a:lnTo>
                <a:lnTo>
                  <a:pt x="1117" y="7920"/>
                </a:lnTo>
                <a:lnTo>
                  <a:pt x="1171" y="7747"/>
                </a:lnTo>
                <a:lnTo>
                  <a:pt x="1171" y="7574"/>
                </a:lnTo>
                <a:lnTo>
                  <a:pt x="1226" y="7402"/>
                </a:lnTo>
                <a:lnTo>
                  <a:pt x="1226" y="7229"/>
                </a:lnTo>
                <a:lnTo>
                  <a:pt x="1308" y="7007"/>
                </a:lnTo>
                <a:lnTo>
                  <a:pt x="1362" y="6834"/>
                </a:lnTo>
                <a:lnTo>
                  <a:pt x="1362" y="6661"/>
                </a:lnTo>
                <a:lnTo>
                  <a:pt x="1417" y="6489"/>
                </a:lnTo>
                <a:lnTo>
                  <a:pt x="1417" y="6316"/>
                </a:lnTo>
                <a:lnTo>
                  <a:pt x="1471" y="6094"/>
                </a:lnTo>
                <a:lnTo>
                  <a:pt x="1553" y="5921"/>
                </a:lnTo>
                <a:lnTo>
                  <a:pt x="1553" y="5773"/>
                </a:lnTo>
                <a:lnTo>
                  <a:pt x="1607" y="5600"/>
                </a:lnTo>
                <a:lnTo>
                  <a:pt x="1607" y="5428"/>
                </a:lnTo>
                <a:lnTo>
                  <a:pt x="1662" y="5206"/>
                </a:lnTo>
                <a:lnTo>
                  <a:pt x="1662" y="5033"/>
                </a:lnTo>
                <a:lnTo>
                  <a:pt x="1744" y="4860"/>
                </a:lnTo>
                <a:lnTo>
                  <a:pt x="1798" y="4688"/>
                </a:lnTo>
                <a:lnTo>
                  <a:pt x="1798" y="4515"/>
                </a:lnTo>
                <a:lnTo>
                  <a:pt x="1853" y="4293"/>
                </a:lnTo>
                <a:lnTo>
                  <a:pt x="1853" y="4120"/>
                </a:lnTo>
                <a:lnTo>
                  <a:pt x="1907" y="3947"/>
                </a:lnTo>
                <a:lnTo>
                  <a:pt x="1907" y="3775"/>
                </a:lnTo>
                <a:lnTo>
                  <a:pt x="1989" y="3602"/>
                </a:lnTo>
                <a:lnTo>
                  <a:pt x="2043" y="3380"/>
                </a:lnTo>
                <a:lnTo>
                  <a:pt x="2043" y="3207"/>
                </a:lnTo>
                <a:lnTo>
                  <a:pt x="2098" y="3034"/>
                </a:lnTo>
                <a:lnTo>
                  <a:pt x="2098" y="2886"/>
                </a:lnTo>
                <a:lnTo>
                  <a:pt x="2153" y="2714"/>
                </a:lnTo>
                <a:lnTo>
                  <a:pt x="2153" y="2492"/>
                </a:lnTo>
                <a:lnTo>
                  <a:pt x="2234" y="2319"/>
                </a:lnTo>
                <a:lnTo>
                  <a:pt x="2234" y="2146"/>
                </a:lnTo>
                <a:lnTo>
                  <a:pt x="2289" y="1973"/>
                </a:lnTo>
                <a:lnTo>
                  <a:pt x="2343" y="1801"/>
                </a:lnTo>
                <a:lnTo>
                  <a:pt x="2343" y="1579"/>
                </a:lnTo>
                <a:lnTo>
                  <a:pt x="2425" y="1406"/>
                </a:lnTo>
                <a:lnTo>
                  <a:pt x="2425" y="1233"/>
                </a:lnTo>
                <a:lnTo>
                  <a:pt x="2480" y="1060"/>
                </a:lnTo>
                <a:lnTo>
                  <a:pt x="2480" y="888"/>
                </a:lnTo>
                <a:lnTo>
                  <a:pt x="2534" y="666"/>
                </a:lnTo>
                <a:lnTo>
                  <a:pt x="2589" y="493"/>
                </a:lnTo>
                <a:lnTo>
                  <a:pt x="2589" y="320"/>
                </a:lnTo>
                <a:lnTo>
                  <a:pt x="2670" y="172"/>
                </a:lnTo>
                <a:lnTo>
                  <a:pt x="2670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7619757" y="3570127"/>
            <a:ext cx="2725" cy="13940"/>
          </a:xfrm>
          <a:custGeom>
            <a:avLst/>
            <a:gdLst/>
            <a:ahLst/>
            <a:cxnLst/>
            <a:rect l="l" t="t" r="r" b="b"/>
            <a:pathLst>
              <a:path w="2725" h="13940">
                <a:moveTo>
                  <a:pt x="0" y="13940"/>
                </a:moveTo>
                <a:lnTo>
                  <a:pt x="54" y="13693"/>
                </a:lnTo>
                <a:lnTo>
                  <a:pt x="109" y="13545"/>
                </a:lnTo>
                <a:lnTo>
                  <a:pt x="109" y="13373"/>
                </a:lnTo>
                <a:lnTo>
                  <a:pt x="190" y="13200"/>
                </a:lnTo>
                <a:lnTo>
                  <a:pt x="190" y="13027"/>
                </a:lnTo>
                <a:lnTo>
                  <a:pt x="245" y="12805"/>
                </a:lnTo>
                <a:lnTo>
                  <a:pt x="245" y="12632"/>
                </a:lnTo>
                <a:lnTo>
                  <a:pt x="299" y="12460"/>
                </a:lnTo>
                <a:lnTo>
                  <a:pt x="354" y="12287"/>
                </a:lnTo>
                <a:lnTo>
                  <a:pt x="354" y="12114"/>
                </a:lnTo>
                <a:lnTo>
                  <a:pt x="436" y="11892"/>
                </a:lnTo>
                <a:lnTo>
                  <a:pt x="436" y="11720"/>
                </a:lnTo>
                <a:lnTo>
                  <a:pt x="490" y="11547"/>
                </a:lnTo>
                <a:lnTo>
                  <a:pt x="490" y="11374"/>
                </a:lnTo>
                <a:lnTo>
                  <a:pt x="545" y="11226"/>
                </a:lnTo>
                <a:lnTo>
                  <a:pt x="599" y="10979"/>
                </a:lnTo>
                <a:lnTo>
                  <a:pt x="599" y="10831"/>
                </a:lnTo>
                <a:lnTo>
                  <a:pt x="681" y="10659"/>
                </a:lnTo>
                <a:lnTo>
                  <a:pt x="681" y="10486"/>
                </a:lnTo>
                <a:lnTo>
                  <a:pt x="735" y="10313"/>
                </a:lnTo>
                <a:lnTo>
                  <a:pt x="735" y="10091"/>
                </a:lnTo>
                <a:lnTo>
                  <a:pt x="790" y="9918"/>
                </a:lnTo>
                <a:lnTo>
                  <a:pt x="790" y="9746"/>
                </a:lnTo>
                <a:lnTo>
                  <a:pt x="872" y="9573"/>
                </a:lnTo>
                <a:lnTo>
                  <a:pt x="926" y="9400"/>
                </a:lnTo>
                <a:lnTo>
                  <a:pt x="926" y="9178"/>
                </a:lnTo>
                <a:lnTo>
                  <a:pt x="981" y="9005"/>
                </a:lnTo>
                <a:lnTo>
                  <a:pt x="981" y="8833"/>
                </a:lnTo>
                <a:lnTo>
                  <a:pt x="1035" y="8611"/>
                </a:lnTo>
                <a:lnTo>
                  <a:pt x="1117" y="8438"/>
                </a:lnTo>
                <a:lnTo>
                  <a:pt x="1117" y="8265"/>
                </a:lnTo>
                <a:lnTo>
                  <a:pt x="1171" y="8093"/>
                </a:lnTo>
                <a:lnTo>
                  <a:pt x="1171" y="7944"/>
                </a:lnTo>
                <a:lnTo>
                  <a:pt x="1226" y="7698"/>
                </a:lnTo>
                <a:lnTo>
                  <a:pt x="1308" y="7525"/>
                </a:lnTo>
                <a:lnTo>
                  <a:pt x="1308" y="7377"/>
                </a:lnTo>
                <a:lnTo>
                  <a:pt x="1362" y="7204"/>
                </a:lnTo>
                <a:lnTo>
                  <a:pt x="1362" y="7032"/>
                </a:lnTo>
                <a:lnTo>
                  <a:pt x="1417" y="6809"/>
                </a:lnTo>
                <a:lnTo>
                  <a:pt x="1417" y="6637"/>
                </a:lnTo>
                <a:lnTo>
                  <a:pt x="1471" y="6464"/>
                </a:lnTo>
                <a:lnTo>
                  <a:pt x="1471" y="6291"/>
                </a:lnTo>
                <a:lnTo>
                  <a:pt x="1553" y="6119"/>
                </a:lnTo>
                <a:lnTo>
                  <a:pt x="1607" y="5897"/>
                </a:lnTo>
                <a:lnTo>
                  <a:pt x="1607" y="5724"/>
                </a:lnTo>
                <a:lnTo>
                  <a:pt x="1662" y="5551"/>
                </a:lnTo>
                <a:lnTo>
                  <a:pt x="1662" y="5329"/>
                </a:lnTo>
                <a:lnTo>
                  <a:pt x="1716" y="5156"/>
                </a:lnTo>
                <a:lnTo>
                  <a:pt x="1716" y="4984"/>
                </a:lnTo>
                <a:lnTo>
                  <a:pt x="1798" y="4811"/>
                </a:lnTo>
                <a:lnTo>
                  <a:pt x="1853" y="4663"/>
                </a:lnTo>
                <a:lnTo>
                  <a:pt x="1853" y="4416"/>
                </a:lnTo>
                <a:lnTo>
                  <a:pt x="1907" y="4243"/>
                </a:lnTo>
                <a:lnTo>
                  <a:pt x="1907" y="4095"/>
                </a:lnTo>
                <a:lnTo>
                  <a:pt x="1989" y="3849"/>
                </a:lnTo>
                <a:lnTo>
                  <a:pt x="2043" y="3701"/>
                </a:lnTo>
                <a:lnTo>
                  <a:pt x="2043" y="3528"/>
                </a:lnTo>
                <a:lnTo>
                  <a:pt x="2098" y="3355"/>
                </a:lnTo>
                <a:lnTo>
                  <a:pt x="2098" y="3182"/>
                </a:lnTo>
                <a:lnTo>
                  <a:pt x="2153" y="2960"/>
                </a:lnTo>
                <a:lnTo>
                  <a:pt x="2153" y="2788"/>
                </a:lnTo>
                <a:lnTo>
                  <a:pt x="2234" y="2615"/>
                </a:lnTo>
                <a:lnTo>
                  <a:pt x="2289" y="2442"/>
                </a:lnTo>
                <a:lnTo>
                  <a:pt x="2289" y="2269"/>
                </a:lnTo>
                <a:lnTo>
                  <a:pt x="2343" y="2047"/>
                </a:lnTo>
                <a:lnTo>
                  <a:pt x="2343" y="1875"/>
                </a:lnTo>
                <a:lnTo>
                  <a:pt x="2398" y="1702"/>
                </a:lnTo>
                <a:lnTo>
                  <a:pt x="2398" y="1480"/>
                </a:lnTo>
                <a:lnTo>
                  <a:pt x="2480" y="1307"/>
                </a:lnTo>
                <a:lnTo>
                  <a:pt x="2534" y="1134"/>
                </a:lnTo>
                <a:lnTo>
                  <a:pt x="2534" y="962"/>
                </a:lnTo>
                <a:lnTo>
                  <a:pt x="2589" y="814"/>
                </a:lnTo>
                <a:lnTo>
                  <a:pt x="2589" y="567"/>
                </a:lnTo>
                <a:lnTo>
                  <a:pt x="2670" y="419"/>
                </a:lnTo>
                <a:lnTo>
                  <a:pt x="2670" y="246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7622483" y="3556211"/>
            <a:ext cx="2725" cy="13916"/>
          </a:xfrm>
          <a:custGeom>
            <a:avLst/>
            <a:gdLst/>
            <a:ahLst/>
            <a:cxnLst/>
            <a:rect l="l" t="t" r="r" b="b"/>
            <a:pathLst>
              <a:path w="2725" h="13916">
                <a:moveTo>
                  <a:pt x="0" y="13916"/>
                </a:moveTo>
                <a:lnTo>
                  <a:pt x="54" y="13767"/>
                </a:lnTo>
                <a:lnTo>
                  <a:pt x="54" y="13595"/>
                </a:lnTo>
                <a:lnTo>
                  <a:pt x="109" y="13422"/>
                </a:lnTo>
                <a:lnTo>
                  <a:pt x="109" y="13249"/>
                </a:lnTo>
                <a:lnTo>
                  <a:pt x="190" y="13027"/>
                </a:lnTo>
                <a:lnTo>
                  <a:pt x="245" y="12855"/>
                </a:lnTo>
                <a:lnTo>
                  <a:pt x="245" y="12682"/>
                </a:lnTo>
                <a:lnTo>
                  <a:pt x="299" y="12460"/>
                </a:lnTo>
                <a:lnTo>
                  <a:pt x="299" y="12287"/>
                </a:lnTo>
                <a:lnTo>
                  <a:pt x="381" y="12114"/>
                </a:lnTo>
                <a:lnTo>
                  <a:pt x="381" y="11942"/>
                </a:lnTo>
                <a:lnTo>
                  <a:pt x="436" y="11769"/>
                </a:lnTo>
                <a:lnTo>
                  <a:pt x="490" y="11547"/>
                </a:lnTo>
                <a:lnTo>
                  <a:pt x="490" y="11374"/>
                </a:lnTo>
                <a:lnTo>
                  <a:pt x="545" y="11201"/>
                </a:lnTo>
                <a:lnTo>
                  <a:pt x="545" y="10979"/>
                </a:lnTo>
                <a:lnTo>
                  <a:pt x="626" y="10807"/>
                </a:lnTo>
                <a:lnTo>
                  <a:pt x="626" y="10634"/>
                </a:lnTo>
                <a:lnTo>
                  <a:pt x="681" y="10486"/>
                </a:lnTo>
                <a:lnTo>
                  <a:pt x="735" y="10313"/>
                </a:lnTo>
                <a:lnTo>
                  <a:pt x="735" y="10091"/>
                </a:lnTo>
                <a:lnTo>
                  <a:pt x="790" y="9918"/>
                </a:lnTo>
                <a:lnTo>
                  <a:pt x="790" y="9746"/>
                </a:lnTo>
                <a:lnTo>
                  <a:pt x="872" y="9524"/>
                </a:lnTo>
                <a:lnTo>
                  <a:pt x="926" y="9351"/>
                </a:lnTo>
                <a:lnTo>
                  <a:pt x="926" y="9178"/>
                </a:lnTo>
                <a:lnTo>
                  <a:pt x="981" y="8956"/>
                </a:lnTo>
                <a:lnTo>
                  <a:pt x="981" y="8783"/>
                </a:lnTo>
                <a:lnTo>
                  <a:pt x="1062" y="8611"/>
                </a:lnTo>
                <a:lnTo>
                  <a:pt x="1062" y="8438"/>
                </a:lnTo>
                <a:lnTo>
                  <a:pt x="1117" y="8265"/>
                </a:lnTo>
                <a:lnTo>
                  <a:pt x="1171" y="8043"/>
                </a:lnTo>
                <a:lnTo>
                  <a:pt x="1171" y="7870"/>
                </a:lnTo>
                <a:lnTo>
                  <a:pt x="1226" y="7698"/>
                </a:lnTo>
                <a:lnTo>
                  <a:pt x="1226" y="7476"/>
                </a:lnTo>
                <a:lnTo>
                  <a:pt x="1308" y="7303"/>
                </a:lnTo>
                <a:lnTo>
                  <a:pt x="1308" y="7130"/>
                </a:lnTo>
                <a:lnTo>
                  <a:pt x="1362" y="6958"/>
                </a:lnTo>
                <a:lnTo>
                  <a:pt x="1417" y="6809"/>
                </a:lnTo>
                <a:lnTo>
                  <a:pt x="1417" y="6563"/>
                </a:lnTo>
                <a:lnTo>
                  <a:pt x="1471" y="6390"/>
                </a:lnTo>
                <a:lnTo>
                  <a:pt x="1471" y="6242"/>
                </a:lnTo>
                <a:lnTo>
                  <a:pt x="1553" y="5995"/>
                </a:lnTo>
                <a:lnTo>
                  <a:pt x="1607" y="5847"/>
                </a:lnTo>
                <a:lnTo>
                  <a:pt x="1607" y="5674"/>
                </a:lnTo>
                <a:lnTo>
                  <a:pt x="1662" y="5428"/>
                </a:lnTo>
                <a:lnTo>
                  <a:pt x="1662" y="5280"/>
                </a:lnTo>
                <a:lnTo>
                  <a:pt x="1744" y="5107"/>
                </a:lnTo>
                <a:lnTo>
                  <a:pt x="1744" y="4934"/>
                </a:lnTo>
                <a:lnTo>
                  <a:pt x="1798" y="4762"/>
                </a:lnTo>
                <a:lnTo>
                  <a:pt x="1853" y="4539"/>
                </a:lnTo>
                <a:lnTo>
                  <a:pt x="1853" y="4367"/>
                </a:lnTo>
                <a:lnTo>
                  <a:pt x="1907" y="4194"/>
                </a:lnTo>
                <a:lnTo>
                  <a:pt x="1907" y="3972"/>
                </a:lnTo>
                <a:lnTo>
                  <a:pt x="1989" y="3799"/>
                </a:lnTo>
                <a:lnTo>
                  <a:pt x="1989" y="3627"/>
                </a:lnTo>
                <a:lnTo>
                  <a:pt x="2043" y="3404"/>
                </a:lnTo>
                <a:lnTo>
                  <a:pt x="2098" y="3232"/>
                </a:lnTo>
                <a:lnTo>
                  <a:pt x="2098" y="3059"/>
                </a:lnTo>
                <a:lnTo>
                  <a:pt x="2180" y="2837"/>
                </a:lnTo>
                <a:lnTo>
                  <a:pt x="2180" y="2664"/>
                </a:lnTo>
                <a:lnTo>
                  <a:pt x="2234" y="2492"/>
                </a:lnTo>
                <a:lnTo>
                  <a:pt x="2289" y="2319"/>
                </a:lnTo>
                <a:lnTo>
                  <a:pt x="2289" y="2146"/>
                </a:lnTo>
                <a:lnTo>
                  <a:pt x="2343" y="1924"/>
                </a:lnTo>
                <a:lnTo>
                  <a:pt x="2343" y="1751"/>
                </a:lnTo>
                <a:lnTo>
                  <a:pt x="2425" y="1603"/>
                </a:lnTo>
                <a:lnTo>
                  <a:pt x="2425" y="1357"/>
                </a:lnTo>
                <a:lnTo>
                  <a:pt x="2480" y="1184"/>
                </a:lnTo>
                <a:lnTo>
                  <a:pt x="2534" y="1036"/>
                </a:lnTo>
                <a:lnTo>
                  <a:pt x="2534" y="789"/>
                </a:lnTo>
                <a:lnTo>
                  <a:pt x="2589" y="641"/>
                </a:lnTo>
                <a:lnTo>
                  <a:pt x="2589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7625208" y="3542197"/>
            <a:ext cx="2725" cy="14014"/>
          </a:xfrm>
          <a:custGeom>
            <a:avLst/>
            <a:gdLst/>
            <a:ahLst/>
            <a:cxnLst/>
            <a:rect l="l" t="t" r="r" b="b"/>
            <a:pathLst>
              <a:path w="2725" h="14014">
                <a:moveTo>
                  <a:pt x="0" y="14014"/>
                </a:moveTo>
                <a:lnTo>
                  <a:pt x="0" y="13842"/>
                </a:lnTo>
                <a:lnTo>
                  <a:pt x="54" y="13619"/>
                </a:lnTo>
                <a:lnTo>
                  <a:pt x="136" y="13447"/>
                </a:lnTo>
                <a:lnTo>
                  <a:pt x="136" y="13299"/>
                </a:lnTo>
                <a:lnTo>
                  <a:pt x="190" y="13052"/>
                </a:lnTo>
                <a:lnTo>
                  <a:pt x="190" y="12879"/>
                </a:lnTo>
                <a:lnTo>
                  <a:pt x="245" y="12731"/>
                </a:lnTo>
                <a:lnTo>
                  <a:pt x="245" y="12484"/>
                </a:lnTo>
                <a:lnTo>
                  <a:pt x="299" y="12336"/>
                </a:lnTo>
                <a:lnTo>
                  <a:pt x="381" y="12164"/>
                </a:lnTo>
                <a:lnTo>
                  <a:pt x="381" y="11917"/>
                </a:lnTo>
                <a:lnTo>
                  <a:pt x="436" y="11769"/>
                </a:lnTo>
                <a:lnTo>
                  <a:pt x="436" y="11596"/>
                </a:lnTo>
                <a:lnTo>
                  <a:pt x="490" y="11423"/>
                </a:lnTo>
                <a:lnTo>
                  <a:pt x="490" y="11251"/>
                </a:lnTo>
                <a:lnTo>
                  <a:pt x="572" y="11029"/>
                </a:lnTo>
                <a:lnTo>
                  <a:pt x="626" y="10856"/>
                </a:lnTo>
                <a:lnTo>
                  <a:pt x="626" y="10683"/>
                </a:lnTo>
                <a:lnTo>
                  <a:pt x="681" y="10461"/>
                </a:lnTo>
                <a:lnTo>
                  <a:pt x="735" y="10288"/>
                </a:lnTo>
                <a:lnTo>
                  <a:pt x="735" y="10116"/>
                </a:lnTo>
                <a:lnTo>
                  <a:pt x="817" y="9894"/>
                </a:lnTo>
                <a:lnTo>
                  <a:pt x="817" y="9721"/>
                </a:lnTo>
                <a:lnTo>
                  <a:pt x="872" y="9548"/>
                </a:lnTo>
                <a:lnTo>
                  <a:pt x="872" y="9326"/>
                </a:lnTo>
                <a:lnTo>
                  <a:pt x="926" y="9153"/>
                </a:lnTo>
                <a:lnTo>
                  <a:pt x="926" y="8981"/>
                </a:lnTo>
                <a:lnTo>
                  <a:pt x="981" y="8759"/>
                </a:lnTo>
                <a:lnTo>
                  <a:pt x="1062" y="8586"/>
                </a:lnTo>
                <a:lnTo>
                  <a:pt x="1062" y="8413"/>
                </a:lnTo>
                <a:lnTo>
                  <a:pt x="1117" y="8191"/>
                </a:lnTo>
                <a:lnTo>
                  <a:pt x="1171" y="8018"/>
                </a:lnTo>
                <a:lnTo>
                  <a:pt x="1171" y="7846"/>
                </a:lnTo>
                <a:lnTo>
                  <a:pt x="1253" y="7673"/>
                </a:lnTo>
                <a:lnTo>
                  <a:pt x="1253" y="7525"/>
                </a:lnTo>
                <a:lnTo>
                  <a:pt x="1308" y="7278"/>
                </a:lnTo>
                <a:lnTo>
                  <a:pt x="1308" y="7130"/>
                </a:lnTo>
                <a:lnTo>
                  <a:pt x="1362" y="6958"/>
                </a:lnTo>
                <a:lnTo>
                  <a:pt x="1417" y="6711"/>
                </a:lnTo>
                <a:lnTo>
                  <a:pt x="1417" y="6563"/>
                </a:lnTo>
                <a:lnTo>
                  <a:pt x="1498" y="6390"/>
                </a:lnTo>
                <a:lnTo>
                  <a:pt x="1498" y="6168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00"/>
                </a:lnTo>
                <a:lnTo>
                  <a:pt x="1662" y="5428"/>
                </a:lnTo>
                <a:lnTo>
                  <a:pt x="1662" y="5255"/>
                </a:lnTo>
                <a:lnTo>
                  <a:pt x="1744" y="5033"/>
                </a:lnTo>
                <a:lnTo>
                  <a:pt x="1744" y="4860"/>
                </a:lnTo>
                <a:lnTo>
                  <a:pt x="1798" y="4688"/>
                </a:lnTo>
                <a:lnTo>
                  <a:pt x="1853" y="4465"/>
                </a:lnTo>
                <a:lnTo>
                  <a:pt x="1853" y="4293"/>
                </a:lnTo>
                <a:lnTo>
                  <a:pt x="1934" y="4120"/>
                </a:lnTo>
                <a:lnTo>
                  <a:pt x="1934" y="3898"/>
                </a:lnTo>
                <a:lnTo>
                  <a:pt x="1989" y="3725"/>
                </a:lnTo>
                <a:lnTo>
                  <a:pt x="1989" y="3553"/>
                </a:lnTo>
                <a:lnTo>
                  <a:pt x="2043" y="3380"/>
                </a:lnTo>
                <a:lnTo>
                  <a:pt x="2098" y="3207"/>
                </a:lnTo>
                <a:lnTo>
                  <a:pt x="2098" y="2985"/>
                </a:lnTo>
                <a:lnTo>
                  <a:pt x="2180" y="2812"/>
                </a:lnTo>
                <a:lnTo>
                  <a:pt x="2180" y="2640"/>
                </a:lnTo>
                <a:lnTo>
                  <a:pt x="2234" y="2418"/>
                </a:lnTo>
                <a:lnTo>
                  <a:pt x="2289" y="2245"/>
                </a:lnTo>
                <a:lnTo>
                  <a:pt x="2289" y="2072"/>
                </a:lnTo>
                <a:lnTo>
                  <a:pt x="2371" y="1850"/>
                </a:lnTo>
                <a:lnTo>
                  <a:pt x="2371" y="1677"/>
                </a:lnTo>
                <a:lnTo>
                  <a:pt x="2425" y="1505"/>
                </a:lnTo>
                <a:lnTo>
                  <a:pt x="2425" y="1283"/>
                </a:lnTo>
                <a:lnTo>
                  <a:pt x="2480" y="1110"/>
                </a:lnTo>
                <a:lnTo>
                  <a:pt x="2534" y="962"/>
                </a:lnTo>
                <a:lnTo>
                  <a:pt x="2534" y="715"/>
                </a:lnTo>
                <a:lnTo>
                  <a:pt x="2616" y="567"/>
                </a:lnTo>
                <a:lnTo>
                  <a:pt x="2616" y="394"/>
                </a:lnTo>
                <a:lnTo>
                  <a:pt x="2670" y="148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7627933" y="3528108"/>
            <a:ext cx="2670" cy="14088"/>
          </a:xfrm>
          <a:custGeom>
            <a:avLst/>
            <a:gdLst/>
            <a:ahLst/>
            <a:cxnLst/>
            <a:rect l="l" t="t" r="r" b="b"/>
            <a:pathLst>
              <a:path w="2670" h="14088">
                <a:moveTo>
                  <a:pt x="0" y="14088"/>
                </a:moveTo>
                <a:lnTo>
                  <a:pt x="0" y="13916"/>
                </a:lnTo>
                <a:lnTo>
                  <a:pt x="54" y="13693"/>
                </a:lnTo>
                <a:lnTo>
                  <a:pt x="54" y="13521"/>
                </a:lnTo>
                <a:lnTo>
                  <a:pt x="136" y="13348"/>
                </a:lnTo>
                <a:lnTo>
                  <a:pt x="136" y="13126"/>
                </a:lnTo>
                <a:lnTo>
                  <a:pt x="190" y="12953"/>
                </a:lnTo>
                <a:lnTo>
                  <a:pt x="245" y="12781"/>
                </a:lnTo>
                <a:lnTo>
                  <a:pt x="245" y="12558"/>
                </a:lnTo>
                <a:lnTo>
                  <a:pt x="327" y="12386"/>
                </a:lnTo>
                <a:lnTo>
                  <a:pt x="327" y="12213"/>
                </a:lnTo>
                <a:lnTo>
                  <a:pt x="381" y="11991"/>
                </a:lnTo>
                <a:lnTo>
                  <a:pt x="436" y="11818"/>
                </a:lnTo>
                <a:lnTo>
                  <a:pt x="436" y="11646"/>
                </a:lnTo>
                <a:lnTo>
                  <a:pt x="490" y="11423"/>
                </a:lnTo>
                <a:lnTo>
                  <a:pt x="490" y="11251"/>
                </a:lnTo>
                <a:lnTo>
                  <a:pt x="572" y="11078"/>
                </a:lnTo>
                <a:lnTo>
                  <a:pt x="626" y="10856"/>
                </a:lnTo>
                <a:lnTo>
                  <a:pt x="626" y="10683"/>
                </a:lnTo>
                <a:lnTo>
                  <a:pt x="681" y="10511"/>
                </a:lnTo>
                <a:lnTo>
                  <a:pt x="681" y="10288"/>
                </a:lnTo>
                <a:lnTo>
                  <a:pt x="763" y="10116"/>
                </a:lnTo>
                <a:lnTo>
                  <a:pt x="763" y="9943"/>
                </a:lnTo>
                <a:lnTo>
                  <a:pt x="817" y="9770"/>
                </a:lnTo>
                <a:lnTo>
                  <a:pt x="817" y="9598"/>
                </a:lnTo>
                <a:lnTo>
                  <a:pt x="872" y="9376"/>
                </a:lnTo>
                <a:lnTo>
                  <a:pt x="926" y="9203"/>
                </a:lnTo>
                <a:lnTo>
                  <a:pt x="926" y="9030"/>
                </a:lnTo>
                <a:lnTo>
                  <a:pt x="1008" y="8808"/>
                </a:lnTo>
                <a:lnTo>
                  <a:pt x="1062" y="8635"/>
                </a:lnTo>
                <a:lnTo>
                  <a:pt x="1062" y="8487"/>
                </a:lnTo>
                <a:lnTo>
                  <a:pt x="1117" y="8241"/>
                </a:lnTo>
                <a:lnTo>
                  <a:pt x="1117" y="8068"/>
                </a:lnTo>
                <a:lnTo>
                  <a:pt x="1171" y="7920"/>
                </a:lnTo>
                <a:lnTo>
                  <a:pt x="1171" y="7673"/>
                </a:lnTo>
                <a:lnTo>
                  <a:pt x="1253" y="7525"/>
                </a:lnTo>
                <a:lnTo>
                  <a:pt x="1308" y="7352"/>
                </a:lnTo>
                <a:lnTo>
                  <a:pt x="1308" y="7106"/>
                </a:lnTo>
                <a:lnTo>
                  <a:pt x="1362" y="6958"/>
                </a:lnTo>
                <a:lnTo>
                  <a:pt x="1362" y="6785"/>
                </a:lnTo>
                <a:lnTo>
                  <a:pt x="1444" y="6563"/>
                </a:lnTo>
                <a:lnTo>
                  <a:pt x="1498" y="6390"/>
                </a:lnTo>
                <a:lnTo>
                  <a:pt x="1498" y="6217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50"/>
                </a:lnTo>
                <a:lnTo>
                  <a:pt x="1607" y="5428"/>
                </a:lnTo>
                <a:lnTo>
                  <a:pt x="1689" y="5255"/>
                </a:lnTo>
                <a:lnTo>
                  <a:pt x="1744" y="5082"/>
                </a:lnTo>
                <a:lnTo>
                  <a:pt x="1744" y="4860"/>
                </a:lnTo>
                <a:lnTo>
                  <a:pt x="1798" y="4688"/>
                </a:lnTo>
                <a:lnTo>
                  <a:pt x="1798" y="4515"/>
                </a:lnTo>
                <a:lnTo>
                  <a:pt x="1853" y="4293"/>
                </a:lnTo>
                <a:lnTo>
                  <a:pt x="1934" y="4120"/>
                </a:lnTo>
                <a:lnTo>
                  <a:pt x="1934" y="3947"/>
                </a:lnTo>
                <a:lnTo>
                  <a:pt x="1989" y="3725"/>
                </a:lnTo>
                <a:lnTo>
                  <a:pt x="1989" y="3553"/>
                </a:lnTo>
                <a:lnTo>
                  <a:pt x="2043" y="3380"/>
                </a:lnTo>
                <a:lnTo>
                  <a:pt x="2125" y="3158"/>
                </a:lnTo>
                <a:lnTo>
                  <a:pt x="2125" y="2985"/>
                </a:lnTo>
                <a:lnTo>
                  <a:pt x="2180" y="2812"/>
                </a:lnTo>
                <a:lnTo>
                  <a:pt x="2180" y="2590"/>
                </a:lnTo>
                <a:lnTo>
                  <a:pt x="2234" y="2418"/>
                </a:lnTo>
                <a:lnTo>
                  <a:pt x="2234" y="2245"/>
                </a:lnTo>
                <a:lnTo>
                  <a:pt x="2289" y="2023"/>
                </a:lnTo>
                <a:lnTo>
                  <a:pt x="2371" y="1850"/>
                </a:lnTo>
                <a:lnTo>
                  <a:pt x="2371" y="1677"/>
                </a:lnTo>
                <a:lnTo>
                  <a:pt x="2425" y="1455"/>
                </a:lnTo>
                <a:lnTo>
                  <a:pt x="2425" y="1283"/>
                </a:lnTo>
                <a:lnTo>
                  <a:pt x="2480" y="1110"/>
                </a:lnTo>
                <a:lnTo>
                  <a:pt x="2561" y="888"/>
                </a:lnTo>
                <a:lnTo>
                  <a:pt x="2561" y="715"/>
                </a:lnTo>
                <a:lnTo>
                  <a:pt x="2616" y="542"/>
                </a:lnTo>
                <a:lnTo>
                  <a:pt x="2616" y="320"/>
                </a:lnTo>
                <a:lnTo>
                  <a:pt x="2670" y="148"/>
                </a:lnTo>
                <a:lnTo>
                  <a:pt x="2670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7630604" y="3513995"/>
            <a:ext cx="2725" cy="14113"/>
          </a:xfrm>
          <a:custGeom>
            <a:avLst/>
            <a:gdLst/>
            <a:ahLst/>
            <a:cxnLst/>
            <a:rect l="l" t="t" r="r" b="b"/>
            <a:pathLst>
              <a:path w="2725" h="14113">
                <a:moveTo>
                  <a:pt x="0" y="14113"/>
                </a:moveTo>
                <a:lnTo>
                  <a:pt x="54" y="13866"/>
                </a:lnTo>
                <a:lnTo>
                  <a:pt x="136" y="13693"/>
                </a:lnTo>
                <a:lnTo>
                  <a:pt x="136" y="13545"/>
                </a:lnTo>
                <a:lnTo>
                  <a:pt x="190" y="13299"/>
                </a:lnTo>
                <a:lnTo>
                  <a:pt x="245" y="13151"/>
                </a:lnTo>
                <a:lnTo>
                  <a:pt x="245" y="12978"/>
                </a:lnTo>
                <a:lnTo>
                  <a:pt x="245" y="12805"/>
                </a:lnTo>
                <a:lnTo>
                  <a:pt x="299" y="12632"/>
                </a:lnTo>
                <a:lnTo>
                  <a:pt x="299" y="12460"/>
                </a:lnTo>
                <a:lnTo>
                  <a:pt x="381" y="12238"/>
                </a:lnTo>
                <a:lnTo>
                  <a:pt x="436" y="12065"/>
                </a:lnTo>
                <a:lnTo>
                  <a:pt x="436" y="11892"/>
                </a:lnTo>
                <a:lnTo>
                  <a:pt x="490" y="11670"/>
                </a:lnTo>
                <a:lnTo>
                  <a:pt x="572" y="11497"/>
                </a:lnTo>
                <a:lnTo>
                  <a:pt x="572" y="11325"/>
                </a:lnTo>
                <a:lnTo>
                  <a:pt x="626" y="11103"/>
                </a:lnTo>
                <a:lnTo>
                  <a:pt x="626" y="10930"/>
                </a:lnTo>
                <a:lnTo>
                  <a:pt x="681" y="10757"/>
                </a:lnTo>
                <a:lnTo>
                  <a:pt x="681" y="10535"/>
                </a:lnTo>
                <a:lnTo>
                  <a:pt x="735" y="10363"/>
                </a:lnTo>
                <a:lnTo>
                  <a:pt x="817" y="10190"/>
                </a:lnTo>
                <a:lnTo>
                  <a:pt x="817" y="9968"/>
                </a:lnTo>
                <a:lnTo>
                  <a:pt x="872" y="9795"/>
                </a:lnTo>
                <a:lnTo>
                  <a:pt x="872" y="9622"/>
                </a:lnTo>
                <a:lnTo>
                  <a:pt x="926" y="9400"/>
                </a:lnTo>
                <a:lnTo>
                  <a:pt x="1008" y="9228"/>
                </a:lnTo>
                <a:lnTo>
                  <a:pt x="1008" y="9055"/>
                </a:lnTo>
                <a:lnTo>
                  <a:pt x="1062" y="8833"/>
                </a:lnTo>
                <a:lnTo>
                  <a:pt x="1062" y="8660"/>
                </a:lnTo>
                <a:lnTo>
                  <a:pt x="1117" y="8487"/>
                </a:lnTo>
                <a:lnTo>
                  <a:pt x="1117" y="8265"/>
                </a:lnTo>
                <a:lnTo>
                  <a:pt x="1171" y="8093"/>
                </a:lnTo>
                <a:lnTo>
                  <a:pt x="1253" y="7944"/>
                </a:lnTo>
                <a:lnTo>
                  <a:pt x="1253" y="7698"/>
                </a:lnTo>
                <a:lnTo>
                  <a:pt x="1308" y="7550"/>
                </a:lnTo>
                <a:lnTo>
                  <a:pt x="1308" y="7377"/>
                </a:lnTo>
                <a:lnTo>
                  <a:pt x="1362" y="7130"/>
                </a:lnTo>
                <a:lnTo>
                  <a:pt x="1417" y="6982"/>
                </a:lnTo>
                <a:lnTo>
                  <a:pt x="1417" y="6809"/>
                </a:lnTo>
                <a:lnTo>
                  <a:pt x="1498" y="6587"/>
                </a:lnTo>
                <a:lnTo>
                  <a:pt x="1498" y="6415"/>
                </a:lnTo>
                <a:lnTo>
                  <a:pt x="1553" y="6242"/>
                </a:lnTo>
                <a:lnTo>
                  <a:pt x="1607" y="6020"/>
                </a:lnTo>
                <a:lnTo>
                  <a:pt x="1607" y="5847"/>
                </a:lnTo>
                <a:lnTo>
                  <a:pt x="1689" y="5674"/>
                </a:lnTo>
                <a:lnTo>
                  <a:pt x="1689" y="5452"/>
                </a:lnTo>
                <a:lnTo>
                  <a:pt x="1744" y="5280"/>
                </a:lnTo>
                <a:lnTo>
                  <a:pt x="1744" y="5107"/>
                </a:lnTo>
                <a:lnTo>
                  <a:pt x="1798" y="4885"/>
                </a:lnTo>
                <a:lnTo>
                  <a:pt x="1853" y="4712"/>
                </a:lnTo>
                <a:lnTo>
                  <a:pt x="1853" y="4539"/>
                </a:lnTo>
                <a:lnTo>
                  <a:pt x="1934" y="4317"/>
                </a:lnTo>
                <a:lnTo>
                  <a:pt x="1934" y="4145"/>
                </a:lnTo>
                <a:lnTo>
                  <a:pt x="1989" y="3972"/>
                </a:lnTo>
                <a:lnTo>
                  <a:pt x="2043" y="3750"/>
                </a:lnTo>
                <a:lnTo>
                  <a:pt x="2043" y="3577"/>
                </a:lnTo>
                <a:lnTo>
                  <a:pt x="2098" y="3404"/>
                </a:lnTo>
                <a:lnTo>
                  <a:pt x="2098" y="3232"/>
                </a:lnTo>
                <a:lnTo>
                  <a:pt x="2180" y="3059"/>
                </a:lnTo>
                <a:lnTo>
                  <a:pt x="2180" y="2886"/>
                </a:lnTo>
                <a:lnTo>
                  <a:pt x="2234" y="2664"/>
                </a:lnTo>
                <a:lnTo>
                  <a:pt x="2289" y="2492"/>
                </a:lnTo>
                <a:lnTo>
                  <a:pt x="2289" y="2344"/>
                </a:lnTo>
                <a:lnTo>
                  <a:pt x="2371" y="2097"/>
                </a:lnTo>
                <a:lnTo>
                  <a:pt x="2371" y="1924"/>
                </a:lnTo>
                <a:lnTo>
                  <a:pt x="2425" y="1776"/>
                </a:lnTo>
                <a:lnTo>
                  <a:pt x="2425" y="1529"/>
                </a:lnTo>
                <a:lnTo>
                  <a:pt x="2480" y="1381"/>
                </a:lnTo>
                <a:lnTo>
                  <a:pt x="2480" y="1209"/>
                </a:lnTo>
                <a:lnTo>
                  <a:pt x="2534" y="962"/>
                </a:lnTo>
                <a:lnTo>
                  <a:pt x="2616" y="814"/>
                </a:lnTo>
                <a:lnTo>
                  <a:pt x="2616" y="641"/>
                </a:lnTo>
                <a:lnTo>
                  <a:pt x="2670" y="419"/>
                </a:lnTo>
                <a:lnTo>
                  <a:pt x="2725" y="246"/>
                </a:lnTo>
                <a:lnTo>
                  <a:pt x="2725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7633330" y="3499856"/>
            <a:ext cx="2725" cy="14138"/>
          </a:xfrm>
          <a:custGeom>
            <a:avLst/>
            <a:gdLst/>
            <a:ahLst/>
            <a:cxnLst/>
            <a:rect l="l" t="t" r="r" b="b"/>
            <a:pathLst>
              <a:path w="2725" h="14138">
                <a:moveTo>
                  <a:pt x="0" y="14138"/>
                </a:moveTo>
                <a:lnTo>
                  <a:pt x="81" y="13990"/>
                </a:lnTo>
                <a:lnTo>
                  <a:pt x="81" y="13817"/>
                </a:lnTo>
                <a:lnTo>
                  <a:pt x="136" y="13644"/>
                </a:lnTo>
                <a:lnTo>
                  <a:pt x="136" y="13422"/>
                </a:lnTo>
                <a:lnTo>
                  <a:pt x="190" y="13249"/>
                </a:lnTo>
                <a:lnTo>
                  <a:pt x="245" y="13077"/>
                </a:lnTo>
                <a:lnTo>
                  <a:pt x="245" y="12855"/>
                </a:lnTo>
                <a:lnTo>
                  <a:pt x="327" y="12682"/>
                </a:lnTo>
                <a:lnTo>
                  <a:pt x="327" y="12509"/>
                </a:lnTo>
                <a:lnTo>
                  <a:pt x="381" y="12287"/>
                </a:lnTo>
                <a:lnTo>
                  <a:pt x="436" y="12114"/>
                </a:lnTo>
                <a:lnTo>
                  <a:pt x="436" y="11942"/>
                </a:lnTo>
                <a:lnTo>
                  <a:pt x="490" y="11720"/>
                </a:lnTo>
                <a:lnTo>
                  <a:pt x="490" y="11497"/>
                </a:lnTo>
                <a:lnTo>
                  <a:pt x="572" y="11325"/>
                </a:lnTo>
                <a:lnTo>
                  <a:pt x="572" y="11152"/>
                </a:lnTo>
                <a:lnTo>
                  <a:pt x="626" y="10930"/>
                </a:lnTo>
                <a:lnTo>
                  <a:pt x="681" y="10757"/>
                </a:lnTo>
                <a:lnTo>
                  <a:pt x="681" y="10585"/>
                </a:lnTo>
                <a:lnTo>
                  <a:pt x="763" y="10363"/>
                </a:lnTo>
                <a:lnTo>
                  <a:pt x="817" y="10190"/>
                </a:lnTo>
                <a:lnTo>
                  <a:pt x="817" y="10017"/>
                </a:lnTo>
                <a:lnTo>
                  <a:pt x="872" y="9795"/>
                </a:lnTo>
                <a:lnTo>
                  <a:pt x="872" y="9622"/>
                </a:lnTo>
                <a:lnTo>
                  <a:pt x="926" y="9450"/>
                </a:lnTo>
                <a:lnTo>
                  <a:pt x="926" y="9228"/>
                </a:lnTo>
                <a:lnTo>
                  <a:pt x="1008" y="9055"/>
                </a:lnTo>
                <a:lnTo>
                  <a:pt x="1008" y="8882"/>
                </a:lnTo>
                <a:lnTo>
                  <a:pt x="1062" y="8660"/>
                </a:lnTo>
                <a:lnTo>
                  <a:pt x="1117" y="8487"/>
                </a:lnTo>
                <a:lnTo>
                  <a:pt x="1117" y="8315"/>
                </a:lnTo>
                <a:lnTo>
                  <a:pt x="1199" y="8093"/>
                </a:lnTo>
                <a:lnTo>
                  <a:pt x="1253" y="7920"/>
                </a:lnTo>
                <a:lnTo>
                  <a:pt x="1253" y="7747"/>
                </a:lnTo>
                <a:lnTo>
                  <a:pt x="1308" y="7525"/>
                </a:lnTo>
                <a:lnTo>
                  <a:pt x="1308" y="7352"/>
                </a:lnTo>
                <a:lnTo>
                  <a:pt x="1362" y="7180"/>
                </a:lnTo>
                <a:lnTo>
                  <a:pt x="1362" y="6958"/>
                </a:lnTo>
                <a:lnTo>
                  <a:pt x="1444" y="6785"/>
                </a:lnTo>
                <a:lnTo>
                  <a:pt x="1498" y="6612"/>
                </a:lnTo>
                <a:lnTo>
                  <a:pt x="1498" y="6390"/>
                </a:lnTo>
                <a:lnTo>
                  <a:pt x="1553" y="6168"/>
                </a:lnTo>
                <a:lnTo>
                  <a:pt x="1607" y="5995"/>
                </a:lnTo>
                <a:lnTo>
                  <a:pt x="1607" y="5823"/>
                </a:lnTo>
                <a:lnTo>
                  <a:pt x="1689" y="5600"/>
                </a:lnTo>
                <a:lnTo>
                  <a:pt x="1689" y="5428"/>
                </a:lnTo>
                <a:lnTo>
                  <a:pt x="1744" y="5255"/>
                </a:lnTo>
                <a:lnTo>
                  <a:pt x="1744" y="5033"/>
                </a:lnTo>
                <a:lnTo>
                  <a:pt x="1798" y="4860"/>
                </a:lnTo>
                <a:lnTo>
                  <a:pt x="1798" y="4712"/>
                </a:lnTo>
                <a:lnTo>
                  <a:pt x="1880" y="4465"/>
                </a:lnTo>
                <a:lnTo>
                  <a:pt x="1934" y="4293"/>
                </a:lnTo>
                <a:lnTo>
                  <a:pt x="1934" y="4145"/>
                </a:lnTo>
                <a:lnTo>
                  <a:pt x="1989" y="3898"/>
                </a:lnTo>
                <a:lnTo>
                  <a:pt x="2043" y="3750"/>
                </a:lnTo>
                <a:lnTo>
                  <a:pt x="2043" y="3577"/>
                </a:lnTo>
                <a:lnTo>
                  <a:pt x="2125" y="3330"/>
                </a:lnTo>
                <a:lnTo>
                  <a:pt x="2125" y="3182"/>
                </a:lnTo>
                <a:lnTo>
                  <a:pt x="2180" y="3010"/>
                </a:lnTo>
                <a:lnTo>
                  <a:pt x="2180" y="2788"/>
                </a:lnTo>
                <a:lnTo>
                  <a:pt x="2234" y="2615"/>
                </a:lnTo>
                <a:lnTo>
                  <a:pt x="2289" y="2442"/>
                </a:lnTo>
                <a:lnTo>
                  <a:pt x="2289" y="2220"/>
                </a:lnTo>
                <a:lnTo>
                  <a:pt x="2371" y="2047"/>
                </a:lnTo>
                <a:lnTo>
                  <a:pt x="2371" y="1875"/>
                </a:lnTo>
                <a:lnTo>
                  <a:pt x="2425" y="1653"/>
                </a:lnTo>
                <a:lnTo>
                  <a:pt x="2480" y="1406"/>
                </a:lnTo>
                <a:lnTo>
                  <a:pt x="2480" y="1258"/>
                </a:lnTo>
                <a:lnTo>
                  <a:pt x="2561" y="1085"/>
                </a:lnTo>
                <a:lnTo>
                  <a:pt x="2561" y="863"/>
                </a:lnTo>
                <a:lnTo>
                  <a:pt x="2616" y="690"/>
                </a:lnTo>
                <a:lnTo>
                  <a:pt x="2616" y="518"/>
                </a:lnTo>
                <a:lnTo>
                  <a:pt x="2670" y="296"/>
                </a:lnTo>
                <a:lnTo>
                  <a:pt x="2725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7636055" y="3485817"/>
            <a:ext cx="2752" cy="14039"/>
          </a:xfrm>
          <a:custGeom>
            <a:avLst/>
            <a:gdLst/>
            <a:ahLst/>
            <a:cxnLst/>
            <a:rect l="l" t="t" r="r" b="b"/>
            <a:pathLst>
              <a:path w="2752" h="14039">
                <a:moveTo>
                  <a:pt x="0" y="14039"/>
                </a:moveTo>
                <a:lnTo>
                  <a:pt x="81" y="13866"/>
                </a:lnTo>
                <a:lnTo>
                  <a:pt x="81" y="13693"/>
                </a:lnTo>
                <a:lnTo>
                  <a:pt x="136" y="13471"/>
                </a:lnTo>
                <a:lnTo>
                  <a:pt x="136" y="13299"/>
                </a:lnTo>
                <a:lnTo>
                  <a:pt x="190" y="13126"/>
                </a:lnTo>
                <a:lnTo>
                  <a:pt x="272" y="12904"/>
                </a:lnTo>
                <a:lnTo>
                  <a:pt x="272" y="12731"/>
                </a:lnTo>
                <a:lnTo>
                  <a:pt x="327" y="12583"/>
                </a:lnTo>
                <a:lnTo>
                  <a:pt x="327" y="12336"/>
                </a:lnTo>
                <a:lnTo>
                  <a:pt x="381" y="12164"/>
                </a:lnTo>
                <a:lnTo>
                  <a:pt x="381" y="12016"/>
                </a:lnTo>
                <a:lnTo>
                  <a:pt x="436" y="11769"/>
                </a:lnTo>
                <a:lnTo>
                  <a:pt x="517" y="11621"/>
                </a:lnTo>
                <a:lnTo>
                  <a:pt x="517" y="11448"/>
                </a:lnTo>
                <a:lnTo>
                  <a:pt x="572" y="11201"/>
                </a:lnTo>
                <a:lnTo>
                  <a:pt x="572" y="10979"/>
                </a:lnTo>
                <a:lnTo>
                  <a:pt x="626" y="10807"/>
                </a:lnTo>
                <a:lnTo>
                  <a:pt x="681" y="10659"/>
                </a:lnTo>
                <a:lnTo>
                  <a:pt x="681" y="10412"/>
                </a:lnTo>
                <a:lnTo>
                  <a:pt x="763" y="10264"/>
                </a:lnTo>
                <a:lnTo>
                  <a:pt x="763" y="10091"/>
                </a:lnTo>
                <a:lnTo>
                  <a:pt x="817" y="9844"/>
                </a:lnTo>
                <a:lnTo>
                  <a:pt x="872" y="9696"/>
                </a:lnTo>
                <a:lnTo>
                  <a:pt x="872" y="9524"/>
                </a:lnTo>
                <a:lnTo>
                  <a:pt x="953" y="9302"/>
                </a:lnTo>
                <a:lnTo>
                  <a:pt x="953" y="9129"/>
                </a:lnTo>
                <a:lnTo>
                  <a:pt x="1008" y="8956"/>
                </a:lnTo>
                <a:lnTo>
                  <a:pt x="1008" y="8783"/>
                </a:lnTo>
                <a:lnTo>
                  <a:pt x="1062" y="8611"/>
                </a:lnTo>
                <a:lnTo>
                  <a:pt x="1117" y="8438"/>
                </a:lnTo>
                <a:lnTo>
                  <a:pt x="1117" y="8216"/>
                </a:lnTo>
                <a:lnTo>
                  <a:pt x="1199" y="8043"/>
                </a:lnTo>
                <a:lnTo>
                  <a:pt x="1199" y="7870"/>
                </a:lnTo>
                <a:lnTo>
                  <a:pt x="1253" y="7648"/>
                </a:lnTo>
                <a:lnTo>
                  <a:pt x="1308" y="7476"/>
                </a:lnTo>
                <a:lnTo>
                  <a:pt x="1308" y="7303"/>
                </a:lnTo>
                <a:lnTo>
                  <a:pt x="1362" y="7081"/>
                </a:lnTo>
                <a:lnTo>
                  <a:pt x="1362" y="6859"/>
                </a:lnTo>
                <a:lnTo>
                  <a:pt x="1444" y="6686"/>
                </a:lnTo>
                <a:lnTo>
                  <a:pt x="1498" y="6513"/>
                </a:lnTo>
                <a:lnTo>
                  <a:pt x="1498" y="6291"/>
                </a:lnTo>
                <a:lnTo>
                  <a:pt x="1553" y="6119"/>
                </a:lnTo>
                <a:lnTo>
                  <a:pt x="1553" y="5946"/>
                </a:lnTo>
                <a:lnTo>
                  <a:pt x="1635" y="5724"/>
                </a:lnTo>
                <a:lnTo>
                  <a:pt x="1689" y="5551"/>
                </a:lnTo>
                <a:lnTo>
                  <a:pt x="1689" y="5378"/>
                </a:lnTo>
                <a:lnTo>
                  <a:pt x="1744" y="5156"/>
                </a:lnTo>
                <a:lnTo>
                  <a:pt x="1744" y="4984"/>
                </a:lnTo>
                <a:lnTo>
                  <a:pt x="1798" y="4811"/>
                </a:lnTo>
                <a:lnTo>
                  <a:pt x="1798" y="4589"/>
                </a:lnTo>
                <a:lnTo>
                  <a:pt x="1880" y="4416"/>
                </a:lnTo>
                <a:lnTo>
                  <a:pt x="1934" y="4243"/>
                </a:lnTo>
                <a:lnTo>
                  <a:pt x="1934" y="4021"/>
                </a:lnTo>
                <a:lnTo>
                  <a:pt x="1989" y="3849"/>
                </a:lnTo>
                <a:lnTo>
                  <a:pt x="1989" y="3676"/>
                </a:lnTo>
                <a:lnTo>
                  <a:pt x="2071" y="3454"/>
                </a:lnTo>
                <a:lnTo>
                  <a:pt x="2125" y="3281"/>
                </a:lnTo>
                <a:lnTo>
                  <a:pt x="2125" y="3133"/>
                </a:lnTo>
                <a:lnTo>
                  <a:pt x="2180" y="2886"/>
                </a:lnTo>
                <a:lnTo>
                  <a:pt x="2180" y="2714"/>
                </a:lnTo>
                <a:lnTo>
                  <a:pt x="2234" y="2566"/>
                </a:lnTo>
                <a:lnTo>
                  <a:pt x="2316" y="2319"/>
                </a:lnTo>
                <a:lnTo>
                  <a:pt x="2316" y="2097"/>
                </a:lnTo>
                <a:lnTo>
                  <a:pt x="2371" y="1924"/>
                </a:lnTo>
                <a:lnTo>
                  <a:pt x="2371" y="1776"/>
                </a:lnTo>
                <a:lnTo>
                  <a:pt x="2425" y="1529"/>
                </a:lnTo>
                <a:lnTo>
                  <a:pt x="2480" y="1357"/>
                </a:lnTo>
                <a:lnTo>
                  <a:pt x="2480" y="1209"/>
                </a:lnTo>
                <a:lnTo>
                  <a:pt x="2561" y="962"/>
                </a:lnTo>
                <a:lnTo>
                  <a:pt x="2561" y="814"/>
                </a:lnTo>
                <a:lnTo>
                  <a:pt x="2616" y="641"/>
                </a:lnTo>
                <a:lnTo>
                  <a:pt x="2616" y="394"/>
                </a:lnTo>
                <a:lnTo>
                  <a:pt x="2670" y="246"/>
                </a:lnTo>
                <a:lnTo>
                  <a:pt x="2752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7638807" y="3471679"/>
            <a:ext cx="2725" cy="14138"/>
          </a:xfrm>
          <a:custGeom>
            <a:avLst/>
            <a:gdLst/>
            <a:ahLst/>
            <a:cxnLst/>
            <a:rect l="l" t="t" r="r" b="b"/>
            <a:pathLst>
              <a:path w="2725" h="14138">
                <a:moveTo>
                  <a:pt x="0" y="14138"/>
                </a:moveTo>
                <a:lnTo>
                  <a:pt x="0" y="13990"/>
                </a:lnTo>
                <a:lnTo>
                  <a:pt x="54" y="13817"/>
                </a:lnTo>
                <a:lnTo>
                  <a:pt x="54" y="13644"/>
                </a:lnTo>
                <a:lnTo>
                  <a:pt x="109" y="13422"/>
                </a:lnTo>
                <a:lnTo>
                  <a:pt x="163" y="13249"/>
                </a:lnTo>
                <a:lnTo>
                  <a:pt x="163" y="13077"/>
                </a:lnTo>
                <a:lnTo>
                  <a:pt x="245" y="12855"/>
                </a:lnTo>
                <a:lnTo>
                  <a:pt x="245" y="12682"/>
                </a:lnTo>
                <a:lnTo>
                  <a:pt x="299" y="12509"/>
                </a:lnTo>
                <a:lnTo>
                  <a:pt x="299" y="12287"/>
                </a:lnTo>
                <a:lnTo>
                  <a:pt x="354" y="12114"/>
                </a:lnTo>
                <a:lnTo>
                  <a:pt x="436" y="11942"/>
                </a:lnTo>
                <a:lnTo>
                  <a:pt x="436" y="11769"/>
                </a:lnTo>
                <a:lnTo>
                  <a:pt x="490" y="11596"/>
                </a:lnTo>
                <a:lnTo>
                  <a:pt x="490" y="11423"/>
                </a:lnTo>
                <a:lnTo>
                  <a:pt x="545" y="11201"/>
                </a:lnTo>
                <a:lnTo>
                  <a:pt x="545" y="11029"/>
                </a:lnTo>
                <a:lnTo>
                  <a:pt x="599" y="10856"/>
                </a:lnTo>
                <a:lnTo>
                  <a:pt x="681" y="10634"/>
                </a:lnTo>
                <a:lnTo>
                  <a:pt x="681" y="10461"/>
                </a:lnTo>
                <a:lnTo>
                  <a:pt x="735" y="10288"/>
                </a:lnTo>
                <a:lnTo>
                  <a:pt x="735" y="10066"/>
                </a:lnTo>
                <a:lnTo>
                  <a:pt x="790" y="9894"/>
                </a:lnTo>
                <a:lnTo>
                  <a:pt x="790" y="9746"/>
                </a:lnTo>
                <a:lnTo>
                  <a:pt x="844" y="9499"/>
                </a:lnTo>
                <a:lnTo>
                  <a:pt x="926" y="9326"/>
                </a:lnTo>
                <a:lnTo>
                  <a:pt x="926" y="9178"/>
                </a:lnTo>
                <a:lnTo>
                  <a:pt x="981" y="8931"/>
                </a:lnTo>
                <a:lnTo>
                  <a:pt x="981" y="8783"/>
                </a:lnTo>
                <a:lnTo>
                  <a:pt x="1035" y="8611"/>
                </a:lnTo>
                <a:lnTo>
                  <a:pt x="1117" y="8364"/>
                </a:lnTo>
                <a:lnTo>
                  <a:pt x="1117" y="8216"/>
                </a:lnTo>
                <a:lnTo>
                  <a:pt x="1171" y="8043"/>
                </a:lnTo>
                <a:lnTo>
                  <a:pt x="1171" y="7821"/>
                </a:lnTo>
                <a:lnTo>
                  <a:pt x="1226" y="7648"/>
                </a:lnTo>
                <a:lnTo>
                  <a:pt x="1226" y="7476"/>
                </a:lnTo>
                <a:lnTo>
                  <a:pt x="1280" y="7254"/>
                </a:lnTo>
                <a:lnTo>
                  <a:pt x="1362" y="7081"/>
                </a:lnTo>
                <a:lnTo>
                  <a:pt x="1362" y="6908"/>
                </a:lnTo>
                <a:lnTo>
                  <a:pt x="1417" y="6686"/>
                </a:lnTo>
                <a:lnTo>
                  <a:pt x="1471" y="6464"/>
                </a:lnTo>
                <a:lnTo>
                  <a:pt x="1471" y="6291"/>
                </a:lnTo>
                <a:lnTo>
                  <a:pt x="1526" y="6119"/>
                </a:lnTo>
                <a:lnTo>
                  <a:pt x="1526" y="5897"/>
                </a:lnTo>
                <a:lnTo>
                  <a:pt x="1607" y="5724"/>
                </a:lnTo>
                <a:lnTo>
                  <a:pt x="1607" y="5551"/>
                </a:lnTo>
                <a:lnTo>
                  <a:pt x="1662" y="5329"/>
                </a:lnTo>
                <a:lnTo>
                  <a:pt x="1716" y="5156"/>
                </a:lnTo>
                <a:lnTo>
                  <a:pt x="1716" y="4984"/>
                </a:lnTo>
                <a:lnTo>
                  <a:pt x="1798" y="4762"/>
                </a:lnTo>
                <a:lnTo>
                  <a:pt x="1798" y="4589"/>
                </a:lnTo>
                <a:lnTo>
                  <a:pt x="1853" y="4416"/>
                </a:lnTo>
                <a:lnTo>
                  <a:pt x="1907" y="4194"/>
                </a:lnTo>
                <a:lnTo>
                  <a:pt x="1907" y="4021"/>
                </a:lnTo>
                <a:lnTo>
                  <a:pt x="1962" y="3849"/>
                </a:lnTo>
                <a:lnTo>
                  <a:pt x="1962" y="3627"/>
                </a:lnTo>
                <a:lnTo>
                  <a:pt x="2043" y="3454"/>
                </a:lnTo>
                <a:lnTo>
                  <a:pt x="2043" y="3281"/>
                </a:lnTo>
                <a:lnTo>
                  <a:pt x="2098" y="3059"/>
                </a:lnTo>
                <a:lnTo>
                  <a:pt x="2153" y="2886"/>
                </a:lnTo>
                <a:lnTo>
                  <a:pt x="2153" y="2714"/>
                </a:lnTo>
                <a:lnTo>
                  <a:pt x="2234" y="2492"/>
                </a:lnTo>
                <a:lnTo>
                  <a:pt x="2289" y="2319"/>
                </a:lnTo>
                <a:lnTo>
                  <a:pt x="2289" y="2146"/>
                </a:lnTo>
                <a:lnTo>
                  <a:pt x="2343" y="1924"/>
                </a:lnTo>
                <a:lnTo>
                  <a:pt x="2343" y="1751"/>
                </a:lnTo>
                <a:lnTo>
                  <a:pt x="2398" y="1579"/>
                </a:lnTo>
                <a:lnTo>
                  <a:pt x="2398" y="1357"/>
                </a:lnTo>
                <a:lnTo>
                  <a:pt x="2480" y="1184"/>
                </a:lnTo>
                <a:lnTo>
                  <a:pt x="2480" y="1011"/>
                </a:lnTo>
                <a:lnTo>
                  <a:pt x="2534" y="789"/>
                </a:lnTo>
                <a:lnTo>
                  <a:pt x="2589" y="567"/>
                </a:lnTo>
                <a:lnTo>
                  <a:pt x="2589" y="394"/>
                </a:lnTo>
                <a:lnTo>
                  <a:pt x="2643" y="22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7641533" y="3457590"/>
            <a:ext cx="2670" cy="14088"/>
          </a:xfrm>
          <a:custGeom>
            <a:avLst/>
            <a:gdLst/>
            <a:ahLst/>
            <a:cxnLst/>
            <a:rect l="l" t="t" r="r" b="b"/>
            <a:pathLst>
              <a:path w="2670" h="14088">
                <a:moveTo>
                  <a:pt x="0" y="14088"/>
                </a:moveTo>
                <a:lnTo>
                  <a:pt x="0" y="13916"/>
                </a:lnTo>
                <a:lnTo>
                  <a:pt x="54" y="13743"/>
                </a:lnTo>
                <a:lnTo>
                  <a:pt x="54" y="13521"/>
                </a:lnTo>
                <a:lnTo>
                  <a:pt x="109" y="13348"/>
                </a:lnTo>
                <a:lnTo>
                  <a:pt x="109" y="13175"/>
                </a:lnTo>
                <a:lnTo>
                  <a:pt x="190" y="12953"/>
                </a:lnTo>
                <a:lnTo>
                  <a:pt x="245" y="12781"/>
                </a:lnTo>
                <a:lnTo>
                  <a:pt x="245" y="12608"/>
                </a:lnTo>
                <a:lnTo>
                  <a:pt x="299" y="12386"/>
                </a:lnTo>
                <a:lnTo>
                  <a:pt x="299" y="12213"/>
                </a:lnTo>
                <a:lnTo>
                  <a:pt x="354" y="12065"/>
                </a:lnTo>
                <a:lnTo>
                  <a:pt x="436" y="11818"/>
                </a:lnTo>
                <a:lnTo>
                  <a:pt x="436" y="11646"/>
                </a:lnTo>
                <a:lnTo>
                  <a:pt x="490" y="11497"/>
                </a:lnTo>
                <a:lnTo>
                  <a:pt x="490" y="11251"/>
                </a:lnTo>
                <a:lnTo>
                  <a:pt x="545" y="11103"/>
                </a:lnTo>
                <a:lnTo>
                  <a:pt x="545" y="10930"/>
                </a:lnTo>
                <a:lnTo>
                  <a:pt x="626" y="10683"/>
                </a:lnTo>
                <a:lnTo>
                  <a:pt x="681" y="10535"/>
                </a:lnTo>
                <a:lnTo>
                  <a:pt x="681" y="10363"/>
                </a:lnTo>
                <a:lnTo>
                  <a:pt x="735" y="10140"/>
                </a:lnTo>
                <a:lnTo>
                  <a:pt x="790" y="9968"/>
                </a:lnTo>
                <a:lnTo>
                  <a:pt x="790" y="9795"/>
                </a:lnTo>
                <a:lnTo>
                  <a:pt x="872" y="9573"/>
                </a:lnTo>
                <a:lnTo>
                  <a:pt x="872" y="9400"/>
                </a:lnTo>
                <a:lnTo>
                  <a:pt x="926" y="9228"/>
                </a:lnTo>
                <a:lnTo>
                  <a:pt x="926" y="9005"/>
                </a:lnTo>
                <a:lnTo>
                  <a:pt x="981" y="8833"/>
                </a:lnTo>
                <a:lnTo>
                  <a:pt x="981" y="8660"/>
                </a:lnTo>
                <a:lnTo>
                  <a:pt x="1035" y="8438"/>
                </a:lnTo>
                <a:lnTo>
                  <a:pt x="1117" y="8265"/>
                </a:lnTo>
                <a:lnTo>
                  <a:pt x="1117" y="8093"/>
                </a:lnTo>
                <a:lnTo>
                  <a:pt x="1171" y="7870"/>
                </a:lnTo>
                <a:lnTo>
                  <a:pt x="1226" y="7698"/>
                </a:lnTo>
                <a:lnTo>
                  <a:pt x="1226" y="7525"/>
                </a:lnTo>
                <a:lnTo>
                  <a:pt x="1308" y="7303"/>
                </a:lnTo>
                <a:lnTo>
                  <a:pt x="1308" y="7130"/>
                </a:lnTo>
                <a:lnTo>
                  <a:pt x="1362" y="6958"/>
                </a:lnTo>
                <a:lnTo>
                  <a:pt x="1362" y="6735"/>
                </a:lnTo>
                <a:lnTo>
                  <a:pt x="1417" y="6563"/>
                </a:lnTo>
                <a:lnTo>
                  <a:pt x="1471" y="6390"/>
                </a:lnTo>
                <a:lnTo>
                  <a:pt x="1471" y="6168"/>
                </a:lnTo>
                <a:lnTo>
                  <a:pt x="1553" y="5995"/>
                </a:lnTo>
                <a:lnTo>
                  <a:pt x="1553" y="5823"/>
                </a:lnTo>
                <a:lnTo>
                  <a:pt x="1607" y="5650"/>
                </a:lnTo>
                <a:lnTo>
                  <a:pt x="1607" y="5477"/>
                </a:lnTo>
                <a:lnTo>
                  <a:pt x="1662" y="5329"/>
                </a:lnTo>
                <a:lnTo>
                  <a:pt x="1662" y="5082"/>
                </a:lnTo>
                <a:lnTo>
                  <a:pt x="1716" y="4934"/>
                </a:lnTo>
                <a:lnTo>
                  <a:pt x="1798" y="4762"/>
                </a:lnTo>
                <a:lnTo>
                  <a:pt x="1798" y="4539"/>
                </a:lnTo>
                <a:lnTo>
                  <a:pt x="1853" y="4367"/>
                </a:lnTo>
                <a:lnTo>
                  <a:pt x="1853" y="4194"/>
                </a:lnTo>
                <a:lnTo>
                  <a:pt x="1907" y="3972"/>
                </a:lnTo>
                <a:lnTo>
                  <a:pt x="1989" y="3799"/>
                </a:lnTo>
                <a:lnTo>
                  <a:pt x="1989" y="3627"/>
                </a:lnTo>
                <a:lnTo>
                  <a:pt x="2043" y="3404"/>
                </a:lnTo>
                <a:lnTo>
                  <a:pt x="2043" y="3232"/>
                </a:lnTo>
                <a:lnTo>
                  <a:pt x="2098" y="3059"/>
                </a:lnTo>
                <a:lnTo>
                  <a:pt x="2153" y="2837"/>
                </a:lnTo>
                <a:lnTo>
                  <a:pt x="2153" y="2664"/>
                </a:lnTo>
                <a:lnTo>
                  <a:pt x="2234" y="2492"/>
                </a:lnTo>
                <a:lnTo>
                  <a:pt x="2234" y="2269"/>
                </a:lnTo>
                <a:lnTo>
                  <a:pt x="2289" y="2097"/>
                </a:lnTo>
                <a:lnTo>
                  <a:pt x="2289" y="1924"/>
                </a:lnTo>
                <a:lnTo>
                  <a:pt x="2343" y="1702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89" y="567"/>
                </a:lnTo>
                <a:lnTo>
                  <a:pt x="2589" y="394"/>
                </a:lnTo>
                <a:lnTo>
                  <a:pt x="2670" y="222"/>
                </a:lnTo>
                <a:lnTo>
                  <a:pt x="2670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7644204" y="3443551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14039"/>
                </a:moveTo>
                <a:lnTo>
                  <a:pt x="54" y="13866"/>
                </a:lnTo>
                <a:lnTo>
                  <a:pt x="54" y="13693"/>
                </a:lnTo>
                <a:lnTo>
                  <a:pt x="109" y="13471"/>
                </a:lnTo>
                <a:lnTo>
                  <a:pt x="163" y="13299"/>
                </a:lnTo>
                <a:lnTo>
                  <a:pt x="163" y="13126"/>
                </a:lnTo>
                <a:lnTo>
                  <a:pt x="245" y="12904"/>
                </a:lnTo>
                <a:lnTo>
                  <a:pt x="299" y="12731"/>
                </a:lnTo>
                <a:lnTo>
                  <a:pt x="299" y="12558"/>
                </a:lnTo>
                <a:lnTo>
                  <a:pt x="354" y="12336"/>
                </a:lnTo>
                <a:lnTo>
                  <a:pt x="354" y="12164"/>
                </a:lnTo>
                <a:lnTo>
                  <a:pt x="436" y="11991"/>
                </a:lnTo>
                <a:lnTo>
                  <a:pt x="436" y="11769"/>
                </a:lnTo>
                <a:lnTo>
                  <a:pt x="490" y="11596"/>
                </a:lnTo>
                <a:lnTo>
                  <a:pt x="490" y="11448"/>
                </a:lnTo>
                <a:lnTo>
                  <a:pt x="545" y="11201"/>
                </a:lnTo>
                <a:lnTo>
                  <a:pt x="599" y="11029"/>
                </a:lnTo>
                <a:lnTo>
                  <a:pt x="599" y="10881"/>
                </a:lnTo>
                <a:lnTo>
                  <a:pt x="681" y="10634"/>
                </a:lnTo>
                <a:lnTo>
                  <a:pt x="735" y="10486"/>
                </a:lnTo>
                <a:lnTo>
                  <a:pt x="735" y="10313"/>
                </a:lnTo>
                <a:lnTo>
                  <a:pt x="790" y="10091"/>
                </a:lnTo>
                <a:lnTo>
                  <a:pt x="790" y="9918"/>
                </a:lnTo>
                <a:lnTo>
                  <a:pt x="844" y="9746"/>
                </a:lnTo>
                <a:lnTo>
                  <a:pt x="844" y="9524"/>
                </a:lnTo>
                <a:lnTo>
                  <a:pt x="926" y="9351"/>
                </a:lnTo>
                <a:lnTo>
                  <a:pt x="981" y="9178"/>
                </a:lnTo>
                <a:lnTo>
                  <a:pt x="981" y="8956"/>
                </a:lnTo>
                <a:lnTo>
                  <a:pt x="1035" y="8783"/>
                </a:lnTo>
                <a:lnTo>
                  <a:pt x="1035" y="8611"/>
                </a:lnTo>
                <a:lnTo>
                  <a:pt x="1117" y="8389"/>
                </a:lnTo>
                <a:lnTo>
                  <a:pt x="1171" y="8216"/>
                </a:lnTo>
                <a:lnTo>
                  <a:pt x="1171" y="8043"/>
                </a:lnTo>
                <a:lnTo>
                  <a:pt x="1226" y="7821"/>
                </a:lnTo>
                <a:lnTo>
                  <a:pt x="1226" y="7648"/>
                </a:lnTo>
                <a:lnTo>
                  <a:pt x="1280" y="7476"/>
                </a:lnTo>
                <a:lnTo>
                  <a:pt x="1280" y="7303"/>
                </a:lnTo>
                <a:lnTo>
                  <a:pt x="1362" y="7130"/>
                </a:lnTo>
                <a:lnTo>
                  <a:pt x="1417" y="6908"/>
                </a:lnTo>
                <a:lnTo>
                  <a:pt x="1417" y="6735"/>
                </a:lnTo>
                <a:lnTo>
                  <a:pt x="1471" y="6563"/>
                </a:lnTo>
                <a:lnTo>
                  <a:pt x="1471" y="6341"/>
                </a:lnTo>
                <a:lnTo>
                  <a:pt x="1553" y="6168"/>
                </a:lnTo>
                <a:lnTo>
                  <a:pt x="1553" y="5995"/>
                </a:lnTo>
                <a:lnTo>
                  <a:pt x="1607" y="5773"/>
                </a:lnTo>
                <a:lnTo>
                  <a:pt x="1662" y="5600"/>
                </a:lnTo>
                <a:lnTo>
                  <a:pt x="1662" y="5428"/>
                </a:lnTo>
                <a:lnTo>
                  <a:pt x="1716" y="5206"/>
                </a:lnTo>
                <a:lnTo>
                  <a:pt x="1716" y="5033"/>
                </a:lnTo>
                <a:lnTo>
                  <a:pt x="1798" y="4885"/>
                </a:lnTo>
                <a:lnTo>
                  <a:pt x="1853" y="4638"/>
                </a:lnTo>
                <a:lnTo>
                  <a:pt x="1853" y="4465"/>
                </a:lnTo>
                <a:lnTo>
                  <a:pt x="1907" y="4317"/>
                </a:lnTo>
                <a:lnTo>
                  <a:pt x="1907" y="4071"/>
                </a:lnTo>
                <a:lnTo>
                  <a:pt x="1962" y="3923"/>
                </a:lnTo>
                <a:lnTo>
                  <a:pt x="1962" y="3750"/>
                </a:lnTo>
                <a:lnTo>
                  <a:pt x="2043" y="3503"/>
                </a:lnTo>
                <a:lnTo>
                  <a:pt x="2098" y="3355"/>
                </a:lnTo>
                <a:lnTo>
                  <a:pt x="2098" y="3182"/>
                </a:lnTo>
                <a:lnTo>
                  <a:pt x="2153" y="2960"/>
                </a:lnTo>
                <a:lnTo>
                  <a:pt x="2234" y="2788"/>
                </a:lnTo>
                <a:lnTo>
                  <a:pt x="2234" y="2615"/>
                </a:lnTo>
                <a:lnTo>
                  <a:pt x="2289" y="2393"/>
                </a:lnTo>
                <a:lnTo>
                  <a:pt x="2289" y="2220"/>
                </a:lnTo>
                <a:lnTo>
                  <a:pt x="2343" y="2047"/>
                </a:lnTo>
                <a:lnTo>
                  <a:pt x="2343" y="1825"/>
                </a:lnTo>
                <a:lnTo>
                  <a:pt x="2398" y="1653"/>
                </a:lnTo>
                <a:lnTo>
                  <a:pt x="2398" y="1480"/>
                </a:lnTo>
                <a:lnTo>
                  <a:pt x="2480" y="1258"/>
                </a:lnTo>
                <a:lnTo>
                  <a:pt x="2534" y="1085"/>
                </a:lnTo>
                <a:lnTo>
                  <a:pt x="2534" y="912"/>
                </a:lnTo>
                <a:lnTo>
                  <a:pt x="2589" y="690"/>
                </a:lnTo>
                <a:lnTo>
                  <a:pt x="2670" y="518"/>
                </a:lnTo>
                <a:lnTo>
                  <a:pt x="2670" y="345"/>
                </a:lnTo>
                <a:lnTo>
                  <a:pt x="2725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7646929" y="3429536"/>
            <a:ext cx="2725" cy="14014"/>
          </a:xfrm>
          <a:custGeom>
            <a:avLst/>
            <a:gdLst/>
            <a:ahLst/>
            <a:cxnLst/>
            <a:rect l="l" t="t" r="r" b="b"/>
            <a:pathLst>
              <a:path w="2725" h="14014">
                <a:moveTo>
                  <a:pt x="0" y="14014"/>
                </a:moveTo>
                <a:lnTo>
                  <a:pt x="54" y="13792"/>
                </a:lnTo>
                <a:lnTo>
                  <a:pt x="54" y="13619"/>
                </a:lnTo>
                <a:lnTo>
                  <a:pt x="109" y="13447"/>
                </a:lnTo>
                <a:lnTo>
                  <a:pt x="190" y="13225"/>
                </a:lnTo>
                <a:lnTo>
                  <a:pt x="190" y="13052"/>
                </a:lnTo>
                <a:lnTo>
                  <a:pt x="245" y="12879"/>
                </a:lnTo>
                <a:lnTo>
                  <a:pt x="245" y="12657"/>
                </a:lnTo>
                <a:lnTo>
                  <a:pt x="299" y="12484"/>
                </a:lnTo>
                <a:lnTo>
                  <a:pt x="299" y="12312"/>
                </a:lnTo>
                <a:lnTo>
                  <a:pt x="354" y="12090"/>
                </a:lnTo>
                <a:lnTo>
                  <a:pt x="436" y="11917"/>
                </a:lnTo>
                <a:lnTo>
                  <a:pt x="436" y="11769"/>
                </a:lnTo>
                <a:lnTo>
                  <a:pt x="490" y="11522"/>
                </a:lnTo>
                <a:lnTo>
                  <a:pt x="490" y="11374"/>
                </a:lnTo>
                <a:lnTo>
                  <a:pt x="545" y="11201"/>
                </a:lnTo>
                <a:lnTo>
                  <a:pt x="626" y="10955"/>
                </a:lnTo>
                <a:lnTo>
                  <a:pt x="626" y="10807"/>
                </a:lnTo>
                <a:lnTo>
                  <a:pt x="681" y="10634"/>
                </a:lnTo>
                <a:lnTo>
                  <a:pt x="681" y="10412"/>
                </a:lnTo>
                <a:lnTo>
                  <a:pt x="735" y="10239"/>
                </a:lnTo>
                <a:lnTo>
                  <a:pt x="735" y="10066"/>
                </a:lnTo>
                <a:lnTo>
                  <a:pt x="790" y="9844"/>
                </a:lnTo>
                <a:lnTo>
                  <a:pt x="872" y="9672"/>
                </a:lnTo>
                <a:lnTo>
                  <a:pt x="872" y="9499"/>
                </a:lnTo>
                <a:lnTo>
                  <a:pt x="926" y="9326"/>
                </a:lnTo>
                <a:lnTo>
                  <a:pt x="926" y="9153"/>
                </a:lnTo>
                <a:lnTo>
                  <a:pt x="981" y="8931"/>
                </a:lnTo>
                <a:lnTo>
                  <a:pt x="1035" y="8759"/>
                </a:lnTo>
                <a:lnTo>
                  <a:pt x="1035" y="8586"/>
                </a:lnTo>
                <a:lnTo>
                  <a:pt x="1117" y="8364"/>
                </a:lnTo>
                <a:lnTo>
                  <a:pt x="1117" y="8191"/>
                </a:lnTo>
                <a:lnTo>
                  <a:pt x="1171" y="8018"/>
                </a:lnTo>
                <a:lnTo>
                  <a:pt x="1171" y="7796"/>
                </a:lnTo>
                <a:lnTo>
                  <a:pt x="1226" y="7624"/>
                </a:lnTo>
                <a:lnTo>
                  <a:pt x="1308" y="7451"/>
                </a:lnTo>
                <a:lnTo>
                  <a:pt x="1308" y="7229"/>
                </a:lnTo>
                <a:lnTo>
                  <a:pt x="1362" y="7056"/>
                </a:lnTo>
                <a:lnTo>
                  <a:pt x="1362" y="6883"/>
                </a:lnTo>
                <a:lnTo>
                  <a:pt x="1417" y="6661"/>
                </a:lnTo>
                <a:lnTo>
                  <a:pt x="1471" y="6489"/>
                </a:lnTo>
                <a:lnTo>
                  <a:pt x="1471" y="6316"/>
                </a:lnTo>
                <a:lnTo>
                  <a:pt x="1553" y="6168"/>
                </a:lnTo>
                <a:lnTo>
                  <a:pt x="1553" y="5995"/>
                </a:lnTo>
                <a:lnTo>
                  <a:pt x="1607" y="5748"/>
                </a:lnTo>
                <a:lnTo>
                  <a:pt x="1662" y="5600"/>
                </a:lnTo>
                <a:lnTo>
                  <a:pt x="1662" y="5428"/>
                </a:lnTo>
                <a:lnTo>
                  <a:pt x="1744" y="5206"/>
                </a:lnTo>
                <a:lnTo>
                  <a:pt x="1744" y="5033"/>
                </a:lnTo>
                <a:lnTo>
                  <a:pt x="1798" y="4860"/>
                </a:lnTo>
                <a:lnTo>
                  <a:pt x="1798" y="4638"/>
                </a:lnTo>
                <a:lnTo>
                  <a:pt x="1853" y="4465"/>
                </a:lnTo>
                <a:lnTo>
                  <a:pt x="1853" y="4293"/>
                </a:lnTo>
                <a:lnTo>
                  <a:pt x="1907" y="4071"/>
                </a:lnTo>
                <a:lnTo>
                  <a:pt x="1989" y="3898"/>
                </a:lnTo>
                <a:lnTo>
                  <a:pt x="1989" y="3725"/>
                </a:lnTo>
                <a:lnTo>
                  <a:pt x="2043" y="3503"/>
                </a:lnTo>
                <a:lnTo>
                  <a:pt x="2098" y="3330"/>
                </a:lnTo>
                <a:lnTo>
                  <a:pt x="2098" y="3158"/>
                </a:lnTo>
                <a:lnTo>
                  <a:pt x="2153" y="2985"/>
                </a:lnTo>
                <a:lnTo>
                  <a:pt x="2153" y="2812"/>
                </a:lnTo>
                <a:lnTo>
                  <a:pt x="2234" y="2590"/>
                </a:lnTo>
                <a:lnTo>
                  <a:pt x="2234" y="2418"/>
                </a:lnTo>
                <a:lnTo>
                  <a:pt x="2289" y="2245"/>
                </a:lnTo>
                <a:lnTo>
                  <a:pt x="2343" y="2023"/>
                </a:lnTo>
                <a:lnTo>
                  <a:pt x="2343" y="1850"/>
                </a:lnTo>
                <a:lnTo>
                  <a:pt x="2425" y="1677"/>
                </a:lnTo>
                <a:lnTo>
                  <a:pt x="2425" y="1455"/>
                </a:lnTo>
                <a:lnTo>
                  <a:pt x="2480" y="1283"/>
                </a:lnTo>
                <a:lnTo>
                  <a:pt x="2480" y="1110"/>
                </a:lnTo>
                <a:lnTo>
                  <a:pt x="2534" y="962"/>
                </a:lnTo>
                <a:lnTo>
                  <a:pt x="2534" y="789"/>
                </a:lnTo>
                <a:lnTo>
                  <a:pt x="2589" y="542"/>
                </a:lnTo>
                <a:lnTo>
                  <a:pt x="2670" y="394"/>
                </a:lnTo>
                <a:lnTo>
                  <a:pt x="2670" y="22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7649654" y="3415595"/>
            <a:ext cx="2725" cy="13940"/>
          </a:xfrm>
          <a:custGeom>
            <a:avLst/>
            <a:gdLst/>
            <a:ahLst/>
            <a:cxnLst/>
            <a:rect l="l" t="t" r="r" b="b"/>
            <a:pathLst>
              <a:path w="2725" h="13940">
                <a:moveTo>
                  <a:pt x="0" y="13940"/>
                </a:moveTo>
                <a:lnTo>
                  <a:pt x="54" y="13767"/>
                </a:lnTo>
                <a:lnTo>
                  <a:pt x="54" y="13595"/>
                </a:lnTo>
                <a:lnTo>
                  <a:pt x="136" y="13373"/>
                </a:lnTo>
                <a:lnTo>
                  <a:pt x="136" y="13200"/>
                </a:lnTo>
                <a:lnTo>
                  <a:pt x="190" y="13027"/>
                </a:lnTo>
                <a:lnTo>
                  <a:pt x="190" y="12805"/>
                </a:lnTo>
                <a:lnTo>
                  <a:pt x="245" y="12632"/>
                </a:lnTo>
                <a:lnTo>
                  <a:pt x="299" y="12460"/>
                </a:lnTo>
                <a:lnTo>
                  <a:pt x="299" y="12287"/>
                </a:lnTo>
                <a:lnTo>
                  <a:pt x="381" y="12114"/>
                </a:lnTo>
                <a:lnTo>
                  <a:pt x="381" y="11892"/>
                </a:lnTo>
                <a:lnTo>
                  <a:pt x="436" y="11720"/>
                </a:lnTo>
                <a:lnTo>
                  <a:pt x="436" y="11547"/>
                </a:lnTo>
                <a:lnTo>
                  <a:pt x="490" y="11325"/>
                </a:lnTo>
                <a:lnTo>
                  <a:pt x="545" y="11152"/>
                </a:lnTo>
                <a:lnTo>
                  <a:pt x="545" y="10979"/>
                </a:lnTo>
                <a:lnTo>
                  <a:pt x="626" y="10757"/>
                </a:lnTo>
                <a:lnTo>
                  <a:pt x="626" y="10585"/>
                </a:lnTo>
                <a:lnTo>
                  <a:pt x="681" y="10412"/>
                </a:lnTo>
                <a:lnTo>
                  <a:pt x="735" y="10239"/>
                </a:lnTo>
                <a:lnTo>
                  <a:pt x="735" y="10091"/>
                </a:lnTo>
                <a:lnTo>
                  <a:pt x="817" y="9844"/>
                </a:lnTo>
                <a:lnTo>
                  <a:pt x="817" y="9696"/>
                </a:lnTo>
                <a:lnTo>
                  <a:pt x="872" y="9524"/>
                </a:lnTo>
                <a:lnTo>
                  <a:pt x="872" y="9277"/>
                </a:lnTo>
                <a:lnTo>
                  <a:pt x="926" y="9129"/>
                </a:lnTo>
                <a:lnTo>
                  <a:pt x="981" y="8956"/>
                </a:lnTo>
                <a:lnTo>
                  <a:pt x="981" y="8783"/>
                </a:lnTo>
                <a:lnTo>
                  <a:pt x="1062" y="8611"/>
                </a:lnTo>
                <a:lnTo>
                  <a:pt x="1062" y="8389"/>
                </a:lnTo>
                <a:lnTo>
                  <a:pt x="1117" y="8216"/>
                </a:lnTo>
                <a:lnTo>
                  <a:pt x="1117" y="8043"/>
                </a:lnTo>
                <a:lnTo>
                  <a:pt x="1171" y="7821"/>
                </a:lnTo>
                <a:lnTo>
                  <a:pt x="1226" y="7648"/>
                </a:lnTo>
                <a:lnTo>
                  <a:pt x="1226" y="7476"/>
                </a:lnTo>
                <a:lnTo>
                  <a:pt x="1308" y="7254"/>
                </a:lnTo>
                <a:lnTo>
                  <a:pt x="1308" y="7081"/>
                </a:lnTo>
                <a:lnTo>
                  <a:pt x="1362" y="6908"/>
                </a:lnTo>
                <a:lnTo>
                  <a:pt x="1417" y="6735"/>
                </a:lnTo>
                <a:lnTo>
                  <a:pt x="1417" y="6563"/>
                </a:lnTo>
                <a:lnTo>
                  <a:pt x="1498" y="6341"/>
                </a:lnTo>
                <a:lnTo>
                  <a:pt x="1498" y="6168"/>
                </a:lnTo>
                <a:lnTo>
                  <a:pt x="1553" y="5995"/>
                </a:lnTo>
                <a:lnTo>
                  <a:pt x="1553" y="5773"/>
                </a:lnTo>
                <a:lnTo>
                  <a:pt x="1607" y="5600"/>
                </a:lnTo>
                <a:lnTo>
                  <a:pt x="1662" y="5452"/>
                </a:lnTo>
                <a:lnTo>
                  <a:pt x="1662" y="5280"/>
                </a:lnTo>
                <a:lnTo>
                  <a:pt x="1744" y="5107"/>
                </a:lnTo>
                <a:lnTo>
                  <a:pt x="1744" y="4885"/>
                </a:lnTo>
                <a:lnTo>
                  <a:pt x="1798" y="4712"/>
                </a:lnTo>
                <a:lnTo>
                  <a:pt x="1798" y="4539"/>
                </a:lnTo>
                <a:lnTo>
                  <a:pt x="1853" y="4317"/>
                </a:lnTo>
                <a:lnTo>
                  <a:pt x="1934" y="4145"/>
                </a:lnTo>
                <a:lnTo>
                  <a:pt x="1934" y="3972"/>
                </a:lnTo>
                <a:lnTo>
                  <a:pt x="1989" y="3799"/>
                </a:lnTo>
                <a:lnTo>
                  <a:pt x="1989" y="3627"/>
                </a:lnTo>
                <a:lnTo>
                  <a:pt x="2043" y="3404"/>
                </a:lnTo>
                <a:lnTo>
                  <a:pt x="2098" y="3232"/>
                </a:lnTo>
                <a:lnTo>
                  <a:pt x="2098" y="3059"/>
                </a:lnTo>
                <a:lnTo>
                  <a:pt x="2180" y="2837"/>
                </a:lnTo>
                <a:lnTo>
                  <a:pt x="2180" y="2664"/>
                </a:lnTo>
                <a:lnTo>
                  <a:pt x="2234" y="2492"/>
                </a:lnTo>
                <a:lnTo>
                  <a:pt x="2234" y="2319"/>
                </a:lnTo>
                <a:lnTo>
                  <a:pt x="2289" y="2171"/>
                </a:lnTo>
                <a:lnTo>
                  <a:pt x="2343" y="1924"/>
                </a:lnTo>
                <a:lnTo>
                  <a:pt x="2343" y="1751"/>
                </a:lnTo>
                <a:lnTo>
                  <a:pt x="2425" y="1603"/>
                </a:lnTo>
                <a:lnTo>
                  <a:pt x="2425" y="1357"/>
                </a:lnTo>
                <a:lnTo>
                  <a:pt x="2480" y="1209"/>
                </a:lnTo>
                <a:lnTo>
                  <a:pt x="2480" y="1036"/>
                </a:lnTo>
                <a:lnTo>
                  <a:pt x="2534" y="863"/>
                </a:lnTo>
                <a:lnTo>
                  <a:pt x="2534" y="690"/>
                </a:lnTo>
                <a:lnTo>
                  <a:pt x="2616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7652380" y="3401679"/>
            <a:ext cx="2670" cy="13916"/>
          </a:xfrm>
          <a:custGeom>
            <a:avLst/>
            <a:gdLst/>
            <a:ahLst/>
            <a:cxnLst/>
            <a:rect l="l" t="t" r="r" b="b"/>
            <a:pathLst>
              <a:path w="2670" h="13916">
                <a:moveTo>
                  <a:pt x="0" y="13916"/>
                </a:moveTo>
                <a:lnTo>
                  <a:pt x="0" y="13767"/>
                </a:lnTo>
                <a:lnTo>
                  <a:pt x="54" y="13595"/>
                </a:lnTo>
                <a:lnTo>
                  <a:pt x="54" y="13422"/>
                </a:lnTo>
                <a:lnTo>
                  <a:pt x="136" y="13200"/>
                </a:lnTo>
                <a:lnTo>
                  <a:pt x="190" y="13027"/>
                </a:lnTo>
                <a:lnTo>
                  <a:pt x="190" y="12855"/>
                </a:lnTo>
                <a:lnTo>
                  <a:pt x="245" y="12682"/>
                </a:lnTo>
                <a:lnTo>
                  <a:pt x="245" y="12509"/>
                </a:lnTo>
                <a:lnTo>
                  <a:pt x="327" y="12287"/>
                </a:lnTo>
                <a:lnTo>
                  <a:pt x="327" y="12114"/>
                </a:lnTo>
                <a:lnTo>
                  <a:pt x="381" y="11942"/>
                </a:lnTo>
                <a:lnTo>
                  <a:pt x="381" y="11720"/>
                </a:lnTo>
                <a:lnTo>
                  <a:pt x="436" y="11547"/>
                </a:lnTo>
                <a:lnTo>
                  <a:pt x="490" y="11374"/>
                </a:lnTo>
                <a:lnTo>
                  <a:pt x="490" y="11201"/>
                </a:lnTo>
                <a:lnTo>
                  <a:pt x="572" y="11029"/>
                </a:lnTo>
                <a:lnTo>
                  <a:pt x="572" y="10807"/>
                </a:lnTo>
                <a:lnTo>
                  <a:pt x="626" y="10634"/>
                </a:lnTo>
                <a:lnTo>
                  <a:pt x="626" y="10461"/>
                </a:lnTo>
                <a:lnTo>
                  <a:pt x="681" y="10313"/>
                </a:lnTo>
                <a:lnTo>
                  <a:pt x="735" y="10140"/>
                </a:lnTo>
                <a:lnTo>
                  <a:pt x="735" y="9918"/>
                </a:lnTo>
                <a:lnTo>
                  <a:pt x="817" y="9746"/>
                </a:lnTo>
                <a:lnTo>
                  <a:pt x="817" y="9573"/>
                </a:lnTo>
                <a:lnTo>
                  <a:pt x="872" y="9351"/>
                </a:lnTo>
                <a:lnTo>
                  <a:pt x="926" y="9178"/>
                </a:lnTo>
                <a:lnTo>
                  <a:pt x="926" y="9005"/>
                </a:lnTo>
                <a:lnTo>
                  <a:pt x="1008" y="8833"/>
                </a:lnTo>
                <a:lnTo>
                  <a:pt x="1008" y="8660"/>
                </a:lnTo>
                <a:lnTo>
                  <a:pt x="1062" y="8438"/>
                </a:lnTo>
                <a:lnTo>
                  <a:pt x="1062" y="8265"/>
                </a:lnTo>
                <a:lnTo>
                  <a:pt x="1117" y="8093"/>
                </a:lnTo>
                <a:lnTo>
                  <a:pt x="1171" y="7920"/>
                </a:lnTo>
                <a:lnTo>
                  <a:pt x="1171" y="7747"/>
                </a:lnTo>
                <a:lnTo>
                  <a:pt x="1253" y="7525"/>
                </a:lnTo>
                <a:lnTo>
                  <a:pt x="1253" y="7352"/>
                </a:lnTo>
                <a:lnTo>
                  <a:pt x="1308" y="7180"/>
                </a:lnTo>
                <a:lnTo>
                  <a:pt x="1308" y="7032"/>
                </a:lnTo>
                <a:lnTo>
                  <a:pt x="1362" y="6859"/>
                </a:lnTo>
                <a:lnTo>
                  <a:pt x="1417" y="6637"/>
                </a:lnTo>
                <a:lnTo>
                  <a:pt x="1417" y="6464"/>
                </a:lnTo>
                <a:lnTo>
                  <a:pt x="1498" y="6291"/>
                </a:lnTo>
                <a:lnTo>
                  <a:pt x="1498" y="6069"/>
                </a:lnTo>
                <a:lnTo>
                  <a:pt x="1553" y="5897"/>
                </a:lnTo>
                <a:lnTo>
                  <a:pt x="1553" y="5724"/>
                </a:lnTo>
                <a:lnTo>
                  <a:pt x="1607" y="5551"/>
                </a:lnTo>
                <a:lnTo>
                  <a:pt x="1689" y="5378"/>
                </a:lnTo>
                <a:lnTo>
                  <a:pt x="1689" y="5156"/>
                </a:lnTo>
                <a:lnTo>
                  <a:pt x="1744" y="4984"/>
                </a:lnTo>
                <a:lnTo>
                  <a:pt x="1744" y="4811"/>
                </a:lnTo>
                <a:lnTo>
                  <a:pt x="1798" y="4638"/>
                </a:lnTo>
                <a:lnTo>
                  <a:pt x="1798" y="4465"/>
                </a:lnTo>
                <a:lnTo>
                  <a:pt x="1853" y="4243"/>
                </a:lnTo>
                <a:lnTo>
                  <a:pt x="1934" y="4071"/>
                </a:lnTo>
                <a:lnTo>
                  <a:pt x="1934" y="3898"/>
                </a:lnTo>
                <a:lnTo>
                  <a:pt x="1989" y="3750"/>
                </a:lnTo>
                <a:lnTo>
                  <a:pt x="1989" y="3577"/>
                </a:lnTo>
                <a:lnTo>
                  <a:pt x="2043" y="3355"/>
                </a:lnTo>
                <a:lnTo>
                  <a:pt x="2125" y="3182"/>
                </a:lnTo>
                <a:lnTo>
                  <a:pt x="2125" y="3010"/>
                </a:lnTo>
                <a:lnTo>
                  <a:pt x="2180" y="2837"/>
                </a:lnTo>
                <a:lnTo>
                  <a:pt x="2180" y="2664"/>
                </a:lnTo>
                <a:lnTo>
                  <a:pt x="2234" y="2442"/>
                </a:lnTo>
                <a:lnTo>
                  <a:pt x="2234" y="2269"/>
                </a:lnTo>
                <a:lnTo>
                  <a:pt x="2289" y="2097"/>
                </a:lnTo>
                <a:lnTo>
                  <a:pt x="2371" y="1924"/>
                </a:lnTo>
                <a:lnTo>
                  <a:pt x="2371" y="1751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480" y="1036"/>
                </a:lnTo>
                <a:lnTo>
                  <a:pt x="2534" y="863"/>
                </a:lnTo>
                <a:lnTo>
                  <a:pt x="2534" y="616"/>
                </a:lnTo>
                <a:lnTo>
                  <a:pt x="2616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7655050" y="3387887"/>
            <a:ext cx="2725" cy="13792"/>
          </a:xfrm>
          <a:custGeom>
            <a:avLst/>
            <a:gdLst/>
            <a:ahLst/>
            <a:cxnLst/>
            <a:rect l="l" t="t" r="r" b="b"/>
            <a:pathLst>
              <a:path w="2725" h="13792">
                <a:moveTo>
                  <a:pt x="0" y="13792"/>
                </a:moveTo>
                <a:lnTo>
                  <a:pt x="54" y="13619"/>
                </a:lnTo>
                <a:lnTo>
                  <a:pt x="136" y="13447"/>
                </a:lnTo>
                <a:lnTo>
                  <a:pt x="136" y="13299"/>
                </a:lnTo>
                <a:lnTo>
                  <a:pt x="190" y="13126"/>
                </a:lnTo>
                <a:lnTo>
                  <a:pt x="190" y="12904"/>
                </a:lnTo>
                <a:lnTo>
                  <a:pt x="245" y="12731"/>
                </a:lnTo>
                <a:lnTo>
                  <a:pt x="245" y="12558"/>
                </a:lnTo>
                <a:lnTo>
                  <a:pt x="299" y="12386"/>
                </a:lnTo>
                <a:lnTo>
                  <a:pt x="381" y="12213"/>
                </a:lnTo>
                <a:lnTo>
                  <a:pt x="381" y="11991"/>
                </a:lnTo>
                <a:lnTo>
                  <a:pt x="436" y="11818"/>
                </a:lnTo>
                <a:lnTo>
                  <a:pt x="436" y="11646"/>
                </a:lnTo>
                <a:lnTo>
                  <a:pt x="490" y="11473"/>
                </a:lnTo>
                <a:lnTo>
                  <a:pt x="490" y="11300"/>
                </a:lnTo>
                <a:lnTo>
                  <a:pt x="545" y="11078"/>
                </a:lnTo>
                <a:lnTo>
                  <a:pt x="626" y="10905"/>
                </a:lnTo>
                <a:lnTo>
                  <a:pt x="626" y="10733"/>
                </a:lnTo>
                <a:lnTo>
                  <a:pt x="681" y="10585"/>
                </a:lnTo>
                <a:lnTo>
                  <a:pt x="681" y="10412"/>
                </a:lnTo>
                <a:lnTo>
                  <a:pt x="735" y="10239"/>
                </a:lnTo>
                <a:lnTo>
                  <a:pt x="735" y="10066"/>
                </a:lnTo>
                <a:lnTo>
                  <a:pt x="817" y="9844"/>
                </a:lnTo>
                <a:lnTo>
                  <a:pt x="872" y="9672"/>
                </a:lnTo>
                <a:lnTo>
                  <a:pt x="872" y="9499"/>
                </a:lnTo>
                <a:lnTo>
                  <a:pt x="926" y="9326"/>
                </a:lnTo>
                <a:lnTo>
                  <a:pt x="926" y="9153"/>
                </a:lnTo>
                <a:lnTo>
                  <a:pt x="981" y="8931"/>
                </a:lnTo>
                <a:lnTo>
                  <a:pt x="1062" y="8759"/>
                </a:lnTo>
                <a:lnTo>
                  <a:pt x="1062" y="8586"/>
                </a:lnTo>
                <a:lnTo>
                  <a:pt x="1117" y="8413"/>
                </a:lnTo>
                <a:lnTo>
                  <a:pt x="1117" y="8241"/>
                </a:lnTo>
                <a:lnTo>
                  <a:pt x="1171" y="8018"/>
                </a:lnTo>
                <a:lnTo>
                  <a:pt x="1171" y="7846"/>
                </a:lnTo>
                <a:lnTo>
                  <a:pt x="1253" y="7698"/>
                </a:lnTo>
                <a:lnTo>
                  <a:pt x="1253" y="7525"/>
                </a:lnTo>
                <a:lnTo>
                  <a:pt x="1308" y="7352"/>
                </a:lnTo>
                <a:lnTo>
                  <a:pt x="1362" y="7180"/>
                </a:lnTo>
                <a:lnTo>
                  <a:pt x="1362" y="7007"/>
                </a:lnTo>
                <a:lnTo>
                  <a:pt x="1417" y="6785"/>
                </a:lnTo>
                <a:lnTo>
                  <a:pt x="1417" y="6612"/>
                </a:lnTo>
                <a:lnTo>
                  <a:pt x="1498" y="6439"/>
                </a:lnTo>
                <a:lnTo>
                  <a:pt x="1498" y="6267"/>
                </a:lnTo>
                <a:lnTo>
                  <a:pt x="1553" y="6094"/>
                </a:lnTo>
                <a:lnTo>
                  <a:pt x="1607" y="5872"/>
                </a:lnTo>
                <a:lnTo>
                  <a:pt x="1607" y="5699"/>
                </a:lnTo>
                <a:lnTo>
                  <a:pt x="1662" y="5526"/>
                </a:lnTo>
                <a:lnTo>
                  <a:pt x="1662" y="5378"/>
                </a:lnTo>
                <a:lnTo>
                  <a:pt x="1744" y="5206"/>
                </a:lnTo>
                <a:lnTo>
                  <a:pt x="1744" y="5033"/>
                </a:lnTo>
                <a:lnTo>
                  <a:pt x="1798" y="4860"/>
                </a:lnTo>
                <a:lnTo>
                  <a:pt x="1798" y="4638"/>
                </a:lnTo>
                <a:lnTo>
                  <a:pt x="1853" y="4465"/>
                </a:lnTo>
                <a:lnTo>
                  <a:pt x="1934" y="4293"/>
                </a:lnTo>
                <a:lnTo>
                  <a:pt x="1934" y="4120"/>
                </a:lnTo>
                <a:lnTo>
                  <a:pt x="1989" y="3947"/>
                </a:lnTo>
                <a:lnTo>
                  <a:pt x="1989" y="3775"/>
                </a:lnTo>
                <a:lnTo>
                  <a:pt x="2043" y="3602"/>
                </a:lnTo>
                <a:lnTo>
                  <a:pt x="2043" y="3380"/>
                </a:lnTo>
                <a:lnTo>
                  <a:pt x="2098" y="3207"/>
                </a:lnTo>
                <a:lnTo>
                  <a:pt x="2180" y="3034"/>
                </a:lnTo>
                <a:lnTo>
                  <a:pt x="2180" y="2886"/>
                </a:lnTo>
                <a:lnTo>
                  <a:pt x="2234" y="2714"/>
                </a:lnTo>
                <a:lnTo>
                  <a:pt x="2234" y="2492"/>
                </a:lnTo>
                <a:lnTo>
                  <a:pt x="2289" y="2319"/>
                </a:lnTo>
                <a:lnTo>
                  <a:pt x="2289" y="2146"/>
                </a:lnTo>
                <a:lnTo>
                  <a:pt x="2371" y="1973"/>
                </a:lnTo>
                <a:lnTo>
                  <a:pt x="2425" y="1801"/>
                </a:lnTo>
                <a:lnTo>
                  <a:pt x="2425" y="1628"/>
                </a:lnTo>
                <a:lnTo>
                  <a:pt x="2480" y="1455"/>
                </a:lnTo>
                <a:lnTo>
                  <a:pt x="2480" y="1233"/>
                </a:lnTo>
                <a:lnTo>
                  <a:pt x="2534" y="1060"/>
                </a:lnTo>
                <a:lnTo>
                  <a:pt x="2534" y="888"/>
                </a:lnTo>
                <a:lnTo>
                  <a:pt x="2616" y="715"/>
                </a:lnTo>
                <a:lnTo>
                  <a:pt x="2616" y="567"/>
                </a:lnTo>
                <a:lnTo>
                  <a:pt x="2670" y="394"/>
                </a:lnTo>
                <a:lnTo>
                  <a:pt x="2725" y="22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7657776" y="3374193"/>
            <a:ext cx="2725" cy="13693"/>
          </a:xfrm>
          <a:custGeom>
            <a:avLst/>
            <a:gdLst/>
            <a:ahLst/>
            <a:cxnLst/>
            <a:rect l="l" t="t" r="r" b="b"/>
            <a:pathLst>
              <a:path w="2725" h="13693">
                <a:moveTo>
                  <a:pt x="0" y="13693"/>
                </a:moveTo>
                <a:lnTo>
                  <a:pt x="54" y="13521"/>
                </a:lnTo>
                <a:lnTo>
                  <a:pt x="54" y="13348"/>
                </a:lnTo>
                <a:lnTo>
                  <a:pt x="136" y="13175"/>
                </a:lnTo>
                <a:lnTo>
                  <a:pt x="136" y="13003"/>
                </a:lnTo>
                <a:lnTo>
                  <a:pt x="190" y="12830"/>
                </a:lnTo>
                <a:lnTo>
                  <a:pt x="245" y="12657"/>
                </a:lnTo>
                <a:lnTo>
                  <a:pt x="245" y="12484"/>
                </a:lnTo>
                <a:lnTo>
                  <a:pt x="327" y="12336"/>
                </a:lnTo>
                <a:lnTo>
                  <a:pt x="327" y="12090"/>
                </a:lnTo>
                <a:lnTo>
                  <a:pt x="381" y="11942"/>
                </a:lnTo>
                <a:lnTo>
                  <a:pt x="381" y="11769"/>
                </a:lnTo>
                <a:lnTo>
                  <a:pt x="436" y="11596"/>
                </a:lnTo>
                <a:lnTo>
                  <a:pt x="436" y="11423"/>
                </a:lnTo>
                <a:lnTo>
                  <a:pt x="490" y="11251"/>
                </a:lnTo>
                <a:lnTo>
                  <a:pt x="572" y="11078"/>
                </a:lnTo>
                <a:lnTo>
                  <a:pt x="572" y="10856"/>
                </a:lnTo>
                <a:lnTo>
                  <a:pt x="626" y="10683"/>
                </a:lnTo>
                <a:lnTo>
                  <a:pt x="626" y="10511"/>
                </a:lnTo>
                <a:lnTo>
                  <a:pt x="681" y="10338"/>
                </a:lnTo>
                <a:lnTo>
                  <a:pt x="681" y="10165"/>
                </a:lnTo>
                <a:lnTo>
                  <a:pt x="735" y="10017"/>
                </a:lnTo>
                <a:lnTo>
                  <a:pt x="817" y="9844"/>
                </a:lnTo>
                <a:lnTo>
                  <a:pt x="817" y="9622"/>
                </a:lnTo>
                <a:lnTo>
                  <a:pt x="872" y="9450"/>
                </a:lnTo>
                <a:lnTo>
                  <a:pt x="872" y="9277"/>
                </a:lnTo>
                <a:lnTo>
                  <a:pt x="926" y="9104"/>
                </a:lnTo>
                <a:lnTo>
                  <a:pt x="926" y="8931"/>
                </a:lnTo>
                <a:lnTo>
                  <a:pt x="1008" y="8759"/>
                </a:lnTo>
                <a:lnTo>
                  <a:pt x="1062" y="8586"/>
                </a:lnTo>
                <a:lnTo>
                  <a:pt x="1062" y="8413"/>
                </a:lnTo>
                <a:lnTo>
                  <a:pt x="1117" y="8241"/>
                </a:lnTo>
                <a:lnTo>
                  <a:pt x="1117" y="8018"/>
                </a:lnTo>
                <a:lnTo>
                  <a:pt x="1171" y="7846"/>
                </a:lnTo>
                <a:lnTo>
                  <a:pt x="1171" y="7698"/>
                </a:lnTo>
                <a:lnTo>
                  <a:pt x="1253" y="7525"/>
                </a:lnTo>
                <a:lnTo>
                  <a:pt x="1253" y="7352"/>
                </a:lnTo>
                <a:lnTo>
                  <a:pt x="1308" y="7180"/>
                </a:lnTo>
                <a:lnTo>
                  <a:pt x="1362" y="7007"/>
                </a:lnTo>
                <a:lnTo>
                  <a:pt x="1362" y="6834"/>
                </a:lnTo>
                <a:lnTo>
                  <a:pt x="1444" y="6661"/>
                </a:lnTo>
                <a:lnTo>
                  <a:pt x="1444" y="6439"/>
                </a:lnTo>
                <a:lnTo>
                  <a:pt x="1498" y="6267"/>
                </a:lnTo>
                <a:lnTo>
                  <a:pt x="1498" y="6094"/>
                </a:lnTo>
                <a:lnTo>
                  <a:pt x="1553" y="5921"/>
                </a:lnTo>
                <a:lnTo>
                  <a:pt x="1607" y="5773"/>
                </a:lnTo>
                <a:lnTo>
                  <a:pt x="1607" y="5600"/>
                </a:lnTo>
                <a:lnTo>
                  <a:pt x="1689" y="5428"/>
                </a:lnTo>
                <a:lnTo>
                  <a:pt x="1689" y="5255"/>
                </a:lnTo>
                <a:lnTo>
                  <a:pt x="1744" y="5082"/>
                </a:lnTo>
                <a:lnTo>
                  <a:pt x="1744" y="4860"/>
                </a:lnTo>
                <a:lnTo>
                  <a:pt x="1798" y="4688"/>
                </a:lnTo>
                <a:lnTo>
                  <a:pt x="1798" y="4515"/>
                </a:lnTo>
                <a:lnTo>
                  <a:pt x="1853" y="4342"/>
                </a:lnTo>
                <a:lnTo>
                  <a:pt x="1934" y="4169"/>
                </a:lnTo>
                <a:lnTo>
                  <a:pt x="1934" y="3997"/>
                </a:lnTo>
                <a:lnTo>
                  <a:pt x="1989" y="3849"/>
                </a:lnTo>
                <a:lnTo>
                  <a:pt x="1989" y="3676"/>
                </a:lnTo>
                <a:lnTo>
                  <a:pt x="2043" y="3503"/>
                </a:lnTo>
                <a:lnTo>
                  <a:pt x="2043" y="3330"/>
                </a:lnTo>
                <a:lnTo>
                  <a:pt x="2125" y="3158"/>
                </a:lnTo>
                <a:lnTo>
                  <a:pt x="2180" y="2936"/>
                </a:lnTo>
                <a:lnTo>
                  <a:pt x="2180" y="2763"/>
                </a:lnTo>
                <a:lnTo>
                  <a:pt x="2234" y="2590"/>
                </a:lnTo>
                <a:lnTo>
                  <a:pt x="2234" y="2418"/>
                </a:lnTo>
                <a:lnTo>
                  <a:pt x="2289" y="2245"/>
                </a:lnTo>
                <a:lnTo>
                  <a:pt x="2289" y="2097"/>
                </a:lnTo>
                <a:lnTo>
                  <a:pt x="2371" y="1924"/>
                </a:lnTo>
                <a:lnTo>
                  <a:pt x="2425" y="1751"/>
                </a:lnTo>
                <a:lnTo>
                  <a:pt x="2425" y="1579"/>
                </a:lnTo>
                <a:lnTo>
                  <a:pt x="2480" y="1406"/>
                </a:lnTo>
                <a:lnTo>
                  <a:pt x="2480" y="1233"/>
                </a:lnTo>
                <a:lnTo>
                  <a:pt x="2561" y="1011"/>
                </a:lnTo>
                <a:lnTo>
                  <a:pt x="2561" y="838"/>
                </a:lnTo>
                <a:lnTo>
                  <a:pt x="2616" y="666"/>
                </a:lnTo>
                <a:lnTo>
                  <a:pt x="2616" y="493"/>
                </a:lnTo>
                <a:lnTo>
                  <a:pt x="2670" y="320"/>
                </a:lnTo>
                <a:lnTo>
                  <a:pt x="2725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7660501" y="3360597"/>
            <a:ext cx="2752" cy="13595"/>
          </a:xfrm>
          <a:custGeom>
            <a:avLst/>
            <a:gdLst/>
            <a:ahLst/>
            <a:cxnLst/>
            <a:rect l="l" t="t" r="r" b="b"/>
            <a:pathLst>
              <a:path w="2752" h="13595">
                <a:moveTo>
                  <a:pt x="0" y="13595"/>
                </a:moveTo>
                <a:lnTo>
                  <a:pt x="81" y="13422"/>
                </a:lnTo>
                <a:lnTo>
                  <a:pt x="81" y="13249"/>
                </a:lnTo>
                <a:lnTo>
                  <a:pt x="136" y="13077"/>
                </a:lnTo>
                <a:lnTo>
                  <a:pt x="136" y="12904"/>
                </a:lnTo>
                <a:lnTo>
                  <a:pt x="190" y="12731"/>
                </a:lnTo>
                <a:lnTo>
                  <a:pt x="190" y="12558"/>
                </a:lnTo>
                <a:lnTo>
                  <a:pt x="245" y="12336"/>
                </a:lnTo>
                <a:lnTo>
                  <a:pt x="327" y="12164"/>
                </a:lnTo>
                <a:lnTo>
                  <a:pt x="327" y="11991"/>
                </a:lnTo>
                <a:lnTo>
                  <a:pt x="381" y="11843"/>
                </a:lnTo>
                <a:lnTo>
                  <a:pt x="381" y="11670"/>
                </a:lnTo>
                <a:lnTo>
                  <a:pt x="436" y="11497"/>
                </a:lnTo>
                <a:lnTo>
                  <a:pt x="436" y="11325"/>
                </a:lnTo>
                <a:lnTo>
                  <a:pt x="517" y="11152"/>
                </a:lnTo>
                <a:lnTo>
                  <a:pt x="517" y="10979"/>
                </a:lnTo>
                <a:lnTo>
                  <a:pt x="572" y="10807"/>
                </a:lnTo>
                <a:lnTo>
                  <a:pt x="572" y="10634"/>
                </a:lnTo>
                <a:lnTo>
                  <a:pt x="626" y="10486"/>
                </a:lnTo>
                <a:lnTo>
                  <a:pt x="681" y="10313"/>
                </a:lnTo>
                <a:lnTo>
                  <a:pt x="681" y="10066"/>
                </a:lnTo>
                <a:lnTo>
                  <a:pt x="763" y="9918"/>
                </a:lnTo>
                <a:lnTo>
                  <a:pt x="763" y="9746"/>
                </a:lnTo>
                <a:lnTo>
                  <a:pt x="817" y="9573"/>
                </a:lnTo>
                <a:lnTo>
                  <a:pt x="817" y="9400"/>
                </a:lnTo>
                <a:lnTo>
                  <a:pt x="872" y="9228"/>
                </a:lnTo>
                <a:lnTo>
                  <a:pt x="926" y="9055"/>
                </a:lnTo>
                <a:lnTo>
                  <a:pt x="926" y="8882"/>
                </a:lnTo>
                <a:lnTo>
                  <a:pt x="1008" y="8709"/>
                </a:lnTo>
                <a:lnTo>
                  <a:pt x="1008" y="8561"/>
                </a:lnTo>
                <a:lnTo>
                  <a:pt x="1062" y="8389"/>
                </a:lnTo>
                <a:lnTo>
                  <a:pt x="1062" y="8216"/>
                </a:lnTo>
                <a:lnTo>
                  <a:pt x="1117" y="8043"/>
                </a:lnTo>
                <a:lnTo>
                  <a:pt x="1117" y="7870"/>
                </a:lnTo>
                <a:lnTo>
                  <a:pt x="1199" y="7698"/>
                </a:lnTo>
                <a:lnTo>
                  <a:pt x="1253" y="7525"/>
                </a:lnTo>
                <a:lnTo>
                  <a:pt x="1253" y="7352"/>
                </a:lnTo>
                <a:lnTo>
                  <a:pt x="1308" y="7204"/>
                </a:lnTo>
                <a:lnTo>
                  <a:pt x="1308" y="7032"/>
                </a:lnTo>
                <a:lnTo>
                  <a:pt x="1362" y="6785"/>
                </a:lnTo>
                <a:lnTo>
                  <a:pt x="1362" y="6637"/>
                </a:lnTo>
                <a:lnTo>
                  <a:pt x="1444" y="6464"/>
                </a:lnTo>
                <a:lnTo>
                  <a:pt x="1498" y="6291"/>
                </a:lnTo>
                <a:lnTo>
                  <a:pt x="1498" y="6119"/>
                </a:lnTo>
                <a:lnTo>
                  <a:pt x="1553" y="5946"/>
                </a:lnTo>
                <a:lnTo>
                  <a:pt x="1553" y="5773"/>
                </a:lnTo>
                <a:lnTo>
                  <a:pt x="1635" y="5600"/>
                </a:lnTo>
                <a:lnTo>
                  <a:pt x="1635" y="5428"/>
                </a:lnTo>
                <a:lnTo>
                  <a:pt x="1689" y="5280"/>
                </a:lnTo>
                <a:lnTo>
                  <a:pt x="1689" y="5107"/>
                </a:lnTo>
                <a:lnTo>
                  <a:pt x="1744" y="4934"/>
                </a:lnTo>
                <a:lnTo>
                  <a:pt x="1744" y="4762"/>
                </a:lnTo>
                <a:lnTo>
                  <a:pt x="1798" y="4589"/>
                </a:lnTo>
                <a:lnTo>
                  <a:pt x="1798" y="4416"/>
                </a:lnTo>
                <a:lnTo>
                  <a:pt x="1880" y="4243"/>
                </a:lnTo>
                <a:lnTo>
                  <a:pt x="1934" y="4071"/>
                </a:lnTo>
                <a:lnTo>
                  <a:pt x="1934" y="3923"/>
                </a:lnTo>
                <a:lnTo>
                  <a:pt x="1989" y="3750"/>
                </a:lnTo>
                <a:lnTo>
                  <a:pt x="1989" y="3577"/>
                </a:lnTo>
                <a:lnTo>
                  <a:pt x="2043" y="3404"/>
                </a:lnTo>
                <a:lnTo>
                  <a:pt x="2043" y="3232"/>
                </a:lnTo>
                <a:lnTo>
                  <a:pt x="2125" y="3059"/>
                </a:lnTo>
                <a:lnTo>
                  <a:pt x="2180" y="2886"/>
                </a:lnTo>
                <a:lnTo>
                  <a:pt x="2180" y="2714"/>
                </a:lnTo>
                <a:lnTo>
                  <a:pt x="2234" y="2492"/>
                </a:lnTo>
                <a:lnTo>
                  <a:pt x="2234" y="2319"/>
                </a:lnTo>
                <a:lnTo>
                  <a:pt x="2316" y="2146"/>
                </a:lnTo>
                <a:lnTo>
                  <a:pt x="2316" y="1998"/>
                </a:lnTo>
                <a:lnTo>
                  <a:pt x="2371" y="1825"/>
                </a:lnTo>
                <a:lnTo>
                  <a:pt x="2425" y="1653"/>
                </a:lnTo>
                <a:lnTo>
                  <a:pt x="2425" y="1480"/>
                </a:lnTo>
                <a:lnTo>
                  <a:pt x="2480" y="1307"/>
                </a:lnTo>
                <a:lnTo>
                  <a:pt x="2480" y="1134"/>
                </a:lnTo>
                <a:lnTo>
                  <a:pt x="2561" y="962"/>
                </a:lnTo>
                <a:lnTo>
                  <a:pt x="2561" y="789"/>
                </a:lnTo>
                <a:lnTo>
                  <a:pt x="2616" y="616"/>
                </a:lnTo>
                <a:lnTo>
                  <a:pt x="2616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7663254" y="3347126"/>
            <a:ext cx="2725" cy="13471"/>
          </a:xfrm>
          <a:custGeom>
            <a:avLst/>
            <a:gdLst/>
            <a:ahLst/>
            <a:cxnLst/>
            <a:rect l="l" t="t" r="r" b="b"/>
            <a:pathLst>
              <a:path w="2725" h="13471">
                <a:moveTo>
                  <a:pt x="0" y="13471"/>
                </a:moveTo>
                <a:lnTo>
                  <a:pt x="0" y="13249"/>
                </a:lnTo>
                <a:lnTo>
                  <a:pt x="54" y="13077"/>
                </a:lnTo>
                <a:lnTo>
                  <a:pt x="109" y="12904"/>
                </a:lnTo>
                <a:lnTo>
                  <a:pt x="109" y="12731"/>
                </a:lnTo>
                <a:lnTo>
                  <a:pt x="163" y="12583"/>
                </a:lnTo>
                <a:lnTo>
                  <a:pt x="163" y="12410"/>
                </a:lnTo>
                <a:lnTo>
                  <a:pt x="245" y="12238"/>
                </a:lnTo>
                <a:lnTo>
                  <a:pt x="245" y="12065"/>
                </a:lnTo>
                <a:lnTo>
                  <a:pt x="299" y="11892"/>
                </a:lnTo>
                <a:lnTo>
                  <a:pt x="354" y="11720"/>
                </a:lnTo>
                <a:lnTo>
                  <a:pt x="354" y="11547"/>
                </a:lnTo>
                <a:lnTo>
                  <a:pt x="408" y="11374"/>
                </a:lnTo>
                <a:lnTo>
                  <a:pt x="408" y="11226"/>
                </a:lnTo>
                <a:lnTo>
                  <a:pt x="490" y="11053"/>
                </a:lnTo>
                <a:lnTo>
                  <a:pt x="490" y="10881"/>
                </a:lnTo>
                <a:lnTo>
                  <a:pt x="545" y="10708"/>
                </a:lnTo>
                <a:lnTo>
                  <a:pt x="545" y="10535"/>
                </a:lnTo>
                <a:lnTo>
                  <a:pt x="599" y="10363"/>
                </a:lnTo>
                <a:lnTo>
                  <a:pt x="599" y="10190"/>
                </a:lnTo>
                <a:lnTo>
                  <a:pt x="681" y="10017"/>
                </a:lnTo>
                <a:lnTo>
                  <a:pt x="681" y="9844"/>
                </a:lnTo>
                <a:lnTo>
                  <a:pt x="735" y="9696"/>
                </a:lnTo>
                <a:lnTo>
                  <a:pt x="790" y="9524"/>
                </a:lnTo>
                <a:lnTo>
                  <a:pt x="790" y="9351"/>
                </a:lnTo>
                <a:lnTo>
                  <a:pt x="844" y="9178"/>
                </a:lnTo>
                <a:lnTo>
                  <a:pt x="844" y="9005"/>
                </a:lnTo>
                <a:lnTo>
                  <a:pt x="926" y="8833"/>
                </a:lnTo>
                <a:lnTo>
                  <a:pt x="926" y="8660"/>
                </a:lnTo>
                <a:lnTo>
                  <a:pt x="981" y="8487"/>
                </a:lnTo>
                <a:lnTo>
                  <a:pt x="1035" y="8339"/>
                </a:lnTo>
                <a:lnTo>
                  <a:pt x="1035" y="8167"/>
                </a:lnTo>
                <a:lnTo>
                  <a:pt x="1090" y="7994"/>
                </a:lnTo>
                <a:lnTo>
                  <a:pt x="1090" y="7821"/>
                </a:lnTo>
                <a:lnTo>
                  <a:pt x="1171" y="7648"/>
                </a:lnTo>
                <a:lnTo>
                  <a:pt x="1171" y="7476"/>
                </a:lnTo>
                <a:lnTo>
                  <a:pt x="1226" y="7303"/>
                </a:lnTo>
                <a:lnTo>
                  <a:pt x="1226" y="7130"/>
                </a:lnTo>
                <a:lnTo>
                  <a:pt x="1280" y="6982"/>
                </a:lnTo>
                <a:lnTo>
                  <a:pt x="1280" y="6809"/>
                </a:lnTo>
                <a:lnTo>
                  <a:pt x="1362" y="6637"/>
                </a:lnTo>
                <a:lnTo>
                  <a:pt x="1362" y="6464"/>
                </a:lnTo>
                <a:lnTo>
                  <a:pt x="1417" y="6291"/>
                </a:lnTo>
                <a:lnTo>
                  <a:pt x="1471" y="6119"/>
                </a:lnTo>
                <a:lnTo>
                  <a:pt x="1471" y="5946"/>
                </a:lnTo>
                <a:lnTo>
                  <a:pt x="1526" y="5773"/>
                </a:lnTo>
                <a:lnTo>
                  <a:pt x="1526" y="5600"/>
                </a:lnTo>
                <a:lnTo>
                  <a:pt x="1607" y="5452"/>
                </a:lnTo>
                <a:lnTo>
                  <a:pt x="1607" y="5280"/>
                </a:lnTo>
                <a:lnTo>
                  <a:pt x="1662" y="5107"/>
                </a:lnTo>
                <a:lnTo>
                  <a:pt x="1716" y="4934"/>
                </a:lnTo>
                <a:lnTo>
                  <a:pt x="1716" y="4762"/>
                </a:lnTo>
                <a:lnTo>
                  <a:pt x="1798" y="4589"/>
                </a:lnTo>
                <a:lnTo>
                  <a:pt x="1798" y="4367"/>
                </a:lnTo>
                <a:lnTo>
                  <a:pt x="1853" y="4194"/>
                </a:lnTo>
                <a:lnTo>
                  <a:pt x="1853" y="4021"/>
                </a:lnTo>
                <a:lnTo>
                  <a:pt x="1907" y="3849"/>
                </a:lnTo>
                <a:lnTo>
                  <a:pt x="1907" y="3701"/>
                </a:lnTo>
                <a:lnTo>
                  <a:pt x="1962" y="3528"/>
                </a:lnTo>
                <a:lnTo>
                  <a:pt x="2043" y="3355"/>
                </a:lnTo>
                <a:lnTo>
                  <a:pt x="2043" y="3182"/>
                </a:lnTo>
                <a:lnTo>
                  <a:pt x="2098" y="3010"/>
                </a:lnTo>
                <a:lnTo>
                  <a:pt x="2098" y="2837"/>
                </a:lnTo>
                <a:lnTo>
                  <a:pt x="2153" y="2664"/>
                </a:lnTo>
                <a:lnTo>
                  <a:pt x="2153" y="2492"/>
                </a:lnTo>
                <a:lnTo>
                  <a:pt x="2207" y="2319"/>
                </a:lnTo>
                <a:lnTo>
                  <a:pt x="2289" y="2171"/>
                </a:lnTo>
                <a:lnTo>
                  <a:pt x="2289" y="1924"/>
                </a:lnTo>
                <a:lnTo>
                  <a:pt x="2343" y="1776"/>
                </a:lnTo>
                <a:lnTo>
                  <a:pt x="2343" y="1603"/>
                </a:lnTo>
                <a:lnTo>
                  <a:pt x="2398" y="1431"/>
                </a:lnTo>
                <a:lnTo>
                  <a:pt x="2398" y="1258"/>
                </a:lnTo>
                <a:lnTo>
                  <a:pt x="2480" y="1085"/>
                </a:lnTo>
                <a:lnTo>
                  <a:pt x="2480" y="912"/>
                </a:lnTo>
                <a:lnTo>
                  <a:pt x="2534" y="740"/>
                </a:lnTo>
                <a:lnTo>
                  <a:pt x="2589" y="567"/>
                </a:lnTo>
                <a:lnTo>
                  <a:pt x="2589" y="419"/>
                </a:lnTo>
                <a:lnTo>
                  <a:pt x="2643" y="172"/>
                </a:lnTo>
                <a:lnTo>
                  <a:pt x="2725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7665979" y="3333777"/>
            <a:ext cx="2670" cy="13348"/>
          </a:xfrm>
          <a:custGeom>
            <a:avLst/>
            <a:gdLst/>
            <a:ahLst/>
            <a:cxnLst/>
            <a:rect l="l" t="t" r="r" b="b"/>
            <a:pathLst>
              <a:path w="2670" h="13348">
                <a:moveTo>
                  <a:pt x="0" y="13348"/>
                </a:moveTo>
                <a:lnTo>
                  <a:pt x="0" y="13200"/>
                </a:lnTo>
                <a:lnTo>
                  <a:pt x="54" y="13027"/>
                </a:lnTo>
                <a:lnTo>
                  <a:pt x="54" y="12855"/>
                </a:lnTo>
                <a:lnTo>
                  <a:pt x="109" y="12682"/>
                </a:lnTo>
                <a:lnTo>
                  <a:pt x="109" y="12509"/>
                </a:lnTo>
                <a:lnTo>
                  <a:pt x="163" y="12336"/>
                </a:lnTo>
                <a:lnTo>
                  <a:pt x="245" y="12114"/>
                </a:lnTo>
                <a:lnTo>
                  <a:pt x="245" y="11942"/>
                </a:lnTo>
                <a:lnTo>
                  <a:pt x="299" y="11769"/>
                </a:lnTo>
                <a:lnTo>
                  <a:pt x="299" y="11596"/>
                </a:lnTo>
                <a:lnTo>
                  <a:pt x="354" y="11423"/>
                </a:lnTo>
                <a:lnTo>
                  <a:pt x="354" y="11275"/>
                </a:lnTo>
                <a:lnTo>
                  <a:pt x="436" y="11103"/>
                </a:lnTo>
                <a:lnTo>
                  <a:pt x="436" y="10930"/>
                </a:lnTo>
                <a:lnTo>
                  <a:pt x="490" y="10708"/>
                </a:lnTo>
                <a:lnTo>
                  <a:pt x="545" y="10535"/>
                </a:lnTo>
                <a:lnTo>
                  <a:pt x="545" y="10363"/>
                </a:lnTo>
                <a:lnTo>
                  <a:pt x="599" y="10190"/>
                </a:lnTo>
                <a:lnTo>
                  <a:pt x="599" y="10017"/>
                </a:lnTo>
                <a:lnTo>
                  <a:pt x="681" y="9844"/>
                </a:lnTo>
                <a:lnTo>
                  <a:pt x="735" y="9622"/>
                </a:lnTo>
                <a:lnTo>
                  <a:pt x="735" y="9450"/>
                </a:lnTo>
                <a:lnTo>
                  <a:pt x="790" y="9277"/>
                </a:lnTo>
                <a:lnTo>
                  <a:pt x="790" y="9104"/>
                </a:lnTo>
                <a:lnTo>
                  <a:pt x="872" y="8956"/>
                </a:lnTo>
                <a:lnTo>
                  <a:pt x="926" y="8783"/>
                </a:lnTo>
                <a:lnTo>
                  <a:pt x="926" y="8561"/>
                </a:lnTo>
                <a:lnTo>
                  <a:pt x="981" y="8389"/>
                </a:lnTo>
                <a:lnTo>
                  <a:pt x="981" y="8216"/>
                </a:lnTo>
                <a:lnTo>
                  <a:pt x="1035" y="8043"/>
                </a:lnTo>
                <a:lnTo>
                  <a:pt x="1035" y="7870"/>
                </a:lnTo>
                <a:lnTo>
                  <a:pt x="1117" y="7698"/>
                </a:lnTo>
                <a:lnTo>
                  <a:pt x="1171" y="7476"/>
                </a:lnTo>
                <a:lnTo>
                  <a:pt x="1171" y="7303"/>
                </a:lnTo>
                <a:lnTo>
                  <a:pt x="1226" y="7130"/>
                </a:lnTo>
                <a:lnTo>
                  <a:pt x="1226" y="6958"/>
                </a:lnTo>
                <a:lnTo>
                  <a:pt x="1280" y="6785"/>
                </a:lnTo>
                <a:lnTo>
                  <a:pt x="1362" y="6637"/>
                </a:lnTo>
                <a:lnTo>
                  <a:pt x="1362" y="6390"/>
                </a:lnTo>
                <a:lnTo>
                  <a:pt x="1417" y="6217"/>
                </a:lnTo>
                <a:lnTo>
                  <a:pt x="1417" y="6069"/>
                </a:lnTo>
                <a:lnTo>
                  <a:pt x="1471" y="5897"/>
                </a:lnTo>
                <a:lnTo>
                  <a:pt x="1553" y="5674"/>
                </a:lnTo>
                <a:lnTo>
                  <a:pt x="1553" y="5502"/>
                </a:lnTo>
                <a:lnTo>
                  <a:pt x="1607" y="5329"/>
                </a:lnTo>
                <a:lnTo>
                  <a:pt x="1607" y="5156"/>
                </a:lnTo>
                <a:lnTo>
                  <a:pt x="1662" y="4984"/>
                </a:lnTo>
                <a:lnTo>
                  <a:pt x="1716" y="4811"/>
                </a:lnTo>
                <a:lnTo>
                  <a:pt x="1716" y="4589"/>
                </a:lnTo>
                <a:lnTo>
                  <a:pt x="1798" y="4416"/>
                </a:lnTo>
                <a:lnTo>
                  <a:pt x="1798" y="4243"/>
                </a:lnTo>
                <a:lnTo>
                  <a:pt x="1853" y="4071"/>
                </a:lnTo>
                <a:lnTo>
                  <a:pt x="1907" y="3849"/>
                </a:lnTo>
                <a:lnTo>
                  <a:pt x="1907" y="3676"/>
                </a:lnTo>
                <a:lnTo>
                  <a:pt x="1989" y="3503"/>
                </a:lnTo>
                <a:lnTo>
                  <a:pt x="1989" y="3355"/>
                </a:lnTo>
                <a:lnTo>
                  <a:pt x="2043" y="3108"/>
                </a:lnTo>
                <a:lnTo>
                  <a:pt x="2098" y="2936"/>
                </a:lnTo>
                <a:lnTo>
                  <a:pt x="2098" y="2788"/>
                </a:lnTo>
                <a:lnTo>
                  <a:pt x="2153" y="2615"/>
                </a:lnTo>
                <a:lnTo>
                  <a:pt x="2153" y="2393"/>
                </a:lnTo>
                <a:lnTo>
                  <a:pt x="2234" y="2220"/>
                </a:lnTo>
                <a:lnTo>
                  <a:pt x="2289" y="2047"/>
                </a:lnTo>
                <a:lnTo>
                  <a:pt x="2289" y="1875"/>
                </a:lnTo>
                <a:lnTo>
                  <a:pt x="2343" y="1653"/>
                </a:lnTo>
                <a:lnTo>
                  <a:pt x="2398" y="1480"/>
                </a:lnTo>
                <a:lnTo>
                  <a:pt x="2398" y="1307"/>
                </a:lnTo>
                <a:lnTo>
                  <a:pt x="2480" y="1134"/>
                </a:lnTo>
                <a:lnTo>
                  <a:pt x="2480" y="912"/>
                </a:lnTo>
                <a:lnTo>
                  <a:pt x="2534" y="740"/>
                </a:lnTo>
                <a:lnTo>
                  <a:pt x="2589" y="518"/>
                </a:lnTo>
                <a:lnTo>
                  <a:pt x="2589" y="345"/>
                </a:lnTo>
                <a:lnTo>
                  <a:pt x="2670" y="172"/>
                </a:lnTo>
                <a:lnTo>
                  <a:pt x="2670" y="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7668650" y="3320601"/>
            <a:ext cx="2725" cy="13175"/>
          </a:xfrm>
          <a:custGeom>
            <a:avLst/>
            <a:gdLst/>
            <a:ahLst/>
            <a:cxnLst/>
            <a:rect l="l" t="t" r="r" b="b"/>
            <a:pathLst>
              <a:path w="2725" h="13175">
                <a:moveTo>
                  <a:pt x="0" y="13175"/>
                </a:moveTo>
                <a:lnTo>
                  <a:pt x="54" y="12953"/>
                </a:lnTo>
                <a:lnTo>
                  <a:pt x="109" y="12781"/>
                </a:lnTo>
                <a:lnTo>
                  <a:pt x="109" y="12608"/>
                </a:lnTo>
                <a:lnTo>
                  <a:pt x="163" y="12435"/>
                </a:lnTo>
                <a:lnTo>
                  <a:pt x="163" y="12213"/>
                </a:lnTo>
                <a:lnTo>
                  <a:pt x="245" y="12040"/>
                </a:lnTo>
                <a:lnTo>
                  <a:pt x="299" y="11868"/>
                </a:lnTo>
                <a:lnTo>
                  <a:pt x="299" y="11720"/>
                </a:lnTo>
                <a:lnTo>
                  <a:pt x="354" y="11473"/>
                </a:lnTo>
                <a:lnTo>
                  <a:pt x="408" y="11325"/>
                </a:lnTo>
                <a:lnTo>
                  <a:pt x="408" y="11078"/>
                </a:lnTo>
                <a:lnTo>
                  <a:pt x="490" y="10905"/>
                </a:lnTo>
                <a:lnTo>
                  <a:pt x="490" y="10757"/>
                </a:lnTo>
                <a:lnTo>
                  <a:pt x="545" y="10585"/>
                </a:lnTo>
                <a:lnTo>
                  <a:pt x="599" y="10363"/>
                </a:lnTo>
                <a:lnTo>
                  <a:pt x="599" y="10190"/>
                </a:lnTo>
                <a:lnTo>
                  <a:pt x="681" y="9968"/>
                </a:lnTo>
                <a:lnTo>
                  <a:pt x="735" y="9795"/>
                </a:lnTo>
                <a:lnTo>
                  <a:pt x="735" y="9622"/>
                </a:lnTo>
                <a:lnTo>
                  <a:pt x="790" y="9450"/>
                </a:lnTo>
                <a:lnTo>
                  <a:pt x="790" y="9228"/>
                </a:lnTo>
                <a:lnTo>
                  <a:pt x="844" y="9055"/>
                </a:lnTo>
                <a:lnTo>
                  <a:pt x="926" y="8833"/>
                </a:lnTo>
                <a:lnTo>
                  <a:pt x="926" y="8660"/>
                </a:lnTo>
                <a:lnTo>
                  <a:pt x="981" y="8438"/>
                </a:lnTo>
                <a:lnTo>
                  <a:pt x="1035" y="8265"/>
                </a:lnTo>
                <a:lnTo>
                  <a:pt x="1035" y="8093"/>
                </a:lnTo>
                <a:lnTo>
                  <a:pt x="1117" y="7920"/>
                </a:lnTo>
                <a:lnTo>
                  <a:pt x="1117" y="7698"/>
                </a:lnTo>
                <a:lnTo>
                  <a:pt x="1171" y="7525"/>
                </a:lnTo>
                <a:lnTo>
                  <a:pt x="1226" y="7303"/>
                </a:lnTo>
                <a:lnTo>
                  <a:pt x="1226" y="7130"/>
                </a:lnTo>
                <a:lnTo>
                  <a:pt x="1280" y="6908"/>
                </a:lnTo>
                <a:lnTo>
                  <a:pt x="1362" y="6735"/>
                </a:lnTo>
                <a:lnTo>
                  <a:pt x="1362" y="6563"/>
                </a:lnTo>
                <a:lnTo>
                  <a:pt x="1417" y="6390"/>
                </a:lnTo>
                <a:lnTo>
                  <a:pt x="1417" y="6168"/>
                </a:lnTo>
                <a:lnTo>
                  <a:pt x="1471" y="5995"/>
                </a:lnTo>
                <a:lnTo>
                  <a:pt x="1526" y="5773"/>
                </a:lnTo>
                <a:lnTo>
                  <a:pt x="1526" y="5600"/>
                </a:lnTo>
                <a:lnTo>
                  <a:pt x="1607" y="5378"/>
                </a:lnTo>
                <a:lnTo>
                  <a:pt x="1662" y="5206"/>
                </a:lnTo>
                <a:lnTo>
                  <a:pt x="1662" y="4984"/>
                </a:lnTo>
                <a:lnTo>
                  <a:pt x="1716" y="4811"/>
                </a:lnTo>
                <a:lnTo>
                  <a:pt x="1798" y="4638"/>
                </a:lnTo>
                <a:lnTo>
                  <a:pt x="1798" y="4465"/>
                </a:lnTo>
                <a:lnTo>
                  <a:pt x="1853" y="4243"/>
                </a:lnTo>
                <a:lnTo>
                  <a:pt x="1853" y="4071"/>
                </a:lnTo>
                <a:lnTo>
                  <a:pt x="1907" y="3849"/>
                </a:lnTo>
                <a:lnTo>
                  <a:pt x="1962" y="3676"/>
                </a:lnTo>
                <a:lnTo>
                  <a:pt x="1962" y="3454"/>
                </a:lnTo>
                <a:lnTo>
                  <a:pt x="2043" y="3281"/>
                </a:lnTo>
                <a:lnTo>
                  <a:pt x="2098" y="3059"/>
                </a:lnTo>
                <a:lnTo>
                  <a:pt x="2098" y="2886"/>
                </a:lnTo>
                <a:lnTo>
                  <a:pt x="2153" y="2664"/>
                </a:lnTo>
                <a:lnTo>
                  <a:pt x="2234" y="2492"/>
                </a:lnTo>
                <a:lnTo>
                  <a:pt x="2234" y="2269"/>
                </a:lnTo>
                <a:lnTo>
                  <a:pt x="2289" y="2097"/>
                </a:lnTo>
                <a:lnTo>
                  <a:pt x="2343" y="1875"/>
                </a:lnTo>
                <a:lnTo>
                  <a:pt x="2343" y="1702"/>
                </a:lnTo>
                <a:lnTo>
                  <a:pt x="2398" y="1480"/>
                </a:lnTo>
                <a:lnTo>
                  <a:pt x="2480" y="1307"/>
                </a:lnTo>
                <a:lnTo>
                  <a:pt x="2480" y="1060"/>
                </a:lnTo>
                <a:lnTo>
                  <a:pt x="2534" y="912"/>
                </a:lnTo>
                <a:lnTo>
                  <a:pt x="2589" y="666"/>
                </a:lnTo>
                <a:lnTo>
                  <a:pt x="2589" y="518"/>
                </a:lnTo>
                <a:lnTo>
                  <a:pt x="2643" y="271"/>
                </a:lnTo>
                <a:lnTo>
                  <a:pt x="2725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7671375" y="3307524"/>
            <a:ext cx="2725" cy="13077"/>
          </a:xfrm>
          <a:custGeom>
            <a:avLst/>
            <a:gdLst/>
            <a:ahLst/>
            <a:cxnLst/>
            <a:rect l="l" t="t" r="r" b="b"/>
            <a:pathLst>
              <a:path w="2725" h="13077">
                <a:moveTo>
                  <a:pt x="0" y="13077"/>
                </a:moveTo>
                <a:lnTo>
                  <a:pt x="54" y="12904"/>
                </a:lnTo>
                <a:lnTo>
                  <a:pt x="54" y="12731"/>
                </a:lnTo>
                <a:lnTo>
                  <a:pt x="109" y="12558"/>
                </a:lnTo>
                <a:lnTo>
                  <a:pt x="109" y="12386"/>
                </a:lnTo>
                <a:lnTo>
                  <a:pt x="190" y="12164"/>
                </a:lnTo>
                <a:lnTo>
                  <a:pt x="245" y="11991"/>
                </a:lnTo>
                <a:lnTo>
                  <a:pt x="245" y="11769"/>
                </a:lnTo>
                <a:lnTo>
                  <a:pt x="299" y="11596"/>
                </a:lnTo>
                <a:lnTo>
                  <a:pt x="354" y="11374"/>
                </a:lnTo>
                <a:lnTo>
                  <a:pt x="354" y="11201"/>
                </a:lnTo>
                <a:lnTo>
                  <a:pt x="436" y="10979"/>
                </a:lnTo>
                <a:lnTo>
                  <a:pt x="490" y="10807"/>
                </a:lnTo>
                <a:lnTo>
                  <a:pt x="490" y="10585"/>
                </a:lnTo>
                <a:lnTo>
                  <a:pt x="545" y="10412"/>
                </a:lnTo>
                <a:lnTo>
                  <a:pt x="599" y="10190"/>
                </a:lnTo>
                <a:lnTo>
                  <a:pt x="599" y="10017"/>
                </a:lnTo>
                <a:lnTo>
                  <a:pt x="681" y="9844"/>
                </a:lnTo>
                <a:lnTo>
                  <a:pt x="681" y="9672"/>
                </a:lnTo>
                <a:lnTo>
                  <a:pt x="735" y="9499"/>
                </a:lnTo>
                <a:lnTo>
                  <a:pt x="735" y="9351"/>
                </a:lnTo>
                <a:lnTo>
                  <a:pt x="790" y="9178"/>
                </a:lnTo>
                <a:lnTo>
                  <a:pt x="872" y="8931"/>
                </a:lnTo>
                <a:lnTo>
                  <a:pt x="872" y="8783"/>
                </a:lnTo>
                <a:lnTo>
                  <a:pt x="926" y="8537"/>
                </a:lnTo>
                <a:lnTo>
                  <a:pt x="981" y="8389"/>
                </a:lnTo>
                <a:lnTo>
                  <a:pt x="981" y="8142"/>
                </a:lnTo>
                <a:lnTo>
                  <a:pt x="1035" y="7969"/>
                </a:lnTo>
                <a:lnTo>
                  <a:pt x="1117" y="7821"/>
                </a:lnTo>
                <a:lnTo>
                  <a:pt x="1117" y="7648"/>
                </a:lnTo>
                <a:lnTo>
                  <a:pt x="1171" y="7476"/>
                </a:lnTo>
                <a:lnTo>
                  <a:pt x="1171" y="7303"/>
                </a:lnTo>
                <a:lnTo>
                  <a:pt x="1226" y="7130"/>
                </a:lnTo>
                <a:lnTo>
                  <a:pt x="1308" y="6908"/>
                </a:lnTo>
                <a:lnTo>
                  <a:pt x="1308" y="6735"/>
                </a:lnTo>
                <a:lnTo>
                  <a:pt x="1362" y="6513"/>
                </a:lnTo>
                <a:lnTo>
                  <a:pt x="1417" y="6341"/>
                </a:lnTo>
                <a:lnTo>
                  <a:pt x="1417" y="6168"/>
                </a:lnTo>
                <a:lnTo>
                  <a:pt x="1471" y="5995"/>
                </a:lnTo>
                <a:lnTo>
                  <a:pt x="1471" y="5823"/>
                </a:lnTo>
                <a:lnTo>
                  <a:pt x="1553" y="5650"/>
                </a:lnTo>
                <a:lnTo>
                  <a:pt x="1553" y="5502"/>
                </a:lnTo>
                <a:lnTo>
                  <a:pt x="1607" y="5255"/>
                </a:lnTo>
                <a:lnTo>
                  <a:pt x="1662" y="5107"/>
                </a:lnTo>
                <a:lnTo>
                  <a:pt x="1662" y="4934"/>
                </a:lnTo>
                <a:lnTo>
                  <a:pt x="1716" y="4762"/>
                </a:lnTo>
                <a:lnTo>
                  <a:pt x="1798" y="4589"/>
                </a:lnTo>
                <a:lnTo>
                  <a:pt x="1798" y="4416"/>
                </a:lnTo>
                <a:lnTo>
                  <a:pt x="1853" y="4243"/>
                </a:lnTo>
                <a:lnTo>
                  <a:pt x="1853" y="4021"/>
                </a:lnTo>
                <a:lnTo>
                  <a:pt x="1907" y="3849"/>
                </a:lnTo>
                <a:lnTo>
                  <a:pt x="1989" y="3676"/>
                </a:lnTo>
                <a:lnTo>
                  <a:pt x="1989" y="3503"/>
                </a:lnTo>
                <a:lnTo>
                  <a:pt x="2043" y="3330"/>
                </a:lnTo>
                <a:lnTo>
                  <a:pt x="2043" y="3182"/>
                </a:lnTo>
                <a:lnTo>
                  <a:pt x="2098" y="3010"/>
                </a:lnTo>
                <a:lnTo>
                  <a:pt x="2098" y="2837"/>
                </a:lnTo>
                <a:lnTo>
                  <a:pt x="2153" y="2664"/>
                </a:lnTo>
                <a:lnTo>
                  <a:pt x="2234" y="2492"/>
                </a:lnTo>
                <a:lnTo>
                  <a:pt x="2234" y="2319"/>
                </a:lnTo>
                <a:lnTo>
                  <a:pt x="2289" y="2146"/>
                </a:lnTo>
                <a:lnTo>
                  <a:pt x="2289" y="1973"/>
                </a:lnTo>
                <a:lnTo>
                  <a:pt x="2343" y="1825"/>
                </a:lnTo>
                <a:lnTo>
                  <a:pt x="2343" y="1653"/>
                </a:lnTo>
                <a:lnTo>
                  <a:pt x="2425" y="1480"/>
                </a:lnTo>
                <a:lnTo>
                  <a:pt x="2480" y="1307"/>
                </a:lnTo>
                <a:lnTo>
                  <a:pt x="2480" y="1134"/>
                </a:lnTo>
                <a:lnTo>
                  <a:pt x="2534" y="962"/>
                </a:lnTo>
                <a:lnTo>
                  <a:pt x="2534" y="789"/>
                </a:lnTo>
                <a:lnTo>
                  <a:pt x="2589" y="616"/>
                </a:lnTo>
                <a:lnTo>
                  <a:pt x="2589" y="444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7674100" y="3294620"/>
            <a:ext cx="2725" cy="12904"/>
          </a:xfrm>
          <a:custGeom>
            <a:avLst/>
            <a:gdLst/>
            <a:ahLst/>
            <a:cxnLst/>
            <a:rect l="l" t="t" r="r" b="b"/>
            <a:pathLst>
              <a:path w="2725" h="12904">
                <a:moveTo>
                  <a:pt x="0" y="12904"/>
                </a:moveTo>
                <a:lnTo>
                  <a:pt x="54" y="12682"/>
                </a:lnTo>
                <a:lnTo>
                  <a:pt x="54" y="12509"/>
                </a:lnTo>
                <a:lnTo>
                  <a:pt x="109" y="12336"/>
                </a:lnTo>
                <a:lnTo>
                  <a:pt x="109" y="12164"/>
                </a:lnTo>
                <a:lnTo>
                  <a:pt x="190" y="11991"/>
                </a:lnTo>
                <a:lnTo>
                  <a:pt x="245" y="11769"/>
                </a:lnTo>
                <a:lnTo>
                  <a:pt x="245" y="11596"/>
                </a:lnTo>
                <a:lnTo>
                  <a:pt x="299" y="11374"/>
                </a:lnTo>
                <a:lnTo>
                  <a:pt x="381" y="11201"/>
                </a:lnTo>
                <a:lnTo>
                  <a:pt x="381" y="11029"/>
                </a:lnTo>
                <a:lnTo>
                  <a:pt x="436" y="10881"/>
                </a:lnTo>
                <a:lnTo>
                  <a:pt x="436" y="10708"/>
                </a:lnTo>
                <a:lnTo>
                  <a:pt x="490" y="10486"/>
                </a:lnTo>
                <a:lnTo>
                  <a:pt x="545" y="10313"/>
                </a:lnTo>
                <a:lnTo>
                  <a:pt x="545" y="10140"/>
                </a:lnTo>
                <a:lnTo>
                  <a:pt x="626" y="9968"/>
                </a:lnTo>
                <a:lnTo>
                  <a:pt x="626" y="9795"/>
                </a:lnTo>
                <a:lnTo>
                  <a:pt x="681" y="9622"/>
                </a:lnTo>
                <a:lnTo>
                  <a:pt x="735" y="9450"/>
                </a:lnTo>
                <a:lnTo>
                  <a:pt x="735" y="9277"/>
                </a:lnTo>
                <a:lnTo>
                  <a:pt x="790" y="9104"/>
                </a:lnTo>
                <a:lnTo>
                  <a:pt x="790" y="8956"/>
                </a:lnTo>
                <a:lnTo>
                  <a:pt x="872" y="8709"/>
                </a:lnTo>
                <a:lnTo>
                  <a:pt x="926" y="8561"/>
                </a:lnTo>
                <a:lnTo>
                  <a:pt x="926" y="8389"/>
                </a:lnTo>
                <a:lnTo>
                  <a:pt x="981" y="8216"/>
                </a:lnTo>
                <a:lnTo>
                  <a:pt x="981" y="8043"/>
                </a:lnTo>
                <a:lnTo>
                  <a:pt x="1062" y="7821"/>
                </a:lnTo>
                <a:lnTo>
                  <a:pt x="1117" y="7648"/>
                </a:lnTo>
                <a:lnTo>
                  <a:pt x="1117" y="7426"/>
                </a:lnTo>
                <a:lnTo>
                  <a:pt x="1171" y="7254"/>
                </a:lnTo>
                <a:lnTo>
                  <a:pt x="1226" y="7081"/>
                </a:lnTo>
                <a:lnTo>
                  <a:pt x="1226" y="6908"/>
                </a:lnTo>
                <a:lnTo>
                  <a:pt x="1308" y="6735"/>
                </a:lnTo>
                <a:lnTo>
                  <a:pt x="1308" y="6513"/>
                </a:lnTo>
                <a:lnTo>
                  <a:pt x="1362" y="6341"/>
                </a:lnTo>
                <a:lnTo>
                  <a:pt x="1417" y="6168"/>
                </a:lnTo>
                <a:lnTo>
                  <a:pt x="1417" y="5995"/>
                </a:lnTo>
                <a:lnTo>
                  <a:pt x="1498" y="5823"/>
                </a:lnTo>
                <a:lnTo>
                  <a:pt x="1553" y="5600"/>
                </a:lnTo>
                <a:lnTo>
                  <a:pt x="1553" y="5428"/>
                </a:lnTo>
                <a:lnTo>
                  <a:pt x="1607" y="5280"/>
                </a:lnTo>
                <a:lnTo>
                  <a:pt x="1607" y="5107"/>
                </a:lnTo>
                <a:lnTo>
                  <a:pt x="1662" y="4934"/>
                </a:lnTo>
                <a:lnTo>
                  <a:pt x="1744" y="4712"/>
                </a:lnTo>
                <a:lnTo>
                  <a:pt x="1744" y="4539"/>
                </a:lnTo>
                <a:lnTo>
                  <a:pt x="1798" y="4367"/>
                </a:lnTo>
                <a:lnTo>
                  <a:pt x="1798" y="4194"/>
                </a:lnTo>
                <a:lnTo>
                  <a:pt x="1853" y="4021"/>
                </a:lnTo>
                <a:lnTo>
                  <a:pt x="1907" y="3799"/>
                </a:lnTo>
                <a:lnTo>
                  <a:pt x="1907" y="3627"/>
                </a:lnTo>
                <a:lnTo>
                  <a:pt x="1989" y="3454"/>
                </a:lnTo>
                <a:lnTo>
                  <a:pt x="1989" y="3281"/>
                </a:lnTo>
                <a:lnTo>
                  <a:pt x="2043" y="3108"/>
                </a:lnTo>
                <a:lnTo>
                  <a:pt x="2098" y="2936"/>
                </a:lnTo>
                <a:lnTo>
                  <a:pt x="2098" y="2788"/>
                </a:lnTo>
                <a:lnTo>
                  <a:pt x="2180" y="2615"/>
                </a:lnTo>
                <a:lnTo>
                  <a:pt x="2234" y="2393"/>
                </a:lnTo>
                <a:lnTo>
                  <a:pt x="2234" y="2220"/>
                </a:lnTo>
                <a:lnTo>
                  <a:pt x="2289" y="2047"/>
                </a:lnTo>
                <a:lnTo>
                  <a:pt x="2289" y="1875"/>
                </a:lnTo>
                <a:lnTo>
                  <a:pt x="2343" y="1702"/>
                </a:lnTo>
                <a:lnTo>
                  <a:pt x="2425" y="1480"/>
                </a:lnTo>
                <a:lnTo>
                  <a:pt x="2425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89" y="616"/>
                </a:lnTo>
                <a:lnTo>
                  <a:pt x="2589" y="468"/>
                </a:lnTo>
                <a:lnTo>
                  <a:pt x="2670" y="296"/>
                </a:lnTo>
                <a:lnTo>
                  <a:pt x="2670" y="7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7676826" y="3281962"/>
            <a:ext cx="2670" cy="12657"/>
          </a:xfrm>
          <a:custGeom>
            <a:avLst/>
            <a:gdLst/>
            <a:ahLst/>
            <a:cxnLst/>
            <a:rect l="l" t="t" r="r" b="b"/>
            <a:pathLst>
              <a:path w="2670" h="12657">
                <a:moveTo>
                  <a:pt x="0" y="12657"/>
                </a:moveTo>
                <a:lnTo>
                  <a:pt x="0" y="12484"/>
                </a:lnTo>
                <a:lnTo>
                  <a:pt x="54" y="12262"/>
                </a:lnTo>
                <a:lnTo>
                  <a:pt x="136" y="12090"/>
                </a:lnTo>
                <a:lnTo>
                  <a:pt x="136" y="11917"/>
                </a:lnTo>
                <a:lnTo>
                  <a:pt x="190" y="11769"/>
                </a:lnTo>
                <a:lnTo>
                  <a:pt x="190" y="11596"/>
                </a:lnTo>
                <a:lnTo>
                  <a:pt x="245" y="11423"/>
                </a:lnTo>
                <a:lnTo>
                  <a:pt x="299" y="11251"/>
                </a:lnTo>
                <a:lnTo>
                  <a:pt x="299" y="11078"/>
                </a:lnTo>
                <a:lnTo>
                  <a:pt x="381" y="10905"/>
                </a:lnTo>
                <a:lnTo>
                  <a:pt x="381" y="10733"/>
                </a:lnTo>
                <a:lnTo>
                  <a:pt x="436" y="10560"/>
                </a:lnTo>
                <a:lnTo>
                  <a:pt x="490" y="10338"/>
                </a:lnTo>
                <a:lnTo>
                  <a:pt x="490" y="10165"/>
                </a:lnTo>
                <a:lnTo>
                  <a:pt x="572" y="9992"/>
                </a:lnTo>
                <a:lnTo>
                  <a:pt x="572" y="9844"/>
                </a:lnTo>
                <a:lnTo>
                  <a:pt x="626" y="9672"/>
                </a:lnTo>
                <a:lnTo>
                  <a:pt x="681" y="9499"/>
                </a:lnTo>
                <a:lnTo>
                  <a:pt x="681" y="9326"/>
                </a:lnTo>
                <a:lnTo>
                  <a:pt x="735" y="9153"/>
                </a:lnTo>
                <a:lnTo>
                  <a:pt x="735" y="8981"/>
                </a:lnTo>
                <a:lnTo>
                  <a:pt x="817" y="8808"/>
                </a:lnTo>
                <a:lnTo>
                  <a:pt x="872" y="8635"/>
                </a:lnTo>
                <a:lnTo>
                  <a:pt x="872" y="8413"/>
                </a:lnTo>
                <a:lnTo>
                  <a:pt x="926" y="8241"/>
                </a:lnTo>
                <a:lnTo>
                  <a:pt x="981" y="8068"/>
                </a:lnTo>
                <a:lnTo>
                  <a:pt x="981" y="7920"/>
                </a:lnTo>
                <a:lnTo>
                  <a:pt x="1062" y="7747"/>
                </a:lnTo>
                <a:lnTo>
                  <a:pt x="1062" y="7574"/>
                </a:lnTo>
                <a:lnTo>
                  <a:pt x="1117" y="7402"/>
                </a:lnTo>
                <a:lnTo>
                  <a:pt x="1117" y="7229"/>
                </a:lnTo>
                <a:lnTo>
                  <a:pt x="1171" y="7056"/>
                </a:lnTo>
                <a:lnTo>
                  <a:pt x="1171" y="6883"/>
                </a:lnTo>
                <a:lnTo>
                  <a:pt x="1253" y="6711"/>
                </a:lnTo>
                <a:lnTo>
                  <a:pt x="1308" y="6563"/>
                </a:lnTo>
                <a:lnTo>
                  <a:pt x="1308" y="6390"/>
                </a:lnTo>
                <a:lnTo>
                  <a:pt x="1362" y="6217"/>
                </a:lnTo>
                <a:lnTo>
                  <a:pt x="1417" y="6045"/>
                </a:lnTo>
                <a:lnTo>
                  <a:pt x="1417" y="5872"/>
                </a:lnTo>
                <a:lnTo>
                  <a:pt x="1498" y="5699"/>
                </a:lnTo>
                <a:lnTo>
                  <a:pt x="1498" y="5526"/>
                </a:lnTo>
                <a:lnTo>
                  <a:pt x="1553" y="5354"/>
                </a:lnTo>
                <a:lnTo>
                  <a:pt x="1553" y="5206"/>
                </a:lnTo>
                <a:lnTo>
                  <a:pt x="1607" y="5033"/>
                </a:lnTo>
                <a:lnTo>
                  <a:pt x="1689" y="4860"/>
                </a:lnTo>
                <a:lnTo>
                  <a:pt x="1689" y="4688"/>
                </a:lnTo>
                <a:lnTo>
                  <a:pt x="1744" y="4515"/>
                </a:lnTo>
                <a:lnTo>
                  <a:pt x="1744" y="4342"/>
                </a:lnTo>
                <a:lnTo>
                  <a:pt x="1798" y="4169"/>
                </a:lnTo>
                <a:lnTo>
                  <a:pt x="1853" y="3997"/>
                </a:lnTo>
                <a:lnTo>
                  <a:pt x="1853" y="3824"/>
                </a:lnTo>
                <a:lnTo>
                  <a:pt x="1934" y="3676"/>
                </a:lnTo>
                <a:lnTo>
                  <a:pt x="1934" y="3503"/>
                </a:lnTo>
                <a:lnTo>
                  <a:pt x="1989" y="3330"/>
                </a:lnTo>
                <a:lnTo>
                  <a:pt x="1989" y="3158"/>
                </a:lnTo>
                <a:lnTo>
                  <a:pt x="2043" y="2985"/>
                </a:lnTo>
                <a:lnTo>
                  <a:pt x="2098" y="2812"/>
                </a:lnTo>
                <a:lnTo>
                  <a:pt x="2098" y="2640"/>
                </a:lnTo>
                <a:lnTo>
                  <a:pt x="2180" y="2467"/>
                </a:lnTo>
                <a:lnTo>
                  <a:pt x="2180" y="2319"/>
                </a:lnTo>
                <a:lnTo>
                  <a:pt x="2234" y="2146"/>
                </a:lnTo>
                <a:lnTo>
                  <a:pt x="2289" y="1973"/>
                </a:lnTo>
                <a:lnTo>
                  <a:pt x="2289" y="1801"/>
                </a:lnTo>
                <a:lnTo>
                  <a:pt x="2371" y="1628"/>
                </a:lnTo>
                <a:lnTo>
                  <a:pt x="2371" y="1455"/>
                </a:lnTo>
                <a:lnTo>
                  <a:pt x="2425" y="1283"/>
                </a:lnTo>
                <a:lnTo>
                  <a:pt x="2480" y="1110"/>
                </a:lnTo>
                <a:lnTo>
                  <a:pt x="2480" y="962"/>
                </a:lnTo>
                <a:lnTo>
                  <a:pt x="2534" y="789"/>
                </a:lnTo>
                <a:lnTo>
                  <a:pt x="2534" y="616"/>
                </a:lnTo>
                <a:lnTo>
                  <a:pt x="2616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7679497" y="3269452"/>
            <a:ext cx="2725" cy="12509"/>
          </a:xfrm>
          <a:custGeom>
            <a:avLst/>
            <a:gdLst/>
            <a:ahLst/>
            <a:cxnLst/>
            <a:rect l="l" t="t" r="r" b="b"/>
            <a:pathLst>
              <a:path w="2725" h="12509">
                <a:moveTo>
                  <a:pt x="0" y="12509"/>
                </a:moveTo>
                <a:lnTo>
                  <a:pt x="54" y="12262"/>
                </a:lnTo>
                <a:lnTo>
                  <a:pt x="109" y="12090"/>
                </a:lnTo>
                <a:lnTo>
                  <a:pt x="109" y="11942"/>
                </a:lnTo>
                <a:lnTo>
                  <a:pt x="190" y="11695"/>
                </a:lnTo>
                <a:lnTo>
                  <a:pt x="245" y="11547"/>
                </a:lnTo>
                <a:lnTo>
                  <a:pt x="245" y="11374"/>
                </a:lnTo>
                <a:lnTo>
                  <a:pt x="299" y="11201"/>
                </a:lnTo>
                <a:lnTo>
                  <a:pt x="381" y="11029"/>
                </a:lnTo>
                <a:lnTo>
                  <a:pt x="381" y="10856"/>
                </a:lnTo>
                <a:lnTo>
                  <a:pt x="436" y="10683"/>
                </a:lnTo>
                <a:lnTo>
                  <a:pt x="436" y="10511"/>
                </a:lnTo>
                <a:lnTo>
                  <a:pt x="490" y="10338"/>
                </a:lnTo>
                <a:lnTo>
                  <a:pt x="545" y="10116"/>
                </a:lnTo>
                <a:lnTo>
                  <a:pt x="545" y="9943"/>
                </a:lnTo>
                <a:lnTo>
                  <a:pt x="626" y="9770"/>
                </a:lnTo>
                <a:lnTo>
                  <a:pt x="681" y="9548"/>
                </a:lnTo>
                <a:lnTo>
                  <a:pt x="681" y="9376"/>
                </a:lnTo>
                <a:lnTo>
                  <a:pt x="735" y="9228"/>
                </a:lnTo>
                <a:lnTo>
                  <a:pt x="735" y="9055"/>
                </a:lnTo>
                <a:lnTo>
                  <a:pt x="817" y="8882"/>
                </a:lnTo>
                <a:lnTo>
                  <a:pt x="872" y="8709"/>
                </a:lnTo>
                <a:lnTo>
                  <a:pt x="872" y="8487"/>
                </a:lnTo>
                <a:lnTo>
                  <a:pt x="926" y="8315"/>
                </a:lnTo>
                <a:lnTo>
                  <a:pt x="981" y="8142"/>
                </a:lnTo>
                <a:lnTo>
                  <a:pt x="981" y="7920"/>
                </a:lnTo>
                <a:lnTo>
                  <a:pt x="1062" y="7747"/>
                </a:lnTo>
                <a:lnTo>
                  <a:pt x="1117" y="7574"/>
                </a:lnTo>
                <a:lnTo>
                  <a:pt x="1117" y="7402"/>
                </a:lnTo>
                <a:lnTo>
                  <a:pt x="1171" y="7229"/>
                </a:lnTo>
                <a:lnTo>
                  <a:pt x="1171" y="7056"/>
                </a:lnTo>
                <a:lnTo>
                  <a:pt x="1226" y="6834"/>
                </a:lnTo>
                <a:lnTo>
                  <a:pt x="1308" y="6661"/>
                </a:lnTo>
                <a:lnTo>
                  <a:pt x="1308" y="6489"/>
                </a:lnTo>
                <a:lnTo>
                  <a:pt x="1362" y="6267"/>
                </a:lnTo>
                <a:lnTo>
                  <a:pt x="1417" y="6094"/>
                </a:lnTo>
                <a:lnTo>
                  <a:pt x="1417" y="5946"/>
                </a:lnTo>
                <a:lnTo>
                  <a:pt x="1498" y="5699"/>
                </a:lnTo>
                <a:lnTo>
                  <a:pt x="1553" y="5526"/>
                </a:lnTo>
                <a:lnTo>
                  <a:pt x="1553" y="5378"/>
                </a:lnTo>
                <a:lnTo>
                  <a:pt x="1607" y="5132"/>
                </a:lnTo>
                <a:lnTo>
                  <a:pt x="1662" y="4984"/>
                </a:lnTo>
                <a:lnTo>
                  <a:pt x="1662" y="4811"/>
                </a:lnTo>
                <a:lnTo>
                  <a:pt x="1744" y="4638"/>
                </a:lnTo>
                <a:lnTo>
                  <a:pt x="1744" y="4465"/>
                </a:lnTo>
                <a:lnTo>
                  <a:pt x="1798" y="4293"/>
                </a:lnTo>
                <a:lnTo>
                  <a:pt x="1853" y="4120"/>
                </a:lnTo>
                <a:lnTo>
                  <a:pt x="1853" y="3947"/>
                </a:lnTo>
                <a:lnTo>
                  <a:pt x="1934" y="3775"/>
                </a:lnTo>
                <a:lnTo>
                  <a:pt x="1934" y="3602"/>
                </a:lnTo>
                <a:lnTo>
                  <a:pt x="1989" y="3380"/>
                </a:lnTo>
                <a:lnTo>
                  <a:pt x="2043" y="3207"/>
                </a:lnTo>
                <a:lnTo>
                  <a:pt x="2043" y="3059"/>
                </a:lnTo>
                <a:lnTo>
                  <a:pt x="2098" y="2812"/>
                </a:lnTo>
                <a:lnTo>
                  <a:pt x="2180" y="2640"/>
                </a:lnTo>
                <a:lnTo>
                  <a:pt x="2180" y="2492"/>
                </a:lnTo>
                <a:lnTo>
                  <a:pt x="2234" y="2319"/>
                </a:lnTo>
                <a:lnTo>
                  <a:pt x="2289" y="2146"/>
                </a:lnTo>
                <a:lnTo>
                  <a:pt x="2289" y="1973"/>
                </a:lnTo>
                <a:lnTo>
                  <a:pt x="2343" y="1801"/>
                </a:lnTo>
                <a:lnTo>
                  <a:pt x="2343" y="1628"/>
                </a:lnTo>
                <a:lnTo>
                  <a:pt x="2425" y="1455"/>
                </a:lnTo>
                <a:lnTo>
                  <a:pt x="2480" y="1283"/>
                </a:lnTo>
                <a:lnTo>
                  <a:pt x="2480" y="1134"/>
                </a:lnTo>
                <a:lnTo>
                  <a:pt x="2534" y="962"/>
                </a:lnTo>
                <a:lnTo>
                  <a:pt x="2534" y="789"/>
                </a:lnTo>
                <a:lnTo>
                  <a:pt x="2616" y="616"/>
                </a:lnTo>
                <a:lnTo>
                  <a:pt x="2616" y="444"/>
                </a:lnTo>
                <a:lnTo>
                  <a:pt x="2670" y="271"/>
                </a:lnTo>
                <a:lnTo>
                  <a:pt x="2725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7682222" y="3257115"/>
            <a:ext cx="2725" cy="12336"/>
          </a:xfrm>
          <a:custGeom>
            <a:avLst/>
            <a:gdLst/>
            <a:ahLst/>
            <a:cxnLst/>
            <a:rect l="l" t="t" r="r" b="b"/>
            <a:pathLst>
              <a:path w="2725" h="12336">
                <a:moveTo>
                  <a:pt x="0" y="12336"/>
                </a:moveTo>
                <a:lnTo>
                  <a:pt x="54" y="12164"/>
                </a:lnTo>
                <a:lnTo>
                  <a:pt x="54" y="11991"/>
                </a:lnTo>
                <a:lnTo>
                  <a:pt x="136" y="11818"/>
                </a:lnTo>
                <a:lnTo>
                  <a:pt x="190" y="11646"/>
                </a:lnTo>
                <a:lnTo>
                  <a:pt x="190" y="11473"/>
                </a:lnTo>
                <a:lnTo>
                  <a:pt x="245" y="11300"/>
                </a:lnTo>
                <a:lnTo>
                  <a:pt x="245" y="11152"/>
                </a:lnTo>
                <a:lnTo>
                  <a:pt x="299" y="10905"/>
                </a:lnTo>
                <a:lnTo>
                  <a:pt x="381" y="10733"/>
                </a:lnTo>
                <a:lnTo>
                  <a:pt x="381" y="10585"/>
                </a:lnTo>
                <a:lnTo>
                  <a:pt x="436" y="10412"/>
                </a:lnTo>
                <a:lnTo>
                  <a:pt x="490" y="10239"/>
                </a:lnTo>
                <a:lnTo>
                  <a:pt x="490" y="10066"/>
                </a:lnTo>
                <a:lnTo>
                  <a:pt x="572" y="9894"/>
                </a:lnTo>
                <a:lnTo>
                  <a:pt x="572" y="9672"/>
                </a:lnTo>
                <a:lnTo>
                  <a:pt x="626" y="9499"/>
                </a:lnTo>
                <a:lnTo>
                  <a:pt x="681" y="9326"/>
                </a:lnTo>
                <a:lnTo>
                  <a:pt x="681" y="9153"/>
                </a:lnTo>
                <a:lnTo>
                  <a:pt x="735" y="8981"/>
                </a:lnTo>
                <a:lnTo>
                  <a:pt x="817" y="8833"/>
                </a:lnTo>
                <a:lnTo>
                  <a:pt x="817" y="8660"/>
                </a:lnTo>
                <a:lnTo>
                  <a:pt x="872" y="8413"/>
                </a:lnTo>
                <a:lnTo>
                  <a:pt x="926" y="8265"/>
                </a:lnTo>
                <a:lnTo>
                  <a:pt x="926" y="8093"/>
                </a:lnTo>
                <a:lnTo>
                  <a:pt x="1008" y="7920"/>
                </a:lnTo>
                <a:lnTo>
                  <a:pt x="1008" y="7747"/>
                </a:lnTo>
                <a:lnTo>
                  <a:pt x="1062" y="7574"/>
                </a:lnTo>
                <a:lnTo>
                  <a:pt x="1117" y="7402"/>
                </a:lnTo>
                <a:lnTo>
                  <a:pt x="1117" y="7229"/>
                </a:lnTo>
                <a:lnTo>
                  <a:pt x="1171" y="7056"/>
                </a:lnTo>
                <a:lnTo>
                  <a:pt x="1171" y="6908"/>
                </a:lnTo>
                <a:lnTo>
                  <a:pt x="1253" y="6735"/>
                </a:lnTo>
                <a:lnTo>
                  <a:pt x="1308" y="6563"/>
                </a:lnTo>
                <a:lnTo>
                  <a:pt x="1308" y="6390"/>
                </a:lnTo>
                <a:lnTo>
                  <a:pt x="1362" y="6217"/>
                </a:lnTo>
                <a:lnTo>
                  <a:pt x="1362" y="6045"/>
                </a:lnTo>
                <a:lnTo>
                  <a:pt x="1417" y="5823"/>
                </a:lnTo>
                <a:lnTo>
                  <a:pt x="1498" y="5650"/>
                </a:lnTo>
                <a:lnTo>
                  <a:pt x="1498" y="5477"/>
                </a:lnTo>
                <a:lnTo>
                  <a:pt x="1553" y="5304"/>
                </a:lnTo>
                <a:lnTo>
                  <a:pt x="1607" y="5132"/>
                </a:lnTo>
                <a:lnTo>
                  <a:pt x="1607" y="4984"/>
                </a:lnTo>
                <a:lnTo>
                  <a:pt x="1689" y="4811"/>
                </a:lnTo>
                <a:lnTo>
                  <a:pt x="1744" y="4638"/>
                </a:lnTo>
                <a:lnTo>
                  <a:pt x="1744" y="4465"/>
                </a:lnTo>
                <a:lnTo>
                  <a:pt x="1798" y="4293"/>
                </a:lnTo>
                <a:lnTo>
                  <a:pt x="1798" y="4120"/>
                </a:lnTo>
                <a:lnTo>
                  <a:pt x="1853" y="3947"/>
                </a:lnTo>
                <a:lnTo>
                  <a:pt x="1853" y="3775"/>
                </a:lnTo>
                <a:lnTo>
                  <a:pt x="1934" y="3627"/>
                </a:lnTo>
                <a:lnTo>
                  <a:pt x="1989" y="3454"/>
                </a:lnTo>
                <a:lnTo>
                  <a:pt x="1989" y="3281"/>
                </a:lnTo>
                <a:lnTo>
                  <a:pt x="2043" y="3108"/>
                </a:lnTo>
                <a:lnTo>
                  <a:pt x="2043" y="2936"/>
                </a:lnTo>
                <a:lnTo>
                  <a:pt x="2125" y="2763"/>
                </a:lnTo>
                <a:lnTo>
                  <a:pt x="2180" y="2590"/>
                </a:lnTo>
                <a:lnTo>
                  <a:pt x="2180" y="2368"/>
                </a:lnTo>
                <a:lnTo>
                  <a:pt x="2234" y="2195"/>
                </a:lnTo>
                <a:lnTo>
                  <a:pt x="2289" y="2023"/>
                </a:lnTo>
                <a:lnTo>
                  <a:pt x="2289" y="1850"/>
                </a:lnTo>
                <a:lnTo>
                  <a:pt x="2371" y="1702"/>
                </a:lnTo>
                <a:lnTo>
                  <a:pt x="2425" y="1529"/>
                </a:lnTo>
                <a:lnTo>
                  <a:pt x="2425" y="1357"/>
                </a:lnTo>
                <a:lnTo>
                  <a:pt x="2480" y="1184"/>
                </a:lnTo>
                <a:lnTo>
                  <a:pt x="2534" y="962"/>
                </a:lnTo>
                <a:lnTo>
                  <a:pt x="2534" y="789"/>
                </a:lnTo>
                <a:lnTo>
                  <a:pt x="2616" y="616"/>
                </a:lnTo>
                <a:lnTo>
                  <a:pt x="2616" y="44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7684947" y="3245001"/>
            <a:ext cx="2725" cy="12114"/>
          </a:xfrm>
          <a:custGeom>
            <a:avLst/>
            <a:gdLst/>
            <a:ahLst/>
            <a:cxnLst/>
            <a:rect l="l" t="t" r="r" b="b"/>
            <a:pathLst>
              <a:path w="2725" h="12114">
                <a:moveTo>
                  <a:pt x="0" y="12114"/>
                </a:moveTo>
                <a:lnTo>
                  <a:pt x="81" y="11942"/>
                </a:lnTo>
                <a:lnTo>
                  <a:pt x="81" y="11769"/>
                </a:lnTo>
                <a:lnTo>
                  <a:pt x="136" y="11596"/>
                </a:lnTo>
                <a:lnTo>
                  <a:pt x="136" y="11423"/>
                </a:lnTo>
                <a:lnTo>
                  <a:pt x="190" y="11251"/>
                </a:lnTo>
                <a:lnTo>
                  <a:pt x="245" y="11078"/>
                </a:lnTo>
                <a:lnTo>
                  <a:pt x="245" y="10930"/>
                </a:lnTo>
                <a:lnTo>
                  <a:pt x="327" y="10757"/>
                </a:lnTo>
                <a:lnTo>
                  <a:pt x="381" y="10585"/>
                </a:lnTo>
                <a:lnTo>
                  <a:pt x="381" y="10412"/>
                </a:lnTo>
                <a:lnTo>
                  <a:pt x="436" y="10239"/>
                </a:lnTo>
                <a:lnTo>
                  <a:pt x="436" y="10066"/>
                </a:lnTo>
                <a:lnTo>
                  <a:pt x="490" y="9894"/>
                </a:lnTo>
                <a:lnTo>
                  <a:pt x="572" y="9721"/>
                </a:lnTo>
                <a:lnTo>
                  <a:pt x="572" y="9573"/>
                </a:lnTo>
                <a:lnTo>
                  <a:pt x="626" y="9400"/>
                </a:lnTo>
                <a:lnTo>
                  <a:pt x="626" y="9228"/>
                </a:lnTo>
                <a:lnTo>
                  <a:pt x="681" y="9055"/>
                </a:lnTo>
                <a:lnTo>
                  <a:pt x="763" y="8882"/>
                </a:lnTo>
                <a:lnTo>
                  <a:pt x="763" y="8709"/>
                </a:lnTo>
                <a:lnTo>
                  <a:pt x="817" y="8537"/>
                </a:lnTo>
                <a:lnTo>
                  <a:pt x="817" y="8364"/>
                </a:lnTo>
                <a:lnTo>
                  <a:pt x="872" y="8216"/>
                </a:lnTo>
                <a:lnTo>
                  <a:pt x="926" y="8043"/>
                </a:lnTo>
                <a:lnTo>
                  <a:pt x="926" y="7870"/>
                </a:lnTo>
                <a:lnTo>
                  <a:pt x="1008" y="7698"/>
                </a:lnTo>
                <a:lnTo>
                  <a:pt x="1062" y="7525"/>
                </a:lnTo>
                <a:lnTo>
                  <a:pt x="1062" y="7352"/>
                </a:lnTo>
                <a:lnTo>
                  <a:pt x="1117" y="7180"/>
                </a:lnTo>
                <a:lnTo>
                  <a:pt x="1117" y="7007"/>
                </a:lnTo>
                <a:lnTo>
                  <a:pt x="1199" y="6834"/>
                </a:lnTo>
                <a:lnTo>
                  <a:pt x="1253" y="6686"/>
                </a:lnTo>
                <a:lnTo>
                  <a:pt x="1253" y="6513"/>
                </a:lnTo>
                <a:lnTo>
                  <a:pt x="1308" y="6341"/>
                </a:lnTo>
                <a:lnTo>
                  <a:pt x="1308" y="6168"/>
                </a:lnTo>
                <a:lnTo>
                  <a:pt x="1362" y="5995"/>
                </a:lnTo>
                <a:lnTo>
                  <a:pt x="1444" y="5823"/>
                </a:lnTo>
                <a:lnTo>
                  <a:pt x="1444" y="5650"/>
                </a:lnTo>
                <a:lnTo>
                  <a:pt x="1498" y="5428"/>
                </a:lnTo>
                <a:lnTo>
                  <a:pt x="1553" y="5255"/>
                </a:lnTo>
                <a:lnTo>
                  <a:pt x="1553" y="5082"/>
                </a:lnTo>
                <a:lnTo>
                  <a:pt x="1607" y="4934"/>
                </a:lnTo>
                <a:lnTo>
                  <a:pt x="1689" y="4762"/>
                </a:lnTo>
                <a:lnTo>
                  <a:pt x="1689" y="4589"/>
                </a:lnTo>
                <a:lnTo>
                  <a:pt x="1744" y="4416"/>
                </a:lnTo>
                <a:lnTo>
                  <a:pt x="1744" y="4243"/>
                </a:lnTo>
                <a:lnTo>
                  <a:pt x="1798" y="4071"/>
                </a:lnTo>
                <a:lnTo>
                  <a:pt x="1880" y="3898"/>
                </a:lnTo>
                <a:lnTo>
                  <a:pt x="1880" y="3725"/>
                </a:lnTo>
                <a:lnTo>
                  <a:pt x="1934" y="3553"/>
                </a:lnTo>
                <a:lnTo>
                  <a:pt x="1934" y="3404"/>
                </a:lnTo>
                <a:lnTo>
                  <a:pt x="1989" y="3232"/>
                </a:lnTo>
                <a:lnTo>
                  <a:pt x="2043" y="3059"/>
                </a:lnTo>
                <a:lnTo>
                  <a:pt x="2043" y="2886"/>
                </a:lnTo>
                <a:lnTo>
                  <a:pt x="2125" y="2714"/>
                </a:lnTo>
                <a:lnTo>
                  <a:pt x="2180" y="2541"/>
                </a:lnTo>
                <a:lnTo>
                  <a:pt x="2180" y="2368"/>
                </a:lnTo>
                <a:lnTo>
                  <a:pt x="2234" y="2195"/>
                </a:lnTo>
                <a:lnTo>
                  <a:pt x="2234" y="2047"/>
                </a:lnTo>
                <a:lnTo>
                  <a:pt x="2289" y="1875"/>
                </a:lnTo>
                <a:lnTo>
                  <a:pt x="2371" y="1702"/>
                </a:lnTo>
                <a:lnTo>
                  <a:pt x="2371" y="1529"/>
                </a:lnTo>
                <a:lnTo>
                  <a:pt x="2425" y="1357"/>
                </a:lnTo>
                <a:lnTo>
                  <a:pt x="2480" y="1134"/>
                </a:lnTo>
                <a:lnTo>
                  <a:pt x="2480" y="962"/>
                </a:lnTo>
                <a:lnTo>
                  <a:pt x="2561" y="789"/>
                </a:lnTo>
                <a:lnTo>
                  <a:pt x="2616" y="616"/>
                </a:lnTo>
                <a:lnTo>
                  <a:pt x="2616" y="44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7687673" y="3233108"/>
            <a:ext cx="2752" cy="11892"/>
          </a:xfrm>
          <a:custGeom>
            <a:avLst/>
            <a:gdLst/>
            <a:ahLst/>
            <a:cxnLst/>
            <a:rect l="l" t="t" r="r" b="b"/>
            <a:pathLst>
              <a:path w="2752" h="11892">
                <a:moveTo>
                  <a:pt x="0" y="11892"/>
                </a:moveTo>
                <a:lnTo>
                  <a:pt x="0" y="11720"/>
                </a:lnTo>
                <a:lnTo>
                  <a:pt x="81" y="11547"/>
                </a:lnTo>
                <a:lnTo>
                  <a:pt x="136" y="11374"/>
                </a:lnTo>
                <a:lnTo>
                  <a:pt x="136" y="11152"/>
                </a:lnTo>
                <a:lnTo>
                  <a:pt x="190" y="10979"/>
                </a:lnTo>
                <a:lnTo>
                  <a:pt x="272" y="10807"/>
                </a:lnTo>
                <a:lnTo>
                  <a:pt x="272" y="10659"/>
                </a:lnTo>
                <a:lnTo>
                  <a:pt x="327" y="10486"/>
                </a:lnTo>
                <a:lnTo>
                  <a:pt x="381" y="10313"/>
                </a:lnTo>
                <a:lnTo>
                  <a:pt x="381" y="10140"/>
                </a:lnTo>
                <a:lnTo>
                  <a:pt x="436" y="9968"/>
                </a:lnTo>
                <a:lnTo>
                  <a:pt x="517" y="9795"/>
                </a:lnTo>
                <a:lnTo>
                  <a:pt x="517" y="9622"/>
                </a:lnTo>
                <a:lnTo>
                  <a:pt x="572" y="9450"/>
                </a:lnTo>
                <a:lnTo>
                  <a:pt x="572" y="9228"/>
                </a:lnTo>
                <a:lnTo>
                  <a:pt x="626" y="9055"/>
                </a:lnTo>
                <a:lnTo>
                  <a:pt x="681" y="8882"/>
                </a:lnTo>
                <a:lnTo>
                  <a:pt x="681" y="8734"/>
                </a:lnTo>
                <a:lnTo>
                  <a:pt x="763" y="8561"/>
                </a:lnTo>
                <a:lnTo>
                  <a:pt x="817" y="8389"/>
                </a:lnTo>
                <a:lnTo>
                  <a:pt x="817" y="8216"/>
                </a:lnTo>
                <a:lnTo>
                  <a:pt x="872" y="8043"/>
                </a:lnTo>
                <a:lnTo>
                  <a:pt x="953" y="7870"/>
                </a:lnTo>
                <a:lnTo>
                  <a:pt x="953" y="7698"/>
                </a:lnTo>
                <a:lnTo>
                  <a:pt x="1008" y="7525"/>
                </a:lnTo>
                <a:lnTo>
                  <a:pt x="1062" y="7377"/>
                </a:lnTo>
                <a:lnTo>
                  <a:pt x="1062" y="7204"/>
                </a:lnTo>
                <a:lnTo>
                  <a:pt x="1117" y="7032"/>
                </a:lnTo>
                <a:lnTo>
                  <a:pt x="1117" y="6859"/>
                </a:lnTo>
                <a:lnTo>
                  <a:pt x="1199" y="6686"/>
                </a:lnTo>
                <a:lnTo>
                  <a:pt x="1253" y="6513"/>
                </a:lnTo>
                <a:lnTo>
                  <a:pt x="1253" y="6341"/>
                </a:lnTo>
                <a:lnTo>
                  <a:pt x="1308" y="6119"/>
                </a:lnTo>
                <a:lnTo>
                  <a:pt x="1389" y="5946"/>
                </a:lnTo>
                <a:lnTo>
                  <a:pt x="1389" y="5773"/>
                </a:lnTo>
                <a:lnTo>
                  <a:pt x="1444" y="5600"/>
                </a:lnTo>
                <a:lnTo>
                  <a:pt x="1498" y="5452"/>
                </a:lnTo>
                <a:lnTo>
                  <a:pt x="1498" y="5280"/>
                </a:lnTo>
                <a:lnTo>
                  <a:pt x="1553" y="5033"/>
                </a:lnTo>
                <a:lnTo>
                  <a:pt x="1635" y="4885"/>
                </a:lnTo>
                <a:lnTo>
                  <a:pt x="1635" y="4712"/>
                </a:lnTo>
                <a:lnTo>
                  <a:pt x="1689" y="4539"/>
                </a:lnTo>
                <a:lnTo>
                  <a:pt x="1744" y="4367"/>
                </a:lnTo>
                <a:lnTo>
                  <a:pt x="1744" y="4194"/>
                </a:lnTo>
                <a:lnTo>
                  <a:pt x="1798" y="4021"/>
                </a:lnTo>
                <a:lnTo>
                  <a:pt x="1798" y="3849"/>
                </a:lnTo>
                <a:lnTo>
                  <a:pt x="1880" y="3676"/>
                </a:lnTo>
                <a:lnTo>
                  <a:pt x="1934" y="3528"/>
                </a:lnTo>
                <a:lnTo>
                  <a:pt x="1934" y="3355"/>
                </a:lnTo>
                <a:lnTo>
                  <a:pt x="1989" y="3182"/>
                </a:lnTo>
                <a:lnTo>
                  <a:pt x="2071" y="3010"/>
                </a:lnTo>
                <a:lnTo>
                  <a:pt x="2071" y="2837"/>
                </a:lnTo>
                <a:lnTo>
                  <a:pt x="2125" y="2664"/>
                </a:lnTo>
                <a:lnTo>
                  <a:pt x="2125" y="2492"/>
                </a:lnTo>
                <a:lnTo>
                  <a:pt x="2180" y="2319"/>
                </a:lnTo>
                <a:lnTo>
                  <a:pt x="2234" y="2171"/>
                </a:lnTo>
                <a:lnTo>
                  <a:pt x="2234" y="1998"/>
                </a:lnTo>
                <a:lnTo>
                  <a:pt x="2316" y="1825"/>
                </a:lnTo>
                <a:lnTo>
                  <a:pt x="2371" y="1653"/>
                </a:lnTo>
                <a:lnTo>
                  <a:pt x="2371" y="1480"/>
                </a:lnTo>
                <a:lnTo>
                  <a:pt x="2425" y="1307"/>
                </a:lnTo>
                <a:lnTo>
                  <a:pt x="2425" y="1134"/>
                </a:lnTo>
                <a:lnTo>
                  <a:pt x="2480" y="962"/>
                </a:lnTo>
                <a:lnTo>
                  <a:pt x="2561" y="789"/>
                </a:lnTo>
                <a:lnTo>
                  <a:pt x="2561" y="641"/>
                </a:lnTo>
                <a:lnTo>
                  <a:pt x="2616" y="468"/>
                </a:lnTo>
                <a:lnTo>
                  <a:pt x="2670" y="246"/>
                </a:lnTo>
                <a:lnTo>
                  <a:pt x="2670" y="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7690425" y="3221511"/>
            <a:ext cx="2643" cy="11596"/>
          </a:xfrm>
          <a:custGeom>
            <a:avLst/>
            <a:gdLst/>
            <a:ahLst/>
            <a:cxnLst/>
            <a:rect l="l" t="t" r="r" b="b"/>
            <a:pathLst>
              <a:path w="2643" h="11596">
                <a:moveTo>
                  <a:pt x="0" y="11596"/>
                </a:moveTo>
                <a:lnTo>
                  <a:pt x="0" y="11448"/>
                </a:lnTo>
                <a:lnTo>
                  <a:pt x="54" y="11275"/>
                </a:lnTo>
                <a:lnTo>
                  <a:pt x="109" y="11103"/>
                </a:lnTo>
                <a:lnTo>
                  <a:pt x="109" y="10930"/>
                </a:lnTo>
                <a:lnTo>
                  <a:pt x="163" y="10757"/>
                </a:lnTo>
                <a:lnTo>
                  <a:pt x="245" y="10585"/>
                </a:lnTo>
                <a:lnTo>
                  <a:pt x="245" y="10412"/>
                </a:lnTo>
                <a:lnTo>
                  <a:pt x="299" y="10239"/>
                </a:lnTo>
                <a:lnTo>
                  <a:pt x="299" y="10066"/>
                </a:lnTo>
                <a:lnTo>
                  <a:pt x="354" y="9918"/>
                </a:lnTo>
                <a:lnTo>
                  <a:pt x="436" y="9746"/>
                </a:lnTo>
                <a:lnTo>
                  <a:pt x="436" y="9573"/>
                </a:lnTo>
                <a:lnTo>
                  <a:pt x="490" y="9400"/>
                </a:lnTo>
                <a:lnTo>
                  <a:pt x="545" y="9228"/>
                </a:lnTo>
                <a:lnTo>
                  <a:pt x="545" y="9055"/>
                </a:lnTo>
                <a:lnTo>
                  <a:pt x="599" y="8882"/>
                </a:lnTo>
                <a:lnTo>
                  <a:pt x="599" y="8709"/>
                </a:lnTo>
                <a:lnTo>
                  <a:pt x="681" y="8561"/>
                </a:lnTo>
                <a:lnTo>
                  <a:pt x="735" y="8389"/>
                </a:lnTo>
                <a:lnTo>
                  <a:pt x="735" y="8216"/>
                </a:lnTo>
                <a:lnTo>
                  <a:pt x="790" y="8043"/>
                </a:lnTo>
                <a:lnTo>
                  <a:pt x="844" y="7870"/>
                </a:lnTo>
                <a:lnTo>
                  <a:pt x="844" y="7698"/>
                </a:lnTo>
                <a:lnTo>
                  <a:pt x="926" y="7525"/>
                </a:lnTo>
                <a:lnTo>
                  <a:pt x="926" y="7352"/>
                </a:lnTo>
                <a:lnTo>
                  <a:pt x="981" y="7204"/>
                </a:lnTo>
                <a:lnTo>
                  <a:pt x="1035" y="7032"/>
                </a:lnTo>
                <a:lnTo>
                  <a:pt x="1035" y="6859"/>
                </a:lnTo>
                <a:lnTo>
                  <a:pt x="1117" y="6686"/>
                </a:lnTo>
                <a:lnTo>
                  <a:pt x="1171" y="6513"/>
                </a:lnTo>
                <a:lnTo>
                  <a:pt x="1171" y="6341"/>
                </a:lnTo>
                <a:lnTo>
                  <a:pt x="1226" y="6168"/>
                </a:lnTo>
                <a:lnTo>
                  <a:pt x="1280" y="5995"/>
                </a:lnTo>
                <a:lnTo>
                  <a:pt x="1280" y="5823"/>
                </a:lnTo>
                <a:lnTo>
                  <a:pt x="1362" y="5674"/>
                </a:lnTo>
                <a:lnTo>
                  <a:pt x="1362" y="5502"/>
                </a:lnTo>
                <a:lnTo>
                  <a:pt x="1417" y="5329"/>
                </a:lnTo>
                <a:lnTo>
                  <a:pt x="1471" y="5156"/>
                </a:lnTo>
                <a:lnTo>
                  <a:pt x="1471" y="4984"/>
                </a:lnTo>
                <a:lnTo>
                  <a:pt x="1553" y="4811"/>
                </a:lnTo>
                <a:lnTo>
                  <a:pt x="1607" y="4638"/>
                </a:lnTo>
                <a:lnTo>
                  <a:pt x="1607" y="4465"/>
                </a:lnTo>
                <a:lnTo>
                  <a:pt x="1662" y="4317"/>
                </a:lnTo>
                <a:lnTo>
                  <a:pt x="1716" y="4145"/>
                </a:lnTo>
                <a:lnTo>
                  <a:pt x="1716" y="3972"/>
                </a:lnTo>
                <a:lnTo>
                  <a:pt x="1798" y="3799"/>
                </a:lnTo>
                <a:lnTo>
                  <a:pt x="1853" y="3627"/>
                </a:lnTo>
                <a:lnTo>
                  <a:pt x="1853" y="3454"/>
                </a:lnTo>
                <a:lnTo>
                  <a:pt x="1907" y="3281"/>
                </a:lnTo>
                <a:lnTo>
                  <a:pt x="1907" y="3108"/>
                </a:lnTo>
                <a:lnTo>
                  <a:pt x="1962" y="2960"/>
                </a:lnTo>
                <a:lnTo>
                  <a:pt x="2043" y="2788"/>
                </a:lnTo>
                <a:lnTo>
                  <a:pt x="2043" y="2615"/>
                </a:lnTo>
                <a:lnTo>
                  <a:pt x="2098" y="2442"/>
                </a:lnTo>
                <a:lnTo>
                  <a:pt x="2153" y="2269"/>
                </a:lnTo>
                <a:lnTo>
                  <a:pt x="2153" y="2097"/>
                </a:lnTo>
                <a:lnTo>
                  <a:pt x="2234" y="1924"/>
                </a:lnTo>
                <a:lnTo>
                  <a:pt x="2289" y="1751"/>
                </a:lnTo>
                <a:lnTo>
                  <a:pt x="2289" y="1579"/>
                </a:lnTo>
                <a:lnTo>
                  <a:pt x="2343" y="1431"/>
                </a:lnTo>
                <a:lnTo>
                  <a:pt x="2398" y="1258"/>
                </a:lnTo>
                <a:lnTo>
                  <a:pt x="2398" y="1085"/>
                </a:lnTo>
                <a:lnTo>
                  <a:pt x="2480" y="912"/>
                </a:lnTo>
                <a:lnTo>
                  <a:pt x="2534" y="740"/>
                </a:lnTo>
                <a:lnTo>
                  <a:pt x="2534" y="567"/>
                </a:lnTo>
                <a:lnTo>
                  <a:pt x="2589" y="394"/>
                </a:lnTo>
                <a:lnTo>
                  <a:pt x="2589" y="222"/>
                </a:lnTo>
                <a:lnTo>
                  <a:pt x="2643" y="7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7693069" y="3210087"/>
            <a:ext cx="2752" cy="11423"/>
          </a:xfrm>
          <a:custGeom>
            <a:avLst/>
            <a:gdLst/>
            <a:ahLst/>
            <a:cxnLst/>
            <a:rect l="l" t="t" r="r" b="b"/>
            <a:pathLst>
              <a:path w="2752" h="11423">
                <a:moveTo>
                  <a:pt x="0" y="11423"/>
                </a:moveTo>
                <a:lnTo>
                  <a:pt x="81" y="11251"/>
                </a:lnTo>
                <a:lnTo>
                  <a:pt x="81" y="11078"/>
                </a:lnTo>
                <a:lnTo>
                  <a:pt x="136" y="10930"/>
                </a:lnTo>
                <a:lnTo>
                  <a:pt x="190" y="10757"/>
                </a:lnTo>
                <a:lnTo>
                  <a:pt x="190" y="10585"/>
                </a:lnTo>
                <a:lnTo>
                  <a:pt x="272" y="10412"/>
                </a:lnTo>
                <a:lnTo>
                  <a:pt x="327" y="10239"/>
                </a:lnTo>
                <a:lnTo>
                  <a:pt x="327" y="10066"/>
                </a:lnTo>
                <a:lnTo>
                  <a:pt x="381" y="9894"/>
                </a:lnTo>
                <a:lnTo>
                  <a:pt x="436" y="9721"/>
                </a:lnTo>
                <a:lnTo>
                  <a:pt x="436" y="9573"/>
                </a:lnTo>
                <a:lnTo>
                  <a:pt x="517" y="9400"/>
                </a:lnTo>
                <a:lnTo>
                  <a:pt x="572" y="9228"/>
                </a:lnTo>
                <a:lnTo>
                  <a:pt x="572" y="9055"/>
                </a:lnTo>
                <a:lnTo>
                  <a:pt x="626" y="8882"/>
                </a:lnTo>
                <a:lnTo>
                  <a:pt x="708" y="8709"/>
                </a:lnTo>
                <a:lnTo>
                  <a:pt x="708" y="8537"/>
                </a:lnTo>
                <a:lnTo>
                  <a:pt x="763" y="8364"/>
                </a:lnTo>
                <a:lnTo>
                  <a:pt x="763" y="8216"/>
                </a:lnTo>
                <a:lnTo>
                  <a:pt x="817" y="8043"/>
                </a:lnTo>
                <a:lnTo>
                  <a:pt x="872" y="7870"/>
                </a:lnTo>
                <a:lnTo>
                  <a:pt x="872" y="7698"/>
                </a:lnTo>
                <a:lnTo>
                  <a:pt x="953" y="7525"/>
                </a:lnTo>
                <a:lnTo>
                  <a:pt x="1008" y="7352"/>
                </a:lnTo>
                <a:lnTo>
                  <a:pt x="1008" y="7180"/>
                </a:lnTo>
                <a:lnTo>
                  <a:pt x="1062" y="7007"/>
                </a:lnTo>
                <a:lnTo>
                  <a:pt x="1117" y="6834"/>
                </a:lnTo>
                <a:lnTo>
                  <a:pt x="1117" y="6686"/>
                </a:lnTo>
                <a:lnTo>
                  <a:pt x="1199" y="6513"/>
                </a:lnTo>
                <a:lnTo>
                  <a:pt x="1253" y="6341"/>
                </a:lnTo>
                <a:lnTo>
                  <a:pt x="1253" y="6168"/>
                </a:lnTo>
                <a:lnTo>
                  <a:pt x="1308" y="5995"/>
                </a:lnTo>
                <a:lnTo>
                  <a:pt x="1389" y="5823"/>
                </a:lnTo>
                <a:lnTo>
                  <a:pt x="1389" y="5650"/>
                </a:lnTo>
                <a:lnTo>
                  <a:pt x="1444" y="5477"/>
                </a:lnTo>
                <a:lnTo>
                  <a:pt x="1498" y="5329"/>
                </a:lnTo>
                <a:lnTo>
                  <a:pt x="1498" y="5156"/>
                </a:lnTo>
                <a:lnTo>
                  <a:pt x="1553" y="4984"/>
                </a:lnTo>
                <a:lnTo>
                  <a:pt x="1635" y="4811"/>
                </a:lnTo>
                <a:lnTo>
                  <a:pt x="1635" y="4638"/>
                </a:lnTo>
                <a:lnTo>
                  <a:pt x="1689" y="4465"/>
                </a:lnTo>
                <a:lnTo>
                  <a:pt x="1689" y="4293"/>
                </a:lnTo>
                <a:lnTo>
                  <a:pt x="1744" y="4120"/>
                </a:lnTo>
                <a:lnTo>
                  <a:pt x="1825" y="3972"/>
                </a:lnTo>
                <a:lnTo>
                  <a:pt x="1825" y="3799"/>
                </a:lnTo>
                <a:lnTo>
                  <a:pt x="1880" y="3627"/>
                </a:lnTo>
                <a:lnTo>
                  <a:pt x="1934" y="3454"/>
                </a:lnTo>
                <a:lnTo>
                  <a:pt x="1934" y="3281"/>
                </a:lnTo>
                <a:lnTo>
                  <a:pt x="1989" y="3108"/>
                </a:lnTo>
                <a:lnTo>
                  <a:pt x="2071" y="2936"/>
                </a:lnTo>
                <a:lnTo>
                  <a:pt x="2071" y="2763"/>
                </a:lnTo>
                <a:lnTo>
                  <a:pt x="2125" y="2590"/>
                </a:lnTo>
                <a:lnTo>
                  <a:pt x="2180" y="2442"/>
                </a:lnTo>
                <a:lnTo>
                  <a:pt x="2180" y="2269"/>
                </a:lnTo>
                <a:lnTo>
                  <a:pt x="2234" y="2097"/>
                </a:lnTo>
                <a:lnTo>
                  <a:pt x="2316" y="1924"/>
                </a:lnTo>
                <a:lnTo>
                  <a:pt x="2316" y="1751"/>
                </a:lnTo>
                <a:lnTo>
                  <a:pt x="2371" y="1579"/>
                </a:lnTo>
                <a:lnTo>
                  <a:pt x="2425" y="1406"/>
                </a:lnTo>
                <a:lnTo>
                  <a:pt x="2425" y="1233"/>
                </a:lnTo>
                <a:lnTo>
                  <a:pt x="2507" y="1085"/>
                </a:lnTo>
                <a:lnTo>
                  <a:pt x="2561" y="912"/>
                </a:lnTo>
                <a:lnTo>
                  <a:pt x="2561" y="740"/>
                </a:lnTo>
                <a:lnTo>
                  <a:pt x="2616" y="567"/>
                </a:lnTo>
                <a:lnTo>
                  <a:pt x="2670" y="394"/>
                </a:lnTo>
                <a:lnTo>
                  <a:pt x="2670" y="222"/>
                </a:lnTo>
                <a:lnTo>
                  <a:pt x="2752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7695821" y="3198935"/>
            <a:ext cx="2725" cy="11152"/>
          </a:xfrm>
          <a:custGeom>
            <a:avLst/>
            <a:gdLst/>
            <a:ahLst/>
            <a:cxnLst/>
            <a:rect l="l" t="t" r="r" b="b"/>
            <a:pathLst>
              <a:path w="2725" h="11152">
                <a:moveTo>
                  <a:pt x="0" y="11152"/>
                </a:moveTo>
                <a:lnTo>
                  <a:pt x="54" y="10979"/>
                </a:lnTo>
                <a:lnTo>
                  <a:pt x="54" y="10807"/>
                </a:lnTo>
                <a:lnTo>
                  <a:pt x="109" y="10634"/>
                </a:lnTo>
                <a:lnTo>
                  <a:pt x="163" y="10461"/>
                </a:lnTo>
                <a:lnTo>
                  <a:pt x="163" y="10313"/>
                </a:lnTo>
                <a:lnTo>
                  <a:pt x="245" y="10140"/>
                </a:lnTo>
                <a:lnTo>
                  <a:pt x="299" y="9968"/>
                </a:lnTo>
                <a:lnTo>
                  <a:pt x="299" y="9795"/>
                </a:lnTo>
                <a:lnTo>
                  <a:pt x="354" y="9622"/>
                </a:lnTo>
                <a:lnTo>
                  <a:pt x="436" y="9450"/>
                </a:lnTo>
                <a:lnTo>
                  <a:pt x="436" y="9277"/>
                </a:lnTo>
                <a:lnTo>
                  <a:pt x="490" y="9104"/>
                </a:lnTo>
                <a:lnTo>
                  <a:pt x="545" y="8956"/>
                </a:lnTo>
                <a:lnTo>
                  <a:pt x="545" y="8783"/>
                </a:lnTo>
                <a:lnTo>
                  <a:pt x="599" y="8611"/>
                </a:lnTo>
                <a:lnTo>
                  <a:pt x="681" y="8438"/>
                </a:lnTo>
                <a:lnTo>
                  <a:pt x="681" y="8265"/>
                </a:lnTo>
                <a:lnTo>
                  <a:pt x="735" y="8093"/>
                </a:lnTo>
                <a:lnTo>
                  <a:pt x="790" y="7920"/>
                </a:lnTo>
                <a:lnTo>
                  <a:pt x="790" y="7747"/>
                </a:lnTo>
                <a:lnTo>
                  <a:pt x="872" y="7599"/>
                </a:lnTo>
                <a:lnTo>
                  <a:pt x="926" y="7426"/>
                </a:lnTo>
                <a:lnTo>
                  <a:pt x="926" y="7254"/>
                </a:lnTo>
                <a:lnTo>
                  <a:pt x="981" y="7081"/>
                </a:lnTo>
                <a:lnTo>
                  <a:pt x="1035" y="6908"/>
                </a:lnTo>
                <a:lnTo>
                  <a:pt x="1035" y="6735"/>
                </a:lnTo>
                <a:lnTo>
                  <a:pt x="1117" y="6563"/>
                </a:lnTo>
                <a:lnTo>
                  <a:pt x="1171" y="6390"/>
                </a:lnTo>
                <a:lnTo>
                  <a:pt x="1171" y="6217"/>
                </a:lnTo>
                <a:lnTo>
                  <a:pt x="1226" y="6069"/>
                </a:lnTo>
                <a:lnTo>
                  <a:pt x="1280" y="5897"/>
                </a:lnTo>
                <a:lnTo>
                  <a:pt x="1280" y="5724"/>
                </a:lnTo>
                <a:lnTo>
                  <a:pt x="1362" y="5551"/>
                </a:lnTo>
                <a:lnTo>
                  <a:pt x="1417" y="5378"/>
                </a:lnTo>
                <a:lnTo>
                  <a:pt x="1417" y="5206"/>
                </a:lnTo>
                <a:lnTo>
                  <a:pt x="1471" y="5033"/>
                </a:lnTo>
                <a:lnTo>
                  <a:pt x="1553" y="4860"/>
                </a:lnTo>
                <a:lnTo>
                  <a:pt x="1553" y="4712"/>
                </a:lnTo>
                <a:lnTo>
                  <a:pt x="1607" y="4539"/>
                </a:lnTo>
                <a:lnTo>
                  <a:pt x="1662" y="4367"/>
                </a:lnTo>
                <a:lnTo>
                  <a:pt x="1662" y="4194"/>
                </a:lnTo>
                <a:lnTo>
                  <a:pt x="1716" y="4021"/>
                </a:lnTo>
                <a:lnTo>
                  <a:pt x="1798" y="3849"/>
                </a:lnTo>
                <a:lnTo>
                  <a:pt x="1798" y="3676"/>
                </a:lnTo>
                <a:lnTo>
                  <a:pt x="1853" y="3503"/>
                </a:lnTo>
                <a:lnTo>
                  <a:pt x="1907" y="3355"/>
                </a:lnTo>
                <a:lnTo>
                  <a:pt x="1907" y="3182"/>
                </a:lnTo>
                <a:lnTo>
                  <a:pt x="1989" y="3010"/>
                </a:lnTo>
                <a:lnTo>
                  <a:pt x="2043" y="2837"/>
                </a:lnTo>
                <a:lnTo>
                  <a:pt x="2043" y="2664"/>
                </a:lnTo>
                <a:lnTo>
                  <a:pt x="2098" y="2492"/>
                </a:lnTo>
                <a:lnTo>
                  <a:pt x="2153" y="2319"/>
                </a:lnTo>
                <a:lnTo>
                  <a:pt x="2153" y="2146"/>
                </a:lnTo>
                <a:lnTo>
                  <a:pt x="2234" y="1973"/>
                </a:lnTo>
                <a:lnTo>
                  <a:pt x="2289" y="1825"/>
                </a:lnTo>
                <a:lnTo>
                  <a:pt x="2289" y="1653"/>
                </a:lnTo>
                <a:lnTo>
                  <a:pt x="2343" y="1480"/>
                </a:lnTo>
                <a:lnTo>
                  <a:pt x="2398" y="1307"/>
                </a:lnTo>
                <a:lnTo>
                  <a:pt x="2480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89" y="616"/>
                </a:lnTo>
                <a:lnTo>
                  <a:pt x="2589" y="468"/>
                </a:lnTo>
                <a:lnTo>
                  <a:pt x="2670" y="296"/>
                </a:lnTo>
                <a:lnTo>
                  <a:pt x="2670" y="1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7698547" y="3188078"/>
            <a:ext cx="2725" cy="10856"/>
          </a:xfrm>
          <a:custGeom>
            <a:avLst/>
            <a:gdLst/>
            <a:ahLst/>
            <a:cxnLst/>
            <a:rect l="l" t="t" r="r" b="b"/>
            <a:pathLst>
              <a:path w="2725" h="10856">
                <a:moveTo>
                  <a:pt x="0" y="10856"/>
                </a:moveTo>
                <a:lnTo>
                  <a:pt x="54" y="10683"/>
                </a:lnTo>
                <a:lnTo>
                  <a:pt x="54" y="10511"/>
                </a:lnTo>
                <a:lnTo>
                  <a:pt x="109" y="10363"/>
                </a:lnTo>
                <a:lnTo>
                  <a:pt x="190" y="10190"/>
                </a:lnTo>
                <a:lnTo>
                  <a:pt x="190" y="10017"/>
                </a:lnTo>
                <a:lnTo>
                  <a:pt x="245" y="9844"/>
                </a:lnTo>
                <a:lnTo>
                  <a:pt x="299" y="9672"/>
                </a:lnTo>
                <a:lnTo>
                  <a:pt x="299" y="9499"/>
                </a:lnTo>
                <a:lnTo>
                  <a:pt x="354" y="9326"/>
                </a:lnTo>
                <a:lnTo>
                  <a:pt x="436" y="9153"/>
                </a:lnTo>
                <a:lnTo>
                  <a:pt x="436" y="9005"/>
                </a:lnTo>
                <a:lnTo>
                  <a:pt x="490" y="8833"/>
                </a:lnTo>
                <a:lnTo>
                  <a:pt x="545" y="8660"/>
                </a:lnTo>
                <a:lnTo>
                  <a:pt x="545" y="8487"/>
                </a:lnTo>
                <a:lnTo>
                  <a:pt x="626" y="8315"/>
                </a:lnTo>
                <a:lnTo>
                  <a:pt x="681" y="8142"/>
                </a:lnTo>
                <a:lnTo>
                  <a:pt x="681" y="7969"/>
                </a:lnTo>
                <a:lnTo>
                  <a:pt x="735" y="7796"/>
                </a:lnTo>
                <a:lnTo>
                  <a:pt x="790" y="7624"/>
                </a:lnTo>
                <a:lnTo>
                  <a:pt x="872" y="7476"/>
                </a:lnTo>
                <a:lnTo>
                  <a:pt x="872" y="7303"/>
                </a:lnTo>
                <a:lnTo>
                  <a:pt x="926" y="7130"/>
                </a:lnTo>
                <a:lnTo>
                  <a:pt x="981" y="6958"/>
                </a:lnTo>
                <a:lnTo>
                  <a:pt x="981" y="6785"/>
                </a:lnTo>
                <a:lnTo>
                  <a:pt x="1062" y="6612"/>
                </a:lnTo>
                <a:lnTo>
                  <a:pt x="1117" y="6439"/>
                </a:lnTo>
                <a:lnTo>
                  <a:pt x="1117" y="6267"/>
                </a:lnTo>
                <a:lnTo>
                  <a:pt x="1171" y="6119"/>
                </a:lnTo>
                <a:lnTo>
                  <a:pt x="1226" y="5946"/>
                </a:lnTo>
                <a:lnTo>
                  <a:pt x="1226" y="5773"/>
                </a:lnTo>
                <a:lnTo>
                  <a:pt x="1308" y="5600"/>
                </a:lnTo>
                <a:lnTo>
                  <a:pt x="1362" y="5428"/>
                </a:lnTo>
                <a:lnTo>
                  <a:pt x="1362" y="5255"/>
                </a:lnTo>
                <a:lnTo>
                  <a:pt x="1417" y="5082"/>
                </a:lnTo>
                <a:lnTo>
                  <a:pt x="1471" y="4910"/>
                </a:lnTo>
                <a:lnTo>
                  <a:pt x="1471" y="4762"/>
                </a:lnTo>
                <a:lnTo>
                  <a:pt x="1553" y="4589"/>
                </a:lnTo>
                <a:lnTo>
                  <a:pt x="1607" y="4416"/>
                </a:lnTo>
                <a:lnTo>
                  <a:pt x="1607" y="4243"/>
                </a:lnTo>
                <a:lnTo>
                  <a:pt x="1662" y="4071"/>
                </a:lnTo>
                <a:lnTo>
                  <a:pt x="1744" y="3898"/>
                </a:lnTo>
                <a:lnTo>
                  <a:pt x="1798" y="3725"/>
                </a:lnTo>
                <a:lnTo>
                  <a:pt x="1798" y="3553"/>
                </a:lnTo>
                <a:lnTo>
                  <a:pt x="1853" y="3380"/>
                </a:lnTo>
                <a:lnTo>
                  <a:pt x="1907" y="3232"/>
                </a:lnTo>
                <a:lnTo>
                  <a:pt x="1907" y="3059"/>
                </a:lnTo>
                <a:lnTo>
                  <a:pt x="1989" y="2886"/>
                </a:lnTo>
                <a:lnTo>
                  <a:pt x="2043" y="2714"/>
                </a:lnTo>
                <a:lnTo>
                  <a:pt x="2043" y="2541"/>
                </a:lnTo>
                <a:lnTo>
                  <a:pt x="2098" y="2368"/>
                </a:lnTo>
                <a:lnTo>
                  <a:pt x="2153" y="2195"/>
                </a:lnTo>
                <a:lnTo>
                  <a:pt x="2153" y="2023"/>
                </a:lnTo>
                <a:lnTo>
                  <a:pt x="2234" y="1875"/>
                </a:lnTo>
                <a:lnTo>
                  <a:pt x="2289" y="1702"/>
                </a:lnTo>
                <a:lnTo>
                  <a:pt x="2289" y="1529"/>
                </a:lnTo>
                <a:lnTo>
                  <a:pt x="2343" y="1357"/>
                </a:lnTo>
                <a:lnTo>
                  <a:pt x="2425" y="1184"/>
                </a:lnTo>
                <a:lnTo>
                  <a:pt x="2480" y="1011"/>
                </a:lnTo>
                <a:lnTo>
                  <a:pt x="2480" y="838"/>
                </a:lnTo>
                <a:lnTo>
                  <a:pt x="2534" y="666"/>
                </a:lnTo>
                <a:lnTo>
                  <a:pt x="2589" y="518"/>
                </a:lnTo>
                <a:lnTo>
                  <a:pt x="2589" y="345"/>
                </a:lnTo>
                <a:lnTo>
                  <a:pt x="2670" y="172"/>
                </a:lnTo>
                <a:lnTo>
                  <a:pt x="2725" y="0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7701272" y="3177444"/>
            <a:ext cx="2670" cy="10634"/>
          </a:xfrm>
          <a:custGeom>
            <a:avLst/>
            <a:gdLst/>
            <a:ahLst/>
            <a:cxnLst/>
            <a:rect l="l" t="t" r="r" b="b"/>
            <a:pathLst>
              <a:path w="2670" h="10634">
                <a:moveTo>
                  <a:pt x="0" y="10634"/>
                </a:moveTo>
                <a:lnTo>
                  <a:pt x="0" y="10461"/>
                </a:lnTo>
                <a:lnTo>
                  <a:pt x="54" y="10288"/>
                </a:lnTo>
                <a:lnTo>
                  <a:pt x="136" y="10116"/>
                </a:lnTo>
                <a:lnTo>
                  <a:pt x="136" y="9943"/>
                </a:lnTo>
                <a:lnTo>
                  <a:pt x="190" y="9770"/>
                </a:lnTo>
                <a:lnTo>
                  <a:pt x="245" y="9622"/>
                </a:lnTo>
                <a:lnTo>
                  <a:pt x="299" y="9450"/>
                </a:lnTo>
                <a:lnTo>
                  <a:pt x="299" y="9277"/>
                </a:lnTo>
                <a:lnTo>
                  <a:pt x="381" y="9104"/>
                </a:lnTo>
                <a:lnTo>
                  <a:pt x="436" y="8931"/>
                </a:lnTo>
                <a:lnTo>
                  <a:pt x="436" y="8759"/>
                </a:lnTo>
                <a:lnTo>
                  <a:pt x="490" y="8586"/>
                </a:lnTo>
                <a:lnTo>
                  <a:pt x="545" y="8413"/>
                </a:lnTo>
                <a:lnTo>
                  <a:pt x="545" y="8265"/>
                </a:lnTo>
                <a:lnTo>
                  <a:pt x="626" y="8093"/>
                </a:lnTo>
                <a:lnTo>
                  <a:pt x="681" y="7920"/>
                </a:lnTo>
                <a:lnTo>
                  <a:pt x="681" y="7747"/>
                </a:lnTo>
                <a:lnTo>
                  <a:pt x="735" y="7574"/>
                </a:lnTo>
                <a:lnTo>
                  <a:pt x="817" y="7402"/>
                </a:lnTo>
                <a:lnTo>
                  <a:pt x="872" y="7229"/>
                </a:lnTo>
                <a:lnTo>
                  <a:pt x="872" y="7056"/>
                </a:lnTo>
                <a:lnTo>
                  <a:pt x="926" y="6908"/>
                </a:lnTo>
                <a:lnTo>
                  <a:pt x="981" y="6735"/>
                </a:lnTo>
                <a:lnTo>
                  <a:pt x="981" y="6563"/>
                </a:lnTo>
                <a:lnTo>
                  <a:pt x="1062" y="6390"/>
                </a:lnTo>
                <a:lnTo>
                  <a:pt x="1117" y="6217"/>
                </a:lnTo>
                <a:lnTo>
                  <a:pt x="1117" y="6045"/>
                </a:lnTo>
                <a:lnTo>
                  <a:pt x="1171" y="5872"/>
                </a:lnTo>
                <a:lnTo>
                  <a:pt x="1253" y="5699"/>
                </a:lnTo>
                <a:lnTo>
                  <a:pt x="1253" y="5526"/>
                </a:lnTo>
                <a:lnTo>
                  <a:pt x="1308" y="5378"/>
                </a:lnTo>
                <a:lnTo>
                  <a:pt x="1362" y="5206"/>
                </a:lnTo>
                <a:lnTo>
                  <a:pt x="1417" y="5033"/>
                </a:lnTo>
                <a:lnTo>
                  <a:pt x="1417" y="4860"/>
                </a:lnTo>
                <a:lnTo>
                  <a:pt x="1498" y="4688"/>
                </a:lnTo>
                <a:lnTo>
                  <a:pt x="1553" y="4515"/>
                </a:lnTo>
                <a:lnTo>
                  <a:pt x="1553" y="4342"/>
                </a:lnTo>
                <a:lnTo>
                  <a:pt x="1607" y="4169"/>
                </a:lnTo>
                <a:lnTo>
                  <a:pt x="1662" y="4021"/>
                </a:lnTo>
                <a:lnTo>
                  <a:pt x="1662" y="3849"/>
                </a:lnTo>
                <a:lnTo>
                  <a:pt x="1744" y="3676"/>
                </a:lnTo>
                <a:lnTo>
                  <a:pt x="1798" y="3503"/>
                </a:lnTo>
                <a:lnTo>
                  <a:pt x="1853" y="3330"/>
                </a:lnTo>
                <a:lnTo>
                  <a:pt x="1853" y="3158"/>
                </a:lnTo>
                <a:lnTo>
                  <a:pt x="1934" y="2985"/>
                </a:lnTo>
                <a:lnTo>
                  <a:pt x="1989" y="2812"/>
                </a:lnTo>
                <a:lnTo>
                  <a:pt x="1989" y="2664"/>
                </a:lnTo>
                <a:lnTo>
                  <a:pt x="2043" y="2492"/>
                </a:lnTo>
                <a:lnTo>
                  <a:pt x="2098" y="2319"/>
                </a:lnTo>
                <a:lnTo>
                  <a:pt x="2098" y="2146"/>
                </a:lnTo>
                <a:lnTo>
                  <a:pt x="2180" y="1973"/>
                </a:lnTo>
                <a:lnTo>
                  <a:pt x="2234" y="1801"/>
                </a:lnTo>
                <a:lnTo>
                  <a:pt x="2289" y="1628"/>
                </a:lnTo>
                <a:lnTo>
                  <a:pt x="2289" y="1455"/>
                </a:lnTo>
                <a:lnTo>
                  <a:pt x="2343" y="1283"/>
                </a:lnTo>
                <a:lnTo>
                  <a:pt x="2425" y="1134"/>
                </a:lnTo>
                <a:lnTo>
                  <a:pt x="2480" y="962"/>
                </a:lnTo>
                <a:lnTo>
                  <a:pt x="2480" y="789"/>
                </a:lnTo>
                <a:lnTo>
                  <a:pt x="2534" y="616"/>
                </a:lnTo>
                <a:lnTo>
                  <a:pt x="2616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7703943" y="3167130"/>
            <a:ext cx="2725" cy="10313"/>
          </a:xfrm>
          <a:custGeom>
            <a:avLst/>
            <a:gdLst/>
            <a:ahLst/>
            <a:cxnLst/>
            <a:rect l="l" t="t" r="r" b="b"/>
            <a:pathLst>
              <a:path w="2725" h="10313">
                <a:moveTo>
                  <a:pt x="0" y="10313"/>
                </a:moveTo>
                <a:lnTo>
                  <a:pt x="54" y="10140"/>
                </a:lnTo>
                <a:lnTo>
                  <a:pt x="109" y="9968"/>
                </a:lnTo>
                <a:lnTo>
                  <a:pt x="190" y="9795"/>
                </a:lnTo>
                <a:lnTo>
                  <a:pt x="190" y="9622"/>
                </a:lnTo>
                <a:lnTo>
                  <a:pt x="245" y="9450"/>
                </a:lnTo>
                <a:lnTo>
                  <a:pt x="299" y="9277"/>
                </a:lnTo>
                <a:lnTo>
                  <a:pt x="381" y="9129"/>
                </a:lnTo>
                <a:lnTo>
                  <a:pt x="381" y="8956"/>
                </a:lnTo>
                <a:lnTo>
                  <a:pt x="436" y="8783"/>
                </a:lnTo>
                <a:lnTo>
                  <a:pt x="490" y="8611"/>
                </a:lnTo>
                <a:lnTo>
                  <a:pt x="490" y="8438"/>
                </a:lnTo>
                <a:lnTo>
                  <a:pt x="545" y="8265"/>
                </a:lnTo>
                <a:lnTo>
                  <a:pt x="626" y="8093"/>
                </a:lnTo>
                <a:lnTo>
                  <a:pt x="626" y="7920"/>
                </a:lnTo>
                <a:lnTo>
                  <a:pt x="681" y="7772"/>
                </a:lnTo>
                <a:lnTo>
                  <a:pt x="735" y="7599"/>
                </a:lnTo>
                <a:lnTo>
                  <a:pt x="790" y="7426"/>
                </a:lnTo>
                <a:lnTo>
                  <a:pt x="790" y="7254"/>
                </a:lnTo>
                <a:lnTo>
                  <a:pt x="872" y="7081"/>
                </a:lnTo>
                <a:lnTo>
                  <a:pt x="926" y="6908"/>
                </a:lnTo>
                <a:lnTo>
                  <a:pt x="926" y="6735"/>
                </a:lnTo>
                <a:lnTo>
                  <a:pt x="981" y="6563"/>
                </a:lnTo>
                <a:lnTo>
                  <a:pt x="1062" y="6415"/>
                </a:lnTo>
                <a:lnTo>
                  <a:pt x="1117" y="6242"/>
                </a:lnTo>
                <a:lnTo>
                  <a:pt x="1117" y="6069"/>
                </a:lnTo>
                <a:lnTo>
                  <a:pt x="1171" y="5897"/>
                </a:lnTo>
                <a:lnTo>
                  <a:pt x="1226" y="5724"/>
                </a:lnTo>
                <a:lnTo>
                  <a:pt x="1308" y="5551"/>
                </a:lnTo>
                <a:lnTo>
                  <a:pt x="1308" y="5378"/>
                </a:lnTo>
                <a:lnTo>
                  <a:pt x="1362" y="5206"/>
                </a:lnTo>
                <a:lnTo>
                  <a:pt x="1417" y="5033"/>
                </a:lnTo>
                <a:lnTo>
                  <a:pt x="1417" y="4885"/>
                </a:lnTo>
                <a:lnTo>
                  <a:pt x="1498" y="4712"/>
                </a:lnTo>
                <a:lnTo>
                  <a:pt x="1553" y="4539"/>
                </a:lnTo>
                <a:lnTo>
                  <a:pt x="1607" y="4367"/>
                </a:lnTo>
                <a:lnTo>
                  <a:pt x="1607" y="4194"/>
                </a:lnTo>
                <a:lnTo>
                  <a:pt x="1662" y="4021"/>
                </a:lnTo>
                <a:lnTo>
                  <a:pt x="1744" y="3849"/>
                </a:lnTo>
                <a:lnTo>
                  <a:pt x="1744" y="3676"/>
                </a:lnTo>
                <a:lnTo>
                  <a:pt x="1798" y="3528"/>
                </a:lnTo>
                <a:lnTo>
                  <a:pt x="1853" y="3355"/>
                </a:lnTo>
                <a:lnTo>
                  <a:pt x="1907" y="3182"/>
                </a:lnTo>
                <a:lnTo>
                  <a:pt x="1907" y="3010"/>
                </a:lnTo>
                <a:lnTo>
                  <a:pt x="1989" y="2837"/>
                </a:lnTo>
                <a:lnTo>
                  <a:pt x="2043" y="2664"/>
                </a:lnTo>
                <a:lnTo>
                  <a:pt x="2043" y="2492"/>
                </a:lnTo>
                <a:lnTo>
                  <a:pt x="2098" y="2319"/>
                </a:lnTo>
                <a:lnTo>
                  <a:pt x="2180" y="2171"/>
                </a:lnTo>
                <a:lnTo>
                  <a:pt x="2234" y="1998"/>
                </a:lnTo>
                <a:lnTo>
                  <a:pt x="2234" y="1825"/>
                </a:lnTo>
                <a:lnTo>
                  <a:pt x="2289" y="1653"/>
                </a:lnTo>
                <a:lnTo>
                  <a:pt x="2343" y="1480"/>
                </a:lnTo>
                <a:lnTo>
                  <a:pt x="2425" y="1307"/>
                </a:lnTo>
                <a:lnTo>
                  <a:pt x="2425" y="1134"/>
                </a:lnTo>
                <a:lnTo>
                  <a:pt x="2480" y="962"/>
                </a:lnTo>
                <a:lnTo>
                  <a:pt x="2534" y="789"/>
                </a:lnTo>
                <a:lnTo>
                  <a:pt x="2534" y="641"/>
                </a:lnTo>
                <a:lnTo>
                  <a:pt x="2589" y="468"/>
                </a:lnTo>
                <a:lnTo>
                  <a:pt x="2670" y="296"/>
                </a:lnTo>
                <a:lnTo>
                  <a:pt x="2725" y="1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7706668" y="3157063"/>
            <a:ext cx="2725" cy="10066"/>
          </a:xfrm>
          <a:custGeom>
            <a:avLst/>
            <a:gdLst/>
            <a:ahLst/>
            <a:cxnLst/>
            <a:rect l="l" t="t" r="r" b="b"/>
            <a:pathLst>
              <a:path w="2725" h="10066">
                <a:moveTo>
                  <a:pt x="0" y="10066"/>
                </a:moveTo>
                <a:lnTo>
                  <a:pt x="54" y="9894"/>
                </a:lnTo>
                <a:lnTo>
                  <a:pt x="136" y="9746"/>
                </a:lnTo>
                <a:lnTo>
                  <a:pt x="136" y="9573"/>
                </a:lnTo>
                <a:lnTo>
                  <a:pt x="190" y="9400"/>
                </a:lnTo>
                <a:lnTo>
                  <a:pt x="245" y="9228"/>
                </a:lnTo>
                <a:lnTo>
                  <a:pt x="245" y="9055"/>
                </a:lnTo>
                <a:lnTo>
                  <a:pt x="299" y="8882"/>
                </a:lnTo>
                <a:lnTo>
                  <a:pt x="381" y="8709"/>
                </a:lnTo>
                <a:lnTo>
                  <a:pt x="436" y="8537"/>
                </a:lnTo>
                <a:lnTo>
                  <a:pt x="490" y="8389"/>
                </a:lnTo>
                <a:lnTo>
                  <a:pt x="490" y="8216"/>
                </a:lnTo>
                <a:lnTo>
                  <a:pt x="572" y="8043"/>
                </a:lnTo>
                <a:lnTo>
                  <a:pt x="626" y="7870"/>
                </a:lnTo>
                <a:lnTo>
                  <a:pt x="626" y="7698"/>
                </a:lnTo>
                <a:lnTo>
                  <a:pt x="681" y="7525"/>
                </a:lnTo>
                <a:lnTo>
                  <a:pt x="735" y="7352"/>
                </a:lnTo>
                <a:lnTo>
                  <a:pt x="817" y="7180"/>
                </a:lnTo>
                <a:lnTo>
                  <a:pt x="817" y="7032"/>
                </a:lnTo>
                <a:lnTo>
                  <a:pt x="872" y="6859"/>
                </a:lnTo>
                <a:lnTo>
                  <a:pt x="926" y="6686"/>
                </a:lnTo>
                <a:lnTo>
                  <a:pt x="981" y="6513"/>
                </a:lnTo>
                <a:lnTo>
                  <a:pt x="981" y="6341"/>
                </a:lnTo>
                <a:lnTo>
                  <a:pt x="1062" y="6168"/>
                </a:lnTo>
                <a:lnTo>
                  <a:pt x="1117" y="5995"/>
                </a:lnTo>
                <a:lnTo>
                  <a:pt x="1171" y="5823"/>
                </a:lnTo>
                <a:lnTo>
                  <a:pt x="1171" y="5650"/>
                </a:lnTo>
                <a:lnTo>
                  <a:pt x="1253" y="5502"/>
                </a:lnTo>
                <a:lnTo>
                  <a:pt x="1308" y="5329"/>
                </a:lnTo>
                <a:lnTo>
                  <a:pt x="1308" y="5156"/>
                </a:lnTo>
                <a:lnTo>
                  <a:pt x="1362" y="4984"/>
                </a:lnTo>
                <a:lnTo>
                  <a:pt x="1417" y="4811"/>
                </a:lnTo>
                <a:lnTo>
                  <a:pt x="1498" y="4638"/>
                </a:lnTo>
                <a:lnTo>
                  <a:pt x="1498" y="4465"/>
                </a:lnTo>
                <a:lnTo>
                  <a:pt x="1553" y="4293"/>
                </a:lnTo>
                <a:lnTo>
                  <a:pt x="1607" y="4145"/>
                </a:lnTo>
                <a:lnTo>
                  <a:pt x="1662" y="3972"/>
                </a:lnTo>
                <a:lnTo>
                  <a:pt x="1662" y="3799"/>
                </a:lnTo>
                <a:lnTo>
                  <a:pt x="1744" y="3627"/>
                </a:lnTo>
                <a:lnTo>
                  <a:pt x="1798" y="3454"/>
                </a:lnTo>
                <a:lnTo>
                  <a:pt x="1853" y="3281"/>
                </a:lnTo>
                <a:lnTo>
                  <a:pt x="1853" y="3108"/>
                </a:lnTo>
                <a:lnTo>
                  <a:pt x="1934" y="2936"/>
                </a:lnTo>
                <a:lnTo>
                  <a:pt x="1989" y="2788"/>
                </a:lnTo>
                <a:lnTo>
                  <a:pt x="2043" y="2615"/>
                </a:lnTo>
                <a:lnTo>
                  <a:pt x="2043" y="2442"/>
                </a:lnTo>
                <a:lnTo>
                  <a:pt x="2098" y="2269"/>
                </a:lnTo>
                <a:lnTo>
                  <a:pt x="2180" y="2097"/>
                </a:lnTo>
                <a:lnTo>
                  <a:pt x="2234" y="1924"/>
                </a:lnTo>
                <a:lnTo>
                  <a:pt x="2234" y="1751"/>
                </a:lnTo>
                <a:lnTo>
                  <a:pt x="2289" y="1579"/>
                </a:lnTo>
                <a:lnTo>
                  <a:pt x="2371" y="1406"/>
                </a:lnTo>
                <a:lnTo>
                  <a:pt x="2425" y="1258"/>
                </a:lnTo>
                <a:lnTo>
                  <a:pt x="2425" y="1085"/>
                </a:lnTo>
                <a:lnTo>
                  <a:pt x="2480" y="912"/>
                </a:lnTo>
                <a:lnTo>
                  <a:pt x="2534" y="740"/>
                </a:lnTo>
                <a:lnTo>
                  <a:pt x="2616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7709394" y="3147342"/>
            <a:ext cx="2725" cy="9721"/>
          </a:xfrm>
          <a:custGeom>
            <a:avLst/>
            <a:gdLst/>
            <a:ahLst/>
            <a:cxnLst/>
            <a:rect l="l" t="t" r="r" b="b"/>
            <a:pathLst>
              <a:path w="2725" h="9721">
                <a:moveTo>
                  <a:pt x="0" y="9721"/>
                </a:moveTo>
                <a:lnTo>
                  <a:pt x="54" y="9548"/>
                </a:lnTo>
                <a:lnTo>
                  <a:pt x="136" y="9376"/>
                </a:lnTo>
                <a:lnTo>
                  <a:pt x="136" y="9228"/>
                </a:lnTo>
                <a:lnTo>
                  <a:pt x="190" y="9055"/>
                </a:lnTo>
                <a:lnTo>
                  <a:pt x="245" y="8882"/>
                </a:lnTo>
                <a:lnTo>
                  <a:pt x="327" y="8709"/>
                </a:lnTo>
                <a:lnTo>
                  <a:pt x="327" y="8537"/>
                </a:lnTo>
                <a:lnTo>
                  <a:pt x="381" y="8364"/>
                </a:lnTo>
                <a:lnTo>
                  <a:pt x="436" y="8191"/>
                </a:lnTo>
                <a:lnTo>
                  <a:pt x="490" y="8018"/>
                </a:lnTo>
                <a:lnTo>
                  <a:pt x="490" y="7846"/>
                </a:lnTo>
                <a:lnTo>
                  <a:pt x="572" y="7698"/>
                </a:lnTo>
                <a:lnTo>
                  <a:pt x="626" y="7525"/>
                </a:lnTo>
                <a:lnTo>
                  <a:pt x="681" y="7352"/>
                </a:lnTo>
                <a:lnTo>
                  <a:pt x="681" y="7180"/>
                </a:lnTo>
                <a:lnTo>
                  <a:pt x="763" y="7007"/>
                </a:lnTo>
                <a:lnTo>
                  <a:pt x="817" y="6834"/>
                </a:lnTo>
                <a:lnTo>
                  <a:pt x="872" y="6661"/>
                </a:lnTo>
                <a:lnTo>
                  <a:pt x="872" y="6489"/>
                </a:lnTo>
                <a:lnTo>
                  <a:pt x="926" y="6341"/>
                </a:lnTo>
                <a:lnTo>
                  <a:pt x="1008" y="6168"/>
                </a:lnTo>
                <a:lnTo>
                  <a:pt x="1062" y="5995"/>
                </a:lnTo>
                <a:lnTo>
                  <a:pt x="1062" y="5823"/>
                </a:lnTo>
                <a:lnTo>
                  <a:pt x="1117" y="5650"/>
                </a:lnTo>
                <a:lnTo>
                  <a:pt x="1171" y="5477"/>
                </a:lnTo>
                <a:lnTo>
                  <a:pt x="1253" y="5304"/>
                </a:lnTo>
                <a:lnTo>
                  <a:pt x="1308" y="5132"/>
                </a:lnTo>
                <a:lnTo>
                  <a:pt x="1308" y="4984"/>
                </a:lnTo>
                <a:lnTo>
                  <a:pt x="1362" y="4811"/>
                </a:lnTo>
                <a:lnTo>
                  <a:pt x="1444" y="4638"/>
                </a:lnTo>
                <a:lnTo>
                  <a:pt x="1498" y="4465"/>
                </a:lnTo>
                <a:lnTo>
                  <a:pt x="1498" y="4293"/>
                </a:lnTo>
                <a:lnTo>
                  <a:pt x="1553" y="4120"/>
                </a:lnTo>
                <a:lnTo>
                  <a:pt x="1607" y="3947"/>
                </a:lnTo>
                <a:lnTo>
                  <a:pt x="1689" y="3775"/>
                </a:lnTo>
                <a:lnTo>
                  <a:pt x="1689" y="3602"/>
                </a:lnTo>
                <a:lnTo>
                  <a:pt x="1744" y="3454"/>
                </a:lnTo>
                <a:lnTo>
                  <a:pt x="1798" y="3281"/>
                </a:lnTo>
                <a:lnTo>
                  <a:pt x="1853" y="3108"/>
                </a:lnTo>
                <a:lnTo>
                  <a:pt x="1853" y="2936"/>
                </a:lnTo>
                <a:lnTo>
                  <a:pt x="1934" y="2763"/>
                </a:lnTo>
                <a:lnTo>
                  <a:pt x="1989" y="2590"/>
                </a:lnTo>
                <a:lnTo>
                  <a:pt x="2043" y="2418"/>
                </a:lnTo>
                <a:lnTo>
                  <a:pt x="2043" y="2245"/>
                </a:lnTo>
                <a:lnTo>
                  <a:pt x="2125" y="2097"/>
                </a:lnTo>
                <a:lnTo>
                  <a:pt x="2180" y="1924"/>
                </a:lnTo>
                <a:lnTo>
                  <a:pt x="2234" y="1751"/>
                </a:lnTo>
                <a:lnTo>
                  <a:pt x="2289" y="1579"/>
                </a:lnTo>
                <a:lnTo>
                  <a:pt x="2289" y="1406"/>
                </a:lnTo>
                <a:lnTo>
                  <a:pt x="2371" y="1233"/>
                </a:lnTo>
                <a:lnTo>
                  <a:pt x="2425" y="1060"/>
                </a:lnTo>
                <a:lnTo>
                  <a:pt x="2480" y="888"/>
                </a:lnTo>
                <a:lnTo>
                  <a:pt x="2561" y="740"/>
                </a:lnTo>
                <a:lnTo>
                  <a:pt x="2561" y="567"/>
                </a:lnTo>
                <a:lnTo>
                  <a:pt x="2616" y="394"/>
                </a:lnTo>
                <a:lnTo>
                  <a:pt x="2670" y="222"/>
                </a:lnTo>
                <a:lnTo>
                  <a:pt x="2725" y="49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7712119" y="3137941"/>
            <a:ext cx="2752" cy="9400"/>
          </a:xfrm>
          <a:custGeom>
            <a:avLst/>
            <a:gdLst/>
            <a:ahLst/>
            <a:cxnLst/>
            <a:rect l="l" t="t" r="r" b="b"/>
            <a:pathLst>
              <a:path w="2752" h="9400">
                <a:moveTo>
                  <a:pt x="0" y="9400"/>
                </a:moveTo>
                <a:lnTo>
                  <a:pt x="81" y="9228"/>
                </a:lnTo>
                <a:lnTo>
                  <a:pt x="81" y="9055"/>
                </a:lnTo>
                <a:lnTo>
                  <a:pt x="136" y="8882"/>
                </a:lnTo>
                <a:lnTo>
                  <a:pt x="190" y="8709"/>
                </a:lnTo>
                <a:lnTo>
                  <a:pt x="245" y="8537"/>
                </a:lnTo>
                <a:lnTo>
                  <a:pt x="245" y="8364"/>
                </a:lnTo>
                <a:lnTo>
                  <a:pt x="327" y="8216"/>
                </a:lnTo>
                <a:lnTo>
                  <a:pt x="381" y="8043"/>
                </a:lnTo>
                <a:lnTo>
                  <a:pt x="436" y="7870"/>
                </a:lnTo>
                <a:lnTo>
                  <a:pt x="517" y="7698"/>
                </a:lnTo>
                <a:lnTo>
                  <a:pt x="517" y="7525"/>
                </a:lnTo>
                <a:lnTo>
                  <a:pt x="572" y="7352"/>
                </a:lnTo>
                <a:lnTo>
                  <a:pt x="626" y="7180"/>
                </a:lnTo>
                <a:lnTo>
                  <a:pt x="681" y="7007"/>
                </a:lnTo>
                <a:lnTo>
                  <a:pt x="681" y="6834"/>
                </a:lnTo>
                <a:lnTo>
                  <a:pt x="763" y="6686"/>
                </a:lnTo>
                <a:lnTo>
                  <a:pt x="817" y="6513"/>
                </a:lnTo>
                <a:lnTo>
                  <a:pt x="872" y="6341"/>
                </a:lnTo>
                <a:lnTo>
                  <a:pt x="953" y="6168"/>
                </a:lnTo>
                <a:lnTo>
                  <a:pt x="953" y="5995"/>
                </a:lnTo>
                <a:lnTo>
                  <a:pt x="1008" y="5823"/>
                </a:lnTo>
                <a:lnTo>
                  <a:pt x="1062" y="5650"/>
                </a:lnTo>
                <a:lnTo>
                  <a:pt x="1117" y="5477"/>
                </a:lnTo>
                <a:lnTo>
                  <a:pt x="1199" y="5329"/>
                </a:lnTo>
                <a:lnTo>
                  <a:pt x="1199" y="5156"/>
                </a:lnTo>
                <a:lnTo>
                  <a:pt x="1253" y="4984"/>
                </a:lnTo>
                <a:lnTo>
                  <a:pt x="1308" y="4811"/>
                </a:lnTo>
                <a:lnTo>
                  <a:pt x="1362" y="4638"/>
                </a:lnTo>
                <a:lnTo>
                  <a:pt x="1362" y="4465"/>
                </a:lnTo>
                <a:lnTo>
                  <a:pt x="1444" y="4293"/>
                </a:lnTo>
                <a:lnTo>
                  <a:pt x="1498" y="4120"/>
                </a:lnTo>
                <a:lnTo>
                  <a:pt x="1553" y="3972"/>
                </a:lnTo>
                <a:lnTo>
                  <a:pt x="1635" y="3799"/>
                </a:lnTo>
                <a:lnTo>
                  <a:pt x="1635" y="3627"/>
                </a:lnTo>
                <a:lnTo>
                  <a:pt x="1689" y="3454"/>
                </a:lnTo>
                <a:lnTo>
                  <a:pt x="1744" y="3281"/>
                </a:lnTo>
                <a:lnTo>
                  <a:pt x="1798" y="3108"/>
                </a:lnTo>
                <a:lnTo>
                  <a:pt x="1880" y="2936"/>
                </a:lnTo>
                <a:lnTo>
                  <a:pt x="1880" y="2763"/>
                </a:lnTo>
                <a:lnTo>
                  <a:pt x="1934" y="2590"/>
                </a:lnTo>
                <a:lnTo>
                  <a:pt x="1989" y="2442"/>
                </a:lnTo>
                <a:lnTo>
                  <a:pt x="2043" y="2269"/>
                </a:lnTo>
                <a:lnTo>
                  <a:pt x="2125" y="2097"/>
                </a:lnTo>
                <a:lnTo>
                  <a:pt x="2125" y="1924"/>
                </a:lnTo>
                <a:lnTo>
                  <a:pt x="2180" y="1751"/>
                </a:lnTo>
                <a:lnTo>
                  <a:pt x="2234" y="1579"/>
                </a:lnTo>
                <a:lnTo>
                  <a:pt x="2316" y="1406"/>
                </a:lnTo>
                <a:lnTo>
                  <a:pt x="2371" y="1233"/>
                </a:lnTo>
                <a:lnTo>
                  <a:pt x="2371" y="1085"/>
                </a:lnTo>
                <a:lnTo>
                  <a:pt x="2425" y="912"/>
                </a:lnTo>
                <a:lnTo>
                  <a:pt x="2480" y="740"/>
                </a:lnTo>
                <a:lnTo>
                  <a:pt x="2561" y="567"/>
                </a:lnTo>
                <a:lnTo>
                  <a:pt x="2616" y="394"/>
                </a:lnTo>
                <a:lnTo>
                  <a:pt x="2670" y="222"/>
                </a:lnTo>
                <a:lnTo>
                  <a:pt x="2670" y="49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7714871" y="3128836"/>
            <a:ext cx="2643" cy="9104"/>
          </a:xfrm>
          <a:custGeom>
            <a:avLst/>
            <a:gdLst/>
            <a:ahLst/>
            <a:cxnLst/>
            <a:rect l="l" t="t" r="r" b="b"/>
            <a:pathLst>
              <a:path w="2643" h="9104">
                <a:moveTo>
                  <a:pt x="0" y="9104"/>
                </a:moveTo>
                <a:lnTo>
                  <a:pt x="0" y="8931"/>
                </a:lnTo>
                <a:lnTo>
                  <a:pt x="54" y="8759"/>
                </a:lnTo>
                <a:lnTo>
                  <a:pt x="109" y="8586"/>
                </a:lnTo>
                <a:lnTo>
                  <a:pt x="163" y="8413"/>
                </a:lnTo>
                <a:lnTo>
                  <a:pt x="245" y="8265"/>
                </a:lnTo>
                <a:lnTo>
                  <a:pt x="245" y="8093"/>
                </a:lnTo>
                <a:lnTo>
                  <a:pt x="299" y="7920"/>
                </a:lnTo>
                <a:lnTo>
                  <a:pt x="354" y="7747"/>
                </a:lnTo>
                <a:lnTo>
                  <a:pt x="408" y="7574"/>
                </a:lnTo>
                <a:lnTo>
                  <a:pt x="490" y="7402"/>
                </a:lnTo>
                <a:lnTo>
                  <a:pt x="490" y="7229"/>
                </a:lnTo>
                <a:lnTo>
                  <a:pt x="545" y="7056"/>
                </a:lnTo>
                <a:lnTo>
                  <a:pt x="599" y="6908"/>
                </a:lnTo>
                <a:lnTo>
                  <a:pt x="681" y="6735"/>
                </a:lnTo>
                <a:lnTo>
                  <a:pt x="681" y="6563"/>
                </a:lnTo>
                <a:lnTo>
                  <a:pt x="735" y="6390"/>
                </a:lnTo>
                <a:lnTo>
                  <a:pt x="790" y="6217"/>
                </a:lnTo>
                <a:lnTo>
                  <a:pt x="844" y="6045"/>
                </a:lnTo>
                <a:lnTo>
                  <a:pt x="926" y="5872"/>
                </a:lnTo>
                <a:lnTo>
                  <a:pt x="981" y="5699"/>
                </a:lnTo>
                <a:lnTo>
                  <a:pt x="1035" y="5551"/>
                </a:lnTo>
                <a:lnTo>
                  <a:pt x="1035" y="5378"/>
                </a:lnTo>
                <a:lnTo>
                  <a:pt x="1117" y="5206"/>
                </a:lnTo>
                <a:lnTo>
                  <a:pt x="1171" y="5033"/>
                </a:lnTo>
                <a:lnTo>
                  <a:pt x="1226" y="4860"/>
                </a:lnTo>
                <a:lnTo>
                  <a:pt x="1280" y="4688"/>
                </a:lnTo>
                <a:lnTo>
                  <a:pt x="1280" y="4515"/>
                </a:lnTo>
                <a:lnTo>
                  <a:pt x="1362" y="4342"/>
                </a:lnTo>
                <a:lnTo>
                  <a:pt x="1417" y="4169"/>
                </a:lnTo>
                <a:lnTo>
                  <a:pt x="1471" y="4021"/>
                </a:lnTo>
                <a:lnTo>
                  <a:pt x="1526" y="3849"/>
                </a:lnTo>
                <a:lnTo>
                  <a:pt x="1526" y="3676"/>
                </a:lnTo>
                <a:lnTo>
                  <a:pt x="1607" y="3503"/>
                </a:lnTo>
                <a:lnTo>
                  <a:pt x="1662" y="3330"/>
                </a:lnTo>
                <a:lnTo>
                  <a:pt x="1716" y="3158"/>
                </a:lnTo>
                <a:lnTo>
                  <a:pt x="1798" y="2985"/>
                </a:lnTo>
                <a:lnTo>
                  <a:pt x="1853" y="2812"/>
                </a:lnTo>
                <a:lnTo>
                  <a:pt x="1853" y="2664"/>
                </a:lnTo>
                <a:lnTo>
                  <a:pt x="1907" y="2492"/>
                </a:lnTo>
                <a:lnTo>
                  <a:pt x="1962" y="2319"/>
                </a:lnTo>
                <a:lnTo>
                  <a:pt x="2044" y="2146"/>
                </a:lnTo>
                <a:lnTo>
                  <a:pt x="2098" y="1973"/>
                </a:lnTo>
                <a:lnTo>
                  <a:pt x="2098" y="1801"/>
                </a:lnTo>
                <a:lnTo>
                  <a:pt x="2153" y="1628"/>
                </a:lnTo>
                <a:lnTo>
                  <a:pt x="2207" y="1455"/>
                </a:lnTo>
                <a:lnTo>
                  <a:pt x="2289" y="1307"/>
                </a:lnTo>
                <a:lnTo>
                  <a:pt x="2343" y="1134"/>
                </a:lnTo>
                <a:lnTo>
                  <a:pt x="2398" y="962"/>
                </a:lnTo>
                <a:lnTo>
                  <a:pt x="2398" y="789"/>
                </a:lnTo>
                <a:lnTo>
                  <a:pt x="2480" y="616"/>
                </a:lnTo>
                <a:lnTo>
                  <a:pt x="2534" y="444"/>
                </a:lnTo>
                <a:lnTo>
                  <a:pt x="2589" y="271"/>
                </a:lnTo>
                <a:lnTo>
                  <a:pt x="2643" y="98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7717515" y="3120003"/>
            <a:ext cx="2752" cy="8833"/>
          </a:xfrm>
          <a:custGeom>
            <a:avLst/>
            <a:gdLst/>
            <a:ahLst/>
            <a:cxnLst/>
            <a:rect l="l" t="t" r="r" b="b"/>
            <a:pathLst>
              <a:path w="2752" h="8833">
                <a:moveTo>
                  <a:pt x="0" y="8833"/>
                </a:moveTo>
                <a:lnTo>
                  <a:pt x="81" y="8660"/>
                </a:lnTo>
                <a:lnTo>
                  <a:pt x="136" y="8487"/>
                </a:lnTo>
                <a:lnTo>
                  <a:pt x="190" y="8315"/>
                </a:lnTo>
                <a:lnTo>
                  <a:pt x="272" y="8142"/>
                </a:lnTo>
                <a:lnTo>
                  <a:pt x="272" y="7969"/>
                </a:lnTo>
                <a:lnTo>
                  <a:pt x="327" y="7796"/>
                </a:lnTo>
                <a:lnTo>
                  <a:pt x="381" y="7648"/>
                </a:lnTo>
                <a:lnTo>
                  <a:pt x="436" y="7476"/>
                </a:lnTo>
                <a:lnTo>
                  <a:pt x="517" y="7303"/>
                </a:lnTo>
                <a:lnTo>
                  <a:pt x="572" y="7130"/>
                </a:lnTo>
                <a:lnTo>
                  <a:pt x="572" y="6958"/>
                </a:lnTo>
                <a:lnTo>
                  <a:pt x="626" y="6785"/>
                </a:lnTo>
                <a:lnTo>
                  <a:pt x="681" y="6612"/>
                </a:lnTo>
                <a:lnTo>
                  <a:pt x="763" y="6439"/>
                </a:lnTo>
                <a:lnTo>
                  <a:pt x="817" y="6291"/>
                </a:lnTo>
                <a:lnTo>
                  <a:pt x="872" y="6119"/>
                </a:lnTo>
                <a:lnTo>
                  <a:pt x="872" y="5946"/>
                </a:lnTo>
                <a:lnTo>
                  <a:pt x="953" y="5773"/>
                </a:lnTo>
                <a:lnTo>
                  <a:pt x="1008" y="5600"/>
                </a:lnTo>
                <a:lnTo>
                  <a:pt x="1062" y="5428"/>
                </a:lnTo>
                <a:lnTo>
                  <a:pt x="1117" y="5255"/>
                </a:lnTo>
                <a:lnTo>
                  <a:pt x="1199" y="5082"/>
                </a:lnTo>
                <a:lnTo>
                  <a:pt x="1253" y="4934"/>
                </a:lnTo>
                <a:lnTo>
                  <a:pt x="1253" y="4762"/>
                </a:lnTo>
                <a:lnTo>
                  <a:pt x="1308" y="4589"/>
                </a:lnTo>
                <a:lnTo>
                  <a:pt x="1362" y="4416"/>
                </a:lnTo>
                <a:lnTo>
                  <a:pt x="1444" y="4243"/>
                </a:lnTo>
                <a:lnTo>
                  <a:pt x="1498" y="4071"/>
                </a:lnTo>
                <a:lnTo>
                  <a:pt x="1553" y="3898"/>
                </a:lnTo>
                <a:lnTo>
                  <a:pt x="1553" y="3725"/>
                </a:lnTo>
                <a:lnTo>
                  <a:pt x="1635" y="3553"/>
                </a:lnTo>
                <a:lnTo>
                  <a:pt x="1689" y="3404"/>
                </a:lnTo>
                <a:lnTo>
                  <a:pt x="1744" y="3232"/>
                </a:lnTo>
                <a:lnTo>
                  <a:pt x="1798" y="3059"/>
                </a:lnTo>
                <a:lnTo>
                  <a:pt x="1880" y="2886"/>
                </a:lnTo>
                <a:lnTo>
                  <a:pt x="1934" y="2714"/>
                </a:lnTo>
                <a:lnTo>
                  <a:pt x="1934" y="2541"/>
                </a:lnTo>
                <a:lnTo>
                  <a:pt x="1989" y="2368"/>
                </a:lnTo>
                <a:lnTo>
                  <a:pt x="2071" y="2195"/>
                </a:lnTo>
                <a:lnTo>
                  <a:pt x="2125" y="2047"/>
                </a:lnTo>
                <a:lnTo>
                  <a:pt x="2180" y="1875"/>
                </a:lnTo>
                <a:lnTo>
                  <a:pt x="2234" y="1702"/>
                </a:lnTo>
                <a:lnTo>
                  <a:pt x="2234" y="1529"/>
                </a:lnTo>
                <a:lnTo>
                  <a:pt x="2316" y="1357"/>
                </a:lnTo>
                <a:lnTo>
                  <a:pt x="2371" y="1184"/>
                </a:lnTo>
                <a:lnTo>
                  <a:pt x="2425" y="1011"/>
                </a:lnTo>
                <a:lnTo>
                  <a:pt x="2480" y="838"/>
                </a:lnTo>
                <a:lnTo>
                  <a:pt x="2561" y="690"/>
                </a:lnTo>
                <a:lnTo>
                  <a:pt x="2616" y="518"/>
                </a:lnTo>
                <a:lnTo>
                  <a:pt x="2670" y="345"/>
                </a:lnTo>
                <a:lnTo>
                  <a:pt x="2752" y="172"/>
                </a:lnTo>
                <a:lnTo>
                  <a:pt x="2752" y="0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7720268" y="3111565"/>
            <a:ext cx="2725" cy="8438"/>
          </a:xfrm>
          <a:custGeom>
            <a:avLst/>
            <a:gdLst/>
            <a:ahLst/>
            <a:cxnLst/>
            <a:rect l="l" t="t" r="r" b="b"/>
            <a:pathLst>
              <a:path w="2725" h="8438">
                <a:moveTo>
                  <a:pt x="0" y="8438"/>
                </a:moveTo>
                <a:lnTo>
                  <a:pt x="54" y="8265"/>
                </a:lnTo>
                <a:lnTo>
                  <a:pt x="109" y="8093"/>
                </a:lnTo>
                <a:lnTo>
                  <a:pt x="163" y="7920"/>
                </a:lnTo>
                <a:lnTo>
                  <a:pt x="245" y="7747"/>
                </a:lnTo>
                <a:lnTo>
                  <a:pt x="299" y="7599"/>
                </a:lnTo>
                <a:lnTo>
                  <a:pt x="299" y="7426"/>
                </a:lnTo>
                <a:lnTo>
                  <a:pt x="354" y="7254"/>
                </a:lnTo>
                <a:lnTo>
                  <a:pt x="436" y="7081"/>
                </a:lnTo>
                <a:lnTo>
                  <a:pt x="490" y="6908"/>
                </a:lnTo>
                <a:lnTo>
                  <a:pt x="545" y="6735"/>
                </a:lnTo>
                <a:lnTo>
                  <a:pt x="599" y="6563"/>
                </a:lnTo>
                <a:lnTo>
                  <a:pt x="681" y="6390"/>
                </a:lnTo>
                <a:lnTo>
                  <a:pt x="735" y="6242"/>
                </a:lnTo>
                <a:lnTo>
                  <a:pt x="735" y="6069"/>
                </a:lnTo>
                <a:lnTo>
                  <a:pt x="790" y="5897"/>
                </a:lnTo>
                <a:lnTo>
                  <a:pt x="844" y="5724"/>
                </a:lnTo>
                <a:lnTo>
                  <a:pt x="926" y="5551"/>
                </a:lnTo>
                <a:lnTo>
                  <a:pt x="981" y="5378"/>
                </a:lnTo>
                <a:lnTo>
                  <a:pt x="1035" y="5206"/>
                </a:lnTo>
                <a:lnTo>
                  <a:pt x="1117" y="5033"/>
                </a:lnTo>
                <a:lnTo>
                  <a:pt x="1171" y="4885"/>
                </a:lnTo>
                <a:lnTo>
                  <a:pt x="1171" y="4712"/>
                </a:lnTo>
                <a:lnTo>
                  <a:pt x="1226" y="4539"/>
                </a:lnTo>
                <a:lnTo>
                  <a:pt x="1280" y="4367"/>
                </a:lnTo>
                <a:lnTo>
                  <a:pt x="1362" y="4194"/>
                </a:lnTo>
                <a:lnTo>
                  <a:pt x="1417" y="4021"/>
                </a:lnTo>
                <a:lnTo>
                  <a:pt x="1471" y="3849"/>
                </a:lnTo>
                <a:lnTo>
                  <a:pt x="1526" y="3676"/>
                </a:lnTo>
                <a:lnTo>
                  <a:pt x="1526" y="3503"/>
                </a:lnTo>
                <a:lnTo>
                  <a:pt x="1662" y="3355"/>
                </a:lnTo>
                <a:lnTo>
                  <a:pt x="1662" y="3182"/>
                </a:lnTo>
                <a:lnTo>
                  <a:pt x="1716" y="3010"/>
                </a:lnTo>
                <a:lnTo>
                  <a:pt x="1798" y="2837"/>
                </a:lnTo>
                <a:lnTo>
                  <a:pt x="1853" y="2664"/>
                </a:lnTo>
                <a:lnTo>
                  <a:pt x="1907" y="2492"/>
                </a:lnTo>
                <a:lnTo>
                  <a:pt x="1962" y="2319"/>
                </a:lnTo>
                <a:lnTo>
                  <a:pt x="2044" y="2146"/>
                </a:lnTo>
                <a:lnTo>
                  <a:pt x="2098" y="1998"/>
                </a:lnTo>
                <a:lnTo>
                  <a:pt x="2098" y="1825"/>
                </a:lnTo>
                <a:lnTo>
                  <a:pt x="2153" y="1653"/>
                </a:lnTo>
                <a:lnTo>
                  <a:pt x="2234" y="1480"/>
                </a:lnTo>
                <a:lnTo>
                  <a:pt x="2289" y="1307"/>
                </a:lnTo>
                <a:lnTo>
                  <a:pt x="2343" y="1134"/>
                </a:lnTo>
                <a:lnTo>
                  <a:pt x="2398" y="962"/>
                </a:lnTo>
                <a:lnTo>
                  <a:pt x="2480" y="789"/>
                </a:lnTo>
                <a:lnTo>
                  <a:pt x="2534" y="641"/>
                </a:lnTo>
                <a:lnTo>
                  <a:pt x="2589" y="468"/>
                </a:lnTo>
                <a:lnTo>
                  <a:pt x="2589" y="296"/>
                </a:lnTo>
                <a:lnTo>
                  <a:pt x="2643" y="12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7722993" y="3103472"/>
            <a:ext cx="2725" cy="8093"/>
          </a:xfrm>
          <a:custGeom>
            <a:avLst/>
            <a:gdLst/>
            <a:ahLst/>
            <a:cxnLst/>
            <a:rect l="l" t="t" r="r" b="b"/>
            <a:pathLst>
              <a:path w="2725" h="8093">
                <a:moveTo>
                  <a:pt x="0" y="8093"/>
                </a:moveTo>
                <a:lnTo>
                  <a:pt x="54" y="7920"/>
                </a:lnTo>
                <a:lnTo>
                  <a:pt x="109" y="7772"/>
                </a:lnTo>
                <a:lnTo>
                  <a:pt x="190" y="7599"/>
                </a:lnTo>
                <a:lnTo>
                  <a:pt x="190" y="7426"/>
                </a:lnTo>
                <a:lnTo>
                  <a:pt x="299" y="7254"/>
                </a:lnTo>
                <a:lnTo>
                  <a:pt x="299" y="7081"/>
                </a:lnTo>
                <a:lnTo>
                  <a:pt x="354" y="6908"/>
                </a:lnTo>
                <a:lnTo>
                  <a:pt x="436" y="6735"/>
                </a:lnTo>
                <a:lnTo>
                  <a:pt x="490" y="6563"/>
                </a:lnTo>
                <a:lnTo>
                  <a:pt x="545" y="6415"/>
                </a:lnTo>
                <a:lnTo>
                  <a:pt x="626" y="6242"/>
                </a:lnTo>
                <a:lnTo>
                  <a:pt x="681" y="6069"/>
                </a:lnTo>
                <a:lnTo>
                  <a:pt x="735" y="5897"/>
                </a:lnTo>
                <a:lnTo>
                  <a:pt x="790" y="5724"/>
                </a:lnTo>
                <a:lnTo>
                  <a:pt x="872" y="5551"/>
                </a:lnTo>
                <a:lnTo>
                  <a:pt x="872" y="5378"/>
                </a:lnTo>
                <a:lnTo>
                  <a:pt x="926" y="5206"/>
                </a:lnTo>
                <a:lnTo>
                  <a:pt x="981" y="5033"/>
                </a:lnTo>
                <a:lnTo>
                  <a:pt x="1035" y="4885"/>
                </a:lnTo>
                <a:lnTo>
                  <a:pt x="1117" y="4712"/>
                </a:lnTo>
                <a:lnTo>
                  <a:pt x="1171" y="4539"/>
                </a:lnTo>
                <a:lnTo>
                  <a:pt x="1226" y="4367"/>
                </a:lnTo>
                <a:lnTo>
                  <a:pt x="1308" y="4194"/>
                </a:lnTo>
                <a:lnTo>
                  <a:pt x="1362" y="4021"/>
                </a:lnTo>
                <a:lnTo>
                  <a:pt x="1417" y="3849"/>
                </a:lnTo>
                <a:lnTo>
                  <a:pt x="1417" y="3676"/>
                </a:lnTo>
                <a:lnTo>
                  <a:pt x="1553" y="3528"/>
                </a:lnTo>
                <a:lnTo>
                  <a:pt x="1553" y="3355"/>
                </a:lnTo>
                <a:lnTo>
                  <a:pt x="1607" y="3182"/>
                </a:lnTo>
                <a:lnTo>
                  <a:pt x="1662" y="3010"/>
                </a:lnTo>
                <a:lnTo>
                  <a:pt x="1716" y="2837"/>
                </a:lnTo>
                <a:lnTo>
                  <a:pt x="1798" y="2664"/>
                </a:lnTo>
                <a:lnTo>
                  <a:pt x="1853" y="2492"/>
                </a:lnTo>
                <a:lnTo>
                  <a:pt x="1907" y="2319"/>
                </a:lnTo>
                <a:lnTo>
                  <a:pt x="1989" y="2171"/>
                </a:lnTo>
                <a:lnTo>
                  <a:pt x="2044" y="1998"/>
                </a:lnTo>
                <a:lnTo>
                  <a:pt x="2098" y="1825"/>
                </a:lnTo>
                <a:lnTo>
                  <a:pt x="2153" y="1653"/>
                </a:lnTo>
                <a:lnTo>
                  <a:pt x="2234" y="1480"/>
                </a:lnTo>
                <a:lnTo>
                  <a:pt x="2234" y="1307"/>
                </a:lnTo>
                <a:lnTo>
                  <a:pt x="2289" y="1134"/>
                </a:lnTo>
                <a:lnTo>
                  <a:pt x="2343" y="962"/>
                </a:lnTo>
                <a:lnTo>
                  <a:pt x="2425" y="789"/>
                </a:lnTo>
                <a:lnTo>
                  <a:pt x="2480" y="641"/>
                </a:lnTo>
                <a:lnTo>
                  <a:pt x="2534" y="468"/>
                </a:lnTo>
                <a:lnTo>
                  <a:pt x="2589" y="296"/>
                </a:lnTo>
                <a:lnTo>
                  <a:pt x="2670" y="12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7725718" y="3095724"/>
            <a:ext cx="2725" cy="7747"/>
          </a:xfrm>
          <a:custGeom>
            <a:avLst/>
            <a:gdLst/>
            <a:ahLst/>
            <a:cxnLst/>
            <a:rect l="l" t="t" r="r" b="b"/>
            <a:pathLst>
              <a:path w="2725" h="7747">
                <a:moveTo>
                  <a:pt x="0" y="7747"/>
                </a:moveTo>
                <a:lnTo>
                  <a:pt x="54" y="7574"/>
                </a:lnTo>
                <a:lnTo>
                  <a:pt x="54" y="7426"/>
                </a:lnTo>
                <a:lnTo>
                  <a:pt x="190" y="7254"/>
                </a:lnTo>
                <a:lnTo>
                  <a:pt x="190" y="7081"/>
                </a:lnTo>
                <a:lnTo>
                  <a:pt x="245" y="6908"/>
                </a:lnTo>
                <a:lnTo>
                  <a:pt x="299" y="6735"/>
                </a:lnTo>
                <a:lnTo>
                  <a:pt x="381" y="6563"/>
                </a:lnTo>
                <a:lnTo>
                  <a:pt x="436" y="6390"/>
                </a:lnTo>
                <a:lnTo>
                  <a:pt x="490" y="6217"/>
                </a:lnTo>
                <a:lnTo>
                  <a:pt x="545" y="6069"/>
                </a:lnTo>
                <a:lnTo>
                  <a:pt x="626" y="5897"/>
                </a:lnTo>
                <a:lnTo>
                  <a:pt x="681" y="5724"/>
                </a:lnTo>
                <a:lnTo>
                  <a:pt x="735" y="5551"/>
                </a:lnTo>
                <a:lnTo>
                  <a:pt x="817" y="5378"/>
                </a:lnTo>
                <a:lnTo>
                  <a:pt x="872" y="5206"/>
                </a:lnTo>
                <a:lnTo>
                  <a:pt x="926" y="5033"/>
                </a:lnTo>
                <a:lnTo>
                  <a:pt x="981" y="4860"/>
                </a:lnTo>
                <a:lnTo>
                  <a:pt x="1062" y="4712"/>
                </a:lnTo>
                <a:lnTo>
                  <a:pt x="1117" y="4539"/>
                </a:lnTo>
                <a:lnTo>
                  <a:pt x="1171" y="4367"/>
                </a:lnTo>
                <a:lnTo>
                  <a:pt x="1226" y="4194"/>
                </a:lnTo>
                <a:lnTo>
                  <a:pt x="1226" y="4021"/>
                </a:lnTo>
                <a:lnTo>
                  <a:pt x="1362" y="3849"/>
                </a:lnTo>
                <a:lnTo>
                  <a:pt x="1362" y="3676"/>
                </a:lnTo>
                <a:lnTo>
                  <a:pt x="1417" y="3503"/>
                </a:lnTo>
                <a:lnTo>
                  <a:pt x="1498" y="3330"/>
                </a:lnTo>
                <a:lnTo>
                  <a:pt x="1553" y="3182"/>
                </a:lnTo>
                <a:lnTo>
                  <a:pt x="1607" y="3010"/>
                </a:lnTo>
                <a:lnTo>
                  <a:pt x="1662" y="2837"/>
                </a:lnTo>
                <a:lnTo>
                  <a:pt x="1744" y="2664"/>
                </a:lnTo>
                <a:lnTo>
                  <a:pt x="1798" y="2492"/>
                </a:lnTo>
                <a:lnTo>
                  <a:pt x="1853" y="2319"/>
                </a:lnTo>
                <a:lnTo>
                  <a:pt x="1907" y="2146"/>
                </a:lnTo>
                <a:lnTo>
                  <a:pt x="1989" y="1973"/>
                </a:lnTo>
                <a:lnTo>
                  <a:pt x="2044" y="1825"/>
                </a:lnTo>
                <a:lnTo>
                  <a:pt x="2098" y="1653"/>
                </a:lnTo>
                <a:lnTo>
                  <a:pt x="2180" y="1480"/>
                </a:lnTo>
                <a:lnTo>
                  <a:pt x="2234" y="1307"/>
                </a:lnTo>
                <a:lnTo>
                  <a:pt x="2289" y="1134"/>
                </a:lnTo>
                <a:lnTo>
                  <a:pt x="2343" y="962"/>
                </a:lnTo>
                <a:lnTo>
                  <a:pt x="2425" y="789"/>
                </a:lnTo>
                <a:lnTo>
                  <a:pt x="2480" y="616"/>
                </a:lnTo>
                <a:lnTo>
                  <a:pt x="2534" y="468"/>
                </a:lnTo>
                <a:lnTo>
                  <a:pt x="2616" y="296"/>
                </a:lnTo>
                <a:lnTo>
                  <a:pt x="2670" y="12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7728444" y="3088322"/>
            <a:ext cx="2670" cy="7402"/>
          </a:xfrm>
          <a:custGeom>
            <a:avLst/>
            <a:gdLst/>
            <a:ahLst/>
            <a:cxnLst/>
            <a:rect l="l" t="t" r="r" b="b"/>
            <a:pathLst>
              <a:path w="2670" h="7402">
                <a:moveTo>
                  <a:pt x="0" y="7402"/>
                </a:moveTo>
                <a:lnTo>
                  <a:pt x="0" y="7229"/>
                </a:lnTo>
                <a:lnTo>
                  <a:pt x="54" y="7056"/>
                </a:lnTo>
                <a:lnTo>
                  <a:pt x="136" y="6908"/>
                </a:lnTo>
                <a:lnTo>
                  <a:pt x="190" y="6735"/>
                </a:lnTo>
                <a:lnTo>
                  <a:pt x="245" y="6563"/>
                </a:lnTo>
                <a:lnTo>
                  <a:pt x="299" y="6390"/>
                </a:lnTo>
                <a:lnTo>
                  <a:pt x="381" y="6217"/>
                </a:lnTo>
                <a:lnTo>
                  <a:pt x="436" y="6045"/>
                </a:lnTo>
                <a:lnTo>
                  <a:pt x="490" y="5872"/>
                </a:lnTo>
                <a:lnTo>
                  <a:pt x="572" y="5699"/>
                </a:lnTo>
                <a:lnTo>
                  <a:pt x="626" y="5526"/>
                </a:lnTo>
                <a:lnTo>
                  <a:pt x="681" y="5378"/>
                </a:lnTo>
                <a:lnTo>
                  <a:pt x="735" y="5206"/>
                </a:lnTo>
                <a:lnTo>
                  <a:pt x="817" y="5033"/>
                </a:lnTo>
                <a:lnTo>
                  <a:pt x="872" y="4860"/>
                </a:lnTo>
                <a:lnTo>
                  <a:pt x="926" y="4688"/>
                </a:lnTo>
                <a:lnTo>
                  <a:pt x="981" y="4515"/>
                </a:lnTo>
                <a:lnTo>
                  <a:pt x="1062" y="4342"/>
                </a:lnTo>
                <a:lnTo>
                  <a:pt x="1117" y="4169"/>
                </a:lnTo>
                <a:lnTo>
                  <a:pt x="1171" y="4021"/>
                </a:lnTo>
                <a:lnTo>
                  <a:pt x="1253" y="3849"/>
                </a:lnTo>
                <a:lnTo>
                  <a:pt x="1308" y="3676"/>
                </a:lnTo>
                <a:lnTo>
                  <a:pt x="1362" y="3503"/>
                </a:lnTo>
                <a:lnTo>
                  <a:pt x="1417" y="3330"/>
                </a:lnTo>
                <a:lnTo>
                  <a:pt x="1498" y="3158"/>
                </a:lnTo>
                <a:lnTo>
                  <a:pt x="1553" y="2985"/>
                </a:lnTo>
                <a:lnTo>
                  <a:pt x="1607" y="2812"/>
                </a:lnTo>
                <a:lnTo>
                  <a:pt x="1689" y="2664"/>
                </a:lnTo>
                <a:lnTo>
                  <a:pt x="1744" y="2492"/>
                </a:lnTo>
                <a:lnTo>
                  <a:pt x="1798" y="2319"/>
                </a:lnTo>
                <a:lnTo>
                  <a:pt x="1853" y="2146"/>
                </a:lnTo>
                <a:lnTo>
                  <a:pt x="1934" y="1973"/>
                </a:lnTo>
                <a:lnTo>
                  <a:pt x="1989" y="1801"/>
                </a:lnTo>
                <a:lnTo>
                  <a:pt x="2044" y="1628"/>
                </a:lnTo>
                <a:lnTo>
                  <a:pt x="2098" y="1455"/>
                </a:lnTo>
                <a:lnTo>
                  <a:pt x="2180" y="1283"/>
                </a:lnTo>
                <a:lnTo>
                  <a:pt x="2234" y="1134"/>
                </a:lnTo>
                <a:lnTo>
                  <a:pt x="2289" y="962"/>
                </a:lnTo>
                <a:lnTo>
                  <a:pt x="2371" y="789"/>
                </a:lnTo>
                <a:lnTo>
                  <a:pt x="2480" y="616"/>
                </a:lnTo>
                <a:lnTo>
                  <a:pt x="2480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7731114" y="3081290"/>
            <a:ext cx="2725" cy="7032"/>
          </a:xfrm>
          <a:custGeom>
            <a:avLst/>
            <a:gdLst/>
            <a:ahLst/>
            <a:cxnLst/>
            <a:rect l="l" t="t" r="r" b="b"/>
            <a:pathLst>
              <a:path w="2725" h="7032">
                <a:moveTo>
                  <a:pt x="0" y="7032"/>
                </a:moveTo>
                <a:lnTo>
                  <a:pt x="54" y="6859"/>
                </a:lnTo>
                <a:lnTo>
                  <a:pt x="136" y="6686"/>
                </a:lnTo>
                <a:lnTo>
                  <a:pt x="190" y="6513"/>
                </a:lnTo>
                <a:lnTo>
                  <a:pt x="245" y="6341"/>
                </a:lnTo>
                <a:lnTo>
                  <a:pt x="299" y="6168"/>
                </a:lnTo>
                <a:lnTo>
                  <a:pt x="381" y="5995"/>
                </a:lnTo>
                <a:lnTo>
                  <a:pt x="490" y="5847"/>
                </a:lnTo>
                <a:lnTo>
                  <a:pt x="490" y="5674"/>
                </a:lnTo>
                <a:lnTo>
                  <a:pt x="626" y="5502"/>
                </a:lnTo>
                <a:lnTo>
                  <a:pt x="681" y="5329"/>
                </a:lnTo>
                <a:lnTo>
                  <a:pt x="735" y="5156"/>
                </a:lnTo>
                <a:lnTo>
                  <a:pt x="817" y="4984"/>
                </a:lnTo>
                <a:lnTo>
                  <a:pt x="872" y="4811"/>
                </a:lnTo>
                <a:lnTo>
                  <a:pt x="926" y="4638"/>
                </a:lnTo>
                <a:lnTo>
                  <a:pt x="981" y="4490"/>
                </a:lnTo>
                <a:lnTo>
                  <a:pt x="1062" y="4317"/>
                </a:lnTo>
                <a:lnTo>
                  <a:pt x="1117" y="4145"/>
                </a:lnTo>
                <a:lnTo>
                  <a:pt x="1171" y="3972"/>
                </a:lnTo>
                <a:lnTo>
                  <a:pt x="1226" y="3799"/>
                </a:lnTo>
                <a:lnTo>
                  <a:pt x="1308" y="3627"/>
                </a:lnTo>
                <a:lnTo>
                  <a:pt x="1362" y="3454"/>
                </a:lnTo>
                <a:lnTo>
                  <a:pt x="1417" y="3281"/>
                </a:lnTo>
                <a:lnTo>
                  <a:pt x="1498" y="3133"/>
                </a:lnTo>
                <a:lnTo>
                  <a:pt x="1553" y="2960"/>
                </a:lnTo>
                <a:lnTo>
                  <a:pt x="1607" y="2788"/>
                </a:lnTo>
                <a:lnTo>
                  <a:pt x="1662" y="2615"/>
                </a:lnTo>
                <a:lnTo>
                  <a:pt x="1744" y="2442"/>
                </a:lnTo>
                <a:lnTo>
                  <a:pt x="1798" y="2319"/>
                </a:lnTo>
                <a:lnTo>
                  <a:pt x="1853" y="2171"/>
                </a:lnTo>
                <a:lnTo>
                  <a:pt x="1934" y="2097"/>
                </a:lnTo>
                <a:lnTo>
                  <a:pt x="1989" y="1924"/>
                </a:lnTo>
                <a:lnTo>
                  <a:pt x="2044" y="1751"/>
                </a:lnTo>
                <a:lnTo>
                  <a:pt x="2098" y="1603"/>
                </a:lnTo>
                <a:lnTo>
                  <a:pt x="2180" y="1431"/>
                </a:lnTo>
                <a:lnTo>
                  <a:pt x="2234" y="1258"/>
                </a:lnTo>
                <a:lnTo>
                  <a:pt x="2289" y="1085"/>
                </a:lnTo>
                <a:lnTo>
                  <a:pt x="2343" y="912"/>
                </a:lnTo>
                <a:lnTo>
                  <a:pt x="2425" y="740"/>
                </a:lnTo>
                <a:lnTo>
                  <a:pt x="2480" y="567"/>
                </a:lnTo>
                <a:lnTo>
                  <a:pt x="2534" y="394"/>
                </a:lnTo>
                <a:lnTo>
                  <a:pt x="2670" y="246"/>
                </a:lnTo>
                <a:lnTo>
                  <a:pt x="2670" y="74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7733840" y="3074628"/>
            <a:ext cx="2725" cy="6661"/>
          </a:xfrm>
          <a:custGeom>
            <a:avLst/>
            <a:gdLst/>
            <a:ahLst/>
            <a:cxnLst/>
            <a:rect l="l" t="t" r="r" b="b"/>
            <a:pathLst>
              <a:path w="2725" h="6661">
                <a:moveTo>
                  <a:pt x="0" y="6661"/>
                </a:moveTo>
                <a:lnTo>
                  <a:pt x="54" y="6489"/>
                </a:lnTo>
                <a:lnTo>
                  <a:pt x="136" y="6341"/>
                </a:lnTo>
                <a:lnTo>
                  <a:pt x="190" y="6168"/>
                </a:lnTo>
                <a:lnTo>
                  <a:pt x="245" y="5995"/>
                </a:lnTo>
                <a:lnTo>
                  <a:pt x="327" y="5823"/>
                </a:lnTo>
                <a:lnTo>
                  <a:pt x="381" y="5650"/>
                </a:lnTo>
                <a:lnTo>
                  <a:pt x="490" y="5477"/>
                </a:lnTo>
                <a:lnTo>
                  <a:pt x="572" y="5304"/>
                </a:lnTo>
                <a:lnTo>
                  <a:pt x="626" y="5132"/>
                </a:lnTo>
                <a:lnTo>
                  <a:pt x="681" y="4984"/>
                </a:lnTo>
                <a:lnTo>
                  <a:pt x="735" y="4811"/>
                </a:lnTo>
                <a:lnTo>
                  <a:pt x="817" y="4688"/>
                </a:lnTo>
                <a:lnTo>
                  <a:pt x="872" y="4515"/>
                </a:lnTo>
                <a:lnTo>
                  <a:pt x="926" y="4342"/>
                </a:lnTo>
                <a:lnTo>
                  <a:pt x="1008" y="4169"/>
                </a:lnTo>
                <a:lnTo>
                  <a:pt x="1062" y="4021"/>
                </a:lnTo>
                <a:lnTo>
                  <a:pt x="1117" y="3849"/>
                </a:lnTo>
                <a:lnTo>
                  <a:pt x="1171" y="3676"/>
                </a:lnTo>
                <a:lnTo>
                  <a:pt x="1253" y="3503"/>
                </a:lnTo>
                <a:lnTo>
                  <a:pt x="1308" y="3330"/>
                </a:lnTo>
                <a:lnTo>
                  <a:pt x="1417" y="3158"/>
                </a:lnTo>
                <a:lnTo>
                  <a:pt x="1498" y="2985"/>
                </a:lnTo>
                <a:lnTo>
                  <a:pt x="1553" y="2812"/>
                </a:lnTo>
                <a:lnTo>
                  <a:pt x="1607" y="2664"/>
                </a:lnTo>
                <a:lnTo>
                  <a:pt x="1689" y="2492"/>
                </a:lnTo>
                <a:lnTo>
                  <a:pt x="1744" y="2319"/>
                </a:lnTo>
                <a:lnTo>
                  <a:pt x="1798" y="2146"/>
                </a:lnTo>
                <a:lnTo>
                  <a:pt x="1853" y="1973"/>
                </a:lnTo>
                <a:lnTo>
                  <a:pt x="1989" y="1801"/>
                </a:lnTo>
                <a:lnTo>
                  <a:pt x="2044" y="1628"/>
                </a:lnTo>
                <a:lnTo>
                  <a:pt x="2125" y="1455"/>
                </a:lnTo>
                <a:lnTo>
                  <a:pt x="2180" y="1307"/>
                </a:lnTo>
                <a:lnTo>
                  <a:pt x="2234" y="1134"/>
                </a:lnTo>
                <a:lnTo>
                  <a:pt x="2289" y="962"/>
                </a:lnTo>
                <a:lnTo>
                  <a:pt x="2371" y="789"/>
                </a:lnTo>
                <a:lnTo>
                  <a:pt x="2425" y="616"/>
                </a:lnTo>
                <a:lnTo>
                  <a:pt x="2534" y="444"/>
                </a:lnTo>
                <a:lnTo>
                  <a:pt x="2616" y="271"/>
                </a:lnTo>
                <a:lnTo>
                  <a:pt x="2670" y="98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7736565" y="3068287"/>
            <a:ext cx="2725" cy="6341"/>
          </a:xfrm>
          <a:custGeom>
            <a:avLst/>
            <a:gdLst/>
            <a:ahLst/>
            <a:cxnLst/>
            <a:rect l="l" t="t" r="r" b="b"/>
            <a:pathLst>
              <a:path w="2725" h="6341">
                <a:moveTo>
                  <a:pt x="0" y="6341"/>
                </a:moveTo>
                <a:lnTo>
                  <a:pt x="81" y="6168"/>
                </a:lnTo>
                <a:lnTo>
                  <a:pt x="136" y="6045"/>
                </a:lnTo>
                <a:lnTo>
                  <a:pt x="190" y="5872"/>
                </a:lnTo>
                <a:lnTo>
                  <a:pt x="245" y="5773"/>
                </a:lnTo>
                <a:lnTo>
                  <a:pt x="327" y="5600"/>
                </a:lnTo>
                <a:lnTo>
                  <a:pt x="381" y="5428"/>
                </a:lnTo>
                <a:lnTo>
                  <a:pt x="436" y="5255"/>
                </a:lnTo>
                <a:lnTo>
                  <a:pt x="517" y="5082"/>
                </a:lnTo>
                <a:lnTo>
                  <a:pt x="572" y="4910"/>
                </a:lnTo>
                <a:lnTo>
                  <a:pt x="626" y="4762"/>
                </a:lnTo>
                <a:lnTo>
                  <a:pt x="763" y="4589"/>
                </a:lnTo>
                <a:lnTo>
                  <a:pt x="817" y="4416"/>
                </a:lnTo>
                <a:lnTo>
                  <a:pt x="872" y="4243"/>
                </a:lnTo>
                <a:lnTo>
                  <a:pt x="926" y="4071"/>
                </a:lnTo>
                <a:lnTo>
                  <a:pt x="1008" y="3898"/>
                </a:lnTo>
                <a:lnTo>
                  <a:pt x="1062" y="3725"/>
                </a:lnTo>
                <a:lnTo>
                  <a:pt x="1199" y="3553"/>
                </a:lnTo>
                <a:lnTo>
                  <a:pt x="1253" y="3404"/>
                </a:lnTo>
                <a:lnTo>
                  <a:pt x="1308" y="3232"/>
                </a:lnTo>
                <a:lnTo>
                  <a:pt x="1362" y="3059"/>
                </a:lnTo>
                <a:lnTo>
                  <a:pt x="1444" y="2886"/>
                </a:lnTo>
                <a:lnTo>
                  <a:pt x="1498" y="2714"/>
                </a:lnTo>
                <a:lnTo>
                  <a:pt x="1607" y="2541"/>
                </a:lnTo>
                <a:lnTo>
                  <a:pt x="1689" y="2368"/>
                </a:lnTo>
                <a:lnTo>
                  <a:pt x="1744" y="2195"/>
                </a:lnTo>
                <a:lnTo>
                  <a:pt x="1798" y="2023"/>
                </a:lnTo>
                <a:lnTo>
                  <a:pt x="1880" y="1875"/>
                </a:lnTo>
                <a:lnTo>
                  <a:pt x="1989" y="1702"/>
                </a:lnTo>
                <a:lnTo>
                  <a:pt x="2044" y="1529"/>
                </a:lnTo>
                <a:lnTo>
                  <a:pt x="2125" y="1357"/>
                </a:lnTo>
                <a:lnTo>
                  <a:pt x="2180" y="1184"/>
                </a:lnTo>
                <a:lnTo>
                  <a:pt x="2234" y="1011"/>
                </a:lnTo>
                <a:lnTo>
                  <a:pt x="2316" y="912"/>
                </a:lnTo>
                <a:lnTo>
                  <a:pt x="2425" y="740"/>
                </a:lnTo>
                <a:lnTo>
                  <a:pt x="2480" y="567"/>
                </a:lnTo>
                <a:lnTo>
                  <a:pt x="2561" y="394"/>
                </a:lnTo>
                <a:lnTo>
                  <a:pt x="2616" y="222"/>
                </a:lnTo>
                <a:lnTo>
                  <a:pt x="2670" y="49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7739290" y="3062390"/>
            <a:ext cx="2670" cy="5897"/>
          </a:xfrm>
          <a:custGeom>
            <a:avLst/>
            <a:gdLst/>
            <a:ahLst/>
            <a:cxnLst/>
            <a:rect l="l" t="t" r="r" b="b"/>
            <a:pathLst>
              <a:path w="2670" h="5897">
                <a:moveTo>
                  <a:pt x="0" y="5897"/>
                </a:moveTo>
                <a:lnTo>
                  <a:pt x="81" y="5724"/>
                </a:lnTo>
                <a:lnTo>
                  <a:pt x="136" y="5551"/>
                </a:lnTo>
                <a:lnTo>
                  <a:pt x="190" y="5378"/>
                </a:lnTo>
                <a:lnTo>
                  <a:pt x="327" y="5206"/>
                </a:lnTo>
                <a:lnTo>
                  <a:pt x="381" y="5058"/>
                </a:lnTo>
                <a:lnTo>
                  <a:pt x="381" y="4984"/>
                </a:lnTo>
                <a:lnTo>
                  <a:pt x="517" y="4811"/>
                </a:lnTo>
                <a:lnTo>
                  <a:pt x="572" y="4638"/>
                </a:lnTo>
                <a:lnTo>
                  <a:pt x="626" y="4539"/>
                </a:lnTo>
                <a:lnTo>
                  <a:pt x="681" y="4367"/>
                </a:lnTo>
                <a:lnTo>
                  <a:pt x="763" y="4194"/>
                </a:lnTo>
                <a:lnTo>
                  <a:pt x="817" y="4021"/>
                </a:lnTo>
                <a:lnTo>
                  <a:pt x="817" y="4021"/>
                </a:lnTo>
                <a:lnTo>
                  <a:pt x="953" y="3849"/>
                </a:lnTo>
                <a:lnTo>
                  <a:pt x="1008" y="3676"/>
                </a:lnTo>
                <a:lnTo>
                  <a:pt x="1062" y="3528"/>
                </a:lnTo>
                <a:lnTo>
                  <a:pt x="1117" y="3355"/>
                </a:lnTo>
                <a:lnTo>
                  <a:pt x="1199" y="3182"/>
                </a:lnTo>
                <a:lnTo>
                  <a:pt x="1308" y="3010"/>
                </a:lnTo>
                <a:lnTo>
                  <a:pt x="1308" y="2960"/>
                </a:lnTo>
                <a:lnTo>
                  <a:pt x="1444" y="2788"/>
                </a:lnTo>
                <a:lnTo>
                  <a:pt x="1498" y="2615"/>
                </a:lnTo>
                <a:lnTo>
                  <a:pt x="1553" y="2442"/>
                </a:lnTo>
                <a:lnTo>
                  <a:pt x="1635" y="2269"/>
                </a:lnTo>
                <a:lnTo>
                  <a:pt x="1689" y="2097"/>
                </a:lnTo>
                <a:lnTo>
                  <a:pt x="1744" y="1998"/>
                </a:lnTo>
                <a:lnTo>
                  <a:pt x="1880" y="1825"/>
                </a:lnTo>
                <a:lnTo>
                  <a:pt x="1934" y="1653"/>
                </a:lnTo>
                <a:lnTo>
                  <a:pt x="1989" y="1480"/>
                </a:lnTo>
                <a:lnTo>
                  <a:pt x="2071" y="1307"/>
                </a:lnTo>
                <a:lnTo>
                  <a:pt x="2180" y="1134"/>
                </a:lnTo>
                <a:lnTo>
                  <a:pt x="2234" y="962"/>
                </a:lnTo>
                <a:lnTo>
                  <a:pt x="2316" y="814"/>
                </a:lnTo>
                <a:lnTo>
                  <a:pt x="2316" y="814"/>
                </a:lnTo>
                <a:lnTo>
                  <a:pt x="2425" y="641"/>
                </a:lnTo>
                <a:lnTo>
                  <a:pt x="2507" y="468"/>
                </a:lnTo>
                <a:lnTo>
                  <a:pt x="2561" y="296"/>
                </a:lnTo>
                <a:lnTo>
                  <a:pt x="2616" y="123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7741961" y="3056863"/>
            <a:ext cx="2752" cy="5526"/>
          </a:xfrm>
          <a:custGeom>
            <a:avLst/>
            <a:gdLst/>
            <a:ahLst/>
            <a:cxnLst/>
            <a:rect l="l" t="t" r="r" b="b"/>
            <a:pathLst>
              <a:path w="2752" h="5526">
                <a:moveTo>
                  <a:pt x="0" y="5526"/>
                </a:moveTo>
                <a:lnTo>
                  <a:pt x="0" y="5526"/>
                </a:lnTo>
                <a:lnTo>
                  <a:pt x="136" y="5378"/>
                </a:lnTo>
                <a:lnTo>
                  <a:pt x="190" y="5206"/>
                </a:lnTo>
                <a:lnTo>
                  <a:pt x="190" y="5132"/>
                </a:lnTo>
                <a:lnTo>
                  <a:pt x="327" y="4959"/>
                </a:lnTo>
                <a:lnTo>
                  <a:pt x="381" y="4811"/>
                </a:lnTo>
                <a:lnTo>
                  <a:pt x="436" y="4638"/>
                </a:lnTo>
                <a:lnTo>
                  <a:pt x="436" y="4638"/>
                </a:lnTo>
                <a:lnTo>
                  <a:pt x="572" y="4465"/>
                </a:lnTo>
                <a:lnTo>
                  <a:pt x="626" y="4293"/>
                </a:lnTo>
                <a:lnTo>
                  <a:pt x="681" y="4120"/>
                </a:lnTo>
                <a:lnTo>
                  <a:pt x="681" y="4120"/>
                </a:lnTo>
                <a:lnTo>
                  <a:pt x="817" y="3947"/>
                </a:lnTo>
                <a:lnTo>
                  <a:pt x="872" y="3775"/>
                </a:lnTo>
                <a:lnTo>
                  <a:pt x="872" y="3725"/>
                </a:lnTo>
                <a:lnTo>
                  <a:pt x="1008" y="3553"/>
                </a:lnTo>
                <a:lnTo>
                  <a:pt x="1062" y="3380"/>
                </a:lnTo>
                <a:lnTo>
                  <a:pt x="1117" y="3207"/>
                </a:lnTo>
                <a:lnTo>
                  <a:pt x="1117" y="3207"/>
                </a:lnTo>
                <a:lnTo>
                  <a:pt x="1253" y="3034"/>
                </a:lnTo>
                <a:lnTo>
                  <a:pt x="1308" y="2886"/>
                </a:lnTo>
                <a:lnTo>
                  <a:pt x="1362" y="2714"/>
                </a:lnTo>
                <a:lnTo>
                  <a:pt x="1362" y="2714"/>
                </a:lnTo>
                <a:lnTo>
                  <a:pt x="1498" y="2541"/>
                </a:lnTo>
                <a:lnTo>
                  <a:pt x="1553" y="2418"/>
                </a:lnTo>
                <a:lnTo>
                  <a:pt x="1635" y="2245"/>
                </a:lnTo>
                <a:lnTo>
                  <a:pt x="1689" y="2097"/>
                </a:lnTo>
                <a:lnTo>
                  <a:pt x="1689" y="2097"/>
                </a:lnTo>
                <a:lnTo>
                  <a:pt x="1798" y="1924"/>
                </a:lnTo>
                <a:lnTo>
                  <a:pt x="1880" y="1751"/>
                </a:lnTo>
                <a:lnTo>
                  <a:pt x="1934" y="1579"/>
                </a:lnTo>
                <a:lnTo>
                  <a:pt x="2044" y="1406"/>
                </a:lnTo>
                <a:lnTo>
                  <a:pt x="2125" y="1233"/>
                </a:lnTo>
                <a:lnTo>
                  <a:pt x="2180" y="1060"/>
                </a:lnTo>
                <a:lnTo>
                  <a:pt x="2234" y="962"/>
                </a:lnTo>
                <a:lnTo>
                  <a:pt x="2371" y="789"/>
                </a:lnTo>
                <a:lnTo>
                  <a:pt x="2425" y="616"/>
                </a:lnTo>
                <a:lnTo>
                  <a:pt x="2480" y="567"/>
                </a:lnTo>
                <a:lnTo>
                  <a:pt x="2561" y="394"/>
                </a:lnTo>
                <a:lnTo>
                  <a:pt x="2616" y="222"/>
                </a:lnTo>
                <a:lnTo>
                  <a:pt x="2752" y="98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7744714" y="3051706"/>
            <a:ext cx="2725" cy="5156"/>
          </a:xfrm>
          <a:custGeom>
            <a:avLst/>
            <a:gdLst/>
            <a:ahLst/>
            <a:cxnLst/>
            <a:rect l="l" t="t" r="r" b="b"/>
            <a:pathLst>
              <a:path w="2725" h="5156">
                <a:moveTo>
                  <a:pt x="0" y="5156"/>
                </a:moveTo>
                <a:lnTo>
                  <a:pt x="109" y="4984"/>
                </a:lnTo>
                <a:lnTo>
                  <a:pt x="163" y="4811"/>
                </a:lnTo>
                <a:lnTo>
                  <a:pt x="245" y="4638"/>
                </a:lnTo>
                <a:lnTo>
                  <a:pt x="299" y="4515"/>
                </a:lnTo>
                <a:lnTo>
                  <a:pt x="408" y="4367"/>
                </a:lnTo>
                <a:lnTo>
                  <a:pt x="490" y="4194"/>
                </a:lnTo>
                <a:lnTo>
                  <a:pt x="545" y="4120"/>
                </a:lnTo>
                <a:lnTo>
                  <a:pt x="599" y="3947"/>
                </a:lnTo>
                <a:lnTo>
                  <a:pt x="681" y="3799"/>
                </a:lnTo>
                <a:lnTo>
                  <a:pt x="790" y="3627"/>
                </a:lnTo>
                <a:lnTo>
                  <a:pt x="844" y="3454"/>
                </a:lnTo>
                <a:lnTo>
                  <a:pt x="926" y="3404"/>
                </a:lnTo>
                <a:lnTo>
                  <a:pt x="981" y="3232"/>
                </a:lnTo>
                <a:lnTo>
                  <a:pt x="1090" y="3059"/>
                </a:lnTo>
                <a:lnTo>
                  <a:pt x="1171" y="2886"/>
                </a:lnTo>
                <a:lnTo>
                  <a:pt x="1226" y="2714"/>
                </a:lnTo>
                <a:lnTo>
                  <a:pt x="1362" y="2590"/>
                </a:lnTo>
                <a:lnTo>
                  <a:pt x="1417" y="2442"/>
                </a:lnTo>
                <a:lnTo>
                  <a:pt x="1471" y="2269"/>
                </a:lnTo>
                <a:lnTo>
                  <a:pt x="1607" y="2097"/>
                </a:lnTo>
                <a:lnTo>
                  <a:pt x="1662" y="1924"/>
                </a:lnTo>
                <a:lnTo>
                  <a:pt x="1716" y="1875"/>
                </a:lnTo>
                <a:lnTo>
                  <a:pt x="1798" y="1702"/>
                </a:lnTo>
                <a:lnTo>
                  <a:pt x="1907" y="1529"/>
                </a:lnTo>
                <a:lnTo>
                  <a:pt x="1962" y="1357"/>
                </a:lnTo>
                <a:lnTo>
                  <a:pt x="2098" y="1184"/>
                </a:lnTo>
                <a:lnTo>
                  <a:pt x="2153" y="1011"/>
                </a:lnTo>
                <a:lnTo>
                  <a:pt x="2207" y="962"/>
                </a:lnTo>
                <a:lnTo>
                  <a:pt x="2289" y="789"/>
                </a:lnTo>
                <a:lnTo>
                  <a:pt x="2343" y="616"/>
                </a:lnTo>
                <a:lnTo>
                  <a:pt x="2480" y="518"/>
                </a:lnTo>
                <a:lnTo>
                  <a:pt x="2534" y="345"/>
                </a:lnTo>
                <a:lnTo>
                  <a:pt x="2589" y="172"/>
                </a:lnTo>
                <a:lnTo>
                  <a:pt x="2725" y="49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7747439" y="3046944"/>
            <a:ext cx="2725" cy="4762"/>
          </a:xfrm>
          <a:custGeom>
            <a:avLst/>
            <a:gdLst/>
            <a:ahLst/>
            <a:cxnLst/>
            <a:rect l="l" t="t" r="r" b="b"/>
            <a:pathLst>
              <a:path w="2725" h="4762">
                <a:moveTo>
                  <a:pt x="0" y="4762"/>
                </a:moveTo>
                <a:lnTo>
                  <a:pt x="109" y="4589"/>
                </a:lnTo>
                <a:lnTo>
                  <a:pt x="190" y="4416"/>
                </a:lnTo>
                <a:lnTo>
                  <a:pt x="299" y="4243"/>
                </a:lnTo>
                <a:lnTo>
                  <a:pt x="354" y="4071"/>
                </a:lnTo>
                <a:lnTo>
                  <a:pt x="436" y="3923"/>
                </a:lnTo>
                <a:lnTo>
                  <a:pt x="545" y="3799"/>
                </a:lnTo>
                <a:lnTo>
                  <a:pt x="599" y="3627"/>
                </a:lnTo>
                <a:lnTo>
                  <a:pt x="735" y="3454"/>
                </a:lnTo>
                <a:lnTo>
                  <a:pt x="735" y="3404"/>
                </a:lnTo>
                <a:lnTo>
                  <a:pt x="872" y="3232"/>
                </a:lnTo>
                <a:lnTo>
                  <a:pt x="926" y="3059"/>
                </a:lnTo>
                <a:lnTo>
                  <a:pt x="1035" y="2886"/>
                </a:lnTo>
                <a:lnTo>
                  <a:pt x="1117" y="2714"/>
                </a:lnTo>
                <a:lnTo>
                  <a:pt x="1226" y="2566"/>
                </a:lnTo>
                <a:lnTo>
                  <a:pt x="1362" y="2393"/>
                </a:lnTo>
                <a:lnTo>
                  <a:pt x="1417" y="2220"/>
                </a:lnTo>
                <a:lnTo>
                  <a:pt x="1471" y="2146"/>
                </a:lnTo>
                <a:lnTo>
                  <a:pt x="1553" y="1998"/>
                </a:lnTo>
                <a:lnTo>
                  <a:pt x="1662" y="1825"/>
                </a:lnTo>
                <a:lnTo>
                  <a:pt x="1716" y="1702"/>
                </a:lnTo>
                <a:lnTo>
                  <a:pt x="1798" y="1529"/>
                </a:lnTo>
                <a:lnTo>
                  <a:pt x="1907" y="1357"/>
                </a:lnTo>
                <a:lnTo>
                  <a:pt x="2044" y="1184"/>
                </a:lnTo>
                <a:lnTo>
                  <a:pt x="2098" y="1036"/>
                </a:lnTo>
                <a:lnTo>
                  <a:pt x="2234" y="863"/>
                </a:lnTo>
                <a:lnTo>
                  <a:pt x="2289" y="740"/>
                </a:lnTo>
                <a:lnTo>
                  <a:pt x="2343" y="567"/>
                </a:lnTo>
                <a:lnTo>
                  <a:pt x="2480" y="468"/>
                </a:lnTo>
                <a:lnTo>
                  <a:pt x="2534" y="296"/>
                </a:lnTo>
                <a:lnTo>
                  <a:pt x="2589" y="222"/>
                </a:lnTo>
                <a:lnTo>
                  <a:pt x="2670" y="123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7750165" y="3042651"/>
            <a:ext cx="2725" cy="4293"/>
          </a:xfrm>
          <a:custGeom>
            <a:avLst/>
            <a:gdLst/>
            <a:ahLst/>
            <a:cxnLst/>
            <a:rect l="l" t="t" r="r" b="b"/>
            <a:pathLst>
              <a:path w="2725" h="4293">
                <a:moveTo>
                  <a:pt x="0" y="4293"/>
                </a:moveTo>
                <a:lnTo>
                  <a:pt x="109" y="4120"/>
                </a:lnTo>
                <a:lnTo>
                  <a:pt x="190" y="3972"/>
                </a:lnTo>
                <a:lnTo>
                  <a:pt x="245" y="3849"/>
                </a:lnTo>
                <a:lnTo>
                  <a:pt x="354" y="3676"/>
                </a:lnTo>
                <a:lnTo>
                  <a:pt x="436" y="3503"/>
                </a:lnTo>
                <a:lnTo>
                  <a:pt x="545" y="3404"/>
                </a:lnTo>
                <a:lnTo>
                  <a:pt x="626" y="3281"/>
                </a:lnTo>
                <a:lnTo>
                  <a:pt x="681" y="3108"/>
                </a:lnTo>
                <a:lnTo>
                  <a:pt x="790" y="3010"/>
                </a:lnTo>
                <a:lnTo>
                  <a:pt x="872" y="2837"/>
                </a:lnTo>
                <a:lnTo>
                  <a:pt x="926" y="2763"/>
                </a:lnTo>
                <a:lnTo>
                  <a:pt x="981" y="2615"/>
                </a:lnTo>
                <a:lnTo>
                  <a:pt x="1117" y="2492"/>
                </a:lnTo>
                <a:lnTo>
                  <a:pt x="1171" y="2368"/>
                </a:lnTo>
                <a:lnTo>
                  <a:pt x="1226" y="2195"/>
                </a:lnTo>
                <a:lnTo>
                  <a:pt x="1362" y="2097"/>
                </a:lnTo>
                <a:lnTo>
                  <a:pt x="1417" y="1973"/>
                </a:lnTo>
                <a:lnTo>
                  <a:pt x="1471" y="1801"/>
                </a:lnTo>
                <a:lnTo>
                  <a:pt x="1607" y="1702"/>
                </a:lnTo>
                <a:lnTo>
                  <a:pt x="1662" y="1529"/>
                </a:lnTo>
                <a:lnTo>
                  <a:pt x="1798" y="1406"/>
                </a:lnTo>
                <a:lnTo>
                  <a:pt x="1853" y="1233"/>
                </a:lnTo>
                <a:lnTo>
                  <a:pt x="1989" y="1134"/>
                </a:lnTo>
                <a:lnTo>
                  <a:pt x="1989" y="1085"/>
                </a:lnTo>
                <a:lnTo>
                  <a:pt x="2098" y="912"/>
                </a:lnTo>
                <a:lnTo>
                  <a:pt x="2180" y="740"/>
                </a:lnTo>
                <a:lnTo>
                  <a:pt x="2289" y="567"/>
                </a:lnTo>
                <a:lnTo>
                  <a:pt x="2425" y="444"/>
                </a:lnTo>
                <a:lnTo>
                  <a:pt x="2425" y="394"/>
                </a:lnTo>
                <a:lnTo>
                  <a:pt x="2534" y="222"/>
                </a:lnTo>
                <a:lnTo>
                  <a:pt x="2589" y="49"/>
                </a:lnTo>
                <a:lnTo>
                  <a:pt x="2725" y="0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7752890" y="3038678"/>
            <a:ext cx="2670" cy="3972"/>
          </a:xfrm>
          <a:custGeom>
            <a:avLst/>
            <a:gdLst/>
            <a:ahLst/>
            <a:cxnLst/>
            <a:rect l="l" t="t" r="r" b="b"/>
            <a:pathLst>
              <a:path w="2670" h="3972">
                <a:moveTo>
                  <a:pt x="0" y="3972"/>
                </a:moveTo>
                <a:lnTo>
                  <a:pt x="54" y="3799"/>
                </a:lnTo>
                <a:lnTo>
                  <a:pt x="54" y="3799"/>
                </a:lnTo>
                <a:lnTo>
                  <a:pt x="190" y="3627"/>
                </a:lnTo>
                <a:lnTo>
                  <a:pt x="190" y="3577"/>
                </a:lnTo>
                <a:lnTo>
                  <a:pt x="245" y="3528"/>
                </a:lnTo>
                <a:lnTo>
                  <a:pt x="381" y="3355"/>
                </a:lnTo>
                <a:lnTo>
                  <a:pt x="436" y="3182"/>
                </a:lnTo>
                <a:lnTo>
                  <a:pt x="545" y="3010"/>
                </a:lnTo>
                <a:lnTo>
                  <a:pt x="681" y="2886"/>
                </a:lnTo>
                <a:lnTo>
                  <a:pt x="735" y="2788"/>
                </a:lnTo>
                <a:lnTo>
                  <a:pt x="872" y="2615"/>
                </a:lnTo>
                <a:lnTo>
                  <a:pt x="926" y="2492"/>
                </a:lnTo>
                <a:lnTo>
                  <a:pt x="1062" y="2344"/>
                </a:lnTo>
                <a:lnTo>
                  <a:pt x="1171" y="2171"/>
                </a:lnTo>
                <a:lnTo>
                  <a:pt x="1253" y="1998"/>
                </a:lnTo>
                <a:lnTo>
                  <a:pt x="1362" y="1825"/>
                </a:lnTo>
                <a:lnTo>
                  <a:pt x="1498" y="1776"/>
                </a:lnTo>
                <a:lnTo>
                  <a:pt x="1553" y="1603"/>
                </a:lnTo>
                <a:lnTo>
                  <a:pt x="1662" y="1431"/>
                </a:lnTo>
                <a:lnTo>
                  <a:pt x="1798" y="1307"/>
                </a:lnTo>
                <a:lnTo>
                  <a:pt x="1853" y="1134"/>
                </a:lnTo>
                <a:lnTo>
                  <a:pt x="1989" y="1036"/>
                </a:lnTo>
                <a:lnTo>
                  <a:pt x="2044" y="863"/>
                </a:lnTo>
                <a:lnTo>
                  <a:pt x="2180" y="740"/>
                </a:lnTo>
                <a:lnTo>
                  <a:pt x="2289" y="567"/>
                </a:lnTo>
                <a:lnTo>
                  <a:pt x="2371" y="419"/>
                </a:lnTo>
                <a:lnTo>
                  <a:pt x="2480" y="246"/>
                </a:lnTo>
                <a:lnTo>
                  <a:pt x="2616" y="172"/>
                </a:lnTo>
                <a:lnTo>
                  <a:pt x="2670" y="0"/>
                </a:lnTo>
              </a:path>
            </a:pathLst>
          </a:custGeom>
          <a:ln w="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7755561" y="3035125"/>
            <a:ext cx="2725" cy="3553"/>
          </a:xfrm>
          <a:custGeom>
            <a:avLst/>
            <a:gdLst/>
            <a:ahLst/>
            <a:cxnLst/>
            <a:rect l="l" t="t" r="r" b="b"/>
            <a:pathLst>
              <a:path w="2725" h="3553">
                <a:moveTo>
                  <a:pt x="0" y="3553"/>
                </a:moveTo>
                <a:lnTo>
                  <a:pt x="109" y="3404"/>
                </a:lnTo>
                <a:lnTo>
                  <a:pt x="245" y="3281"/>
                </a:lnTo>
                <a:lnTo>
                  <a:pt x="299" y="3108"/>
                </a:lnTo>
                <a:lnTo>
                  <a:pt x="436" y="3010"/>
                </a:lnTo>
                <a:lnTo>
                  <a:pt x="545" y="2837"/>
                </a:lnTo>
                <a:lnTo>
                  <a:pt x="681" y="2664"/>
                </a:lnTo>
                <a:lnTo>
                  <a:pt x="790" y="2492"/>
                </a:lnTo>
                <a:lnTo>
                  <a:pt x="926" y="2368"/>
                </a:lnTo>
                <a:lnTo>
                  <a:pt x="981" y="2195"/>
                </a:lnTo>
                <a:lnTo>
                  <a:pt x="1117" y="2097"/>
                </a:lnTo>
                <a:lnTo>
                  <a:pt x="1226" y="1924"/>
                </a:lnTo>
                <a:lnTo>
                  <a:pt x="1308" y="1801"/>
                </a:lnTo>
                <a:lnTo>
                  <a:pt x="1417" y="1653"/>
                </a:lnTo>
                <a:lnTo>
                  <a:pt x="1498" y="1579"/>
                </a:lnTo>
                <a:lnTo>
                  <a:pt x="1607" y="1406"/>
                </a:lnTo>
                <a:lnTo>
                  <a:pt x="1744" y="1307"/>
                </a:lnTo>
                <a:lnTo>
                  <a:pt x="1853" y="1134"/>
                </a:lnTo>
                <a:lnTo>
                  <a:pt x="1989" y="1011"/>
                </a:lnTo>
                <a:lnTo>
                  <a:pt x="2044" y="838"/>
                </a:lnTo>
                <a:lnTo>
                  <a:pt x="2180" y="740"/>
                </a:lnTo>
                <a:lnTo>
                  <a:pt x="2289" y="567"/>
                </a:lnTo>
                <a:lnTo>
                  <a:pt x="2425" y="444"/>
                </a:lnTo>
                <a:lnTo>
                  <a:pt x="2480" y="271"/>
                </a:lnTo>
                <a:lnTo>
                  <a:pt x="2616" y="222"/>
                </a:lnTo>
                <a:lnTo>
                  <a:pt x="2670" y="49"/>
                </a:lnTo>
              </a:path>
            </a:pathLst>
          </a:custGeom>
          <a:ln w="3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7758286" y="3032016"/>
            <a:ext cx="2725" cy="3108"/>
          </a:xfrm>
          <a:custGeom>
            <a:avLst/>
            <a:gdLst/>
            <a:ahLst/>
            <a:cxnLst/>
            <a:rect l="l" t="t" r="r" b="b"/>
            <a:pathLst>
              <a:path w="2725" h="3108">
                <a:moveTo>
                  <a:pt x="0" y="3108"/>
                </a:moveTo>
                <a:lnTo>
                  <a:pt x="136" y="2985"/>
                </a:lnTo>
                <a:lnTo>
                  <a:pt x="245" y="2837"/>
                </a:lnTo>
                <a:lnTo>
                  <a:pt x="381" y="2714"/>
                </a:lnTo>
                <a:lnTo>
                  <a:pt x="490" y="2541"/>
                </a:lnTo>
                <a:lnTo>
                  <a:pt x="626" y="2418"/>
                </a:lnTo>
                <a:lnTo>
                  <a:pt x="681" y="2269"/>
                </a:lnTo>
                <a:lnTo>
                  <a:pt x="817" y="2195"/>
                </a:lnTo>
                <a:lnTo>
                  <a:pt x="872" y="2023"/>
                </a:lnTo>
                <a:lnTo>
                  <a:pt x="1062" y="1924"/>
                </a:lnTo>
                <a:lnTo>
                  <a:pt x="1117" y="1751"/>
                </a:lnTo>
                <a:lnTo>
                  <a:pt x="1253" y="1702"/>
                </a:lnTo>
                <a:lnTo>
                  <a:pt x="1308" y="1529"/>
                </a:lnTo>
                <a:lnTo>
                  <a:pt x="1498" y="1406"/>
                </a:lnTo>
                <a:lnTo>
                  <a:pt x="1607" y="1233"/>
                </a:lnTo>
                <a:lnTo>
                  <a:pt x="1744" y="1134"/>
                </a:lnTo>
                <a:lnTo>
                  <a:pt x="1798" y="1011"/>
                </a:lnTo>
                <a:lnTo>
                  <a:pt x="1934" y="912"/>
                </a:lnTo>
                <a:lnTo>
                  <a:pt x="1989" y="789"/>
                </a:lnTo>
                <a:lnTo>
                  <a:pt x="2098" y="616"/>
                </a:lnTo>
                <a:lnTo>
                  <a:pt x="2234" y="567"/>
                </a:lnTo>
                <a:lnTo>
                  <a:pt x="2371" y="444"/>
                </a:lnTo>
                <a:lnTo>
                  <a:pt x="2425" y="271"/>
                </a:lnTo>
                <a:lnTo>
                  <a:pt x="2616" y="172"/>
                </a:lnTo>
                <a:lnTo>
                  <a:pt x="2725" y="0"/>
                </a:lnTo>
              </a:path>
            </a:pathLst>
          </a:custGeom>
          <a:ln w="3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7761011" y="3029302"/>
            <a:ext cx="2725" cy="2714"/>
          </a:xfrm>
          <a:custGeom>
            <a:avLst/>
            <a:gdLst/>
            <a:ahLst/>
            <a:cxnLst/>
            <a:rect l="l" t="t" r="r" b="b"/>
            <a:pathLst>
              <a:path w="2725" h="2714">
                <a:moveTo>
                  <a:pt x="0" y="2714"/>
                </a:moveTo>
                <a:lnTo>
                  <a:pt x="0" y="2714"/>
                </a:lnTo>
                <a:lnTo>
                  <a:pt x="136" y="2590"/>
                </a:lnTo>
                <a:lnTo>
                  <a:pt x="190" y="2492"/>
                </a:lnTo>
                <a:lnTo>
                  <a:pt x="327" y="2418"/>
                </a:lnTo>
                <a:lnTo>
                  <a:pt x="381" y="2269"/>
                </a:lnTo>
                <a:lnTo>
                  <a:pt x="490" y="2146"/>
                </a:lnTo>
                <a:lnTo>
                  <a:pt x="626" y="2097"/>
                </a:lnTo>
                <a:lnTo>
                  <a:pt x="626" y="2023"/>
                </a:lnTo>
                <a:lnTo>
                  <a:pt x="763" y="1973"/>
                </a:lnTo>
                <a:lnTo>
                  <a:pt x="872" y="1801"/>
                </a:lnTo>
                <a:lnTo>
                  <a:pt x="1008" y="1702"/>
                </a:lnTo>
                <a:lnTo>
                  <a:pt x="1117" y="1529"/>
                </a:lnTo>
                <a:lnTo>
                  <a:pt x="1253" y="1406"/>
                </a:lnTo>
                <a:lnTo>
                  <a:pt x="1444" y="1233"/>
                </a:lnTo>
                <a:lnTo>
                  <a:pt x="1553" y="1060"/>
                </a:lnTo>
                <a:lnTo>
                  <a:pt x="1553" y="1060"/>
                </a:lnTo>
                <a:lnTo>
                  <a:pt x="1689" y="1011"/>
                </a:lnTo>
                <a:lnTo>
                  <a:pt x="1744" y="888"/>
                </a:lnTo>
                <a:lnTo>
                  <a:pt x="1880" y="838"/>
                </a:lnTo>
                <a:lnTo>
                  <a:pt x="1989" y="666"/>
                </a:lnTo>
                <a:lnTo>
                  <a:pt x="2044" y="616"/>
                </a:lnTo>
                <a:lnTo>
                  <a:pt x="2180" y="493"/>
                </a:lnTo>
                <a:lnTo>
                  <a:pt x="2371" y="345"/>
                </a:lnTo>
                <a:lnTo>
                  <a:pt x="2480" y="172"/>
                </a:lnTo>
                <a:lnTo>
                  <a:pt x="2616" y="98"/>
                </a:lnTo>
              </a:path>
            </a:pathLst>
          </a:custGeom>
          <a:ln w="3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7763737" y="3026983"/>
            <a:ext cx="2670" cy="2319"/>
          </a:xfrm>
          <a:custGeom>
            <a:avLst/>
            <a:gdLst/>
            <a:ahLst/>
            <a:cxnLst/>
            <a:rect l="l" t="t" r="r" b="b"/>
            <a:pathLst>
              <a:path w="2670" h="2319">
                <a:moveTo>
                  <a:pt x="0" y="2319"/>
                </a:moveTo>
                <a:lnTo>
                  <a:pt x="136" y="2195"/>
                </a:lnTo>
                <a:lnTo>
                  <a:pt x="245" y="2023"/>
                </a:lnTo>
                <a:lnTo>
                  <a:pt x="381" y="1973"/>
                </a:lnTo>
                <a:lnTo>
                  <a:pt x="517" y="1850"/>
                </a:lnTo>
                <a:lnTo>
                  <a:pt x="626" y="1702"/>
                </a:lnTo>
                <a:lnTo>
                  <a:pt x="763" y="1628"/>
                </a:lnTo>
                <a:lnTo>
                  <a:pt x="872" y="1529"/>
                </a:lnTo>
                <a:lnTo>
                  <a:pt x="1008" y="1406"/>
                </a:lnTo>
                <a:lnTo>
                  <a:pt x="1117" y="1307"/>
                </a:lnTo>
                <a:lnTo>
                  <a:pt x="1253" y="1233"/>
                </a:lnTo>
                <a:lnTo>
                  <a:pt x="1362" y="1060"/>
                </a:lnTo>
                <a:lnTo>
                  <a:pt x="1444" y="1060"/>
                </a:lnTo>
                <a:lnTo>
                  <a:pt x="1553" y="888"/>
                </a:lnTo>
                <a:lnTo>
                  <a:pt x="1635" y="888"/>
                </a:lnTo>
                <a:lnTo>
                  <a:pt x="1744" y="740"/>
                </a:lnTo>
                <a:lnTo>
                  <a:pt x="1880" y="666"/>
                </a:lnTo>
                <a:lnTo>
                  <a:pt x="1934" y="616"/>
                </a:lnTo>
                <a:lnTo>
                  <a:pt x="2071" y="567"/>
                </a:lnTo>
                <a:lnTo>
                  <a:pt x="2071" y="493"/>
                </a:lnTo>
                <a:lnTo>
                  <a:pt x="2180" y="444"/>
                </a:lnTo>
                <a:lnTo>
                  <a:pt x="2316" y="345"/>
                </a:lnTo>
                <a:lnTo>
                  <a:pt x="2480" y="222"/>
                </a:lnTo>
                <a:lnTo>
                  <a:pt x="2561" y="172"/>
                </a:lnTo>
                <a:lnTo>
                  <a:pt x="2616" y="49"/>
                </a:lnTo>
              </a:path>
            </a:pathLst>
          </a:custGeom>
          <a:ln w="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7766408" y="3025108"/>
            <a:ext cx="2725" cy="1875"/>
          </a:xfrm>
          <a:custGeom>
            <a:avLst/>
            <a:gdLst/>
            <a:ahLst/>
            <a:cxnLst/>
            <a:rect l="l" t="t" r="r" b="b"/>
            <a:pathLst>
              <a:path w="2725" h="1875">
                <a:moveTo>
                  <a:pt x="0" y="1875"/>
                </a:moveTo>
                <a:lnTo>
                  <a:pt x="136" y="1801"/>
                </a:lnTo>
                <a:lnTo>
                  <a:pt x="327" y="1702"/>
                </a:lnTo>
                <a:lnTo>
                  <a:pt x="490" y="1529"/>
                </a:lnTo>
                <a:lnTo>
                  <a:pt x="626" y="1480"/>
                </a:lnTo>
                <a:lnTo>
                  <a:pt x="626" y="1406"/>
                </a:lnTo>
                <a:lnTo>
                  <a:pt x="763" y="1357"/>
                </a:lnTo>
                <a:lnTo>
                  <a:pt x="817" y="1307"/>
                </a:lnTo>
                <a:lnTo>
                  <a:pt x="1008" y="1184"/>
                </a:lnTo>
                <a:lnTo>
                  <a:pt x="1199" y="1085"/>
                </a:lnTo>
                <a:lnTo>
                  <a:pt x="1253" y="962"/>
                </a:lnTo>
                <a:lnTo>
                  <a:pt x="1362" y="912"/>
                </a:lnTo>
                <a:lnTo>
                  <a:pt x="1498" y="838"/>
                </a:lnTo>
                <a:lnTo>
                  <a:pt x="1498" y="789"/>
                </a:lnTo>
                <a:lnTo>
                  <a:pt x="1607" y="740"/>
                </a:lnTo>
                <a:lnTo>
                  <a:pt x="1744" y="690"/>
                </a:lnTo>
                <a:lnTo>
                  <a:pt x="1880" y="567"/>
                </a:lnTo>
                <a:lnTo>
                  <a:pt x="2044" y="444"/>
                </a:lnTo>
                <a:lnTo>
                  <a:pt x="2044" y="444"/>
                </a:lnTo>
                <a:lnTo>
                  <a:pt x="2180" y="394"/>
                </a:lnTo>
                <a:lnTo>
                  <a:pt x="2316" y="296"/>
                </a:lnTo>
                <a:lnTo>
                  <a:pt x="2480" y="172"/>
                </a:lnTo>
                <a:lnTo>
                  <a:pt x="2480" y="172"/>
                </a:lnTo>
                <a:lnTo>
                  <a:pt x="2616" y="123"/>
                </a:lnTo>
                <a:lnTo>
                  <a:pt x="2616" y="49"/>
                </a:lnTo>
                <a:lnTo>
                  <a:pt x="2616" y="49"/>
                </a:lnTo>
                <a:lnTo>
                  <a:pt x="2725" y="49"/>
                </a:lnTo>
              </a:path>
            </a:pathLst>
          </a:custGeom>
          <a:ln w="3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7769133" y="3023627"/>
            <a:ext cx="2752" cy="1480"/>
          </a:xfrm>
          <a:custGeom>
            <a:avLst/>
            <a:gdLst/>
            <a:ahLst/>
            <a:cxnLst/>
            <a:rect l="l" t="t" r="r" b="b"/>
            <a:pathLst>
              <a:path w="2752" h="1480">
                <a:moveTo>
                  <a:pt x="0" y="1480"/>
                </a:moveTo>
                <a:lnTo>
                  <a:pt x="81" y="1431"/>
                </a:lnTo>
                <a:lnTo>
                  <a:pt x="272" y="1381"/>
                </a:lnTo>
                <a:lnTo>
                  <a:pt x="272" y="1307"/>
                </a:lnTo>
                <a:lnTo>
                  <a:pt x="272" y="1307"/>
                </a:lnTo>
                <a:lnTo>
                  <a:pt x="381" y="1307"/>
                </a:lnTo>
                <a:lnTo>
                  <a:pt x="436" y="1209"/>
                </a:lnTo>
                <a:lnTo>
                  <a:pt x="572" y="1209"/>
                </a:lnTo>
                <a:lnTo>
                  <a:pt x="763" y="1085"/>
                </a:lnTo>
                <a:lnTo>
                  <a:pt x="953" y="962"/>
                </a:lnTo>
                <a:lnTo>
                  <a:pt x="953" y="912"/>
                </a:lnTo>
                <a:lnTo>
                  <a:pt x="1062" y="912"/>
                </a:lnTo>
                <a:lnTo>
                  <a:pt x="1117" y="863"/>
                </a:lnTo>
                <a:lnTo>
                  <a:pt x="1253" y="814"/>
                </a:lnTo>
                <a:lnTo>
                  <a:pt x="1253" y="740"/>
                </a:lnTo>
                <a:lnTo>
                  <a:pt x="1389" y="740"/>
                </a:lnTo>
                <a:lnTo>
                  <a:pt x="1553" y="641"/>
                </a:lnTo>
                <a:lnTo>
                  <a:pt x="1553" y="567"/>
                </a:lnTo>
                <a:lnTo>
                  <a:pt x="1689" y="567"/>
                </a:lnTo>
                <a:lnTo>
                  <a:pt x="1798" y="468"/>
                </a:lnTo>
                <a:lnTo>
                  <a:pt x="1880" y="468"/>
                </a:lnTo>
                <a:lnTo>
                  <a:pt x="1989" y="345"/>
                </a:lnTo>
                <a:lnTo>
                  <a:pt x="2125" y="345"/>
                </a:lnTo>
                <a:lnTo>
                  <a:pt x="2125" y="296"/>
                </a:lnTo>
                <a:lnTo>
                  <a:pt x="2234" y="296"/>
                </a:lnTo>
                <a:lnTo>
                  <a:pt x="2371" y="172"/>
                </a:lnTo>
                <a:lnTo>
                  <a:pt x="2507" y="123"/>
                </a:lnTo>
                <a:lnTo>
                  <a:pt x="2670" y="74"/>
                </a:lnTo>
              </a:path>
            </a:pathLst>
          </a:custGeom>
          <a:ln w="3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7771885" y="3022616"/>
            <a:ext cx="2725" cy="1011"/>
          </a:xfrm>
          <a:custGeom>
            <a:avLst/>
            <a:gdLst/>
            <a:ahLst/>
            <a:cxnLst/>
            <a:rect l="l" t="t" r="r" b="b"/>
            <a:pathLst>
              <a:path w="2725" h="1011">
                <a:moveTo>
                  <a:pt x="0" y="1011"/>
                </a:moveTo>
                <a:lnTo>
                  <a:pt x="163" y="962"/>
                </a:lnTo>
                <a:lnTo>
                  <a:pt x="163" y="962"/>
                </a:lnTo>
                <a:lnTo>
                  <a:pt x="299" y="912"/>
                </a:lnTo>
                <a:lnTo>
                  <a:pt x="436" y="863"/>
                </a:lnTo>
                <a:lnTo>
                  <a:pt x="599" y="740"/>
                </a:lnTo>
                <a:lnTo>
                  <a:pt x="599" y="740"/>
                </a:lnTo>
                <a:lnTo>
                  <a:pt x="735" y="740"/>
                </a:lnTo>
                <a:lnTo>
                  <a:pt x="735" y="690"/>
                </a:lnTo>
                <a:lnTo>
                  <a:pt x="844" y="690"/>
                </a:lnTo>
                <a:lnTo>
                  <a:pt x="844" y="690"/>
                </a:lnTo>
                <a:lnTo>
                  <a:pt x="981" y="616"/>
                </a:lnTo>
                <a:lnTo>
                  <a:pt x="1117" y="567"/>
                </a:lnTo>
                <a:lnTo>
                  <a:pt x="1226" y="518"/>
                </a:lnTo>
                <a:lnTo>
                  <a:pt x="1362" y="468"/>
                </a:lnTo>
                <a:lnTo>
                  <a:pt x="1553" y="394"/>
                </a:lnTo>
                <a:lnTo>
                  <a:pt x="1716" y="345"/>
                </a:lnTo>
                <a:lnTo>
                  <a:pt x="1853" y="296"/>
                </a:lnTo>
                <a:lnTo>
                  <a:pt x="2044" y="222"/>
                </a:lnTo>
                <a:lnTo>
                  <a:pt x="2044" y="172"/>
                </a:lnTo>
                <a:lnTo>
                  <a:pt x="2044" y="172"/>
                </a:lnTo>
                <a:lnTo>
                  <a:pt x="2234" y="172"/>
                </a:lnTo>
                <a:lnTo>
                  <a:pt x="2234" y="123"/>
                </a:lnTo>
                <a:lnTo>
                  <a:pt x="2398" y="123"/>
                </a:lnTo>
                <a:lnTo>
                  <a:pt x="2480" y="49"/>
                </a:lnTo>
                <a:lnTo>
                  <a:pt x="2534" y="49"/>
                </a:lnTo>
                <a:lnTo>
                  <a:pt x="2589" y="0"/>
                </a:lnTo>
                <a:lnTo>
                  <a:pt x="2725" y="0"/>
                </a:lnTo>
              </a:path>
            </a:pathLst>
          </a:custGeom>
          <a:ln w="3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7774611" y="3021999"/>
            <a:ext cx="2725" cy="616"/>
          </a:xfrm>
          <a:custGeom>
            <a:avLst/>
            <a:gdLst/>
            <a:ahLst/>
            <a:cxnLst/>
            <a:rect l="l" t="t" r="r" b="b"/>
            <a:pathLst>
              <a:path w="2725" h="616">
                <a:moveTo>
                  <a:pt x="0" y="616"/>
                </a:moveTo>
                <a:lnTo>
                  <a:pt x="109" y="567"/>
                </a:lnTo>
                <a:lnTo>
                  <a:pt x="190" y="567"/>
                </a:lnTo>
                <a:lnTo>
                  <a:pt x="190" y="567"/>
                </a:lnTo>
                <a:lnTo>
                  <a:pt x="354" y="518"/>
                </a:lnTo>
                <a:lnTo>
                  <a:pt x="436" y="444"/>
                </a:lnTo>
                <a:lnTo>
                  <a:pt x="490" y="444"/>
                </a:lnTo>
                <a:lnTo>
                  <a:pt x="626" y="444"/>
                </a:lnTo>
                <a:lnTo>
                  <a:pt x="626" y="394"/>
                </a:lnTo>
                <a:lnTo>
                  <a:pt x="790" y="394"/>
                </a:lnTo>
                <a:lnTo>
                  <a:pt x="790" y="345"/>
                </a:lnTo>
                <a:lnTo>
                  <a:pt x="926" y="345"/>
                </a:lnTo>
                <a:lnTo>
                  <a:pt x="1117" y="271"/>
                </a:lnTo>
                <a:lnTo>
                  <a:pt x="1308" y="222"/>
                </a:lnTo>
                <a:lnTo>
                  <a:pt x="1471" y="222"/>
                </a:lnTo>
                <a:lnTo>
                  <a:pt x="1607" y="172"/>
                </a:lnTo>
                <a:lnTo>
                  <a:pt x="1744" y="172"/>
                </a:lnTo>
                <a:lnTo>
                  <a:pt x="1907" y="123"/>
                </a:lnTo>
                <a:lnTo>
                  <a:pt x="2044" y="123"/>
                </a:lnTo>
                <a:lnTo>
                  <a:pt x="2098" y="49"/>
                </a:lnTo>
                <a:lnTo>
                  <a:pt x="2098" y="49"/>
                </a:lnTo>
                <a:lnTo>
                  <a:pt x="2234" y="49"/>
                </a:lnTo>
                <a:lnTo>
                  <a:pt x="2425" y="49"/>
                </a:lnTo>
                <a:lnTo>
                  <a:pt x="2480" y="0"/>
                </a:lnTo>
                <a:lnTo>
                  <a:pt x="2670" y="0"/>
                </a:lnTo>
              </a:path>
            </a:pathLst>
          </a:custGeom>
          <a:ln w="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7777336" y="3021777"/>
            <a:ext cx="2670" cy="222"/>
          </a:xfrm>
          <a:custGeom>
            <a:avLst/>
            <a:gdLst/>
            <a:ahLst/>
            <a:cxnLst/>
            <a:rect l="l" t="t" r="r" b="b"/>
            <a:pathLst>
              <a:path w="2670" h="222">
                <a:moveTo>
                  <a:pt x="0" y="222"/>
                </a:moveTo>
                <a:lnTo>
                  <a:pt x="109" y="172"/>
                </a:lnTo>
                <a:lnTo>
                  <a:pt x="245" y="172"/>
                </a:lnTo>
                <a:lnTo>
                  <a:pt x="381" y="172"/>
                </a:lnTo>
                <a:lnTo>
                  <a:pt x="436" y="172"/>
                </a:lnTo>
                <a:lnTo>
                  <a:pt x="490" y="98"/>
                </a:lnTo>
                <a:lnTo>
                  <a:pt x="626" y="98"/>
                </a:lnTo>
                <a:lnTo>
                  <a:pt x="817" y="98"/>
                </a:lnTo>
                <a:lnTo>
                  <a:pt x="926" y="98"/>
                </a:lnTo>
                <a:lnTo>
                  <a:pt x="981" y="49"/>
                </a:lnTo>
                <a:lnTo>
                  <a:pt x="1117" y="49"/>
                </a:lnTo>
                <a:lnTo>
                  <a:pt x="1308" y="49"/>
                </a:lnTo>
                <a:lnTo>
                  <a:pt x="1498" y="49"/>
                </a:lnTo>
                <a:lnTo>
                  <a:pt x="1662" y="49"/>
                </a:lnTo>
                <a:lnTo>
                  <a:pt x="1662" y="0"/>
                </a:lnTo>
                <a:lnTo>
                  <a:pt x="1798" y="0"/>
                </a:lnTo>
                <a:lnTo>
                  <a:pt x="1934" y="0"/>
                </a:lnTo>
                <a:lnTo>
                  <a:pt x="2098" y="0"/>
                </a:lnTo>
                <a:lnTo>
                  <a:pt x="2234" y="0"/>
                </a:lnTo>
                <a:lnTo>
                  <a:pt x="2425" y="0"/>
                </a:lnTo>
                <a:lnTo>
                  <a:pt x="2616" y="0"/>
                </a:lnTo>
                <a:lnTo>
                  <a:pt x="2670" y="0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7780007" y="3021777"/>
            <a:ext cx="2725" cy="222"/>
          </a:xfrm>
          <a:custGeom>
            <a:avLst/>
            <a:gdLst/>
            <a:ahLst/>
            <a:cxnLst/>
            <a:rect l="l" t="t" r="r" b="b"/>
            <a:pathLst>
              <a:path w="2725" h="222">
                <a:moveTo>
                  <a:pt x="0" y="0"/>
                </a:moveTo>
                <a:lnTo>
                  <a:pt x="0" y="0"/>
                </a:lnTo>
                <a:lnTo>
                  <a:pt x="190" y="0"/>
                </a:lnTo>
                <a:lnTo>
                  <a:pt x="354" y="0"/>
                </a:lnTo>
                <a:lnTo>
                  <a:pt x="490" y="0"/>
                </a:lnTo>
                <a:lnTo>
                  <a:pt x="626" y="0"/>
                </a:lnTo>
                <a:lnTo>
                  <a:pt x="790" y="0"/>
                </a:lnTo>
                <a:lnTo>
                  <a:pt x="926" y="0"/>
                </a:lnTo>
                <a:lnTo>
                  <a:pt x="981" y="0"/>
                </a:lnTo>
                <a:lnTo>
                  <a:pt x="1062" y="49"/>
                </a:lnTo>
                <a:lnTo>
                  <a:pt x="1226" y="49"/>
                </a:lnTo>
                <a:lnTo>
                  <a:pt x="1362" y="49"/>
                </a:lnTo>
                <a:lnTo>
                  <a:pt x="1553" y="49"/>
                </a:lnTo>
                <a:lnTo>
                  <a:pt x="1744" y="98"/>
                </a:lnTo>
                <a:lnTo>
                  <a:pt x="1907" y="98"/>
                </a:lnTo>
                <a:lnTo>
                  <a:pt x="2044" y="98"/>
                </a:lnTo>
                <a:lnTo>
                  <a:pt x="2234" y="98"/>
                </a:lnTo>
                <a:lnTo>
                  <a:pt x="2289" y="172"/>
                </a:lnTo>
                <a:lnTo>
                  <a:pt x="2425" y="172"/>
                </a:lnTo>
                <a:lnTo>
                  <a:pt x="2589" y="172"/>
                </a:lnTo>
                <a:lnTo>
                  <a:pt x="2725" y="222"/>
                </a:lnTo>
              </a:path>
            </a:pathLst>
          </a:custGeom>
          <a:ln w="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7782732" y="3021999"/>
            <a:ext cx="2725" cy="616"/>
          </a:xfrm>
          <a:custGeom>
            <a:avLst/>
            <a:gdLst/>
            <a:ahLst/>
            <a:cxnLst/>
            <a:rect l="l" t="t" r="r" b="b"/>
            <a:pathLst>
              <a:path w="2725" h="616">
                <a:moveTo>
                  <a:pt x="0" y="0"/>
                </a:moveTo>
                <a:lnTo>
                  <a:pt x="54" y="0"/>
                </a:lnTo>
                <a:lnTo>
                  <a:pt x="190" y="0"/>
                </a:lnTo>
                <a:lnTo>
                  <a:pt x="245" y="0"/>
                </a:lnTo>
                <a:lnTo>
                  <a:pt x="245" y="49"/>
                </a:lnTo>
                <a:lnTo>
                  <a:pt x="381" y="49"/>
                </a:lnTo>
                <a:lnTo>
                  <a:pt x="545" y="49"/>
                </a:lnTo>
                <a:lnTo>
                  <a:pt x="545" y="123"/>
                </a:lnTo>
                <a:lnTo>
                  <a:pt x="681" y="123"/>
                </a:lnTo>
                <a:lnTo>
                  <a:pt x="817" y="123"/>
                </a:lnTo>
                <a:lnTo>
                  <a:pt x="981" y="172"/>
                </a:lnTo>
                <a:lnTo>
                  <a:pt x="1117" y="172"/>
                </a:lnTo>
                <a:lnTo>
                  <a:pt x="1253" y="222"/>
                </a:lnTo>
                <a:lnTo>
                  <a:pt x="1362" y="222"/>
                </a:lnTo>
                <a:lnTo>
                  <a:pt x="1362" y="271"/>
                </a:lnTo>
                <a:lnTo>
                  <a:pt x="1498" y="271"/>
                </a:lnTo>
                <a:lnTo>
                  <a:pt x="1662" y="345"/>
                </a:lnTo>
                <a:lnTo>
                  <a:pt x="1798" y="345"/>
                </a:lnTo>
                <a:lnTo>
                  <a:pt x="1798" y="394"/>
                </a:lnTo>
                <a:lnTo>
                  <a:pt x="1853" y="394"/>
                </a:lnTo>
                <a:lnTo>
                  <a:pt x="1989" y="394"/>
                </a:lnTo>
                <a:lnTo>
                  <a:pt x="2180" y="444"/>
                </a:lnTo>
                <a:lnTo>
                  <a:pt x="2343" y="518"/>
                </a:lnTo>
                <a:lnTo>
                  <a:pt x="2480" y="567"/>
                </a:lnTo>
                <a:lnTo>
                  <a:pt x="2616" y="567"/>
                </a:lnTo>
                <a:lnTo>
                  <a:pt x="2725" y="616"/>
                </a:lnTo>
              </a:path>
            </a:pathLst>
          </a:custGeom>
          <a:ln w="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7785458" y="3022616"/>
            <a:ext cx="2725" cy="1085"/>
          </a:xfrm>
          <a:custGeom>
            <a:avLst/>
            <a:gdLst/>
            <a:ahLst/>
            <a:cxnLst/>
            <a:rect l="l" t="t" r="r" b="b"/>
            <a:pathLst>
              <a:path w="2725" h="1085">
                <a:moveTo>
                  <a:pt x="0" y="0"/>
                </a:moveTo>
                <a:lnTo>
                  <a:pt x="0" y="0"/>
                </a:lnTo>
                <a:lnTo>
                  <a:pt x="136" y="49"/>
                </a:lnTo>
                <a:lnTo>
                  <a:pt x="245" y="49"/>
                </a:lnTo>
                <a:lnTo>
                  <a:pt x="245" y="123"/>
                </a:lnTo>
                <a:lnTo>
                  <a:pt x="381" y="123"/>
                </a:lnTo>
                <a:lnTo>
                  <a:pt x="436" y="123"/>
                </a:lnTo>
                <a:lnTo>
                  <a:pt x="490" y="172"/>
                </a:lnTo>
                <a:lnTo>
                  <a:pt x="572" y="222"/>
                </a:lnTo>
                <a:lnTo>
                  <a:pt x="626" y="222"/>
                </a:lnTo>
                <a:lnTo>
                  <a:pt x="817" y="296"/>
                </a:lnTo>
                <a:lnTo>
                  <a:pt x="872" y="345"/>
                </a:lnTo>
                <a:lnTo>
                  <a:pt x="1008" y="345"/>
                </a:lnTo>
                <a:lnTo>
                  <a:pt x="1171" y="394"/>
                </a:lnTo>
                <a:lnTo>
                  <a:pt x="1171" y="468"/>
                </a:lnTo>
                <a:lnTo>
                  <a:pt x="1308" y="468"/>
                </a:lnTo>
                <a:lnTo>
                  <a:pt x="1444" y="518"/>
                </a:lnTo>
                <a:lnTo>
                  <a:pt x="1607" y="567"/>
                </a:lnTo>
                <a:lnTo>
                  <a:pt x="1607" y="616"/>
                </a:lnTo>
                <a:lnTo>
                  <a:pt x="1689" y="616"/>
                </a:lnTo>
                <a:lnTo>
                  <a:pt x="1853" y="690"/>
                </a:lnTo>
                <a:lnTo>
                  <a:pt x="1989" y="740"/>
                </a:lnTo>
                <a:lnTo>
                  <a:pt x="2044" y="740"/>
                </a:lnTo>
                <a:lnTo>
                  <a:pt x="2044" y="789"/>
                </a:lnTo>
                <a:lnTo>
                  <a:pt x="2180" y="789"/>
                </a:lnTo>
                <a:lnTo>
                  <a:pt x="2371" y="912"/>
                </a:lnTo>
                <a:lnTo>
                  <a:pt x="2534" y="962"/>
                </a:lnTo>
                <a:lnTo>
                  <a:pt x="2670" y="1011"/>
                </a:lnTo>
                <a:lnTo>
                  <a:pt x="2670" y="1085"/>
                </a:lnTo>
              </a:path>
            </a:pathLst>
          </a:custGeom>
          <a:ln w="35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7788183" y="3023701"/>
            <a:ext cx="2670" cy="1455"/>
          </a:xfrm>
          <a:custGeom>
            <a:avLst/>
            <a:gdLst/>
            <a:ahLst/>
            <a:cxnLst/>
            <a:rect l="l" t="t" r="r" b="b"/>
            <a:pathLst>
              <a:path w="2670" h="1455">
                <a:moveTo>
                  <a:pt x="0" y="0"/>
                </a:moveTo>
                <a:lnTo>
                  <a:pt x="81" y="0"/>
                </a:lnTo>
                <a:lnTo>
                  <a:pt x="245" y="98"/>
                </a:lnTo>
                <a:lnTo>
                  <a:pt x="381" y="172"/>
                </a:lnTo>
                <a:lnTo>
                  <a:pt x="436" y="172"/>
                </a:lnTo>
                <a:lnTo>
                  <a:pt x="517" y="222"/>
                </a:lnTo>
                <a:lnTo>
                  <a:pt x="626" y="345"/>
                </a:lnTo>
                <a:lnTo>
                  <a:pt x="763" y="345"/>
                </a:lnTo>
                <a:lnTo>
                  <a:pt x="926" y="444"/>
                </a:lnTo>
                <a:lnTo>
                  <a:pt x="1008" y="444"/>
                </a:lnTo>
                <a:lnTo>
                  <a:pt x="1062" y="493"/>
                </a:lnTo>
                <a:lnTo>
                  <a:pt x="1199" y="567"/>
                </a:lnTo>
                <a:lnTo>
                  <a:pt x="1308" y="616"/>
                </a:lnTo>
                <a:lnTo>
                  <a:pt x="1362" y="666"/>
                </a:lnTo>
                <a:lnTo>
                  <a:pt x="1498" y="740"/>
                </a:lnTo>
                <a:lnTo>
                  <a:pt x="1635" y="789"/>
                </a:lnTo>
                <a:lnTo>
                  <a:pt x="1635" y="838"/>
                </a:lnTo>
                <a:lnTo>
                  <a:pt x="1689" y="888"/>
                </a:lnTo>
                <a:lnTo>
                  <a:pt x="1798" y="888"/>
                </a:lnTo>
                <a:lnTo>
                  <a:pt x="1934" y="1011"/>
                </a:lnTo>
                <a:lnTo>
                  <a:pt x="2125" y="1060"/>
                </a:lnTo>
                <a:lnTo>
                  <a:pt x="2316" y="1184"/>
                </a:lnTo>
                <a:lnTo>
                  <a:pt x="2316" y="1233"/>
                </a:lnTo>
                <a:lnTo>
                  <a:pt x="2371" y="1307"/>
                </a:lnTo>
                <a:lnTo>
                  <a:pt x="2480" y="1307"/>
                </a:lnTo>
                <a:lnTo>
                  <a:pt x="2561" y="1406"/>
                </a:lnTo>
              </a:path>
            </a:pathLst>
          </a:custGeom>
          <a:ln w="3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7790854" y="3025157"/>
            <a:ext cx="2725" cy="1924"/>
          </a:xfrm>
          <a:custGeom>
            <a:avLst/>
            <a:gdLst/>
            <a:ahLst/>
            <a:cxnLst/>
            <a:rect l="l" t="t" r="r" b="b"/>
            <a:pathLst>
              <a:path w="2725" h="1924">
                <a:moveTo>
                  <a:pt x="0" y="0"/>
                </a:moveTo>
                <a:lnTo>
                  <a:pt x="136" y="74"/>
                </a:lnTo>
                <a:lnTo>
                  <a:pt x="190" y="123"/>
                </a:lnTo>
                <a:lnTo>
                  <a:pt x="327" y="172"/>
                </a:lnTo>
                <a:lnTo>
                  <a:pt x="381" y="172"/>
                </a:lnTo>
                <a:lnTo>
                  <a:pt x="436" y="246"/>
                </a:lnTo>
                <a:lnTo>
                  <a:pt x="572" y="345"/>
                </a:lnTo>
                <a:lnTo>
                  <a:pt x="626" y="345"/>
                </a:lnTo>
                <a:lnTo>
                  <a:pt x="626" y="394"/>
                </a:lnTo>
                <a:lnTo>
                  <a:pt x="763" y="468"/>
                </a:lnTo>
                <a:lnTo>
                  <a:pt x="926" y="567"/>
                </a:lnTo>
                <a:lnTo>
                  <a:pt x="926" y="641"/>
                </a:lnTo>
                <a:lnTo>
                  <a:pt x="1062" y="641"/>
                </a:lnTo>
                <a:lnTo>
                  <a:pt x="1117" y="690"/>
                </a:lnTo>
                <a:lnTo>
                  <a:pt x="1171" y="789"/>
                </a:lnTo>
                <a:lnTo>
                  <a:pt x="1253" y="789"/>
                </a:lnTo>
                <a:lnTo>
                  <a:pt x="1444" y="912"/>
                </a:lnTo>
                <a:lnTo>
                  <a:pt x="1444" y="962"/>
                </a:lnTo>
                <a:lnTo>
                  <a:pt x="1498" y="962"/>
                </a:lnTo>
                <a:lnTo>
                  <a:pt x="1689" y="1085"/>
                </a:lnTo>
                <a:lnTo>
                  <a:pt x="1689" y="1134"/>
                </a:lnTo>
                <a:lnTo>
                  <a:pt x="1853" y="1209"/>
                </a:lnTo>
                <a:lnTo>
                  <a:pt x="1934" y="1258"/>
                </a:lnTo>
                <a:lnTo>
                  <a:pt x="2044" y="1431"/>
                </a:lnTo>
                <a:lnTo>
                  <a:pt x="2180" y="1431"/>
                </a:lnTo>
                <a:lnTo>
                  <a:pt x="2234" y="1529"/>
                </a:lnTo>
                <a:lnTo>
                  <a:pt x="2371" y="1603"/>
                </a:lnTo>
                <a:lnTo>
                  <a:pt x="2371" y="1653"/>
                </a:lnTo>
                <a:lnTo>
                  <a:pt x="2425" y="1653"/>
                </a:lnTo>
                <a:lnTo>
                  <a:pt x="2561" y="1702"/>
                </a:lnTo>
                <a:lnTo>
                  <a:pt x="2616" y="1751"/>
                </a:lnTo>
                <a:lnTo>
                  <a:pt x="2725" y="1875"/>
                </a:lnTo>
              </a:path>
            </a:pathLst>
          </a:custGeom>
          <a:ln w="3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7793579" y="3027082"/>
            <a:ext cx="2752" cy="2269"/>
          </a:xfrm>
          <a:custGeom>
            <a:avLst/>
            <a:gdLst/>
            <a:ahLst/>
            <a:cxnLst/>
            <a:rect l="l" t="t" r="r" b="b"/>
            <a:pathLst>
              <a:path w="2752" h="2269">
                <a:moveTo>
                  <a:pt x="0" y="0"/>
                </a:moveTo>
                <a:lnTo>
                  <a:pt x="81" y="0"/>
                </a:lnTo>
                <a:lnTo>
                  <a:pt x="245" y="123"/>
                </a:lnTo>
                <a:lnTo>
                  <a:pt x="327" y="172"/>
                </a:lnTo>
                <a:lnTo>
                  <a:pt x="436" y="345"/>
                </a:lnTo>
                <a:lnTo>
                  <a:pt x="572" y="394"/>
                </a:lnTo>
                <a:lnTo>
                  <a:pt x="681" y="518"/>
                </a:lnTo>
                <a:lnTo>
                  <a:pt x="763" y="518"/>
                </a:lnTo>
                <a:lnTo>
                  <a:pt x="763" y="567"/>
                </a:lnTo>
                <a:lnTo>
                  <a:pt x="953" y="690"/>
                </a:lnTo>
                <a:lnTo>
                  <a:pt x="1008" y="789"/>
                </a:lnTo>
                <a:lnTo>
                  <a:pt x="1199" y="912"/>
                </a:lnTo>
                <a:lnTo>
                  <a:pt x="1253" y="1036"/>
                </a:lnTo>
                <a:lnTo>
                  <a:pt x="1362" y="1085"/>
                </a:lnTo>
                <a:lnTo>
                  <a:pt x="1498" y="1134"/>
                </a:lnTo>
                <a:lnTo>
                  <a:pt x="1553" y="1258"/>
                </a:lnTo>
                <a:lnTo>
                  <a:pt x="1689" y="1307"/>
                </a:lnTo>
                <a:lnTo>
                  <a:pt x="1798" y="1480"/>
                </a:lnTo>
                <a:lnTo>
                  <a:pt x="1934" y="1529"/>
                </a:lnTo>
                <a:lnTo>
                  <a:pt x="2044" y="1702"/>
                </a:lnTo>
                <a:lnTo>
                  <a:pt x="2180" y="1751"/>
                </a:lnTo>
                <a:lnTo>
                  <a:pt x="2234" y="1875"/>
                </a:lnTo>
                <a:lnTo>
                  <a:pt x="2316" y="1875"/>
                </a:lnTo>
                <a:lnTo>
                  <a:pt x="2371" y="1998"/>
                </a:lnTo>
                <a:lnTo>
                  <a:pt x="2425" y="1998"/>
                </a:lnTo>
                <a:lnTo>
                  <a:pt x="2480" y="2097"/>
                </a:lnTo>
                <a:lnTo>
                  <a:pt x="2561" y="2097"/>
                </a:lnTo>
                <a:lnTo>
                  <a:pt x="2670" y="2269"/>
                </a:lnTo>
                <a:lnTo>
                  <a:pt x="2752" y="2269"/>
                </a:lnTo>
              </a:path>
            </a:pathLst>
          </a:custGeom>
          <a:ln w="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7796332" y="3029352"/>
            <a:ext cx="2725" cy="2763"/>
          </a:xfrm>
          <a:custGeom>
            <a:avLst/>
            <a:gdLst/>
            <a:ahLst/>
            <a:cxnLst/>
            <a:rect l="l" t="t" r="r" b="b"/>
            <a:pathLst>
              <a:path w="2725" h="2763">
                <a:moveTo>
                  <a:pt x="0" y="0"/>
                </a:moveTo>
                <a:lnTo>
                  <a:pt x="0" y="0"/>
                </a:lnTo>
                <a:lnTo>
                  <a:pt x="109" y="172"/>
                </a:lnTo>
                <a:lnTo>
                  <a:pt x="245" y="222"/>
                </a:lnTo>
                <a:lnTo>
                  <a:pt x="354" y="394"/>
                </a:lnTo>
                <a:lnTo>
                  <a:pt x="490" y="444"/>
                </a:lnTo>
                <a:lnTo>
                  <a:pt x="545" y="518"/>
                </a:lnTo>
                <a:lnTo>
                  <a:pt x="681" y="616"/>
                </a:lnTo>
                <a:lnTo>
                  <a:pt x="790" y="789"/>
                </a:lnTo>
                <a:lnTo>
                  <a:pt x="844" y="838"/>
                </a:lnTo>
                <a:lnTo>
                  <a:pt x="926" y="962"/>
                </a:lnTo>
                <a:lnTo>
                  <a:pt x="1117" y="1085"/>
                </a:lnTo>
                <a:lnTo>
                  <a:pt x="1171" y="1134"/>
                </a:lnTo>
                <a:lnTo>
                  <a:pt x="1280" y="1258"/>
                </a:lnTo>
                <a:lnTo>
                  <a:pt x="1280" y="1307"/>
                </a:lnTo>
                <a:lnTo>
                  <a:pt x="1417" y="1357"/>
                </a:lnTo>
                <a:lnTo>
                  <a:pt x="1526" y="1529"/>
                </a:lnTo>
                <a:lnTo>
                  <a:pt x="1607" y="1653"/>
                </a:lnTo>
                <a:lnTo>
                  <a:pt x="1716" y="1702"/>
                </a:lnTo>
                <a:lnTo>
                  <a:pt x="1853" y="1801"/>
                </a:lnTo>
                <a:lnTo>
                  <a:pt x="1907" y="1875"/>
                </a:lnTo>
                <a:lnTo>
                  <a:pt x="1962" y="1973"/>
                </a:lnTo>
                <a:lnTo>
                  <a:pt x="2044" y="2097"/>
                </a:lnTo>
                <a:lnTo>
                  <a:pt x="2153" y="2146"/>
                </a:lnTo>
                <a:lnTo>
                  <a:pt x="2289" y="2269"/>
                </a:lnTo>
                <a:lnTo>
                  <a:pt x="2343" y="2319"/>
                </a:lnTo>
                <a:lnTo>
                  <a:pt x="2480" y="2492"/>
                </a:lnTo>
                <a:lnTo>
                  <a:pt x="2589" y="2664"/>
                </a:lnTo>
                <a:lnTo>
                  <a:pt x="2643" y="2664"/>
                </a:lnTo>
              </a:path>
            </a:pathLst>
          </a:custGeom>
          <a:ln w="3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7799057" y="3032115"/>
            <a:ext cx="2725" cy="3133"/>
          </a:xfrm>
          <a:custGeom>
            <a:avLst/>
            <a:gdLst/>
            <a:ahLst/>
            <a:cxnLst/>
            <a:rect l="l" t="t" r="r" b="b"/>
            <a:pathLst>
              <a:path w="2725" h="3133">
                <a:moveTo>
                  <a:pt x="0" y="0"/>
                </a:moveTo>
                <a:lnTo>
                  <a:pt x="54" y="74"/>
                </a:lnTo>
                <a:lnTo>
                  <a:pt x="190" y="172"/>
                </a:lnTo>
                <a:lnTo>
                  <a:pt x="299" y="296"/>
                </a:lnTo>
                <a:lnTo>
                  <a:pt x="354" y="468"/>
                </a:lnTo>
                <a:lnTo>
                  <a:pt x="490" y="518"/>
                </a:lnTo>
                <a:lnTo>
                  <a:pt x="490" y="518"/>
                </a:lnTo>
                <a:lnTo>
                  <a:pt x="599" y="690"/>
                </a:lnTo>
                <a:lnTo>
                  <a:pt x="681" y="814"/>
                </a:lnTo>
                <a:lnTo>
                  <a:pt x="735" y="863"/>
                </a:lnTo>
                <a:lnTo>
                  <a:pt x="872" y="912"/>
                </a:lnTo>
                <a:lnTo>
                  <a:pt x="872" y="962"/>
                </a:lnTo>
                <a:lnTo>
                  <a:pt x="926" y="1085"/>
                </a:lnTo>
                <a:lnTo>
                  <a:pt x="1117" y="1209"/>
                </a:lnTo>
                <a:lnTo>
                  <a:pt x="1171" y="1381"/>
                </a:lnTo>
                <a:lnTo>
                  <a:pt x="1308" y="1431"/>
                </a:lnTo>
                <a:lnTo>
                  <a:pt x="1417" y="1603"/>
                </a:lnTo>
                <a:lnTo>
                  <a:pt x="1553" y="1702"/>
                </a:lnTo>
                <a:lnTo>
                  <a:pt x="1607" y="1875"/>
                </a:lnTo>
                <a:lnTo>
                  <a:pt x="1798" y="1998"/>
                </a:lnTo>
                <a:lnTo>
                  <a:pt x="1853" y="2171"/>
                </a:lnTo>
                <a:lnTo>
                  <a:pt x="1989" y="2220"/>
                </a:lnTo>
                <a:lnTo>
                  <a:pt x="1989" y="2269"/>
                </a:lnTo>
                <a:lnTo>
                  <a:pt x="2044" y="2393"/>
                </a:lnTo>
                <a:lnTo>
                  <a:pt x="2098" y="2442"/>
                </a:lnTo>
                <a:lnTo>
                  <a:pt x="2234" y="2566"/>
                </a:lnTo>
                <a:lnTo>
                  <a:pt x="2343" y="2738"/>
                </a:lnTo>
                <a:lnTo>
                  <a:pt x="2398" y="2738"/>
                </a:lnTo>
                <a:lnTo>
                  <a:pt x="2480" y="2886"/>
                </a:lnTo>
                <a:lnTo>
                  <a:pt x="2589" y="3059"/>
                </a:lnTo>
                <a:lnTo>
                  <a:pt x="2725" y="3133"/>
                </a:lnTo>
              </a:path>
            </a:pathLst>
          </a:custGeom>
          <a:ln w="3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7801782" y="3035249"/>
            <a:ext cx="2670" cy="3553"/>
          </a:xfrm>
          <a:custGeom>
            <a:avLst/>
            <a:gdLst/>
            <a:ahLst/>
            <a:cxnLst/>
            <a:rect l="l" t="t" r="r" b="b"/>
            <a:pathLst>
              <a:path w="2670" h="3553">
                <a:moveTo>
                  <a:pt x="0" y="0"/>
                </a:moveTo>
                <a:lnTo>
                  <a:pt x="0" y="49"/>
                </a:lnTo>
                <a:lnTo>
                  <a:pt x="54" y="148"/>
                </a:lnTo>
                <a:lnTo>
                  <a:pt x="190" y="222"/>
                </a:lnTo>
                <a:lnTo>
                  <a:pt x="190" y="271"/>
                </a:lnTo>
                <a:lnTo>
                  <a:pt x="245" y="394"/>
                </a:lnTo>
                <a:lnTo>
                  <a:pt x="381" y="444"/>
                </a:lnTo>
                <a:lnTo>
                  <a:pt x="436" y="616"/>
                </a:lnTo>
                <a:lnTo>
                  <a:pt x="545" y="789"/>
                </a:lnTo>
                <a:lnTo>
                  <a:pt x="681" y="838"/>
                </a:lnTo>
                <a:lnTo>
                  <a:pt x="735" y="1011"/>
                </a:lnTo>
                <a:lnTo>
                  <a:pt x="790" y="1060"/>
                </a:lnTo>
                <a:lnTo>
                  <a:pt x="926" y="1184"/>
                </a:lnTo>
                <a:lnTo>
                  <a:pt x="981" y="1233"/>
                </a:lnTo>
                <a:lnTo>
                  <a:pt x="981" y="1283"/>
                </a:lnTo>
                <a:lnTo>
                  <a:pt x="1062" y="1406"/>
                </a:lnTo>
                <a:lnTo>
                  <a:pt x="1171" y="1579"/>
                </a:lnTo>
                <a:lnTo>
                  <a:pt x="1226" y="1628"/>
                </a:lnTo>
                <a:lnTo>
                  <a:pt x="1362" y="1751"/>
                </a:lnTo>
                <a:lnTo>
                  <a:pt x="1417" y="1801"/>
                </a:lnTo>
                <a:lnTo>
                  <a:pt x="1417" y="1850"/>
                </a:lnTo>
                <a:lnTo>
                  <a:pt x="1553" y="1973"/>
                </a:lnTo>
                <a:lnTo>
                  <a:pt x="1607" y="2146"/>
                </a:lnTo>
                <a:lnTo>
                  <a:pt x="1744" y="2195"/>
                </a:lnTo>
                <a:lnTo>
                  <a:pt x="1798" y="2368"/>
                </a:lnTo>
                <a:lnTo>
                  <a:pt x="1907" y="2541"/>
                </a:lnTo>
                <a:lnTo>
                  <a:pt x="1989" y="2590"/>
                </a:lnTo>
                <a:lnTo>
                  <a:pt x="2098" y="2714"/>
                </a:lnTo>
                <a:lnTo>
                  <a:pt x="2098" y="2763"/>
                </a:lnTo>
                <a:lnTo>
                  <a:pt x="2234" y="2886"/>
                </a:lnTo>
                <a:lnTo>
                  <a:pt x="2234" y="2936"/>
                </a:lnTo>
                <a:lnTo>
                  <a:pt x="2343" y="3034"/>
                </a:lnTo>
                <a:lnTo>
                  <a:pt x="2343" y="3108"/>
                </a:lnTo>
                <a:lnTo>
                  <a:pt x="2480" y="3207"/>
                </a:lnTo>
                <a:lnTo>
                  <a:pt x="2480" y="3281"/>
                </a:lnTo>
                <a:lnTo>
                  <a:pt x="2589" y="3380"/>
                </a:lnTo>
                <a:lnTo>
                  <a:pt x="2670" y="3553"/>
                </a:lnTo>
              </a:path>
            </a:pathLst>
          </a:custGeom>
          <a:ln w="3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7804453" y="3038802"/>
            <a:ext cx="2725" cy="3972"/>
          </a:xfrm>
          <a:custGeom>
            <a:avLst/>
            <a:gdLst/>
            <a:ahLst/>
            <a:cxnLst/>
            <a:rect l="l" t="t" r="r" b="b"/>
            <a:pathLst>
              <a:path w="2725" h="3972">
                <a:moveTo>
                  <a:pt x="0" y="0"/>
                </a:moveTo>
                <a:lnTo>
                  <a:pt x="109" y="172"/>
                </a:lnTo>
                <a:lnTo>
                  <a:pt x="245" y="296"/>
                </a:lnTo>
                <a:lnTo>
                  <a:pt x="299" y="444"/>
                </a:lnTo>
                <a:lnTo>
                  <a:pt x="436" y="518"/>
                </a:lnTo>
                <a:lnTo>
                  <a:pt x="490" y="690"/>
                </a:lnTo>
                <a:lnTo>
                  <a:pt x="626" y="789"/>
                </a:lnTo>
                <a:lnTo>
                  <a:pt x="626" y="838"/>
                </a:lnTo>
                <a:lnTo>
                  <a:pt x="681" y="962"/>
                </a:lnTo>
                <a:lnTo>
                  <a:pt x="790" y="1134"/>
                </a:lnTo>
                <a:lnTo>
                  <a:pt x="926" y="1258"/>
                </a:lnTo>
                <a:lnTo>
                  <a:pt x="981" y="1406"/>
                </a:lnTo>
                <a:lnTo>
                  <a:pt x="1117" y="1480"/>
                </a:lnTo>
                <a:lnTo>
                  <a:pt x="1171" y="1579"/>
                </a:lnTo>
                <a:lnTo>
                  <a:pt x="1226" y="1751"/>
                </a:lnTo>
                <a:lnTo>
                  <a:pt x="1308" y="1751"/>
                </a:lnTo>
                <a:lnTo>
                  <a:pt x="1362" y="1924"/>
                </a:lnTo>
                <a:lnTo>
                  <a:pt x="1471" y="2097"/>
                </a:lnTo>
                <a:lnTo>
                  <a:pt x="1471" y="2097"/>
                </a:lnTo>
                <a:lnTo>
                  <a:pt x="1607" y="2220"/>
                </a:lnTo>
                <a:lnTo>
                  <a:pt x="1607" y="2269"/>
                </a:lnTo>
                <a:lnTo>
                  <a:pt x="1716" y="2442"/>
                </a:lnTo>
                <a:lnTo>
                  <a:pt x="1716" y="2492"/>
                </a:lnTo>
                <a:lnTo>
                  <a:pt x="1798" y="2541"/>
                </a:lnTo>
                <a:lnTo>
                  <a:pt x="1907" y="2664"/>
                </a:lnTo>
                <a:lnTo>
                  <a:pt x="1989" y="2837"/>
                </a:lnTo>
                <a:lnTo>
                  <a:pt x="2098" y="2936"/>
                </a:lnTo>
                <a:lnTo>
                  <a:pt x="2153" y="3108"/>
                </a:lnTo>
                <a:lnTo>
                  <a:pt x="2289" y="3232"/>
                </a:lnTo>
                <a:lnTo>
                  <a:pt x="2289" y="3281"/>
                </a:lnTo>
                <a:lnTo>
                  <a:pt x="2425" y="3454"/>
                </a:lnTo>
                <a:lnTo>
                  <a:pt x="2425" y="3503"/>
                </a:lnTo>
                <a:lnTo>
                  <a:pt x="2534" y="3676"/>
                </a:lnTo>
                <a:lnTo>
                  <a:pt x="2670" y="3799"/>
                </a:lnTo>
                <a:lnTo>
                  <a:pt x="2725" y="3972"/>
                </a:lnTo>
              </a:path>
            </a:pathLst>
          </a:custGeom>
          <a:ln w="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7807179" y="3042774"/>
            <a:ext cx="2725" cy="4342"/>
          </a:xfrm>
          <a:custGeom>
            <a:avLst/>
            <a:gdLst/>
            <a:ahLst/>
            <a:cxnLst/>
            <a:rect l="l" t="t" r="r" b="b"/>
            <a:pathLst>
              <a:path w="2725" h="4342">
                <a:moveTo>
                  <a:pt x="0" y="0"/>
                </a:moveTo>
                <a:lnTo>
                  <a:pt x="54" y="49"/>
                </a:lnTo>
                <a:lnTo>
                  <a:pt x="109" y="98"/>
                </a:lnTo>
                <a:lnTo>
                  <a:pt x="190" y="271"/>
                </a:lnTo>
                <a:lnTo>
                  <a:pt x="245" y="394"/>
                </a:lnTo>
                <a:lnTo>
                  <a:pt x="381" y="493"/>
                </a:lnTo>
                <a:lnTo>
                  <a:pt x="381" y="567"/>
                </a:lnTo>
                <a:lnTo>
                  <a:pt x="490" y="666"/>
                </a:lnTo>
                <a:lnTo>
                  <a:pt x="545" y="838"/>
                </a:lnTo>
                <a:lnTo>
                  <a:pt x="681" y="1011"/>
                </a:lnTo>
                <a:lnTo>
                  <a:pt x="735" y="1060"/>
                </a:lnTo>
                <a:lnTo>
                  <a:pt x="817" y="1184"/>
                </a:lnTo>
                <a:lnTo>
                  <a:pt x="872" y="1357"/>
                </a:lnTo>
                <a:lnTo>
                  <a:pt x="926" y="1455"/>
                </a:lnTo>
                <a:lnTo>
                  <a:pt x="1062" y="1579"/>
                </a:lnTo>
                <a:lnTo>
                  <a:pt x="1062" y="1628"/>
                </a:lnTo>
                <a:lnTo>
                  <a:pt x="1171" y="1751"/>
                </a:lnTo>
                <a:lnTo>
                  <a:pt x="1226" y="1924"/>
                </a:lnTo>
                <a:lnTo>
                  <a:pt x="1308" y="2023"/>
                </a:lnTo>
                <a:lnTo>
                  <a:pt x="1417" y="2146"/>
                </a:lnTo>
                <a:lnTo>
                  <a:pt x="1498" y="2319"/>
                </a:lnTo>
                <a:lnTo>
                  <a:pt x="1553" y="2418"/>
                </a:lnTo>
                <a:lnTo>
                  <a:pt x="1662" y="2541"/>
                </a:lnTo>
                <a:lnTo>
                  <a:pt x="1744" y="2714"/>
                </a:lnTo>
                <a:lnTo>
                  <a:pt x="1798" y="2886"/>
                </a:lnTo>
                <a:lnTo>
                  <a:pt x="1907" y="3034"/>
                </a:lnTo>
                <a:lnTo>
                  <a:pt x="2044" y="3158"/>
                </a:lnTo>
                <a:lnTo>
                  <a:pt x="2098" y="3330"/>
                </a:lnTo>
                <a:lnTo>
                  <a:pt x="2180" y="3454"/>
                </a:lnTo>
                <a:lnTo>
                  <a:pt x="2289" y="3602"/>
                </a:lnTo>
                <a:lnTo>
                  <a:pt x="2289" y="3676"/>
                </a:lnTo>
                <a:lnTo>
                  <a:pt x="2425" y="3775"/>
                </a:lnTo>
                <a:lnTo>
                  <a:pt x="2480" y="3947"/>
                </a:lnTo>
                <a:lnTo>
                  <a:pt x="2616" y="4071"/>
                </a:lnTo>
                <a:lnTo>
                  <a:pt x="2670" y="4243"/>
                </a:lnTo>
              </a:path>
            </a:pathLst>
          </a:custGeom>
          <a:ln w="3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7809904" y="3047117"/>
            <a:ext cx="2725" cy="4762"/>
          </a:xfrm>
          <a:custGeom>
            <a:avLst/>
            <a:gdLst/>
            <a:ahLst/>
            <a:cxnLst/>
            <a:rect l="l" t="t" r="r" b="b"/>
            <a:pathLst>
              <a:path w="2725" h="4762">
                <a:moveTo>
                  <a:pt x="0" y="0"/>
                </a:moveTo>
                <a:lnTo>
                  <a:pt x="54" y="172"/>
                </a:lnTo>
                <a:lnTo>
                  <a:pt x="136" y="172"/>
                </a:lnTo>
                <a:lnTo>
                  <a:pt x="190" y="345"/>
                </a:lnTo>
                <a:lnTo>
                  <a:pt x="299" y="468"/>
                </a:lnTo>
                <a:lnTo>
                  <a:pt x="381" y="616"/>
                </a:lnTo>
                <a:lnTo>
                  <a:pt x="436" y="789"/>
                </a:lnTo>
                <a:lnTo>
                  <a:pt x="490" y="789"/>
                </a:lnTo>
                <a:lnTo>
                  <a:pt x="572" y="962"/>
                </a:lnTo>
                <a:lnTo>
                  <a:pt x="626" y="1134"/>
                </a:lnTo>
                <a:lnTo>
                  <a:pt x="681" y="1184"/>
                </a:lnTo>
                <a:lnTo>
                  <a:pt x="817" y="1357"/>
                </a:lnTo>
                <a:lnTo>
                  <a:pt x="817" y="1431"/>
                </a:lnTo>
                <a:lnTo>
                  <a:pt x="872" y="1431"/>
                </a:lnTo>
                <a:lnTo>
                  <a:pt x="926" y="1529"/>
                </a:lnTo>
                <a:lnTo>
                  <a:pt x="1008" y="1702"/>
                </a:lnTo>
                <a:lnTo>
                  <a:pt x="1062" y="1751"/>
                </a:lnTo>
                <a:lnTo>
                  <a:pt x="1117" y="1924"/>
                </a:lnTo>
                <a:lnTo>
                  <a:pt x="1117" y="1973"/>
                </a:lnTo>
                <a:lnTo>
                  <a:pt x="1171" y="2047"/>
                </a:lnTo>
                <a:lnTo>
                  <a:pt x="1308" y="2220"/>
                </a:lnTo>
                <a:lnTo>
                  <a:pt x="1362" y="2393"/>
                </a:lnTo>
                <a:lnTo>
                  <a:pt x="1498" y="2541"/>
                </a:lnTo>
                <a:lnTo>
                  <a:pt x="1498" y="2615"/>
                </a:lnTo>
                <a:lnTo>
                  <a:pt x="1553" y="2615"/>
                </a:lnTo>
                <a:lnTo>
                  <a:pt x="1607" y="2714"/>
                </a:lnTo>
                <a:lnTo>
                  <a:pt x="1689" y="2886"/>
                </a:lnTo>
                <a:lnTo>
                  <a:pt x="1744" y="3059"/>
                </a:lnTo>
                <a:lnTo>
                  <a:pt x="1853" y="3182"/>
                </a:lnTo>
                <a:lnTo>
                  <a:pt x="1934" y="3355"/>
                </a:lnTo>
                <a:lnTo>
                  <a:pt x="1934" y="3404"/>
                </a:lnTo>
                <a:lnTo>
                  <a:pt x="2044" y="3503"/>
                </a:lnTo>
                <a:lnTo>
                  <a:pt x="2098" y="3676"/>
                </a:lnTo>
                <a:lnTo>
                  <a:pt x="2098" y="3750"/>
                </a:lnTo>
                <a:lnTo>
                  <a:pt x="2180" y="3799"/>
                </a:lnTo>
                <a:lnTo>
                  <a:pt x="2234" y="3972"/>
                </a:lnTo>
                <a:lnTo>
                  <a:pt x="2289" y="4021"/>
                </a:lnTo>
                <a:lnTo>
                  <a:pt x="2425" y="4194"/>
                </a:lnTo>
                <a:lnTo>
                  <a:pt x="2480" y="4367"/>
                </a:lnTo>
                <a:lnTo>
                  <a:pt x="2616" y="4539"/>
                </a:lnTo>
                <a:lnTo>
                  <a:pt x="2670" y="4712"/>
                </a:lnTo>
                <a:lnTo>
                  <a:pt x="2670" y="4762"/>
                </a:lnTo>
              </a:path>
            </a:pathLst>
          </a:custGeom>
          <a:ln w="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7812629" y="3051879"/>
            <a:ext cx="2670" cy="5156"/>
          </a:xfrm>
          <a:custGeom>
            <a:avLst/>
            <a:gdLst/>
            <a:ahLst/>
            <a:cxnLst/>
            <a:rect l="l" t="t" r="r" b="b"/>
            <a:pathLst>
              <a:path w="2670" h="5156">
                <a:moveTo>
                  <a:pt x="0" y="0"/>
                </a:moveTo>
                <a:lnTo>
                  <a:pt x="0" y="49"/>
                </a:lnTo>
                <a:lnTo>
                  <a:pt x="136" y="222"/>
                </a:lnTo>
                <a:lnTo>
                  <a:pt x="190" y="394"/>
                </a:lnTo>
                <a:lnTo>
                  <a:pt x="327" y="567"/>
                </a:lnTo>
                <a:lnTo>
                  <a:pt x="381" y="740"/>
                </a:lnTo>
                <a:lnTo>
                  <a:pt x="490" y="912"/>
                </a:lnTo>
                <a:lnTo>
                  <a:pt x="572" y="1060"/>
                </a:lnTo>
                <a:lnTo>
                  <a:pt x="626" y="1233"/>
                </a:lnTo>
                <a:lnTo>
                  <a:pt x="763" y="1357"/>
                </a:lnTo>
                <a:lnTo>
                  <a:pt x="817" y="1529"/>
                </a:lnTo>
                <a:lnTo>
                  <a:pt x="872" y="1702"/>
                </a:lnTo>
                <a:lnTo>
                  <a:pt x="1008" y="1801"/>
                </a:lnTo>
                <a:lnTo>
                  <a:pt x="1062" y="1973"/>
                </a:lnTo>
                <a:lnTo>
                  <a:pt x="1117" y="2023"/>
                </a:lnTo>
                <a:lnTo>
                  <a:pt x="1171" y="2146"/>
                </a:lnTo>
                <a:lnTo>
                  <a:pt x="1253" y="2269"/>
                </a:lnTo>
                <a:lnTo>
                  <a:pt x="1308" y="2418"/>
                </a:lnTo>
                <a:lnTo>
                  <a:pt x="1362" y="2590"/>
                </a:lnTo>
                <a:lnTo>
                  <a:pt x="1444" y="2763"/>
                </a:lnTo>
                <a:lnTo>
                  <a:pt x="1498" y="2837"/>
                </a:lnTo>
                <a:lnTo>
                  <a:pt x="1553" y="2985"/>
                </a:lnTo>
                <a:lnTo>
                  <a:pt x="1689" y="3108"/>
                </a:lnTo>
                <a:lnTo>
                  <a:pt x="1744" y="3281"/>
                </a:lnTo>
                <a:lnTo>
                  <a:pt x="1798" y="3330"/>
                </a:lnTo>
                <a:lnTo>
                  <a:pt x="1880" y="3454"/>
                </a:lnTo>
                <a:lnTo>
                  <a:pt x="1934" y="3553"/>
                </a:lnTo>
                <a:lnTo>
                  <a:pt x="1989" y="3725"/>
                </a:lnTo>
                <a:lnTo>
                  <a:pt x="2044" y="3898"/>
                </a:lnTo>
                <a:lnTo>
                  <a:pt x="2125" y="4071"/>
                </a:lnTo>
                <a:lnTo>
                  <a:pt x="2234" y="4243"/>
                </a:lnTo>
                <a:lnTo>
                  <a:pt x="2289" y="4416"/>
                </a:lnTo>
                <a:lnTo>
                  <a:pt x="2371" y="4416"/>
                </a:lnTo>
                <a:lnTo>
                  <a:pt x="2425" y="4589"/>
                </a:lnTo>
                <a:lnTo>
                  <a:pt x="2480" y="4737"/>
                </a:lnTo>
                <a:lnTo>
                  <a:pt x="2616" y="4910"/>
                </a:lnTo>
                <a:lnTo>
                  <a:pt x="2616" y="5033"/>
                </a:lnTo>
              </a:path>
            </a:pathLst>
          </a:custGeom>
          <a:ln w="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7815300" y="3057036"/>
            <a:ext cx="2725" cy="5526"/>
          </a:xfrm>
          <a:custGeom>
            <a:avLst/>
            <a:gdLst/>
            <a:ahLst/>
            <a:cxnLst/>
            <a:rect l="l" t="t" r="r" b="b"/>
            <a:pathLst>
              <a:path w="2725" h="5526">
                <a:moveTo>
                  <a:pt x="0" y="0"/>
                </a:moveTo>
                <a:lnTo>
                  <a:pt x="136" y="98"/>
                </a:lnTo>
                <a:lnTo>
                  <a:pt x="190" y="271"/>
                </a:lnTo>
                <a:lnTo>
                  <a:pt x="245" y="444"/>
                </a:lnTo>
                <a:lnTo>
                  <a:pt x="245" y="493"/>
                </a:lnTo>
                <a:lnTo>
                  <a:pt x="381" y="616"/>
                </a:lnTo>
                <a:lnTo>
                  <a:pt x="436" y="789"/>
                </a:lnTo>
                <a:lnTo>
                  <a:pt x="490" y="838"/>
                </a:lnTo>
                <a:lnTo>
                  <a:pt x="572" y="1011"/>
                </a:lnTo>
                <a:lnTo>
                  <a:pt x="626" y="1184"/>
                </a:lnTo>
                <a:lnTo>
                  <a:pt x="626" y="1233"/>
                </a:lnTo>
                <a:lnTo>
                  <a:pt x="681" y="1233"/>
                </a:lnTo>
                <a:lnTo>
                  <a:pt x="735" y="1357"/>
                </a:lnTo>
                <a:lnTo>
                  <a:pt x="817" y="1455"/>
                </a:lnTo>
                <a:lnTo>
                  <a:pt x="872" y="1628"/>
                </a:lnTo>
                <a:lnTo>
                  <a:pt x="926" y="1801"/>
                </a:lnTo>
                <a:lnTo>
                  <a:pt x="926" y="1850"/>
                </a:lnTo>
                <a:lnTo>
                  <a:pt x="1062" y="1973"/>
                </a:lnTo>
                <a:lnTo>
                  <a:pt x="1117" y="2146"/>
                </a:lnTo>
                <a:lnTo>
                  <a:pt x="1171" y="2319"/>
                </a:lnTo>
                <a:lnTo>
                  <a:pt x="1171" y="2368"/>
                </a:lnTo>
                <a:lnTo>
                  <a:pt x="1253" y="2368"/>
                </a:lnTo>
                <a:lnTo>
                  <a:pt x="1308" y="2541"/>
                </a:lnTo>
                <a:lnTo>
                  <a:pt x="1308" y="2590"/>
                </a:lnTo>
                <a:lnTo>
                  <a:pt x="1362" y="2590"/>
                </a:lnTo>
                <a:lnTo>
                  <a:pt x="1417" y="2763"/>
                </a:lnTo>
                <a:lnTo>
                  <a:pt x="1498" y="2936"/>
                </a:lnTo>
                <a:lnTo>
                  <a:pt x="1498" y="2985"/>
                </a:lnTo>
                <a:lnTo>
                  <a:pt x="1607" y="3108"/>
                </a:lnTo>
                <a:lnTo>
                  <a:pt x="1689" y="3281"/>
                </a:lnTo>
                <a:lnTo>
                  <a:pt x="1744" y="3429"/>
                </a:lnTo>
                <a:lnTo>
                  <a:pt x="1744" y="3503"/>
                </a:lnTo>
                <a:lnTo>
                  <a:pt x="1853" y="3602"/>
                </a:lnTo>
                <a:lnTo>
                  <a:pt x="1934" y="3775"/>
                </a:lnTo>
                <a:lnTo>
                  <a:pt x="1989" y="3947"/>
                </a:lnTo>
                <a:lnTo>
                  <a:pt x="1989" y="3997"/>
                </a:lnTo>
                <a:lnTo>
                  <a:pt x="2044" y="3997"/>
                </a:lnTo>
                <a:lnTo>
                  <a:pt x="2125" y="4169"/>
                </a:lnTo>
                <a:lnTo>
                  <a:pt x="2180" y="4342"/>
                </a:lnTo>
                <a:lnTo>
                  <a:pt x="2180" y="4391"/>
                </a:lnTo>
                <a:lnTo>
                  <a:pt x="2289" y="4515"/>
                </a:lnTo>
                <a:lnTo>
                  <a:pt x="2371" y="4688"/>
                </a:lnTo>
                <a:lnTo>
                  <a:pt x="2425" y="4860"/>
                </a:lnTo>
                <a:lnTo>
                  <a:pt x="2425" y="4910"/>
                </a:lnTo>
                <a:lnTo>
                  <a:pt x="2534" y="5033"/>
                </a:lnTo>
                <a:lnTo>
                  <a:pt x="2616" y="5206"/>
                </a:lnTo>
                <a:lnTo>
                  <a:pt x="2670" y="5354"/>
                </a:lnTo>
                <a:lnTo>
                  <a:pt x="2670" y="5428"/>
                </a:lnTo>
              </a:path>
            </a:pathLst>
          </a:custGeom>
          <a:ln w="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7818025" y="3062562"/>
            <a:ext cx="2725" cy="5946"/>
          </a:xfrm>
          <a:custGeom>
            <a:avLst/>
            <a:gdLst/>
            <a:ahLst/>
            <a:cxnLst/>
            <a:rect l="l" t="t" r="r" b="b"/>
            <a:pathLst>
              <a:path w="2725" h="5946">
                <a:moveTo>
                  <a:pt x="0" y="0"/>
                </a:moveTo>
                <a:lnTo>
                  <a:pt x="81" y="172"/>
                </a:lnTo>
                <a:lnTo>
                  <a:pt x="136" y="172"/>
                </a:lnTo>
                <a:lnTo>
                  <a:pt x="190" y="345"/>
                </a:lnTo>
                <a:lnTo>
                  <a:pt x="245" y="518"/>
                </a:lnTo>
                <a:lnTo>
                  <a:pt x="245" y="567"/>
                </a:lnTo>
                <a:lnTo>
                  <a:pt x="381" y="690"/>
                </a:lnTo>
                <a:lnTo>
                  <a:pt x="436" y="863"/>
                </a:lnTo>
                <a:lnTo>
                  <a:pt x="517" y="1036"/>
                </a:lnTo>
                <a:lnTo>
                  <a:pt x="517" y="1085"/>
                </a:lnTo>
                <a:lnTo>
                  <a:pt x="572" y="1085"/>
                </a:lnTo>
                <a:lnTo>
                  <a:pt x="626" y="1258"/>
                </a:lnTo>
                <a:lnTo>
                  <a:pt x="626" y="1357"/>
                </a:lnTo>
                <a:lnTo>
                  <a:pt x="681" y="1357"/>
                </a:lnTo>
                <a:lnTo>
                  <a:pt x="763" y="1529"/>
                </a:lnTo>
                <a:lnTo>
                  <a:pt x="817" y="1702"/>
                </a:lnTo>
                <a:lnTo>
                  <a:pt x="817" y="1751"/>
                </a:lnTo>
                <a:lnTo>
                  <a:pt x="926" y="1924"/>
                </a:lnTo>
                <a:lnTo>
                  <a:pt x="1008" y="2097"/>
                </a:lnTo>
                <a:lnTo>
                  <a:pt x="1062" y="2146"/>
                </a:lnTo>
                <a:lnTo>
                  <a:pt x="1117" y="2319"/>
                </a:lnTo>
                <a:lnTo>
                  <a:pt x="1199" y="2492"/>
                </a:lnTo>
                <a:lnTo>
                  <a:pt x="1199" y="2541"/>
                </a:lnTo>
                <a:lnTo>
                  <a:pt x="1253" y="2664"/>
                </a:lnTo>
                <a:lnTo>
                  <a:pt x="1308" y="2837"/>
                </a:lnTo>
                <a:lnTo>
                  <a:pt x="1362" y="2837"/>
                </a:lnTo>
                <a:lnTo>
                  <a:pt x="1444" y="3010"/>
                </a:lnTo>
                <a:lnTo>
                  <a:pt x="1498" y="3182"/>
                </a:lnTo>
                <a:lnTo>
                  <a:pt x="1553" y="3281"/>
                </a:lnTo>
                <a:lnTo>
                  <a:pt x="1607" y="3454"/>
                </a:lnTo>
                <a:lnTo>
                  <a:pt x="1607" y="3503"/>
                </a:lnTo>
                <a:lnTo>
                  <a:pt x="1744" y="3627"/>
                </a:lnTo>
                <a:lnTo>
                  <a:pt x="1744" y="3799"/>
                </a:lnTo>
                <a:lnTo>
                  <a:pt x="1880" y="3923"/>
                </a:lnTo>
                <a:lnTo>
                  <a:pt x="1934" y="4071"/>
                </a:lnTo>
                <a:lnTo>
                  <a:pt x="1934" y="4145"/>
                </a:lnTo>
                <a:lnTo>
                  <a:pt x="1989" y="4243"/>
                </a:lnTo>
                <a:lnTo>
                  <a:pt x="2044" y="4416"/>
                </a:lnTo>
                <a:lnTo>
                  <a:pt x="2044" y="4465"/>
                </a:lnTo>
                <a:lnTo>
                  <a:pt x="2180" y="4638"/>
                </a:lnTo>
                <a:lnTo>
                  <a:pt x="2234" y="4811"/>
                </a:lnTo>
                <a:lnTo>
                  <a:pt x="2316" y="4984"/>
                </a:lnTo>
                <a:lnTo>
                  <a:pt x="2371" y="5156"/>
                </a:lnTo>
                <a:lnTo>
                  <a:pt x="2480" y="5329"/>
                </a:lnTo>
                <a:lnTo>
                  <a:pt x="2561" y="5502"/>
                </a:lnTo>
                <a:lnTo>
                  <a:pt x="2561" y="5502"/>
                </a:lnTo>
                <a:lnTo>
                  <a:pt x="2616" y="5674"/>
                </a:lnTo>
                <a:lnTo>
                  <a:pt x="2670" y="5724"/>
                </a:lnTo>
                <a:lnTo>
                  <a:pt x="2725" y="5897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7820751" y="3068509"/>
            <a:ext cx="2752" cy="6291"/>
          </a:xfrm>
          <a:custGeom>
            <a:avLst/>
            <a:gdLst/>
            <a:ahLst/>
            <a:cxnLst/>
            <a:rect l="l" t="t" r="r" b="b"/>
            <a:pathLst>
              <a:path w="2752" h="6291">
                <a:moveTo>
                  <a:pt x="0" y="0"/>
                </a:moveTo>
                <a:lnTo>
                  <a:pt x="81" y="172"/>
                </a:lnTo>
                <a:lnTo>
                  <a:pt x="136" y="345"/>
                </a:lnTo>
                <a:lnTo>
                  <a:pt x="272" y="444"/>
                </a:lnTo>
                <a:lnTo>
                  <a:pt x="272" y="616"/>
                </a:lnTo>
                <a:lnTo>
                  <a:pt x="381" y="789"/>
                </a:lnTo>
                <a:lnTo>
                  <a:pt x="436" y="962"/>
                </a:lnTo>
                <a:lnTo>
                  <a:pt x="517" y="1134"/>
                </a:lnTo>
                <a:lnTo>
                  <a:pt x="572" y="1307"/>
                </a:lnTo>
                <a:lnTo>
                  <a:pt x="708" y="1480"/>
                </a:lnTo>
                <a:lnTo>
                  <a:pt x="708" y="1579"/>
                </a:lnTo>
                <a:lnTo>
                  <a:pt x="817" y="1751"/>
                </a:lnTo>
                <a:lnTo>
                  <a:pt x="817" y="1875"/>
                </a:lnTo>
                <a:lnTo>
                  <a:pt x="953" y="2047"/>
                </a:lnTo>
                <a:lnTo>
                  <a:pt x="953" y="2146"/>
                </a:lnTo>
                <a:lnTo>
                  <a:pt x="1062" y="2319"/>
                </a:lnTo>
                <a:lnTo>
                  <a:pt x="1062" y="2442"/>
                </a:lnTo>
                <a:lnTo>
                  <a:pt x="1199" y="2615"/>
                </a:lnTo>
                <a:lnTo>
                  <a:pt x="1199" y="2714"/>
                </a:lnTo>
                <a:lnTo>
                  <a:pt x="1308" y="2886"/>
                </a:lnTo>
                <a:lnTo>
                  <a:pt x="1389" y="3059"/>
                </a:lnTo>
                <a:lnTo>
                  <a:pt x="1444" y="3232"/>
                </a:lnTo>
                <a:lnTo>
                  <a:pt x="1498" y="3404"/>
                </a:lnTo>
                <a:lnTo>
                  <a:pt x="1553" y="3577"/>
                </a:lnTo>
                <a:lnTo>
                  <a:pt x="1635" y="3725"/>
                </a:lnTo>
                <a:lnTo>
                  <a:pt x="1744" y="3898"/>
                </a:lnTo>
                <a:lnTo>
                  <a:pt x="1798" y="4071"/>
                </a:lnTo>
                <a:lnTo>
                  <a:pt x="1880" y="4243"/>
                </a:lnTo>
                <a:lnTo>
                  <a:pt x="1880" y="4243"/>
                </a:lnTo>
                <a:lnTo>
                  <a:pt x="1934" y="4416"/>
                </a:lnTo>
                <a:lnTo>
                  <a:pt x="1989" y="4589"/>
                </a:lnTo>
                <a:lnTo>
                  <a:pt x="2071" y="4762"/>
                </a:lnTo>
                <a:lnTo>
                  <a:pt x="2125" y="4934"/>
                </a:lnTo>
                <a:lnTo>
                  <a:pt x="2234" y="5082"/>
                </a:lnTo>
                <a:lnTo>
                  <a:pt x="2316" y="5255"/>
                </a:lnTo>
                <a:lnTo>
                  <a:pt x="2371" y="5428"/>
                </a:lnTo>
                <a:lnTo>
                  <a:pt x="2425" y="5600"/>
                </a:lnTo>
                <a:lnTo>
                  <a:pt x="2507" y="5773"/>
                </a:lnTo>
                <a:lnTo>
                  <a:pt x="2561" y="5946"/>
                </a:lnTo>
                <a:lnTo>
                  <a:pt x="2670" y="6119"/>
                </a:lnTo>
                <a:lnTo>
                  <a:pt x="2752" y="6291"/>
                </a:lnTo>
              </a:path>
            </a:pathLst>
          </a:custGeom>
          <a:ln w="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7823503" y="3074801"/>
            <a:ext cx="2725" cy="6661"/>
          </a:xfrm>
          <a:custGeom>
            <a:avLst/>
            <a:gdLst/>
            <a:ahLst/>
            <a:cxnLst/>
            <a:rect l="l" t="t" r="r" b="b"/>
            <a:pathLst>
              <a:path w="2725" h="6661">
                <a:moveTo>
                  <a:pt x="0" y="0"/>
                </a:moveTo>
                <a:lnTo>
                  <a:pt x="54" y="172"/>
                </a:lnTo>
                <a:lnTo>
                  <a:pt x="109" y="320"/>
                </a:lnTo>
                <a:lnTo>
                  <a:pt x="163" y="493"/>
                </a:lnTo>
                <a:lnTo>
                  <a:pt x="245" y="666"/>
                </a:lnTo>
                <a:lnTo>
                  <a:pt x="299" y="838"/>
                </a:lnTo>
                <a:lnTo>
                  <a:pt x="354" y="1011"/>
                </a:lnTo>
                <a:lnTo>
                  <a:pt x="490" y="1184"/>
                </a:lnTo>
                <a:lnTo>
                  <a:pt x="545" y="1357"/>
                </a:lnTo>
                <a:lnTo>
                  <a:pt x="599" y="1529"/>
                </a:lnTo>
                <a:lnTo>
                  <a:pt x="681" y="1677"/>
                </a:lnTo>
                <a:lnTo>
                  <a:pt x="735" y="1850"/>
                </a:lnTo>
                <a:lnTo>
                  <a:pt x="790" y="2023"/>
                </a:lnTo>
                <a:lnTo>
                  <a:pt x="844" y="2195"/>
                </a:lnTo>
                <a:lnTo>
                  <a:pt x="926" y="2368"/>
                </a:lnTo>
                <a:lnTo>
                  <a:pt x="1035" y="2541"/>
                </a:lnTo>
                <a:lnTo>
                  <a:pt x="1117" y="2714"/>
                </a:lnTo>
                <a:lnTo>
                  <a:pt x="1171" y="2886"/>
                </a:lnTo>
                <a:lnTo>
                  <a:pt x="1226" y="3034"/>
                </a:lnTo>
                <a:lnTo>
                  <a:pt x="1280" y="3207"/>
                </a:lnTo>
                <a:lnTo>
                  <a:pt x="1362" y="3380"/>
                </a:lnTo>
                <a:lnTo>
                  <a:pt x="1417" y="3553"/>
                </a:lnTo>
                <a:lnTo>
                  <a:pt x="1471" y="3725"/>
                </a:lnTo>
                <a:lnTo>
                  <a:pt x="1607" y="3898"/>
                </a:lnTo>
                <a:lnTo>
                  <a:pt x="1662" y="4071"/>
                </a:lnTo>
                <a:lnTo>
                  <a:pt x="1716" y="4243"/>
                </a:lnTo>
                <a:lnTo>
                  <a:pt x="1798" y="4416"/>
                </a:lnTo>
                <a:lnTo>
                  <a:pt x="1853" y="4564"/>
                </a:lnTo>
                <a:lnTo>
                  <a:pt x="1907" y="4737"/>
                </a:lnTo>
                <a:lnTo>
                  <a:pt x="1962" y="4910"/>
                </a:lnTo>
                <a:lnTo>
                  <a:pt x="2044" y="5082"/>
                </a:lnTo>
                <a:lnTo>
                  <a:pt x="2098" y="5255"/>
                </a:lnTo>
                <a:lnTo>
                  <a:pt x="2153" y="5428"/>
                </a:lnTo>
                <a:lnTo>
                  <a:pt x="2289" y="5600"/>
                </a:lnTo>
                <a:lnTo>
                  <a:pt x="2343" y="5773"/>
                </a:lnTo>
                <a:lnTo>
                  <a:pt x="2398" y="5921"/>
                </a:lnTo>
                <a:lnTo>
                  <a:pt x="2480" y="6094"/>
                </a:lnTo>
                <a:lnTo>
                  <a:pt x="2534" y="6267"/>
                </a:lnTo>
                <a:lnTo>
                  <a:pt x="2589" y="6439"/>
                </a:lnTo>
                <a:lnTo>
                  <a:pt x="2670" y="6612"/>
                </a:lnTo>
              </a:path>
            </a:pathLst>
          </a:custGeom>
          <a:ln w="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7826229" y="3081463"/>
            <a:ext cx="2670" cy="7081"/>
          </a:xfrm>
          <a:custGeom>
            <a:avLst/>
            <a:gdLst/>
            <a:ahLst/>
            <a:cxnLst/>
            <a:rect l="l" t="t" r="r" b="b"/>
            <a:pathLst>
              <a:path w="2670" h="7081">
                <a:moveTo>
                  <a:pt x="0" y="0"/>
                </a:moveTo>
                <a:lnTo>
                  <a:pt x="0" y="172"/>
                </a:lnTo>
                <a:lnTo>
                  <a:pt x="54" y="222"/>
                </a:lnTo>
                <a:lnTo>
                  <a:pt x="109" y="394"/>
                </a:lnTo>
                <a:lnTo>
                  <a:pt x="190" y="567"/>
                </a:lnTo>
                <a:lnTo>
                  <a:pt x="245" y="740"/>
                </a:lnTo>
                <a:lnTo>
                  <a:pt x="299" y="863"/>
                </a:lnTo>
                <a:lnTo>
                  <a:pt x="354" y="1036"/>
                </a:lnTo>
                <a:lnTo>
                  <a:pt x="436" y="1184"/>
                </a:lnTo>
                <a:lnTo>
                  <a:pt x="490" y="1357"/>
                </a:lnTo>
                <a:lnTo>
                  <a:pt x="545" y="1529"/>
                </a:lnTo>
                <a:lnTo>
                  <a:pt x="626" y="1702"/>
                </a:lnTo>
                <a:lnTo>
                  <a:pt x="681" y="1875"/>
                </a:lnTo>
                <a:lnTo>
                  <a:pt x="735" y="2047"/>
                </a:lnTo>
                <a:lnTo>
                  <a:pt x="790" y="2220"/>
                </a:lnTo>
                <a:lnTo>
                  <a:pt x="872" y="2393"/>
                </a:lnTo>
                <a:lnTo>
                  <a:pt x="926" y="2541"/>
                </a:lnTo>
                <a:lnTo>
                  <a:pt x="981" y="2615"/>
                </a:lnTo>
                <a:lnTo>
                  <a:pt x="1035" y="2788"/>
                </a:lnTo>
                <a:lnTo>
                  <a:pt x="1117" y="2960"/>
                </a:lnTo>
                <a:lnTo>
                  <a:pt x="1171" y="3108"/>
                </a:lnTo>
                <a:lnTo>
                  <a:pt x="1226" y="3281"/>
                </a:lnTo>
                <a:lnTo>
                  <a:pt x="1308" y="3454"/>
                </a:lnTo>
                <a:lnTo>
                  <a:pt x="1362" y="3627"/>
                </a:lnTo>
                <a:lnTo>
                  <a:pt x="1417" y="3799"/>
                </a:lnTo>
                <a:lnTo>
                  <a:pt x="1471" y="3972"/>
                </a:lnTo>
                <a:lnTo>
                  <a:pt x="1553" y="4145"/>
                </a:lnTo>
                <a:lnTo>
                  <a:pt x="1607" y="4317"/>
                </a:lnTo>
                <a:lnTo>
                  <a:pt x="1744" y="4465"/>
                </a:lnTo>
                <a:lnTo>
                  <a:pt x="1744" y="4638"/>
                </a:lnTo>
                <a:lnTo>
                  <a:pt x="1853" y="4811"/>
                </a:lnTo>
                <a:lnTo>
                  <a:pt x="1907" y="4984"/>
                </a:lnTo>
                <a:lnTo>
                  <a:pt x="1989" y="5156"/>
                </a:lnTo>
                <a:lnTo>
                  <a:pt x="2044" y="5329"/>
                </a:lnTo>
                <a:lnTo>
                  <a:pt x="2098" y="5502"/>
                </a:lnTo>
                <a:lnTo>
                  <a:pt x="2153" y="5674"/>
                </a:lnTo>
                <a:lnTo>
                  <a:pt x="2234" y="5823"/>
                </a:lnTo>
                <a:lnTo>
                  <a:pt x="2289" y="5995"/>
                </a:lnTo>
                <a:lnTo>
                  <a:pt x="2343" y="6168"/>
                </a:lnTo>
                <a:lnTo>
                  <a:pt x="2425" y="6341"/>
                </a:lnTo>
                <a:lnTo>
                  <a:pt x="2480" y="6513"/>
                </a:lnTo>
                <a:lnTo>
                  <a:pt x="2534" y="6686"/>
                </a:lnTo>
                <a:lnTo>
                  <a:pt x="2589" y="6859"/>
                </a:lnTo>
                <a:lnTo>
                  <a:pt x="2670" y="7032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7828900" y="3088544"/>
            <a:ext cx="2725" cy="7402"/>
          </a:xfrm>
          <a:custGeom>
            <a:avLst/>
            <a:gdLst/>
            <a:ahLst/>
            <a:cxnLst/>
            <a:rect l="l" t="t" r="r" b="b"/>
            <a:pathLst>
              <a:path w="2725" h="7402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90" y="518"/>
                </a:lnTo>
                <a:lnTo>
                  <a:pt x="245" y="666"/>
                </a:lnTo>
                <a:lnTo>
                  <a:pt x="299" y="838"/>
                </a:lnTo>
                <a:lnTo>
                  <a:pt x="436" y="1011"/>
                </a:lnTo>
                <a:lnTo>
                  <a:pt x="436" y="1184"/>
                </a:lnTo>
                <a:lnTo>
                  <a:pt x="545" y="1357"/>
                </a:lnTo>
                <a:lnTo>
                  <a:pt x="599" y="1529"/>
                </a:lnTo>
                <a:lnTo>
                  <a:pt x="681" y="1702"/>
                </a:lnTo>
                <a:lnTo>
                  <a:pt x="735" y="1875"/>
                </a:lnTo>
                <a:lnTo>
                  <a:pt x="735" y="2023"/>
                </a:lnTo>
                <a:lnTo>
                  <a:pt x="872" y="2195"/>
                </a:lnTo>
                <a:lnTo>
                  <a:pt x="926" y="2368"/>
                </a:lnTo>
                <a:lnTo>
                  <a:pt x="981" y="2541"/>
                </a:lnTo>
                <a:lnTo>
                  <a:pt x="1035" y="2714"/>
                </a:lnTo>
                <a:lnTo>
                  <a:pt x="1117" y="2886"/>
                </a:lnTo>
                <a:lnTo>
                  <a:pt x="1171" y="3059"/>
                </a:lnTo>
                <a:lnTo>
                  <a:pt x="1226" y="3232"/>
                </a:lnTo>
                <a:lnTo>
                  <a:pt x="1280" y="3404"/>
                </a:lnTo>
                <a:lnTo>
                  <a:pt x="1362" y="3553"/>
                </a:lnTo>
                <a:lnTo>
                  <a:pt x="1417" y="3725"/>
                </a:lnTo>
                <a:lnTo>
                  <a:pt x="1471" y="3898"/>
                </a:lnTo>
                <a:lnTo>
                  <a:pt x="1553" y="4071"/>
                </a:lnTo>
                <a:lnTo>
                  <a:pt x="1607" y="4243"/>
                </a:lnTo>
                <a:lnTo>
                  <a:pt x="1662" y="4416"/>
                </a:lnTo>
                <a:lnTo>
                  <a:pt x="1716" y="4589"/>
                </a:lnTo>
                <a:lnTo>
                  <a:pt x="1798" y="4762"/>
                </a:lnTo>
                <a:lnTo>
                  <a:pt x="1853" y="4910"/>
                </a:lnTo>
                <a:lnTo>
                  <a:pt x="1907" y="5082"/>
                </a:lnTo>
                <a:lnTo>
                  <a:pt x="1989" y="5255"/>
                </a:lnTo>
                <a:lnTo>
                  <a:pt x="2044" y="5428"/>
                </a:lnTo>
                <a:lnTo>
                  <a:pt x="2098" y="5600"/>
                </a:lnTo>
                <a:lnTo>
                  <a:pt x="2153" y="5773"/>
                </a:lnTo>
                <a:lnTo>
                  <a:pt x="2234" y="5946"/>
                </a:lnTo>
                <a:lnTo>
                  <a:pt x="2289" y="6119"/>
                </a:lnTo>
                <a:lnTo>
                  <a:pt x="2343" y="6267"/>
                </a:lnTo>
                <a:lnTo>
                  <a:pt x="2398" y="6439"/>
                </a:lnTo>
                <a:lnTo>
                  <a:pt x="2480" y="6612"/>
                </a:lnTo>
                <a:lnTo>
                  <a:pt x="2480" y="6785"/>
                </a:lnTo>
                <a:lnTo>
                  <a:pt x="2589" y="6958"/>
                </a:lnTo>
                <a:lnTo>
                  <a:pt x="2589" y="7130"/>
                </a:lnTo>
                <a:lnTo>
                  <a:pt x="2725" y="7303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7831625" y="3095946"/>
            <a:ext cx="2725" cy="7772"/>
          </a:xfrm>
          <a:custGeom>
            <a:avLst/>
            <a:gdLst/>
            <a:ahLst/>
            <a:cxnLst/>
            <a:rect l="l" t="t" r="r" b="b"/>
            <a:pathLst>
              <a:path w="2725" h="7772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90" y="518"/>
                </a:lnTo>
                <a:lnTo>
                  <a:pt x="245" y="690"/>
                </a:lnTo>
                <a:lnTo>
                  <a:pt x="299" y="863"/>
                </a:lnTo>
                <a:lnTo>
                  <a:pt x="381" y="1036"/>
                </a:lnTo>
                <a:lnTo>
                  <a:pt x="436" y="1209"/>
                </a:lnTo>
                <a:lnTo>
                  <a:pt x="490" y="1357"/>
                </a:lnTo>
                <a:lnTo>
                  <a:pt x="545" y="1529"/>
                </a:lnTo>
                <a:lnTo>
                  <a:pt x="626" y="1702"/>
                </a:lnTo>
                <a:lnTo>
                  <a:pt x="681" y="1875"/>
                </a:lnTo>
                <a:lnTo>
                  <a:pt x="735" y="2047"/>
                </a:lnTo>
                <a:lnTo>
                  <a:pt x="790" y="2220"/>
                </a:lnTo>
                <a:lnTo>
                  <a:pt x="872" y="2393"/>
                </a:lnTo>
                <a:lnTo>
                  <a:pt x="926" y="2566"/>
                </a:lnTo>
                <a:lnTo>
                  <a:pt x="981" y="2714"/>
                </a:lnTo>
                <a:lnTo>
                  <a:pt x="1062" y="2886"/>
                </a:lnTo>
                <a:lnTo>
                  <a:pt x="1117" y="3059"/>
                </a:lnTo>
                <a:lnTo>
                  <a:pt x="1171" y="3232"/>
                </a:lnTo>
                <a:lnTo>
                  <a:pt x="1226" y="3404"/>
                </a:lnTo>
                <a:lnTo>
                  <a:pt x="1226" y="3577"/>
                </a:lnTo>
                <a:lnTo>
                  <a:pt x="1362" y="3750"/>
                </a:lnTo>
                <a:lnTo>
                  <a:pt x="1362" y="3923"/>
                </a:lnTo>
                <a:lnTo>
                  <a:pt x="1417" y="4071"/>
                </a:lnTo>
                <a:lnTo>
                  <a:pt x="1471" y="4145"/>
                </a:lnTo>
                <a:lnTo>
                  <a:pt x="1553" y="4317"/>
                </a:lnTo>
                <a:lnTo>
                  <a:pt x="1553" y="4490"/>
                </a:lnTo>
                <a:lnTo>
                  <a:pt x="1662" y="4638"/>
                </a:lnTo>
                <a:lnTo>
                  <a:pt x="1662" y="4811"/>
                </a:lnTo>
                <a:lnTo>
                  <a:pt x="1744" y="4984"/>
                </a:lnTo>
                <a:lnTo>
                  <a:pt x="1798" y="5156"/>
                </a:lnTo>
                <a:lnTo>
                  <a:pt x="1853" y="5329"/>
                </a:lnTo>
                <a:lnTo>
                  <a:pt x="1907" y="5502"/>
                </a:lnTo>
                <a:lnTo>
                  <a:pt x="1989" y="5674"/>
                </a:lnTo>
                <a:lnTo>
                  <a:pt x="2044" y="5847"/>
                </a:lnTo>
                <a:lnTo>
                  <a:pt x="2098" y="5995"/>
                </a:lnTo>
                <a:lnTo>
                  <a:pt x="2180" y="6168"/>
                </a:lnTo>
                <a:lnTo>
                  <a:pt x="2234" y="6341"/>
                </a:lnTo>
                <a:lnTo>
                  <a:pt x="2289" y="6513"/>
                </a:lnTo>
                <a:lnTo>
                  <a:pt x="2343" y="6686"/>
                </a:lnTo>
                <a:lnTo>
                  <a:pt x="2425" y="6859"/>
                </a:lnTo>
                <a:lnTo>
                  <a:pt x="2480" y="7032"/>
                </a:lnTo>
                <a:lnTo>
                  <a:pt x="2534" y="7204"/>
                </a:lnTo>
                <a:lnTo>
                  <a:pt x="2589" y="7352"/>
                </a:lnTo>
                <a:lnTo>
                  <a:pt x="2670" y="7525"/>
                </a:lnTo>
                <a:lnTo>
                  <a:pt x="2725" y="7698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7834350" y="3103718"/>
            <a:ext cx="2725" cy="8142"/>
          </a:xfrm>
          <a:custGeom>
            <a:avLst/>
            <a:gdLst/>
            <a:ahLst/>
            <a:cxnLst/>
            <a:rect l="l" t="t" r="r" b="b"/>
            <a:pathLst>
              <a:path w="2725" h="8142">
                <a:moveTo>
                  <a:pt x="0" y="0"/>
                </a:moveTo>
                <a:lnTo>
                  <a:pt x="54" y="148"/>
                </a:lnTo>
                <a:lnTo>
                  <a:pt x="136" y="320"/>
                </a:lnTo>
                <a:lnTo>
                  <a:pt x="190" y="493"/>
                </a:lnTo>
                <a:lnTo>
                  <a:pt x="190" y="666"/>
                </a:lnTo>
                <a:lnTo>
                  <a:pt x="299" y="838"/>
                </a:lnTo>
                <a:lnTo>
                  <a:pt x="299" y="1011"/>
                </a:lnTo>
                <a:lnTo>
                  <a:pt x="381" y="1184"/>
                </a:lnTo>
                <a:lnTo>
                  <a:pt x="436" y="1357"/>
                </a:lnTo>
                <a:lnTo>
                  <a:pt x="490" y="1505"/>
                </a:lnTo>
                <a:lnTo>
                  <a:pt x="572" y="1677"/>
                </a:lnTo>
                <a:lnTo>
                  <a:pt x="626" y="1850"/>
                </a:lnTo>
                <a:lnTo>
                  <a:pt x="681" y="2023"/>
                </a:lnTo>
                <a:lnTo>
                  <a:pt x="735" y="2195"/>
                </a:lnTo>
                <a:lnTo>
                  <a:pt x="817" y="2368"/>
                </a:lnTo>
                <a:lnTo>
                  <a:pt x="872" y="2541"/>
                </a:lnTo>
                <a:lnTo>
                  <a:pt x="926" y="2714"/>
                </a:lnTo>
                <a:lnTo>
                  <a:pt x="981" y="2862"/>
                </a:lnTo>
                <a:lnTo>
                  <a:pt x="981" y="3034"/>
                </a:lnTo>
                <a:lnTo>
                  <a:pt x="1117" y="3207"/>
                </a:lnTo>
                <a:lnTo>
                  <a:pt x="1117" y="3380"/>
                </a:lnTo>
                <a:lnTo>
                  <a:pt x="1171" y="3553"/>
                </a:lnTo>
                <a:lnTo>
                  <a:pt x="1253" y="3725"/>
                </a:lnTo>
                <a:lnTo>
                  <a:pt x="1308" y="3898"/>
                </a:lnTo>
                <a:lnTo>
                  <a:pt x="1362" y="4071"/>
                </a:lnTo>
                <a:lnTo>
                  <a:pt x="1417" y="4243"/>
                </a:lnTo>
                <a:lnTo>
                  <a:pt x="1498" y="4391"/>
                </a:lnTo>
                <a:lnTo>
                  <a:pt x="1553" y="4564"/>
                </a:lnTo>
                <a:lnTo>
                  <a:pt x="1607" y="4737"/>
                </a:lnTo>
                <a:lnTo>
                  <a:pt x="1662" y="4910"/>
                </a:lnTo>
                <a:lnTo>
                  <a:pt x="1662" y="5082"/>
                </a:lnTo>
                <a:lnTo>
                  <a:pt x="1744" y="5255"/>
                </a:lnTo>
                <a:lnTo>
                  <a:pt x="1798" y="5428"/>
                </a:lnTo>
                <a:lnTo>
                  <a:pt x="1853" y="5600"/>
                </a:lnTo>
                <a:lnTo>
                  <a:pt x="1934" y="5748"/>
                </a:lnTo>
                <a:lnTo>
                  <a:pt x="1989" y="5921"/>
                </a:lnTo>
                <a:lnTo>
                  <a:pt x="2044" y="6094"/>
                </a:lnTo>
                <a:lnTo>
                  <a:pt x="2098" y="6267"/>
                </a:lnTo>
                <a:lnTo>
                  <a:pt x="2180" y="6439"/>
                </a:lnTo>
                <a:lnTo>
                  <a:pt x="2234" y="6612"/>
                </a:lnTo>
                <a:lnTo>
                  <a:pt x="2289" y="6785"/>
                </a:lnTo>
                <a:lnTo>
                  <a:pt x="2371" y="6958"/>
                </a:lnTo>
                <a:lnTo>
                  <a:pt x="2371" y="7106"/>
                </a:lnTo>
                <a:lnTo>
                  <a:pt x="2425" y="7278"/>
                </a:lnTo>
                <a:lnTo>
                  <a:pt x="2480" y="7451"/>
                </a:lnTo>
                <a:lnTo>
                  <a:pt x="2534" y="7624"/>
                </a:lnTo>
                <a:lnTo>
                  <a:pt x="2616" y="7796"/>
                </a:lnTo>
                <a:lnTo>
                  <a:pt x="2670" y="7969"/>
                </a:lnTo>
                <a:lnTo>
                  <a:pt x="2725" y="8142"/>
                </a:lnTo>
              </a:path>
            </a:pathLst>
          </a:custGeom>
          <a:ln w="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7837076" y="3111861"/>
            <a:ext cx="2725" cy="8413"/>
          </a:xfrm>
          <a:custGeom>
            <a:avLst/>
            <a:gdLst/>
            <a:ahLst/>
            <a:cxnLst/>
            <a:rect l="l" t="t" r="r" b="b"/>
            <a:pathLst>
              <a:path w="2725" h="8413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36" y="493"/>
                </a:lnTo>
                <a:lnTo>
                  <a:pt x="190" y="666"/>
                </a:lnTo>
                <a:lnTo>
                  <a:pt x="245" y="838"/>
                </a:lnTo>
                <a:lnTo>
                  <a:pt x="327" y="1011"/>
                </a:lnTo>
                <a:lnTo>
                  <a:pt x="381" y="1184"/>
                </a:lnTo>
                <a:lnTo>
                  <a:pt x="436" y="1357"/>
                </a:lnTo>
                <a:lnTo>
                  <a:pt x="490" y="1529"/>
                </a:lnTo>
                <a:lnTo>
                  <a:pt x="572" y="1702"/>
                </a:lnTo>
                <a:lnTo>
                  <a:pt x="626" y="1850"/>
                </a:lnTo>
                <a:lnTo>
                  <a:pt x="681" y="2023"/>
                </a:lnTo>
                <a:lnTo>
                  <a:pt x="681" y="2195"/>
                </a:lnTo>
                <a:lnTo>
                  <a:pt x="735" y="2368"/>
                </a:lnTo>
                <a:lnTo>
                  <a:pt x="817" y="2541"/>
                </a:lnTo>
                <a:lnTo>
                  <a:pt x="872" y="2714"/>
                </a:lnTo>
                <a:lnTo>
                  <a:pt x="926" y="2886"/>
                </a:lnTo>
                <a:lnTo>
                  <a:pt x="1008" y="3059"/>
                </a:lnTo>
                <a:lnTo>
                  <a:pt x="1062" y="3207"/>
                </a:lnTo>
                <a:lnTo>
                  <a:pt x="1117" y="3380"/>
                </a:lnTo>
                <a:lnTo>
                  <a:pt x="1117" y="3553"/>
                </a:lnTo>
                <a:lnTo>
                  <a:pt x="1171" y="3725"/>
                </a:lnTo>
                <a:lnTo>
                  <a:pt x="1253" y="3898"/>
                </a:lnTo>
                <a:lnTo>
                  <a:pt x="1308" y="4071"/>
                </a:lnTo>
                <a:lnTo>
                  <a:pt x="1362" y="4243"/>
                </a:lnTo>
                <a:lnTo>
                  <a:pt x="1444" y="4416"/>
                </a:lnTo>
                <a:lnTo>
                  <a:pt x="1498" y="4589"/>
                </a:lnTo>
                <a:lnTo>
                  <a:pt x="1553" y="4737"/>
                </a:lnTo>
                <a:lnTo>
                  <a:pt x="1553" y="4910"/>
                </a:lnTo>
                <a:lnTo>
                  <a:pt x="1607" y="5082"/>
                </a:lnTo>
                <a:lnTo>
                  <a:pt x="1689" y="5255"/>
                </a:lnTo>
                <a:lnTo>
                  <a:pt x="1744" y="5428"/>
                </a:lnTo>
                <a:lnTo>
                  <a:pt x="1798" y="5600"/>
                </a:lnTo>
                <a:lnTo>
                  <a:pt x="1853" y="5773"/>
                </a:lnTo>
                <a:lnTo>
                  <a:pt x="1934" y="5946"/>
                </a:lnTo>
                <a:lnTo>
                  <a:pt x="1989" y="6094"/>
                </a:lnTo>
                <a:lnTo>
                  <a:pt x="2044" y="6267"/>
                </a:lnTo>
                <a:lnTo>
                  <a:pt x="2044" y="6439"/>
                </a:lnTo>
                <a:lnTo>
                  <a:pt x="2125" y="6612"/>
                </a:lnTo>
                <a:lnTo>
                  <a:pt x="2180" y="6785"/>
                </a:lnTo>
                <a:lnTo>
                  <a:pt x="2180" y="6834"/>
                </a:lnTo>
                <a:lnTo>
                  <a:pt x="2234" y="7056"/>
                </a:lnTo>
                <a:lnTo>
                  <a:pt x="2289" y="7229"/>
                </a:lnTo>
                <a:lnTo>
                  <a:pt x="2371" y="7402"/>
                </a:lnTo>
                <a:lnTo>
                  <a:pt x="2425" y="7574"/>
                </a:lnTo>
                <a:lnTo>
                  <a:pt x="2480" y="7747"/>
                </a:lnTo>
                <a:lnTo>
                  <a:pt x="2561" y="7920"/>
                </a:lnTo>
                <a:lnTo>
                  <a:pt x="2616" y="8093"/>
                </a:lnTo>
                <a:lnTo>
                  <a:pt x="2670" y="8265"/>
                </a:lnTo>
                <a:lnTo>
                  <a:pt x="2725" y="841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7839801" y="3120275"/>
            <a:ext cx="2670" cy="8833"/>
          </a:xfrm>
          <a:custGeom>
            <a:avLst/>
            <a:gdLst/>
            <a:ahLst/>
            <a:cxnLst/>
            <a:rect l="l" t="t" r="r" b="b"/>
            <a:pathLst>
              <a:path w="2670" h="8833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90"/>
                </a:lnTo>
                <a:lnTo>
                  <a:pt x="245" y="863"/>
                </a:lnTo>
                <a:lnTo>
                  <a:pt x="327" y="1036"/>
                </a:lnTo>
                <a:lnTo>
                  <a:pt x="327" y="1209"/>
                </a:lnTo>
                <a:lnTo>
                  <a:pt x="381" y="1381"/>
                </a:lnTo>
                <a:lnTo>
                  <a:pt x="436" y="1529"/>
                </a:lnTo>
                <a:lnTo>
                  <a:pt x="517" y="1702"/>
                </a:lnTo>
                <a:lnTo>
                  <a:pt x="572" y="1875"/>
                </a:lnTo>
                <a:lnTo>
                  <a:pt x="626" y="2047"/>
                </a:lnTo>
                <a:lnTo>
                  <a:pt x="681" y="2220"/>
                </a:lnTo>
                <a:lnTo>
                  <a:pt x="681" y="2393"/>
                </a:lnTo>
                <a:lnTo>
                  <a:pt x="763" y="2566"/>
                </a:lnTo>
                <a:lnTo>
                  <a:pt x="817" y="2738"/>
                </a:lnTo>
                <a:lnTo>
                  <a:pt x="872" y="2886"/>
                </a:lnTo>
                <a:lnTo>
                  <a:pt x="926" y="3059"/>
                </a:lnTo>
                <a:lnTo>
                  <a:pt x="1008" y="3232"/>
                </a:lnTo>
                <a:lnTo>
                  <a:pt x="1008" y="3404"/>
                </a:lnTo>
                <a:lnTo>
                  <a:pt x="1062" y="3577"/>
                </a:lnTo>
                <a:lnTo>
                  <a:pt x="1117" y="3750"/>
                </a:lnTo>
                <a:lnTo>
                  <a:pt x="1199" y="3923"/>
                </a:lnTo>
                <a:lnTo>
                  <a:pt x="1253" y="4095"/>
                </a:lnTo>
                <a:lnTo>
                  <a:pt x="1308" y="4243"/>
                </a:lnTo>
                <a:lnTo>
                  <a:pt x="1362" y="4416"/>
                </a:lnTo>
                <a:lnTo>
                  <a:pt x="1362" y="4589"/>
                </a:lnTo>
                <a:lnTo>
                  <a:pt x="1444" y="4762"/>
                </a:lnTo>
                <a:lnTo>
                  <a:pt x="1498" y="4934"/>
                </a:lnTo>
                <a:lnTo>
                  <a:pt x="1553" y="5107"/>
                </a:lnTo>
                <a:lnTo>
                  <a:pt x="1635" y="5280"/>
                </a:lnTo>
                <a:lnTo>
                  <a:pt x="1689" y="5452"/>
                </a:lnTo>
                <a:lnTo>
                  <a:pt x="1689" y="5625"/>
                </a:lnTo>
                <a:lnTo>
                  <a:pt x="1744" y="5773"/>
                </a:lnTo>
                <a:lnTo>
                  <a:pt x="1798" y="5946"/>
                </a:lnTo>
                <a:lnTo>
                  <a:pt x="1880" y="6119"/>
                </a:lnTo>
                <a:lnTo>
                  <a:pt x="1934" y="6291"/>
                </a:lnTo>
                <a:lnTo>
                  <a:pt x="1989" y="6464"/>
                </a:lnTo>
                <a:lnTo>
                  <a:pt x="2044" y="6637"/>
                </a:lnTo>
                <a:lnTo>
                  <a:pt x="2044" y="6809"/>
                </a:lnTo>
                <a:lnTo>
                  <a:pt x="2125" y="6982"/>
                </a:lnTo>
                <a:lnTo>
                  <a:pt x="2180" y="7130"/>
                </a:lnTo>
                <a:lnTo>
                  <a:pt x="2234" y="7303"/>
                </a:lnTo>
                <a:lnTo>
                  <a:pt x="2316" y="7476"/>
                </a:lnTo>
                <a:lnTo>
                  <a:pt x="2371" y="7648"/>
                </a:lnTo>
                <a:lnTo>
                  <a:pt x="2371" y="7821"/>
                </a:lnTo>
                <a:lnTo>
                  <a:pt x="2425" y="7994"/>
                </a:lnTo>
                <a:lnTo>
                  <a:pt x="2480" y="8167"/>
                </a:lnTo>
                <a:lnTo>
                  <a:pt x="2561" y="8339"/>
                </a:lnTo>
                <a:lnTo>
                  <a:pt x="2616" y="8487"/>
                </a:lnTo>
                <a:lnTo>
                  <a:pt x="2670" y="8660"/>
                </a:lnTo>
                <a:lnTo>
                  <a:pt x="2670" y="8833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7842472" y="3129108"/>
            <a:ext cx="2725" cy="9104"/>
          </a:xfrm>
          <a:custGeom>
            <a:avLst/>
            <a:gdLst/>
            <a:ahLst/>
            <a:cxnLst/>
            <a:rect l="l" t="t" r="r" b="b"/>
            <a:pathLst>
              <a:path w="2725" h="9104">
                <a:moveTo>
                  <a:pt x="0" y="0"/>
                </a:moveTo>
                <a:lnTo>
                  <a:pt x="81" y="172"/>
                </a:lnTo>
                <a:lnTo>
                  <a:pt x="136" y="345"/>
                </a:lnTo>
                <a:lnTo>
                  <a:pt x="190" y="518"/>
                </a:lnTo>
                <a:lnTo>
                  <a:pt x="245" y="690"/>
                </a:lnTo>
                <a:lnTo>
                  <a:pt x="245" y="863"/>
                </a:lnTo>
                <a:lnTo>
                  <a:pt x="327" y="1036"/>
                </a:lnTo>
                <a:lnTo>
                  <a:pt x="381" y="1184"/>
                </a:lnTo>
                <a:lnTo>
                  <a:pt x="436" y="1357"/>
                </a:lnTo>
                <a:lnTo>
                  <a:pt x="490" y="1529"/>
                </a:lnTo>
                <a:lnTo>
                  <a:pt x="572" y="1702"/>
                </a:lnTo>
                <a:lnTo>
                  <a:pt x="626" y="1875"/>
                </a:lnTo>
                <a:lnTo>
                  <a:pt x="626" y="2047"/>
                </a:lnTo>
                <a:lnTo>
                  <a:pt x="681" y="2220"/>
                </a:lnTo>
                <a:lnTo>
                  <a:pt x="763" y="2393"/>
                </a:lnTo>
                <a:lnTo>
                  <a:pt x="817" y="2541"/>
                </a:lnTo>
                <a:lnTo>
                  <a:pt x="872" y="2714"/>
                </a:lnTo>
                <a:lnTo>
                  <a:pt x="872" y="2886"/>
                </a:lnTo>
                <a:lnTo>
                  <a:pt x="926" y="3059"/>
                </a:lnTo>
                <a:lnTo>
                  <a:pt x="1008" y="3232"/>
                </a:lnTo>
                <a:lnTo>
                  <a:pt x="1062" y="3404"/>
                </a:lnTo>
                <a:lnTo>
                  <a:pt x="1117" y="3577"/>
                </a:lnTo>
                <a:lnTo>
                  <a:pt x="1171" y="3750"/>
                </a:lnTo>
                <a:lnTo>
                  <a:pt x="1171" y="3898"/>
                </a:lnTo>
                <a:lnTo>
                  <a:pt x="1253" y="4071"/>
                </a:lnTo>
                <a:lnTo>
                  <a:pt x="1308" y="4243"/>
                </a:lnTo>
                <a:lnTo>
                  <a:pt x="1362" y="4416"/>
                </a:lnTo>
                <a:lnTo>
                  <a:pt x="1444" y="4589"/>
                </a:lnTo>
                <a:lnTo>
                  <a:pt x="1444" y="4762"/>
                </a:lnTo>
                <a:lnTo>
                  <a:pt x="1498" y="4934"/>
                </a:lnTo>
                <a:lnTo>
                  <a:pt x="1553" y="5107"/>
                </a:lnTo>
                <a:lnTo>
                  <a:pt x="1607" y="5280"/>
                </a:lnTo>
                <a:lnTo>
                  <a:pt x="1689" y="5428"/>
                </a:lnTo>
                <a:lnTo>
                  <a:pt x="1744" y="5600"/>
                </a:lnTo>
                <a:lnTo>
                  <a:pt x="1744" y="5773"/>
                </a:lnTo>
                <a:lnTo>
                  <a:pt x="1798" y="5946"/>
                </a:lnTo>
                <a:lnTo>
                  <a:pt x="1880" y="6119"/>
                </a:lnTo>
                <a:lnTo>
                  <a:pt x="1934" y="6291"/>
                </a:lnTo>
                <a:lnTo>
                  <a:pt x="1989" y="6464"/>
                </a:lnTo>
                <a:lnTo>
                  <a:pt x="1989" y="6637"/>
                </a:lnTo>
                <a:lnTo>
                  <a:pt x="2044" y="6785"/>
                </a:lnTo>
                <a:lnTo>
                  <a:pt x="2125" y="6958"/>
                </a:lnTo>
                <a:lnTo>
                  <a:pt x="2180" y="7130"/>
                </a:lnTo>
                <a:lnTo>
                  <a:pt x="2180" y="7303"/>
                </a:lnTo>
                <a:lnTo>
                  <a:pt x="2234" y="7476"/>
                </a:lnTo>
                <a:lnTo>
                  <a:pt x="2289" y="7648"/>
                </a:lnTo>
                <a:lnTo>
                  <a:pt x="2371" y="7821"/>
                </a:lnTo>
                <a:lnTo>
                  <a:pt x="2425" y="7994"/>
                </a:lnTo>
                <a:lnTo>
                  <a:pt x="2480" y="8142"/>
                </a:lnTo>
                <a:lnTo>
                  <a:pt x="2480" y="8315"/>
                </a:lnTo>
                <a:lnTo>
                  <a:pt x="2561" y="8487"/>
                </a:lnTo>
                <a:lnTo>
                  <a:pt x="2616" y="8660"/>
                </a:lnTo>
                <a:lnTo>
                  <a:pt x="2670" y="8833"/>
                </a:lnTo>
                <a:lnTo>
                  <a:pt x="2725" y="9005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7845197" y="3138212"/>
            <a:ext cx="2752" cy="9400"/>
          </a:xfrm>
          <a:custGeom>
            <a:avLst/>
            <a:gdLst/>
            <a:ahLst/>
            <a:cxnLst/>
            <a:rect l="l" t="t" r="r" b="b"/>
            <a:pathLst>
              <a:path w="2752" h="9400">
                <a:moveTo>
                  <a:pt x="0" y="0"/>
                </a:moveTo>
                <a:lnTo>
                  <a:pt x="81" y="172"/>
                </a:lnTo>
                <a:lnTo>
                  <a:pt x="136" y="345"/>
                </a:lnTo>
                <a:lnTo>
                  <a:pt x="136" y="518"/>
                </a:lnTo>
                <a:lnTo>
                  <a:pt x="190" y="690"/>
                </a:lnTo>
                <a:lnTo>
                  <a:pt x="245" y="863"/>
                </a:lnTo>
                <a:lnTo>
                  <a:pt x="327" y="1036"/>
                </a:lnTo>
                <a:lnTo>
                  <a:pt x="381" y="1209"/>
                </a:lnTo>
                <a:lnTo>
                  <a:pt x="381" y="1381"/>
                </a:lnTo>
                <a:lnTo>
                  <a:pt x="436" y="1529"/>
                </a:lnTo>
                <a:lnTo>
                  <a:pt x="517" y="1702"/>
                </a:lnTo>
                <a:lnTo>
                  <a:pt x="572" y="1875"/>
                </a:lnTo>
                <a:lnTo>
                  <a:pt x="626" y="2047"/>
                </a:lnTo>
                <a:lnTo>
                  <a:pt x="626" y="2220"/>
                </a:lnTo>
                <a:lnTo>
                  <a:pt x="681" y="2393"/>
                </a:lnTo>
                <a:lnTo>
                  <a:pt x="763" y="2566"/>
                </a:lnTo>
                <a:lnTo>
                  <a:pt x="817" y="2738"/>
                </a:lnTo>
                <a:lnTo>
                  <a:pt x="872" y="2886"/>
                </a:lnTo>
                <a:lnTo>
                  <a:pt x="953" y="3059"/>
                </a:lnTo>
                <a:lnTo>
                  <a:pt x="953" y="3232"/>
                </a:lnTo>
                <a:lnTo>
                  <a:pt x="1008" y="3404"/>
                </a:lnTo>
                <a:lnTo>
                  <a:pt x="1062" y="3577"/>
                </a:lnTo>
                <a:lnTo>
                  <a:pt x="1117" y="3750"/>
                </a:lnTo>
                <a:lnTo>
                  <a:pt x="1117" y="3923"/>
                </a:lnTo>
                <a:lnTo>
                  <a:pt x="1199" y="4095"/>
                </a:lnTo>
                <a:lnTo>
                  <a:pt x="1253" y="4243"/>
                </a:lnTo>
                <a:lnTo>
                  <a:pt x="1308" y="4416"/>
                </a:lnTo>
                <a:lnTo>
                  <a:pt x="1362" y="4589"/>
                </a:lnTo>
                <a:lnTo>
                  <a:pt x="1362" y="4762"/>
                </a:lnTo>
                <a:lnTo>
                  <a:pt x="1444" y="4934"/>
                </a:lnTo>
                <a:lnTo>
                  <a:pt x="1498" y="5107"/>
                </a:lnTo>
                <a:lnTo>
                  <a:pt x="1553" y="5280"/>
                </a:lnTo>
                <a:lnTo>
                  <a:pt x="1635" y="5452"/>
                </a:lnTo>
                <a:lnTo>
                  <a:pt x="1635" y="5625"/>
                </a:lnTo>
                <a:lnTo>
                  <a:pt x="1689" y="5773"/>
                </a:lnTo>
                <a:lnTo>
                  <a:pt x="1744" y="5946"/>
                </a:lnTo>
                <a:lnTo>
                  <a:pt x="1798" y="6119"/>
                </a:lnTo>
                <a:lnTo>
                  <a:pt x="1880" y="6291"/>
                </a:lnTo>
                <a:lnTo>
                  <a:pt x="1880" y="6464"/>
                </a:lnTo>
                <a:lnTo>
                  <a:pt x="1934" y="6637"/>
                </a:lnTo>
                <a:lnTo>
                  <a:pt x="1989" y="6809"/>
                </a:lnTo>
                <a:lnTo>
                  <a:pt x="2071" y="6982"/>
                </a:lnTo>
                <a:lnTo>
                  <a:pt x="2071" y="7130"/>
                </a:lnTo>
                <a:lnTo>
                  <a:pt x="2125" y="7303"/>
                </a:lnTo>
                <a:lnTo>
                  <a:pt x="2180" y="7476"/>
                </a:lnTo>
                <a:lnTo>
                  <a:pt x="2234" y="7648"/>
                </a:lnTo>
                <a:lnTo>
                  <a:pt x="2234" y="7821"/>
                </a:lnTo>
                <a:lnTo>
                  <a:pt x="2316" y="7994"/>
                </a:lnTo>
                <a:lnTo>
                  <a:pt x="2371" y="8167"/>
                </a:lnTo>
                <a:lnTo>
                  <a:pt x="2425" y="8339"/>
                </a:lnTo>
                <a:lnTo>
                  <a:pt x="2480" y="8487"/>
                </a:lnTo>
                <a:lnTo>
                  <a:pt x="2480" y="8660"/>
                </a:lnTo>
                <a:lnTo>
                  <a:pt x="2561" y="8833"/>
                </a:lnTo>
                <a:lnTo>
                  <a:pt x="2616" y="9005"/>
                </a:lnTo>
                <a:lnTo>
                  <a:pt x="2670" y="9178"/>
                </a:lnTo>
                <a:lnTo>
                  <a:pt x="2670" y="9351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7847950" y="3147613"/>
            <a:ext cx="2725" cy="9795"/>
          </a:xfrm>
          <a:custGeom>
            <a:avLst/>
            <a:gdLst/>
            <a:ahLst/>
            <a:cxnLst/>
            <a:rect l="l" t="t" r="r" b="b"/>
            <a:pathLst>
              <a:path w="2725" h="9795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63" y="690"/>
                </a:lnTo>
                <a:lnTo>
                  <a:pt x="245" y="863"/>
                </a:lnTo>
                <a:lnTo>
                  <a:pt x="245" y="1011"/>
                </a:lnTo>
                <a:lnTo>
                  <a:pt x="299" y="1184"/>
                </a:lnTo>
                <a:lnTo>
                  <a:pt x="354" y="1357"/>
                </a:lnTo>
                <a:lnTo>
                  <a:pt x="408" y="1529"/>
                </a:lnTo>
                <a:lnTo>
                  <a:pt x="490" y="1702"/>
                </a:lnTo>
                <a:lnTo>
                  <a:pt x="490" y="1875"/>
                </a:lnTo>
                <a:lnTo>
                  <a:pt x="545" y="2047"/>
                </a:lnTo>
                <a:lnTo>
                  <a:pt x="599" y="2220"/>
                </a:lnTo>
                <a:lnTo>
                  <a:pt x="681" y="2368"/>
                </a:lnTo>
                <a:lnTo>
                  <a:pt x="681" y="2541"/>
                </a:lnTo>
                <a:lnTo>
                  <a:pt x="735" y="2714"/>
                </a:lnTo>
                <a:lnTo>
                  <a:pt x="790" y="2886"/>
                </a:lnTo>
                <a:lnTo>
                  <a:pt x="844" y="3059"/>
                </a:lnTo>
                <a:lnTo>
                  <a:pt x="844" y="3232"/>
                </a:lnTo>
                <a:lnTo>
                  <a:pt x="926" y="3404"/>
                </a:lnTo>
                <a:lnTo>
                  <a:pt x="981" y="3577"/>
                </a:lnTo>
                <a:lnTo>
                  <a:pt x="1035" y="3750"/>
                </a:lnTo>
                <a:lnTo>
                  <a:pt x="1035" y="3898"/>
                </a:lnTo>
                <a:lnTo>
                  <a:pt x="1117" y="4071"/>
                </a:lnTo>
                <a:lnTo>
                  <a:pt x="1171" y="4243"/>
                </a:lnTo>
                <a:lnTo>
                  <a:pt x="1226" y="4416"/>
                </a:lnTo>
                <a:lnTo>
                  <a:pt x="1280" y="4589"/>
                </a:lnTo>
                <a:lnTo>
                  <a:pt x="1280" y="4762"/>
                </a:lnTo>
                <a:lnTo>
                  <a:pt x="1362" y="4934"/>
                </a:lnTo>
                <a:lnTo>
                  <a:pt x="1417" y="5107"/>
                </a:lnTo>
                <a:lnTo>
                  <a:pt x="1471" y="5255"/>
                </a:lnTo>
                <a:lnTo>
                  <a:pt x="1471" y="5428"/>
                </a:lnTo>
                <a:lnTo>
                  <a:pt x="1526" y="5600"/>
                </a:lnTo>
                <a:lnTo>
                  <a:pt x="1607" y="5773"/>
                </a:lnTo>
                <a:lnTo>
                  <a:pt x="1662" y="5946"/>
                </a:lnTo>
                <a:lnTo>
                  <a:pt x="1662" y="6119"/>
                </a:lnTo>
                <a:lnTo>
                  <a:pt x="1716" y="6291"/>
                </a:lnTo>
                <a:lnTo>
                  <a:pt x="1798" y="6464"/>
                </a:lnTo>
                <a:lnTo>
                  <a:pt x="1853" y="6612"/>
                </a:lnTo>
                <a:lnTo>
                  <a:pt x="1853" y="6785"/>
                </a:lnTo>
                <a:lnTo>
                  <a:pt x="1907" y="6958"/>
                </a:lnTo>
                <a:lnTo>
                  <a:pt x="1962" y="7130"/>
                </a:lnTo>
                <a:lnTo>
                  <a:pt x="2044" y="7303"/>
                </a:lnTo>
                <a:lnTo>
                  <a:pt x="2098" y="7476"/>
                </a:lnTo>
                <a:lnTo>
                  <a:pt x="2098" y="7648"/>
                </a:lnTo>
                <a:lnTo>
                  <a:pt x="2153" y="7821"/>
                </a:lnTo>
                <a:lnTo>
                  <a:pt x="2234" y="7994"/>
                </a:lnTo>
                <a:lnTo>
                  <a:pt x="2234" y="8142"/>
                </a:lnTo>
                <a:lnTo>
                  <a:pt x="2289" y="8315"/>
                </a:lnTo>
                <a:lnTo>
                  <a:pt x="2343" y="8487"/>
                </a:lnTo>
                <a:lnTo>
                  <a:pt x="2398" y="8660"/>
                </a:lnTo>
                <a:lnTo>
                  <a:pt x="2398" y="8833"/>
                </a:lnTo>
                <a:lnTo>
                  <a:pt x="2480" y="9005"/>
                </a:lnTo>
                <a:lnTo>
                  <a:pt x="2534" y="9178"/>
                </a:lnTo>
                <a:lnTo>
                  <a:pt x="2589" y="9351"/>
                </a:lnTo>
                <a:lnTo>
                  <a:pt x="2643" y="9499"/>
                </a:lnTo>
                <a:lnTo>
                  <a:pt x="2643" y="9672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7850675" y="3157409"/>
            <a:ext cx="2670" cy="10017"/>
          </a:xfrm>
          <a:custGeom>
            <a:avLst/>
            <a:gdLst/>
            <a:ahLst/>
            <a:cxnLst/>
            <a:rect l="l" t="t" r="r" b="b"/>
            <a:pathLst>
              <a:path w="2670" h="10017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90" y="666"/>
                </a:lnTo>
                <a:lnTo>
                  <a:pt x="190" y="838"/>
                </a:lnTo>
                <a:lnTo>
                  <a:pt x="245" y="1011"/>
                </a:lnTo>
                <a:lnTo>
                  <a:pt x="299" y="1184"/>
                </a:lnTo>
                <a:lnTo>
                  <a:pt x="354" y="1357"/>
                </a:lnTo>
                <a:lnTo>
                  <a:pt x="354" y="1529"/>
                </a:lnTo>
                <a:lnTo>
                  <a:pt x="436" y="1702"/>
                </a:lnTo>
                <a:lnTo>
                  <a:pt x="490" y="1875"/>
                </a:lnTo>
                <a:lnTo>
                  <a:pt x="545" y="2023"/>
                </a:lnTo>
                <a:lnTo>
                  <a:pt x="599" y="2195"/>
                </a:lnTo>
                <a:lnTo>
                  <a:pt x="599" y="2368"/>
                </a:lnTo>
                <a:lnTo>
                  <a:pt x="681" y="2541"/>
                </a:lnTo>
                <a:lnTo>
                  <a:pt x="735" y="2714"/>
                </a:lnTo>
                <a:lnTo>
                  <a:pt x="735" y="2886"/>
                </a:lnTo>
                <a:lnTo>
                  <a:pt x="790" y="3059"/>
                </a:lnTo>
                <a:lnTo>
                  <a:pt x="872" y="3232"/>
                </a:lnTo>
                <a:lnTo>
                  <a:pt x="926" y="3404"/>
                </a:lnTo>
                <a:lnTo>
                  <a:pt x="926" y="3553"/>
                </a:lnTo>
                <a:lnTo>
                  <a:pt x="981" y="3725"/>
                </a:lnTo>
                <a:lnTo>
                  <a:pt x="1035" y="3898"/>
                </a:lnTo>
                <a:lnTo>
                  <a:pt x="1117" y="4071"/>
                </a:lnTo>
                <a:lnTo>
                  <a:pt x="1117" y="4243"/>
                </a:lnTo>
                <a:lnTo>
                  <a:pt x="1171" y="4416"/>
                </a:lnTo>
                <a:lnTo>
                  <a:pt x="1226" y="4589"/>
                </a:lnTo>
                <a:lnTo>
                  <a:pt x="1308" y="4762"/>
                </a:lnTo>
                <a:lnTo>
                  <a:pt x="1308" y="4910"/>
                </a:lnTo>
                <a:lnTo>
                  <a:pt x="1362" y="5082"/>
                </a:lnTo>
                <a:lnTo>
                  <a:pt x="1417" y="5255"/>
                </a:lnTo>
                <a:lnTo>
                  <a:pt x="1471" y="5428"/>
                </a:lnTo>
                <a:lnTo>
                  <a:pt x="1471" y="5600"/>
                </a:lnTo>
                <a:lnTo>
                  <a:pt x="1553" y="5773"/>
                </a:lnTo>
                <a:lnTo>
                  <a:pt x="1607" y="5946"/>
                </a:lnTo>
                <a:lnTo>
                  <a:pt x="1607" y="6119"/>
                </a:lnTo>
                <a:lnTo>
                  <a:pt x="1662" y="6267"/>
                </a:lnTo>
                <a:lnTo>
                  <a:pt x="1716" y="6439"/>
                </a:lnTo>
                <a:lnTo>
                  <a:pt x="1798" y="6612"/>
                </a:lnTo>
                <a:lnTo>
                  <a:pt x="1853" y="6785"/>
                </a:lnTo>
                <a:lnTo>
                  <a:pt x="1853" y="6958"/>
                </a:lnTo>
                <a:lnTo>
                  <a:pt x="1907" y="7130"/>
                </a:lnTo>
                <a:lnTo>
                  <a:pt x="1989" y="7303"/>
                </a:lnTo>
                <a:lnTo>
                  <a:pt x="1989" y="7476"/>
                </a:lnTo>
                <a:lnTo>
                  <a:pt x="2044" y="7648"/>
                </a:lnTo>
                <a:lnTo>
                  <a:pt x="2098" y="7796"/>
                </a:lnTo>
                <a:lnTo>
                  <a:pt x="2153" y="7969"/>
                </a:lnTo>
                <a:lnTo>
                  <a:pt x="2153" y="8142"/>
                </a:lnTo>
                <a:lnTo>
                  <a:pt x="2234" y="8315"/>
                </a:lnTo>
                <a:lnTo>
                  <a:pt x="2289" y="8487"/>
                </a:lnTo>
                <a:lnTo>
                  <a:pt x="2289" y="8660"/>
                </a:lnTo>
                <a:lnTo>
                  <a:pt x="2343" y="8833"/>
                </a:lnTo>
                <a:lnTo>
                  <a:pt x="2425" y="9005"/>
                </a:lnTo>
                <a:lnTo>
                  <a:pt x="2480" y="9153"/>
                </a:lnTo>
                <a:lnTo>
                  <a:pt x="2534" y="9326"/>
                </a:lnTo>
                <a:lnTo>
                  <a:pt x="2534" y="9499"/>
                </a:lnTo>
                <a:lnTo>
                  <a:pt x="2589" y="9672"/>
                </a:lnTo>
                <a:lnTo>
                  <a:pt x="2670" y="9844"/>
                </a:lnTo>
                <a:lnTo>
                  <a:pt x="2670" y="1001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7853346" y="3167426"/>
            <a:ext cx="2725" cy="10363"/>
          </a:xfrm>
          <a:custGeom>
            <a:avLst/>
            <a:gdLst/>
            <a:ahLst/>
            <a:cxnLst/>
            <a:rect l="l" t="t" r="r" b="b"/>
            <a:pathLst>
              <a:path w="2725" h="10363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63" y="493"/>
                </a:lnTo>
                <a:lnTo>
                  <a:pt x="163" y="666"/>
                </a:lnTo>
                <a:lnTo>
                  <a:pt x="245" y="838"/>
                </a:lnTo>
                <a:lnTo>
                  <a:pt x="299" y="1011"/>
                </a:lnTo>
                <a:lnTo>
                  <a:pt x="299" y="1184"/>
                </a:lnTo>
                <a:lnTo>
                  <a:pt x="354" y="1357"/>
                </a:lnTo>
                <a:lnTo>
                  <a:pt x="436" y="1529"/>
                </a:lnTo>
                <a:lnTo>
                  <a:pt x="490" y="1702"/>
                </a:lnTo>
                <a:lnTo>
                  <a:pt x="490" y="1875"/>
                </a:lnTo>
                <a:lnTo>
                  <a:pt x="545" y="2023"/>
                </a:lnTo>
                <a:lnTo>
                  <a:pt x="599" y="2195"/>
                </a:lnTo>
                <a:lnTo>
                  <a:pt x="681" y="2368"/>
                </a:lnTo>
                <a:lnTo>
                  <a:pt x="681" y="2541"/>
                </a:lnTo>
                <a:lnTo>
                  <a:pt x="735" y="2714"/>
                </a:lnTo>
                <a:lnTo>
                  <a:pt x="790" y="2886"/>
                </a:lnTo>
                <a:lnTo>
                  <a:pt x="790" y="3059"/>
                </a:lnTo>
                <a:lnTo>
                  <a:pt x="844" y="3232"/>
                </a:lnTo>
                <a:lnTo>
                  <a:pt x="926" y="3380"/>
                </a:lnTo>
                <a:lnTo>
                  <a:pt x="981" y="3553"/>
                </a:lnTo>
                <a:lnTo>
                  <a:pt x="981" y="3725"/>
                </a:lnTo>
                <a:lnTo>
                  <a:pt x="1035" y="3898"/>
                </a:lnTo>
                <a:lnTo>
                  <a:pt x="1117" y="4071"/>
                </a:lnTo>
                <a:lnTo>
                  <a:pt x="1117" y="4243"/>
                </a:lnTo>
                <a:lnTo>
                  <a:pt x="1171" y="4416"/>
                </a:lnTo>
                <a:lnTo>
                  <a:pt x="1226" y="4589"/>
                </a:lnTo>
                <a:lnTo>
                  <a:pt x="1280" y="4737"/>
                </a:lnTo>
                <a:lnTo>
                  <a:pt x="1280" y="4910"/>
                </a:lnTo>
                <a:lnTo>
                  <a:pt x="1362" y="5082"/>
                </a:lnTo>
                <a:lnTo>
                  <a:pt x="1417" y="5255"/>
                </a:lnTo>
                <a:lnTo>
                  <a:pt x="1471" y="5428"/>
                </a:lnTo>
                <a:lnTo>
                  <a:pt x="1471" y="5600"/>
                </a:lnTo>
                <a:lnTo>
                  <a:pt x="1553" y="5773"/>
                </a:lnTo>
                <a:lnTo>
                  <a:pt x="1607" y="5946"/>
                </a:lnTo>
                <a:lnTo>
                  <a:pt x="1607" y="6119"/>
                </a:lnTo>
                <a:lnTo>
                  <a:pt x="1662" y="6267"/>
                </a:lnTo>
                <a:lnTo>
                  <a:pt x="1716" y="6439"/>
                </a:lnTo>
                <a:lnTo>
                  <a:pt x="1798" y="6612"/>
                </a:lnTo>
                <a:lnTo>
                  <a:pt x="1798" y="6785"/>
                </a:lnTo>
                <a:lnTo>
                  <a:pt x="1853" y="6958"/>
                </a:lnTo>
                <a:lnTo>
                  <a:pt x="1907" y="7130"/>
                </a:lnTo>
                <a:lnTo>
                  <a:pt x="1907" y="7303"/>
                </a:lnTo>
                <a:lnTo>
                  <a:pt x="1962" y="7476"/>
                </a:lnTo>
                <a:lnTo>
                  <a:pt x="2044" y="7624"/>
                </a:lnTo>
                <a:lnTo>
                  <a:pt x="2098" y="7796"/>
                </a:lnTo>
                <a:lnTo>
                  <a:pt x="2098" y="7969"/>
                </a:lnTo>
                <a:lnTo>
                  <a:pt x="2153" y="8142"/>
                </a:lnTo>
                <a:lnTo>
                  <a:pt x="2234" y="8315"/>
                </a:lnTo>
                <a:lnTo>
                  <a:pt x="2234" y="8487"/>
                </a:lnTo>
                <a:lnTo>
                  <a:pt x="2289" y="8660"/>
                </a:lnTo>
                <a:lnTo>
                  <a:pt x="2343" y="8833"/>
                </a:lnTo>
                <a:lnTo>
                  <a:pt x="2343" y="8981"/>
                </a:lnTo>
                <a:lnTo>
                  <a:pt x="2398" y="9153"/>
                </a:lnTo>
                <a:lnTo>
                  <a:pt x="2480" y="9326"/>
                </a:lnTo>
                <a:lnTo>
                  <a:pt x="2534" y="9499"/>
                </a:lnTo>
                <a:lnTo>
                  <a:pt x="2534" y="9672"/>
                </a:lnTo>
                <a:lnTo>
                  <a:pt x="2589" y="9844"/>
                </a:lnTo>
                <a:lnTo>
                  <a:pt x="2643" y="10017"/>
                </a:lnTo>
                <a:lnTo>
                  <a:pt x="2725" y="10190"/>
                </a:lnTo>
                <a:lnTo>
                  <a:pt x="2725" y="1036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7856071" y="3177789"/>
            <a:ext cx="2725" cy="10560"/>
          </a:xfrm>
          <a:custGeom>
            <a:avLst/>
            <a:gdLst/>
            <a:ahLst/>
            <a:cxnLst/>
            <a:rect l="l" t="t" r="r" b="b"/>
            <a:pathLst>
              <a:path w="2725" h="10560">
                <a:moveTo>
                  <a:pt x="0" y="0"/>
                </a:moveTo>
                <a:lnTo>
                  <a:pt x="54" y="148"/>
                </a:lnTo>
                <a:lnTo>
                  <a:pt x="109" y="320"/>
                </a:lnTo>
                <a:lnTo>
                  <a:pt x="109" y="493"/>
                </a:lnTo>
                <a:lnTo>
                  <a:pt x="190" y="666"/>
                </a:lnTo>
                <a:lnTo>
                  <a:pt x="245" y="838"/>
                </a:lnTo>
                <a:lnTo>
                  <a:pt x="299" y="1011"/>
                </a:lnTo>
                <a:lnTo>
                  <a:pt x="299" y="1184"/>
                </a:lnTo>
                <a:lnTo>
                  <a:pt x="354" y="1357"/>
                </a:lnTo>
                <a:lnTo>
                  <a:pt x="436" y="1505"/>
                </a:lnTo>
                <a:lnTo>
                  <a:pt x="436" y="1677"/>
                </a:lnTo>
                <a:lnTo>
                  <a:pt x="490" y="1850"/>
                </a:lnTo>
                <a:lnTo>
                  <a:pt x="545" y="2023"/>
                </a:lnTo>
                <a:lnTo>
                  <a:pt x="545" y="2195"/>
                </a:lnTo>
                <a:lnTo>
                  <a:pt x="626" y="2368"/>
                </a:lnTo>
                <a:lnTo>
                  <a:pt x="681" y="2541"/>
                </a:lnTo>
                <a:lnTo>
                  <a:pt x="735" y="2714"/>
                </a:lnTo>
                <a:lnTo>
                  <a:pt x="735" y="2862"/>
                </a:lnTo>
                <a:lnTo>
                  <a:pt x="790" y="3034"/>
                </a:lnTo>
                <a:lnTo>
                  <a:pt x="872" y="3207"/>
                </a:lnTo>
                <a:lnTo>
                  <a:pt x="872" y="3380"/>
                </a:lnTo>
                <a:lnTo>
                  <a:pt x="926" y="3553"/>
                </a:lnTo>
                <a:lnTo>
                  <a:pt x="981" y="3725"/>
                </a:lnTo>
                <a:lnTo>
                  <a:pt x="981" y="3898"/>
                </a:lnTo>
                <a:lnTo>
                  <a:pt x="1035" y="4071"/>
                </a:lnTo>
                <a:lnTo>
                  <a:pt x="1117" y="4243"/>
                </a:lnTo>
                <a:lnTo>
                  <a:pt x="1171" y="4391"/>
                </a:lnTo>
                <a:lnTo>
                  <a:pt x="1171" y="4564"/>
                </a:lnTo>
                <a:lnTo>
                  <a:pt x="1226" y="4737"/>
                </a:lnTo>
                <a:lnTo>
                  <a:pt x="1308" y="4910"/>
                </a:lnTo>
                <a:lnTo>
                  <a:pt x="1308" y="5082"/>
                </a:lnTo>
                <a:lnTo>
                  <a:pt x="1362" y="5255"/>
                </a:lnTo>
                <a:lnTo>
                  <a:pt x="1417" y="5428"/>
                </a:lnTo>
                <a:lnTo>
                  <a:pt x="1471" y="5600"/>
                </a:lnTo>
                <a:lnTo>
                  <a:pt x="1471" y="5748"/>
                </a:lnTo>
                <a:lnTo>
                  <a:pt x="1553" y="5921"/>
                </a:lnTo>
                <a:lnTo>
                  <a:pt x="1553" y="6094"/>
                </a:lnTo>
                <a:lnTo>
                  <a:pt x="1607" y="6267"/>
                </a:lnTo>
                <a:lnTo>
                  <a:pt x="1662" y="6439"/>
                </a:lnTo>
                <a:lnTo>
                  <a:pt x="1744" y="6612"/>
                </a:lnTo>
                <a:lnTo>
                  <a:pt x="1744" y="6785"/>
                </a:lnTo>
                <a:lnTo>
                  <a:pt x="1798" y="6958"/>
                </a:lnTo>
                <a:lnTo>
                  <a:pt x="1853" y="7106"/>
                </a:lnTo>
                <a:lnTo>
                  <a:pt x="1907" y="7278"/>
                </a:lnTo>
                <a:lnTo>
                  <a:pt x="1907" y="7451"/>
                </a:lnTo>
                <a:lnTo>
                  <a:pt x="1989" y="7624"/>
                </a:lnTo>
                <a:lnTo>
                  <a:pt x="2044" y="7796"/>
                </a:lnTo>
                <a:lnTo>
                  <a:pt x="2044" y="7969"/>
                </a:lnTo>
                <a:lnTo>
                  <a:pt x="2098" y="8142"/>
                </a:lnTo>
                <a:lnTo>
                  <a:pt x="2153" y="8315"/>
                </a:lnTo>
                <a:lnTo>
                  <a:pt x="2153" y="8487"/>
                </a:lnTo>
                <a:lnTo>
                  <a:pt x="2234" y="8635"/>
                </a:lnTo>
                <a:lnTo>
                  <a:pt x="2289" y="8808"/>
                </a:lnTo>
                <a:lnTo>
                  <a:pt x="2289" y="8981"/>
                </a:lnTo>
                <a:lnTo>
                  <a:pt x="2343" y="9153"/>
                </a:lnTo>
                <a:lnTo>
                  <a:pt x="2425" y="9326"/>
                </a:lnTo>
                <a:lnTo>
                  <a:pt x="2480" y="9499"/>
                </a:lnTo>
                <a:lnTo>
                  <a:pt x="2480" y="9672"/>
                </a:lnTo>
                <a:lnTo>
                  <a:pt x="2534" y="9844"/>
                </a:lnTo>
                <a:lnTo>
                  <a:pt x="2589" y="9992"/>
                </a:lnTo>
                <a:lnTo>
                  <a:pt x="2589" y="10165"/>
                </a:lnTo>
                <a:lnTo>
                  <a:pt x="2670" y="10338"/>
                </a:lnTo>
                <a:lnTo>
                  <a:pt x="2725" y="1051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7858797" y="3188350"/>
            <a:ext cx="2725" cy="10930"/>
          </a:xfrm>
          <a:custGeom>
            <a:avLst/>
            <a:gdLst/>
            <a:ahLst/>
            <a:cxnLst/>
            <a:rect l="l" t="t" r="r" b="b"/>
            <a:pathLst>
              <a:path w="2725" h="10930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90" y="690"/>
                </a:lnTo>
                <a:lnTo>
                  <a:pt x="190" y="863"/>
                </a:lnTo>
                <a:lnTo>
                  <a:pt x="245" y="1036"/>
                </a:lnTo>
                <a:lnTo>
                  <a:pt x="299" y="1209"/>
                </a:lnTo>
                <a:lnTo>
                  <a:pt x="299" y="1357"/>
                </a:lnTo>
                <a:lnTo>
                  <a:pt x="381" y="1529"/>
                </a:lnTo>
                <a:lnTo>
                  <a:pt x="436" y="1702"/>
                </a:lnTo>
                <a:lnTo>
                  <a:pt x="436" y="1875"/>
                </a:lnTo>
                <a:lnTo>
                  <a:pt x="490" y="2047"/>
                </a:lnTo>
                <a:lnTo>
                  <a:pt x="545" y="2220"/>
                </a:lnTo>
                <a:lnTo>
                  <a:pt x="545" y="2393"/>
                </a:lnTo>
                <a:lnTo>
                  <a:pt x="626" y="2566"/>
                </a:lnTo>
                <a:lnTo>
                  <a:pt x="681" y="2714"/>
                </a:lnTo>
                <a:lnTo>
                  <a:pt x="735" y="2886"/>
                </a:lnTo>
                <a:lnTo>
                  <a:pt x="735" y="3059"/>
                </a:lnTo>
                <a:lnTo>
                  <a:pt x="817" y="3232"/>
                </a:lnTo>
                <a:lnTo>
                  <a:pt x="872" y="3404"/>
                </a:lnTo>
                <a:lnTo>
                  <a:pt x="872" y="3577"/>
                </a:lnTo>
                <a:lnTo>
                  <a:pt x="926" y="3750"/>
                </a:lnTo>
                <a:lnTo>
                  <a:pt x="981" y="3923"/>
                </a:lnTo>
                <a:lnTo>
                  <a:pt x="981" y="4071"/>
                </a:lnTo>
                <a:lnTo>
                  <a:pt x="1062" y="4243"/>
                </a:lnTo>
                <a:lnTo>
                  <a:pt x="1117" y="4416"/>
                </a:lnTo>
                <a:lnTo>
                  <a:pt x="1117" y="4589"/>
                </a:lnTo>
                <a:lnTo>
                  <a:pt x="1171" y="4762"/>
                </a:lnTo>
                <a:lnTo>
                  <a:pt x="1226" y="4934"/>
                </a:lnTo>
                <a:lnTo>
                  <a:pt x="1226" y="5107"/>
                </a:lnTo>
                <a:lnTo>
                  <a:pt x="1308" y="5280"/>
                </a:lnTo>
                <a:lnTo>
                  <a:pt x="1362" y="5452"/>
                </a:lnTo>
                <a:lnTo>
                  <a:pt x="1362" y="5600"/>
                </a:lnTo>
                <a:lnTo>
                  <a:pt x="1417" y="5773"/>
                </a:lnTo>
                <a:lnTo>
                  <a:pt x="1498" y="5946"/>
                </a:lnTo>
                <a:lnTo>
                  <a:pt x="1553" y="6119"/>
                </a:lnTo>
                <a:lnTo>
                  <a:pt x="1553" y="6291"/>
                </a:lnTo>
                <a:lnTo>
                  <a:pt x="1607" y="6464"/>
                </a:lnTo>
                <a:lnTo>
                  <a:pt x="1662" y="6637"/>
                </a:lnTo>
                <a:lnTo>
                  <a:pt x="1662" y="6809"/>
                </a:lnTo>
                <a:lnTo>
                  <a:pt x="1744" y="6958"/>
                </a:lnTo>
                <a:lnTo>
                  <a:pt x="1798" y="7130"/>
                </a:lnTo>
                <a:lnTo>
                  <a:pt x="1798" y="7303"/>
                </a:lnTo>
                <a:lnTo>
                  <a:pt x="1853" y="7476"/>
                </a:lnTo>
                <a:lnTo>
                  <a:pt x="1934" y="7648"/>
                </a:lnTo>
                <a:lnTo>
                  <a:pt x="1934" y="7821"/>
                </a:lnTo>
                <a:lnTo>
                  <a:pt x="1989" y="7994"/>
                </a:lnTo>
                <a:lnTo>
                  <a:pt x="2044" y="8167"/>
                </a:lnTo>
                <a:lnTo>
                  <a:pt x="2044" y="8315"/>
                </a:lnTo>
                <a:lnTo>
                  <a:pt x="2098" y="8487"/>
                </a:lnTo>
                <a:lnTo>
                  <a:pt x="2180" y="8660"/>
                </a:lnTo>
                <a:lnTo>
                  <a:pt x="2180" y="8833"/>
                </a:lnTo>
                <a:lnTo>
                  <a:pt x="2234" y="9005"/>
                </a:lnTo>
                <a:lnTo>
                  <a:pt x="2289" y="9178"/>
                </a:lnTo>
                <a:lnTo>
                  <a:pt x="2289" y="9351"/>
                </a:lnTo>
                <a:lnTo>
                  <a:pt x="2343" y="9524"/>
                </a:lnTo>
                <a:lnTo>
                  <a:pt x="2425" y="9696"/>
                </a:lnTo>
                <a:lnTo>
                  <a:pt x="2480" y="9844"/>
                </a:lnTo>
                <a:lnTo>
                  <a:pt x="2480" y="10017"/>
                </a:lnTo>
                <a:lnTo>
                  <a:pt x="2534" y="10190"/>
                </a:lnTo>
                <a:lnTo>
                  <a:pt x="2616" y="10363"/>
                </a:lnTo>
                <a:lnTo>
                  <a:pt x="2616" y="10535"/>
                </a:lnTo>
                <a:lnTo>
                  <a:pt x="2670" y="10708"/>
                </a:lnTo>
                <a:lnTo>
                  <a:pt x="2725" y="1088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7861522" y="3199280"/>
            <a:ext cx="2725" cy="11152"/>
          </a:xfrm>
          <a:custGeom>
            <a:avLst/>
            <a:gdLst/>
            <a:ahLst/>
            <a:cxnLst/>
            <a:rect l="l" t="t" r="r" b="b"/>
            <a:pathLst>
              <a:path w="2725" h="11152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36" y="518"/>
                </a:lnTo>
                <a:lnTo>
                  <a:pt x="136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299" y="1357"/>
                </a:lnTo>
                <a:lnTo>
                  <a:pt x="381" y="1529"/>
                </a:lnTo>
                <a:lnTo>
                  <a:pt x="436" y="1702"/>
                </a:lnTo>
                <a:lnTo>
                  <a:pt x="436" y="1875"/>
                </a:lnTo>
                <a:lnTo>
                  <a:pt x="490" y="2047"/>
                </a:lnTo>
                <a:lnTo>
                  <a:pt x="572" y="2195"/>
                </a:lnTo>
                <a:lnTo>
                  <a:pt x="572" y="2368"/>
                </a:lnTo>
                <a:lnTo>
                  <a:pt x="626" y="2541"/>
                </a:lnTo>
                <a:lnTo>
                  <a:pt x="681" y="2714"/>
                </a:lnTo>
                <a:lnTo>
                  <a:pt x="681" y="2886"/>
                </a:lnTo>
                <a:lnTo>
                  <a:pt x="735" y="3059"/>
                </a:lnTo>
                <a:lnTo>
                  <a:pt x="817" y="3232"/>
                </a:lnTo>
                <a:lnTo>
                  <a:pt x="817" y="3404"/>
                </a:lnTo>
                <a:lnTo>
                  <a:pt x="872" y="3553"/>
                </a:lnTo>
                <a:lnTo>
                  <a:pt x="872" y="3725"/>
                </a:lnTo>
                <a:lnTo>
                  <a:pt x="926" y="3898"/>
                </a:lnTo>
                <a:lnTo>
                  <a:pt x="1008" y="4071"/>
                </a:lnTo>
                <a:lnTo>
                  <a:pt x="1008" y="4243"/>
                </a:lnTo>
                <a:lnTo>
                  <a:pt x="1062" y="4416"/>
                </a:lnTo>
                <a:lnTo>
                  <a:pt x="1117" y="4589"/>
                </a:lnTo>
                <a:lnTo>
                  <a:pt x="1117" y="4762"/>
                </a:lnTo>
                <a:lnTo>
                  <a:pt x="1171" y="4910"/>
                </a:lnTo>
                <a:lnTo>
                  <a:pt x="1253" y="5082"/>
                </a:lnTo>
                <a:lnTo>
                  <a:pt x="1253" y="5255"/>
                </a:lnTo>
                <a:lnTo>
                  <a:pt x="1308" y="5428"/>
                </a:lnTo>
                <a:lnTo>
                  <a:pt x="1362" y="5600"/>
                </a:lnTo>
                <a:lnTo>
                  <a:pt x="1417" y="5773"/>
                </a:lnTo>
                <a:lnTo>
                  <a:pt x="1417" y="5946"/>
                </a:lnTo>
                <a:lnTo>
                  <a:pt x="1498" y="6119"/>
                </a:lnTo>
                <a:lnTo>
                  <a:pt x="1553" y="6291"/>
                </a:lnTo>
                <a:lnTo>
                  <a:pt x="1553" y="6439"/>
                </a:lnTo>
                <a:lnTo>
                  <a:pt x="1607" y="6612"/>
                </a:lnTo>
                <a:lnTo>
                  <a:pt x="1689" y="6785"/>
                </a:lnTo>
                <a:lnTo>
                  <a:pt x="1689" y="6958"/>
                </a:lnTo>
                <a:lnTo>
                  <a:pt x="1744" y="7130"/>
                </a:lnTo>
                <a:lnTo>
                  <a:pt x="1798" y="7303"/>
                </a:lnTo>
                <a:lnTo>
                  <a:pt x="1798" y="7476"/>
                </a:lnTo>
                <a:lnTo>
                  <a:pt x="1853" y="7648"/>
                </a:lnTo>
                <a:lnTo>
                  <a:pt x="1934" y="7796"/>
                </a:lnTo>
                <a:lnTo>
                  <a:pt x="1934" y="7969"/>
                </a:lnTo>
                <a:lnTo>
                  <a:pt x="1989" y="8142"/>
                </a:lnTo>
                <a:lnTo>
                  <a:pt x="2044" y="8315"/>
                </a:lnTo>
                <a:lnTo>
                  <a:pt x="2044" y="8487"/>
                </a:lnTo>
                <a:lnTo>
                  <a:pt x="2125" y="8660"/>
                </a:lnTo>
                <a:lnTo>
                  <a:pt x="2180" y="8833"/>
                </a:lnTo>
                <a:lnTo>
                  <a:pt x="2180" y="9005"/>
                </a:lnTo>
                <a:lnTo>
                  <a:pt x="2234" y="9153"/>
                </a:lnTo>
                <a:lnTo>
                  <a:pt x="2234" y="9326"/>
                </a:lnTo>
                <a:lnTo>
                  <a:pt x="2289" y="9499"/>
                </a:lnTo>
                <a:lnTo>
                  <a:pt x="2371" y="9672"/>
                </a:lnTo>
                <a:lnTo>
                  <a:pt x="2371" y="9844"/>
                </a:lnTo>
                <a:lnTo>
                  <a:pt x="2425" y="10017"/>
                </a:lnTo>
                <a:lnTo>
                  <a:pt x="2480" y="10190"/>
                </a:lnTo>
                <a:lnTo>
                  <a:pt x="2480" y="10363"/>
                </a:lnTo>
                <a:lnTo>
                  <a:pt x="2534" y="10535"/>
                </a:lnTo>
                <a:lnTo>
                  <a:pt x="2616" y="10683"/>
                </a:lnTo>
                <a:lnTo>
                  <a:pt x="2616" y="10856"/>
                </a:lnTo>
                <a:lnTo>
                  <a:pt x="2670" y="1102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7864247" y="3210433"/>
            <a:ext cx="2670" cy="11423"/>
          </a:xfrm>
          <a:custGeom>
            <a:avLst/>
            <a:gdLst/>
            <a:ahLst/>
            <a:cxnLst/>
            <a:rect l="l" t="t" r="r" b="b"/>
            <a:pathLst>
              <a:path w="2670" h="11423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327" y="1357"/>
                </a:lnTo>
                <a:lnTo>
                  <a:pt x="327" y="1529"/>
                </a:lnTo>
                <a:lnTo>
                  <a:pt x="381" y="1702"/>
                </a:lnTo>
                <a:lnTo>
                  <a:pt x="436" y="1850"/>
                </a:lnTo>
                <a:lnTo>
                  <a:pt x="436" y="2023"/>
                </a:lnTo>
                <a:lnTo>
                  <a:pt x="490" y="2195"/>
                </a:lnTo>
                <a:lnTo>
                  <a:pt x="572" y="2368"/>
                </a:lnTo>
                <a:lnTo>
                  <a:pt x="572" y="2541"/>
                </a:lnTo>
                <a:lnTo>
                  <a:pt x="626" y="2714"/>
                </a:lnTo>
                <a:lnTo>
                  <a:pt x="681" y="2886"/>
                </a:lnTo>
                <a:lnTo>
                  <a:pt x="681" y="3059"/>
                </a:lnTo>
                <a:lnTo>
                  <a:pt x="763" y="3207"/>
                </a:lnTo>
                <a:lnTo>
                  <a:pt x="817" y="3380"/>
                </a:lnTo>
                <a:lnTo>
                  <a:pt x="817" y="3553"/>
                </a:lnTo>
                <a:lnTo>
                  <a:pt x="872" y="3725"/>
                </a:lnTo>
                <a:lnTo>
                  <a:pt x="872" y="3898"/>
                </a:lnTo>
                <a:lnTo>
                  <a:pt x="926" y="4071"/>
                </a:lnTo>
                <a:lnTo>
                  <a:pt x="1008" y="4243"/>
                </a:lnTo>
                <a:lnTo>
                  <a:pt x="1008" y="4416"/>
                </a:lnTo>
                <a:lnTo>
                  <a:pt x="1062" y="4589"/>
                </a:lnTo>
                <a:lnTo>
                  <a:pt x="1117" y="4737"/>
                </a:lnTo>
                <a:lnTo>
                  <a:pt x="1117" y="4910"/>
                </a:lnTo>
                <a:lnTo>
                  <a:pt x="1199" y="5082"/>
                </a:lnTo>
                <a:lnTo>
                  <a:pt x="1253" y="5255"/>
                </a:lnTo>
                <a:lnTo>
                  <a:pt x="1253" y="5428"/>
                </a:lnTo>
                <a:lnTo>
                  <a:pt x="1308" y="5600"/>
                </a:lnTo>
                <a:lnTo>
                  <a:pt x="1362" y="5773"/>
                </a:lnTo>
                <a:lnTo>
                  <a:pt x="1362" y="5946"/>
                </a:lnTo>
                <a:lnTo>
                  <a:pt x="1444" y="6094"/>
                </a:lnTo>
                <a:lnTo>
                  <a:pt x="1498" y="6267"/>
                </a:lnTo>
                <a:lnTo>
                  <a:pt x="1498" y="6439"/>
                </a:lnTo>
                <a:lnTo>
                  <a:pt x="1553" y="6612"/>
                </a:lnTo>
                <a:lnTo>
                  <a:pt x="1607" y="6785"/>
                </a:lnTo>
                <a:lnTo>
                  <a:pt x="1607" y="6958"/>
                </a:lnTo>
                <a:lnTo>
                  <a:pt x="1689" y="7130"/>
                </a:lnTo>
                <a:lnTo>
                  <a:pt x="1744" y="7303"/>
                </a:lnTo>
                <a:lnTo>
                  <a:pt x="1744" y="7451"/>
                </a:lnTo>
                <a:lnTo>
                  <a:pt x="1798" y="7624"/>
                </a:lnTo>
                <a:lnTo>
                  <a:pt x="1880" y="7796"/>
                </a:lnTo>
                <a:lnTo>
                  <a:pt x="1880" y="7969"/>
                </a:lnTo>
                <a:lnTo>
                  <a:pt x="1934" y="8142"/>
                </a:lnTo>
                <a:lnTo>
                  <a:pt x="1934" y="8315"/>
                </a:lnTo>
                <a:lnTo>
                  <a:pt x="1989" y="8487"/>
                </a:lnTo>
                <a:lnTo>
                  <a:pt x="2044" y="8660"/>
                </a:lnTo>
                <a:lnTo>
                  <a:pt x="2044" y="8833"/>
                </a:lnTo>
                <a:lnTo>
                  <a:pt x="2125" y="8981"/>
                </a:lnTo>
                <a:lnTo>
                  <a:pt x="2180" y="9153"/>
                </a:lnTo>
                <a:lnTo>
                  <a:pt x="2180" y="9326"/>
                </a:lnTo>
                <a:lnTo>
                  <a:pt x="2234" y="9499"/>
                </a:lnTo>
                <a:lnTo>
                  <a:pt x="2289" y="9672"/>
                </a:lnTo>
                <a:lnTo>
                  <a:pt x="2289" y="9844"/>
                </a:lnTo>
                <a:lnTo>
                  <a:pt x="2371" y="10017"/>
                </a:lnTo>
                <a:lnTo>
                  <a:pt x="2425" y="10190"/>
                </a:lnTo>
                <a:lnTo>
                  <a:pt x="2425" y="10338"/>
                </a:lnTo>
                <a:lnTo>
                  <a:pt x="2480" y="10511"/>
                </a:lnTo>
                <a:lnTo>
                  <a:pt x="2561" y="10683"/>
                </a:lnTo>
                <a:lnTo>
                  <a:pt x="2561" y="10905"/>
                </a:lnTo>
                <a:lnTo>
                  <a:pt x="2616" y="11078"/>
                </a:lnTo>
                <a:lnTo>
                  <a:pt x="2670" y="11251"/>
                </a:lnTo>
                <a:lnTo>
                  <a:pt x="2670" y="1142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7866918" y="3221857"/>
            <a:ext cx="2725" cy="11646"/>
          </a:xfrm>
          <a:custGeom>
            <a:avLst/>
            <a:gdLst/>
            <a:ahLst/>
            <a:cxnLst/>
            <a:rect l="l" t="t" r="r" b="b"/>
            <a:pathLst>
              <a:path w="2725" h="11646">
                <a:moveTo>
                  <a:pt x="0" y="0"/>
                </a:moveTo>
                <a:lnTo>
                  <a:pt x="54" y="172"/>
                </a:lnTo>
                <a:lnTo>
                  <a:pt x="136" y="345"/>
                </a:lnTo>
                <a:lnTo>
                  <a:pt x="136" y="518"/>
                </a:lnTo>
                <a:lnTo>
                  <a:pt x="190" y="690"/>
                </a:lnTo>
                <a:lnTo>
                  <a:pt x="245" y="838"/>
                </a:lnTo>
                <a:lnTo>
                  <a:pt x="245" y="1011"/>
                </a:lnTo>
                <a:lnTo>
                  <a:pt x="327" y="1184"/>
                </a:lnTo>
                <a:lnTo>
                  <a:pt x="381" y="1357"/>
                </a:lnTo>
                <a:lnTo>
                  <a:pt x="381" y="1529"/>
                </a:lnTo>
                <a:lnTo>
                  <a:pt x="436" y="1751"/>
                </a:lnTo>
                <a:lnTo>
                  <a:pt x="490" y="1924"/>
                </a:lnTo>
                <a:lnTo>
                  <a:pt x="490" y="2097"/>
                </a:lnTo>
                <a:lnTo>
                  <a:pt x="572" y="2269"/>
                </a:lnTo>
                <a:lnTo>
                  <a:pt x="626" y="2442"/>
                </a:lnTo>
                <a:lnTo>
                  <a:pt x="626" y="2615"/>
                </a:lnTo>
                <a:lnTo>
                  <a:pt x="681" y="2763"/>
                </a:lnTo>
                <a:lnTo>
                  <a:pt x="735" y="2936"/>
                </a:lnTo>
                <a:lnTo>
                  <a:pt x="735" y="3108"/>
                </a:lnTo>
                <a:lnTo>
                  <a:pt x="817" y="3281"/>
                </a:lnTo>
                <a:lnTo>
                  <a:pt x="872" y="3454"/>
                </a:lnTo>
                <a:lnTo>
                  <a:pt x="872" y="3627"/>
                </a:lnTo>
                <a:lnTo>
                  <a:pt x="926" y="3799"/>
                </a:lnTo>
                <a:lnTo>
                  <a:pt x="926" y="3972"/>
                </a:lnTo>
                <a:lnTo>
                  <a:pt x="1008" y="4120"/>
                </a:lnTo>
                <a:lnTo>
                  <a:pt x="1062" y="4293"/>
                </a:lnTo>
                <a:lnTo>
                  <a:pt x="1062" y="4465"/>
                </a:lnTo>
                <a:lnTo>
                  <a:pt x="1117" y="4638"/>
                </a:lnTo>
                <a:lnTo>
                  <a:pt x="1171" y="4811"/>
                </a:lnTo>
                <a:lnTo>
                  <a:pt x="1171" y="4984"/>
                </a:lnTo>
                <a:lnTo>
                  <a:pt x="1253" y="5156"/>
                </a:lnTo>
                <a:lnTo>
                  <a:pt x="1308" y="5329"/>
                </a:lnTo>
                <a:lnTo>
                  <a:pt x="1308" y="5551"/>
                </a:lnTo>
                <a:lnTo>
                  <a:pt x="1362" y="5724"/>
                </a:lnTo>
                <a:lnTo>
                  <a:pt x="1444" y="5897"/>
                </a:lnTo>
                <a:lnTo>
                  <a:pt x="1444" y="6045"/>
                </a:lnTo>
                <a:lnTo>
                  <a:pt x="1498" y="6217"/>
                </a:lnTo>
                <a:lnTo>
                  <a:pt x="1553" y="6390"/>
                </a:lnTo>
                <a:lnTo>
                  <a:pt x="1553" y="6563"/>
                </a:lnTo>
                <a:lnTo>
                  <a:pt x="1607" y="6735"/>
                </a:lnTo>
                <a:lnTo>
                  <a:pt x="1607" y="6908"/>
                </a:lnTo>
                <a:lnTo>
                  <a:pt x="1689" y="7081"/>
                </a:lnTo>
                <a:lnTo>
                  <a:pt x="1744" y="7254"/>
                </a:lnTo>
                <a:lnTo>
                  <a:pt x="1744" y="7402"/>
                </a:lnTo>
                <a:lnTo>
                  <a:pt x="1798" y="7574"/>
                </a:lnTo>
                <a:lnTo>
                  <a:pt x="1853" y="7747"/>
                </a:lnTo>
                <a:lnTo>
                  <a:pt x="1853" y="7920"/>
                </a:lnTo>
                <a:lnTo>
                  <a:pt x="1934" y="8093"/>
                </a:lnTo>
                <a:lnTo>
                  <a:pt x="1989" y="8265"/>
                </a:lnTo>
                <a:lnTo>
                  <a:pt x="1989" y="8438"/>
                </a:lnTo>
                <a:lnTo>
                  <a:pt x="2044" y="8611"/>
                </a:lnTo>
                <a:lnTo>
                  <a:pt x="2044" y="8759"/>
                </a:lnTo>
                <a:lnTo>
                  <a:pt x="2125" y="8931"/>
                </a:lnTo>
                <a:lnTo>
                  <a:pt x="2180" y="9104"/>
                </a:lnTo>
                <a:lnTo>
                  <a:pt x="2180" y="9277"/>
                </a:lnTo>
                <a:lnTo>
                  <a:pt x="2234" y="9450"/>
                </a:lnTo>
                <a:lnTo>
                  <a:pt x="2289" y="9622"/>
                </a:lnTo>
                <a:lnTo>
                  <a:pt x="2289" y="9795"/>
                </a:lnTo>
                <a:lnTo>
                  <a:pt x="2371" y="9968"/>
                </a:lnTo>
                <a:lnTo>
                  <a:pt x="2371" y="10140"/>
                </a:lnTo>
                <a:lnTo>
                  <a:pt x="2425" y="10288"/>
                </a:lnTo>
                <a:lnTo>
                  <a:pt x="2480" y="10461"/>
                </a:lnTo>
                <a:lnTo>
                  <a:pt x="2480" y="10634"/>
                </a:lnTo>
                <a:lnTo>
                  <a:pt x="2534" y="10807"/>
                </a:lnTo>
                <a:lnTo>
                  <a:pt x="2616" y="10979"/>
                </a:lnTo>
                <a:lnTo>
                  <a:pt x="2616" y="11152"/>
                </a:lnTo>
                <a:lnTo>
                  <a:pt x="2670" y="11325"/>
                </a:lnTo>
                <a:lnTo>
                  <a:pt x="2670" y="11497"/>
                </a:lnTo>
                <a:lnTo>
                  <a:pt x="2725" y="11646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7869644" y="3233503"/>
            <a:ext cx="2725" cy="11892"/>
          </a:xfrm>
          <a:custGeom>
            <a:avLst/>
            <a:gdLst/>
            <a:ahLst/>
            <a:cxnLst/>
            <a:rect l="l" t="t" r="r" b="b"/>
            <a:pathLst>
              <a:path w="2725" h="11892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90"/>
                </a:lnTo>
                <a:lnTo>
                  <a:pt x="190" y="863"/>
                </a:lnTo>
                <a:lnTo>
                  <a:pt x="245" y="1036"/>
                </a:lnTo>
                <a:lnTo>
                  <a:pt x="245" y="1209"/>
                </a:lnTo>
                <a:lnTo>
                  <a:pt x="327" y="1357"/>
                </a:lnTo>
                <a:lnTo>
                  <a:pt x="381" y="1529"/>
                </a:lnTo>
                <a:lnTo>
                  <a:pt x="381" y="1702"/>
                </a:lnTo>
                <a:lnTo>
                  <a:pt x="436" y="1875"/>
                </a:lnTo>
                <a:lnTo>
                  <a:pt x="517" y="2047"/>
                </a:lnTo>
                <a:lnTo>
                  <a:pt x="517" y="2220"/>
                </a:lnTo>
                <a:lnTo>
                  <a:pt x="572" y="2393"/>
                </a:lnTo>
                <a:lnTo>
                  <a:pt x="626" y="2566"/>
                </a:lnTo>
                <a:lnTo>
                  <a:pt x="626" y="2738"/>
                </a:lnTo>
                <a:lnTo>
                  <a:pt x="681" y="2886"/>
                </a:lnTo>
                <a:lnTo>
                  <a:pt x="763" y="3059"/>
                </a:lnTo>
                <a:lnTo>
                  <a:pt x="763" y="3232"/>
                </a:lnTo>
                <a:lnTo>
                  <a:pt x="817" y="3404"/>
                </a:lnTo>
                <a:lnTo>
                  <a:pt x="817" y="3577"/>
                </a:lnTo>
                <a:lnTo>
                  <a:pt x="872" y="3750"/>
                </a:lnTo>
                <a:lnTo>
                  <a:pt x="926" y="3923"/>
                </a:lnTo>
                <a:lnTo>
                  <a:pt x="926" y="4095"/>
                </a:lnTo>
                <a:lnTo>
                  <a:pt x="1008" y="4243"/>
                </a:lnTo>
                <a:lnTo>
                  <a:pt x="1062" y="4416"/>
                </a:lnTo>
                <a:lnTo>
                  <a:pt x="1062" y="4589"/>
                </a:lnTo>
                <a:lnTo>
                  <a:pt x="1117" y="4762"/>
                </a:lnTo>
                <a:lnTo>
                  <a:pt x="1117" y="4934"/>
                </a:lnTo>
                <a:lnTo>
                  <a:pt x="1199" y="5107"/>
                </a:lnTo>
                <a:lnTo>
                  <a:pt x="1253" y="5280"/>
                </a:lnTo>
                <a:lnTo>
                  <a:pt x="1253" y="5452"/>
                </a:lnTo>
                <a:lnTo>
                  <a:pt x="1308" y="5600"/>
                </a:lnTo>
                <a:lnTo>
                  <a:pt x="1308" y="5773"/>
                </a:lnTo>
                <a:lnTo>
                  <a:pt x="1362" y="5946"/>
                </a:lnTo>
                <a:lnTo>
                  <a:pt x="1444" y="6119"/>
                </a:lnTo>
                <a:lnTo>
                  <a:pt x="1444" y="6291"/>
                </a:lnTo>
                <a:lnTo>
                  <a:pt x="1498" y="6464"/>
                </a:lnTo>
                <a:lnTo>
                  <a:pt x="1553" y="6637"/>
                </a:lnTo>
                <a:lnTo>
                  <a:pt x="1553" y="6859"/>
                </a:lnTo>
                <a:lnTo>
                  <a:pt x="1635" y="7032"/>
                </a:lnTo>
                <a:lnTo>
                  <a:pt x="1689" y="7204"/>
                </a:lnTo>
                <a:lnTo>
                  <a:pt x="1689" y="7377"/>
                </a:lnTo>
                <a:lnTo>
                  <a:pt x="1744" y="7525"/>
                </a:lnTo>
                <a:lnTo>
                  <a:pt x="1798" y="7698"/>
                </a:lnTo>
                <a:lnTo>
                  <a:pt x="1798" y="7870"/>
                </a:lnTo>
                <a:lnTo>
                  <a:pt x="1880" y="8043"/>
                </a:lnTo>
                <a:lnTo>
                  <a:pt x="1880" y="8216"/>
                </a:lnTo>
                <a:lnTo>
                  <a:pt x="1934" y="8389"/>
                </a:lnTo>
                <a:lnTo>
                  <a:pt x="1989" y="8561"/>
                </a:lnTo>
                <a:lnTo>
                  <a:pt x="1989" y="8734"/>
                </a:lnTo>
                <a:lnTo>
                  <a:pt x="2044" y="8882"/>
                </a:lnTo>
                <a:lnTo>
                  <a:pt x="2125" y="9055"/>
                </a:lnTo>
                <a:lnTo>
                  <a:pt x="2125" y="9228"/>
                </a:lnTo>
                <a:lnTo>
                  <a:pt x="2180" y="9400"/>
                </a:lnTo>
                <a:lnTo>
                  <a:pt x="2234" y="9573"/>
                </a:lnTo>
                <a:lnTo>
                  <a:pt x="2234" y="9746"/>
                </a:lnTo>
                <a:lnTo>
                  <a:pt x="2316" y="9918"/>
                </a:lnTo>
                <a:lnTo>
                  <a:pt x="2316" y="10091"/>
                </a:lnTo>
                <a:lnTo>
                  <a:pt x="2371" y="10264"/>
                </a:lnTo>
                <a:lnTo>
                  <a:pt x="2425" y="10412"/>
                </a:lnTo>
                <a:lnTo>
                  <a:pt x="2425" y="10585"/>
                </a:lnTo>
                <a:lnTo>
                  <a:pt x="2480" y="10807"/>
                </a:lnTo>
                <a:lnTo>
                  <a:pt x="2561" y="10979"/>
                </a:lnTo>
                <a:lnTo>
                  <a:pt x="2561" y="11152"/>
                </a:lnTo>
                <a:lnTo>
                  <a:pt x="2616" y="11325"/>
                </a:lnTo>
                <a:lnTo>
                  <a:pt x="2670" y="11497"/>
                </a:lnTo>
                <a:lnTo>
                  <a:pt x="2670" y="11670"/>
                </a:lnTo>
                <a:lnTo>
                  <a:pt x="2725" y="1184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7872369" y="3245395"/>
            <a:ext cx="2752" cy="12114"/>
          </a:xfrm>
          <a:custGeom>
            <a:avLst/>
            <a:gdLst/>
            <a:ahLst/>
            <a:cxnLst/>
            <a:rect l="l" t="t" r="r" b="b"/>
            <a:pathLst>
              <a:path w="2752" h="12114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518"/>
                </a:lnTo>
                <a:lnTo>
                  <a:pt x="190" y="690"/>
                </a:lnTo>
                <a:lnTo>
                  <a:pt x="190" y="838"/>
                </a:lnTo>
                <a:lnTo>
                  <a:pt x="272" y="1011"/>
                </a:lnTo>
                <a:lnTo>
                  <a:pt x="272" y="1184"/>
                </a:lnTo>
                <a:lnTo>
                  <a:pt x="327" y="1357"/>
                </a:lnTo>
                <a:lnTo>
                  <a:pt x="381" y="1529"/>
                </a:lnTo>
                <a:lnTo>
                  <a:pt x="381" y="1702"/>
                </a:lnTo>
                <a:lnTo>
                  <a:pt x="436" y="1875"/>
                </a:lnTo>
                <a:lnTo>
                  <a:pt x="436" y="2047"/>
                </a:lnTo>
                <a:lnTo>
                  <a:pt x="517" y="2195"/>
                </a:lnTo>
                <a:lnTo>
                  <a:pt x="572" y="2368"/>
                </a:lnTo>
                <a:lnTo>
                  <a:pt x="572" y="2541"/>
                </a:lnTo>
                <a:lnTo>
                  <a:pt x="626" y="2714"/>
                </a:lnTo>
                <a:lnTo>
                  <a:pt x="626" y="2886"/>
                </a:lnTo>
                <a:lnTo>
                  <a:pt x="708" y="3059"/>
                </a:lnTo>
                <a:lnTo>
                  <a:pt x="763" y="3232"/>
                </a:lnTo>
                <a:lnTo>
                  <a:pt x="763" y="3404"/>
                </a:lnTo>
                <a:lnTo>
                  <a:pt x="817" y="3577"/>
                </a:lnTo>
                <a:lnTo>
                  <a:pt x="872" y="3725"/>
                </a:lnTo>
                <a:lnTo>
                  <a:pt x="872" y="3898"/>
                </a:lnTo>
                <a:lnTo>
                  <a:pt x="953" y="4071"/>
                </a:lnTo>
                <a:lnTo>
                  <a:pt x="953" y="4243"/>
                </a:lnTo>
                <a:lnTo>
                  <a:pt x="1008" y="4416"/>
                </a:lnTo>
                <a:lnTo>
                  <a:pt x="1062" y="4589"/>
                </a:lnTo>
                <a:lnTo>
                  <a:pt x="1062" y="4762"/>
                </a:lnTo>
                <a:lnTo>
                  <a:pt x="1117" y="4934"/>
                </a:lnTo>
                <a:lnTo>
                  <a:pt x="1117" y="5082"/>
                </a:lnTo>
                <a:lnTo>
                  <a:pt x="1199" y="5255"/>
                </a:lnTo>
                <a:lnTo>
                  <a:pt x="1253" y="5428"/>
                </a:lnTo>
                <a:lnTo>
                  <a:pt x="1253" y="5600"/>
                </a:lnTo>
                <a:lnTo>
                  <a:pt x="1308" y="5773"/>
                </a:lnTo>
                <a:lnTo>
                  <a:pt x="1308" y="5946"/>
                </a:lnTo>
                <a:lnTo>
                  <a:pt x="1389" y="6119"/>
                </a:lnTo>
                <a:lnTo>
                  <a:pt x="1444" y="6291"/>
                </a:lnTo>
                <a:lnTo>
                  <a:pt x="1444" y="6439"/>
                </a:lnTo>
                <a:lnTo>
                  <a:pt x="1498" y="6612"/>
                </a:lnTo>
                <a:lnTo>
                  <a:pt x="1553" y="6785"/>
                </a:lnTo>
                <a:lnTo>
                  <a:pt x="1553" y="6958"/>
                </a:lnTo>
                <a:lnTo>
                  <a:pt x="1635" y="7130"/>
                </a:lnTo>
                <a:lnTo>
                  <a:pt x="1635" y="7303"/>
                </a:lnTo>
                <a:lnTo>
                  <a:pt x="1689" y="7525"/>
                </a:lnTo>
                <a:lnTo>
                  <a:pt x="1744" y="7698"/>
                </a:lnTo>
                <a:lnTo>
                  <a:pt x="1744" y="7870"/>
                </a:lnTo>
                <a:lnTo>
                  <a:pt x="1825" y="8043"/>
                </a:lnTo>
                <a:lnTo>
                  <a:pt x="1880" y="8265"/>
                </a:lnTo>
                <a:lnTo>
                  <a:pt x="1880" y="8438"/>
                </a:lnTo>
                <a:lnTo>
                  <a:pt x="1934" y="8611"/>
                </a:lnTo>
                <a:lnTo>
                  <a:pt x="1989" y="8783"/>
                </a:lnTo>
                <a:lnTo>
                  <a:pt x="1989" y="8931"/>
                </a:lnTo>
                <a:lnTo>
                  <a:pt x="2071" y="9104"/>
                </a:lnTo>
                <a:lnTo>
                  <a:pt x="2125" y="9277"/>
                </a:lnTo>
                <a:lnTo>
                  <a:pt x="2125" y="9450"/>
                </a:lnTo>
                <a:lnTo>
                  <a:pt x="2180" y="9622"/>
                </a:lnTo>
                <a:lnTo>
                  <a:pt x="2180" y="9795"/>
                </a:lnTo>
                <a:lnTo>
                  <a:pt x="2234" y="9968"/>
                </a:lnTo>
                <a:lnTo>
                  <a:pt x="2316" y="10140"/>
                </a:lnTo>
                <a:lnTo>
                  <a:pt x="2316" y="10288"/>
                </a:lnTo>
                <a:lnTo>
                  <a:pt x="2371" y="10461"/>
                </a:lnTo>
                <a:lnTo>
                  <a:pt x="2371" y="10634"/>
                </a:lnTo>
                <a:lnTo>
                  <a:pt x="2425" y="10807"/>
                </a:lnTo>
                <a:lnTo>
                  <a:pt x="2507" y="10979"/>
                </a:lnTo>
                <a:lnTo>
                  <a:pt x="2507" y="11152"/>
                </a:lnTo>
                <a:lnTo>
                  <a:pt x="2561" y="11325"/>
                </a:lnTo>
                <a:lnTo>
                  <a:pt x="2561" y="11497"/>
                </a:lnTo>
                <a:lnTo>
                  <a:pt x="2616" y="11646"/>
                </a:lnTo>
                <a:lnTo>
                  <a:pt x="2670" y="11818"/>
                </a:lnTo>
                <a:lnTo>
                  <a:pt x="2670" y="1206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7875121" y="3257510"/>
            <a:ext cx="2670" cy="12262"/>
          </a:xfrm>
          <a:custGeom>
            <a:avLst/>
            <a:gdLst/>
            <a:ahLst/>
            <a:cxnLst/>
            <a:rect l="l" t="t" r="r" b="b"/>
            <a:pathLst>
              <a:path w="2670" h="12262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09" y="493"/>
                </a:lnTo>
                <a:lnTo>
                  <a:pt x="109" y="666"/>
                </a:lnTo>
                <a:lnTo>
                  <a:pt x="163" y="838"/>
                </a:lnTo>
                <a:lnTo>
                  <a:pt x="163" y="1011"/>
                </a:lnTo>
                <a:lnTo>
                  <a:pt x="245" y="1184"/>
                </a:lnTo>
                <a:lnTo>
                  <a:pt x="245" y="1357"/>
                </a:lnTo>
                <a:lnTo>
                  <a:pt x="299" y="1529"/>
                </a:lnTo>
                <a:lnTo>
                  <a:pt x="354" y="1702"/>
                </a:lnTo>
                <a:lnTo>
                  <a:pt x="354" y="1850"/>
                </a:lnTo>
                <a:lnTo>
                  <a:pt x="436" y="2023"/>
                </a:lnTo>
                <a:lnTo>
                  <a:pt x="490" y="2195"/>
                </a:lnTo>
                <a:lnTo>
                  <a:pt x="490" y="2368"/>
                </a:lnTo>
                <a:lnTo>
                  <a:pt x="545" y="2541"/>
                </a:lnTo>
                <a:lnTo>
                  <a:pt x="599" y="2763"/>
                </a:lnTo>
                <a:lnTo>
                  <a:pt x="599" y="2936"/>
                </a:lnTo>
                <a:lnTo>
                  <a:pt x="681" y="3108"/>
                </a:lnTo>
                <a:lnTo>
                  <a:pt x="735" y="3281"/>
                </a:lnTo>
                <a:lnTo>
                  <a:pt x="735" y="3454"/>
                </a:lnTo>
                <a:lnTo>
                  <a:pt x="790" y="3627"/>
                </a:lnTo>
                <a:lnTo>
                  <a:pt x="790" y="3775"/>
                </a:lnTo>
                <a:lnTo>
                  <a:pt x="872" y="3947"/>
                </a:lnTo>
                <a:lnTo>
                  <a:pt x="872" y="4120"/>
                </a:lnTo>
                <a:lnTo>
                  <a:pt x="926" y="4293"/>
                </a:lnTo>
                <a:lnTo>
                  <a:pt x="981" y="4465"/>
                </a:lnTo>
                <a:lnTo>
                  <a:pt x="981" y="4638"/>
                </a:lnTo>
                <a:lnTo>
                  <a:pt x="1035" y="4811"/>
                </a:lnTo>
                <a:lnTo>
                  <a:pt x="1035" y="4984"/>
                </a:lnTo>
                <a:lnTo>
                  <a:pt x="1117" y="5156"/>
                </a:lnTo>
                <a:lnTo>
                  <a:pt x="1171" y="5304"/>
                </a:lnTo>
                <a:lnTo>
                  <a:pt x="1171" y="5477"/>
                </a:lnTo>
                <a:lnTo>
                  <a:pt x="1226" y="5650"/>
                </a:lnTo>
                <a:lnTo>
                  <a:pt x="1280" y="5823"/>
                </a:lnTo>
                <a:lnTo>
                  <a:pt x="1280" y="5995"/>
                </a:lnTo>
                <a:lnTo>
                  <a:pt x="1362" y="6168"/>
                </a:lnTo>
                <a:lnTo>
                  <a:pt x="1362" y="6341"/>
                </a:lnTo>
                <a:lnTo>
                  <a:pt x="1417" y="6513"/>
                </a:lnTo>
                <a:lnTo>
                  <a:pt x="1471" y="6661"/>
                </a:lnTo>
                <a:lnTo>
                  <a:pt x="1471" y="6834"/>
                </a:lnTo>
                <a:lnTo>
                  <a:pt x="1553" y="7007"/>
                </a:lnTo>
                <a:lnTo>
                  <a:pt x="1553" y="7180"/>
                </a:lnTo>
                <a:lnTo>
                  <a:pt x="1607" y="7402"/>
                </a:lnTo>
                <a:lnTo>
                  <a:pt x="1662" y="7574"/>
                </a:lnTo>
                <a:lnTo>
                  <a:pt x="1662" y="7747"/>
                </a:lnTo>
                <a:lnTo>
                  <a:pt x="1716" y="7920"/>
                </a:lnTo>
                <a:lnTo>
                  <a:pt x="1716" y="8093"/>
                </a:lnTo>
                <a:lnTo>
                  <a:pt x="1798" y="8265"/>
                </a:lnTo>
                <a:lnTo>
                  <a:pt x="1853" y="8438"/>
                </a:lnTo>
                <a:lnTo>
                  <a:pt x="1853" y="8586"/>
                </a:lnTo>
                <a:lnTo>
                  <a:pt x="1907" y="8759"/>
                </a:lnTo>
                <a:lnTo>
                  <a:pt x="1962" y="8931"/>
                </a:lnTo>
                <a:lnTo>
                  <a:pt x="1962" y="9104"/>
                </a:lnTo>
                <a:lnTo>
                  <a:pt x="2044" y="9326"/>
                </a:lnTo>
                <a:lnTo>
                  <a:pt x="2098" y="9499"/>
                </a:lnTo>
                <a:lnTo>
                  <a:pt x="2098" y="9672"/>
                </a:lnTo>
                <a:lnTo>
                  <a:pt x="2153" y="9844"/>
                </a:lnTo>
                <a:lnTo>
                  <a:pt x="2153" y="10017"/>
                </a:lnTo>
                <a:lnTo>
                  <a:pt x="2234" y="10190"/>
                </a:lnTo>
                <a:lnTo>
                  <a:pt x="2289" y="10338"/>
                </a:lnTo>
                <a:lnTo>
                  <a:pt x="2289" y="10585"/>
                </a:lnTo>
                <a:lnTo>
                  <a:pt x="2343" y="10757"/>
                </a:lnTo>
                <a:lnTo>
                  <a:pt x="2398" y="10905"/>
                </a:lnTo>
                <a:lnTo>
                  <a:pt x="2398" y="11078"/>
                </a:lnTo>
                <a:lnTo>
                  <a:pt x="2480" y="11251"/>
                </a:lnTo>
                <a:lnTo>
                  <a:pt x="2480" y="11423"/>
                </a:lnTo>
                <a:lnTo>
                  <a:pt x="2534" y="11596"/>
                </a:lnTo>
                <a:lnTo>
                  <a:pt x="2589" y="11818"/>
                </a:lnTo>
                <a:lnTo>
                  <a:pt x="2589" y="11991"/>
                </a:lnTo>
                <a:lnTo>
                  <a:pt x="2670" y="1216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7877792" y="3269773"/>
            <a:ext cx="2725" cy="12583"/>
          </a:xfrm>
          <a:custGeom>
            <a:avLst/>
            <a:gdLst/>
            <a:ahLst/>
            <a:cxnLst/>
            <a:rect l="l" t="t" r="r" b="b"/>
            <a:pathLst>
              <a:path w="2725" h="12583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09" y="518"/>
                </a:lnTo>
                <a:lnTo>
                  <a:pt x="163" y="740"/>
                </a:lnTo>
                <a:lnTo>
                  <a:pt x="245" y="912"/>
                </a:lnTo>
                <a:lnTo>
                  <a:pt x="245" y="1085"/>
                </a:lnTo>
                <a:lnTo>
                  <a:pt x="299" y="1258"/>
                </a:lnTo>
                <a:lnTo>
                  <a:pt x="299" y="1431"/>
                </a:lnTo>
                <a:lnTo>
                  <a:pt x="354" y="1603"/>
                </a:lnTo>
                <a:lnTo>
                  <a:pt x="408" y="1776"/>
                </a:lnTo>
                <a:lnTo>
                  <a:pt x="408" y="1998"/>
                </a:lnTo>
                <a:lnTo>
                  <a:pt x="490" y="2171"/>
                </a:lnTo>
                <a:lnTo>
                  <a:pt x="545" y="2319"/>
                </a:lnTo>
                <a:lnTo>
                  <a:pt x="545" y="2566"/>
                </a:lnTo>
                <a:lnTo>
                  <a:pt x="599" y="2738"/>
                </a:lnTo>
                <a:lnTo>
                  <a:pt x="681" y="2886"/>
                </a:lnTo>
                <a:lnTo>
                  <a:pt x="681" y="3133"/>
                </a:lnTo>
                <a:lnTo>
                  <a:pt x="735" y="3281"/>
                </a:lnTo>
                <a:lnTo>
                  <a:pt x="790" y="3454"/>
                </a:lnTo>
                <a:lnTo>
                  <a:pt x="790" y="3627"/>
                </a:lnTo>
                <a:lnTo>
                  <a:pt x="844" y="3799"/>
                </a:lnTo>
                <a:lnTo>
                  <a:pt x="844" y="3972"/>
                </a:lnTo>
                <a:lnTo>
                  <a:pt x="926" y="4145"/>
                </a:lnTo>
                <a:lnTo>
                  <a:pt x="926" y="4317"/>
                </a:lnTo>
                <a:lnTo>
                  <a:pt x="981" y="4490"/>
                </a:lnTo>
                <a:lnTo>
                  <a:pt x="1035" y="4663"/>
                </a:lnTo>
                <a:lnTo>
                  <a:pt x="1035" y="4885"/>
                </a:lnTo>
                <a:lnTo>
                  <a:pt x="1117" y="5058"/>
                </a:lnTo>
                <a:lnTo>
                  <a:pt x="1171" y="5206"/>
                </a:lnTo>
                <a:lnTo>
                  <a:pt x="1171" y="5452"/>
                </a:lnTo>
                <a:lnTo>
                  <a:pt x="1226" y="5625"/>
                </a:lnTo>
                <a:lnTo>
                  <a:pt x="1280" y="5773"/>
                </a:lnTo>
                <a:lnTo>
                  <a:pt x="1280" y="6020"/>
                </a:lnTo>
                <a:lnTo>
                  <a:pt x="1362" y="6168"/>
                </a:lnTo>
                <a:lnTo>
                  <a:pt x="1417" y="6341"/>
                </a:lnTo>
                <a:lnTo>
                  <a:pt x="1417" y="6563"/>
                </a:lnTo>
                <a:lnTo>
                  <a:pt x="1471" y="6735"/>
                </a:lnTo>
                <a:lnTo>
                  <a:pt x="1526" y="6908"/>
                </a:lnTo>
                <a:lnTo>
                  <a:pt x="1526" y="7130"/>
                </a:lnTo>
                <a:lnTo>
                  <a:pt x="1607" y="7303"/>
                </a:lnTo>
                <a:lnTo>
                  <a:pt x="1662" y="7476"/>
                </a:lnTo>
                <a:lnTo>
                  <a:pt x="1662" y="7698"/>
                </a:lnTo>
                <a:lnTo>
                  <a:pt x="1716" y="7870"/>
                </a:lnTo>
                <a:lnTo>
                  <a:pt x="1798" y="8043"/>
                </a:lnTo>
                <a:lnTo>
                  <a:pt x="1798" y="8216"/>
                </a:lnTo>
                <a:lnTo>
                  <a:pt x="1853" y="8389"/>
                </a:lnTo>
                <a:lnTo>
                  <a:pt x="1853" y="8561"/>
                </a:lnTo>
                <a:lnTo>
                  <a:pt x="1907" y="8783"/>
                </a:lnTo>
                <a:lnTo>
                  <a:pt x="1962" y="8956"/>
                </a:lnTo>
                <a:lnTo>
                  <a:pt x="1962" y="9129"/>
                </a:lnTo>
                <a:lnTo>
                  <a:pt x="2044" y="9351"/>
                </a:lnTo>
                <a:lnTo>
                  <a:pt x="2098" y="9524"/>
                </a:lnTo>
                <a:lnTo>
                  <a:pt x="2098" y="9696"/>
                </a:lnTo>
                <a:lnTo>
                  <a:pt x="2153" y="9869"/>
                </a:lnTo>
                <a:lnTo>
                  <a:pt x="2153" y="10017"/>
                </a:lnTo>
                <a:lnTo>
                  <a:pt x="2207" y="10190"/>
                </a:lnTo>
                <a:lnTo>
                  <a:pt x="2289" y="10412"/>
                </a:lnTo>
                <a:lnTo>
                  <a:pt x="2289" y="10585"/>
                </a:lnTo>
                <a:lnTo>
                  <a:pt x="2343" y="10757"/>
                </a:lnTo>
                <a:lnTo>
                  <a:pt x="2398" y="10930"/>
                </a:lnTo>
                <a:lnTo>
                  <a:pt x="2398" y="11103"/>
                </a:lnTo>
                <a:lnTo>
                  <a:pt x="2480" y="11275"/>
                </a:lnTo>
                <a:lnTo>
                  <a:pt x="2480" y="11497"/>
                </a:lnTo>
                <a:lnTo>
                  <a:pt x="2534" y="11670"/>
                </a:lnTo>
                <a:lnTo>
                  <a:pt x="2589" y="11843"/>
                </a:lnTo>
                <a:lnTo>
                  <a:pt x="2589" y="12016"/>
                </a:lnTo>
                <a:lnTo>
                  <a:pt x="2643" y="12188"/>
                </a:lnTo>
                <a:lnTo>
                  <a:pt x="2725" y="12336"/>
                </a:lnTo>
                <a:lnTo>
                  <a:pt x="2725" y="1258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7880518" y="3282357"/>
            <a:ext cx="2725" cy="12657"/>
          </a:xfrm>
          <a:custGeom>
            <a:avLst/>
            <a:gdLst/>
            <a:ahLst/>
            <a:cxnLst/>
            <a:rect l="l" t="t" r="r" b="b"/>
            <a:pathLst>
              <a:path w="2725" h="12657">
                <a:moveTo>
                  <a:pt x="0" y="0"/>
                </a:moveTo>
                <a:lnTo>
                  <a:pt x="54" y="148"/>
                </a:lnTo>
                <a:lnTo>
                  <a:pt x="109" y="320"/>
                </a:lnTo>
                <a:lnTo>
                  <a:pt x="109" y="493"/>
                </a:lnTo>
                <a:lnTo>
                  <a:pt x="190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299" y="1357"/>
                </a:lnTo>
                <a:lnTo>
                  <a:pt x="354" y="1529"/>
                </a:lnTo>
                <a:lnTo>
                  <a:pt x="354" y="1677"/>
                </a:lnTo>
                <a:lnTo>
                  <a:pt x="436" y="1850"/>
                </a:lnTo>
                <a:lnTo>
                  <a:pt x="436" y="2023"/>
                </a:lnTo>
                <a:lnTo>
                  <a:pt x="490" y="2195"/>
                </a:lnTo>
                <a:lnTo>
                  <a:pt x="545" y="2368"/>
                </a:lnTo>
                <a:lnTo>
                  <a:pt x="545" y="2590"/>
                </a:lnTo>
                <a:lnTo>
                  <a:pt x="599" y="2763"/>
                </a:lnTo>
                <a:lnTo>
                  <a:pt x="681" y="2936"/>
                </a:lnTo>
                <a:lnTo>
                  <a:pt x="681" y="3108"/>
                </a:lnTo>
                <a:lnTo>
                  <a:pt x="735" y="3281"/>
                </a:lnTo>
                <a:lnTo>
                  <a:pt x="735" y="3429"/>
                </a:lnTo>
                <a:lnTo>
                  <a:pt x="790" y="3602"/>
                </a:lnTo>
                <a:lnTo>
                  <a:pt x="790" y="3775"/>
                </a:lnTo>
                <a:lnTo>
                  <a:pt x="872" y="3947"/>
                </a:lnTo>
                <a:lnTo>
                  <a:pt x="926" y="4120"/>
                </a:lnTo>
                <a:lnTo>
                  <a:pt x="926" y="4293"/>
                </a:lnTo>
                <a:lnTo>
                  <a:pt x="981" y="4465"/>
                </a:lnTo>
                <a:lnTo>
                  <a:pt x="981" y="4638"/>
                </a:lnTo>
                <a:lnTo>
                  <a:pt x="1035" y="4811"/>
                </a:lnTo>
                <a:lnTo>
                  <a:pt x="1117" y="4959"/>
                </a:lnTo>
                <a:lnTo>
                  <a:pt x="1117" y="5132"/>
                </a:lnTo>
                <a:lnTo>
                  <a:pt x="1171" y="5304"/>
                </a:lnTo>
                <a:lnTo>
                  <a:pt x="1171" y="5477"/>
                </a:lnTo>
                <a:lnTo>
                  <a:pt x="1226" y="5650"/>
                </a:lnTo>
                <a:lnTo>
                  <a:pt x="1226" y="5823"/>
                </a:lnTo>
                <a:lnTo>
                  <a:pt x="1308" y="5995"/>
                </a:lnTo>
                <a:lnTo>
                  <a:pt x="1362" y="6168"/>
                </a:lnTo>
                <a:lnTo>
                  <a:pt x="1362" y="6316"/>
                </a:lnTo>
                <a:lnTo>
                  <a:pt x="1417" y="6489"/>
                </a:lnTo>
                <a:lnTo>
                  <a:pt x="1417" y="6661"/>
                </a:lnTo>
                <a:lnTo>
                  <a:pt x="1471" y="6834"/>
                </a:lnTo>
                <a:lnTo>
                  <a:pt x="1553" y="7007"/>
                </a:lnTo>
                <a:lnTo>
                  <a:pt x="1553" y="7180"/>
                </a:lnTo>
                <a:lnTo>
                  <a:pt x="1607" y="7352"/>
                </a:lnTo>
                <a:lnTo>
                  <a:pt x="1607" y="7574"/>
                </a:lnTo>
                <a:lnTo>
                  <a:pt x="1662" y="7747"/>
                </a:lnTo>
                <a:lnTo>
                  <a:pt x="1716" y="7920"/>
                </a:lnTo>
                <a:lnTo>
                  <a:pt x="1716" y="8093"/>
                </a:lnTo>
                <a:lnTo>
                  <a:pt x="1798" y="8241"/>
                </a:lnTo>
                <a:lnTo>
                  <a:pt x="1798" y="8413"/>
                </a:lnTo>
                <a:lnTo>
                  <a:pt x="1853" y="8586"/>
                </a:lnTo>
                <a:lnTo>
                  <a:pt x="1907" y="8759"/>
                </a:lnTo>
                <a:lnTo>
                  <a:pt x="1907" y="8931"/>
                </a:lnTo>
                <a:lnTo>
                  <a:pt x="1989" y="9104"/>
                </a:lnTo>
                <a:lnTo>
                  <a:pt x="1989" y="9277"/>
                </a:lnTo>
                <a:lnTo>
                  <a:pt x="2044" y="9450"/>
                </a:lnTo>
                <a:lnTo>
                  <a:pt x="2044" y="9598"/>
                </a:lnTo>
                <a:lnTo>
                  <a:pt x="2098" y="9770"/>
                </a:lnTo>
                <a:lnTo>
                  <a:pt x="2153" y="10017"/>
                </a:lnTo>
                <a:lnTo>
                  <a:pt x="2153" y="10165"/>
                </a:lnTo>
                <a:lnTo>
                  <a:pt x="2234" y="10338"/>
                </a:lnTo>
                <a:lnTo>
                  <a:pt x="2289" y="10511"/>
                </a:lnTo>
                <a:lnTo>
                  <a:pt x="2289" y="10683"/>
                </a:lnTo>
                <a:lnTo>
                  <a:pt x="2343" y="10856"/>
                </a:lnTo>
                <a:lnTo>
                  <a:pt x="2343" y="11029"/>
                </a:lnTo>
                <a:lnTo>
                  <a:pt x="2398" y="11201"/>
                </a:lnTo>
                <a:lnTo>
                  <a:pt x="2480" y="11374"/>
                </a:lnTo>
                <a:lnTo>
                  <a:pt x="2480" y="11522"/>
                </a:lnTo>
                <a:lnTo>
                  <a:pt x="2534" y="11695"/>
                </a:lnTo>
                <a:lnTo>
                  <a:pt x="2534" y="11917"/>
                </a:lnTo>
                <a:lnTo>
                  <a:pt x="2589" y="12090"/>
                </a:lnTo>
                <a:lnTo>
                  <a:pt x="2670" y="12262"/>
                </a:lnTo>
                <a:lnTo>
                  <a:pt x="2670" y="12435"/>
                </a:lnTo>
                <a:lnTo>
                  <a:pt x="2725" y="1260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7883243" y="3295014"/>
            <a:ext cx="2725" cy="12904"/>
          </a:xfrm>
          <a:custGeom>
            <a:avLst/>
            <a:gdLst/>
            <a:ahLst/>
            <a:cxnLst/>
            <a:rect l="l" t="t" r="r" b="b"/>
            <a:pathLst>
              <a:path w="2725" h="12904">
                <a:moveTo>
                  <a:pt x="0" y="0"/>
                </a:moveTo>
                <a:lnTo>
                  <a:pt x="54" y="222"/>
                </a:lnTo>
                <a:lnTo>
                  <a:pt x="54" y="394"/>
                </a:lnTo>
                <a:lnTo>
                  <a:pt x="109" y="567"/>
                </a:lnTo>
                <a:lnTo>
                  <a:pt x="109" y="740"/>
                </a:lnTo>
                <a:lnTo>
                  <a:pt x="190" y="91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381" y="1653"/>
                </a:lnTo>
                <a:lnTo>
                  <a:pt x="381" y="1825"/>
                </a:lnTo>
                <a:lnTo>
                  <a:pt x="436" y="1998"/>
                </a:lnTo>
                <a:lnTo>
                  <a:pt x="436" y="2146"/>
                </a:lnTo>
                <a:lnTo>
                  <a:pt x="490" y="2319"/>
                </a:lnTo>
                <a:lnTo>
                  <a:pt x="545" y="2541"/>
                </a:lnTo>
                <a:lnTo>
                  <a:pt x="545" y="2714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32"/>
                </a:lnTo>
                <a:lnTo>
                  <a:pt x="735" y="3454"/>
                </a:lnTo>
                <a:lnTo>
                  <a:pt x="735" y="3627"/>
                </a:lnTo>
                <a:lnTo>
                  <a:pt x="790" y="3799"/>
                </a:lnTo>
                <a:lnTo>
                  <a:pt x="790" y="3972"/>
                </a:lnTo>
                <a:lnTo>
                  <a:pt x="872" y="4145"/>
                </a:lnTo>
                <a:lnTo>
                  <a:pt x="926" y="4367"/>
                </a:lnTo>
                <a:lnTo>
                  <a:pt x="926" y="4539"/>
                </a:lnTo>
                <a:lnTo>
                  <a:pt x="981" y="4712"/>
                </a:lnTo>
                <a:lnTo>
                  <a:pt x="1062" y="4885"/>
                </a:lnTo>
                <a:lnTo>
                  <a:pt x="1062" y="5033"/>
                </a:lnTo>
                <a:lnTo>
                  <a:pt x="1117" y="5280"/>
                </a:lnTo>
                <a:lnTo>
                  <a:pt x="1117" y="5428"/>
                </a:lnTo>
                <a:lnTo>
                  <a:pt x="1171" y="5600"/>
                </a:lnTo>
                <a:lnTo>
                  <a:pt x="1226" y="5773"/>
                </a:lnTo>
                <a:lnTo>
                  <a:pt x="1226" y="5946"/>
                </a:lnTo>
                <a:lnTo>
                  <a:pt x="1308" y="6168"/>
                </a:lnTo>
                <a:lnTo>
                  <a:pt x="1362" y="6341"/>
                </a:lnTo>
                <a:lnTo>
                  <a:pt x="1362" y="6513"/>
                </a:lnTo>
                <a:lnTo>
                  <a:pt x="1417" y="6686"/>
                </a:lnTo>
                <a:lnTo>
                  <a:pt x="1417" y="6859"/>
                </a:lnTo>
                <a:lnTo>
                  <a:pt x="1498" y="7081"/>
                </a:lnTo>
                <a:lnTo>
                  <a:pt x="1553" y="7254"/>
                </a:lnTo>
                <a:lnTo>
                  <a:pt x="1553" y="7426"/>
                </a:lnTo>
                <a:lnTo>
                  <a:pt x="1607" y="7599"/>
                </a:lnTo>
                <a:lnTo>
                  <a:pt x="1607" y="7747"/>
                </a:lnTo>
                <a:lnTo>
                  <a:pt x="1662" y="7994"/>
                </a:lnTo>
                <a:lnTo>
                  <a:pt x="1744" y="8167"/>
                </a:lnTo>
                <a:lnTo>
                  <a:pt x="1744" y="8315"/>
                </a:lnTo>
                <a:lnTo>
                  <a:pt x="1798" y="8487"/>
                </a:lnTo>
                <a:lnTo>
                  <a:pt x="1798" y="8660"/>
                </a:lnTo>
                <a:lnTo>
                  <a:pt x="1853" y="8833"/>
                </a:lnTo>
                <a:lnTo>
                  <a:pt x="1907" y="9005"/>
                </a:lnTo>
                <a:lnTo>
                  <a:pt x="1907" y="9178"/>
                </a:lnTo>
                <a:lnTo>
                  <a:pt x="1989" y="9351"/>
                </a:lnTo>
                <a:lnTo>
                  <a:pt x="1989" y="9524"/>
                </a:lnTo>
                <a:lnTo>
                  <a:pt x="2044" y="9746"/>
                </a:lnTo>
                <a:lnTo>
                  <a:pt x="2098" y="9918"/>
                </a:lnTo>
                <a:lnTo>
                  <a:pt x="2098" y="10091"/>
                </a:lnTo>
                <a:lnTo>
                  <a:pt x="2180" y="10239"/>
                </a:lnTo>
                <a:lnTo>
                  <a:pt x="2180" y="10412"/>
                </a:lnTo>
                <a:lnTo>
                  <a:pt x="2234" y="10585"/>
                </a:lnTo>
                <a:lnTo>
                  <a:pt x="2289" y="10757"/>
                </a:lnTo>
                <a:lnTo>
                  <a:pt x="2289" y="10930"/>
                </a:lnTo>
                <a:lnTo>
                  <a:pt x="2343" y="11103"/>
                </a:lnTo>
                <a:lnTo>
                  <a:pt x="2343" y="11275"/>
                </a:lnTo>
                <a:lnTo>
                  <a:pt x="2425" y="11497"/>
                </a:lnTo>
                <a:lnTo>
                  <a:pt x="2480" y="11670"/>
                </a:lnTo>
                <a:lnTo>
                  <a:pt x="2480" y="11892"/>
                </a:lnTo>
                <a:lnTo>
                  <a:pt x="2534" y="12065"/>
                </a:lnTo>
                <a:lnTo>
                  <a:pt x="2589" y="12238"/>
                </a:lnTo>
                <a:lnTo>
                  <a:pt x="2589" y="12410"/>
                </a:lnTo>
                <a:lnTo>
                  <a:pt x="2670" y="12558"/>
                </a:lnTo>
                <a:lnTo>
                  <a:pt x="2670" y="1280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7885968" y="3307919"/>
            <a:ext cx="2725" cy="13077"/>
          </a:xfrm>
          <a:custGeom>
            <a:avLst/>
            <a:gdLst/>
            <a:ahLst/>
            <a:cxnLst/>
            <a:rect l="l" t="t" r="r" b="b"/>
            <a:pathLst>
              <a:path w="2725" h="13077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36" y="518"/>
                </a:lnTo>
                <a:lnTo>
                  <a:pt x="136" y="740"/>
                </a:lnTo>
                <a:lnTo>
                  <a:pt x="190" y="91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81" y="1825"/>
                </a:lnTo>
                <a:lnTo>
                  <a:pt x="381" y="1973"/>
                </a:lnTo>
                <a:lnTo>
                  <a:pt x="436" y="2146"/>
                </a:lnTo>
                <a:lnTo>
                  <a:pt x="490" y="2319"/>
                </a:lnTo>
                <a:lnTo>
                  <a:pt x="490" y="2492"/>
                </a:lnTo>
                <a:lnTo>
                  <a:pt x="572" y="2664"/>
                </a:lnTo>
                <a:lnTo>
                  <a:pt x="572" y="2837"/>
                </a:lnTo>
                <a:lnTo>
                  <a:pt x="626" y="3010"/>
                </a:lnTo>
                <a:lnTo>
                  <a:pt x="681" y="3182"/>
                </a:lnTo>
                <a:lnTo>
                  <a:pt x="681" y="3330"/>
                </a:lnTo>
                <a:lnTo>
                  <a:pt x="735" y="3503"/>
                </a:lnTo>
                <a:lnTo>
                  <a:pt x="735" y="3676"/>
                </a:lnTo>
                <a:lnTo>
                  <a:pt x="817" y="3849"/>
                </a:lnTo>
                <a:lnTo>
                  <a:pt x="817" y="4071"/>
                </a:lnTo>
                <a:lnTo>
                  <a:pt x="872" y="4243"/>
                </a:lnTo>
                <a:lnTo>
                  <a:pt x="926" y="4416"/>
                </a:lnTo>
                <a:lnTo>
                  <a:pt x="926" y="4589"/>
                </a:lnTo>
                <a:lnTo>
                  <a:pt x="981" y="4762"/>
                </a:lnTo>
                <a:lnTo>
                  <a:pt x="981" y="4934"/>
                </a:lnTo>
                <a:lnTo>
                  <a:pt x="1062" y="5107"/>
                </a:lnTo>
                <a:lnTo>
                  <a:pt x="1117" y="5255"/>
                </a:lnTo>
                <a:lnTo>
                  <a:pt x="1117" y="5428"/>
                </a:lnTo>
                <a:lnTo>
                  <a:pt x="1171" y="5600"/>
                </a:lnTo>
                <a:lnTo>
                  <a:pt x="1171" y="5773"/>
                </a:lnTo>
                <a:lnTo>
                  <a:pt x="1253" y="5946"/>
                </a:lnTo>
                <a:lnTo>
                  <a:pt x="1253" y="6168"/>
                </a:lnTo>
                <a:lnTo>
                  <a:pt x="1308" y="6341"/>
                </a:lnTo>
                <a:lnTo>
                  <a:pt x="1362" y="6563"/>
                </a:lnTo>
                <a:lnTo>
                  <a:pt x="1362" y="6735"/>
                </a:lnTo>
                <a:lnTo>
                  <a:pt x="1417" y="6908"/>
                </a:lnTo>
                <a:lnTo>
                  <a:pt x="1498" y="7081"/>
                </a:lnTo>
                <a:lnTo>
                  <a:pt x="1498" y="7254"/>
                </a:lnTo>
                <a:lnTo>
                  <a:pt x="1553" y="7426"/>
                </a:lnTo>
                <a:lnTo>
                  <a:pt x="1553" y="7574"/>
                </a:lnTo>
                <a:lnTo>
                  <a:pt x="1607" y="7821"/>
                </a:lnTo>
                <a:lnTo>
                  <a:pt x="1662" y="7994"/>
                </a:lnTo>
                <a:lnTo>
                  <a:pt x="1662" y="8216"/>
                </a:lnTo>
                <a:lnTo>
                  <a:pt x="1744" y="8389"/>
                </a:lnTo>
                <a:lnTo>
                  <a:pt x="1798" y="8537"/>
                </a:lnTo>
                <a:lnTo>
                  <a:pt x="1798" y="8709"/>
                </a:lnTo>
                <a:lnTo>
                  <a:pt x="1853" y="8882"/>
                </a:lnTo>
                <a:lnTo>
                  <a:pt x="1853" y="9055"/>
                </a:lnTo>
                <a:lnTo>
                  <a:pt x="1934" y="9228"/>
                </a:lnTo>
                <a:lnTo>
                  <a:pt x="1934" y="9450"/>
                </a:lnTo>
                <a:lnTo>
                  <a:pt x="1989" y="9622"/>
                </a:lnTo>
                <a:lnTo>
                  <a:pt x="2044" y="9844"/>
                </a:lnTo>
                <a:lnTo>
                  <a:pt x="2044" y="10017"/>
                </a:lnTo>
                <a:lnTo>
                  <a:pt x="2098" y="10239"/>
                </a:lnTo>
                <a:lnTo>
                  <a:pt x="2180" y="10412"/>
                </a:lnTo>
                <a:lnTo>
                  <a:pt x="2180" y="10634"/>
                </a:lnTo>
                <a:lnTo>
                  <a:pt x="2234" y="10807"/>
                </a:lnTo>
                <a:lnTo>
                  <a:pt x="2289" y="11029"/>
                </a:lnTo>
                <a:lnTo>
                  <a:pt x="2289" y="11201"/>
                </a:lnTo>
                <a:lnTo>
                  <a:pt x="2371" y="11374"/>
                </a:lnTo>
                <a:lnTo>
                  <a:pt x="2425" y="11547"/>
                </a:lnTo>
                <a:lnTo>
                  <a:pt x="2425" y="11720"/>
                </a:lnTo>
                <a:lnTo>
                  <a:pt x="2480" y="11892"/>
                </a:lnTo>
                <a:lnTo>
                  <a:pt x="2480" y="12065"/>
                </a:lnTo>
                <a:lnTo>
                  <a:pt x="2534" y="12287"/>
                </a:lnTo>
                <a:lnTo>
                  <a:pt x="2616" y="12460"/>
                </a:lnTo>
                <a:lnTo>
                  <a:pt x="2616" y="12682"/>
                </a:lnTo>
                <a:lnTo>
                  <a:pt x="2670" y="12855"/>
                </a:lnTo>
                <a:lnTo>
                  <a:pt x="2725" y="1307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7888694" y="3320996"/>
            <a:ext cx="2670" cy="13175"/>
          </a:xfrm>
          <a:custGeom>
            <a:avLst/>
            <a:gdLst/>
            <a:ahLst/>
            <a:cxnLst/>
            <a:rect l="l" t="t" r="r" b="b"/>
            <a:pathLst>
              <a:path w="2670" h="13175">
                <a:moveTo>
                  <a:pt x="0" y="0"/>
                </a:moveTo>
                <a:lnTo>
                  <a:pt x="0" y="172"/>
                </a:lnTo>
                <a:lnTo>
                  <a:pt x="54" y="394"/>
                </a:lnTo>
                <a:lnTo>
                  <a:pt x="136" y="567"/>
                </a:lnTo>
                <a:lnTo>
                  <a:pt x="136" y="789"/>
                </a:lnTo>
                <a:lnTo>
                  <a:pt x="190" y="962"/>
                </a:lnTo>
                <a:lnTo>
                  <a:pt x="245" y="1184"/>
                </a:lnTo>
                <a:lnTo>
                  <a:pt x="245" y="1357"/>
                </a:lnTo>
                <a:lnTo>
                  <a:pt x="327" y="1579"/>
                </a:lnTo>
                <a:lnTo>
                  <a:pt x="381" y="1751"/>
                </a:lnTo>
                <a:lnTo>
                  <a:pt x="381" y="1973"/>
                </a:lnTo>
                <a:lnTo>
                  <a:pt x="436" y="2146"/>
                </a:lnTo>
                <a:lnTo>
                  <a:pt x="436" y="2368"/>
                </a:lnTo>
                <a:lnTo>
                  <a:pt x="490" y="2541"/>
                </a:lnTo>
                <a:lnTo>
                  <a:pt x="572" y="2763"/>
                </a:lnTo>
                <a:lnTo>
                  <a:pt x="572" y="2936"/>
                </a:lnTo>
                <a:lnTo>
                  <a:pt x="626" y="3108"/>
                </a:lnTo>
                <a:lnTo>
                  <a:pt x="681" y="3281"/>
                </a:lnTo>
                <a:lnTo>
                  <a:pt x="681" y="3503"/>
                </a:lnTo>
                <a:lnTo>
                  <a:pt x="763" y="3676"/>
                </a:lnTo>
                <a:lnTo>
                  <a:pt x="817" y="3898"/>
                </a:lnTo>
                <a:lnTo>
                  <a:pt x="817" y="4071"/>
                </a:lnTo>
                <a:lnTo>
                  <a:pt x="872" y="4293"/>
                </a:lnTo>
                <a:lnTo>
                  <a:pt x="926" y="4465"/>
                </a:lnTo>
                <a:lnTo>
                  <a:pt x="926" y="4688"/>
                </a:lnTo>
                <a:lnTo>
                  <a:pt x="1008" y="4860"/>
                </a:lnTo>
                <a:lnTo>
                  <a:pt x="1062" y="5082"/>
                </a:lnTo>
                <a:lnTo>
                  <a:pt x="1062" y="5255"/>
                </a:lnTo>
                <a:lnTo>
                  <a:pt x="1117" y="5477"/>
                </a:lnTo>
                <a:lnTo>
                  <a:pt x="1117" y="5650"/>
                </a:lnTo>
                <a:lnTo>
                  <a:pt x="1171" y="5823"/>
                </a:lnTo>
                <a:lnTo>
                  <a:pt x="1253" y="5995"/>
                </a:lnTo>
                <a:lnTo>
                  <a:pt x="1253" y="6217"/>
                </a:lnTo>
                <a:lnTo>
                  <a:pt x="1308" y="6390"/>
                </a:lnTo>
                <a:lnTo>
                  <a:pt x="1362" y="6612"/>
                </a:lnTo>
                <a:lnTo>
                  <a:pt x="1362" y="6785"/>
                </a:lnTo>
                <a:lnTo>
                  <a:pt x="1444" y="7007"/>
                </a:lnTo>
                <a:lnTo>
                  <a:pt x="1498" y="7180"/>
                </a:lnTo>
                <a:lnTo>
                  <a:pt x="1498" y="7402"/>
                </a:lnTo>
                <a:lnTo>
                  <a:pt x="1553" y="7574"/>
                </a:lnTo>
                <a:lnTo>
                  <a:pt x="1553" y="7747"/>
                </a:lnTo>
                <a:lnTo>
                  <a:pt x="1607" y="7920"/>
                </a:lnTo>
                <a:lnTo>
                  <a:pt x="1689" y="8142"/>
                </a:lnTo>
                <a:lnTo>
                  <a:pt x="1689" y="8315"/>
                </a:lnTo>
                <a:lnTo>
                  <a:pt x="1744" y="8537"/>
                </a:lnTo>
                <a:lnTo>
                  <a:pt x="1798" y="8709"/>
                </a:lnTo>
                <a:lnTo>
                  <a:pt x="1798" y="8882"/>
                </a:lnTo>
                <a:lnTo>
                  <a:pt x="1853" y="9055"/>
                </a:lnTo>
                <a:lnTo>
                  <a:pt x="1853" y="9277"/>
                </a:lnTo>
                <a:lnTo>
                  <a:pt x="1934" y="9450"/>
                </a:lnTo>
                <a:lnTo>
                  <a:pt x="1989" y="9672"/>
                </a:lnTo>
                <a:lnTo>
                  <a:pt x="1989" y="9844"/>
                </a:lnTo>
                <a:lnTo>
                  <a:pt x="2044" y="10017"/>
                </a:lnTo>
                <a:lnTo>
                  <a:pt x="2044" y="10190"/>
                </a:lnTo>
                <a:lnTo>
                  <a:pt x="2125" y="10412"/>
                </a:lnTo>
                <a:lnTo>
                  <a:pt x="2180" y="10585"/>
                </a:lnTo>
                <a:lnTo>
                  <a:pt x="2180" y="10807"/>
                </a:lnTo>
                <a:lnTo>
                  <a:pt x="2234" y="10979"/>
                </a:lnTo>
                <a:lnTo>
                  <a:pt x="2289" y="11152"/>
                </a:lnTo>
                <a:lnTo>
                  <a:pt x="2289" y="11325"/>
                </a:lnTo>
                <a:lnTo>
                  <a:pt x="2371" y="11547"/>
                </a:lnTo>
                <a:lnTo>
                  <a:pt x="2425" y="11720"/>
                </a:lnTo>
                <a:lnTo>
                  <a:pt x="2425" y="11942"/>
                </a:lnTo>
                <a:lnTo>
                  <a:pt x="2480" y="12114"/>
                </a:lnTo>
                <a:lnTo>
                  <a:pt x="2480" y="12287"/>
                </a:lnTo>
                <a:lnTo>
                  <a:pt x="2561" y="12435"/>
                </a:lnTo>
                <a:lnTo>
                  <a:pt x="2616" y="12682"/>
                </a:lnTo>
                <a:lnTo>
                  <a:pt x="2616" y="12855"/>
                </a:lnTo>
                <a:lnTo>
                  <a:pt x="2670" y="13003"/>
                </a:lnTo>
                <a:lnTo>
                  <a:pt x="2670" y="1317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7891365" y="3334172"/>
            <a:ext cx="2725" cy="13373"/>
          </a:xfrm>
          <a:custGeom>
            <a:avLst/>
            <a:gdLst/>
            <a:ahLst/>
            <a:cxnLst/>
            <a:rect l="l" t="t" r="r" b="b"/>
            <a:pathLst>
              <a:path w="2725" h="13373">
                <a:moveTo>
                  <a:pt x="0" y="0"/>
                </a:moveTo>
                <a:lnTo>
                  <a:pt x="54" y="222"/>
                </a:lnTo>
                <a:lnTo>
                  <a:pt x="136" y="394"/>
                </a:lnTo>
                <a:lnTo>
                  <a:pt x="136" y="641"/>
                </a:lnTo>
                <a:lnTo>
                  <a:pt x="190" y="789"/>
                </a:lnTo>
                <a:lnTo>
                  <a:pt x="190" y="962"/>
                </a:lnTo>
                <a:lnTo>
                  <a:pt x="245" y="1134"/>
                </a:lnTo>
                <a:lnTo>
                  <a:pt x="299" y="1357"/>
                </a:lnTo>
                <a:lnTo>
                  <a:pt x="299" y="1529"/>
                </a:lnTo>
                <a:lnTo>
                  <a:pt x="381" y="1702"/>
                </a:lnTo>
                <a:lnTo>
                  <a:pt x="436" y="1875"/>
                </a:lnTo>
                <a:lnTo>
                  <a:pt x="436" y="2097"/>
                </a:lnTo>
                <a:lnTo>
                  <a:pt x="490" y="2269"/>
                </a:lnTo>
                <a:lnTo>
                  <a:pt x="490" y="2442"/>
                </a:lnTo>
                <a:lnTo>
                  <a:pt x="572" y="2615"/>
                </a:lnTo>
                <a:lnTo>
                  <a:pt x="626" y="2837"/>
                </a:lnTo>
                <a:lnTo>
                  <a:pt x="626" y="3010"/>
                </a:lnTo>
                <a:lnTo>
                  <a:pt x="681" y="3182"/>
                </a:lnTo>
                <a:lnTo>
                  <a:pt x="681" y="3355"/>
                </a:lnTo>
                <a:lnTo>
                  <a:pt x="735" y="3577"/>
                </a:lnTo>
                <a:lnTo>
                  <a:pt x="817" y="3750"/>
                </a:lnTo>
                <a:lnTo>
                  <a:pt x="817" y="3923"/>
                </a:lnTo>
                <a:lnTo>
                  <a:pt x="872" y="4071"/>
                </a:lnTo>
                <a:lnTo>
                  <a:pt x="872" y="4317"/>
                </a:lnTo>
                <a:lnTo>
                  <a:pt x="926" y="4465"/>
                </a:lnTo>
                <a:lnTo>
                  <a:pt x="1008" y="4638"/>
                </a:lnTo>
                <a:lnTo>
                  <a:pt x="1008" y="4811"/>
                </a:lnTo>
                <a:lnTo>
                  <a:pt x="1062" y="5033"/>
                </a:lnTo>
                <a:lnTo>
                  <a:pt x="1117" y="5206"/>
                </a:lnTo>
                <a:lnTo>
                  <a:pt x="1117" y="5378"/>
                </a:lnTo>
                <a:lnTo>
                  <a:pt x="1171" y="5551"/>
                </a:lnTo>
                <a:lnTo>
                  <a:pt x="1171" y="5724"/>
                </a:lnTo>
                <a:lnTo>
                  <a:pt x="1253" y="5897"/>
                </a:lnTo>
                <a:lnTo>
                  <a:pt x="1253" y="6119"/>
                </a:lnTo>
                <a:lnTo>
                  <a:pt x="1308" y="6291"/>
                </a:lnTo>
                <a:lnTo>
                  <a:pt x="1308" y="6464"/>
                </a:lnTo>
                <a:lnTo>
                  <a:pt x="1362" y="6637"/>
                </a:lnTo>
                <a:lnTo>
                  <a:pt x="1417" y="6859"/>
                </a:lnTo>
                <a:lnTo>
                  <a:pt x="1417" y="7032"/>
                </a:lnTo>
                <a:lnTo>
                  <a:pt x="1498" y="7204"/>
                </a:lnTo>
                <a:lnTo>
                  <a:pt x="1553" y="7352"/>
                </a:lnTo>
                <a:lnTo>
                  <a:pt x="1553" y="7525"/>
                </a:lnTo>
                <a:lnTo>
                  <a:pt x="1607" y="7698"/>
                </a:lnTo>
                <a:lnTo>
                  <a:pt x="1607" y="7920"/>
                </a:lnTo>
                <a:lnTo>
                  <a:pt x="1689" y="8093"/>
                </a:lnTo>
                <a:lnTo>
                  <a:pt x="1689" y="8265"/>
                </a:lnTo>
                <a:lnTo>
                  <a:pt x="1744" y="8438"/>
                </a:lnTo>
                <a:lnTo>
                  <a:pt x="1798" y="8611"/>
                </a:lnTo>
                <a:lnTo>
                  <a:pt x="1798" y="8783"/>
                </a:lnTo>
                <a:lnTo>
                  <a:pt x="1853" y="9005"/>
                </a:lnTo>
                <a:lnTo>
                  <a:pt x="1853" y="9178"/>
                </a:lnTo>
                <a:lnTo>
                  <a:pt x="1934" y="9351"/>
                </a:lnTo>
                <a:lnTo>
                  <a:pt x="1989" y="9524"/>
                </a:lnTo>
                <a:lnTo>
                  <a:pt x="1989" y="9672"/>
                </a:lnTo>
                <a:lnTo>
                  <a:pt x="2044" y="9844"/>
                </a:lnTo>
                <a:lnTo>
                  <a:pt x="2044" y="10066"/>
                </a:lnTo>
                <a:lnTo>
                  <a:pt x="2098" y="10239"/>
                </a:lnTo>
                <a:lnTo>
                  <a:pt x="2098" y="10412"/>
                </a:lnTo>
                <a:lnTo>
                  <a:pt x="2180" y="10585"/>
                </a:lnTo>
                <a:lnTo>
                  <a:pt x="2234" y="10757"/>
                </a:lnTo>
                <a:lnTo>
                  <a:pt x="2234" y="10930"/>
                </a:lnTo>
                <a:lnTo>
                  <a:pt x="2289" y="11103"/>
                </a:lnTo>
                <a:lnTo>
                  <a:pt x="2289" y="11275"/>
                </a:lnTo>
                <a:lnTo>
                  <a:pt x="2371" y="11497"/>
                </a:lnTo>
                <a:lnTo>
                  <a:pt x="2425" y="11670"/>
                </a:lnTo>
                <a:lnTo>
                  <a:pt x="2425" y="11843"/>
                </a:lnTo>
                <a:lnTo>
                  <a:pt x="2480" y="11991"/>
                </a:lnTo>
                <a:lnTo>
                  <a:pt x="2480" y="12164"/>
                </a:lnTo>
                <a:lnTo>
                  <a:pt x="2534" y="12336"/>
                </a:lnTo>
                <a:lnTo>
                  <a:pt x="2534" y="12509"/>
                </a:lnTo>
                <a:lnTo>
                  <a:pt x="2616" y="12682"/>
                </a:lnTo>
                <a:lnTo>
                  <a:pt x="2670" y="12904"/>
                </a:lnTo>
                <a:lnTo>
                  <a:pt x="2670" y="13077"/>
                </a:lnTo>
                <a:lnTo>
                  <a:pt x="2725" y="132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7894090" y="3347545"/>
            <a:ext cx="2725" cy="13447"/>
          </a:xfrm>
          <a:custGeom>
            <a:avLst/>
            <a:gdLst/>
            <a:ahLst/>
            <a:cxnLst/>
            <a:rect l="l" t="t" r="r" b="b"/>
            <a:pathLst>
              <a:path w="2725" h="13447">
                <a:moveTo>
                  <a:pt x="0" y="0"/>
                </a:moveTo>
                <a:lnTo>
                  <a:pt x="81" y="222"/>
                </a:lnTo>
                <a:lnTo>
                  <a:pt x="81" y="394"/>
                </a:lnTo>
                <a:lnTo>
                  <a:pt x="136" y="542"/>
                </a:lnTo>
                <a:lnTo>
                  <a:pt x="190" y="715"/>
                </a:lnTo>
                <a:lnTo>
                  <a:pt x="190" y="937"/>
                </a:lnTo>
                <a:lnTo>
                  <a:pt x="245" y="1110"/>
                </a:lnTo>
                <a:lnTo>
                  <a:pt x="245" y="1283"/>
                </a:lnTo>
                <a:lnTo>
                  <a:pt x="327" y="1455"/>
                </a:lnTo>
                <a:lnTo>
                  <a:pt x="327" y="1628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46"/>
                </a:lnTo>
                <a:lnTo>
                  <a:pt x="490" y="2319"/>
                </a:lnTo>
                <a:lnTo>
                  <a:pt x="490" y="2467"/>
                </a:lnTo>
                <a:lnTo>
                  <a:pt x="572" y="2640"/>
                </a:lnTo>
                <a:lnTo>
                  <a:pt x="572" y="2812"/>
                </a:lnTo>
                <a:lnTo>
                  <a:pt x="626" y="3034"/>
                </a:lnTo>
                <a:lnTo>
                  <a:pt x="681" y="3207"/>
                </a:lnTo>
                <a:lnTo>
                  <a:pt x="681" y="3380"/>
                </a:lnTo>
                <a:lnTo>
                  <a:pt x="763" y="3553"/>
                </a:lnTo>
                <a:lnTo>
                  <a:pt x="763" y="3725"/>
                </a:lnTo>
                <a:lnTo>
                  <a:pt x="817" y="3898"/>
                </a:lnTo>
                <a:lnTo>
                  <a:pt x="817" y="4071"/>
                </a:lnTo>
                <a:lnTo>
                  <a:pt x="872" y="4243"/>
                </a:lnTo>
                <a:lnTo>
                  <a:pt x="872" y="4391"/>
                </a:lnTo>
                <a:lnTo>
                  <a:pt x="926" y="4564"/>
                </a:lnTo>
                <a:lnTo>
                  <a:pt x="1008" y="4737"/>
                </a:lnTo>
                <a:lnTo>
                  <a:pt x="1008" y="4910"/>
                </a:lnTo>
                <a:lnTo>
                  <a:pt x="1062" y="5082"/>
                </a:lnTo>
                <a:lnTo>
                  <a:pt x="1062" y="5255"/>
                </a:lnTo>
                <a:lnTo>
                  <a:pt x="1117" y="5428"/>
                </a:lnTo>
                <a:lnTo>
                  <a:pt x="1117" y="5600"/>
                </a:lnTo>
                <a:lnTo>
                  <a:pt x="1199" y="5823"/>
                </a:lnTo>
                <a:lnTo>
                  <a:pt x="1253" y="5995"/>
                </a:lnTo>
                <a:lnTo>
                  <a:pt x="1253" y="6143"/>
                </a:lnTo>
                <a:lnTo>
                  <a:pt x="1308" y="6316"/>
                </a:lnTo>
                <a:lnTo>
                  <a:pt x="1308" y="6489"/>
                </a:lnTo>
                <a:lnTo>
                  <a:pt x="1362" y="6661"/>
                </a:lnTo>
                <a:lnTo>
                  <a:pt x="1362" y="6834"/>
                </a:lnTo>
                <a:lnTo>
                  <a:pt x="1444" y="7007"/>
                </a:lnTo>
                <a:lnTo>
                  <a:pt x="1444" y="7180"/>
                </a:lnTo>
                <a:lnTo>
                  <a:pt x="1498" y="7352"/>
                </a:lnTo>
                <a:lnTo>
                  <a:pt x="1553" y="7525"/>
                </a:lnTo>
                <a:lnTo>
                  <a:pt x="1553" y="7673"/>
                </a:lnTo>
                <a:lnTo>
                  <a:pt x="1607" y="7846"/>
                </a:lnTo>
                <a:lnTo>
                  <a:pt x="1607" y="8018"/>
                </a:lnTo>
                <a:lnTo>
                  <a:pt x="1689" y="8191"/>
                </a:lnTo>
                <a:lnTo>
                  <a:pt x="1689" y="8364"/>
                </a:lnTo>
                <a:lnTo>
                  <a:pt x="1744" y="8537"/>
                </a:lnTo>
                <a:lnTo>
                  <a:pt x="1798" y="8709"/>
                </a:lnTo>
                <a:lnTo>
                  <a:pt x="1798" y="8882"/>
                </a:lnTo>
                <a:lnTo>
                  <a:pt x="1880" y="9030"/>
                </a:lnTo>
                <a:lnTo>
                  <a:pt x="1880" y="9203"/>
                </a:lnTo>
                <a:lnTo>
                  <a:pt x="1934" y="9376"/>
                </a:lnTo>
                <a:lnTo>
                  <a:pt x="1934" y="9548"/>
                </a:lnTo>
                <a:lnTo>
                  <a:pt x="1989" y="9721"/>
                </a:lnTo>
                <a:lnTo>
                  <a:pt x="1989" y="9894"/>
                </a:lnTo>
                <a:lnTo>
                  <a:pt x="2044" y="10066"/>
                </a:lnTo>
                <a:lnTo>
                  <a:pt x="2044" y="10239"/>
                </a:lnTo>
                <a:lnTo>
                  <a:pt x="2125" y="10387"/>
                </a:lnTo>
                <a:lnTo>
                  <a:pt x="2125" y="10560"/>
                </a:lnTo>
                <a:lnTo>
                  <a:pt x="2180" y="10733"/>
                </a:lnTo>
                <a:lnTo>
                  <a:pt x="2234" y="10905"/>
                </a:lnTo>
                <a:lnTo>
                  <a:pt x="2234" y="11078"/>
                </a:lnTo>
                <a:lnTo>
                  <a:pt x="2289" y="11251"/>
                </a:lnTo>
                <a:lnTo>
                  <a:pt x="2289" y="11423"/>
                </a:lnTo>
                <a:lnTo>
                  <a:pt x="2371" y="11596"/>
                </a:lnTo>
                <a:lnTo>
                  <a:pt x="2371" y="11769"/>
                </a:lnTo>
                <a:lnTo>
                  <a:pt x="2425" y="11917"/>
                </a:lnTo>
                <a:lnTo>
                  <a:pt x="2480" y="12090"/>
                </a:lnTo>
                <a:lnTo>
                  <a:pt x="2480" y="12262"/>
                </a:lnTo>
                <a:lnTo>
                  <a:pt x="2561" y="12435"/>
                </a:lnTo>
                <a:lnTo>
                  <a:pt x="2561" y="12608"/>
                </a:lnTo>
                <a:lnTo>
                  <a:pt x="2616" y="12781"/>
                </a:lnTo>
                <a:lnTo>
                  <a:pt x="2616" y="12953"/>
                </a:lnTo>
                <a:lnTo>
                  <a:pt x="2670" y="13126"/>
                </a:lnTo>
                <a:lnTo>
                  <a:pt x="2670" y="13274"/>
                </a:lnTo>
                <a:lnTo>
                  <a:pt x="2725" y="1344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7896815" y="3360992"/>
            <a:ext cx="2752" cy="13644"/>
          </a:xfrm>
          <a:custGeom>
            <a:avLst/>
            <a:gdLst/>
            <a:ahLst/>
            <a:cxnLst/>
            <a:rect l="l" t="t" r="r" b="b"/>
            <a:pathLst>
              <a:path w="2752" h="13644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81" y="518"/>
                </a:lnTo>
                <a:lnTo>
                  <a:pt x="136" y="690"/>
                </a:lnTo>
                <a:lnTo>
                  <a:pt x="190" y="863"/>
                </a:lnTo>
                <a:lnTo>
                  <a:pt x="190" y="1036"/>
                </a:lnTo>
                <a:lnTo>
                  <a:pt x="272" y="1184"/>
                </a:lnTo>
                <a:lnTo>
                  <a:pt x="272" y="1357"/>
                </a:lnTo>
                <a:lnTo>
                  <a:pt x="327" y="1529"/>
                </a:lnTo>
                <a:lnTo>
                  <a:pt x="327" y="1702"/>
                </a:lnTo>
                <a:lnTo>
                  <a:pt x="381" y="1875"/>
                </a:lnTo>
                <a:lnTo>
                  <a:pt x="436" y="2047"/>
                </a:lnTo>
                <a:lnTo>
                  <a:pt x="436" y="2220"/>
                </a:lnTo>
                <a:lnTo>
                  <a:pt x="517" y="2393"/>
                </a:lnTo>
                <a:lnTo>
                  <a:pt x="517" y="2566"/>
                </a:lnTo>
                <a:lnTo>
                  <a:pt x="572" y="2714"/>
                </a:lnTo>
                <a:lnTo>
                  <a:pt x="572" y="2886"/>
                </a:lnTo>
                <a:lnTo>
                  <a:pt x="626" y="3059"/>
                </a:lnTo>
                <a:lnTo>
                  <a:pt x="626" y="3232"/>
                </a:lnTo>
                <a:lnTo>
                  <a:pt x="681" y="3404"/>
                </a:lnTo>
                <a:lnTo>
                  <a:pt x="681" y="3577"/>
                </a:lnTo>
                <a:lnTo>
                  <a:pt x="763" y="3750"/>
                </a:lnTo>
                <a:lnTo>
                  <a:pt x="763" y="3923"/>
                </a:lnTo>
                <a:lnTo>
                  <a:pt x="817" y="4145"/>
                </a:lnTo>
                <a:lnTo>
                  <a:pt x="872" y="4317"/>
                </a:lnTo>
                <a:lnTo>
                  <a:pt x="872" y="4465"/>
                </a:lnTo>
                <a:lnTo>
                  <a:pt x="953" y="4638"/>
                </a:lnTo>
                <a:lnTo>
                  <a:pt x="953" y="4811"/>
                </a:lnTo>
                <a:lnTo>
                  <a:pt x="1008" y="4984"/>
                </a:lnTo>
                <a:lnTo>
                  <a:pt x="1008" y="5156"/>
                </a:lnTo>
                <a:lnTo>
                  <a:pt x="1062" y="5329"/>
                </a:lnTo>
                <a:lnTo>
                  <a:pt x="1117" y="5502"/>
                </a:lnTo>
                <a:lnTo>
                  <a:pt x="1117" y="5674"/>
                </a:lnTo>
                <a:lnTo>
                  <a:pt x="1199" y="5847"/>
                </a:lnTo>
                <a:lnTo>
                  <a:pt x="1199" y="5995"/>
                </a:lnTo>
                <a:lnTo>
                  <a:pt x="1253" y="6168"/>
                </a:lnTo>
                <a:lnTo>
                  <a:pt x="1253" y="6341"/>
                </a:lnTo>
                <a:lnTo>
                  <a:pt x="1308" y="6513"/>
                </a:lnTo>
                <a:lnTo>
                  <a:pt x="1308" y="6686"/>
                </a:lnTo>
                <a:lnTo>
                  <a:pt x="1389" y="6859"/>
                </a:lnTo>
                <a:lnTo>
                  <a:pt x="1444" y="7032"/>
                </a:lnTo>
                <a:lnTo>
                  <a:pt x="1444" y="7204"/>
                </a:lnTo>
                <a:lnTo>
                  <a:pt x="1498" y="7352"/>
                </a:lnTo>
                <a:lnTo>
                  <a:pt x="1498" y="7525"/>
                </a:lnTo>
                <a:lnTo>
                  <a:pt x="1553" y="7772"/>
                </a:lnTo>
                <a:lnTo>
                  <a:pt x="1553" y="7920"/>
                </a:lnTo>
                <a:lnTo>
                  <a:pt x="1635" y="8093"/>
                </a:lnTo>
                <a:lnTo>
                  <a:pt x="1689" y="8265"/>
                </a:lnTo>
                <a:lnTo>
                  <a:pt x="1689" y="8438"/>
                </a:lnTo>
                <a:lnTo>
                  <a:pt x="1744" y="8611"/>
                </a:lnTo>
                <a:lnTo>
                  <a:pt x="1744" y="8783"/>
                </a:lnTo>
                <a:lnTo>
                  <a:pt x="1798" y="8956"/>
                </a:lnTo>
                <a:lnTo>
                  <a:pt x="1798" y="9129"/>
                </a:lnTo>
                <a:lnTo>
                  <a:pt x="1880" y="9277"/>
                </a:lnTo>
                <a:lnTo>
                  <a:pt x="1880" y="9450"/>
                </a:lnTo>
                <a:lnTo>
                  <a:pt x="1934" y="9622"/>
                </a:lnTo>
                <a:lnTo>
                  <a:pt x="1934" y="9795"/>
                </a:lnTo>
                <a:lnTo>
                  <a:pt x="1989" y="9968"/>
                </a:lnTo>
                <a:lnTo>
                  <a:pt x="1989" y="10140"/>
                </a:lnTo>
                <a:lnTo>
                  <a:pt x="2071" y="10313"/>
                </a:lnTo>
                <a:lnTo>
                  <a:pt x="2125" y="10486"/>
                </a:lnTo>
                <a:lnTo>
                  <a:pt x="2125" y="10708"/>
                </a:lnTo>
                <a:lnTo>
                  <a:pt x="2180" y="10881"/>
                </a:lnTo>
                <a:lnTo>
                  <a:pt x="2180" y="11053"/>
                </a:lnTo>
                <a:lnTo>
                  <a:pt x="2234" y="11201"/>
                </a:lnTo>
                <a:lnTo>
                  <a:pt x="2234" y="11374"/>
                </a:lnTo>
                <a:lnTo>
                  <a:pt x="2316" y="11547"/>
                </a:lnTo>
                <a:lnTo>
                  <a:pt x="2371" y="11720"/>
                </a:lnTo>
                <a:lnTo>
                  <a:pt x="2371" y="11892"/>
                </a:lnTo>
                <a:lnTo>
                  <a:pt x="2425" y="12065"/>
                </a:lnTo>
                <a:lnTo>
                  <a:pt x="2425" y="12238"/>
                </a:lnTo>
                <a:lnTo>
                  <a:pt x="2480" y="12410"/>
                </a:lnTo>
                <a:lnTo>
                  <a:pt x="2480" y="12558"/>
                </a:lnTo>
                <a:lnTo>
                  <a:pt x="2561" y="12731"/>
                </a:lnTo>
                <a:lnTo>
                  <a:pt x="2561" y="12953"/>
                </a:lnTo>
                <a:lnTo>
                  <a:pt x="2616" y="13126"/>
                </a:lnTo>
                <a:lnTo>
                  <a:pt x="2670" y="13299"/>
                </a:lnTo>
                <a:lnTo>
                  <a:pt x="2670" y="13471"/>
                </a:lnTo>
                <a:lnTo>
                  <a:pt x="2752" y="13644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7899568" y="3374637"/>
            <a:ext cx="2643" cy="13693"/>
          </a:xfrm>
          <a:custGeom>
            <a:avLst/>
            <a:gdLst/>
            <a:ahLst/>
            <a:cxnLst/>
            <a:rect l="l" t="t" r="r" b="b"/>
            <a:pathLst>
              <a:path w="2643" h="13693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09" y="690"/>
                </a:lnTo>
                <a:lnTo>
                  <a:pt x="163" y="838"/>
                </a:lnTo>
                <a:lnTo>
                  <a:pt x="163" y="1011"/>
                </a:lnTo>
                <a:lnTo>
                  <a:pt x="245" y="1184"/>
                </a:lnTo>
                <a:lnTo>
                  <a:pt x="245" y="1357"/>
                </a:lnTo>
                <a:lnTo>
                  <a:pt x="299" y="1579"/>
                </a:lnTo>
                <a:lnTo>
                  <a:pt x="299" y="1751"/>
                </a:lnTo>
                <a:lnTo>
                  <a:pt x="354" y="1924"/>
                </a:lnTo>
                <a:lnTo>
                  <a:pt x="436" y="2097"/>
                </a:lnTo>
                <a:lnTo>
                  <a:pt x="436" y="2269"/>
                </a:lnTo>
                <a:lnTo>
                  <a:pt x="490" y="2442"/>
                </a:lnTo>
                <a:lnTo>
                  <a:pt x="490" y="2615"/>
                </a:lnTo>
                <a:lnTo>
                  <a:pt x="545" y="2763"/>
                </a:lnTo>
                <a:lnTo>
                  <a:pt x="545" y="2936"/>
                </a:lnTo>
                <a:lnTo>
                  <a:pt x="599" y="3108"/>
                </a:lnTo>
                <a:lnTo>
                  <a:pt x="599" y="3281"/>
                </a:lnTo>
                <a:lnTo>
                  <a:pt x="681" y="3503"/>
                </a:lnTo>
                <a:lnTo>
                  <a:pt x="735" y="3676"/>
                </a:lnTo>
                <a:lnTo>
                  <a:pt x="735" y="3849"/>
                </a:lnTo>
                <a:lnTo>
                  <a:pt x="790" y="4021"/>
                </a:lnTo>
                <a:lnTo>
                  <a:pt x="790" y="4194"/>
                </a:lnTo>
                <a:lnTo>
                  <a:pt x="844" y="4367"/>
                </a:lnTo>
                <a:lnTo>
                  <a:pt x="844" y="4515"/>
                </a:lnTo>
                <a:lnTo>
                  <a:pt x="926" y="4688"/>
                </a:lnTo>
                <a:lnTo>
                  <a:pt x="926" y="4860"/>
                </a:lnTo>
                <a:lnTo>
                  <a:pt x="981" y="5082"/>
                </a:lnTo>
                <a:lnTo>
                  <a:pt x="1035" y="5255"/>
                </a:lnTo>
                <a:lnTo>
                  <a:pt x="1035" y="5428"/>
                </a:lnTo>
                <a:lnTo>
                  <a:pt x="1117" y="5600"/>
                </a:lnTo>
                <a:lnTo>
                  <a:pt x="1117" y="5773"/>
                </a:lnTo>
                <a:lnTo>
                  <a:pt x="1171" y="5946"/>
                </a:lnTo>
                <a:lnTo>
                  <a:pt x="1171" y="6119"/>
                </a:lnTo>
                <a:lnTo>
                  <a:pt x="1226" y="6291"/>
                </a:lnTo>
                <a:lnTo>
                  <a:pt x="1226" y="6439"/>
                </a:lnTo>
                <a:lnTo>
                  <a:pt x="1280" y="6686"/>
                </a:lnTo>
                <a:lnTo>
                  <a:pt x="1362" y="6859"/>
                </a:lnTo>
                <a:lnTo>
                  <a:pt x="1362" y="7007"/>
                </a:lnTo>
                <a:lnTo>
                  <a:pt x="1417" y="7180"/>
                </a:lnTo>
                <a:lnTo>
                  <a:pt x="1417" y="7352"/>
                </a:lnTo>
                <a:lnTo>
                  <a:pt x="1471" y="7525"/>
                </a:lnTo>
                <a:lnTo>
                  <a:pt x="1471" y="7698"/>
                </a:lnTo>
                <a:lnTo>
                  <a:pt x="1526" y="7870"/>
                </a:lnTo>
                <a:lnTo>
                  <a:pt x="1526" y="8043"/>
                </a:lnTo>
                <a:lnTo>
                  <a:pt x="1607" y="8265"/>
                </a:lnTo>
                <a:lnTo>
                  <a:pt x="1662" y="8438"/>
                </a:lnTo>
                <a:lnTo>
                  <a:pt x="1662" y="8611"/>
                </a:lnTo>
                <a:lnTo>
                  <a:pt x="1716" y="8759"/>
                </a:lnTo>
                <a:lnTo>
                  <a:pt x="1716" y="8931"/>
                </a:lnTo>
                <a:lnTo>
                  <a:pt x="1798" y="9104"/>
                </a:lnTo>
                <a:lnTo>
                  <a:pt x="1798" y="9277"/>
                </a:lnTo>
                <a:lnTo>
                  <a:pt x="1853" y="9450"/>
                </a:lnTo>
                <a:lnTo>
                  <a:pt x="1853" y="9622"/>
                </a:lnTo>
                <a:lnTo>
                  <a:pt x="1907" y="9844"/>
                </a:lnTo>
                <a:lnTo>
                  <a:pt x="1962" y="10017"/>
                </a:lnTo>
                <a:lnTo>
                  <a:pt x="1962" y="10190"/>
                </a:lnTo>
                <a:lnTo>
                  <a:pt x="2044" y="10363"/>
                </a:lnTo>
                <a:lnTo>
                  <a:pt x="2044" y="10535"/>
                </a:lnTo>
                <a:lnTo>
                  <a:pt x="2098" y="10683"/>
                </a:lnTo>
                <a:lnTo>
                  <a:pt x="2098" y="10856"/>
                </a:lnTo>
                <a:lnTo>
                  <a:pt x="2153" y="11103"/>
                </a:lnTo>
                <a:lnTo>
                  <a:pt x="2234" y="11251"/>
                </a:lnTo>
                <a:lnTo>
                  <a:pt x="2234" y="11423"/>
                </a:lnTo>
                <a:lnTo>
                  <a:pt x="2289" y="11596"/>
                </a:lnTo>
                <a:lnTo>
                  <a:pt x="2289" y="11769"/>
                </a:lnTo>
                <a:lnTo>
                  <a:pt x="2343" y="11942"/>
                </a:lnTo>
                <a:lnTo>
                  <a:pt x="2343" y="12114"/>
                </a:lnTo>
                <a:lnTo>
                  <a:pt x="2398" y="12287"/>
                </a:lnTo>
                <a:lnTo>
                  <a:pt x="2480" y="12460"/>
                </a:lnTo>
                <a:lnTo>
                  <a:pt x="2480" y="12682"/>
                </a:lnTo>
                <a:lnTo>
                  <a:pt x="2534" y="12855"/>
                </a:lnTo>
                <a:lnTo>
                  <a:pt x="2534" y="13003"/>
                </a:lnTo>
                <a:lnTo>
                  <a:pt x="2589" y="13175"/>
                </a:lnTo>
                <a:lnTo>
                  <a:pt x="2589" y="13348"/>
                </a:lnTo>
                <a:lnTo>
                  <a:pt x="2643" y="13521"/>
                </a:lnTo>
                <a:lnTo>
                  <a:pt x="2643" y="1369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7902211" y="3388331"/>
            <a:ext cx="2752" cy="13817"/>
          </a:xfrm>
          <a:custGeom>
            <a:avLst/>
            <a:gdLst/>
            <a:ahLst/>
            <a:cxnLst/>
            <a:rect l="l" t="t" r="r" b="b"/>
            <a:pathLst>
              <a:path w="2752" h="13817">
                <a:moveTo>
                  <a:pt x="0" y="0"/>
                </a:moveTo>
                <a:lnTo>
                  <a:pt x="81" y="222"/>
                </a:lnTo>
                <a:lnTo>
                  <a:pt x="136" y="394"/>
                </a:lnTo>
                <a:lnTo>
                  <a:pt x="136" y="567"/>
                </a:lnTo>
                <a:lnTo>
                  <a:pt x="190" y="740"/>
                </a:lnTo>
                <a:lnTo>
                  <a:pt x="190" y="912"/>
                </a:lnTo>
                <a:lnTo>
                  <a:pt x="272" y="1085"/>
                </a:lnTo>
                <a:lnTo>
                  <a:pt x="272" y="1233"/>
                </a:lnTo>
                <a:lnTo>
                  <a:pt x="327" y="1480"/>
                </a:lnTo>
                <a:lnTo>
                  <a:pt x="381" y="1653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46"/>
                </a:lnTo>
                <a:lnTo>
                  <a:pt x="517" y="2319"/>
                </a:lnTo>
                <a:lnTo>
                  <a:pt x="517" y="2492"/>
                </a:lnTo>
                <a:lnTo>
                  <a:pt x="572" y="2714"/>
                </a:lnTo>
                <a:lnTo>
                  <a:pt x="626" y="2886"/>
                </a:lnTo>
                <a:lnTo>
                  <a:pt x="626" y="3059"/>
                </a:lnTo>
                <a:lnTo>
                  <a:pt x="708" y="3232"/>
                </a:lnTo>
                <a:lnTo>
                  <a:pt x="708" y="3404"/>
                </a:lnTo>
                <a:lnTo>
                  <a:pt x="763" y="3553"/>
                </a:lnTo>
                <a:lnTo>
                  <a:pt x="763" y="3725"/>
                </a:lnTo>
                <a:lnTo>
                  <a:pt x="817" y="3972"/>
                </a:lnTo>
                <a:lnTo>
                  <a:pt x="872" y="4120"/>
                </a:lnTo>
                <a:lnTo>
                  <a:pt x="872" y="4293"/>
                </a:lnTo>
                <a:lnTo>
                  <a:pt x="953" y="4465"/>
                </a:lnTo>
                <a:lnTo>
                  <a:pt x="953" y="4638"/>
                </a:lnTo>
                <a:lnTo>
                  <a:pt x="1008" y="4860"/>
                </a:lnTo>
                <a:lnTo>
                  <a:pt x="1062" y="5033"/>
                </a:lnTo>
                <a:lnTo>
                  <a:pt x="1062" y="5206"/>
                </a:lnTo>
                <a:lnTo>
                  <a:pt x="1117" y="5378"/>
                </a:lnTo>
                <a:lnTo>
                  <a:pt x="1117" y="5551"/>
                </a:lnTo>
                <a:lnTo>
                  <a:pt x="1199" y="5724"/>
                </a:lnTo>
                <a:lnTo>
                  <a:pt x="1199" y="5897"/>
                </a:lnTo>
                <a:lnTo>
                  <a:pt x="1253" y="6119"/>
                </a:lnTo>
                <a:lnTo>
                  <a:pt x="1253" y="6291"/>
                </a:lnTo>
                <a:lnTo>
                  <a:pt x="1308" y="6439"/>
                </a:lnTo>
                <a:lnTo>
                  <a:pt x="1389" y="6612"/>
                </a:lnTo>
                <a:lnTo>
                  <a:pt x="1389" y="6785"/>
                </a:lnTo>
                <a:lnTo>
                  <a:pt x="1444" y="7007"/>
                </a:lnTo>
                <a:lnTo>
                  <a:pt x="1444" y="7180"/>
                </a:lnTo>
                <a:lnTo>
                  <a:pt x="1498" y="7352"/>
                </a:lnTo>
                <a:lnTo>
                  <a:pt x="1498" y="7525"/>
                </a:lnTo>
                <a:lnTo>
                  <a:pt x="1553" y="7698"/>
                </a:lnTo>
                <a:lnTo>
                  <a:pt x="1635" y="7870"/>
                </a:lnTo>
                <a:lnTo>
                  <a:pt x="1635" y="8043"/>
                </a:lnTo>
                <a:lnTo>
                  <a:pt x="1689" y="8265"/>
                </a:lnTo>
                <a:lnTo>
                  <a:pt x="1689" y="8438"/>
                </a:lnTo>
                <a:lnTo>
                  <a:pt x="1744" y="8611"/>
                </a:lnTo>
                <a:lnTo>
                  <a:pt x="1744" y="8759"/>
                </a:lnTo>
                <a:lnTo>
                  <a:pt x="1798" y="8931"/>
                </a:lnTo>
                <a:lnTo>
                  <a:pt x="1880" y="9178"/>
                </a:lnTo>
                <a:lnTo>
                  <a:pt x="1880" y="9326"/>
                </a:lnTo>
                <a:lnTo>
                  <a:pt x="1934" y="9499"/>
                </a:lnTo>
                <a:lnTo>
                  <a:pt x="1934" y="9672"/>
                </a:lnTo>
                <a:lnTo>
                  <a:pt x="1989" y="9844"/>
                </a:lnTo>
                <a:lnTo>
                  <a:pt x="1989" y="10017"/>
                </a:lnTo>
                <a:lnTo>
                  <a:pt x="2071" y="10190"/>
                </a:lnTo>
                <a:lnTo>
                  <a:pt x="2071" y="10412"/>
                </a:lnTo>
                <a:lnTo>
                  <a:pt x="2125" y="10585"/>
                </a:lnTo>
                <a:lnTo>
                  <a:pt x="2180" y="10757"/>
                </a:lnTo>
                <a:lnTo>
                  <a:pt x="2180" y="10930"/>
                </a:lnTo>
                <a:lnTo>
                  <a:pt x="2234" y="11078"/>
                </a:lnTo>
                <a:lnTo>
                  <a:pt x="2234" y="11325"/>
                </a:lnTo>
                <a:lnTo>
                  <a:pt x="2316" y="11497"/>
                </a:lnTo>
                <a:lnTo>
                  <a:pt x="2316" y="11646"/>
                </a:lnTo>
                <a:lnTo>
                  <a:pt x="2371" y="11818"/>
                </a:lnTo>
                <a:lnTo>
                  <a:pt x="2425" y="11991"/>
                </a:lnTo>
                <a:lnTo>
                  <a:pt x="2425" y="12213"/>
                </a:lnTo>
                <a:lnTo>
                  <a:pt x="2507" y="12386"/>
                </a:lnTo>
                <a:lnTo>
                  <a:pt x="2507" y="12558"/>
                </a:lnTo>
                <a:lnTo>
                  <a:pt x="2561" y="12731"/>
                </a:lnTo>
                <a:lnTo>
                  <a:pt x="2561" y="12904"/>
                </a:lnTo>
                <a:lnTo>
                  <a:pt x="2616" y="13126"/>
                </a:lnTo>
                <a:lnTo>
                  <a:pt x="2670" y="13299"/>
                </a:lnTo>
                <a:lnTo>
                  <a:pt x="2670" y="13471"/>
                </a:lnTo>
                <a:lnTo>
                  <a:pt x="2752" y="13644"/>
                </a:lnTo>
                <a:lnTo>
                  <a:pt x="2752" y="1381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7904964" y="3402148"/>
            <a:ext cx="2725" cy="13842"/>
          </a:xfrm>
          <a:custGeom>
            <a:avLst/>
            <a:gdLst/>
            <a:ahLst/>
            <a:cxnLst/>
            <a:rect l="l" t="t" r="r" b="b"/>
            <a:pathLst>
              <a:path w="2725" h="13842">
                <a:moveTo>
                  <a:pt x="0" y="0"/>
                </a:moveTo>
                <a:lnTo>
                  <a:pt x="54" y="222"/>
                </a:lnTo>
                <a:lnTo>
                  <a:pt x="109" y="394"/>
                </a:lnTo>
                <a:lnTo>
                  <a:pt x="109" y="567"/>
                </a:lnTo>
                <a:lnTo>
                  <a:pt x="163" y="715"/>
                </a:lnTo>
                <a:lnTo>
                  <a:pt x="163" y="888"/>
                </a:lnTo>
                <a:lnTo>
                  <a:pt x="245" y="1110"/>
                </a:lnTo>
                <a:lnTo>
                  <a:pt x="245" y="1283"/>
                </a:lnTo>
                <a:lnTo>
                  <a:pt x="299" y="1455"/>
                </a:lnTo>
                <a:lnTo>
                  <a:pt x="354" y="1628"/>
                </a:lnTo>
                <a:lnTo>
                  <a:pt x="354" y="1801"/>
                </a:lnTo>
                <a:lnTo>
                  <a:pt x="436" y="2023"/>
                </a:lnTo>
                <a:lnTo>
                  <a:pt x="436" y="2195"/>
                </a:lnTo>
                <a:lnTo>
                  <a:pt x="490" y="2368"/>
                </a:lnTo>
                <a:lnTo>
                  <a:pt x="490" y="2541"/>
                </a:lnTo>
                <a:lnTo>
                  <a:pt x="545" y="2714"/>
                </a:lnTo>
                <a:lnTo>
                  <a:pt x="545" y="2936"/>
                </a:lnTo>
                <a:lnTo>
                  <a:pt x="599" y="3108"/>
                </a:lnTo>
                <a:lnTo>
                  <a:pt x="681" y="3281"/>
                </a:lnTo>
                <a:lnTo>
                  <a:pt x="681" y="3429"/>
                </a:lnTo>
                <a:lnTo>
                  <a:pt x="735" y="3602"/>
                </a:lnTo>
                <a:lnTo>
                  <a:pt x="735" y="3849"/>
                </a:lnTo>
                <a:lnTo>
                  <a:pt x="790" y="3997"/>
                </a:lnTo>
                <a:lnTo>
                  <a:pt x="790" y="4169"/>
                </a:lnTo>
                <a:lnTo>
                  <a:pt x="872" y="4342"/>
                </a:lnTo>
                <a:lnTo>
                  <a:pt x="926" y="4515"/>
                </a:lnTo>
                <a:lnTo>
                  <a:pt x="926" y="4737"/>
                </a:lnTo>
                <a:lnTo>
                  <a:pt x="981" y="4910"/>
                </a:lnTo>
                <a:lnTo>
                  <a:pt x="981" y="5082"/>
                </a:lnTo>
                <a:lnTo>
                  <a:pt x="1035" y="5255"/>
                </a:lnTo>
                <a:lnTo>
                  <a:pt x="1035" y="5428"/>
                </a:lnTo>
                <a:lnTo>
                  <a:pt x="1117" y="5650"/>
                </a:lnTo>
                <a:lnTo>
                  <a:pt x="1171" y="5823"/>
                </a:lnTo>
                <a:lnTo>
                  <a:pt x="1171" y="5995"/>
                </a:lnTo>
                <a:lnTo>
                  <a:pt x="1226" y="6168"/>
                </a:lnTo>
                <a:lnTo>
                  <a:pt x="1226" y="6316"/>
                </a:lnTo>
                <a:lnTo>
                  <a:pt x="1280" y="6563"/>
                </a:lnTo>
                <a:lnTo>
                  <a:pt x="1362" y="6711"/>
                </a:lnTo>
                <a:lnTo>
                  <a:pt x="1362" y="6883"/>
                </a:lnTo>
                <a:lnTo>
                  <a:pt x="1417" y="7056"/>
                </a:lnTo>
                <a:lnTo>
                  <a:pt x="1417" y="7229"/>
                </a:lnTo>
                <a:lnTo>
                  <a:pt x="1471" y="7451"/>
                </a:lnTo>
                <a:lnTo>
                  <a:pt x="1471" y="7624"/>
                </a:lnTo>
                <a:lnTo>
                  <a:pt x="1553" y="7796"/>
                </a:lnTo>
                <a:lnTo>
                  <a:pt x="1607" y="7969"/>
                </a:lnTo>
                <a:lnTo>
                  <a:pt x="1607" y="8142"/>
                </a:lnTo>
                <a:lnTo>
                  <a:pt x="1662" y="8364"/>
                </a:lnTo>
                <a:lnTo>
                  <a:pt x="1662" y="8537"/>
                </a:lnTo>
                <a:lnTo>
                  <a:pt x="1716" y="8709"/>
                </a:lnTo>
                <a:lnTo>
                  <a:pt x="1716" y="8931"/>
                </a:lnTo>
                <a:lnTo>
                  <a:pt x="1798" y="9104"/>
                </a:lnTo>
                <a:lnTo>
                  <a:pt x="1853" y="9277"/>
                </a:lnTo>
                <a:lnTo>
                  <a:pt x="1853" y="9450"/>
                </a:lnTo>
                <a:lnTo>
                  <a:pt x="1907" y="9598"/>
                </a:lnTo>
                <a:lnTo>
                  <a:pt x="1907" y="9844"/>
                </a:lnTo>
                <a:lnTo>
                  <a:pt x="1962" y="9992"/>
                </a:lnTo>
                <a:lnTo>
                  <a:pt x="1962" y="10165"/>
                </a:lnTo>
                <a:lnTo>
                  <a:pt x="2044" y="10338"/>
                </a:lnTo>
                <a:lnTo>
                  <a:pt x="2044" y="10511"/>
                </a:lnTo>
                <a:lnTo>
                  <a:pt x="2098" y="10733"/>
                </a:lnTo>
                <a:lnTo>
                  <a:pt x="2153" y="10905"/>
                </a:lnTo>
                <a:lnTo>
                  <a:pt x="2153" y="11078"/>
                </a:lnTo>
                <a:lnTo>
                  <a:pt x="2234" y="11300"/>
                </a:lnTo>
                <a:lnTo>
                  <a:pt x="2289" y="11473"/>
                </a:lnTo>
                <a:lnTo>
                  <a:pt x="2289" y="11646"/>
                </a:lnTo>
                <a:lnTo>
                  <a:pt x="2343" y="11818"/>
                </a:lnTo>
                <a:lnTo>
                  <a:pt x="2343" y="11991"/>
                </a:lnTo>
                <a:lnTo>
                  <a:pt x="2398" y="12213"/>
                </a:lnTo>
                <a:lnTo>
                  <a:pt x="2398" y="12386"/>
                </a:lnTo>
                <a:lnTo>
                  <a:pt x="2480" y="12558"/>
                </a:lnTo>
                <a:lnTo>
                  <a:pt x="2534" y="12731"/>
                </a:lnTo>
                <a:lnTo>
                  <a:pt x="2534" y="12879"/>
                </a:lnTo>
                <a:lnTo>
                  <a:pt x="2589" y="13126"/>
                </a:lnTo>
                <a:lnTo>
                  <a:pt x="2589" y="13299"/>
                </a:lnTo>
                <a:lnTo>
                  <a:pt x="2670" y="13447"/>
                </a:lnTo>
                <a:lnTo>
                  <a:pt x="2670" y="13693"/>
                </a:lnTo>
                <a:lnTo>
                  <a:pt x="2725" y="1384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7907689" y="3415990"/>
            <a:ext cx="2725" cy="13990"/>
          </a:xfrm>
          <a:custGeom>
            <a:avLst/>
            <a:gdLst/>
            <a:ahLst/>
            <a:cxnLst/>
            <a:rect l="l" t="t" r="r" b="b"/>
            <a:pathLst>
              <a:path w="2725" h="13990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09" y="518"/>
                </a:lnTo>
                <a:lnTo>
                  <a:pt x="109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54" y="1825"/>
                </a:lnTo>
                <a:lnTo>
                  <a:pt x="354" y="1998"/>
                </a:lnTo>
                <a:lnTo>
                  <a:pt x="436" y="2220"/>
                </a:lnTo>
                <a:lnTo>
                  <a:pt x="490" y="2393"/>
                </a:lnTo>
                <a:lnTo>
                  <a:pt x="490" y="2566"/>
                </a:lnTo>
                <a:lnTo>
                  <a:pt x="545" y="2738"/>
                </a:lnTo>
                <a:lnTo>
                  <a:pt x="545" y="2886"/>
                </a:lnTo>
                <a:lnTo>
                  <a:pt x="626" y="3133"/>
                </a:lnTo>
                <a:lnTo>
                  <a:pt x="626" y="3281"/>
                </a:lnTo>
                <a:lnTo>
                  <a:pt x="681" y="3454"/>
                </a:lnTo>
                <a:lnTo>
                  <a:pt x="681" y="3701"/>
                </a:lnTo>
                <a:lnTo>
                  <a:pt x="735" y="3849"/>
                </a:lnTo>
                <a:lnTo>
                  <a:pt x="790" y="4021"/>
                </a:lnTo>
                <a:lnTo>
                  <a:pt x="790" y="4194"/>
                </a:lnTo>
                <a:lnTo>
                  <a:pt x="872" y="4367"/>
                </a:lnTo>
                <a:lnTo>
                  <a:pt x="872" y="4589"/>
                </a:lnTo>
                <a:lnTo>
                  <a:pt x="926" y="4762"/>
                </a:lnTo>
                <a:lnTo>
                  <a:pt x="926" y="4934"/>
                </a:lnTo>
                <a:lnTo>
                  <a:pt x="981" y="5156"/>
                </a:lnTo>
                <a:lnTo>
                  <a:pt x="1035" y="5329"/>
                </a:lnTo>
                <a:lnTo>
                  <a:pt x="1035" y="5502"/>
                </a:lnTo>
                <a:lnTo>
                  <a:pt x="1117" y="5724"/>
                </a:lnTo>
                <a:lnTo>
                  <a:pt x="1171" y="5897"/>
                </a:lnTo>
                <a:lnTo>
                  <a:pt x="1171" y="6069"/>
                </a:lnTo>
                <a:lnTo>
                  <a:pt x="1226" y="6242"/>
                </a:lnTo>
                <a:lnTo>
                  <a:pt x="1226" y="6415"/>
                </a:lnTo>
                <a:lnTo>
                  <a:pt x="1308" y="6637"/>
                </a:lnTo>
                <a:lnTo>
                  <a:pt x="1308" y="6809"/>
                </a:lnTo>
                <a:lnTo>
                  <a:pt x="1362" y="6982"/>
                </a:lnTo>
                <a:lnTo>
                  <a:pt x="1362" y="7204"/>
                </a:lnTo>
                <a:lnTo>
                  <a:pt x="1417" y="7377"/>
                </a:lnTo>
                <a:lnTo>
                  <a:pt x="1471" y="7525"/>
                </a:lnTo>
                <a:lnTo>
                  <a:pt x="1471" y="7698"/>
                </a:lnTo>
                <a:lnTo>
                  <a:pt x="1553" y="7870"/>
                </a:lnTo>
                <a:lnTo>
                  <a:pt x="1553" y="8093"/>
                </a:lnTo>
                <a:lnTo>
                  <a:pt x="1607" y="8265"/>
                </a:lnTo>
                <a:lnTo>
                  <a:pt x="1607" y="8438"/>
                </a:lnTo>
                <a:lnTo>
                  <a:pt x="1662" y="8660"/>
                </a:lnTo>
                <a:lnTo>
                  <a:pt x="1744" y="8833"/>
                </a:lnTo>
                <a:lnTo>
                  <a:pt x="1744" y="9005"/>
                </a:lnTo>
                <a:lnTo>
                  <a:pt x="1798" y="9178"/>
                </a:lnTo>
                <a:lnTo>
                  <a:pt x="1798" y="9351"/>
                </a:lnTo>
                <a:lnTo>
                  <a:pt x="1853" y="9573"/>
                </a:lnTo>
                <a:lnTo>
                  <a:pt x="1907" y="9746"/>
                </a:lnTo>
                <a:lnTo>
                  <a:pt x="1907" y="9918"/>
                </a:lnTo>
                <a:lnTo>
                  <a:pt x="1989" y="10140"/>
                </a:lnTo>
                <a:lnTo>
                  <a:pt x="1989" y="10313"/>
                </a:lnTo>
                <a:lnTo>
                  <a:pt x="2044" y="10486"/>
                </a:lnTo>
                <a:lnTo>
                  <a:pt x="2044" y="10708"/>
                </a:lnTo>
                <a:lnTo>
                  <a:pt x="2098" y="10881"/>
                </a:lnTo>
                <a:lnTo>
                  <a:pt x="2153" y="11053"/>
                </a:lnTo>
                <a:lnTo>
                  <a:pt x="2153" y="11226"/>
                </a:lnTo>
                <a:lnTo>
                  <a:pt x="2234" y="11374"/>
                </a:lnTo>
                <a:lnTo>
                  <a:pt x="2234" y="11621"/>
                </a:lnTo>
                <a:lnTo>
                  <a:pt x="2289" y="11769"/>
                </a:lnTo>
                <a:lnTo>
                  <a:pt x="2289" y="11942"/>
                </a:lnTo>
                <a:lnTo>
                  <a:pt x="2343" y="12188"/>
                </a:lnTo>
                <a:lnTo>
                  <a:pt x="2425" y="12336"/>
                </a:lnTo>
                <a:lnTo>
                  <a:pt x="2425" y="12509"/>
                </a:lnTo>
                <a:lnTo>
                  <a:pt x="2480" y="12731"/>
                </a:lnTo>
                <a:lnTo>
                  <a:pt x="2534" y="12904"/>
                </a:lnTo>
                <a:lnTo>
                  <a:pt x="2534" y="13077"/>
                </a:lnTo>
                <a:lnTo>
                  <a:pt x="2589" y="13249"/>
                </a:lnTo>
                <a:lnTo>
                  <a:pt x="2589" y="13422"/>
                </a:lnTo>
                <a:lnTo>
                  <a:pt x="2670" y="13644"/>
                </a:lnTo>
                <a:lnTo>
                  <a:pt x="2670" y="13817"/>
                </a:lnTo>
                <a:lnTo>
                  <a:pt x="2725" y="1399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7910415" y="3429980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0"/>
                </a:moveTo>
                <a:lnTo>
                  <a:pt x="0" y="222"/>
                </a:lnTo>
                <a:lnTo>
                  <a:pt x="54" y="394"/>
                </a:lnTo>
                <a:lnTo>
                  <a:pt x="136" y="567"/>
                </a:lnTo>
                <a:lnTo>
                  <a:pt x="136" y="789"/>
                </a:lnTo>
                <a:lnTo>
                  <a:pt x="190" y="962"/>
                </a:lnTo>
                <a:lnTo>
                  <a:pt x="190" y="1134"/>
                </a:lnTo>
                <a:lnTo>
                  <a:pt x="245" y="1357"/>
                </a:lnTo>
                <a:lnTo>
                  <a:pt x="299" y="1529"/>
                </a:lnTo>
                <a:lnTo>
                  <a:pt x="299" y="1702"/>
                </a:lnTo>
                <a:lnTo>
                  <a:pt x="381" y="1875"/>
                </a:lnTo>
                <a:lnTo>
                  <a:pt x="381" y="2023"/>
                </a:lnTo>
                <a:lnTo>
                  <a:pt x="436" y="2269"/>
                </a:lnTo>
                <a:lnTo>
                  <a:pt x="490" y="2442"/>
                </a:lnTo>
                <a:lnTo>
                  <a:pt x="490" y="2590"/>
                </a:lnTo>
                <a:lnTo>
                  <a:pt x="545" y="2837"/>
                </a:lnTo>
                <a:lnTo>
                  <a:pt x="545" y="2985"/>
                </a:lnTo>
                <a:lnTo>
                  <a:pt x="626" y="3158"/>
                </a:lnTo>
                <a:lnTo>
                  <a:pt x="626" y="3380"/>
                </a:lnTo>
                <a:lnTo>
                  <a:pt x="681" y="3553"/>
                </a:lnTo>
                <a:lnTo>
                  <a:pt x="681" y="3725"/>
                </a:lnTo>
                <a:lnTo>
                  <a:pt x="735" y="3898"/>
                </a:lnTo>
                <a:lnTo>
                  <a:pt x="817" y="4071"/>
                </a:lnTo>
                <a:lnTo>
                  <a:pt x="817" y="4293"/>
                </a:lnTo>
                <a:lnTo>
                  <a:pt x="872" y="4465"/>
                </a:lnTo>
                <a:lnTo>
                  <a:pt x="872" y="4638"/>
                </a:lnTo>
                <a:lnTo>
                  <a:pt x="926" y="4860"/>
                </a:lnTo>
                <a:lnTo>
                  <a:pt x="981" y="5033"/>
                </a:lnTo>
                <a:lnTo>
                  <a:pt x="981" y="5206"/>
                </a:lnTo>
                <a:lnTo>
                  <a:pt x="1062" y="5428"/>
                </a:lnTo>
                <a:lnTo>
                  <a:pt x="1062" y="5600"/>
                </a:lnTo>
                <a:lnTo>
                  <a:pt x="1117" y="5773"/>
                </a:lnTo>
                <a:lnTo>
                  <a:pt x="1171" y="5995"/>
                </a:lnTo>
                <a:lnTo>
                  <a:pt x="1171" y="6168"/>
                </a:lnTo>
                <a:lnTo>
                  <a:pt x="1226" y="6341"/>
                </a:lnTo>
                <a:lnTo>
                  <a:pt x="1226" y="6563"/>
                </a:lnTo>
                <a:lnTo>
                  <a:pt x="1308" y="6735"/>
                </a:lnTo>
                <a:lnTo>
                  <a:pt x="1308" y="6908"/>
                </a:lnTo>
                <a:lnTo>
                  <a:pt x="1362" y="7081"/>
                </a:lnTo>
                <a:lnTo>
                  <a:pt x="1362" y="7229"/>
                </a:lnTo>
                <a:lnTo>
                  <a:pt x="1417" y="7476"/>
                </a:lnTo>
                <a:lnTo>
                  <a:pt x="1498" y="7624"/>
                </a:lnTo>
                <a:lnTo>
                  <a:pt x="1498" y="7796"/>
                </a:lnTo>
                <a:lnTo>
                  <a:pt x="1553" y="8043"/>
                </a:lnTo>
                <a:lnTo>
                  <a:pt x="1607" y="8191"/>
                </a:lnTo>
                <a:lnTo>
                  <a:pt x="1607" y="8364"/>
                </a:lnTo>
                <a:lnTo>
                  <a:pt x="1662" y="8586"/>
                </a:lnTo>
                <a:lnTo>
                  <a:pt x="1662" y="8759"/>
                </a:lnTo>
                <a:lnTo>
                  <a:pt x="1744" y="8931"/>
                </a:lnTo>
                <a:lnTo>
                  <a:pt x="1744" y="9153"/>
                </a:lnTo>
                <a:lnTo>
                  <a:pt x="1798" y="9326"/>
                </a:lnTo>
                <a:lnTo>
                  <a:pt x="1853" y="9499"/>
                </a:lnTo>
                <a:lnTo>
                  <a:pt x="1853" y="9721"/>
                </a:lnTo>
                <a:lnTo>
                  <a:pt x="1934" y="9894"/>
                </a:lnTo>
                <a:lnTo>
                  <a:pt x="1934" y="10066"/>
                </a:lnTo>
                <a:lnTo>
                  <a:pt x="1989" y="10288"/>
                </a:lnTo>
                <a:lnTo>
                  <a:pt x="2044" y="10461"/>
                </a:lnTo>
                <a:lnTo>
                  <a:pt x="2044" y="10634"/>
                </a:lnTo>
                <a:lnTo>
                  <a:pt x="2098" y="10807"/>
                </a:lnTo>
                <a:lnTo>
                  <a:pt x="2098" y="10979"/>
                </a:lnTo>
                <a:lnTo>
                  <a:pt x="2180" y="11201"/>
                </a:lnTo>
                <a:lnTo>
                  <a:pt x="2180" y="11374"/>
                </a:lnTo>
                <a:lnTo>
                  <a:pt x="2234" y="11547"/>
                </a:lnTo>
                <a:lnTo>
                  <a:pt x="2289" y="11769"/>
                </a:lnTo>
                <a:lnTo>
                  <a:pt x="2289" y="11942"/>
                </a:lnTo>
                <a:lnTo>
                  <a:pt x="2343" y="12114"/>
                </a:lnTo>
                <a:lnTo>
                  <a:pt x="2343" y="12336"/>
                </a:lnTo>
                <a:lnTo>
                  <a:pt x="2425" y="12509"/>
                </a:lnTo>
                <a:lnTo>
                  <a:pt x="2425" y="12682"/>
                </a:lnTo>
                <a:lnTo>
                  <a:pt x="2480" y="12904"/>
                </a:lnTo>
                <a:lnTo>
                  <a:pt x="2534" y="13077"/>
                </a:lnTo>
                <a:lnTo>
                  <a:pt x="2534" y="13249"/>
                </a:lnTo>
                <a:lnTo>
                  <a:pt x="2616" y="13471"/>
                </a:lnTo>
                <a:lnTo>
                  <a:pt x="2616" y="13644"/>
                </a:lnTo>
                <a:lnTo>
                  <a:pt x="2670" y="13792"/>
                </a:lnTo>
                <a:lnTo>
                  <a:pt x="2725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7913140" y="3444020"/>
            <a:ext cx="2670" cy="14014"/>
          </a:xfrm>
          <a:custGeom>
            <a:avLst/>
            <a:gdLst/>
            <a:ahLst/>
            <a:cxnLst/>
            <a:rect l="l" t="t" r="r" b="b"/>
            <a:pathLst>
              <a:path w="2670" h="14014">
                <a:moveTo>
                  <a:pt x="0" y="0"/>
                </a:moveTo>
                <a:lnTo>
                  <a:pt x="0" y="172"/>
                </a:lnTo>
                <a:lnTo>
                  <a:pt x="54" y="320"/>
                </a:lnTo>
                <a:lnTo>
                  <a:pt x="54" y="567"/>
                </a:lnTo>
                <a:lnTo>
                  <a:pt x="136" y="715"/>
                </a:lnTo>
                <a:lnTo>
                  <a:pt x="136" y="888"/>
                </a:lnTo>
                <a:lnTo>
                  <a:pt x="190" y="1134"/>
                </a:lnTo>
                <a:lnTo>
                  <a:pt x="245" y="1283"/>
                </a:lnTo>
                <a:lnTo>
                  <a:pt x="245" y="1455"/>
                </a:lnTo>
                <a:lnTo>
                  <a:pt x="327" y="1628"/>
                </a:lnTo>
                <a:lnTo>
                  <a:pt x="327" y="1801"/>
                </a:lnTo>
                <a:lnTo>
                  <a:pt x="381" y="2023"/>
                </a:lnTo>
                <a:lnTo>
                  <a:pt x="436" y="2195"/>
                </a:lnTo>
                <a:lnTo>
                  <a:pt x="436" y="2368"/>
                </a:lnTo>
                <a:lnTo>
                  <a:pt x="490" y="2590"/>
                </a:lnTo>
                <a:lnTo>
                  <a:pt x="490" y="2763"/>
                </a:lnTo>
                <a:lnTo>
                  <a:pt x="572" y="2936"/>
                </a:lnTo>
                <a:lnTo>
                  <a:pt x="572" y="3158"/>
                </a:lnTo>
                <a:lnTo>
                  <a:pt x="626" y="3330"/>
                </a:lnTo>
                <a:lnTo>
                  <a:pt x="681" y="3503"/>
                </a:lnTo>
                <a:lnTo>
                  <a:pt x="681" y="3725"/>
                </a:lnTo>
                <a:lnTo>
                  <a:pt x="735" y="3898"/>
                </a:lnTo>
                <a:lnTo>
                  <a:pt x="735" y="4071"/>
                </a:lnTo>
                <a:lnTo>
                  <a:pt x="817" y="4293"/>
                </a:lnTo>
                <a:lnTo>
                  <a:pt x="872" y="4465"/>
                </a:lnTo>
                <a:lnTo>
                  <a:pt x="872" y="4638"/>
                </a:lnTo>
                <a:lnTo>
                  <a:pt x="926" y="4860"/>
                </a:lnTo>
                <a:lnTo>
                  <a:pt x="926" y="5033"/>
                </a:lnTo>
                <a:lnTo>
                  <a:pt x="1008" y="5206"/>
                </a:lnTo>
                <a:lnTo>
                  <a:pt x="1062" y="5428"/>
                </a:lnTo>
                <a:lnTo>
                  <a:pt x="1062" y="5600"/>
                </a:lnTo>
                <a:lnTo>
                  <a:pt x="1117" y="5773"/>
                </a:lnTo>
                <a:lnTo>
                  <a:pt x="1117" y="5995"/>
                </a:lnTo>
                <a:lnTo>
                  <a:pt x="1171" y="6168"/>
                </a:lnTo>
                <a:lnTo>
                  <a:pt x="1171" y="6316"/>
                </a:lnTo>
                <a:lnTo>
                  <a:pt x="1253" y="6563"/>
                </a:lnTo>
                <a:lnTo>
                  <a:pt x="1308" y="6735"/>
                </a:lnTo>
                <a:lnTo>
                  <a:pt x="1308" y="6883"/>
                </a:lnTo>
                <a:lnTo>
                  <a:pt x="1362" y="7130"/>
                </a:lnTo>
                <a:lnTo>
                  <a:pt x="1362" y="7278"/>
                </a:lnTo>
                <a:lnTo>
                  <a:pt x="1417" y="7451"/>
                </a:lnTo>
                <a:lnTo>
                  <a:pt x="1498" y="7698"/>
                </a:lnTo>
                <a:lnTo>
                  <a:pt x="1498" y="7846"/>
                </a:lnTo>
                <a:lnTo>
                  <a:pt x="1553" y="8018"/>
                </a:lnTo>
                <a:lnTo>
                  <a:pt x="1553" y="8241"/>
                </a:lnTo>
                <a:lnTo>
                  <a:pt x="1607" y="8413"/>
                </a:lnTo>
                <a:lnTo>
                  <a:pt x="1607" y="8586"/>
                </a:lnTo>
                <a:lnTo>
                  <a:pt x="1689" y="8808"/>
                </a:lnTo>
                <a:lnTo>
                  <a:pt x="1744" y="8981"/>
                </a:lnTo>
                <a:lnTo>
                  <a:pt x="1744" y="9153"/>
                </a:lnTo>
                <a:lnTo>
                  <a:pt x="1798" y="9376"/>
                </a:lnTo>
                <a:lnTo>
                  <a:pt x="1853" y="9548"/>
                </a:lnTo>
                <a:lnTo>
                  <a:pt x="1853" y="9721"/>
                </a:lnTo>
                <a:lnTo>
                  <a:pt x="1934" y="9943"/>
                </a:lnTo>
                <a:lnTo>
                  <a:pt x="1934" y="10116"/>
                </a:lnTo>
                <a:lnTo>
                  <a:pt x="1989" y="10288"/>
                </a:lnTo>
                <a:lnTo>
                  <a:pt x="1989" y="10511"/>
                </a:lnTo>
                <a:lnTo>
                  <a:pt x="2044" y="10683"/>
                </a:lnTo>
                <a:lnTo>
                  <a:pt x="2044" y="10856"/>
                </a:lnTo>
                <a:lnTo>
                  <a:pt x="2125" y="11078"/>
                </a:lnTo>
                <a:lnTo>
                  <a:pt x="2180" y="11251"/>
                </a:lnTo>
                <a:lnTo>
                  <a:pt x="2180" y="11423"/>
                </a:lnTo>
                <a:lnTo>
                  <a:pt x="2234" y="11646"/>
                </a:lnTo>
                <a:lnTo>
                  <a:pt x="2289" y="11818"/>
                </a:lnTo>
                <a:lnTo>
                  <a:pt x="2289" y="11991"/>
                </a:lnTo>
                <a:lnTo>
                  <a:pt x="2371" y="12213"/>
                </a:lnTo>
                <a:lnTo>
                  <a:pt x="2371" y="12386"/>
                </a:lnTo>
                <a:lnTo>
                  <a:pt x="2425" y="12558"/>
                </a:lnTo>
                <a:lnTo>
                  <a:pt x="2425" y="12781"/>
                </a:lnTo>
                <a:lnTo>
                  <a:pt x="2480" y="12953"/>
                </a:lnTo>
                <a:lnTo>
                  <a:pt x="2534" y="13126"/>
                </a:lnTo>
                <a:lnTo>
                  <a:pt x="2534" y="13348"/>
                </a:lnTo>
                <a:lnTo>
                  <a:pt x="2616" y="13521"/>
                </a:lnTo>
                <a:lnTo>
                  <a:pt x="2616" y="13693"/>
                </a:lnTo>
                <a:lnTo>
                  <a:pt x="2670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7915811" y="3458034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36" y="518"/>
                </a:lnTo>
                <a:lnTo>
                  <a:pt x="190" y="740"/>
                </a:lnTo>
                <a:lnTo>
                  <a:pt x="190" y="912"/>
                </a:lnTo>
                <a:lnTo>
                  <a:pt x="245" y="1085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81" y="1875"/>
                </a:lnTo>
                <a:lnTo>
                  <a:pt x="436" y="2047"/>
                </a:lnTo>
                <a:lnTo>
                  <a:pt x="436" y="2220"/>
                </a:lnTo>
                <a:lnTo>
                  <a:pt x="490" y="2442"/>
                </a:lnTo>
                <a:lnTo>
                  <a:pt x="572" y="2615"/>
                </a:lnTo>
                <a:lnTo>
                  <a:pt x="572" y="2788"/>
                </a:lnTo>
                <a:lnTo>
                  <a:pt x="626" y="3010"/>
                </a:lnTo>
                <a:lnTo>
                  <a:pt x="626" y="3182"/>
                </a:lnTo>
                <a:lnTo>
                  <a:pt x="681" y="3355"/>
                </a:lnTo>
                <a:lnTo>
                  <a:pt x="681" y="3577"/>
                </a:lnTo>
                <a:lnTo>
                  <a:pt x="735" y="3750"/>
                </a:lnTo>
                <a:lnTo>
                  <a:pt x="735" y="3923"/>
                </a:lnTo>
                <a:lnTo>
                  <a:pt x="817" y="4145"/>
                </a:lnTo>
                <a:lnTo>
                  <a:pt x="872" y="4317"/>
                </a:lnTo>
                <a:lnTo>
                  <a:pt x="872" y="4490"/>
                </a:lnTo>
                <a:lnTo>
                  <a:pt x="926" y="4712"/>
                </a:lnTo>
                <a:lnTo>
                  <a:pt x="981" y="4885"/>
                </a:lnTo>
                <a:lnTo>
                  <a:pt x="981" y="5033"/>
                </a:lnTo>
                <a:lnTo>
                  <a:pt x="1062" y="5280"/>
                </a:lnTo>
                <a:lnTo>
                  <a:pt x="1062" y="5452"/>
                </a:lnTo>
                <a:lnTo>
                  <a:pt x="1117" y="5600"/>
                </a:lnTo>
                <a:lnTo>
                  <a:pt x="1117" y="5847"/>
                </a:lnTo>
                <a:lnTo>
                  <a:pt x="1171" y="5995"/>
                </a:lnTo>
                <a:lnTo>
                  <a:pt x="1253" y="6168"/>
                </a:lnTo>
                <a:lnTo>
                  <a:pt x="1253" y="6415"/>
                </a:lnTo>
                <a:lnTo>
                  <a:pt x="1308" y="6563"/>
                </a:lnTo>
                <a:lnTo>
                  <a:pt x="1308" y="6735"/>
                </a:lnTo>
                <a:lnTo>
                  <a:pt x="1362" y="6958"/>
                </a:lnTo>
                <a:lnTo>
                  <a:pt x="1417" y="7130"/>
                </a:lnTo>
                <a:lnTo>
                  <a:pt x="1417" y="7303"/>
                </a:lnTo>
                <a:lnTo>
                  <a:pt x="1498" y="7525"/>
                </a:lnTo>
                <a:lnTo>
                  <a:pt x="1498" y="7698"/>
                </a:lnTo>
                <a:lnTo>
                  <a:pt x="1553" y="7870"/>
                </a:lnTo>
                <a:lnTo>
                  <a:pt x="1553" y="8093"/>
                </a:lnTo>
                <a:lnTo>
                  <a:pt x="1607" y="8265"/>
                </a:lnTo>
                <a:lnTo>
                  <a:pt x="1662" y="8438"/>
                </a:lnTo>
                <a:lnTo>
                  <a:pt x="1662" y="8660"/>
                </a:lnTo>
                <a:lnTo>
                  <a:pt x="1744" y="8833"/>
                </a:lnTo>
                <a:lnTo>
                  <a:pt x="1744" y="9005"/>
                </a:lnTo>
                <a:lnTo>
                  <a:pt x="1798" y="9228"/>
                </a:lnTo>
                <a:lnTo>
                  <a:pt x="1853" y="9400"/>
                </a:lnTo>
                <a:lnTo>
                  <a:pt x="1853" y="9573"/>
                </a:lnTo>
                <a:lnTo>
                  <a:pt x="1934" y="9795"/>
                </a:lnTo>
                <a:lnTo>
                  <a:pt x="1934" y="9968"/>
                </a:lnTo>
                <a:lnTo>
                  <a:pt x="1989" y="10140"/>
                </a:lnTo>
                <a:lnTo>
                  <a:pt x="1989" y="10363"/>
                </a:lnTo>
                <a:lnTo>
                  <a:pt x="2044" y="10535"/>
                </a:lnTo>
                <a:lnTo>
                  <a:pt x="2098" y="10708"/>
                </a:lnTo>
                <a:lnTo>
                  <a:pt x="2098" y="10930"/>
                </a:lnTo>
                <a:lnTo>
                  <a:pt x="2180" y="11103"/>
                </a:lnTo>
                <a:lnTo>
                  <a:pt x="2180" y="11275"/>
                </a:lnTo>
                <a:lnTo>
                  <a:pt x="2234" y="11497"/>
                </a:lnTo>
                <a:lnTo>
                  <a:pt x="2289" y="11670"/>
                </a:lnTo>
                <a:lnTo>
                  <a:pt x="2289" y="11843"/>
                </a:lnTo>
                <a:lnTo>
                  <a:pt x="2371" y="12016"/>
                </a:lnTo>
                <a:lnTo>
                  <a:pt x="2371" y="12164"/>
                </a:lnTo>
                <a:lnTo>
                  <a:pt x="2425" y="12336"/>
                </a:lnTo>
                <a:lnTo>
                  <a:pt x="2425" y="12583"/>
                </a:lnTo>
                <a:lnTo>
                  <a:pt x="2480" y="12731"/>
                </a:lnTo>
                <a:lnTo>
                  <a:pt x="2480" y="12904"/>
                </a:lnTo>
                <a:lnTo>
                  <a:pt x="2534" y="13126"/>
                </a:lnTo>
                <a:lnTo>
                  <a:pt x="2616" y="13299"/>
                </a:lnTo>
                <a:lnTo>
                  <a:pt x="2616" y="13471"/>
                </a:lnTo>
                <a:lnTo>
                  <a:pt x="2670" y="13693"/>
                </a:lnTo>
                <a:lnTo>
                  <a:pt x="2670" y="13866"/>
                </a:lnTo>
                <a:lnTo>
                  <a:pt x="2725" y="1403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7918536" y="3472123"/>
            <a:ext cx="2725" cy="14088"/>
          </a:xfrm>
          <a:custGeom>
            <a:avLst/>
            <a:gdLst/>
            <a:ahLst/>
            <a:cxnLst/>
            <a:rect l="l" t="t" r="r" b="b"/>
            <a:pathLst>
              <a:path w="2725" h="14088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36" y="518"/>
                </a:lnTo>
                <a:lnTo>
                  <a:pt x="136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307"/>
                </a:lnTo>
                <a:lnTo>
                  <a:pt x="327" y="1480"/>
                </a:lnTo>
                <a:lnTo>
                  <a:pt x="327" y="1653"/>
                </a:lnTo>
                <a:lnTo>
                  <a:pt x="381" y="1875"/>
                </a:lnTo>
                <a:lnTo>
                  <a:pt x="436" y="2047"/>
                </a:lnTo>
                <a:lnTo>
                  <a:pt x="436" y="2220"/>
                </a:lnTo>
                <a:lnTo>
                  <a:pt x="490" y="2442"/>
                </a:lnTo>
                <a:lnTo>
                  <a:pt x="490" y="2615"/>
                </a:lnTo>
                <a:lnTo>
                  <a:pt x="572" y="2788"/>
                </a:lnTo>
                <a:lnTo>
                  <a:pt x="572" y="3010"/>
                </a:lnTo>
                <a:lnTo>
                  <a:pt x="626" y="3182"/>
                </a:lnTo>
                <a:lnTo>
                  <a:pt x="626" y="3355"/>
                </a:lnTo>
                <a:lnTo>
                  <a:pt x="681" y="3577"/>
                </a:lnTo>
                <a:lnTo>
                  <a:pt x="735" y="3750"/>
                </a:lnTo>
                <a:lnTo>
                  <a:pt x="735" y="3923"/>
                </a:lnTo>
                <a:lnTo>
                  <a:pt x="817" y="4145"/>
                </a:lnTo>
                <a:lnTo>
                  <a:pt x="872" y="4317"/>
                </a:lnTo>
                <a:lnTo>
                  <a:pt x="872" y="4490"/>
                </a:lnTo>
                <a:lnTo>
                  <a:pt x="872" y="4638"/>
                </a:lnTo>
                <a:lnTo>
                  <a:pt x="926" y="4811"/>
                </a:lnTo>
                <a:lnTo>
                  <a:pt x="1008" y="4984"/>
                </a:lnTo>
                <a:lnTo>
                  <a:pt x="1008" y="5206"/>
                </a:lnTo>
                <a:lnTo>
                  <a:pt x="1062" y="5378"/>
                </a:lnTo>
                <a:lnTo>
                  <a:pt x="1062" y="5551"/>
                </a:lnTo>
                <a:lnTo>
                  <a:pt x="1117" y="5773"/>
                </a:lnTo>
                <a:lnTo>
                  <a:pt x="1171" y="5946"/>
                </a:lnTo>
                <a:lnTo>
                  <a:pt x="1171" y="6119"/>
                </a:lnTo>
                <a:lnTo>
                  <a:pt x="1253" y="6341"/>
                </a:lnTo>
                <a:lnTo>
                  <a:pt x="1253" y="6513"/>
                </a:lnTo>
                <a:lnTo>
                  <a:pt x="1308" y="6686"/>
                </a:lnTo>
                <a:lnTo>
                  <a:pt x="1308" y="6908"/>
                </a:lnTo>
                <a:lnTo>
                  <a:pt x="1362" y="7081"/>
                </a:lnTo>
                <a:lnTo>
                  <a:pt x="1444" y="7254"/>
                </a:lnTo>
                <a:lnTo>
                  <a:pt x="1444" y="7476"/>
                </a:lnTo>
                <a:lnTo>
                  <a:pt x="1498" y="7648"/>
                </a:lnTo>
                <a:lnTo>
                  <a:pt x="1498" y="7821"/>
                </a:lnTo>
                <a:lnTo>
                  <a:pt x="1553" y="8043"/>
                </a:lnTo>
                <a:lnTo>
                  <a:pt x="1607" y="8216"/>
                </a:lnTo>
                <a:lnTo>
                  <a:pt x="1607" y="8389"/>
                </a:lnTo>
                <a:lnTo>
                  <a:pt x="1689" y="8611"/>
                </a:lnTo>
                <a:lnTo>
                  <a:pt x="1689" y="8783"/>
                </a:lnTo>
                <a:lnTo>
                  <a:pt x="1744" y="8956"/>
                </a:lnTo>
                <a:lnTo>
                  <a:pt x="1798" y="9178"/>
                </a:lnTo>
                <a:lnTo>
                  <a:pt x="1798" y="9351"/>
                </a:lnTo>
                <a:lnTo>
                  <a:pt x="1853" y="9524"/>
                </a:lnTo>
                <a:lnTo>
                  <a:pt x="1853" y="9746"/>
                </a:lnTo>
                <a:lnTo>
                  <a:pt x="1934" y="9968"/>
                </a:lnTo>
                <a:lnTo>
                  <a:pt x="1989" y="10140"/>
                </a:lnTo>
                <a:lnTo>
                  <a:pt x="1989" y="10313"/>
                </a:lnTo>
                <a:lnTo>
                  <a:pt x="2044" y="10535"/>
                </a:lnTo>
                <a:lnTo>
                  <a:pt x="2044" y="10708"/>
                </a:lnTo>
                <a:lnTo>
                  <a:pt x="2125" y="10881"/>
                </a:lnTo>
                <a:lnTo>
                  <a:pt x="2125" y="11103"/>
                </a:lnTo>
                <a:lnTo>
                  <a:pt x="2180" y="11275"/>
                </a:lnTo>
                <a:lnTo>
                  <a:pt x="2234" y="11448"/>
                </a:lnTo>
                <a:lnTo>
                  <a:pt x="2234" y="11670"/>
                </a:lnTo>
                <a:lnTo>
                  <a:pt x="2289" y="11843"/>
                </a:lnTo>
                <a:lnTo>
                  <a:pt x="2289" y="12016"/>
                </a:lnTo>
                <a:lnTo>
                  <a:pt x="2371" y="12238"/>
                </a:lnTo>
                <a:lnTo>
                  <a:pt x="2425" y="12410"/>
                </a:lnTo>
                <a:lnTo>
                  <a:pt x="2425" y="12583"/>
                </a:lnTo>
                <a:lnTo>
                  <a:pt x="2480" y="12805"/>
                </a:lnTo>
                <a:lnTo>
                  <a:pt x="2480" y="12978"/>
                </a:lnTo>
                <a:lnTo>
                  <a:pt x="2561" y="13126"/>
                </a:lnTo>
                <a:lnTo>
                  <a:pt x="2616" y="13373"/>
                </a:lnTo>
                <a:lnTo>
                  <a:pt x="2616" y="13545"/>
                </a:lnTo>
                <a:lnTo>
                  <a:pt x="2670" y="13693"/>
                </a:lnTo>
                <a:lnTo>
                  <a:pt x="2670" y="13940"/>
                </a:lnTo>
                <a:lnTo>
                  <a:pt x="2725" y="1408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7921262" y="3486212"/>
            <a:ext cx="2752" cy="14113"/>
          </a:xfrm>
          <a:custGeom>
            <a:avLst/>
            <a:gdLst/>
            <a:ahLst/>
            <a:cxnLst/>
            <a:rect l="l" t="t" r="r" b="b"/>
            <a:pathLst>
              <a:path w="2752" h="14113">
                <a:moveTo>
                  <a:pt x="0" y="0"/>
                </a:moveTo>
                <a:lnTo>
                  <a:pt x="0" y="172"/>
                </a:lnTo>
                <a:lnTo>
                  <a:pt x="81" y="419"/>
                </a:lnTo>
                <a:lnTo>
                  <a:pt x="136" y="641"/>
                </a:lnTo>
                <a:lnTo>
                  <a:pt x="136" y="814"/>
                </a:lnTo>
                <a:lnTo>
                  <a:pt x="190" y="962"/>
                </a:lnTo>
                <a:lnTo>
                  <a:pt x="190" y="1209"/>
                </a:lnTo>
                <a:lnTo>
                  <a:pt x="245" y="1381"/>
                </a:lnTo>
                <a:lnTo>
                  <a:pt x="327" y="1529"/>
                </a:lnTo>
                <a:lnTo>
                  <a:pt x="327" y="1776"/>
                </a:lnTo>
                <a:lnTo>
                  <a:pt x="381" y="1924"/>
                </a:lnTo>
                <a:lnTo>
                  <a:pt x="381" y="2097"/>
                </a:lnTo>
                <a:lnTo>
                  <a:pt x="436" y="2319"/>
                </a:lnTo>
                <a:lnTo>
                  <a:pt x="517" y="2492"/>
                </a:lnTo>
                <a:lnTo>
                  <a:pt x="517" y="2664"/>
                </a:lnTo>
                <a:lnTo>
                  <a:pt x="572" y="2886"/>
                </a:lnTo>
                <a:lnTo>
                  <a:pt x="572" y="3059"/>
                </a:lnTo>
                <a:lnTo>
                  <a:pt x="626" y="3232"/>
                </a:lnTo>
                <a:lnTo>
                  <a:pt x="626" y="3454"/>
                </a:lnTo>
                <a:lnTo>
                  <a:pt x="681" y="3627"/>
                </a:lnTo>
                <a:lnTo>
                  <a:pt x="763" y="3799"/>
                </a:lnTo>
                <a:lnTo>
                  <a:pt x="763" y="4021"/>
                </a:lnTo>
                <a:lnTo>
                  <a:pt x="817" y="4194"/>
                </a:lnTo>
                <a:lnTo>
                  <a:pt x="817" y="4367"/>
                </a:lnTo>
                <a:lnTo>
                  <a:pt x="872" y="4589"/>
                </a:lnTo>
                <a:lnTo>
                  <a:pt x="926" y="4762"/>
                </a:lnTo>
                <a:lnTo>
                  <a:pt x="926" y="4934"/>
                </a:lnTo>
                <a:lnTo>
                  <a:pt x="1008" y="5107"/>
                </a:lnTo>
                <a:lnTo>
                  <a:pt x="1008" y="5280"/>
                </a:lnTo>
                <a:lnTo>
                  <a:pt x="1062" y="5452"/>
                </a:lnTo>
                <a:lnTo>
                  <a:pt x="1062" y="5674"/>
                </a:lnTo>
                <a:lnTo>
                  <a:pt x="1117" y="5847"/>
                </a:lnTo>
                <a:lnTo>
                  <a:pt x="1117" y="6020"/>
                </a:lnTo>
                <a:lnTo>
                  <a:pt x="1199" y="6242"/>
                </a:lnTo>
                <a:lnTo>
                  <a:pt x="1253" y="6415"/>
                </a:lnTo>
                <a:lnTo>
                  <a:pt x="1253" y="6563"/>
                </a:lnTo>
                <a:lnTo>
                  <a:pt x="1308" y="6809"/>
                </a:lnTo>
                <a:lnTo>
                  <a:pt x="1308" y="6982"/>
                </a:lnTo>
                <a:lnTo>
                  <a:pt x="1362" y="7130"/>
                </a:lnTo>
                <a:lnTo>
                  <a:pt x="1444" y="7377"/>
                </a:lnTo>
                <a:lnTo>
                  <a:pt x="1444" y="7525"/>
                </a:lnTo>
                <a:lnTo>
                  <a:pt x="1498" y="7698"/>
                </a:lnTo>
                <a:lnTo>
                  <a:pt x="1498" y="7944"/>
                </a:lnTo>
                <a:lnTo>
                  <a:pt x="1553" y="8093"/>
                </a:lnTo>
                <a:lnTo>
                  <a:pt x="1553" y="8265"/>
                </a:lnTo>
                <a:lnTo>
                  <a:pt x="1635" y="8487"/>
                </a:lnTo>
                <a:lnTo>
                  <a:pt x="1689" y="8734"/>
                </a:lnTo>
                <a:lnTo>
                  <a:pt x="1744" y="8907"/>
                </a:lnTo>
                <a:lnTo>
                  <a:pt x="1744" y="9055"/>
                </a:lnTo>
                <a:lnTo>
                  <a:pt x="1798" y="9302"/>
                </a:lnTo>
                <a:lnTo>
                  <a:pt x="1798" y="9524"/>
                </a:lnTo>
                <a:lnTo>
                  <a:pt x="1880" y="9696"/>
                </a:lnTo>
                <a:lnTo>
                  <a:pt x="1934" y="9869"/>
                </a:lnTo>
                <a:lnTo>
                  <a:pt x="1934" y="10091"/>
                </a:lnTo>
                <a:lnTo>
                  <a:pt x="1989" y="10264"/>
                </a:lnTo>
                <a:lnTo>
                  <a:pt x="1989" y="10412"/>
                </a:lnTo>
                <a:lnTo>
                  <a:pt x="2044" y="10659"/>
                </a:lnTo>
                <a:lnTo>
                  <a:pt x="2125" y="10807"/>
                </a:lnTo>
                <a:lnTo>
                  <a:pt x="2125" y="10979"/>
                </a:lnTo>
                <a:lnTo>
                  <a:pt x="2180" y="11226"/>
                </a:lnTo>
                <a:lnTo>
                  <a:pt x="2180" y="11374"/>
                </a:lnTo>
                <a:lnTo>
                  <a:pt x="2234" y="11547"/>
                </a:lnTo>
                <a:lnTo>
                  <a:pt x="2234" y="11769"/>
                </a:lnTo>
                <a:lnTo>
                  <a:pt x="2316" y="11942"/>
                </a:lnTo>
                <a:lnTo>
                  <a:pt x="2371" y="12114"/>
                </a:lnTo>
                <a:lnTo>
                  <a:pt x="2371" y="12336"/>
                </a:lnTo>
                <a:lnTo>
                  <a:pt x="2425" y="12509"/>
                </a:lnTo>
                <a:lnTo>
                  <a:pt x="2425" y="12682"/>
                </a:lnTo>
                <a:lnTo>
                  <a:pt x="2480" y="12904"/>
                </a:lnTo>
                <a:lnTo>
                  <a:pt x="2561" y="13077"/>
                </a:lnTo>
                <a:lnTo>
                  <a:pt x="2561" y="13249"/>
                </a:lnTo>
                <a:lnTo>
                  <a:pt x="2616" y="13471"/>
                </a:lnTo>
                <a:lnTo>
                  <a:pt x="2616" y="13644"/>
                </a:lnTo>
                <a:lnTo>
                  <a:pt x="2670" y="13817"/>
                </a:lnTo>
                <a:lnTo>
                  <a:pt x="2670" y="1399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7924014" y="3500325"/>
            <a:ext cx="2643" cy="14088"/>
          </a:xfrm>
          <a:custGeom>
            <a:avLst/>
            <a:gdLst/>
            <a:ahLst/>
            <a:cxnLst/>
            <a:rect l="l" t="t" r="r" b="b"/>
            <a:pathLst>
              <a:path w="2643" h="14088">
                <a:moveTo>
                  <a:pt x="0" y="0"/>
                </a:moveTo>
                <a:lnTo>
                  <a:pt x="0" y="148"/>
                </a:lnTo>
                <a:lnTo>
                  <a:pt x="54" y="320"/>
                </a:lnTo>
                <a:lnTo>
                  <a:pt x="54" y="493"/>
                </a:lnTo>
                <a:lnTo>
                  <a:pt x="109" y="715"/>
                </a:lnTo>
                <a:lnTo>
                  <a:pt x="163" y="888"/>
                </a:lnTo>
                <a:lnTo>
                  <a:pt x="163" y="1060"/>
                </a:lnTo>
                <a:lnTo>
                  <a:pt x="245" y="1283"/>
                </a:lnTo>
                <a:lnTo>
                  <a:pt x="245" y="1455"/>
                </a:lnTo>
                <a:lnTo>
                  <a:pt x="299" y="1628"/>
                </a:lnTo>
                <a:lnTo>
                  <a:pt x="299" y="1850"/>
                </a:lnTo>
                <a:lnTo>
                  <a:pt x="354" y="2023"/>
                </a:lnTo>
                <a:lnTo>
                  <a:pt x="408" y="2195"/>
                </a:lnTo>
                <a:lnTo>
                  <a:pt x="408" y="2418"/>
                </a:lnTo>
                <a:lnTo>
                  <a:pt x="490" y="2590"/>
                </a:lnTo>
                <a:lnTo>
                  <a:pt x="490" y="2763"/>
                </a:lnTo>
                <a:lnTo>
                  <a:pt x="545" y="2985"/>
                </a:lnTo>
                <a:lnTo>
                  <a:pt x="599" y="3158"/>
                </a:lnTo>
                <a:lnTo>
                  <a:pt x="599" y="3330"/>
                </a:lnTo>
                <a:lnTo>
                  <a:pt x="681" y="3553"/>
                </a:lnTo>
                <a:lnTo>
                  <a:pt x="681" y="3725"/>
                </a:lnTo>
                <a:lnTo>
                  <a:pt x="735" y="3898"/>
                </a:lnTo>
                <a:lnTo>
                  <a:pt x="735" y="4120"/>
                </a:lnTo>
                <a:lnTo>
                  <a:pt x="790" y="4293"/>
                </a:lnTo>
                <a:lnTo>
                  <a:pt x="844" y="4465"/>
                </a:lnTo>
                <a:lnTo>
                  <a:pt x="844" y="4638"/>
                </a:lnTo>
                <a:lnTo>
                  <a:pt x="926" y="4786"/>
                </a:lnTo>
                <a:lnTo>
                  <a:pt x="926" y="4959"/>
                </a:lnTo>
                <a:lnTo>
                  <a:pt x="981" y="5181"/>
                </a:lnTo>
                <a:lnTo>
                  <a:pt x="981" y="5354"/>
                </a:lnTo>
                <a:lnTo>
                  <a:pt x="1035" y="5526"/>
                </a:lnTo>
                <a:lnTo>
                  <a:pt x="1090" y="5748"/>
                </a:lnTo>
                <a:lnTo>
                  <a:pt x="1090" y="5921"/>
                </a:lnTo>
                <a:lnTo>
                  <a:pt x="1171" y="6094"/>
                </a:lnTo>
                <a:lnTo>
                  <a:pt x="1171" y="6316"/>
                </a:lnTo>
                <a:lnTo>
                  <a:pt x="1226" y="6489"/>
                </a:lnTo>
                <a:lnTo>
                  <a:pt x="1226" y="6661"/>
                </a:lnTo>
                <a:lnTo>
                  <a:pt x="1280" y="6883"/>
                </a:lnTo>
                <a:lnTo>
                  <a:pt x="1362" y="7056"/>
                </a:lnTo>
                <a:lnTo>
                  <a:pt x="1362" y="7229"/>
                </a:lnTo>
                <a:lnTo>
                  <a:pt x="1417" y="7451"/>
                </a:lnTo>
                <a:lnTo>
                  <a:pt x="1417" y="7624"/>
                </a:lnTo>
                <a:lnTo>
                  <a:pt x="1471" y="7796"/>
                </a:lnTo>
                <a:lnTo>
                  <a:pt x="1526" y="8018"/>
                </a:lnTo>
                <a:lnTo>
                  <a:pt x="1526" y="8191"/>
                </a:lnTo>
                <a:lnTo>
                  <a:pt x="1607" y="8364"/>
                </a:lnTo>
                <a:lnTo>
                  <a:pt x="1607" y="8586"/>
                </a:lnTo>
                <a:lnTo>
                  <a:pt x="1662" y="8759"/>
                </a:lnTo>
                <a:lnTo>
                  <a:pt x="1662" y="8931"/>
                </a:lnTo>
                <a:lnTo>
                  <a:pt x="1716" y="9153"/>
                </a:lnTo>
                <a:lnTo>
                  <a:pt x="1798" y="9376"/>
                </a:lnTo>
                <a:lnTo>
                  <a:pt x="1798" y="9548"/>
                </a:lnTo>
                <a:lnTo>
                  <a:pt x="1853" y="9721"/>
                </a:lnTo>
                <a:lnTo>
                  <a:pt x="1907" y="9943"/>
                </a:lnTo>
                <a:lnTo>
                  <a:pt x="1907" y="10116"/>
                </a:lnTo>
                <a:lnTo>
                  <a:pt x="1962" y="10288"/>
                </a:lnTo>
                <a:lnTo>
                  <a:pt x="1962" y="10511"/>
                </a:lnTo>
                <a:lnTo>
                  <a:pt x="2044" y="10683"/>
                </a:lnTo>
                <a:lnTo>
                  <a:pt x="2044" y="10856"/>
                </a:lnTo>
                <a:lnTo>
                  <a:pt x="2098" y="11078"/>
                </a:lnTo>
                <a:lnTo>
                  <a:pt x="2153" y="11251"/>
                </a:lnTo>
                <a:lnTo>
                  <a:pt x="2153" y="11423"/>
                </a:lnTo>
                <a:lnTo>
                  <a:pt x="2207" y="11646"/>
                </a:lnTo>
                <a:lnTo>
                  <a:pt x="2207" y="11818"/>
                </a:lnTo>
                <a:lnTo>
                  <a:pt x="2289" y="11991"/>
                </a:lnTo>
                <a:lnTo>
                  <a:pt x="2343" y="12213"/>
                </a:lnTo>
                <a:lnTo>
                  <a:pt x="2343" y="12386"/>
                </a:lnTo>
                <a:lnTo>
                  <a:pt x="2398" y="12558"/>
                </a:lnTo>
                <a:lnTo>
                  <a:pt x="2398" y="12781"/>
                </a:lnTo>
                <a:lnTo>
                  <a:pt x="2480" y="12953"/>
                </a:lnTo>
                <a:lnTo>
                  <a:pt x="2480" y="13126"/>
                </a:lnTo>
                <a:lnTo>
                  <a:pt x="2534" y="13348"/>
                </a:lnTo>
                <a:lnTo>
                  <a:pt x="2589" y="13521"/>
                </a:lnTo>
                <a:lnTo>
                  <a:pt x="2589" y="13669"/>
                </a:lnTo>
                <a:lnTo>
                  <a:pt x="2643" y="13916"/>
                </a:lnTo>
                <a:lnTo>
                  <a:pt x="2643" y="1408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7926658" y="3514414"/>
            <a:ext cx="2752" cy="14138"/>
          </a:xfrm>
          <a:custGeom>
            <a:avLst/>
            <a:gdLst/>
            <a:ahLst/>
            <a:cxnLst/>
            <a:rect l="l" t="t" r="r" b="b"/>
            <a:pathLst>
              <a:path w="2752" h="14138">
                <a:moveTo>
                  <a:pt x="0" y="0"/>
                </a:moveTo>
                <a:lnTo>
                  <a:pt x="81" y="148"/>
                </a:lnTo>
                <a:lnTo>
                  <a:pt x="136" y="394"/>
                </a:lnTo>
                <a:lnTo>
                  <a:pt x="136" y="542"/>
                </a:lnTo>
                <a:lnTo>
                  <a:pt x="190" y="715"/>
                </a:lnTo>
                <a:lnTo>
                  <a:pt x="190" y="888"/>
                </a:lnTo>
                <a:lnTo>
                  <a:pt x="272" y="1060"/>
                </a:lnTo>
                <a:lnTo>
                  <a:pt x="272" y="1233"/>
                </a:lnTo>
                <a:lnTo>
                  <a:pt x="327" y="1455"/>
                </a:lnTo>
                <a:lnTo>
                  <a:pt x="381" y="1628"/>
                </a:lnTo>
                <a:lnTo>
                  <a:pt x="381" y="1801"/>
                </a:lnTo>
                <a:lnTo>
                  <a:pt x="436" y="2023"/>
                </a:lnTo>
                <a:lnTo>
                  <a:pt x="436" y="2195"/>
                </a:lnTo>
                <a:lnTo>
                  <a:pt x="517" y="2368"/>
                </a:lnTo>
                <a:lnTo>
                  <a:pt x="517" y="2590"/>
                </a:lnTo>
                <a:lnTo>
                  <a:pt x="572" y="2763"/>
                </a:lnTo>
                <a:lnTo>
                  <a:pt x="626" y="2936"/>
                </a:lnTo>
                <a:lnTo>
                  <a:pt x="626" y="3158"/>
                </a:lnTo>
                <a:lnTo>
                  <a:pt x="681" y="3330"/>
                </a:lnTo>
                <a:lnTo>
                  <a:pt x="681" y="3503"/>
                </a:lnTo>
                <a:lnTo>
                  <a:pt x="763" y="3725"/>
                </a:lnTo>
                <a:lnTo>
                  <a:pt x="817" y="3898"/>
                </a:lnTo>
                <a:lnTo>
                  <a:pt x="817" y="4071"/>
                </a:lnTo>
                <a:lnTo>
                  <a:pt x="872" y="4293"/>
                </a:lnTo>
                <a:lnTo>
                  <a:pt x="872" y="4465"/>
                </a:lnTo>
                <a:lnTo>
                  <a:pt x="953" y="4638"/>
                </a:lnTo>
                <a:lnTo>
                  <a:pt x="953" y="4860"/>
                </a:lnTo>
                <a:lnTo>
                  <a:pt x="1008" y="5033"/>
                </a:lnTo>
                <a:lnTo>
                  <a:pt x="1062" y="5206"/>
                </a:lnTo>
                <a:lnTo>
                  <a:pt x="1062" y="5428"/>
                </a:lnTo>
                <a:lnTo>
                  <a:pt x="1117" y="5600"/>
                </a:lnTo>
                <a:lnTo>
                  <a:pt x="1117" y="5748"/>
                </a:lnTo>
                <a:lnTo>
                  <a:pt x="1199" y="5995"/>
                </a:lnTo>
                <a:lnTo>
                  <a:pt x="1253" y="6168"/>
                </a:lnTo>
                <a:lnTo>
                  <a:pt x="1253" y="6316"/>
                </a:lnTo>
                <a:lnTo>
                  <a:pt x="1308" y="6563"/>
                </a:lnTo>
                <a:lnTo>
                  <a:pt x="1308" y="6711"/>
                </a:lnTo>
                <a:lnTo>
                  <a:pt x="1362" y="6883"/>
                </a:lnTo>
                <a:lnTo>
                  <a:pt x="1362" y="7130"/>
                </a:lnTo>
                <a:lnTo>
                  <a:pt x="1444" y="7278"/>
                </a:lnTo>
                <a:lnTo>
                  <a:pt x="1498" y="7451"/>
                </a:lnTo>
                <a:lnTo>
                  <a:pt x="1498" y="7673"/>
                </a:lnTo>
                <a:lnTo>
                  <a:pt x="1553" y="7846"/>
                </a:lnTo>
                <a:lnTo>
                  <a:pt x="1553" y="8018"/>
                </a:lnTo>
                <a:lnTo>
                  <a:pt x="1635" y="8241"/>
                </a:lnTo>
                <a:lnTo>
                  <a:pt x="1689" y="8487"/>
                </a:lnTo>
                <a:lnTo>
                  <a:pt x="1689" y="8635"/>
                </a:lnTo>
                <a:lnTo>
                  <a:pt x="1744" y="8808"/>
                </a:lnTo>
                <a:lnTo>
                  <a:pt x="1744" y="9030"/>
                </a:lnTo>
                <a:lnTo>
                  <a:pt x="1798" y="9203"/>
                </a:lnTo>
                <a:lnTo>
                  <a:pt x="1880" y="9376"/>
                </a:lnTo>
                <a:lnTo>
                  <a:pt x="1880" y="9598"/>
                </a:lnTo>
                <a:lnTo>
                  <a:pt x="1934" y="9770"/>
                </a:lnTo>
                <a:lnTo>
                  <a:pt x="1934" y="9943"/>
                </a:lnTo>
                <a:lnTo>
                  <a:pt x="1989" y="10165"/>
                </a:lnTo>
                <a:lnTo>
                  <a:pt x="2071" y="10338"/>
                </a:lnTo>
                <a:lnTo>
                  <a:pt x="2071" y="10511"/>
                </a:lnTo>
                <a:lnTo>
                  <a:pt x="2125" y="10733"/>
                </a:lnTo>
                <a:lnTo>
                  <a:pt x="2125" y="10905"/>
                </a:lnTo>
                <a:lnTo>
                  <a:pt x="2180" y="11078"/>
                </a:lnTo>
                <a:lnTo>
                  <a:pt x="2180" y="11300"/>
                </a:lnTo>
                <a:lnTo>
                  <a:pt x="2234" y="11473"/>
                </a:lnTo>
                <a:lnTo>
                  <a:pt x="2316" y="11646"/>
                </a:lnTo>
                <a:lnTo>
                  <a:pt x="2316" y="11868"/>
                </a:lnTo>
                <a:lnTo>
                  <a:pt x="2371" y="12040"/>
                </a:lnTo>
                <a:lnTo>
                  <a:pt x="2371" y="12213"/>
                </a:lnTo>
                <a:lnTo>
                  <a:pt x="2425" y="12435"/>
                </a:lnTo>
                <a:lnTo>
                  <a:pt x="2480" y="12608"/>
                </a:lnTo>
                <a:lnTo>
                  <a:pt x="2480" y="12781"/>
                </a:lnTo>
                <a:lnTo>
                  <a:pt x="2561" y="13003"/>
                </a:lnTo>
                <a:lnTo>
                  <a:pt x="2561" y="13175"/>
                </a:lnTo>
                <a:lnTo>
                  <a:pt x="2616" y="13348"/>
                </a:lnTo>
                <a:lnTo>
                  <a:pt x="2670" y="13570"/>
                </a:lnTo>
                <a:lnTo>
                  <a:pt x="2670" y="13743"/>
                </a:lnTo>
                <a:lnTo>
                  <a:pt x="2752" y="13916"/>
                </a:lnTo>
                <a:lnTo>
                  <a:pt x="2752" y="14138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7929410" y="3528552"/>
            <a:ext cx="2725" cy="14039"/>
          </a:xfrm>
          <a:custGeom>
            <a:avLst/>
            <a:gdLst/>
            <a:ahLst/>
            <a:cxnLst/>
            <a:rect l="l" t="t" r="r" b="b"/>
            <a:pathLst>
              <a:path w="2725" h="14039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67"/>
                </a:lnTo>
                <a:lnTo>
                  <a:pt x="163" y="740"/>
                </a:lnTo>
                <a:lnTo>
                  <a:pt x="163" y="912"/>
                </a:lnTo>
                <a:lnTo>
                  <a:pt x="245" y="1134"/>
                </a:lnTo>
                <a:lnTo>
                  <a:pt x="245" y="1307"/>
                </a:lnTo>
                <a:lnTo>
                  <a:pt x="299" y="1480"/>
                </a:lnTo>
                <a:lnTo>
                  <a:pt x="354" y="1702"/>
                </a:lnTo>
                <a:lnTo>
                  <a:pt x="354" y="1875"/>
                </a:lnTo>
                <a:lnTo>
                  <a:pt x="408" y="2023"/>
                </a:lnTo>
                <a:lnTo>
                  <a:pt x="408" y="2269"/>
                </a:lnTo>
                <a:lnTo>
                  <a:pt x="490" y="2418"/>
                </a:lnTo>
                <a:lnTo>
                  <a:pt x="490" y="2590"/>
                </a:lnTo>
                <a:lnTo>
                  <a:pt x="545" y="2837"/>
                </a:lnTo>
                <a:lnTo>
                  <a:pt x="599" y="2985"/>
                </a:lnTo>
                <a:lnTo>
                  <a:pt x="599" y="3158"/>
                </a:lnTo>
                <a:lnTo>
                  <a:pt x="681" y="3380"/>
                </a:lnTo>
                <a:lnTo>
                  <a:pt x="681" y="3553"/>
                </a:lnTo>
                <a:lnTo>
                  <a:pt x="735" y="3725"/>
                </a:lnTo>
                <a:lnTo>
                  <a:pt x="790" y="3947"/>
                </a:lnTo>
                <a:lnTo>
                  <a:pt x="790" y="4120"/>
                </a:lnTo>
                <a:lnTo>
                  <a:pt x="844" y="4293"/>
                </a:lnTo>
                <a:lnTo>
                  <a:pt x="844" y="4515"/>
                </a:lnTo>
                <a:lnTo>
                  <a:pt x="926" y="4688"/>
                </a:lnTo>
                <a:lnTo>
                  <a:pt x="926" y="4860"/>
                </a:lnTo>
                <a:lnTo>
                  <a:pt x="981" y="5082"/>
                </a:lnTo>
                <a:lnTo>
                  <a:pt x="1035" y="5255"/>
                </a:lnTo>
                <a:lnTo>
                  <a:pt x="1035" y="5428"/>
                </a:lnTo>
                <a:lnTo>
                  <a:pt x="1117" y="5650"/>
                </a:lnTo>
                <a:lnTo>
                  <a:pt x="1171" y="5823"/>
                </a:lnTo>
                <a:lnTo>
                  <a:pt x="1171" y="5995"/>
                </a:lnTo>
                <a:lnTo>
                  <a:pt x="1226" y="6217"/>
                </a:lnTo>
                <a:lnTo>
                  <a:pt x="1226" y="6390"/>
                </a:lnTo>
                <a:lnTo>
                  <a:pt x="1280" y="6563"/>
                </a:lnTo>
                <a:lnTo>
                  <a:pt x="1280" y="6785"/>
                </a:lnTo>
                <a:lnTo>
                  <a:pt x="1362" y="6958"/>
                </a:lnTo>
                <a:lnTo>
                  <a:pt x="1362" y="7130"/>
                </a:lnTo>
                <a:lnTo>
                  <a:pt x="1417" y="7352"/>
                </a:lnTo>
                <a:lnTo>
                  <a:pt x="1471" y="7525"/>
                </a:lnTo>
                <a:lnTo>
                  <a:pt x="1471" y="7698"/>
                </a:lnTo>
                <a:lnTo>
                  <a:pt x="1526" y="7920"/>
                </a:lnTo>
                <a:lnTo>
                  <a:pt x="1607" y="8093"/>
                </a:lnTo>
                <a:lnTo>
                  <a:pt x="1607" y="8265"/>
                </a:lnTo>
                <a:lnTo>
                  <a:pt x="1662" y="8487"/>
                </a:lnTo>
                <a:lnTo>
                  <a:pt x="1662" y="8660"/>
                </a:lnTo>
                <a:lnTo>
                  <a:pt x="1716" y="8833"/>
                </a:lnTo>
                <a:lnTo>
                  <a:pt x="1716" y="9055"/>
                </a:lnTo>
                <a:lnTo>
                  <a:pt x="1798" y="9228"/>
                </a:lnTo>
                <a:lnTo>
                  <a:pt x="1853" y="9400"/>
                </a:lnTo>
                <a:lnTo>
                  <a:pt x="1853" y="9622"/>
                </a:lnTo>
                <a:lnTo>
                  <a:pt x="1907" y="9795"/>
                </a:lnTo>
                <a:lnTo>
                  <a:pt x="1907" y="9968"/>
                </a:lnTo>
                <a:lnTo>
                  <a:pt x="1962" y="10190"/>
                </a:lnTo>
                <a:lnTo>
                  <a:pt x="2044" y="10363"/>
                </a:lnTo>
                <a:lnTo>
                  <a:pt x="2044" y="10511"/>
                </a:lnTo>
                <a:lnTo>
                  <a:pt x="2098" y="10757"/>
                </a:lnTo>
                <a:lnTo>
                  <a:pt x="2098" y="10905"/>
                </a:lnTo>
                <a:lnTo>
                  <a:pt x="2153" y="11078"/>
                </a:lnTo>
                <a:lnTo>
                  <a:pt x="2153" y="11325"/>
                </a:lnTo>
                <a:lnTo>
                  <a:pt x="2234" y="11473"/>
                </a:lnTo>
                <a:lnTo>
                  <a:pt x="2289" y="11646"/>
                </a:lnTo>
                <a:lnTo>
                  <a:pt x="2289" y="11868"/>
                </a:lnTo>
                <a:lnTo>
                  <a:pt x="2343" y="12040"/>
                </a:lnTo>
                <a:lnTo>
                  <a:pt x="2343" y="12213"/>
                </a:lnTo>
                <a:lnTo>
                  <a:pt x="2398" y="12435"/>
                </a:lnTo>
                <a:lnTo>
                  <a:pt x="2480" y="12608"/>
                </a:lnTo>
                <a:lnTo>
                  <a:pt x="2480" y="12781"/>
                </a:lnTo>
                <a:lnTo>
                  <a:pt x="2534" y="13003"/>
                </a:lnTo>
                <a:lnTo>
                  <a:pt x="2534" y="13175"/>
                </a:lnTo>
                <a:lnTo>
                  <a:pt x="2589" y="13348"/>
                </a:lnTo>
                <a:lnTo>
                  <a:pt x="2643" y="13521"/>
                </a:lnTo>
                <a:lnTo>
                  <a:pt x="2643" y="13693"/>
                </a:lnTo>
                <a:lnTo>
                  <a:pt x="2725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7932136" y="3542592"/>
            <a:ext cx="2725" cy="14014"/>
          </a:xfrm>
          <a:custGeom>
            <a:avLst/>
            <a:gdLst/>
            <a:ahLst/>
            <a:cxnLst/>
            <a:rect l="l" t="t" r="r" b="b"/>
            <a:pathLst>
              <a:path w="2725" h="14014">
                <a:moveTo>
                  <a:pt x="0" y="0"/>
                </a:moveTo>
                <a:lnTo>
                  <a:pt x="0" y="172"/>
                </a:lnTo>
                <a:lnTo>
                  <a:pt x="54" y="320"/>
                </a:lnTo>
                <a:lnTo>
                  <a:pt x="109" y="493"/>
                </a:lnTo>
                <a:lnTo>
                  <a:pt x="109" y="715"/>
                </a:lnTo>
                <a:lnTo>
                  <a:pt x="190" y="888"/>
                </a:lnTo>
                <a:lnTo>
                  <a:pt x="190" y="1060"/>
                </a:lnTo>
                <a:lnTo>
                  <a:pt x="245" y="1283"/>
                </a:lnTo>
                <a:lnTo>
                  <a:pt x="299" y="1455"/>
                </a:lnTo>
                <a:lnTo>
                  <a:pt x="299" y="1628"/>
                </a:lnTo>
                <a:lnTo>
                  <a:pt x="354" y="1850"/>
                </a:lnTo>
                <a:lnTo>
                  <a:pt x="354" y="2023"/>
                </a:lnTo>
                <a:lnTo>
                  <a:pt x="436" y="2195"/>
                </a:lnTo>
                <a:lnTo>
                  <a:pt x="490" y="2418"/>
                </a:lnTo>
                <a:lnTo>
                  <a:pt x="490" y="2590"/>
                </a:lnTo>
                <a:lnTo>
                  <a:pt x="545" y="2763"/>
                </a:lnTo>
                <a:lnTo>
                  <a:pt x="545" y="2985"/>
                </a:lnTo>
                <a:lnTo>
                  <a:pt x="599" y="3158"/>
                </a:lnTo>
                <a:lnTo>
                  <a:pt x="599" y="3330"/>
                </a:lnTo>
                <a:lnTo>
                  <a:pt x="681" y="3553"/>
                </a:lnTo>
                <a:lnTo>
                  <a:pt x="735" y="3725"/>
                </a:lnTo>
                <a:lnTo>
                  <a:pt x="735" y="3898"/>
                </a:lnTo>
                <a:lnTo>
                  <a:pt x="790" y="4120"/>
                </a:lnTo>
                <a:lnTo>
                  <a:pt x="790" y="4293"/>
                </a:lnTo>
                <a:lnTo>
                  <a:pt x="872" y="4465"/>
                </a:lnTo>
                <a:lnTo>
                  <a:pt x="926" y="4688"/>
                </a:lnTo>
                <a:lnTo>
                  <a:pt x="926" y="4860"/>
                </a:lnTo>
                <a:lnTo>
                  <a:pt x="981" y="5033"/>
                </a:lnTo>
                <a:lnTo>
                  <a:pt x="981" y="5206"/>
                </a:lnTo>
                <a:lnTo>
                  <a:pt x="1035" y="5354"/>
                </a:lnTo>
                <a:lnTo>
                  <a:pt x="1035" y="5600"/>
                </a:lnTo>
                <a:lnTo>
                  <a:pt x="1117" y="5773"/>
                </a:lnTo>
                <a:lnTo>
                  <a:pt x="1171" y="5921"/>
                </a:lnTo>
                <a:lnTo>
                  <a:pt x="1171" y="6168"/>
                </a:lnTo>
                <a:lnTo>
                  <a:pt x="1226" y="6316"/>
                </a:lnTo>
                <a:lnTo>
                  <a:pt x="1226" y="6489"/>
                </a:lnTo>
                <a:lnTo>
                  <a:pt x="1308" y="6735"/>
                </a:lnTo>
                <a:lnTo>
                  <a:pt x="1362" y="6883"/>
                </a:lnTo>
                <a:lnTo>
                  <a:pt x="1362" y="7056"/>
                </a:lnTo>
                <a:lnTo>
                  <a:pt x="1417" y="7278"/>
                </a:lnTo>
                <a:lnTo>
                  <a:pt x="1417" y="7451"/>
                </a:lnTo>
                <a:lnTo>
                  <a:pt x="1471" y="7624"/>
                </a:lnTo>
                <a:lnTo>
                  <a:pt x="1471" y="7846"/>
                </a:lnTo>
                <a:lnTo>
                  <a:pt x="1553" y="8018"/>
                </a:lnTo>
                <a:lnTo>
                  <a:pt x="1607" y="8191"/>
                </a:lnTo>
                <a:lnTo>
                  <a:pt x="1607" y="8413"/>
                </a:lnTo>
                <a:lnTo>
                  <a:pt x="1662" y="8586"/>
                </a:lnTo>
                <a:lnTo>
                  <a:pt x="1662" y="8759"/>
                </a:lnTo>
                <a:lnTo>
                  <a:pt x="1716" y="8931"/>
                </a:lnTo>
                <a:lnTo>
                  <a:pt x="1716" y="9104"/>
                </a:lnTo>
                <a:lnTo>
                  <a:pt x="1798" y="9326"/>
                </a:lnTo>
                <a:lnTo>
                  <a:pt x="1853" y="9499"/>
                </a:lnTo>
                <a:lnTo>
                  <a:pt x="1853" y="9672"/>
                </a:lnTo>
                <a:lnTo>
                  <a:pt x="1907" y="9894"/>
                </a:lnTo>
                <a:lnTo>
                  <a:pt x="1989" y="10066"/>
                </a:lnTo>
                <a:lnTo>
                  <a:pt x="1989" y="10239"/>
                </a:lnTo>
                <a:lnTo>
                  <a:pt x="2044" y="10461"/>
                </a:lnTo>
                <a:lnTo>
                  <a:pt x="2044" y="10634"/>
                </a:lnTo>
                <a:lnTo>
                  <a:pt x="2098" y="10807"/>
                </a:lnTo>
                <a:lnTo>
                  <a:pt x="2098" y="11029"/>
                </a:lnTo>
                <a:lnTo>
                  <a:pt x="2153" y="11201"/>
                </a:lnTo>
                <a:lnTo>
                  <a:pt x="2153" y="11374"/>
                </a:lnTo>
                <a:lnTo>
                  <a:pt x="2234" y="11596"/>
                </a:lnTo>
                <a:lnTo>
                  <a:pt x="2289" y="11769"/>
                </a:lnTo>
                <a:lnTo>
                  <a:pt x="2289" y="11942"/>
                </a:lnTo>
                <a:lnTo>
                  <a:pt x="2343" y="12090"/>
                </a:lnTo>
                <a:lnTo>
                  <a:pt x="2343" y="12262"/>
                </a:lnTo>
                <a:lnTo>
                  <a:pt x="2425" y="12484"/>
                </a:lnTo>
                <a:lnTo>
                  <a:pt x="2480" y="12657"/>
                </a:lnTo>
                <a:lnTo>
                  <a:pt x="2480" y="12830"/>
                </a:lnTo>
                <a:lnTo>
                  <a:pt x="2534" y="13052"/>
                </a:lnTo>
                <a:lnTo>
                  <a:pt x="2534" y="13225"/>
                </a:lnTo>
                <a:lnTo>
                  <a:pt x="2589" y="13397"/>
                </a:lnTo>
                <a:lnTo>
                  <a:pt x="2670" y="13619"/>
                </a:lnTo>
                <a:lnTo>
                  <a:pt x="2670" y="13792"/>
                </a:lnTo>
                <a:lnTo>
                  <a:pt x="2725" y="1396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7934861" y="3556606"/>
            <a:ext cx="2725" cy="13990"/>
          </a:xfrm>
          <a:custGeom>
            <a:avLst/>
            <a:gdLst/>
            <a:ahLst/>
            <a:cxnLst/>
            <a:rect l="l" t="t" r="r" b="b"/>
            <a:pathLst>
              <a:path w="2725" h="13990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54" y="518"/>
                </a:lnTo>
                <a:lnTo>
                  <a:pt x="109" y="740"/>
                </a:lnTo>
                <a:lnTo>
                  <a:pt x="190" y="912"/>
                </a:lnTo>
                <a:lnTo>
                  <a:pt x="190" y="1085"/>
                </a:lnTo>
                <a:lnTo>
                  <a:pt x="245" y="1258"/>
                </a:lnTo>
                <a:lnTo>
                  <a:pt x="245" y="1431"/>
                </a:lnTo>
                <a:lnTo>
                  <a:pt x="299" y="1653"/>
                </a:lnTo>
                <a:lnTo>
                  <a:pt x="381" y="1825"/>
                </a:lnTo>
                <a:lnTo>
                  <a:pt x="381" y="1998"/>
                </a:lnTo>
                <a:lnTo>
                  <a:pt x="436" y="2220"/>
                </a:lnTo>
                <a:lnTo>
                  <a:pt x="436" y="2393"/>
                </a:lnTo>
                <a:lnTo>
                  <a:pt x="490" y="2566"/>
                </a:lnTo>
                <a:lnTo>
                  <a:pt x="490" y="2788"/>
                </a:lnTo>
                <a:lnTo>
                  <a:pt x="545" y="2960"/>
                </a:lnTo>
                <a:lnTo>
                  <a:pt x="626" y="3133"/>
                </a:lnTo>
                <a:lnTo>
                  <a:pt x="626" y="3281"/>
                </a:lnTo>
                <a:lnTo>
                  <a:pt x="681" y="3454"/>
                </a:lnTo>
                <a:lnTo>
                  <a:pt x="681" y="3676"/>
                </a:lnTo>
                <a:lnTo>
                  <a:pt x="735" y="3849"/>
                </a:lnTo>
                <a:lnTo>
                  <a:pt x="735" y="4021"/>
                </a:lnTo>
                <a:lnTo>
                  <a:pt x="790" y="4243"/>
                </a:lnTo>
                <a:lnTo>
                  <a:pt x="872" y="4416"/>
                </a:lnTo>
                <a:lnTo>
                  <a:pt x="872" y="4589"/>
                </a:lnTo>
                <a:lnTo>
                  <a:pt x="926" y="4811"/>
                </a:lnTo>
                <a:lnTo>
                  <a:pt x="926" y="4984"/>
                </a:lnTo>
                <a:lnTo>
                  <a:pt x="981" y="5156"/>
                </a:lnTo>
                <a:lnTo>
                  <a:pt x="1062" y="5329"/>
                </a:lnTo>
                <a:lnTo>
                  <a:pt x="1062" y="5502"/>
                </a:lnTo>
                <a:lnTo>
                  <a:pt x="1117" y="5724"/>
                </a:lnTo>
                <a:lnTo>
                  <a:pt x="1117" y="5897"/>
                </a:lnTo>
                <a:lnTo>
                  <a:pt x="1171" y="6069"/>
                </a:lnTo>
                <a:lnTo>
                  <a:pt x="1171" y="6291"/>
                </a:lnTo>
                <a:lnTo>
                  <a:pt x="1226" y="6464"/>
                </a:lnTo>
                <a:lnTo>
                  <a:pt x="1308" y="6637"/>
                </a:lnTo>
                <a:lnTo>
                  <a:pt x="1308" y="6859"/>
                </a:lnTo>
                <a:lnTo>
                  <a:pt x="1362" y="7032"/>
                </a:lnTo>
                <a:lnTo>
                  <a:pt x="1362" y="7204"/>
                </a:lnTo>
                <a:lnTo>
                  <a:pt x="1417" y="7377"/>
                </a:lnTo>
                <a:lnTo>
                  <a:pt x="1417" y="7525"/>
                </a:lnTo>
                <a:lnTo>
                  <a:pt x="1498" y="7772"/>
                </a:lnTo>
                <a:lnTo>
                  <a:pt x="1553" y="7920"/>
                </a:lnTo>
                <a:lnTo>
                  <a:pt x="1553" y="8093"/>
                </a:lnTo>
                <a:lnTo>
                  <a:pt x="1607" y="8315"/>
                </a:lnTo>
                <a:lnTo>
                  <a:pt x="1607" y="8487"/>
                </a:lnTo>
                <a:lnTo>
                  <a:pt x="1662" y="8660"/>
                </a:lnTo>
                <a:lnTo>
                  <a:pt x="1744" y="8882"/>
                </a:lnTo>
                <a:lnTo>
                  <a:pt x="1744" y="9055"/>
                </a:lnTo>
                <a:lnTo>
                  <a:pt x="1798" y="9228"/>
                </a:lnTo>
                <a:lnTo>
                  <a:pt x="1798" y="9400"/>
                </a:lnTo>
                <a:lnTo>
                  <a:pt x="1853" y="9573"/>
                </a:lnTo>
                <a:lnTo>
                  <a:pt x="1853" y="9795"/>
                </a:lnTo>
                <a:lnTo>
                  <a:pt x="1907" y="9968"/>
                </a:lnTo>
                <a:lnTo>
                  <a:pt x="1989" y="10140"/>
                </a:lnTo>
                <a:lnTo>
                  <a:pt x="1989" y="10363"/>
                </a:lnTo>
                <a:lnTo>
                  <a:pt x="2044" y="10535"/>
                </a:lnTo>
                <a:lnTo>
                  <a:pt x="2044" y="10708"/>
                </a:lnTo>
                <a:lnTo>
                  <a:pt x="2098" y="10881"/>
                </a:lnTo>
                <a:lnTo>
                  <a:pt x="2098" y="11053"/>
                </a:lnTo>
                <a:lnTo>
                  <a:pt x="2180" y="11275"/>
                </a:lnTo>
                <a:lnTo>
                  <a:pt x="2234" y="11448"/>
                </a:lnTo>
                <a:lnTo>
                  <a:pt x="2234" y="11621"/>
                </a:lnTo>
                <a:lnTo>
                  <a:pt x="2289" y="11843"/>
                </a:lnTo>
                <a:lnTo>
                  <a:pt x="2289" y="12016"/>
                </a:lnTo>
                <a:lnTo>
                  <a:pt x="2343" y="12164"/>
                </a:lnTo>
                <a:lnTo>
                  <a:pt x="2425" y="12336"/>
                </a:lnTo>
                <a:lnTo>
                  <a:pt x="2425" y="12509"/>
                </a:lnTo>
                <a:lnTo>
                  <a:pt x="2480" y="12731"/>
                </a:lnTo>
                <a:lnTo>
                  <a:pt x="2480" y="12904"/>
                </a:lnTo>
                <a:lnTo>
                  <a:pt x="2534" y="13077"/>
                </a:lnTo>
                <a:lnTo>
                  <a:pt x="2534" y="13299"/>
                </a:lnTo>
                <a:lnTo>
                  <a:pt x="2616" y="13471"/>
                </a:lnTo>
                <a:lnTo>
                  <a:pt x="2670" y="13644"/>
                </a:lnTo>
                <a:lnTo>
                  <a:pt x="2670" y="13817"/>
                </a:lnTo>
                <a:lnTo>
                  <a:pt x="2725" y="13990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7937586" y="3570596"/>
            <a:ext cx="2670" cy="13916"/>
          </a:xfrm>
          <a:custGeom>
            <a:avLst/>
            <a:gdLst/>
            <a:ahLst/>
            <a:cxnLst/>
            <a:rect l="l" t="t" r="r" b="b"/>
            <a:pathLst>
              <a:path w="2670" h="13916">
                <a:moveTo>
                  <a:pt x="0" y="0"/>
                </a:moveTo>
                <a:lnTo>
                  <a:pt x="0" y="222"/>
                </a:lnTo>
                <a:lnTo>
                  <a:pt x="54" y="394"/>
                </a:lnTo>
                <a:lnTo>
                  <a:pt x="54" y="567"/>
                </a:lnTo>
                <a:lnTo>
                  <a:pt x="136" y="789"/>
                </a:lnTo>
                <a:lnTo>
                  <a:pt x="190" y="962"/>
                </a:lnTo>
                <a:lnTo>
                  <a:pt x="190" y="1134"/>
                </a:lnTo>
                <a:lnTo>
                  <a:pt x="245" y="1307"/>
                </a:lnTo>
                <a:lnTo>
                  <a:pt x="245" y="1455"/>
                </a:lnTo>
                <a:lnTo>
                  <a:pt x="299" y="1702"/>
                </a:lnTo>
                <a:lnTo>
                  <a:pt x="381" y="1875"/>
                </a:lnTo>
                <a:lnTo>
                  <a:pt x="381" y="2023"/>
                </a:lnTo>
                <a:lnTo>
                  <a:pt x="436" y="2269"/>
                </a:lnTo>
                <a:lnTo>
                  <a:pt x="436" y="2418"/>
                </a:lnTo>
                <a:lnTo>
                  <a:pt x="490" y="2590"/>
                </a:lnTo>
                <a:lnTo>
                  <a:pt x="490" y="2763"/>
                </a:lnTo>
                <a:lnTo>
                  <a:pt x="572" y="2936"/>
                </a:lnTo>
                <a:lnTo>
                  <a:pt x="626" y="3158"/>
                </a:lnTo>
                <a:lnTo>
                  <a:pt x="626" y="3330"/>
                </a:lnTo>
                <a:lnTo>
                  <a:pt x="681" y="3503"/>
                </a:lnTo>
                <a:lnTo>
                  <a:pt x="681" y="3725"/>
                </a:lnTo>
                <a:lnTo>
                  <a:pt x="735" y="3898"/>
                </a:lnTo>
                <a:lnTo>
                  <a:pt x="735" y="4071"/>
                </a:lnTo>
                <a:lnTo>
                  <a:pt x="817" y="4243"/>
                </a:lnTo>
                <a:lnTo>
                  <a:pt x="817" y="4416"/>
                </a:lnTo>
                <a:lnTo>
                  <a:pt x="872" y="4638"/>
                </a:lnTo>
                <a:lnTo>
                  <a:pt x="926" y="4811"/>
                </a:lnTo>
                <a:lnTo>
                  <a:pt x="926" y="4984"/>
                </a:lnTo>
                <a:lnTo>
                  <a:pt x="981" y="5156"/>
                </a:lnTo>
                <a:lnTo>
                  <a:pt x="981" y="5304"/>
                </a:lnTo>
                <a:lnTo>
                  <a:pt x="1062" y="5551"/>
                </a:lnTo>
                <a:lnTo>
                  <a:pt x="1117" y="5699"/>
                </a:lnTo>
                <a:lnTo>
                  <a:pt x="1117" y="5872"/>
                </a:lnTo>
                <a:lnTo>
                  <a:pt x="1171" y="6119"/>
                </a:lnTo>
                <a:lnTo>
                  <a:pt x="1171" y="6267"/>
                </a:lnTo>
                <a:lnTo>
                  <a:pt x="1253" y="6439"/>
                </a:lnTo>
                <a:lnTo>
                  <a:pt x="1308" y="6612"/>
                </a:lnTo>
                <a:lnTo>
                  <a:pt x="1308" y="6785"/>
                </a:lnTo>
                <a:lnTo>
                  <a:pt x="1362" y="7007"/>
                </a:lnTo>
                <a:lnTo>
                  <a:pt x="1362" y="7180"/>
                </a:lnTo>
                <a:lnTo>
                  <a:pt x="1417" y="7352"/>
                </a:lnTo>
                <a:lnTo>
                  <a:pt x="1417" y="7525"/>
                </a:lnTo>
                <a:lnTo>
                  <a:pt x="1498" y="7698"/>
                </a:lnTo>
                <a:lnTo>
                  <a:pt x="1498" y="7920"/>
                </a:lnTo>
                <a:lnTo>
                  <a:pt x="1553" y="8093"/>
                </a:lnTo>
                <a:lnTo>
                  <a:pt x="1607" y="8265"/>
                </a:lnTo>
                <a:lnTo>
                  <a:pt x="1607" y="8438"/>
                </a:lnTo>
                <a:lnTo>
                  <a:pt x="1689" y="8586"/>
                </a:lnTo>
                <a:lnTo>
                  <a:pt x="1689" y="8833"/>
                </a:lnTo>
                <a:lnTo>
                  <a:pt x="1744" y="8981"/>
                </a:lnTo>
                <a:lnTo>
                  <a:pt x="1744" y="9153"/>
                </a:lnTo>
                <a:lnTo>
                  <a:pt x="1798" y="9400"/>
                </a:lnTo>
                <a:lnTo>
                  <a:pt x="1853" y="9548"/>
                </a:lnTo>
                <a:lnTo>
                  <a:pt x="1853" y="9721"/>
                </a:lnTo>
                <a:lnTo>
                  <a:pt x="1934" y="9894"/>
                </a:lnTo>
                <a:lnTo>
                  <a:pt x="1934" y="10066"/>
                </a:lnTo>
                <a:lnTo>
                  <a:pt x="1989" y="10288"/>
                </a:lnTo>
                <a:lnTo>
                  <a:pt x="2044" y="10461"/>
                </a:lnTo>
                <a:lnTo>
                  <a:pt x="2044" y="10634"/>
                </a:lnTo>
                <a:lnTo>
                  <a:pt x="2098" y="10807"/>
                </a:lnTo>
                <a:lnTo>
                  <a:pt x="2098" y="10979"/>
                </a:lnTo>
                <a:lnTo>
                  <a:pt x="2180" y="11201"/>
                </a:lnTo>
                <a:lnTo>
                  <a:pt x="2180" y="11374"/>
                </a:lnTo>
                <a:lnTo>
                  <a:pt x="2234" y="11547"/>
                </a:lnTo>
                <a:lnTo>
                  <a:pt x="2289" y="11720"/>
                </a:lnTo>
                <a:lnTo>
                  <a:pt x="2289" y="11868"/>
                </a:lnTo>
                <a:lnTo>
                  <a:pt x="2371" y="12114"/>
                </a:lnTo>
                <a:lnTo>
                  <a:pt x="2371" y="12262"/>
                </a:lnTo>
                <a:lnTo>
                  <a:pt x="2425" y="12435"/>
                </a:lnTo>
                <a:lnTo>
                  <a:pt x="2425" y="12608"/>
                </a:lnTo>
                <a:lnTo>
                  <a:pt x="2480" y="12781"/>
                </a:lnTo>
                <a:lnTo>
                  <a:pt x="2534" y="13003"/>
                </a:lnTo>
                <a:lnTo>
                  <a:pt x="2534" y="13175"/>
                </a:lnTo>
                <a:lnTo>
                  <a:pt x="2616" y="13348"/>
                </a:lnTo>
                <a:lnTo>
                  <a:pt x="2616" y="13521"/>
                </a:lnTo>
                <a:lnTo>
                  <a:pt x="2670" y="13693"/>
                </a:lnTo>
                <a:lnTo>
                  <a:pt x="2670" y="13916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7940257" y="3584512"/>
            <a:ext cx="2725" cy="13817"/>
          </a:xfrm>
          <a:custGeom>
            <a:avLst/>
            <a:gdLst/>
            <a:ahLst/>
            <a:cxnLst/>
            <a:rect l="l" t="t" r="r" b="b"/>
            <a:pathLst>
              <a:path w="2725" h="13817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90" y="690"/>
                </a:lnTo>
                <a:lnTo>
                  <a:pt x="190" y="912"/>
                </a:lnTo>
                <a:lnTo>
                  <a:pt x="245" y="1085"/>
                </a:lnTo>
                <a:lnTo>
                  <a:pt x="245" y="1233"/>
                </a:lnTo>
                <a:lnTo>
                  <a:pt x="299" y="1406"/>
                </a:lnTo>
                <a:lnTo>
                  <a:pt x="299" y="1579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46"/>
                </a:lnTo>
                <a:lnTo>
                  <a:pt x="490" y="2319"/>
                </a:lnTo>
                <a:lnTo>
                  <a:pt x="490" y="2492"/>
                </a:lnTo>
                <a:lnTo>
                  <a:pt x="545" y="2714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32"/>
                </a:lnTo>
                <a:lnTo>
                  <a:pt x="681" y="3404"/>
                </a:lnTo>
                <a:lnTo>
                  <a:pt x="735" y="3627"/>
                </a:lnTo>
                <a:lnTo>
                  <a:pt x="735" y="3799"/>
                </a:lnTo>
                <a:lnTo>
                  <a:pt x="817" y="3972"/>
                </a:lnTo>
                <a:lnTo>
                  <a:pt x="872" y="4120"/>
                </a:lnTo>
                <a:lnTo>
                  <a:pt x="872" y="4293"/>
                </a:lnTo>
                <a:lnTo>
                  <a:pt x="926" y="4515"/>
                </a:lnTo>
                <a:lnTo>
                  <a:pt x="926" y="4688"/>
                </a:lnTo>
                <a:lnTo>
                  <a:pt x="981" y="4860"/>
                </a:lnTo>
                <a:lnTo>
                  <a:pt x="981" y="5033"/>
                </a:lnTo>
                <a:lnTo>
                  <a:pt x="1062" y="5206"/>
                </a:lnTo>
                <a:lnTo>
                  <a:pt x="1117" y="5428"/>
                </a:lnTo>
                <a:lnTo>
                  <a:pt x="1117" y="5600"/>
                </a:lnTo>
                <a:lnTo>
                  <a:pt x="1171" y="5773"/>
                </a:lnTo>
                <a:lnTo>
                  <a:pt x="1171" y="5946"/>
                </a:lnTo>
                <a:lnTo>
                  <a:pt x="1226" y="6119"/>
                </a:lnTo>
                <a:lnTo>
                  <a:pt x="1226" y="6341"/>
                </a:lnTo>
                <a:lnTo>
                  <a:pt x="1308" y="6513"/>
                </a:lnTo>
                <a:lnTo>
                  <a:pt x="1362" y="6686"/>
                </a:lnTo>
                <a:lnTo>
                  <a:pt x="1362" y="6834"/>
                </a:lnTo>
                <a:lnTo>
                  <a:pt x="1417" y="7007"/>
                </a:lnTo>
                <a:lnTo>
                  <a:pt x="1417" y="7180"/>
                </a:lnTo>
                <a:lnTo>
                  <a:pt x="1498" y="7352"/>
                </a:lnTo>
                <a:lnTo>
                  <a:pt x="1498" y="7574"/>
                </a:lnTo>
                <a:lnTo>
                  <a:pt x="1553" y="7747"/>
                </a:lnTo>
                <a:lnTo>
                  <a:pt x="1553" y="7920"/>
                </a:lnTo>
                <a:lnTo>
                  <a:pt x="1607" y="8093"/>
                </a:lnTo>
                <a:lnTo>
                  <a:pt x="1662" y="8265"/>
                </a:lnTo>
                <a:lnTo>
                  <a:pt x="1662" y="8487"/>
                </a:lnTo>
                <a:lnTo>
                  <a:pt x="1744" y="8660"/>
                </a:lnTo>
                <a:lnTo>
                  <a:pt x="1744" y="8833"/>
                </a:lnTo>
                <a:lnTo>
                  <a:pt x="1798" y="9005"/>
                </a:lnTo>
                <a:lnTo>
                  <a:pt x="1798" y="9178"/>
                </a:lnTo>
                <a:lnTo>
                  <a:pt x="1853" y="9400"/>
                </a:lnTo>
                <a:lnTo>
                  <a:pt x="1934" y="9573"/>
                </a:lnTo>
                <a:lnTo>
                  <a:pt x="1934" y="9721"/>
                </a:lnTo>
                <a:lnTo>
                  <a:pt x="1989" y="9894"/>
                </a:lnTo>
                <a:lnTo>
                  <a:pt x="1989" y="10066"/>
                </a:lnTo>
                <a:lnTo>
                  <a:pt x="2044" y="10239"/>
                </a:lnTo>
                <a:lnTo>
                  <a:pt x="2044" y="10412"/>
                </a:lnTo>
                <a:lnTo>
                  <a:pt x="2098" y="10634"/>
                </a:lnTo>
                <a:lnTo>
                  <a:pt x="2180" y="10807"/>
                </a:lnTo>
                <a:lnTo>
                  <a:pt x="2180" y="10979"/>
                </a:lnTo>
                <a:lnTo>
                  <a:pt x="2234" y="11152"/>
                </a:lnTo>
                <a:lnTo>
                  <a:pt x="2234" y="11325"/>
                </a:lnTo>
                <a:lnTo>
                  <a:pt x="2289" y="11547"/>
                </a:lnTo>
                <a:lnTo>
                  <a:pt x="2343" y="11720"/>
                </a:lnTo>
                <a:lnTo>
                  <a:pt x="2343" y="11892"/>
                </a:lnTo>
                <a:lnTo>
                  <a:pt x="2425" y="12040"/>
                </a:lnTo>
                <a:lnTo>
                  <a:pt x="2425" y="12213"/>
                </a:lnTo>
                <a:lnTo>
                  <a:pt x="2480" y="12386"/>
                </a:lnTo>
                <a:lnTo>
                  <a:pt x="2480" y="12558"/>
                </a:lnTo>
                <a:lnTo>
                  <a:pt x="2534" y="12781"/>
                </a:lnTo>
                <a:lnTo>
                  <a:pt x="2616" y="12953"/>
                </a:lnTo>
                <a:lnTo>
                  <a:pt x="2616" y="13126"/>
                </a:lnTo>
                <a:lnTo>
                  <a:pt x="2670" y="13299"/>
                </a:lnTo>
                <a:lnTo>
                  <a:pt x="2670" y="13471"/>
                </a:lnTo>
                <a:lnTo>
                  <a:pt x="2725" y="13644"/>
                </a:lnTo>
                <a:lnTo>
                  <a:pt x="2725" y="13817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7942983" y="3598330"/>
            <a:ext cx="2725" cy="13743"/>
          </a:xfrm>
          <a:custGeom>
            <a:avLst/>
            <a:gdLst/>
            <a:ahLst/>
            <a:cxnLst/>
            <a:rect l="l" t="t" r="r" b="b"/>
            <a:pathLst>
              <a:path w="2725" h="13743">
                <a:moveTo>
                  <a:pt x="0" y="0"/>
                </a:moveTo>
                <a:lnTo>
                  <a:pt x="54" y="222"/>
                </a:lnTo>
                <a:lnTo>
                  <a:pt x="54" y="394"/>
                </a:lnTo>
                <a:lnTo>
                  <a:pt x="136" y="542"/>
                </a:lnTo>
                <a:lnTo>
                  <a:pt x="190" y="715"/>
                </a:lnTo>
                <a:lnTo>
                  <a:pt x="190" y="888"/>
                </a:lnTo>
                <a:lnTo>
                  <a:pt x="245" y="1060"/>
                </a:lnTo>
                <a:lnTo>
                  <a:pt x="245" y="1233"/>
                </a:lnTo>
                <a:lnTo>
                  <a:pt x="299" y="1455"/>
                </a:lnTo>
                <a:lnTo>
                  <a:pt x="299" y="1628"/>
                </a:lnTo>
                <a:lnTo>
                  <a:pt x="381" y="1801"/>
                </a:lnTo>
                <a:lnTo>
                  <a:pt x="436" y="1973"/>
                </a:lnTo>
                <a:lnTo>
                  <a:pt x="436" y="2146"/>
                </a:lnTo>
                <a:lnTo>
                  <a:pt x="490" y="2319"/>
                </a:lnTo>
                <a:lnTo>
                  <a:pt x="490" y="2467"/>
                </a:lnTo>
                <a:lnTo>
                  <a:pt x="572" y="2714"/>
                </a:lnTo>
                <a:lnTo>
                  <a:pt x="572" y="2886"/>
                </a:lnTo>
                <a:lnTo>
                  <a:pt x="626" y="3034"/>
                </a:lnTo>
                <a:lnTo>
                  <a:pt x="681" y="3207"/>
                </a:lnTo>
                <a:lnTo>
                  <a:pt x="681" y="3380"/>
                </a:lnTo>
                <a:lnTo>
                  <a:pt x="735" y="3553"/>
                </a:lnTo>
                <a:lnTo>
                  <a:pt x="735" y="3725"/>
                </a:lnTo>
                <a:lnTo>
                  <a:pt x="817" y="3947"/>
                </a:lnTo>
                <a:lnTo>
                  <a:pt x="817" y="4120"/>
                </a:lnTo>
                <a:lnTo>
                  <a:pt x="872" y="4293"/>
                </a:lnTo>
                <a:lnTo>
                  <a:pt x="872" y="4465"/>
                </a:lnTo>
                <a:lnTo>
                  <a:pt x="926" y="4638"/>
                </a:lnTo>
                <a:lnTo>
                  <a:pt x="1008" y="4786"/>
                </a:lnTo>
                <a:lnTo>
                  <a:pt x="1008" y="4959"/>
                </a:lnTo>
                <a:lnTo>
                  <a:pt x="1062" y="5206"/>
                </a:lnTo>
                <a:lnTo>
                  <a:pt x="1062" y="5354"/>
                </a:lnTo>
                <a:lnTo>
                  <a:pt x="1117" y="5526"/>
                </a:lnTo>
                <a:lnTo>
                  <a:pt x="1117" y="5699"/>
                </a:lnTo>
                <a:lnTo>
                  <a:pt x="1171" y="5872"/>
                </a:lnTo>
                <a:lnTo>
                  <a:pt x="1253" y="6045"/>
                </a:lnTo>
                <a:lnTo>
                  <a:pt x="1253" y="6217"/>
                </a:lnTo>
                <a:lnTo>
                  <a:pt x="1308" y="6439"/>
                </a:lnTo>
                <a:lnTo>
                  <a:pt x="1308" y="6612"/>
                </a:lnTo>
                <a:lnTo>
                  <a:pt x="1362" y="6785"/>
                </a:lnTo>
                <a:lnTo>
                  <a:pt x="1362" y="6958"/>
                </a:lnTo>
                <a:lnTo>
                  <a:pt x="1417" y="7130"/>
                </a:lnTo>
                <a:lnTo>
                  <a:pt x="1417" y="7278"/>
                </a:lnTo>
                <a:lnTo>
                  <a:pt x="1498" y="7451"/>
                </a:lnTo>
                <a:lnTo>
                  <a:pt x="1553" y="7624"/>
                </a:lnTo>
                <a:lnTo>
                  <a:pt x="1553" y="7796"/>
                </a:lnTo>
                <a:lnTo>
                  <a:pt x="1607" y="8018"/>
                </a:lnTo>
                <a:lnTo>
                  <a:pt x="1607" y="8191"/>
                </a:lnTo>
                <a:lnTo>
                  <a:pt x="1689" y="8364"/>
                </a:lnTo>
                <a:lnTo>
                  <a:pt x="1689" y="8537"/>
                </a:lnTo>
                <a:lnTo>
                  <a:pt x="1744" y="8709"/>
                </a:lnTo>
                <a:lnTo>
                  <a:pt x="1798" y="8882"/>
                </a:lnTo>
                <a:lnTo>
                  <a:pt x="1798" y="9030"/>
                </a:lnTo>
                <a:lnTo>
                  <a:pt x="1853" y="9277"/>
                </a:lnTo>
                <a:lnTo>
                  <a:pt x="1853" y="9450"/>
                </a:lnTo>
                <a:lnTo>
                  <a:pt x="1934" y="9598"/>
                </a:lnTo>
                <a:lnTo>
                  <a:pt x="1934" y="9770"/>
                </a:lnTo>
                <a:lnTo>
                  <a:pt x="1989" y="9943"/>
                </a:lnTo>
                <a:lnTo>
                  <a:pt x="2044" y="10116"/>
                </a:lnTo>
                <a:lnTo>
                  <a:pt x="2044" y="10288"/>
                </a:lnTo>
                <a:lnTo>
                  <a:pt x="2125" y="10461"/>
                </a:lnTo>
                <a:lnTo>
                  <a:pt x="2125" y="10634"/>
                </a:lnTo>
                <a:lnTo>
                  <a:pt x="2180" y="10807"/>
                </a:lnTo>
                <a:lnTo>
                  <a:pt x="2180" y="10955"/>
                </a:lnTo>
                <a:lnTo>
                  <a:pt x="2234" y="11201"/>
                </a:lnTo>
                <a:lnTo>
                  <a:pt x="2234" y="11374"/>
                </a:lnTo>
                <a:lnTo>
                  <a:pt x="2289" y="11522"/>
                </a:lnTo>
                <a:lnTo>
                  <a:pt x="2371" y="11695"/>
                </a:lnTo>
                <a:lnTo>
                  <a:pt x="2371" y="11868"/>
                </a:lnTo>
                <a:lnTo>
                  <a:pt x="2425" y="12040"/>
                </a:lnTo>
                <a:lnTo>
                  <a:pt x="2425" y="12213"/>
                </a:lnTo>
                <a:lnTo>
                  <a:pt x="2480" y="12386"/>
                </a:lnTo>
                <a:lnTo>
                  <a:pt x="2480" y="12558"/>
                </a:lnTo>
                <a:lnTo>
                  <a:pt x="2534" y="12781"/>
                </a:lnTo>
                <a:lnTo>
                  <a:pt x="2616" y="12953"/>
                </a:lnTo>
                <a:lnTo>
                  <a:pt x="2616" y="13126"/>
                </a:lnTo>
                <a:lnTo>
                  <a:pt x="2670" y="13274"/>
                </a:lnTo>
                <a:lnTo>
                  <a:pt x="2670" y="13447"/>
                </a:lnTo>
                <a:lnTo>
                  <a:pt x="2725" y="1361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7945708" y="3612073"/>
            <a:ext cx="2725" cy="13570"/>
          </a:xfrm>
          <a:custGeom>
            <a:avLst/>
            <a:gdLst/>
            <a:ahLst/>
            <a:cxnLst/>
            <a:rect l="l" t="t" r="r" b="b"/>
            <a:pathLst>
              <a:path w="2725" h="13570">
                <a:moveTo>
                  <a:pt x="0" y="0"/>
                </a:moveTo>
                <a:lnTo>
                  <a:pt x="81" y="172"/>
                </a:lnTo>
                <a:lnTo>
                  <a:pt x="81" y="345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245" y="1357"/>
                </a:lnTo>
                <a:lnTo>
                  <a:pt x="327" y="1529"/>
                </a:lnTo>
                <a:lnTo>
                  <a:pt x="327" y="1702"/>
                </a:lnTo>
                <a:lnTo>
                  <a:pt x="381" y="1924"/>
                </a:lnTo>
                <a:lnTo>
                  <a:pt x="436" y="2097"/>
                </a:lnTo>
                <a:lnTo>
                  <a:pt x="436" y="2269"/>
                </a:lnTo>
                <a:lnTo>
                  <a:pt x="490" y="2418"/>
                </a:lnTo>
                <a:lnTo>
                  <a:pt x="490" y="2590"/>
                </a:lnTo>
                <a:lnTo>
                  <a:pt x="572" y="2763"/>
                </a:lnTo>
                <a:lnTo>
                  <a:pt x="572" y="2936"/>
                </a:lnTo>
                <a:lnTo>
                  <a:pt x="626" y="3108"/>
                </a:lnTo>
                <a:lnTo>
                  <a:pt x="681" y="3281"/>
                </a:lnTo>
                <a:lnTo>
                  <a:pt x="681" y="3454"/>
                </a:lnTo>
                <a:lnTo>
                  <a:pt x="763" y="3627"/>
                </a:lnTo>
                <a:lnTo>
                  <a:pt x="763" y="3849"/>
                </a:lnTo>
                <a:lnTo>
                  <a:pt x="817" y="4021"/>
                </a:lnTo>
                <a:lnTo>
                  <a:pt x="817" y="4194"/>
                </a:lnTo>
                <a:lnTo>
                  <a:pt x="872" y="4342"/>
                </a:lnTo>
                <a:lnTo>
                  <a:pt x="872" y="4515"/>
                </a:lnTo>
                <a:lnTo>
                  <a:pt x="926" y="4688"/>
                </a:lnTo>
                <a:lnTo>
                  <a:pt x="1008" y="4860"/>
                </a:lnTo>
                <a:lnTo>
                  <a:pt x="1008" y="5033"/>
                </a:lnTo>
                <a:lnTo>
                  <a:pt x="1062" y="5206"/>
                </a:lnTo>
                <a:lnTo>
                  <a:pt x="1062" y="5378"/>
                </a:lnTo>
                <a:lnTo>
                  <a:pt x="1117" y="5551"/>
                </a:lnTo>
                <a:lnTo>
                  <a:pt x="1117" y="5699"/>
                </a:lnTo>
                <a:lnTo>
                  <a:pt x="1199" y="5872"/>
                </a:lnTo>
                <a:lnTo>
                  <a:pt x="1253" y="6119"/>
                </a:lnTo>
                <a:lnTo>
                  <a:pt x="1253" y="6267"/>
                </a:lnTo>
                <a:lnTo>
                  <a:pt x="1308" y="6439"/>
                </a:lnTo>
                <a:lnTo>
                  <a:pt x="1308" y="6612"/>
                </a:lnTo>
                <a:lnTo>
                  <a:pt x="1362" y="6785"/>
                </a:lnTo>
                <a:lnTo>
                  <a:pt x="1362" y="6958"/>
                </a:lnTo>
                <a:lnTo>
                  <a:pt x="1444" y="7130"/>
                </a:lnTo>
                <a:lnTo>
                  <a:pt x="1444" y="7303"/>
                </a:lnTo>
                <a:lnTo>
                  <a:pt x="1498" y="7476"/>
                </a:lnTo>
                <a:lnTo>
                  <a:pt x="1553" y="7624"/>
                </a:lnTo>
                <a:lnTo>
                  <a:pt x="1553" y="7796"/>
                </a:lnTo>
                <a:lnTo>
                  <a:pt x="1607" y="7969"/>
                </a:lnTo>
                <a:lnTo>
                  <a:pt x="1607" y="8142"/>
                </a:lnTo>
                <a:lnTo>
                  <a:pt x="1689" y="8315"/>
                </a:lnTo>
                <a:lnTo>
                  <a:pt x="1689" y="8487"/>
                </a:lnTo>
                <a:lnTo>
                  <a:pt x="1744" y="8660"/>
                </a:lnTo>
                <a:lnTo>
                  <a:pt x="1744" y="8833"/>
                </a:lnTo>
                <a:lnTo>
                  <a:pt x="1798" y="9055"/>
                </a:lnTo>
                <a:lnTo>
                  <a:pt x="1880" y="9228"/>
                </a:lnTo>
                <a:lnTo>
                  <a:pt x="1880" y="9400"/>
                </a:lnTo>
                <a:lnTo>
                  <a:pt x="1934" y="9548"/>
                </a:lnTo>
                <a:lnTo>
                  <a:pt x="1934" y="9721"/>
                </a:lnTo>
                <a:lnTo>
                  <a:pt x="1989" y="9894"/>
                </a:lnTo>
                <a:lnTo>
                  <a:pt x="1989" y="10066"/>
                </a:lnTo>
                <a:lnTo>
                  <a:pt x="2044" y="10239"/>
                </a:lnTo>
                <a:lnTo>
                  <a:pt x="2044" y="10412"/>
                </a:lnTo>
                <a:lnTo>
                  <a:pt x="2125" y="10585"/>
                </a:lnTo>
                <a:lnTo>
                  <a:pt x="2125" y="10757"/>
                </a:lnTo>
                <a:lnTo>
                  <a:pt x="2180" y="10905"/>
                </a:lnTo>
                <a:lnTo>
                  <a:pt x="2234" y="11078"/>
                </a:lnTo>
                <a:lnTo>
                  <a:pt x="2234" y="11251"/>
                </a:lnTo>
                <a:lnTo>
                  <a:pt x="2316" y="11423"/>
                </a:lnTo>
                <a:lnTo>
                  <a:pt x="2316" y="11596"/>
                </a:lnTo>
                <a:lnTo>
                  <a:pt x="2371" y="11769"/>
                </a:lnTo>
                <a:lnTo>
                  <a:pt x="2371" y="11942"/>
                </a:lnTo>
                <a:lnTo>
                  <a:pt x="2425" y="12114"/>
                </a:lnTo>
                <a:lnTo>
                  <a:pt x="2480" y="12262"/>
                </a:lnTo>
                <a:lnTo>
                  <a:pt x="2480" y="12435"/>
                </a:lnTo>
                <a:lnTo>
                  <a:pt x="2561" y="12608"/>
                </a:lnTo>
                <a:lnTo>
                  <a:pt x="2561" y="12781"/>
                </a:lnTo>
                <a:lnTo>
                  <a:pt x="2616" y="13003"/>
                </a:lnTo>
                <a:lnTo>
                  <a:pt x="2616" y="13175"/>
                </a:lnTo>
                <a:lnTo>
                  <a:pt x="2670" y="13348"/>
                </a:lnTo>
                <a:lnTo>
                  <a:pt x="2725" y="1352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7948433" y="3625644"/>
            <a:ext cx="2752" cy="13521"/>
          </a:xfrm>
          <a:custGeom>
            <a:avLst/>
            <a:gdLst/>
            <a:ahLst/>
            <a:cxnLst/>
            <a:rect l="l" t="t" r="r" b="b"/>
            <a:pathLst>
              <a:path w="2752" h="13521">
                <a:moveTo>
                  <a:pt x="0" y="0"/>
                </a:moveTo>
                <a:lnTo>
                  <a:pt x="0" y="172"/>
                </a:lnTo>
                <a:lnTo>
                  <a:pt x="81" y="345"/>
                </a:lnTo>
                <a:lnTo>
                  <a:pt x="81" y="518"/>
                </a:lnTo>
                <a:lnTo>
                  <a:pt x="136" y="690"/>
                </a:lnTo>
                <a:lnTo>
                  <a:pt x="136" y="863"/>
                </a:lnTo>
                <a:lnTo>
                  <a:pt x="190" y="1036"/>
                </a:lnTo>
                <a:lnTo>
                  <a:pt x="190" y="1184"/>
                </a:lnTo>
                <a:lnTo>
                  <a:pt x="272" y="1357"/>
                </a:lnTo>
                <a:lnTo>
                  <a:pt x="327" y="1529"/>
                </a:lnTo>
                <a:lnTo>
                  <a:pt x="327" y="1702"/>
                </a:lnTo>
                <a:lnTo>
                  <a:pt x="381" y="1875"/>
                </a:lnTo>
                <a:lnTo>
                  <a:pt x="381" y="2047"/>
                </a:lnTo>
                <a:lnTo>
                  <a:pt x="436" y="2220"/>
                </a:lnTo>
                <a:lnTo>
                  <a:pt x="436" y="2442"/>
                </a:lnTo>
                <a:lnTo>
                  <a:pt x="517" y="2615"/>
                </a:lnTo>
                <a:lnTo>
                  <a:pt x="572" y="2788"/>
                </a:lnTo>
                <a:lnTo>
                  <a:pt x="572" y="2936"/>
                </a:lnTo>
                <a:lnTo>
                  <a:pt x="626" y="3108"/>
                </a:lnTo>
                <a:lnTo>
                  <a:pt x="626" y="3281"/>
                </a:lnTo>
                <a:lnTo>
                  <a:pt x="681" y="3454"/>
                </a:lnTo>
                <a:lnTo>
                  <a:pt x="681" y="3627"/>
                </a:lnTo>
                <a:lnTo>
                  <a:pt x="763" y="3799"/>
                </a:lnTo>
                <a:lnTo>
                  <a:pt x="763" y="3972"/>
                </a:lnTo>
                <a:lnTo>
                  <a:pt x="817" y="4145"/>
                </a:lnTo>
                <a:lnTo>
                  <a:pt x="872" y="4317"/>
                </a:lnTo>
                <a:lnTo>
                  <a:pt x="872" y="4465"/>
                </a:lnTo>
                <a:lnTo>
                  <a:pt x="953" y="4638"/>
                </a:lnTo>
                <a:lnTo>
                  <a:pt x="953" y="4811"/>
                </a:lnTo>
                <a:lnTo>
                  <a:pt x="1008" y="4984"/>
                </a:lnTo>
                <a:lnTo>
                  <a:pt x="1008" y="5156"/>
                </a:lnTo>
                <a:lnTo>
                  <a:pt x="1062" y="5329"/>
                </a:lnTo>
                <a:lnTo>
                  <a:pt x="1062" y="5502"/>
                </a:lnTo>
                <a:lnTo>
                  <a:pt x="1117" y="5674"/>
                </a:lnTo>
                <a:lnTo>
                  <a:pt x="1117" y="5823"/>
                </a:lnTo>
                <a:lnTo>
                  <a:pt x="1199" y="5995"/>
                </a:lnTo>
                <a:lnTo>
                  <a:pt x="1253" y="6168"/>
                </a:lnTo>
                <a:lnTo>
                  <a:pt x="1253" y="6341"/>
                </a:lnTo>
                <a:lnTo>
                  <a:pt x="1308" y="6513"/>
                </a:lnTo>
                <a:lnTo>
                  <a:pt x="1308" y="6686"/>
                </a:lnTo>
                <a:lnTo>
                  <a:pt x="1389" y="6859"/>
                </a:lnTo>
                <a:lnTo>
                  <a:pt x="1389" y="7032"/>
                </a:lnTo>
                <a:lnTo>
                  <a:pt x="1444" y="7180"/>
                </a:lnTo>
                <a:lnTo>
                  <a:pt x="1444" y="7352"/>
                </a:lnTo>
                <a:lnTo>
                  <a:pt x="1498" y="7525"/>
                </a:lnTo>
                <a:lnTo>
                  <a:pt x="1553" y="7698"/>
                </a:lnTo>
                <a:lnTo>
                  <a:pt x="1553" y="7870"/>
                </a:lnTo>
                <a:lnTo>
                  <a:pt x="1635" y="8043"/>
                </a:lnTo>
                <a:lnTo>
                  <a:pt x="1635" y="8216"/>
                </a:lnTo>
                <a:lnTo>
                  <a:pt x="1689" y="8389"/>
                </a:lnTo>
                <a:lnTo>
                  <a:pt x="1689" y="8561"/>
                </a:lnTo>
                <a:lnTo>
                  <a:pt x="1744" y="8709"/>
                </a:lnTo>
                <a:lnTo>
                  <a:pt x="1744" y="8882"/>
                </a:lnTo>
                <a:lnTo>
                  <a:pt x="1798" y="9055"/>
                </a:lnTo>
                <a:lnTo>
                  <a:pt x="1798" y="9228"/>
                </a:lnTo>
                <a:lnTo>
                  <a:pt x="1880" y="9400"/>
                </a:lnTo>
                <a:lnTo>
                  <a:pt x="1934" y="9573"/>
                </a:lnTo>
                <a:lnTo>
                  <a:pt x="1934" y="9746"/>
                </a:lnTo>
                <a:lnTo>
                  <a:pt x="1989" y="9918"/>
                </a:lnTo>
                <a:lnTo>
                  <a:pt x="1989" y="10066"/>
                </a:lnTo>
                <a:lnTo>
                  <a:pt x="2071" y="10239"/>
                </a:lnTo>
                <a:lnTo>
                  <a:pt x="2071" y="10412"/>
                </a:lnTo>
                <a:lnTo>
                  <a:pt x="2125" y="10585"/>
                </a:lnTo>
                <a:lnTo>
                  <a:pt x="2125" y="10757"/>
                </a:lnTo>
                <a:lnTo>
                  <a:pt x="2180" y="10979"/>
                </a:lnTo>
                <a:lnTo>
                  <a:pt x="2234" y="11152"/>
                </a:lnTo>
                <a:lnTo>
                  <a:pt x="2234" y="11325"/>
                </a:lnTo>
                <a:lnTo>
                  <a:pt x="2316" y="11497"/>
                </a:lnTo>
                <a:lnTo>
                  <a:pt x="2316" y="11670"/>
                </a:lnTo>
                <a:lnTo>
                  <a:pt x="2371" y="11843"/>
                </a:lnTo>
                <a:lnTo>
                  <a:pt x="2371" y="11991"/>
                </a:lnTo>
                <a:lnTo>
                  <a:pt x="2425" y="12164"/>
                </a:lnTo>
                <a:lnTo>
                  <a:pt x="2480" y="12336"/>
                </a:lnTo>
                <a:lnTo>
                  <a:pt x="2480" y="12509"/>
                </a:lnTo>
                <a:lnTo>
                  <a:pt x="2561" y="12682"/>
                </a:lnTo>
                <a:lnTo>
                  <a:pt x="2561" y="12855"/>
                </a:lnTo>
                <a:lnTo>
                  <a:pt x="2616" y="13027"/>
                </a:lnTo>
                <a:lnTo>
                  <a:pt x="2616" y="13200"/>
                </a:lnTo>
                <a:lnTo>
                  <a:pt x="2670" y="13348"/>
                </a:lnTo>
                <a:lnTo>
                  <a:pt x="2752" y="1352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7951186" y="3639165"/>
            <a:ext cx="2643" cy="13422"/>
          </a:xfrm>
          <a:custGeom>
            <a:avLst/>
            <a:gdLst/>
            <a:ahLst/>
            <a:cxnLst/>
            <a:rect l="l" t="t" r="r" b="b"/>
            <a:pathLst>
              <a:path w="2643" h="13422">
                <a:moveTo>
                  <a:pt x="0" y="0"/>
                </a:moveTo>
                <a:lnTo>
                  <a:pt x="0" y="246"/>
                </a:lnTo>
                <a:lnTo>
                  <a:pt x="54" y="394"/>
                </a:lnTo>
                <a:lnTo>
                  <a:pt x="54" y="567"/>
                </a:lnTo>
                <a:lnTo>
                  <a:pt x="109" y="740"/>
                </a:lnTo>
                <a:lnTo>
                  <a:pt x="109" y="912"/>
                </a:lnTo>
                <a:lnTo>
                  <a:pt x="163" y="1085"/>
                </a:lnTo>
                <a:lnTo>
                  <a:pt x="163" y="1258"/>
                </a:lnTo>
                <a:lnTo>
                  <a:pt x="245" y="1431"/>
                </a:lnTo>
                <a:lnTo>
                  <a:pt x="299" y="1603"/>
                </a:lnTo>
                <a:lnTo>
                  <a:pt x="299" y="1751"/>
                </a:lnTo>
                <a:lnTo>
                  <a:pt x="354" y="1924"/>
                </a:lnTo>
                <a:lnTo>
                  <a:pt x="354" y="2097"/>
                </a:lnTo>
                <a:lnTo>
                  <a:pt x="436" y="2319"/>
                </a:lnTo>
                <a:lnTo>
                  <a:pt x="490" y="2492"/>
                </a:lnTo>
                <a:lnTo>
                  <a:pt x="490" y="2664"/>
                </a:lnTo>
                <a:lnTo>
                  <a:pt x="545" y="2837"/>
                </a:lnTo>
                <a:lnTo>
                  <a:pt x="545" y="3010"/>
                </a:lnTo>
                <a:lnTo>
                  <a:pt x="599" y="3182"/>
                </a:lnTo>
                <a:lnTo>
                  <a:pt x="599" y="3355"/>
                </a:lnTo>
                <a:lnTo>
                  <a:pt x="681" y="3528"/>
                </a:lnTo>
                <a:lnTo>
                  <a:pt x="681" y="3676"/>
                </a:lnTo>
                <a:lnTo>
                  <a:pt x="735" y="3849"/>
                </a:lnTo>
                <a:lnTo>
                  <a:pt x="790" y="4071"/>
                </a:lnTo>
                <a:lnTo>
                  <a:pt x="790" y="4243"/>
                </a:lnTo>
                <a:lnTo>
                  <a:pt x="844" y="4416"/>
                </a:lnTo>
                <a:lnTo>
                  <a:pt x="844" y="4589"/>
                </a:lnTo>
                <a:lnTo>
                  <a:pt x="926" y="4762"/>
                </a:lnTo>
                <a:lnTo>
                  <a:pt x="981" y="4934"/>
                </a:lnTo>
                <a:lnTo>
                  <a:pt x="981" y="5156"/>
                </a:lnTo>
                <a:lnTo>
                  <a:pt x="1035" y="5329"/>
                </a:lnTo>
                <a:lnTo>
                  <a:pt x="1035" y="5502"/>
                </a:lnTo>
                <a:lnTo>
                  <a:pt x="1117" y="5674"/>
                </a:lnTo>
                <a:lnTo>
                  <a:pt x="1117" y="5847"/>
                </a:lnTo>
                <a:lnTo>
                  <a:pt x="1171" y="5995"/>
                </a:lnTo>
                <a:lnTo>
                  <a:pt x="1226" y="6168"/>
                </a:lnTo>
                <a:lnTo>
                  <a:pt x="1226" y="6341"/>
                </a:lnTo>
                <a:lnTo>
                  <a:pt x="1280" y="6563"/>
                </a:lnTo>
                <a:lnTo>
                  <a:pt x="1362" y="6735"/>
                </a:lnTo>
                <a:lnTo>
                  <a:pt x="1362" y="6908"/>
                </a:lnTo>
                <a:lnTo>
                  <a:pt x="1417" y="7081"/>
                </a:lnTo>
                <a:lnTo>
                  <a:pt x="1417" y="7254"/>
                </a:lnTo>
                <a:lnTo>
                  <a:pt x="1471" y="7426"/>
                </a:lnTo>
                <a:lnTo>
                  <a:pt x="1471" y="7648"/>
                </a:lnTo>
                <a:lnTo>
                  <a:pt x="1553" y="7821"/>
                </a:lnTo>
                <a:lnTo>
                  <a:pt x="1553" y="7994"/>
                </a:lnTo>
                <a:lnTo>
                  <a:pt x="1607" y="8167"/>
                </a:lnTo>
                <a:lnTo>
                  <a:pt x="1662" y="8315"/>
                </a:lnTo>
                <a:lnTo>
                  <a:pt x="1662" y="8487"/>
                </a:lnTo>
                <a:lnTo>
                  <a:pt x="1716" y="8734"/>
                </a:lnTo>
                <a:lnTo>
                  <a:pt x="1798" y="8882"/>
                </a:lnTo>
                <a:lnTo>
                  <a:pt x="1798" y="9055"/>
                </a:lnTo>
                <a:lnTo>
                  <a:pt x="1853" y="9228"/>
                </a:lnTo>
                <a:lnTo>
                  <a:pt x="1853" y="9400"/>
                </a:lnTo>
                <a:lnTo>
                  <a:pt x="1907" y="9573"/>
                </a:lnTo>
                <a:lnTo>
                  <a:pt x="1907" y="9795"/>
                </a:lnTo>
                <a:lnTo>
                  <a:pt x="1962" y="9968"/>
                </a:lnTo>
                <a:lnTo>
                  <a:pt x="2044" y="10140"/>
                </a:lnTo>
                <a:lnTo>
                  <a:pt x="2044" y="10313"/>
                </a:lnTo>
                <a:lnTo>
                  <a:pt x="2098" y="10535"/>
                </a:lnTo>
                <a:lnTo>
                  <a:pt x="2098" y="10708"/>
                </a:lnTo>
                <a:lnTo>
                  <a:pt x="2153" y="10881"/>
                </a:lnTo>
                <a:lnTo>
                  <a:pt x="2234" y="11053"/>
                </a:lnTo>
                <a:lnTo>
                  <a:pt x="2234" y="11201"/>
                </a:lnTo>
                <a:lnTo>
                  <a:pt x="2289" y="11374"/>
                </a:lnTo>
                <a:lnTo>
                  <a:pt x="2289" y="11596"/>
                </a:lnTo>
                <a:lnTo>
                  <a:pt x="2343" y="11769"/>
                </a:lnTo>
                <a:lnTo>
                  <a:pt x="2343" y="11942"/>
                </a:lnTo>
                <a:lnTo>
                  <a:pt x="2398" y="12114"/>
                </a:lnTo>
                <a:lnTo>
                  <a:pt x="2480" y="12336"/>
                </a:lnTo>
                <a:lnTo>
                  <a:pt x="2480" y="12509"/>
                </a:lnTo>
                <a:lnTo>
                  <a:pt x="2534" y="12682"/>
                </a:lnTo>
                <a:lnTo>
                  <a:pt x="2589" y="12855"/>
                </a:lnTo>
                <a:lnTo>
                  <a:pt x="2589" y="13077"/>
                </a:lnTo>
                <a:lnTo>
                  <a:pt x="2643" y="13249"/>
                </a:lnTo>
                <a:lnTo>
                  <a:pt x="2643" y="13422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7953830" y="3652587"/>
            <a:ext cx="2752" cy="13249"/>
          </a:xfrm>
          <a:custGeom>
            <a:avLst/>
            <a:gdLst/>
            <a:ahLst/>
            <a:cxnLst/>
            <a:rect l="l" t="t" r="r" b="b"/>
            <a:pathLst>
              <a:path w="2752" h="13249">
                <a:moveTo>
                  <a:pt x="0" y="0"/>
                </a:moveTo>
                <a:lnTo>
                  <a:pt x="81" y="172"/>
                </a:lnTo>
                <a:lnTo>
                  <a:pt x="136" y="394"/>
                </a:lnTo>
                <a:lnTo>
                  <a:pt x="136" y="567"/>
                </a:lnTo>
                <a:lnTo>
                  <a:pt x="190" y="740"/>
                </a:lnTo>
                <a:lnTo>
                  <a:pt x="190" y="912"/>
                </a:lnTo>
                <a:lnTo>
                  <a:pt x="272" y="1134"/>
                </a:lnTo>
                <a:lnTo>
                  <a:pt x="327" y="1307"/>
                </a:lnTo>
                <a:lnTo>
                  <a:pt x="327" y="1455"/>
                </a:lnTo>
                <a:lnTo>
                  <a:pt x="381" y="1628"/>
                </a:lnTo>
                <a:lnTo>
                  <a:pt x="381" y="1875"/>
                </a:lnTo>
                <a:lnTo>
                  <a:pt x="436" y="2023"/>
                </a:lnTo>
                <a:lnTo>
                  <a:pt x="517" y="2195"/>
                </a:lnTo>
                <a:lnTo>
                  <a:pt x="517" y="2368"/>
                </a:lnTo>
                <a:lnTo>
                  <a:pt x="572" y="2590"/>
                </a:lnTo>
                <a:lnTo>
                  <a:pt x="626" y="2763"/>
                </a:lnTo>
                <a:lnTo>
                  <a:pt x="626" y="2936"/>
                </a:lnTo>
                <a:lnTo>
                  <a:pt x="708" y="3108"/>
                </a:lnTo>
                <a:lnTo>
                  <a:pt x="708" y="3330"/>
                </a:lnTo>
                <a:lnTo>
                  <a:pt x="763" y="3503"/>
                </a:lnTo>
                <a:lnTo>
                  <a:pt x="817" y="3725"/>
                </a:lnTo>
                <a:lnTo>
                  <a:pt x="817" y="3898"/>
                </a:lnTo>
                <a:lnTo>
                  <a:pt x="872" y="4071"/>
                </a:lnTo>
                <a:lnTo>
                  <a:pt x="872" y="4243"/>
                </a:lnTo>
                <a:lnTo>
                  <a:pt x="953" y="4465"/>
                </a:lnTo>
                <a:lnTo>
                  <a:pt x="1008" y="4638"/>
                </a:lnTo>
                <a:lnTo>
                  <a:pt x="1008" y="4811"/>
                </a:lnTo>
                <a:lnTo>
                  <a:pt x="1062" y="4984"/>
                </a:lnTo>
                <a:lnTo>
                  <a:pt x="1062" y="5206"/>
                </a:lnTo>
                <a:lnTo>
                  <a:pt x="1117" y="5378"/>
                </a:lnTo>
                <a:lnTo>
                  <a:pt x="1199" y="5600"/>
                </a:lnTo>
                <a:lnTo>
                  <a:pt x="1199" y="5773"/>
                </a:lnTo>
                <a:lnTo>
                  <a:pt x="1253" y="5946"/>
                </a:lnTo>
                <a:lnTo>
                  <a:pt x="1308" y="6119"/>
                </a:lnTo>
                <a:lnTo>
                  <a:pt x="1308" y="6341"/>
                </a:lnTo>
                <a:lnTo>
                  <a:pt x="1389" y="6513"/>
                </a:lnTo>
                <a:lnTo>
                  <a:pt x="1444" y="6735"/>
                </a:lnTo>
                <a:lnTo>
                  <a:pt x="1444" y="6908"/>
                </a:lnTo>
                <a:lnTo>
                  <a:pt x="1498" y="7081"/>
                </a:lnTo>
                <a:lnTo>
                  <a:pt x="1498" y="7229"/>
                </a:lnTo>
                <a:lnTo>
                  <a:pt x="1553" y="7476"/>
                </a:lnTo>
                <a:lnTo>
                  <a:pt x="1635" y="7624"/>
                </a:lnTo>
                <a:lnTo>
                  <a:pt x="1635" y="7870"/>
                </a:lnTo>
                <a:lnTo>
                  <a:pt x="1689" y="8043"/>
                </a:lnTo>
                <a:lnTo>
                  <a:pt x="1744" y="8265"/>
                </a:lnTo>
                <a:lnTo>
                  <a:pt x="1744" y="8438"/>
                </a:lnTo>
                <a:lnTo>
                  <a:pt x="1825" y="8586"/>
                </a:lnTo>
                <a:lnTo>
                  <a:pt x="1825" y="8759"/>
                </a:lnTo>
                <a:lnTo>
                  <a:pt x="1880" y="9005"/>
                </a:lnTo>
                <a:lnTo>
                  <a:pt x="1934" y="9153"/>
                </a:lnTo>
                <a:lnTo>
                  <a:pt x="1934" y="9400"/>
                </a:lnTo>
                <a:lnTo>
                  <a:pt x="1989" y="9548"/>
                </a:lnTo>
                <a:lnTo>
                  <a:pt x="2071" y="9795"/>
                </a:lnTo>
                <a:lnTo>
                  <a:pt x="2071" y="9943"/>
                </a:lnTo>
                <a:lnTo>
                  <a:pt x="2125" y="10116"/>
                </a:lnTo>
                <a:lnTo>
                  <a:pt x="2125" y="10288"/>
                </a:lnTo>
                <a:lnTo>
                  <a:pt x="2180" y="10511"/>
                </a:lnTo>
                <a:lnTo>
                  <a:pt x="2234" y="10683"/>
                </a:lnTo>
                <a:lnTo>
                  <a:pt x="2234" y="10905"/>
                </a:lnTo>
                <a:lnTo>
                  <a:pt x="2316" y="11078"/>
                </a:lnTo>
                <a:lnTo>
                  <a:pt x="2371" y="11325"/>
                </a:lnTo>
                <a:lnTo>
                  <a:pt x="2371" y="11473"/>
                </a:lnTo>
                <a:lnTo>
                  <a:pt x="2425" y="11720"/>
                </a:lnTo>
                <a:lnTo>
                  <a:pt x="2507" y="11868"/>
                </a:lnTo>
                <a:lnTo>
                  <a:pt x="2507" y="12114"/>
                </a:lnTo>
                <a:lnTo>
                  <a:pt x="2561" y="12287"/>
                </a:lnTo>
                <a:lnTo>
                  <a:pt x="2561" y="12435"/>
                </a:lnTo>
                <a:lnTo>
                  <a:pt x="2616" y="12608"/>
                </a:lnTo>
                <a:lnTo>
                  <a:pt x="2670" y="12830"/>
                </a:lnTo>
                <a:lnTo>
                  <a:pt x="2670" y="13003"/>
                </a:lnTo>
                <a:lnTo>
                  <a:pt x="2752" y="13249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7956582" y="3665837"/>
            <a:ext cx="2725" cy="13052"/>
          </a:xfrm>
          <a:custGeom>
            <a:avLst/>
            <a:gdLst/>
            <a:ahLst/>
            <a:cxnLst/>
            <a:rect l="l" t="t" r="r" b="b"/>
            <a:pathLst>
              <a:path w="2725" h="13052">
                <a:moveTo>
                  <a:pt x="0" y="0"/>
                </a:moveTo>
                <a:lnTo>
                  <a:pt x="54" y="148"/>
                </a:lnTo>
                <a:lnTo>
                  <a:pt x="54" y="394"/>
                </a:lnTo>
                <a:lnTo>
                  <a:pt x="109" y="542"/>
                </a:lnTo>
                <a:lnTo>
                  <a:pt x="163" y="789"/>
                </a:lnTo>
                <a:lnTo>
                  <a:pt x="163" y="937"/>
                </a:lnTo>
                <a:lnTo>
                  <a:pt x="245" y="1184"/>
                </a:lnTo>
                <a:lnTo>
                  <a:pt x="299" y="1357"/>
                </a:lnTo>
                <a:lnTo>
                  <a:pt x="299" y="1579"/>
                </a:lnTo>
                <a:lnTo>
                  <a:pt x="354" y="1751"/>
                </a:lnTo>
                <a:lnTo>
                  <a:pt x="436" y="1973"/>
                </a:lnTo>
                <a:lnTo>
                  <a:pt x="436" y="2146"/>
                </a:lnTo>
                <a:lnTo>
                  <a:pt x="490" y="2368"/>
                </a:lnTo>
                <a:lnTo>
                  <a:pt x="545" y="2541"/>
                </a:lnTo>
                <a:lnTo>
                  <a:pt x="545" y="2763"/>
                </a:lnTo>
                <a:lnTo>
                  <a:pt x="599" y="2936"/>
                </a:lnTo>
                <a:lnTo>
                  <a:pt x="681" y="3158"/>
                </a:lnTo>
                <a:lnTo>
                  <a:pt x="681" y="3330"/>
                </a:lnTo>
                <a:lnTo>
                  <a:pt x="735" y="3553"/>
                </a:lnTo>
                <a:lnTo>
                  <a:pt x="790" y="3725"/>
                </a:lnTo>
                <a:lnTo>
                  <a:pt x="790" y="3947"/>
                </a:lnTo>
                <a:lnTo>
                  <a:pt x="872" y="4120"/>
                </a:lnTo>
                <a:lnTo>
                  <a:pt x="926" y="4342"/>
                </a:lnTo>
                <a:lnTo>
                  <a:pt x="926" y="4515"/>
                </a:lnTo>
                <a:lnTo>
                  <a:pt x="981" y="4737"/>
                </a:lnTo>
                <a:lnTo>
                  <a:pt x="1035" y="4910"/>
                </a:lnTo>
                <a:lnTo>
                  <a:pt x="1035" y="5132"/>
                </a:lnTo>
                <a:lnTo>
                  <a:pt x="1117" y="5304"/>
                </a:lnTo>
                <a:lnTo>
                  <a:pt x="1171" y="5526"/>
                </a:lnTo>
                <a:lnTo>
                  <a:pt x="1171" y="5699"/>
                </a:lnTo>
                <a:lnTo>
                  <a:pt x="1226" y="5872"/>
                </a:lnTo>
                <a:lnTo>
                  <a:pt x="1226" y="6045"/>
                </a:lnTo>
                <a:lnTo>
                  <a:pt x="1280" y="6217"/>
                </a:lnTo>
                <a:lnTo>
                  <a:pt x="1280" y="6390"/>
                </a:lnTo>
                <a:lnTo>
                  <a:pt x="1362" y="6563"/>
                </a:lnTo>
                <a:lnTo>
                  <a:pt x="1417" y="6785"/>
                </a:lnTo>
                <a:lnTo>
                  <a:pt x="1417" y="6958"/>
                </a:lnTo>
                <a:lnTo>
                  <a:pt x="1471" y="7180"/>
                </a:lnTo>
                <a:lnTo>
                  <a:pt x="1553" y="7352"/>
                </a:lnTo>
                <a:lnTo>
                  <a:pt x="1553" y="7574"/>
                </a:lnTo>
                <a:lnTo>
                  <a:pt x="1607" y="7747"/>
                </a:lnTo>
                <a:lnTo>
                  <a:pt x="1662" y="7969"/>
                </a:lnTo>
                <a:lnTo>
                  <a:pt x="1662" y="8142"/>
                </a:lnTo>
                <a:lnTo>
                  <a:pt x="1716" y="8315"/>
                </a:lnTo>
                <a:lnTo>
                  <a:pt x="1716" y="8487"/>
                </a:lnTo>
                <a:lnTo>
                  <a:pt x="1798" y="8635"/>
                </a:lnTo>
                <a:lnTo>
                  <a:pt x="1853" y="8808"/>
                </a:lnTo>
                <a:lnTo>
                  <a:pt x="1853" y="8981"/>
                </a:lnTo>
                <a:lnTo>
                  <a:pt x="1907" y="9203"/>
                </a:lnTo>
                <a:lnTo>
                  <a:pt x="1989" y="9376"/>
                </a:lnTo>
                <a:lnTo>
                  <a:pt x="1989" y="9598"/>
                </a:lnTo>
                <a:lnTo>
                  <a:pt x="2044" y="9770"/>
                </a:lnTo>
                <a:lnTo>
                  <a:pt x="2098" y="9943"/>
                </a:lnTo>
                <a:lnTo>
                  <a:pt x="2098" y="10116"/>
                </a:lnTo>
                <a:lnTo>
                  <a:pt x="2153" y="10288"/>
                </a:lnTo>
                <a:lnTo>
                  <a:pt x="2153" y="10461"/>
                </a:lnTo>
                <a:lnTo>
                  <a:pt x="2234" y="10634"/>
                </a:lnTo>
                <a:lnTo>
                  <a:pt x="2234" y="10856"/>
                </a:lnTo>
                <a:lnTo>
                  <a:pt x="2289" y="11029"/>
                </a:lnTo>
                <a:lnTo>
                  <a:pt x="2343" y="11201"/>
                </a:lnTo>
                <a:lnTo>
                  <a:pt x="2343" y="11349"/>
                </a:lnTo>
                <a:lnTo>
                  <a:pt x="2398" y="11522"/>
                </a:lnTo>
                <a:lnTo>
                  <a:pt x="2398" y="11695"/>
                </a:lnTo>
                <a:lnTo>
                  <a:pt x="2480" y="11868"/>
                </a:lnTo>
                <a:lnTo>
                  <a:pt x="2534" y="12040"/>
                </a:lnTo>
                <a:lnTo>
                  <a:pt x="2534" y="12213"/>
                </a:lnTo>
                <a:lnTo>
                  <a:pt x="2589" y="12386"/>
                </a:lnTo>
                <a:lnTo>
                  <a:pt x="2589" y="12558"/>
                </a:lnTo>
                <a:lnTo>
                  <a:pt x="2670" y="12731"/>
                </a:lnTo>
                <a:lnTo>
                  <a:pt x="2670" y="12953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7959308" y="3678890"/>
            <a:ext cx="2725" cy="12904"/>
          </a:xfrm>
          <a:custGeom>
            <a:avLst/>
            <a:gdLst/>
            <a:ahLst/>
            <a:cxnLst/>
            <a:rect l="l" t="t" r="r" b="b"/>
            <a:pathLst>
              <a:path w="2725" h="12904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09" y="518"/>
                </a:lnTo>
                <a:lnTo>
                  <a:pt x="109" y="740"/>
                </a:lnTo>
                <a:lnTo>
                  <a:pt x="190" y="912"/>
                </a:lnTo>
                <a:lnTo>
                  <a:pt x="245" y="1085"/>
                </a:lnTo>
                <a:lnTo>
                  <a:pt x="245" y="1258"/>
                </a:lnTo>
                <a:lnTo>
                  <a:pt x="299" y="1431"/>
                </a:lnTo>
                <a:lnTo>
                  <a:pt x="299" y="1579"/>
                </a:lnTo>
                <a:lnTo>
                  <a:pt x="354" y="1751"/>
                </a:lnTo>
                <a:lnTo>
                  <a:pt x="354" y="1924"/>
                </a:lnTo>
                <a:lnTo>
                  <a:pt x="436" y="2097"/>
                </a:lnTo>
                <a:lnTo>
                  <a:pt x="490" y="2269"/>
                </a:lnTo>
                <a:lnTo>
                  <a:pt x="490" y="2442"/>
                </a:lnTo>
                <a:lnTo>
                  <a:pt x="545" y="2615"/>
                </a:lnTo>
                <a:lnTo>
                  <a:pt x="545" y="2788"/>
                </a:lnTo>
                <a:lnTo>
                  <a:pt x="626" y="2960"/>
                </a:lnTo>
                <a:lnTo>
                  <a:pt x="626" y="3108"/>
                </a:lnTo>
                <a:lnTo>
                  <a:pt x="681" y="3355"/>
                </a:lnTo>
                <a:lnTo>
                  <a:pt x="735" y="3503"/>
                </a:lnTo>
                <a:lnTo>
                  <a:pt x="735" y="3750"/>
                </a:lnTo>
                <a:lnTo>
                  <a:pt x="790" y="3923"/>
                </a:lnTo>
                <a:lnTo>
                  <a:pt x="872" y="4071"/>
                </a:lnTo>
                <a:lnTo>
                  <a:pt x="872" y="4243"/>
                </a:lnTo>
                <a:lnTo>
                  <a:pt x="926" y="4416"/>
                </a:lnTo>
                <a:lnTo>
                  <a:pt x="926" y="4589"/>
                </a:lnTo>
                <a:lnTo>
                  <a:pt x="981" y="4762"/>
                </a:lnTo>
                <a:lnTo>
                  <a:pt x="1062" y="4934"/>
                </a:lnTo>
                <a:lnTo>
                  <a:pt x="1062" y="5107"/>
                </a:lnTo>
                <a:lnTo>
                  <a:pt x="1117" y="5280"/>
                </a:lnTo>
                <a:lnTo>
                  <a:pt x="1117" y="5502"/>
                </a:lnTo>
                <a:lnTo>
                  <a:pt x="1171" y="5674"/>
                </a:lnTo>
                <a:lnTo>
                  <a:pt x="1226" y="5823"/>
                </a:lnTo>
                <a:lnTo>
                  <a:pt x="1226" y="5995"/>
                </a:lnTo>
                <a:lnTo>
                  <a:pt x="1308" y="6168"/>
                </a:lnTo>
                <a:lnTo>
                  <a:pt x="1308" y="6341"/>
                </a:lnTo>
                <a:lnTo>
                  <a:pt x="1362" y="6513"/>
                </a:lnTo>
                <a:lnTo>
                  <a:pt x="1417" y="6686"/>
                </a:lnTo>
                <a:lnTo>
                  <a:pt x="1417" y="6859"/>
                </a:lnTo>
                <a:lnTo>
                  <a:pt x="1471" y="7032"/>
                </a:lnTo>
                <a:lnTo>
                  <a:pt x="1471" y="7254"/>
                </a:lnTo>
                <a:lnTo>
                  <a:pt x="1553" y="7426"/>
                </a:lnTo>
                <a:lnTo>
                  <a:pt x="1607" y="7599"/>
                </a:lnTo>
                <a:lnTo>
                  <a:pt x="1607" y="7747"/>
                </a:lnTo>
                <a:lnTo>
                  <a:pt x="1662" y="7920"/>
                </a:lnTo>
                <a:lnTo>
                  <a:pt x="1662" y="8167"/>
                </a:lnTo>
                <a:lnTo>
                  <a:pt x="1744" y="8315"/>
                </a:lnTo>
                <a:lnTo>
                  <a:pt x="1798" y="8561"/>
                </a:lnTo>
                <a:lnTo>
                  <a:pt x="1798" y="8709"/>
                </a:lnTo>
                <a:lnTo>
                  <a:pt x="1853" y="8882"/>
                </a:lnTo>
                <a:lnTo>
                  <a:pt x="1853" y="9055"/>
                </a:lnTo>
                <a:lnTo>
                  <a:pt x="1907" y="9228"/>
                </a:lnTo>
                <a:lnTo>
                  <a:pt x="1989" y="9450"/>
                </a:lnTo>
                <a:lnTo>
                  <a:pt x="1989" y="9622"/>
                </a:lnTo>
                <a:lnTo>
                  <a:pt x="2044" y="9795"/>
                </a:lnTo>
                <a:lnTo>
                  <a:pt x="2098" y="9968"/>
                </a:lnTo>
                <a:lnTo>
                  <a:pt x="2098" y="10140"/>
                </a:lnTo>
                <a:lnTo>
                  <a:pt x="2153" y="10363"/>
                </a:lnTo>
                <a:lnTo>
                  <a:pt x="2153" y="10535"/>
                </a:lnTo>
                <a:lnTo>
                  <a:pt x="2234" y="10708"/>
                </a:lnTo>
                <a:lnTo>
                  <a:pt x="2289" y="10881"/>
                </a:lnTo>
                <a:lnTo>
                  <a:pt x="2289" y="11029"/>
                </a:lnTo>
                <a:lnTo>
                  <a:pt x="2343" y="11275"/>
                </a:lnTo>
                <a:lnTo>
                  <a:pt x="2425" y="11448"/>
                </a:lnTo>
                <a:lnTo>
                  <a:pt x="2425" y="11596"/>
                </a:lnTo>
                <a:lnTo>
                  <a:pt x="2480" y="11769"/>
                </a:lnTo>
                <a:lnTo>
                  <a:pt x="2480" y="11942"/>
                </a:lnTo>
                <a:lnTo>
                  <a:pt x="2534" y="12164"/>
                </a:lnTo>
                <a:lnTo>
                  <a:pt x="2589" y="12336"/>
                </a:lnTo>
                <a:lnTo>
                  <a:pt x="2589" y="12509"/>
                </a:lnTo>
                <a:lnTo>
                  <a:pt x="2670" y="12682"/>
                </a:lnTo>
                <a:lnTo>
                  <a:pt x="2670" y="12855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7962033" y="3691794"/>
            <a:ext cx="2670" cy="12781"/>
          </a:xfrm>
          <a:custGeom>
            <a:avLst/>
            <a:gdLst/>
            <a:ahLst/>
            <a:cxnLst/>
            <a:rect l="l" t="t" r="r" b="b"/>
            <a:pathLst>
              <a:path w="2670" h="12781">
                <a:moveTo>
                  <a:pt x="0" y="0"/>
                </a:moveTo>
                <a:lnTo>
                  <a:pt x="0" y="222"/>
                </a:lnTo>
                <a:lnTo>
                  <a:pt x="54" y="394"/>
                </a:lnTo>
                <a:lnTo>
                  <a:pt x="136" y="567"/>
                </a:lnTo>
                <a:lnTo>
                  <a:pt x="136" y="740"/>
                </a:lnTo>
                <a:lnTo>
                  <a:pt x="190" y="912"/>
                </a:lnTo>
                <a:lnTo>
                  <a:pt x="190" y="1134"/>
                </a:lnTo>
                <a:lnTo>
                  <a:pt x="245" y="1307"/>
                </a:lnTo>
                <a:lnTo>
                  <a:pt x="299" y="1480"/>
                </a:lnTo>
                <a:lnTo>
                  <a:pt x="299" y="1653"/>
                </a:lnTo>
                <a:lnTo>
                  <a:pt x="381" y="1825"/>
                </a:lnTo>
                <a:lnTo>
                  <a:pt x="381" y="2047"/>
                </a:lnTo>
                <a:lnTo>
                  <a:pt x="436" y="2220"/>
                </a:lnTo>
                <a:lnTo>
                  <a:pt x="490" y="2368"/>
                </a:lnTo>
                <a:lnTo>
                  <a:pt x="490" y="2541"/>
                </a:lnTo>
                <a:lnTo>
                  <a:pt x="545" y="2714"/>
                </a:lnTo>
                <a:lnTo>
                  <a:pt x="626" y="2886"/>
                </a:lnTo>
                <a:lnTo>
                  <a:pt x="626" y="3059"/>
                </a:lnTo>
                <a:lnTo>
                  <a:pt x="681" y="3232"/>
                </a:lnTo>
                <a:lnTo>
                  <a:pt x="681" y="3454"/>
                </a:lnTo>
                <a:lnTo>
                  <a:pt x="735" y="3627"/>
                </a:lnTo>
                <a:lnTo>
                  <a:pt x="817" y="3799"/>
                </a:lnTo>
                <a:lnTo>
                  <a:pt x="817" y="3972"/>
                </a:lnTo>
                <a:lnTo>
                  <a:pt x="872" y="4145"/>
                </a:lnTo>
                <a:lnTo>
                  <a:pt x="872" y="4293"/>
                </a:lnTo>
                <a:lnTo>
                  <a:pt x="926" y="4465"/>
                </a:lnTo>
                <a:lnTo>
                  <a:pt x="926" y="4638"/>
                </a:lnTo>
                <a:lnTo>
                  <a:pt x="981" y="4811"/>
                </a:lnTo>
                <a:lnTo>
                  <a:pt x="1062" y="4984"/>
                </a:lnTo>
                <a:lnTo>
                  <a:pt x="1062" y="5156"/>
                </a:lnTo>
                <a:lnTo>
                  <a:pt x="1117" y="5378"/>
                </a:lnTo>
                <a:lnTo>
                  <a:pt x="1171" y="5551"/>
                </a:lnTo>
                <a:lnTo>
                  <a:pt x="1171" y="5724"/>
                </a:lnTo>
                <a:lnTo>
                  <a:pt x="1253" y="5897"/>
                </a:lnTo>
                <a:lnTo>
                  <a:pt x="1253" y="6069"/>
                </a:lnTo>
                <a:lnTo>
                  <a:pt x="1308" y="6217"/>
                </a:lnTo>
                <a:lnTo>
                  <a:pt x="1308" y="6390"/>
                </a:lnTo>
                <a:lnTo>
                  <a:pt x="1362" y="6563"/>
                </a:lnTo>
                <a:lnTo>
                  <a:pt x="1417" y="6735"/>
                </a:lnTo>
                <a:lnTo>
                  <a:pt x="1417" y="6908"/>
                </a:lnTo>
                <a:lnTo>
                  <a:pt x="1498" y="7081"/>
                </a:lnTo>
                <a:lnTo>
                  <a:pt x="1498" y="7303"/>
                </a:lnTo>
                <a:lnTo>
                  <a:pt x="1553" y="7476"/>
                </a:lnTo>
                <a:lnTo>
                  <a:pt x="1607" y="7648"/>
                </a:lnTo>
                <a:lnTo>
                  <a:pt x="1607" y="7821"/>
                </a:lnTo>
                <a:lnTo>
                  <a:pt x="1662" y="7994"/>
                </a:lnTo>
                <a:lnTo>
                  <a:pt x="1744" y="8142"/>
                </a:lnTo>
                <a:lnTo>
                  <a:pt x="1744" y="8315"/>
                </a:lnTo>
                <a:lnTo>
                  <a:pt x="1798" y="8487"/>
                </a:lnTo>
                <a:lnTo>
                  <a:pt x="1798" y="8660"/>
                </a:lnTo>
                <a:lnTo>
                  <a:pt x="1853" y="8833"/>
                </a:lnTo>
                <a:lnTo>
                  <a:pt x="1853" y="9005"/>
                </a:lnTo>
                <a:lnTo>
                  <a:pt x="1934" y="9178"/>
                </a:lnTo>
                <a:lnTo>
                  <a:pt x="1989" y="9351"/>
                </a:lnTo>
                <a:lnTo>
                  <a:pt x="1989" y="9499"/>
                </a:lnTo>
                <a:lnTo>
                  <a:pt x="2044" y="9672"/>
                </a:lnTo>
                <a:lnTo>
                  <a:pt x="2044" y="9844"/>
                </a:lnTo>
                <a:lnTo>
                  <a:pt x="2098" y="10017"/>
                </a:lnTo>
                <a:lnTo>
                  <a:pt x="2180" y="10190"/>
                </a:lnTo>
                <a:lnTo>
                  <a:pt x="2180" y="10363"/>
                </a:lnTo>
                <a:lnTo>
                  <a:pt x="2234" y="10535"/>
                </a:lnTo>
                <a:lnTo>
                  <a:pt x="2234" y="10708"/>
                </a:lnTo>
                <a:lnTo>
                  <a:pt x="2289" y="10856"/>
                </a:lnTo>
                <a:lnTo>
                  <a:pt x="2289" y="11029"/>
                </a:lnTo>
                <a:lnTo>
                  <a:pt x="2343" y="11275"/>
                </a:lnTo>
                <a:lnTo>
                  <a:pt x="2425" y="11423"/>
                </a:lnTo>
                <a:lnTo>
                  <a:pt x="2425" y="11596"/>
                </a:lnTo>
                <a:lnTo>
                  <a:pt x="2480" y="11769"/>
                </a:lnTo>
                <a:lnTo>
                  <a:pt x="2534" y="11942"/>
                </a:lnTo>
                <a:lnTo>
                  <a:pt x="2534" y="12114"/>
                </a:lnTo>
                <a:lnTo>
                  <a:pt x="2616" y="12287"/>
                </a:lnTo>
                <a:lnTo>
                  <a:pt x="2616" y="12460"/>
                </a:lnTo>
                <a:lnTo>
                  <a:pt x="2670" y="12632"/>
                </a:lnTo>
                <a:lnTo>
                  <a:pt x="2670" y="12781"/>
                </a:lnTo>
              </a:path>
            </a:pathLst>
          </a:custGeom>
          <a:ln w="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7964704" y="3704575"/>
            <a:ext cx="2725" cy="12509"/>
          </a:xfrm>
          <a:custGeom>
            <a:avLst/>
            <a:gdLst/>
            <a:ahLst/>
            <a:cxnLst/>
            <a:rect l="l" t="t" r="r" b="b"/>
            <a:pathLst>
              <a:path w="2725" h="12509">
                <a:moveTo>
                  <a:pt x="0" y="0"/>
                </a:moveTo>
                <a:lnTo>
                  <a:pt x="54" y="172"/>
                </a:lnTo>
                <a:lnTo>
                  <a:pt x="109" y="345"/>
                </a:lnTo>
                <a:lnTo>
                  <a:pt x="109" y="567"/>
                </a:lnTo>
                <a:lnTo>
                  <a:pt x="190" y="740"/>
                </a:lnTo>
                <a:lnTo>
                  <a:pt x="245" y="912"/>
                </a:lnTo>
                <a:lnTo>
                  <a:pt x="245" y="1085"/>
                </a:lnTo>
                <a:lnTo>
                  <a:pt x="299" y="1258"/>
                </a:lnTo>
                <a:lnTo>
                  <a:pt x="299" y="1431"/>
                </a:lnTo>
                <a:lnTo>
                  <a:pt x="381" y="1603"/>
                </a:lnTo>
                <a:lnTo>
                  <a:pt x="436" y="1776"/>
                </a:lnTo>
                <a:lnTo>
                  <a:pt x="436" y="1924"/>
                </a:lnTo>
                <a:lnTo>
                  <a:pt x="490" y="2097"/>
                </a:lnTo>
                <a:lnTo>
                  <a:pt x="490" y="2269"/>
                </a:lnTo>
                <a:lnTo>
                  <a:pt x="545" y="2442"/>
                </a:lnTo>
                <a:lnTo>
                  <a:pt x="545" y="2615"/>
                </a:lnTo>
                <a:lnTo>
                  <a:pt x="626" y="2788"/>
                </a:lnTo>
                <a:lnTo>
                  <a:pt x="681" y="2960"/>
                </a:lnTo>
                <a:lnTo>
                  <a:pt x="681" y="3182"/>
                </a:lnTo>
                <a:lnTo>
                  <a:pt x="735" y="3355"/>
                </a:lnTo>
                <a:lnTo>
                  <a:pt x="790" y="3528"/>
                </a:lnTo>
                <a:lnTo>
                  <a:pt x="790" y="3701"/>
                </a:lnTo>
                <a:lnTo>
                  <a:pt x="872" y="3849"/>
                </a:lnTo>
                <a:lnTo>
                  <a:pt x="872" y="4021"/>
                </a:lnTo>
                <a:lnTo>
                  <a:pt x="926" y="4194"/>
                </a:lnTo>
                <a:lnTo>
                  <a:pt x="981" y="4367"/>
                </a:lnTo>
                <a:lnTo>
                  <a:pt x="981" y="4539"/>
                </a:lnTo>
                <a:lnTo>
                  <a:pt x="1062" y="4762"/>
                </a:lnTo>
                <a:lnTo>
                  <a:pt x="1117" y="4934"/>
                </a:lnTo>
                <a:lnTo>
                  <a:pt x="1117" y="5107"/>
                </a:lnTo>
                <a:lnTo>
                  <a:pt x="1171" y="5280"/>
                </a:lnTo>
                <a:lnTo>
                  <a:pt x="1171" y="5452"/>
                </a:lnTo>
                <a:lnTo>
                  <a:pt x="1226" y="5600"/>
                </a:lnTo>
                <a:lnTo>
                  <a:pt x="1308" y="5847"/>
                </a:lnTo>
                <a:lnTo>
                  <a:pt x="1308" y="6020"/>
                </a:lnTo>
                <a:lnTo>
                  <a:pt x="1362" y="6168"/>
                </a:lnTo>
                <a:lnTo>
                  <a:pt x="1417" y="6415"/>
                </a:lnTo>
                <a:lnTo>
                  <a:pt x="1417" y="6563"/>
                </a:lnTo>
                <a:lnTo>
                  <a:pt x="1498" y="6735"/>
                </a:lnTo>
                <a:lnTo>
                  <a:pt x="1498" y="6908"/>
                </a:lnTo>
                <a:lnTo>
                  <a:pt x="1553" y="7081"/>
                </a:lnTo>
                <a:lnTo>
                  <a:pt x="1607" y="7254"/>
                </a:lnTo>
                <a:lnTo>
                  <a:pt x="1607" y="7476"/>
                </a:lnTo>
                <a:lnTo>
                  <a:pt x="1662" y="7648"/>
                </a:lnTo>
                <a:lnTo>
                  <a:pt x="1744" y="7821"/>
                </a:lnTo>
                <a:lnTo>
                  <a:pt x="1744" y="8043"/>
                </a:lnTo>
                <a:lnTo>
                  <a:pt x="1798" y="8216"/>
                </a:lnTo>
                <a:lnTo>
                  <a:pt x="1853" y="8389"/>
                </a:lnTo>
                <a:lnTo>
                  <a:pt x="1853" y="8611"/>
                </a:lnTo>
                <a:lnTo>
                  <a:pt x="1907" y="8783"/>
                </a:lnTo>
                <a:lnTo>
                  <a:pt x="1989" y="8956"/>
                </a:lnTo>
                <a:lnTo>
                  <a:pt x="1989" y="9178"/>
                </a:lnTo>
                <a:lnTo>
                  <a:pt x="2044" y="9351"/>
                </a:lnTo>
                <a:lnTo>
                  <a:pt x="2098" y="9524"/>
                </a:lnTo>
                <a:lnTo>
                  <a:pt x="2098" y="9746"/>
                </a:lnTo>
                <a:lnTo>
                  <a:pt x="2180" y="9918"/>
                </a:lnTo>
                <a:lnTo>
                  <a:pt x="2234" y="10091"/>
                </a:lnTo>
                <a:lnTo>
                  <a:pt x="2234" y="10313"/>
                </a:lnTo>
                <a:lnTo>
                  <a:pt x="2289" y="10486"/>
                </a:lnTo>
                <a:lnTo>
                  <a:pt x="2343" y="10659"/>
                </a:lnTo>
                <a:lnTo>
                  <a:pt x="2343" y="10881"/>
                </a:lnTo>
                <a:lnTo>
                  <a:pt x="2425" y="11053"/>
                </a:lnTo>
                <a:lnTo>
                  <a:pt x="2480" y="11226"/>
                </a:lnTo>
                <a:lnTo>
                  <a:pt x="2480" y="11448"/>
                </a:lnTo>
                <a:lnTo>
                  <a:pt x="2534" y="11621"/>
                </a:lnTo>
                <a:lnTo>
                  <a:pt x="2589" y="11769"/>
                </a:lnTo>
                <a:lnTo>
                  <a:pt x="2589" y="12016"/>
                </a:lnTo>
                <a:lnTo>
                  <a:pt x="2670" y="12188"/>
                </a:lnTo>
                <a:lnTo>
                  <a:pt x="2725" y="12336"/>
                </a:lnTo>
                <a:lnTo>
                  <a:pt x="2725" y="12509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7967429" y="3717085"/>
            <a:ext cx="2725" cy="12410"/>
          </a:xfrm>
          <a:custGeom>
            <a:avLst/>
            <a:gdLst/>
            <a:ahLst/>
            <a:cxnLst/>
            <a:rect l="l" t="t" r="r" b="b"/>
            <a:pathLst>
              <a:path w="2725" h="12410">
                <a:moveTo>
                  <a:pt x="0" y="0"/>
                </a:moveTo>
                <a:lnTo>
                  <a:pt x="54" y="172"/>
                </a:lnTo>
                <a:lnTo>
                  <a:pt x="54" y="345"/>
                </a:lnTo>
                <a:lnTo>
                  <a:pt x="136" y="518"/>
                </a:lnTo>
                <a:lnTo>
                  <a:pt x="136" y="690"/>
                </a:lnTo>
                <a:lnTo>
                  <a:pt x="190" y="863"/>
                </a:lnTo>
                <a:lnTo>
                  <a:pt x="245" y="1036"/>
                </a:lnTo>
                <a:lnTo>
                  <a:pt x="245" y="1184"/>
                </a:lnTo>
                <a:lnTo>
                  <a:pt x="299" y="1357"/>
                </a:lnTo>
                <a:lnTo>
                  <a:pt x="299" y="1529"/>
                </a:lnTo>
                <a:lnTo>
                  <a:pt x="381" y="1702"/>
                </a:lnTo>
                <a:lnTo>
                  <a:pt x="436" y="1875"/>
                </a:lnTo>
                <a:lnTo>
                  <a:pt x="436" y="2047"/>
                </a:lnTo>
                <a:lnTo>
                  <a:pt x="490" y="2220"/>
                </a:lnTo>
                <a:lnTo>
                  <a:pt x="572" y="2393"/>
                </a:lnTo>
                <a:lnTo>
                  <a:pt x="572" y="2541"/>
                </a:lnTo>
                <a:lnTo>
                  <a:pt x="626" y="2714"/>
                </a:lnTo>
                <a:lnTo>
                  <a:pt x="626" y="2886"/>
                </a:lnTo>
                <a:lnTo>
                  <a:pt x="681" y="3059"/>
                </a:lnTo>
                <a:lnTo>
                  <a:pt x="681" y="3232"/>
                </a:lnTo>
                <a:lnTo>
                  <a:pt x="735" y="3404"/>
                </a:lnTo>
                <a:lnTo>
                  <a:pt x="817" y="3577"/>
                </a:lnTo>
                <a:lnTo>
                  <a:pt x="817" y="3750"/>
                </a:lnTo>
                <a:lnTo>
                  <a:pt x="872" y="3923"/>
                </a:lnTo>
                <a:lnTo>
                  <a:pt x="872" y="4071"/>
                </a:lnTo>
                <a:lnTo>
                  <a:pt x="926" y="4317"/>
                </a:lnTo>
                <a:lnTo>
                  <a:pt x="981" y="4465"/>
                </a:lnTo>
                <a:lnTo>
                  <a:pt x="981" y="4638"/>
                </a:lnTo>
                <a:lnTo>
                  <a:pt x="1062" y="4811"/>
                </a:lnTo>
                <a:lnTo>
                  <a:pt x="1117" y="4984"/>
                </a:lnTo>
                <a:lnTo>
                  <a:pt x="1117" y="5156"/>
                </a:lnTo>
                <a:lnTo>
                  <a:pt x="1171" y="5329"/>
                </a:lnTo>
                <a:lnTo>
                  <a:pt x="1253" y="5551"/>
                </a:lnTo>
                <a:lnTo>
                  <a:pt x="1253" y="5724"/>
                </a:lnTo>
                <a:lnTo>
                  <a:pt x="1308" y="5897"/>
                </a:lnTo>
                <a:lnTo>
                  <a:pt x="1362" y="6069"/>
                </a:lnTo>
                <a:lnTo>
                  <a:pt x="1362" y="6242"/>
                </a:lnTo>
                <a:lnTo>
                  <a:pt x="1417" y="6390"/>
                </a:lnTo>
                <a:lnTo>
                  <a:pt x="1417" y="6563"/>
                </a:lnTo>
                <a:lnTo>
                  <a:pt x="1498" y="6785"/>
                </a:lnTo>
                <a:lnTo>
                  <a:pt x="1553" y="6958"/>
                </a:lnTo>
                <a:lnTo>
                  <a:pt x="1553" y="7130"/>
                </a:lnTo>
                <a:lnTo>
                  <a:pt x="1607" y="7303"/>
                </a:lnTo>
                <a:lnTo>
                  <a:pt x="1607" y="7476"/>
                </a:lnTo>
                <a:lnTo>
                  <a:pt x="1689" y="7648"/>
                </a:lnTo>
                <a:lnTo>
                  <a:pt x="1744" y="7821"/>
                </a:lnTo>
                <a:lnTo>
                  <a:pt x="1744" y="7994"/>
                </a:lnTo>
                <a:lnTo>
                  <a:pt x="1798" y="8167"/>
                </a:lnTo>
                <a:lnTo>
                  <a:pt x="1798" y="8315"/>
                </a:lnTo>
                <a:lnTo>
                  <a:pt x="1853" y="8487"/>
                </a:lnTo>
                <a:lnTo>
                  <a:pt x="1934" y="8660"/>
                </a:lnTo>
                <a:lnTo>
                  <a:pt x="1934" y="8833"/>
                </a:lnTo>
                <a:lnTo>
                  <a:pt x="1989" y="9005"/>
                </a:lnTo>
                <a:lnTo>
                  <a:pt x="2044" y="9178"/>
                </a:lnTo>
                <a:lnTo>
                  <a:pt x="2044" y="9400"/>
                </a:lnTo>
                <a:lnTo>
                  <a:pt x="2098" y="9573"/>
                </a:lnTo>
                <a:lnTo>
                  <a:pt x="2180" y="9746"/>
                </a:lnTo>
                <a:lnTo>
                  <a:pt x="2180" y="9918"/>
                </a:lnTo>
                <a:lnTo>
                  <a:pt x="2234" y="10066"/>
                </a:lnTo>
                <a:lnTo>
                  <a:pt x="2234" y="10239"/>
                </a:lnTo>
                <a:lnTo>
                  <a:pt x="2289" y="10412"/>
                </a:lnTo>
                <a:lnTo>
                  <a:pt x="2371" y="10585"/>
                </a:lnTo>
                <a:lnTo>
                  <a:pt x="2371" y="10757"/>
                </a:lnTo>
                <a:lnTo>
                  <a:pt x="2425" y="10930"/>
                </a:lnTo>
                <a:lnTo>
                  <a:pt x="2425" y="11103"/>
                </a:lnTo>
                <a:lnTo>
                  <a:pt x="2480" y="11275"/>
                </a:lnTo>
                <a:lnTo>
                  <a:pt x="2480" y="11448"/>
                </a:lnTo>
                <a:lnTo>
                  <a:pt x="2534" y="11596"/>
                </a:lnTo>
                <a:lnTo>
                  <a:pt x="2616" y="11769"/>
                </a:lnTo>
                <a:lnTo>
                  <a:pt x="2616" y="11942"/>
                </a:lnTo>
                <a:lnTo>
                  <a:pt x="2670" y="12114"/>
                </a:lnTo>
                <a:lnTo>
                  <a:pt x="2725" y="1228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7970154" y="3729496"/>
            <a:ext cx="2725" cy="12164"/>
          </a:xfrm>
          <a:custGeom>
            <a:avLst/>
            <a:gdLst/>
            <a:ahLst/>
            <a:cxnLst/>
            <a:rect l="l" t="t" r="r" b="b"/>
            <a:pathLst>
              <a:path w="2725" h="12164">
                <a:moveTo>
                  <a:pt x="0" y="0"/>
                </a:moveTo>
                <a:lnTo>
                  <a:pt x="54" y="148"/>
                </a:lnTo>
                <a:lnTo>
                  <a:pt x="54" y="320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245" y="1011"/>
                </a:lnTo>
                <a:lnTo>
                  <a:pt x="245" y="1184"/>
                </a:lnTo>
                <a:lnTo>
                  <a:pt x="327" y="1357"/>
                </a:lnTo>
                <a:lnTo>
                  <a:pt x="327" y="1505"/>
                </a:lnTo>
                <a:lnTo>
                  <a:pt x="381" y="1677"/>
                </a:lnTo>
                <a:lnTo>
                  <a:pt x="436" y="1850"/>
                </a:lnTo>
                <a:lnTo>
                  <a:pt x="436" y="2023"/>
                </a:lnTo>
                <a:lnTo>
                  <a:pt x="490" y="2195"/>
                </a:lnTo>
                <a:lnTo>
                  <a:pt x="572" y="2368"/>
                </a:lnTo>
                <a:lnTo>
                  <a:pt x="572" y="2541"/>
                </a:lnTo>
                <a:lnTo>
                  <a:pt x="626" y="2714"/>
                </a:lnTo>
                <a:lnTo>
                  <a:pt x="626" y="2862"/>
                </a:lnTo>
                <a:lnTo>
                  <a:pt x="681" y="3034"/>
                </a:lnTo>
                <a:lnTo>
                  <a:pt x="763" y="3281"/>
                </a:lnTo>
                <a:lnTo>
                  <a:pt x="763" y="3429"/>
                </a:lnTo>
                <a:lnTo>
                  <a:pt x="817" y="3602"/>
                </a:lnTo>
                <a:lnTo>
                  <a:pt x="872" y="3775"/>
                </a:lnTo>
                <a:lnTo>
                  <a:pt x="872" y="3997"/>
                </a:lnTo>
                <a:lnTo>
                  <a:pt x="926" y="4169"/>
                </a:lnTo>
                <a:lnTo>
                  <a:pt x="1008" y="4342"/>
                </a:lnTo>
                <a:lnTo>
                  <a:pt x="1008" y="4515"/>
                </a:lnTo>
                <a:lnTo>
                  <a:pt x="1062" y="4737"/>
                </a:lnTo>
                <a:lnTo>
                  <a:pt x="1117" y="4910"/>
                </a:lnTo>
                <a:lnTo>
                  <a:pt x="1117" y="5082"/>
                </a:lnTo>
                <a:lnTo>
                  <a:pt x="1171" y="5255"/>
                </a:lnTo>
                <a:lnTo>
                  <a:pt x="1253" y="5428"/>
                </a:lnTo>
                <a:lnTo>
                  <a:pt x="1253" y="5600"/>
                </a:lnTo>
                <a:lnTo>
                  <a:pt x="1308" y="5748"/>
                </a:lnTo>
                <a:lnTo>
                  <a:pt x="1308" y="5921"/>
                </a:lnTo>
                <a:lnTo>
                  <a:pt x="1362" y="6094"/>
                </a:lnTo>
                <a:lnTo>
                  <a:pt x="1362" y="6267"/>
                </a:lnTo>
                <a:lnTo>
                  <a:pt x="1444" y="6439"/>
                </a:lnTo>
                <a:lnTo>
                  <a:pt x="1498" y="6612"/>
                </a:lnTo>
                <a:lnTo>
                  <a:pt x="1498" y="6785"/>
                </a:lnTo>
                <a:lnTo>
                  <a:pt x="1553" y="6958"/>
                </a:lnTo>
                <a:lnTo>
                  <a:pt x="1553" y="7106"/>
                </a:lnTo>
                <a:lnTo>
                  <a:pt x="1607" y="7278"/>
                </a:lnTo>
                <a:lnTo>
                  <a:pt x="1689" y="7451"/>
                </a:lnTo>
                <a:lnTo>
                  <a:pt x="1689" y="7624"/>
                </a:lnTo>
                <a:lnTo>
                  <a:pt x="1744" y="7846"/>
                </a:lnTo>
                <a:lnTo>
                  <a:pt x="1798" y="8018"/>
                </a:lnTo>
                <a:lnTo>
                  <a:pt x="1798" y="8191"/>
                </a:lnTo>
                <a:lnTo>
                  <a:pt x="1853" y="8364"/>
                </a:lnTo>
                <a:lnTo>
                  <a:pt x="1934" y="8537"/>
                </a:lnTo>
                <a:lnTo>
                  <a:pt x="1934" y="8709"/>
                </a:lnTo>
                <a:lnTo>
                  <a:pt x="1989" y="8882"/>
                </a:lnTo>
                <a:lnTo>
                  <a:pt x="2044" y="9030"/>
                </a:lnTo>
                <a:lnTo>
                  <a:pt x="2044" y="9203"/>
                </a:lnTo>
                <a:lnTo>
                  <a:pt x="2125" y="9425"/>
                </a:lnTo>
                <a:lnTo>
                  <a:pt x="2180" y="9598"/>
                </a:lnTo>
                <a:lnTo>
                  <a:pt x="2180" y="9770"/>
                </a:lnTo>
                <a:lnTo>
                  <a:pt x="2234" y="9943"/>
                </a:lnTo>
                <a:lnTo>
                  <a:pt x="2234" y="10116"/>
                </a:lnTo>
                <a:lnTo>
                  <a:pt x="2289" y="10288"/>
                </a:lnTo>
                <a:lnTo>
                  <a:pt x="2371" y="10461"/>
                </a:lnTo>
                <a:lnTo>
                  <a:pt x="2371" y="10634"/>
                </a:lnTo>
                <a:lnTo>
                  <a:pt x="2425" y="10807"/>
                </a:lnTo>
                <a:lnTo>
                  <a:pt x="2480" y="10955"/>
                </a:lnTo>
                <a:lnTo>
                  <a:pt x="2480" y="11127"/>
                </a:lnTo>
                <a:lnTo>
                  <a:pt x="2561" y="11300"/>
                </a:lnTo>
                <a:lnTo>
                  <a:pt x="2561" y="11473"/>
                </a:lnTo>
                <a:lnTo>
                  <a:pt x="2616" y="11646"/>
                </a:lnTo>
                <a:lnTo>
                  <a:pt x="2670" y="11818"/>
                </a:lnTo>
                <a:lnTo>
                  <a:pt x="2670" y="11991"/>
                </a:lnTo>
                <a:lnTo>
                  <a:pt x="2725" y="1216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7972880" y="3741660"/>
            <a:ext cx="2752" cy="11917"/>
          </a:xfrm>
          <a:custGeom>
            <a:avLst/>
            <a:gdLst/>
            <a:ahLst/>
            <a:cxnLst/>
            <a:rect l="l" t="t" r="r" b="b"/>
            <a:pathLst>
              <a:path w="2752" h="11917">
                <a:moveTo>
                  <a:pt x="0" y="0"/>
                </a:moveTo>
                <a:lnTo>
                  <a:pt x="0" y="148"/>
                </a:lnTo>
                <a:lnTo>
                  <a:pt x="81" y="320"/>
                </a:lnTo>
                <a:lnTo>
                  <a:pt x="136" y="493"/>
                </a:lnTo>
                <a:lnTo>
                  <a:pt x="136" y="666"/>
                </a:lnTo>
                <a:lnTo>
                  <a:pt x="190" y="838"/>
                </a:lnTo>
                <a:lnTo>
                  <a:pt x="190" y="1011"/>
                </a:lnTo>
                <a:lnTo>
                  <a:pt x="245" y="1184"/>
                </a:lnTo>
                <a:lnTo>
                  <a:pt x="327" y="1357"/>
                </a:lnTo>
                <a:lnTo>
                  <a:pt x="327" y="1579"/>
                </a:lnTo>
                <a:lnTo>
                  <a:pt x="381" y="1751"/>
                </a:lnTo>
                <a:lnTo>
                  <a:pt x="436" y="1924"/>
                </a:lnTo>
                <a:lnTo>
                  <a:pt x="436" y="2072"/>
                </a:lnTo>
                <a:lnTo>
                  <a:pt x="517" y="2245"/>
                </a:lnTo>
                <a:lnTo>
                  <a:pt x="572" y="2467"/>
                </a:lnTo>
                <a:lnTo>
                  <a:pt x="572" y="2640"/>
                </a:lnTo>
                <a:lnTo>
                  <a:pt x="626" y="2812"/>
                </a:lnTo>
                <a:lnTo>
                  <a:pt x="681" y="2985"/>
                </a:lnTo>
                <a:lnTo>
                  <a:pt x="681" y="3158"/>
                </a:lnTo>
                <a:lnTo>
                  <a:pt x="763" y="3330"/>
                </a:lnTo>
                <a:lnTo>
                  <a:pt x="817" y="3503"/>
                </a:lnTo>
                <a:lnTo>
                  <a:pt x="817" y="3676"/>
                </a:lnTo>
                <a:lnTo>
                  <a:pt x="872" y="3849"/>
                </a:lnTo>
                <a:lnTo>
                  <a:pt x="872" y="3997"/>
                </a:lnTo>
                <a:lnTo>
                  <a:pt x="953" y="4169"/>
                </a:lnTo>
                <a:lnTo>
                  <a:pt x="1008" y="4342"/>
                </a:lnTo>
                <a:lnTo>
                  <a:pt x="1008" y="4515"/>
                </a:lnTo>
                <a:lnTo>
                  <a:pt x="1062" y="4688"/>
                </a:lnTo>
                <a:lnTo>
                  <a:pt x="1117" y="4860"/>
                </a:lnTo>
                <a:lnTo>
                  <a:pt x="1117" y="5033"/>
                </a:lnTo>
                <a:lnTo>
                  <a:pt x="1199" y="5206"/>
                </a:lnTo>
                <a:lnTo>
                  <a:pt x="1199" y="5354"/>
                </a:lnTo>
                <a:lnTo>
                  <a:pt x="1253" y="5526"/>
                </a:lnTo>
                <a:lnTo>
                  <a:pt x="1308" y="5699"/>
                </a:lnTo>
                <a:lnTo>
                  <a:pt x="1308" y="5872"/>
                </a:lnTo>
                <a:lnTo>
                  <a:pt x="1362" y="6045"/>
                </a:lnTo>
                <a:lnTo>
                  <a:pt x="1444" y="6217"/>
                </a:lnTo>
                <a:lnTo>
                  <a:pt x="1444" y="6390"/>
                </a:lnTo>
                <a:lnTo>
                  <a:pt x="1498" y="6563"/>
                </a:lnTo>
                <a:lnTo>
                  <a:pt x="1498" y="6711"/>
                </a:lnTo>
                <a:lnTo>
                  <a:pt x="1553" y="6883"/>
                </a:lnTo>
                <a:lnTo>
                  <a:pt x="1635" y="7056"/>
                </a:lnTo>
                <a:lnTo>
                  <a:pt x="1635" y="7229"/>
                </a:lnTo>
                <a:lnTo>
                  <a:pt x="1689" y="7402"/>
                </a:lnTo>
                <a:lnTo>
                  <a:pt x="1689" y="7574"/>
                </a:lnTo>
                <a:lnTo>
                  <a:pt x="1744" y="7747"/>
                </a:lnTo>
                <a:lnTo>
                  <a:pt x="1798" y="7920"/>
                </a:lnTo>
                <a:lnTo>
                  <a:pt x="1798" y="8093"/>
                </a:lnTo>
                <a:lnTo>
                  <a:pt x="1880" y="8241"/>
                </a:lnTo>
                <a:lnTo>
                  <a:pt x="1934" y="8413"/>
                </a:lnTo>
                <a:lnTo>
                  <a:pt x="1934" y="8586"/>
                </a:lnTo>
                <a:lnTo>
                  <a:pt x="1989" y="8759"/>
                </a:lnTo>
                <a:lnTo>
                  <a:pt x="2044" y="8931"/>
                </a:lnTo>
                <a:lnTo>
                  <a:pt x="2044" y="9104"/>
                </a:lnTo>
                <a:lnTo>
                  <a:pt x="2125" y="9277"/>
                </a:lnTo>
                <a:lnTo>
                  <a:pt x="2180" y="9499"/>
                </a:lnTo>
                <a:lnTo>
                  <a:pt x="2180" y="9672"/>
                </a:lnTo>
                <a:lnTo>
                  <a:pt x="2234" y="9844"/>
                </a:lnTo>
                <a:lnTo>
                  <a:pt x="2234" y="9992"/>
                </a:lnTo>
                <a:lnTo>
                  <a:pt x="2316" y="10165"/>
                </a:lnTo>
                <a:lnTo>
                  <a:pt x="2371" y="10338"/>
                </a:lnTo>
                <a:lnTo>
                  <a:pt x="2371" y="10511"/>
                </a:lnTo>
                <a:lnTo>
                  <a:pt x="2425" y="10683"/>
                </a:lnTo>
                <a:lnTo>
                  <a:pt x="2480" y="10856"/>
                </a:lnTo>
                <a:lnTo>
                  <a:pt x="2480" y="11029"/>
                </a:lnTo>
                <a:lnTo>
                  <a:pt x="2561" y="11201"/>
                </a:lnTo>
                <a:lnTo>
                  <a:pt x="2616" y="11374"/>
                </a:lnTo>
                <a:lnTo>
                  <a:pt x="2616" y="11522"/>
                </a:lnTo>
                <a:lnTo>
                  <a:pt x="2670" y="11695"/>
                </a:lnTo>
                <a:lnTo>
                  <a:pt x="2670" y="11868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7975632" y="3753577"/>
            <a:ext cx="2643" cy="11668"/>
          </a:xfrm>
          <a:custGeom>
            <a:avLst/>
            <a:gdLst/>
            <a:ahLst/>
            <a:cxnLst/>
            <a:rect l="l" t="t" r="r" b="b"/>
            <a:pathLst>
              <a:path w="2643" h="11668">
                <a:moveTo>
                  <a:pt x="0" y="0"/>
                </a:moveTo>
                <a:lnTo>
                  <a:pt x="0" y="172"/>
                </a:lnTo>
                <a:lnTo>
                  <a:pt x="54" y="345"/>
                </a:lnTo>
                <a:lnTo>
                  <a:pt x="109" y="518"/>
                </a:lnTo>
                <a:lnTo>
                  <a:pt x="109" y="690"/>
                </a:lnTo>
                <a:lnTo>
                  <a:pt x="163" y="863"/>
                </a:lnTo>
                <a:lnTo>
                  <a:pt x="163" y="1085"/>
                </a:lnTo>
                <a:lnTo>
                  <a:pt x="245" y="1258"/>
                </a:lnTo>
                <a:lnTo>
                  <a:pt x="299" y="1431"/>
                </a:lnTo>
                <a:lnTo>
                  <a:pt x="299" y="1603"/>
                </a:lnTo>
                <a:lnTo>
                  <a:pt x="354" y="1776"/>
                </a:lnTo>
                <a:lnTo>
                  <a:pt x="408" y="1924"/>
                </a:lnTo>
                <a:lnTo>
                  <a:pt x="408" y="2097"/>
                </a:lnTo>
                <a:lnTo>
                  <a:pt x="490" y="2319"/>
                </a:lnTo>
                <a:lnTo>
                  <a:pt x="545" y="2492"/>
                </a:lnTo>
                <a:lnTo>
                  <a:pt x="545" y="2664"/>
                </a:lnTo>
                <a:lnTo>
                  <a:pt x="599" y="2837"/>
                </a:lnTo>
                <a:lnTo>
                  <a:pt x="681" y="3010"/>
                </a:lnTo>
                <a:lnTo>
                  <a:pt x="681" y="3182"/>
                </a:lnTo>
                <a:lnTo>
                  <a:pt x="735" y="3350"/>
                </a:lnTo>
                <a:lnTo>
                  <a:pt x="790" y="3520"/>
                </a:lnTo>
                <a:lnTo>
                  <a:pt x="790" y="3688"/>
                </a:lnTo>
                <a:lnTo>
                  <a:pt x="844" y="3858"/>
                </a:lnTo>
                <a:lnTo>
                  <a:pt x="844" y="4029"/>
                </a:lnTo>
                <a:lnTo>
                  <a:pt x="926" y="4199"/>
                </a:lnTo>
                <a:lnTo>
                  <a:pt x="981" y="4369"/>
                </a:lnTo>
                <a:lnTo>
                  <a:pt x="981" y="4537"/>
                </a:lnTo>
                <a:lnTo>
                  <a:pt x="1035" y="4707"/>
                </a:lnTo>
                <a:lnTo>
                  <a:pt x="1117" y="4878"/>
                </a:lnTo>
                <a:lnTo>
                  <a:pt x="1117" y="5105"/>
                </a:lnTo>
                <a:lnTo>
                  <a:pt x="1171" y="5272"/>
                </a:lnTo>
                <a:lnTo>
                  <a:pt x="1226" y="5443"/>
                </a:lnTo>
                <a:lnTo>
                  <a:pt x="1226" y="5613"/>
                </a:lnTo>
                <a:lnTo>
                  <a:pt x="1280" y="5783"/>
                </a:lnTo>
                <a:lnTo>
                  <a:pt x="1362" y="5953"/>
                </a:lnTo>
                <a:lnTo>
                  <a:pt x="1362" y="6121"/>
                </a:lnTo>
                <a:lnTo>
                  <a:pt x="1417" y="6291"/>
                </a:lnTo>
                <a:lnTo>
                  <a:pt x="1471" y="6462"/>
                </a:lnTo>
                <a:lnTo>
                  <a:pt x="1471" y="6632"/>
                </a:lnTo>
                <a:lnTo>
                  <a:pt x="1526" y="6802"/>
                </a:lnTo>
                <a:lnTo>
                  <a:pt x="1526" y="6970"/>
                </a:lnTo>
                <a:lnTo>
                  <a:pt x="1607" y="7140"/>
                </a:lnTo>
                <a:lnTo>
                  <a:pt x="1662" y="7310"/>
                </a:lnTo>
                <a:lnTo>
                  <a:pt x="1662" y="7481"/>
                </a:lnTo>
                <a:lnTo>
                  <a:pt x="1716" y="7651"/>
                </a:lnTo>
                <a:lnTo>
                  <a:pt x="1798" y="7819"/>
                </a:lnTo>
                <a:lnTo>
                  <a:pt x="1798" y="7989"/>
                </a:lnTo>
                <a:lnTo>
                  <a:pt x="1853" y="8159"/>
                </a:lnTo>
                <a:lnTo>
                  <a:pt x="1907" y="8329"/>
                </a:lnTo>
                <a:lnTo>
                  <a:pt x="1907" y="8500"/>
                </a:lnTo>
                <a:lnTo>
                  <a:pt x="1962" y="8667"/>
                </a:lnTo>
                <a:lnTo>
                  <a:pt x="2044" y="8838"/>
                </a:lnTo>
                <a:lnTo>
                  <a:pt x="2044" y="9008"/>
                </a:lnTo>
                <a:lnTo>
                  <a:pt x="2098" y="9178"/>
                </a:lnTo>
                <a:lnTo>
                  <a:pt x="2153" y="9348"/>
                </a:lnTo>
                <a:lnTo>
                  <a:pt x="2153" y="9516"/>
                </a:lnTo>
                <a:lnTo>
                  <a:pt x="2207" y="9686"/>
                </a:lnTo>
                <a:lnTo>
                  <a:pt x="2207" y="9913"/>
                </a:lnTo>
                <a:lnTo>
                  <a:pt x="2289" y="10084"/>
                </a:lnTo>
                <a:lnTo>
                  <a:pt x="2343" y="10254"/>
                </a:lnTo>
                <a:lnTo>
                  <a:pt x="2343" y="10422"/>
                </a:lnTo>
                <a:lnTo>
                  <a:pt x="2398" y="10592"/>
                </a:lnTo>
                <a:lnTo>
                  <a:pt x="2480" y="10762"/>
                </a:lnTo>
                <a:lnTo>
                  <a:pt x="2480" y="10932"/>
                </a:lnTo>
                <a:lnTo>
                  <a:pt x="2534" y="11103"/>
                </a:lnTo>
                <a:lnTo>
                  <a:pt x="2589" y="11270"/>
                </a:lnTo>
                <a:lnTo>
                  <a:pt x="2589" y="11441"/>
                </a:lnTo>
                <a:lnTo>
                  <a:pt x="2643" y="11611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7978276" y="3765246"/>
            <a:ext cx="2752" cy="11485"/>
          </a:xfrm>
          <a:custGeom>
            <a:avLst/>
            <a:gdLst/>
            <a:ahLst/>
            <a:cxnLst/>
            <a:rect l="l" t="t" r="r" b="b"/>
            <a:pathLst>
              <a:path w="2752" h="11485">
                <a:moveTo>
                  <a:pt x="0" y="0"/>
                </a:moveTo>
                <a:lnTo>
                  <a:pt x="81" y="170"/>
                </a:lnTo>
                <a:lnTo>
                  <a:pt x="81" y="340"/>
                </a:lnTo>
                <a:lnTo>
                  <a:pt x="136" y="508"/>
                </a:lnTo>
                <a:lnTo>
                  <a:pt x="190" y="678"/>
                </a:lnTo>
                <a:lnTo>
                  <a:pt x="190" y="848"/>
                </a:lnTo>
                <a:lnTo>
                  <a:pt x="272" y="1019"/>
                </a:lnTo>
                <a:lnTo>
                  <a:pt x="327" y="1189"/>
                </a:lnTo>
                <a:lnTo>
                  <a:pt x="327" y="1357"/>
                </a:lnTo>
                <a:lnTo>
                  <a:pt x="381" y="1527"/>
                </a:lnTo>
                <a:lnTo>
                  <a:pt x="436" y="1697"/>
                </a:lnTo>
                <a:lnTo>
                  <a:pt x="436" y="1867"/>
                </a:lnTo>
                <a:lnTo>
                  <a:pt x="517" y="2038"/>
                </a:lnTo>
                <a:lnTo>
                  <a:pt x="572" y="2205"/>
                </a:lnTo>
                <a:lnTo>
                  <a:pt x="572" y="2376"/>
                </a:lnTo>
                <a:lnTo>
                  <a:pt x="626" y="2546"/>
                </a:lnTo>
                <a:lnTo>
                  <a:pt x="626" y="2716"/>
                </a:lnTo>
                <a:lnTo>
                  <a:pt x="681" y="2886"/>
                </a:lnTo>
                <a:lnTo>
                  <a:pt x="763" y="3054"/>
                </a:lnTo>
                <a:lnTo>
                  <a:pt x="763" y="3224"/>
                </a:lnTo>
                <a:lnTo>
                  <a:pt x="817" y="3395"/>
                </a:lnTo>
                <a:lnTo>
                  <a:pt x="872" y="3565"/>
                </a:lnTo>
                <a:lnTo>
                  <a:pt x="872" y="3735"/>
                </a:lnTo>
                <a:lnTo>
                  <a:pt x="953" y="3903"/>
                </a:lnTo>
                <a:lnTo>
                  <a:pt x="1008" y="4073"/>
                </a:lnTo>
                <a:lnTo>
                  <a:pt x="1008" y="4243"/>
                </a:lnTo>
                <a:lnTo>
                  <a:pt x="1062" y="4414"/>
                </a:lnTo>
                <a:lnTo>
                  <a:pt x="1117" y="4584"/>
                </a:lnTo>
                <a:lnTo>
                  <a:pt x="1117" y="4752"/>
                </a:lnTo>
                <a:lnTo>
                  <a:pt x="1199" y="4922"/>
                </a:lnTo>
                <a:lnTo>
                  <a:pt x="1199" y="5092"/>
                </a:lnTo>
                <a:lnTo>
                  <a:pt x="1253" y="5262"/>
                </a:lnTo>
                <a:lnTo>
                  <a:pt x="1308" y="5433"/>
                </a:lnTo>
                <a:lnTo>
                  <a:pt x="1308" y="5600"/>
                </a:lnTo>
                <a:lnTo>
                  <a:pt x="1389" y="5771"/>
                </a:lnTo>
                <a:lnTo>
                  <a:pt x="1444" y="5941"/>
                </a:lnTo>
                <a:lnTo>
                  <a:pt x="1444" y="6111"/>
                </a:lnTo>
                <a:lnTo>
                  <a:pt x="1498" y="6281"/>
                </a:lnTo>
                <a:lnTo>
                  <a:pt x="1553" y="6449"/>
                </a:lnTo>
                <a:lnTo>
                  <a:pt x="1553" y="6619"/>
                </a:lnTo>
                <a:lnTo>
                  <a:pt x="1635" y="6790"/>
                </a:lnTo>
                <a:lnTo>
                  <a:pt x="1689" y="6960"/>
                </a:lnTo>
                <a:lnTo>
                  <a:pt x="1689" y="7128"/>
                </a:lnTo>
                <a:lnTo>
                  <a:pt x="1744" y="7298"/>
                </a:lnTo>
                <a:lnTo>
                  <a:pt x="1798" y="7468"/>
                </a:lnTo>
                <a:lnTo>
                  <a:pt x="1798" y="7639"/>
                </a:lnTo>
                <a:lnTo>
                  <a:pt x="1880" y="7809"/>
                </a:lnTo>
                <a:lnTo>
                  <a:pt x="1934" y="7979"/>
                </a:lnTo>
                <a:lnTo>
                  <a:pt x="1934" y="8147"/>
                </a:lnTo>
                <a:lnTo>
                  <a:pt x="1989" y="8317"/>
                </a:lnTo>
                <a:lnTo>
                  <a:pt x="1989" y="8487"/>
                </a:lnTo>
                <a:lnTo>
                  <a:pt x="2071" y="8658"/>
                </a:lnTo>
                <a:lnTo>
                  <a:pt x="2125" y="8828"/>
                </a:lnTo>
                <a:lnTo>
                  <a:pt x="2125" y="8996"/>
                </a:lnTo>
                <a:lnTo>
                  <a:pt x="2180" y="9166"/>
                </a:lnTo>
                <a:lnTo>
                  <a:pt x="2234" y="9336"/>
                </a:lnTo>
                <a:lnTo>
                  <a:pt x="2234" y="9506"/>
                </a:lnTo>
                <a:lnTo>
                  <a:pt x="2316" y="9677"/>
                </a:lnTo>
                <a:lnTo>
                  <a:pt x="2371" y="9844"/>
                </a:lnTo>
                <a:lnTo>
                  <a:pt x="2371" y="10015"/>
                </a:lnTo>
                <a:lnTo>
                  <a:pt x="2425" y="10185"/>
                </a:lnTo>
                <a:lnTo>
                  <a:pt x="2480" y="10355"/>
                </a:lnTo>
                <a:lnTo>
                  <a:pt x="2480" y="10525"/>
                </a:lnTo>
                <a:lnTo>
                  <a:pt x="2561" y="10693"/>
                </a:lnTo>
                <a:lnTo>
                  <a:pt x="2616" y="10863"/>
                </a:lnTo>
                <a:lnTo>
                  <a:pt x="2616" y="11034"/>
                </a:lnTo>
                <a:lnTo>
                  <a:pt x="2670" y="11204"/>
                </a:lnTo>
                <a:lnTo>
                  <a:pt x="2752" y="11372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7981029" y="3776731"/>
            <a:ext cx="2725" cy="11204"/>
          </a:xfrm>
          <a:custGeom>
            <a:avLst/>
            <a:gdLst/>
            <a:ahLst/>
            <a:cxnLst/>
            <a:rect l="l" t="t" r="r" b="b"/>
            <a:pathLst>
              <a:path w="2725" h="11204">
                <a:moveTo>
                  <a:pt x="0" y="0"/>
                </a:moveTo>
                <a:lnTo>
                  <a:pt x="54" y="170"/>
                </a:lnTo>
                <a:lnTo>
                  <a:pt x="54" y="340"/>
                </a:lnTo>
                <a:lnTo>
                  <a:pt x="109" y="510"/>
                </a:lnTo>
                <a:lnTo>
                  <a:pt x="163" y="680"/>
                </a:lnTo>
                <a:lnTo>
                  <a:pt x="163" y="848"/>
                </a:lnTo>
                <a:lnTo>
                  <a:pt x="245" y="1019"/>
                </a:lnTo>
                <a:lnTo>
                  <a:pt x="299" y="1189"/>
                </a:lnTo>
                <a:lnTo>
                  <a:pt x="299" y="1359"/>
                </a:lnTo>
                <a:lnTo>
                  <a:pt x="354" y="1529"/>
                </a:lnTo>
                <a:lnTo>
                  <a:pt x="436" y="1697"/>
                </a:lnTo>
                <a:lnTo>
                  <a:pt x="436" y="1867"/>
                </a:lnTo>
                <a:lnTo>
                  <a:pt x="490" y="2038"/>
                </a:lnTo>
                <a:lnTo>
                  <a:pt x="545" y="2208"/>
                </a:lnTo>
                <a:lnTo>
                  <a:pt x="545" y="2378"/>
                </a:lnTo>
                <a:lnTo>
                  <a:pt x="599" y="2546"/>
                </a:lnTo>
                <a:lnTo>
                  <a:pt x="681" y="2716"/>
                </a:lnTo>
                <a:lnTo>
                  <a:pt x="681" y="2886"/>
                </a:lnTo>
                <a:lnTo>
                  <a:pt x="735" y="3057"/>
                </a:lnTo>
                <a:lnTo>
                  <a:pt x="790" y="3227"/>
                </a:lnTo>
                <a:lnTo>
                  <a:pt x="790" y="3395"/>
                </a:lnTo>
                <a:lnTo>
                  <a:pt x="844" y="3565"/>
                </a:lnTo>
                <a:lnTo>
                  <a:pt x="926" y="3735"/>
                </a:lnTo>
                <a:lnTo>
                  <a:pt x="926" y="3905"/>
                </a:lnTo>
                <a:lnTo>
                  <a:pt x="981" y="4076"/>
                </a:lnTo>
                <a:lnTo>
                  <a:pt x="1035" y="4243"/>
                </a:lnTo>
                <a:lnTo>
                  <a:pt x="1035" y="4414"/>
                </a:lnTo>
                <a:lnTo>
                  <a:pt x="1117" y="4584"/>
                </a:lnTo>
                <a:lnTo>
                  <a:pt x="1171" y="4754"/>
                </a:lnTo>
                <a:lnTo>
                  <a:pt x="1171" y="4924"/>
                </a:lnTo>
                <a:lnTo>
                  <a:pt x="1226" y="5092"/>
                </a:lnTo>
                <a:lnTo>
                  <a:pt x="1280" y="5262"/>
                </a:lnTo>
                <a:lnTo>
                  <a:pt x="1280" y="5433"/>
                </a:lnTo>
                <a:lnTo>
                  <a:pt x="1362" y="5603"/>
                </a:lnTo>
                <a:lnTo>
                  <a:pt x="1417" y="5773"/>
                </a:lnTo>
                <a:lnTo>
                  <a:pt x="1417" y="5941"/>
                </a:lnTo>
                <a:lnTo>
                  <a:pt x="1471" y="6111"/>
                </a:lnTo>
                <a:lnTo>
                  <a:pt x="1526" y="6281"/>
                </a:lnTo>
                <a:lnTo>
                  <a:pt x="1526" y="6452"/>
                </a:lnTo>
                <a:lnTo>
                  <a:pt x="1607" y="6622"/>
                </a:lnTo>
                <a:lnTo>
                  <a:pt x="1607" y="6790"/>
                </a:lnTo>
                <a:lnTo>
                  <a:pt x="1662" y="6960"/>
                </a:lnTo>
                <a:lnTo>
                  <a:pt x="1716" y="7130"/>
                </a:lnTo>
                <a:lnTo>
                  <a:pt x="1716" y="7300"/>
                </a:lnTo>
                <a:lnTo>
                  <a:pt x="1798" y="7471"/>
                </a:lnTo>
                <a:lnTo>
                  <a:pt x="1853" y="7639"/>
                </a:lnTo>
                <a:lnTo>
                  <a:pt x="1853" y="7809"/>
                </a:lnTo>
                <a:lnTo>
                  <a:pt x="1907" y="7979"/>
                </a:lnTo>
                <a:lnTo>
                  <a:pt x="1962" y="8149"/>
                </a:lnTo>
                <a:lnTo>
                  <a:pt x="1962" y="8320"/>
                </a:lnTo>
                <a:lnTo>
                  <a:pt x="2044" y="8487"/>
                </a:lnTo>
                <a:lnTo>
                  <a:pt x="2098" y="8658"/>
                </a:lnTo>
                <a:lnTo>
                  <a:pt x="2098" y="8828"/>
                </a:lnTo>
                <a:lnTo>
                  <a:pt x="2153" y="8998"/>
                </a:lnTo>
                <a:lnTo>
                  <a:pt x="2234" y="9168"/>
                </a:lnTo>
                <a:lnTo>
                  <a:pt x="2234" y="9336"/>
                </a:lnTo>
                <a:lnTo>
                  <a:pt x="2289" y="9506"/>
                </a:lnTo>
                <a:lnTo>
                  <a:pt x="2343" y="9677"/>
                </a:lnTo>
                <a:lnTo>
                  <a:pt x="2343" y="9847"/>
                </a:lnTo>
                <a:lnTo>
                  <a:pt x="2398" y="10017"/>
                </a:lnTo>
                <a:lnTo>
                  <a:pt x="2480" y="10185"/>
                </a:lnTo>
                <a:lnTo>
                  <a:pt x="2534" y="10355"/>
                </a:lnTo>
                <a:lnTo>
                  <a:pt x="2534" y="10525"/>
                </a:lnTo>
                <a:lnTo>
                  <a:pt x="2589" y="10696"/>
                </a:lnTo>
                <a:lnTo>
                  <a:pt x="2643" y="10866"/>
                </a:lnTo>
                <a:lnTo>
                  <a:pt x="2643" y="11034"/>
                </a:lnTo>
                <a:lnTo>
                  <a:pt x="2725" y="11204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7983754" y="3787936"/>
            <a:ext cx="2725" cy="10977"/>
          </a:xfrm>
          <a:custGeom>
            <a:avLst/>
            <a:gdLst/>
            <a:ahLst/>
            <a:cxnLst/>
            <a:rect l="l" t="t" r="r" b="b"/>
            <a:pathLst>
              <a:path w="2725" h="10977">
                <a:moveTo>
                  <a:pt x="0" y="0"/>
                </a:moveTo>
                <a:lnTo>
                  <a:pt x="54" y="170"/>
                </a:lnTo>
                <a:lnTo>
                  <a:pt x="54" y="340"/>
                </a:lnTo>
                <a:lnTo>
                  <a:pt x="109" y="510"/>
                </a:lnTo>
                <a:lnTo>
                  <a:pt x="190" y="678"/>
                </a:lnTo>
                <a:lnTo>
                  <a:pt x="190" y="848"/>
                </a:lnTo>
                <a:lnTo>
                  <a:pt x="245" y="1019"/>
                </a:lnTo>
                <a:lnTo>
                  <a:pt x="245" y="1189"/>
                </a:lnTo>
                <a:lnTo>
                  <a:pt x="299" y="1359"/>
                </a:lnTo>
                <a:lnTo>
                  <a:pt x="354" y="1527"/>
                </a:lnTo>
                <a:lnTo>
                  <a:pt x="354" y="1697"/>
                </a:lnTo>
                <a:lnTo>
                  <a:pt x="436" y="1867"/>
                </a:lnTo>
                <a:lnTo>
                  <a:pt x="490" y="2038"/>
                </a:lnTo>
                <a:lnTo>
                  <a:pt x="545" y="2208"/>
                </a:lnTo>
                <a:lnTo>
                  <a:pt x="545" y="2376"/>
                </a:lnTo>
                <a:lnTo>
                  <a:pt x="626" y="2546"/>
                </a:lnTo>
                <a:lnTo>
                  <a:pt x="681" y="2716"/>
                </a:lnTo>
                <a:lnTo>
                  <a:pt x="681" y="2886"/>
                </a:lnTo>
                <a:lnTo>
                  <a:pt x="735" y="3057"/>
                </a:lnTo>
                <a:lnTo>
                  <a:pt x="790" y="3224"/>
                </a:lnTo>
                <a:lnTo>
                  <a:pt x="790" y="3395"/>
                </a:lnTo>
                <a:lnTo>
                  <a:pt x="872" y="3565"/>
                </a:lnTo>
                <a:lnTo>
                  <a:pt x="926" y="3735"/>
                </a:lnTo>
                <a:lnTo>
                  <a:pt x="926" y="3905"/>
                </a:lnTo>
                <a:lnTo>
                  <a:pt x="981" y="4073"/>
                </a:lnTo>
                <a:lnTo>
                  <a:pt x="1035" y="4243"/>
                </a:lnTo>
                <a:lnTo>
                  <a:pt x="1035" y="4414"/>
                </a:lnTo>
                <a:lnTo>
                  <a:pt x="1117" y="4584"/>
                </a:lnTo>
                <a:lnTo>
                  <a:pt x="1171" y="4754"/>
                </a:lnTo>
                <a:lnTo>
                  <a:pt x="1171" y="4922"/>
                </a:lnTo>
                <a:lnTo>
                  <a:pt x="1226" y="5092"/>
                </a:lnTo>
                <a:lnTo>
                  <a:pt x="1308" y="5262"/>
                </a:lnTo>
                <a:lnTo>
                  <a:pt x="1308" y="5433"/>
                </a:lnTo>
                <a:lnTo>
                  <a:pt x="1362" y="5603"/>
                </a:lnTo>
                <a:lnTo>
                  <a:pt x="1417" y="5771"/>
                </a:lnTo>
                <a:lnTo>
                  <a:pt x="1417" y="5941"/>
                </a:lnTo>
                <a:lnTo>
                  <a:pt x="1471" y="6111"/>
                </a:lnTo>
                <a:lnTo>
                  <a:pt x="1553" y="6281"/>
                </a:lnTo>
                <a:lnTo>
                  <a:pt x="1553" y="6452"/>
                </a:lnTo>
                <a:lnTo>
                  <a:pt x="1607" y="6619"/>
                </a:lnTo>
                <a:lnTo>
                  <a:pt x="1662" y="6790"/>
                </a:lnTo>
                <a:lnTo>
                  <a:pt x="1716" y="6960"/>
                </a:lnTo>
                <a:lnTo>
                  <a:pt x="1716" y="7130"/>
                </a:lnTo>
                <a:lnTo>
                  <a:pt x="1798" y="7300"/>
                </a:lnTo>
                <a:lnTo>
                  <a:pt x="1853" y="7468"/>
                </a:lnTo>
                <a:lnTo>
                  <a:pt x="1853" y="7639"/>
                </a:lnTo>
                <a:lnTo>
                  <a:pt x="1907" y="7809"/>
                </a:lnTo>
                <a:lnTo>
                  <a:pt x="1989" y="7979"/>
                </a:lnTo>
                <a:lnTo>
                  <a:pt x="1989" y="8149"/>
                </a:lnTo>
                <a:lnTo>
                  <a:pt x="2044" y="8317"/>
                </a:lnTo>
                <a:lnTo>
                  <a:pt x="2098" y="8487"/>
                </a:lnTo>
                <a:lnTo>
                  <a:pt x="2098" y="8658"/>
                </a:lnTo>
                <a:lnTo>
                  <a:pt x="2153" y="8828"/>
                </a:lnTo>
                <a:lnTo>
                  <a:pt x="2234" y="8998"/>
                </a:lnTo>
                <a:lnTo>
                  <a:pt x="2234" y="9166"/>
                </a:lnTo>
                <a:lnTo>
                  <a:pt x="2289" y="9336"/>
                </a:lnTo>
                <a:lnTo>
                  <a:pt x="2343" y="9506"/>
                </a:lnTo>
                <a:lnTo>
                  <a:pt x="2343" y="9677"/>
                </a:lnTo>
                <a:lnTo>
                  <a:pt x="2425" y="9847"/>
                </a:lnTo>
                <a:lnTo>
                  <a:pt x="2480" y="10015"/>
                </a:lnTo>
                <a:lnTo>
                  <a:pt x="2534" y="10185"/>
                </a:lnTo>
                <a:lnTo>
                  <a:pt x="2534" y="10355"/>
                </a:lnTo>
                <a:lnTo>
                  <a:pt x="2589" y="10525"/>
                </a:lnTo>
                <a:lnTo>
                  <a:pt x="2670" y="10696"/>
                </a:lnTo>
                <a:lnTo>
                  <a:pt x="2670" y="10863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7986479" y="3798913"/>
            <a:ext cx="2670" cy="10639"/>
          </a:xfrm>
          <a:custGeom>
            <a:avLst/>
            <a:gdLst/>
            <a:ahLst/>
            <a:cxnLst/>
            <a:rect l="l" t="t" r="r" b="b"/>
            <a:pathLst>
              <a:path w="2670" h="10639">
                <a:moveTo>
                  <a:pt x="0" y="0"/>
                </a:moveTo>
                <a:lnTo>
                  <a:pt x="0" y="170"/>
                </a:lnTo>
                <a:lnTo>
                  <a:pt x="54" y="340"/>
                </a:lnTo>
                <a:lnTo>
                  <a:pt x="109" y="510"/>
                </a:lnTo>
                <a:lnTo>
                  <a:pt x="190" y="678"/>
                </a:lnTo>
                <a:lnTo>
                  <a:pt x="190" y="848"/>
                </a:lnTo>
                <a:lnTo>
                  <a:pt x="245" y="1019"/>
                </a:lnTo>
                <a:lnTo>
                  <a:pt x="245" y="1189"/>
                </a:lnTo>
                <a:lnTo>
                  <a:pt x="299" y="1359"/>
                </a:lnTo>
                <a:lnTo>
                  <a:pt x="381" y="1527"/>
                </a:lnTo>
                <a:lnTo>
                  <a:pt x="436" y="1697"/>
                </a:lnTo>
                <a:lnTo>
                  <a:pt x="436" y="1867"/>
                </a:lnTo>
                <a:lnTo>
                  <a:pt x="490" y="2038"/>
                </a:lnTo>
                <a:lnTo>
                  <a:pt x="545" y="2208"/>
                </a:lnTo>
                <a:lnTo>
                  <a:pt x="545" y="2376"/>
                </a:lnTo>
                <a:lnTo>
                  <a:pt x="626" y="2546"/>
                </a:lnTo>
                <a:lnTo>
                  <a:pt x="681" y="2716"/>
                </a:lnTo>
                <a:lnTo>
                  <a:pt x="735" y="2886"/>
                </a:lnTo>
                <a:lnTo>
                  <a:pt x="735" y="3057"/>
                </a:lnTo>
                <a:lnTo>
                  <a:pt x="817" y="3224"/>
                </a:lnTo>
                <a:lnTo>
                  <a:pt x="872" y="3395"/>
                </a:lnTo>
                <a:lnTo>
                  <a:pt x="872" y="3565"/>
                </a:lnTo>
                <a:lnTo>
                  <a:pt x="926" y="3735"/>
                </a:lnTo>
                <a:lnTo>
                  <a:pt x="926" y="3905"/>
                </a:lnTo>
                <a:lnTo>
                  <a:pt x="981" y="4073"/>
                </a:lnTo>
                <a:lnTo>
                  <a:pt x="1062" y="4243"/>
                </a:lnTo>
                <a:lnTo>
                  <a:pt x="1117" y="4414"/>
                </a:lnTo>
                <a:lnTo>
                  <a:pt x="1117" y="4584"/>
                </a:lnTo>
                <a:lnTo>
                  <a:pt x="1171" y="4754"/>
                </a:lnTo>
                <a:lnTo>
                  <a:pt x="1226" y="4922"/>
                </a:lnTo>
                <a:lnTo>
                  <a:pt x="1308" y="5092"/>
                </a:lnTo>
                <a:lnTo>
                  <a:pt x="1308" y="5262"/>
                </a:lnTo>
                <a:lnTo>
                  <a:pt x="1362" y="5433"/>
                </a:lnTo>
                <a:lnTo>
                  <a:pt x="1417" y="5603"/>
                </a:lnTo>
                <a:lnTo>
                  <a:pt x="1417" y="5771"/>
                </a:lnTo>
                <a:lnTo>
                  <a:pt x="1498" y="5941"/>
                </a:lnTo>
                <a:lnTo>
                  <a:pt x="1553" y="6111"/>
                </a:lnTo>
                <a:lnTo>
                  <a:pt x="1553" y="6281"/>
                </a:lnTo>
                <a:lnTo>
                  <a:pt x="1607" y="6452"/>
                </a:lnTo>
                <a:lnTo>
                  <a:pt x="1662" y="6619"/>
                </a:lnTo>
                <a:lnTo>
                  <a:pt x="1662" y="6790"/>
                </a:lnTo>
                <a:lnTo>
                  <a:pt x="1744" y="6960"/>
                </a:lnTo>
                <a:lnTo>
                  <a:pt x="1798" y="7130"/>
                </a:lnTo>
                <a:lnTo>
                  <a:pt x="1853" y="7300"/>
                </a:lnTo>
                <a:lnTo>
                  <a:pt x="1853" y="7468"/>
                </a:lnTo>
                <a:lnTo>
                  <a:pt x="1907" y="7639"/>
                </a:lnTo>
                <a:lnTo>
                  <a:pt x="1989" y="7809"/>
                </a:lnTo>
                <a:lnTo>
                  <a:pt x="1989" y="7979"/>
                </a:lnTo>
                <a:lnTo>
                  <a:pt x="2044" y="8149"/>
                </a:lnTo>
                <a:lnTo>
                  <a:pt x="2098" y="8317"/>
                </a:lnTo>
                <a:lnTo>
                  <a:pt x="2098" y="8487"/>
                </a:lnTo>
                <a:lnTo>
                  <a:pt x="2180" y="8658"/>
                </a:lnTo>
                <a:lnTo>
                  <a:pt x="2234" y="8828"/>
                </a:lnTo>
                <a:lnTo>
                  <a:pt x="2289" y="8998"/>
                </a:lnTo>
                <a:lnTo>
                  <a:pt x="2289" y="9166"/>
                </a:lnTo>
                <a:lnTo>
                  <a:pt x="2343" y="9336"/>
                </a:lnTo>
                <a:lnTo>
                  <a:pt x="2425" y="9506"/>
                </a:lnTo>
                <a:lnTo>
                  <a:pt x="2425" y="9677"/>
                </a:lnTo>
                <a:lnTo>
                  <a:pt x="2480" y="9847"/>
                </a:lnTo>
                <a:lnTo>
                  <a:pt x="2534" y="10015"/>
                </a:lnTo>
                <a:lnTo>
                  <a:pt x="2534" y="10185"/>
                </a:lnTo>
                <a:lnTo>
                  <a:pt x="2616" y="10355"/>
                </a:lnTo>
                <a:lnTo>
                  <a:pt x="2670" y="1052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7989150" y="3809552"/>
            <a:ext cx="2725" cy="10409"/>
          </a:xfrm>
          <a:custGeom>
            <a:avLst/>
            <a:gdLst/>
            <a:ahLst/>
            <a:cxnLst/>
            <a:rect l="l" t="t" r="r" b="b"/>
            <a:pathLst>
              <a:path w="2725" h="10409">
                <a:moveTo>
                  <a:pt x="0" y="0"/>
                </a:moveTo>
                <a:lnTo>
                  <a:pt x="54" y="170"/>
                </a:lnTo>
                <a:lnTo>
                  <a:pt x="109" y="338"/>
                </a:lnTo>
                <a:lnTo>
                  <a:pt x="109" y="508"/>
                </a:lnTo>
                <a:lnTo>
                  <a:pt x="190" y="678"/>
                </a:lnTo>
                <a:lnTo>
                  <a:pt x="245" y="848"/>
                </a:lnTo>
                <a:lnTo>
                  <a:pt x="299" y="1019"/>
                </a:lnTo>
                <a:lnTo>
                  <a:pt x="299" y="1186"/>
                </a:lnTo>
                <a:lnTo>
                  <a:pt x="354" y="1357"/>
                </a:lnTo>
                <a:lnTo>
                  <a:pt x="436" y="1527"/>
                </a:lnTo>
                <a:lnTo>
                  <a:pt x="436" y="1697"/>
                </a:lnTo>
                <a:lnTo>
                  <a:pt x="490" y="1867"/>
                </a:lnTo>
                <a:lnTo>
                  <a:pt x="545" y="2035"/>
                </a:lnTo>
                <a:lnTo>
                  <a:pt x="545" y="2205"/>
                </a:lnTo>
                <a:lnTo>
                  <a:pt x="626" y="2376"/>
                </a:lnTo>
                <a:lnTo>
                  <a:pt x="681" y="2546"/>
                </a:lnTo>
                <a:lnTo>
                  <a:pt x="735" y="2714"/>
                </a:lnTo>
                <a:lnTo>
                  <a:pt x="735" y="2884"/>
                </a:lnTo>
                <a:lnTo>
                  <a:pt x="790" y="3054"/>
                </a:lnTo>
                <a:lnTo>
                  <a:pt x="872" y="3224"/>
                </a:lnTo>
                <a:lnTo>
                  <a:pt x="926" y="3395"/>
                </a:lnTo>
                <a:lnTo>
                  <a:pt x="926" y="3565"/>
                </a:lnTo>
                <a:lnTo>
                  <a:pt x="981" y="3733"/>
                </a:lnTo>
                <a:lnTo>
                  <a:pt x="1062" y="3903"/>
                </a:lnTo>
                <a:lnTo>
                  <a:pt x="1062" y="4073"/>
                </a:lnTo>
                <a:lnTo>
                  <a:pt x="1117" y="4243"/>
                </a:lnTo>
                <a:lnTo>
                  <a:pt x="1171" y="4414"/>
                </a:lnTo>
                <a:lnTo>
                  <a:pt x="1226" y="4581"/>
                </a:lnTo>
                <a:lnTo>
                  <a:pt x="1226" y="4752"/>
                </a:lnTo>
                <a:lnTo>
                  <a:pt x="1308" y="4922"/>
                </a:lnTo>
                <a:lnTo>
                  <a:pt x="1362" y="5092"/>
                </a:lnTo>
                <a:lnTo>
                  <a:pt x="1362" y="5262"/>
                </a:lnTo>
                <a:lnTo>
                  <a:pt x="1417" y="5430"/>
                </a:lnTo>
                <a:lnTo>
                  <a:pt x="1471" y="5600"/>
                </a:lnTo>
                <a:lnTo>
                  <a:pt x="1471" y="5771"/>
                </a:lnTo>
                <a:lnTo>
                  <a:pt x="1553" y="5941"/>
                </a:lnTo>
                <a:lnTo>
                  <a:pt x="1607" y="6111"/>
                </a:lnTo>
                <a:lnTo>
                  <a:pt x="1662" y="6279"/>
                </a:lnTo>
                <a:lnTo>
                  <a:pt x="1662" y="6449"/>
                </a:lnTo>
                <a:lnTo>
                  <a:pt x="1744" y="6619"/>
                </a:lnTo>
                <a:lnTo>
                  <a:pt x="1798" y="6790"/>
                </a:lnTo>
                <a:lnTo>
                  <a:pt x="1798" y="6958"/>
                </a:lnTo>
                <a:lnTo>
                  <a:pt x="1853" y="7128"/>
                </a:lnTo>
                <a:lnTo>
                  <a:pt x="1907" y="7298"/>
                </a:lnTo>
                <a:lnTo>
                  <a:pt x="1989" y="7468"/>
                </a:lnTo>
                <a:lnTo>
                  <a:pt x="1989" y="7639"/>
                </a:lnTo>
                <a:lnTo>
                  <a:pt x="2044" y="7809"/>
                </a:lnTo>
                <a:lnTo>
                  <a:pt x="2098" y="7977"/>
                </a:lnTo>
                <a:lnTo>
                  <a:pt x="2153" y="8147"/>
                </a:lnTo>
                <a:lnTo>
                  <a:pt x="2153" y="8317"/>
                </a:lnTo>
                <a:lnTo>
                  <a:pt x="2234" y="8487"/>
                </a:lnTo>
                <a:lnTo>
                  <a:pt x="2289" y="8658"/>
                </a:lnTo>
                <a:lnTo>
                  <a:pt x="2289" y="8825"/>
                </a:lnTo>
                <a:lnTo>
                  <a:pt x="2343" y="8996"/>
                </a:lnTo>
                <a:lnTo>
                  <a:pt x="2425" y="9166"/>
                </a:lnTo>
                <a:lnTo>
                  <a:pt x="2480" y="9336"/>
                </a:lnTo>
                <a:lnTo>
                  <a:pt x="2480" y="9506"/>
                </a:lnTo>
                <a:lnTo>
                  <a:pt x="2534" y="9674"/>
                </a:lnTo>
                <a:lnTo>
                  <a:pt x="2589" y="9844"/>
                </a:lnTo>
                <a:lnTo>
                  <a:pt x="2589" y="10015"/>
                </a:lnTo>
                <a:lnTo>
                  <a:pt x="2670" y="10185"/>
                </a:lnTo>
                <a:lnTo>
                  <a:pt x="2725" y="10355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7991875" y="3819962"/>
            <a:ext cx="2725" cy="10131"/>
          </a:xfrm>
          <a:custGeom>
            <a:avLst/>
            <a:gdLst/>
            <a:ahLst/>
            <a:cxnLst/>
            <a:rect l="l" t="t" r="r" b="b"/>
            <a:pathLst>
              <a:path w="2725" h="10131">
                <a:moveTo>
                  <a:pt x="0" y="0"/>
                </a:moveTo>
                <a:lnTo>
                  <a:pt x="54" y="170"/>
                </a:lnTo>
                <a:lnTo>
                  <a:pt x="136" y="340"/>
                </a:lnTo>
                <a:lnTo>
                  <a:pt x="136" y="510"/>
                </a:lnTo>
                <a:lnTo>
                  <a:pt x="190" y="680"/>
                </a:lnTo>
                <a:lnTo>
                  <a:pt x="245" y="848"/>
                </a:lnTo>
                <a:lnTo>
                  <a:pt x="299" y="1019"/>
                </a:lnTo>
                <a:lnTo>
                  <a:pt x="299" y="1189"/>
                </a:lnTo>
                <a:lnTo>
                  <a:pt x="381" y="1359"/>
                </a:lnTo>
                <a:lnTo>
                  <a:pt x="436" y="1529"/>
                </a:lnTo>
                <a:lnTo>
                  <a:pt x="436" y="1697"/>
                </a:lnTo>
                <a:lnTo>
                  <a:pt x="490" y="1867"/>
                </a:lnTo>
                <a:lnTo>
                  <a:pt x="545" y="2038"/>
                </a:lnTo>
                <a:lnTo>
                  <a:pt x="626" y="2208"/>
                </a:lnTo>
                <a:lnTo>
                  <a:pt x="626" y="2378"/>
                </a:lnTo>
                <a:lnTo>
                  <a:pt x="681" y="2546"/>
                </a:lnTo>
                <a:lnTo>
                  <a:pt x="735" y="2716"/>
                </a:lnTo>
                <a:lnTo>
                  <a:pt x="817" y="2886"/>
                </a:lnTo>
                <a:lnTo>
                  <a:pt x="817" y="3057"/>
                </a:lnTo>
                <a:lnTo>
                  <a:pt x="872" y="3227"/>
                </a:lnTo>
                <a:lnTo>
                  <a:pt x="926" y="3395"/>
                </a:lnTo>
                <a:lnTo>
                  <a:pt x="926" y="3565"/>
                </a:lnTo>
                <a:lnTo>
                  <a:pt x="981" y="3735"/>
                </a:lnTo>
                <a:lnTo>
                  <a:pt x="1062" y="3905"/>
                </a:lnTo>
                <a:lnTo>
                  <a:pt x="1117" y="4076"/>
                </a:lnTo>
                <a:lnTo>
                  <a:pt x="1117" y="4243"/>
                </a:lnTo>
                <a:lnTo>
                  <a:pt x="1171" y="4414"/>
                </a:lnTo>
                <a:lnTo>
                  <a:pt x="1226" y="4584"/>
                </a:lnTo>
                <a:lnTo>
                  <a:pt x="1308" y="4754"/>
                </a:lnTo>
                <a:lnTo>
                  <a:pt x="1308" y="4924"/>
                </a:lnTo>
                <a:lnTo>
                  <a:pt x="1362" y="5092"/>
                </a:lnTo>
                <a:lnTo>
                  <a:pt x="1417" y="5262"/>
                </a:lnTo>
                <a:lnTo>
                  <a:pt x="1498" y="5433"/>
                </a:lnTo>
                <a:lnTo>
                  <a:pt x="1498" y="5603"/>
                </a:lnTo>
                <a:lnTo>
                  <a:pt x="1553" y="5773"/>
                </a:lnTo>
                <a:lnTo>
                  <a:pt x="1607" y="5941"/>
                </a:lnTo>
                <a:lnTo>
                  <a:pt x="1607" y="6111"/>
                </a:lnTo>
                <a:lnTo>
                  <a:pt x="1662" y="6281"/>
                </a:lnTo>
                <a:lnTo>
                  <a:pt x="1744" y="6452"/>
                </a:lnTo>
                <a:lnTo>
                  <a:pt x="1798" y="6622"/>
                </a:lnTo>
                <a:lnTo>
                  <a:pt x="1798" y="6790"/>
                </a:lnTo>
                <a:lnTo>
                  <a:pt x="1853" y="6960"/>
                </a:lnTo>
                <a:lnTo>
                  <a:pt x="1934" y="7130"/>
                </a:lnTo>
                <a:lnTo>
                  <a:pt x="1989" y="7300"/>
                </a:lnTo>
                <a:lnTo>
                  <a:pt x="1989" y="7471"/>
                </a:lnTo>
                <a:lnTo>
                  <a:pt x="2044" y="7639"/>
                </a:lnTo>
                <a:lnTo>
                  <a:pt x="2098" y="7809"/>
                </a:lnTo>
                <a:lnTo>
                  <a:pt x="2180" y="7979"/>
                </a:lnTo>
                <a:lnTo>
                  <a:pt x="2180" y="8149"/>
                </a:lnTo>
                <a:lnTo>
                  <a:pt x="2234" y="8320"/>
                </a:lnTo>
                <a:lnTo>
                  <a:pt x="2289" y="8487"/>
                </a:lnTo>
                <a:lnTo>
                  <a:pt x="2343" y="8658"/>
                </a:lnTo>
                <a:lnTo>
                  <a:pt x="2343" y="8828"/>
                </a:lnTo>
                <a:lnTo>
                  <a:pt x="2425" y="8998"/>
                </a:lnTo>
                <a:lnTo>
                  <a:pt x="2480" y="9168"/>
                </a:lnTo>
                <a:lnTo>
                  <a:pt x="2480" y="9336"/>
                </a:lnTo>
                <a:lnTo>
                  <a:pt x="2534" y="9506"/>
                </a:lnTo>
                <a:lnTo>
                  <a:pt x="2616" y="9677"/>
                </a:lnTo>
                <a:lnTo>
                  <a:pt x="2670" y="9847"/>
                </a:lnTo>
                <a:lnTo>
                  <a:pt x="2725" y="10017"/>
                </a:lnTo>
              </a:path>
            </a:pathLst>
          </a:custGeom>
          <a:ln w="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7994601" y="3830093"/>
            <a:ext cx="2725" cy="9788"/>
          </a:xfrm>
          <a:custGeom>
            <a:avLst/>
            <a:gdLst/>
            <a:ahLst/>
            <a:cxnLst/>
            <a:rect l="l" t="t" r="r" b="b"/>
            <a:pathLst>
              <a:path w="2725" h="9788">
                <a:moveTo>
                  <a:pt x="0" y="0"/>
                </a:moveTo>
                <a:lnTo>
                  <a:pt x="54" y="167"/>
                </a:lnTo>
                <a:lnTo>
                  <a:pt x="136" y="338"/>
                </a:lnTo>
                <a:lnTo>
                  <a:pt x="136" y="508"/>
                </a:lnTo>
                <a:lnTo>
                  <a:pt x="190" y="678"/>
                </a:lnTo>
                <a:lnTo>
                  <a:pt x="245" y="848"/>
                </a:lnTo>
                <a:lnTo>
                  <a:pt x="327" y="1016"/>
                </a:lnTo>
                <a:lnTo>
                  <a:pt x="327" y="1186"/>
                </a:lnTo>
                <a:lnTo>
                  <a:pt x="381" y="1357"/>
                </a:lnTo>
                <a:lnTo>
                  <a:pt x="436" y="1527"/>
                </a:lnTo>
                <a:lnTo>
                  <a:pt x="436" y="1697"/>
                </a:lnTo>
                <a:lnTo>
                  <a:pt x="490" y="1865"/>
                </a:lnTo>
                <a:lnTo>
                  <a:pt x="572" y="2035"/>
                </a:lnTo>
                <a:lnTo>
                  <a:pt x="626" y="2205"/>
                </a:lnTo>
                <a:lnTo>
                  <a:pt x="681" y="2376"/>
                </a:lnTo>
                <a:lnTo>
                  <a:pt x="681" y="2546"/>
                </a:lnTo>
                <a:lnTo>
                  <a:pt x="735" y="2714"/>
                </a:lnTo>
                <a:lnTo>
                  <a:pt x="817" y="2884"/>
                </a:lnTo>
                <a:lnTo>
                  <a:pt x="872" y="3054"/>
                </a:lnTo>
                <a:lnTo>
                  <a:pt x="872" y="3224"/>
                </a:lnTo>
                <a:lnTo>
                  <a:pt x="926" y="3395"/>
                </a:lnTo>
                <a:lnTo>
                  <a:pt x="1008" y="3562"/>
                </a:lnTo>
                <a:lnTo>
                  <a:pt x="1008" y="3733"/>
                </a:lnTo>
                <a:lnTo>
                  <a:pt x="1062" y="3903"/>
                </a:lnTo>
                <a:lnTo>
                  <a:pt x="1117" y="4073"/>
                </a:lnTo>
                <a:lnTo>
                  <a:pt x="1171" y="4241"/>
                </a:lnTo>
                <a:lnTo>
                  <a:pt x="1253" y="4411"/>
                </a:lnTo>
                <a:lnTo>
                  <a:pt x="1253" y="4581"/>
                </a:lnTo>
                <a:lnTo>
                  <a:pt x="1308" y="4752"/>
                </a:lnTo>
                <a:lnTo>
                  <a:pt x="1362" y="4922"/>
                </a:lnTo>
                <a:lnTo>
                  <a:pt x="1417" y="5092"/>
                </a:lnTo>
                <a:lnTo>
                  <a:pt x="1417" y="5260"/>
                </a:lnTo>
                <a:lnTo>
                  <a:pt x="1498" y="5430"/>
                </a:lnTo>
                <a:lnTo>
                  <a:pt x="1553" y="5600"/>
                </a:lnTo>
                <a:lnTo>
                  <a:pt x="1607" y="5771"/>
                </a:lnTo>
                <a:lnTo>
                  <a:pt x="1607" y="5941"/>
                </a:lnTo>
                <a:lnTo>
                  <a:pt x="1689" y="6109"/>
                </a:lnTo>
                <a:lnTo>
                  <a:pt x="1744" y="6279"/>
                </a:lnTo>
                <a:lnTo>
                  <a:pt x="1798" y="6449"/>
                </a:lnTo>
                <a:lnTo>
                  <a:pt x="1798" y="6619"/>
                </a:lnTo>
                <a:lnTo>
                  <a:pt x="1853" y="6790"/>
                </a:lnTo>
                <a:lnTo>
                  <a:pt x="1934" y="6958"/>
                </a:lnTo>
                <a:lnTo>
                  <a:pt x="1989" y="7128"/>
                </a:lnTo>
                <a:lnTo>
                  <a:pt x="2044" y="7298"/>
                </a:lnTo>
                <a:lnTo>
                  <a:pt x="2044" y="7468"/>
                </a:lnTo>
                <a:lnTo>
                  <a:pt x="2125" y="7639"/>
                </a:lnTo>
                <a:lnTo>
                  <a:pt x="2180" y="7806"/>
                </a:lnTo>
                <a:lnTo>
                  <a:pt x="2234" y="7977"/>
                </a:lnTo>
                <a:lnTo>
                  <a:pt x="2234" y="8147"/>
                </a:lnTo>
                <a:lnTo>
                  <a:pt x="2289" y="8317"/>
                </a:lnTo>
                <a:lnTo>
                  <a:pt x="2371" y="8485"/>
                </a:lnTo>
                <a:lnTo>
                  <a:pt x="2371" y="8655"/>
                </a:lnTo>
                <a:lnTo>
                  <a:pt x="2425" y="8825"/>
                </a:lnTo>
                <a:lnTo>
                  <a:pt x="2480" y="8996"/>
                </a:lnTo>
                <a:lnTo>
                  <a:pt x="2534" y="9166"/>
                </a:lnTo>
                <a:lnTo>
                  <a:pt x="2616" y="9336"/>
                </a:lnTo>
                <a:lnTo>
                  <a:pt x="2616" y="9504"/>
                </a:lnTo>
                <a:lnTo>
                  <a:pt x="2670" y="9674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7997326" y="3839881"/>
            <a:ext cx="2725" cy="9506"/>
          </a:xfrm>
          <a:custGeom>
            <a:avLst/>
            <a:gdLst/>
            <a:ahLst/>
            <a:cxnLst/>
            <a:rect l="l" t="t" r="r" b="b"/>
            <a:pathLst>
              <a:path w="2725" h="9506">
                <a:moveTo>
                  <a:pt x="0" y="0"/>
                </a:moveTo>
                <a:lnTo>
                  <a:pt x="0" y="170"/>
                </a:lnTo>
                <a:lnTo>
                  <a:pt x="81" y="340"/>
                </a:lnTo>
                <a:lnTo>
                  <a:pt x="136" y="508"/>
                </a:lnTo>
                <a:lnTo>
                  <a:pt x="190" y="678"/>
                </a:lnTo>
                <a:lnTo>
                  <a:pt x="245" y="848"/>
                </a:lnTo>
                <a:lnTo>
                  <a:pt x="245" y="1019"/>
                </a:lnTo>
                <a:lnTo>
                  <a:pt x="327" y="1189"/>
                </a:lnTo>
                <a:lnTo>
                  <a:pt x="381" y="1357"/>
                </a:lnTo>
                <a:lnTo>
                  <a:pt x="436" y="1527"/>
                </a:lnTo>
                <a:lnTo>
                  <a:pt x="436" y="1697"/>
                </a:lnTo>
                <a:lnTo>
                  <a:pt x="517" y="1867"/>
                </a:lnTo>
                <a:lnTo>
                  <a:pt x="572" y="2038"/>
                </a:lnTo>
                <a:lnTo>
                  <a:pt x="626" y="2205"/>
                </a:lnTo>
                <a:lnTo>
                  <a:pt x="681" y="2376"/>
                </a:lnTo>
                <a:lnTo>
                  <a:pt x="681" y="2546"/>
                </a:lnTo>
                <a:lnTo>
                  <a:pt x="763" y="2716"/>
                </a:lnTo>
                <a:lnTo>
                  <a:pt x="817" y="2886"/>
                </a:lnTo>
                <a:lnTo>
                  <a:pt x="872" y="3054"/>
                </a:lnTo>
                <a:lnTo>
                  <a:pt x="926" y="3224"/>
                </a:lnTo>
                <a:lnTo>
                  <a:pt x="926" y="3395"/>
                </a:lnTo>
                <a:lnTo>
                  <a:pt x="1008" y="3565"/>
                </a:lnTo>
                <a:lnTo>
                  <a:pt x="1062" y="3735"/>
                </a:lnTo>
                <a:lnTo>
                  <a:pt x="1117" y="3903"/>
                </a:lnTo>
                <a:lnTo>
                  <a:pt x="1117" y="4073"/>
                </a:lnTo>
                <a:lnTo>
                  <a:pt x="1199" y="4243"/>
                </a:lnTo>
                <a:lnTo>
                  <a:pt x="1253" y="4414"/>
                </a:lnTo>
                <a:lnTo>
                  <a:pt x="1308" y="4584"/>
                </a:lnTo>
                <a:lnTo>
                  <a:pt x="1308" y="4752"/>
                </a:lnTo>
                <a:lnTo>
                  <a:pt x="1362" y="4922"/>
                </a:lnTo>
                <a:lnTo>
                  <a:pt x="1444" y="5092"/>
                </a:lnTo>
                <a:lnTo>
                  <a:pt x="1498" y="5262"/>
                </a:lnTo>
                <a:lnTo>
                  <a:pt x="1553" y="5433"/>
                </a:lnTo>
                <a:lnTo>
                  <a:pt x="1553" y="5600"/>
                </a:lnTo>
                <a:lnTo>
                  <a:pt x="1607" y="5771"/>
                </a:lnTo>
                <a:lnTo>
                  <a:pt x="1689" y="5941"/>
                </a:lnTo>
                <a:lnTo>
                  <a:pt x="1744" y="6111"/>
                </a:lnTo>
                <a:lnTo>
                  <a:pt x="1798" y="6281"/>
                </a:lnTo>
                <a:lnTo>
                  <a:pt x="1798" y="6449"/>
                </a:lnTo>
                <a:lnTo>
                  <a:pt x="1880" y="6619"/>
                </a:lnTo>
                <a:lnTo>
                  <a:pt x="1934" y="6790"/>
                </a:lnTo>
                <a:lnTo>
                  <a:pt x="1989" y="6960"/>
                </a:lnTo>
                <a:lnTo>
                  <a:pt x="1989" y="7130"/>
                </a:lnTo>
                <a:lnTo>
                  <a:pt x="2044" y="7298"/>
                </a:lnTo>
                <a:lnTo>
                  <a:pt x="2125" y="7468"/>
                </a:lnTo>
                <a:lnTo>
                  <a:pt x="2180" y="7639"/>
                </a:lnTo>
                <a:lnTo>
                  <a:pt x="2234" y="7809"/>
                </a:lnTo>
                <a:lnTo>
                  <a:pt x="2234" y="7979"/>
                </a:lnTo>
                <a:lnTo>
                  <a:pt x="2316" y="8147"/>
                </a:lnTo>
                <a:lnTo>
                  <a:pt x="2371" y="8317"/>
                </a:lnTo>
                <a:lnTo>
                  <a:pt x="2425" y="8487"/>
                </a:lnTo>
                <a:lnTo>
                  <a:pt x="2480" y="8658"/>
                </a:lnTo>
                <a:lnTo>
                  <a:pt x="2480" y="8828"/>
                </a:lnTo>
                <a:lnTo>
                  <a:pt x="2561" y="8996"/>
                </a:lnTo>
                <a:lnTo>
                  <a:pt x="2616" y="9166"/>
                </a:lnTo>
                <a:lnTo>
                  <a:pt x="2670" y="9336"/>
                </a:lnTo>
                <a:lnTo>
                  <a:pt x="2725" y="9506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8000051" y="3849388"/>
            <a:ext cx="1389" cy="4752"/>
          </a:xfrm>
          <a:custGeom>
            <a:avLst/>
            <a:gdLst/>
            <a:ahLst/>
            <a:cxnLst/>
            <a:rect l="l" t="t" r="r" b="b"/>
            <a:pathLst>
              <a:path w="1389" h="4752">
                <a:moveTo>
                  <a:pt x="0" y="0"/>
                </a:moveTo>
                <a:lnTo>
                  <a:pt x="0" y="170"/>
                </a:lnTo>
                <a:lnTo>
                  <a:pt x="81" y="338"/>
                </a:lnTo>
                <a:lnTo>
                  <a:pt x="136" y="508"/>
                </a:lnTo>
                <a:lnTo>
                  <a:pt x="190" y="678"/>
                </a:lnTo>
                <a:lnTo>
                  <a:pt x="272" y="848"/>
                </a:lnTo>
                <a:lnTo>
                  <a:pt x="272" y="1019"/>
                </a:lnTo>
                <a:lnTo>
                  <a:pt x="327" y="1186"/>
                </a:lnTo>
                <a:lnTo>
                  <a:pt x="381" y="1357"/>
                </a:lnTo>
                <a:lnTo>
                  <a:pt x="436" y="1527"/>
                </a:lnTo>
                <a:lnTo>
                  <a:pt x="436" y="1697"/>
                </a:lnTo>
                <a:lnTo>
                  <a:pt x="517" y="1867"/>
                </a:lnTo>
                <a:lnTo>
                  <a:pt x="572" y="2035"/>
                </a:lnTo>
                <a:lnTo>
                  <a:pt x="626" y="2205"/>
                </a:lnTo>
                <a:lnTo>
                  <a:pt x="708" y="2376"/>
                </a:lnTo>
                <a:lnTo>
                  <a:pt x="708" y="2546"/>
                </a:lnTo>
                <a:lnTo>
                  <a:pt x="763" y="2716"/>
                </a:lnTo>
                <a:lnTo>
                  <a:pt x="817" y="2884"/>
                </a:lnTo>
                <a:lnTo>
                  <a:pt x="872" y="3054"/>
                </a:lnTo>
                <a:lnTo>
                  <a:pt x="953" y="3224"/>
                </a:lnTo>
                <a:lnTo>
                  <a:pt x="1008" y="3395"/>
                </a:lnTo>
                <a:lnTo>
                  <a:pt x="1008" y="3565"/>
                </a:lnTo>
                <a:lnTo>
                  <a:pt x="1062" y="3733"/>
                </a:lnTo>
                <a:lnTo>
                  <a:pt x="1117" y="3903"/>
                </a:lnTo>
                <a:lnTo>
                  <a:pt x="1199" y="4073"/>
                </a:lnTo>
                <a:lnTo>
                  <a:pt x="1253" y="4243"/>
                </a:lnTo>
                <a:lnTo>
                  <a:pt x="1253" y="4414"/>
                </a:lnTo>
                <a:lnTo>
                  <a:pt x="1308" y="4581"/>
                </a:lnTo>
                <a:lnTo>
                  <a:pt x="1389" y="4752"/>
                </a:lnTo>
              </a:path>
            </a:pathLst>
          </a:custGeom>
          <a:ln w="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5181600" y="2909316"/>
            <a:ext cx="1447800" cy="1066799"/>
          </a:xfrm>
          <a:custGeom>
            <a:avLst/>
            <a:gdLst/>
            <a:ahLst/>
            <a:cxnLst/>
            <a:rect l="l" t="t" r="r" b="b"/>
            <a:pathLst>
              <a:path w="1447800" h="1066800">
                <a:moveTo>
                  <a:pt x="0" y="1066799"/>
                </a:moveTo>
                <a:lnTo>
                  <a:pt x="1447800" y="1066799"/>
                </a:lnTo>
                <a:lnTo>
                  <a:pt x="1447800" y="0"/>
                </a:lnTo>
                <a:lnTo>
                  <a:pt x="0" y="0"/>
                </a:lnTo>
                <a:lnTo>
                  <a:pt x="0" y="1066799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5181600" y="2909316"/>
            <a:ext cx="1447800" cy="1066799"/>
          </a:xfrm>
          <a:custGeom>
            <a:avLst/>
            <a:gdLst/>
            <a:ahLst/>
            <a:cxnLst/>
            <a:rect l="l" t="t" r="r" b="b"/>
            <a:pathLst>
              <a:path w="1447800" h="1066800">
                <a:moveTo>
                  <a:pt x="0" y="1066799"/>
                </a:moveTo>
                <a:lnTo>
                  <a:pt x="1447800" y="1066799"/>
                </a:lnTo>
                <a:lnTo>
                  <a:pt x="1447800" y="0"/>
                </a:lnTo>
                <a:lnTo>
                  <a:pt x="0" y="0"/>
                </a:lnTo>
                <a:lnTo>
                  <a:pt x="0" y="106679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485900" y="4052316"/>
            <a:ext cx="76200" cy="685800"/>
          </a:xfrm>
          <a:custGeom>
            <a:avLst/>
            <a:gdLst/>
            <a:ahLst/>
            <a:cxnLst/>
            <a:rect l="l" t="t" r="r" b="b"/>
            <a:pathLst>
              <a:path w="76200" h="685800">
                <a:moveTo>
                  <a:pt x="31750" y="685799"/>
                </a:moveTo>
                <a:lnTo>
                  <a:pt x="44450" y="685799"/>
                </a:lnTo>
                <a:lnTo>
                  <a:pt x="44450" y="63499"/>
                </a:lnTo>
                <a:lnTo>
                  <a:pt x="76200" y="76199"/>
                </a:lnTo>
                <a:lnTo>
                  <a:pt x="38100" y="0"/>
                </a:lnTo>
                <a:lnTo>
                  <a:pt x="31750" y="63499"/>
                </a:lnTo>
                <a:lnTo>
                  <a:pt x="31750" y="685799"/>
                </a:lnTo>
                <a:close/>
              </a:path>
              <a:path w="76200" h="685800">
                <a:moveTo>
                  <a:pt x="31750" y="63499"/>
                </a:moveTo>
                <a:lnTo>
                  <a:pt x="38100" y="0"/>
                </a:lnTo>
                <a:lnTo>
                  <a:pt x="0" y="76199"/>
                </a:lnTo>
                <a:lnTo>
                  <a:pt x="31749" y="76200"/>
                </a:lnTo>
                <a:lnTo>
                  <a:pt x="31750" y="63499"/>
                </a:lnTo>
                <a:close/>
              </a:path>
              <a:path w="76200" h="685800">
                <a:moveTo>
                  <a:pt x="76200" y="76199"/>
                </a:moveTo>
                <a:lnTo>
                  <a:pt x="44450" y="63499"/>
                </a:lnTo>
                <a:lnTo>
                  <a:pt x="44450" y="76199"/>
                </a:lnTo>
                <a:lnTo>
                  <a:pt x="76200" y="76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305300" y="4052316"/>
            <a:ext cx="76200" cy="685800"/>
          </a:xfrm>
          <a:custGeom>
            <a:avLst/>
            <a:gdLst/>
            <a:ahLst/>
            <a:cxnLst/>
            <a:rect l="l" t="t" r="r" b="b"/>
            <a:pathLst>
              <a:path w="76200" h="685800">
                <a:moveTo>
                  <a:pt x="31750" y="685799"/>
                </a:moveTo>
                <a:lnTo>
                  <a:pt x="44450" y="685799"/>
                </a:lnTo>
                <a:lnTo>
                  <a:pt x="44450" y="63499"/>
                </a:lnTo>
                <a:lnTo>
                  <a:pt x="76200" y="76199"/>
                </a:lnTo>
                <a:lnTo>
                  <a:pt x="38100" y="0"/>
                </a:lnTo>
                <a:lnTo>
                  <a:pt x="31750" y="63499"/>
                </a:lnTo>
                <a:lnTo>
                  <a:pt x="31750" y="685799"/>
                </a:lnTo>
                <a:close/>
              </a:path>
              <a:path w="76200" h="685800">
                <a:moveTo>
                  <a:pt x="31750" y="63499"/>
                </a:moveTo>
                <a:lnTo>
                  <a:pt x="38100" y="0"/>
                </a:lnTo>
                <a:lnTo>
                  <a:pt x="0" y="76199"/>
                </a:lnTo>
                <a:lnTo>
                  <a:pt x="31749" y="76200"/>
                </a:lnTo>
                <a:lnTo>
                  <a:pt x="31750" y="63499"/>
                </a:lnTo>
                <a:close/>
              </a:path>
              <a:path w="76200" h="685800">
                <a:moveTo>
                  <a:pt x="76200" y="76199"/>
                </a:moveTo>
                <a:lnTo>
                  <a:pt x="44450" y="63499"/>
                </a:lnTo>
                <a:lnTo>
                  <a:pt x="44450" y="76199"/>
                </a:lnTo>
                <a:lnTo>
                  <a:pt x="76200" y="76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680460" y="2697479"/>
            <a:ext cx="1371600" cy="76200"/>
          </a:xfrm>
          <a:custGeom>
            <a:avLst/>
            <a:gdLst/>
            <a:ahLst/>
            <a:cxnLst/>
            <a:rect l="l" t="t" r="r" b="b"/>
            <a:pathLst>
              <a:path w="1371600" h="76200">
                <a:moveTo>
                  <a:pt x="63500" y="31750"/>
                </a:moveTo>
                <a:lnTo>
                  <a:pt x="63500" y="44450"/>
                </a:lnTo>
                <a:lnTo>
                  <a:pt x="1308100" y="44450"/>
                </a:lnTo>
                <a:lnTo>
                  <a:pt x="1371600" y="38100"/>
                </a:lnTo>
                <a:lnTo>
                  <a:pt x="1295400" y="0"/>
                </a:lnTo>
                <a:lnTo>
                  <a:pt x="1308100" y="31750"/>
                </a:lnTo>
                <a:lnTo>
                  <a:pt x="63500" y="31750"/>
                </a:lnTo>
                <a:close/>
              </a:path>
              <a:path w="1371600" h="76200">
                <a:moveTo>
                  <a:pt x="1308100" y="44450"/>
                </a:moveTo>
                <a:lnTo>
                  <a:pt x="1295399" y="44450"/>
                </a:lnTo>
                <a:lnTo>
                  <a:pt x="1295400" y="76200"/>
                </a:lnTo>
                <a:lnTo>
                  <a:pt x="1371600" y="38100"/>
                </a:lnTo>
                <a:lnTo>
                  <a:pt x="1308100" y="44450"/>
                </a:lnTo>
                <a:close/>
              </a:path>
              <a:path w="1371600" h="76200">
                <a:moveTo>
                  <a:pt x="1308100" y="31750"/>
                </a:moveTo>
                <a:lnTo>
                  <a:pt x="1295400" y="0"/>
                </a:lnTo>
                <a:lnTo>
                  <a:pt x="1295400" y="31749"/>
                </a:lnTo>
                <a:lnTo>
                  <a:pt x="1308100" y="31750"/>
                </a:lnTo>
                <a:close/>
              </a:path>
              <a:path w="1371600" h="76200">
                <a:moveTo>
                  <a:pt x="76200" y="31749"/>
                </a:moveTo>
                <a:lnTo>
                  <a:pt x="76200" y="0"/>
                </a:lnTo>
                <a:lnTo>
                  <a:pt x="0" y="38100"/>
                </a:lnTo>
                <a:lnTo>
                  <a:pt x="76200" y="76200"/>
                </a:lnTo>
                <a:lnTo>
                  <a:pt x="76199" y="44450"/>
                </a:lnTo>
                <a:lnTo>
                  <a:pt x="63500" y="44450"/>
                </a:lnTo>
                <a:lnTo>
                  <a:pt x="63500" y="31750"/>
                </a:lnTo>
                <a:lnTo>
                  <a:pt x="762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7429500" y="4052316"/>
            <a:ext cx="76200" cy="685800"/>
          </a:xfrm>
          <a:custGeom>
            <a:avLst/>
            <a:gdLst/>
            <a:ahLst/>
            <a:cxnLst/>
            <a:rect l="l" t="t" r="r" b="b"/>
            <a:pathLst>
              <a:path w="76200" h="685800">
                <a:moveTo>
                  <a:pt x="31750" y="685799"/>
                </a:moveTo>
                <a:lnTo>
                  <a:pt x="44450" y="685799"/>
                </a:lnTo>
                <a:lnTo>
                  <a:pt x="44450" y="63499"/>
                </a:lnTo>
                <a:lnTo>
                  <a:pt x="76200" y="76199"/>
                </a:lnTo>
                <a:lnTo>
                  <a:pt x="38100" y="0"/>
                </a:lnTo>
                <a:lnTo>
                  <a:pt x="31750" y="63499"/>
                </a:lnTo>
                <a:lnTo>
                  <a:pt x="31750" y="685799"/>
                </a:lnTo>
                <a:close/>
              </a:path>
              <a:path w="76200" h="685800">
                <a:moveTo>
                  <a:pt x="31750" y="63499"/>
                </a:moveTo>
                <a:lnTo>
                  <a:pt x="38100" y="0"/>
                </a:lnTo>
                <a:lnTo>
                  <a:pt x="0" y="76199"/>
                </a:lnTo>
                <a:lnTo>
                  <a:pt x="31749" y="76200"/>
                </a:lnTo>
                <a:lnTo>
                  <a:pt x="31750" y="63499"/>
                </a:lnTo>
                <a:close/>
              </a:path>
              <a:path w="76200" h="685800">
                <a:moveTo>
                  <a:pt x="76200" y="76199"/>
                </a:moveTo>
                <a:lnTo>
                  <a:pt x="44450" y="63499"/>
                </a:lnTo>
                <a:lnTo>
                  <a:pt x="44450" y="76199"/>
                </a:lnTo>
                <a:lnTo>
                  <a:pt x="76200" y="76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066800" y="2147316"/>
            <a:ext cx="2514600" cy="457200"/>
          </a:xfrm>
          <a:custGeom>
            <a:avLst/>
            <a:gdLst/>
            <a:ahLst/>
            <a:cxnLst/>
            <a:rect l="l" t="t" r="r" b="b"/>
            <a:pathLst>
              <a:path w="2514600" h="457200">
                <a:moveTo>
                  <a:pt x="0" y="457200"/>
                </a:moveTo>
                <a:lnTo>
                  <a:pt x="2742" y="420123"/>
                </a:lnTo>
                <a:lnTo>
                  <a:pt x="10682" y="384950"/>
                </a:lnTo>
                <a:lnTo>
                  <a:pt x="23388" y="352151"/>
                </a:lnTo>
                <a:lnTo>
                  <a:pt x="50441" y="308435"/>
                </a:lnTo>
                <a:lnTo>
                  <a:pt x="85790" y="272710"/>
                </a:lnTo>
                <a:lnTo>
                  <a:pt x="127982" y="246566"/>
                </a:lnTo>
                <a:lnTo>
                  <a:pt x="175558" y="231592"/>
                </a:lnTo>
                <a:lnTo>
                  <a:pt x="209550" y="228600"/>
                </a:lnTo>
                <a:lnTo>
                  <a:pt x="1047750" y="228600"/>
                </a:lnTo>
                <a:lnTo>
                  <a:pt x="1064931" y="227842"/>
                </a:lnTo>
                <a:lnTo>
                  <a:pt x="1081731" y="225607"/>
                </a:lnTo>
                <a:lnTo>
                  <a:pt x="1098096" y="221955"/>
                </a:lnTo>
                <a:lnTo>
                  <a:pt x="1113970" y="216944"/>
                </a:lnTo>
                <a:lnTo>
                  <a:pt x="1129301" y="210633"/>
                </a:lnTo>
                <a:lnTo>
                  <a:pt x="1144035" y="203081"/>
                </a:lnTo>
                <a:lnTo>
                  <a:pt x="1158116" y="194347"/>
                </a:lnTo>
                <a:lnTo>
                  <a:pt x="1171492" y="184489"/>
                </a:lnTo>
                <a:lnTo>
                  <a:pt x="1184108" y="173567"/>
                </a:lnTo>
                <a:lnTo>
                  <a:pt x="1195911" y="161639"/>
                </a:lnTo>
                <a:lnTo>
                  <a:pt x="1206846" y="148764"/>
                </a:lnTo>
                <a:lnTo>
                  <a:pt x="1216859" y="135002"/>
                </a:lnTo>
                <a:lnTo>
                  <a:pt x="1225896" y="120410"/>
                </a:lnTo>
                <a:lnTo>
                  <a:pt x="1233903" y="105048"/>
                </a:lnTo>
                <a:lnTo>
                  <a:pt x="1240827" y="88975"/>
                </a:lnTo>
                <a:lnTo>
                  <a:pt x="1246613" y="72249"/>
                </a:lnTo>
                <a:lnTo>
                  <a:pt x="1251207" y="54930"/>
                </a:lnTo>
                <a:lnTo>
                  <a:pt x="1254556" y="37076"/>
                </a:lnTo>
                <a:lnTo>
                  <a:pt x="1256605" y="18746"/>
                </a:lnTo>
                <a:lnTo>
                  <a:pt x="1257300" y="0"/>
                </a:lnTo>
                <a:lnTo>
                  <a:pt x="1257994" y="18746"/>
                </a:lnTo>
                <a:lnTo>
                  <a:pt x="1263392" y="54930"/>
                </a:lnTo>
                <a:lnTo>
                  <a:pt x="1273772" y="88975"/>
                </a:lnTo>
                <a:lnTo>
                  <a:pt x="1297740" y="135002"/>
                </a:lnTo>
                <a:lnTo>
                  <a:pt x="1330491" y="173567"/>
                </a:lnTo>
                <a:lnTo>
                  <a:pt x="1370564" y="203081"/>
                </a:lnTo>
                <a:lnTo>
                  <a:pt x="1416503" y="221955"/>
                </a:lnTo>
                <a:lnTo>
                  <a:pt x="1466850" y="228600"/>
                </a:lnTo>
                <a:lnTo>
                  <a:pt x="2305050" y="228600"/>
                </a:lnTo>
                <a:lnTo>
                  <a:pt x="2322231" y="229357"/>
                </a:lnTo>
                <a:lnTo>
                  <a:pt x="2339031" y="231592"/>
                </a:lnTo>
                <a:lnTo>
                  <a:pt x="2355396" y="235244"/>
                </a:lnTo>
                <a:lnTo>
                  <a:pt x="2371270" y="240255"/>
                </a:lnTo>
                <a:lnTo>
                  <a:pt x="2386601" y="246566"/>
                </a:lnTo>
                <a:lnTo>
                  <a:pt x="2401335" y="254118"/>
                </a:lnTo>
                <a:lnTo>
                  <a:pt x="2415416" y="262852"/>
                </a:lnTo>
                <a:lnTo>
                  <a:pt x="2428792" y="272710"/>
                </a:lnTo>
                <a:lnTo>
                  <a:pt x="2441408" y="283632"/>
                </a:lnTo>
                <a:lnTo>
                  <a:pt x="2453211" y="295560"/>
                </a:lnTo>
                <a:lnTo>
                  <a:pt x="2464146" y="308435"/>
                </a:lnTo>
                <a:lnTo>
                  <a:pt x="2474159" y="322197"/>
                </a:lnTo>
                <a:lnTo>
                  <a:pt x="2483196" y="336789"/>
                </a:lnTo>
                <a:lnTo>
                  <a:pt x="2491203" y="352151"/>
                </a:lnTo>
                <a:lnTo>
                  <a:pt x="2498127" y="368224"/>
                </a:lnTo>
                <a:lnTo>
                  <a:pt x="2503913" y="384950"/>
                </a:lnTo>
                <a:lnTo>
                  <a:pt x="2508507" y="402269"/>
                </a:lnTo>
                <a:lnTo>
                  <a:pt x="2511856" y="420123"/>
                </a:lnTo>
                <a:lnTo>
                  <a:pt x="2513905" y="438453"/>
                </a:lnTo>
                <a:lnTo>
                  <a:pt x="2514600" y="4572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5181600" y="2147316"/>
            <a:ext cx="2514600" cy="457200"/>
          </a:xfrm>
          <a:custGeom>
            <a:avLst/>
            <a:gdLst/>
            <a:ahLst/>
            <a:cxnLst/>
            <a:rect l="l" t="t" r="r" b="b"/>
            <a:pathLst>
              <a:path w="2514600" h="457200">
                <a:moveTo>
                  <a:pt x="0" y="457200"/>
                </a:moveTo>
                <a:lnTo>
                  <a:pt x="2743" y="420123"/>
                </a:lnTo>
                <a:lnTo>
                  <a:pt x="10686" y="384950"/>
                </a:lnTo>
                <a:lnTo>
                  <a:pt x="23396" y="352151"/>
                </a:lnTo>
                <a:lnTo>
                  <a:pt x="50453" y="308435"/>
                </a:lnTo>
                <a:lnTo>
                  <a:pt x="85807" y="272710"/>
                </a:lnTo>
                <a:lnTo>
                  <a:pt x="127998" y="246566"/>
                </a:lnTo>
                <a:lnTo>
                  <a:pt x="175568" y="231592"/>
                </a:lnTo>
                <a:lnTo>
                  <a:pt x="209550" y="228600"/>
                </a:lnTo>
                <a:lnTo>
                  <a:pt x="1047750" y="228600"/>
                </a:lnTo>
                <a:lnTo>
                  <a:pt x="1064931" y="227842"/>
                </a:lnTo>
                <a:lnTo>
                  <a:pt x="1081731" y="225607"/>
                </a:lnTo>
                <a:lnTo>
                  <a:pt x="1098096" y="221955"/>
                </a:lnTo>
                <a:lnTo>
                  <a:pt x="1113970" y="216944"/>
                </a:lnTo>
                <a:lnTo>
                  <a:pt x="1129301" y="210633"/>
                </a:lnTo>
                <a:lnTo>
                  <a:pt x="1144035" y="203081"/>
                </a:lnTo>
                <a:lnTo>
                  <a:pt x="1158116" y="194347"/>
                </a:lnTo>
                <a:lnTo>
                  <a:pt x="1171492" y="184489"/>
                </a:lnTo>
                <a:lnTo>
                  <a:pt x="1184108" y="173567"/>
                </a:lnTo>
                <a:lnTo>
                  <a:pt x="1195911" y="161639"/>
                </a:lnTo>
                <a:lnTo>
                  <a:pt x="1206846" y="148764"/>
                </a:lnTo>
                <a:lnTo>
                  <a:pt x="1216859" y="135002"/>
                </a:lnTo>
                <a:lnTo>
                  <a:pt x="1225896" y="120410"/>
                </a:lnTo>
                <a:lnTo>
                  <a:pt x="1233903" y="105048"/>
                </a:lnTo>
                <a:lnTo>
                  <a:pt x="1240827" y="88975"/>
                </a:lnTo>
                <a:lnTo>
                  <a:pt x="1246613" y="72249"/>
                </a:lnTo>
                <a:lnTo>
                  <a:pt x="1251207" y="54930"/>
                </a:lnTo>
                <a:lnTo>
                  <a:pt x="1254556" y="37076"/>
                </a:lnTo>
                <a:lnTo>
                  <a:pt x="1256605" y="18746"/>
                </a:lnTo>
                <a:lnTo>
                  <a:pt x="1257300" y="0"/>
                </a:lnTo>
                <a:lnTo>
                  <a:pt x="1257994" y="18746"/>
                </a:lnTo>
                <a:lnTo>
                  <a:pt x="1263392" y="54930"/>
                </a:lnTo>
                <a:lnTo>
                  <a:pt x="1273772" y="88975"/>
                </a:lnTo>
                <a:lnTo>
                  <a:pt x="1297740" y="135002"/>
                </a:lnTo>
                <a:lnTo>
                  <a:pt x="1330491" y="173567"/>
                </a:lnTo>
                <a:lnTo>
                  <a:pt x="1370564" y="203081"/>
                </a:lnTo>
                <a:lnTo>
                  <a:pt x="1416503" y="221955"/>
                </a:lnTo>
                <a:lnTo>
                  <a:pt x="1466850" y="228600"/>
                </a:lnTo>
                <a:lnTo>
                  <a:pt x="2305050" y="228600"/>
                </a:lnTo>
                <a:lnTo>
                  <a:pt x="2322231" y="229357"/>
                </a:lnTo>
                <a:lnTo>
                  <a:pt x="2339031" y="231592"/>
                </a:lnTo>
                <a:lnTo>
                  <a:pt x="2355396" y="235244"/>
                </a:lnTo>
                <a:lnTo>
                  <a:pt x="2371270" y="240255"/>
                </a:lnTo>
                <a:lnTo>
                  <a:pt x="2386601" y="246566"/>
                </a:lnTo>
                <a:lnTo>
                  <a:pt x="2401335" y="254118"/>
                </a:lnTo>
                <a:lnTo>
                  <a:pt x="2415416" y="262852"/>
                </a:lnTo>
                <a:lnTo>
                  <a:pt x="2428792" y="272710"/>
                </a:lnTo>
                <a:lnTo>
                  <a:pt x="2441408" y="283632"/>
                </a:lnTo>
                <a:lnTo>
                  <a:pt x="2453211" y="295560"/>
                </a:lnTo>
                <a:lnTo>
                  <a:pt x="2464146" y="308435"/>
                </a:lnTo>
                <a:lnTo>
                  <a:pt x="2474159" y="322197"/>
                </a:lnTo>
                <a:lnTo>
                  <a:pt x="2483196" y="336789"/>
                </a:lnTo>
                <a:lnTo>
                  <a:pt x="2491203" y="352151"/>
                </a:lnTo>
                <a:lnTo>
                  <a:pt x="2498127" y="368224"/>
                </a:lnTo>
                <a:lnTo>
                  <a:pt x="2503913" y="384950"/>
                </a:lnTo>
                <a:lnTo>
                  <a:pt x="2508507" y="402269"/>
                </a:lnTo>
                <a:lnTo>
                  <a:pt x="2511856" y="420123"/>
                </a:lnTo>
                <a:lnTo>
                  <a:pt x="2513905" y="438453"/>
                </a:lnTo>
                <a:lnTo>
                  <a:pt x="2514600" y="4572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8740" y="159169"/>
            <a:ext cx="452020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H.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Mod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lator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mo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2016" y="869216"/>
            <a:ext cx="6180116" cy="456996"/>
          </a:xfrm>
          <a:prstGeom prst="rect">
            <a:avLst/>
          </a:prstGeom>
        </p:spPr>
        <p:txBody>
          <a:bodyPr wrap="square" lIns="0" tIns="22701" rIns="0" bIns="0" rtlCol="0">
            <a:noAutofit/>
          </a:bodyPr>
          <a:lstStyle/>
          <a:p>
            <a:pPr marL="12700">
              <a:lnSpc>
                <a:spcPts val="3575"/>
              </a:lnSpc>
            </a:pP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Modulation/D</a:t>
            </a: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400" spc="-1" b="1" u="heavy">
                <a:solidFill>
                  <a:srgbClr val="006600"/>
                </a:solidFill>
                <a:latin typeface="Arial"/>
                <a:cs typeface="Arial"/>
              </a:rPr>
              <a:t>modulation</a:t>
            </a:r>
            <a:endParaRPr sz="3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983994" y="1767768"/>
            <a:ext cx="78320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urce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75629" y="1775642"/>
            <a:ext cx="50431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Sink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65575" y="2142044"/>
            <a:ext cx="934838" cy="52894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Wir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ss</a:t>
            </a:r>
            <a:endParaRPr sz="1800">
              <a:latin typeface="Arial"/>
              <a:cs typeface="Arial"/>
            </a:endParaRPr>
          </a:p>
          <a:p>
            <a:pPr marL="12700" marR="34335">
              <a:lnSpc>
                <a:spcPct val="95825"/>
              </a:lnSpc>
            </a:pPr>
            <a:r>
              <a:rPr dirty="0" smtClean="0" sz="1800" spc="-4">
                <a:latin typeface="Arial"/>
                <a:cs typeface="Arial"/>
              </a:rPr>
              <a:t>C</a:t>
            </a:r>
            <a:r>
              <a:rPr dirty="0" smtClean="0" sz="1800" spc="-4">
                <a:latin typeface="Arial"/>
                <a:cs typeface="Arial"/>
              </a:rPr>
              <a:t>h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27075" y="4809926"/>
            <a:ext cx="2044623" cy="107726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95631" marR="177317" algn="ctr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endParaRPr sz="1800">
              <a:latin typeface="Arial"/>
              <a:cs typeface="Arial"/>
            </a:endParaRPr>
          </a:p>
          <a:p>
            <a:pPr marL="83889" marR="99489" algn="ctr">
              <a:lnSpc>
                <a:spcPct val="95825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frek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  <a:p>
            <a:pPr marL="885266" marR="902411" algn="ctr">
              <a:lnSpc>
                <a:spcPts val="2390"/>
              </a:lnSpc>
              <a:spcBef>
                <a:spcPts val="209"/>
              </a:spcBef>
            </a:pPr>
            <a:r>
              <a:rPr dirty="0" smtClean="0" baseline="8052" sz="2700" spc="2">
                <a:latin typeface="Arial"/>
                <a:cs typeface="Arial"/>
              </a:rPr>
              <a:t>f</a:t>
            </a:r>
            <a:r>
              <a:rPr dirty="0" smtClean="0" baseline="-9662" sz="1800" spc="2">
                <a:latin typeface="Arial"/>
                <a:cs typeface="Arial"/>
              </a:rPr>
              <a:t>m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ts val="1839"/>
              </a:lnSpc>
            </a:pPr>
            <a:r>
              <a:rPr dirty="0" smtClean="0" sz="1800" spc="-2">
                <a:latin typeface="Arial"/>
                <a:cs typeface="Arial"/>
              </a:rPr>
              <a:t>(Si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mo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as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40684" y="4809926"/>
            <a:ext cx="2058339" cy="107726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07822" marR="191643" algn="ctr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ss</a:t>
            </a:r>
            <a:endParaRPr sz="1800">
              <a:latin typeface="Arial"/>
              <a:cs typeface="Arial"/>
            </a:endParaRPr>
          </a:p>
          <a:p>
            <a:pPr marL="89985" marR="107109" algn="ctr">
              <a:lnSpc>
                <a:spcPct val="95825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frek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  <a:p>
            <a:pPr marL="916966" marR="935177" algn="ctr">
              <a:lnSpc>
                <a:spcPts val="2390"/>
              </a:lnSpc>
              <a:spcBef>
                <a:spcPts val="209"/>
              </a:spcBef>
            </a:pPr>
            <a:r>
              <a:rPr dirty="0" smtClean="0" baseline="8052" sz="2700" spc="2">
                <a:latin typeface="Arial"/>
                <a:cs typeface="Arial"/>
              </a:rPr>
              <a:t>f</a:t>
            </a:r>
            <a:r>
              <a:rPr dirty="0" smtClean="0" baseline="-9662" sz="1800" spc="2">
                <a:latin typeface="Arial"/>
                <a:cs typeface="Arial"/>
              </a:rPr>
              <a:t>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ts val="1839"/>
              </a:lnSpc>
            </a:pPr>
            <a:r>
              <a:rPr dirty="0" smtClean="0" sz="1800" spc="-1">
                <a:latin typeface="Arial"/>
                <a:cs typeface="Arial"/>
              </a:rPr>
              <a:t>(Si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termo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as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02095" y="4819705"/>
            <a:ext cx="1824971" cy="844548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36778" marR="145116" algn="ctr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Orig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  <a:p>
            <a:pPr algn="ctr">
              <a:lnSpc>
                <a:spcPts val="2069"/>
              </a:lnSpc>
            </a:pPr>
            <a:r>
              <a:rPr dirty="0" smtClean="0" sz="180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frek</a:t>
            </a:r>
            <a:r>
              <a:rPr dirty="0" smtClean="0" sz="1800" spc="-4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f</a:t>
            </a:r>
            <a:r>
              <a:rPr dirty="0" smtClean="0" baseline="-21740" sz="1800" spc="0">
                <a:latin typeface="Arial"/>
                <a:cs typeface="Arial"/>
              </a:rPr>
              <a:t>m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41775" y="6105630"/>
            <a:ext cx="790591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21">
                <a:latin typeface="Arial"/>
                <a:cs typeface="Arial"/>
              </a:rPr>
              <a:t>f</a:t>
            </a:r>
            <a:r>
              <a:rPr dirty="0" smtClean="0" baseline="-9662" sz="1800" spc="21">
                <a:latin typeface="Arial"/>
                <a:cs typeface="Arial"/>
              </a:rPr>
              <a:t>c</a:t>
            </a:r>
            <a:r>
              <a:rPr dirty="0" smtClean="0" baseline="-9662" sz="1800" spc="21">
                <a:latin typeface="Arial"/>
                <a:cs typeface="Arial"/>
              </a:rPr>
              <a:t> </a:t>
            </a:r>
            <a:r>
              <a:rPr dirty="0" smtClean="0" baseline="8052" sz="2700" spc="21">
                <a:latin typeface="Arial"/>
                <a:cs typeface="Arial"/>
              </a:rPr>
              <a:t>&gt;&gt;</a:t>
            </a:r>
            <a:r>
              <a:rPr dirty="0" smtClean="0" baseline="8052" sz="2700" spc="21">
                <a:latin typeface="Arial"/>
                <a:cs typeface="Arial"/>
              </a:rPr>
              <a:t> </a:t>
            </a:r>
            <a:r>
              <a:rPr dirty="0" smtClean="0" baseline="8052" sz="2700" spc="21">
                <a:latin typeface="Arial"/>
                <a:cs typeface="Arial"/>
              </a:rPr>
              <a:t>f</a:t>
            </a:r>
            <a:r>
              <a:rPr dirty="0" smtClean="0" baseline="-9662" sz="1800" spc="21">
                <a:latin typeface="Arial"/>
                <a:cs typeface="Arial"/>
              </a:rPr>
              <a:t>m</a:t>
            </a:r>
            <a:endParaRPr sz="1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30004" y="6471832"/>
            <a:ext cx="36167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48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81600" y="2909316"/>
            <a:ext cx="1447800" cy="10667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73151">
              <a:lnSpc>
                <a:spcPct val="95825"/>
              </a:lnSpc>
              <a:spcBef>
                <a:spcPts val="2193"/>
              </a:spcBef>
            </a:pP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e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mo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u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l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at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o</a:t>
            </a:r>
            <a:r>
              <a:rPr dirty="0" smtClean="0" sz="1800" spc="-3">
                <a:solidFill>
                  <a:srgbClr val="FFFF00"/>
                </a:solidFill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33600" y="2877312"/>
            <a:ext cx="1447800" cy="1143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217297">
              <a:lnSpc>
                <a:spcPct val="95825"/>
              </a:lnSpc>
              <a:spcBef>
                <a:spcPts val="2483"/>
              </a:spcBef>
            </a:pP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Mo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u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l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at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o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065132" y="1091946"/>
            <a:ext cx="12171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" name="object 111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324560" y="4325569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324560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324560" y="3964485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324560" y="3603427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324560" y="3242280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324560" y="2881222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8088049" y="2881222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1320355" y="2878826"/>
            <a:ext cx="6812284" cy="0"/>
          </a:xfrm>
          <a:custGeom>
            <a:avLst/>
            <a:gdLst/>
            <a:ahLst/>
            <a:cxnLst/>
            <a:rect l="l" t="t" r="r" b="b"/>
            <a:pathLst>
              <a:path w="6812284" h="0">
                <a:moveTo>
                  <a:pt x="0" y="0"/>
                </a:moveTo>
                <a:lnTo>
                  <a:pt x="6812284" y="0"/>
                </a:lnTo>
              </a:path>
            </a:pathLst>
          </a:custGeom>
          <a:ln w="124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1324560" y="2520164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324560" y="2159018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324560" y="1797960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324560" y="1436813"/>
            <a:ext cx="48669" cy="0"/>
          </a:xfrm>
          <a:custGeom>
            <a:avLst/>
            <a:gdLst/>
            <a:ahLst/>
            <a:cxnLst/>
            <a:rect l="l" t="t" r="r" b="b"/>
            <a:pathLst>
              <a:path w="48669" h="0">
                <a:moveTo>
                  <a:pt x="0" y="0"/>
                </a:moveTo>
                <a:lnTo>
                  <a:pt x="48669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324560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320355" y="1434505"/>
            <a:ext cx="0" cy="2888711"/>
          </a:xfrm>
          <a:custGeom>
            <a:avLst/>
            <a:gdLst/>
            <a:ahLst/>
            <a:cxnLst/>
            <a:rect l="l" t="t" r="r" b="b"/>
            <a:pathLst>
              <a:path w="0" h="2888711">
                <a:moveTo>
                  <a:pt x="0" y="2888711"/>
                </a:moveTo>
                <a:lnTo>
                  <a:pt x="0" y="0"/>
                </a:lnTo>
              </a:path>
            </a:pathLst>
          </a:custGeom>
          <a:ln w="2221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8088049" y="4325569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8088049" y="3964485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8088049" y="3603427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8088049" y="3242280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8088049" y="2520164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8088049" y="2159018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8088049" y="1797960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8088049" y="1436813"/>
            <a:ext cx="48716" cy="0"/>
          </a:xfrm>
          <a:custGeom>
            <a:avLst/>
            <a:gdLst/>
            <a:ahLst/>
            <a:cxnLst/>
            <a:rect l="l" t="t" r="r" b="b"/>
            <a:pathLst>
              <a:path w="48716" h="0">
                <a:moveTo>
                  <a:pt x="48716" y="0"/>
                </a:moveTo>
                <a:lnTo>
                  <a:pt x="0" y="0"/>
                </a:lnTo>
              </a:path>
            </a:pathLst>
          </a:custGeom>
          <a:ln w="12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232707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232707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141156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141156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049795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4049795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957481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957481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865962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865962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6774124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6774124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7682287" y="4298339"/>
            <a:ext cx="0" cy="27230"/>
          </a:xfrm>
          <a:custGeom>
            <a:avLst/>
            <a:gdLst/>
            <a:ahLst/>
            <a:cxnLst/>
            <a:rect l="l" t="t" r="r" b="b"/>
            <a:pathLst>
              <a:path w="0" h="27230">
                <a:moveTo>
                  <a:pt x="0" y="27230"/>
                </a:moveTo>
                <a:lnTo>
                  <a:pt x="0" y="0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7682287" y="1436813"/>
            <a:ext cx="0" cy="27247"/>
          </a:xfrm>
          <a:custGeom>
            <a:avLst/>
            <a:gdLst/>
            <a:ahLst/>
            <a:cxnLst/>
            <a:rect l="l" t="t" r="r" b="b"/>
            <a:pathLst>
              <a:path w="0" h="27247">
                <a:moveTo>
                  <a:pt x="0" y="0"/>
                </a:moveTo>
                <a:lnTo>
                  <a:pt x="0" y="27247"/>
                </a:lnTo>
              </a:path>
            </a:pathLst>
          </a:custGeom>
          <a:ln w="22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324560" y="1436813"/>
            <a:ext cx="6812205" cy="2888755"/>
          </a:xfrm>
          <a:custGeom>
            <a:avLst/>
            <a:gdLst/>
            <a:ahLst/>
            <a:cxnLst/>
            <a:rect l="l" t="t" r="r" b="b"/>
            <a:pathLst>
              <a:path w="6812205" h="2888755">
                <a:moveTo>
                  <a:pt x="0" y="2888755"/>
                </a:moveTo>
                <a:lnTo>
                  <a:pt x="6812205" y="2888755"/>
                </a:lnTo>
                <a:lnTo>
                  <a:pt x="6812205" y="0"/>
                </a:lnTo>
                <a:lnTo>
                  <a:pt x="0" y="0"/>
                </a:lnTo>
                <a:lnTo>
                  <a:pt x="0" y="2888755"/>
                </a:lnTo>
              </a:path>
            </a:pathLst>
          </a:custGeom>
          <a:ln w="13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320355" y="2590015"/>
            <a:ext cx="13789" cy="0"/>
          </a:xfrm>
          <a:custGeom>
            <a:avLst/>
            <a:gdLst/>
            <a:ahLst/>
            <a:cxnLst/>
            <a:rect l="l" t="t" r="r" b="b"/>
            <a:pathLst>
              <a:path w="13789" h="0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04" y="0"/>
                </a:lnTo>
                <a:lnTo>
                  <a:pt x="2300" y="0"/>
                </a:lnTo>
                <a:lnTo>
                  <a:pt x="2681" y="0"/>
                </a:lnTo>
                <a:lnTo>
                  <a:pt x="3062" y="0"/>
                </a:lnTo>
                <a:lnTo>
                  <a:pt x="3443" y="0"/>
                </a:lnTo>
                <a:lnTo>
                  <a:pt x="3824" y="0"/>
                </a:lnTo>
                <a:lnTo>
                  <a:pt x="4205" y="0"/>
                </a:lnTo>
                <a:lnTo>
                  <a:pt x="4586" y="0"/>
                </a:lnTo>
                <a:lnTo>
                  <a:pt x="4982" y="0"/>
                </a:lnTo>
                <a:lnTo>
                  <a:pt x="5363" y="0"/>
                </a:lnTo>
                <a:lnTo>
                  <a:pt x="5744" y="0"/>
                </a:lnTo>
                <a:lnTo>
                  <a:pt x="6125" y="0"/>
                </a:lnTo>
                <a:lnTo>
                  <a:pt x="6506" y="0"/>
                </a:lnTo>
                <a:lnTo>
                  <a:pt x="6886" y="0"/>
                </a:lnTo>
                <a:lnTo>
                  <a:pt x="7267" y="0"/>
                </a:lnTo>
                <a:lnTo>
                  <a:pt x="7664" y="0"/>
                </a:lnTo>
                <a:lnTo>
                  <a:pt x="8045" y="0"/>
                </a:lnTo>
                <a:lnTo>
                  <a:pt x="8426" y="0"/>
                </a:lnTo>
                <a:lnTo>
                  <a:pt x="8807" y="0"/>
                </a:lnTo>
                <a:lnTo>
                  <a:pt x="9187" y="0"/>
                </a:lnTo>
                <a:lnTo>
                  <a:pt x="9568" y="0"/>
                </a:lnTo>
                <a:lnTo>
                  <a:pt x="9949" y="0"/>
                </a:lnTo>
                <a:lnTo>
                  <a:pt x="10346" y="0"/>
                </a:lnTo>
                <a:lnTo>
                  <a:pt x="10727" y="0"/>
                </a:lnTo>
                <a:lnTo>
                  <a:pt x="11108" y="0"/>
                </a:lnTo>
                <a:lnTo>
                  <a:pt x="11488" y="0"/>
                </a:lnTo>
                <a:lnTo>
                  <a:pt x="11869" y="0"/>
                </a:lnTo>
                <a:lnTo>
                  <a:pt x="12250" y="0"/>
                </a:lnTo>
                <a:lnTo>
                  <a:pt x="12631" y="0"/>
                </a:lnTo>
                <a:lnTo>
                  <a:pt x="13028" y="0"/>
                </a:lnTo>
                <a:lnTo>
                  <a:pt x="13409" y="0"/>
                </a:lnTo>
                <a:lnTo>
                  <a:pt x="13789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334145" y="2590015"/>
            <a:ext cx="13409" cy="266"/>
          </a:xfrm>
          <a:custGeom>
            <a:avLst/>
            <a:gdLst/>
            <a:ahLst/>
            <a:cxnLst/>
            <a:rect l="l" t="t" r="r" b="b"/>
            <a:pathLst>
              <a:path w="13409" h="266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39" y="0"/>
                </a:lnTo>
                <a:lnTo>
                  <a:pt x="1920" y="0"/>
                </a:lnTo>
                <a:lnTo>
                  <a:pt x="2300" y="0"/>
                </a:lnTo>
                <a:lnTo>
                  <a:pt x="2300" y="266"/>
                </a:lnTo>
                <a:lnTo>
                  <a:pt x="2681" y="266"/>
                </a:lnTo>
                <a:lnTo>
                  <a:pt x="3062" y="266"/>
                </a:lnTo>
                <a:lnTo>
                  <a:pt x="3443" y="266"/>
                </a:lnTo>
                <a:lnTo>
                  <a:pt x="3824" y="266"/>
                </a:lnTo>
                <a:lnTo>
                  <a:pt x="4221" y="266"/>
                </a:lnTo>
                <a:lnTo>
                  <a:pt x="4601" y="266"/>
                </a:lnTo>
                <a:lnTo>
                  <a:pt x="4982" y="266"/>
                </a:lnTo>
                <a:lnTo>
                  <a:pt x="5363" y="266"/>
                </a:lnTo>
                <a:lnTo>
                  <a:pt x="5744" y="266"/>
                </a:lnTo>
                <a:lnTo>
                  <a:pt x="6125" y="266"/>
                </a:lnTo>
                <a:lnTo>
                  <a:pt x="6506" y="266"/>
                </a:lnTo>
                <a:lnTo>
                  <a:pt x="6902" y="266"/>
                </a:lnTo>
                <a:lnTo>
                  <a:pt x="7283" y="266"/>
                </a:lnTo>
                <a:lnTo>
                  <a:pt x="7664" y="266"/>
                </a:lnTo>
                <a:lnTo>
                  <a:pt x="8045" y="266"/>
                </a:lnTo>
                <a:lnTo>
                  <a:pt x="8426" y="266"/>
                </a:lnTo>
                <a:lnTo>
                  <a:pt x="8807" y="266"/>
                </a:lnTo>
                <a:lnTo>
                  <a:pt x="9187" y="266"/>
                </a:lnTo>
                <a:lnTo>
                  <a:pt x="9584" y="266"/>
                </a:lnTo>
                <a:lnTo>
                  <a:pt x="9965" y="266"/>
                </a:lnTo>
                <a:lnTo>
                  <a:pt x="10346" y="266"/>
                </a:lnTo>
                <a:lnTo>
                  <a:pt x="10727" y="266"/>
                </a:lnTo>
                <a:lnTo>
                  <a:pt x="11108" y="266"/>
                </a:lnTo>
                <a:lnTo>
                  <a:pt x="11488" y="266"/>
                </a:lnTo>
                <a:lnTo>
                  <a:pt x="11869" y="266"/>
                </a:lnTo>
                <a:lnTo>
                  <a:pt x="12266" y="266"/>
                </a:lnTo>
                <a:lnTo>
                  <a:pt x="12647" y="266"/>
                </a:lnTo>
                <a:lnTo>
                  <a:pt x="13028" y="266"/>
                </a:lnTo>
                <a:lnTo>
                  <a:pt x="13409" y="266"/>
                </a:lnTo>
              </a:path>
            </a:pathLst>
          </a:custGeom>
          <a:ln w="216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347554" y="2590281"/>
            <a:ext cx="13409" cy="355"/>
          </a:xfrm>
          <a:custGeom>
            <a:avLst/>
            <a:gdLst/>
            <a:ahLst/>
            <a:cxnLst/>
            <a:rect l="l" t="t" r="r" b="b"/>
            <a:pathLst>
              <a:path w="13409" h="355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0"/>
                </a:lnTo>
                <a:lnTo>
                  <a:pt x="761" y="177"/>
                </a:lnTo>
                <a:lnTo>
                  <a:pt x="1158" y="177"/>
                </a:lnTo>
                <a:lnTo>
                  <a:pt x="1539" y="177"/>
                </a:lnTo>
                <a:lnTo>
                  <a:pt x="1920" y="177"/>
                </a:lnTo>
                <a:lnTo>
                  <a:pt x="2300" y="177"/>
                </a:lnTo>
                <a:lnTo>
                  <a:pt x="2681" y="177"/>
                </a:lnTo>
                <a:lnTo>
                  <a:pt x="3062" y="177"/>
                </a:lnTo>
                <a:lnTo>
                  <a:pt x="3443" y="177"/>
                </a:lnTo>
                <a:lnTo>
                  <a:pt x="3840" y="177"/>
                </a:lnTo>
                <a:lnTo>
                  <a:pt x="4221" y="177"/>
                </a:lnTo>
                <a:lnTo>
                  <a:pt x="4601" y="177"/>
                </a:lnTo>
                <a:lnTo>
                  <a:pt x="4982" y="177"/>
                </a:lnTo>
                <a:lnTo>
                  <a:pt x="5363" y="177"/>
                </a:lnTo>
                <a:lnTo>
                  <a:pt x="5744" y="177"/>
                </a:lnTo>
                <a:lnTo>
                  <a:pt x="6125" y="177"/>
                </a:lnTo>
                <a:lnTo>
                  <a:pt x="6522" y="177"/>
                </a:lnTo>
                <a:lnTo>
                  <a:pt x="6902" y="177"/>
                </a:lnTo>
                <a:lnTo>
                  <a:pt x="7283" y="177"/>
                </a:lnTo>
                <a:lnTo>
                  <a:pt x="7664" y="177"/>
                </a:lnTo>
                <a:lnTo>
                  <a:pt x="8045" y="177"/>
                </a:lnTo>
                <a:lnTo>
                  <a:pt x="8426" y="177"/>
                </a:lnTo>
                <a:lnTo>
                  <a:pt x="8807" y="177"/>
                </a:lnTo>
                <a:lnTo>
                  <a:pt x="8807" y="355"/>
                </a:lnTo>
                <a:lnTo>
                  <a:pt x="9203" y="355"/>
                </a:lnTo>
                <a:lnTo>
                  <a:pt x="9584" y="355"/>
                </a:lnTo>
                <a:lnTo>
                  <a:pt x="9965" y="355"/>
                </a:lnTo>
                <a:lnTo>
                  <a:pt x="10346" y="355"/>
                </a:lnTo>
                <a:lnTo>
                  <a:pt x="10727" y="355"/>
                </a:lnTo>
                <a:lnTo>
                  <a:pt x="11108" y="355"/>
                </a:lnTo>
                <a:lnTo>
                  <a:pt x="11488" y="355"/>
                </a:lnTo>
                <a:lnTo>
                  <a:pt x="11885" y="355"/>
                </a:lnTo>
                <a:lnTo>
                  <a:pt x="12266" y="355"/>
                </a:lnTo>
                <a:lnTo>
                  <a:pt x="12647" y="355"/>
                </a:lnTo>
                <a:lnTo>
                  <a:pt x="13028" y="355"/>
                </a:lnTo>
                <a:lnTo>
                  <a:pt x="13409" y="355"/>
                </a:lnTo>
              </a:path>
            </a:pathLst>
          </a:custGeom>
          <a:ln w="216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360963" y="2590636"/>
            <a:ext cx="13409" cy="443"/>
          </a:xfrm>
          <a:custGeom>
            <a:avLst/>
            <a:gdLst/>
            <a:ahLst/>
            <a:cxnLst/>
            <a:rect l="l" t="t" r="r" b="b"/>
            <a:pathLst>
              <a:path w="13409" h="443">
                <a:moveTo>
                  <a:pt x="0" y="0"/>
                </a:moveTo>
                <a:lnTo>
                  <a:pt x="380" y="0"/>
                </a:lnTo>
                <a:lnTo>
                  <a:pt x="777" y="0"/>
                </a:lnTo>
                <a:lnTo>
                  <a:pt x="1158" y="0"/>
                </a:lnTo>
                <a:lnTo>
                  <a:pt x="1539" y="0"/>
                </a:lnTo>
                <a:lnTo>
                  <a:pt x="1920" y="0"/>
                </a:lnTo>
                <a:lnTo>
                  <a:pt x="2300" y="0"/>
                </a:lnTo>
                <a:lnTo>
                  <a:pt x="2681" y="0"/>
                </a:lnTo>
                <a:lnTo>
                  <a:pt x="3062" y="0"/>
                </a:lnTo>
                <a:lnTo>
                  <a:pt x="3459" y="0"/>
                </a:lnTo>
                <a:lnTo>
                  <a:pt x="3840" y="0"/>
                </a:lnTo>
                <a:lnTo>
                  <a:pt x="4221" y="0"/>
                </a:lnTo>
                <a:lnTo>
                  <a:pt x="4601" y="0"/>
                </a:lnTo>
                <a:lnTo>
                  <a:pt x="4982" y="0"/>
                </a:lnTo>
                <a:lnTo>
                  <a:pt x="5363" y="0"/>
                </a:lnTo>
                <a:lnTo>
                  <a:pt x="5744" y="0"/>
                </a:lnTo>
                <a:lnTo>
                  <a:pt x="6141" y="0"/>
                </a:lnTo>
                <a:lnTo>
                  <a:pt x="6522" y="0"/>
                </a:lnTo>
                <a:lnTo>
                  <a:pt x="6902" y="0"/>
                </a:lnTo>
                <a:lnTo>
                  <a:pt x="7283" y="0"/>
                </a:lnTo>
                <a:lnTo>
                  <a:pt x="7664" y="0"/>
                </a:lnTo>
                <a:lnTo>
                  <a:pt x="7664" y="266"/>
                </a:lnTo>
                <a:lnTo>
                  <a:pt x="8045" y="266"/>
                </a:lnTo>
                <a:lnTo>
                  <a:pt x="8426" y="266"/>
                </a:lnTo>
                <a:lnTo>
                  <a:pt x="8822" y="266"/>
                </a:lnTo>
                <a:lnTo>
                  <a:pt x="9203" y="266"/>
                </a:lnTo>
                <a:lnTo>
                  <a:pt x="9584" y="266"/>
                </a:lnTo>
                <a:lnTo>
                  <a:pt x="9965" y="266"/>
                </a:lnTo>
                <a:lnTo>
                  <a:pt x="10346" y="266"/>
                </a:lnTo>
                <a:lnTo>
                  <a:pt x="10727" y="266"/>
                </a:lnTo>
                <a:lnTo>
                  <a:pt x="11108" y="266"/>
                </a:lnTo>
                <a:lnTo>
                  <a:pt x="11504" y="266"/>
                </a:lnTo>
                <a:lnTo>
                  <a:pt x="11885" y="266"/>
                </a:lnTo>
                <a:lnTo>
                  <a:pt x="12266" y="266"/>
                </a:lnTo>
                <a:lnTo>
                  <a:pt x="12647" y="266"/>
                </a:lnTo>
                <a:lnTo>
                  <a:pt x="13028" y="266"/>
                </a:lnTo>
                <a:lnTo>
                  <a:pt x="13028" y="443"/>
                </a:lnTo>
                <a:lnTo>
                  <a:pt x="13409" y="443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374372" y="2591080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0"/>
                </a:moveTo>
                <a:lnTo>
                  <a:pt x="396" y="0"/>
                </a:lnTo>
                <a:lnTo>
                  <a:pt x="777" y="0"/>
                </a:lnTo>
                <a:lnTo>
                  <a:pt x="1158" y="0"/>
                </a:lnTo>
                <a:lnTo>
                  <a:pt x="1539" y="0"/>
                </a:lnTo>
                <a:lnTo>
                  <a:pt x="1920" y="0"/>
                </a:lnTo>
                <a:lnTo>
                  <a:pt x="2300" y="0"/>
                </a:lnTo>
                <a:lnTo>
                  <a:pt x="2681" y="0"/>
                </a:lnTo>
                <a:lnTo>
                  <a:pt x="3078" y="0"/>
                </a:lnTo>
                <a:lnTo>
                  <a:pt x="3459" y="0"/>
                </a:lnTo>
                <a:lnTo>
                  <a:pt x="3840" y="0"/>
                </a:lnTo>
                <a:lnTo>
                  <a:pt x="3840" y="266"/>
                </a:lnTo>
                <a:lnTo>
                  <a:pt x="4221" y="266"/>
                </a:lnTo>
                <a:lnTo>
                  <a:pt x="4601" y="266"/>
                </a:lnTo>
                <a:lnTo>
                  <a:pt x="4982" y="266"/>
                </a:lnTo>
                <a:lnTo>
                  <a:pt x="5363" y="266"/>
                </a:lnTo>
                <a:lnTo>
                  <a:pt x="5760" y="266"/>
                </a:lnTo>
                <a:lnTo>
                  <a:pt x="6141" y="266"/>
                </a:lnTo>
                <a:lnTo>
                  <a:pt x="6522" y="266"/>
                </a:lnTo>
                <a:lnTo>
                  <a:pt x="6902" y="266"/>
                </a:lnTo>
                <a:lnTo>
                  <a:pt x="7283" y="266"/>
                </a:lnTo>
                <a:lnTo>
                  <a:pt x="7664" y="266"/>
                </a:lnTo>
                <a:lnTo>
                  <a:pt x="8045" y="266"/>
                </a:lnTo>
                <a:lnTo>
                  <a:pt x="8442" y="266"/>
                </a:lnTo>
                <a:lnTo>
                  <a:pt x="8442" y="443"/>
                </a:lnTo>
                <a:lnTo>
                  <a:pt x="8822" y="443"/>
                </a:lnTo>
                <a:lnTo>
                  <a:pt x="9203" y="443"/>
                </a:lnTo>
                <a:lnTo>
                  <a:pt x="9584" y="443"/>
                </a:lnTo>
                <a:lnTo>
                  <a:pt x="9965" y="443"/>
                </a:lnTo>
                <a:lnTo>
                  <a:pt x="10346" y="443"/>
                </a:lnTo>
                <a:lnTo>
                  <a:pt x="10743" y="443"/>
                </a:lnTo>
                <a:lnTo>
                  <a:pt x="11123" y="443"/>
                </a:lnTo>
                <a:lnTo>
                  <a:pt x="11504" y="443"/>
                </a:lnTo>
                <a:lnTo>
                  <a:pt x="11885" y="443"/>
                </a:lnTo>
                <a:lnTo>
                  <a:pt x="12266" y="443"/>
                </a:lnTo>
                <a:lnTo>
                  <a:pt x="12266" y="621"/>
                </a:lnTo>
                <a:lnTo>
                  <a:pt x="12647" y="621"/>
                </a:lnTo>
                <a:lnTo>
                  <a:pt x="13028" y="621"/>
                </a:lnTo>
                <a:lnTo>
                  <a:pt x="13424" y="621"/>
                </a:lnTo>
                <a:lnTo>
                  <a:pt x="13805" y="621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388178" y="2591701"/>
            <a:ext cx="13409" cy="710"/>
          </a:xfrm>
          <a:custGeom>
            <a:avLst/>
            <a:gdLst/>
            <a:ahLst/>
            <a:cxnLst/>
            <a:rect l="l" t="t" r="r" b="b"/>
            <a:pathLst>
              <a:path w="13409" h="710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04" y="0"/>
                </a:lnTo>
                <a:lnTo>
                  <a:pt x="2300" y="0"/>
                </a:lnTo>
                <a:lnTo>
                  <a:pt x="2681" y="0"/>
                </a:lnTo>
                <a:lnTo>
                  <a:pt x="3062" y="0"/>
                </a:lnTo>
                <a:lnTo>
                  <a:pt x="3443" y="0"/>
                </a:lnTo>
                <a:lnTo>
                  <a:pt x="3824" y="0"/>
                </a:lnTo>
                <a:lnTo>
                  <a:pt x="4205" y="0"/>
                </a:lnTo>
                <a:lnTo>
                  <a:pt x="4586" y="0"/>
                </a:lnTo>
                <a:lnTo>
                  <a:pt x="4982" y="0"/>
                </a:lnTo>
                <a:lnTo>
                  <a:pt x="5363" y="0"/>
                </a:lnTo>
                <a:lnTo>
                  <a:pt x="5744" y="0"/>
                </a:lnTo>
                <a:lnTo>
                  <a:pt x="6125" y="0"/>
                </a:lnTo>
                <a:lnTo>
                  <a:pt x="6125" y="266"/>
                </a:lnTo>
                <a:lnTo>
                  <a:pt x="6506" y="266"/>
                </a:lnTo>
                <a:lnTo>
                  <a:pt x="6886" y="266"/>
                </a:lnTo>
                <a:lnTo>
                  <a:pt x="7267" y="266"/>
                </a:lnTo>
                <a:lnTo>
                  <a:pt x="7664" y="266"/>
                </a:lnTo>
                <a:lnTo>
                  <a:pt x="8045" y="266"/>
                </a:lnTo>
                <a:lnTo>
                  <a:pt x="8426" y="266"/>
                </a:lnTo>
                <a:lnTo>
                  <a:pt x="8807" y="266"/>
                </a:lnTo>
                <a:lnTo>
                  <a:pt x="9187" y="266"/>
                </a:lnTo>
                <a:lnTo>
                  <a:pt x="9568" y="266"/>
                </a:lnTo>
                <a:lnTo>
                  <a:pt x="9568" y="443"/>
                </a:lnTo>
                <a:lnTo>
                  <a:pt x="9965" y="443"/>
                </a:lnTo>
                <a:lnTo>
                  <a:pt x="10346" y="443"/>
                </a:lnTo>
                <a:lnTo>
                  <a:pt x="10727" y="443"/>
                </a:lnTo>
                <a:lnTo>
                  <a:pt x="11108" y="443"/>
                </a:lnTo>
                <a:lnTo>
                  <a:pt x="11488" y="443"/>
                </a:lnTo>
                <a:lnTo>
                  <a:pt x="11869" y="443"/>
                </a:lnTo>
                <a:lnTo>
                  <a:pt x="12250" y="443"/>
                </a:lnTo>
                <a:lnTo>
                  <a:pt x="12647" y="443"/>
                </a:lnTo>
                <a:lnTo>
                  <a:pt x="13028" y="443"/>
                </a:lnTo>
                <a:lnTo>
                  <a:pt x="13028" y="710"/>
                </a:lnTo>
                <a:lnTo>
                  <a:pt x="13409" y="710"/>
                </a:lnTo>
              </a:path>
            </a:pathLst>
          </a:custGeom>
          <a:ln w="216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401587" y="2592411"/>
            <a:ext cx="13789" cy="621"/>
          </a:xfrm>
          <a:custGeom>
            <a:avLst/>
            <a:gdLst/>
            <a:ahLst/>
            <a:cxnLst/>
            <a:rect l="l" t="t" r="r" b="b"/>
            <a:pathLst>
              <a:path w="13789" h="621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20" y="0"/>
                </a:lnTo>
                <a:lnTo>
                  <a:pt x="2300" y="0"/>
                </a:lnTo>
                <a:lnTo>
                  <a:pt x="2681" y="0"/>
                </a:lnTo>
                <a:lnTo>
                  <a:pt x="2681" y="177"/>
                </a:lnTo>
                <a:lnTo>
                  <a:pt x="3062" y="177"/>
                </a:lnTo>
                <a:lnTo>
                  <a:pt x="3443" y="177"/>
                </a:lnTo>
                <a:lnTo>
                  <a:pt x="3824" y="177"/>
                </a:lnTo>
                <a:lnTo>
                  <a:pt x="4205" y="177"/>
                </a:lnTo>
                <a:lnTo>
                  <a:pt x="4601" y="177"/>
                </a:lnTo>
                <a:lnTo>
                  <a:pt x="4982" y="177"/>
                </a:lnTo>
                <a:lnTo>
                  <a:pt x="5363" y="177"/>
                </a:lnTo>
                <a:lnTo>
                  <a:pt x="5744" y="177"/>
                </a:lnTo>
                <a:lnTo>
                  <a:pt x="5744" y="177"/>
                </a:lnTo>
                <a:lnTo>
                  <a:pt x="5744" y="443"/>
                </a:lnTo>
                <a:lnTo>
                  <a:pt x="6125" y="443"/>
                </a:lnTo>
                <a:lnTo>
                  <a:pt x="6506" y="443"/>
                </a:lnTo>
                <a:lnTo>
                  <a:pt x="6886" y="443"/>
                </a:lnTo>
                <a:lnTo>
                  <a:pt x="7283" y="443"/>
                </a:lnTo>
                <a:lnTo>
                  <a:pt x="7664" y="443"/>
                </a:lnTo>
                <a:lnTo>
                  <a:pt x="8045" y="443"/>
                </a:lnTo>
                <a:lnTo>
                  <a:pt x="8426" y="443"/>
                </a:lnTo>
                <a:lnTo>
                  <a:pt x="8426" y="621"/>
                </a:lnTo>
                <a:lnTo>
                  <a:pt x="8807" y="621"/>
                </a:lnTo>
                <a:lnTo>
                  <a:pt x="9187" y="621"/>
                </a:lnTo>
                <a:lnTo>
                  <a:pt x="9584" y="621"/>
                </a:lnTo>
                <a:lnTo>
                  <a:pt x="9965" y="621"/>
                </a:lnTo>
                <a:lnTo>
                  <a:pt x="10346" y="621"/>
                </a:lnTo>
                <a:lnTo>
                  <a:pt x="10727" y="621"/>
                </a:lnTo>
                <a:lnTo>
                  <a:pt x="11108" y="621"/>
                </a:lnTo>
                <a:lnTo>
                  <a:pt x="11488" y="621"/>
                </a:lnTo>
                <a:lnTo>
                  <a:pt x="11869" y="621"/>
                </a:lnTo>
                <a:lnTo>
                  <a:pt x="12266" y="621"/>
                </a:lnTo>
                <a:lnTo>
                  <a:pt x="12647" y="621"/>
                </a:lnTo>
                <a:lnTo>
                  <a:pt x="13028" y="621"/>
                </a:lnTo>
                <a:lnTo>
                  <a:pt x="13409" y="621"/>
                </a:lnTo>
                <a:lnTo>
                  <a:pt x="13789" y="621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415377" y="2593033"/>
            <a:ext cx="13409" cy="1065"/>
          </a:xfrm>
          <a:custGeom>
            <a:avLst/>
            <a:gdLst/>
            <a:ahLst/>
            <a:cxnLst/>
            <a:rect l="l" t="t" r="r" b="b"/>
            <a:pathLst>
              <a:path w="13409" h="1065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58" y="177"/>
                </a:lnTo>
                <a:lnTo>
                  <a:pt x="1539" y="177"/>
                </a:lnTo>
                <a:lnTo>
                  <a:pt x="1920" y="177"/>
                </a:lnTo>
                <a:lnTo>
                  <a:pt x="2300" y="177"/>
                </a:lnTo>
                <a:lnTo>
                  <a:pt x="2681" y="177"/>
                </a:lnTo>
                <a:lnTo>
                  <a:pt x="3062" y="177"/>
                </a:lnTo>
                <a:lnTo>
                  <a:pt x="3062" y="443"/>
                </a:lnTo>
                <a:lnTo>
                  <a:pt x="3443" y="443"/>
                </a:lnTo>
                <a:lnTo>
                  <a:pt x="3840" y="443"/>
                </a:lnTo>
                <a:lnTo>
                  <a:pt x="4221" y="443"/>
                </a:lnTo>
                <a:lnTo>
                  <a:pt x="4601" y="443"/>
                </a:lnTo>
                <a:lnTo>
                  <a:pt x="4982" y="443"/>
                </a:lnTo>
                <a:lnTo>
                  <a:pt x="5363" y="443"/>
                </a:lnTo>
                <a:lnTo>
                  <a:pt x="5744" y="443"/>
                </a:lnTo>
                <a:lnTo>
                  <a:pt x="5744" y="621"/>
                </a:lnTo>
                <a:lnTo>
                  <a:pt x="6125" y="621"/>
                </a:lnTo>
                <a:lnTo>
                  <a:pt x="6522" y="621"/>
                </a:lnTo>
                <a:lnTo>
                  <a:pt x="6902" y="621"/>
                </a:lnTo>
                <a:lnTo>
                  <a:pt x="7283" y="621"/>
                </a:lnTo>
                <a:lnTo>
                  <a:pt x="7664" y="621"/>
                </a:lnTo>
                <a:lnTo>
                  <a:pt x="8045" y="621"/>
                </a:lnTo>
                <a:lnTo>
                  <a:pt x="8426" y="621"/>
                </a:lnTo>
                <a:lnTo>
                  <a:pt x="8426" y="887"/>
                </a:lnTo>
                <a:lnTo>
                  <a:pt x="8822" y="887"/>
                </a:lnTo>
                <a:lnTo>
                  <a:pt x="9203" y="887"/>
                </a:lnTo>
                <a:lnTo>
                  <a:pt x="9584" y="887"/>
                </a:lnTo>
                <a:lnTo>
                  <a:pt x="9965" y="887"/>
                </a:lnTo>
                <a:lnTo>
                  <a:pt x="10346" y="887"/>
                </a:lnTo>
                <a:lnTo>
                  <a:pt x="10727" y="887"/>
                </a:lnTo>
                <a:lnTo>
                  <a:pt x="11108" y="887"/>
                </a:lnTo>
                <a:lnTo>
                  <a:pt x="11108" y="1065"/>
                </a:lnTo>
                <a:lnTo>
                  <a:pt x="11504" y="1065"/>
                </a:lnTo>
                <a:lnTo>
                  <a:pt x="11885" y="1065"/>
                </a:lnTo>
                <a:lnTo>
                  <a:pt x="12266" y="1065"/>
                </a:lnTo>
                <a:lnTo>
                  <a:pt x="12647" y="1065"/>
                </a:lnTo>
                <a:lnTo>
                  <a:pt x="13028" y="1065"/>
                </a:lnTo>
                <a:lnTo>
                  <a:pt x="13409" y="1065"/>
                </a:lnTo>
              </a:path>
            </a:pathLst>
          </a:custGeom>
          <a:ln w="217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428786" y="2594098"/>
            <a:ext cx="13805" cy="1331"/>
          </a:xfrm>
          <a:custGeom>
            <a:avLst/>
            <a:gdLst/>
            <a:ahLst/>
            <a:cxnLst/>
            <a:rect l="l" t="t" r="r" b="b"/>
            <a:pathLst>
              <a:path w="13805" h="1331">
                <a:moveTo>
                  <a:pt x="0" y="0"/>
                </a:moveTo>
                <a:lnTo>
                  <a:pt x="380" y="0"/>
                </a:lnTo>
                <a:lnTo>
                  <a:pt x="777" y="0"/>
                </a:lnTo>
                <a:lnTo>
                  <a:pt x="1158" y="0"/>
                </a:lnTo>
                <a:lnTo>
                  <a:pt x="1539" y="0"/>
                </a:lnTo>
                <a:lnTo>
                  <a:pt x="1920" y="0"/>
                </a:lnTo>
                <a:lnTo>
                  <a:pt x="1920" y="0"/>
                </a:lnTo>
                <a:lnTo>
                  <a:pt x="2300" y="177"/>
                </a:lnTo>
                <a:lnTo>
                  <a:pt x="2681" y="177"/>
                </a:lnTo>
                <a:lnTo>
                  <a:pt x="3062" y="177"/>
                </a:lnTo>
                <a:lnTo>
                  <a:pt x="3459" y="177"/>
                </a:lnTo>
                <a:lnTo>
                  <a:pt x="3840" y="177"/>
                </a:lnTo>
                <a:lnTo>
                  <a:pt x="4221" y="177"/>
                </a:lnTo>
                <a:lnTo>
                  <a:pt x="4601" y="177"/>
                </a:lnTo>
                <a:lnTo>
                  <a:pt x="4601" y="443"/>
                </a:lnTo>
                <a:lnTo>
                  <a:pt x="4982" y="443"/>
                </a:lnTo>
                <a:lnTo>
                  <a:pt x="5363" y="443"/>
                </a:lnTo>
                <a:lnTo>
                  <a:pt x="5744" y="443"/>
                </a:lnTo>
                <a:lnTo>
                  <a:pt x="6141" y="443"/>
                </a:lnTo>
                <a:lnTo>
                  <a:pt x="6522" y="443"/>
                </a:lnTo>
                <a:lnTo>
                  <a:pt x="6902" y="443"/>
                </a:lnTo>
                <a:lnTo>
                  <a:pt x="6902" y="621"/>
                </a:lnTo>
                <a:lnTo>
                  <a:pt x="7283" y="621"/>
                </a:lnTo>
                <a:lnTo>
                  <a:pt x="7664" y="621"/>
                </a:lnTo>
                <a:lnTo>
                  <a:pt x="8045" y="621"/>
                </a:lnTo>
                <a:lnTo>
                  <a:pt x="8442" y="621"/>
                </a:lnTo>
                <a:lnTo>
                  <a:pt x="8822" y="621"/>
                </a:lnTo>
                <a:lnTo>
                  <a:pt x="9203" y="621"/>
                </a:lnTo>
                <a:lnTo>
                  <a:pt x="9203" y="887"/>
                </a:lnTo>
                <a:lnTo>
                  <a:pt x="9584" y="887"/>
                </a:lnTo>
                <a:lnTo>
                  <a:pt x="9965" y="887"/>
                </a:lnTo>
                <a:lnTo>
                  <a:pt x="10346" y="887"/>
                </a:lnTo>
                <a:lnTo>
                  <a:pt x="10727" y="887"/>
                </a:lnTo>
                <a:lnTo>
                  <a:pt x="11123" y="887"/>
                </a:lnTo>
                <a:lnTo>
                  <a:pt x="11504" y="887"/>
                </a:lnTo>
                <a:lnTo>
                  <a:pt x="11504" y="1065"/>
                </a:lnTo>
                <a:lnTo>
                  <a:pt x="11885" y="1065"/>
                </a:lnTo>
                <a:lnTo>
                  <a:pt x="12266" y="1065"/>
                </a:lnTo>
                <a:lnTo>
                  <a:pt x="12647" y="1065"/>
                </a:lnTo>
                <a:lnTo>
                  <a:pt x="13028" y="1065"/>
                </a:lnTo>
                <a:lnTo>
                  <a:pt x="13409" y="1065"/>
                </a:lnTo>
                <a:lnTo>
                  <a:pt x="13805" y="1331"/>
                </a:lnTo>
              </a:path>
            </a:pathLst>
          </a:custGeom>
          <a:ln w="2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442591" y="2595429"/>
            <a:ext cx="13028" cy="1065"/>
          </a:xfrm>
          <a:custGeom>
            <a:avLst/>
            <a:gdLst/>
            <a:ahLst/>
            <a:cxnLst/>
            <a:rect l="l" t="t" r="r" b="b"/>
            <a:pathLst>
              <a:path w="13028" h="1065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04" y="0"/>
                </a:lnTo>
                <a:lnTo>
                  <a:pt x="2285" y="0"/>
                </a:lnTo>
                <a:lnTo>
                  <a:pt x="2681" y="0"/>
                </a:lnTo>
                <a:lnTo>
                  <a:pt x="3062" y="0"/>
                </a:lnTo>
                <a:lnTo>
                  <a:pt x="3443" y="0"/>
                </a:lnTo>
                <a:lnTo>
                  <a:pt x="3824" y="0"/>
                </a:lnTo>
                <a:lnTo>
                  <a:pt x="4205" y="177"/>
                </a:lnTo>
                <a:lnTo>
                  <a:pt x="4586" y="177"/>
                </a:lnTo>
                <a:lnTo>
                  <a:pt x="4966" y="177"/>
                </a:lnTo>
                <a:lnTo>
                  <a:pt x="5363" y="177"/>
                </a:lnTo>
                <a:lnTo>
                  <a:pt x="5744" y="177"/>
                </a:lnTo>
                <a:lnTo>
                  <a:pt x="6125" y="177"/>
                </a:lnTo>
                <a:lnTo>
                  <a:pt x="6125" y="355"/>
                </a:lnTo>
                <a:lnTo>
                  <a:pt x="6506" y="355"/>
                </a:lnTo>
                <a:lnTo>
                  <a:pt x="6886" y="355"/>
                </a:lnTo>
                <a:lnTo>
                  <a:pt x="7267" y="355"/>
                </a:lnTo>
                <a:lnTo>
                  <a:pt x="7664" y="355"/>
                </a:lnTo>
                <a:lnTo>
                  <a:pt x="8045" y="355"/>
                </a:lnTo>
                <a:lnTo>
                  <a:pt x="8045" y="621"/>
                </a:lnTo>
                <a:lnTo>
                  <a:pt x="8426" y="621"/>
                </a:lnTo>
                <a:lnTo>
                  <a:pt x="8807" y="621"/>
                </a:lnTo>
                <a:lnTo>
                  <a:pt x="9187" y="621"/>
                </a:lnTo>
                <a:lnTo>
                  <a:pt x="9568" y="621"/>
                </a:lnTo>
                <a:lnTo>
                  <a:pt x="9949" y="621"/>
                </a:lnTo>
                <a:lnTo>
                  <a:pt x="9949" y="798"/>
                </a:lnTo>
                <a:lnTo>
                  <a:pt x="10346" y="798"/>
                </a:lnTo>
                <a:lnTo>
                  <a:pt x="10727" y="798"/>
                </a:lnTo>
                <a:lnTo>
                  <a:pt x="11108" y="798"/>
                </a:lnTo>
                <a:lnTo>
                  <a:pt x="11488" y="798"/>
                </a:lnTo>
                <a:lnTo>
                  <a:pt x="11869" y="798"/>
                </a:lnTo>
                <a:lnTo>
                  <a:pt x="11869" y="1065"/>
                </a:lnTo>
                <a:lnTo>
                  <a:pt x="12250" y="1065"/>
                </a:lnTo>
                <a:lnTo>
                  <a:pt x="12631" y="1065"/>
                </a:lnTo>
                <a:lnTo>
                  <a:pt x="13028" y="1065"/>
                </a:lnTo>
              </a:path>
            </a:pathLst>
          </a:custGeom>
          <a:ln w="217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455619" y="2596494"/>
            <a:ext cx="13789" cy="1242"/>
          </a:xfrm>
          <a:custGeom>
            <a:avLst/>
            <a:gdLst/>
            <a:ahLst/>
            <a:cxnLst/>
            <a:rect l="l" t="t" r="r" b="b"/>
            <a:pathLst>
              <a:path w="13789" h="1242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04" y="0"/>
                </a:lnTo>
                <a:lnTo>
                  <a:pt x="2285" y="0"/>
                </a:lnTo>
                <a:lnTo>
                  <a:pt x="2681" y="0"/>
                </a:lnTo>
                <a:lnTo>
                  <a:pt x="2681" y="177"/>
                </a:lnTo>
                <a:lnTo>
                  <a:pt x="3062" y="177"/>
                </a:lnTo>
                <a:lnTo>
                  <a:pt x="3443" y="177"/>
                </a:lnTo>
                <a:lnTo>
                  <a:pt x="3824" y="177"/>
                </a:lnTo>
                <a:lnTo>
                  <a:pt x="4205" y="177"/>
                </a:lnTo>
                <a:lnTo>
                  <a:pt x="4586" y="177"/>
                </a:lnTo>
                <a:lnTo>
                  <a:pt x="4586" y="355"/>
                </a:lnTo>
                <a:lnTo>
                  <a:pt x="4966" y="355"/>
                </a:lnTo>
                <a:lnTo>
                  <a:pt x="5363" y="355"/>
                </a:lnTo>
                <a:lnTo>
                  <a:pt x="5744" y="355"/>
                </a:lnTo>
                <a:lnTo>
                  <a:pt x="6125" y="355"/>
                </a:lnTo>
                <a:lnTo>
                  <a:pt x="6506" y="355"/>
                </a:lnTo>
                <a:lnTo>
                  <a:pt x="6506" y="621"/>
                </a:lnTo>
                <a:lnTo>
                  <a:pt x="6886" y="621"/>
                </a:lnTo>
                <a:lnTo>
                  <a:pt x="7267" y="621"/>
                </a:lnTo>
                <a:lnTo>
                  <a:pt x="7664" y="621"/>
                </a:lnTo>
                <a:lnTo>
                  <a:pt x="8045" y="621"/>
                </a:lnTo>
                <a:lnTo>
                  <a:pt x="8426" y="621"/>
                </a:lnTo>
                <a:lnTo>
                  <a:pt x="8426" y="798"/>
                </a:lnTo>
                <a:lnTo>
                  <a:pt x="8807" y="798"/>
                </a:lnTo>
                <a:lnTo>
                  <a:pt x="9187" y="798"/>
                </a:lnTo>
                <a:lnTo>
                  <a:pt x="9568" y="798"/>
                </a:lnTo>
                <a:lnTo>
                  <a:pt x="9949" y="798"/>
                </a:lnTo>
                <a:lnTo>
                  <a:pt x="10346" y="798"/>
                </a:lnTo>
                <a:lnTo>
                  <a:pt x="10346" y="1065"/>
                </a:lnTo>
                <a:lnTo>
                  <a:pt x="10727" y="1065"/>
                </a:lnTo>
                <a:lnTo>
                  <a:pt x="11108" y="1065"/>
                </a:lnTo>
                <a:lnTo>
                  <a:pt x="11488" y="1065"/>
                </a:lnTo>
                <a:lnTo>
                  <a:pt x="11869" y="1065"/>
                </a:lnTo>
                <a:lnTo>
                  <a:pt x="12250" y="1065"/>
                </a:lnTo>
                <a:lnTo>
                  <a:pt x="12250" y="1242"/>
                </a:lnTo>
                <a:lnTo>
                  <a:pt x="12631" y="1242"/>
                </a:lnTo>
                <a:lnTo>
                  <a:pt x="13028" y="1242"/>
                </a:lnTo>
                <a:lnTo>
                  <a:pt x="13409" y="1242"/>
                </a:lnTo>
                <a:lnTo>
                  <a:pt x="13789" y="1242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469409" y="2597737"/>
            <a:ext cx="13409" cy="1331"/>
          </a:xfrm>
          <a:custGeom>
            <a:avLst/>
            <a:gdLst/>
            <a:ahLst/>
            <a:cxnLst/>
            <a:rect l="l" t="t" r="r" b="b"/>
            <a:pathLst>
              <a:path w="13409" h="1331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523" y="0"/>
                </a:lnTo>
                <a:lnTo>
                  <a:pt x="1920" y="0"/>
                </a:lnTo>
                <a:lnTo>
                  <a:pt x="1920" y="0"/>
                </a:lnTo>
                <a:lnTo>
                  <a:pt x="1920" y="266"/>
                </a:lnTo>
                <a:lnTo>
                  <a:pt x="2300" y="266"/>
                </a:lnTo>
                <a:lnTo>
                  <a:pt x="2681" y="266"/>
                </a:lnTo>
                <a:lnTo>
                  <a:pt x="3062" y="266"/>
                </a:lnTo>
                <a:lnTo>
                  <a:pt x="3443" y="266"/>
                </a:lnTo>
                <a:lnTo>
                  <a:pt x="3443" y="443"/>
                </a:lnTo>
                <a:lnTo>
                  <a:pt x="3824" y="443"/>
                </a:lnTo>
                <a:lnTo>
                  <a:pt x="4205" y="443"/>
                </a:lnTo>
                <a:lnTo>
                  <a:pt x="4601" y="443"/>
                </a:lnTo>
                <a:lnTo>
                  <a:pt x="4982" y="443"/>
                </a:lnTo>
                <a:lnTo>
                  <a:pt x="5363" y="621"/>
                </a:lnTo>
                <a:lnTo>
                  <a:pt x="5744" y="621"/>
                </a:lnTo>
                <a:lnTo>
                  <a:pt x="6125" y="621"/>
                </a:lnTo>
                <a:lnTo>
                  <a:pt x="6506" y="621"/>
                </a:lnTo>
                <a:lnTo>
                  <a:pt x="6902" y="621"/>
                </a:lnTo>
                <a:lnTo>
                  <a:pt x="6902" y="887"/>
                </a:lnTo>
                <a:lnTo>
                  <a:pt x="7283" y="887"/>
                </a:lnTo>
                <a:lnTo>
                  <a:pt x="7664" y="887"/>
                </a:lnTo>
                <a:lnTo>
                  <a:pt x="8045" y="887"/>
                </a:lnTo>
                <a:lnTo>
                  <a:pt x="8426" y="887"/>
                </a:lnTo>
                <a:lnTo>
                  <a:pt x="8807" y="887"/>
                </a:lnTo>
                <a:lnTo>
                  <a:pt x="8807" y="1065"/>
                </a:lnTo>
                <a:lnTo>
                  <a:pt x="9187" y="1065"/>
                </a:lnTo>
                <a:lnTo>
                  <a:pt x="9584" y="1065"/>
                </a:lnTo>
                <a:lnTo>
                  <a:pt x="9965" y="1065"/>
                </a:lnTo>
                <a:lnTo>
                  <a:pt x="10346" y="1065"/>
                </a:lnTo>
                <a:lnTo>
                  <a:pt x="10727" y="1065"/>
                </a:lnTo>
                <a:lnTo>
                  <a:pt x="11108" y="1065"/>
                </a:lnTo>
                <a:lnTo>
                  <a:pt x="11488" y="1065"/>
                </a:lnTo>
                <a:lnTo>
                  <a:pt x="11869" y="1065"/>
                </a:lnTo>
                <a:lnTo>
                  <a:pt x="11869" y="1331"/>
                </a:lnTo>
                <a:lnTo>
                  <a:pt x="12266" y="1331"/>
                </a:lnTo>
                <a:lnTo>
                  <a:pt x="12647" y="1331"/>
                </a:lnTo>
                <a:lnTo>
                  <a:pt x="13028" y="1331"/>
                </a:lnTo>
                <a:lnTo>
                  <a:pt x="13409" y="1331"/>
                </a:lnTo>
              </a:path>
            </a:pathLst>
          </a:custGeom>
          <a:ln w="218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482818" y="2599068"/>
            <a:ext cx="13789" cy="1686"/>
          </a:xfrm>
          <a:custGeom>
            <a:avLst/>
            <a:gdLst/>
            <a:ahLst/>
            <a:cxnLst/>
            <a:rect l="l" t="t" r="r" b="b"/>
            <a:pathLst>
              <a:path w="13789" h="1686">
                <a:moveTo>
                  <a:pt x="0" y="0"/>
                </a:moveTo>
                <a:lnTo>
                  <a:pt x="0" y="177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539" y="177"/>
                </a:lnTo>
                <a:lnTo>
                  <a:pt x="1920" y="177"/>
                </a:lnTo>
                <a:lnTo>
                  <a:pt x="1920" y="355"/>
                </a:lnTo>
                <a:lnTo>
                  <a:pt x="2300" y="355"/>
                </a:lnTo>
                <a:lnTo>
                  <a:pt x="2681" y="355"/>
                </a:lnTo>
                <a:lnTo>
                  <a:pt x="3062" y="355"/>
                </a:lnTo>
                <a:lnTo>
                  <a:pt x="3443" y="355"/>
                </a:lnTo>
                <a:lnTo>
                  <a:pt x="3443" y="621"/>
                </a:lnTo>
                <a:lnTo>
                  <a:pt x="3824" y="621"/>
                </a:lnTo>
                <a:lnTo>
                  <a:pt x="4221" y="621"/>
                </a:lnTo>
                <a:lnTo>
                  <a:pt x="4601" y="621"/>
                </a:lnTo>
                <a:lnTo>
                  <a:pt x="4982" y="621"/>
                </a:lnTo>
                <a:lnTo>
                  <a:pt x="4982" y="798"/>
                </a:lnTo>
                <a:lnTo>
                  <a:pt x="5363" y="798"/>
                </a:lnTo>
                <a:lnTo>
                  <a:pt x="5744" y="798"/>
                </a:lnTo>
                <a:lnTo>
                  <a:pt x="6125" y="798"/>
                </a:lnTo>
                <a:lnTo>
                  <a:pt x="6522" y="798"/>
                </a:lnTo>
                <a:lnTo>
                  <a:pt x="6522" y="1065"/>
                </a:lnTo>
                <a:lnTo>
                  <a:pt x="6902" y="1065"/>
                </a:lnTo>
                <a:lnTo>
                  <a:pt x="7283" y="1065"/>
                </a:lnTo>
                <a:lnTo>
                  <a:pt x="7664" y="1065"/>
                </a:lnTo>
                <a:lnTo>
                  <a:pt x="8045" y="1065"/>
                </a:lnTo>
                <a:lnTo>
                  <a:pt x="8426" y="1065"/>
                </a:lnTo>
                <a:lnTo>
                  <a:pt x="8807" y="1065"/>
                </a:lnTo>
                <a:lnTo>
                  <a:pt x="9203" y="1065"/>
                </a:lnTo>
                <a:lnTo>
                  <a:pt x="9584" y="1065"/>
                </a:lnTo>
                <a:lnTo>
                  <a:pt x="9965" y="1242"/>
                </a:lnTo>
                <a:lnTo>
                  <a:pt x="10346" y="1242"/>
                </a:lnTo>
                <a:lnTo>
                  <a:pt x="10727" y="1242"/>
                </a:lnTo>
                <a:lnTo>
                  <a:pt x="11108" y="1242"/>
                </a:lnTo>
                <a:lnTo>
                  <a:pt x="11488" y="1420"/>
                </a:lnTo>
                <a:lnTo>
                  <a:pt x="11885" y="1420"/>
                </a:lnTo>
                <a:lnTo>
                  <a:pt x="12266" y="1420"/>
                </a:lnTo>
                <a:lnTo>
                  <a:pt x="12647" y="1420"/>
                </a:lnTo>
                <a:lnTo>
                  <a:pt x="12647" y="1686"/>
                </a:lnTo>
                <a:lnTo>
                  <a:pt x="13028" y="1686"/>
                </a:lnTo>
                <a:lnTo>
                  <a:pt x="13409" y="1686"/>
                </a:lnTo>
                <a:lnTo>
                  <a:pt x="13789" y="1686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496608" y="2600754"/>
            <a:ext cx="13409" cy="1686"/>
          </a:xfrm>
          <a:custGeom>
            <a:avLst/>
            <a:gdLst/>
            <a:ahLst/>
            <a:cxnLst/>
            <a:rect l="l" t="t" r="r" b="b"/>
            <a:pathLst>
              <a:path w="13409" h="1686">
                <a:moveTo>
                  <a:pt x="0" y="0"/>
                </a:moveTo>
                <a:lnTo>
                  <a:pt x="380" y="0"/>
                </a:lnTo>
                <a:lnTo>
                  <a:pt x="777" y="0"/>
                </a:lnTo>
                <a:lnTo>
                  <a:pt x="777" y="177"/>
                </a:lnTo>
                <a:lnTo>
                  <a:pt x="1158" y="177"/>
                </a:lnTo>
                <a:lnTo>
                  <a:pt x="1539" y="177"/>
                </a:lnTo>
                <a:lnTo>
                  <a:pt x="1920" y="177"/>
                </a:lnTo>
                <a:lnTo>
                  <a:pt x="1920" y="443"/>
                </a:lnTo>
                <a:lnTo>
                  <a:pt x="2300" y="443"/>
                </a:lnTo>
                <a:lnTo>
                  <a:pt x="2681" y="443"/>
                </a:lnTo>
                <a:lnTo>
                  <a:pt x="3062" y="443"/>
                </a:lnTo>
                <a:lnTo>
                  <a:pt x="3459" y="443"/>
                </a:lnTo>
                <a:lnTo>
                  <a:pt x="3840" y="443"/>
                </a:lnTo>
                <a:lnTo>
                  <a:pt x="4221" y="443"/>
                </a:lnTo>
                <a:lnTo>
                  <a:pt x="4601" y="443"/>
                </a:lnTo>
                <a:lnTo>
                  <a:pt x="4982" y="443"/>
                </a:lnTo>
                <a:lnTo>
                  <a:pt x="4982" y="443"/>
                </a:lnTo>
                <a:lnTo>
                  <a:pt x="4982" y="621"/>
                </a:lnTo>
                <a:lnTo>
                  <a:pt x="5363" y="621"/>
                </a:lnTo>
                <a:lnTo>
                  <a:pt x="5760" y="621"/>
                </a:lnTo>
                <a:lnTo>
                  <a:pt x="6141" y="621"/>
                </a:lnTo>
                <a:lnTo>
                  <a:pt x="6522" y="621"/>
                </a:lnTo>
                <a:lnTo>
                  <a:pt x="6522" y="887"/>
                </a:lnTo>
                <a:lnTo>
                  <a:pt x="6902" y="887"/>
                </a:lnTo>
                <a:lnTo>
                  <a:pt x="7283" y="887"/>
                </a:lnTo>
                <a:lnTo>
                  <a:pt x="7664" y="887"/>
                </a:lnTo>
                <a:lnTo>
                  <a:pt x="8045" y="887"/>
                </a:lnTo>
                <a:lnTo>
                  <a:pt x="8045" y="1065"/>
                </a:lnTo>
                <a:lnTo>
                  <a:pt x="8442" y="1065"/>
                </a:lnTo>
                <a:lnTo>
                  <a:pt x="8822" y="1065"/>
                </a:lnTo>
                <a:lnTo>
                  <a:pt x="9203" y="1065"/>
                </a:lnTo>
                <a:lnTo>
                  <a:pt x="9203" y="1065"/>
                </a:lnTo>
                <a:lnTo>
                  <a:pt x="9203" y="1242"/>
                </a:lnTo>
                <a:lnTo>
                  <a:pt x="9584" y="1242"/>
                </a:lnTo>
                <a:lnTo>
                  <a:pt x="9965" y="1242"/>
                </a:lnTo>
                <a:lnTo>
                  <a:pt x="10346" y="1242"/>
                </a:lnTo>
                <a:lnTo>
                  <a:pt x="10727" y="1242"/>
                </a:lnTo>
                <a:lnTo>
                  <a:pt x="11123" y="1508"/>
                </a:lnTo>
                <a:lnTo>
                  <a:pt x="11504" y="1508"/>
                </a:lnTo>
                <a:lnTo>
                  <a:pt x="11885" y="1508"/>
                </a:lnTo>
                <a:lnTo>
                  <a:pt x="12266" y="1508"/>
                </a:lnTo>
                <a:lnTo>
                  <a:pt x="12266" y="1686"/>
                </a:lnTo>
                <a:lnTo>
                  <a:pt x="12647" y="1686"/>
                </a:lnTo>
                <a:lnTo>
                  <a:pt x="13028" y="1686"/>
                </a:lnTo>
                <a:lnTo>
                  <a:pt x="13409" y="1686"/>
                </a:lnTo>
              </a:path>
            </a:pathLst>
          </a:custGeom>
          <a:ln w="219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510017" y="2602441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0"/>
                </a:moveTo>
                <a:lnTo>
                  <a:pt x="396" y="0"/>
                </a:lnTo>
                <a:lnTo>
                  <a:pt x="777" y="0"/>
                </a:lnTo>
                <a:lnTo>
                  <a:pt x="1158" y="0"/>
                </a:lnTo>
                <a:lnTo>
                  <a:pt x="1539" y="0"/>
                </a:lnTo>
                <a:lnTo>
                  <a:pt x="1920" y="266"/>
                </a:lnTo>
                <a:lnTo>
                  <a:pt x="2300" y="266"/>
                </a:lnTo>
                <a:lnTo>
                  <a:pt x="2681" y="266"/>
                </a:lnTo>
                <a:lnTo>
                  <a:pt x="3078" y="266"/>
                </a:lnTo>
                <a:lnTo>
                  <a:pt x="3078" y="443"/>
                </a:lnTo>
                <a:lnTo>
                  <a:pt x="3459" y="443"/>
                </a:lnTo>
                <a:lnTo>
                  <a:pt x="3840" y="443"/>
                </a:lnTo>
                <a:lnTo>
                  <a:pt x="4221" y="443"/>
                </a:lnTo>
                <a:lnTo>
                  <a:pt x="4221" y="443"/>
                </a:lnTo>
                <a:lnTo>
                  <a:pt x="4221" y="621"/>
                </a:lnTo>
                <a:lnTo>
                  <a:pt x="4601" y="621"/>
                </a:lnTo>
                <a:lnTo>
                  <a:pt x="4982" y="621"/>
                </a:lnTo>
                <a:lnTo>
                  <a:pt x="5379" y="621"/>
                </a:lnTo>
                <a:lnTo>
                  <a:pt x="5760" y="621"/>
                </a:lnTo>
                <a:lnTo>
                  <a:pt x="5760" y="887"/>
                </a:lnTo>
                <a:lnTo>
                  <a:pt x="6141" y="887"/>
                </a:lnTo>
                <a:lnTo>
                  <a:pt x="6522" y="887"/>
                </a:lnTo>
                <a:lnTo>
                  <a:pt x="6902" y="887"/>
                </a:lnTo>
                <a:lnTo>
                  <a:pt x="6902" y="887"/>
                </a:lnTo>
                <a:lnTo>
                  <a:pt x="7283" y="1065"/>
                </a:lnTo>
                <a:lnTo>
                  <a:pt x="7664" y="1065"/>
                </a:lnTo>
                <a:lnTo>
                  <a:pt x="8061" y="1065"/>
                </a:lnTo>
                <a:lnTo>
                  <a:pt x="8442" y="1065"/>
                </a:lnTo>
                <a:lnTo>
                  <a:pt x="8822" y="1065"/>
                </a:lnTo>
                <a:lnTo>
                  <a:pt x="9203" y="1065"/>
                </a:lnTo>
                <a:lnTo>
                  <a:pt x="9584" y="1065"/>
                </a:lnTo>
                <a:lnTo>
                  <a:pt x="9965" y="1065"/>
                </a:lnTo>
                <a:lnTo>
                  <a:pt x="9965" y="1331"/>
                </a:lnTo>
                <a:lnTo>
                  <a:pt x="10346" y="1331"/>
                </a:lnTo>
                <a:lnTo>
                  <a:pt x="10743" y="1331"/>
                </a:lnTo>
                <a:lnTo>
                  <a:pt x="11123" y="1331"/>
                </a:lnTo>
                <a:lnTo>
                  <a:pt x="11123" y="1508"/>
                </a:lnTo>
                <a:lnTo>
                  <a:pt x="11504" y="1508"/>
                </a:lnTo>
                <a:lnTo>
                  <a:pt x="11885" y="1508"/>
                </a:lnTo>
                <a:lnTo>
                  <a:pt x="12266" y="1508"/>
                </a:lnTo>
                <a:lnTo>
                  <a:pt x="12266" y="1775"/>
                </a:lnTo>
                <a:lnTo>
                  <a:pt x="12647" y="1775"/>
                </a:lnTo>
                <a:lnTo>
                  <a:pt x="13028" y="1775"/>
                </a:lnTo>
                <a:lnTo>
                  <a:pt x="13424" y="1775"/>
                </a:lnTo>
                <a:lnTo>
                  <a:pt x="13805" y="1775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523823" y="2604216"/>
            <a:ext cx="13409" cy="1863"/>
          </a:xfrm>
          <a:custGeom>
            <a:avLst/>
            <a:gdLst/>
            <a:ahLst/>
            <a:cxnLst/>
            <a:rect l="l" t="t" r="r" b="b"/>
            <a:pathLst>
              <a:path w="13409" h="1863">
                <a:moveTo>
                  <a:pt x="0" y="0"/>
                </a:moveTo>
                <a:lnTo>
                  <a:pt x="0" y="177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355"/>
                </a:lnTo>
                <a:lnTo>
                  <a:pt x="1523" y="355"/>
                </a:lnTo>
                <a:lnTo>
                  <a:pt x="1904" y="355"/>
                </a:lnTo>
                <a:lnTo>
                  <a:pt x="2300" y="355"/>
                </a:lnTo>
                <a:lnTo>
                  <a:pt x="2681" y="355"/>
                </a:lnTo>
                <a:lnTo>
                  <a:pt x="2681" y="621"/>
                </a:lnTo>
                <a:lnTo>
                  <a:pt x="3062" y="621"/>
                </a:lnTo>
                <a:lnTo>
                  <a:pt x="3443" y="621"/>
                </a:lnTo>
                <a:lnTo>
                  <a:pt x="3824" y="621"/>
                </a:lnTo>
                <a:lnTo>
                  <a:pt x="4205" y="621"/>
                </a:lnTo>
                <a:lnTo>
                  <a:pt x="4601" y="621"/>
                </a:lnTo>
                <a:lnTo>
                  <a:pt x="4982" y="621"/>
                </a:lnTo>
                <a:lnTo>
                  <a:pt x="4982" y="798"/>
                </a:lnTo>
                <a:lnTo>
                  <a:pt x="5363" y="798"/>
                </a:lnTo>
                <a:lnTo>
                  <a:pt x="5744" y="798"/>
                </a:lnTo>
                <a:lnTo>
                  <a:pt x="6125" y="798"/>
                </a:lnTo>
                <a:lnTo>
                  <a:pt x="6506" y="798"/>
                </a:lnTo>
                <a:lnTo>
                  <a:pt x="6506" y="798"/>
                </a:lnTo>
                <a:lnTo>
                  <a:pt x="6506" y="1065"/>
                </a:lnTo>
                <a:lnTo>
                  <a:pt x="6886" y="1065"/>
                </a:lnTo>
                <a:lnTo>
                  <a:pt x="7283" y="1065"/>
                </a:lnTo>
                <a:lnTo>
                  <a:pt x="7664" y="1065"/>
                </a:lnTo>
                <a:lnTo>
                  <a:pt x="7664" y="1242"/>
                </a:lnTo>
                <a:lnTo>
                  <a:pt x="8045" y="1242"/>
                </a:lnTo>
                <a:lnTo>
                  <a:pt x="8426" y="1242"/>
                </a:lnTo>
                <a:lnTo>
                  <a:pt x="8807" y="1242"/>
                </a:lnTo>
                <a:lnTo>
                  <a:pt x="9187" y="1242"/>
                </a:lnTo>
                <a:lnTo>
                  <a:pt x="9187" y="1420"/>
                </a:lnTo>
                <a:lnTo>
                  <a:pt x="9568" y="1420"/>
                </a:lnTo>
                <a:lnTo>
                  <a:pt x="9965" y="1420"/>
                </a:lnTo>
                <a:lnTo>
                  <a:pt x="10346" y="1420"/>
                </a:lnTo>
                <a:lnTo>
                  <a:pt x="10346" y="1686"/>
                </a:lnTo>
                <a:lnTo>
                  <a:pt x="10727" y="1686"/>
                </a:lnTo>
                <a:lnTo>
                  <a:pt x="11108" y="1686"/>
                </a:lnTo>
                <a:lnTo>
                  <a:pt x="11488" y="1686"/>
                </a:lnTo>
                <a:lnTo>
                  <a:pt x="11869" y="1686"/>
                </a:lnTo>
                <a:lnTo>
                  <a:pt x="12250" y="1686"/>
                </a:lnTo>
                <a:lnTo>
                  <a:pt x="12647" y="1686"/>
                </a:lnTo>
                <a:lnTo>
                  <a:pt x="13028" y="1686"/>
                </a:lnTo>
                <a:lnTo>
                  <a:pt x="13028" y="1863"/>
                </a:lnTo>
                <a:lnTo>
                  <a:pt x="13409" y="1863"/>
                </a:lnTo>
              </a:path>
            </a:pathLst>
          </a:custGeom>
          <a:ln w="219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537232" y="2606080"/>
            <a:ext cx="13789" cy="2130"/>
          </a:xfrm>
          <a:custGeom>
            <a:avLst/>
            <a:gdLst/>
            <a:ahLst/>
            <a:cxnLst/>
            <a:rect l="l" t="t" r="r" b="b"/>
            <a:pathLst>
              <a:path w="13789" h="2130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761" y="266"/>
                </a:lnTo>
                <a:lnTo>
                  <a:pt x="1142" y="266"/>
                </a:lnTo>
                <a:lnTo>
                  <a:pt x="1523" y="266"/>
                </a:lnTo>
                <a:lnTo>
                  <a:pt x="1920" y="266"/>
                </a:lnTo>
                <a:lnTo>
                  <a:pt x="1920" y="443"/>
                </a:lnTo>
                <a:lnTo>
                  <a:pt x="2300" y="443"/>
                </a:lnTo>
                <a:lnTo>
                  <a:pt x="2681" y="443"/>
                </a:lnTo>
                <a:lnTo>
                  <a:pt x="3062" y="443"/>
                </a:lnTo>
                <a:lnTo>
                  <a:pt x="3062" y="710"/>
                </a:lnTo>
                <a:lnTo>
                  <a:pt x="3443" y="710"/>
                </a:lnTo>
                <a:lnTo>
                  <a:pt x="3824" y="710"/>
                </a:lnTo>
                <a:lnTo>
                  <a:pt x="4221" y="710"/>
                </a:lnTo>
                <a:lnTo>
                  <a:pt x="4221" y="887"/>
                </a:lnTo>
                <a:lnTo>
                  <a:pt x="4601" y="887"/>
                </a:lnTo>
                <a:lnTo>
                  <a:pt x="4982" y="887"/>
                </a:lnTo>
                <a:lnTo>
                  <a:pt x="5363" y="887"/>
                </a:lnTo>
                <a:lnTo>
                  <a:pt x="5744" y="887"/>
                </a:lnTo>
                <a:lnTo>
                  <a:pt x="5744" y="1065"/>
                </a:lnTo>
                <a:lnTo>
                  <a:pt x="6125" y="1065"/>
                </a:lnTo>
                <a:lnTo>
                  <a:pt x="6506" y="1065"/>
                </a:lnTo>
                <a:lnTo>
                  <a:pt x="6902" y="1065"/>
                </a:lnTo>
                <a:lnTo>
                  <a:pt x="7283" y="1065"/>
                </a:lnTo>
                <a:lnTo>
                  <a:pt x="7664" y="1065"/>
                </a:lnTo>
                <a:lnTo>
                  <a:pt x="8045" y="1065"/>
                </a:lnTo>
                <a:lnTo>
                  <a:pt x="8045" y="1331"/>
                </a:lnTo>
                <a:lnTo>
                  <a:pt x="8426" y="1331"/>
                </a:lnTo>
                <a:lnTo>
                  <a:pt x="8807" y="1331"/>
                </a:lnTo>
                <a:lnTo>
                  <a:pt x="9187" y="1331"/>
                </a:lnTo>
                <a:lnTo>
                  <a:pt x="9187" y="1508"/>
                </a:lnTo>
                <a:lnTo>
                  <a:pt x="9584" y="1508"/>
                </a:lnTo>
                <a:lnTo>
                  <a:pt x="9965" y="1508"/>
                </a:lnTo>
                <a:lnTo>
                  <a:pt x="10346" y="1508"/>
                </a:lnTo>
                <a:lnTo>
                  <a:pt x="10346" y="1775"/>
                </a:lnTo>
                <a:lnTo>
                  <a:pt x="10727" y="1775"/>
                </a:lnTo>
                <a:lnTo>
                  <a:pt x="11108" y="1775"/>
                </a:lnTo>
                <a:lnTo>
                  <a:pt x="11488" y="1775"/>
                </a:lnTo>
                <a:lnTo>
                  <a:pt x="11488" y="1952"/>
                </a:lnTo>
                <a:lnTo>
                  <a:pt x="11869" y="1952"/>
                </a:lnTo>
                <a:lnTo>
                  <a:pt x="12266" y="1952"/>
                </a:lnTo>
                <a:lnTo>
                  <a:pt x="12647" y="1952"/>
                </a:lnTo>
                <a:lnTo>
                  <a:pt x="12647" y="2130"/>
                </a:lnTo>
                <a:lnTo>
                  <a:pt x="13028" y="2130"/>
                </a:lnTo>
                <a:lnTo>
                  <a:pt x="13409" y="2130"/>
                </a:lnTo>
                <a:lnTo>
                  <a:pt x="13789" y="2130"/>
                </a:lnTo>
              </a:path>
            </a:pathLst>
          </a:custGeom>
          <a:ln w="220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551022" y="2608210"/>
            <a:ext cx="13028" cy="2218"/>
          </a:xfrm>
          <a:custGeom>
            <a:avLst/>
            <a:gdLst/>
            <a:ahLst/>
            <a:cxnLst/>
            <a:rect l="l" t="t" r="r" b="b"/>
            <a:pathLst>
              <a:path w="13028" h="2218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58" y="0"/>
                </a:lnTo>
                <a:lnTo>
                  <a:pt x="1158" y="266"/>
                </a:lnTo>
                <a:lnTo>
                  <a:pt x="1539" y="266"/>
                </a:lnTo>
                <a:lnTo>
                  <a:pt x="1920" y="266"/>
                </a:lnTo>
                <a:lnTo>
                  <a:pt x="2300" y="266"/>
                </a:lnTo>
                <a:lnTo>
                  <a:pt x="2681" y="266"/>
                </a:lnTo>
                <a:lnTo>
                  <a:pt x="2681" y="443"/>
                </a:lnTo>
                <a:lnTo>
                  <a:pt x="3062" y="443"/>
                </a:lnTo>
                <a:lnTo>
                  <a:pt x="3459" y="443"/>
                </a:lnTo>
                <a:lnTo>
                  <a:pt x="3459" y="710"/>
                </a:lnTo>
                <a:lnTo>
                  <a:pt x="3840" y="710"/>
                </a:lnTo>
                <a:lnTo>
                  <a:pt x="4221" y="710"/>
                </a:lnTo>
                <a:lnTo>
                  <a:pt x="4601" y="710"/>
                </a:lnTo>
                <a:lnTo>
                  <a:pt x="4982" y="710"/>
                </a:lnTo>
                <a:lnTo>
                  <a:pt x="4982" y="887"/>
                </a:lnTo>
                <a:lnTo>
                  <a:pt x="5363" y="887"/>
                </a:lnTo>
                <a:lnTo>
                  <a:pt x="5744" y="887"/>
                </a:lnTo>
                <a:lnTo>
                  <a:pt x="6141" y="1153"/>
                </a:lnTo>
                <a:lnTo>
                  <a:pt x="6522" y="1153"/>
                </a:lnTo>
                <a:lnTo>
                  <a:pt x="6902" y="1153"/>
                </a:lnTo>
                <a:lnTo>
                  <a:pt x="6902" y="1331"/>
                </a:lnTo>
                <a:lnTo>
                  <a:pt x="7283" y="1331"/>
                </a:lnTo>
                <a:lnTo>
                  <a:pt x="7664" y="1331"/>
                </a:lnTo>
                <a:lnTo>
                  <a:pt x="8045" y="1331"/>
                </a:lnTo>
                <a:lnTo>
                  <a:pt x="8426" y="1331"/>
                </a:lnTo>
                <a:lnTo>
                  <a:pt x="8822" y="1331"/>
                </a:lnTo>
                <a:lnTo>
                  <a:pt x="9203" y="1331"/>
                </a:lnTo>
                <a:lnTo>
                  <a:pt x="9203" y="1508"/>
                </a:lnTo>
                <a:lnTo>
                  <a:pt x="9584" y="1508"/>
                </a:lnTo>
                <a:lnTo>
                  <a:pt x="9965" y="1508"/>
                </a:lnTo>
                <a:lnTo>
                  <a:pt x="10346" y="1508"/>
                </a:lnTo>
                <a:lnTo>
                  <a:pt x="10727" y="1775"/>
                </a:lnTo>
                <a:lnTo>
                  <a:pt x="11108" y="1775"/>
                </a:lnTo>
                <a:lnTo>
                  <a:pt x="11504" y="1775"/>
                </a:lnTo>
                <a:lnTo>
                  <a:pt x="11504" y="1952"/>
                </a:lnTo>
                <a:lnTo>
                  <a:pt x="11885" y="1952"/>
                </a:lnTo>
                <a:lnTo>
                  <a:pt x="12266" y="1952"/>
                </a:lnTo>
                <a:lnTo>
                  <a:pt x="12647" y="1952"/>
                </a:lnTo>
                <a:lnTo>
                  <a:pt x="13028" y="2218"/>
                </a:lnTo>
              </a:path>
            </a:pathLst>
          </a:custGeom>
          <a:ln w="221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564050" y="2610429"/>
            <a:ext cx="13805" cy="2307"/>
          </a:xfrm>
          <a:custGeom>
            <a:avLst/>
            <a:gdLst/>
            <a:ahLst/>
            <a:cxnLst/>
            <a:rect l="l" t="t" r="r" b="b"/>
            <a:pathLst>
              <a:path w="13805" h="2307">
                <a:moveTo>
                  <a:pt x="0" y="0"/>
                </a:moveTo>
                <a:lnTo>
                  <a:pt x="380" y="0"/>
                </a:lnTo>
                <a:lnTo>
                  <a:pt x="777" y="0"/>
                </a:lnTo>
                <a:lnTo>
                  <a:pt x="777" y="177"/>
                </a:lnTo>
                <a:lnTo>
                  <a:pt x="1158" y="177"/>
                </a:lnTo>
                <a:lnTo>
                  <a:pt x="1539" y="177"/>
                </a:lnTo>
                <a:lnTo>
                  <a:pt x="1920" y="177"/>
                </a:lnTo>
                <a:lnTo>
                  <a:pt x="2300" y="177"/>
                </a:lnTo>
                <a:lnTo>
                  <a:pt x="2681" y="177"/>
                </a:lnTo>
                <a:lnTo>
                  <a:pt x="3062" y="177"/>
                </a:lnTo>
                <a:lnTo>
                  <a:pt x="3062" y="355"/>
                </a:lnTo>
                <a:lnTo>
                  <a:pt x="3459" y="355"/>
                </a:lnTo>
                <a:lnTo>
                  <a:pt x="3840" y="355"/>
                </a:lnTo>
                <a:lnTo>
                  <a:pt x="4221" y="355"/>
                </a:lnTo>
                <a:lnTo>
                  <a:pt x="4221" y="621"/>
                </a:lnTo>
                <a:lnTo>
                  <a:pt x="4601" y="621"/>
                </a:lnTo>
                <a:lnTo>
                  <a:pt x="4982" y="621"/>
                </a:lnTo>
                <a:lnTo>
                  <a:pt x="5363" y="798"/>
                </a:lnTo>
                <a:lnTo>
                  <a:pt x="5744" y="798"/>
                </a:lnTo>
                <a:lnTo>
                  <a:pt x="6141" y="798"/>
                </a:lnTo>
                <a:lnTo>
                  <a:pt x="6522" y="798"/>
                </a:lnTo>
                <a:lnTo>
                  <a:pt x="6522" y="1065"/>
                </a:lnTo>
                <a:lnTo>
                  <a:pt x="6902" y="1065"/>
                </a:lnTo>
                <a:lnTo>
                  <a:pt x="7283" y="1065"/>
                </a:lnTo>
                <a:lnTo>
                  <a:pt x="7283" y="1242"/>
                </a:lnTo>
                <a:lnTo>
                  <a:pt x="7664" y="1242"/>
                </a:lnTo>
                <a:lnTo>
                  <a:pt x="8045" y="1242"/>
                </a:lnTo>
                <a:lnTo>
                  <a:pt x="8426" y="1242"/>
                </a:lnTo>
                <a:lnTo>
                  <a:pt x="8426" y="1242"/>
                </a:lnTo>
                <a:lnTo>
                  <a:pt x="8426" y="1508"/>
                </a:lnTo>
                <a:lnTo>
                  <a:pt x="8822" y="1508"/>
                </a:lnTo>
                <a:lnTo>
                  <a:pt x="9203" y="1508"/>
                </a:lnTo>
                <a:lnTo>
                  <a:pt x="9584" y="1508"/>
                </a:lnTo>
                <a:lnTo>
                  <a:pt x="9965" y="1508"/>
                </a:lnTo>
                <a:lnTo>
                  <a:pt x="10346" y="1508"/>
                </a:lnTo>
                <a:lnTo>
                  <a:pt x="10727" y="1508"/>
                </a:lnTo>
                <a:lnTo>
                  <a:pt x="10727" y="1686"/>
                </a:lnTo>
                <a:lnTo>
                  <a:pt x="11108" y="1686"/>
                </a:lnTo>
                <a:lnTo>
                  <a:pt x="11504" y="1686"/>
                </a:lnTo>
                <a:lnTo>
                  <a:pt x="11885" y="1863"/>
                </a:lnTo>
                <a:lnTo>
                  <a:pt x="12266" y="1863"/>
                </a:lnTo>
                <a:lnTo>
                  <a:pt x="12647" y="1863"/>
                </a:lnTo>
                <a:lnTo>
                  <a:pt x="12647" y="2130"/>
                </a:lnTo>
                <a:lnTo>
                  <a:pt x="13028" y="2130"/>
                </a:lnTo>
                <a:lnTo>
                  <a:pt x="13409" y="2130"/>
                </a:lnTo>
                <a:lnTo>
                  <a:pt x="13805" y="2130"/>
                </a:lnTo>
                <a:lnTo>
                  <a:pt x="13805" y="2307"/>
                </a:lnTo>
              </a:path>
            </a:pathLst>
          </a:custGeom>
          <a:ln w="221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577856" y="2612736"/>
            <a:ext cx="13409" cy="2396"/>
          </a:xfrm>
          <a:custGeom>
            <a:avLst/>
            <a:gdLst/>
            <a:ahLst/>
            <a:cxnLst/>
            <a:rect l="l" t="t" r="r" b="b"/>
            <a:pathLst>
              <a:path w="13409" h="2396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142" y="266"/>
                </a:lnTo>
                <a:lnTo>
                  <a:pt x="1523" y="266"/>
                </a:lnTo>
                <a:lnTo>
                  <a:pt x="1904" y="266"/>
                </a:lnTo>
                <a:lnTo>
                  <a:pt x="2285" y="266"/>
                </a:lnTo>
                <a:lnTo>
                  <a:pt x="2285" y="443"/>
                </a:lnTo>
                <a:lnTo>
                  <a:pt x="2681" y="443"/>
                </a:lnTo>
                <a:lnTo>
                  <a:pt x="3062" y="443"/>
                </a:lnTo>
                <a:lnTo>
                  <a:pt x="3443" y="443"/>
                </a:lnTo>
                <a:lnTo>
                  <a:pt x="3824" y="443"/>
                </a:lnTo>
                <a:lnTo>
                  <a:pt x="4205" y="443"/>
                </a:lnTo>
                <a:lnTo>
                  <a:pt x="4205" y="621"/>
                </a:lnTo>
                <a:lnTo>
                  <a:pt x="4586" y="621"/>
                </a:lnTo>
                <a:lnTo>
                  <a:pt x="4966" y="621"/>
                </a:lnTo>
                <a:lnTo>
                  <a:pt x="5363" y="887"/>
                </a:lnTo>
                <a:lnTo>
                  <a:pt x="5744" y="887"/>
                </a:lnTo>
                <a:lnTo>
                  <a:pt x="6125" y="887"/>
                </a:lnTo>
                <a:lnTo>
                  <a:pt x="6506" y="1065"/>
                </a:lnTo>
                <a:lnTo>
                  <a:pt x="6886" y="1065"/>
                </a:lnTo>
                <a:lnTo>
                  <a:pt x="7267" y="1065"/>
                </a:lnTo>
                <a:lnTo>
                  <a:pt x="7267" y="1331"/>
                </a:lnTo>
                <a:lnTo>
                  <a:pt x="7648" y="1331"/>
                </a:lnTo>
                <a:lnTo>
                  <a:pt x="8045" y="1331"/>
                </a:lnTo>
                <a:lnTo>
                  <a:pt x="8426" y="1331"/>
                </a:lnTo>
                <a:lnTo>
                  <a:pt x="8426" y="1508"/>
                </a:lnTo>
                <a:lnTo>
                  <a:pt x="8807" y="1508"/>
                </a:lnTo>
                <a:lnTo>
                  <a:pt x="9187" y="1508"/>
                </a:lnTo>
                <a:lnTo>
                  <a:pt x="9568" y="1508"/>
                </a:lnTo>
                <a:lnTo>
                  <a:pt x="9949" y="1508"/>
                </a:lnTo>
                <a:lnTo>
                  <a:pt x="10330" y="1508"/>
                </a:lnTo>
                <a:lnTo>
                  <a:pt x="10727" y="1775"/>
                </a:lnTo>
                <a:lnTo>
                  <a:pt x="11108" y="1775"/>
                </a:lnTo>
                <a:lnTo>
                  <a:pt x="11488" y="1775"/>
                </a:lnTo>
                <a:lnTo>
                  <a:pt x="11488" y="1952"/>
                </a:lnTo>
                <a:lnTo>
                  <a:pt x="11869" y="1952"/>
                </a:lnTo>
                <a:lnTo>
                  <a:pt x="12250" y="1952"/>
                </a:lnTo>
                <a:lnTo>
                  <a:pt x="12631" y="1952"/>
                </a:lnTo>
                <a:lnTo>
                  <a:pt x="12631" y="2130"/>
                </a:lnTo>
                <a:lnTo>
                  <a:pt x="13028" y="2130"/>
                </a:lnTo>
                <a:lnTo>
                  <a:pt x="13409" y="2130"/>
                </a:lnTo>
                <a:lnTo>
                  <a:pt x="13409" y="2396"/>
                </a:lnTo>
              </a:path>
            </a:pathLst>
          </a:custGeom>
          <a:ln w="221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591265" y="2615133"/>
            <a:ext cx="13789" cy="2307"/>
          </a:xfrm>
          <a:custGeom>
            <a:avLst/>
            <a:gdLst/>
            <a:ahLst/>
            <a:cxnLst/>
            <a:rect l="l" t="t" r="r" b="b"/>
            <a:pathLst>
              <a:path w="13789" h="2307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1142" y="0"/>
                </a:lnTo>
                <a:lnTo>
                  <a:pt x="1142" y="177"/>
                </a:lnTo>
                <a:lnTo>
                  <a:pt x="1523" y="177"/>
                </a:lnTo>
                <a:lnTo>
                  <a:pt x="1904" y="177"/>
                </a:lnTo>
                <a:lnTo>
                  <a:pt x="2300" y="177"/>
                </a:lnTo>
                <a:lnTo>
                  <a:pt x="2300" y="443"/>
                </a:lnTo>
                <a:lnTo>
                  <a:pt x="2681" y="443"/>
                </a:lnTo>
                <a:lnTo>
                  <a:pt x="3062" y="443"/>
                </a:lnTo>
                <a:lnTo>
                  <a:pt x="3443" y="443"/>
                </a:lnTo>
                <a:lnTo>
                  <a:pt x="3824" y="443"/>
                </a:lnTo>
                <a:lnTo>
                  <a:pt x="4205" y="443"/>
                </a:lnTo>
                <a:lnTo>
                  <a:pt x="4205" y="621"/>
                </a:lnTo>
                <a:lnTo>
                  <a:pt x="4586" y="621"/>
                </a:lnTo>
                <a:lnTo>
                  <a:pt x="4982" y="621"/>
                </a:lnTo>
                <a:lnTo>
                  <a:pt x="5363" y="798"/>
                </a:lnTo>
                <a:lnTo>
                  <a:pt x="5744" y="798"/>
                </a:lnTo>
                <a:lnTo>
                  <a:pt x="6125" y="798"/>
                </a:lnTo>
                <a:lnTo>
                  <a:pt x="6125" y="1065"/>
                </a:lnTo>
                <a:lnTo>
                  <a:pt x="6506" y="1065"/>
                </a:lnTo>
                <a:lnTo>
                  <a:pt x="6886" y="1065"/>
                </a:lnTo>
                <a:lnTo>
                  <a:pt x="7267" y="1242"/>
                </a:lnTo>
                <a:lnTo>
                  <a:pt x="7664" y="1242"/>
                </a:lnTo>
                <a:lnTo>
                  <a:pt x="8045" y="1242"/>
                </a:lnTo>
                <a:lnTo>
                  <a:pt x="8426" y="1508"/>
                </a:lnTo>
                <a:lnTo>
                  <a:pt x="8807" y="1508"/>
                </a:lnTo>
                <a:lnTo>
                  <a:pt x="9187" y="1508"/>
                </a:lnTo>
                <a:lnTo>
                  <a:pt x="9568" y="1508"/>
                </a:lnTo>
                <a:lnTo>
                  <a:pt x="9949" y="1508"/>
                </a:lnTo>
                <a:lnTo>
                  <a:pt x="10346" y="1686"/>
                </a:lnTo>
                <a:lnTo>
                  <a:pt x="10727" y="1686"/>
                </a:lnTo>
                <a:lnTo>
                  <a:pt x="11108" y="1686"/>
                </a:lnTo>
                <a:lnTo>
                  <a:pt x="11108" y="1952"/>
                </a:lnTo>
                <a:lnTo>
                  <a:pt x="11488" y="1952"/>
                </a:lnTo>
                <a:lnTo>
                  <a:pt x="11869" y="1952"/>
                </a:lnTo>
                <a:lnTo>
                  <a:pt x="12250" y="1952"/>
                </a:lnTo>
                <a:lnTo>
                  <a:pt x="12250" y="2130"/>
                </a:lnTo>
                <a:lnTo>
                  <a:pt x="12647" y="2130"/>
                </a:lnTo>
                <a:lnTo>
                  <a:pt x="13028" y="2130"/>
                </a:lnTo>
                <a:lnTo>
                  <a:pt x="13028" y="2307"/>
                </a:lnTo>
                <a:lnTo>
                  <a:pt x="13409" y="2307"/>
                </a:lnTo>
                <a:lnTo>
                  <a:pt x="13789" y="2307"/>
                </a:lnTo>
              </a:path>
            </a:pathLst>
          </a:custGeom>
          <a:ln w="221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605054" y="2617440"/>
            <a:ext cx="13409" cy="2573"/>
          </a:xfrm>
          <a:custGeom>
            <a:avLst/>
            <a:gdLst/>
            <a:ahLst/>
            <a:cxnLst/>
            <a:rect l="l" t="t" r="r" b="b"/>
            <a:pathLst>
              <a:path w="13409" h="2573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42" y="266"/>
                </a:lnTo>
                <a:lnTo>
                  <a:pt x="1142" y="443"/>
                </a:lnTo>
                <a:lnTo>
                  <a:pt x="1539" y="443"/>
                </a:lnTo>
                <a:lnTo>
                  <a:pt x="1920" y="443"/>
                </a:lnTo>
                <a:lnTo>
                  <a:pt x="2300" y="443"/>
                </a:lnTo>
                <a:lnTo>
                  <a:pt x="2681" y="443"/>
                </a:lnTo>
                <a:lnTo>
                  <a:pt x="3062" y="443"/>
                </a:lnTo>
                <a:lnTo>
                  <a:pt x="3062" y="710"/>
                </a:lnTo>
                <a:lnTo>
                  <a:pt x="3443" y="710"/>
                </a:lnTo>
                <a:lnTo>
                  <a:pt x="3824" y="710"/>
                </a:lnTo>
                <a:lnTo>
                  <a:pt x="4221" y="710"/>
                </a:lnTo>
                <a:lnTo>
                  <a:pt x="4221" y="887"/>
                </a:lnTo>
                <a:lnTo>
                  <a:pt x="4601" y="887"/>
                </a:lnTo>
                <a:lnTo>
                  <a:pt x="4982" y="887"/>
                </a:lnTo>
                <a:lnTo>
                  <a:pt x="4982" y="1065"/>
                </a:lnTo>
                <a:lnTo>
                  <a:pt x="5363" y="1065"/>
                </a:lnTo>
                <a:lnTo>
                  <a:pt x="5744" y="1065"/>
                </a:lnTo>
                <a:lnTo>
                  <a:pt x="6125" y="1065"/>
                </a:lnTo>
                <a:lnTo>
                  <a:pt x="6125" y="1331"/>
                </a:lnTo>
                <a:lnTo>
                  <a:pt x="6506" y="1331"/>
                </a:lnTo>
                <a:lnTo>
                  <a:pt x="6902" y="1331"/>
                </a:lnTo>
                <a:lnTo>
                  <a:pt x="7283" y="1331"/>
                </a:lnTo>
                <a:lnTo>
                  <a:pt x="7283" y="1508"/>
                </a:lnTo>
                <a:lnTo>
                  <a:pt x="7664" y="1508"/>
                </a:lnTo>
                <a:lnTo>
                  <a:pt x="8045" y="1508"/>
                </a:lnTo>
                <a:lnTo>
                  <a:pt x="8426" y="1508"/>
                </a:lnTo>
                <a:lnTo>
                  <a:pt x="8807" y="1508"/>
                </a:lnTo>
                <a:lnTo>
                  <a:pt x="9187" y="1775"/>
                </a:lnTo>
                <a:lnTo>
                  <a:pt x="9584" y="1775"/>
                </a:lnTo>
                <a:lnTo>
                  <a:pt x="9584" y="1952"/>
                </a:lnTo>
                <a:lnTo>
                  <a:pt x="9965" y="1952"/>
                </a:lnTo>
                <a:lnTo>
                  <a:pt x="10346" y="1952"/>
                </a:lnTo>
                <a:lnTo>
                  <a:pt x="10727" y="1952"/>
                </a:lnTo>
                <a:lnTo>
                  <a:pt x="10727" y="2218"/>
                </a:lnTo>
                <a:lnTo>
                  <a:pt x="11108" y="2218"/>
                </a:lnTo>
                <a:lnTo>
                  <a:pt x="11488" y="2218"/>
                </a:lnTo>
                <a:lnTo>
                  <a:pt x="11488" y="2218"/>
                </a:lnTo>
                <a:lnTo>
                  <a:pt x="11488" y="2396"/>
                </a:lnTo>
                <a:lnTo>
                  <a:pt x="11885" y="2396"/>
                </a:lnTo>
                <a:lnTo>
                  <a:pt x="12266" y="2396"/>
                </a:lnTo>
                <a:lnTo>
                  <a:pt x="12647" y="2396"/>
                </a:lnTo>
                <a:lnTo>
                  <a:pt x="12647" y="2573"/>
                </a:lnTo>
                <a:lnTo>
                  <a:pt x="13028" y="2573"/>
                </a:lnTo>
                <a:lnTo>
                  <a:pt x="13409" y="2573"/>
                </a:lnTo>
              </a:path>
            </a:pathLst>
          </a:custGeom>
          <a:ln w="22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618464" y="2620014"/>
            <a:ext cx="13789" cy="2573"/>
          </a:xfrm>
          <a:custGeom>
            <a:avLst/>
            <a:gdLst/>
            <a:ahLst/>
            <a:cxnLst/>
            <a:rect l="l" t="t" r="r" b="b"/>
            <a:pathLst>
              <a:path w="13789" h="2573">
                <a:moveTo>
                  <a:pt x="0" y="0"/>
                </a:moveTo>
                <a:lnTo>
                  <a:pt x="0" y="266"/>
                </a:lnTo>
                <a:lnTo>
                  <a:pt x="380" y="266"/>
                </a:lnTo>
                <a:lnTo>
                  <a:pt x="761" y="266"/>
                </a:lnTo>
                <a:lnTo>
                  <a:pt x="1158" y="266"/>
                </a:lnTo>
                <a:lnTo>
                  <a:pt x="1539" y="266"/>
                </a:lnTo>
                <a:lnTo>
                  <a:pt x="1920" y="266"/>
                </a:lnTo>
                <a:lnTo>
                  <a:pt x="2300" y="266"/>
                </a:lnTo>
                <a:lnTo>
                  <a:pt x="2300" y="443"/>
                </a:lnTo>
                <a:lnTo>
                  <a:pt x="2681" y="443"/>
                </a:lnTo>
                <a:lnTo>
                  <a:pt x="3062" y="443"/>
                </a:lnTo>
                <a:lnTo>
                  <a:pt x="3062" y="710"/>
                </a:lnTo>
                <a:lnTo>
                  <a:pt x="3443" y="710"/>
                </a:lnTo>
                <a:lnTo>
                  <a:pt x="3840" y="710"/>
                </a:lnTo>
                <a:lnTo>
                  <a:pt x="3840" y="710"/>
                </a:lnTo>
                <a:lnTo>
                  <a:pt x="4221" y="887"/>
                </a:lnTo>
                <a:lnTo>
                  <a:pt x="4601" y="887"/>
                </a:lnTo>
                <a:lnTo>
                  <a:pt x="4601" y="1065"/>
                </a:lnTo>
                <a:lnTo>
                  <a:pt x="4982" y="1065"/>
                </a:lnTo>
                <a:lnTo>
                  <a:pt x="5363" y="1065"/>
                </a:lnTo>
                <a:lnTo>
                  <a:pt x="5744" y="1065"/>
                </a:lnTo>
                <a:lnTo>
                  <a:pt x="5744" y="1331"/>
                </a:lnTo>
                <a:lnTo>
                  <a:pt x="6125" y="1331"/>
                </a:lnTo>
                <a:lnTo>
                  <a:pt x="6522" y="1331"/>
                </a:lnTo>
                <a:lnTo>
                  <a:pt x="6902" y="1331"/>
                </a:lnTo>
                <a:lnTo>
                  <a:pt x="7283" y="1331"/>
                </a:lnTo>
                <a:lnTo>
                  <a:pt x="7664" y="1331"/>
                </a:lnTo>
                <a:lnTo>
                  <a:pt x="7664" y="1508"/>
                </a:lnTo>
                <a:lnTo>
                  <a:pt x="8045" y="1508"/>
                </a:lnTo>
                <a:lnTo>
                  <a:pt x="8426" y="1508"/>
                </a:lnTo>
                <a:lnTo>
                  <a:pt x="8426" y="1775"/>
                </a:lnTo>
                <a:lnTo>
                  <a:pt x="8807" y="1775"/>
                </a:lnTo>
                <a:lnTo>
                  <a:pt x="9203" y="1775"/>
                </a:lnTo>
                <a:lnTo>
                  <a:pt x="9584" y="1952"/>
                </a:lnTo>
                <a:lnTo>
                  <a:pt x="9965" y="1952"/>
                </a:lnTo>
                <a:lnTo>
                  <a:pt x="10346" y="1952"/>
                </a:lnTo>
                <a:lnTo>
                  <a:pt x="10346" y="2218"/>
                </a:lnTo>
                <a:lnTo>
                  <a:pt x="10727" y="2218"/>
                </a:lnTo>
                <a:lnTo>
                  <a:pt x="11108" y="2218"/>
                </a:lnTo>
                <a:lnTo>
                  <a:pt x="11108" y="2396"/>
                </a:lnTo>
                <a:lnTo>
                  <a:pt x="11504" y="2396"/>
                </a:lnTo>
                <a:lnTo>
                  <a:pt x="11885" y="2396"/>
                </a:lnTo>
                <a:lnTo>
                  <a:pt x="12266" y="2396"/>
                </a:lnTo>
                <a:lnTo>
                  <a:pt x="12266" y="2573"/>
                </a:lnTo>
                <a:lnTo>
                  <a:pt x="12647" y="2573"/>
                </a:lnTo>
                <a:lnTo>
                  <a:pt x="13028" y="2573"/>
                </a:lnTo>
                <a:lnTo>
                  <a:pt x="13409" y="2573"/>
                </a:lnTo>
                <a:lnTo>
                  <a:pt x="13789" y="2573"/>
                </a:lnTo>
              </a:path>
            </a:pathLst>
          </a:custGeom>
          <a:ln w="222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632253" y="2622588"/>
            <a:ext cx="13424" cy="3017"/>
          </a:xfrm>
          <a:custGeom>
            <a:avLst/>
            <a:gdLst/>
            <a:ahLst/>
            <a:cxnLst/>
            <a:rect l="l" t="t" r="r" b="b"/>
            <a:pathLst>
              <a:path w="13424" h="3017">
                <a:moveTo>
                  <a:pt x="0" y="0"/>
                </a:moveTo>
                <a:lnTo>
                  <a:pt x="396" y="266"/>
                </a:lnTo>
                <a:lnTo>
                  <a:pt x="777" y="266"/>
                </a:lnTo>
                <a:lnTo>
                  <a:pt x="777" y="443"/>
                </a:lnTo>
                <a:lnTo>
                  <a:pt x="1158" y="443"/>
                </a:lnTo>
                <a:lnTo>
                  <a:pt x="1539" y="443"/>
                </a:lnTo>
                <a:lnTo>
                  <a:pt x="1920" y="443"/>
                </a:lnTo>
                <a:lnTo>
                  <a:pt x="1920" y="710"/>
                </a:lnTo>
                <a:lnTo>
                  <a:pt x="2300" y="710"/>
                </a:lnTo>
                <a:lnTo>
                  <a:pt x="2681" y="710"/>
                </a:lnTo>
                <a:lnTo>
                  <a:pt x="3078" y="710"/>
                </a:lnTo>
                <a:lnTo>
                  <a:pt x="3078" y="887"/>
                </a:lnTo>
                <a:lnTo>
                  <a:pt x="3459" y="887"/>
                </a:lnTo>
                <a:lnTo>
                  <a:pt x="3459" y="887"/>
                </a:lnTo>
                <a:lnTo>
                  <a:pt x="3840" y="1065"/>
                </a:lnTo>
                <a:lnTo>
                  <a:pt x="4221" y="1065"/>
                </a:lnTo>
                <a:lnTo>
                  <a:pt x="4601" y="1065"/>
                </a:lnTo>
                <a:lnTo>
                  <a:pt x="4982" y="1065"/>
                </a:lnTo>
                <a:lnTo>
                  <a:pt x="5363" y="1065"/>
                </a:lnTo>
                <a:lnTo>
                  <a:pt x="5363" y="1331"/>
                </a:lnTo>
                <a:lnTo>
                  <a:pt x="5760" y="1331"/>
                </a:lnTo>
                <a:lnTo>
                  <a:pt x="6141" y="1331"/>
                </a:lnTo>
                <a:lnTo>
                  <a:pt x="6522" y="1331"/>
                </a:lnTo>
                <a:lnTo>
                  <a:pt x="6522" y="1508"/>
                </a:lnTo>
                <a:lnTo>
                  <a:pt x="6902" y="1508"/>
                </a:lnTo>
                <a:lnTo>
                  <a:pt x="7283" y="1508"/>
                </a:lnTo>
                <a:lnTo>
                  <a:pt x="7283" y="1508"/>
                </a:lnTo>
                <a:lnTo>
                  <a:pt x="7283" y="1775"/>
                </a:lnTo>
                <a:lnTo>
                  <a:pt x="7664" y="1775"/>
                </a:lnTo>
                <a:lnTo>
                  <a:pt x="8045" y="1775"/>
                </a:lnTo>
                <a:lnTo>
                  <a:pt x="8045" y="1952"/>
                </a:lnTo>
                <a:lnTo>
                  <a:pt x="8442" y="1952"/>
                </a:lnTo>
                <a:lnTo>
                  <a:pt x="8822" y="1952"/>
                </a:lnTo>
                <a:lnTo>
                  <a:pt x="9203" y="1952"/>
                </a:lnTo>
                <a:lnTo>
                  <a:pt x="9203" y="2130"/>
                </a:lnTo>
                <a:lnTo>
                  <a:pt x="9584" y="2130"/>
                </a:lnTo>
                <a:lnTo>
                  <a:pt x="9965" y="2130"/>
                </a:lnTo>
                <a:lnTo>
                  <a:pt x="9965" y="2396"/>
                </a:lnTo>
                <a:lnTo>
                  <a:pt x="10346" y="2396"/>
                </a:lnTo>
                <a:lnTo>
                  <a:pt x="10743" y="2396"/>
                </a:lnTo>
                <a:lnTo>
                  <a:pt x="11123" y="2396"/>
                </a:lnTo>
                <a:lnTo>
                  <a:pt x="11504" y="2396"/>
                </a:lnTo>
                <a:lnTo>
                  <a:pt x="11504" y="2573"/>
                </a:lnTo>
                <a:lnTo>
                  <a:pt x="11885" y="2573"/>
                </a:lnTo>
                <a:lnTo>
                  <a:pt x="12266" y="2573"/>
                </a:lnTo>
                <a:lnTo>
                  <a:pt x="12647" y="2573"/>
                </a:lnTo>
                <a:lnTo>
                  <a:pt x="12647" y="2840"/>
                </a:lnTo>
                <a:lnTo>
                  <a:pt x="13028" y="2840"/>
                </a:lnTo>
                <a:lnTo>
                  <a:pt x="13424" y="2840"/>
                </a:lnTo>
                <a:lnTo>
                  <a:pt x="13424" y="3017"/>
                </a:lnTo>
              </a:path>
            </a:pathLst>
          </a:custGeom>
          <a:ln w="224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645678" y="2625606"/>
            <a:ext cx="13789" cy="2840"/>
          </a:xfrm>
          <a:custGeom>
            <a:avLst/>
            <a:gdLst/>
            <a:ahLst/>
            <a:cxnLst/>
            <a:rect l="l" t="t" r="r" b="b"/>
            <a:pathLst>
              <a:path w="13789" h="2840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266"/>
                </a:lnTo>
                <a:lnTo>
                  <a:pt x="1142" y="266"/>
                </a:lnTo>
                <a:lnTo>
                  <a:pt x="1523" y="266"/>
                </a:lnTo>
                <a:lnTo>
                  <a:pt x="1904" y="266"/>
                </a:lnTo>
                <a:lnTo>
                  <a:pt x="1904" y="443"/>
                </a:lnTo>
                <a:lnTo>
                  <a:pt x="2285" y="443"/>
                </a:lnTo>
                <a:lnTo>
                  <a:pt x="2681" y="443"/>
                </a:lnTo>
                <a:lnTo>
                  <a:pt x="3062" y="443"/>
                </a:lnTo>
                <a:lnTo>
                  <a:pt x="3443" y="443"/>
                </a:lnTo>
                <a:lnTo>
                  <a:pt x="3443" y="621"/>
                </a:lnTo>
                <a:lnTo>
                  <a:pt x="3824" y="621"/>
                </a:lnTo>
                <a:lnTo>
                  <a:pt x="4205" y="621"/>
                </a:lnTo>
                <a:lnTo>
                  <a:pt x="4205" y="887"/>
                </a:lnTo>
                <a:lnTo>
                  <a:pt x="4586" y="887"/>
                </a:lnTo>
                <a:lnTo>
                  <a:pt x="4966" y="887"/>
                </a:lnTo>
                <a:lnTo>
                  <a:pt x="4966" y="1065"/>
                </a:lnTo>
                <a:lnTo>
                  <a:pt x="5363" y="1065"/>
                </a:lnTo>
                <a:lnTo>
                  <a:pt x="5744" y="1065"/>
                </a:lnTo>
                <a:lnTo>
                  <a:pt x="6125" y="1065"/>
                </a:lnTo>
                <a:lnTo>
                  <a:pt x="6125" y="1331"/>
                </a:lnTo>
                <a:lnTo>
                  <a:pt x="6506" y="1331"/>
                </a:lnTo>
                <a:lnTo>
                  <a:pt x="6886" y="1508"/>
                </a:lnTo>
                <a:lnTo>
                  <a:pt x="7267" y="1508"/>
                </a:lnTo>
                <a:lnTo>
                  <a:pt x="7648" y="1508"/>
                </a:lnTo>
                <a:lnTo>
                  <a:pt x="7648" y="1686"/>
                </a:lnTo>
                <a:lnTo>
                  <a:pt x="8045" y="1686"/>
                </a:lnTo>
                <a:lnTo>
                  <a:pt x="8426" y="1686"/>
                </a:lnTo>
                <a:lnTo>
                  <a:pt x="8807" y="1686"/>
                </a:lnTo>
                <a:lnTo>
                  <a:pt x="9187" y="1686"/>
                </a:lnTo>
                <a:lnTo>
                  <a:pt x="9568" y="1952"/>
                </a:lnTo>
                <a:lnTo>
                  <a:pt x="9949" y="1952"/>
                </a:lnTo>
                <a:lnTo>
                  <a:pt x="10346" y="1952"/>
                </a:lnTo>
                <a:lnTo>
                  <a:pt x="10346" y="2130"/>
                </a:lnTo>
                <a:lnTo>
                  <a:pt x="10727" y="2130"/>
                </a:lnTo>
                <a:lnTo>
                  <a:pt x="11108" y="2130"/>
                </a:lnTo>
                <a:lnTo>
                  <a:pt x="11108" y="2396"/>
                </a:lnTo>
                <a:lnTo>
                  <a:pt x="11488" y="2396"/>
                </a:lnTo>
                <a:lnTo>
                  <a:pt x="11869" y="2396"/>
                </a:lnTo>
                <a:lnTo>
                  <a:pt x="11869" y="2573"/>
                </a:lnTo>
                <a:lnTo>
                  <a:pt x="12250" y="2573"/>
                </a:lnTo>
                <a:lnTo>
                  <a:pt x="12631" y="2573"/>
                </a:lnTo>
                <a:lnTo>
                  <a:pt x="12631" y="2840"/>
                </a:lnTo>
                <a:lnTo>
                  <a:pt x="13028" y="2840"/>
                </a:lnTo>
                <a:lnTo>
                  <a:pt x="13409" y="2840"/>
                </a:lnTo>
                <a:lnTo>
                  <a:pt x="13789" y="2840"/>
                </a:lnTo>
              </a:path>
            </a:pathLst>
          </a:custGeom>
          <a:ln w="223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659468" y="2628446"/>
            <a:ext cx="13409" cy="2928"/>
          </a:xfrm>
          <a:custGeom>
            <a:avLst/>
            <a:gdLst/>
            <a:ahLst/>
            <a:cxnLst/>
            <a:rect l="l" t="t" r="r" b="b"/>
            <a:pathLst>
              <a:path w="13409" h="2928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0"/>
                </a:lnTo>
                <a:lnTo>
                  <a:pt x="761" y="177"/>
                </a:lnTo>
                <a:lnTo>
                  <a:pt x="1142" y="177"/>
                </a:lnTo>
                <a:lnTo>
                  <a:pt x="1523" y="177"/>
                </a:lnTo>
                <a:lnTo>
                  <a:pt x="1523" y="355"/>
                </a:lnTo>
                <a:lnTo>
                  <a:pt x="1920" y="355"/>
                </a:lnTo>
                <a:lnTo>
                  <a:pt x="2300" y="355"/>
                </a:lnTo>
                <a:lnTo>
                  <a:pt x="2681" y="621"/>
                </a:lnTo>
                <a:lnTo>
                  <a:pt x="3062" y="621"/>
                </a:lnTo>
                <a:lnTo>
                  <a:pt x="3062" y="798"/>
                </a:lnTo>
                <a:lnTo>
                  <a:pt x="3443" y="798"/>
                </a:lnTo>
                <a:lnTo>
                  <a:pt x="3824" y="798"/>
                </a:lnTo>
                <a:lnTo>
                  <a:pt x="4205" y="1065"/>
                </a:lnTo>
                <a:lnTo>
                  <a:pt x="4601" y="1065"/>
                </a:lnTo>
                <a:lnTo>
                  <a:pt x="4982" y="1065"/>
                </a:lnTo>
                <a:lnTo>
                  <a:pt x="4982" y="1242"/>
                </a:lnTo>
                <a:lnTo>
                  <a:pt x="5363" y="1242"/>
                </a:lnTo>
                <a:lnTo>
                  <a:pt x="5744" y="1242"/>
                </a:lnTo>
                <a:lnTo>
                  <a:pt x="6125" y="1242"/>
                </a:lnTo>
                <a:lnTo>
                  <a:pt x="6506" y="1242"/>
                </a:lnTo>
                <a:lnTo>
                  <a:pt x="6506" y="1420"/>
                </a:lnTo>
                <a:lnTo>
                  <a:pt x="6886" y="1420"/>
                </a:lnTo>
                <a:lnTo>
                  <a:pt x="7283" y="1420"/>
                </a:lnTo>
                <a:lnTo>
                  <a:pt x="7283" y="1686"/>
                </a:lnTo>
                <a:lnTo>
                  <a:pt x="7664" y="1686"/>
                </a:lnTo>
                <a:lnTo>
                  <a:pt x="8045" y="1686"/>
                </a:lnTo>
                <a:lnTo>
                  <a:pt x="8045" y="1863"/>
                </a:lnTo>
                <a:lnTo>
                  <a:pt x="8426" y="1863"/>
                </a:lnTo>
                <a:lnTo>
                  <a:pt x="8807" y="1863"/>
                </a:lnTo>
                <a:lnTo>
                  <a:pt x="9187" y="1863"/>
                </a:lnTo>
                <a:lnTo>
                  <a:pt x="9187" y="1863"/>
                </a:lnTo>
                <a:lnTo>
                  <a:pt x="9187" y="2130"/>
                </a:lnTo>
                <a:lnTo>
                  <a:pt x="9584" y="2130"/>
                </a:lnTo>
                <a:lnTo>
                  <a:pt x="9584" y="2307"/>
                </a:lnTo>
                <a:lnTo>
                  <a:pt x="9965" y="2307"/>
                </a:lnTo>
                <a:lnTo>
                  <a:pt x="10346" y="2307"/>
                </a:lnTo>
                <a:lnTo>
                  <a:pt x="10727" y="2307"/>
                </a:lnTo>
                <a:lnTo>
                  <a:pt x="11108" y="2307"/>
                </a:lnTo>
                <a:lnTo>
                  <a:pt x="11108" y="2307"/>
                </a:lnTo>
                <a:lnTo>
                  <a:pt x="11488" y="2573"/>
                </a:lnTo>
                <a:lnTo>
                  <a:pt x="11869" y="2573"/>
                </a:lnTo>
                <a:lnTo>
                  <a:pt x="12266" y="2573"/>
                </a:lnTo>
                <a:lnTo>
                  <a:pt x="12266" y="2751"/>
                </a:lnTo>
                <a:lnTo>
                  <a:pt x="12647" y="2751"/>
                </a:lnTo>
                <a:lnTo>
                  <a:pt x="13028" y="2751"/>
                </a:lnTo>
                <a:lnTo>
                  <a:pt x="13409" y="2928"/>
                </a:lnTo>
              </a:path>
            </a:pathLst>
          </a:custGeom>
          <a:ln w="224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672877" y="2631375"/>
            <a:ext cx="13409" cy="3017"/>
          </a:xfrm>
          <a:custGeom>
            <a:avLst/>
            <a:gdLst/>
            <a:ahLst/>
            <a:cxnLst/>
            <a:rect l="l" t="t" r="r" b="b"/>
            <a:pathLst>
              <a:path w="13409" h="3017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42" y="266"/>
                </a:lnTo>
                <a:lnTo>
                  <a:pt x="1539" y="443"/>
                </a:lnTo>
                <a:lnTo>
                  <a:pt x="1920" y="443"/>
                </a:lnTo>
                <a:lnTo>
                  <a:pt x="1920" y="710"/>
                </a:lnTo>
                <a:lnTo>
                  <a:pt x="2300" y="710"/>
                </a:lnTo>
                <a:lnTo>
                  <a:pt x="2681" y="710"/>
                </a:lnTo>
                <a:lnTo>
                  <a:pt x="3062" y="710"/>
                </a:lnTo>
                <a:lnTo>
                  <a:pt x="3443" y="710"/>
                </a:lnTo>
                <a:lnTo>
                  <a:pt x="3824" y="710"/>
                </a:lnTo>
                <a:lnTo>
                  <a:pt x="3824" y="887"/>
                </a:lnTo>
                <a:lnTo>
                  <a:pt x="4221" y="887"/>
                </a:lnTo>
                <a:lnTo>
                  <a:pt x="4601" y="887"/>
                </a:lnTo>
                <a:lnTo>
                  <a:pt x="4601" y="1065"/>
                </a:lnTo>
                <a:lnTo>
                  <a:pt x="4982" y="1065"/>
                </a:lnTo>
                <a:lnTo>
                  <a:pt x="5363" y="1065"/>
                </a:lnTo>
                <a:lnTo>
                  <a:pt x="5363" y="1065"/>
                </a:lnTo>
                <a:lnTo>
                  <a:pt x="5363" y="1331"/>
                </a:lnTo>
                <a:lnTo>
                  <a:pt x="5744" y="1331"/>
                </a:lnTo>
                <a:lnTo>
                  <a:pt x="6125" y="1331"/>
                </a:lnTo>
                <a:lnTo>
                  <a:pt x="6125" y="1508"/>
                </a:lnTo>
                <a:lnTo>
                  <a:pt x="6506" y="1508"/>
                </a:lnTo>
                <a:lnTo>
                  <a:pt x="6902" y="1508"/>
                </a:lnTo>
                <a:lnTo>
                  <a:pt x="6902" y="1775"/>
                </a:lnTo>
                <a:lnTo>
                  <a:pt x="7283" y="1775"/>
                </a:lnTo>
                <a:lnTo>
                  <a:pt x="7664" y="1775"/>
                </a:lnTo>
                <a:lnTo>
                  <a:pt x="8045" y="1775"/>
                </a:lnTo>
                <a:lnTo>
                  <a:pt x="8426" y="1775"/>
                </a:lnTo>
                <a:lnTo>
                  <a:pt x="8426" y="1952"/>
                </a:lnTo>
                <a:lnTo>
                  <a:pt x="8807" y="1952"/>
                </a:lnTo>
                <a:lnTo>
                  <a:pt x="9203" y="1952"/>
                </a:lnTo>
                <a:lnTo>
                  <a:pt x="9203" y="2218"/>
                </a:lnTo>
                <a:lnTo>
                  <a:pt x="9584" y="2218"/>
                </a:lnTo>
                <a:lnTo>
                  <a:pt x="9965" y="2218"/>
                </a:lnTo>
                <a:lnTo>
                  <a:pt x="10346" y="2218"/>
                </a:lnTo>
                <a:lnTo>
                  <a:pt x="10346" y="2218"/>
                </a:lnTo>
                <a:lnTo>
                  <a:pt x="10346" y="2396"/>
                </a:lnTo>
                <a:lnTo>
                  <a:pt x="10727" y="2396"/>
                </a:lnTo>
                <a:lnTo>
                  <a:pt x="10727" y="2573"/>
                </a:lnTo>
                <a:lnTo>
                  <a:pt x="11108" y="2573"/>
                </a:lnTo>
                <a:lnTo>
                  <a:pt x="11488" y="2573"/>
                </a:lnTo>
                <a:lnTo>
                  <a:pt x="11885" y="2573"/>
                </a:lnTo>
                <a:lnTo>
                  <a:pt x="11885" y="2840"/>
                </a:lnTo>
                <a:lnTo>
                  <a:pt x="12266" y="2840"/>
                </a:lnTo>
                <a:lnTo>
                  <a:pt x="12647" y="2840"/>
                </a:lnTo>
                <a:lnTo>
                  <a:pt x="12647" y="3017"/>
                </a:lnTo>
                <a:lnTo>
                  <a:pt x="13028" y="3017"/>
                </a:lnTo>
                <a:lnTo>
                  <a:pt x="13409" y="3017"/>
                </a:lnTo>
              </a:path>
            </a:pathLst>
          </a:custGeom>
          <a:ln w="224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686286" y="2634393"/>
            <a:ext cx="13789" cy="3195"/>
          </a:xfrm>
          <a:custGeom>
            <a:avLst/>
            <a:gdLst/>
            <a:ahLst/>
            <a:cxnLst/>
            <a:rect l="l" t="t" r="r" b="b"/>
            <a:pathLst>
              <a:path w="13789" h="3195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0"/>
                </a:lnTo>
                <a:lnTo>
                  <a:pt x="761" y="266"/>
                </a:lnTo>
                <a:lnTo>
                  <a:pt x="1158" y="266"/>
                </a:lnTo>
                <a:lnTo>
                  <a:pt x="1539" y="443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681" y="621"/>
                </a:lnTo>
                <a:lnTo>
                  <a:pt x="3062" y="621"/>
                </a:lnTo>
                <a:lnTo>
                  <a:pt x="3062" y="887"/>
                </a:lnTo>
                <a:lnTo>
                  <a:pt x="3443" y="887"/>
                </a:lnTo>
                <a:lnTo>
                  <a:pt x="3840" y="887"/>
                </a:lnTo>
                <a:lnTo>
                  <a:pt x="3840" y="1065"/>
                </a:lnTo>
                <a:lnTo>
                  <a:pt x="4221" y="1065"/>
                </a:lnTo>
                <a:lnTo>
                  <a:pt x="4601" y="1065"/>
                </a:lnTo>
                <a:lnTo>
                  <a:pt x="4982" y="1065"/>
                </a:lnTo>
                <a:lnTo>
                  <a:pt x="5363" y="1065"/>
                </a:lnTo>
                <a:lnTo>
                  <a:pt x="5363" y="1065"/>
                </a:lnTo>
                <a:lnTo>
                  <a:pt x="5363" y="1331"/>
                </a:lnTo>
                <a:lnTo>
                  <a:pt x="5744" y="1331"/>
                </a:lnTo>
                <a:lnTo>
                  <a:pt x="6125" y="1331"/>
                </a:lnTo>
                <a:lnTo>
                  <a:pt x="6125" y="1508"/>
                </a:lnTo>
                <a:lnTo>
                  <a:pt x="6522" y="1508"/>
                </a:lnTo>
                <a:lnTo>
                  <a:pt x="6902" y="1508"/>
                </a:lnTo>
                <a:lnTo>
                  <a:pt x="7283" y="1775"/>
                </a:lnTo>
                <a:lnTo>
                  <a:pt x="7664" y="1775"/>
                </a:lnTo>
                <a:lnTo>
                  <a:pt x="7664" y="1952"/>
                </a:lnTo>
                <a:lnTo>
                  <a:pt x="8045" y="1952"/>
                </a:lnTo>
                <a:lnTo>
                  <a:pt x="8426" y="1952"/>
                </a:lnTo>
                <a:lnTo>
                  <a:pt x="8426" y="2130"/>
                </a:lnTo>
                <a:lnTo>
                  <a:pt x="8822" y="2130"/>
                </a:lnTo>
                <a:lnTo>
                  <a:pt x="9203" y="2130"/>
                </a:lnTo>
                <a:lnTo>
                  <a:pt x="9584" y="2130"/>
                </a:lnTo>
                <a:lnTo>
                  <a:pt x="9584" y="2396"/>
                </a:lnTo>
                <a:lnTo>
                  <a:pt x="9965" y="2396"/>
                </a:lnTo>
                <a:lnTo>
                  <a:pt x="10346" y="2396"/>
                </a:lnTo>
                <a:lnTo>
                  <a:pt x="10727" y="2396"/>
                </a:lnTo>
                <a:lnTo>
                  <a:pt x="11108" y="2573"/>
                </a:lnTo>
                <a:lnTo>
                  <a:pt x="11504" y="2573"/>
                </a:lnTo>
                <a:lnTo>
                  <a:pt x="11504" y="2840"/>
                </a:lnTo>
                <a:lnTo>
                  <a:pt x="11885" y="2840"/>
                </a:lnTo>
                <a:lnTo>
                  <a:pt x="12266" y="2840"/>
                </a:lnTo>
                <a:lnTo>
                  <a:pt x="12266" y="3017"/>
                </a:lnTo>
                <a:lnTo>
                  <a:pt x="12647" y="3017"/>
                </a:lnTo>
                <a:lnTo>
                  <a:pt x="13028" y="3017"/>
                </a:lnTo>
                <a:lnTo>
                  <a:pt x="13409" y="3195"/>
                </a:lnTo>
                <a:lnTo>
                  <a:pt x="13789" y="3195"/>
                </a:lnTo>
              </a:path>
            </a:pathLst>
          </a:custGeom>
          <a:ln w="2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700076" y="2637588"/>
            <a:ext cx="13424" cy="3283"/>
          </a:xfrm>
          <a:custGeom>
            <a:avLst/>
            <a:gdLst/>
            <a:ahLst/>
            <a:cxnLst/>
            <a:rect l="l" t="t" r="r" b="b"/>
            <a:pathLst>
              <a:path w="13424" h="3283">
                <a:moveTo>
                  <a:pt x="0" y="0"/>
                </a:moveTo>
                <a:lnTo>
                  <a:pt x="0" y="266"/>
                </a:lnTo>
                <a:lnTo>
                  <a:pt x="396" y="266"/>
                </a:lnTo>
                <a:lnTo>
                  <a:pt x="777" y="266"/>
                </a:lnTo>
                <a:lnTo>
                  <a:pt x="1158" y="266"/>
                </a:lnTo>
                <a:lnTo>
                  <a:pt x="1539" y="266"/>
                </a:lnTo>
                <a:lnTo>
                  <a:pt x="1920" y="266"/>
                </a:lnTo>
                <a:lnTo>
                  <a:pt x="1920" y="443"/>
                </a:lnTo>
                <a:lnTo>
                  <a:pt x="2300" y="443"/>
                </a:lnTo>
                <a:lnTo>
                  <a:pt x="2300" y="443"/>
                </a:lnTo>
                <a:lnTo>
                  <a:pt x="2300" y="710"/>
                </a:lnTo>
                <a:lnTo>
                  <a:pt x="2681" y="710"/>
                </a:lnTo>
                <a:lnTo>
                  <a:pt x="3078" y="710"/>
                </a:lnTo>
                <a:lnTo>
                  <a:pt x="3459" y="887"/>
                </a:lnTo>
                <a:lnTo>
                  <a:pt x="3840" y="887"/>
                </a:lnTo>
                <a:lnTo>
                  <a:pt x="4221" y="887"/>
                </a:lnTo>
                <a:lnTo>
                  <a:pt x="4221" y="1153"/>
                </a:lnTo>
                <a:lnTo>
                  <a:pt x="4601" y="1153"/>
                </a:lnTo>
                <a:lnTo>
                  <a:pt x="4601" y="1331"/>
                </a:lnTo>
                <a:lnTo>
                  <a:pt x="4982" y="1331"/>
                </a:lnTo>
                <a:lnTo>
                  <a:pt x="5363" y="1331"/>
                </a:lnTo>
                <a:lnTo>
                  <a:pt x="5760" y="1508"/>
                </a:lnTo>
                <a:lnTo>
                  <a:pt x="6141" y="1508"/>
                </a:lnTo>
                <a:lnTo>
                  <a:pt x="6522" y="1508"/>
                </a:lnTo>
                <a:lnTo>
                  <a:pt x="6902" y="1508"/>
                </a:lnTo>
                <a:lnTo>
                  <a:pt x="6902" y="1775"/>
                </a:lnTo>
                <a:lnTo>
                  <a:pt x="7283" y="1775"/>
                </a:lnTo>
                <a:lnTo>
                  <a:pt x="7664" y="1775"/>
                </a:lnTo>
                <a:lnTo>
                  <a:pt x="8061" y="1775"/>
                </a:lnTo>
                <a:lnTo>
                  <a:pt x="8061" y="1952"/>
                </a:lnTo>
                <a:lnTo>
                  <a:pt x="8442" y="1952"/>
                </a:lnTo>
                <a:lnTo>
                  <a:pt x="8442" y="1952"/>
                </a:lnTo>
                <a:lnTo>
                  <a:pt x="8442" y="2218"/>
                </a:lnTo>
                <a:lnTo>
                  <a:pt x="8822" y="2218"/>
                </a:lnTo>
                <a:lnTo>
                  <a:pt x="9203" y="2218"/>
                </a:lnTo>
                <a:lnTo>
                  <a:pt x="9203" y="2396"/>
                </a:lnTo>
                <a:lnTo>
                  <a:pt x="9584" y="2396"/>
                </a:lnTo>
                <a:lnTo>
                  <a:pt x="9965" y="2396"/>
                </a:lnTo>
                <a:lnTo>
                  <a:pt x="10346" y="2396"/>
                </a:lnTo>
                <a:lnTo>
                  <a:pt x="10346" y="2573"/>
                </a:lnTo>
                <a:lnTo>
                  <a:pt x="10743" y="2573"/>
                </a:lnTo>
                <a:lnTo>
                  <a:pt x="11123" y="2573"/>
                </a:lnTo>
                <a:lnTo>
                  <a:pt x="11504" y="2573"/>
                </a:lnTo>
                <a:lnTo>
                  <a:pt x="11504" y="2840"/>
                </a:lnTo>
                <a:lnTo>
                  <a:pt x="11885" y="2840"/>
                </a:lnTo>
                <a:lnTo>
                  <a:pt x="12266" y="2840"/>
                </a:lnTo>
                <a:lnTo>
                  <a:pt x="12266" y="3017"/>
                </a:lnTo>
                <a:lnTo>
                  <a:pt x="12647" y="3017"/>
                </a:lnTo>
                <a:lnTo>
                  <a:pt x="13028" y="3017"/>
                </a:lnTo>
                <a:lnTo>
                  <a:pt x="13028" y="3283"/>
                </a:lnTo>
                <a:lnTo>
                  <a:pt x="13424" y="3283"/>
                </a:lnTo>
              </a:path>
            </a:pathLst>
          </a:custGeom>
          <a:ln w="226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713501" y="2640872"/>
            <a:ext cx="13789" cy="3195"/>
          </a:xfrm>
          <a:custGeom>
            <a:avLst/>
            <a:gdLst/>
            <a:ahLst/>
            <a:cxnLst/>
            <a:rect l="l" t="t" r="r" b="b"/>
            <a:pathLst>
              <a:path w="13789" h="3195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85" y="621"/>
                </a:lnTo>
                <a:lnTo>
                  <a:pt x="2681" y="621"/>
                </a:lnTo>
                <a:lnTo>
                  <a:pt x="3062" y="621"/>
                </a:lnTo>
                <a:lnTo>
                  <a:pt x="3443" y="798"/>
                </a:lnTo>
                <a:lnTo>
                  <a:pt x="3824" y="798"/>
                </a:lnTo>
                <a:lnTo>
                  <a:pt x="4205" y="798"/>
                </a:lnTo>
                <a:lnTo>
                  <a:pt x="4205" y="1065"/>
                </a:lnTo>
                <a:lnTo>
                  <a:pt x="4586" y="1065"/>
                </a:lnTo>
                <a:lnTo>
                  <a:pt x="4982" y="1065"/>
                </a:lnTo>
                <a:lnTo>
                  <a:pt x="4982" y="1065"/>
                </a:lnTo>
                <a:lnTo>
                  <a:pt x="4982" y="1242"/>
                </a:lnTo>
                <a:lnTo>
                  <a:pt x="5363" y="1242"/>
                </a:lnTo>
                <a:lnTo>
                  <a:pt x="5363" y="1508"/>
                </a:lnTo>
                <a:lnTo>
                  <a:pt x="5744" y="1508"/>
                </a:lnTo>
                <a:lnTo>
                  <a:pt x="6125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886" y="1686"/>
                </a:lnTo>
                <a:lnTo>
                  <a:pt x="7267" y="1686"/>
                </a:lnTo>
                <a:lnTo>
                  <a:pt x="7664" y="1686"/>
                </a:lnTo>
                <a:lnTo>
                  <a:pt x="7664" y="1686"/>
                </a:lnTo>
                <a:lnTo>
                  <a:pt x="7664" y="1863"/>
                </a:lnTo>
                <a:lnTo>
                  <a:pt x="8045" y="1863"/>
                </a:lnTo>
                <a:lnTo>
                  <a:pt x="8426" y="1863"/>
                </a:lnTo>
                <a:lnTo>
                  <a:pt x="8807" y="2130"/>
                </a:lnTo>
                <a:lnTo>
                  <a:pt x="9187" y="2130"/>
                </a:lnTo>
                <a:lnTo>
                  <a:pt x="9568" y="2130"/>
                </a:lnTo>
                <a:lnTo>
                  <a:pt x="9568" y="2307"/>
                </a:lnTo>
                <a:lnTo>
                  <a:pt x="9949" y="2307"/>
                </a:lnTo>
                <a:lnTo>
                  <a:pt x="9949" y="2307"/>
                </a:lnTo>
                <a:lnTo>
                  <a:pt x="9949" y="2573"/>
                </a:lnTo>
                <a:lnTo>
                  <a:pt x="10346" y="2573"/>
                </a:lnTo>
                <a:lnTo>
                  <a:pt x="10727" y="2573"/>
                </a:lnTo>
                <a:lnTo>
                  <a:pt x="10727" y="2751"/>
                </a:lnTo>
                <a:lnTo>
                  <a:pt x="11108" y="2751"/>
                </a:lnTo>
                <a:lnTo>
                  <a:pt x="11488" y="2751"/>
                </a:lnTo>
                <a:lnTo>
                  <a:pt x="11488" y="2751"/>
                </a:lnTo>
                <a:lnTo>
                  <a:pt x="11488" y="3017"/>
                </a:lnTo>
                <a:lnTo>
                  <a:pt x="11869" y="3017"/>
                </a:lnTo>
                <a:lnTo>
                  <a:pt x="12250" y="3017"/>
                </a:lnTo>
                <a:lnTo>
                  <a:pt x="12631" y="3017"/>
                </a:lnTo>
                <a:lnTo>
                  <a:pt x="13028" y="3017"/>
                </a:lnTo>
                <a:lnTo>
                  <a:pt x="13028" y="3195"/>
                </a:lnTo>
                <a:lnTo>
                  <a:pt x="13409" y="3195"/>
                </a:lnTo>
                <a:lnTo>
                  <a:pt x="13789" y="3195"/>
                </a:lnTo>
              </a:path>
            </a:pathLst>
          </a:custGeom>
          <a:ln w="2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1727291" y="2644067"/>
            <a:ext cx="13409" cy="3461"/>
          </a:xfrm>
          <a:custGeom>
            <a:avLst/>
            <a:gdLst/>
            <a:ahLst/>
            <a:cxnLst/>
            <a:rect l="l" t="t" r="r" b="b"/>
            <a:pathLst>
              <a:path w="13409" h="3461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80" y="177"/>
                </a:lnTo>
                <a:lnTo>
                  <a:pt x="761" y="443"/>
                </a:lnTo>
                <a:lnTo>
                  <a:pt x="1142" y="443"/>
                </a:lnTo>
                <a:lnTo>
                  <a:pt x="1523" y="443"/>
                </a:lnTo>
                <a:lnTo>
                  <a:pt x="1523" y="621"/>
                </a:lnTo>
                <a:lnTo>
                  <a:pt x="1920" y="621"/>
                </a:lnTo>
                <a:lnTo>
                  <a:pt x="1920" y="887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824" y="1065"/>
                </a:lnTo>
                <a:lnTo>
                  <a:pt x="4221" y="1065"/>
                </a:lnTo>
                <a:lnTo>
                  <a:pt x="4221" y="1242"/>
                </a:lnTo>
                <a:lnTo>
                  <a:pt x="4601" y="1242"/>
                </a:lnTo>
                <a:lnTo>
                  <a:pt x="4982" y="1242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508"/>
                </a:lnTo>
                <a:lnTo>
                  <a:pt x="5744" y="1686"/>
                </a:lnTo>
                <a:lnTo>
                  <a:pt x="6125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426" y="2130"/>
                </a:lnTo>
                <a:lnTo>
                  <a:pt x="8426" y="2130"/>
                </a:lnTo>
                <a:lnTo>
                  <a:pt x="8426" y="2307"/>
                </a:lnTo>
                <a:lnTo>
                  <a:pt x="8807" y="2307"/>
                </a:lnTo>
                <a:lnTo>
                  <a:pt x="9187" y="2307"/>
                </a:lnTo>
                <a:lnTo>
                  <a:pt x="9584" y="2573"/>
                </a:lnTo>
                <a:lnTo>
                  <a:pt x="9965" y="2573"/>
                </a:lnTo>
                <a:lnTo>
                  <a:pt x="10346" y="2751"/>
                </a:lnTo>
                <a:lnTo>
                  <a:pt x="10727" y="2751"/>
                </a:lnTo>
                <a:lnTo>
                  <a:pt x="10727" y="3017"/>
                </a:lnTo>
                <a:lnTo>
                  <a:pt x="11108" y="3017"/>
                </a:lnTo>
                <a:lnTo>
                  <a:pt x="11488" y="3017"/>
                </a:lnTo>
                <a:lnTo>
                  <a:pt x="11488" y="3195"/>
                </a:lnTo>
                <a:lnTo>
                  <a:pt x="11869" y="3195"/>
                </a:lnTo>
                <a:lnTo>
                  <a:pt x="12266" y="3195"/>
                </a:lnTo>
                <a:lnTo>
                  <a:pt x="12647" y="3195"/>
                </a:lnTo>
                <a:lnTo>
                  <a:pt x="12647" y="3461"/>
                </a:lnTo>
                <a:lnTo>
                  <a:pt x="13028" y="3461"/>
                </a:lnTo>
                <a:lnTo>
                  <a:pt x="13409" y="3461"/>
                </a:lnTo>
              </a:path>
            </a:pathLst>
          </a:custGeom>
          <a:ln w="227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740700" y="2647529"/>
            <a:ext cx="13409" cy="3372"/>
          </a:xfrm>
          <a:custGeom>
            <a:avLst/>
            <a:gdLst/>
            <a:ahLst/>
            <a:cxnLst/>
            <a:rect l="l" t="t" r="r" b="b"/>
            <a:pathLst>
              <a:path w="13409" h="3372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355"/>
                </a:lnTo>
                <a:lnTo>
                  <a:pt x="1539" y="355"/>
                </a:lnTo>
                <a:lnTo>
                  <a:pt x="1539" y="355"/>
                </a:lnTo>
                <a:lnTo>
                  <a:pt x="1539" y="621"/>
                </a:lnTo>
                <a:lnTo>
                  <a:pt x="1920" y="621"/>
                </a:lnTo>
                <a:lnTo>
                  <a:pt x="2300" y="621"/>
                </a:lnTo>
                <a:lnTo>
                  <a:pt x="2300" y="798"/>
                </a:lnTo>
                <a:lnTo>
                  <a:pt x="2681" y="798"/>
                </a:lnTo>
                <a:lnTo>
                  <a:pt x="3062" y="798"/>
                </a:lnTo>
                <a:lnTo>
                  <a:pt x="3062" y="1065"/>
                </a:lnTo>
                <a:lnTo>
                  <a:pt x="3443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601" y="1065"/>
                </a:lnTo>
                <a:lnTo>
                  <a:pt x="4601" y="1242"/>
                </a:lnTo>
                <a:lnTo>
                  <a:pt x="4982" y="1242"/>
                </a:lnTo>
                <a:lnTo>
                  <a:pt x="5363" y="1242"/>
                </a:lnTo>
                <a:lnTo>
                  <a:pt x="5363" y="1420"/>
                </a:lnTo>
                <a:lnTo>
                  <a:pt x="5744" y="1420"/>
                </a:lnTo>
                <a:lnTo>
                  <a:pt x="5744" y="1686"/>
                </a:lnTo>
                <a:lnTo>
                  <a:pt x="6125" y="1686"/>
                </a:lnTo>
                <a:lnTo>
                  <a:pt x="6522" y="1686"/>
                </a:lnTo>
                <a:lnTo>
                  <a:pt x="6902" y="1863"/>
                </a:lnTo>
                <a:lnTo>
                  <a:pt x="7283" y="1863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426" y="2130"/>
                </a:lnTo>
                <a:lnTo>
                  <a:pt x="8807" y="2130"/>
                </a:lnTo>
                <a:lnTo>
                  <a:pt x="8807" y="2307"/>
                </a:lnTo>
                <a:lnTo>
                  <a:pt x="9203" y="2307"/>
                </a:lnTo>
                <a:lnTo>
                  <a:pt x="9584" y="2307"/>
                </a:lnTo>
                <a:lnTo>
                  <a:pt x="9584" y="2573"/>
                </a:lnTo>
                <a:lnTo>
                  <a:pt x="9965" y="2573"/>
                </a:lnTo>
                <a:lnTo>
                  <a:pt x="10346" y="2751"/>
                </a:lnTo>
                <a:lnTo>
                  <a:pt x="10727" y="2751"/>
                </a:lnTo>
                <a:lnTo>
                  <a:pt x="11108" y="2928"/>
                </a:lnTo>
                <a:lnTo>
                  <a:pt x="11488" y="2928"/>
                </a:lnTo>
                <a:lnTo>
                  <a:pt x="11488" y="3195"/>
                </a:lnTo>
                <a:lnTo>
                  <a:pt x="11885" y="3195"/>
                </a:lnTo>
                <a:lnTo>
                  <a:pt x="12266" y="3195"/>
                </a:lnTo>
                <a:lnTo>
                  <a:pt x="12266" y="3372"/>
                </a:lnTo>
                <a:lnTo>
                  <a:pt x="12647" y="3372"/>
                </a:lnTo>
                <a:lnTo>
                  <a:pt x="13028" y="3372"/>
                </a:lnTo>
                <a:lnTo>
                  <a:pt x="13409" y="3372"/>
                </a:lnTo>
              </a:path>
            </a:pathLst>
          </a:custGeom>
          <a:ln w="226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754109" y="2650901"/>
            <a:ext cx="13789" cy="3638"/>
          </a:xfrm>
          <a:custGeom>
            <a:avLst/>
            <a:gdLst/>
            <a:ahLst/>
            <a:cxnLst/>
            <a:rect l="l" t="t" r="r" b="b"/>
            <a:pathLst>
              <a:path w="13789" h="3638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80" y="266"/>
                </a:lnTo>
                <a:lnTo>
                  <a:pt x="761" y="266"/>
                </a:lnTo>
                <a:lnTo>
                  <a:pt x="761" y="443"/>
                </a:lnTo>
                <a:lnTo>
                  <a:pt x="1158" y="443"/>
                </a:lnTo>
                <a:lnTo>
                  <a:pt x="1539" y="443"/>
                </a:lnTo>
                <a:lnTo>
                  <a:pt x="1539" y="621"/>
                </a:lnTo>
                <a:lnTo>
                  <a:pt x="1920" y="621"/>
                </a:lnTo>
                <a:lnTo>
                  <a:pt x="2300" y="621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59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508"/>
                </a:lnTo>
                <a:lnTo>
                  <a:pt x="6141" y="1775"/>
                </a:lnTo>
                <a:lnTo>
                  <a:pt x="6522" y="1775"/>
                </a:lnTo>
                <a:lnTo>
                  <a:pt x="6522" y="1952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045" y="2396"/>
                </a:lnTo>
                <a:lnTo>
                  <a:pt x="8426" y="2396"/>
                </a:lnTo>
                <a:lnTo>
                  <a:pt x="8822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84" y="2573"/>
                </a:lnTo>
                <a:lnTo>
                  <a:pt x="9965" y="2573"/>
                </a:lnTo>
                <a:lnTo>
                  <a:pt x="9965" y="2840"/>
                </a:lnTo>
                <a:lnTo>
                  <a:pt x="10346" y="2840"/>
                </a:lnTo>
                <a:lnTo>
                  <a:pt x="10727" y="2840"/>
                </a:lnTo>
                <a:lnTo>
                  <a:pt x="10727" y="3017"/>
                </a:lnTo>
                <a:lnTo>
                  <a:pt x="11108" y="3017"/>
                </a:lnTo>
                <a:lnTo>
                  <a:pt x="11504" y="3195"/>
                </a:lnTo>
                <a:lnTo>
                  <a:pt x="11885" y="3195"/>
                </a:lnTo>
                <a:lnTo>
                  <a:pt x="12266" y="3461"/>
                </a:lnTo>
                <a:lnTo>
                  <a:pt x="12647" y="3461"/>
                </a:lnTo>
                <a:lnTo>
                  <a:pt x="13028" y="3461"/>
                </a:lnTo>
                <a:lnTo>
                  <a:pt x="13409" y="3461"/>
                </a:lnTo>
                <a:lnTo>
                  <a:pt x="13409" y="3638"/>
                </a:lnTo>
                <a:lnTo>
                  <a:pt x="13789" y="3638"/>
                </a:lnTo>
              </a:path>
            </a:pathLst>
          </a:custGeom>
          <a:ln w="227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767899" y="2654540"/>
            <a:ext cx="13424" cy="3638"/>
          </a:xfrm>
          <a:custGeom>
            <a:avLst/>
            <a:gdLst/>
            <a:ahLst/>
            <a:cxnLst/>
            <a:rect l="l" t="t" r="r" b="b"/>
            <a:pathLst>
              <a:path w="13424" h="3638">
                <a:moveTo>
                  <a:pt x="0" y="0"/>
                </a:moveTo>
                <a:lnTo>
                  <a:pt x="396" y="0"/>
                </a:lnTo>
                <a:lnTo>
                  <a:pt x="396" y="0"/>
                </a:lnTo>
                <a:lnTo>
                  <a:pt x="396" y="266"/>
                </a:lnTo>
                <a:lnTo>
                  <a:pt x="777" y="266"/>
                </a:lnTo>
                <a:lnTo>
                  <a:pt x="1158" y="266"/>
                </a:lnTo>
                <a:lnTo>
                  <a:pt x="1158" y="443"/>
                </a:lnTo>
                <a:lnTo>
                  <a:pt x="1539" y="443"/>
                </a:lnTo>
                <a:lnTo>
                  <a:pt x="1539" y="710"/>
                </a:lnTo>
                <a:lnTo>
                  <a:pt x="1920" y="710"/>
                </a:lnTo>
                <a:lnTo>
                  <a:pt x="2300" y="710"/>
                </a:lnTo>
                <a:lnTo>
                  <a:pt x="2300" y="887"/>
                </a:lnTo>
                <a:lnTo>
                  <a:pt x="2697" y="887"/>
                </a:lnTo>
                <a:lnTo>
                  <a:pt x="3078" y="887"/>
                </a:lnTo>
                <a:lnTo>
                  <a:pt x="3078" y="1065"/>
                </a:lnTo>
                <a:lnTo>
                  <a:pt x="3459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601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79" y="1508"/>
                </a:lnTo>
                <a:lnTo>
                  <a:pt x="5760" y="1508"/>
                </a:lnTo>
                <a:lnTo>
                  <a:pt x="5760" y="1775"/>
                </a:lnTo>
                <a:lnTo>
                  <a:pt x="6141" y="1775"/>
                </a:lnTo>
                <a:lnTo>
                  <a:pt x="6522" y="1775"/>
                </a:lnTo>
                <a:lnTo>
                  <a:pt x="6522" y="1952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61" y="2130"/>
                </a:lnTo>
                <a:lnTo>
                  <a:pt x="8442" y="2130"/>
                </a:lnTo>
                <a:lnTo>
                  <a:pt x="8442" y="2396"/>
                </a:lnTo>
                <a:lnTo>
                  <a:pt x="8822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84" y="2573"/>
                </a:lnTo>
                <a:lnTo>
                  <a:pt x="9584" y="2840"/>
                </a:lnTo>
                <a:lnTo>
                  <a:pt x="9965" y="2840"/>
                </a:lnTo>
                <a:lnTo>
                  <a:pt x="10346" y="2840"/>
                </a:lnTo>
                <a:lnTo>
                  <a:pt x="10346" y="3017"/>
                </a:lnTo>
                <a:lnTo>
                  <a:pt x="10743" y="3017"/>
                </a:lnTo>
                <a:lnTo>
                  <a:pt x="11123" y="3017"/>
                </a:lnTo>
                <a:lnTo>
                  <a:pt x="11123" y="3283"/>
                </a:lnTo>
                <a:lnTo>
                  <a:pt x="11504" y="3283"/>
                </a:lnTo>
                <a:lnTo>
                  <a:pt x="11885" y="3461"/>
                </a:lnTo>
                <a:lnTo>
                  <a:pt x="12266" y="3461"/>
                </a:lnTo>
                <a:lnTo>
                  <a:pt x="12647" y="3461"/>
                </a:lnTo>
                <a:lnTo>
                  <a:pt x="13028" y="3461"/>
                </a:lnTo>
                <a:lnTo>
                  <a:pt x="13424" y="3461"/>
                </a:lnTo>
                <a:lnTo>
                  <a:pt x="13424" y="3638"/>
                </a:lnTo>
              </a:path>
            </a:pathLst>
          </a:custGeom>
          <a:ln w="228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781323" y="2658179"/>
            <a:ext cx="13409" cy="3638"/>
          </a:xfrm>
          <a:custGeom>
            <a:avLst/>
            <a:gdLst/>
            <a:ahLst/>
            <a:cxnLst/>
            <a:rect l="l" t="t" r="r" b="b"/>
            <a:pathLst>
              <a:path w="13409" h="3638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42" y="266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00" y="710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824" y="887"/>
                </a:lnTo>
                <a:lnTo>
                  <a:pt x="3824" y="1065"/>
                </a:lnTo>
                <a:lnTo>
                  <a:pt x="4205" y="1065"/>
                </a:lnTo>
                <a:lnTo>
                  <a:pt x="4205" y="1331"/>
                </a:lnTo>
                <a:lnTo>
                  <a:pt x="4586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508"/>
                </a:lnTo>
                <a:lnTo>
                  <a:pt x="5744" y="1775"/>
                </a:lnTo>
                <a:lnTo>
                  <a:pt x="6125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886" y="1952"/>
                </a:lnTo>
                <a:lnTo>
                  <a:pt x="6886" y="2218"/>
                </a:lnTo>
                <a:lnTo>
                  <a:pt x="7267" y="2218"/>
                </a:lnTo>
                <a:lnTo>
                  <a:pt x="7664" y="2218"/>
                </a:lnTo>
                <a:lnTo>
                  <a:pt x="8045" y="2218"/>
                </a:lnTo>
                <a:lnTo>
                  <a:pt x="8426" y="2218"/>
                </a:lnTo>
                <a:lnTo>
                  <a:pt x="8426" y="2218"/>
                </a:lnTo>
                <a:lnTo>
                  <a:pt x="8426" y="2396"/>
                </a:lnTo>
                <a:lnTo>
                  <a:pt x="8807" y="2396"/>
                </a:lnTo>
                <a:lnTo>
                  <a:pt x="9187" y="2573"/>
                </a:lnTo>
                <a:lnTo>
                  <a:pt x="9568" y="2573"/>
                </a:lnTo>
                <a:lnTo>
                  <a:pt x="9949" y="2840"/>
                </a:lnTo>
                <a:lnTo>
                  <a:pt x="10346" y="2840"/>
                </a:lnTo>
                <a:lnTo>
                  <a:pt x="10727" y="2840"/>
                </a:lnTo>
                <a:lnTo>
                  <a:pt x="10727" y="3017"/>
                </a:lnTo>
                <a:lnTo>
                  <a:pt x="11108" y="3283"/>
                </a:lnTo>
                <a:lnTo>
                  <a:pt x="11488" y="3283"/>
                </a:lnTo>
                <a:lnTo>
                  <a:pt x="11869" y="3283"/>
                </a:lnTo>
                <a:lnTo>
                  <a:pt x="12250" y="3283"/>
                </a:lnTo>
                <a:lnTo>
                  <a:pt x="12631" y="3283"/>
                </a:lnTo>
                <a:lnTo>
                  <a:pt x="12631" y="3461"/>
                </a:lnTo>
                <a:lnTo>
                  <a:pt x="13028" y="3461"/>
                </a:lnTo>
                <a:lnTo>
                  <a:pt x="13028" y="3638"/>
                </a:lnTo>
                <a:lnTo>
                  <a:pt x="13409" y="3638"/>
                </a:lnTo>
              </a:path>
            </a:pathLst>
          </a:custGeom>
          <a:ln w="228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794732" y="2661818"/>
            <a:ext cx="13789" cy="3905"/>
          </a:xfrm>
          <a:custGeom>
            <a:avLst/>
            <a:gdLst/>
            <a:ahLst/>
            <a:cxnLst/>
            <a:rect l="l" t="t" r="r" b="b"/>
            <a:pathLst>
              <a:path w="13789" h="3905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42" y="266"/>
                </a:lnTo>
                <a:lnTo>
                  <a:pt x="1142" y="443"/>
                </a:lnTo>
                <a:lnTo>
                  <a:pt x="1523" y="443"/>
                </a:lnTo>
                <a:lnTo>
                  <a:pt x="1523" y="710"/>
                </a:lnTo>
                <a:lnTo>
                  <a:pt x="1920" y="710"/>
                </a:lnTo>
                <a:lnTo>
                  <a:pt x="2300" y="710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153"/>
                </a:lnTo>
                <a:lnTo>
                  <a:pt x="3824" y="1153"/>
                </a:lnTo>
                <a:lnTo>
                  <a:pt x="4205" y="1153"/>
                </a:lnTo>
                <a:lnTo>
                  <a:pt x="4205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775"/>
                </a:lnTo>
                <a:lnTo>
                  <a:pt x="5744" y="1775"/>
                </a:lnTo>
                <a:lnTo>
                  <a:pt x="6125" y="1775"/>
                </a:lnTo>
                <a:lnTo>
                  <a:pt x="6125" y="1952"/>
                </a:lnTo>
                <a:lnTo>
                  <a:pt x="6506" y="1952"/>
                </a:lnTo>
                <a:lnTo>
                  <a:pt x="6886" y="1952"/>
                </a:lnTo>
                <a:lnTo>
                  <a:pt x="7283" y="1952"/>
                </a:lnTo>
                <a:lnTo>
                  <a:pt x="7664" y="1952"/>
                </a:lnTo>
                <a:lnTo>
                  <a:pt x="7664" y="2218"/>
                </a:lnTo>
                <a:lnTo>
                  <a:pt x="8045" y="2218"/>
                </a:lnTo>
                <a:lnTo>
                  <a:pt x="8045" y="2396"/>
                </a:lnTo>
                <a:lnTo>
                  <a:pt x="8426" y="2396"/>
                </a:lnTo>
                <a:lnTo>
                  <a:pt x="8807" y="2396"/>
                </a:lnTo>
                <a:lnTo>
                  <a:pt x="8807" y="2573"/>
                </a:lnTo>
                <a:lnTo>
                  <a:pt x="9187" y="2573"/>
                </a:lnTo>
                <a:lnTo>
                  <a:pt x="9568" y="2573"/>
                </a:lnTo>
                <a:lnTo>
                  <a:pt x="9568" y="2840"/>
                </a:lnTo>
                <a:lnTo>
                  <a:pt x="9965" y="2840"/>
                </a:lnTo>
                <a:lnTo>
                  <a:pt x="9965" y="3017"/>
                </a:lnTo>
                <a:lnTo>
                  <a:pt x="10346" y="3017"/>
                </a:lnTo>
                <a:lnTo>
                  <a:pt x="10727" y="3017"/>
                </a:lnTo>
                <a:lnTo>
                  <a:pt x="10727" y="3283"/>
                </a:lnTo>
                <a:lnTo>
                  <a:pt x="11108" y="3283"/>
                </a:lnTo>
                <a:lnTo>
                  <a:pt x="11488" y="3283"/>
                </a:lnTo>
                <a:lnTo>
                  <a:pt x="11869" y="3283"/>
                </a:lnTo>
                <a:lnTo>
                  <a:pt x="11869" y="3461"/>
                </a:lnTo>
                <a:lnTo>
                  <a:pt x="12250" y="3461"/>
                </a:lnTo>
                <a:lnTo>
                  <a:pt x="12647" y="3461"/>
                </a:lnTo>
                <a:lnTo>
                  <a:pt x="12647" y="3727"/>
                </a:lnTo>
                <a:lnTo>
                  <a:pt x="13028" y="3727"/>
                </a:lnTo>
                <a:lnTo>
                  <a:pt x="13409" y="3727"/>
                </a:lnTo>
                <a:lnTo>
                  <a:pt x="13409" y="3905"/>
                </a:lnTo>
                <a:lnTo>
                  <a:pt x="13789" y="3905"/>
                </a:lnTo>
              </a:path>
            </a:pathLst>
          </a:custGeom>
          <a:ln w="229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808522" y="2665723"/>
            <a:ext cx="13409" cy="3816"/>
          </a:xfrm>
          <a:custGeom>
            <a:avLst/>
            <a:gdLst/>
            <a:ahLst/>
            <a:cxnLst/>
            <a:rect l="l" t="t" r="r" b="b"/>
            <a:pathLst>
              <a:path w="13409" h="3816">
                <a:moveTo>
                  <a:pt x="0" y="0"/>
                </a:moveTo>
                <a:lnTo>
                  <a:pt x="0" y="177"/>
                </a:ln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58" y="443"/>
                </a:lnTo>
                <a:lnTo>
                  <a:pt x="1539" y="443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681" y="621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522" y="1686"/>
                </a:lnTo>
                <a:lnTo>
                  <a:pt x="6522" y="1952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045" y="2396"/>
                </a:lnTo>
                <a:lnTo>
                  <a:pt x="8426" y="2396"/>
                </a:lnTo>
                <a:lnTo>
                  <a:pt x="8426" y="2573"/>
                </a:lnTo>
                <a:lnTo>
                  <a:pt x="8807" y="2573"/>
                </a:lnTo>
                <a:lnTo>
                  <a:pt x="9203" y="2573"/>
                </a:lnTo>
                <a:lnTo>
                  <a:pt x="9203" y="2751"/>
                </a:lnTo>
                <a:lnTo>
                  <a:pt x="9584" y="2751"/>
                </a:lnTo>
                <a:lnTo>
                  <a:pt x="9965" y="2751"/>
                </a:lnTo>
                <a:lnTo>
                  <a:pt x="10346" y="2751"/>
                </a:lnTo>
                <a:lnTo>
                  <a:pt x="10346" y="3017"/>
                </a:lnTo>
                <a:lnTo>
                  <a:pt x="10727" y="3017"/>
                </a:lnTo>
                <a:lnTo>
                  <a:pt x="11108" y="3017"/>
                </a:lnTo>
                <a:lnTo>
                  <a:pt x="11108" y="3195"/>
                </a:lnTo>
                <a:lnTo>
                  <a:pt x="11488" y="3195"/>
                </a:lnTo>
                <a:lnTo>
                  <a:pt x="11885" y="3195"/>
                </a:lnTo>
                <a:lnTo>
                  <a:pt x="11885" y="3461"/>
                </a:lnTo>
                <a:lnTo>
                  <a:pt x="12266" y="3461"/>
                </a:lnTo>
                <a:lnTo>
                  <a:pt x="12647" y="3461"/>
                </a:lnTo>
                <a:lnTo>
                  <a:pt x="12647" y="3638"/>
                </a:lnTo>
                <a:lnTo>
                  <a:pt x="13028" y="3638"/>
                </a:lnTo>
                <a:lnTo>
                  <a:pt x="13028" y="3816"/>
                </a:lnTo>
                <a:lnTo>
                  <a:pt x="13409" y="3816"/>
                </a:lnTo>
              </a:path>
            </a:pathLst>
          </a:custGeom>
          <a:ln w="229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821931" y="2669540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380" y="266"/>
                </a:lnTo>
                <a:lnTo>
                  <a:pt x="777" y="266"/>
                </a:lnTo>
                <a:lnTo>
                  <a:pt x="1158" y="266"/>
                </a:lnTo>
                <a:lnTo>
                  <a:pt x="1539" y="266"/>
                </a:lnTo>
                <a:lnTo>
                  <a:pt x="1539" y="443"/>
                </a:lnTo>
                <a:lnTo>
                  <a:pt x="1920" y="443"/>
                </a:lnTo>
                <a:lnTo>
                  <a:pt x="2300" y="443"/>
                </a:lnTo>
                <a:lnTo>
                  <a:pt x="2300" y="710"/>
                </a:lnTo>
                <a:lnTo>
                  <a:pt x="2681" y="710"/>
                </a:lnTo>
                <a:lnTo>
                  <a:pt x="3062" y="710"/>
                </a:lnTo>
                <a:lnTo>
                  <a:pt x="3062" y="887"/>
                </a:lnTo>
                <a:lnTo>
                  <a:pt x="3459" y="887"/>
                </a:lnTo>
                <a:lnTo>
                  <a:pt x="3459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5363" y="1331"/>
                </a:lnTo>
                <a:lnTo>
                  <a:pt x="5363" y="1331"/>
                </a:lnTo>
                <a:lnTo>
                  <a:pt x="5363" y="1508"/>
                </a:lnTo>
                <a:lnTo>
                  <a:pt x="5744" y="1508"/>
                </a:lnTo>
                <a:lnTo>
                  <a:pt x="6141" y="1775"/>
                </a:lnTo>
                <a:lnTo>
                  <a:pt x="6522" y="1775"/>
                </a:lnTo>
                <a:lnTo>
                  <a:pt x="6902" y="1775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1952"/>
                </a:lnTo>
                <a:lnTo>
                  <a:pt x="7664" y="2218"/>
                </a:lnTo>
                <a:lnTo>
                  <a:pt x="8045" y="2396"/>
                </a:lnTo>
                <a:lnTo>
                  <a:pt x="8426" y="2396"/>
                </a:lnTo>
                <a:lnTo>
                  <a:pt x="8822" y="2573"/>
                </a:lnTo>
                <a:lnTo>
                  <a:pt x="9203" y="2573"/>
                </a:lnTo>
                <a:lnTo>
                  <a:pt x="9584" y="2573"/>
                </a:lnTo>
                <a:lnTo>
                  <a:pt x="9584" y="2840"/>
                </a:lnTo>
                <a:lnTo>
                  <a:pt x="9965" y="2840"/>
                </a:lnTo>
                <a:lnTo>
                  <a:pt x="10346" y="2840"/>
                </a:lnTo>
                <a:lnTo>
                  <a:pt x="10346" y="3017"/>
                </a:lnTo>
                <a:lnTo>
                  <a:pt x="10727" y="3017"/>
                </a:lnTo>
                <a:lnTo>
                  <a:pt x="11108" y="3017"/>
                </a:lnTo>
                <a:lnTo>
                  <a:pt x="11108" y="3283"/>
                </a:lnTo>
                <a:lnTo>
                  <a:pt x="11504" y="3283"/>
                </a:lnTo>
                <a:lnTo>
                  <a:pt x="11885" y="3283"/>
                </a:lnTo>
                <a:lnTo>
                  <a:pt x="11885" y="3461"/>
                </a:lnTo>
                <a:lnTo>
                  <a:pt x="12266" y="3461"/>
                </a:lnTo>
                <a:lnTo>
                  <a:pt x="12266" y="3638"/>
                </a:lnTo>
                <a:lnTo>
                  <a:pt x="12647" y="3638"/>
                </a:lnTo>
                <a:lnTo>
                  <a:pt x="13028" y="3638"/>
                </a:lnTo>
                <a:lnTo>
                  <a:pt x="13409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835737" y="2673179"/>
            <a:ext cx="13409" cy="4082"/>
          </a:xfrm>
          <a:custGeom>
            <a:avLst/>
            <a:gdLst/>
            <a:ahLst/>
            <a:cxnLst/>
            <a:rect l="l" t="t" r="r" b="b"/>
            <a:pathLst>
              <a:path w="13409" h="4082">
                <a:moveTo>
                  <a:pt x="0" y="0"/>
                </a:moveTo>
                <a:lnTo>
                  <a:pt x="0" y="266"/>
                </a:lnTo>
                <a:lnTo>
                  <a:pt x="380" y="266"/>
                </a:lnTo>
                <a:lnTo>
                  <a:pt x="380" y="443"/>
                </a:lnTo>
                <a:lnTo>
                  <a:pt x="761" y="443"/>
                </a:lnTo>
                <a:lnTo>
                  <a:pt x="1142" y="443"/>
                </a:lnTo>
                <a:lnTo>
                  <a:pt x="1142" y="710"/>
                </a:lnTo>
                <a:lnTo>
                  <a:pt x="1523" y="710"/>
                </a:lnTo>
                <a:lnTo>
                  <a:pt x="1904" y="710"/>
                </a:lnTo>
                <a:lnTo>
                  <a:pt x="1904" y="887"/>
                </a:lnTo>
                <a:lnTo>
                  <a:pt x="2285" y="887"/>
                </a:lnTo>
                <a:lnTo>
                  <a:pt x="2285" y="1153"/>
                </a:lnTo>
                <a:lnTo>
                  <a:pt x="2681" y="1153"/>
                </a:lnTo>
                <a:lnTo>
                  <a:pt x="3062" y="1153"/>
                </a:lnTo>
                <a:lnTo>
                  <a:pt x="3062" y="1331"/>
                </a:lnTo>
                <a:lnTo>
                  <a:pt x="3443" y="1331"/>
                </a:lnTo>
                <a:lnTo>
                  <a:pt x="3824" y="1331"/>
                </a:lnTo>
                <a:lnTo>
                  <a:pt x="4205" y="1331"/>
                </a:lnTo>
                <a:lnTo>
                  <a:pt x="4205" y="1508"/>
                </a:lnTo>
                <a:lnTo>
                  <a:pt x="4586" y="1508"/>
                </a:lnTo>
                <a:lnTo>
                  <a:pt x="4966" y="1775"/>
                </a:lnTo>
                <a:lnTo>
                  <a:pt x="5363" y="1775"/>
                </a:lnTo>
                <a:lnTo>
                  <a:pt x="5744" y="1775"/>
                </a:lnTo>
                <a:lnTo>
                  <a:pt x="5744" y="1952"/>
                </a:lnTo>
                <a:lnTo>
                  <a:pt x="6125" y="1952"/>
                </a:lnTo>
                <a:lnTo>
                  <a:pt x="6125" y="1952"/>
                </a:lnTo>
                <a:lnTo>
                  <a:pt x="6125" y="2218"/>
                </a:lnTo>
                <a:lnTo>
                  <a:pt x="6506" y="2218"/>
                </a:lnTo>
                <a:lnTo>
                  <a:pt x="6886" y="2396"/>
                </a:lnTo>
                <a:lnTo>
                  <a:pt x="7267" y="2396"/>
                </a:lnTo>
                <a:lnTo>
                  <a:pt x="7648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426" y="2840"/>
                </a:lnTo>
                <a:lnTo>
                  <a:pt x="8807" y="2840"/>
                </a:lnTo>
                <a:lnTo>
                  <a:pt x="9187" y="2840"/>
                </a:lnTo>
                <a:lnTo>
                  <a:pt x="9187" y="3017"/>
                </a:lnTo>
                <a:lnTo>
                  <a:pt x="9568" y="3017"/>
                </a:lnTo>
                <a:lnTo>
                  <a:pt x="9949" y="3017"/>
                </a:lnTo>
                <a:lnTo>
                  <a:pt x="9949" y="3283"/>
                </a:lnTo>
                <a:lnTo>
                  <a:pt x="10330" y="3283"/>
                </a:lnTo>
                <a:lnTo>
                  <a:pt x="10330" y="3461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727"/>
                </a:lnTo>
                <a:lnTo>
                  <a:pt x="11488" y="3727"/>
                </a:lnTo>
                <a:lnTo>
                  <a:pt x="11869" y="3727"/>
                </a:lnTo>
                <a:lnTo>
                  <a:pt x="12250" y="3727"/>
                </a:lnTo>
                <a:lnTo>
                  <a:pt x="12631" y="3727"/>
                </a:lnTo>
                <a:lnTo>
                  <a:pt x="12631" y="3905"/>
                </a:lnTo>
                <a:lnTo>
                  <a:pt x="13028" y="4082"/>
                </a:lnTo>
                <a:lnTo>
                  <a:pt x="13409" y="4082"/>
                </a:lnTo>
              </a:path>
            </a:pathLst>
          </a:custGeom>
          <a:ln w="230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849146" y="2677262"/>
            <a:ext cx="13789" cy="4082"/>
          </a:xfrm>
          <a:custGeom>
            <a:avLst/>
            <a:gdLst/>
            <a:ahLst/>
            <a:cxnLst/>
            <a:rect l="l" t="t" r="r" b="b"/>
            <a:pathLst>
              <a:path w="13789" h="4082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761" y="266"/>
                </a:lnTo>
                <a:lnTo>
                  <a:pt x="1142" y="443"/>
                </a:lnTo>
                <a:lnTo>
                  <a:pt x="1523" y="710"/>
                </a:lnTo>
                <a:lnTo>
                  <a:pt x="1904" y="710"/>
                </a:lnTo>
                <a:lnTo>
                  <a:pt x="2300" y="710"/>
                </a:lnTo>
                <a:lnTo>
                  <a:pt x="2681" y="710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05" y="1331"/>
                </a:lnTo>
                <a:lnTo>
                  <a:pt x="4586" y="1331"/>
                </a:lnTo>
                <a:lnTo>
                  <a:pt x="4586" y="1508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775"/>
                </a:lnTo>
                <a:lnTo>
                  <a:pt x="5744" y="1775"/>
                </a:lnTo>
                <a:lnTo>
                  <a:pt x="5744" y="1952"/>
                </a:lnTo>
                <a:lnTo>
                  <a:pt x="6125" y="1952"/>
                </a:lnTo>
                <a:lnTo>
                  <a:pt x="6506" y="1952"/>
                </a:lnTo>
                <a:lnTo>
                  <a:pt x="6886" y="1952"/>
                </a:lnTo>
                <a:lnTo>
                  <a:pt x="7267" y="1952"/>
                </a:lnTo>
                <a:lnTo>
                  <a:pt x="7267" y="2218"/>
                </a:lnTo>
                <a:lnTo>
                  <a:pt x="7664" y="2218"/>
                </a:lnTo>
                <a:lnTo>
                  <a:pt x="7664" y="2218"/>
                </a:lnTo>
                <a:lnTo>
                  <a:pt x="7664" y="2396"/>
                </a:lnTo>
                <a:lnTo>
                  <a:pt x="8045" y="2396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840"/>
                </a:lnTo>
                <a:lnTo>
                  <a:pt x="9187" y="2840"/>
                </a:lnTo>
                <a:lnTo>
                  <a:pt x="9568" y="2840"/>
                </a:lnTo>
                <a:lnTo>
                  <a:pt x="9568" y="3017"/>
                </a:lnTo>
                <a:lnTo>
                  <a:pt x="9949" y="3017"/>
                </a:lnTo>
                <a:lnTo>
                  <a:pt x="10346" y="3017"/>
                </a:lnTo>
                <a:lnTo>
                  <a:pt x="10727" y="3017"/>
                </a:lnTo>
                <a:lnTo>
                  <a:pt x="10727" y="3283"/>
                </a:lnTo>
                <a:lnTo>
                  <a:pt x="11108" y="3283"/>
                </a:lnTo>
                <a:lnTo>
                  <a:pt x="11488" y="3283"/>
                </a:lnTo>
                <a:lnTo>
                  <a:pt x="11488" y="3461"/>
                </a:lnTo>
                <a:lnTo>
                  <a:pt x="11869" y="3461"/>
                </a:lnTo>
                <a:lnTo>
                  <a:pt x="11869" y="3638"/>
                </a:lnTo>
                <a:lnTo>
                  <a:pt x="12250" y="3638"/>
                </a:lnTo>
                <a:lnTo>
                  <a:pt x="12647" y="3638"/>
                </a:lnTo>
                <a:lnTo>
                  <a:pt x="12647" y="3905"/>
                </a:lnTo>
                <a:lnTo>
                  <a:pt x="13028" y="3905"/>
                </a:lnTo>
                <a:lnTo>
                  <a:pt x="13409" y="3905"/>
                </a:lnTo>
                <a:lnTo>
                  <a:pt x="13409" y="4082"/>
                </a:lnTo>
                <a:lnTo>
                  <a:pt x="13789" y="4082"/>
                </a:lnTo>
              </a:path>
            </a:pathLst>
          </a:custGeom>
          <a:ln w="230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862936" y="2681344"/>
            <a:ext cx="13028" cy="3905"/>
          </a:xfrm>
          <a:custGeom>
            <a:avLst/>
            <a:gdLst/>
            <a:ahLst/>
            <a:cxnLst/>
            <a:rect l="l" t="t" r="r" b="b"/>
            <a:pathLst>
              <a:path w="13028" h="3905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80" y="266"/>
                </a:lnTo>
                <a:lnTo>
                  <a:pt x="761" y="266"/>
                </a:lnTo>
                <a:lnTo>
                  <a:pt x="1142" y="266"/>
                </a:lnTo>
                <a:lnTo>
                  <a:pt x="1142" y="443"/>
                </a:lnTo>
                <a:lnTo>
                  <a:pt x="1539" y="443"/>
                </a:lnTo>
                <a:lnTo>
                  <a:pt x="1920" y="443"/>
                </a:lnTo>
                <a:lnTo>
                  <a:pt x="1920" y="710"/>
                </a:lnTo>
                <a:lnTo>
                  <a:pt x="2300" y="710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21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508"/>
                </a:lnTo>
                <a:lnTo>
                  <a:pt x="5744" y="1775"/>
                </a:lnTo>
                <a:lnTo>
                  <a:pt x="6125" y="1775"/>
                </a:lnTo>
                <a:lnTo>
                  <a:pt x="6125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02" y="2130"/>
                </a:lnTo>
                <a:lnTo>
                  <a:pt x="7283" y="2130"/>
                </a:lnTo>
                <a:lnTo>
                  <a:pt x="7283" y="2396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573"/>
                </a:lnTo>
                <a:lnTo>
                  <a:pt x="9187" y="2573"/>
                </a:lnTo>
                <a:lnTo>
                  <a:pt x="9187" y="2840"/>
                </a:lnTo>
                <a:lnTo>
                  <a:pt x="9584" y="2840"/>
                </a:lnTo>
                <a:lnTo>
                  <a:pt x="9965" y="2840"/>
                </a:lnTo>
                <a:lnTo>
                  <a:pt x="9965" y="3017"/>
                </a:lnTo>
                <a:lnTo>
                  <a:pt x="10346" y="3017"/>
                </a:lnTo>
                <a:lnTo>
                  <a:pt x="10346" y="3017"/>
                </a:lnTo>
                <a:lnTo>
                  <a:pt x="10346" y="3283"/>
                </a:lnTo>
                <a:lnTo>
                  <a:pt x="10727" y="3283"/>
                </a:lnTo>
                <a:lnTo>
                  <a:pt x="11108" y="3461"/>
                </a:lnTo>
                <a:lnTo>
                  <a:pt x="11488" y="3461"/>
                </a:lnTo>
                <a:lnTo>
                  <a:pt x="11488" y="3638"/>
                </a:lnTo>
                <a:lnTo>
                  <a:pt x="11885" y="3638"/>
                </a:lnTo>
                <a:lnTo>
                  <a:pt x="12266" y="3638"/>
                </a:lnTo>
                <a:lnTo>
                  <a:pt x="12647" y="3638"/>
                </a:lnTo>
                <a:lnTo>
                  <a:pt x="12647" y="3905"/>
                </a:lnTo>
                <a:lnTo>
                  <a:pt x="13028" y="3905"/>
                </a:lnTo>
              </a:path>
            </a:pathLst>
          </a:custGeom>
          <a:ln w="230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875964" y="2685250"/>
            <a:ext cx="13789" cy="4260"/>
          </a:xfrm>
          <a:custGeom>
            <a:avLst/>
            <a:gdLst/>
            <a:ahLst/>
            <a:cxnLst/>
            <a:rect l="l" t="t" r="r" b="b"/>
            <a:pathLst>
              <a:path w="13789" h="4260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443"/>
                </a:lnTo>
                <a:lnTo>
                  <a:pt x="1539" y="443"/>
                </a:lnTo>
                <a:lnTo>
                  <a:pt x="1539" y="621"/>
                </a:lnTo>
                <a:lnTo>
                  <a:pt x="1920" y="621"/>
                </a:lnTo>
                <a:lnTo>
                  <a:pt x="2300" y="621"/>
                </a:lnTo>
                <a:lnTo>
                  <a:pt x="2300" y="798"/>
                </a:lnTo>
                <a:lnTo>
                  <a:pt x="2681" y="798"/>
                </a:lnTo>
                <a:lnTo>
                  <a:pt x="2681" y="1065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065"/>
                </a:lnTo>
                <a:lnTo>
                  <a:pt x="3824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5744" y="1952"/>
                </a:lnTo>
                <a:lnTo>
                  <a:pt x="6125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02" y="2130"/>
                </a:lnTo>
                <a:lnTo>
                  <a:pt x="7283" y="2130"/>
                </a:lnTo>
                <a:lnTo>
                  <a:pt x="7664" y="2130"/>
                </a:lnTo>
                <a:lnTo>
                  <a:pt x="7664" y="2130"/>
                </a:lnTo>
                <a:lnTo>
                  <a:pt x="7664" y="2307"/>
                </a:lnTo>
                <a:lnTo>
                  <a:pt x="8045" y="2307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751"/>
                </a:lnTo>
                <a:lnTo>
                  <a:pt x="9203" y="2751"/>
                </a:lnTo>
                <a:lnTo>
                  <a:pt x="9584" y="2751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372"/>
                </a:lnTo>
                <a:lnTo>
                  <a:pt x="11108" y="3372"/>
                </a:lnTo>
                <a:lnTo>
                  <a:pt x="11488" y="3372"/>
                </a:lnTo>
                <a:lnTo>
                  <a:pt x="11885" y="3372"/>
                </a:lnTo>
                <a:lnTo>
                  <a:pt x="11885" y="3372"/>
                </a:lnTo>
                <a:lnTo>
                  <a:pt x="11885" y="3638"/>
                </a:lnTo>
                <a:lnTo>
                  <a:pt x="12266" y="3638"/>
                </a:lnTo>
                <a:lnTo>
                  <a:pt x="12266" y="3816"/>
                </a:lnTo>
                <a:lnTo>
                  <a:pt x="12647" y="3816"/>
                </a:lnTo>
                <a:lnTo>
                  <a:pt x="13028" y="3816"/>
                </a:lnTo>
                <a:lnTo>
                  <a:pt x="13028" y="4082"/>
                </a:lnTo>
                <a:lnTo>
                  <a:pt x="13409" y="4082"/>
                </a:lnTo>
                <a:lnTo>
                  <a:pt x="13789" y="4082"/>
                </a:lnTo>
                <a:lnTo>
                  <a:pt x="13789" y="4260"/>
                </a:lnTo>
              </a:path>
            </a:pathLst>
          </a:custGeom>
          <a:ln w="231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89754" y="2689510"/>
            <a:ext cx="13409" cy="3905"/>
          </a:xfrm>
          <a:custGeom>
            <a:avLst/>
            <a:gdLst/>
            <a:ahLst/>
            <a:cxnLst/>
            <a:rect l="l" t="t" r="r" b="b"/>
            <a:pathLst>
              <a:path w="13409" h="3905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77" y="266"/>
                </a:lnTo>
                <a:lnTo>
                  <a:pt x="1158" y="266"/>
                </a:lnTo>
                <a:lnTo>
                  <a:pt x="1539" y="266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681" y="621"/>
                </a:lnTo>
                <a:lnTo>
                  <a:pt x="2681" y="887"/>
                </a:lnTo>
                <a:lnTo>
                  <a:pt x="3062" y="887"/>
                </a:lnTo>
                <a:lnTo>
                  <a:pt x="3459" y="887"/>
                </a:lnTo>
                <a:lnTo>
                  <a:pt x="3459" y="1065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508"/>
                </a:lnTo>
                <a:lnTo>
                  <a:pt x="6141" y="1686"/>
                </a:lnTo>
                <a:lnTo>
                  <a:pt x="6522" y="1686"/>
                </a:lnTo>
                <a:lnTo>
                  <a:pt x="6522" y="1952"/>
                </a:lnTo>
                <a:lnTo>
                  <a:pt x="6902" y="1952"/>
                </a:lnTo>
                <a:lnTo>
                  <a:pt x="6902" y="2130"/>
                </a:lnTo>
                <a:lnTo>
                  <a:pt x="7283" y="2130"/>
                </a:lnTo>
                <a:lnTo>
                  <a:pt x="7664" y="2130"/>
                </a:lnTo>
                <a:lnTo>
                  <a:pt x="7664" y="2396"/>
                </a:lnTo>
                <a:lnTo>
                  <a:pt x="8045" y="2396"/>
                </a:lnTo>
                <a:lnTo>
                  <a:pt x="8442" y="2396"/>
                </a:lnTo>
                <a:lnTo>
                  <a:pt x="8442" y="2573"/>
                </a:lnTo>
                <a:lnTo>
                  <a:pt x="8822" y="2573"/>
                </a:lnTo>
                <a:lnTo>
                  <a:pt x="9203" y="2573"/>
                </a:lnTo>
                <a:lnTo>
                  <a:pt x="9584" y="2751"/>
                </a:lnTo>
                <a:lnTo>
                  <a:pt x="9965" y="2751"/>
                </a:lnTo>
                <a:lnTo>
                  <a:pt x="9965" y="3017"/>
                </a:lnTo>
                <a:lnTo>
                  <a:pt x="10346" y="3017"/>
                </a:lnTo>
                <a:lnTo>
                  <a:pt x="10727" y="3017"/>
                </a:lnTo>
                <a:lnTo>
                  <a:pt x="10727" y="3195"/>
                </a:lnTo>
                <a:lnTo>
                  <a:pt x="11123" y="3195"/>
                </a:lnTo>
                <a:lnTo>
                  <a:pt x="11123" y="3461"/>
                </a:lnTo>
                <a:lnTo>
                  <a:pt x="11504" y="3461"/>
                </a:lnTo>
                <a:lnTo>
                  <a:pt x="11885" y="3461"/>
                </a:lnTo>
                <a:lnTo>
                  <a:pt x="11885" y="3638"/>
                </a:lnTo>
                <a:lnTo>
                  <a:pt x="12266" y="3638"/>
                </a:lnTo>
                <a:lnTo>
                  <a:pt x="12647" y="3638"/>
                </a:lnTo>
                <a:lnTo>
                  <a:pt x="12647" y="3905"/>
                </a:lnTo>
                <a:lnTo>
                  <a:pt x="13028" y="3905"/>
                </a:lnTo>
                <a:lnTo>
                  <a:pt x="13409" y="3905"/>
                </a:lnTo>
              </a:path>
            </a:pathLst>
          </a:custGeom>
          <a:ln w="229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903163" y="2693415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96" y="177"/>
                </a:lnTo>
                <a:lnTo>
                  <a:pt x="777" y="177"/>
                </a:lnTo>
                <a:lnTo>
                  <a:pt x="777" y="355"/>
                </a:lnTo>
                <a:lnTo>
                  <a:pt x="1158" y="355"/>
                </a:lnTo>
                <a:lnTo>
                  <a:pt x="1539" y="355"/>
                </a:lnTo>
                <a:lnTo>
                  <a:pt x="1539" y="621"/>
                </a:lnTo>
                <a:lnTo>
                  <a:pt x="1920" y="621"/>
                </a:lnTo>
                <a:lnTo>
                  <a:pt x="1920" y="798"/>
                </a:lnTo>
                <a:lnTo>
                  <a:pt x="2300" y="798"/>
                </a:lnTo>
                <a:lnTo>
                  <a:pt x="2681" y="798"/>
                </a:lnTo>
                <a:lnTo>
                  <a:pt x="2681" y="1065"/>
                </a:lnTo>
                <a:lnTo>
                  <a:pt x="3078" y="1065"/>
                </a:lnTo>
                <a:lnTo>
                  <a:pt x="3459" y="1065"/>
                </a:lnTo>
                <a:lnTo>
                  <a:pt x="3840" y="1242"/>
                </a:lnTo>
                <a:lnTo>
                  <a:pt x="4221" y="1242"/>
                </a:lnTo>
                <a:lnTo>
                  <a:pt x="4221" y="1420"/>
                </a:lnTo>
                <a:lnTo>
                  <a:pt x="4601" y="1420"/>
                </a:lnTo>
                <a:lnTo>
                  <a:pt x="4982" y="1420"/>
                </a:lnTo>
                <a:lnTo>
                  <a:pt x="4982" y="1420"/>
                </a:lnTo>
                <a:lnTo>
                  <a:pt x="4982" y="1686"/>
                </a:lnTo>
                <a:lnTo>
                  <a:pt x="5363" y="1686"/>
                </a:lnTo>
                <a:lnTo>
                  <a:pt x="5760" y="1686"/>
                </a:lnTo>
                <a:lnTo>
                  <a:pt x="5760" y="1863"/>
                </a:lnTo>
                <a:lnTo>
                  <a:pt x="6141" y="1863"/>
                </a:lnTo>
                <a:lnTo>
                  <a:pt x="6141" y="2130"/>
                </a:lnTo>
                <a:lnTo>
                  <a:pt x="6522" y="2130"/>
                </a:lnTo>
                <a:lnTo>
                  <a:pt x="6902" y="2307"/>
                </a:lnTo>
                <a:lnTo>
                  <a:pt x="7283" y="2307"/>
                </a:lnTo>
                <a:lnTo>
                  <a:pt x="7664" y="2307"/>
                </a:lnTo>
                <a:lnTo>
                  <a:pt x="7664" y="2573"/>
                </a:lnTo>
                <a:lnTo>
                  <a:pt x="8045" y="2573"/>
                </a:lnTo>
                <a:lnTo>
                  <a:pt x="8442" y="2573"/>
                </a:lnTo>
                <a:lnTo>
                  <a:pt x="8442" y="2573"/>
                </a:lnTo>
                <a:lnTo>
                  <a:pt x="8442" y="2751"/>
                </a:lnTo>
                <a:lnTo>
                  <a:pt x="8822" y="2751"/>
                </a:lnTo>
                <a:lnTo>
                  <a:pt x="9203" y="2751"/>
                </a:lnTo>
                <a:lnTo>
                  <a:pt x="9203" y="2928"/>
                </a:lnTo>
                <a:lnTo>
                  <a:pt x="9584" y="2928"/>
                </a:lnTo>
                <a:lnTo>
                  <a:pt x="9965" y="2928"/>
                </a:lnTo>
                <a:lnTo>
                  <a:pt x="9965" y="3195"/>
                </a:lnTo>
                <a:lnTo>
                  <a:pt x="10346" y="3195"/>
                </a:lnTo>
                <a:lnTo>
                  <a:pt x="10346" y="3372"/>
                </a:lnTo>
                <a:lnTo>
                  <a:pt x="10743" y="3372"/>
                </a:lnTo>
                <a:lnTo>
                  <a:pt x="11123" y="3372"/>
                </a:lnTo>
                <a:lnTo>
                  <a:pt x="11504" y="3372"/>
                </a:lnTo>
                <a:lnTo>
                  <a:pt x="11504" y="3638"/>
                </a:lnTo>
                <a:lnTo>
                  <a:pt x="11885" y="3638"/>
                </a:lnTo>
                <a:lnTo>
                  <a:pt x="11885" y="3816"/>
                </a:lnTo>
                <a:lnTo>
                  <a:pt x="12266" y="3816"/>
                </a:lnTo>
                <a:lnTo>
                  <a:pt x="12647" y="3816"/>
                </a:lnTo>
                <a:lnTo>
                  <a:pt x="12647" y="3994"/>
                </a:lnTo>
                <a:lnTo>
                  <a:pt x="13028" y="3994"/>
                </a:lnTo>
                <a:lnTo>
                  <a:pt x="13424" y="3994"/>
                </a:lnTo>
                <a:lnTo>
                  <a:pt x="13424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916969" y="2697676"/>
            <a:ext cx="13409" cy="4082"/>
          </a:xfrm>
          <a:custGeom>
            <a:avLst/>
            <a:gdLst/>
            <a:ahLst/>
            <a:cxnLst/>
            <a:rect l="l" t="t" r="r" b="b"/>
            <a:pathLst>
              <a:path w="13409" h="4082">
                <a:moveTo>
                  <a:pt x="0" y="0"/>
                </a:moveTo>
                <a:lnTo>
                  <a:pt x="0" y="0"/>
                </a:lnTo>
                <a:lnTo>
                  <a:pt x="380" y="177"/>
                </a:lnTo>
                <a:lnTo>
                  <a:pt x="380" y="443"/>
                </a:lnTo>
                <a:lnTo>
                  <a:pt x="761" y="443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00" y="621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443" y="1242"/>
                </a:lnTo>
                <a:lnTo>
                  <a:pt x="3824" y="1242"/>
                </a:lnTo>
                <a:lnTo>
                  <a:pt x="4205" y="1242"/>
                </a:lnTo>
                <a:lnTo>
                  <a:pt x="4205" y="1508"/>
                </a:lnTo>
                <a:lnTo>
                  <a:pt x="4586" y="1508"/>
                </a:lnTo>
                <a:lnTo>
                  <a:pt x="4586" y="1686"/>
                </a:lnTo>
                <a:lnTo>
                  <a:pt x="4982" y="1686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125" y="1952"/>
                </a:lnTo>
                <a:lnTo>
                  <a:pt x="6506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86" y="2130"/>
                </a:lnTo>
                <a:lnTo>
                  <a:pt x="6886" y="2307"/>
                </a:lnTo>
                <a:lnTo>
                  <a:pt x="7283" y="2307"/>
                </a:lnTo>
                <a:lnTo>
                  <a:pt x="7664" y="2307"/>
                </a:lnTo>
                <a:lnTo>
                  <a:pt x="7664" y="2573"/>
                </a:lnTo>
                <a:lnTo>
                  <a:pt x="8045" y="2573"/>
                </a:lnTo>
                <a:lnTo>
                  <a:pt x="8426" y="2573"/>
                </a:lnTo>
                <a:lnTo>
                  <a:pt x="8426" y="2751"/>
                </a:lnTo>
                <a:lnTo>
                  <a:pt x="8807" y="2751"/>
                </a:lnTo>
                <a:lnTo>
                  <a:pt x="9187" y="2751"/>
                </a:lnTo>
                <a:lnTo>
                  <a:pt x="9568" y="2751"/>
                </a:lnTo>
                <a:lnTo>
                  <a:pt x="9568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1869" y="3816"/>
                </a:lnTo>
                <a:lnTo>
                  <a:pt x="12250" y="3816"/>
                </a:lnTo>
                <a:lnTo>
                  <a:pt x="12647" y="3816"/>
                </a:lnTo>
                <a:lnTo>
                  <a:pt x="12647" y="4082"/>
                </a:lnTo>
                <a:lnTo>
                  <a:pt x="13028" y="4082"/>
                </a:lnTo>
                <a:lnTo>
                  <a:pt x="13409" y="4082"/>
                </a:lnTo>
              </a:path>
            </a:pathLst>
          </a:custGeom>
          <a:ln w="230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930378" y="2701758"/>
            <a:ext cx="13789" cy="4526"/>
          </a:xfrm>
          <a:custGeom>
            <a:avLst/>
            <a:gdLst/>
            <a:ahLst/>
            <a:cxnLst/>
            <a:rect l="l" t="t" r="r" b="b"/>
            <a:pathLst>
              <a:path w="13789" h="4526">
                <a:moveTo>
                  <a:pt x="0" y="0"/>
                </a:moveTo>
                <a:lnTo>
                  <a:pt x="0" y="177"/>
                </a:ln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42" y="443"/>
                </a:lnTo>
                <a:lnTo>
                  <a:pt x="1523" y="443"/>
                </a:lnTo>
                <a:lnTo>
                  <a:pt x="1523" y="621"/>
                </a:lnTo>
                <a:lnTo>
                  <a:pt x="1920" y="621"/>
                </a:lnTo>
                <a:lnTo>
                  <a:pt x="1920" y="798"/>
                </a:lnTo>
                <a:lnTo>
                  <a:pt x="2300" y="798"/>
                </a:lnTo>
                <a:lnTo>
                  <a:pt x="2681" y="1065"/>
                </a:lnTo>
                <a:lnTo>
                  <a:pt x="3062" y="1065"/>
                </a:lnTo>
                <a:lnTo>
                  <a:pt x="3443" y="1065"/>
                </a:lnTo>
                <a:lnTo>
                  <a:pt x="3443" y="1242"/>
                </a:lnTo>
                <a:lnTo>
                  <a:pt x="3824" y="1242"/>
                </a:lnTo>
                <a:lnTo>
                  <a:pt x="4205" y="1242"/>
                </a:lnTo>
                <a:lnTo>
                  <a:pt x="4205" y="1508"/>
                </a:lnTo>
                <a:lnTo>
                  <a:pt x="4601" y="1508"/>
                </a:lnTo>
                <a:lnTo>
                  <a:pt x="4982" y="1508"/>
                </a:lnTo>
                <a:lnTo>
                  <a:pt x="4982" y="1686"/>
                </a:lnTo>
                <a:lnTo>
                  <a:pt x="5363" y="1686"/>
                </a:lnTo>
                <a:lnTo>
                  <a:pt x="5744" y="1952"/>
                </a:lnTo>
                <a:lnTo>
                  <a:pt x="5744" y="2130"/>
                </a:lnTo>
                <a:lnTo>
                  <a:pt x="6125" y="2130"/>
                </a:lnTo>
                <a:lnTo>
                  <a:pt x="6506" y="2130"/>
                </a:lnTo>
                <a:lnTo>
                  <a:pt x="6506" y="2130"/>
                </a:lnTo>
                <a:lnTo>
                  <a:pt x="6506" y="2307"/>
                </a:lnTo>
                <a:lnTo>
                  <a:pt x="6902" y="2307"/>
                </a:lnTo>
                <a:lnTo>
                  <a:pt x="7283" y="2307"/>
                </a:lnTo>
                <a:lnTo>
                  <a:pt x="7664" y="2307"/>
                </a:lnTo>
                <a:lnTo>
                  <a:pt x="7664" y="2573"/>
                </a:lnTo>
                <a:lnTo>
                  <a:pt x="8045" y="2573"/>
                </a:lnTo>
                <a:lnTo>
                  <a:pt x="8426" y="2751"/>
                </a:lnTo>
                <a:lnTo>
                  <a:pt x="8807" y="2751"/>
                </a:lnTo>
                <a:lnTo>
                  <a:pt x="9187" y="3017"/>
                </a:lnTo>
                <a:lnTo>
                  <a:pt x="9584" y="3017"/>
                </a:lnTo>
                <a:lnTo>
                  <a:pt x="9584" y="3195"/>
                </a:lnTo>
                <a:lnTo>
                  <a:pt x="9965" y="3195"/>
                </a:lnTo>
                <a:lnTo>
                  <a:pt x="9965" y="3372"/>
                </a:lnTo>
                <a:lnTo>
                  <a:pt x="10346" y="3372"/>
                </a:lnTo>
                <a:lnTo>
                  <a:pt x="10727" y="3372"/>
                </a:lnTo>
                <a:lnTo>
                  <a:pt x="11108" y="3372"/>
                </a:lnTo>
                <a:lnTo>
                  <a:pt x="11488" y="3638"/>
                </a:lnTo>
                <a:lnTo>
                  <a:pt x="11869" y="3638"/>
                </a:lnTo>
                <a:lnTo>
                  <a:pt x="11869" y="3816"/>
                </a:lnTo>
                <a:lnTo>
                  <a:pt x="12266" y="3816"/>
                </a:lnTo>
                <a:lnTo>
                  <a:pt x="12266" y="4082"/>
                </a:lnTo>
                <a:lnTo>
                  <a:pt x="12647" y="4082"/>
                </a:lnTo>
                <a:lnTo>
                  <a:pt x="13028" y="4082"/>
                </a:lnTo>
                <a:lnTo>
                  <a:pt x="13028" y="4260"/>
                </a:lnTo>
                <a:lnTo>
                  <a:pt x="13409" y="4260"/>
                </a:lnTo>
                <a:lnTo>
                  <a:pt x="13789" y="4260"/>
                </a:lnTo>
                <a:lnTo>
                  <a:pt x="13789" y="4526"/>
                </a:lnTo>
              </a:path>
            </a:pathLst>
          </a:custGeom>
          <a:ln w="23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944168" y="2706285"/>
            <a:ext cx="13409" cy="3994"/>
          </a:xfrm>
          <a:custGeom>
            <a:avLst/>
            <a:gdLst/>
            <a:ahLst/>
            <a:cxnLst/>
            <a:rect l="l" t="t" r="r" b="b"/>
            <a:pathLst>
              <a:path w="13409" h="3994">
                <a:moveTo>
                  <a:pt x="0" y="0"/>
                </a:moveTo>
                <a:lnTo>
                  <a:pt x="0" y="0"/>
                </a:lnTo>
                <a:lnTo>
                  <a:pt x="380" y="177"/>
                </a:lnTo>
                <a:lnTo>
                  <a:pt x="761" y="177"/>
                </a:lnTo>
                <a:lnTo>
                  <a:pt x="1158" y="177"/>
                </a:lnTo>
                <a:lnTo>
                  <a:pt x="1539" y="177"/>
                </a:lnTo>
                <a:lnTo>
                  <a:pt x="1539" y="355"/>
                </a:lnTo>
                <a:lnTo>
                  <a:pt x="1920" y="355"/>
                </a:lnTo>
                <a:lnTo>
                  <a:pt x="2300" y="355"/>
                </a:lnTo>
                <a:lnTo>
                  <a:pt x="2300" y="621"/>
                </a:lnTo>
                <a:lnTo>
                  <a:pt x="2681" y="621"/>
                </a:lnTo>
                <a:lnTo>
                  <a:pt x="2681" y="798"/>
                </a:lnTo>
                <a:lnTo>
                  <a:pt x="3062" y="798"/>
                </a:lnTo>
                <a:lnTo>
                  <a:pt x="3443" y="1065"/>
                </a:lnTo>
                <a:lnTo>
                  <a:pt x="3840" y="1065"/>
                </a:lnTo>
                <a:lnTo>
                  <a:pt x="3840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982" y="1242"/>
                </a:lnTo>
                <a:lnTo>
                  <a:pt x="4982" y="1420"/>
                </a:lnTo>
                <a:lnTo>
                  <a:pt x="5363" y="1420"/>
                </a:lnTo>
                <a:lnTo>
                  <a:pt x="5744" y="1686"/>
                </a:lnTo>
                <a:lnTo>
                  <a:pt x="6141" y="1686"/>
                </a:lnTo>
                <a:lnTo>
                  <a:pt x="6522" y="1863"/>
                </a:lnTo>
                <a:lnTo>
                  <a:pt x="6522" y="2130"/>
                </a:lnTo>
                <a:lnTo>
                  <a:pt x="6902" y="2130"/>
                </a:lnTo>
                <a:lnTo>
                  <a:pt x="7283" y="2130"/>
                </a:lnTo>
                <a:lnTo>
                  <a:pt x="7283" y="2307"/>
                </a:lnTo>
                <a:lnTo>
                  <a:pt x="7664" y="2307"/>
                </a:lnTo>
                <a:lnTo>
                  <a:pt x="8045" y="2307"/>
                </a:lnTo>
                <a:lnTo>
                  <a:pt x="8045" y="2573"/>
                </a:lnTo>
                <a:lnTo>
                  <a:pt x="8426" y="2573"/>
                </a:lnTo>
                <a:lnTo>
                  <a:pt x="8822" y="2573"/>
                </a:lnTo>
                <a:lnTo>
                  <a:pt x="8822" y="2751"/>
                </a:lnTo>
                <a:lnTo>
                  <a:pt x="9203" y="2751"/>
                </a:lnTo>
                <a:lnTo>
                  <a:pt x="9584" y="2751"/>
                </a:lnTo>
                <a:lnTo>
                  <a:pt x="9584" y="2928"/>
                </a:lnTo>
                <a:lnTo>
                  <a:pt x="9965" y="2928"/>
                </a:lnTo>
                <a:lnTo>
                  <a:pt x="10346" y="2928"/>
                </a:lnTo>
                <a:lnTo>
                  <a:pt x="10346" y="2928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372"/>
                </a:lnTo>
                <a:lnTo>
                  <a:pt x="11108" y="3372"/>
                </a:lnTo>
                <a:lnTo>
                  <a:pt x="11504" y="3638"/>
                </a:lnTo>
                <a:lnTo>
                  <a:pt x="11885" y="3638"/>
                </a:lnTo>
                <a:lnTo>
                  <a:pt x="12266" y="3638"/>
                </a:lnTo>
                <a:lnTo>
                  <a:pt x="12647" y="3638"/>
                </a:lnTo>
                <a:lnTo>
                  <a:pt x="12647" y="3816"/>
                </a:lnTo>
                <a:lnTo>
                  <a:pt x="13028" y="3816"/>
                </a:lnTo>
                <a:lnTo>
                  <a:pt x="13028" y="3994"/>
                </a:lnTo>
                <a:lnTo>
                  <a:pt x="13409" y="3994"/>
                </a:lnTo>
              </a:path>
            </a:pathLst>
          </a:custGeom>
          <a:ln w="230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957577" y="2710279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77" y="266"/>
                </a:lnTo>
                <a:lnTo>
                  <a:pt x="777" y="266"/>
                </a:lnTo>
                <a:lnTo>
                  <a:pt x="1158" y="443"/>
                </a:lnTo>
                <a:lnTo>
                  <a:pt x="1539" y="443"/>
                </a:lnTo>
                <a:lnTo>
                  <a:pt x="1539" y="710"/>
                </a:lnTo>
                <a:lnTo>
                  <a:pt x="1920" y="710"/>
                </a:lnTo>
                <a:lnTo>
                  <a:pt x="1920" y="887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59" y="887"/>
                </a:lnTo>
                <a:lnTo>
                  <a:pt x="3459" y="1153"/>
                </a:lnTo>
                <a:lnTo>
                  <a:pt x="3459" y="1331"/>
                </a:lnTo>
                <a:lnTo>
                  <a:pt x="3840" y="1331"/>
                </a:lnTo>
                <a:lnTo>
                  <a:pt x="4221" y="1331"/>
                </a:lnTo>
                <a:lnTo>
                  <a:pt x="4221" y="1508"/>
                </a:lnTo>
                <a:lnTo>
                  <a:pt x="4601" y="1508"/>
                </a:lnTo>
                <a:lnTo>
                  <a:pt x="4982" y="1508"/>
                </a:lnTo>
                <a:lnTo>
                  <a:pt x="4982" y="1508"/>
                </a:lnTo>
                <a:lnTo>
                  <a:pt x="4982" y="1775"/>
                </a:lnTo>
                <a:lnTo>
                  <a:pt x="5363" y="1775"/>
                </a:lnTo>
                <a:lnTo>
                  <a:pt x="5760" y="1775"/>
                </a:lnTo>
                <a:lnTo>
                  <a:pt x="5760" y="1952"/>
                </a:lnTo>
                <a:lnTo>
                  <a:pt x="6141" y="1952"/>
                </a:lnTo>
                <a:lnTo>
                  <a:pt x="6522" y="1952"/>
                </a:lnTo>
                <a:lnTo>
                  <a:pt x="6902" y="2218"/>
                </a:lnTo>
                <a:lnTo>
                  <a:pt x="7283" y="2218"/>
                </a:lnTo>
                <a:lnTo>
                  <a:pt x="7283" y="2396"/>
                </a:lnTo>
                <a:lnTo>
                  <a:pt x="7664" y="2396"/>
                </a:lnTo>
                <a:lnTo>
                  <a:pt x="7664" y="2573"/>
                </a:lnTo>
                <a:lnTo>
                  <a:pt x="8045" y="2573"/>
                </a:lnTo>
                <a:lnTo>
                  <a:pt x="8442" y="2573"/>
                </a:lnTo>
                <a:lnTo>
                  <a:pt x="8442" y="2840"/>
                </a:lnTo>
                <a:lnTo>
                  <a:pt x="8822" y="2840"/>
                </a:lnTo>
                <a:lnTo>
                  <a:pt x="8822" y="2840"/>
                </a:lnTo>
                <a:lnTo>
                  <a:pt x="9203" y="3017"/>
                </a:lnTo>
                <a:lnTo>
                  <a:pt x="9584" y="3017"/>
                </a:lnTo>
                <a:lnTo>
                  <a:pt x="9584" y="3283"/>
                </a:lnTo>
                <a:lnTo>
                  <a:pt x="9965" y="3283"/>
                </a:lnTo>
                <a:lnTo>
                  <a:pt x="10346" y="3283"/>
                </a:lnTo>
                <a:lnTo>
                  <a:pt x="10727" y="3283"/>
                </a:lnTo>
                <a:lnTo>
                  <a:pt x="10727" y="3461"/>
                </a:lnTo>
                <a:lnTo>
                  <a:pt x="11123" y="3461"/>
                </a:lnTo>
                <a:lnTo>
                  <a:pt x="11504" y="3461"/>
                </a:lnTo>
                <a:lnTo>
                  <a:pt x="11504" y="3727"/>
                </a:lnTo>
                <a:lnTo>
                  <a:pt x="11885" y="3727"/>
                </a:lnTo>
                <a:lnTo>
                  <a:pt x="11885" y="3905"/>
                </a:lnTo>
                <a:lnTo>
                  <a:pt x="12266" y="3905"/>
                </a:lnTo>
                <a:lnTo>
                  <a:pt x="12266" y="4082"/>
                </a:lnTo>
                <a:lnTo>
                  <a:pt x="12647" y="4082"/>
                </a:lnTo>
                <a:lnTo>
                  <a:pt x="13028" y="4082"/>
                </a:lnTo>
                <a:lnTo>
                  <a:pt x="13028" y="4349"/>
                </a:lnTo>
                <a:lnTo>
                  <a:pt x="13409" y="4349"/>
                </a:lnTo>
                <a:lnTo>
                  <a:pt x="13805" y="4349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971382" y="2714628"/>
            <a:ext cx="13028" cy="4260"/>
          </a:xfrm>
          <a:custGeom>
            <a:avLst/>
            <a:gdLst/>
            <a:ahLst/>
            <a:cxnLst/>
            <a:rect l="l" t="t" r="r" b="b"/>
            <a:pathLst>
              <a:path w="13028" h="4260">
                <a:moveTo>
                  <a:pt x="0" y="0"/>
                </a:move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42" y="443"/>
                </a:lnTo>
                <a:lnTo>
                  <a:pt x="1523" y="443"/>
                </a:lnTo>
                <a:lnTo>
                  <a:pt x="1523" y="621"/>
                </a:lnTo>
                <a:lnTo>
                  <a:pt x="1904" y="621"/>
                </a:lnTo>
                <a:lnTo>
                  <a:pt x="2285" y="621"/>
                </a:lnTo>
                <a:lnTo>
                  <a:pt x="2285" y="798"/>
                </a:lnTo>
                <a:lnTo>
                  <a:pt x="2681" y="798"/>
                </a:lnTo>
                <a:lnTo>
                  <a:pt x="2681" y="1065"/>
                </a:lnTo>
                <a:lnTo>
                  <a:pt x="3062" y="1065"/>
                </a:lnTo>
                <a:lnTo>
                  <a:pt x="3062" y="1242"/>
                </a:lnTo>
                <a:lnTo>
                  <a:pt x="3443" y="1242"/>
                </a:lnTo>
                <a:lnTo>
                  <a:pt x="3824" y="1242"/>
                </a:lnTo>
                <a:lnTo>
                  <a:pt x="4205" y="1242"/>
                </a:lnTo>
                <a:lnTo>
                  <a:pt x="4205" y="1508"/>
                </a:lnTo>
                <a:lnTo>
                  <a:pt x="4586" y="1508"/>
                </a:lnTo>
                <a:lnTo>
                  <a:pt x="4982" y="1508"/>
                </a:lnTo>
                <a:lnTo>
                  <a:pt x="4982" y="1686"/>
                </a:lnTo>
                <a:lnTo>
                  <a:pt x="5363" y="1686"/>
                </a:lnTo>
                <a:lnTo>
                  <a:pt x="5363" y="1686"/>
                </a:lnTo>
                <a:lnTo>
                  <a:pt x="5744" y="1863"/>
                </a:lnTo>
                <a:lnTo>
                  <a:pt x="6125" y="1863"/>
                </a:lnTo>
                <a:lnTo>
                  <a:pt x="6125" y="2130"/>
                </a:lnTo>
                <a:lnTo>
                  <a:pt x="6506" y="2130"/>
                </a:lnTo>
                <a:lnTo>
                  <a:pt x="6506" y="2307"/>
                </a:lnTo>
                <a:lnTo>
                  <a:pt x="6886" y="2307"/>
                </a:lnTo>
                <a:lnTo>
                  <a:pt x="7267" y="2307"/>
                </a:lnTo>
                <a:lnTo>
                  <a:pt x="7664" y="2307"/>
                </a:lnTo>
                <a:lnTo>
                  <a:pt x="8045" y="2307"/>
                </a:lnTo>
                <a:lnTo>
                  <a:pt x="8045" y="2573"/>
                </a:lnTo>
                <a:lnTo>
                  <a:pt x="8426" y="2573"/>
                </a:lnTo>
                <a:lnTo>
                  <a:pt x="8426" y="2751"/>
                </a:lnTo>
                <a:lnTo>
                  <a:pt x="8807" y="2751"/>
                </a:lnTo>
                <a:lnTo>
                  <a:pt x="8807" y="3017"/>
                </a:lnTo>
                <a:lnTo>
                  <a:pt x="9187" y="3017"/>
                </a:lnTo>
                <a:lnTo>
                  <a:pt x="9568" y="3017"/>
                </a:lnTo>
                <a:lnTo>
                  <a:pt x="9568" y="3195"/>
                </a:lnTo>
                <a:lnTo>
                  <a:pt x="9949" y="3195"/>
                </a:lnTo>
                <a:lnTo>
                  <a:pt x="10346" y="3195"/>
                </a:lnTo>
                <a:lnTo>
                  <a:pt x="10346" y="3372"/>
                </a:lnTo>
                <a:lnTo>
                  <a:pt x="10727" y="3372"/>
                </a:lnTo>
                <a:lnTo>
                  <a:pt x="10727" y="3372"/>
                </a:lnTo>
                <a:lnTo>
                  <a:pt x="10727" y="3638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1869" y="3816"/>
                </a:lnTo>
                <a:lnTo>
                  <a:pt x="12250" y="3816"/>
                </a:lnTo>
                <a:lnTo>
                  <a:pt x="12631" y="3816"/>
                </a:lnTo>
                <a:lnTo>
                  <a:pt x="12631" y="4082"/>
                </a:lnTo>
                <a:lnTo>
                  <a:pt x="13028" y="4260"/>
                </a:lnTo>
              </a:path>
            </a:pathLst>
          </a:custGeom>
          <a:ln w="232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984410" y="2718888"/>
            <a:ext cx="13789" cy="4260"/>
          </a:xfrm>
          <a:custGeom>
            <a:avLst/>
            <a:gdLst/>
            <a:ahLst/>
            <a:cxnLst/>
            <a:rect l="l" t="t" r="r" b="b"/>
            <a:pathLst>
              <a:path w="13789" h="4260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2285" y="443"/>
                </a:lnTo>
                <a:lnTo>
                  <a:pt x="2285" y="621"/>
                </a:lnTo>
                <a:lnTo>
                  <a:pt x="2681" y="621"/>
                </a:lnTo>
                <a:lnTo>
                  <a:pt x="2681" y="621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05" y="1331"/>
                </a:lnTo>
                <a:lnTo>
                  <a:pt x="4586" y="1331"/>
                </a:lnTo>
                <a:lnTo>
                  <a:pt x="4586" y="1508"/>
                </a:lnTo>
                <a:lnTo>
                  <a:pt x="4982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125" y="1952"/>
                </a:lnTo>
                <a:lnTo>
                  <a:pt x="6506" y="1952"/>
                </a:lnTo>
                <a:lnTo>
                  <a:pt x="6886" y="1952"/>
                </a:lnTo>
                <a:lnTo>
                  <a:pt x="6886" y="2130"/>
                </a:lnTo>
                <a:lnTo>
                  <a:pt x="7267" y="2130"/>
                </a:lnTo>
                <a:lnTo>
                  <a:pt x="7664" y="2130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426" y="2751"/>
                </a:lnTo>
                <a:lnTo>
                  <a:pt x="8807" y="2751"/>
                </a:lnTo>
                <a:lnTo>
                  <a:pt x="9187" y="2751"/>
                </a:lnTo>
                <a:lnTo>
                  <a:pt x="9568" y="2751"/>
                </a:lnTo>
                <a:lnTo>
                  <a:pt x="9949" y="2751"/>
                </a:lnTo>
                <a:lnTo>
                  <a:pt x="9949" y="3017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461"/>
                </a:lnTo>
                <a:lnTo>
                  <a:pt x="11108" y="3461"/>
                </a:lnTo>
                <a:lnTo>
                  <a:pt x="11488" y="3461"/>
                </a:lnTo>
                <a:lnTo>
                  <a:pt x="11488" y="3638"/>
                </a:lnTo>
                <a:lnTo>
                  <a:pt x="11869" y="3638"/>
                </a:lnTo>
                <a:lnTo>
                  <a:pt x="12250" y="3638"/>
                </a:lnTo>
                <a:lnTo>
                  <a:pt x="12250" y="3905"/>
                </a:lnTo>
                <a:lnTo>
                  <a:pt x="12631" y="3905"/>
                </a:lnTo>
                <a:lnTo>
                  <a:pt x="12631" y="4082"/>
                </a:lnTo>
                <a:lnTo>
                  <a:pt x="13028" y="4082"/>
                </a:lnTo>
                <a:lnTo>
                  <a:pt x="13409" y="4082"/>
                </a:lnTo>
                <a:lnTo>
                  <a:pt x="13789" y="4082"/>
                </a:lnTo>
                <a:lnTo>
                  <a:pt x="13789" y="4260"/>
                </a:lnTo>
              </a:path>
            </a:pathLst>
          </a:custGeom>
          <a:ln w="231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998200" y="2723148"/>
            <a:ext cx="13409" cy="4349"/>
          </a:xfrm>
          <a:custGeom>
            <a:avLst/>
            <a:gdLst/>
            <a:ahLst/>
            <a:cxnLst/>
            <a:rect l="l" t="t" r="r" b="b"/>
            <a:pathLst>
              <a:path w="13409" h="4349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42" y="443"/>
                </a:lnTo>
                <a:lnTo>
                  <a:pt x="1523" y="443"/>
                </a:lnTo>
                <a:lnTo>
                  <a:pt x="1920" y="710"/>
                </a:lnTo>
                <a:lnTo>
                  <a:pt x="2300" y="710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21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82" y="1508"/>
                </a:lnTo>
                <a:lnTo>
                  <a:pt x="4982" y="1775"/>
                </a:lnTo>
                <a:lnTo>
                  <a:pt x="5363" y="1775"/>
                </a:lnTo>
                <a:lnTo>
                  <a:pt x="5744" y="1775"/>
                </a:lnTo>
                <a:lnTo>
                  <a:pt x="5744" y="1952"/>
                </a:lnTo>
                <a:lnTo>
                  <a:pt x="6125" y="1952"/>
                </a:lnTo>
                <a:lnTo>
                  <a:pt x="6125" y="1952"/>
                </a:lnTo>
                <a:lnTo>
                  <a:pt x="6506" y="2218"/>
                </a:lnTo>
                <a:lnTo>
                  <a:pt x="6902" y="2218"/>
                </a:lnTo>
                <a:lnTo>
                  <a:pt x="7283" y="2218"/>
                </a:lnTo>
                <a:lnTo>
                  <a:pt x="7283" y="2396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840"/>
                </a:lnTo>
                <a:lnTo>
                  <a:pt x="8807" y="3017"/>
                </a:lnTo>
                <a:lnTo>
                  <a:pt x="9187" y="3017"/>
                </a:lnTo>
                <a:lnTo>
                  <a:pt x="9584" y="3017"/>
                </a:lnTo>
                <a:lnTo>
                  <a:pt x="9584" y="3017"/>
                </a:lnTo>
                <a:lnTo>
                  <a:pt x="9584" y="3283"/>
                </a:lnTo>
                <a:lnTo>
                  <a:pt x="9965" y="3283"/>
                </a:lnTo>
                <a:lnTo>
                  <a:pt x="10346" y="3283"/>
                </a:lnTo>
                <a:lnTo>
                  <a:pt x="10727" y="3283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1869" y="3905"/>
                </a:lnTo>
                <a:lnTo>
                  <a:pt x="12266" y="3905"/>
                </a:lnTo>
                <a:lnTo>
                  <a:pt x="12647" y="3905"/>
                </a:lnTo>
                <a:lnTo>
                  <a:pt x="12647" y="3905"/>
                </a:lnTo>
                <a:lnTo>
                  <a:pt x="12647" y="4082"/>
                </a:lnTo>
                <a:lnTo>
                  <a:pt x="13028" y="4082"/>
                </a:lnTo>
                <a:lnTo>
                  <a:pt x="13028" y="4349"/>
                </a:lnTo>
                <a:lnTo>
                  <a:pt x="13409" y="4349"/>
                </a:lnTo>
              </a:path>
            </a:pathLst>
          </a:custGeom>
          <a:ln w="232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011609" y="2727497"/>
            <a:ext cx="13789" cy="4260"/>
          </a:xfrm>
          <a:custGeom>
            <a:avLst/>
            <a:gdLst/>
            <a:ahLst/>
            <a:cxnLst/>
            <a:rect l="l" t="t" r="r" b="b"/>
            <a:pathLst>
              <a:path w="13789" h="4260">
                <a:moveTo>
                  <a:pt x="0" y="0"/>
                </a:move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539" y="177"/>
                </a:lnTo>
                <a:lnTo>
                  <a:pt x="1539" y="443"/>
                </a:lnTo>
                <a:lnTo>
                  <a:pt x="1920" y="443"/>
                </a:lnTo>
                <a:lnTo>
                  <a:pt x="1920" y="621"/>
                </a:lnTo>
                <a:lnTo>
                  <a:pt x="2300" y="621"/>
                </a:lnTo>
                <a:lnTo>
                  <a:pt x="2681" y="798"/>
                </a:lnTo>
                <a:lnTo>
                  <a:pt x="3062" y="798"/>
                </a:lnTo>
                <a:lnTo>
                  <a:pt x="3062" y="1065"/>
                </a:lnTo>
                <a:lnTo>
                  <a:pt x="3443" y="1065"/>
                </a:lnTo>
                <a:lnTo>
                  <a:pt x="3840" y="1065"/>
                </a:lnTo>
                <a:lnTo>
                  <a:pt x="3840" y="1065"/>
                </a:lnTo>
                <a:lnTo>
                  <a:pt x="3840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5744" y="1863"/>
                </a:lnTo>
                <a:lnTo>
                  <a:pt x="6125" y="1863"/>
                </a:lnTo>
                <a:lnTo>
                  <a:pt x="6522" y="1863"/>
                </a:lnTo>
                <a:lnTo>
                  <a:pt x="6522" y="2130"/>
                </a:lnTo>
                <a:lnTo>
                  <a:pt x="6902" y="2130"/>
                </a:lnTo>
                <a:lnTo>
                  <a:pt x="7283" y="2307"/>
                </a:lnTo>
                <a:lnTo>
                  <a:pt x="7664" y="2307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751"/>
                </a:lnTo>
                <a:lnTo>
                  <a:pt x="9203" y="2751"/>
                </a:lnTo>
                <a:lnTo>
                  <a:pt x="9584" y="2751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346" y="3372"/>
                </a:lnTo>
                <a:lnTo>
                  <a:pt x="10727" y="3372"/>
                </a:lnTo>
                <a:lnTo>
                  <a:pt x="11108" y="3372"/>
                </a:lnTo>
                <a:lnTo>
                  <a:pt x="11108" y="3372"/>
                </a:lnTo>
                <a:lnTo>
                  <a:pt x="11108" y="3638"/>
                </a:lnTo>
                <a:lnTo>
                  <a:pt x="11488" y="3638"/>
                </a:lnTo>
                <a:lnTo>
                  <a:pt x="11885" y="3638"/>
                </a:lnTo>
                <a:lnTo>
                  <a:pt x="12266" y="3638"/>
                </a:lnTo>
                <a:lnTo>
                  <a:pt x="12266" y="3816"/>
                </a:lnTo>
                <a:lnTo>
                  <a:pt x="12647" y="3816"/>
                </a:lnTo>
                <a:lnTo>
                  <a:pt x="12647" y="4082"/>
                </a:lnTo>
                <a:lnTo>
                  <a:pt x="13028" y="4082"/>
                </a:lnTo>
                <a:lnTo>
                  <a:pt x="13409" y="4082"/>
                </a:lnTo>
                <a:lnTo>
                  <a:pt x="13409" y="4260"/>
                </a:lnTo>
                <a:lnTo>
                  <a:pt x="13789" y="4260"/>
                </a:lnTo>
              </a:path>
            </a:pathLst>
          </a:custGeom>
          <a:ln w="231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025399" y="2731758"/>
            <a:ext cx="13409" cy="4260"/>
          </a:xfrm>
          <a:custGeom>
            <a:avLst/>
            <a:gdLst/>
            <a:ahLst/>
            <a:cxnLst/>
            <a:rect l="l" t="t" r="r" b="b"/>
            <a:pathLst>
              <a:path w="13409" h="4260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77" y="443"/>
                </a:lnTo>
                <a:lnTo>
                  <a:pt x="1158" y="443"/>
                </a:lnTo>
                <a:lnTo>
                  <a:pt x="1158" y="621"/>
                </a:lnTo>
                <a:lnTo>
                  <a:pt x="1539" y="621"/>
                </a:lnTo>
                <a:lnTo>
                  <a:pt x="1920" y="621"/>
                </a:lnTo>
                <a:lnTo>
                  <a:pt x="2300" y="621"/>
                </a:lnTo>
                <a:lnTo>
                  <a:pt x="2681" y="621"/>
                </a:lnTo>
                <a:lnTo>
                  <a:pt x="2681" y="887"/>
                </a:lnTo>
                <a:lnTo>
                  <a:pt x="2681" y="887"/>
                </a:lnTo>
                <a:lnTo>
                  <a:pt x="3078" y="1065"/>
                </a:lnTo>
                <a:lnTo>
                  <a:pt x="3459" y="1065"/>
                </a:lnTo>
                <a:lnTo>
                  <a:pt x="3459" y="1331"/>
                </a:lnTo>
                <a:lnTo>
                  <a:pt x="3840" y="1331"/>
                </a:lnTo>
                <a:lnTo>
                  <a:pt x="4221" y="1331"/>
                </a:lnTo>
                <a:lnTo>
                  <a:pt x="4221" y="1508"/>
                </a:lnTo>
                <a:lnTo>
                  <a:pt x="4601" y="1508"/>
                </a:lnTo>
                <a:lnTo>
                  <a:pt x="4601" y="1686"/>
                </a:lnTo>
                <a:lnTo>
                  <a:pt x="4982" y="1686"/>
                </a:lnTo>
                <a:lnTo>
                  <a:pt x="5363" y="1686"/>
                </a:lnTo>
                <a:lnTo>
                  <a:pt x="5760" y="1686"/>
                </a:lnTo>
                <a:lnTo>
                  <a:pt x="6141" y="1952"/>
                </a:lnTo>
                <a:lnTo>
                  <a:pt x="6522" y="1952"/>
                </a:lnTo>
                <a:lnTo>
                  <a:pt x="6522" y="2130"/>
                </a:lnTo>
                <a:lnTo>
                  <a:pt x="6902" y="2130"/>
                </a:lnTo>
                <a:lnTo>
                  <a:pt x="6902" y="2396"/>
                </a:lnTo>
                <a:lnTo>
                  <a:pt x="7283" y="2396"/>
                </a:lnTo>
                <a:lnTo>
                  <a:pt x="7664" y="2396"/>
                </a:lnTo>
                <a:lnTo>
                  <a:pt x="7664" y="2573"/>
                </a:lnTo>
                <a:lnTo>
                  <a:pt x="8045" y="2573"/>
                </a:lnTo>
                <a:lnTo>
                  <a:pt x="8045" y="2751"/>
                </a:lnTo>
                <a:lnTo>
                  <a:pt x="8442" y="2751"/>
                </a:lnTo>
                <a:lnTo>
                  <a:pt x="8822" y="2751"/>
                </a:lnTo>
                <a:lnTo>
                  <a:pt x="8822" y="3017"/>
                </a:lnTo>
                <a:lnTo>
                  <a:pt x="9203" y="3017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346" y="3195"/>
                </a:lnTo>
                <a:lnTo>
                  <a:pt x="10727" y="3461"/>
                </a:lnTo>
                <a:lnTo>
                  <a:pt x="10727" y="3638"/>
                </a:lnTo>
                <a:lnTo>
                  <a:pt x="11123" y="3638"/>
                </a:lnTo>
                <a:lnTo>
                  <a:pt x="11504" y="3638"/>
                </a:lnTo>
                <a:lnTo>
                  <a:pt x="11504" y="3905"/>
                </a:lnTo>
                <a:lnTo>
                  <a:pt x="11885" y="3905"/>
                </a:lnTo>
                <a:lnTo>
                  <a:pt x="12266" y="3905"/>
                </a:lnTo>
                <a:lnTo>
                  <a:pt x="12266" y="4082"/>
                </a:lnTo>
                <a:lnTo>
                  <a:pt x="12647" y="4082"/>
                </a:lnTo>
                <a:lnTo>
                  <a:pt x="13028" y="4082"/>
                </a:lnTo>
                <a:lnTo>
                  <a:pt x="13028" y="4260"/>
                </a:lnTo>
                <a:lnTo>
                  <a:pt x="13409" y="4260"/>
                </a:lnTo>
              </a:path>
            </a:pathLst>
          </a:custGeom>
          <a:ln w="232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038808" y="2736018"/>
            <a:ext cx="13805" cy="4526"/>
          </a:xfrm>
          <a:custGeom>
            <a:avLst/>
            <a:gdLst/>
            <a:ahLst/>
            <a:cxnLst/>
            <a:rect l="l" t="t" r="r" b="b"/>
            <a:pathLst>
              <a:path w="13805" h="4526">
                <a:moveTo>
                  <a:pt x="0" y="0"/>
                </a:moveTo>
                <a:lnTo>
                  <a:pt x="396" y="0"/>
                </a:lnTo>
                <a:lnTo>
                  <a:pt x="396" y="266"/>
                </a:lnTo>
                <a:lnTo>
                  <a:pt x="777" y="266"/>
                </a:lnTo>
                <a:lnTo>
                  <a:pt x="1158" y="266"/>
                </a:lnTo>
                <a:lnTo>
                  <a:pt x="1158" y="443"/>
                </a:lnTo>
                <a:lnTo>
                  <a:pt x="1539" y="443"/>
                </a:lnTo>
                <a:lnTo>
                  <a:pt x="1539" y="443"/>
                </a:lnTo>
                <a:lnTo>
                  <a:pt x="1539" y="710"/>
                </a:lnTo>
                <a:lnTo>
                  <a:pt x="1920" y="710"/>
                </a:lnTo>
                <a:lnTo>
                  <a:pt x="1920" y="887"/>
                </a:lnTo>
                <a:lnTo>
                  <a:pt x="2300" y="887"/>
                </a:lnTo>
                <a:lnTo>
                  <a:pt x="2697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78" y="1065"/>
                </a:lnTo>
                <a:lnTo>
                  <a:pt x="3459" y="1065"/>
                </a:lnTo>
                <a:lnTo>
                  <a:pt x="3840" y="1065"/>
                </a:lnTo>
                <a:lnTo>
                  <a:pt x="3840" y="1331"/>
                </a:lnTo>
                <a:lnTo>
                  <a:pt x="4221" y="1331"/>
                </a:lnTo>
                <a:lnTo>
                  <a:pt x="4601" y="1508"/>
                </a:lnTo>
                <a:lnTo>
                  <a:pt x="4982" y="1508"/>
                </a:lnTo>
                <a:lnTo>
                  <a:pt x="4982" y="1775"/>
                </a:lnTo>
                <a:lnTo>
                  <a:pt x="5379" y="1775"/>
                </a:lnTo>
                <a:lnTo>
                  <a:pt x="5760" y="1775"/>
                </a:lnTo>
                <a:lnTo>
                  <a:pt x="5760" y="1952"/>
                </a:lnTo>
                <a:lnTo>
                  <a:pt x="6141" y="1952"/>
                </a:lnTo>
                <a:lnTo>
                  <a:pt x="6141" y="2130"/>
                </a:lnTo>
                <a:lnTo>
                  <a:pt x="6522" y="2130"/>
                </a:lnTo>
                <a:lnTo>
                  <a:pt x="6902" y="2130"/>
                </a:lnTo>
                <a:lnTo>
                  <a:pt x="7283" y="2130"/>
                </a:lnTo>
                <a:lnTo>
                  <a:pt x="7283" y="2396"/>
                </a:lnTo>
                <a:lnTo>
                  <a:pt x="7664" y="2396"/>
                </a:lnTo>
                <a:lnTo>
                  <a:pt x="8061" y="2396"/>
                </a:lnTo>
                <a:lnTo>
                  <a:pt x="8061" y="2573"/>
                </a:lnTo>
                <a:lnTo>
                  <a:pt x="8442" y="2573"/>
                </a:lnTo>
                <a:lnTo>
                  <a:pt x="8442" y="2840"/>
                </a:lnTo>
                <a:lnTo>
                  <a:pt x="8822" y="2840"/>
                </a:lnTo>
                <a:lnTo>
                  <a:pt x="8822" y="2840"/>
                </a:lnTo>
                <a:lnTo>
                  <a:pt x="9203" y="3017"/>
                </a:lnTo>
                <a:lnTo>
                  <a:pt x="9584" y="3017"/>
                </a:lnTo>
                <a:lnTo>
                  <a:pt x="9584" y="3283"/>
                </a:lnTo>
                <a:lnTo>
                  <a:pt x="9965" y="3283"/>
                </a:lnTo>
                <a:lnTo>
                  <a:pt x="9965" y="3283"/>
                </a:lnTo>
                <a:lnTo>
                  <a:pt x="9965" y="3461"/>
                </a:lnTo>
                <a:lnTo>
                  <a:pt x="10346" y="3461"/>
                </a:lnTo>
                <a:lnTo>
                  <a:pt x="10743" y="3461"/>
                </a:lnTo>
                <a:lnTo>
                  <a:pt x="11123" y="3461"/>
                </a:lnTo>
                <a:lnTo>
                  <a:pt x="11504" y="3638"/>
                </a:lnTo>
                <a:lnTo>
                  <a:pt x="11885" y="3638"/>
                </a:lnTo>
                <a:lnTo>
                  <a:pt x="11885" y="3905"/>
                </a:lnTo>
                <a:lnTo>
                  <a:pt x="12266" y="3905"/>
                </a:lnTo>
                <a:lnTo>
                  <a:pt x="12266" y="4082"/>
                </a:lnTo>
                <a:lnTo>
                  <a:pt x="12647" y="4082"/>
                </a:lnTo>
                <a:lnTo>
                  <a:pt x="13028" y="4082"/>
                </a:lnTo>
                <a:lnTo>
                  <a:pt x="13028" y="4349"/>
                </a:lnTo>
                <a:lnTo>
                  <a:pt x="13424" y="4349"/>
                </a:lnTo>
                <a:lnTo>
                  <a:pt x="13805" y="4349"/>
                </a:lnTo>
                <a:lnTo>
                  <a:pt x="13805" y="4526"/>
                </a:lnTo>
              </a:path>
            </a:pathLst>
          </a:custGeom>
          <a:ln w="23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052614" y="2740544"/>
            <a:ext cx="13409" cy="4082"/>
          </a:xfrm>
          <a:custGeom>
            <a:avLst/>
            <a:gdLst/>
            <a:ahLst/>
            <a:cxnLst/>
            <a:rect l="l" t="t" r="r" b="b"/>
            <a:pathLst>
              <a:path w="13409" h="4082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177"/>
                </a:lnTo>
                <a:lnTo>
                  <a:pt x="1142" y="177"/>
                </a:lnTo>
                <a:lnTo>
                  <a:pt x="1523" y="177"/>
                </a:lnTo>
                <a:lnTo>
                  <a:pt x="1523" y="443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300" y="621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05" y="1331"/>
                </a:lnTo>
                <a:lnTo>
                  <a:pt x="4601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125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86" y="2130"/>
                </a:lnTo>
                <a:lnTo>
                  <a:pt x="7283" y="2396"/>
                </a:lnTo>
                <a:lnTo>
                  <a:pt x="7664" y="2396"/>
                </a:lnTo>
                <a:lnTo>
                  <a:pt x="8045" y="2396"/>
                </a:lnTo>
                <a:lnTo>
                  <a:pt x="8426" y="2396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751"/>
                </a:lnTo>
                <a:lnTo>
                  <a:pt x="9187" y="2751"/>
                </a:lnTo>
                <a:lnTo>
                  <a:pt x="9568" y="3017"/>
                </a:lnTo>
                <a:lnTo>
                  <a:pt x="9965" y="3017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2250" y="3638"/>
                </a:lnTo>
                <a:lnTo>
                  <a:pt x="12250" y="3905"/>
                </a:lnTo>
                <a:lnTo>
                  <a:pt x="12647" y="3905"/>
                </a:lnTo>
                <a:lnTo>
                  <a:pt x="13028" y="3905"/>
                </a:lnTo>
                <a:lnTo>
                  <a:pt x="13028" y="4082"/>
                </a:lnTo>
                <a:lnTo>
                  <a:pt x="13409" y="4082"/>
                </a:lnTo>
              </a:path>
            </a:pathLst>
          </a:custGeom>
          <a:ln w="230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66023" y="2744627"/>
            <a:ext cx="13789" cy="4260"/>
          </a:xfrm>
          <a:custGeom>
            <a:avLst/>
            <a:gdLst/>
            <a:ahLst/>
            <a:cxnLst/>
            <a:rect l="l" t="t" r="r" b="b"/>
            <a:pathLst>
              <a:path w="13789" h="4260">
                <a:moveTo>
                  <a:pt x="0" y="0"/>
                </a:moveTo>
                <a:lnTo>
                  <a:pt x="0" y="177"/>
                </a:ln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42" y="443"/>
                </a:lnTo>
                <a:lnTo>
                  <a:pt x="1142" y="443"/>
                </a:lnTo>
                <a:lnTo>
                  <a:pt x="1539" y="621"/>
                </a:lnTo>
                <a:lnTo>
                  <a:pt x="1920" y="621"/>
                </a:lnTo>
                <a:lnTo>
                  <a:pt x="2300" y="621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242"/>
                </a:lnTo>
                <a:lnTo>
                  <a:pt x="3824" y="1508"/>
                </a:lnTo>
                <a:lnTo>
                  <a:pt x="4221" y="1508"/>
                </a:lnTo>
                <a:lnTo>
                  <a:pt x="4601" y="1508"/>
                </a:lnTo>
                <a:lnTo>
                  <a:pt x="4601" y="1508"/>
                </a:lnTo>
                <a:lnTo>
                  <a:pt x="4601" y="1686"/>
                </a:lnTo>
                <a:lnTo>
                  <a:pt x="4982" y="1686"/>
                </a:lnTo>
                <a:lnTo>
                  <a:pt x="5363" y="1686"/>
                </a:lnTo>
                <a:lnTo>
                  <a:pt x="5363" y="1952"/>
                </a:lnTo>
                <a:lnTo>
                  <a:pt x="5744" y="1952"/>
                </a:lnTo>
                <a:lnTo>
                  <a:pt x="6125" y="1952"/>
                </a:lnTo>
                <a:lnTo>
                  <a:pt x="6125" y="2130"/>
                </a:lnTo>
                <a:lnTo>
                  <a:pt x="6506" y="2130"/>
                </a:lnTo>
                <a:lnTo>
                  <a:pt x="6902" y="2130"/>
                </a:lnTo>
                <a:lnTo>
                  <a:pt x="6902" y="2396"/>
                </a:lnTo>
                <a:lnTo>
                  <a:pt x="7283" y="2396"/>
                </a:lnTo>
                <a:lnTo>
                  <a:pt x="7664" y="2396"/>
                </a:lnTo>
                <a:lnTo>
                  <a:pt x="7664" y="2573"/>
                </a:lnTo>
                <a:lnTo>
                  <a:pt x="8045" y="2573"/>
                </a:lnTo>
                <a:lnTo>
                  <a:pt x="8045" y="2751"/>
                </a:lnTo>
                <a:lnTo>
                  <a:pt x="8426" y="2751"/>
                </a:lnTo>
                <a:lnTo>
                  <a:pt x="8807" y="3017"/>
                </a:lnTo>
                <a:lnTo>
                  <a:pt x="9187" y="3017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346" y="3461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488" y="3816"/>
                </a:lnTo>
                <a:lnTo>
                  <a:pt x="11885" y="3816"/>
                </a:lnTo>
                <a:lnTo>
                  <a:pt x="11885" y="3816"/>
                </a:lnTo>
                <a:lnTo>
                  <a:pt x="11885" y="4082"/>
                </a:lnTo>
                <a:lnTo>
                  <a:pt x="12266" y="4082"/>
                </a:lnTo>
                <a:lnTo>
                  <a:pt x="12647" y="4082"/>
                </a:lnTo>
                <a:lnTo>
                  <a:pt x="12647" y="4260"/>
                </a:lnTo>
                <a:lnTo>
                  <a:pt x="13028" y="4260"/>
                </a:lnTo>
                <a:lnTo>
                  <a:pt x="13409" y="4260"/>
                </a:lnTo>
                <a:lnTo>
                  <a:pt x="13789" y="4260"/>
                </a:lnTo>
              </a:path>
            </a:pathLst>
          </a:custGeom>
          <a:ln w="231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079813" y="2748888"/>
            <a:ext cx="13028" cy="4526"/>
          </a:xfrm>
          <a:custGeom>
            <a:avLst/>
            <a:gdLst/>
            <a:ahLst/>
            <a:cxnLst/>
            <a:rect l="l" t="t" r="r" b="b"/>
            <a:pathLst>
              <a:path w="13028" h="4526">
                <a:moveTo>
                  <a:pt x="0" y="0"/>
                </a:moveTo>
                <a:lnTo>
                  <a:pt x="0" y="0"/>
                </a:lnTo>
                <a:lnTo>
                  <a:pt x="380" y="266"/>
                </a:lnTo>
                <a:lnTo>
                  <a:pt x="380" y="443"/>
                </a:lnTo>
                <a:lnTo>
                  <a:pt x="777" y="443"/>
                </a:lnTo>
                <a:lnTo>
                  <a:pt x="1158" y="443"/>
                </a:lnTo>
                <a:lnTo>
                  <a:pt x="1158" y="710"/>
                </a:lnTo>
                <a:lnTo>
                  <a:pt x="1539" y="710"/>
                </a:lnTo>
                <a:lnTo>
                  <a:pt x="1920" y="710"/>
                </a:lnTo>
                <a:lnTo>
                  <a:pt x="1920" y="887"/>
                </a:lnTo>
                <a:lnTo>
                  <a:pt x="2300" y="887"/>
                </a:lnTo>
                <a:lnTo>
                  <a:pt x="2300" y="1065"/>
                </a:lnTo>
                <a:lnTo>
                  <a:pt x="2681" y="1065"/>
                </a:lnTo>
                <a:lnTo>
                  <a:pt x="3062" y="1065"/>
                </a:lnTo>
                <a:lnTo>
                  <a:pt x="3459" y="1065"/>
                </a:lnTo>
                <a:lnTo>
                  <a:pt x="3459" y="1331"/>
                </a:lnTo>
                <a:lnTo>
                  <a:pt x="3840" y="1331"/>
                </a:lnTo>
                <a:lnTo>
                  <a:pt x="4221" y="1331"/>
                </a:lnTo>
                <a:lnTo>
                  <a:pt x="4221" y="1508"/>
                </a:lnTo>
                <a:lnTo>
                  <a:pt x="4601" y="1508"/>
                </a:lnTo>
                <a:lnTo>
                  <a:pt x="4601" y="1775"/>
                </a:lnTo>
                <a:lnTo>
                  <a:pt x="4982" y="1775"/>
                </a:lnTo>
                <a:lnTo>
                  <a:pt x="5363" y="1952"/>
                </a:lnTo>
                <a:lnTo>
                  <a:pt x="5744" y="1952"/>
                </a:lnTo>
                <a:lnTo>
                  <a:pt x="5744" y="2130"/>
                </a:lnTo>
                <a:lnTo>
                  <a:pt x="6141" y="2130"/>
                </a:lnTo>
                <a:lnTo>
                  <a:pt x="6522" y="2130"/>
                </a:lnTo>
                <a:lnTo>
                  <a:pt x="6522" y="2396"/>
                </a:lnTo>
                <a:lnTo>
                  <a:pt x="6902" y="2396"/>
                </a:lnTo>
                <a:lnTo>
                  <a:pt x="7283" y="2396"/>
                </a:lnTo>
                <a:lnTo>
                  <a:pt x="7283" y="2573"/>
                </a:lnTo>
                <a:lnTo>
                  <a:pt x="7664" y="2573"/>
                </a:lnTo>
                <a:lnTo>
                  <a:pt x="8045" y="2573"/>
                </a:lnTo>
                <a:lnTo>
                  <a:pt x="8045" y="2840"/>
                </a:lnTo>
                <a:lnTo>
                  <a:pt x="8426" y="2840"/>
                </a:lnTo>
                <a:lnTo>
                  <a:pt x="8822" y="2840"/>
                </a:lnTo>
                <a:lnTo>
                  <a:pt x="8822" y="2840"/>
                </a:lnTo>
                <a:lnTo>
                  <a:pt x="8822" y="3017"/>
                </a:lnTo>
                <a:lnTo>
                  <a:pt x="9203" y="3017"/>
                </a:lnTo>
                <a:lnTo>
                  <a:pt x="9203" y="3283"/>
                </a:lnTo>
                <a:lnTo>
                  <a:pt x="9584" y="3283"/>
                </a:lnTo>
                <a:lnTo>
                  <a:pt x="9965" y="3461"/>
                </a:lnTo>
                <a:lnTo>
                  <a:pt x="10346" y="3461"/>
                </a:lnTo>
                <a:lnTo>
                  <a:pt x="10727" y="3461"/>
                </a:lnTo>
                <a:lnTo>
                  <a:pt x="10727" y="3638"/>
                </a:lnTo>
                <a:lnTo>
                  <a:pt x="11123" y="3638"/>
                </a:lnTo>
                <a:lnTo>
                  <a:pt x="11504" y="3638"/>
                </a:lnTo>
                <a:lnTo>
                  <a:pt x="11504" y="3905"/>
                </a:lnTo>
                <a:lnTo>
                  <a:pt x="11885" y="3905"/>
                </a:lnTo>
                <a:lnTo>
                  <a:pt x="12266" y="3905"/>
                </a:lnTo>
                <a:lnTo>
                  <a:pt x="12266" y="4082"/>
                </a:lnTo>
                <a:lnTo>
                  <a:pt x="12647" y="4082"/>
                </a:lnTo>
                <a:lnTo>
                  <a:pt x="12647" y="4349"/>
                </a:lnTo>
                <a:lnTo>
                  <a:pt x="13028" y="4349"/>
                </a:lnTo>
                <a:lnTo>
                  <a:pt x="13028" y="4526"/>
                </a:lnTo>
              </a:path>
            </a:pathLst>
          </a:custGeom>
          <a:ln w="234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092841" y="2753414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380" y="0"/>
                </a:lnTo>
                <a:lnTo>
                  <a:pt x="777" y="0"/>
                </a:lnTo>
                <a:lnTo>
                  <a:pt x="777" y="177"/>
                </a:lnTo>
                <a:lnTo>
                  <a:pt x="1158" y="177"/>
                </a:lnTo>
                <a:lnTo>
                  <a:pt x="1539" y="177"/>
                </a:lnTo>
                <a:lnTo>
                  <a:pt x="1920" y="177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681" y="621"/>
                </a:lnTo>
                <a:lnTo>
                  <a:pt x="3062" y="621"/>
                </a:lnTo>
                <a:lnTo>
                  <a:pt x="3062" y="887"/>
                </a:lnTo>
                <a:lnTo>
                  <a:pt x="3459" y="887"/>
                </a:lnTo>
                <a:lnTo>
                  <a:pt x="3840" y="887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5363" y="1331"/>
                </a:lnTo>
                <a:lnTo>
                  <a:pt x="5363" y="1508"/>
                </a:lnTo>
                <a:lnTo>
                  <a:pt x="5744" y="1508"/>
                </a:lnTo>
                <a:lnTo>
                  <a:pt x="6141" y="1508"/>
                </a:lnTo>
                <a:lnTo>
                  <a:pt x="6141" y="1508"/>
                </a:lnTo>
                <a:lnTo>
                  <a:pt x="6141" y="1686"/>
                </a:lnTo>
                <a:lnTo>
                  <a:pt x="6522" y="1686"/>
                </a:lnTo>
                <a:lnTo>
                  <a:pt x="6522" y="1952"/>
                </a:lnTo>
                <a:lnTo>
                  <a:pt x="6902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22" y="2573"/>
                </a:lnTo>
                <a:lnTo>
                  <a:pt x="9203" y="2573"/>
                </a:lnTo>
                <a:lnTo>
                  <a:pt x="9584" y="2573"/>
                </a:lnTo>
                <a:lnTo>
                  <a:pt x="9584" y="2751"/>
                </a:lnTo>
                <a:lnTo>
                  <a:pt x="9965" y="2751"/>
                </a:lnTo>
                <a:lnTo>
                  <a:pt x="9965" y="3017"/>
                </a:lnTo>
                <a:lnTo>
                  <a:pt x="10346" y="3017"/>
                </a:lnTo>
                <a:lnTo>
                  <a:pt x="10346" y="3195"/>
                </a:lnTo>
                <a:lnTo>
                  <a:pt x="10727" y="3195"/>
                </a:lnTo>
                <a:lnTo>
                  <a:pt x="11123" y="3195"/>
                </a:lnTo>
                <a:lnTo>
                  <a:pt x="11123" y="3195"/>
                </a:lnTo>
                <a:lnTo>
                  <a:pt x="11123" y="3461"/>
                </a:lnTo>
                <a:lnTo>
                  <a:pt x="11504" y="3461"/>
                </a:lnTo>
                <a:lnTo>
                  <a:pt x="11885" y="3461"/>
                </a:lnTo>
                <a:lnTo>
                  <a:pt x="11885" y="3638"/>
                </a:lnTo>
                <a:lnTo>
                  <a:pt x="12266" y="3638"/>
                </a:lnTo>
                <a:lnTo>
                  <a:pt x="12647" y="3638"/>
                </a:lnTo>
                <a:lnTo>
                  <a:pt x="13028" y="3905"/>
                </a:lnTo>
                <a:lnTo>
                  <a:pt x="13409" y="3905"/>
                </a:lnTo>
                <a:lnTo>
                  <a:pt x="13409" y="4082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106647" y="2757497"/>
            <a:ext cx="13409" cy="4260"/>
          </a:xfrm>
          <a:custGeom>
            <a:avLst/>
            <a:gdLst/>
            <a:ahLst/>
            <a:cxnLst/>
            <a:rect l="l" t="t" r="r" b="b"/>
            <a:pathLst>
              <a:path w="13409" h="4260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42" y="443"/>
                </a:lnTo>
                <a:lnTo>
                  <a:pt x="1523" y="621"/>
                </a:lnTo>
                <a:lnTo>
                  <a:pt x="1904" y="621"/>
                </a:lnTo>
                <a:lnTo>
                  <a:pt x="1904" y="887"/>
                </a:lnTo>
                <a:lnTo>
                  <a:pt x="2285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242"/>
                </a:lnTo>
                <a:lnTo>
                  <a:pt x="4205" y="1242"/>
                </a:lnTo>
                <a:lnTo>
                  <a:pt x="4586" y="1508"/>
                </a:lnTo>
                <a:lnTo>
                  <a:pt x="4966" y="1508"/>
                </a:lnTo>
                <a:lnTo>
                  <a:pt x="4966" y="1686"/>
                </a:lnTo>
                <a:lnTo>
                  <a:pt x="5363" y="1686"/>
                </a:lnTo>
                <a:lnTo>
                  <a:pt x="5363" y="1952"/>
                </a:lnTo>
                <a:lnTo>
                  <a:pt x="5744" y="1952"/>
                </a:lnTo>
                <a:lnTo>
                  <a:pt x="6125" y="1952"/>
                </a:lnTo>
                <a:lnTo>
                  <a:pt x="6506" y="1952"/>
                </a:lnTo>
                <a:lnTo>
                  <a:pt x="6886" y="2130"/>
                </a:lnTo>
                <a:lnTo>
                  <a:pt x="7267" y="2396"/>
                </a:lnTo>
                <a:lnTo>
                  <a:pt x="7648" y="2396"/>
                </a:lnTo>
                <a:lnTo>
                  <a:pt x="7648" y="2573"/>
                </a:lnTo>
                <a:lnTo>
                  <a:pt x="8045" y="2573"/>
                </a:lnTo>
                <a:lnTo>
                  <a:pt x="8426" y="2573"/>
                </a:lnTo>
                <a:lnTo>
                  <a:pt x="8426" y="2751"/>
                </a:lnTo>
                <a:lnTo>
                  <a:pt x="8807" y="2751"/>
                </a:lnTo>
                <a:lnTo>
                  <a:pt x="8807" y="3017"/>
                </a:lnTo>
                <a:lnTo>
                  <a:pt x="9187" y="3017"/>
                </a:lnTo>
                <a:lnTo>
                  <a:pt x="9568" y="3195"/>
                </a:lnTo>
                <a:lnTo>
                  <a:pt x="9949" y="3195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1869" y="3816"/>
                </a:lnTo>
                <a:lnTo>
                  <a:pt x="12250" y="3816"/>
                </a:lnTo>
                <a:lnTo>
                  <a:pt x="12631" y="4082"/>
                </a:lnTo>
                <a:lnTo>
                  <a:pt x="13028" y="4082"/>
                </a:lnTo>
                <a:lnTo>
                  <a:pt x="13028" y="4260"/>
                </a:lnTo>
                <a:lnTo>
                  <a:pt x="13409" y="4260"/>
                </a:lnTo>
              </a:path>
            </a:pathLst>
          </a:custGeom>
          <a:ln w="232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120056" y="2761757"/>
            <a:ext cx="13789" cy="4349"/>
          </a:xfrm>
          <a:custGeom>
            <a:avLst/>
            <a:gdLst/>
            <a:ahLst/>
            <a:cxnLst/>
            <a:rect l="l" t="t" r="r" b="b"/>
            <a:pathLst>
              <a:path w="13789" h="4349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266"/>
                </a:lnTo>
                <a:lnTo>
                  <a:pt x="1142" y="266"/>
                </a:lnTo>
                <a:lnTo>
                  <a:pt x="1523" y="266"/>
                </a:lnTo>
                <a:lnTo>
                  <a:pt x="1523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00" y="621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05" y="1331"/>
                </a:lnTo>
                <a:lnTo>
                  <a:pt x="4586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363" y="1775"/>
                </a:lnTo>
                <a:lnTo>
                  <a:pt x="5744" y="1775"/>
                </a:lnTo>
                <a:lnTo>
                  <a:pt x="6125" y="1775"/>
                </a:lnTo>
                <a:lnTo>
                  <a:pt x="6125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86" y="2130"/>
                </a:lnTo>
                <a:lnTo>
                  <a:pt x="7267" y="2130"/>
                </a:lnTo>
                <a:lnTo>
                  <a:pt x="7267" y="2396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840"/>
                </a:lnTo>
                <a:lnTo>
                  <a:pt x="9187" y="2840"/>
                </a:lnTo>
                <a:lnTo>
                  <a:pt x="9568" y="2840"/>
                </a:lnTo>
                <a:lnTo>
                  <a:pt x="9568" y="3017"/>
                </a:lnTo>
                <a:lnTo>
                  <a:pt x="9965" y="3017"/>
                </a:lnTo>
                <a:lnTo>
                  <a:pt x="10346" y="3017"/>
                </a:lnTo>
                <a:lnTo>
                  <a:pt x="10346" y="3195"/>
                </a:lnTo>
                <a:lnTo>
                  <a:pt x="10727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88" y="3638"/>
                </a:lnTo>
                <a:lnTo>
                  <a:pt x="11869" y="3638"/>
                </a:lnTo>
                <a:lnTo>
                  <a:pt x="12250" y="3638"/>
                </a:lnTo>
                <a:lnTo>
                  <a:pt x="12250" y="3905"/>
                </a:lnTo>
                <a:lnTo>
                  <a:pt x="12647" y="3905"/>
                </a:lnTo>
                <a:lnTo>
                  <a:pt x="13028" y="3905"/>
                </a:lnTo>
                <a:lnTo>
                  <a:pt x="13028" y="4082"/>
                </a:lnTo>
                <a:lnTo>
                  <a:pt x="13409" y="4082"/>
                </a:lnTo>
                <a:lnTo>
                  <a:pt x="13789" y="4349"/>
                </a:lnTo>
              </a:path>
            </a:pathLst>
          </a:custGeom>
          <a:ln w="231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133846" y="2766106"/>
            <a:ext cx="13409" cy="3994"/>
          </a:xfrm>
          <a:custGeom>
            <a:avLst/>
            <a:gdLst/>
            <a:ahLst/>
            <a:cxnLst/>
            <a:rect l="l" t="t" r="r" b="b"/>
            <a:pathLst>
              <a:path w="13409" h="3994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761" y="177"/>
                </a:lnTo>
                <a:lnTo>
                  <a:pt x="761" y="355"/>
                </a:lnTo>
                <a:lnTo>
                  <a:pt x="1142" y="355"/>
                </a:lnTo>
                <a:lnTo>
                  <a:pt x="1539" y="355"/>
                </a:lnTo>
                <a:lnTo>
                  <a:pt x="1920" y="355"/>
                </a:lnTo>
                <a:lnTo>
                  <a:pt x="2300" y="355"/>
                </a:lnTo>
                <a:lnTo>
                  <a:pt x="2300" y="621"/>
                </a:lnTo>
                <a:lnTo>
                  <a:pt x="2681" y="621"/>
                </a:lnTo>
                <a:lnTo>
                  <a:pt x="2681" y="798"/>
                </a:lnTo>
                <a:lnTo>
                  <a:pt x="3062" y="798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601" y="1420"/>
                </a:lnTo>
                <a:lnTo>
                  <a:pt x="4982" y="1420"/>
                </a:lnTo>
                <a:lnTo>
                  <a:pt x="4982" y="1686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506" y="1863"/>
                </a:lnTo>
                <a:lnTo>
                  <a:pt x="6902" y="1863"/>
                </a:lnTo>
                <a:lnTo>
                  <a:pt x="6902" y="2130"/>
                </a:lnTo>
                <a:lnTo>
                  <a:pt x="7283" y="2130"/>
                </a:lnTo>
                <a:lnTo>
                  <a:pt x="7283" y="2307"/>
                </a:lnTo>
                <a:lnTo>
                  <a:pt x="7664" y="2307"/>
                </a:lnTo>
                <a:lnTo>
                  <a:pt x="8045" y="2307"/>
                </a:lnTo>
                <a:lnTo>
                  <a:pt x="8045" y="2573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751"/>
                </a:lnTo>
                <a:lnTo>
                  <a:pt x="9203" y="2751"/>
                </a:lnTo>
                <a:lnTo>
                  <a:pt x="9584" y="2751"/>
                </a:lnTo>
                <a:lnTo>
                  <a:pt x="9584" y="2751"/>
                </a:lnTo>
                <a:lnTo>
                  <a:pt x="9584" y="2928"/>
                </a:lnTo>
                <a:lnTo>
                  <a:pt x="9965" y="2928"/>
                </a:lnTo>
                <a:lnTo>
                  <a:pt x="10346" y="2928"/>
                </a:lnTo>
                <a:lnTo>
                  <a:pt x="10346" y="3195"/>
                </a:lnTo>
                <a:lnTo>
                  <a:pt x="10727" y="3195"/>
                </a:lnTo>
                <a:lnTo>
                  <a:pt x="11108" y="3195"/>
                </a:lnTo>
                <a:lnTo>
                  <a:pt x="11108" y="3372"/>
                </a:lnTo>
                <a:lnTo>
                  <a:pt x="11488" y="3372"/>
                </a:lnTo>
                <a:lnTo>
                  <a:pt x="11488" y="3638"/>
                </a:lnTo>
                <a:lnTo>
                  <a:pt x="11885" y="3638"/>
                </a:lnTo>
                <a:lnTo>
                  <a:pt x="11885" y="3638"/>
                </a:lnTo>
                <a:lnTo>
                  <a:pt x="12266" y="3816"/>
                </a:lnTo>
                <a:lnTo>
                  <a:pt x="12647" y="3816"/>
                </a:lnTo>
                <a:lnTo>
                  <a:pt x="13028" y="3994"/>
                </a:lnTo>
                <a:lnTo>
                  <a:pt x="13409" y="3994"/>
                </a:lnTo>
              </a:path>
            </a:pathLst>
          </a:custGeom>
          <a:ln w="230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147255" y="2770100"/>
            <a:ext cx="13789" cy="4349"/>
          </a:xfrm>
          <a:custGeom>
            <a:avLst/>
            <a:gdLst/>
            <a:ahLst/>
            <a:cxnLst/>
            <a:rect l="l" t="t" r="r" b="b"/>
            <a:pathLst>
              <a:path w="13789" h="4349">
                <a:moveTo>
                  <a:pt x="0" y="0"/>
                </a:moveTo>
                <a:lnTo>
                  <a:pt x="380" y="0"/>
                </a:lnTo>
                <a:lnTo>
                  <a:pt x="380" y="266"/>
                </a:lnTo>
                <a:lnTo>
                  <a:pt x="761" y="266"/>
                </a:lnTo>
                <a:lnTo>
                  <a:pt x="1158" y="266"/>
                </a:lnTo>
                <a:lnTo>
                  <a:pt x="1158" y="443"/>
                </a:lnTo>
                <a:lnTo>
                  <a:pt x="1539" y="443"/>
                </a:lnTo>
                <a:lnTo>
                  <a:pt x="1920" y="710"/>
                </a:lnTo>
                <a:lnTo>
                  <a:pt x="2300" y="887"/>
                </a:lnTo>
                <a:lnTo>
                  <a:pt x="2681" y="887"/>
                </a:lnTo>
                <a:lnTo>
                  <a:pt x="2681" y="1153"/>
                </a:lnTo>
                <a:lnTo>
                  <a:pt x="3062" y="1153"/>
                </a:lnTo>
                <a:lnTo>
                  <a:pt x="3443" y="1153"/>
                </a:lnTo>
                <a:lnTo>
                  <a:pt x="3840" y="1153"/>
                </a:lnTo>
                <a:lnTo>
                  <a:pt x="3840" y="1331"/>
                </a:lnTo>
                <a:lnTo>
                  <a:pt x="4221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82" y="1508"/>
                </a:lnTo>
                <a:lnTo>
                  <a:pt x="5363" y="1775"/>
                </a:lnTo>
                <a:lnTo>
                  <a:pt x="5744" y="1775"/>
                </a:lnTo>
                <a:lnTo>
                  <a:pt x="6125" y="1952"/>
                </a:lnTo>
                <a:lnTo>
                  <a:pt x="6125" y="2218"/>
                </a:lnTo>
                <a:lnTo>
                  <a:pt x="6522" y="2218"/>
                </a:lnTo>
                <a:lnTo>
                  <a:pt x="6902" y="2218"/>
                </a:lnTo>
                <a:lnTo>
                  <a:pt x="6902" y="2218"/>
                </a:lnTo>
                <a:lnTo>
                  <a:pt x="6902" y="2396"/>
                </a:lnTo>
                <a:lnTo>
                  <a:pt x="7283" y="2396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22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283"/>
                </a:lnTo>
                <a:lnTo>
                  <a:pt x="10346" y="3283"/>
                </a:lnTo>
                <a:lnTo>
                  <a:pt x="10346" y="3461"/>
                </a:lnTo>
                <a:lnTo>
                  <a:pt x="10727" y="3461"/>
                </a:lnTo>
                <a:lnTo>
                  <a:pt x="11108" y="3461"/>
                </a:lnTo>
                <a:lnTo>
                  <a:pt x="11504" y="3461"/>
                </a:lnTo>
                <a:lnTo>
                  <a:pt x="11885" y="3461"/>
                </a:lnTo>
                <a:lnTo>
                  <a:pt x="11885" y="3727"/>
                </a:lnTo>
                <a:lnTo>
                  <a:pt x="12266" y="3727"/>
                </a:lnTo>
                <a:lnTo>
                  <a:pt x="12266" y="3905"/>
                </a:lnTo>
                <a:lnTo>
                  <a:pt x="12647" y="3905"/>
                </a:lnTo>
                <a:lnTo>
                  <a:pt x="12647" y="4082"/>
                </a:lnTo>
                <a:lnTo>
                  <a:pt x="13028" y="4082"/>
                </a:lnTo>
                <a:lnTo>
                  <a:pt x="13409" y="4082"/>
                </a:lnTo>
                <a:lnTo>
                  <a:pt x="13409" y="4349"/>
                </a:lnTo>
                <a:lnTo>
                  <a:pt x="13789" y="4349"/>
                </a:lnTo>
              </a:path>
            </a:pathLst>
          </a:custGeom>
          <a:ln w="231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161044" y="2774449"/>
            <a:ext cx="13424" cy="4082"/>
          </a:xfrm>
          <a:custGeom>
            <a:avLst/>
            <a:gdLst/>
            <a:ahLst/>
            <a:cxnLst/>
            <a:rect l="l" t="t" r="r" b="b"/>
            <a:pathLst>
              <a:path w="13424" h="4082">
                <a:moveTo>
                  <a:pt x="0" y="0"/>
                </a:moveTo>
                <a:lnTo>
                  <a:pt x="396" y="0"/>
                </a:lnTo>
                <a:lnTo>
                  <a:pt x="396" y="177"/>
                </a:lnTo>
                <a:lnTo>
                  <a:pt x="777" y="177"/>
                </a:lnTo>
                <a:lnTo>
                  <a:pt x="777" y="443"/>
                </a:lnTo>
                <a:lnTo>
                  <a:pt x="1158" y="443"/>
                </a:lnTo>
                <a:lnTo>
                  <a:pt x="1539" y="443"/>
                </a:lnTo>
                <a:lnTo>
                  <a:pt x="1920" y="443"/>
                </a:lnTo>
                <a:lnTo>
                  <a:pt x="2300" y="621"/>
                </a:lnTo>
                <a:lnTo>
                  <a:pt x="2681" y="621"/>
                </a:lnTo>
                <a:lnTo>
                  <a:pt x="2681" y="798"/>
                </a:lnTo>
                <a:lnTo>
                  <a:pt x="3078" y="798"/>
                </a:lnTo>
                <a:lnTo>
                  <a:pt x="3078" y="1065"/>
                </a:lnTo>
                <a:lnTo>
                  <a:pt x="3459" y="1065"/>
                </a:lnTo>
                <a:lnTo>
                  <a:pt x="3840" y="1065"/>
                </a:lnTo>
                <a:lnTo>
                  <a:pt x="3840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82" y="1508"/>
                </a:lnTo>
                <a:lnTo>
                  <a:pt x="5363" y="1508"/>
                </a:lnTo>
                <a:lnTo>
                  <a:pt x="5760" y="1686"/>
                </a:lnTo>
                <a:lnTo>
                  <a:pt x="6141" y="1686"/>
                </a:lnTo>
                <a:lnTo>
                  <a:pt x="6522" y="1952"/>
                </a:lnTo>
                <a:lnTo>
                  <a:pt x="6902" y="1952"/>
                </a:lnTo>
                <a:lnTo>
                  <a:pt x="6902" y="2130"/>
                </a:lnTo>
                <a:lnTo>
                  <a:pt x="7283" y="2130"/>
                </a:lnTo>
                <a:lnTo>
                  <a:pt x="7283" y="2307"/>
                </a:lnTo>
                <a:lnTo>
                  <a:pt x="7664" y="2307"/>
                </a:lnTo>
                <a:lnTo>
                  <a:pt x="8061" y="2307"/>
                </a:lnTo>
                <a:lnTo>
                  <a:pt x="8061" y="2573"/>
                </a:lnTo>
                <a:lnTo>
                  <a:pt x="8442" y="2573"/>
                </a:lnTo>
                <a:lnTo>
                  <a:pt x="8822" y="2573"/>
                </a:lnTo>
                <a:lnTo>
                  <a:pt x="8822" y="2751"/>
                </a:lnTo>
                <a:lnTo>
                  <a:pt x="9203" y="2751"/>
                </a:lnTo>
                <a:lnTo>
                  <a:pt x="9584" y="2751"/>
                </a:lnTo>
                <a:lnTo>
                  <a:pt x="9584" y="3017"/>
                </a:lnTo>
                <a:lnTo>
                  <a:pt x="9965" y="3017"/>
                </a:lnTo>
                <a:lnTo>
                  <a:pt x="10346" y="3017"/>
                </a:lnTo>
                <a:lnTo>
                  <a:pt x="10346" y="3195"/>
                </a:lnTo>
                <a:lnTo>
                  <a:pt x="10743" y="3195"/>
                </a:lnTo>
                <a:lnTo>
                  <a:pt x="11123" y="3195"/>
                </a:lnTo>
                <a:lnTo>
                  <a:pt x="11123" y="3372"/>
                </a:lnTo>
                <a:lnTo>
                  <a:pt x="11504" y="3372"/>
                </a:lnTo>
                <a:lnTo>
                  <a:pt x="11504" y="3638"/>
                </a:lnTo>
                <a:lnTo>
                  <a:pt x="11885" y="3638"/>
                </a:lnTo>
                <a:lnTo>
                  <a:pt x="12266" y="3638"/>
                </a:lnTo>
                <a:lnTo>
                  <a:pt x="12266" y="3816"/>
                </a:lnTo>
                <a:lnTo>
                  <a:pt x="12647" y="3816"/>
                </a:lnTo>
                <a:lnTo>
                  <a:pt x="13028" y="3816"/>
                </a:lnTo>
                <a:lnTo>
                  <a:pt x="13424" y="4082"/>
                </a:lnTo>
              </a:path>
            </a:pathLst>
          </a:custGeom>
          <a:ln w="230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174469" y="2778532"/>
            <a:ext cx="13409" cy="4082"/>
          </a:xfrm>
          <a:custGeom>
            <a:avLst/>
            <a:gdLst/>
            <a:ahLst/>
            <a:cxnLst/>
            <a:rect l="l" t="t" r="r" b="b"/>
            <a:pathLst>
              <a:path w="13409" h="4082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1142" y="177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85" y="621"/>
                </a:lnTo>
                <a:lnTo>
                  <a:pt x="2285" y="798"/>
                </a:lnTo>
                <a:lnTo>
                  <a:pt x="2681" y="798"/>
                </a:lnTo>
                <a:lnTo>
                  <a:pt x="3062" y="798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4205" y="1242"/>
                </a:lnTo>
                <a:lnTo>
                  <a:pt x="4586" y="1242"/>
                </a:lnTo>
                <a:lnTo>
                  <a:pt x="4966" y="1508"/>
                </a:lnTo>
                <a:lnTo>
                  <a:pt x="5363" y="1508"/>
                </a:lnTo>
                <a:lnTo>
                  <a:pt x="5363" y="1686"/>
                </a:lnTo>
                <a:lnTo>
                  <a:pt x="5744" y="1686"/>
                </a:lnTo>
                <a:lnTo>
                  <a:pt x="5744" y="1863"/>
                </a:lnTo>
                <a:lnTo>
                  <a:pt x="6125" y="1863"/>
                </a:lnTo>
                <a:lnTo>
                  <a:pt x="6506" y="1863"/>
                </a:lnTo>
                <a:lnTo>
                  <a:pt x="6506" y="2130"/>
                </a:lnTo>
                <a:lnTo>
                  <a:pt x="6886" y="2130"/>
                </a:lnTo>
                <a:lnTo>
                  <a:pt x="7267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045" y="2307"/>
                </a:lnTo>
                <a:lnTo>
                  <a:pt x="8045" y="2307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751"/>
                </a:lnTo>
                <a:lnTo>
                  <a:pt x="9187" y="2751"/>
                </a:lnTo>
                <a:lnTo>
                  <a:pt x="9568" y="2751"/>
                </a:lnTo>
                <a:lnTo>
                  <a:pt x="9568" y="3017"/>
                </a:lnTo>
                <a:lnTo>
                  <a:pt x="9949" y="3017"/>
                </a:lnTo>
                <a:lnTo>
                  <a:pt x="9949" y="3195"/>
                </a:lnTo>
                <a:lnTo>
                  <a:pt x="10346" y="3195"/>
                </a:lnTo>
                <a:lnTo>
                  <a:pt x="10727" y="3195"/>
                </a:lnTo>
                <a:lnTo>
                  <a:pt x="10727" y="3372"/>
                </a:lnTo>
                <a:lnTo>
                  <a:pt x="11108" y="3372"/>
                </a:lnTo>
                <a:lnTo>
                  <a:pt x="11488" y="3372"/>
                </a:lnTo>
                <a:lnTo>
                  <a:pt x="11869" y="3372"/>
                </a:lnTo>
                <a:lnTo>
                  <a:pt x="12250" y="3372"/>
                </a:lnTo>
                <a:lnTo>
                  <a:pt x="12250" y="3638"/>
                </a:lnTo>
                <a:lnTo>
                  <a:pt x="12631" y="3638"/>
                </a:lnTo>
                <a:lnTo>
                  <a:pt x="12631" y="3816"/>
                </a:lnTo>
                <a:lnTo>
                  <a:pt x="13028" y="3816"/>
                </a:lnTo>
                <a:lnTo>
                  <a:pt x="13409" y="4082"/>
                </a:lnTo>
              </a:path>
            </a:pathLst>
          </a:custGeom>
          <a:ln w="230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187878" y="2782615"/>
            <a:ext cx="13409" cy="3994"/>
          </a:xfrm>
          <a:custGeom>
            <a:avLst/>
            <a:gdLst/>
            <a:ahLst/>
            <a:cxnLst/>
            <a:rect l="l" t="t" r="r" b="b"/>
            <a:pathLst>
              <a:path w="13409" h="3994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61" y="177"/>
                </a:lnTo>
                <a:lnTo>
                  <a:pt x="761" y="355"/>
                </a:lnTo>
                <a:lnTo>
                  <a:pt x="1142" y="355"/>
                </a:lnTo>
                <a:lnTo>
                  <a:pt x="1523" y="355"/>
                </a:lnTo>
                <a:lnTo>
                  <a:pt x="1904" y="355"/>
                </a:lnTo>
                <a:lnTo>
                  <a:pt x="2300" y="355"/>
                </a:lnTo>
                <a:lnTo>
                  <a:pt x="2300" y="621"/>
                </a:lnTo>
                <a:lnTo>
                  <a:pt x="2681" y="621"/>
                </a:lnTo>
                <a:lnTo>
                  <a:pt x="3062" y="621"/>
                </a:lnTo>
                <a:lnTo>
                  <a:pt x="3062" y="798"/>
                </a:lnTo>
                <a:lnTo>
                  <a:pt x="3443" y="798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065"/>
                </a:lnTo>
                <a:lnTo>
                  <a:pt x="4205" y="1242"/>
                </a:lnTo>
                <a:lnTo>
                  <a:pt x="4586" y="1242"/>
                </a:lnTo>
                <a:lnTo>
                  <a:pt x="4982" y="1508"/>
                </a:lnTo>
                <a:lnTo>
                  <a:pt x="4982" y="1686"/>
                </a:lnTo>
                <a:lnTo>
                  <a:pt x="5363" y="1686"/>
                </a:lnTo>
                <a:lnTo>
                  <a:pt x="5744" y="1686"/>
                </a:lnTo>
                <a:lnTo>
                  <a:pt x="6125" y="1686"/>
                </a:lnTo>
                <a:lnTo>
                  <a:pt x="6506" y="1686"/>
                </a:lnTo>
                <a:lnTo>
                  <a:pt x="6506" y="1863"/>
                </a:lnTo>
                <a:lnTo>
                  <a:pt x="6886" y="1863"/>
                </a:lnTo>
                <a:lnTo>
                  <a:pt x="7283" y="1863"/>
                </a:lnTo>
                <a:lnTo>
                  <a:pt x="7283" y="2130"/>
                </a:lnTo>
                <a:lnTo>
                  <a:pt x="7664" y="2130"/>
                </a:lnTo>
                <a:lnTo>
                  <a:pt x="7664" y="2307"/>
                </a:lnTo>
                <a:lnTo>
                  <a:pt x="8045" y="2307"/>
                </a:lnTo>
                <a:lnTo>
                  <a:pt x="8426" y="2307"/>
                </a:lnTo>
                <a:lnTo>
                  <a:pt x="8426" y="2573"/>
                </a:lnTo>
                <a:lnTo>
                  <a:pt x="8807" y="2573"/>
                </a:lnTo>
                <a:lnTo>
                  <a:pt x="8807" y="2573"/>
                </a:lnTo>
                <a:lnTo>
                  <a:pt x="9187" y="2751"/>
                </a:lnTo>
                <a:lnTo>
                  <a:pt x="9568" y="2928"/>
                </a:lnTo>
                <a:lnTo>
                  <a:pt x="9965" y="2928"/>
                </a:lnTo>
                <a:lnTo>
                  <a:pt x="10346" y="2928"/>
                </a:lnTo>
                <a:lnTo>
                  <a:pt x="10727" y="2928"/>
                </a:lnTo>
                <a:lnTo>
                  <a:pt x="10727" y="3195"/>
                </a:lnTo>
                <a:lnTo>
                  <a:pt x="11108" y="3195"/>
                </a:lnTo>
                <a:lnTo>
                  <a:pt x="11108" y="3372"/>
                </a:lnTo>
                <a:lnTo>
                  <a:pt x="11488" y="3372"/>
                </a:lnTo>
                <a:lnTo>
                  <a:pt x="11869" y="3372"/>
                </a:lnTo>
                <a:lnTo>
                  <a:pt x="11869" y="3638"/>
                </a:lnTo>
                <a:lnTo>
                  <a:pt x="12250" y="3638"/>
                </a:lnTo>
                <a:lnTo>
                  <a:pt x="12647" y="3638"/>
                </a:lnTo>
                <a:lnTo>
                  <a:pt x="12647" y="3816"/>
                </a:lnTo>
                <a:lnTo>
                  <a:pt x="13028" y="3816"/>
                </a:lnTo>
                <a:lnTo>
                  <a:pt x="13409" y="3816"/>
                </a:lnTo>
                <a:lnTo>
                  <a:pt x="13409" y="3994"/>
                </a:lnTo>
              </a:path>
            </a:pathLst>
          </a:custGeom>
          <a:ln w="230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201287" y="2786609"/>
            <a:ext cx="13789" cy="3905"/>
          </a:xfrm>
          <a:custGeom>
            <a:avLst/>
            <a:gdLst/>
            <a:ahLst/>
            <a:cxnLst/>
            <a:rect l="l" t="t" r="r" b="b"/>
            <a:pathLst>
              <a:path w="13789" h="3905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0"/>
                </a:lnTo>
                <a:lnTo>
                  <a:pt x="1142" y="266"/>
                </a:lnTo>
                <a:lnTo>
                  <a:pt x="1523" y="266"/>
                </a:lnTo>
                <a:lnTo>
                  <a:pt x="1920" y="443"/>
                </a:lnTo>
                <a:lnTo>
                  <a:pt x="1920" y="710"/>
                </a:lnTo>
                <a:lnTo>
                  <a:pt x="2300" y="710"/>
                </a:lnTo>
                <a:lnTo>
                  <a:pt x="2681" y="710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443" y="1153"/>
                </a:lnTo>
                <a:lnTo>
                  <a:pt x="3824" y="1153"/>
                </a:lnTo>
                <a:lnTo>
                  <a:pt x="4205" y="1153"/>
                </a:lnTo>
                <a:lnTo>
                  <a:pt x="4205" y="1331"/>
                </a:lnTo>
                <a:lnTo>
                  <a:pt x="4601" y="1331"/>
                </a:lnTo>
                <a:lnTo>
                  <a:pt x="4982" y="1331"/>
                </a:lnTo>
                <a:lnTo>
                  <a:pt x="5363" y="1331"/>
                </a:lnTo>
                <a:lnTo>
                  <a:pt x="5363" y="1508"/>
                </a:lnTo>
                <a:lnTo>
                  <a:pt x="5744" y="1508"/>
                </a:lnTo>
                <a:lnTo>
                  <a:pt x="6125" y="1508"/>
                </a:lnTo>
                <a:lnTo>
                  <a:pt x="6125" y="1775"/>
                </a:lnTo>
                <a:lnTo>
                  <a:pt x="6125" y="1775"/>
                </a:lnTo>
                <a:lnTo>
                  <a:pt x="6506" y="1952"/>
                </a:lnTo>
                <a:lnTo>
                  <a:pt x="6902" y="1952"/>
                </a:lnTo>
                <a:lnTo>
                  <a:pt x="7283" y="2218"/>
                </a:lnTo>
                <a:lnTo>
                  <a:pt x="7664" y="2218"/>
                </a:lnTo>
                <a:lnTo>
                  <a:pt x="7664" y="2396"/>
                </a:lnTo>
                <a:lnTo>
                  <a:pt x="8045" y="2396"/>
                </a:lnTo>
                <a:lnTo>
                  <a:pt x="8426" y="2396"/>
                </a:lnTo>
                <a:lnTo>
                  <a:pt x="8807" y="2396"/>
                </a:lnTo>
                <a:lnTo>
                  <a:pt x="8807" y="2396"/>
                </a:lnTo>
                <a:lnTo>
                  <a:pt x="8807" y="2573"/>
                </a:lnTo>
                <a:lnTo>
                  <a:pt x="9187" y="2573"/>
                </a:lnTo>
                <a:lnTo>
                  <a:pt x="9584" y="2573"/>
                </a:lnTo>
                <a:lnTo>
                  <a:pt x="9584" y="2840"/>
                </a:lnTo>
                <a:lnTo>
                  <a:pt x="9965" y="2840"/>
                </a:lnTo>
                <a:lnTo>
                  <a:pt x="10346" y="2840"/>
                </a:lnTo>
                <a:lnTo>
                  <a:pt x="10346" y="3017"/>
                </a:lnTo>
                <a:lnTo>
                  <a:pt x="10727" y="3017"/>
                </a:lnTo>
                <a:lnTo>
                  <a:pt x="10727" y="3283"/>
                </a:lnTo>
                <a:lnTo>
                  <a:pt x="11108" y="3283"/>
                </a:lnTo>
                <a:lnTo>
                  <a:pt x="11488" y="3283"/>
                </a:lnTo>
                <a:lnTo>
                  <a:pt x="11488" y="3461"/>
                </a:lnTo>
                <a:lnTo>
                  <a:pt x="11869" y="3461"/>
                </a:lnTo>
                <a:lnTo>
                  <a:pt x="12266" y="3461"/>
                </a:lnTo>
                <a:lnTo>
                  <a:pt x="12266" y="3727"/>
                </a:lnTo>
                <a:lnTo>
                  <a:pt x="12647" y="3727"/>
                </a:lnTo>
                <a:lnTo>
                  <a:pt x="13028" y="3727"/>
                </a:lnTo>
                <a:lnTo>
                  <a:pt x="13409" y="3727"/>
                </a:lnTo>
                <a:lnTo>
                  <a:pt x="13409" y="3905"/>
                </a:lnTo>
                <a:lnTo>
                  <a:pt x="13789" y="3905"/>
                </a:lnTo>
              </a:path>
            </a:pathLst>
          </a:custGeom>
          <a:ln w="229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215077" y="2790514"/>
            <a:ext cx="13409" cy="4082"/>
          </a:xfrm>
          <a:custGeom>
            <a:avLst/>
            <a:gdLst/>
            <a:ahLst/>
            <a:cxnLst/>
            <a:rect l="l" t="t" r="r" b="b"/>
            <a:pathLst>
              <a:path w="13409" h="4082">
                <a:moveTo>
                  <a:pt x="0" y="0"/>
                </a:moveTo>
                <a:lnTo>
                  <a:pt x="380" y="177"/>
                </a:lnTo>
                <a:lnTo>
                  <a:pt x="761" y="177"/>
                </a:lnTo>
                <a:lnTo>
                  <a:pt x="761" y="443"/>
                </a:lnTo>
                <a:lnTo>
                  <a:pt x="1158" y="443"/>
                </a:lnTo>
                <a:lnTo>
                  <a:pt x="1158" y="621"/>
                </a:lnTo>
                <a:lnTo>
                  <a:pt x="1539" y="621"/>
                </a:lnTo>
                <a:lnTo>
                  <a:pt x="1920" y="621"/>
                </a:lnTo>
                <a:lnTo>
                  <a:pt x="1920" y="887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40" y="1065"/>
                </a:lnTo>
                <a:lnTo>
                  <a:pt x="3840" y="1242"/>
                </a:lnTo>
                <a:lnTo>
                  <a:pt x="4221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82" y="1508"/>
                </a:lnTo>
                <a:lnTo>
                  <a:pt x="4982" y="1686"/>
                </a:lnTo>
                <a:lnTo>
                  <a:pt x="5363" y="1686"/>
                </a:lnTo>
                <a:lnTo>
                  <a:pt x="5744" y="1686"/>
                </a:lnTo>
                <a:lnTo>
                  <a:pt x="5744" y="1952"/>
                </a:lnTo>
                <a:lnTo>
                  <a:pt x="6141" y="1952"/>
                </a:lnTo>
                <a:lnTo>
                  <a:pt x="6522" y="1952"/>
                </a:lnTo>
                <a:lnTo>
                  <a:pt x="6522" y="2130"/>
                </a:lnTo>
                <a:lnTo>
                  <a:pt x="6902" y="2130"/>
                </a:lnTo>
                <a:lnTo>
                  <a:pt x="7283" y="2130"/>
                </a:lnTo>
                <a:lnTo>
                  <a:pt x="7664" y="2396"/>
                </a:lnTo>
                <a:lnTo>
                  <a:pt x="8045" y="2396"/>
                </a:lnTo>
                <a:lnTo>
                  <a:pt x="8045" y="2573"/>
                </a:lnTo>
                <a:lnTo>
                  <a:pt x="8426" y="2573"/>
                </a:lnTo>
                <a:lnTo>
                  <a:pt x="8822" y="2573"/>
                </a:lnTo>
                <a:lnTo>
                  <a:pt x="8822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84" y="3017"/>
                </a:lnTo>
                <a:lnTo>
                  <a:pt x="9965" y="3017"/>
                </a:lnTo>
                <a:lnTo>
                  <a:pt x="9965" y="3195"/>
                </a:lnTo>
                <a:lnTo>
                  <a:pt x="10346" y="3195"/>
                </a:lnTo>
                <a:lnTo>
                  <a:pt x="10727" y="3195"/>
                </a:lnTo>
                <a:lnTo>
                  <a:pt x="11108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504" y="3461"/>
                </a:lnTo>
                <a:lnTo>
                  <a:pt x="11885" y="3461"/>
                </a:lnTo>
                <a:lnTo>
                  <a:pt x="11885" y="3638"/>
                </a:lnTo>
                <a:lnTo>
                  <a:pt x="12266" y="3638"/>
                </a:lnTo>
                <a:lnTo>
                  <a:pt x="12647" y="3638"/>
                </a:lnTo>
                <a:lnTo>
                  <a:pt x="12647" y="3816"/>
                </a:lnTo>
                <a:lnTo>
                  <a:pt x="13028" y="3816"/>
                </a:lnTo>
                <a:lnTo>
                  <a:pt x="13409" y="3816"/>
                </a:lnTo>
                <a:lnTo>
                  <a:pt x="13409" y="4082"/>
                </a:lnTo>
              </a:path>
            </a:pathLst>
          </a:custGeom>
          <a:ln w="230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228486" y="2794597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380" y="0"/>
                </a:lnTo>
                <a:lnTo>
                  <a:pt x="380" y="177"/>
                </a:lnTo>
                <a:lnTo>
                  <a:pt x="777" y="177"/>
                </a:lnTo>
                <a:lnTo>
                  <a:pt x="1158" y="177"/>
                </a:lnTo>
                <a:lnTo>
                  <a:pt x="1158" y="443"/>
                </a:lnTo>
                <a:lnTo>
                  <a:pt x="1539" y="443"/>
                </a:lnTo>
                <a:lnTo>
                  <a:pt x="1920" y="443"/>
                </a:lnTo>
                <a:lnTo>
                  <a:pt x="2300" y="443"/>
                </a:lnTo>
                <a:lnTo>
                  <a:pt x="2300" y="621"/>
                </a:lnTo>
                <a:lnTo>
                  <a:pt x="2681" y="621"/>
                </a:lnTo>
                <a:lnTo>
                  <a:pt x="2681" y="621"/>
                </a:lnTo>
                <a:lnTo>
                  <a:pt x="3062" y="887"/>
                </a:lnTo>
                <a:lnTo>
                  <a:pt x="3459" y="887"/>
                </a:lnTo>
                <a:lnTo>
                  <a:pt x="3840" y="1065"/>
                </a:lnTo>
                <a:lnTo>
                  <a:pt x="4221" y="1065"/>
                </a:lnTo>
                <a:lnTo>
                  <a:pt x="4221" y="1242"/>
                </a:lnTo>
                <a:lnTo>
                  <a:pt x="4601" y="1242"/>
                </a:lnTo>
                <a:lnTo>
                  <a:pt x="4982" y="1508"/>
                </a:lnTo>
                <a:lnTo>
                  <a:pt x="5363" y="1508"/>
                </a:lnTo>
                <a:lnTo>
                  <a:pt x="5760" y="1508"/>
                </a:lnTo>
                <a:lnTo>
                  <a:pt x="6141" y="1508"/>
                </a:lnTo>
                <a:lnTo>
                  <a:pt x="6141" y="1686"/>
                </a:lnTo>
                <a:lnTo>
                  <a:pt x="6522" y="1686"/>
                </a:lnTo>
                <a:lnTo>
                  <a:pt x="6522" y="1952"/>
                </a:lnTo>
                <a:lnTo>
                  <a:pt x="6902" y="1952"/>
                </a:lnTo>
                <a:lnTo>
                  <a:pt x="7283" y="1952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045" y="2307"/>
                </a:lnTo>
                <a:lnTo>
                  <a:pt x="8442" y="2307"/>
                </a:lnTo>
                <a:lnTo>
                  <a:pt x="8442" y="2573"/>
                </a:lnTo>
                <a:lnTo>
                  <a:pt x="8822" y="2573"/>
                </a:lnTo>
                <a:lnTo>
                  <a:pt x="9203" y="2573"/>
                </a:lnTo>
                <a:lnTo>
                  <a:pt x="9203" y="2751"/>
                </a:lnTo>
                <a:lnTo>
                  <a:pt x="9584" y="2751"/>
                </a:lnTo>
                <a:lnTo>
                  <a:pt x="9965" y="2751"/>
                </a:lnTo>
                <a:lnTo>
                  <a:pt x="10346" y="2751"/>
                </a:lnTo>
                <a:lnTo>
                  <a:pt x="10346" y="3017"/>
                </a:lnTo>
                <a:lnTo>
                  <a:pt x="10727" y="3017"/>
                </a:lnTo>
                <a:lnTo>
                  <a:pt x="11123" y="3017"/>
                </a:lnTo>
                <a:lnTo>
                  <a:pt x="11123" y="3195"/>
                </a:lnTo>
                <a:lnTo>
                  <a:pt x="11504" y="3195"/>
                </a:lnTo>
                <a:lnTo>
                  <a:pt x="11885" y="3195"/>
                </a:lnTo>
                <a:lnTo>
                  <a:pt x="11885" y="3461"/>
                </a:lnTo>
                <a:lnTo>
                  <a:pt x="12266" y="3461"/>
                </a:lnTo>
                <a:lnTo>
                  <a:pt x="12647" y="3461"/>
                </a:lnTo>
                <a:lnTo>
                  <a:pt x="12647" y="3638"/>
                </a:lnTo>
                <a:lnTo>
                  <a:pt x="13028" y="3638"/>
                </a:lnTo>
                <a:lnTo>
                  <a:pt x="13028" y="3816"/>
                </a:lnTo>
                <a:lnTo>
                  <a:pt x="13409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242292" y="2798413"/>
            <a:ext cx="13409" cy="3905"/>
          </a:xfrm>
          <a:custGeom>
            <a:avLst/>
            <a:gdLst/>
            <a:ahLst/>
            <a:cxnLst/>
            <a:rect l="l" t="t" r="r" b="b"/>
            <a:pathLst>
              <a:path w="13409" h="3905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266"/>
                </a:lnTo>
                <a:lnTo>
                  <a:pt x="1142" y="266"/>
                </a:lnTo>
                <a:lnTo>
                  <a:pt x="1142" y="443"/>
                </a:lnTo>
                <a:lnTo>
                  <a:pt x="1523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00" y="710"/>
                </a:lnTo>
                <a:lnTo>
                  <a:pt x="2681" y="710"/>
                </a:lnTo>
                <a:lnTo>
                  <a:pt x="2681" y="887"/>
                </a:lnTo>
                <a:lnTo>
                  <a:pt x="3062" y="887"/>
                </a:lnTo>
                <a:lnTo>
                  <a:pt x="3062" y="1065"/>
                </a:lnTo>
                <a:lnTo>
                  <a:pt x="3443" y="1065"/>
                </a:lnTo>
                <a:lnTo>
                  <a:pt x="3824" y="1065"/>
                </a:lnTo>
                <a:lnTo>
                  <a:pt x="3824" y="1331"/>
                </a:lnTo>
                <a:lnTo>
                  <a:pt x="4205" y="1331"/>
                </a:lnTo>
                <a:lnTo>
                  <a:pt x="4586" y="1331"/>
                </a:lnTo>
                <a:lnTo>
                  <a:pt x="4982" y="1331"/>
                </a:lnTo>
                <a:lnTo>
                  <a:pt x="4982" y="1331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775"/>
                </a:lnTo>
                <a:lnTo>
                  <a:pt x="6125" y="1775"/>
                </a:lnTo>
                <a:lnTo>
                  <a:pt x="6506" y="1952"/>
                </a:lnTo>
                <a:lnTo>
                  <a:pt x="6886" y="1952"/>
                </a:lnTo>
                <a:lnTo>
                  <a:pt x="6886" y="2218"/>
                </a:lnTo>
                <a:lnTo>
                  <a:pt x="7267" y="2218"/>
                </a:lnTo>
                <a:lnTo>
                  <a:pt x="7664" y="2396"/>
                </a:lnTo>
                <a:lnTo>
                  <a:pt x="8045" y="2396"/>
                </a:lnTo>
                <a:lnTo>
                  <a:pt x="8426" y="2396"/>
                </a:lnTo>
                <a:lnTo>
                  <a:pt x="8807" y="2396"/>
                </a:lnTo>
                <a:lnTo>
                  <a:pt x="9187" y="2573"/>
                </a:lnTo>
                <a:lnTo>
                  <a:pt x="9568" y="2840"/>
                </a:lnTo>
                <a:lnTo>
                  <a:pt x="9949" y="2840"/>
                </a:lnTo>
                <a:lnTo>
                  <a:pt x="10346" y="3017"/>
                </a:lnTo>
                <a:lnTo>
                  <a:pt x="10727" y="3017"/>
                </a:lnTo>
                <a:lnTo>
                  <a:pt x="11108" y="3283"/>
                </a:lnTo>
                <a:lnTo>
                  <a:pt x="11488" y="3461"/>
                </a:lnTo>
                <a:lnTo>
                  <a:pt x="11869" y="3461"/>
                </a:lnTo>
                <a:lnTo>
                  <a:pt x="11869" y="3638"/>
                </a:lnTo>
                <a:lnTo>
                  <a:pt x="12250" y="3638"/>
                </a:lnTo>
                <a:lnTo>
                  <a:pt x="12631" y="3638"/>
                </a:lnTo>
                <a:lnTo>
                  <a:pt x="13028" y="3638"/>
                </a:lnTo>
                <a:lnTo>
                  <a:pt x="13409" y="3638"/>
                </a:lnTo>
                <a:lnTo>
                  <a:pt x="13409" y="3905"/>
                </a:lnTo>
              </a:path>
            </a:pathLst>
          </a:custGeom>
          <a:ln w="229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255701" y="2802318"/>
            <a:ext cx="13789" cy="3816"/>
          </a:xfrm>
          <a:custGeom>
            <a:avLst/>
            <a:gdLst/>
            <a:ahLst/>
            <a:cxnLst/>
            <a:rect l="l" t="t" r="r" b="b"/>
            <a:pathLst>
              <a:path w="13789" h="3816">
                <a:moveTo>
                  <a:pt x="0" y="0"/>
                </a:moveTo>
                <a:lnTo>
                  <a:pt x="380" y="0"/>
                </a:lnTo>
                <a:lnTo>
                  <a:pt x="761" y="177"/>
                </a:lnTo>
                <a:lnTo>
                  <a:pt x="1142" y="177"/>
                </a:lnTo>
                <a:lnTo>
                  <a:pt x="1142" y="443"/>
                </a:lnTo>
                <a:lnTo>
                  <a:pt x="1523" y="443"/>
                </a:lnTo>
                <a:lnTo>
                  <a:pt x="1920" y="443"/>
                </a:lnTo>
                <a:lnTo>
                  <a:pt x="1920" y="443"/>
                </a:lnTo>
                <a:lnTo>
                  <a:pt x="1920" y="621"/>
                </a:lnTo>
                <a:lnTo>
                  <a:pt x="2300" y="621"/>
                </a:lnTo>
                <a:lnTo>
                  <a:pt x="2300" y="887"/>
                </a:lnTo>
                <a:lnTo>
                  <a:pt x="2681" y="887"/>
                </a:lnTo>
                <a:lnTo>
                  <a:pt x="3062" y="887"/>
                </a:lnTo>
                <a:lnTo>
                  <a:pt x="3443" y="887"/>
                </a:lnTo>
                <a:lnTo>
                  <a:pt x="3824" y="887"/>
                </a:lnTo>
                <a:lnTo>
                  <a:pt x="3824" y="1065"/>
                </a:lnTo>
                <a:lnTo>
                  <a:pt x="4205" y="1065"/>
                </a:lnTo>
                <a:lnTo>
                  <a:pt x="4205" y="1242"/>
                </a:lnTo>
                <a:lnTo>
                  <a:pt x="4601" y="1242"/>
                </a:lnTo>
                <a:lnTo>
                  <a:pt x="4982" y="1242"/>
                </a:lnTo>
                <a:lnTo>
                  <a:pt x="4982" y="1508"/>
                </a:lnTo>
                <a:lnTo>
                  <a:pt x="5363" y="1508"/>
                </a:lnTo>
                <a:lnTo>
                  <a:pt x="5744" y="1508"/>
                </a:lnTo>
                <a:lnTo>
                  <a:pt x="5744" y="1686"/>
                </a:lnTo>
                <a:lnTo>
                  <a:pt x="6125" y="1686"/>
                </a:lnTo>
                <a:lnTo>
                  <a:pt x="6125" y="1686"/>
                </a:lnTo>
                <a:lnTo>
                  <a:pt x="6506" y="1952"/>
                </a:lnTo>
                <a:lnTo>
                  <a:pt x="6886" y="1952"/>
                </a:lnTo>
                <a:lnTo>
                  <a:pt x="6886" y="2130"/>
                </a:lnTo>
                <a:lnTo>
                  <a:pt x="7283" y="2130"/>
                </a:lnTo>
                <a:lnTo>
                  <a:pt x="7664" y="2130"/>
                </a:lnTo>
                <a:lnTo>
                  <a:pt x="8045" y="2130"/>
                </a:lnTo>
                <a:lnTo>
                  <a:pt x="8045" y="2307"/>
                </a:lnTo>
                <a:lnTo>
                  <a:pt x="8426" y="2307"/>
                </a:lnTo>
                <a:lnTo>
                  <a:pt x="8807" y="2307"/>
                </a:lnTo>
                <a:lnTo>
                  <a:pt x="8807" y="2307"/>
                </a:lnTo>
                <a:lnTo>
                  <a:pt x="9187" y="2573"/>
                </a:lnTo>
                <a:lnTo>
                  <a:pt x="9568" y="2573"/>
                </a:lnTo>
                <a:lnTo>
                  <a:pt x="9568" y="2751"/>
                </a:lnTo>
                <a:lnTo>
                  <a:pt x="9965" y="2751"/>
                </a:lnTo>
                <a:lnTo>
                  <a:pt x="10346" y="2751"/>
                </a:lnTo>
                <a:lnTo>
                  <a:pt x="10346" y="2751"/>
                </a:lnTo>
                <a:lnTo>
                  <a:pt x="10346" y="3017"/>
                </a:lnTo>
                <a:lnTo>
                  <a:pt x="10727" y="3017"/>
                </a:lnTo>
                <a:lnTo>
                  <a:pt x="11108" y="3195"/>
                </a:lnTo>
                <a:lnTo>
                  <a:pt x="11488" y="3195"/>
                </a:lnTo>
                <a:lnTo>
                  <a:pt x="11869" y="3195"/>
                </a:lnTo>
                <a:lnTo>
                  <a:pt x="12250" y="3195"/>
                </a:lnTo>
                <a:lnTo>
                  <a:pt x="12250" y="3461"/>
                </a:lnTo>
                <a:lnTo>
                  <a:pt x="12647" y="3461"/>
                </a:lnTo>
                <a:lnTo>
                  <a:pt x="13028" y="3461"/>
                </a:lnTo>
                <a:lnTo>
                  <a:pt x="13028" y="3638"/>
                </a:lnTo>
                <a:lnTo>
                  <a:pt x="13409" y="3638"/>
                </a:lnTo>
                <a:lnTo>
                  <a:pt x="13789" y="3816"/>
                </a:lnTo>
              </a:path>
            </a:pathLst>
          </a:custGeom>
          <a:ln w="228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269491" y="2806135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266"/>
                </a:lnTo>
                <a:lnTo>
                  <a:pt x="1158" y="443"/>
                </a:lnTo>
                <a:lnTo>
                  <a:pt x="1539" y="443"/>
                </a:lnTo>
                <a:lnTo>
                  <a:pt x="1920" y="443"/>
                </a:lnTo>
                <a:lnTo>
                  <a:pt x="1920" y="710"/>
                </a:lnTo>
                <a:lnTo>
                  <a:pt x="2300" y="710"/>
                </a:lnTo>
                <a:lnTo>
                  <a:pt x="2681" y="710"/>
                </a:lnTo>
                <a:lnTo>
                  <a:pt x="3062" y="710"/>
                </a:lnTo>
                <a:lnTo>
                  <a:pt x="3062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4919" y="1331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823" y="1775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2130"/>
                </a:lnTo>
                <a:lnTo>
                  <a:pt x="8093" y="2130"/>
                </a:lnTo>
                <a:lnTo>
                  <a:pt x="8410" y="2130"/>
                </a:lnTo>
                <a:lnTo>
                  <a:pt x="8410" y="2396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314" y="2840"/>
                </a:lnTo>
                <a:lnTo>
                  <a:pt x="10790" y="3017"/>
                </a:lnTo>
                <a:lnTo>
                  <a:pt x="11108" y="3017"/>
                </a:lnTo>
                <a:lnTo>
                  <a:pt x="11425" y="3017"/>
                </a:lnTo>
                <a:lnTo>
                  <a:pt x="11901" y="3283"/>
                </a:lnTo>
                <a:lnTo>
                  <a:pt x="12218" y="3283"/>
                </a:lnTo>
                <a:lnTo>
                  <a:pt x="12694" y="3461"/>
                </a:lnTo>
                <a:lnTo>
                  <a:pt x="13012" y="3461"/>
                </a:lnTo>
                <a:lnTo>
                  <a:pt x="13488" y="3461"/>
                </a:lnTo>
                <a:lnTo>
                  <a:pt x="13488" y="3638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282979" y="2809774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710"/>
                </a:lnTo>
                <a:lnTo>
                  <a:pt x="2538" y="710"/>
                </a:lnTo>
                <a:lnTo>
                  <a:pt x="3015" y="710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443" y="1331"/>
                </a:lnTo>
                <a:lnTo>
                  <a:pt x="4919" y="1331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508"/>
                </a:lnTo>
                <a:lnTo>
                  <a:pt x="5712" y="1775"/>
                </a:lnTo>
                <a:lnTo>
                  <a:pt x="6030" y="1775"/>
                </a:lnTo>
                <a:lnTo>
                  <a:pt x="6506" y="1775"/>
                </a:lnTo>
                <a:lnTo>
                  <a:pt x="6823" y="1775"/>
                </a:lnTo>
                <a:lnTo>
                  <a:pt x="6823" y="1952"/>
                </a:lnTo>
                <a:lnTo>
                  <a:pt x="7140" y="1952"/>
                </a:lnTo>
                <a:lnTo>
                  <a:pt x="7616" y="1952"/>
                </a:lnTo>
                <a:lnTo>
                  <a:pt x="7616" y="1952"/>
                </a:lnTo>
                <a:lnTo>
                  <a:pt x="7934" y="2218"/>
                </a:lnTo>
                <a:lnTo>
                  <a:pt x="8410" y="2396"/>
                </a:lnTo>
                <a:lnTo>
                  <a:pt x="8727" y="2396"/>
                </a:lnTo>
                <a:lnTo>
                  <a:pt x="9045" y="2396"/>
                </a:lnTo>
                <a:lnTo>
                  <a:pt x="9045" y="2573"/>
                </a:lnTo>
                <a:lnTo>
                  <a:pt x="9521" y="2573"/>
                </a:lnTo>
                <a:lnTo>
                  <a:pt x="9838" y="2573"/>
                </a:lnTo>
                <a:lnTo>
                  <a:pt x="9838" y="2840"/>
                </a:lnTo>
                <a:lnTo>
                  <a:pt x="10314" y="2840"/>
                </a:lnTo>
                <a:lnTo>
                  <a:pt x="10631" y="2840"/>
                </a:lnTo>
                <a:lnTo>
                  <a:pt x="11108" y="2840"/>
                </a:lnTo>
                <a:lnTo>
                  <a:pt x="11108" y="3017"/>
                </a:lnTo>
                <a:lnTo>
                  <a:pt x="11425" y="3017"/>
                </a:lnTo>
                <a:lnTo>
                  <a:pt x="11742" y="3017"/>
                </a:lnTo>
                <a:lnTo>
                  <a:pt x="11742" y="3283"/>
                </a:lnTo>
                <a:lnTo>
                  <a:pt x="12218" y="3283"/>
                </a:lnTo>
                <a:lnTo>
                  <a:pt x="12218" y="3461"/>
                </a:lnTo>
                <a:lnTo>
                  <a:pt x="12536" y="3461"/>
                </a:lnTo>
                <a:lnTo>
                  <a:pt x="13012" y="3461"/>
                </a:lnTo>
                <a:lnTo>
                  <a:pt x="13012" y="3638"/>
                </a:lnTo>
                <a:lnTo>
                  <a:pt x="13329" y="3638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296309" y="2813413"/>
            <a:ext cx="13488" cy="3727"/>
          </a:xfrm>
          <a:custGeom>
            <a:avLst/>
            <a:gdLst/>
            <a:ahLst/>
            <a:cxnLst/>
            <a:rect l="l" t="t" r="r" b="b"/>
            <a:pathLst>
              <a:path w="13488" h="3727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710"/>
                </a:lnTo>
                <a:lnTo>
                  <a:pt x="3015" y="710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153"/>
                </a:lnTo>
                <a:lnTo>
                  <a:pt x="4284" y="1153"/>
                </a:lnTo>
                <a:lnTo>
                  <a:pt x="4601" y="1153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775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775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2218"/>
                </a:lnTo>
                <a:lnTo>
                  <a:pt x="8410" y="2218"/>
                </a:lnTo>
                <a:lnTo>
                  <a:pt x="8886" y="2218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21" y="2573"/>
                </a:lnTo>
                <a:lnTo>
                  <a:pt x="9997" y="2573"/>
                </a:lnTo>
                <a:lnTo>
                  <a:pt x="9997" y="2840"/>
                </a:lnTo>
                <a:lnTo>
                  <a:pt x="10314" y="2840"/>
                </a:lnTo>
                <a:lnTo>
                  <a:pt x="10790" y="2840"/>
                </a:lnTo>
                <a:lnTo>
                  <a:pt x="11108" y="2840"/>
                </a:lnTo>
                <a:lnTo>
                  <a:pt x="11425" y="2840"/>
                </a:lnTo>
                <a:lnTo>
                  <a:pt x="11425" y="3017"/>
                </a:lnTo>
                <a:lnTo>
                  <a:pt x="11901" y="3017"/>
                </a:lnTo>
                <a:lnTo>
                  <a:pt x="11901" y="3283"/>
                </a:lnTo>
                <a:lnTo>
                  <a:pt x="12218" y="3283"/>
                </a:lnTo>
                <a:lnTo>
                  <a:pt x="12694" y="3283"/>
                </a:lnTo>
                <a:lnTo>
                  <a:pt x="12694" y="3283"/>
                </a:lnTo>
                <a:lnTo>
                  <a:pt x="13012" y="3461"/>
                </a:lnTo>
                <a:lnTo>
                  <a:pt x="13488" y="3461"/>
                </a:lnTo>
                <a:lnTo>
                  <a:pt x="13488" y="3727"/>
                </a:lnTo>
              </a:path>
            </a:pathLst>
          </a:custGeom>
          <a:ln w="228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309797" y="2817141"/>
            <a:ext cx="13647" cy="3372"/>
          </a:xfrm>
          <a:custGeom>
            <a:avLst/>
            <a:gdLst/>
            <a:ahLst/>
            <a:cxnLst/>
            <a:rect l="l" t="t" r="r" b="b"/>
            <a:pathLst>
              <a:path w="13647" h="3372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221" y="355"/>
                </a:lnTo>
                <a:lnTo>
                  <a:pt x="2538" y="355"/>
                </a:lnTo>
                <a:lnTo>
                  <a:pt x="3015" y="621"/>
                </a:lnTo>
                <a:lnTo>
                  <a:pt x="3332" y="621"/>
                </a:lnTo>
                <a:lnTo>
                  <a:pt x="3808" y="798"/>
                </a:lnTo>
                <a:lnTo>
                  <a:pt x="4125" y="798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242"/>
                </a:lnTo>
                <a:lnTo>
                  <a:pt x="5236" y="1242"/>
                </a:lnTo>
                <a:lnTo>
                  <a:pt x="5712" y="1242"/>
                </a:lnTo>
                <a:lnTo>
                  <a:pt x="5712" y="1242"/>
                </a:lnTo>
                <a:lnTo>
                  <a:pt x="5712" y="1420"/>
                </a:lnTo>
                <a:lnTo>
                  <a:pt x="6030" y="1420"/>
                </a:lnTo>
                <a:lnTo>
                  <a:pt x="6506" y="1420"/>
                </a:lnTo>
                <a:lnTo>
                  <a:pt x="6823" y="1420"/>
                </a:lnTo>
                <a:lnTo>
                  <a:pt x="6823" y="1686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863"/>
                </a:lnTo>
                <a:lnTo>
                  <a:pt x="8410" y="1863"/>
                </a:lnTo>
                <a:lnTo>
                  <a:pt x="8410" y="2130"/>
                </a:lnTo>
                <a:lnTo>
                  <a:pt x="8727" y="2130"/>
                </a:lnTo>
                <a:lnTo>
                  <a:pt x="9203" y="2130"/>
                </a:lnTo>
                <a:lnTo>
                  <a:pt x="9203" y="2307"/>
                </a:lnTo>
                <a:lnTo>
                  <a:pt x="9521" y="2307"/>
                </a:lnTo>
                <a:lnTo>
                  <a:pt x="9838" y="2307"/>
                </a:lnTo>
                <a:lnTo>
                  <a:pt x="9838" y="2307"/>
                </a:lnTo>
                <a:lnTo>
                  <a:pt x="9838" y="2573"/>
                </a:lnTo>
                <a:lnTo>
                  <a:pt x="10314" y="2573"/>
                </a:lnTo>
                <a:lnTo>
                  <a:pt x="10631" y="2573"/>
                </a:lnTo>
                <a:lnTo>
                  <a:pt x="11108" y="2573"/>
                </a:lnTo>
                <a:lnTo>
                  <a:pt x="11108" y="2751"/>
                </a:lnTo>
                <a:lnTo>
                  <a:pt x="11425" y="2751"/>
                </a:lnTo>
                <a:lnTo>
                  <a:pt x="11742" y="2751"/>
                </a:lnTo>
                <a:lnTo>
                  <a:pt x="12218" y="2928"/>
                </a:lnTo>
                <a:lnTo>
                  <a:pt x="12536" y="2928"/>
                </a:lnTo>
                <a:lnTo>
                  <a:pt x="12536" y="3195"/>
                </a:lnTo>
                <a:lnTo>
                  <a:pt x="13012" y="3195"/>
                </a:lnTo>
                <a:lnTo>
                  <a:pt x="13329" y="3195"/>
                </a:lnTo>
                <a:lnTo>
                  <a:pt x="13329" y="3372"/>
                </a:lnTo>
                <a:lnTo>
                  <a:pt x="13647" y="3372"/>
                </a:lnTo>
              </a:path>
            </a:pathLst>
          </a:custGeom>
          <a:ln w="2262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323444" y="2820513"/>
            <a:ext cx="13488" cy="3461"/>
          </a:xfrm>
          <a:custGeom>
            <a:avLst/>
            <a:gdLst/>
            <a:ahLst/>
            <a:cxnLst/>
            <a:rect l="l" t="t" r="r" b="b"/>
            <a:pathLst>
              <a:path w="13488" h="3461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269" y="443"/>
                </a:lnTo>
                <a:lnTo>
                  <a:pt x="1586" y="443"/>
                </a:lnTo>
                <a:lnTo>
                  <a:pt x="2062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621"/>
                </a:lnTo>
                <a:lnTo>
                  <a:pt x="3173" y="621"/>
                </a:lnTo>
                <a:lnTo>
                  <a:pt x="3173" y="621"/>
                </a:lnTo>
                <a:lnTo>
                  <a:pt x="3173" y="887"/>
                </a:lnTo>
                <a:lnTo>
                  <a:pt x="3491" y="887"/>
                </a:lnTo>
                <a:lnTo>
                  <a:pt x="3967" y="887"/>
                </a:lnTo>
                <a:lnTo>
                  <a:pt x="3967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331"/>
                </a:lnTo>
                <a:lnTo>
                  <a:pt x="5395" y="1508"/>
                </a:lnTo>
                <a:lnTo>
                  <a:pt x="5871" y="1508"/>
                </a:lnTo>
                <a:lnTo>
                  <a:pt x="6188" y="1508"/>
                </a:lnTo>
                <a:lnTo>
                  <a:pt x="6664" y="1508"/>
                </a:lnTo>
                <a:lnTo>
                  <a:pt x="6982" y="1508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569" y="2130"/>
                </a:lnTo>
                <a:lnTo>
                  <a:pt x="8886" y="2130"/>
                </a:lnTo>
                <a:lnTo>
                  <a:pt x="9203" y="2130"/>
                </a:lnTo>
                <a:lnTo>
                  <a:pt x="9203" y="2396"/>
                </a:lnTo>
                <a:lnTo>
                  <a:pt x="9679" y="2396"/>
                </a:lnTo>
                <a:lnTo>
                  <a:pt x="9679" y="2396"/>
                </a:lnTo>
                <a:lnTo>
                  <a:pt x="9679" y="2573"/>
                </a:lnTo>
                <a:lnTo>
                  <a:pt x="9997" y="2573"/>
                </a:lnTo>
                <a:lnTo>
                  <a:pt x="10473" y="2573"/>
                </a:lnTo>
                <a:lnTo>
                  <a:pt x="10473" y="2840"/>
                </a:lnTo>
                <a:lnTo>
                  <a:pt x="10790" y="2840"/>
                </a:lnTo>
                <a:lnTo>
                  <a:pt x="11266" y="2840"/>
                </a:lnTo>
                <a:lnTo>
                  <a:pt x="11584" y="2840"/>
                </a:lnTo>
                <a:lnTo>
                  <a:pt x="11901" y="3017"/>
                </a:lnTo>
                <a:lnTo>
                  <a:pt x="12377" y="3017"/>
                </a:lnTo>
                <a:lnTo>
                  <a:pt x="12694" y="3017"/>
                </a:lnTo>
                <a:lnTo>
                  <a:pt x="12694" y="3195"/>
                </a:lnTo>
                <a:lnTo>
                  <a:pt x="13170" y="3195"/>
                </a:lnTo>
                <a:lnTo>
                  <a:pt x="13488" y="3195"/>
                </a:lnTo>
                <a:lnTo>
                  <a:pt x="13488" y="3461"/>
                </a:lnTo>
              </a:path>
            </a:pathLst>
          </a:custGeom>
          <a:ln w="227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336933" y="2823975"/>
            <a:ext cx="13805" cy="3195"/>
          </a:xfrm>
          <a:custGeom>
            <a:avLst/>
            <a:gdLst/>
            <a:ahLst/>
            <a:cxnLst/>
            <a:rect l="l" t="t" r="r" b="b"/>
            <a:pathLst>
              <a:path w="13805" h="3195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952"/>
                </a:lnTo>
                <a:lnTo>
                  <a:pt x="8410" y="1952"/>
                </a:lnTo>
                <a:lnTo>
                  <a:pt x="8410" y="2130"/>
                </a:lnTo>
                <a:lnTo>
                  <a:pt x="8886" y="2130"/>
                </a:lnTo>
                <a:lnTo>
                  <a:pt x="9203" y="2130"/>
                </a:lnTo>
                <a:lnTo>
                  <a:pt x="9203" y="2307"/>
                </a:lnTo>
                <a:lnTo>
                  <a:pt x="9521" y="2307"/>
                </a:lnTo>
                <a:lnTo>
                  <a:pt x="9997" y="2307"/>
                </a:lnTo>
                <a:lnTo>
                  <a:pt x="10314" y="2307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573"/>
                </a:lnTo>
                <a:lnTo>
                  <a:pt x="10790" y="2751"/>
                </a:lnTo>
                <a:lnTo>
                  <a:pt x="11108" y="2751"/>
                </a:lnTo>
                <a:lnTo>
                  <a:pt x="11425" y="2751"/>
                </a:lnTo>
                <a:lnTo>
                  <a:pt x="11901" y="2751"/>
                </a:lnTo>
                <a:lnTo>
                  <a:pt x="12218" y="2751"/>
                </a:lnTo>
                <a:lnTo>
                  <a:pt x="12694" y="3017"/>
                </a:lnTo>
                <a:lnTo>
                  <a:pt x="13012" y="3017"/>
                </a:lnTo>
                <a:lnTo>
                  <a:pt x="13012" y="3195"/>
                </a:lnTo>
                <a:lnTo>
                  <a:pt x="13488" y="3195"/>
                </a:lnTo>
                <a:lnTo>
                  <a:pt x="13805" y="3195"/>
                </a:lnTo>
              </a:path>
            </a:pathLst>
          </a:custGeom>
          <a:ln w="2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350738" y="2827170"/>
            <a:ext cx="13329" cy="3195"/>
          </a:xfrm>
          <a:custGeom>
            <a:avLst/>
            <a:gdLst/>
            <a:ahLst/>
            <a:cxnLst/>
            <a:rect l="l" t="t" r="r" b="b"/>
            <a:pathLst>
              <a:path w="13329" h="3195">
                <a:moveTo>
                  <a:pt x="0" y="0"/>
                </a:move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410" y="1952"/>
                </a:lnTo>
                <a:lnTo>
                  <a:pt x="8410" y="2130"/>
                </a:lnTo>
                <a:lnTo>
                  <a:pt x="8727" y="2130"/>
                </a:lnTo>
                <a:lnTo>
                  <a:pt x="9203" y="2130"/>
                </a:lnTo>
                <a:lnTo>
                  <a:pt x="9203" y="2130"/>
                </a:lnTo>
                <a:lnTo>
                  <a:pt x="9203" y="2396"/>
                </a:lnTo>
                <a:lnTo>
                  <a:pt x="9521" y="2396"/>
                </a:lnTo>
                <a:lnTo>
                  <a:pt x="9521" y="2573"/>
                </a:lnTo>
                <a:lnTo>
                  <a:pt x="9997" y="2573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840"/>
                </a:lnTo>
                <a:lnTo>
                  <a:pt x="11108" y="2840"/>
                </a:lnTo>
                <a:lnTo>
                  <a:pt x="11425" y="2840"/>
                </a:lnTo>
                <a:lnTo>
                  <a:pt x="11425" y="3017"/>
                </a:lnTo>
                <a:lnTo>
                  <a:pt x="11901" y="3017"/>
                </a:lnTo>
                <a:lnTo>
                  <a:pt x="12218" y="3195"/>
                </a:lnTo>
                <a:lnTo>
                  <a:pt x="12694" y="3195"/>
                </a:lnTo>
                <a:lnTo>
                  <a:pt x="13012" y="3195"/>
                </a:lnTo>
                <a:lnTo>
                  <a:pt x="13329" y="3195"/>
                </a:lnTo>
              </a:path>
            </a:pathLst>
          </a:custGeom>
          <a:ln w="225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364068" y="2830365"/>
            <a:ext cx="13805" cy="3461"/>
          </a:xfrm>
          <a:custGeom>
            <a:avLst/>
            <a:gdLst/>
            <a:ahLst/>
            <a:cxnLst/>
            <a:rect l="l" t="t" r="r" b="b"/>
            <a:pathLst>
              <a:path w="13805" h="3461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1269" y="443"/>
                </a:lnTo>
                <a:lnTo>
                  <a:pt x="1586" y="443"/>
                </a:lnTo>
                <a:lnTo>
                  <a:pt x="2062" y="443"/>
                </a:lnTo>
                <a:lnTo>
                  <a:pt x="2062" y="710"/>
                </a:lnTo>
                <a:lnTo>
                  <a:pt x="2380" y="710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331"/>
                </a:lnTo>
                <a:lnTo>
                  <a:pt x="5395" y="1331"/>
                </a:lnTo>
                <a:lnTo>
                  <a:pt x="5871" y="1331"/>
                </a:lnTo>
                <a:lnTo>
                  <a:pt x="5871" y="1508"/>
                </a:lnTo>
                <a:lnTo>
                  <a:pt x="6188" y="1508"/>
                </a:lnTo>
                <a:lnTo>
                  <a:pt x="6188" y="1508"/>
                </a:lnTo>
                <a:lnTo>
                  <a:pt x="6188" y="1775"/>
                </a:lnTo>
                <a:lnTo>
                  <a:pt x="6506" y="1775"/>
                </a:lnTo>
                <a:lnTo>
                  <a:pt x="6982" y="1775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569" y="2130"/>
                </a:lnTo>
                <a:lnTo>
                  <a:pt x="8886" y="2396"/>
                </a:lnTo>
                <a:lnTo>
                  <a:pt x="9203" y="2396"/>
                </a:lnTo>
                <a:lnTo>
                  <a:pt x="9679" y="2396"/>
                </a:lnTo>
                <a:lnTo>
                  <a:pt x="9997" y="2396"/>
                </a:lnTo>
                <a:lnTo>
                  <a:pt x="10473" y="2396"/>
                </a:lnTo>
                <a:lnTo>
                  <a:pt x="10473" y="2573"/>
                </a:lnTo>
                <a:lnTo>
                  <a:pt x="10790" y="2573"/>
                </a:lnTo>
                <a:lnTo>
                  <a:pt x="11108" y="2840"/>
                </a:lnTo>
                <a:lnTo>
                  <a:pt x="11584" y="2840"/>
                </a:lnTo>
                <a:lnTo>
                  <a:pt x="11901" y="2840"/>
                </a:lnTo>
                <a:lnTo>
                  <a:pt x="11901" y="3017"/>
                </a:lnTo>
                <a:lnTo>
                  <a:pt x="12377" y="3017"/>
                </a:lnTo>
                <a:lnTo>
                  <a:pt x="12694" y="3017"/>
                </a:lnTo>
                <a:lnTo>
                  <a:pt x="12694" y="3283"/>
                </a:lnTo>
                <a:lnTo>
                  <a:pt x="13170" y="3283"/>
                </a:lnTo>
                <a:lnTo>
                  <a:pt x="13488" y="3283"/>
                </a:lnTo>
                <a:lnTo>
                  <a:pt x="13488" y="3461"/>
                </a:lnTo>
                <a:lnTo>
                  <a:pt x="13805" y="3461"/>
                </a:lnTo>
              </a:path>
            </a:pathLst>
          </a:custGeom>
          <a:ln w="226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377874" y="2833827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621"/>
                </a:lnTo>
                <a:lnTo>
                  <a:pt x="3491" y="621"/>
                </a:lnTo>
                <a:lnTo>
                  <a:pt x="3491" y="887"/>
                </a:lnTo>
                <a:lnTo>
                  <a:pt x="3967" y="887"/>
                </a:lnTo>
                <a:lnTo>
                  <a:pt x="4284" y="887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242"/>
                </a:lnTo>
                <a:lnTo>
                  <a:pt x="5395" y="1242"/>
                </a:lnTo>
                <a:lnTo>
                  <a:pt x="5871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952"/>
                </a:lnTo>
                <a:lnTo>
                  <a:pt x="8886" y="1952"/>
                </a:lnTo>
                <a:lnTo>
                  <a:pt x="9203" y="1952"/>
                </a:lnTo>
                <a:lnTo>
                  <a:pt x="9203" y="2130"/>
                </a:lnTo>
                <a:lnTo>
                  <a:pt x="9679" y="2130"/>
                </a:lnTo>
                <a:lnTo>
                  <a:pt x="9997" y="2130"/>
                </a:lnTo>
                <a:lnTo>
                  <a:pt x="9997" y="2396"/>
                </a:lnTo>
                <a:lnTo>
                  <a:pt x="10473" y="2396"/>
                </a:lnTo>
                <a:lnTo>
                  <a:pt x="10790" y="2396"/>
                </a:lnTo>
                <a:lnTo>
                  <a:pt x="11108" y="2396"/>
                </a:lnTo>
                <a:lnTo>
                  <a:pt x="11584" y="2396"/>
                </a:lnTo>
                <a:lnTo>
                  <a:pt x="11584" y="2396"/>
                </a:lnTo>
                <a:lnTo>
                  <a:pt x="11584" y="2573"/>
                </a:lnTo>
                <a:lnTo>
                  <a:pt x="11901" y="2573"/>
                </a:lnTo>
                <a:lnTo>
                  <a:pt x="12377" y="2573"/>
                </a:lnTo>
                <a:lnTo>
                  <a:pt x="12377" y="2751"/>
                </a:lnTo>
                <a:lnTo>
                  <a:pt x="12694" y="2751"/>
                </a:lnTo>
                <a:lnTo>
                  <a:pt x="13012" y="2751"/>
                </a:lnTo>
                <a:lnTo>
                  <a:pt x="13488" y="3017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391362" y="2836844"/>
            <a:ext cx="13329" cy="3017"/>
          </a:xfrm>
          <a:custGeom>
            <a:avLst/>
            <a:gdLst/>
            <a:ahLst/>
            <a:cxnLst/>
            <a:rect l="l" t="t" r="r" b="b"/>
            <a:pathLst>
              <a:path w="13329" h="3017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808" y="621"/>
                </a:lnTo>
                <a:lnTo>
                  <a:pt x="3808" y="798"/>
                </a:lnTo>
                <a:lnTo>
                  <a:pt x="4125" y="798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952"/>
                </a:lnTo>
                <a:lnTo>
                  <a:pt x="8727" y="1952"/>
                </a:lnTo>
                <a:lnTo>
                  <a:pt x="9203" y="1952"/>
                </a:lnTo>
                <a:lnTo>
                  <a:pt x="9521" y="1952"/>
                </a:lnTo>
                <a:lnTo>
                  <a:pt x="9521" y="1952"/>
                </a:lnTo>
                <a:lnTo>
                  <a:pt x="9521" y="2130"/>
                </a:lnTo>
                <a:lnTo>
                  <a:pt x="9997" y="2130"/>
                </a:lnTo>
                <a:lnTo>
                  <a:pt x="10314" y="2130"/>
                </a:lnTo>
                <a:lnTo>
                  <a:pt x="10314" y="2307"/>
                </a:lnTo>
                <a:lnTo>
                  <a:pt x="10631" y="2307"/>
                </a:lnTo>
                <a:lnTo>
                  <a:pt x="11108" y="2307"/>
                </a:lnTo>
                <a:lnTo>
                  <a:pt x="11108" y="2573"/>
                </a:lnTo>
                <a:lnTo>
                  <a:pt x="11425" y="2573"/>
                </a:lnTo>
                <a:lnTo>
                  <a:pt x="11901" y="2573"/>
                </a:lnTo>
                <a:lnTo>
                  <a:pt x="12218" y="2751"/>
                </a:lnTo>
                <a:lnTo>
                  <a:pt x="12694" y="2751"/>
                </a:lnTo>
                <a:lnTo>
                  <a:pt x="12694" y="3017"/>
                </a:lnTo>
                <a:lnTo>
                  <a:pt x="13012" y="3017"/>
                </a:lnTo>
                <a:lnTo>
                  <a:pt x="13329" y="3017"/>
                </a:lnTo>
              </a:path>
            </a:pathLst>
          </a:custGeom>
          <a:ln w="2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404692" y="2839862"/>
            <a:ext cx="13805" cy="2751"/>
          </a:xfrm>
          <a:custGeom>
            <a:avLst/>
            <a:gdLst/>
            <a:ahLst/>
            <a:cxnLst/>
            <a:rect l="l" t="t" r="r" b="b"/>
            <a:pathLst>
              <a:path w="13805" h="275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355"/>
                </a:lnTo>
                <a:lnTo>
                  <a:pt x="2380" y="355"/>
                </a:lnTo>
                <a:lnTo>
                  <a:pt x="2697" y="355"/>
                </a:lnTo>
                <a:lnTo>
                  <a:pt x="2697" y="355"/>
                </a:lnTo>
                <a:lnTo>
                  <a:pt x="3173" y="621"/>
                </a:lnTo>
                <a:lnTo>
                  <a:pt x="3491" y="621"/>
                </a:lnTo>
                <a:lnTo>
                  <a:pt x="3491" y="798"/>
                </a:lnTo>
                <a:lnTo>
                  <a:pt x="3967" y="798"/>
                </a:lnTo>
                <a:lnTo>
                  <a:pt x="4284" y="798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871" y="1065"/>
                </a:lnTo>
                <a:lnTo>
                  <a:pt x="6188" y="1065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686"/>
                </a:lnTo>
                <a:lnTo>
                  <a:pt x="8093" y="1686"/>
                </a:lnTo>
                <a:lnTo>
                  <a:pt x="8569" y="1686"/>
                </a:lnTo>
                <a:lnTo>
                  <a:pt x="8886" y="1863"/>
                </a:lnTo>
                <a:lnTo>
                  <a:pt x="9203" y="1863"/>
                </a:lnTo>
                <a:lnTo>
                  <a:pt x="9679" y="1863"/>
                </a:lnTo>
                <a:lnTo>
                  <a:pt x="9679" y="2130"/>
                </a:lnTo>
                <a:lnTo>
                  <a:pt x="9997" y="2130"/>
                </a:lnTo>
                <a:lnTo>
                  <a:pt x="10473" y="2130"/>
                </a:lnTo>
                <a:lnTo>
                  <a:pt x="10473" y="2307"/>
                </a:lnTo>
                <a:lnTo>
                  <a:pt x="10790" y="2307"/>
                </a:lnTo>
                <a:lnTo>
                  <a:pt x="11108" y="2307"/>
                </a:lnTo>
                <a:lnTo>
                  <a:pt x="11584" y="2307"/>
                </a:lnTo>
                <a:lnTo>
                  <a:pt x="11901" y="2307"/>
                </a:lnTo>
                <a:lnTo>
                  <a:pt x="11901" y="2573"/>
                </a:lnTo>
                <a:lnTo>
                  <a:pt x="12377" y="2573"/>
                </a:lnTo>
                <a:lnTo>
                  <a:pt x="12694" y="2573"/>
                </a:lnTo>
                <a:lnTo>
                  <a:pt x="13012" y="2573"/>
                </a:lnTo>
                <a:lnTo>
                  <a:pt x="13012" y="2751"/>
                </a:lnTo>
                <a:lnTo>
                  <a:pt x="13488" y="2751"/>
                </a:lnTo>
                <a:lnTo>
                  <a:pt x="13805" y="2751"/>
                </a:lnTo>
              </a:path>
            </a:pathLst>
          </a:custGeom>
          <a:ln w="22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418497" y="2842613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491" y="621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331"/>
                </a:lnTo>
                <a:lnTo>
                  <a:pt x="5871" y="1331"/>
                </a:lnTo>
                <a:lnTo>
                  <a:pt x="6188" y="1331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6982" y="1686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093" y="1952"/>
                </a:lnTo>
                <a:lnTo>
                  <a:pt x="8410" y="1952"/>
                </a:lnTo>
                <a:lnTo>
                  <a:pt x="8886" y="1952"/>
                </a:lnTo>
                <a:lnTo>
                  <a:pt x="9203" y="1952"/>
                </a:lnTo>
                <a:lnTo>
                  <a:pt x="9679" y="1952"/>
                </a:lnTo>
                <a:lnTo>
                  <a:pt x="9679" y="2130"/>
                </a:lnTo>
                <a:lnTo>
                  <a:pt x="9997" y="2130"/>
                </a:lnTo>
                <a:lnTo>
                  <a:pt x="10473" y="2130"/>
                </a:lnTo>
                <a:lnTo>
                  <a:pt x="10473" y="2396"/>
                </a:lnTo>
                <a:lnTo>
                  <a:pt x="10790" y="2396"/>
                </a:lnTo>
                <a:lnTo>
                  <a:pt x="11108" y="2396"/>
                </a:lnTo>
                <a:lnTo>
                  <a:pt x="11584" y="2396"/>
                </a:lnTo>
                <a:lnTo>
                  <a:pt x="11584" y="2573"/>
                </a:lnTo>
                <a:lnTo>
                  <a:pt x="11901" y="2573"/>
                </a:lnTo>
                <a:lnTo>
                  <a:pt x="12377" y="2573"/>
                </a:lnTo>
                <a:lnTo>
                  <a:pt x="12377" y="2573"/>
                </a:lnTo>
                <a:lnTo>
                  <a:pt x="12694" y="2751"/>
                </a:lnTo>
                <a:lnTo>
                  <a:pt x="13012" y="2751"/>
                </a:lnTo>
                <a:lnTo>
                  <a:pt x="13012" y="3017"/>
                </a:lnTo>
                <a:lnTo>
                  <a:pt x="13488" y="3017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431986" y="2845631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586" y="177"/>
                </a:lnTo>
                <a:lnTo>
                  <a:pt x="1904" y="177"/>
                </a:lnTo>
                <a:lnTo>
                  <a:pt x="2221" y="177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015" y="621"/>
                </a:lnTo>
                <a:lnTo>
                  <a:pt x="3491" y="621"/>
                </a:lnTo>
                <a:lnTo>
                  <a:pt x="3808" y="621"/>
                </a:lnTo>
                <a:lnTo>
                  <a:pt x="4125" y="621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5395" y="887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1065"/>
                </a:lnTo>
                <a:lnTo>
                  <a:pt x="6030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686"/>
                </a:lnTo>
                <a:lnTo>
                  <a:pt x="9203" y="1686"/>
                </a:lnTo>
                <a:lnTo>
                  <a:pt x="9521" y="1686"/>
                </a:lnTo>
                <a:lnTo>
                  <a:pt x="9521" y="1952"/>
                </a:lnTo>
                <a:lnTo>
                  <a:pt x="9997" y="1952"/>
                </a:lnTo>
                <a:lnTo>
                  <a:pt x="10314" y="1952"/>
                </a:lnTo>
                <a:lnTo>
                  <a:pt x="10631" y="1952"/>
                </a:lnTo>
                <a:lnTo>
                  <a:pt x="10631" y="2130"/>
                </a:lnTo>
                <a:lnTo>
                  <a:pt x="11108" y="2130"/>
                </a:lnTo>
                <a:lnTo>
                  <a:pt x="11425" y="2130"/>
                </a:lnTo>
                <a:lnTo>
                  <a:pt x="11425" y="2130"/>
                </a:lnTo>
                <a:lnTo>
                  <a:pt x="11425" y="2307"/>
                </a:lnTo>
                <a:lnTo>
                  <a:pt x="11901" y="2307"/>
                </a:lnTo>
                <a:lnTo>
                  <a:pt x="12218" y="2307"/>
                </a:lnTo>
                <a:lnTo>
                  <a:pt x="12694" y="2307"/>
                </a:lnTo>
                <a:lnTo>
                  <a:pt x="13012" y="2307"/>
                </a:lnTo>
                <a:lnTo>
                  <a:pt x="13329" y="2307"/>
                </a:lnTo>
                <a:lnTo>
                  <a:pt x="13329" y="2573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445791" y="2848205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491" y="887"/>
                </a:lnTo>
                <a:lnTo>
                  <a:pt x="3808" y="887"/>
                </a:lnTo>
                <a:lnTo>
                  <a:pt x="4125" y="887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030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7934" y="1508"/>
                </a:lnTo>
                <a:lnTo>
                  <a:pt x="7934" y="1686"/>
                </a:lnTo>
                <a:lnTo>
                  <a:pt x="8410" y="1686"/>
                </a:lnTo>
                <a:lnTo>
                  <a:pt x="8727" y="1686"/>
                </a:lnTo>
                <a:lnTo>
                  <a:pt x="8727" y="1952"/>
                </a:lnTo>
                <a:lnTo>
                  <a:pt x="9203" y="1952"/>
                </a:lnTo>
                <a:lnTo>
                  <a:pt x="9521" y="1952"/>
                </a:lnTo>
                <a:lnTo>
                  <a:pt x="9997" y="1952"/>
                </a:lnTo>
                <a:lnTo>
                  <a:pt x="9997" y="2130"/>
                </a:lnTo>
                <a:lnTo>
                  <a:pt x="10314" y="2130"/>
                </a:lnTo>
                <a:lnTo>
                  <a:pt x="10631" y="2130"/>
                </a:lnTo>
                <a:lnTo>
                  <a:pt x="11108" y="2130"/>
                </a:lnTo>
                <a:lnTo>
                  <a:pt x="11425" y="2130"/>
                </a:lnTo>
                <a:lnTo>
                  <a:pt x="11901" y="2130"/>
                </a:lnTo>
                <a:lnTo>
                  <a:pt x="11901" y="2307"/>
                </a:lnTo>
                <a:lnTo>
                  <a:pt x="12218" y="2307"/>
                </a:lnTo>
                <a:lnTo>
                  <a:pt x="12536" y="2307"/>
                </a:lnTo>
                <a:lnTo>
                  <a:pt x="12536" y="2573"/>
                </a:lnTo>
                <a:lnTo>
                  <a:pt x="13012" y="2573"/>
                </a:lnTo>
                <a:lnTo>
                  <a:pt x="13329" y="2573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459121" y="2850779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173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395" y="1065"/>
                </a:lnTo>
                <a:lnTo>
                  <a:pt x="5871" y="1065"/>
                </a:lnTo>
                <a:lnTo>
                  <a:pt x="6188" y="1065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7299" y="1242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508"/>
                </a:lnTo>
                <a:lnTo>
                  <a:pt x="8093" y="1686"/>
                </a:lnTo>
                <a:lnTo>
                  <a:pt x="8410" y="1686"/>
                </a:lnTo>
                <a:lnTo>
                  <a:pt x="8886" y="1686"/>
                </a:lnTo>
                <a:lnTo>
                  <a:pt x="9203" y="1686"/>
                </a:lnTo>
                <a:lnTo>
                  <a:pt x="9203" y="1952"/>
                </a:lnTo>
                <a:lnTo>
                  <a:pt x="9679" y="1952"/>
                </a:lnTo>
                <a:lnTo>
                  <a:pt x="9997" y="1952"/>
                </a:lnTo>
                <a:lnTo>
                  <a:pt x="10314" y="1952"/>
                </a:lnTo>
                <a:lnTo>
                  <a:pt x="10790" y="1952"/>
                </a:lnTo>
                <a:lnTo>
                  <a:pt x="11108" y="1952"/>
                </a:lnTo>
                <a:lnTo>
                  <a:pt x="11108" y="2130"/>
                </a:lnTo>
                <a:lnTo>
                  <a:pt x="11584" y="2130"/>
                </a:lnTo>
                <a:lnTo>
                  <a:pt x="11901" y="2130"/>
                </a:lnTo>
                <a:lnTo>
                  <a:pt x="11901" y="2307"/>
                </a:lnTo>
                <a:lnTo>
                  <a:pt x="12377" y="2307"/>
                </a:lnTo>
                <a:lnTo>
                  <a:pt x="12694" y="2307"/>
                </a:lnTo>
                <a:lnTo>
                  <a:pt x="13012" y="2307"/>
                </a:lnTo>
                <a:lnTo>
                  <a:pt x="13012" y="2573"/>
                </a:lnTo>
                <a:lnTo>
                  <a:pt x="13488" y="2573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472927" y="2853353"/>
            <a:ext cx="13488" cy="2307"/>
          </a:xfrm>
          <a:custGeom>
            <a:avLst/>
            <a:gdLst/>
            <a:ahLst/>
            <a:cxnLst/>
            <a:rect l="l" t="t" r="r" b="b"/>
            <a:pathLst>
              <a:path w="13488" h="2307">
                <a:moveTo>
                  <a:pt x="0" y="0"/>
                </a:moveTo>
                <a:lnTo>
                  <a:pt x="0" y="0"/>
                </a:lnTo>
                <a:lnTo>
                  <a:pt x="476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491" y="621"/>
                </a:lnTo>
                <a:lnTo>
                  <a:pt x="3808" y="621"/>
                </a:lnTo>
                <a:lnTo>
                  <a:pt x="4284" y="621"/>
                </a:lnTo>
                <a:lnTo>
                  <a:pt x="4284" y="798"/>
                </a:lnTo>
                <a:lnTo>
                  <a:pt x="4601" y="798"/>
                </a:lnTo>
                <a:lnTo>
                  <a:pt x="5077" y="798"/>
                </a:lnTo>
                <a:lnTo>
                  <a:pt x="5395" y="798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7299" y="1242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686"/>
                </a:lnTo>
                <a:lnTo>
                  <a:pt x="8886" y="1686"/>
                </a:lnTo>
                <a:lnTo>
                  <a:pt x="9203" y="1686"/>
                </a:lnTo>
                <a:lnTo>
                  <a:pt x="9679" y="1686"/>
                </a:lnTo>
                <a:lnTo>
                  <a:pt x="9997" y="1686"/>
                </a:lnTo>
                <a:lnTo>
                  <a:pt x="10314" y="1686"/>
                </a:lnTo>
                <a:lnTo>
                  <a:pt x="10314" y="1952"/>
                </a:lnTo>
                <a:lnTo>
                  <a:pt x="10790" y="1952"/>
                </a:lnTo>
                <a:lnTo>
                  <a:pt x="11108" y="1952"/>
                </a:lnTo>
                <a:lnTo>
                  <a:pt x="11584" y="1952"/>
                </a:lnTo>
                <a:lnTo>
                  <a:pt x="11584" y="2130"/>
                </a:lnTo>
                <a:lnTo>
                  <a:pt x="11901" y="2130"/>
                </a:lnTo>
                <a:lnTo>
                  <a:pt x="12218" y="2130"/>
                </a:lnTo>
                <a:lnTo>
                  <a:pt x="12694" y="2307"/>
                </a:lnTo>
                <a:lnTo>
                  <a:pt x="13012" y="2307"/>
                </a:lnTo>
                <a:lnTo>
                  <a:pt x="13488" y="2307"/>
                </a:lnTo>
              </a:path>
            </a:pathLst>
          </a:custGeom>
          <a:ln w="221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486415" y="2855661"/>
            <a:ext cx="13329" cy="2396"/>
          </a:xfrm>
          <a:custGeom>
            <a:avLst/>
            <a:gdLst/>
            <a:ahLst/>
            <a:cxnLst/>
            <a:rect l="l" t="t" r="r" b="b"/>
            <a:pathLst>
              <a:path w="13329" h="2396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332" y="710"/>
                </a:lnTo>
                <a:lnTo>
                  <a:pt x="3808" y="710"/>
                </a:lnTo>
                <a:lnTo>
                  <a:pt x="4125" y="710"/>
                </a:lnTo>
                <a:lnTo>
                  <a:pt x="4601" y="710"/>
                </a:lnTo>
                <a:lnTo>
                  <a:pt x="4601" y="887"/>
                </a:lnTo>
                <a:lnTo>
                  <a:pt x="4919" y="887"/>
                </a:lnTo>
                <a:lnTo>
                  <a:pt x="5395" y="887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506" y="1331"/>
                </a:lnTo>
                <a:lnTo>
                  <a:pt x="6823" y="1331"/>
                </a:lnTo>
                <a:lnTo>
                  <a:pt x="7299" y="1331"/>
                </a:lnTo>
                <a:lnTo>
                  <a:pt x="7616" y="1331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775"/>
                </a:lnTo>
                <a:lnTo>
                  <a:pt x="9203" y="1775"/>
                </a:lnTo>
                <a:lnTo>
                  <a:pt x="9521" y="1775"/>
                </a:lnTo>
                <a:lnTo>
                  <a:pt x="9997" y="1775"/>
                </a:lnTo>
                <a:lnTo>
                  <a:pt x="10314" y="1775"/>
                </a:lnTo>
                <a:lnTo>
                  <a:pt x="10631" y="1775"/>
                </a:lnTo>
                <a:lnTo>
                  <a:pt x="11108" y="1775"/>
                </a:lnTo>
                <a:lnTo>
                  <a:pt x="11108" y="1952"/>
                </a:lnTo>
                <a:lnTo>
                  <a:pt x="11425" y="1952"/>
                </a:lnTo>
                <a:lnTo>
                  <a:pt x="11901" y="1952"/>
                </a:lnTo>
                <a:lnTo>
                  <a:pt x="11901" y="2218"/>
                </a:lnTo>
                <a:lnTo>
                  <a:pt x="12218" y="2218"/>
                </a:lnTo>
                <a:lnTo>
                  <a:pt x="12536" y="2218"/>
                </a:lnTo>
                <a:lnTo>
                  <a:pt x="13012" y="2218"/>
                </a:lnTo>
                <a:lnTo>
                  <a:pt x="13329" y="2396"/>
                </a:lnTo>
              </a:path>
            </a:pathLst>
          </a:custGeom>
          <a:ln w="221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499745" y="2858057"/>
            <a:ext cx="13488" cy="2130"/>
          </a:xfrm>
          <a:custGeom>
            <a:avLst/>
            <a:gdLst/>
            <a:ahLst/>
            <a:cxnLst/>
            <a:rect l="l" t="t" r="r" b="b"/>
            <a:pathLst>
              <a:path w="13488" h="213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173" y="621"/>
                </a:lnTo>
                <a:lnTo>
                  <a:pt x="3491" y="621"/>
                </a:lnTo>
                <a:lnTo>
                  <a:pt x="3808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7775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997" y="1508"/>
                </a:lnTo>
                <a:lnTo>
                  <a:pt x="9997" y="1686"/>
                </a:lnTo>
                <a:lnTo>
                  <a:pt x="10314" y="1686"/>
                </a:lnTo>
                <a:lnTo>
                  <a:pt x="10790" y="1686"/>
                </a:lnTo>
                <a:lnTo>
                  <a:pt x="11108" y="1686"/>
                </a:lnTo>
                <a:lnTo>
                  <a:pt x="11584" y="1686"/>
                </a:lnTo>
                <a:lnTo>
                  <a:pt x="11901" y="1686"/>
                </a:lnTo>
                <a:lnTo>
                  <a:pt x="12377" y="1686"/>
                </a:lnTo>
                <a:lnTo>
                  <a:pt x="12377" y="1952"/>
                </a:lnTo>
                <a:lnTo>
                  <a:pt x="12694" y="1952"/>
                </a:lnTo>
                <a:lnTo>
                  <a:pt x="13012" y="1952"/>
                </a:lnTo>
                <a:lnTo>
                  <a:pt x="13488" y="2130"/>
                </a:lnTo>
              </a:path>
            </a:pathLst>
          </a:custGeom>
          <a:ln w="220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513233" y="2860187"/>
            <a:ext cx="13805" cy="1952"/>
          </a:xfrm>
          <a:custGeom>
            <a:avLst/>
            <a:gdLst/>
            <a:ahLst/>
            <a:cxnLst/>
            <a:rect l="l" t="t" r="r" b="b"/>
            <a:pathLst>
              <a:path w="13805" h="195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0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332" y="443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887"/>
                </a:lnTo>
                <a:lnTo>
                  <a:pt x="4919" y="887"/>
                </a:lnTo>
                <a:lnTo>
                  <a:pt x="5395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6823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7934" y="1065"/>
                </a:lnTo>
                <a:lnTo>
                  <a:pt x="7934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508"/>
                </a:lnTo>
                <a:lnTo>
                  <a:pt x="9997" y="1508"/>
                </a:lnTo>
                <a:lnTo>
                  <a:pt x="10314" y="1508"/>
                </a:lnTo>
                <a:lnTo>
                  <a:pt x="10314" y="1686"/>
                </a:lnTo>
                <a:lnTo>
                  <a:pt x="10631" y="1686"/>
                </a:lnTo>
                <a:lnTo>
                  <a:pt x="11108" y="1686"/>
                </a:lnTo>
                <a:lnTo>
                  <a:pt x="11425" y="1686"/>
                </a:lnTo>
                <a:lnTo>
                  <a:pt x="11901" y="1686"/>
                </a:lnTo>
                <a:lnTo>
                  <a:pt x="11901" y="1952"/>
                </a:lnTo>
                <a:lnTo>
                  <a:pt x="12218" y="1952"/>
                </a:lnTo>
                <a:lnTo>
                  <a:pt x="12536" y="1952"/>
                </a:lnTo>
                <a:lnTo>
                  <a:pt x="13012" y="1952"/>
                </a:lnTo>
                <a:lnTo>
                  <a:pt x="13329" y="1952"/>
                </a:lnTo>
                <a:lnTo>
                  <a:pt x="13805" y="1952"/>
                </a:lnTo>
              </a:path>
            </a:pathLst>
          </a:custGeom>
          <a:ln w="219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527039" y="2862140"/>
            <a:ext cx="13329" cy="2130"/>
          </a:xfrm>
          <a:custGeom>
            <a:avLst/>
            <a:gdLst/>
            <a:ahLst/>
            <a:cxnLst/>
            <a:rect l="l" t="t" r="r" b="b"/>
            <a:pathLst>
              <a:path w="13329" h="2130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236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934" y="1242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508"/>
                </a:lnTo>
                <a:lnTo>
                  <a:pt x="10314" y="1508"/>
                </a:lnTo>
                <a:lnTo>
                  <a:pt x="10314" y="1686"/>
                </a:lnTo>
                <a:lnTo>
                  <a:pt x="10631" y="1686"/>
                </a:lnTo>
                <a:lnTo>
                  <a:pt x="11108" y="1686"/>
                </a:lnTo>
                <a:lnTo>
                  <a:pt x="11425" y="1686"/>
                </a:lnTo>
                <a:lnTo>
                  <a:pt x="11425" y="1952"/>
                </a:lnTo>
                <a:lnTo>
                  <a:pt x="11901" y="1952"/>
                </a:lnTo>
                <a:lnTo>
                  <a:pt x="12218" y="1952"/>
                </a:lnTo>
                <a:lnTo>
                  <a:pt x="12536" y="1952"/>
                </a:lnTo>
                <a:lnTo>
                  <a:pt x="12536" y="2130"/>
                </a:lnTo>
                <a:lnTo>
                  <a:pt x="13012" y="2130"/>
                </a:lnTo>
                <a:lnTo>
                  <a:pt x="13329" y="2130"/>
                </a:lnTo>
              </a:path>
            </a:pathLst>
          </a:custGeom>
          <a:ln w="220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540369" y="2864270"/>
            <a:ext cx="13805" cy="1686"/>
          </a:xfrm>
          <a:custGeom>
            <a:avLst/>
            <a:gdLst/>
            <a:ahLst/>
            <a:cxnLst/>
            <a:rect l="l" t="t" r="r" b="b"/>
            <a:pathLst>
              <a:path w="13805" h="1686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621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775" y="887"/>
                </a:lnTo>
                <a:lnTo>
                  <a:pt x="7775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9997" y="1508"/>
                </a:lnTo>
                <a:lnTo>
                  <a:pt x="10314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584" y="1508"/>
                </a:lnTo>
                <a:lnTo>
                  <a:pt x="11901" y="1508"/>
                </a:lnTo>
                <a:lnTo>
                  <a:pt x="12218" y="1508"/>
                </a:lnTo>
                <a:lnTo>
                  <a:pt x="12694" y="1508"/>
                </a:lnTo>
                <a:lnTo>
                  <a:pt x="13012" y="1686"/>
                </a:lnTo>
                <a:lnTo>
                  <a:pt x="13488" y="1686"/>
                </a:lnTo>
                <a:lnTo>
                  <a:pt x="13805" y="1686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554174" y="2865956"/>
            <a:ext cx="13488" cy="1952"/>
          </a:xfrm>
          <a:custGeom>
            <a:avLst/>
            <a:gdLst/>
            <a:ahLst/>
            <a:cxnLst/>
            <a:rect l="l" t="t" r="r" b="b"/>
            <a:pathLst>
              <a:path w="13488" h="1952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015" y="710"/>
                </a:lnTo>
                <a:lnTo>
                  <a:pt x="3491" y="710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616" y="887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8886" y="1065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10314" y="1331"/>
                </a:lnTo>
                <a:lnTo>
                  <a:pt x="10314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584" y="1508"/>
                </a:lnTo>
                <a:lnTo>
                  <a:pt x="11901" y="1508"/>
                </a:lnTo>
                <a:lnTo>
                  <a:pt x="11901" y="1775"/>
                </a:lnTo>
                <a:lnTo>
                  <a:pt x="12218" y="1775"/>
                </a:lnTo>
                <a:lnTo>
                  <a:pt x="12694" y="1775"/>
                </a:lnTo>
                <a:lnTo>
                  <a:pt x="13012" y="1775"/>
                </a:lnTo>
                <a:lnTo>
                  <a:pt x="13488" y="1952"/>
                </a:lnTo>
              </a:path>
            </a:pathLst>
          </a:custGeom>
          <a:ln w="219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567663" y="2867909"/>
            <a:ext cx="13805" cy="1508"/>
          </a:xfrm>
          <a:custGeom>
            <a:avLst/>
            <a:gdLst/>
            <a:ahLst/>
            <a:cxnLst/>
            <a:rect l="l" t="t" r="r" b="b"/>
            <a:pathLst>
              <a:path w="13805" h="1508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110" y="0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332" y="266"/>
                </a:lnTo>
                <a:lnTo>
                  <a:pt x="3808" y="266"/>
                </a:lnTo>
                <a:lnTo>
                  <a:pt x="4125" y="266"/>
                </a:lnTo>
                <a:lnTo>
                  <a:pt x="4601" y="443"/>
                </a:lnTo>
                <a:lnTo>
                  <a:pt x="4919" y="443"/>
                </a:lnTo>
                <a:lnTo>
                  <a:pt x="5236" y="443"/>
                </a:lnTo>
                <a:lnTo>
                  <a:pt x="5712" y="443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1065"/>
                </a:lnTo>
                <a:lnTo>
                  <a:pt x="10631" y="1331"/>
                </a:lnTo>
                <a:lnTo>
                  <a:pt x="11108" y="1331"/>
                </a:lnTo>
                <a:lnTo>
                  <a:pt x="11425" y="1331"/>
                </a:lnTo>
                <a:lnTo>
                  <a:pt x="11901" y="1331"/>
                </a:lnTo>
                <a:lnTo>
                  <a:pt x="11901" y="1508"/>
                </a:lnTo>
                <a:lnTo>
                  <a:pt x="12218" y="1508"/>
                </a:lnTo>
                <a:lnTo>
                  <a:pt x="12536" y="1508"/>
                </a:lnTo>
                <a:lnTo>
                  <a:pt x="13012" y="1508"/>
                </a:lnTo>
                <a:lnTo>
                  <a:pt x="13329" y="1508"/>
                </a:lnTo>
                <a:lnTo>
                  <a:pt x="13805" y="1508"/>
                </a:lnTo>
              </a:path>
            </a:pathLst>
          </a:custGeom>
          <a:ln w="218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581468" y="2869418"/>
            <a:ext cx="13329" cy="1508"/>
          </a:xfrm>
          <a:custGeom>
            <a:avLst/>
            <a:gdLst/>
            <a:ahLst/>
            <a:cxnLst/>
            <a:rect l="l" t="t" r="r" b="b"/>
            <a:pathLst>
              <a:path w="13329" h="1508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538" y="177"/>
                </a:lnTo>
                <a:lnTo>
                  <a:pt x="3015" y="177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601" y="621"/>
                </a:lnTo>
                <a:lnTo>
                  <a:pt x="4919" y="621"/>
                </a:lnTo>
                <a:lnTo>
                  <a:pt x="5236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887"/>
                </a:lnTo>
                <a:lnTo>
                  <a:pt x="6823" y="887"/>
                </a:lnTo>
                <a:lnTo>
                  <a:pt x="7140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425" y="1065"/>
                </a:lnTo>
                <a:lnTo>
                  <a:pt x="11425" y="1331"/>
                </a:lnTo>
                <a:lnTo>
                  <a:pt x="11742" y="1331"/>
                </a:lnTo>
                <a:lnTo>
                  <a:pt x="12218" y="1331"/>
                </a:lnTo>
                <a:lnTo>
                  <a:pt x="12536" y="1331"/>
                </a:lnTo>
                <a:lnTo>
                  <a:pt x="13012" y="1331"/>
                </a:lnTo>
                <a:lnTo>
                  <a:pt x="13329" y="1508"/>
                </a:lnTo>
              </a:path>
            </a:pathLst>
          </a:custGeom>
          <a:ln w="218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594798" y="2870926"/>
            <a:ext cx="13488" cy="1242"/>
          </a:xfrm>
          <a:custGeom>
            <a:avLst/>
            <a:gdLst/>
            <a:ahLst/>
            <a:cxnLst/>
            <a:rect l="l" t="t" r="r" b="b"/>
            <a:pathLst>
              <a:path w="13488" h="124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6982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1065"/>
                </a:lnTo>
                <a:lnTo>
                  <a:pt x="11108" y="1065"/>
                </a:lnTo>
                <a:lnTo>
                  <a:pt x="11584" y="1065"/>
                </a:lnTo>
                <a:lnTo>
                  <a:pt x="11901" y="1065"/>
                </a:lnTo>
                <a:lnTo>
                  <a:pt x="12218" y="1065"/>
                </a:lnTo>
                <a:lnTo>
                  <a:pt x="12218" y="1242"/>
                </a:lnTo>
                <a:lnTo>
                  <a:pt x="12694" y="1242"/>
                </a:lnTo>
                <a:lnTo>
                  <a:pt x="13012" y="1242"/>
                </a:lnTo>
                <a:lnTo>
                  <a:pt x="13488" y="1242"/>
                </a:lnTo>
              </a:path>
            </a:pathLst>
          </a:custGeom>
          <a:ln w="2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608286" y="2872169"/>
            <a:ext cx="13329" cy="1331"/>
          </a:xfrm>
          <a:custGeom>
            <a:avLst/>
            <a:gdLst/>
            <a:ahLst/>
            <a:cxnLst/>
            <a:rect l="l" t="t" r="r" b="b"/>
            <a:pathLst>
              <a:path w="13329" h="1331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697" y="266"/>
                </a:lnTo>
                <a:lnTo>
                  <a:pt x="2697" y="266"/>
                </a:lnTo>
                <a:lnTo>
                  <a:pt x="2697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601" y="710"/>
                </a:lnTo>
                <a:lnTo>
                  <a:pt x="4919" y="710"/>
                </a:lnTo>
                <a:lnTo>
                  <a:pt x="5236" y="710"/>
                </a:lnTo>
                <a:lnTo>
                  <a:pt x="5712" y="710"/>
                </a:lnTo>
                <a:lnTo>
                  <a:pt x="6030" y="710"/>
                </a:lnTo>
                <a:lnTo>
                  <a:pt x="6506" y="710"/>
                </a:lnTo>
                <a:lnTo>
                  <a:pt x="6823" y="710"/>
                </a:lnTo>
                <a:lnTo>
                  <a:pt x="7140" y="710"/>
                </a:lnTo>
                <a:lnTo>
                  <a:pt x="7616" y="710"/>
                </a:lnTo>
                <a:lnTo>
                  <a:pt x="7934" y="710"/>
                </a:lnTo>
                <a:lnTo>
                  <a:pt x="8410" y="710"/>
                </a:lnTo>
                <a:lnTo>
                  <a:pt x="8727" y="710"/>
                </a:lnTo>
                <a:lnTo>
                  <a:pt x="8727" y="887"/>
                </a:lnTo>
                <a:lnTo>
                  <a:pt x="9203" y="887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1153"/>
                </a:lnTo>
                <a:lnTo>
                  <a:pt x="11108" y="1153"/>
                </a:lnTo>
                <a:lnTo>
                  <a:pt x="11425" y="1153"/>
                </a:lnTo>
                <a:lnTo>
                  <a:pt x="11742" y="1153"/>
                </a:lnTo>
                <a:lnTo>
                  <a:pt x="12218" y="1153"/>
                </a:lnTo>
                <a:lnTo>
                  <a:pt x="12536" y="1153"/>
                </a:lnTo>
                <a:lnTo>
                  <a:pt x="13012" y="1153"/>
                </a:lnTo>
                <a:lnTo>
                  <a:pt x="13012" y="1331"/>
                </a:lnTo>
                <a:lnTo>
                  <a:pt x="13329" y="1331"/>
                </a:lnTo>
              </a:path>
            </a:pathLst>
          </a:custGeom>
          <a:ln w="218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621616" y="2873500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586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712" y="443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886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584" y="887"/>
                </a:lnTo>
                <a:lnTo>
                  <a:pt x="11901" y="887"/>
                </a:lnTo>
                <a:lnTo>
                  <a:pt x="12218" y="887"/>
                </a:lnTo>
                <a:lnTo>
                  <a:pt x="12694" y="887"/>
                </a:lnTo>
                <a:lnTo>
                  <a:pt x="12694" y="1065"/>
                </a:lnTo>
                <a:lnTo>
                  <a:pt x="13012" y="1065"/>
                </a:lnTo>
                <a:lnTo>
                  <a:pt x="13488" y="1065"/>
                </a:lnTo>
                <a:lnTo>
                  <a:pt x="13805" y="1065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635422" y="2874565"/>
            <a:ext cx="13488" cy="887"/>
          </a:xfrm>
          <a:custGeom>
            <a:avLst/>
            <a:gdLst/>
            <a:ahLst/>
            <a:cxnLst/>
            <a:rect l="l" t="t" r="r" b="b"/>
            <a:pathLst>
              <a:path w="13488" h="887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886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887"/>
                </a:lnTo>
                <a:lnTo>
                  <a:pt x="11425" y="887"/>
                </a:lnTo>
                <a:lnTo>
                  <a:pt x="11901" y="887"/>
                </a:lnTo>
                <a:lnTo>
                  <a:pt x="12218" y="887"/>
                </a:lnTo>
                <a:lnTo>
                  <a:pt x="12694" y="887"/>
                </a:lnTo>
                <a:lnTo>
                  <a:pt x="13012" y="887"/>
                </a:lnTo>
                <a:lnTo>
                  <a:pt x="13488" y="887"/>
                </a:lnTo>
              </a:path>
            </a:pathLst>
          </a:custGeom>
          <a:ln w="217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648910" y="2875453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0"/>
                </a:moveTo>
                <a:lnTo>
                  <a:pt x="0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538" y="177"/>
                </a:lnTo>
                <a:lnTo>
                  <a:pt x="3015" y="177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5236" y="443"/>
                </a:lnTo>
                <a:lnTo>
                  <a:pt x="5712" y="443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140" y="621"/>
                </a:lnTo>
                <a:lnTo>
                  <a:pt x="7616" y="621"/>
                </a:lnTo>
                <a:lnTo>
                  <a:pt x="7934" y="621"/>
                </a:lnTo>
                <a:lnTo>
                  <a:pt x="8410" y="621"/>
                </a:lnTo>
                <a:lnTo>
                  <a:pt x="8410" y="798"/>
                </a:lnTo>
                <a:lnTo>
                  <a:pt x="8727" y="798"/>
                </a:lnTo>
                <a:lnTo>
                  <a:pt x="9203" y="798"/>
                </a:lnTo>
                <a:lnTo>
                  <a:pt x="9521" y="798"/>
                </a:lnTo>
                <a:lnTo>
                  <a:pt x="9838" y="798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425" y="798"/>
                </a:lnTo>
                <a:lnTo>
                  <a:pt x="11742" y="1065"/>
                </a:lnTo>
                <a:lnTo>
                  <a:pt x="12218" y="1065"/>
                </a:lnTo>
                <a:lnTo>
                  <a:pt x="12536" y="1065"/>
                </a:lnTo>
                <a:lnTo>
                  <a:pt x="13012" y="1065"/>
                </a:lnTo>
                <a:lnTo>
                  <a:pt x="13329" y="1065"/>
                </a:lnTo>
                <a:lnTo>
                  <a:pt x="13805" y="1065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662716" y="2876518"/>
            <a:ext cx="13329" cy="621"/>
          </a:xfrm>
          <a:custGeom>
            <a:avLst/>
            <a:gdLst/>
            <a:ahLst/>
            <a:cxnLst/>
            <a:rect l="l" t="t" r="r" b="b"/>
            <a:pathLst>
              <a:path w="13329" h="621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2221" y="0"/>
                </a:lnTo>
                <a:lnTo>
                  <a:pt x="2538" y="0"/>
                </a:lnTo>
                <a:lnTo>
                  <a:pt x="3015" y="0"/>
                </a:lnTo>
                <a:lnTo>
                  <a:pt x="3332" y="0"/>
                </a:lnTo>
                <a:lnTo>
                  <a:pt x="3808" y="0"/>
                </a:lnTo>
                <a:lnTo>
                  <a:pt x="4125" y="0"/>
                </a:lnTo>
                <a:lnTo>
                  <a:pt x="4125" y="177"/>
                </a:lnTo>
                <a:lnTo>
                  <a:pt x="4443" y="177"/>
                </a:lnTo>
                <a:lnTo>
                  <a:pt x="4919" y="177"/>
                </a:lnTo>
                <a:lnTo>
                  <a:pt x="5236" y="177"/>
                </a:lnTo>
                <a:lnTo>
                  <a:pt x="5712" y="177"/>
                </a:lnTo>
                <a:lnTo>
                  <a:pt x="6030" y="177"/>
                </a:lnTo>
                <a:lnTo>
                  <a:pt x="6506" y="177"/>
                </a:lnTo>
                <a:lnTo>
                  <a:pt x="6823" y="177"/>
                </a:lnTo>
                <a:lnTo>
                  <a:pt x="7140" y="177"/>
                </a:lnTo>
                <a:lnTo>
                  <a:pt x="7140" y="177"/>
                </a:lnTo>
                <a:lnTo>
                  <a:pt x="7140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045" y="443"/>
                </a:lnTo>
                <a:lnTo>
                  <a:pt x="9521" y="443"/>
                </a:lnTo>
                <a:lnTo>
                  <a:pt x="9838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742" y="621"/>
                </a:lnTo>
                <a:lnTo>
                  <a:pt x="12218" y="621"/>
                </a:lnTo>
                <a:lnTo>
                  <a:pt x="12536" y="621"/>
                </a:lnTo>
                <a:lnTo>
                  <a:pt x="13012" y="621"/>
                </a:lnTo>
                <a:lnTo>
                  <a:pt x="13329" y="621"/>
                </a:lnTo>
              </a:path>
            </a:pathLst>
          </a:custGeom>
          <a:ln w="216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676046" y="2877139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621"/>
                </a:lnTo>
                <a:lnTo>
                  <a:pt x="13488" y="621"/>
                </a:lnTo>
                <a:lnTo>
                  <a:pt x="13805" y="621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689851" y="2877761"/>
            <a:ext cx="13329" cy="443"/>
          </a:xfrm>
          <a:custGeom>
            <a:avLst/>
            <a:gdLst/>
            <a:ahLst/>
            <a:cxnLst/>
            <a:rect l="l" t="t" r="r" b="b"/>
            <a:pathLst>
              <a:path w="13329" h="443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491" y="0"/>
                </a:lnTo>
                <a:lnTo>
                  <a:pt x="3808" y="0"/>
                </a:lnTo>
                <a:lnTo>
                  <a:pt x="4284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329" y="443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703181" y="2878204"/>
            <a:ext cx="13488" cy="443"/>
          </a:xfrm>
          <a:custGeom>
            <a:avLst/>
            <a:gdLst/>
            <a:ahLst/>
            <a:cxnLst/>
            <a:rect l="l" t="t" r="r" b="b"/>
            <a:pathLst>
              <a:path w="13488" h="44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586" y="177"/>
                </a:lnTo>
                <a:lnTo>
                  <a:pt x="2062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967" y="177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871" y="177"/>
                </a:lnTo>
                <a:lnTo>
                  <a:pt x="6188" y="177"/>
                </a:lnTo>
                <a:lnTo>
                  <a:pt x="6664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443"/>
                </a:lnTo>
                <a:lnTo>
                  <a:pt x="8569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3170" y="443"/>
                </a:lnTo>
                <a:lnTo>
                  <a:pt x="13488" y="443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716669" y="2878648"/>
            <a:ext cx="13329" cy="177"/>
          </a:xfrm>
          <a:custGeom>
            <a:avLst/>
            <a:gdLst/>
            <a:ahLst/>
            <a:cxnLst/>
            <a:rect l="l" t="t" r="r" b="b"/>
            <a:pathLst>
              <a:path w="13329" h="177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823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729999" y="2878826"/>
            <a:ext cx="13805" cy="0"/>
          </a:xfrm>
          <a:custGeom>
            <a:avLst/>
            <a:gdLst/>
            <a:ahLst/>
            <a:cxnLst/>
            <a:rect l="l" t="t" r="r" b="b"/>
            <a:pathLst>
              <a:path w="13805" h="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664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569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266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170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743805" y="2878826"/>
            <a:ext cx="13488" cy="0"/>
          </a:xfrm>
          <a:custGeom>
            <a:avLst/>
            <a:gdLst/>
            <a:ahLst/>
            <a:cxnLst/>
            <a:rect l="l" t="t" r="r" b="b"/>
            <a:pathLst>
              <a:path w="13488" h="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569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757293" y="2878826"/>
            <a:ext cx="13805" cy="0"/>
          </a:xfrm>
          <a:custGeom>
            <a:avLst/>
            <a:gdLst/>
            <a:ahLst/>
            <a:cxnLst/>
            <a:rect l="l" t="t" r="r" b="b"/>
            <a:pathLst>
              <a:path w="13805" h="0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491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8093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790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771099" y="2878382"/>
            <a:ext cx="13329" cy="443"/>
          </a:xfrm>
          <a:custGeom>
            <a:avLst/>
            <a:gdLst/>
            <a:ahLst/>
            <a:cxnLst/>
            <a:rect l="l" t="t" r="r" b="b"/>
            <a:pathLst>
              <a:path w="13329" h="443">
                <a:moveTo>
                  <a:pt x="0" y="443"/>
                </a:moveTo>
                <a:lnTo>
                  <a:pt x="317" y="443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125" y="443"/>
                </a:lnTo>
                <a:lnTo>
                  <a:pt x="4125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521" y="266"/>
                </a:lnTo>
                <a:lnTo>
                  <a:pt x="9997" y="266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784428" y="2878027"/>
            <a:ext cx="13805" cy="355"/>
          </a:xfrm>
          <a:custGeom>
            <a:avLst/>
            <a:gdLst/>
            <a:ahLst/>
            <a:cxnLst/>
            <a:rect l="l" t="t" r="r" b="b"/>
            <a:pathLst>
              <a:path w="13805" h="355">
                <a:moveTo>
                  <a:pt x="0" y="355"/>
                </a:moveTo>
                <a:lnTo>
                  <a:pt x="476" y="355"/>
                </a:lnTo>
                <a:lnTo>
                  <a:pt x="793" y="355"/>
                </a:lnTo>
                <a:lnTo>
                  <a:pt x="1269" y="355"/>
                </a:lnTo>
                <a:lnTo>
                  <a:pt x="1586" y="355"/>
                </a:lnTo>
                <a:lnTo>
                  <a:pt x="1904" y="355"/>
                </a:lnTo>
                <a:lnTo>
                  <a:pt x="2380" y="355"/>
                </a:lnTo>
                <a:lnTo>
                  <a:pt x="2697" y="355"/>
                </a:lnTo>
                <a:lnTo>
                  <a:pt x="3173" y="355"/>
                </a:lnTo>
                <a:lnTo>
                  <a:pt x="3491" y="355"/>
                </a:lnTo>
                <a:lnTo>
                  <a:pt x="3967" y="355"/>
                </a:lnTo>
                <a:lnTo>
                  <a:pt x="4284" y="355"/>
                </a:lnTo>
                <a:lnTo>
                  <a:pt x="4601" y="355"/>
                </a:lnTo>
                <a:lnTo>
                  <a:pt x="5077" y="355"/>
                </a:lnTo>
                <a:lnTo>
                  <a:pt x="5395" y="355"/>
                </a:lnTo>
                <a:lnTo>
                  <a:pt x="5395" y="177"/>
                </a:lnTo>
                <a:lnTo>
                  <a:pt x="5871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177"/>
                </a:lnTo>
                <a:lnTo>
                  <a:pt x="8569" y="177"/>
                </a:lnTo>
                <a:lnTo>
                  <a:pt x="8886" y="177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473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798234" y="2877583"/>
            <a:ext cx="13012" cy="443"/>
          </a:xfrm>
          <a:custGeom>
            <a:avLst/>
            <a:gdLst/>
            <a:ahLst/>
            <a:cxnLst/>
            <a:rect l="l" t="t" r="r" b="b"/>
            <a:pathLst>
              <a:path w="13012" h="443">
                <a:moveTo>
                  <a:pt x="0" y="443"/>
                </a:moveTo>
                <a:lnTo>
                  <a:pt x="476" y="443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871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410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</a:path>
            </a:pathLst>
          </a:custGeom>
          <a:ln w="216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811246" y="2876696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887"/>
                </a:moveTo>
                <a:lnTo>
                  <a:pt x="476" y="887"/>
                </a:lnTo>
                <a:lnTo>
                  <a:pt x="793" y="887"/>
                </a:lnTo>
                <a:lnTo>
                  <a:pt x="1269" y="887"/>
                </a:lnTo>
                <a:lnTo>
                  <a:pt x="1586" y="887"/>
                </a:lnTo>
                <a:lnTo>
                  <a:pt x="1904" y="887"/>
                </a:lnTo>
                <a:lnTo>
                  <a:pt x="2380" y="887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491" y="621"/>
                </a:lnTo>
                <a:lnTo>
                  <a:pt x="3967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871" y="621"/>
                </a:lnTo>
                <a:lnTo>
                  <a:pt x="6188" y="621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569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9997" y="266"/>
                </a:lnTo>
                <a:lnTo>
                  <a:pt x="10473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3170" y="266"/>
                </a:lnTo>
                <a:lnTo>
                  <a:pt x="13170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825052" y="2876074"/>
            <a:ext cx="13488" cy="621"/>
          </a:xfrm>
          <a:custGeom>
            <a:avLst/>
            <a:gdLst/>
            <a:ahLst/>
            <a:cxnLst/>
            <a:rect l="l" t="t" r="r" b="b"/>
            <a:pathLst>
              <a:path w="13488" h="621">
                <a:moveTo>
                  <a:pt x="0" y="621"/>
                </a:moveTo>
                <a:lnTo>
                  <a:pt x="476" y="621"/>
                </a:lnTo>
                <a:lnTo>
                  <a:pt x="793" y="621"/>
                </a:lnTo>
                <a:lnTo>
                  <a:pt x="1269" y="621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621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443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473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838541" y="2875187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887"/>
                </a:moveTo>
                <a:lnTo>
                  <a:pt x="317" y="887"/>
                </a:lnTo>
                <a:lnTo>
                  <a:pt x="793" y="887"/>
                </a:lnTo>
                <a:lnTo>
                  <a:pt x="1110" y="887"/>
                </a:lnTo>
                <a:lnTo>
                  <a:pt x="1586" y="887"/>
                </a:lnTo>
                <a:lnTo>
                  <a:pt x="1586" y="710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491" y="710"/>
                </a:lnTo>
                <a:lnTo>
                  <a:pt x="3808" y="710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521" y="266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852346" y="2874122"/>
            <a:ext cx="13329" cy="1065"/>
          </a:xfrm>
          <a:custGeom>
            <a:avLst/>
            <a:gdLst/>
            <a:ahLst/>
            <a:cxnLst/>
            <a:rect l="l" t="t" r="r" b="b"/>
            <a:pathLst>
              <a:path w="13329" h="1065">
                <a:moveTo>
                  <a:pt x="0" y="1065"/>
                </a:moveTo>
                <a:lnTo>
                  <a:pt x="317" y="1065"/>
                </a:lnTo>
                <a:lnTo>
                  <a:pt x="793" y="1065"/>
                </a:lnTo>
                <a:lnTo>
                  <a:pt x="793" y="1065"/>
                </a:lnTo>
                <a:lnTo>
                  <a:pt x="793" y="887"/>
                </a:lnTo>
                <a:lnTo>
                  <a:pt x="1110" y="887"/>
                </a:lnTo>
                <a:lnTo>
                  <a:pt x="1428" y="887"/>
                </a:lnTo>
                <a:lnTo>
                  <a:pt x="1904" y="887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621"/>
                </a:lnTo>
                <a:lnTo>
                  <a:pt x="3491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5395" y="621"/>
                </a:lnTo>
                <a:lnTo>
                  <a:pt x="5395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7934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521" y="266"/>
                </a:lnTo>
                <a:lnTo>
                  <a:pt x="9997" y="266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865676" y="2872879"/>
            <a:ext cx="13805" cy="1242"/>
          </a:xfrm>
          <a:custGeom>
            <a:avLst/>
            <a:gdLst/>
            <a:ahLst/>
            <a:cxnLst/>
            <a:rect l="l" t="t" r="r" b="b"/>
            <a:pathLst>
              <a:path w="13805" h="1242">
                <a:moveTo>
                  <a:pt x="0" y="1242"/>
                </a:moveTo>
                <a:lnTo>
                  <a:pt x="476" y="1242"/>
                </a:lnTo>
                <a:lnTo>
                  <a:pt x="793" y="1242"/>
                </a:lnTo>
                <a:lnTo>
                  <a:pt x="1269" y="1242"/>
                </a:lnTo>
                <a:lnTo>
                  <a:pt x="1269" y="1242"/>
                </a:lnTo>
                <a:lnTo>
                  <a:pt x="1586" y="1065"/>
                </a:lnTo>
                <a:lnTo>
                  <a:pt x="1904" y="1065"/>
                </a:lnTo>
                <a:lnTo>
                  <a:pt x="2380" y="1065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491" y="798"/>
                </a:lnTo>
                <a:lnTo>
                  <a:pt x="3808" y="798"/>
                </a:lnTo>
                <a:lnTo>
                  <a:pt x="4284" y="798"/>
                </a:lnTo>
                <a:lnTo>
                  <a:pt x="4601" y="798"/>
                </a:lnTo>
                <a:lnTo>
                  <a:pt x="5077" y="798"/>
                </a:lnTo>
                <a:lnTo>
                  <a:pt x="5395" y="798"/>
                </a:lnTo>
                <a:lnTo>
                  <a:pt x="5871" y="798"/>
                </a:lnTo>
                <a:lnTo>
                  <a:pt x="5871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7775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679" y="443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879482" y="2871548"/>
            <a:ext cx="13488" cy="1331"/>
          </a:xfrm>
          <a:custGeom>
            <a:avLst/>
            <a:gdLst/>
            <a:ahLst/>
            <a:cxnLst/>
            <a:rect l="l" t="t" r="r" b="b"/>
            <a:pathLst>
              <a:path w="13488" h="1331">
                <a:moveTo>
                  <a:pt x="0" y="1331"/>
                </a:moveTo>
                <a:lnTo>
                  <a:pt x="476" y="1331"/>
                </a:lnTo>
                <a:lnTo>
                  <a:pt x="793" y="1331"/>
                </a:lnTo>
                <a:lnTo>
                  <a:pt x="1110" y="1331"/>
                </a:lnTo>
                <a:lnTo>
                  <a:pt x="1586" y="1331"/>
                </a:lnTo>
                <a:lnTo>
                  <a:pt x="1904" y="1331"/>
                </a:lnTo>
                <a:lnTo>
                  <a:pt x="1904" y="1065"/>
                </a:lnTo>
                <a:lnTo>
                  <a:pt x="2380" y="1065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7775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679" y="266"/>
                </a:lnTo>
                <a:lnTo>
                  <a:pt x="9997" y="266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8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892970" y="2870305"/>
            <a:ext cx="13805" cy="1242"/>
          </a:xfrm>
          <a:custGeom>
            <a:avLst/>
            <a:gdLst/>
            <a:ahLst/>
            <a:cxnLst/>
            <a:rect l="l" t="t" r="r" b="b"/>
            <a:pathLst>
              <a:path w="13805" h="1242">
                <a:moveTo>
                  <a:pt x="0" y="1242"/>
                </a:moveTo>
                <a:lnTo>
                  <a:pt x="317" y="1242"/>
                </a:lnTo>
                <a:lnTo>
                  <a:pt x="793" y="1242"/>
                </a:lnTo>
                <a:lnTo>
                  <a:pt x="1110" y="1242"/>
                </a:lnTo>
                <a:lnTo>
                  <a:pt x="1428" y="1242"/>
                </a:lnTo>
                <a:lnTo>
                  <a:pt x="1428" y="1242"/>
                </a:lnTo>
                <a:lnTo>
                  <a:pt x="1904" y="1065"/>
                </a:lnTo>
                <a:lnTo>
                  <a:pt x="2221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332" y="798"/>
                </a:lnTo>
                <a:lnTo>
                  <a:pt x="3808" y="798"/>
                </a:lnTo>
                <a:lnTo>
                  <a:pt x="4125" y="798"/>
                </a:lnTo>
                <a:lnTo>
                  <a:pt x="4601" y="798"/>
                </a:lnTo>
                <a:lnTo>
                  <a:pt x="4919" y="798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6823" y="621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410" y="177"/>
                </a:lnTo>
                <a:lnTo>
                  <a:pt x="8727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906776" y="2868530"/>
            <a:ext cx="13012" cy="1775"/>
          </a:xfrm>
          <a:custGeom>
            <a:avLst/>
            <a:gdLst/>
            <a:ahLst/>
            <a:cxnLst/>
            <a:rect l="l" t="t" r="r" b="b"/>
            <a:pathLst>
              <a:path w="13012" h="1775">
                <a:moveTo>
                  <a:pt x="0" y="1775"/>
                </a:moveTo>
                <a:lnTo>
                  <a:pt x="0" y="1508"/>
                </a:lnTo>
                <a:lnTo>
                  <a:pt x="0" y="1508"/>
                </a:lnTo>
                <a:lnTo>
                  <a:pt x="317" y="1508"/>
                </a:lnTo>
                <a:lnTo>
                  <a:pt x="793" y="1508"/>
                </a:lnTo>
                <a:lnTo>
                  <a:pt x="1110" y="1508"/>
                </a:lnTo>
                <a:lnTo>
                  <a:pt x="1428" y="1508"/>
                </a:lnTo>
                <a:lnTo>
                  <a:pt x="1428" y="1331"/>
                </a:lnTo>
                <a:lnTo>
                  <a:pt x="1904" y="1331"/>
                </a:lnTo>
                <a:lnTo>
                  <a:pt x="2221" y="1331"/>
                </a:lnTo>
                <a:lnTo>
                  <a:pt x="2697" y="1331"/>
                </a:lnTo>
                <a:lnTo>
                  <a:pt x="3015" y="1331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7934" y="887"/>
                </a:lnTo>
                <a:lnTo>
                  <a:pt x="7934" y="710"/>
                </a:lnTo>
                <a:lnTo>
                  <a:pt x="8410" y="710"/>
                </a:lnTo>
                <a:lnTo>
                  <a:pt x="8727" y="710"/>
                </a:lnTo>
                <a:lnTo>
                  <a:pt x="9203" y="710"/>
                </a:lnTo>
                <a:lnTo>
                  <a:pt x="9203" y="710"/>
                </a:lnTo>
                <a:lnTo>
                  <a:pt x="9521" y="443"/>
                </a:lnTo>
                <a:lnTo>
                  <a:pt x="9838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2536" y="0"/>
                </a:lnTo>
                <a:lnTo>
                  <a:pt x="13012" y="0"/>
                </a:lnTo>
              </a:path>
            </a:pathLst>
          </a:custGeom>
          <a:ln w="219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919788" y="2866844"/>
            <a:ext cx="13805" cy="1686"/>
          </a:xfrm>
          <a:custGeom>
            <a:avLst/>
            <a:gdLst/>
            <a:ahLst/>
            <a:cxnLst/>
            <a:rect l="l" t="t" r="r" b="b"/>
            <a:pathLst>
              <a:path w="13805" h="1686">
                <a:moveTo>
                  <a:pt x="0" y="1686"/>
                </a:moveTo>
                <a:lnTo>
                  <a:pt x="317" y="1686"/>
                </a:lnTo>
                <a:lnTo>
                  <a:pt x="793" y="1686"/>
                </a:lnTo>
                <a:lnTo>
                  <a:pt x="1110" y="1686"/>
                </a:lnTo>
                <a:lnTo>
                  <a:pt x="1110" y="1508"/>
                </a:lnTo>
                <a:lnTo>
                  <a:pt x="1428" y="1508"/>
                </a:lnTo>
                <a:lnTo>
                  <a:pt x="1904" y="1508"/>
                </a:lnTo>
                <a:lnTo>
                  <a:pt x="2221" y="1508"/>
                </a:lnTo>
                <a:lnTo>
                  <a:pt x="2697" y="1508"/>
                </a:lnTo>
                <a:lnTo>
                  <a:pt x="2697" y="1331"/>
                </a:lnTo>
                <a:lnTo>
                  <a:pt x="3015" y="1331"/>
                </a:lnTo>
                <a:lnTo>
                  <a:pt x="3491" y="1331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933594" y="2865157"/>
            <a:ext cx="13329" cy="1686"/>
          </a:xfrm>
          <a:custGeom>
            <a:avLst/>
            <a:gdLst/>
            <a:ahLst/>
            <a:cxnLst/>
            <a:rect l="l" t="t" r="r" b="b"/>
            <a:pathLst>
              <a:path w="13329" h="1686">
                <a:moveTo>
                  <a:pt x="0" y="1686"/>
                </a:moveTo>
                <a:lnTo>
                  <a:pt x="317" y="1686"/>
                </a:lnTo>
                <a:lnTo>
                  <a:pt x="793" y="1686"/>
                </a:lnTo>
                <a:lnTo>
                  <a:pt x="1110" y="1686"/>
                </a:lnTo>
                <a:lnTo>
                  <a:pt x="1428" y="1686"/>
                </a:lnTo>
                <a:lnTo>
                  <a:pt x="1904" y="1686"/>
                </a:lnTo>
                <a:lnTo>
                  <a:pt x="1904" y="1508"/>
                </a:lnTo>
                <a:lnTo>
                  <a:pt x="2221" y="1508"/>
                </a:lnTo>
                <a:lnTo>
                  <a:pt x="2697" y="1508"/>
                </a:lnTo>
                <a:lnTo>
                  <a:pt x="3015" y="1508"/>
                </a:lnTo>
                <a:lnTo>
                  <a:pt x="3332" y="1508"/>
                </a:lnTo>
                <a:lnTo>
                  <a:pt x="3332" y="1242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242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030" y="798"/>
                </a:lnTo>
                <a:lnTo>
                  <a:pt x="6506" y="798"/>
                </a:lnTo>
                <a:lnTo>
                  <a:pt x="6823" y="798"/>
                </a:lnTo>
                <a:lnTo>
                  <a:pt x="7299" y="798"/>
                </a:lnTo>
                <a:lnTo>
                  <a:pt x="7299" y="798"/>
                </a:lnTo>
                <a:lnTo>
                  <a:pt x="7616" y="621"/>
                </a:lnTo>
                <a:lnTo>
                  <a:pt x="7934" y="621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838" y="621"/>
                </a:lnTo>
                <a:lnTo>
                  <a:pt x="10314" y="621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425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0"/>
                </a:lnTo>
              </a:path>
            </a:pathLst>
          </a:custGeom>
          <a:ln w="219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946923" y="2863382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1775"/>
                </a:moveTo>
                <a:lnTo>
                  <a:pt x="476" y="1775"/>
                </a:lnTo>
                <a:lnTo>
                  <a:pt x="793" y="1775"/>
                </a:lnTo>
                <a:lnTo>
                  <a:pt x="1110" y="1775"/>
                </a:lnTo>
                <a:lnTo>
                  <a:pt x="1110" y="1508"/>
                </a:lnTo>
                <a:lnTo>
                  <a:pt x="1586" y="1508"/>
                </a:lnTo>
                <a:lnTo>
                  <a:pt x="1904" y="1508"/>
                </a:lnTo>
                <a:lnTo>
                  <a:pt x="2380" y="1508"/>
                </a:lnTo>
                <a:lnTo>
                  <a:pt x="2380" y="1331"/>
                </a:lnTo>
                <a:lnTo>
                  <a:pt x="2697" y="1331"/>
                </a:lnTo>
                <a:lnTo>
                  <a:pt x="3173" y="1331"/>
                </a:lnTo>
                <a:lnTo>
                  <a:pt x="3491" y="1331"/>
                </a:lnTo>
                <a:lnTo>
                  <a:pt x="3808" y="1331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775" y="887"/>
                </a:lnTo>
                <a:lnTo>
                  <a:pt x="7775" y="710"/>
                </a:lnTo>
                <a:lnTo>
                  <a:pt x="8093" y="710"/>
                </a:lnTo>
                <a:lnTo>
                  <a:pt x="8410" y="710"/>
                </a:lnTo>
                <a:lnTo>
                  <a:pt x="8886" y="710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584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960729" y="2861252"/>
            <a:ext cx="13488" cy="2130"/>
          </a:xfrm>
          <a:custGeom>
            <a:avLst/>
            <a:gdLst/>
            <a:ahLst/>
            <a:cxnLst/>
            <a:rect l="l" t="t" r="r" b="b"/>
            <a:pathLst>
              <a:path w="13488" h="2130">
                <a:moveTo>
                  <a:pt x="0" y="2130"/>
                </a:moveTo>
                <a:lnTo>
                  <a:pt x="0" y="2130"/>
                </a:lnTo>
                <a:lnTo>
                  <a:pt x="476" y="1952"/>
                </a:lnTo>
                <a:lnTo>
                  <a:pt x="793" y="1952"/>
                </a:lnTo>
                <a:lnTo>
                  <a:pt x="1110" y="1952"/>
                </a:lnTo>
                <a:lnTo>
                  <a:pt x="1110" y="1775"/>
                </a:lnTo>
                <a:lnTo>
                  <a:pt x="1586" y="1775"/>
                </a:lnTo>
                <a:lnTo>
                  <a:pt x="1904" y="1775"/>
                </a:lnTo>
                <a:lnTo>
                  <a:pt x="2380" y="1775"/>
                </a:lnTo>
                <a:lnTo>
                  <a:pt x="2697" y="1775"/>
                </a:lnTo>
                <a:lnTo>
                  <a:pt x="2697" y="1508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3808" y="1508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9997" y="621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0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974217" y="2859122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2130"/>
                </a:moveTo>
                <a:lnTo>
                  <a:pt x="0" y="1952"/>
                </a:lnTo>
                <a:lnTo>
                  <a:pt x="317" y="1952"/>
                </a:lnTo>
                <a:lnTo>
                  <a:pt x="634" y="1952"/>
                </a:lnTo>
                <a:lnTo>
                  <a:pt x="1110" y="1952"/>
                </a:lnTo>
                <a:lnTo>
                  <a:pt x="1428" y="1952"/>
                </a:lnTo>
                <a:lnTo>
                  <a:pt x="1904" y="1952"/>
                </a:lnTo>
                <a:lnTo>
                  <a:pt x="2221" y="1952"/>
                </a:lnTo>
                <a:lnTo>
                  <a:pt x="2221" y="1952"/>
                </a:lnTo>
                <a:lnTo>
                  <a:pt x="2697" y="1686"/>
                </a:lnTo>
                <a:lnTo>
                  <a:pt x="3015" y="1686"/>
                </a:lnTo>
                <a:lnTo>
                  <a:pt x="3332" y="1686"/>
                </a:lnTo>
                <a:lnTo>
                  <a:pt x="3808" y="1686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331"/>
                </a:lnTo>
                <a:lnTo>
                  <a:pt x="5236" y="1331"/>
                </a:lnTo>
                <a:lnTo>
                  <a:pt x="5712" y="1331"/>
                </a:lnTo>
                <a:lnTo>
                  <a:pt x="6030" y="1331"/>
                </a:lnTo>
                <a:lnTo>
                  <a:pt x="6030" y="1331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299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838" y="621"/>
                </a:lnTo>
                <a:lnTo>
                  <a:pt x="10314" y="621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988023" y="2856992"/>
            <a:ext cx="13329" cy="2130"/>
          </a:xfrm>
          <a:custGeom>
            <a:avLst/>
            <a:gdLst/>
            <a:ahLst/>
            <a:cxnLst/>
            <a:rect l="l" t="t" r="r" b="b"/>
            <a:pathLst>
              <a:path w="13329" h="2130">
                <a:moveTo>
                  <a:pt x="0" y="2130"/>
                </a:moveTo>
                <a:lnTo>
                  <a:pt x="317" y="2130"/>
                </a:lnTo>
                <a:lnTo>
                  <a:pt x="317" y="1952"/>
                </a:lnTo>
                <a:lnTo>
                  <a:pt x="634" y="1952"/>
                </a:lnTo>
                <a:lnTo>
                  <a:pt x="1110" y="1952"/>
                </a:lnTo>
                <a:lnTo>
                  <a:pt x="1428" y="1686"/>
                </a:lnTo>
                <a:lnTo>
                  <a:pt x="1904" y="1686"/>
                </a:lnTo>
                <a:lnTo>
                  <a:pt x="2221" y="1686"/>
                </a:lnTo>
                <a:lnTo>
                  <a:pt x="2538" y="1686"/>
                </a:lnTo>
                <a:lnTo>
                  <a:pt x="3015" y="1686"/>
                </a:lnTo>
                <a:lnTo>
                  <a:pt x="3332" y="1686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242"/>
                </a:lnTo>
                <a:lnTo>
                  <a:pt x="5236" y="1242"/>
                </a:lnTo>
                <a:lnTo>
                  <a:pt x="5712" y="1242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6823" y="1065"/>
                </a:lnTo>
                <a:lnTo>
                  <a:pt x="6823" y="887"/>
                </a:lnTo>
                <a:lnTo>
                  <a:pt x="7140" y="887"/>
                </a:lnTo>
                <a:lnTo>
                  <a:pt x="7616" y="887"/>
                </a:lnTo>
                <a:lnTo>
                  <a:pt x="7934" y="887"/>
                </a:lnTo>
                <a:lnTo>
                  <a:pt x="7934" y="621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203" y="443"/>
                </a:lnTo>
                <a:lnTo>
                  <a:pt x="9521" y="443"/>
                </a:lnTo>
                <a:lnTo>
                  <a:pt x="9838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108" y="177"/>
                </a:lnTo>
                <a:lnTo>
                  <a:pt x="11425" y="177"/>
                </a:lnTo>
                <a:lnTo>
                  <a:pt x="11742" y="177"/>
                </a:lnTo>
                <a:lnTo>
                  <a:pt x="12218" y="177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0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001353" y="2854595"/>
            <a:ext cx="13805" cy="2396"/>
          </a:xfrm>
          <a:custGeom>
            <a:avLst/>
            <a:gdLst/>
            <a:ahLst/>
            <a:cxnLst/>
            <a:rect l="l" t="t" r="r" b="b"/>
            <a:pathLst>
              <a:path w="13805" h="2396">
                <a:moveTo>
                  <a:pt x="0" y="2396"/>
                </a:moveTo>
                <a:lnTo>
                  <a:pt x="0" y="2130"/>
                </a:lnTo>
                <a:lnTo>
                  <a:pt x="476" y="2130"/>
                </a:lnTo>
                <a:lnTo>
                  <a:pt x="793" y="2130"/>
                </a:lnTo>
                <a:lnTo>
                  <a:pt x="1110" y="2130"/>
                </a:lnTo>
                <a:lnTo>
                  <a:pt x="1110" y="1952"/>
                </a:lnTo>
                <a:lnTo>
                  <a:pt x="1586" y="1952"/>
                </a:lnTo>
                <a:lnTo>
                  <a:pt x="1904" y="1952"/>
                </a:lnTo>
                <a:lnTo>
                  <a:pt x="2380" y="1775"/>
                </a:lnTo>
                <a:lnTo>
                  <a:pt x="2697" y="1775"/>
                </a:lnTo>
                <a:lnTo>
                  <a:pt x="3015" y="1775"/>
                </a:lnTo>
                <a:lnTo>
                  <a:pt x="3491" y="1775"/>
                </a:lnTo>
                <a:lnTo>
                  <a:pt x="3808" y="1775"/>
                </a:lnTo>
                <a:lnTo>
                  <a:pt x="4284" y="1775"/>
                </a:lnTo>
                <a:lnTo>
                  <a:pt x="4284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331"/>
                </a:lnTo>
                <a:lnTo>
                  <a:pt x="5712" y="1331"/>
                </a:lnTo>
                <a:lnTo>
                  <a:pt x="6188" y="1331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410" y="710"/>
                </a:lnTo>
                <a:lnTo>
                  <a:pt x="8886" y="710"/>
                </a:lnTo>
                <a:lnTo>
                  <a:pt x="9203" y="710"/>
                </a:lnTo>
                <a:lnTo>
                  <a:pt x="9521" y="710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1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015159" y="2852022"/>
            <a:ext cx="13488" cy="2573"/>
          </a:xfrm>
          <a:custGeom>
            <a:avLst/>
            <a:gdLst/>
            <a:ahLst/>
            <a:cxnLst/>
            <a:rect l="l" t="t" r="r" b="b"/>
            <a:pathLst>
              <a:path w="13488" h="2573">
                <a:moveTo>
                  <a:pt x="0" y="2573"/>
                </a:moveTo>
                <a:lnTo>
                  <a:pt x="0" y="2396"/>
                </a:lnTo>
                <a:lnTo>
                  <a:pt x="0" y="2396"/>
                </a:lnTo>
                <a:lnTo>
                  <a:pt x="317" y="2396"/>
                </a:lnTo>
                <a:lnTo>
                  <a:pt x="793" y="2396"/>
                </a:lnTo>
                <a:lnTo>
                  <a:pt x="793" y="2130"/>
                </a:lnTo>
                <a:lnTo>
                  <a:pt x="1110" y="2130"/>
                </a:lnTo>
                <a:lnTo>
                  <a:pt x="1586" y="2130"/>
                </a:lnTo>
                <a:lnTo>
                  <a:pt x="1904" y="2130"/>
                </a:lnTo>
                <a:lnTo>
                  <a:pt x="1904" y="1952"/>
                </a:lnTo>
                <a:lnTo>
                  <a:pt x="2380" y="1952"/>
                </a:lnTo>
                <a:lnTo>
                  <a:pt x="2697" y="1952"/>
                </a:lnTo>
                <a:lnTo>
                  <a:pt x="3015" y="1952"/>
                </a:lnTo>
                <a:lnTo>
                  <a:pt x="3491" y="1952"/>
                </a:lnTo>
                <a:lnTo>
                  <a:pt x="3808" y="1952"/>
                </a:lnTo>
                <a:lnTo>
                  <a:pt x="4284" y="1775"/>
                </a:lnTo>
                <a:lnTo>
                  <a:pt x="4601" y="1775"/>
                </a:lnTo>
                <a:lnTo>
                  <a:pt x="4919" y="1775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331"/>
                </a:lnTo>
                <a:lnTo>
                  <a:pt x="6506" y="1331"/>
                </a:lnTo>
                <a:lnTo>
                  <a:pt x="6982" y="1331"/>
                </a:lnTo>
                <a:lnTo>
                  <a:pt x="6982" y="1331"/>
                </a:lnTo>
                <a:lnTo>
                  <a:pt x="6982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203" y="710"/>
                </a:lnTo>
                <a:lnTo>
                  <a:pt x="9521" y="710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2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028647" y="2849448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2573"/>
                </a:moveTo>
                <a:lnTo>
                  <a:pt x="317" y="2573"/>
                </a:lnTo>
                <a:lnTo>
                  <a:pt x="634" y="2396"/>
                </a:lnTo>
                <a:lnTo>
                  <a:pt x="1110" y="2396"/>
                </a:lnTo>
                <a:lnTo>
                  <a:pt x="1428" y="2396"/>
                </a:lnTo>
                <a:lnTo>
                  <a:pt x="1428" y="2218"/>
                </a:lnTo>
                <a:lnTo>
                  <a:pt x="1904" y="2218"/>
                </a:lnTo>
                <a:lnTo>
                  <a:pt x="2221" y="2218"/>
                </a:lnTo>
                <a:lnTo>
                  <a:pt x="2538" y="2218"/>
                </a:lnTo>
                <a:lnTo>
                  <a:pt x="3015" y="2218"/>
                </a:lnTo>
                <a:lnTo>
                  <a:pt x="3332" y="2218"/>
                </a:lnTo>
                <a:lnTo>
                  <a:pt x="3808" y="1952"/>
                </a:lnTo>
                <a:lnTo>
                  <a:pt x="4125" y="1952"/>
                </a:lnTo>
                <a:lnTo>
                  <a:pt x="4601" y="1775"/>
                </a:lnTo>
                <a:lnTo>
                  <a:pt x="4919" y="1775"/>
                </a:lnTo>
                <a:lnTo>
                  <a:pt x="5236" y="1775"/>
                </a:lnTo>
                <a:lnTo>
                  <a:pt x="5236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030" y="1331"/>
                </a:lnTo>
                <a:lnTo>
                  <a:pt x="6506" y="1331"/>
                </a:lnTo>
                <a:lnTo>
                  <a:pt x="6823" y="1331"/>
                </a:lnTo>
                <a:lnTo>
                  <a:pt x="7140" y="1331"/>
                </a:lnTo>
                <a:lnTo>
                  <a:pt x="7140" y="1065"/>
                </a:lnTo>
                <a:lnTo>
                  <a:pt x="7616" y="1065"/>
                </a:lnTo>
                <a:lnTo>
                  <a:pt x="7934" y="1065"/>
                </a:lnTo>
                <a:lnTo>
                  <a:pt x="7934" y="887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631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041977" y="2846874"/>
            <a:ext cx="13488" cy="2573"/>
          </a:xfrm>
          <a:custGeom>
            <a:avLst/>
            <a:gdLst/>
            <a:ahLst/>
            <a:cxnLst/>
            <a:rect l="l" t="t" r="r" b="b"/>
            <a:pathLst>
              <a:path w="13488" h="2573">
                <a:moveTo>
                  <a:pt x="0" y="2573"/>
                </a:moveTo>
                <a:lnTo>
                  <a:pt x="317" y="2573"/>
                </a:lnTo>
                <a:lnTo>
                  <a:pt x="793" y="2573"/>
                </a:lnTo>
                <a:lnTo>
                  <a:pt x="793" y="2396"/>
                </a:lnTo>
                <a:lnTo>
                  <a:pt x="1110" y="2396"/>
                </a:lnTo>
                <a:lnTo>
                  <a:pt x="1586" y="2396"/>
                </a:lnTo>
                <a:lnTo>
                  <a:pt x="1904" y="2396"/>
                </a:lnTo>
                <a:lnTo>
                  <a:pt x="2380" y="2396"/>
                </a:lnTo>
                <a:lnTo>
                  <a:pt x="2697" y="2396"/>
                </a:lnTo>
                <a:lnTo>
                  <a:pt x="2697" y="2218"/>
                </a:lnTo>
                <a:lnTo>
                  <a:pt x="3015" y="2218"/>
                </a:lnTo>
                <a:lnTo>
                  <a:pt x="3015" y="2218"/>
                </a:lnTo>
                <a:lnTo>
                  <a:pt x="3491" y="1952"/>
                </a:lnTo>
                <a:lnTo>
                  <a:pt x="3808" y="1952"/>
                </a:lnTo>
                <a:lnTo>
                  <a:pt x="4284" y="1952"/>
                </a:lnTo>
                <a:lnTo>
                  <a:pt x="4601" y="1775"/>
                </a:lnTo>
                <a:lnTo>
                  <a:pt x="4919" y="1775"/>
                </a:lnTo>
                <a:lnTo>
                  <a:pt x="5395" y="1775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331"/>
                </a:lnTo>
                <a:lnTo>
                  <a:pt x="6506" y="1331"/>
                </a:lnTo>
                <a:lnTo>
                  <a:pt x="6982" y="1331"/>
                </a:lnTo>
                <a:lnTo>
                  <a:pt x="7299" y="1331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0790" y="710"/>
                </a:lnTo>
                <a:lnTo>
                  <a:pt x="11108" y="443"/>
                </a:lnTo>
                <a:lnTo>
                  <a:pt x="11584" y="443"/>
                </a:lnTo>
                <a:lnTo>
                  <a:pt x="11584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2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055465" y="2844122"/>
            <a:ext cx="13805" cy="2751"/>
          </a:xfrm>
          <a:custGeom>
            <a:avLst/>
            <a:gdLst/>
            <a:ahLst/>
            <a:cxnLst/>
            <a:rect l="l" t="t" r="r" b="b"/>
            <a:pathLst>
              <a:path w="13805" h="2751">
                <a:moveTo>
                  <a:pt x="0" y="2751"/>
                </a:moveTo>
                <a:lnTo>
                  <a:pt x="317" y="2751"/>
                </a:lnTo>
                <a:lnTo>
                  <a:pt x="634" y="2751"/>
                </a:lnTo>
                <a:lnTo>
                  <a:pt x="1110" y="2573"/>
                </a:lnTo>
                <a:lnTo>
                  <a:pt x="1428" y="2573"/>
                </a:lnTo>
                <a:lnTo>
                  <a:pt x="1904" y="2573"/>
                </a:lnTo>
                <a:lnTo>
                  <a:pt x="2221" y="2396"/>
                </a:lnTo>
                <a:lnTo>
                  <a:pt x="2538" y="2396"/>
                </a:lnTo>
                <a:lnTo>
                  <a:pt x="2538" y="2130"/>
                </a:lnTo>
                <a:lnTo>
                  <a:pt x="3015" y="2130"/>
                </a:lnTo>
                <a:lnTo>
                  <a:pt x="3332" y="2130"/>
                </a:lnTo>
                <a:lnTo>
                  <a:pt x="3808" y="2130"/>
                </a:lnTo>
                <a:lnTo>
                  <a:pt x="3808" y="1952"/>
                </a:lnTo>
                <a:lnTo>
                  <a:pt x="4125" y="1952"/>
                </a:lnTo>
                <a:lnTo>
                  <a:pt x="4601" y="1952"/>
                </a:lnTo>
                <a:lnTo>
                  <a:pt x="4601" y="1686"/>
                </a:lnTo>
                <a:lnTo>
                  <a:pt x="4919" y="1686"/>
                </a:lnTo>
                <a:lnTo>
                  <a:pt x="5236" y="1686"/>
                </a:lnTo>
                <a:lnTo>
                  <a:pt x="5712" y="1686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7140" y="1508"/>
                </a:lnTo>
                <a:lnTo>
                  <a:pt x="7140" y="1242"/>
                </a:lnTo>
                <a:lnTo>
                  <a:pt x="7616" y="1242"/>
                </a:lnTo>
                <a:lnTo>
                  <a:pt x="7934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203" y="887"/>
                </a:lnTo>
                <a:lnTo>
                  <a:pt x="9521" y="887"/>
                </a:lnTo>
                <a:lnTo>
                  <a:pt x="9838" y="887"/>
                </a:lnTo>
                <a:lnTo>
                  <a:pt x="9838" y="621"/>
                </a:lnTo>
                <a:lnTo>
                  <a:pt x="10314" y="621"/>
                </a:lnTo>
                <a:lnTo>
                  <a:pt x="10631" y="621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069271" y="2841105"/>
            <a:ext cx="13329" cy="3017"/>
          </a:xfrm>
          <a:custGeom>
            <a:avLst/>
            <a:gdLst/>
            <a:ahLst/>
            <a:cxnLst/>
            <a:rect l="l" t="t" r="r" b="b"/>
            <a:pathLst>
              <a:path w="13329" h="3017">
                <a:moveTo>
                  <a:pt x="0" y="3017"/>
                </a:moveTo>
                <a:lnTo>
                  <a:pt x="317" y="3017"/>
                </a:lnTo>
                <a:lnTo>
                  <a:pt x="634" y="3017"/>
                </a:lnTo>
                <a:lnTo>
                  <a:pt x="634" y="2840"/>
                </a:lnTo>
                <a:lnTo>
                  <a:pt x="1110" y="2840"/>
                </a:lnTo>
                <a:lnTo>
                  <a:pt x="1428" y="2573"/>
                </a:lnTo>
                <a:lnTo>
                  <a:pt x="1904" y="2573"/>
                </a:lnTo>
                <a:lnTo>
                  <a:pt x="2221" y="2573"/>
                </a:lnTo>
                <a:lnTo>
                  <a:pt x="2221" y="2396"/>
                </a:lnTo>
                <a:lnTo>
                  <a:pt x="2538" y="2396"/>
                </a:lnTo>
                <a:lnTo>
                  <a:pt x="3015" y="2396"/>
                </a:lnTo>
                <a:lnTo>
                  <a:pt x="3015" y="2130"/>
                </a:lnTo>
                <a:lnTo>
                  <a:pt x="3332" y="2130"/>
                </a:lnTo>
                <a:lnTo>
                  <a:pt x="3808" y="2130"/>
                </a:lnTo>
                <a:lnTo>
                  <a:pt x="4125" y="2130"/>
                </a:lnTo>
                <a:lnTo>
                  <a:pt x="4443" y="2130"/>
                </a:lnTo>
                <a:lnTo>
                  <a:pt x="4919" y="2130"/>
                </a:lnTo>
                <a:lnTo>
                  <a:pt x="4919" y="1952"/>
                </a:lnTo>
                <a:lnTo>
                  <a:pt x="5236" y="1952"/>
                </a:lnTo>
                <a:lnTo>
                  <a:pt x="5712" y="1952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508"/>
                </a:lnTo>
                <a:lnTo>
                  <a:pt x="7140" y="1508"/>
                </a:lnTo>
                <a:lnTo>
                  <a:pt x="7140" y="1331"/>
                </a:lnTo>
                <a:lnTo>
                  <a:pt x="7616" y="1331"/>
                </a:lnTo>
                <a:lnTo>
                  <a:pt x="7934" y="1331"/>
                </a:lnTo>
                <a:lnTo>
                  <a:pt x="8410" y="1331"/>
                </a:lnTo>
                <a:lnTo>
                  <a:pt x="8410" y="1065"/>
                </a:lnTo>
                <a:lnTo>
                  <a:pt x="8727" y="1065"/>
                </a:lnTo>
                <a:lnTo>
                  <a:pt x="9045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742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082600" y="2838353"/>
            <a:ext cx="13805" cy="2751"/>
          </a:xfrm>
          <a:custGeom>
            <a:avLst/>
            <a:gdLst/>
            <a:ahLst/>
            <a:cxnLst/>
            <a:rect l="l" t="t" r="r" b="b"/>
            <a:pathLst>
              <a:path w="13805" h="2751">
                <a:moveTo>
                  <a:pt x="0" y="2751"/>
                </a:moveTo>
                <a:lnTo>
                  <a:pt x="317" y="2751"/>
                </a:lnTo>
                <a:lnTo>
                  <a:pt x="793" y="2751"/>
                </a:lnTo>
                <a:lnTo>
                  <a:pt x="793" y="2751"/>
                </a:lnTo>
                <a:lnTo>
                  <a:pt x="1110" y="2573"/>
                </a:lnTo>
                <a:lnTo>
                  <a:pt x="1586" y="2573"/>
                </a:lnTo>
                <a:lnTo>
                  <a:pt x="1904" y="2573"/>
                </a:lnTo>
                <a:lnTo>
                  <a:pt x="2380" y="2573"/>
                </a:lnTo>
                <a:lnTo>
                  <a:pt x="2697" y="2307"/>
                </a:lnTo>
                <a:lnTo>
                  <a:pt x="3015" y="2307"/>
                </a:lnTo>
                <a:lnTo>
                  <a:pt x="3491" y="2307"/>
                </a:lnTo>
                <a:lnTo>
                  <a:pt x="3491" y="2130"/>
                </a:lnTo>
                <a:lnTo>
                  <a:pt x="3808" y="2130"/>
                </a:lnTo>
                <a:lnTo>
                  <a:pt x="4284" y="2130"/>
                </a:lnTo>
                <a:lnTo>
                  <a:pt x="4284" y="2130"/>
                </a:lnTo>
                <a:lnTo>
                  <a:pt x="4284" y="1863"/>
                </a:lnTo>
                <a:lnTo>
                  <a:pt x="4601" y="1863"/>
                </a:lnTo>
                <a:lnTo>
                  <a:pt x="4919" y="1863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798"/>
                </a:lnTo>
                <a:lnTo>
                  <a:pt x="9521" y="798"/>
                </a:lnTo>
                <a:lnTo>
                  <a:pt x="9997" y="798"/>
                </a:lnTo>
                <a:lnTo>
                  <a:pt x="10314" y="798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096406" y="2835069"/>
            <a:ext cx="13329" cy="3283"/>
          </a:xfrm>
          <a:custGeom>
            <a:avLst/>
            <a:gdLst/>
            <a:ahLst/>
            <a:cxnLst/>
            <a:rect l="l" t="t" r="r" b="b"/>
            <a:pathLst>
              <a:path w="13329" h="3283">
                <a:moveTo>
                  <a:pt x="0" y="3283"/>
                </a:moveTo>
                <a:lnTo>
                  <a:pt x="317" y="3283"/>
                </a:lnTo>
                <a:lnTo>
                  <a:pt x="317" y="3283"/>
                </a:lnTo>
                <a:lnTo>
                  <a:pt x="793" y="3017"/>
                </a:lnTo>
                <a:lnTo>
                  <a:pt x="1110" y="3017"/>
                </a:lnTo>
                <a:lnTo>
                  <a:pt x="1110" y="2840"/>
                </a:lnTo>
                <a:lnTo>
                  <a:pt x="1586" y="2840"/>
                </a:lnTo>
                <a:lnTo>
                  <a:pt x="1904" y="2840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015" y="2396"/>
                </a:lnTo>
                <a:lnTo>
                  <a:pt x="3491" y="2396"/>
                </a:lnTo>
                <a:lnTo>
                  <a:pt x="3808" y="2396"/>
                </a:lnTo>
                <a:lnTo>
                  <a:pt x="4284" y="2396"/>
                </a:lnTo>
                <a:lnTo>
                  <a:pt x="4601" y="2396"/>
                </a:lnTo>
                <a:lnTo>
                  <a:pt x="4601" y="2218"/>
                </a:lnTo>
                <a:lnTo>
                  <a:pt x="4919" y="2218"/>
                </a:lnTo>
                <a:lnTo>
                  <a:pt x="5395" y="2218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188" y="1775"/>
                </a:lnTo>
                <a:lnTo>
                  <a:pt x="6506" y="1775"/>
                </a:lnTo>
                <a:lnTo>
                  <a:pt x="6823" y="1775"/>
                </a:lnTo>
                <a:lnTo>
                  <a:pt x="7299" y="1775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508"/>
                </a:lnTo>
                <a:lnTo>
                  <a:pt x="7616" y="1331"/>
                </a:lnTo>
                <a:lnTo>
                  <a:pt x="8093" y="1331"/>
                </a:lnTo>
                <a:lnTo>
                  <a:pt x="8410" y="1331"/>
                </a:lnTo>
                <a:lnTo>
                  <a:pt x="8727" y="1153"/>
                </a:lnTo>
                <a:lnTo>
                  <a:pt x="9203" y="1153"/>
                </a:lnTo>
                <a:lnTo>
                  <a:pt x="9521" y="1153"/>
                </a:lnTo>
                <a:lnTo>
                  <a:pt x="9997" y="1153"/>
                </a:lnTo>
                <a:lnTo>
                  <a:pt x="10314" y="1153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425" y="710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262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109736" y="2832140"/>
            <a:ext cx="13805" cy="2928"/>
          </a:xfrm>
          <a:custGeom>
            <a:avLst/>
            <a:gdLst/>
            <a:ahLst/>
            <a:cxnLst/>
            <a:rect l="l" t="t" r="r" b="b"/>
            <a:pathLst>
              <a:path w="13805" h="2928">
                <a:moveTo>
                  <a:pt x="0" y="2928"/>
                </a:moveTo>
                <a:lnTo>
                  <a:pt x="476" y="2928"/>
                </a:lnTo>
                <a:lnTo>
                  <a:pt x="793" y="2928"/>
                </a:lnTo>
                <a:lnTo>
                  <a:pt x="1269" y="2928"/>
                </a:lnTo>
                <a:lnTo>
                  <a:pt x="1586" y="2928"/>
                </a:lnTo>
                <a:lnTo>
                  <a:pt x="1586" y="2751"/>
                </a:lnTo>
                <a:lnTo>
                  <a:pt x="2062" y="2751"/>
                </a:lnTo>
                <a:lnTo>
                  <a:pt x="2380" y="2751"/>
                </a:lnTo>
                <a:lnTo>
                  <a:pt x="2380" y="2751"/>
                </a:lnTo>
                <a:lnTo>
                  <a:pt x="2380" y="2573"/>
                </a:lnTo>
                <a:lnTo>
                  <a:pt x="2697" y="2573"/>
                </a:lnTo>
                <a:lnTo>
                  <a:pt x="3173" y="2573"/>
                </a:lnTo>
                <a:lnTo>
                  <a:pt x="3173" y="2307"/>
                </a:lnTo>
                <a:lnTo>
                  <a:pt x="3491" y="2307"/>
                </a:lnTo>
                <a:lnTo>
                  <a:pt x="3967" y="2307"/>
                </a:lnTo>
                <a:lnTo>
                  <a:pt x="4284" y="2307"/>
                </a:lnTo>
                <a:lnTo>
                  <a:pt x="4284" y="2130"/>
                </a:lnTo>
                <a:lnTo>
                  <a:pt x="4601" y="2130"/>
                </a:lnTo>
                <a:lnTo>
                  <a:pt x="4601" y="1863"/>
                </a:lnTo>
                <a:lnTo>
                  <a:pt x="5077" y="1863"/>
                </a:lnTo>
                <a:lnTo>
                  <a:pt x="5395" y="1863"/>
                </a:lnTo>
                <a:lnTo>
                  <a:pt x="5871" y="1686"/>
                </a:lnTo>
                <a:lnTo>
                  <a:pt x="6188" y="1686"/>
                </a:lnTo>
                <a:lnTo>
                  <a:pt x="6664" y="1686"/>
                </a:lnTo>
                <a:lnTo>
                  <a:pt x="6982" y="1686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508"/>
                </a:lnTo>
                <a:lnTo>
                  <a:pt x="8093" y="1242"/>
                </a:lnTo>
                <a:lnTo>
                  <a:pt x="8569" y="1242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798"/>
                </a:lnTo>
                <a:lnTo>
                  <a:pt x="9997" y="798"/>
                </a:lnTo>
                <a:lnTo>
                  <a:pt x="10473" y="798"/>
                </a:lnTo>
                <a:lnTo>
                  <a:pt x="10473" y="798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355"/>
                </a:lnTo>
                <a:lnTo>
                  <a:pt x="12377" y="355"/>
                </a:lnTo>
                <a:lnTo>
                  <a:pt x="12694" y="355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3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123541" y="2828856"/>
            <a:ext cx="13488" cy="3283"/>
          </a:xfrm>
          <a:custGeom>
            <a:avLst/>
            <a:gdLst/>
            <a:ahLst/>
            <a:cxnLst/>
            <a:rect l="l" t="t" r="r" b="b"/>
            <a:pathLst>
              <a:path w="13488" h="3283">
                <a:moveTo>
                  <a:pt x="0" y="3283"/>
                </a:moveTo>
                <a:lnTo>
                  <a:pt x="476" y="3283"/>
                </a:lnTo>
                <a:lnTo>
                  <a:pt x="476" y="3017"/>
                </a:lnTo>
                <a:lnTo>
                  <a:pt x="793" y="3017"/>
                </a:lnTo>
                <a:lnTo>
                  <a:pt x="793" y="2840"/>
                </a:lnTo>
                <a:lnTo>
                  <a:pt x="1269" y="2840"/>
                </a:lnTo>
                <a:lnTo>
                  <a:pt x="1586" y="2840"/>
                </a:lnTo>
                <a:lnTo>
                  <a:pt x="1904" y="2840"/>
                </a:lnTo>
                <a:lnTo>
                  <a:pt x="1904" y="2840"/>
                </a:lnTo>
                <a:lnTo>
                  <a:pt x="1904" y="2573"/>
                </a:lnTo>
                <a:lnTo>
                  <a:pt x="2380" y="2573"/>
                </a:lnTo>
                <a:lnTo>
                  <a:pt x="2697" y="2573"/>
                </a:lnTo>
                <a:lnTo>
                  <a:pt x="3173" y="2573"/>
                </a:lnTo>
                <a:lnTo>
                  <a:pt x="3491" y="2396"/>
                </a:lnTo>
                <a:lnTo>
                  <a:pt x="3967" y="2396"/>
                </a:lnTo>
                <a:lnTo>
                  <a:pt x="4284" y="2396"/>
                </a:lnTo>
                <a:lnTo>
                  <a:pt x="4284" y="2218"/>
                </a:lnTo>
                <a:lnTo>
                  <a:pt x="4601" y="2218"/>
                </a:lnTo>
                <a:lnTo>
                  <a:pt x="5077" y="2218"/>
                </a:lnTo>
                <a:lnTo>
                  <a:pt x="5077" y="1952"/>
                </a:lnTo>
                <a:lnTo>
                  <a:pt x="5395" y="1952"/>
                </a:lnTo>
                <a:lnTo>
                  <a:pt x="5871" y="1952"/>
                </a:lnTo>
                <a:lnTo>
                  <a:pt x="5871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569" y="1331"/>
                </a:lnTo>
                <a:lnTo>
                  <a:pt x="8886" y="1331"/>
                </a:lnTo>
                <a:lnTo>
                  <a:pt x="8886" y="1153"/>
                </a:lnTo>
                <a:lnTo>
                  <a:pt x="9203" y="1153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887"/>
                </a:lnTo>
                <a:lnTo>
                  <a:pt x="10473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26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137030" y="2825661"/>
            <a:ext cx="13329" cy="3195"/>
          </a:xfrm>
          <a:custGeom>
            <a:avLst/>
            <a:gdLst/>
            <a:ahLst/>
            <a:cxnLst/>
            <a:rect l="l" t="t" r="r" b="b"/>
            <a:pathLst>
              <a:path w="13329" h="3195">
                <a:moveTo>
                  <a:pt x="0" y="3195"/>
                </a:moveTo>
                <a:lnTo>
                  <a:pt x="317" y="3195"/>
                </a:lnTo>
                <a:lnTo>
                  <a:pt x="317" y="3195"/>
                </a:lnTo>
                <a:lnTo>
                  <a:pt x="793" y="3017"/>
                </a:lnTo>
                <a:lnTo>
                  <a:pt x="1110" y="3017"/>
                </a:lnTo>
                <a:lnTo>
                  <a:pt x="1586" y="3017"/>
                </a:lnTo>
                <a:lnTo>
                  <a:pt x="1586" y="2840"/>
                </a:lnTo>
                <a:lnTo>
                  <a:pt x="1904" y="2840"/>
                </a:lnTo>
                <a:lnTo>
                  <a:pt x="1904" y="2573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396"/>
                </a:lnTo>
                <a:lnTo>
                  <a:pt x="3491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125" y="2130"/>
                </a:lnTo>
                <a:lnTo>
                  <a:pt x="4601" y="2130"/>
                </a:lnTo>
                <a:lnTo>
                  <a:pt x="4919" y="2130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331"/>
                </a:lnTo>
                <a:lnTo>
                  <a:pt x="8093" y="1331"/>
                </a:lnTo>
                <a:lnTo>
                  <a:pt x="8410" y="1331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5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150360" y="2822288"/>
            <a:ext cx="13805" cy="3372"/>
          </a:xfrm>
          <a:custGeom>
            <a:avLst/>
            <a:gdLst/>
            <a:ahLst/>
            <a:cxnLst/>
            <a:rect l="l" t="t" r="r" b="b"/>
            <a:pathLst>
              <a:path w="13805" h="3372">
                <a:moveTo>
                  <a:pt x="0" y="3372"/>
                </a:moveTo>
                <a:lnTo>
                  <a:pt x="476" y="3372"/>
                </a:lnTo>
                <a:lnTo>
                  <a:pt x="793" y="3372"/>
                </a:lnTo>
                <a:lnTo>
                  <a:pt x="793" y="3195"/>
                </a:lnTo>
                <a:lnTo>
                  <a:pt x="1269" y="3195"/>
                </a:lnTo>
                <a:lnTo>
                  <a:pt x="1269" y="2928"/>
                </a:lnTo>
                <a:lnTo>
                  <a:pt x="1586" y="2928"/>
                </a:lnTo>
                <a:lnTo>
                  <a:pt x="2062" y="2928"/>
                </a:lnTo>
                <a:lnTo>
                  <a:pt x="2380" y="2751"/>
                </a:lnTo>
                <a:lnTo>
                  <a:pt x="2697" y="2751"/>
                </a:lnTo>
                <a:lnTo>
                  <a:pt x="3173" y="2751"/>
                </a:lnTo>
                <a:lnTo>
                  <a:pt x="3173" y="2573"/>
                </a:lnTo>
                <a:lnTo>
                  <a:pt x="3491" y="2573"/>
                </a:lnTo>
                <a:lnTo>
                  <a:pt x="3491" y="2307"/>
                </a:lnTo>
                <a:lnTo>
                  <a:pt x="3967" y="2307"/>
                </a:lnTo>
                <a:lnTo>
                  <a:pt x="4284" y="2307"/>
                </a:lnTo>
                <a:lnTo>
                  <a:pt x="4284" y="2130"/>
                </a:lnTo>
                <a:lnTo>
                  <a:pt x="4601" y="2130"/>
                </a:lnTo>
                <a:lnTo>
                  <a:pt x="5077" y="2130"/>
                </a:lnTo>
                <a:lnTo>
                  <a:pt x="5395" y="2130"/>
                </a:lnTo>
                <a:lnTo>
                  <a:pt x="5871" y="1863"/>
                </a:lnTo>
                <a:lnTo>
                  <a:pt x="6188" y="1863"/>
                </a:lnTo>
                <a:lnTo>
                  <a:pt x="6506" y="1863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420"/>
                </a:lnTo>
                <a:lnTo>
                  <a:pt x="7775" y="1420"/>
                </a:lnTo>
                <a:lnTo>
                  <a:pt x="7775" y="1242"/>
                </a:lnTo>
                <a:lnTo>
                  <a:pt x="8093" y="1242"/>
                </a:lnTo>
                <a:lnTo>
                  <a:pt x="8569" y="1242"/>
                </a:lnTo>
                <a:lnTo>
                  <a:pt x="8886" y="1242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1065"/>
                </a:lnTo>
                <a:lnTo>
                  <a:pt x="9997" y="798"/>
                </a:lnTo>
                <a:lnTo>
                  <a:pt x="10473" y="798"/>
                </a:lnTo>
                <a:lnTo>
                  <a:pt x="10790" y="798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584" y="355"/>
                </a:lnTo>
                <a:lnTo>
                  <a:pt x="11901" y="355"/>
                </a:lnTo>
                <a:lnTo>
                  <a:pt x="12377" y="355"/>
                </a:lnTo>
                <a:lnTo>
                  <a:pt x="12377" y="177"/>
                </a:lnTo>
                <a:lnTo>
                  <a:pt x="12694" y="177"/>
                </a:lnTo>
                <a:lnTo>
                  <a:pt x="13170" y="177"/>
                </a:lnTo>
                <a:lnTo>
                  <a:pt x="13170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6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164165" y="2818561"/>
            <a:ext cx="13488" cy="3727"/>
          </a:xfrm>
          <a:custGeom>
            <a:avLst/>
            <a:gdLst/>
            <a:ahLst/>
            <a:cxnLst/>
            <a:rect l="l" t="t" r="r" b="b"/>
            <a:pathLst>
              <a:path w="13488" h="3727">
                <a:moveTo>
                  <a:pt x="0" y="3727"/>
                </a:moveTo>
                <a:lnTo>
                  <a:pt x="0" y="3461"/>
                </a:lnTo>
                <a:lnTo>
                  <a:pt x="476" y="3461"/>
                </a:lnTo>
                <a:lnTo>
                  <a:pt x="793" y="3461"/>
                </a:lnTo>
                <a:lnTo>
                  <a:pt x="1269" y="3461"/>
                </a:lnTo>
                <a:lnTo>
                  <a:pt x="1586" y="3461"/>
                </a:lnTo>
                <a:lnTo>
                  <a:pt x="1586" y="3283"/>
                </a:lnTo>
                <a:lnTo>
                  <a:pt x="1904" y="3283"/>
                </a:lnTo>
                <a:lnTo>
                  <a:pt x="1904" y="3283"/>
                </a:lnTo>
                <a:lnTo>
                  <a:pt x="1904" y="3017"/>
                </a:lnTo>
                <a:lnTo>
                  <a:pt x="2380" y="3017"/>
                </a:lnTo>
                <a:lnTo>
                  <a:pt x="2697" y="3017"/>
                </a:lnTo>
                <a:lnTo>
                  <a:pt x="2697" y="2840"/>
                </a:lnTo>
                <a:lnTo>
                  <a:pt x="3173" y="2840"/>
                </a:lnTo>
                <a:lnTo>
                  <a:pt x="3491" y="2840"/>
                </a:lnTo>
                <a:lnTo>
                  <a:pt x="3491" y="2573"/>
                </a:lnTo>
                <a:lnTo>
                  <a:pt x="3967" y="2573"/>
                </a:lnTo>
                <a:lnTo>
                  <a:pt x="4284" y="2573"/>
                </a:lnTo>
                <a:lnTo>
                  <a:pt x="4284" y="2573"/>
                </a:lnTo>
                <a:lnTo>
                  <a:pt x="4284" y="2396"/>
                </a:lnTo>
                <a:lnTo>
                  <a:pt x="4601" y="2396"/>
                </a:lnTo>
                <a:lnTo>
                  <a:pt x="5077" y="2396"/>
                </a:lnTo>
                <a:lnTo>
                  <a:pt x="5395" y="2396"/>
                </a:lnTo>
                <a:lnTo>
                  <a:pt x="5871" y="2396"/>
                </a:lnTo>
                <a:lnTo>
                  <a:pt x="5871" y="2218"/>
                </a:lnTo>
                <a:lnTo>
                  <a:pt x="6188" y="2218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775"/>
                </a:lnTo>
                <a:lnTo>
                  <a:pt x="7299" y="1775"/>
                </a:lnTo>
                <a:lnTo>
                  <a:pt x="7775" y="1775"/>
                </a:lnTo>
                <a:lnTo>
                  <a:pt x="7775" y="1775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153"/>
                </a:lnTo>
                <a:lnTo>
                  <a:pt x="9679" y="1153"/>
                </a:lnTo>
                <a:lnTo>
                  <a:pt x="9997" y="1153"/>
                </a:lnTo>
                <a:lnTo>
                  <a:pt x="10473" y="1153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584" y="710"/>
                </a:lnTo>
                <a:lnTo>
                  <a:pt x="11901" y="710"/>
                </a:lnTo>
                <a:lnTo>
                  <a:pt x="12377" y="710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28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177654" y="2815188"/>
            <a:ext cx="13805" cy="3372"/>
          </a:xfrm>
          <a:custGeom>
            <a:avLst/>
            <a:gdLst/>
            <a:ahLst/>
            <a:cxnLst/>
            <a:rect l="l" t="t" r="r" b="b"/>
            <a:pathLst>
              <a:path w="13805" h="3372">
                <a:moveTo>
                  <a:pt x="0" y="3372"/>
                </a:moveTo>
                <a:lnTo>
                  <a:pt x="317" y="3372"/>
                </a:lnTo>
                <a:lnTo>
                  <a:pt x="793" y="3372"/>
                </a:lnTo>
                <a:lnTo>
                  <a:pt x="1110" y="3372"/>
                </a:lnTo>
                <a:lnTo>
                  <a:pt x="1110" y="3195"/>
                </a:lnTo>
                <a:lnTo>
                  <a:pt x="1586" y="3195"/>
                </a:lnTo>
                <a:lnTo>
                  <a:pt x="1904" y="3195"/>
                </a:lnTo>
                <a:lnTo>
                  <a:pt x="1904" y="3195"/>
                </a:lnTo>
                <a:lnTo>
                  <a:pt x="2221" y="3017"/>
                </a:lnTo>
                <a:lnTo>
                  <a:pt x="2697" y="3017"/>
                </a:lnTo>
                <a:lnTo>
                  <a:pt x="3015" y="2751"/>
                </a:lnTo>
                <a:lnTo>
                  <a:pt x="3491" y="2751"/>
                </a:lnTo>
                <a:lnTo>
                  <a:pt x="3491" y="2573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07"/>
                </a:lnTo>
                <a:lnTo>
                  <a:pt x="4601" y="2307"/>
                </a:lnTo>
                <a:lnTo>
                  <a:pt x="4919" y="2307"/>
                </a:lnTo>
                <a:lnTo>
                  <a:pt x="4919" y="2130"/>
                </a:lnTo>
                <a:lnTo>
                  <a:pt x="5395" y="2130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6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191459" y="2811549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3638"/>
                </a:moveTo>
                <a:lnTo>
                  <a:pt x="0" y="3372"/>
                </a:lnTo>
                <a:lnTo>
                  <a:pt x="317" y="3372"/>
                </a:lnTo>
                <a:lnTo>
                  <a:pt x="793" y="3372"/>
                </a:lnTo>
                <a:lnTo>
                  <a:pt x="1110" y="3372"/>
                </a:lnTo>
                <a:lnTo>
                  <a:pt x="1428" y="3372"/>
                </a:lnTo>
                <a:lnTo>
                  <a:pt x="1428" y="3195"/>
                </a:lnTo>
                <a:lnTo>
                  <a:pt x="1904" y="3195"/>
                </a:lnTo>
                <a:lnTo>
                  <a:pt x="1904" y="3017"/>
                </a:lnTo>
                <a:lnTo>
                  <a:pt x="2221" y="3017"/>
                </a:lnTo>
                <a:lnTo>
                  <a:pt x="2697" y="3017"/>
                </a:lnTo>
                <a:lnTo>
                  <a:pt x="2697" y="3017"/>
                </a:lnTo>
                <a:lnTo>
                  <a:pt x="3015" y="2751"/>
                </a:lnTo>
                <a:lnTo>
                  <a:pt x="3491" y="2751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07"/>
                </a:lnTo>
                <a:lnTo>
                  <a:pt x="4601" y="2307"/>
                </a:lnTo>
                <a:lnTo>
                  <a:pt x="4919" y="2307"/>
                </a:lnTo>
                <a:lnTo>
                  <a:pt x="5395" y="2307"/>
                </a:lnTo>
                <a:lnTo>
                  <a:pt x="5712" y="2307"/>
                </a:lnTo>
                <a:lnTo>
                  <a:pt x="5712" y="2130"/>
                </a:lnTo>
                <a:lnTo>
                  <a:pt x="6030" y="2130"/>
                </a:lnTo>
                <a:lnTo>
                  <a:pt x="6030" y="1863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204789" y="2807910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476" y="3638"/>
                </a:lnTo>
                <a:lnTo>
                  <a:pt x="793" y="3638"/>
                </a:lnTo>
                <a:lnTo>
                  <a:pt x="1269" y="3638"/>
                </a:lnTo>
                <a:lnTo>
                  <a:pt x="1269" y="3372"/>
                </a:lnTo>
                <a:lnTo>
                  <a:pt x="1586" y="3372"/>
                </a:lnTo>
                <a:lnTo>
                  <a:pt x="1586" y="3195"/>
                </a:lnTo>
                <a:lnTo>
                  <a:pt x="1904" y="3195"/>
                </a:lnTo>
                <a:lnTo>
                  <a:pt x="2380" y="3195"/>
                </a:lnTo>
                <a:lnTo>
                  <a:pt x="2380" y="2928"/>
                </a:lnTo>
                <a:lnTo>
                  <a:pt x="2697" y="2928"/>
                </a:lnTo>
                <a:lnTo>
                  <a:pt x="3173" y="2928"/>
                </a:lnTo>
                <a:lnTo>
                  <a:pt x="3173" y="2928"/>
                </a:lnTo>
                <a:lnTo>
                  <a:pt x="3173" y="2751"/>
                </a:lnTo>
                <a:lnTo>
                  <a:pt x="3491" y="2751"/>
                </a:lnTo>
                <a:lnTo>
                  <a:pt x="3808" y="2573"/>
                </a:lnTo>
                <a:lnTo>
                  <a:pt x="4284" y="2573"/>
                </a:lnTo>
                <a:lnTo>
                  <a:pt x="4284" y="2307"/>
                </a:lnTo>
                <a:lnTo>
                  <a:pt x="4601" y="2307"/>
                </a:lnTo>
                <a:lnTo>
                  <a:pt x="5077" y="2307"/>
                </a:lnTo>
                <a:lnTo>
                  <a:pt x="5395" y="2307"/>
                </a:lnTo>
                <a:lnTo>
                  <a:pt x="5395" y="2307"/>
                </a:lnTo>
                <a:lnTo>
                  <a:pt x="5871" y="2130"/>
                </a:lnTo>
                <a:lnTo>
                  <a:pt x="6188" y="2130"/>
                </a:lnTo>
                <a:lnTo>
                  <a:pt x="6506" y="1863"/>
                </a:lnTo>
                <a:lnTo>
                  <a:pt x="6982" y="1863"/>
                </a:lnTo>
                <a:lnTo>
                  <a:pt x="7299" y="1863"/>
                </a:lnTo>
                <a:lnTo>
                  <a:pt x="7299" y="1686"/>
                </a:lnTo>
                <a:lnTo>
                  <a:pt x="7775" y="1686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679" y="1242"/>
                </a:lnTo>
                <a:lnTo>
                  <a:pt x="9679" y="1065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798"/>
                </a:lnTo>
                <a:lnTo>
                  <a:pt x="10790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584" y="621"/>
                </a:lnTo>
                <a:lnTo>
                  <a:pt x="11584" y="355"/>
                </a:lnTo>
                <a:lnTo>
                  <a:pt x="11901" y="355"/>
                </a:lnTo>
                <a:lnTo>
                  <a:pt x="12377" y="355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218595" y="2804271"/>
            <a:ext cx="13012" cy="3638"/>
          </a:xfrm>
          <a:custGeom>
            <a:avLst/>
            <a:gdLst/>
            <a:ahLst/>
            <a:cxnLst/>
            <a:rect l="l" t="t" r="r" b="b"/>
            <a:pathLst>
              <a:path w="13012" h="3638">
                <a:moveTo>
                  <a:pt x="0" y="3638"/>
                </a:moveTo>
                <a:lnTo>
                  <a:pt x="476" y="3638"/>
                </a:lnTo>
                <a:lnTo>
                  <a:pt x="476" y="3372"/>
                </a:lnTo>
                <a:lnTo>
                  <a:pt x="793" y="3372"/>
                </a:lnTo>
                <a:lnTo>
                  <a:pt x="1110" y="3372"/>
                </a:lnTo>
                <a:lnTo>
                  <a:pt x="1110" y="3195"/>
                </a:lnTo>
                <a:lnTo>
                  <a:pt x="1586" y="3195"/>
                </a:lnTo>
                <a:lnTo>
                  <a:pt x="1904" y="3195"/>
                </a:lnTo>
                <a:lnTo>
                  <a:pt x="1904" y="3195"/>
                </a:lnTo>
                <a:lnTo>
                  <a:pt x="1904" y="2928"/>
                </a:lnTo>
                <a:lnTo>
                  <a:pt x="2380" y="2928"/>
                </a:lnTo>
                <a:lnTo>
                  <a:pt x="2380" y="2751"/>
                </a:lnTo>
                <a:lnTo>
                  <a:pt x="2697" y="2751"/>
                </a:lnTo>
                <a:lnTo>
                  <a:pt x="3173" y="2751"/>
                </a:lnTo>
                <a:lnTo>
                  <a:pt x="3173" y="2751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307"/>
                </a:lnTo>
                <a:lnTo>
                  <a:pt x="5077" y="2307"/>
                </a:lnTo>
                <a:lnTo>
                  <a:pt x="5395" y="2130"/>
                </a:lnTo>
                <a:lnTo>
                  <a:pt x="5712" y="2130"/>
                </a:lnTo>
                <a:lnTo>
                  <a:pt x="6188" y="2130"/>
                </a:lnTo>
                <a:lnTo>
                  <a:pt x="6188" y="1863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508"/>
                </a:lnTo>
                <a:lnTo>
                  <a:pt x="8093" y="1242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798"/>
                </a:lnTo>
                <a:lnTo>
                  <a:pt x="10314" y="798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355"/>
                </a:lnTo>
                <a:lnTo>
                  <a:pt x="11584" y="355"/>
                </a:lnTo>
                <a:lnTo>
                  <a:pt x="11901" y="355"/>
                </a:lnTo>
                <a:lnTo>
                  <a:pt x="11901" y="177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</a:path>
            </a:pathLst>
          </a:custGeom>
          <a:ln w="228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231607" y="2800366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3905"/>
                </a:moveTo>
                <a:lnTo>
                  <a:pt x="476" y="3905"/>
                </a:lnTo>
                <a:lnTo>
                  <a:pt x="793" y="3905"/>
                </a:lnTo>
                <a:lnTo>
                  <a:pt x="793" y="3638"/>
                </a:lnTo>
                <a:lnTo>
                  <a:pt x="1269" y="3638"/>
                </a:lnTo>
                <a:lnTo>
                  <a:pt x="1586" y="3638"/>
                </a:lnTo>
                <a:lnTo>
                  <a:pt x="1586" y="3461"/>
                </a:lnTo>
                <a:lnTo>
                  <a:pt x="1904" y="3461"/>
                </a:lnTo>
                <a:lnTo>
                  <a:pt x="1904" y="3195"/>
                </a:lnTo>
                <a:lnTo>
                  <a:pt x="2380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173" y="3017"/>
                </a:lnTo>
                <a:lnTo>
                  <a:pt x="3491" y="3017"/>
                </a:lnTo>
                <a:lnTo>
                  <a:pt x="3491" y="2840"/>
                </a:lnTo>
                <a:lnTo>
                  <a:pt x="3808" y="2840"/>
                </a:lnTo>
                <a:lnTo>
                  <a:pt x="4284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871" y="2396"/>
                </a:lnTo>
                <a:lnTo>
                  <a:pt x="5871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488" y="266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245413" y="2796549"/>
            <a:ext cx="13488" cy="3816"/>
          </a:xfrm>
          <a:custGeom>
            <a:avLst/>
            <a:gdLst/>
            <a:ahLst/>
            <a:cxnLst/>
            <a:rect l="l" t="t" r="r" b="b"/>
            <a:pathLst>
              <a:path w="13488" h="3816">
                <a:moveTo>
                  <a:pt x="0" y="3816"/>
                </a:moveTo>
                <a:lnTo>
                  <a:pt x="476" y="3816"/>
                </a:lnTo>
                <a:lnTo>
                  <a:pt x="476" y="3638"/>
                </a:lnTo>
                <a:lnTo>
                  <a:pt x="793" y="3638"/>
                </a:lnTo>
                <a:lnTo>
                  <a:pt x="1269" y="3372"/>
                </a:lnTo>
                <a:lnTo>
                  <a:pt x="1586" y="3372"/>
                </a:lnTo>
                <a:lnTo>
                  <a:pt x="1904" y="3372"/>
                </a:lnTo>
                <a:lnTo>
                  <a:pt x="1904" y="3195"/>
                </a:lnTo>
                <a:lnTo>
                  <a:pt x="2380" y="3195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2928"/>
                </a:lnTo>
                <a:lnTo>
                  <a:pt x="3491" y="2928"/>
                </a:lnTo>
                <a:lnTo>
                  <a:pt x="3491" y="2928"/>
                </a:lnTo>
                <a:lnTo>
                  <a:pt x="3808" y="2751"/>
                </a:lnTo>
                <a:lnTo>
                  <a:pt x="4284" y="2751"/>
                </a:lnTo>
                <a:lnTo>
                  <a:pt x="4284" y="2573"/>
                </a:lnTo>
                <a:lnTo>
                  <a:pt x="4601" y="2573"/>
                </a:lnTo>
                <a:lnTo>
                  <a:pt x="5077" y="2307"/>
                </a:lnTo>
                <a:lnTo>
                  <a:pt x="5395" y="2307"/>
                </a:lnTo>
                <a:lnTo>
                  <a:pt x="5712" y="2130"/>
                </a:lnTo>
                <a:lnTo>
                  <a:pt x="6188" y="2130"/>
                </a:lnTo>
                <a:lnTo>
                  <a:pt x="6188" y="1863"/>
                </a:lnTo>
                <a:lnTo>
                  <a:pt x="6506" y="1863"/>
                </a:lnTo>
                <a:lnTo>
                  <a:pt x="6982" y="1863"/>
                </a:lnTo>
                <a:lnTo>
                  <a:pt x="7299" y="1863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798"/>
                </a:lnTo>
                <a:lnTo>
                  <a:pt x="10314" y="798"/>
                </a:lnTo>
                <a:lnTo>
                  <a:pt x="10790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355"/>
                </a:lnTo>
                <a:lnTo>
                  <a:pt x="12377" y="355"/>
                </a:lnTo>
                <a:lnTo>
                  <a:pt x="12694" y="355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258901" y="2792644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3905"/>
                </a:moveTo>
                <a:lnTo>
                  <a:pt x="317" y="3905"/>
                </a:lnTo>
                <a:lnTo>
                  <a:pt x="317" y="3638"/>
                </a:lnTo>
                <a:lnTo>
                  <a:pt x="793" y="3638"/>
                </a:lnTo>
                <a:lnTo>
                  <a:pt x="1110" y="3638"/>
                </a:lnTo>
                <a:lnTo>
                  <a:pt x="1110" y="3461"/>
                </a:lnTo>
                <a:lnTo>
                  <a:pt x="1428" y="3461"/>
                </a:lnTo>
                <a:lnTo>
                  <a:pt x="1904" y="3461"/>
                </a:lnTo>
                <a:lnTo>
                  <a:pt x="2221" y="3461"/>
                </a:lnTo>
                <a:lnTo>
                  <a:pt x="2221" y="3195"/>
                </a:lnTo>
                <a:lnTo>
                  <a:pt x="2697" y="3195"/>
                </a:lnTo>
                <a:lnTo>
                  <a:pt x="3015" y="3195"/>
                </a:lnTo>
                <a:lnTo>
                  <a:pt x="3015" y="3017"/>
                </a:lnTo>
                <a:lnTo>
                  <a:pt x="3491" y="3017"/>
                </a:lnTo>
                <a:lnTo>
                  <a:pt x="3491" y="2840"/>
                </a:lnTo>
                <a:lnTo>
                  <a:pt x="3808" y="2840"/>
                </a:lnTo>
                <a:lnTo>
                  <a:pt x="4125" y="2840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686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272707" y="2788561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317" y="3905"/>
                </a:lnTo>
                <a:lnTo>
                  <a:pt x="793" y="3905"/>
                </a:lnTo>
                <a:lnTo>
                  <a:pt x="793" y="3905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461"/>
                </a:lnTo>
                <a:lnTo>
                  <a:pt x="2221" y="3461"/>
                </a:lnTo>
                <a:lnTo>
                  <a:pt x="2221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332" y="3017"/>
                </a:lnTo>
                <a:lnTo>
                  <a:pt x="3332" y="2840"/>
                </a:lnTo>
                <a:lnTo>
                  <a:pt x="3808" y="2840"/>
                </a:lnTo>
                <a:lnTo>
                  <a:pt x="4125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030" y="2396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7934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286036" y="2784479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4082"/>
                </a:moveTo>
                <a:lnTo>
                  <a:pt x="476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110" y="3905"/>
                </a:lnTo>
                <a:lnTo>
                  <a:pt x="1110" y="3905"/>
                </a:lnTo>
                <a:lnTo>
                  <a:pt x="1110" y="3638"/>
                </a:lnTo>
                <a:lnTo>
                  <a:pt x="1586" y="3638"/>
                </a:lnTo>
                <a:lnTo>
                  <a:pt x="1904" y="3461"/>
                </a:lnTo>
                <a:lnTo>
                  <a:pt x="2380" y="3461"/>
                </a:lnTo>
                <a:lnTo>
                  <a:pt x="2697" y="3461"/>
                </a:lnTo>
                <a:lnTo>
                  <a:pt x="3173" y="3461"/>
                </a:lnTo>
                <a:lnTo>
                  <a:pt x="3173" y="3283"/>
                </a:lnTo>
                <a:lnTo>
                  <a:pt x="3491" y="3283"/>
                </a:lnTo>
                <a:lnTo>
                  <a:pt x="3491" y="3017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840"/>
                </a:lnTo>
                <a:lnTo>
                  <a:pt x="4601" y="2840"/>
                </a:lnTo>
                <a:lnTo>
                  <a:pt x="5077" y="2840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1952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887"/>
                </a:lnTo>
                <a:lnTo>
                  <a:pt x="11584" y="887"/>
                </a:lnTo>
                <a:lnTo>
                  <a:pt x="11901" y="887"/>
                </a:lnTo>
                <a:lnTo>
                  <a:pt x="11901" y="710"/>
                </a:lnTo>
                <a:lnTo>
                  <a:pt x="11901" y="710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299842" y="2780662"/>
            <a:ext cx="13488" cy="3816"/>
          </a:xfrm>
          <a:custGeom>
            <a:avLst/>
            <a:gdLst/>
            <a:ahLst/>
            <a:cxnLst/>
            <a:rect l="l" t="t" r="r" b="b"/>
            <a:pathLst>
              <a:path w="13488" h="3816">
                <a:moveTo>
                  <a:pt x="0" y="3816"/>
                </a:moveTo>
                <a:lnTo>
                  <a:pt x="0" y="3638"/>
                </a:lnTo>
                <a:lnTo>
                  <a:pt x="0" y="3638"/>
                </a:lnTo>
                <a:lnTo>
                  <a:pt x="476" y="3638"/>
                </a:lnTo>
                <a:lnTo>
                  <a:pt x="793" y="3638"/>
                </a:lnTo>
                <a:lnTo>
                  <a:pt x="1110" y="3638"/>
                </a:lnTo>
                <a:lnTo>
                  <a:pt x="1586" y="3638"/>
                </a:lnTo>
                <a:lnTo>
                  <a:pt x="1586" y="3461"/>
                </a:lnTo>
                <a:lnTo>
                  <a:pt x="1904" y="3461"/>
                </a:lnTo>
                <a:lnTo>
                  <a:pt x="2380" y="3461"/>
                </a:lnTo>
                <a:lnTo>
                  <a:pt x="2380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491" y="3017"/>
                </a:lnTo>
                <a:lnTo>
                  <a:pt x="3491" y="2751"/>
                </a:lnTo>
                <a:lnTo>
                  <a:pt x="3808" y="2751"/>
                </a:lnTo>
                <a:lnTo>
                  <a:pt x="4284" y="2573"/>
                </a:lnTo>
                <a:lnTo>
                  <a:pt x="4284" y="2307"/>
                </a:lnTo>
                <a:lnTo>
                  <a:pt x="4601" y="2307"/>
                </a:lnTo>
                <a:lnTo>
                  <a:pt x="5077" y="2307"/>
                </a:lnTo>
                <a:lnTo>
                  <a:pt x="5395" y="2307"/>
                </a:lnTo>
                <a:lnTo>
                  <a:pt x="5712" y="2307"/>
                </a:lnTo>
                <a:lnTo>
                  <a:pt x="5712" y="2307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508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313331" y="2776402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0" y="3994"/>
                </a:lnTo>
                <a:lnTo>
                  <a:pt x="317" y="3994"/>
                </a:lnTo>
                <a:lnTo>
                  <a:pt x="793" y="3994"/>
                </a:lnTo>
                <a:lnTo>
                  <a:pt x="793" y="3816"/>
                </a:lnTo>
                <a:lnTo>
                  <a:pt x="1110" y="3816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697" y="3372"/>
                </a:lnTo>
                <a:lnTo>
                  <a:pt x="2697" y="3195"/>
                </a:lnTo>
                <a:lnTo>
                  <a:pt x="3015" y="3195"/>
                </a:lnTo>
                <a:lnTo>
                  <a:pt x="3332" y="3195"/>
                </a:lnTo>
                <a:lnTo>
                  <a:pt x="3332" y="2928"/>
                </a:lnTo>
                <a:lnTo>
                  <a:pt x="3808" y="2928"/>
                </a:lnTo>
                <a:lnTo>
                  <a:pt x="4125" y="2928"/>
                </a:lnTo>
                <a:lnTo>
                  <a:pt x="4125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236" y="2573"/>
                </a:lnTo>
                <a:lnTo>
                  <a:pt x="5236" y="2307"/>
                </a:lnTo>
                <a:lnTo>
                  <a:pt x="5712" y="2307"/>
                </a:lnTo>
                <a:lnTo>
                  <a:pt x="6030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863"/>
                </a:lnTo>
                <a:lnTo>
                  <a:pt x="7299" y="1863"/>
                </a:lnTo>
                <a:lnTo>
                  <a:pt x="7616" y="1863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420"/>
                </a:lnTo>
                <a:lnTo>
                  <a:pt x="8727" y="1420"/>
                </a:lnTo>
                <a:lnTo>
                  <a:pt x="9203" y="1420"/>
                </a:lnTo>
                <a:lnTo>
                  <a:pt x="9203" y="1420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425" y="798"/>
                </a:lnTo>
                <a:lnTo>
                  <a:pt x="11901" y="621"/>
                </a:lnTo>
                <a:lnTo>
                  <a:pt x="11901" y="355"/>
                </a:lnTo>
                <a:lnTo>
                  <a:pt x="12218" y="355"/>
                </a:lnTo>
                <a:lnTo>
                  <a:pt x="12536" y="355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327136" y="2772319"/>
            <a:ext cx="13012" cy="4082"/>
          </a:xfrm>
          <a:custGeom>
            <a:avLst/>
            <a:gdLst/>
            <a:ahLst/>
            <a:cxnLst/>
            <a:rect l="l" t="t" r="r" b="b"/>
            <a:pathLst>
              <a:path w="13012" h="4082">
                <a:moveTo>
                  <a:pt x="0" y="4082"/>
                </a:moveTo>
                <a:lnTo>
                  <a:pt x="0" y="3816"/>
                </a:lnTo>
                <a:lnTo>
                  <a:pt x="317" y="3816"/>
                </a:lnTo>
                <a:lnTo>
                  <a:pt x="634" y="3638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221" y="3195"/>
                </a:lnTo>
                <a:lnTo>
                  <a:pt x="2697" y="3195"/>
                </a:lnTo>
                <a:lnTo>
                  <a:pt x="3015" y="3195"/>
                </a:lnTo>
                <a:lnTo>
                  <a:pt x="3015" y="3195"/>
                </a:lnTo>
                <a:lnTo>
                  <a:pt x="3015" y="2928"/>
                </a:lnTo>
                <a:lnTo>
                  <a:pt x="3332" y="2928"/>
                </a:lnTo>
                <a:lnTo>
                  <a:pt x="3808" y="2928"/>
                </a:lnTo>
                <a:lnTo>
                  <a:pt x="3808" y="2751"/>
                </a:lnTo>
                <a:lnTo>
                  <a:pt x="4125" y="2751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5236" y="2573"/>
                </a:lnTo>
                <a:lnTo>
                  <a:pt x="5236" y="2307"/>
                </a:lnTo>
                <a:lnTo>
                  <a:pt x="5712" y="2307"/>
                </a:lnTo>
                <a:lnTo>
                  <a:pt x="6030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863"/>
                </a:lnTo>
                <a:lnTo>
                  <a:pt x="6823" y="1863"/>
                </a:lnTo>
                <a:lnTo>
                  <a:pt x="7140" y="1863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355"/>
                </a:lnTo>
                <a:lnTo>
                  <a:pt x="11742" y="355"/>
                </a:lnTo>
                <a:lnTo>
                  <a:pt x="11742" y="355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</a:path>
            </a:pathLst>
          </a:custGeom>
          <a:ln w="231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340149" y="2767970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4349"/>
                </a:moveTo>
                <a:lnTo>
                  <a:pt x="317" y="4349"/>
                </a:lnTo>
                <a:lnTo>
                  <a:pt x="793" y="4349"/>
                </a:lnTo>
                <a:lnTo>
                  <a:pt x="793" y="4082"/>
                </a:lnTo>
                <a:lnTo>
                  <a:pt x="1110" y="4082"/>
                </a:lnTo>
                <a:lnTo>
                  <a:pt x="1428" y="4082"/>
                </a:lnTo>
                <a:lnTo>
                  <a:pt x="1428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283"/>
                </a:lnTo>
                <a:lnTo>
                  <a:pt x="3332" y="3283"/>
                </a:lnTo>
                <a:lnTo>
                  <a:pt x="3808" y="3283"/>
                </a:lnTo>
                <a:lnTo>
                  <a:pt x="4125" y="3283"/>
                </a:lnTo>
                <a:lnTo>
                  <a:pt x="4125" y="3017"/>
                </a:lnTo>
                <a:lnTo>
                  <a:pt x="4601" y="3017"/>
                </a:lnTo>
                <a:lnTo>
                  <a:pt x="4919" y="3017"/>
                </a:lnTo>
                <a:lnTo>
                  <a:pt x="4919" y="2840"/>
                </a:lnTo>
                <a:lnTo>
                  <a:pt x="5395" y="2840"/>
                </a:lnTo>
                <a:lnTo>
                  <a:pt x="5712" y="2573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934" y="2130"/>
                </a:lnTo>
                <a:lnTo>
                  <a:pt x="7934" y="1952"/>
                </a:lnTo>
                <a:lnTo>
                  <a:pt x="8410" y="1775"/>
                </a:lnTo>
                <a:lnTo>
                  <a:pt x="8727" y="1775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331"/>
                </a:lnTo>
                <a:lnTo>
                  <a:pt x="9838" y="1331"/>
                </a:lnTo>
                <a:lnTo>
                  <a:pt x="9838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0631" y="887"/>
                </a:lnTo>
                <a:lnTo>
                  <a:pt x="11108" y="887"/>
                </a:lnTo>
                <a:lnTo>
                  <a:pt x="11425" y="887"/>
                </a:lnTo>
                <a:lnTo>
                  <a:pt x="11901" y="887"/>
                </a:lnTo>
                <a:lnTo>
                  <a:pt x="11901" y="710"/>
                </a:lnTo>
                <a:lnTo>
                  <a:pt x="12218" y="710"/>
                </a:lnTo>
                <a:lnTo>
                  <a:pt x="12536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329" y="266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353954" y="2763887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317" y="3905"/>
                </a:lnTo>
                <a:lnTo>
                  <a:pt x="634" y="3905"/>
                </a:lnTo>
                <a:lnTo>
                  <a:pt x="1110" y="3905"/>
                </a:lnTo>
                <a:lnTo>
                  <a:pt x="1428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283"/>
                </a:lnTo>
                <a:lnTo>
                  <a:pt x="3015" y="3283"/>
                </a:lnTo>
                <a:lnTo>
                  <a:pt x="3332" y="3283"/>
                </a:lnTo>
                <a:lnTo>
                  <a:pt x="3332" y="3017"/>
                </a:lnTo>
                <a:lnTo>
                  <a:pt x="3808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919" y="2573"/>
                </a:lnTo>
                <a:lnTo>
                  <a:pt x="5236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218"/>
                </a:lnTo>
                <a:lnTo>
                  <a:pt x="6823" y="2218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952"/>
                </a:lnTo>
                <a:lnTo>
                  <a:pt x="7616" y="1775"/>
                </a:lnTo>
                <a:lnTo>
                  <a:pt x="7934" y="1775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838" y="1331"/>
                </a:lnTo>
                <a:lnTo>
                  <a:pt x="9838" y="1065"/>
                </a:lnTo>
                <a:lnTo>
                  <a:pt x="10314" y="1065"/>
                </a:lnTo>
                <a:lnTo>
                  <a:pt x="10631" y="887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367284" y="2759627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476" y="4260"/>
                </a:lnTo>
                <a:lnTo>
                  <a:pt x="476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586" y="3638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491" y="3461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3808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5077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686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887"/>
                </a:lnTo>
                <a:lnTo>
                  <a:pt x="11584" y="887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381090" y="2755367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4260"/>
                </a:moveTo>
                <a:lnTo>
                  <a:pt x="0" y="4260"/>
                </a:lnTo>
                <a:lnTo>
                  <a:pt x="476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816"/>
                </a:lnTo>
                <a:lnTo>
                  <a:pt x="1586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372"/>
                </a:lnTo>
                <a:lnTo>
                  <a:pt x="2697" y="3372"/>
                </a:lnTo>
                <a:lnTo>
                  <a:pt x="3015" y="3372"/>
                </a:lnTo>
                <a:lnTo>
                  <a:pt x="3015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808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4919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712" y="2573"/>
                </a:lnTo>
                <a:lnTo>
                  <a:pt x="6188" y="2307"/>
                </a:lnTo>
                <a:lnTo>
                  <a:pt x="6506" y="2307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886" y="1686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798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394578" y="2751284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4082"/>
                </a:moveTo>
                <a:lnTo>
                  <a:pt x="317" y="4082"/>
                </a:lnTo>
                <a:lnTo>
                  <a:pt x="634" y="3816"/>
                </a:lnTo>
                <a:lnTo>
                  <a:pt x="1110" y="3816"/>
                </a:lnTo>
                <a:lnTo>
                  <a:pt x="1110" y="3638"/>
                </a:lnTo>
                <a:lnTo>
                  <a:pt x="1428" y="3638"/>
                </a:lnTo>
                <a:lnTo>
                  <a:pt x="1428" y="3461"/>
                </a:lnTo>
                <a:lnTo>
                  <a:pt x="1904" y="3461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332" y="3195"/>
                </a:lnTo>
                <a:lnTo>
                  <a:pt x="3332" y="3017"/>
                </a:lnTo>
                <a:lnTo>
                  <a:pt x="3808" y="3017"/>
                </a:lnTo>
                <a:lnTo>
                  <a:pt x="3808" y="2751"/>
                </a:lnTo>
                <a:lnTo>
                  <a:pt x="4125" y="2751"/>
                </a:lnTo>
                <a:lnTo>
                  <a:pt x="4601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4919" y="2573"/>
                </a:lnTo>
                <a:lnTo>
                  <a:pt x="5236" y="2307"/>
                </a:lnTo>
                <a:lnTo>
                  <a:pt x="5712" y="2307"/>
                </a:lnTo>
                <a:lnTo>
                  <a:pt x="6030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140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742" y="443"/>
                </a:lnTo>
                <a:lnTo>
                  <a:pt x="11742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408384" y="2746757"/>
            <a:ext cx="13329" cy="4526"/>
          </a:xfrm>
          <a:custGeom>
            <a:avLst/>
            <a:gdLst/>
            <a:ahLst/>
            <a:cxnLst/>
            <a:rect l="l" t="t" r="r" b="b"/>
            <a:pathLst>
              <a:path w="13329" h="4526">
                <a:moveTo>
                  <a:pt x="0" y="4526"/>
                </a:moveTo>
                <a:lnTo>
                  <a:pt x="0" y="4260"/>
                </a:lnTo>
                <a:lnTo>
                  <a:pt x="317" y="4260"/>
                </a:lnTo>
                <a:lnTo>
                  <a:pt x="317" y="4082"/>
                </a:lnTo>
                <a:lnTo>
                  <a:pt x="634" y="4082"/>
                </a:lnTo>
                <a:lnTo>
                  <a:pt x="1110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428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461"/>
                </a:lnTo>
                <a:lnTo>
                  <a:pt x="2538" y="3461"/>
                </a:lnTo>
                <a:lnTo>
                  <a:pt x="2538" y="3195"/>
                </a:lnTo>
                <a:lnTo>
                  <a:pt x="3015" y="3195"/>
                </a:lnTo>
                <a:lnTo>
                  <a:pt x="3332" y="3195"/>
                </a:lnTo>
                <a:lnTo>
                  <a:pt x="3808" y="3195"/>
                </a:lnTo>
                <a:lnTo>
                  <a:pt x="4125" y="3195"/>
                </a:lnTo>
                <a:lnTo>
                  <a:pt x="4125" y="3017"/>
                </a:lnTo>
                <a:lnTo>
                  <a:pt x="4601" y="3017"/>
                </a:lnTo>
                <a:lnTo>
                  <a:pt x="4601" y="3017"/>
                </a:lnTo>
                <a:lnTo>
                  <a:pt x="4601" y="2840"/>
                </a:lnTo>
                <a:lnTo>
                  <a:pt x="4919" y="2840"/>
                </a:lnTo>
                <a:lnTo>
                  <a:pt x="4919" y="2573"/>
                </a:lnTo>
                <a:lnTo>
                  <a:pt x="5236" y="2573"/>
                </a:lnTo>
                <a:lnTo>
                  <a:pt x="5712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7140" y="2130"/>
                </a:lnTo>
                <a:lnTo>
                  <a:pt x="7616" y="1952"/>
                </a:lnTo>
                <a:lnTo>
                  <a:pt x="7934" y="1952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9045" y="1508"/>
                </a:lnTo>
                <a:lnTo>
                  <a:pt x="9045" y="1331"/>
                </a:lnTo>
                <a:lnTo>
                  <a:pt x="9521" y="1331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425" y="887"/>
                </a:lnTo>
                <a:lnTo>
                  <a:pt x="11425" y="621"/>
                </a:lnTo>
                <a:lnTo>
                  <a:pt x="11742" y="621"/>
                </a:lnTo>
                <a:lnTo>
                  <a:pt x="11742" y="621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4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421713" y="2742497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317" y="4260"/>
                </a:lnTo>
                <a:lnTo>
                  <a:pt x="317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586" y="4082"/>
                </a:lnTo>
                <a:lnTo>
                  <a:pt x="1586" y="4082"/>
                </a:lnTo>
                <a:lnTo>
                  <a:pt x="1586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638"/>
                </a:lnTo>
                <a:lnTo>
                  <a:pt x="2697" y="3372"/>
                </a:lnTo>
                <a:lnTo>
                  <a:pt x="3015" y="3372"/>
                </a:lnTo>
                <a:lnTo>
                  <a:pt x="3491" y="3372"/>
                </a:lnTo>
                <a:lnTo>
                  <a:pt x="3491" y="3195"/>
                </a:lnTo>
                <a:lnTo>
                  <a:pt x="3491" y="3195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5395" y="2751"/>
                </a:lnTo>
                <a:lnTo>
                  <a:pt x="5712" y="2751"/>
                </a:lnTo>
                <a:lnTo>
                  <a:pt x="5712" y="2573"/>
                </a:lnTo>
                <a:lnTo>
                  <a:pt x="6188" y="2307"/>
                </a:lnTo>
                <a:lnTo>
                  <a:pt x="6506" y="2307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886" y="1686"/>
                </a:lnTo>
                <a:lnTo>
                  <a:pt x="8886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508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798"/>
                </a:lnTo>
                <a:lnTo>
                  <a:pt x="11108" y="798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177"/>
                </a:lnTo>
                <a:lnTo>
                  <a:pt x="13488" y="177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435519" y="2738148"/>
            <a:ext cx="13012" cy="4349"/>
          </a:xfrm>
          <a:custGeom>
            <a:avLst/>
            <a:gdLst/>
            <a:ahLst/>
            <a:cxnLst/>
            <a:rect l="l" t="t" r="r" b="b"/>
            <a:pathLst>
              <a:path w="13012" h="4349">
                <a:moveTo>
                  <a:pt x="0" y="4349"/>
                </a:moveTo>
                <a:lnTo>
                  <a:pt x="317" y="4349"/>
                </a:lnTo>
                <a:lnTo>
                  <a:pt x="317" y="4349"/>
                </a:lnTo>
                <a:lnTo>
                  <a:pt x="317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110" y="3905"/>
                </a:lnTo>
                <a:lnTo>
                  <a:pt x="1586" y="3905"/>
                </a:lnTo>
                <a:lnTo>
                  <a:pt x="1586" y="3727"/>
                </a:lnTo>
                <a:lnTo>
                  <a:pt x="1904" y="3727"/>
                </a:lnTo>
                <a:lnTo>
                  <a:pt x="2221" y="3727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283"/>
                </a:lnTo>
                <a:lnTo>
                  <a:pt x="3491" y="3283"/>
                </a:lnTo>
                <a:lnTo>
                  <a:pt x="3808" y="3283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840"/>
                </a:lnTo>
                <a:lnTo>
                  <a:pt x="4601" y="2840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218"/>
                </a:lnTo>
                <a:lnTo>
                  <a:pt x="6823" y="2218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775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153"/>
                </a:lnTo>
                <a:lnTo>
                  <a:pt x="10314" y="1153"/>
                </a:lnTo>
                <a:lnTo>
                  <a:pt x="10790" y="1153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425" y="710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</a:path>
            </a:pathLst>
          </a:custGeom>
          <a:ln w="23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448531" y="273388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317" y="4260"/>
                </a:lnTo>
                <a:lnTo>
                  <a:pt x="793" y="4260"/>
                </a:lnTo>
                <a:lnTo>
                  <a:pt x="793" y="4260"/>
                </a:lnTo>
                <a:lnTo>
                  <a:pt x="1110" y="4082"/>
                </a:lnTo>
                <a:lnTo>
                  <a:pt x="1586" y="4082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638"/>
                </a:lnTo>
                <a:lnTo>
                  <a:pt x="2697" y="3461"/>
                </a:lnTo>
                <a:lnTo>
                  <a:pt x="3015" y="3461"/>
                </a:lnTo>
                <a:lnTo>
                  <a:pt x="3491" y="3195"/>
                </a:lnTo>
                <a:lnTo>
                  <a:pt x="3808" y="3195"/>
                </a:lnTo>
                <a:lnTo>
                  <a:pt x="4284" y="3195"/>
                </a:lnTo>
                <a:lnTo>
                  <a:pt x="4284" y="3017"/>
                </a:lnTo>
                <a:lnTo>
                  <a:pt x="4601" y="3017"/>
                </a:lnTo>
                <a:lnTo>
                  <a:pt x="4919" y="3017"/>
                </a:lnTo>
                <a:lnTo>
                  <a:pt x="4919" y="2840"/>
                </a:lnTo>
                <a:lnTo>
                  <a:pt x="5395" y="2840"/>
                </a:lnTo>
                <a:lnTo>
                  <a:pt x="5712" y="2840"/>
                </a:lnTo>
                <a:lnTo>
                  <a:pt x="5712" y="2573"/>
                </a:lnTo>
                <a:lnTo>
                  <a:pt x="6188" y="2573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410" y="1775"/>
                </a:lnTo>
                <a:lnTo>
                  <a:pt x="8886" y="1775"/>
                </a:lnTo>
                <a:lnTo>
                  <a:pt x="8886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508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887"/>
                </a:lnTo>
                <a:lnTo>
                  <a:pt x="11108" y="887"/>
                </a:lnTo>
                <a:lnTo>
                  <a:pt x="11584" y="887"/>
                </a:lnTo>
                <a:lnTo>
                  <a:pt x="11901" y="887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462337" y="2729628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4260"/>
                </a:moveTo>
                <a:lnTo>
                  <a:pt x="317" y="4260"/>
                </a:lnTo>
                <a:lnTo>
                  <a:pt x="317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110" y="3816"/>
                </a:lnTo>
                <a:lnTo>
                  <a:pt x="1586" y="3816"/>
                </a:lnTo>
                <a:lnTo>
                  <a:pt x="1904" y="3816"/>
                </a:lnTo>
                <a:lnTo>
                  <a:pt x="2221" y="3638"/>
                </a:lnTo>
                <a:lnTo>
                  <a:pt x="2697" y="3638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4284" y="3017"/>
                </a:lnTo>
                <a:lnTo>
                  <a:pt x="4601" y="2751"/>
                </a:lnTo>
                <a:lnTo>
                  <a:pt x="4919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712" y="2573"/>
                </a:lnTo>
                <a:lnTo>
                  <a:pt x="6188" y="2573"/>
                </a:lnTo>
                <a:lnTo>
                  <a:pt x="6188" y="2307"/>
                </a:lnTo>
                <a:lnTo>
                  <a:pt x="6506" y="2307"/>
                </a:lnTo>
                <a:lnTo>
                  <a:pt x="6823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177"/>
                </a:lnTo>
                <a:lnTo>
                  <a:pt x="13488" y="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475826" y="2725367"/>
            <a:ext cx="13647" cy="4260"/>
          </a:xfrm>
          <a:custGeom>
            <a:avLst/>
            <a:gdLst/>
            <a:ahLst/>
            <a:cxnLst/>
            <a:rect l="l" t="t" r="r" b="b"/>
            <a:pathLst>
              <a:path w="13647" h="4260">
                <a:moveTo>
                  <a:pt x="0" y="4260"/>
                </a:moveTo>
                <a:lnTo>
                  <a:pt x="317" y="4260"/>
                </a:lnTo>
                <a:lnTo>
                  <a:pt x="317" y="3994"/>
                </a:lnTo>
                <a:lnTo>
                  <a:pt x="634" y="3994"/>
                </a:lnTo>
                <a:lnTo>
                  <a:pt x="1110" y="3994"/>
                </a:lnTo>
                <a:lnTo>
                  <a:pt x="1110" y="3816"/>
                </a:lnTo>
                <a:lnTo>
                  <a:pt x="1428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372"/>
                </a:lnTo>
                <a:lnTo>
                  <a:pt x="2538" y="3372"/>
                </a:lnTo>
                <a:lnTo>
                  <a:pt x="3015" y="3372"/>
                </a:lnTo>
                <a:lnTo>
                  <a:pt x="3332" y="3372"/>
                </a:lnTo>
                <a:lnTo>
                  <a:pt x="3332" y="3195"/>
                </a:lnTo>
                <a:lnTo>
                  <a:pt x="3808" y="3195"/>
                </a:lnTo>
                <a:lnTo>
                  <a:pt x="3808" y="2928"/>
                </a:lnTo>
                <a:lnTo>
                  <a:pt x="4125" y="2928"/>
                </a:lnTo>
                <a:lnTo>
                  <a:pt x="4443" y="2928"/>
                </a:lnTo>
                <a:lnTo>
                  <a:pt x="4443" y="2751"/>
                </a:lnTo>
                <a:lnTo>
                  <a:pt x="4919" y="2751"/>
                </a:lnTo>
                <a:lnTo>
                  <a:pt x="4919" y="2751"/>
                </a:lnTo>
                <a:lnTo>
                  <a:pt x="5236" y="2573"/>
                </a:lnTo>
                <a:lnTo>
                  <a:pt x="5712" y="2573"/>
                </a:lnTo>
                <a:lnTo>
                  <a:pt x="5712" y="2307"/>
                </a:lnTo>
                <a:lnTo>
                  <a:pt x="6030" y="2307"/>
                </a:lnTo>
                <a:lnTo>
                  <a:pt x="6506" y="2307"/>
                </a:lnTo>
                <a:lnTo>
                  <a:pt x="6823" y="2307"/>
                </a:lnTo>
                <a:lnTo>
                  <a:pt x="6823" y="2130"/>
                </a:lnTo>
                <a:lnTo>
                  <a:pt x="7140" y="2130"/>
                </a:lnTo>
                <a:lnTo>
                  <a:pt x="7616" y="1863"/>
                </a:lnTo>
                <a:lnTo>
                  <a:pt x="7934" y="1863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420"/>
                </a:lnTo>
                <a:lnTo>
                  <a:pt x="8727" y="1420"/>
                </a:lnTo>
                <a:lnTo>
                  <a:pt x="9045" y="1420"/>
                </a:lnTo>
                <a:lnTo>
                  <a:pt x="9045" y="1242"/>
                </a:lnTo>
                <a:lnTo>
                  <a:pt x="9521" y="1242"/>
                </a:lnTo>
                <a:lnTo>
                  <a:pt x="9838" y="1242"/>
                </a:lnTo>
                <a:lnTo>
                  <a:pt x="9838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0631" y="798"/>
                </a:lnTo>
                <a:lnTo>
                  <a:pt x="11108" y="798"/>
                </a:lnTo>
                <a:lnTo>
                  <a:pt x="11425" y="798"/>
                </a:lnTo>
                <a:lnTo>
                  <a:pt x="11425" y="621"/>
                </a:lnTo>
                <a:lnTo>
                  <a:pt x="11742" y="621"/>
                </a:lnTo>
                <a:lnTo>
                  <a:pt x="12218" y="621"/>
                </a:lnTo>
                <a:lnTo>
                  <a:pt x="12218" y="355"/>
                </a:lnTo>
                <a:lnTo>
                  <a:pt x="12218" y="355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647" y="0"/>
                </a:lnTo>
              </a:path>
            </a:pathLst>
          </a:custGeom>
          <a:ln w="231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489473" y="2721018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4349"/>
                </a:moveTo>
                <a:lnTo>
                  <a:pt x="476" y="4349"/>
                </a:lnTo>
                <a:lnTo>
                  <a:pt x="476" y="4349"/>
                </a:lnTo>
                <a:lnTo>
                  <a:pt x="476" y="4082"/>
                </a:lnTo>
                <a:lnTo>
                  <a:pt x="793" y="4082"/>
                </a:lnTo>
                <a:lnTo>
                  <a:pt x="1269" y="3905"/>
                </a:lnTo>
                <a:lnTo>
                  <a:pt x="1586" y="3905"/>
                </a:lnTo>
                <a:lnTo>
                  <a:pt x="1586" y="3638"/>
                </a:lnTo>
                <a:lnTo>
                  <a:pt x="2062" y="3638"/>
                </a:lnTo>
                <a:lnTo>
                  <a:pt x="2380" y="3638"/>
                </a:lnTo>
                <a:lnTo>
                  <a:pt x="2380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173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967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840"/>
                </a:lnTo>
                <a:lnTo>
                  <a:pt x="5077" y="2840"/>
                </a:lnTo>
                <a:lnTo>
                  <a:pt x="5077" y="2573"/>
                </a:lnTo>
                <a:lnTo>
                  <a:pt x="5395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664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1775"/>
                </a:lnTo>
                <a:lnTo>
                  <a:pt x="8569" y="1775"/>
                </a:lnTo>
                <a:lnTo>
                  <a:pt x="8886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331"/>
                </a:lnTo>
                <a:lnTo>
                  <a:pt x="9679" y="1065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170" y="266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502961" y="271675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0" y="4082"/>
                </a:lnTo>
                <a:lnTo>
                  <a:pt x="317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110" y="3816"/>
                </a:lnTo>
                <a:lnTo>
                  <a:pt x="1586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638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07"/>
                </a:lnTo>
                <a:lnTo>
                  <a:pt x="6188" y="2307"/>
                </a:lnTo>
                <a:lnTo>
                  <a:pt x="6506" y="2307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516767" y="2712498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4260"/>
                </a:moveTo>
                <a:lnTo>
                  <a:pt x="317" y="4260"/>
                </a:lnTo>
                <a:lnTo>
                  <a:pt x="317" y="3994"/>
                </a:lnTo>
                <a:lnTo>
                  <a:pt x="793" y="3994"/>
                </a:lnTo>
                <a:lnTo>
                  <a:pt x="793" y="3816"/>
                </a:lnTo>
                <a:lnTo>
                  <a:pt x="1110" y="3816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697" y="3372"/>
                </a:lnTo>
                <a:lnTo>
                  <a:pt x="3015" y="3372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2928"/>
                </a:lnTo>
                <a:lnTo>
                  <a:pt x="4125" y="2928"/>
                </a:lnTo>
                <a:lnTo>
                  <a:pt x="4125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07"/>
                </a:lnTo>
                <a:lnTo>
                  <a:pt x="5712" y="2307"/>
                </a:lnTo>
                <a:lnTo>
                  <a:pt x="6188" y="2307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863"/>
                </a:lnTo>
                <a:lnTo>
                  <a:pt x="7299" y="1863"/>
                </a:lnTo>
                <a:lnTo>
                  <a:pt x="7616" y="1863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355"/>
                </a:lnTo>
                <a:lnTo>
                  <a:pt x="12218" y="355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530096" y="2708149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4349"/>
                </a:moveTo>
                <a:lnTo>
                  <a:pt x="0" y="4082"/>
                </a:lnTo>
                <a:lnTo>
                  <a:pt x="0" y="4082"/>
                </a:lnTo>
                <a:lnTo>
                  <a:pt x="476" y="4082"/>
                </a:lnTo>
                <a:lnTo>
                  <a:pt x="793" y="4082"/>
                </a:lnTo>
                <a:lnTo>
                  <a:pt x="1269" y="4082"/>
                </a:lnTo>
                <a:lnTo>
                  <a:pt x="1586" y="3905"/>
                </a:lnTo>
                <a:lnTo>
                  <a:pt x="1586" y="3638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3173" y="3461"/>
                </a:lnTo>
                <a:lnTo>
                  <a:pt x="3173" y="3283"/>
                </a:lnTo>
                <a:lnTo>
                  <a:pt x="3491" y="3283"/>
                </a:lnTo>
                <a:lnTo>
                  <a:pt x="3967" y="3283"/>
                </a:lnTo>
                <a:lnTo>
                  <a:pt x="3967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840"/>
                </a:lnTo>
                <a:lnTo>
                  <a:pt x="5077" y="2840"/>
                </a:lnTo>
                <a:lnTo>
                  <a:pt x="5395" y="2840"/>
                </a:lnTo>
                <a:lnTo>
                  <a:pt x="5395" y="2840"/>
                </a:lnTo>
                <a:lnTo>
                  <a:pt x="5395" y="2573"/>
                </a:lnTo>
                <a:lnTo>
                  <a:pt x="5871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7775" y="1775"/>
                </a:lnTo>
                <a:lnTo>
                  <a:pt x="8093" y="1775"/>
                </a:lnTo>
                <a:lnTo>
                  <a:pt x="8569" y="1775"/>
                </a:lnTo>
                <a:lnTo>
                  <a:pt x="8886" y="1775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584" y="710"/>
                </a:lnTo>
                <a:lnTo>
                  <a:pt x="11901" y="710"/>
                </a:lnTo>
                <a:lnTo>
                  <a:pt x="12377" y="710"/>
                </a:lnTo>
                <a:lnTo>
                  <a:pt x="12377" y="710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170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543585" y="2704066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793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110" y="3638"/>
                </a:lnTo>
                <a:lnTo>
                  <a:pt x="1586" y="3638"/>
                </a:lnTo>
                <a:lnTo>
                  <a:pt x="1904" y="3461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283"/>
                </a:lnTo>
                <a:lnTo>
                  <a:pt x="3015" y="3283"/>
                </a:lnTo>
                <a:lnTo>
                  <a:pt x="3491" y="3283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218"/>
                </a:lnTo>
                <a:lnTo>
                  <a:pt x="6823" y="2218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508"/>
                </a:lnTo>
                <a:lnTo>
                  <a:pt x="8727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556914" y="2699806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476" y="4260"/>
                </a:lnTo>
                <a:lnTo>
                  <a:pt x="476" y="4082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3905"/>
                </a:lnTo>
                <a:lnTo>
                  <a:pt x="1586" y="3905"/>
                </a:lnTo>
                <a:lnTo>
                  <a:pt x="2062" y="3905"/>
                </a:lnTo>
                <a:lnTo>
                  <a:pt x="2062" y="3638"/>
                </a:lnTo>
                <a:lnTo>
                  <a:pt x="2062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173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967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5077" y="2751"/>
                </a:lnTo>
                <a:lnTo>
                  <a:pt x="5077" y="2751"/>
                </a:lnTo>
                <a:lnTo>
                  <a:pt x="5395" y="2573"/>
                </a:lnTo>
                <a:lnTo>
                  <a:pt x="5871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1686"/>
                </a:lnTo>
                <a:lnTo>
                  <a:pt x="8569" y="1686"/>
                </a:lnTo>
                <a:lnTo>
                  <a:pt x="8569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377" y="621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570720" y="2695723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4082"/>
                </a:moveTo>
                <a:lnTo>
                  <a:pt x="476" y="4082"/>
                </a:lnTo>
                <a:lnTo>
                  <a:pt x="476" y="3905"/>
                </a:lnTo>
                <a:lnTo>
                  <a:pt x="793" y="3905"/>
                </a:lnTo>
                <a:lnTo>
                  <a:pt x="793" y="3638"/>
                </a:lnTo>
                <a:lnTo>
                  <a:pt x="1269" y="3638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461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3017"/>
                </a:lnTo>
                <a:lnTo>
                  <a:pt x="3491" y="3017"/>
                </a:lnTo>
                <a:lnTo>
                  <a:pt x="3967" y="3017"/>
                </a:lnTo>
                <a:lnTo>
                  <a:pt x="3967" y="2840"/>
                </a:lnTo>
                <a:lnTo>
                  <a:pt x="4284" y="2840"/>
                </a:lnTo>
                <a:lnTo>
                  <a:pt x="4284" y="2573"/>
                </a:lnTo>
                <a:lnTo>
                  <a:pt x="4601" y="2573"/>
                </a:lnTo>
                <a:lnTo>
                  <a:pt x="5077" y="2573"/>
                </a:lnTo>
                <a:lnTo>
                  <a:pt x="5077" y="2396"/>
                </a:lnTo>
                <a:lnTo>
                  <a:pt x="5395" y="2396"/>
                </a:lnTo>
                <a:lnTo>
                  <a:pt x="5871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775" y="1686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584208" y="2691463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317" y="4260"/>
                </a:lnTo>
                <a:lnTo>
                  <a:pt x="317" y="4082"/>
                </a:lnTo>
                <a:lnTo>
                  <a:pt x="793" y="4082"/>
                </a:lnTo>
                <a:lnTo>
                  <a:pt x="793" y="4082"/>
                </a:lnTo>
                <a:lnTo>
                  <a:pt x="1110" y="3816"/>
                </a:lnTo>
                <a:lnTo>
                  <a:pt x="1586" y="3816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697" y="3372"/>
                </a:lnTo>
                <a:lnTo>
                  <a:pt x="2697" y="3195"/>
                </a:lnTo>
                <a:lnTo>
                  <a:pt x="3015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808" y="3017"/>
                </a:lnTo>
                <a:lnTo>
                  <a:pt x="4125" y="3017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573"/>
                </a:lnTo>
                <a:lnTo>
                  <a:pt x="5712" y="2307"/>
                </a:lnTo>
                <a:lnTo>
                  <a:pt x="6188" y="2307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1952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598014" y="2687380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317" y="4082"/>
                </a:lnTo>
                <a:lnTo>
                  <a:pt x="317" y="3816"/>
                </a:lnTo>
                <a:lnTo>
                  <a:pt x="793" y="3816"/>
                </a:lnTo>
                <a:lnTo>
                  <a:pt x="793" y="3638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461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015" y="3195"/>
                </a:lnTo>
                <a:lnTo>
                  <a:pt x="3015" y="3017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2751"/>
                </a:lnTo>
                <a:lnTo>
                  <a:pt x="4125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573"/>
                </a:lnTo>
                <a:lnTo>
                  <a:pt x="4919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611344" y="2683297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4082"/>
                </a:moveTo>
                <a:lnTo>
                  <a:pt x="476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269" y="3905"/>
                </a:lnTo>
                <a:lnTo>
                  <a:pt x="1269" y="3905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461"/>
                </a:lnTo>
                <a:lnTo>
                  <a:pt x="2380" y="3461"/>
                </a:lnTo>
                <a:lnTo>
                  <a:pt x="2380" y="3195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3017"/>
                </a:lnTo>
                <a:lnTo>
                  <a:pt x="3491" y="3017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5077" y="2751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331"/>
                </a:lnTo>
                <a:lnTo>
                  <a:pt x="9997" y="1065"/>
                </a:lnTo>
                <a:lnTo>
                  <a:pt x="10473" y="1065"/>
                </a:lnTo>
                <a:lnTo>
                  <a:pt x="10473" y="887"/>
                </a:lnTo>
                <a:lnTo>
                  <a:pt x="10790" y="887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377" y="621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625150" y="2679214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4082"/>
                </a:moveTo>
                <a:lnTo>
                  <a:pt x="476" y="4082"/>
                </a:lnTo>
                <a:lnTo>
                  <a:pt x="476" y="3905"/>
                </a:lnTo>
                <a:lnTo>
                  <a:pt x="793" y="3905"/>
                </a:lnTo>
                <a:lnTo>
                  <a:pt x="793" y="3638"/>
                </a:lnTo>
                <a:lnTo>
                  <a:pt x="1269" y="3638"/>
                </a:lnTo>
                <a:lnTo>
                  <a:pt x="1586" y="3638"/>
                </a:lnTo>
                <a:lnTo>
                  <a:pt x="1586" y="3461"/>
                </a:lnTo>
                <a:lnTo>
                  <a:pt x="1904" y="3461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3017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2840"/>
                </a:lnTo>
                <a:lnTo>
                  <a:pt x="4284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5077" y="2573"/>
                </a:lnTo>
                <a:lnTo>
                  <a:pt x="5077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1065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638638" y="2675398"/>
            <a:ext cx="13329" cy="3816"/>
          </a:xfrm>
          <a:custGeom>
            <a:avLst/>
            <a:gdLst/>
            <a:ahLst/>
            <a:cxnLst/>
            <a:rect l="l" t="t" r="r" b="b"/>
            <a:pathLst>
              <a:path w="13329" h="3816">
                <a:moveTo>
                  <a:pt x="0" y="3816"/>
                </a:moveTo>
                <a:lnTo>
                  <a:pt x="317" y="3816"/>
                </a:lnTo>
                <a:lnTo>
                  <a:pt x="793" y="3816"/>
                </a:lnTo>
                <a:lnTo>
                  <a:pt x="1110" y="3638"/>
                </a:lnTo>
                <a:lnTo>
                  <a:pt x="1428" y="3638"/>
                </a:lnTo>
                <a:lnTo>
                  <a:pt x="1428" y="3372"/>
                </a:lnTo>
                <a:lnTo>
                  <a:pt x="1904" y="3372"/>
                </a:lnTo>
                <a:lnTo>
                  <a:pt x="1904" y="3195"/>
                </a:lnTo>
                <a:lnTo>
                  <a:pt x="2221" y="3195"/>
                </a:lnTo>
                <a:lnTo>
                  <a:pt x="2697" y="3195"/>
                </a:lnTo>
                <a:lnTo>
                  <a:pt x="2697" y="2928"/>
                </a:lnTo>
                <a:lnTo>
                  <a:pt x="3015" y="2928"/>
                </a:lnTo>
                <a:lnTo>
                  <a:pt x="3491" y="2928"/>
                </a:lnTo>
                <a:lnTo>
                  <a:pt x="3491" y="2751"/>
                </a:lnTo>
                <a:lnTo>
                  <a:pt x="3808" y="2751"/>
                </a:lnTo>
                <a:lnTo>
                  <a:pt x="3808" y="2573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07"/>
                </a:lnTo>
                <a:lnTo>
                  <a:pt x="5712" y="2307"/>
                </a:lnTo>
                <a:lnTo>
                  <a:pt x="6030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1863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29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651968" y="2671493"/>
            <a:ext cx="13488" cy="3905"/>
          </a:xfrm>
          <a:custGeom>
            <a:avLst/>
            <a:gdLst/>
            <a:ahLst/>
            <a:cxnLst/>
            <a:rect l="l" t="t" r="r" b="b"/>
            <a:pathLst>
              <a:path w="13488" h="3905">
                <a:moveTo>
                  <a:pt x="0" y="3905"/>
                </a:moveTo>
                <a:lnTo>
                  <a:pt x="476" y="3905"/>
                </a:lnTo>
                <a:lnTo>
                  <a:pt x="793" y="3905"/>
                </a:lnTo>
                <a:lnTo>
                  <a:pt x="793" y="3638"/>
                </a:lnTo>
                <a:lnTo>
                  <a:pt x="1269" y="3638"/>
                </a:lnTo>
                <a:lnTo>
                  <a:pt x="1269" y="3461"/>
                </a:lnTo>
                <a:lnTo>
                  <a:pt x="1586" y="3461"/>
                </a:lnTo>
                <a:lnTo>
                  <a:pt x="1586" y="3461"/>
                </a:lnTo>
                <a:lnTo>
                  <a:pt x="1904" y="3195"/>
                </a:lnTo>
                <a:lnTo>
                  <a:pt x="2380" y="3195"/>
                </a:lnTo>
                <a:lnTo>
                  <a:pt x="2697" y="3017"/>
                </a:lnTo>
                <a:lnTo>
                  <a:pt x="3173" y="3017"/>
                </a:lnTo>
                <a:lnTo>
                  <a:pt x="3491" y="3017"/>
                </a:lnTo>
                <a:lnTo>
                  <a:pt x="3808" y="2840"/>
                </a:lnTo>
                <a:lnTo>
                  <a:pt x="4284" y="2840"/>
                </a:lnTo>
                <a:lnTo>
                  <a:pt x="4284" y="2573"/>
                </a:lnTo>
                <a:lnTo>
                  <a:pt x="4601" y="2573"/>
                </a:lnTo>
                <a:lnTo>
                  <a:pt x="5077" y="2573"/>
                </a:lnTo>
                <a:lnTo>
                  <a:pt x="5077" y="2396"/>
                </a:lnTo>
                <a:lnTo>
                  <a:pt x="5395" y="2396"/>
                </a:lnTo>
                <a:lnTo>
                  <a:pt x="5395" y="2130"/>
                </a:lnTo>
                <a:lnTo>
                  <a:pt x="5871" y="2130"/>
                </a:lnTo>
                <a:lnTo>
                  <a:pt x="6188" y="2130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686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887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29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665456" y="2667410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4082"/>
                </a:moveTo>
                <a:lnTo>
                  <a:pt x="317" y="4082"/>
                </a:lnTo>
                <a:lnTo>
                  <a:pt x="317" y="3905"/>
                </a:lnTo>
                <a:lnTo>
                  <a:pt x="793" y="3905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461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017"/>
                </a:lnTo>
                <a:lnTo>
                  <a:pt x="4125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108" y="887"/>
                </a:lnTo>
                <a:lnTo>
                  <a:pt x="11425" y="887"/>
                </a:lnTo>
                <a:lnTo>
                  <a:pt x="11901" y="887"/>
                </a:lnTo>
                <a:lnTo>
                  <a:pt x="11901" y="710"/>
                </a:lnTo>
                <a:lnTo>
                  <a:pt x="12218" y="710"/>
                </a:lnTo>
                <a:lnTo>
                  <a:pt x="12536" y="710"/>
                </a:lnTo>
                <a:lnTo>
                  <a:pt x="12536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329" y="266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679262" y="2663771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3638"/>
                </a:moveTo>
                <a:lnTo>
                  <a:pt x="317" y="3638"/>
                </a:lnTo>
                <a:lnTo>
                  <a:pt x="793" y="3638"/>
                </a:lnTo>
                <a:lnTo>
                  <a:pt x="1110" y="3638"/>
                </a:lnTo>
                <a:lnTo>
                  <a:pt x="1110" y="3638"/>
                </a:lnTo>
                <a:lnTo>
                  <a:pt x="1110" y="3461"/>
                </a:lnTo>
                <a:lnTo>
                  <a:pt x="1428" y="3461"/>
                </a:lnTo>
                <a:lnTo>
                  <a:pt x="1904" y="3461"/>
                </a:lnTo>
                <a:lnTo>
                  <a:pt x="1904" y="3195"/>
                </a:lnTo>
                <a:lnTo>
                  <a:pt x="2221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015" y="2840"/>
                </a:lnTo>
                <a:lnTo>
                  <a:pt x="3332" y="2840"/>
                </a:lnTo>
                <a:lnTo>
                  <a:pt x="3808" y="2840"/>
                </a:lnTo>
                <a:lnTo>
                  <a:pt x="3808" y="2573"/>
                </a:lnTo>
                <a:lnTo>
                  <a:pt x="4125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4919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5712" y="2130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692591" y="2660132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476" y="3638"/>
                </a:lnTo>
                <a:lnTo>
                  <a:pt x="793" y="3638"/>
                </a:lnTo>
                <a:lnTo>
                  <a:pt x="793" y="3461"/>
                </a:lnTo>
                <a:lnTo>
                  <a:pt x="1110" y="3461"/>
                </a:lnTo>
                <a:lnTo>
                  <a:pt x="1586" y="3461"/>
                </a:lnTo>
                <a:lnTo>
                  <a:pt x="1586" y="3195"/>
                </a:lnTo>
                <a:lnTo>
                  <a:pt x="1904" y="3195"/>
                </a:lnTo>
                <a:lnTo>
                  <a:pt x="1904" y="3017"/>
                </a:lnTo>
                <a:lnTo>
                  <a:pt x="2380" y="3017"/>
                </a:lnTo>
                <a:lnTo>
                  <a:pt x="2697" y="3017"/>
                </a:lnTo>
                <a:lnTo>
                  <a:pt x="2697" y="2840"/>
                </a:lnTo>
                <a:lnTo>
                  <a:pt x="3173" y="2840"/>
                </a:lnTo>
                <a:lnTo>
                  <a:pt x="3491" y="2840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5077" y="2396"/>
                </a:lnTo>
                <a:lnTo>
                  <a:pt x="5395" y="2396"/>
                </a:lnTo>
                <a:lnTo>
                  <a:pt x="5395" y="2130"/>
                </a:lnTo>
                <a:lnTo>
                  <a:pt x="5712" y="2130"/>
                </a:lnTo>
                <a:lnTo>
                  <a:pt x="6188" y="2130"/>
                </a:lnTo>
                <a:lnTo>
                  <a:pt x="6188" y="2130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686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706397" y="2656493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3638"/>
                </a:moveTo>
                <a:lnTo>
                  <a:pt x="476" y="3638"/>
                </a:lnTo>
                <a:lnTo>
                  <a:pt x="476" y="3638"/>
                </a:lnTo>
                <a:lnTo>
                  <a:pt x="476" y="3461"/>
                </a:lnTo>
                <a:lnTo>
                  <a:pt x="793" y="3461"/>
                </a:lnTo>
                <a:lnTo>
                  <a:pt x="793" y="3195"/>
                </a:lnTo>
                <a:lnTo>
                  <a:pt x="1110" y="3195"/>
                </a:lnTo>
                <a:lnTo>
                  <a:pt x="1586" y="3195"/>
                </a:lnTo>
                <a:lnTo>
                  <a:pt x="1586" y="3017"/>
                </a:lnTo>
                <a:lnTo>
                  <a:pt x="1904" y="3017"/>
                </a:lnTo>
                <a:lnTo>
                  <a:pt x="2380" y="3017"/>
                </a:lnTo>
                <a:lnTo>
                  <a:pt x="2380" y="2751"/>
                </a:lnTo>
                <a:lnTo>
                  <a:pt x="2697" y="2751"/>
                </a:lnTo>
                <a:lnTo>
                  <a:pt x="3015" y="2751"/>
                </a:lnTo>
                <a:lnTo>
                  <a:pt x="3015" y="2573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284" y="2396"/>
                </a:lnTo>
                <a:lnTo>
                  <a:pt x="4601" y="2396"/>
                </a:lnTo>
                <a:lnTo>
                  <a:pt x="5077" y="2396"/>
                </a:lnTo>
                <a:lnTo>
                  <a:pt x="5077" y="2396"/>
                </a:lnTo>
                <a:lnTo>
                  <a:pt x="5077" y="2130"/>
                </a:lnTo>
                <a:lnTo>
                  <a:pt x="5395" y="2130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0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719885" y="2652854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317" y="3461"/>
                </a:lnTo>
                <a:lnTo>
                  <a:pt x="793" y="3461"/>
                </a:lnTo>
                <a:lnTo>
                  <a:pt x="1110" y="3461"/>
                </a:lnTo>
                <a:lnTo>
                  <a:pt x="1110" y="3195"/>
                </a:lnTo>
                <a:lnTo>
                  <a:pt x="1428" y="3195"/>
                </a:lnTo>
                <a:lnTo>
                  <a:pt x="1904" y="3017"/>
                </a:lnTo>
                <a:lnTo>
                  <a:pt x="2221" y="3017"/>
                </a:lnTo>
                <a:lnTo>
                  <a:pt x="2221" y="2751"/>
                </a:lnTo>
                <a:lnTo>
                  <a:pt x="2697" y="2751"/>
                </a:lnTo>
                <a:lnTo>
                  <a:pt x="3015" y="2751"/>
                </a:lnTo>
                <a:lnTo>
                  <a:pt x="3332" y="2751"/>
                </a:lnTo>
                <a:lnTo>
                  <a:pt x="3808" y="2751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96"/>
                </a:lnTo>
                <a:lnTo>
                  <a:pt x="4601" y="2396"/>
                </a:lnTo>
                <a:lnTo>
                  <a:pt x="4919" y="2396"/>
                </a:lnTo>
                <a:lnTo>
                  <a:pt x="4919" y="2130"/>
                </a:lnTo>
                <a:lnTo>
                  <a:pt x="5236" y="2130"/>
                </a:lnTo>
                <a:lnTo>
                  <a:pt x="5712" y="2130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1952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631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733691" y="2649392"/>
            <a:ext cx="13329" cy="3461"/>
          </a:xfrm>
          <a:custGeom>
            <a:avLst/>
            <a:gdLst/>
            <a:ahLst/>
            <a:cxnLst/>
            <a:rect l="l" t="t" r="r" b="b"/>
            <a:pathLst>
              <a:path w="13329" h="3461">
                <a:moveTo>
                  <a:pt x="0" y="3461"/>
                </a:moveTo>
                <a:lnTo>
                  <a:pt x="317" y="3461"/>
                </a:lnTo>
                <a:lnTo>
                  <a:pt x="317" y="3283"/>
                </a:lnTo>
                <a:lnTo>
                  <a:pt x="634" y="3283"/>
                </a:lnTo>
                <a:lnTo>
                  <a:pt x="634" y="3017"/>
                </a:lnTo>
                <a:lnTo>
                  <a:pt x="1110" y="3017"/>
                </a:lnTo>
                <a:lnTo>
                  <a:pt x="1428" y="3017"/>
                </a:lnTo>
                <a:lnTo>
                  <a:pt x="1428" y="2840"/>
                </a:lnTo>
                <a:lnTo>
                  <a:pt x="1904" y="2840"/>
                </a:lnTo>
                <a:lnTo>
                  <a:pt x="2221" y="2840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332" y="2573"/>
                </a:lnTo>
                <a:lnTo>
                  <a:pt x="3808" y="2396"/>
                </a:lnTo>
                <a:lnTo>
                  <a:pt x="4125" y="2396"/>
                </a:lnTo>
                <a:lnTo>
                  <a:pt x="4601" y="2396"/>
                </a:lnTo>
                <a:lnTo>
                  <a:pt x="4601" y="2130"/>
                </a:lnTo>
                <a:lnTo>
                  <a:pt x="4919" y="2130"/>
                </a:lnTo>
                <a:lnTo>
                  <a:pt x="4919" y="1952"/>
                </a:lnTo>
                <a:lnTo>
                  <a:pt x="5236" y="1952"/>
                </a:lnTo>
                <a:lnTo>
                  <a:pt x="5712" y="1952"/>
                </a:lnTo>
                <a:lnTo>
                  <a:pt x="5712" y="1775"/>
                </a:lnTo>
                <a:lnTo>
                  <a:pt x="6030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331"/>
                </a:lnTo>
                <a:lnTo>
                  <a:pt x="7934" y="1331"/>
                </a:lnTo>
                <a:lnTo>
                  <a:pt x="8410" y="1331"/>
                </a:lnTo>
                <a:lnTo>
                  <a:pt x="8410" y="1331"/>
                </a:lnTo>
                <a:lnTo>
                  <a:pt x="8727" y="1065"/>
                </a:lnTo>
                <a:lnTo>
                  <a:pt x="9203" y="1065"/>
                </a:lnTo>
                <a:lnTo>
                  <a:pt x="9203" y="887"/>
                </a:lnTo>
                <a:lnTo>
                  <a:pt x="9521" y="887"/>
                </a:lnTo>
                <a:lnTo>
                  <a:pt x="9838" y="887"/>
                </a:lnTo>
                <a:lnTo>
                  <a:pt x="9838" y="710"/>
                </a:lnTo>
                <a:lnTo>
                  <a:pt x="10314" y="710"/>
                </a:lnTo>
                <a:lnTo>
                  <a:pt x="10631" y="710"/>
                </a:lnTo>
                <a:lnTo>
                  <a:pt x="10631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425" y="266"/>
                </a:lnTo>
                <a:lnTo>
                  <a:pt x="11742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7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747021" y="2646020"/>
            <a:ext cx="13488" cy="3372"/>
          </a:xfrm>
          <a:custGeom>
            <a:avLst/>
            <a:gdLst/>
            <a:ahLst/>
            <a:cxnLst/>
            <a:rect l="l" t="t" r="r" b="b"/>
            <a:pathLst>
              <a:path w="13488" h="3372">
                <a:moveTo>
                  <a:pt x="0" y="3372"/>
                </a:moveTo>
                <a:lnTo>
                  <a:pt x="0" y="3195"/>
                </a:lnTo>
                <a:lnTo>
                  <a:pt x="0" y="3195"/>
                </a:lnTo>
                <a:lnTo>
                  <a:pt x="476" y="3195"/>
                </a:lnTo>
                <a:lnTo>
                  <a:pt x="793" y="3195"/>
                </a:lnTo>
                <a:lnTo>
                  <a:pt x="793" y="2928"/>
                </a:lnTo>
                <a:lnTo>
                  <a:pt x="1110" y="2928"/>
                </a:lnTo>
                <a:lnTo>
                  <a:pt x="1586" y="2928"/>
                </a:lnTo>
                <a:lnTo>
                  <a:pt x="1586" y="2751"/>
                </a:lnTo>
                <a:lnTo>
                  <a:pt x="1904" y="2751"/>
                </a:lnTo>
                <a:lnTo>
                  <a:pt x="1904" y="2573"/>
                </a:lnTo>
                <a:lnTo>
                  <a:pt x="2380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808" y="2573"/>
                </a:lnTo>
                <a:lnTo>
                  <a:pt x="3808" y="2307"/>
                </a:lnTo>
                <a:lnTo>
                  <a:pt x="4284" y="2307"/>
                </a:lnTo>
                <a:lnTo>
                  <a:pt x="4284" y="2130"/>
                </a:lnTo>
                <a:lnTo>
                  <a:pt x="4601" y="2130"/>
                </a:lnTo>
                <a:lnTo>
                  <a:pt x="5077" y="2130"/>
                </a:lnTo>
                <a:lnTo>
                  <a:pt x="5077" y="1863"/>
                </a:lnTo>
                <a:lnTo>
                  <a:pt x="5395" y="1863"/>
                </a:lnTo>
                <a:lnTo>
                  <a:pt x="5712" y="1863"/>
                </a:lnTo>
                <a:lnTo>
                  <a:pt x="5712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242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798"/>
                </a:lnTo>
                <a:lnTo>
                  <a:pt x="9997" y="798"/>
                </a:lnTo>
                <a:lnTo>
                  <a:pt x="10314" y="621"/>
                </a:lnTo>
                <a:lnTo>
                  <a:pt x="10790" y="621"/>
                </a:lnTo>
                <a:lnTo>
                  <a:pt x="10790" y="355"/>
                </a:lnTo>
                <a:lnTo>
                  <a:pt x="11108" y="355"/>
                </a:lnTo>
                <a:lnTo>
                  <a:pt x="11584" y="355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65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760509" y="2642558"/>
            <a:ext cx="13805" cy="3461"/>
          </a:xfrm>
          <a:custGeom>
            <a:avLst/>
            <a:gdLst/>
            <a:ahLst/>
            <a:cxnLst/>
            <a:rect l="l" t="t" r="r" b="b"/>
            <a:pathLst>
              <a:path w="13805" h="3461">
                <a:moveTo>
                  <a:pt x="0" y="3461"/>
                </a:moveTo>
                <a:lnTo>
                  <a:pt x="317" y="3461"/>
                </a:lnTo>
                <a:lnTo>
                  <a:pt x="317" y="3195"/>
                </a:lnTo>
                <a:lnTo>
                  <a:pt x="634" y="3195"/>
                </a:lnTo>
                <a:lnTo>
                  <a:pt x="1110" y="3195"/>
                </a:lnTo>
                <a:lnTo>
                  <a:pt x="1110" y="3017"/>
                </a:lnTo>
                <a:lnTo>
                  <a:pt x="1428" y="3017"/>
                </a:lnTo>
                <a:lnTo>
                  <a:pt x="1428" y="2751"/>
                </a:lnTo>
                <a:lnTo>
                  <a:pt x="1904" y="2751"/>
                </a:lnTo>
                <a:lnTo>
                  <a:pt x="2221" y="2751"/>
                </a:lnTo>
                <a:lnTo>
                  <a:pt x="2697" y="2573"/>
                </a:lnTo>
                <a:lnTo>
                  <a:pt x="3015" y="2573"/>
                </a:lnTo>
                <a:lnTo>
                  <a:pt x="3015" y="2396"/>
                </a:lnTo>
                <a:lnTo>
                  <a:pt x="3332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601" y="2396"/>
                </a:lnTo>
                <a:lnTo>
                  <a:pt x="4601" y="2130"/>
                </a:lnTo>
                <a:lnTo>
                  <a:pt x="4919" y="2130"/>
                </a:lnTo>
                <a:lnTo>
                  <a:pt x="5236" y="2130"/>
                </a:lnTo>
                <a:lnTo>
                  <a:pt x="5236" y="1952"/>
                </a:lnTo>
                <a:lnTo>
                  <a:pt x="5712" y="1952"/>
                </a:lnTo>
                <a:lnTo>
                  <a:pt x="6030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508"/>
                </a:lnTo>
                <a:lnTo>
                  <a:pt x="7299" y="1508"/>
                </a:lnTo>
                <a:lnTo>
                  <a:pt x="7299" y="1331"/>
                </a:lnTo>
                <a:lnTo>
                  <a:pt x="7616" y="1331"/>
                </a:lnTo>
                <a:lnTo>
                  <a:pt x="7934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6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774315" y="2639097"/>
            <a:ext cx="13329" cy="3461"/>
          </a:xfrm>
          <a:custGeom>
            <a:avLst/>
            <a:gdLst/>
            <a:ahLst/>
            <a:cxnLst/>
            <a:rect l="l" t="t" r="r" b="b"/>
            <a:pathLst>
              <a:path w="13329" h="3461">
                <a:moveTo>
                  <a:pt x="0" y="3461"/>
                </a:moveTo>
                <a:lnTo>
                  <a:pt x="317" y="3461"/>
                </a:lnTo>
                <a:lnTo>
                  <a:pt x="317" y="3283"/>
                </a:lnTo>
                <a:lnTo>
                  <a:pt x="634" y="3283"/>
                </a:lnTo>
                <a:lnTo>
                  <a:pt x="1110" y="3283"/>
                </a:lnTo>
                <a:lnTo>
                  <a:pt x="1110" y="3283"/>
                </a:lnTo>
                <a:lnTo>
                  <a:pt x="1110" y="3017"/>
                </a:lnTo>
                <a:lnTo>
                  <a:pt x="1428" y="3017"/>
                </a:lnTo>
                <a:lnTo>
                  <a:pt x="1904" y="3017"/>
                </a:lnTo>
                <a:lnTo>
                  <a:pt x="1904" y="2840"/>
                </a:lnTo>
                <a:lnTo>
                  <a:pt x="2221" y="2840"/>
                </a:lnTo>
                <a:lnTo>
                  <a:pt x="2538" y="2573"/>
                </a:lnTo>
                <a:lnTo>
                  <a:pt x="3015" y="2573"/>
                </a:lnTo>
                <a:lnTo>
                  <a:pt x="3332" y="2573"/>
                </a:lnTo>
                <a:lnTo>
                  <a:pt x="3332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601" y="2396"/>
                </a:lnTo>
                <a:lnTo>
                  <a:pt x="4601" y="2218"/>
                </a:lnTo>
                <a:lnTo>
                  <a:pt x="4919" y="2218"/>
                </a:lnTo>
                <a:lnTo>
                  <a:pt x="5236" y="2218"/>
                </a:lnTo>
                <a:lnTo>
                  <a:pt x="5712" y="2218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1952"/>
                </a:lnTo>
                <a:lnTo>
                  <a:pt x="6030" y="1775"/>
                </a:lnTo>
                <a:lnTo>
                  <a:pt x="6506" y="1775"/>
                </a:lnTo>
                <a:lnTo>
                  <a:pt x="6823" y="1775"/>
                </a:lnTo>
                <a:lnTo>
                  <a:pt x="6823" y="1508"/>
                </a:lnTo>
                <a:lnTo>
                  <a:pt x="7140" y="1508"/>
                </a:lnTo>
                <a:lnTo>
                  <a:pt x="7616" y="1508"/>
                </a:lnTo>
                <a:lnTo>
                  <a:pt x="7934" y="1331"/>
                </a:lnTo>
                <a:lnTo>
                  <a:pt x="8410" y="1331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887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7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787644" y="2635902"/>
            <a:ext cx="13488" cy="3195"/>
          </a:xfrm>
          <a:custGeom>
            <a:avLst/>
            <a:gdLst/>
            <a:ahLst/>
            <a:cxnLst/>
            <a:rect l="l" t="t" r="r" b="b"/>
            <a:pathLst>
              <a:path w="13488" h="3195">
                <a:moveTo>
                  <a:pt x="0" y="3195"/>
                </a:moveTo>
                <a:lnTo>
                  <a:pt x="476" y="3195"/>
                </a:lnTo>
                <a:lnTo>
                  <a:pt x="793" y="3195"/>
                </a:lnTo>
                <a:lnTo>
                  <a:pt x="1110" y="3195"/>
                </a:lnTo>
                <a:lnTo>
                  <a:pt x="1110" y="3195"/>
                </a:lnTo>
                <a:lnTo>
                  <a:pt x="1110" y="3017"/>
                </a:lnTo>
                <a:lnTo>
                  <a:pt x="1586" y="3017"/>
                </a:lnTo>
                <a:lnTo>
                  <a:pt x="1904" y="3017"/>
                </a:lnTo>
                <a:lnTo>
                  <a:pt x="1904" y="2840"/>
                </a:lnTo>
                <a:lnTo>
                  <a:pt x="2380" y="2840"/>
                </a:lnTo>
                <a:lnTo>
                  <a:pt x="2697" y="2840"/>
                </a:lnTo>
                <a:lnTo>
                  <a:pt x="3015" y="2573"/>
                </a:lnTo>
                <a:lnTo>
                  <a:pt x="3491" y="2573"/>
                </a:lnTo>
                <a:lnTo>
                  <a:pt x="3491" y="2396"/>
                </a:lnTo>
                <a:lnTo>
                  <a:pt x="3808" y="2396"/>
                </a:lnTo>
                <a:lnTo>
                  <a:pt x="4284" y="2396"/>
                </a:lnTo>
                <a:lnTo>
                  <a:pt x="4284" y="2396"/>
                </a:lnTo>
                <a:lnTo>
                  <a:pt x="4284" y="2130"/>
                </a:lnTo>
                <a:lnTo>
                  <a:pt x="4601" y="2130"/>
                </a:lnTo>
                <a:lnTo>
                  <a:pt x="4919" y="2130"/>
                </a:lnTo>
                <a:lnTo>
                  <a:pt x="4919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25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801133" y="2632884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3017"/>
                </a:moveTo>
                <a:lnTo>
                  <a:pt x="317" y="3017"/>
                </a:lnTo>
                <a:lnTo>
                  <a:pt x="634" y="3017"/>
                </a:lnTo>
                <a:lnTo>
                  <a:pt x="634" y="2840"/>
                </a:lnTo>
                <a:lnTo>
                  <a:pt x="1110" y="2840"/>
                </a:lnTo>
                <a:lnTo>
                  <a:pt x="1428" y="2840"/>
                </a:lnTo>
                <a:lnTo>
                  <a:pt x="1904" y="2573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015" y="2396"/>
                </a:lnTo>
                <a:lnTo>
                  <a:pt x="3332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125" y="2396"/>
                </a:lnTo>
                <a:lnTo>
                  <a:pt x="4125" y="2130"/>
                </a:lnTo>
                <a:lnTo>
                  <a:pt x="4601" y="2130"/>
                </a:lnTo>
                <a:lnTo>
                  <a:pt x="4601" y="1952"/>
                </a:lnTo>
                <a:lnTo>
                  <a:pt x="4919" y="1952"/>
                </a:lnTo>
                <a:lnTo>
                  <a:pt x="5236" y="1952"/>
                </a:lnTo>
                <a:lnTo>
                  <a:pt x="5712" y="1952"/>
                </a:lnTo>
                <a:lnTo>
                  <a:pt x="5712" y="1775"/>
                </a:lnTo>
                <a:lnTo>
                  <a:pt x="6030" y="1775"/>
                </a:lnTo>
                <a:lnTo>
                  <a:pt x="6506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823" y="1508"/>
                </a:lnTo>
                <a:lnTo>
                  <a:pt x="7140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7934" y="1331"/>
                </a:lnTo>
                <a:lnTo>
                  <a:pt x="8410" y="1331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631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1742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814939" y="2629866"/>
            <a:ext cx="13329" cy="3017"/>
          </a:xfrm>
          <a:custGeom>
            <a:avLst/>
            <a:gdLst/>
            <a:ahLst/>
            <a:cxnLst/>
            <a:rect l="l" t="t" r="r" b="b"/>
            <a:pathLst>
              <a:path w="13329" h="3017">
                <a:moveTo>
                  <a:pt x="0" y="3017"/>
                </a:moveTo>
                <a:lnTo>
                  <a:pt x="317" y="3017"/>
                </a:lnTo>
                <a:lnTo>
                  <a:pt x="634" y="3017"/>
                </a:lnTo>
                <a:lnTo>
                  <a:pt x="634" y="2840"/>
                </a:lnTo>
                <a:lnTo>
                  <a:pt x="1110" y="2840"/>
                </a:lnTo>
                <a:lnTo>
                  <a:pt x="1110" y="2573"/>
                </a:lnTo>
                <a:lnTo>
                  <a:pt x="1428" y="2573"/>
                </a:lnTo>
                <a:lnTo>
                  <a:pt x="1904" y="2573"/>
                </a:lnTo>
                <a:lnTo>
                  <a:pt x="2221" y="2573"/>
                </a:lnTo>
                <a:lnTo>
                  <a:pt x="2221" y="2396"/>
                </a:lnTo>
                <a:lnTo>
                  <a:pt x="2538" y="2396"/>
                </a:lnTo>
                <a:lnTo>
                  <a:pt x="3015" y="2396"/>
                </a:lnTo>
                <a:lnTo>
                  <a:pt x="3015" y="2218"/>
                </a:lnTo>
                <a:lnTo>
                  <a:pt x="3332" y="2218"/>
                </a:lnTo>
                <a:lnTo>
                  <a:pt x="3808" y="2218"/>
                </a:lnTo>
                <a:lnTo>
                  <a:pt x="4125" y="2218"/>
                </a:lnTo>
                <a:lnTo>
                  <a:pt x="4601" y="2218"/>
                </a:lnTo>
                <a:lnTo>
                  <a:pt x="4601" y="1952"/>
                </a:lnTo>
                <a:lnTo>
                  <a:pt x="4919" y="1952"/>
                </a:lnTo>
                <a:lnTo>
                  <a:pt x="5236" y="1952"/>
                </a:lnTo>
                <a:lnTo>
                  <a:pt x="5236" y="1775"/>
                </a:lnTo>
                <a:lnTo>
                  <a:pt x="5712" y="1775"/>
                </a:lnTo>
                <a:lnTo>
                  <a:pt x="6030" y="1775"/>
                </a:lnTo>
                <a:lnTo>
                  <a:pt x="6030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7140" y="1508"/>
                </a:lnTo>
                <a:lnTo>
                  <a:pt x="7140" y="1331"/>
                </a:lnTo>
                <a:lnTo>
                  <a:pt x="7616" y="1331"/>
                </a:lnTo>
                <a:lnTo>
                  <a:pt x="7616" y="1153"/>
                </a:lnTo>
                <a:lnTo>
                  <a:pt x="7934" y="1153"/>
                </a:lnTo>
                <a:lnTo>
                  <a:pt x="8410" y="1153"/>
                </a:lnTo>
                <a:lnTo>
                  <a:pt x="8727" y="1153"/>
                </a:lnTo>
                <a:lnTo>
                  <a:pt x="8727" y="887"/>
                </a:lnTo>
                <a:lnTo>
                  <a:pt x="9045" y="887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631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1742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828268" y="2626937"/>
            <a:ext cx="13805" cy="2928"/>
          </a:xfrm>
          <a:custGeom>
            <a:avLst/>
            <a:gdLst/>
            <a:ahLst/>
            <a:cxnLst/>
            <a:rect l="l" t="t" r="r" b="b"/>
            <a:pathLst>
              <a:path w="13805" h="2928">
                <a:moveTo>
                  <a:pt x="0" y="2928"/>
                </a:moveTo>
                <a:lnTo>
                  <a:pt x="0" y="2751"/>
                </a:lnTo>
                <a:lnTo>
                  <a:pt x="317" y="2751"/>
                </a:lnTo>
                <a:lnTo>
                  <a:pt x="793" y="2751"/>
                </a:lnTo>
                <a:lnTo>
                  <a:pt x="1110" y="2751"/>
                </a:lnTo>
                <a:lnTo>
                  <a:pt x="1586" y="2751"/>
                </a:lnTo>
                <a:lnTo>
                  <a:pt x="1904" y="2751"/>
                </a:lnTo>
                <a:lnTo>
                  <a:pt x="1904" y="2573"/>
                </a:lnTo>
                <a:lnTo>
                  <a:pt x="2380" y="2573"/>
                </a:lnTo>
                <a:lnTo>
                  <a:pt x="2697" y="2573"/>
                </a:lnTo>
                <a:lnTo>
                  <a:pt x="2697" y="2307"/>
                </a:lnTo>
                <a:lnTo>
                  <a:pt x="3015" y="2307"/>
                </a:lnTo>
                <a:lnTo>
                  <a:pt x="3491" y="2307"/>
                </a:lnTo>
                <a:lnTo>
                  <a:pt x="3491" y="2130"/>
                </a:lnTo>
                <a:lnTo>
                  <a:pt x="3808" y="2130"/>
                </a:lnTo>
                <a:lnTo>
                  <a:pt x="4284" y="2130"/>
                </a:lnTo>
                <a:lnTo>
                  <a:pt x="4284" y="1863"/>
                </a:lnTo>
                <a:lnTo>
                  <a:pt x="4601" y="1863"/>
                </a:lnTo>
                <a:lnTo>
                  <a:pt x="4919" y="1863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798"/>
                </a:lnTo>
                <a:lnTo>
                  <a:pt x="9997" y="798"/>
                </a:lnTo>
                <a:lnTo>
                  <a:pt x="10314" y="798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694" y="355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805" y="0"/>
                </a:lnTo>
              </a:path>
            </a:pathLst>
          </a:custGeom>
          <a:ln w="223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842074" y="2624097"/>
            <a:ext cx="13488" cy="2840"/>
          </a:xfrm>
          <a:custGeom>
            <a:avLst/>
            <a:gdLst/>
            <a:ahLst/>
            <a:cxnLst/>
            <a:rect l="l" t="t" r="r" b="b"/>
            <a:pathLst>
              <a:path w="13488" h="2840">
                <a:moveTo>
                  <a:pt x="0" y="2840"/>
                </a:moveTo>
                <a:lnTo>
                  <a:pt x="317" y="2840"/>
                </a:lnTo>
                <a:lnTo>
                  <a:pt x="793" y="2840"/>
                </a:lnTo>
                <a:lnTo>
                  <a:pt x="793" y="2573"/>
                </a:lnTo>
                <a:lnTo>
                  <a:pt x="1110" y="2573"/>
                </a:lnTo>
                <a:lnTo>
                  <a:pt x="1586" y="2573"/>
                </a:lnTo>
                <a:lnTo>
                  <a:pt x="1586" y="2396"/>
                </a:lnTo>
                <a:lnTo>
                  <a:pt x="1904" y="2396"/>
                </a:lnTo>
                <a:lnTo>
                  <a:pt x="2221" y="2396"/>
                </a:lnTo>
                <a:lnTo>
                  <a:pt x="2221" y="2396"/>
                </a:lnTo>
                <a:lnTo>
                  <a:pt x="2697" y="2130"/>
                </a:lnTo>
                <a:lnTo>
                  <a:pt x="3015" y="2130"/>
                </a:lnTo>
                <a:lnTo>
                  <a:pt x="3015" y="1952"/>
                </a:lnTo>
                <a:lnTo>
                  <a:pt x="3491" y="1952"/>
                </a:lnTo>
                <a:lnTo>
                  <a:pt x="3808" y="1952"/>
                </a:lnTo>
                <a:lnTo>
                  <a:pt x="4284" y="1952"/>
                </a:lnTo>
                <a:lnTo>
                  <a:pt x="4601" y="1952"/>
                </a:lnTo>
                <a:lnTo>
                  <a:pt x="4919" y="1952"/>
                </a:lnTo>
                <a:lnTo>
                  <a:pt x="4919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331"/>
                </a:lnTo>
                <a:lnTo>
                  <a:pt x="7299" y="1331"/>
                </a:lnTo>
                <a:lnTo>
                  <a:pt x="7299" y="1331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855562" y="2621346"/>
            <a:ext cx="13329" cy="2751"/>
          </a:xfrm>
          <a:custGeom>
            <a:avLst/>
            <a:gdLst/>
            <a:ahLst/>
            <a:cxnLst/>
            <a:rect l="l" t="t" r="r" b="b"/>
            <a:pathLst>
              <a:path w="13329" h="2751">
                <a:moveTo>
                  <a:pt x="0" y="2751"/>
                </a:moveTo>
                <a:lnTo>
                  <a:pt x="0" y="2751"/>
                </a:lnTo>
                <a:lnTo>
                  <a:pt x="317" y="2573"/>
                </a:lnTo>
                <a:lnTo>
                  <a:pt x="634" y="2573"/>
                </a:lnTo>
                <a:lnTo>
                  <a:pt x="1110" y="2573"/>
                </a:lnTo>
                <a:lnTo>
                  <a:pt x="1110" y="2307"/>
                </a:lnTo>
                <a:lnTo>
                  <a:pt x="1428" y="2307"/>
                </a:lnTo>
                <a:lnTo>
                  <a:pt x="1904" y="2307"/>
                </a:lnTo>
                <a:lnTo>
                  <a:pt x="2221" y="2307"/>
                </a:lnTo>
                <a:lnTo>
                  <a:pt x="2538" y="2307"/>
                </a:lnTo>
                <a:lnTo>
                  <a:pt x="3015" y="2307"/>
                </a:lnTo>
                <a:lnTo>
                  <a:pt x="3015" y="2130"/>
                </a:lnTo>
                <a:lnTo>
                  <a:pt x="3332" y="2130"/>
                </a:lnTo>
                <a:lnTo>
                  <a:pt x="3808" y="2130"/>
                </a:lnTo>
                <a:lnTo>
                  <a:pt x="3808" y="1952"/>
                </a:lnTo>
                <a:lnTo>
                  <a:pt x="4125" y="1952"/>
                </a:lnTo>
                <a:lnTo>
                  <a:pt x="4443" y="1952"/>
                </a:lnTo>
                <a:lnTo>
                  <a:pt x="4443" y="1686"/>
                </a:lnTo>
                <a:lnTo>
                  <a:pt x="4919" y="1686"/>
                </a:lnTo>
                <a:lnTo>
                  <a:pt x="5236" y="1686"/>
                </a:lnTo>
                <a:lnTo>
                  <a:pt x="5712" y="1686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242"/>
                </a:lnTo>
                <a:lnTo>
                  <a:pt x="6823" y="1242"/>
                </a:lnTo>
                <a:lnTo>
                  <a:pt x="7140" y="1242"/>
                </a:lnTo>
                <a:lnTo>
                  <a:pt x="7616" y="1242"/>
                </a:lnTo>
                <a:lnTo>
                  <a:pt x="7934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727" y="1065"/>
                </a:lnTo>
                <a:lnTo>
                  <a:pt x="9045" y="1065"/>
                </a:lnTo>
                <a:lnTo>
                  <a:pt x="9045" y="887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631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536" y="177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3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868892" y="2618772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2573"/>
                </a:moveTo>
                <a:lnTo>
                  <a:pt x="317" y="2573"/>
                </a:lnTo>
                <a:lnTo>
                  <a:pt x="793" y="2573"/>
                </a:lnTo>
                <a:lnTo>
                  <a:pt x="1110" y="2573"/>
                </a:lnTo>
                <a:lnTo>
                  <a:pt x="1110" y="2307"/>
                </a:lnTo>
                <a:lnTo>
                  <a:pt x="1586" y="2307"/>
                </a:lnTo>
                <a:lnTo>
                  <a:pt x="1904" y="2307"/>
                </a:lnTo>
                <a:lnTo>
                  <a:pt x="2380" y="2307"/>
                </a:lnTo>
                <a:lnTo>
                  <a:pt x="2380" y="2130"/>
                </a:lnTo>
                <a:lnTo>
                  <a:pt x="2697" y="2130"/>
                </a:lnTo>
                <a:lnTo>
                  <a:pt x="3015" y="2130"/>
                </a:lnTo>
                <a:lnTo>
                  <a:pt x="3491" y="2130"/>
                </a:lnTo>
                <a:lnTo>
                  <a:pt x="3491" y="1952"/>
                </a:lnTo>
                <a:lnTo>
                  <a:pt x="3808" y="1952"/>
                </a:lnTo>
                <a:lnTo>
                  <a:pt x="4284" y="1952"/>
                </a:lnTo>
                <a:lnTo>
                  <a:pt x="4284" y="1686"/>
                </a:lnTo>
                <a:lnTo>
                  <a:pt x="4601" y="1686"/>
                </a:lnTo>
                <a:lnTo>
                  <a:pt x="4919" y="1686"/>
                </a:lnTo>
                <a:lnTo>
                  <a:pt x="4919" y="1686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8886" y="887"/>
                </a:lnTo>
                <a:lnTo>
                  <a:pt x="9203" y="887"/>
                </a:lnTo>
                <a:lnTo>
                  <a:pt x="9521" y="887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882698" y="2616198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2573"/>
                </a:moveTo>
                <a:lnTo>
                  <a:pt x="317" y="2573"/>
                </a:lnTo>
                <a:lnTo>
                  <a:pt x="793" y="2573"/>
                </a:lnTo>
                <a:lnTo>
                  <a:pt x="793" y="2307"/>
                </a:lnTo>
                <a:lnTo>
                  <a:pt x="1110" y="2307"/>
                </a:lnTo>
                <a:lnTo>
                  <a:pt x="1586" y="2307"/>
                </a:lnTo>
                <a:lnTo>
                  <a:pt x="1904" y="2130"/>
                </a:lnTo>
                <a:lnTo>
                  <a:pt x="2221" y="2130"/>
                </a:lnTo>
                <a:lnTo>
                  <a:pt x="2697" y="1952"/>
                </a:lnTo>
                <a:lnTo>
                  <a:pt x="3015" y="1952"/>
                </a:lnTo>
                <a:lnTo>
                  <a:pt x="3491" y="1952"/>
                </a:lnTo>
                <a:lnTo>
                  <a:pt x="3808" y="1686"/>
                </a:lnTo>
                <a:lnTo>
                  <a:pt x="4284" y="1686"/>
                </a:lnTo>
                <a:lnTo>
                  <a:pt x="4601" y="1686"/>
                </a:lnTo>
                <a:lnTo>
                  <a:pt x="4919" y="1686"/>
                </a:lnTo>
                <a:lnTo>
                  <a:pt x="5395" y="1686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896027" y="2613801"/>
            <a:ext cx="13805" cy="2396"/>
          </a:xfrm>
          <a:custGeom>
            <a:avLst/>
            <a:gdLst/>
            <a:ahLst/>
            <a:cxnLst/>
            <a:rect l="l" t="t" r="r" b="b"/>
            <a:pathLst>
              <a:path w="13805" h="2396">
                <a:moveTo>
                  <a:pt x="0" y="2396"/>
                </a:moveTo>
                <a:lnTo>
                  <a:pt x="476" y="2396"/>
                </a:lnTo>
                <a:lnTo>
                  <a:pt x="793" y="2396"/>
                </a:lnTo>
                <a:lnTo>
                  <a:pt x="1269" y="2396"/>
                </a:lnTo>
                <a:lnTo>
                  <a:pt x="1269" y="2130"/>
                </a:lnTo>
                <a:lnTo>
                  <a:pt x="1586" y="2130"/>
                </a:lnTo>
                <a:lnTo>
                  <a:pt x="2062" y="2130"/>
                </a:lnTo>
                <a:lnTo>
                  <a:pt x="2062" y="2130"/>
                </a:lnTo>
                <a:lnTo>
                  <a:pt x="2062" y="1952"/>
                </a:lnTo>
                <a:lnTo>
                  <a:pt x="2380" y="1952"/>
                </a:lnTo>
                <a:lnTo>
                  <a:pt x="2697" y="1952"/>
                </a:lnTo>
                <a:lnTo>
                  <a:pt x="3173" y="1952"/>
                </a:lnTo>
                <a:lnTo>
                  <a:pt x="3173" y="1775"/>
                </a:lnTo>
                <a:lnTo>
                  <a:pt x="3491" y="1775"/>
                </a:lnTo>
                <a:lnTo>
                  <a:pt x="3967" y="1775"/>
                </a:lnTo>
                <a:lnTo>
                  <a:pt x="4284" y="1775"/>
                </a:lnTo>
                <a:lnTo>
                  <a:pt x="4601" y="1775"/>
                </a:lnTo>
                <a:lnTo>
                  <a:pt x="5077" y="1775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331"/>
                </a:lnTo>
                <a:lnTo>
                  <a:pt x="6188" y="1331"/>
                </a:lnTo>
                <a:lnTo>
                  <a:pt x="6664" y="1331"/>
                </a:lnTo>
                <a:lnTo>
                  <a:pt x="6982" y="1331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887"/>
                </a:lnTo>
                <a:lnTo>
                  <a:pt x="8569" y="887"/>
                </a:lnTo>
                <a:lnTo>
                  <a:pt x="8886" y="887"/>
                </a:lnTo>
                <a:lnTo>
                  <a:pt x="9203" y="887"/>
                </a:lnTo>
                <a:lnTo>
                  <a:pt x="9203" y="710"/>
                </a:lnTo>
                <a:lnTo>
                  <a:pt x="9679" y="710"/>
                </a:lnTo>
                <a:lnTo>
                  <a:pt x="9997" y="710"/>
                </a:lnTo>
                <a:lnTo>
                  <a:pt x="9997" y="710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3170" y="266"/>
                </a:lnTo>
                <a:lnTo>
                  <a:pt x="13170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1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909833" y="2611494"/>
            <a:ext cx="13488" cy="2307"/>
          </a:xfrm>
          <a:custGeom>
            <a:avLst/>
            <a:gdLst/>
            <a:ahLst/>
            <a:cxnLst/>
            <a:rect l="l" t="t" r="r" b="b"/>
            <a:pathLst>
              <a:path w="13488" h="2307">
                <a:moveTo>
                  <a:pt x="0" y="2307"/>
                </a:moveTo>
                <a:lnTo>
                  <a:pt x="476" y="2130"/>
                </a:lnTo>
                <a:lnTo>
                  <a:pt x="793" y="2130"/>
                </a:lnTo>
                <a:lnTo>
                  <a:pt x="1269" y="2130"/>
                </a:lnTo>
                <a:lnTo>
                  <a:pt x="1586" y="2130"/>
                </a:lnTo>
                <a:lnTo>
                  <a:pt x="1586" y="1863"/>
                </a:lnTo>
                <a:lnTo>
                  <a:pt x="1904" y="1863"/>
                </a:lnTo>
                <a:lnTo>
                  <a:pt x="2380" y="1863"/>
                </a:lnTo>
                <a:lnTo>
                  <a:pt x="2380" y="1686"/>
                </a:lnTo>
                <a:lnTo>
                  <a:pt x="2697" y="1686"/>
                </a:lnTo>
                <a:lnTo>
                  <a:pt x="3173" y="1686"/>
                </a:lnTo>
                <a:lnTo>
                  <a:pt x="3491" y="1686"/>
                </a:lnTo>
                <a:lnTo>
                  <a:pt x="3967" y="1686"/>
                </a:lnTo>
                <a:lnTo>
                  <a:pt x="4284" y="1686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798"/>
                </a:lnTo>
                <a:lnTo>
                  <a:pt x="8569" y="798"/>
                </a:lnTo>
                <a:lnTo>
                  <a:pt x="8886" y="798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1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923321" y="2609364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2130"/>
                </a:moveTo>
                <a:lnTo>
                  <a:pt x="317" y="2130"/>
                </a:lnTo>
                <a:lnTo>
                  <a:pt x="793" y="2130"/>
                </a:lnTo>
                <a:lnTo>
                  <a:pt x="793" y="2130"/>
                </a:lnTo>
                <a:lnTo>
                  <a:pt x="1110" y="1863"/>
                </a:lnTo>
                <a:lnTo>
                  <a:pt x="1586" y="1863"/>
                </a:lnTo>
                <a:lnTo>
                  <a:pt x="1904" y="1863"/>
                </a:lnTo>
                <a:lnTo>
                  <a:pt x="1904" y="1686"/>
                </a:lnTo>
                <a:lnTo>
                  <a:pt x="2221" y="1686"/>
                </a:lnTo>
                <a:lnTo>
                  <a:pt x="2697" y="1686"/>
                </a:lnTo>
                <a:lnTo>
                  <a:pt x="3015" y="1686"/>
                </a:lnTo>
                <a:lnTo>
                  <a:pt x="3015" y="1420"/>
                </a:lnTo>
                <a:lnTo>
                  <a:pt x="3491" y="1420"/>
                </a:lnTo>
                <a:lnTo>
                  <a:pt x="3808" y="1420"/>
                </a:lnTo>
                <a:lnTo>
                  <a:pt x="3808" y="1420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188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299" y="798"/>
                </a:lnTo>
                <a:lnTo>
                  <a:pt x="7616" y="798"/>
                </a:lnTo>
                <a:lnTo>
                  <a:pt x="8093" y="798"/>
                </a:lnTo>
                <a:lnTo>
                  <a:pt x="8410" y="798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521" y="355"/>
                </a:lnTo>
                <a:lnTo>
                  <a:pt x="9997" y="355"/>
                </a:lnTo>
                <a:lnTo>
                  <a:pt x="10314" y="355"/>
                </a:lnTo>
                <a:lnTo>
                  <a:pt x="10790" y="355"/>
                </a:lnTo>
                <a:lnTo>
                  <a:pt x="10790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37127" y="2607145"/>
            <a:ext cx="13329" cy="2218"/>
          </a:xfrm>
          <a:custGeom>
            <a:avLst/>
            <a:gdLst/>
            <a:ahLst/>
            <a:cxnLst/>
            <a:rect l="l" t="t" r="r" b="b"/>
            <a:pathLst>
              <a:path w="13329" h="2218">
                <a:moveTo>
                  <a:pt x="0" y="2218"/>
                </a:moveTo>
                <a:lnTo>
                  <a:pt x="317" y="2218"/>
                </a:lnTo>
                <a:lnTo>
                  <a:pt x="317" y="2218"/>
                </a:lnTo>
                <a:lnTo>
                  <a:pt x="317" y="1952"/>
                </a:lnTo>
                <a:lnTo>
                  <a:pt x="793" y="1952"/>
                </a:lnTo>
                <a:lnTo>
                  <a:pt x="1110" y="1952"/>
                </a:lnTo>
                <a:lnTo>
                  <a:pt x="1428" y="1952"/>
                </a:lnTo>
                <a:lnTo>
                  <a:pt x="1428" y="1775"/>
                </a:lnTo>
                <a:lnTo>
                  <a:pt x="1904" y="1775"/>
                </a:lnTo>
                <a:lnTo>
                  <a:pt x="2221" y="1775"/>
                </a:lnTo>
                <a:lnTo>
                  <a:pt x="2697" y="1775"/>
                </a:lnTo>
                <a:lnTo>
                  <a:pt x="2697" y="1508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125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410" y="710"/>
                </a:lnTo>
                <a:lnTo>
                  <a:pt x="8727" y="710"/>
                </a:lnTo>
                <a:lnTo>
                  <a:pt x="9203" y="710"/>
                </a:lnTo>
                <a:lnTo>
                  <a:pt x="9521" y="710"/>
                </a:lnTo>
                <a:lnTo>
                  <a:pt x="9997" y="710"/>
                </a:lnTo>
                <a:lnTo>
                  <a:pt x="9997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1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950457" y="2605281"/>
            <a:ext cx="13488" cy="1863"/>
          </a:xfrm>
          <a:custGeom>
            <a:avLst/>
            <a:gdLst/>
            <a:ahLst/>
            <a:cxnLst/>
            <a:rect l="l" t="t" r="r" b="b"/>
            <a:pathLst>
              <a:path w="13488" h="1863">
                <a:moveTo>
                  <a:pt x="0" y="1863"/>
                </a:moveTo>
                <a:lnTo>
                  <a:pt x="476" y="1863"/>
                </a:lnTo>
                <a:lnTo>
                  <a:pt x="793" y="1863"/>
                </a:lnTo>
                <a:lnTo>
                  <a:pt x="1269" y="1863"/>
                </a:lnTo>
                <a:lnTo>
                  <a:pt x="1269" y="1863"/>
                </a:lnTo>
                <a:lnTo>
                  <a:pt x="1269" y="1686"/>
                </a:lnTo>
                <a:lnTo>
                  <a:pt x="1586" y="1686"/>
                </a:lnTo>
                <a:lnTo>
                  <a:pt x="1904" y="1686"/>
                </a:lnTo>
                <a:lnTo>
                  <a:pt x="2380" y="1686"/>
                </a:lnTo>
                <a:lnTo>
                  <a:pt x="2380" y="1508"/>
                </a:lnTo>
                <a:lnTo>
                  <a:pt x="2697" y="1508"/>
                </a:lnTo>
                <a:lnTo>
                  <a:pt x="3173" y="1508"/>
                </a:lnTo>
                <a:lnTo>
                  <a:pt x="3491" y="1508"/>
                </a:lnTo>
                <a:lnTo>
                  <a:pt x="3491" y="1508"/>
                </a:lnTo>
                <a:lnTo>
                  <a:pt x="3491" y="1242"/>
                </a:lnTo>
                <a:lnTo>
                  <a:pt x="3808" y="1242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242"/>
                </a:lnTo>
                <a:lnTo>
                  <a:pt x="5077" y="1065"/>
                </a:lnTo>
                <a:lnTo>
                  <a:pt x="5395" y="1065"/>
                </a:lnTo>
                <a:lnTo>
                  <a:pt x="5871" y="1065"/>
                </a:lnTo>
                <a:lnTo>
                  <a:pt x="6188" y="1065"/>
                </a:lnTo>
                <a:lnTo>
                  <a:pt x="6188" y="798"/>
                </a:lnTo>
                <a:lnTo>
                  <a:pt x="6506" y="798"/>
                </a:lnTo>
                <a:lnTo>
                  <a:pt x="6982" y="798"/>
                </a:lnTo>
                <a:lnTo>
                  <a:pt x="7299" y="798"/>
                </a:lnTo>
                <a:lnTo>
                  <a:pt x="7299" y="621"/>
                </a:lnTo>
                <a:lnTo>
                  <a:pt x="7775" y="621"/>
                </a:lnTo>
                <a:lnTo>
                  <a:pt x="8093" y="621"/>
                </a:lnTo>
                <a:lnTo>
                  <a:pt x="8410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679" y="355"/>
                </a:lnTo>
                <a:lnTo>
                  <a:pt x="9997" y="355"/>
                </a:lnTo>
                <a:lnTo>
                  <a:pt x="10473" y="355"/>
                </a:lnTo>
                <a:lnTo>
                  <a:pt x="10790" y="355"/>
                </a:lnTo>
                <a:lnTo>
                  <a:pt x="11108" y="355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9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963945" y="2603328"/>
            <a:ext cx="13329" cy="1952"/>
          </a:xfrm>
          <a:custGeom>
            <a:avLst/>
            <a:gdLst/>
            <a:ahLst/>
            <a:cxnLst/>
            <a:rect l="l" t="t" r="r" b="b"/>
            <a:pathLst>
              <a:path w="13329" h="1952">
                <a:moveTo>
                  <a:pt x="0" y="1952"/>
                </a:moveTo>
                <a:lnTo>
                  <a:pt x="317" y="1952"/>
                </a:lnTo>
                <a:lnTo>
                  <a:pt x="317" y="1952"/>
                </a:lnTo>
                <a:lnTo>
                  <a:pt x="317" y="1686"/>
                </a:lnTo>
                <a:lnTo>
                  <a:pt x="793" y="1686"/>
                </a:lnTo>
                <a:lnTo>
                  <a:pt x="1110" y="1686"/>
                </a:lnTo>
                <a:lnTo>
                  <a:pt x="1586" y="1686"/>
                </a:lnTo>
                <a:lnTo>
                  <a:pt x="1586" y="1508"/>
                </a:lnTo>
                <a:lnTo>
                  <a:pt x="1904" y="1508"/>
                </a:lnTo>
                <a:lnTo>
                  <a:pt x="2221" y="1508"/>
                </a:lnTo>
                <a:lnTo>
                  <a:pt x="2697" y="1508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125" y="1508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093" y="621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20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977275" y="2601642"/>
            <a:ext cx="13805" cy="1686"/>
          </a:xfrm>
          <a:custGeom>
            <a:avLst/>
            <a:gdLst/>
            <a:ahLst/>
            <a:cxnLst/>
            <a:rect l="l" t="t" r="r" b="b"/>
            <a:pathLst>
              <a:path w="13805" h="1686">
                <a:moveTo>
                  <a:pt x="0" y="1686"/>
                </a:moveTo>
                <a:lnTo>
                  <a:pt x="476" y="1686"/>
                </a:lnTo>
                <a:lnTo>
                  <a:pt x="793" y="1686"/>
                </a:lnTo>
                <a:lnTo>
                  <a:pt x="1269" y="1686"/>
                </a:lnTo>
                <a:lnTo>
                  <a:pt x="1586" y="1686"/>
                </a:lnTo>
                <a:lnTo>
                  <a:pt x="1586" y="1420"/>
                </a:lnTo>
                <a:lnTo>
                  <a:pt x="1904" y="1420"/>
                </a:lnTo>
                <a:lnTo>
                  <a:pt x="2380" y="1420"/>
                </a:lnTo>
                <a:lnTo>
                  <a:pt x="2697" y="1420"/>
                </a:lnTo>
                <a:lnTo>
                  <a:pt x="2697" y="1242"/>
                </a:lnTo>
                <a:lnTo>
                  <a:pt x="3173" y="1242"/>
                </a:lnTo>
                <a:lnTo>
                  <a:pt x="3491" y="1242"/>
                </a:lnTo>
                <a:lnTo>
                  <a:pt x="3967" y="1242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871" y="1065"/>
                </a:lnTo>
                <a:lnTo>
                  <a:pt x="5871" y="798"/>
                </a:lnTo>
                <a:lnTo>
                  <a:pt x="6188" y="798"/>
                </a:lnTo>
                <a:lnTo>
                  <a:pt x="6506" y="798"/>
                </a:lnTo>
                <a:lnTo>
                  <a:pt x="6982" y="798"/>
                </a:lnTo>
                <a:lnTo>
                  <a:pt x="7299" y="798"/>
                </a:lnTo>
                <a:lnTo>
                  <a:pt x="7775" y="798"/>
                </a:lnTo>
                <a:lnTo>
                  <a:pt x="8093" y="798"/>
                </a:lnTo>
                <a:lnTo>
                  <a:pt x="8569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9997" y="355"/>
                </a:lnTo>
                <a:lnTo>
                  <a:pt x="10473" y="355"/>
                </a:lnTo>
                <a:lnTo>
                  <a:pt x="10790" y="355"/>
                </a:lnTo>
                <a:lnTo>
                  <a:pt x="11108" y="355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991081" y="2600133"/>
            <a:ext cx="13488" cy="1508"/>
          </a:xfrm>
          <a:custGeom>
            <a:avLst/>
            <a:gdLst/>
            <a:ahLst/>
            <a:cxnLst/>
            <a:rect l="l" t="t" r="r" b="b"/>
            <a:pathLst>
              <a:path w="13488" h="1508">
                <a:moveTo>
                  <a:pt x="0" y="1508"/>
                </a:moveTo>
                <a:lnTo>
                  <a:pt x="0" y="1242"/>
                </a:lnTo>
                <a:lnTo>
                  <a:pt x="476" y="1242"/>
                </a:lnTo>
                <a:lnTo>
                  <a:pt x="793" y="1242"/>
                </a:lnTo>
                <a:lnTo>
                  <a:pt x="1269" y="1242"/>
                </a:lnTo>
                <a:lnTo>
                  <a:pt x="1586" y="1242"/>
                </a:lnTo>
                <a:lnTo>
                  <a:pt x="1904" y="1242"/>
                </a:lnTo>
                <a:lnTo>
                  <a:pt x="1904" y="1065"/>
                </a:lnTo>
                <a:lnTo>
                  <a:pt x="2380" y="1065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798"/>
                </a:lnTo>
                <a:lnTo>
                  <a:pt x="5077" y="798"/>
                </a:lnTo>
                <a:lnTo>
                  <a:pt x="5395" y="798"/>
                </a:lnTo>
                <a:lnTo>
                  <a:pt x="5871" y="798"/>
                </a:lnTo>
                <a:lnTo>
                  <a:pt x="6188" y="798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7775" y="355"/>
                </a:lnTo>
                <a:lnTo>
                  <a:pt x="8093" y="355"/>
                </a:lnTo>
                <a:lnTo>
                  <a:pt x="8410" y="355"/>
                </a:lnTo>
                <a:lnTo>
                  <a:pt x="8886" y="355"/>
                </a:lnTo>
                <a:lnTo>
                  <a:pt x="9203" y="355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473" y="177"/>
                </a:lnTo>
                <a:lnTo>
                  <a:pt x="10790" y="177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004569" y="2598358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1775"/>
                </a:moveTo>
                <a:lnTo>
                  <a:pt x="317" y="1775"/>
                </a:lnTo>
                <a:lnTo>
                  <a:pt x="317" y="1508"/>
                </a:lnTo>
                <a:lnTo>
                  <a:pt x="793" y="1508"/>
                </a:lnTo>
                <a:lnTo>
                  <a:pt x="1110" y="1508"/>
                </a:lnTo>
                <a:lnTo>
                  <a:pt x="1428" y="1508"/>
                </a:lnTo>
                <a:lnTo>
                  <a:pt x="1904" y="1508"/>
                </a:lnTo>
                <a:lnTo>
                  <a:pt x="1904" y="1331"/>
                </a:lnTo>
                <a:lnTo>
                  <a:pt x="2221" y="1331"/>
                </a:lnTo>
                <a:lnTo>
                  <a:pt x="2697" y="1331"/>
                </a:lnTo>
                <a:lnTo>
                  <a:pt x="3015" y="1331"/>
                </a:lnTo>
                <a:lnTo>
                  <a:pt x="3491" y="1331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395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6823" y="710"/>
                </a:lnTo>
                <a:lnTo>
                  <a:pt x="7299" y="710"/>
                </a:lnTo>
                <a:lnTo>
                  <a:pt x="7616" y="710"/>
                </a:lnTo>
                <a:lnTo>
                  <a:pt x="8093" y="710"/>
                </a:lnTo>
                <a:lnTo>
                  <a:pt x="8410" y="710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805" y="0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018375" y="2597115"/>
            <a:ext cx="13329" cy="1242"/>
          </a:xfrm>
          <a:custGeom>
            <a:avLst/>
            <a:gdLst/>
            <a:ahLst/>
            <a:cxnLst/>
            <a:rect l="l" t="t" r="r" b="b"/>
            <a:pathLst>
              <a:path w="13329" h="1242">
                <a:moveTo>
                  <a:pt x="0" y="1242"/>
                </a:moveTo>
                <a:lnTo>
                  <a:pt x="317" y="1242"/>
                </a:lnTo>
                <a:lnTo>
                  <a:pt x="793" y="1242"/>
                </a:lnTo>
                <a:lnTo>
                  <a:pt x="1110" y="1242"/>
                </a:lnTo>
                <a:lnTo>
                  <a:pt x="1428" y="1242"/>
                </a:lnTo>
                <a:lnTo>
                  <a:pt x="1428" y="1065"/>
                </a:lnTo>
                <a:lnTo>
                  <a:pt x="1904" y="1065"/>
                </a:lnTo>
                <a:lnTo>
                  <a:pt x="2221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015" y="1065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601" y="621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7934" y="621"/>
                </a:lnTo>
                <a:lnTo>
                  <a:pt x="8410" y="621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7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031704" y="2595784"/>
            <a:ext cx="13805" cy="1331"/>
          </a:xfrm>
          <a:custGeom>
            <a:avLst/>
            <a:gdLst/>
            <a:ahLst/>
            <a:cxnLst/>
            <a:rect l="l" t="t" r="r" b="b"/>
            <a:pathLst>
              <a:path w="13805" h="1331">
                <a:moveTo>
                  <a:pt x="0" y="1331"/>
                </a:moveTo>
                <a:lnTo>
                  <a:pt x="476" y="1331"/>
                </a:lnTo>
                <a:lnTo>
                  <a:pt x="476" y="1331"/>
                </a:lnTo>
                <a:lnTo>
                  <a:pt x="476" y="1065"/>
                </a:lnTo>
                <a:lnTo>
                  <a:pt x="793" y="1065"/>
                </a:lnTo>
                <a:lnTo>
                  <a:pt x="1269" y="1065"/>
                </a:lnTo>
                <a:lnTo>
                  <a:pt x="1586" y="1065"/>
                </a:lnTo>
                <a:lnTo>
                  <a:pt x="1904" y="1065"/>
                </a:lnTo>
                <a:lnTo>
                  <a:pt x="2380" y="1065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710"/>
                </a:lnTo>
                <a:lnTo>
                  <a:pt x="4601" y="710"/>
                </a:lnTo>
                <a:lnTo>
                  <a:pt x="5077" y="710"/>
                </a:lnTo>
                <a:lnTo>
                  <a:pt x="5395" y="710"/>
                </a:lnTo>
                <a:lnTo>
                  <a:pt x="5712" y="710"/>
                </a:lnTo>
                <a:lnTo>
                  <a:pt x="6188" y="710"/>
                </a:lnTo>
                <a:lnTo>
                  <a:pt x="6506" y="710"/>
                </a:lnTo>
                <a:lnTo>
                  <a:pt x="6982" y="710"/>
                </a:lnTo>
                <a:lnTo>
                  <a:pt x="7299" y="710"/>
                </a:lnTo>
                <a:lnTo>
                  <a:pt x="7775" y="710"/>
                </a:lnTo>
                <a:lnTo>
                  <a:pt x="8093" y="710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9997" y="443"/>
                </a:lnTo>
                <a:lnTo>
                  <a:pt x="9997" y="266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045510" y="2594541"/>
            <a:ext cx="13488" cy="1242"/>
          </a:xfrm>
          <a:custGeom>
            <a:avLst/>
            <a:gdLst/>
            <a:ahLst/>
            <a:cxnLst/>
            <a:rect l="l" t="t" r="r" b="b"/>
            <a:pathLst>
              <a:path w="13488" h="1242">
                <a:moveTo>
                  <a:pt x="0" y="1242"/>
                </a:moveTo>
                <a:lnTo>
                  <a:pt x="0" y="1065"/>
                </a:lnTo>
                <a:lnTo>
                  <a:pt x="476" y="1065"/>
                </a:lnTo>
                <a:lnTo>
                  <a:pt x="793" y="1065"/>
                </a:lnTo>
                <a:lnTo>
                  <a:pt x="1110" y="1065"/>
                </a:lnTo>
                <a:lnTo>
                  <a:pt x="1586" y="1065"/>
                </a:lnTo>
                <a:lnTo>
                  <a:pt x="1904" y="1065"/>
                </a:lnTo>
                <a:lnTo>
                  <a:pt x="2380" y="1065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058998" y="2593654"/>
            <a:ext cx="13329" cy="887"/>
          </a:xfrm>
          <a:custGeom>
            <a:avLst/>
            <a:gdLst/>
            <a:ahLst/>
            <a:cxnLst/>
            <a:rect l="l" t="t" r="r" b="b"/>
            <a:pathLst>
              <a:path w="13329" h="887">
                <a:moveTo>
                  <a:pt x="0" y="887"/>
                </a:moveTo>
                <a:lnTo>
                  <a:pt x="317" y="887"/>
                </a:lnTo>
                <a:lnTo>
                  <a:pt x="793" y="887"/>
                </a:lnTo>
                <a:lnTo>
                  <a:pt x="1110" y="887"/>
                </a:lnTo>
                <a:lnTo>
                  <a:pt x="1428" y="887"/>
                </a:lnTo>
                <a:lnTo>
                  <a:pt x="1904" y="887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125" y="621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266"/>
                </a:lnTo>
                <a:lnTo>
                  <a:pt x="9838" y="266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7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072328" y="2592855"/>
            <a:ext cx="13488" cy="798"/>
          </a:xfrm>
          <a:custGeom>
            <a:avLst/>
            <a:gdLst/>
            <a:ahLst/>
            <a:cxnLst/>
            <a:rect l="l" t="t" r="r" b="b"/>
            <a:pathLst>
              <a:path w="13488" h="798">
                <a:moveTo>
                  <a:pt x="0" y="798"/>
                </a:moveTo>
                <a:lnTo>
                  <a:pt x="476" y="798"/>
                </a:lnTo>
                <a:lnTo>
                  <a:pt x="793" y="798"/>
                </a:lnTo>
                <a:lnTo>
                  <a:pt x="793" y="798"/>
                </a:lnTo>
                <a:lnTo>
                  <a:pt x="793" y="621"/>
                </a:lnTo>
                <a:lnTo>
                  <a:pt x="1110" y="621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491" y="621"/>
                </a:lnTo>
                <a:lnTo>
                  <a:pt x="3491" y="355"/>
                </a:lnTo>
                <a:lnTo>
                  <a:pt x="3808" y="355"/>
                </a:lnTo>
                <a:lnTo>
                  <a:pt x="4284" y="355"/>
                </a:lnTo>
                <a:lnTo>
                  <a:pt x="4601" y="355"/>
                </a:lnTo>
                <a:lnTo>
                  <a:pt x="5077" y="355"/>
                </a:lnTo>
                <a:lnTo>
                  <a:pt x="5395" y="355"/>
                </a:lnTo>
                <a:lnTo>
                  <a:pt x="5712" y="355"/>
                </a:lnTo>
                <a:lnTo>
                  <a:pt x="6188" y="355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7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085816" y="2591968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887"/>
                </a:moveTo>
                <a:lnTo>
                  <a:pt x="317" y="887"/>
                </a:lnTo>
                <a:lnTo>
                  <a:pt x="793" y="887"/>
                </a:lnTo>
                <a:lnTo>
                  <a:pt x="1110" y="887"/>
                </a:lnTo>
                <a:lnTo>
                  <a:pt x="1428" y="887"/>
                </a:lnTo>
                <a:lnTo>
                  <a:pt x="1428" y="887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616" y="177"/>
                </a:lnTo>
                <a:lnTo>
                  <a:pt x="7934" y="177"/>
                </a:lnTo>
                <a:lnTo>
                  <a:pt x="8410" y="177"/>
                </a:lnTo>
                <a:lnTo>
                  <a:pt x="8727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099622" y="2591346"/>
            <a:ext cx="13329" cy="621"/>
          </a:xfrm>
          <a:custGeom>
            <a:avLst/>
            <a:gdLst/>
            <a:ahLst/>
            <a:cxnLst/>
            <a:rect l="l" t="t" r="r" b="b"/>
            <a:pathLst>
              <a:path w="13329" h="621">
                <a:moveTo>
                  <a:pt x="0" y="621"/>
                </a:moveTo>
                <a:lnTo>
                  <a:pt x="317" y="621"/>
                </a:lnTo>
                <a:lnTo>
                  <a:pt x="317" y="355"/>
                </a:lnTo>
                <a:lnTo>
                  <a:pt x="793" y="355"/>
                </a:lnTo>
                <a:lnTo>
                  <a:pt x="1110" y="355"/>
                </a:lnTo>
                <a:lnTo>
                  <a:pt x="1428" y="355"/>
                </a:lnTo>
                <a:lnTo>
                  <a:pt x="1904" y="355"/>
                </a:lnTo>
                <a:lnTo>
                  <a:pt x="2221" y="355"/>
                </a:lnTo>
                <a:lnTo>
                  <a:pt x="2697" y="355"/>
                </a:lnTo>
                <a:lnTo>
                  <a:pt x="3015" y="355"/>
                </a:lnTo>
                <a:lnTo>
                  <a:pt x="3332" y="355"/>
                </a:lnTo>
                <a:lnTo>
                  <a:pt x="3808" y="355"/>
                </a:lnTo>
                <a:lnTo>
                  <a:pt x="4125" y="355"/>
                </a:lnTo>
                <a:lnTo>
                  <a:pt x="4601" y="355"/>
                </a:lnTo>
                <a:lnTo>
                  <a:pt x="4919" y="355"/>
                </a:lnTo>
                <a:lnTo>
                  <a:pt x="5236" y="355"/>
                </a:lnTo>
                <a:lnTo>
                  <a:pt x="5712" y="355"/>
                </a:lnTo>
                <a:lnTo>
                  <a:pt x="6030" y="355"/>
                </a:lnTo>
                <a:lnTo>
                  <a:pt x="6506" y="355"/>
                </a:lnTo>
                <a:lnTo>
                  <a:pt x="6823" y="355"/>
                </a:lnTo>
                <a:lnTo>
                  <a:pt x="7299" y="355"/>
                </a:lnTo>
                <a:lnTo>
                  <a:pt x="7616" y="355"/>
                </a:lnTo>
                <a:lnTo>
                  <a:pt x="7934" y="355"/>
                </a:lnTo>
                <a:lnTo>
                  <a:pt x="7934" y="177"/>
                </a:lnTo>
                <a:lnTo>
                  <a:pt x="8410" y="177"/>
                </a:lnTo>
                <a:lnTo>
                  <a:pt x="8727" y="177"/>
                </a:lnTo>
                <a:lnTo>
                  <a:pt x="9203" y="177"/>
                </a:lnTo>
                <a:lnTo>
                  <a:pt x="9521" y="177"/>
                </a:lnTo>
                <a:lnTo>
                  <a:pt x="9838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6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112952" y="2590636"/>
            <a:ext cx="13805" cy="710"/>
          </a:xfrm>
          <a:custGeom>
            <a:avLst/>
            <a:gdLst/>
            <a:ahLst/>
            <a:cxnLst/>
            <a:rect l="l" t="t" r="r" b="b"/>
            <a:pathLst>
              <a:path w="13805" h="710">
                <a:moveTo>
                  <a:pt x="0" y="710"/>
                </a:moveTo>
                <a:lnTo>
                  <a:pt x="476" y="710"/>
                </a:lnTo>
                <a:lnTo>
                  <a:pt x="793" y="710"/>
                </a:lnTo>
                <a:lnTo>
                  <a:pt x="1110" y="710"/>
                </a:lnTo>
                <a:lnTo>
                  <a:pt x="1586" y="710"/>
                </a:lnTo>
                <a:lnTo>
                  <a:pt x="1904" y="710"/>
                </a:lnTo>
                <a:lnTo>
                  <a:pt x="2380" y="710"/>
                </a:lnTo>
                <a:lnTo>
                  <a:pt x="2697" y="710"/>
                </a:lnTo>
                <a:lnTo>
                  <a:pt x="3173" y="710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616" y="443"/>
                </a:lnTo>
                <a:lnTo>
                  <a:pt x="7616" y="443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886" y="266"/>
                </a:lnTo>
                <a:lnTo>
                  <a:pt x="9203" y="266"/>
                </a:lnTo>
                <a:lnTo>
                  <a:pt x="9679" y="266"/>
                </a:lnTo>
                <a:lnTo>
                  <a:pt x="9997" y="266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126758" y="2590459"/>
            <a:ext cx="13488" cy="177"/>
          </a:xfrm>
          <a:custGeom>
            <a:avLst/>
            <a:gdLst/>
            <a:ahLst/>
            <a:cxnLst/>
            <a:rect l="l" t="t" r="r" b="b"/>
            <a:pathLst>
              <a:path w="13488" h="177">
                <a:moveTo>
                  <a:pt x="0" y="177"/>
                </a:moveTo>
                <a:lnTo>
                  <a:pt x="476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140246" y="2590281"/>
            <a:ext cx="13805" cy="177"/>
          </a:xfrm>
          <a:custGeom>
            <a:avLst/>
            <a:gdLst/>
            <a:ahLst/>
            <a:cxnLst/>
            <a:rect l="l" t="t" r="r" b="b"/>
            <a:pathLst>
              <a:path w="13805" h="177">
                <a:moveTo>
                  <a:pt x="0" y="177"/>
                </a:move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332" y="177"/>
                </a:lnTo>
                <a:lnTo>
                  <a:pt x="3808" y="177"/>
                </a:lnTo>
                <a:lnTo>
                  <a:pt x="4125" y="177"/>
                </a:lnTo>
                <a:lnTo>
                  <a:pt x="4601" y="177"/>
                </a:lnTo>
                <a:lnTo>
                  <a:pt x="4919" y="177"/>
                </a:lnTo>
                <a:lnTo>
                  <a:pt x="5236" y="177"/>
                </a:lnTo>
                <a:lnTo>
                  <a:pt x="5712" y="177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838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742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154052" y="2590015"/>
            <a:ext cx="13012" cy="266"/>
          </a:xfrm>
          <a:custGeom>
            <a:avLst/>
            <a:gdLst/>
            <a:ahLst/>
            <a:cxnLst/>
            <a:rect l="l" t="t" r="r" b="b"/>
            <a:pathLst>
              <a:path w="13012" h="266">
                <a:moveTo>
                  <a:pt x="0" y="266"/>
                </a:move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538" y="266"/>
                </a:lnTo>
                <a:lnTo>
                  <a:pt x="3015" y="266"/>
                </a:lnTo>
                <a:lnTo>
                  <a:pt x="3332" y="266"/>
                </a:lnTo>
                <a:lnTo>
                  <a:pt x="3808" y="266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236" y="0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140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838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742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</a:path>
            </a:pathLst>
          </a:custGeom>
          <a:ln w="216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167064" y="2590015"/>
            <a:ext cx="13805" cy="0"/>
          </a:xfrm>
          <a:custGeom>
            <a:avLst/>
            <a:gdLst/>
            <a:ahLst/>
            <a:cxnLst/>
            <a:rect l="l" t="t" r="r" b="b"/>
            <a:pathLst>
              <a:path w="13805" h="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332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236" y="0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838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180870" y="2590015"/>
            <a:ext cx="13329" cy="266"/>
          </a:xfrm>
          <a:custGeom>
            <a:avLst/>
            <a:gdLst/>
            <a:ahLst/>
            <a:cxnLst/>
            <a:rect l="l" t="t" r="r" b="b"/>
            <a:pathLst>
              <a:path w="13329" h="266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2221" y="0"/>
                </a:lnTo>
                <a:lnTo>
                  <a:pt x="2538" y="0"/>
                </a:lnTo>
                <a:lnTo>
                  <a:pt x="3015" y="0"/>
                </a:lnTo>
                <a:lnTo>
                  <a:pt x="3332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236" y="0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140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203" y="266"/>
                </a:lnTo>
                <a:lnTo>
                  <a:pt x="9521" y="266"/>
                </a:lnTo>
                <a:lnTo>
                  <a:pt x="9838" y="266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742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</a:path>
            </a:pathLst>
          </a:custGeom>
          <a:ln w="216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194199" y="2590281"/>
            <a:ext cx="13805" cy="177"/>
          </a:xfrm>
          <a:custGeom>
            <a:avLst/>
            <a:gdLst/>
            <a:ahLst/>
            <a:cxnLst/>
            <a:rect l="l" t="t" r="r" b="b"/>
            <a:pathLst>
              <a:path w="13805" h="17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015" y="0"/>
                </a:lnTo>
                <a:lnTo>
                  <a:pt x="3491" y="0"/>
                </a:lnTo>
                <a:lnTo>
                  <a:pt x="3808" y="0"/>
                </a:lnTo>
                <a:lnTo>
                  <a:pt x="4284" y="0"/>
                </a:lnTo>
                <a:lnTo>
                  <a:pt x="4601" y="0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616" y="0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805" y="177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208005" y="2590459"/>
            <a:ext cx="13488" cy="177"/>
          </a:xfrm>
          <a:custGeom>
            <a:avLst/>
            <a:gdLst/>
            <a:ahLst/>
            <a:cxnLst/>
            <a:rect l="l" t="t" r="r" b="b"/>
            <a:pathLst>
              <a:path w="13488" h="177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221493" y="2590636"/>
            <a:ext cx="13647" cy="710"/>
          </a:xfrm>
          <a:custGeom>
            <a:avLst/>
            <a:gdLst/>
            <a:ahLst/>
            <a:cxnLst/>
            <a:rect l="l" t="t" r="r" b="b"/>
            <a:pathLst>
              <a:path w="13647" h="71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538" y="266"/>
                </a:lnTo>
                <a:lnTo>
                  <a:pt x="3015" y="266"/>
                </a:lnTo>
                <a:lnTo>
                  <a:pt x="3332" y="266"/>
                </a:lnTo>
                <a:lnTo>
                  <a:pt x="3808" y="266"/>
                </a:lnTo>
                <a:lnTo>
                  <a:pt x="4125" y="266"/>
                </a:lnTo>
                <a:lnTo>
                  <a:pt x="4601" y="266"/>
                </a:lnTo>
                <a:lnTo>
                  <a:pt x="4919" y="266"/>
                </a:lnTo>
                <a:lnTo>
                  <a:pt x="5236" y="266"/>
                </a:lnTo>
                <a:lnTo>
                  <a:pt x="5712" y="266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443"/>
                </a:lnTo>
                <a:lnTo>
                  <a:pt x="7140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838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742" y="710"/>
                </a:lnTo>
                <a:lnTo>
                  <a:pt x="12218" y="710"/>
                </a:lnTo>
                <a:lnTo>
                  <a:pt x="12536" y="710"/>
                </a:lnTo>
                <a:lnTo>
                  <a:pt x="13012" y="710"/>
                </a:lnTo>
                <a:lnTo>
                  <a:pt x="13329" y="710"/>
                </a:lnTo>
                <a:lnTo>
                  <a:pt x="13647" y="710"/>
                </a:lnTo>
              </a:path>
            </a:pathLst>
          </a:custGeom>
          <a:ln w="216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235140" y="2591346"/>
            <a:ext cx="13488" cy="621"/>
          </a:xfrm>
          <a:custGeom>
            <a:avLst/>
            <a:gdLst/>
            <a:ahLst/>
            <a:cxnLst/>
            <a:rect l="l" t="t" r="r" b="b"/>
            <a:pathLst>
              <a:path w="13488" h="62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177"/>
                </a:lnTo>
                <a:lnTo>
                  <a:pt x="1586" y="177"/>
                </a:lnTo>
                <a:lnTo>
                  <a:pt x="2062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967" y="177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077" y="355"/>
                </a:lnTo>
                <a:lnTo>
                  <a:pt x="5395" y="355"/>
                </a:lnTo>
                <a:lnTo>
                  <a:pt x="5871" y="355"/>
                </a:lnTo>
                <a:lnTo>
                  <a:pt x="6188" y="355"/>
                </a:lnTo>
                <a:lnTo>
                  <a:pt x="6664" y="355"/>
                </a:lnTo>
                <a:lnTo>
                  <a:pt x="6982" y="355"/>
                </a:lnTo>
                <a:lnTo>
                  <a:pt x="7299" y="355"/>
                </a:lnTo>
                <a:lnTo>
                  <a:pt x="7775" y="355"/>
                </a:lnTo>
                <a:lnTo>
                  <a:pt x="8093" y="355"/>
                </a:lnTo>
                <a:lnTo>
                  <a:pt x="8569" y="355"/>
                </a:lnTo>
                <a:lnTo>
                  <a:pt x="8886" y="355"/>
                </a:lnTo>
                <a:lnTo>
                  <a:pt x="9203" y="355"/>
                </a:lnTo>
                <a:lnTo>
                  <a:pt x="9679" y="355"/>
                </a:lnTo>
                <a:lnTo>
                  <a:pt x="9997" y="355"/>
                </a:lnTo>
                <a:lnTo>
                  <a:pt x="10473" y="355"/>
                </a:lnTo>
                <a:lnTo>
                  <a:pt x="10790" y="355"/>
                </a:lnTo>
                <a:lnTo>
                  <a:pt x="11266" y="355"/>
                </a:lnTo>
                <a:lnTo>
                  <a:pt x="11584" y="355"/>
                </a:lnTo>
                <a:lnTo>
                  <a:pt x="11901" y="355"/>
                </a:lnTo>
                <a:lnTo>
                  <a:pt x="12377" y="355"/>
                </a:lnTo>
                <a:lnTo>
                  <a:pt x="12694" y="355"/>
                </a:lnTo>
                <a:lnTo>
                  <a:pt x="12694" y="621"/>
                </a:lnTo>
                <a:lnTo>
                  <a:pt x="13170" y="621"/>
                </a:lnTo>
                <a:lnTo>
                  <a:pt x="13488" y="621"/>
                </a:lnTo>
              </a:path>
            </a:pathLst>
          </a:custGeom>
          <a:ln w="216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248629" y="2591968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887"/>
                </a:lnTo>
                <a:lnTo>
                  <a:pt x="12694" y="887"/>
                </a:lnTo>
                <a:lnTo>
                  <a:pt x="13012" y="887"/>
                </a:lnTo>
                <a:lnTo>
                  <a:pt x="13488" y="887"/>
                </a:lnTo>
                <a:lnTo>
                  <a:pt x="13805" y="887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262434" y="2592855"/>
            <a:ext cx="13012" cy="798"/>
          </a:xfrm>
          <a:custGeom>
            <a:avLst/>
            <a:gdLst/>
            <a:ahLst/>
            <a:cxnLst/>
            <a:rect l="l" t="t" r="r" b="b"/>
            <a:pathLst>
              <a:path w="13012" h="798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125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823" y="177"/>
                </a:lnTo>
                <a:lnTo>
                  <a:pt x="6823" y="355"/>
                </a:lnTo>
                <a:lnTo>
                  <a:pt x="7299" y="355"/>
                </a:lnTo>
                <a:lnTo>
                  <a:pt x="7616" y="355"/>
                </a:lnTo>
                <a:lnTo>
                  <a:pt x="8093" y="355"/>
                </a:lnTo>
                <a:lnTo>
                  <a:pt x="8410" y="355"/>
                </a:lnTo>
                <a:lnTo>
                  <a:pt x="8727" y="355"/>
                </a:lnTo>
                <a:lnTo>
                  <a:pt x="9203" y="355"/>
                </a:lnTo>
                <a:lnTo>
                  <a:pt x="9521" y="355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694" y="798"/>
                </a:lnTo>
                <a:lnTo>
                  <a:pt x="13012" y="798"/>
                </a:lnTo>
              </a:path>
            </a:pathLst>
          </a:custGeom>
          <a:ln w="217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275447" y="2593654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1904" y="0"/>
                </a:lnTo>
                <a:lnTo>
                  <a:pt x="1904" y="266"/>
                </a:lnTo>
                <a:lnTo>
                  <a:pt x="2380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887"/>
                </a:lnTo>
                <a:lnTo>
                  <a:pt x="11901" y="887"/>
                </a:lnTo>
                <a:lnTo>
                  <a:pt x="12218" y="887"/>
                </a:lnTo>
                <a:lnTo>
                  <a:pt x="12694" y="887"/>
                </a:lnTo>
                <a:lnTo>
                  <a:pt x="13012" y="887"/>
                </a:lnTo>
                <a:lnTo>
                  <a:pt x="13488" y="887"/>
                </a:lnTo>
                <a:lnTo>
                  <a:pt x="13805" y="887"/>
                </a:lnTo>
                <a:lnTo>
                  <a:pt x="13805" y="1065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289253" y="2594719"/>
            <a:ext cx="13329" cy="1065"/>
          </a:xfrm>
          <a:custGeom>
            <a:avLst/>
            <a:gdLst/>
            <a:ahLst/>
            <a:cxnLst/>
            <a:rect l="l" t="t" r="r" b="b"/>
            <a:pathLst>
              <a:path w="13329" h="1065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221" y="0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601" y="266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823" y="443"/>
                </a:lnTo>
                <a:lnTo>
                  <a:pt x="6823" y="710"/>
                </a:lnTo>
                <a:lnTo>
                  <a:pt x="7299" y="710"/>
                </a:lnTo>
                <a:lnTo>
                  <a:pt x="7616" y="710"/>
                </a:lnTo>
                <a:lnTo>
                  <a:pt x="8093" y="710"/>
                </a:lnTo>
                <a:lnTo>
                  <a:pt x="8410" y="710"/>
                </a:lnTo>
                <a:lnTo>
                  <a:pt x="8727" y="710"/>
                </a:lnTo>
                <a:lnTo>
                  <a:pt x="9203" y="710"/>
                </a:lnTo>
                <a:lnTo>
                  <a:pt x="9521" y="710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108" y="887"/>
                </a:lnTo>
                <a:lnTo>
                  <a:pt x="11425" y="887"/>
                </a:lnTo>
                <a:lnTo>
                  <a:pt x="11901" y="887"/>
                </a:lnTo>
                <a:lnTo>
                  <a:pt x="12218" y="887"/>
                </a:lnTo>
                <a:lnTo>
                  <a:pt x="12694" y="887"/>
                </a:lnTo>
                <a:lnTo>
                  <a:pt x="13012" y="887"/>
                </a:lnTo>
                <a:lnTo>
                  <a:pt x="13012" y="1065"/>
                </a:lnTo>
                <a:lnTo>
                  <a:pt x="13329" y="1065"/>
                </a:lnTo>
              </a:path>
            </a:pathLst>
          </a:custGeom>
          <a:ln w="21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302582" y="2595784"/>
            <a:ext cx="13805" cy="1331"/>
          </a:xfrm>
          <a:custGeom>
            <a:avLst/>
            <a:gdLst/>
            <a:ahLst/>
            <a:cxnLst/>
            <a:rect l="l" t="t" r="r" b="b"/>
            <a:pathLst>
              <a:path w="13805" h="133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266"/>
                </a:lnTo>
                <a:lnTo>
                  <a:pt x="2380" y="266"/>
                </a:lnTo>
                <a:lnTo>
                  <a:pt x="2697" y="266"/>
                </a:lnTo>
                <a:lnTo>
                  <a:pt x="3173" y="266"/>
                </a:lnTo>
                <a:lnTo>
                  <a:pt x="3491" y="266"/>
                </a:lnTo>
                <a:lnTo>
                  <a:pt x="3967" y="266"/>
                </a:lnTo>
                <a:lnTo>
                  <a:pt x="3967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443"/>
                </a:lnTo>
                <a:lnTo>
                  <a:pt x="5871" y="710"/>
                </a:lnTo>
                <a:lnTo>
                  <a:pt x="6188" y="710"/>
                </a:lnTo>
                <a:lnTo>
                  <a:pt x="6664" y="710"/>
                </a:lnTo>
                <a:lnTo>
                  <a:pt x="6982" y="710"/>
                </a:lnTo>
                <a:lnTo>
                  <a:pt x="7299" y="710"/>
                </a:lnTo>
                <a:lnTo>
                  <a:pt x="7775" y="710"/>
                </a:lnTo>
                <a:lnTo>
                  <a:pt x="8093" y="710"/>
                </a:lnTo>
                <a:lnTo>
                  <a:pt x="8569" y="710"/>
                </a:lnTo>
                <a:lnTo>
                  <a:pt x="8886" y="710"/>
                </a:lnTo>
                <a:lnTo>
                  <a:pt x="9203" y="710"/>
                </a:lnTo>
                <a:lnTo>
                  <a:pt x="9679" y="710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1065"/>
                </a:lnTo>
                <a:lnTo>
                  <a:pt x="11584" y="1065"/>
                </a:lnTo>
                <a:lnTo>
                  <a:pt x="11901" y="1065"/>
                </a:lnTo>
                <a:lnTo>
                  <a:pt x="12377" y="1065"/>
                </a:lnTo>
                <a:lnTo>
                  <a:pt x="12694" y="1065"/>
                </a:lnTo>
                <a:lnTo>
                  <a:pt x="13170" y="1065"/>
                </a:lnTo>
                <a:lnTo>
                  <a:pt x="13170" y="1331"/>
                </a:lnTo>
                <a:lnTo>
                  <a:pt x="13488" y="1331"/>
                </a:lnTo>
                <a:lnTo>
                  <a:pt x="13805" y="1331"/>
                </a:lnTo>
              </a:path>
            </a:pathLst>
          </a:custGeom>
          <a:ln w="2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316388" y="2597115"/>
            <a:ext cx="13488" cy="1242"/>
          </a:xfrm>
          <a:custGeom>
            <a:avLst/>
            <a:gdLst/>
            <a:ahLst/>
            <a:cxnLst/>
            <a:rect l="l" t="t" r="r" b="b"/>
            <a:pathLst>
              <a:path w="13488" h="124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173" y="443"/>
                </a:lnTo>
                <a:lnTo>
                  <a:pt x="3491" y="443"/>
                </a:lnTo>
                <a:lnTo>
                  <a:pt x="3967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077" y="621"/>
                </a:lnTo>
                <a:lnTo>
                  <a:pt x="5395" y="621"/>
                </a:lnTo>
                <a:lnTo>
                  <a:pt x="5871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8093" y="621"/>
                </a:lnTo>
                <a:lnTo>
                  <a:pt x="8569" y="621"/>
                </a:lnTo>
                <a:lnTo>
                  <a:pt x="8569" y="887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584" y="1065"/>
                </a:lnTo>
                <a:lnTo>
                  <a:pt x="11901" y="1065"/>
                </a:lnTo>
                <a:lnTo>
                  <a:pt x="11901" y="1242"/>
                </a:lnTo>
                <a:lnTo>
                  <a:pt x="12377" y="1242"/>
                </a:lnTo>
                <a:lnTo>
                  <a:pt x="12694" y="1242"/>
                </a:lnTo>
                <a:lnTo>
                  <a:pt x="13012" y="1242"/>
                </a:lnTo>
                <a:lnTo>
                  <a:pt x="13488" y="1242"/>
                </a:lnTo>
              </a:path>
            </a:pathLst>
          </a:custGeom>
          <a:ln w="2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329876" y="2598358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710"/>
                </a:lnTo>
                <a:lnTo>
                  <a:pt x="5712" y="710"/>
                </a:lnTo>
                <a:lnTo>
                  <a:pt x="6188" y="710"/>
                </a:lnTo>
                <a:lnTo>
                  <a:pt x="6506" y="710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331"/>
                </a:lnTo>
                <a:lnTo>
                  <a:pt x="10790" y="1331"/>
                </a:lnTo>
                <a:lnTo>
                  <a:pt x="11108" y="1331"/>
                </a:lnTo>
                <a:lnTo>
                  <a:pt x="11425" y="1331"/>
                </a:lnTo>
                <a:lnTo>
                  <a:pt x="11425" y="1508"/>
                </a:lnTo>
                <a:lnTo>
                  <a:pt x="11901" y="1508"/>
                </a:lnTo>
                <a:lnTo>
                  <a:pt x="12218" y="1508"/>
                </a:lnTo>
                <a:lnTo>
                  <a:pt x="12694" y="1508"/>
                </a:lnTo>
                <a:lnTo>
                  <a:pt x="13012" y="1508"/>
                </a:lnTo>
                <a:lnTo>
                  <a:pt x="13012" y="1775"/>
                </a:lnTo>
                <a:lnTo>
                  <a:pt x="13329" y="1775"/>
                </a:lnTo>
                <a:lnTo>
                  <a:pt x="13805" y="1775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343682" y="2600133"/>
            <a:ext cx="13329" cy="1508"/>
          </a:xfrm>
          <a:custGeom>
            <a:avLst/>
            <a:gdLst/>
            <a:ahLst/>
            <a:cxnLst/>
            <a:rect l="l" t="t" r="r" b="b"/>
            <a:pathLst>
              <a:path w="13329" h="1508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2697" y="0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125" y="355"/>
                </a:lnTo>
                <a:lnTo>
                  <a:pt x="4601" y="355"/>
                </a:lnTo>
                <a:lnTo>
                  <a:pt x="4919" y="355"/>
                </a:lnTo>
                <a:lnTo>
                  <a:pt x="5395" y="355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6823" y="798"/>
                </a:lnTo>
                <a:lnTo>
                  <a:pt x="7299" y="798"/>
                </a:lnTo>
                <a:lnTo>
                  <a:pt x="7616" y="798"/>
                </a:lnTo>
                <a:lnTo>
                  <a:pt x="8093" y="798"/>
                </a:lnTo>
                <a:lnTo>
                  <a:pt x="8410" y="798"/>
                </a:lnTo>
                <a:lnTo>
                  <a:pt x="8727" y="798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425" y="1065"/>
                </a:lnTo>
                <a:lnTo>
                  <a:pt x="11425" y="1242"/>
                </a:lnTo>
                <a:lnTo>
                  <a:pt x="11901" y="1242"/>
                </a:lnTo>
                <a:lnTo>
                  <a:pt x="12218" y="1242"/>
                </a:lnTo>
                <a:lnTo>
                  <a:pt x="12694" y="1242"/>
                </a:lnTo>
                <a:lnTo>
                  <a:pt x="13012" y="1242"/>
                </a:lnTo>
                <a:lnTo>
                  <a:pt x="13012" y="1508"/>
                </a:lnTo>
                <a:lnTo>
                  <a:pt x="13329" y="1508"/>
                </a:lnTo>
              </a:path>
            </a:pathLst>
          </a:custGeom>
          <a:ln w="218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357012" y="2601642"/>
            <a:ext cx="13805" cy="1686"/>
          </a:xfrm>
          <a:custGeom>
            <a:avLst/>
            <a:gdLst/>
            <a:ahLst/>
            <a:cxnLst/>
            <a:rect l="l" t="t" r="r" b="b"/>
            <a:pathLst>
              <a:path w="13805" h="1686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380" y="177"/>
                </a:lnTo>
                <a:lnTo>
                  <a:pt x="2380" y="355"/>
                </a:lnTo>
                <a:lnTo>
                  <a:pt x="2697" y="355"/>
                </a:lnTo>
                <a:lnTo>
                  <a:pt x="3173" y="355"/>
                </a:lnTo>
                <a:lnTo>
                  <a:pt x="3491" y="355"/>
                </a:lnTo>
                <a:lnTo>
                  <a:pt x="3967" y="355"/>
                </a:lnTo>
                <a:lnTo>
                  <a:pt x="3967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395" y="798"/>
                </a:lnTo>
                <a:lnTo>
                  <a:pt x="5871" y="798"/>
                </a:lnTo>
                <a:lnTo>
                  <a:pt x="6188" y="798"/>
                </a:lnTo>
                <a:lnTo>
                  <a:pt x="6506" y="798"/>
                </a:lnTo>
                <a:lnTo>
                  <a:pt x="6982" y="798"/>
                </a:lnTo>
                <a:lnTo>
                  <a:pt x="7299" y="798"/>
                </a:lnTo>
                <a:lnTo>
                  <a:pt x="7775" y="798"/>
                </a:lnTo>
                <a:lnTo>
                  <a:pt x="8093" y="798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1242"/>
                </a:lnTo>
                <a:lnTo>
                  <a:pt x="9997" y="1242"/>
                </a:lnTo>
                <a:lnTo>
                  <a:pt x="10473" y="1242"/>
                </a:lnTo>
                <a:lnTo>
                  <a:pt x="10790" y="1242"/>
                </a:lnTo>
                <a:lnTo>
                  <a:pt x="10790" y="1420"/>
                </a:lnTo>
                <a:lnTo>
                  <a:pt x="11108" y="1420"/>
                </a:lnTo>
                <a:lnTo>
                  <a:pt x="11584" y="1420"/>
                </a:lnTo>
                <a:lnTo>
                  <a:pt x="11901" y="1420"/>
                </a:lnTo>
                <a:lnTo>
                  <a:pt x="12377" y="1420"/>
                </a:lnTo>
                <a:lnTo>
                  <a:pt x="12377" y="1686"/>
                </a:lnTo>
                <a:lnTo>
                  <a:pt x="12694" y="1686"/>
                </a:lnTo>
                <a:lnTo>
                  <a:pt x="13012" y="1686"/>
                </a:lnTo>
                <a:lnTo>
                  <a:pt x="13488" y="1686"/>
                </a:lnTo>
                <a:lnTo>
                  <a:pt x="13805" y="1686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370817" y="2603328"/>
            <a:ext cx="13012" cy="1952"/>
          </a:xfrm>
          <a:custGeom>
            <a:avLst/>
            <a:gdLst/>
            <a:ahLst/>
            <a:cxnLst/>
            <a:rect l="l" t="t" r="r" b="b"/>
            <a:pathLst>
              <a:path w="13012" h="1952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3808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077" y="887"/>
                </a:lnTo>
                <a:lnTo>
                  <a:pt x="5395" y="887"/>
                </a:lnTo>
                <a:lnTo>
                  <a:pt x="5871" y="887"/>
                </a:lnTo>
                <a:lnTo>
                  <a:pt x="6188" y="887"/>
                </a:lnTo>
                <a:lnTo>
                  <a:pt x="6506" y="887"/>
                </a:lnTo>
                <a:lnTo>
                  <a:pt x="6506" y="887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1242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508"/>
                </a:lnTo>
                <a:lnTo>
                  <a:pt x="9679" y="1508"/>
                </a:lnTo>
                <a:lnTo>
                  <a:pt x="9997" y="1508"/>
                </a:lnTo>
                <a:lnTo>
                  <a:pt x="10314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584" y="1508"/>
                </a:lnTo>
                <a:lnTo>
                  <a:pt x="11901" y="1686"/>
                </a:lnTo>
                <a:lnTo>
                  <a:pt x="12377" y="1686"/>
                </a:lnTo>
                <a:lnTo>
                  <a:pt x="12694" y="1686"/>
                </a:lnTo>
                <a:lnTo>
                  <a:pt x="13012" y="1686"/>
                </a:lnTo>
                <a:lnTo>
                  <a:pt x="13012" y="1952"/>
                </a:lnTo>
              </a:path>
            </a:pathLst>
          </a:custGeom>
          <a:ln w="2202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383830" y="2605281"/>
            <a:ext cx="13805" cy="1863"/>
          </a:xfrm>
          <a:custGeom>
            <a:avLst/>
            <a:gdLst/>
            <a:ahLst/>
            <a:cxnLst/>
            <a:rect l="l" t="t" r="r" b="b"/>
            <a:pathLst>
              <a:path w="13805" h="186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380" y="355"/>
                </a:lnTo>
                <a:lnTo>
                  <a:pt x="2697" y="355"/>
                </a:lnTo>
                <a:lnTo>
                  <a:pt x="3173" y="355"/>
                </a:lnTo>
                <a:lnTo>
                  <a:pt x="3491" y="355"/>
                </a:lnTo>
                <a:lnTo>
                  <a:pt x="3967" y="355"/>
                </a:lnTo>
                <a:lnTo>
                  <a:pt x="3967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871" y="621"/>
                </a:lnTo>
                <a:lnTo>
                  <a:pt x="6188" y="621"/>
                </a:lnTo>
                <a:lnTo>
                  <a:pt x="6506" y="621"/>
                </a:lnTo>
                <a:lnTo>
                  <a:pt x="6506" y="798"/>
                </a:lnTo>
                <a:lnTo>
                  <a:pt x="6982" y="798"/>
                </a:lnTo>
                <a:lnTo>
                  <a:pt x="7299" y="798"/>
                </a:lnTo>
                <a:lnTo>
                  <a:pt x="7775" y="798"/>
                </a:lnTo>
                <a:lnTo>
                  <a:pt x="7775" y="1065"/>
                </a:lnTo>
                <a:lnTo>
                  <a:pt x="8093" y="1065"/>
                </a:lnTo>
                <a:lnTo>
                  <a:pt x="8569" y="1065"/>
                </a:lnTo>
                <a:lnTo>
                  <a:pt x="8886" y="1065"/>
                </a:lnTo>
                <a:lnTo>
                  <a:pt x="8886" y="1242"/>
                </a:lnTo>
                <a:lnTo>
                  <a:pt x="9203" y="1242"/>
                </a:lnTo>
                <a:lnTo>
                  <a:pt x="9679" y="1242"/>
                </a:lnTo>
                <a:lnTo>
                  <a:pt x="9997" y="1242"/>
                </a:lnTo>
                <a:lnTo>
                  <a:pt x="10473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108" y="1686"/>
                </a:lnTo>
                <a:lnTo>
                  <a:pt x="11584" y="1686"/>
                </a:lnTo>
                <a:lnTo>
                  <a:pt x="11901" y="1686"/>
                </a:lnTo>
                <a:lnTo>
                  <a:pt x="12377" y="1686"/>
                </a:lnTo>
                <a:lnTo>
                  <a:pt x="12694" y="1686"/>
                </a:lnTo>
                <a:lnTo>
                  <a:pt x="12694" y="1863"/>
                </a:lnTo>
                <a:lnTo>
                  <a:pt x="13012" y="1863"/>
                </a:lnTo>
                <a:lnTo>
                  <a:pt x="13488" y="1863"/>
                </a:lnTo>
                <a:lnTo>
                  <a:pt x="13805" y="1863"/>
                </a:lnTo>
              </a:path>
            </a:pathLst>
          </a:custGeom>
          <a:ln w="219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397635" y="2607145"/>
            <a:ext cx="13488" cy="2218"/>
          </a:xfrm>
          <a:custGeom>
            <a:avLst/>
            <a:gdLst/>
            <a:ahLst/>
            <a:cxnLst/>
            <a:rect l="l" t="t" r="r" b="b"/>
            <a:pathLst>
              <a:path w="13488" h="2218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491" y="710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5077" y="887"/>
                </a:lnTo>
                <a:lnTo>
                  <a:pt x="5395" y="887"/>
                </a:lnTo>
                <a:lnTo>
                  <a:pt x="5871" y="887"/>
                </a:lnTo>
                <a:lnTo>
                  <a:pt x="5871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1065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331"/>
                </a:lnTo>
                <a:lnTo>
                  <a:pt x="9203" y="1508"/>
                </a:lnTo>
                <a:lnTo>
                  <a:pt x="9679" y="1508"/>
                </a:lnTo>
                <a:lnTo>
                  <a:pt x="9997" y="1508"/>
                </a:lnTo>
                <a:lnTo>
                  <a:pt x="10473" y="1508"/>
                </a:lnTo>
                <a:lnTo>
                  <a:pt x="10790" y="1775"/>
                </a:lnTo>
                <a:lnTo>
                  <a:pt x="11108" y="1775"/>
                </a:lnTo>
                <a:lnTo>
                  <a:pt x="11584" y="1775"/>
                </a:lnTo>
                <a:lnTo>
                  <a:pt x="11584" y="1952"/>
                </a:lnTo>
                <a:lnTo>
                  <a:pt x="11901" y="1952"/>
                </a:lnTo>
                <a:lnTo>
                  <a:pt x="12377" y="1952"/>
                </a:lnTo>
                <a:lnTo>
                  <a:pt x="12694" y="1952"/>
                </a:lnTo>
                <a:lnTo>
                  <a:pt x="13012" y="2218"/>
                </a:lnTo>
                <a:lnTo>
                  <a:pt x="13488" y="2218"/>
                </a:lnTo>
              </a:path>
            </a:pathLst>
          </a:custGeom>
          <a:ln w="220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411124" y="2609364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2697" y="355"/>
                </a:lnTo>
                <a:lnTo>
                  <a:pt x="3015" y="355"/>
                </a:lnTo>
                <a:lnTo>
                  <a:pt x="3491" y="355"/>
                </a:lnTo>
                <a:lnTo>
                  <a:pt x="3808" y="355"/>
                </a:lnTo>
                <a:lnTo>
                  <a:pt x="4125" y="355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4919" y="798"/>
                </a:lnTo>
                <a:lnTo>
                  <a:pt x="5395" y="798"/>
                </a:lnTo>
                <a:lnTo>
                  <a:pt x="5712" y="798"/>
                </a:lnTo>
                <a:lnTo>
                  <a:pt x="6030" y="798"/>
                </a:lnTo>
                <a:lnTo>
                  <a:pt x="6030" y="798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299" y="1242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420"/>
                </a:lnTo>
                <a:lnTo>
                  <a:pt x="9997" y="1420"/>
                </a:lnTo>
                <a:lnTo>
                  <a:pt x="10314" y="1420"/>
                </a:lnTo>
                <a:lnTo>
                  <a:pt x="10314" y="1686"/>
                </a:lnTo>
                <a:lnTo>
                  <a:pt x="10631" y="1686"/>
                </a:lnTo>
                <a:lnTo>
                  <a:pt x="11108" y="1686"/>
                </a:lnTo>
                <a:lnTo>
                  <a:pt x="11425" y="1686"/>
                </a:lnTo>
                <a:lnTo>
                  <a:pt x="11901" y="1686"/>
                </a:lnTo>
                <a:lnTo>
                  <a:pt x="11901" y="1863"/>
                </a:lnTo>
                <a:lnTo>
                  <a:pt x="12218" y="1863"/>
                </a:lnTo>
                <a:lnTo>
                  <a:pt x="12694" y="1863"/>
                </a:lnTo>
                <a:lnTo>
                  <a:pt x="12694" y="2130"/>
                </a:lnTo>
                <a:lnTo>
                  <a:pt x="13012" y="2130"/>
                </a:lnTo>
                <a:lnTo>
                  <a:pt x="13329" y="2130"/>
                </a:lnTo>
                <a:lnTo>
                  <a:pt x="13805" y="213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424929" y="2611494"/>
            <a:ext cx="13329" cy="2307"/>
          </a:xfrm>
          <a:custGeom>
            <a:avLst/>
            <a:gdLst/>
            <a:ahLst/>
            <a:cxnLst/>
            <a:rect l="l" t="t" r="r" b="b"/>
            <a:pathLst>
              <a:path w="13329" h="2307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798"/>
                </a:lnTo>
                <a:lnTo>
                  <a:pt x="4919" y="798"/>
                </a:lnTo>
                <a:lnTo>
                  <a:pt x="5395" y="798"/>
                </a:lnTo>
                <a:lnTo>
                  <a:pt x="5395" y="798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508"/>
                </a:lnTo>
                <a:lnTo>
                  <a:pt x="8727" y="1686"/>
                </a:lnTo>
                <a:lnTo>
                  <a:pt x="9203" y="1686"/>
                </a:lnTo>
                <a:lnTo>
                  <a:pt x="9521" y="1686"/>
                </a:lnTo>
                <a:lnTo>
                  <a:pt x="9997" y="1686"/>
                </a:lnTo>
                <a:lnTo>
                  <a:pt x="10314" y="1686"/>
                </a:lnTo>
                <a:lnTo>
                  <a:pt x="10631" y="1686"/>
                </a:lnTo>
                <a:lnTo>
                  <a:pt x="10631" y="1863"/>
                </a:lnTo>
                <a:lnTo>
                  <a:pt x="11108" y="1863"/>
                </a:lnTo>
                <a:lnTo>
                  <a:pt x="11425" y="1863"/>
                </a:lnTo>
                <a:lnTo>
                  <a:pt x="11901" y="2130"/>
                </a:lnTo>
                <a:lnTo>
                  <a:pt x="12218" y="2130"/>
                </a:lnTo>
                <a:lnTo>
                  <a:pt x="12536" y="2130"/>
                </a:lnTo>
                <a:lnTo>
                  <a:pt x="13012" y="2130"/>
                </a:lnTo>
                <a:lnTo>
                  <a:pt x="13012" y="2307"/>
                </a:lnTo>
                <a:lnTo>
                  <a:pt x="13329" y="2307"/>
                </a:lnTo>
              </a:path>
            </a:pathLst>
          </a:custGeom>
          <a:ln w="221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438259" y="2613801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5712" y="887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506" y="1331"/>
                </a:lnTo>
                <a:lnTo>
                  <a:pt x="6982" y="1331"/>
                </a:lnTo>
                <a:lnTo>
                  <a:pt x="7299" y="1331"/>
                </a:lnTo>
                <a:lnTo>
                  <a:pt x="7775" y="1331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775"/>
                </a:lnTo>
                <a:lnTo>
                  <a:pt x="8886" y="1775"/>
                </a:lnTo>
                <a:lnTo>
                  <a:pt x="9203" y="1775"/>
                </a:lnTo>
                <a:lnTo>
                  <a:pt x="9679" y="1775"/>
                </a:lnTo>
                <a:lnTo>
                  <a:pt x="9997" y="1775"/>
                </a:lnTo>
                <a:lnTo>
                  <a:pt x="10314" y="1775"/>
                </a:lnTo>
                <a:lnTo>
                  <a:pt x="10790" y="1952"/>
                </a:lnTo>
                <a:lnTo>
                  <a:pt x="11108" y="1952"/>
                </a:lnTo>
                <a:lnTo>
                  <a:pt x="11584" y="1952"/>
                </a:lnTo>
                <a:lnTo>
                  <a:pt x="11901" y="2130"/>
                </a:lnTo>
                <a:lnTo>
                  <a:pt x="12377" y="2130"/>
                </a:lnTo>
                <a:lnTo>
                  <a:pt x="12694" y="2130"/>
                </a:lnTo>
                <a:lnTo>
                  <a:pt x="12694" y="2396"/>
                </a:lnTo>
                <a:lnTo>
                  <a:pt x="13012" y="2396"/>
                </a:lnTo>
                <a:lnTo>
                  <a:pt x="13488" y="2396"/>
                </a:lnTo>
                <a:lnTo>
                  <a:pt x="13805" y="2396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452065" y="2616375"/>
            <a:ext cx="13488" cy="2396"/>
          </a:xfrm>
          <a:custGeom>
            <a:avLst/>
            <a:gdLst/>
            <a:ahLst/>
            <a:cxnLst/>
            <a:rect l="l" t="t" r="r" b="b"/>
            <a:pathLst>
              <a:path w="13488" h="2396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697" y="266"/>
                </a:lnTo>
                <a:lnTo>
                  <a:pt x="3173" y="266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5077" y="710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982" y="1065"/>
                </a:lnTo>
                <a:lnTo>
                  <a:pt x="6982" y="1331"/>
                </a:lnTo>
                <a:lnTo>
                  <a:pt x="7299" y="1331"/>
                </a:lnTo>
                <a:lnTo>
                  <a:pt x="7775" y="1331"/>
                </a:lnTo>
                <a:lnTo>
                  <a:pt x="7775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679" y="1775"/>
                </a:lnTo>
                <a:lnTo>
                  <a:pt x="9997" y="1775"/>
                </a:lnTo>
                <a:lnTo>
                  <a:pt x="10314" y="1775"/>
                </a:lnTo>
                <a:lnTo>
                  <a:pt x="10790" y="1775"/>
                </a:lnTo>
                <a:lnTo>
                  <a:pt x="10790" y="1952"/>
                </a:lnTo>
                <a:lnTo>
                  <a:pt x="11108" y="1952"/>
                </a:lnTo>
                <a:lnTo>
                  <a:pt x="11584" y="1952"/>
                </a:lnTo>
                <a:lnTo>
                  <a:pt x="11584" y="2130"/>
                </a:lnTo>
                <a:lnTo>
                  <a:pt x="11901" y="2130"/>
                </a:lnTo>
                <a:lnTo>
                  <a:pt x="12218" y="2130"/>
                </a:lnTo>
                <a:lnTo>
                  <a:pt x="12694" y="2130"/>
                </a:lnTo>
                <a:lnTo>
                  <a:pt x="12694" y="2396"/>
                </a:lnTo>
                <a:lnTo>
                  <a:pt x="13012" y="2396"/>
                </a:lnTo>
                <a:lnTo>
                  <a:pt x="13488" y="2396"/>
                </a:lnTo>
              </a:path>
            </a:pathLst>
          </a:custGeom>
          <a:ln w="221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465553" y="2618772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887"/>
                </a:lnTo>
                <a:lnTo>
                  <a:pt x="4601" y="887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506" y="1242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686"/>
                </a:lnTo>
                <a:lnTo>
                  <a:pt x="8727" y="1686"/>
                </a:lnTo>
                <a:lnTo>
                  <a:pt x="9203" y="1686"/>
                </a:lnTo>
                <a:lnTo>
                  <a:pt x="9521" y="1686"/>
                </a:lnTo>
                <a:lnTo>
                  <a:pt x="9521" y="1952"/>
                </a:lnTo>
                <a:lnTo>
                  <a:pt x="9997" y="1952"/>
                </a:lnTo>
                <a:lnTo>
                  <a:pt x="10314" y="1952"/>
                </a:lnTo>
                <a:lnTo>
                  <a:pt x="10314" y="2130"/>
                </a:lnTo>
                <a:lnTo>
                  <a:pt x="10631" y="2130"/>
                </a:lnTo>
                <a:lnTo>
                  <a:pt x="11108" y="2130"/>
                </a:lnTo>
                <a:lnTo>
                  <a:pt x="11425" y="2307"/>
                </a:lnTo>
                <a:lnTo>
                  <a:pt x="11901" y="2307"/>
                </a:lnTo>
                <a:lnTo>
                  <a:pt x="12218" y="2307"/>
                </a:lnTo>
                <a:lnTo>
                  <a:pt x="12536" y="2573"/>
                </a:lnTo>
                <a:lnTo>
                  <a:pt x="13012" y="2573"/>
                </a:lnTo>
                <a:lnTo>
                  <a:pt x="13329" y="2573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479359" y="2621346"/>
            <a:ext cx="13329" cy="2751"/>
          </a:xfrm>
          <a:custGeom>
            <a:avLst/>
            <a:gdLst/>
            <a:ahLst/>
            <a:cxnLst/>
            <a:rect l="l" t="t" r="r" b="b"/>
            <a:pathLst>
              <a:path w="13329" h="2751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2697" y="621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242"/>
                </a:lnTo>
                <a:lnTo>
                  <a:pt x="5236" y="1242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6823" y="1508"/>
                </a:lnTo>
                <a:lnTo>
                  <a:pt x="7299" y="1508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952"/>
                </a:lnTo>
                <a:lnTo>
                  <a:pt x="8727" y="1952"/>
                </a:lnTo>
                <a:lnTo>
                  <a:pt x="9203" y="1952"/>
                </a:lnTo>
                <a:lnTo>
                  <a:pt x="9203" y="2130"/>
                </a:lnTo>
                <a:lnTo>
                  <a:pt x="9521" y="2130"/>
                </a:lnTo>
                <a:lnTo>
                  <a:pt x="9838" y="2130"/>
                </a:lnTo>
                <a:lnTo>
                  <a:pt x="10314" y="2130"/>
                </a:lnTo>
                <a:lnTo>
                  <a:pt x="10314" y="2307"/>
                </a:lnTo>
                <a:lnTo>
                  <a:pt x="10631" y="2307"/>
                </a:lnTo>
                <a:lnTo>
                  <a:pt x="11108" y="2307"/>
                </a:lnTo>
                <a:lnTo>
                  <a:pt x="11425" y="2307"/>
                </a:lnTo>
                <a:lnTo>
                  <a:pt x="11901" y="2307"/>
                </a:lnTo>
                <a:lnTo>
                  <a:pt x="11901" y="2573"/>
                </a:lnTo>
                <a:lnTo>
                  <a:pt x="12218" y="2573"/>
                </a:lnTo>
                <a:lnTo>
                  <a:pt x="12536" y="2573"/>
                </a:lnTo>
                <a:lnTo>
                  <a:pt x="13012" y="2573"/>
                </a:lnTo>
                <a:lnTo>
                  <a:pt x="13012" y="2751"/>
                </a:lnTo>
                <a:lnTo>
                  <a:pt x="13329" y="2751"/>
                </a:lnTo>
              </a:path>
            </a:pathLst>
          </a:custGeom>
          <a:ln w="223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492689" y="2624097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266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1331"/>
                </a:lnTo>
                <a:lnTo>
                  <a:pt x="6188" y="1331"/>
                </a:lnTo>
                <a:lnTo>
                  <a:pt x="6506" y="1331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952"/>
                </a:lnTo>
                <a:lnTo>
                  <a:pt x="8886" y="1952"/>
                </a:lnTo>
                <a:lnTo>
                  <a:pt x="9203" y="1952"/>
                </a:lnTo>
                <a:lnTo>
                  <a:pt x="9679" y="1952"/>
                </a:lnTo>
                <a:lnTo>
                  <a:pt x="9997" y="1952"/>
                </a:lnTo>
                <a:lnTo>
                  <a:pt x="9997" y="2130"/>
                </a:lnTo>
                <a:lnTo>
                  <a:pt x="10314" y="2130"/>
                </a:lnTo>
                <a:lnTo>
                  <a:pt x="10790" y="2130"/>
                </a:lnTo>
                <a:lnTo>
                  <a:pt x="10790" y="2396"/>
                </a:lnTo>
                <a:lnTo>
                  <a:pt x="11108" y="2396"/>
                </a:lnTo>
                <a:lnTo>
                  <a:pt x="11584" y="2396"/>
                </a:lnTo>
                <a:lnTo>
                  <a:pt x="11901" y="2396"/>
                </a:lnTo>
                <a:lnTo>
                  <a:pt x="11901" y="2573"/>
                </a:lnTo>
                <a:lnTo>
                  <a:pt x="12218" y="2573"/>
                </a:lnTo>
                <a:lnTo>
                  <a:pt x="12218" y="2840"/>
                </a:lnTo>
                <a:lnTo>
                  <a:pt x="12694" y="2840"/>
                </a:lnTo>
                <a:lnTo>
                  <a:pt x="13012" y="2840"/>
                </a:lnTo>
                <a:lnTo>
                  <a:pt x="13488" y="2840"/>
                </a:lnTo>
                <a:lnTo>
                  <a:pt x="13488" y="3017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506177" y="2627115"/>
            <a:ext cx="13805" cy="2751"/>
          </a:xfrm>
          <a:custGeom>
            <a:avLst/>
            <a:gdLst/>
            <a:ahLst/>
            <a:cxnLst/>
            <a:rect l="l" t="t" r="r" b="b"/>
            <a:pathLst>
              <a:path w="13805" h="2751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2697" y="443"/>
                </a:lnTo>
                <a:lnTo>
                  <a:pt x="3015" y="443"/>
                </a:lnTo>
                <a:lnTo>
                  <a:pt x="3015" y="443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236" y="1065"/>
                </a:lnTo>
                <a:lnTo>
                  <a:pt x="5712" y="1065"/>
                </a:lnTo>
                <a:lnTo>
                  <a:pt x="5712" y="1331"/>
                </a:lnTo>
                <a:lnTo>
                  <a:pt x="6030" y="1331"/>
                </a:lnTo>
                <a:lnTo>
                  <a:pt x="6506" y="1331"/>
                </a:lnTo>
                <a:lnTo>
                  <a:pt x="6823" y="1331"/>
                </a:lnTo>
                <a:lnTo>
                  <a:pt x="7299" y="1331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686"/>
                </a:lnTo>
                <a:lnTo>
                  <a:pt x="8727" y="1686"/>
                </a:lnTo>
                <a:lnTo>
                  <a:pt x="9203" y="1686"/>
                </a:lnTo>
                <a:lnTo>
                  <a:pt x="9521" y="1952"/>
                </a:lnTo>
                <a:lnTo>
                  <a:pt x="9838" y="1952"/>
                </a:lnTo>
                <a:lnTo>
                  <a:pt x="9838" y="2130"/>
                </a:lnTo>
                <a:lnTo>
                  <a:pt x="10314" y="2130"/>
                </a:lnTo>
                <a:lnTo>
                  <a:pt x="10631" y="2130"/>
                </a:lnTo>
                <a:lnTo>
                  <a:pt x="11108" y="2130"/>
                </a:lnTo>
                <a:lnTo>
                  <a:pt x="11108" y="2396"/>
                </a:lnTo>
                <a:lnTo>
                  <a:pt x="11425" y="2396"/>
                </a:lnTo>
                <a:lnTo>
                  <a:pt x="11425" y="2573"/>
                </a:lnTo>
                <a:lnTo>
                  <a:pt x="11901" y="2573"/>
                </a:lnTo>
                <a:lnTo>
                  <a:pt x="12218" y="2573"/>
                </a:lnTo>
                <a:lnTo>
                  <a:pt x="12536" y="2573"/>
                </a:lnTo>
                <a:lnTo>
                  <a:pt x="13012" y="2573"/>
                </a:lnTo>
                <a:lnTo>
                  <a:pt x="13329" y="2573"/>
                </a:lnTo>
                <a:lnTo>
                  <a:pt x="13329" y="2751"/>
                </a:lnTo>
                <a:lnTo>
                  <a:pt x="13805" y="2751"/>
                </a:lnTo>
              </a:path>
            </a:pathLst>
          </a:custGeom>
          <a:ln w="22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519983" y="2629866"/>
            <a:ext cx="13329" cy="3017"/>
          </a:xfrm>
          <a:custGeom>
            <a:avLst/>
            <a:gdLst/>
            <a:ahLst/>
            <a:cxnLst/>
            <a:rect l="l" t="t" r="r" b="b"/>
            <a:pathLst>
              <a:path w="13329" h="3017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601" y="1153"/>
                </a:lnTo>
                <a:lnTo>
                  <a:pt x="4919" y="1153"/>
                </a:lnTo>
                <a:lnTo>
                  <a:pt x="5236" y="1153"/>
                </a:lnTo>
                <a:lnTo>
                  <a:pt x="5236" y="1331"/>
                </a:lnTo>
                <a:lnTo>
                  <a:pt x="5712" y="1331"/>
                </a:lnTo>
                <a:lnTo>
                  <a:pt x="6030" y="1331"/>
                </a:lnTo>
                <a:lnTo>
                  <a:pt x="6030" y="1331"/>
                </a:lnTo>
                <a:lnTo>
                  <a:pt x="6030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775"/>
                </a:lnTo>
                <a:lnTo>
                  <a:pt x="7140" y="1775"/>
                </a:lnTo>
                <a:lnTo>
                  <a:pt x="7616" y="1775"/>
                </a:lnTo>
                <a:lnTo>
                  <a:pt x="7934" y="1775"/>
                </a:lnTo>
                <a:lnTo>
                  <a:pt x="7934" y="1775"/>
                </a:lnTo>
                <a:lnTo>
                  <a:pt x="7934" y="1952"/>
                </a:lnTo>
                <a:lnTo>
                  <a:pt x="8410" y="1952"/>
                </a:lnTo>
                <a:lnTo>
                  <a:pt x="8410" y="2218"/>
                </a:lnTo>
                <a:lnTo>
                  <a:pt x="8727" y="2218"/>
                </a:lnTo>
                <a:lnTo>
                  <a:pt x="9203" y="2218"/>
                </a:lnTo>
                <a:lnTo>
                  <a:pt x="9521" y="2218"/>
                </a:lnTo>
                <a:lnTo>
                  <a:pt x="9838" y="2218"/>
                </a:lnTo>
                <a:lnTo>
                  <a:pt x="10314" y="2218"/>
                </a:lnTo>
                <a:lnTo>
                  <a:pt x="10314" y="2396"/>
                </a:lnTo>
                <a:lnTo>
                  <a:pt x="10631" y="2396"/>
                </a:lnTo>
                <a:lnTo>
                  <a:pt x="11108" y="2396"/>
                </a:lnTo>
                <a:lnTo>
                  <a:pt x="11108" y="2573"/>
                </a:lnTo>
                <a:lnTo>
                  <a:pt x="11425" y="2573"/>
                </a:lnTo>
                <a:lnTo>
                  <a:pt x="11742" y="2573"/>
                </a:lnTo>
                <a:lnTo>
                  <a:pt x="11742" y="2840"/>
                </a:lnTo>
                <a:lnTo>
                  <a:pt x="12218" y="2840"/>
                </a:lnTo>
                <a:lnTo>
                  <a:pt x="12536" y="2840"/>
                </a:lnTo>
                <a:lnTo>
                  <a:pt x="12536" y="3017"/>
                </a:lnTo>
                <a:lnTo>
                  <a:pt x="13012" y="3017"/>
                </a:lnTo>
                <a:lnTo>
                  <a:pt x="13329" y="3017"/>
                </a:lnTo>
              </a:path>
            </a:pathLst>
          </a:custGeom>
          <a:ln w="2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533312" y="2632884"/>
            <a:ext cx="13488" cy="3283"/>
          </a:xfrm>
          <a:custGeom>
            <a:avLst/>
            <a:gdLst/>
            <a:ahLst/>
            <a:cxnLst/>
            <a:rect l="l" t="t" r="r" b="b"/>
            <a:pathLst>
              <a:path w="13488" h="3283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710"/>
                </a:lnTo>
                <a:lnTo>
                  <a:pt x="3015" y="710"/>
                </a:lnTo>
                <a:lnTo>
                  <a:pt x="3015" y="710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331"/>
                </a:lnTo>
                <a:lnTo>
                  <a:pt x="5395" y="1331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952"/>
                </a:lnTo>
                <a:lnTo>
                  <a:pt x="8410" y="1952"/>
                </a:lnTo>
                <a:lnTo>
                  <a:pt x="8886" y="1952"/>
                </a:lnTo>
                <a:lnTo>
                  <a:pt x="8886" y="2130"/>
                </a:lnTo>
                <a:lnTo>
                  <a:pt x="9203" y="2130"/>
                </a:lnTo>
                <a:lnTo>
                  <a:pt x="9521" y="2130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314" y="2573"/>
                </a:lnTo>
                <a:lnTo>
                  <a:pt x="10790" y="2573"/>
                </a:lnTo>
                <a:lnTo>
                  <a:pt x="11108" y="2573"/>
                </a:lnTo>
                <a:lnTo>
                  <a:pt x="11584" y="2573"/>
                </a:lnTo>
                <a:lnTo>
                  <a:pt x="11901" y="2573"/>
                </a:lnTo>
                <a:lnTo>
                  <a:pt x="11901" y="2840"/>
                </a:lnTo>
                <a:lnTo>
                  <a:pt x="12218" y="2840"/>
                </a:lnTo>
                <a:lnTo>
                  <a:pt x="12694" y="2840"/>
                </a:lnTo>
                <a:lnTo>
                  <a:pt x="12694" y="3017"/>
                </a:lnTo>
                <a:lnTo>
                  <a:pt x="13012" y="3017"/>
                </a:lnTo>
                <a:lnTo>
                  <a:pt x="13488" y="3017"/>
                </a:lnTo>
                <a:lnTo>
                  <a:pt x="13488" y="3283"/>
                </a:lnTo>
              </a:path>
            </a:pathLst>
          </a:custGeom>
          <a:ln w="226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546801" y="2636168"/>
            <a:ext cx="13805" cy="2928"/>
          </a:xfrm>
          <a:custGeom>
            <a:avLst/>
            <a:gdLst/>
            <a:ahLst/>
            <a:cxnLst/>
            <a:rect l="l" t="t" r="r" b="b"/>
            <a:pathLst>
              <a:path w="13805" h="2928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0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355"/>
                </a:lnTo>
                <a:lnTo>
                  <a:pt x="2221" y="355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125" y="798"/>
                </a:lnTo>
                <a:lnTo>
                  <a:pt x="4601" y="798"/>
                </a:lnTo>
                <a:lnTo>
                  <a:pt x="4601" y="798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506" y="1420"/>
                </a:lnTo>
                <a:lnTo>
                  <a:pt x="6823" y="1420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863"/>
                </a:lnTo>
                <a:lnTo>
                  <a:pt x="8727" y="1863"/>
                </a:lnTo>
                <a:lnTo>
                  <a:pt x="9203" y="1863"/>
                </a:lnTo>
                <a:lnTo>
                  <a:pt x="9203" y="2130"/>
                </a:lnTo>
                <a:lnTo>
                  <a:pt x="9521" y="2130"/>
                </a:lnTo>
                <a:lnTo>
                  <a:pt x="9838" y="2130"/>
                </a:lnTo>
                <a:lnTo>
                  <a:pt x="10314" y="2130"/>
                </a:lnTo>
                <a:lnTo>
                  <a:pt x="10314" y="2307"/>
                </a:lnTo>
                <a:lnTo>
                  <a:pt x="10631" y="2307"/>
                </a:lnTo>
                <a:lnTo>
                  <a:pt x="10631" y="2307"/>
                </a:lnTo>
                <a:lnTo>
                  <a:pt x="10631" y="2573"/>
                </a:lnTo>
                <a:lnTo>
                  <a:pt x="11108" y="2573"/>
                </a:lnTo>
                <a:lnTo>
                  <a:pt x="11425" y="2573"/>
                </a:lnTo>
                <a:lnTo>
                  <a:pt x="11742" y="2751"/>
                </a:lnTo>
                <a:lnTo>
                  <a:pt x="12218" y="2751"/>
                </a:lnTo>
                <a:lnTo>
                  <a:pt x="12536" y="2751"/>
                </a:lnTo>
                <a:lnTo>
                  <a:pt x="12536" y="2928"/>
                </a:lnTo>
                <a:lnTo>
                  <a:pt x="13012" y="2928"/>
                </a:lnTo>
                <a:lnTo>
                  <a:pt x="13329" y="2928"/>
                </a:lnTo>
                <a:lnTo>
                  <a:pt x="13805" y="2928"/>
                </a:lnTo>
              </a:path>
            </a:pathLst>
          </a:custGeom>
          <a:ln w="223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560606" y="2639097"/>
            <a:ext cx="13329" cy="3461"/>
          </a:xfrm>
          <a:custGeom>
            <a:avLst/>
            <a:gdLst/>
            <a:ahLst/>
            <a:cxnLst/>
            <a:rect l="l" t="t" r="r" b="b"/>
            <a:pathLst>
              <a:path w="13329" h="3461">
                <a:moveTo>
                  <a:pt x="0" y="0"/>
                </a:move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428" y="443"/>
                </a:lnTo>
                <a:lnTo>
                  <a:pt x="1428" y="710"/>
                </a:lnTo>
                <a:lnTo>
                  <a:pt x="1904" y="710"/>
                </a:lnTo>
                <a:lnTo>
                  <a:pt x="2221" y="710"/>
                </a:lnTo>
                <a:lnTo>
                  <a:pt x="2538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331"/>
                </a:lnTo>
                <a:lnTo>
                  <a:pt x="5236" y="1331"/>
                </a:lnTo>
                <a:lnTo>
                  <a:pt x="5236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030" y="1775"/>
                </a:lnTo>
                <a:lnTo>
                  <a:pt x="6506" y="1775"/>
                </a:lnTo>
                <a:lnTo>
                  <a:pt x="6823" y="1775"/>
                </a:lnTo>
                <a:lnTo>
                  <a:pt x="7140" y="1952"/>
                </a:lnTo>
                <a:lnTo>
                  <a:pt x="7616" y="1952"/>
                </a:lnTo>
                <a:lnTo>
                  <a:pt x="7616" y="2218"/>
                </a:lnTo>
                <a:lnTo>
                  <a:pt x="7934" y="2218"/>
                </a:lnTo>
                <a:lnTo>
                  <a:pt x="8410" y="2218"/>
                </a:lnTo>
                <a:lnTo>
                  <a:pt x="8410" y="2218"/>
                </a:lnTo>
                <a:lnTo>
                  <a:pt x="8410" y="2396"/>
                </a:lnTo>
                <a:lnTo>
                  <a:pt x="8727" y="2396"/>
                </a:lnTo>
                <a:lnTo>
                  <a:pt x="9203" y="2396"/>
                </a:lnTo>
                <a:lnTo>
                  <a:pt x="9521" y="2396"/>
                </a:lnTo>
                <a:lnTo>
                  <a:pt x="9838" y="2573"/>
                </a:lnTo>
                <a:lnTo>
                  <a:pt x="10314" y="2573"/>
                </a:lnTo>
                <a:lnTo>
                  <a:pt x="10631" y="2573"/>
                </a:lnTo>
                <a:lnTo>
                  <a:pt x="10631" y="2840"/>
                </a:lnTo>
                <a:lnTo>
                  <a:pt x="11108" y="2840"/>
                </a:lnTo>
                <a:lnTo>
                  <a:pt x="11108" y="3017"/>
                </a:lnTo>
                <a:lnTo>
                  <a:pt x="11425" y="3017"/>
                </a:lnTo>
                <a:lnTo>
                  <a:pt x="11742" y="3283"/>
                </a:lnTo>
                <a:lnTo>
                  <a:pt x="12218" y="3283"/>
                </a:lnTo>
                <a:lnTo>
                  <a:pt x="12536" y="3283"/>
                </a:lnTo>
                <a:lnTo>
                  <a:pt x="12536" y="3461"/>
                </a:lnTo>
                <a:lnTo>
                  <a:pt x="13012" y="3461"/>
                </a:lnTo>
                <a:lnTo>
                  <a:pt x="13329" y="3461"/>
                </a:lnTo>
              </a:path>
            </a:pathLst>
          </a:custGeom>
          <a:ln w="227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573936" y="2642558"/>
            <a:ext cx="13012" cy="3461"/>
          </a:xfrm>
          <a:custGeom>
            <a:avLst/>
            <a:gdLst/>
            <a:ahLst/>
            <a:cxnLst/>
            <a:rect l="l" t="t" r="r" b="b"/>
            <a:pathLst>
              <a:path w="13012" h="3461">
                <a:moveTo>
                  <a:pt x="0" y="0"/>
                </a:moveTo>
                <a:lnTo>
                  <a:pt x="476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410" y="2130"/>
                </a:lnTo>
                <a:lnTo>
                  <a:pt x="8410" y="2396"/>
                </a:lnTo>
                <a:lnTo>
                  <a:pt x="8886" y="2396"/>
                </a:lnTo>
                <a:lnTo>
                  <a:pt x="9203" y="2396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573"/>
                </a:lnTo>
                <a:lnTo>
                  <a:pt x="10790" y="2751"/>
                </a:lnTo>
                <a:lnTo>
                  <a:pt x="11108" y="2751"/>
                </a:lnTo>
                <a:lnTo>
                  <a:pt x="11584" y="2751"/>
                </a:lnTo>
                <a:lnTo>
                  <a:pt x="11584" y="3017"/>
                </a:lnTo>
                <a:lnTo>
                  <a:pt x="11901" y="3017"/>
                </a:lnTo>
                <a:lnTo>
                  <a:pt x="12218" y="3017"/>
                </a:lnTo>
                <a:lnTo>
                  <a:pt x="12694" y="3195"/>
                </a:lnTo>
                <a:lnTo>
                  <a:pt x="13012" y="3195"/>
                </a:lnTo>
                <a:lnTo>
                  <a:pt x="13012" y="3461"/>
                </a:lnTo>
              </a:path>
            </a:pathLst>
          </a:custGeom>
          <a:ln w="22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586948" y="2646020"/>
            <a:ext cx="13805" cy="3372"/>
          </a:xfrm>
          <a:custGeom>
            <a:avLst/>
            <a:gdLst/>
            <a:ahLst/>
            <a:cxnLst/>
            <a:rect l="l" t="t" r="r" b="b"/>
            <a:pathLst>
              <a:path w="13805" h="337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355"/>
                </a:lnTo>
                <a:lnTo>
                  <a:pt x="2697" y="355"/>
                </a:lnTo>
                <a:lnTo>
                  <a:pt x="3173" y="621"/>
                </a:lnTo>
                <a:lnTo>
                  <a:pt x="3491" y="621"/>
                </a:lnTo>
                <a:lnTo>
                  <a:pt x="3808" y="621"/>
                </a:lnTo>
                <a:lnTo>
                  <a:pt x="3808" y="798"/>
                </a:lnTo>
                <a:lnTo>
                  <a:pt x="4284" y="798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863"/>
                </a:lnTo>
                <a:lnTo>
                  <a:pt x="8410" y="1863"/>
                </a:lnTo>
                <a:lnTo>
                  <a:pt x="8410" y="2130"/>
                </a:lnTo>
                <a:lnTo>
                  <a:pt x="8886" y="2130"/>
                </a:lnTo>
                <a:lnTo>
                  <a:pt x="9203" y="2130"/>
                </a:lnTo>
                <a:lnTo>
                  <a:pt x="9679" y="2307"/>
                </a:lnTo>
                <a:lnTo>
                  <a:pt x="9997" y="2307"/>
                </a:lnTo>
                <a:lnTo>
                  <a:pt x="9997" y="2573"/>
                </a:lnTo>
                <a:lnTo>
                  <a:pt x="10314" y="2573"/>
                </a:lnTo>
                <a:lnTo>
                  <a:pt x="10790" y="2573"/>
                </a:lnTo>
                <a:lnTo>
                  <a:pt x="11108" y="2573"/>
                </a:lnTo>
                <a:lnTo>
                  <a:pt x="11584" y="2573"/>
                </a:lnTo>
                <a:lnTo>
                  <a:pt x="11584" y="2751"/>
                </a:lnTo>
                <a:lnTo>
                  <a:pt x="11901" y="2751"/>
                </a:lnTo>
                <a:lnTo>
                  <a:pt x="12218" y="2751"/>
                </a:lnTo>
                <a:lnTo>
                  <a:pt x="12218" y="2928"/>
                </a:lnTo>
                <a:lnTo>
                  <a:pt x="12694" y="2928"/>
                </a:lnTo>
                <a:lnTo>
                  <a:pt x="13012" y="3195"/>
                </a:lnTo>
                <a:lnTo>
                  <a:pt x="13488" y="3195"/>
                </a:lnTo>
                <a:lnTo>
                  <a:pt x="13805" y="3372"/>
                </a:lnTo>
              </a:path>
            </a:pathLst>
          </a:custGeom>
          <a:ln w="226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600754" y="2649392"/>
            <a:ext cx="13488" cy="3461"/>
          </a:xfrm>
          <a:custGeom>
            <a:avLst/>
            <a:gdLst/>
            <a:ahLst/>
            <a:cxnLst/>
            <a:rect l="l" t="t" r="r" b="b"/>
            <a:pathLst>
              <a:path w="13488" h="3461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710"/>
                </a:lnTo>
                <a:lnTo>
                  <a:pt x="3015" y="710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5077" y="1331"/>
                </a:lnTo>
                <a:lnTo>
                  <a:pt x="5395" y="1331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6982" y="1775"/>
                </a:lnTo>
                <a:lnTo>
                  <a:pt x="7299" y="1775"/>
                </a:lnTo>
                <a:lnTo>
                  <a:pt x="7616" y="1952"/>
                </a:lnTo>
                <a:lnTo>
                  <a:pt x="8093" y="1952"/>
                </a:lnTo>
                <a:lnTo>
                  <a:pt x="8410" y="1952"/>
                </a:lnTo>
                <a:lnTo>
                  <a:pt x="8410" y="2130"/>
                </a:lnTo>
                <a:lnTo>
                  <a:pt x="8886" y="2130"/>
                </a:lnTo>
                <a:lnTo>
                  <a:pt x="8886" y="2396"/>
                </a:lnTo>
                <a:lnTo>
                  <a:pt x="9203" y="2396"/>
                </a:lnTo>
                <a:lnTo>
                  <a:pt x="9521" y="2396"/>
                </a:lnTo>
                <a:lnTo>
                  <a:pt x="9521" y="2573"/>
                </a:lnTo>
                <a:lnTo>
                  <a:pt x="9997" y="2573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840"/>
                </a:lnTo>
                <a:lnTo>
                  <a:pt x="11108" y="2840"/>
                </a:lnTo>
                <a:lnTo>
                  <a:pt x="11584" y="2840"/>
                </a:lnTo>
                <a:lnTo>
                  <a:pt x="11584" y="2840"/>
                </a:lnTo>
                <a:lnTo>
                  <a:pt x="11901" y="3017"/>
                </a:lnTo>
                <a:lnTo>
                  <a:pt x="12218" y="3017"/>
                </a:lnTo>
                <a:lnTo>
                  <a:pt x="12694" y="3283"/>
                </a:lnTo>
                <a:lnTo>
                  <a:pt x="13012" y="3283"/>
                </a:lnTo>
                <a:lnTo>
                  <a:pt x="13012" y="3461"/>
                </a:lnTo>
                <a:lnTo>
                  <a:pt x="13488" y="3461"/>
                </a:lnTo>
              </a:path>
            </a:pathLst>
          </a:custGeom>
          <a:ln w="227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614242" y="2652854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242"/>
                </a:lnTo>
                <a:lnTo>
                  <a:pt x="4919" y="1242"/>
                </a:lnTo>
                <a:lnTo>
                  <a:pt x="5236" y="1242"/>
                </a:lnTo>
                <a:lnTo>
                  <a:pt x="5236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299" y="1952"/>
                </a:lnTo>
                <a:lnTo>
                  <a:pt x="7616" y="1952"/>
                </a:lnTo>
                <a:lnTo>
                  <a:pt x="7934" y="1952"/>
                </a:lnTo>
                <a:lnTo>
                  <a:pt x="7934" y="2130"/>
                </a:lnTo>
                <a:lnTo>
                  <a:pt x="8410" y="2130"/>
                </a:lnTo>
                <a:lnTo>
                  <a:pt x="8410" y="2396"/>
                </a:lnTo>
                <a:lnTo>
                  <a:pt x="8727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21" y="2573"/>
                </a:lnTo>
                <a:lnTo>
                  <a:pt x="9838" y="2573"/>
                </a:lnTo>
                <a:lnTo>
                  <a:pt x="9838" y="2751"/>
                </a:lnTo>
                <a:lnTo>
                  <a:pt x="10314" y="2751"/>
                </a:lnTo>
                <a:lnTo>
                  <a:pt x="10631" y="2751"/>
                </a:lnTo>
                <a:lnTo>
                  <a:pt x="11108" y="2751"/>
                </a:lnTo>
                <a:lnTo>
                  <a:pt x="11425" y="3017"/>
                </a:lnTo>
                <a:lnTo>
                  <a:pt x="11742" y="3017"/>
                </a:lnTo>
                <a:lnTo>
                  <a:pt x="12218" y="3017"/>
                </a:lnTo>
                <a:lnTo>
                  <a:pt x="12218" y="3195"/>
                </a:lnTo>
                <a:lnTo>
                  <a:pt x="12536" y="3195"/>
                </a:lnTo>
                <a:lnTo>
                  <a:pt x="12536" y="3461"/>
                </a:lnTo>
                <a:lnTo>
                  <a:pt x="13012" y="3461"/>
                </a:lnTo>
                <a:lnTo>
                  <a:pt x="13329" y="3461"/>
                </a:lnTo>
                <a:lnTo>
                  <a:pt x="13329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628048" y="2656493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538" y="621"/>
                </a:lnTo>
                <a:lnTo>
                  <a:pt x="2538" y="621"/>
                </a:lnTo>
                <a:lnTo>
                  <a:pt x="3015" y="887"/>
                </a:lnTo>
                <a:lnTo>
                  <a:pt x="3332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4919" y="1331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952"/>
                </a:lnTo>
                <a:lnTo>
                  <a:pt x="7140" y="1952"/>
                </a:lnTo>
                <a:lnTo>
                  <a:pt x="7616" y="1952"/>
                </a:lnTo>
                <a:lnTo>
                  <a:pt x="7616" y="2130"/>
                </a:lnTo>
                <a:lnTo>
                  <a:pt x="7934" y="2130"/>
                </a:lnTo>
                <a:lnTo>
                  <a:pt x="8410" y="2130"/>
                </a:lnTo>
                <a:lnTo>
                  <a:pt x="8410" y="2396"/>
                </a:lnTo>
                <a:lnTo>
                  <a:pt x="8727" y="2396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838" y="2573"/>
                </a:lnTo>
                <a:lnTo>
                  <a:pt x="10314" y="2573"/>
                </a:lnTo>
                <a:lnTo>
                  <a:pt x="10314" y="2751"/>
                </a:lnTo>
                <a:lnTo>
                  <a:pt x="10631" y="2751"/>
                </a:lnTo>
                <a:lnTo>
                  <a:pt x="10631" y="3017"/>
                </a:lnTo>
                <a:lnTo>
                  <a:pt x="11108" y="3017"/>
                </a:lnTo>
                <a:lnTo>
                  <a:pt x="11425" y="3017"/>
                </a:lnTo>
                <a:lnTo>
                  <a:pt x="11425" y="3195"/>
                </a:lnTo>
                <a:lnTo>
                  <a:pt x="11742" y="3195"/>
                </a:lnTo>
                <a:lnTo>
                  <a:pt x="12218" y="3195"/>
                </a:lnTo>
                <a:lnTo>
                  <a:pt x="12218" y="3195"/>
                </a:lnTo>
                <a:lnTo>
                  <a:pt x="12536" y="3461"/>
                </a:lnTo>
                <a:lnTo>
                  <a:pt x="13012" y="3461"/>
                </a:lnTo>
                <a:lnTo>
                  <a:pt x="13012" y="3638"/>
                </a:lnTo>
                <a:lnTo>
                  <a:pt x="13329" y="3638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641378" y="2660132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0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686"/>
                </a:lnTo>
                <a:lnTo>
                  <a:pt x="6982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2130"/>
                </a:lnTo>
                <a:lnTo>
                  <a:pt x="8093" y="2130"/>
                </a:lnTo>
                <a:lnTo>
                  <a:pt x="8093" y="2396"/>
                </a:lnTo>
                <a:lnTo>
                  <a:pt x="8410" y="2396"/>
                </a:lnTo>
                <a:lnTo>
                  <a:pt x="8886" y="2396"/>
                </a:lnTo>
                <a:lnTo>
                  <a:pt x="8886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997" y="2573"/>
                </a:lnTo>
                <a:lnTo>
                  <a:pt x="9997" y="2840"/>
                </a:lnTo>
                <a:lnTo>
                  <a:pt x="10314" y="2840"/>
                </a:lnTo>
                <a:lnTo>
                  <a:pt x="10790" y="2840"/>
                </a:lnTo>
                <a:lnTo>
                  <a:pt x="10790" y="3017"/>
                </a:lnTo>
                <a:lnTo>
                  <a:pt x="11108" y="3017"/>
                </a:lnTo>
                <a:lnTo>
                  <a:pt x="11584" y="3017"/>
                </a:lnTo>
                <a:lnTo>
                  <a:pt x="11584" y="3195"/>
                </a:lnTo>
                <a:lnTo>
                  <a:pt x="11901" y="3195"/>
                </a:lnTo>
                <a:lnTo>
                  <a:pt x="11901" y="3461"/>
                </a:lnTo>
                <a:lnTo>
                  <a:pt x="12218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  <a:lnTo>
                  <a:pt x="13488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655184" y="2663771"/>
            <a:ext cx="13488" cy="3905"/>
          </a:xfrm>
          <a:custGeom>
            <a:avLst/>
            <a:gdLst/>
            <a:ahLst/>
            <a:cxnLst/>
            <a:rect l="l" t="t" r="r" b="b"/>
            <a:pathLst>
              <a:path w="13488" h="3905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712" y="1775"/>
                </a:lnTo>
                <a:lnTo>
                  <a:pt x="6188" y="1775"/>
                </a:lnTo>
                <a:lnTo>
                  <a:pt x="6188" y="1775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616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886" y="2396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521" y="2840"/>
                </a:lnTo>
                <a:lnTo>
                  <a:pt x="9997" y="2840"/>
                </a:lnTo>
                <a:lnTo>
                  <a:pt x="9997" y="2840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3195"/>
                </a:lnTo>
                <a:lnTo>
                  <a:pt x="11108" y="3195"/>
                </a:lnTo>
                <a:lnTo>
                  <a:pt x="11425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218" y="3638"/>
                </a:lnTo>
                <a:lnTo>
                  <a:pt x="12694" y="3638"/>
                </a:lnTo>
                <a:lnTo>
                  <a:pt x="13012" y="3638"/>
                </a:lnTo>
                <a:lnTo>
                  <a:pt x="13012" y="3905"/>
                </a:lnTo>
                <a:lnTo>
                  <a:pt x="13488" y="3905"/>
                </a:lnTo>
              </a:path>
            </a:pathLst>
          </a:custGeom>
          <a:ln w="229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668672" y="2667676"/>
            <a:ext cx="13647" cy="3816"/>
          </a:xfrm>
          <a:custGeom>
            <a:avLst/>
            <a:gdLst/>
            <a:ahLst/>
            <a:cxnLst/>
            <a:rect l="l" t="t" r="r" b="b"/>
            <a:pathLst>
              <a:path w="13647" h="3816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634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798"/>
                </a:lnTo>
                <a:lnTo>
                  <a:pt x="2538" y="798"/>
                </a:lnTo>
                <a:lnTo>
                  <a:pt x="3015" y="798"/>
                </a:lnTo>
                <a:lnTo>
                  <a:pt x="3332" y="798"/>
                </a:lnTo>
                <a:lnTo>
                  <a:pt x="3808" y="798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443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863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2130"/>
                </a:lnTo>
                <a:lnTo>
                  <a:pt x="7140" y="2130"/>
                </a:lnTo>
                <a:lnTo>
                  <a:pt x="7616" y="2130"/>
                </a:lnTo>
                <a:lnTo>
                  <a:pt x="7934" y="2130"/>
                </a:lnTo>
                <a:lnTo>
                  <a:pt x="7934" y="2130"/>
                </a:lnTo>
                <a:lnTo>
                  <a:pt x="7934" y="2307"/>
                </a:lnTo>
                <a:lnTo>
                  <a:pt x="8410" y="2307"/>
                </a:lnTo>
                <a:lnTo>
                  <a:pt x="8727" y="2307"/>
                </a:lnTo>
                <a:lnTo>
                  <a:pt x="8727" y="2573"/>
                </a:lnTo>
                <a:lnTo>
                  <a:pt x="9045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838" y="2751"/>
                </a:lnTo>
                <a:lnTo>
                  <a:pt x="9838" y="2928"/>
                </a:lnTo>
                <a:lnTo>
                  <a:pt x="10314" y="2928"/>
                </a:lnTo>
                <a:lnTo>
                  <a:pt x="10631" y="2928"/>
                </a:lnTo>
                <a:lnTo>
                  <a:pt x="10631" y="3195"/>
                </a:lnTo>
                <a:lnTo>
                  <a:pt x="11108" y="3195"/>
                </a:lnTo>
                <a:lnTo>
                  <a:pt x="11425" y="3195"/>
                </a:lnTo>
                <a:lnTo>
                  <a:pt x="11742" y="3195"/>
                </a:lnTo>
                <a:lnTo>
                  <a:pt x="11742" y="3372"/>
                </a:lnTo>
                <a:lnTo>
                  <a:pt x="12218" y="3372"/>
                </a:lnTo>
                <a:lnTo>
                  <a:pt x="12536" y="3372"/>
                </a:lnTo>
                <a:lnTo>
                  <a:pt x="12536" y="3638"/>
                </a:lnTo>
                <a:lnTo>
                  <a:pt x="13012" y="3638"/>
                </a:lnTo>
                <a:lnTo>
                  <a:pt x="13329" y="3638"/>
                </a:lnTo>
                <a:lnTo>
                  <a:pt x="13329" y="3816"/>
                </a:lnTo>
                <a:lnTo>
                  <a:pt x="13647" y="3816"/>
                </a:lnTo>
              </a:path>
            </a:pathLst>
          </a:custGeom>
          <a:ln w="228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682319" y="2671493"/>
            <a:ext cx="13170" cy="3905"/>
          </a:xfrm>
          <a:custGeom>
            <a:avLst/>
            <a:gdLst/>
            <a:ahLst/>
            <a:cxnLst/>
            <a:rect l="l" t="t" r="r" b="b"/>
            <a:pathLst>
              <a:path w="13170" h="3905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586" y="621"/>
                </a:lnTo>
                <a:lnTo>
                  <a:pt x="2062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173" y="887"/>
                </a:lnTo>
                <a:lnTo>
                  <a:pt x="3173" y="887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664" y="1686"/>
                </a:lnTo>
                <a:lnTo>
                  <a:pt x="6664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96"/>
                </a:lnTo>
                <a:lnTo>
                  <a:pt x="8093" y="2396"/>
                </a:lnTo>
                <a:lnTo>
                  <a:pt x="8569" y="2396"/>
                </a:lnTo>
                <a:lnTo>
                  <a:pt x="8569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679" y="2840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017"/>
                </a:lnTo>
                <a:lnTo>
                  <a:pt x="10790" y="3017"/>
                </a:lnTo>
                <a:lnTo>
                  <a:pt x="10790" y="3195"/>
                </a:lnTo>
                <a:lnTo>
                  <a:pt x="11108" y="3195"/>
                </a:lnTo>
                <a:lnTo>
                  <a:pt x="11584" y="3195"/>
                </a:lnTo>
                <a:lnTo>
                  <a:pt x="11584" y="3461"/>
                </a:lnTo>
                <a:lnTo>
                  <a:pt x="11901" y="3461"/>
                </a:lnTo>
                <a:lnTo>
                  <a:pt x="12377" y="3461"/>
                </a:lnTo>
                <a:lnTo>
                  <a:pt x="12377" y="3638"/>
                </a:lnTo>
                <a:lnTo>
                  <a:pt x="12694" y="3638"/>
                </a:lnTo>
                <a:lnTo>
                  <a:pt x="13170" y="3638"/>
                </a:lnTo>
                <a:lnTo>
                  <a:pt x="13170" y="3905"/>
                </a:lnTo>
              </a:path>
            </a:pathLst>
          </a:custGeom>
          <a:ln w="230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695490" y="2675398"/>
            <a:ext cx="13647" cy="3816"/>
          </a:xfrm>
          <a:custGeom>
            <a:avLst/>
            <a:gdLst/>
            <a:ahLst/>
            <a:cxnLst/>
            <a:rect l="l" t="t" r="r" b="b"/>
            <a:pathLst>
              <a:path w="13647" h="3816">
                <a:moveTo>
                  <a:pt x="0" y="0"/>
                </a:moveTo>
                <a:lnTo>
                  <a:pt x="0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355"/>
                </a:lnTo>
                <a:lnTo>
                  <a:pt x="2221" y="621"/>
                </a:lnTo>
                <a:lnTo>
                  <a:pt x="2538" y="621"/>
                </a:lnTo>
                <a:lnTo>
                  <a:pt x="2538" y="798"/>
                </a:lnTo>
                <a:lnTo>
                  <a:pt x="3015" y="798"/>
                </a:lnTo>
                <a:lnTo>
                  <a:pt x="3332" y="798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030" y="1508"/>
                </a:lnTo>
                <a:lnTo>
                  <a:pt x="6030" y="1686"/>
                </a:lnTo>
                <a:lnTo>
                  <a:pt x="6506" y="1686"/>
                </a:lnTo>
                <a:lnTo>
                  <a:pt x="6506" y="1863"/>
                </a:lnTo>
                <a:lnTo>
                  <a:pt x="6823" y="1863"/>
                </a:lnTo>
                <a:lnTo>
                  <a:pt x="7140" y="1863"/>
                </a:lnTo>
                <a:lnTo>
                  <a:pt x="7140" y="2130"/>
                </a:lnTo>
                <a:lnTo>
                  <a:pt x="7616" y="2130"/>
                </a:lnTo>
                <a:lnTo>
                  <a:pt x="7934" y="2130"/>
                </a:lnTo>
                <a:lnTo>
                  <a:pt x="7934" y="2307"/>
                </a:lnTo>
                <a:lnTo>
                  <a:pt x="7934" y="2307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838" y="2751"/>
                </a:lnTo>
                <a:lnTo>
                  <a:pt x="10314" y="2751"/>
                </a:lnTo>
                <a:lnTo>
                  <a:pt x="10314" y="2751"/>
                </a:lnTo>
                <a:lnTo>
                  <a:pt x="10314" y="2928"/>
                </a:lnTo>
                <a:lnTo>
                  <a:pt x="10631" y="2928"/>
                </a:lnTo>
                <a:lnTo>
                  <a:pt x="10631" y="3195"/>
                </a:lnTo>
                <a:lnTo>
                  <a:pt x="11108" y="3195"/>
                </a:lnTo>
                <a:lnTo>
                  <a:pt x="11425" y="3195"/>
                </a:lnTo>
                <a:lnTo>
                  <a:pt x="11425" y="3372"/>
                </a:lnTo>
                <a:lnTo>
                  <a:pt x="11742" y="3372"/>
                </a:lnTo>
                <a:lnTo>
                  <a:pt x="12218" y="3372"/>
                </a:lnTo>
                <a:lnTo>
                  <a:pt x="12218" y="3638"/>
                </a:lnTo>
                <a:lnTo>
                  <a:pt x="12536" y="3638"/>
                </a:lnTo>
                <a:lnTo>
                  <a:pt x="12536" y="3816"/>
                </a:lnTo>
                <a:lnTo>
                  <a:pt x="13012" y="3816"/>
                </a:lnTo>
                <a:lnTo>
                  <a:pt x="13329" y="3816"/>
                </a:lnTo>
                <a:lnTo>
                  <a:pt x="13647" y="3816"/>
                </a:lnTo>
              </a:path>
            </a:pathLst>
          </a:custGeom>
          <a:ln w="228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709137" y="2679214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586" y="621"/>
                </a:lnTo>
                <a:lnTo>
                  <a:pt x="2062" y="621"/>
                </a:lnTo>
                <a:lnTo>
                  <a:pt x="2062" y="621"/>
                </a:lnTo>
                <a:lnTo>
                  <a:pt x="2380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065"/>
                </a:lnTo>
                <a:lnTo>
                  <a:pt x="3967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686"/>
                </a:lnTo>
                <a:lnTo>
                  <a:pt x="5395" y="1686"/>
                </a:lnTo>
                <a:lnTo>
                  <a:pt x="5871" y="1686"/>
                </a:lnTo>
                <a:lnTo>
                  <a:pt x="5871" y="1952"/>
                </a:lnTo>
                <a:lnTo>
                  <a:pt x="6188" y="1952"/>
                </a:lnTo>
                <a:lnTo>
                  <a:pt x="6664" y="1952"/>
                </a:lnTo>
                <a:lnTo>
                  <a:pt x="6664" y="2130"/>
                </a:lnTo>
                <a:lnTo>
                  <a:pt x="6982" y="2130"/>
                </a:lnTo>
                <a:lnTo>
                  <a:pt x="6982" y="2130"/>
                </a:lnTo>
                <a:lnTo>
                  <a:pt x="6982" y="2396"/>
                </a:lnTo>
                <a:lnTo>
                  <a:pt x="7299" y="2396"/>
                </a:lnTo>
                <a:lnTo>
                  <a:pt x="7775" y="2396"/>
                </a:lnTo>
                <a:lnTo>
                  <a:pt x="8093" y="2396"/>
                </a:lnTo>
                <a:lnTo>
                  <a:pt x="8569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473" y="3195"/>
                </a:lnTo>
                <a:lnTo>
                  <a:pt x="10790" y="3195"/>
                </a:lnTo>
                <a:lnTo>
                  <a:pt x="10790" y="3461"/>
                </a:lnTo>
                <a:lnTo>
                  <a:pt x="11266" y="3461"/>
                </a:lnTo>
                <a:lnTo>
                  <a:pt x="11584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377" y="3638"/>
                </a:lnTo>
                <a:lnTo>
                  <a:pt x="12694" y="3638"/>
                </a:lnTo>
                <a:lnTo>
                  <a:pt x="12694" y="3905"/>
                </a:lnTo>
                <a:lnTo>
                  <a:pt x="13170" y="3905"/>
                </a:lnTo>
                <a:lnTo>
                  <a:pt x="13170" y="4082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722625" y="2683297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751"/>
                </a:lnTo>
                <a:lnTo>
                  <a:pt x="9203" y="2751"/>
                </a:lnTo>
                <a:lnTo>
                  <a:pt x="9521" y="2751"/>
                </a:lnTo>
                <a:lnTo>
                  <a:pt x="9521" y="3017"/>
                </a:lnTo>
                <a:lnTo>
                  <a:pt x="9997" y="3017"/>
                </a:lnTo>
                <a:lnTo>
                  <a:pt x="10314" y="3017"/>
                </a:lnTo>
                <a:lnTo>
                  <a:pt x="10790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901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694" y="3905"/>
                </a:lnTo>
                <a:lnTo>
                  <a:pt x="13012" y="3905"/>
                </a:lnTo>
                <a:lnTo>
                  <a:pt x="13012" y="4082"/>
                </a:lnTo>
                <a:lnTo>
                  <a:pt x="13488" y="4082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736431" y="2687380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177"/>
                </a:lnTo>
                <a:lnTo>
                  <a:pt x="793" y="177"/>
                </a:lnTo>
                <a:lnTo>
                  <a:pt x="1110" y="443"/>
                </a:lnTo>
                <a:lnTo>
                  <a:pt x="1586" y="443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242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2396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790" y="3195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694" y="3638"/>
                </a:lnTo>
                <a:lnTo>
                  <a:pt x="12694" y="3816"/>
                </a:lnTo>
                <a:lnTo>
                  <a:pt x="13012" y="3816"/>
                </a:lnTo>
                <a:lnTo>
                  <a:pt x="13012" y="4082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749761" y="2691463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0" y="0"/>
                </a:lnTo>
                <a:lnTo>
                  <a:pt x="476" y="177"/>
                </a:lnTo>
                <a:lnTo>
                  <a:pt x="793" y="177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586" y="621"/>
                </a:lnTo>
                <a:lnTo>
                  <a:pt x="2062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798"/>
                </a:lnTo>
                <a:lnTo>
                  <a:pt x="3173" y="798"/>
                </a:lnTo>
                <a:lnTo>
                  <a:pt x="3491" y="798"/>
                </a:lnTo>
                <a:lnTo>
                  <a:pt x="3491" y="1065"/>
                </a:lnTo>
                <a:lnTo>
                  <a:pt x="3967" y="1065"/>
                </a:lnTo>
                <a:lnTo>
                  <a:pt x="3967" y="1242"/>
                </a:lnTo>
                <a:lnTo>
                  <a:pt x="4284" y="1242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686"/>
                </a:lnTo>
                <a:lnTo>
                  <a:pt x="5395" y="1686"/>
                </a:lnTo>
                <a:lnTo>
                  <a:pt x="5871" y="1686"/>
                </a:lnTo>
                <a:lnTo>
                  <a:pt x="5871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775" y="2307"/>
                </a:lnTo>
                <a:lnTo>
                  <a:pt x="8093" y="2307"/>
                </a:lnTo>
                <a:lnTo>
                  <a:pt x="8093" y="2573"/>
                </a:lnTo>
                <a:lnTo>
                  <a:pt x="8569" y="2573"/>
                </a:lnTo>
                <a:lnTo>
                  <a:pt x="8569" y="2751"/>
                </a:lnTo>
                <a:lnTo>
                  <a:pt x="8886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195"/>
                </a:lnTo>
                <a:lnTo>
                  <a:pt x="10790" y="3195"/>
                </a:lnTo>
                <a:lnTo>
                  <a:pt x="11108" y="3372"/>
                </a:lnTo>
                <a:lnTo>
                  <a:pt x="11584" y="3372"/>
                </a:lnTo>
                <a:lnTo>
                  <a:pt x="11584" y="3638"/>
                </a:lnTo>
                <a:lnTo>
                  <a:pt x="11901" y="3638"/>
                </a:lnTo>
                <a:lnTo>
                  <a:pt x="12377" y="3638"/>
                </a:lnTo>
                <a:lnTo>
                  <a:pt x="12377" y="3816"/>
                </a:lnTo>
                <a:lnTo>
                  <a:pt x="12694" y="3816"/>
                </a:lnTo>
                <a:lnTo>
                  <a:pt x="12694" y="4082"/>
                </a:lnTo>
                <a:lnTo>
                  <a:pt x="13170" y="4082"/>
                </a:lnTo>
                <a:lnTo>
                  <a:pt x="13488" y="4082"/>
                </a:lnTo>
                <a:lnTo>
                  <a:pt x="13488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763566" y="2695723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793" y="266"/>
                </a:lnTo>
                <a:lnTo>
                  <a:pt x="1269" y="266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173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6982" y="2130"/>
                </a:lnTo>
                <a:lnTo>
                  <a:pt x="7299" y="2396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679" y="2840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017"/>
                </a:lnTo>
                <a:lnTo>
                  <a:pt x="10473" y="3195"/>
                </a:lnTo>
                <a:lnTo>
                  <a:pt x="10790" y="3195"/>
                </a:lnTo>
                <a:lnTo>
                  <a:pt x="10790" y="3195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901" y="3638"/>
                </a:lnTo>
                <a:lnTo>
                  <a:pt x="12377" y="3638"/>
                </a:lnTo>
                <a:lnTo>
                  <a:pt x="12694" y="3638"/>
                </a:lnTo>
                <a:lnTo>
                  <a:pt x="12694" y="3905"/>
                </a:lnTo>
                <a:lnTo>
                  <a:pt x="13012" y="3905"/>
                </a:lnTo>
                <a:lnTo>
                  <a:pt x="13012" y="4082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777055" y="2699806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0" y="0"/>
                </a:ln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631" y="3195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694" y="4082"/>
                </a:lnTo>
                <a:lnTo>
                  <a:pt x="13012" y="4082"/>
                </a:lnTo>
                <a:lnTo>
                  <a:pt x="13012" y="4260"/>
                </a:lnTo>
                <a:lnTo>
                  <a:pt x="13329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790861" y="2704066"/>
            <a:ext cx="13012" cy="4082"/>
          </a:xfrm>
          <a:custGeom>
            <a:avLst/>
            <a:gdLst/>
            <a:ahLst/>
            <a:cxnLst/>
            <a:rect l="l" t="t" r="r" b="b"/>
            <a:pathLst>
              <a:path w="13012" h="4082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710"/>
                </a:lnTo>
                <a:lnTo>
                  <a:pt x="2221" y="710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1952"/>
                </a:lnTo>
                <a:lnTo>
                  <a:pt x="6506" y="2218"/>
                </a:lnTo>
                <a:lnTo>
                  <a:pt x="6823" y="2218"/>
                </a:lnTo>
                <a:lnTo>
                  <a:pt x="6823" y="2396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9997" y="3283"/>
                </a:lnTo>
                <a:lnTo>
                  <a:pt x="10314" y="3283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536" y="3905"/>
                </a:lnTo>
                <a:lnTo>
                  <a:pt x="13012" y="4082"/>
                </a:lnTo>
              </a:path>
            </a:pathLst>
          </a:custGeom>
          <a:ln w="231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803873" y="2708149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0"/>
                </a:moveTo>
                <a:lnTo>
                  <a:pt x="0" y="0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6188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573"/>
                </a:lnTo>
                <a:lnTo>
                  <a:pt x="8410" y="2840"/>
                </a:lnTo>
                <a:lnTo>
                  <a:pt x="8727" y="2840"/>
                </a:lnTo>
                <a:lnTo>
                  <a:pt x="8727" y="3017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10314" y="3017"/>
                </a:lnTo>
                <a:lnTo>
                  <a:pt x="10314" y="3283"/>
                </a:lnTo>
                <a:lnTo>
                  <a:pt x="10790" y="3283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905"/>
                </a:lnTo>
                <a:lnTo>
                  <a:pt x="12218" y="3905"/>
                </a:lnTo>
                <a:lnTo>
                  <a:pt x="12694" y="3905"/>
                </a:lnTo>
                <a:lnTo>
                  <a:pt x="12694" y="3905"/>
                </a:lnTo>
                <a:lnTo>
                  <a:pt x="12694" y="4082"/>
                </a:lnTo>
                <a:lnTo>
                  <a:pt x="13012" y="4082"/>
                </a:lnTo>
                <a:lnTo>
                  <a:pt x="13329" y="4082"/>
                </a:lnTo>
                <a:lnTo>
                  <a:pt x="13805" y="4349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817679" y="2712498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317" y="0"/>
                </a:lnTo>
                <a:lnTo>
                  <a:pt x="793" y="177"/>
                </a:lnTo>
                <a:lnTo>
                  <a:pt x="793" y="355"/>
                </a:lnTo>
                <a:lnTo>
                  <a:pt x="1110" y="355"/>
                </a:lnTo>
                <a:lnTo>
                  <a:pt x="1586" y="355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798"/>
                </a:lnTo>
                <a:lnTo>
                  <a:pt x="2697" y="798"/>
                </a:lnTo>
                <a:lnTo>
                  <a:pt x="2697" y="798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863"/>
                </a:lnTo>
                <a:lnTo>
                  <a:pt x="6030" y="1863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07"/>
                </a:lnTo>
                <a:lnTo>
                  <a:pt x="7616" y="2307"/>
                </a:lnTo>
                <a:lnTo>
                  <a:pt x="7616" y="2307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2928"/>
                </a:lnTo>
                <a:lnTo>
                  <a:pt x="9521" y="2928"/>
                </a:lnTo>
                <a:lnTo>
                  <a:pt x="9521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372"/>
                </a:lnTo>
                <a:lnTo>
                  <a:pt x="10631" y="3372"/>
                </a:lnTo>
                <a:lnTo>
                  <a:pt x="11108" y="3372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816"/>
                </a:lnTo>
                <a:lnTo>
                  <a:pt x="12218" y="3816"/>
                </a:lnTo>
                <a:lnTo>
                  <a:pt x="12694" y="3816"/>
                </a:lnTo>
                <a:lnTo>
                  <a:pt x="12694" y="3994"/>
                </a:lnTo>
                <a:lnTo>
                  <a:pt x="13012" y="3994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831008" y="271675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586" y="443"/>
                </a:lnTo>
                <a:lnTo>
                  <a:pt x="1904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173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065"/>
                </a:lnTo>
                <a:lnTo>
                  <a:pt x="3967" y="1242"/>
                </a:lnTo>
                <a:lnTo>
                  <a:pt x="4284" y="1242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307"/>
                </a:lnTo>
                <a:lnTo>
                  <a:pt x="7775" y="2307"/>
                </a:lnTo>
                <a:lnTo>
                  <a:pt x="7775" y="2573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751"/>
                </a:lnTo>
                <a:lnTo>
                  <a:pt x="9203" y="2751"/>
                </a:lnTo>
                <a:lnTo>
                  <a:pt x="9679" y="2751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017"/>
                </a:lnTo>
                <a:lnTo>
                  <a:pt x="10473" y="3195"/>
                </a:lnTo>
                <a:lnTo>
                  <a:pt x="10473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901" y="3638"/>
                </a:lnTo>
                <a:lnTo>
                  <a:pt x="11901" y="3816"/>
                </a:lnTo>
                <a:lnTo>
                  <a:pt x="12377" y="3816"/>
                </a:lnTo>
                <a:lnTo>
                  <a:pt x="12694" y="3816"/>
                </a:lnTo>
                <a:lnTo>
                  <a:pt x="12694" y="4082"/>
                </a:lnTo>
                <a:lnTo>
                  <a:pt x="13012" y="4082"/>
                </a:lnTo>
                <a:lnTo>
                  <a:pt x="13488" y="4082"/>
                </a:lnTo>
                <a:lnTo>
                  <a:pt x="13488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844814" y="2721018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269" y="621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871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2130"/>
                </a:lnTo>
                <a:lnTo>
                  <a:pt x="6982" y="2396"/>
                </a:lnTo>
                <a:lnTo>
                  <a:pt x="7299" y="2396"/>
                </a:lnTo>
                <a:lnTo>
                  <a:pt x="7775" y="2396"/>
                </a:lnTo>
                <a:lnTo>
                  <a:pt x="7775" y="2573"/>
                </a:lnTo>
                <a:lnTo>
                  <a:pt x="8093" y="2573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790" y="3195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584" y="3905"/>
                </a:lnTo>
                <a:lnTo>
                  <a:pt x="11901" y="3905"/>
                </a:lnTo>
                <a:lnTo>
                  <a:pt x="12377" y="3905"/>
                </a:lnTo>
                <a:lnTo>
                  <a:pt x="12377" y="4082"/>
                </a:lnTo>
                <a:lnTo>
                  <a:pt x="12694" y="4082"/>
                </a:lnTo>
                <a:lnTo>
                  <a:pt x="13012" y="4082"/>
                </a:lnTo>
                <a:lnTo>
                  <a:pt x="13012" y="4349"/>
                </a:lnTo>
                <a:lnTo>
                  <a:pt x="13488" y="4349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858302" y="2725367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355"/>
                </a:lnTo>
                <a:lnTo>
                  <a:pt x="1428" y="355"/>
                </a:lnTo>
                <a:lnTo>
                  <a:pt x="1904" y="355"/>
                </a:lnTo>
                <a:lnTo>
                  <a:pt x="1904" y="621"/>
                </a:lnTo>
                <a:lnTo>
                  <a:pt x="2221" y="798"/>
                </a:lnTo>
                <a:lnTo>
                  <a:pt x="2697" y="798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420"/>
                </a:lnTo>
                <a:lnTo>
                  <a:pt x="4919" y="1420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863"/>
                </a:lnTo>
                <a:lnTo>
                  <a:pt x="6030" y="1863"/>
                </a:lnTo>
                <a:lnTo>
                  <a:pt x="6030" y="1863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307"/>
                </a:lnTo>
                <a:lnTo>
                  <a:pt x="7299" y="2307"/>
                </a:lnTo>
                <a:lnTo>
                  <a:pt x="7616" y="2307"/>
                </a:lnTo>
                <a:lnTo>
                  <a:pt x="8093" y="2307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2928"/>
                </a:lnTo>
                <a:lnTo>
                  <a:pt x="9521" y="2928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372"/>
                </a:lnTo>
                <a:lnTo>
                  <a:pt x="10631" y="3372"/>
                </a:lnTo>
                <a:lnTo>
                  <a:pt x="11108" y="3372"/>
                </a:lnTo>
                <a:lnTo>
                  <a:pt x="11425" y="3372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638"/>
                </a:lnTo>
                <a:lnTo>
                  <a:pt x="12218" y="3816"/>
                </a:lnTo>
                <a:lnTo>
                  <a:pt x="12218" y="3994"/>
                </a:lnTo>
                <a:lnTo>
                  <a:pt x="12536" y="3994"/>
                </a:lnTo>
                <a:lnTo>
                  <a:pt x="13012" y="3994"/>
                </a:lnTo>
                <a:lnTo>
                  <a:pt x="13012" y="4260"/>
                </a:lnTo>
                <a:lnTo>
                  <a:pt x="13329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872108" y="2729628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177"/>
                </a:lnTo>
                <a:lnTo>
                  <a:pt x="793" y="443"/>
                </a:lnTo>
                <a:lnTo>
                  <a:pt x="1110" y="443"/>
                </a:lnTo>
                <a:lnTo>
                  <a:pt x="1428" y="443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015" y="1242"/>
                </a:lnTo>
                <a:lnTo>
                  <a:pt x="3332" y="1242"/>
                </a:lnTo>
                <a:lnTo>
                  <a:pt x="3808" y="1242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508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2307"/>
                </a:lnTo>
                <a:lnTo>
                  <a:pt x="7299" y="2307"/>
                </a:lnTo>
                <a:lnTo>
                  <a:pt x="7299" y="2573"/>
                </a:lnTo>
                <a:lnTo>
                  <a:pt x="7616" y="2573"/>
                </a:lnTo>
                <a:lnTo>
                  <a:pt x="7934" y="2751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521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631" y="3461"/>
                </a:lnTo>
                <a:lnTo>
                  <a:pt x="10631" y="3638"/>
                </a:lnTo>
                <a:lnTo>
                  <a:pt x="11108" y="3638"/>
                </a:lnTo>
                <a:lnTo>
                  <a:pt x="11108" y="3638"/>
                </a:lnTo>
                <a:lnTo>
                  <a:pt x="11108" y="3816"/>
                </a:lnTo>
                <a:lnTo>
                  <a:pt x="11425" y="3816"/>
                </a:lnTo>
                <a:lnTo>
                  <a:pt x="11901" y="3816"/>
                </a:lnTo>
                <a:lnTo>
                  <a:pt x="12218" y="3816"/>
                </a:lnTo>
                <a:lnTo>
                  <a:pt x="12536" y="4082"/>
                </a:lnTo>
                <a:lnTo>
                  <a:pt x="13012" y="4082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885438" y="2733888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3808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4601" y="1775"/>
                </a:lnTo>
                <a:lnTo>
                  <a:pt x="5077" y="1775"/>
                </a:lnTo>
                <a:lnTo>
                  <a:pt x="5395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2396"/>
                </a:lnTo>
                <a:lnTo>
                  <a:pt x="7299" y="2396"/>
                </a:lnTo>
                <a:lnTo>
                  <a:pt x="7775" y="2396"/>
                </a:lnTo>
                <a:lnTo>
                  <a:pt x="7775" y="2573"/>
                </a:lnTo>
                <a:lnTo>
                  <a:pt x="8093" y="2573"/>
                </a:lnTo>
                <a:lnTo>
                  <a:pt x="8093" y="2840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203" y="3195"/>
                </a:lnTo>
                <a:lnTo>
                  <a:pt x="9679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584" y="3905"/>
                </a:lnTo>
                <a:lnTo>
                  <a:pt x="11901" y="3905"/>
                </a:lnTo>
                <a:lnTo>
                  <a:pt x="12377" y="3905"/>
                </a:lnTo>
                <a:lnTo>
                  <a:pt x="12377" y="4082"/>
                </a:lnTo>
                <a:lnTo>
                  <a:pt x="12694" y="4082"/>
                </a:lnTo>
                <a:lnTo>
                  <a:pt x="12694" y="4260"/>
                </a:lnTo>
                <a:lnTo>
                  <a:pt x="13012" y="4260"/>
                </a:lnTo>
                <a:lnTo>
                  <a:pt x="13488" y="426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898926" y="2738148"/>
            <a:ext cx="13329" cy="4526"/>
          </a:xfrm>
          <a:custGeom>
            <a:avLst/>
            <a:gdLst/>
            <a:ahLst/>
            <a:cxnLst/>
            <a:rect l="l" t="t" r="r" b="b"/>
            <a:pathLst>
              <a:path w="13329" h="4526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428" y="710"/>
                </a:lnTo>
                <a:lnTo>
                  <a:pt x="1904" y="710"/>
                </a:lnTo>
                <a:lnTo>
                  <a:pt x="2221" y="710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153"/>
                </a:lnTo>
                <a:lnTo>
                  <a:pt x="3015" y="1153"/>
                </a:lnTo>
                <a:lnTo>
                  <a:pt x="3015" y="1331"/>
                </a:lnTo>
                <a:lnTo>
                  <a:pt x="3332" y="1331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775"/>
                </a:lnTo>
                <a:lnTo>
                  <a:pt x="5395" y="1952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2218"/>
                </a:lnTo>
                <a:lnTo>
                  <a:pt x="6506" y="2218"/>
                </a:lnTo>
                <a:lnTo>
                  <a:pt x="6823" y="2218"/>
                </a:lnTo>
                <a:lnTo>
                  <a:pt x="6823" y="2396"/>
                </a:lnTo>
                <a:lnTo>
                  <a:pt x="7299" y="2396"/>
                </a:lnTo>
                <a:lnTo>
                  <a:pt x="7616" y="2396"/>
                </a:lnTo>
                <a:lnTo>
                  <a:pt x="7616" y="2573"/>
                </a:lnTo>
                <a:lnTo>
                  <a:pt x="7934" y="2573"/>
                </a:lnTo>
                <a:lnTo>
                  <a:pt x="8410" y="2573"/>
                </a:lnTo>
                <a:lnTo>
                  <a:pt x="8410" y="2573"/>
                </a:lnTo>
                <a:lnTo>
                  <a:pt x="8410" y="2840"/>
                </a:lnTo>
                <a:lnTo>
                  <a:pt x="8727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521" y="3283"/>
                </a:lnTo>
                <a:lnTo>
                  <a:pt x="9997" y="3283"/>
                </a:lnTo>
                <a:lnTo>
                  <a:pt x="9997" y="3461"/>
                </a:lnTo>
                <a:lnTo>
                  <a:pt x="10314" y="3461"/>
                </a:lnTo>
                <a:lnTo>
                  <a:pt x="10631" y="3461"/>
                </a:lnTo>
                <a:lnTo>
                  <a:pt x="10631" y="3727"/>
                </a:lnTo>
                <a:lnTo>
                  <a:pt x="11108" y="3727"/>
                </a:lnTo>
                <a:lnTo>
                  <a:pt x="11425" y="3727"/>
                </a:lnTo>
                <a:lnTo>
                  <a:pt x="11901" y="3727"/>
                </a:lnTo>
                <a:lnTo>
                  <a:pt x="11901" y="3905"/>
                </a:lnTo>
                <a:lnTo>
                  <a:pt x="12218" y="3905"/>
                </a:lnTo>
                <a:lnTo>
                  <a:pt x="12536" y="4082"/>
                </a:lnTo>
                <a:lnTo>
                  <a:pt x="13012" y="4082"/>
                </a:lnTo>
                <a:lnTo>
                  <a:pt x="13012" y="4349"/>
                </a:lnTo>
                <a:lnTo>
                  <a:pt x="13329" y="4349"/>
                </a:lnTo>
                <a:lnTo>
                  <a:pt x="13329" y="4526"/>
                </a:lnTo>
              </a:path>
            </a:pathLst>
          </a:custGeom>
          <a:ln w="234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912256" y="2742675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173" y="887"/>
                </a:lnTo>
                <a:lnTo>
                  <a:pt x="3491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679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3195"/>
                </a:lnTo>
                <a:lnTo>
                  <a:pt x="11108" y="3461"/>
                </a:lnTo>
                <a:lnTo>
                  <a:pt x="11584" y="3461"/>
                </a:lnTo>
                <a:lnTo>
                  <a:pt x="11584" y="3638"/>
                </a:lnTo>
                <a:lnTo>
                  <a:pt x="11901" y="3638"/>
                </a:lnTo>
                <a:lnTo>
                  <a:pt x="12377" y="3638"/>
                </a:lnTo>
                <a:lnTo>
                  <a:pt x="12377" y="3905"/>
                </a:lnTo>
                <a:lnTo>
                  <a:pt x="12694" y="3905"/>
                </a:lnTo>
                <a:lnTo>
                  <a:pt x="13012" y="3905"/>
                </a:lnTo>
                <a:lnTo>
                  <a:pt x="13488" y="3905"/>
                </a:lnTo>
                <a:lnTo>
                  <a:pt x="13488" y="4082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926061" y="2746757"/>
            <a:ext cx="13488" cy="4526"/>
          </a:xfrm>
          <a:custGeom>
            <a:avLst/>
            <a:gdLst/>
            <a:ahLst/>
            <a:cxnLst/>
            <a:rect l="l" t="t" r="r" b="b"/>
            <a:pathLst>
              <a:path w="13488" h="4526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110" y="443"/>
                </a:lnTo>
                <a:lnTo>
                  <a:pt x="1110" y="621"/>
                </a:lnTo>
                <a:lnTo>
                  <a:pt x="1586" y="621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686"/>
                </a:lnTo>
                <a:lnTo>
                  <a:pt x="5077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5712" y="1952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396"/>
                </a:lnTo>
                <a:lnTo>
                  <a:pt x="7775" y="2573"/>
                </a:lnTo>
                <a:lnTo>
                  <a:pt x="8093" y="2573"/>
                </a:lnTo>
                <a:lnTo>
                  <a:pt x="8093" y="2840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203" y="3195"/>
                </a:lnTo>
                <a:lnTo>
                  <a:pt x="9679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584" y="3905"/>
                </a:lnTo>
                <a:lnTo>
                  <a:pt x="11901" y="3905"/>
                </a:lnTo>
                <a:lnTo>
                  <a:pt x="12218" y="4082"/>
                </a:lnTo>
                <a:lnTo>
                  <a:pt x="12694" y="4082"/>
                </a:lnTo>
                <a:lnTo>
                  <a:pt x="12694" y="4260"/>
                </a:lnTo>
                <a:lnTo>
                  <a:pt x="13012" y="4260"/>
                </a:lnTo>
                <a:lnTo>
                  <a:pt x="13488" y="4260"/>
                </a:lnTo>
                <a:lnTo>
                  <a:pt x="13488" y="4526"/>
                </a:lnTo>
              </a:path>
            </a:pathLst>
          </a:custGeom>
          <a:ln w="23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939550" y="2751284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177"/>
                </a:lnTo>
                <a:lnTo>
                  <a:pt x="1428" y="177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332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07"/>
                </a:lnTo>
                <a:lnTo>
                  <a:pt x="7616" y="2307"/>
                </a:lnTo>
                <a:lnTo>
                  <a:pt x="7934" y="2307"/>
                </a:lnTo>
                <a:lnTo>
                  <a:pt x="8410" y="2307"/>
                </a:lnTo>
                <a:lnTo>
                  <a:pt x="8410" y="2307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751"/>
                </a:lnTo>
                <a:lnTo>
                  <a:pt x="9521" y="2751"/>
                </a:lnTo>
                <a:lnTo>
                  <a:pt x="9521" y="3017"/>
                </a:lnTo>
                <a:lnTo>
                  <a:pt x="9997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195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218" y="3638"/>
                </a:lnTo>
                <a:lnTo>
                  <a:pt x="12536" y="3638"/>
                </a:lnTo>
                <a:lnTo>
                  <a:pt x="12536" y="3816"/>
                </a:lnTo>
                <a:lnTo>
                  <a:pt x="13012" y="3816"/>
                </a:lnTo>
                <a:lnTo>
                  <a:pt x="13012" y="4082"/>
                </a:lnTo>
                <a:lnTo>
                  <a:pt x="13329" y="4082"/>
                </a:lnTo>
                <a:lnTo>
                  <a:pt x="13805" y="4082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953356" y="2755544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317" y="0"/>
                </a:lnTo>
                <a:lnTo>
                  <a:pt x="634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775"/>
                </a:lnTo>
                <a:lnTo>
                  <a:pt x="6030" y="1775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7934" y="2396"/>
                </a:lnTo>
                <a:lnTo>
                  <a:pt x="7934" y="2573"/>
                </a:lnTo>
                <a:lnTo>
                  <a:pt x="8410" y="2573"/>
                </a:lnTo>
                <a:lnTo>
                  <a:pt x="8410" y="2573"/>
                </a:lnTo>
                <a:lnTo>
                  <a:pt x="8727" y="2840"/>
                </a:lnTo>
                <a:lnTo>
                  <a:pt x="9203" y="2840"/>
                </a:lnTo>
                <a:lnTo>
                  <a:pt x="9521" y="2840"/>
                </a:lnTo>
                <a:lnTo>
                  <a:pt x="9521" y="3017"/>
                </a:lnTo>
                <a:lnTo>
                  <a:pt x="9838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905"/>
                </a:lnTo>
                <a:lnTo>
                  <a:pt x="12218" y="3905"/>
                </a:lnTo>
                <a:lnTo>
                  <a:pt x="12536" y="3905"/>
                </a:lnTo>
                <a:lnTo>
                  <a:pt x="13012" y="3905"/>
                </a:lnTo>
                <a:lnTo>
                  <a:pt x="13329" y="3905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966685" y="2759627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476" y="266"/>
                </a:lnTo>
                <a:lnTo>
                  <a:pt x="793" y="266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380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952"/>
                </a:lnTo>
                <a:lnTo>
                  <a:pt x="6188" y="1952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886" y="2751"/>
                </a:lnTo>
                <a:lnTo>
                  <a:pt x="9203" y="3017"/>
                </a:lnTo>
                <a:lnTo>
                  <a:pt x="9679" y="3017"/>
                </a:lnTo>
                <a:lnTo>
                  <a:pt x="9679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584" y="3461"/>
                </a:lnTo>
                <a:lnTo>
                  <a:pt x="11584" y="3638"/>
                </a:lnTo>
                <a:lnTo>
                  <a:pt x="11901" y="3638"/>
                </a:lnTo>
                <a:lnTo>
                  <a:pt x="11901" y="3638"/>
                </a:lnTo>
                <a:lnTo>
                  <a:pt x="12218" y="3905"/>
                </a:lnTo>
                <a:lnTo>
                  <a:pt x="12694" y="3905"/>
                </a:lnTo>
                <a:lnTo>
                  <a:pt x="12694" y="4082"/>
                </a:lnTo>
                <a:lnTo>
                  <a:pt x="13012" y="4082"/>
                </a:lnTo>
                <a:lnTo>
                  <a:pt x="13012" y="4260"/>
                </a:lnTo>
                <a:lnTo>
                  <a:pt x="13488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980491" y="2763887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1110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2380" y="710"/>
                </a:lnTo>
                <a:lnTo>
                  <a:pt x="2380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218"/>
                </a:lnTo>
                <a:lnTo>
                  <a:pt x="6982" y="2218"/>
                </a:lnTo>
                <a:lnTo>
                  <a:pt x="7299" y="2396"/>
                </a:lnTo>
                <a:lnTo>
                  <a:pt x="7299" y="2573"/>
                </a:lnTo>
                <a:lnTo>
                  <a:pt x="7616" y="2573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283"/>
                </a:lnTo>
                <a:lnTo>
                  <a:pt x="10314" y="3283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584" y="3905"/>
                </a:lnTo>
                <a:lnTo>
                  <a:pt x="11901" y="3905"/>
                </a:lnTo>
                <a:lnTo>
                  <a:pt x="12218" y="3905"/>
                </a:lnTo>
                <a:lnTo>
                  <a:pt x="12694" y="3905"/>
                </a:lnTo>
                <a:lnTo>
                  <a:pt x="13012" y="4082"/>
                </a:lnTo>
                <a:lnTo>
                  <a:pt x="13488" y="4082"/>
                </a:lnTo>
                <a:lnTo>
                  <a:pt x="13488" y="4349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993979" y="2768236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798"/>
                </a:lnTo>
                <a:lnTo>
                  <a:pt x="3332" y="798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5236" y="1508"/>
                </a:lnTo>
                <a:lnTo>
                  <a:pt x="5236" y="1686"/>
                </a:lnTo>
                <a:lnTo>
                  <a:pt x="5712" y="1686"/>
                </a:lnTo>
                <a:lnTo>
                  <a:pt x="5712" y="1686"/>
                </a:lnTo>
                <a:lnTo>
                  <a:pt x="6030" y="1863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2130"/>
                </a:lnTo>
                <a:lnTo>
                  <a:pt x="7140" y="2130"/>
                </a:lnTo>
                <a:lnTo>
                  <a:pt x="7616" y="2130"/>
                </a:lnTo>
                <a:lnTo>
                  <a:pt x="7616" y="2307"/>
                </a:lnTo>
                <a:lnTo>
                  <a:pt x="7934" y="2307"/>
                </a:lnTo>
                <a:lnTo>
                  <a:pt x="8410" y="2307"/>
                </a:lnTo>
                <a:lnTo>
                  <a:pt x="8410" y="2573"/>
                </a:lnTo>
                <a:lnTo>
                  <a:pt x="8727" y="2751"/>
                </a:lnTo>
                <a:lnTo>
                  <a:pt x="9203" y="2751"/>
                </a:lnTo>
                <a:lnTo>
                  <a:pt x="9521" y="3017"/>
                </a:lnTo>
                <a:lnTo>
                  <a:pt x="9838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195"/>
                </a:lnTo>
                <a:lnTo>
                  <a:pt x="11108" y="3195"/>
                </a:lnTo>
                <a:lnTo>
                  <a:pt x="11108" y="3372"/>
                </a:lnTo>
                <a:lnTo>
                  <a:pt x="11425" y="3372"/>
                </a:lnTo>
                <a:lnTo>
                  <a:pt x="11742" y="3372"/>
                </a:lnTo>
                <a:lnTo>
                  <a:pt x="11742" y="3638"/>
                </a:lnTo>
                <a:lnTo>
                  <a:pt x="12218" y="3638"/>
                </a:lnTo>
                <a:lnTo>
                  <a:pt x="12536" y="3816"/>
                </a:lnTo>
                <a:lnTo>
                  <a:pt x="13012" y="4082"/>
                </a:lnTo>
                <a:lnTo>
                  <a:pt x="13329" y="4082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5007309" y="2772496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331"/>
                </a:lnTo>
                <a:lnTo>
                  <a:pt x="5395" y="1331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997" y="2751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3195"/>
                </a:lnTo>
                <a:lnTo>
                  <a:pt x="11108" y="3195"/>
                </a:lnTo>
                <a:lnTo>
                  <a:pt x="11584" y="3195"/>
                </a:lnTo>
                <a:lnTo>
                  <a:pt x="11584" y="3461"/>
                </a:lnTo>
                <a:lnTo>
                  <a:pt x="11901" y="3461"/>
                </a:lnTo>
                <a:lnTo>
                  <a:pt x="12218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  <a:lnTo>
                  <a:pt x="13488" y="3905"/>
                </a:lnTo>
                <a:lnTo>
                  <a:pt x="13805" y="3905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5021115" y="2776402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177"/>
                </a:lnTo>
                <a:lnTo>
                  <a:pt x="317" y="355"/>
                </a:lnTo>
                <a:lnTo>
                  <a:pt x="793" y="355"/>
                </a:lnTo>
                <a:lnTo>
                  <a:pt x="1110" y="355"/>
                </a:lnTo>
                <a:lnTo>
                  <a:pt x="1110" y="621"/>
                </a:lnTo>
                <a:lnTo>
                  <a:pt x="1586" y="621"/>
                </a:lnTo>
                <a:lnTo>
                  <a:pt x="1904" y="621"/>
                </a:lnTo>
                <a:lnTo>
                  <a:pt x="1904" y="798"/>
                </a:lnTo>
                <a:lnTo>
                  <a:pt x="2380" y="798"/>
                </a:lnTo>
                <a:lnTo>
                  <a:pt x="2697" y="798"/>
                </a:lnTo>
                <a:lnTo>
                  <a:pt x="3015" y="798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065"/>
                </a:lnTo>
                <a:lnTo>
                  <a:pt x="3808" y="1242"/>
                </a:lnTo>
                <a:lnTo>
                  <a:pt x="4284" y="1242"/>
                </a:lnTo>
                <a:lnTo>
                  <a:pt x="4284" y="1420"/>
                </a:lnTo>
                <a:lnTo>
                  <a:pt x="4601" y="1420"/>
                </a:lnTo>
                <a:lnTo>
                  <a:pt x="4601" y="1686"/>
                </a:lnTo>
                <a:lnTo>
                  <a:pt x="4919" y="1686"/>
                </a:lnTo>
                <a:lnTo>
                  <a:pt x="5395" y="1686"/>
                </a:lnTo>
                <a:lnTo>
                  <a:pt x="5395" y="1863"/>
                </a:lnTo>
                <a:lnTo>
                  <a:pt x="5712" y="1863"/>
                </a:lnTo>
                <a:lnTo>
                  <a:pt x="6188" y="1863"/>
                </a:lnTo>
                <a:lnTo>
                  <a:pt x="6506" y="1863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307"/>
                </a:lnTo>
                <a:lnTo>
                  <a:pt x="7616" y="2307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886" y="2751"/>
                </a:lnTo>
                <a:lnTo>
                  <a:pt x="8886" y="2928"/>
                </a:lnTo>
                <a:lnTo>
                  <a:pt x="9203" y="2928"/>
                </a:lnTo>
                <a:lnTo>
                  <a:pt x="9521" y="2928"/>
                </a:lnTo>
                <a:lnTo>
                  <a:pt x="9521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790" y="3195"/>
                </a:lnTo>
                <a:lnTo>
                  <a:pt x="10790" y="3372"/>
                </a:lnTo>
                <a:lnTo>
                  <a:pt x="11108" y="3372"/>
                </a:lnTo>
                <a:lnTo>
                  <a:pt x="11108" y="3372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816"/>
                </a:lnTo>
                <a:lnTo>
                  <a:pt x="12694" y="3816"/>
                </a:lnTo>
                <a:lnTo>
                  <a:pt x="12694" y="3994"/>
                </a:lnTo>
                <a:lnTo>
                  <a:pt x="13012" y="3994"/>
                </a:lnTo>
                <a:lnTo>
                  <a:pt x="13012" y="4260"/>
                </a:lnTo>
                <a:lnTo>
                  <a:pt x="13488" y="426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5034603" y="2780662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1904" y="443"/>
                </a:lnTo>
                <a:lnTo>
                  <a:pt x="2221" y="621"/>
                </a:lnTo>
                <a:lnTo>
                  <a:pt x="2538" y="621"/>
                </a:lnTo>
                <a:lnTo>
                  <a:pt x="3015" y="887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236" y="1242"/>
                </a:lnTo>
                <a:lnTo>
                  <a:pt x="5236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952"/>
                </a:lnTo>
                <a:lnTo>
                  <a:pt x="7140" y="2130"/>
                </a:lnTo>
                <a:lnTo>
                  <a:pt x="7616" y="2307"/>
                </a:lnTo>
                <a:lnTo>
                  <a:pt x="7934" y="2307"/>
                </a:lnTo>
                <a:lnTo>
                  <a:pt x="8410" y="2307"/>
                </a:lnTo>
                <a:lnTo>
                  <a:pt x="8727" y="2307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838" y="2751"/>
                </a:lnTo>
                <a:lnTo>
                  <a:pt x="9838" y="3017"/>
                </a:lnTo>
                <a:lnTo>
                  <a:pt x="10314" y="3017"/>
                </a:lnTo>
                <a:lnTo>
                  <a:pt x="10631" y="3017"/>
                </a:lnTo>
                <a:lnTo>
                  <a:pt x="10631" y="3195"/>
                </a:lnTo>
                <a:lnTo>
                  <a:pt x="11108" y="3195"/>
                </a:lnTo>
                <a:lnTo>
                  <a:pt x="11108" y="3195"/>
                </a:lnTo>
                <a:lnTo>
                  <a:pt x="11425" y="3461"/>
                </a:lnTo>
                <a:lnTo>
                  <a:pt x="11742" y="3638"/>
                </a:lnTo>
                <a:lnTo>
                  <a:pt x="12218" y="3638"/>
                </a:lnTo>
                <a:lnTo>
                  <a:pt x="12536" y="3638"/>
                </a:lnTo>
                <a:lnTo>
                  <a:pt x="13012" y="3638"/>
                </a:lnTo>
                <a:lnTo>
                  <a:pt x="13012" y="3816"/>
                </a:lnTo>
                <a:lnTo>
                  <a:pt x="13329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5048409" y="2784479"/>
            <a:ext cx="13329" cy="4349"/>
          </a:xfrm>
          <a:custGeom>
            <a:avLst/>
            <a:gdLst/>
            <a:ahLst/>
            <a:cxnLst/>
            <a:rect l="l" t="t" r="r" b="b"/>
            <a:pathLst>
              <a:path w="13329" h="4349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17" y="266"/>
                </a:lnTo>
                <a:lnTo>
                  <a:pt x="317" y="443"/>
                </a:lnTo>
                <a:lnTo>
                  <a:pt x="634" y="443"/>
                </a:lnTo>
                <a:lnTo>
                  <a:pt x="1110" y="443"/>
                </a:lnTo>
                <a:lnTo>
                  <a:pt x="1110" y="710"/>
                </a:lnTo>
                <a:lnTo>
                  <a:pt x="1428" y="710"/>
                </a:lnTo>
                <a:lnTo>
                  <a:pt x="1904" y="710"/>
                </a:lnTo>
                <a:lnTo>
                  <a:pt x="1904" y="887"/>
                </a:lnTo>
                <a:lnTo>
                  <a:pt x="2221" y="887"/>
                </a:lnTo>
                <a:lnTo>
                  <a:pt x="2221" y="1065"/>
                </a:lnTo>
                <a:lnTo>
                  <a:pt x="2538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508"/>
                </a:lnTo>
                <a:lnTo>
                  <a:pt x="4443" y="1508"/>
                </a:lnTo>
                <a:lnTo>
                  <a:pt x="4443" y="1775"/>
                </a:lnTo>
                <a:lnTo>
                  <a:pt x="4919" y="1775"/>
                </a:lnTo>
                <a:lnTo>
                  <a:pt x="5236" y="1775"/>
                </a:lnTo>
                <a:lnTo>
                  <a:pt x="5236" y="1952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7140" y="2130"/>
                </a:lnTo>
                <a:lnTo>
                  <a:pt x="7140" y="2396"/>
                </a:lnTo>
                <a:lnTo>
                  <a:pt x="7616" y="2396"/>
                </a:lnTo>
                <a:lnTo>
                  <a:pt x="7616" y="2396"/>
                </a:lnTo>
                <a:lnTo>
                  <a:pt x="7934" y="2573"/>
                </a:lnTo>
                <a:lnTo>
                  <a:pt x="8410" y="2573"/>
                </a:lnTo>
                <a:lnTo>
                  <a:pt x="8410" y="2840"/>
                </a:lnTo>
                <a:lnTo>
                  <a:pt x="8727" y="2840"/>
                </a:lnTo>
                <a:lnTo>
                  <a:pt x="8727" y="3017"/>
                </a:lnTo>
                <a:lnTo>
                  <a:pt x="9045" y="3017"/>
                </a:lnTo>
                <a:lnTo>
                  <a:pt x="9521" y="3017"/>
                </a:lnTo>
                <a:lnTo>
                  <a:pt x="9521" y="3283"/>
                </a:lnTo>
                <a:lnTo>
                  <a:pt x="9838" y="3283"/>
                </a:lnTo>
                <a:lnTo>
                  <a:pt x="10314" y="3283"/>
                </a:lnTo>
                <a:lnTo>
                  <a:pt x="10314" y="3461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742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536" y="3905"/>
                </a:lnTo>
                <a:lnTo>
                  <a:pt x="12536" y="4082"/>
                </a:lnTo>
                <a:lnTo>
                  <a:pt x="13012" y="4082"/>
                </a:lnTo>
                <a:lnTo>
                  <a:pt x="13329" y="4349"/>
                </a:lnTo>
              </a:path>
            </a:pathLst>
          </a:custGeom>
          <a:ln w="2328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5061738" y="2788828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355"/>
                </a:lnTo>
                <a:lnTo>
                  <a:pt x="2380" y="355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798"/>
                </a:lnTo>
                <a:lnTo>
                  <a:pt x="3491" y="798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863"/>
                </a:lnTo>
                <a:lnTo>
                  <a:pt x="7299" y="1863"/>
                </a:lnTo>
                <a:lnTo>
                  <a:pt x="7299" y="1863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307"/>
                </a:lnTo>
                <a:lnTo>
                  <a:pt x="8410" y="2307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997" y="2751"/>
                </a:lnTo>
                <a:lnTo>
                  <a:pt x="10314" y="2751"/>
                </a:lnTo>
                <a:lnTo>
                  <a:pt x="10314" y="2928"/>
                </a:lnTo>
                <a:lnTo>
                  <a:pt x="10790" y="2928"/>
                </a:lnTo>
                <a:lnTo>
                  <a:pt x="11108" y="2928"/>
                </a:lnTo>
                <a:lnTo>
                  <a:pt x="11108" y="3195"/>
                </a:lnTo>
                <a:lnTo>
                  <a:pt x="11425" y="3195"/>
                </a:lnTo>
                <a:lnTo>
                  <a:pt x="11425" y="3372"/>
                </a:lnTo>
                <a:lnTo>
                  <a:pt x="11901" y="3372"/>
                </a:lnTo>
                <a:lnTo>
                  <a:pt x="12218" y="3372"/>
                </a:lnTo>
                <a:lnTo>
                  <a:pt x="12218" y="3638"/>
                </a:lnTo>
                <a:lnTo>
                  <a:pt x="12694" y="3638"/>
                </a:lnTo>
                <a:lnTo>
                  <a:pt x="13012" y="3638"/>
                </a:lnTo>
                <a:lnTo>
                  <a:pt x="13012" y="3816"/>
                </a:lnTo>
                <a:lnTo>
                  <a:pt x="13488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5075544" y="2792644"/>
            <a:ext cx="13329" cy="3905"/>
          </a:xfrm>
          <a:custGeom>
            <a:avLst/>
            <a:gdLst/>
            <a:ahLst/>
            <a:cxnLst/>
            <a:rect l="l" t="t" r="r" b="b"/>
            <a:pathLst>
              <a:path w="13329" h="3905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586" y="443"/>
                </a:lnTo>
                <a:lnTo>
                  <a:pt x="1586" y="443"/>
                </a:lnTo>
                <a:lnTo>
                  <a:pt x="1904" y="621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521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790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901" y="3461"/>
                </a:lnTo>
                <a:lnTo>
                  <a:pt x="12218" y="3461"/>
                </a:lnTo>
                <a:lnTo>
                  <a:pt x="12218" y="3461"/>
                </a:lnTo>
                <a:lnTo>
                  <a:pt x="12218" y="3638"/>
                </a:lnTo>
                <a:lnTo>
                  <a:pt x="12694" y="3638"/>
                </a:lnTo>
                <a:lnTo>
                  <a:pt x="13012" y="3905"/>
                </a:lnTo>
                <a:lnTo>
                  <a:pt x="13329" y="3905"/>
                </a:lnTo>
              </a:path>
            </a:pathLst>
          </a:custGeom>
          <a:ln w="229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5088874" y="2796549"/>
            <a:ext cx="13488" cy="3816"/>
          </a:xfrm>
          <a:custGeom>
            <a:avLst/>
            <a:gdLst/>
            <a:ahLst/>
            <a:cxnLst/>
            <a:rect l="l" t="t" r="r" b="b"/>
            <a:pathLst>
              <a:path w="13488" h="3816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793" y="355"/>
                </a:lnTo>
                <a:lnTo>
                  <a:pt x="1269" y="355"/>
                </a:lnTo>
                <a:lnTo>
                  <a:pt x="1269" y="621"/>
                </a:lnTo>
                <a:lnTo>
                  <a:pt x="1586" y="621"/>
                </a:lnTo>
                <a:lnTo>
                  <a:pt x="2062" y="621"/>
                </a:lnTo>
                <a:lnTo>
                  <a:pt x="2062" y="798"/>
                </a:lnTo>
                <a:lnTo>
                  <a:pt x="2380" y="798"/>
                </a:lnTo>
                <a:lnTo>
                  <a:pt x="2697" y="798"/>
                </a:lnTo>
                <a:lnTo>
                  <a:pt x="3173" y="798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065"/>
                </a:lnTo>
                <a:lnTo>
                  <a:pt x="3967" y="1242"/>
                </a:lnTo>
                <a:lnTo>
                  <a:pt x="4284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871" y="1686"/>
                </a:lnTo>
                <a:lnTo>
                  <a:pt x="5871" y="1863"/>
                </a:lnTo>
                <a:lnTo>
                  <a:pt x="6188" y="1863"/>
                </a:lnTo>
                <a:lnTo>
                  <a:pt x="6664" y="1863"/>
                </a:lnTo>
                <a:lnTo>
                  <a:pt x="6982" y="1863"/>
                </a:lnTo>
                <a:lnTo>
                  <a:pt x="7299" y="1863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07"/>
                </a:lnTo>
                <a:lnTo>
                  <a:pt x="8093" y="2307"/>
                </a:lnTo>
                <a:lnTo>
                  <a:pt x="8569" y="2307"/>
                </a:lnTo>
                <a:lnTo>
                  <a:pt x="8569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751"/>
                </a:lnTo>
                <a:lnTo>
                  <a:pt x="9679" y="2751"/>
                </a:lnTo>
                <a:lnTo>
                  <a:pt x="9679" y="2928"/>
                </a:lnTo>
                <a:lnTo>
                  <a:pt x="9997" y="2928"/>
                </a:lnTo>
                <a:lnTo>
                  <a:pt x="10473" y="2928"/>
                </a:lnTo>
                <a:lnTo>
                  <a:pt x="10473" y="3195"/>
                </a:lnTo>
                <a:lnTo>
                  <a:pt x="10790" y="3195"/>
                </a:lnTo>
                <a:lnTo>
                  <a:pt x="11108" y="3195"/>
                </a:lnTo>
                <a:lnTo>
                  <a:pt x="11584" y="3195"/>
                </a:lnTo>
                <a:lnTo>
                  <a:pt x="11584" y="3195"/>
                </a:lnTo>
                <a:lnTo>
                  <a:pt x="11584" y="3372"/>
                </a:lnTo>
                <a:lnTo>
                  <a:pt x="11901" y="3372"/>
                </a:lnTo>
                <a:lnTo>
                  <a:pt x="12377" y="3372"/>
                </a:lnTo>
                <a:lnTo>
                  <a:pt x="12377" y="3638"/>
                </a:lnTo>
                <a:lnTo>
                  <a:pt x="12694" y="3638"/>
                </a:lnTo>
                <a:lnTo>
                  <a:pt x="13170" y="3638"/>
                </a:lnTo>
                <a:lnTo>
                  <a:pt x="13170" y="3816"/>
                </a:lnTo>
                <a:lnTo>
                  <a:pt x="13488" y="3816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5102362" y="2800366"/>
            <a:ext cx="13329" cy="3905"/>
          </a:xfrm>
          <a:custGeom>
            <a:avLst/>
            <a:gdLst/>
            <a:ahLst/>
            <a:cxnLst/>
            <a:rect l="l" t="t" r="r" b="b"/>
            <a:pathLst>
              <a:path w="13329" h="3905">
                <a:moveTo>
                  <a:pt x="0" y="0"/>
                </a:move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130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521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790" y="2840"/>
                </a:lnTo>
                <a:lnTo>
                  <a:pt x="10790" y="3017"/>
                </a:lnTo>
                <a:lnTo>
                  <a:pt x="11108" y="3195"/>
                </a:lnTo>
                <a:lnTo>
                  <a:pt x="11425" y="3195"/>
                </a:lnTo>
                <a:lnTo>
                  <a:pt x="11901" y="3195"/>
                </a:lnTo>
                <a:lnTo>
                  <a:pt x="11901" y="3461"/>
                </a:lnTo>
                <a:lnTo>
                  <a:pt x="12218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  <a:lnTo>
                  <a:pt x="13012" y="3905"/>
                </a:lnTo>
                <a:lnTo>
                  <a:pt x="13329" y="3905"/>
                </a:lnTo>
              </a:path>
            </a:pathLst>
          </a:custGeom>
          <a:ln w="229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5115692" y="2804271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586" y="355"/>
                </a:lnTo>
                <a:lnTo>
                  <a:pt x="2062" y="355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173" y="798"/>
                </a:lnTo>
                <a:lnTo>
                  <a:pt x="3491" y="798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242"/>
                </a:lnTo>
                <a:lnTo>
                  <a:pt x="5395" y="1242"/>
                </a:lnTo>
                <a:lnTo>
                  <a:pt x="5871" y="1242"/>
                </a:lnTo>
                <a:lnTo>
                  <a:pt x="5871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664" y="1686"/>
                </a:lnTo>
                <a:lnTo>
                  <a:pt x="6982" y="1686"/>
                </a:lnTo>
                <a:lnTo>
                  <a:pt x="6982" y="1863"/>
                </a:lnTo>
                <a:lnTo>
                  <a:pt x="7299" y="1863"/>
                </a:lnTo>
                <a:lnTo>
                  <a:pt x="7775" y="1863"/>
                </a:lnTo>
                <a:lnTo>
                  <a:pt x="7775" y="2130"/>
                </a:lnTo>
                <a:lnTo>
                  <a:pt x="8093" y="2130"/>
                </a:lnTo>
                <a:lnTo>
                  <a:pt x="8093" y="2307"/>
                </a:lnTo>
                <a:lnTo>
                  <a:pt x="8569" y="2307"/>
                </a:lnTo>
                <a:lnTo>
                  <a:pt x="8886" y="2307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997" y="2573"/>
                </a:lnTo>
                <a:lnTo>
                  <a:pt x="9997" y="2751"/>
                </a:lnTo>
                <a:lnTo>
                  <a:pt x="10473" y="2751"/>
                </a:lnTo>
                <a:lnTo>
                  <a:pt x="10790" y="2751"/>
                </a:lnTo>
                <a:lnTo>
                  <a:pt x="10790" y="2928"/>
                </a:lnTo>
                <a:lnTo>
                  <a:pt x="11266" y="2928"/>
                </a:lnTo>
                <a:lnTo>
                  <a:pt x="11584" y="2928"/>
                </a:lnTo>
                <a:lnTo>
                  <a:pt x="11584" y="3195"/>
                </a:lnTo>
                <a:lnTo>
                  <a:pt x="11901" y="3195"/>
                </a:lnTo>
                <a:lnTo>
                  <a:pt x="11901" y="3372"/>
                </a:lnTo>
                <a:lnTo>
                  <a:pt x="12377" y="3372"/>
                </a:lnTo>
                <a:lnTo>
                  <a:pt x="12694" y="3372"/>
                </a:lnTo>
                <a:lnTo>
                  <a:pt x="12694" y="3638"/>
                </a:lnTo>
                <a:lnTo>
                  <a:pt x="13170" y="3638"/>
                </a:lnTo>
                <a:lnTo>
                  <a:pt x="13488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5129498" y="2807910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793" y="355"/>
                </a:lnTo>
                <a:lnTo>
                  <a:pt x="1269" y="355"/>
                </a:lnTo>
                <a:lnTo>
                  <a:pt x="1586" y="355"/>
                </a:lnTo>
                <a:lnTo>
                  <a:pt x="1586" y="355"/>
                </a:lnTo>
                <a:lnTo>
                  <a:pt x="1904" y="621"/>
                </a:lnTo>
                <a:lnTo>
                  <a:pt x="2380" y="621"/>
                </a:lnTo>
                <a:lnTo>
                  <a:pt x="2380" y="798"/>
                </a:lnTo>
                <a:lnTo>
                  <a:pt x="2697" y="798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242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242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863"/>
                </a:lnTo>
                <a:lnTo>
                  <a:pt x="6982" y="1863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07"/>
                </a:lnTo>
                <a:lnTo>
                  <a:pt x="8093" y="2307"/>
                </a:lnTo>
                <a:lnTo>
                  <a:pt x="8569" y="2307"/>
                </a:lnTo>
                <a:lnTo>
                  <a:pt x="8886" y="2307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751"/>
                </a:lnTo>
                <a:lnTo>
                  <a:pt x="9997" y="2751"/>
                </a:lnTo>
                <a:lnTo>
                  <a:pt x="10473" y="2751"/>
                </a:lnTo>
                <a:lnTo>
                  <a:pt x="10473" y="2928"/>
                </a:lnTo>
                <a:lnTo>
                  <a:pt x="10790" y="2928"/>
                </a:lnTo>
                <a:lnTo>
                  <a:pt x="10790" y="3195"/>
                </a:lnTo>
                <a:lnTo>
                  <a:pt x="11108" y="3195"/>
                </a:lnTo>
                <a:lnTo>
                  <a:pt x="11584" y="3195"/>
                </a:lnTo>
                <a:lnTo>
                  <a:pt x="11584" y="3372"/>
                </a:lnTo>
                <a:lnTo>
                  <a:pt x="11901" y="3372"/>
                </a:lnTo>
                <a:lnTo>
                  <a:pt x="12377" y="3372"/>
                </a:lnTo>
                <a:lnTo>
                  <a:pt x="12694" y="3638"/>
                </a:lnTo>
                <a:lnTo>
                  <a:pt x="13170" y="3638"/>
                </a:lnTo>
                <a:lnTo>
                  <a:pt x="13488" y="3638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5142986" y="2811549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798"/>
                </a:lnTo>
                <a:lnTo>
                  <a:pt x="2697" y="798"/>
                </a:lnTo>
                <a:lnTo>
                  <a:pt x="3015" y="798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863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1863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2307"/>
                </a:lnTo>
                <a:lnTo>
                  <a:pt x="8093" y="2307"/>
                </a:lnTo>
                <a:lnTo>
                  <a:pt x="8410" y="2307"/>
                </a:lnTo>
                <a:lnTo>
                  <a:pt x="8727" y="2307"/>
                </a:lnTo>
                <a:lnTo>
                  <a:pt x="9203" y="2307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997" y="2751"/>
                </a:lnTo>
                <a:lnTo>
                  <a:pt x="10314" y="2751"/>
                </a:lnTo>
                <a:lnTo>
                  <a:pt x="10314" y="3017"/>
                </a:lnTo>
                <a:lnTo>
                  <a:pt x="10790" y="3017"/>
                </a:lnTo>
                <a:lnTo>
                  <a:pt x="11108" y="3017"/>
                </a:lnTo>
                <a:lnTo>
                  <a:pt x="11108" y="3195"/>
                </a:lnTo>
                <a:lnTo>
                  <a:pt x="11425" y="3195"/>
                </a:lnTo>
                <a:lnTo>
                  <a:pt x="11901" y="3195"/>
                </a:lnTo>
                <a:lnTo>
                  <a:pt x="11901" y="3372"/>
                </a:lnTo>
                <a:lnTo>
                  <a:pt x="12218" y="3372"/>
                </a:lnTo>
                <a:lnTo>
                  <a:pt x="12694" y="3372"/>
                </a:lnTo>
                <a:lnTo>
                  <a:pt x="13012" y="3372"/>
                </a:lnTo>
                <a:lnTo>
                  <a:pt x="13329" y="3372"/>
                </a:lnTo>
                <a:lnTo>
                  <a:pt x="13329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5156792" y="2815188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798"/>
                </a:lnTo>
                <a:lnTo>
                  <a:pt x="2697" y="798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686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130"/>
                </a:lnTo>
                <a:lnTo>
                  <a:pt x="8410" y="2130"/>
                </a:lnTo>
                <a:lnTo>
                  <a:pt x="8410" y="2307"/>
                </a:lnTo>
                <a:lnTo>
                  <a:pt x="8727" y="2307"/>
                </a:lnTo>
                <a:lnTo>
                  <a:pt x="9203" y="2573"/>
                </a:lnTo>
                <a:lnTo>
                  <a:pt x="9521" y="2573"/>
                </a:lnTo>
                <a:lnTo>
                  <a:pt x="9997" y="2573"/>
                </a:lnTo>
                <a:lnTo>
                  <a:pt x="9997" y="2751"/>
                </a:lnTo>
                <a:lnTo>
                  <a:pt x="10314" y="2751"/>
                </a:lnTo>
                <a:lnTo>
                  <a:pt x="10314" y="2751"/>
                </a:lnTo>
                <a:lnTo>
                  <a:pt x="10314" y="3017"/>
                </a:lnTo>
                <a:lnTo>
                  <a:pt x="10631" y="3017"/>
                </a:lnTo>
                <a:lnTo>
                  <a:pt x="11108" y="3017"/>
                </a:lnTo>
                <a:lnTo>
                  <a:pt x="11108" y="3195"/>
                </a:lnTo>
                <a:lnTo>
                  <a:pt x="11425" y="3195"/>
                </a:lnTo>
                <a:lnTo>
                  <a:pt x="11901" y="3195"/>
                </a:lnTo>
                <a:lnTo>
                  <a:pt x="11901" y="3372"/>
                </a:lnTo>
                <a:lnTo>
                  <a:pt x="12218" y="3372"/>
                </a:lnTo>
                <a:lnTo>
                  <a:pt x="12694" y="3372"/>
                </a:lnTo>
                <a:lnTo>
                  <a:pt x="13012" y="3372"/>
                </a:lnTo>
                <a:lnTo>
                  <a:pt x="13329" y="3638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170121" y="2818827"/>
            <a:ext cx="13805" cy="3461"/>
          </a:xfrm>
          <a:custGeom>
            <a:avLst/>
            <a:gdLst/>
            <a:ahLst/>
            <a:cxnLst/>
            <a:rect l="l" t="t" r="r" b="b"/>
            <a:pathLst>
              <a:path w="13805" h="346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1269" y="177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967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242"/>
                </a:lnTo>
                <a:lnTo>
                  <a:pt x="5395" y="1242"/>
                </a:lnTo>
                <a:lnTo>
                  <a:pt x="5395" y="1242"/>
                </a:lnTo>
                <a:lnTo>
                  <a:pt x="5395" y="1508"/>
                </a:lnTo>
                <a:lnTo>
                  <a:pt x="5871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686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7775" y="2130"/>
                </a:lnTo>
                <a:lnTo>
                  <a:pt x="8093" y="2130"/>
                </a:lnTo>
                <a:lnTo>
                  <a:pt x="8569" y="2130"/>
                </a:lnTo>
                <a:lnTo>
                  <a:pt x="8886" y="2130"/>
                </a:lnTo>
                <a:lnTo>
                  <a:pt x="9203" y="2130"/>
                </a:lnTo>
                <a:lnTo>
                  <a:pt x="9203" y="2307"/>
                </a:lnTo>
                <a:lnTo>
                  <a:pt x="9679" y="2307"/>
                </a:lnTo>
                <a:lnTo>
                  <a:pt x="9679" y="2573"/>
                </a:lnTo>
                <a:lnTo>
                  <a:pt x="9997" y="2573"/>
                </a:lnTo>
                <a:lnTo>
                  <a:pt x="10473" y="2573"/>
                </a:lnTo>
                <a:lnTo>
                  <a:pt x="10473" y="2751"/>
                </a:lnTo>
                <a:lnTo>
                  <a:pt x="10790" y="2751"/>
                </a:lnTo>
                <a:lnTo>
                  <a:pt x="11108" y="2751"/>
                </a:lnTo>
                <a:lnTo>
                  <a:pt x="11108" y="2751"/>
                </a:lnTo>
                <a:lnTo>
                  <a:pt x="11584" y="3017"/>
                </a:lnTo>
                <a:lnTo>
                  <a:pt x="11901" y="3017"/>
                </a:lnTo>
                <a:lnTo>
                  <a:pt x="11901" y="3195"/>
                </a:lnTo>
                <a:lnTo>
                  <a:pt x="12377" y="3195"/>
                </a:lnTo>
                <a:lnTo>
                  <a:pt x="12694" y="3195"/>
                </a:lnTo>
                <a:lnTo>
                  <a:pt x="13012" y="3195"/>
                </a:lnTo>
                <a:lnTo>
                  <a:pt x="13488" y="3195"/>
                </a:lnTo>
                <a:lnTo>
                  <a:pt x="13488" y="3461"/>
                </a:lnTo>
                <a:lnTo>
                  <a:pt x="13805" y="3461"/>
                </a:lnTo>
              </a:path>
            </a:pathLst>
          </a:custGeom>
          <a:ln w="226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183927" y="2822288"/>
            <a:ext cx="13488" cy="3372"/>
          </a:xfrm>
          <a:custGeom>
            <a:avLst/>
            <a:gdLst/>
            <a:ahLst/>
            <a:cxnLst/>
            <a:rect l="l" t="t" r="r" b="b"/>
            <a:pathLst>
              <a:path w="13488" h="3372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269" y="355"/>
                </a:lnTo>
                <a:lnTo>
                  <a:pt x="1586" y="355"/>
                </a:lnTo>
                <a:lnTo>
                  <a:pt x="1904" y="355"/>
                </a:lnTo>
                <a:lnTo>
                  <a:pt x="1904" y="621"/>
                </a:lnTo>
                <a:lnTo>
                  <a:pt x="2380" y="621"/>
                </a:lnTo>
                <a:lnTo>
                  <a:pt x="2380" y="621"/>
                </a:lnTo>
                <a:lnTo>
                  <a:pt x="2380" y="798"/>
                </a:lnTo>
                <a:lnTo>
                  <a:pt x="2697" y="798"/>
                </a:lnTo>
                <a:lnTo>
                  <a:pt x="3173" y="798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242"/>
                </a:lnTo>
                <a:lnTo>
                  <a:pt x="5077" y="1242"/>
                </a:lnTo>
                <a:lnTo>
                  <a:pt x="5395" y="1242"/>
                </a:lnTo>
                <a:lnTo>
                  <a:pt x="5395" y="1242"/>
                </a:lnTo>
                <a:lnTo>
                  <a:pt x="5395" y="1420"/>
                </a:lnTo>
                <a:lnTo>
                  <a:pt x="5871" y="1420"/>
                </a:lnTo>
                <a:lnTo>
                  <a:pt x="6188" y="1420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863"/>
                </a:lnTo>
                <a:lnTo>
                  <a:pt x="7299" y="1863"/>
                </a:lnTo>
                <a:lnTo>
                  <a:pt x="7775" y="1863"/>
                </a:lnTo>
                <a:lnTo>
                  <a:pt x="7775" y="2130"/>
                </a:lnTo>
                <a:lnTo>
                  <a:pt x="8093" y="2130"/>
                </a:lnTo>
                <a:lnTo>
                  <a:pt x="8410" y="2130"/>
                </a:lnTo>
                <a:lnTo>
                  <a:pt x="8886" y="2130"/>
                </a:lnTo>
                <a:lnTo>
                  <a:pt x="8886" y="2307"/>
                </a:lnTo>
                <a:lnTo>
                  <a:pt x="9203" y="2307"/>
                </a:lnTo>
                <a:lnTo>
                  <a:pt x="9679" y="2307"/>
                </a:lnTo>
                <a:lnTo>
                  <a:pt x="9997" y="2573"/>
                </a:lnTo>
                <a:lnTo>
                  <a:pt x="10473" y="2573"/>
                </a:lnTo>
                <a:lnTo>
                  <a:pt x="10473" y="2751"/>
                </a:lnTo>
                <a:lnTo>
                  <a:pt x="10790" y="2751"/>
                </a:lnTo>
                <a:lnTo>
                  <a:pt x="11108" y="2751"/>
                </a:lnTo>
                <a:lnTo>
                  <a:pt x="11108" y="2928"/>
                </a:lnTo>
                <a:lnTo>
                  <a:pt x="11584" y="2928"/>
                </a:lnTo>
                <a:lnTo>
                  <a:pt x="11901" y="2928"/>
                </a:lnTo>
                <a:lnTo>
                  <a:pt x="11901" y="3195"/>
                </a:lnTo>
                <a:lnTo>
                  <a:pt x="12377" y="3195"/>
                </a:lnTo>
                <a:lnTo>
                  <a:pt x="12694" y="3195"/>
                </a:lnTo>
                <a:lnTo>
                  <a:pt x="12694" y="3372"/>
                </a:lnTo>
                <a:lnTo>
                  <a:pt x="13012" y="3372"/>
                </a:lnTo>
                <a:lnTo>
                  <a:pt x="13488" y="3372"/>
                </a:lnTo>
              </a:path>
            </a:pathLst>
          </a:custGeom>
          <a:ln w="2265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197415" y="2825661"/>
            <a:ext cx="13329" cy="3461"/>
          </a:xfrm>
          <a:custGeom>
            <a:avLst/>
            <a:gdLst/>
            <a:ahLst/>
            <a:cxnLst/>
            <a:rect l="l" t="t" r="r" b="b"/>
            <a:pathLst>
              <a:path w="13329" h="3461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331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775"/>
                </a:lnTo>
                <a:lnTo>
                  <a:pt x="6823" y="1775"/>
                </a:lnTo>
                <a:lnTo>
                  <a:pt x="7299" y="1775"/>
                </a:lnTo>
                <a:lnTo>
                  <a:pt x="7616" y="1775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410" y="2130"/>
                </a:lnTo>
                <a:lnTo>
                  <a:pt x="8727" y="2130"/>
                </a:lnTo>
                <a:lnTo>
                  <a:pt x="8727" y="2396"/>
                </a:lnTo>
                <a:lnTo>
                  <a:pt x="9203" y="2396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314" y="2396"/>
                </a:lnTo>
                <a:lnTo>
                  <a:pt x="10314" y="2573"/>
                </a:lnTo>
                <a:lnTo>
                  <a:pt x="10631" y="2573"/>
                </a:lnTo>
                <a:lnTo>
                  <a:pt x="11108" y="2573"/>
                </a:lnTo>
                <a:lnTo>
                  <a:pt x="11108" y="2840"/>
                </a:lnTo>
                <a:lnTo>
                  <a:pt x="11425" y="2840"/>
                </a:lnTo>
                <a:lnTo>
                  <a:pt x="11901" y="3017"/>
                </a:lnTo>
                <a:lnTo>
                  <a:pt x="12218" y="3017"/>
                </a:lnTo>
                <a:lnTo>
                  <a:pt x="12694" y="3017"/>
                </a:lnTo>
                <a:lnTo>
                  <a:pt x="12694" y="3195"/>
                </a:lnTo>
                <a:lnTo>
                  <a:pt x="13012" y="3195"/>
                </a:lnTo>
                <a:lnTo>
                  <a:pt x="13329" y="3195"/>
                </a:lnTo>
                <a:lnTo>
                  <a:pt x="13329" y="3461"/>
                </a:lnTo>
              </a:path>
            </a:pathLst>
          </a:custGeom>
          <a:ln w="227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210745" y="2829123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173" y="621"/>
                </a:lnTo>
                <a:lnTo>
                  <a:pt x="3491" y="621"/>
                </a:lnTo>
                <a:lnTo>
                  <a:pt x="3808" y="621"/>
                </a:lnTo>
                <a:lnTo>
                  <a:pt x="3808" y="621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242"/>
                </a:lnTo>
                <a:lnTo>
                  <a:pt x="5871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686"/>
                </a:lnTo>
                <a:lnTo>
                  <a:pt x="8410" y="1952"/>
                </a:lnTo>
                <a:lnTo>
                  <a:pt x="8886" y="1952"/>
                </a:lnTo>
                <a:lnTo>
                  <a:pt x="8886" y="2130"/>
                </a:lnTo>
                <a:lnTo>
                  <a:pt x="9203" y="2130"/>
                </a:lnTo>
                <a:lnTo>
                  <a:pt x="9679" y="2130"/>
                </a:lnTo>
                <a:lnTo>
                  <a:pt x="9997" y="2130"/>
                </a:lnTo>
                <a:lnTo>
                  <a:pt x="9997" y="2130"/>
                </a:lnTo>
                <a:lnTo>
                  <a:pt x="9997" y="2307"/>
                </a:lnTo>
                <a:lnTo>
                  <a:pt x="10473" y="2307"/>
                </a:lnTo>
                <a:lnTo>
                  <a:pt x="10790" y="2307"/>
                </a:lnTo>
                <a:lnTo>
                  <a:pt x="11108" y="2307"/>
                </a:lnTo>
                <a:lnTo>
                  <a:pt x="11584" y="2573"/>
                </a:lnTo>
                <a:lnTo>
                  <a:pt x="11901" y="2573"/>
                </a:lnTo>
                <a:lnTo>
                  <a:pt x="12377" y="2573"/>
                </a:lnTo>
                <a:lnTo>
                  <a:pt x="12377" y="2751"/>
                </a:lnTo>
                <a:lnTo>
                  <a:pt x="12694" y="2751"/>
                </a:lnTo>
                <a:lnTo>
                  <a:pt x="13012" y="2751"/>
                </a:lnTo>
                <a:lnTo>
                  <a:pt x="13012" y="3017"/>
                </a:lnTo>
                <a:lnTo>
                  <a:pt x="13488" y="3017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224233" y="2832140"/>
            <a:ext cx="13805" cy="3195"/>
          </a:xfrm>
          <a:custGeom>
            <a:avLst/>
            <a:gdLst/>
            <a:ahLst/>
            <a:cxnLst/>
            <a:rect l="l" t="t" r="r" b="b"/>
            <a:pathLst>
              <a:path w="13805" h="3195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355"/>
                </a:lnTo>
                <a:lnTo>
                  <a:pt x="1586" y="355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491" y="798"/>
                </a:lnTo>
                <a:lnTo>
                  <a:pt x="3808" y="798"/>
                </a:lnTo>
                <a:lnTo>
                  <a:pt x="4125" y="798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863"/>
                </a:lnTo>
                <a:lnTo>
                  <a:pt x="8410" y="1863"/>
                </a:lnTo>
                <a:lnTo>
                  <a:pt x="8727" y="1863"/>
                </a:lnTo>
                <a:lnTo>
                  <a:pt x="8727" y="2130"/>
                </a:lnTo>
                <a:lnTo>
                  <a:pt x="9203" y="2130"/>
                </a:lnTo>
                <a:lnTo>
                  <a:pt x="9521" y="2130"/>
                </a:lnTo>
                <a:lnTo>
                  <a:pt x="9997" y="2130"/>
                </a:lnTo>
                <a:lnTo>
                  <a:pt x="9997" y="2307"/>
                </a:lnTo>
                <a:lnTo>
                  <a:pt x="10314" y="2307"/>
                </a:lnTo>
                <a:lnTo>
                  <a:pt x="10314" y="2573"/>
                </a:lnTo>
                <a:lnTo>
                  <a:pt x="10631" y="2573"/>
                </a:lnTo>
                <a:lnTo>
                  <a:pt x="11108" y="2573"/>
                </a:lnTo>
                <a:lnTo>
                  <a:pt x="11425" y="2751"/>
                </a:lnTo>
                <a:lnTo>
                  <a:pt x="11901" y="2751"/>
                </a:lnTo>
                <a:lnTo>
                  <a:pt x="11901" y="2928"/>
                </a:lnTo>
                <a:lnTo>
                  <a:pt x="12218" y="2928"/>
                </a:lnTo>
                <a:lnTo>
                  <a:pt x="12694" y="2928"/>
                </a:lnTo>
                <a:lnTo>
                  <a:pt x="13012" y="2928"/>
                </a:lnTo>
                <a:lnTo>
                  <a:pt x="13329" y="2928"/>
                </a:lnTo>
                <a:lnTo>
                  <a:pt x="13805" y="2928"/>
                </a:lnTo>
                <a:lnTo>
                  <a:pt x="13805" y="3195"/>
                </a:lnTo>
              </a:path>
            </a:pathLst>
          </a:custGeom>
          <a:ln w="2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238039" y="2835335"/>
            <a:ext cx="13329" cy="3017"/>
          </a:xfrm>
          <a:custGeom>
            <a:avLst/>
            <a:gdLst/>
            <a:ahLst/>
            <a:cxnLst/>
            <a:rect l="l" t="t" r="r" b="b"/>
            <a:pathLst>
              <a:path w="13329" h="3017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395" y="1242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952"/>
                </a:lnTo>
                <a:lnTo>
                  <a:pt x="8410" y="1952"/>
                </a:lnTo>
                <a:lnTo>
                  <a:pt x="8727" y="1952"/>
                </a:lnTo>
                <a:lnTo>
                  <a:pt x="8727" y="2130"/>
                </a:lnTo>
                <a:lnTo>
                  <a:pt x="9203" y="2130"/>
                </a:lnTo>
                <a:lnTo>
                  <a:pt x="9521" y="2130"/>
                </a:lnTo>
                <a:lnTo>
                  <a:pt x="9997" y="2130"/>
                </a:lnTo>
                <a:lnTo>
                  <a:pt x="10314" y="2130"/>
                </a:lnTo>
                <a:lnTo>
                  <a:pt x="10314" y="2307"/>
                </a:lnTo>
                <a:lnTo>
                  <a:pt x="10631" y="2307"/>
                </a:lnTo>
                <a:lnTo>
                  <a:pt x="11108" y="2307"/>
                </a:lnTo>
                <a:lnTo>
                  <a:pt x="11108" y="2307"/>
                </a:lnTo>
                <a:lnTo>
                  <a:pt x="11108" y="2573"/>
                </a:lnTo>
                <a:lnTo>
                  <a:pt x="11425" y="2573"/>
                </a:lnTo>
                <a:lnTo>
                  <a:pt x="11901" y="2573"/>
                </a:lnTo>
                <a:lnTo>
                  <a:pt x="11901" y="2751"/>
                </a:lnTo>
                <a:lnTo>
                  <a:pt x="12218" y="2751"/>
                </a:lnTo>
                <a:lnTo>
                  <a:pt x="12536" y="2751"/>
                </a:lnTo>
                <a:lnTo>
                  <a:pt x="12536" y="3017"/>
                </a:lnTo>
                <a:lnTo>
                  <a:pt x="13012" y="3017"/>
                </a:lnTo>
                <a:lnTo>
                  <a:pt x="13329" y="3017"/>
                </a:lnTo>
              </a:path>
            </a:pathLst>
          </a:custGeom>
          <a:ln w="2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251369" y="2838353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0"/>
                </a:move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621"/>
                </a:lnTo>
                <a:lnTo>
                  <a:pt x="3173" y="621"/>
                </a:lnTo>
                <a:lnTo>
                  <a:pt x="3491" y="621"/>
                </a:lnTo>
                <a:lnTo>
                  <a:pt x="3491" y="798"/>
                </a:lnTo>
                <a:lnTo>
                  <a:pt x="3808" y="798"/>
                </a:lnTo>
                <a:lnTo>
                  <a:pt x="4284" y="798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395" y="1242"/>
                </a:lnTo>
                <a:lnTo>
                  <a:pt x="5871" y="1242"/>
                </a:lnTo>
                <a:lnTo>
                  <a:pt x="5871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508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863"/>
                </a:lnTo>
                <a:lnTo>
                  <a:pt x="8886" y="1863"/>
                </a:lnTo>
                <a:lnTo>
                  <a:pt x="9203" y="1863"/>
                </a:lnTo>
                <a:lnTo>
                  <a:pt x="9679" y="2130"/>
                </a:lnTo>
                <a:lnTo>
                  <a:pt x="9997" y="2130"/>
                </a:lnTo>
                <a:lnTo>
                  <a:pt x="9997" y="2307"/>
                </a:lnTo>
                <a:lnTo>
                  <a:pt x="10314" y="2307"/>
                </a:lnTo>
                <a:lnTo>
                  <a:pt x="10790" y="2307"/>
                </a:lnTo>
                <a:lnTo>
                  <a:pt x="11108" y="2307"/>
                </a:lnTo>
                <a:lnTo>
                  <a:pt x="11108" y="2573"/>
                </a:lnTo>
                <a:lnTo>
                  <a:pt x="11584" y="2573"/>
                </a:lnTo>
                <a:lnTo>
                  <a:pt x="11901" y="2573"/>
                </a:lnTo>
                <a:lnTo>
                  <a:pt x="12377" y="2573"/>
                </a:lnTo>
                <a:lnTo>
                  <a:pt x="12694" y="2573"/>
                </a:lnTo>
                <a:lnTo>
                  <a:pt x="12694" y="2751"/>
                </a:lnTo>
                <a:lnTo>
                  <a:pt x="13012" y="2751"/>
                </a:lnTo>
                <a:lnTo>
                  <a:pt x="13488" y="2751"/>
                </a:lnTo>
                <a:lnTo>
                  <a:pt x="13805" y="2751"/>
                </a:lnTo>
                <a:lnTo>
                  <a:pt x="13805" y="3017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265174" y="2841371"/>
            <a:ext cx="13488" cy="2751"/>
          </a:xfrm>
          <a:custGeom>
            <a:avLst/>
            <a:gdLst/>
            <a:ahLst/>
            <a:cxnLst/>
            <a:rect l="l" t="t" r="r" b="b"/>
            <a:pathLst>
              <a:path w="13488" h="2751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355"/>
                </a:lnTo>
                <a:lnTo>
                  <a:pt x="1904" y="355"/>
                </a:lnTo>
                <a:lnTo>
                  <a:pt x="2380" y="355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173" y="798"/>
                </a:lnTo>
                <a:lnTo>
                  <a:pt x="3491" y="798"/>
                </a:lnTo>
                <a:lnTo>
                  <a:pt x="3808" y="798"/>
                </a:lnTo>
                <a:lnTo>
                  <a:pt x="4284" y="798"/>
                </a:lnTo>
                <a:lnTo>
                  <a:pt x="4601" y="798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506" y="1420"/>
                </a:lnTo>
                <a:lnTo>
                  <a:pt x="6982" y="1420"/>
                </a:lnTo>
                <a:lnTo>
                  <a:pt x="7299" y="1420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863"/>
                </a:lnTo>
                <a:lnTo>
                  <a:pt x="8886" y="1863"/>
                </a:lnTo>
                <a:lnTo>
                  <a:pt x="9203" y="1863"/>
                </a:lnTo>
                <a:lnTo>
                  <a:pt x="9679" y="1863"/>
                </a:lnTo>
                <a:lnTo>
                  <a:pt x="9997" y="1863"/>
                </a:lnTo>
                <a:lnTo>
                  <a:pt x="10314" y="2130"/>
                </a:lnTo>
                <a:lnTo>
                  <a:pt x="10790" y="2130"/>
                </a:lnTo>
                <a:lnTo>
                  <a:pt x="10790" y="2307"/>
                </a:lnTo>
                <a:lnTo>
                  <a:pt x="11108" y="2307"/>
                </a:lnTo>
                <a:lnTo>
                  <a:pt x="11584" y="2307"/>
                </a:lnTo>
                <a:lnTo>
                  <a:pt x="11901" y="2307"/>
                </a:lnTo>
                <a:lnTo>
                  <a:pt x="11901" y="2573"/>
                </a:lnTo>
                <a:lnTo>
                  <a:pt x="12218" y="2573"/>
                </a:lnTo>
                <a:lnTo>
                  <a:pt x="12694" y="2573"/>
                </a:lnTo>
                <a:lnTo>
                  <a:pt x="12694" y="2751"/>
                </a:lnTo>
                <a:lnTo>
                  <a:pt x="13012" y="2751"/>
                </a:lnTo>
                <a:lnTo>
                  <a:pt x="13488" y="2751"/>
                </a:lnTo>
              </a:path>
            </a:pathLst>
          </a:custGeom>
          <a:ln w="223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278663" y="2844122"/>
            <a:ext cx="13805" cy="2751"/>
          </a:xfrm>
          <a:custGeom>
            <a:avLst/>
            <a:gdLst/>
            <a:ahLst/>
            <a:cxnLst/>
            <a:rect l="l" t="t" r="r" b="b"/>
            <a:pathLst>
              <a:path w="13805" h="2751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332" y="887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242"/>
                </a:lnTo>
                <a:lnTo>
                  <a:pt x="6030" y="1242"/>
                </a:lnTo>
                <a:lnTo>
                  <a:pt x="6030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7934" y="1686"/>
                </a:lnTo>
                <a:lnTo>
                  <a:pt x="8410" y="1686"/>
                </a:lnTo>
                <a:lnTo>
                  <a:pt x="8727" y="1686"/>
                </a:lnTo>
                <a:lnTo>
                  <a:pt x="9203" y="1686"/>
                </a:lnTo>
                <a:lnTo>
                  <a:pt x="9203" y="1952"/>
                </a:lnTo>
                <a:lnTo>
                  <a:pt x="9521" y="1952"/>
                </a:lnTo>
                <a:lnTo>
                  <a:pt x="9997" y="1952"/>
                </a:lnTo>
                <a:lnTo>
                  <a:pt x="9997" y="1952"/>
                </a:lnTo>
                <a:lnTo>
                  <a:pt x="9997" y="2130"/>
                </a:lnTo>
                <a:lnTo>
                  <a:pt x="10314" y="2130"/>
                </a:lnTo>
                <a:lnTo>
                  <a:pt x="10631" y="2130"/>
                </a:lnTo>
                <a:lnTo>
                  <a:pt x="10631" y="2396"/>
                </a:lnTo>
                <a:lnTo>
                  <a:pt x="11108" y="2396"/>
                </a:lnTo>
                <a:lnTo>
                  <a:pt x="11425" y="2396"/>
                </a:lnTo>
                <a:lnTo>
                  <a:pt x="11901" y="2396"/>
                </a:lnTo>
                <a:lnTo>
                  <a:pt x="11901" y="2573"/>
                </a:lnTo>
                <a:lnTo>
                  <a:pt x="12218" y="2573"/>
                </a:lnTo>
                <a:lnTo>
                  <a:pt x="12536" y="2573"/>
                </a:lnTo>
                <a:lnTo>
                  <a:pt x="12536" y="2751"/>
                </a:lnTo>
                <a:lnTo>
                  <a:pt x="13012" y="2751"/>
                </a:lnTo>
                <a:lnTo>
                  <a:pt x="13329" y="2751"/>
                </a:lnTo>
                <a:lnTo>
                  <a:pt x="13805" y="2751"/>
                </a:lnTo>
              </a:path>
            </a:pathLst>
          </a:custGeom>
          <a:ln w="222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292469" y="2846874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332" y="710"/>
                </a:lnTo>
                <a:lnTo>
                  <a:pt x="3332" y="887"/>
                </a:lnTo>
                <a:lnTo>
                  <a:pt x="3808" y="887"/>
                </a:lnTo>
                <a:lnTo>
                  <a:pt x="4125" y="887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030" y="1331"/>
                </a:lnTo>
                <a:lnTo>
                  <a:pt x="6506" y="1331"/>
                </a:lnTo>
                <a:lnTo>
                  <a:pt x="6823" y="1331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7934" y="1775"/>
                </a:lnTo>
                <a:lnTo>
                  <a:pt x="8410" y="1775"/>
                </a:lnTo>
                <a:lnTo>
                  <a:pt x="8727" y="1775"/>
                </a:lnTo>
                <a:lnTo>
                  <a:pt x="8727" y="1952"/>
                </a:lnTo>
                <a:lnTo>
                  <a:pt x="9203" y="1952"/>
                </a:lnTo>
                <a:lnTo>
                  <a:pt x="9521" y="1952"/>
                </a:lnTo>
                <a:lnTo>
                  <a:pt x="9838" y="1952"/>
                </a:lnTo>
                <a:lnTo>
                  <a:pt x="9838" y="2218"/>
                </a:lnTo>
                <a:lnTo>
                  <a:pt x="10314" y="2218"/>
                </a:lnTo>
                <a:lnTo>
                  <a:pt x="10631" y="2218"/>
                </a:lnTo>
                <a:lnTo>
                  <a:pt x="10631" y="2396"/>
                </a:lnTo>
                <a:lnTo>
                  <a:pt x="11108" y="2396"/>
                </a:lnTo>
                <a:lnTo>
                  <a:pt x="11425" y="2396"/>
                </a:lnTo>
                <a:lnTo>
                  <a:pt x="11901" y="2396"/>
                </a:lnTo>
                <a:lnTo>
                  <a:pt x="12218" y="2396"/>
                </a:lnTo>
                <a:lnTo>
                  <a:pt x="12536" y="2396"/>
                </a:lnTo>
                <a:lnTo>
                  <a:pt x="12536" y="2573"/>
                </a:lnTo>
                <a:lnTo>
                  <a:pt x="13012" y="2573"/>
                </a:lnTo>
                <a:lnTo>
                  <a:pt x="13329" y="2573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305798" y="2849448"/>
            <a:ext cx="13488" cy="2573"/>
          </a:xfrm>
          <a:custGeom>
            <a:avLst/>
            <a:gdLst/>
            <a:ahLst/>
            <a:cxnLst/>
            <a:rect l="l" t="t" r="r" b="b"/>
            <a:pathLst>
              <a:path w="13488" h="2573">
                <a:moveTo>
                  <a:pt x="0" y="0"/>
                </a:moveTo>
                <a:lnTo>
                  <a:pt x="0" y="0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710"/>
                </a:lnTo>
                <a:lnTo>
                  <a:pt x="2697" y="710"/>
                </a:lnTo>
                <a:lnTo>
                  <a:pt x="3173" y="710"/>
                </a:lnTo>
                <a:lnTo>
                  <a:pt x="3173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1331"/>
                </a:lnTo>
                <a:lnTo>
                  <a:pt x="6188" y="1331"/>
                </a:lnTo>
                <a:lnTo>
                  <a:pt x="6506" y="1331"/>
                </a:lnTo>
                <a:lnTo>
                  <a:pt x="6982" y="1331"/>
                </a:lnTo>
                <a:lnTo>
                  <a:pt x="6982" y="1331"/>
                </a:lnTo>
                <a:lnTo>
                  <a:pt x="6982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775"/>
                </a:lnTo>
                <a:lnTo>
                  <a:pt x="8093" y="1775"/>
                </a:lnTo>
                <a:lnTo>
                  <a:pt x="8410" y="1775"/>
                </a:lnTo>
                <a:lnTo>
                  <a:pt x="8886" y="1775"/>
                </a:lnTo>
                <a:lnTo>
                  <a:pt x="8886" y="1952"/>
                </a:lnTo>
                <a:lnTo>
                  <a:pt x="9203" y="1952"/>
                </a:lnTo>
                <a:lnTo>
                  <a:pt x="9679" y="1952"/>
                </a:lnTo>
                <a:lnTo>
                  <a:pt x="9679" y="2218"/>
                </a:lnTo>
                <a:lnTo>
                  <a:pt x="9997" y="2218"/>
                </a:lnTo>
                <a:lnTo>
                  <a:pt x="10314" y="2218"/>
                </a:lnTo>
                <a:lnTo>
                  <a:pt x="10790" y="2218"/>
                </a:lnTo>
                <a:lnTo>
                  <a:pt x="11108" y="2218"/>
                </a:lnTo>
                <a:lnTo>
                  <a:pt x="11584" y="2218"/>
                </a:lnTo>
                <a:lnTo>
                  <a:pt x="11901" y="2218"/>
                </a:lnTo>
                <a:lnTo>
                  <a:pt x="11901" y="2396"/>
                </a:lnTo>
                <a:lnTo>
                  <a:pt x="12218" y="2396"/>
                </a:lnTo>
                <a:lnTo>
                  <a:pt x="12694" y="2396"/>
                </a:lnTo>
                <a:lnTo>
                  <a:pt x="12694" y="2573"/>
                </a:lnTo>
                <a:lnTo>
                  <a:pt x="13012" y="2573"/>
                </a:lnTo>
                <a:lnTo>
                  <a:pt x="13488" y="2573"/>
                </a:lnTo>
              </a:path>
            </a:pathLst>
          </a:custGeom>
          <a:ln w="222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319287" y="2852022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332" y="710"/>
                </a:lnTo>
                <a:lnTo>
                  <a:pt x="3808" y="710"/>
                </a:lnTo>
                <a:lnTo>
                  <a:pt x="4125" y="710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331"/>
                </a:lnTo>
                <a:lnTo>
                  <a:pt x="6823" y="1331"/>
                </a:lnTo>
                <a:lnTo>
                  <a:pt x="7299" y="1331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775"/>
                </a:lnTo>
                <a:lnTo>
                  <a:pt x="8727" y="1775"/>
                </a:lnTo>
                <a:lnTo>
                  <a:pt x="9203" y="1775"/>
                </a:lnTo>
                <a:lnTo>
                  <a:pt x="9203" y="1775"/>
                </a:lnTo>
                <a:lnTo>
                  <a:pt x="9203" y="1952"/>
                </a:lnTo>
                <a:lnTo>
                  <a:pt x="9521" y="1952"/>
                </a:lnTo>
                <a:lnTo>
                  <a:pt x="9838" y="1952"/>
                </a:lnTo>
                <a:lnTo>
                  <a:pt x="10314" y="1952"/>
                </a:lnTo>
                <a:lnTo>
                  <a:pt x="10631" y="1952"/>
                </a:lnTo>
                <a:lnTo>
                  <a:pt x="11108" y="1952"/>
                </a:lnTo>
                <a:lnTo>
                  <a:pt x="11108" y="2130"/>
                </a:lnTo>
                <a:lnTo>
                  <a:pt x="11425" y="2130"/>
                </a:lnTo>
                <a:lnTo>
                  <a:pt x="11901" y="2130"/>
                </a:lnTo>
                <a:lnTo>
                  <a:pt x="12218" y="2130"/>
                </a:lnTo>
                <a:lnTo>
                  <a:pt x="12218" y="2396"/>
                </a:lnTo>
                <a:lnTo>
                  <a:pt x="12536" y="2396"/>
                </a:lnTo>
                <a:lnTo>
                  <a:pt x="13012" y="2396"/>
                </a:lnTo>
                <a:lnTo>
                  <a:pt x="13329" y="2573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332616" y="2854595"/>
            <a:ext cx="13805" cy="2396"/>
          </a:xfrm>
          <a:custGeom>
            <a:avLst/>
            <a:gdLst/>
            <a:ahLst/>
            <a:cxnLst/>
            <a:rect l="l" t="t" r="r" b="b"/>
            <a:pathLst>
              <a:path w="13805" h="2396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5077" y="710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188" y="1065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299" y="1065"/>
                </a:lnTo>
                <a:lnTo>
                  <a:pt x="7299" y="1331"/>
                </a:lnTo>
                <a:lnTo>
                  <a:pt x="7775" y="1331"/>
                </a:lnTo>
                <a:lnTo>
                  <a:pt x="8093" y="1331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775"/>
                </a:lnTo>
                <a:lnTo>
                  <a:pt x="9997" y="1775"/>
                </a:lnTo>
                <a:lnTo>
                  <a:pt x="10314" y="1775"/>
                </a:lnTo>
                <a:lnTo>
                  <a:pt x="10790" y="1775"/>
                </a:lnTo>
                <a:lnTo>
                  <a:pt x="11108" y="1775"/>
                </a:lnTo>
                <a:lnTo>
                  <a:pt x="11584" y="1775"/>
                </a:lnTo>
                <a:lnTo>
                  <a:pt x="11584" y="1952"/>
                </a:lnTo>
                <a:lnTo>
                  <a:pt x="11901" y="1952"/>
                </a:lnTo>
                <a:lnTo>
                  <a:pt x="12218" y="1952"/>
                </a:lnTo>
                <a:lnTo>
                  <a:pt x="12218" y="2130"/>
                </a:lnTo>
                <a:lnTo>
                  <a:pt x="12694" y="2130"/>
                </a:lnTo>
                <a:lnTo>
                  <a:pt x="13012" y="2130"/>
                </a:lnTo>
                <a:lnTo>
                  <a:pt x="13488" y="2130"/>
                </a:lnTo>
                <a:lnTo>
                  <a:pt x="13805" y="2130"/>
                </a:lnTo>
                <a:lnTo>
                  <a:pt x="13805" y="2396"/>
                </a:lnTo>
              </a:path>
            </a:pathLst>
          </a:custGeom>
          <a:ln w="221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346422" y="2856992"/>
            <a:ext cx="13488" cy="2130"/>
          </a:xfrm>
          <a:custGeom>
            <a:avLst/>
            <a:gdLst/>
            <a:ahLst/>
            <a:cxnLst/>
            <a:rect l="l" t="t" r="r" b="b"/>
            <a:pathLst>
              <a:path w="13488" h="213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299" y="1242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242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679" y="1686"/>
                </a:lnTo>
                <a:lnTo>
                  <a:pt x="9997" y="1686"/>
                </a:lnTo>
                <a:lnTo>
                  <a:pt x="10314" y="1686"/>
                </a:lnTo>
                <a:lnTo>
                  <a:pt x="10790" y="1686"/>
                </a:lnTo>
                <a:lnTo>
                  <a:pt x="11108" y="1686"/>
                </a:lnTo>
                <a:lnTo>
                  <a:pt x="11584" y="1686"/>
                </a:lnTo>
                <a:lnTo>
                  <a:pt x="11901" y="1686"/>
                </a:lnTo>
                <a:lnTo>
                  <a:pt x="11901" y="1952"/>
                </a:lnTo>
                <a:lnTo>
                  <a:pt x="12218" y="1952"/>
                </a:lnTo>
                <a:lnTo>
                  <a:pt x="12694" y="1952"/>
                </a:lnTo>
                <a:lnTo>
                  <a:pt x="13012" y="1952"/>
                </a:lnTo>
                <a:lnTo>
                  <a:pt x="13012" y="2130"/>
                </a:lnTo>
                <a:lnTo>
                  <a:pt x="13488" y="2130"/>
                </a:lnTo>
              </a:path>
            </a:pathLst>
          </a:custGeom>
          <a:ln w="220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359910" y="2859122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0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5236" y="621"/>
                </a:lnTo>
                <a:lnTo>
                  <a:pt x="5236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7616" y="1331"/>
                </a:lnTo>
                <a:lnTo>
                  <a:pt x="7934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508"/>
                </a:lnTo>
                <a:lnTo>
                  <a:pt x="9838" y="1508"/>
                </a:lnTo>
                <a:lnTo>
                  <a:pt x="9838" y="1686"/>
                </a:lnTo>
                <a:lnTo>
                  <a:pt x="10314" y="1686"/>
                </a:lnTo>
                <a:lnTo>
                  <a:pt x="10631" y="1686"/>
                </a:lnTo>
                <a:lnTo>
                  <a:pt x="11108" y="1686"/>
                </a:lnTo>
                <a:lnTo>
                  <a:pt x="11108" y="1952"/>
                </a:lnTo>
                <a:lnTo>
                  <a:pt x="11425" y="1952"/>
                </a:lnTo>
                <a:lnTo>
                  <a:pt x="11901" y="1952"/>
                </a:lnTo>
                <a:lnTo>
                  <a:pt x="12218" y="1952"/>
                </a:lnTo>
                <a:lnTo>
                  <a:pt x="12536" y="1952"/>
                </a:lnTo>
                <a:lnTo>
                  <a:pt x="13012" y="1952"/>
                </a:lnTo>
                <a:lnTo>
                  <a:pt x="13329" y="1952"/>
                </a:lnTo>
                <a:lnTo>
                  <a:pt x="13329" y="2130"/>
                </a:lnTo>
                <a:lnTo>
                  <a:pt x="13805" y="213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373716" y="2861252"/>
            <a:ext cx="13329" cy="2130"/>
          </a:xfrm>
          <a:custGeom>
            <a:avLst/>
            <a:gdLst/>
            <a:ahLst/>
            <a:cxnLst/>
            <a:rect l="l" t="t" r="r" b="b"/>
            <a:pathLst>
              <a:path w="13329" h="213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221" y="443"/>
                </a:lnTo>
                <a:lnTo>
                  <a:pt x="2538" y="443"/>
                </a:lnTo>
                <a:lnTo>
                  <a:pt x="3015" y="443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6823" y="1065"/>
                </a:lnTo>
                <a:lnTo>
                  <a:pt x="7140" y="1065"/>
                </a:lnTo>
                <a:lnTo>
                  <a:pt x="7616" y="1065"/>
                </a:lnTo>
                <a:lnTo>
                  <a:pt x="7934" y="1065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508"/>
                </a:lnTo>
                <a:lnTo>
                  <a:pt x="10314" y="1508"/>
                </a:lnTo>
                <a:lnTo>
                  <a:pt x="10631" y="1508"/>
                </a:lnTo>
                <a:lnTo>
                  <a:pt x="10631" y="1508"/>
                </a:lnTo>
                <a:lnTo>
                  <a:pt x="10631" y="1775"/>
                </a:lnTo>
                <a:lnTo>
                  <a:pt x="11108" y="1775"/>
                </a:lnTo>
                <a:lnTo>
                  <a:pt x="11425" y="1775"/>
                </a:lnTo>
                <a:lnTo>
                  <a:pt x="11742" y="1775"/>
                </a:lnTo>
                <a:lnTo>
                  <a:pt x="11742" y="1952"/>
                </a:lnTo>
                <a:lnTo>
                  <a:pt x="12218" y="1952"/>
                </a:lnTo>
                <a:lnTo>
                  <a:pt x="12536" y="1952"/>
                </a:lnTo>
                <a:lnTo>
                  <a:pt x="13012" y="1952"/>
                </a:lnTo>
                <a:lnTo>
                  <a:pt x="13012" y="2130"/>
                </a:lnTo>
                <a:lnTo>
                  <a:pt x="13329" y="2130"/>
                </a:lnTo>
              </a:path>
            </a:pathLst>
          </a:custGeom>
          <a:ln w="220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387046" y="2863382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380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4919" y="710"/>
                </a:lnTo>
                <a:lnTo>
                  <a:pt x="5395" y="710"/>
                </a:lnTo>
                <a:lnTo>
                  <a:pt x="5712" y="710"/>
                </a:lnTo>
                <a:lnTo>
                  <a:pt x="6188" y="710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616" y="887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9997" y="1331"/>
                </a:lnTo>
                <a:lnTo>
                  <a:pt x="10314" y="1331"/>
                </a:lnTo>
                <a:lnTo>
                  <a:pt x="10790" y="1331"/>
                </a:lnTo>
                <a:lnTo>
                  <a:pt x="11108" y="1331"/>
                </a:lnTo>
                <a:lnTo>
                  <a:pt x="11584" y="1331"/>
                </a:lnTo>
                <a:lnTo>
                  <a:pt x="11584" y="1508"/>
                </a:lnTo>
                <a:lnTo>
                  <a:pt x="11901" y="1508"/>
                </a:lnTo>
                <a:lnTo>
                  <a:pt x="12218" y="1508"/>
                </a:lnTo>
                <a:lnTo>
                  <a:pt x="12694" y="1508"/>
                </a:lnTo>
                <a:lnTo>
                  <a:pt x="12694" y="1775"/>
                </a:lnTo>
                <a:lnTo>
                  <a:pt x="13012" y="1775"/>
                </a:lnTo>
                <a:lnTo>
                  <a:pt x="13488" y="1775"/>
                </a:lnTo>
                <a:lnTo>
                  <a:pt x="13805" y="1775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400851" y="2865157"/>
            <a:ext cx="13488" cy="1686"/>
          </a:xfrm>
          <a:custGeom>
            <a:avLst/>
            <a:gdLst/>
            <a:ahLst/>
            <a:cxnLst/>
            <a:rect l="l" t="t" r="r" b="b"/>
            <a:pathLst>
              <a:path w="13488" h="1686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808" y="621"/>
                </a:lnTo>
                <a:lnTo>
                  <a:pt x="4284" y="621"/>
                </a:lnTo>
                <a:lnTo>
                  <a:pt x="4601" y="621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5712" y="798"/>
                </a:lnTo>
                <a:lnTo>
                  <a:pt x="6188" y="798"/>
                </a:lnTo>
                <a:lnTo>
                  <a:pt x="6506" y="798"/>
                </a:lnTo>
                <a:lnTo>
                  <a:pt x="6982" y="798"/>
                </a:lnTo>
                <a:lnTo>
                  <a:pt x="6982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508"/>
                </a:lnTo>
                <a:lnTo>
                  <a:pt x="10314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108" y="1686"/>
                </a:lnTo>
                <a:lnTo>
                  <a:pt x="11425" y="1686"/>
                </a:lnTo>
                <a:lnTo>
                  <a:pt x="11901" y="1686"/>
                </a:lnTo>
                <a:lnTo>
                  <a:pt x="12218" y="1686"/>
                </a:lnTo>
                <a:lnTo>
                  <a:pt x="12694" y="1686"/>
                </a:lnTo>
                <a:lnTo>
                  <a:pt x="13012" y="1686"/>
                </a:lnTo>
                <a:lnTo>
                  <a:pt x="13488" y="1686"/>
                </a:lnTo>
              </a:path>
            </a:pathLst>
          </a:custGeom>
          <a:ln w="219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414340" y="2866844"/>
            <a:ext cx="13329" cy="1686"/>
          </a:xfrm>
          <a:custGeom>
            <a:avLst/>
            <a:gdLst/>
            <a:ahLst/>
            <a:cxnLst/>
            <a:rect l="l" t="t" r="r" b="b"/>
            <a:pathLst>
              <a:path w="13329" h="1686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1904" y="443"/>
                </a:lnTo>
                <a:lnTo>
                  <a:pt x="2221" y="443"/>
                </a:lnTo>
                <a:lnTo>
                  <a:pt x="2538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4919" y="887"/>
                </a:lnTo>
                <a:lnTo>
                  <a:pt x="5236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506" y="887"/>
                </a:lnTo>
                <a:lnTo>
                  <a:pt x="6506" y="1065"/>
                </a:lnTo>
                <a:lnTo>
                  <a:pt x="6823" y="1065"/>
                </a:lnTo>
                <a:lnTo>
                  <a:pt x="7140" y="1065"/>
                </a:lnTo>
                <a:lnTo>
                  <a:pt x="7616" y="1065"/>
                </a:lnTo>
                <a:lnTo>
                  <a:pt x="7934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838" y="1331"/>
                </a:lnTo>
                <a:lnTo>
                  <a:pt x="10314" y="1331"/>
                </a:lnTo>
                <a:lnTo>
                  <a:pt x="10631" y="1331"/>
                </a:lnTo>
                <a:lnTo>
                  <a:pt x="11108" y="1331"/>
                </a:lnTo>
                <a:lnTo>
                  <a:pt x="11108" y="1508"/>
                </a:lnTo>
                <a:lnTo>
                  <a:pt x="11425" y="1508"/>
                </a:lnTo>
                <a:lnTo>
                  <a:pt x="11742" y="1508"/>
                </a:lnTo>
                <a:lnTo>
                  <a:pt x="12218" y="1508"/>
                </a:lnTo>
                <a:lnTo>
                  <a:pt x="12218" y="1686"/>
                </a:lnTo>
                <a:lnTo>
                  <a:pt x="12536" y="1686"/>
                </a:lnTo>
                <a:lnTo>
                  <a:pt x="13012" y="1686"/>
                </a:lnTo>
                <a:lnTo>
                  <a:pt x="13329" y="1686"/>
                </a:lnTo>
              </a:path>
            </a:pathLst>
          </a:custGeom>
          <a:ln w="219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427669" y="2868530"/>
            <a:ext cx="13488" cy="1775"/>
          </a:xfrm>
          <a:custGeom>
            <a:avLst/>
            <a:gdLst/>
            <a:ahLst/>
            <a:cxnLst/>
            <a:rect l="l" t="t" r="r" b="b"/>
            <a:pathLst>
              <a:path w="13488" h="1775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0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3808" y="710"/>
                </a:lnTo>
                <a:lnTo>
                  <a:pt x="4284" y="710"/>
                </a:lnTo>
                <a:lnTo>
                  <a:pt x="4601" y="710"/>
                </a:lnTo>
                <a:lnTo>
                  <a:pt x="4919" y="710"/>
                </a:lnTo>
                <a:lnTo>
                  <a:pt x="5395" y="710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410" y="887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331"/>
                </a:lnTo>
                <a:lnTo>
                  <a:pt x="10790" y="1331"/>
                </a:lnTo>
                <a:lnTo>
                  <a:pt x="11108" y="1331"/>
                </a:lnTo>
                <a:lnTo>
                  <a:pt x="11584" y="1331"/>
                </a:lnTo>
                <a:lnTo>
                  <a:pt x="11901" y="1508"/>
                </a:lnTo>
                <a:lnTo>
                  <a:pt x="12218" y="1508"/>
                </a:lnTo>
                <a:lnTo>
                  <a:pt x="12694" y="1508"/>
                </a:lnTo>
                <a:lnTo>
                  <a:pt x="13012" y="1508"/>
                </a:lnTo>
                <a:lnTo>
                  <a:pt x="13488" y="1508"/>
                </a:lnTo>
                <a:lnTo>
                  <a:pt x="13488" y="1775"/>
                </a:lnTo>
              </a:path>
            </a:pathLst>
          </a:custGeom>
          <a:ln w="219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441158" y="2870305"/>
            <a:ext cx="13805" cy="1242"/>
          </a:xfrm>
          <a:custGeom>
            <a:avLst/>
            <a:gdLst/>
            <a:ahLst/>
            <a:cxnLst/>
            <a:rect l="l" t="t" r="r" b="b"/>
            <a:pathLst>
              <a:path w="13805" h="1242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1904" y="177"/>
                </a:lnTo>
                <a:lnTo>
                  <a:pt x="2221" y="177"/>
                </a:lnTo>
                <a:lnTo>
                  <a:pt x="2538" y="177"/>
                </a:lnTo>
                <a:lnTo>
                  <a:pt x="3015" y="177"/>
                </a:lnTo>
                <a:lnTo>
                  <a:pt x="3332" y="177"/>
                </a:lnTo>
                <a:lnTo>
                  <a:pt x="3808" y="177"/>
                </a:lnTo>
                <a:lnTo>
                  <a:pt x="4125" y="177"/>
                </a:lnTo>
                <a:lnTo>
                  <a:pt x="4601" y="177"/>
                </a:lnTo>
                <a:lnTo>
                  <a:pt x="4919" y="177"/>
                </a:lnTo>
                <a:lnTo>
                  <a:pt x="4919" y="443"/>
                </a:lnTo>
                <a:lnTo>
                  <a:pt x="5236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621"/>
                </a:lnTo>
                <a:lnTo>
                  <a:pt x="7140" y="621"/>
                </a:lnTo>
                <a:lnTo>
                  <a:pt x="7616" y="621"/>
                </a:lnTo>
                <a:lnTo>
                  <a:pt x="7934" y="621"/>
                </a:lnTo>
                <a:lnTo>
                  <a:pt x="8410" y="621"/>
                </a:lnTo>
                <a:lnTo>
                  <a:pt x="8410" y="798"/>
                </a:lnTo>
                <a:lnTo>
                  <a:pt x="8727" y="798"/>
                </a:lnTo>
                <a:lnTo>
                  <a:pt x="9203" y="798"/>
                </a:lnTo>
                <a:lnTo>
                  <a:pt x="9521" y="798"/>
                </a:lnTo>
                <a:lnTo>
                  <a:pt x="9838" y="798"/>
                </a:lnTo>
                <a:lnTo>
                  <a:pt x="10314" y="798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425" y="1065"/>
                </a:lnTo>
                <a:lnTo>
                  <a:pt x="11742" y="1065"/>
                </a:lnTo>
                <a:lnTo>
                  <a:pt x="12218" y="1065"/>
                </a:lnTo>
                <a:lnTo>
                  <a:pt x="12218" y="1242"/>
                </a:lnTo>
                <a:lnTo>
                  <a:pt x="12536" y="1242"/>
                </a:lnTo>
                <a:lnTo>
                  <a:pt x="13012" y="1242"/>
                </a:lnTo>
                <a:lnTo>
                  <a:pt x="13329" y="1242"/>
                </a:lnTo>
                <a:lnTo>
                  <a:pt x="13805" y="1242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454964" y="2871548"/>
            <a:ext cx="13329" cy="1331"/>
          </a:xfrm>
          <a:custGeom>
            <a:avLst/>
            <a:gdLst/>
            <a:ahLst/>
            <a:cxnLst/>
            <a:rect l="l" t="t" r="r" b="b"/>
            <a:pathLst>
              <a:path w="13329" h="1331">
                <a:moveTo>
                  <a:pt x="0" y="0"/>
                </a:move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538" y="266"/>
                </a:lnTo>
                <a:lnTo>
                  <a:pt x="3015" y="266"/>
                </a:lnTo>
                <a:lnTo>
                  <a:pt x="3332" y="266"/>
                </a:lnTo>
                <a:lnTo>
                  <a:pt x="3808" y="266"/>
                </a:lnTo>
                <a:lnTo>
                  <a:pt x="3808" y="443"/>
                </a:lnTo>
                <a:lnTo>
                  <a:pt x="4125" y="443"/>
                </a:lnTo>
                <a:lnTo>
                  <a:pt x="4443" y="443"/>
                </a:lnTo>
                <a:lnTo>
                  <a:pt x="4919" y="443"/>
                </a:lnTo>
                <a:lnTo>
                  <a:pt x="5236" y="443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140" y="621"/>
                </a:lnTo>
                <a:lnTo>
                  <a:pt x="7140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727" y="887"/>
                </a:lnTo>
                <a:lnTo>
                  <a:pt x="9045" y="887"/>
                </a:lnTo>
                <a:lnTo>
                  <a:pt x="9045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108" y="1331"/>
                </a:lnTo>
                <a:lnTo>
                  <a:pt x="11425" y="1331"/>
                </a:lnTo>
                <a:lnTo>
                  <a:pt x="11742" y="1331"/>
                </a:lnTo>
                <a:lnTo>
                  <a:pt x="12218" y="1331"/>
                </a:lnTo>
                <a:lnTo>
                  <a:pt x="12536" y="1331"/>
                </a:lnTo>
                <a:lnTo>
                  <a:pt x="13012" y="1331"/>
                </a:lnTo>
                <a:lnTo>
                  <a:pt x="13329" y="1331"/>
                </a:lnTo>
              </a:path>
            </a:pathLst>
          </a:custGeom>
          <a:ln w="218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468293" y="2872879"/>
            <a:ext cx="13805" cy="1242"/>
          </a:xfrm>
          <a:custGeom>
            <a:avLst/>
            <a:gdLst/>
            <a:ahLst/>
            <a:cxnLst/>
            <a:rect l="l" t="t" r="r" b="b"/>
            <a:pathLst>
              <a:path w="13805" h="124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1904" y="0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188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093" y="798"/>
                </a:lnTo>
                <a:lnTo>
                  <a:pt x="8410" y="798"/>
                </a:lnTo>
                <a:lnTo>
                  <a:pt x="8886" y="798"/>
                </a:lnTo>
                <a:lnTo>
                  <a:pt x="9203" y="798"/>
                </a:lnTo>
                <a:lnTo>
                  <a:pt x="9521" y="798"/>
                </a:lnTo>
                <a:lnTo>
                  <a:pt x="9997" y="798"/>
                </a:lnTo>
                <a:lnTo>
                  <a:pt x="10314" y="798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425" y="1065"/>
                </a:lnTo>
                <a:lnTo>
                  <a:pt x="11901" y="1065"/>
                </a:lnTo>
                <a:lnTo>
                  <a:pt x="12218" y="1065"/>
                </a:lnTo>
                <a:lnTo>
                  <a:pt x="12218" y="1242"/>
                </a:lnTo>
                <a:lnTo>
                  <a:pt x="12694" y="1242"/>
                </a:lnTo>
                <a:lnTo>
                  <a:pt x="13012" y="1242"/>
                </a:lnTo>
                <a:lnTo>
                  <a:pt x="13488" y="1242"/>
                </a:lnTo>
                <a:lnTo>
                  <a:pt x="13805" y="1242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482099" y="2874122"/>
            <a:ext cx="13329" cy="1065"/>
          </a:xfrm>
          <a:custGeom>
            <a:avLst/>
            <a:gdLst/>
            <a:ahLst/>
            <a:cxnLst/>
            <a:rect l="l" t="t" r="r" b="b"/>
            <a:pathLst>
              <a:path w="13329" h="1065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395" y="443"/>
                </a:lnTo>
                <a:lnTo>
                  <a:pt x="5712" y="443"/>
                </a:lnTo>
                <a:lnTo>
                  <a:pt x="6188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425" y="887"/>
                </a:lnTo>
                <a:lnTo>
                  <a:pt x="11901" y="887"/>
                </a:lnTo>
                <a:lnTo>
                  <a:pt x="12218" y="887"/>
                </a:lnTo>
                <a:lnTo>
                  <a:pt x="12694" y="887"/>
                </a:lnTo>
                <a:lnTo>
                  <a:pt x="12694" y="1065"/>
                </a:lnTo>
                <a:lnTo>
                  <a:pt x="13012" y="1065"/>
                </a:lnTo>
                <a:lnTo>
                  <a:pt x="13329" y="1065"/>
                </a:lnTo>
              </a:path>
            </a:pathLst>
          </a:custGeom>
          <a:ln w="21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495429" y="2875187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284" y="266"/>
                </a:lnTo>
                <a:lnTo>
                  <a:pt x="4601" y="266"/>
                </a:lnTo>
                <a:lnTo>
                  <a:pt x="5077" y="266"/>
                </a:lnTo>
                <a:lnTo>
                  <a:pt x="5395" y="266"/>
                </a:lnTo>
                <a:lnTo>
                  <a:pt x="5871" y="266"/>
                </a:lnTo>
                <a:lnTo>
                  <a:pt x="6188" y="266"/>
                </a:lnTo>
                <a:lnTo>
                  <a:pt x="6664" y="266"/>
                </a:lnTo>
                <a:lnTo>
                  <a:pt x="6982" y="266"/>
                </a:lnTo>
                <a:lnTo>
                  <a:pt x="6982" y="266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569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679" y="710"/>
                </a:lnTo>
                <a:lnTo>
                  <a:pt x="9997" y="710"/>
                </a:lnTo>
                <a:lnTo>
                  <a:pt x="10473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584" y="710"/>
                </a:lnTo>
                <a:lnTo>
                  <a:pt x="11901" y="710"/>
                </a:lnTo>
                <a:lnTo>
                  <a:pt x="12377" y="710"/>
                </a:lnTo>
                <a:lnTo>
                  <a:pt x="12377" y="887"/>
                </a:lnTo>
                <a:lnTo>
                  <a:pt x="12694" y="887"/>
                </a:lnTo>
                <a:lnTo>
                  <a:pt x="13170" y="887"/>
                </a:lnTo>
                <a:lnTo>
                  <a:pt x="13488" y="887"/>
                </a:lnTo>
                <a:lnTo>
                  <a:pt x="13805" y="887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509234" y="2876074"/>
            <a:ext cx="13012" cy="621"/>
          </a:xfrm>
          <a:custGeom>
            <a:avLst/>
            <a:gdLst/>
            <a:ahLst/>
            <a:cxnLst/>
            <a:rect l="l" t="t" r="r" b="b"/>
            <a:pathLst>
              <a:path w="13012" h="62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967" y="177"/>
                </a:lnTo>
                <a:lnTo>
                  <a:pt x="4284" y="177"/>
                </a:lnTo>
                <a:lnTo>
                  <a:pt x="4601" y="177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443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569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694" y="621"/>
                </a:lnTo>
                <a:lnTo>
                  <a:pt x="13012" y="621"/>
                </a:lnTo>
              </a:path>
            </a:pathLst>
          </a:custGeom>
          <a:ln w="216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522247" y="2876696"/>
            <a:ext cx="13805" cy="887"/>
          </a:xfrm>
          <a:custGeom>
            <a:avLst/>
            <a:gdLst/>
            <a:ahLst/>
            <a:cxnLst/>
            <a:rect l="l" t="t" r="r" b="b"/>
            <a:pathLst>
              <a:path w="13805" h="88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2062" y="266"/>
                </a:lnTo>
                <a:lnTo>
                  <a:pt x="2380" y="266"/>
                </a:lnTo>
                <a:lnTo>
                  <a:pt x="2697" y="266"/>
                </a:lnTo>
                <a:lnTo>
                  <a:pt x="3173" y="266"/>
                </a:lnTo>
                <a:lnTo>
                  <a:pt x="3491" y="266"/>
                </a:lnTo>
                <a:lnTo>
                  <a:pt x="3967" y="266"/>
                </a:lnTo>
                <a:lnTo>
                  <a:pt x="4284" y="266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443"/>
                </a:lnTo>
                <a:lnTo>
                  <a:pt x="6188" y="443"/>
                </a:lnTo>
                <a:lnTo>
                  <a:pt x="6664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093" y="621"/>
                </a:lnTo>
                <a:lnTo>
                  <a:pt x="8569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266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887"/>
                </a:lnTo>
                <a:lnTo>
                  <a:pt x="12377" y="887"/>
                </a:lnTo>
                <a:lnTo>
                  <a:pt x="12694" y="887"/>
                </a:lnTo>
                <a:lnTo>
                  <a:pt x="13170" y="887"/>
                </a:lnTo>
                <a:lnTo>
                  <a:pt x="13488" y="887"/>
                </a:lnTo>
                <a:lnTo>
                  <a:pt x="13805" y="887"/>
                </a:lnTo>
              </a:path>
            </a:pathLst>
          </a:custGeom>
          <a:ln w="217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536052" y="2877583"/>
            <a:ext cx="13488" cy="443"/>
          </a:xfrm>
          <a:custGeom>
            <a:avLst/>
            <a:gdLst/>
            <a:ahLst/>
            <a:cxnLst/>
            <a:rect l="l" t="t" r="r" b="b"/>
            <a:pathLst>
              <a:path w="13488" h="44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188" y="0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177"/>
                </a:lnTo>
                <a:lnTo>
                  <a:pt x="8569" y="177"/>
                </a:lnTo>
                <a:lnTo>
                  <a:pt x="8886" y="177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473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3170" y="443"/>
                </a:lnTo>
                <a:lnTo>
                  <a:pt x="13488" y="443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549541" y="2878027"/>
            <a:ext cx="13805" cy="355"/>
          </a:xfrm>
          <a:custGeom>
            <a:avLst/>
            <a:gdLst/>
            <a:ahLst/>
            <a:cxnLst/>
            <a:rect l="l" t="t" r="r" b="b"/>
            <a:pathLst>
              <a:path w="13805" h="355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823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410" y="355"/>
                </a:lnTo>
                <a:lnTo>
                  <a:pt x="8727" y="355"/>
                </a:lnTo>
                <a:lnTo>
                  <a:pt x="9203" y="355"/>
                </a:lnTo>
                <a:lnTo>
                  <a:pt x="9521" y="355"/>
                </a:lnTo>
                <a:lnTo>
                  <a:pt x="9997" y="355"/>
                </a:lnTo>
                <a:lnTo>
                  <a:pt x="10314" y="355"/>
                </a:lnTo>
                <a:lnTo>
                  <a:pt x="10790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694" y="355"/>
                </a:lnTo>
                <a:lnTo>
                  <a:pt x="13012" y="355"/>
                </a:lnTo>
                <a:lnTo>
                  <a:pt x="13329" y="355"/>
                </a:lnTo>
                <a:lnTo>
                  <a:pt x="13805" y="355"/>
                </a:lnTo>
              </a:path>
            </a:pathLst>
          </a:custGeom>
          <a:ln w="216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563346" y="2878382"/>
            <a:ext cx="13329" cy="443"/>
          </a:xfrm>
          <a:custGeom>
            <a:avLst/>
            <a:gdLst/>
            <a:ahLst/>
            <a:cxnLst/>
            <a:rect l="l" t="t" r="r" b="b"/>
            <a:pathLst>
              <a:path w="13329" h="443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0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125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329" y="443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576676" y="2878826"/>
            <a:ext cx="13805" cy="0"/>
          </a:xfrm>
          <a:custGeom>
            <a:avLst/>
            <a:gdLst/>
            <a:ahLst/>
            <a:cxnLst/>
            <a:rect l="l" t="t" r="r" b="b"/>
            <a:pathLst>
              <a:path w="13805" h="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569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590482" y="2878826"/>
            <a:ext cx="13488" cy="0"/>
          </a:xfrm>
          <a:custGeom>
            <a:avLst/>
            <a:gdLst/>
            <a:ahLst/>
            <a:cxnLst/>
            <a:rect l="l" t="t" r="r" b="b"/>
            <a:pathLst>
              <a:path w="13488" h="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808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410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603970" y="2878826"/>
            <a:ext cx="13805" cy="0"/>
          </a:xfrm>
          <a:custGeom>
            <a:avLst/>
            <a:gdLst/>
            <a:ahLst/>
            <a:cxnLst/>
            <a:rect l="l" t="t" r="r" b="b"/>
            <a:pathLst>
              <a:path w="13805" h="0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491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8093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617776" y="2878648"/>
            <a:ext cx="13329" cy="177"/>
          </a:xfrm>
          <a:custGeom>
            <a:avLst/>
            <a:gdLst/>
            <a:ahLst/>
            <a:cxnLst/>
            <a:rect l="l" t="t" r="r" b="b"/>
            <a:pathLst>
              <a:path w="13329" h="177">
                <a:moveTo>
                  <a:pt x="0" y="177"/>
                </a:move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332" y="177"/>
                </a:lnTo>
                <a:lnTo>
                  <a:pt x="3808" y="177"/>
                </a:lnTo>
                <a:lnTo>
                  <a:pt x="4125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030" y="177"/>
                </a:lnTo>
                <a:lnTo>
                  <a:pt x="6506" y="177"/>
                </a:lnTo>
                <a:lnTo>
                  <a:pt x="6823" y="177"/>
                </a:lnTo>
                <a:lnTo>
                  <a:pt x="7299" y="177"/>
                </a:lnTo>
                <a:lnTo>
                  <a:pt x="7616" y="177"/>
                </a:lnTo>
                <a:lnTo>
                  <a:pt x="7934" y="177"/>
                </a:lnTo>
                <a:lnTo>
                  <a:pt x="8410" y="177"/>
                </a:lnTo>
                <a:lnTo>
                  <a:pt x="8727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6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631106" y="2878204"/>
            <a:ext cx="13488" cy="443"/>
          </a:xfrm>
          <a:custGeom>
            <a:avLst/>
            <a:gdLst/>
            <a:ahLst/>
            <a:cxnLst/>
            <a:rect l="l" t="t" r="r" b="b"/>
            <a:pathLst>
              <a:path w="13488" h="443">
                <a:moveTo>
                  <a:pt x="0" y="443"/>
                </a:moveTo>
                <a:lnTo>
                  <a:pt x="476" y="443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395" y="443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644594" y="2877761"/>
            <a:ext cx="13329" cy="443"/>
          </a:xfrm>
          <a:custGeom>
            <a:avLst/>
            <a:gdLst/>
            <a:ahLst/>
            <a:cxnLst/>
            <a:rect l="l" t="t" r="r" b="b"/>
            <a:pathLst>
              <a:path w="13329" h="443">
                <a:moveTo>
                  <a:pt x="0" y="443"/>
                </a:moveTo>
                <a:lnTo>
                  <a:pt x="317" y="443"/>
                </a:lnTo>
                <a:lnTo>
                  <a:pt x="793" y="443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125" y="443"/>
                </a:lnTo>
                <a:lnTo>
                  <a:pt x="4125" y="443"/>
                </a:lnTo>
                <a:lnTo>
                  <a:pt x="4125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030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521" y="266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6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657924" y="2877139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621"/>
                </a:moveTo>
                <a:lnTo>
                  <a:pt x="476" y="621"/>
                </a:lnTo>
                <a:lnTo>
                  <a:pt x="476" y="621"/>
                </a:lnTo>
                <a:lnTo>
                  <a:pt x="476" y="443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443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8886" y="177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473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671729" y="2876518"/>
            <a:ext cx="13488" cy="621"/>
          </a:xfrm>
          <a:custGeom>
            <a:avLst/>
            <a:gdLst/>
            <a:ahLst/>
            <a:cxnLst/>
            <a:rect l="l" t="t" r="r" b="b"/>
            <a:pathLst>
              <a:path w="13488" h="621">
                <a:moveTo>
                  <a:pt x="0" y="621"/>
                </a:moveTo>
                <a:lnTo>
                  <a:pt x="476" y="621"/>
                </a:lnTo>
                <a:lnTo>
                  <a:pt x="793" y="621"/>
                </a:lnTo>
                <a:lnTo>
                  <a:pt x="1110" y="621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712" y="443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775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314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685218" y="2875453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1065"/>
                </a:moveTo>
                <a:lnTo>
                  <a:pt x="317" y="1065"/>
                </a:lnTo>
                <a:lnTo>
                  <a:pt x="793" y="1065"/>
                </a:lnTo>
                <a:lnTo>
                  <a:pt x="1110" y="1065"/>
                </a:lnTo>
                <a:lnTo>
                  <a:pt x="1428" y="1065"/>
                </a:lnTo>
                <a:lnTo>
                  <a:pt x="1904" y="1065"/>
                </a:lnTo>
                <a:lnTo>
                  <a:pt x="2221" y="1065"/>
                </a:lnTo>
                <a:lnTo>
                  <a:pt x="2221" y="1065"/>
                </a:lnTo>
                <a:lnTo>
                  <a:pt x="2221" y="798"/>
                </a:lnTo>
                <a:lnTo>
                  <a:pt x="2697" y="798"/>
                </a:lnTo>
                <a:lnTo>
                  <a:pt x="3015" y="798"/>
                </a:lnTo>
                <a:lnTo>
                  <a:pt x="3332" y="798"/>
                </a:lnTo>
                <a:lnTo>
                  <a:pt x="3808" y="798"/>
                </a:lnTo>
                <a:lnTo>
                  <a:pt x="4125" y="798"/>
                </a:lnTo>
                <a:lnTo>
                  <a:pt x="4601" y="798"/>
                </a:lnTo>
                <a:lnTo>
                  <a:pt x="4919" y="798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7934" y="621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699023" y="2874565"/>
            <a:ext cx="13329" cy="887"/>
          </a:xfrm>
          <a:custGeom>
            <a:avLst/>
            <a:gdLst/>
            <a:ahLst/>
            <a:cxnLst/>
            <a:rect l="l" t="t" r="r" b="b"/>
            <a:pathLst>
              <a:path w="13329" h="887">
                <a:moveTo>
                  <a:pt x="0" y="887"/>
                </a:moveTo>
                <a:lnTo>
                  <a:pt x="317" y="887"/>
                </a:lnTo>
                <a:lnTo>
                  <a:pt x="793" y="887"/>
                </a:lnTo>
                <a:lnTo>
                  <a:pt x="1110" y="887"/>
                </a:lnTo>
                <a:lnTo>
                  <a:pt x="1428" y="887"/>
                </a:lnTo>
                <a:lnTo>
                  <a:pt x="1904" y="887"/>
                </a:lnTo>
                <a:lnTo>
                  <a:pt x="2221" y="887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5236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521" y="177"/>
                </a:lnTo>
                <a:lnTo>
                  <a:pt x="9838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7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712353" y="2873500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1065"/>
                </a:moveTo>
                <a:lnTo>
                  <a:pt x="476" y="1065"/>
                </a:lnTo>
                <a:lnTo>
                  <a:pt x="793" y="1065"/>
                </a:lnTo>
                <a:lnTo>
                  <a:pt x="1110" y="1065"/>
                </a:lnTo>
                <a:lnTo>
                  <a:pt x="1110" y="887"/>
                </a:lnTo>
                <a:lnTo>
                  <a:pt x="1586" y="887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491" y="621"/>
                </a:lnTo>
                <a:lnTo>
                  <a:pt x="3808" y="621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726159" y="2872169"/>
            <a:ext cx="13488" cy="1331"/>
          </a:xfrm>
          <a:custGeom>
            <a:avLst/>
            <a:gdLst/>
            <a:ahLst/>
            <a:cxnLst/>
            <a:rect l="l" t="t" r="r" b="b"/>
            <a:pathLst>
              <a:path w="13488" h="1331">
                <a:moveTo>
                  <a:pt x="0" y="1331"/>
                </a:moveTo>
                <a:lnTo>
                  <a:pt x="476" y="1331"/>
                </a:lnTo>
                <a:lnTo>
                  <a:pt x="476" y="1153"/>
                </a:lnTo>
                <a:lnTo>
                  <a:pt x="793" y="1153"/>
                </a:lnTo>
                <a:lnTo>
                  <a:pt x="1110" y="1153"/>
                </a:lnTo>
                <a:lnTo>
                  <a:pt x="1586" y="1153"/>
                </a:lnTo>
                <a:lnTo>
                  <a:pt x="1904" y="1153"/>
                </a:lnTo>
                <a:lnTo>
                  <a:pt x="2380" y="1153"/>
                </a:lnTo>
                <a:lnTo>
                  <a:pt x="2697" y="1153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4601" y="710"/>
                </a:lnTo>
                <a:lnTo>
                  <a:pt x="5077" y="710"/>
                </a:lnTo>
                <a:lnTo>
                  <a:pt x="5395" y="710"/>
                </a:lnTo>
                <a:lnTo>
                  <a:pt x="5712" y="710"/>
                </a:lnTo>
                <a:lnTo>
                  <a:pt x="6188" y="710"/>
                </a:lnTo>
                <a:lnTo>
                  <a:pt x="6506" y="710"/>
                </a:lnTo>
                <a:lnTo>
                  <a:pt x="6982" y="710"/>
                </a:lnTo>
                <a:lnTo>
                  <a:pt x="7299" y="710"/>
                </a:lnTo>
                <a:lnTo>
                  <a:pt x="7616" y="710"/>
                </a:lnTo>
                <a:lnTo>
                  <a:pt x="8093" y="710"/>
                </a:lnTo>
                <a:lnTo>
                  <a:pt x="8410" y="710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8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739647" y="2870749"/>
            <a:ext cx="13329" cy="1420"/>
          </a:xfrm>
          <a:custGeom>
            <a:avLst/>
            <a:gdLst/>
            <a:ahLst/>
            <a:cxnLst/>
            <a:rect l="l" t="t" r="r" b="b"/>
            <a:pathLst>
              <a:path w="13329" h="1420">
                <a:moveTo>
                  <a:pt x="0" y="1420"/>
                </a:moveTo>
                <a:lnTo>
                  <a:pt x="317" y="1420"/>
                </a:lnTo>
                <a:lnTo>
                  <a:pt x="634" y="1420"/>
                </a:lnTo>
                <a:lnTo>
                  <a:pt x="634" y="1420"/>
                </a:lnTo>
                <a:lnTo>
                  <a:pt x="634" y="1242"/>
                </a:lnTo>
                <a:lnTo>
                  <a:pt x="1110" y="1242"/>
                </a:lnTo>
                <a:lnTo>
                  <a:pt x="1428" y="1242"/>
                </a:lnTo>
                <a:lnTo>
                  <a:pt x="1904" y="1242"/>
                </a:lnTo>
                <a:lnTo>
                  <a:pt x="2221" y="1242"/>
                </a:lnTo>
                <a:lnTo>
                  <a:pt x="2697" y="1242"/>
                </a:lnTo>
                <a:lnTo>
                  <a:pt x="2697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030" y="798"/>
                </a:lnTo>
                <a:lnTo>
                  <a:pt x="6506" y="798"/>
                </a:lnTo>
                <a:lnTo>
                  <a:pt x="6823" y="798"/>
                </a:lnTo>
                <a:lnTo>
                  <a:pt x="7299" y="798"/>
                </a:lnTo>
                <a:lnTo>
                  <a:pt x="7616" y="798"/>
                </a:lnTo>
                <a:lnTo>
                  <a:pt x="7934" y="798"/>
                </a:lnTo>
                <a:lnTo>
                  <a:pt x="8410" y="798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838" y="621"/>
                </a:lnTo>
                <a:lnTo>
                  <a:pt x="9838" y="355"/>
                </a:lnTo>
                <a:lnTo>
                  <a:pt x="10314" y="355"/>
                </a:lnTo>
                <a:lnTo>
                  <a:pt x="10631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742" y="355"/>
                </a:lnTo>
                <a:lnTo>
                  <a:pt x="11742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18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752977" y="2869418"/>
            <a:ext cx="13805" cy="1331"/>
          </a:xfrm>
          <a:custGeom>
            <a:avLst/>
            <a:gdLst/>
            <a:ahLst/>
            <a:cxnLst/>
            <a:rect l="l" t="t" r="r" b="b"/>
            <a:pathLst>
              <a:path w="13805" h="1331">
                <a:moveTo>
                  <a:pt x="0" y="1331"/>
                </a:moveTo>
                <a:lnTo>
                  <a:pt x="476" y="1331"/>
                </a:lnTo>
                <a:lnTo>
                  <a:pt x="793" y="1331"/>
                </a:lnTo>
                <a:lnTo>
                  <a:pt x="1110" y="1331"/>
                </a:lnTo>
                <a:lnTo>
                  <a:pt x="1586" y="1331"/>
                </a:lnTo>
                <a:lnTo>
                  <a:pt x="1904" y="1065"/>
                </a:lnTo>
                <a:lnTo>
                  <a:pt x="2380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6982" y="887"/>
                </a:lnTo>
                <a:lnTo>
                  <a:pt x="6982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584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766783" y="2867731"/>
            <a:ext cx="13488" cy="1686"/>
          </a:xfrm>
          <a:custGeom>
            <a:avLst/>
            <a:gdLst/>
            <a:ahLst/>
            <a:cxnLst/>
            <a:rect l="l" t="t" r="r" b="b"/>
            <a:pathLst>
              <a:path w="13488" h="1686">
                <a:moveTo>
                  <a:pt x="0" y="1686"/>
                </a:moveTo>
                <a:lnTo>
                  <a:pt x="476" y="1686"/>
                </a:lnTo>
                <a:lnTo>
                  <a:pt x="793" y="1686"/>
                </a:lnTo>
                <a:lnTo>
                  <a:pt x="1110" y="1686"/>
                </a:lnTo>
                <a:lnTo>
                  <a:pt x="1110" y="1686"/>
                </a:lnTo>
                <a:lnTo>
                  <a:pt x="1110" y="1508"/>
                </a:lnTo>
                <a:lnTo>
                  <a:pt x="1586" y="1508"/>
                </a:lnTo>
                <a:lnTo>
                  <a:pt x="1904" y="1508"/>
                </a:lnTo>
                <a:lnTo>
                  <a:pt x="2380" y="1508"/>
                </a:lnTo>
                <a:lnTo>
                  <a:pt x="2697" y="1508"/>
                </a:lnTo>
                <a:lnTo>
                  <a:pt x="2697" y="1242"/>
                </a:lnTo>
                <a:lnTo>
                  <a:pt x="3015" y="1242"/>
                </a:lnTo>
                <a:lnTo>
                  <a:pt x="3491" y="1242"/>
                </a:lnTo>
                <a:lnTo>
                  <a:pt x="3808" y="1242"/>
                </a:lnTo>
                <a:lnTo>
                  <a:pt x="4284" y="1242"/>
                </a:lnTo>
                <a:lnTo>
                  <a:pt x="4284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798"/>
                </a:lnTo>
                <a:lnTo>
                  <a:pt x="6506" y="798"/>
                </a:lnTo>
                <a:lnTo>
                  <a:pt x="6982" y="798"/>
                </a:lnTo>
                <a:lnTo>
                  <a:pt x="7299" y="798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886" y="621"/>
                </a:lnTo>
                <a:lnTo>
                  <a:pt x="8886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219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780271" y="2865956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1775"/>
                </a:moveTo>
                <a:lnTo>
                  <a:pt x="317" y="1775"/>
                </a:lnTo>
                <a:lnTo>
                  <a:pt x="634" y="1775"/>
                </a:lnTo>
                <a:lnTo>
                  <a:pt x="1110" y="1775"/>
                </a:lnTo>
                <a:lnTo>
                  <a:pt x="1110" y="1508"/>
                </a:lnTo>
                <a:lnTo>
                  <a:pt x="1428" y="1508"/>
                </a:lnTo>
                <a:lnTo>
                  <a:pt x="1904" y="1508"/>
                </a:lnTo>
                <a:lnTo>
                  <a:pt x="2221" y="1508"/>
                </a:lnTo>
                <a:lnTo>
                  <a:pt x="2697" y="1508"/>
                </a:lnTo>
                <a:lnTo>
                  <a:pt x="3015" y="1508"/>
                </a:lnTo>
                <a:lnTo>
                  <a:pt x="3015" y="1508"/>
                </a:lnTo>
                <a:lnTo>
                  <a:pt x="3015" y="1331"/>
                </a:lnTo>
                <a:lnTo>
                  <a:pt x="3332" y="1331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065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7140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727" y="887"/>
                </a:lnTo>
                <a:lnTo>
                  <a:pt x="8727" y="710"/>
                </a:lnTo>
                <a:lnTo>
                  <a:pt x="9203" y="710"/>
                </a:lnTo>
                <a:lnTo>
                  <a:pt x="9521" y="710"/>
                </a:lnTo>
                <a:lnTo>
                  <a:pt x="9838" y="710"/>
                </a:lnTo>
                <a:lnTo>
                  <a:pt x="9838" y="710"/>
                </a:lnTo>
                <a:lnTo>
                  <a:pt x="9838" y="443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425" y="266"/>
                </a:lnTo>
                <a:lnTo>
                  <a:pt x="11742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794077" y="2864270"/>
            <a:ext cx="13329" cy="1686"/>
          </a:xfrm>
          <a:custGeom>
            <a:avLst/>
            <a:gdLst/>
            <a:ahLst/>
            <a:cxnLst/>
            <a:rect l="l" t="t" r="r" b="b"/>
            <a:pathLst>
              <a:path w="13329" h="1686">
                <a:moveTo>
                  <a:pt x="0" y="1686"/>
                </a:moveTo>
                <a:lnTo>
                  <a:pt x="317" y="1686"/>
                </a:lnTo>
                <a:lnTo>
                  <a:pt x="317" y="1508"/>
                </a:lnTo>
                <a:lnTo>
                  <a:pt x="634" y="1508"/>
                </a:lnTo>
                <a:lnTo>
                  <a:pt x="1110" y="1508"/>
                </a:lnTo>
                <a:lnTo>
                  <a:pt x="1428" y="1508"/>
                </a:lnTo>
                <a:lnTo>
                  <a:pt x="1904" y="1508"/>
                </a:lnTo>
                <a:lnTo>
                  <a:pt x="2221" y="1508"/>
                </a:lnTo>
                <a:lnTo>
                  <a:pt x="2538" y="1508"/>
                </a:lnTo>
                <a:lnTo>
                  <a:pt x="3015" y="1508"/>
                </a:lnTo>
                <a:lnTo>
                  <a:pt x="3015" y="1331"/>
                </a:lnTo>
                <a:lnTo>
                  <a:pt x="3332" y="1331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7140" y="887"/>
                </a:lnTo>
                <a:lnTo>
                  <a:pt x="7140" y="621"/>
                </a:lnTo>
                <a:lnTo>
                  <a:pt x="7616" y="621"/>
                </a:lnTo>
                <a:lnTo>
                  <a:pt x="7934" y="621"/>
                </a:lnTo>
                <a:lnTo>
                  <a:pt x="8410" y="621"/>
                </a:lnTo>
                <a:lnTo>
                  <a:pt x="8410" y="443"/>
                </a:lnTo>
                <a:lnTo>
                  <a:pt x="8727" y="443"/>
                </a:lnTo>
                <a:lnTo>
                  <a:pt x="9045" y="443"/>
                </a:lnTo>
                <a:lnTo>
                  <a:pt x="9521" y="443"/>
                </a:lnTo>
                <a:lnTo>
                  <a:pt x="9838" y="443"/>
                </a:lnTo>
                <a:lnTo>
                  <a:pt x="9838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742" y="177"/>
                </a:lnTo>
                <a:lnTo>
                  <a:pt x="12218" y="177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9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807406" y="2862140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2130"/>
                </a:moveTo>
                <a:lnTo>
                  <a:pt x="317" y="2130"/>
                </a:lnTo>
                <a:lnTo>
                  <a:pt x="317" y="2130"/>
                </a:lnTo>
                <a:lnTo>
                  <a:pt x="317" y="1952"/>
                </a:lnTo>
                <a:lnTo>
                  <a:pt x="793" y="1952"/>
                </a:lnTo>
                <a:lnTo>
                  <a:pt x="1110" y="1952"/>
                </a:lnTo>
                <a:lnTo>
                  <a:pt x="1586" y="1952"/>
                </a:lnTo>
                <a:lnTo>
                  <a:pt x="1586" y="1686"/>
                </a:lnTo>
                <a:lnTo>
                  <a:pt x="1904" y="1686"/>
                </a:lnTo>
                <a:lnTo>
                  <a:pt x="2380" y="1686"/>
                </a:lnTo>
                <a:lnTo>
                  <a:pt x="2697" y="1686"/>
                </a:lnTo>
                <a:lnTo>
                  <a:pt x="3015" y="1686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284" y="1508"/>
                </a:lnTo>
                <a:lnTo>
                  <a:pt x="4284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6982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821212" y="2860187"/>
            <a:ext cx="13329" cy="1952"/>
          </a:xfrm>
          <a:custGeom>
            <a:avLst/>
            <a:gdLst/>
            <a:ahLst/>
            <a:cxnLst/>
            <a:rect l="l" t="t" r="r" b="b"/>
            <a:pathLst>
              <a:path w="13329" h="1952">
                <a:moveTo>
                  <a:pt x="0" y="1952"/>
                </a:moveTo>
                <a:lnTo>
                  <a:pt x="317" y="1952"/>
                </a:lnTo>
                <a:lnTo>
                  <a:pt x="793" y="1952"/>
                </a:lnTo>
                <a:lnTo>
                  <a:pt x="1110" y="1952"/>
                </a:lnTo>
                <a:lnTo>
                  <a:pt x="1586" y="1952"/>
                </a:lnTo>
                <a:lnTo>
                  <a:pt x="1904" y="1686"/>
                </a:lnTo>
                <a:lnTo>
                  <a:pt x="2221" y="1686"/>
                </a:lnTo>
                <a:lnTo>
                  <a:pt x="2697" y="1686"/>
                </a:lnTo>
                <a:lnTo>
                  <a:pt x="2697" y="1508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284" y="1508"/>
                </a:lnTo>
                <a:lnTo>
                  <a:pt x="4284" y="1508"/>
                </a:lnTo>
                <a:lnTo>
                  <a:pt x="4284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188" y="887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8886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0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834542" y="2858057"/>
            <a:ext cx="13488" cy="2130"/>
          </a:xfrm>
          <a:custGeom>
            <a:avLst/>
            <a:gdLst/>
            <a:ahLst/>
            <a:cxnLst/>
            <a:rect l="l" t="t" r="r" b="b"/>
            <a:pathLst>
              <a:path w="13488" h="2130">
                <a:moveTo>
                  <a:pt x="0" y="2130"/>
                </a:moveTo>
                <a:lnTo>
                  <a:pt x="0" y="1952"/>
                </a:lnTo>
                <a:lnTo>
                  <a:pt x="0" y="1952"/>
                </a:lnTo>
                <a:lnTo>
                  <a:pt x="476" y="1952"/>
                </a:lnTo>
                <a:lnTo>
                  <a:pt x="793" y="1952"/>
                </a:lnTo>
                <a:lnTo>
                  <a:pt x="1269" y="1952"/>
                </a:lnTo>
                <a:lnTo>
                  <a:pt x="1269" y="1686"/>
                </a:lnTo>
                <a:lnTo>
                  <a:pt x="1586" y="1686"/>
                </a:lnTo>
                <a:lnTo>
                  <a:pt x="2062" y="1686"/>
                </a:lnTo>
                <a:lnTo>
                  <a:pt x="2380" y="1686"/>
                </a:lnTo>
                <a:lnTo>
                  <a:pt x="2697" y="1686"/>
                </a:lnTo>
                <a:lnTo>
                  <a:pt x="3173" y="1686"/>
                </a:lnTo>
                <a:lnTo>
                  <a:pt x="3491" y="1686"/>
                </a:lnTo>
                <a:lnTo>
                  <a:pt x="3491" y="1508"/>
                </a:lnTo>
                <a:lnTo>
                  <a:pt x="3967" y="1508"/>
                </a:lnTo>
                <a:lnTo>
                  <a:pt x="4284" y="1508"/>
                </a:lnTo>
                <a:lnTo>
                  <a:pt x="4601" y="1508"/>
                </a:lnTo>
                <a:lnTo>
                  <a:pt x="4601" y="1242"/>
                </a:lnTo>
                <a:lnTo>
                  <a:pt x="5077" y="1242"/>
                </a:lnTo>
                <a:lnTo>
                  <a:pt x="5395" y="1242"/>
                </a:lnTo>
                <a:lnTo>
                  <a:pt x="5871" y="1242"/>
                </a:lnTo>
                <a:lnTo>
                  <a:pt x="5871" y="1065"/>
                </a:lnTo>
                <a:lnTo>
                  <a:pt x="6188" y="1065"/>
                </a:lnTo>
                <a:lnTo>
                  <a:pt x="6664" y="1065"/>
                </a:lnTo>
                <a:lnTo>
                  <a:pt x="6982" y="1065"/>
                </a:lnTo>
                <a:lnTo>
                  <a:pt x="6982" y="887"/>
                </a:lnTo>
                <a:lnTo>
                  <a:pt x="7299" y="887"/>
                </a:lnTo>
                <a:lnTo>
                  <a:pt x="7775" y="887"/>
                </a:lnTo>
                <a:lnTo>
                  <a:pt x="8093" y="887"/>
                </a:lnTo>
                <a:lnTo>
                  <a:pt x="8093" y="621"/>
                </a:lnTo>
                <a:lnTo>
                  <a:pt x="8569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9997" y="621"/>
                </a:lnTo>
                <a:lnTo>
                  <a:pt x="10473" y="443"/>
                </a:lnTo>
                <a:lnTo>
                  <a:pt x="10790" y="443"/>
                </a:lnTo>
                <a:lnTo>
                  <a:pt x="11266" y="443"/>
                </a:lnTo>
                <a:lnTo>
                  <a:pt x="11584" y="443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694" y="0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20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848030" y="2855661"/>
            <a:ext cx="13488" cy="2396"/>
          </a:xfrm>
          <a:custGeom>
            <a:avLst/>
            <a:gdLst/>
            <a:ahLst/>
            <a:cxnLst/>
            <a:rect l="l" t="t" r="r" b="b"/>
            <a:pathLst>
              <a:path w="13488" h="2396">
                <a:moveTo>
                  <a:pt x="0" y="2396"/>
                </a:moveTo>
                <a:lnTo>
                  <a:pt x="0" y="2218"/>
                </a:lnTo>
                <a:lnTo>
                  <a:pt x="317" y="2218"/>
                </a:lnTo>
                <a:lnTo>
                  <a:pt x="793" y="2218"/>
                </a:lnTo>
                <a:lnTo>
                  <a:pt x="1110" y="2218"/>
                </a:lnTo>
                <a:lnTo>
                  <a:pt x="1110" y="1952"/>
                </a:lnTo>
                <a:lnTo>
                  <a:pt x="1586" y="1952"/>
                </a:lnTo>
                <a:lnTo>
                  <a:pt x="1904" y="1952"/>
                </a:lnTo>
                <a:lnTo>
                  <a:pt x="2221" y="1952"/>
                </a:lnTo>
                <a:lnTo>
                  <a:pt x="2221" y="1952"/>
                </a:lnTo>
                <a:lnTo>
                  <a:pt x="2221" y="1775"/>
                </a:lnTo>
                <a:lnTo>
                  <a:pt x="2697" y="1775"/>
                </a:lnTo>
                <a:lnTo>
                  <a:pt x="3015" y="1775"/>
                </a:lnTo>
                <a:lnTo>
                  <a:pt x="3491" y="1775"/>
                </a:lnTo>
                <a:lnTo>
                  <a:pt x="3808" y="1775"/>
                </a:lnTo>
                <a:lnTo>
                  <a:pt x="4284" y="1775"/>
                </a:lnTo>
                <a:lnTo>
                  <a:pt x="4284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331"/>
                </a:lnTo>
                <a:lnTo>
                  <a:pt x="6188" y="1331"/>
                </a:lnTo>
                <a:lnTo>
                  <a:pt x="6506" y="1331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8886" y="710"/>
                </a:lnTo>
                <a:lnTo>
                  <a:pt x="9203" y="710"/>
                </a:lnTo>
                <a:lnTo>
                  <a:pt x="9521" y="710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0790" y="710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1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861518" y="2853353"/>
            <a:ext cx="13647" cy="2307"/>
          </a:xfrm>
          <a:custGeom>
            <a:avLst/>
            <a:gdLst/>
            <a:ahLst/>
            <a:cxnLst/>
            <a:rect l="l" t="t" r="r" b="b"/>
            <a:pathLst>
              <a:path w="13647" h="2307">
                <a:moveTo>
                  <a:pt x="0" y="2307"/>
                </a:moveTo>
                <a:lnTo>
                  <a:pt x="317" y="2307"/>
                </a:lnTo>
                <a:lnTo>
                  <a:pt x="634" y="2307"/>
                </a:lnTo>
                <a:lnTo>
                  <a:pt x="634" y="2307"/>
                </a:lnTo>
                <a:lnTo>
                  <a:pt x="634" y="2130"/>
                </a:lnTo>
                <a:lnTo>
                  <a:pt x="1110" y="2130"/>
                </a:lnTo>
                <a:lnTo>
                  <a:pt x="1428" y="2130"/>
                </a:lnTo>
                <a:lnTo>
                  <a:pt x="1428" y="1952"/>
                </a:lnTo>
                <a:lnTo>
                  <a:pt x="1904" y="1952"/>
                </a:lnTo>
                <a:lnTo>
                  <a:pt x="2221" y="1952"/>
                </a:lnTo>
                <a:lnTo>
                  <a:pt x="2538" y="1952"/>
                </a:lnTo>
                <a:lnTo>
                  <a:pt x="2538" y="1686"/>
                </a:lnTo>
                <a:lnTo>
                  <a:pt x="3015" y="1686"/>
                </a:lnTo>
                <a:lnTo>
                  <a:pt x="3332" y="1686"/>
                </a:lnTo>
                <a:lnTo>
                  <a:pt x="3808" y="1686"/>
                </a:lnTo>
                <a:lnTo>
                  <a:pt x="4125" y="1686"/>
                </a:lnTo>
                <a:lnTo>
                  <a:pt x="4443" y="1686"/>
                </a:lnTo>
                <a:lnTo>
                  <a:pt x="4919" y="1686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508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6823" y="1065"/>
                </a:lnTo>
                <a:lnTo>
                  <a:pt x="7140" y="1065"/>
                </a:lnTo>
                <a:lnTo>
                  <a:pt x="7616" y="1065"/>
                </a:lnTo>
                <a:lnTo>
                  <a:pt x="7616" y="798"/>
                </a:lnTo>
                <a:lnTo>
                  <a:pt x="7934" y="798"/>
                </a:lnTo>
                <a:lnTo>
                  <a:pt x="8410" y="798"/>
                </a:lnTo>
                <a:lnTo>
                  <a:pt x="8727" y="798"/>
                </a:lnTo>
                <a:lnTo>
                  <a:pt x="9045" y="621"/>
                </a:lnTo>
                <a:lnTo>
                  <a:pt x="9521" y="621"/>
                </a:lnTo>
                <a:lnTo>
                  <a:pt x="9838" y="621"/>
                </a:lnTo>
                <a:lnTo>
                  <a:pt x="10314" y="621"/>
                </a:lnTo>
                <a:lnTo>
                  <a:pt x="10631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1742" y="443"/>
                </a:lnTo>
                <a:lnTo>
                  <a:pt x="11742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647" y="0"/>
                </a:lnTo>
              </a:path>
            </a:pathLst>
          </a:custGeom>
          <a:ln w="221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875165" y="2850779"/>
            <a:ext cx="13488" cy="2573"/>
          </a:xfrm>
          <a:custGeom>
            <a:avLst/>
            <a:gdLst/>
            <a:ahLst/>
            <a:cxnLst/>
            <a:rect l="l" t="t" r="r" b="b"/>
            <a:pathLst>
              <a:path w="13488" h="2573">
                <a:moveTo>
                  <a:pt x="0" y="2573"/>
                </a:moveTo>
                <a:lnTo>
                  <a:pt x="0" y="2307"/>
                </a:lnTo>
                <a:lnTo>
                  <a:pt x="0" y="2307"/>
                </a:lnTo>
                <a:lnTo>
                  <a:pt x="476" y="2307"/>
                </a:lnTo>
                <a:lnTo>
                  <a:pt x="793" y="2307"/>
                </a:lnTo>
                <a:lnTo>
                  <a:pt x="1269" y="2307"/>
                </a:lnTo>
                <a:lnTo>
                  <a:pt x="1269" y="2130"/>
                </a:lnTo>
                <a:lnTo>
                  <a:pt x="1586" y="2130"/>
                </a:lnTo>
                <a:lnTo>
                  <a:pt x="2062" y="2130"/>
                </a:lnTo>
                <a:lnTo>
                  <a:pt x="2380" y="2130"/>
                </a:lnTo>
                <a:lnTo>
                  <a:pt x="2380" y="2130"/>
                </a:lnTo>
                <a:lnTo>
                  <a:pt x="2380" y="1952"/>
                </a:lnTo>
                <a:lnTo>
                  <a:pt x="2697" y="1952"/>
                </a:lnTo>
                <a:lnTo>
                  <a:pt x="3173" y="1952"/>
                </a:lnTo>
                <a:lnTo>
                  <a:pt x="3491" y="1952"/>
                </a:lnTo>
                <a:lnTo>
                  <a:pt x="3967" y="1952"/>
                </a:lnTo>
                <a:lnTo>
                  <a:pt x="4284" y="1952"/>
                </a:lnTo>
                <a:lnTo>
                  <a:pt x="4284" y="1686"/>
                </a:lnTo>
                <a:lnTo>
                  <a:pt x="4601" y="1686"/>
                </a:lnTo>
                <a:lnTo>
                  <a:pt x="5077" y="1686"/>
                </a:lnTo>
                <a:lnTo>
                  <a:pt x="5395" y="1508"/>
                </a:lnTo>
                <a:lnTo>
                  <a:pt x="5871" y="1508"/>
                </a:lnTo>
                <a:lnTo>
                  <a:pt x="6188" y="1508"/>
                </a:lnTo>
                <a:lnTo>
                  <a:pt x="6664" y="1242"/>
                </a:lnTo>
                <a:lnTo>
                  <a:pt x="6982" y="1242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1065"/>
                </a:lnTo>
                <a:lnTo>
                  <a:pt x="8569" y="887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170" y="177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22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888654" y="2848205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2573"/>
                </a:moveTo>
                <a:lnTo>
                  <a:pt x="317" y="2573"/>
                </a:lnTo>
                <a:lnTo>
                  <a:pt x="793" y="2307"/>
                </a:lnTo>
                <a:lnTo>
                  <a:pt x="1110" y="2307"/>
                </a:lnTo>
                <a:lnTo>
                  <a:pt x="1586" y="2307"/>
                </a:lnTo>
                <a:lnTo>
                  <a:pt x="1586" y="2130"/>
                </a:lnTo>
                <a:lnTo>
                  <a:pt x="1904" y="2130"/>
                </a:lnTo>
                <a:lnTo>
                  <a:pt x="2221" y="2130"/>
                </a:lnTo>
                <a:lnTo>
                  <a:pt x="2697" y="2130"/>
                </a:lnTo>
                <a:lnTo>
                  <a:pt x="3015" y="2130"/>
                </a:lnTo>
                <a:lnTo>
                  <a:pt x="3491" y="2130"/>
                </a:lnTo>
                <a:lnTo>
                  <a:pt x="3491" y="1952"/>
                </a:lnTo>
                <a:lnTo>
                  <a:pt x="3808" y="1952"/>
                </a:lnTo>
                <a:lnTo>
                  <a:pt x="4284" y="1952"/>
                </a:lnTo>
                <a:lnTo>
                  <a:pt x="4284" y="1686"/>
                </a:lnTo>
                <a:lnTo>
                  <a:pt x="4601" y="1686"/>
                </a:lnTo>
                <a:lnTo>
                  <a:pt x="4919" y="1686"/>
                </a:lnTo>
                <a:lnTo>
                  <a:pt x="5395" y="1686"/>
                </a:lnTo>
                <a:lnTo>
                  <a:pt x="5395" y="1686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299" y="1242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443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902459" y="2845631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2573"/>
                </a:moveTo>
                <a:lnTo>
                  <a:pt x="0" y="2307"/>
                </a:lnTo>
                <a:lnTo>
                  <a:pt x="317" y="2307"/>
                </a:lnTo>
                <a:lnTo>
                  <a:pt x="793" y="2307"/>
                </a:lnTo>
                <a:lnTo>
                  <a:pt x="1110" y="2307"/>
                </a:lnTo>
                <a:lnTo>
                  <a:pt x="1586" y="2307"/>
                </a:lnTo>
                <a:lnTo>
                  <a:pt x="1904" y="2307"/>
                </a:lnTo>
                <a:lnTo>
                  <a:pt x="1904" y="2130"/>
                </a:lnTo>
                <a:lnTo>
                  <a:pt x="2221" y="2130"/>
                </a:lnTo>
                <a:lnTo>
                  <a:pt x="2697" y="2130"/>
                </a:lnTo>
                <a:lnTo>
                  <a:pt x="2697" y="1952"/>
                </a:lnTo>
                <a:lnTo>
                  <a:pt x="3015" y="1952"/>
                </a:lnTo>
                <a:lnTo>
                  <a:pt x="3491" y="1952"/>
                </a:lnTo>
                <a:lnTo>
                  <a:pt x="3491" y="1952"/>
                </a:lnTo>
                <a:lnTo>
                  <a:pt x="3808" y="1686"/>
                </a:lnTo>
                <a:lnTo>
                  <a:pt x="4125" y="1686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887"/>
                </a:lnTo>
                <a:lnTo>
                  <a:pt x="8727" y="887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0790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915789" y="2842613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3017"/>
                </a:moveTo>
                <a:lnTo>
                  <a:pt x="0" y="2751"/>
                </a:lnTo>
                <a:lnTo>
                  <a:pt x="476" y="2751"/>
                </a:lnTo>
                <a:lnTo>
                  <a:pt x="793" y="2751"/>
                </a:lnTo>
                <a:lnTo>
                  <a:pt x="1269" y="2751"/>
                </a:lnTo>
                <a:lnTo>
                  <a:pt x="1269" y="2573"/>
                </a:lnTo>
                <a:lnTo>
                  <a:pt x="1586" y="2573"/>
                </a:lnTo>
                <a:lnTo>
                  <a:pt x="1904" y="2573"/>
                </a:lnTo>
                <a:lnTo>
                  <a:pt x="1904" y="2396"/>
                </a:lnTo>
                <a:lnTo>
                  <a:pt x="2380" y="2396"/>
                </a:lnTo>
                <a:lnTo>
                  <a:pt x="2697" y="2396"/>
                </a:lnTo>
                <a:lnTo>
                  <a:pt x="2697" y="2396"/>
                </a:lnTo>
                <a:lnTo>
                  <a:pt x="3173" y="2130"/>
                </a:lnTo>
                <a:lnTo>
                  <a:pt x="3491" y="2130"/>
                </a:lnTo>
                <a:lnTo>
                  <a:pt x="3491" y="1952"/>
                </a:lnTo>
                <a:lnTo>
                  <a:pt x="3967" y="1952"/>
                </a:lnTo>
                <a:lnTo>
                  <a:pt x="4284" y="1952"/>
                </a:lnTo>
                <a:lnTo>
                  <a:pt x="4601" y="1952"/>
                </a:lnTo>
                <a:lnTo>
                  <a:pt x="5077" y="1952"/>
                </a:lnTo>
                <a:lnTo>
                  <a:pt x="5395" y="1952"/>
                </a:lnTo>
                <a:lnTo>
                  <a:pt x="5395" y="1952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331"/>
                </a:lnTo>
                <a:lnTo>
                  <a:pt x="7775" y="1331"/>
                </a:lnTo>
                <a:lnTo>
                  <a:pt x="8093" y="1331"/>
                </a:lnTo>
                <a:lnTo>
                  <a:pt x="8093" y="1065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887"/>
                </a:lnTo>
                <a:lnTo>
                  <a:pt x="9679" y="887"/>
                </a:lnTo>
                <a:lnTo>
                  <a:pt x="9679" y="621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929595" y="2839862"/>
            <a:ext cx="13012" cy="2751"/>
          </a:xfrm>
          <a:custGeom>
            <a:avLst/>
            <a:gdLst/>
            <a:ahLst/>
            <a:cxnLst/>
            <a:rect l="l" t="t" r="r" b="b"/>
            <a:pathLst>
              <a:path w="13012" h="2751">
                <a:moveTo>
                  <a:pt x="0" y="2751"/>
                </a:moveTo>
                <a:lnTo>
                  <a:pt x="476" y="2573"/>
                </a:lnTo>
                <a:lnTo>
                  <a:pt x="793" y="2573"/>
                </a:lnTo>
                <a:lnTo>
                  <a:pt x="1269" y="2573"/>
                </a:lnTo>
                <a:lnTo>
                  <a:pt x="1269" y="2307"/>
                </a:lnTo>
                <a:lnTo>
                  <a:pt x="1586" y="2307"/>
                </a:lnTo>
                <a:lnTo>
                  <a:pt x="1904" y="2307"/>
                </a:lnTo>
                <a:lnTo>
                  <a:pt x="2380" y="2307"/>
                </a:lnTo>
                <a:lnTo>
                  <a:pt x="2697" y="2307"/>
                </a:lnTo>
                <a:lnTo>
                  <a:pt x="3173" y="2130"/>
                </a:lnTo>
                <a:lnTo>
                  <a:pt x="3491" y="2130"/>
                </a:lnTo>
                <a:lnTo>
                  <a:pt x="3808" y="2130"/>
                </a:lnTo>
                <a:lnTo>
                  <a:pt x="3808" y="1863"/>
                </a:lnTo>
                <a:lnTo>
                  <a:pt x="4284" y="1863"/>
                </a:lnTo>
                <a:lnTo>
                  <a:pt x="4601" y="1863"/>
                </a:lnTo>
                <a:lnTo>
                  <a:pt x="4601" y="1686"/>
                </a:lnTo>
                <a:lnTo>
                  <a:pt x="5077" y="1686"/>
                </a:lnTo>
                <a:lnTo>
                  <a:pt x="5395" y="1686"/>
                </a:lnTo>
                <a:lnTo>
                  <a:pt x="5395" y="1508"/>
                </a:lnTo>
                <a:lnTo>
                  <a:pt x="5871" y="1508"/>
                </a:lnTo>
                <a:lnTo>
                  <a:pt x="6188" y="1508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7299" y="1242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8886" y="1065"/>
                </a:lnTo>
                <a:lnTo>
                  <a:pt x="8886" y="798"/>
                </a:lnTo>
                <a:lnTo>
                  <a:pt x="9203" y="798"/>
                </a:lnTo>
                <a:lnTo>
                  <a:pt x="9679" y="798"/>
                </a:lnTo>
                <a:lnTo>
                  <a:pt x="9997" y="621"/>
                </a:lnTo>
                <a:lnTo>
                  <a:pt x="10473" y="621"/>
                </a:lnTo>
                <a:lnTo>
                  <a:pt x="10473" y="355"/>
                </a:lnTo>
                <a:lnTo>
                  <a:pt x="10790" y="355"/>
                </a:lnTo>
                <a:lnTo>
                  <a:pt x="11108" y="355"/>
                </a:lnTo>
                <a:lnTo>
                  <a:pt x="11584" y="355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</a:path>
            </a:pathLst>
          </a:custGeom>
          <a:ln w="22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942607" y="2836844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3017"/>
                </a:moveTo>
                <a:lnTo>
                  <a:pt x="476" y="3017"/>
                </a:lnTo>
                <a:lnTo>
                  <a:pt x="793" y="3017"/>
                </a:lnTo>
                <a:lnTo>
                  <a:pt x="1269" y="2751"/>
                </a:lnTo>
                <a:lnTo>
                  <a:pt x="1586" y="2751"/>
                </a:lnTo>
                <a:lnTo>
                  <a:pt x="1586" y="2573"/>
                </a:lnTo>
                <a:lnTo>
                  <a:pt x="2062" y="2573"/>
                </a:lnTo>
                <a:lnTo>
                  <a:pt x="2380" y="2573"/>
                </a:lnTo>
                <a:lnTo>
                  <a:pt x="2697" y="2307"/>
                </a:lnTo>
                <a:lnTo>
                  <a:pt x="3173" y="2307"/>
                </a:lnTo>
                <a:lnTo>
                  <a:pt x="3491" y="2307"/>
                </a:lnTo>
                <a:lnTo>
                  <a:pt x="3491" y="2130"/>
                </a:lnTo>
                <a:lnTo>
                  <a:pt x="3967" y="2130"/>
                </a:lnTo>
                <a:lnTo>
                  <a:pt x="4284" y="1952"/>
                </a:lnTo>
                <a:lnTo>
                  <a:pt x="4601" y="1952"/>
                </a:lnTo>
                <a:lnTo>
                  <a:pt x="5077" y="1952"/>
                </a:lnTo>
                <a:lnTo>
                  <a:pt x="5077" y="1686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242"/>
                </a:lnTo>
                <a:lnTo>
                  <a:pt x="8093" y="1242"/>
                </a:lnTo>
                <a:lnTo>
                  <a:pt x="8093" y="1242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798"/>
                </a:lnTo>
                <a:lnTo>
                  <a:pt x="9679" y="798"/>
                </a:lnTo>
                <a:lnTo>
                  <a:pt x="9997" y="798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170" y="177"/>
                </a:lnTo>
                <a:lnTo>
                  <a:pt x="13170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956413" y="2833827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3017"/>
                </a:moveTo>
                <a:lnTo>
                  <a:pt x="476" y="3017"/>
                </a:lnTo>
                <a:lnTo>
                  <a:pt x="476" y="3017"/>
                </a:lnTo>
                <a:lnTo>
                  <a:pt x="476" y="2751"/>
                </a:lnTo>
                <a:lnTo>
                  <a:pt x="793" y="2751"/>
                </a:lnTo>
                <a:lnTo>
                  <a:pt x="793" y="2573"/>
                </a:lnTo>
                <a:lnTo>
                  <a:pt x="1269" y="2573"/>
                </a:lnTo>
                <a:lnTo>
                  <a:pt x="1586" y="2573"/>
                </a:lnTo>
                <a:lnTo>
                  <a:pt x="1904" y="2573"/>
                </a:lnTo>
                <a:lnTo>
                  <a:pt x="1904" y="2396"/>
                </a:lnTo>
                <a:lnTo>
                  <a:pt x="2380" y="2396"/>
                </a:lnTo>
                <a:lnTo>
                  <a:pt x="2697" y="2396"/>
                </a:lnTo>
                <a:lnTo>
                  <a:pt x="3173" y="2396"/>
                </a:lnTo>
                <a:lnTo>
                  <a:pt x="3491" y="2396"/>
                </a:lnTo>
                <a:lnTo>
                  <a:pt x="3491" y="2130"/>
                </a:lnTo>
                <a:lnTo>
                  <a:pt x="3967" y="2130"/>
                </a:lnTo>
                <a:lnTo>
                  <a:pt x="4284" y="2130"/>
                </a:lnTo>
                <a:lnTo>
                  <a:pt x="4284" y="1952"/>
                </a:lnTo>
                <a:lnTo>
                  <a:pt x="4601" y="1952"/>
                </a:lnTo>
                <a:lnTo>
                  <a:pt x="5077" y="1952"/>
                </a:lnTo>
                <a:lnTo>
                  <a:pt x="5077" y="1686"/>
                </a:lnTo>
                <a:lnTo>
                  <a:pt x="5395" y="1686"/>
                </a:lnTo>
                <a:lnTo>
                  <a:pt x="5871" y="1686"/>
                </a:lnTo>
                <a:lnTo>
                  <a:pt x="5871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242"/>
                </a:lnTo>
                <a:lnTo>
                  <a:pt x="6982" y="1242"/>
                </a:lnTo>
                <a:lnTo>
                  <a:pt x="7299" y="1242"/>
                </a:lnTo>
                <a:lnTo>
                  <a:pt x="7775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886" y="1065"/>
                </a:lnTo>
                <a:lnTo>
                  <a:pt x="8886" y="1065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377" y="177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969901" y="2830365"/>
            <a:ext cx="13805" cy="3461"/>
          </a:xfrm>
          <a:custGeom>
            <a:avLst/>
            <a:gdLst/>
            <a:ahLst/>
            <a:cxnLst/>
            <a:rect l="l" t="t" r="r" b="b"/>
            <a:pathLst>
              <a:path w="13805" h="3461">
                <a:moveTo>
                  <a:pt x="0" y="3461"/>
                </a:moveTo>
                <a:lnTo>
                  <a:pt x="317" y="3461"/>
                </a:lnTo>
                <a:lnTo>
                  <a:pt x="317" y="3283"/>
                </a:lnTo>
                <a:lnTo>
                  <a:pt x="793" y="3283"/>
                </a:lnTo>
                <a:lnTo>
                  <a:pt x="1110" y="3283"/>
                </a:lnTo>
                <a:lnTo>
                  <a:pt x="1110" y="3283"/>
                </a:lnTo>
                <a:lnTo>
                  <a:pt x="1110" y="3017"/>
                </a:lnTo>
                <a:lnTo>
                  <a:pt x="1586" y="3017"/>
                </a:lnTo>
                <a:lnTo>
                  <a:pt x="1904" y="2840"/>
                </a:lnTo>
                <a:lnTo>
                  <a:pt x="2221" y="2840"/>
                </a:lnTo>
                <a:lnTo>
                  <a:pt x="2697" y="2840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808" y="2396"/>
                </a:lnTo>
                <a:lnTo>
                  <a:pt x="4125" y="2396"/>
                </a:lnTo>
                <a:lnTo>
                  <a:pt x="4601" y="2396"/>
                </a:lnTo>
                <a:lnTo>
                  <a:pt x="4919" y="2396"/>
                </a:lnTo>
                <a:lnTo>
                  <a:pt x="4919" y="2130"/>
                </a:lnTo>
                <a:lnTo>
                  <a:pt x="5395" y="2130"/>
                </a:lnTo>
                <a:lnTo>
                  <a:pt x="5712" y="2130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1775"/>
                </a:lnTo>
                <a:lnTo>
                  <a:pt x="6823" y="1775"/>
                </a:lnTo>
                <a:lnTo>
                  <a:pt x="7299" y="1775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8727" y="1331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425" y="710"/>
                </a:lnTo>
                <a:lnTo>
                  <a:pt x="11901" y="710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6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983707" y="2827170"/>
            <a:ext cx="13329" cy="3195"/>
          </a:xfrm>
          <a:custGeom>
            <a:avLst/>
            <a:gdLst/>
            <a:ahLst/>
            <a:cxnLst/>
            <a:rect l="l" t="t" r="r" b="b"/>
            <a:pathLst>
              <a:path w="13329" h="3195">
                <a:moveTo>
                  <a:pt x="0" y="3195"/>
                </a:moveTo>
                <a:lnTo>
                  <a:pt x="317" y="3195"/>
                </a:lnTo>
                <a:lnTo>
                  <a:pt x="793" y="3195"/>
                </a:lnTo>
                <a:lnTo>
                  <a:pt x="1110" y="3195"/>
                </a:lnTo>
                <a:lnTo>
                  <a:pt x="1110" y="3195"/>
                </a:lnTo>
                <a:lnTo>
                  <a:pt x="1110" y="3017"/>
                </a:lnTo>
                <a:lnTo>
                  <a:pt x="1428" y="3017"/>
                </a:lnTo>
                <a:lnTo>
                  <a:pt x="1904" y="3017"/>
                </a:lnTo>
                <a:lnTo>
                  <a:pt x="1904" y="2840"/>
                </a:lnTo>
                <a:lnTo>
                  <a:pt x="2221" y="2840"/>
                </a:lnTo>
                <a:lnTo>
                  <a:pt x="2697" y="2840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491" y="2573"/>
                </a:lnTo>
                <a:lnTo>
                  <a:pt x="3491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601" y="2130"/>
                </a:lnTo>
                <a:lnTo>
                  <a:pt x="4919" y="2130"/>
                </a:lnTo>
                <a:lnTo>
                  <a:pt x="4919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1952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727" y="1331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5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997037" y="2823975"/>
            <a:ext cx="13805" cy="3195"/>
          </a:xfrm>
          <a:custGeom>
            <a:avLst/>
            <a:gdLst/>
            <a:ahLst/>
            <a:cxnLst/>
            <a:rect l="l" t="t" r="r" b="b"/>
            <a:pathLst>
              <a:path w="13805" h="3195">
                <a:moveTo>
                  <a:pt x="0" y="3195"/>
                </a:moveTo>
                <a:lnTo>
                  <a:pt x="476" y="3195"/>
                </a:lnTo>
                <a:lnTo>
                  <a:pt x="793" y="3017"/>
                </a:lnTo>
                <a:lnTo>
                  <a:pt x="1269" y="3017"/>
                </a:lnTo>
                <a:lnTo>
                  <a:pt x="1586" y="3017"/>
                </a:lnTo>
                <a:lnTo>
                  <a:pt x="1586" y="2751"/>
                </a:lnTo>
                <a:lnTo>
                  <a:pt x="1904" y="2751"/>
                </a:lnTo>
                <a:lnTo>
                  <a:pt x="2380" y="2751"/>
                </a:lnTo>
                <a:lnTo>
                  <a:pt x="2697" y="2751"/>
                </a:lnTo>
                <a:lnTo>
                  <a:pt x="3173" y="2573"/>
                </a:lnTo>
                <a:lnTo>
                  <a:pt x="3491" y="2573"/>
                </a:lnTo>
                <a:lnTo>
                  <a:pt x="3491" y="2307"/>
                </a:lnTo>
                <a:lnTo>
                  <a:pt x="3808" y="2307"/>
                </a:lnTo>
                <a:lnTo>
                  <a:pt x="4284" y="2307"/>
                </a:lnTo>
                <a:lnTo>
                  <a:pt x="4284" y="2130"/>
                </a:lnTo>
                <a:lnTo>
                  <a:pt x="4601" y="2130"/>
                </a:lnTo>
                <a:lnTo>
                  <a:pt x="5077" y="2130"/>
                </a:lnTo>
                <a:lnTo>
                  <a:pt x="5077" y="1952"/>
                </a:lnTo>
                <a:lnTo>
                  <a:pt x="5395" y="1952"/>
                </a:lnTo>
                <a:lnTo>
                  <a:pt x="5871" y="1952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686"/>
                </a:lnTo>
                <a:lnTo>
                  <a:pt x="7299" y="1686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242"/>
                </a:lnTo>
                <a:lnTo>
                  <a:pt x="8410" y="1242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887"/>
                </a:lnTo>
                <a:lnTo>
                  <a:pt x="9997" y="887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6010842" y="2820513"/>
            <a:ext cx="13488" cy="3461"/>
          </a:xfrm>
          <a:custGeom>
            <a:avLst/>
            <a:gdLst/>
            <a:ahLst/>
            <a:cxnLst/>
            <a:rect l="l" t="t" r="r" b="b"/>
            <a:pathLst>
              <a:path w="13488" h="3461">
                <a:moveTo>
                  <a:pt x="0" y="3461"/>
                </a:moveTo>
                <a:lnTo>
                  <a:pt x="0" y="3195"/>
                </a:lnTo>
                <a:lnTo>
                  <a:pt x="476" y="3195"/>
                </a:lnTo>
                <a:lnTo>
                  <a:pt x="793" y="3195"/>
                </a:lnTo>
                <a:lnTo>
                  <a:pt x="793" y="3017"/>
                </a:lnTo>
                <a:lnTo>
                  <a:pt x="1269" y="3017"/>
                </a:lnTo>
                <a:lnTo>
                  <a:pt x="1586" y="3017"/>
                </a:lnTo>
                <a:lnTo>
                  <a:pt x="1586" y="3017"/>
                </a:lnTo>
                <a:lnTo>
                  <a:pt x="1586" y="2840"/>
                </a:lnTo>
                <a:lnTo>
                  <a:pt x="1904" y="2840"/>
                </a:lnTo>
                <a:lnTo>
                  <a:pt x="2380" y="2840"/>
                </a:lnTo>
                <a:lnTo>
                  <a:pt x="2697" y="2840"/>
                </a:lnTo>
                <a:lnTo>
                  <a:pt x="2697" y="2573"/>
                </a:lnTo>
                <a:lnTo>
                  <a:pt x="3173" y="2573"/>
                </a:lnTo>
                <a:lnTo>
                  <a:pt x="3491" y="2573"/>
                </a:lnTo>
                <a:lnTo>
                  <a:pt x="3808" y="2396"/>
                </a:lnTo>
                <a:lnTo>
                  <a:pt x="4284" y="2396"/>
                </a:lnTo>
                <a:lnTo>
                  <a:pt x="4601" y="2396"/>
                </a:lnTo>
                <a:lnTo>
                  <a:pt x="4601" y="2130"/>
                </a:lnTo>
                <a:lnTo>
                  <a:pt x="5077" y="2130"/>
                </a:lnTo>
                <a:lnTo>
                  <a:pt x="5077" y="2130"/>
                </a:lnTo>
                <a:lnTo>
                  <a:pt x="5077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5712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887"/>
                </a:lnTo>
                <a:lnTo>
                  <a:pt x="9679" y="887"/>
                </a:lnTo>
                <a:lnTo>
                  <a:pt x="9997" y="887"/>
                </a:lnTo>
                <a:lnTo>
                  <a:pt x="9997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7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6024331" y="2817141"/>
            <a:ext cx="13805" cy="3372"/>
          </a:xfrm>
          <a:custGeom>
            <a:avLst/>
            <a:gdLst/>
            <a:ahLst/>
            <a:cxnLst/>
            <a:rect l="l" t="t" r="r" b="b"/>
            <a:pathLst>
              <a:path w="13805" h="3372">
                <a:moveTo>
                  <a:pt x="0" y="3372"/>
                </a:moveTo>
                <a:lnTo>
                  <a:pt x="317" y="3195"/>
                </a:lnTo>
                <a:lnTo>
                  <a:pt x="793" y="3195"/>
                </a:lnTo>
                <a:lnTo>
                  <a:pt x="1110" y="3195"/>
                </a:lnTo>
                <a:lnTo>
                  <a:pt x="1110" y="2928"/>
                </a:lnTo>
                <a:lnTo>
                  <a:pt x="1428" y="2928"/>
                </a:lnTo>
                <a:lnTo>
                  <a:pt x="1428" y="2751"/>
                </a:lnTo>
                <a:lnTo>
                  <a:pt x="1904" y="2751"/>
                </a:lnTo>
                <a:lnTo>
                  <a:pt x="2221" y="2751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491" y="2307"/>
                </a:lnTo>
                <a:lnTo>
                  <a:pt x="3808" y="2307"/>
                </a:lnTo>
                <a:lnTo>
                  <a:pt x="4125" y="2307"/>
                </a:lnTo>
                <a:lnTo>
                  <a:pt x="4601" y="2307"/>
                </a:lnTo>
                <a:lnTo>
                  <a:pt x="4601" y="2130"/>
                </a:lnTo>
                <a:lnTo>
                  <a:pt x="4919" y="2130"/>
                </a:lnTo>
                <a:lnTo>
                  <a:pt x="5395" y="2130"/>
                </a:lnTo>
                <a:lnTo>
                  <a:pt x="5395" y="1863"/>
                </a:lnTo>
                <a:lnTo>
                  <a:pt x="5712" y="1863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686"/>
                </a:lnTo>
                <a:lnTo>
                  <a:pt x="6506" y="1420"/>
                </a:lnTo>
                <a:lnTo>
                  <a:pt x="6823" y="1420"/>
                </a:lnTo>
                <a:lnTo>
                  <a:pt x="7299" y="1420"/>
                </a:lnTo>
                <a:lnTo>
                  <a:pt x="7616" y="1420"/>
                </a:lnTo>
                <a:lnTo>
                  <a:pt x="7934" y="1242"/>
                </a:lnTo>
                <a:lnTo>
                  <a:pt x="8410" y="1242"/>
                </a:lnTo>
                <a:lnTo>
                  <a:pt x="8727" y="1242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798"/>
                </a:lnTo>
                <a:lnTo>
                  <a:pt x="9997" y="798"/>
                </a:lnTo>
                <a:lnTo>
                  <a:pt x="9997" y="621"/>
                </a:lnTo>
                <a:lnTo>
                  <a:pt x="10314" y="621"/>
                </a:lnTo>
                <a:lnTo>
                  <a:pt x="10631" y="621"/>
                </a:lnTo>
                <a:lnTo>
                  <a:pt x="10631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6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6038136" y="2813413"/>
            <a:ext cx="13012" cy="3727"/>
          </a:xfrm>
          <a:custGeom>
            <a:avLst/>
            <a:gdLst/>
            <a:ahLst/>
            <a:cxnLst/>
            <a:rect l="l" t="t" r="r" b="b"/>
            <a:pathLst>
              <a:path w="13012" h="3727">
                <a:moveTo>
                  <a:pt x="0" y="3727"/>
                </a:moveTo>
                <a:lnTo>
                  <a:pt x="0" y="3461"/>
                </a:lnTo>
                <a:lnTo>
                  <a:pt x="0" y="3461"/>
                </a:lnTo>
                <a:lnTo>
                  <a:pt x="317" y="3461"/>
                </a:lnTo>
                <a:lnTo>
                  <a:pt x="317" y="3283"/>
                </a:lnTo>
                <a:lnTo>
                  <a:pt x="793" y="3283"/>
                </a:lnTo>
                <a:lnTo>
                  <a:pt x="1110" y="3283"/>
                </a:lnTo>
                <a:lnTo>
                  <a:pt x="1110" y="3017"/>
                </a:lnTo>
                <a:lnTo>
                  <a:pt x="1428" y="3017"/>
                </a:lnTo>
                <a:lnTo>
                  <a:pt x="1904" y="3017"/>
                </a:lnTo>
                <a:lnTo>
                  <a:pt x="1904" y="2840"/>
                </a:lnTo>
                <a:lnTo>
                  <a:pt x="2221" y="2840"/>
                </a:lnTo>
                <a:lnTo>
                  <a:pt x="2697" y="2840"/>
                </a:lnTo>
                <a:lnTo>
                  <a:pt x="3015" y="2840"/>
                </a:lnTo>
                <a:lnTo>
                  <a:pt x="3015" y="2573"/>
                </a:lnTo>
                <a:lnTo>
                  <a:pt x="3332" y="2573"/>
                </a:lnTo>
                <a:lnTo>
                  <a:pt x="3808" y="2573"/>
                </a:lnTo>
                <a:lnTo>
                  <a:pt x="3808" y="2573"/>
                </a:lnTo>
                <a:lnTo>
                  <a:pt x="4125" y="2396"/>
                </a:lnTo>
                <a:lnTo>
                  <a:pt x="4601" y="2218"/>
                </a:lnTo>
                <a:lnTo>
                  <a:pt x="4919" y="2218"/>
                </a:lnTo>
                <a:lnTo>
                  <a:pt x="5395" y="2218"/>
                </a:lnTo>
                <a:lnTo>
                  <a:pt x="5395" y="1952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934" y="1508"/>
                </a:lnTo>
                <a:lnTo>
                  <a:pt x="7934" y="1331"/>
                </a:lnTo>
                <a:lnTo>
                  <a:pt x="8410" y="1331"/>
                </a:lnTo>
                <a:lnTo>
                  <a:pt x="8410" y="1331"/>
                </a:lnTo>
                <a:lnTo>
                  <a:pt x="8727" y="1153"/>
                </a:lnTo>
                <a:lnTo>
                  <a:pt x="9203" y="1153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631" y="710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2536" y="0"/>
                </a:lnTo>
                <a:lnTo>
                  <a:pt x="13012" y="0"/>
                </a:lnTo>
              </a:path>
            </a:pathLst>
          </a:custGeom>
          <a:ln w="229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6051149" y="2809774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317" y="3638"/>
                </a:lnTo>
                <a:lnTo>
                  <a:pt x="317" y="3461"/>
                </a:lnTo>
                <a:lnTo>
                  <a:pt x="793" y="3461"/>
                </a:lnTo>
                <a:lnTo>
                  <a:pt x="1110" y="3461"/>
                </a:lnTo>
                <a:lnTo>
                  <a:pt x="1110" y="3283"/>
                </a:lnTo>
                <a:lnTo>
                  <a:pt x="1428" y="3283"/>
                </a:lnTo>
                <a:lnTo>
                  <a:pt x="1904" y="3283"/>
                </a:lnTo>
                <a:lnTo>
                  <a:pt x="1904" y="3283"/>
                </a:lnTo>
                <a:lnTo>
                  <a:pt x="1904" y="3017"/>
                </a:lnTo>
                <a:lnTo>
                  <a:pt x="2221" y="3017"/>
                </a:lnTo>
                <a:lnTo>
                  <a:pt x="2697" y="2840"/>
                </a:lnTo>
                <a:lnTo>
                  <a:pt x="3015" y="2840"/>
                </a:lnTo>
                <a:lnTo>
                  <a:pt x="3491" y="2840"/>
                </a:lnTo>
                <a:lnTo>
                  <a:pt x="3808" y="2840"/>
                </a:lnTo>
                <a:lnTo>
                  <a:pt x="3808" y="2573"/>
                </a:lnTo>
                <a:lnTo>
                  <a:pt x="4125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4919" y="2396"/>
                </a:lnTo>
                <a:lnTo>
                  <a:pt x="5395" y="2396"/>
                </a:lnTo>
                <a:lnTo>
                  <a:pt x="5395" y="2218"/>
                </a:lnTo>
                <a:lnTo>
                  <a:pt x="5712" y="2218"/>
                </a:lnTo>
                <a:lnTo>
                  <a:pt x="6030" y="2218"/>
                </a:lnTo>
                <a:lnTo>
                  <a:pt x="6030" y="1952"/>
                </a:lnTo>
                <a:lnTo>
                  <a:pt x="6506" y="1952"/>
                </a:lnTo>
                <a:lnTo>
                  <a:pt x="6506" y="1775"/>
                </a:lnTo>
                <a:lnTo>
                  <a:pt x="6823" y="1775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508"/>
                </a:lnTo>
                <a:lnTo>
                  <a:pt x="8410" y="1508"/>
                </a:lnTo>
                <a:lnTo>
                  <a:pt x="8727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9997" y="1065"/>
                </a:lnTo>
                <a:lnTo>
                  <a:pt x="9997" y="887"/>
                </a:lnTo>
                <a:lnTo>
                  <a:pt x="10314" y="887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6064954" y="2805957"/>
            <a:ext cx="13329" cy="3816"/>
          </a:xfrm>
          <a:custGeom>
            <a:avLst/>
            <a:gdLst/>
            <a:ahLst/>
            <a:cxnLst/>
            <a:rect l="l" t="t" r="r" b="b"/>
            <a:pathLst>
              <a:path w="13329" h="3816">
                <a:moveTo>
                  <a:pt x="0" y="3816"/>
                </a:moveTo>
                <a:lnTo>
                  <a:pt x="317" y="3816"/>
                </a:lnTo>
                <a:lnTo>
                  <a:pt x="317" y="3816"/>
                </a:lnTo>
                <a:lnTo>
                  <a:pt x="317" y="3638"/>
                </a:lnTo>
                <a:lnTo>
                  <a:pt x="793" y="3638"/>
                </a:lnTo>
                <a:lnTo>
                  <a:pt x="793" y="3461"/>
                </a:lnTo>
                <a:lnTo>
                  <a:pt x="1110" y="3461"/>
                </a:lnTo>
                <a:lnTo>
                  <a:pt x="1428" y="3461"/>
                </a:lnTo>
                <a:lnTo>
                  <a:pt x="1428" y="3195"/>
                </a:lnTo>
                <a:lnTo>
                  <a:pt x="1904" y="3195"/>
                </a:lnTo>
                <a:lnTo>
                  <a:pt x="2221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332" y="3017"/>
                </a:lnTo>
                <a:lnTo>
                  <a:pt x="3332" y="2751"/>
                </a:lnTo>
                <a:lnTo>
                  <a:pt x="3808" y="2751"/>
                </a:lnTo>
                <a:lnTo>
                  <a:pt x="4125" y="2751"/>
                </a:lnTo>
                <a:lnTo>
                  <a:pt x="4125" y="2573"/>
                </a:lnTo>
                <a:lnTo>
                  <a:pt x="4601" y="2573"/>
                </a:lnTo>
                <a:lnTo>
                  <a:pt x="4601" y="2307"/>
                </a:lnTo>
                <a:lnTo>
                  <a:pt x="4919" y="2307"/>
                </a:lnTo>
                <a:lnTo>
                  <a:pt x="5395" y="2307"/>
                </a:lnTo>
                <a:lnTo>
                  <a:pt x="5395" y="2130"/>
                </a:lnTo>
                <a:lnTo>
                  <a:pt x="5712" y="2130"/>
                </a:lnTo>
                <a:lnTo>
                  <a:pt x="6030" y="2130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952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425" y="887"/>
                </a:lnTo>
                <a:lnTo>
                  <a:pt x="11425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443"/>
                </a:lnTo>
                <a:lnTo>
                  <a:pt x="12536" y="443"/>
                </a:lnTo>
                <a:lnTo>
                  <a:pt x="13012" y="443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29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6078284" y="2802318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476" y="3638"/>
                </a:lnTo>
                <a:lnTo>
                  <a:pt x="793" y="3638"/>
                </a:lnTo>
                <a:lnTo>
                  <a:pt x="793" y="3461"/>
                </a:lnTo>
                <a:lnTo>
                  <a:pt x="1110" y="3461"/>
                </a:lnTo>
                <a:lnTo>
                  <a:pt x="1586" y="3461"/>
                </a:lnTo>
                <a:lnTo>
                  <a:pt x="1586" y="3195"/>
                </a:lnTo>
                <a:lnTo>
                  <a:pt x="1904" y="3195"/>
                </a:lnTo>
                <a:lnTo>
                  <a:pt x="2380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173" y="3017"/>
                </a:lnTo>
                <a:lnTo>
                  <a:pt x="3491" y="3017"/>
                </a:lnTo>
                <a:lnTo>
                  <a:pt x="3491" y="2751"/>
                </a:lnTo>
                <a:lnTo>
                  <a:pt x="3808" y="2751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307"/>
                </a:lnTo>
                <a:lnTo>
                  <a:pt x="5077" y="2307"/>
                </a:lnTo>
                <a:lnTo>
                  <a:pt x="5395" y="2307"/>
                </a:lnTo>
                <a:lnTo>
                  <a:pt x="5395" y="2130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886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679" y="1065"/>
                </a:lnTo>
                <a:lnTo>
                  <a:pt x="9997" y="1065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6092090" y="2798413"/>
            <a:ext cx="13488" cy="3905"/>
          </a:xfrm>
          <a:custGeom>
            <a:avLst/>
            <a:gdLst/>
            <a:ahLst/>
            <a:cxnLst/>
            <a:rect l="l" t="t" r="r" b="b"/>
            <a:pathLst>
              <a:path w="13488" h="3905">
                <a:moveTo>
                  <a:pt x="0" y="3905"/>
                </a:moveTo>
                <a:lnTo>
                  <a:pt x="0" y="3638"/>
                </a:lnTo>
                <a:lnTo>
                  <a:pt x="0" y="3638"/>
                </a:lnTo>
                <a:lnTo>
                  <a:pt x="476" y="3638"/>
                </a:lnTo>
                <a:lnTo>
                  <a:pt x="793" y="3638"/>
                </a:lnTo>
                <a:lnTo>
                  <a:pt x="1110" y="3638"/>
                </a:lnTo>
                <a:lnTo>
                  <a:pt x="1110" y="3461"/>
                </a:lnTo>
                <a:lnTo>
                  <a:pt x="1586" y="3461"/>
                </a:lnTo>
                <a:lnTo>
                  <a:pt x="1904" y="3461"/>
                </a:lnTo>
                <a:lnTo>
                  <a:pt x="1904" y="3283"/>
                </a:lnTo>
                <a:lnTo>
                  <a:pt x="2380" y="3283"/>
                </a:lnTo>
                <a:lnTo>
                  <a:pt x="2697" y="3283"/>
                </a:lnTo>
                <a:lnTo>
                  <a:pt x="2697" y="3017"/>
                </a:lnTo>
                <a:lnTo>
                  <a:pt x="3015" y="3017"/>
                </a:lnTo>
                <a:lnTo>
                  <a:pt x="3015" y="2840"/>
                </a:lnTo>
                <a:lnTo>
                  <a:pt x="3491" y="2840"/>
                </a:lnTo>
                <a:lnTo>
                  <a:pt x="3808" y="2840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5077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5712" y="2218"/>
                </a:lnTo>
                <a:lnTo>
                  <a:pt x="6188" y="2218"/>
                </a:lnTo>
                <a:lnTo>
                  <a:pt x="6506" y="2218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775"/>
                </a:lnTo>
                <a:lnTo>
                  <a:pt x="7299" y="1775"/>
                </a:lnTo>
                <a:lnTo>
                  <a:pt x="7616" y="1775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584" y="710"/>
                </a:lnTo>
                <a:lnTo>
                  <a:pt x="11584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9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6105578" y="2794597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3816"/>
                </a:moveTo>
                <a:lnTo>
                  <a:pt x="317" y="3816"/>
                </a:lnTo>
                <a:lnTo>
                  <a:pt x="793" y="3816"/>
                </a:lnTo>
                <a:lnTo>
                  <a:pt x="793" y="3638"/>
                </a:lnTo>
                <a:lnTo>
                  <a:pt x="1110" y="3638"/>
                </a:lnTo>
                <a:lnTo>
                  <a:pt x="1110" y="3638"/>
                </a:lnTo>
                <a:lnTo>
                  <a:pt x="1428" y="3461"/>
                </a:lnTo>
                <a:lnTo>
                  <a:pt x="1904" y="3195"/>
                </a:lnTo>
                <a:lnTo>
                  <a:pt x="2221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332" y="2751"/>
                </a:lnTo>
                <a:lnTo>
                  <a:pt x="3808" y="2751"/>
                </a:lnTo>
                <a:lnTo>
                  <a:pt x="4125" y="2751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07"/>
                </a:lnTo>
                <a:lnTo>
                  <a:pt x="5236" y="2307"/>
                </a:lnTo>
                <a:lnTo>
                  <a:pt x="5712" y="2307"/>
                </a:lnTo>
                <a:lnTo>
                  <a:pt x="5712" y="2130"/>
                </a:lnTo>
                <a:lnTo>
                  <a:pt x="6030" y="2130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6119384" y="2790514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3816"/>
                </a:lnTo>
                <a:lnTo>
                  <a:pt x="634" y="3638"/>
                </a:lnTo>
                <a:lnTo>
                  <a:pt x="1110" y="3638"/>
                </a:lnTo>
                <a:lnTo>
                  <a:pt x="1428" y="3461"/>
                </a:lnTo>
                <a:lnTo>
                  <a:pt x="1904" y="3461"/>
                </a:lnTo>
                <a:lnTo>
                  <a:pt x="2221" y="3195"/>
                </a:lnTo>
                <a:lnTo>
                  <a:pt x="2697" y="3195"/>
                </a:lnTo>
                <a:lnTo>
                  <a:pt x="3015" y="3195"/>
                </a:lnTo>
                <a:lnTo>
                  <a:pt x="3015" y="3017"/>
                </a:lnTo>
                <a:lnTo>
                  <a:pt x="3332" y="3017"/>
                </a:lnTo>
                <a:lnTo>
                  <a:pt x="3808" y="3017"/>
                </a:lnTo>
                <a:lnTo>
                  <a:pt x="3808" y="2751"/>
                </a:lnTo>
                <a:lnTo>
                  <a:pt x="4125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96"/>
                </a:lnTo>
                <a:lnTo>
                  <a:pt x="5236" y="2396"/>
                </a:lnTo>
                <a:lnTo>
                  <a:pt x="5712" y="2396"/>
                </a:lnTo>
                <a:lnTo>
                  <a:pt x="5712" y="2130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140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742" y="621"/>
                </a:lnTo>
                <a:lnTo>
                  <a:pt x="11742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6132714" y="2786609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3905"/>
                </a:moveTo>
                <a:lnTo>
                  <a:pt x="476" y="3905"/>
                </a:lnTo>
                <a:lnTo>
                  <a:pt x="476" y="3727"/>
                </a:lnTo>
                <a:lnTo>
                  <a:pt x="793" y="3727"/>
                </a:lnTo>
                <a:lnTo>
                  <a:pt x="1110" y="3727"/>
                </a:lnTo>
                <a:lnTo>
                  <a:pt x="1586" y="3727"/>
                </a:lnTo>
                <a:lnTo>
                  <a:pt x="1586" y="3461"/>
                </a:lnTo>
                <a:lnTo>
                  <a:pt x="1904" y="3461"/>
                </a:lnTo>
                <a:lnTo>
                  <a:pt x="2380" y="3461"/>
                </a:lnTo>
                <a:lnTo>
                  <a:pt x="2380" y="3283"/>
                </a:lnTo>
                <a:lnTo>
                  <a:pt x="2697" y="3283"/>
                </a:lnTo>
                <a:lnTo>
                  <a:pt x="2697" y="3283"/>
                </a:lnTo>
                <a:lnTo>
                  <a:pt x="3015" y="3017"/>
                </a:lnTo>
                <a:lnTo>
                  <a:pt x="3491" y="3017"/>
                </a:lnTo>
                <a:lnTo>
                  <a:pt x="3808" y="2840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5077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5712" y="2396"/>
                </a:lnTo>
                <a:lnTo>
                  <a:pt x="5712" y="2218"/>
                </a:lnTo>
                <a:lnTo>
                  <a:pt x="6188" y="2218"/>
                </a:lnTo>
                <a:lnTo>
                  <a:pt x="6506" y="2218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153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887"/>
                </a:lnTo>
                <a:lnTo>
                  <a:pt x="10790" y="710"/>
                </a:lnTo>
                <a:lnTo>
                  <a:pt x="11108" y="710"/>
                </a:lnTo>
                <a:lnTo>
                  <a:pt x="11584" y="710"/>
                </a:lnTo>
                <a:lnTo>
                  <a:pt x="11584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6146519" y="2782615"/>
            <a:ext cx="13012" cy="3994"/>
          </a:xfrm>
          <a:custGeom>
            <a:avLst/>
            <a:gdLst/>
            <a:ahLst/>
            <a:cxnLst/>
            <a:rect l="l" t="t" r="r" b="b"/>
            <a:pathLst>
              <a:path w="13012" h="3994">
                <a:moveTo>
                  <a:pt x="0" y="3994"/>
                </a:moveTo>
                <a:lnTo>
                  <a:pt x="317" y="3994"/>
                </a:lnTo>
                <a:lnTo>
                  <a:pt x="317" y="3816"/>
                </a:lnTo>
                <a:lnTo>
                  <a:pt x="317" y="3816"/>
                </a:lnTo>
                <a:lnTo>
                  <a:pt x="793" y="3638"/>
                </a:lnTo>
                <a:lnTo>
                  <a:pt x="1110" y="3638"/>
                </a:lnTo>
                <a:lnTo>
                  <a:pt x="1586" y="3372"/>
                </a:lnTo>
                <a:lnTo>
                  <a:pt x="1904" y="3372"/>
                </a:lnTo>
                <a:lnTo>
                  <a:pt x="1904" y="3195"/>
                </a:lnTo>
                <a:lnTo>
                  <a:pt x="2380" y="3195"/>
                </a:lnTo>
                <a:lnTo>
                  <a:pt x="2380" y="2928"/>
                </a:lnTo>
                <a:lnTo>
                  <a:pt x="2697" y="2928"/>
                </a:lnTo>
                <a:lnTo>
                  <a:pt x="3015" y="2928"/>
                </a:lnTo>
                <a:lnTo>
                  <a:pt x="3491" y="2928"/>
                </a:lnTo>
                <a:lnTo>
                  <a:pt x="3808" y="2928"/>
                </a:lnTo>
                <a:lnTo>
                  <a:pt x="3808" y="2928"/>
                </a:lnTo>
                <a:lnTo>
                  <a:pt x="3808" y="2751"/>
                </a:lnTo>
                <a:lnTo>
                  <a:pt x="4284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07"/>
                </a:lnTo>
                <a:lnTo>
                  <a:pt x="5395" y="2307"/>
                </a:lnTo>
                <a:lnTo>
                  <a:pt x="5712" y="2307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863"/>
                </a:lnTo>
                <a:lnTo>
                  <a:pt x="6506" y="1863"/>
                </a:lnTo>
                <a:lnTo>
                  <a:pt x="6982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9997" y="798"/>
                </a:lnTo>
                <a:lnTo>
                  <a:pt x="10314" y="798"/>
                </a:lnTo>
                <a:lnTo>
                  <a:pt x="10790" y="798"/>
                </a:lnTo>
                <a:lnTo>
                  <a:pt x="10790" y="621"/>
                </a:lnTo>
                <a:lnTo>
                  <a:pt x="10790" y="621"/>
                </a:lnTo>
                <a:lnTo>
                  <a:pt x="11108" y="355"/>
                </a:lnTo>
                <a:lnTo>
                  <a:pt x="11584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</a:path>
            </a:pathLst>
          </a:custGeom>
          <a:ln w="231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6159532" y="2778266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4349"/>
                </a:moveTo>
                <a:lnTo>
                  <a:pt x="476" y="4349"/>
                </a:lnTo>
                <a:lnTo>
                  <a:pt x="476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638"/>
                </a:lnTo>
                <a:lnTo>
                  <a:pt x="3015" y="3461"/>
                </a:lnTo>
                <a:lnTo>
                  <a:pt x="3491" y="3461"/>
                </a:lnTo>
                <a:lnTo>
                  <a:pt x="3491" y="3283"/>
                </a:lnTo>
                <a:lnTo>
                  <a:pt x="3808" y="3283"/>
                </a:lnTo>
                <a:lnTo>
                  <a:pt x="4284" y="3283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840"/>
                </a:lnTo>
                <a:lnTo>
                  <a:pt x="5077" y="2840"/>
                </a:lnTo>
                <a:lnTo>
                  <a:pt x="5395" y="2840"/>
                </a:lnTo>
                <a:lnTo>
                  <a:pt x="5395" y="2573"/>
                </a:lnTo>
                <a:lnTo>
                  <a:pt x="5712" y="2573"/>
                </a:lnTo>
                <a:lnTo>
                  <a:pt x="6188" y="2573"/>
                </a:lnTo>
                <a:lnTo>
                  <a:pt x="6188" y="2396"/>
                </a:lnTo>
                <a:lnTo>
                  <a:pt x="6506" y="2396"/>
                </a:lnTo>
                <a:lnTo>
                  <a:pt x="6982" y="2396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1952"/>
                </a:lnTo>
                <a:lnTo>
                  <a:pt x="8093" y="1775"/>
                </a:lnTo>
                <a:lnTo>
                  <a:pt x="8410" y="1775"/>
                </a:lnTo>
                <a:lnTo>
                  <a:pt x="8886" y="1775"/>
                </a:lnTo>
                <a:lnTo>
                  <a:pt x="8886" y="1775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679" y="1331"/>
                </a:lnTo>
                <a:lnTo>
                  <a:pt x="9997" y="1331"/>
                </a:lnTo>
                <a:lnTo>
                  <a:pt x="10314" y="1331"/>
                </a:lnTo>
                <a:lnTo>
                  <a:pt x="10790" y="1331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1065"/>
                </a:lnTo>
                <a:lnTo>
                  <a:pt x="11584" y="887"/>
                </a:lnTo>
                <a:lnTo>
                  <a:pt x="11901" y="887"/>
                </a:lnTo>
                <a:lnTo>
                  <a:pt x="11901" y="710"/>
                </a:lnTo>
                <a:lnTo>
                  <a:pt x="12218" y="710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488" y="266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6173337" y="2774449"/>
            <a:ext cx="13488" cy="3816"/>
          </a:xfrm>
          <a:custGeom>
            <a:avLst/>
            <a:gdLst/>
            <a:ahLst/>
            <a:cxnLst/>
            <a:rect l="l" t="t" r="r" b="b"/>
            <a:pathLst>
              <a:path w="13488" h="3816">
                <a:moveTo>
                  <a:pt x="0" y="3816"/>
                </a:moveTo>
                <a:lnTo>
                  <a:pt x="476" y="3816"/>
                </a:lnTo>
                <a:lnTo>
                  <a:pt x="793" y="3816"/>
                </a:lnTo>
                <a:lnTo>
                  <a:pt x="1110" y="3638"/>
                </a:lnTo>
                <a:lnTo>
                  <a:pt x="1586" y="3638"/>
                </a:lnTo>
                <a:lnTo>
                  <a:pt x="1904" y="3372"/>
                </a:lnTo>
                <a:lnTo>
                  <a:pt x="2380" y="3372"/>
                </a:lnTo>
                <a:lnTo>
                  <a:pt x="2380" y="3195"/>
                </a:lnTo>
                <a:lnTo>
                  <a:pt x="2697" y="3195"/>
                </a:lnTo>
                <a:lnTo>
                  <a:pt x="2697" y="3017"/>
                </a:lnTo>
                <a:lnTo>
                  <a:pt x="3015" y="3017"/>
                </a:lnTo>
                <a:lnTo>
                  <a:pt x="3491" y="3017"/>
                </a:lnTo>
                <a:lnTo>
                  <a:pt x="3491" y="2751"/>
                </a:lnTo>
                <a:lnTo>
                  <a:pt x="3808" y="2751"/>
                </a:lnTo>
                <a:lnTo>
                  <a:pt x="4284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4919" y="2573"/>
                </a:lnTo>
                <a:lnTo>
                  <a:pt x="5395" y="2307"/>
                </a:lnTo>
                <a:lnTo>
                  <a:pt x="5712" y="2307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242"/>
                </a:lnTo>
                <a:lnTo>
                  <a:pt x="9521" y="1065"/>
                </a:lnTo>
                <a:lnTo>
                  <a:pt x="9997" y="1065"/>
                </a:lnTo>
                <a:lnTo>
                  <a:pt x="9997" y="798"/>
                </a:lnTo>
                <a:lnTo>
                  <a:pt x="10314" y="798"/>
                </a:lnTo>
                <a:lnTo>
                  <a:pt x="10790" y="798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6186826" y="2770100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4349"/>
                </a:moveTo>
                <a:lnTo>
                  <a:pt x="0" y="4082"/>
                </a:lnTo>
                <a:lnTo>
                  <a:pt x="317" y="4082"/>
                </a:lnTo>
                <a:lnTo>
                  <a:pt x="634" y="4082"/>
                </a:lnTo>
                <a:lnTo>
                  <a:pt x="634" y="4082"/>
                </a:lnTo>
                <a:lnTo>
                  <a:pt x="634" y="3905"/>
                </a:lnTo>
                <a:lnTo>
                  <a:pt x="1110" y="3905"/>
                </a:lnTo>
                <a:lnTo>
                  <a:pt x="1428" y="3905"/>
                </a:lnTo>
                <a:lnTo>
                  <a:pt x="1428" y="3727"/>
                </a:lnTo>
                <a:lnTo>
                  <a:pt x="1904" y="3727"/>
                </a:lnTo>
                <a:lnTo>
                  <a:pt x="1904" y="3461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332" y="3283"/>
                </a:lnTo>
                <a:lnTo>
                  <a:pt x="3808" y="3283"/>
                </a:lnTo>
                <a:lnTo>
                  <a:pt x="3808" y="3017"/>
                </a:lnTo>
                <a:lnTo>
                  <a:pt x="4125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919" y="2840"/>
                </a:lnTo>
                <a:lnTo>
                  <a:pt x="4919" y="2573"/>
                </a:lnTo>
                <a:lnTo>
                  <a:pt x="5236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396"/>
                </a:lnTo>
                <a:lnTo>
                  <a:pt x="6823" y="2218"/>
                </a:lnTo>
                <a:lnTo>
                  <a:pt x="7140" y="2218"/>
                </a:lnTo>
                <a:lnTo>
                  <a:pt x="7140" y="1952"/>
                </a:lnTo>
                <a:lnTo>
                  <a:pt x="7616" y="1952"/>
                </a:lnTo>
                <a:lnTo>
                  <a:pt x="7934" y="1952"/>
                </a:lnTo>
                <a:lnTo>
                  <a:pt x="7934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838" y="1153"/>
                </a:lnTo>
                <a:lnTo>
                  <a:pt x="10314" y="1153"/>
                </a:lnTo>
                <a:lnTo>
                  <a:pt x="10631" y="1153"/>
                </a:lnTo>
                <a:lnTo>
                  <a:pt x="10631" y="887"/>
                </a:lnTo>
                <a:lnTo>
                  <a:pt x="11108" y="887"/>
                </a:lnTo>
                <a:lnTo>
                  <a:pt x="11425" y="887"/>
                </a:lnTo>
                <a:lnTo>
                  <a:pt x="11425" y="710"/>
                </a:lnTo>
                <a:lnTo>
                  <a:pt x="11742" y="710"/>
                </a:lnTo>
                <a:lnTo>
                  <a:pt x="12218" y="710"/>
                </a:lnTo>
                <a:lnTo>
                  <a:pt x="12218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6200631" y="2766106"/>
            <a:ext cx="13329" cy="3994"/>
          </a:xfrm>
          <a:custGeom>
            <a:avLst/>
            <a:gdLst/>
            <a:ahLst/>
            <a:cxnLst/>
            <a:rect l="l" t="t" r="r" b="b"/>
            <a:pathLst>
              <a:path w="13329" h="3994">
                <a:moveTo>
                  <a:pt x="0" y="3994"/>
                </a:moveTo>
                <a:lnTo>
                  <a:pt x="317" y="3994"/>
                </a:lnTo>
                <a:lnTo>
                  <a:pt x="634" y="3994"/>
                </a:lnTo>
                <a:lnTo>
                  <a:pt x="634" y="3816"/>
                </a:lnTo>
                <a:lnTo>
                  <a:pt x="1110" y="3816"/>
                </a:lnTo>
                <a:lnTo>
                  <a:pt x="1110" y="3638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538" y="3195"/>
                </a:lnTo>
                <a:lnTo>
                  <a:pt x="2538" y="2928"/>
                </a:lnTo>
                <a:lnTo>
                  <a:pt x="3015" y="2928"/>
                </a:lnTo>
                <a:lnTo>
                  <a:pt x="3332" y="2928"/>
                </a:lnTo>
                <a:lnTo>
                  <a:pt x="3332" y="2928"/>
                </a:lnTo>
                <a:lnTo>
                  <a:pt x="3332" y="2751"/>
                </a:lnTo>
                <a:lnTo>
                  <a:pt x="3808" y="2751"/>
                </a:lnTo>
                <a:lnTo>
                  <a:pt x="4125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236" y="2307"/>
                </a:lnTo>
                <a:lnTo>
                  <a:pt x="5712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863"/>
                </a:lnTo>
                <a:lnTo>
                  <a:pt x="6823" y="1863"/>
                </a:lnTo>
                <a:lnTo>
                  <a:pt x="6823" y="1686"/>
                </a:lnTo>
                <a:lnTo>
                  <a:pt x="6823" y="1686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420"/>
                </a:lnTo>
                <a:lnTo>
                  <a:pt x="8727" y="1420"/>
                </a:lnTo>
                <a:lnTo>
                  <a:pt x="9045" y="1242"/>
                </a:lnTo>
                <a:lnTo>
                  <a:pt x="9045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1065"/>
                </a:lnTo>
                <a:lnTo>
                  <a:pt x="9838" y="798"/>
                </a:lnTo>
                <a:lnTo>
                  <a:pt x="10314" y="798"/>
                </a:lnTo>
                <a:lnTo>
                  <a:pt x="10631" y="798"/>
                </a:lnTo>
                <a:lnTo>
                  <a:pt x="10631" y="621"/>
                </a:lnTo>
                <a:lnTo>
                  <a:pt x="11108" y="621"/>
                </a:lnTo>
                <a:lnTo>
                  <a:pt x="11108" y="355"/>
                </a:lnTo>
                <a:lnTo>
                  <a:pt x="11425" y="355"/>
                </a:lnTo>
                <a:lnTo>
                  <a:pt x="11742" y="355"/>
                </a:lnTo>
                <a:lnTo>
                  <a:pt x="12218" y="355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0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6213961" y="2761757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4349"/>
                </a:moveTo>
                <a:lnTo>
                  <a:pt x="0" y="4082"/>
                </a:lnTo>
                <a:lnTo>
                  <a:pt x="317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110" y="3905"/>
                </a:lnTo>
                <a:lnTo>
                  <a:pt x="1110" y="3905"/>
                </a:lnTo>
                <a:lnTo>
                  <a:pt x="1586" y="3638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3808" y="3017"/>
                </a:lnTo>
                <a:lnTo>
                  <a:pt x="4284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997" y="1331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6227767" y="2757497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4260"/>
                </a:moveTo>
                <a:lnTo>
                  <a:pt x="317" y="4260"/>
                </a:lnTo>
                <a:lnTo>
                  <a:pt x="317" y="4260"/>
                </a:lnTo>
                <a:lnTo>
                  <a:pt x="317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110" y="3816"/>
                </a:lnTo>
                <a:lnTo>
                  <a:pt x="1586" y="3816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638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015" y="3195"/>
                </a:lnTo>
                <a:lnTo>
                  <a:pt x="3491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6241096" y="2753237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4260"/>
                </a:moveTo>
                <a:lnTo>
                  <a:pt x="0" y="4082"/>
                </a:lnTo>
                <a:lnTo>
                  <a:pt x="476" y="4082"/>
                </a:lnTo>
                <a:lnTo>
                  <a:pt x="793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269" y="3816"/>
                </a:lnTo>
                <a:lnTo>
                  <a:pt x="1586" y="3816"/>
                </a:lnTo>
                <a:lnTo>
                  <a:pt x="2062" y="3816"/>
                </a:lnTo>
                <a:lnTo>
                  <a:pt x="2062" y="3638"/>
                </a:lnTo>
                <a:lnTo>
                  <a:pt x="2380" y="3638"/>
                </a:lnTo>
                <a:lnTo>
                  <a:pt x="2697" y="3372"/>
                </a:lnTo>
                <a:lnTo>
                  <a:pt x="3173" y="3372"/>
                </a:lnTo>
                <a:lnTo>
                  <a:pt x="3173" y="3195"/>
                </a:lnTo>
                <a:lnTo>
                  <a:pt x="3491" y="3195"/>
                </a:lnTo>
                <a:lnTo>
                  <a:pt x="3967" y="3195"/>
                </a:lnTo>
                <a:lnTo>
                  <a:pt x="3967" y="2928"/>
                </a:lnTo>
                <a:lnTo>
                  <a:pt x="4284" y="2928"/>
                </a:lnTo>
                <a:lnTo>
                  <a:pt x="4284" y="2751"/>
                </a:lnTo>
                <a:lnTo>
                  <a:pt x="4601" y="2751"/>
                </a:lnTo>
                <a:lnTo>
                  <a:pt x="5077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871" y="2573"/>
                </a:lnTo>
                <a:lnTo>
                  <a:pt x="6188" y="2573"/>
                </a:lnTo>
                <a:lnTo>
                  <a:pt x="6188" y="2573"/>
                </a:lnTo>
                <a:lnTo>
                  <a:pt x="6188" y="2307"/>
                </a:lnTo>
                <a:lnTo>
                  <a:pt x="6664" y="2307"/>
                </a:lnTo>
                <a:lnTo>
                  <a:pt x="6664" y="2130"/>
                </a:lnTo>
                <a:lnTo>
                  <a:pt x="6982" y="2130"/>
                </a:lnTo>
                <a:lnTo>
                  <a:pt x="7299" y="1863"/>
                </a:lnTo>
                <a:lnTo>
                  <a:pt x="7775" y="1863"/>
                </a:lnTo>
                <a:lnTo>
                  <a:pt x="8093" y="1686"/>
                </a:lnTo>
                <a:lnTo>
                  <a:pt x="8093" y="1508"/>
                </a:lnTo>
                <a:lnTo>
                  <a:pt x="8569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679" y="1242"/>
                </a:lnTo>
                <a:lnTo>
                  <a:pt x="9997" y="1242"/>
                </a:lnTo>
                <a:lnTo>
                  <a:pt x="10473" y="1242"/>
                </a:lnTo>
                <a:lnTo>
                  <a:pt x="10473" y="1065"/>
                </a:lnTo>
                <a:lnTo>
                  <a:pt x="10473" y="798"/>
                </a:lnTo>
                <a:lnTo>
                  <a:pt x="10790" y="798"/>
                </a:lnTo>
                <a:lnTo>
                  <a:pt x="11266" y="798"/>
                </a:lnTo>
                <a:lnTo>
                  <a:pt x="11266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621"/>
                </a:lnTo>
                <a:lnTo>
                  <a:pt x="11901" y="355"/>
                </a:lnTo>
                <a:lnTo>
                  <a:pt x="12377" y="355"/>
                </a:lnTo>
                <a:lnTo>
                  <a:pt x="12694" y="355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6254585" y="2748888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4349"/>
                </a:moveTo>
                <a:lnTo>
                  <a:pt x="317" y="4349"/>
                </a:lnTo>
                <a:lnTo>
                  <a:pt x="793" y="4349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491" y="3461"/>
                </a:lnTo>
                <a:lnTo>
                  <a:pt x="3491" y="3283"/>
                </a:lnTo>
                <a:lnTo>
                  <a:pt x="3808" y="3283"/>
                </a:lnTo>
                <a:lnTo>
                  <a:pt x="4284" y="3017"/>
                </a:lnTo>
                <a:lnTo>
                  <a:pt x="4601" y="3017"/>
                </a:lnTo>
                <a:lnTo>
                  <a:pt x="4919" y="2840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823" y="2396"/>
                </a:lnTo>
                <a:lnTo>
                  <a:pt x="7299" y="2396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1952"/>
                </a:lnTo>
                <a:lnTo>
                  <a:pt x="8093" y="1775"/>
                </a:lnTo>
                <a:lnTo>
                  <a:pt x="8410" y="1775"/>
                </a:lnTo>
                <a:lnTo>
                  <a:pt x="8886" y="1775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887"/>
                </a:lnTo>
                <a:lnTo>
                  <a:pt x="11425" y="887"/>
                </a:lnTo>
                <a:lnTo>
                  <a:pt x="11425" y="710"/>
                </a:lnTo>
                <a:lnTo>
                  <a:pt x="11901" y="710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6268073" y="2744627"/>
            <a:ext cx="13647" cy="4260"/>
          </a:xfrm>
          <a:custGeom>
            <a:avLst/>
            <a:gdLst/>
            <a:ahLst/>
            <a:cxnLst/>
            <a:rect l="l" t="t" r="r" b="b"/>
            <a:pathLst>
              <a:path w="13647" h="4260">
                <a:moveTo>
                  <a:pt x="0" y="4260"/>
                </a:moveTo>
                <a:lnTo>
                  <a:pt x="317" y="4260"/>
                </a:lnTo>
                <a:lnTo>
                  <a:pt x="634" y="4260"/>
                </a:lnTo>
                <a:lnTo>
                  <a:pt x="634" y="4260"/>
                </a:lnTo>
                <a:lnTo>
                  <a:pt x="1110" y="4082"/>
                </a:lnTo>
                <a:lnTo>
                  <a:pt x="1428" y="4082"/>
                </a:lnTo>
                <a:lnTo>
                  <a:pt x="1428" y="3816"/>
                </a:lnTo>
                <a:lnTo>
                  <a:pt x="1904" y="3816"/>
                </a:lnTo>
                <a:lnTo>
                  <a:pt x="2221" y="3816"/>
                </a:lnTo>
                <a:lnTo>
                  <a:pt x="2221" y="3638"/>
                </a:lnTo>
                <a:lnTo>
                  <a:pt x="2538" y="3638"/>
                </a:lnTo>
                <a:lnTo>
                  <a:pt x="2538" y="3461"/>
                </a:lnTo>
                <a:lnTo>
                  <a:pt x="3015" y="3461"/>
                </a:lnTo>
                <a:lnTo>
                  <a:pt x="3332" y="3461"/>
                </a:lnTo>
                <a:lnTo>
                  <a:pt x="3332" y="3195"/>
                </a:lnTo>
                <a:lnTo>
                  <a:pt x="3808" y="3195"/>
                </a:lnTo>
                <a:lnTo>
                  <a:pt x="3808" y="3017"/>
                </a:lnTo>
                <a:lnTo>
                  <a:pt x="4125" y="3017"/>
                </a:lnTo>
                <a:lnTo>
                  <a:pt x="4601" y="3017"/>
                </a:lnTo>
                <a:lnTo>
                  <a:pt x="4919" y="3017"/>
                </a:lnTo>
                <a:lnTo>
                  <a:pt x="4919" y="2751"/>
                </a:lnTo>
                <a:lnTo>
                  <a:pt x="5236" y="2751"/>
                </a:lnTo>
                <a:lnTo>
                  <a:pt x="5712" y="2751"/>
                </a:lnTo>
                <a:lnTo>
                  <a:pt x="5712" y="2573"/>
                </a:lnTo>
                <a:lnTo>
                  <a:pt x="6030" y="2573"/>
                </a:lnTo>
                <a:lnTo>
                  <a:pt x="6030" y="2573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7140" y="2130"/>
                </a:lnTo>
                <a:lnTo>
                  <a:pt x="7140" y="1952"/>
                </a:lnTo>
                <a:lnTo>
                  <a:pt x="7616" y="1952"/>
                </a:lnTo>
                <a:lnTo>
                  <a:pt x="7934" y="1952"/>
                </a:lnTo>
                <a:lnTo>
                  <a:pt x="8410" y="1952"/>
                </a:lnTo>
                <a:lnTo>
                  <a:pt x="8410" y="1686"/>
                </a:lnTo>
                <a:lnTo>
                  <a:pt x="8727" y="1686"/>
                </a:lnTo>
                <a:lnTo>
                  <a:pt x="8727" y="1508"/>
                </a:lnTo>
                <a:lnTo>
                  <a:pt x="9045" y="1508"/>
                </a:lnTo>
                <a:lnTo>
                  <a:pt x="9521" y="1508"/>
                </a:lnTo>
                <a:lnTo>
                  <a:pt x="9521" y="1508"/>
                </a:lnTo>
                <a:lnTo>
                  <a:pt x="9521" y="1242"/>
                </a:lnTo>
                <a:lnTo>
                  <a:pt x="9838" y="1242"/>
                </a:lnTo>
                <a:lnTo>
                  <a:pt x="10314" y="1242"/>
                </a:lnTo>
                <a:lnTo>
                  <a:pt x="10314" y="1065"/>
                </a:lnTo>
                <a:lnTo>
                  <a:pt x="10631" y="1065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742" y="621"/>
                </a:lnTo>
                <a:lnTo>
                  <a:pt x="12218" y="621"/>
                </a:lnTo>
                <a:lnTo>
                  <a:pt x="12536" y="621"/>
                </a:lnTo>
                <a:lnTo>
                  <a:pt x="12536" y="443"/>
                </a:lnTo>
                <a:lnTo>
                  <a:pt x="13012" y="443"/>
                </a:lnTo>
                <a:lnTo>
                  <a:pt x="13012" y="177"/>
                </a:lnTo>
                <a:lnTo>
                  <a:pt x="13329" y="177"/>
                </a:lnTo>
                <a:lnTo>
                  <a:pt x="13647" y="0"/>
                </a:lnTo>
              </a:path>
            </a:pathLst>
          </a:custGeom>
          <a:ln w="231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6281720" y="2740367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4260"/>
                </a:moveTo>
                <a:lnTo>
                  <a:pt x="476" y="4260"/>
                </a:lnTo>
                <a:lnTo>
                  <a:pt x="476" y="4260"/>
                </a:lnTo>
                <a:lnTo>
                  <a:pt x="476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269" y="3816"/>
                </a:lnTo>
                <a:lnTo>
                  <a:pt x="1586" y="3816"/>
                </a:lnTo>
                <a:lnTo>
                  <a:pt x="2062" y="3816"/>
                </a:lnTo>
                <a:lnTo>
                  <a:pt x="2380" y="3816"/>
                </a:lnTo>
                <a:lnTo>
                  <a:pt x="2380" y="3638"/>
                </a:lnTo>
                <a:lnTo>
                  <a:pt x="2697" y="3638"/>
                </a:lnTo>
                <a:lnTo>
                  <a:pt x="2697" y="3372"/>
                </a:lnTo>
                <a:lnTo>
                  <a:pt x="3173" y="3372"/>
                </a:lnTo>
                <a:lnTo>
                  <a:pt x="3173" y="3195"/>
                </a:lnTo>
                <a:lnTo>
                  <a:pt x="3173" y="3195"/>
                </a:lnTo>
                <a:lnTo>
                  <a:pt x="3491" y="3195"/>
                </a:lnTo>
                <a:lnTo>
                  <a:pt x="3967" y="3195"/>
                </a:lnTo>
                <a:lnTo>
                  <a:pt x="3967" y="2928"/>
                </a:lnTo>
                <a:lnTo>
                  <a:pt x="4284" y="2928"/>
                </a:lnTo>
                <a:lnTo>
                  <a:pt x="4601" y="2751"/>
                </a:lnTo>
                <a:lnTo>
                  <a:pt x="5077" y="2751"/>
                </a:lnTo>
                <a:lnTo>
                  <a:pt x="5077" y="2573"/>
                </a:lnTo>
                <a:lnTo>
                  <a:pt x="5395" y="2573"/>
                </a:lnTo>
                <a:lnTo>
                  <a:pt x="5871" y="2573"/>
                </a:lnTo>
                <a:lnTo>
                  <a:pt x="6188" y="2573"/>
                </a:lnTo>
                <a:lnTo>
                  <a:pt x="6188" y="2307"/>
                </a:lnTo>
                <a:lnTo>
                  <a:pt x="6664" y="2307"/>
                </a:lnTo>
                <a:lnTo>
                  <a:pt x="6982" y="2307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1863"/>
                </a:lnTo>
                <a:lnTo>
                  <a:pt x="7775" y="1863"/>
                </a:lnTo>
                <a:lnTo>
                  <a:pt x="7775" y="1686"/>
                </a:lnTo>
                <a:lnTo>
                  <a:pt x="8093" y="1686"/>
                </a:lnTo>
                <a:lnTo>
                  <a:pt x="8569" y="1686"/>
                </a:lnTo>
                <a:lnTo>
                  <a:pt x="8569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473" y="1065"/>
                </a:lnTo>
                <a:lnTo>
                  <a:pt x="10790" y="1065"/>
                </a:lnTo>
                <a:lnTo>
                  <a:pt x="10790" y="1065"/>
                </a:lnTo>
                <a:lnTo>
                  <a:pt x="10790" y="798"/>
                </a:lnTo>
                <a:lnTo>
                  <a:pt x="11108" y="798"/>
                </a:lnTo>
                <a:lnTo>
                  <a:pt x="11584" y="798"/>
                </a:lnTo>
                <a:lnTo>
                  <a:pt x="11584" y="621"/>
                </a:lnTo>
                <a:lnTo>
                  <a:pt x="11901" y="355"/>
                </a:lnTo>
                <a:lnTo>
                  <a:pt x="12377" y="355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6295209" y="2736018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4349"/>
                </a:moveTo>
                <a:lnTo>
                  <a:pt x="317" y="4349"/>
                </a:lnTo>
                <a:lnTo>
                  <a:pt x="793" y="4349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491" y="3461"/>
                </a:lnTo>
                <a:lnTo>
                  <a:pt x="3808" y="3283"/>
                </a:lnTo>
                <a:lnTo>
                  <a:pt x="4284" y="3283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840"/>
                </a:lnTo>
                <a:lnTo>
                  <a:pt x="4919" y="2840"/>
                </a:lnTo>
                <a:lnTo>
                  <a:pt x="5395" y="2840"/>
                </a:lnTo>
                <a:lnTo>
                  <a:pt x="5395" y="2573"/>
                </a:lnTo>
                <a:lnTo>
                  <a:pt x="5712" y="2573"/>
                </a:lnTo>
                <a:lnTo>
                  <a:pt x="6188" y="2396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1952"/>
                </a:lnTo>
                <a:lnTo>
                  <a:pt x="8093" y="1952"/>
                </a:lnTo>
                <a:lnTo>
                  <a:pt x="8410" y="1775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887"/>
                </a:lnTo>
                <a:lnTo>
                  <a:pt x="11425" y="887"/>
                </a:lnTo>
                <a:lnTo>
                  <a:pt x="11425" y="710"/>
                </a:lnTo>
                <a:lnTo>
                  <a:pt x="11901" y="710"/>
                </a:lnTo>
                <a:lnTo>
                  <a:pt x="12218" y="710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6309014" y="2731758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4260"/>
                </a:moveTo>
                <a:lnTo>
                  <a:pt x="0" y="4082"/>
                </a:lnTo>
                <a:lnTo>
                  <a:pt x="317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586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461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808" y="3017"/>
                </a:lnTo>
                <a:lnTo>
                  <a:pt x="4125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6322344" y="2727497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0" y="4082"/>
                </a:lnTo>
                <a:lnTo>
                  <a:pt x="476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269" y="3816"/>
                </a:lnTo>
                <a:lnTo>
                  <a:pt x="1586" y="3816"/>
                </a:lnTo>
                <a:lnTo>
                  <a:pt x="1586" y="3816"/>
                </a:lnTo>
                <a:lnTo>
                  <a:pt x="1586" y="3638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372"/>
                </a:lnTo>
                <a:lnTo>
                  <a:pt x="3173" y="3372"/>
                </a:lnTo>
                <a:lnTo>
                  <a:pt x="3173" y="3195"/>
                </a:lnTo>
                <a:lnTo>
                  <a:pt x="3491" y="3195"/>
                </a:lnTo>
                <a:lnTo>
                  <a:pt x="3967" y="3195"/>
                </a:lnTo>
                <a:lnTo>
                  <a:pt x="3967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5077" y="2573"/>
                </a:lnTo>
                <a:lnTo>
                  <a:pt x="5395" y="2573"/>
                </a:lnTo>
                <a:lnTo>
                  <a:pt x="5871" y="2573"/>
                </a:lnTo>
                <a:lnTo>
                  <a:pt x="6188" y="2573"/>
                </a:lnTo>
                <a:lnTo>
                  <a:pt x="6188" y="2307"/>
                </a:lnTo>
                <a:lnTo>
                  <a:pt x="6506" y="2307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1863"/>
                </a:lnTo>
                <a:lnTo>
                  <a:pt x="7775" y="1863"/>
                </a:lnTo>
                <a:lnTo>
                  <a:pt x="7775" y="1686"/>
                </a:lnTo>
                <a:lnTo>
                  <a:pt x="8093" y="1686"/>
                </a:lnTo>
                <a:lnTo>
                  <a:pt x="8569" y="1686"/>
                </a:lnTo>
                <a:lnTo>
                  <a:pt x="8569" y="1508"/>
                </a:lnTo>
                <a:lnTo>
                  <a:pt x="8886" y="1508"/>
                </a:lnTo>
                <a:lnTo>
                  <a:pt x="8886" y="1242"/>
                </a:lnTo>
                <a:lnTo>
                  <a:pt x="9203" y="1242"/>
                </a:lnTo>
                <a:lnTo>
                  <a:pt x="9679" y="1242"/>
                </a:lnTo>
                <a:lnTo>
                  <a:pt x="9997" y="1242"/>
                </a:lnTo>
                <a:lnTo>
                  <a:pt x="10473" y="1065"/>
                </a:lnTo>
                <a:lnTo>
                  <a:pt x="10473" y="798"/>
                </a:lnTo>
                <a:lnTo>
                  <a:pt x="10790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6336150" y="2722971"/>
            <a:ext cx="13488" cy="4526"/>
          </a:xfrm>
          <a:custGeom>
            <a:avLst/>
            <a:gdLst/>
            <a:ahLst/>
            <a:cxnLst/>
            <a:rect l="l" t="t" r="r" b="b"/>
            <a:pathLst>
              <a:path w="13488" h="4526">
                <a:moveTo>
                  <a:pt x="0" y="4526"/>
                </a:moveTo>
                <a:lnTo>
                  <a:pt x="476" y="4526"/>
                </a:lnTo>
                <a:lnTo>
                  <a:pt x="476" y="4260"/>
                </a:lnTo>
                <a:lnTo>
                  <a:pt x="793" y="4260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3816"/>
                </a:lnTo>
                <a:lnTo>
                  <a:pt x="1586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638"/>
                </a:lnTo>
                <a:lnTo>
                  <a:pt x="2697" y="3461"/>
                </a:lnTo>
                <a:lnTo>
                  <a:pt x="3173" y="3461"/>
                </a:lnTo>
                <a:lnTo>
                  <a:pt x="3491" y="3461"/>
                </a:lnTo>
                <a:lnTo>
                  <a:pt x="3491" y="3195"/>
                </a:lnTo>
                <a:lnTo>
                  <a:pt x="3808" y="3195"/>
                </a:lnTo>
                <a:lnTo>
                  <a:pt x="4284" y="3195"/>
                </a:lnTo>
                <a:lnTo>
                  <a:pt x="4284" y="3195"/>
                </a:lnTo>
                <a:lnTo>
                  <a:pt x="4284" y="3017"/>
                </a:lnTo>
                <a:lnTo>
                  <a:pt x="4601" y="3017"/>
                </a:lnTo>
                <a:lnTo>
                  <a:pt x="5077" y="3017"/>
                </a:lnTo>
                <a:lnTo>
                  <a:pt x="5077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871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982" y="2396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1952"/>
                </a:lnTo>
                <a:lnTo>
                  <a:pt x="8093" y="1952"/>
                </a:lnTo>
                <a:lnTo>
                  <a:pt x="8410" y="1686"/>
                </a:lnTo>
                <a:lnTo>
                  <a:pt x="8886" y="1686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679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473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1065"/>
                </a:lnTo>
                <a:lnTo>
                  <a:pt x="11108" y="887"/>
                </a:lnTo>
                <a:lnTo>
                  <a:pt x="11584" y="887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377" y="443"/>
                </a:lnTo>
                <a:lnTo>
                  <a:pt x="12694" y="443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23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6349638" y="2718888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793" y="4082"/>
                </a:lnTo>
                <a:lnTo>
                  <a:pt x="1110" y="4082"/>
                </a:lnTo>
                <a:lnTo>
                  <a:pt x="1110" y="3905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015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808" y="3017"/>
                </a:lnTo>
                <a:lnTo>
                  <a:pt x="4125" y="3017"/>
                </a:lnTo>
                <a:lnTo>
                  <a:pt x="4125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521" y="1331"/>
                </a:lnTo>
                <a:lnTo>
                  <a:pt x="9521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6362968" y="271462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476" y="4260"/>
                </a:lnTo>
                <a:lnTo>
                  <a:pt x="476" y="4082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3816"/>
                </a:lnTo>
                <a:lnTo>
                  <a:pt x="1269" y="3638"/>
                </a:lnTo>
                <a:lnTo>
                  <a:pt x="1586" y="3638"/>
                </a:lnTo>
                <a:lnTo>
                  <a:pt x="1904" y="3638"/>
                </a:lnTo>
                <a:lnTo>
                  <a:pt x="2380" y="3638"/>
                </a:lnTo>
                <a:lnTo>
                  <a:pt x="2697" y="3638"/>
                </a:lnTo>
                <a:lnTo>
                  <a:pt x="2697" y="3372"/>
                </a:lnTo>
                <a:lnTo>
                  <a:pt x="3173" y="3372"/>
                </a:lnTo>
                <a:lnTo>
                  <a:pt x="3173" y="3195"/>
                </a:lnTo>
                <a:lnTo>
                  <a:pt x="3491" y="3195"/>
                </a:lnTo>
                <a:lnTo>
                  <a:pt x="3967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5077" y="2751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07"/>
                </a:lnTo>
                <a:lnTo>
                  <a:pt x="5871" y="2307"/>
                </a:lnTo>
                <a:lnTo>
                  <a:pt x="6188" y="2307"/>
                </a:lnTo>
                <a:lnTo>
                  <a:pt x="6506" y="2307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1863"/>
                </a:lnTo>
                <a:lnTo>
                  <a:pt x="7775" y="1863"/>
                </a:lnTo>
                <a:lnTo>
                  <a:pt x="7775" y="1686"/>
                </a:lnTo>
                <a:lnTo>
                  <a:pt x="8093" y="1686"/>
                </a:lnTo>
                <a:lnTo>
                  <a:pt x="8569" y="1686"/>
                </a:lnTo>
                <a:lnTo>
                  <a:pt x="8569" y="1508"/>
                </a:lnTo>
                <a:lnTo>
                  <a:pt x="8886" y="1508"/>
                </a:lnTo>
                <a:lnTo>
                  <a:pt x="9203" y="1242"/>
                </a:lnTo>
                <a:lnTo>
                  <a:pt x="9679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473" y="1065"/>
                </a:lnTo>
                <a:lnTo>
                  <a:pt x="10790" y="1065"/>
                </a:lnTo>
                <a:lnTo>
                  <a:pt x="10790" y="798"/>
                </a:lnTo>
                <a:lnTo>
                  <a:pt x="11108" y="798"/>
                </a:lnTo>
                <a:lnTo>
                  <a:pt x="11584" y="798"/>
                </a:lnTo>
                <a:lnTo>
                  <a:pt x="11584" y="621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6376773" y="2710279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4349"/>
                </a:moveTo>
                <a:lnTo>
                  <a:pt x="476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269" y="3905"/>
                </a:lnTo>
                <a:lnTo>
                  <a:pt x="1586" y="3905"/>
                </a:lnTo>
                <a:lnTo>
                  <a:pt x="1586" y="3905"/>
                </a:lnTo>
                <a:lnTo>
                  <a:pt x="1586" y="3727"/>
                </a:lnTo>
                <a:lnTo>
                  <a:pt x="1904" y="3727"/>
                </a:lnTo>
                <a:lnTo>
                  <a:pt x="1904" y="3461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283"/>
                </a:lnTo>
                <a:lnTo>
                  <a:pt x="3173" y="3283"/>
                </a:lnTo>
                <a:lnTo>
                  <a:pt x="3491" y="3283"/>
                </a:lnTo>
                <a:lnTo>
                  <a:pt x="3808" y="3283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840"/>
                </a:lnTo>
                <a:lnTo>
                  <a:pt x="4601" y="2840"/>
                </a:lnTo>
                <a:lnTo>
                  <a:pt x="5077" y="2840"/>
                </a:lnTo>
                <a:lnTo>
                  <a:pt x="5077" y="2573"/>
                </a:lnTo>
                <a:lnTo>
                  <a:pt x="5395" y="2573"/>
                </a:lnTo>
                <a:lnTo>
                  <a:pt x="5871" y="2396"/>
                </a:lnTo>
                <a:lnTo>
                  <a:pt x="6188" y="2396"/>
                </a:lnTo>
                <a:lnTo>
                  <a:pt x="6188" y="2218"/>
                </a:lnTo>
                <a:lnTo>
                  <a:pt x="6506" y="2218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1775"/>
                </a:lnTo>
                <a:lnTo>
                  <a:pt x="8093" y="1775"/>
                </a:lnTo>
                <a:lnTo>
                  <a:pt x="8410" y="1508"/>
                </a:lnTo>
                <a:lnTo>
                  <a:pt x="8886" y="1508"/>
                </a:lnTo>
                <a:lnTo>
                  <a:pt x="8886" y="1331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153"/>
                </a:lnTo>
                <a:lnTo>
                  <a:pt x="9997" y="1153"/>
                </a:lnTo>
                <a:lnTo>
                  <a:pt x="10473" y="1153"/>
                </a:lnTo>
                <a:lnTo>
                  <a:pt x="10473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584" y="710"/>
                </a:lnTo>
                <a:lnTo>
                  <a:pt x="11901" y="710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266"/>
                </a:lnTo>
                <a:lnTo>
                  <a:pt x="12694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6390262" y="2706019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4260"/>
                </a:moveTo>
                <a:lnTo>
                  <a:pt x="317" y="4082"/>
                </a:lnTo>
                <a:lnTo>
                  <a:pt x="793" y="4082"/>
                </a:lnTo>
                <a:lnTo>
                  <a:pt x="793" y="3905"/>
                </a:lnTo>
                <a:lnTo>
                  <a:pt x="1110" y="3905"/>
                </a:lnTo>
                <a:lnTo>
                  <a:pt x="1428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2221" y="3638"/>
                </a:lnTo>
                <a:lnTo>
                  <a:pt x="2697" y="3638"/>
                </a:lnTo>
                <a:lnTo>
                  <a:pt x="2697" y="3461"/>
                </a:lnTo>
                <a:lnTo>
                  <a:pt x="3015" y="3461"/>
                </a:lnTo>
                <a:lnTo>
                  <a:pt x="3015" y="3195"/>
                </a:lnTo>
                <a:lnTo>
                  <a:pt x="3491" y="3195"/>
                </a:lnTo>
                <a:lnTo>
                  <a:pt x="3491" y="3017"/>
                </a:lnTo>
                <a:lnTo>
                  <a:pt x="3808" y="3017"/>
                </a:lnTo>
                <a:lnTo>
                  <a:pt x="4125" y="3017"/>
                </a:lnTo>
                <a:lnTo>
                  <a:pt x="4125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919" y="2840"/>
                </a:lnTo>
                <a:lnTo>
                  <a:pt x="5395" y="2840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96"/>
                </a:lnTo>
                <a:lnTo>
                  <a:pt x="6030" y="2396"/>
                </a:lnTo>
                <a:lnTo>
                  <a:pt x="6506" y="2396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686"/>
                </a:lnTo>
                <a:lnTo>
                  <a:pt x="8093" y="1686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0631" y="887"/>
                </a:lnTo>
                <a:lnTo>
                  <a:pt x="11108" y="887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6403591" y="270175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476" y="4260"/>
                </a:lnTo>
                <a:lnTo>
                  <a:pt x="476" y="4260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3816"/>
                </a:lnTo>
                <a:lnTo>
                  <a:pt x="1586" y="3816"/>
                </a:lnTo>
                <a:lnTo>
                  <a:pt x="1904" y="3816"/>
                </a:lnTo>
                <a:lnTo>
                  <a:pt x="1904" y="3638"/>
                </a:lnTo>
                <a:lnTo>
                  <a:pt x="2380" y="3638"/>
                </a:lnTo>
                <a:lnTo>
                  <a:pt x="2380" y="3372"/>
                </a:lnTo>
                <a:lnTo>
                  <a:pt x="2697" y="3372"/>
                </a:lnTo>
                <a:lnTo>
                  <a:pt x="3173" y="3372"/>
                </a:lnTo>
                <a:lnTo>
                  <a:pt x="3491" y="3372"/>
                </a:lnTo>
                <a:lnTo>
                  <a:pt x="3808" y="3195"/>
                </a:lnTo>
                <a:lnTo>
                  <a:pt x="4284" y="3195"/>
                </a:lnTo>
                <a:lnTo>
                  <a:pt x="4284" y="3017"/>
                </a:lnTo>
                <a:lnTo>
                  <a:pt x="4601" y="3017"/>
                </a:lnTo>
                <a:lnTo>
                  <a:pt x="4601" y="2751"/>
                </a:lnTo>
                <a:lnTo>
                  <a:pt x="5077" y="2751"/>
                </a:lnTo>
                <a:lnTo>
                  <a:pt x="5395" y="2751"/>
                </a:lnTo>
                <a:lnTo>
                  <a:pt x="5395" y="2573"/>
                </a:lnTo>
                <a:lnTo>
                  <a:pt x="5871" y="2573"/>
                </a:lnTo>
                <a:lnTo>
                  <a:pt x="6188" y="2573"/>
                </a:lnTo>
                <a:lnTo>
                  <a:pt x="6188" y="2307"/>
                </a:lnTo>
                <a:lnTo>
                  <a:pt x="6506" y="2307"/>
                </a:lnTo>
                <a:lnTo>
                  <a:pt x="6982" y="2307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1952"/>
                </a:lnTo>
                <a:lnTo>
                  <a:pt x="8093" y="1952"/>
                </a:lnTo>
                <a:lnTo>
                  <a:pt x="8410" y="1952"/>
                </a:lnTo>
                <a:lnTo>
                  <a:pt x="8410" y="1686"/>
                </a:lnTo>
                <a:lnTo>
                  <a:pt x="8886" y="1686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508"/>
                </a:lnTo>
                <a:lnTo>
                  <a:pt x="9679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473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108" y="798"/>
                </a:lnTo>
                <a:lnTo>
                  <a:pt x="11584" y="798"/>
                </a:lnTo>
                <a:lnTo>
                  <a:pt x="11901" y="798"/>
                </a:lnTo>
                <a:lnTo>
                  <a:pt x="11901" y="621"/>
                </a:lnTo>
                <a:lnTo>
                  <a:pt x="12377" y="621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6417397" y="2697676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4082"/>
                </a:moveTo>
                <a:lnTo>
                  <a:pt x="476" y="4082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3816"/>
                </a:lnTo>
                <a:lnTo>
                  <a:pt x="1586" y="3816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461"/>
                </a:lnTo>
                <a:lnTo>
                  <a:pt x="2380" y="3461"/>
                </a:lnTo>
                <a:lnTo>
                  <a:pt x="2697" y="3461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3017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2751"/>
                </a:lnTo>
                <a:lnTo>
                  <a:pt x="4284" y="2751"/>
                </a:lnTo>
                <a:lnTo>
                  <a:pt x="4601" y="2751"/>
                </a:lnTo>
                <a:lnTo>
                  <a:pt x="5077" y="2751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07"/>
                </a:lnTo>
                <a:lnTo>
                  <a:pt x="5712" y="2307"/>
                </a:lnTo>
                <a:lnTo>
                  <a:pt x="6188" y="2307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686"/>
                </a:lnTo>
                <a:lnTo>
                  <a:pt x="7775" y="1686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679" y="1242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584" y="621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6430886" y="2693415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4260"/>
                </a:moveTo>
                <a:lnTo>
                  <a:pt x="317" y="4260"/>
                </a:lnTo>
                <a:lnTo>
                  <a:pt x="317" y="3994"/>
                </a:lnTo>
                <a:lnTo>
                  <a:pt x="793" y="3994"/>
                </a:lnTo>
                <a:lnTo>
                  <a:pt x="1110" y="3994"/>
                </a:lnTo>
                <a:lnTo>
                  <a:pt x="1110" y="3816"/>
                </a:lnTo>
                <a:lnTo>
                  <a:pt x="1428" y="3816"/>
                </a:lnTo>
                <a:lnTo>
                  <a:pt x="1428" y="3638"/>
                </a:lnTo>
                <a:lnTo>
                  <a:pt x="1904" y="3638"/>
                </a:lnTo>
                <a:lnTo>
                  <a:pt x="2221" y="3638"/>
                </a:lnTo>
                <a:lnTo>
                  <a:pt x="2221" y="3372"/>
                </a:lnTo>
                <a:lnTo>
                  <a:pt x="2697" y="3372"/>
                </a:lnTo>
                <a:lnTo>
                  <a:pt x="3015" y="3372"/>
                </a:lnTo>
                <a:lnTo>
                  <a:pt x="3491" y="3372"/>
                </a:lnTo>
                <a:lnTo>
                  <a:pt x="3491" y="3195"/>
                </a:lnTo>
                <a:lnTo>
                  <a:pt x="3808" y="3195"/>
                </a:lnTo>
                <a:lnTo>
                  <a:pt x="4125" y="3195"/>
                </a:lnTo>
                <a:lnTo>
                  <a:pt x="4125" y="2928"/>
                </a:lnTo>
                <a:lnTo>
                  <a:pt x="4125" y="2928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573"/>
                </a:lnTo>
                <a:lnTo>
                  <a:pt x="5712" y="2307"/>
                </a:lnTo>
                <a:lnTo>
                  <a:pt x="6030" y="2307"/>
                </a:lnTo>
                <a:lnTo>
                  <a:pt x="6506" y="2307"/>
                </a:lnTo>
                <a:lnTo>
                  <a:pt x="6823" y="2307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1863"/>
                </a:lnTo>
                <a:lnTo>
                  <a:pt x="7934" y="1863"/>
                </a:lnTo>
                <a:lnTo>
                  <a:pt x="7934" y="1863"/>
                </a:lnTo>
                <a:lnTo>
                  <a:pt x="8410" y="1686"/>
                </a:lnTo>
                <a:lnTo>
                  <a:pt x="8727" y="1420"/>
                </a:lnTo>
                <a:lnTo>
                  <a:pt x="9203" y="1420"/>
                </a:lnTo>
                <a:lnTo>
                  <a:pt x="9203" y="1242"/>
                </a:lnTo>
                <a:lnTo>
                  <a:pt x="9521" y="1242"/>
                </a:lnTo>
                <a:lnTo>
                  <a:pt x="9997" y="1242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108" y="798"/>
                </a:lnTo>
                <a:lnTo>
                  <a:pt x="11425" y="798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355"/>
                </a:lnTo>
                <a:lnTo>
                  <a:pt x="12536" y="355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6444691" y="2689332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317" y="4082"/>
                </a:lnTo>
                <a:lnTo>
                  <a:pt x="793" y="4082"/>
                </a:lnTo>
                <a:lnTo>
                  <a:pt x="793" y="4082"/>
                </a:lnTo>
                <a:lnTo>
                  <a:pt x="793" y="3816"/>
                </a:lnTo>
                <a:lnTo>
                  <a:pt x="1110" y="3816"/>
                </a:lnTo>
                <a:lnTo>
                  <a:pt x="1428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221" y="3372"/>
                </a:lnTo>
                <a:lnTo>
                  <a:pt x="2697" y="3372"/>
                </a:lnTo>
                <a:lnTo>
                  <a:pt x="2697" y="3195"/>
                </a:lnTo>
                <a:lnTo>
                  <a:pt x="3015" y="3195"/>
                </a:lnTo>
                <a:lnTo>
                  <a:pt x="3015" y="2928"/>
                </a:lnTo>
                <a:lnTo>
                  <a:pt x="3332" y="2928"/>
                </a:lnTo>
                <a:lnTo>
                  <a:pt x="3808" y="2928"/>
                </a:lnTo>
                <a:lnTo>
                  <a:pt x="3808" y="2751"/>
                </a:lnTo>
                <a:lnTo>
                  <a:pt x="4125" y="2751"/>
                </a:lnTo>
                <a:lnTo>
                  <a:pt x="4601" y="2751"/>
                </a:lnTo>
                <a:lnTo>
                  <a:pt x="4919" y="2751"/>
                </a:lnTo>
                <a:lnTo>
                  <a:pt x="4919" y="2573"/>
                </a:lnTo>
                <a:lnTo>
                  <a:pt x="5395" y="2573"/>
                </a:lnTo>
                <a:lnTo>
                  <a:pt x="5712" y="2307"/>
                </a:lnTo>
                <a:lnTo>
                  <a:pt x="6030" y="2307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2130"/>
                </a:lnTo>
                <a:lnTo>
                  <a:pt x="6823" y="1863"/>
                </a:lnTo>
                <a:lnTo>
                  <a:pt x="7299" y="1863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686"/>
                </a:lnTo>
                <a:lnTo>
                  <a:pt x="8727" y="1686"/>
                </a:lnTo>
                <a:lnTo>
                  <a:pt x="8727" y="1508"/>
                </a:lnTo>
                <a:lnTo>
                  <a:pt x="9203" y="1508"/>
                </a:lnTo>
                <a:lnTo>
                  <a:pt x="9203" y="1508"/>
                </a:lnTo>
                <a:lnTo>
                  <a:pt x="9203" y="1242"/>
                </a:lnTo>
                <a:lnTo>
                  <a:pt x="9521" y="1242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631" y="798"/>
                </a:lnTo>
                <a:lnTo>
                  <a:pt x="11108" y="798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6458021" y="2685250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4082"/>
                </a:moveTo>
                <a:lnTo>
                  <a:pt x="476" y="4082"/>
                </a:lnTo>
                <a:lnTo>
                  <a:pt x="476" y="3816"/>
                </a:lnTo>
                <a:lnTo>
                  <a:pt x="793" y="3816"/>
                </a:lnTo>
                <a:lnTo>
                  <a:pt x="1110" y="3816"/>
                </a:lnTo>
                <a:lnTo>
                  <a:pt x="1110" y="3638"/>
                </a:lnTo>
                <a:lnTo>
                  <a:pt x="1586" y="3638"/>
                </a:lnTo>
                <a:lnTo>
                  <a:pt x="1904" y="3638"/>
                </a:lnTo>
                <a:lnTo>
                  <a:pt x="1904" y="3372"/>
                </a:lnTo>
                <a:lnTo>
                  <a:pt x="2380" y="3372"/>
                </a:lnTo>
                <a:lnTo>
                  <a:pt x="2697" y="3372"/>
                </a:lnTo>
                <a:lnTo>
                  <a:pt x="3173" y="3372"/>
                </a:lnTo>
                <a:lnTo>
                  <a:pt x="3173" y="3195"/>
                </a:lnTo>
                <a:lnTo>
                  <a:pt x="3491" y="3195"/>
                </a:lnTo>
                <a:lnTo>
                  <a:pt x="3491" y="3195"/>
                </a:lnTo>
                <a:lnTo>
                  <a:pt x="3808" y="3017"/>
                </a:lnTo>
                <a:lnTo>
                  <a:pt x="4284" y="3017"/>
                </a:lnTo>
                <a:lnTo>
                  <a:pt x="4284" y="2751"/>
                </a:lnTo>
                <a:lnTo>
                  <a:pt x="4601" y="2751"/>
                </a:lnTo>
                <a:lnTo>
                  <a:pt x="4601" y="2573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07"/>
                </a:lnTo>
                <a:lnTo>
                  <a:pt x="5712" y="2307"/>
                </a:lnTo>
                <a:lnTo>
                  <a:pt x="6188" y="2307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686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242"/>
                </a:lnTo>
                <a:lnTo>
                  <a:pt x="9679" y="1242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798"/>
                </a:lnTo>
                <a:lnTo>
                  <a:pt x="11108" y="798"/>
                </a:lnTo>
                <a:lnTo>
                  <a:pt x="11584" y="798"/>
                </a:lnTo>
                <a:lnTo>
                  <a:pt x="11584" y="621"/>
                </a:lnTo>
                <a:lnTo>
                  <a:pt x="11901" y="621"/>
                </a:lnTo>
                <a:lnTo>
                  <a:pt x="12218" y="621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012" y="177"/>
                </a:lnTo>
                <a:lnTo>
                  <a:pt x="13488" y="0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6471509" y="2681344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3905"/>
                </a:moveTo>
                <a:lnTo>
                  <a:pt x="317" y="3905"/>
                </a:lnTo>
                <a:lnTo>
                  <a:pt x="317" y="3638"/>
                </a:lnTo>
                <a:lnTo>
                  <a:pt x="793" y="3638"/>
                </a:lnTo>
                <a:lnTo>
                  <a:pt x="1110" y="3638"/>
                </a:lnTo>
                <a:lnTo>
                  <a:pt x="1428" y="3638"/>
                </a:lnTo>
                <a:lnTo>
                  <a:pt x="1428" y="3638"/>
                </a:lnTo>
                <a:lnTo>
                  <a:pt x="1428" y="3461"/>
                </a:lnTo>
                <a:lnTo>
                  <a:pt x="1904" y="3461"/>
                </a:lnTo>
                <a:lnTo>
                  <a:pt x="2221" y="3461"/>
                </a:lnTo>
                <a:lnTo>
                  <a:pt x="2221" y="3283"/>
                </a:lnTo>
                <a:lnTo>
                  <a:pt x="2697" y="3283"/>
                </a:lnTo>
                <a:lnTo>
                  <a:pt x="3015" y="3283"/>
                </a:lnTo>
                <a:lnTo>
                  <a:pt x="3015" y="3017"/>
                </a:lnTo>
                <a:lnTo>
                  <a:pt x="3332" y="3017"/>
                </a:lnTo>
                <a:lnTo>
                  <a:pt x="3332" y="2840"/>
                </a:lnTo>
                <a:lnTo>
                  <a:pt x="3808" y="2840"/>
                </a:lnTo>
                <a:lnTo>
                  <a:pt x="4125" y="2840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5712" y="2130"/>
                </a:lnTo>
                <a:lnTo>
                  <a:pt x="6030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331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6485315" y="2677262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4082"/>
                </a:moveTo>
                <a:lnTo>
                  <a:pt x="0" y="3905"/>
                </a:lnTo>
                <a:lnTo>
                  <a:pt x="317" y="3905"/>
                </a:lnTo>
                <a:lnTo>
                  <a:pt x="793" y="3905"/>
                </a:lnTo>
                <a:lnTo>
                  <a:pt x="793" y="3638"/>
                </a:lnTo>
                <a:lnTo>
                  <a:pt x="1110" y="3638"/>
                </a:lnTo>
                <a:lnTo>
                  <a:pt x="1110" y="3638"/>
                </a:lnTo>
                <a:lnTo>
                  <a:pt x="1428" y="3461"/>
                </a:lnTo>
                <a:lnTo>
                  <a:pt x="1904" y="3461"/>
                </a:lnTo>
                <a:lnTo>
                  <a:pt x="2221" y="3283"/>
                </a:lnTo>
                <a:lnTo>
                  <a:pt x="2221" y="3017"/>
                </a:lnTo>
                <a:lnTo>
                  <a:pt x="2697" y="3017"/>
                </a:lnTo>
                <a:lnTo>
                  <a:pt x="3015" y="3017"/>
                </a:lnTo>
                <a:lnTo>
                  <a:pt x="3332" y="3017"/>
                </a:lnTo>
                <a:lnTo>
                  <a:pt x="3808" y="3017"/>
                </a:lnTo>
                <a:lnTo>
                  <a:pt x="3808" y="3017"/>
                </a:lnTo>
                <a:lnTo>
                  <a:pt x="3808" y="2840"/>
                </a:lnTo>
                <a:lnTo>
                  <a:pt x="4125" y="2840"/>
                </a:lnTo>
                <a:lnTo>
                  <a:pt x="4125" y="2573"/>
                </a:lnTo>
                <a:lnTo>
                  <a:pt x="4601" y="2573"/>
                </a:lnTo>
                <a:lnTo>
                  <a:pt x="4919" y="2573"/>
                </a:lnTo>
                <a:lnTo>
                  <a:pt x="4919" y="2396"/>
                </a:lnTo>
                <a:lnTo>
                  <a:pt x="5236" y="2396"/>
                </a:lnTo>
                <a:lnTo>
                  <a:pt x="5712" y="2396"/>
                </a:lnTo>
                <a:lnTo>
                  <a:pt x="5712" y="2218"/>
                </a:lnTo>
                <a:lnTo>
                  <a:pt x="6030" y="2218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775"/>
                </a:lnTo>
                <a:lnTo>
                  <a:pt x="7934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410" y="1508"/>
                </a:lnTo>
                <a:lnTo>
                  <a:pt x="8727" y="1331"/>
                </a:lnTo>
                <a:lnTo>
                  <a:pt x="9203" y="1331"/>
                </a:lnTo>
                <a:lnTo>
                  <a:pt x="9521" y="1065"/>
                </a:lnTo>
                <a:lnTo>
                  <a:pt x="9838" y="1065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901" y="710"/>
                </a:lnTo>
                <a:lnTo>
                  <a:pt x="11901" y="710"/>
                </a:lnTo>
                <a:lnTo>
                  <a:pt x="11901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6498645" y="2673179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4082"/>
                </a:moveTo>
                <a:lnTo>
                  <a:pt x="476" y="4082"/>
                </a:lnTo>
                <a:lnTo>
                  <a:pt x="476" y="3905"/>
                </a:lnTo>
                <a:lnTo>
                  <a:pt x="793" y="3905"/>
                </a:lnTo>
                <a:lnTo>
                  <a:pt x="1110" y="3905"/>
                </a:lnTo>
                <a:lnTo>
                  <a:pt x="1110" y="3727"/>
                </a:lnTo>
                <a:lnTo>
                  <a:pt x="1586" y="3727"/>
                </a:lnTo>
                <a:lnTo>
                  <a:pt x="1904" y="3727"/>
                </a:lnTo>
                <a:lnTo>
                  <a:pt x="2380" y="3461"/>
                </a:lnTo>
                <a:lnTo>
                  <a:pt x="2697" y="3461"/>
                </a:lnTo>
                <a:lnTo>
                  <a:pt x="3173" y="3283"/>
                </a:lnTo>
                <a:lnTo>
                  <a:pt x="3491" y="3283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2840"/>
                </a:lnTo>
                <a:lnTo>
                  <a:pt x="4284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5077" y="2573"/>
                </a:lnTo>
                <a:lnTo>
                  <a:pt x="5395" y="2573"/>
                </a:lnTo>
                <a:lnTo>
                  <a:pt x="5395" y="2396"/>
                </a:lnTo>
                <a:lnTo>
                  <a:pt x="5712" y="2396"/>
                </a:lnTo>
                <a:lnTo>
                  <a:pt x="6188" y="2396"/>
                </a:lnTo>
                <a:lnTo>
                  <a:pt x="6506" y="2396"/>
                </a:lnTo>
                <a:lnTo>
                  <a:pt x="6506" y="2218"/>
                </a:lnTo>
                <a:lnTo>
                  <a:pt x="6982" y="2218"/>
                </a:lnTo>
                <a:lnTo>
                  <a:pt x="7299" y="2218"/>
                </a:lnTo>
                <a:lnTo>
                  <a:pt x="7299" y="1952"/>
                </a:lnTo>
                <a:lnTo>
                  <a:pt x="7616" y="1952"/>
                </a:lnTo>
                <a:lnTo>
                  <a:pt x="7616" y="1775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331"/>
                </a:lnTo>
                <a:lnTo>
                  <a:pt x="9679" y="1331"/>
                </a:lnTo>
                <a:lnTo>
                  <a:pt x="9997" y="1331"/>
                </a:lnTo>
                <a:lnTo>
                  <a:pt x="10314" y="1153"/>
                </a:lnTo>
                <a:lnTo>
                  <a:pt x="10790" y="1153"/>
                </a:lnTo>
                <a:lnTo>
                  <a:pt x="11108" y="887"/>
                </a:lnTo>
                <a:lnTo>
                  <a:pt x="11584" y="887"/>
                </a:lnTo>
                <a:lnTo>
                  <a:pt x="11584" y="710"/>
                </a:lnTo>
                <a:lnTo>
                  <a:pt x="11901" y="710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6512450" y="2669540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3638"/>
                </a:moveTo>
                <a:lnTo>
                  <a:pt x="476" y="3638"/>
                </a:lnTo>
                <a:lnTo>
                  <a:pt x="793" y="3638"/>
                </a:lnTo>
                <a:lnTo>
                  <a:pt x="793" y="3461"/>
                </a:lnTo>
                <a:lnTo>
                  <a:pt x="1110" y="3461"/>
                </a:lnTo>
                <a:lnTo>
                  <a:pt x="1586" y="3461"/>
                </a:lnTo>
                <a:lnTo>
                  <a:pt x="1586" y="3283"/>
                </a:lnTo>
                <a:lnTo>
                  <a:pt x="1904" y="3283"/>
                </a:lnTo>
                <a:lnTo>
                  <a:pt x="1904" y="3017"/>
                </a:lnTo>
                <a:lnTo>
                  <a:pt x="2380" y="3017"/>
                </a:lnTo>
                <a:lnTo>
                  <a:pt x="2697" y="3017"/>
                </a:lnTo>
                <a:lnTo>
                  <a:pt x="2697" y="2840"/>
                </a:lnTo>
                <a:lnTo>
                  <a:pt x="3015" y="2840"/>
                </a:lnTo>
                <a:lnTo>
                  <a:pt x="3491" y="2840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5077" y="2396"/>
                </a:lnTo>
                <a:lnTo>
                  <a:pt x="5395" y="2396"/>
                </a:lnTo>
                <a:lnTo>
                  <a:pt x="5395" y="2218"/>
                </a:lnTo>
                <a:lnTo>
                  <a:pt x="5712" y="2218"/>
                </a:lnTo>
                <a:lnTo>
                  <a:pt x="6188" y="2218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1775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108" y="443"/>
                </a:lnTo>
                <a:lnTo>
                  <a:pt x="11584" y="443"/>
                </a:lnTo>
                <a:lnTo>
                  <a:pt x="11584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6525939" y="2665723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3816"/>
                </a:moveTo>
                <a:lnTo>
                  <a:pt x="0" y="3816"/>
                </a:lnTo>
                <a:lnTo>
                  <a:pt x="317" y="3638"/>
                </a:lnTo>
                <a:lnTo>
                  <a:pt x="634" y="3638"/>
                </a:lnTo>
                <a:lnTo>
                  <a:pt x="1110" y="3461"/>
                </a:lnTo>
                <a:lnTo>
                  <a:pt x="1428" y="3195"/>
                </a:lnTo>
                <a:lnTo>
                  <a:pt x="1904" y="3195"/>
                </a:lnTo>
                <a:lnTo>
                  <a:pt x="1904" y="3017"/>
                </a:lnTo>
                <a:lnTo>
                  <a:pt x="2221" y="3017"/>
                </a:lnTo>
                <a:lnTo>
                  <a:pt x="2697" y="3017"/>
                </a:lnTo>
                <a:lnTo>
                  <a:pt x="2697" y="3017"/>
                </a:lnTo>
                <a:lnTo>
                  <a:pt x="3015" y="2751"/>
                </a:lnTo>
                <a:lnTo>
                  <a:pt x="3332" y="2751"/>
                </a:lnTo>
                <a:lnTo>
                  <a:pt x="3808" y="2751"/>
                </a:lnTo>
                <a:lnTo>
                  <a:pt x="4125" y="2573"/>
                </a:lnTo>
                <a:lnTo>
                  <a:pt x="4601" y="2573"/>
                </a:lnTo>
                <a:lnTo>
                  <a:pt x="4601" y="2396"/>
                </a:lnTo>
                <a:lnTo>
                  <a:pt x="4919" y="2396"/>
                </a:lnTo>
                <a:lnTo>
                  <a:pt x="5236" y="2396"/>
                </a:lnTo>
                <a:lnTo>
                  <a:pt x="5236" y="2130"/>
                </a:lnTo>
                <a:lnTo>
                  <a:pt x="5712" y="2130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1952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631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6539744" y="2661818"/>
            <a:ext cx="13329" cy="3905"/>
          </a:xfrm>
          <a:custGeom>
            <a:avLst/>
            <a:gdLst/>
            <a:ahLst/>
            <a:cxnLst/>
            <a:rect l="l" t="t" r="r" b="b"/>
            <a:pathLst>
              <a:path w="13329" h="3905">
                <a:moveTo>
                  <a:pt x="0" y="3905"/>
                </a:moveTo>
                <a:lnTo>
                  <a:pt x="0" y="3727"/>
                </a:lnTo>
                <a:lnTo>
                  <a:pt x="0" y="3727"/>
                </a:lnTo>
                <a:lnTo>
                  <a:pt x="317" y="3727"/>
                </a:lnTo>
                <a:lnTo>
                  <a:pt x="317" y="3461"/>
                </a:lnTo>
                <a:lnTo>
                  <a:pt x="634" y="3461"/>
                </a:lnTo>
                <a:lnTo>
                  <a:pt x="1110" y="3461"/>
                </a:lnTo>
                <a:lnTo>
                  <a:pt x="1110" y="3283"/>
                </a:lnTo>
                <a:lnTo>
                  <a:pt x="1428" y="3283"/>
                </a:lnTo>
                <a:lnTo>
                  <a:pt x="1904" y="3283"/>
                </a:lnTo>
                <a:lnTo>
                  <a:pt x="2221" y="3283"/>
                </a:lnTo>
                <a:lnTo>
                  <a:pt x="2221" y="3017"/>
                </a:lnTo>
                <a:lnTo>
                  <a:pt x="2538" y="3017"/>
                </a:lnTo>
                <a:lnTo>
                  <a:pt x="3015" y="3017"/>
                </a:lnTo>
                <a:lnTo>
                  <a:pt x="3015" y="2840"/>
                </a:lnTo>
                <a:lnTo>
                  <a:pt x="3332" y="2840"/>
                </a:lnTo>
                <a:lnTo>
                  <a:pt x="3808" y="2840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96"/>
                </a:lnTo>
                <a:lnTo>
                  <a:pt x="4601" y="2396"/>
                </a:lnTo>
                <a:lnTo>
                  <a:pt x="4919" y="2396"/>
                </a:lnTo>
                <a:lnTo>
                  <a:pt x="4919" y="2218"/>
                </a:lnTo>
                <a:lnTo>
                  <a:pt x="5236" y="2218"/>
                </a:lnTo>
                <a:lnTo>
                  <a:pt x="5712" y="2218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775"/>
                </a:lnTo>
                <a:lnTo>
                  <a:pt x="7140" y="1775"/>
                </a:lnTo>
                <a:lnTo>
                  <a:pt x="7616" y="1775"/>
                </a:lnTo>
                <a:lnTo>
                  <a:pt x="7616" y="1775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331"/>
                </a:lnTo>
                <a:lnTo>
                  <a:pt x="9203" y="1153"/>
                </a:lnTo>
                <a:lnTo>
                  <a:pt x="9521" y="1153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887"/>
                </a:lnTo>
                <a:lnTo>
                  <a:pt x="11108" y="710"/>
                </a:lnTo>
                <a:lnTo>
                  <a:pt x="11425" y="710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9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6553074" y="2658179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3638"/>
                </a:moveTo>
                <a:lnTo>
                  <a:pt x="317" y="3461"/>
                </a:lnTo>
                <a:lnTo>
                  <a:pt x="793" y="3461"/>
                </a:lnTo>
                <a:lnTo>
                  <a:pt x="1110" y="3461"/>
                </a:lnTo>
                <a:lnTo>
                  <a:pt x="1110" y="3283"/>
                </a:lnTo>
                <a:lnTo>
                  <a:pt x="1586" y="3283"/>
                </a:lnTo>
                <a:lnTo>
                  <a:pt x="1904" y="3283"/>
                </a:lnTo>
                <a:lnTo>
                  <a:pt x="2380" y="3283"/>
                </a:lnTo>
                <a:lnTo>
                  <a:pt x="2380" y="3017"/>
                </a:lnTo>
                <a:lnTo>
                  <a:pt x="2697" y="3017"/>
                </a:lnTo>
                <a:lnTo>
                  <a:pt x="3015" y="3017"/>
                </a:lnTo>
                <a:lnTo>
                  <a:pt x="3015" y="2840"/>
                </a:lnTo>
                <a:lnTo>
                  <a:pt x="3491" y="2840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284" y="2396"/>
                </a:lnTo>
                <a:lnTo>
                  <a:pt x="4601" y="2396"/>
                </a:lnTo>
                <a:lnTo>
                  <a:pt x="4919" y="2396"/>
                </a:lnTo>
                <a:lnTo>
                  <a:pt x="4919" y="2218"/>
                </a:lnTo>
                <a:lnTo>
                  <a:pt x="5395" y="2218"/>
                </a:lnTo>
                <a:lnTo>
                  <a:pt x="5712" y="2218"/>
                </a:lnTo>
                <a:lnTo>
                  <a:pt x="6188" y="2218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508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790" y="887"/>
                </a:lnTo>
                <a:lnTo>
                  <a:pt x="11108" y="710"/>
                </a:lnTo>
                <a:lnTo>
                  <a:pt x="11584" y="710"/>
                </a:lnTo>
                <a:lnTo>
                  <a:pt x="11584" y="443"/>
                </a:lnTo>
                <a:lnTo>
                  <a:pt x="11901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6566562" y="2654540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3638"/>
                </a:moveTo>
                <a:lnTo>
                  <a:pt x="317" y="3638"/>
                </a:lnTo>
                <a:lnTo>
                  <a:pt x="317" y="3461"/>
                </a:lnTo>
                <a:lnTo>
                  <a:pt x="634" y="3461"/>
                </a:lnTo>
                <a:lnTo>
                  <a:pt x="1110" y="3461"/>
                </a:lnTo>
                <a:lnTo>
                  <a:pt x="1428" y="3461"/>
                </a:lnTo>
                <a:lnTo>
                  <a:pt x="1428" y="3461"/>
                </a:lnTo>
                <a:lnTo>
                  <a:pt x="1428" y="3283"/>
                </a:lnTo>
                <a:lnTo>
                  <a:pt x="1904" y="3283"/>
                </a:lnTo>
                <a:lnTo>
                  <a:pt x="2221" y="3283"/>
                </a:lnTo>
                <a:lnTo>
                  <a:pt x="2221" y="3017"/>
                </a:lnTo>
                <a:lnTo>
                  <a:pt x="2538" y="3017"/>
                </a:lnTo>
                <a:lnTo>
                  <a:pt x="2538" y="2840"/>
                </a:lnTo>
                <a:lnTo>
                  <a:pt x="3015" y="2840"/>
                </a:lnTo>
                <a:lnTo>
                  <a:pt x="3332" y="2840"/>
                </a:lnTo>
                <a:lnTo>
                  <a:pt x="3332" y="2573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96"/>
                </a:lnTo>
                <a:lnTo>
                  <a:pt x="4601" y="2396"/>
                </a:lnTo>
                <a:lnTo>
                  <a:pt x="4601" y="2130"/>
                </a:lnTo>
                <a:lnTo>
                  <a:pt x="4919" y="2130"/>
                </a:lnTo>
                <a:lnTo>
                  <a:pt x="5236" y="2130"/>
                </a:lnTo>
                <a:lnTo>
                  <a:pt x="5712" y="2130"/>
                </a:lnTo>
                <a:lnTo>
                  <a:pt x="6030" y="2130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775"/>
                </a:lnTo>
                <a:lnTo>
                  <a:pt x="7140" y="1775"/>
                </a:lnTo>
                <a:lnTo>
                  <a:pt x="7616" y="1775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331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838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631" y="887"/>
                </a:lnTo>
                <a:lnTo>
                  <a:pt x="10631" y="710"/>
                </a:lnTo>
                <a:lnTo>
                  <a:pt x="11108" y="710"/>
                </a:lnTo>
                <a:lnTo>
                  <a:pt x="11425" y="710"/>
                </a:lnTo>
                <a:lnTo>
                  <a:pt x="11425" y="443"/>
                </a:lnTo>
                <a:lnTo>
                  <a:pt x="11742" y="443"/>
                </a:lnTo>
                <a:lnTo>
                  <a:pt x="12218" y="443"/>
                </a:lnTo>
                <a:lnTo>
                  <a:pt x="12218" y="443"/>
                </a:lnTo>
                <a:lnTo>
                  <a:pt x="12536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6579892" y="2650901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3638"/>
                </a:moveTo>
                <a:lnTo>
                  <a:pt x="476" y="3638"/>
                </a:lnTo>
                <a:lnTo>
                  <a:pt x="476" y="3461"/>
                </a:lnTo>
                <a:lnTo>
                  <a:pt x="793" y="3461"/>
                </a:lnTo>
                <a:lnTo>
                  <a:pt x="1110" y="3461"/>
                </a:lnTo>
                <a:lnTo>
                  <a:pt x="1586" y="3461"/>
                </a:lnTo>
                <a:lnTo>
                  <a:pt x="1586" y="3461"/>
                </a:lnTo>
                <a:lnTo>
                  <a:pt x="1586" y="3195"/>
                </a:lnTo>
                <a:lnTo>
                  <a:pt x="1904" y="3195"/>
                </a:lnTo>
                <a:lnTo>
                  <a:pt x="2380" y="3195"/>
                </a:lnTo>
                <a:lnTo>
                  <a:pt x="2380" y="3017"/>
                </a:lnTo>
                <a:lnTo>
                  <a:pt x="2697" y="3017"/>
                </a:lnTo>
                <a:lnTo>
                  <a:pt x="3015" y="3017"/>
                </a:lnTo>
                <a:lnTo>
                  <a:pt x="3015" y="2840"/>
                </a:lnTo>
                <a:lnTo>
                  <a:pt x="3491" y="2840"/>
                </a:lnTo>
                <a:lnTo>
                  <a:pt x="3491" y="2573"/>
                </a:lnTo>
                <a:lnTo>
                  <a:pt x="3808" y="2573"/>
                </a:lnTo>
                <a:lnTo>
                  <a:pt x="4284" y="2573"/>
                </a:lnTo>
                <a:lnTo>
                  <a:pt x="4601" y="2396"/>
                </a:lnTo>
                <a:lnTo>
                  <a:pt x="4919" y="2396"/>
                </a:lnTo>
                <a:lnTo>
                  <a:pt x="5395" y="2396"/>
                </a:lnTo>
                <a:lnTo>
                  <a:pt x="5712" y="2396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775"/>
                </a:lnTo>
                <a:lnTo>
                  <a:pt x="7616" y="1775"/>
                </a:lnTo>
                <a:lnTo>
                  <a:pt x="7616" y="1508"/>
                </a:lnTo>
                <a:lnTo>
                  <a:pt x="8093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886" y="1331"/>
                </a:lnTo>
                <a:lnTo>
                  <a:pt x="9203" y="1331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0790" y="887"/>
                </a:lnTo>
                <a:lnTo>
                  <a:pt x="11108" y="887"/>
                </a:lnTo>
                <a:lnTo>
                  <a:pt x="11584" y="887"/>
                </a:lnTo>
                <a:lnTo>
                  <a:pt x="11584" y="621"/>
                </a:lnTo>
                <a:lnTo>
                  <a:pt x="11901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6593698" y="2647529"/>
            <a:ext cx="13488" cy="3372"/>
          </a:xfrm>
          <a:custGeom>
            <a:avLst/>
            <a:gdLst/>
            <a:ahLst/>
            <a:cxnLst/>
            <a:rect l="l" t="t" r="r" b="b"/>
            <a:pathLst>
              <a:path w="13488" h="3372">
                <a:moveTo>
                  <a:pt x="0" y="3372"/>
                </a:moveTo>
                <a:lnTo>
                  <a:pt x="317" y="3372"/>
                </a:lnTo>
                <a:lnTo>
                  <a:pt x="793" y="3372"/>
                </a:lnTo>
                <a:lnTo>
                  <a:pt x="1110" y="3372"/>
                </a:lnTo>
                <a:lnTo>
                  <a:pt x="1110" y="3195"/>
                </a:lnTo>
                <a:lnTo>
                  <a:pt x="1586" y="3195"/>
                </a:lnTo>
                <a:lnTo>
                  <a:pt x="1904" y="3195"/>
                </a:lnTo>
                <a:lnTo>
                  <a:pt x="1904" y="2928"/>
                </a:lnTo>
                <a:lnTo>
                  <a:pt x="2380" y="2928"/>
                </a:lnTo>
                <a:lnTo>
                  <a:pt x="2380" y="2751"/>
                </a:lnTo>
                <a:lnTo>
                  <a:pt x="2697" y="2751"/>
                </a:lnTo>
                <a:lnTo>
                  <a:pt x="3015" y="2751"/>
                </a:lnTo>
                <a:lnTo>
                  <a:pt x="3015" y="2573"/>
                </a:lnTo>
                <a:lnTo>
                  <a:pt x="3491" y="2573"/>
                </a:lnTo>
                <a:lnTo>
                  <a:pt x="3808" y="2573"/>
                </a:lnTo>
                <a:lnTo>
                  <a:pt x="3808" y="2307"/>
                </a:lnTo>
                <a:lnTo>
                  <a:pt x="4284" y="2307"/>
                </a:lnTo>
                <a:lnTo>
                  <a:pt x="4284" y="2307"/>
                </a:lnTo>
                <a:lnTo>
                  <a:pt x="4601" y="2130"/>
                </a:lnTo>
                <a:lnTo>
                  <a:pt x="4919" y="2130"/>
                </a:lnTo>
                <a:lnTo>
                  <a:pt x="5395" y="2130"/>
                </a:lnTo>
                <a:lnTo>
                  <a:pt x="5712" y="2130"/>
                </a:lnTo>
                <a:lnTo>
                  <a:pt x="6188" y="2130"/>
                </a:lnTo>
                <a:lnTo>
                  <a:pt x="6188" y="1863"/>
                </a:lnTo>
                <a:lnTo>
                  <a:pt x="6506" y="1863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299" y="1420"/>
                </a:lnTo>
                <a:lnTo>
                  <a:pt x="7616" y="1420"/>
                </a:lnTo>
                <a:lnTo>
                  <a:pt x="8093" y="1420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242"/>
                </a:lnTo>
                <a:lnTo>
                  <a:pt x="8886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798"/>
                </a:lnTo>
                <a:lnTo>
                  <a:pt x="10790" y="798"/>
                </a:lnTo>
                <a:lnTo>
                  <a:pt x="10790" y="621"/>
                </a:lnTo>
                <a:lnTo>
                  <a:pt x="11108" y="621"/>
                </a:lnTo>
                <a:lnTo>
                  <a:pt x="11425" y="621"/>
                </a:lnTo>
                <a:lnTo>
                  <a:pt x="11425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694" y="355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65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6607186" y="2644067"/>
            <a:ext cx="13647" cy="3461"/>
          </a:xfrm>
          <a:custGeom>
            <a:avLst/>
            <a:gdLst/>
            <a:ahLst/>
            <a:cxnLst/>
            <a:rect l="l" t="t" r="r" b="b"/>
            <a:pathLst>
              <a:path w="13647" h="3461">
                <a:moveTo>
                  <a:pt x="0" y="3461"/>
                </a:moveTo>
                <a:lnTo>
                  <a:pt x="317" y="3461"/>
                </a:lnTo>
                <a:lnTo>
                  <a:pt x="317" y="3195"/>
                </a:lnTo>
                <a:lnTo>
                  <a:pt x="634" y="3195"/>
                </a:lnTo>
                <a:lnTo>
                  <a:pt x="1110" y="3195"/>
                </a:lnTo>
                <a:lnTo>
                  <a:pt x="1428" y="3195"/>
                </a:lnTo>
                <a:lnTo>
                  <a:pt x="1428" y="3017"/>
                </a:lnTo>
                <a:lnTo>
                  <a:pt x="1904" y="3017"/>
                </a:lnTo>
                <a:lnTo>
                  <a:pt x="2221" y="3017"/>
                </a:lnTo>
                <a:lnTo>
                  <a:pt x="2538" y="2751"/>
                </a:lnTo>
                <a:lnTo>
                  <a:pt x="3015" y="2751"/>
                </a:lnTo>
                <a:lnTo>
                  <a:pt x="3332" y="2751"/>
                </a:lnTo>
                <a:lnTo>
                  <a:pt x="3332" y="2573"/>
                </a:lnTo>
                <a:lnTo>
                  <a:pt x="3808" y="2573"/>
                </a:lnTo>
                <a:lnTo>
                  <a:pt x="3808" y="2307"/>
                </a:lnTo>
                <a:lnTo>
                  <a:pt x="4125" y="2307"/>
                </a:lnTo>
                <a:lnTo>
                  <a:pt x="4601" y="2307"/>
                </a:lnTo>
                <a:lnTo>
                  <a:pt x="4601" y="2130"/>
                </a:lnTo>
                <a:lnTo>
                  <a:pt x="4919" y="2130"/>
                </a:lnTo>
                <a:lnTo>
                  <a:pt x="5236" y="2130"/>
                </a:lnTo>
                <a:lnTo>
                  <a:pt x="5712" y="2130"/>
                </a:lnTo>
                <a:lnTo>
                  <a:pt x="6030" y="2130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686"/>
                </a:lnTo>
                <a:lnTo>
                  <a:pt x="7140" y="1686"/>
                </a:lnTo>
                <a:lnTo>
                  <a:pt x="7616" y="1686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242"/>
                </a:lnTo>
                <a:lnTo>
                  <a:pt x="8727" y="1242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838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621"/>
                </a:lnTo>
                <a:lnTo>
                  <a:pt x="11425" y="621"/>
                </a:lnTo>
                <a:lnTo>
                  <a:pt x="11742" y="621"/>
                </a:lnTo>
                <a:lnTo>
                  <a:pt x="11742" y="443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647" y="0"/>
                </a:lnTo>
              </a:path>
            </a:pathLst>
          </a:custGeom>
          <a:ln w="226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6620833" y="2640872"/>
            <a:ext cx="13488" cy="3195"/>
          </a:xfrm>
          <a:custGeom>
            <a:avLst/>
            <a:gdLst/>
            <a:ahLst/>
            <a:cxnLst/>
            <a:rect l="l" t="t" r="r" b="b"/>
            <a:pathLst>
              <a:path w="13488" h="3195">
                <a:moveTo>
                  <a:pt x="0" y="3195"/>
                </a:moveTo>
                <a:lnTo>
                  <a:pt x="0" y="3017"/>
                </a:lnTo>
                <a:lnTo>
                  <a:pt x="476" y="3017"/>
                </a:lnTo>
                <a:lnTo>
                  <a:pt x="793" y="3017"/>
                </a:lnTo>
                <a:lnTo>
                  <a:pt x="1269" y="3017"/>
                </a:lnTo>
                <a:lnTo>
                  <a:pt x="1586" y="3017"/>
                </a:lnTo>
                <a:lnTo>
                  <a:pt x="2062" y="3017"/>
                </a:lnTo>
                <a:lnTo>
                  <a:pt x="2062" y="3017"/>
                </a:lnTo>
                <a:lnTo>
                  <a:pt x="2062" y="2751"/>
                </a:lnTo>
                <a:lnTo>
                  <a:pt x="2380" y="2751"/>
                </a:lnTo>
                <a:lnTo>
                  <a:pt x="2380" y="2573"/>
                </a:lnTo>
                <a:lnTo>
                  <a:pt x="2697" y="2573"/>
                </a:lnTo>
                <a:lnTo>
                  <a:pt x="3173" y="2573"/>
                </a:lnTo>
                <a:lnTo>
                  <a:pt x="3173" y="2307"/>
                </a:lnTo>
                <a:lnTo>
                  <a:pt x="3491" y="2307"/>
                </a:lnTo>
                <a:lnTo>
                  <a:pt x="3967" y="2307"/>
                </a:lnTo>
                <a:lnTo>
                  <a:pt x="4284" y="2307"/>
                </a:lnTo>
                <a:lnTo>
                  <a:pt x="4284" y="2130"/>
                </a:lnTo>
                <a:lnTo>
                  <a:pt x="4601" y="2130"/>
                </a:lnTo>
                <a:lnTo>
                  <a:pt x="4601" y="2130"/>
                </a:lnTo>
                <a:lnTo>
                  <a:pt x="4601" y="1863"/>
                </a:lnTo>
                <a:lnTo>
                  <a:pt x="5077" y="1863"/>
                </a:lnTo>
                <a:lnTo>
                  <a:pt x="5395" y="1863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664" y="1686"/>
                </a:lnTo>
                <a:lnTo>
                  <a:pt x="6982" y="1686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508"/>
                </a:lnTo>
                <a:lnTo>
                  <a:pt x="7775" y="1242"/>
                </a:lnTo>
                <a:lnTo>
                  <a:pt x="8093" y="1242"/>
                </a:lnTo>
                <a:lnTo>
                  <a:pt x="8569" y="1242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798"/>
                </a:lnTo>
                <a:lnTo>
                  <a:pt x="9679" y="798"/>
                </a:lnTo>
                <a:lnTo>
                  <a:pt x="9997" y="798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266" y="621"/>
                </a:lnTo>
                <a:lnTo>
                  <a:pt x="11584" y="621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25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6634322" y="2637588"/>
            <a:ext cx="13805" cy="3283"/>
          </a:xfrm>
          <a:custGeom>
            <a:avLst/>
            <a:gdLst/>
            <a:ahLst/>
            <a:cxnLst/>
            <a:rect l="l" t="t" r="r" b="b"/>
            <a:pathLst>
              <a:path w="13805" h="3283">
                <a:moveTo>
                  <a:pt x="0" y="3283"/>
                </a:moveTo>
                <a:lnTo>
                  <a:pt x="317" y="3017"/>
                </a:lnTo>
                <a:lnTo>
                  <a:pt x="793" y="3017"/>
                </a:lnTo>
                <a:lnTo>
                  <a:pt x="1110" y="3017"/>
                </a:lnTo>
                <a:lnTo>
                  <a:pt x="1110" y="2840"/>
                </a:lnTo>
                <a:lnTo>
                  <a:pt x="1586" y="2840"/>
                </a:lnTo>
                <a:lnTo>
                  <a:pt x="1586" y="2573"/>
                </a:lnTo>
                <a:lnTo>
                  <a:pt x="1904" y="2573"/>
                </a:lnTo>
                <a:lnTo>
                  <a:pt x="2221" y="2573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491" y="2573"/>
                </a:lnTo>
                <a:lnTo>
                  <a:pt x="3491" y="2396"/>
                </a:lnTo>
                <a:lnTo>
                  <a:pt x="3808" y="2396"/>
                </a:lnTo>
                <a:lnTo>
                  <a:pt x="3808" y="2218"/>
                </a:lnTo>
                <a:lnTo>
                  <a:pt x="4284" y="2218"/>
                </a:lnTo>
                <a:lnTo>
                  <a:pt x="4601" y="2218"/>
                </a:lnTo>
                <a:lnTo>
                  <a:pt x="4919" y="1952"/>
                </a:lnTo>
                <a:lnTo>
                  <a:pt x="5395" y="1952"/>
                </a:lnTo>
                <a:lnTo>
                  <a:pt x="5395" y="1775"/>
                </a:lnTo>
                <a:lnTo>
                  <a:pt x="5712" y="1775"/>
                </a:lnTo>
                <a:lnTo>
                  <a:pt x="6188" y="1775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7616" y="1331"/>
                </a:lnTo>
                <a:lnTo>
                  <a:pt x="8093" y="1331"/>
                </a:lnTo>
                <a:lnTo>
                  <a:pt x="8410" y="1331"/>
                </a:lnTo>
                <a:lnTo>
                  <a:pt x="8410" y="1153"/>
                </a:lnTo>
                <a:lnTo>
                  <a:pt x="8886" y="1153"/>
                </a:lnTo>
                <a:lnTo>
                  <a:pt x="9203" y="1153"/>
                </a:lnTo>
                <a:lnTo>
                  <a:pt x="9521" y="887"/>
                </a:lnTo>
                <a:lnTo>
                  <a:pt x="9997" y="887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25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6648127" y="2634393"/>
            <a:ext cx="13329" cy="3195"/>
          </a:xfrm>
          <a:custGeom>
            <a:avLst/>
            <a:gdLst/>
            <a:ahLst/>
            <a:cxnLst/>
            <a:rect l="l" t="t" r="r" b="b"/>
            <a:pathLst>
              <a:path w="13329" h="3195">
                <a:moveTo>
                  <a:pt x="0" y="3195"/>
                </a:moveTo>
                <a:lnTo>
                  <a:pt x="0" y="3017"/>
                </a:lnTo>
                <a:lnTo>
                  <a:pt x="0" y="3017"/>
                </a:lnTo>
                <a:lnTo>
                  <a:pt x="317" y="3017"/>
                </a:lnTo>
                <a:lnTo>
                  <a:pt x="793" y="3017"/>
                </a:lnTo>
                <a:lnTo>
                  <a:pt x="793" y="2840"/>
                </a:lnTo>
                <a:lnTo>
                  <a:pt x="1110" y="2840"/>
                </a:lnTo>
                <a:lnTo>
                  <a:pt x="1586" y="2840"/>
                </a:lnTo>
                <a:lnTo>
                  <a:pt x="1904" y="2573"/>
                </a:lnTo>
                <a:lnTo>
                  <a:pt x="2221" y="2573"/>
                </a:lnTo>
                <a:lnTo>
                  <a:pt x="2221" y="2396"/>
                </a:lnTo>
                <a:lnTo>
                  <a:pt x="2697" y="2396"/>
                </a:lnTo>
                <a:lnTo>
                  <a:pt x="3015" y="2396"/>
                </a:lnTo>
                <a:lnTo>
                  <a:pt x="3491" y="2396"/>
                </a:lnTo>
                <a:lnTo>
                  <a:pt x="3808" y="2396"/>
                </a:lnTo>
                <a:lnTo>
                  <a:pt x="4125" y="2396"/>
                </a:lnTo>
                <a:lnTo>
                  <a:pt x="4125" y="2130"/>
                </a:lnTo>
                <a:lnTo>
                  <a:pt x="4601" y="2130"/>
                </a:lnTo>
                <a:lnTo>
                  <a:pt x="4601" y="1952"/>
                </a:lnTo>
                <a:lnTo>
                  <a:pt x="4919" y="1952"/>
                </a:lnTo>
                <a:lnTo>
                  <a:pt x="5395" y="1952"/>
                </a:lnTo>
                <a:lnTo>
                  <a:pt x="5712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331"/>
                </a:lnTo>
                <a:lnTo>
                  <a:pt x="7299" y="1331"/>
                </a:lnTo>
                <a:lnTo>
                  <a:pt x="7616" y="1331"/>
                </a:lnTo>
                <a:lnTo>
                  <a:pt x="8093" y="1331"/>
                </a:lnTo>
                <a:lnTo>
                  <a:pt x="8093" y="1065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314" y="887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5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6661457" y="2631375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3017"/>
                </a:moveTo>
                <a:lnTo>
                  <a:pt x="476" y="3017"/>
                </a:lnTo>
                <a:lnTo>
                  <a:pt x="793" y="3017"/>
                </a:lnTo>
                <a:lnTo>
                  <a:pt x="793" y="2840"/>
                </a:lnTo>
                <a:lnTo>
                  <a:pt x="1269" y="2840"/>
                </a:lnTo>
                <a:lnTo>
                  <a:pt x="1586" y="2840"/>
                </a:lnTo>
                <a:lnTo>
                  <a:pt x="1586" y="2573"/>
                </a:lnTo>
                <a:lnTo>
                  <a:pt x="2062" y="2573"/>
                </a:lnTo>
                <a:lnTo>
                  <a:pt x="2380" y="2573"/>
                </a:lnTo>
                <a:lnTo>
                  <a:pt x="2380" y="2573"/>
                </a:lnTo>
                <a:lnTo>
                  <a:pt x="2380" y="2396"/>
                </a:lnTo>
                <a:lnTo>
                  <a:pt x="2697" y="2396"/>
                </a:lnTo>
                <a:lnTo>
                  <a:pt x="3173" y="2396"/>
                </a:lnTo>
                <a:lnTo>
                  <a:pt x="3491" y="2218"/>
                </a:lnTo>
                <a:lnTo>
                  <a:pt x="3967" y="2218"/>
                </a:lnTo>
                <a:lnTo>
                  <a:pt x="3967" y="1952"/>
                </a:lnTo>
                <a:lnTo>
                  <a:pt x="4284" y="1952"/>
                </a:lnTo>
                <a:lnTo>
                  <a:pt x="4601" y="1952"/>
                </a:lnTo>
                <a:lnTo>
                  <a:pt x="5077" y="1775"/>
                </a:lnTo>
                <a:lnTo>
                  <a:pt x="5395" y="1775"/>
                </a:lnTo>
                <a:lnTo>
                  <a:pt x="5871" y="1775"/>
                </a:lnTo>
                <a:lnTo>
                  <a:pt x="6188" y="1775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331"/>
                </a:lnTo>
                <a:lnTo>
                  <a:pt x="7775" y="1331"/>
                </a:lnTo>
                <a:lnTo>
                  <a:pt x="7775" y="1065"/>
                </a:lnTo>
                <a:lnTo>
                  <a:pt x="8093" y="1065"/>
                </a:lnTo>
                <a:lnTo>
                  <a:pt x="8569" y="1065"/>
                </a:lnTo>
                <a:lnTo>
                  <a:pt x="8886" y="1065"/>
                </a:lnTo>
                <a:lnTo>
                  <a:pt x="8886" y="1065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679" y="710"/>
                </a:lnTo>
                <a:lnTo>
                  <a:pt x="9997" y="710"/>
                </a:lnTo>
                <a:lnTo>
                  <a:pt x="10473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6674945" y="2628446"/>
            <a:ext cx="13329" cy="2928"/>
          </a:xfrm>
          <a:custGeom>
            <a:avLst/>
            <a:gdLst/>
            <a:ahLst/>
            <a:cxnLst/>
            <a:rect l="l" t="t" r="r" b="b"/>
            <a:pathLst>
              <a:path w="13329" h="2928">
                <a:moveTo>
                  <a:pt x="0" y="2928"/>
                </a:moveTo>
                <a:lnTo>
                  <a:pt x="317" y="2928"/>
                </a:lnTo>
                <a:lnTo>
                  <a:pt x="317" y="2928"/>
                </a:lnTo>
                <a:lnTo>
                  <a:pt x="317" y="2751"/>
                </a:lnTo>
                <a:lnTo>
                  <a:pt x="793" y="2751"/>
                </a:lnTo>
                <a:lnTo>
                  <a:pt x="1110" y="2573"/>
                </a:lnTo>
                <a:lnTo>
                  <a:pt x="1586" y="2573"/>
                </a:lnTo>
                <a:lnTo>
                  <a:pt x="1904" y="2573"/>
                </a:lnTo>
                <a:lnTo>
                  <a:pt x="1904" y="2307"/>
                </a:lnTo>
                <a:lnTo>
                  <a:pt x="2221" y="2307"/>
                </a:lnTo>
                <a:lnTo>
                  <a:pt x="2697" y="2307"/>
                </a:lnTo>
                <a:lnTo>
                  <a:pt x="3015" y="2307"/>
                </a:lnTo>
                <a:lnTo>
                  <a:pt x="3491" y="2307"/>
                </a:lnTo>
                <a:lnTo>
                  <a:pt x="3491" y="2130"/>
                </a:lnTo>
                <a:lnTo>
                  <a:pt x="3808" y="2130"/>
                </a:lnTo>
                <a:lnTo>
                  <a:pt x="4284" y="2130"/>
                </a:lnTo>
                <a:lnTo>
                  <a:pt x="4601" y="1863"/>
                </a:lnTo>
                <a:lnTo>
                  <a:pt x="4919" y="1863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420"/>
                </a:lnTo>
                <a:lnTo>
                  <a:pt x="6506" y="1420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8093" y="1242"/>
                </a:lnTo>
                <a:lnTo>
                  <a:pt x="8410" y="1242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203" y="798"/>
                </a:lnTo>
                <a:lnTo>
                  <a:pt x="9521" y="798"/>
                </a:lnTo>
                <a:lnTo>
                  <a:pt x="9997" y="798"/>
                </a:lnTo>
                <a:lnTo>
                  <a:pt x="10314" y="621"/>
                </a:lnTo>
                <a:lnTo>
                  <a:pt x="10790" y="621"/>
                </a:lnTo>
                <a:lnTo>
                  <a:pt x="10790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4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6688275" y="2625428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3017"/>
                </a:moveTo>
                <a:lnTo>
                  <a:pt x="476" y="3017"/>
                </a:lnTo>
                <a:lnTo>
                  <a:pt x="793" y="3017"/>
                </a:lnTo>
                <a:lnTo>
                  <a:pt x="793" y="2751"/>
                </a:lnTo>
                <a:lnTo>
                  <a:pt x="1269" y="2751"/>
                </a:lnTo>
                <a:lnTo>
                  <a:pt x="1586" y="2751"/>
                </a:lnTo>
                <a:lnTo>
                  <a:pt x="1586" y="2573"/>
                </a:lnTo>
                <a:lnTo>
                  <a:pt x="2062" y="2573"/>
                </a:lnTo>
                <a:lnTo>
                  <a:pt x="2380" y="2573"/>
                </a:lnTo>
                <a:lnTo>
                  <a:pt x="2697" y="2307"/>
                </a:lnTo>
                <a:lnTo>
                  <a:pt x="3173" y="2307"/>
                </a:lnTo>
                <a:lnTo>
                  <a:pt x="3491" y="2307"/>
                </a:lnTo>
                <a:lnTo>
                  <a:pt x="3491" y="2130"/>
                </a:lnTo>
                <a:lnTo>
                  <a:pt x="3967" y="2130"/>
                </a:lnTo>
                <a:lnTo>
                  <a:pt x="4284" y="2130"/>
                </a:lnTo>
                <a:lnTo>
                  <a:pt x="4284" y="2130"/>
                </a:lnTo>
                <a:lnTo>
                  <a:pt x="4284" y="1863"/>
                </a:lnTo>
                <a:lnTo>
                  <a:pt x="4601" y="1863"/>
                </a:lnTo>
                <a:lnTo>
                  <a:pt x="5077" y="1863"/>
                </a:lnTo>
                <a:lnTo>
                  <a:pt x="5395" y="1863"/>
                </a:lnTo>
                <a:lnTo>
                  <a:pt x="5871" y="1863"/>
                </a:lnTo>
                <a:lnTo>
                  <a:pt x="5871" y="1686"/>
                </a:lnTo>
                <a:lnTo>
                  <a:pt x="6188" y="1686"/>
                </a:lnTo>
                <a:lnTo>
                  <a:pt x="6664" y="1686"/>
                </a:lnTo>
                <a:lnTo>
                  <a:pt x="6982" y="1686"/>
                </a:lnTo>
                <a:lnTo>
                  <a:pt x="6982" y="1508"/>
                </a:lnTo>
                <a:lnTo>
                  <a:pt x="7299" y="1508"/>
                </a:lnTo>
                <a:lnTo>
                  <a:pt x="7775" y="1508"/>
                </a:lnTo>
                <a:lnTo>
                  <a:pt x="7775" y="1242"/>
                </a:lnTo>
                <a:lnTo>
                  <a:pt x="8093" y="1242"/>
                </a:lnTo>
                <a:lnTo>
                  <a:pt x="8569" y="1242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798"/>
                </a:lnTo>
                <a:lnTo>
                  <a:pt x="9997" y="798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177"/>
                </a:lnTo>
                <a:lnTo>
                  <a:pt x="13170" y="177"/>
                </a:lnTo>
                <a:lnTo>
                  <a:pt x="13488" y="177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6702081" y="2622588"/>
            <a:ext cx="13488" cy="2840"/>
          </a:xfrm>
          <a:custGeom>
            <a:avLst/>
            <a:gdLst/>
            <a:ahLst/>
            <a:cxnLst/>
            <a:rect l="l" t="t" r="r" b="b"/>
            <a:pathLst>
              <a:path w="13488" h="2840">
                <a:moveTo>
                  <a:pt x="0" y="2840"/>
                </a:moveTo>
                <a:lnTo>
                  <a:pt x="476" y="2840"/>
                </a:lnTo>
                <a:lnTo>
                  <a:pt x="793" y="2840"/>
                </a:lnTo>
                <a:lnTo>
                  <a:pt x="793" y="2840"/>
                </a:lnTo>
                <a:lnTo>
                  <a:pt x="793" y="2573"/>
                </a:lnTo>
                <a:lnTo>
                  <a:pt x="1269" y="2573"/>
                </a:lnTo>
                <a:lnTo>
                  <a:pt x="1586" y="2573"/>
                </a:lnTo>
                <a:lnTo>
                  <a:pt x="1586" y="2396"/>
                </a:lnTo>
                <a:lnTo>
                  <a:pt x="1904" y="2396"/>
                </a:lnTo>
                <a:lnTo>
                  <a:pt x="2380" y="2396"/>
                </a:lnTo>
                <a:lnTo>
                  <a:pt x="2697" y="2396"/>
                </a:lnTo>
                <a:lnTo>
                  <a:pt x="3173" y="2396"/>
                </a:lnTo>
                <a:lnTo>
                  <a:pt x="3491" y="2396"/>
                </a:lnTo>
                <a:lnTo>
                  <a:pt x="3491" y="2130"/>
                </a:lnTo>
                <a:lnTo>
                  <a:pt x="3967" y="2130"/>
                </a:lnTo>
                <a:lnTo>
                  <a:pt x="4284" y="2130"/>
                </a:lnTo>
                <a:lnTo>
                  <a:pt x="4284" y="2130"/>
                </a:lnTo>
                <a:lnTo>
                  <a:pt x="4601" y="1952"/>
                </a:lnTo>
                <a:lnTo>
                  <a:pt x="5077" y="1952"/>
                </a:lnTo>
                <a:lnTo>
                  <a:pt x="5077" y="1775"/>
                </a:lnTo>
                <a:lnTo>
                  <a:pt x="5395" y="1775"/>
                </a:lnTo>
                <a:lnTo>
                  <a:pt x="5871" y="1775"/>
                </a:lnTo>
                <a:lnTo>
                  <a:pt x="6188" y="1775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6982" y="1331"/>
                </a:lnTo>
                <a:lnTo>
                  <a:pt x="7299" y="1331"/>
                </a:lnTo>
                <a:lnTo>
                  <a:pt x="7775" y="1331"/>
                </a:lnTo>
                <a:lnTo>
                  <a:pt x="7775" y="1331"/>
                </a:lnTo>
                <a:lnTo>
                  <a:pt x="8093" y="1065"/>
                </a:lnTo>
                <a:lnTo>
                  <a:pt x="8569" y="1065"/>
                </a:lnTo>
                <a:lnTo>
                  <a:pt x="8886" y="1065"/>
                </a:lnTo>
                <a:lnTo>
                  <a:pt x="9203" y="1065"/>
                </a:lnTo>
                <a:lnTo>
                  <a:pt x="9679" y="1065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887"/>
                </a:lnTo>
                <a:lnTo>
                  <a:pt x="10790" y="887"/>
                </a:lnTo>
                <a:lnTo>
                  <a:pt x="10790" y="710"/>
                </a:lnTo>
                <a:lnTo>
                  <a:pt x="11108" y="710"/>
                </a:lnTo>
                <a:lnTo>
                  <a:pt x="11108" y="710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3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6715569" y="2620014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2573"/>
                </a:moveTo>
                <a:lnTo>
                  <a:pt x="317" y="2573"/>
                </a:lnTo>
                <a:lnTo>
                  <a:pt x="793" y="2573"/>
                </a:lnTo>
                <a:lnTo>
                  <a:pt x="1110" y="2573"/>
                </a:lnTo>
                <a:lnTo>
                  <a:pt x="1586" y="2573"/>
                </a:lnTo>
                <a:lnTo>
                  <a:pt x="1586" y="2396"/>
                </a:lnTo>
                <a:lnTo>
                  <a:pt x="1904" y="2396"/>
                </a:lnTo>
                <a:lnTo>
                  <a:pt x="2221" y="2396"/>
                </a:lnTo>
                <a:lnTo>
                  <a:pt x="2221" y="2218"/>
                </a:lnTo>
                <a:lnTo>
                  <a:pt x="2697" y="2218"/>
                </a:lnTo>
                <a:lnTo>
                  <a:pt x="3015" y="2218"/>
                </a:lnTo>
                <a:lnTo>
                  <a:pt x="3491" y="2218"/>
                </a:lnTo>
                <a:lnTo>
                  <a:pt x="3491" y="1952"/>
                </a:lnTo>
                <a:lnTo>
                  <a:pt x="3808" y="1952"/>
                </a:lnTo>
                <a:lnTo>
                  <a:pt x="4125" y="1952"/>
                </a:lnTo>
                <a:lnTo>
                  <a:pt x="4125" y="1775"/>
                </a:lnTo>
                <a:lnTo>
                  <a:pt x="4601" y="1775"/>
                </a:lnTo>
                <a:lnTo>
                  <a:pt x="4919" y="1775"/>
                </a:lnTo>
                <a:lnTo>
                  <a:pt x="5395" y="1775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331"/>
                </a:lnTo>
                <a:lnTo>
                  <a:pt x="6506" y="1331"/>
                </a:lnTo>
                <a:lnTo>
                  <a:pt x="6823" y="1331"/>
                </a:lnTo>
                <a:lnTo>
                  <a:pt x="7299" y="1331"/>
                </a:lnTo>
                <a:lnTo>
                  <a:pt x="7616" y="1331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727" y="1065"/>
                </a:lnTo>
                <a:lnTo>
                  <a:pt x="8727" y="887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9997" y="710"/>
                </a:lnTo>
                <a:lnTo>
                  <a:pt x="10314" y="710"/>
                </a:lnTo>
                <a:lnTo>
                  <a:pt x="10790" y="710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805" y="0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6729375" y="2617440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2573"/>
                </a:moveTo>
                <a:lnTo>
                  <a:pt x="317" y="2573"/>
                </a:lnTo>
                <a:lnTo>
                  <a:pt x="317" y="2396"/>
                </a:lnTo>
                <a:lnTo>
                  <a:pt x="793" y="2396"/>
                </a:lnTo>
                <a:lnTo>
                  <a:pt x="1110" y="2396"/>
                </a:lnTo>
                <a:lnTo>
                  <a:pt x="1586" y="2396"/>
                </a:lnTo>
                <a:lnTo>
                  <a:pt x="1586" y="2218"/>
                </a:lnTo>
                <a:lnTo>
                  <a:pt x="1904" y="2218"/>
                </a:lnTo>
                <a:lnTo>
                  <a:pt x="2221" y="2218"/>
                </a:lnTo>
                <a:lnTo>
                  <a:pt x="2221" y="1952"/>
                </a:lnTo>
                <a:lnTo>
                  <a:pt x="2697" y="1952"/>
                </a:lnTo>
                <a:lnTo>
                  <a:pt x="3015" y="1952"/>
                </a:lnTo>
                <a:lnTo>
                  <a:pt x="3491" y="1952"/>
                </a:lnTo>
                <a:lnTo>
                  <a:pt x="3491" y="1775"/>
                </a:lnTo>
                <a:lnTo>
                  <a:pt x="3808" y="1775"/>
                </a:lnTo>
                <a:lnTo>
                  <a:pt x="4125" y="1775"/>
                </a:lnTo>
                <a:lnTo>
                  <a:pt x="4601" y="1775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506" y="1331"/>
                </a:lnTo>
                <a:lnTo>
                  <a:pt x="6823" y="1331"/>
                </a:lnTo>
                <a:lnTo>
                  <a:pt x="7299" y="1331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203" y="710"/>
                </a:lnTo>
                <a:lnTo>
                  <a:pt x="9521" y="710"/>
                </a:lnTo>
                <a:lnTo>
                  <a:pt x="9997" y="710"/>
                </a:lnTo>
                <a:lnTo>
                  <a:pt x="10314" y="710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6742704" y="2614867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2573"/>
                </a:moveTo>
                <a:lnTo>
                  <a:pt x="476" y="2573"/>
                </a:lnTo>
                <a:lnTo>
                  <a:pt x="476" y="2573"/>
                </a:lnTo>
                <a:lnTo>
                  <a:pt x="793" y="2396"/>
                </a:lnTo>
                <a:lnTo>
                  <a:pt x="1269" y="2396"/>
                </a:lnTo>
                <a:lnTo>
                  <a:pt x="1586" y="2396"/>
                </a:lnTo>
                <a:lnTo>
                  <a:pt x="1586" y="2218"/>
                </a:lnTo>
                <a:lnTo>
                  <a:pt x="1904" y="2218"/>
                </a:lnTo>
                <a:lnTo>
                  <a:pt x="2380" y="2218"/>
                </a:lnTo>
                <a:lnTo>
                  <a:pt x="2697" y="2218"/>
                </a:lnTo>
                <a:lnTo>
                  <a:pt x="2697" y="1952"/>
                </a:lnTo>
                <a:lnTo>
                  <a:pt x="3173" y="1952"/>
                </a:lnTo>
                <a:lnTo>
                  <a:pt x="3491" y="1952"/>
                </a:lnTo>
                <a:lnTo>
                  <a:pt x="3491" y="1952"/>
                </a:lnTo>
                <a:lnTo>
                  <a:pt x="3491" y="1775"/>
                </a:lnTo>
                <a:lnTo>
                  <a:pt x="3967" y="1775"/>
                </a:lnTo>
                <a:lnTo>
                  <a:pt x="4284" y="1775"/>
                </a:lnTo>
                <a:lnTo>
                  <a:pt x="4601" y="1775"/>
                </a:lnTo>
                <a:lnTo>
                  <a:pt x="5077" y="1775"/>
                </a:lnTo>
                <a:lnTo>
                  <a:pt x="5395" y="1775"/>
                </a:lnTo>
                <a:lnTo>
                  <a:pt x="5871" y="1775"/>
                </a:lnTo>
                <a:lnTo>
                  <a:pt x="5871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331"/>
                </a:lnTo>
                <a:lnTo>
                  <a:pt x="6982" y="1331"/>
                </a:lnTo>
                <a:lnTo>
                  <a:pt x="7299" y="1331"/>
                </a:lnTo>
                <a:lnTo>
                  <a:pt x="7775" y="1331"/>
                </a:lnTo>
                <a:lnTo>
                  <a:pt x="7775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679" y="710"/>
                </a:lnTo>
                <a:lnTo>
                  <a:pt x="9997" y="710"/>
                </a:lnTo>
                <a:lnTo>
                  <a:pt x="10473" y="710"/>
                </a:lnTo>
                <a:lnTo>
                  <a:pt x="10790" y="710"/>
                </a:lnTo>
                <a:lnTo>
                  <a:pt x="11108" y="710"/>
                </a:lnTo>
                <a:lnTo>
                  <a:pt x="11584" y="710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805" y="0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6756510" y="2612559"/>
            <a:ext cx="13488" cy="2307"/>
          </a:xfrm>
          <a:custGeom>
            <a:avLst/>
            <a:gdLst/>
            <a:ahLst/>
            <a:cxnLst/>
            <a:rect l="l" t="t" r="r" b="b"/>
            <a:pathLst>
              <a:path w="13488" h="2307">
                <a:moveTo>
                  <a:pt x="0" y="2307"/>
                </a:moveTo>
                <a:lnTo>
                  <a:pt x="476" y="2307"/>
                </a:lnTo>
                <a:lnTo>
                  <a:pt x="793" y="2307"/>
                </a:lnTo>
                <a:lnTo>
                  <a:pt x="793" y="2130"/>
                </a:lnTo>
                <a:lnTo>
                  <a:pt x="1269" y="2130"/>
                </a:lnTo>
                <a:lnTo>
                  <a:pt x="1586" y="2130"/>
                </a:lnTo>
                <a:lnTo>
                  <a:pt x="1904" y="2130"/>
                </a:lnTo>
                <a:lnTo>
                  <a:pt x="1904" y="2130"/>
                </a:lnTo>
                <a:lnTo>
                  <a:pt x="1904" y="1952"/>
                </a:lnTo>
                <a:lnTo>
                  <a:pt x="2380" y="1952"/>
                </a:lnTo>
                <a:lnTo>
                  <a:pt x="2697" y="1952"/>
                </a:lnTo>
                <a:lnTo>
                  <a:pt x="2697" y="1686"/>
                </a:lnTo>
                <a:lnTo>
                  <a:pt x="3173" y="1686"/>
                </a:lnTo>
                <a:lnTo>
                  <a:pt x="3491" y="1686"/>
                </a:lnTo>
                <a:lnTo>
                  <a:pt x="3808" y="1686"/>
                </a:lnTo>
                <a:lnTo>
                  <a:pt x="4284" y="1686"/>
                </a:lnTo>
                <a:lnTo>
                  <a:pt x="4601" y="1686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6188" y="1508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6982" y="1242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8093" y="1065"/>
                </a:lnTo>
                <a:lnTo>
                  <a:pt x="8093" y="798"/>
                </a:lnTo>
                <a:lnTo>
                  <a:pt x="8410" y="798"/>
                </a:lnTo>
                <a:lnTo>
                  <a:pt x="8886" y="798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1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6769999" y="2610429"/>
            <a:ext cx="13329" cy="2130"/>
          </a:xfrm>
          <a:custGeom>
            <a:avLst/>
            <a:gdLst/>
            <a:ahLst/>
            <a:cxnLst/>
            <a:rect l="l" t="t" r="r" b="b"/>
            <a:pathLst>
              <a:path w="13329" h="2130">
                <a:moveTo>
                  <a:pt x="0" y="2130"/>
                </a:moveTo>
                <a:lnTo>
                  <a:pt x="317" y="2130"/>
                </a:lnTo>
                <a:lnTo>
                  <a:pt x="793" y="2130"/>
                </a:lnTo>
                <a:lnTo>
                  <a:pt x="793" y="2130"/>
                </a:lnTo>
                <a:lnTo>
                  <a:pt x="1110" y="1863"/>
                </a:lnTo>
                <a:lnTo>
                  <a:pt x="1428" y="1863"/>
                </a:lnTo>
                <a:lnTo>
                  <a:pt x="1904" y="1863"/>
                </a:lnTo>
                <a:lnTo>
                  <a:pt x="1904" y="1686"/>
                </a:lnTo>
                <a:lnTo>
                  <a:pt x="2221" y="1686"/>
                </a:lnTo>
                <a:lnTo>
                  <a:pt x="2697" y="1686"/>
                </a:lnTo>
                <a:lnTo>
                  <a:pt x="3015" y="1686"/>
                </a:lnTo>
                <a:lnTo>
                  <a:pt x="3015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242"/>
                </a:lnTo>
                <a:lnTo>
                  <a:pt x="5712" y="1242"/>
                </a:lnTo>
                <a:lnTo>
                  <a:pt x="6030" y="1242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299" y="1065"/>
                </a:lnTo>
                <a:lnTo>
                  <a:pt x="7616" y="798"/>
                </a:lnTo>
                <a:lnTo>
                  <a:pt x="8093" y="798"/>
                </a:lnTo>
                <a:lnTo>
                  <a:pt x="8410" y="798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521" y="355"/>
                </a:lnTo>
                <a:lnTo>
                  <a:pt x="9997" y="355"/>
                </a:lnTo>
                <a:lnTo>
                  <a:pt x="10314" y="355"/>
                </a:lnTo>
                <a:lnTo>
                  <a:pt x="10631" y="355"/>
                </a:lnTo>
                <a:lnTo>
                  <a:pt x="10631" y="177"/>
                </a:lnTo>
                <a:lnTo>
                  <a:pt x="11108" y="177"/>
                </a:lnTo>
                <a:lnTo>
                  <a:pt x="11425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20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6783328" y="2608210"/>
            <a:ext cx="13488" cy="2218"/>
          </a:xfrm>
          <a:custGeom>
            <a:avLst/>
            <a:gdLst/>
            <a:ahLst/>
            <a:cxnLst/>
            <a:rect l="l" t="t" r="r" b="b"/>
            <a:pathLst>
              <a:path w="13488" h="2218">
                <a:moveTo>
                  <a:pt x="0" y="2218"/>
                </a:moveTo>
                <a:lnTo>
                  <a:pt x="476" y="2218"/>
                </a:lnTo>
                <a:lnTo>
                  <a:pt x="793" y="2218"/>
                </a:lnTo>
                <a:lnTo>
                  <a:pt x="793" y="1952"/>
                </a:lnTo>
                <a:lnTo>
                  <a:pt x="1269" y="1952"/>
                </a:lnTo>
                <a:lnTo>
                  <a:pt x="1586" y="1952"/>
                </a:lnTo>
                <a:lnTo>
                  <a:pt x="1904" y="1775"/>
                </a:lnTo>
                <a:lnTo>
                  <a:pt x="2380" y="1775"/>
                </a:lnTo>
                <a:lnTo>
                  <a:pt x="2697" y="1775"/>
                </a:lnTo>
                <a:lnTo>
                  <a:pt x="2697" y="1508"/>
                </a:lnTo>
                <a:lnTo>
                  <a:pt x="3173" y="1508"/>
                </a:lnTo>
                <a:lnTo>
                  <a:pt x="3491" y="1508"/>
                </a:lnTo>
                <a:lnTo>
                  <a:pt x="3808" y="1508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331"/>
                </a:lnTo>
                <a:lnTo>
                  <a:pt x="5395" y="1331"/>
                </a:lnTo>
                <a:lnTo>
                  <a:pt x="5871" y="1331"/>
                </a:lnTo>
                <a:lnTo>
                  <a:pt x="6188" y="1331"/>
                </a:lnTo>
                <a:lnTo>
                  <a:pt x="6506" y="1153"/>
                </a:lnTo>
                <a:lnTo>
                  <a:pt x="6982" y="1153"/>
                </a:lnTo>
                <a:lnTo>
                  <a:pt x="7299" y="1153"/>
                </a:lnTo>
                <a:lnTo>
                  <a:pt x="7299" y="887"/>
                </a:lnTo>
                <a:lnTo>
                  <a:pt x="7775" y="887"/>
                </a:lnTo>
                <a:lnTo>
                  <a:pt x="8093" y="887"/>
                </a:lnTo>
                <a:lnTo>
                  <a:pt x="8410" y="887"/>
                </a:lnTo>
                <a:lnTo>
                  <a:pt x="8886" y="710"/>
                </a:lnTo>
                <a:lnTo>
                  <a:pt x="9203" y="710"/>
                </a:lnTo>
                <a:lnTo>
                  <a:pt x="9679" y="710"/>
                </a:lnTo>
                <a:lnTo>
                  <a:pt x="9679" y="443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20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6796817" y="2606080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2130"/>
                </a:moveTo>
                <a:lnTo>
                  <a:pt x="317" y="2130"/>
                </a:lnTo>
                <a:lnTo>
                  <a:pt x="793" y="2130"/>
                </a:lnTo>
                <a:lnTo>
                  <a:pt x="793" y="2130"/>
                </a:lnTo>
                <a:lnTo>
                  <a:pt x="1110" y="1952"/>
                </a:lnTo>
                <a:lnTo>
                  <a:pt x="1428" y="1952"/>
                </a:lnTo>
                <a:lnTo>
                  <a:pt x="1904" y="1952"/>
                </a:lnTo>
                <a:lnTo>
                  <a:pt x="1904" y="1775"/>
                </a:lnTo>
                <a:lnTo>
                  <a:pt x="2221" y="1775"/>
                </a:lnTo>
                <a:lnTo>
                  <a:pt x="2697" y="1775"/>
                </a:lnTo>
                <a:lnTo>
                  <a:pt x="3015" y="1775"/>
                </a:lnTo>
                <a:lnTo>
                  <a:pt x="3491" y="1775"/>
                </a:lnTo>
                <a:lnTo>
                  <a:pt x="3491" y="1508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8093" y="1065"/>
                </a:lnTo>
                <a:lnTo>
                  <a:pt x="8093" y="1065"/>
                </a:lnTo>
                <a:lnTo>
                  <a:pt x="8093" y="887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521" y="710"/>
                </a:lnTo>
                <a:lnTo>
                  <a:pt x="9997" y="710"/>
                </a:lnTo>
                <a:lnTo>
                  <a:pt x="10314" y="710"/>
                </a:lnTo>
                <a:lnTo>
                  <a:pt x="10314" y="443"/>
                </a:lnTo>
                <a:lnTo>
                  <a:pt x="10631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1901" y="443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6810622" y="2604216"/>
            <a:ext cx="13329" cy="1863"/>
          </a:xfrm>
          <a:custGeom>
            <a:avLst/>
            <a:gdLst/>
            <a:ahLst/>
            <a:cxnLst/>
            <a:rect l="l" t="t" r="r" b="b"/>
            <a:pathLst>
              <a:path w="13329" h="1863">
                <a:moveTo>
                  <a:pt x="0" y="1863"/>
                </a:moveTo>
                <a:lnTo>
                  <a:pt x="317" y="1863"/>
                </a:lnTo>
                <a:lnTo>
                  <a:pt x="317" y="1686"/>
                </a:lnTo>
                <a:lnTo>
                  <a:pt x="793" y="1686"/>
                </a:lnTo>
                <a:lnTo>
                  <a:pt x="1110" y="1686"/>
                </a:lnTo>
                <a:lnTo>
                  <a:pt x="1428" y="1686"/>
                </a:lnTo>
                <a:lnTo>
                  <a:pt x="1904" y="1686"/>
                </a:lnTo>
                <a:lnTo>
                  <a:pt x="2221" y="1686"/>
                </a:lnTo>
                <a:lnTo>
                  <a:pt x="2697" y="1686"/>
                </a:lnTo>
                <a:lnTo>
                  <a:pt x="3015" y="1420"/>
                </a:lnTo>
                <a:lnTo>
                  <a:pt x="3332" y="1420"/>
                </a:lnTo>
                <a:lnTo>
                  <a:pt x="3808" y="1420"/>
                </a:lnTo>
                <a:lnTo>
                  <a:pt x="4125" y="1420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6823" y="798"/>
                </a:lnTo>
                <a:lnTo>
                  <a:pt x="7299" y="798"/>
                </a:lnTo>
                <a:lnTo>
                  <a:pt x="7616" y="798"/>
                </a:lnTo>
                <a:lnTo>
                  <a:pt x="7934" y="798"/>
                </a:lnTo>
                <a:lnTo>
                  <a:pt x="7934" y="621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10314" y="621"/>
                </a:lnTo>
                <a:lnTo>
                  <a:pt x="10631" y="621"/>
                </a:lnTo>
                <a:lnTo>
                  <a:pt x="10631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355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9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6823952" y="2602441"/>
            <a:ext cx="13805" cy="1775"/>
          </a:xfrm>
          <a:custGeom>
            <a:avLst/>
            <a:gdLst/>
            <a:ahLst/>
            <a:cxnLst/>
            <a:rect l="l" t="t" r="r" b="b"/>
            <a:pathLst>
              <a:path w="13805" h="1775">
                <a:moveTo>
                  <a:pt x="0" y="1775"/>
                </a:moveTo>
                <a:lnTo>
                  <a:pt x="476" y="1775"/>
                </a:lnTo>
                <a:lnTo>
                  <a:pt x="793" y="1775"/>
                </a:lnTo>
                <a:lnTo>
                  <a:pt x="1269" y="1775"/>
                </a:lnTo>
                <a:lnTo>
                  <a:pt x="1269" y="1508"/>
                </a:lnTo>
                <a:lnTo>
                  <a:pt x="1586" y="1508"/>
                </a:lnTo>
                <a:lnTo>
                  <a:pt x="1904" y="1508"/>
                </a:lnTo>
                <a:lnTo>
                  <a:pt x="2380" y="1508"/>
                </a:lnTo>
                <a:lnTo>
                  <a:pt x="2380" y="1508"/>
                </a:lnTo>
                <a:lnTo>
                  <a:pt x="2697" y="1331"/>
                </a:lnTo>
                <a:lnTo>
                  <a:pt x="3173" y="1331"/>
                </a:lnTo>
                <a:lnTo>
                  <a:pt x="3491" y="1331"/>
                </a:lnTo>
                <a:lnTo>
                  <a:pt x="3808" y="1331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775" y="887"/>
                </a:lnTo>
                <a:lnTo>
                  <a:pt x="8093" y="887"/>
                </a:lnTo>
                <a:lnTo>
                  <a:pt x="8093" y="621"/>
                </a:lnTo>
                <a:lnTo>
                  <a:pt x="8410" y="621"/>
                </a:lnTo>
                <a:lnTo>
                  <a:pt x="8886" y="621"/>
                </a:lnTo>
                <a:lnTo>
                  <a:pt x="9203" y="621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377" y="266"/>
                </a:lnTo>
                <a:lnTo>
                  <a:pt x="12377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9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6837758" y="2600754"/>
            <a:ext cx="13488" cy="1686"/>
          </a:xfrm>
          <a:custGeom>
            <a:avLst/>
            <a:gdLst/>
            <a:ahLst/>
            <a:cxnLst/>
            <a:rect l="l" t="t" r="r" b="b"/>
            <a:pathLst>
              <a:path w="13488" h="1686">
                <a:moveTo>
                  <a:pt x="0" y="1686"/>
                </a:moveTo>
                <a:lnTo>
                  <a:pt x="476" y="1686"/>
                </a:lnTo>
                <a:lnTo>
                  <a:pt x="793" y="1686"/>
                </a:lnTo>
                <a:lnTo>
                  <a:pt x="1110" y="1508"/>
                </a:lnTo>
                <a:lnTo>
                  <a:pt x="1586" y="1508"/>
                </a:lnTo>
                <a:lnTo>
                  <a:pt x="1904" y="1508"/>
                </a:lnTo>
                <a:lnTo>
                  <a:pt x="2380" y="1508"/>
                </a:lnTo>
                <a:lnTo>
                  <a:pt x="2697" y="1508"/>
                </a:lnTo>
                <a:lnTo>
                  <a:pt x="2697" y="1242"/>
                </a:lnTo>
                <a:lnTo>
                  <a:pt x="3173" y="1242"/>
                </a:lnTo>
                <a:lnTo>
                  <a:pt x="3491" y="1242"/>
                </a:lnTo>
                <a:lnTo>
                  <a:pt x="3808" y="1242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395" y="887"/>
                </a:lnTo>
                <a:lnTo>
                  <a:pt x="5712" y="887"/>
                </a:lnTo>
                <a:lnTo>
                  <a:pt x="6188" y="887"/>
                </a:lnTo>
                <a:lnTo>
                  <a:pt x="6506" y="887"/>
                </a:lnTo>
                <a:lnTo>
                  <a:pt x="6982" y="887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8093" y="621"/>
                </a:lnTo>
                <a:lnTo>
                  <a:pt x="8410" y="621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9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6851246" y="2599068"/>
            <a:ext cx="13805" cy="1686"/>
          </a:xfrm>
          <a:custGeom>
            <a:avLst/>
            <a:gdLst/>
            <a:ahLst/>
            <a:cxnLst/>
            <a:rect l="l" t="t" r="r" b="b"/>
            <a:pathLst>
              <a:path w="13805" h="1686">
                <a:moveTo>
                  <a:pt x="0" y="1686"/>
                </a:moveTo>
                <a:lnTo>
                  <a:pt x="317" y="1686"/>
                </a:lnTo>
                <a:lnTo>
                  <a:pt x="793" y="1686"/>
                </a:lnTo>
                <a:lnTo>
                  <a:pt x="793" y="1420"/>
                </a:lnTo>
                <a:lnTo>
                  <a:pt x="1110" y="1420"/>
                </a:lnTo>
                <a:lnTo>
                  <a:pt x="1428" y="1420"/>
                </a:lnTo>
                <a:lnTo>
                  <a:pt x="1904" y="1420"/>
                </a:lnTo>
                <a:lnTo>
                  <a:pt x="2221" y="1420"/>
                </a:lnTo>
                <a:lnTo>
                  <a:pt x="2221" y="1420"/>
                </a:lnTo>
                <a:lnTo>
                  <a:pt x="2221" y="1242"/>
                </a:lnTo>
                <a:lnTo>
                  <a:pt x="2697" y="1242"/>
                </a:lnTo>
                <a:lnTo>
                  <a:pt x="3015" y="1242"/>
                </a:lnTo>
                <a:lnTo>
                  <a:pt x="3332" y="1242"/>
                </a:lnTo>
                <a:lnTo>
                  <a:pt x="3808" y="1242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6823" y="798"/>
                </a:lnTo>
                <a:lnTo>
                  <a:pt x="7299" y="798"/>
                </a:lnTo>
                <a:lnTo>
                  <a:pt x="7616" y="798"/>
                </a:lnTo>
                <a:lnTo>
                  <a:pt x="7934" y="798"/>
                </a:lnTo>
                <a:lnTo>
                  <a:pt x="8410" y="798"/>
                </a:lnTo>
                <a:lnTo>
                  <a:pt x="8410" y="621"/>
                </a:lnTo>
                <a:lnTo>
                  <a:pt x="8727" y="621"/>
                </a:lnTo>
                <a:lnTo>
                  <a:pt x="9203" y="621"/>
                </a:lnTo>
                <a:lnTo>
                  <a:pt x="9521" y="621"/>
                </a:lnTo>
                <a:lnTo>
                  <a:pt x="9997" y="621"/>
                </a:lnTo>
                <a:lnTo>
                  <a:pt x="9997" y="355"/>
                </a:lnTo>
                <a:lnTo>
                  <a:pt x="10314" y="355"/>
                </a:lnTo>
                <a:lnTo>
                  <a:pt x="10631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355"/>
                </a:lnTo>
                <a:lnTo>
                  <a:pt x="11901" y="177"/>
                </a:lnTo>
                <a:lnTo>
                  <a:pt x="12218" y="177"/>
                </a:lnTo>
                <a:lnTo>
                  <a:pt x="12536" y="177"/>
                </a:lnTo>
                <a:lnTo>
                  <a:pt x="13012" y="177"/>
                </a:lnTo>
                <a:lnTo>
                  <a:pt x="13329" y="177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8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6865052" y="2597737"/>
            <a:ext cx="13012" cy="1331"/>
          </a:xfrm>
          <a:custGeom>
            <a:avLst/>
            <a:gdLst/>
            <a:ahLst/>
            <a:cxnLst/>
            <a:rect l="l" t="t" r="r" b="b"/>
            <a:pathLst>
              <a:path w="13012" h="1331">
                <a:moveTo>
                  <a:pt x="0" y="1331"/>
                </a:moveTo>
                <a:lnTo>
                  <a:pt x="317" y="1331"/>
                </a:lnTo>
                <a:lnTo>
                  <a:pt x="634" y="1331"/>
                </a:lnTo>
                <a:lnTo>
                  <a:pt x="1110" y="1331"/>
                </a:lnTo>
                <a:lnTo>
                  <a:pt x="1110" y="1065"/>
                </a:lnTo>
                <a:lnTo>
                  <a:pt x="1428" y="1065"/>
                </a:lnTo>
                <a:lnTo>
                  <a:pt x="1904" y="1065"/>
                </a:lnTo>
                <a:lnTo>
                  <a:pt x="2221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7934" y="621"/>
                </a:lnTo>
                <a:lnTo>
                  <a:pt x="7934" y="621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521" y="443"/>
                </a:lnTo>
                <a:lnTo>
                  <a:pt x="9521" y="266"/>
                </a:lnTo>
                <a:lnTo>
                  <a:pt x="9838" y="266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</a:path>
            </a:pathLst>
          </a:custGeom>
          <a:ln w="2182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6878064" y="2596494"/>
            <a:ext cx="13805" cy="1242"/>
          </a:xfrm>
          <a:custGeom>
            <a:avLst/>
            <a:gdLst/>
            <a:ahLst/>
            <a:cxnLst/>
            <a:rect l="l" t="t" r="r" b="b"/>
            <a:pathLst>
              <a:path w="13805" h="1242">
                <a:moveTo>
                  <a:pt x="0" y="1242"/>
                </a:moveTo>
                <a:lnTo>
                  <a:pt x="317" y="1242"/>
                </a:lnTo>
                <a:lnTo>
                  <a:pt x="793" y="1242"/>
                </a:lnTo>
                <a:lnTo>
                  <a:pt x="1110" y="1242"/>
                </a:lnTo>
                <a:lnTo>
                  <a:pt x="1428" y="1242"/>
                </a:lnTo>
                <a:lnTo>
                  <a:pt x="1904" y="1242"/>
                </a:lnTo>
                <a:lnTo>
                  <a:pt x="1904" y="1065"/>
                </a:lnTo>
                <a:lnTo>
                  <a:pt x="2221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798"/>
                </a:lnTo>
                <a:lnTo>
                  <a:pt x="4125" y="798"/>
                </a:lnTo>
                <a:lnTo>
                  <a:pt x="4601" y="798"/>
                </a:lnTo>
                <a:lnTo>
                  <a:pt x="4919" y="798"/>
                </a:lnTo>
                <a:lnTo>
                  <a:pt x="5395" y="798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355"/>
                </a:lnTo>
                <a:lnTo>
                  <a:pt x="7934" y="355"/>
                </a:lnTo>
                <a:lnTo>
                  <a:pt x="8410" y="355"/>
                </a:lnTo>
                <a:lnTo>
                  <a:pt x="8727" y="355"/>
                </a:lnTo>
                <a:lnTo>
                  <a:pt x="9203" y="355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6891870" y="2595163"/>
            <a:ext cx="13329" cy="1331"/>
          </a:xfrm>
          <a:custGeom>
            <a:avLst/>
            <a:gdLst/>
            <a:ahLst/>
            <a:cxnLst/>
            <a:rect l="l" t="t" r="r" b="b"/>
            <a:pathLst>
              <a:path w="13329" h="1331">
                <a:moveTo>
                  <a:pt x="0" y="1331"/>
                </a:moveTo>
                <a:lnTo>
                  <a:pt x="317" y="1331"/>
                </a:lnTo>
                <a:lnTo>
                  <a:pt x="793" y="1331"/>
                </a:lnTo>
                <a:lnTo>
                  <a:pt x="1110" y="1331"/>
                </a:lnTo>
                <a:lnTo>
                  <a:pt x="1110" y="1065"/>
                </a:lnTo>
                <a:lnTo>
                  <a:pt x="1428" y="1065"/>
                </a:lnTo>
                <a:lnTo>
                  <a:pt x="1904" y="1065"/>
                </a:lnTo>
                <a:lnTo>
                  <a:pt x="2221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015" y="887"/>
                </a:lnTo>
                <a:lnTo>
                  <a:pt x="3332" y="887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4919" y="621"/>
                </a:lnTo>
                <a:lnTo>
                  <a:pt x="5236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823" y="621"/>
                </a:lnTo>
                <a:lnTo>
                  <a:pt x="6823" y="621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8410" y="443"/>
                </a:lnTo>
                <a:lnTo>
                  <a:pt x="8727" y="443"/>
                </a:lnTo>
                <a:lnTo>
                  <a:pt x="9203" y="443"/>
                </a:lnTo>
                <a:lnTo>
                  <a:pt x="9203" y="266"/>
                </a:lnTo>
                <a:lnTo>
                  <a:pt x="9521" y="266"/>
                </a:lnTo>
                <a:lnTo>
                  <a:pt x="9838" y="266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536" y="266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218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6905199" y="2594098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1065"/>
                </a:moveTo>
                <a:lnTo>
                  <a:pt x="476" y="1065"/>
                </a:lnTo>
                <a:lnTo>
                  <a:pt x="793" y="1065"/>
                </a:lnTo>
                <a:lnTo>
                  <a:pt x="1110" y="1065"/>
                </a:lnTo>
                <a:lnTo>
                  <a:pt x="1586" y="1065"/>
                </a:lnTo>
                <a:lnTo>
                  <a:pt x="1904" y="1065"/>
                </a:lnTo>
                <a:lnTo>
                  <a:pt x="2380" y="1065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621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616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8886" y="443"/>
                </a:lnTo>
                <a:lnTo>
                  <a:pt x="9203" y="177"/>
                </a:lnTo>
                <a:lnTo>
                  <a:pt x="9679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584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6919005" y="2593033"/>
            <a:ext cx="13488" cy="1065"/>
          </a:xfrm>
          <a:custGeom>
            <a:avLst/>
            <a:gdLst/>
            <a:ahLst/>
            <a:cxnLst/>
            <a:rect l="l" t="t" r="r" b="b"/>
            <a:pathLst>
              <a:path w="13488" h="1065">
                <a:moveTo>
                  <a:pt x="0" y="1065"/>
                </a:moveTo>
                <a:lnTo>
                  <a:pt x="476" y="1065"/>
                </a:lnTo>
                <a:lnTo>
                  <a:pt x="793" y="1065"/>
                </a:lnTo>
                <a:lnTo>
                  <a:pt x="1110" y="1065"/>
                </a:lnTo>
                <a:lnTo>
                  <a:pt x="1586" y="1065"/>
                </a:lnTo>
                <a:lnTo>
                  <a:pt x="1904" y="1065"/>
                </a:lnTo>
                <a:lnTo>
                  <a:pt x="2380" y="1065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077" y="621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299" y="443"/>
                </a:lnTo>
                <a:lnTo>
                  <a:pt x="7616" y="443"/>
                </a:lnTo>
                <a:lnTo>
                  <a:pt x="8093" y="443"/>
                </a:lnTo>
                <a:lnTo>
                  <a:pt x="8410" y="443"/>
                </a:lnTo>
                <a:lnTo>
                  <a:pt x="8886" y="443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7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6932494" y="2592411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621"/>
                </a:moveTo>
                <a:lnTo>
                  <a:pt x="317" y="621"/>
                </a:lnTo>
                <a:lnTo>
                  <a:pt x="634" y="621"/>
                </a:lnTo>
                <a:lnTo>
                  <a:pt x="1110" y="621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4919" y="443"/>
                </a:lnTo>
                <a:lnTo>
                  <a:pt x="5236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823" y="443"/>
                </a:lnTo>
                <a:lnTo>
                  <a:pt x="7299" y="443"/>
                </a:lnTo>
                <a:lnTo>
                  <a:pt x="7616" y="443"/>
                </a:lnTo>
                <a:lnTo>
                  <a:pt x="7934" y="443"/>
                </a:lnTo>
                <a:lnTo>
                  <a:pt x="7934" y="177"/>
                </a:lnTo>
                <a:lnTo>
                  <a:pt x="8410" y="177"/>
                </a:lnTo>
                <a:lnTo>
                  <a:pt x="8727" y="177"/>
                </a:lnTo>
                <a:lnTo>
                  <a:pt x="9203" y="177"/>
                </a:lnTo>
                <a:lnTo>
                  <a:pt x="9521" y="177"/>
                </a:lnTo>
                <a:lnTo>
                  <a:pt x="9838" y="177"/>
                </a:lnTo>
                <a:lnTo>
                  <a:pt x="10314" y="177"/>
                </a:lnTo>
                <a:lnTo>
                  <a:pt x="10631" y="177"/>
                </a:lnTo>
                <a:lnTo>
                  <a:pt x="11108" y="177"/>
                </a:lnTo>
                <a:lnTo>
                  <a:pt x="11108" y="0"/>
                </a:lnTo>
                <a:lnTo>
                  <a:pt x="11425" y="0"/>
                </a:lnTo>
                <a:lnTo>
                  <a:pt x="11742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6946299" y="2591701"/>
            <a:ext cx="13329" cy="710"/>
          </a:xfrm>
          <a:custGeom>
            <a:avLst/>
            <a:gdLst/>
            <a:ahLst/>
            <a:cxnLst/>
            <a:rect l="l" t="t" r="r" b="b"/>
            <a:pathLst>
              <a:path w="13329" h="710">
                <a:moveTo>
                  <a:pt x="0" y="710"/>
                </a:moveTo>
                <a:lnTo>
                  <a:pt x="317" y="710"/>
                </a:lnTo>
                <a:lnTo>
                  <a:pt x="634" y="443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538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3808" y="266"/>
                </a:lnTo>
                <a:lnTo>
                  <a:pt x="4125" y="266"/>
                </a:lnTo>
                <a:lnTo>
                  <a:pt x="4601" y="266"/>
                </a:lnTo>
                <a:lnTo>
                  <a:pt x="4919" y="266"/>
                </a:lnTo>
                <a:lnTo>
                  <a:pt x="5236" y="266"/>
                </a:lnTo>
                <a:lnTo>
                  <a:pt x="5712" y="266"/>
                </a:lnTo>
                <a:lnTo>
                  <a:pt x="6030" y="266"/>
                </a:lnTo>
                <a:lnTo>
                  <a:pt x="6506" y="266"/>
                </a:lnTo>
                <a:lnTo>
                  <a:pt x="6823" y="266"/>
                </a:lnTo>
                <a:lnTo>
                  <a:pt x="6823" y="0"/>
                </a:lnTo>
                <a:lnTo>
                  <a:pt x="7140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838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742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216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6959629" y="2591080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621"/>
                </a:moveTo>
                <a:lnTo>
                  <a:pt x="317" y="621"/>
                </a:lnTo>
                <a:lnTo>
                  <a:pt x="793" y="621"/>
                </a:lnTo>
                <a:lnTo>
                  <a:pt x="1110" y="621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982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886" y="266"/>
                </a:lnTo>
                <a:lnTo>
                  <a:pt x="9203" y="266"/>
                </a:lnTo>
                <a:lnTo>
                  <a:pt x="9521" y="266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6973435" y="2590636"/>
            <a:ext cx="13012" cy="443"/>
          </a:xfrm>
          <a:custGeom>
            <a:avLst/>
            <a:gdLst/>
            <a:ahLst/>
            <a:cxnLst/>
            <a:rect l="l" t="t" r="r" b="b"/>
            <a:pathLst>
              <a:path w="13012" h="443">
                <a:moveTo>
                  <a:pt x="0" y="443"/>
                </a:moveTo>
                <a:lnTo>
                  <a:pt x="317" y="443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8093" y="0"/>
                </a:lnTo>
                <a:lnTo>
                  <a:pt x="8410" y="0"/>
                </a:lnTo>
                <a:lnTo>
                  <a:pt x="8886" y="0"/>
                </a:lnTo>
                <a:lnTo>
                  <a:pt x="9203" y="0"/>
                </a:lnTo>
                <a:lnTo>
                  <a:pt x="9521" y="0"/>
                </a:lnTo>
                <a:lnTo>
                  <a:pt x="9997" y="0"/>
                </a:lnTo>
                <a:lnTo>
                  <a:pt x="10314" y="0"/>
                </a:lnTo>
                <a:lnTo>
                  <a:pt x="10790" y="0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</a:path>
            </a:pathLst>
          </a:custGeom>
          <a:ln w="216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6986447" y="2590281"/>
            <a:ext cx="13805" cy="355"/>
          </a:xfrm>
          <a:custGeom>
            <a:avLst/>
            <a:gdLst/>
            <a:ahLst/>
            <a:cxnLst/>
            <a:rect l="l" t="t" r="r" b="b"/>
            <a:pathLst>
              <a:path w="13805" h="355">
                <a:moveTo>
                  <a:pt x="0" y="355"/>
                </a:moveTo>
                <a:lnTo>
                  <a:pt x="476" y="355"/>
                </a:lnTo>
                <a:lnTo>
                  <a:pt x="793" y="355"/>
                </a:lnTo>
                <a:lnTo>
                  <a:pt x="1110" y="355"/>
                </a:lnTo>
                <a:lnTo>
                  <a:pt x="1586" y="355"/>
                </a:lnTo>
                <a:lnTo>
                  <a:pt x="1904" y="355"/>
                </a:lnTo>
                <a:lnTo>
                  <a:pt x="2380" y="355"/>
                </a:lnTo>
                <a:lnTo>
                  <a:pt x="2697" y="355"/>
                </a:lnTo>
                <a:lnTo>
                  <a:pt x="3015" y="355"/>
                </a:lnTo>
                <a:lnTo>
                  <a:pt x="3491" y="355"/>
                </a:lnTo>
                <a:lnTo>
                  <a:pt x="3808" y="355"/>
                </a:lnTo>
                <a:lnTo>
                  <a:pt x="4284" y="355"/>
                </a:lnTo>
                <a:lnTo>
                  <a:pt x="4601" y="355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982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886" y="177"/>
                </a:lnTo>
                <a:lnTo>
                  <a:pt x="9203" y="177"/>
                </a:lnTo>
                <a:lnTo>
                  <a:pt x="9521" y="177"/>
                </a:lnTo>
                <a:lnTo>
                  <a:pt x="9997" y="177"/>
                </a:lnTo>
                <a:lnTo>
                  <a:pt x="10314" y="177"/>
                </a:lnTo>
                <a:lnTo>
                  <a:pt x="10790" y="177"/>
                </a:lnTo>
                <a:lnTo>
                  <a:pt x="11108" y="177"/>
                </a:lnTo>
                <a:lnTo>
                  <a:pt x="11584" y="177"/>
                </a:lnTo>
                <a:lnTo>
                  <a:pt x="11901" y="177"/>
                </a:lnTo>
                <a:lnTo>
                  <a:pt x="12218" y="177"/>
                </a:lnTo>
                <a:lnTo>
                  <a:pt x="12694" y="177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216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7000253" y="2590015"/>
            <a:ext cx="13488" cy="266"/>
          </a:xfrm>
          <a:custGeom>
            <a:avLst/>
            <a:gdLst/>
            <a:ahLst/>
            <a:cxnLst/>
            <a:rect l="l" t="t" r="r" b="b"/>
            <a:pathLst>
              <a:path w="13488" h="266">
                <a:moveTo>
                  <a:pt x="0" y="266"/>
                </a:move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982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886" y="266"/>
                </a:lnTo>
                <a:lnTo>
                  <a:pt x="9203" y="266"/>
                </a:lnTo>
                <a:lnTo>
                  <a:pt x="9521" y="266"/>
                </a:lnTo>
                <a:lnTo>
                  <a:pt x="9997" y="266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694" y="0"/>
                </a:lnTo>
                <a:lnTo>
                  <a:pt x="13012" y="0"/>
                </a:lnTo>
                <a:lnTo>
                  <a:pt x="13488" y="0"/>
                </a:lnTo>
              </a:path>
            </a:pathLst>
          </a:custGeom>
          <a:ln w="216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7013741" y="2590015"/>
            <a:ext cx="13647" cy="0"/>
          </a:xfrm>
          <a:custGeom>
            <a:avLst/>
            <a:gdLst/>
            <a:ahLst/>
            <a:cxnLst/>
            <a:rect l="l" t="t" r="r" b="b"/>
            <a:pathLst>
              <a:path w="13647" h="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428" y="0"/>
                </a:lnTo>
                <a:lnTo>
                  <a:pt x="1904" y="0"/>
                </a:lnTo>
                <a:lnTo>
                  <a:pt x="2221" y="0"/>
                </a:lnTo>
                <a:lnTo>
                  <a:pt x="2538" y="0"/>
                </a:lnTo>
                <a:lnTo>
                  <a:pt x="3015" y="0"/>
                </a:lnTo>
                <a:lnTo>
                  <a:pt x="3332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236" y="0"/>
                </a:lnTo>
                <a:lnTo>
                  <a:pt x="5712" y="0"/>
                </a:lnTo>
                <a:lnTo>
                  <a:pt x="6030" y="0"/>
                </a:lnTo>
                <a:lnTo>
                  <a:pt x="6506" y="0"/>
                </a:lnTo>
                <a:lnTo>
                  <a:pt x="6823" y="0"/>
                </a:lnTo>
                <a:lnTo>
                  <a:pt x="7140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521" y="0"/>
                </a:lnTo>
                <a:lnTo>
                  <a:pt x="9838" y="0"/>
                </a:lnTo>
                <a:lnTo>
                  <a:pt x="10314" y="0"/>
                </a:lnTo>
                <a:lnTo>
                  <a:pt x="10631" y="0"/>
                </a:lnTo>
                <a:lnTo>
                  <a:pt x="11108" y="0"/>
                </a:lnTo>
                <a:lnTo>
                  <a:pt x="11425" y="0"/>
                </a:lnTo>
                <a:lnTo>
                  <a:pt x="11742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647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7027388" y="2590015"/>
            <a:ext cx="13488" cy="0"/>
          </a:xfrm>
          <a:custGeom>
            <a:avLst/>
            <a:gdLst/>
            <a:ahLst/>
            <a:cxnLst/>
            <a:rect l="l" t="t" r="r" b="b"/>
            <a:pathLst>
              <a:path w="13488" h="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664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8093" y="0"/>
                </a:lnTo>
                <a:lnTo>
                  <a:pt x="8569" y="0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266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3170" y="0"/>
                </a:lnTo>
                <a:lnTo>
                  <a:pt x="13488" y="0"/>
                </a:lnTo>
              </a:path>
            </a:pathLst>
          </a:custGeom>
          <a:ln w="216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7040876" y="2590015"/>
            <a:ext cx="13805" cy="266"/>
          </a:xfrm>
          <a:custGeom>
            <a:avLst/>
            <a:gdLst/>
            <a:ahLst/>
            <a:cxnLst/>
            <a:rect l="l" t="t" r="r" b="b"/>
            <a:pathLst>
              <a:path w="13805" h="266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601" y="266"/>
                </a:lnTo>
                <a:lnTo>
                  <a:pt x="4919" y="266"/>
                </a:lnTo>
                <a:lnTo>
                  <a:pt x="5395" y="266"/>
                </a:lnTo>
                <a:lnTo>
                  <a:pt x="5712" y="266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886" y="266"/>
                </a:lnTo>
                <a:lnTo>
                  <a:pt x="9203" y="266"/>
                </a:lnTo>
                <a:lnTo>
                  <a:pt x="9521" y="266"/>
                </a:lnTo>
                <a:lnTo>
                  <a:pt x="9997" y="266"/>
                </a:lnTo>
                <a:lnTo>
                  <a:pt x="10314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425" y="266"/>
                </a:lnTo>
                <a:lnTo>
                  <a:pt x="11901" y="266"/>
                </a:lnTo>
                <a:lnTo>
                  <a:pt x="12218" y="266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  <a:lnTo>
                  <a:pt x="13805" y="266"/>
                </a:lnTo>
              </a:path>
            </a:pathLst>
          </a:custGeom>
          <a:ln w="216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7054682" y="2590281"/>
            <a:ext cx="13329" cy="355"/>
          </a:xfrm>
          <a:custGeom>
            <a:avLst/>
            <a:gdLst/>
            <a:ahLst/>
            <a:cxnLst/>
            <a:rect l="l" t="t" r="r" b="b"/>
            <a:pathLst>
              <a:path w="13329" h="355">
                <a:moveTo>
                  <a:pt x="0" y="0"/>
                </a:moveTo>
                <a:lnTo>
                  <a:pt x="317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125" y="177"/>
                </a:lnTo>
                <a:lnTo>
                  <a:pt x="4601" y="177"/>
                </a:lnTo>
                <a:lnTo>
                  <a:pt x="4919" y="177"/>
                </a:lnTo>
                <a:lnTo>
                  <a:pt x="5395" y="177"/>
                </a:lnTo>
                <a:lnTo>
                  <a:pt x="5712" y="177"/>
                </a:lnTo>
                <a:lnTo>
                  <a:pt x="6188" y="177"/>
                </a:lnTo>
                <a:lnTo>
                  <a:pt x="6506" y="177"/>
                </a:lnTo>
                <a:lnTo>
                  <a:pt x="6823" y="177"/>
                </a:lnTo>
                <a:lnTo>
                  <a:pt x="7299" y="177"/>
                </a:lnTo>
                <a:lnTo>
                  <a:pt x="7616" y="177"/>
                </a:lnTo>
                <a:lnTo>
                  <a:pt x="8093" y="177"/>
                </a:lnTo>
                <a:lnTo>
                  <a:pt x="8410" y="177"/>
                </a:lnTo>
                <a:lnTo>
                  <a:pt x="8727" y="177"/>
                </a:lnTo>
                <a:lnTo>
                  <a:pt x="8727" y="355"/>
                </a:lnTo>
                <a:lnTo>
                  <a:pt x="9203" y="355"/>
                </a:lnTo>
                <a:lnTo>
                  <a:pt x="9521" y="355"/>
                </a:lnTo>
                <a:lnTo>
                  <a:pt x="9997" y="355"/>
                </a:lnTo>
                <a:lnTo>
                  <a:pt x="10314" y="355"/>
                </a:lnTo>
                <a:lnTo>
                  <a:pt x="10790" y="355"/>
                </a:lnTo>
                <a:lnTo>
                  <a:pt x="11108" y="355"/>
                </a:lnTo>
                <a:lnTo>
                  <a:pt x="11425" y="355"/>
                </a:lnTo>
                <a:lnTo>
                  <a:pt x="11901" y="355"/>
                </a:lnTo>
                <a:lnTo>
                  <a:pt x="12218" y="355"/>
                </a:lnTo>
                <a:lnTo>
                  <a:pt x="12694" y="355"/>
                </a:lnTo>
                <a:lnTo>
                  <a:pt x="13012" y="355"/>
                </a:lnTo>
                <a:lnTo>
                  <a:pt x="13329" y="355"/>
                </a:lnTo>
              </a:path>
            </a:pathLst>
          </a:custGeom>
          <a:ln w="216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7068012" y="2590636"/>
            <a:ext cx="13805" cy="443"/>
          </a:xfrm>
          <a:custGeom>
            <a:avLst/>
            <a:gdLst/>
            <a:ahLst/>
            <a:cxnLst/>
            <a:rect l="l" t="t" r="r" b="b"/>
            <a:pathLst>
              <a:path w="13805" h="44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2062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871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775" y="0"/>
                </a:lnTo>
                <a:lnTo>
                  <a:pt x="7775" y="266"/>
                </a:lnTo>
                <a:lnTo>
                  <a:pt x="8093" y="266"/>
                </a:lnTo>
                <a:lnTo>
                  <a:pt x="8569" y="266"/>
                </a:lnTo>
                <a:lnTo>
                  <a:pt x="8886" y="266"/>
                </a:lnTo>
                <a:lnTo>
                  <a:pt x="9203" y="266"/>
                </a:lnTo>
                <a:lnTo>
                  <a:pt x="9679" y="266"/>
                </a:lnTo>
                <a:lnTo>
                  <a:pt x="9997" y="266"/>
                </a:lnTo>
                <a:lnTo>
                  <a:pt x="10473" y="266"/>
                </a:lnTo>
                <a:lnTo>
                  <a:pt x="10790" y="266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2377" y="266"/>
                </a:lnTo>
                <a:lnTo>
                  <a:pt x="12694" y="266"/>
                </a:lnTo>
                <a:lnTo>
                  <a:pt x="12694" y="443"/>
                </a:lnTo>
                <a:lnTo>
                  <a:pt x="13170" y="443"/>
                </a:lnTo>
                <a:lnTo>
                  <a:pt x="13488" y="443"/>
                </a:lnTo>
                <a:lnTo>
                  <a:pt x="13805" y="443"/>
                </a:lnTo>
              </a:path>
            </a:pathLst>
          </a:custGeom>
          <a:ln w="216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7081818" y="2591080"/>
            <a:ext cx="13488" cy="621"/>
          </a:xfrm>
          <a:custGeom>
            <a:avLst/>
            <a:gdLst/>
            <a:ahLst/>
            <a:cxnLst/>
            <a:rect l="l" t="t" r="r" b="b"/>
            <a:pathLst>
              <a:path w="13488" h="62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491" y="266"/>
                </a:lnTo>
                <a:lnTo>
                  <a:pt x="3967" y="266"/>
                </a:lnTo>
                <a:lnTo>
                  <a:pt x="4284" y="266"/>
                </a:lnTo>
                <a:lnTo>
                  <a:pt x="4601" y="266"/>
                </a:lnTo>
                <a:lnTo>
                  <a:pt x="5077" y="266"/>
                </a:lnTo>
                <a:lnTo>
                  <a:pt x="5395" y="266"/>
                </a:lnTo>
                <a:lnTo>
                  <a:pt x="5871" y="266"/>
                </a:lnTo>
                <a:lnTo>
                  <a:pt x="6188" y="266"/>
                </a:lnTo>
                <a:lnTo>
                  <a:pt x="6506" y="266"/>
                </a:lnTo>
                <a:lnTo>
                  <a:pt x="6982" y="266"/>
                </a:lnTo>
                <a:lnTo>
                  <a:pt x="7299" y="266"/>
                </a:lnTo>
                <a:lnTo>
                  <a:pt x="7775" y="266"/>
                </a:lnTo>
                <a:lnTo>
                  <a:pt x="7775" y="443"/>
                </a:lnTo>
                <a:lnTo>
                  <a:pt x="8093" y="443"/>
                </a:lnTo>
                <a:lnTo>
                  <a:pt x="8569" y="443"/>
                </a:lnTo>
                <a:lnTo>
                  <a:pt x="8886" y="443"/>
                </a:lnTo>
                <a:lnTo>
                  <a:pt x="9203" y="443"/>
                </a:lnTo>
                <a:lnTo>
                  <a:pt x="9679" y="443"/>
                </a:lnTo>
                <a:lnTo>
                  <a:pt x="9997" y="443"/>
                </a:lnTo>
                <a:lnTo>
                  <a:pt x="10473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584" y="443"/>
                </a:lnTo>
                <a:lnTo>
                  <a:pt x="11901" y="443"/>
                </a:lnTo>
                <a:lnTo>
                  <a:pt x="11901" y="621"/>
                </a:lnTo>
                <a:lnTo>
                  <a:pt x="12377" y="621"/>
                </a:lnTo>
                <a:lnTo>
                  <a:pt x="12694" y="621"/>
                </a:lnTo>
                <a:lnTo>
                  <a:pt x="13012" y="621"/>
                </a:lnTo>
                <a:lnTo>
                  <a:pt x="13488" y="621"/>
                </a:lnTo>
              </a:path>
            </a:pathLst>
          </a:custGeom>
          <a:ln w="216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7095306" y="2591701"/>
            <a:ext cx="13329" cy="710"/>
          </a:xfrm>
          <a:custGeom>
            <a:avLst/>
            <a:gdLst/>
            <a:ahLst/>
            <a:cxnLst/>
            <a:rect l="l" t="t" r="r" b="b"/>
            <a:pathLst>
              <a:path w="13329" h="710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0"/>
                </a:lnTo>
                <a:lnTo>
                  <a:pt x="2697" y="0"/>
                </a:lnTo>
                <a:lnTo>
                  <a:pt x="3015" y="0"/>
                </a:lnTo>
                <a:lnTo>
                  <a:pt x="3491" y="0"/>
                </a:lnTo>
                <a:lnTo>
                  <a:pt x="3808" y="0"/>
                </a:lnTo>
                <a:lnTo>
                  <a:pt x="4125" y="0"/>
                </a:lnTo>
                <a:lnTo>
                  <a:pt x="4601" y="0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7299" y="266"/>
                </a:lnTo>
                <a:lnTo>
                  <a:pt x="7616" y="266"/>
                </a:lnTo>
                <a:lnTo>
                  <a:pt x="8093" y="266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203" y="443"/>
                </a:lnTo>
                <a:lnTo>
                  <a:pt x="9521" y="443"/>
                </a:lnTo>
                <a:lnTo>
                  <a:pt x="9997" y="443"/>
                </a:lnTo>
                <a:lnTo>
                  <a:pt x="10314" y="443"/>
                </a:lnTo>
                <a:lnTo>
                  <a:pt x="10790" y="443"/>
                </a:lnTo>
                <a:lnTo>
                  <a:pt x="11108" y="443"/>
                </a:lnTo>
                <a:lnTo>
                  <a:pt x="11425" y="443"/>
                </a:lnTo>
                <a:lnTo>
                  <a:pt x="11901" y="443"/>
                </a:lnTo>
                <a:lnTo>
                  <a:pt x="12218" y="443"/>
                </a:lnTo>
                <a:lnTo>
                  <a:pt x="12218" y="710"/>
                </a:lnTo>
                <a:lnTo>
                  <a:pt x="12694" y="710"/>
                </a:lnTo>
                <a:lnTo>
                  <a:pt x="13012" y="710"/>
                </a:lnTo>
                <a:lnTo>
                  <a:pt x="13329" y="710"/>
                </a:lnTo>
              </a:path>
            </a:pathLst>
          </a:custGeom>
          <a:ln w="216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7108636" y="2592411"/>
            <a:ext cx="13805" cy="621"/>
          </a:xfrm>
          <a:custGeom>
            <a:avLst/>
            <a:gdLst/>
            <a:ahLst/>
            <a:cxnLst/>
            <a:rect l="l" t="t" r="r" b="b"/>
            <a:pathLst>
              <a:path w="13805" h="621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380" y="0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967" y="177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395" y="443"/>
                </a:lnTo>
                <a:lnTo>
                  <a:pt x="5871" y="443"/>
                </a:lnTo>
                <a:lnTo>
                  <a:pt x="6188" y="443"/>
                </a:lnTo>
                <a:lnTo>
                  <a:pt x="6506" y="443"/>
                </a:lnTo>
                <a:lnTo>
                  <a:pt x="6982" y="443"/>
                </a:lnTo>
                <a:lnTo>
                  <a:pt x="7299" y="443"/>
                </a:lnTo>
                <a:lnTo>
                  <a:pt x="7775" y="443"/>
                </a:lnTo>
                <a:lnTo>
                  <a:pt x="8093" y="443"/>
                </a:lnTo>
                <a:lnTo>
                  <a:pt x="8569" y="443"/>
                </a:lnTo>
                <a:lnTo>
                  <a:pt x="8569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10473" y="621"/>
                </a:lnTo>
                <a:lnTo>
                  <a:pt x="10790" y="621"/>
                </a:lnTo>
                <a:lnTo>
                  <a:pt x="11108" y="621"/>
                </a:lnTo>
                <a:lnTo>
                  <a:pt x="11584" y="621"/>
                </a:lnTo>
                <a:lnTo>
                  <a:pt x="11901" y="621"/>
                </a:lnTo>
                <a:lnTo>
                  <a:pt x="12377" y="621"/>
                </a:lnTo>
                <a:lnTo>
                  <a:pt x="12694" y="621"/>
                </a:lnTo>
                <a:lnTo>
                  <a:pt x="13170" y="621"/>
                </a:lnTo>
                <a:lnTo>
                  <a:pt x="13488" y="621"/>
                </a:lnTo>
                <a:lnTo>
                  <a:pt x="13805" y="621"/>
                </a:lnTo>
              </a:path>
            </a:pathLst>
          </a:custGeom>
          <a:ln w="216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7122441" y="2593033"/>
            <a:ext cx="13488" cy="1065"/>
          </a:xfrm>
          <a:custGeom>
            <a:avLst/>
            <a:gdLst/>
            <a:ahLst/>
            <a:cxnLst/>
            <a:rect l="l" t="t" r="r" b="b"/>
            <a:pathLst>
              <a:path w="13488" h="1065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5077" y="443"/>
                </a:lnTo>
                <a:lnTo>
                  <a:pt x="5395" y="443"/>
                </a:lnTo>
                <a:lnTo>
                  <a:pt x="5871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8093" y="621"/>
                </a:lnTo>
                <a:lnTo>
                  <a:pt x="8093" y="887"/>
                </a:lnTo>
                <a:lnTo>
                  <a:pt x="8410" y="887"/>
                </a:lnTo>
                <a:lnTo>
                  <a:pt x="8886" y="887"/>
                </a:lnTo>
                <a:lnTo>
                  <a:pt x="9203" y="887"/>
                </a:lnTo>
                <a:lnTo>
                  <a:pt x="9679" y="887"/>
                </a:lnTo>
                <a:lnTo>
                  <a:pt x="9997" y="887"/>
                </a:lnTo>
                <a:lnTo>
                  <a:pt x="10473" y="887"/>
                </a:lnTo>
                <a:lnTo>
                  <a:pt x="10473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584" y="1065"/>
                </a:lnTo>
                <a:lnTo>
                  <a:pt x="11901" y="1065"/>
                </a:lnTo>
                <a:lnTo>
                  <a:pt x="12377" y="1065"/>
                </a:lnTo>
                <a:lnTo>
                  <a:pt x="12694" y="1065"/>
                </a:lnTo>
                <a:lnTo>
                  <a:pt x="13012" y="1065"/>
                </a:lnTo>
                <a:lnTo>
                  <a:pt x="13488" y="1065"/>
                </a:lnTo>
              </a:path>
            </a:pathLst>
          </a:custGeom>
          <a:ln w="217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7135930" y="2594098"/>
            <a:ext cx="13329" cy="1331"/>
          </a:xfrm>
          <a:custGeom>
            <a:avLst/>
            <a:gdLst/>
            <a:ahLst/>
            <a:cxnLst/>
            <a:rect l="l" t="t" r="r" b="b"/>
            <a:pathLst>
              <a:path w="13329" h="1331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1904" y="0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491" y="177"/>
                </a:lnTo>
                <a:lnTo>
                  <a:pt x="3808" y="177"/>
                </a:lnTo>
                <a:lnTo>
                  <a:pt x="4125" y="177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5395" y="443"/>
                </a:lnTo>
                <a:lnTo>
                  <a:pt x="5712" y="443"/>
                </a:lnTo>
                <a:lnTo>
                  <a:pt x="6030" y="443"/>
                </a:lnTo>
                <a:lnTo>
                  <a:pt x="6506" y="443"/>
                </a:lnTo>
                <a:lnTo>
                  <a:pt x="6506" y="621"/>
                </a:lnTo>
                <a:lnTo>
                  <a:pt x="6823" y="621"/>
                </a:lnTo>
                <a:lnTo>
                  <a:pt x="7299" y="621"/>
                </a:lnTo>
                <a:lnTo>
                  <a:pt x="7616" y="621"/>
                </a:lnTo>
                <a:lnTo>
                  <a:pt x="8093" y="621"/>
                </a:lnTo>
                <a:lnTo>
                  <a:pt x="8410" y="621"/>
                </a:lnTo>
                <a:lnTo>
                  <a:pt x="8727" y="621"/>
                </a:lnTo>
                <a:lnTo>
                  <a:pt x="8727" y="621"/>
                </a:lnTo>
                <a:lnTo>
                  <a:pt x="9203" y="887"/>
                </a:lnTo>
                <a:lnTo>
                  <a:pt x="9521" y="887"/>
                </a:lnTo>
                <a:lnTo>
                  <a:pt x="9997" y="887"/>
                </a:lnTo>
                <a:lnTo>
                  <a:pt x="10314" y="887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1065"/>
                </a:lnTo>
                <a:lnTo>
                  <a:pt x="11425" y="1065"/>
                </a:lnTo>
                <a:lnTo>
                  <a:pt x="11901" y="1065"/>
                </a:lnTo>
                <a:lnTo>
                  <a:pt x="12218" y="1065"/>
                </a:lnTo>
                <a:lnTo>
                  <a:pt x="12694" y="1065"/>
                </a:lnTo>
                <a:lnTo>
                  <a:pt x="13012" y="1065"/>
                </a:lnTo>
                <a:lnTo>
                  <a:pt x="13329" y="1065"/>
                </a:lnTo>
                <a:lnTo>
                  <a:pt x="13329" y="1331"/>
                </a:lnTo>
              </a:path>
            </a:pathLst>
          </a:custGeom>
          <a:ln w="218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7149259" y="2595429"/>
            <a:ext cx="13805" cy="1065"/>
          </a:xfrm>
          <a:custGeom>
            <a:avLst/>
            <a:gdLst/>
            <a:ahLst/>
            <a:cxnLst/>
            <a:rect l="l" t="t" r="r" b="b"/>
            <a:pathLst>
              <a:path w="13805" h="1065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284" y="177"/>
                </a:lnTo>
                <a:lnTo>
                  <a:pt x="4601" y="177"/>
                </a:lnTo>
                <a:lnTo>
                  <a:pt x="5077" y="177"/>
                </a:lnTo>
                <a:lnTo>
                  <a:pt x="5395" y="177"/>
                </a:lnTo>
                <a:lnTo>
                  <a:pt x="5871" y="177"/>
                </a:lnTo>
                <a:lnTo>
                  <a:pt x="6188" y="177"/>
                </a:lnTo>
                <a:lnTo>
                  <a:pt x="6188" y="355"/>
                </a:lnTo>
                <a:lnTo>
                  <a:pt x="6506" y="355"/>
                </a:lnTo>
                <a:lnTo>
                  <a:pt x="6982" y="355"/>
                </a:lnTo>
                <a:lnTo>
                  <a:pt x="7299" y="355"/>
                </a:lnTo>
                <a:lnTo>
                  <a:pt x="7775" y="355"/>
                </a:lnTo>
                <a:lnTo>
                  <a:pt x="8093" y="355"/>
                </a:lnTo>
                <a:lnTo>
                  <a:pt x="8410" y="355"/>
                </a:lnTo>
                <a:lnTo>
                  <a:pt x="8410" y="621"/>
                </a:lnTo>
                <a:lnTo>
                  <a:pt x="8886" y="621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10473" y="621"/>
                </a:lnTo>
                <a:lnTo>
                  <a:pt x="10473" y="798"/>
                </a:lnTo>
                <a:lnTo>
                  <a:pt x="10790" y="798"/>
                </a:lnTo>
                <a:lnTo>
                  <a:pt x="11108" y="798"/>
                </a:lnTo>
                <a:lnTo>
                  <a:pt x="11584" y="798"/>
                </a:lnTo>
                <a:lnTo>
                  <a:pt x="11901" y="798"/>
                </a:lnTo>
                <a:lnTo>
                  <a:pt x="12377" y="798"/>
                </a:lnTo>
                <a:lnTo>
                  <a:pt x="12377" y="1065"/>
                </a:lnTo>
                <a:lnTo>
                  <a:pt x="12694" y="1065"/>
                </a:lnTo>
                <a:lnTo>
                  <a:pt x="13012" y="1065"/>
                </a:lnTo>
                <a:lnTo>
                  <a:pt x="13488" y="1065"/>
                </a:lnTo>
                <a:lnTo>
                  <a:pt x="13805" y="1065"/>
                </a:lnTo>
              </a:path>
            </a:pathLst>
          </a:custGeom>
          <a:ln w="21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7163065" y="2596494"/>
            <a:ext cx="13488" cy="1242"/>
          </a:xfrm>
          <a:custGeom>
            <a:avLst/>
            <a:gdLst/>
            <a:ahLst/>
            <a:cxnLst/>
            <a:rect l="l" t="t" r="r" b="b"/>
            <a:pathLst>
              <a:path w="13488" h="124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380" y="177"/>
                </a:lnTo>
                <a:lnTo>
                  <a:pt x="2697" y="177"/>
                </a:lnTo>
                <a:lnTo>
                  <a:pt x="3173" y="177"/>
                </a:lnTo>
                <a:lnTo>
                  <a:pt x="3491" y="177"/>
                </a:lnTo>
                <a:lnTo>
                  <a:pt x="3808" y="177"/>
                </a:lnTo>
                <a:lnTo>
                  <a:pt x="4284" y="177"/>
                </a:lnTo>
                <a:lnTo>
                  <a:pt x="4284" y="355"/>
                </a:lnTo>
                <a:lnTo>
                  <a:pt x="4601" y="355"/>
                </a:lnTo>
                <a:lnTo>
                  <a:pt x="5077" y="355"/>
                </a:lnTo>
                <a:lnTo>
                  <a:pt x="5395" y="355"/>
                </a:lnTo>
                <a:lnTo>
                  <a:pt x="5871" y="355"/>
                </a:lnTo>
                <a:lnTo>
                  <a:pt x="5871" y="621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775" y="621"/>
                </a:lnTo>
                <a:lnTo>
                  <a:pt x="7775" y="798"/>
                </a:lnTo>
                <a:lnTo>
                  <a:pt x="8093" y="798"/>
                </a:lnTo>
                <a:lnTo>
                  <a:pt x="8410" y="798"/>
                </a:lnTo>
                <a:lnTo>
                  <a:pt x="8886" y="798"/>
                </a:lnTo>
                <a:lnTo>
                  <a:pt x="9203" y="798"/>
                </a:lnTo>
                <a:lnTo>
                  <a:pt x="9679" y="798"/>
                </a:lnTo>
                <a:lnTo>
                  <a:pt x="9679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790" y="1065"/>
                </a:lnTo>
                <a:lnTo>
                  <a:pt x="11108" y="1065"/>
                </a:lnTo>
                <a:lnTo>
                  <a:pt x="11584" y="1065"/>
                </a:lnTo>
                <a:lnTo>
                  <a:pt x="11584" y="1242"/>
                </a:lnTo>
                <a:lnTo>
                  <a:pt x="11901" y="1242"/>
                </a:lnTo>
                <a:lnTo>
                  <a:pt x="12377" y="1242"/>
                </a:lnTo>
                <a:lnTo>
                  <a:pt x="12694" y="1242"/>
                </a:lnTo>
                <a:lnTo>
                  <a:pt x="13012" y="1242"/>
                </a:lnTo>
                <a:lnTo>
                  <a:pt x="13488" y="1242"/>
                </a:lnTo>
              </a:path>
            </a:pathLst>
          </a:custGeom>
          <a:ln w="2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7176553" y="2597737"/>
            <a:ext cx="13805" cy="1508"/>
          </a:xfrm>
          <a:custGeom>
            <a:avLst/>
            <a:gdLst/>
            <a:ahLst/>
            <a:cxnLst/>
            <a:rect l="l" t="t" r="r" b="b"/>
            <a:pathLst>
              <a:path w="13805" h="1508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428" y="0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491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4919" y="443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506" y="621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8093" y="887"/>
                </a:lnTo>
                <a:lnTo>
                  <a:pt x="8410" y="887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1108" y="1065"/>
                </a:lnTo>
                <a:lnTo>
                  <a:pt x="11425" y="1065"/>
                </a:lnTo>
                <a:lnTo>
                  <a:pt x="11901" y="1065"/>
                </a:lnTo>
                <a:lnTo>
                  <a:pt x="11901" y="1331"/>
                </a:lnTo>
                <a:lnTo>
                  <a:pt x="12218" y="1331"/>
                </a:lnTo>
                <a:lnTo>
                  <a:pt x="12536" y="1331"/>
                </a:lnTo>
                <a:lnTo>
                  <a:pt x="13012" y="1331"/>
                </a:lnTo>
                <a:lnTo>
                  <a:pt x="13329" y="1331"/>
                </a:lnTo>
                <a:lnTo>
                  <a:pt x="13329" y="1508"/>
                </a:lnTo>
                <a:lnTo>
                  <a:pt x="13805" y="1508"/>
                </a:lnTo>
              </a:path>
            </a:pathLst>
          </a:custGeom>
          <a:ln w="218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7190359" y="2599246"/>
            <a:ext cx="13329" cy="1508"/>
          </a:xfrm>
          <a:custGeom>
            <a:avLst/>
            <a:gdLst/>
            <a:ahLst/>
            <a:cxnLst/>
            <a:rect l="l" t="t" r="r" b="b"/>
            <a:pathLst>
              <a:path w="13329" h="1508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3015" y="177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601" y="621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5712" y="621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887"/>
                </a:lnTo>
                <a:lnTo>
                  <a:pt x="7934" y="887"/>
                </a:lnTo>
                <a:lnTo>
                  <a:pt x="8410" y="887"/>
                </a:lnTo>
                <a:lnTo>
                  <a:pt x="8727" y="887"/>
                </a:lnTo>
                <a:lnTo>
                  <a:pt x="9203" y="887"/>
                </a:lnTo>
                <a:lnTo>
                  <a:pt x="9203" y="1065"/>
                </a:lnTo>
                <a:lnTo>
                  <a:pt x="9521" y="1065"/>
                </a:lnTo>
                <a:lnTo>
                  <a:pt x="9997" y="1065"/>
                </a:lnTo>
                <a:lnTo>
                  <a:pt x="10314" y="1065"/>
                </a:lnTo>
                <a:lnTo>
                  <a:pt x="10631" y="1065"/>
                </a:lnTo>
                <a:lnTo>
                  <a:pt x="10631" y="1242"/>
                </a:lnTo>
                <a:lnTo>
                  <a:pt x="11108" y="1242"/>
                </a:lnTo>
                <a:lnTo>
                  <a:pt x="11425" y="1242"/>
                </a:lnTo>
                <a:lnTo>
                  <a:pt x="11901" y="1242"/>
                </a:lnTo>
                <a:lnTo>
                  <a:pt x="12218" y="1508"/>
                </a:lnTo>
                <a:lnTo>
                  <a:pt x="12536" y="1508"/>
                </a:lnTo>
                <a:lnTo>
                  <a:pt x="13012" y="1508"/>
                </a:lnTo>
                <a:lnTo>
                  <a:pt x="13329" y="1508"/>
                </a:lnTo>
              </a:path>
            </a:pathLst>
          </a:custGeom>
          <a:ln w="218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7203689" y="2600754"/>
            <a:ext cx="13488" cy="1686"/>
          </a:xfrm>
          <a:custGeom>
            <a:avLst/>
            <a:gdLst/>
            <a:ahLst/>
            <a:cxnLst/>
            <a:rect l="l" t="t" r="r" b="b"/>
            <a:pathLst>
              <a:path w="13488" h="1686">
                <a:moveTo>
                  <a:pt x="0" y="0"/>
                </a:moveTo>
                <a:lnTo>
                  <a:pt x="0" y="177"/>
                </a:lnTo>
                <a:lnTo>
                  <a:pt x="476" y="177"/>
                </a:lnTo>
                <a:lnTo>
                  <a:pt x="793" y="177"/>
                </a:lnTo>
                <a:lnTo>
                  <a:pt x="1269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443"/>
                </a:lnTo>
                <a:lnTo>
                  <a:pt x="3491" y="443"/>
                </a:lnTo>
                <a:lnTo>
                  <a:pt x="3808" y="443"/>
                </a:lnTo>
                <a:lnTo>
                  <a:pt x="4284" y="443"/>
                </a:lnTo>
                <a:lnTo>
                  <a:pt x="4601" y="443"/>
                </a:lnTo>
                <a:lnTo>
                  <a:pt x="4601" y="621"/>
                </a:lnTo>
                <a:lnTo>
                  <a:pt x="5077" y="621"/>
                </a:lnTo>
                <a:lnTo>
                  <a:pt x="5395" y="621"/>
                </a:lnTo>
                <a:lnTo>
                  <a:pt x="5712" y="621"/>
                </a:lnTo>
                <a:lnTo>
                  <a:pt x="6188" y="621"/>
                </a:lnTo>
                <a:lnTo>
                  <a:pt x="6506" y="887"/>
                </a:lnTo>
                <a:lnTo>
                  <a:pt x="6982" y="887"/>
                </a:lnTo>
                <a:lnTo>
                  <a:pt x="7299" y="887"/>
                </a:lnTo>
                <a:lnTo>
                  <a:pt x="7775" y="887"/>
                </a:lnTo>
                <a:lnTo>
                  <a:pt x="7775" y="1065"/>
                </a:lnTo>
                <a:lnTo>
                  <a:pt x="8093" y="1065"/>
                </a:lnTo>
                <a:lnTo>
                  <a:pt x="8410" y="1065"/>
                </a:lnTo>
                <a:lnTo>
                  <a:pt x="8886" y="1065"/>
                </a:lnTo>
                <a:lnTo>
                  <a:pt x="9203" y="1242"/>
                </a:lnTo>
                <a:lnTo>
                  <a:pt x="9679" y="1242"/>
                </a:lnTo>
                <a:lnTo>
                  <a:pt x="9997" y="1242"/>
                </a:lnTo>
                <a:lnTo>
                  <a:pt x="10314" y="1242"/>
                </a:lnTo>
                <a:lnTo>
                  <a:pt x="10314" y="1508"/>
                </a:lnTo>
                <a:lnTo>
                  <a:pt x="10790" y="1508"/>
                </a:lnTo>
                <a:lnTo>
                  <a:pt x="11108" y="1508"/>
                </a:lnTo>
                <a:lnTo>
                  <a:pt x="11584" y="1508"/>
                </a:lnTo>
                <a:lnTo>
                  <a:pt x="11901" y="1508"/>
                </a:lnTo>
                <a:lnTo>
                  <a:pt x="11901" y="1686"/>
                </a:lnTo>
                <a:lnTo>
                  <a:pt x="12377" y="1686"/>
                </a:lnTo>
                <a:lnTo>
                  <a:pt x="12694" y="1686"/>
                </a:lnTo>
                <a:lnTo>
                  <a:pt x="13012" y="1686"/>
                </a:lnTo>
                <a:lnTo>
                  <a:pt x="13488" y="1686"/>
                </a:lnTo>
              </a:path>
            </a:pathLst>
          </a:custGeom>
          <a:ln w="219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7217177" y="2602441"/>
            <a:ext cx="13805" cy="1952"/>
          </a:xfrm>
          <a:custGeom>
            <a:avLst/>
            <a:gdLst/>
            <a:ahLst/>
            <a:cxnLst/>
            <a:rect l="l" t="t" r="r" b="b"/>
            <a:pathLst>
              <a:path w="13805" h="195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2221" y="266"/>
                </a:lnTo>
                <a:lnTo>
                  <a:pt x="2697" y="266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808" y="443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5395" y="621"/>
                </a:lnTo>
                <a:lnTo>
                  <a:pt x="5395" y="887"/>
                </a:lnTo>
                <a:lnTo>
                  <a:pt x="5712" y="887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6823" y="1065"/>
                </a:lnTo>
                <a:lnTo>
                  <a:pt x="7299" y="1065"/>
                </a:lnTo>
                <a:lnTo>
                  <a:pt x="7616" y="1065"/>
                </a:lnTo>
                <a:lnTo>
                  <a:pt x="7934" y="1065"/>
                </a:lnTo>
                <a:lnTo>
                  <a:pt x="8410" y="1065"/>
                </a:lnTo>
                <a:lnTo>
                  <a:pt x="8727" y="1065"/>
                </a:lnTo>
                <a:lnTo>
                  <a:pt x="9203" y="1065"/>
                </a:lnTo>
                <a:lnTo>
                  <a:pt x="9521" y="1065"/>
                </a:lnTo>
                <a:lnTo>
                  <a:pt x="9521" y="1331"/>
                </a:lnTo>
                <a:lnTo>
                  <a:pt x="9997" y="1331"/>
                </a:lnTo>
                <a:lnTo>
                  <a:pt x="10314" y="1331"/>
                </a:lnTo>
                <a:lnTo>
                  <a:pt x="10631" y="1331"/>
                </a:lnTo>
                <a:lnTo>
                  <a:pt x="10631" y="1508"/>
                </a:lnTo>
                <a:lnTo>
                  <a:pt x="11108" y="1508"/>
                </a:lnTo>
                <a:lnTo>
                  <a:pt x="11425" y="1508"/>
                </a:lnTo>
                <a:lnTo>
                  <a:pt x="11901" y="1508"/>
                </a:lnTo>
                <a:lnTo>
                  <a:pt x="11901" y="1508"/>
                </a:lnTo>
                <a:lnTo>
                  <a:pt x="12218" y="1775"/>
                </a:lnTo>
                <a:lnTo>
                  <a:pt x="12536" y="1775"/>
                </a:lnTo>
                <a:lnTo>
                  <a:pt x="13012" y="1775"/>
                </a:lnTo>
                <a:lnTo>
                  <a:pt x="13329" y="1775"/>
                </a:lnTo>
                <a:lnTo>
                  <a:pt x="13805" y="1952"/>
                </a:lnTo>
              </a:path>
            </a:pathLst>
          </a:custGeom>
          <a:ln w="219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7230983" y="2604393"/>
            <a:ext cx="13329" cy="1686"/>
          </a:xfrm>
          <a:custGeom>
            <a:avLst/>
            <a:gdLst/>
            <a:ahLst/>
            <a:cxnLst/>
            <a:rect l="l" t="t" r="r" b="b"/>
            <a:pathLst>
              <a:path w="13329" h="1686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0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4125" y="443"/>
                </a:lnTo>
                <a:lnTo>
                  <a:pt x="4601" y="443"/>
                </a:lnTo>
                <a:lnTo>
                  <a:pt x="4919" y="443"/>
                </a:lnTo>
                <a:lnTo>
                  <a:pt x="4919" y="621"/>
                </a:lnTo>
                <a:lnTo>
                  <a:pt x="5395" y="621"/>
                </a:lnTo>
                <a:lnTo>
                  <a:pt x="5712" y="621"/>
                </a:lnTo>
                <a:lnTo>
                  <a:pt x="6030" y="621"/>
                </a:lnTo>
                <a:lnTo>
                  <a:pt x="6030" y="887"/>
                </a:lnTo>
                <a:lnTo>
                  <a:pt x="6506" y="887"/>
                </a:lnTo>
                <a:lnTo>
                  <a:pt x="6823" y="887"/>
                </a:lnTo>
                <a:lnTo>
                  <a:pt x="7299" y="887"/>
                </a:lnTo>
                <a:lnTo>
                  <a:pt x="7616" y="1065"/>
                </a:lnTo>
                <a:lnTo>
                  <a:pt x="7934" y="1065"/>
                </a:lnTo>
                <a:lnTo>
                  <a:pt x="8410" y="1065"/>
                </a:lnTo>
                <a:lnTo>
                  <a:pt x="8727" y="1242"/>
                </a:lnTo>
                <a:lnTo>
                  <a:pt x="9203" y="1242"/>
                </a:lnTo>
                <a:lnTo>
                  <a:pt x="9521" y="1242"/>
                </a:lnTo>
                <a:lnTo>
                  <a:pt x="9838" y="1242"/>
                </a:lnTo>
                <a:lnTo>
                  <a:pt x="9838" y="1508"/>
                </a:lnTo>
                <a:lnTo>
                  <a:pt x="10314" y="1508"/>
                </a:lnTo>
                <a:lnTo>
                  <a:pt x="10631" y="1508"/>
                </a:lnTo>
                <a:lnTo>
                  <a:pt x="11108" y="1508"/>
                </a:lnTo>
                <a:lnTo>
                  <a:pt x="11425" y="1508"/>
                </a:lnTo>
                <a:lnTo>
                  <a:pt x="11901" y="1508"/>
                </a:lnTo>
                <a:lnTo>
                  <a:pt x="12218" y="1508"/>
                </a:lnTo>
                <a:lnTo>
                  <a:pt x="12536" y="1508"/>
                </a:lnTo>
                <a:lnTo>
                  <a:pt x="12536" y="1686"/>
                </a:lnTo>
                <a:lnTo>
                  <a:pt x="13012" y="1686"/>
                </a:lnTo>
                <a:lnTo>
                  <a:pt x="13329" y="1686"/>
                </a:lnTo>
              </a:path>
            </a:pathLst>
          </a:custGeom>
          <a:ln w="219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7244313" y="2606080"/>
            <a:ext cx="13805" cy="2130"/>
          </a:xfrm>
          <a:custGeom>
            <a:avLst/>
            <a:gdLst/>
            <a:ahLst/>
            <a:cxnLst/>
            <a:rect l="l" t="t" r="r" b="b"/>
            <a:pathLst>
              <a:path w="13805" h="2130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173" y="710"/>
                </a:lnTo>
                <a:lnTo>
                  <a:pt x="3491" y="710"/>
                </a:lnTo>
                <a:lnTo>
                  <a:pt x="3808" y="710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395" y="887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775" y="1065"/>
                </a:lnTo>
                <a:lnTo>
                  <a:pt x="7775" y="1331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997" y="1508"/>
                </a:lnTo>
                <a:lnTo>
                  <a:pt x="9997" y="1508"/>
                </a:lnTo>
                <a:lnTo>
                  <a:pt x="9997" y="1775"/>
                </a:lnTo>
                <a:lnTo>
                  <a:pt x="10314" y="1775"/>
                </a:lnTo>
                <a:lnTo>
                  <a:pt x="10790" y="1775"/>
                </a:lnTo>
                <a:lnTo>
                  <a:pt x="11108" y="1775"/>
                </a:lnTo>
                <a:lnTo>
                  <a:pt x="11584" y="1952"/>
                </a:lnTo>
                <a:lnTo>
                  <a:pt x="11901" y="1952"/>
                </a:lnTo>
                <a:lnTo>
                  <a:pt x="12218" y="1952"/>
                </a:lnTo>
                <a:lnTo>
                  <a:pt x="12218" y="2130"/>
                </a:lnTo>
                <a:lnTo>
                  <a:pt x="12694" y="2130"/>
                </a:lnTo>
                <a:lnTo>
                  <a:pt x="13012" y="2130"/>
                </a:lnTo>
                <a:lnTo>
                  <a:pt x="13488" y="2130"/>
                </a:lnTo>
                <a:lnTo>
                  <a:pt x="13805" y="2130"/>
                </a:lnTo>
              </a:path>
            </a:pathLst>
          </a:custGeom>
          <a:ln w="220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7258118" y="2608210"/>
            <a:ext cx="13488" cy="2218"/>
          </a:xfrm>
          <a:custGeom>
            <a:avLst/>
            <a:gdLst/>
            <a:ahLst/>
            <a:cxnLst/>
            <a:rect l="l" t="t" r="r" b="b"/>
            <a:pathLst>
              <a:path w="13488" h="2218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491" y="710"/>
                </a:lnTo>
                <a:lnTo>
                  <a:pt x="3808" y="710"/>
                </a:lnTo>
                <a:lnTo>
                  <a:pt x="4284" y="710"/>
                </a:lnTo>
                <a:lnTo>
                  <a:pt x="4284" y="887"/>
                </a:lnTo>
                <a:lnTo>
                  <a:pt x="4601" y="887"/>
                </a:lnTo>
                <a:lnTo>
                  <a:pt x="5077" y="887"/>
                </a:lnTo>
                <a:lnTo>
                  <a:pt x="5395" y="887"/>
                </a:lnTo>
                <a:lnTo>
                  <a:pt x="5712" y="887"/>
                </a:lnTo>
                <a:lnTo>
                  <a:pt x="5712" y="1153"/>
                </a:lnTo>
                <a:lnTo>
                  <a:pt x="6188" y="1153"/>
                </a:lnTo>
                <a:lnTo>
                  <a:pt x="6506" y="1153"/>
                </a:lnTo>
                <a:lnTo>
                  <a:pt x="6982" y="1331"/>
                </a:lnTo>
                <a:lnTo>
                  <a:pt x="7299" y="1331"/>
                </a:lnTo>
                <a:lnTo>
                  <a:pt x="7616" y="1331"/>
                </a:lnTo>
                <a:lnTo>
                  <a:pt x="8093" y="1331"/>
                </a:lnTo>
                <a:lnTo>
                  <a:pt x="8410" y="1331"/>
                </a:lnTo>
                <a:lnTo>
                  <a:pt x="8886" y="1331"/>
                </a:lnTo>
                <a:lnTo>
                  <a:pt x="8886" y="1508"/>
                </a:lnTo>
                <a:lnTo>
                  <a:pt x="9203" y="1508"/>
                </a:lnTo>
                <a:lnTo>
                  <a:pt x="9679" y="1508"/>
                </a:lnTo>
                <a:lnTo>
                  <a:pt x="9997" y="1508"/>
                </a:lnTo>
                <a:lnTo>
                  <a:pt x="10314" y="1508"/>
                </a:lnTo>
                <a:lnTo>
                  <a:pt x="10314" y="1775"/>
                </a:lnTo>
                <a:lnTo>
                  <a:pt x="10790" y="1775"/>
                </a:lnTo>
                <a:lnTo>
                  <a:pt x="11108" y="1775"/>
                </a:lnTo>
                <a:lnTo>
                  <a:pt x="11108" y="1952"/>
                </a:lnTo>
                <a:lnTo>
                  <a:pt x="11584" y="1952"/>
                </a:lnTo>
                <a:lnTo>
                  <a:pt x="11901" y="1952"/>
                </a:lnTo>
                <a:lnTo>
                  <a:pt x="12218" y="1952"/>
                </a:lnTo>
                <a:lnTo>
                  <a:pt x="12694" y="1952"/>
                </a:lnTo>
                <a:lnTo>
                  <a:pt x="12694" y="2218"/>
                </a:lnTo>
                <a:lnTo>
                  <a:pt x="13012" y="2218"/>
                </a:lnTo>
                <a:lnTo>
                  <a:pt x="13488" y="2218"/>
                </a:lnTo>
              </a:path>
            </a:pathLst>
          </a:custGeom>
          <a:ln w="220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7271607" y="2610429"/>
            <a:ext cx="13805" cy="2307"/>
          </a:xfrm>
          <a:custGeom>
            <a:avLst/>
            <a:gdLst/>
            <a:ahLst/>
            <a:cxnLst/>
            <a:rect l="l" t="t" r="r" b="b"/>
            <a:pathLst>
              <a:path w="13805" h="2307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221" y="355"/>
                </a:lnTo>
                <a:lnTo>
                  <a:pt x="2697" y="355"/>
                </a:lnTo>
                <a:lnTo>
                  <a:pt x="3015" y="355"/>
                </a:lnTo>
                <a:lnTo>
                  <a:pt x="3332" y="355"/>
                </a:lnTo>
                <a:lnTo>
                  <a:pt x="3332" y="355"/>
                </a:lnTo>
                <a:lnTo>
                  <a:pt x="3332" y="621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798"/>
                </a:lnTo>
                <a:lnTo>
                  <a:pt x="4919" y="798"/>
                </a:lnTo>
                <a:lnTo>
                  <a:pt x="5236" y="798"/>
                </a:lnTo>
                <a:lnTo>
                  <a:pt x="5236" y="1065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686"/>
                </a:lnTo>
                <a:lnTo>
                  <a:pt x="10314" y="1686"/>
                </a:lnTo>
                <a:lnTo>
                  <a:pt x="10631" y="1686"/>
                </a:lnTo>
                <a:lnTo>
                  <a:pt x="11108" y="1686"/>
                </a:lnTo>
                <a:lnTo>
                  <a:pt x="11108" y="1863"/>
                </a:lnTo>
                <a:lnTo>
                  <a:pt x="11425" y="1863"/>
                </a:lnTo>
                <a:lnTo>
                  <a:pt x="11901" y="1863"/>
                </a:lnTo>
                <a:lnTo>
                  <a:pt x="11901" y="2130"/>
                </a:lnTo>
                <a:lnTo>
                  <a:pt x="12218" y="2130"/>
                </a:lnTo>
                <a:lnTo>
                  <a:pt x="12536" y="2130"/>
                </a:lnTo>
                <a:lnTo>
                  <a:pt x="13012" y="2130"/>
                </a:lnTo>
                <a:lnTo>
                  <a:pt x="13329" y="2307"/>
                </a:lnTo>
                <a:lnTo>
                  <a:pt x="13805" y="2307"/>
                </a:lnTo>
              </a:path>
            </a:pathLst>
          </a:custGeom>
          <a:ln w="221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7285412" y="2612736"/>
            <a:ext cx="13012" cy="2396"/>
          </a:xfrm>
          <a:custGeom>
            <a:avLst/>
            <a:gdLst/>
            <a:ahLst/>
            <a:cxnLst/>
            <a:rect l="l" t="t" r="r" b="b"/>
            <a:pathLst>
              <a:path w="13012" h="2396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538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887"/>
                </a:lnTo>
                <a:lnTo>
                  <a:pt x="4919" y="887"/>
                </a:lnTo>
                <a:lnTo>
                  <a:pt x="5236" y="887"/>
                </a:lnTo>
                <a:lnTo>
                  <a:pt x="5712" y="887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506" y="1331"/>
                </a:lnTo>
                <a:lnTo>
                  <a:pt x="6823" y="1331"/>
                </a:lnTo>
                <a:lnTo>
                  <a:pt x="7140" y="1331"/>
                </a:lnTo>
                <a:lnTo>
                  <a:pt x="7616" y="1331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508"/>
                </a:lnTo>
                <a:lnTo>
                  <a:pt x="9838" y="1775"/>
                </a:lnTo>
                <a:lnTo>
                  <a:pt x="10314" y="1775"/>
                </a:lnTo>
                <a:lnTo>
                  <a:pt x="10631" y="1775"/>
                </a:lnTo>
                <a:lnTo>
                  <a:pt x="10631" y="1952"/>
                </a:lnTo>
                <a:lnTo>
                  <a:pt x="11108" y="1952"/>
                </a:lnTo>
                <a:lnTo>
                  <a:pt x="11425" y="1952"/>
                </a:lnTo>
                <a:lnTo>
                  <a:pt x="11742" y="1952"/>
                </a:lnTo>
                <a:lnTo>
                  <a:pt x="11742" y="2130"/>
                </a:lnTo>
                <a:lnTo>
                  <a:pt x="12218" y="2130"/>
                </a:lnTo>
                <a:lnTo>
                  <a:pt x="12536" y="2130"/>
                </a:lnTo>
                <a:lnTo>
                  <a:pt x="12536" y="2396"/>
                </a:lnTo>
                <a:lnTo>
                  <a:pt x="13012" y="2396"/>
                </a:lnTo>
              </a:path>
            </a:pathLst>
          </a:custGeom>
          <a:ln w="222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7298425" y="2615133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177"/>
                </a:lnTo>
                <a:lnTo>
                  <a:pt x="1428" y="177"/>
                </a:lnTo>
                <a:lnTo>
                  <a:pt x="1904" y="443"/>
                </a:lnTo>
                <a:lnTo>
                  <a:pt x="2221" y="443"/>
                </a:lnTo>
                <a:lnTo>
                  <a:pt x="2697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919" y="621"/>
                </a:lnTo>
                <a:lnTo>
                  <a:pt x="4919" y="621"/>
                </a:lnTo>
                <a:lnTo>
                  <a:pt x="4919" y="798"/>
                </a:lnTo>
                <a:lnTo>
                  <a:pt x="5236" y="798"/>
                </a:lnTo>
                <a:lnTo>
                  <a:pt x="5712" y="798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823" y="1065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616" y="1508"/>
                </a:lnTo>
                <a:lnTo>
                  <a:pt x="7934" y="1508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838" y="1508"/>
                </a:lnTo>
                <a:lnTo>
                  <a:pt x="9838" y="1686"/>
                </a:lnTo>
                <a:lnTo>
                  <a:pt x="10314" y="1686"/>
                </a:lnTo>
                <a:lnTo>
                  <a:pt x="10631" y="1686"/>
                </a:lnTo>
                <a:lnTo>
                  <a:pt x="10631" y="1952"/>
                </a:lnTo>
                <a:lnTo>
                  <a:pt x="11108" y="1952"/>
                </a:lnTo>
                <a:lnTo>
                  <a:pt x="11425" y="1952"/>
                </a:lnTo>
                <a:lnTo>
                  <a:pt x="11901" y="1952"/>
                </a:lnTo>
                <a:lnTo>
                  <a:pt x="11901" y="1952"/>
                </a:lnTo>
                <a:lnTo>
                  <a:pt x="11901" y="2130"/>
                </a:lnTo>
                <a:lnTo>
                  <a:pt x="12218" y="2130"/>
                </a:lnTo>
                <a:lnTo>
                  <a:pt x="12536" y="2130"/>
                </a:lnTo>
                <a:lnTo>
                  <a:pt x="12536" y="2307"/>
                </a:lnTo>
                <a:lnTo>
                  <a:pt x="13012" y="2307"/>
                </a:lnTo>
                <a:lnTo>
                  <a:pt x="13329" y="2307"/>
                </a:lnTo>
                <a:lnTo>
                  <a:pt x="13805" y="2307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7312230" y="2617707"/>
            <a:ext cx="13329" cy="2573"/>
          </a:xfrm>
          <a:custGeom>
            <a:avLst/>
            <a:gdLst/>
            <a:ahLst/>
            <a:cxnLst/>
            <a:rect l="l" t="t" r="r" b="b"/>
            <a:pathLst>
              <a:path w="13329" h="2573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634" y="177"/>
                </a:lnTo>
                <a:lnTo>
                  <a:pt x="1110" y="177"/>
                </a:lnTo>
                <a:lnTo>
                  <a:pt x="1428" y="177"/>
                </a:lnTo>
                <a:lnTo>
                  <a:pt x="1904" y="177"/>
                </a:lnTo>
                <a:lnTo>
                  <a:pt x="2221" y="177"/>
                </a:lnTo>
                <a:lnTo>
                  <a:pt x="2697" y="177"/>
                </a:lnTo>
                <a:lnTo>
                  <a:pt x="2697" y="443"/>
                </a:lnTo>
                <a:lnTo>
                  <a:pt x="3015" y="443"/>
                </a:lnTo>
                <a:lnTo>
                  <a:pt x="3332" y="443"/>
                </a:lnTo>
                <a:lnTo>
                  <a:pt x="3808" y="443"/>
                </a:lnTo>
                <a:lnTo>
                  <a:pt x="3808" y="621"/>
                </a:lnTo>
                <a:lnTo>
                  <a:pt x="4125" y="621"/>
                </a:lnTo>
                <a:lnTo>
                  <a:pt x="4601" y="621"/>
                </a:lnTo>
                <a:lnTo>
                  <a:pt x="4601" y="621"/>
                </a:lnTo>
                <a:lnTo>
                  <a:pt x="4601" y="798"/>
                </a:lnTo>
                <a:lnTo>
                  <a:pt x="4919" y="798"/>
                </a:lnTo>
                <a:lnTo>
                  <a:pt x="5236" y="798"/>
                </a:lnTo>
                <a:lnTo>
                  <a:pt x="5712" y="798"/>
                </a:lnTo>
                <a:lnTo>
                  <a:pt x="5712" y="1065"/>
                </a:lnTo>
                <a:lnTo>
                  <a:pt x="6030" y="1065"/>
                </a:lnTo>
                <a:lnTo>
                  <a:pt x="6506" y="1065"/>
                </a:lnTo>
                <a:lnTo>
                  <a:pt x="6506" y="1242"/>
                </a:lnTo>
                <a:lnTo>
                  <a:pt x="6823" y="1242"/>
                </a:lnTo>
                <a:lnTo>
                  <a:pt x="7299" y="1242"/>
                </a:lnTo>
                <a:lnTo>
                  <a:pt x="7616" y="1242"/>
                </a:lnTo>
                <a:lnTo>
                  <a:pt x="7934" y="1242"/>
                </a:lnTo>
                <a:lnTo>
                  <a:pt x="8410" y="1242"/>
                </a:lnTo>
                <a:lnTo>
                  <a:pt x="8410" y="1508"/>
                </a:lnTo>
                <a:lnTo>
                  <a:pt x="8727" y="1508"/>
                </a:lnTo>
                <a:lnTo>
                  <a:pt x="9203" y="1508"/>
                </a:lnTo>
                <a:lnTo>
                  <a:pt x="9521" y="1508"/>
                </a:lnTo>
                <a:lnTo>
                  <a:pt x="9521" y="1686"/>
                </a:lnTo>
                <a:lnTo>
                  <a:pt x="9838" y="1686"/>
                </a:lnTo>
                <a:lnTo>
                  <a:pt x="10314" y="1686"/>
                </a:lnTo>
                <a:lnTo>
                  <a:pt x="10631" y="1686"/>
                </a:lnTo>
                <a:lnTo>
                  <a:pt x="10631" y="1952"/>
                </a:lnTo>
                <a:lnTo>
                  <a:pt x="11108" y="1952"/>
                </a:lnTo>
                <a:lnTo>
                  <a:pt x="11425" y="2130"/>
                </a:lnTo>
                <a:lnTo>
                  <a:pt x="11742" y="2130"/>
                </a:lnTo>
                <a:lnTo>
                  <a:pt x="12218" y="2130"/>
                </a:lnTo>
                <a:lnTo>
                  <a:pt x="12536" y="2307"/>
                </a:lnTo>
                <a:lnTo>
                  <a:pt x="13012" y="2307"/>
                </a:lnTo>
                <a:lnTo>
                  <a:pt x="13329" y="2573"/>
                </a:lnTo>
              </a:path>
            </a:pathLst>
          </a:custGeom>
          <a:ln w="222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7325560" y="2620281"/>
            <a:ext cx="13805" cy="2573"/>
          </a:xfrm>
          <a:custGeom>
            <a:avLst/>
            <a:gdLst/>
            <a:ahLst/>
            <a:cxnLst/>
            <a:rect l="l" t="t" r="r" b="b"/>
            <a:pathLst>
              <a:path w="13805" h="257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586" y="177"/>
                </a:lnTo>
                <a:lnTo>
                  <a:pt x="1904" y="177"/>
                </a:lnTo>
                <a:lnTo>
                  <a:pt x="2380" y="177"/>
                </a:lnTo>
                <a:lnTo>
                  <a:pt x="2697" y="177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491" y="621"/>
                </a:lnTo>
                <a:lnTo>
                  <a:pt x="3808" y="621"/>
                </a:lnTo>
                <a:lnTo>
                  <a:pt x="4284" y="621"/>
                </a:lnTo>
                <a:lnTo>
                  <a:pt x="4601" y="621"/>
                </a:lnTo>
                <a:lnTo>
                  <a:pt x="4601" y="798"/>
                </a:lnTo>
                <a:lnTo>
                  <a:pt x="5077" y="798"/>
                </a:lnTo>
                <a:lnTo>
                  <a:pt x="5395" y="798"/>
                </a:lnTo>
                <a:lnTo>
                  <a:pt x="5395" y="798"/>
                </a:lnTo>
                <a:lnTo>
                  <a:pt x="5712" y="1065"/>
                </a:lnTo>
                <a:lnTo>
                  <a:pt x="6188" y="1065"/>
                </a:lnTo>
                <a:lnTo>
                  <a:pt x="6506" y="1065"/>
                </a:lnTo>
                <a:lnTo>
                  <a:pt x="6982" y="1065"/>
                </a:lnTo>
                <a:lnTo>
                  <a:pt x="7299" y="1065"/>
                </a:lnTo>
                <a:lnTo>
                  <a:pt x="7299" y="1242"/>
                </a:lnTo>
                <a:lnTo>
                  <a:pt x="7616" y="1242"/>
                </a:lnTo>
                <a:lnTo>
                  <a:pt x="8093" y="1242"/>
                </a:lnTo>
                <a:lnTo>
                  <a:pt x="8093" y="1242"/>
                </a:lnTo>
                <a:lnTo>
                  <a:pt x="8093" y="1508"/>
                </a:lnTo>
                <a:lnTo>
                  <a:pt x="8410" y="1508"/>
                </a:lnTo>
                <a:lnTo>
                  <a:pt x="8886" y="1508"/>
                </a:lnTo>
                <a:lnTo>
                  <a:pt x="9203" y="1508"/>
                </a:lnTo>
                <a:lnTo>
                  <a:pt x="9203" y="1686"/>
                </a:lnTo>
                <a:lnTo>
                  <a:pt x="9679" y="1686"/>
                </a:lnTo>
                <a:lnTo>
                  <a:pt x="9997" y="1686"/>
                </a:lnTo>
                <a:lnTo>
                  <a:pt x="9997" y="1952"/>
                </a:lnTo>
                <a:lnTo>
                  <a:pt x="10314" y="1952"/>
                </a:lnTo>
                <a:lnTo>
                  <a:pt x="10790" y="1952"/>
                </a:lnTo>
                <a:lnTo>
                  <a:pt x="11108" y="2130"/>
                </a:lnTo>
                <a:lnTo>
                  <a:pt x="11584" y="2130"/>
                </a:lnTo>
                <a:lnTo>
                  <a:pt x="11901" y="2130"/>
                </a:lnTo>
                <a:lnTo>
                  <a:pt x="11901" y="2307"/>
                </a:lnTo>
                <a:lnTo>
                  <a:pt x="12218" y="2307"/>
                </a:lnTo>
                <a:lnTo>
                  <a:pt x="12694" y="2307"/>
                </a:lnTo>
                <a:lnTo>
                  <a:pt x="13012" y="2307"/>
                </a:lnTo>
                <a:lnTo>
                  <a:pt x="13488" y="2307"/>
                </a:lnTo>
                <a:lnTo>
                  <a:pt x="13805" y="2307"/>
                </a:lnTo>
                <a:lnTo>
                  <a:pt x="13805" y="2573"/>
                </a:lnTo>
              </a:path>
            </a:pathLst>
          </a:custGeom>
          <a:ln w="2221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7339366" y="2622855"/>
            <a:ext cx="13488" cy="2751"/>
          </a:xfrm>
          <a:custGeom>
            <a:avLst/>
            <a:gdLst/>
            <a:ahLst/>
            <a:cxnLst/>
            <a:rect l="l" t="t" r="r" b="b"/>
            <a:pathLst>
              <a:path w="13488" h="2751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177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491" y="798"/>
                </a:lnTo>
                <a:lnTo>
                  <a:pt x="3808" y="798"/>
                </a:lnTo>
                <a:lnTo>
                  <a:pt x="4284" y="798"/>
                </a:lnTo>
                <a:lnTo>
                  <a:pt x="4601" y="798"/>
                </a:lnTo>
                <a:lnTo>
                  <a:pt x="4919" y="798"/>
                </a:lnTo>
                <a:lnTo>
                  <a:pt x="4919" y="1065"/>
                </a:lnTo>
                <a:lnTo>
                  <a:pt x="5395" y="1065"/>
                </a:lnTo>
                <a:lnTo>
                  <a:pt x="5712" y="1065"/>
                </a:lnTo>
                <a:lnTo>
                  <a:pt x="6188" y="1065"/>
                </a:lnTo>
                <a:lnTo>
                  <a:pt x="6188" y="1242"/>
                </a:lnTo>
                <a:lnTo>
                  <a:pt x="6506" y="1242"/>
                </a:lnTo>
                <a:lnTo>
                  <a:pt x="6982" y="1242"/>
                </a:lnTo>
                <a:lnTo>
                  <a:pt x="6982" y="1508"/>
                </a:lnTo>
                <a:lnTo>
                  <a:pt x="7299" y="1508"/>
                </a:lnTo>
                <a:lnTo>
                  <a:pt x="7616" y="1508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863"/>
                </a:lnTo>
                <a:lnTo>
                  <a:pt x="8886" y="1863"/>
                </a:lnTo>
                <a:lnTo>
                  <a:pt x="9203" y="1863"/>
                </a:lnTo>
                <a:lnTo>
                  <a:pt x="9521" y="1863"/>
                </a:lnTo>
                <a:lnTo>
                  <a:pt x="9521" y="2130"/>
                </a:lnTo>
                <a:lnTo>
                  <a:pt x="9997" y="2130"/>
                </a:lnTo>
                <a:lnTo>
                  <a:pt x="10314" y="2130"/>
                </a:lnTo>
                <a:lnTo>
                  <a:pt x="10790" y="2130"/>
                </a:lnTo>
                <a:lnTo>
                  <a:pt x="11108" y="2130"/>
                </a:lnTo>
                <a:lnTo>
                  <a:pt x="11584" y="2307"/>
                </a:lnTo>
                <a:lnTo>
                  <a:pt x="11901" y="2307"/>
                </a:lnTo>
                <a:lnTo>
                  <a:pt x="12218" y="2307"/>
                </a:lnTo>
                <a:lnTo>
                  <a:pt x="12218" y="2573"/>
                </a:lnTo>
                <a:lnTo>
                  <a:pt x="12694" y="2573"/>
                </a:lnTo>
                <a:lnTo>
                  <a:pt x="13012" y="2573"/>
                </a:lnTo>
                <a:lnTo>
                  <a:pt x="13012" y="2751"/>
                </a:lnTo>
                <a:lnTo>
                  <a:pt x="13488" y="2751"/>
                </a:lnTo>
              </a:path>
            </a:pathLst>
          </a:custGeom>
          <a:ln w="223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7352854" y="2625606"/>
            <a:ext cx="13805" cy="2840"/>
          </a:xfrm>
          <a:custGeom>
            <a:avLst/>
            <a:gdLst/>
            <a:ahLst/>
            <a:cxnLst/>
            <a:rect l="l" t="t" r="r" b="b"/>
            <a:pathLst>
              <a:path w="13805" h="2840">
                <a:moveTo>
                  <a:pt x="0" y="0"/>
                </a:moveTo>
                <a:lnTo>
                  <a:pt x="317" y="0"/>
                </a:lnTo>
                <a:lnTo>
                  <a:pt x="634" y="266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538" y="443"/>
                </a:lnTo>
                <a:lnTo>
                  <a:pt x="3015" y="443"/>
                </a:lnTo>
                <a:lnTo>
                  <a:pt x="3332" y="621"/>
                </a:lnTo>
                <a:lnTo>
                  <a:pt x="3808" y="621"/>
                </a:lnTo>
                <a:lnTo>
                  <a:pt x="3808" y="887"/>
                </a:lnTo>
                <a:lnTo>
                  <a:pt x="4125" y="887"/>
                </a:lnTo>
                <a:lnTo>
                  <a:pt x="4601" y="887"/>
                </a:lnTo>
                <a:lnTo>
                  <a:pt x="4919" y="887"/>
                </a:lnTo>
                <a:lnTo>
                  <a:pt x="4919" y="1065"/>
                </a:lnTo>
                <a:lnTo>
                  <a:pt x="5236" y="1065"/>
                </a:lnTo>
                <a:lnTo>
                  <a:pt x="5712" y="1065"/>
                </a:lnTo>
                <a:lnTo>
                  <a:pt x="5712" y="1065"/>
                </a:lnTo>
                <a:lnTo>
                  <a:pt x="5712" y="1331"/>
                </a:lnTo>
                <a:lnTo>
                  <a:pt x="6030" y="1331"/>
                </a:lnTo>
                <a:lnTo>
                  <a:pt x="6506" y="1331"/>
                </a:lnTo>
                <a:lnTo>
                  <a:pt x="6506" y="1508"/>
                </a:lnTo>
                <a:lnTo>
                  <a:pt x="6823" y="1508"/>
                </a:lnTo>
                <a:lnTo>
                  <a:pt x="7140" y="1508"/>
                </a:lnTo>
                <a:lnTo>
                  <a:pt x="7616" y="1508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686"/>
                </a:lnTo>
                <a:lnTo>
                  <a:pt x="8727" y="1686"/>
                </a:lnTo>
                <a:lnTo>
                  <a:pt x="9203" y="1686"/>
                </a:lnTo>
                <a:lnTo>
                  <a:pt x="9203" y="1686"/>
                </a:lnTo>
                <a:lnTo>
                  <a:pt x="9203" y="1952"/>
                </a:lnTo>
                <a:lnTo>
                  <a:pt x="9521" y="1952"/>
                </a:lnTo>
                <a:lnTo>
                  <a:pt x="9838" y="1952"/>
                </a:lnTo>
                <a:lnTo>
                  <a:pt x="9838" y="2130"/>
                </a:lnTo>
                <a:lnTo>
                  <a:pt x="10314" y="2130"/>
                </a:lnTo>
                <a:lnTo>
                  <a:pt x="10631" y="2130"/>
                </a:lnTo>
                <a:lnTo>
                  <a:pt x="10631" y="2396"/>
                </a:lnTo>
                <a:lnTo>
                  <a:pt x="11108" y="2396"/>
                </a:lnTo>
                <a:lnTo>
                  <a:pt x="11425" y="2396"/>
                </a:lnTo>
                <a:lnTo>
                  <a:pt x="11742" y="2396"/>
                </a:lnTo>
                <a:lnTo>
                  <a:pt x="11742" y="2396"/>
                </a:lnTo>
                <a:lnTo>
                  <a:pt x="11742" y="2573"/>
                </a:lnTo>
                <a:lnTo>
                  <a:pt x="12218" y="2573"/>
                </a:lnTo>
                <a:lnTo>
                  <a:pt x="12536" y="2840"/>
                </a:lnTo>
                <a:lnTo>
                  <a:pt x="13012" y="2840"/>
                </a:lnTo>
                <a:lnTo>
                  <a:pt x="13329" y="2840"/>
                </a:lnTo>
                <a:lnTo>
                  <a:pt x="13805" y="2840"/>
                </a:lnTo>
              </a:path>
            </a:pathLst>
          </a:custGeom>
          <a:ln w="2233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7366660" y="2628446"/>
            <a:ext cx="13329" cy="2928"/>
          </a:xfrm>
          <a:custGeom>
            <a:avLst/>
            <a:gdLst/>
            <a:ahLst/>
            <a:cxnLst/>
            <a:rect l="l" t="t" r="r" b="b"/>
            <a:pathLst>
              <a:path w="13329" h="2928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355"/>
                </a:lnTo>
                <a:lnTo>
                  <a:pt x="1428" y="355"/>
                </a:lnTo>
                <a:lnTo>
                  <a:pt x="1904" y="355"/>
                </a:lnTo>
                <a:lnTo>
                  <a:pt x="2221" y="355"/>
                </a:lnTo>
                <a:lnTo>
                  <a:pt x="2221" y="621"/>
                </a:lnTo>
                <a:lnTo>
                  <a:pt x="2538" y="621"/>
                </a:lnTo>
                <a:lnTo>
                  <a:pt x="2538" y="798"/>
                </a:lnTo>
                <a:lnTo>
                  <a:pt x="3015" y="798"/>
                </a:lnTo>
                <a:lnTo>
                  <a:pt x="3332" y="798"/>
                </a:lnTo>
                <a:lnTo>
                  <a:pt x="3808" y="798"/>
                </a:lnTo>
                <a:lnTo>
                  <a:pt x="3808" y="798"/>
                </a:lnTo>
                <a:lnTo>
                  <a:pt x="3808" y="1065"/>
                </a:lnTo>
                <a:lnTo>
                  <a:pt x="4125" y="1065"/>
                </a:lnTo>
                <a:lnTo>
                  <a:pt x="4443" y="1242"/>
                </a:lnTo>
                <a:lnTo>
                  <a:pt x="4919" y="1242"/>
                </a:lnTo>
                <a:lnTo>
                  <a:pt x="5236" y="1242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506" y="1420"/>
                </a:lnTo>
                <a:lnTo>
                  <a:pt x="6823" y="1420"/>
                </a:lnTo>
                <a:lnTo>
                  <a:pt x="6823" y="1686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863"/>
                </a:lnTo>
                <a:lnTo>
                  <a:pt x="8410" y="1863"/>
                </a:lnTo>
                <a:lnTo>
                  <a:pt x="8410" y="2130"/>
                </a:lnTo>
                <a:lnTo>
                  <a:pt x="8727" y="2130"/>
                </a:lnTo>
                <a:lnTo>
                  <a:pt x="9045" y="2130"/>
                </a:lnTo>
                <a:lnTo>
                  <a:pt x="9521" y="2130"/>
                </a:lnTo>
                <a:lnTo>
                  <a:pt x="9521" y="2307"/>
                </a:lnTo>
                <a:lnTo>
                  <a:pt x="9838" y="2307"/>
                </a:lnTo>
                <a:lnTo>
                  <a:pt x="10314" y="2307"/>
                </a:lnTo>
                <a:lnTo>
                  <a:pt x="10631" y="2307"/>
                </a:lnTo>
                <a:lnTo>
                  <a:pt x="11108" y="2307"/>
                </a:lnTo>
                <a:lnTo>
                  <a:pt x="11108" y="2573"/>
                </a:lnTo>
                <a:lnTo>
                  <a:pt x="11425" y="2573"/>
                </a:lnTo>
                <a:lnTo>
                  <a:pt x="11742" y="2573"/>
                </a:lnTo>
                <a:lnTo>
                  <a:pt x="11742" y="2751"/>
                </a:lnTo>
                <a:lnTo>
                  <a:pt x="12218" y="2751"/>
                </a:lnTo>
                <a:lnTo>
                  <a:pt x="12536" y="2751"/>
                </a:lnTo>
                <a:lnTo>
                  <a:pt x="12536" y="2928"/>
                </a:lnTo>
                <a:lnTo>
                  <a:pt x="13012" y="2928"/>
                </a:lnTo>
                <a:lnTo>
                  <a:pt x="13329" y="2928"/>
                </a:lnTo>
              </a:path>
            </a:pathLst>
          </a:custGeom>
          <a:ln w="224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7379989" y="2631375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0"/>
                </a:move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586" y="443"/>
                </a:lnTo>
                <a:lnTo>
                  <a:pt x="1904" y="710"/>
                </a:lnTo>
                <a:lnTo>
                  <a:pt x="2380" y="710"/>
                </a:lnTo>
                <a:lnTo>
                  <a:pt x="2697" y="710"/>
                </a:lnTo>
                <a:lnTo>
                  <a:pt x="3015" y="710"/>
                </a:lnTo>
                <a:lnTo>
                  <a:pt x="3491" y="710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331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823" y="1775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410" y="1952"/>
                </a:lnTo>
                <a:lnTo>
                  <a:pt x="8886" y="1952"/>
                </a:lnTo>
                <a:lnTo>
                  <a:pt x="9203" y="1952"/>
                </a:lnTo>
                <a:lnTo>
                  <a:pt x="9203" y="2218"/>
                </a:lnTo>
                <a:lnTo>
                  <a:pt x="9521" y="2218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790" y="2396"/>
                </a:lnTo>
                <a:lnTo>
                  <a:pt x="10790" y="2396"/>
                </a:lnTo>
                <a:lnTo>
                  <a:pt x="10790" y="2573"/>
                </a:lnTo>
                <a:lnTo>
                  <a:pt x="11108" y="2573"/>
                </a:lnTo>
                <a:lnTo>
                  <a:pt x="11425" y="2573"/>
                </a:lnTo>
                <a:lnTo>
                  <a:pt x="11425" y="2840"/>
                </a:lnTo>
                <a:lnTo>
                  <a:pt x="11901" y="2840"/>
                </a:lnTo>
                <a:lnTo>
                  <a:pt x="12218" y="2840"/>
                </a:lnTo>
                <a:lnTo>
                  <a:pt x="12218" y="3017"/>
                </a:lnTo>
                <a:lnTo>
                  <a:pt x="12694" y="3017"/>
                </a:lnTo>
                <a:lnTo>
                  <a:pt x="13012" y="3017"/>
                </a:lnTo>
                <a:lnTo>
                  <a:pt x="13488" y="3017"/>
                </a:lnTo>
                <a:lnTo>
                  <a:pt x="13805" y="3017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7393795" y="2634393"/>
            <a:ext cx="13012" cy="3195"/>
          </a:xfrm>
          <a:custGeom>
            <a:avLst/>
            <a:gdLst/>
            <a:ahLst/>
            <a:cxnLst/>
            <a:rect l="l" t="t" r="r" b="b"/>
            <a:pathLst>
              <a:path w="13012" h="3195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775"/>
                </a:lnTo>
                <a:lnTo>
                  <a:pt x="6823" y="1775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410" y="2130"/>
                </a:lnTo>
                <a:lnTo>
                  <a:pt x="8410" y="2396"/>
                </a:lnTo>
                <a:lnTo>
                  <a:pt x="8727" y="2396"/>
                </a:lnTo>
                <a:lnTo>
                  <a:pt x="9203" y="2396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314" y="2396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840"/>
                </a:lnTo>
                <a:lnTo>
                  <a:pt x="11108" y="2840"/>
                </a:lnTo>
                <a:lnTo>
                  <a:pt x="11425" y="2840"/>
                </a:lnTo>
                <a:lnTo>
                  <a:pt x="11901" y="2840"/>
                </a:lnTo>
                <a:lnTo>
                  <a:pt x="11901" y="3017"/>
                </a:lnTo>
                <a:lnTo>
                  <a:pt x="12218" y="3017"/>
                </a:lnTo>
                <a:lnTo>
                  <a:pt x="12694" y="3017"/>
                </a:lnTo>
                <a:lnTo>
                  <a:pt x="12694" y="3195"/>
                </a:lnTo>
                <a:lnTo>
                  <a:pt x="13012" y="3195"/>
                </a:lnTo>
              </a:path>
            </a:pathLst>
          </a:custGeom>
          <a:ln w="226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7406807" y="2637588"/>
            <a:ext cx="13805" cy="3283"/>
          </a:xfrm>
          <a:custGeom>
            <a:avLst/>
            <a:gdLst/>
            <a:ahLst/>
            <a:cxnLst/>
            <a:rect l="l" t="t" r="r" b="b"/>
            <a:pathLst>
              <a:path w="13805" h="3283">
                <a:moveTo>
                  <a:pt x="0" y="0"/>
                </a:moveTo>
                <a:lnTo>
                  <a:pt x="0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710"/>
                </a:lnTo>
                <a:lnTo>
                  <a:pt x="3015" y="710"/>
                </a:lnTo>
                <a:lnTo>
                  <a:pt x="3491" y="710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153"/>
                </a:lnTo>
                <a:lnTo>
                  <a:pt x="4284" y="1153"/>
                </a:lnTo>
                <a:lnTo>
                  <a:pt x="4601" y="1153"/>
                </a:lnTo>
                <a:lnTo>
                  <a:pt x="4919" y="1153"/>
                </a:lnTo>
                <a:lnTo>
                  <a:pt x="4919" y="1331"/>
                </a:lnTo>
                <a:lnTo>
                  <a:pt x="5395" y="1331"/>
                </a:lnTo>
                <a:lnTo>
                  <a:pt x="5712" y="1331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508"/>
                </a:lnTo>
                <a:lnTo>
                  <a:pt x="7299" y="1775"/>
                </a:lnTo>
                <a:lnTo>
                  <a:pt x="7616" y="1775"/>
                </a:lnTo>
                <a:lnTo>
                  <a:pt x="8093" y="1775"/>
                </a:lnTo>
                <a:lnTo>
                  <a:pt x="8093" y="1775"/>
                </a:lnTo>
                <a:lnTo>
                  <a:pt x="8093" y="1952"/>
                </a:lnTo>
                <a:lnTo>
                  <a:pt x="8410" y="1952"/>
                </a:lnTo>
                <a:lnTo>
                  <a:pt x="8886" y="2218"/>
                </a:lnTo>
                <a:lnTo>
                  <a:pt x="9203" y="2218"/>
                </a:lnTo>
                <a:lnTo>
                  <a:pt x="9521" y="2218"/>
                </a:lnTo>
                <a:lnTo>
                  <a:pt x="9521" y="2396"/>
                </a:lnTo>
                <a:lnTo>
                  <a:pt x="9997" y="2396"/>
                </a:lnTo>
                <a:lnTo>
                  <a:pt x="9997" y="2573"/>
                </a:lnTo>
                <a:lnTo>
                  <a:pt x="10314" y="2573"/>
                </a:lnTo>
                <a:lnTo>
                  <a:pt x="10790" y="2573"/>
                </a:lnTo>
                <a:lnTo>
                  <a:pt x="11108" y="2573"/>
                </a:lnTo>
                <a:lnTo>
                  <a:pt x="11425" y="2573"/>
                </a:lnTo>
                <a:lnTo>
                  <a:pt x="11901" y="2573"/>
                </a:lnTo>
                <a:lnTo>
                  <a:pt x="11901" y="2840"/>
                </a:lnTo>
                <a:lnTo>
                  <a:pt x="12218" y="2840"/>
                </a:lnTo>
                <a:lnTo>
                  <a:pt x="12218" y="2840"/>
                </a:lnTo>
                <a:lnTo>
                  <a:pt x="12218" y="3017"/>
                </a:lnTo>
                <a:lnTo>
                  <a:pt x="12694" y="3017"/>
                </a:lnTo>
                <a:lnTo>
                  <a:pt x="13012" y="3017"/>
                </a:lnTo>
                <a:lnTo>
                  <a:pt x="13012" y="3283"/>
                </a:lnTo>
                <a:lnTo>
                  <a:pt x="13488" y="3283"/>
                </a:lnTo>
                <a:lnTo>
                  <a:pt x="13805" y="3283"/>
                </a:lnTo>
              </a:path>
            </a:pathLst>
          </a:custGeom>
          <a:ln w="225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7420613" y="2640872"/>
            <a:ext cx="13329" cy="3372"/>
          </a:xfrm>
          <a:custGeom>
            <a:avLst/>
            <a:gdLst/>
            <a:ahLst/>
            <a:cxnLst/>
            <a:rect l="l" t="t" r="r" b="b"/>
            <a:pathLst>
              <a:path w="13329" h="3372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621"/>
                </a:lnTo>
                <a:lnTo>
                  <a:pt x="3015" y="798"/>
                </a:lnTo>
                <a:lnTo>
                  <a:pt x="3491" y="798"/>
                </a:lnTo>
                <a:lnTo>
                  <a:pt x="3808" y="798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863"/>
                </a:lnTo>
                <a:lnTo>
                  <a:pt x="8093" y="1863"/>
                </a:lnTo>
                <a:lnTo>
                  <a:pt x="8410" y="1863"/>
                </a:lnTo>
                <a:lnTo>
                  <a:pt x="8410" y="2130"/>
                </a:lnTo>
                <a:lnTo>
                  <a:pt x="8886" y="2130"/>
                </a:lnTo>
                <a:lnTo>
                  <a:pt x="8886" y="2307"/>
                </a:lnTo>
                <a:lnTo>
                  <a:pt x="9203" y="2307"/>
                </a:lnTo>
                <a:lnTo>
                  <a:pt x="9521" y="2307"/>
                </a:lnTo>
                <a:lnTo>
                  <a:pt x="9997" y="2573"/>
                </a:lnTo>
                <a:lnTo>
                  <a:pt x="10314" y="2573"/>
                </a:lnTo>
                <a:lnTo>
                  <a:pt x="10790" y="2751"/>
                </a:lnTo>
                <a:lnTo>
                  <a:pt x="11108" y="2751"/>
                </a:lnTo>
                <a:lnTo>
                  <a:pt x="11108" y="3017"/>
                </a:lnTo>
                <a:lnTo>
                  <a:pt x="11425" y="3017"/>
                </a:lnTo>
                <a:lnTo>
                  <a:pt x="11901" y="3017"/>
                </a:lnTo>
                <a:lnTo>
                  <a:pt x="12218" y="3017"/>
                </a:lnTo>
                <a:lnTo>
                  <a:pt x="12694" y="3017"/>
                </a:lnTo>
                <a:lnTo>
                  <a:pt x="13012" y="3195"/>
                </a:lnTo>
                <a:lnTo>
                  <a:pt x="13329" y="3195"/>
                </a:lnTo>
                <a:lnTo>
                  <a:pt x="13329" y="3372"/>
                </a:lnTo>
              </a:path>
            </a:pathLst>
          </a:custGeom>
          <a:ln w="226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7433943" y="2644245"/>
            <a:ext cx="13805" cy="3283"/>
          </a:xfrm>
          <a:custGeom>
            <a:avLst/>
            <a:gdLst/>
            <a:ahLst/>
            <a:cxnLst/>
            <a:rect l="l" t="t" r="r" b="b"/>
            <a:pathLst>
              <a:path w="13805" h="3283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586" y="443"/>
                </a:lnTo>
                <a:lnTo>
                  <a:pt x="2062" y="443"/>
                </a:lnTo>
                <a:lnTo>
                  <a:pt x="2380" y="710"/>
                </a:lnTo>
                <a:lnTo>
                  <a:pt x="2697" y="710"/>
                </a:lnTo>
                <a:lnTo>
                  <a:pt x="3173" y="710"/>
                </a:lnTo>
                <a:lnTo>
                  <a:pt x="3491" y="710"/>
                </a:lnTo>
                <a:lnTo>
                  <a:pt x="3967" y="710"/>
                </a:lnTo>
                <a:lnTo>
                  <a:pt x="3967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5077" y="1065"/>
                </a:lnTo>
                <a:lnTo>
                  <a:pt x="5077" y="1065"/>
                </a:lnTo>
                <a:lnTo>
                  <a:pt x="5395" y="1331"/>
                </a:lnTo>
                <a:lnTo>
                  <a:pt x="5871" y="1331"/>
                </a:lnTo>
                <a:lnTo>
                  <a:pt x="5871" y="1508"/>
                </a:lnTo>
                <a:lnTo>
                  <a:pt x="6188" y="1508"/>
                </a:lnTo>
                <a:lnTo>
                  <a:pt x="6664" y="1508"/>
                </a:lnTo>
                <a:lnTo>
                  <a:pt x="6664" y="1775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952"/>
                </a:lnTo>
                <a:lnTo>
                  <a:pt x="7775" y="1952"/>
                </a:lnTo>
                <a:lnTo>
                  <a:pt x="8093" y="1952"/>
                </a:lnTo>
                <a:lnTo>
                  <a:pt x="8569" y="1952"/>
                </a:lnTo>
                <a:lnTo>
                  <a:pt x="8886" y="2130"/>
                </a:lnTo>
                <a:lnTo>
                  <a:pt x="9203" y="2130"/>
                </a:lnTo>
                <a:lnTo>
                  <a:pt x="9679" y="2130"/>
                </a:lnTo>
                <a:lnTo>
                  <a:pt x="9679" y="2396"/>
                </a:lnTo>
                <a:lnTo>
                  <a:pt x="9997" y="2396"/>
                </a:lnTo>
                <a:lnTo>
                  <a:pt x="9997" y="2573"/>
                </a:lnTo>
                <a:lnTo>
                  <a:pt x="10473" y="2573"/>
                </a:lnTo>
                <a:lnTo>
                  <a:pt x="10790" y="2573"/>
                </a:lnTo>
                <a:lnTo>
                  <a:pt x="10790" y="2840"/>
                </a:lnTo>
                <a:lnTo>
                  <a:pt x="11266" y="2840"/>
                </a:lnTo>
                <a:lnTo>
                  <a:pt x="11584" y="2840"/>
                </a:lnTo>
                <a:lnTo>
                  <a:pt x="11584" y="2840"/>
                </a:lnTo>
                <a:lnTo>
                  <a:pt x="11901" y="3017"/>
                </a:lnTo>
                <a:lnTo>
                  <a:pt x="12377" y="3017"/>
                </a:lnTo>
                <a:lnTo>
                  <a:pt x="12694" y="3017"/>
                </a:lnTo>
                <a:lnTo>
                  <a:pt x="13170" y="3017"/>
                </a:lnTo>
                <a:lnTo>
                  <a:pt x="13170" y="3283"/>
                </a:lnTo>
                <a:lnTo>
                  <a:pt x="13488" y="3283"/>
                </a:lnTo>
                <a:lnTo>
                  <a:pt x="13805" y="3283"/>
                </a:lnTo>
              </a:path>
            </a:pathLst>
          </a:custGeom>
          <a:ln w="225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7447749" y="2647529"/>
            <a:ext cx="13488" cy="3638"/>
          </a:xfrm>
          <a:custGeom>
            <a:avLst/>
            <a:gdLst/>
            <a:ahLst/>
            <a:cxnLst/>
            <a:rect l="l" t="t" r="r" b="b"/>
            <a:pathLst>
              <a:path w="13488" h="3638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476" y="177"/>
                </a:lnTo>
                <a:lnTo>
                  <a:pt x="476" y="355"/>
                </a:lnTo>
                <a:lnTo>
                  <a:pt x="793" y="355"/>
                </a:lnTo>
                <a:lnTo>
                  <a:pt x="1269" y="355"/>
                </a:lnTo>
                <a:lnTo>
                  <a:pt x="1586" y="621"/>
                </a:lnTo>
                <a:lnTo>
                  <a:pt x="2062" y="621"/>
                </a:lnTo>
                <a:lnTo>
                  <a:pt x="2380" y="621"/>
                </a:lnTo>
                <a:lnTo>
                  <a:pt x="2380" y="798"/>
                </a:lnTo>
                <a:lnTo>
                  <a:pt x="2697" y="798"/>
                </a:lnTo>
                <a:lnTo>
                  <a:pt x="2697" y="798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065"/>
                </a:lnTo>
                <a:lnTo>
                  <a:pt x="4601" y="1242"/>
                </a:lnTo>
                <a:lnTo>
                  <a:pt x="5077" y="1420"/>
                </a:lnTo>
                <a:lnTo>
                  <a:pt x="5395" y="1420"/>
                </a:lnTo>
                <a:lnTo>
                  <a:pt x="5871" y="1420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506" y="1686"/>
                </a:lnTo>
                <a:lnTo>
                  <a:pt x="6506" y="1863"/>
                </a:lnTo>
                <a:lnTo>
                  <a:pt x="6982" y="1863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8093" y="2130"/>
                </a:lnTo>
                <a:lnTo>
                  <a:pt x="8569" y="2130"/>
                </a:lnTo>
                <a:lnTo>
                  <a:pt x="8886" y="2307"/>
                </a:lnTo>
                <a:lnTo>
                  <a:pt x="9203" y="2573"/>
                </a:lnTo>
                <a:lnTo>
                  <a:pt x="9679" y="2573"/>
                </a:lnTo>
                <a:lnTo>
                  <a:pt x="9997" y="2573"/>
                </a:lnTo>
                <a:lnTo>
                  <a:pt x="9997" y="2751"/>
                </a:lnTo>
                <a:lnTo>
                  <a:pt x="10473" y="2751"/>
                </a:lnTo>
                <a:lnTo>
                  <a:pt x="10790" y="2751"/>
                </a:lnTo>
                <a:lnTo>
                  <a:pt x="10790" y="2751"/>
                </a:lnTo>
                <a:lnTo>
                  <a:pt x="10790" y="2928"/>
                </a:lnTo>
                <a:lnTo>
                  <a:pt x="11108" y="2928"/>
                </a:lnTo>
                <a:lnTo>
                  <a:pt x="11108" y="3195"/>
                </a:lnTo>
                <a:lnTo>
                  <a:pt x="11584" y="3195"/>
                </a:lnTo>
                <a:lnTo>
                  <a:pt x="11901" y="3195"/>
                </a:lnTo>
                <a:lnTo>
                  <a:pt x="11901" y="3372"/>
                </a:lnTo>
                <a:lnTo>
                  <a:pt x="12377" y="3372"/>
                </a:lnTo>
                <a:lnTo>
                  <a:pt x="12694" y="3372"/>
                </a:lnTo>
                <a:lnTo>
                  <a:pt x="13170" y="3372"/>
                </a:lnTo>
                <a:lnTo>
                  <a:pt x="13488" y="3638"/>
                </a:lnTo>
              </a:path>
            </a:pathLst>
          </a:custGeom>
          <a:ln w="22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7461237" y="2651168"/>
            <a:ext cx="13805" cy="3372"/>
          </a:xfrm>
          <a:custGeom>
            <a:avLst/>
            <a:gdLst/>
            <a:ahLst/>
            <a:cxnLst/>
            <a:rect l="l" t="t" r="r" b="b"/>
            <a:pathLst>
              <a:path w="13805" h="337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355"/>
                </a:lnTo>
                <a:lnTo>
                  <a:pt x="1904" y="355"/>
                </a:lnTo>
                <a:lnTo>
                  <a:pt x="1904" y="355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2697" y="798"/>
                </a:lnTo>
                <a:lnTo>
                  <a:pt x="3015" y="798"/>
                </a:lnTo>
                <a:lnTo>
                  <a:pt x="3491" y="798"/>
                </a:lnTo>
                <a:lnTo>
                  <a:pt x="3808" y="798"/>
                </a:lnTo>
                <a:lnTo>
                  <a:pt x="3808" y="798"/>
                </a:lnTo>
                <a:lnTo>
                  <a:pt x="4284" y="1065"/>
                </a:lnTo>
                <a:lnTo>
                  <a:pt x="4601" y="1065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6823" y="1863"/>
                </a:lnTo>
                <a:lnTo>
                  <a:pt x="7299" y="1863"/>
                </a:lnTo>
                <a:lnTo>
                  <a:pt x="7616" y="1863"/>
                </a:lnTo>
                <a:lnTo>
                  <a:pt x="7616" y="2130"/>
                </a:lnTo>
                <a:lnTo>
                  <a:pt x="8093" y="2130"/>
                </a:lnTo>
                <a:lnTo>
                  <a:pt x="8410" y="2130"/>
                </a:lnTo>
                <a:lnTo>
                  <a:pt x="8727" y="2130"/>
                </a:lnTo>
                <a:lnTo>
                  <a:pt x="8727" y="2307"/>
                </a:lnTo>
                <a:lnTo>
                  <a:pt x="9203" y="2307"/>
                </a:lnTo>
                <a:lnTo>
                  <a:pt x="9521" y="2307"/>
                </a:lnTo>
                <a:lnTo>
                  <a:pt x="9997" y="2573"/>
                </a:lnTo>
                <a:lnTo>
                  <a:pt x="10314" y="2573"/>
                </a:lnTo>
                <a:lnTo>
                  <a:pt x="10314" y="2751"/>
                </a:lnTo>
                <a:lnTo>
                  <a:pt x="10790" y="2751"/>
                </a:lnTo>
                <a:lnTo>
                  <a:pt x="11108" y="2751"/>
                </a:lnTo>
                <a:lnTo>
                  <a:pt x="11108" y="2928"/>
                </a:lnTo>
                <a:lnTo>
                  <a:pt x="11425" y="2928"/>
                </a:lnTo>
                <a:lnTo>
                  <a:pt x="11901" y="2928"/>
                </a:lnTo>
                <a:lnTo>
                  <a:pt x="11901" y="3195"/>
                </a:lnTo>
                <a:lnTo>
                  <a:pt x="12218" y="3195"/>
                </a:lnTo>
                <a:lnTo>
                  <a:pt x="12694" y="3195"/>
                </a:lnTo>
                <a:lnTo>
                  <a:pt x="13012" y="3195"/>
                </a:lnTo>
                <a:lnTo>
                  <a:pt x="13012" y="3372"/>
                </a:lnTo>
                <a:lnTo>
                  <a:pt x="13329" y="3372"/>
                </a:lnTo>
                <a:lnTo>
                  <a:pt x="13805" y="3372"/>
                </a:lnTo>
              </a:path>
            </a:pathLst>
          </a:custGeom>
          <a:ln w="226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7475043" y="2654540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0"/>
                </a:moveTo>
                <a:lnTo>
                  <a:pt x="0" y="266"/>
                </a:lnTo>
                <a:lnTo>
                  <a:pt x="317" y="266"/>
                </a:lnTo>
                <a:lnTo>
                  <a:pt x="317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710"/>
                </a:lnTo>
                <a:lnTo>
                  <a:pt x="1904" y="710"/>
                </a:lnTo>
                <a:lnTo>
                  <a:pt x="2221" y="710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712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130"/>
                </a:lnTo>
                <a:lnTo>
                  <a:pt x="8093" y="2130"/>
                </a:lnTo>
                <a:lnTo>
                  <a:pt x="8410" y="2396"/>
                </a:lnTo>
                <a:lnTo>
                  <a:pt x="8727" y="2396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314" y="3017"/>
                </a:lnTo>
                <a:lnTo>
                  <a:pt x="10631" y="3017"/>
                </a:lnTo>
                <a:lnTo>
                  <a:pt x="10631" y="3283"/>
                </a:lnTo>
                <a:lnTo>
                  <a:pt x="11108" y="3283"/>
                </a:lnTo>
                <a:lnTo>
                  <a:pt x="11425" y="3283"/>
                </a:lnTo>
                <a:lnTo>
                  <a:pt x="11425" y="3461"/>
                </a:lnTo>
                <a:lnTo>
                  <a:pt x="11901" y="3461"/>
                </a:lnTo>
                <a:lnTo>
                  <a:pt x="12218" y="3461"/>
                </a:lnTo>
                <a:lnTo>
                  <a:pt x="12694" y="3461"/>
                </a:lnTo>
                <a:lnTo>
                  <a:pt x="13012" y="3461"/>
                </a:lnTo>
                <a:lnTo>
                  <a:pt x="13012" y="3638"/>
                </a:lnTo>
                <a:lnTo>
                  <a:pt x="13329" y="3638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7488372" y="2658179"/>
            <a:ext cx="13805" cy="3905"/>
          </a:xfrm>
          <a:custGeom>
            <a:avLst/>
            <a:gdLst/>
            <a:ahLst/>
            <a:cxnLst/>
            <a:rect l="l" t="t" r="r" b="b"/>
            <a:pathLst>
              <a:path w="13805" h="3905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218"/>
                </a:lnTo>
                <a:lnTo>
                  <a:pt x="7299" y="2218"/>
                </a:lnTo>
                <a:lnTo>
                  <a:pt x="7775" y="2218"/>
                </a:lnTo>
                <a:lnTo>
                  <a:pt x="8093" y="2218"/>
                </a:lnTo>
                <a:lnTo>
                  <a:pt x="8093" y="2396"/>
                </a:lnTo>
                <a:lnTo>
                  <a:pt x="8569" y="2396"/>
                </a:lnTo>
                <a:lnTo>
                  <a:pt x="8886" y="2396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473" y="3017"/>
                </a:lnTo>
                <a:lnTo>
                  <a:pt x="10790" y="3017"/>
                </a:lnTo>
                <a:lnTo>
                  <a:pt x="10790" y="3283"/>
                </a:lnTo>
                <a:lnTo>
                  <a:pt x="11108" y="3283"/>
                </a:lnTo>
                <a:lnTo>
                  <a:pt x="11584" y="3283"/>
                </a:lnTo>
                <a:lnTo>
                  <a:pt x="11901" y="3283"/>
                </a:lnTo>
                <a:lnTo>
                  <a:pt x="11901" y="3461"/>
                </a:lnTo>
                <a:lnTo>
                  <a:pt x="12377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  <a:lnTo>
                  <a:pt x="13488" y="3638"/>
                </a:lnTo>
                <a:lnTo>
                  <a:pt x="13488" y="3905"/>
                </a:lnTo>
                <a:lnTo>
                  <a:pt x="13805" y="3905"/>
                </a:lnTo>
              </a:path>
            </a:pathLst>
          </a:custGeom>
          <a:ln w="229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7502178" y="2662085"/>
            <a:ext cx="13012" cy="3638"/>
          </a:xfrm>
          <a:custGeom>
            <a:avLst/>
            <a:gdLst/>
            <a:ahLst/>
            <a:cxnLst/>
            <a:rect l="l" t="t" r="r" b="b"/>
            <a:pathLst>
              <a:path w="13012" h="3638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269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621"/>
                </a:lnTo>
                <a:lnTo>
                  <a:pt x="3173" y="887"/>
                </a:lnTo>
                <a:lnTo>
                  <a:pt x="3491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242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7775" y="2130"/>
                </a:lnTo>
                <a:lnTo>
                  <a:pt x="8093" y="2130"/>
                </a:lnTo>
                <a:lnTo>
                  <a:pt x="8093" y="2130"/>
                </a:lnTo>
                <a:lnTo>
                  <a:pt x="8410" y="2307"/>
                </a:lnTo>
                <a:lnTo>
                  <a:pt x="8886" y="2307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751"/>
                </a:lnTo>
                <a:lnTo>
                  <a:pt x="9997" y="2751"/>
                </a:lnTo>
                <a:lnTo>
                  <a:pt x="9997" y="2751"/>
                </a:lnTo>
                <a:lnTo>
                  <a:pt x="10473" y="3017"/>
                </a:lnTo>
                <a:lnTo>
                  <a:pt x="10790" y="3017"/>
                </a:lnTo>
                <a:lnTo>
                  <a:pt x="11108" y="3017"/>
                </a:lnTo>
                <a:lnTo>
                  <a:pt x="11584" y="3195"/>
                </a:lnTo>
                <a:lnTo>
                  <a:pt x="11901" y="3195"/>
                </a:lnTo>
                <a:lnTo>
                  <a:pt x="12377" y="3195"/>
                </a:lnTo>
                <a:lnTo>
                  <a:pt x="12377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</a:path>
            </a:pathLst>
          </a:custGeom>
          <a:ln w="228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7515190" y="2665723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621"/>
                </a:lnTo>
                <a:lnTo>
                  <a:pt x="2697" y="621"/>
                </a:lnTo>
                <a:lnTo>
                  <a:pt x="3173" y="621"/>
                </a:lnTo>
                <a:lnTo>
                  <a:pt x="3173" y="887"/>
                </a:lnTo>
                <a:lnTo>
                  <a:pt x="3491" y="887"/>
                </a:lnTo>
                <a:lnTo>
                  <a:pt x="3967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686"/>
                </a:lnTo>
                <a:lnTo>
                  <a:pt x="6188" y="1686"/>
                </a:lnTo>
                <a:lnTo>
                  <a:pt x="6506" y="1686"/>
                </a:lnTo>
                <a:lnTo>
                  <a:pt x="6982" y="1686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1952"/>
                </a:lnTo>
                <a:lnTo>
                  <a:pt x="7775" y="2130"/>
                </a:lnTo>
                <a:lnTo>
                  <a:pt x="8093" y="2130"/>
                </a:lnTo>
                <a:lnTo>
                  <a:pt x="8093" y="2396"/>
                </a:lnTo>
                <a:lnTo>
                  <a:pt x="8569" y="2396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751"/>
                </a:lnTo>
                <a:lnTo>
                  <a:pt x="9997" y="2751"/>
                </a:lnTo>
                <a:lnTo>
                  <a:pt x="10473" y="2751"/>
                </a:lnTo>
                <a:lnTo>
                  <a:pt x="10790" y="3017"/>
                </a:lnTo>
                <a:lnTo>
                  <a:pt x="11108" y="3017"/>
                </a:lnTo>
                <a:lnTo>
                  <a:pt x="11584" y="3195"/>
                </a:lnTo>
                <a:lnTo>
                  <a:pt x="11901" y="3195"/>
                </a:lnTo>
                <a:lnTo>
                  <a:pt x="12377" y="3461"/>
                </a:lnTo>
                <a:lnTo>
                  <a:pt x="12377" y="3638"/>
                </a:lnTo>
                <a:lnTo>
                  <a:pt x="12694" y="3638"/>
                </a:lnTo>
                <a:lnTo>
                  <a:pt x="13170" y="3638"/>
                </a:lnTo>
                <a:lnTo>
                  <a:pt x="13488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7528996" y="2669540"/>
            <a:ext cx="13488" cy="3905"/>
          </a:xfrm>
          <a:custGeom>
            <a:avLst/>
            <a:gdLst/>
            <a:ahLst/>
            <a:cxnLst/>
            <a:rect l="l" t="t" r="r" b="b"/>
            <a:pathLst>
              <a:path w="13488" h="3905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80" y="710"/>
                </a:lnTo>
                <a:lnTo>
                  <a:pt x="2697" y="710"/>
                </a:lnTo>
                <a:lnTo>
                  <a:pt x="2697" y="710"/>
                </a:lnTo>
                <a:lnTo>
                  <a:pt x="2697" y="887"/>
                </a:lnTo>
                <a:lnTo>
                  <a:pt x="3173" y="887"/>
                </a:lnTo>
                <a:lnTo>
                  <a:pt x="3173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218"/>
                </a:lnTo>
                <a:lnTo>
                  <a:pt x="7299" y="2218"/>
                </a:lnTo>
                <a:lnTo>
                  <a:pt x="7775" y="2218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840"/>
                </a:lnTo>
                <a:lnTo>
                  <a:pt x="9997" y="2840"/>
                </a:lnTo>
                <a:lnTo>
                  <a:pt x="10473" y="2840"/>
                </a:lnTo>
                <a:lnTo>
                  <a:pt x="10473" y="3017"/>
                </a:lnTo>
                <a:lnTo>
                  <a:pt x="10790" y="3017"/>
                </a:lnTo>
                <a:lnTo>
                  <a:pt x="11108" y="3017"/>
                </a:lnTo>
                <a:lnTo>
                  <a:pt x="11108" y="3283"/>
                </a:lnTo>
                <a:lnTo>
                  <a:pt x="11584" y="3283"/>
                </a:lnTo>
                <a:lnTo>
                  <a:pt x="11584" y="3461"/>
                </a:lnTo>
                <a:lnTo>
                  <a:pt x="11901" y="3461"/>
                </a:lnTo>
                <a:lnTo>
                  <a:pt x="11901" y="3461"/>
                </a:lnTo>
                <a:lnTo>
                  <a:pt x="12377" y="3638"/>
                </a:lnTo>
                <a:lnTo>
                  <a:pt x="12694" y="3638"/>
                </a:lnTo>
                <a:lnTo>
                  <a:pt x="13012" y="3638"/>
                </a:lnTo>
                <a:lnTo>
                  <a:pt x="13488" y="3905"/>
                </a:lnTo>
              </a:path>
            </a:pathLst>
          </a:custGeom>
          <a:ln w="229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7542484" y="2673445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130"/>
                </a:lnTo>
                <a:lnTo>
                  <a:pt x="8093" y="2307"/>
                </a:lnTo>
                <a:lnTo>
                  <a:pt x="8410" y="2307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997" y="2751"/>
                </a:lnTo>
                <a:lnTo>
                  <a:pt x="9997" y="2751"/>
                </a:lnTo>
                <a:lnTo>
                  <a:pt x="10314" y="3017"/>
                </a:lnTo>
                <a:lnTo>
                  <a:pt x="10631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901" y="3461"/>
                </a:lnTo>
                <a:lnTo>
                  <a:pt x="12218" y="3461"/>
                </a:lnTo>
                <a:lnTo>
                  <a:pt x="12218" y="3461"/>
                </a:lnTo>
                <a:lnTo>
                  <a:pt x="12218" y="3638"/>
                </a:lnTo>
                <a:lnTo>
                  <a:pt x="12694" y="3638"/>
                </a:lnTo>
                <a:lnTo>
                  <a:pt x="13012" y="3638"/>
                </a:lnTo>
                <a:lnTo>
                  <a:pt x="13012" y="3816"/>
                </a:lnTo>
                <a:lnTo>
                  <a:pt x="13329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7556290" y="2677262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17" y="266"/>
                </a:lnTo>
                <a:lnTo>
                  <a:pt x="317" y="443"/>
                </a:lnTo>
                <a:lnTo>
                  <a:pt x="793" y="443"/>
                </a:lnTo>
                <a:lnTo>
                  <a:pt x="1110" y="443"/>
                </a:lnTo>
                <a:lnTo>
                  <a:pt x="1110" y="710"/>
                </a:lnTo>
                <a:lnTo>
                  <a:pt x="1428" y="710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2697" y="887"/>
                </a:lnTo>
                <a:lnTo>
                  <a:pt x="2697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508"/>
                </a:lnTo>
                <a:lnTo>
                  <a:pt x="4601" y="1508"/>
                </a:lnTo>
                <a:lnTo>
                  <a:pt x="4601" y="1775"/>
                </a:lnTo>
                <a:lnTo>
                  <a:pt x="4919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218"/>
                </a:lnTo>
                <a:lnTo>
                  <a:pt x="7299" y="2218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10314" y="3017"/>
                </a:lnTo>
                <a:lnTo>
                  <a:pt x="10631" y="3283"/>
                </a:lnTo>
                <a:lnTo>
                  <a:pt x="11108" y="3283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536" y="3905"/>
                </a:lnTo>
                <a:lnTo>
                  <a:pt x="13012" y="3905"/>
                </a:lnTo>
                <a:lnTo>
                  <a:pt x="13012" y="4082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7569620" y="2681344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80" y="710"/>
                </a:lnTo>
                <a:lnTo>
                  <a:pt x="2697" y="887"/>
                </a:lnTo>
                <a:lnTo>
                  <a:pt x="3173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508"/>
                </a:lnTo>
                <a:lnTo>
                  <a:pt x="5395" y="1508"/>
                </a:lnTo>
                <a:lnTo>
                  <a:pt x="5871" y="1508"/>
                </a:lnTo>
                <a:lnTo>
                  <a:pt x="5871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96"/>
                </a:lnTo>
                <a:lnTo>
                  <a:pt x="8093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679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473" y="3017"/>
                </a:lnTo>
                <a:lnTo>
                  <a:pt x="10473" y="3283"/>
                </a:lnTo>
                <a:lnTo>
                  <a:pt x="10790" y="3283"/>
                </a:lnTo>
                <a:lnTo>
                  <a:pt x="11108" y="3283"/>
                </a:lnTo>
                <a:lnTo>
                  <a:pt x="11108" y="3461"/>
                </a:lnTo>
                <a:lnTo>
                  <a:pt x="11584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377" y="3638"/>
                </a:lnTo>
                <a:lnTo>
                  <a:pt x="12694" y="3638"/>
                </a:lnTo>
                <a:lnTo>
                  <a:pt x="13012" y="3905"/>
                </a:lnTo>
                <a:lnTo>
                  <a:pt x="13488" y="3905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7583426" y="2685427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380" y="621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96"/>
                </a:lnTo>
                <a:lnTo>
                  <a:pt x="8093" y="2396"/>
                </a:lnTo>
                <a:lnTo>
                  <a:pt x="8093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790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584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377" y="3638"/>
                </a:lnTo>
                <a:lnTo>
                  <a:pt x="12377" y="3638"/>
                </a:lnTo>
                <a:lnTo>
                  <a:pt x="12694" y="3905"/>
                </a:lnTo>
                <a:lnTo>
                  <a:pt x="13012" y="3905"/>
                </a:lnTo>
                <a:lnTo>
                  <a:pt x="13012" y="4082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7596914" y="2689510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015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508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952"/>
                </a:lnTo>
                <a:lnTo>
                  <a:pt x="6506" y="1952"/>
                </a:lnTo>
                <a:lnTo>
                  <a:pt x="6506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396"/>
                </a:lnTo>
                <a:lnTo>
                  <a:pt x="7934" y="2396"/>
                </a:lnTo>
                <a:lnTo>
                  <a:pt x="7934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203" y="2751"/>
                </a:lnTo>
                <a:lnTo>
                  <a:pt x="9521" y="2751"/>
                </a:lnTo>
                <a:lnTo>
                  <a:pt x="9997" y="2751"/>
                </a:lnTo>
                <a:lnTo>
                  <a:pt x="9997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195"/>
                </a:lnTo>
                <a:lnTo>
                  <a:pt x="10631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536" y="3905"/>
                </a:lnTo>
                <a:lnTo>
                  <a:pt x="13012" y="3905"/>
                </a:lnTo>
                <a:lnTo>
                  <a:pt x="13329" y="3905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7610244" y="2693593"/>
            <a:ext cx="13488" cy="4260"/>
          </a:xfrm>
          <a:custGeom>
            <a:avLst/>
            <a:gdLst/>
            <a:ahLst/>
            <a:cxnLst/>
            <a:rect l="l" t="t" r="r" b="b"/>
            <a:pathLst>
              <a:path w="13488" h="4260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177"/>
                </a:lnTo>
                <a:lnTo>
                  <a:pt x="793" y="177"/>
                </a:lnTo>
                <a:lnTo>
                  <a:pt x="1269" y="443"/>
                </a:lnTo>
                <a:lnTo>
                  <a:pt x="1586" y="443"/>
                </a:lnTo>
                <a:lnTo>
                  <a:pt x="1904" y="621"/>
                </a:lnTo>
                <a:lnTo>
                  <a:pt x="2380" y="621"/>
                </a:lnTo>
                <a:lnTo>
                  <a:pt x="2380" y="887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508"/>
                </a:lnTo>
                <a:lnTo>
                  <a:pt x="5077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130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790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584" y="3461"/>
                </a:lnTo>
                <a:lnTo>
                  <a:pt x="11901" y="3638"/>
                </a:lnTo>
                <a:lnTo>
                  <a:pt x="12377" y="3638"/>
                </a:lnTo>
                <a:lnTo>
                  <a:pt x="12377" y="3816"/>
                </a:lnTo>
                <a:lnTo>
                  <a:pt x="12694" y="3816"/>
                </a:lnTo>
                <a:lnTo>
                  <a:pt x="13012" y="3816"/>
                </a:lnTo>
                <a:lnTo>
                  <a:pt x="13012" y="4082"/>
                </a:lnTo>
                <a:lnTo>
                  <a:pt x="13488" y="4082"/>
                </a:lnTo>
                <a:lnTo>
                  <a:pt x="13488" y="4260"/>
                </a:lnTo>
              </a:path>
            </a:pathLst>
          </a:custGeom>
          <a:ln w="231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7623732" y="2697853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793" y="266"/>
                </a:lnTo>
                <a:lnTo>
                  <a:pt x="1110" y="266"/>
                </a:lnTo>
                <a:lnTo>
                  <a:pt x="1428" y="266"/>
                </a:lnTo>
                <a:lnTo>
                  <a:pt x="1904" y="266"/>
                </a:lnTo>
                <a:lnTo>
                  <a:pt x="1904" y="266"/>
                </a:lnTo>
                <a:lnTo>
                  <a:pt x="1904" y="443"/>
                </a:lnTo>
                <a:lnTo>
                  <a:pt x="2221" y="443"/>
                </a:lnTo>
                <a:lnTo>
                  <a:pt x="2221" y="710"/>
                </a:lnTo>
                <a:lnTo>
                  <a:pt x="2697" y="710"/>
                </a:lnTo>
                <a:lnTo>
                  <a:pt x="3015" y="710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601" y="1331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030" y="1508"/>
                </a:lnTo>
                <a:lnTo>
                  <a:pt x="6030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2130"/>
                </a:lnTo>
                <a:lnTo>
                  <a:pt x="7934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314" y="3017"/>
                </a:lnTo>
                <a:lnTo>
                  <a:pt x="10631" y="3017"/>
                </a:lnTo>
                <a:lnTo>
                  <a:pt x="10631" y="3283"/>
                </a:lnTo>
                <a:lnTo>
                  <a:pt x="11108" y="3283"/>
                </a:lnTo>
                <a:lnTo>
                  <a:pt x="11108" y="3283"/>
                </a:lnTo>
                <a:lnTo>
                  <a:pt x="11425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218" y="3638"/>
                </a:lnTo>
                <a:lnTo>
                  <a:pt x="12536" y="3638"/>
                </a:lnTo>
                <a:lnTo>
                  <a:pt x="12536" y="3905"/>
                </a:lnTo>
                <a:lnTo>
                  <a:pt x="13012" y="3905"/>
                </a:lnTo>
                <a:lnTo>
                  <a:pt x="13329" y="3905"/>
                </a:lnTo>
                <a:lnTo>
                  <a:pt x="13805" y="3905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7637538" y="2701936"/>
            <a:ext cx="13329" cy="4349"/>
          </a:xfrm>
          <a:custGeom>
            <a:avLst/>
            <a:gdLst/>
            <a:ahLst/>
            <a:cxnLst/>
            <a:rect l="l" t="t" r="r" b="b"/>
            <a:pathLst>
              <a:path w="13329" h="4349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428" y="443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775"/>
                </a:lnTo>
                <a:lnTo>
                  <a:pt x="5395" y="1775"/>
                </a:lnTo>
                <a:lnTo>
                  <a:pt x="5712" y="1775"/>
                </a:lnTo>
                <a:lnTo>
                  <a:pt x="5712" y="1952"/>
                </a:lnTo>
                <a:lnTo>
                  <a:pt x="6030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7934" y="2396"/>
                </a:lnTo>
                <a:lnTo>
                  <a:pt x="7934" y="2396"/>
                </a:lnTo>
                <a:lnTo>
                  <a:pt x="7934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838" y="3195"/>
                </a:lnTo>
                <a:lnTo>
                  <a:pt x="10314" y="3195"/>
                </a:lnTo>
                <a:lnTo>
                  <a:pt x="10631" y="3195"/>
                </a:lnTo>
                <a:lnTo>
                  <a:pt x="11108" y="3195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638"/>
                </a:lnTo>
                <a:lnTo>
                  <a:pt x="12218" y="3905"/>
                </a:lnTo>
                <a:lnTo>
                  <a:pt x="12536" y="3905"/>
                </a:lnTo>
                <a:lnTo>
                  <a:pt x="12536" y="4082"/>
                </a:lnTo>
                <a:lnTo>
                  <a:pt x="13012" y="4082"/>
                </a:lnTo>
                <a:lnTo>
                  <a:pt x="13329" y="4082"/>
                </a:lnTo>
                <a:lnTo>
                  <a:pt x="13329" y="4349"/>
                </a:lnTo>
              </a:path>
            </a:pathLst>
          </a:custGeom>
          <a:ln w="2328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7650867" y="2706285"/>
            <a:ext cx="13805" cy="3994"/>
          </a:xfrm>
          <a:custGeom>
            <a:avLst/>
            <a:gdLst/>
            <a:ahLst/>
            <a:cxnLst/>
            <a:rect l="l" t="t" r="r" b="b"/>
            <a:pathLst>
              <a:path w="13805" h="3994">
                <a:moveTo>
                  <a:pt x="0" y="0"/>
                </a:move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177"/>
                </a:lnTo>
                <a:lnTo>
                  <a:pt x="1904" y="355"/>
                </a:lnTo>
                <a:lnTo>
                  <a:pt x="1904" y="621"/>
                </a:lnTo>
                <a:lnTo>
                  <a:pt x="2380" y="621"/>
                </a:lnTo>
                <a:lnTo>
                  <a:pt x="2697" y="621"/>
                </a:lnTo>
                <a:lnTo>
                  <a:pt x="2697" y="798"/>
                </a:lnTo>
                <a:lnTo>
                  <a:pt x="3173" y="798"/>
                </a:lnTo>
                <a:lnTo>
                  <a:pt x="3491" y="798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601" y="1242"/>
                </a:lnTo>
                <a:lnTo>
                  <a:pt x="5077" y="1242"/>
                </a:lnTo>
                <a:lnTo>
                  <a:pt x="5077" y="1420"/>
                </a:lnTo>
                <a:lnTo>
                  <a:pt x="5395" y="1420"/>
                </a:lnTo>
                <a:lnTo>
                  <a:pt x="5712" y="1420"/>
                </a:lnTo>
                <a:lnTo>
                  <a:pt x="5712" y="1420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863"/>
                </a:lnTo>
                <a:lnTo>
                  <a:pt x="6506" y="1863"/>
                </a:lnTo>
                <a:lnTo>
                  <a:pt x="6982" y="2130"/>
                </a:lnTo>
                <a:lnTo>
                  <a:pt x="7299" y="2130"/>
                </a:lnTo>
                <a:lnTo>
                  <a:pt x="7775" y="2307"/>
                </a:lnTo>
                <a:lnTo>
                  <a:pt x="8093" y="2307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751"/>
                </a:lnTo>
                <a:lnTo>
                  <a:pt x="9679" y="2751"/>
                </a:lnTo>
                <a:lnTo>
                  <a:pt x="9997" y="2751"/>
                </a:lnTo>
                <a:lnTo>
                  <a:pt x="9997" y="2928"/>
                </a:lnTo>
                <a:lnTo>
                  <a:pt x="10314" y="2928"/>
                </a:lnTo>
                <a:lnTo>
                  <a:pt x="10314" y="3195"/>
                </a:lnTo>
                <a:lnTo>
                  <a:pt x="10790" y="3195"/>
                </a:lnTo>
                <a:lnTo>
                  <a:pt x="10790" y="3372"/>
                </a:lnTo>
                <a:lnTo>
                  <a:pt x="11108" y="3372"/>
                </a:lnTo>
                <a:lnTo>
                  <a:pt x="11584" y="3372"/>
                </a:lnTo>
                <a:lnTo>
                  <a:pt x="11584" y="3372"/>
                </a:lnTo>
                <a:lnTo>
                  <a:pt x="11584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694" y="3816"/>
                </a:lnTo>
                <a:lnTo>
                  <a:pt x="13012" y="3816"/>
                </a:lnTo>
                <a:lnTo>
                  <a:pt x="13012" y="3994"/>
                </a:lnTo>
                <a:lnTo>
                  <a:pt x="13488" y="3994"/>
                </a:lnTo>
                <a:lnTo>
                  <a:pt x="13805" y="3994"/>
                </a:lnTo>
              </a:path>
            </a:pathLst>
          </a:custGeom>
          <a:ln w="229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7664673" y="2710279"/>
            <a:ext cx="13488" cy="4349"/>
          </a:xfrm>
          <a:custGeom>
            <a:avLst/>
            <a:gdLst/>
            <a:ahLst/>
            <a:cxnLst/>
            <a:rect l="l" t="t" r="r" b="b"/>
            <a:pathLst>
              <a:path w="13488" h="4349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110" y="710"/>
                </a:lnTo>
                <a:lnTo>
                  <a:pt x="1586" y="710"/>
                </a:lnTo>
                <a:lnTo>
                  <a:pt x="1586" y="710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2697" y="1153"/>
                </a:lnTo>
                <a:lnTo>
                  <a:pt x="3015" y="1153"/>
                </a:lnTo>
                <a:lnTo>
                  <a:pt x="3491" y="1153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4601" y="1775"/>
                </a:lnTo>
                <a:lnTo>
                  <a:pt x="5077" y="1775"/>
                </a:lnTo>
                <a:lnTo>
                  <a:pt x="5077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218"/>
                </a:lnTo>
                <a:lnTo>
                  <a:pt x="6982" y="2218"/>
                </a:lnTo>
                <a:lnTo>
                  <a:pt x="6982" y="2396"/>
                </a:lnTo>
                <a:lnTo>
                  <a:pt x="7299" y="2396"/>
                </a:lnTo>
                <a:lnTo>
                  <a:pt x="7616" y="2573"/>
                </a:lnTo>
                <a:lnTo>
                  <a:pt x="8093" y="2573"/>
                </a:lnTo>
                <a:lnTo>
                  <a:pt x="8093" y="2840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203" y="3283"/>
                </a:lnTo>
                <a:lnTo>
                  <a:pt x="9679" y="3283"/>
                </a:lnTo>
                <a:lnTo>
                  <a:pt x="9997" y="3283"/>
                </a:lnTo>
                <a:lnTo>
                  <a:pt x="10314" y="3283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727"/>
                </a:lnTo>
                <a:lnTo>
                  <a:pt x="11584" y="3727"/>
                </a:lnTo>
                <a:lnTo>
                  <a:pt x="11584" y="3905"/>
                </a:lnTo>
                <a:lnTo>
                  <a:pt x="11901" y="3905"/>
                </a:lnTo>
                <a:lnTo>
                  <a:pt x="12218" y="4082"/>
                </a:lnTo>
                <a:lnTo>
                  <a:pt x="12694" y="4082"/>
                </a:lnTo>
                <a:lnTo>
                  <a:pt x="13012" y="4349"/>
                </a:lnTo>
                <a:lnTo>
                  <a:pt x="13488" y="4349"/>
                </a:lnTo>
              </a:path>
            </a:pathLst>
          </a:custGeom>
          <a:ln w="232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7678161" y="2714628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428" y="443"/>
                </a:lnTo>
                <a:lnTo>
                  <a:pt x="1904" y="621"/>
                </a:lnTo>
                <a:lnTo>
                  <a:pt x="1904" y="798"/>
                </a:lnTo>
                <a:lnTo>
                  <a:pt x="2221" y="798"/>
                </a:lnTo>
                <a:lnTo>
                  <a:pt x="2697" y="798"/>
                </a:lnTo>
                <a:lnTo>
                  <a:pt x="2697" y="1065"/>
                </a:lnTo>
                <a:lnTo>
                  <a:pt x="3015" y="1065"/>
                </a:lnTo>
                <a:lnTo>
                  <a:pt x="3332" y="1065"/>
                </a:lnTo>
                <a:lnTo>
                  <a:pt x="3332" y="1242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686"/>
                </a:lnTo>
                <a:lnTo>
                  <a:pt x="5236" y="1686"/>
                </a:lnTo>
                <a:lnTo>
                  <a:pt x="5712" y="1686"/>
                </a:lnTo>
                <a:lnTo>
                  <a:pt x="5712" y="1863"/>
                </a:lnTo>
                <a:lnTo>
                  <a:pt x="6030" y="1863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307"/>
                </a:lnTo>
                <a:lnTo>
                  <a:pt x="7299" y="2307"/>
                </a:lnTo>
                <a:lnTo>
                  <a:pt x="7616" y="2307"/>
                </a:lnTo>
                <a:lnTo>
                  <a:pt x="7934" y="2307"/>
                </a:lnTo>
                <a:lnTo>
                  <a:pt x="7934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521" y="3195"/>
                </a:lnTo>
                <a:lnTo>
                  <a:pt x="9838" y="3195"/>
                </a:lnTo>
                <a:lnTo>
                  <a:pt x="10314" y="3195"/>
                </a:lnTo>
                <a:lnTo>
                  <a:pt x="10314" y="3195"/>
                </a:lnTo>
                <a:lnTo>
                  <a:pt x="10314" y="3372"/>
                </a:lnTo>
                <a:lnTo>
                  <a:pt x="10631" y="3372"/>
                </a:lnTo>
                <a:lnTo>
                  <a:pt x="10631" y="3638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816"/>
                </a:lnTo>
                <a:lnTo>
                  <a:pt x="12218" y="4082"/>
                </a:lnTo>
                <a:lnTo>
                  <a:pt x="12536" y="4082"/>
                </a:lnTo>
                <a:lnTo>
                  <a:pt x="13012" y="4082"/>
                </a:lnTo>
                <a:lnTo>
                  <a:pt x="13012" y="4260"/>
                </a:lnTo>
                <a:lnTo>
                  <a:pt x="13329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7691967" y="2718888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177"/>
                </a:lnTo>
                <a:lnTo>
                  <a:pt x="634" y="443"/>
                </a:lnTo>
                <a:lnTo>
                  <a:pt x="1110" y="443"/>
                </a:lnTo>
                <a:lnTo>
                  <a:pt x="1428" y="443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015" y="1331"/>
                </a:lnTo>
                <a:lnTo>
                  <a:pt x="3332" y="1331"/>
                </a:lnTo>
                <a:lnTo>
                  <a:pt x="3808" y="1331"/>
                </a:lnTo>
                <a:lnTo>
                  <a:pt x="3808" y="1508"/>
                </a:lnTo>
                <a:lnTo>
                  <a:pt x="4125" y="1508"/>
                </a:lnTo>
                <a:lnTo>
                  <a:pt x="4601" y="1508"/>
                </a:lnTo>
                <a:lnTo>
                  <a:pt x="4601" y="1508"/>
                </a:lnTo>
                <a:lnTo>
                  <a:pt x="4601" y="1686"/>
                </a:lnTo>
                <a:lnTo>
                  <a:pt x="4919" y="1686"/>
                </a:lnTo>
                <a:lnTo>
                  <a:pt x="5236" y="1686"/>
                </a:lnTo>
                <a:lnTo>
                  <a:pt x="5712" y="1952"/>
                </a:lnTo>
                <a:lnTo>
                  <a:pt x="6030" y="1952"/>
                </a:lnTo>
                <a:lnTo>
                  <a:pt x="6030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2396"/>
                </a:lnTo>
                <a:lnTo>
                  <a:pt x="7140" y="2396"/>
                </a:lnTo>
                <a:lnTo>
                  <a:pt x="7140" y="2573"/>
                </a:lnTo>
                <a:lnTo>
                  <a:pt x="7616" y="2573"/>
                </a:lnTo>
                <a:lnTo>
                  <a:pt x="7934" y="2573"/>
                </a:lnTo>
                <a:lnTo>
                  <a:pt x="7934" y="2751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521" y="3195"/>
                </a:lnTo>
                <a:lnTo>
                  <a:pt x="9838" y="3195"/>
                </a:lnTo>
                <a:lnTo>
                  <a:pt x="10314" y="3461"/>
                </a:lnTo>
                <a:lnTo>
                  <a:pt x="10631" y="3461"/>
                </a:lnTo>
                <a:lnTo>
                  <a:pt x="11108" y="3638"/>
                </a:lnTo>
                <a:lnTo>
                  <a:pt x="11108" y="3905"/>
                </a:lnTo>
                <a:lnTo>
                  <a:pt x="11425" y="3905"/>
                </a:lnTo>
                <a:lnTo>
                  <a:pt x="11742" y="3905"/>
                </a:lnTo>
                <a:lnTo>
                  <a:pt x="11742" y="4082"/>
                </a:lnTo>
                <a:lnTo>
                  <a:pt x="12218" y="4082"/>
                </a:lnTo>
                <a:lnTo>
                  <a:pt x="12536" y="4082"/>
                </a:lnTo>
                <a:lnTo>
                  <a:pt x="13012" y="4082"/>
                </a:lnTo>
                <a:lnTo>
                  <a:pt x="13012" y="4260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7705297" y="2723148"/>
            <a:ext cx="13488" cy="4526"/>
          </a:xfrm>
          <a:custGeom>
            <a:avLst/>
            <a:gdLst/>
            <a:ahLst/>
            <a:cxnLst/>
            <a:rect l="l" t="t" r="r" b="b"/>
            <a:pathLst>
              <a:path w="13488" h="4526">
                <a:moveTo>
                  <a:pt x="0" y="0"/>
                </a:move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1904" y="887"/>
                </a:lnTo>
                <a:lnTo>
                  <a:pt x="2380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712" y="1952"/>
                </a:lnTo>
                <a:lnTo>
                  <a:pt x="6188" y="1952"/>
                </a:lnTo>
                <a:lnTo>
                  <a:pt x="6188" y="2218"/>
                </a:lnTo>
                <a:lnTo>
                  <a:pt x="6506" y="2218"/>
                </a:lnTo>
                <a:lnTo>
                  <a:pt x="6982" y="2218"/>
                </a:lnTo>
                <a:lnTo>
                  <a:pt x="7299" y="2396"/>
                </a:lnTo>
                <a:lnTo>
                  <a:pt x="7616" y="2396"/>
                </a:lnTo>
                <a:lnTo>
                  <a:pt x="7616" y="2573"/>
                </a:lnTo>
                <a:lnTo>
                  <a:pt x="8093" y="2573"/>
                </a:lnTo>
                <a:lnTo>
                  <a:pt x="8093" y="2840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521" y="3283"/>
                </a:lnTo>
                <a:lnTo>
                  <a:pt x="9997" y="3283"/>
                </a:lnTo>
                <a:lnTo>
                  <a:pt x="10314" y="3283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901" y="3638"/>
                </a:lnTo>
                <a:lnTo>
                  <a:pt x="11901" y="3905"/>
                </a:lnTo>
                <a:lnTo>
                  <a:pt x="12218" y="3905"/>
                </a:lnTo>
                <a:lnTo>
                  <a:pt x="12218" y="4082"/>
                </a:lnTo>
                <a:lnTo>
                  <a:pt x="12694" y="4082"/>
                </a:lnTo>
                <a:lnTo>
                  <a:pt x="12694" y="4349"/>
                </a:lnTo>
                <a:lnTo>
                  <a:pt x="13012" y="4349"/>
                </a:lnTo>
                <a:lnTo>
                  <a:pt x="13488" y="4349"/>
                </a:lnTo>
                <a:lnTo>
                  <a:pt x="13488" y="4526"/>
                </a:lnTo>
              </a:path>
            </a:pathLst>
          </a:custGeom>
          <a:ln w="23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7718785" y="2727675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0"/>
                </a:lnTo>
                <a:lnTo>
                  <a:pt x="1110" y="0"/>
                </a:lnTo>
                <a:lnTo>
                  <a:pt x="1110" y="266"/>
                </a:lnTo>
                <a:lnTo>
                  <a:pt x="1428" y="266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4919" y="1331"/>
                </a:lnTo>
                <a:lnTo>
                  <a:pt x="5236" y="1331"/>
                </a:lnTo>
                <a:lnTo>
                  <a:pt x="5236" y="1508"/>
                </a:lnTo>
                <a:lnTo>
                  <a:pt x="5236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396"/>
                </a:lnTo>
                <a:lnTo>
                  <a:pt x="7934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521" y="2840"/>
                </a:lnTo>
                <a:lnTo>
                  <a:pt x="9521" y="3017"/>
                </a:lnTo>
                <a:lnTo>
                  <a:pt x="9838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195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742" y="3461"/>
                </a:lnTo>
                <a:lnTo>
                  <a:pt x="11742" y="3638"/>
                </a:lnTo>
                <a:lnTo>
                  <a:pt x="12218" y="3638"/>
                </a:lnTo>
                <a:lnTo>
                  <a:pt x="12536" y="3638"/>
                </a:lnTo>
                <a:lnTo>
                  <a:pt x="12536" y="3905"/>
                </a:lnTo>
                <a:lnTo>
                  <a:pt x="13012" y="3905"/>
                </a:lnTo>
                <a:lnTo>
                  <a:pt x="13329" y="4082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7732115" y="2731935"/>
            <a:ext cx="13805" cy="4082"/>
          </a:xfrm>
          <a:custGeom>
            <a:avLst/>
            <a:gdLst/>
            <a:ahLst/>
            <a:cxnLst/>
            <a:rect l="l" t="t" r="r" b="b"/>
            <a:pathLst>
              <a:path w="13805" h="4082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710"/>
                </a:lnTo>
                <a:lnTo>
                  <a:pt x="2697" y="710"/>
                </a:lnTo>
                <a:lnTo>
                  <a:pt x="3015" y="710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3808" y="1153"/>
                </a:lnTo>
                <a:lnTo>
                  <a:pt x="4284" y="1153"/>
                </a:lnTo>
                <a:lnTo>
                  <a:pt x="4284" y="1153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982" y="1952"/>
                </a:lnTo>
                <a:lnTo>
                  <a:pt x="6982" y="2218"/>
                </a:lnTo>
                <a:lnTo>
                  <a:pt x="7299" y="2218"/>
                </a:lnTo>
                <a:lnTo>
                  <a:pt x="7616" y="2218"/>
                </a:lnTo>
                <a:lnTo>
                  <a:pt x="7616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679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3283"/>
                </a:lnTo>
                <a:lnTo>
                  <a:pt x="11108" y="3283"/>
                </a:lnTo>
                <a:lnTo>
                  <a:pt x="11108" y="3461"/>
                </a:lnTo>
                <a:lnTo>
                  <a:pt x="11584" y="3461"/>
                </a:lnTo>
                <a:lnTo>
                  <a:pt x="11584" y="3727"/>
                </a:lnTo>
                <a:lnTo>
                  <a:pt x="11901" y="3727"/>
                </a:lnTo>
                <a:lnTo>
                  <a:pt x="12218" y="3727"/>
                </a:lnTo>
                <a:lnTo>
                  <a:pt x="12218" y="3905"/>
                </a:lnTo>
                <a:lnTo>
                  <a:pt x="12694" y="3905"/>
                </a:lnTo>
                <a:lnTo>
                  <a:pt x="13012" y="3905"/>
                </a:lnTo>
                <a:lnTo>
                  <a:pt x="13488" y="3905"/>
                </a:lnTo>
                <a:lnTo>
                  <a:pt x="13488" y="4082"/>
                </a:lnTo>
                <a:lnTo>
                  <a:pt x="13805" y="4082"/>
                </a:lnTo>
              </a:path>
            </a:pathLst>
          </a:custGeom>
          <a:ln w="230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7745921" y="2736018"/>
            <a:ext cx="13488" cy="4526"/>
          </a:xfrm>
          <a:custGeom>
            <a:avLst/>
            <a:gdLst/>
            <a:ahLst/>
            <a:cxnLst/>
            <a:rect l="l" t="t" r="r" b="b"/>
            <a:pathLst>
              <a:path w="13488" h="4526">
                <a:moveTo>
                  <a:pt x="0" y="0"/>
                </a:move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110" y="710"/>
                </a:lnTo>
                <a:lnTo>
                  <a:pt x="1586" y="710"/>
                </a:lnTo>
                <a:lnTo>
                  <a:pt x="1904" y="710"/>
                </a:lnTo>
                <a:lnTo>
                  <a:pt x="1904" y="887"/>
                </a:lnTo>
                <a:lnTo>
                  <a:pt x="2380" y="887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4919" y="1775"/>
                </a:lnTo>
                <a:lnTo>
                  <a:pt x="4919" y="1952"/>
                </a:lnTo>
                <a:lnTo>
                  <a:pt x="5395" y="1952"/>
                </a:lnTo>
                <a:lnTo>
                  <a:pt x="5712" y="1952"/>
                </a:lnTo>
                <a:lnTo>
                  <a:pt x="5712" y="2130"/>
                </a:lnTo>
                <a:lnTo>
                  <a:pt x="6188" y="2130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396"/>
                </a:lnTo>
                <a:lnTo>
                  <a:pt x="7616" y="2573"/>
                </a:lnTo>
                <a:lnTo>
                  <a:pt x="8093" y="2573"/>
                </a:lnTo>
                <a:lnTo>
                  <a:pt x="8093" y="2840"/>
                </a:lnTo>
                <a:lnTo>
                  <a:pt x="8410" y="2840"/>
                </a:lnTo>
                <a:lnTo>
                  <a:pt x="8886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203" y="3283"/>
                </a:lnTo>
                <a:lnTo>
                  <a:pt x="9521" y="3283"/>
                </a:lnTo>
                <a:lnTo>
                  <a:pt x="9521" y="3461"/>
                </a:lnTo>
                <a:lnTo>
                  <a:pt x="9997" y="3461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584" y="3638"/>
                </a:lnTo>
                <a:lnTo>
                  <a:pt x="11584" y="3905"/>
                </a:lnTo>
                <a:lnTo>
                  <a:pt x="11901" y="3905"/>
                </a:lnTo>
                <a:lnTo>
                  <a:pt x="12218" y="4082"/>
                </a:lnTo>
                <a:lnTo>
                  <a:pt x="12694" y="4082"/>
                </a:lnTo>
                <a:lnTo>
                  <a:pt x="12694" y="4349"/>
                </a:lnTo>
                <a:lnTo>
                  <a:pt x="13012" y="4349"/>
                </a:lnTo>
                <a:lnTo>
                  <a:pt x="13488" y="4349"/>
                </a:lnTo>
                <a:lnTo>
                  <a:pt x="13488" y="4526"/>
                </a:lnTo>
              </a:path>
            </a:pathLst>
          </a:custGeom>
          <a:ln w="233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7759409" y="2740544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443"/>
                </a:lnTo>
                <a:lnTo>
                  <a:pt x="2221" y="621"/>
                </a:lnTo>
                <a:lnTo>
                  <a:pt x="2538" y="621"/>
                </a:lnTo>
                <a:lnTo>
                  <a:pt x="2538" y="887"/>
                </a:lnTo>
                <a:lnTo>
                  <a:pt x="3015" y="887"/>
                </a:lnTo>
                <a:lnTo>
                  <a:pt x="3332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4919" y="1508"/>
                </a:lnTo>
                <a:lnTo>
                  <a:pt x="5236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140" y="2130"/>
                </a:lnTo>
                <a:lnTo>
                  <a:pt x="7140" y="2396"/>
                </a:lnTo>
                <a:lnTo>
                  <a:pt x="7616" y="2396"/>
                </a:lnTo>
                <a:lnTo>
                  <a:pt x="7934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751"/>
                </a:lnTo>
                <a:lnTo>
                  <a:pt x="9203" y="2751"/>
                </a:lnTo>
                <a:lnTo>
                  <a:pt x="9521" y="2751"/>
                </a:lnTo>
                <a:lnTo>
                  <a:pt x="9521" y="2751"/>
                </a:lnTo>
                <a:lnTo>
                  <a:pt x="9521" y="3017"/>
                </a:lnTo>
                <a:lnTo>
                  <a:pt x="9838" y="3017"/>
                </a:lnTo>
                <a:lnTo>
                  <a:pt x="10314" y="3017"/>
                </a:lnTo>
                <a:lnTo>
                  <a:pt x="10314" y="3195"/>
                </a:lnTo>
                <a:lnTo>
                  <a:pt x="10631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742" y="3638"/>
                </a:lnTo>
                <a:lnTo>
                  <a:pt x="12218" y="3638"/>
                </a:lnTo>
                <a:lnTo>
                  <a:pt x="12536" y="3638"/>
                </a:lnTo>
                <a:lnTo>
                  <a:pt x="12536" y="3905"/>
                </a:lnTo>
                <a:lnTo>
                  <a:pt x="13012" y="3905"/>
                </a:lnTo>
                <a:lnTo>
                  <a:pt x="13012" y="4082"/>
                </a:lnTo>
                <a:lnTo>
                  <a:pt x="13329" y="4082"/>
                </a:lnTo>
                <a:lnTo>
                  <a:pt x="13329" y="4260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7773215" y="2744805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634" y="266"/>
                </a:lnTo>
                <a:lnTo>
                  <a:pt x="634" y="443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710"/>
                </a:lnTo>
                <a:lnTo>
                  <a:pt x="2538" y="710"/>
                </a:lnTo>
                <a:lnTo>
                  <a:pt x="2538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332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443" y="1508"/>
                </a:lnTo>
                <a:lnTo>
                  <a:pt x="4919" y="1508"/>
                </a:lnTo>
                <a:lnTo>
                  <a:pt x="4919" y="1775"/>
                </a:lnTo>
                <a:lnTo>
                  <a:pt x="5236" y="1775"/>
                </a:lnTo>
                <a:lnTo>
                  <a:pt x="5712" y="1775"/>
                </a:lnTo>
                <a:lnTo>
                  <a:pt x="6030" y="1775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218"/>
                </a:lnTo>
                <a:lnTo>
                  <a:pt x="7140" y="2218"/>
                </a:lnTo>
                <a:lnTo>
                  <a:pt x="7140" y="2396"/>
                </a:lnTo>
                <a:lnTo>
                  <a:pt x="7616" y="2396"/>
                </a:lnTo>
                <a:lnTo>
                  <a:pt x="7616" y="2573"/>
                </a:lnTo>
                <a:lnTo>
                  <a:pt x="7934" y="2573"/>
                </a:lnTo>
                <a:lnTo>
                  <a:pt x="8410" y="2573"/>
                </a:lnTo>
                <a:lnTo>
                  <a:pt x="8410" y="2573"/>
                </a:lnTo>
                <a:lnTo>
                  <a:pt x="8410" y="2840"/>
                </a:lnTo>
                <a:lnTo>
                  <a:pt x="8727" y="2840"/>
                </a:lnTo>
                <a:lnTo>
                  <a:pt x="9045" y="2840"/>
                </a:lnTo>
                <a:lnTo>
                  <a:pt x="9521" y="3017"/>
                </a:lnTo>
                <a:lnTo>
                  <a:pt x="9838" y="3017"/>
                </a:lnTo>
                <a:lnTo>
                  <a:pt x="9838" y="3283"/>
                </a:lnTo>
                <a:lnTo>
                  <a:pt x="10314" y="3283"/>
                </a:lnTo>
                <a:lnTo>
                  <a:pt x="10631" y="3283"/>
                </a:lnTo>
                <a:lnTo>
                  <a:pt x="10631" y="3461"/>
                </a:lnTo>
                <a:lnTo>
                  <a:pt x="11108" y="3461"/>
                </a:lnTo>
                <a:lnTo>
                  <a:pt x="11425" y="3461"/>
                </a:lnTo>
                <a:lnTo>
                  <a:pt x="11425" y="3638"/>
                </a:lnTo>
                <a:lnTo>
                  <a:pt x="11742" y="3905"/>
                </a:lnTo>
                <a:lnTo>
                  <a:pt x="12218" y="3905"/>
                </a:lnTo>
                <a:lnTo>
                  <a:pt x="12218" y="4082"/>
                </a:lnTo>
                <a:lnTo>
                  <a:pt x="12536" y="4082"/>
                </a:lnTo>
                <a:lnTo>
                  <a:pt x="13012" y="4082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7786544" y="2748888"/>
            <a:ext cx="13805" cy="4526"/>
          </a:xfrm>
          <a:custGeom>
            <a:avLst/>
            <a:gdLst/>
            <a:ahLst/>
            <a:cxnLst/>
            <a:rect l="l" t="t" r="r" b="b"/>
            <a:pathLst>
              <a:path w="13805" h="4526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317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710"/>
                </a:lnTo>
                <a:lnTo>
                  <a:pt x="1904" y="710"/>
                </a:lnTo>
                <a:lnTo>
                  <a:pt x="1904" y="887"/>
                </a:lnTo>
                <a:lnTo>
                  <a:pt x="2380" y="887"/>
                </a:lnTo>
                <a:lnTo>
                  <a:pt x="2380" y="1065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4601" y="1775"/>
                </a:lnTo>
                <a:lnTo>
                  <a:pt x="4919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712" y="1952"/>
                </a:lnTo>
                <a:lnTo>
                  <a:pt x="5712" y="1952"/>
                </a:lnTo>
                <a:lnTo>
                  <a:pt x="6188" y="2130"/>
                </a:lnTo>
                <a:lnTo>
                  <a:pt x="6188" y="2396"/>
                </a:lnTo>
                <a:lnTo>
                  <a:pt x="6506" y="2396"/>
                </a:lnTo>
                <a:lnTo>
                  <a:pt x="6982" y="2396"/>
                </a:lnTo>
                <a:lnTo>
                  <a:pt x="7299" y="2396"/>
                </a:lnTo>
                <a:lnTo>
                  <a:pt x="7616" y="2396"/>
                </a:lnTo>
                <a:lnTo>
                  <a:pt x="7616" y="2573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840"/>
                </a:lnTo>
                <a:lnTo>
                  <a:pt x="8886" y="3017"/>
                </a:lnTo>
                <a:lnTo>
                  <a:pt x="9203" y="3017"/>
                </a:lnTo>
                <a:lnTo>
                  <a:pt x="9203" y="3283"/>
                </a:lnTo>
                <a:lnTo>
                  <a:pt x="9521" y="3283"/>
                </a:lnTo>
                <a:lnTo>
                  <a:pt x="9997" y="3283"/>
                </a:lnTo>
                <a:lnTo>
                  <a:pt x="9997" y="3283"/>
                </a:lnTo>
                <a:lnTo>
                  <a:pt x="9997" y="3461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425" y="3905"/>
                </a:lnTo>
                <a:lnTo>
                  <a:pt x="11901" y="3905"/>
                </a:lnTo>
                <a:lnTo>
                  <a:pt x="12218" y="3905"/>
                </a:lnTo>
                <a:lnTo>
                  <a:pt x="12218" y="4082"/>
                </a:lnTo>
                <a:lnTo>
                  <a:pt x="12694" y="4082"/>
                </a:lnTo>
                <a:lnTo>
                  <a:pt x="12694" y="4349"/>
                </a:lnTo>
                <a:lnTo>
                  <a:pt x="13012" y="4349"/>
                </a:lnTo>
                <a:lnTo>
                  <a:pt x="13488" y="4349"/>
                </a:lnTo>
                <a:lnTo>
                  <a:pt x="13488" y="4526"/>
                </a:lnTo>
                <a:lnTo>
                  <a:pt x="13805" y="4526"/>
                </a:lnTo>
              </a:path>
            </a:pathLst>
          </a:custGeom>
          <a:ln w="23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7800350" y="2753414"/>
            <a:ext cx="13329" cy="4260"/>
          </a:xfrm>
          <a:custGeom>
            <a:avLst/>
            <a:gdLst/>
            <a:ahLst/>
            <a:cxnLst/>
            <a:rect l="l" t="t" r="r" b="b"/>
            <a:pathLst>
              <a:path w="13329" h="4260">
                <a:moveTo>
                  <a:pt x="0" y="0"/>
                </a:move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221" y="621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919" y="1331"/>
                </a:lnTo>
                <a:lnTo>
                  <a:pt x="4919" y="1508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5712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396"/>
                </a:lnTo>
                <a:lnTo>
                  <a:pt x="7616" y="2573"/>
                </a:lnTo>
                <a:lnTo>
                  <a:pt x="8093" y="2573"/>
                </a:lnTo>
                <a:lnTo>
                  <a:pt x="8410" y="2573"/>
                </a:lnTo>
                <a:lnTo>
                  <a:pt x="8886" y="2573"/>
                </a:lnTo>
                <a:lnTo>
                  <a:pt x="8886" y="2751"/>
                </a:lnTo>
                <a:lnTo>
                  <a:pt x="9203" y="2751"/>
                </a:lnTo>
                <a:lnTo>
                  <a:pt x="9203" y="3017"/>
                </a:lnTo>
                <a:lnTo>
                  <a:pt x="9521" y="3017"/>
                </a:lnTo>
                <a:lnTo>
                  <a:pt x="9997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905"/>
                </a:lnTo>
                <a:lnTo>
                  <a:pt x="12694" y="3905"/>
                </a:lnTo>
                <a:lnTo>
                  <a:pt x="13012" y="4082"/>
                </a:lnTo>
                <a:lnTo>
                  <a:pt x="13329" y="4082"/>
                </a:lnTo>
                <a:lnTo>
                  <a:pt x="13329" y="4260"/>
                </a:lnTo>
              </a:path>
            </a:pathLst>
          </a:custGeom>
          <a:ln w="2322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7813680" y="2757674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269" y="443"/>
                </a:lnTo>
                <a:lnTo>
                  <a:pt x="1586" y="443"/>
                </a:lnTo>
                <a:lnTo>
                  <a:pt x="2062" y="443"/>
                </a:lnTo>
                <a:lnTo>
                  <a:pt x="2062" y="710"/>
                </a:lnTo>
                <a:lnTo>
                  <a:pt x="2380" y="710"/>
                </a:lnTo>
                <a:lnTo>
                  <a:pt x="2697" y="710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967" y="1065"/>
                </a:lnTo>
                <a:lnTo>
                  <a:pt x="4284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775"/>
                </a:lnTo>
                <a:lnTo>
                  <a:pt x="5871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664" y="1952"/>
                </a:lnTo>
                <a:lnTo>
                  <a:pt x="6982" y="1952"/>
                </a:lnTo>
                <a:lnTo>
                  <a:pt x="6982" y="2218"/>
                </a:lnTo>
                <a:lnTo>
                  <a:pt x="7299" y="2218"/>
                </a:lnTo>
                <a:lnTo>
                  <a:pt x="7775" y="2396"/>
                </a:lnTo>
                <a:lnTo>
                  <a:pt x="8093" y="2396"/>
                </a:lnTo>
                <a:lnTo>
                  <a:pt x="8569" y="2573"/>
                </a:lnTo>
                <a:lnTo>
                  <a:pt x="8569" y="2840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017"/>
                </a:lnTo>
                <a:lnTo>
                  <a:pt x="10473" y="3283"/>
                </a:lnTo>
                <a:lnTo>
                  <a:pt x="10790" y="3283"/>
                </a:lnTo>
                <a:lnTo>
                  <a:pt x="10790" y="3461"/>
                </a:lnTo>
                <a:lnTo>
                  <a:pt x="11266" y="3461"/>
                </a:lnTo>
                <a:lnTo>
                  <a:pt x="11584" y="3461"/>
                </a:lnTo>
                <a:lnTo>
                  <a:pt x="11584" y="3638"/>
                </a:lnTo>
                <a:lnTo>
                  <a:pt x="11901" y="3638"/>
                </a:lnTo>
                <a:lnTo>
                  <a:pt x="12377" y="3638"/>
                </a:lnTo>
                <a:lnTo>
                  <a:pt x="12377" y="3638"/>
                </a:lnTo>
                <a:lnTo>
                  <a:pt x="12377" y="3905"/>
                </a:lnTo>
                <a:lnTo>
                  <a:pt x="12694" y="3905"/>
                </a:lnTo>
                <a:lnTo>
                  <a:pt x="12694" y="4082"/>
                </a:lnTo>
                <a:lnTo>
                  <a:pt x="13170" y="4082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7827168" y="2761757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266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395" y="1775"/>
                </a:lnTo>
                <a:lnTo>
                  <a:pt x="5712" y="1952"/>
                </a:lnTo>
                <a:lnTo>
                  <a:pt x="6188" y="1952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6823" y="2396"/>
                </a:lnTo>
                <a:lnTo>
                  <a:pt x="7299" y="2396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573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521" y="3017"/>
                </a:lnTo>
                <a:lnTo>
                  <a:pt x="9521" y="3195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905"/>
                </a:lnTo>
                <a:lnTo>
                  <a:pt x="12218" y="3905"/>
                </a:lnTo>
                <a:lnTo>
                  <a:pt x="12694" y="3905"/>
                </a:lnTo>
                <a:lnTo>
                  <a:pt x="12694" y="4082"/>
                </a:lnTo>
                <a:lnTo>
                  <a:pt x="13012" y="4082"/>
                </a:lnTo>
                <a:lnTo>
                  <a:pt x="13488" y="4082"/>
                </a:lnTo>
                <a:lnTo>
                  <a:pt x="13488" y="4349"/>
                </a:lnTo>
                <a:lnTo>
                  <a:pt x="13805" y="4349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7840974" y="2766106"/>
            <a:ext cx="13329" cy="3994"/>
          </a:xfrm>
          <a:custGeom>
            <a:avLst/>
            <a:gdLst/>
            <a:ahLst/>
            <a:cxnLst/>
            <a:rect l="l" t="t" r="r" b="b"/>
            <a:pathLst>
              <a:path w="13329" h="3994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177"/>
                </a:lnTo>
                <a:lnTo>
                  <a:pt x="793" y="355"/>
                </a:lnTo>
                <a:lnTo>
                  <a:pt x="1110" y="355"/>
                </a:lnTo>
                <a:lnTo>
                  <a:pt x="1586" y="355"/>
                </a:lnTo>
                <a:lnTo>
                  <a:pt x="1904" y="355"/>
                </a:lnTo>
                <a:lnTo>
                  <a:pt x="1904" y="621"/>
                </a:lnTo>
                <a:lnTo>
                  <a:pt x="2221" y="621"/>
                </a:lnTo>
                <a:lnTo>
                  <a:pt x="2221" y="798"/>
                </a:lnTo>
                <a:lnTo>
                  <a:pt x="2697" y="798"/>
                </a:lnTo>
                <a:lnTo>
                  <a:pt x="3015" y="798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242"/>
                </a:lnTo>
                <a:lnTo>
                  <a:pt x="4125" y="1242"/>
                </a:lnTo>
                <a:lnTo>
                  <a:pt x="4125" y="1420"/>
                </a:lnTo>
                <a:lnTo>
                  <a:pt x="4601" y="1420"/>
                </a:lnTo>
                <a:lnTo>
                  <a:pt x="4601" y="1686"/>
                </a:lnTo>
                <a:lnTo>
                  <a:pt x="4919" y="1686"/>
                </a:lnTo>
                <a:lnTo>
                  <a:pt x="5395" y="1686"/>
                </a:lnTo>
                <a:lnTo>
                  <a:pt x="5712" y="1686"/>
                </a:lnTo>
                <a:lnTo>
                  <a:pt x="6188" y="1686"/>
                </a:lnTo>
                <a:lnTo>
                  <a:pt x="6188" y="1863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307"/>
                </a:lnTo>
                <a:lnTo>
                  <a:pt x="7616" y="2307"/>
                </a:lnTo>
                <a:lnTo>
                  <a:pt x="7616" y="2573"/>
                </a:lnTo>
                <a:lnTo>
                  <a:pt x="8093" y="2573"/>
                </a:lnTo>
                <a:lnTo>
                  <a:pt x="8410" y="2573"/>
                </a:lnTo>
                <a:lnTo>
                  <a:pt x="8410" y="2751"/>
                </a:lnTo>
                <a:lnTo>
                  <a:pt x="8727" y="2751"/>
                </a:lnTo>
                <a:lnTo>
                  <a:pt x="9203" y="2751"/>
                </a:lnTo>
                <a:lnTo>
                  <a:pt x="9521" y="2751"/>
                </a:lnTo>
                <a:lnTo>
                  <a:pt x="9521" y="2928"/>
                </a:lnTo>
                <a:lnTo>
                  <a:pt x="9997" y="2928"/>
                </a:lnTo>
                <a:lnTo>
                  <a:pt x="9997" y="2928"/>
                </a:lnTo>
                <a:lnTo>
                  <a:pt x="10314" y="3195"/>
                </a:lnTo>
                <a:lnTo>
                  <a:pt x="10790" y="3372"/>
                </a:lnTo>
                <a:lnTo>
                  <a:pt x="11108" y="3372"/>
                </a:lnTo>
                <a:lnTo>
                  <a:pt x="11108" y="3638"/>
                </a:lnTo>
                <a:lnTo>
                  <a:pt x="11425" y="3638"/>
                </a:lnTo>
                <a:lnTo>
                  <a:pt x="11901" y="3638"/>
                </a:lnTo>
                <a:lnTo>
                  <a:pt x="11901" y="3816"/>
                </a:lnTo>
                <a:lnTo>
                  <a:pt x="12218" y="3816"/>
                </a:lnTo>
                <a:lnTo>
                  <a:pt x="12218" y="3994"/>
                </a:lnTo>
                <a:lnTo>
                  <a:pt x="12694" y="3994"/>
                </a:lnTo>
                <a:lnTo>
                  <a:pt x="13012" y="3994"/>
                </a:lnTo>
                <a:lnTo>
                  <a:pt x="13329" y="3994"/>
                </a:lnTo>
              </a:path>
            </a:pathLst>
          </a:custGeom>
          <a:ln w="230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7854303" y="2770100"/>
            <a:ext cx="13805" cy="4349"/>
          </a:xfrm>
          <a:custGeom>
            <a:avLst/>
            <a:gdLst/>
            <a:ahLst/>
            <a:cxnLst/>
            <a:rect l="l" t="t" r="r" b="b"/>
            <a:pathLst>
              <a:path w="13805" h="4349">
                <a:moveTo>
                  <a:pt x="0" y="0"/>
                </a:move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269" y="443"/>
                </a:lnTo>
                <a:lnTo>
                  <a:pt x="1269" y="710"/>
                </a:lnTo>
                <a:lnTo>
                  <a:pt x="1586" y="710"/>
                </a:lnTo>
                <a:lnTo>
                  <a:pt x="2062" y="710"/>
                </a:lnTo>
                <a:lnTo>
                  <a:pt x="2062" y="887"/>
                </a:lnTo>
                <a:lnTo>
                  <a:pt x="2380" y="887"/>
                </a:lnTo>
                <a:lnTo>
                  <a:pt x="2697" y="887"/>
                </a:lnTo>
                <a:lnTo>
                  <a:pt x="2697" y="1153"/>
                </a:lnTo>
                <a:lnTo>
                  <a:pt x="3173" y="1153"/>
                </a:lnTo>
                <a:lnTo>
                  <a:pt x="3491" y="1153"/>
                </a:lnTo>
                <a:lnTo>
                  <a:pt x="3967" y="1331"/>
                </a:lnTo>
                <a:lnTo>
                  <a:pt x="4284" y="1331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077" y="1775"/>
                </a:lnTo>
                <a:lnTo>
                  <a:pt x="5395" y="1775"/>
                </a:lnTo>
                <a:lnTo>
                  <a:pt x="5395" y="1952"/>
                </a:lnTo>
                <a:lnTo>
                  <a:pt x="5871" y="1952"/>
                </a:lnTo>
                <a:lnTo>
                  <a:pt x="6188" y="2218"/>
                </a:lnTo>
                <a:lnTo>
                  <a:pt x="6506" y="2218"/>
                </a:lnTo>
                <a:lnTo>
                  <a:pt x="6982" y="2396"/>
                </a:lnTo>
                <a:lnTo>
                  <a:pt x="7299" y="2396"/>
                </a:lnTo>
                <a:lnTo>
                  <a:pt x="7775" y="2396"/>
                </a:lnTo>
                <a:lnTo>
                  <a:pt x="7775" y="2573"/>
                </a:lnTo>
                <a:lnTo>
                  <a:pt x="8093" y="2573"/>
                </a:lnTo>
                <a:lnTo>
                  <a:pt x="8569" y="2573"/>
                </a:lnTo>
                <a:lnTo>
                  <a:pt x="8569" y="2840"/>
                </a:lnTo>
                <a:lnTo>
                  <a:pt x="8886" y="2840"/>
                </a:lnTo>
                <a:lnTo>
                  <a:pt x="9203" y="2840"/>
                </a:lnTo>
                <a:lnTo>
                  <a:pt x="9203" y="3017"/>
                </a:lnTo>
                <a:lnTo>
                  <a:pt x="9679" y="3017"/>
                </a:lnTo>
                <a:lnTo>
                  <a:pt x="9679" y="3017"/>
                </a:lnTo>
                <a:lnTo>
                  <a:pt x="9679" y="3283"/>
                </a:lnTo>
                <a:lnTo>
                  <a:pt x="9997" y="3283"/>
                </a:lnTo>
                <a:lnTo>
                  <a:pt x="9997" y="3461"/>
                </a:lnTo>
                <a:lnTo>
                  <a:pt x="10473" y="3461"/>
                </a:lnTo>
                <a:lnTo>
                  <a:pt x="10790" y="3461"/>
                </a:lnTo>
                <a:lnTo>
                  <a:pt x="11108" y="3461"/>
                </a:lnTo>
                <a:lnTo>
                  <a:pt x="11584" y="3461"/>
                </a:lnTo>
                <a:lnTo>
                  <a:pt x="11584" y="3461"/>
                </a:lnTo>
                <a:lnTo>
                  <a:pt x="11584" y="3727"/>
                </a:lnTo>
                <a:lnTo>
                  <a:pt x="11901" y="3727"/>
                </a:lnTo>
                <a:lnTo>
                  <a:pt x="11901" y="3905"/>
                </a:lnTo>
                <a:lnTo>
                  <a:pt x="12377" y="3905"/>
                </a:lnTo>
                <a:lnTo>
                  <a:pt x="12694" y="3905"/>
                </a:lnTo>
                <a:lnTo>
                  <a:pt x="12694" y="4082"/>
                </a:lnTo>
                <a:lnTo>
                  <a:pt x="13170" y="4082"/>
                </a:lnTo>
                <a:lnTo>
                  <a:pt x="13488" y="4082"/>
                </a:lnTo>
                <a:lnTo>
                  <a:pt x="13488" y="4349"/>
                </a:lnTo>
                <a:lnTo>
                  <a:pt x="13805" y="4349"/>
                </a:lnTo>
              </a:path>
            </a:pathLst>
          </a:custGeom>
          <a:ln w="231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7868109" y="2774449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476" y="177"/>
                </a:lnTo>
                <a:lnTo>
                  <a:pt x="476" y="443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621"/>
                </a:lnTo>
                <a:lnTo>
                  <a:pt x="2380" y="621"/>
                </a:lnTo>
                <a:lnTo>
                  <a:pt x="2380" y="798"/>
                </a:lnTo>
                <a:lnTo>
                  <a:pt x="2697" y="798"/>
                </a:lnTo>
                <a:lnTo>
                  <a:pt x="2697" y="798"/>
                </a:lnTo>
                <a:lnTo>
                  <a:pt x="3173" y="1065"/>
                </a:lnTo>
                <a:lnTo>
                  <a:pt x="3491" y="1065"/>
                </a:lnTo>
                <a:lnTo>
                  <a:pt x="3967" y="1242"/>
                </a:lnTo>
                <a:lnTo>
                  <a:pt x="4284" y="1242"/>
                </a:lnTo>
                <a:lnTo>
                  <a:pt x="4284" y="1508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871" y="1686"/>
                </a:lnTo>
                <a:lnTo>
                  <a:pt x="6188" y="1686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130"/>
                </a:lnTo>
                <a:lnTo>
                  <a:pt x="6982" y="2130"/>
                </a:lnTo>
                <a:lnTo>
                  <a:pt x="7299" y="2307"/>
                </a:lnTo>
                <a:lnTo>
                  <a:pt x="7775" y="2307"/>
                </a:lnTo>
                <a:lnTo>
                  <a:pt x="7775" y="2573"/>
                </a:lnTo>
                <a:lnTo>
                  <a:pt x="8093" y="2573"/>
                </a:lnTo>
                <a:lnTo>
                  <a:pt x="8093" y="2751"/>
                </a:lnTo>
                <a:lnTo>
                  <a:pt x="8410" y="2751"/>
                </a:lnTo>
                <a:lnTo>
                  <a:pt x="8886" y="2751"/>
                </a:lnTo>
                <a:lnTo>
                  <a:pt x="9203" y="2751"/>
                </a:lnTo>
                <a:lnTo>
                  <a:pt x="9679" y="2751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017"/>
                </a:lnTo>
                <a:lnTo>
                  <a:pt x="10473" y="3195"/>
                </a:lnTo>
                <a:lnTo>
                  <a:pt x="10473" y="3195"/>
                </a:lnTo>
                <a:lnTo>
                  <a:pt x="10790" y="3372"/>
                </a:lnTo>
                <a:lnTo>
                  <a:pt x="11108" y="3372"/>
                </a:lnTo>
                <a:lnTo>
                  <a:pt x="11584" y="3638"/>
                </a:lnTo>
                <a:lnTo>
                  <a:pt x="11901" y="3638"/>
                </a:lnTo>
                <a:lnTo>
                  <a:pt x="11901" y="3816"/>
                </a:lnTo>
                <a:lnTo>
                  <a:pt x="12377" y="3816"/>
                </a:lnTo>
                <a:lnTo>
                  <a:pt x="12694" y="3816"/>
                </a:lnTo>
                <a:lnTo>
                  <a:pt x="13012" y="3816"/>
                </a:lnTo>
                <a:lnTo>
                  <a:pt x="13012" y="4082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7881598" y="2778532"/>
            <a:ext cx="13805" cy="4260"/>
          </a:xfrm>
          <a:custGeom>
            <a:avLst/>
            <a:gdLst/>
            <a:ahLst/>
            <a:cxnLst/>
            <a:rect l="l" t="t" r="r" b="b"/>
            <a:pathLst>
              <a:path w="13805" h="4260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1904" y="798"/>
                </a:lnTo>
                <a:lnTo>
                  <a:pt x="2221" y="798"/>
                </a:lnTo>
                <a:lnTo>
                  <a:pt x="2697" y="798"/>
                </a:lnTo>
                <a:lnTo>
                  <a:pt x="2697" y="1065"/>
                </a:lnTo>
                <a:lnTo>
                  <a:pt x="3015" y="1065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065"/>
                </a:lnTo>
                <a:lnTo>
                  <a:pt x="3808" y="1242"/>
                </a:lnTo>
                <a:lnTo>
                  <a:pt x="4125" y="1242"/>
                </a:lnTo>
                <a:lnTo>
                  <a:pt x="4601" y="1242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686"/>
                </a:lnTo>
                <a:lnTo>
                  <a:pt x="5712" y="1863"/>
                </a:lnTo>
                <a:lnTo>
                  <a:pt x="6188" y="1863"/>
                </a:lnTo>
                <a:lnTo>
                  <a:pt x="6188" y="2130"/>
                </a:lnTo>
                <a:lnTo>
                  <a:pt x="6506" y="2130"/>
                </a:lnTo>
                <a:lnTo>
                  <a:pt x="6823" y="2130"/>
                </a:lnTo>
                <a:lnTo>
                  <a:pt x="7299" y="2130"/>
                </a:lnTo>
                <a:lnTo>
                  <a:pt x="7299" y="2130"/>
                </a:lnTo>
                <a:lnTo>
                  <a:pt x="7299" y="2307"/>
                </a:lnTo>
                <a:lnTo>
                  <a:pt x="7616" y="2307"/>
                </a:lnTo>
                <a:lnTo>
                  <a:pt x="8093" y="2307"/>
                </a:lnTo>
                <a:lnTo>
                  <a:pt x="8093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751"/>
                </a:lnTo>
                <a:lnTo>
                  <a:pt x="9203" y="2751"/>
                </a:lnTo>
                <a:lnTo>
                  <a:pt x="9203" y="2751"/>
                </a:lnTo>
                <a:lnTo>
                  <a:pt x="9521" y="3017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372"/>
                </a:lnTo>
                <a:lnTo>
                  <a:pt x="10631" y="3372"/>
                </a:lnTo>
                <a:lnTo>
                  <a:pt x="11108" y="3372"/>
                </a:lnTo>
                <a:lnTo>
                  <a:pt x="11425" y="3372"/>
                </a:lnTo>
                <a:lnTo>
                  <a:pt x="11425" y="3372"/>
                </a:lnTo>
                <a:lnTo>
                  <a:pt x="11425" y="3638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816"/>
                </a:lnTo>
                <a:lnTo>
                  <a:pt x="12694" y="3816"/>
                </a:lnTo>
                <a:lnTo>
                  <a:pt x="13012" y="3816"/>
                </a:lnTo>
                <a:lnTo>
                  <a:pt x="13012" y="4082"/>
                </a:lnTo>
                <a:lnTo>
                  <a:pt x="13329" y="4082"/>
                </a:lnTo>
                <a:lnTo>
                  <a:pt x="13805" y="4082"/>
                </a:lnTo>
                <a:lnTo>
                  <a:pt x="13805" y="4260"/>
                </a:lnTo>
              </a:path>
            </a:pathLst>
          </a:custGeom>
          <a:ln w="231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7895403" y="2782792"/>
            <a:ext cx="13329" cy="3816"/>
          </a:xfrm>
          <a:custGeom>
            <a:avLst/>
            <a:gdLst/>
            <a:ahLst/>
            <a:cxnLst/>
            <a:rect l="l" t="t" r="r" b="b"/>
            <a:pathLst>
              <a:path w="13329" h="3816">
                <a:moveTo>
                  <a:pt x="0" y="0"/>
                </a:moveTo>
                <a:lnTo>
                  <a:pt x="0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428" y="177"/>
                </a:lnTo>
                <a:lnTo>
                  <a:pt x="1428" y="443"/>
                </a:lnTo>
                <a:lnTo>
                  <a:pt x="1904" y="443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3808" y="1331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7616" y="2396"/>
                </a:lnTo>
                <a:lnTo>
                  <a:pt x="8093" y="2396"/>
                </a:lnTo>
                <a:lnTo>
                  <a:pt x="8093" y="2573"/>
                </a:lnTo>
                <a:lnTo>
                  <a:pt x="8410" y="2573"/>
                </a:lnTo>
                <a:lnTo>
                  <a:pt x="8727" y="2573"/>
                </a:lnTo>
                <a:lnTo>
                  <a:pt x="8727" y="2751"/>
                </a:lnTo>
                <a:lnTo>
                  <a:pt x="9203" y="2751"/>
                </a:lnTo>
                <a:lnTo>
                  <a:pt x="9521" y="2751"/>
                </a:lnTo>
                <a:lnTo>
                  <a:pt x="9997" y="2751"/>
                </a:lnTo>
                <a:lnTo>
                  <a:pt x="10314" y="2751"/>
                </a:lnTo>
                <a:lnTo>
                  <a:pt x="10314" y="3017"/>
                </a:lnTo>
                <a:lnTo>
                  <a:pt x="10314" y="3017"/>
                </a:lnTo>
                <a:lnTo>
                  <a:pt x="10631" y="3195"/>
                </a:lnTo>
                <a:lnTo>
                  <a:pt x="11108" y="3195"/>
                </a:lnTo>
                <a:lnTo>
                  <a:pt x="11425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816"/>
                </a:lnTo>
                <a:lnTo>
                  <a:pt x="12536" y="3816"/>
                </a:lnTo>
                <a:lnTo>
                  <a:pt x="13012" y="3816"/>
                </a:lnTo>
                <a:lnTo>
                  <a:pt x="13329" y="3816"/>
                </a:lnTo>
              </a:path>
            </a:pathLst>
          </a:custGeom>
          <a:ln w="229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7908733" y="2786609"/>
            <a:ext cx="13488" cy="4082"/>
          </a:xfrm>
          <a:custGeom>
            <a:avLst/>
            <a:gdLst/>
            <a:ahLst/>
            <a:cxnLst/>
            <a:rect l="l" t="t" r="r" b="b"/>
            <a:pathLst>
              <a:path w="13488" h="4082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266"/>
                </a:lnTo>
                <a:lnTo>
                  <a:pt x="793" y="266"/>
                </a:lnTo>
                <a:lnTo>
                  <a:pt x="1269" y="266"/>
                </a:lnTo>
                <a:lnTo>
                  <a:pt x="1269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2380" y="710"/>
                </a:lnTo>
                <a:lnTo>
                  <a:pt x="2380" y="887"/>
                </a:lnTo>
                <a:lnTo>
                  <a:pt x="2697" y="887"/>
                </a:lnTo>
                <a:lnTo>
                  <a:pt x="2697" y="887"/>
                </a:lnTo>
                <a:lnTo>
                  <a:pt x="3173" y="1153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871" y="1775"/>
                </a:lnTo>
                <a:lnTo>
                  <a:pt x="5871" y="1952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218"/>
                </a:lnTo>
                <a:lnTo>
                  <a:pt x="6982" y="2218"/>
                </a:lnTo>
                <a:lnTo>
                  <a:pt x="7299" y="2218"/>
                </a:lnTo>
                <a:lnTo>
                  <a:pt x="7299" y="2396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840"/>
                </a:lnTo>
                <a:lnTo>
                  <a:pt x="9203" y="3017"/>
                </a:lnTo>
                <a:lnTo>
                  <a:pt x="9679" y="3017"/>
                </a:lnTo>
                <a:lnTo>
                  <a:pt x="9997" y="3017"/>
                </a:lnTo>
                <a:lnTo>
                  <a:pt x="9997" y="3283"/>
                </a:lnTo>
                <a:lnTo>
                  <a:pt x="10473" y="3283"/>
                </a:lnTo>
                <a:lnTo>
                  <a:pt x="10790" y="3283"/>
                </a:lnTo>
                <a:lnTo>
                  <a:pt x="10790" y="3461"/>
                </a:lnTo>
                <a:lnTo>
                  <a:pt x="11108" y="3461"/>
                </a:lnTo>
                <a:lnTo>
                  <a:pt x="11584" y="3461"/>
                </a:lnTo>
                <a:lnTo>
                  <a:pt x="11584" y="3727"/>
                </a:lnTo>
                <a:lnTo>
                  <a:pt x="11901" y="3727"/>
                </a:lnTo>
                <a:lnTo>
                  <a:pt x="12377" y="3727"/>
                </a:lnTo>
                <a:lnTo>
                  <a:pt x="12694" y="3727"/>
                </a:lnTo>
                <a:lnTo>
                  <a:pt x="12694" y="3905"/>
                </a:lnTo>
                <a:lnTo>
                  <a:pt x="13012" y="3905"/>
                </a:lnTo>
                <a:lnTo>
                  <a:pt x="13488" y="3905"/>
                </a:lnTo>
                <a:lnTo>
                  <a:pt x="13488" y="4082"/>
                </a:lnTo>
              </a:path>
            </a:pathLst>
          </a:custGeom>
          <a:ln w="230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7922221" y="2790691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0"/>
                </a:moveTo>
                <a:lnTo>
                  <a:pt x="317" y="0"/>
                </a:lnTo>
                <a:lnTo>
                  <a:pt x="317" y="266"/>
                </a:lnTo>
                <a:lnTo>
                  <a:pt x="793" y="266"/>
                </a:lnTo>
                <a:lnTo>
                  <a:pt x="1110" y="266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3015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712" y="1775"/>
                </a:lnTo>
                <a:lnTo>
                  <a:pt x="6030" y="1775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7299" y="1952"/>
                </a:lnTo>
                <a:lnTo>
                  <a:pt x="7299" y="2218"/>
                </a:lnTo>
                <a:lnTo>
                  <a:pt x="7616" y="2218"/>
                </a:lnTo>
                <a:lnTo>
                  <a:pt x="8093" y="2218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727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521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314" y="3017"/>
                </a:lnTo>
                <a:lnTo>
                  <a:pt x="10631" y="3017"/>
                </a:lnTo>
                <a:lnTo>
                  <a:pt x="11108" y="3283"/>
                </a:lnTo>
                <a:lnTo>
                  <a:pt x="11425" y="3283"/>
                </a:lnTo>
                <a:lnTo>
                  <a:pt x="11425" y="3461"/>
                </a:lnTo>
                <a:lnTo>
                  <a:pt x="11901" y="3461"/>
                </a:lnTo>
                <a:lnTo>
                  <a:pt x="12218" y="3461"/>
                </a:lnTo>
                <a:lnTo>
                  <a:pt x="12218" y="3461"/>
                </a:lnTo>
                <a:lnTo>
                  <a:pt x="12694" y="3638"/>
                </a:lnTo>
                <a:lnTo>
                  <a:pt x="12694" y="3905"/>
                </a:lnTo>
                <a:lnTo>
                  <a:pt x="13012" y="3905"/>
                </a:lnTo>
                <a:lnTo>
                  <a:pt x="13329" y="3905"/>
                </a:lnTo>
                <a:lnTo>
                  <a:pt x="13329" y="4082"/>
                </a:lnTo>
              </a:path>
            </a:pathLst>
          </a:custGeom>
          <a:ln w="231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7935551" y="2794774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793" y="266"/>
                </a:lnTo>
                <a:lnTo>
                  <a:pt x="1269" y="266"/>
                </a:lnTo>
                <a:lnTo>
                  <a:pt x="1586" y="266"/>
                </a:lnTo>
                <a:lnTo>
                  <a:pt x="1904" y="266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2697" y="710"/>
                </a:lnTo>
                <a:lnTo>
                  <a:pt x="3173" y="710"/>
                </a:lnTo>
                <a:lnTo>
                  <a:pt x="3491" y="710"/>
                </a:lnTo>
                <a:lnTo>
                  <a:pt x="3491" y="887"/>
                </a:lnTo>
                <a:lnTo>
                  <a:pt x="3967" y="887"/>
                </a:lnTo>
                <a:lnTo>
                  <a:pt x="3967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5077" y="1331"/>
                </a:lnTo>
                <a:lnTo>
                  <a:pt x="5395" y="1331"/>
                </a:lnTo>
                <a:lnTo>
                  <a:pt x="5871" y="1331"/>
                </a:lnTo>
                <a:lnTo>
                  <a:pt x="5871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775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952"/>
                </a:lnTo>
                <a:lnTo>
                  <a:pt x="7775" y="1952"/>
                </a:lnTo>
                <a:lnTo>
                  <a:pt x="7775" y="1952"/>
                </a:lnTo>
                <a:lnTo>
                  <a:pt x="7775" y="2130"/>
                </a:lnTo>
                <a:lnTo>
                  <a:pt x="8093" y="2130"/>
                </a:lnTo>
                <a:lnTo>
                  <a:pt x="8410" y="2396"/>
                </a:lnTo>
                <a:lnTo>
                  <a:pt x="8886" y="2396"/>
                </a:lnTo>
                <a:lnTo>
                  <a:pt x="9203" y="2573"/>
                </a:lnTo>
                <a:lnTo>
                  <a:pt x="9679" y="2573"/>
                </a:lnTo>
                <a:lnTo>
                  <a:pt x="9997" y="2573"/>
                </a:lnTo>
                <a:lnTo>
                  <a:pt x="9997" y="2840"/>
                </a:lnTo>
                <a:lnTo>
                  <a:pt x="10473" y="2840"/>
                </a:lnTo>
                <a:lnTo>
                  <a:pt x="10790" y="2840"/>
                </a:lnTo>
                <a:lnTo>
                  <a:pt x="10790" y="3017"/>
                </a:lnTo>
                <a:lnTo>
                  <a:pt x="11108" y="3017"/>
                </a:lnTo>
                <a:lnTo>
                  <a:pt x="11584" y="3017"/>
                </a:lnTo>
                <a:lnTo>
                  <a:pt x="11584" y="3283"/>
                </a:lnTo>
                <a:lnTo>
                  <a:pt x="11901" y="3283"/>
                </a:lnTo>
                <a:lnTo>
                  <a:pt x="11901" y="3461"/>
                </a:lnTo>
                <a:lnTo>
                  <a:pt x="12377" y="3461"/>
                </a:lnTo>
                <a:lnTo>
                  <a:pt x="12694" y="3461"/>
                </a:lnTo>
                <a:lnTo>
                  <a:pt x="12694" y="3638"/>
                </a:lnTo>
                <a:lnTo>
                  <a:pt x="13012" y="3638"/>
                </a:lnTo>
                <a:lnTo>
                  <a:pt x="13488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7949357" y="2798413"/>
            <a:ext cx="13488" cy="3905"/>
          </a:xfrm>
          <a:custGeom>
            <a:avLst/>
            <a:gdLst/>
            <a:ahLst/>
            <a:cxnLst/>
            <a:rect l="l" t="t" r="r" b="b"/>
            <a:pathLst>
              <a:path w="13488" h="3905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269" y="443"/>
                </a:lnTo>
                <a:lnTo>
                  <a:pt x="1586" y="443"/>
                </a:lnTo>
                <a:lnTo>
                  <a:pt x="1586" y="710"/>
                </a:lnTo>
                <a:lnTo>
                  <a:pt x="1904" y="710"/>
                </a:lnTo>
                <a:lnTo>
                  <a:pt x="2380" y="710"/>
                </a:lnTo>
                <a:lnTo>
                  <a:pt x="2380" y="887"/>
                </a:lnTo>
                <a:lnTo>
                  <a:pt x="2697" y="887"/>
                </a:lnTo>
                <a:lnTo>
                  <a:pt x="2697" y="1065"/>
                </a:lnTo>
                <a:lnTo>
                  <a:pt x="3173" y="1065"/>
                </a:lnTo>
                <a:lnTo>
                  <a:pt x="3491" y="1065"/>
                </a:lnTo>
                <a:lnTo>
                  <a:pt x="3491" y="1331"/>
                </a:lnTo>
                <a:lnTo>
                  <a:pt x="3808" y="1331"/>
                </a:lnTo>
                <a:lnTo>
                  <a:pt x="4284" y="1331"/>
                </a:lnTo>
                <a:lnTo>
                  <a:pt x="4601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871" y="1775"/>
                </a:lnTo>
                <a:lnTo>
                  <a:pt x="6188" y="1775"/>
                </a:lnTo>
                <a:lnTo>
                  <a:pt x="6188" y="1952"/>
                </a:lnTo>
                <a:lnTo>
                  <a:pt x="6506" y="1952"/>
                </a:lnTo>
                <a:lnTo>
                  <a:pt x="6506" y="2218"/>
                </a:lnTo>
                <a:lnTo>
                  <a:pt x="6982" y="2218"/>
                </a:lnTo>
                <a:lnTo>
                  <a:pt x="7299" y="2218"/>
                </a:lnTo>
                <a:lnTo>
                  <a:pt x="7299" y="2396"/>
                </a:lnTo>
                <a:lnTo>
                  <a:pt x="7775" y="2396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203" y="2840"/>
                </a:lnTo>
                <a:lnTo>
                  <a:pt x="9679" y="2840"/>
                </a:lnTo>
                <a:lnTo>
                  <a:pt x="9997" y="2840"/>
                </a:lnTo>
                <a:lnTo>
                  <a:pt x="9997" y="3017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3283"/>
                </a:lnTo>
                <a:lnTo>
                  <a:pt x="11108" y="3283"/>
                </a:lnTo>
                <a:lnTo>
                  <a:pt x="11108" y="3461"/>
                </a:lnTo>
                <a:lnTo>
                  <a:pt x="11584" y="3461"/>
                </a:lnTo>
                <a:lnTo>
                  <a:pt x="11901" y="3461"/>
                </a:lnTo>
                <a:lnTo>
                  <a:pt x="11901" y="3638"/>
                </a:lnTo>
                <a:lnTo>
                  <a:pt x="12377" y="3638"/>
                </a:lnTo>
                <a:lnTo>
                  <a:pt x="12694" y="3638"/>
                </a:lnTo>
                <a:lnTo>
                  <a:pt x="13012" y="3638"/>
                </a:lnTo>
                <a:lnTo>
                  <a:pt x="13012" y="3905"/>
                </a:lnTo>
                <a:lnTo>
                  <a:pt x="13488" y="3905"/>
                </a:lnTo>
              </a:path>
            </a:pathLst>
          </a:custGeom>
          <a:ln w="229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7962845" y="2802318"/>
            <a:ext cx="13805" cy="3816"/>
          </a:xfrm>
          <a:custGeom>
            <a:avLst/>
            <a:gdLst/>
            <a:ahLst/>
            <a:cxnLst/>
            <a:rect l="l" t="t" r="r" b="b"/>
            <a:pathLst>
              <a:path w="13805" h="3816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428" y="621"/>
                </a:lnTo>
                <a:lnTo>
                  <a:pt x="1904" y="621"/>
                </a:lnTo>
                <a:lnTo>
                  <a:pt x="2221" y="621"/>
                </a:lnTo>
                <a:lnTo>
                  <a:pt x="2221" y="887"/>
                </a:lnTo>
                <a:lnTo>
                  <a:pt x="2697" y="887"/>
                </a:lnTo>
                <a:lnTo>
                  <a:pt x="3015" y="887"/>
                </a:lnTo>
                <a:lnTo>
                  <a:pt x="3491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686"/>
                </a:lnTo>
                <a:lnTo>
                  <a:pt x="5712" y="1686"/>
                </a:lnTo>
                <a:lnTo>
                  <a:pt x="6030" y="1686"/>
                </a:lnTo>
                <a:lnTo>
                  <a:pt x="6030" y="1952"/>
                </a:lnTo>
                <a:lnTo>
                  <a:pt x="6506" y="1952"/>
                </a:lnTo>
                <a:lnTo>
                  <a:pt x="6823" y="1952"/>
                </a:lnTo>
                <a:lnTo>
                  <a:pt x="6823" y="2130"/>
                </a:lnTo>
                <a:lnTo>
                  <a:pt x="7299" y="2130"/>
                </a:lnTo>
                <a:lnTo>
                  <a:pt x="7616" y="2130"/>
                </a:lnTo>
                <a:lnTo>
                  <a:pt x="8093" y="2130"/>
                </a:lnTo>
                <a:lnTo>
                  <a:pt x="8093" y="2307"/>
                </a:lnTo>
                <a:lnTo>
                  <a:pt x="8410" y="2307"/>
                </a:lnTo>
                <a:lnTo>
                  <a:pt x="8727" y="2307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751"/>
                </a:lnTo>
                <a:lnTo>
                  <a:pt x="9997" y="2751"/>
                </a:lnTo>
                <a:lnTo>
                  <a:pt x="9997" y="3017"/>
                </a:lnTo>
                <a:lnTo>
                  <a:pt x="10314" y="3017"/>
                </a:lnTo>
                <a:lnTo>
                  <a:pt x="10631" y="3017"/>
                </a:lnTo>
                <a:lnTo>
                  <a:pt x="10631" y="3195"/>
                </a:lnTo>
                <a:lnTo>
                  <a:pt x="11108" y="3195"/>
                </a:lnTo>
                <a:lnTo>
                  <a:pt x="11425" y="3195"/>
                </a:lnTo>
                <a:lnTo>
                  <a:pt x="11901" y="3195"/>
                </a:lnTo>
                <a:lnTo>
                  <a:pt x="11901" y="3461"/>
                </a:lnTo>
                <a:lnTo>
                  <a:pt x="12218" y="3461"/>
                </a:lnTo>
                <a:lnTo>
                  <a:pt x="12536" y="3461"/>
                </a:lnTo>
                <a:lnTo>
                  <a:pt x="12536" y="3638"/>
                </a:lnTo>
                <a:lnTo>
                  <a:pt x="13012" y="3638"/>
                </a:lnTo>
                <a:lnTo>
                  <a:pt x="13329" y="3638"/>
                </a:lnTo>
                <a:lnTo>
                  <a:pt x="13329" y="3816"/>
                </a:lnTo>
                <a:lnTo>
                  <a:pt x="13805" y="3816"/>
                </a:lnTo>
              </a:path>
            </a:pathLst>
          </a:custGeom>
          <a:ln w="228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7976651" y="2806135"/>
            <a:ext cx="13329" cy="3638"/>
          </a:xfrm>
          <a:custGeom>
            <a:avLst/>
            <a:gdLst/>
            <a:ahLst/>
            <a:cxnLst/>
            <a:rect l="l" t="t" r="r" b="b"/>
            <a:pathLst>
              <a:path w="13329" h="3638">
                <a:moveTo>
                  <a:pt x="0" y="0"/>
                </a:moveTo>
                <a:lnTo>
                  <a:pt x="0" y="266"/>
                </a:lnTo>
                <a:lnTo>
                  <a:pt x="317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428" y="443"/>
                </a:lnTo>
                <a:lnTo>
                  <a:pt x="1428" y="710"/>
                </a:lnTo>
                <a:lnTo>
                  <a:pt x="1904" y="710"/>
                </a:lnTo>
                <a:lnTo>
                  <a:pt x="2221" y="710"/>
                </a:lnTo>
                <a:lnTo>
                  <a:pt x="2697" y="710"/>
                </a:lnTo>
                <a:lnTo>
                  <a:pt x="2697" y="887"/>
                </a:lnTo>
                <a:lnTo>
                  <a:pt x="3015" y="887"/>
                </a:lnTo>
                <a:lnTo>
                  <a:pt x="3332" y="887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065"/>
                </a:lnTo>
                <a:lnTo>
                  <a:pt x="4125" y="1331"/>
                </a:lnTo>
                <a:lnTo>
                  <a:pt x="4601" y="1331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712" y="1775"/>
                </a:lnTo>
                <a:lnTo>
                  <a:pt x="6030" y="1775"/>
                </a:lnTo>
                <a:lnTo>
                  <a:pt x="6506" y="1775"/>
                </a:lnTo>
                <a:lnTo>
                  <a:pt x="6506" y="1775"/>
                </a:lnTo>
                <a:lnTo>
                  <a:pt x="6823" y="1952"/>
                </a:lnTo>
                <a:lnTo>
                  <a:pt x="7299" y="1952"/>
                </a:lnTo>
                <a:lnTo>
                  <a:pt x="7616" y="2130"/>
                </a:lnTo>
                <a:lnTo>
                  <a:pt x="7934" y="2130"/>
                </a:lnTo>
                <a:lnTo>
                  <a:pt x="8410" y="2396"/>
                </a:lnTo>
                <a:lnTo>
                  <a:pt x="8727" y="2396"/>
                </a:lnTo>
                <a:lnTo>
                  <a:pt x="8727" y="2573"/>
                </a:lnTo>
                <a:lnTo>
                  <a:pt x="9203" y="2573"/>
                </a:lnTo>
                <a:lnTo>
                  <a:pt x="9521" y="2573"/>
                </a:lnTo>
                <a:lnTo>
                  <a:pt x="9521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314" y="3017"/>
                </a:lnTo>
                <a:lnTo>
                  <a:pt x="10631" y="3017"/>
                </a:lnTo>
                <a:lnTo>
                  <a:pt x="11108" y="3017"/>
                </a:lnTo>
                <a:lnTo>
                  <a:pt x="11425" y="3017"/>
                </a:lnTo>
                <a:lnTo>
                  <a:pt x="11425" y="3283"/>
                </a:lnTo>
                <a:lnTo>
                  <a:pt x="11901" y="3283"/>
                </a:lnTo>
                <a:lnTo>
                  <a:pt x="12218" y="3283"/>
                </a:lnTo>
                <a:lnTo>
                  <a:pt x="12218" y="3461"/>
                </a:lnTo>
                <a:lnTo>
                  <a:pt x="12536" y="3461"/>
                </a:lnTo>
                <a:lnTo>
                  <a:pt x="12536" y="3638"/>
                </a:lnTo>
                <a:lnTo>
                  <a:pt x="13012" y="3638"/>
                </a:lnTo>
                <a:lnTo>
                  <a:pt x="13329" y="3638"/>
                </a:lnTo>
              </a:path>
            </a:pathLst>
          </a:custGeom>
          <a:ln w="228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7989980" y="2809774"/>
            <a:ext cx="13805" cy="3638"/>
          </a:xfrm>
          <a:custGeom>
            <a:avLst/>
            <a:gdLst/>
            <a:ahLst/>
            <a:cxnLst/>
            <a:rect l="l" t="t" r="r" b="b"/>
            <a:pathLst>
              <a:path w="13805" h="3638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80" y="710"/>
                </a:lnTo>
                <a:lnTo>
                  <a:pt x="2697" y="710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491" y="887"/>
                </a:lnTo>
                <a:lnTo>
                  <a:pt x="3491" y="1065"/>
                </a:lnTo>
                <a:lnTo>
                  <a:pt x="3808" y="1065"/>
                </a:lnTo>
                <a:lnTo>
                  <a:pt x="4284" y="1331"/>
                </a:lnTo>
                <a:lnTo>
                  <a:pt x="4601" y="1331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775"/>
                </a:lnTo>
                <a:lnTo>
                  <a:pt x="5712" y="1775"/>
                </a:lnTo>
                <a:lnTo>
                  <a:pt x="6188" y="1775"/>
                </a:lnTo>
                <a:lnTo>
                  <a:pt x="6506" y="1775"/>
                </a:lnTo>
                <a:lnTo>
                  <a:pt x="6982" y="1775"/>
                </a:lnTo>
                <a:lnTo>
                  <a:pt x="6982" y="1952"/>
                </a:lnTo>
                <a:lnTo>
                  <a:pt x="7299" y="1952"/>
                </a:lnTo>
                <a:lnTo>
                  <a:pt x="7775" y="1952"/>
                </a:lnTo>
                <a:lnTo>
                  <a:pt x="7775" y="2218"/>
                </a:lnTo>
                <a:lnTo>
                  <a:pt x="8093" y="2218"/>
                </a:lnTo>
                <a:lnTo>
                  <a:pt x="8093" y="2396"/>
                </a:lnTo>
                <a:lnTo>
                  <a:pt x="8410" y="2396"/>
                </a:lnTo>
                <a:lnTo>
                  <a:pt x="8886" y="2396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790" y="2840"/>
                </a:lnTo>
                <a:lnTo>
                  <a:pt x="11108" y="3017"/>
                </a:lnTo>
                <a:lnTo>
                  <a:pt x="11584" y="3017"/>
                </a:lnTo>
                <a:lnTo>
                  <a:pt x="11901" y="3283"/>
                </a:lnTo>
                <a:lnTo>
                  <a:pt x="12377" y="3283"/>
                </a:lnTo>
                <a:lnTo>
                  <a:pt x="12377" y="3461"/>
                </a:lnTo>
                <a:lnTo>
                  <a:pt x="12694" y="3461"/>
                </a:lnTo>
                <a:lnTo>
                  <a:pt x="13012" y="3461"/>
                </a:lnTo>
                <a:lnTo>
                  <a:pt x="13012" y="3638"/>
                </a:lnTo>
                <a:lnTo>
                  <a:pt x="13488" y="3638"/>
                </a:lnTo>
                <a:lnTo>
                  <a:pt x="13805" y="3638"/>
                </a:lnTo>
              </a:path>
            </a:pathLst>
          </a:custGeom>
          <a:ln w="227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8003786" y="2813413"/>
            <a:ext cx="13488" cy="3727"/>
          </a:xfrm>
          <a:custGeom>
            <a:avLst/>
            <a:gdLst/>
            <a:ahLst/>
            <a:cxnLst/>
            <a:rect l="l" t="t" r="r" b="b"/>
            <a:pathLst>
              <a:path w="13488" h="3727">
                <a:moveTo>
                  <a:pt x="0" y="0"/>
                </a:moveTo>
                <a:lnTo>
                  <a:pt x="0" y="0"/>
                </a:lnTo>
                <a:lnTo>
                  <a:pt x="0" y="266"/>
                </a:lnTo>
                <a:lnTo>
                  <a:pt x="476" y="266"/>
                </a:lnTo>
                <a:lnTo>
                  <a:pt x="476" y="443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1904" y="710"/>
                </a:lnTo>
                <a:lnTo>
                  <a:pt x="2380" y="710"/>
                </a:lnTo>
                <a:lnTo>
                  <a:pt x="2380" y="887"/>
                </a:lnTo>
                <a:lnTo>
                  <a:pt x="2697" y="887"/>
                </a:lnTo>
                <a:lnTo>
                  <a:pt x="3015" y="887"/>
                </a:lnTo>
                <a:lnTo>
                  <a:pt x="3015" y="1153"/>
                </a:lnTo>
                <a:lnTo>
                  <a:pt x="3491" y="1153"/>
                </a:lnTo>
                <a:lnTo>
                  <a:pt x="3808" y="1153"/>
                </a:lnTo>
                <a:lnTo>
                  <a:pt x="3808" y="1153"/>
                </a:lnTo>
                <a:lnTo>
                  <a:pt x="4284" y="1331"/>
                </a:lnTo>
                <a:lnTo>
                  <a:pt x="4601" y="1508"/>
                </a:lnTo>
                <a:lnTo>
                  <a:pt x="5077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188" y="1775"/>
                </a:lnTo>
                <a:lnTo>
                  <a:pt x="6506" y="1775"/>
                </a:lnTo>
                <a:lnTo>
                  <a:pt x="6506" y="1952"/>
                </a:lnTo>
                <a:lnTo>
                  <a:pt x="6982" y="1952"/>
                </a:lnTo>
                <a:lnTo>
                  <a:pt x="7299" y="1952"/>
                </a:lnTo>
                <a:lnTo>
                  <a:pt x="7299" y="2218"/>
                </a:lnTo>
                <a:lnTo>
                  <a:pt x="7616" y="2218"/>
                </a:lnTo>
                <a:lnTo>
                  <a:pt x="8093" y="2218"/>
                </a:lnTo>
                <a:lnTo>
                  <a:pt x="8093" y="2396"/>
                </a:lnTo>
                <a:lnTo>
                  <a:pt x="8410" y="2396"/>
                </a:lnTo>
                <a:lnTo>
                  <a:pt x="8410" y="2573"/>
                </a:lnTo>
                <a:lnTo>
                  <a:pt x="8886" y="2573"/>
                </a:lnTo>
                <a:lnTo>
                  <a:pt x="9203" y="2573"/>
                </a:lnTo>
                <a:lnTo>
                  <a:pt x="9679" y="2840"/>
                </a:lnTo>
                <a:lnTo>
                  <a:pt x="9997" y="2840"/>
                </a:lnTo>
                <a:lnTo>
                  <a:pt x="10314" y="2840"/>
                </a:lnTo>
                <a:lnTo>
                  <a:pt x="10790" y="2840"/>
                </a:lnTo>
                <a:lnTo>
                  <a:pt x="10790" y="3017"/>
                </a:lnTo>
                <a:lnTo>
                  <a:pt x="11108" y="3017"/>
                </a:lnTo>
                <a:lnTo>
                  <a:pt x="11584" y="3017"/>
                </a:lnTo>
                <a:lnTo>
                  <a:pt x="11584" y="3283"/>
                </a:lnTo>
                <a:lnTo>
                  <a:pt x="11901" y="3283"/>
                </a:lnTo>
                <a:lnTo>
                  <a:pt x="12218" y="3283"/>
                </a:lnTo>
                <a:lnTo>
                  <a:pt x="12218" y="3461"/>
                </a:lnTo>
                <a:lnTo>
                  <a:pt x="12694" y="3461"/>
                </a:lnTo>
                <a:lnTo>
                  <a:pt x="12694" y="3727"/>
                </a:lnTo>
                <a:lnTo>
                  <a:pt x="13012" y="3727"/>
                </a:lnTo>
                <a:lnTo>
                  <a:pt x="13488" y="3727"/>
                </a:lnTo>
              </a:path>
            </a:pathLst>
          </a:custGeom>
          <a:ln w="228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8017274" y="2817141"/>
            <a:ext cx="13329" cy="3372"/>
          </a:xfrm>
          <a:custGeom>
            <a:avLst/>
            <a:gdLst/>
            <a:ahLst/>
            <a:cxnLst/>
            <a:rect l="l" t="t" r="r" b="b"/>
            <a:pathLst>
              <a:path w="13329" h="3372">
                <a:moveTo>
                  <a:pt x="0" y="0"/>
                </a:moveTo>
                <a:lnTo>
                  <a:pt x="0" y="177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177"/>
                </a:lnTo>
                <a:lnTo>
                  <a:pt x="1428" y="355"/>
                </a:lnTo>
                <a:lnTo>
                  <a:pt x="1904" y="355"/>
                </a:lnTo>
                <a:lnTo>
                  <a:pt x="2221" y="355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798"/>
                </a:lnTo>
                <a:lnTo>
                  <a:pt x="3332" y="798"/>
                </a:lnTo>
                <a:lnTo>
                  <a:pt x="3332" y="1065"/>
                </a:lnTo>
                <a:lnTo>
                  <a:pt x="3808" y="1065"/>
                </a:lnTo>
                <a:lnTo>
                  <a:pt x="4125" y="1065"/>
                </a:lnTo>
                <a:lnTo>
                  <a:pt x="4125" y="1242"/>
                </a:lnTo>
                <a:lnTo>
                  <a:pt x="4601" y="1242"/>
                </a:lnTo>
                <a:lnTo>
                  <a:pt x="4919" y="1242"/>
                </a:lnTo>
                <a:lnTo>
                  <a:pt x="5236" y="1420"/>
                </a:lnTo>
                <a:lnTo>
                  <a:pt x="5712" y="1420"/>
                </a:lnTo>
                <a:lnTo>
                  <a:pt x="6030" y="1420"/>
                </a:lnTo>
                <a:lnTo>
                  <a:pt x="6506" y="1420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299" y="1686"/>
                </a:lnTo>
                <a:lnTo>
                  <a:pt x="7299" y="1863"/>
                </a:lnTo>
                <a:lnTo>
                  <a:pt x="7616" y="1863"/>
                </a:lnTo>
                <a:lnTo>
                  <a:pt x="7616" y="2130"/>
                </a:lnTo>
                <a:lnTo>
                  <a:pt x="7934" y="2130"/>
                </a:lnTo>
                <a:lnTo>
                  <a:pt x="8410" y="2130"/>
                </a:lnTo>
                <a:lnTo>
                  <a:pt x="8410" y="2307"/>
                </a:lnTo>
                <a:lnTo>
                  <a:pt x="8727" y="2307"/>
                </a:lnTo>
                <a:lnTo>
                  <a:pt x="9203" y="2307"/>
                </a:lnTo>
                <a:lnTo>
                  <a:pt x="9521" y="2573"/>
                </a:lnTo>
                <a:lnTo>
                  <a:pt x="9838" y="2573"/>
                </a:lnTo>
                <a:lnTo>
                  <a:pt x="10314" y="2573"/>
                </a:lnTo>
                <a:lnTo>
                  <a:pt x="10631" y="2573"/>
                </a:lnTo>
                <a:lnTo>
                  <a:pt x="10631" y="2751"/>
                </a:lnTo>
                <a:lnTo>
                  <a:pt x="11108" y="2751"/>
                </a:lnTo>
                <a:lnTo>
                  <a:pt x="11425" y="2751"/>
                </a:lnTo>
                <a:lnTo>
                  <a:pt x="11425" y="2751"/>
                </a:lnTo>
                <a:lnTo>
                  <a:pt x="11425" y="2928"/>
                </a:lnTo>
                <a:lnTo>
                  <a:pt x="11901" y="2928"/>
                </a:lnTo>
                <a:lnTo>
                  <a:pt x="11901" y="3195"/>
                </a:lnTo>
                <a:lnTo>
                  <a:pt x="12218" y="3195"/>
                </a:lnTo>
                <a:lnTo>
                  <a:pt x="12536" y="3195"/>
                </a:lnTo>
                <a:lnTo>
                  <a:pt x="12536" y="3372"/>
                </a:lnTo>
                <a:lnTo>
                  <a:pt x="13012" y="3372"/>
                </a:lnTo>
                <a:lnTo>
                  <a:pt x="13329" y="3372"/>
                </a:lnTo>
              </a:path>
            </a:pathLst>
          </a:custGeom>
          <a:ln w="226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8030604" y="2820513"/>
            <a:ext cx="13488" cy="3461"/>
          </a:xfrm>
          <a:custGeom>
            <a:avLst/>
            <a:gdLst/>
            <a:ahLst/>
            <a:cxnLst/>
            <a:rect l="l" t="t" r="r" b="b"/>
            <a:pathLst>
              <a:path w="13488" h="3461">
                <a:moveTo>
                  <a:pt x="0" y="0"/>
                </a:moveTo>
                <a:lnTo>
                  <a:pt x="476" y="266"/>
                </a:lnTo>
                <a:lnTo>
                  <a:pt x="793" y="266"/>
                </a:lnTo>
                <a:lnTo>
                  <a:pt x="793" y="443"/>
                </a:lnTo>
                <a:lnTo>
                  <a:pt x="1110" y="443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2697" y="887"/>
                </a:lnTo>
                <a:lnTo>
                  <a:pt x="3173" y="887"/>
                </a:lnTo>
                <a:lnTo>
                  <a:pt x="3491" y="887"/>
                </a:lnTo>
                <a:lnTo>
                  <a:pt x="3808" y="1065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331"/>
                </a:lnTo>
                <a:lnTo>
                  <a:pt x="5077" y="1331"/>
                </a:lnTo>
                <a:lnTo>
                  <a:pt x="5077" y="1508"/>
                </a:lnTo>
                <a:lnTo>
                  <a:pt x="5395" y="1508"/>
                </a:lnTo>
                <a:lnTo>
                  <a:pt x="5712" y="1508"/>
                </a:lnTo>
                <a:lnTo>
                  <a:pt x="6188" y="1508"/>
                </a:lnTo>
                <a:lnTo>
                  <a:pt x="6506" y="1508"/>
                </a:lnTo>
                <a:lnTo>
                  <a:pt x="6506" y="1775"/>
                </a:lnTo>
                <a:lnTo>
                  <a:pt x="6982" y="1775"/>
                </a:lnTo>
                <a:lnTo>
                  <a:pt x="7299" y="1775"/>
                </a:lnTo>
                <a:lnTo>
                  <a:pt x="7299" y="1952"/>
                </a:lnTo>
                <a:lnTo>
                  <a:pt x="7616" y="1952"/>
                </a:lnTo>
                <a:lnTo>
                  <a:pt x="8093" y="1952"/>
                </a:lnTo>
                <a:lnTo>
                  <a:pt x="8093" y="2130"/>
                </a:lnTo>
                <a:lnTo>
                  <a:pt x="8410" y="2130"/>
                </a:lnTo>
                <a:lnTo>
                  <a:pt x="8886" y="2130"/>
                </a:lnTo>
                <a:lnTo>
                  <a:pt x="8886" y="2130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679" y="2573"/>
                </a:lnTo>
                <a:lnTo>
                  <a:pt x="9997" y="2573"/>
                </a:lnTo>
                <a:lnTo>
                  <a:pt x="9997" y="2573"/>
                </a:lnTo>
                <a:lnTo>
                  <a:pt x="10314" y="2840"/>
                </a:lnTo>
                <a:lnTo>
                  <a:pt x="10790" y="2840"/>
                </a:lnTo>
                <a:lnTo>
                  <a:pt x="11108" y="2840"/>
                </a:lnTo>
                <a:lnTo>
                  <a:pt x="11584" y="2840"/>
                </a:lnTo>
                <a:lnTo>
                  <a:pt x="11584" y="3017"/>
                </a:lnTo>
                <a:lnTo>
                  <a:pt x="11901" y="3017"/>
                </a:lnTo>
                <a:lnTo>
                  <a:pt x="12218" y="3017"/>
                </a:lnTo>
                <a:lnTo>
                  <a:pt x="12218" y="3195"/>
                </a:lnTo>
                <a:lnTo>
                  <a:pt x="12694" y="3195"/>
                </a:lnTo>
                <a:lnTo>
                  <a:pt x="13012" y="3195"/>
                </a:lnTo>
                <a:lnTo>
                  <a:pt x="13012" y="3461"/>
                </a:lnTo>
                <a:lnTo>
                  <a:pt x="13488" y="3461"/>
                </a:lnTo>
              </a:path>
            </a:pathLst>
          </a:custGeom>
          <a:ln w="227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8044092" y="2823975"/>
            <a:ext cx="13805" cy="3461"/>
          </a:xfrm>
          <a:custGeom>
            <a:avLst/>
            <a:gdLst/>
            <a:ahLst/>
            <a:cxnLst/>
            <a:rect l="l" t="t" r="r" b="b"/>
            <a:pathLst>
              <a:path w="13805" h="3461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443"/>
                </a:lnTo>
                <a:lnTo>
                  <a:pt x="2221" y="443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332" y="887"/>
                </a:lnTo>
                <a:lnTo>
                  <a:pt x="3808" y="887"/>
                </a:lnTo>
                <a:lnTo>
                  <a:pt x="3808" y="887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508"/>
                </a:lnTo>
                <a:lnTo>
                  <a:pt x="6030" y="1508"/>
                </a:lnTo>
                <a:lnTo>
                  <a:pt x="6030" y="1686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952"/>
                </a:lnTo>
                <a:lnTo>
                  <a:pt x="7934" y="1952"/>
                </a:lnTo>
                <a:lnTo>
                  <a:pt x="8410" y="1952"/>
                </a:lnTo>
                <a:lnTo>
                  <a:pt x="8410" y="2130"/>
                </a:lnTo>
                <a:lnTo>
                  <a:pt x="8727" y="2130"/>
                </a:lnTo>
                <a:lnTo>
                  <a:pt x="9203" y="2130"/>
                </a:lnTo>
                <a:lnTo>
                  <a:pt x="9203" y="2307"/>
                </a:lnTo>
                <a:lnTo>
                  <a:pt x="9521" y="2307"/>
                </a:lnTo>
                <a:lnTo>
                  <a:pt x="9997" y="2307"/>
                </a:lnTo>
                <a:lnTo>
                  <a:pt x="9997" y="2307"/>
                </a:lnTo>
                <a:lnTo>
                  <a:pt x="9997" y="2573"/>
                </a:lnTo>
                <a:lnTo>
                  <a:pt x="10314" y="2573"/>
                </a:lnTo>
                <a:lnTo>
                  <a:pt x="10631" y="2751"/>
                </a:lnTo>
                <a:lnTo>
                  <a:pt x="11108" y="2751"/>
                </a:lnTo>
                <a:lnTo>
                  <a:pt x="11425" y="2751"/>
                </a:lnTo>
                <a:lnTo>
                  <a:pt x="11901" y="2751"/>
                </a:lnTo>
                <a:lnTo>
                  <a:pt x="11901" y="3017"/>
                </a:lnTo>
                <a:lnTo>
                  <a:pt x="12218" y="3017"/>
                </a:lnTo>
                <a:lnTo>
                  <a:pt x="12536" y="3017"/>
                </a:lnTo>
                <a:lnTo>
                  <a:pt x="12536" y="3195"/>
                </a:lnTo>
                <a:lnTo>
                  <a:pt x="13012" y="3195"/>
                </a:lnTo>
                <a:lnTo>
                  <a:pt x="13329" y="3195"/>
                </a:lnTo>
                <a:lnTo>
                  <a:pt x="13805" y="3195"/>
                </a:lnTo>
                <a:lnTo>
                  <a:pt x="13805" y="3461"/>
                </a:lnTo>
              </a:path>
            </a:pathLst>
          </a:custGeom>
          <a:ln w="226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8057898" y="2827436"/>
            <a:ext cx="13329" cy="3195"/>
          </a:xfrm>
          <a:custGeom>
            <a:avLst/>
            <a:gdLst/>
            <a:ahLst/>
            <a:cxnLst/>
            <a:rect l="l" t="t" r="r" b="b"/>
            <a:pathLst>
              <a:path w="13329" h="3195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355"/>
                </a:lnTo>
                <a:lnTo>
                  <a:pt x="1428" y="355"/>
                </a:lnTo>
                <a:lnTo>
                  <a:pt x="1904" y="355"/>
                </a:lnTo>
                <a:lnTo>
                  <a:pt x="2221" y="355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332" y="798"/>
                </a:lnTo>
                <a:lnTo>
                  <a:pt x="3808" y="798"/>
                </a:lnTo>
                <a:lnTo>
                  <a:pt x="4125" y="798"/>
                </a:lnTo>
                <a:lnTo>
                  <a:pt x="4601" y="1065"/>
                </a:lnTo>
                <a:lnTo>
                  <a:pt x="4919" y="1065"/>
                </a:lnTo>
                <a:lnTo>
                  <a:pt x="4919" y="1242"/>
                </a:lnTo>
                <a:lnTo>
                  <a:pt x="5236" y="1242"/>
                </a:lnTo>
                <a:lnTo>
                  <a:pt x="5712" y="1242"/>
                </a:lnTo>
                <a:lnTo>
                  <a:pt x="5712" y="1420"/>
                </a:lnTo>
                <a:lnTo>
                  <a:pt x="6030" y="1420"/>
                </a:lnTo>
                <a:lnTo>
                  <a:pt x="6506" y="1420"/>
                </a:lnTo>
                <a:lnTo>
                  <a:pt x="6506" y="1686"/>
                </a:lnTo>
                <a:lnTo>
                  <a:pt x="6823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863"/>
                </a:lnTo>
                <a:lnTo>
                  <a:pt x="8410" y="1863"/>
                </a:lnTo>
                <a:lnTo>
                  <a:pt x="8727" y="1863"/>
                </a:lnTo>
                <a:lnTo>
                  <a:pt x="8727" y="2130"/>
                </a:lnTo>
                <a:lnTo>
                  <a:pt x="9203" y="2130"/>
                </a:lnTo>
                <a:lnTo>
                  <a:pt x="9521" y="2130"/>
                </a:lnTo>
                <a:lnTo>
                  <a:pt x="9521" y="2307"/>
                </a:lnTo>
                <a:lnTo>
                  <a:pt x="9838" y="2307"/>
                </a:lnTo>
                <a:lnTo>
                  <a:pt x="10314" y="2307"/>
                </a:lnTo>
                <a:lnTo>
                  <a:pt x="10314" y="2307"/>
                </a:lnTo>
                <a:lnTo>
                  <a:pt x="10314" y="2573"/>
                </a:lnTo>
                <a:lnTo>
                  <a:pt x="10631" y="2573"/>
                </a:lnTo>
                <a:lnTo>
                  <a:pt x="10631" y="2751"/>
                </a:lnTo>
                <a:lnTo>
                  <a:pt x="11108" y="2751"/>
                </a:lnTo>
                <a:lnTo>
                  <a:pt x="11425" y="2751"/>
                </a:lnTo>
                <a:lnTo>
                  <a:pt x="11901" y="2751"/>
                </a:lnTo>
                <a:lnTo>
                  <a:pt x="11901" y="2751"/>
                </a:lnTo>
                <a:lnTo>
                  <a:pt x="11901" y="2928"/>
                </a:lnTo>
                <a:lnTo>
                  <a:pt x="12218" y="2928"/>
                </a:lnTo>
                <a:lnTo>
                  <a:pt x="12536" y="2928"/>
                </a:lnTo>
                <a:lnTo>
                  <a:pt x="13012" y="2928"/>
                </a:lnTo>
                <a:lnTo>
                  <a:pt x="13329" y="3195"/>
                </a:lnTo>
              </a:path>
            </a:pathLst>
          </a:custGeom>
          <a:ln w="225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8071228" y="2830631"/>
            <a:ext cx="13805" cy="3195"/>
          </a:xfrm>
          <a:custGeom>
            <a:avLst/>
            <a:gdLst/>
            <a:ahLst/>
            <a:cxnLst/>
            <a:rect l="l" t="t" r="r" b="b"/>
            <a:pathLst>
              <a:path w="13805" h="3195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621"/>
                </a:lnTo>
                <a:lnTo>
                  <a:pt x="3015" y="798"/>
                </a:lnTo>
                <a:lnTo>
                  <a:pt x="3491" y="798"/>
                </a:lnTo>
                <a:lnTo>
                  <a:pt x="3808" y="798"/>
                </a:lnTo>
                <a:lnTo>
                  <a:pt x="4284" y="798"/>
                </a:lnTo>
                <a:lnTo>
                  <a:pt x="4601" y="798"/>
                </a:lnTo>
                <a:lnTo>
                  <a:pt x="4601" y="1065"/>
                </a:lnTo>
                <a:lnTo>
                  <a:pt x="5077" y="1065"/>
                </a:lnTo>
                <a:lnTo>
                  <a:pt x="5395" y="1065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508"/>
                </a:lnTo>
                <a:lnTo>
                  <a:pt x="6506" y="1508"/>
                </a:lnTo>
                <a:lnTo>
                  <a:pt x="6982" y="1508"/>
                </a:lnTo>
                <a:lnTo>
                  <a:pt x="6982" y="1686"/>
                </a:lnTo>
                <a:lnTo>
                  <a:pt x="7299" y="1686"/>
                </a:lnTo>
                <a:lnTo>
                  <a:pt x="7616" y="1686"/>
                </a:lnTo>
                <a:lnTo>
                  <a:pt x="7616" y="1863"/>
                </a:lnTo>
                <a:lnTo>
                  <a:pt x="8093" y="1863"/>
                </a:lnTo>
                <a:lnTo>
                  <a:pt x="8410" y="1863"/>
                </a:lnTo>
                <a:lnTo>
                  <a:pt x="8410" y="2130"/>
                </a:lnTo>
                <a:lnTo>
                  <a:pt x="8886" y="2130"/>
                </a:lnTo>
                <a:lnTo>
                  <a:pt x="9203" y="2130"/>
                </a:lnTo>
                <a:lnTo>
                  <a:pt x="9679" y="2130"/>
                </a:lnTo>
                <a:lnTo>
                  <a:pt x="9997" y="2130"/>
                </a:lnTo>
                <a:lnTo>
                  <a:pt x="9997" y="2130"/>
                </a:lnTo>
                <a:lnTo>
                  <a:pt x="9997" y="2307"/>
                </a:lnTo>
                <a:lnTo>
                  <a:pt x="10314" y="2307"/>
                </a:lnTo>
                <a:lnTo>
                  <a:pt x="10790" y="2307"/>
                </a:lnTo>
                <a:lnTo>
                  <a:pt x="10790" y="2573"/>
                </a:lnTo>
                <a:lnTo>
                  <a:pt x="11108" y="2573"/>
                </a:lnTo>
                <a:lnTo>
                  <a:pt x="11584" y="2573"/>
                </a:lnTo>
                <a:lnTo>
                  <a:pt x="11584" y="2751"/>
                </a:lnTo>
                <a:lnTo>
                  <a:pt x="11901" y="2751"/>
                </a:lnTo>
                <a:lnTo>
                  <a:pt x="12218" y="2751"/>
                </a:lnTo>
                <a:lnTo>
                  <a:pt x="12218" y="2751"/>
                </a:lnTo>
                <a:lnTo>
                  <a:pt x="12218" y="3017"/>
                </a:lnTo>
                <a:lnTo>
                  <a:pt x="12694" y="3017"/>
                </a:lnTo>
                <a:lnTo>
                  <a:pt x="13012" y="3017"/>
                </a:lnTo>
                <a:lnTo>
                  <a:pt x="13012" y="3195"/>
                </a:lnTo>
                <a:lnTo>
                  <a:pt x="13488" y="3195"/>
                </a:lnTo>
                <a:lnTo>
                  <a:pt x="13805" y="3195"/>
                </a:lnTo>
              </a:path>
            </a:pathLst>
          </a:custGeom>
          <a:ln w="2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8085034" y="2833827"/>
            <a:ext cx="13488" cy="3017"/>
          </a:xfrm>
          <a:custGeom>
            <a:avLst/>
            <a:gdLst/>
            <a:ahLst/>
            <a:cxnLst/>
            <a:rect l="l" t="t" r="r" b="b"/>
            <a:pathLst>
              <a:path w="13488" h="301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793" y="0"/>
                </a:lnTo>
                <a:lnTo>
                  <a:pt x="793" y="177"/>
                </a:lnTo>
                <a:lnTo>
                  <a:pt x="1110" y="177"/>
                </a:lnTo>
                <a:lnTo>
                  <a:pt x="1586" y="177"/>
                </a:lnTo>
                <a:lnTo>
                  <a:pt x="1904" y="443"/>
                </a:lnTo>
                <a:lnTo>
                  <a:pt x="2380" y="443"/>
                </a:lnTo>
                <a:lnTo>
                  <a:pt x="2380" y="621"/>
                </a:lnTo>
                <a:lnTo>
                  <a:pt x="2697" y="621"/>
                </a:lnTo>
                <a:lnTo>
                  <a:pt x="3015" y="621"/>
                </a:lnTo>
                <a:lnTo>
                  <a:pt x="3015" y="887"/>
                </a:lnTo>
                <a:lnTo>
                  <a:pt x="3491" y="887"/>
                </a:lnTo>
                <a:lnTo>
                  <a:pt x="3808" y="887"/>
                </a:lnTo>
                <a:lnTo>
                  <a:pt x="4284" y="887"/>
                </a:lnTo>
                <a:lnTo>
                  <a:pt x="4284" y="887"/>
                </a:lnTo>
                <a:lnTo>
                  <a:pt x="4284" y="1065"/>
                </a:lnTo>
                <a:lnTo>
                  <a:pt x="4601" y="1065"/>
                </a:lnTo>
                <a:lnTo>
                  <a:pt x="4601" y="1242"/>
                </a:lnTo>
                <a:lnTo>
                  <a:pt x="4919" y="1242"/>
                </a:lnTo>
                <a:lnTo>
                  <a:pt x="5395" y="1242"/>
                </a:lnTo>
                <a:lnTo>
                  <a:pt x="5712" y="1242"/>
                </a:lnTo>
                <a:lnTo>
                  <a:pt x="6188" y="1242"/>
                </a:lnTo>
                <a:lnTo>
                  <a:pt x="6506" y="1242"/>
                </a:lnTo>
                <a:lnTo>
                  <a:pt x="6506" y="1508"/>
                </a:lnTo>
                <a:lnTo>
                  <a:pt x="6982" y="1508"/>
                </a:lnTo>
                <a:lnTo>
                  <a:pt x="7299" y="1686"/>
                </a:lnTo>
                <a:lnTo>
                  <a:pt x="7616" y="1686"/>
                </a:lnTo>
                <a:lnTo>
                  <a:pt x="8093" y="1686"/>
                </a:lnTo>
                <a:lnTo>
                  <a:pt x="8093" y="1952"/>
                </a:lnTo>
                <a:lnTo>
                  <a:pt x="8410" y="1952"/>
                </a:lnTo>
                <a:lnTo>
                  <a:pt x="8886" y="2130"/>
                </a:lnTo>
                <a:lnTo>
                  <a:pt x="9203" y="2130"/>
                </a:lnTo>
                <a:lnTo>
                  <a:pt x="9521" y="2130"/>
                </a:lnTo>
                <a:lnTo>
                  <a:pt x="9521" y="2396"/>
                </a:lnTo>
                <a:lnTo>
                  <a:pt x="9997" y="2396"/>
                </a:lnTo>
                <a:lnTo>
                  <a:pt x="10314" y="2396"/>
                </a:lnTo>
                <a:lnTo>
                  <a:pt x="10790" y="2396"/>
                </a:lnTo>
                <a:lnTo>
                  <a:pt x="11108" y="2396"/>
                </a:lnTo>
                <a:lnTo>
                  <a:pt x="11108" y="2573"/>
                </a:lnTo>
                <a:lnTo>
                  <a:pt x="11584" y="2573"/>
                </a:lnTo>
                <a:lnTo>
                  <a:pt x="11901" y="2573"/>
                </a:lnTo>
                <a:lnTo>
                  <a:pt x="12218" y="2751"/>
                </a:lnTo>
                <a:lnTo>
                  <a:pt x="12694" y="2751"/>
                </a:lnTo>
                <a:lnTo>
                  <a:pt x="12694" y="3017"/>
                </a:lnTo>
                <a:lnTo>
                  <a:pt x="13012" y="3017"/>
                </a:lnTo>
                <a:lnTo>
                  <a:pt x="13488" y="3017"/>
                </a:lnTo>
              </a:path>
            </a:pathLst>
          </a:custGeom>
          <a:ln w="224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8098522" y="2836844"/>
            <a:ext cx="13805" cy="3017"/>
          </a:xfrm>
          <a:custGeom>
            <a:avLst/>
            <a:gdLst/>
            <a:ahLst/>
            <a:cxnLst/>
            <a:rect l="l" t="t" r="r" b="b"/>
            <a:pathLst>
              <a:path w="13805" h="3017">
                <a:moveTo>
                  <a:pt x="0" y="0"/>
                </a:move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443"/>
                </a:lnTo>
                <a:lnTo>
                  <a:pt x="1428" y="443"/>
                </a:lnTo>
                <a:lnTo>
                  <a:pt x="1904" y="621"/>
                </a:lnTo>
                <a:lnTo>
                  <a:pt x="2221" y="621"/>
                </a:lnTo>
                <a:lnTo>
                  <a:pt x="2697" y="621"/>
                </a:lnTo>
                <a:lnTo>
                  <a:pt x="3015" y="621"/>
                </a:lnTo>
                <a:lnTo>
                  <a:pt x="3332" y="621"/>
                </a:lnTo>
                <a:lnTo>
                  <a:pt x="3332" y="798"/>
                </a:lnTo>
                <a:lnTo>
                  <a:pt x="3808" y="798"/>
                </a:lnTo>
                <a:lnTo>
                  <a:pt x="4125" y="798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242"/>
                </a:lnTo>
                <a:lnTo>
                  <a:pt x="5712" y="1242"/>
                </a:lnTo>
                <a:lnTo>
                  <a:pt x="5712" y="1508"/>
                </a:lnTo>
                <a:lnTo>
                  <a:pt x="6030" y="1508"/>
                </a:lnTo>
                <a:lnTo>
                  <a:pt x="6506" y="1508"/>
                </a:lnTo>
                <a:lnTo>
                  <a:pt x="6823" y="1686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8410" y="1686"/>
                </a:lnTo>
                <a:lnTo>
                  <a:pt x="8410" y="1952"/>
                </a:lnTo>
                <a:lnTo>
                  <a:pt x="8727" y="1952"/>
                </a:lnTo>
                <a:lnTo>
                  <a:pt x="9203" y="1952"/>
                </a:lnTo>
                <a:lnTo>
                  <a:pt x="9203" y="2130"/>
                </a:lnTo>
                <a:lnTo>
                  <a:pt x="9521" y="2130"/>
                </a:lnTo>
                <a:lnTo>
                  <a:pt x="9838" y="2130"/>
                </a:lnTo>
                <a:lnTo>
                  <a:pt x="9838" y="2130"/>
                </a:lnTo>
                <a:lnTo>
                  <a:pt x="9838" y="2307"/>
                </a:lnTo>
                <a:lnTo>
                  <a:pt x="10314" y="2307"/>
                </a:lnTo>
                <a:lnTo>
                  <a:pt x="10631" y="2307"/>
                </a:lnTo>
                <a:lnTo>
                  <a:pt x="10631" y="2573"/>
                </a:lnTo>
                <a:lnTo>
                  <a:pt x="11108" y="2573"/>
                </a:lnTo>
                <a:lnTo>
                  <a:pt x="11425" y="2573"/>
                </a:lnTo>
                <a:lnTo>
                  <a:pt x="11742" y="2573"/>
                </a:lnTo>
                <a:lnTo>
                  <a:pt x="11742" y="2573"/>
                </a:lnTo>
                <a:lnTo>
                  <a:pt x="11742" y="2751"/>
                </a:lnTo>
                <a:lnTo>
                  <a:pt x="12218" y="2751"/>
                </a:lnTo>
                <a:lnTo>
                  <a:pt x="12536" y="3017"/>
                </a:lnTo>
                <a:lnTo>
                  <a:pt x="13012" y="3017"/>
                </a:lnTo>
                <a:lnTo>
                  <a:pt x="13329" y="3017"/>
                </a:lnTo>
                <a:lnTo>
                  <a:pt x="13805" y="3017"/>
                </a:lnTo>
              </a:path>
            </a:pathLst>
          </a:custGeom>
          <a:ln w="2242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8112328" y="2839862"/>
            <a:ext cx="13329" cy="2928"/>
          </a:xfrm>
          <a:custGeom>
            <a:avLst/>
            <a:gdLst/>
            <a:ahLst/>
            <a:cxnLst/>
            <a:rect l="l" t="t" r="r" b="b"/>
            <a:pathLst>
              <a:path w="13329" h="2928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634" y="177"/>
                </a:lnTo>
                <a:lnTo>
                  <a:pt x="1110" y="177"/>
                </a:lnTo>
                <a:lnTo>
                  <a:pt x="1110" y="355"/>
                </a:lnTo>
                <a:lnTo>
                  <a:pt x="1428" y="355"/>
                </a:lnTo>
                <a:lnTo>
                  <a:pt x="1904" y="355"/>
                </a:lnTo>
                <a:lnTo>
                  <a:pt x="2221" y="355"/>
                </a:lnTo>
                <a:lnTo>
                  <a:pt x="2221" y="621"/>
                </a:lnTo>
                <a:lnTo>
                  <a:pt x="2538" y="621"/>
                </a:lnTo>
                <a:lnTo>
                  <a:pt x="2538" y="621"/>
                </a:lnTo>
                <a:lnTo>
                  <a:pt x="3015" y="798"/>
                </a:lnTo>
                <a:lnTo>
                  <a:pt x="3332" y="798"/>
                </a:lnTo>
                <a:lnTo>
                  <a:pt x="3808" y="798"/>
                </a:lnTo>
                <a:lnTo>
                  <a:pt x="3808" y="1065"/>
                </a:lnTo>
                <a:lnTo>
                  <a:pt x="4125" y="1065"/>
                </a:lnTo>
                <a:lnTo>
                  <a:pt x="4601" y="1065"/>
                </a:lnTo>
                <a:lnTo>
                  <a:pt x="4919" y="1065"/>
                </a:lnTo>
                <a:lnTo>
                  <a:pt x="5236" y="1065"/>
                </a:lnTo>
                <a:lnTo>
                  <a:pt x="5236" y="1242"/>
                </a:lnTo>
                <a:lnTo>
                  <a:pt x="5712" y="1242"/>
                </a:lnTo>
                <a:lnTo>
                  <a:pt x="6030" y="1242"/>
                </a:lnTo>
                <a:lnTo>
                  <a:pt x="6506" y="1242"/>
                </a:lnTo>
                <a:lnTo>
                  <a:pt x="6506" y="1508"/>
                </a:lnTo>
                <a:lnTo>
                  <a:pt x="6823" y="1508"/>
                </a:lnTo>
                <a:lnTo>
                  <a:pt x="6823" y="1508"/>
                </a:lnTo>
                <a:lnTo>
                  <a:pt x="7140" y="1686"/>
                </a:lnTo>
                <a:lnTo>
                  <a:pt x="7616" y="1686"/>
                </a:lnTo>
                <a:lnTo>
                  <a:pt x="7934" y="1686"/>
                </a:lnTo>
                <a:lnTo>
                  <a:pt x="7934" y="1863"/>
                </a:lnTo>
                <a:lnTo>
                  <a:pt x="8410" y="1863"/>
                </a:lnTo>
                <a:lnTo>
                  <a:pt x="8727" y="1863"/>
                </a:lnTo>
                <a:lnTo>
                  <a:pt x="8727" y="2130"/>
                </a:lnTo>
                <a:lnTo>
                  <a:pt x="9045" y="2130"/>
                </a:lnTo>
                <a:lnTo>
                  <a:pt x="9521" y="2130"/>
                </a:lnTo>
                <a:lnTo>
                  <a:pt x="9521" y="2307"/>
                </a:lnTo>
                <a:lnTo>
                  <a:pt x="9838" y="2307"/>
                </a:lnTo>
                <a:lnTo>
                  <a:pt x="10314" y="2307"/>
                </a:lnTo>
                <a:lnTo>
                  <a:pt x="10631" y="2307"/>
                </a:lnTo>
                <a:lnTo>
                  <a:pt x="11108" y="2307"/>
                </a:lnTo>
                <a:lnTo>
                  <a:pt x="11425" y="2573"/>
                </a:lnTo>
                <a:lnTo>
                  <a:pt x="11742" y="2573"/>
                </a:lnTo>
                <a:lnTo>
                  <a:pt x="12218" y="2573"/>
                </a:lnTo>
                <a:lnTo>
                  <a:pt x="12218" y="2751"/>
                </a:lnTo>
                <a:lnTo>
                  <a:pt x="12536" y="2751"/>
                </a:lnTo>
                <a:lnTo>
                  <a:pt x="13012" y="2751"/>
                </a:lnTo>
                <a:lnTo>
                  <a:pt x="13012" y="2928"/>
                </a:lnTo>
                <a:lnTo>
                  <a:pt x="13329" y="2928"/>
                </a:lnTo>
              </a:path>
            </a:pathLst>
          </a:custGeom>
          <a:ln w="224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8125657" y="2842791"/>
            <a:ext cx="6982" cy="1508"/>
          </a:xfrm>
          <a:custGeom>
            <a:avLst/>
            <a:gdLst/>
            <a:ahLst/>
            <a:cxnLst/>
            <a:rect l="l" t="t" r="r" b="b"/>
            <a:pathLst>
              <a:path w="6982" h="1508">
                <a:moveTo>
                  <a:pt x="0" y="0"/>
                </a:moveTo>
                <a:lnTo>
                  <a:pt x="317" y="0"/>
                </a:lnTo>
                <a:lnTo>
                  <a:pt x="793" y="266"/>
                </a:lnTo>
                <a:lnTo>
                  <a:pt x="1110" y="266"/>
                </a:lnTo>
                <a:lnTo>
                  <a:pt x="1586" y="266"/>
                </a:lnTo>
                <a:lnTo>
                  <a:pt x="1586" y="443"/>
                </a:lnTo>
                <a:lnTo>
                  <a:pt x="1904" y="443"/>
                </a:lnTo>
                <a:lnTo>
                  <a:pt x="2380" y="443"/>
                </a:lnTo>
                <a:lnTo>
                  <a:pt x="2697" y="443"/>
                </a:lnTo>
                <a:lnTo>
                  <a:pt x="3015" y="443"/>
                </a:lnTo>
                <a:lnTo>
                  <a:pt x="3491" y="443"/>
                </a:lnTo>
                <a:lnTo>
                  <a:pt x="3491" y="710"/>
                </a:lnTo>
                <a:lnTo>
                  <a:pt x="3808" y="710"/>
                </a:lnTo>
                <a:lnTo>
                  <a:pt x="3808" y="887"/>
                </a:lnTo>
                <a:lnTo>
                  <a:pt x="4284" y="887"/>
                </a:lnTo>
                <a:lnTo>
                  <a:pt x="4601" y="887"/>
                </a:lnTo>
                <a:lnTo>
                  <a:pt x="4919" y="887"/>
                </a:lnTo>
                <a:lnTo>
                  <a:pt x="4919" y="1153"/>
                </a:lnTo>
                <a:lnTo>
                  <a:pt x="5395" y="1153"/>
                </a:lnTo>
                <a:lnTo>
                  <a:pt x="5712" y="1153"/>
                </a:lnTo>
                <a:lnTo>
                  <a:pt x="5712" y="1331"/>
                </a:lnTo>
                <a:lnTo>
                  <a:pt x="6188" y="1331"/>
                </a:lnTo>
                <a:lnTo>
                  <a:pt x="6506" y="1331"/>
                </a:lnTo>
                <a:lnTo>
                  <a:pt x="6982" y="1508"/>
                </a:lnTo>
              </a:path>
            </a:pathLst>
          </a:custGeom>
          <a:ln w="224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1320355" y="1434505"/>
            <a:ext cx="13789" cy="63460"/>
          </a:xfrm>
          <a:custGeom>
            <a:avLst/>
            <a:gdLst/>
            <a:ahLst/>
            <a:cxnLst/>
            <a:rect l="l" t="t" r="r" b="b"/>
            <a:pathLst>
              <a:path w="13789" h="63460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761" y="177"/>
                </a:lnTo>
                <a:lnTo>
                  <a:pt x="1142" y="177"/>
                </a:lnTo>
                <a:lnTo>
                  <a:pt x="1523" y="443"/>
                </a:lnTo>
                <a:lnTo>
                  <a:pt x="1523" y="621"/>
                </a:lnTo>
                <a:lnTo>
                  <a:pt x="1523" y="887"/>
                </a:lnTo>
                <a:lnTo>
                  <a:pt x="1523" y="1065"/>
                </a:lnTo>
                <a:lnTo>
                  <a:pt x="1904" y="1242"/>
                </a:lnTo>
                <a:lnTo>
                  <a:pt x="2300" y="1508"/>
                </a:lnTo>
                <a:lnTo>
                  <a:pt x="2300" y="1686"/>
                </a:lnTo>
                <a:lnTo>
                  <a:pt x="2300" y="1952"/>
                </a:lnTo>
                <a:lnTo>
                  <a:pt x="2681" y="2130"/>
                </a:lnTo>
                <a:lnTo>
                  <a:pt x="2681" y="2307"/>
                </a:lnTo>
                <a:lnTo>
                  <a:pt x="2681" y="2573"/>
                </a:lnTo>
                <a:lnTo>
                  <a:pt x="3062" y="2573"/>
                </a:lnTo>
                <a:lnTo>
                  <a:pt x="3062" y="2751"/>
                </a:lnTo>
                <a:lnTo>
                  <a:pt x="3062" y="3017"/>
                </a:lnTo>
                <a:lnTo>
                  <a:pt x="3062" y="3195"/>
                </a:lnTo>
                <a:lnTo>
                  <a:pt x="3443" y="3461"/>
                </a:lnTo>
                <a:lnTo>
                  <a:pt x="3443" y="3638"/>
                </a:lnTo>
                <a:lnTo>
                  <a:pt x="3443" y="3816"/>
                </a:lnTo>
                <a:lnTo>
                  <a:pt x="3443" y="4082"/>
                </a:lnTo>
                <a:lnTo>
                  <a:pt x="3443" y="4260"/>
                </a:lnTo>
                <a:lnTo>
                  <a:pt x="3443" y="4526"/>
                </a:lnTo>
                <a:lnTo>
                  <a:pt x="3443" y="4704"/>
                </a:lnTo>
                <a:lnTo>
                  <a:pt x="3824" y="4881"/>
                </a:lnTo>
                <a:lnTo>
                  <a:pt x="3824" y="5147"/>
                </a:lnTo>
                <a:lnTo>
                  <a:pt x="3824" y="5325"/>
                </a:lnTo>
                <a:lnTo>
                  <a:pt x="3824" y="5591"/>
                </a:lnTo>
                <a:lnTo>
                  <a:pt x="4205" y="5769"/>
                </a:lnTo>
                <a:lnTo>
                  <a:pt x="4205" y="6035"/>
                </a:lnTo>
                <a:lnTo>
                  <a:pt x="4205" y="6212"/>
                </a:lnTo>
                <a:lnTo>
                  <a:pt x="4205" y="6390"/>
                </a:lnTo>
                <a:lnTo>
                  <a:pt x="4205" y="6656"/>
                </a:lnTo>
                <a:lnTo>
                  <a:pt x="4586" y="6834"/>
                </a:lnTo>
                <a:lnTo>
                  <a:pt x="4586" y="7100"/>
                </a:lnTo>
                <a:lnTo>
                  <a:pt x="4586" y="7277"/>
                </a:lnTo>
                <a:lnTo>
                  <a:pt x="4586" y="7455"/>
                </a:lnTo>
                <a:lnTo>
                  <a:pt x="4982" y="7721"/>
                </a:lnTo>
                <a:lnTo>
                  <a:pt x="4982" y="7899"/>
                </a:lnTo>
                <a:lnTo>
                  <a:pt x="4982" y="8165"/>
                </a:lnTo>
                <a:lnTo>
                  <a:pt x="4982" y="8343"/>
                </a:lnTo>
                <a:lnTo>
                  <a:pt x="4982" y="8609"/>
                </a:lnTo>
                <a:lnTo>
                  <a:pt x="5363" y="8786"/>
                </a:lnTo>
                <a:lnTo>
                  <a:pt x="5363" y="9230"/>
                </a:lnTo>
                <a:lnTo>
                  <a:pt x="5363" y="9408"/>
                </a:lnTo>
                <a:lnTo>
                  <a:pt x="5363" y="9674"/>
                </a:lnTo>
                <a:lnTo>
                  <a:pt x="5363" y="9851"/>
                </a:lnTo>
                <a:lnTo>
                  <a:pt x="5744" y="10029"/>
                </a:lnTo>
                <a:lnTo>
                  <a:pt x="5744" y="10295"/>
                </a:lnTo>
                <a:lnTo>
                  <a:pt x="5744" y="10739"/>
                </a:lnTo>
                <a:lnTo>
                  <a:pt x="5744" y="11183"/>
                </a:lnTo>
                <a:lnTo>
                  <a:pt x="5744" y="11360"/>
                </a:lnTo>
                <a:lnTo>
                  <a:pt x="5744" y="11804"/>
                </a:lnTo>
                <a:lnTo>
                  <a:pt x="5744" y="11982"/>
                </a:lnTo>
                <a:lnTo>
                  <a:pt x="5744" y="12248"/>
                </a:lnTo>
                <a:lnTo>
                  <a:pt x="6125" y="12603"/>
                </a:lnTo>
                <a:lnTo>
                  <a:pt x="6125" y="12869"/>
                </a:lnTo>
                <a:lnTo>
                  <a:pt x="6125" y="13047"/>
                </a:lnTo>
                <a:lnTo>
                  <a:pt x="6125" y="13313"/>
                </a:lnTo>
                <a:lnTo>
                  <a:pt x="6125" y="13668"/>
                </a:lnTo>
                <a:lnTo>
                  <a:pt x="6506" y="14112"/>
                </a:lnTo>
                <a:lnTo>
                  <a:pt x="6506" y="14378"/>
                </a:lnTo>
                <a:lnTo>
                  <a:pt x="6506" y="14555"/>
                </a:lnTo>
                <a:lnTo>
                  <a:pt x="6506" y="14999"/>
                </a:lnTo>
                <a:lnTo>
                  <a:pt x="6506" y="15177"/>
                </a:lnTo>
                <a:lnTo>
                  <a:pt x="6886" y="15443"/>
                </a:lnTo>
                <a:lnTo>
                  <a:pt x="6886" y="15887"/>
                </a:lnTo>
                <a:lnTo>
                  <a:pt x="6886" y="16242"/>
                </a:lnTo>
                <a:lnTo>
                  <a:pt x="6886" y="16686"/>
                </a:lnTo>
                <a:lnTo>
                  <a:pt x="7267" y="17129"/>
                </a:lnTo>
                <a:lnTo>
                  <a:pt x="7267" y="17573"/>
                </a:lnTo>
                <a:lnTo>
                  <a:pt x="7267" y="17751"/>
                </a:lnTo>
                <a:lnTo>
                  <a:pt x="7267" y="18194"/>
                </a:lnTo>
                <a:lnTo>
                  <a:pt x="7664" y="18638"/>
                </a:lnTo>
                <a:lnTo>
                  <a:pt x="7664" y="19082"/>
                </a:lnTo>
                <a:lnTo>
                  <a:pt x="7664" y="19259"/>
                </a:lnTo>
                <a:lnTo>
                  <a:pt x="7664" y="19703"/>
                </a:lnTo>
                <a:lnTo>
                  <a:pt x="7664" y="20147"/>
                </a:lnTo>
                <a:lnTo>
                  <a:pt x="7664" y="20325"/>
                </a:lnTo>
                <a:lnTo>
                  <a:pt x="7664" y="20768"/>
                </a:lnTo>
                <a:lnTo>
                  <a:pt x="7664" y="21212"/>
                </a:lnTo>
                <a:lnTo>
                  <a:pt x="7664" y="21390"/>
                </a:lnTo>
                <a:lnTo>
                  <a:pt x="7664" y="21833"/>
                </a:lnTo>
                <a:lnTo>
                  <a:pt x="8045" y="22277"/>
                </a:lnTo>
                <a:lnTo>
                  <a:pt x="8045" y="22543"/>
                </a:lnTo>
                <a:lnTo>
                  <a:pt x="8045" y="22898"/>
                </a:lnTo>
                <a:lnTo>
                  <a:pt x="8045" y="23342"/>
                </a:lnTo>
                <a:lnTo>
                  <a:pt x="8045" y="23786"/>
                </a:lnTo>
                <a:lnTo>
                  <a:pt x="8426" y="23964"/>
                </a:lnTo>
                <a:lnTo>
                  <a:pt x="8426" y="24674"/>
                </a:lnTo>
                <a:lnTo>
                  <a:pt x="8426" y="24851"/>
                </a:lnTo>
                <a:lnTo>
                  <a:pt x="8426" y="25295"/>
                </a:lnTo>
                <a:lnTo>
                  <a:pt x="8807" y="25739"/>
                </a:lnTo>
                <a:lnTo>
                  <a:pt x="8807" y="26182"/>
                </a:lnTo>
                <a:lnTo>
                  <a:pt x="8807" y="26537"/>
                </a:lnTo>
                <a:lnTo>
                  <a:pt x="8807" y="26981"/>
                </a:lnTo>
                <a:lnTo>
                  <a:pt x="8807" y="27247"/>
                </a:lnTo>
                <a:lnTo>
                  <a:pt x="9187" y="27869"/>
                </a:lnTo>
                <a:lnTo>
                  <a:pt x="9187" y="28313"/>
                </a:lnTo>
                <a:lnTo>
                  <a:pt x="9187" y="28756"/>
                </a:lnTo>
                <a:lnTo>
                  <a:pt x="9187" y="29111"/>
                </a:lnTo>
                <a:lnTo>
                  <a:pt x="9187" y="29555"/>
                </a:lnTo>
                <a:lnTo>
                  <a:pt x="9568" y="29999"/>
                </a:lnTo>
                <a:lnTo>
                  <a:pt x="9568" y="30443"/>
                </a:lnTo>
                <a:lnTo>
                  <a:pt x="9568" y="30886"/>
                </a:lnTo>
                <a:lnTo>
                  <a:pt x="9568" y="31330"/>
                </a:lnTo>
                <a:lnTo>
                  <a:pt x="9568" y="31952"/>
                </a:lnTo>
                <a:lnTo>
                  <a:pt x="9949" y="32129"/>
                </a:lnTo>
                <a:lnTo>
                  <a:pt x="9949" y="32839"/>
                </a:lnTo>
                <a:lnTo>
                  <a:pt x="9949" y="33194"/>
                </a:lnTo>
                <a:lnTo>
                  <a:pt x="9949" y="33638"/>
                </a:lnTo>
                <a:lnTo>
                  <a:pt x="9949" y="34082"/>
                </a:lnTo>
                <a:lnTo>
                  <a:pt x="9949" y="34525"/>
                </a:lnTo>
                <a:lnTo>
                  <a:pt x="9949" y="34969"/>
                </a:lnTo>
                <a:lnTo>
                  <a:pt x="9949" y="35591"/>
                </a:lnTo>
                <a:lnTo>
                  <a:pt x="9949" y="36034"/>
                </a:lnTo>
                <a:lnTo>
                  <a:pt x="10346" y="36478"/>
                </a:lnTo>
                <a:lnTo>
                  <a:pt x="10346" y="36833"/>
                </a:lnTo>
                <a:lnTo>
                  <a:pt x="10346" y="37543"/>
                </a:lnTo>
                <a:lnTo>
                  <a:pt x="10346" y="37898"/>
                </a:lnTo>
                <a:lnTo>
                  <a:pt x="10346" y="38342"/>
                </a:lnTo>
                <a:lnTo>
                  <a:pt x="10727" y="39052"/>
                </a:lnTo>
                <a:lnTo>
                  <a:pt x="10727" y="39407"/>
                </a:lnTo>
                <a:lnTo>
                  <a:pt x="10727" y="40117"/>
                </a:lnTo>
                <a:lnTo>
                  <a:pt x="10727" y="40295"/>
                </a:lnTo>
                <a:lnTo>
                  <a:pt x="10727" y="40916"/>
                </a:lnTo>
                <a:lnTo>
                  <a:pt x="11108" y="41360"/>
                </a:lnTo>
                <a:lnTo>
                  <a:pt x="11108" y="41981"/>
                </a:lnTo>
                <a:lnTo>
                  <a:pt x="11108" y="42691"/>
                </a:lnTo>
                <a:lnTo>
                  <a:pt x="11108" y="43046"/>
                </a:lnTo>
                <a:lnTo>
                  <a:pt x="11488" y="43756"/>
                </a:lnTo>
                <a:lnTo>
                  <a:pt x="11488" y="44200"/>
                </a:lnTo>
                <a:lnTo>
                  <a:pt x="11488" y="44555"/>
                </a:lnTo>
                <a:lnTo>
                  <a:pt x="11488" y="44999"/>
                </a:lnTo>
                <a:lnTo>
                  <a:pt x="11488" y="45620"/>
                </a:lnTo>
                <a:lnTo>
                  <a:pt x="11869" y="46064"/>
                </a:lnTo>
                <a:lnTo>
                  <a:pt x="11869" y="46774"/>
                </a:lnTo>
                <a:lnTo>
                  <a:pt x="11869" y="47395"/>
                </a:lnTo>
                <a:lnTo>
                  <a:pt x="11869" y="47839"/>
                </a:lnTo>
                <a:lnTo>
                  <a:pt x="11869" y="48460"/>
                </a:lnTo>
                <a:lnTo>
                  <a:pt x="11869" y="49081"/>
                </a:lnTo>
                <a:lnTo>
                  <a:pt x="11869" y="49703"/>
                </a:lnTo>
                <a:lnTo>
                  <a:pt x="11869" y="50146"/>
                </a:lnTo>
                <a:lnTo>
                  <a:pt x="11869" y="50768"/>
                </a:lnTo>
                <a:lnTo>
                  <a:pt x="11869" y="51211"/>
                </a:lnTo>
                <a:lnTo>
                  <a:pt x="12250" y="51922"/>
                </a:lnTo>
                <a:lnTo>
                  <a:pt x="12250" y="52543"/>
                </a:lnTo>
                <a:lnTo>
                  <a:pt x="12250" y="53164"/>
                </a:lnTo>
                <a:lnTo>
                  <a:pt x="12250" y="53608"/>
                </a:lnTo>
                <a:lnTo>
                  <a:pt x="12631" y="54229"/>
                </a:lnTo>
                <a:lnTo>
                  <a:pt x="12631" y="54673"/>
                </a:lnTo>
                <a:lnTo>
                  <a:pt x="12631" y="55561"/>
                </a:lnTo>
                <a:lnTo>
                  <a:pt x="12631" y="55916"/>
                </a:lnTo>
                <a:lnTo>
                  <a:pt x="12631" y="56626"/>
                </a:lnTo>
                <a:lnTo>
                  <a:pt x="13028" y="57247"/>
                </a:lnTo>
                <a:lnTo>
                  <a:pt x="13028" y="57868"/>
                </a:lnTo>
                <a:lnTo>
                  <a:pt x="13028" y="58312"/>
                </a:lnTo>
                <a:lnTo>
                  <a:pt x="13028" y="59200"/>
                </a:lnTo>
                <a:lnTo>
                  <a:pt x="13028" y="59555"/>
                </a:lnTo>
                <a:lnTo>
                  <a:pt x="13409" y="60265"/>
                </a:lnTo>
                <a:lnTo>
                  <a:pt x="13409" y="60886"/>
                </a:lnTo>
                <a:lnTo>
                  <a:pt x="13409" y="61507"/>
                </a:lnTo>
                <a:lnTo>
                  <a:pt x="13409" y="62128"/>
                </a:lnTo>
                <a:lnTo>
                  <a:pt x="13409" y="62572"/>
                </a:lnTo>
                <a:lnTo>
                  <a:pt x="13789" y="63460"/>
                </a:lnTo>
              </a:path>
            </a:pathLst>
          </a:custGeom>
          <a:ln w="1915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334145" y="1497966"/>
            <a:ext cx="13409" cy="185943"/>
          </a:xfrm>
          <a:custGeom>
            <a:avLst/>
            <a:gdLst/>
            <a:ahLst/>
            <a:cxnLst/>
            <a:rect l="l" t="t" r="r" b="b"/>
            <a:pathLst>
              <a:path w="13409" h="185943">
                <a:moveTo>
                  <a:pt x="0" y="0"/>
                </a:moveTo>
                <a:lnTo>
                  <a:pt x="0" y="443"/>
                </a:lnTo>
                <a:lnTo>
                  <a:pt x="0" y="1242"/>
                </a:lnTo>
                <a:lnTo>
                  <a:pt x="0" y="1686"/>
                </a:lnTo>
                <a:lnTo>
                  <a:pt x="380" y="2573"/>
                </a:lnTo>
                <a:lnTo>
                  <a:pt x="380" y="3195"/>
                </a:lnTo>
                <a:lnTo>
                  <a:pt x="380" y="3816"/>
                </a:lnTo>
                <a:lnTo>
                  <a:pt x="380" y="4526"/>
                </a:lnTo>
                <a:lnTo>
                  <a:pt x="380" y="5147"/>
                </a:lnTo>
                <a:lnTo>
                  <a:pt x="380" y="5769"/>
                </a:lnTo>
                <a:lnTo>
                  <a:pt x="380" y="6390"/>
                </a:lnTo>
                <a:lnTo>
                  <a:pt x="380" y="7100"/>
                </a:lnTo>
                <a:lnTo>
                  <a:pt x="380" y="7721"/>
                </a:lnTo>
                <a:lnTo>
                  <a:pt x="380" y="8609"/>
                </a:lnTo>
                <a:lnTo>
                  <a:pt x="761" y="9230"/>
                </a:lnTo>
                <a:lnTo>
                  <a:pt x="761" y="9851"/>
                </a:lnTo>
                <a:lnTo>
                  <a:pt x="761" y="10473"/>
                </a:lnTo>
                <a:lnTo>
                  <a:pt x="761" y="11183"/>
                </a:lnTo>
                <a:lnTo>
                  <a:pt x="761" y="11982"/>
                </a:lnTo>
                <a:lnTo>
                  <a:pt x="1142" y="12692"/>
                </a:lnTo>
                <a:lnTo>
                  <a:pt x="1142" y="13313"/>
                </a:lnTo>
                <a:lnTo>
                  <a:pt x="1142" y="13934"/>
                </a:lnTo>
                <a:lnTo>
                  <a:pt x="1142" y="14555"/>
                </a:lnTo>
                <a:lnTo>
                  <a:pt x="1142" y="15443"/>
                </a:lnTo>
                <a:lnTo>
                  <a:pt x="1539" y="16064"/>
                </a:lnTo>
                <a:lnTo>
                  <a:pt x="1539" y="16952"/>
                </a:lnTo>
                <a:lnTo>
                  <a:pt x="1539" y="17573"/>
                </a:lnTo>
                <a:lnTo>
                  <a:pt x="1539" y="18194"/>
                </a:lnTo>
                <a:lnTo>
                  <a:pt x="1920" y="19082"/>
                </a:lnTo>
                <a:lnTo>
                  <a:pt x="1920" y="19703"/>
                </a:lnTo>
                <a:lnTo>
                  <a:pt x="1920" y="20591"/>
                </a:lnTo>
                <a:lnTo>
                  <a:pt x="1920" y="21212"/>
                </a:lnTo>
                <a:lnTo>
                  <a:pt x="1920" y="21833"/>
                </a:lnTo>
                <a:lnTo>
                  <a:pt x="2300" y="22721"/>
                </a:lnTo>
                <a:lnTo>
                  <a:pt x="2300" y="23342"/>
                </a:lnTo>
                <a:lnTo>
                  <a:pt x="2300" y="24052"/>
                </a:lnTo>
                <a:lnTo>
                  <a:pt x="2300" y="24851"/>
                </a:lnTo>
                <a:lnTo>
                  <a:pt x="2300" y="25472"/>
                </a:lnTo>
                <a:lnTo>
                  <a:pt x="2300" y="26360"/>
                </a:lnTo>
                <a:lnTo>
                  <a:pt x="2300" y="27247"/>
                </a:lnTo>
                <a:lnTo>
                  <a:pt x="2300" y="27869"/>
                </a:lnTo>
                <a:lnTo>
                  <a:pt x="2300" y="28756"/>
                </a:lnTo>
                <a:lnTo>
                  <a:pt x="2300" y="29378"/>
                </a:lnTo>
                <a:lnTo>
                  <a:pt x="2681" y="29999"/>
                </a:lnTo>
                <a:lnTo>
                  <a:pt x="2681" y="31064"/>
                </a:lnTo>
                <a:lnTo>
                  <a:pt x="2681" y="31774"/>
                </a:lnTo>
                <a:lnTo>
                  <a:pt x="2681" y="32395"/>
                </a:lnTo>
                <a:lnTo>
                  <a:pt x="3062" y="33460"/>
                </a:lnTo>
                <a:lnTo>
                  <a:pt x="3062" y="34082"/>
                </a:lnTo>
                <a:lnTo>
                  <a:pt x="3062" y="34703"/>
                </a:lnTo>
                <a:lnTo>
                  <a:pt x="3062" y="35768"/>
                </a:lnTo>
                <a:lnTo>
                  <a:pt x="3062" y="36478"/>
                </a:lnTo>
                <a:lnTo>
                  <a:pt x="3443" y="37099"/>
                </a:lnTo>
                <a:lnTo>
                  <a:pt x="3443" y="38164"/>
                </a:lnTo>
                <a:lnTo>
                  <a:pt x="3443" y="38786"/>
                </a:lnTo>
                <a:lnTo>
                  <a:pt x="3443" y="39496"/>
                </a:lnTo>
                <a:lnTo>
                  <a:pt x="3443" y="40561"/>
                </a:lnTo>
                <a:lnTo>
                  <a:pt x="3824" y="41182"/>
                </a:lnTo>
                <a:lnTo>
                  <a:pt x="3824" y="41981"/>
                </a:lnTo>
                <a:lnTo>
                  <a:pt x="3824" y="42868"/>
                </a:lnTo>
                <a:lnTo>
                  <a:pt x="3824" y="43756"/>
                </a:lnTo>
                <a:lnTo>
                  <a:pt x="3824" y="44377"/>
                </a:lnTo>
                <a:lnTo>
                  <a:pt x="4221" y="45265"/>
                </a:lnTo>
                <a:lnTo>
                  <a:pt x="4221" y="46330"/>
                </a:lnTo>
                <a:lnTo>
                  <a:pt x="4221" y="46951"/>
                </a:lnTo>
                <a:lnTo>
                  <a:pt x="4221" y="47839"/>
                </a:lnTo>
                <a:lnTo>
                  <a:pt x="4601" y="48638"/>
                </a:lnTo>
                <a:lnTo>
                  <a:pt x="4601" y="49525"/>
                </a:lnTo>
                <a:lnTo>
                  <a:pt x="4601" y="50413"/>
                </a:lnTo>
                <a:lnTo>
                  <a:pt x="4601" y="51211"/>
                </a:lnTo>
                <a:lnTo>
                  <a:pt x="4601" y="52099"/>
                </a:lnTo>
                <a:lnTo>
                  <a:pt x="4601" y="52987"/>
                </a:lnTo>
                <a:lnTo>
                  <a:pt x="4601" y="53608"/>
                </a:lnTo>
                <a:lnTo>
                  <a:pt x="4601" y="54673"/>
                </a:lnTo>
                <a:lnTo>
                  <a:pt x="4601" y="55561"/>
                </a:lnTo>
                <a:lnTo>
                  <a:pt x="4601" y="56359"/>
                </a:lnTo>
                <a:lnTo>
                  <a:pt x="4982" y="57069"/>
                </a:lnTo>
                <a:lnTo>
                  <a:pt x="4982" y="58134"/>
                </a:lnTo>
                <a:lnTo>
                  <a:pt x="4982" y="58933"/>
                </a:lnTo>
                <a:lnTo>
                  <a:pt x="4982" y="59821"/>
                </a:lnTo>
                <a:lnTo>
                  <a:pt x="4982" y="60708"/>
                </a:lnTo>
                <a:lnTo>
                  <a:pt x="5363" y="61773"/>
                </a:lnTo>
                <a:lnTo>
                  <a:pt x="5363" y="62395"/>
                </a:lnTo>
                <a:lnTo>
                  <a:pt x="5363" y="63282"/>
                </a:lnTo>
                <a:lnTo>
                  <a:pt x="5363" y="64081"/>
                </a:lnTo>
                <a:lnTo>
                  <a:pt x="5744" y="65146"/>
                </a:lnTo>
                <a:lnTo>
                  <a:pt x="5744" y="66034"/>
                </a:lnTo>
                <a:lnTo>
                  <a:pt x="5744" y="66921"/>
                </a:lnTo>
                <a:lnTo>
                  <a:pt x="5744" y="67720"/>
                </a:lnTo>
                <a:lnTo>
                  <a:pt x="5744" y="68785"/>
                </a:lnTo>
                <a:lnTo>
                  <a:pt x="6125" y="69673"/>
                </a:lnTo>
                <a:lnTo>
                  <a:pt x="6125" y="70560"/>
                </a:lnTo>
                <a:lnTo>
                  <a:pt x="6125" y="71359"/>
                </a:lnTo>
                <a:lnTo>
                  <a:pt x="6125" y="72513"/>
                </a:lnTo>
                <a:lnTo>
                  <a:pt x="6125" y="73312"/>
                </a:lnTo>
                <a:lnTo>
                  <a:pt x="6506" y="74199"/>
                </a:lnTo>
                <a:lnTo>
                  <a:pt x="6506" y="75087"/>
                </a:lnTo>
                <a:lnTo>
                  <a:pt x="6506" y="76152"/>
                </a:lnTo>
                <a:lnTo>
                  <a:pt x="6506" y="77217"/>
                </a:lnTo>
                <a:lnTo>
                  <a:pt x="6506" y="78016"/>
                </a:lnTo>
                <a:lnTo>
                  <a:pt x="6506" y="78903"/>
                </a:lnTo>
                <a:lnTo>
                  <a:pt x="6506" y="79791"/>
                </a:lnTo>
                <a:lnTo>
                  <a:pt x="6506" y="80590"/>
                </a:lnTo>
                <a:lnTo>
                  <a:pt x="6506" y="81921"/>
                </a:lnTo>
                <a:lnTo>
                  <a:pt x="6902" y="82808"/>
                </a:lnTo>
                <a:lnTo>
                  <a:pt x="6902" y="83607"/>
                </a:lnTo>
                <a:lnTo>
                  <a:pt x="6902" y="84495"/>
                </a:lnTo>
                <a:lnTo>
                  <a:pt x="6902" y="85560"/>
                </a:lnTo>
                <a:lnTo>
                  <a:pt x="6902" y="86625"/>
                </a:lnTo>
                <a:lnTo>
                  <a:pt x="7283" y="87513"/>
                </a:lnTo>
                <a:lnTo>
                  <a:pt x="7283" y="88578"/>
                </a:lnTo>
                <a:lnTo>
                  <a:pt x="7283" y="89376"/>
                </a:lnTo>
                <a:lnTo>
                  <a:pt x="7283" y="90264"/>
                </a:lnTo>
                <a:lnTo>
                  <a:pt x="7283" y="91329"/>
                </a:lnTo>
                <a:lnTo>
                  <a:pt x="7664" y="92394"/>
                </a:lnTo>
                <a:lnTo>
                  <a:pt x="7664" y="93282"/>
                </a:lnTo>
                <a:lnTo>
                  <a:pt x="7664" y="94347"/>
                </a:lnTo>
                <a:lnTo>
                  <a:pt x="7664" y="95234"/>
                </a:lnTo>
                <a:lnTo>
                  <a:pt x="7664" y="96299"/>
                </a:lnTo>
                <a:lnTo>
                  <a:pt x="8045" y="97364"/>
                </a:lnTo>
                <a:lnTo>
                  <a:pt x="8045" y="98429"/>
                </a:lnTo>
                <a:lnTo>
                  <a:pt x="8045" y="99317"/>
                </a:lnTo>
                <a:lnTo>
                  <a:pt x="8045" y="100382"/>
                </a:lnTo>
                <a:lnTo>
                  <a:pt x="8426" y="101181"/>
                </a:lnTo>
                <a:lnTo>
                  <a:pt x="8426" y="102246"/>
                </a:lnTo>
                <a:lnTo>
                  <a:pt x="8426" y="103134"/>
                </a:lnTo>
                <a:lnTo>
                  <a:pt x="8426" y="104465"/>
                </a:lnTo>
                <a:lnTo>
                  <a:pt x="8426" y="105530"/>
                </a:lnTo>
                <a:lnTo>
                  <a:pt x="8807" y="106329"/>
                </a:lnTo>
                <a:lnTo>
                  <a:pt x="8807" y="107394"/>
                </a:lnTo>
                <a:lnTo>
                  <a:pt x="8807" y="108459"/>
                </a:lnTo>
                <a:lnTo>
                  <a:pt x="8807" y="109346"/>
                </a:lnTo>
                <a:lnTo>
                  <a:pt x="8807" y="110411"/>
                </a:lnTo>
                <a:lnTo>
                  <a:pt x="8807" y="111477"/>
                </a:lnTo>
                <a:lnTo>
                  <a:pt x="8807" y="112542"/>
                </a:lnTo>
                <a:lnTo>
                  <a:pt x="8807" y="113607"/>
                </a:lnTo>
                <a:lnTo>
                  <a:pt x="8807" y="114672"/>
                </a:lnTo>
                <a:lnTo>
                  <a:pt x="8807" y="115826"/>
                </a:lnTo>
                <a:lnTo>
                  <a:pt x="9187" y="116624"/>
                </a:lnTo>
                <a:lnTo>
                  <a:pt x="9187" y="117689"/>
                </a:lnTo>
                <a:lnTo>
                  <a:pt x="9187" y="118755"/>
                </a:lnTo>
                <a:lnTo>
                  <a:pt x="9187" y="119820"/>
                </a:lnTo>
                <a:lnTo>
                  <a:pt x="9584" y="120973"/>
                </a:lnTo>
                <a:lnTo>
                  <a:pt x="9584" y="122038"/>
                </a:lnTo>
                <a:lnTo>
                  <a:pt x="9584" y="123104"/>
                </a:lnTo>
                <a:lnTo>
                  <a:pt x="9584" y="124169"/>
                </a:lnTo>
                <a:lnTo>
                  <a:pt x="9584" y="125234"/>
                </a:lnTo>
                <a:lnTo>
                  <a:pt x="9965" y="126299"/>
                </a:lnTo>
                <a:lnTo>
                  <a:pt x="9965" y="127364"/>
                </a:lnTo>
                <a:lnTo>
                  <a:pt x="9965" y="128429"/>
                </a:lnTo>
                <a:lnTo>
                  <a:pt x="9965" y="129494"/>
                </a:lnTo>
                <a:lnTo>
                  <a:pt x="9965" y="130559"/>
                </a:lnTo>
                <a:lnTo>
                  <a:pt x="10346" y="131624"/>
                </a:lnTo>
                <a:lnTo>
                  <a:pt x="10346" y="132689"/>
                </a:lnTo>
                <a:lnTo>
                  <a:pt x="10346" y="133754"/>
                </a:lnTo>
                <a:lnTo>
                  <a:pt x="10346" y="135086"/>
                </a:lnTo>
                <a:lnTo>
                  <a:pt x="10346" y="136151"/>
                </a:lnTo>
                <a:lnTo>
                  <a:pt x="10727" y="137216"/>
                </a:lnTo>
                <a:lnTo>
                  <a:pt x="10727" y="138281"/>
                </a:lnTo>
                <a:lnTo>
                  <a:pt x="10727" y="139346"/>
                </a:lnTo>
                <a:lnTo>
                  <a:pt x="10727" y="140411"/>
                </a:lnTo>
                <a:lnTo>
                  <a:pt x="10727" y="141476"/>
                </a:lnTo>
                <a:lnTo>
                  <a:pt x="10727" y="142807"/>
                </a:lnTo>
                <a:lnTo>
                  <a:pt x="10727" y="143872"/>
                </a:lnTo>
                <a:lnTo>
                  <a:pt x="10727" y="144937"/>
                </a:lnTo>
                <a:lnTo>
                  <a:pt x="10727" y="146003"/>
                </a:lnTo>
                <a:lnTo>
                  <a:pt x="11108" y="147068"/>
                </a:lnTo>
                <a:lnTo>
                  <a:pt x="11108" y="148399"/>
                </a:lnTo>
                <a:lnTo>
                  <a:pt x="11108" y="149464"/>
                </a:lnTo>
                <a:lnTo>
                  <a:pt x="11108" y="150529"/>
                </a:lnTo>
                <a:lnTo>
                  <a:pt x="11108" y="151594"/>
                </a:lnTo>
                <a:lnTo>
                  <a:pt x="11488" y="152925"/>
                </a:lnTo>
                <a:lnTo>
                  <a:pt x="11488" y="153991"/>
                </a:lnTo>
                <a:lnTo>
                  <a:pt x="11488" y="155056"/>
                </a:lnTo>
                <a:lnTo>
                  <a:pt x="11488" y="156298"/>
                </a:lnTo>
                <a:lnTo>
                  <a:pt x="11488" y="157363"/>
                </a:lnTo>
                <a:lnTo>
                  <a:pt x="11869" y="158695"/>
                </a:lnTo>
                <a:lnTo>
                  <a:pt x="11869" y="159760"/>
                </a:lnTo>
                <a:lnTo>
                  <a:pt x="11869" y="161002"/>
                </a:lnTo>
                <a:lnTo>
                  <a:pt x="11869" y="162067"/>
                </a:lnTo>
                <a:lnTo>
                  <a:pt x="12266" y="163399"/>
                </a:lnTo>
                <a:lnTo>
                  <a:pt x="12266" y="164464"/>
                </a:lnTo>
                <a:lnTo>
                  <a:pt x="12266" y="165706"/>
                </a:lnTo>
                <a:lnTo>
                  <a:pt x="12266" y="166860"/>
                </a:lnTo>
                <a:lnTo>
                  <a:pt x="12266" y="168103"/>
                </a:lnTo>
                <a:lnTo>
                  <a:pt x="12647" y="169168"/>
                </a:lnTo>
                <a:lnTo>
                  <a:pt x="12647" y="170499"/>
                </a:lnTo>
                <a:lnTo>
                  <a:pt x="12647" y="171564"/>
                </a:lnTo>
                <a:lnTo>
                  <a:pt x="12647" y="172807"/>
                </a:lnTo>
                <a:lnTo>
                  <a:pt x="12647" y="173872"/>
                </a:lnTo>
                <a:lnTo>
                  <a:pt x="12647" y="175203"/>
                </a:lnTo>
                <a:lnTo>
                  <a:pt x="12647" y="176446"/>
                </a:lnTo>
                <a:lnTo>
                  <a:pt x="12647" y="177511"/>
                </a:lnTo>
                <a:lnTo>
                  <a:pt x="12647" y="178842"/>
                </a:lnTo>
                <a:lnTo>
                  <a:pt x="12647" y="179907"/>
                </a:lnTo>
                <a:lnTo>
                  <a:pt x="13028" y="181150"/>
                </a:lnTo>
                <a:lnTo>
                  <a:pt x="13028" y="182215"/>
                </a:lnTo>
                <a:lnTo>
                  <a:pt x="13028" y="183546"/>
                </a:lnTo>
                <a:lnTo>
                  <a:pt x="13028" y="184611"/>
                </a:lnTo>
                <a:lnTo>
                  <a:pt x="13409" y="185943"/>
                </a:lnTo>
              </a:path>
            </a:pathLst>
          </a:custGeom>
          <a:ln w="194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1347554" y="1683909"/>
            <a:ext cx="13409" cy="291828"/>
          </a:xfrm>
          <a:custGeom>
            <a:avLst/>
            <a:gdLst/>
            <a:ahLst/>
            <a:cxnLst/>
            <a:rect l="l" t="t" r="r" b="b"/>
            <a:pathLst>
              <a:path w="13409" h="291828">
                <a:moveTo>
                  <a:pt x="0" y="0"/>
                </a:moveTo>
                <a:lnTo>
                  <a:pt x="0" y="1242"/>
                </a:lnTo>
                <a:lnTo>
                  <a:pt x="0" y="2307"/>
                </a:lnTo>
                <a:lnTo>
                  <a:pt x="0" y="3638"/>
                </a:lnTo>
                <a:lnTo>
                  <a:pt x="0" y="4881"/>
                </a:lnTo>
                <a:lnTo>
                  <a:pt x="380" y="6212"/>
                </a:lnTo>
                <a:lnTo>
                  <a:pt x="380" y="7277"/>
                </a:lnTo>
                <a:lnTo>
                  <a:pt x="380" y="8520"/>
                </a:lnTo>
                <a:lnTo>
                  <a:pt x="380" y="9851"/>
                </a:lnTo>
                <a:lnTo>
                  <a:pt x="380" y="11094"/>
                </a:lnTo>
                <a:lnTo>
                  <a:pt x="761" y="12425"/>
                </a:lnTo>
                <a:lnTo>
                  <a:pt x="761" y="13668"/>
                </a:lnTo>
                <a:lnTo>
                  <a:pt x="761" y="14999"/>
                </a:lnTo>
                <a:lnTo>
                  <a:pt x="761" y="16064"/>
                </a:lnTo>
                <a:lnTo>
                  <a:pt x="761" y="17307"/>
                </a:lnTo>
                <a:lnTo>
                  <a:pt x="1158" y="18638"/>
                </a:lnTo>
                <a:lnTo>
                  <a:pt x="1158" y="19881"/>
                </a:lnTo>
                <a:lnTo>
                  <a:pt x="1158" y="21212"/>
                </a:lnTo>
                <a:lnTo>
                  <a:pt x="1158" y="22277"/>
                </a:lnTo>
                <a:lnTo>
                  <a:pt x="1539" y="23520"/>
                </a:lnTo>
                <a:lnTo>
                  <a:pt x="1539" y="24851"/>
                </a:lnTo>
                <a:lnTo>
                  <a:pt x="1539" y="26094"/>
                </a:lnTo>
                <a:lnTo>
                  <a:pt x="1539" y="27425"/>
                </a:lnTo>
                <a:lnTo>
                  <a:pt x="1539" y="28668"/>
                </a:lnTo>
                <a:lnTo>
                  <a:pt x="1539" y="29999"/>
                </a:lnTo>
                <a:lnTo>
                  <a:pt x="1539" y="31241"/>
                </a:lnTo>
                <a:lnTo>
                  <a:pt x="1539" y="32573"/>
                </a:lnTo>
                <a:lnTo>
                  <a:pt x="1539" y="34082"/>
                </a:lnTo>
                <a:lnTo>
                  <a:pt x="1539" y="35324"/>
                </a:lnTo>
                <a:lnTo>
                  <a:pt x="1920" y="36389"/>
                </a:lnTo>
                <a:lnTo>
                  <a:pt x="1920" y="37721"/>
                </a:lnTo>
                <a:lnTo>
                  <a:pt x="1920" y="38963"/>
                </a:lnTo>
                <a:lnTo>
                  <a:pt x="1920" y="40295"/>
                </a:lnTo>
                <a:lnTo>
                  <a:pt x="1920" y="41537"/>
                </a:lnTo>
                <a:lnTo>
                  <a:pt x="2300" y="43046"/>
                </a:lnTo>
                <a:lnTo>
                  <a:pt x="2300" y="44377"/>
                </a:lnTo>
                <a:lnTo>
                  <a:pt x="2300" y="45620"/>
                </a:lnTo>
                <a:lnTo>
                  <a:pt x="2300" y="46951"/>
                </a:lnTo>
                <a:lnTo>
                  <a:pt x="2681" y="48194"/>
                </a:lnTo>
                <a:lnTo>
                  <a:pt x="2681" y="49525"/>
                </a:lnTo>
                <a:lnTo>
                  <a:pt x="2681" y="50768"/>
                </a:lnTo>
                <a:lnTo>
                  <a:pt x="2681" y="52277"/>
                </a:lnTo>
                <a:lnTo>
                  <a:pt x="2681" y="53608"/>
                </a:lnTo>
                <a:lnTo>
                  <a:pt x="3062" y="54850"/>
                </a:lnTo>
                <a:lnTo>
                  <a:pt x="3062" y="56359"/>
                </a:lnTo>
                <a:lnTo>
                  <a:pt x="3062" y="57602"/>
                </a:lnTo>
                <a:lnTo>
                  <a:pt x="3062" y="58933"/>
                </a:lnTo>
                <a:lnTo>
                  <a:pt x="3062" y="60176"/>
                </a:lnTo>
                <a:lnTo>
                  <a:pt x="3443" y="61507"/>
                </a:lnTo>
                <a:lnTo>
                  <a:pt x="3443" y="62750"/>
                </a:lnTo>
                <a:lnTo>
                  <a:pt x="3443" y="64259"/>
                </a:lnTo>
                <a:lnTo>
                  <a:pt x="3443" y="65590"/>
                </a:lnTo>
                <a:lnTo>
                  <a:pt x="3443" y="67099"/>
                </a:lnTo>
                <a:lnTo>
                  <a:pt x="3443" y="68341"/>
                </a:lnTo>
                <a:lnTo>
                  <a:pt x="3443" y="69673"/>
                </a:lnTo>
                <a:lnTo>
                  <a:pt x="3443" y="70915"/>
                </a:lnTo>
                <a:lnTo>
                  <a:pt x="3443" y="72424"/>
                </a:lnTo>
                <a:lnTo>
                  <a:pt x="3840" y="73755"/>
                </a:lnTo>
                <a:lnTo>
                  <a:pt x="3840" y="75264"/>
                </a:lnTo>
                <a:lnTo>
                  <a:pt x="3840" y="76507"/>
                </a:lnTo>
                <a:lnTo>
                  <a:pt x="3840" y="77838"/>
                </a:lnTo>
                <a:lnTo>
                  <a:pt x="3840" y="79258"/>
                </a:lnTo>
                <a:lnTo>
                  <a:pt x="4221" y="80590"/>
                </a:lnTo>
                <a:lnTo>
                  <a:pt x="4221" y="82098"/>
                </a:lnTo>
                <a:lnTo>
                  <a:pt x="4221" y="83341"/>
                </a:lnTo>
                <a:lnTo>
                  <a:pt x="4221" y="84850"/>
                </a:lnTo>
                <a:lnTo>
                  <a:pt x="4221" y="86181"/>
                </a:lnTo>
                <a:lnTo>
                  <a:pt x="4601" y="87424"/>
                </a:lnTo>
                <a:lnTo>
                  <a:pt x="4601" y="88933"/>
                </a:lnTo>
                <a:lnTo>
                  <a:pt x="4601" y="90441"/>
                </a:lnTo>
                <a:lnTo>
                  <a:pt x="4601" y="91773"/>
                </a:lnTo>
                <a:lnTo>
                  <a:pt x="4601" y="93193"/>
                </a:lnTo>
                <a:lnTo>
                  <a:pt x="4982" y="94524"/>
                </a:lnTo>
                <a:lnTo>
                  <a:pt x="4982" y="96033"/>
                </a:lnTo>
                <a:lnTo>
                  <a:pt x="4982" y="97276"/>
                </a:lnTo>
                <a:lnTo>
                  <a:pt x="4982" y="98785"/>
                </a:lnTo>
                <a:lnTo>
                  <a:pt x="5363" y="100293"/>
                </a:lnTo>
                <a:lnTo>
                  <a:pt x="5363" y="101625"/>
                </a:lnTo>
                <a:lnTo>
                  <a:pt x="5363" y="103134"/>
                </a:lnTo>
                <a:lnTo>
                  <a:pt x="5363" y="104376"/>
                </a:lnTo>
                <a:lnTo>
                  <a:pt x="5363" y="105885"/>
                </a:lnTo>
                <a:lnTo>
                  <a:pt x="5744" y="107394"/>
                </a:lnTo>
                <a:lnTo>
                  <a:pt x="5744" y="108636"/>
                </a:lnTo>
                <a:lnTo>
                  <a:pt x="5744" y="110145"/>
                </a:lnTo>
                <a:lnTo>
                  <a:pt x="5744" y="111654"/>
                </a:lnTo>
                <a:lnTo>
                  <a:pt x="5744" y="113163"/>
                </a:lnTo>
                <a:lnTo>
                  <a:pt x="5744" y="114494"/>
                </a:lnTo>
                <a:lnTo>
                  <a:pt x="5744" y="116003"/>
                </a:lnTo>
                <a:lnTo>
                  <a:pt x="5744" y="117246"/>
                </a:lnTo>
                <a:lnTo>
                  <a:pt x="5744" y="118755"/>
                </a:lnTo>
                <a:lnTo>
                  <a:pt x="5744" y="120263"/>
                </a:lnTo>
                <a:lnTo>
                  <a:pt x="6125" y="121506"/>
                </a:lnTo>
                <a:lnTo>
                  <a:pt x="6125" y="123015"/>
                </a:lnTo>
                <a:lnTo>
                  <a:pt x="6125" y="124524"/>
                </a:lnTo>
                <a:lnTo>
                  <a:pt x="6125" y="126032"/>
                </a:lnTo>
                <a:lnTo>
                  <a:pt x="6522" y="127541"/>
                </a:lnTo>
                <a:lnTo>
                  <a:pt x="6522" y="129050"/>
                </a:lnTo>
                <a:lnTo>
                  <a:pt x="6522" y="130559"/>
                </a:lnTo>
                <a:lnTo>
                  <a:pt x="6522" y="132068"/>
                </a:lnTo>
                <a:lnTo>
                  <a:pt x="6522" y="133310"/>
                </a:lnTo>
                <a:lnTo>
                  <a:pt x="6902" y="134819"/>
                </a:lnTo>
                <a:lnTo>
                  <a:pt x="6902" y="136328"/>
                </a:lnTo>
                <a:lnTo>
                  <a:pt x="6902" y="137837"/>
                </a:lnTo>
                <a:lnTo>
                  <a:pt x="6902" y="139080"/>
                </a:lnTo>
                <a:lnTo>
                  <a:pt x="6902" y="140855"/>
                </a:lnTo>
                <a:lnTo>
                  <a:pt x="7283" y="142364"/>
                </a:lnTo>
                <a:lnTo>
                  <a:pt x="7283" y="143872"/>
                </a:lnTo>
                <a:lnTo>
                  <a:pt x="7283" y="145115"/>
                </a:lnTo>
                <a:lnTo>
                  <a:pt x="7283" y="146624"/>
                </a:lnTo>
                <a:lnTo>
                  <a:pt x="7283" y="148310"/>
                </a:lnTo>
                <a:lnTo>
                  <a:pt x="7664" y="149819"/>
                </a:lnTo>
                <a:lnTo>
                  <a:pt x="7664" y="151150"/>
                </a:lnTo>
                <a:lnTo>
                  <a:pt x="7664" y="152659"/>
                </a:lnTo>
                <a:lnTo>
                  <a:pt x="7664" y="154346"/>
                </a:lnTo>
                <a:lnTo>
                  <a:pt x="7664" y="155588"/>
                </a:lnTo>
                <a:lnTo>
                  <a:pt x="7664" y="157097"/>
                </a:lnTo>
                <a:lnTo>
                  <a:pt x="7664" y="158606"/>
                </a:lnTo>
                <a:lnTo>
                  <a:pt x="7664" y="160381"/>
                </a:lnTo>
                <a:lnTo>
                  <a:pt x="7664" y="161623"/>
                </a:lnTo>
                <a:lnTo>
                  <a:pt x="8045" y="163310"/>
                </a:lnTo>
                <a:lnTo>
                  <a:pt x="8045" y="164819"/>
                </a:lnTo>
                <a:lnTo>
                  <a:pt x="8045" y="166328"/>
                </a:lnTo>
                <a:lnTo>
                  <a:pt x="8045" y="167836"/>
                </a:lnTo>
                <a:lnTo>
                  <a:pt x="8045" y="169345"/>
                </a:lnTo>
                <a:lnTo>
                  <a:pt x="8426" y="170854"/>
                </a:lnTo>
                <a:lnTo>
                  <a:pt x="8426" y="172363"/>
                </a:lnTo>
                <a:lnTo>
                  <a:pt x="8426" y="173872"/>
                </a:lnTo>
                <a:lnTo>
                  <a:pt x="8426" y="175558"/>
                </a:lnTo>
                <a:lnTo>
                  <a:pt x="8426" y="177067"/>
                </a:lnTo>
                <a:lnTo>
                  <a:pt x="8807" y="178576"/>
                </a:lnTo>
                <a:lnTo>
                  <a:pt x="8807" y="180085"/>
                </a:lnTo>
                <a:lnTo>
                  <a:pt x="8807" y="181771"/>
                </a:lnTo>
                <a:lnTo>
                  <a:pt x="8807" y="183102"/>
                </a:lnTo>
                <a:lnTo>
                  <a:pt x="9203" y="184789"/>
                </a:lnTo>
                <a:lnTo>
                  <a:pt x="9203" y="186298"/>
                </a:lnTo>
                <a:lnTo>
                  <a:pt x="9203" y="187806"/>
                </a:lnTo>
                <a:lnTo>
                  <a:pt x="9203" y="189315"/>
                </a:lnTo>
                <a:lnTo>
                  <a:pt x="9203" y="191002"/>
                </a:lnTo>
                <a:lnTo>
                  <a:pt x="9584" y="192510"/>
                </a:lnTo>
                <a:lnTo>
                  <a:pt x="9584" y="194019"/>
                </a:lnTo>
                <a:lnTo>
                  <a:pt x="9584" y="195706"/>
                </a:lnTo>
                <a:lnTo>
                  <a:pt x="9584" y="197215"/>
                </a:lnTo>
                <a:lnTo>
                  <a:pt x="9584" y="198723"/>
                </a:lnTo>
                <a:lnTo>
                  <a:pt x="9965" y="200410"/>
                </a:lnTo>
                <a:lnTo>
                  <a:pt x="9965" y="201919"/>
                </a:lnTo>
                <a:lnTo>
                  <a:pt x="9965" y="203427"/>
                </a:lnTo>
                <a:lnTo>
                  <a:pt x="9965" y="205203"/>
                </a:lnTo>
                <a:lnTo>
                  <a:pt x="9965" y="206623"/>
                </a:lnTo>
                <a:lnTo>
                  <a:pt x="9965" y="208131"/>
                </a:lnTo>
                <a:lnTo>
                  <a:pt x="9965" y="209907"/>
                </a:lnTo>
                <a:lnTo>
                  <a:pt x="9965" y="211415"/>
                </a:lnTo>
                <a:lnTo>
                  <a:pt x="9965" y="213102"/>
                </a:lnTo>
                <a:lnTo>
                  <a:pt x="10346" y="214611"/>
                </a:lnTo>
                <a:lnTo>
                  <a:pt x="10346" y="216119"/>
                </a:lnTo>
                <a:lnTo>
                  <a:pt x="10346" y="217806"/>
                </a:lnTo>
                <a:lnTo>
                  <a:pt x="10346" y="219492"/>
                </a:lnTo>
                <a:lnTo>
                  <a:pt x="10346" y="220823"/>
                </a:lnTo>
                <a:lnTo>
                  <a:pt x="10727" y="222510"/>
                </a:lnTo>
                <a:lnTo>
                  <a:pt x="10727" y="224285"/>
                </a:lnTo>
                <a:lnTo>
                  <a:pt x="10727" y="225705"/>
                </a:lnTo>
                <a:lnTo>
                  <a:pt x="10727" y="227480"/>
                </a:lnTo>
                <a:lnTo>
                  <a:pt x="10727" y="228989"/>
                </a:lnTo>
                <a:lnTo>
                  <a:pt x="11108" y="230675"/>
                </a:lnTo>
                <a:lnTo>
                  <a:pt x="11108" y="232362"/>
                </a:lnTo>
                <a:lnTo>
                  <a:pt x="11108" y="233693"/>
                </a:lnTo>
                <a:lnTo>
                  <a:pt x="11108" y="235379"/>
                </a:lnTo>
                <a:lnTo>
                  <a:pt x="11108" y="237155"/>
                </a:lnTo>
                <a:lnTo>
                  <a:pt x="11488" y="238575"/>
                </a:lnTo>
                <a:lnTo>
                  <a:pt x="11488" y="240350"/>
                </a:lnTo>
                <a:lnTo>
                  <a:pt x="11488" y="241859"/>
                </a:lnTo>
                <a:lnTo>
                  <a:pt x="11488" y="243545"/>
                </a:lnTo>
                <a:lnTo>
                  <a:pt x="11885" y="245231"/>
                </a:lnTo>
                <a:lnTo>
                  <a:pt x="11885" y="246740"/>
                </a:lnTo>
                <a:lnTo>
                  <a:pt x="11885" y="248515"/>
                </a:lnTo>
                <a:lnTo>
                  <a:pt x="11885" y="250202"/>
                </a:lnTo>
                <a:lnTo>
                  <a:pt x="11885" y="251710"/>
                </a:lnTo>
                <a:lnTo>
                  <a:pt x="11885" y="253397"/>
                </a:lnTo>
                <a:lnTo>
                  <a:pt x="11885" y="254906"/>
                </a:lnTo>
                <a:lnTo>
                  <a:pt x="11885" y="256592"/>
                </a:lnTo>
                <a:lnTo>
                  <a:pt x="11885" y="258545"/>
                </a:lnTo>
                <a:lnTo>
                  <a:pt x="11885" y="260053"/>
                </a:lnTo>
                <a:lnTo>
                  <a:pt x="12266" y="261740"/>
                </a:lnTo>
                <a:lnTo>
                  <a:pt x="12266" y="263249"/>
                </a:lnTo>
                <a:lnTo>
                  <a:pt x="12266" y="265024"/>
                </a:lnTo>
                <a:lnTo>
                  <a:pt x="12266" y="266710"/>
                </a:lnTo>
                <a:lnTo>
                  <a:pt x="12266" y="268219"/>
                </a:lnTo>
                <a:lnTo>
                  <a:pt x="12647" y="269905"/>
                </a:lnTo>
                <a:lnTo>
                  <a:pt x="12647" y="271592"/>
                </a:lnTo>
                <a:lnTo>
                  <a:pt x="12647" y="273367"/>
                </a:lnTo>
                <a:lnTo>
                  <a:pt x="12647" y="275053"/>
                </a:lnTo>
                <a:lnTo>
                  <a:pt x="13028" y="276562"/>
                </a:lnTo>
                <a:lnTo>
                  <a:pt x="13028" y="278248"/>
                </a:lnTo>
                <a:lnTo>
                  <a:pt x="13028" y="280024"/>
                </a:lnTo>
                <a:lnTo>
                  <a:pt x="13028" y="281710"/>
                </a:lnTo>
                <a:lnTo>
                  <a:pt x="13028" y="283219"/>
                </a:lnTo>
                <a:lnTo>
                  <a:pt x="13409" y="284905"/>
                </a:lnTo>
                <a:lnTo>
                  <a:pt x="13409" y="286858"/>
                </a:lnTo>
                <a:lnTo>
                  <a:pt x="13409" y="288367"/>
                </a:lnTo>
                <a:lnTo>
                  <a:pt x="13409" y="290053"/>
                </a:lnTo>
                <a:lnTo>
                  <a:pt x="13409" y="291828"/>
                </a:lnTo>
              </a:path>
            </a:pathLst>
          </a:custGeom>
          <a:ln w="195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360963" y="1975737"/>
            <a:ext cx="13409" cy="371353"/>
          </a:xfrm>
          <a:custGeom>
            <a:avLst/>
            <a:gdLst/>
            <a:ahLst/>
            <a:cxnLst/>
            <a:rect l="l" t="t" r="r" b="b"/>
            <a:pathLst>
              <a:path w="13409" h="371353">
                <a:moveTo>
                  <a:pt x="0" y="0"/>
                </a:moveTo>
                <a:lnTo>
                  <a:pt x="380" y="1686"/>
                </a:lnTo>
                <a:lnTo>
                  <a:pt x="380" y="3195"/>
                </a:lnTo>
                <a:lnTo>
                  <a:pt x="380" y="5147"/>
                </a:lnTo>
                <a:lnTo>
                  <a:pt x="380" y="6834"/>
                </a:lnTo>
                <a:lnTo>
                  <a:pt x="380" y="8343"/>
                </a:lnTo>
                <a:lnTo>
                  <a:pt x="777" y="10295"/>
                </a:lnTo>
                <a:lnTo>
                  <a:pt x="777" y="11715"/>
                </a:lnTo>
                <a:lnTo>
                  <a:pt x="777" y="13668"/>
                </a:lnTo>
                <a:lnTo>
                  <a:pt x="777" y="15177"/>
                </a:lnTo>
                <a:lnTo>
                  <a:pt x="777" y="16863"/>
                </a:lnTo>
                <a:lnTo>
                  <a:pt x="777" y="18638"/>
                </a:lnTo>
                <a:lnTo>
                  <a:pt x="777" y="20325"/>
                </a:lnTo>
                <a:lnTo>
                  <a:pt x="777" y="22011"/>
                </a:lnTo>
                <a:lnTo>
                  <a:pt x="777" y="23786"/>
                </a:lnTo>
                <a:lnTo>
                  <a:pt x="1158" y="25650"/>
                </a:lnTo>
                <a:lnTo>
                  <a:pt x="1158" y="27159"/>
                </a:lnTo>
                <a:lnTo>
                  <a:pt x="1158" y="29111"/>
                </a:lnTo>
                <a:lnTo>
                  <a:pt x="1158" y="30620"/>
                </a:lnTo>
                <a:lnTo>
                  <a:pt x="1158" y="32573"/>
                </a:lnTo>
                <a:lnTo>
                  <a:pt x="1539" y="34082"/>
                </a:lnTo>
                <a:lnTo>
                  <a:pt x="1539" y="35946"/>
                </a:lnTo>
                <a:lnTo>
                  <a:pt x="1539" y="37454"/>
                </a:lnTo>
                <a:lnTo>
                  <a:pt x="1539" y="39407"/>
                </a:lnTo>
                <a:lnTo>
                  <a:pt x="1539" y="41093"/>
                </a:lnTo>
                <a:lnTo>
                  <a:pt x="1920" y="42868"/>
                </a:lnTo>
                <a:lnTo>
                  <a:pt x="1920" y="44555"/>
                </a:lnTo>
                <a:lnTo>
                  <a:pt x="1920" y="46241"/>
                </a:lnTo>
                <a:lnTo>
                  <a:pt x="1920" y="48194"/>
                </a:lnTo>
                <a:lnTo>
                  <a:pt x="2300" y="49880"/>
                </a:lnTo>
                <a:lnTo>
                  <a:pt x="2300" y="51655"/>
                </a:lnTo>
                <a:lnTo>
                  <a:pt x="2300" y="53342"/>
                </a:lnTo>
                <a:lnTo>
                  <a:pt x="2300" y="55294"/>
                </a:lnTo>
                <a:lnTo>
                  <a:pt x="2300" y="56803"/>
                </a:lnTo>
                <a:lnTo>
                  <a:pt x="2681" y="58756"/>
                </a:lnTo>
                <a:lnTo>
                  <a:pt x="2681" y="60442"/>
                </a:lnTo>
                <a:lnTo>
                  <a:pt x="2681" y="62128"/>
                </a:lnTo>
                <a:lnTo>
                  <a:pt x="2681" y="63904"/>
                </a:lnTo>
                <a:lnTo>
                  <a:pt x="2681" y="65767"/>
                </a:lnTo>
                <a:lnTo>
                  <a:pt x="2681" y="67276"/>
                </a:lnTo>
                <a:lnTo>
                  <a:pt x="2681" y="69229"/>
                </a:lnTo>
                <a:lnTo>
                  <a:pt x="2681" y="70915"/>
                </a:lnTo>
                <a:lnTo>
                  <a:pt x="2681" y="72868"/>
                </a:lnTo>
                <a:lnTo>
                  <a:pt x="2681" y="74377"/>
                </a:lnTo>
                <a:lnTo>
                  <a:pt x="3062" y="76329"/>
                </a:lnTo>
                <a:lnTo>
                  <a:pt x="3062" y="78016"/>
                </a:lnTo>
                <a:lnTo>
                  <a:pt x="3062" y="79968"/>
                </a:lnTo>
                <a:lnTo>
                  <a:pt x="3062" y="81655"/>
                </a:lnTo>
                <a:lnTo>
                  <a:pt x="3062" y="83341"/>
                </a:lnTo>
                <a:lnTo>
                  <a:pt x="3459" y="85116"/>
                </a:lnTo>
                <a:lnTo>
                  <a:pt x="3459" y="86980"/>
                </a:lnTo>
                <a:lnTo>
                  <a:pt x="3459" y="88755"/>
                </a:lnTo>
                <a:lnTo>
                  <a:pt x="3459" y="90708"/>
                </a:lnTo>
                <a:lnTo>
                  <a:pt x="3840" y="92394"/>
                </a:lnTo>
                <a:lnTo>
                  <a:pt x="3840" y="94080"/>
                </a:lnTo>
                <a:lnTo>
                  <a:pt x="3840" y="96033"/>
                </a:lnTo>
                <a:lnTo>
                  <a:pt x="3840" y="97719"/>
                </a:lnTo>
                <a:lnTo>
                  <a:pt x="3840" y="99495"/>
                </a:lnTo>
                <a:lnTo>
                  <a:pt x="4221" y="101181"/>
                </a:lnTo>
                <a:lnTo>
                  <a:pt x="4221" y="103134"/>
                </a:lnTo>
                <a:lnTo>
                  <a:pt x="4221" y="104820"/>
                </a:lnTo>
                <a:lnTo>
                  <a:pt x="4221" y="106773"/>
                </a:lnTo>
                <a:lnTo>
                  <a:pt x="4221" y="108459"/>
                </a:lnTo>
                <a:lnTo>
                  <a:pt x="4601" y="110411"/>
                </a:lnTo>
                <a:lnTo>
                  <a:pt x="4601" y="112098"/>
                </a:lnTo>
                <a:lnTo>
                  <a:pt x="4601" y="114050"/>
                </a:lnTo>
                <a:lnTo>
                  <a:pt x="4601" y="115737"/>
                </a:lnTo>
                <a:lnTo>
                  <a:pt x="4601" y="117689"/>
                </a:lnTo>
                <a:lnTo>
                  <a:pt x="4982" y="119376"/>
                </a:lnTo>
                <a:lnTo>
                  <a:pt x="4982" y="121328"/>
                </a:lnTo>
                <a:lnTo>
                  <a:pt x="4982" y="123015"/>
                </a:lnTo>
                <a:lnTo>
                  <a:pt x="4982" y="124967"/>
                </a:lnTo>
                <a:lnTo>
                  <a:pt x="4982" y="126654"/>
                </a:lnTo>
                <a:lnTo>
                  <a:pt x="4982" y="128429"/>
                </a:lnTo>
                <a:lnTo>
                  <a:pt x="4982" y="130293"/>
                </a:lnTo>
                <a:lnTo>
                  <a:pt x="4982" y="132245"/>
                </a:lnTo>
                <a:lnTo>
                  <a:pt x="4982" y="134198"/>
                </a:lnTo>
                <a:lnTo>
                  <a:pt x="5363" y="135884"/>
                </a:lnTo>
                <a:lnTo>
                  <a:pt x="5363" y="137837"/>
                </a:lnTo>
                <a:lnTo>
                  <a:pt x="5363" y="139523"/>
                </a:lnTo>
                <a:lnTo>
                  <a:pt x="5363" y="141476"/>
                </a:lnTo>
                <a:lnTo>
                  <a:pt x="5363" y="143162"/>
                </a:lnTo>
                <a:lnTo>
                  <a:pt x="5744" y="144937"/>
                </a:lnTo>
                <a:lnTo>
                  <a:pt x="5744" y="147068"/>
                </a:lnTo>
                <a:lnTo>
                  <a:pt x="5744" y="148754"/>
                </a:lnTo>
                <a:lnTo>
                  <a:pt x="5744" y="150707"/>
                </a:lnTo>
                <a:lnTo>
                  <a:pt x="5744" y="152393"/>
                </a:lnTo>
                <a:lnTo>
                  <a:pt x="6141" y="154346"/>
                </a:lnTo>
                <a:lnTo>
                  <a:pt x="6141" y="156298"/>
                </a:lnTo>
                <a:lnTo>
                  <a:pt x="6141" y="157985"/>
                </a:lnTo>
                <a:lnTo>
                  <a:pt x="6141" y="159937"/>
                </a:lnTo>
                <a:lnTo>
                  <a:pt x="6522" y="161623"/>
                </a:lnTo>
                <a:lnTo>
                  <a:pt x="6522" y="163576"/>
                </a:lnTo>
                <a:lnTo>
                  <a:pt x="6522" y="165529"/>
                </a:lnTo>
                <a:lnTo>
                  <a:pt x="6522" y="167393"/>
                </a:lnTo>
                <a:lnTo>
                  <a:pt x="6522" y="169168"/>
                </a:lnTo>
                <a:lnTo>
                  <a:pt x="6902" y="171032"/>
                </a:lnTo>
                <a:lnTo>
                  <a:pt x="6902" y="172984"/>
                </a:lnTo>
                <a:lnTo>
                  <a:pt x="6902" y="174759"/>
                </a:lnTo>
                <a:lnTo>
                  <a:pt x="6902" y="176623"/>
                </a:lnTo>
                <a:lnTo>
                  <a:pt x="6902" y="178576"/>
                </a:lnTo>
                <a:lnTo>
                  <a:pt x="6902" y="180262"/>
                </a:lnTo>
                <a:lnTo>
                  <a:pt x="6902" y="182215"/>
                </a:lnTo>
                <a:lnTo>
                  <a:pt x="6902" y="184167"/>
                </a:lnTo>
                <a:lnTo>
                  <a:pt x="6902" y="186120"/>
                </a:lnTo>
                <a:lnTo>
                  <a:pt x="6902" y="187806"/>
                </a:lnTo>
                <a:lnTo>
                  <a:pt x="7283" y="189759"/>
                </a:lnTo>
                <a:lnTo>
                  <a:pt x="7283" y="191623"/>
                </a:lnTo>
                <a:lnTo>
                  <a:pt x="7283" y="193576"/>
                </a:lnTo>
                <a:lnTo>
                  <a:pt x="7283" y="195528"/>
                </a:lnTo>
                <a:lnTo>
                  <a:pt x="7664" y="197215"/>
                </a:lnTo>
                <a:lnTo>
                  <a:pt x="7664" y="199167"/>
                </a:lnTo>
                <a:lnTo>
                  <a:pt x="7664" y="201120"/>
                </a:lnTo>
                <a:lnTo>
                  <a:pt x="7664" y="202984"/>
                </a:lnTo>
                <a:lnTo>
                  <a:pt x="7664" y="204936"/>
                </a:lnTo>
                <a:lnTo>
                  <a:pt x="8045" y="206889"/>
                </a:lnTo>
                <a:lnTo>
                  <a:pt x="8045" y="208841"/>
                </a:lnTo>
                <a:lnTo>
                  <a:pt x="8045" y="210705"/>
                </a:lnTo>
                <a:lnTo>
                  <a:pt x="8045" y="212480"/>
                </a:lnTo>
                <a:lnTo>
                  <a:pt x="8045" y="214344"/>
                </a:lnTo>
                <a:lnTo>
                  <a:pt x="8426" y="216297"/>
                </a:lnTo>
                <a:lnTo>
                  <a:pt x="8426" y="218250"/>
                </a:lnTo>
                <a:lnTo>
                  <a:pt x="8426" y="220202"/>
                </a:lnTo>
                <a:lnTo>
                  <a:pt x="8426" y="222066"/>
                </a:lnTo>
                <a:lnTo>
                  <a:pt x="8426" y="224019"/>
                </a:lnTo>
                <a:lnTo>
                  <a:pt x="8822" y="225971"/>
                </a:lnTo>
                <a:lnTo>
                  <a:pt x="8822" y="227658"/>
                </a:lnTo>
                <a:lnTo>
                  <a:pt x="8822" y="229788"/>
                </a:lnTo>
                <a:lnTo>
                  <a:pt x="8822" y="231563"/>
                </a:lnTo>
                <a:lnTo>
                  <a:pt x="8822" y="233427"/>
                </a:lnTo>
                <a:lnTo>
                  <a:pt x="8822" y="235379"/>
                </a:lnTo>
                <a:lnTo>
                  <a:pt x="8822" y="237332"/>
                </a:lnTo>
                <a:lnTo>
                  <a:pt x="8822" y="239462"/>
                </a:lnTo>
                <a:lnTo>
                  <a:pt x="8822" y="241149"/>
                </a:lnTo>
                <a:lnTo>
                  <a:pt x="9203" y="243101"/>
                </a:lnTo>
                <a:lnTo>
                  <a:pt x="9203" y="245054"/>
                </a:lnTo>
                <a:lnTo>
                  <a:pt x="9203" y="247006"/>
                </a:lnTo>
                <a:lnTo>
                  <a:pt x="9203" y="248870"/>
                </a:lnTo>
                <a:lnTo>
                  <a:pt x="9203" y="250823"/>
                </a:lnTo>
                <a:lnTo>
                  <a:pt x="9584" y="252776"/>
                </a:lnTo>
                <a:lnTo>
                  <a:pt x="9584" y="254728"/>
                </a:lnTo>
                <a:lnTo>
                  <a:pt x="9584" y="256592"/>
                </a:lnTo>
                <a:lnTo>
                  <a:pt x="9584" y="258545"/>
                </a:lnTo>
                <a:lnTo>
                  <a:pt x="9584" y="260675"/>
                </a:lnTo>
                <a:lnTo>
                  <a:pt x="9965" y="262450"/>
                </a:lnTo>
                <a:lnTo>
                  <a:pt x="9965" y="264314"/>
                </a:lnTo>
                <a:lnTo>
                  <a:pt x="9965" y="266533"/>
                </a:lnTo>
                <a:lnTo>
                  <a:pt x="9965" y="268219"/>
                </a:lnTo>
                <a:lnTo>
                  <a:pt x="10346" y="270172"/>
                </a:lnTo>
                <a:lnTo>
                  <a:pt x="10346" y="272302"/>
                </a:lnTo>
                <a:lnTo>
                  <a:pt x="10346" y="274254"/>
                </a:lnTo>
                <a:lnTo>
                  <a:pt x="10346" y="275941"/>
                </a:lnTo>
                <a:lnTo>
                  <a:pt x="10346" y="278071"/>
                </a:lnTo>
                <a:lnTo>
                  <a:pt x="10727" y="280024"/>
                </a:lnTo>
                <a:lnTo>
                  <a:pt x="10727" y="281887"/>
                </a:lnTo>
                <a:lnTo>
                  <a:pt x="10727" y="283840"/>
                </a:lnTo>
                <a:lnTo>
                  <a:pt x="10727" y="285793"/>
                </a:lnTo>
                <a:lnTo>
                  <a:pt x="10727" y="287745"/>
                </a:lnTo>
                <a:lnTo>
                  <a:pt x="11108" y="289875"/>
                </a:lnTo>
                <a:lnTo>
                  <a:pt x="11108" y="291828"/>
                </a:lnTo>
                <a:lnTo>
                  <a:pt x="11108" y="293692"/>
                </a:lnTo>
                <a:lnTo>
                  <a:pt x="11108" y="295644"/>
                </a:lnTo>
                <a:lnTo>
                  <a:pt x="11108" y="297597"/>
                </a:lnTo>
                <a:lnTo>
                  <a:pt x="11108" y="299727"/>
                </a:lnTo>
                <a:lnTo>
                  <a:pt x="11108" y="301680"/>
                </a:lnTo>
                <a:lnTo>
                  <a:pt x="11108" y="303544"/>
                </a:lnTo>
                <a:lnTo>
                  <a:pt x="11108" y="305496"/>
                </a:lnTo>
                <a:lnTo>
                  <a:pt x="11504" y="307449"/>
                </a:lnTo>
                <a:lnTo>
                  <a:pt x="11504" y="309402"/>
                </a:lnTo>
                <a:lnTo>
                  <a:pt x="11504" y="311532"/>
                </a:lnTo>
                <a:lnTo>
                  <a:pt x="11504" y="313484"/>
                </a:lnTo>
                <a:lnTo>
                  <a:pt x="11504" y="315348"/>
                </a:lnTo>
                <a:lnTo>
                  <a:pt x="11885" y="317301"/>
                </a:lnTo>
                <a:lnTo>
                  <a:pt x="11885" y="319431"/>
                </a:lnTo>
                <a:lnTo>
                  <a:pt x="11885" y="321206"/>
                </a:lnTo>
                <a:lnTo>
                  <a:pt x="11885" y="323336"/>
                </a:lnTo>
                <a:lnTo>
                  <a:pt x="11885" y="325200"/>
                </a:lnTo>
                <a:lnTo>
                  <a:pt x="12266" y="327153"/>
                </a:lnTo>
                <a:lnTo>
                  <a:pt x="12266" y="329105"/>
                </a:lnTo>
                <a:lnTo>
                  <a:pt x="12266" y="331235"/>
                </a:lnTo>
                <a:lnTo>
                  <a:pt x="12266" y="333188"/>
                </a:lnTo>
                <a:lnTo>
                  <a:pt x="12266" y="335141"/>
                </a:lnTo>
                <a:lnTo>
                  <a:pt x="12647" y="337271"/>
                </a:lnTo>
                <a:lnTo>
                  <a:pt x="12647" y="339224"/>
                </a:lnTo>
                <a:lnTo>
                  <a:pt x="12647" y="341087"/>
                </a:lnTo>
                <a:lnTo>
                  <a:pt x="12647" y="343218"/>
                </a:lnTo>
                <a:lnTo>
                  <a:pt x="13028" y="345170"/>
                </a:lnTo>
                <a:lnTo>
                  <a:pt x="13028" y="347123"/>
                </a:lnTo>
                <a:lnTo>
                  <a:pt x="13028" y="349253"/>
                </a:lnTo>
                <a:lnTo>
                  <a:pt x="13028" y="351206"/>
                </a:lnTo>
                <a:lnTo>
                  <a:pt x="13028" y="353158"/>
                </a:lnTo>
                <a:lnTo>
                  <a:pt x="13028" y="355022"/>
                </a:lnTo>
                <a:lnTo>
                  <a:pt x="13028" y="357152"/>
                </a:lnTo>
                <a:lnTo>
                  <a:pt x="13028" y="359105"/>
                </a:lnTo>
                <a:lnTo>
                  <a:pt x="13028" y="361057"/>
                </a:lnTo>
                <a:lnTo>
                  <a:pt x="13028" y="363188"/>
                </a:lnTo>
                <a:lnTo>
                  <a:pt x="13409" y="365140"/>
                </a:lnTo>
                <a:lnTo>
                  <a:pt x="13409" y="367093"/>
                </a:lnTo>
                <a:lnTo>
                  <a:pt x="13409" y="369223"/>
                </a:lnTo>
                <a:lnTo>
                  <a:pt x="13409" y="371353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374372" y="2347091"/>
            <a:ext cx="13805" cy="417062"/>
          </a:xfrm>
          <a:custGeom>
            <a:avLst/>
            <a:gdLst/>
            <a:ahLst/>
            <a:cxnLst/>
            <a:rect l="l" t="t" r="r" b="b"/>
            <a:pathLst>
              <a:path w="13805" h="417062">
                <a:moveTo>
                  <a:pt x="0" y="0"/>
                </a:moveTo>
                <a:lnTo>
                  <a:pt x="0" y="1952"/>
                </a:lnTo>
                <a:lnTo>
                  <a:pt x="396" y="3816"/>
                </a:lnTo>
                <a:lnTo>
                  <a:pt x="396" y="6035"/>
                </a:lnTo>
                <a:lnTo>
                  <a:pt x="396" y="7899"/>
                </a:lnTo>
                <a:lnTo>
                  <a:pt x="396" y="9851"/>
                </a:lnTo>
                <a:lnTo>
                  <a:pt x="777" y="11982"/>
                </a:lnTo>
                <a:lnTo>
                  <a:pt x="777" y="13934"/>
                </a:lnTo>
                <a:lnTo>
                  <a:pt x="777" y="15887"/>
                </a:lnTo>
                <a:lnTo>
                  <a:pt x="777" y="18017"/>
                </a:lnTo>
                <a:lnTo>
                  <a:pt x="777" y="20147"/>
                </a:lnTo>
                <a:lnTo>
                  <a:pt x="1158" y="22100"/>
                </a:lnTo>
                <a:lnTo>
                  <a:pt x="1158" y="23964"/>
                </a:lnTo>
                <a:lnTo>
                  <a:pt x="1158" y="26182"/>
                </a:lnTo>
                <a:lnTo>
                  <a:pt x="1158" y="28046"/>
                </a:lnTo>
                <a:lnTo>
                  <a:pt x="1158" y="30265"/>
                </a:lnTo>
                <a:lnTo>
                  <a:pt x="1539" y="32129"/>
                </a:lnTo>
                <a:lnTo>
                  <a:pt x="1539" y="34259"/>
                </a:lnTo>
                <a:lnTo>
                  <a:pt x="1539" y="36212"/>
                </a:lnTo>
                <a:lnTo>
                  <a:pt x="1539" y="38164"/>
                </a:lnTo>
                <a:lnTo>
                  <a:pt x="1539" y="40295"/>
                </a:lnTo>
                <a:lnTo>
                  <a:pt x="1920" y="42425"/>
                </a:lnTo>
                <a:lnTo>
                  <a:pt x="1920" y="44377"/>
                </a:lnTo>
                <a:lnTo>
                  <a:pt x="1920" y="46330"/>
                </a:lnTo>
                <a:lnTo>
                  <a:pt x="1920" y="48460"/>
                </a:lnTo>
                <a:lnTo>
                  <a:pt x="1920" y="50590"/>
                </a:lnTo>
                <a:lnTo>
                  <a:pt x="1920" y="52543"/>
                </a:lnTo>
                <a:lnTo>
                  <a:pt x="1920" y="54673"/>
                </a:lnTo>
                <a:lnTo>
                  <a:pt x="1920" y="56626"/>
                </a:lnTo>
                <a:lnTo>
                  <a:pt x="1920" y="58756"/>
                </a:lnTo>
                <a:lnTo>
                  <a:pt x="2300" y="60708"/>
                </a:lnTo>
                <a:lnTo>
                  <a:pt x="2300" y="62838"/>
                </a:lnTo>
                <a:lnTo>
                  <a:pt x="2300" y="64791"/>
                </a:lnTo>
                <a:lnTo>
                  <a:pt x="2300" y="66921"/>
                </a:lnTo>
                <a:lnTo>
                  <a:pt x="2300" y="68785"/>
                </a:lnTo>
                <a:lnTo>
                  <a:pt x="2681" y="71004"/>
                </a:lnTo>
                <a:lnTo>
                  <a:pt x="2681" y="73134"/>
                </a:lnTo>
                <a:lnTo>
                  <a:pt x="2681" y="74998"/>
                </a:lnTo>
                <a:lnTo>
                  <a:pt x="2681" y="76951"/>
                </a:lnTo>
                <a:lnTo>
                  <a:pt x="2681" y="79347"/>
                </a:lnTo>
                <a:lnTo>
                  <a:pt x="3078" y="81300"/>
                </a:lnTo>
                <a:lnTo>
                  <a:pt x="3078" y="83164"/>
                </a:lnTo>
                <a:lnTo>
                  <a:pt x="3078" y="85294"/>
                </a:lnTo>
                <a:lnTo>
                  <a:pt x="3078" y="87513"/>
                </a:lnTo>
                <a:lnTo>
                  <a:pt x="3459" y="89376"/>
                </a:lnTo>
                <a:lnTo>
                  <a:pt x="3459" y="91507"/>
                </a:lnTo>
                <a:lnTo>
                  <a:pt x="3459" y="93725"/>
                </a:lnTo>
                <a:lnTo>
                  <a:pt x="3459" y="95589"/>
                </a:lnTo>
                <a:lnTo>
                  <a:pt x="3459" y="97808"/>
                </a:lnTo>
                <a:lnTo>
                  <a:pt x="3840" y="99672"/>
                </a:lnTo>
                <a:lnTo>
                  <a:pt x="3840" y="101802"/>
                </a:lnTo>
                <a:lnTo>
                  <a:pt x="3840" y="104021"/>
                </a:lnTo>
                <a:lnTo>
                  <a:pt x="3840" y="105885"/>
                </a:lnTo>
                <a:lnTo>
                  <a:pt x="3840" y="107838"/>
                </a:lnTo>
                <a:lnTo>
                  <a:pt x="3840" y="110234"/>
                </a:lnTo>
                <a:lnTo>
                  <a:pt x="3840" y="112098"/>
                </a:lnTo>
                <a:lnTo>
                  <a:pt x="3840" y="114317"/>
                </a:lnTo>
                <a:lnTo>
                  <a:pt x="3840" y="116181"/>
                </a:lnTo>
                <a:lnTo>
                  <a:pt x="3840" y="118311"/>
                </a:lnTo>
                <a:lnTo>
                  <a:pt x="4221" y="120530"/>
                </a:lnTo>
                <a:lnTo>
                  <a:pt x="4221" y="122394"/>
                </a:lnTo>
                <a:lnTo>
                  <a:pt x="4221" y="124612"/>
                </a:lnTo>
                <a:lnTo>
                  <a:pt x="4221" y="126743"/>
                </a:lnTo>
                <a:lnTo>
                  <a:pt x="4601" y="128873"/>
                </a:lnTo>
                <a:lnTo>
                  <a:pt x="4601" y="130825"/>
                </a:lnTo>
                <a:lnTo>
                  <a:pt x="4601" y="132955"/>
                </a:lnTo>
                <a:lnTo>
                  <a:pt x="4601" y="134908"/>
                </a:lnTo>
                <a:lnTo>
                  <a:pt x="4601" y="137038"/>
                </a:lnTo>
                <a:lnTo>
                  <a:pt x="4982" y="139168"/>
                </a:lnTo>
                <a:lnTo>
                  <a:pt x="4982" y="141121"/>
                </a:lnTo>
                <a:lnTo>
                  <a:pt x="4982" y="143251"/>
                </a:lnTo>
                <a:lnTo>
                  <a:pt x="4982" y="145381"/>
                </a:lnTo>
                <a:lnTo>
                  <a:pt x="4982" y="147511"/>
                </a:lnTo>
                <a:lnTo>
                  <a:pt x="5363" y="149464"/>
                </a:lnTo>
                <a:lnTo>
                  <a:pt x="5363" y="151594"/>
                </a:lnTo>
                <a:lnTo>
                  <a:pt x="5363" y="153724"/>
                </a:lnTo>
                <a:lnTo>
                  <a:pt x="5363" y="155854"/>
                </a:lnTo>
                <a:lnTo>
                  <a:pt x="5363" y="157807"/>
                </a:lnTo>
                <a:lnTo>
                  <a:pt x="5760" y="159937"/>
                </a:lnTo>
                <a:lnTo>
                  <a:pt x="5760" y="162067"/>
                </a:lnTo>
                <a:lnTo>
                  <a:pt x="5760" y="164197"/>
                </a:lnTo>
                <a:lnTo>
                  <a:pt x="5760" y="166150"/>
                </a:lnTo>
                <a:lnTo>
                  <a:pt x="6141" y="168280"/>
                </a:lnTo>
                <a:lnTo>
                  <a:pt x="6141" y="170233"/>
                </a:lnTo>
                <a:lnTo>
                  <a:pt x="6141" y="172629"/>
                </a:lnTo>
                <a:lnTo>
                  <a:pt x="6141" y="174493"/>
                </a:lnTo>
                <a:lnTo>
                  <a:pt x="6141" y="176712"/>
                </a:lnTo>
                <a:lnTo>
                  <a:pt x="6141" y="178842"/>
                </a:lnTo>
                <a:lnTo>
                  <a:pt x="6141" y="180972"/>
                </a:lnTo>
                <a:lnTo>
                  <a:pt x="6141" y="183102"/>
                </a:lnTo>
                <a:lnTo>
                  <a:pt x="6141" y="185055"/>
                </a:lnTo>
                <a:lnTo>
                  <a:pt x="6141" y="187185"/>
                </a:lnTo>
                <a:lnTo>
                  <a:pt x="6522" y="189315"/>
                </a:lnTo>
                <a:lnTo>
                  <a:pt x="6522" y="191445"/>
                </a:lnTo>
                <a:lnTo>
                  <a:pt x="6522" y="193576"/>
                </a:lnTo>
                <a:lnTo>
                  <a:pt x="6522" y="195528"/>
                </a:lnTo>
                <a:lnTo>
                  <a:pt x="6522" y="197658"/>
                </a:lnTo>
                <a:lnTo>
                  <a:pt x="6902" y="199877"/>
                </a:lnTo>
                <a:lnTo>
                  <a:pt x="6902" y="202007"/>
                </a:lnTo>
                <a:lnTo>
                  <a:pt x="6902" y="203871"/>
                </a:lnTo>
                <a:lnTo>
                  <a:pt x="6902" y="206090"/>
                </a:lnTo>
                <a:lnTo>
                  <a:pt x="7283" y="208220"/>
                </a:lnTo>
                <a:lnTo>
                  <a:pt x="7283" y="210350"/>
                </a:lnTo>
                <a:lnTo>
                  <a:pt x="7283" y="212480"/>
                </a:lnTo>
                <a:lnTo>
                  <a:pt x="7283" y="214611"/>
                </a:lnTo>
                <a:lnTo>
                  <a:pt x="7283" y="216563"/>
                </a:lnTo>
                <a:lnTo>
                  <a:pt x="7664" y="218693"/>
                </a:lnTo>
                <a:lnTo>
                  <a:pt x="7664" y="220823"/>
                </a:lnTo>
                <a:lnTo>
                  <a:pt x="7664" y="222954"/>
                </a:lnTo>
                <a:lnTo>
                  <a:pt x="7664" y="225173"/>
                </a:lnTo>
                <a:lnTo>
                  <a:pt x="7664" y="227036"/>
                </a:lnTo>
                <a:lnTo>
                  <a:pt x="8045" y="229433"/>
                </a:lnTo>
                <a:lnTo>
                  <a:pt x="8045" y="231563"/>
                </a:lnTo>
                <a:lnTo>
                  <a:pt x="8045" y="233516"/>
                </a:lnTo>
                <a:lnTo>
                  <a:pt x="8045" y="235646"/>
                </a:lnTo>
                <a:lnTo>
                  <a:pt x="8045" y="237776"/>
                </a:lnTo>
                <a:lnTo>
                  <a:pt x="8045" y="239906"/>
                </a:lnTo>
                <a:lnTo>
                  <a:pt x="8045" y="242036"/>
                </a:lnTo>
                <a:lnTo>
                  <a:pt x="8045" y="244255"/>
                </a:lnTo>
                <a:lnTo>
                  <a:pt x="8045" y="246119"/>
                </a:lnTo>
                <a:lnTo>
                  <a:pt x="8442" y="248338"/>
                </a:lnTo>
                <a:lnTo>
                  <a:pt x="8442" y="250645"/>
                </a:lnTo>
                <a:lnTo>
                  <a:pt x="8442" y="252598"/>
                </a:lnTo>
                <a:lnTo>
                  <a:pt x="8442" y="254728"/>
                </a:lnTo>
                <a:lnTo>
                  <a:pt x="8442" y="256858"/>
                </a:lnTo>
                <a:lnTo>
                  <a:pt x="8822" y="258811"/>
                </a:lnTo>
                <a:lnTo>
                  <a:pt x="8822" y="261119"/>
                </a:lnTo>
                <a:lnTo>
                  <a:pt x="8822" y="263337"/>
                </a:lnTo>
                <a:lnTo>
                  <a:pt x="8822" y="265201"/>
                </a:lnTo>
                <a:lnTo>
                  <a:pt x="8822" y="267420"/>
                </a:lnTo>
                <a:lnTo>
                  <a:pt x="9203" y="269550"/>
                </a:lnTo>
                <a:lnTo>
                  <a:pt x="9203" y="271858"/>
                </a:lnTo>
                <a:lnTo>
                  <a:pt x="9203" y="273811"/>
                </a:lnTo>
                <a:lnTo>
                  <a:pt x="9203" y="275941"/>
                </a:lnTo>
                <a:lnTo>
                  <a:pt x="9203" y="278071"/>
                </a:lnTo>
                <a:lnTo>
                  <a:pt x="9584" y="280201"/>
                </a:lnTo>
                <a:lnTo>
                  <a:pt x="9584" y="282420"/>
                </a:lnTo>
                <a:lnTo>
                  <a:pt x="9584" y="284550"/>
                </a:lnTo>
                <a:lnTo>
                  <a:pt x="9584" y="286680"/>
                </a:lnTo>
                <a:lnTo>
                  <a:pt x="9965" y="288633"/>
                </a:lnTo>
                <a:lnTo>
                  <a:pt x="9965" y="290763"/>
                </a:lnTo>
                <a:lnTo>
                  <a:pt x="9965" y="293071"/>
                </a:lnTo>
                <a:lnTo>
                  <a:pt x="9965" y="295289"/>
                </a:lnTo>
                <a:lnTo>
                  <a:pt x="9965" y="297153"/>
                </a:lnTo>
                <a:lnTo>
                  <a:pt x="10346" y="299283"/>
                </a:lnTo>
                <a:lnTo>
                  <a:pt x="10346" y="301502"/>
                </a:lnTo>
                <a:lnTo>
                  <a:pt x="10346" y="303632"/>
                </a:lnTo>
                <a:lnTo>
                  <a:pt x="10346" y="305763"/>
                </a:lnTo>
                <a:lnTo>
                  <a:pt x="10346" y="307893"/>
                </a:lnTo>
                <a:lnTo>
                  <a:pt x="10346" y="310023"/>
                </a:lnTo>
                <a:lnTo>
                  <a:pt x="10346" y="312153"/>
                </a:lnTo>
                <a:lnTo>
                  <a:pt x="10346" y="314372"/>
                </a:lnTo>
                <a:lnTo>
                  <a:pt x="10346" y="316502"/>
                </a:lnTo>
                <a:lnTo>
                  <a:pt x="10346" y="318632"/>
                </a:lnTo>
                <a:lnTo>
                  <a:pt x="10743" y="320762"/>
                </a:lnTo>
                <a:lnTo>
                  <a:pt x="10743" y="322715"/>
                </a:lnTo>
                <a:lnTo>
                  <a:pt x="10743" y="325023"/>
                </a:lnTo>
                <a:lnTo>
                  <a:pt x="10743" y="327241"/>
                </a:lnTo>
                <a:lnTo>
                  <a:pt x="11123" y="329372"/>
                </a:lnTo>
                <a:lnTo>
                  <a:pt x="11123" y="331235"/>
                </a:lnTo>
                <a:lnTo>
                  <a:pt x="11123" y="333454"/>
                </a:lnTo>
                <a:lnTo>
                  <a:pt x="11123" y="335585"/>
                </a:lnTo>
                <a:lnTo>
                  <a:pt x="11123" y="337892"/>
                </a:lnTo>
                <a:lnTo>
                  <a:pt x="11504" y="340111"/>
                </a:lnTo>
                <a:lnTo>
                  <a:pt x="11504" y="341975"/>
                </a:lnTo>
                <a:lnTo>
                  <a:pt x="11504" y="344105"/>
                </a:lnTo>
                <a:lnTo>
                  <a:pt x="11504" y="346324"/>
                </a:lnTo>
                <a:lnTo>
                  <a:pt x="11504" y="348632"/>
                </a:lnTo>
                <a:lnTo>
                  <a:pt x="11885" y="350762"/>
                </a:lnTo>
                <a:lnTo>
                  <a:pt x="11885" y="352714"/>
                </a:lnTo>
                <a:lnTo>
                  <a:pt x="11885" y="354844"/>
                </a:lnTo>
                <a:lnTo>
                  <a:pt x="11885" y="356975"/>
                </a:lnTo>
                <a:lnTo>
                  <a:pt x="11885" y="359371"/>
                </a:lnTo>
                <a:lnTo>
                  <a:pt x="12266" y="361501"/>
                </a:lnTo>
                <a:lnTo>
                  <a:pt x="12266" y="363631"/>
                </a:lnTo>
                <a:lnTo>
                  <a:pt x="12266" y="365584"/>
                </a:lnTo>
                <a:lnTo>
                  <a:pt x="12266" y="367714"/>
                </a:lnTo>
                <a:lnTo>
                  <a:pt x="12266" y="369844"/>
                </a:lnTo>
                <a:lnTo>
                  <a:pt x="12266" y="372241"/>
                </a:lnTo>
                <a:lnTo>
                  <a:pt x="12266" y="374371"/>
                </a:lnTo>
                <a:lnTo>
                  <a:pt x="12266" y="376323"/>
                </a:lnTo>
                <a:lnTo>
                  <a:pt x="12266" y="378453"/>
                </a:lnTo>
                <a:lnTo>
                  <a:pt x="12647" y="380584"/>
                </a:lnTo>
                <a:lnTo>
                  <a:pt x="12647" y="382980"/>
                </a:lnTo>
                <a:lnTo>
                  <a:pt x="12647" y="385110"/>
                </a:lnTo>
                <a:lnTo>
                  <a:pt x="12647" y="387240"/>
                </a:lnTo>
                <a:lnTo>
                  <a:pt x="12647" y="389193"/>
                </a:lnTo>
                <a:lnTo>
                  <a:pt x="13028" y="391323"/>
                </a:lnTo>
                <a:lnTo>
                  <a:pt x="13028" y="393453"/>
                </a:lnTo>
                <a:lnTo>
                  <a:pt x="13028" y="395850"/>
                </a:lnTo>
                <a:lnTo>
                  <a:pt x="13028" y="397980"/>
                </a:lnTo>
                <a:lnTo>
                  <a:pt x="13028" y="400110"/>
                </a:lnTo>
                <a:lnTo>
                  <a:pt x="13424" y="402062"/>
                </a:lnTo>
                <a:lnTo>
                  <a:pt x="13424" y="404193"/>
                </a:lnTo>
                <a:lnTo>
                  <a:pt x="13424" y="406500"/>
                </a:lnTo>
                <a:lnTo>
                  <a:pt x="13424" y="408719"/>
                </a:lnTo>
                <a:lnTo>
                  <a:pt x="13805" y="410849"/>
                </a:lnTo>
                <a:lnTo>
                  <a:pt x="13805" y="412979"/>
                </a:lnTo>
                <a:lnTo>
                  <a:pt x="13805" y="415110"/>
                </a:lnTo>
                <a:lnTo>
                  <a:pt x="13805" y="417062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388178" y="2764153"/>
            <a:ext cx="13409" cy="426027"/>
          </a:xfrm>
          <a:custGeom>
            <a:avLst/>
            <a:gdLst/>
            <a:ahLst/>
            <a:cxnLst/>
            <a:rect l="l" t="t" r="r" b="b"/>
            <a:pathLst>
              <a:path w="13409" h="426027">
                <a:moveTo>
                  <a:pt x="0" y="0"/>
                </a:moveTo>
                <a:lnTo>
                  <a:pt x="0" y="2307"/>
                </a:lnTo>
                <a:lnTo>
                  <a:pt x="380" y="4526"/>
                </a:lnTo>
                <a:lnTo>
                  <a:pt x="380" y="6656"/>
                </a:lnTo>
                <a:lnTo>
                  <a:pt x="380" y="8786"/>
                </a:lnTo>
                <a:lnTo>
                  <a:pt x="380" y="10916"/>
                </a:lnTo>
                <a:lnTo>
                  <a:pt x="380" y="13047"/>
                </a:lnTo>
                <a:lnTo>
                  <a:pt x="380" y="15177"/>
                </a:lnTo>
                <a:lnTo>
                  <a:pt x="380" y="17396"/>
                </a:lnTo>
                <a:lnTo>
                  <a:pt x="380" y="19526"/>
                </a:lnTo>
                <a:lnTo>
                  <a:pt x="380" y="21656"/>
                </a:lnTo>
                <a:lnTo>
                  <a:pt x="380" y="23786"/>
                </a:lnTo>
                <a:lnTo>
                  <a:pt x="761" y="26182"/>
                </a:lnTo>
                <a:lnTo>
                  <a:pt x="761" y="28313"/>
                </a:lnTo>
                <a:lnTo>
                  <a:pt x="761" y="30443"/>
                </a:lnTo>
                <a:lnTo>
                  <a:pt x="761" y="32395"/>
                </a:lnTo>
                <a:lnTo>
                  <a:pt x="1142" y="34525"/>
                </a:lnTo>
                <a:lnTo>
                  <a:pt x="1142" y="36656"/>
                </a:lnTo>
                <a:lnTo>
                  <a:pt x="1142" y="39052"/>
                </a:lnTo>
                <a:lnTo>
                  <a:pt x="1142" y="41182"/>
                </a:lnTo>
                <a:lnTo>
                  <a:pt x="1142" y="43312"/>
                </a:lnTo>
                <a:lnTo>
                  <a:pt x="1523" y="45442"/>
                </a:lnTo>
                <a:lnTo>
                  <a:pt x="1523" y="47395"/>
                </a:lnTo>
                <a:lnTo>
                  <a:pt x="1523" y="49703"/>
                </a:lnTo>
                <a:lnTo>
                  <a:pt x="1523" y="51833"/>
                </a:lnTo>
                <a:lnTo>
                  <a:pt x="1523" y="54052"/>
                </a:lnTo>
                <a:lnTo>
                  <a:pt x="1904" y="56182"/>
                </a:lnTo>
                <a:lnTo>
                  <a:pt x="1904" y="58312"/>
                </a:lnTo>
                <a:lnTo>
                  <a:pt x="1904" y="60442"/>
                </a:lnTo>
                <a:lnTo>
                  <a:pt x="1904" y="62572"/>
                </a:lnTo>
                <a:lnTo>
                  <a:pt x="1904" y="64969"/>
                </a:lnTo>
                <a:lnTo>
                  <a:pt x="2300" y="66921"/>
                </a:lnTo>
                <a:lnTo>
                  <a:pt x="2300" y="69051"/>
                </a:lnTo>
                <a:lnTo>
                  <a:pt x="2300" y="71182"/>
                </a:lnTo>
                <a:lnTo>
                  <a:pt x="2300" y="73312"/>
                </a:lnTo>
                <a:lnTo>
                  <a:pt x="2681" y="75708"/>
                </a:lnTo>
                <a:lnTo>
                  <a:pt x="2681" y="77838"/>
                </a:lnTo>
                <a:lnTo>
                  <a:pt x="2681" y="79968"/>
                </a:lnTo>
                <a:lnTo>
                  <a:pt x="2681" y="82098"/>
                </a:lnTo>
                <a:lnTo>
                  <a:pt x="2681" y="84051"/>
                </a:lnTo>
                <a:lnTo>
                  <a:pt x="2681" y="86181"/>
                </a:lnTo>
                <a:lnTo>
                  <a:pt x="2681" y="88578"/>
                </a:lnTo>
                <a:lnTo>
                  <a:pt x="2681" y="90708"/>
                </a:lnTo>
                <a:lnTo>
                  <a:pt x="2681" y="92838"/>
                </a:lnTo>
                <a:lnTo>
                  <a:pt x="2681" y="94968"/>
                </a:lnTo>
                <a:lnTo>
                  <a:pt x="3062" y="97098"/>
                </a:lnTo>
                <a:lnTo>
                  <a:pt x="3062" y="99228"/>
                </a:lnTo>
                <a:lnTo>
                  <a:pt x="3062" y="101447"/>
                </a:lnTo>
                <a:lnTo>
                  <a:pt x="3062" y="103577"/>
                </a:lnTo>
                <a:lnTo>
                  <a:pt x="3062" y="105707"/>
                </a:lnTo>
                <a:lnTo>
                  <a:pt x="3443" y="107838"/>
                </a:lnTo>
                <a:lnTo>
                  <a:pt x="3443" y="109968"/>
                </a:lnTo>
                <a:lnTo>
                  <a:pt x="3443" y="112364"/>
                </a:lnTo>
                <a:lnTo>
                  <a:pt x="3443" y="114494"/>
                </a:lnTo>
                <a:lnTo>
                  <a:pt x="3824" y="116624"/>
                </a:lnTo>
                <a:lnTo>
                  <a:pt x="3824" y="118755"/>
                </a:lnTo>
                <a:lnTo>
                  <a:pt x="3824" y="120707"/>
                </a:lnTo>
                <a:lnTo>
                  <a:pt x="3824" y="122837"/>
                </a:lnTo>
                <a:lnTo>
                  <a:pt x="3824" y="125234"/>
                </a:lnTo>
                <a:lnTo>
                  <a:pt x="4205" y="127364"/>
                </a:lnTo>
                <a:lnTo>
                  <a:pt x="4205" y="129494"/>
                </a:lnTo>
                <a:lnTo>
                  <a:pt x="4205" y="131624"/>
                </a:lnTo>
                <a:lnTo>
                  <a:pt x="4205" y="133754"/>
                </a:lnTo>
                <a:lnTo>
                  <a:pt x="4205" y="135884"/>
                </a:lnTo>
                <a:lnTo>
                  <a:pt x="4586" y="138103"/>
                </a:lnTo>
                <a:lnTo>
                  <a:pt x="4586" y="140233"/>
                </a:lnTo>
                <a:lnTo>
                  <a:pt x="4586" y="142364"/>
                </a:lnTo>
                <a:lnTo>
                  <a:pt x="4586" y="144494"/>
                </a:lnTo>
                <a:lnTo>
                  <a:pt x="4586" y="146624"/>
                </a:lnTo>
                <a:lnTo>
                  <a:pt x="4586" y="148754"/>
                </a:lnTo>
                <a:lnTo>
                  <a:pt x="4586" y="151150"/>
                </a:lnTo>
                <a:lnTo>
                  <a:pt x="4586" y="153280"/>
                </a:lnTo>
                <a:lnTo>
                  <a:pt x="4586" y="155233"/>
                </a:lnTo>
                <a:lnTo>
                  <a:pt x="4586" y="157363"/>
                </a:lnTo>
                <a:lnTo>
                  <a:pt x="4982" y="159493"/>
                </a:lnTo>
                <a:lnTo>
                  <a:pt x="4982" y="161890"/>
                </a:lnTo>
                <a:lnTo>
                  <a:pt x="4982" y="164020"/>
                </a:lnTo>
                <a:lnTo>
                  <a:pt x="4982" y="166150"/>
                </a:lnTo>
                <a:lnTo>
                  <a:pt x="5363" y="168280"/>
                </a:lnTo>
                <a:lnTo>
                  <a:pt x="5363" y="170410"/>
                </a:lnTo>
                <a:lnTo>
                  <a:pt x="5363" y="172363"/>
                </a:lnTo>
                <a:lnTo>
                  <a:pt x="5363" y="174759"/>
                </a:lnTo>
                <a:lnTo>
                  <a:pt x="5363" y="176889"/>
                </a:lnTo>
                <a:lnTo>
                  <a:pt x="5744" y="179020"/>
                </a:lnTo>
                <a:lnTo>
                  <a:pt x="5744" y="181150"/>
                </a:lnTo>
                <a:lnTo>
                  <a:pt x="5744" y="183280"/>
                </a:lnTo>
                <a:lnTo>
                  <a:pt x="5744" y="185499"/>
                </a:lnTo>
                <a:lnTo>
                  <a:pt x="5744" y="187363"/>
                </a:lnTo>
                <a:lnTo>
                  <a:pt x="6125" y="189493"/>
                </a:lnTo>
                <a:lnTo>
                  <a:pt x="6125" y="191712"/>
                </a:lnTo>
                <a:lnTo>
                  <a:pt x="6125" y="193842"/>
                </a:lnTo>
                <a:lnTo>
                  <a:pt x="6125" y="196149"/>
                </a:lnTo>
                <a:lnTo>
                  <a:pt x="6125" y="198368"/>
                </a:lnTo>
                <a:lnTo>
                  <a:pt x="6506" y="200498"/>
                </a:lnTo>
                <a:lnTo>
                  <a:pt x="6506" y="202362"/>
                </a:lnTo>
                <a:lnTo>
                  <a:pt x="6506" y="204581"/>
                </a:lnTo>
                <a:lnTo>
                  <a:pt x="6506" y="206711"/>
                </a:lnTo>
                <a:lnTo>
                  <a:pt x="6886" y="209019"/>
                </a:lnTo>
                <a:lnTo>
                  <a:pt x="6886" y="211149"/>
                </a:lnTo>
                <a:lnTo>
                  <a:pt x="6886" y="213368"/>
                </a:lnTo>
                <a:lnTo>
                  <a:pt x="6886" y="215232"/>
                </a:lnTo>
                <a:lnTo>
                  <a:pt x="6886" y="217451"/>
                </a:lnTo>
                <a:lnTo>
                  <a:pt x="6886" y="219758"/>
                </a:lnTo>
                <a:lnTo>
                  <a:pt x="6886" y="221889"/>
                </a:lnTo>
                <a:lnTo>
                  <a:pt x="6886" y="224019"/>
                </a:lnTo>
                <a:lnTo>
                  <a:pt x="6886" y="226238"/>
                </a:lnTo>
                <a:lnTo>
                  <a:pt x="6886" y="228368"/>
                </a:lnTo>
                <a:lnTo>
                  <a:pt x="7267" y="230232"/>
                </a:lnTo>
                <a:lnTo>
                  <a:pt x="7267" y="232628"/>
                </a:lnTo>
                <a:lnTo>
                  <a:pt x="7267" y="234758"/>
                </a:lnTo>
                <a:lnTo>
                  <a:pt x="7267" y="236888"/>
                </a:lnTo>
                <a:lnTo>
                  <a:pt x="7267" y="239107"/>
                </a:lnTo>
                <a:lnTo>
                  <a:pt x="7664" y="240971"/>
                </a:lnTo>
                <a:lnTo>
                  <a:pt x="7664" y="243367"/>
                </a:lnTo>
                <a:lnTo>
                  <a:pt x="7664" y="245498"/>
                </a:lnTo>
                <a:lnTo>
                  <a:pt x="7664" y="247628"/>
                </a:lnTo>
                <a:lnTo>
                  <a:pt x="8045" y="249758"/>
                </a:lnTo>
                <a:lnTo>
                  <a:pt x="8045" y="251888"/>
                </a:lnTo>
                <a:lnTo>
                  <a:pt x="8045" y="253841"/>
                </a:lnTo>
                <a:lnTo>
                  <a:pt x="8045" y="256237"/>
                </a:lnTo>
                <a:lnTo>
                  <a:pt x="8045" y="258367"/>
                </a:lnTo>
                <a:lnTo>
                  <a:pt x="8426" y="260497"/>
                </a:lnTo>
                <a:lnTo>
                  <a:pt x="8426" y="262627"/>
                </a:lnTo>
                <a:lnTo>
                  <a:pt x="8426" y="264580"/>
                </a:lnTo>
                <a:lnTo>
                  <a:pt x="8426" y="266976"/>
                </a:lnTo>
                <a:lnTo>
                  <a:pt x="8426" y="269107"/>
                </a:lnTo>
                <a:lnTo>
                  <a:pt x="8807" y="271237"/>
                </a:lnTo>
                <a:lnTo>
                  <a:pt x="8807" y="273367"/>
                </a:lnTo>
                <a:lnTo>
                  <a:pt x="8807" y="275319"/>
                </a:lnTo>
                <a:lnTo>
                  <a:pt x="8807" y="277627"/>
                </a:lnTo>
                <a:lnTo>
                  <a:pt x="8807" y="279846"/>
                </a:lnTo>
                <a:lnTo>
                  <a:pt x="8807" y="281976"/>
                </a:lnTo>
                <a:lnTo>
                  <a:pt x="8807" y="284106"/>
                </a:lnTo>
                <a:lnTo>
                  <a:pt x="8807" y="286059"/>
                </a:lnTo>
                <a:lnTo>
                  <a:pt x="8807" y="288189"/>
                </a:lnTo>
                <a:lnTo>
                  <a:pt x="9187" y="290497"/>
                </a:lnTo>
                <a:lnTo>
                  <a:pt x="9187" y="292716"/>
                </a:lnTo>
                <a:lnTo>
                  <a:pt x="9187" y="294579"/>
                </a:lnTo>
                <a:lnTo>
                  <a:pt x="9187" y="296710"/>
                </a:lnTo>
                <a:lnTo>
                  <a:pt x="9187" y="298928"/>
                </a:lnTo>
                <a:lnTo>
                  <a:pt x="9568" y="301236"/>
                </a:lnTo>
                <a:lnTo>
                  <a:pt x="9568" y="303189"/>
                </a:lnTo>
                <a:lnTo>
                  <a:pt x="9568" y="305319"/>
                </a:lnTo>
                <a:lnTo>
                  <a:pt x="9568" y="307449"/>
                </a:lnTo>
                <a:lnTo>
                  <a:pt x="9568" y="309579"/>
                </a:lnTo>
                <a:lnTo>
                  <a:pt x="9965" y="311798"/>
                </a:lnTo>
                <a:lnTo>
                  <a:pt x="9965" y="313928"/>
                </a:lnTo>
                <a:lnTo>
                  <a:pt x="9965" y="316058"/>
                </a:lnTo>
                <a:lnTo>
                  <a:pt x="9965" y="318188"/>
                </a:lnTo>
                <a:lnTo>
                  <a:pt x="9965" y="320141"/>
                </a:lnTo>
                <a:lnTo>
                  <a:pt x="10346" y="322449"/>
                </a:lnTo>
                <a:lnTo>
                  <a:pt x="10346" y="324579"/>
                </a:lnTo>
                <a:lnTo>
                  <a:pt x="10346" y="326798"/>
                </a:lnTo>
                <a:lnTo>
                  <a:pt x="10346" y="328662"/>
                </a:lnTo>
                <a:lnTo>
                  <a:pt x="10727" y="330880"/>
                </a:lnTo>
                <a:lnTo>
                  <a:pt x="10727" y="333011"/>
                </a:lnTo>
                <a:lnTo>
                  <a:pt x="10727" y="335141"/>
                </a:lnTo>
                <a:lnTo>
                  <a:pt x="10727" y="337271"/>
                </a:lnTo>
                <a:lnTo>
                  <a:pt x="10727" y="339401"/>
                </a:lnTo>
                <a:lnTo>
                  <a:pt x="11108" y="341531"/>
                </a:lnTo>
                <a:lnTo>
                  <a:pt x="11108" y="343661"/>
                </a:lnTo>
                <a:lnTo>
                  <a:pt x="11108" y="345880"/>
                </a:lnTo>
                <a:lnTo>
                  <a:pt x="11108" y="348010"/>
                </a:lnTo>
                <a:lnTo>
                  <a:pt x="11108" y="349963"/>
                </a:lnTo>
                <a:lnTo>
                  <a:pt x="11108" y="352093"/>
                </a:lnTo>
                <a:lnTo>
                  <a:pt x="11108" y="354223"/>
                </a:lnTo>
                <a:lnTo>
                  <a:pt x="11108" y="356353"/>
                </a:lnTo>
                <a:lnTo>
                  <a:pt x="11108" y="358483"/>
                </a:lnTo>
                <a:lnTo>
                  <a:pt x="11108" y="360614"/>
                </a:lnTo>
                <a:lnTo>
                  <a:pt x="11488" y="362833"/>
                </a:lnTo>
                <a:lnTo>
                  <a:pt x="11488" y="364963"/>
                </a:lnTo>
                <a:lnTo>
                  <a:pt x="11488" y="367093"/>
                </a:lnTo>
                <a:lnTo>
                  <a:pt x="11488" y="369223"/>
                </a:lnTo>
                <a:lnTo>
                  <a:pt x="11869" y="371176"/>
                </a:lnTo>
                <a:lnTo>
                  <a:pt x="11869" y="373306"/>
                </a:lnTo>
                <a:lnTo>
                  <a:pt x="11869" y="375613"/>
                </a:lnTo>
                <a:lnTo>
                  <a:pt x="11869" y="377566"/>
                </a:lnTo>
                <a:lnTo>
                  <a:pt x="11869" y="379696"/>
                </a:lnTo>
                <a:lnTo>
                  <a:pt x="12250" y="381649"/>
                </a:lnTo>
                <a:lnTo>
                  <a:pt x="12250" y="383779"/>
                </a:lnTo>
                <a:lnTo>
                  <a:pt x="12250" y="386175"/>
                </a:lnTo>
                <a:lnTo>
                  <a:pt x="12250" y="388128"/>
                </a:lnTo>
                <a:lnTo>
                  <a:pt x="12250" y="390258"/>
                </a:lnTo>
                <a:lnTo>
                  <a:pt x="12647" y="392388"/>
                </a:lnTo>
                <a:lnTo>
                  <a:pt x="12647" y="394518"/>
                </a:lnTo>
                <a:lnTo>
                  <a:pt x="12647" y="396648"/>
                </a:lnTo>
                <a:lnTo>
                  <a:pt x="12647" y="398601"/>
                </a:lnTo>
                <a:lnTo>
                  <a:pt x="12647" y="400731"/>
                </a:lnTo>
                <a:lnTo>
                  <a:pt x="13028" y="402861"/>
                </a:lnTo>
                <a:lnTo>
                  <a:pt x="13028" y="404991"/>
                </a:lnTo>
                <a:lnTo>
                  <a:pt x="13028" y="407210"/>
                </a:lnTo>
                <a:lnTo>
                  <a:pt x="13028" y="409340"/>
                </a:lnTo>
                <a:lnTo>
                  <a:pt x="13028" y="411293"/>
                </a:lnTo>
                <a:lnTo>
                  <a:pt x="13028" y="413423"/>
                </a:lnTo>
                <a:lnTo>
                  <a:pt x="13028" y="415553"/>
                </a:lnTo>
                <a:lnTo>
                  <a:pt x="13028" y="417683"/>
                </a:lnTo>
                <a:lnTo>
                  <a:pt x="13028" y="419636"/>
                </a:lnTo>
                <a:lnTo>
                  <a:pt x="13409" y="421766"/>
                </a:lnTo>
                <a:lnTo>
                  <a:pt x="13409" y="423896"/>
                </a:lnTo>
                <a:lnTo>
                  <a:pt x="13409" y="426027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401587" y="3190180"/>
            <a:ext cx="13789" cy="396737"/>
          </a:xfrm>
          <a:custGeom>
            <a:avLst/>
            <a:gdLst/>
            <a:ahLst/>
            <a:cxnLst/>
            <a:rect l="l" t="t" r="r" b="b"/>
            <a:pathLst>
              <a:path w="13789" h="396737">
                <a:moveTo>
                  <a:pt x="0" y="0"/>
                </a:moveTo>
                <a:lnTo>
                  <a:pt x="0" y="2130"/>
                </a:lnTo>
                <a:lnTo>
                  <a:pt x="0" y="4082"/>
                </a:lnTo>
                <a:lnTo>
                  <a:pt x="380" y="6212"/>
                </a:lnTo>
                <a:lnTo>
                  <a:pt x="380" y="8343"/>
                </a:lnTo>
                <a:lnTo>
                  <a:pt x="380" y="10561"/>
                </a:lnTo>
                <a:lnTo>
                  <a:pt x="380" y="12425"/>
                </a:lnTo>
                <a:lnTo>
                  <a:pt x="380" y="14555"/>
                </a:lnTo>
                <a:lnTo>
                  <a:pt x="761" y="16774"/>
                </a:lnTo>
                <a:lnTo>
                  <a:pt x="761" y="18904"/>
                </a:lnTo>
                <a:lnTo>
                  <a:pt x="761" y="21035"/>
                </a:lnTo>
                <a:lnTo>
                  <a:pt x="761" y="22987"/>
                </a:lnTo>
                <a:lnTo>
                  <a:pt x="1142" y="25117"/>
                </a:lnTo>
                <a:lnTo>
                  <a:pt x="1142" y="27247"/>
                </a:lnTo>
                <a:lnTo>
                  <a:pt x="1142" y="29378"/>
                </a:lnTo>
                <a:lnTo>
                  <a:pt x="1142" y="31330"/>
                </a:lnTo>
                <a:lnTo>
                  <a:pt x="1142" y="33460"/>
                </a:lnTo>
                <a:lnTo>
                  <a:pt x="1523" y="35591"/>
                </a:lnTo>
                <a:lnTo>
                  <a:pt x="1523" y="37721"/>
                </a:lnTo>
                <a:lnTo>
                  <a:pt x="1523" y="39673"/>
                </a:lnTo>
                <a:lnTo>
                  <a:pt x="1523" y="41803"/>
                </a:lnTo>
                <a:lnTo>
                  <a:pt x="1523" y="43934"/>
                </a:lnTo>
                <a:lnTo>
                  <a:pt x="1920" y="45886"/>
                </a:lnTo>
                <a:lnTo>
                  <a:pt x="1920" y="48016"/>
                </a:lnTo>
                <a:lnTo>
                  <a:pt x="1920" y="49969"/>
                </a:lnTo>
                <a:lnTo>
                  <a:pt x="1920" y="52365"/>
                </a:lnTo>
                <a:lnTo>
                  <a:pt x="1920" y="54229"/>
                </a:lnTo>
                <a:lnTo>
                  <a:pt x="1920" y="56448"/>
                </a:lnTo>
                <a:lnTo>
                  <a:pt x="1920" y="58312"/>
                </a:lnTo>
                <a:lnTo>
                  <a:pt x="1920" y="60442"/>
                </a:lnTo>
                <a:lnTo>
                  <a:pt x="1920" y="62661"/>
                </a:lnTo>
                <a:lnTo>
                  <a:pt x="2300" y="64525"/>
                </a:lnTo>
                <a:lnTo>
                  <a:pt x="2300" y="66744"/>
                </a:lnTo>
                <a:lnTo>
                  <a:pt x="2300" y="68874"/>
                </a:lnTo>
                <a:lnTo>
                  <a:pt x="2300" y="71004"/>
                </a:lnTo>
                <a:lnTo>
                  <a:pt x="2300" y="72957"/>
                </a:lnTo>
                <a:lnTo>
                  <a:pt x="2681" y="75087"/>
                </a:lnTo>
                <a:lnTo>
                  <a:pt x="2681" y="77039"/>
                </a:lnTo>
                <a:lnTo>
                  <a:pt x="2681" y="79170"/>
                </a:lnTo>
                <a:lnTo>
                  <a:pt x="2681" y="81300"/>
                </a:lnTo>
                <a:lnTo>
                  <a:pt x="2681" y="83252"/>
                </a:lnTo>
                <a:lnTo>
                  <a:pt x="3062" y="85382"/>
                </a:lnTo>
                <a:lnTo>
                  <a:pt x="3062" y="87513"/>
                </a:lnTo>
                <a:lnTo>
                  <a:pt x="3062" y="89465"/>
                </a:lnTo>
                <a:lnTo>
                  <a:pt x="3062" y="91595"/>
                </a:lnTo>
                <a:lnTo>
                  <a:pt x="3062" y="93548"/>
                </a:lnTo>
                <a:lnTo>
                  <a:pt x="3443" y="95678"/>
                </a:lnTo>
                <a:lnTo>
                  <a:pt x="3443" y="97808"/>
                </a:lnTo>
                <a:lnTo>
                  <a:pt x="3443" y="99761"/>
                </a:lnTo>
                <a:lnTo>
                  <a:pt x="3443" y="101891"/>
                </a:lnTo>
                <a:lnTo>
                  <a:pt x="3824" y="104021"/>
                </a:lnTo>
                <a:lnTo>
                  <a:pt x="3824" y="105974"/>
                </a:lnTo>
                <a:lnTo>
                  <a:pt x="3824" y="107838"/>
                </a:lnTo>
                <a:lnTo>
                  <a:pt x="3824" y="110234"/>
                </a:lnTo>
                <a:lnTo>
                  <a:pt x="3824" y="112187"/>
                </a:lnTo>
                <a:lnTo>
                  <a:pt x="3824" y="114050"/>
                </a:lnTo>
                <a:lnTo>
                  <a:pt x="3824" y="116003"/>
                </a:lnTo>
                <a:lnTo>
                  <a:pt x="3824" y="118400"/>
                </a:lnTo>
                <a:lnTo>
                  <a:pt x="3824" y="120352"/>
                </a:lnTo>
                <a:lnTo>
                  <a:pt x="3824" y="122216"/>
                </a:lnTo>
                <a:lnTo>
                  <a:pt x="4205" y="124346"/>
                </a:lnTo>
                <a:lnTo>
                  <a:pt x="4205" y="126565"/>
                </a:lnTo>
                <a:lnTo>
                  <a:pt x="4205" y="128429"/>
                </a:lnTo>
                <a:lnTo>
                  <a:pt x="4205" y="130382"/>
                </a:lnTo>
                <a:lnTo>
                  <a:pt x="4205" y="132512"/>
                </a:lnTo>
                <a:lnTo>
                  <a:pt x="4601" y="134642"/>
                </a:lnTo>
                <a:lnTo>
                  <a:pt x="4601" y="136594"/>
                </a:lnTo>
                <a:lnTo>
                  <a:pt x="4601" y="138547"/>
                </a:lnTo>
                <a:lnTo>
                  <a:pt x="4601" y="140855"/>
                </a:lnTo>
                <a:lnTo>
                  <a:pt x="4982" y="142807"/>
                </a:lnTo>
                <a:lnTo>
                  <a:pt x="4982" y="144760"/>
                </a:lnTo>
                <a:lnTo>
                  <a:pt x="4982" y="146713"/>
                </a:lnTo>
                <a:lnTo>
                  <a:pt x="4982" y="148843"/>
                </a:lnTo>
                <a:lnTo>
                  <a:pt x="4982" y="150973"/>
                </a:lnTo>
                <a:lnTo>
                  <a:pt x="5363" y="152925"/>
                </a:lnTo>
                <a:lnTo>
                  <a:pt x="5363" y="155056"/>
                </a:lnTo>
                <a:lnTo>
                  <a:pt x="5363" y="157008"/>
                </a:lnTo>
                <a:lnTo>
                  <a:pt x="5363" y="158872"/>
                </a:lnTo>
                <a:lnTo>
                  <a:pt x="5363" y="160825"/>
                </a:lnTo>
                <a:lnTo>
                  <a:pt x="5744" y="163221"/>
                </a:lnTo>
                <a:lnTo>
                  <a:pt x="5744" y="165085"/>
                </a:lnTo>
                <a:lnTo>
                  <a:pt x="5744" y="167038"/>
                </a:lnTo>
                <a:lnTo>
                  <a:pt x="5744" y="169168"/>
                </a:lnTo>
                <a:lnTo>
                  <a:pt x="5744" y="171120"/>
                </a:lnTo>
                <a:lnTo>
                  <a:pt x="6125" y="173073"/>
                </a:lnTo>
                <a:lnTo>
                  <a:pt x="6125" y="175026"/>
                </a:lnTo>
                <a:lnTo>
                  <a:pt x="6125" y="177333"/>
                </a:lnTo>
                <a:lnTo>
                  <a:pt x="6125" y="179286"/>
                </a:lnTo>
                <a:lnTo>
                  <a:pt x="6125" y="181238"/>
                </a:lnTo>
                <a:lnTo>
                  <a:pt x="6125" y="183369"/>
                </a:lnTo>
                <a:lnTo>
                  <a:pt x="6125" y="185321"/>
                </a:lnTo>
                <a:lnTo>
                  <a:pt x="6125" y="187185"/>
                </a:lnTo>
                <a:lnTo>
                  <a:pt x="6125" y="189138"/>
                </a:lnTo>
                <a:lnTo>
                  <a:pt x="6506" y="191268"/>
                </a:lnTo>
                <a:lnTo>
                  <a:pt x="6506" y="193220"/>
                </a:lnTo>
                <a:lnTo>
                  <a:pt x="6506" y="195173"/>
                </a:lnTo>
                <a:lnTo>
                  <a:pt x="6506" y="197303"/>
                </a:lnTo>
                <a:lnTo>
                  <a:pt x="6506" y="199256"/>
                </a:lnTo>
                <a:lnTo>
                  <a:pt x="6886" y="201120"/>
                </a:lnTo>
                <a:lnTo>
                  <a:pt x="6886" y="203250"/>
                </a:lnTo>
                <a:lnTo>
                  <a:pt x="6886" y="205203"/>
                </a:lnTo>
                <a:lnTo>
                  <a:pt x="6886" y="207155"/>
                </a:lnTo>
                <a:lnTo>
                  <a:pt x="6886" y="209285"/>
                </a:lnTo>
                <a:lnTo>
                  <a:pt x="7283" y="211238"/>
                </a:lnTo>
                <a:lnTo>
                  <a:pt x="7283" y="213191"/>
                </a:lnTo>
                <a:lnTo>
                  <a:pt x="7283" y="215321"/>
                </a:lnTo>
                <a:lnTo>
                  <a:pt x="7283" y="217185"/>
                </a:lnTo>
                <a:lnTo>
                  <a:pt x="7664" y="219137"/>
                </a:lnTo>
                <a:lnTo>
                  <a:pt x="7664" y="221090"/>
                </a:lnTo>
                <a:lnTo>
                  <a:pt x="7664" y="223220"/>
                </a:lnTo>
                <a:lnTo>
                  <a:pt x="7664" y="225173"/>
                </a:lnTo>
                <a:lnTo>
                  <a:pt x="7664" y="227125"/>
                </a:lnTo>
                <a:lnTo>
                  <a:pt x="8045" y="229255"/>
                </a:lnTo>
                <a:lnTo>
                  <a:pt x="8045" y="231208"/>
                </a:lnTo>
                <a:lnTo>
                  <a:pt x="8045" y="233072"/>
                </a:lnTo>
                <a:lnTo>
                  <a:pt x="8045" y="235202"/>
                </a:lnTo>
                <a:lnTo>
                  <a:pt x="8045" y="237155"/>
                </a:lnTo>
                <a:lnTo>
                  <a:pt x="8045" y="239107"/>
                </a:lnTo>
                <a:lnTo>
                  <a:pt x="8045" y="241237"/>
                </a:lnTo>
                <a:lnTo>
                  <a:pt x="8045" y="243190"/>
                </a:lnTo>
                <a:lnTo>
                  <a:pt x="8045" y="245143"/>
                </a:lnTo>
                <a:lnTo>
                  <a:pt x="8045" y="247006"/>
                </a:lnTo>
                <a:lnTo>
                  <a:pt x="8426" y="248959"/>
                </a:lnTo>
                <a:lnTo>
                  <a:pt x="8426" y="250912"/>
                </a:lnTo>
                <a:lnTo>
                  <a:pt x="8426" y="253042"/>
                </a:lnTo>
                <a:lnTo>
                  <a:pt x="8426" y="254994"/>
                </a:lnTo>
                <a:lnTo>
                  <a:pt x="8807" y="256858"/>
                </a:lnTo>
                <a:lnTo>
                  <a:pt x="8807" y="258811"/>
                </a:lnTo>
                <a:lnTo>
                  <a:pt x="8807" y="260764"/>
                </a:lnTo>
                <a:lnTo>
                  <a:pt x="8807" y="262716"/>
                </a:lnTo>
                <a:lnTo>
                  <a:pt x="8807" y="264846"/>
                </a:lnTo>
                <a:lnTo>
                  <a:pt x="9187" y="266799"/>
                </a:lnTo>
                <a:lnTo>
                  <a:pt x="9187" y="268663"/>
                </a:lnTo>
                <a:lnTo>
                  <a:pt x="9187" y="270615"/>
                </a:lnTo>
                <a:lnTo>
                  <a:pt x="9187" y="272568"/>
                </a:lnTo>
                <a:lnTo>
                  <a:pt x="9187" y="274521"/>
                </a:lnTo>
                <a:lnTo>
                  <a:pt x="9584" y="276651"/>
                </a:lnTo>
                <a:lnTo>
                  <a:pt x="9584" y="278337"/>
                </a:lnTo>
                <a:lnTo>
                  <a:pt x="9584" y="280290"/>
                </a:lnTo>
                <a:lnTo>
                  <a:pt x="9584" y="282420"/>
                </a:lnTo>
                <a:lnTo>
                  <a:pt x="9584" y="284373"/>
                </a:lnTo>
                <a:lnTo>
                  <a:pt x="9965" y="286059"/>
                </a:lnTo>
                <a:lnTo>
                  <a:pt x="9965" y="288189"/>
                </a:lnTo>
                <a:lnTo>
                  <a:pt x="9965" y="290142"/>
                </a:lnTo>
                <a:lnTo>
                  <a:pt x="9965" y="292094"/>
                </a:lnTo>
                <a:lnTo>
                  <a:pt x="9965" y="293958"/>
                </a:lnTo>
                <a:lnTo>
                  <a:pt x="9965" y="295911"/>
                </a:lnTo>
                <a:lnTo>
                  <a:pt x="9965" y="297863"/>
                </a:lnTo>
                <a:lnTo>
                  <a:pt x="9965" y="299816"/>
                </a:lnTo>
                <a:lnTo>
                  <a:pt x="9965" y="301680"/>
                </a:lnTo>
                <a:lnTo>
                  <a:pt x="10346" y="303899"/>
                </a:lnTo>
                <a:lnTo>
                  <a:pt x="10346" y="305585"/>
                </a:lnTo>
                <a:lnTo>
                  <a:pt x="10346" y="307538"/>
                </a:lnTo>
                <a:lnTo>
                  <a:pt x="10346" y="309668"/>
                </a:lnTo>
                <a:lnTo>
                  <a:pt x="10346" y="311354"/>
                </a:lnTo>
                <a:lnTo>
                  <a:pt x="10727" y="313307"/>
                </a:lnTo>
                <a:lnTo>
                  <a:pt x="10727" y="315259"/>
                </a:lnTo>
                <a:lnTo>
                  <a:pt x="10727" y="317123"/>
                </a:lnTo>
                <a:lnTo>
                  <a:pt x="10727" y="319076"/>
                </a:lnTo>
                <a:lnTo>
                  <a:pt x="10727" y="321029"/>
                </a:lnTo>
                <a:lnTo>
                  <a:pt x="11108" y="322981"/>
                </a:lnTo>
                <a:lnTo>
                  <a:pt x="11108" y="324845"/>
                </a:lnTo>
                <a:lnTo>
                  <a:pt x="11108" y="326798"/>
                </a:lnTo>
                <a:lnTo>
                  <a:pt x="11108" y="328484"/>
                </a:lnTo>
                <a:lnTo>
                  <a:pt x="11488" y="330703"/>
                </a:lnTo>
                <a:lnTo>
                  <a:pt x="11488" y="332567"/>
                </a:lnTo>
                <a:lnTo>
                  <a:pt x="11488" y="334519"/>
                </a:lnTo>
                <a:lnTo>
                  <a:pt x="11488" y="336472"/>
                </a:lnTo>
                <a:lnTo>
                  <a:pt x="11488" y="338158"/>
                </a:lnTo>
                <a:lnTo>
                  <a:pt x="11869" y="340289"/>
                </a:lnTo>
                <a:lnTo>
                  <a:pt x="11869" y="342064"/>
                </a:lnTo>
                <a:lnTo>
                  <a:pt x="11869" y="343928"/>
                </a:lnTo>
                <a:lnTo>
                  <a:pt x="11869" y="345880"/>
                </a:lnTo>
                <a:lnTo>
                  <a:pt x="11869" y="347833"/>
                </a:lnTo>
                <a:lnTo>
                  <a:pt x="12266" y="349785"/>
                </a:lnTo>
                <a:lnTo>
                  <a:pt x="12266" y="351472"/>
                </a:lnTo>
                <a:lnTo>
                  <a:pt x="12266" y="353424"/>
                </a:lnTo>
                <a:lnTo>
                  <a:pt x="12266" y="355288"/>
                </a:lnTo>
                <a:lnTo>
                  <a:pt x="12266" y="357241"/>
                </a:lnTo>
                <a:lnTo>
                  <a:pt x="12266" y="359194"/>
                </a:lnTo>
                <a:lnTo>
                  <a:pt x="12266" y="361146"/>
                </a:lnTo>
                <a:lnTo>
                  <a:pt x="12266" y="362833"/>
                </a:lnTo>
                <a:lnTo>
                  <a:pt x="12266" y="364785"/>
                </a:lnTo>
                <a:lnTo>
                  <a:pt x="12647" y="366649"/>
                </a:lnTo>
                <a:lnTo>
                  <a:pt x="12647" y="368602"/>
                </a:lnTo>
                <a:lnTo>
                  <a:pt x="12647" y="370554"/>
                </a:lnTo>
                <a:lnTo>
                  <a:pt x="12647" y="372241"/>
                </a:lnTo>
                <a:lnTo>
                  <a:pt x="12647" y="374193"/>
                </a:lnTo>
                <a:lnTo>
                  <a:pt x="13028" y="376146"/>
                </a:lnTo>
                <a:lnTo>
                  <a:pt x="13028" y="378010"/>
                </a:lnTo>
                <a:lnTo>
                  <a:pt x="13028" y="379785"/>
                </a:lnTo>
                <a:lnTo>
                  <a:pt x="13028" y="381649"/>
                </a:lnTo>
                <a:lnTo>
                  <a:pt x="13028" y="383601"/>
                </a:lnTo>
                <a:lnTo>
                  <a:pt x="13409" y="385376"/>
                </a:lnTo>
                <a:lnTo>
                  <a:pt x="13409" y="387240"/>
                </a:lnTo>
                <a:lnTo>
                  <a:pt x="13409" y="389193"/>
                </a:lnTo>
                <a:lnTo>
                  <a:pt x="13409" y="391146"/>
                </a:lnTo>
                <a:lnTo>
                  <a:pt x="13409" y="392832"/>
                </a:lnTo>
                <a:lnTo>
                  <a:pt x="13789" y="394785"/>
                </a:lnTo>
                <a:lnTo>
                  <a:pt x="13789" y="396737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415377" y="3586918"/>
            <a:ext cx="13409" cy="331892"/>
          </a:xfrm>
          <a:custGeom>
            <a:avLst/>
            <a:gdLst/>
            <a:ahLst/>
            <a:cxnLst/>
            <a:rect l="l" t="t" r="r" b="b"/>
            <a:pathLst>
              <a:path w="13409" h="331892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380" y="5325"/>
                </a:lnTo>
                <a:lnTo>
                  <a:pt x="380" y="7455"/>
                </a:lnTo>
                <a:lnTo>
                  <a:pt x="380" y="9141"/>
                </a:lnTo>
                <a:lnTo>
                  <a:pt x="380" y="10916"/>
                </a:lnTo>
                <a:lnTo>
                  <a:pt x="380" y="12869"/>
                </a:lnTo>
                <a:lnTo>
                  <a:pt x="380" y="14555"/>
                </a:lnTo>
                <a:lnTo>
                  <a:pt x="380" y="16686"/>
                </a:lnTo>
                <a:lnTo>
                  <a:pt x="380" y="18372"/>
                </a:lnTo>
                <a:lnTo>
                  <a:pt x="380" y="20325"/>
                </a:lnTo>
                <a:lnTo>
                  <a:pt x="380" y="22011"/>
                </a:lnTo>
                <a:lnTo>
                  <a:pt x="761" y="23964"/>
                </a:lnTo>
                <a:lnTo>
                  <a:pt x="761" y="25739"/>
                </a:lnTo>
                <a:lnTo>
                  <a:pt x="761" y="27425"/>
                </a:lnTo>
                <a:lnTo>
                  <a:pt x="761" y="29378"/>
                </a:lnTo>
                <a:lnTo>
                  <a:pt x="761" y="31241"/>
                </a:lnTo>
                <a:lnTo>
                  <a:pt x="1158" y="33194"/>
                </a:lnTo>
                <a:lnTo>
                  <a:pt x="1158" y="34880"/>
                </a:lnTo>
                <a:lnTo>
                  <a:pt x="1158" y="36833"/>
                </a:lnTo>
                <a:lnTo>
                  <a:pt x="1158" y="38519"/>
                </a:lnTo>
                <a:lnTo>
                  <a:pt x="1539" y="40472"/>
                </a:lnTo>
                <a:lnTo>
                  <a:pt x="1539" y="42247"/>
                </a:lnTo>
                <a:lnTo>
                  <a:pt x="1539" y="43934"/>
                </a:lnTo>
                <a:lnTo>
                  <a:pt x="1539" y="45886"/>
                </a:lnTo>
                <a:lnTo>
                  <a:pt x="1539" y="47573"/>
                </a:lnTo>
                <a:lnTo>
                  <a:pt x="1920" y="49525"/>
                </a:lnTo>
                <a:lnTo>
                  <a:pt x="1920" y="51211"/>
                </a:lnTo>
                <a:lnTo>
                  <a:pt x="1920" y="53164"/>
                </a:lnTo>
                <a:lnTo>
                  <a:pt x="1920" y="54850"/>
                </a:lnTo>
                <a:lnTo>
                  <a:pt x="1920" y="56803"/>
                </a:lnTo>
                <a:lnTo>
                  <a:pt x="2300" y="58489"/>
                </a:lnTo>
                <a:lnTo>
                  <a:pt x="2300" y="60442"/>
                </a:lnTo>
                <a:lnTo>
                  <a:pt x="2300" y="62128"/>
                </a:lnTo>
                <a:lnTo>
                  <a:pt x="2300" y="63904"/>
                </a:lnTo>
                <a:lnTo>
                  <a:pt x="2300" y="65590"/>
                </a:lnTo>
                <a:lnTo>
                  <a:pt x="2681" y="67543"/>
                </a:lnTo>
                <a:lnTo>
                  <a:pt x="2681" y="69229"/>
                </a:lnTo>
                <a:lnTo>
                  <a:pt x="2681" y="71182"/>
                </a:lnTo>
                <a:lnTo>
                  <a:pt x="2681" y="72868"/>
                </a:lnTo>
                <a:lnTo>
                  <a:pt x="2681" y="74820"/>
                </a:lnTo>
                <a:lnTo>
                  <a:pt x="2681" y="76507"/>
                </a:lnTo>
                <a:lnTo>
                  <a:pt x="2681" y="78193"/>
                </a:lnTo>
                <a:lnTo>
                  <a:pt x="2681" y="79968"/>
                </a:lnTo>
                <a:lnTo>
                  <a:pt x="2681" y="81832"/>
                </a:lnTo>
                <a:lnTo>
                  <a:pt x="3062" y="83607"/>
                </a:lnTo>
                <a:lnTo>
                  <a:pt x="3062" y="85294"/>
                </a:lnTo>
                <a:lnTo>
                  <a:pt x="3062" y="86980"/>
                </a:lnTo>
                <a:lnTo>
                  <a:pt x="3062" y="88933"/>
                </a:lnTo>
                <a:lnTo>
                  <a:pt x="3062" y="90708"/>
                </a:lnTo>
                <a:lnTo>
                  <a:pt x="3443" y="92394"/>
                </a:lnTo>
                <a:lnTo>
                  <a:pt x="3443" y="94080"/>
                </a:lnTo>
                <a:lnTo>
                  <a:pt x="3443" y="96033"/>
                </a:lnTo>
                <a:lnTo>
                  <a:pt x="3443" y="97719"/>
                </a:lnTo>
                <a:lnTo>
                  <a:pt x="3443" y="99495"/>
                </a:lnTo>
                <a:lnTo>
                  <a:pt x="3840" y="101181"/>
                </a:lnTo>
                <a:lnTo>
                  <a:pt x="3840" y="103134"/>
                </a:lnTo>
                <a:lnTo>
                  <a:pt x="3840" y="104820"/>
                </a:lnTo>
                <a:lnTo>
                  <a:pt x="3840" y="106506"/>
                </a:lnTo>
                <a:lnTo>
                  <a:pt x="4221" y="108246"/>
                </a:lnTo>
                <a:lnTo>
                  <a:pt x="4221" y="110181"/>
                </a:lnTo>
                <a:lnTo>
                  <a:pt x="4221" y="111681"/>
                </a:lnTo>
                <a:lnTo>
                  <a:pt x="4221" y="113607"/>
                </a:lnTo>
                <a:lnTo>
                  <a:pt x="4221" y="115320"/>
                </a:lnTo>
                <a:lnTo>
                  <a:pt x="4601" y="117042"/>
                </a:lnTo>
                <a:lnTo>
                  <a:pt x="4601" y="118755"/>
                </a:lnTo>
                <a:lnTo>
                  <a:pt x="4601" y="120468"/>
                </a:lnTo>
                <a:lnTo>
                  <a:pt x="4601" y="122189"/>
                </a:lnTo>
                <a:lnTo>
                  <a:pt x="4601" y="123902"/>
                </a:lnTo>
                <a:lnTo>
                  <a:pt x="4601" y="125615"/>
                </a:lnTo>
                <a:lnTo>
                  <a:pt x="4601" y="127550"/>
                </a:lnTo>
                <a:lnTo>
                  <a:pt x="4601" y="129050"/>
                </a:lnTo>
                <a:lnTo>
                  <a:pt x="4601" y="130976"/>
                </a:lnTo>
                <a:lnTo>
                  <a:pt x="4601" y="132476"/>
                </a:lnTo>
                <a:lnTo>
                  <a:pt x="4982" y="134411"/>
                </a:lnTo>
                <a:lnTo>
                  <a:pt x="4982" y="136124"/>
                </a:lnTo>
                <a:lnTo>
                  <a:pt x="4982" y="137837"/>
                </a:lnTo>
                <a:lnTo>
                  <a:pt x="4982" y="139550"/>
                </a:lnTo>
                <a:lnTo>
                  <a:pt x="5363" y="141272"/>
                </a:lnTo>
                <a:lnTo>
                  <a:pt x="5363" y="142985"/>
                </a:lnTo>
                <a:lnTo>
                  <a:pt x="5363" y="144485"/>
                </a:lnTo>
                <a:lnTo>
                  <a:pt x="5363" y="146420"/>
                </a:lnTo>
                <a:lnTo>
                  <a:pt x="5363" y="147920"/>
                </a:lnTo>
                <a:lnTo>
                  <a:pt x="5744" y="149846"/>
                </a:lnTo>
                <a:lnTo>
                  <a:pt x="5744" y="151559"/>
                </a:lnTo>
                <a:lnTo>
                  <a:pt x="5744" y="153059"/>
                </a:lnTo>
                <a:lnTo>
                  <a:pt x="5744" y="154993"/>
                </a:lnTo>
                <a:lnTo>
                  <a:pt x="5744" y="156493"/>
                </a:lnTo>
                <a:lnTo>
                  <a:pt x="6125" y="158206"/>
                </a:lnTo>
                <a:lnTo>
                  <a:pt x="6125" y="159928"/>
                </a:lnTo>
                <a:lnTo>
                  <a:pt x="6125" y="161641"/>
                </a:lnTo>
                <a:lnTo>
                  <a:pt x="6125" y="163354"/>
                </a:lnTo>
                <a:lnTo>
                  <a:pt x="6125" y="165067"/>
                </a:lnTo>
                <a:lnTo>
                  <a:pt x="6522" y="166789"/>
                </a:lnTo>
                <a:lnTo>
                  <a:pt x="6522" y="168289"/>
                </a:lnTo>
                <a:lnTo>
                  <a:pt x="6522" y="170215"/>
                </a:lnTo>
                <a:lnTo>
                  <a:pt x="6522" y="171715"/>
                </a:lnTo>
                <a:lnTo>
                  <a:pt x="6522" y="173437"/>
                </a:lnTo>
                <a:lnTo>
                  <a:pt x="6902" y="175150"/>
                </a:lnTo>
                <a:lnTo>
                  <a:pt x="6902" y="176863"/>
                </a:lnTo>
                <a:lnTo>
                  <a:pt x="6902" y="178576"/>
                </a:lnTo>
                <a:lnTo>
                  <a:pt x="6902" y="180076"/>
                </a:lnTo>
                <a:lnTo>
                  <a:pt x="6902" y="181798"/>
                </a:lnTo>
                <a:lnTo>
                  <a:pt x="6902" y="183298"/>
                </a:lnTo>
                <a:lnTo>
                  <a:pt x="6902" y="185224"/>
                </a:lnTo>
                <a:lnTo>
                  <a:pt x="6902" y="186945"/>
                </a:lnTo>
                <a:lnTo>
                  <a:pt x="6902" y="188445"/>
                </a:lnTo>
                <a:lnTo>
                  <a:pt x="7283" y="190158"/>
                </a:lnTo>
                <a:lnTo>
                  <a:pt x="7283" y="191658"/>
                </a:lnTo>
                <a:lnTo>
                  <a:pt x="7283" y="193371"/>
                </a:lnTo>
                <a:lnTo>
                  <a:pt x="7283" y="195093"/>
                </a:lnTo>
                <a:lnTo>
                  <a:pt x="7283" y="196593"/>
                </a:lnTo>
                <a:lnTo>
                  <a:pt x="7664" y="198306"/>
                </a:lnTo>
                <a:lnTo>
                  <a:pt x="7664" y="200019"/>
                </a:lnTo>
                <a:lnTo>
                  <a:pt x="7664" y="201741"/>
                </a:lnTo>
                <a:lnTo>
                  <a:pt x="7664" y="203454"/>
                </a:lnTo>
                <a:lnTo>
                  <a:pt x="7664" y="204954"/>
                </a:lnTo>
                <a:lnTo>
                  <a:pt x="8045" y="206667"/>
                </a:lnTo>
                <a:lnTo>
                  <a:pt x="8045" y="208167"/>
                </a:lnTo>
                <a:lnTo>
                  <a:pt x="8045" y="209889"/>
                </a:lnTo>
                <a:lnTo>
                  <a:pt x="8045" y="211602"/>
                </a:lnTo>
                <a:lnTo>
                  <a:pt x="8426" y="213102"/>
                </a:lnTo>
                <a:lnTo>
                  <a:pt x="8426" y="214815"/>
                </a:lnTo>
                <a:lnTo>
                  <a:pt x="8426" y="216315"/>
                </a:lnTo>
                <a:lnTo>
                  <a:pt x="8426" y="218037"/>
                </a:lnTo>
                <a:lnTo>
                  <a:pt x="8426" y="219537"/>
                </a:lnTo>
                <a:lnTo>
                  <a:pt x="8822" y="221037"/>
                </a:lnTo>
                <a:lnTo>
                  <a:pt x="8822" y="222749"/>
                </a:lnTo>
                <a:lnTo>
                  <a:pt x="8822" y="224462"/>
                </a:lnTo>
                <a:lnTo>
                  <a:pt x="8822" y="225962"/>
                </a:lnTo>
                <a:lnTo>
                  <a:pt x="8822" y="227684"/>
                </a:lnTo>
                <a:lnTo>
                  <a:pt x="8822" y="229397"/>
                </a:lnTo>
                <a:lnTo>
                  <a:pt x="8822" y="230897"/>
                </a:lnTo>
                <a:lnTo>
                  <a:pt x="8822" y="232397"/>
                </a:lnTo>
                <a:lnTo>
                  <a:pt x="8822" y="234119"/>
                </a:lnTo>
                <a:lnTo>
                  <a:pt x="8822" y="235619"/>
                </a:lnTo>
                <a:lnTo>
                  <a:pt x="9203" y="237332"/>
                </a:lnTo>
                <a:lnTo>
                  <a:pt x="9203" y="238832"/>
                </a:lnTo>
                <a:lnTo>
                  <a:pt x="9203" y="240332"/>
                </a:lnTo>
                <a:lnTo>
                  <a:pt x="9203" y="242045"/>
                </a:lnTo>
                <a:lnTo>
                  <a:pt x="9584" y="243554"/>
                </a:lnTo>
                <a:lnTo>
                  <a:pt x="9584" y="245267"/>
                </a:lnTo>
                <a:lnTo>
                  <a:pt x="9584" y="246767"/>
                </a:lnTo>
                <a:lnTo>
                  <a:pt x="9584" y="248267"/>
                </a:lnTo>
                <a:lnTo>
                  <a:pt x="9584" y="249980"/>
                </a:lnTo>
                <a:lnTo>
                  <a:pt x="9965" y="251480"/>
                </a:lnTo>
                <a:lnTo>
                  <a:pt x="9965" y="252989"/>
                </a:lnTo>
                <a:lnTo>
                  <a:pt x="9965" y="254702"/>
                </a:lnTo>
                <a:lnTo>
                  <a:pt x="9965" y="256201"/>
                </a:lnTo>
                <a:lnTo>
                  <a:pt x="9965" y="257701"/>
                </a:lnTo>
                <a:lnTo>
                  <a:pt x="10346" y="259414"/>
                </a:lnTo>
                <a:lnTo>
                  <a:pt x="10346" y="260914"/>
                </a:lnTo>
                <a:lnTo>
                  <a:pt x="10346" y="262423"/>
                </a:lnTo>
                <a:lnTo>
                  <a:pt x="10346" y="264136"/>
                </a:lnTo>
                <a:lnTo>
                  <a:pt x="10346" y="265636"/>
                </a:lnTo>
                <a:lnTo>
                  <a:pt x="10727" y="267136"/>
                </a:lnTo>
                <a:lnTo>
                  <a:pt x="10727" y="268636"/>
                </a:lnTo>
                <a:lnTo>
                  <a:pt x="10727" y="270349"/>
                </a:lnTo>
                <a:lnTo>
                  <a:pt x="10727" y="271858"/>
                </a:lnTo>
                <a:lnTo>
                  <a:pt x="11108" y="273358"/>
                </a:lnTo>
                <a:lnTo>
                  <a:pt x="11108" y="274858"/>
                </a:lnTo>
                <a:lnTo>
                  <a:pt x="11108" y="276571"/>
                </a:lnTo>
                <a:lnTo>
                  <a:pt x="11108" y="277858"/>
                </a:lnTo>
                <a:lnTo>
                  <a:pt x="11108" y="279571"/>
                </a:lnTo>
                <a:lnTo>
                  <a:pt x="11108" y="281071"/>
                </a:lnTo>
                <a:lnTo>
                  <a:pt x="11108" y="282571"/>
                </a:lnTo>
                <a:lnTo>
                  <a:pt x="11108" y="284080"/>
                </a:lnTo>
                <a:lnTo>
                  <a:pt x="11108" y="285580"/>
                </a:lnTo>
                <a:lnTo>
                  <a:pt x="11108" y="287293"/>
                </a:lnTo>
                <a:lnTo>
                  <a:pt x="11504" y="288580"/>
                </a:lnTo>
                <a:lnTo>
                  <a:pt x="11504" y="290293"/>
                </a:lnTo>
                <a:lnTo>
                  <a:pt x="11504" y="291792"/>
                </a:lnTo>
                <a:lnTo>
                  <a:pt x="11504" y="293079"/>
                </a:lnTo>
                <a:lnTo>
                  <a:pt x="11504" y="294801"/>
                </a:lnTo>
                <a:lnTo>
                  <a:pt x="11885" y="296301"/>
                </a:lnTo>
                <a:lnTo>
                  <a:pt x="11885" y="297801"/>
                </a:lnTo>
                <a:lnTo>
                  <a:pt x="11885" y="299301"/>
                </a:lnTo>
                <a:lnTo>
                  <a:pt x="11885" y="300801"/>
                </a:lnTo>
                <a:lnTo>
                  <a:pt x="12266" y="302301"/>
                </a:lnTo>
                <a:lnTo>
                  <a:pt x="12266" y="303801"/>
                </a:lnTo>
                <a:lnTo>
                  <a:pt x="12266" y="305301"/>
                </a:lnTo>
                <a:lnTo>
                  <a:pt x="12266" y="306801"/>
                </a:lnTo>
                <a:lnTo>
                  <a:pt x="12266" y="308310"/>
                </a:lnTo>
                <a:lnTo>
                  <a:pt x="12647" y="309588"/>
                </a:lnTo>
                <a:lnTo>
                  <a:pt x="12647" y="311310"/>
                </a:lnTo>
                <a:lnTo>
                  <a:pt x="12647" y="312810"/>
                </a:lnTo>
                <a:lnTo>
                  <a:pt x="12647" y="314310"/>
                </a:lnTo>
                <a:lnTo>
                  <a:pt x="12647" y="315597"/>
                </a:lnTo>
                <a:lnTo>
                  <a:pt x="13028" y="317097"/>
                </a:lnTo>
                <a:lnTo>
                  <a:pt x="13028" y="318597"/>
                </a:lnTo>
                <a:lnTo>
                  <a:pt x="13028" y="320097"/>
                </a:lnTo>
                <a:lnTo>
                  <a:pt x="13028" y="321597"/>
                </a:lnTo>
                <a:lnTo>
                  <a:pt x="13028" y="323097"/>
                </a:lnTo>
                <a:lnTo>
                  <a:pt x="13028" y="324605"/>
                </a:lnTo>
                <a:lnTo>
                  <a:pt x="13028" y="326105"/>
                </a:lnTo>
                <a:lnTo>
                  <a:pt x="13028" y="327392"/>
                </a:lnTo>
                <a:lnTo>
                  <a:pt x="13028" y="328892"/>
                </a:lnTo>
                <a:lnTo>
                  <a:pt x="13409" y="330392"/>
                </a:lnTo>
                <a:lnTo>
                  <a:pt x="13409" y="331892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428786" y="3918811"/>
            <a:ext cx="13805" cy="237794"/>
          </a:xfrm>
          <a:custGeom>
            <a:avLst/>
            <a:gdLst/>
            <a:ahLst/>
            <a:cxnLst/>
            <a:rect l="l" t="t" r="r" b="b"/>
            <a:pathLst>
              <a:path w="13805" h="237794">
                <a:moveTo>
                  <a:pt x="0" y="0"/>
                </a:moveTo>
                <a:lnTo>
                  <a:pt x="0" y="1499"/>
                </a:lnTo>
                <a:lnTo>
                  <a:pt x="0" y="2786"/>
                </a:lnTo>
                <a:lnTo>
                  <a:pt x="0" y="4286"/>
                </a:lnTo>
                <a:lnTo>
                  <a:pt x="380" y="5786"/>
                </a:lnTo>
                <a:lnTo>
                  <a:pt x="380" y="7286"/>
                </a:lnTo>
                <a:lnTo>
                  <a:pt x="380" y="8573"/>
                </a:lnTo>
                <a:lnTo>
                  <a:pt x="380" y="10073"/>
                </a:lnTo>
                <a:lnTo>
                  <a:pt x="380" y="11582"/>
                </a:lnTo>
                <a:lnTo>
                  <a:pt x="777" y="12869"/>
                </a:lnTo>
                <a:lnTo>
                  <a:pt x="777" y="14369"/>
                </a:lnTo>
                <a:lnTo>
                  <a:pt x="777" y="15656"/>
                </a:lnTo>
                <a:lnTo>
                  <a:pt x="777" y="17156"/>
                </a:lnTo>
                <a:lnTo>
                  <a:pt x="777" y="18656"/>
                </a:lnTo>
                <a:lnTo>
                  <a:pt x="1158" y="20156"/>
                </a:lnTo>
                <a:lnTo>
                  <a:pt x="1158" y="21443"/>
                </a:lnTo>
                <a:lnTo>
                  <a:pt x="1158" y="22730"/>
                </a:lnTo>
                <a:lnTo>
                  <a:pt x="1158" y="24230"/>
                </a:lnTo>
                <a:lnTo>
                  <a:pt x="1539" y="25730"/>
                </a:lnTo>
                <a:lnTo>
                  <a:pt x="1539" y="27230"/>
                </a:lnTo>
                <a:lnTo>
                  <a:pt x="1539" y="28517"/>
                </a:lnTo>
                <a:lnTo>
                  <a:pt x="1539" y="29804"/>
                </a:lnTo>
                <a:lnTo>
                  <a:pt x="1539" y="31304"/>
                </a:lnTo>
                <a:lnTo>
                  <a:pt x="1920" y="32804"/>
                </a:lnTo>
                <a:lnTo>
                  <a:pt x="1920" y="34091"/>
                </a:lnTo>
                <a:lnTo>
                  <a:pt x="1920" y="35591"/>
                </a:lnTo>
                <a:lnTo>
                  <a:pt x="1920" y="36877"/>
                </a:lnTo>
                <a:lnTo>
                  <a:pt x="1920" y="38164"/>
                </a:lnTo>
                <a:lnTo>
                  <a:pt x="1920" y="39664"/>
                </a:lnTo>
                <a:lnTo>
                  <a:pt x="1920" y="41164"/>
                </a:lnTo>
                <a:lnTo>
                  <a:pt x="1920" y="42451"/>
                </a:lnTo>
                <a:lnTo>
                  <a:pt x="1920" y="43960"/>
                </a:lnTo>
                <a:lnTo>
                  <a:pt x="1920" y="45025"/>
                </a:lnTo>
                <a:lnTo>
                  <a:pt x="2300" y="46525"/>
                </a:lnTo>
                <a:lnTo>
                  <a:pt x="2300" y="47812"/>
                </a:lnTo>
                <a:lnTo>
                  <a:pt x="2300" y="49321"/>
                </a:lnTo>
                <a:lnTo>
                  <a:pt x="2300" y="50821"/>
                </a:lnTo>
                <a:lnTo>
                  <a:pt x="2681" y="52108"/>
                </a:lnTo>
                <a:lnTo>
                  <a:pt x="2681" y="53395"/>
                </a:lnTo>
                <a:lnTo>
                  <a:pt x="2681" y="54682"/>
                </a:lnTo>
                <a:lnTo>
                  <a:pt x="2681" y="56182"/>
                </a:lnTo>
                <a:lnTo>
                  <a:pt x="2681" y="57469"/>
                </a:lnTo>
                <a:lnTo>
                  <a:pt x="3062" y="58756"/>
                </a:lnTo>
                <a:lnTo>
                  <a:pt x="3062" y="60256"/>
                </a:lnTo>
                <a:lnTo>
                  <a:pt x="3062" y="61543"/>
                </a:lnTo>
                <a:lnTo>
                  <a:pt x="3062" y="62830"/>
                </a:lnTo>
                <a:lnTo>
                  <a:pt x="3062" y="64117"/>
                </a:lnTo>
                <a:lnTo>
                  <a:pt x="3459" y="65395"/>
                </a:lnTo>
                <a:lnTo>
                  <a:pt x="3459" y="66903"/>
                </a:lnTo>
                <a:lnTo>
                  <a:pt x="3459" y="68190"/>
                </a:lnTo>
                <a:lnTo>
                  <a:pt x="3459" y="69690"/>
                </a:lnTo>
                <a:lnTo>
                  <a:pt x="3459" y="70977"/>
                </a:lnTo>
                <a:lnTo>
                  <a:pt x="3840" y="72264"/>
                </a:lnTo>
                <a:lnTo>
                  <a:pt x="3840" y="73551"/>
                </a:lnTo>
                <a:lnTo>
                  <a:pt x="3840" y="74829"/>
                </a:lnTo>
                <a:lnTo>
                  <a:pt x="3840" y="76116"/>
                </a:lnTo>
                <a:lnTo>
                  <a:pt x="3840" y="77403"/>
                </a:lnTo>
                <a:lnTo>
                  <a:pt x="3840" y="78690"/>
                </a:lnTo>
                <a:lnTo>
                  <a:pt x="3840" y="80190"/>
                </a:lnTo>
                <a:lnTo>
                  <a:pt x="3840" y="81477"/>
                </a:lnTo>
                <a:lnTo>
                  <a:pt x="3840" y="82764"/>
                </a:lnTo>
                <a:lnTo>
                  <a:pt x="4221" y="84051"/>
                </a:lnTo>
                <a:lnTo>
                  <a:pt x="4221" y="85338"/>
                </a:lnTo>
                <a:lnTo>
                  <a:pt x="4221" y="86625"/>
                </a:lnTo>
                <a:lnTo>
                  <a:pt x="4221" y="87912"/>
                </a:lnTo>
                <a:lnTo>
                  <a:pt x="4221" y="89199"/>
                </a:lnTo>
                <a:lnTo>
                  <a:pt x="4601" y="90486"/>
                </a:lnTo>
                <a:lnTo>
                  <a:pt x="4601" y="91773"/>
                </a:lnTo>
                <a:lnTo>
                  <a:pt x="4601" y="93060"/>
                </a:lnTo>
                <a:lnTo>
                  <a:pt x="4601" y="94347"/>
                </a:lnTo>
                <a:lnTo>
                  <a:pt x="4601" y="95634"/>
                </a:lnTo>
                <a:lnTo>
                  <a:pt x="4982" y="96921"/>
                </a:lnTo>
                <a:lnTo>
                  <a:pt x="4982" y="98208"/>
                </a:lnTo>
                <a:lnTo>
                  <a:pt x="4982" y="99495"/>
                </a:lnTo>
                <a:lnTo>
                  <a:pt x="4982" y="100569"/>
                </a:lnTo>
                <a:lnTo>
                  <a:pt x="5363" y="101847"/>
                </a:lnTo>
                <a:lnTo>
                  <a:pt x="5363" y="103134"/>
                </a:lnTo>
                <a:lnTo>
                  <a:pt x="5363" y="104420"/>
                </a:lnTo>
                <a:lnTo>
                  <a:pt x="5363" y="105707"/>
                </a:lnTo>
                <a:lnTo>
                  <a:pt x="5363" y="106994"/>
                </a:lnTo>
                <a:lnTo>
                  <a:pt x="5744" y="108281"/>
                </a:lnTo>
                <a:lnTo>
                  <a:pt x="5744" y="109568"/>
                </a:lnTo>
                <a:lnTo>
                  <a:pt x="5744" y="110855"/>
                </a:lnTo>
                <a:lnTo>
                  <a:pt x="5744" y="112142"/>
                </a:lnTo>
                <a:lnTo>
                  <a:pt x="5744" y="113216"/>
                </a:lnTo>
                <a:lnTo>
                  <a:pt x="5744" y="114503"/>
                </a:lnTo>
                <a:lnTo>
                  <a:pt x="5744" y="115790"/>
                </a:lnTo>
                <a:lnTo>
                  <a:pt x="5744" y="117077"/>
                </a:lnTo>
                <a:lnTo>
                  <a:pt x="5744" y="118364"/>
                </a:lnTo>
                <a:lnTo>
                  <a:pt x="5744" y="119438"/>
                </a:lnTo>
                <a:lnTo>
                  <a:pt x="6141" y="120716"/>
                </a:lnTo>
                <a:lnTo>
                  <a:pt x="6141" y="121790"/>
                </a:lnTo>
                <a:lnTo>
                  <a:pt x="6141" y="123077"/>
                </a:lnTo>
                <a:lnTo>
                  <a:pt x="6141" y="124151"/>
                </a:lnTo>
                <a:lnTo>
                  <a:pt x="6522" y="125438"/>
                </a:lnTo>
                <a:lnTo>
                  <a:pt x="6522" y="126725"/>
                </a:lnTo>
                <a:lnTo>
                  <a:pt x="6522" y="127799"/>
                </a:lnTo>
                <a:lnTo>
                  <a:pt x="6522" y="129086"/>
                </a:lnTo>
                <a:lnTo>
                  <a:pt x="6522" y="130373"/>
                </a:lnTo>
                <a:lnTo>
                  <a:pt x="6902" y="131438"/>
                </a:lnTo>
                <a:lnTo>
                  <a:pt x="6902" y="132725"/>
                </a:lnTo>
                <a:lnTo>
                  <a:pt x="6902" y="134012"/>
                </a:lnTo>
                <a:lnTo>
                  <a:pt x="6902" y="135086"/>
                </a:lnTo>
                <a:lnTo>
                  <a:pt x="6902" y="136373"/>
                </a:lnTo>
                <a:lnTo>
                  <a:pt x="7283" y="137446"/>
                </a:lnTo>
                <a:lnTo>
                  <a:pt x="7283" y="138733"/>
                </a:lnTo>
                <a:lnTo>
                  <a:pt x="7283" y="139807"/>
                </a:lnTo>
                <a:lnTo>
                  <a:pt x="7283" y="141094"/>
                </a:lnTo>
                <a:lnTo>
                  <a:pt x="7283" y="142159"/>
                </a:lnTo>
                <a:lnTo>
                  <a:pt x="7664" y="143446"/>
                </a:lnTo>
                <a:lnTo>
                  <a:pt x="7664" y="144520"/>
                </a:lnTo>
                <a:lnTo>
                  <a:pt x="7664" y="145807"/>
                </a:lnTo>
                <a:lnTo>
                  <a:pt x="7664" y="146881"/>
                </a:lnTo>
                <a:lnTo>
                  <a:pt x="8045" y="148168"/>
                </a:lnTo>
                <a:lnTo>
                  <a:pt x="8045" y="149242"/>
                </a:lnTo>
                <a:lnTo>
                  <a:pt x="8045" y="150307"/>
                </a:lnTo>
                <a:lnTo>
                  <a:pt x="8045" y="151594"/>
                </a:lnTo>
                <a:lnTo>
                  <a:pt x="8045" y="152668"/>
                </a:lnTo>
                <a:lnTo>
                  <a:pt x="8045" y="153955"/>
                </a:lnTo>
                <a:lnTo>
                  <a:pt x="8045" y="155029"/>
                </a:lnTo>
                <a:lnTo>
                  <a:pt x="8045" y="156103"/>
                </a:lnTo>
                <a:lnTo>
                  <a:pt x="8045" y="157390"/>
                </a:lnTo>
                <a:lnTo>
                  <a:pt x="8045" y="158455"/>
                </a:lnTo>
                <a:lnTo>
                  <a:pt x="8442" y="159742"/>
                </a:lnTo>
                <a:lnTo>
                  <a:pt x="8442" y="160816"/>
                </a:lnTo>
                <a:lnTo>
                  <a:pt x="8442" y="162103"/>
                </a:lnTo>
                <a:lnTo>
                  <a:pt x="8442" y="163177"/>
                </a:lnTo>
                <a:lnTo>
                  <a:pt x="8442" y="164251"/>
                </a:lnTo>
                <a:lnTo>
                  <a:pt x="8822" y="165325"/>
                </a:lnTo>
                <a:lnTo>
                  <a:pt x="8822" y="166390"/>
                </a:lnTo>
                <a:lnTo>
                  <a:pt x="8822" y="167464"/>
                </a:lnTo>
                <a:lnTo>
                  <a:pt x="8822" y="168751"/>
                </a:lnTo>
                <a:lnTo>
                  <a:pt x="9203" y="169825"/>
                </a:lnTo>
                <a:lnTo>
                  <a:pt x="9203" y="170898"/>
                </a:lnTo>
                <a:lnTo>
                  <a:pt x="9203" y="171964"/>
                </a:lnTo>
                <a:lnTo>
                  <a:pt x="9203" y="173037"/>
                </a:lnTo>
                <a:lnTo>
                  <a:pt x="9203" y="174111"/>
                </a:lnTo>
                <a:lnTo>
                  <a:pt x="9584" y="175185"/>
                </a:lnTo>
                <a:lnTo>
                  <a:pt x="9584" y="176259"/>
                </a:lnTo>
                <a:lnTo>
                  <a:pt x="9584" y="177324"/>
                </a:lnTo>
                <a:lnTo>
                  <a:pt x="9584" y="178611"/>
                </a:lnTo>
                <a:lnTo>
                  <a:pt x="9584" y="179685"/>
                </a:lnTo>
                <a:lnTo>
                  <a:pt x="9965" y="180759"/>
                </a:lnTo>
                <a:lnTo>
                  <a:pt x="9965" y="181833"/>
                </a:lnTo>
                <a:lnTo>
                  <a:pt x="9965" y="182907"/>
                </a:lnTo>
                <a:lnTo>
                  <a:pt x="9965" y="183972"/>
                </a:lnTo>
                <a:lnTo>
                  <a:pt x="9965" y="185046"/>
                </a:lnTo>
                <a:lnTo>
                  <a:pt x="9965" y="186120"/>
                </a:lnTo>
                <a:lnTo>
                  <a:pt x="9965" y="187194"/>
                </a:lnTo>
                <a:lnTo>
                  <a:pt x="9965" y="188268"/>
                </a:lnTo>
                <a:lnTo>
                  <a:pt x="9965" y="189333"/>
                </a:lnTo>
                <a:lnTo>
                  <a:pt x="10346" y="190407"/>
                </a:lnTo>
                <a:lnTo>
                  <a:pt x="10346" y="191481"/>
                </a:lnTo>
                <a:lnTo>
                  <a:pt x="10346" y="192555"/>
                </a:lnTo>
                <a:lnTo>
                  <a:pt x="10346" y="193629"/>
                </a:lnTo>
                <a:lnTo>
                  <a:pt x="10346" y="194694"/>
                </a:lnTo>
                <a:lnTo>
                  <a:pt x="10727" y="195555"/>
                </a:lnTo>
                <a:lnTo>
                  <a:pt x="10727" y="196629"/>
                </a:lnTo>
                <a:lnTo>
                  <a:pt x="10727" y="197703"/>
                </a:lnTo>
                <a:lnTo>
                  <a:pt x="10727" y="198768"/>
                </a:lnTo>
                <a:lnTo>
                  <a:pt x="10727" y="199842"/>
                </a:lnTo>
                <a:lnTo>
                  <a:pt x="11123" y="200916"/>
                </a:lnTo>
                <a:lnTo>
                  <a:pt x="11123" y="201990"/>
                </a:lnTo>
                <a:lnTo>
                  <a:pt x="11123" y="202842"/>
                </a:lnTo>
                <a:lnTo>
                  <a:pt x="11123" y="203916"/>
                </a:lnTo>
                <a:lnTo>
                  <a:pt x="11123" y="204989"/>
                </a:lnTo>
                <a:lnTo>
                  <a:pt x="11504" y="205850"/>
                </a:lnTo>
                <a:lnTo>
                  <a:pt x="11504" y="206915"/>
                </a:lnTo>
                <a:lnTo>
                  <a:pt x="11504" y="207989"/>
                </a:lnTo>
                <a:lnTo>
                  <a:pt x="11504" y="209063"/>
                </a:lnTo>
                <a:lnTo>
                  <a:pt x="11885" y="209924"/>
                </a:lnTo>
                <a:lnTo>
                  <a:pt x="11885" y="210989"/>
                </a:lnTo>
                <a:lnTo>
                  <a:pt x="11885" y="211850"/>
                </a:lnTo>
                <a:lnTo>
                  <a:pt x="11885" y="212924"/>
                </a:lnTo>
                <a:lnTo>
                  <a:pt x="11885" y="213998"/>
                </a:lnTo>
                <a:lnTo>
                  <a:pt x="12266" y="215063"/>
                </a:lnTo>
                <a:lnTo>
                  <a:pt x="12266" y="215924"/>
                </a:lnTo>
                <a:lnTo>
                  <a:pt x="12266" y="216998"/>
                </a:lnTo>
                <a:lnTo>
                  <a:pt x="12266" y="217850"/>
                </a:lnTo>
                <a:lnTo>
                  <a:pt x="12266" y="218924"/>
                </a:lnTo>
                <a:lnTo>
                  <a:pt x="12266" y="219785"/>
                </a:lnTo>
                <a:lnTo>
                  <a:pt x="12266" y="220859"/>
                </a:lnTo>
                <a:lnTo>
                  <a:pt x="12266" y="221924"/>
                </a:lnTo>
                <a:lnTo>
                  <a:pt x="12266" y="222785"/>
                </a:lnTo>
                <a:lnTo>
                  <a:pt x="12266" y="223646"/>
                </a:lnTo>
                <a:lnTo>
                  <a:pt x="12647" y="224720"/>
                </a:lnTo>
                <a:lnTo>
                  <a:pt x="12647" y="225785"/>
                </a:lnTo>
                <a:lnTo>
                  <a:pt x="12647" y="226646"/>
                </a:lnTo>
                <a:lnTo>
                  <a:pt x="12647" y="227507"/>
                </a:lnTo>
                <a:lnTo>
                  <a:pt x="13028" y="228572"/>
                </a:lnTo>
                <a:lnTo>
                  <a:pt x="13028" y="229433"/>
                </a:lnTo>
                <a:lnTo>
                  <a:pt x="13028" y="230507"/>
                </a:lnTo>
                <a:lnTo>
                  <a:pt x="13028" y="231359"/>
                </a:lnTo>
                <a:lnTo>
                  <a:pt x="13028" y="232433"/>
                </a:lnTo>
                <a:lnTo>
                  <a:pt x="13409" y="233294"/>
                </a:lnTo>
                <a:lnTo>
                  <a:pt x="13409" y="234155"/>
                </a:lnTo>
                <a:lnTo>
                  <a:pt x="13409" y="235220"/>
                </a:lnTo>
                <a:lnTo>
                  <a:pt x="13409" y="236081"/>
                </a:lnTo>
                <a:lnTo>
                  <a:pt x="13409" y="236942"/>
                </a:lnTo>
                <a:lnTo>
                  <a:pt x="13805" y="237794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442591" y="4156605"/>
            <a:ext cx="13028" cy="123512"/>
          </a:xfrm>
          <a:custGeom>
            <a:avLst/>
            <a:gdLst/>
            <a:ahLst/>
            <a:cxnLst/>
            <a:rect l="l" t="t" r="r" b="b"/>
            <a:pathLst>
              <a:path w="13028" h="123512">
                <a:moveTo>
                  <a:pt x="0" y="0"/>
                </a:moveTo>
                <a:lnTo>
                  <a:pt x="0" y="1073"/>
                </a:lnTo>
                <a:lnTo>
                  <a:pt x="0" y="1934"/>
                </a:lnTo>
                <a:lnTo>
                  <a:pt x="0" y="2786"/>
                </a:lnTo>
                <a:lnTo>
                  <a:pt x="0" y="3647"/>
                </a:lnTo>
                <a:lnTo>
                  <a:pt x="380" y="4508"/>
                </a:lnTo>
                <a:lnTo>
                  <a:pt x="380" y="5573"/>
                </a:lnTo>
                <a:lnTo>
                  <a:pt x="380" y="6434"/>
                </a:lnTo>
                <a:lnTo>
                  <a:pt x="380" y="7295"/>
                </a:lnTo>
                <a:lnTo>
                  <a:pt x="380" y="8147"/>
                </a:lnTo>
                <a:lnTo>
                  <a:pt x="380" y="9221"/>
                </a:lnTo>
                <a:lnTo>
                  <a:pt x="380" y="10082"/>
                </a:lnTo>
                <a:lnTo>
                  <a:pt x="380" y="10934"/>
                </a:lnTo>
                <a:lnTo>
                  <a:pt x="380" y="11795"/>
                </a:lnTo>
                <a:lnTo>
                  <a:pt x="761" y="12869"/>
                </a:lnTo>
                <a:lnTo>
                  <a:pt x="761" y="13721"/>
                </a:lnTo>
                <a:lnTo>
                  <a:pt x="761" y="14369"/>
                </a:lnTo>
                <a:lnTo>
                  <a:pt x="761" y="15230"/>
                </a:lnTo>
                <a:lnTo>
                  <a:pt x="761" y="16295"/>
                </a:lnTo>
                <a:lnTo>
                  <a:pt x="1142" y="17156"/>
                </a:lnTo>
                <a:lnTo>
                  <a:pt x="1142" y="18017"/>
                </a:lnTo>
                <a:lnTo>
                  <a:pt x="1142" y="18656"/>
                </a:lnTo>
                <a:lnTo>
                  <a:pt x="1142" y="19730"/>
                </a:lnTo>
                <a:lnTo>
                  <a:pt x="1142" y="20582"/>
                </a:lnTo>
                <a:lnTo>
                  <a:pt x="1523" y="21230"/>
                </a:lnTo>
                <a:lnTo>
                  <a:pt x="1523" y="22304"/>
                </a:lnTo>
                <a:lnTo>
                  <a:pt x="1523" y="23156"/>
                </a:lnTo>
                <a:lnTo>
                  <a:pt x="1523" y="23804"/>
                </a:lnTo>
                <a:lnTo>
                  <a:pt x="1904" y="24665"/>
                </a:lnTo>
                <a:lnTo>
                  <a:pt x="1904" y="25730"/>
                </a:lnTo>
                <a:lnTo>
                  <a:pt x="1904" y="26378"/>
                </a:lnTo>
                <a:lnTo>
                  <a:pt x="1904" y="27230"/>
                </a:lnTo>
                <a:lnTo>
                  <a:pt x="1904" y="28091"/>
                </a:lnTo>
                <a:lnTo>
                  <a:pt x="2285" y="28952"/>
                </a:lnTo>
                <a:lnTo>
                  <a:pt x="2285" y="29591"/>
                </a:lnTo>
                <a:lnTo>
                  <a:pt x="2285" y="30452"/>
                </a:lnTo>
                <a:lnTo>
                  <a:pt x="2285" y="31304"/>
                </a:lnTo>
                <a:lnTo>
                  <a:pt x="2285" y="32165"/>
                </a:lnTo>
                <a:lnTo>
                  <a:pt x="2681" y="32812"/>
                </a:lnTo>
                <a:lnTo>
                  <a:pt x="2681" y="33878"/>
                </a:lnTo>
                <a:lnTo>
                  <a:pt x="2681" y="34525"/>
                </a:lnTo>
                <a:lnTo>
                  <a:pt x="2681" y="35377"/>
                </a:lnTo>
                <a:lnTo>
                  <a:pt x="2681" y="36238"/>
                </a:lnTo>
                <a:lnTo>
                  <a:pt x="2681" y="36886"/>
                </a:lnTo>
                <a:lnTo>
                  <a:pt x="2681" y="37738"/>
                </a:lnTo>
                <a:lnTo>
                  <a:pt x="2681" y="38599"/>
                </a:lnTo>
                <a:lnTo>
                  <a:pt x="2681" y="39451"/>
                </a:lnTo>
                <a:lnTo>
                  <a:pt x="3062" y="40099"/>
                </a:lnTo>
                <a:lnTo>
                  <a:pt x="3062" y="40960"/>
                </a:lnTo>
                <a:lnTo>
                  <a:pt x="3062" y="41599"/>
                </a:lnTo>
                <a:lnTo>
                  <a:pt x="3062" y="42460"/>
                </a:lnTo>
                <a:lnTo>
                  <a:pt x="3062" y="43312"/>
                </a:lnTo>
                <a:lnTo>
                  <a:pt x="3443" y="43960"/>
                </a:lnTo>
                <a:lnTo>
                  <a:pt x="3443" y="44599"/>
                </a:lnTo>
                <a:lnTo>
                  <a:pt x="3443" y="45673"/>
                </a:lnTo>
                <a:lnTo>
                  <a:pt x="3443" y="46321"/>
                </a:lnTo>
                <a:lnTo>
                  <a:pt x="3443" y="46960"/>
                </a:lnTo>
                <a:lnTo>
                  <a:pt x="3824" y="47821"/>
                </a:lnTo>
                <a:lnTo>
                  <a:pt x="3824" y="48460"/>
                </a:lnTo>
                <a:lnTo>
                  <a:pt x="3824" y="49321"/>
                </a:lnTo>
                <a:lnTo>
                  <a:pt x="3824" y="49960"/>
                </a:lnTo>
                <a:lnTo>
                  <a:pt x="3824" y="50821"/>
                </a:lnTo>
                <a:lnTo>
                  <a:pt x="4205" y="51682"/>
                </a:lnTo>
                <a:lnTo>
                  <a:pt x="4205" y="52321"/>
                </a:lnTo>
                <a:lnTo>
                  <a:pt x="4205" y="52969"/>
                </a:lnTo>
                <a:lnTo>
                  <a:pt x="4205" y="53821"/>
                </a:lnTo>
                <a:lnTo>
                  <a:pt x="4586" y="54469"/>
                </a:lnTo>
                <a:lnTo>
                  <a:pt x="4586" y="55321"/>
                </a:lnTo>
                <a:lnTo>
                  <a:pt x="4586" y="55969"/>
                </a:lnTo>
                <a:lnTo>
                  <a:pt x="4586" y="56608"/>
                </a:lnTo>
                <a:lnTo>
                  <a:pt x="4586" y="57469"/>
                </a:lnTo>
                <a:lnTo>
                  <a:pt x="4586" y="57895"/>
                </a:lnTo>
                <a:lnTo>
                  <a:pt x="4586" y="58756"/>
                </a:lnTo>
                <a:lnTo>
                  <a:pt x="4586" y="59395"/>
                </a:lnTo>
                <a:lnTo>
                  <a:pt x="4586" y="60043"/>
                </a:lnTo>
                <a:lnTo>
                  <a:pt x="4586" y="60895"/>
                </a:lnTo>
                <a:lnTo>
                  <a:pt x="4966" y="61543"/>
                </a:lnTo>
                <a:lnTo>
                  <a:pt x="4966" y="62395"/>
                </a:lnTo>
                <a:lnTo>
                  <a:pt x="4966" y="62830"/>
                </a:lnTo>
                <a:lnTo>
                  <a:pt x="4966" y="63469"/>
                </a:lnTo>
                <a:lnTo>
                  <a:pt x="4966" y="64330"/>
                </a:lnTo>
                <a:lnTo>
                  <a:pt x="5363" y="64969"/>
                </a:lnTo>
                <a:lnTo>
                  <a:pt x="5363" y="65617"/>
                </a:lnTo>
                <a:lnTo>
                  <a:pt x="5363" y="66256"/>
                </a:lnTo>
                <a:lnTo>
                  <a:pt x="5363" y="67117"/>
                </a:lnTo>
                <a:lnTo>
                  <a:pt x="5744" y="67756"/>
                </a:lnTo>
                <a:lnTo>
                  <a:pt x="5744" y="68190"/>
                </a:lnTo>
                <a:lnTo>
                  <a:pt x="5744" y="69043"/>
                </a:lnTo>
                <a:lnTo>
                  <a:pt x="5744" y="69477"/>
                </a:lnTo>
                <a:lnTo>
                  <a:pt x="5744" y="70329"/>
                </a:lnTo>
                <a:lnTo>
                  <a:pt x="6125" y="70977"/>
                </a:lnTo>
                <a:lnTo>
                  <a:pt x="6125" y="71616"/>
                </a:lnTo>
                <a:lnTo>
                  <a:pt x="6125" y="72264"/>
                </a:lnTo>
                <a:lnTo>
                  <a:pt x="6125" y="72903"/>
                </a:lnTo>
                <a:lnTo>
                  <a:pt x="6125" y="73551"/>
                </a:lnTo>
                <a:lnTo>
                  <a:pt x="6506" y="74190"/>
                </a:lnTo>
                <a:lnTo>
                  <a:pt x="6506" y="74838"/>
                </a:lnTo>
                <a:lnTo>
                  <a:pt x="6506" y="75264"/>
                </a:lnTo>
                <a:lnTo>
                  <a:pt x="6506" y="76125"/>
                </a:lnTo>
                <a:lnTo>
                  <a:pt x="6506" y="76551"/>
                </a:lnTo>
                <a:lnTo>
                  <a:pt x="6886" y="77412"/>
                </a:lnTo>
                <a:lnTo>
                  <a:pt x="6886" y="77838"/>
                </a:lnTo>
                <a:lnTo>
                  <a:pt x="6886" y="78699"/>
                </a:lnTo>
                <a:lnTo>
                  <a:pt x="6886" y="79125"/>
                </a:lnTo>
                <a:lnTo>
                  <a:pt x="6886" y="79764"/>
                </a:lnTo>
                <a:lnTo>
                  <a:pt x="6886" y="80412"/>
                </a:lnTo>
                <a:lnTo>
                  <a:pt x="6886" y="81051"/>
                </a:lnTo>
                <a:lnTo>
                  <a:pt x="6886" y="81486"/>
                </a:lnTo>
                <a:lnTo>
                  <a:pt x="6886" y="82338"/>
                </a:lnTo>
                <a:lnTo>
                  <a:pt x="7267" y="82773"/>
                </a:lnTo>
                <a:lnTo>
                  <a:pt x="7267" y="83412"/>
                </a:lnTo>
                <a:lnTo>
                  <a:pt x="7267" y="83838"/>
                </a:lnTo>
                <a:lnTo>
                  <a:pt x="7267" y="84486"/>
                </a:lnTo>
                <a:lnTo>
                  <a:pt x="7267" y="85125"/>
                </a:lnTo>
                <a:lnTo>
                  <a:pt x="7664" y="85773"/>
                </a:lnTo>
                <a:lnTo>
                  <a:pt x="7664" y="86199"/>
                </a:lnTo>
                <a:lnTo>
                  <a:pt x="7664" y="86847"/>
                </a:lnTo>
                <a:lnTo>
                  <a:pt x="7664" y="87273"/>
                </a:lnTo>
                <a:lnTo>
                  <a:pt x="7664" y="87912"/>
                </a:lnTo>
                <a:lnTo>
                  <a:pt x="8045" y="88560"/>
                </a:lnTo>
                <a:lnTo>
                  <a:pt x="8045" y="89199"/>
                </a:lnTo>
                <a:lnTo>
                  <a:pt x="8045" y="89634"/>
                </a:lnTo>
                <a:lnTo>
                  <a:pt x="8045" y="90273"/>
                </a:lnTo>
                <a:lnTo>
                  <a:pt x="8045" y="90699"/>
                </a:lnTo>
                <a:lnTo>
                  <a:pt x="8426" y="91347"/>
                </a:lnTo>
                <a:lnTo>
                  <a:pt x="8426" y="91986"/>
                </a:lnTo>
                <a:lnTo>
                  <a:pt x="8426" y="92421"/>
                </a:lnTo>
                <a:lnTo>
                  <a:pt x="8426" y="93060"/>
                </a:lnTo>
                <a:lnTo>
                  <a:pt x="8807" y="93495"/>
                </a:lnTo>
                <a:lnTo>
                  <a:pt x="8807" y="94134"/>
                </a:lnTo>
                <a:lnTo>
                  <a:pt x="8807" y="94560"/>
                </a:lnTo>
                <a:lnTo>
                  <a:pt x="8807" y="94995"/>
                </a:lnTo>
                <a:lnTo>
                  <a:pt x="8807" y="95421"/>
                </a:lnTo>
                <a:lnTo>
                  <a:pt x="8807" y="96060"/>
                </a:lnTo>
                <a:lnTo>
                  <a:pt x="8807" y="96708"/>
                </a:lnTo>
                <a:lnTo>
                  <a:pt x="8807" y="97134"/>
                </a:lnTo>
                <a:lnTo>
                  <a:pt x="8807" y="97782"/>
                </a:lnTo>
                <a:lnTo>
                  <a:pt x="8807" y="97995"/>
                </a:lnTo>
                <a:lnTo>
                  <a:pt x="9187" y="98634"/>
                </a:lnTo>
                <a:lnTo>
                  <a:pt x="9187" y="99069"/>
                </a:lnTo>
                <a:lnTo>
                  <a:pt x="9187" y="99708"/>
                </a:lnTo>
                <a:lnTo>
                  <a:pt x="9187" y="100134"/>
                </a:lnTo>
                <a:lnTo>
                  <a:pt x="9187" y="100569"/>
                </a:lnTo>
                <a:lnTo>
                  <a:pt x="9568" y="101208"/>
                </a:lnTo>
                <a:lnTo>
                  <a:pt x="9568" y="101642"/>
                </a:lnTo>
                <a:lnTo>
                  <a:pt x="9568" y="102068"/>
                </a:lnTo>
                <a:lnTo>
                  <a:pt x="9568" y="102494"/>
                </a:lnTo>
                <a:lnTo>
                  <a:pt x="9949" y="102929"/>
                </a:lnTo>
                <a:lnTo>
                  <a:pt x="9949" y="103568"/>
                </a:lnTo>
                <a:lnTo>
                  <a:pt x="9949" y="103994"/>
                </a:lnTo>
                <a:lnTo>
                  <a:pt x="9949" y="104429"/>
                </a:lnTo>
                <a:lnTo>
                  <a:pt x="9949" y="104855"/>
                </a:lnTo>
                <a:lnTo>
                  <a:pt x="10346" y="105281"/>
                </a:lnTo>
                <a:lnTo>
                  <a:pt x="10346" y="105929"/>
                </a:lnTo>
                <a:lnTo>
                  <a:pt x="10346" y="106142"/>
                </a:lnTo>
                <a:lnTo>
                  <a:pt x="10346" y="106781"/>
                </a:lnTo>
                <a:lnTo>
                  <a:pt x="10346" y="107216"/>
                </a:lnTo>
                <a:lnTo>
                  <a:pt x="10727" y="107642"/>
                </a:lnTo>
                <a:lnTo>
                  <a:pt x="10727" y="108068"/>
                </a:lnTo>
                <a:lnTo>
                  <a:pt x="10727" y="108503"/>
                </a:lnTo>
                <a:lnTo>
                  <a:pt x="10727" y="108929"/>
                </a:lnTo>
                <a:lnTo>
                  <a:pt x="10727" y="109355"/>
                </a:lnTo>
                <a:lnTo>
                  <a:pt x="10727" y="109790"/>
                </a:lnTo>
                <a:lnTo>
                  <a:pt x="10727" y="110216"/>
                </a:lnTo>
                <a:lnTo>
                  <a:pt x="10727" y="110642"/>
                </a:lnTo>
                <a:lnTo>
                  <a:pt x="10727" y="111077"/>
                </a:lnTo>
                <a:lnTo>
                  <a:pt x="11108" y="111503"/>
                </a:lnTo>
                <a:lnTo>
                  <a:pt x="11108" y="111929"/>
                </a:lnTo>
                <a:lnTo>
                  <a:pt x="11108" y="112364"/>
                </a:lnTo>
                <a:lnTo>
                  <a:pt x="11108" y="112790"/>
                </a:lnTo>
                <a:lnTo>
                  <a:pt x="11108" y="113216"/>
                </a:lnTo>
                <a:lnTo>
                  <a:pt x="11488" y="113429"/>
                </a:lnTo>
                <a:lnTo>
                  <a:pt x="11488" y="113864"/>
                </a:lnTo>
                <a:lnTo>
                  <a:pt x="11488" y="114290"/>
                </a:lnTo>
                <a:lnTo>
                  <a:pt x="11488" y="114716"/>
                </a:lnTo>
                <a:lnTo>
                  <a:pt x="11488" y="115151"/>
                </a:lnTo>
                <a:lnTo>
                  <a:pt x="11869" y="115577"/>
                </a:lnTo>
                <a:lnTo>
                  <a:pt x="11869" y="115790"/>
                </a:lnTo>
                <a:lnTo>
                  <a:pt x="11869" y="116216"/>
                </a:lnTo>
                <a:lnTo>
                  <a:pt x="11869" y="116651"/>
                </a:lnTo>
                <a:lnTo>
                  <a:pt x="11869" y="116864"/>
                </a:lnTo>
                <a:lnTo>
                  <a:pt x="12250" y="117290"/>
                </a:lnTo>
                <a:lnTo>
                  <a:pt x="12250" y="117716"/>
                </a:lnTo>
                <a:lnTo>
                  <a:pt x="12250" y="117938"/>
                </a:lnTo>
                <a:lnTo>
                  <a:pt x="12250" y="118364"/>
                </a:lnTo>
                <a:lnTo>
                  <a:pt x="12631" y="118790"/>
                </a:lnTo>
                <a:lnTo>
                  <a:pt x="12631" y="119003"/>
                </a:lnTo>
                <a:lnTo>
                  <a:pt x="12631" y="119438"/>
                </a:lnTo>
                <a:lnTo>
                  <a:pt x="12631" y="119864"/>
                </a:lnTo>
                <a:lnTo>
                  <a:pt x="12631" y="120290"/>
                </a:lnTo>
                <a:lnTo>
                  <a:pt x="13028" y="120512"/>
                </a:lnTo>
                <a:lnTo>
                  <a:pt x="13028" y="120938"/>
                </a:lnTo>
                <a:lnTo>
                  <a:pt x="13028" y="121151"/>
                </a:lnTo>
                <a:lnTo>
                  <a:pt x="13028" y="121364"/>
                </a:lnTo>
                <a:lnTo>
                  <a:pt x="13028" y="121799"/>
                </a:lnTo>
                <a:lnTo>
                  <a:pt x="13028" y="122225"/>
                </a:lnTo>
                <a:lnTo>
                  <a:pt x="13028" y="122651"/>
                </a:lnTo>
                <a:lnTo>
                  <a:pt x="13028" y="123077"/>
                </a:lnTo>
                <a:lnTo>
                  <a:pt x="13028" y="123512"/>
                </a:lnTo>
              </a:path>
            </a:pathLst>
          </a:custGeom>
          <a:ln w="194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455619" y="4278404"/>
            <a:ext cx="13789" cy="16721"/>
          </a:xfrm>
          <a:custGeom>
            <a:avLst/>
            <a:gdLst/>
            <a:ahLst/>
            <a:cxnLst/>
            <a:rect l="l" t="t" r="r" b="b"/>
            <a:pathLst>
              <a:path w="13789" h="16721">
                <a:moveTo>
                  <a:pt x="0" y="1712"/>
                </a:moveTo>
                <a:lnTo>
                  <a:pt x="380" y="1925"/>
                </a:lnTo>
                <a:lnTo>
                  <a:pt x="380" y="2139"/>
                </a:lnTo>
                <a:lnTo>
                  <a:pt x="380" y="2565"/>
                </a:lnTo>
                <a:lnTo>
                  <a:pt x="380" y="2999"/>
                </a:lnTo>
                <a:lnTo>
                  <a:pt x="761" y="3212"/>
                </a:lnTo>
                <a:lnTo>
                  <a:pt x="761" y="3425"/>
                </a:lnTo>
                <a:lnTo>
                  <a:pt x="761" y="3638"/>
                </a:lnTo>
                <a:lnTo>
                  <a:pt x="761" y="4073"/>
                </a:lnTo>
                <a:lnTo>
                  <a:pt x="761" y="4286"/>
                </a:lnTo>
                <a:lnTo>
                  <a:pt x="1142" y="4499"/>
                </a:lnTo>
                <a:lnTo>
                  <a:pt x="1142" y="4925"/>
                </a:lnTo>
                <a:lnTo>
                  <a:pt x="1142" y="5138"/>
                </a:lnTo>
                <a:lnTo>
                  <a:pt x="1142" y="5573"/>
                </a:lnTo>
                <a:lnTo>
                  <a:pt x="1523" y="5999"/>
                </a:lnTo>
                <a:lnTo>
                  <a:pt x="1523" y="6212"/>
                </a:lnTo>
                <a:lnTo>
                  <a:pt x="1523" y="6425"/>
                </a:lnTo>
                <a:lnTo>
                  <a:pt x="1523" y="6638"/>
                </a:lnTo>
                <a:lnTo>
                  <a:pt x="1523" y="6860"/>
                </a:lnTo>
                <a:lnTo>
                  <a:pt x="1904" y="7286"/>
                </a:lnTo>
                <a:lnTo>
                  <a:pt x="1904" y="7499"/>
                </a:lnTo>
                <a:lnTo>
                  <a:pt x="1904" y="7712"/>
                </a:lnTo>
                <a:lnTo>
                  <a:pt x="1904" y="7925"/>
                </a:lnTo>
                <a:lnTo>
                  <a:pt x="1904" y="8147"/>
                </a:lnTo>
                <a:lnTo>
                  <a:pt x="1904" y="8360"/>
                </a:lnTo>
                <a:lnTo>
                  <a:pt x="1904" y="8573"/>
                </a:lnTo>
                <a:lnTo>
                  <a:pt x="1904" y="8999"/>
                </a:lnTo>
                <a:lnTo>
                  <a:pt x="2285" y="9212"/>
                </a:lnTo>
                <a:lnTo>
                  <a:pt x="2285" y="9425"/>
                </a:lnTo>
                <a:lnTo>
                  <a:pt x="2285" y="9647"/>
                </a:lnTo>
                <a:lnTo>
                  <a:pt x="2285" y="10073"/>
                </a:lnTo>
                <a:lnTo>
                  <a:pt x="2285" y="10286"/>
                </a:lnTo>
                <a:lnTo>
                  <a:pt x="2681" y="10286"/>
                </a:lnTo>
                <a:lnTo>
                  <a:pt x="2681" y="10499"/>
                </a:lnTo>
                <a:lnTo>
                  <a:pt x="2681" y="10712"/>
                </a:lnTo>
                <a:lnTo>
                  <a:pt x="2681" y="10934"/>
                </a:lnTo>
                <a:lnTo>
                  <a:pt x="2681" y="11147"/>
                </a:lnTo>
                <a:lnTo>
                  <a:pt x="3062" y="11360"/>
                </a:lnTo>
                <a:lnTo>
                  <a:pt x="3062" y="11573"/>
                </a:lnTo>
                <a:lnTo>
                  <a:pt x="3062" y="11786"/>
                </a:lnTo>
                <a:lnTo>
                  <a:pt x="3443" y="11999"/>
                </a:lnTo>
                <a:lnTo>
                  <a:pt x="3443" y="12221"/>
                </a:lnTo>
                <a:lnTo>
                  <a:pt x="3443" y="12434"/>
                </a:lnTo>
                <a:lnTo>
                  <a:pt x="3443" y="12647"/>
                </a:lnTo>
                <a:lnTo>
                  <a:pt x="3824" y="12860"/>
                </a:lnTo>
                <a:lnTo>
                  <a:pt x="3824" y="13073"/>
                </a:lnTo>
                <a:lnTo>
                  <a:pt x="3824" y="13286"/>
                </a:lnTo>
                <a:lnTo>
                  <a:pt x="3824" y="13508"/>
                </a:lnTo>
                <a:lnTo>
                  <a:pt x="4205" y="13721"/>
                </a:lnTo>
                <a:lnTo>
                  <a:pt x="4205" y="13934"/>
                </a:lnTo>
                <a:lnTo>
                  <a:pt x="4205" y="14147"/>
                </a:lnTo>
                <a:lnTo>
                  <a:pt x="4205" y="14360"/>
                </a:lnTo>
                <a:lnTo>
                  <a:pt x="4205" y="14573"/>
                </a:lnTo>
                <a:lnTo>
                  <a:pt x="4586" y="14786"/>
                </a:lnTo>
                <a:lnTo>
                  <a:pt x="4586" y="15008"/>
                </a:lnTo>
                <a:lnTo>
                  <a:pt x="4966" y="15221"/>
                </a:lnTo>
                <a:lnTo>
                  <a:pt x="4966" y="15434"/>
                </a:lnTo>
                <a:lnTo>
                  <a:pt x="4966" y="15647"/>
                </a:lnTo>
                <a:lnTo>
                  <a:pt x="5363" y="15647"/>
                </a:lnTo>
                <a:lnTo>
                  <a:pt x="5363" y="15860"/>
                </a:lnTo>
                <a:lnTo>
                  <a:pt x="5363" y="16073"/>
                </a:lnTo>
                <a:lnTo>
                  <a:pt x="5744" y="16073"/>
                </a:lnTo>
                <a:lnTo>
                  <a:pt x="6125" y="16295"/>
                </a:lnTo>
                <a:lnTo>
                  <a:pt x="6125" y="16508"/>
                </a:lnTo>
                <a:lnTo>
                  <a:pt x="6506" y="16508"/>
                </a:lnTo>
                <a:lnTo>
                  <a:pt x="6506" y="16721"/>
                </a:lnTo>
                <a:lnTo>
                  <a:pt x="6886" y="16721"/>
                </a:lnTo>
                <a:lnTo>
                  <a:pt x="7267" y="16721"/>
                </a:lnTo>
                <a:lnTo>
                  <a:pt x="7267" y="16721"/>
                </a:lnTo>
                <a:lnTo>
                  <a:pt x="7267" y="16508"/>
                </a:lnTo>
                <a:lnTo>
                  <a:pt x="7664" y="16508"/>
                </a:lnTo>
                <a:lnTo>
                  <a:pt x="8045" y="16295"/>
                </a:lnTo>
                <a:lnTo>
                  <a:pt x="8045" y="16073"/>
                </a:lnTo>
                <a:lnTo>
                  <a:pt x="8426" y="16073"/>
                </a:lnTo>
                <a:lnTo>
                  <a:pt x="8426" y="15860"/>
                </a:lnTo>
                <a:lnTo>
                  <a:pt x="8426" y="15647"/>
                </a:lnTo>
                <a:lnTo>
                  <a:pt x="8807" y="15434"/>
                </a:lnTo>
                <a:lnTo>
                  <a:pt x="8807" y="15221"/>
                </a:lnTo>
                <a:lnTo>
                  <a:pt x="8807" y="15008"/>
                </a:lnTo>
                <a:lnTo>
                  <a:pt x="9187" y="15008"/>
                </a:lnTo>
                <a:lnTo>
                  <a:pt x="9187" y="14786"/>
                </a:lnTo>
                <a:lnTo>
                  <a:pt x="9187" y="14573"/>
                </a:lnTo>
                <a:lnTo>
                  <a:pt x="9568" y="14573"/>
                </a:lnTo>
                <a:lnTo>
                  <a:pt x="9568" y="14360"/>
                </a:lnTo>
                <a:lnTo>
                  <a:pt x="9568" y="14147"/>
                </a:lnTo>
                <a:lnTo>
                  <a:pt x="9949" y="13934"/>
                </a:lnTo>
                <a:lnTo>
                  <a:pt x="9949" y="13721"/>
                </a:lnTo>
                <a:lnTo>
                  <a:pt x="9949" y="13508"/>
                </a:lnTo>
                <a:lnTo>
                  <a:pt x="10346" y="13286"/>
                </a:lnTo>
                <a:lnTo>
                  <a:pt x="10346" y="13073"/>
                </a:lnTo>
                <a:lnTo>
                  <a:pt x="10346" y="12860"/>
                </a:lnTo>
                <a:lnTo>
                  <a:pt x="10346" y="12647"/>
                </a:lnTo>
                <a:lnTo>
                  <a:pt x="10346" y="12434"/>
                </a:lnTo>
                <a:lnTo>
                  <a:pt x="10346" y="12221"/>
                </a:lnTo>
                <a:lnTo>
                  <a:pt x="10346" y="11999"/>
                </a:lnTo>
                <a:lnTo>
                  <a:pt x="10346" y="11786"/>
                </a:lnTo>
                <a:lnTo>
                  <a:pt x="10727" y="11573"/>
                </a:lnTo>
                <a:lnTo>
                  <a:pt x="10727" y="11360"/>
                </a:lnTo>
                <a:lnTo>
                  <a:pt x="10727" y="11147"/>
                </a:lnTo>
                <a:lnTo>
                  <a:pt x="11108" y="10934"/>
                </a:lnTo>
                <a:lnTo>
                  <a:pt x="11108" y="10712"/>
                </a:lnTo>
                <a:lnTo>
                  <a:pt x="11108" y="10499"/>
                </a:lnTo>
                <a:lnTo>
                  <a:pt x="11108" y="10286"/>
                </a:lnTo>
                <a:lnTo>
                  <a:pt x="11488" y="10073"/>
                </a:lnTo>
                <a:lnTo>
                  <a:pt x="11488" y="9647"/>
                </a:lnTo>
                <a:lnTo>
                  <a:pt x="11488" y="9425"/>
                </a:lnTo>
                <a:lnTo>
                  <a:pt x="11488" y="9212"/>
                </a:lnTo>
                <a:lnTo>
                  <a:pt x="11488" y="8999"/>
                </a:lnTo>
                <a:lnTo>
                  <a:pt x="11869" y="8999"/>
                </a:lnTo>
                <a:lnTo>
                  <a:pt x="11869" y="8573"/>
                </a:lnTo>
                <a:lnTo>
                  <a:pt x="11869" y="8360"/>
                </a:lnTo>
                <a:lnTo>
                  <a:pt x="11869" y="8147"/>
                </a:lnTo>
                <a:lnTo>
                  <a:pt x="11869" y="7925"/>
                </a:lnTo>
                <a:lnTo>
                  <a:pt x="12250" y="7712"/>
                </a:lnTo>
                <a:lnTo>
                  <a:pt x="12250" y="7499"/>
                </a:lnTo>
                <a:lnTo>
                  <a:pt x="12250" y="7286"/>
                </a:lnTo>
                <a:lnTo>
                  <a:pt x="12250" y="6860"/>
                </a:lnTo>
                <a:lnTo>
                  <a:pt x="12631" y="6638"/>
                </a:lnTo>
                <a:lnTo>
                  <a:pt x="12631" y="6425"/>
                </a:lnTo>
                <a:lnTo>
                  <a:pt x="12631" y="6212"/>
                </a:lnTo>
                <a:lnTo>
                  <a:pt x="12631" y="5999"/>
                </a:lnTo>
                <a:lnTo>
                  <a:pt x="12631" y="5573"/>
                </a:lnTo>
                <a:lnTo>
                  <a:pt x="12631" y="5138"/>
                </a:lnTo>
                <a:lnTo>
                  <a:pt x="12631" y="4925"/>
                </a:lnTo>
                <a:lnTo>
                  <a:pt x="12631" y="4499"/>
                </a:lnTo>
                <a:lnTo>
                  <a:pt x="12631" y="4286"/>
                </a:lnTo>
                <a:lnTo>
                  <a:pt x="13028" y="4073"/>
                </a:lnTo>
                <a:lnTo>
                  <a:pt x="13028" y="3851"/>
                </a:lnTo>
                <a:lnTo>
                  <a:pt x="13028" y="3425"/>
                </a:lnTo>
                <a:lnTo>
                  <a:pt x="13028" y="3212"/>
                </a:lnTo>
                <a:lnTo>
                  <a:pt x="13028" y="2999"/>
                </a:lnTo>
                <a:lnTo>
                  <a:pt x="13409" y="2565"/>
                </a:lnTo>
                <a:lnTo>
                  <a:pt x="13409" y="2139"/>
                </a:lnTo>
                <a:lnTo>
                  <a:pt x="13409" y="1925"/>
                </a:lnTo>
                <a:lnTo>
                  <a:pt x="13409" y="1712"/>
                </a:lnTo>
                <a:lnTo>
                  <a:pt x="13789" y="1278"/>
                </a:lnTo>
                <a:lnTo>
                  <a:pt x="13789" y="1065"/>
                </a:lnTo>
                <a:lnTo>
                  <a:pt x="13789" y="852"/>
                </a:lnTo>
                <a:lnTo>
                  <a:pt x="13789" y="426"/>
                </a:lnTo>
                <a:lnTo>
                  <a:pt x="13789" y="0"/>
                </a:lnTo>
              </a:path>
            </a:pathLst>
          </a:custGeom>
          <a:ln w="1605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469409" y="4153179"/>
            <a:ext cx="13409" cy="125225"/>
          </a:xfrm>
          <a:custGeom>
            <a:avLst/>
            <a:gdLst/>
            <a:ahLst/>
            <a:cxnLst/>
            <a:rect l="l" t="t" r="r" b="b"/>
            <a:pathLst>
              <a:path w="13409" h="125225">
                <a:moveTo>
                  <a:pt x="0" y="125225"/>
                </a:moveTo>
                <a:lnTo>
                  <a:pt x="380" y="125003"/>
                </a:lnTo>
                <a:lnTo>
                  <a:pt x="380" y="124790"/>
                </a:lnTo>
                <a:lnTo>
                  <a:pt x="380" y="124364"/>
                </a:lnTo>
                <a:lnTo>
                  <a:pt x="380" y="123938"/>
                </a:lnTo>
                <a:lnTo>
                  <a:pt x="380" y="123716"/>
                </a:lnTo>
                <a:lnTo>
                  <a:pt x="761" y="123290"/>
                </a:lnTo>
                <a:lnTo>
                  <a:pt x="761" y="122864"/>
                </a:lnTo>
                <a:lnTo>
                  <a:pt x="761" y="122429"/>
                </a:lnTo>
                <a:lnTo>
                  <a:pt x="761" y="122003"/>
                </a:lnTo>
                <a:lnTo>
                  <a:pt x="761" y="121577"/>
                </a:lnTo>
                <a:lnTo>
                  <a:pt x="761" y="121364"/>
                </a:lnTo>
                <a:lnTo>
                  <a:pt x="761" y="120929"/>
                </a:lnTo>
                <a:lnTo>
                  <a:pt x="761" y="120503"/>
                </a:lnTo>
                <a:lnTo>
                  <a:pt x="1142" y="120077"/>
                </a:lnTo>
                <a:lnTo>
                  <a:pt x="1142" y="119864"/>
                </a:lnTo>
                <a:lnTo>
                  <a:pt x="1142" y="119216"/>
                </a:lnTo>
                <a:lnTo>
                  <a:pt x="1142" y="119003"/>
                </a:lnTo>
                <a:lnTo>
                  <a:pt x="1142" y="118577"/>
                </a:lnTo>
                <a:lnTo>
                  <a:pt x="1523" y="118142"/>
                </a:lnTo>
                <a:lnTo>
                  <a:pt x="1523" y="117716"/>
                </a:lnTo>
                <a:lnTo>
                  <a:pt x="1523" y="117503"/>
                </a:lnTo>
                <a:lnTo>
                  <a:pt x="1523" y="117068"/>
                </a:lnTo>
                <a:lnTo>
                  <a:pt x="1523" y="116642"/>
                </a:lnTo>
                <a:lnTo>
                  <a:pt x="1920" y="116216"/>
                </a:lnTo>
                <a:lnTo>
                  <a:pt x="1920" y="115790"/>
                </a:lnTo>
                <a:lnTo>
                  <a:pt x="1920" y="115355"/>
                </a:lnTo>
                <a:lnTo>
                  <a:pt x="1920" y="114929"/>
                </a:lnTo>
                <a:lnTo>
                  <a:pt x="1920" y="114503"/>
                </a:lnTo>
                <a:lnTo>
                  <a:pt x="2300" y="114281"/>
                </a:lnTo>
                <a:lnTo>
                  <a:pt x="2300" y="113855"/>
                </a:lnTo>
                <a:lnTo>
                  <a:pt x="2300" y="113216"/>
                </a:lnTo>
                <a:lnTo>
                  <a:pt x="2300" y="112994"/>
                </a:lnTo>
                <a:lnTo>
                  <a:pt x="2681" y="112568"/>
                </a:lnTo>
                <a:lnTo>
                  <a:pt x="2681" y="111929"/>
                </a:lnTo>
                <a:lnTo>
                  <a:pt x="2681" y="111716"/>
                </a:lnTo>
                <a:lnTo>
                  <a:pt x="2681" y="111068"/>
                </a:lnTo>
                <a:lnTo>
                  <a:pt x="2681" y="110642"/>
                </a:lnTo>
                <a:lnTo>
                  <a:pt x="3062" y="110207"/>
                </a:lnTo>
                <a:lnTo>
                  <a:pt x="3062" y="109781"/>
                </a:lnTo>
                <a:lnTo>
                  <a:pt x="3062" y="109568"/>
                </a:lnTo>
                <a:lnTo>
                  <a:pt x="3062" y="108920"/>
                </a:lnTo>
                <a:lnTo>
                  <a:pt x="3062" y="108281"/>
                </a:lnTo>
                <a:lnTo>
                  <a:pt x="3062" y="108068"/>
                </a:lnTo>
                <a:lnTo>
                  <a:pt x="3062" y="107420"/>
                </a:lnTo>
                <a:lnTo>
                  <a:pt x="3062" y="107207"/>
                </a:lnTo>
                <a:lnTo>
                  <a:pt x="3062" y="106568"/>
                </a:lnTo>
                <a:lnTo>
                  <a:pt x="3062" y="106133"/>
                </a:lnTo>
                <a:lnTo>
                  <a:pt x="3443" y="105707"/>
                </a:lnTo>
                <a:lnTo>
                  <a:pt x="3443" y="105068"/>
                </a:lnTo>
                <a:lnTo>
                  <a:pt x="3443" y="104847"/>
                </a:lnTo>
                <a:lnTo>
                  <a:pt x="3443" y="104207"/>
                </a:lnTo>
                <a:lnTo>
                  <a:pt x="3824" y="103560"/>
                </a:lnTo>
                <a:lnTo>
                  <a:pt x="3824" y="103347"/>
                </a:lnTo>
                <a:lnTo>
                  <a:pt x="3824" y="102708"/>
                </a:lnTo>
                <a:lnTo>
                  <a:pt x="3824" y="102281"/>
                </a:lnTo>
                <a:lnTo>
                  <a:pt x="3824" y="101634"/>
                </a:lnTo>
                <a:lnTo>
                  <a:pt x="4205" y="101208"/>
                </a:lnTo>
                <a:lnTo>
                  <a:pt x="4205" y="100773"/>
                </a:lnTo>
                <a:lnTo>
                  <a:pt x="4205" y="100134"/>
                </a:lnTo>
                <a:lnTo>
                  <a:pt x="4205" y="99708"/>
                </a:lnTo>
                <a:lnTo>
                  <a:pt x="4205" y="99060"/>
                </a:lnTo>
                <a:lnTo>
                  <a:pt x="4601" y="98634"/>
                </a:lnTo>
                <a:lnTo>
                  <a:pt x="4601" y="98199"/>
                </a:lnTo>
                <a:lnTo>
                  <a:pt x="4601" y="97773"/>
                </a:lnTo>
                <a:lnTo>
                  <a:pt x="4601" y="97134"/>
                </a:lnTo>
                <a:lnTo>
                  <a:pt x="4601" y="96486"/>
                </a:lnTo>
                <a:lnTo>
                  <a:pt x="4982" y="96060"/>
                </a:lnTo>
                <a:lnTo>
                  <a:pt x="4982" y="95412"/>
                </a:lnTo>
                <a:lnTo>
                  <a:pt x="4982" y="94986"/>
                </a:lnTo>
                <a:lnTo>
                  <a:pt x="4982" y="94347"/>
                </a:lnTo>
                <a:lnTo>
                  <a:pt x="4982" y="93912"/>
                </a:lnTo>
                <a:lnTo>
                  <a:pt x="4982" y="93273"/>
                </a:lnTo>
                <a:lnTo>
                  <a:pt x="4982" y="92838"/>
                </a:lnTo>
                <a:lnTo>
                  <a:pt x="4982" y="92199"/>
                </a:lnTo>
                <a:lnTo>
                  <a:pt x="4982" y="91773"/>
                </a:lnTo>
                <a:lnTo>
                  <a:pt x="5363" y="91125"/>
                </a:lnTo>
                <a:lnTo>
                  <a:pt x="5363" y="90699"/>
                </a:lnTo>
                <a:lnTo>
                  <a:pt x="5363" y="89838"/>
                </a:lnTo>
                <a:lnTo>
                  <a:pt x="5363" y="89412"/>
                </a:lnTo>
                <a:lnTo>
                  <a:pt x="5363" y="88764"/>
                </a:lnTo>
                <a:lnTo>
                  <a:pt x="5744" y="88338"/>
                </a:lnTo>
                <a:lnTo>
                  <a:pt x="5744" y="87699"/>
                </a:lnTo>
                <a:lnTo>
                  <a:pt x="5744" y="87051"/>
                </a:lnTo>
                <a:lnTo>
                  <a:pt x="5744" y="86412"/>
                </a:lnTo>
                <a:lnTo>
                  <a:pt x="5744" y="85764"/>
                </a:lnTo>
                <a:lnTo>
                  <a:pt x="6125" y="85338"/>
                </a:lnTo>
                <a:lnTo>
                  <a:pt x="6125" y="84690"/>
                </a:lnTo>
                <a:lnTo>
                  <a:pt x="6125" y="84051"/>
                </a:lnTo>
                <a:lnTo>
                  <a:pt x="6125" y="83412"/>
                </a:lnTo>
                <a:lnTo>
                  <a:pt x="6506" y="82764"/>
                </a:lnTo>
                <a:lnTo>
                  <a:pt x="6506" y="82338"/>
                </a:lnTo>
                <a:lnTo>
                  <a:pt x="6506" y="81690"/>
                </a:lnTo>
                <a:lnTo>
                  <a:pt x="6506" y="81051"/>
                </a:lnTo>
                <a:lnTo>
                  <a:pt x="6506" y="80403"/>
                </a:lnTo>
                <a:lnTo>
                  <a:pt x="6902" y="79977"/>
                </a:lnTo>
                <a:lnTo>
                  <a:pt x="6902" y="79116"/>
                </a:lnTo>
                <a:lnTo>
                  <a:pt x="6902" y="78690"/>
                </a:lnTo>
                <a:lnTo>
                  <a:pt x="6902" y="77829"/>
                </a:lnTo>
                <a:lnTo>
                  <a:pt x="6902" y="77403"/>
                </a:lnTo>
                <a:lnTo>
                  <a:pt x="6902" y="76542"/>
                </a:lnTo>
                <a:lnTo>
                  <a:pt x="6902" y="76116"/>
                </a:lnTo>
                <a:lnTo>
                  <a:pt x="6902" y="75255"/>
                </a:lnTo>
                <a:lnTo>
                  <a:pt x="6902" y="74829"/>
                </a:lnTo>
                <a:lnTo>
                  <a:pt x="6902" y="73977"/>
                </a:lnTo>
                <a:lnTo>
                  <a:pt x="7283" y="73329"/>
                </a:lnTo>
                <a:lnTo>
                  <a:pt x="7283" y="72903"/>
                </a:lnTo>
                <a:lnTo>
                  <a:pt x="7283" y="72042"/>
                </a:lnTo>
                <a:lnTo>
                  <a:pt x="7283" y="71616"/>
                </a:lnTo>
                <a:lnTo>
                  <a:pt x="7664" y="70755"/>
                </a:lnTo>
                <a:lnTo>
                  <a:pt x="7664" y="70116"/>
                </a:lnTo>
                <a:lnTo>
                  <a:pt x="7664" y="69469"/>
                </a:lnTo>
                <a:lnTo>
                  <a:pt x="7664" y="68829"/>
                </a:lnTo>
                <a:lnTo>
                  <a:pt x="7664" y="68182"/>
                </a:lnTo>
                <a:lnTo>
                  <a:pt x="8045" y="67330"/>
                </a:lnTo>
                <a:lnTo>
                  <a:pt x="8045" y="66895"/>
                </a:lnTo>
                <a:lnTo>
                  <a:pt x="8045" y="66043"/>
                </a:lnTo>
                <a:lnTo>
                  <a:pt x="8045" y="65395"/>
                </a:lnTo>
                <a:lnTo>
                  <a:pt x="8045" y="64543"/>
                </a:lnTo>
                <a:lnTo>
                  <a:pt x="8426" y="64108"/>
                </a:lnTo>
                <a:lnTo>
                  <a:pt x="8426" y="63469"/>
                </a:lnTo>
                <a:lnTo>
                  <a:pt x="8426" y="62608"/>
                </a:lnTo>
                <a:lnTo>
                  <a:pt x="8426" y="61969"/>
                </a:lnTo>
                <a:lnTo>
                  <a:pt x="8426" y="61108"/>
                </a:lnTo>
                <a:lnTo>
                  <a:pt x="8807" y="60469"/>
                </a:lnTo>
                <a:lnTo>
                  <a:pt x="8807" y="59821"/>
                </a:lnTo>
                <a:lnTo>
                  <a:pt x="8807" y="58960"/>
                </a:lnTo>
                <a:lnTo>
                  <a:pt x="8807" y="58321"/>
                </a:lnTo>
                <a:lnTo>
                  <a:pt x="9187" y="57460"/>
                </a:lnTo>
                <a:lnTo>
                  <a:pt x="9187" y="56821"/>
                </a:lnTo>
                <a:lnTo>
                  <a:pt x="9187" y="56173"/>
                </a:lnTo>
                <a:lnTo>
                  <a:pt x="9187" y="55321"/>
                </a:lnTo>
                <a:lnTo>
                  <a:pt x="9187" y="54673"/>
                </a:lnTo>
                <a:lnTo>
                  <a:pt x="9187" y="54034"/>
                </a:lnTo>
                <a:lnTo>
                  <a:pt x="9187" y="53173"/>
                </a:lnTo>
                <a:lnTo>
                  <a:pt x="9187" y="52534"/>
                </a:lnTo>
                <a:lnTo>
                  <a:pt x="9187" y="51673"/>
                </a:lnTo>
                <a:lnTo>
                  <a:pt x="9187" y="51034"/>
                </a:lnTo>
                <a:lnTo>
                  <a:pt x="9584" y="50386"/>
                </a:lnTo>
                <a:lnTo>
                  <a:pt x="9584" y="49525"/>
                </a:lnTo>
                <a:lnTo>
                  <a:pt x="9584" y="48886"/>
                </a:lnTo>
                <a:lnTo>
                  <a:pt x="9584" y="48025"/>
                </a:lnTo>
                <a:lnTo>
                  <a:pt x="9584" y="47173"/>
                </a:lnTo>
                <a:lnTo>
                  <a:pt x="9965" y="46525"/>
                </a:lnTo>
                <a:lnTo>
                  <a:pt x="9965" y="45673"/>
                </a:lnTo>
                <a:lnTo>
                  <a:pt x="9965" y="44812"/>
                </a:lnTo>
                <a:lnTo>
                  <a:pt x="9965" y="44164"/>
                </a:lnTo>
                <a:lnTo>
                  <a:pt x="9965" y="43312"/>
                </a:lnTo>
                <a:lnTo>
                  <a:pt x="10346" y="42664"/>
                </a:lnTo>
                <a:lnTo>
                  <a:pt x="10346" y="41812"/>
                </a:lnTo>
                <a:lnTo>
                  <a:pt x="10346" y="40951"/>
                </a:lnTo>
                <a:lnTo>
                  <a:pt x="10346" y="40312"/>
                </a:lnTo>
                <a:lnTo>
                  <a:pt x="10727" y="39451"/>
                </a:lnTo>
                <a:lnTo>
                  <a:pt x="10727" y="38590"/>
                </a:lnTo>
                <a:lnTo>
                  <a:pt x="10727" y="37951"/>
                </a:lnTo>
                <a:lnTo>
                  <a:pt x="10727" y="37090"/>
                </a:lnTo>
                <a:lnTo>
                  <a:pt x="10727" y="36238"/>
                </a:lnTo>
                <a:lnTo>
                  <a:pt x="11108" y="35377"/>
                </a:lnTo>
                <a:lnTo>
                  <a:pt x="11108" y="34730"/>
                </a:lnTo>
                <a:lnTo>
                  <a:pt x="11108" y="33878"/>
                </a:lnTo>
                <a:lnTo>
                  <a:pt x="11108" y="33017"/>
                </a:lnTo>
                <a:lnTo>
                  <a:pt x="11108" y="32165"/>
                </a:lnTo>
                <a:lnTo>
                  <a:pt x="11108" y="31517"/>
                </a:lnTo>
                <a:lnTo>
                  <a:pt x="11108" y="30443"/>
                </a:lnTo>
                <a:lnTo>
                  <a:pt x="11108" y="29804"/>
                </a:lnTo>
                <a:lnTo>
                  <a:pt x="11108" y="28943"/>
                </a:lnTo>
                <a:lnTo>
                  <a:pt x="11108" y="28091"/>
                </a:lnTo>
                <a:lnTo>
                  <a:pt x="11488" y="27230"/>
                </a:lnTo>
                <a:lnTo>
                  <a:pt x="11488" y="26369"/>
                </a:lnTo>
                <a:lnTo>
                  <a:pt x="11488" y="25730"/>
                </a:lnTo>
                <a:lnTo>
                  <a:pt x="11488" y="24656"/>
                </a:lnTo>
                <a:lnTo>
                  <a:pt x="11869" y="23795"/>
                </a:lnTo>
                <a:lnTo>
                  <a:pt x="11869" y="23156"/>
                </a:lnTo>
                <a:lnTo>
                  <a:pt x="11869" y="22082"/>
                </a:lnTo>
                <a:lnTo>
                  <a:pt x="11869" y="21221"/>
                </a:lnTo>
                <a:lnTo>
                  <a:pt x="11869" y="20582"/>
                </a:lnTo>
                <a:lnTo>
                  <a:pt x="12266" y="19721"/>
                </a:lnTo>
                <a:lnTo>
                  <a:pt x="12266" y="18656"/>
                </a:lnTo>
                <a:lnTo>
                  <a:pt x="12266" y="17795"/>
                </a:lnTo>
                <a:lnTo>
                  <a:pt x="12266" y="17147"/>
                </a:lnTo>
                <a:lnTo>
                  <a:pt x="12266" y="16295"/>
                </a:lnTo>
                <a:lnTo>
                  <a:pt x="12647" y="15221"/>
                </a:lnTo>
                <a:lnTo>
                  <a:pt x="12647" y="14360"/>
                </a:lnTo>
                <a:lnTo>
                  <a:pt x="12647" y="13508"/>
                </a:lnTo>
                <a:lnTo>
                  <a:pt x="12647" y="12647"/>
                </a:lnTo>
                <a:lnTo>
                  <a:pt x="12647" y="11786"/>
                </a:lnTo>
                <a:lnTo>
                  <a:pt x="13028" y="10934"/>
                </a:lnTo>
                <a:lnTo>
                  <a:pt x="13028" y="10073"/>
                </a:lnTo>
                <a:lnTo>
                  <a:pt x="13028" y="9221"/>
                </a:lnTo>
                <a:lnTo>
                  <a:pt x="13028" y="8147"/>
                </a:lnTo>
                <a:lnTo>
                  <a:pt x="13409" y="7286"/>
                </a:lnTo>
                <a:lnTo>
                  <a:pt x="13409" y="6425"/>
                </a:lnTo>
                <a:lnTo>
                  <a:pt x="13409" y="5573"/>
                </a:lnTo>
                <a:lnTo>
                  <a:pt x="13409" y="4499"/>
                </a:lnTo>
                <a:lnTo>
                  <a:pt x="13409" y="3638"/>
                </a:lnTo>
                <a:lnTo>
                  <a:pt x="13409" y="2786"/>
                </a:lnTo>
                <a:lnTo>
                  <a:pt x="13409" y="1925"/>
                </a:lnTo>
                <a:lnTo>
                  <a:pt x="13409" y="852"/>
                </a:lnTo>
                <a:lnTo>
                  <a:pt x="13409" y="0"/>
                </a:lnTo>
              </a:path>
            </a:pathLst>
          </a:custGeom>
          <a:ln w="1944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482818" y="3916237"/>
            <a:ext cx="13789" cy="236942"/>
          </a:xfrm>
          <a:custGeom>
            <a:avLst/>
            <a:gdLst/>
            <a:ahLst/>
            <a:cxnLst/>
            <a:rect l="l" t="t" r="r" b="b"/>
            <a:pathLst>
              <a:path w="13789" h="236942">
                <a:moveTo>
                  <a:pt x="0" y="236942"/>
                </a:moveTo>
                <a:lnTo>
                  <a:pt x="0" y="236081"/>
                </a:lnTo>
                <a:lnTo>
                  <a:pt x="380" y="235007"/>
                </a:lnTo>
                <a:lnTo>
                  <a:pt x="380" y="234155"/>
                </a:lnTo>
                <a:lnTo>
                  <a:pt x="380" y="233081"/>
                </a:lnTo>
                <a:lnTo>
                  <a:pt x="380" y="232220"/>
                </a:lnTo>
                <a:lnTo>
                  <a:pt x="380" y="231368"/>
                </a:lnTo>
                <a:lnTo>
                  <a:pt x="761" y="230507"/>
                </a:lnTo>
                <a:lnTo>
                  <a:pt x="761" y="229433"/>
                </a:lnTo>
                <a:lnTo>
                  <a:pt x="761" y="228359"/>
                </a:lnTo>
                <a:lnTo>
                  <a:pt x="761" y="227507"/>
                </a:lnTo>
                <a:lnTo>
                  <a:pt x="1142" y="226646"/>
                </a:lnTo>
                <a:lnTo>
                  <a:pt x="1142" y="225572"/>
                </a:lnTo>
                <a:lnTo>
                  <a:pt x="1142" y="224720"/>
                </a:lnTo>
                <a:lnTo>
                  <a:pt x="1142" y="223646"/>
                </a:lnTo>
                <a:lnTo>
                  <a:pt x="1142" y="222572"/>
                </a:lnTo>
                <a:lnTo>
                  <a:pt x="1539" y="221711"/>
                </a:lnTo>
                <a:lnTo>
                  <a:pt x="1539" y="220859"/>
                </a:lnTo>
                <a:lnTo>
                  <a:pt x="1539" y="219785"/>
                </a:lnTo>
                <a:lnTo>
                  <a:pt x="1539" y="218924"/>
                </a:lnTo>
                <a:lnTo>
                  <a:pt x="1539" y="217859"/>
                </a:lnTo>
                <a:lnTo>
                  <a:pt x="1920" y="216785"/>
                </a:lnTo>
                <a:lnTo>
                  <a:pt x="1920" y="215924"/>
                </a:lnTo>
                <a:lnTo>
                  <a:pt x="1920" y="214850"/>
                </a:lnTo>
                <a:lnTo>
                  <a:pt x="1920" y="213998"/>
                </a:lnTo>
                <a:lnTo>
                  <a:pt x="1920" y="212924"/>
                </a:lnTo>
                <a:lnTo>
                  <a:pt x="1920" y="211850"/>
                </a:lnTo>
                <a:lnTo>
                  <a:pt x="1920" y="210776"/>
                </a:lnTo>
                <a:lnTo>
                  <a:pt x="1920" y="209924"/>
                </a:lnTo>
                <a:lnTo>
                  <a:pt x="1920" y="208850"/>
                </a:lnTo>
                <a:lnTo>
                  <a:pt x="2300" y="207989"/>
                </a:lnTo>
                <a:lnTo>
                  <a:pt x="2300" y="206915"/>
                </a:lnTo>
                <a:lnTo>
                  <a:pt x="2300" y="205850"/>
                </a:lnTo>
                <a:lnTo>
                  <a:pt x="2300" y="204776"/>
                </a:lnTo>
                <a:lnTo>
                  <a:pt x="2300" y="203703"/>
                </a:lnTo>
                <a:lnTo>
                  <a:pt x="2681" y="202842"/>
                </a:lnTo>
                <a:lnTo>
                  <a:pt x="2681" y="201777"/>
                </a:lnTo>
                <a:lnTo>
                  <a:pt x="2681" y="200703"/>
                </a:lnTo>
                <a:lnTo>
                  <a:pt x="2681" y="199842"/>
                </a:lnTo>
                <a:lnTo>
                  <a:pt x="2681" y="198768"/>
                </a:lnTo>
                <a:lnTo>
                  <a:pt x="3062" y="197703"/>
                </a:lnTo>
                <a:lnTo>
                  <a:pt x="3062" y="196629"/>
                </a:lnTo>
                <a:lnTo>
                  <a:pt x="3062" y="195555"/>
                </a:lnTo>
                <a:lnTo>
                  <a:pt x="3062" y="194481"/>
                </a:lnTo>
                <a:lnTo>
                  <a:pt x="3062" y="193407"/>
                </a:lnTo>
                <a:lnTo>
                  <a:pt x="3443" y="192555"/>
                </a:lnTo>
                <a:lnTo>
                  <a:pt x="3443" y="191481"/>
                </a:lnTo>
                <a:lnTo>
                  <a:pt x="3443" y="190407"/>
                </a:lnTo>
                <a:lnTo>
                  <a:pt x="3443" y="189333"/>
                </a:lnTo>
                <a:lnTo>
                  <a:pt x="3824" y="188268"/>
                </a:lnTo>
                <a:lnTo>
                  <a:pt x="3824" y="186981"/>
                </a:lnTo>
                <a:lnTo>
                  <a:pt x="3824" y="186120"/>
                </a:lnTo>
                <a:lnTo>
                  <a:pt x="3824" y="185046"/>
                </a:lnTo>
                <a:lnTo>
                  <a:pt x="3824" y="183972"/>
                </a:lnTo>
                <a:lnTo>
                  <a:pt x="4221" y="182907"/>
                </a:lnTo>
                <a:lnTo>
                  <a:pt x="4221" y="181833"/>
                </a:lnTo>
                <a:lnTo>
                  <a:pt x="4221" y="180759"/>
                </a:lnTo>
                <a:lnTo>
                  <a:pt x="4221" y="179685"/>
                </a:lnTo>
                <a:lnTo>
                  <a:pt x="4221" y="178611"/>
                </a:lnTo>
                <a:lnTo>
                  <a:pt x="4221" y="177546"/>
                </a:lnTo>
                <a:lnTo>
                  <a:pt x="4221" y="176472"/>
                </a:lnTo>
                <a:lnTo>
                  <a:pt x="4221" y="175185"/>
                </a:lnTo>
                <a:lnTo>
                  <a:pt x="4221" y="174111"/>
                </a:lnTo>
                <a:lnTo>
                  <a:pt x="4221" y="173037"/>
                </a:lnTo>
                <a:lnTo>
                  <a:pt x="4601" y="171972"/>
                </a:lnTo>
                <a:lnTo>
                  <a:pt x="4601" y="170898"/>
                </a:lnTo>
                <a:lnTo>
                  <a:pt x="4601" y="169825"/>
                </a:lnTo>
                <a:lnTo>
                  <a:pt x="4601" y="168751"/>
                </a:lnTo>
                <a:lnTo>
                  <a:pt x="4982" y="167677"/>
                </a:lnTo>
                <a:lnTo>
                  <a:pt x="4982" y="166390"/>
                </a:lnTo>
                <a:lnTo>
                  <a:pt x="4982" y="165325"/>
                </a:lnTo>
                <a:lnTo>
                  <a:pt x="4982" y="164251"/>
                </a:lnTo>
                <a:lnTo>
                  <a:pt x="4982" y="163177"/>
                </a:lnTo>
                <a:lnTo>
                  <a:pt x="5363" y="162103"/>
                </a:lnTo>
                <a:lnTo>
                  <a:pt x="5363" y="160816"/>
                </a:lnTo>
                <a:lnTo>
                  <a:pt x="5363" y="159742"/>
                </a:lnTo>
                <a:lnTo>
                  <a:pt x="5363" y="158677"/>
                </a:lnTo>
                <a:lnTo>
                  <a:pt x="5363" y="157603"/>
                </a:lnTo>
                <a:lnTo>
                  <a:pt x="5744" y="156316"/>
                </a:lnTo>
                <a:lnTo>
                  <a:pt x="5744" y="155242"/>
                </a:lnTo>
                <a:lnTo>
                  <a:pt x="5744" y="153955"/>
                </a:lnTo>
                <a:lnTo>
                  <a:pt x="5744" y="152881"/>
                </a:lnTo>
                <a:lnTo>
                  <a:pt x="5744" y="151594"/>
                </a:lnTo>
                <a:lnTo>
                  <a:pt x="6125" y="150529"/>
                </a:lnTo>
                <a:lnTo>
                  <a:pt x="6125" y="149455"/>
                </a:lnTo>
                <a:lnTo>
                  <a:pt x="6125" y="148168"/>
                </a:lnTo>
                <a:lnTo>
                  <a:pt x="6125" y="147094"/>
                </a:lnTo>
                <a:lnTo>
                  <a:pt x="6125" y="145807"/>
                </a:lnTo>
                <a:lnTo>
                  <a:pt x="6125" y="144733"/>
                </a:lnTo>
                <a:lnTo>
                  <a:pt x="6125" y="143668"/>
                </a:lnTo>
                <a:lnTo>
                  <a:pt x="6125" y="142381"/>
                </a:lnTo>
                <a:lnTo>
                  <a:pt x="6125" y="141307"/>
                </a:lnTo>
                <a:lnTo>
                  <a:pt x="6522" y="140020"/>
                </a:lnTo>
                <a:lnTo>
                  <a:pt x="6522" y="138946"/>
                </a:lnTo>
                <a:lnTo>
                  <a:pt x="6522" y="137659"/>
                </a:lnTo>
                <a:lnTo>
                  <a:pt x="6522" y="136586"/>
                </a:lnTo>
                <a:lnTo>
                  <a:pt x="6522" y="135299"/>
                </a:lnTo>
                <a:lnTo>
                  <a:pt x="6902" y="134234"/>
                </a:lnTo>
                <a:lnTo>
                  <a:pt x="6902" y="132947"/>
                </a:lnTo>
                <a:lnTo>
                  <a:pt x="6902" y="131660"/>
                </a:lnTo>
                <a:lnTo>
                  <a:pt x="6902" y="130586"/>
                </a:lnTo>
                <a:lnTo>
                  <a:pt x="6902" y="129299"/>
                </a:lnTo>
                <a:lnTo>
                  <a:pt x="7283" y="128225"/>
                </a:lnTo>
                <a:lnTo>
                  <a:pt x="7283" y="126938"/>
                </a:lnTo>
                <a:lnTo>
                  <a:pt x="7283" y="125651"/>
                </a:lnTo>
                <a:lnTo>
                  <a:pt x="7283" y="124577"/>
                </a:lnTo>
                <a:lnTo>
                  <a:pt x="7664" y="123290"/>
                </a:lnTo>
                <a:lnTo>
                  <a:pt x="7664" y="122012"/>
                </a:lnTo>
                <a:lnTo>
                  <a:pt x="7664" y="120938"/>
                </a:lnTo>
                <a:lnTo>
                  <a:pt x="7664" y="119651"/>
                </a:lnTo>
                <a:lnTo>
                  <a:pt x="7664" y="118577"/>
                </a:lnTo>
                <a:lnTo>
                  <a:pt x="8045" y="117290"/>
                </a:lnTo>
                <a:lnTo>
                  <a:pt x="8045" y="116216"/>
                </a:lnTo>
                <a:lnTo>
                  <a:pt x="8045" y="114929"/>
                </a:lnTo>
                <a:lnTo>
                  <a:pt x="8045" y="113642"/>
                </a:lnTo>
                <a:lnTo>
                  <a:pt x="8045" y="112355"/>
                </a:lnTo>
                <a:lnTo>
                  <a:pt x="8426" y="111290"/>
                </a:lnTo>
                <a:lnTo>
                  <a:pt x="8426" y="110003"/>
                </a:lnTo>
                <a:lnTo>
                  <a:pt x="8426" y="108716"/>
                </a:lnTo>
                <a:lnTo>
                  <a:pt x="8426" y="107429"/>
                </a:lnTo>
                <a:lnTo>
                  <a:pt x="8426" y="106142"/>
                </a:lnTo>
                <a:lnTo>
                  <a:pt x="8426" y="104855"/>
                </a:lnTo>
                <a:lnTo>
                  <a:pt x="8426" y="103568"/>
                </a:lnTo>
                <a:lnTo>
                  <a:pt x="8426" y="102281"/>
                </a:lnTo>
                <a:lnTo>
                  <a:pt x="8426" y="101208"/>
                </a:lnTo>
                <a:lnTo>
                  <a:pt x="8807" y="99921"/>
                </a:lnTo>
                <a:lnTo>
                  <a:pt x="8807" y="98634"/>
                </a:lnTo>
                <a:lnTo>
                  <a:pt x="8807" y="97347"/>
                </a:lnTo>
                <a:lnTo>
                  <a:pt x="8807" y="96060"/>
                </a:lnTo>
                <a:lnTo>
                  <a:pt x="8807" y="94986"/>
                </a:lnTo>
                <a:lnTo>
                  <a:pt x="9203" y="93708"/>
                </a:lnTo>
                <a:lnTo>
                  <a:pt x="9203" y="92421"/>
                </a:lnTo>
                <a:lnTo>
                  <a:pt x="9203" y="91134"/>
                </a:lnTo>
                <a:lnTo>
                  <a:pt x="9203" y="89847"/>
                </a:lnTo>
                <a:lnTo>
                  <a:pt x="9203" y="88347"/>
                </a:lnTo>
                <a:lnTo>
                  <a:pt x="9584" y="87060"/>
                </a:lnTo>
                <a:lnTo>
                  <a:pt x="9584" y="85773"/>
                </a:lnTo>
                <a:lnTo>
                  <a:pt x="9584" y="84486"/>
                </a:lnTo>
                <a:lnTo>
                  <a:pt x="9584" y="83199"/>
                </a:lnTo>
                <a:lnTo>
                  <a:pt x="9584" y="81912"/>
                </a:lnTo>
                <a:lnTo>
                  <a:pt x="9965" y="80838"/>
                </a:lnTo>
                <a:lnTo>
                  <a:pt x="9965" y="79551"/>
                </a:lnTo>
                <a:lnTo>
                  <a:pt x="9965" y="78264"/>
                </a:lnTo>
                <a:lnTo>
                  <a:pt x="9965" y="76764"/>
                </a:lnTo>
                <a:lnTo>
                  <a:pt x="10346" y="75477"/>
                </a:lnTo>
                <a:lnTo>
                  <a:pt x="10346" y="74190"/>
                </a:lnTo>
                <a:lnTo>
                  <a:pt x="10346" y="72903"/>
                </a:lnTo>
                <a:lnTo>
                  <a:pt x="10346" y="71403"/>
                </a:lnTo>
                <a:lnTo>
                  <a:pt x="10346" y="70116"/>
                </a:lnTo>
                <a:lnTo>
                  <a:pt x="10346" y="69043"/>
                </a:lnTo>
                <a:lnTo>
                  <a:pt x="10346" y="67756"/>
                </a:lnTo>
                <a:lnTo>
                  <a:pt x="10346" y="66256"/>
                </a:lnTo>
                <a:lnTo>
                  <a:pt x="10346" y="64969"/>
                </a:lnTo>
                <a:lnTo>
                  <a:pt x="10346" y="63682"/>
                </a:lnTo>
                <a:lnTo>
                  <a:pt x="10727" y="62182"/>
                </a:lnTo>
                <a:lnTo>
                  <a:pt x="10727" y="60895"/>
                </a:lnTo>
                <a:lnTo>
                  <a:pt x="10727" y="59608"/>
                </a:lnTo>
                <a:lnTo>
                  <a:pt x="10727" y="58321"/>
                </a:lnTo>
                <a:lnTo>
                  <a:pt x="10727" y="57034"/>
                </a:lnTo>
                <a:lnTo>
                  <a:pt x="11108" y="55747"/>
                </a:lnTo>
                <a:lnTo>
                  <a:pt x="11108" y="54247"/>
                </a:lnTo>
                <a:lnTo>
                  <a:pt x="11108" y="52960"/>
                </a:lnTo>
                <a:lnTo>
                  <a:pt x="11108" y="51460"/>
                </a:lnTo>
                <a:lnTo>
                  <a:pt x="11488" y="50173"/>
                </a:lnTo>
                <a:lnTo>
                  <a:pt x="11488" y="48886"/>
                </a:lnTo>
                <a:lnTo>
                  <a:pt x="11488" y="47599"/>
                </a:lnTo>
                <a:lnTo>
                  <a:pt x="11488" y="46099"/>
                </a:lnTo>
                <a:lnTo>
                  <a:pt x="11488" y="44812"/>
                </a:lnTo>
                <a:lnTo>
                  <a:pt x="11885" y="43312"/>
                </a:lnTo>
                <a:lnTo>
                  <a:pt x="11885" y="42025"/>
                </a:lnTo>
                <a:lnTo>
                  <a:pt x="11885" y="40525"/>
                </a:lnTo>
                <a:lnTo>
                  <a:pt x="11885" y="39451"/>
                </a:lnTo>
                <a:lnTo>
                  <a:pt x="11885" y="37951"/>
                </a:lnTo>
                <a:lnTo>
                  <a:pt x="12266" y="36664"/>
                </a:lnTo>
                <a:lnTo>
                  <a:pt x="12266" y="35164"/>
                </a:lnTo>
                <a:lnTo>
                  <a:pt x="12266" y="33665"/>
                </a:lnTo>
                <a:lnTo>
                  <a:pt x="12266" y="32378"/>
                </a:lnTo>
                <a:lnTo>
                  <a:pt x="12266" y="31091"/>
                </a:lnTo>
                <a:lnTo>
                  <a:pt x="12266" y="29591"/>
                </a:lnTo>
                <a:lnTo>
                  <a:pt x="12266" y="28304"/>
                </a:lnTo>
                <a:lnTo>
                  <a:pt x="12266" y="26804"/>
                </a:lnTo>
                <a:lnTo>
                  <a:pt x="12266" y="25304"/>
                </a:lnTo>
                <a:lnTo>
                  <a:pt x="12647" y="24017"/>
                </a:lnTo>
                <a:lnTo>
                  <a:pt x="12647" y="22730"/>
                </a:lnTo>
                <a:lnTo>
                  <a:pt x="12647" y="21230"/>
                </a:lnTo>
                <a:lnTo>
                  <a:pt x="12647" y="19730"/>
                </a:lnTo>
                <a:lnTo>
                  <a:pt x="12647" y="18443"/>
                </a:lnTo>
                <a:lnTo>
                  <a:pt x="13028" y="16943"/>
                </a:lnTo>
                <a:lnTo>
                  <a:pt x="13028" y="15656"/>
                </a:lnTo>
                <a:lnTo>
                  <a:pt x="13028" y="14156"/>
                </a:lnTo>
                <a:lnTo>
                  <a:pt x="13028" y="12869"/>
                </a:lnTo>
                <a:lnTo>
                  <a:pt x="13028" y="11369"/>
                </a:lnTo>
                <a:lnTo>
                  <a:pt x="13409" y="9860"/>
                </a:lnTo>
                <a:lnTo>
                  <a:pt x="13409" y="8573"/>
                </a:lnTo>
                <a:lnTo>
                  <a:pt x="13409" y="7073"/>
                </a:lnTo>
                <a:lnTo>
                  <a:pt x="13409" y="5573"/>
                </a:lnTo>
                <a:lnTo>
                  <a:pt x="13409" y="4286"/>
                </a:lnTo>
                <a:lnTo>
                  <a:pt x="13789" y="2786"/>
                </a:lnTo>
                <a:lnTo>
                  <a:pt x="13789" y="1499"/>
                </a:lnTo>
                <a:lnTo>
                  <a:pt x="13789" y="0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496608" y="3589670"/>
            <a:ext cx="13409" cy="326567"/>
          </a:xfrm>
          <a:custGeom>
            <a:avLst/>
            <a:gdLst/>
            <a:ahLst/>
            <a:cxnLst/>
            <a:rect l="l" t="t" r="r" b="b"/>
            <a:pathLst>
              <a:path w="13409" h="326567">
                <a:moveTo>
                  <a:pt x="0" y="326567"/>
                </a:moveTo>
                <a:lnTo>
                  <a:pt x="0" y="325067"/>
                </a:lnTo>
                <a:lnTo>
                  <a:pt x="380" y="323567"/>
                </a:lnTo>
                <a:lnTo>
                  <a:pt x="380" y="322280"/>
                </a:lnTo>
                <a:lnTo>
                  <a:pt x="380" y="320780"/>
                </a:lnTo>
                <a:lnTo>
                  <a:pt x="380" y="319280"/>
                </a:lnTo>
                <a:lnTo>
                  <a:pt x="380" y="317780"/>
                </a:lnTo>
                <a:lnTo>
                  <a:pt x="777" y="316493"/>
                </a:lnTo>
                <a:lnTo>
                  <a:pt x="777" y="314984"/>
                </a:lnTo>
                <a:lnTo>
                  <a:pt x="777" y="313484"/>
                </a:lnTo>
                <a:lnTo>
                  <a:pt x="777" y="311984"/>
                </a:lnTo>
                <a:lnTo>
                  <a:pt x="777" y="310484"/>
                </a:lnTo>
                <a:lnTo>
                  <a:pt x="777" y="309197"/>
                </a:lnTo>
                <a:lnTo>
                  <a:pt x="777" y="307698"/>
                </a:lnTo>
                <a:lnTo>
                  <a:pt x="777" y="306198"/>
                </a:lnTo>
                <a:lnTo>
                  <a:pt x="777" y="304698"/>
                </a:lnTo>
                <a:lnTo>
                  <a:pt x="777" y="303198"/>
                </a:lnTo>
                <a:lnTo>
                  <a:pt x="1158" y="301698"/>
                </a:lnTo>
                <a:lnTo>
                  <a:pt x="1158" y="300198"/>
                </a:lnTo>
                <a:lnTo>
                  <a:pt x="1158" y="298689"/>
                </a:lnTo>
                <a:lnTo>
                  <a:pt x="1158" y="297402"/>
                </a:lnTo>
                <a:lnTo>
                  <a:pt x="1539" y="295902"/>
                </a:lnTo>
                <a:lnTo>
                  <a:pt x="1539" y="294189"/>
                </a:lnTo>
                <a:lnTo>
                  <a:pt x="1539" y="292689"/>
                </a:lnTo>
                <a:lnTo>
                  <a:pt x="1539" y="291402"/>
                </a:lnTo>
                <a:lnTo>
                  <a:pt x="1539" y="289902"/>
                </a:lnTo>
                <a:lnTo>
                  <a:pt x="1920" y="288402"/>
                </a:lnTo>
                <a:lnTo>
                  <a:pt x="1920" y="286902"/>
                </a:lnTo>
                <a:lnTo>
                  <a:pt x="1920" y="285402"/>
                </a:lnTo>
                <a:lnTo>
                  <a:pt x="1920" y="283893"/>
                </a:lnTo>
                <a:lnTo>
                  <a:pt x="1920" y="282393"/>
                </a:lnTo>
                <a:lnTo>
                  <a:pt x="2300" y="280893"/>
                </a:lnTo>
                <a:lnTo>
                  <a:pt x="2300" y="279393"/>
                </a:lnTo>
                <a:lnTo>
                  <a:pt x="2300" y="277893"/>
                </a:lnTo>
                <a:lnTo>
                  <a:pt x="2300" y="276180"/>
                </a:lnTo>
                <a:lnTo>
                  <a:pt x="2300" y="274893"/>
                </a:lnTo>
                <a:lnTo>
                  <a:pt x="2681" y="273393"/>
                </a:lnTo>
                <a:lnTo>
                  <a:pt x="2681" y="271672"/>
                </a:lnTo>
                <a:lnTo>
                  <a:pt x="2681" y="270385"/>
                </a:lnTo>
                <a:lnTo>
                  <a:pt x="2681" y="268672"/>
                </a:lnTo>
                <a:lnTo>
                  <a:pt x="2681" y="267172"/>
                </a:lnTo>
                <a:lnTo>
                  <a:pt x="2681" y="265672"/>
                </a:lnTo>
                <a:lnTo>
                  <a:pt x="2681" y="264172"/>
                </a:lnTo>
                <a:lnTo>
                  <a:pt x="2681" y="262672"/>
                </a:lnTo>
                <a:lnTo>
                  <a:pt x="2681" y="260950"/>
                </a:lnTo>
                <a:lnTo>
                  <a:pt x="3062" y="259672"/>
                </a:lnTo>
                <a:lnTo>
                  <a:pt x="3062" y="257950"/>
                </a:lnTo>
                <a:lnTo>
                  <a:pt x="3062" y="256450"/>
                </a:lnTo>
                <a:lnTo>
                  <a:pt x="3062" y="254950"/>
                </a:lnTo>
                <a:lnTo>
                  <a:pt x="3062" y="253450"/>
                </a:lnTo>
                <a:lnTo>
                  <a:pt x="3459" y="251737"/>
                </a:lnTo>
                <a:lnTo>
                  <a:pt x="3459" y="250237"/>
                </a:lnTo>
                <a:lnTo>
                  <a:pt x="3459" y="248728"/>
                </a:lnTo>
                <a:lnTo>
                  <a:pt x="3459" y="247228"/>
                </a:lnTo>
                <a:lnTo>
                  <a:pt x="3459" y="245515"/>
                </a:lnTo>
                <a:lnTo>
                  <a:pt x="3840" y="244228"/>
                </a:lnTo>
                <a:lnTo>
                  <a:pt x="3840" y="242515"/>
                </a:lnTo>
                <a:lnTo>
                  <a:pt x="3840" y="240802"/>
                </a:lnTo>
                <a:lnTo>
                  <a:pt x="3840" y="239515"/>
                </a:lnTo>
                <a:lnTo>
                  <a:pt x="4221" y="237794"/>
                </a:lnTo>
                <a:lnTo>
                  <a:pt x="4221" y="236081"/>
                </a:lnTo>
                <a:lnTo>
                  <a:pt x="4221" y="234794"/>
                </a:lnTo>
                <a:lnTo>
                  <a:pt x="4221" y="233081"/>
                </a:lnTo>
                <a:lnTo>
                  <a:pt x="4221" y="231581"/>
                </a:lnTo>
                <a:lnTo>
                  <a:pt x="4601" y="230081"/>
                </a:lnTo>
                <a:lnTo>
                  <a:pt x="4601" y="228359"/>
                </a:lnTo>
                <a:lnTo>
                  <a:pt x="4601" y="226646"/>
                </a:lnTo>
                <a:lnTo>
                  <a:pt x="4601" y="225359"/>
                </a:lnTo>
                <a:lnTo>
                  <a:pt x="4601" y="223646"/>
                </a:lnTo>
                <a:lnTo>
                  <a:pt x="4982" y="221933"/>
                </a:lnTo>
                <a:lnTo>
                  <a:pt x="4982" y="220424"/>
                </a:lnTo>
                <a:lnTo>
                  <a:pt x="4982" y="218924"/>
                </a:lnTo>
                <a:lnTo>
                  <a:pt x="4982" y="217211"/>
                </a:lnTo>
                <a:lnTo>
                  <a:pt x="4982" y="215711"/>
                </a:lnTo>
                <a:lnTo>
                  <a:pt x="4982" y="213998"/>
                </a:lnTo>
                <a:lnTo>
                  <a:pt x="4982" y="212498"/>
                </a:lnTo>
                <a:lnTo>
                  <a:pt x="4982" y="210989"/>
                </a:lnTo>
                <a:lnTo>
                  <a:pt x="4982" y="209276"/>
                </a:lnTo>
                <a:lnTo>
                  <a:pt x="5363" y="207776"/>
                </a:lnTo>
                <a:lnTo>
                  <a:pt x="5363" y="206063"/>
                </a:lnTo>
                <a:lnTo>
                  <a:pt x="5363" y="204350"/>
                </a:lnTo>
                <a:lnTo>
                  <a:pt x="5363" y="203063"/>
                </a:lnTo>
                <a:lnTo>
                  <a:pt x="5363" y="201342"/>
                </a:lnTo>
                <a:lnTo>
                  <a:pt x="5760" y="199629"/>
                </a:lnTo>
                <a:lnTo>
                  <a:pt x="5760" y="198129"/>
                </a:lnTo>
                <a:lnTo>
                  <a:pt x="5760" y="196416"/>
                </a:lnTo>
                <a:lnTo>
                  <a:pt x="5760" y="194694"/>
                </a:lnTo>
                <a:lnTo>
                  <a:pt x="5760" y="193194"/>
                </a:lnTo>
                <a:lnTo>
                  <a:pt x="6141" y="191481"/>
                </a:lnTo>
                <a:lnTo>
                  <a:pt x="6141" y="189981"/>
                </a:lnTo>
                <a:lnTo>
                  <a:pt x="6141" y="188268"/>
                </a:lnTo>
                <a:lnTo>
                  <a:pt x="6141" y="186546"/>
                </a:lnTo>
                <a:lnTo>
                  <a:pt x="6141" y="185046"/>
                </a:lnTo>
                <a:lnTo>
                  <a:pt x="6522" y="183333"/>
                </a:lnTo>
                <a:lnTo>
                  <a:pt x="6522" y="181833"/>
                </a:lnTo>
                <a:lnTo>
                  <a:pt x="6522" y="180120"/>
                </a:lnTo>
                <a:lnTo>
                  <a:pt x="6522" y="178398"/>
                </a:lnTo>
                <a:lnTo>
                  <a:pt x="6902" y="176898"/>
                </a:lnTo>
                <a:lnTo>
                  <a:pt x="6902" y="175185"/>
                </a:lnTo>
                <a:lnTo>
                  <a:pt x="6902" y="173472"/>
                </a:lnTo>
                <a:lnTo>
                  <a:pt x="6902" y="171972"/>
                </a:lnTo>
                <a:lnTo>
                  <a:pt x="6902" y="170251"/>
                </a:lnTo>
                <a:lnTo>
                  <a:pt x="6902" y="168751"/>
                </a:lnTo>
                <a:lnTo>
                  <a:pt x="6902" y="167038"/>
                </a:lnTo>
                <a:lnTo>
                  <a:pt x="6902" y="165325"/>
                </a:lnTo>
                <a:lnTo>
                  <a:pt x="6902" y="163603"/>
                </a:lnTo>
                <a:lnTo>
                  <a:pt x="6902" y="161890"/>
                </a:lnTo>
                <a:lnTo>
                  <a:pt x="7283" y="160390"/>
                </a:lnTo>
                <a:lnTo>
                  <a:pt x="7283" y="158677"/>
                </a:lnTo>
                <a:lnTo>
                  <a:pt x="7283" y="156955"/>
                </a:lnTo>
                <a:lnTo>
                  <a:pt x="7283" y="155455"/>
                </a:lnTo>
                <a:lnTo>
                  <a:pt x="7283" y="153529"/>
                </a:lnTo>
                <a:lnTo>
                  <a:pt x="7664" y="152029"/>
                </a:lnTo>
                <a:lnTo>
                  <a:pt x="7664" y="150307"/>
                </a:lnTo>
                <a:lnTo>
                  <a:pt x="7664" y="148807"/>
                </a:lnTo>
                <a:lnTo>
                  <a:pt x="7664" y="147094"/>
                </a:lnTo>
                <a:lnTo>
                  <a:pt x="8045" y="145168"/>
                </a:lnTo>
                <a:lnTo>
                  <a:pt x="8045" y="143668"/>
                </a:lnTo>
                <a:lnTo>
                  <a:pt x="8045" y="141946"/>
                </a:lnTo>
                <a:lnTo>
                  <a:pt x="8045" y="140233"/>
                </a:lnTo>
                <a:lnTo>
                  <a:pt x="8045" y="138520"/>
                </a:lnTo>
                <a:lnTo>
                  <a:pt x="8442" y="137020"/>
                </a:lnTo>
                <a:lnTo>
                  <a:pt x="8442" y="135299"/>
                </a:lnTo>
                <a:lnTo>
                  <a:pt x="8442" y="133373"/>
                </a:lnTo>
                <a:lnTo>
                  <a:pt x="8442" y="131873"/>
                </a:lnTo>
                <a:lnTo>
                  <a:pt x="8442" y="130160"/>
                </a:lnTo>
                <a:lnTo>
                  <a:pt x="8822" y="128438"/>
                </a:lnTo>
                <a:lnTo>
                  <a:pt x="8822" y="126725"/>
                </a:lnTo>
                <a:lnTo>
                  <a:pt x="8822" y="125012"/>
                </a:lnTo>
                <a:lnTo>
                  <a:pt x="8822" y="123290"/>
                </a:lnTo>
                <a:lnTo>
                  <a:pt x="8822" y="121577"/>
                </a:lnTo>
                <a:lnTo>
                  <a:pt x="9203" y="119864"/>
                </a:lnTo>
                <a:lnTo>
                  <a:pt x="9203" y="118151"/>
                </a:lnTo>
                <a:lnTo>
                  <a:pt x="9203" y="116651"/>
                </a:lnTo>
                <a:lnTo>
                  <a:pt x="9203" y="114716"/>
                </a:lnTo>
                <a:lnTo>
                  <a:pt x="9203" y="113216"/>
                </a:lnTo>
                <a:lnTo>
                  <a:pt x="9203" y="111290"/>
                </a:lnTo>
                <a:lnTo>
                  <a:pt x="9203" y="109781"/>
                </a:lnTo>
                <a:lnTo>
                  <a:pt x="9203" y="107855"/>
                </a:lnTo>
                <a:lnTo>
                  <a:pt x="9203" y="106142"/>
                </a:lnTo>
                <a:lnTo>
                  <a:pt x="9584" y="104465"/>
                </a:lnTo>
                <a:lnTo>
                  <a:pt x="9584" y="102690"/>
                </a:lnTo>
                <a:lnTo>
                  <a:pt x="9584" y="101003"/>
                </a:lnTo>
                <a:lnTo>
                  <a:pt x="9584" y="99317"/>
                </a:lnTo>
                <a:lnTo>
                  <a:pt x="9584" y="97542"/>
                </a:lnTo>
                <a:lnTo>
                  <a:pt x="9965" y="95856"/>
                </a:lnTo>
                <a:lnTo>
                  <a:pt x="9965" y="94169"/>
                </a:lnTo>
                <a:lnTo>
                  <a:pt x="9965" y="92394"/>
                </a:lnTo>
                <a:lnTo>
                  <a:pt x="9965" y="90708"/>
                </a:lnTo>
                <a:lnTo>
                  <a:pt x="9965" y="89021"/>
                </a:lnTo>
                <a:lnTo>
                  <a:pt x="10346" y="87246"/>
                </a:lnTo>
                <a:lnTo>
                  <a:pt x="10346" y="85560"/>
                </a:lnTo>
                <a:lnTo>
                  <a:pt x="10346" y="83874"/>
                </a:lnTo>
                <a:lnTo>
                  <a:pt x="10346" y="81921"/>
                </a:lnTo>
                <a:lnTo>
                  <a:pt x="10727" y="80235"/>
                </a:lnTo>
                <a:lnTo>
                  <a:pt x="10727" y="78459"/>
                </a:lnTo>
                <a:lnTo>
                  <a:pt x="10727" y="76773"/>
                </a:lnTo>
                <a:lnTo>
                  <a:pt x="10727" y="75087"/>
                </a:lnTo>
                <a:lnTo>
                  <a:pt x="10727" y="73134"/>
                </a:lnTo>
                <a:lnTo>
                  <a:pt x="11123" y="71625"/>
                </a:lnTo>
                <a:lnTo>
                  <a:pt x="11123" y="69673"/>
                </a:lnTo>
                <a:lnTo>
                  <a:pt x="11123" y="67986"/>
                </a:lnTo>
                <a:lnTo>
                  <a:pt x="11123" y="66034"/>
                </a:lnTo>
                <a:lnTo>
                  <a:pt x="11123" y="64525"/>
                </a:lnTo>
                <a:lnTo>
                  <a:pt x="11123" y="62572"/>
                </a:lnTo>
                <a:lnTo>
                  <a:pt x="11123" y="60886"/>
                </a:lnTo>
                <a:lnTo>
                  <a:pt x="11123" y="59200"/>
                </a:lnTo>
                <a:lnTo>
                  <a:pt x="11123" y="57424"/>
                </a:lnTo>
                <a:lnTo>
                  <a:pt x="11123" y="55561"/>
                </a:lnTo>
                <a:lnTo>
                  <a:pt x="11504" y="53785"/>
                </a:lnTo>
                <a:lnTo>
                  <a:pt x="11504" y="52099"/>
                </a:lnTo>
                <a:lnTo>
                  <a:pt x="11504" y="50413"/>
                </a:lnTo>
                <a:lnTo>
                  <a:pt x="11504" y="48460"/>
                </a:lnTo>
                <a:lnTo>
                  <a:pt x="11504" y="46774"/>
                </a:lnTo>
                <a:lnTo>
                  <a:pt x="11885" y="44999"/>
                </a:lnTo>
                <a:lnTo>
                  <a:pt x="11885" y="43312"/>
                </a:lnTo>
                <a:lnTo>
                  <a:pt x="11885" y="41360"/>
                </a:lnTo>
                <a:lnTo>
                  <a:pt x="11885" y="39673"/>
                </a:lnTo>
                <a:lnTo>
                  <a:pt x="12266" y="37721"/>
                </a:lnTo>
                <a:lnTo>
                  <a:pt x="12266" y="36034"/>
                </a:lnTo>
                <a:lnTo>
                  <a:pt x="12266" y="34348"/>
                </a:lnTo>
                <a:lnTo>
                  <a:pt x="12266" y="32573"/>
                </a:lnTo>
                <a:lnTo>
                  <a:pt x="12266" y="30620"/>
                </a:lnTo>
                <a:lnTo>
                  <a:pt x="12647" y="28934"/>
                </a:lnTo>
                <a:lnTo>
                  <a:pt x="12647" y="26981"/>
                </a:lnTo>
                <a:lnTo>
                  <a:pt x="12647" y="25295"/>
                </a:lnTo>
                <a:lnTo>
                  <a:pt x="12647" y="23608"/>
                </a:lnTo>
                <a:lnTo>
                  <a:pt x="12647" y="21656"/>
                </a:lnTo>
                <a:lnTo>
                  <a:pt x="13028" y="19970"/>
                </a:lnTo>
                <a:lnTo>
                  <a:pt x="13028" y="18017"/>
                </a:lnTo>
                <a:lnTo>
                  <a:pt x="13028" y="16508"/>
                </a:lnTo>
                <a:lnTo>
                  <a:pt x="13028" y="14555"/>
                </a:lnTo>
                <a:lnTo>
                  <a:pt x="13028" y="12869"/>
                </a:lnTo>
                <a:lnTo>
                  <a:pt x="13409" y="10916"/>
                </a:lnTo>
                <a:lnTo>
                  <a:pt x="13409" y="9230"/>
                </a:lnTo>
                <a:lnTo>
                  <a:pt x="13409" y="7277"/>
                </a:lnTo>
                <a:lnTo>
                  <a:pt x="13409" y="5591"/>
                </a:lnTo>
                <a:lnTo>
                  <a:pt x="13409" y="3638"/>
                </a:lnTo>
                <a:lnTo>
                  <a:pt x="13409" y="1952"/>
                </a:lnTo>
                <a:lnTo>
                  <a:pt x="13409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510017" y="3203494"/>
            <a:ext cx="13805" cy="386175"/>
          </a:xfrm>
          <a:custGeom>
            <a:avLst/>
            <a:gdLst/>
            <a:ahLst/>
            <a:cxnLst/>
            <a:rect l="l" t="t" r="r" b="b"/>
            <a:pathLst>
              <a:path w="13805" h="386175">
                <a:moveTo>
                  <a:pt x="0" y="386175"/>
                </a:moveTo>
                <a:lnTo>
                  <a:pt x="0" y="384489"/>
                </a:lnTo>
                <a:lnTo>
                  <a:pt x="0" y="382536"/>
                </a:lnTo>
                <a:lnTo>
                  <a:pt x="396" y="380850"/>
                </a:lnTo>
                <a:lnTo>
                  <a:pt x="396" y="379075"/>
                </a:lnTo>
                <a:lnTo>
                  <a:pt x="396" y="377211"/>
                </a:lnTo>
                <a:lnTo>
                  <a:pt x="396" y="375258"/>
                </a:lnTo>
                <a:lnTo>
                  <a:pt x="396" y="373306"/>
                </a:lnTo>
                <a:lnTo>
                  <a:pt x="777" y="371619"/>
                </a:lnTo>
                <a:lnTo>
                  <a:pt x="777" y="369667"/>
                </a:lnTo>
                <a:lnTo>
                  <a:pt x="777" y="367980"/>
                </a:lnTo>
                <a:lnTo>
                  <a:pt x="777" y="366028"/>
                </a:lnTo>
                <a:lnTo>
                  <a:pt x="777" y="364341"/>
                </a:lnTo>
                <a:lnTo>
                  <a:pt x="1158" y="362566"/>
                </a:lnTo>
                <a:lnTo>
                  <a:pt x="1158" y="360702"/>
                </a:lnTo>
                <a:lnTo>
                  <a:pt x="1158" y="358927"/>
                </a:lnTo>
                <a:lnTo>
                  <a:pt x="1158" y="356797"/>
                </a:lnTo>
                <a:lnTo>
                  <a:pt x="1539" y="355111"/>
                </a:lnTo>
                <a:lnTo>
                  <a:pt x="1539" y="353158"/>
                </a:lnTo>
                <a:lnTo>
                  <a:pt x="1539" y="351472"/>
                </a:lnTo>
                <a:lnTo>
                  <a:pt x="1539" y="349519"/>
                </a:lnTo>
                <a:lnTo>
                  <a:pt x="1539" y="347833"/>
                </a:lnTo>
                <a:lnTo>
                  <a:pt x="1920" y="345880"/>
                </a:lnTo>
                <a:lnTo>
                  <a:pt x="1920" y="343928"/>
                </a:lnTo>
                <a:lnTo>
                  <a:pt x="1920" y="342241"/>
                </a:lnTo>
                <a:lnTo>
                  <a:pt x="1920" y="340289"/>
                </a:lnTo>
                <a:lnTo>
                  <a:pt x="1920" y="338336"/>
                </a:lnTo>
                <a:lnTo>
                  <a:pt x="1920" y="336472"/>
                </a:lnTo>
                <a:lnTo>
                  <a:pt x="1920" y="334697"/>
                </a:lnTo>
                <a:lnTo>
                  <a:pt x="1920" y="333011"/>
                </a:lnTo>
                <a:lnTo>
                  <a:pt x="1920" y="331058"/>
                </a:lnTo>
                <a:lnTo>
                  <a:pt x="1920" y="329105"/>
                </a:lnTo>
                <a:lnTo>
                  <a:pt x="2300" y="327241"/>
                </a:lnTo>
                <a:lnTo>
                  <a:pt x="2300" y="325466"/>
                </a:lnTo>
                <a:lnTo>
                  <a:pt x="2300" y="323603"/>
                </a:lnTo>
                <a:lnTo>
                  <a:pt x="2300" y="321650"/>
                </a:lnTo>
                <a:lnTo>
                  <a:pt x="2681" y="319875"/>
                </a:lnTo>
                <a:lnTo>
                  <a:pt x="2681" y="318011"/>
                </a:lnTo>
                <a:lnTo>
                  <a:pt x="2681" y="316058"/>
                </a:lnTo>
                <a:lnTo>
                  <a:pt x="2681" y="314106"/>
                </a:lnTo>
                <a:lnTo>
                  <a:pt x="2681" y="312419"/>
                </a:lnTo>
                <a:lnTo>
                  <a:pt x="3078" y="310467"/>
                </a:lnTo>
                <a:lnTo>
                  <a:pt x="3078" y="308514"/>
                </a:lnTo>
                <a:lnTo>
                  <a:pt x="3078" y="306828"/>
                </a:lnTo>
                <a:lnTo>
                  <a:pt x="3078" y="304698"/>
                </a:lnTo>
                <a:lnTo>
                  <a:pt x="3078" y="303011"/>
                </a:lnTo>
                <a:lnTo>
                  <a:pt x="3459" y="301059"/>
                </a:lnTo>
                <a:lnTo>
                  <a:pt x="3459" y="299106"/>
                </a:lnTo>
                <a:lnTo>
                  <a:pt x="3459" y="297420"/>
                </a:lnTo>
                <a:lnTo>
                  <a:pt x="3459" y="295289"/>
                </a:lnTo>
                <a:lnTo>
                  <a:pt x="3459" y="293514"/>
                </a:lnTo>
                <a:lnTo>
                  <a:pt x="3840" y="291650"/>
                </a:lnTo>
                <a:lnTo>
                  <a:pt x="3840" y="289698"/>
                </a:lnTo>
                <a:lnTo>
                  <a:pt x="3840" y="288012"/>
                </a:lnTo>
                <a:lnTo>
                  <a:pt x="3840" y="285793"/>
                </a:lnTo>
                <a:lnTo>
                  <a:pt x="4221" y="284106"/>
                </a:lnTo>
                <a:lnTo>
                  <a:pt x="4221" y="282154"/>
                </a:lnTo>
                <a:lnTo>
                  <a:pt x="4221" y="280290"/>
                </a:lnTo>
                <a:lnTo>
                  <a:pt x="4221" y="278337"/>
                </a:lnTo>
                <a:lnTo>
                  <a:pt x="4221" y="276385"/>
                </a:lnTo>
                <a:lnTo>
                  <a:pt x="4221" y="274432"/>
                </a:lnTo>
                <a:lnTo>
                  <a:pt x="4221" y="272746"/>
                </a:lnTo>
                <a:lnTo>
                  <a:pt x="4221" y="270615"/>
                </a:lnTo>
                <a:lnTo>
                  <a:pt x="4221" y="268929"/>
                </a:lnTo>
                <a:lnTo>
                  <a:pt x="4221" y="266976"/>
                </a:lnTo>
                <a:lnTo>
                  <a:pt x="4601" y="265024"/>
                </a:lnTo>
                <a:lnTo>
                  <a:pt x="4601" y="263071"/>
                </a:lnTo>
                <a:lnTo>
                  <a:pt x="4601" y="261207"/>
                </a:lnTo>
                <a:lnTo>
                  <a:pt x="4601" y="259255"/>
                </a:lnTo>
                <a:lnTo>
                  <a:pt x="4601" y="257302"/>
                </a:lnTo>
                <a:lnTo>
                  <a:pt x="4982" y="255349"/>
                </a:lnTo>
                <a:lnTo>
                  <a:pt x="4982" y="253663"/>
                </a:lnTo>
                <a:lnTo>
                  <a:pt x="4982" y="251533"/>
                </a:lnTo>
                <a:lnTo>
                  <a:pt x="4982" y="249758"/>
                </a:lnTo>
                <a:lnTo>
                  <a:pt x="5379" y="247894"/>
                </a:lnTo>
                <a:lnTo>
                  <a:pt x="5379" y="245941"/>
                </a:lnTo>
                <a:lnTo>
                  <a:pt x="5379" y="243989"/>
                </a:lnTo>
                <a:lnTo>
                  <a:pt x="5379" y="242125"/>
                </a:lnTo>
                <a:lnTo>
                  <a:pt x="5379" y="240172"/>
                </a:lnTo>
                <a:lnTo>
                  <a:pt x="5760" y="238220"/>
                </a:lnTo>
                <a:lnTo>
                  <a:pt x="5760" y="236267"/>
                </a:lnTo>
                <a:lnTo>
                  <a:pt x="5760" y="234403"/>
                </a:lnTo>
                <a:lnTo>
                  <a:pt x="5760" y="232450"/>
                </a:lnTo>
                <a:lnTo>
                  <a:pt x="5760" y="230498"/>
                </a:lnTo>
                <a:lnTo>
                  <a:pt x="6141" y="228545"/>
                </a:lnTo>
                <a:lnTo>
                  <a:pt x="6141" y="226681"/>
                </a:lnTo>
                <a:lnTo>
                  <a:pt x="6141" y="224729"/>
                </a:lnTo>
                <a:lnTo>
                  <a:pt x="6141" y="222776"/>
                </a:lnTo>
                <a:lnTo>
                  <a:pt x="6141" y="220823"/>
                </a:lnTo>
                <a:lnTo>
                  <a:pt x="6141" y="218960"/>
                </a:lnTo>
                <a:lnTo>
                  <a:pt x="6141" y="217007"/>
                </a:lnTo>
                <a:lnTo>
                  <a:pt x="6141" y="214877"/>
                </a:lnTo>
                <a:lnTo>
                  <a:pt x="6141" y="213102"/>
                </a:lnTo>
                <a:lnTo>
                  <a:pt x="6522" y="211238"/>
                </a:lnTo>
                <a:lnTo>
                  <a:pt x="6522" y="209019"/>
                </a:lnTo>
                <a:lnTo>
                  <a:pt x="6522" y="207333"/>
                </a:lnTo>
                <a:lnTo>
                  <a:pt x="6522" y="205380"/>
                </a:lnTo>
                <a:lnTo>
                  <a:pt x="6522" y="203250"/>
                </a:lnTo>
                <a:lnTo>
                  <a:pt x="6902" y="201564"/>
                </a:lnTo>
                <a:lnTo>
                  <a:pt x="6902" y="199611"/>
                </a:lnTo>
                <a:lnTo>
                  <a:pt x="6902" y="197481"/>
                </a:lnTo>
                <a:lnTo>
                  <a:pt x="6902" y="195528"/>
                </a:lnTo>
                <a:lnTo>
                  <a:pt x="6902" y="193664"/>
                </a:lnTo>
                <a:lnTo>
                  <a:pt x="7283" y="191712"/>
                </a:lnTo>
                <a:lnTo>
                  <a:pt x="7283" y="189759"/>
                </a:lnTo>
                <a:lnTo>
                  <a:pt x="7283" y="187806"/>
                </a:lnTo>
                <a:lnTo>
                  <a:pt x="7283" y="185943"/>
                </a:lnTo>
                <a:lnTo>
                  <a:pt x="7283" y="183990"/>
                </a:lnTo>
                <a:lnTo>
                  <a:pt x="7664" y="181860"/>
                </a:lnTo>
                <a:lnTo>
                  <a:pt x="7664" y="179907"/>
                </a:lnTo>
                <a:lnTo>
                  <a:pt x="7664" y="177955"/>
                </a:lnTo>
                <a:lnTo>
                  <a:pt x="7664" y="176002"/>
                </a:lnTo>
                <a:lnTo>
                  <a:pt x="8061" y="174138"/>
                </a:lnTo>
                <a:lnTo>
                  <a:pt x="8061" y="172185"/>
                </a:lnTo>
                <a:lnTo>
                  <a:pt x="8061" y="170055"/>
                </a:lnTo>
                <a:lnTo>
                  <a:pt x="8061" y="168103"/>
                </a:lnTo>
                <a:lnTo>
                  <a:pt x="8061" y="166416"/>
                </a:lnTo>
                <a:lnTo>
                  <a:pt x="8061" y="164286"/>
                </a:lnTo>
                <a:lnTo>
                  <a:pt x="8061" y="162334"/>
                </a:lnTo>
                <a:lnTo>
                  <a:pt x="8061" y="160381"/>
                </a:lnTo>
                <a:lnTo>
                  <a:pt x="8061" y="158251"/>
                </a:lnTo>
                <a:lnTo>
                  <a:pt x="8061" y="156298"/>
                </a:lnTo>
                <a:lnTo>
                  <a:pt x="8442" y="154612"/>
                </a:lnTo>
                <a:lnTo>
                  <a:pt x="8442" y="152482"/>
                </a:lnTo>
                <a:lnTo>
                  <a:pt x="8442" y="150529"/>
                </a:lnTo>
                <a:lnTo>
                  <a:pt x="8442" y="148576"/>
                </a:lnTo>
                <a:lnTo>
                  <a:pt x="8442" y="146446"/>
                </a:lnTo>
                <a:lnTo>
                  <a:pt x="8822" y="144494"/>
                </a:lnTo>
                <a:lnTo>
                  <a:pt x="8822" y="142630"/>
                </a:lnTo>
                <a:lnTo>
                  <a:pt x="8822" y="140411"/>
                </a:lnTo>
                <a:lnTo>
                  <a:pt x="8822" y="138725"/>
                </a:lnTo>
                <a:lnTo>
                  <a:pt x="9203" y="136772"/>
                </a:lnTo>
                <a:lnTo>
                  <a:pt x="9203" y="134642"/>
                </a:lnTo>
                <a:lnTo>
                  <a:pt x="9203" y="132689"/>
                </a:lnTo>
                <a:lnTo>
                  <a:pt x="9203" y="130825"/>
                </a:lnTo>
                <a:lnTo>
                  <a:pt x="9203" y="128695"/>
                </a:lnTo>
                <a:lnTo>
                  <a:pt x="9584" y="126743"/>
                </a:lnTo>
                <a:lnTo>
                  <a:pt x="9584" y="124790"/>
                </a:lnTo>
                <a:lnTo>
                  <a:pt x="9584" y="122837"/>
                </a:lnTo>
                <a:lnTo>
                  <a:pt x="9584" y="120707"/>
                </a:lnTo>
                <a:lnTo>
                  <a:pt x="9584" y="118755"/>
                </a:lnTo>
                <a:lnTo>
                  <a:pt x="9965" y="116891"/>
                </a:lnTo>
                <a:lnTo>
                  <a:pt x="9965" y="114672"/>
                </a:lnTo>
                <a:lnTo>
                  <a:pt x="9965" y="112808"/>
                </a:lnTo>
                <a:lnTo>
                  <a:pt x="9965" y="110855"/>
                </a:lnTo>
                <a:lnTo>
                  <a:pt x="9965" y="108725"/>
                </a:lnTo>
                <a:lnTo>
                  <a:pt x="10346" y="106773"/>
                </a:lnTo>
                <a:lnTo>
                  <a:pt x="10346" y="104820"/>
                </a:lnTo>
                <a:lnTo>
                  <a:pt x="10346" y="102956"/>
                </a:lnTo>
                <a:lnTo>
                  <a:pt x="10346" y="101003"/>
                </a:lnTo>
                <a:lnTo>
                  <a:pt x="10346" y="99051"/>
                </a:lnTo>
                <a:lnTo>
                  <a:pt x="10346" y="96921"/>
                </a:lnTo>
                <a:lnTo>
                  <a:pt x="10346" y="94968"/>
                </a:lnTo>
                <a:lnTo>
                  <a:pt x="10346" y="92838"/>
                </a:lnTo>
                <a:lnTo>
                  <a:pt x="10346" y="90885"/>
                </a:lnTo>
                <a:lnTo>
                  <a:pt x="10743" y="88755"/>
                </a:lnTo>
                <a:lnTo>
                  <a:pt x="10743" y="86803"/>
                </a:lnTo>
                <a:lnTo>
                  <a:pt x="10743" y="84939"/>
                </a:lnTo>
                <a:lnTo>
                  <a:pt x="10743" y="82808"/>
                </a:lnTo>
                <a:lnTo>
                  <a:pt x="10743" y="80856"/>
                </a:lnTo>
                <a:lnTo>
                  <a:pt x="11123" y="78903"/>
                </a:lnTo>
                <a:lnTo>
                  <a:pt x="11123" y="76773"/>
                </a:lnTo>
                <a:lnTo>
                  <a:pt x="11123" y="74820"/>
                </a:lnTo>
                <a:lnTo>
                  <a:pt x="11123" y="72868"/>
                </a:lnTo>
                <a:lnTo>
                  <a:pt x="11123" y="70738"/>
                </a:lnTo>
                <a:lnTo>
                  <a:pt x="11504" y="68785"/>
                </a:lnTo>
                <a:lnTo>
                  <a:pt x="11504" y="66921"/>
                </a:lnTo>
                <a:lnTo>
                  <a:pt x="11504" y="64969"/>
                </a:lnTo>
                <a:lnTo>
                  <a:pt x="11504" y="62838"/>
                </a:lnTo>
                <a:lnTo>
                  <a:pt x="11885" y="60886"/>
                </a:lnTo>
                <a:lnTo>
                  <a:pt x="11885" y="58933"/>
                </a:lnTo>
                <a:lnTo>
                  <a:pt x="11885" y="56803"/>
                </a:lnTo>
                <a:lnTo>
                  <a:pt x="11885" y="54673"/>
                </a:lnTo>
                <a:lnTo>
                  <a:pt x="11885" y="52720"/>
                </a:lnTo>
                <a:lnTo>
                  <a:pt x="12266" y="50856"/>
                </a:lnTo>
                <a:lnTo>
                  <a:pt x="12266" y="48638"/>
                </a:lnTo>
                <a:lnTo>
                  <a:pt x="12266" y="46774"/>
                </a:lnTo>
                <a:lnTo>
                  <a:pt x="12266" y="44821"/>
                </a:lnTo>
                <a:lnTo>
                  <a:pt x="12266" y="42691"/>
                </a:lnTo>
                <a:lnTo>
                  <a:pt x="12266" y="40738"/>
                </a:lnTo>
                <a:lnTo>
                  <a:pt x="12266" y="38786"/>
                </a:lnTo>
                <a:lnTo>
                  <a:pt x="12266" y="36656"/>
                </a:lnTo>
                <a:lnTo>
                  <a:pt x="12266" y="34525"/>
                </a:lnTo>
                <a:lnTo>
                  <a:pt x="12266" y="32573"/>
                </a:lnTo>
                <a:lnTo>
                  <a:pt x="12647" y="30620"/>
                </a:lnTo>
                <a:lnTo>
                  <a:pt x="12647" y="28490"/>
                </a:lnTo>
                <a:lnTo>
                  <a:pt x="12647" y="26626"/>
                </a:lnTo>
                <a:lnTo>
                  <a:pt x="12647" y="24674"/>
                </a:lnTo>
                <a:lnTo>
                  <a:pt x="13028" y="22543"/>
                </a:lnTo>
                <a:lnTo>
                  <a:pt x="13028" y="20325"/>
                </a:lnTo>
                <a:lnTo>
                  <a:pt x="13028" y="18461"/>
                </a:lnTo>
                <a:lnTo>
                  <a:pt x="13028" y="16508"/>
                </a:lnTo>
                <a:lnTo>
                  <a:pt x="13028" y="14378"/>
                </a:lnTo>
                <a:lnTo>
                  <a:pt x="13424" y="12425"/>
                </a:lnTo>
                <a:lnTo>
                  <a:pt x="13424" y="10295"/>
                </a:lnTo>
                <a:lnTo>
                  <a:pt x="13424" y="8343"/>
                </a:lnTo>
                <a:lnTo>
                  <a:pt x="13424" y="6212"/>
                </a:lnTo>
                <a:lnTo>
                  <a:pt x="13424" y="4260"/>
                </a:lnTo>
                <a:lnTo>
                  <a:pt x="13805" y="2396"/>
                </a:lnTo>
                <a:lnTo>
                  <a:pt x="13805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523823" y="2793265"/>
            <a:ext cx="13409" cy="410228"/>
          </a:xfrm>
          <a:custGeom>
            <a:avLst/>
            <a:gdLst/>
            <a:ahLst/>
            <a:cxnLst/>
            <a:rect l="l" t="t" r="r" b="b"/>
            <a:pathLst>
              <a:path w="13409" h="410228">
                <a:moveTo>
                  <a:pt x="0" y="410228"/>
                </a:moveTo>
                <a:lnTo>
                  <a:pt x="0" y="408275"/>
                </a:lnTo>
                <a:lnTo>
                  <a:pt x="0" y="406323"/>
                </a:lnTo>
                <a:lnTo>
                  <a:pt x="0" y="404193"/>
                </a:lnTo>
                <a:lnTo>
                  <a:pt x="380" y="402329"/>
                </a:lnTo>
                <a:lnTo>
                  <a:pt x="380" y="400110"/>
                </a:lnTo>
                <a:lnTo>
                  <a:pt x="380" y="398246"/>
                </a:lnTo>
                <a:lnTo>
                  <a:pt x="380" y="396116"/>
                </a:lnTo>
                <a:lnTo>
                  <a:pt x="761" y="394163"/>
                </a:lnTo>
                <a:lnTo>
                  <a:pt x="761" y="392033"/>
                </a:lnTo>
                <a:lnTo>
                  <a:pt x="761" y="390080"/>
                </a:lnTo>
                <a:lnTo>
                  <a:pt x="761" y="387950"/>
                </a:lnTo>
                <a:lnTo>
                  <a:pt x="761" y="385998"/>
                </a:lnTo>
                <a:lnTo>
                  <a:pt x="761" y="384045"/>
                </a:lnTo>
                <a:lnTo>
                  <a:pt x="761" y="381915"/>
                </a:lnTo>
                <a:lnTo>
                  <a:pt x="761" y="379785"/>
                </a:lnTo>
                <a:lnTo>
                  <a:pt x="761" y="377832"/>
                </a:lnTo>
                <a:lnTo>
                  <a:pt x="761" y="375880"/>
                </a:lnTo>
                <a:lnTo>
                  <a:pt x="1142" y="373572"/>
                </a:lnTo>
                <a:lnTo>
                  <a:pt x="1142" y="371619"/>
                </a:lnTo>
                <a:lnTo>
                  <a:pt x="1142" y="369667"/>
                </a:lnTo>
                <a:lnTo>
                  <a:pt x="1142" y="367537"/>
                </a:lnTo>
                <a:lnTo>
                  <a:pt x="1142" y="365406"/>
                </a:lnTo>
                <a:lnTo>
                  <a:pt x="1523" y="363454"/>
                </a:lnTo>
                <a:lnTo>
                  <a:pt x="1523" y="361590"/>
                </a:lnTo>
                <a:lnTo>
                  <a:pt x="1523" y="359371"/>
                </a:lnTo>
                <a:lnTo>
                  <a:pt x="1523" y="357241"/>
                </a:lnTo>
                <a:lnTo>
                  <a:pt x="1904" y="355377"/>
                </a:lnTo>
                <a:lnTo>
                  <a:pt x="1904" y="353424"/>
                </a:lnTo>
                <a:lnTo>
                  <a:pt x="1904" y="351294"/>
                </a:lnTo>
                <a:lnTo>
                  <a:pt x="1904" y="349075"/>
                </a:lnTo>
                <a:lnTo>
                  <a:pt x="1904" y="347212"/>
                </a:lnTo>
                <a:lnTo>
                  <a:pt x="2300" y="345081"/>
                </a:lnTo>
                <a:lnTo>
                  <a:pt x="2300" y="342862"/>
                </a:lnTo>
                <a:lnTo>
                  <a:pt x="2300" y="340999"/>
                </a:lnTo>
                <a:lnTo>
                  <a:pt x="2300" y="338780"/>
                </a:lnTo>
                <a:lnTo>
                  <a:pt x="2300" y="336916"/>
                </a:lnTo>
                <a:lnTo>
                  <a:pt x="2681" y="334786"/>
                </a:lnTo>
                <a:lnTo>
                  <a:pt x="2681" y="332833"/>
                </a:lnTo>
                <a:lnTo>
                  <a:pt x="2681" y="330703"/>
                </a:lnTo>
                <a:lnTo>
                  <a:pt x="2681" y="328750"/>
                </a:lnTo>
                <a:lnTo>
                  <a:pt x="2681" y="326620"/>
                </a:lnTo>
                <a:lnTo>
                  <a:pt x="2681" y="324490"/>
                </a:lnTo>
                <a:lnTo>
                  <a:pt x="2681" y="322537"/>
                </a:lnTo>
                <a:lnTo>
                  <a:pt x="2681" y="320407"/>
                </a:lnTo>
                <a:lnTo>
                  <a:pt x="2681" y="318277"/>
                </a:lnTo>
                <a:lnTo>
                  <a:pt x="3062" y="316325"/>
                </a:lnTo>
                <a:lnTo>
                  <a:pt x="3062" y="314372"/>
                </a:lnTo>
                <a:lnTo>
                  <a:pt x="3062" y="312242"/>
                </a:lnTo>
                <a:lnTo>
                  <a:pt x="3062" y="310112"/>
                </a:lnTo>
                <a:lnTo>
                  <a:pt x="3062" y="308159"/>
                </a:lnTo>
                <a:lnTo>
                  <a:pt x="3443" y="306029"/>
                </a:lnTo>
                <a:lnTo>
                  <a:pt x="3443" y="303899"/>
                </a:lnTo>
                <a:lnTo>
                  <a:pt x="3443" y="301946"/>
                </a:lnTo>
                <a:lnTo>
                  <a:pt x="3443" y="299816"/>
                </a:lnTo>
                <a:lnTo>
                  <a:pt x="3443" y="297863"/>
                </a:lnTo>
                <a:lnTo>
                  <a:pt x="3824" y="295733"/>
                </a:lnTo>
                <a:lnTo>
                  <a:pt x="3824" y="293603"/>
                </a:lnTo>
                <a:lnTo>
                  <a:pt x="3824" y="291650"/>
                </a:lnTo>
                <a:lnTo>
                  <a:pt x="3824" y="289698"/>
                </a:lnTo>
                <a:lnTo>
                  <a:pt x="3824" y="287390"/>
                </a:lnTo>
                <a:lnTo>
                  <a:pt x="4205" y="285438"/>
                </a:lnTo>
                <a:lnTo>
                  <a:pt x="4205" y="283307"/>
                </a:lnTo>
                <a:lnTo>
                  <a:pt x="4205" y="281355"/>
                </a:lnTo>
                <a:lnTo>
                  <a:pt x="4205" y="279225"/>
                </a:lnTo>
                <a:lnTo>
                  <a:pt x="4601" y="277095"/>
                </a:lnTo>
                <a:lnTo>
                  <a:pt x="4601" y="275142"/>
                </a:lnTo>
                <a:lnTo>
                  <a:pt x="4601" y="273189"/>
                </a:lnTo>
                <a:lnTo>
                  <a:pt x="4601" y="270882"/>
                </a:lnTo>
                <a:lnTo>
                  <a:pt x="4601" y="268929"/>
                </a:lnTo>
                <a:lnTo>
                  <a:pt x="4982" y="266799"/>
                </a:lnTo>
                <a:lnTo>
                  <a:pt x="4982" y="264846"/>
                </a:lnTo>
                <a:lnTo>
                  <a:pt x="4982" y="262716"/>
                </a:lnTo>
                <a:lnTo>
                  <a:pt x="4982" y="260586"/>
                </a:lnTo>
                <a:lnTo>
                  <a:pt x="4982" y="258633"/>
                </a:lnTo>
                <a:lnTo>
                  <a:pt x="4982" y="256681"/>
                </a:lnTo>
                <a:lnTo>
                  <a:pt x="4982" y="254373"/>
                </a:lnTo>
                <a:lnTo>
                  <a:pt x="4982" y="252421"/>
                </a:lnTo>
                <a:lnTo>
                  <a:pt x="4982" y="250290"/>
                </a:lnTo>
                <a:lnTo>
                  <a:pt x="4982" y="248338"/>
                </a:lnTo>
                <a:lnTo>
                  <a:pt x="5363" y="246208"/>
                </a:lnTo>
                <a:lnTo>
                  <a:pt x="5363" y="244077"/>
                </a:lnTo>
                <a:lnTo>
                  <a:pt x="5363" y="242125"/>
                </a:lnTo>
                <a:lnTo>
                  <a:pt x="5363" y="239995"/>
                </a:lnTo>
                <a:lnTo>
                  <a:pt x="5744" y="237865"/>
                </a:lnTo>
                <a:lnTo>
                  <a:pt x="5744" y="235912"/>
                </a:lnTo>
                <a:lnTo>
                  <a:pt x="5744" y="233782"/>
                </a:lnTo>
                <a:lnTo>
                  <a:pt x="5744" y="231829"/>
                </a:lnTo>
                <a:lnTo>
                  <a:pt x="5744" y="229433"/>
                </a:lnTo>
                <a:lnTo>
                  <a:pt x="6125" y="227569"/>
                </a:lnTo>
                <a:lnTo>
                  <a:pt x="6125" y="225616"/>
                </a:lnTo>
                <a:lnTo>
                  <a:pt x="6125" y="223486"/>
                </a:lnTo>
                <a:lnTo>
                  <a:pt x="6125" y="221356"/>
                </a:lnTo>
                <a:lnTo>
                  <a:pt x="6125" y="219137"/>
                </a:lnTo>
                <a:lnTo>
                  <a:pt x="6506" y="217273"/>
                </a:lnTo>
                <a:lnTo>
                  <a:pt x="6506" y="215321"/>
                </a:lnTo>
                <a:lnTo>
                  <a:pt x="6506" y="212924"/>
                </a:lnTo>
                <a:lnTo>
                  <a:pt x="6506" y="211060"/>
                </a:lnTo>
                <a:lnTo>
                  <a:pt x="6506" y="208841"/>
                </a:lnTo>
                <a:lnTo>
                  <a:pt x="6886" y="206978"/>
                </a:lnTo>
                <a:lnTo>
                  <a:pt x="6886" y="204847"/>
                </a:lnTo>
                <a:lnTo>
                  <a:pt x="6886" y="202629"/>
                </a:lnTo>
                <a:lnTo>
                  <a:pt x="6886" y="200765"/>
                </a:lnTo>
                <a:lnTo>
                  <a:pt x="6886" y="198546"/>
                </a:lnTo>
                <a:lnTo>
                  <a:pt x="6886" y="196416"/>
                </a:lnTo>
                <a:lnTo>
                  <a:pt x="6886" y="194286"/>
                </a:lnTo>
                <a:lnTo>
                  <a:pt x="6886" y="192333"/>
                </a:lnTo>
                <a:lnTo>
                  <a:pt x="6886" y="190469"/>
                </a:lnTo>
                <a:lnTo>
                  <a:pt x="7283" y="188339"/>
                </a:lnTo>
                <a:lnTo>
                  <a:pt x="7283" y="186120"/>
                </a:lnTo>
                <a:lnTo>
                  <a:pt x="7283" y="183990"/>
                </a:lnTo>
                <a:lnTo>
                  <a:pt x="7283" y="182037"/>
                </a:lnTo>
                <a:lnTo>
                  <a:pt x="7283" y="179907"/>
                </a:lnTo>
                <a:lnTo>
                  <a:pt x="7664" y="177777"/>
                </a:lnTo>
                <a:lnTo>
                  <a:pt x="7664" y="175824"/>
                </a:lnTo>
                <a:lnTo>
                  <a:pt x="7664" y="173694"/>
                </a:lnTo>
                <a:lnTo>
                  <a:pt x="7664" y="171830"/>
                </a:lnTo>
                <a:lnTo>
                  <a:pt x="7664" y="169434"/>
                </a:lnTo>
                <a:lnTo>
                  <a:pt x="8045" y="167481"/>
                </a:lnTo>
                <a:lnTo>
                  <a:pt x="8045" y="165529"/>
                </a:lnTo>
                <a:lnTo>
                  <a:pt x="8045" y="163399"/>
                </a:lnTo>
                <a:lnTo>
                  <a:pt x="8045" y="161268"/>
                </a:lnTo>
                <a:lnTo>
                  <a:pt x="8426" y="159138"/>
                </a:lnTo>
                <a:lnTo>
                  <a:pt x="8426" y="157452"/>
                </a:lnTo>
                <a:lnTo>
                  <a:pt x="8426" y="155056"/>
                </a:lnTo>
                <a:lnTo>
                  <a:pt x="8426" y="153103"/>
                </a:lnTo>
                <a:lnTo>
                  <a:pt x="8426" y="151239"/>
                </a:lnTo>
                <a:lnTo>
                  <a:pt x="8807" y="149020"/>
                </a:lnTo>
                <a:lnTo>
                  <a:pt x="8807" y="146890"/>
                </a:lnTo>
                <a:lnTo>
                  <a:pt x="8807" y="144760"/>
                </a:lnTo>
                <a:lnTo>
                  <a:pt x="8807" y="142807"/>
                </a:lnTo>
                <a:lnTo>
                  <a:pt x="8807" y="140677"/>
                </a:lnTo>
                <a:lnTo>
                  <a:pt x="9187" y="138547"/>
                </a:lnTo>
                <a:lnTo>
                  <a:pt x="9187" y="136594"/>
                </a:lnTo>
                <a:lnTo>
                  <a:pt x="9187" y="134464"/>
                </a:lnTo>
                <a:lnTo>
                  <a:pt x="9187" y="132512"/>
                </a:lnTo>
                <a:lnTo>
                  <a:pt x="9187" y="130382"/>
                </a:lnTo>
                <a:lnTo>
                  <a:pt x="9187" y="128251"/>
                </a:lnTo>
                <a:lnTo>
                  <a:pt x="9187" y="126121"/>
                </a:lnTo>
                <a:lnTo>
                  <a:pt x="9187" y="124169"/>
                </a:lnTo>
                <a:lnTo>
                  <a:pt x="9187" y="122038"/>
                </a:lnTo>
                <a:lnTo>
                  <a:pt x="9568" y="119908"/>
                </a:lnTo>
                <a:lnTo>
                  <a:pt x="9568" y="117956"/>
                </a:lnTo>
                <a:lnTo>
                  <a:pt x="9568" y="115826"/>
                </a:lnTo>
                <a:lnTo>
                  <a:pt x="9568" y="113873"/>
                </a:lnTo>
                <a:lnTo>
                  <a:pt x="9568" y="111565"/>
                </a:lnTo>
                <a:lnTo>
                  <a:pt x="9965" y="109613"/>
                </a:lnTo>
                <a:lnTo>
                  <a:pt x="9965" y="107660"/>
                </a:lnTo>
                <a:lnTo>
                  <a:pt x="9965" y="105530"/>
                </a:lnTo>
                <a:lnTo>
                  <a:pt x="9965" y="103400"/>
                </a:lnTo>
                <a:lnTo>
                  <a:pt x="9965" y="101270"/>
                </a:lnTo>
                <a:lnTo>
                  <a:pt x="10346" y="99317"/>
                </a:lnTo>
                <a:lnTo>
                  <a:pt x="10346" y="97364"/>
                </a:lnTo>
                <a:lnTo>
                  <a:pt x="10346" y="95057"/>
                </a:lnTo>
                <a:lnTo>
                  <a:pt x="10346" y="93104"/>
                </a:lnTo>
                <a:lnTo>
                  <a:pt x="10346" y="90974"/>
                </a:lnTo>
                <a:lnTo>
                  <a:pt x="10727" y="89021"/>
                </a:lnTo>
                <a:lnTo>
                  <a:pt x="10727" y="86625"/>
                </a:lnTo>
                <a:lnTo>
                  <a:pt x="10727" y="84761"/>
                </a:lnTo>
                <a:lnTo>
                  <a:pt x="10727" y="82808"/>
                </a:lnTo>
                <a:lnTo>
                  <a:pt x="11108" y="80678"/>
                </a:lnTo>
                <a:lnTo>
                  <a:pt x="11108" y="78548"/>
                </a:lnTo>
                <a:lnTo>
                  <a:pt x="11108" y="76329"/>
                </a:lnTo>
                <a:lnTo>
                  <a:pt x="11108" y="74465"/>
                </a:lnTo>
                <a:lnTo>
                  <a:pt x="11108" y="72335"/>
                </a:lnTo>
                <a:lnTo>
                  <a:pt x="11108" y="70116"/>
                </a:lnTo>
                <a:lnTo>
                  <a:pt x="11108" y="68253"/>
                </a:lnTo>
                <a:lnTo>
                  <a:pt x="11108" y="66034"/>
                </a:lnTo>
                <a:lnTo>
                  <a:pt x="11108" y="64170"/>
                </a:lnTo>
                <a:lnTo>
                  <a:pt x="11108" y="61773"/>
                </a:lnTo>
                <a:lnTo>
                  <a:pt x="11488" y="59821"/>
                </a:lnTo>
                <a:lnTo>
                  <a:pt x="11488" y="57957"/>
                </a:lnTo>
                <a:lnTo>
                  <a:pt x="11488" y="55827"/>
                </a:lnTo>
                <a:lnTo>
                  <a:pt x="11488" y="53608"/>
                </a:lnTo>
                <a:lnTo>
                  <a:pt x="11488" y="51478"/>
                </a:lnTo>
                <a:lnTo>
                  <a:pt x="11869" y="49525"/>
                </a:lnTo>
                <a:lnTo>
                  <a:pt x="11869" y="47661"/>
                </a:lnTo>
                <a:lnTo>
                  <a:pt x="11869" y="45265"/>
                </a:lnTo>
                <a:lnTo>
                  <a:pt x="11869" y="43312"/>
                </a:lnTo>
                <a:lnTo>
                  <a:pt x="12250" y="41182"/>
                </a:lnTo>
                <a:lnTo>
                  <a:pt x="12250" y="39229"/>
                </a:lnTo>
                <a:lnTo>
                  <a:pt x="12250" y="37099"/>
                </a:lnTo>
                <a:lnTo>
                  <a:pt x="12250" y="34969"/>
                </a:lnTo>
                <a:lnTo>
                  <a:pt x="12250" y="33017"/>
                </a:lnTo>
                <a:lnTo>
                  <a:pt x="12647" y="30886"/>
                </a:lnTo>
                <a:lnTo>
                  <a:pt x="12647" y="28756"/>
                </a:lnTo>
                <a:lnTo>
                  <a:pt x="12647" y="26804"/>
                </a:lnTo>
                <a:lnTo>
                  <a:pt x="12647" y="24674"/>
                </a:lnTo>
                <a:lnTo>
                  <a:pt x="12647" y="22721"/>
                </a:lnTo>
                <a:lnTo>
                  <a:pt x="13028" y="20591"/>
                </a:lnTo>
                <a:lnTo>
                  <a:pt x="13028" y="18461"/>
                </a:lnTo>
                <a:lnTo>
                  <a:pt x="13028" y="16508"/>
                </a:lnTo>
                <a:lnTo>
                  <a:pt x="13028" y="14378"/>
                </a:lnTo>
                <a:lnTo>
                  <a:pt x="13028" y="12248"/>
                </a:lnTo>
                <a:lnTo>
                  <a:pt x="13409" y="10295"/>
                </a:lnTo>
                <a:lnTo>
                  <a:pt x="13409" y="8165"/>
                </a:lnTo>
                <a:lnTo>
                  <a:pt x="13409" y="6212"/>
                </a:lnTo>
                <a:lnTo>
                  <a:pt x="13409" y="4082"/>
                </a:lnTo>
                <a:lnTo>
                  <a:pt x="13409" y="1952"/>
                </a:lnTo>
                <a:lnTo>
                  <a:pt x="13409" y="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537232" y="2394664"/>
            <a:ext cx="13789" cy="398601"/>
          </a:xfrm>
          <a:custGeom>
            <a:avLst/>
            <a:gdLst/>
            <a:ahLst/>
            <a:cxnLst/>
            <a:rect l="l" t="t" r="r" b="b"/>
            <a:pathLst>
              <a:path w="13789" h="398601">
                <a:moveTo>
                  <a:pt x="0" y="398601"/>
                </a:moveTo>
                <a:lnTo>
                  <a:pt x="0" y="396471"/>
                </a:lnTo>
                <a:lnTo>
                  <a:pt x="0" y="394341"/>
                </a:lnTo>
                <a:lnTo>
                  <a:pt x="0" y="392388"/>
                </a:lnTo>
                <a:lnTo>
                  <a:pt x="380" y="390258"/>
                </a:lnTo>
                <a:lnTo>
                  <a:pt x="380" y="388305"/>
                </a:lnTo>
                <a:lnTo>
                  <a:pt x="380" y="385998"/>
                </a:lnTo>
                <a:lnTo>
                  <a:pt x="380" y="384045"/>
                </a:lnTo>
                <a:lnTo>
                  <a:pt x="380" y="382092"/>
                </a:lnTo>
                <a:lnTo>
                  <a:pt x="761" y="379962"/>
                </a:lnTo>
                <a:lnTo>
                  <a:pt x="761" y="377832"/>
                </a:lnTo>
                <a:lnTo>
                  <a:pt x="761" y="375880"/>
                </a:lnTo>
                <a:lnTo>
                  <a:pt x="761" y="373749"/>
                </a:lnTo>
                <a:lnTo>
                  <a:pt x="761" y="371797"/>
                </a:lnTo>
                <a:lnTo>
                  <a:pt x="1142" y="369667"/>
                </a:lnTo>
                <a:lnTo>
                  <a:pt x="1142" y="367537"/>
                </a:lnTo>
                <a:lnTo>
                  <a:pt x="1142" y="365584"/>
                </a:lnTo>
                <a:lnTo>
                  <a:pt x="1142" y="363720"/>
                </a:lnTo>
                <a:lnTo>
                  <a:pt x="1142" y="361324"/>
                </a:lnTo>
                <a:lnTo>
                  <a:pt x="1523" y="359371"/>
                </a:lnTo>
                <a:lnTo>
                  <a:pt x="1523" y="357507"/>
                </a:lnTo>
                <a:lnTo>
                  <a:pt x="1523" y="355288"/>
                </a:lnTo>
                <a:lnTo>
                  <a:pt x="1523" y="353158"/>
                </a:lnTo>
                <a:lnTo>
                  <a:pt x="1920" y="351206"/>
                </a:lnTo>
                <a:lnTo>
                  <a:pt x="1920" y="349075"/>
                </a:lnTo>
                <a:lnTo>
                  <a:pt x="1920" y="347212"/>
                </a:lnTo>
                <a:lnTo>
                  <a:pt x="1920" y="344993"/>
                </a:lnTo>
                <a:lnTo>
                  <a:pt x="1920" y="342862"/>
                </a:lnTo>
                <a:lnTo>
                  <a:pt x="1920" y="340999"/>
                </a:lnTo>
                <a:lnTo>
                  <a:pt x="1920" y="338780"/>
                </a:lnTo>
                <a:lnTo>
                  <a:pt x="1920" y="336650"/>
                </a:lnTo>
                <a:lnTo>
                  <a:pt x="1920" y="334697"/>
                </a:lnTo>
                <a:lnTo>
                  <a:pt x="1920" y="332833"/>
                </a:lnTo>
                <a:lnTo>
                  <a:pt x="2300" y="330703"/>
                </a:lnTo>
                <a:lnTo>
                  <a:pt x="2300" y="328484"/>
                </a:lnTo>
                <a:lnTo>
                  <a:pt x="2300" y="326620"/>
                </a:lnTo>
                <a:lnTo>
                  <a:pt x="2300" y="324668"/>
                </a:lnTo>
                <a:lnTo>
                  <a:pt x="2300" y="322271"/>
                </a:lnTo>
                <a:lnTo>
                  <a:pt x="2681" y="320407"/>
                </a:lnTo>
                <a:lnTo>
                  <a:pt x="2681" y="318455"/>
                </a:lnTo>
                <a:lnTo>
                  <a:pt x="2681" y="316325"/>
                </a:lnTo>
                <a:lnTo>
                  <a:pt x="2681" y="314194"/>
                </a:lnTo>
                <a:lnTo>
                  <a:pt x="3062" y="312242"/>
                </a:lnTo>
                <a:lnTo>
                  <a:pt x="3062" y="310289"/>
                </a:lnTo>
                <a:lnTo>
                  <a:pt x="3062" y="308159"/>
                </a:lnTo>
                <a:lnTo>
                  <a:pt x="3062" y="306029"/>
                </a:lnTo>
                <a:lnTo>
                  <a:pt x="3062" y="304076"/>
                </a:lnTo>
                <a:lnTo>
                  <a:pt x="3443" y="302124"/>
                </a:lnTo>
                <a:lnTo>
                  <a:pt x="3443" y="299816"/>
                </a:lnTo>
                <a:lnTo>
                  <a:pt x="3443" y="297863"/>
                </a:lnTo>
                <a:lnTo>
                  <a:pt x="3443" y="295911"/>
                </a:lnTo>
                <a:lnTo>
                  <a:pt x="3443" y="293958"/>
                </a:lnTo>
                <a:lnTo>
                  <a:pt x="3824" y="291650"/>
                </a:lnTo>
                <a:lnTo>
                  <a:pt x="3824" y="289698"/>
                </a:lnTo>
                <a:lnTo>
                  <a:pt x="3824" y="287745"/>
                </a:lnTo>
                <a:lnTo>
                  <a:pt x="3824" y="285615"/>
                </a:lnTo>
                <a:lnTo>
                  <a:pt x="3824" y="283485"/>
                </a:lnTo>
                <a:lnTo>
                  <a:pt x="3824" y="281532"/>
                </a:lnTo>
                <a:lnTo>
                  <a:pt x="3824" y="279668"/>
                </a:lnTo>
                <a:lnTo>
                  <a:pt x="3824" y="277450"/>
                </a:lnTo>
                <a:lnTo>
                  <a:pt x="3824" y="275319"/>
                </a:lnTo>
                <a:lnTo>
                  <a:pt x="4221" y="273456"/>
                </a:lnTo>
                <a:lnTo>
                  <a:pt x="4221" y="271503"/>
                </a:lnTo>
                <a:lnTo>
                  <a:pt x="4221" y="269373"/>
                </a:lnTo>
                <a:lnTo>
                  <a:pt x="4221" y="267420"/>
                </a:lnTo>
                <a:lnTo>
                  <a:pt x="4221" y="265290"/>
                </a:lnTo>
                <a:lnTo>
                  <a:pt x="4601" y="263337"/>
                </a:lnTo>
                <a:lnTo>
                  <a:pt x="4601" y="261207"/>
                </a:lnTo>
                <a:lnTo>
                  <a:pt x="4601" y="259255"/>
                </a:lnTo>
                <a:lnTo>
                  <a:pt x="4601" y="257302"/>
                </a:lnTo>
                <a:lnTo>
                  <a:pt x="4601" y="254994"/>
                </a:lnTo>
                <a:lnTo>
                  <a:pt x="4982" y="253042"/>
                </a:lnTo>
                <a:lnTo>
                  <a:pt x="4982" y="251089"/>
                </a:lnTo>
                <a:lnTo>
                  <a:pt x="4982" y="249225"/>
                </a:lnTo>
                <a:lnTo>
                  <a:pt x="4982" y="247006"/>
                </a:lnTo>
                <a:lnTo>
                  <a:pt x="4982" y="245143"/>
                </a:lnTo>
                <a:lnTo>
                  <a:pt x="5363" y="242924"/>
                </a:lnTo>
                <a:lnTo>
                  <a:pt x="5363" y="240794"/>
                </a:lnTo>
                <a:lnTo>
                  <a:pt x="5363" y="238930"/>
                </a:lnTo>
                <a:lnTo>
                  <a:pt x="5363" y="236977"/>
                </a:lnTo>
                <a:lnTo>
                  <a:pt x="5744" y="235024"/>
                </a:lnTo>
                <a:lnTo>
                  <a:pt x="5744" y="232894"/>
                </a:lnTo>
                <a:lnTo>
                  <a:pt x="5744" y="230764"/>
                </a:lnTo>
                <a:lnTo>
                  <a:pt x="5744" y="228812"/>
                </a:lnTo>
                <a:lnTo>
                  <a:pt x="5744" y="226681"/>
                </a:lnTo>
                <a:lnTo>
                  <a:pt x="6125" y="224729"/>
                </a:lnTo>
                <a:lnTo>
                  <a:pt x="6125" y="222776"/>
                </a:lnTo>
                <a:lnTo>
                  <a:pt x="6125" y="220912"/>
                </a:lnTo>
                <a:lnTo>
                  <a:pt x="6125" y="218693"/>
                </a:lnTo>
                <a:lnTo>
                  <a:pt x="6125" y="216829"/>
                </a:lnTo>
                <a:lnTo>
                  <a:pt x="6125" y="214699"/>
                </a:lnTo>
                <a:lnTo>
                  <a:pt x="6125" y="212480"/>
                </a:lnTo>
                <a:lnTo>
                  <a:pt x="6125" y="210617"/>
                </a:lnTo>
                <a:lnTo>
                  <a:pt x="6125" y="208664"/>
                </a:lnTo>
                <a:lnTo>
                  <a:pt x="6125" y="206534"/>
                </a:lnTo>
                <a:lnTo>
                  <a:pt x="6506" y="204581"/>
                </a:lnTo>
                <a:lnTo>
                  <a:pt x="6506" y="202629"/>
                </a:lnTo>
                <a:lnTo>
                  <a:pt x="6506" y="200765"/>
                </a:lnTo>
                <a:lnTo>
                  <a:pt x="6506" y="198546"/>
                </a:lnTo>
                <a:lnTo>
                  <a:pt x="6902" y="196682"/>
                </a:lnTo>
                <a:lnTo>
                  <a:pt x="6902" y="194729"/>
                </a:lnTo>
                <a:lnTo>
                  <a:pt x="6902" y="192333"/>
                </a:lnTo>
                <a:lnTo>
                  <a:pt x="6902" y="190469"/>
                </a:lnTo>
                <a:lnTo>
                  <a:pt x="6902" y="188516"/>
                </a:lnTo>
                <a:lnTo>
                  <a:pt x="7283" y="186564"/>
                </a:lnTo>
                <a:lnTo>
                  <a:pt x="7283" y="184434"/>
                </a:lnTo>
                <a:lnTo>
                  <a:pt x="7283" y="182481"/>
                </a:lnTo>
                <a:lnTo>
                  <a:pt x="7283" y="180528"/>
                </a:lnTo>
                <a:lnTo>
                  <a:pt x="7283" y="178398"/>
                </a:lnTo>
                <a:lnTo>
                  <a:pt x="7664" y="176534"/>
                </a:lnTo>
                <a:lnTo>
                  <a:pt x="7664" y="174582"/>
                </a:lnTo>
                <a:lnTo>
                  <a:pt x="7664" y="172452"/>
                </a:lnTo>
                <a:lnTo>
                  <a:pt x="7664" y="170499"/>
                </a:lnTo>
                <a:lnTo>
                  <a:pt x="7664" y="168546"/>
                </a:lnTo>
                <a:lnTo>
                  <a:pt x="8045" y="166416"/>
                </a:lnTo>
                <a:lnTo>
                  <a:pt x="8045" y="164464"/>
                </a:lnTo>
                <a:lnTo>
                  <a:pt x="8045" y="162511"/>
                </a:lnTo>
                <a:lnTo>
                  <a:pt x="8045" y="160647"/>
                </a:lnTo>
                <a:lnTo>
                  <a:pt x="8045" y="158517"/>
                </a:lnTo>
                <a:lnTo>
                  <a:pt x="8045" y="156564"/>
                </a:lnTo>
                <a:lnTo>
                  <a:pt x="8045" y="154612"/>
                </a:lnTo>
                <a:lnTo>
                  <a:pt x="8045" y="152482"/>
                </a:lnTo>
                <a:lnTo>
                  <a:pt x="8045" y="150529"/>
                </a:lnTo>
                <a:lnTo>
                  <a:pt x="8426" y="148576"/>
                </a:lnTo>
                <a:lnTo>
                  <a:pt x="8426" y="146446"/>
                </a:lnTo>
                <a:lnTo>
                  <a:pt x="8426" y="144582"/>
                </a:lnTo>
                <a:lnTo>
                  <a:pt x="8426" y="142630"/>
                </a:lnTo>
                <a:lnTo>
                  <a:pt x="8426" y="140500"/>
                </a:lnTo>
                <a:lnTo>
                  <a:pt x="8807" y="138547"/>
                </a:lnTo>
                <a:lnTo>
                  <a:pt x="8807" y="136594"/>
                </a:lnTo>
                <a:lnTo>
                  <a:pt x="8807" y="134642"/>
                </a:lnTo>
                <a:lnTo>
                  <a:pt x="8807" y="132778"/>
                </a:lnTo>
                <a:lnTo>
                  <a:pt x="8807" y="130825"/>
                </a:lnTo>
                <a:lnTo>
                  <a:pt x="9187" y="128695"/>
                </a:lnTo>
                <a:lnTo>
                  <a:pt x="9187" y="126743"/>
                </a:lnTo>
                <a:lnTo>
                  <a:pt x="9187" y="124790"/>
                </a:lnTo>
                <a:lnTo>
                  <a:pt x="9187" y="122660"/>
                </a:lnTo>
                <a:lnTo>
                  <a:pt x="9584" y="120707"/>
                </a:lnTo>
                <a:lnTo>
                  <a:pt x="9584" y="118843"/>
                </a:lnTo>
                <a:lnTo>
                  <a:pt x="9584" y="116891"/>
                </a:lnTo>
                <a:lnTo>
                  <a:pt x="9584" y="114761"/>
                </a:lnTo>
                <a:lnTo>
                  <a:pt x="9584" y="112985"/>
                </a:lnTo>
                <a:lnTo>
                  <a:pt x="9965" y="110855"/>
                </a:lnTo>
                <a:lnTo>
                  <a:pt x="9965" y="108991"/>
                </a:lnTo>
                <a:lnTo>
                  <a:pt x="9965" y="107039"/>
                </a:lnTo>
                <a:lnTo>
                  <a:pt x="9965" y="105086"/>
                </a:lnTo>
                <a:lnTo>
                  <a:pt x="9965" y="102956"/>
                </a:lnTo>
                <a:lnTo>
                  <a:pt x="10346" y="101003"/>
                </a:lnTo>
                <a:lnTo>
                  <a:pt x="10346" y="99051"/>
                </a:lnTo>
                <a:lnTo>
                  <a:pt x="10346" y="97187"/>
                </a:lnTo>
                <a:lnTo>
                  <a:pt x="10346" y="95234"/>
                </a:lnTo>
                <a:lnTo>
                  <a:pt x="10346" y="93282"/>
                </a:lnTo>
                <a:lnTo>
                  <a:pt x="10346" y="91152"/>
                </a:lnTo>
                <a:lnTo>
                  <a:pt x="10346" y="89199"/>
                </a:lnTo>
                <a:lnTo>
                  <a:pt x="10346" y="87335"/>
                </a:lnTo>
                <a:lnTo>
                  <a:pt x="10346" y="85382"/>
                </a:lnTo>
                <a:lnTo>
                  <a:pt x="10727" y="83430"/>
                </a:lnTo>
                <a:lnTo>
                  <a:pt x="10727" y="81477"/>
                </a:lnTo>
                <a:lnTo>
                  <a:pt x="10727" y="79347"/>
                </a:lnTo>
                <a:lnTo>
                  <a:pt x="10727" y="77661"/>
                </a:lnTo>
                <a:lnTo>
                  <a:pt x="10727" y="75531"/>
                </a:lnTo>
                <a:lnTo>
                  <a:pt x="11108" y="73578"/>
                </a:lnTo>
                <a:lnTo>
                  <a:pt x="11108" y="71625"/>
                </a:lnTo>
                <a:lnTo>
                  <a:pt x="11108" y="69673"/>
                </a:lnTo>
                <a:lnTo>
                  <a:pt x="11108" y="67809"/>
                </a:lnTo>
                <a:lnTo>
                  <a:pt x="11108" y="65856"/>
                </a:lnTo>
                <a:lnTo>
                  <a:pt x="11488" y="63726"/>
                </a:lnTo>
                <a:lnTo>
                  <a:pt x="11488" y="61951"/>
                </a:lnTo>
                <a:lnTo>
                  <a:pt x="11488" y="60087"/>
                </a:lnTo>
                <a:lnTo>
                  <a:pt x="11488" y="57957"/>
                </a:lnTo>
                <a:lnTo>
                  <a:pt x="11488" y="56004"/>
                </a:lnTo>
                <a:lnTo>
                  <a:pt x="11869" y="54229"/>
                </a:lnTo>
                <a:lnTo>
                  <a:pt x="11869" y="52099"/>
                </a:lnTo>
                <a:lnTo>
                  <a:pt x="11869" y="50235"/>
                </a:lnTo>
                <a:lnTo>
                  <a:pt x="11869" y="48460"/>
                </a:lnTo>
                <a:lnTo>
                  <a:pt x="12266" y="46330"/>
                </a:lnTo>
                <a:lnTo>
                  <a:pt x="12266" y="44377"/>
                </a:lnTo>
                <a:lnTo>
                  <a:pt x="12266" y="42513"/>
                </a:lnTo>
                <a:lnTo>
                  <a:pt x="12266" y="40561"/>
                </a:lnTo>
                <a:lnTo>
                  <a:pt x="12266" y="38608"/>
                </a:lnTo>
                <a:lnTo>
                  <a:pt x="12266" y="36656"/>
                </a:lnTo>
                <a:lnTo>
                  <a:pt x="12266" y="34792"/>
                </a:lnTo>
                <a:lnTo>
                  <a:pt x="12266" y="32839"/>
                </a:lnTo>
                <a:lnTo>
                  <a:pt x="12266" y="30886"/>
                </a:lnTo>
                <a:lnTo>
                  <a:pt x="12266" y="28934"/>
                </a:lnTo>
                <a:lnTo>
                  <a:pt x="12647" y="27070"/>
                </a:lnTo>
                <a:lnTo>
                  <a:pt x="12647" y="25117"/>
                </a:lnTo>
                <a:lnTo>
                  <a:pt x="12647" y="23165"/>
                </a:lnTo>
                <a:lnTo>
                  <a:pt x="12647" y="21212"/>
                </a:lnTo>
                <a:lnTo>
                  <a:pt x="12647" y="19348"/>
                </a:lnTo>
                <a:lnTo>
                  <a:pt x="13028" y="17396"/>
                </a:lnTo>
                <a:lnTo>
                  <a:pt x="13028" y="15443"/>
                </a:lnTo>
                <a:lnTo>
                  <a:pt x="13028" y="13490"/>
                </a:lnTo>
                <a:lnTo>
                  <a:pt x="13028" y="11804"/>
                </a:lnTo>
                <a:lnTo>
                  <a:pt x="13409" y="9674"/>
                </a:lnTo>
                <a:lnTo>
                  <a:pt x="13409" y="7988"/>
                </a:lnTo>
                <a:lnTo>
                  <a:pt x="13409" y="5769"/>
                </a:lnTo>
                <a:lnTo>
                  <a:pt x="13409" y="4082"/>
                </a:lnTo>
                <a:lnTo>
                  <a:pt x="13409" y="2130"/>
                </a:lnTo>
                <a:lnTo>
                  <a:pt x="13789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551022" y="2043902"/>
            <a:ext cx="13028" cy="350762"/>
          </a:xfrm>
          <a:custGeom>
            <a:avLst/>
            <a:gdLst/>
            <a:ahLst/>
            <a:cxnLst/>
            <a:rect l="l" t="t" r="r" b="b"/>
            <a:pathLst>
              <a:path w="13028" h="350762">
                <a:moveTo>
                  <a:pt x="0" y="350762"/>
                </a:moveTo>
                <a:lnTo>
                  <a:pt x="0" y="349075"/>
                </a:lnTo>
                <a:lnTo>
                  <a:pt x="0" y="347123"/>
                </a:lnTo>
                <a:lnTo>
                  <a:pt x="0" y="345170"/>
                </a:lnTo>
                <a:lnTo>
                  <a:pt x="0" y="343306"/>
                </a:lnTo>
                <a:lnTo>
                  <a:pt x="380" y="341354"/>
                </a:lnTo>
                <a:lnTo>
                  <a:pt x="380" y="339401"/>
                </a:lnTo>
                <a:lnTo>
                  <a:pt x="380" y="337715"/>
                </a:lnTo>
                <a:lnTo>
                  <a:pt x="380" y="335585"/>
                </a:lnTo>
                <a:lnTo>
                  <a:pt x="380" y="333809"/>
                </a:lnTo>
                <a:lnTo>
                  <a:pt x="761" y="331946"/>
                </a:lnTo>
                <a:lnTo>
                  <a:pt x="761" y="329993"/>
                </a:lnTo>
                <a:lnTo>
                  <a:pt x="761" y="328307"/>
                </a:lnTo>
                <a:lnTo>
                  <a:pt x="761" y="326088"/>
                </a:lnTo>
                <a:lnTo>
                  <a:pt x="761" y="324401"/>
                </a:lnTo>
                <a:lnTo>
                  <a:pt x="761" y="322449"/>
                </a:lnTo>
                <a:lnTo>
                  <a:pt x="761" y="320585"/>
                </a:lnTo>
                <a:lnTo>
                  <a:pt x="761" y="318632"/>
                </a:lnTo>
                <a:lnTo>
                  <a:pt x="761" y="316680"/>
                </a:lnTo>
                <a:lnTo>
                  <a:pt x="1158" y="314993"/>
                </a:lnTo>
                <a:lnTo>
                  <a:pt x="1158" y="313041"/>
                </a:lnTo>
                <a:lnTo>
                  <a:pt x="1158" y="311088"/>
                </a:lnTo>
                <a:lnTo>
                  <a:pt x="1158" y="309402"/>
                </a:lnTo>
                <a:lnTo>
                  <a:pt x="1158" y="307271"/>
                </a:lnTo>
                <a:lnTo>
                  <a:pt x="1539" y="305496"/>
                </a:lnTo>
                <a:lnTo>
                  <a:pt x="1539" y="303366"/>
                </a:lnTo>
                <a:lnTo>
                  <a:pt x="1539" y="301680"/>
                </a:lnTo>
                <a:lnTo>
                  <a:pt x="1539" y="299994"/>
                </a:lnTo>
                <a:lnTo>
                  <a:pt x="1539" y="297863"/>
                </a:lnTo>
                <a:lnTo>
                  <a:pt x="1920" y="296088"/>
                </a:lnTo>
                <a:lnTo>
                  <a:pt x="1920" y="294136"/>
                </a:lnTo>
                <a:lnTo>
                  <a:pt x="1920" y="292272"/>
                </a:lnTo>
                <a:lnTo>
                  <a:pt x="1920" y="290497"/>
                </a:lnTo>
                <a:lnTo>
                  <a:pt x="2300" y="288633"/>
                </a:lnTo>
                <a:lnTo>
                  <a:pt x="2300" y="286858"/>
                </a:lnTo>
                <a:lnTo>
                  <a:pt x="2300" y="284728"/>
                </a:lnTo>
                <a:lnTo>
                  <a:pt x="2300" y="283041"/>
                </a:lnTo>
                <a:lnTo>
                  <a:pt x="2300" y="281089"/>
                </a:lnTo>
                <a:lnTo>
                  <a:pt x="2681" y="279136"/>
                </a:lnTo>
                <a:lnTo>
                  <a:pt x="2681" y="277450"/>
                </a:lnTo>
                <a:lnTo>
                  <a:pt x="2681" y="275497"/>
                </a:lnTo>
                <a:lnTo>
                  <a:pt x="2681" y="273811"/>
                </a:lnTo>
                <a:lnTo>
                  <a:pt x="2681" y="271858"/>
                </a:lnTo>
                <a:lnTo>
                  <a:pt x="2681" y="269905"/>
                </a:lnTo>
                <a:lnTo>
                  <a:pt x="2681" y="268041"/>
                </a:lnTo>
                <a:lnTo>
                  <a:pt x="2681" y="266266"/>
                </a:lnTo>
                <a:lnTo>
                  <a:pt x="2681" y="264580"/>
                </a:lnTo>
                <a:lnTo>
                  <a:pt x="2681" y="262450"/>
                </a:lnTo>
                <a:lnTo>
                  <a:pt x="3062" y="260764"/>
                </a:lnTo>
                <a:lnTo>
                  <a:pt x="3062" y="258811"/>
                </a:lnTo>
                <a:lnTo>
                  <a:pt x="3062" y="257036"/>
                </a:lnTo>
                <a:lnTo>
                  <a:pt x="3062" y="255172"/>
                </a:lnTo>
                <a:lnTo>
                  <a:pt x="3459" y="253397"/>
                </a:lnTo>
                <a:lnTo>
                  <a:pt x="3459" y="251533"/>
                </a:lnTo>
                <a:lnTo>
                  <a:pt x="3459" y="249580"/>
                </a:lnTo>
                <a:lnTo>
                  <a:pt x="3459" y="247894"/>
                </a:lnTo>
                <a:lnTo>
                  <a:pt x="3459" y="245941"/>
                </a:lnTo>
                <a:lnTo>
                  <a:pt x="3840" y="244255"/>
                </a:lnTo>
                <a:lnTo>
                  <a:pt x="3840" y="242302"/>
                </a:lnTo>
                <a:lnTo>
                  <a:pt x="3840" y="240527"/>
                </a:lnTo>
                <a:lnTo>
                  <a:pt x="3840" y="238663"/>
                </a:lnTo>
                <a:lnTo>
                  <a:pt x="3840" y="236888"/>
                </a:lnTo>
                <a:lnTo>
                  <a:pt x="4221" y="235024"/>
                </a:lnTo>
                <a:lnTo>
                  <a:pt x="4221" y="233072"/>
                </a:lnTo>
                <a:lnTo>
                  <a:pt x="4221" y="231385"/>
                </a:lnTo>
                <a:lnTo>
                  <a:pt x="4221" y="229433"/>
                </a:lnTo>
                <a:lnTo>
                  <a:pt x="4221" y="227746"/>
                </a:lnTo>
                <a:lnTo>
                  <a:pt x="4601" y="225794"/>
                </a:lnTo>
                <a:lnTo>
                  <a:pt x="4601" y="224019"/>
                </a:lnTo>
                <a:lnTo>
                  <a:pt x="4601" y="222155"/>
                </a:lnTo>
                <a:lnTo>
                  <a:pt x="4601" y="220380"/>
                </a:lnTo>
                <a:lnTo>
                  <a:pt x="4982" y="218516"/>
                </a:lnTo>
                <a:lnTo>
                  <a:pt x="4982" y="216741"/>
                </a:lnTo>
                <a:lnTo>
                  <a:pt x="4982" y="214877"/>
                </a:lnTo>
                <a:lnTo>
                  <a:pt x="4982" y="213102"/>
                </a:lnTo>
                <a:lnTo>
                  <a:pt x="4982" y="211415"/>
                </a:lnTo>
                <a:lnTo>
                  <a:pt x="4982" y="209463"/>
                </a:lnTo>
                <a:lnTo>
                  <a:pt x="4982" y="207776"/>
                </a:lnTo>
                <a:lnTo>
                  <a:pt x="4982" y="205824"/>
                </a:lnTo>
                <a:lnTo>
                  <a:pt x="4982" y="204315"/>
                </a:lnTo>
                <a:lnTo>
                  <a:pt x="4982" y="202362"/>
                </a:lnTo>
                <a:lnTo>
                  <a:pt x="5363" y="200676"/>
                </a:lnTo>
                <a:lnTo>
                  <a:pt x="5363" y="198723"/>
                </a:lnTo>
                <a:lnTo>
                  <a:pt x="5363" y="197037"/>
                </a:lnTo>
                <a:lnTo>
                  <a:pt x="5363" y="195084"/>
                </a:lnTo>
                <a:lnTo>
                  <a:pt x="5363" y="193398"/>
                </a:lnTo>
                <a:lnTo>
                  <a:pt x="5744" y="191445"/>
                </a:lnTo>
                <a:lnTo>
                  <a:pt x="5744" y="189759"/>
                </a:lnTo>
                <a:lnTo>
                  <a:pt x="5744" y="188073"/>
                </a:lnTo>
                <a:lnTo>
                  <a:pt x="5744" y="186298"/>
                </a:lnTo>
                <a:lnTo>
                  <a:pt x="6141" y="184434"/>
                </a:lnTo>
                <a:lnTo>
                  <a:pt x="6141" y="182659"/>
                </a:lnTo>
                <a:lnTo>
                  <a:pt x="6141" y="180706"/>
                </a:lnTo>
                <a:lnTo>
                  <a:pt x="6141" y="179020"/>
                </a:lnTo>
                <a:lnTo>
                  <a:pt x="6141" y="177333"/>
                </a:lnTo>
                <a:lnTo>
                  <a:pt x="6522" y="175558"/>
                </a:lnTo>
                <a:lnTo>
                  <a:pt x="6522" y="173694"/>
                </a:lnTo>
                <a:lnTo>
                  <a:pt x="6522" y="171919"/>
                </a:lnTo>
                <a:lnTo>
                  <a:pt x="6522" y="170055"/>
                </a:lnTo>
                <a:lnTo>
                  <a:pt x="6522" y="168546"/>
                </a:lnTo>
                <a:lnTo>
                  <a:pt x="6902" y="166594"/>
                </a:lnTo>
                <a:lnTo>
                  <a:pt x="6902" y="164907"/>
                </a:lnTo>
                <a:lnTo>
                  <a:pt x="6902" y="163132"/>
                </a:lnTo>
                <a:lnTo>
                  <a:pt x="6902" y="161446"/>
                </a:lnTo>
                <a:lnTo>
                  <a:pt x="6902" y="159493"/>
                </a:lnTo>
                <a:lnTo>
                  <a:pt x="6902" y="157807"/>
                </a:lnTo>
                <a:lnTo>
                  <a:pt x="6902" y="156121"/>
                </a:lnTo>
                <a:lnTo>
                  <a:pt x="6902" y="154346"/>
                </a:lnTo>
                <a:lnTo>
                  <a:pt x="6902" y="152482"/>
                </a:lnTo>
                <a:lnTo>
                  <a:pt x="7283" y="150973"/>
                </a:lnTo>
                <a:lnTo>
                  <a:pt x="7283" y="149020"/>
                </a:lnTo>
                <a:lnTo>
                  <a:pt x="7283" y="147334"/>
                </a:lnTo>
                <a:lnTo>
                  <a:pt x="7283" y="145559"/>
                </a:lnTo>
                <a:lnTo>
                  <a:pt x="7283" y="143872"/>
                </a:lnTo>
                <a:lnTo>
                  <a:pt x="7664" y="141920"/>
                </a:lnTo>
                <a:lnTo>
                  <a:pt x="7664" y="140411"/>
                </a:lnTo>
                <a:lnTo>
                  <a:pt x="7664" y="138547"/>
                </a:lnTo>
                <a:lnTo>
                  <a:pt x="7664" y="137038"/>
                </a:lnTo>
                <a:lnTo>
                  <a:pt x="7664" y="135086"/>
                </a:lnTo>
                <a:lnTo>
                  <a:pt x="8045" y="133399"/>
                </a:lnTo>
                <a:lnTo>
                  <a:pt x="8045" y="131624"/>
                </a:lnTo>
                <a:lnTo>
                  <a:pt x="8045" y="129938"/>
                </a:lnTo>
                <a:lnTo>
                  <a:pt x="8045" y="128251"/>
                </a:lnTo>
                <a:lnTo>
                  <a:pt x="8045" y="126299"/>
                </a:lnTo>
                <a:lnTo>
                  <a:pt x="8426" y="124790"/>
                </a:lnTo>
                <a:lnTo>
                  <a:pt x="8426" y="122837"/>
                </a:lnTo>
                <a:lnTo>
                  <a:pt x="8426" y="121328"/>
                </a:lnTo>
                <a:lnTo>
                  <a:pt x="8426" y="119376"/>
                </a:lnTo>
                <a:lnTo>
                  <a:pt x="8822" y="117956"/>
                </a:lnTo>
                <a:lnTo>
                  <a:pt x="8822" y="116003"/>
                </a:lnTo>
                <a:lnTo>
                  <a:pt x="8822" y="114494"/>
                </a:lnTo>
                <a:lnTo>
                  <a:pt x="8822" y="112542"/>
                </a:lnTo>
                <a:lnTo>
                  <a:pt x="8822" y="111033"/>
                </a:lnTo>
                <a:lnTo>
                  <a:pt x="8822" y="109169"/>
                </a:lnTo>
                <a:lnTo>
                  <a:pt x="8822" y="107394"/>
                </a:lnTo>
                <a:lnTo>
                  <a:pt x="8822" y="105885"/>
                </a:lnTo>
                <a:lnTo>
                  <a:pt x="8822" y="104021"/>
                </a:lnTo>
                <a:lnTo>
                  <a:pt x="8822" y="102512"/>
                </a:lnTo>
                <a:lnTo>
                  <a:pt x="9203" y="100560"/>
                </a:lnTo>
                <a:lnTo>
                  <a:pt x="9203" y="99051"/>
                </a:lnTo>
                <a:lnTo>
                  <a:pt x="9203" y="97364"/>
                </a:lnTo>
                <a:lnTo>
                  <a:pt x="9203" y="95589"/>
                </a:lnTo>
                <a:lnTo>
                  <a:pt x="9203" y="93903"/>
                </a:lnTo>
                <a:lnTo>
                  <a:pt x="9584" y="92217"/>
                </a:lnTo>
                <a:lnTo>
                  <a:pt x="9584" y="90441"/>
                </a:lnTo>
                <a:lnTo>
                  <a:pt x="9584" y="88755"/>
                </a:lnTo>
                <a:lnTo>
                  <a:pt x="9584" y="87246"/>
                </a:lnTo>
                <a:lnTo>
                  <a:pt x="9965" y="85294"/>
                </a:lnTo>
                <a:lnTo>
                  <a:pt x="9965" y="83785"/>
                </a:lnTo>
                <a:lnTo>
                  <a:pt x="9965" y="82098"/>
                </a:lnTo>
                <a:lnTo>
                  <a:pt x="9965" y="80412"/>
                </a:lnTo>
                <a:lnTo>
                  <a:pt x="9965" y="78637"/>
                </a:lnTo>
                <a:lnTo>
                  <a:pt x="10346" y="76951"/>
                </a:lnTo>
                <a:lnTo>
                  <a:pt x="10346" y="75442"/>
                </a:lnTo>
                <a:lnTo>
                  <a:pt x="10346" y="73489"/>
                </a:lnTo>
                <a:lnTo>
                  <a:pt x="10346" y="72069"/>
                </a:lnTo>
                <a:lnTo>
                  <a:pt x="10346" y="70294"/>
                </a:lnTo>
                <a:lnTo>
                  <a:pt x="10727" y="68608"/>
                </a:lnTo>
                <a:lnTo>
                  <a:pt x="10727" y="67099"/>
                </a:lnTo>
                <a:lnTo>
                  <a:pt x="10727" y="65146"/>
                </a:lnTo>
                <a:lnTo>
                  <a:pt x="10727" y="63637"/>
                </a:lnTo>
                <a:lnTo>
                  <a:pt x="10727" y="61951"/>
                </a:lnTo>
                <a:lnTo>
                  <a:pt x="11108" y="60265"/>
                </a:lnTo>
                <a:lnTo>
                  <a:pt x="11108" y="58756"/>
                </a:lnTo>
                <a:lnTo>
                  <a:pt x="11108" y="56981"/>
                </a:lnTo>
                <a:lnTo>
                  <a:pt x="11108" y="55294"/>
                </a:lnTo>
                <a:lnTo>
                  <a:pt x="11108" y="53608"/>
                </a:lnTo>
                <a:lnTo>
                  <a:pt x="11108" y="51833"/>
                </a:lnTo>
                <a:lnTo>
                  <a:pt x="11108" y="50413"/>
                </a:lnTo>
                <a:lnTo>
                  <a:pt x="11108" y="48638"/>
                </a:lnTo>
                <a:lnTo>
                  <a:pt x="11108" y="47129"/>
                </a:lnTo>
                <a:lnTo>
                  <a:pt x="11504" y="45442"/>
                </a:lnTo>
                <a:lnTo>
                  <a:pt x="11504" y="43756"/>
                </a:lnTo>
                <a:lnTo>
                  <a:pt x="11504" y="42247"/>
                </a:lnTo>
                <a:lnTo>
                  <a:pt x="11504" y="40472"/>
                </a:lnTo>
                <a:lnTo>
                  <a:pt x="11504" y="39052"/>
                </a:lnTo>
                <a:lnTo>
                  <a:pt x="11885" y="37277"/>
                </a:lnTo>
                <a:lnTo>
                  <a:pt x="11885" y="35591"/>
                </a:lnTo>
                <a:lnTo>
                  <a:pt x="11885" y="34082"/>
                </a:lnTo>
                <a:lnTo>
                  <a:pt x="11885" y="32395"/>
                </a:lnTo>
                <a:lnTo>
                  <a:pt x="11885" y="30620"/>
                </a:lnTo>
                <a:lnTo>
                  <a:pt x="12266" y="29111"/>
                </a:lnTo>
                <a:lnTo>
                  <a:pt x="12266" y="27425"/>
                </a:lnTo>
                <a:lnTo>
                  <a:pt x="12266" y="25916"/>
                </a:lnTo>
                <a:lnTo>
                  <a:pt x="12266" y="24230"/>
                </a:lnTo>
                <a:lnTo>
                  <a:pt x="12647" y="22543"/>
                </a:lnTo>
                <a:lnTo>
                  <a:pt x="12647" y="21035"/>
                </a:lnTo>
                <a:lnTo>
                  <a:pt x="12647" y="19259"/>
                </a:lnTo>
                <a:lnTo>
                  <a:pt x="12647" y="17751"/>
                </a:lnTo>
                <a:lnTo>
                  <a:pt x="12647" y="16242"/>
                </a:lnTo>
                <a:lnTo>
                  <a:pt x="13028" y="14555"/>
                </a:lnTo>
                <a:lnTo>
                  <a:pt x="13028" y="13047"/>
                </a:lnTo>
                <a:lnTo>
                  <a:pt x="13028" y="11360"/>
                </a:lnTo>
                <a:lnTo>
                  <a:pt x="13028" y="9674"/>
                </a:lnTo>
                <a:lnTo>
                  <a:pt x="13028" y="8165"/>
                </a:lnTo>
                <a:lnTo>
                  <a:pt x="13028" y="6656"/>
                </a:lnTo>
                <a:lnTo>
                  <a:pt x="13028" y="4881"/>
                </a:lnTo>
                <a:lnTo>
                  <a:pt x="13028" y="3372"/>
                </a:lnTo>
                <a:lnTo>
                  <a:pt x="13028" y="1686"/>
                </a:lnTo>
                <a:lnTo>
                  <a:pt x="13028" y="0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564050" y="1771333"/>
            <a:ext cx="13805" cy="272568"/>
          </a:xfrm>
          <a:custGeom>
            <a:avLst/>
            <a:gdLst/>
            <a:ahLst/>
            <a:cxnLst/>
            <a:rect l="l" t="t" r="r" b="b"/>
            <a:pathLst>
              <a:path w="13805" h="272568">
                <a:moveTo>
                  <a:pt x="0" y="272568"/>
                </a:moveTo>
                <a:lnTo>
                  <a:pt x="380" y="271237"/>
                </a:lnTo>
                <a:lnTo>
                  <a:pt x="380" y="269550"/>
                </a:lnTo>
                <a:lnTo>
                  <a:pt x="380" y="267864"/>
                </a:lnTo>
                <a:lnTo>
                  <a:pt x="380" y="266533"/>
                </a:lnTo>
                <a:lnTo>
                  <a:pt x="777" y="264846"/>
                </a:lnTo>
                <a:lnTo>
                  <a:pt x="777" y="263160"/>
                </a:lnTo>
                <a:lnTo>
                  <a:pt x="777" y="261651"/>
                </a:lnTo>
                <a:lnTo>
                  <a:pt x="777" y="260142"/>
                </a:lnTo>
                <a:lnTo>
                  <a:pt x="777" y="258367"/>
                </a:lnTo>
                <a:lnTo>
                  <a:pt x="1158" y="256858"/>
                </a:lnTo>
                <a:lnTo>
                  <a:pt x="1158" y="255438"/>
                </a:lnTo>
                <a:lnTo>
                  <a:pt x="1158" y="253663"/>
                </a:lnTo>
                <a:lnTo>
                  <a:pt x="1158" y="252421"/>
                </a:lnTo>
                <a:lnTo>
                  <a:pt x="1158" y="250645"/>
                </a:lnTo>
                <a:lnTo>
                  <a:pt x="1539" y="248959"/>
                </a:lnTo>
                <a:lnTo>
                  <a:pt x="1539" y="247716"/>
                </a:lnTo>
                <a:lnTo>
                  <a:pt x="1539" y="245941"/>
                </a:lnTo>
                <a:lnTo>
                  <a:pt x="1539" y="244432"/>
                </a:lnTo>
                <a:lnTo>
                  <a:pt x="1539" y="242924"/>
                </a:lnTo>
                <a:lnTo>
                  <a:pt x="1920" y="241504"/>
                </a:lnTo>
                <a:lnTo>
                  <a:pt x="1920" y="239728"/>
                </a:lnTo>
                <a:lnTo>
                  <a:pt x="1920" y="238220"/>
                </a:lnTo>
                <a:lnTo>
                  <a:pt x="1920" y="236711"/>
                </a:lnTo>
                <a:lnTo>
                  <a:pt x="1920" y="235202"/>
                </a:lnTo>
                <a:lnTo>
                  <a:pt x="2300" y="233516"/>
                </a:lnTo>
                <a:lnTo>
                  <a:pt x="2300" y="232273"/>
                </a:lnTo>
                <a:lnTo>
                  <a:pt x="2300" y="230498"/>
                </a:lnTo>
                <a:lnTo>
                  <a:pt x="2300" y="228989"/>
                </a:lnTo>
                <a:lnTo>
                  <a:pt x="2300" y="227569"/>
                </a:lnTo>
                <a:lnTo>
                  <a:pt x="2300" y="226060"/>
                </a:lnTo>
                <a:lnTo>
                  <a:pt x="2300" y="224285"/>
                </a:lnTo>
                <a:lnTo>
                  <a:pt x="2300" y="223042"/>
                </a:lnTo>
                <a:lnTo>
                  <a:pt x="2300" y="221534"/>
                </a:lnTo>
                <a:lnTo>
                  <a:pt x="2681" y="219847"/>
                </a:lnTo>
                <a:lnTo>
                  <a:pt x="2681" y="218338"/>
                </a:lnTo>
                <a:lnTo>
                  <a:pt x="2681" y="216829"/>
                </a:lnTo>
                <a:lnTo>
                  <a:pt x="2681" y="215321"/>
                </a:lnTo>
                <a:lnTo>
                  <a:pt x="2681" y="213812"/>
                </a:lnTo>
                <a:lnTo>
                  <a:pt x="3062" y="212303"/>
                </a:lnTo>
                <a:lnTo>
                  <a:pt x="3062" y="210794"/>
                </a:lnTo>
                <a:lnTo>
                  <a:pt x="3062" y="209285"/>
                </a:lnTo>
                <a:lnTo>
                  <a:pt x="3062" y="207776"/>
                </a:lnTo>
                <a:lnTo>
                  <a:pt x="3062" y="206268"/>
                </a:lnTo>
                <a:lnTo>
                  <a:pt x="3459" y="204759"/>
                </a:lnTo>
                <a:lnTo>
                  <a:pt x="3459" y="203339"/>
                </a:lnTo>
                <a:lnTo>
                  <a:pt x="3459" y="201830"/>
                </a:lnTo>
                <a:lnTo>
                  <a:pt x="3459" y="200321"/>
                </a:lnTo>
                <a:lnTo>
                  <a:pt x="3840" y="198812"/>
                </a:lnTo>
                <a:lnTo>
                  <a:pt x="3840" y="197303"/>
                </a:lnTo>
                <a:lnTo>
                  <a:pt x="3840" y="195794"/>
                </a:lnTo>
                <a:lnTo>
                  <a:pt x="3840" y="194463"/>
                </a:lnTo>
                <a:lnTo>
                  <a:pt x="3840" y="192777"/>
                </a:lnTo>
                <a:lnTo>
                  <a:pt x="4221" y="191268"/>
                </a:lnTo>
                <a:lnTo>
                  <a:pt x="4221" y="190025"/>
                </a:lnTo>
                <a:lnTo>
                  <a:pt x="4221" y="188516"/>
                </a:lnTo>
                <a:lnTo>
                  <a:pt x="4221" y="187008"/>
                </a:lnTo>
                <a:lnTo>
                  <a:pt x="4221" y="185499"/>
                </a:lnTo>
                <a:lnTo>
                  <a:pt x="4221" y="183990"/>
                </a:lnTo>
                <a:lnTo>
                  <a:pt x="4221" y="182747"/>
                </a:lnTo>
                <a:lnTo>
                  <a:pt x="4221" y="180972"/>
                </a:lnTo>
                <a:lnTo>
                  <a:pt x="4221" y="179463"/>
                </a:lnTo>
                <a:lnTo>
                  <a:pt x="4221" y="178221"/>
                </a:lnTo>
                <a:lnTo>
                  <a:pt x="4601" y="176712"/>
                </a:lnTo>
                <a:lnTo>
                  <a:pt x="4601" y="175203"/>
                </a:lnTo>
                <a:lnTo>
                  <a:pt x="4601" y="173694"/>
                </a:lnTo>
                <a:lnTo>
                  <a:pt x="4601" y="172185"/>
                </a:lnTo>
                <a:lnTo>
                  <a:pt x="4982" y="170943"/>
                </a:lnTo>
                <a:lnTo>
                  <a:pt x="4982" y="169434"/>
                </a:lnTo>
                <a:lnTo>
                  <a:pt x="4982" y="167925"/>
                </a:lnTo>
                <a:lnTo>
                  <a:pt x="4982" y="166416"/>
                </a:lnTo>
                <a:lnTo>
                  <a:pt x="4982" y="165085"/>
                </a:lnTo>
                <a:lnTo>
                  <a:pt x="5363" y="163842"/>
                </a:lnTo>
                <a:lnTo>
                  <a:pt x="5363" y="162334"/>
                </a:lnTo>
                <a:lnTo>
                  <a:pt x="5363" y="160825"/>
                </a:lnTo>
                <a:lnTo>
                  <a:pt x="5363" y="159316"/>
                </a:lnTo>
                <a:lnTo>
                  <a:pt x="5363" y="158073"/>
                </a:lnTo>
                <a:lnTo>
                  <a:pt x="5744" y="156564"/>
                </a:lnTo>
                <a:lnTo>
                  <a:pt x="5744" y="155056"/>
                </a:lnTo>
                <a:lnTo>
                  <a:pt x="5744" y="153547"/>
                </a:lnTo>
                <a:lnTo>
                  <a:pt x="5744" y="152304"/>
                </a:lnTo>
                <a:lnTo>
                  <a:pt x="5744" y="150973"/>
                </a:lnTo>
                <a:lnTo>
                  <a:pt x="6141" y="149464"/>
                </a:lnTo>
                <a:lnTo>
                  <a:pt x="6141" y="147955"/>
                </a:lnTo>
                <a:lnTo>
                  <a:pt x="6141" y="146446"/>
                </a:lnTo>
                <a:lnTo>
                  <a:pt x="6141" y="145204"/>
                </a:lnTo>
                <a:lnTo>
                  <a:pt x="6522" y="143872"/>
                </a:lnTo>
                <a:lnTo>
                  <a:pt x="6522" y="142364"/>
                </a:lnTo>
                <a:lnTo>
                  <a:pt x="6522" y="140855"/>
                </a:lnTo>
                <a:lnTo>
                  <a:pt x="6522" y="139612"/>
                </a:lnTo>
                <a:lnTo>
                  <a:pt x="6522" y="138103"/>
                </a:lnTo>
                <a:lnTo>
                  <a:pt x="6522" y="136861"/>
                </a:lnTo>
                <a:lnTo>
                  <a:pt x="6522" y="135529"/>
                </a:lnTo>
                <a:lnTo>
                  <a:pt x="6522" y="134020"/>
                </a:lnTo>
                <a:lnTo>
                  <a:pt x="6522" y="132512"/>
                </a:lnTo>
                <a:lnTo>
                  <a:pt x="6522" y="131269"/>
                </a:lnTo>
                <a:lnTo>
                  <a:pt x="6902" y="129760"/>
                </a:lnTo>
                <a:lnTo>
                  <a:pt x="6902" y="128429"/>
                </a:lnTo>
                <a:lnTo>
                  <a:pt x="6902" y="127186"/>
                </a:lnTo>
                <a:lnTo>
                  <a:pt x="6902" y="125677"/>
                </a:lnTo>
                <a:lnTo>
                  <a:pt x="6902" y="124346"/>
                </a:lnTo>
                <a:lnTo>
                  <a:pt x="7283" y="122926"/>
                </a:lnTo>
                <a:lnTo>
                  <a:pt x="7283" y="121595"/>
                </a:lnTo>
                <a:lnTo>
                  <a:pt x="7283" y="120352"/>
                </a:lnTo>
                <a:lnTo>
                  <a:pt x="7283" y="119021"/>
                </a:lnTo>
                <a:lnTo>
                  <a:pt x="7664" y="117512"/>
                </a:lnTo>
                <a:lnTo>
                  <a:pt x="7664" y="116003"/>
                </a:lnTo>
                <a:lnTo>
                  <a:pt x="7664" y="114761"/>
                </a:lnTo>
                <a:lnTo>
                  <a:pt x="7664" y="113429"/>
                </a:lnTo>
                <a:lnTo>
                  <a:pt x="7664" y="111920"/>
                </a:lnTo>
                <a:lnTo>
                  <a:pt x="8045" y="110855"/>
                </a:lnTo>
                <a:lnTo>
                  <a:pt x="8045" y="109346"/>
                </a:lnTo>
                <a:lnTo>
                  <a:pt x="8045" y="108104"/>
                </a:lnTo>
                <a:lnTo>
                  <a:pt x="8045" y="106595"/>
                </a:lnTo>
                <a:lnTo>
                  <a:pt x="8045" y="105264"/>
                </a:lnTo>
                <a:lnTo>
                  <a:pt x="8426" y="104021"/>
                </a:lnTo>
                <a:lnTo>
                  <a:pt x="8426" y="102512"/>
                </a:lnTo>
                <a:lnTo>
                  <a:pt x="8426" y="101447"/>
                </a:lnTo>
                <a:lnTo>
                  <a:pt x="8426" y="100116"/>
                </a:lnTo>
                <a:lnTo>
                  <a:pt x="8426" y="98696"/>
                </a:lnTo>
                <a:lnTo>
                  <a:pt x="8426" y="97364"/>
                </a:lnTo>
                <a:lnTo>
                  <a:pt x="8426" y="96122"/>
                </a:lnTo>
                <a:lnTo>
                  <a:pt x="8426" y="94613"/>
                </a:lnTo>
                <a:lnTo>
                  <a:pt x="8426" y="93282"/>
                </a:lnTo>
                <a:lnTo>
                  <a:pt x="8822" y="92039"/>
                </a:lnTo>
                <a:lnTo>
                  <a:pt x="8822" y="90708"/>
                </a:lnTo>
                <a:lnTo>
                  <a:pt x="8822" y="89465"/>
                </a:lnTo>
                <a:lnTo>
                  <a:pt x="8822" y="88134"/>
                </a:lnTo>
                <a:lnTo>
                  <a:pt x="8822" y="86891"/>
                </a:lnTo>
                <a:lnTo>
                  <a:pt x="9203" y="85560"/>
                </a:lnTo>
                <a:lnTo>
                  <a:pt x="9203" y="84051"/>
                </a:lnTo>
                <a:lnTo>
                  <a:pt x="9203" y="82808"/>
                </a:lnTo>
                <a:lnTo>
                  <a:pt x="9203" y="81477"/>
                </a:lnTo>
                <a:lnTo>
                  <a:pt x="9203" y="80235"/>
                </a:lnTo>
                <a:lnTo>
                  <a:pt x="9584" y="78903"/>
                </a:lnTo>
                <a:lnTo>
                  <a:pt x="9584" y="77838"/>
                </a:lnTo>
                <a:lnTo>
                  <a:pt x="9584" y="76596"/>
                </a:lnTo>
                <a:lnTo>
                  <a:pt x="9584" y="75264"/>
                </a:lnTo>
                <a:lnTo>
                  <a:pt x="9584" y="73755"/>
                </a:lnTo>
                <a:lnTo>
                  <a:pt x="9965" y="72513"/>
                </a:lnTo>
                <a:lnTo>
                  <a:pt x="9965" y="71182"/>
                </a:lnTo>
                <a:lnTo>
                  <a:pt x="9965" y="69939"/>
                </a:lnTo>
                <a:lnTo>
                  <a:pt x="9965" y="68608"/>
                </a:lnTo>
                <a:lnTo>
                  <a:pt x="10346" y="67365"/>
                </a:lnTo>
                <a:lnTo>
                  <a:pt x="10346" y="66034"/>
                </a:lnTo>
                <a:lnTo>
                  <a:pt x="10346" y="64791"/>
                </a:lnTo>
                <a:lnTo>
                  <a:pt x="10346" y="63460"/>
                </a:lnTo>
                <a:lnTo>
                  <a:pt x="10346" y="62395"/>
                </a:lnTo>
                <a:lnTo>
                  <a:pt x="10727" y="61152"/>
                </a:lnTo>
                <a:lnTo>
                  <a:pt x="10727" y="59821"/>
                </a:lnTo>
                <a:lnTo>
                  <a:pt x="10727" y="58756"/>
                </a:lnTo>
                <a:lnTo>
                  <a:pt x="10727" y="57513"/>
                </a:lnTo>
                <a:lnTo>
                  <a:pt x="10727" y="56182"/>
                </a:lnTo>
                <a:lnTo>
                  <a:pt x="10727" y="54939"/>
                </a:lnTo>
                <a:lnTo>
                  <a:pt x="10727" y="53608"/>
                </a:lnTo>
                <a:lnTo>
                  <a:pt x="10727" y="52365"/>
                </a:lnTo>
                <a:lnTo>
                  <a:pt x="10727" y="51034"/>
                </a:lnTo>
                <a:lnTo>
                  <a:pt x="10727" y="49791"/>
                </a:lnTo>
                <a:lnTo>
                  <a:pt x="11108" y="48726"/>
                </a:lnTo>
                <a:lnTo>
                  <a:pt x="11108" y="47395"/>
                </a:lnTo>
                <a:lnTo>
                  <a:pt x="11108" y="46152"/>
                </a:lnTo>
                <a:lnTo>
                  <a:pt x="11108" y="44821"/>
                </a:lnTo>
                <a:lnTo>
                  <a:pt x="11504" y="43756"/>
                </a:lnTo>
                <a:lnTo>
                  <a:pt x="11504" y="42513"/>
                </a:lnTo>
                <a:lnTo>
                  <a:pt x="11504" y="41182"/>
                </a:lnTo>
                <a:lnTo>
                  <a:pt x="11504" y="39940"/>
                </a:lnTo>
                <a:lnTo>
                  <a:pt x="11504" y="38874"/>
                </a:lnTo>
                <a:lnTo>
                  <a:pt x="11885" y="37543"/>
                </a:lnTo>
                <a:lnTo>
                  <a:pt x="11885" y="36478"/>
                </a:lnTo>
                <a:lnTo>
                  <a:pt x="11885" y="35147"/>
                </a:lnTo>
                <a:lnTo>
                  <a:pt x="11885" y="34082"/>
                </a:lnTo>
                <a:lnTo>
                  <a:pt x="11885" y="32839"/>
                </a:lnTo>
                <a:lnTo>
                  <a:pt x="12266" y="31774"/>
                </a:lnTo>
                <a:lnTo>
                  <a:pt x="12266" y="30443"/>
                </a:lnTo>
                <a:lnTo>
                  <a:pt x="12266" y="29378"/>
                </a:lnTo>
                <a:lnTo>
                  <a:pt x="12266" y="28135"/>
                </a:lnTo>
                <a:lnTo>
                  <a:pt x="12266" y="26804"/>
                </a:lnTo>
                <a:lnTo>
                  <a:pt x="12647" y="25739"/>
                </a:lnTo>
                <a:lnTo>
                  <a:pt x="12647" y="24496"/>
                </a:lnTo>
                <a:lnTo>
                  <a:pt x="12647" y="23431"/>
                </a:lnTo>
                <a:lnTo>
                  <a:pt x="12647" y="22100"/>
                </a:lnTo>
                <a:lnTo>
                  <a:pt x="12647" y="21035"/>
                </a:lnTo>
                <a:lnTo>
                  <a:pt x="12647" y="19792"/>
                </a:lnTo>
                <a:lnTo>
                  <a:pt x="12647" y="18638"/>
                </a:lnTo>
                <a:lnTo>
                  <a:pt x="12647" y="17396"/>
                </a:lnTo>
                <a:lnTo>
                  <a:pt x="12647" y="16331"/>
                </a:lnTo>
                <a:lnTo>
                  <a:pt x="13028" y="15265"/>
                </a:lnTo>
                <a:lnTo>
                  <a:pt x="13028" y="13934"/>
                </a:lnTo>
                <a:lnTo>
                  <a:pt x="13028" y="12869"/>
                </a:lnTo>
                <a:lnTo>
                  <a:pt x="13028" y="11626"/>
                </a:lnTo>
                <a:lnTo>
                  <a:pt x="13028" y="10561"/>
                </a:lnTo>
                <a:lnTo>
                  <a:pt x="13409" y="9230"/>
                </a:lnTo>
                <a:lnTo>
                  <a:pt x="13409" y="8165"/>
                </a:lnTo>
                <a:lnTo>
                  <a:pt x="13409" y="6922"/>
                </a:lnTo>
                <a:lnTo>
                  <a:pt x="13409" y="5769"/>
                </a:lnTo>
                <a:lnTo>
                  <a:pt x="13409" y="4526"/>
                </a:lnTo>
                <a:lnTo>
                  <a:pt x="13805" y="3461"/>
                </a:lnTo>
                <a:lnTo>
                  <a:pt x="13805" y="2396"/>
                </a:lnTo>
                <a:lnTo>
                  <a:pt x="13805" y="1331"/>
                </a:lnTo>
                <a:lnTo>
                  <a:pt x="13805" y="0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577856" y="1600212"/>
            <a:ext cx="13409" cy="171120"/>
          </a:xfrm>
          <a:custGeom>
            <a:avLst/>
            <a:gdLst/>
            <a:ahLst/>
            <a:cxnLst/>
            <a:rect l="l" t="t" r="r" b="b"/>
            <a:pathLst>
              <a:path w="13409" h="171120">
                <a:moveTo>
                  <a:pt x="0" y="171120"/>
                </a:moveTo>
                <a:lnTo>
                  <a:pt x="380" y="170055"/>
                </a:lnTo>
                <a:lnTo>
                  <a:pt x="380" y="168990"/>
                </a:lnTo>
                <a:lnTo>
                  <a:pt x="380" y="167925"/>
                </a:lnTo>
                <a:lnTo>
                  <a:pt x="380" y="166860"/>
                </a:lnTo>
                <a:lnTo>
                  <a:pt x="380" y="165529"/>
                </a:lnTo>
                <a:lnTo>
                  <a:pt x="761" y="164464"/>
                </a:lnTo>
                <a:lnTo>
                  <a:pt x="761" y="163399"/>
                </a:lnTo>
                <a:lnTo>
                  <a:pt x="761" y="162334"/>
                </a:lnTo>
                <a:lnTo>
                  <a:pt x="761" y="161268"/>
                </a:lnTo>
                <a:lnTo>
                  <a:pt x="761" y="160203"/>
                </a:lnTo>
                <a:lnTo>
                  <a:pt x="1142" y="159138"/>
                </a:lnTo>
                <a:lnTo>
                  <a:pt x="1142" y="158073"/>
                </a:lnTo>
                <a:lnTo>
                  <a:pt x="1142" y="156742"/>
                </a:lnTo>
                <a:lnTo>
                  <a:pt x="1142" y="155677"/>
                </a:lnTo>
                <a:lnTo>
                  <a:pt x="1142" y="154612"/>
                </a:lnTo>
                <a:lnTo>
                  <a:pt x="1142" y="153547"/>
                </a:lnTo>
                <a:lnTo>
                  <a:pt x="1142" y="152482"/>
                </a:lnTo>
                <a:lnTo>
                  <a:pt x="1142" y="151417"/>
                </a:lnTo>
                <a:lnTo>
                  <a:pt x="1142" y="150352"/>
                </a:lnTo>
                <a:lnTo>
                  <a:pt x="1523" y="149286"/>
                </a:lnTo>
                <a:lnTo>
                  <a:pt x="1523" y="148221"/>
                </a:lnTo>
                <a:lnTo>
                  <a:pt x="1523" y="147156"/>
                </a:lnTo>
                <a:lnTo>
                  <a:pt x="1523" y="146091"/>
                </a:lnTo>
                <a:lnTo>
                  <a:pt x="1523" y="145026"/>
                </a:lnTo>
                <a:lnTo>
                  <a:pt x="1904" y="143695"/>
                </a:lnTo>
                <a:lnTo>
                  <a:pt x="1904" y="142630"/>
                </a:lnTo>
                <a:lnTo>
                  <a:pt x="1904" y="141565"/>
                </a:lnTo>
                <a:lnTo>
                  <a:pt x="1904" y="140677"/>
                </a:lnTo>
                <a:lnTo>
                  <a:pt x="1904" y="139612"/>
                </a:lnTo>
                <a:lnTo>
                  <a:pt x="2285" y="138547"/>
                </a:lnTo>
                <a:lnTo>
                  <a:pt x="2285" y="137482"/>
                </a:lnTo>
                <a:lnTo>
                  <a:pt x="2285" y="136417"/>
                </a:lnTo>
                <a:lnTo>
                  <a:pt x="2285" y="135529"/>
                </a:lnTo>
                <a:lnTo>
                  <a:pt x="2285" y="134287"/>
                </a:lnTo>
                <a:lnTo>
                  <a:pt x="2681" y="133222"/>
                </a:lnTo>
                <a:lnTo>
                  <a:pt x="2681" y="132157"/>
                </a:lnTo>
                <a:lnTo>
                  <a:pt x="2681" y="131269"/>
                </a:lnTo>
                <a:lnTo>
                  <a:pt x="2681" y="130204"/>
                </a:lnTo>
                <a:lnTo>
                  <a:pt x="3062" y="129139"/>
                </a:lnTo>
                <a:lnTo>
                  <a:pt x="3062" y="128251"/>
                </a:lnTo>
                <a:lnTo>
                  <a:pt x="3062" y="127186"/>
                </a:lnTo>
                <a:lnTo>
                  <a:pt x="3062" y="126121"/>
                </a:lnTo>
                <a:lnTo>
                  <a:pt x="3062" y="125056"/>
                </a:lnTo>
                <a:lnTo>
                  <a:pt x="3062" y="123991"/>
                </a:lnTo>
                <a:lnTo>
                  <a:pt x="3062" y="123104"/>
                </a:lnTo>
                <a:lnTo>
                  <a:pt x="3062" y="122038"/>
                </a:lnTo>
                <a:lnTo>
                  <a:pt x="3062" y="120973"/>
                </a:lnTo>
                <a:lnTo>
                  <a:pt x="3062" y="120086"/>
                </a:lnTo>
                <a:lnTo>
                  <a:pt x="3443" y="119021"/>
                </a:lnTo>
                <a:lnTo>
                  <a:pt x="3443" y="117956"/>
                </a:lnTo>
                <a:lnTo>
                  <a:pt x="3443" y="116891"/>
                </a:lnTo>
                <a:lnTo>
                  <a:pt x="3443" y="116003"/>
                </a:lnTo>
                <a:lnTo>
                  <a:pt x="3443" y="114938"/>
                </a:lnTo>
                <a:lnTo>
                  <a:pt x="3824" y="114139"/>
                </a:lnTo>
                <a:lnTo>
                  <a:pt x="3824" y="113074"/>
                </a:lnTo>
                <a:lnTo>
                  <a:pt x="3824" y="111920"/>
                </a:lnTo>
                <a:lnTo>
                  <a:pt x="3824" y="111122"/>
                </a:lnTo>
                <a:lnTo>
                  <a:pt x="4205" y="110056"/>
                </a:lnTo>
                <a:lnTo>
                  <a:pt x="4205" y="109169"/>
                </a:lnTo>
                <a:lnTo>
                  <a:pt x="4205" y="108281"/>
                </a:lnTo>
                <a:lnTo>
                  <a:pt x="4205" y="107216"/>
                </a:lnTo>
                <a:lnTo>
                  <a:pt x="4205" y="106151"/>
                </a:lnTo>
                <a:lnTo>
                  <a:pt x="4586" y="105352"/>
                </a:lnTo>
                <a:lnTo>
                  <a:pt x="4586" y="104199"/>
                </a:lnTo>
                <a:lnTo>
                  <a:pt x="4586" y="103400"/>
                </a:lnTo>
                <a:lnTo>
                  <a:pt x="4586" y="102512"/>
                </a:lnTo>
                <a:lnTo>
                  <a:pt x="4586" y="101270"/>
                </a:lnTo>
                <a:lnTo>
                  <a:pt x="4966" y="100382"/>
                </a:lnTo>
                <a:lnTo>
                  <a:pt x="4966" y="99495"/>
                </a:lnTo>
                <a:lnTo>
                  <a:pt x="4966" y="98696"/>
                </a:lnTo>
                <a:lnTo>
                  <a:pt x="4966" y="97808"/>
                </a:lnTo>
                <a:lnTo>
                  <a:pt x="4966" y="96566"/>
                </a:lnTo>
                <a:lnTo>
                  <a:pt x="4966" y="95678"/>
                </a:lnTo>
                <a:lnTo>
                  <a:pt x="4966" y="94791"/>
                </a:lnTo>
                <a:lnTo>
                  <a:pt x="4966" y="93992"/>
                </a:lnTo>
                <a:lnTo>
                  <a:pt x="4966" y="93104"/>
                </a:lnTo>
                <a:lnTo>
                  <a:pt x="5363" y="92039"/>
                </a:lnTo>
                <a:lnTo>
                  <a:pt x="5363" y="91152"/>
                </a:lnTo>
                <a:lnTo>
                  <a:pt x="5363" y="90264"/>
                </a:lnTo>
                <a:lnTo>
                  <a:pt x="5363" y="89465"/>
                </a:lnTo>
                <a:lnTo>
                  <a:pt x="5363" y="88400"/>
                </a:lnTo>
                <a:lnTo>
                  <a:pt x="5744" y="87335"/>
                </a:lnTo>
                <a:lnTo>
                  <a:pt x="5744" y="86447"/>
                </a:lnTo>
                <a:lnTo>
                  <a:pt x="5744" y="85560"/>
                </a:lnTo>
                <a:lnTo>
                  <a:pt x="5744" y="84761"/>
                </a:lnTo>
                <a:lnTo>
                  <a:pt x="5744" y="83696"/>
                </a:lnTo>
                <a:lnTo>
                  <a:pt x="6125" y="82986"/>
                </a:lnTo>
                <a:lnTo>
                  <a:pt x="6125" y="82187"/>
                </a:lnTo>
                <a:lnTo>
                  <a:pt x="6125" y="81300"/>
                </a:lnTo>
                <a:lnTo>
                  <a:pt x="6125" y="80235"/>
                </a:lnTo>
                <a:lnTo>
                  <a:pt x="6125" y="79347"/>
                </a:lnTo>
                <a:lnTo>
                  <a:pt x="6506" y="78548"/>
                </a:lnTo>
                <a:lnTo>
                  <a:pt x="6506" y="77661"/>
                </a:lnTo>
                <a:lnTo>
                  <a:pt x="6506" y="76596"/>
                </a:lnTo>
                <a:lnTo>
                  <a:pt x="6506" y="75708"/>
                </a:lnTo>
                <a:lnTo>
                  <a:pt x="6886" y="75087"/>
                </a:lnTo>
                <a:lnTo>
                  <a:pt x="6886" y="74199"/>
                </a:lnTo>
                <a:lnTo>
                  <a:pt x="6886" y="73134"/>
                </a:lnTo>
                <a:lnTo>
                  <a:pt x="6886" y="72335"/>
                </a:lnTo>
                <a:lnTo>
                  <a:pt x="6886" y="71448"/>
                </a:lnTo>
                <a:lnTo>
                  <a:pt x="7267" y="70560"/>
                </a:lnTo>
                <a:lnTo>
                  <a:pt x="7267" y="69761"/>
                </a:lnTo>
                <a:lnTo>
                  <a:pt x="7267" y="68874"/>
                </a:lnTo>
                <a:lnTo>
                  <a:pt x="7267" y="68253"/>
                </a:lnTo>
                <a:lnTo>
                  <a:pt x="7267" y="67188"/>
                </a:lnTo>
                <a:lnTo>
                  <a:pt x="7267" y="66300"/>
                </a:lnTo>
                <a:lnTo>
                  <a:pt x="7267" y="65679"/>
                </a:lnTo>
                <a:lnTo>
                  <a:pt x="7267" y="64614"/>
                </a:lnTo>
                <a:lnTo>
                  <a:pt x="7267" y="63726"/>
                </a:lnTo>
                <a:lnTo>
                  <a:pt x="7267" y="63105"/>
                </a:lnTo>
                <a:lnTo>
                  <a:pt x="7648" y="62217"/>
                </a:lnTo>
                <a:lnTo>
                  <a:pt x="7648" y="61330"/>
                </a:lnTo>
                <a:lnTo>
                  <a:pt x="7648" y="60531"/>
                </a:lnTo>
                <a:lnTo>
                  <a:pt x="7648" y="59821"/>
                </a:lnTo>
                <a:lnTo>
                  <a:pt x="8045" y="58756"/>
                </a:lnTo>
                <a:lnTo>
                  <a:pt x="8045" y="58134"/>
                </a:lnTo>
                <a:lnTo>
                  <a:pt x="8045" y="57247"/>
                </a:lnTo>
                <a:lnTo>
                  <a:pt x="8045" y="56448"/>
                </a:lnTo>
                <a:lnTo>
                  <a:pt x="8045" y="55561"/>
                </a:lnTo>
                <a:lnTo>
                  <a:pt x="8426" y="54939"/>
                </a:lnTo>
                <a:lnTo>
                  <a:pt x="8426" y="54052"/>
                </a:lnTo>
                <a:lnTo>
                  <a:pt x="8426" y="53253"/>
                </a:lnTo>
                <a:lnTo>
                  <a:pt x="8426" y="52365"/>
                </a:lnTo>
                <a:lnTo>
                  <a:pt x="8426" y="51744"/>
                </a:lnTo>
                <a:lnTo>
                  <a:pt x="8807" y="50856"/>
                </a:lnTo>
                <a:lnTo>
                  <a:pt x="8807" y="49969"/>
                </a:lnTo>
                <a:lnTo>
                  <a:pt x="8807" y="49348"/>
                </a:lnTo>
                <a:lnTo>
                  <a:pt x="8807" y="48460"/>
                </a:lnTo>
                <a:lnTo>
                  <a:pt x="8807" y="47661"/>
                </a:lnTo>
                <a:lnTo>
                  <a:pt x="9187" y="46951"/>
                </a:lnTo>
                <a:lnTo>
                  <a:pt x="9187" y="46152"/>
                </a:lnTo>
                <a:lnTo>
                  <a:pt x="9187" y="45265"/>
                </a:lnTo>
                <a:lnTo>
                  <a:pt x="9187" y="44644"/>
                </a:lnTo>
                <a:lnTo>
                  <a:pt x="9187" y="43756"/>
                </a:lnTo>
                <a:lnTo>
                  <a:pt x="9187" y="43135"/>
                </a:lnTo>
                <a:lnTo>
                  <a:pt x="9187" y="42247"/>
                </a:lnTo>
                <a:lnTo>
                  <a:pt x="9187" y="41448"/>
                </a:lnTo>
                <a:lnTo>
                  <a:pt x="9187" y="40738"/>
                </a:lnTo>
                <a:lnTo>
                  <a:pt x="9568" y="39940"/>
                </a:lnTo>
                <a:lnTo>
                  <a:pt x="9568" y="39229"/>
                </a:lnTo>
                <a:lnTo>
                  <a:pt x="9568" y="38608"/>
                </a:lnTo>
                <a:lnTo>
                  <a:pt x="9568" y="37809"/>
                </a:lnTo>
                <a:lnTo>
                  <a:pt x="9568" y="37099"/>
                </a:lnTo>
                <a:lnTo>
                  <a:pt x="9949" y="36301"/>
                </a:lnTo>
                <a:lnTo>
                  <a:pt x="9949" y="35591"/>
                </a:lnTo>
                <a:lnTo>
                  <a:pt x="9949" y="34969"/>
                </a:lnTo>
                <a:lnTo>
                  <a:pt x="9949" y="33904"/>
                </a:lnTo>
                <a:lnTo>
                  <a:pt x="9949" y="33283"/>
                </a:lnTo>
                <a:lnTo>
                  <a:pt x="10330" y="32662"/>
                </a:lnTo>
                <a:lnTo>
                  <a:pt x="10330" y="31952"/>
                </a:lnTo>
                <a:lnTo>
                  <a:pt x="10330" y="31330"/>
                </a:lnTo>
                <a:lnTo>
                  <a:pt x="10330" y="30443"/>
                </a:lnTo>
                <a:lnTo>
                  <a:pt x="10727" y="29821"/>
                </a:lnTo>
                <a:lnTo>
                  <a:pt x="10727" y="29200"/>
                </a:lnTo>
                <a:lnTo>
                  <a:pt x="10727" y="28313"/>
                </a:lnTo>
                <a:lnTo>
                  <a:pt x="10727" y="27691"/>
                </a:lnTo>
                <a:lnTo>
                  <a:pt x="10727" y="26804"/>
                </a:lnTo>
                <a:lnTo>
                  <a:pt x="11108" y="26182"/>
                </a:lnTo>
                <a:lnTo>
                  <a:pt x="11108" y="25561"/>
                </a:lnTo>
                <a:lnTo>
                  <a:pt x="11108" y="24940"/>
                </a:lnTo>
                <a:lnTo>
                  <a:pt x="11108" y="24230"/>
                </a:lnTo>
                <a:lnTo>
                  <a:pt x="11108" y="23431"/>
                </a:lnTo>
                <a:lnTo>
                  <a:pt x="11488" y="22721"/>
                </a:lnTo>
                <a:lnTo>
                  <a:pt x="11488" y="22100"/>
                </a:lnTo>
                <a:lnTo>
                  <a:pt x="11488" y="21478"/>
                </a:lnTo>
                <a:lnTo>
                  <a:pt x="11488" y="20857"/>
                </a:lnTo>
                <a:lnTo>
                  <a:pt x="11488" y="19970"/>
                </a:lnTo>
                <a:lnTo>
                  <a:pt x="11488" y="19526"/>
                </a:lnTo>
                <a:lnTo>
                  <a:pt x="11488" y="18727"/>
                </a:lnTo>
                <a:lnTo>
                  <a:pt x="11488" y="18017"/>
                </a:lnTo>
                <a:lnTo>
                  <a:pt x="11488" y="17396"/>
                </a:lnTo>
                <a:lnTo>
                  <a:pt x="11869" y="16774"/>
                </a:lnTo>
                <a:lnTo>
                  <a:pt x="11869" y="16153"/>
                </a:lnTo>
                <a:lnTo>
                  <a:pt x="11869" y="15443"/>
                </a:lnTo>
                <a:lnTo>
                  <a:pt x="11869" y="14822"/>
                </a:lnTo>
                <a:lnTo>
                  <a:pt x="11869" y="14200"/>
                </a:lnTo>
                <a:lnTo>
                  <a:pt x="12250" y="13579"/>
                </a:lnTo>
                <a:lnTo>
                  <a:pt x="12250" y="12869"/>
                </a:lnTo>
                <a:lnTo>
                  <a:pt x="12250" y="12248"/>
                </a:lnTo>
                <a:lnTo>
                  <a:pt x="12250" y="11626"/>
                </a:lnTo>
                <a:lnTo>
                  <a:pt x="12250" y="11005"/>
                </a:lnTo>
                <a:lnTo>
                  <a:pt x="12631" y="10295"/>
                </a:lnTo>
                <a:lnTo>
                  <a:pt x="12631" y="9674"/>
                </a:lnTo>
                <a:lnTo>
                  <a:pt x="12631" y="9230"/>
                </a:lnTo>
                <a:lnTo>
                  <a:pt x="12631" y="8431"/>
                </a:lnTo>
                <a:lnTo>
                  <a:pt x="12631" y="7988"/>
                </a:lnTo>
                <a:lnTo>
                  <a:pt x="13028" y="7366"/>
                </a:lnTo>
                <a:lnTo>
                  <a:pt x="13028" y="6656"/>
                </a:lnTo>
                <a:lnTo>
                  <a:pt x="13028" y="6035"/>
                </a:lnTo>
                <a:lnTo>
                  <a:pt x="13028" y="5591"/>
                </a:lnTo>
                <a:lnTo>
                  <a:pt x="13409" y="4792"/>
                </a:lnTo>
                <a:lnTo>
                  <a:pt x="13409" y="4349"/>
                </a:lnTo>
                <a:lnTo>
                  <a:pt x="13409" y="3638"/>
                </a:lnTo>
                <a:lnTo>
                  <a:pt x="13409" y="3017"/>
                </a:lnTo>
                <a:lnTo>
                  <a:pt x="13409" y="2396"/>
                </a:lnTo>
                <a:lnTo>
                  <a:pt x="13409" y="1952"/>
                </a:lnTo>
                <a:lnTo>
                  <a:pt x="13409" y="1331"/>
                </a:lnTo>
                <a:lnTo>
                  <a:pt x="13409" y="710"/>
                </a:lnTo>
                <a:lnTo>
                  <a:pt x="13409" y="0"/>
                </a:lnTo>
              </a:path>
            </a:pathLst>
          </a:custGeom>
          <a:ln w="194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591265" y="1544474"/>
            <a:ext cx="13789" cy="55738"/>
          </a:xfrm>
          <a:custGeom>
            <a:avLst/>
            <a:gdLst/>
            <a:ahLst/>
            <a:cxnLst/>
            <a:rect l="l" t="t" r="r" b="b"/>
            <a:pathLst>
              <a:path w="13789" h="55738">
                <a:moveTo>
                  <a:pt x="0" y="55738"/>
                </a:moveTo>
                <a:lnTo>
                  <a:pt x="0" y="55383"/>
                </a:lnTo>
                <a:lnTo>
                  <a:pt x="380" y="54673"/>
                </a:lnTo>
                <a:lnTo>
                  <a:pt x="380" y="54229"/>
                </a:lnTo>
                <a:lnTo>
                  <a:pt x="380" y="53608"/>
                </a:lnTo>
                <a:lnTo>
                  <a:pt x="380" y="52987"/>
                </a:lnTo>
                <a:lnTo>
                  <a:pt x="380" y="52365"/>
                </a:lnTo>
                <a:lnTo>
                  <a:pt x="761" y="51922"/>
                </a:lnTo>
                <a:lnTo>
                  <a:pt x="761" y="51300"/>
                </a:lnTo>
                <a:lnTo>
                  <a:pt x="761" y="50856"/>
                </a:lnTo>
                <a:lnTo>
                  <a:pt x="761" y="50235"/>
                </a:lnTo>
                <a:lnTo>
                  <a:pt x="1142" y="49525"/>
                </a:lnTo>
                <a:lnTo>
                  <a:pt x="1142" y="49081"/>
                </a:lnTo>
                <a:lnTo>
                  <a:pt x="1142" y="48460"/>
                </a:lnTo>
                <a:lnTo>
                  <a:pt x="1142" y="48016"/>
                </a:lnTo>
                <a:lnTo>
                  <a:pt x="1142" y="47395"/>
                </a:lnTo>
                <a:lnTo>
                  <a:pt x="1523" y="46951"/>
                </a:lnTo>
                <a:lnTo>
                  <a:pt x="1523" y="46330"/>
                </a:lnTo>
                <a:lnTo>
                  <a:pt x="1523" y="46152"/>
                </a:lnTo>
                <a:lnTo>
                  <a:pt x="1523" y="45442"/>
                </a:lnTo>
                <a:lnTo>
                  <a:pt x="1523" y="44821"/>
                </a:lnTo>
                <a:lnTo>
                  <a:pt x="1904" y="44377"/>
                </a:lnTo>
                <a:lnTo>
                  <a:pt x="1904" y="43756"/>
                </a:lnTo>
                <a:lnTo>
                  <a:pt x="1904" y="43312"/>
                </a:lnTo>
                <a:lnTo>
                  <a:pt x="1904" y="42691"/>
                </a:lnTo>
                <a:lnTo>
                  <a:pt x="1904" y="42513"/>
                </a:lnTo>
                <a:lnTo>
                  <a:pt x="2300" y="41803"/>
                </a:lnTo>
                <a:lnTo>
                  <a:pt x="2300" y="41360"/>
                </a:lnTo>
                <a:lnTo>
                  <a:pt x="2300" y="40738"/>
                </a:lnTo>
                <a:lnTo>
                  <a:pt x="2300" y="40295"/>
                </a:lnTo>
                <a:lnTo>
                  <a:pt x="2300" y="39940"/>
                </a:lnTo>
                <a:lnTo>
                  <a:pt x="2300" y="39229"/>
                </a:lnTo>
                <a:lnTo>
                  <a:pt x="2300" y="39052"/>
                </a:lnTo>
                <a:lnTo>
                  <a:pt x="2300" y="38431"/>
                </a:lnTo>
                <a:lnTo>
                  <a:pt x="2300" y="37721"/>
                </a:lnTo>
                <a:lnTo>
                  <a:pt x="2681" y="37543"/>
                </a:lnTo>
                <a:lnTo>
                  <a:pt x="2681" y="36922"/>
                </a:lnTo>
                <a:lnTo>
                  <a:pt x="2681" y="36478"/>
                </a:lnTo>
                <a:lnTo>
                  <a:pt x="2681" y="36034"/>
                </a:lnTo>
                <a:lnTo>
                  <a:pt x="2681" y="35413"/>
                </a:lnTo>
                <a:lnTo>
                  <a:pt x="3062" y="35147"/>
                </a:lnTo>
                <a:lnTo>
                  <a:pt x="3062" y="34525"/>
                </a:lnTo>
                <a:lnTo>
                  <a:pt x="3062" y="34082"/>
                </a:lnTo>
                <a:lnTo>
                  <a:pt x="3062" y="33727"/>
                </a:lnTo>
                <a:lnTo>
                  <a:pt x="3062" y="33283"/>
                </a:lnTo>
                <a:lnTo>
                  <a:pt x="3443" y="32839"/>
                </a:lnTo>
                <a:lnTo>
                  <a:pt x="3443" y="32395"/>
                </a:lnTo>
                <a:lnTo>
                  <a:pt x="3443" y="31774"/>
                </a:lnTo>
                <a:lnTo>
                  <a:pt x="3443" y="31508"/>
                </a:lnTo>
                <a:lnTo>
                  <a:pt x="3443" y="31153"/>
                </a:lnTo>
                <a:lnTo>
                  <a:pt x="3824" y="30709"/>
                </a:lnTo>
                <a:lnTo>
                  <a:pt x="3824" y="30265"/>
                </a:lnTo>
                <a:lnTo>
                  <a:pt x="3824" y="29821"/>
                </a:lnTo>
                <a:lnTo>
                  <a:pt x="3824" y="29378"/>
                </a:lnTo>
                <a:lnTo>
                  <a:pt x="4205" y="28934"/>
                </a:lnTo>
                <a:lnTo>
                  <a:pt x="4205" y="28579"/>
                </a:lnTo>
                <a:lnTo>
                  <a:pt x="4205" y="28135"/>
                </a:lnTo>
                <a:lnTo>
                  <a:pt x="4205" y="27691"/>
                </a:lnTo>
                <a:lnTo>
                  <a:pt x="4205" y="27247"/>
                </a:lnTo>
                <a:lnTo>
                  <a:pt x="4205" y="27070"/>
                </a:lnTo>
                <a:lnTo>
                  <a:pt x="4205" y="26360"/>
                </a:lnTo>
                <a:lnTo>
                  <a:pt x="4205" y="26005"/>
                </a:lnTo>
                <a:lnTo>
                  <a:pt x="4205" y="25739"/>
                </a:lnTo>
                <a:lnTo>
                  <a:pt x="4205" y="25295"/>
                </a:lnTo>
                <a:lnTo>
                  <a:pt x="4586" y="24851"/>
                </a:lnTo>
                <a:lnTo>
                  <a:pt x="4586" y="24674"/>
                </a:lnTo>
                <a:lnTo>
                  <a:pt x="4586" y="24230"/>
                </a:lnTo>
                <a:lnTo>
                  <a:pt x="4586" y="23608"/>
                </a:lnTo>
                <a:lnTo>
                  <a:pt x="4586" y="23431"/>
                </a:lnTo>
                <a:lnTo>
                  <a:pt x="4982" y="22987"/>
                </a:lnTo>
                <a:lnTo>
                  <a:pt x="4982" y="22543"/>
                </a:lnTo>
                <a:lnTo>
                  <a:pt x="4982" y="22277"/>
                </a:lnTo>
                <a:lnTo>
                  <a:pt x="4982" y="21922"/>
                </a:lnTo>
                <a:lnTo>
                  <a:pt x="5363" y="21478"/>
                </a:lnTo>
                <a:lnTo>
                  <a:pt x="5363" y="21212"/>
                </a:lnTo>
                <a:lnTo>
                  <a:pt x="5363" y="20857"/>
                </a:lnTo>
                <a:lnTo>
                  <a:pt x="5363" y="20413"/>
                </a:lnTo>
                <a:lnTo>
                  <a:pt x="5363" y="19970"/>
                </a:lnTo>
                <a:lnTo>
                  <a:pt x="5744" y="19703"/>
                </a:lnTo>
                <a:lnTo>
                  <a:pt x="5744" y="19526"/>
                </a:lnTo>
                <a:lnTo>
                  <a:pt x="5744" y="19082"/>
                </a:lnTo>
                <a:lnTo>
                  <a:pt x="5744" y="18904"/>
                </a:lnTo>
                <a:lnTo>
                  <a:pt x="5744" y="18461"/>
                </a:lnTo>
                <a:lnTo>
                  <a:pt x="6125" y="18017"/>
                </a:lnTo>
                <a:lnTo>
                  <a:pt x="6125" y="17573"/>
                </a:lnTo>
                <a:lnTo>
                  <a:pt x="6125" y="17396"/>
                </a:lnTo>
                <a:lnTo>
                  <a:pt x="6125" y="17218"/>
                </a:lnTo>
                <a:lnTo>
                  <a:pt x="6125" y="16774"/>
                </a:lnTo>
                <a:lnTo>
                  <a:pt x="6506" y="16508"/>
                </a:lnTo>
                <a:lnTo>
                  <a:pt x="6506" y="16064"/>
                </a:lnTo>
                <a:lnTo>
                  <a:pt x="6506" y="15887"/>
                </a:lnTo>
                <a:lnTo>
                  <a:pt x="6506" y="15443"/>
                </a:lnTo>
                <a:lnTo>
                  <a:pt x="6506" y="15265"/>
                </a:lnTo>
                <a:lnTo>
                  <a:pt x="6506" y="14999"/>
                </a:lnTo>
                <a:lnTo>
                  <a:pt x="6506" y="14644"/>
                </a:lnTo>
                <a:lnTo>
                  <a:pt x="6506" y="14200"/>
                </a:lnTo>
                <a:lnTo>
                  <a:pt x="6886" y="13757"/>
                </a:lnTo>
                <a:lnTo>
                  <a:pt x="6886" y="13490"/>
                </a:lnTo>
                <a:lnTo>
                  <a:pt x="6886" y="13135"/>
                </a:lnTo>
                <a:lnTo>
                  <a:pt x="6886" y="12869"/>
                </a:lnTo>
                <a:lnTo>
                  <a:pt x="6886" y="12692"/>
                </a:lnTo>
                <a:lnTo>
                  <a:pt x="7267" y="12248"/>
                </a:lnTo>
                <a:lnTo>
                  <a:pt x="7267" y="12070"/>
                </a:lnTo>
                <a:lnTo>
                  <a:pt x="7267" y="11804"/>
                </a:lnTo>
                <a:lnTo>
                  <a:pt x="7267" y="11626"/>
                </a:lnTo>
                <a:lnTo>
                  <a:pt x="7267" y="11183"/>
                </a:lnTo>
                <a:lnTo>
                  <a:pt x="7664" y="10916"/>
                </a:lnTo>
                <a:lnTo>
                  <a:pt x="7664" y="10739"/>
                </a:lnTo>
                <a:lnTo>
                  <a:pt x="7664" y="10561"/>
                </a:lnTo>
                <a:lnTo>
                  <a:pt x="7664" y="10295"/>
                </a:lnTo>
                <a:lnTo>
                  <a:pt x="8045" y="9851"/>
                </a:lnTo>
                <a:lnTo>
                  <a:pt x="8045" y="9674"/>
                </a:lnTo>
                <a:lnTo>
                  <a:pt x="8045" y="9496"/>
                </a:lnTo>
                <a:lnTo>
                  <a:pt x="8045" y="9230"/>
                </a:lnTo>
                <a:lnTo>
                  <a:pt x="8045" y="9053"/>
                </a:lnTo>
                <a:lnTo>
                  <a:pt x="8426" y="8786"/>
                </a:lnTo>
                <a:lnTo>
                  <a:pt x="8426" y="8609"/>
                </a:lnTo>
                <a:lnTo>
                  <a:pt x="8426" y="8165"/>
                </a:lnTo>
                <a:lnTo>
                  <a:pt x="8426" y="7988"/>
                </a:lnTo>
                <a:lnTo>
                  <a:pt x="8426" y="7721"/>
                </a:lnTo>
                <a:lnTo>
                  <a:pt x="8426" y="7277"/>
                </a:lnTo>
                <a:lnTo>
                  <a:pt x="8426" y="7100"/>
                </a:lnTo>
                <a:lnTo>
                  <a:pt x="8426" y="6922"/>
                </a:lnTo>
                <a:lnTo>
                  <a:pt x="8807" y="6656"/>
                </a:lnTo>
                <a:lnTo>
                  <a:pt x="8807" y="6479"/>
                </a:lnTo>
                <a:lnTo>
                  <a:pt x="8807" y="6212"/>
                </a:lnTo>
                <a:lnTo>
                  <a:pt x="8807" y="6035"/>
                </a:lnTo>
                <a:lnTo>
                  <a:pt x="9187" y="5769"/>
                </a:lnTo>
                <a:lnTo>
                  <a:pt x="9187" y="5591"/>
                </a:lnTo>
                <a:lnTo>
                  <a:pt x="9187" y="5414"/>
                </a:lnTo>
                <a:lnTo>
                  <a:pt x="9187" y="5147"/>
                </a:lnTo>
                <a:lnTo>
                  <a:pt x="9568" y="4970"/>
                </a:lnTo>
                <a:lnTo>
                  <a:pt x="9568" y="4704"/>
                </a:lnTo>
                <a:lnTo>
                  <a:pt x="9568" y="4526"/>
                </a:lnTo>
                <a:lnTo>
                  <a:pt x="9568" y="4349"/>
                </a:lnTo>
                <a:lnTo>
                  <a:pt x="9949" y="4082"/>
                </a:lnTo>
                <a:lnTo>
                  <a:pt x="9949" y="3905"/>
                </a:lnTo>
                <a:lnTo>
                  <a:pt x="9949" y="3638"/>
                </a:lnTo>
                <a:lnTo>
                  <a:pt x="9949" y="3461"/>
                </a:lnTo>
                <a:lnTo>
                  <a:pt x="10346" y="3461"/>
                </a:lnTo>
                <a:lnTo>
                  <a:pt x="10346" y="3195"/>
                </a:lnTo>
                <a:lnTo>
                  <a:pt x="10346" y="3017"/>
                </a:lnTo>
                <a:lnTo>
                  <a:pt x="10346" y="2840"/>
                </a:lnTo>
                <a:lnTo>
                  <a:pt x="10346" y="2573"/>
                </a:lnTo>
                <a:lnTo>
                  <a:pt x="10346" y="2396"/>
                </a:lnTo>
                <a:lnTo>
                  <a:pt x="10727" y="2130"/>
                </a:lnTo>
                <a:lnTo>
                  <a:pt x="10727" y="1775"/>
                </a:lnTo>
                <a:lnTo>
                  <a:pt x="11108" y="1508"/>
                </a:lnTo>
                <a:lnTo>
                  <a:pt x="11108" y="1331"/>
                </a:lnTo>
                <a:lnTo>
                  <a:pt x="11108" y="1065"/>
                </a:lnTo>
                <a:lnTo>
                  <a:pt x="11488" y="1065"/>
                </a:lnTo>
                <a:lnTo>
                  <a:pt x="11488" y="887"/>
                </a:lnTo>
                <a:lnTo>
                  <a:pt x="11869" y="887"/>
                </a:lnTo>
                <a:lnTo>
                  <a:pt x="11869" y="621"/>
                </a:lnTo>
                <a:lnTo>
                  <a:pt x="11869" y="443"/>
                </a:lnTo>
                <a:lnTo>
                  <a:pt x="12250" y="443"/>
                </a:lnTo>
                <a:lnTo>
                  <a:pt x="12250" y="266"/>
                </a:lnTo>
                <a:lnTo>
                  <a:pt x="12647" y="266"/>
                </a:lnTo>
                <a:lnTo>
                  <a:pt x="12647" y="0"/>
                </a:lnTo>
                <a:lnTo>
                  <a:pt x="13028" y="0"/>
                </a:lnTo>
                <a:lnTo>
                  <a:pt x="13409" y="0"/>
                </a:lnTo>
                <a:lnTo>
                  <a:pt x="13789" y="0"/>
                </a:lnTo>
              </a:path>
            </a:pathLst>
          </a:custGeom>
          <a:ln w="1904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605054" y="1544474"/>
            <a:ext cx="13409" cy="62661"/>
          </a:xfrm>
          <a:custGeom>
            <a:avLst/>
            <a:gdLst/>
            <a:ahLst/>
            <a:cxnLst/>
            <a:rect l="l" t="t" r="r" b="b"/>
            <a:pathLst>
              <a:path w="13409" h="62661">
                <a:moveTo>
                  <a:pt x="0" y="0"/>
                </a:moveTo>
                <a:lnTo>
                  <a:pt x="380" y="0"/>
                </a:lnTo>
                <a:lnTo>
                  <a:pt x="761" y="0"/>
                </a:lnTo>
                <a:lnTo>
                  <a:pt x="761" y="0"/>
                </a:lnTo>
                <a:lnTo>
                  <a:pt x="761" y="266"/>
                </a:lnTo>
                <a:lnTo>
                  <a:pt x="761" y="443"/>
                </a:lnTo>
                <a:lnTo>
                  <a:pt x="761" y="621"/>
                </a:lnTo>
                <a:lnTo>
                  <a:pt x="1142" y="621"/>
                </a:lnTo>
                <a:lnTo>
                  <a:pt x="1142" y="887"/>
                </a:lnTo>
                <a:lnTo>
                  <a:pt x="1142" y="1065"/>
                </a:lnTo>
                <a:lnTo>
                  <a:pt x="1539" y="1065"/>
                </a:lnTo>
                <a:lnTo>
                  <a:pt x="1539" y="1331"/>
                </a:lnTo>
                <a:lnTo>
                  <a:pt x="1920" y="1331"/>
                </a:lnTo>
                <a:lnTo>
                  <a:pt x="1920" y="1508"/>
                </a:lnTo>
                <a:lnTo>
                  <a:pt x="1920" y="1775"/>
                </a:lnTo>
                <a:lnTo>
                  <a:pt x="1920" y="1952"/>
                </a:lnTo>
                <a:lnTo>
                  <a:pt x="2300" y="1952"/>
                </a:lnTo>
                <a:lnTo>
                  <a:pt x="2300" y="2130"/>
                </a:lnTo>
                <a:lnTo>
                  <a:pt x="2300" y="2396"/>
                </a:lnTo>
                <a:lnTo>
                  <a:pt x="2681" y="2396"/>
                </a:lnTo>
                <a:lnTo>
                  <a:pt x="2681" y="2573"/>
                </a:lnTo>
                <a:lnTo>
                  <a:pt x="2681" y="2840"/>
                </a:lnTo>
                <a:lnTo>
                  <a:pt x="2681" y="3017"/>
                </a:lnTo>
                <a:lnTo>
                  <a:pt x="3062" y="3195"/>
                </a:lnTo>
                <a:lnTo>
                  <a:pt x="3062" y="3461"/>
                </a:lnTo>
                <a:lnTo>
                  <a:pt x="3062" y="3638"/>
                </a:lnTo>
                <a:lnTo>
                  <a:pt x="3062" y="3905"/>
                </a:lnTo>
                <a:lnTo>
                  <a:pt x="3062" y="4082"/>
                </a:lnTo>
                <a:lnTo>
                  <a:pt x="3062" y="4349"/>
                </a:lnTo>
                <a:lnTo>
                  <a:pt x="3062" y="4526"/>
                </a:lnTo>
                <a:lnTo>
                  <a:pt x="3443" y="4704"/>
                </a:lnTo>
                <a:lnTo>
                  <a:pt x="3443" y="4970"/>
                </a:lnTo>
                <a:lnTo>
                  <a:pt x="3443" y="5147"/>
                </a:lnTo>
                <a:lnTo>
                  <a:pt x="3443" y="5414"/>
                </a:lnTo>
                <a:lnTo>
                  <a:pt x="3824" y="5591"/>
                </a:lnTo>
                <a:lnTo>
                  <a:pt x="3824" y="5769"/>
                </a:lnTo>
                <a:lnTo>
                  <a:pt x="3824" y="6035"/>
                </a:lnTo>
                <a:lnTo>
                  <a:pt x="3824" y="6212"/>
                </a:lnTo>
                <a:lnTo>
                  <a:pt x="4221" y="6479"/>
                </a:lnTo>
                <a:lnTo>
                  <a:pt x="4221" y="6656"/>
                </a:lnTo>
                <a:lnTo>
                  <a:pt x="4221" y="6922"/>
                </a:lnTo>
                <a:lnTo>
                  <a:pt x="4221" y="7100"/>
                </a:lnTo>
                <a:lnTo>
                  <a:pt x="4601" y="7277"/>
                </a:lnTo>
                <a:lnTo>
                  <a:pt x="4601" y="7544"/>
                </a:lnTo>
                <a:lnTo>
                  <a:pt x="4601" y="7721"/>
                </a:lnTo>
                <a:lnTo>
                  <a:pt x="4601" y="7988"/>
                </a:lnTo>
                <a:lnTo>
                  <a:pt x="4601" y="8165"/>
                </a:lnTo>
                <a:lnTo>
                  <a:pt x="4982" y="8343"/>
                </a:lnTo>
                <a:lnTo>
                  <a:pt x="4982" y="8609"/>
                </a:lnTo>
                <a:lnTo>
                  <a:pt x="4982" y="8786"/>
                </a:lnTo>
                <a:lnTo>
                  <a:pt x="4982" y="9053"/>
                </a:lnTo>
                <a:lnTo>
                  <a:pt x="4982" y="9496"/>
                </a:lnTo>
                <a:lnTo>
                  <a:pt x="4982" y="9674"/>
                </a:lnTo>
                <a:lnTo>
                  <a:pt x="4982" y="10118"/>
                </a:lnTo>
                <a:lnTo>
                  <a:pt x="4982" y="10295"/>
                </a:lnTo>
                <a:lnTo>
                  <a:pt x="4982" y="10561"/>
                </a:lnTo>
                <a:lnTo>
                  <a:pt x="5363" y="10739"/>
                </a:lnTo>
                <a:lnTo>
                  <a:pt x="5363" y="10916"/>
                </a:lnTo>
                <a:lnTo>
                  <a:pt x="5363" y="11360"/>
                </a:lnTo>
                <a:lnTo>
                  <a:pt x="5363" y="11626"/>
                </a:lnTo>
                <a:lnTo>
                  <a:pt x="5744" y="11804"/>
                </a:lnTo>
                <a:lnTo>
                  <a:pt x="5744" y="12070"/>
                </a:lnTo>
                <a:lnTo>
                  <a:pt x="5744" y="12425"/>
                </a:lnTo>
                <a:lnTo>
                  <a:pt x="5744" y="12692"/>
                </a:lnTo>
                <a:lnTo>
                  <a:pt x="5744" y="12869"/>
                </a:lnTo>
                <a:lnTo>
                  <a:pt x="6125" y="13135"/>
                </a:lnTo>
                <a:lnTo>
                  <a:pt x="6125" y="13490"/>
                </a:lnTo>
                <a:lnTo>
                  <a:pt x="6125" y="13757"/>
                </a:lnTo>
                <a:lnTo>
                  <a:pt x="6125" y="14200"/>
                </a:lnTo>
                <a:lnTo>
                  <a:pt x="6506" y="14644"/>
                </a:lnTo>
                <a:lnTo>
                  <a:pt x="6506" y="14999"/>
                </a:lnTo>
                <a:lnTo>
                  <a:pt x="6506" y="15265"/>
                </a:lnTo>
                <a:lnTo>
                  <a:pt x="6506" y="15443"/>
                </a:lnTo>
                <a:lnTo>
                  <a:pt x="6506" y="15887"/>
                </a:lnTo>
                <a:lnTo>
                  <a:pt x="6902" y="16064"/>
                </a:lnTo>
                <a:lnTo>
                  <a:pt x="6902" y="16508"/>
                </a:lnTo>
                <a:lnTo>
                  <a:pt x="6902" y="16774"/>
                </a:lnTo>
                <a:lnTo>
                  <a:pt x="6902" y="17218"/>
                </a:lnTo>
                <a:lnTo>
                  <a:pt x="7283" y="17396"/>
                </a:lnTo>
                <a:lnTo>
                  <a:pt x="7283" y="17573"/>
                </a:lnTo>
                <a:lnTo>
                  <a:pt x="7283" y="18017"/>
                </a:lnTo>
                <a:lnTo>
                  <a:pt x="7283" y="18461"/>
                </a:lnTo>
                <a:lnTo>
                  <a:pt x="7283" y="18904"/>
                </a:lnTo>
                <a:lnTo>
                  <a:pt x="7283" y="19082"/>
                </a:lnTo>
                <a:lnTo>
                  <a:pt x="7283" y="19348"/>
                </a:lnTo>
                <a:lnTo>
                  <a:pt x="7283" y="19703"/>
                </a:lnTo>
                <a:lnTo>
                  <a:pt x="7283" y="19970"/>
                </a:lnTo>
                <a:lnTo>
                  <a:pt x="7283" y="20413"/>
                </a:lnTo>
                <a:lnTo>
                  <a:pt x="7664" y="20857"/>
                </a:lnTo>
                <a:lnTo>
                  <a:pt x="7664" y="21212"/>
                </a:lnTo>
                <a:lnTo>
                  <a:pt x="7664" y="21478"/>
                </a:lnTo>
                <a:lnTo>
                  <a:pt x="7664" y="21922"/>
                </a:lnTo>
                <a:lnTo>
                  <a:pt x="7664" y="22277"/>
                </a:lnTo>
                <a:lnTo>
                  <a:pt x="8045" y="22543"/>
                </a:lnTo>
                <a:lnTo>
                  <a:pt x="8045" y="22987"/>
                </a:lnTo>
                <a:lnTo>
                  <a:pt x="8045" y="23431"/>
                </a:lnTo>
                <a:lnTo>
                  <a:pt x="8045" y="23608"/>
                </a:lnTo>
                <a:lnTo>
                  <a:pt x="8426" y="24052"/>
                </a:lnTo>
                <a:lnTo>
                  <a:pt x="8426" y="24496"/>
                </a:lnTo>
                <a:lnTo>
                  <a:pt x="8426" y="24674"/>
                </a:lnTo>
                <a:lnTo>
                  <a:pt x="8426" y="25295"/>
                </a:lnTo>
                <a:lnTo>
                  <a:pt x="8426" y="25739"/>
                </a:lnTo>
                <a:lnTo>
                  <a:pt x="8807" y="26005"/>
                </a:lnTo>
                <a:lnTo>
                  <a:pt x="8807" y="26360"/>
                </a:lnTo>
                <a:lnTo>
                  <a:pt x="8807" y="26804"/>
                </a:lnTo>
                <a:lnTo>
                  <a:pt x="8807" y="27247"/>
                </a:lnTo>
                <a:lnTo>
                  <a:pt x="8807" y="27691"/>
                </a:lnTo>
                <a:lnTo>
                  <a:pt x="9187" y="28135"/>
                </a:lnTo>
                <a:lnTo>
                  <a:pt x="9187" y="28313"/>
                </a:lnTo>
                <a:lnTo>
                  <a:pt x="9187" y="28934"/>
                </a:lnTo>
                <a:lnTo>
                  <a:pt x="9187" y="29378"/>
                </a:lnTo>
                <a:lnTo>
                  <a:pt x="9187" y="29644"/>
                </a:lnTo>
                <a:lnTo>
                  <a:pt x="9187" y="29999"/>
                </a:lnTo>
                <a:lnTo>
                  <a:pt x="9187" y="30709"/>
                </a:lnTo>
                <a:lnTo>
                  <a:pt x="9187" y="30886"/>
                </a:lnTo>
                <a:lnTo>
                  <a:pt x="9187" y="31508"/>
                </a:lnTo>
                <a:lnTo>
                  <a:pt x="9584" y="31774"/>
                </a:lnTo>
                <a:lnTo>
                  <a:pt x="9584" y="32218"/>
                </a:lnTo>
                <a:lnTo>
                  <a:pt x="9584" y="32839"/>
                </a:lnTo>
                <a:lnTo>
                  <a:pt x="9584" y="33017"/>
                </a:lnTo>
                <a:lnTo>
                  <a:pt x="9584" y="33727"/>
                </a:lnTo>
                <a:lnTo>
                  <a:pt x="9965" y="34082"/>
                </a:lnTo>
                <a:lnTo>
                  <a:pt x="9965" y="34525"/>
                </a:lnTo>
                <a:lnTo>
                  <a:pt x="9965" y="34969"/>
                </a:lnTo>
                <a:lnTo>
                  <a:pt x="9965" y="35413"/>
                </a:lnTo>
                <a:lnTo>
                  <a:pt x="9965" y="35857"/>
                </a:lnTo>
                <a:lnTo>
                  <a:pt x="10346" y="36478"/>
                </a:lnTo>
                <a:lnTo>
                  <a:pt x="10346" y="36656"/>
                </a:lnTo>
                <a:lnTo>
                  <a:pt x="10346" y="37366"/>
                </a:lnTo>
                <a:lnTo>
                  <a:pt x="10346" y="37721"/>
                </a:lnTo>
                <a:lnTo>
                  <a:pt x="10346" y="38164"/>
                </a:lnTo>
                <a:lnTo>
                  <a:pt x="10727" y="38874"/>
                </a:lnTo>
                <a:lnTo>
                  <a:pt x="10727" y="39052"/>
                </a:lnTo>
                <a:lnTo>
                  <a:pt x="10727" y="39673"/>
                </a:lnTo>
                <a:lnTo>
                  <a:pt x="10727" y="40117"/>
                </a:lnTo>
                <a:lnTo>
                  <a:pt x="11108" y="40561"/>
                </a:lnTo>
                <a:lnTo>
                  <a:pt x="11108" y="41182"/>
                </a:lnTo>
                <a:lnTo>
                  <a:pt x="11108" y="41626"/>
                </a:lnTo>
                <a:lnTo>
                  <a:pt x="11108" y="42247"/>
                </a:lnTo>
                <a:lnTo>
                  <a:pt x="11108" y="42513"/>
                </a:lnTo>
                <a:lnTo>
                  <a:pt x="11488" y="43135"/>
                </a:lnTo>
                <a:lnTo>
                  <a:pt x="11488" y="43756"/>
                </a:lnTo>
                <a:lnTo>
                  <a:pt x="11488" y="44200"/>
                </a:lnTo>
                <a:lnTo>
                  <a:pt x="11488" y="44644"/>
                </a:lnTo>
                <a:lnTo>
                  <a:pt x="11488" y="45087"/>
                </a:lnTo>
                <a:lnTo>
                  <a:pt x="11488" y="45709"/>
                </a:lnTo>
                <a:lnTo>
                  <a:pt x="11488" y="46152"/>
                </a:lnTo>
                <a:lnTo>
                  <a:pt x="11488" y="46774"/>
                </a:lnTo>
                <a:lnTo>
                  <a:pt x="11488" y="47217"/>
                </a:lnTo>
                <a:lnTo>
                  <a:pt x="11488" y="47839"/>
                </a:lnTo>
                <a:lnTo>
                  <a:pt x="11885" y="48460"/>
                </a:lnTo>
                <a:lnTo>
                  <a:pt x="11885" y="48904"/>
                </a:lnTo>
                <a:lnTo>
                  <a:pt x="11885" y="49525"/>
                </a:lnTo>
                <a:lnTo>
                  <a:pt x="11885" y="49969"/>
                </a:lnTo>
                <a:lnTo>
                  <a:pt x="12266" y="50590"/>
                </a:lnTo>
                <a:lnTo>
                  <a:pt x="12266" y="51034"/>
                </a:lnTo>
                <a:lnTo>
                  <a:pt x="12266" y="51655"/>
                </a:lnTo>
                <a:lnTo>
                  <a:pt x="12266" y="52099"/>
                </a:lnTo>
                <a:lnTo>
                  <a:pt x="12266" y="52809"/>
                </a:lnTo>
                <a:lnTo>
                  <a:pt x="12647" y="53164"/>
                </a:lnTo>
                <a:lnTo>
                  <a:pt x="12647" y="53874"/>
                </a:lnTo>
                <a:lnTo>
                  <a:pt x="12647" y="54229"/>
                </a:lnTo>
                <a:lnTo>
                  <a:pt x="12647" y="54939"/>
                </a:lnTo>
                <a:lnTo>
                  <a:pt x="12647" y="55561"/>
                </a:lnTo>
                <a:lnTo>
                  <a:pt x="13028" y="56004"/>
                </a:lnTo>
                <a:lnTo>
                  <a:pt x="13028" y="56626"/>
                </a:lnTo>
                <a:lnTo>
                  <a:pt x="13028" y="57247"/>
                </a:lnTo>
                <a:lnTo>
                  <a:pt x="13028" y="57957"/>
                </a:lnTo>
                <a:lnTo>
                  <a:pt x="13028" y="58312"/>
                </a:lnTo>
                <a:lnTo>
                  <a:pt x="13409" y="59022"/>
                </a:lnTo>
                <a:lnTo>
                  <a:pt x="13409" y="59643"/>
                </a:lnTo>
                <a:lnTo>
                  <a:pt x="13409" y="60265"/>
                </a:lnTo>
                <a:lnTo>
                  <a:pt x="13409" y="60708"/>
                </a:lnTo>
                <a:lnTo>
                  <a:pt x="13409" y="61330"/>
                </a:lnTo>
                <a:lnTo>
                  <a:pt x="13409" y="61951"/>
                </a:lnTo>
                <a:lnTo>
                  <a:pt x="13409" y="62661"/>
                </a:lnTo>
              </a:path>
            </a:pathLst>
          </a:custGeom>
          <a:ln w="1916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618463" y="1607135"/>
            <a:ext cx="13789" cy="173428"/>
          </a:xfrm>
          <a:custGeom>
            <a:avLst/>
            <a:gdLst/>
            <a:ahLst/>
            <a:cxnLst/>
            <a:rect l="l" t="t" r="r" b="b"/>
            <a:pathLst>
              <a:path w="13789" h="173428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380" y="1686"/>
                </a:lnTo>
                <a:lnTo>
                  <a:pt x="380" y="2307"/>
                </a:lnTo>
                <a:lnTo>
                  <a:pt x="380" y="2928"/>
                </a:lnTo>
                <a:lnTo>
                  <a:pt x="380" y="3372"/>
                </a:lnTo>
                <a:lnTo>
                  <a:pt x="380" y="4260"/>
                </a:lnTo>
                <a:lnTo>
                  <a:pt x="761" y="4704"/>
                </a:lnTo>
                <a:lnTo>
                  <a:pt x="761" y="5502"/>
                </a:lnTo>
                <a:lnTo>
                  <a:pt x="761" y="5946"/>
                </a:lnTo>
                <a:lnTo>
                  <a:pt x="761" y="6834"/>
                </a:lnTo>
                <a:lnTo>
                  <a:pt x="761" y="7277"/>
                </a:lnTo>
                <a:lnTo>
                  <a:pt x="1158" y="8076"/>
                </a:lnTo>
                <a:lnTo>
                  <a:pt x="1158" y="8520"/>
                </a:lnTo>
                <a:lnTo>
                  <a:pt x="1158" y="9408"/>
                </a:lnTo>
                <a:lnTo>
                  <a:pt x="1158" y="9851"/>
                </a:lnTo>
                <a:lnTo>
                  <a:pt x="1539" y="10473"/>
                </a:lnTo>
                <a:lnTo>
                  <a:pt x="1539" y="11094"/>
                </a:lnTo>
                <a:lnTo>
                  <a:pt x="1539" y="11804"/>
                </a:lnTo>
                <a:lnTo>
                  <a:pt x="1539" y="12603"/>
                </a:lnTo>
                <a:lnTo>
                  <a:pt x="1539" y="13047"/>
                </a:lnTo>
                <a:lnTo>
                  <a:pt x="1920" y="13934"/>
                </a:lnTo>
                <a:lnTo>
                  <a:pt x="1920" y="14555"/>
                </a:lnTo>
                <a:lnTo>
                  <a:pt x="1920" y="15177"/>
                </a:lnTo>
                <a:lnTo>
                  <a:pt x="1920" y="15798"/>
                </a:lnTo>
                <a:lnTo>
                  <a:pt x="1920" y="16508"/>
                </a:lnTo>
                <a:lnTo>
                  <a:pt x="2300" y="17307"/>
                </a:lnTo>
                <a:lnTo>
                  <a:pt x="2300" y="17751"/>
                </a:lnTo>
                <a:lnTo>
                  <a:pt x="2300" y="18638"/>
                </a:lnTo>
                <a:lnTo>
                  <a:pt x="2300" y="19259"/>
                </a:lnTo>
                <a:lnTo>
                  <a:pt x="2300" y="19881"/>
                </a:lnTo>
                <a:lnTo>
                  <a:pt x="2300" y="20591"/>
                </a:lnTo>
                <a:lnTo>
                  <a:pt x="2300" y="21212"/>
                </a:lnTo>
                <a:lnTo>
                  <a:pt x="2300" y="22100"/>
                </a:lnTo>
                <a:lnTo>
                  <a:pt x="2300" y="22721"/>
                </a:lnTo>
                <a:lnTo>
                  <a:pt x="2681" y="23520"/>
                </a:lnTo>
                <a:lnTo>
                  <a:pt x="2681" y="24230"/>
                </a:lnTo>
                <a:lnTo>
                  <a:pt x="2681" y="24851"/>
                </a:lnTo>
                <a:lnTo>
                  <a:pt x="2681" y="25739"/>
                </a:lnTo>
                <a:lnTo>
                  <a:pt x="2681" y="26360"/>
                </a:lnTo>
                <a:lnTo>
                  <a:pt x="3062" y="26981"/>
                </a:lnTo>
                <a:lnTo>
                  <a:pt x="3062" y="27869"/>
                </a:lnTo>
                <a:lnTo>
                  <a:pt x="3062" y="28313"/>
                </a:lnTo>
                <a:lnTo>
                  <a:pt x="3062" y="29111"/>
                </a:lnTo>
                <a:lnTo>
                  <a:pt x="3062" y="29733"/>
                </a:lnTo>
                <a:lnTo>
                  <a:pt x="3443" y="30620"/>
                </a:lnTo>
                <a:lnTo>
                  <a:pt x="3443" y="31508"/>
                </a:lnTo>
                <a:lnTo>
                  <a:pt x="3443" y="32129"/>
                </a:lnTo>
                <a:lnTo>
                  <a:pt x="3443" y="33017"/>
                </a:lnTo>
                <a:lnTo>
                  <a:pt x="3443" y="33638"/>
                </a:lnTo>
                <a:lnTo>
                  <a:pt x="3840" y="34259"/>
                </a:lnTo>
                <a:lnTo>
                  <a:pt x="3840" y="35147"/>
                </a:lnTo>
                <a:lnTo>
                  <a:pt x="3840" y="35768"/>
                </a:lnTo>
                <a:lnTo>
                  <a:pt x="3840" y="36389"/>
                </a:lnTo>
                <a:lnTo>
                  <a:pt x="4221" y="37277"/>
                </a:lnTo>
                <a:lnTo>
                  <a:pt x="4221" y="38164"/>
                </a:lnTo>
                <a:lnTo>
                  <a:pt x="4221" y="38786"/>
                </a:lnTo>
                <a:lnTo>
                  <a:pt x="4221" y="39673"/>
                </a:lnTo>
                <a:lnTo>
                  <a:pt x="4221" y="40295"/>
                </a:lnTo>
                <a:lnTo>
                  <a:pt x="4221" y="41182"/>
                </a:lnTo>
                <a:lnTo>
                  <a:pt x="4221" y="41981"/>
                </a:lnTo>
                <a:lnTo>
                  <a:pt x="4221" y="42602"/>
                </a:lnTo>
                <a:lnTo>
                  <a:pt x="4221" y="43490"/>
                </a:lnTo>
                <a:lnTo>
                  <a:pt x="4221" y="44377"/>
                </a:lnTo>
                <a:lnTo>
                  <a:pt x="4601" y="44999"/>
                </a:lnTo>
                <a:lnTo>
                  <a:pt x="4601" y="45886"/>
                </a:lnTo>
                <a:lnTo>
                  <a:pt x="4601" y="46685"/>
                </a:lnTo>
                <a:lnTo>
                  <a:pt x="4601" y="47395"/>
                </a:lnTo>
                <a:lnTo>
                  <a:pt x="4601" y="48194"/>
                </a:lnTo>
                <a:lnTo>
                  <a:pt x="4982" y="49081"/>
                </a:lnTo>
                <a:lnTo>
                  <a:pt x="4982" y="49703"/>
                </a:lnTo>
                <a:lnTo>
                  <a:pt x="4982" y="50590"/>
                </a:lnTo>
                <a:lnTo>
                  <a:pt x="4982" y="51389"/>
                </a:lnTo>
                <a:lnTo>
                  <a:pt x="4982" y="52099"/>
                </a:lnTo>
                <a:lnTo>
                  <a:pt x="5363" y="52898"/>
                </a:lnTo>
                <a:lnTo>
                  <a:pt x="5363" y="53785"/>
                </a:lnTo>
                <a:lnTo>
                  <a:pt x="5363" y="54673"/>
                </a:lnTo>
                <a:lnTo>
                  <a:pt x="5363" y="55294"/>
                </a:lnTo>
                <a:lnTo>
                  <a:pt x="5744" y="56359"/>
                </a:lnTo>
                <a:lnTo>
                  <a:pt x="5744" y="56981"/>
                </a:lnTo>
                <a:lnTo>
                  <a:pt x="5744" y="57868"/>
                </a:lnTo>
                <a:lnTo>
                  <a:pt x="5744" y="58933"/>
                </a:lnTo>
                <a:lnTo>
                  <a:pt x="5744" y="59555"/>
                </a:lnTo>
                <a:lnTo>
                  <a:pt x="6125" y="60442"/>
                </a:lnTo>
                <a:lnTo>
                  <a:pt x="6125" y="61330"/>
                </a:lnTo>
                <a:lnTo>
                  <a:pt x="6125" y="62128"/>
                </a:lnTo>
                <a:lnTo>
                  <a:pt x="6125" y="63016"/>
                </a:lnTo>
                <a:lnTo>
                  <a:pt x="6125" y="63637"/>
                </a:lnTo>
                <a:lnTo>
                  <a:pt x="6125" y="64702"/>
                </a:lnTo>
                <a:lnTo>
                  <a:pt x="6125" y="65590"/>
                </a:lnTo>
                <a:lnTo>
                  <a:pt x="6125" y="66211"/>
                </a:lnTo>
                <a:lnTo>
                  <a:pt x="6125" y="67276"/>
                </a:lnTo>
                <a:lnTo>
                  <a:pt x="6125" y="68164"/>
                </a:lnTo>
                <a:lnTo>
                  <a:pt x="6522" y="69051"/>
                </a:lnTo>
                <a:lnTo>
                  <a:pt x="6522" y="69673"/>
                </a:lnTo>
                <a:lnTo>
                  <a:pt x="6522" y="70738"/>
                </a:lnTo>
                <a:lnTo>
                  <a:pt x="6522" y="71625"/>
                </a:lnTo>
                <a:lnTo>
                  <a:pt x="6902" y="72424"/>
                </a:lnTo>
                <a:lnTo>
                  <a:pt x="6902" y="73045"/>
                </a:lnTo>
                <a:lnTo>
                  <a:pt x="6902" y="74199"/>
                </a:lnTo>
                <a:lnTo>
                  <a:pt x="6902" y="74998"/>
                </a:lnTo>
                <a:lnTo>
                  <a:pt x="6902" y="75886"/>
                </a:lnTo>
                <a:lnTo>
                  <a:pt x="7283" y="76773"/>
                </a:lnTo>
                <a:lnTo>
                  <a:pt x="7283" y="77838"/>
                </a:lnTo>
                <a:lnTo>
                  <a:pt x="7283" y="78637"/>
                </a:lnTo>
                <a:lnTo>
                  <a:pt x="7283" y="79525"/>
                </a:lnTo>
                <a:lnTo>
                  <a:pt x="7283" y="80412"/>
                </a:lnTo>
                <a:lnTo>
                  <a:pt x="7664" y="81211"/>
                </a:lnTo>
                <a:lnTo>
                  <a:pt x="7664" y="82098"/>
                </a:lnTo>
                <a:lnTo>
                  <a:pt x="7664" y="82986"/>
                </a:lnTo>
                <a:lnTo>
                  <a:pt x="7664" y="83785"/>
                </a:lnTo>
                <a:lnTo>
                  <a:pt x="7664" y="84850"/>
                </a:lnTo>
                <a:lnTo>
                  <a:pt x="8045" y="85737"/>
                </a:lnTo>
                <a:lnTo>
                  <a:pt x="8045" y="86625"/>
                </a:lnTo>
                <a:lnTo>
                  <a:pt x="8045" y="87690"/>
                </a:lnTo>
                <a:lnTo>
                  <a:pt x="8045" y="88489"/>
                </a:lnTo>
                <a:lnTo>
                  <a:pt x="8426" y="89643"/>
                </a:lnTo>
                <a:lnTo>
                  <a:pt x="8426" y="90441"/>
                </a:lnTo>
                <a:lnTo>
                  <a:pt x="8426" y="91329"/>
                </a:lnTo>
                <a:lnTo>
                  <a:pt x="8426" y="92217"/>
                </a:lnTo>
                <a:lnTo>
                  <a:pt x="8426" y="93282"/>
                </a:lnTo>
                <a:lnTo>
                  <a:pt x="8426" y="94080"/>
                </a:lnTo>
                <a:lnTo>
                  <a:pt x="8426" y="94968"/>
                </a:lnTo>
                <a:lnTo>
                  <a:pt x="8426" y="96033"/>
                </a:lnTo>
                <a:lnTo>
                  <a:pt x="8426" y="96921"/>
                </a:lnTo>
                <a:lnTo>
                  <a:pt x="8426" y="97986"/>
                </a:lnTo>
                <a:lnTo>
                  <a:pt x="8807" y="98785"/>
                </a:lnTo>
                <a:lnTo>
                  <a:pt x="8807" y="99672"/>
                </a:lnTo>
                <a:lnTo>
                  <a:pt x="8807" y="100737"/>
                </a:lnTo>
                <a:lnTo>
                  <a:pt x="8807" y="101625"/>
                </a:lnTo>
                <a:lnTo>
                  <a:pt x="8807" y="102690"/>
                </a:lnTo>
                <a:lnTo>
                  <a:pt x="9203" y="103755"/>
                </a:lnTo>
                <a:lnTo>
                  <a:pt x="9203" y="104642"/>
                </a:lnTo>
                <a:lnTo>
                  <a:pt x="9203" y="105441"/>
                </a:lnTo>
                <a:lnTo>
                  <a:pt x="9203" y="106329"/>
                </a:lnTo>
                <a:lnTo>
                  <a:pt x="9584" y="107394"/>
                </a:lnTo>
                <a:lnTo>
                  <a:pt x="9584" y="108459"/>
                </a:lnTo>
                <a:lnTo>
                  <a:pt x="9584" y="109524"/>
                </a:lnTo>
                <a:lnTo>
                  <a:pt x="9584" y="110411"/>
                </a:lnTo>
                <a:lnTo>
                  <a:pt x="9584" y="111299"/>
                </a:lnTo>
                <a:lnTo>
                  <a:pt x="9965" y="112364"/>
                </a:lnTo>
                <a:lnTo>
                  <a:pt x="9965" y="113163"/>
                </a:lnTo>
                <a:lnTo>
                  <a:pt x="9965" y="114494"/>
                </a:lnTo>
                <a:lnTo>
                  <a:pt x="9965" y="115293"/>
                </a:lnTo>
                <a:lnTo>
                  <a:pt x="9965" y="116358"/>
                </a:lnTo>
                <a:lnTo>
                  <a:pt x="10346" y="117246"/>
                </a:lnTo>
                <a:lnTo>
                  <a:pt x="10346" y="118311"/>
                </a:lnTo>
                <a:lnTo>
                  <a:pt x="10346" y="119198"/>
                </a:lnTo>
                <a:lnTo>
                  <a:pt x="10346" y="120263"/>
                </a:lnTo>
                <a:lnTo>
                  <a:pt x="10346" y="121328"/>
                </a:lnTo>
                <a:lnTo>
                  <a:pt x="10346" y="122394"/>
                </a:lnTo>
                <a:lnTo>
                  <a:pt x="10346" y="123281"/>
                </a:lnTo>
                <a:lnTo>
                  <a:pt x="10346" y="124346"/>
                </a:lnTo>
                <a:lnTo>
                  <a:pt x="10346" y="125234"/>
                </a:lnTo>
                <a:lnTo>
                  <a:pt x="10727" y="126299"/>
                </a:lnTo>
                <a:lnTo>
                  <a:pt x="10727" y="127364"/>
                </a:lnTo>
                <a:lnTo>
                  <a:pt x="10727" y="128429"/>
                </a:lnTo>
                <a:lnTo>
                  <a:pt x="10727" y="129494"/>
                </a:lnTo>
                <a:lnTo>
                  <a:pt x="10727" y="130559"/>
                </a:lnTo>
                <a:lnTo>
                  <a:pt x="11108" y="131447"/>
                </a:lnTo>
                <a:lnTo>
                  <a:pt x="11108" y="132512"/>
                </a:lnTo>
                <a:lnTo>
                  <a:pt x="11108" y="133577"/>
                </a:lnTo>
                <a:lnTo>
                  <a:pt x="11108" y="134376"/>
                </a:lnTo>
                <a:lnTo>
                  <a:pt x="11108" y="135707"/>
                </a:lnTo>
                <a:lnTo>
                  <a:pt x="11504" y="136772"/>
                </a:lnTo>
                <a:lnTo>
                  <a:pt x="11504" y="137837"/>
                </a:lnTo>
                <a:lnTo>
                  <a:pt x="11504" y="138725"/>
                </a:lnTo>
                <a:lnTo>
                  <a:pt x="11504" y="139790"/>
                </a:lnTo>
                <a:lnTo>
                  <a:pt x="11504" y="140855"/>
                </a:lnTo>
                <a:lnTo>
                  <a:pt x="11885" y="141920"/>
                </a:lnTo>
                <a:lnTo>
                  <a:pt x="11885" y="142985"/>
                </a:lnTo>
                <a:lnTo>
                  <a:pt x="11885" y="144050"/>
                </a:lnTo>
                <a:lnTo>
                  <a:pt x="11885" y="145115"/>
                </a:lnTo>
                <a:lnTo>
                  <a:pt x="12266" y="146180"/>
                </a:lnTo>
                <a:lnTo>
                  <a:pt x="12266" y="147245"/>
                </a:lnTo>
                <a:lnTo>
                  <a:pt x="12266" y="148310"/>
                </a:lnTo>
                <a:lnTo>
                  <a:pt x="12266" y="149464"/>
                </a:lnTo>
                <a:lnTo>
                  <a:pt x="12266" y="150529"/>
                </a:lnTo>
                <a:lnTo>
                  <a:pt x="12647" y="151594"/>
                </a:lnTo>
                <a:lnTo>
                  <a:pt x="12647" y="152659"/>
                </a:lnTo>
                <a:lnTo>
                  <a:pt x="12647" y="153724"/>
                </a:lnTo>
                <a:lnTo>
                  <a:pt x="12647" y="154789"/>
                </a:lnTo>
                <a:lnTo>
                  <a:pt x="12647" y="155854"/>
                </a:lnTo>
                <a:lnTo>
                  <a:pt x="12647" y="156919"/>
                </a:lnTo>
                <a:lnTo>
                  <a:pt x="12647" y="158251"/>
                </a:lnTo>
                <a:lnTo>
                  <a:pt x="12647" y="159316"/>
                </a:lnTo>
                <a:lnTo>
                  <a:pt x="12647" y="160381"/>
                </a:lnTo>
                <a:lnTo>
                  <a:pt x="12647" y="161446"/>
                </a:lnTo>
                <a:lnTo>
                  <a:pt x="13028" y="162511"/>
                </a:lnTo>
                <a:lnTo>
                  <a:pt x="13028" y="163576"/>
                </a:lnTo>
                <a:lnTo>
                  <a:pt x="13028" y="164641"/>
                </a:lnTo>
                <a:lnTo>
                  <a:pt x="13028" y="165706"/>
                </a:lnTo>
                <a:lnTo>
                  <a:pt x="13409" y="166771"/>
                </a:lnTo>
                <a:lnTo>
                  <a:pt x="13409" y="168103"/>
                </a:lnTo>
                <a:lnTo>
                  <a:pt x="13409" y="169168"/>
                </a:lnTo>
                <a:lnTo>
                  <a:pt x="13409" y="170233"/>
                </a:lnTo>
                <a:lnTo>
                  <a:pt x="13409" y="171298"/>
                </a:lnTo>
                <a:lnTo>
                  <a:pt x="13789" y="172363"/>
                </a:lnTo>
                <a:lnTo>
                  <a:pt x="13789" y="173428"/>
                </a:lnTo>
              </a:path>
            </a:pathLst>
          </a:custGeom>
          <a:ln w="1948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632253" y="1780564"/>
            <a:ext cx="13424" cy="267864"/>
          </a:xfrm>
          <a:custGeom>
            <a:avLst/>
            <a:gdLst/>
            <a:ahLst/>
            <a:cxnLst/>
            <a:rect l="l" t="t" r="r" b="b"/>
            <a:pathLst>
              <a:path w="13424" h="267864">
                <a:moveTo>
                  <a:pt x="0" y="0"/>
                </a:moveTo>
                <a:lnTo>
                  <a:pt x="0" y="1331"/>
                </a:lnTo>
                <a:lnTo>
                  <a:pt x="0" y="2396"/>
                </a:lnTo>
                <a:lnTo>
                  <a:pt x="0" y="3638"/>
                </a:lnTo>
                <a:lnTo>
                  <a:pt x="396" y="4704"/>
                </a:lnTo>
                <a:lnTo>
                  <a:pt x="396" y="6035"/>
                </a:lnTo>
                <a:lnTo>
                  <a:pt x="396" y="7100"/>
                </a:lnTo>
                <a:lnTo>
                  <a:pt x="396" y="8165"/>
                </a:lnTo>
                <a:lnTo>
                  <a:pt x="396" y="9408"/>
                </a:lnTo>
                <a:lnTo>
                  <a:pt x="777" y="10561"/>
                </a:lnTo>
                <a:lnTo>
                  <a:pt x="777" y="11626"/>
                </a:lnTo>
                <a:lnTo>
                  <a:pt x="777" y="12869"/>
                </a:lnTo>
                <a:lnTo>
                  <a:pt x="777" y="13934"/>
                </a:lnTo>
                <a:lnTo>
                  <a:pt x="777" y="14999"/>
                </a:lnTo>
                <a:lnTo>
                  <a:pt x="777" y="16331"/>
                </a:lnTo>
                <a:lnTo>
                  <a:pt x="777" y="17396"/>
                </a:lnTo>
                <a:lnTo>
                  <a:pt x="777" y="18461"/>
                </a:lnTo>
                <a:lnTo>
                  <a:pt x="777" y="19703"/>
                </a:lnTo>
                <a:lnTo>
                  <a:pt x="1158" y="20768"/>
                </a:lnTo>
                <a:lnTo>
                  <a:pt x="1158" y="22100"/>
                </a:lnTo>
                <a:lnTo>
                  <a:pt x="1158" y="23165"/>
                </a:lnTo>
                <a:lnTo>
                  <a:pt x="1158" y="24496"/>
                </a:lnTo>
                <a:lnTo>
                  <a:pt x="1158" y="25561"/>
                </a:lnTo>
                <a:lnTo>
                  <a:pt x="1539" y="26804"/>
                </a:lnTo>
                <a:lnTo>
                  <a:pt x="1539" y="27869"/>
                </a:lnTo>
                <a:lnTo>
                  <a:pt x="1539" y="29200"/>
                </a:lnTo>
                <a:lnTo>
                  <a:pt x="1539" y="30265"/>
                </a:lnTo>
                <a:lnTo>
                  <a:pt x="1539" y="31508"/>
                </a:lnTo>
                <a:lnTo>
                  <a:pt x="1920" y="32573"/>
                </a:lnTo>
                <a:lnTo>
                  <a:pt x="1920" y="33904"/>
                </a:lnTo>
                <a:lnTo>
                  <a:pt x="1920" y="35147"/>
                </a:lnTo>
                <a:lnTo>
                  <a:pt x="1920" y="36212"/>
                </a:lnTo>
                <a:lnTo>
                  <a:pt x="2300" y="37543"/>
                </a:lnTo>
                <a:lnTo>
                  <a:pt x="2300" y="38608"/>
                </a:lnTo>
                <a:lnTo>
                  <a:pt x="2300" y="39851"/>
                </a:lnTo>
                <a:lnTo>
                  <a:pt x="2300" y="41182"/>
                </a:lnTo>
                <a:lnTo>
                  <a:pt x="2300" y="42247"/>
                </a:lnTo>
                <a:lnTo>
                  <a:pt x="2681" y="43579"/>
                </a:lnTo>
                <a:lnTo>
                  <a:pt x="2681" y="44821"/>
                </a:lnTo>
                <a:lnTo>
                  <a:pt x="2681" y="46152"/>
                </a:lnTo>
                <a:lnTo>
                  <a:pt x="2681" y="47217"/>
                </a:lnTo>
                <a:lnTo>
                  <a:pt x="2681" y="48460"/>
                </a:lnTo>
                <a:lnTo>
                  <a:pt x="3078" y="49525"/>
                </a:lnTo>
                <a:lnTo>
                  <a:pt x="3078" y="50856"/>
                </a:lnTo>
                <a:lnTo>
                  <a:pt x="3078" y="51922"/>
                </a:lnTo>
                <a:lnTo>
                  <a:pt x="3078" y="53164"/>
                </a:lnTo>
                <a:lnTo>
                  <a:pt x="3078" y="54495"/>
                </a:lnTo>
                <a:lnTo>
                  <a:pt x="3078" y="55738"/>
                </a:lnTo>
                <a:lnTo>
                  <a:pt x="3078" y="56803"/>
                </a:lnTo>
                <a:lnTo>
                  <a:pt x="3078" y="58134"/>
                </a:lnTo>
                <a:lnTo>
                  <a:pt x="3078" y="59377"/>
                </a:lnTo>
                <a:lnTo>
                  <a:pt x="3459" y="60708"/>
                </a:lnTo>
                <a:lnTo>
                  <a:pt x="3459" y="61951"/>
                </a:lnTo>
                <a:lnTo>
                  <a:pt x="3459" y="63282"/>
                </a:lnTo>
                <a:lnTo>
                  <a:pt x="3459" y="64525"/>
                </a:lnTo>
                <a:lnTo>
                  <a:pt x="3459" y="65856"/>
                </a:lnTo>
                <a:lnTo>
                  <a:pt x="3840" y="66921"/>
                </a:lnTo>
                <a:lnTo>
                  <a:pt x="3840" y="68164"/>
                </a:lnTo>
                <a:lnTo>
                  <a:pt x="3840" y="69495"/>
                </a:lnTo>
                <a:lnTo>
                  <a:pt x="3840" y="70738"/>
                </a:lnTo>
                <a:lnTo>
                  <a:pt x="3840" y="72069"/>
                </a:lnTo>
                <a:lnTo>
                  <a:pt x="4221" y="73312"/>
                </a:lnTo>
                <a:lnTo>
                  <a:pt x="4221" y="74377"/>
                </a:lnTo>
                <a:lnTo>
                  <a:pt x="4221" y="75708"/>
                </a:lnTo>
                <a:lnTo>
                  <a:pt x="4221" y="76951"/>
                </a:lnTo>
                <a:lnTo>
                  <a:pt x="4221" y="78282"/>
                </a:lnTo>
                <a:lnTo>
                  <a:pt x="4601" y="79525"/>
                </a:lnTo>
                <a:lnTo>
                  <a:pt x="4601" y="80856"/>
                </a:lnTo>
                <a:lnTo>
                  <a:pt x="4601" y="82098"/>
                </a:lnTo>
                <a:lnTo>
                  <a:pt x="4601" y="83607"/>
                </a:lnTo>
                <a:lnTo>
                  <a:pt x="4982" y="84939"/>
                </a:lnTo>
                <a:lnTo>
                  <a:pt x="4982" y="86181"/>
                </a:lnTo>
                <a:lnTo>
                  <a:pt x="4982" y="87513"/>
                </a:lnTo>
                <a:lnTo>
                  <a:pt x="4982" y="88578"/>
                </a:lnTo>
                <a:lnTo>
                  <a:pt x="4982" y="89820"/>
                </a:lnTo>
                <a:lnTo>
                  <a:pt x="4982" y="91152"/>
                </a:lnTo>
                <a:lnTo>
                  <a:pt x="4982" y="92394"/>
                </a:lnTo>
                <a:lnTo>
                  <a:pt x="4982" y="93903"/>
                </a:lnTo>
                <a:lnTo>
                  <a:pt x="4982" y="95234"/>
                </a:lnTo>
                <a:lnTo>
                  <a:pt x="4982" y="96477"/>
                </a:lnTo>
                <a:lnTo>
                  <a:pt x="5363" y="97808"/>
                </a:lnTo>
                <a:lnTo>
                  <a:pt x="5363" y="99051"/>
                </a:lnTo>
                <a:lnTo>
                  <a:pt x="5363" y="100382"/>
                </a:lnTo>
                <a:lnTo>
                  <a:pt x="5363" y="101625"/>
                </a:lnTo>
                <a:lnTo>
                  <a:pt x="5363" y="102956"/>
                </a:lnTo>
                <a:lnTo>
                  <a:pt x="5760" y="104199"/>
                </a:lnTo>
                <a:lnTo>
                  <a:pt x="5760" y="105707"/>
                </a:lnTo>
                <a:lnTo>
                  <a:pt x="5760" y="107039"/>
                </a:lnTo>
                <a:lnTo>
                  <a:pt x="5760" y="108281"/>
                </a:lnTo>
                <a:lnTo>
                  <a:pt x="6141" y="109790"/>
                </a:lnTo>
                <a:lnTo>
                  <a:pt x="6141" y="111122"/>
                </a:lnTo>
                <a:lnTo>
                  <a:pt x="6141" y="112187"/>
                </a:lnTo>
                <a:lnTo>
                  <a:pt x="6141" y="113695"/>
                </a:lnTo>
                <a:lnTo>
                  <a:pt x="6141" y="114938"/>
                </a:lnTo>
                <a:lnTo>
                  <a:pt x="6522" y="116269"/>
                </a:lnTo>
                <a:lnTo>
                  <a:pt x="6522" y="117689"/>
                </a:lnTo>
                <a:lnTo>
                  <a:pt x="6522" y="119021"/>
                </a:lnTo>
                <a:lnTo>
                  <a:pt x="6522" y="120263"/>
                </a:lnTo>
                <a:lnTo>
                  <a:pt x="6522" y="121595"/>
                </a:lnTo>
                <a:lnTo>
                  <a:pt x="6902" y="122837"/>
                </a:lnTo>
                <a:lnTo>
                  <a:pt x="6902" y="124346"/>
                </a:lnTo>
                <a:lnTo>
                  <a:pt x="6902" y="125677"/>
                </a:lnTo>
                <a:lnTo>
                  <a:pt x="6902" y="127186"/>
                </a:lnTo>
                <a:lnTo>
                  <a:pt x="6902" y="128429"/>
                </a:lnTo>
                <a:lnTo>
                  <a:pt x="7283" y="129938"/>
                </a:lnTo>
                <a:lnTo>
                  <a:pt x="7283" y="131003"/>
                </a:lnTo>
                <a:lnTo>
                  <a:pt x="7283" y="132512"/>
                </a:lnTo>
                <a:lnTo>
                  <a:pt x="7283" y="133843"/>
                </a:lnTo>
                <a:lnTo>
                  <a:pt x="7283" y="135352"/>
                </a:lnTo>
                <a:lnTo>
                  <a:pt x="7283" y="136594"/>
                </a:lnTo>
                <a:lnTo>
                  <a:pt x="7283" y="138103"/>
                </a:lnTo>
                <a:lnTo>
                  <a:pt x="7283" y="139346"/>
                </a:lnTo>
                <a:lnTo>
                  <a:pt x="7283" y="140677"/>
                </a:lnTo>
                <a:lnTo>
                  <a:pt x="7664" y="142186"/>
                </a:lnTo>
                <a:lnTo>
                  <a:pt x="7664" y="143429"/>
                </a:lnTo>
                <a:lnTo>
                  <a:pt x="7664" y="144937"/>
                </a:lnTo>
                <a:lnTo>
                  <a:pt x="7664" y="146269"/>
                </a:lnTo>
                <a:lnTo>
                  <a:pt x="7664" y="147778"/>
                </a:lnTo>
                <a:lnTo>
                  <a:pt x="8045" y="149020"/>
                </a:lnTo>
                <a:lnTo>
                  <a:pt x="8045" y="150352"/>
                </a:lnTo>
                <a:lnTo>
                  <a:pt x="8045" y="151860"/>
                </a:lnTo>
                <a:lnTo>
                  <a:pt x="8045" y="153280"/>
                </a:lnTo>
                <a:lnTo>
                  <a:pt x="8045" y="154612"/>
                </a:lnTo>
                <a:lnTo>
                  <a:pt x="8442" y="155854"/>
                </a:lnTo>
                <a:lnTo>
                  <a:pt x="8442" y="157363"/>
                </a:lnTo>
                <a:lnTo>
                  <a:pt x="8442" y="158695"/>
                </a:lnTo>
                <a:lnTo>
                  <a:pt x="8442" y="160203"/>
                </a:lnTo>
                <a:lnTo>
                  <a:pt x="8822" y="161712"/>
                </a:lnTo>
                <a:lnTo>
                  <a:pt x="8822" y="162955"/>
                </a:lnTo>
                <a:lnTo>
                  <a:pt x="8822" y="164286"/>
                </a:lnTo>
                <a:lnTo>
                  <a:pt x="8822" y="165795"/>
                </a:lnTo>
                <a:lnTo>
                  <a:pt x="8822" y="167304"/>
                </a:lnTo>
                <a:lnTo>
                  <a:pt x="9203" y="168724"/>
                </a:lnTo>
                <a:lnTo>
                  <a:pt x="9203" y="170055"/>
                </a:lnTo>
                <a:lnTo>
                  <a:pt x="9203" y="171298"/>
                </a:lnTo>
                <a:lnTo>
                  <a:pt x="9203" y="172807"/>
                </a:lnTo>
                <a:lnTo>
                  <a:pt x="9203" y="174316"/>
                </a:lnTo>
                <a:lnTo>
                  <a:pt x="9203" y="175824"/>
                </a:lnTo>
                <a:lnTo>
                  <a:pt x="9203" y="177156"/>
                </a:lnTo>
                <a:lnTo>
                  <a:pt x="9203" y="178665"/>
                </a:lnTo>
                <a:lnTo>
                  <a:pt x="9203" y="180085"/>
                </a:lnTo>
                <a:lnTo>
                  <a:pt x="9203" y="181594"/>
                </a:lnTo>
                <a:lnTo>
                  <a:pt x="9584" y="182925"/>
                </a:lnTo>
                <a:lnTo>
                  <a:pt x="9584" y="184167"/>
                </a:lnTo>
                <a:lnTo>
                  <a:pt x="9584" y="185676"/>
                </a:lnTo>
                <a:lnTo>
                  <a:pt x="9584" y="187185"/>
                </a:lnTo>
                <a:lnTo>
                  <a:pt x="9965" y="188694"/>
                </a:lnTo>
                <a:lnTo>
                  <a:pt x="9965" y="190203"/>
                </a:lnTo>
                <a:lnTo>
                  <a:pt x="9965" y="191534"/>
                </a:lnTo>
                <a:lnTo>
                  <a:pt x="9965" y="192954"/>
                </a:lnTo>
                <a:lnTo>
                  <a:pt x="9965" y="194463"/>
                </a:lnTo>
                <a:lnTo>
                  <a:pt x="10346" y="195972"/>
                </a:lnTo>
                <a:lnTo>
                  <a:pt x="10346" y="197303"/>
                </a:lnTo>
                <a:lnTo>
                  <a:pt x="10346" y="198812"/>
                </a:lnTo>
                <a:lnTo>
                  <a:pt x="10346" y="200321"/>
                </a:lnTo>
                <a:lnTo>
                  <a:pt x="10346" y="201741"/>
                </a:lnTo>
                <a:lnTo>
                  <a:pt x="10743" y="203072"/>
                </a:lnTo>
                <a:lnTo>
                  <a:pt x="10743" y="204581"/>
                </a:lnTo>
                <a:lnTo>
                  <a:pt x="10743" y="206090"/>
                </a:lnTo>
                <a:lnTo>
                  <a:pt x="10743" y="207776"/>
                </a:lnTo>
                <a:lnTo>
                  <a:pt x="10743" y="209108"/>
                </a:lnTo>
                <a:lnTo>
                  <a:pt x="11123" y="210617"/>
                </a:lnTo>
                <a:lnTo>
                  <a:pt x="11123" y="212037"/>
                </a:lnTo>
                <a:lnTo>
                  <a:pt x="11123" y="213546"/>
                </a:lnTo>
                <a:lnTo>
                  <a:pt x="11123" y="214877"/>
                </a:lnTo>
                <a:lnTo>
                  <a:pt x="11504" y="216386"/>
                </a:lnTo>
                <a:lnTo>
                  <a:pt x="11504" y="217895"/>
                </a:lnTo>
                <a:lnTo>
                  <a:pt x="11504" y="219581"/>
                </a:lnTo>
                <a:lnTo>
                  <a:pt x="11504" y="220823"/>
                </a:lnTo>
                <a:lnTo>
                  <a:pt x="11504" y="222332"/>
                </a:lnTo>
                <a:lnTo>
                  <a:pt x="11504" y="223841"/>
                </a:lnTo>
                <a:lnTo>
                  <a:pt x="11504" y="225350"/>
                </a:lnTo>
                <a:lnTo>
                  <a:pt x="11504" y="226859"/>
                </a:lnTo>
                <a:lnTo>
                  <a:pt x="11504" y="228368"/>
                </a:lnTo>
                <a:lnTo>
                  <a:pt x="11504" y="229877"/>
                </a:lnTo>
                <a:lnTo>
                  <a:pt x="11885" y="231385"/>
                </a:lnTo>
                <a:lnTo>
                  <a:pt x="11885" y="232894"/>
                </a:lnTo>
                <a:lnTo>
                  <a:pt x="11885" y="234403"/>
                </a:lnTo>
                <a:lnTo>
                  <a:pt x="11885" y="235912"/>
                </a:lnTo>
                <a:lnTo>
                  <a:pt x="11885" y="237421"/>
                </a:lnTo>
                <a:lnTo>
                  <a:pt x="12266" y="238841"/>
                </a:lnTo>
                <a:lnTo>
                  <a:pt x="12266" y="240350"/>
                </a:lnTo>
                <a:lnTo>
                  <a:pt x="12266" y="241859"/>
                </a:lnTo>
                <a:lnTo>
                  <a:pt x="12266" y="243367"/>
                </a:lnTo>
                <a:lnTo>
                  <a:pt x="12647" y="244876"/>
                </a:lnTo>
                <a:lnTo>
                  <a:pt x="12647" y="246385"/>
                </a:lnTo>
                <a:lnTo>
                  <a:pt x="12647" y="248071"/>
                </a:lnTo>
                <a:lnTo>
                  <a:pt x="12647" y="249403"/>
                </a:lnTo>
                <a:lnTo>
                  <a:pt x="12647" y="251089"/>
                </a:lnTo>
                <a:lnTo>
                  <a:pt x="13028" y="252598"/>
                </a:lnTo>
                <a:lnTo>
                  <a:pt x="13028" y="253929"/>
                </a:lnTo>
                <a:lnTo>
                  <a:pt x="13028" y="255616"/>
                </a:lnTo>
                <a:lnTo>
                  <a:pt x="13028" y="257125"/>
                </a:lnTo>
                <a:lnTo>
                  <a:pt x="13028" y="258633"/>
                </a:lnTo>
                <a:lnTo>
                  <a:pt x="13424" y="260142"/>
                </a:lnTo>
                <a:lnTo>
                  <a:pt x="13424" y="261651"/>
                </a:lnTo>
                <a:lnTo>
                  <a:pt x="13424" y="263337"/>
                </a:lnTo>
                <a:lnTo>
                  <a:pt x="13424" y="264580"/>
                </a:lnTo>
                <a:lnTo>
                  <a:pt x="13424" y="266355"/>
                </a:lnTo>
                <a:lnTo>
                  <a:pt x="13424" y="267864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645678" y="2048428"/>
            <a:ext cx="13789" cy="336206"/>
          </a:xfrm>
          <a:custGeom>
            <a:avLst/>
            <a:gdLst/>
            <a:ahLst/>
            <a:cxnLst/>
            <a:rect l="l" t="t" r="r" b="b"/>
            <a:pathLst>
              <a:path w="13789" h="336206">
                <a:moveTo>
                  <a:pt x="0" y="0"/>
                </a:moveTo>
                <a:lnTo>
                  <a:pt x="0" y="1420"/>
                </a:lnTo>
                <a:lnTo>
                  <a:pt x="0" y="2928"/>
                </a:lnTo>
                <a:lnTo>
                  <a:pt x="0" y="4704"/>
                </a:lnTo>
                <a:lnTo>
                  <a:pt x="380" y="6212"/>
                </a:lnTo>
                <a:lnTo>
                  <a:pt x="380" y="7721"/>
                </a:lnTo>
                <a:lnTo>
                  <a:pt x="380" y="9408"/>
                </a:lnTo>
                <a:lnTo>
                  <a:pt x="380" y="10916"/>
                </a:lnTo>
                <a:lnTo>
                  <a:pt x="380" y="12425"/>
                </a:lnTo>
                <a:lnTo>
                  <a:pt x="761" y="13934"/>
                </a:lnTo>
                <a:lnTo>
                  <a:pt x="761" y="15620"/>
                </a:lnTo>
                <a:lnTo>
                  <a:pt x="761" y="16863"/>
                </a:lnTo>
                <a:lnTo>
                  <a:pt x="761" y="18638"/>
                </a:lnTo>
                <a:lnTo>
                  <a:pt x="761" y="20325"/>
                </a:lnTo>
                <a:lnTo>
                  <a:pt x="1142" y="21656"/>
                </a:lnTo>
                <a:lnTo>
                  <a:pt x="1142" y="23342"/>
                </a:lnTo>
                <a:lnTo>
                  <a:pt x="1142" y="25029"/>
                </a:lnTo>
                <a:lnTo>
                  <a:pt x="1142" y="26360"/>
                </a:lnTo>
                <a:lnTo>
                  <a:pt x="1142" y="28046"/>
                </a:lnTo>
                <a:lnTo>
                  <a:pt x="1523" y="29555"/>
                </a:lnTo>
                <a:lnTo>
                  <a:pt x="1523" y="31064"/>
                </a:lnTo>
                <a:lnTo>
                  <a:pt x="1523" y="32750"/>
                </a:lnTo>
                <a:lnTo>
                  <a:pt x="1523" y="34525"/>
                </a:lnTo>
                <a:lnTo>
                  <a:pt x="1904" y="35768"/>
                </a:lnTo>
                <a:lnTo>
                  <a:pt x="1904" y="37454"/>
                </a:lnTo>
                <a:lnTo>
                  <a:pt x="1904" y="39229"/>
                </a:lnTo>
                <a:lnTo>
                  <a:pt x="1904" y="40472"/>
                </a:lnTo>
                <a:lnTo>
                  <a:pt x="1904" y="42247"/>
                </a:lnTo>
                <a:lnTo>
                  <a:pt x="1904" y="43934"/>
                </a:lnTo>
                <a:lnTo>
                  <a:pt x="1904" y="45442"/>
                </a:lnTo>
                <a:lnTo>
                  <a:pt x="1904" y="46951"/>
                </a:lnTo>
                <a:lnTo>
                  <a:pt x="1904" y="48638"/>
                </a:lnTo>
                <a:lnTo>
                  <a:pt x="1904" y="50146"/>
                </a:lnTo>
                <a:lnTo>
                  <a:pt x="2285" y="51833"/>
                </a:lnTo>
                <a:lnTo>
                  <a:pt x="2285" y="53342"/>
                </a:lnTo>
                <a:lnTo>
                  <a:pt x="2285" y="54850"/>
                </a:lnTo>
                <a:lnTo>
                  <a:pt x="2285" y="56537"/>
                </a:lnTo>
                <a:lnTo>
                  <a:pt x="2285" y="58046"/>
                </a:lnTo>
                <a:lnTo>
                  <a:pt x="2681" y="59821"/>
                </a:lnTo>
                <a:lnTo>
                  <a:pt x="2681" y="61507"/>
                </a:lnTo>
                <a:lnTo>
                  <a:pt x="2681" y="63016"/>
                </a:lnTo>
                <a:lnTo>
                  <a:pt x="2681" y="64525"/>
                </a:lnTo>
                <a:lnTo>
                  <a:pt x="3062" y="66211"/>
                </a:lnTo>
                <a:lnTo>
                  <a:pt x="3062" y="67720"/>
                </a:lnTo>
                <a:lnTo>
                  <a:pt x="3062" y="69406"/>
                </a:lnTo>
                <a:lnTo>
                  <a:pt x="3062" y="71182"/>
                </a:lnTo>
                <a:lnTo>
                  <a:pt x="3062" y="72690"/>
                </a:lnTo>
                <a:lnTo>
                  <a:pt x="3443" y="74377"/>
                </a:lnTo>
                <a:lnTo>
                  <a:pt x="3443" y="75886"/>
                </a:lnTo>
                <a:lnTo>
                  <a:pt x="3443" y="77572"/>
                </a:lnTo>
                <a:lnTo>
                  <a:pt x="3443" y="79258"/>
                </a:lnTo>
                <a:lnTo>
                  <a:pt x="3443" y="80767"/>
                </a:lnTo>
                <a:lnTo>
                  <a:pt x="3824" y="82542"/>
                </a:lnTo>
                <a:lnTo>
                  <a:pt x="3824" y="84051"/>
                </a:lnTo>
                <a:lnTo>
                  <a:pt x="3824" y="85737"/>
                </a:lnTo>
                <a:lnTo>
                  <a:pt x="3824" y="87424"/>
                </a:lnTo>
                <a:lnTo>
                  <a:pt x="3824" y="88933"/>
                </a:lnTo>
                <a:lnTo>
                  <a:pt x="4205" y="90619"/>
                </a:lnTo>
                <a:lnTo>
                  <a:pt x="4205" y="92394"/>
                </a:lnTo>
                <a:lnTo>
                  <a:pt x="4205" y="93903"/>
                </a:lnTo>
                <a:lnTo>
                  <a:pt x="4205" y="95589"/>
                </a:lnTo>
                <a:lnTo>
                  <a:pt x="4205" y="97098"/>
                </a:lnTo>
                <a:lnTo>
                  <a:pt x="4205" y="98785"/>
                </a:lnTo>
                <a:lnTo>
                  <a:pt x="4205" y="100560"/>
                </a:lnTo>
                <a:lnTo>
                  <a:pt x="4205" y="102068"/>
                </a:lnTo>
                <a:lnTo>
                  <a:pt x="4205" y="103755"/>
                </a:lnTo>
                <a:lnTo>
                  <a:pt x="4586" y="105264"/>
                </a:lnTo>
                <a:lnTo>
                  <a:pt x="4586" y="106950"/>
                </a:lnTo>
                <a:lnTo>
                  <a:pt x="4586" y="108636"/>
                </a:lnTo>
                <a:lnTo>
                  <a:pt x="4586" y="110145"/>
                </a:lnTo>
                <a:lnTo>
                  <a:pt x="4586" y="111920"/>
                </a:lnTo>
                <a:lnTo>
                  <a:pt x="4966" y="113607"/>
                </a:lnTo>
                <a:lnTo>
                  <a:pt x="4966" y="115293"/>
                </a:lnTo>
                <a:lnTo>
                  <a:pt x="4966" y="117068"/>
                </a:lnTo>
                <a:lnTo>
                  <a:pt x="4966" y="118577"/>
                </a:lnTo>
                <a:lnTo>
                  <a:pt x="4966" y="120263"/>
                </a:lnTo>
                <a:lnTo>
                  <a:pt x="5363" y="121772"/>
                </a:lnTo>
                <a:lnTo>
                  <a:pt x="5363" y="123459"/>
                </a:lnTo>
                <a:lnTo>
                  <a:pt x="5363" y="125411"/>
                </a:lnTo>
                <a:lnTo>
                  <a:pt x="5363" y="126920"/>
                </a:lnTo>
                <a:lnTo>
                  <a:pt x="5744" y="128606"/>
                </a:lnTo>
                <a:lnTo>
                  <a:pt x="5744" y="130115"/>
                </a:lnTo>
                <a:lnTo>
                  <a:pt x="5744" y="131802"/>
                </a:lnTo>
                <a:lnTo>
                  <a:pt x="5744" y="133577"/>
                </a:lnTo>
                <a:lnTo>
                  <a:pt x="5744" y="135263"/>
                </a:lnTo>
                <a:lnTo>
                  <a:pt x="6125" y="136949"/>
                </a:lnTo>
                <a:lnTo>
                  <a:pt x="6125" y="138458"/>
                </a:lnTo>
                <a:lnTo>
                  <a:pt x="6125" y="140233"/>
                </a:lnTo>
                <a:lnTo>
                  <a:pt x="6125" y="141920"/>
                </a:lnTo>
                <a:lnTo>
                  <a:pt x="6125" y="143606"/>
                </a:lnTo>
                <a:lnTo>
                  <a:pt x="6125" y="145381"/>
                </a:lnTo>
                <a:lnTo>
                  <a:pt x="6125" y="147068"/>
                </a:lnTo>
                <a:lnTo>
                  <a:pt x="6125" y="148754"/>
                </a:lnTo>
                <a:lnTo>
                  <a:pt x="6125" y="150263"/>
                </a:lnTo>
                <a:lnTo>
                  <a:pt x="6125" y="151949"/>
                </a:lnTo>
                <a:lnTo>
                  <a:pt x="6506" y="153724"/>
                </a:lnTo>
                <a:lnTo>
                  <a:pt x="6506" y="155411"/>
                </a:lnTo>
                <a:lnTo>
                  <a:pt x="6506" y="157097"/>
                </a:lnTo>
                <a:lnTo>
                  <a:pt x="6506" y="158872"/>
                </a:lnTo>
                <a:lnTo>
                  <a:pt x="6506" y="160558"/>
                </a:lnTo>
                <a:lnTo>
                  <a:pt x="6886" y="162067"/>
                </a:lnTo>
                <a:lnTo>
                  <a:pt x="6886" y="164020"/>
                </a:lnTo>
                <a:lnTo>
                  <a:pt x="6886" y="165529"/>
                </a:lnTo>
                <a:lnTo>
                  <a:pt x="6886" y="167215"/>
                </a:lnTo>
                <a:lnTo>
                  <a:pt x="7267" y="169168"/>
                </a:lnTo>
                <a:lnTo>
                  <a:pt x="7267" y="170677"/>
                </a:lnTo>
                <a:lnTo>
                  <a:pt x="7267" y="172540"/>
                </a:lnTo>
                <a:lnTo>
                  <a:pt x="7267" y="174049"/>
                </a:lnTo>
                <a:lnTo>
                  <a:pt x="7267" y="175824"/>
                </a:lnTo>
                <a:lnTo>
                  <a:pt x="7648" y="177511"/>
                </a:lnTo>
                <a:lnTo>
                  <a:pt x="7648" y="179197"/>
                </a:lnTo>
                <a:lnTo>
                  <a:pt x="7648" y="180972"/>
                </a:lnTo>
                <a:lnTo>
                  <a:pt x="7648" y="182659"/>
                </a:lnTo>
                <a:lnTo>
                  <a:pt x="7648" y="184345"/>
                </a:lnTo>
                <a:lnTo>
                  <a:pt x="8045" y="186120"/>
                </a:lnTo>
                <a:lnTo>
                  <a:pt x="8045" y="187806"/>
                </a:lnTo>
                <a:lnTo>
                  <a:pt x="8045" y="189493"/>
                </a:lnTo>
                <a:lnTo>
                  <a:pt x="8045" y="191268"/>
                </a:lnTo>
                <a:lnTo>
                  <a:pt x="8045" y="192954"/>
                </a:lnTo>
                <a:lnTo>
                  <a:pt x="8426" y="194641"/>
                </a:lnTo>
                <a:lnTo>
                  <a:pt x="8426" y="196416"/>
                </a:lnTo>
                <a:lnTo>
                  <a:pt x="8426" y="198102"/>
                </a:lnTo>
                <a:lnTo>
                  <a:pt x="8426" y="199788"/>
                </a:lnTo>
                <a:lnTo>
                  <a:pt x="8426" y="201564"/>
                </a:lnTo>
                <a:lnTo>
                  <a:pt x="8426" y="203250"/>
                </a:lnTo>
                <a:lnTo>
                  <a:pt x="8426" y="204936"/>
                </a:lnTo>
                <a:lnTo>
                  <a:pt x="8426" y="206889"/>
                </a:lnTo>
                <a:lnTo>
                  <a:pt x="8426" y="208398"/>
                </a:lnTo>
                <a:lnTo>
                  <a:pt x="8807" y="210350"/>
                </a:lnTo>
                <a:lnTo>
                  <a:pt x="8807" y="212037"/>
                </a:lnTo>
                <a:lnTo>
                  <a:pt x="8807" y="213723"/>
                </a:lnTo>
                <a:lnTo>
                  <a:pt x="8807" y="215498"/>
                </a:lnTo>
                <a:lnTo>
                  <a:pt x="8807" y="217185"/>
                </a:lnTo>
                <a:lnTo>
                  <a:pt x="9187" y="218871"/>
                </a:lnTo>
                <a:lnTo>
                  <a:pt x="9187" y="220646"/>
                </a:lnTo>
                <a:lnTo>
                  <a:pt x="9187" y="222332"/>
                </a:lnTo>
                <a:lnTo>
                  <a:pt x="9187" y="224285"/>
                </a:lnTo>
                <a:lnTo>
                  <a:pt x="9187" y="225794"/>
                </a:lnTo>
                <a:lnTo>
                  <a:pt x="9568" y="227658"/>
                </a:lnTo>
                <a:lnTo>
                  <a:pt x="9568" y="229433"/>
                </a:lnTo>
                <a:lnTo>
                  <a:pt x="9568" y="231119"/>
                </a:lnTo>
                <a:lnTo>
                  <a:pt x="9568" y="232806"/>
                </a:lnTo>
                <a:lnTo>
                  <a:pt x="9949" y="234581"/>
                </a:lnTo>
                <a:lnTo>
                  <a:pt x="9949" y="236444"/>
                </a:lnTo>
                <a:lnTo>
                  <a:pt x="9949" y="238220"/>
                </a:lnTo>
                <a:lnTo>
                  <a:pt x="9949" y="239906"/>
                </a:lnTo>
                <a:lnTo>
                  <a:pt x="9949" y="241592"/>
                </a:lnTo>
                <a:lnTo>
                  <a:pt x="10346" y="243545"/>
                </a:lnTo>
                <a:lnTo>
                  <a:pt x="10346" y="245054"/>
                </a:lnTo>
                <a:lnTo>
                  <a:pt x="10346" y="247006"/>
                </a:lnTo>
                <a:lnTo>
                  <a:pt x="10346" y="248693"/>
                </a:lnTo>
                <a:lnTo>
                  <a:pt x="10346" y="250645"/>
                </a:lnTo>
                <a:lnTo>
                  <a:pt x="10346" y="252154"/>
                </a:lnTo>
                <a:lnTo>
                  <a:pt x="10346" y="254018"/>
                </a:lnTo>
                <a:lnTo>
                  <a:pt x="10346" y="255793"/>
                </a:lnTo>
                <a:lnTo>
                  <a:pt x="10346" y="257480"/>
                </a:lnTo>
                <a:lnTo>
                  <a:pt x="10346" y="259166"/>
                </a:lnTo>
                <a:lnTo>
                  <a:pt x="10727" y="261119"/>
                </a:lnTo>
                <a:lnTo>
                  <a:pt x="10727" y="262805"/>
                </a:lnTo>
                <a:lnTo>
                  <a:pt x="10727" y="264580"/>
                </a:lnTo>
                <a:lnTo>
                  <a:pt x="10727" y="266266"/>
                </a:lnTo>
                <a:lnTo>
                  <a:pt x="11108" y="268219"/>
                </a:lnTo>
                <a:lnTo>
                  <a:pt x="11108" y="269905"/>
                </a:lnTo>
                <a:lnTo>
                  <a:pt x="11108" y="271680"/>
                </a:lnTo>
                <a:lnTo>
                  <a:pt x="11108" y="273367"/>
                </a:lnTo>
                <a:lnTo>
                  <a:pt x="11108" y="275319"/>
                </a:lnTo>
                <a:lnTo>
                  <a:pt x="11488" y="277006"/>
                </a:lnTo>
                <a:lnTo>
                  <a:pt x="11488" y="278958"/>
                </a:lnTo>
                <a:lnTo>
                  <a:pt x="11488" y="280467"/>
                </a:lnTo>
                <a:lnTo>
                  <a:pt x="11488" y="282331"/>
                </a:lnTo>
                <a:lnTo>
                  <a:pt x="11488" y="284106"/>
                </a:lnTo>
                <a:lnTo>
                  <a:pt x="11869" y="285970"/>
                </a:lnTo>
                <a:lnTo>
                  <a:pt x="11869" y="287745"/>
                </a:lnTo>
                <a:lnTo>
                  <a:pt x="11869" y="289432"/>
                </a:lnTo>
                <a:lnTo>
                  <a:pt x="11869" y="291118"/>
                </a:lnTo>
                <a:lnTo>
                  <a:pt x="11869" y="293071"/>
                </a:lnTo>
                <a:lnTo>
                  <a:pt x="12250" y="294757"/>
                </a:lnTo>
                <a:lnTo>
                  <a:pt x="12250" y="296532"/>
                </a:lnTo>
                <a:lnTo>
                  <a:pt x="12250" y="298396"/>
                </a:lnTo>
                <a:lnTo>
                  <a:pt x="12250" y="300171"/>
                </a:lnTo>
                <a:lnTo>
                  <a:pt x="12631" y="301857"/>
                </a:lnTo>
                <a:lnTo>
                  <a:pt x="12631" y="303544"/>
                </a:lnTo>
                <a:lnTo>
                  <a:pt x="12631" y="305496"/>
                </a:lnTo>
                <a:lnTo>
                  <a:pt x="12631" y="307271"/>
                </a:lnTo>
                <a:lnTo>
                  <a:pt x="12631" y="309135"/>
                </a:lnTo>
                <a:lnTo>
                  <a:pt x="12631" y="310910"/>
                </a:lnTo>
                <a:lnTo>
                  <a:pt x="12631" y="312774"/>
                </a:lnTo>
                <a:lnTo>
                  <a:pt x="12631" y="314549"/>
                </a:lnTo>
                <a:lnTo>
                  <a:pt x="12631" y="316413"/>
                </a:lnTo>
                <a:lnTo>
                  <a:pt x="12631" y="318188"/>
                </a:lnTo>
                <a:lnTo>
                  <a:pt x="13028" y="320141"/>
                </a:lnTo>
                <a:lnTo>
                  <a:pt x="13028" y="321561"/>
                </a:lnTo>
                <a:lnTo>
                  <a:pt x="13028" y="323514"/>
                </a:lnTo>
                <a:lnTo>
                  <a:pt x="13028" y="325200"/>
                </a:lnTo>
                <a:lnTo>
                  <a:pt x="13028" y="327153"/>
                </a:lnTo>
                <a:lnTo>
                  <a:pt x="13409" y="328928"/>
                </a:lnTo>
                <a:lnTo>
                  <a:pt x="13409" y="330792"/>
                </a:lnTo>
                <a:lnTo>
                  <a:pt x="13409" y="332567"/>
                </a:lnTo>
                <a:lnTo>
                  <a:pt x="13409" y="334431"/>
                </a:lnTo>
                <a:lnTo>
                  <a:pt x="13789" y="336206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659468" y="2384634"/>
            <a:ext cx="13409" cy="373749"/>
          </a:xfrm>
          <a:custGeom>
            <a:avLst/>
            <a:gdLst/>
            <a:ahLst/>
            <a:cxnLst/>
            <a:rect l="l" t="t" r="r" b="b"/>
            <a:pathLst>
              <a:path w="13409" h="373749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0" y="5325"/>
                </a:lnTo>
                <a:lnTo>
                  <a:pt x="0" y="7277"/>
                </a:lnTo>
                <a:lnTo>
                  <a:pt x="380" y="8964"/>
                </a:lnTo>
                <a:lnTo>
                  <a:pt x="380" y="10916"/>
                </a:lnTo>
                <a:lnTo>
                  <a:pt x="380" y="12603"/>
                </a:lnTo>
                <a:lnTo>
                  <a:pt x="380" y="14555"/>
                </a:lnTo>
                <a:lnTo>
                  <a:pt x="380" y="16242"/>
                </a:lnTo>
                <a:lnTo>
                  <a:pt x="761" y="18194"/>
                </a:lnTo>
                <a:lnTo>
                  <a:pt x="761" y="19881"/>
                </a:lnTo>
                <a:lnTo>
                  <a:pt x="761" y="21833"/>
                </a:lnTo>
                <a:lnTo>
                  <a:pt x="761" y="23520"/>
                </a:lnTo>
                <a:lnTo>
                  <a:pt x="761" y="25295"/>
                </a:lnTo>
                <a:lnTo>
                  <a:pt x="761" y="27247"/>
                </a:lnTo>
                <a:lnTo>
                  <a:pt x="761" y="29111"/>
                </a:lnTo>
                <a:lnTo>
                  <a:pt x="761" y="31064"/>
                </a:lnTo>
                <a:lnTo>
                  <a:pt x="761" y="32750"/>
                </a:lnTo>
                <a:lnTo>
                  <a:pt x="1142" y="34703"/>
                </a:lnTo>
                <a:lnTo>
                  <a:pt x="1142" y="36389"/>
                </a:lnTo>
                <a:lnTo>
                  <a:pt x="1142" y="38342"/>
                </a:lnTo>
                <a:lnTo>
                  <a:pt x="1142" y="40028"/>
                </a:lnTo>
                <a:lnTo>
                  <a:pt x="1142" y="41803"/>
                </a:lnTo>
                <a:lnTo>
                  <a:pt x="1523" y="43756"/>
                </a:lnTo>
                <a:lnTo>
                  <a:pt x="1523" y="45442"/>
                </a:lnTo>
                <a:lnTo>
                  <a:pt x="1523" y="47395"/>
                </a:lnTo>
                <a:lnTo>
                  <a:pt x="1523" y="49259"/>
                </a:lnTo>
                <a:lnTo>
                  <a:pt x="1523" y="51211"/>
                </a:lnTo>
                <a:lnTo>
                  <a:pt x="1920" y="52898"/>
                </a:lnTo>
                <a:lnTo>
                  <a:pt x="1920" y="54850"/>
                </a:lnTo>
                <a:lnTo>
                  <a:pt x="1920" y="56537"/>
                </a:lnTo>
                <a:lnTo>
                  <a:pt x="1920" y="58489"/>
                </a:lnTo>
                <a:lnTo>
                  <a:pt x="1920" y="60265"/>
                </a:lnTo>
                <a:lnTo>
                  <a:pt x="2300" y="61951"/>
                </a:lnTo>
                <a:lnTo>
                  <a:pt x="2300" y="64081"/>
                </a:lnTo>
                <a:lnTo>
                  <a:pt x="2300" y="65767"/>
                </a:lnTo>
                <a:lnTo>
                  <a:pt x="2300" y="67720"/>
                </a:lnTo>
                <a:lnTo>
                  <a:pt x="2681" y="69406"/>
                </a:lnTo>
                <a:lnTo>
                  <a:pt x="2681" y="71359"/>
                </a:lnTo>
                <a:lnTo>
                  <a:pt x="2681" y="73134"/>
                </a:lnTo>
                <a:lnTo>
                  <a:pt x="2681" y="74998"/>
                </a:lnTo>
                <a:lnTo>
                  <a:pt x="2681" y="76951"/>
                </a:lnTo>
                <a:lnTo>
                  <a:pt x="3062" y="78637"/>
                </a:lnTo>
                <a:lnTo>
                  <a:pt x="3062" y="80590"/>
                </a:lnTo>
                <a:lnTo>
                  <a:pt x="3062" y="82276"/>
                </a:lnTo>
                <a:lnTo>
                  <a:pt x="3062" y="84495"/>
                </a:lnTo>
                <a:lnTo>
                  <a:pt x="3062" y="86181"/>
                </a:lnTo>
                <a:lnTo>
                  <a:pt x="3062" y="87868"/>
                </a:lnTo>
                <a:lnTo>
                  <a:pt x="3062" y="89820"/>
                </a:lnTo>
                <a:lnTo>
                  <a:pt x="3062" y="91507"/>
                </a:lnTo>
                <a:lnTo>
                  <a:pt x="3062" y="93637"/>
                </a:lnTo>
                <a:lnTo>
                  <a:pt x="3062" y="95412"/>
                </a:lnTo>
                <a:lnTo>
                  <a:pt x="3443" y="97364"/>
                </a:lnTo>
                <a:lnTo>
                  <a:pt x="3443" y="99051"/>
                </a:lnTo>
                <a:lnTo>
                  <a:pt x="3443" y="101003"/>
                </a:lnTo>
                <a:lnTo>
                  <a:pt x="3443" y="102867"/>
                </a:lnTo>
                <a:lnTo>
                  <a:pt x="3824" y="104642"/>
                </a:lnTo>
                <a:lnTo>
                  <a:pt x="3824" y="106506"/>
                </a:lnTo>
                <a:lnTo>
                  <a:pt x="3824" y="108281"/>
                </a:lnTo>
                <a:lnTo>
                  <a:pt x="3824" y="110411"/>
                </a:lnTo>
                <a:lnTo>
                  <a:pt x="3824" y="112098"/>
                </a:lnTo>
                <a:lnTo>
                  <a:pt x="4205" y="113873"/>
                </a:lnTo>
                <a:lnTo>
                  <a:pt x="4205" y="116003"/>
                </a:lnTo>
                <a:lnTo>
                  <a:pt x="4205" y="117689"/>
                </a:lnTo>
                <a:lnTo>
                  <a:pt x="4205" y="119642"/>
                </a:lnTo>
                <a:lnTo>
                  <a:pt x="4205" y="121328"/>
                </a:lnTo>
                <a:lnTo>
                  <a:pt x="4601" y="123281"/>
                </a:lnTo>
                <a:lnTo>
                  <a:pt x="4601" y="125234"/>
                </a:lnTo>
                <a:lnTo>
                  <a:pt x="4601" y="126920"/>
                </a:lnTo>
                <a:lnTo>
                  <a:pt x="4601" y="128873"/>
                </a:lnTo>
                <a:lnTo>
                  <a:pt x="4601" y="130737"/>
                </a:lnTo>
                <a:lnTo>
                  <a:pt x="4982" y="132689"/>
                </a:lnTo>
                <a:lnTo>
                  <a:pt x="4982" y="134376"/>
                </a:lnTo>
                <a:lnTo>
                  <a:pt x="4982" y="136328"/>
                </a:lnTo>
                <a:lnTo>
                  <a:pt x="4982" y="138281"/>
                </a:lnTo>
                <a:lnTo>
                  <a:pt x="4982" y="139967"/>
                </a:lnTo>
                <a:lnTo>
                  <a:pt x="4982" y="142097"/>
                </a:lnTo>
                <a:lnTo>
                  <a:pt x="4982" y="143872"/>
                </a:lnTo>
                <a:lnTo>
                  <a:pt x="4982" y="145825"/>
                </a:lnTo>
                <a:lnTo>
                  <a:pt x="4982" y="147689"/>
                </a:lnTo>
                <a:lnTo>
                  <a:pt x="5363" y="149464"/>
                </a:lnTo>
                <a:lnTo>
                  <a:pt x="5363" y="151328"/>
                </a:lnTo>
                <a:lnTo>
                  <a:pt x="5363" y="153280"/>
                </a:lnTo>
                <a:lnTo>
                  <a:pt x="5363" y="155233"/>
                </a:lnTo>
                <a:lnTo>
                  <a:pt x="5363" y="156919"/>
                </a:lnTo>
                <a:lnTo>
                  <a:pt x="5744" y="158872"/>
                </a:lnTo>
                <a:lnTo>
                  <a:pt x="5744" y="160825"/>
                </a:lnTo>
                <a:lnTo>
                  <a:pt x="5744" y="162511"/>
                </a:lnTo>
                <a:lnTo>
                  <a:pt x="5744" y="164641"/>
                </a:lnTo>
                <a:lnTo>
                  <a:pt x="5744" y="166328"/>
                </a:lnTo>
                <a:lnTo>
                  <a:pt x="6125" y="168280"/>
                </a:lnTo>
                <a:lnTo>
                  <a:pt x="6125" y="170233"/>
                </a:lnTo>
                <a:lnTo>
                  <a:pt x="6125" y="171919"/>
                </a:lnTo>
                <a:lnTo>
                  <a:pt x="6125" y="173872"/>
                </a:lnTo>
                <a:lnTo>
                  <a:pt x="6506" y="175824"/>
                </a:lnTo>
                <a:lnTo>
                  <a:pt x="6506" y="177688"/>
                </a:lnTo>
                <a:lnTo>
                  <a:pt x="6506" y="179641"/>
                </a:lnTo>
                <a:lnTo>
                  <a:pt x="6506" y="181416"/>
                </a:lnTo>
                <a:lnTo>
                  <a:pt x="6506" y="183280"/>
                </a:lnTo>
                <a:lnTo>
                  <a:pt x="6886" y="185232"/>
                </a:lnTo>
                <a:lnTo>
                  <a:pt x="6886" y="187185"/>
                </a:lnTo>
                <a:lnTo>
                  <a:pt x="6886" y="189138"/>
                </a:lnTo>
                <a:lnTo>
                  <a:pt x="6886" y="190824"/>
                </a:lnTo>
                <a:lnTo>
                  <a:pt x="6886" y="192777"/>
                </a:lnTo>
                <a:lnTo>
                  <a:pt x="6886" y="194641"/>
                </a:lnTo>
                <a:lnTo>
                  <a:pt x="6886" y="196593"/>
                </a:lnTo>
                <a:lnTo>
                  <a:pt x="6886" y="198546"/>
                </a:lnTo>
                <a:lnTo>
                  <a:pt x="6886" y="200232"/>
                </a:lnTo>
                <a:lnTo>
                  <a:pt x="6886" y="202185"/>
                </a:lnTo>
                <a:lnTo>
                  <a:pt x="7283" y="204137"/>
                </a:lnTo>
                <a:lnTo>
                  <a:pt x="7283" y="206001"/>
                </a:lnTo>
                <a:lnTo>
                  <a:pt x="7283" y="207954"/>
                </a:lnTo>
                <a:lnTo>
                  <a:pt x="7283" y="209640"/>
                </a:lnTo>
                <a:lnTo>
                  <a:pt x="7664" y="211593"/>
                </a:lnTo>
                <a:lnTo>
                  <a:pt x="7664" y="213546"/>
                </a:lnTo>
                <a:lnTo>
                  <a:pt x="7664" y="215498"/>
                </a:lnTo>
                <a:lnTo>
                  <a:pt x="7664" y="217362"/>
                </a:lnTo>
                <a:lnTo>
                  <a:pt x="7664" y="219137"/>
                </a:lnTo>
                <a:lnTo>
                  <a:pt x="8045" y="221267"/>
                </a:lnTo>
                <a:lnTo>
                  <a:pt x="8045" y="222954"/>
                </a:lnTo>
                <a:lnTo>
                  <a:pt x="8045" y="224906"/>
                </a:lnTo>
                <a:lnTo>
                  <a:pt x="8045" y="226859"/>
                </a:lnTo>
                <a:lnTo>
                  <a:pt x="8045" y="228545"/>
                </a:lnTo>
                <a:lnTo>
                  <a:pt x="8426" y="230675"/>
                </a:lnTo>
                <a:lnTo>
                  <a:pt x="8426" y="232450"/>
                </a:lnTo>
                <a:lnTo>
                  <a:pt x="8426" y="234314"/>
                </a:lnTo>
                <a:lnTo>
                  <a:pt x="8426" y="236267"/>
                </a:lnTo>
                <a:lnTo>
                  <a:pt x="8426" y="238220"/>
                </a:lnTo>
                <a:lnTo>
                  <a:pt x="8807" y="240083"/>
                </a:lnTo>
                <a:lnTo>
                  <a:pt x="8807" y="242036"/>
                </a:lnTo>
                <a:lnTo>
                  <a:pt x="8807" y="243811"/>
                </a:lnTo>
                <a:lnTo>
                  <a:pt x="8807" y="245941"/>
                </a:lnTo>
                <a:lnTo>
                  <a:pt x="9187" y="247628"/>
                </a:lnTo>
                <a:lnTo>
                  <a:pt x="9187" y="249758"/>
                </a:lnTo>
                <a:lnTo>
                  <a:pt x="9187" y="251533"/>
                </a:lnTo>
                <a:lnTo>
                  <a:pt x="9187" y="253219"/>
                </a:lnTo>
                <a:lnTo>
                  <a:pt x="9187" y="255349"/>
                </a:lnTo>
                <a:lnTo>
                  <a:pt x="9187" y="257036"/>
                </a:lnTo>
                <a:lnTo>
                  <a:pt x="9187" y="259255"/>
                </a:lnTo>
                <a:lnTo>
                  <a:pt x="9187" y="260941"/>
                </a:lnTo>
                <a:lnTo>
                  <a:pt x="9187" y="262894"/>
                </a:lnTo>
                <a:lnTo>
                  <a:pt x="9187" y="264758"/>
                </a:lnTo>
                <a:lnTo>
                  <a:pt x="9584" y="266710"/>
                </a:lnTo>
                <a:lnTo>
                  <a:pt x="9584" y="268663"/>
                </a:lnTo>
                <a:lnTo>
                  <a:pt x="9584" y="270615"/>
                </a:lnTo>
                <a:lnTo>
                  <a:pt x="9584" y="272302"/>
                </a:lnTo>
                <a:lnTo>
                  <a:pt x="9584" y="274432"/>
                </a:lnTo>
                <a:lnTo>
                  <a:pt x="9965" y="276118"/>
                </a:lnTo>
                <a:lnTo>
                  <a:pt x="9965" y="278071"/>
                </a:lnTo>
                <a:lnTo>
                  <a:pt x="9965" y="280024"/>
                </a:lnTo>
                <a:lnTo>
                  <a:pt x="9965" y="281976"/>
                </a:lnTo>
                <a:lnTo>
                  <a:pt x="10346" y="283840"/>
                </a:lnTo>
                <a:lnTo>
                  <a:pt x="10346" y="285793"/>
                </a:lnTo>
                <a:lnTo>
                  <a:pt x="10346" y="287479"/>
                </a:lnTo>
                <a:lnTo>
                  <a:pt x="10346" y="289698"/>
                </a:lnTo>
                <a:lnTo>
                  <a:pt x="10346" y="291384"/>
                </a:lnTo>
                <a:lnTo>
                  <a:pt x="10727" y="293337"/>
                </a:lnTo>
                <a:lnTo>
                  <a:pt x="10727" y="295201"/>
                </a:lnTo>
                <a:lnTo>
                  <a:pt x="10727" y="297153"/>
                </a:lnTo>
                <a:lnTo>
                  <a:pt x="10727" y="299106"/>
                </a:lnTo>
                <a:lnTo>
                  <a:pt x="10727" y="301059"/>
                </a:lnTo>
                <a:lnTo>
                  <a:pt x="11108" y="302745"/>
                </a:lnTo>
                <a:lnTo>
                  <a:pt x="11108" y="304875"/>
                </a:lnTo>
                <a:lnTo>
                  <a:pt x="11108" y="306828"/>
                </a:lnTo>
                <a:lnTo>
                  <a:pt x="11108" y="308780"/>
                </a:lnTo>
                <a:lnTo>
                  <a:pt x="11108" y="310644"/>
                </a:lnTo>
                <a:lnTo>
                  <a:pt x="11108" y="312419"/>
                </a:lnTo>
                <a:lnTo>
                  <a:pt x="11108" y="314549"/>
                </a:lnTo>
                <a:lnTo>
                  <a:pt x="11108" y="316236"/>
                </a:lnTo>
                <a:lnTo>
                  <a:pt x="11108" y="318188"/>
                </a:lnTo>
                <a:lnTo>
                  <a:pt x="11488" y="320141"/>
                </a:lnTo>
                <a:lnTo>
                  <a:pt x="11488" y="322005"/>
                </a:lnTo>
                <a:lnTo>
                  <a:pt x="11488" y="323958"/>
                </a:lnTo>
                <a:lnTo>
                  <a:pt x="11488" y="325910"/>
                </a:lnTo>
                <a:lnTo>
                  <a:pt x="11488" y="327597"/>
                </a:lnTo>
                <a:lnTo>
                  <a:pt x="11869" y="329727"/>
                </a:lnTo>
                <a:lnTo>
                  <a:pt x="11869" y="331502"/>
                </a:lnTo>
                <a:lnTo>
                  <a:pt x="11869" y="333632"/>
                </a:lnTo>
                <a:lnTo>
                  <a:pt x="11869" y="335585"/>
                </a:lnTo>
                <a:lnTo>
                  <a:pt x="11869" y="337271"/>
                </a:lnTo>
                <a:lnTo>
                  <a:pt x="12266" y="339401"/>
                </a:lnTo>
                <a:lnTo>
                  <a:pt x="12266" y="341087"/>
                </a:lnTo>
                <a:lnTo>
                  <a:pt x="12266" y="343040"/>
                </a:lnTo>
                <a:lnTo>
                  <a:pt x="12266" y="344993"/>
                </a:lnTo>
                <a:lnTo>
                  <a:pt x="12266" y="346945"/>
                </a:lnTo>
                <a:lnTo>
                  <a:pt x="12647" y="348809"/>
                </a:lnTo>
                <a:lnTo>
                  <a:pt x="12647" y="350762"/>
                </a:lnTo>
                <a:lnTo>
                  <a:pt x="12647" y="352448"/>
                </a:lnTo>
                <a:lnTo>
                  <a:pt x="12647" y="354667"/>
                </a:lnTo>
                <a:lnTo>
                  <a:pt x="13028" y="356531"/>
                </a:lnTo>
                <a:lnTo>
                  <a:pt x="13028" y="358306"/>
                </a:lnTo>
                <a:lnTo>
                  <a:pt x="13028" y="360436"/>
                </a:lnTo>
                <a:lnTo>
                  <a:pt x="13028" y="362122"/>
                </a:lnTo>
                <a:lnTo>
                  <a:pt x="13028" y="364253"/>
                </a:lnTo>
                <a:lnTo>
                  <a:pt x="13409" y="366028"/>
                </a:lnTo>
                <a:lnTo>
                  <a:pt x="13409" y="367892"/>
                </a:lnTo>
                <a:lnTo>
                  <a:pt x="13409" y="369844"/>
                </a:lnTo>
                <a:lnTo>
                  <a:pt x="13409" y="371797"/>
                </a:lnTo>
                <a:lnTo>
                  <a:pt x="13409" y="373749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672877" y="2758384"/>
            <a:ext cx="13409" cy="377122"/>
          </a:xfrm>
          <a:custGeom>
            <a:avLst/>
            <a:gdLst/>
            <a:ahLst/>
            <a:cxnLst/>
            <a:rect l="l" t="t" r="r" b="b"/>
            <a:pathLst>
              <a:path w="13409" h="377122">
                <a:moveTo>
                  <a:pt x="0" y="0"/>
                </a:moveTo>
                <a:lnTo>
                  <a:pt x="0" y="1863"/>
                </a:lnTo>
                <a:lnTo>
                  <a:pt x="0" y="3816"/>
                </a:lnTo>
                <a:lnTo>
                  <a:pt x="0" y="5769"/>
                </a:lnTo>
                <a:lnTo>
                  <a:pt x="0" y="7721"/>
                </a:lnTo>
                <a:lnTo>
                  <a:pt x="0" y="9408"/>
                </a:lnTo>
                <a:lnTo>
                  <a:pt x="380" y="11538"/>
                </a:lnTo>
                <a:lnTo>
                  <a:pt x="380" y="13224"/>
                </a:lnTo>
                <a:lnTo>
                  <a:pt x="380" y="15177"/>
                </a:lnTo>
                <a:lnTo>
                  <a:pt x="380" y="17307"/>
                </a:lnTo>
                <a:lnTo>
                  <a:pt x="761" y="19082"/>
                </a:lnTo>
                <a:lnTo>
                  <a:pt x="761" y="21212"/>
                </a:lnTo>
                <a:lnTo>
                  <a:pt x="761" y="22898"/>
                </a:lnTo>
                <a:lnTo>
                  <a:pt x="761" y="24851"/>
                </a:lnTo>
                <a:lnTo>
                  <a:pt x="761" y="26804"/>
                </a:lnTo>
                <a:lnTo>
                  <a:pt x="1142" y="28668"/>
                </a:lnTo>
                <a:lnTo>
                  <a:pt x="1142" y="30620"/>
                </a:lnTo>
                <a:lnTo>
                  <a:pt x="1142" y="32573"/>
                </a:lnTo>
                <a:lnTo>
                  <a:pt x="1142" y="34525"/>
                </a:lnTo>
                <a:lnTo>
                  <a:pt x="1142" y="36389"/>
                </a:lnTo>
                <a:lnTo>
                  <a:pt x="1539" y="38342"/>
                </a:lnTo>
                <a:lnTo>
                  <a:pt x="1539" y="40028"/>
                </a:lnTo>
                <a:lnTo>
                  <a:pt x="1539" y="42247"/>
                </a:lnTo>
                <a:lnTo>
                  <a:pt x="1539" y="43934"/>
                </a:lnTo>
                <a:lnTo>
                  <a:pt x="1539" y="46064"/>
                </a:lnTo>
                <a:lnTo>
                  <a:pt x="1920" y="48016"/>
                </a:lnTo>
                <a:lnTo>
                  <a:pt x="1920" y="49703"/>
                </a:lnTo>
                <a:lnTo>
                  <a:pt x="1920" y="51833"/>
                </a:lnTo>
                <a:lnTo>
                  <a:pt x="1920" y="53608"/>
                </a:lnTo>
                <a:lnTo>
                  <a:pt x="1920" y="55472"/>
                </a:lnTo>
                <a:lnTo>
                  <a:pt x="1920" y="57424"/>
                </a:lnTo>
                <a:lnTo>
                  <a:pt x="1920" y="59377"/>
                </a:lnTo>
                <a:lnTo>
                  <a:pt x="1920" y="61330"/>
                </a:lnTo>
                <a:lnTo>
                  <a:pt x="1920" y="63194"/>
                </a:lnTo>
                <a:lnTo>
                  <a:pt x="2300" y="65146"/>
                </a:lnTo>
                <a:lnTo>
                  <a:pt x="2300" y="67099"/>
                </a:lnTo>
                <a:lnTo>
                  <a:pt x="2300" y="69051"/>
                </a:lnTo>
                <a:lnTo>
                  <a:pt x="2300" y="70738"/>
                </a:lnTo>
                <a:lnTo>
                  <a:pt x="2300" y="72868"/>
                </a:lnTo>
                <a:lnTo>
                  <a:pt x="2681" y="74554"/>
                </a:lnTo>
                <a:lnTo>
                  <a:pt x="2681" y="76684"/>
                </a:lnTo>
                <a:lnTo>
                  <a:pt x="2681" y="78637"/>
                </a:lnTo>
                <a:lnTo>
                  <a:pt x="2681" y="80412"/>
                </a:lnTo>
                <a:lnTo>
                  <a:pt x="2681" y="82542"/>
                </a:lnTo>
                <a:lnTo>
                  <a:pt x="3062" y="84229"/>
                </a:lnTo>
                <a:lnTo>
                  <a:pt x="3062" y="86181"/>
                </a:lnTo>
                <a:lnTo>
                  <a:pt x="3062" y="88134"/>
                </a:lnTo>
                <a:lnTo>
                  <a:pt x="3062" y="89998"/>
                </a:lnTo>
                <a:lnTo>
                  <a:pt x="3443" y="91950"/>
                </a:lnTo>
                <a:lnTo>
                  <a:pt x="3443" y="93903"/>
                </a:lnTo>
                <a:lnTo>
                  <a:pt x="3443" y="95767"/>
                </a:lnTo>
                <a:lnTo>
                  <a:pt x="3443" y="97719"/>
                </a:lnTo>
                <a:lnTo>
                  <a:pt x="3443" y="99672"/>
                </a:lnTo>
                <a:lnTo>
                  <a:pt x="3824" y="101358"/>
                </a:lnTo>
                <a:lnTo>
                  <a:pt x="3824" y="103489"/>
                </a:lnTo>
                <a:lnTo>
                  <a:pt x="3824" y="105264"/>
                </a:lnTo>
                <a:lnTo>
                  <a:pt x="3824" y="107394"/>
                </a:lnTo>
                <a:lnTo>
                  <a:pt x="3824" y="109080"/>
                </a:lnTo>
                <a:lnTo>
                  <a:pt x="4221" y="111033"/>
                </a:lnTo>
                <a:lnTo>
                  <a:pt x="4221" y="113163"/>
                </a:lnTo>
                <a:lnTo>
                  <a:pt x="4221" y="114938"/>
                </a:lnTo>
                <a:lnTo>
                  <a:pt x="4221" y="116802"/>
                </a:lnTo>
                <a:lnTo>
                  <a:pt x="4221" y="118755"/>
                </a:lnTo>
                <a:lnTo>
                  <a:pt x="4221" y="120707"/>
                </a:lnTo>
                <a:lnTo>
                  <a:pt x="4221" y="122571"/>
                </a:lnTo>
                <a:lnTo>
                  <a:pt x="4221" y="124524"/>
                </a:lnTo>
                <a:lnTo>
                  <a:pt x="4221" y="126299"/>
                </a:lnTo>
                <a:lnTo>
                  <a:pt x="4601" y="128429"/>
                </a:lnTo>
                <a:lnTo>
                  <a:pt x="4601" y="130115"/>
                </a:lnTo>
                <a:lnTo>
                  <a:pt x="4601" y="132245"/>
                </a:lnTo>
                <a:lnTo>
                  <a:pt x="4601" y="134020"/>
                </a:lnTo>
                <a:lnTo>
                  <a:pt x="4601" y="135884"/>
                </a:lnTo>
                <a:lnTo>
                  <a:pt x="4982" y="138014"/>
                </a:lnTo>
                <a:lnTo>
                  <a:pt x="4982" y="139790"/>
                </a:lnTo>
                <a:lnTo>
                  <a:pt x="4982" y="141653"/>
                </a:lnTo>
                <a:lnTo>
                  <a:pt x="4982" y="143606"/>
                </a:lnTo>
                <a:lnTo>
                  <a:pt x="4982" y="145559"/>
                </a:lnTo>
                <a:lnTo>
                  <a:pt x="5363" y="147511"/>
                </a:lnTo>
                <a:lnTo>
                  <a:pt x="5363" y="149375"/>
                </a:lnTo>
                <a:lnTo>
                  <a:pt x="5363" y="151150"/>
                </a:lnTo>
                <a:lnTo>
                  <a:pt x="5363" y="153280"/>
                </a:lnTo>
                <a:lnTo>
                  <a:pt x="5363" y="154967"/>
                </a:lnTo>
                <a:lnTo>
                  <a:pt x="5744" y="156919"/>
                </a:lnTo>
                <a:lnTo>
                  <a:pt x="5744" y="158872"/>
                </a:lnTo>
                <a:lnTo>
                  <a:pt x="5744" y="160825"/>
                </a:lnTo>
                <a:lnTo>
                  <a:pt x="5744" y="162689"/>
                </a:lnTo>
                <a:lnTo>
                  <a:pt x="6125" y="164641"/>
                </a:lnTo>
                <a:lnTo>
                  <a:pt x="6125" y="166328"/>
                </a:lnTo>
                <a:lnTo>
                  <a:pt x="6125" y="168458"/>
                </a:lnTo>
                <a:lnTo>
                  <a:pt x="6125" y="170233"/>
                </a:lnTo>
                <a:lnTo>
                  <a:pt x="6125" y="172363"/>
                </a:lnTo>
                <a:lnTo>
                  <a:pt x="6125" y="174049"/>
                </a:lnTo>
                <a:lnTo>
                  <a:pt x="6125" y="176002"/>
                </a:lnTo>
                <a:lnTo>
                  <a:pt x="6125" y="177955"/>
                </a:lnTo>
                <a:lnTo>
                  <a:pt x="6125" y="179907"/>
                </a:lnTo>
                <a:lnTo>
                  <a:pt x="6125" y="181771"/>
                </a:lnTo>
                <a:lnTo>
                  <a:pt x="6506" y="183724"/>
                </a:lnTo>
                <a:lnTo>
                  <a:pt x="6506" y="185410"/>
                </a:lnTo>
                <a:lnTo>
                  <a:pt x="6506" y="187540"/>
                </a:lnTo>
                <a:lnTo>
                  <a:pt x="6506" y="189315"/>
                </a:lnTo>
                <a:lnTo>
                  <a:pt x="6506" y="191268"/>
                </a:lnTo>
                <a:lnTo>
                  <a:pt x="6902" y="192954"/>
                </a:lnTo>
                <a:lnTo>
                  <a:pt x="6902" y="194907"/>
                </a:lnTo>
                <a:lnTo>
                  <a:pt x="6902" y="196771"/>
                </a:lnTo>
                <a:lnTo>
                  <a:pt x="6902" y="198723"/>
                </a:lnTo>
                <a:lnTo>
                  <a:pt x="7283" y="200676"/>
                </a:lnTo>
                <a:lnTo>
                  <a:pt x="7283" y="202629"/>
                </a:lnTo>
                <a:lnTo>
                  <a:pt x="7283" y="204315"/>
                </a:lnTo>
                <a:lnTo>
                  <a:pt x="7283" y="206445"/>
                </a:lnTo>
                <a:lnTo>
                  <a:pt x="7283" y="208131"/>
                </a:lnTo>
                <a:lnTo>
                  <a:pt x="7664" y="210084"/>
                </a:lnTo>
                <a:lnTo>
                  <a:pt x="7664" y="212037"/>
                </a:lnTo>
                <a:lnTo>
                  <a:pt x="7664" y="213989"/>
                </a:lnTo>
                <a:lnTo>
                  <a:pt x="7664" y="215853"/>
                </a:lnTo>
                <a:lnTo>
                  <a:pt x="7664" y="217628"/>
                </a:lnTo>
                <a:lnTo>
                  <a:pt x="8045" y="219492"/>
                </a:lnTo>
                <a:lnTo>
                  <a:pt x="8045" y="221445"/>
                </a:lnTo>
                <a:lnTo>
                  <a:pt x="8045" y="223397"/>
                </a:lnTo>
                <a:lnTo>
                  <a:pt x="8045" y="225350"/>
                </a:lnTo>
                <a:lnTo>
                  <a:pt x="8045" y="227214"/>
                </a:lnTo>
                <a:lnTo>
                  <a:pt x="8426" y="228989"/>
                </a:lnTo>
                <a:lnTo>
                  <a:pt x="8426" y="231119"/>
                </a:lnTo>
                <a:lnTo>
                  <a:pt x="8426" y="232806"/>
                </a:lnTo>
                <a:lnTo>
                  <a:pt x="8426" y="234758"/>
                </a:lnTo>
                <a:lnTo>
                  <a:pt x="8426" y="236711"/>
                </a:lnTo>
                <a:lnTo>
                  <a:pt x="8426" y="238397"/>
                </a:lnTo>
                <a:lnTo>
                  <a:pt x="8426" y="240527"/>
                </a:lnTo>
                <a:lnTo>
                  <a:pt x="8426" y="242302"/>
                </a:lnTo>
                <a:lnTo>
                  <a:pt x="8426" y="244432"/>
                </a:lnTo>
                <a:lnTo>
                  <a:pt x="8807" y="246119"/>
                </a:lnTo>
                <a:lnTo>
                  <a:pt x="8807" y="247805"/>
                </a:lnTo>
                <a:lnTo>
                  <a:pt x="8807" y="250024"/>
                </a:lnTo>
                <a:lnTo>
                  <a:pt x="8807" y="251710"/>
                </a:lnTo>
                <a:lnTo>
                  <a:pt x="8807" y="253841"/>
                </a:lnTo>
                <a:lnTo>
                  <a:pt x="9203" y="255527"/>
                </a:lnTo>
                <a:lnTo>
                  <a:pt x="9203" y="257480"/>
                </a:lnTo>
                <a:lnTo>
                  <a:pt x="9203" y="259432"/>
                </a:lnTo>
                <a:lnTo>
                  <a:pt x="9203" y="261119"/>
                </a:lnTo>
                <a:lnTo>
                  <a:pt x="9203" y="263249"/>
                </a:lnTo>
                <a:lnTo>
                  <a:pt x="9584" y="265024"/>
                </a:lnTo>
                <a:lnTo>
                  <a:pt x="9584" y="266888"/>
                </a:lnTo>
                <a:lnTo>
                  <a:pt x="9584" y="268840"/>
                </a:lnTo>
                <a:lnTo>
                  <a:pt x="9584" y="270527"/>
                </a:lnTo>
                <a:lnTo>
                  <a:pt x="9584" y="272746"/>
                </a:lnTo>
                <a:lnTo>
                  <a:pt x="9965" y="274432"/>
                </a:lnTo>
                <a:lnTo>
                  <a:pt x="9965" y="276118"/>
                </a:lnTo>
                <a:lnTo>
                  <a:pt x="9965" y="278248"/>
                </a:lnTo>
                <a:lnTo>
                  <a:pt x="9965" y="280024"/>
                </a:lnTo>
                <a:lnTo>
                  <a:pt x="10346" y="282154"/>
                </a:lnTo>
                <a:lnTo>
                  <a:pt x="10346" y="283840"/>
                </a:lnTo>
                <a:lnTo>
                  <a:pt x="10346" y="285793"/>
                </a:lnTo>
                <a:lnTo>
                  <a:pt x="10346" y="287745"/>
                </a:lnTo>
                <a:lnTo>
                  <a:pt x="10346" y="289432"/>
                </a:lnTo>
                <a:lnTo>
                  <a:pt x="10346" y="291384"/>
                </a:lnTo>
                <a:lnTo>
                  <a:pt x="10346" y="293337"/>
                </a:lnTo>
                <a:lnTo>
                  <a:pt x="10346" y="295201"/>
                </a:lnTo>
                <a:lnTo>
                  <a:pt x="10346" y="296976"/>
                </a:lnTo>
                <a:lnTo>
                  <a:pt x="10346" y="298840"/>
                </a:lnTo>
                <a:lnTo>
                  <a:pt x="10727" y="300792"/>
                </a:lnTo>
                <a:lnTo>
                  <a:pt x="10727" y="302479"/>
                </a:lnTo>
                <a:lnTo>
                  <a:pt x="10727" y="304698"/>
                </a:lnTo>
                <a:lnTo>
                  <a:pt x="10727" y="306384"/>
                </a:lnTo>
                <a:lnTo>
                  <a:pt x="10727" y="308070"/>
                </a:lnTo>
                <a:lnTo>
                  <a:pt x="11108" y="310200"/>
                </a:lnTo>
                <a:lnTo>
                  <a:pt x="11108" y="311976"/>
                </a:lnTo>
                <a:lnTo>
                  <a:pt x="11108" y="313839"/>
                </a:lnTo>
                <a:lnTo>
                  <a:pt x="11108" y="315792"/>
                </a:lnTo>
                <a:lnTo>
                  <a:pt x="11488" y="317567"/>
                </a:lnTo>
                <a:lnTo>
                  <a:pt x="11488" y="319431"/>
                </a:lnTo>
                <a:lnTo>
                  <a:pt x="11488" y="321384"/>
                </a:lnTo>
                <a:lnTo>
                  <a:pt x="11488" y="323336"/>
                </a:lnTo>
                <a:lnTo>
                  <a:pt x="11488" y="325023"/>
                </a:lnTo>
                <a:lnTo>
                  <a:pt x="11885" y="326975"/>
                </a:lnTo>
                <a:lnTo>
                  <a:pt x="11885" y="328928"/>
                </a:lnTo>
                <a:lnTo>
                  <a:pt x="11885" y="330614"/>
                </a:lnTo>
                <a:lnTo>
                  <a:pt x="11885" y="332567"/>
                </a:lnTo>
                <a:lnTo>
                  <a:pt x="11885" y="334431"/>
                </a:lnTo>
                <a:lnTo>
                  <a:pt x="12266" y="336383"/>
                </a:lnTo>
                <a:lnTo>
                  <a:pt x="12266" y="338070"/>
                </a:lnTo>
                <a:lnTo>
                  <a:pt x="12266" y="340022"/>
                </a:lnTo>
                <a:lnTo>
                  <a:pt x="12266" y="341975"/>
                </a:lnTo>
                <a:lnTo>
                  <a:pt x="12266" y="343661"/>
                </a:lnTo>
                <a:lnTo>
                  <a:pt x="12647" y="345614"/>
                </a:lnTo>
                <a:lnTo>
                  <a:pt x="12647" y="347300"/>
                </a:lnTo>
                <a:lnTo>
                  <a:pt x="12647" y="349430"/>
                </a:lnTo>
                <a:lnTo>
                  <a:pt x="12647" y="351206"/>
                </a:lnTo>
                <a:lnTo>
                  <a:pt x="12647" y="352892"/>
                </a:lnTo>
                <a:lnTo>
                  <a:pt x="12647" y="354844"/>
                </a:lnTo>
                <a:lnTo>
                  <a:pt x="12647" y="356797"/>
                </a:lnTo>
                <a:lnTo>
                  <a:pt x="12647" y="358661"/>
                </a:lnTo>
                <a:lnTo>
                  <a:pt x="12647" y="360436"/>
                </a:lnTo>
                <a:lnTo>
                  <a:pt x="13028" y="362300"/>
                </a:lnTo>
                <a:lnTo>
                  <a:pt x="13028" y="364253"/>
                </a:lnTo>
                <a:lnTo>
                  <a:pt x="13028" y="366028"/>
                </a:lnTo>
                <a:lnTo>
                  <a:pt x="13028" y="367892"/>
                </a:lnTo>
                <a:lnTo>
                  <a:pt x="13028" y="369667"/>
                </a:lnTo>
                <a:lnTo>
                  <a:pt x="13409" y="371531"/>
                </a:lnTo>
                <a:lnTo>
                  <a:pt x="13409" y="373483"/>
                </a:lnTo>
                <a:lnTo>
                  <a:pt x="13409" y="375436"/>
                </a:lnTo>
                <a:lnTo>
                  <a:pt x="13409" y="377122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686286" y="3135507"/>
            <a:ext cx="13789" cy="347389"/>
          </a:xfrm>
          <a:custGeom>
            <a:avLst/>
            <a:gdLst/>
            <a:ahLst/>
            <a:cxnLst/>
            <a:rect l="l" t="t" r="r" b="b"/>
            <a:pathLst>
              <a:path w="13789" h="347389">
                <a:moveTo>
                  <a:pt x="0" y="0"/>
                </a:moveTo>
                <a:lnTo>
                  <a:pt x="0" y="1952"/>
                </a:lnTo>
                <a:lnTo>
                  <a:pt x="380" y="3638"/>
                </a:lnTo>
                <a:lnTo>
                  <a:pt x="380" y="5414"/>
                </a:lnTo>
                <a:lnTo>
                  <a:pt x="380" y="7544"/>
                </a:lnTo>
                <a:lnTo>
                  <a:pt x="380" y="9230"/>
                </a:lnTo>
                <a:lnTo>
                  <a:pt x="761" y="11183"/>
                </a:lnTo>
                <a:lnTo>
                  <a:pt x="761" y="12869"/>
                </a:lnTo>
                <a:lnTo>
                  <a:pt x="761" y="14822"/>
                </a:lnTo>
                <a:lnTo>
                  <a:pt x="761" y="16508"/>
                </a:lnTo>
                <a:lnTo>
                  <a:pt x="761" y="18461"/>
                </a:lnTo>
                <a:lnTo>
                  <a:pt x="1158" y="20413"/>
                </a:lnTo>
                <a:lnTo>
                  <a:pt x="1158" y="22100"/>
                </a:lnTo>
                <a:lnTo>
                  <a:pt x="1158" y="24052"/>
                </a:lnTo>
                <a:lnTo>
                  <a:pt x="1158" y="25739"/>
                </a:lnTo>
                <a:lnTo>
                  <a:pt x="1158" y="27691"/>
                </a:lnTo>
                <a:lnTo>
                  <a:pt x="1158" y="29378"/>
                </a:lnTo>
                <a:lnTo>
                  <a:pt x="1158" y="31330"/>
                </a:lnTo>
                <a:lnTo>
                  <a:pt x="1158" y="33283"/>
                </a:lnTo>
                <a:lnTo>
                  <a:pt x="1158" y="34969"/>
                </a:lnTo>
                <a:lnTo>
                  <a:pt x="1158" y="36922"/>
                </a:lnTo>
                <a:lnTo>
                  <a:pt x="1539" y="38608"/>
                </a:lnTo>
                <a:lnTo>
                  <a:pt x="1539" y="40561"/>
                </a:lnTo>
                <a:lnTo>
                  <a:pt x="1539" y="42247"/>
                </a:lnTo>
                <a:lnTo>
                  <a:pt x="1539" y="44200"/>
                </a:lnTo>
                <a:lnTo>
                  <a:pt x="1920" y="45886"/>
                </a:lnTo>
                <a:lnTo>
                  <a:pt x="1920" y="47839"/>
                </a:lnTo>
                <a:lnTo>
                  <a:pt x="1920" y="49525"/>
                </a:lnTo>
                <a:lnTo>
                  <a:pt x="1920" y="51478"/>
                </a:lnTo>
                <a:lnTo>
                  <a:pt x="1920" y="53164"/>
                </a:lnTo>
                <a:lnTo>
                  <a:pt x="2300" y="54939"/>
                </a:lnTo>
                <a:lnTo>
                  <a:pt x="2300" y="57069"/>
                </a:lnTo>
                <a:lnTo>
                  <a:pt x="2300" y="58756"/>
                </a:lnTo>
                <a:lnTo>
                  <a:pt x="2300" y="60708"/>
                </a:lnTo>
                <a:lnTo>
                  <a:pt x="2300" y="62395"/>
                </a:lnTo>
                <a:lnTo>
                  <a:pt x="2681" y="64347"/>
                </a:lnTo>
                <a:lnTo>
                  <a:pt x="2681" y="66034"/>
                </a:lnTo>
                <a:lnTo>
                  <a:pt x="2681" y="67986"/>
                </a:lnTo>
                <a:lnTo>
                  <a:pt x="2681" y="69673"/>
                </a:lnTo>
                <a:lnTo>
                  <a:pt x="2681" y="71448"/>
                </a:lnTo>
                <a:lnTo>
                  <a:pt x="3062" y="73312"/>
                </a:lnTo>
                <a:lnTo>
                  <a:pt x="3062" y="75087"/>
                </a:lnTo>
                <a:lnTo>
                  <a:pt x="3062" y="76951"/>
                </a:lnTo>
                <a:lnTo>
                  <a:pt x="3062" y="78726"/>
                </a:lnTo>
                <a:lnTo>
                  <a:pt x="3062" y="80678"/>
                </a:lnTo>
                <a:lnTo>
                  <a:pt x="3062" y="82365"/>
                </a:lnTo>
                <a:lnTo>
                  <a:pt x="3062" y="84317"/>
                </a:lnTo>
                <a:lnTo>
                  <a:pt x="3062" y="86004"/>
                </a:lnTo>
                <a:lnTo>
                  <a:pt x="3062" y="87956"/>
                </a:lnTo>
                <a:lnTo>
                  <a:pt x="3443" y="89465"/>
                </a:lnTo>
                <a:lnTo>
                  <a:pt x="3443" y="91329"/>
                </a:lnTo>
                <a:lnTo>
                  <a:pt x="3443" y="93104"/>
                </a:lnTo>
                <a:lnTo>
                  <a:pt x="3443" y="94968"/>
                </a:lnTo>
                <a:lnTo>
                  <a:pt x="3443" y="96743"/>
                </a:lnTo>
                <a:lnTo>
                  <a:pt x="3840" y="98607"/>
                </a:lnTo>
                <a:lnTo>
                  <a:pt x="3840" y="100382"/>
                </a:lnTo>
                <a:lnTo>
                  <a:pt x="3840" y="102335"/>
                </a:lnTo>
                <a:lnTo>
                  <a:pt x="3840" y="104021"/>
                </a:lnTo>
                <a:lnTo>
                  <a:pt x="3840" y="105707"/>
                </a:lnTo>
                <a:lnTo>
                  <a:pt x="4221" y="107660"/>
                </a:lnTo>
                <a:lnTo>
                  <a:pt x="4221" y="109346"/>
                </a:lnTo>
                <a:lnTo>
                  <a:pt x="4221" y="111299"/>
                </a:lnTo>
                <a:lnTo>
                  <a:pt x="4221" y="112808"/>
                </a:lnTo>
                <a:lnTo>
                  <a:pt x="4601" y="114761"/>
                </a:lnTo>
                <a:lnTo>
                  <a:pt x="4601" y="116447"/>
                </a:lnTo>
                <a:lnTo>
                  <a:pt x="4601" y="118400"/>
                </a:lnTo>
                <a:lnTo>
                  <a:pt x="4601" y="120086"/>
                </a:lnTo>
                <a:lnTo>
                  <a:pt x="4601" y="122038"/>
                </a:lnTo>
                <a:lnTo>
                  <a:pt x="4982" y="123725"/>
                </a:lnTo>
                <a:lnTo>
                  <a:pt x="4982" y="125411"/>
                </a:lnTo>
                <a:lnTo>
                  <a:pt x="4982" y="127186"/>
                </a:lnTo>
                <a:lnTo>
                  <a:pt x="4982" y="129139"/>
                </a:lnTo>
                <a:lnTo>
                  <a:pt x="4982" y="130825"/>
                </a:lnTo>
                <a:lnTo>
                  <a:pt x="5363" y="132778"/>
                </a:lnTo>
                <a:lnTo>
                  <a:pt x="5363" y="134464"/>
                </a:lnTo>
                <a:lnTo>
                  <a:pt x="5363" y="136151"/>
                </a:lnTo>
                <a:lnTo>
                  <a:pt x="5363" y="137926"/>
                </a:lnTo>
                <a:lnTo>
                  <a:pt x="5363" y="139790"/>
                </a:lnTo>
                <a:lnTo>
                  <a:pt x="5363" y="141565"/>
                </a:lnTo>
                <a:lnTo>
                  <a:pt x="5363" y="143429"/>
                </a:lnTo>
                <a:lnTo>
                  <a:pt x="5363" y="144937"/>
                </a:lnTo>
                <a:lnTo>
                  <a:pt x="5363" y="146890"/>
                </a:lnTo>
                <a:lnTo>
                  <a:pt x="5744" y="148576"/>
                </a:lnTo>
                <a:lnTo>
                  <a:pt x="5744" y="150529"/>
                </a:lnTo>
                <a:lnTo>
                  <a:pt x="5744" y="152038"/>
                </a:lnTo>
                <a:lnTo>
                  <a:pt x="5744" y="153991"/>
                </a:lnTo>
                <a:lnTo>
                  <a:pt x="5744" y="155677"/>
                </a:lnTo>
                <a:lnTo>
                  <a:pt x="6125" y="157629"/>
                </a:lnTo>
                <a:lnTo>
                  <a:pt x="6125" y="159138"/>
                </a:lnTo>
                <a:lnTo>
                  <a:pt x="6125" y="161002"/>
                </a:lnTo>
                <a:lnTo>
                  <a:pt x="6125" y="162777"/>
                </a:lnTo>
                <a:lnTo>
                  <a:pt x="6125" y="164464"/>
                </a:lnTo>
                <a:lnTo>
                  <a:pt x="6522" y="166150"/>
                </a:lnTo>
                <a:lnTo>
                  <a:pt x="6522" y="168103"/>
                </a:lnTo>
                <a:lnTo>
                  <a:pt x="6522" y="169878"/>
                </a:lnTo>
                <a:lnTo>
                  <a:pt x="6522" y="171564"/>
                </a:lnTo>
                <a:lnTo>
                  <a:pt x="6522" y="173250"/>
                </a:lnTo>
                <a:lnTo>
                  <a:pt x="6902" y="175203"/>
                </a:lnTo>
                <a:lnTo>
                  <a:pt x="6902" y="176712"/>
                </a:lnTo>
                <a:lnTo>
                  <a:pt x="6902" y="178665"/>
                </a:lnTo>
                <a:lnTo>
                  <a:pt x="6902" y="180351"/>
                </a:lnTo>
                <a:lnTo>
                  <a:pt x="7283" y="182037"/>
                </a:lnTo>
                <a:lnTo>
                  <a:pt x="7283" y="183812"/>
                </a:lnTo>
                <a:lnTo>
                  <a:pt x="7283" y="185676"/>
                </a:lnTo>
                <a:lnTo>
                  <a:pt x="7283" y="187185"/>
                </a:lnTo>
                <a:lnTo>
                  <a:pt x="7283" y="189138"/>
                </a:lnTo>
                <a:lnTo>
                  <a:pt x="7283" y="190824"/>
                </a:lnTo>
                <a:lnTo>
                  <a:pt x="7283" y="192599"/>
                </a:lnTo>
                <a:lnTo>
                  <a:pt x="7283" y="194286"/>
                </a:lnTo>
                <a:lnTo>
                  <a:pt x="7283" y="195972"/>
                </a:lnTo>
                <a:lnTo>
                  <a:pt x="7283" y="197925"/>
                </a:lnTo>
                <a:lnTo>
                  <a:pt x="7664" y="199433"/>
                </a:lnTo>
                <a:lnTo>
                  <a:pt x="7664" y="201386"/>
                </a:lnTo>
                <a:lnTo>
                  <a:pt x="7664" y="203072"/>
                </a:lnTo>
                <a:lnTo>
                  <a:pt x="7664" y="204759"/>
                </a:lnTo>
                <a:lnTo>
                  <a:pt x="7664" y="206534"/>
                </a:lnTo>
                <a:lnTo>
                  <a:pt x="8045" y="208220"/>
                </a:lnTo>
                <a:lnTo>
                  <a:pt x="8045" y="209907"/>
                </a:lnTo>
                <a:lnTo>
                  <a:pt x="8045" y="211682"/>
                </a:lnTo>
                <a:lnTo>
                  <a:pt x="8045" y="213368"/>
                </a:lnTo>
                <a:lnTo>
                  <a:pt x="8426" y="215054"/>
                </a:lnTo>
                <a:lnTo>
                  <a:pt x="8426" y="216829"/>
                </a:lnTo>
                <a:lnTo>
                  <a:pt x="8426" y="218516"/>
                </a:lnTo>
                <a:lnTo>
                  <a:pt x="8426" y="220202"/>
                </a:lnTo>
                <a:lnTo>
                  <a:pt x="8426" y="221977"/>
                </a:lnTo>
                <a:lnTo>
                  <a:pt x="8822" y="223841"/>
                </a:lnTo>
                <a:lnTo>
                  <a:pt x="8822" y="225350"/>
                </a:lnTo>
                <a:lnTo>
                  <a:pt x="8822" y="227303"/>
                </a:lnTo>
                <a:lnTo>
                  <a:pt x="8822" y="228812"/>
                </a:lnTo>
                <a:lnTo>
                  <a:pt x="8822" y="230764"/>
                </a:lnTo>
                <a:lnTo>
                  <a:pt x="9203" y="232273"/>
                </a:lnTo>
                <a:lnTo>
                  <a:pt x="9203" y="234137"/>
                </a:lnTo>
                <a:lnTo>
                  <a:pt x="9203" y="235646"/>
                </a:lnTo>
                <a:lnTo>
                  <a:pt x="9203" y="237598"/>
                </a:lnTo>
                <a:lnTo>
                  <a:pt x="9203" y="239107"/>
                </a:lnTo>
                <a:lnTo>
                  <a:pt x="9584" y="240794"/>
                </a:lnTo>
                <a:lnTo>
                  <a:pt x="9584" y="242746"/>
                </a:lnTo>
                <a:lnTo>
                  <a:pt x="9584" y="244255"/>
                </a:lnTo>
                <a:lnTo>
                  <a:pt x="9584" y="246208"/>
                </a:lnTo>
                <a:lnTo>
                  <a:pt x="9584" y="247716"/>
                </a:lnTo>
                <a:lnTo>
                  <a:pt x="9584" y="249403"/>
                </a:lnTo>
                <a:lnTo>
                  <a:pt x="9584" y="251089"/>
                </a:lnTo>
                <a:lnTo>
                  <a:pt x="9584" y="252776"/>
                </a:lnTo>
                <a:lnTo>
                  <a:pt x="9584" y="254551"/>
                </a:lnTo>
                <a:lnTo>
                  <a:pt x="9965" y="256237"/>
                </a:lnTo>
                <a:lnTo>
                  <a:pt x="9965" y="257923"/>
                </a:lnTo>
                <a:lnTo>
                  <a:pt x="9965" y="259432"/>
                </a:lnTo>
                <a:lnTo>
                  <a:pt x="9965" y="261385"/>
                </a:lnTo>
                <a:lnTo>
                  <a:pt x="9965" y="262894"/>
                </a:lnTo>
                <a:lnTo>
                  <a:pt x="10346" y="264580"/>
                </a:lnTo>
                <a:lnTo>
                  <a:pt x="10346" y="266355"/>
                </a:lnTo>
                <a:lnTo>
                  <a:pt x="10346" y="268041"/>
                </a:lnTo>
                <a:lnTo>
                  <a:pt x="10346" y="269728"/>
                </a:lnTo>
                <a:lnTo>
                  <a:pt x="10346" y="271503"/>
                </a:lnTo>
                <a:lnTo>
                  <a:pt x="10727" y="273189"/>
                </a:lnTo>
                <a:lnTo>
                  <a:pt x="10727" y="274698"/>
                </a:lnTo>
                <a:lnTo>
                  <a:pt x="10727" y="276385"/>
                </a:lnTo>
                <a:lnTo>
                  <a:pt x="10727" y="278160"/>
                </a:lnTo>
                <a:lnTo>
                  <a:pt x="11108" y="279846"/>
                </a:lnTo>
                <a:lnTo>
                  <a:pt x="11108" y="281532"/>
                </a:lnTo>
                <a:lnTo>
                  <a:pt x="11108" y="283041"/>
                </a:lnTo>
                <a:lnTo>
                  <a:pt x="11108" y="284994"/>
                </a:lnTo>
                <a:lnTo>
                  <a:pt x="11108" y="286503"/>
                </a:lnTo>
                <a:lnTo>
                  <a:pt x="11504" y="288189"/>
                </a:lnTo>
                <a:lnTo>
                  <a:pt x="11504" y="289875"/>
                </a:lnTo>
                <a:lnTo>
                  <a:pt x="11504" y="291384"/>
                </a:lnTo>
                <a:lnTo>
                  <a:pt x="11504" y="293337"/>
                </a:lnTo>
                <a:lnTo>
                  <a:pt x="11504" y="294846"/>
                </a:lnTo>
                <a:lnTo>
                  <a:pt x="11504" y="296532"/>
                </a:lnTo>
                <a:lnTo>
                  <a:pt x="11504" y="298307"/>
                </a:lnTo>
                <a:lnTo>
                  <a:pt x="11504" y="299816"/>
                </a:lnTo>
                <a:lnTo>
                  <a:pt x="11504" y="301502"/>
                </a:lnTo>
                <a:lnTo>
                  <a:pt x="11504" y="303189"/>
                </a:lnTo>
                <a:lnTo>
                  <a:pt x="11885" y="304964"/>
                </a:lnTo>
                <a:lnTo>
                  <a:pt x="11885" y="306384"/>
                </a:lnTo>
                <a:lnTo>
                  <a:pt x="11885" y="308159"/>
                </a:lnTo>
                <a:lnTo>
                  <a:pt x="11885" y="309845"/>
                </a:lnTo>
                <a:lnTo>
                  <a:pt x="12266" y="311354"/>
                </a:lnTo>
                <a:lnTo>
                  <a:pt x="12266" y="313041"/>
                </a:lnTo>
                <a:lnTo>
                  <a:pt x="12266" y="314816"/>
                </a:lnTo>
                <a:lnTo>
                  <a:pt x="12266" y="316325"/>
                </a:lnTo>
                <a:lnTo>
                  <a:pt x="12266" y="318011"/>
                </a:lnTo>
                <a:lnTo>
                  <a:pt x="12647" y="319697"/>
                </a:lnTo>
                <a:lnTo>
                  <a:pt x="12647" y="321472"/>
                </a:lnTo>
                <a:lnTo>
                  <a:pt x="12647" y="322892"/>
                </a:lnTo>
                <a:lnTo>
                  <a:pt x="12647" y="324668"/>
                </a:lnTo>
                <a:lnTo>
                  <a:pt x="12647" y="326354"/>
                </a:lnTo>
                <a:lnTo>
                  <a:pt x="13028" y="327863"/>
                </a:lnTo>
                <a:lnTo>
                  <a:pt x="13028" y="329549"/>
                </a:lnTo>
                <a:lnTo>
                  <a:pt x="13028" y="331324"/>
                </a:lnTo>
                <a:lnTo>
                  <a:pt x="13028" y="332833"/>
                </a:lnTo>
                <a:lnTo>
                  <a:pt x="13028" y="334519"/>
                </a:lnTo>
                <a:lnTo>
                  <a:pt x="13409" y="336028"/>
                </a:lnTo>
                <a:lnTo>
                  <a:pt x="13409" y="337715"/>
                </a:lnTo>
                <a:lnTo>
                  <a:pt x="13409" y="339490"/>
                </a:lnTo>
                <a:lnTo>
                  <a:pt x="13409" y="340910"/>
                </a:lnTo>
                <a:lnTo>
                  <a:pt x="13789" y="342685"/>
                </a:lnTo>
                <a:lnTo>
                  <a:pt x="13789" y="344194"/>
                </a:lnTo>
                <a:lnTo>
                  <a:pt x="13789" y="345703"/>
                </a:lnTo>
                <a:lnTo>
                  <a:pt x="13789" y="347389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700076" y="3482897"/>
            <a:ext cx="13424" cy="287319"/>
          </a:xfrm>
          <a:custGeom>
            <a:avLst/>
            <a:gdLst/>
            <a:ahLst/>
            <a:cxnLst/>
            <a:rect l="l" t="t" r="r" b="b"/>
            <a:pathLst>
              <a:path w="13424" h="287319">
                <a:moveTo>
                  <a:pt x="0" y="0"/>
                </a:moveTo>
                <a:lnTo>
                  <a:pt x="0" y="1686"/>
                </a:lnTo>
                <a:lnTo>
                  <a:pt x="0" y="3195"/>
                </a:lnTo>
                <a:lnTo>
                  <a:pt x="0" y="4881"/>
                </a:lnTo>
                <a:lnTo>
                  <a:pt x="0" y="6390"/>
                </a:lnTo>
                <a:lnTo>
                  <a:pt x="0" y="8165"/>
                </a:lnTo>
                <a:lnTo>
                  <a:pt x="0" y="9851"/>
                </a:lnTo>
                <a:lnTo>
                  <a:pt x="396" y="11360"/>
                </a:lnTo>
                <a:lnTo>
                  <a:pt x="396" y="12869"/>
                </a:lnTo>
                <a:lnTo>
                  <a:pt x="396" y="14555"/>
                </a:lnTo>
                <a:lnTo>
                  <a:pt x="396" y="16064"/>
                </a:lnTo>
                <a:lnTo>
                  <a:pt x="396" y="17751"/>
                </a:lnTo>
                <a:lnTo>
                  <a:pt x="777" y="19259"/>
                </a:lnTo>
                <a:lnTo>
                  <a:pt x="777" y="20768"/>
                </a:lnTo>
                <a:lnTo>
                  <a:pt x="777" y="22543"/>
                </a:lnTo>
                <a:lnTo>
                  <a:pt x="777" y="23964"/>
                </a:lnTo>
                <a:lnTo>
                  <a:pt x="1158" y="25739"/>
                </a:lnTo>
                <a:lnTo>
                  <a:pt x="1158" y="27425"/>
                </a:lnTo>
                <a:lnTo>
                  <a:pt x="1158" y="28756"/>
                </a:lnTo>
                <a:lnTo>
                  <a:pt x="1158" y="30443"/>
                </a:lnTo>
                <a:lnTo>
                  <a:pt x="1158" y="32129"/>
                </a:lnTo>
                <a:lnTo>
                  <a:pt x="1539" y="33638"/>
                </a:lnTo>
                <a:lnTo>
                  <a:pt x="1539" y="35147"/>
                </a:lnTo>
                <a:lnTo>
                  <a:pt x="1539" y="36833"/>
                </a:lnTo>
                <a:lnTo>
                  <a:pt x="1539" y="38342"/>
                </a:lnTo>
                <a:lnTo>
                  <a:pt x="1539" y="39851"/>
                </a:lnTo>
                <a:lnTo>
                  <a:pt x="1920" y="41626"/>
                </a:lnTo>
                <a:lnTo>
                  <a:pt x="1920" y="43046"/>
                </a:lnTo>
                <a:lnTo>
                  <a:pt x="1920" y="44821"/>
                </a:lnTo>
                <a:lnTo>
                  <a:pt x="1920" y="46330"/>
                </a:lnTo>
                <a:lnTo>
                  <a:pt x="1920" y="47839"/>
                </a:lnTo>
                <a:lnTo>
                  <a:pt x="1920" y="49525"/>
                </a:lnTo>
                <a:lnTo>
                  <a:pt x="1920" y="51034"/>
                </a:lnTo>
                <a:lnTo>
                  <a:pt x="1920" y="52543"/>
                </a:lnTo>
                <a:lnTo>
                  <a:pt x="1920" y="54052"/>
                </a:lnTo>
                <a:lnTo>
                  <a:pt x="2300" y="55738"/>
                </a:lnTo>
                <a:lnTo>
                  <a:pt x="2300" y="57247"/>
                </a:lnTo>
                <a:lnTo>
                  <a:pt x="2300" y="58756"/>
                </a:lnTo>
                <a:lnTo>
                  <a:pt x="2300" y="60442"/>
                </a:lnTo>
                <a:lnTo>
                  <a:pt x="2300" y="61773"/>
                </a:lnTo>
                <a:lnTo>
                  <a:pt x="2681" y="63460"/>
                </a:lnTo>
                <a:lnTo>
                  <a:pt x="2681" y="64969"/>
                </a:lnTo>
                <a:lnTo>
                  <a:pt x="2681" y="66477"/>
                </a:lnTo>
                <a:lnTo>
                  <a:pt x="2681" y="68164"/>
                </a:lnTo>
                <a:lnTo>
                  <a:pt x="2681" y="69673"/>
                </a:lnTo>
                <a:lnTo>
                  <a:pt x="3078" y="71182"/>
                </a:lnTo>
                <a:lnTo>
                  <a:pt x="3078" y="72690"/>
                </a:lnTo>
                <a:lnTo>
                  <a:pt x="3078" y="74377"/>
                </a:lnTo>
                <a:lnTo>
                  <a:pt x="3078" y="75886"/>
                </a:lnTo>
                <a:lnTo>
                  <a:pt x="3078" y="77394"/>
                </a:lnTo>
                <a:lnTo>
                  <a:pt x="3459" y="78903"/>
                </a:lnTo>
                <a:lnTo>
                  <a:pt x="3459" y="80590"/>
                </a:lnTo>
                <a:lnTo>
                  <a:pt x="3459" y="81921"/>
                </a:lnTo>
                <a:lnTo>
                  <a:pt x="3459" y="83430"/>
                </a:lnTo>
                <a:lnTo>
                  <a:pt x="3840" y="85116"/>
                </a:lnTo>
                <a:lnTo>
                  <a:pt x="3840" y="86625"/>
                </a:lnTo>
                <a:lnTo>
                  <a:pt x="3840" y="88134"/>
                </a:lnTo>
                <a:lnTo>
                  <a:pt x="3840" y="89643"/>
                </a:lnTo>
                <a:lnTo>
                  <a:pt x="3840" y="91329"/>
                </a:lnTo>
                <a:lnTo>
                  <a:pt x="4221" y="92660"/>
                </a:lnTo>
                <a:lnTo>
                  <a:pt x="4221" y="94080"/>
                </a:lnTo>
                <a:lnTo>
                  <a:pt x="4221" y="95856"/>
                </a:lnTo>
                <a:lnTo>
                  <a:pt x="4221" y="97364"/>
                </a:lnTo>
                <a:lnTo>
                  <a:pt x="4221" y="98607"/>
                </a:lnTo>
                <a:lnTo>
                  <a:pt x="4221" y="100382"/>
                </a:lnTo>
                <a:lnTo>
                  <a:pt x="4221" y="101802"/>
                </a:lnTo>
                <a:lnTo>
                  <a:pt x="4221" y="103134"/>
                </a:lnTo>
                <a:lnTo>
                  <a:pt x="4221" y="104820"/>
                </a:lnTo>
                <a:lnTo>
                  <a:pt x="4221" y="106329"/>
                </a:lnTo>
                <a:lnTo>
                  <a:pt x="4601" y="107838"/>
                </a:lnTo>
                <a:lnTo>
                  <a:pt x="4601" y="109346"/>
                </a:lnTo>
                <a:lnTo>
                  <a:pt x="4601" y="110855"/>
                </a:lnTo>
                <a:lnTo>
                  <a:pt x="4601" y="112364"/>
                </a:lnTo>
                <a:lnTo>
                  <a:pt x="4982" y="113873"/>
                </a:lnTo>
                <a:lnTo>
                  <a:pt x="4982" y="115382"/>
                </a:lnTo>
                <a:lnTo>
                  <a:pt x="4982" y="116891"/>
                </a:lnTo>
                <a:lnTo>
                  <a:pt x="4982" y="118311"/>
                </a:lnTo>
                <a:lnTo>
                  <a:pt x="4982" y="119642"/>
                </a:lnTo>
                <a:lnTo>
                  <a:pt x="5363" y="121151"/>
                </a:lnTo>
                <a:lnTo>
                  <a:pt x="5363" y="122837"/>
                </a:lnTo>
                <a:lnTo>
                  <a:pt x="5363" y="124346"/>
                </a:lnTo>
                <a:lnTo>
                  <a:pt x="5363" y="125677"/>
                </a:lnTo>
                <a:lnTo>
                  <a:pt x="5363" y="127186"/>
                </a:lnTo>
                <a:lnTo>
                  <a:pt x="5760" y="128606"/>
                </a:lnTo>
                <a:lnTo>
                  <a:pt x="5760" y="130115"/>
                </a:lnTo>
                <a:lnTo>
                  <a:pt x="5760" y="131624"/>
                </a:lnTo>
                <a:lnTo>
                  <a:pt x="5760" y="133133"/>
                </a:lnTo>
                <a:lnTo>
                  <a:pt x="5760" y="134642"/>
                </a:lnTo>
                <a:lnTo>
                  <a:pt x="6141" y="136151"/>
                </a:lnTo>
                <a:lnTo>
                  <a:pt x="6141" y="137393"/>
                </a:lnTo>
                <a:lnTo>
                  <a:pt x="6141" y="138902"/>
                </a:lnTo>
                <a:lnTo>
                  <a:pt x="6141" y="140411"/>
                </a:lnTo>
                <a:lnTo>
                  <a:pt x="6141" y="141920"/>
                </a:lnTo>
                <a:lnTo>
                  <a:pt x="6141" y="143251"/>
                </a:lnTo>
                <a:lnTo>
                  <a:pt x="6141" y="144760"/>
                </a:lnTo>
                <a:lnTo>
                  <a:pt x="6141" y="146269"/>
                </a:lnTo>
                <a:lnTo>
                  <a:pt x="6141" y="147689"/>
                </a:lnTo>
                <a:lnTo>
                  <a:pt x="6522" y="149198"/>
                </a:lnTo>
                <a:lnTo>
                  <a:pt x="6522" y="150529"/>
                </a:lnTo>
                <a:lnTo>
                  <a:pt x="6522" y="152038"/>
                </a:lnTo>
                <a:lnTo>
                  <a:pt x="6522" y="153547"/>
                </a:lnTo>
                <a:lnTo>
                  <a:pt x="6522" y="155056"/>
                </a:lnTo>
                <a:lnTo>
                  <a:pt x="6902" y="156298"/>
                </a:lnTo>
                <a:lnTo>
                  <a:pt x="6902" y="157807"/>
                </a:lnTo>
                <a:lnTo>
                  <a:pt x="6902" y="159316"/>
                </a:lnTo>
                <a:lnTo>
                  <a:pt x="6902" y="160825"/>
                </a:lnTo>
                <a:lnTo>
                  <a:pt x="6902" y="162334"/>
                </a:lnTo>
                <a:lnTo>
                  <a:pt x="7283" y="163576"/>
                </a:lnTo>
                <a:lnTo>
                  <a:pt x="7283" y="165085"/>
                </a:lnTo>
                <a:lnTo>
                  <a:pt x="7283" y="166594"/>
                </a:lnTo>
                <a:lnTo>
                  <a:pt x="7283" y="168103"/>
                </a:lnTo>
                <a:lnTo>
                  <a:pt x="7664" y="169345"/>
                </a:lnTo>
                <a:lnTo>
                  <a:pt x="7664" y="170677"/>
                </a:lnTo>
                <a:lnTo>
                  <a:pt x="7664" y="172185"/>
                </a:lnTo>
                <a:lnTo>
                  <a:pt x="7664" y="173694"/>
                </a:lnTo>
                <a:lnTo>
                  <a:pt x="7664" y="175203"/>
                </a:lnTo>
                <a:lnTo>
                  <a:pt x="8061" y="176446"/>
                </a:lnTo>
                <a:lnTo>
                  <a:pt x="8061" y="177777"/>
                </a:lnTo>
                <a:lnTo>
                  <a:pt x="8061" y="179286"/>
                </a:lnTo>
                <a:lnTo>
                  <a:pt x="8061" y="180706"/>
                </a:lnTo>
                <a:lnTo>
                  <a:pt x="8061" y="182215"/>
                </a:lnTo>
                <a:lnTo>
                  <a:pt x="8061" y="183546"/>
                </a:lnTo>
                <a:lnTo>
                  <a:pt x="8061" y="184789"/>
                </a:lnTo>
                <a:lnTo>
                  <a:pt x="8061" y="186298"/>
                </a:lnTo>
                <a:lnTo>
                  <a:pt x="8061" y="187806"/>
                </a:lnTo>
                <a:lnTo>
                  <a:pt x="8061" y="189315"/>
                </a:lnTo>
                <a:lnTo>
                  <a:pt x="8442" y="190647"/>
                </a:lnTo>
                <a:lnTo>
                  <a:pt x="8442" y="191889"/>
                </a:lnTo>
                <a:lnTo>
                  <a:pt x="8442" y="193398"/>
                </a:lnTo>
                <a:lnTo>
                  <a:pt x="8442" y="194729"/>
                </a:lnTo>
                <a:lnTo>
                  <a:pt x="8822" y="196149"/>
                </a:lnTo>
                <a:lnTo>
                  <a:pt x="8822" y="197658"/>
                </a:lnTo>
                <a:lnTo>
                  <a:pt x="8822" y="198723"/>
                </a:lnTo>
                <a:lnTo>
                  <a:pt x="8822" y="200232"/>
                </a:lnTo>
                <a:lnTo>
                  <a:pt x="8822" y="201741"/>
                </a:lnTo>
                <a:lnTo>
                  <a:pt x="9203" y="203072"/>
                </a:lnTo>
                <a:lnTo>
                  <a:pt x="9203" y="204581"/>
                </a:lnTo>
                <a:lnTo>
                  <a:pt x="9203" y="205824"/>
                </a:lnTo>
                <a:lnTo>
                  <a:pt x="9203" y="207155"/>
                </a:lnTo>
                <a:lnTo>
                  <a:pt x="9203" y="208398"/>
                </a:lnTo>
                <a:lnTo>
                  <a:pt x="9584" y="209907"/>
                </a:lnTo>
                <a:lnTo>
                  <a:pt x="9584" y="211415"/>
                </a:lnTo>
                <a:lnTo>
                  <a:pt x="9584" y="212702"/>
                </a:lnTo>
                <a:lnTo>
                  <a:pt x="9584" y="214202"/>
                </a:lnTo>
                <a:lnTo>
                  <a:pt x="9584" y="215267"/>
                </a:lnTo>
                <a:lnTo>
                  <a:pt x="9965" y="216776"/>
                </a:lnTo>
                <a:lnTo>
                  <a:pt x="9965" y="218063"/>
                </a:lnTo>
                <a:lnTo>
                  <a:pt x="9965" y="219563"/>
                </a:lnTo>
                <a:lnTo>
                  <a:pt x="9965" y="220850"/>
                </a:lnTo>
                <a:lnTo>
                  <a:pt x="10346" y="222350"/>
                </a:lnTo>
                <a:lnTo>
                  <a:pt x="10346" y="223637"/>
                </a:lnTo>
                <a:lnTo>
                  <a:pt x="10346" y="224702"/>
                </a:lnTo>
                <a:lnTo>
                  <a:pt x="10346" y="226211"/>
                </a:lnTo>
                <a:lnTo>
                  <a:pt x="10346" y="227498"/>
                </a:lnTo>
                <a:lnTo>
                  <a:pt x="10346" y="228998"/>
                </a:lnTo>
                <a:lnTo>
                  <a:pt x="10346" y="230285"/>
                </a:lnTo>
                <a:lnTo>
                  <a:pt x="10346" y="231572"/>
                </a:lnTo>
                <a:lnTo>
                  <a:pt x="10346" y="233072"/>
                </a:lnTo>
                <a:lnTo>
                  <a:pt x="10346" y="234137"/>
                </a:lnTo>
                <a:lnTo>
                  <a:pt x="10743" y="235646"/>
                </a:lnTo>
                <a:lnTo>
                  <a:pt x="10743" y="236933"/>
                </a:lnTo>
                <a:lnTo>
                  <a:pt x="10743" y="238211"/>
                </a:lnTo>
                <a:lnTo>
                  <a:pt x="10743" y="239498"/>
                </a:lnTo>
                <a:lnTo>
                  <a:pt x="10743" y="241007"/>
                </a:lnTo>
                <a:lnTo>
                  <a:pt x="11123" y="242285"/>
                </a:lnTo>
                <a:lnTo>
                  <a:pt x="11123" y="243572"/>
                </a:lnTo>
                <a:lnTo>
                  <a:pt x="11123" y="244859"/>
                </a:lnTo>
                <a:lnTo>
                  <a:pt x="11123" y="246145"/>
                </a:lnTo>
                <a:lnTo>
                  <a:pt x="11123" y="247432"/>
                </a:lnTo>
                <a:lnTo>
                  <a:pt x="11504" y="248719"/>
                </a:lnTo>
                <a:lnTo>
                  <a:pt x="11504" y="250219"/>
                </a:lnTo>
                <a:lnTo>
                  <a:pt x="11504" y="251506"/>
                </a:lnTo>
                <a:lnTo>
                  <a:pt x="11504" y="252793"/>
                </a:lnTo>
                <a:lnTo>
                  <a:pt x="11885" y="254080"/>
                </a:lnTo>
                <a:lnTo>
                  <a:pt x="11885" y="255367"/>
                </a:lnTo>
                <a:lnTo>
                  <a:pt x="11885" y="256654"/>
                </a:lnTo>
                <a:lnTo>
                  <a:pt x="11885" y="257941"/>
                </a:lnTo>
                <a:lnTo>
                  <a:pt x="11885" y="259228"/>
                </a:lnTo>
                <a:lnTo>
                  <a:pt x="12266" y="260515"/>
                </a:lnTo>
                <a:lnTo>
                  <a:pt x="12266" y="261802"/>
                </a:lnTo>
                <a:lnTo>
                  <a:pt x="12266" y="263089"/>
                </a:lnTo>
                <a:lnTo>
                  <a:pt x="12266" y="264376"/>
                </a:lnTo>
                <a:lnTo>
                  <a:pt x="12266" y="265663"/>
                </a:lnTo>
                <a:lnTo>
                  <a:pt x="12266" y="266950"/>
                </a:lnTo>
                <a:lnTo>
                  <a:pt x="12266" y="268237"/>
                </a:lnTo>
                <a:lnTo>
                  <a:pt x="12266" y="269737"/>
                </a:lnTo>
                <a:lnTo>
                  <a:pt x="12266" y="270811"/>
                </a:lnTo>
                <a:lnTo>
                  <a:pt x="12266" y="272098"/>
                </a:lnTo>
                <a:lnTo>
                  <a:pt x="12647" y="273385"/>
                </a:lnTo>
                <a:lnTo>
                  <a:pt x="12647" y="274663"/>
                </a:lnTo>
                <a:lnTo>
                  <a:pt x="12647" y="275950"/>
                </a:lnTo>
                <a:lnTo>
                  <a:pt x="12647" y="277237"/>
                </a:lnTo>
                <a:lnTo>
                  <a:pt x="13028" y="278524"/>
                </a:lnTo>
                <a:lnTo>
                  <a:pt x="13028" y="279810"/>
                </a:lnTo>
                <a:lnTo>
                  <a:pt x="13028" y="280884"/>
                </a:lnTo>
                <a:lnTo>
                  <a:pt x="13028" y="282171"/>
                </a:lnTo>
                <a:lnTo>
                  <a:pt x="13028" y="283458"/>
                </a:lnTo>
                <a:lnTo>
                  <a:pt x="13424" y="284745"/>
                </a:lnTo>
                <a:lnTo>
                  <a:pt x="13424" y="286032"/>
                </a:lnTo>
                <a:lnTo>
                  <a:pt x="13424" y="287319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713501" y="3770216"/>
            <a:ext cx="13789" cy="202629"/>
          </a:xfrm>
          <a:custGeom>
            <a:avLst/>
            <a:gdLst/>
            <a:ahLst/>
            <a:cxnLst/>
            <a:rect l="l" t="t" r="r" b="b"/>
            <a:pathLst>
              <a:path w="13789" h="202629">
                <a:moveTo>
                  <a:pt x="0" y="0"/>
                </a:moveTo>
                <a:lnTo>
                  <a:pt x="0" y="1286"/>
                </a:lnTo>
                <a:lnTo>
                  <a:pt x="0" y="2360"/>
                </a:lnTo>
                <a:lnTo>
                  <a:pt x="380" y="3647"/>
                </a:lnTo>
                <a:lnTo>
                  <a:pt x="380" y="4712"/>
                </a:lnTo>
                <a:lnTo>
                  <a:pt x="380" y="5999"/>
                </a:lnTo>
                <a:lnTo>
                  <a:pt x="380" y="7286"/>
                </a:lnTo>
                <a:lnTo>
                  <a:pt x="380" y="8573"/>
                </a:lnTo>
                <a:lnTo>
                  <a:pt x="761" y="9860"/>
                </a:lnTo>
                <a:lnTo>
                  <a:pt x="761" y="10934"/>
                </a:lnTo>
                <a:lnTo>
                  <a:pt x="761" y="12221"/>
                </a:lnTo>
                <a:lnTo>
                  <a:pt x="761" y="13508"/>
                </a:lnTo>
                <a:lnTo>
                  <a:pt x="1142" y="14795"/>
                </a:lnTo>
                <a:lnTo>
                  <a:pt x="1142" y="15869"/>
                </a:lnTo>
                <a:lnTo>
                  <a:pt x="1142" y="17156"/>
                </a:lnTo>
                <a:lnTo>
                  <a:pt x="1142" y="18443"/>
                </a:lnTo>
                <a:lnTo>
                  <a:pt x="1142" y="19721"/>
                </a:lnTo>
                <a:lnTo>
                  <a:pt x="1142" y="20795"/>
                </a:lnTo>
                <a:lnTo>
                  <a:pt x="1142" y="22082"/>
                </a:lnTo>
                <a:lnTo>
                  <a:pt x="1142" y="23369"/>
                </a:lnTo>
                <a:lnTo>
                  <a:pt x="1142" y="24443"/>
                </a:lnTo>
                <a:lnTo>
                  <a:pt x="1142" y="25730"/>
                </a:lnTo>
                <a:lnTo>
                  <a:pt x="1523" y="26804"/>
                </a:lnTo>
                <a:lnTo>
                  <a:pt x="1523" y="28091"/>
                </a:lnTo>
                <a:lnTo>
                  <a:pt x="1523" y="29378"/>
                </a:lnTo>
                <a:lnTo>
                  <a:pt x="1523" y="30443"/>
                </a:lnTo>
                <a:lnTo>
                  <a:pt x="1523" y="31730"/>
                </a:lnTo>
                <a:lnTo>
                  <a:pt x="1904" y="32804"/>
                </a:lnTo>
                <a:lnTo>
                  <a:pt x="1904" y="34091"/>
                </a:lnTo>
                <a:lnTo>
                  <a:pt x="1904" y="35164"/>
                </a:lnTo>
                <a:lnTo>
                  <a:pt x="1904" y="36451"/>
                </a:lnTo>
                <a:lnTo>
                  <a:pt x="2285" y="37525"/>
                </a:lnTo>
                <a:lnTo>
                  <a:pt x="2285" y="38812"/>
                </a:lnTo>
                <a:lnTo>
                  <a:pt x="2285" y="39877"/>
                </a:lnTo>
                <a:lnTo>
                  <a:pt x="2285" y="41164"/>
                </a:lnTo>
                <a:lnTo>
                  <a:pt x="2285" y="42238"/>
                </a:lnTo>
                <a:lnTo>
                  <a:pt x="2681" y="43525"/>
                </a:lnTo>
                <a:lnTo>
                  <a:pt x="2681" y="44599"/>
                </a:lnTo>
                <a:lnTo>
                  <a:pt x="2681" y="45886"/>
                </a:lnTo>
                <a:lnTo>
                  <a:pt x="2681" y="46960"/>
                </a:lnTo>
                <a:lnTo>
                  <a:pt x="2681" y="48247"/>
                </a:lnTo>
                <a:lnTo>
                  <a:pt x="3062" y="49312"/>
                </a:lnTo>
                <a:lnTo>
                  <a:pt x="3062" y="50386"/>
                </a:lnTo>
                <a:lnTo>
                  <a:pt x="3062" y="51673"/>
                </a:lnTo>
                <a:lnTo>
                  <a:pt x="3062" y="52747"/>
                </a:lnTo>
                <a:lnTo>
                  <a:pt x="3062" y="53821"/>
                </a:lnTo>
                <a:lnTo>
                  <a:pt x="3062" y="55108"/>
                </a:lnTo>
                <a:lnTo>
                  <a:pt x="3062" y="56182"/>
                </a:lnTo>
                <a:lnTo>
                  <a:pt x="3062" y="57247"/>
                </a:lnTo>
                <a:lnTo>
                  <a:pt x="3062" y="58534"/>
                </a:lnTo>
                <a:lnTo>
                  <a:pt x="3443" y="59608"/>
                </a:lnTo>
                <a:lnTo>
                  <a:pt x="3443" y="60682"/>
                </a:lnTo>
                <a:lnTo>
                  <a:pt x="3443" y="61756"/>
                </a:lnTo>
                <a:lnTo>
                  <a:pt x="3443" y="63043"/>
                </a:lnTo>
                <a:lnTo>
                  <a:pt x="3443" y="64108"/>
                </a:lnTo>
                <a:lnTo>
                  <a:pt x="3824" y="65182"/>
                </a:lnTo>
                <a:lnTo>
                  <a:pt x="3824" y="66256"/>
                </a:lnTo>
                <a:lnTo>
                  <a:pt x="3824" y="67330"/>
                </a:lnTo>
                <a:lnTo>
                  <a:pt x="3824" y="68616"/>
                </a:lnTo>
                <a:lnTo>
                  <a:pt x="3824" y="69690"/>
                </a:lnTo>
                <a:lnTo>
                  <a:pt x="4205" y="70968"/>
                </a:lnTo>
                <a:lnTo>
                  <a:pt x="4205" y="72042"/>
                </a:lnTo>
                <a:lnTo>
                  <a:pt x="4205" y="73116"/>
                </a:lnTo>
                <a:lnTo>
                  <a:pt x="4205" y="74190"/>
                </a:lnTo>
                <a:lnTo>
                  <a:pt x="4205" y="75264"/>
                </a:lnTo>
                <a:lnTo>
                  <a:pt x="4586" y="76329"/>
                </a:lnTo>
                <a:lnTo>
                  <a:pt x="4586" y="77616"/>
                </a:lnTo>
                <a:lnTo>
                  <a:pt x="4586" y="78690"/>
                </a:lnTo>
                <a:lnTo>
                  <a:pt x="4586" y="79764"/>
                </a:lnTo>
                <a:lnTo>
                  <a:pt x="4982" y="80838"/>
                </a:lnTo>
                <a:lnTo>
                  <a:pt x="4982" y="81912"/>
                </a:lnTo>
                <a:lnTo>
                  <a:pt x="4982" y="82977"/>
                </a:lnTo>
                <a:lnTo>
                  <a:pt x="4982" y="84051"/>
                </a:lnTo>
                <a:lnTo>
                  <a:pt x="4982" y="85125"/>
                </a:lnTo>
                <a:lnTo>
                  <a:pt x="5363" y="86199"/>
                </a:lnTo>
                <a:lnTo>
                  <a:pt x="5363" y="87486"/>
                </a:lnTo>
                <a:lnTo>
                  <a:pt x="5363" y="88560"/>
                </a:lnTo>
                <a:lnTo>
                  <a:pt x="5363" y="89625"/>
                </a:lnTo>
                <a:lnTo>
                  <a:pt x="5363" y="90486"/>
                </a:lnTo>
                <a:lnTo>
                  <a:pt x="5363" y="91560"/>
                </a:lnTo>
                <a:lnTo>
                  <a:pt x="5363" y="92634"/>
                </a:lnTo>
                <a:lnTo>
                  <a:pt x="5363" y="93699"/>
                </a:lnTo>
                <a:lnTo>
                  <a:pt x="5363" y="94773"/>
                </a:lnTo>
                <a:lnTo>
                  <a:pt x="5363" y="95847"/>
                </a:lnTo>
                <a:lnTo>
                  <a:pt x="5744" y="96921"/>
                </a:lnTo>
                <a:lnTo>
                  <a:pt x="5744" y="97986"/>
                </a:lnTo>
                <a:lnTo>
                  <a:pt x="5744" y="99060"/>
                </a:lnTo>
                <a:lnTo>
                  <a:pt x="5744" y="100134"/>
                </a:lnTo>
                <a:lnTo>
                  <a:pt x="6125" y="101208"/>
                </a:lnTo>
                <a:lnTo>
                  <a:pt x="6125" y="102281"/>
                </a:lnTo>
                <a:lnTo>
                  <a:pt x="6125" y="103134"/>
                </a:lnTo>
                <a:lnTo>
                  <a:pt x="6125" y="104207"/>
                </a:lnTo>
                <a:lnTo>
                  <a:pt x="6125" y="105281"/>
                </a:lnTo>
                <a:lnTo>
                  <a:pt x="6506" y="106355"/>
                </a:lnTo>
                <a:lnTo>
                  <a:pt x="6506" y="107420"/>
                </a:lnTo>
                <a:lnTo>
                  <a:pt x="6506" y="108494"/>
                </a:lnTo>
                <a:lnTo>
                  <a:pt x="6506" y="109568"/>
                </a:lnTo>
                <a:lnTo>
                  <a:pt x="6506" y="110429"/>
                </a:lnTo>
                <a:lnTo>
                  <a:pt x="6886" y="111503"/>
                </a:lnTo>
                <a:lnTo>
                  <a:pt x="6886" y="112568"/>
                </a:lnTo>
                <a:lnTo>
                  <a:pt x="6886" y="113429"/>
                </a:lnTo>
                <a:lnTo>
                  <a:pt x="6886" y="114503"/>
                </a:lnTo>
                <a:lnTo>
                  <a:pt x="6886" y="115790"/>
                </a:lnTo>
                <a:lnTo>
                  <a:pt x="7267" y="116642"/>
                </a:lnTo>
                <a:lnTo>
                  <a:pt x="7267" y="117716"/>
                </a:lnTo>
                <a:lnTo>
                  <a:pt x="7267" y="118577"/>
                </a:lnTo>
                <a:lnTo>
                  <a:pt x="7267" y="119651"/>
                </a:lnTo>
                <a:lnTo>
                  <a:pt x="7267" y="120503"/>
                </a:lnTo>
                <a:lnTo>
                  <a:pt x="7267" y="121577"/>
                </a:lnTo>
                <a:lnTo>
                  <a:pt x="7267" y="122864"/>
                </a:lnTo>
                <a:lnTo>
                  <a:pt x="7267" y="123725"/>
                </a:lnTo>
                <a:lnTo>
                  <a:pt x="7267" y="124790"/>
                </a:lnTo>
                <a:lnTo>
                  <a:pt x="7664" y="125651"/>
                </a:lnTo>
                <a:lnTo>
                  <a:pt x="7664" y="126512"/>
                </a:lnTo>
                <a:lnTo>
                  <a:pt x="7664" y="127577"/>
                </a:lnTo>
                <a:lnTo>
                  <a:pt x="7664" y="128651"/>
                </a:lnTo>
                <a:lnTo>
                  <a:pt x="7664" y="129725"/>
                </a:lnTo>
                <a:lnTo>
                  <a:pt x="8045" y="130586"/>
                </a:lnTo>
                <a:lnTo>
                  <a:pt x="8045" y="131651"/>
                </a:lnTo>
                <a:lnTo>
                  <a:pt x="8045" y="132512"/>
                </a:lnTo>
                <a:lnTo>
                  <a:pt x="8045" y="133586"/>
                </a:lnTo>
                <a:lnTo>
                  <a:pt x="8045" y="134660"/>
                </a:lnTo>
                <a:lnTo>
                  <a:pt x="8426" y="135512"/>
                </a:lnTo>
                <a:lnTo>
                  <a:pt x="8426" y="136373"/>
                </a:lnTo>
                <a:lnTo>
                  <a:pt x="8426" y="137446"/>
                </a:lnTo>
                <a:lnTo>
                  <a:pt x="8426" y="138299"/>
                </a:lnTo>
                <a:lnTo>
                  <a:pt x="8807" y="139372"/>
                </a:lnTo>
                <a:lnTo>
                  <a:pt x="8807" y="140446"/>
                </a:lnTo>
                <a:lnTo>
                  <a:pt x="8807" y="141307"/>
                </a:lnTo>
                <a:lnTo>
                  <a:pt x="8807" y="142159"/>
                </a:lnTo>
                <a:lnTo>
                  <a:pt x="8807" y="143020"/>
                </a:lnTo>
                <a:lnTo>
                  <a:pt x="9187" y="144094"/>
                </a:lnTo>
                <a:lnTo>
                  <a:pt x="9187" y="145159"/>
                </a:lnTo>
                <a:lnTo>
                  <a:pt x="9187" y="146020"/>
                </a:lnTo>
                <a:lnTo>
                  <a:pt x="9187" y="146881"/>
                </a:lnTo>
                <a:lnTo>
                  <a:pt x="9187" y="147733"/>
                </a:lnTo>
                <a:lnTo>
                  <a:pt x="9568" y="148807"/>
                </a:lnTo>
                <a:lnTo>
                  <a:pt x="9568" y="149881"/>
                </a:lnTo>
                <a:lnTo>
                  <a:pt x="9568" y="150742"/>
                </a:lnTo>
                <a:lnTo>
                  <a:pt x="9568" y="151594"/>
                </a:lnTo>
                <a:lnTo>
                  <a:pt x="9568" y="152455"/>
                </a:lnTo>
                <a:lnTo>
                  <a:pt x="9568" y="153529"/>
                </a:lnTo>
                <a:lnTo>
                  <a:pt x="9568" y="154381"/>
                </a:lnTo>
                <a:lnTo>
                  <a:pt x="9568" y="155242"/>
                </a:lnTo>
                <a:lnTo>
                  <a:pt x="9568" y="156103"/>
                </a:lnTo>
                <a:lnTo>
                  <a:pt x="9949" y="157168"/>
                </a:lnTo>
                <a:lnTo>
                  <a:pt x="9949" y="158029"/>
                </a:lnTo>
                <a:lnTo>
                  <a:pt x="9949" y="158890"/>
                </a:lnTo>
                <a:lnTo>
                  <a:pt x="9949" y="159742"/>
                </a:lnTo>
                <a:lnTo>
                  <a:pt x="9949" y="160603"/>
                </a:lnTo>
                <a:lnTo>
                  <a:pt x="10346" y="161677"/>
                </a:lnTo>
                <a:lnTo>
                  <a:pt x="10346" y="162529"/>
                </a:lnTo>
                <a:lnTo>
                  <a:pt x="10346" y="163390"/>
                </a:lnTo>
                <a:lnTo>
                  <a:pt x="10346" y="164251"/>
                </a:lnTo>
                <a:lnTo>
                  <a:pt x="10346" y="165316"/>
                </a:lnTo>
                <a:lnTo>
                  <a:pt x="10727" y="166177"/>
                </a:lnTo>
                <a:lnTo>
                  <a:pt x="10727" y="167038"/>
                </a:lnTo>
                <a:lnTo>
                  <a:pt x="10727" y="167677"/>
                </a:lnTo>
                <a:lnTo>
                  <a:pt x="10727" y="168751"/>
                </a:lnTo>
                <a:lnTo>
                  <a:pt x="10727" y="169612"/>
                </a:lnTo>
                <a:lnTo>
                  <a:pt x="11108" y="170464"/>
                </a:lnTo>
                <a:lnTo>
                  <a:pt x="11108" y="171324"/>
                </a:lnTo>
                <a:lnTo>
                  <a:pt x="11108" y="172398"/>
                </a:lnTo>
                <a:lnTo>
                  <a:pt x="11108" y="173037"/>
                </a:lnTo>
                <a:lnTo>
                  <a:pt x="11488" y="173898"/>
                </a:lnTo>
                <a:lnTo>
                  <a:pt x="11488" y="174750"/>
                </a:lnTo>
                <a:lnTo>
                  <a:pt x="11488" y="175824"/>
                </a:lnTo>
                <a:lnTo>
                  <a:pt x="11488" y="176472"/>
                </a:lnTo>
                <a:lnTo>
                  <a:pt x="11488" y="177324"/>
                </a:lnTo>
                <a:lnTo>
                  <a:pt x="11488" y="178398"/>
                </a:lnTo>
                <a:lnTo>
                  <a:pt x="11488" y="179046"/>
                </a:lnTo>
                <a:lnTo>
                  <a:pt x="11488" y="179898"/>
                </a:lnTo>
                <a:lnTo>
                  <a:pt x="11488" y="180759"/>
                </a:lnTo>
                <a:lnTo>
                  <a:pt x="11488" y="181611"/>
                </a:lnTo>
                <a:lnTo>
                  <a:pt x="11869" y="182472"/>
                </a:lnTo>
                <a:lnTo>
                  <a:pt x="11869" y="183333"/>
                </a:lnTo>
                <a:lnTo>
                  <a:pt x="11869" y="184185"/>
                </a:lnTo>
                <a:lnTo>
                  <a:pt x="11869" y="185046"/>
                </a:lnTo>
                <a:lnTo>
                  <a:pt x="11869" y="185685"/>
                </a:lnTo>
                <a:lnTo>
                  <a:pt x="12250" y="186546"/>
                </a:lnTo>
                <a:lnTo>
                  <a:pt x="12250" y="187620"/>
                </a:lnTo>
                <a:lnTo>
                  <a:pt x="12250" y="188259"/>
                </a:lnTo>
                <a:lnTo>
                  <a:pt x="12250" y="189120"/>
                </a:lnTo>
                <a:lnTo>
                  <a:pt x="12631" y="189981"/>
                </a:lnTo>
                <a:lnTo>
                  <a:pt x="12631" y="190833"/>
                </a:lnTo>
                <a:lnTo>
                  <a:pt x="12631" y="191481"/>
                </a:lnTo>
                <a:lnTo>
                  <a:pt x="12631" y="192555"/>
                </a:lnTo>
                <a:lnTo>
                  <a:pt x="12631" y="193194"/>
                </a:lnTo>
                <a:lnTo>
                  <a:pt x="13028" y="193842"/>
                </a:lnTo>
                <a:lnTo>
                  <a:pt x="13028" y="194907"/>
                </a:lnTo>
                <a:lnTo>
                  <a:pt x="13028" y="195555"/>
                </a:lnTo>
                <a:lnTo>
                  <a:pt x="13028" y="196407"/>
                </a:lnTo>
                <a:lnTo>
                  <a:pt x="13028" y="197268"/>
                </a:lnTo>
                <a:lnTo>
                  <a:pt x="13409" y="197916"/>
                </a:lnTo>
                <a:lnTo>
                  <a:pt x="13409" y="198768"/>
                </a:lnTo>
                <a:lnTo>
                  <a:pt x="13409" y="199629"/>
                </a:lnTo>
                <a:lnTo>
                  <a:pt x="13409" y="200268"/>
                </a:lnTo>
                <a:lnTo>
                  <a:pt x="13409" y="201129"/>
                </a:lnTo>
                <a:lnTo>
                  <a:pt x="13789" y="201990"/>
                </a:lnTo>
                <a:lnTo>
                  <a:pt x="13789" y="202629"/>
                </a:lnTo>
              </a:path>
            </a:pathLst>
          </a:custGeom>
          <a:ln w="1950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727291" y="3972845"/>
            <a:ext cx="13409" cy="102068"/>
          </a:xfrm>
          <a:custGeom>
            <a:avLst/>
            <a:gdLst/>
            <a:ahLst/>
            <a:cxnLst/>
            <a:rect l="l" t="t" r="r" b="b"/>
            <a:pathLst>
              <a:path w="13409" h="102068">
                <a:moveTo>
                  <a:pt x="0" y="0"/>
                </a:moveTo>
                <a:lnTo>
                  <a:pt x="0" y="860"/>
                </a:lnTo>
                <a:lnTo>
                  <a:pt x="0" y="1712"/>
                </a:lnTo>
                <a:lnTo>
                  <a:pt x="0" y="2360"/>
                </a:lnTo>
                <a:lnTo>
                  <a:pt x="0" y="2999"/>
                </a:lnTo>
                <a:lnTo>
                  <a:pt x="0" y="4073"/>
                </a:lnTo>
                <a:lnTo>
                  <a:pt x="0" y="4721"/>
                </a:lnTo>
                <a:lnTo>
                  <a:pt x="0" y="5360"/>
                </a:lnTo>
                <a:lnTo>
                  <a:pt x="380" y="6221"/>
                </a:lnTo>
                <a:lnTo>
                  <a:pt x="380" y="6860"/>
                </a:lnTo>
                <a:lnTo>
                  <a:pt x="380" y="7508"/>
                </a:lnTo>
                <a:lnTo>
                  <a:pt x="380" y="8573"/>
                </a:lnTo>
                <a:lnTo>
                  <a:pt x="380" y="9221"/>
                </a:lnTo>
                <a:lnTo>
                  <a:pt x="761" y="9860"/>
                </a:lnTo>
                <a:lnTo>
                  <a:pt x="761" y="10721"/>
                </a:lnTo>
                <a:lnTo>
                  <a:pt x="761" y="11360"/>
                </a:lnTo>
                <a:lnTo>
                  <a:pt x="761" y="12221"/>
                </a:lnTo>
                <a:lnTo>
                  <a:pt x="761" y="12869"/>
                </a:lnTo>
                <a:lnTo>
                  <a:pt x="1142" y="13508"/>
                </a:lnTo>
                <a:lnTo>
                  <a:pt x="1142" y="14369"/>
                </a:lnTo>
                <a:lnTo>
                  <a:pt x="1142" y="15008"/>
                </a:lnTo>
                <a:lnTo>
                  <a:pt x="1142" y="15869"/>
                </a:lnTo>
                <a:lnTo>
                  <a:pt x="1523" y="16508"/>
                </a:lnTo>
                <a:lnTo>
                  <a:pt x="1523" y="17156"/>
                </a:lnTo>
                <a:lnTo>
                  <a:pt x="1523" y="18008"/>
                </a:lnTo>
                <a:lnTo>
                  <a:pt x="1523" y="18656"/>
                </a:lnTo>
                <a:lnTo>
                  <a:pt x="1523" y="19517"/>
                </a:lnTo>
                <a:lnTo>
                  <a:pt x="1920" y="20156"/>
                </a:lnTo>
                <a:lnTo>
                  <a:pt x="1920" y="20795"/>
                </a:lnTo>
                <a:lnTo>
                  <a:pt x="1920" y="21443"/>
                </a:lnTo>
                <a:lnTo>
                  <a:pt x="1920" y="22082"/>
                </a:lnTo>
                <a:lnTo>
                  <a:pt x="1920" y="22943"/>
                </a:lnTo>
                <a:lnTo>
                  <a:pt x="1920" y="23591"/>
                </a:lnTo>
                <a:lnTo>
                  <a:pt x="1920" y="24230"/>
                </a:lnTo>
                <a:lnTo>
                  <a:pt x="1920" y="25091"/>
                </a:lnTo>
                <a:lnTo>
                  <a:pt x="1920" y="25517"/>
                </a:lnTo>
                <a:lnTo>
                  <a:pt x="1920" y="26378"/>
                </a:lnTo>
                <a:lnTo>
                  <a:pt x="2300" y="27017"/>
                </a:lnTo>
                <a:lnTo>
                  <a:pt x="2300" y="27665"/>
                </a:lnTo>
                <a:lnTo>
                  <a:pt x="2300" y="28304"/>
                </a:lnTo>
                <a:lnTo>
                  <a:pt x="2300" y="28943"/>
                </a:lnTo>
                <a:lnTo>
                  <a:pt x="2681" y="29804"/>
                </a:lnTo>
                <a:lnTo>
                  <a:pt x="2681" y="30230"/>
                </a:lnTo>
                <a:lnTo>
                  <a:pt x="2681" y="31091"/>
                </a:lnTo>
                <a:lnTo>
                  <a:pt x="2681" y="31739"/>
                </a:lnTo>
                <a:lnTo>
                  <a:pt x="2681" y="32378"/>
                </a:lnTo>
                <a:lnTo>
                  <a:pt x="3062" y="33025"/>
                </a:lnTo>
                <a:lnTo>
                  <a:pt x="3062" y="33665"/>
                </a:lnTo>
                <a:lnTo>
                  <a:pt x="3062" y="34304"/>
                </a:lnTo>
                <a:lnTo>
                  <a:pt x="3062" y="34951"/>
                </a:lnTo>
                <a:lnTo>
                  <a:pt x="3062" y="35591"/>
                </a:lnTo>
                <a:lnTo>
                  <a:pt x="3443" y="36238"/>
                </a:lnTo>
                <a:lnTo>
                  <a:pt x="3443" y="36877"/>
                </a:lnTo>
                <a:lnTo>
                  <a:pt x="3443" y="37525"/>
                </a:lnTo>
                <a:lnTo>
                  <a:pt x="3443" y="38164"/>
                </a:lnTo>
                <a:lnTo>
                  <a:pt x="3443" y="38812"/>
                </a:lnTo>
                <a:lnTo>
                  <a:pt x="3824" y="39451"/>
                </a:lnTo>
                <a:lnTo>
                  <a:pt x="3824" y="40099"/>
                </a:lnTo>
                <a:lnTo>
                  <a:pt x="3824" y="40738"/>
                </a:lnTo>
                <a:lnTo>
                  <a:pt x="3824" y="41386"/>
                </a:lnTo>
                <a:lnTo>
                  <a:pt x="3824" y="41812"/>
                </a:lnTo>
                <a:lnTo>
                  <a:pt x="3824" y="42673"/>
                </a:lnTo>
                <a:lnTo>
                  <a:pt x="3824" y="43099"/>
                </a:lnTo>
                <a:lnTo>
                  <a:pt x="3824" y="43738"/>
                </a:lnTo>
                <a:lnTo>
                  <a:pt x="3824" y="44386"/>
                </a:lnTo>
                <a:lnTo>
                  <a:pt x="4221" y="45025"/>
                </a:lnTo>
                <a:lnTo>
                  <a:pt x="4221" y="45460"/>
                </a:lnTo>
                <a:lnTo>
                  <a:pt x="4221" y="46312"/>
                </a:lnTo>
                <a:lnTo>
                  <a:pt x="4221" y="46747"/>
                </a:lnTo>
                <a:lnTo>
                  <a:pt x="4221" y="47386"/>
                </a:lnTo>
                <a:lnTo>
                  <a:pt x="4601" y="48034"/>
                </a:lnTo>
                <a:lnTo>
                  <a:pt x="4601" y="48673"/>
                </a:lnTo>
                <a:lnTo>
                  <a:pt x="4601" y="49099"/>
                </a:lnTo>
                <a:lnTo>
                  <a:pt x="4601" y="49747"/>
                </a:lnTo>
                <a:lnTo>
                  <a:pt x="4601" y="50386"/>
                </a:lnTo>
                <a:lnTo>
                  <a:pt x="4982" y="51034"/>
                </a:lnTo>
                <a:lnTo>
                  <a:pt x="4982" y="51460"/>
                </a:lnTo>
                <a:lnTo>
                  <a:pt x="4982" y="52108"/>
                </a:lnTo>
                <a:lnTo>
                  <a:pt x="4982" y="52534"/>
                </a:lnTo>
                <a:lnTo>
                  <a:pt x="5363" y="53173"/>
                </a:lnTo>
                <a:lnTo>
                  <a:pt x="5363" y="53821"/>
                </a:lnTo>
                <a:lnTo>
                  <a:pt x="5363" y="54460"/>
                </a:lnTo>
                <a:lnTo>
                  <a:pt x="5363" y="54895"/>
                </a:lnTo>
                <a:lnTo>
                  <a:pt x="5363" y="55534"/>
                </a:lnTo>
                <a:lnTo>
                  <a:pt x="5744" y="55969"/>
                </a:lnTo>
                <a:lnTo>
                  <a:pt x="5744" y="56608"/>
                </a:lnTo>
                <a:lnTo>
                  <a:pt x="5744" y="57247"/>
                </a:lnTo>
                <a:lnTo>
                  <a:pt x="5744" y="57682"/>
                </a:lnTo>
                <a:lnTo>
                  <a:pt x="5744" y="58321"/>
                </a:lnTo>
                <a:lnTo>
                  <a:pt x="6125" y="58756"/>
                </a:lnTo>
                <a:lnTo>
                  <a:pt x="6125" y="59395"/>
                </a:lnTo>
                <a:lnTo>
                  <a:pt x="6125" y="59821"/>
                </a:lnTo>
                <a:lnTo>
                  <a:pt x="6125" y="60469"/>
                </a:lnTo>
                <a:lnTo>
                  <a:pt x="6125" y="60895"/>
                </a:lnTo>
                <a:lnTo>
                  <a:pt x="6125" y="61543"/>
                </a:lnTo>
                <a:lnTo>
                  <a:pt x="6125" y="61969"/>
                </a:lnTo>
                <a:lnTo>
                  <a:pt x="6125" y="62608"/>
                </a:lnTo>
                <a:lnTo>
                  <a:pt x="6125" y="63043"/>
                </a:lnTo>
                <a:lnTo>
                  <a:pt x="6506" y="63469"/>
                </a:lnTo>
                <a:lnTo>
                  <a:pt x="6506" y="64117"/>
                </a:lnTo>
                <a:lnTo>
                  <a:pt x="6506" y="64543"/>
                </a:lnTo>
                <a:lnTo>
                  <a:pt x="6506" y="65182"/>
                </a:lnTo>
                <a:lnTo>
                  <a:pt x="6506" y="65617"/>
                </a:lnTo>
                <a:lnTo>
                  <a:pt x="6902" y="66256"/>
                </a:lnTo>
                <a:lnTo>
                  <a:pt x="6902" y="66682"/>
                </a:lnTo>
                <a:lnTo>
                  <a:pt x="6902" y="67117"/>
                </a:lnTo>
                <a:lnTo>
                  <a:pt x="6902" y="67756"/>
                </a:lnTo>
                <a:lnTo>
                  <a:pt x="6902" y="68190"/>
                </a:lnTo>
                <a:lnTo>
                  <a:pt x="7283" y="68616"/>
                </a:lnTo>
                <a:lnTo>
                  <a:pt x="7283" y="69043"/>
                </a:lnTo>
                <a:lnTo>
                  <a:pt x="7283" y="69690"/>
                </a:lnTo>
                <a:lnTo>
                  <a:pt x="7283" y="70116"/>
                </a:lnTo>
                <a:lnTo>
                  <a:pt x="7283" y="70542"/>
                </a:lnTo>
                <a:lnTo>
                  <a:pt x="7664" y="71190"/>
                </a:lnTo>
                <a:lnTo>
                  <a:pt x="7664" y="71403"/>
                </a:lnTo>
                <a:lnTo>
                  <a:pt x="7664" y="72042"/>
                </a:lnTo>
                <a:lnTo>
                  <a:pt x="7664" y="72477"/>
                </a:lnTo>
                <a:lnTo>
                  <a:pt x="8045" y="72903"/>
                </a:lnTo>
                <a:lnTo>
                  <a:pt x="8045" y="73551"/>
                </a:lnTo>
                <a:lnTo>
                  <a:pt x="8045" y="73764"/>
                </a:lnTo>
                <a:lnTo>
                  <a:pt x="8045" y="74403"/>
                </a:lnTo>
                <a:lnTo>
                  <a:pt x="8045" y="74838"/>
                </a:lnTo>
                <a:lnTo>
                  <a:pt x="8045" y="75264"/>
                </a:lnTo>
                <a:lnTo>
                  <a:pt x="8045" y="75690"/>
                </a:lnTo>
                <a:lnTo>
                  <a:pt x="8045" y="76116"/>
                </a:lnTo>
                <a:lnTo>
                  <a:pt x="8045" y="76551"/>
                </a:lnTo>
                <a:lnTo>
                  <a:pt x="8045" y="77190"/>
                </a:lnTo>
                <a:lnTo>
                  <a:pt x="8426" y="77403"/>
                </a:lnTo>
                <a:lnTo>
                  <a:pt x="8426" y="78051"/>
                </a:lnTo>
                <a:lnTo>
                  <a:pt x="8426" y="78477"/>
                </a:lnTo>
                <a:lnTo>
                  <a:pt x="8426" y="78690"/>
                </a:lnTo>
                <a:lnTo>
                  <a:pt x="8426" y="79338"/>
                </a:lnTo>
                <a:lnTo>
                  <a:pt x="8807" y="79551"/>
                </a:lnTo>
                <a:lnTo>
                  <a:pt x="8807" y="79977"/>
                </a:lnTo>
                <a:lnTo>
                  <a:pt x="8807" y="80625"/>
                </a:lnTo>
                <a:lnTo>
                  <a:pt x="8807" y="80838"/>
                </a:lnTo>
                <a:lnTo>
                  <a:pt x="9187" y="81264"/>
                </a:lnTo>
                <a:lnTo>
                  <a:pt x="9187" y="81912"/>
                </a:lnTo>
                <a:lnTo>
                  <a:pt x="9187" y="82125"/>
                </a:lnTo>
                <a:lnTo>
                  <a:pt x="9187" y="82551"/>
                </a:lnTo>
                <a:lnTo>
                  <a:pt x="9187" y="82986"/>
                </a:lnTo>
                <a:lnTo>
                  <a:pt x="9584" y="83412"/>
                </a:lnTo>
                <a:lnTo>
                  <a:pt x="9584" y="83838"/>
                </a:lnTo>
                <a:lnTo>
                  <a:pt x="9584" y="84264"/>
                </a:lnTo>
                <a:lnTo>
                  <a:pt x="9584" y="84486"/>
                </a:lnTo>
                <a:lnTo>
                  <a:pt x="9584" y="84912"/>
                </a:lnTo>
                <a:lnTo>
                  <a:pt x="9965" y="85551"/>
                </a:lnTo>
                <a:lnTo>
                  <a:pt x="9965" y="85773"/>
                </a:lnTo>
                <a:lnTo>
                  <a:pt x="9965" y="86199"/>
                </a:lnTo>
                <a:lnTo>
                  <a:pt x="9965" y="86625"/>
                </a:lnTo>
                <a:lnTo>
                  <a:pt x="9965" y="86838"/>
                </a:lnTo>
                <a:lnTo>
                  <a:pt x="10346" y="87273"/>
                </a:lnTo>
                <a:lnTo>
                  <a:pt x="10346" y="87699"/>
                </a:lnTo>
                <a:lnTo>
                  <a:pt x="10346" y="87912"/>
                </a:lnTo>
                <a:lnTo>
                  <a:pt x="10346" y="88347"/>
                </a:lnTo>
                <a:lnTo>
                  <a:pt x="10346" y="88773"/>
                </a:lnTo>
                <a:lnTo>
                  <a:pt x="10346" y="88986"/>
                </a:lnTo>
                <a:lnTo>
                  <a:pt x="10346" y="89412"/>
                </a:lnTo>
                <a:lnTo>
                  <a:pt x="10346" y="89847"/>
                </a:lnTo>
                <a:lnTo>
                  <a:pt x="10346" y="90273"/>
                </a:lnTo>
                <a:lnTo>
                  <a:pt x="10727" y="90486"/>
                </a:lnTo>
                <a:lnTo>
                  <a:pt x="10727" y="90912"/>
                </a:lnTo>
                <a:lnTo>
                  <a:pt x="10727" y="91347"/>
                </a:lnTo>
                <a:lnTo>
                  <a:pt x="10727" y="91560"/>
                </a:lnTo>
                <a:lnTo>
                  <a:pt x="10727" y="91986"/>
                </a:lnTo>
                <a:lnTo>
                  <a:pt x="11108" y="92421"/>
                </a:lnTo>
                <a:lnTo>
                  <a:pt x="11108" y="92634"/>
                </a:lnTo>
                <a:lnTo>
                  <a:pt x="11108" y="92847"/>
                </a:lnTo>
                <a:lnTo>
                  <a:pt x="11108" y="93273"/>
                </a:lnTo>
                <a:lnTo>
                  <a:pt x="11108" y="93699"/>
                </a:lnTo>
                <a:lnTo>
                  <a:pt x="11488" y="93921"/>
                </a:lnTo>
                <a:lnTo>
                  <a:pt x="11488" y="94347"/>
                </a:lnTo>
                <a:lnTo>
                  <a:pt x="11488" y="94560"/>
                </a:lnTo>
                <a:lnTo>
                  <a:pt x="11488" y="94986"/>
                </a:lnTo>
                <a:lnTo>
                  <a:pt x="11869" y="95208"/>
                </a:lnTo>
                <a:lnTo>
                  <a:pt x="11869" y="95421"/>
                </a:lnTo>
                <a:lnTo>
                  <a:pt x="11869" y="95847"/>
                </a:lnTo>
                <a:lnTo>
                  <a:pt x="11869" y="96273"/>
                </a:lnTo>
                <a:lnTo>
                  <a:pt x="11869" y="96495"/>
                </a:lnTo>
                <a:lnTo>
                  <a:pt x="12266" y="96708"/>
                </a:lnTo>
                <a:lnTo>
                  <a:pt x="12266" y="97134"/>
                </a:lnTo>
                <a:lnTo>
                  <a:pt x="12266" y="97347"/>
                </a:lnTo>
                <a:lnTo>
                  <a:pt x="12266" y="97560"/>
                </a:lnTo>
                <a:lnTo>
                  <a:pt x="12266" y="97995"/>
                </a:lnTo>
                <a:lnTo>
                  <a:pt x="12266" y="98208"/>
                </a:lnTo>
                <a:lnTo>
                  <a:pt x="12266" y="98634"/>
                </a:lnTo>
                <a:lnTo>
                  <a:pt x="12266" y="99060"/>
                </a:lnTo>
                <a:lnTo>
                  <a:pt x="12266" y="99282"/>
                </a:lnTo>
                <a:lnTo>
                  <a:pt x="12647" y="99708"/>
                </a:lnTo>
                <a:lnTo>
                  <a:pt x="12647" y="100134"/>
                </a:lnTo>
                <a:lnTo>
                  <a:pt x="12647" y="100347"/>
                </a:lnTo>
                <a:lnTo>
                  <a:pt x="12647" y="100782"/>
                </a:lnTo>
                <a:lnTo>
                  <a:pt x="13028" y="100995"/>
                </a:lnTo>
                <a:lnTo>
                  <a:pt x="13028" y="101208"/>
                </a:lnTo>
                <a:lnTo>
                  <a:pt x="13028" y="101421"/>
                </a:lnTo>
                <a:lnTo>
                  <a:pt x="13028" y="101634"/>
                </a:lnTo>
                <a:lnTo>
                  <a:pt x="13409" y="102068"/>
                </a:lnTo>
              </a:path>
            </a:pathLst>
          </a:custGeom>
          <a:ln w="1939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740700" y="4069766"/>
            <a:ext cx="13409" cy="16082"/>
          </a:xfrm>
          <a:custGeom>
            <a:avLst/>
            <a:gdLst/>
            <a:ahLst/>
            <a:cxnLst/>
            <a:rect l="l" t="t" r="r" b="b"/>
            <a:pathLst>
              <a:path w="13409" h="16082">
                <a:moveTo>
                  <a:pt x="0" y="5147"/>
                </a:moveTo>
                <a:lnTo>
                  <a:pt x="0" y="5573"/>
                </a:lnTo>
                <a:lnTo>
                  <a:pt x="0" y="5786"/>
                </a:lnTo>
                <a:lnTo>
                  <a:pt x="0" y="5999"/>
                </a:lnTo>
                <a:lnTo>
                  <a:pt x="380" y="6212"/>
                </a:lnTo>
                <a:lnTo>
                  <a:pt x="380" y="6434"/>
                </a:lnTo>
                <a:lnTo>
                  <a:pt x="380" y="6647"/>
                </a:lnTo>
                <a:lnTo>
                  <a:pt x="380" y="6860"/>
                </a:lnTo>
                <a:lnTo>
                  <a:pt x="380" y="7073"/>
                </a:lnTo>
                <a:lnTo>
                  <a:pt x="761" y="7499"/>
                </a:lnTo>
                <a:lnTo>
                  <a:pt x="761" y="7721"/>
                </a:lnTo>
                <a:lnTo>
                  <a:pt x="761" y="7934"/>
                </a:lnTo>
                <a:lnTo>
                  <a:pt x="761" y="8147"/>
                </a:lnTo>
                <a:lnTo>
                  <a:pt x="1142" y="8573"/>
                </a:lnTo>
                <a:lnTo>
                  <a:pt x="1142" y="8786"/>
                </a:lnTo>
                <a:lnTo>
                  <a:pt x="1142" y="9008"/>
                </a:lnTo>
                <a:lnTo>
                  <a:pt x="1142" y="9221"/>
                </a:lnTo>
                <a:lnTo>
                  <a:pt x="1142" y="9434"/>
                </a:lnTo>
                <a:lnTo>
                  <a:pt x="1142" y="9647"/>
                </a:lnTo>
                <a:lnTo>
                  <a:pt x="1142" y="9860"/>
                </a:lnTo>
                <a:lnTo>
                  <a:pt x="1539" y="10073"/>
                </a:lnTo>
                <a:lnTo>
                  <a:pt x="1539" y="10295"/>
                </a:lnTo>
                <a:lnTo>
                  <a:pt x="1539" y="10508"/>
                </a:lnTo>
                <a:lnTo>
                  <a:pt x="1539" y="10721"/>
                </a:lnTo>
                <a:lnTo>
                  <a:pt x="1539" y="10934"/>
                </a:lnTo>
                <a:lnTo>
                  <a:pt x="1920" y="11147"/>
                </a:lnTo>
                <a:lnTo>
                  <a:pt x="1920" y="11360"/>
                </a:lnTo>
                <a:lnTo>
                  <a:pt x="1920" y="11573"/>
                </a:lnTo>
                <a:lnTo>
                  <a:pt x="1920" y="11795"/>
                </a:lnTo>
                <a:lnTo>
                  <a:pt x="2300" y="11795"/>
                </a:lnTo>
                <a:lnTo>
                  <a:pt x="2300" y="12008"/>
                </a:lnTo>
                <a:lnTo>
                  <a:pt x="2300" y="12221"/>
                </a:lnTo>
                <a:lnTo>
                  <a:pt x="2681" y="12434"/>
                </a:lnTo>
                <a:lnTo>
                  <a:pt x="2681" y="12647"/>
                </a:lnTo>
                <a:lnTo>
                  <a:pt x="2681" y="12860"/>
                </a:lnTo>
                <a:lnTo>
                  <a:pt x="2681" y="13082"/>
                </a:lnTo>
                <a:lnTo>
                  <a:pt x="3062" y="13295"/>
                </a:lnTo>
                <a:lnTo>
                  <a:pt x="3062" y="13508"/>
                </a:lnTo>
                <a:lnTo>
                  <a:pt x="3062" y="13721"/>
                </a:lnTo>
                <a:lnTo>
                  <a:pt x="3062" y="13934"/>
                </a:lnTo>
                <a:lnTo>
                  <a:pt x="3062" y="14147"/>
                </a:lnTo>
                <a:lnTo>
                  <a:pt x="3443" y="14369"/>
                </a:lnTo>
                <a:lnTo>
                  <a:pt x="3443" y="14582"/>
                </a:lnTo>
                <a:lnTo>
                  <a:pt x="3840" y="14582"/>
                </a:lnTo>
                <a:lnTo>
                  <a:pt x="3840" y="14795"/>
                </a:lnTo>
                <a:lnTo>
                  <a:pt x="3840" y="15008"/>
                </a:lnTo>
                <a:lnTo>
                  <a:pt x="4221" y="15008"/>
                </a:lnTo>
                <a:lnTo>
                  <a:pt x="4221" y="15221"/>
                </a:lnTo>
                <a:lnTo>
                  <a:pt x="4221" y="15434"/>
                </a:lnTo>
                <a:lnTo>
                  <a:pt x="4601" y="15434"/>
                </a:lnTo>
                <a:lnTo>
                  <a:pt x="4601" y="15647"/>
                </a:lnTo>
                <a:lnTo>
                  <a:pt x="4601" y="15869"/>
                </a:lnTo>
                <a:lnTo>
                  <a:pt x="4982" y="15869"/>
                </a:lnTo>
                <a:lnTo>
                  <a:pt x="5363" y="15869"/>
                </a:lnTo>
                <a:lnTo>
                  <a:pt x="5363" y="16082"/>
                </a:lnTo>
                <a:lnTo>
                  <a:pt x="5744" y="16082"/>
                </a:lnTo>
                <a:lnTo>
                  <a:pt x="6125" y="16082"/>
                </a:lnTo>
                <a:lnTo>
                  <a:pt x="6522" y="16082"/>
                </a:lnTo>
                <a:lnTo>
                  <a:pt x="6902" y="16082"/>
                </a:lnTo>
                <a:lnTo>
                  <a:pt x="6902" y="16082"/>
                </a:lnTo>
                <a:lnTo>
                  <a:pt x="6902" y="15869"/>
                </a:lnTo>
                <a:lnTo>
                  <a:pt x="7283" y="15869"/>
                </a:lnTo>
                <a:lnTo>
                  <a:pt x="7283" y="15647"/>
                </a:lnTo>
                <a:lnTo>
                  <a:pt x="7664" y="15434"/>
                </a:lnTo>
                <a:lnTo>
                  <a:pt x="7664" y="15221"/>
                </a:lnTo>
                <a:lnTo>
                  <a:pt x="8045" y="15008"/>
                </a:lnTo>
                <a:lnTo>
                  <a:pt x="8045" y="14795"/>
                </a:lnTo>
                <a:lnTo>
                  <a:pt x="8045" y="14582"/>
                </a:lnTo>
                <a:lnTo>
                  <a:pt x="8426" y="14582"/>
                </a:lnTo>
                <a:lnTo>
                  <a:pt x="8426" y="14369"/>
                </a:lnTo>
                <a:lnTo>
                  <a:pt x="8807" y="14147"/>
                </a:lnTo>
                <a:lnTo>
                  <a:pt x="8807" y="13934"/>
                </a:lnTo>
                <a:lnTo>
                  <a:pt x="8807" y="13721"/>
                </a:lnTo>
                <a:lnTo>
                  <a:pt x="9203" y="13721"/>
                </a:lnTo>
                <a:lnTo>
                  <a:pt x="9203" y="13508"/>
                </a:lnTo>
                <a:lnTo>
                  <a:pt x="9203" y="13295"/>
                </a:lnTo>
                <a:lnTo>
                  <a:pt x="9584" y="13082"/>
                </a:lnTo>
                <a:lnTo>
                  <a:pt x="9584" y="12860"/>
                </a:lnTo>
                <a:lnTo>
                  <a:pt x="9584" y="12647"/>
                </a:lnTo>
                <a:lnTo>
                  <a:pt x="9584" y="11795"/>
                </a:lnTo>
                <a:lnTo>
                  <a:pt x="9965" y="11795"/>
                </a:lnTo>
                <a:lnTo>
                  <a:pt x="9965" y="11573"/>
                </a:lnTo>
                <a:lnTo>
                  <a:pt x="9965" y="11360"/>
                </a:lnTo>
                <a:lnTo>
                  <a:pt x="9965" y="11147"/>
                </a:lnTo>
                <a:lnTo>
                  <a:pt x="10346" y="11147"/>
                </a:lnTo>
                <a:lnTo>
                  <a:pt x="10346" y="10934"/>
                </a:lnTo>
                <a:lnTo>
                  <a:pt x="10346" y="10721"/>
                </a:lnTo>
                <a:lnTo>
                  <a:pt x="10346" y="10508"/>
                </a:lnTo>
                <a:lnTo>
                  <a:pt x="10346" y="10295"/>
                </a:lnTo>
                <a:lnTo>
                  <a:pt x="10727" y="10073"/>
                </a:lnTo>
                <a:lnTo>
                  <a:pt x="10727" y="9860"/>
                </a:lnTo>
                <a:lnTo>
                  <a:pt x="10727" y="9647"/>
                </a:lnTo>
                <a:lnTo>
                  <a:pt x="10727" y="9434"/>
                </a:lnTo>
                <a:lnTo>
                  <a:pt x="11108" y="9221"/>
                </a:lnTo>
                <a:lnTo>
                  <a:pt x="11108" y="9008"/>
                </a:lnTo>
                <a:lnTo>
                  <a:pt x="11108" y="8786"/>
                </a:lnTo>
                <a:lnTo>
                  <a:pt x="11108" y="8573"/>
                </a:lnTo>
                <a:lnTo>
                  <a:pt x="11488" y="8360"/>
                </a:lnTo>
                <a:lnTo>
                  <a:pt x="11488" y="7934"/>
                </a:lnTo>
                <a:lnTo>
                  <a:pt x="11488" y="7721"/>
                </a:lnTo>
                <a:lnTo>
                  <a:pt x="11488" y="7499"/>
                </a:lnTo>
                <a:lnTo>
                  <a:pt x="11488" y="7286"/>
                </a:lnTo>
                <a:lnTo>
                  <a:pt x="11488" y="6860"/>
                </a:lnTo>
                <a:lnTo>
                  <a:pt x="11488" y="6647"/>
                </a:lnTo>
                <a:lnTo>
                  <a:pt x="11488" y="6434"/>
                </a:lnTo>
                <a:lnTo>
                  <a:pt x="11885" y="6434"/>
                </a:lnTo>
                <a:lnTo>
                  <a:pt x="11885" y="5999"/>
                </a:lnTo>
                <a:lnTo>
                  <a:pt x="11885" y="5786"/>
                </a:lnTo>
                <a:lnTo>
                  <a:pt x="11885" y="5573"/>
                </a:lnTo>
                <a:lnTo>
                  <a:pt x="11885" y="5147"/>
                </a:lnTo>
                <a:lnTo>
                  <a:pt x="12266" y="5147"/>
                </a:lnTo>
                <a:lnTo>
                  <a:pt x="12266" y="4934"/>
                </a:lnTo>
                <a:lnTo>
                  <a:pt x="12266" y="4499"/>
                </a:lnTo>
                <a:lnTo>
                  <a:pt x="12266" y="4286"/>
                </a:lnTo>
                <a:lnTo>
                  <a:pt x="12266" y="4073"/>
                </a:lnTo>
                <a:lnTo>
                  <a:pt x="12647" y="3860"/>
                </a:lnTo>
                <a:lnTo>
                  <a:pt x="12647" y="3647"/>
                </a:lnTo>
                <a:lnTo>
                  <a:pt x="12647" y="3212"/>
                </a:lnTo>
                <a:lnTo>
                  <a:pt x="12647" y="2999"/>
                </a:lnTo>
                <a:lnTo>
                  <a:pt x="13028" y="2786"/>
                </a:lnTo>
                <a:lnTo>
                  <a:pt x="13028" y="2573"/>
                </a:lnTo>
                <a:lnTo>
                  <a:pt x="13028" y="2139"/>
                </a:lnTo>
                <a:lnTo>
                  <a:pt x="13028" y="1925"/>
                </a:lnTo>
                <a:lnTo>
                  <a:pt x="13028" y="1712"/>
                </a:lnTo>
                <a:lnTo>
                  <a:pt x="13409" y="1499"/>
                </a:lnTo>
                <a:lnTo>
                  <a:pt x="13409" y="1073"/>
                </a:lnTo>
                <a:lnTo>
                  <a:pt x="13409" y="639"/>
                </a:lnTo>
                <a:lnTo>
                  <a:pt x="13409" y="426"/>
                </a:lnTo>
                <a:lnTo>
                  <a:pt x="13409" y="213"/>
                </a:lnTo>
                <a:lnTo>
                  <a:pt x="13409" y="0"/>
                </a:lnTo>
              </a:path>
            </a:pathLst>
          </a:custGeom>
          <a:ln w="1601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754109" y="3959763"/>
            <a:ext cx="13789" cy="110003"/>
          </a:xfrm>
          <a:custGeom>
            <a:avLst/>
            <a:gdLst/>
            <a:ahLst/>
            <a:cxnLst/>
            <a:rect l="l" t="t" r="r" b="b"/>
            <a:pathLst>
              <a:path w="13789" h="110003">
                <a:moveTo>
                  <a:pt x="0" y="110003"/>
                </a:moveTo>
                <a:lnTo>
                  <a:pt x="0" y="109577"/>
                </a:lnTo>
                <a:lnTo>
                  <a:pt x="0" y="109355"/>
                </a:lnTo>
                <a:lnTo>
                  <a:pt x="0" y="109142"/>
                </a:lnTo>
                <a:lnTo>
                  <a:pt x="0" y="108716"/>
                </a:lnTo>
                <a:lnTo>
                  <a:pt x="380" y="108290"/>
                </a:lnTo>
                <a:lnTo>
                  <a:pt x="380" y="108068"/>
                </a:lnTo>
                <a:lnTo>
                  <a:pt x="380" y="107855"/>
                </a:lnTo>
                <a:lnTo>
                  <a:pt x="380" y="107429"/>
                </a:lnTo>
                <a:lnTo>
                  <a:pt x="761" y="107003"/>
                </a:lnTo>
                <a:lnTo>
                  <a:pt x="761" y="106781"/>
                </a:lnTo>
                <a:lnTo>
                  <a:pt x="761" y="106568"/>
                </a:lnTo>
                <a:lnTo>
                  <a:pt x="761" y="106142"/>
                </a:lnTo>
                <a:lnTo>
                  <a:pt x="761" y="105716"/>
                </a:lnTo>
                <a:lnTo>
                  <a:pt x="1158" y="105503"/>
                </a:lnTo>
                <a:lnTo>
                  <a:pt x="1158" y="105281"/>
                </a:lnTo>
                <a:lnTo>
                  <a:pt x="1158" y="104855"/>
                </a:lnTo>
                <a:lnTo>
                  <a:pt x="1158" y="104429"/>
                </a:lnTo>
                <a:lnTo>
                  <a:pt x="1158" y="104216"/>
                </a:lnTo>
                <a:lnTo>
                  <a:pt x="1539" y="103781"/>
                </a:lnTo>
                <a:lnTo>
                  <a:pt x="1539" y="103355"/>
                </a:lnTo>
                <a:lnTo>
                  <a:pt x="1539" y="103142"/>
                </a:lnTo>
                <a:lnTo>
                  <a:pt x="1539" y="102708"/>
                </a:lnTo>
                <a:lnTo>
                  <a:pt x="1539" y="102281"/>
                </a:lnTo>
                <a:lnTo>
                  <a:pt x="1920" y="102068"/>
                </a:lnTo>
                <a:lnTo>
                  <a:pt x="1920" y="101642"/>
                </a:lnTo>
                <a:lnTo>
                  <a:pt x="1920" y="101208"/>
                </a:lnTo>
                <a:lnTo>
                  <a:pt x="1920" y="100995"/>
                </a:lnTo>
                <a:lnTo>
                  <a:pt x="2300" y="100569"/>
                </a:lnTo>
                <a:lnTo>
                  <a:pt x="2300" y="100142"/>
                </a:lnTo>
                <a:lnTo>
                  <a:pt x="2300" y="99708"/>
                </a:lnTo>
                <a:lnTo>
                  <a:pt x="2300" y="99495"/>
                </a:lnTo>
                <a:lnTo>
                  <a:pt x="2300" y="99069"/>
                </a:lnTo>
                <a:lnTo>
                  <a:pt x="2300" y="98634"/>
                </a:lnTo>
                <a:lnTo>
                  <a:pt x="2300" y="98421"/>
                </a:lnTo>
                <a:lnTo>
                  <a:pt x="2300" y="97995"/>
                </a:lnTo>
                <a:lnTo>
                  <a:pt x="2300" y="97347"/>
                </a:lnTo>
                <a:lnTo>
                  <a:pt x="2300" y="97134"/>
                </a:lnTo>
                <a:lnTo>
                  <a:pt x="2681" y="96708"/>
                </a:lnTo>
                <a:lnTo>
                  <a:pt x="2681" y="96282"/>
                </a:lnTo>
                <a:lnTo>
                  <a:pt x="2681" y="96069"/>
                </a:lnTo>
                <a:lnTo>
                  <a:pt x="2681" y="95421"/>
                </a:lnTo>
                <a:lnTo>
                  <a:pt x="2681" y="94995"/>
                </a:lnTo>
                <a:lnTo>
                  <a:pt x="3062" y="94782"/>
                </a:lnTo>
                <a:lnTo>
                  <a:pt x="3062" y="94347"/>
                </a:lnTo>
                <a:lnTo>
                  <a:pt x="3062" y="93921"/>
                </a:lnTo>
                <a:lnTo>
                  <a:pt x="3062" y="93495"/>
                </a:lnTo>
                <a:lnTo>
                  <a:pt x="3459" y="93060"/>
                </a:lnTo>
                <a:lnTo>
                  <a:pt x="3459" y="92634"/>
                </a:lnTo>
                <a:lnTo>
                  <a:pt x="3459" y="92208"/>
                </a:lnTo>
                <a:lnTo>
                  <a:pt x="3459" y="91773"/>
                </a:lnTo>
                <a:lnTo>
                  <a:pt x="3459" y="91347"/>
                </a:lnTo>
                <a:lnTo>
                  <a:pt x="3840" y="90921"/>
                </a:lnTo>
                <a:lnTo>
                  <a:pt x="3840" y="90486"/>
                </a:lnTo>
                <a:lnTo>
                  <a:pt x="3840" y="90060"/>
                </a:lnTo>
                <a:lnTo>
                  <a:pt x="3840" y="89634"/>
                </a:lnTo>
                <a:lnTo>
                  <a:pt x="3840" y="89199"/>
                </a:lnTo>
                <a:lnTo>
                  <a:pt x="4221" y="88773"/>
                </a:lnTo>
                <a:lnTo>
                  <a:pt x="4221" y="88347"/>
                </a:lnTo>
                <a:lnTo>
                  <a:pt x="4221" y="87921"/>
                </a:lnTo>
                <a:lnTo>
                  <a:pt x="4221" y="87486"/>
                </a:lnTo>
                <a:lnTo>
                  <a:pt x="4221" y="86847"/>
                </a:lnTo>
                <a:lnTo>
                  <a:pt x="4221" y="86634"/>
                </a:lnTo>
                <a:lnTo>
                  <a:pt x="4221" y="85986"/>
                </a:lnTo>
                <a:lnTo>
                  <a:pt x="4221" y="85560"/>
                </a:lnTo>
                <a:lnTo>
                  <a:pt x="4221" y="85125"/>
                </a:lnTo>
                <a:lnTo>
                  <a:pt x="4601" y="84486"/>
                </a:lnTo>
                <a:lnTo>
                  <a:pt x="4601" y="84273"/>
                </a:lnTo>
                <a:lnTo>
                  <a:pt x="4601" y="83625"/>
                </a:lnTo>
                <a:lnTo>
                  <a:pt x="4601" y="83199"/>
                </a:lnTo>
                <a:lnTo>
                  <a:pt x="4601" y="82773"/>
                </a:lnTo>
                <a:lnTo>
                  <a:pt x="4982" y="82125"/>
                </a:lnTo>
                <a:lnTo>
                  <a:pt x="4982" y="81912"/>
                </a:lnTo>
                <a:lnTo>
                  <a:pt x="4982" y="81273"/>
                </a:lnTo>
                <a:lnTo>
                  <a:pt x="4982" y="80838"/>
                </a:lnTo>
                <a:lnTo>
                  <a:pt x="4982" y="80199"/>
                </a:lnTo>
                <a:lnTo>
                  <a:pt x="5363" y="79764"/>
                </a:lnTo>
                <a:lnTo>
                  <a:pt x="5363" y="79338"/>
                </a:lnTo>
                <a:lnTo>
                  <a:pt x="5363" y="78699"/>
                </a:lnTo>
                <a:lnTo>
                  <a:pt x="5363" y="78264"/>
                </a:lnTo>
                <a:lnTo>
                  <a:pt x="5363" y="77838"/>
                </a:lnTo>
                <a:lnTo>
                  <a:pt x="5744" y="77412"/>
                </a:lnTo>
                <a:lnTo>
                  <a:pt x="5744" y="76764"/>
                </a:lnTo>
                <a:lnTo>
                  <a:pt x="5744" y="76125"/>
                </a:lnTo>
                <a:lnTo>
                  <a:pt x="5744" y="75690"/>
                </a:lnTo>
                <a:lnTo>
                  <a:pt x="6141" y="75264"/>
                </a:lnTo>
                <a:lnTo>
                  <a:pt x="6141" y="74838"/>
                </a:lnTo>
                <a:lnTo>
                  <a:pt x="6141" y="74190"/>
                </a:lnTo>
                <a:lnTo>
                  <a:pt x="6141" y="73764"/>
                </a:lnTo>
                <a:lnTo>
                  <a:pt x="6141" y="73125"/>
                </a:lnTo>
                <a:lnTo>
                  <a:pt x="6522" y="72690"/>
                </a:lnTo>
                <a:lnTo>
                  <a:pt x="6522" y="72051"/>
                </a:lnTo>
                <a:lnTo>
                  <a:pt x="6522" y="71403"/>
                </a:lnTo>
                <a:lnTo>
                  <a:pt x="6522" y="70977"/>
                </a:lnTo>
                <a:lnTo>
                  <a:pt x="6522" y="70329"/>
                </a:lnTo>
                <a:lnTo>
                  <a:pt x="6522" y="69903"/>
                </a:lnTo>
                <a:lnTo>
                  <a:pt x="6522" y="69264"/>
                </a:lnTo>
                <a:lnTo>
                  <a:pt x="6522" y="68829"/>
                </a:lnTo>
                <a:lnTo>
                  <a:pt x="6522" y="68190"/>
                </a:lnTo>
                <a:lnTo>
                  <a:pt x="6522" y="67764"/>
                </a:lnTo>
                <a:lnTo>
                  <a:pt x="6902" y="67117"/>
                </a:lnTo>
                <a:lnTo>
                  <a:pt x="6902" y="66690"/>
                </a:lnTo>
                <a:lnTo>
                  <a:pt x="6902" y="66043"/>
                </a:lnTo>
                <a:lnTo>
                  <a:pt x="6902" y="65617"/>
                </a:lnTo>
                <a:lnTo>
                  <a:pt x="7283" y="64977"/>
                </a:lnTo>
                <a:lnTo>
                  <a:pt x="7283" y="64330"/>
                </a:lnTo>
                <a:lnTo>
                  <a:pt x="7283" y="63904"/>
                </a:lnTo>
                <a:lnTo>
                  <a:pt x="7283" y="63256"/>
                </a:lnTo>
                <a:lnTo>
                  <a:pt x="7283" y="62617"/>
                </a:lnTo>
                <a:lnTo>
                  <a:pt x="7664" y="61969"/>
                </a:lnTo>
                <a:lnTo>
                  <a:pt x="7664" y="61543"/>
                </a:lnTo>
                <a:lnTo>
                  <a:pt x="7664" y="60895"/>
                </a:lnTo>
                <a:lnTo>
                  <a:pt x="7664" y="60256"/>
                </a:lnTo>
                <a:lnTo>
                  <a:pt x="7664" y="59617"/>
                </a:lnTo>
                <a:lnTo>
                  <a:pt x="8045" y="59182"/>
                </a:lnTo>
                <a:lnTo>
                  <a:pt x="8045" y="58543"/>
                </a:lnTo>
                <a:lnTo>
                  <a:pt x="8045" y="57895"/>
                </a:lnTo>
                <a:lnTo>
                  <a:pt x="8045" y="57256"/>
                </a:lnTo>
                <a:lnTo>
                  <a:pt x="8045" y="56821"/>
                </a:lnTo>
                <a:lnTo>
                  <a:pt x="8426" y="56182"/>
                </a:lnTo>
                <a:lnTo>
                  <a:pt x="8426" y="55543"/>
                </a:lnTo>
                <a:lnTo>
                  <a:pt x="8426" y="54895"/>
                </a:lnTo>
                <a:lnTo>
                  <a:pt x="8426" y="54256"/>
                </a:lnTo>
                <a:lnTo>
                  <a:pt x="8426" y="53821"/>
                </a:lnTo>
                <a:lnTo>
                  <a:pt x="8426" y="53182"/>
                </a:lnTo>
                <a:lnTo>
                  <a:pt x="8426" y="52534"/>
                </a:lnTo>
                <a:lnTo>
                  <a:pt x="8426" y="51895"/>
                </a:lnTo>
                <a:lnTo>
                  <a:pt x="8426" y="51247"/>
                </a:lnTo>
                <a:lnTo>
                  <a:pt x="8822" y="50608"/>
                </a:lnTo>
                <a:lnTo>
                  <a:pt x="8822" y="49960"/>
                </a:lnTo>
                <a:lnTo>
                  <a:pt x="8822" y="49321"/>
                </a:lnTo>
                <a:lnTo>
                  <a:pt x="8822" y="48895"/>
                </a:lnTo>
                <a:lnTo>
                  <a:pt x="8822" y="48034"/>
                </a:lnTo>
                <a:lnTo>
                  <a:pt x="9203" y="47608"/>
                </a:lnTo>
                <a:lnTo>
                  <a:pt x="9203" y="46747"/>
                </a:lnTo>
                <a:lnTo>
                  <a:pt x="9203" y="46108"/>
                </a:lnTo>
                <a:lnTo>
                  <a:pt x="9203" y="45460"/>
                </a:lnTo>
                <a:lnTo>
                  <a:pt x="9203" y="44821"/>
                </a:lnTo>
                <a:lnTo>
                  <a:pt x="9584" y="44386"/>
                </a:lnTo>
                <a:lnTo>
                  <a:pt x="9584" y="43534"/>
                </a:lnTo>
                <a:lnTo>
                  <a:pt x="9584" y="43099"/>
                </a:lnTo>
                <a:lnTo>
                  <a:pt x="9584" y="42247"/>
                </a:lnTo>
                <a:lnTo>
                  <a:pt x="9965" y="41599"/>
                </a:lnTo>
                <a:lnTo>
                  <a:pt x="9965" y="40960"/>
                </a:lnTo>
                <a:lnTo>
                  <a:pt x="9965" y="40312"/>
                </a:lnTo>
                <a:lnTo>
                  <a:pt x="9965" y="39673"/>
                </a:lnTo>
                <a:lnTo>
                  <a:pt x="9965" y="39025"/>
                </a:lnTo>
                <a:lnTo>
                  <a:pt x="10346" y="38386"/>
                </a:lnTo>
                <a:lnTo>
                  <a:pt x="10346" y="37525"/>
                </a:lnTo>
                <a:lnTo>
                  <a:pt x="10346" y="36886"/>
                </a:lnTo>
                <a:lnTo>
                  <a:pt x="10346" y="36238"/>
                </a:lnTo>
                <a:lnTo>
                  <a:pt x="10346" y="35599"/>
                </a:lnTo>
                <a:lnTo>
                  <a:pt x="10727" y="34951"/>
                </a:lnTo>
                <a:lnTo>
                  <a:pt x="10727" y="34099"/>
                </a:lnTo>
                <a:lnTo>
                  <a:pt x="10727" y="33665"/>
                </a:lnTo>
                <a:lnTo>
                  <a:pt x="10727" y="32812"/>
                </a:lnTo>
                <a:lnTo>
                  <a:pt x="10727" y="32165"/>
                </a:lnTo>
                <a:lnTo>
                  <a:pt x="10727" y="31312"/>
                </a:lnTo>
                <a:lnTo>
                  <a:pt x="10727" y="30665"/>
                </a:lnTo>
                <a:lnTo>
                  <a:pt x="10727" y="30026"/>
                </a:lnTo>
                <a:lnTo>
                  <a:pt x="10727" y="29378"/>
                </a:lnTo>
                <a:lnTo>
                  <a:pt x="11108" y="28739"/>
                </a:lnTo>
                <a:lnTo>
                  <a:pt x="11108" y="27878"/>
                </a:lnTo>
                <a:lnTo>
                  <a:pt x="11108" y="27239"/>
                </a:lnTo>
                <a:lnTo>
                  <a:pt x="11108" y="26591"/>
                </a:lnTo>
                <a:lnTo>
                  <a:pt x="11108" y="25730"/>
                </a:lnTo>
                <a:lnTo>
                  <a:pt x="11504" y="25091"/>
                </a:lnTo>
                <a:lnTo>
                  <a:pt x="11504" y="24230"/>
                </a:lnTo>
                <a:lnTo>
                  <a:pt x="11504" y="23591"/>
                </a:lnTo>
                <a:lnTo>
                  <a:pt x="11504" y="22943"/>
                </a:lnTo>
                <a:lnTo>
                  <a:pt x="11504" y="22091"/>
                </a:lnTo>
                <a:lnTo>
                  <a:pt x="11885" y="21443"/>
                </a:lnTo>
                <a:lnTo>
                  <a:pt x="11885" y="20591"/>
                </a:lnTo>
                <a:lnTo>
                  <a:pt x="11885" y="19943"/>
                </a:lnTo>
                <a:lnTo>
                  <a:pt x="11885" y="19304"/>
                </a:lnTo>
                <a:lnTo>
                  <a:pt x="11885" y="18443"/>
                </a:lnTo>
                <a:lnTo>
                  <a:pt x="12266" y="17804"/>
                </a:lnTo>
                <a:lnTo>
                  <a:pt x="12266" y="17156"/>
                </a:lnTo>
                <a:lnTo>
                  <a:pt x="12266" y="16082"/>
                </a:lnTo>
                <a:lnTo>
                  <a:pt x="12266" y="15443"/>
                </a:lnTo>
                <a:lnTo>
                  <a:pt x="12647" y="14795"/>
                </a:lnTo>
                <a:lnTo>
                  <a:pt x="12647" y="13943"/>
                </a:lnTo>
                <a:lnTo>
                  <a:pt x="12647" y="13295"/>
                </a:lnTo>
                <a:lnTo>
                  <a:pt x="12647" y="12443"/>
                </a:lnTo>
                <a:lnTo>
                  <a:pt x="12647" y="11582"/>
                </a:lnTo>
                <a:lnTo>
                  <a:pt x="12647" y="10934"/>
                </a:lnTo>
                <a:lnTo>
                  <a:pt x="12647" y="10082"/>
                </a:lnTo>
                <a:lnTo>
                  <a:pt x="12647" y="9434"/>
                </a:lnTo>
                <a:lnTo>
                  <a:pt x="12647" y="8582"/>
                </a:lnTo>
                <a:lnTo>
                  <a:pt x="12647" y="7721"/>
                </a:lnTo>
                <a:lnTo>
                  <a:pt x="13028" y="7082"/>
                </a:lnTo>
                <a:lnTo>
                  <a:pt x="13028" y="6434"/>
                </a:lnTo>
                <a:lnTo>
                  <a:pt x="13028" y="5360"/>
                </a:lnTo>
                <a:lnTo>
                  <a:pt x="13028" y="4721"/>
                </a:lnTo>
                <a:lnTo>
                  <a:pt x="13028" y="4073"/>
                </a:lnTo>
                <a:lnTo>
                  <a:pt x="13409" y="3008"/>
                </a:lnTo>
                <a:lnTo>
                  <a:pt x="13409" y="2360"/>
                </a:lnTo>
                <a:lnTo>
                  <a:pt x="13409" y="1721"/>
                </a:lnTo>
                <a:lnTo>
                  <a:pt x="13409" y="647"/>
                </a:lnTo>
                <a:lnTo>
                  <a:pt x="13789" y="0"/>
                </a:lnTo>
              </a:path>
            </a:pathLst>
          </a:custGeom>
          <a:ln w="1940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767899" y="3757347"/>
            <a:ext cx="13424" cy="202416"/>
          </a:xfrm>
          <a:custGeom>
            <a:avLst/>
            <a:gdLst/>
            <a:ahLst/>
            <a:cxnLst/>
            <a:rect l="l" t="t" r="r" b="b"/>
            <a:pathLst>
              <a:path w="13424" h="202416">
                <a:moveTo>
                  <a:pt x="0" y="202416"/>
                </a:moveTo>
                <a:lnTo>
                  <a:pt x="0" y="201564"/>
                </a:lnTo>
                <a:lnTo>
                  <a:pt x="0" y="200703"/>
                </a:lnTo>
                <a:lnTo>
                  <a:pt x="0" y="200064"/>
                </a:lnTo>
                <a:lnTo>
                  <a:pt x="0" y="199203"/>
                </a:lnTo>
                <a:lnTo>
                  <a:pt x="396" y="198342"/>
                </a:lnTo>
                <a:lnTo>
                  <a:pt x="396" y="197490"/>
                </a:lnTo>
                <a:lnTo>
                  <a:pt x="396" y="196842"/>
                </a:lnTo>
                <a:lnTo>
                  <a:pt x="396" y="195990"/>
                </a:lnTo>
                <a:lnTo>
                  <a:pt x="396" y="195129"/>
                </a:lnTo>
                <a:lnTo>
                  <a:pt x="777" y="194268"/>
                </a:lnTo>
                <a:lnTo>
                  <a:pt x="777" y="193629"/>
                </a:lnTo>
                <a:lnTo>
                  <a:pt x="777" y="192555"/>
                </a:lnTo>
                <a:lnTo>
                  <a:pt x="777" y="191916"/>
                </a:lnTo>
                <a:lnTo>
                  <a:pt x="777" y="191055"/>
                </a:lnTo>
                <a:lnTo>
                  <a:pt x="1158" y="189981"/>
                </a:lnTo>
                <a:lnTo>
                  <a:pt x="1158" y="189342"/>
                </a:lnTo>
                <a:lnTo>
                  <a:pt x="1158" y="188481"/>
                </a:lnTo>
                <a:lnTo>
                  <a:pt x="1158" y="187620"/>
                </a:lnTo>
                <a:lnTo>
                  <a:pt x="1158" y="186768"/>
                </a:lnTo>
                <a:lnTo>
                  <a:pt x="1158" y="185907"/>
                </a:lnTo>
                <a:lnTo>
                  <a:pt x="1158" y="185268"/>
                </a:lnTo>
                <a:lnTo>
                  <a:pt x="1158" y="184194"/>
                </a:lnTo>
                <a:lnTo>
                  <a:pt x="1158" y="183333"/>
                </a:lnTo>
                <a:lnTo>
                  <a:pt x="1539" y="182694"/>
                </a:lnTo>
                <a:lnTo>
                  <a:pt x="1539" y="181833"/>
                </a:lnTo>
                <a:lnTo>
                  <a:pt x="1539" y="180759"/>
                </a:lnTo>
                <a:lnTo>
                  <a:pt x="1539" y="179907"/>
                </a:lnTo>
                <a:lnTo>
                  <a:pt x="1539" y="179259"/>
                </a:lnTo>
                <a:lnTo>
                  <a:pt x="1920" y="178185"/>
                </a:lnTo>
                <a:lnTo>
                  <a:pt x="1920" y="177333"/>
                </a:lnTo>
                <a:lnTo>
                  <a:pt x="1920" y="176472"/>
                </a:lnTo>
                <a:lnTo>
                  <a:pt x="1920" y="175833"/>
                </a:lnTo>
                <a:lnTo>
                  <a:pt x="1920" y="174759"/>
                </a:lnTo>
                <a:lnTo>
                  <a:pt x="2300" y="173898"/>
                </a:lnTo>
                <a:lnTo>
                  <a:pt x="2300" y="173046"/>
                </a:lnTo>
                <a:lnTo>
                  <a:pt x="2300" y="172185"/>
                </a:lnTo>
                <a:lnTo>
                  <a:pt x="2300" y="171111"/>
                </a:lnTo>
                <a:lnTo>
                  <a:pt x="2300" y="170259"/>
                </a:lnTo>
                <a:lnTo>
                  <a:pt x="2697" y="169612"/>
                </a:lnTo>
                <a:lnTo>
                  <a:pt x="2697" y="168751"/>
                </a:lnTo>
                <a:lnTo>
                  <a:pt x="2697" y="167686"/>
                </a:lnTo>
                <a:lnTo>
                  <a:pt x="2697" y="166825"/>
                </a:lnTo>
                <a:lnTo>
                  <a:pt x="3078" y="165964"/>
                </a:lnTo>
                <a:lnTo>
                  <a:pt x="3078" y="165112"/>
                </a:lnTo>
                <a:lnTo>
                  <a:pt x="3078" y="164038"/>
                </a:lnTo>
                <a:lnTo>
                  <a:pt x="3078" y="163177"/>
                </a:lnTo>
                <a:lnTo>
                  <a:pt x="3078" y="162325"/>
                </a:lnTo>
                <a:lnTo>
                  <a:pt x="3078" y="161464"/>
                </a:lnTo>
                <a:lnTo>
                  <a:pt x="3078" y="160603"/>
                </a:lnTo>
                <a:lnTo>
                  <a:pt x="3078" y="159538"/>
                </a:lnTo>
                <a:lnTo>
                  <a:pt x="3078" y="158677"/>
                </a:lnTo>
                <a:lnTo>
                  <a:pt x="3078" y="157816"/>
                </a:lnTo>
                <a:lnTo>
                  <a:pt x="3459" y="156964"/>
                </a:lnTo>
                <a:lnTo>
                  <a:pt x="3459" y="155890"/>
                </a:lnTo>
                <a:lnTo>
                  <a:pt x="3459" y="155029"/>
                </a:lnTo>
                <a:lnTo>
                  <a:pt x="3459" y="154177"/>
                </a:lnTo>
                <a:lnTo>
                  <a:pt x="3459" y="153103"/>
                </a:lnTo>
                <a:lnTo>
                  <a:pt x="3840" y="152242"/>
                </a:lnTo>
                <a:lnTo>
                  <a:pt x="3840" y="151168"/>
                </a:lnTo>
                <a:lnTo>
                  <a:pt x="3840" y="150316"/>
                </a:lnTo>
                <a:lnTo>
                  <a:pt x="3840" y="149455"/>
                </a:lnTo>
                <a:lnTo>
                  <a:pt x="4221" y="148594"/>
                </a:lnTo>
                <a:lnTo>
                  <a:pt x="4221" y="147529"/>
                </a:lnTo>
                <a:lnTo>
                  <a:pt x="4221" y="146455"/>
                </a:lnTo>
                <a:lnTo>
                  <a:pt x="4221" y="145594"/>
                </a:lnTo>
                <a:lnTo>
                  <a:pt x="4221" y="144742"/>
                </a:lnTo>
                <a:lnTo>
                  <a:pt x="4601" y="143881"/>
                </a:lnTo>
                <a:lnTo>
                  <a:pt x="4601" y="142807"/>
                </a:lnTo>
                <a:lnTo>
                  <a:pt x="4601" y="141733"/>
                </a:lnTo>
                <a:lnTo>
                  <a:pt x="4601" y="140881"/>
                </a:lnTo>
                <a:lnTo>
                  <a:pt x="4601" y="140020"/>
                </a:lnTo>
                <a:lnTo>
                  <a:pt x="4982" y="138946"/>
                </a:lnTo>
                <a:lnTo>
                  <a:pt x="4982" y="138094"/>
                </a:lnTo>
                <a:lnTo>
                  <a:pt x="4982" y="137020"/>
                </a:lnTo>
                <a:lnTo>
                  <a:pt x="4982" y="135946"/>
                </a:lnTo>
                <a:lnTo>
                  <a:pt x="4982" y="135086"/>
                </a:lnTo>
                <a:lnTo>
                  <a:pt x="4982" y="134234"/>
                </a:lnTo>
                <a:lnTo>
                  <a:pt x="4982" y="133160"/>
                </a:lnTo>
                <a:lnTo>
                  <a:pt x="4982" y="132086"/>
                </a:lnTo>
                <a:lnTo>
                  <a:pt x="4982" y="131234"/>
                </a:lnTo>
                <a:lnTo>
                  <a:pt x="5379" y="130160"/>
                </a:lnTo>
                <a:lnTo>
                  <a:pt x="5379" y="129299"/>
                </a:lnTo>
                <a:lnTo>
                  <a:pt x="5379" y="128225"/>
                </a:lnTo>
                <a:lnTo>
                  <a:pt x="5379" y="127373"/>
                </a:lnTo>
                <a:lnTo>
                  <a:pt x="5379" y="126299"/>
                </a:lnTo>
                <a:lnTo>
                  <a:pt x="5760" y="125225"/>
                </a:lnTo>
                <a:lnTo>
                  <a:pt x="5760" y="124151"/>
                </a:lnTo>
                <a:lnTo>
                  <a:pt x="5760" y="123299"/>
                </a:lnTo>
                <a:lnTo>
                  <a:pt x="5760" y="122225"/>
                </a:lnTo>
                <a:lnTo>
                  <a:pt x="5760" y="121364"/>
                </a:lnTo>
                <a:lnTo>
                  <a:pt x="6141" y="120290"/>
                </a:lnTo>
                <a:lnTo>
                  <a:pt x="6141" y="119225"/>
                </a:lnTo>
                <a:lnTo>
                  <a:pt x="6141" y="118151"/>
                </a:lnTo>
                <a:lnTo>
                  <a:pt x="6141" y="117290"/>
                </a:lnTo>
                <a:lnTo>
                  <a:pt x="6141" y="116216"/>
                </a:lnTo>
                <a:lnTo>
                  <a:pt x="6522" y="115364"/>
                </a:lnTo>
                <a:lnTo>
                  <a:pt x="6522" y="114290"/>
                </a:lnTo>
                <a:lnTo>
                  <a:pt x="6522" y="113216"/>
                </a:lnTo>
                <a:lnTo>
                  <a:pt x="6522" y="112142"/>
                </a:lnTo>
                <a:lnTo>
                  <a:pt x="6902" y="111077"/>
                </a:lnTo>
                <a:lnTo>
                  <a:pt x="6902" y="110216"/>
                </a:lnTo>
                <a:lnTo>
                  <a:pt x="6902" y="109142"/>
                </a:lnTo>
                <a:lnTo>
                  <a:pt x="6902" y="108068"/>
                </a:lnTo>
                <a:lnTo>
                  <a:pt x="6902" y="107216"/>
                </a:lnTo>
                <a:lnTo>
                  <a:pt x="7283" y="106142"/>
                </a:lnTo>
                <a:lnTo>
                  <a:pt x="7283" y="105068"/>
                </a:lnTo>
                <a:lnTo>
                  <a:pt x="7283" y="103994"/>
                </a:lnTo>
                <a:lnTo>
                  <a:pt x="7283" y="102929"/>
                </a:lnTo>
                <a:lnTo>
                  <a:pt x="7283" y="101855"/>
                </a:lnTo>
                <a:lnTo>
                  <a:pt x="7283" y="100782"/>
                </a:lnTo>
                <a:lnTo>
                  <a:pt x="7283" y="99921"/>
                </a:lnTo>
                <a:lnTo>
                  <a:pt x="7283" y="98856"/>
                </a:lnTo>
                <a:lnTo>
                  <a:pt x="7283" y="97782"/>
                </a:lnTo>
                <a:lnTo>
                  <a:pt x="7283" y="96708"/>
                </a:lnTo>
                <a:lnTo>
                  <a:pt x="7664" y="95634"/>
                </a:lnTo>
                <a:lnTo>
                  <a:pt x="7664" y="94560"/>
                </a:lnTo>
                <a:lnTo>
                  <a:pt x="7664" y="93495"/>
                </a:lnTo>
                <a:lnTo>
                  <a:pt x="7664" y="92421"/>
                </a:lnTo>
                <a:lnTo>
                  <a:pt x="8061" y="91347"/>
                </a:lnTo>
                <a:lnTo>
                  <a:pt x="8061" y="90273"/>
                </a:lnTo>
                <a:lnTo>
                  <a:pt x="8061" y="89199"/>
                </a:lnTo>
                <a:lnTo>
                  <a:pt x="8061" y="88347"/>
                </a:lnTo>
                <a:lnTo>
                  <a:pt x="8061" y="87273"/>
                </a:lnTo>
                <a:lnTo>
                  <a:pt x="8442" y="86199"/>
                </a:lnTo>
                <a:lnTo>
                  <a:pt x="8442" y="84912"/>
                </a:lnTo>
                <a:lnTo>
                  <a:pt x="8442" y="83838"/>
                </a:lnTo>
                <a:lnTo>
                  <a:pt x="8442" y="82773"/>
                </a:lnTo>
                <a:lnTo>
                  <a:pt x="8442" y="81699"/>
                </a:lnTo>
                <a:lnTo>
                  <a:pt x="8822" y="80625"/>
                </a:lnTo>
                <a:lnTo>
                  <a:pt x="8822" y="79551"/>
                </a:lnTo>
                <a:lnTo>
                  <a:pt x="8822" y="78477"/>
                </a:lnTo>
                <a:lnTo>
                  <a:pt x="8822" y="77412"/>
                </a:lnTo>
                <a:lnTo>
                  <a:pt x="8822" y="76338"/>
                </a:lnTo>
                <a:lnTo>
                  <a:pt x="9203" y="75264"/>
                </a:lnTo>
                <a:lnTo>
                  <a:pt x="9203" y="74190"/>
                </a:lnTo>
                <a:lnTo>
                  <a:pt x="9203" y="73125"/>
                </a:lnTo>
                <a:lnTo>
                  <a:pt x="9203" y="72051"/>
                </a:lnTo>
                <a:lnTo>
                  <a:pt x="9203" y="70764"/>
                </a:lnTo>
                <a:lnTo>
                  <a:pt x="9203" y="69690"/>
                </a:lnTo>
                <a:lnTo>
                  <a:pt x="9203" y="68616"/>
                </a:lnTo>
                <a:lnTo>
                  <a:pt x="9203" y="67543"/>
                </a:lnTo>
                <a:lnTo>
                  <a:pt x="9203" y="66477"/>
                </a:lnTo>
                <a:lnTo>
                  <a:pt x="9584" y="65404"/>
                </a:lnTo>
                <a:lnTo>
                  <a:pt x="9584" y="64117"/>
                </a:lnTo>
                <a:lnTo>
                  <a:pt x="9584" y="63043"/>
                </a:lnTo>
                <a:lnTo>
                  <a:pt x="9584" y="61969"/>
                </a:lnTo>
                <a:lnTo>
                  <a:pt x="9584" y="60895"/>
                </a:lnTo>
                <a:lnTo>
                  <a:pt x="9965" y="59830"/>
                </a:lnTo>
                <a:lnTo>
                  <a:pt x="9965" y="58756"/>
                </a:lnTo>
                <a:lnTo>
                  <a:pt x="9965" y="57469"/>
                </a:lnTo>
                <a:lnTo>
                  <a:pt x="9965" y="56395"/>
                </a:lnTo>
                <a:lnTo>
                  <a:pt x="9965" y="55321"/>
                </a:lnTo>
                <a:lnTo>
                  <a:pt x="10346" y="54256"/>
                </a:lnTo>
                <a:lnTo>
                  <a:pt x="10346" y="52969"/>
                </a:lnTo>
                <a:lnTo>
                  <a:pt x="10346" y="51895"/>
                </a:lnTo>
                <a:lnTo>
                  <a:pt x="10346" y="50608"/>
                </a:lnTo>
                <a:lnTo>
                  <a:pt x="10743" y="49534"/>
                </a:lnTo>
                <a:lnTo>
                  <a:pt x="10743" y="48460"/>
                </a:lnTo>
                <a:lnTo>
                  <a:pt x="10743" y="47173"/>
                </a:lnTo>
                <a:lnTo>
                  <a:pt x="10743" y="46108"/>
                </a:lnTo>
                <a:lnTo>
                  <a:pt x="10743" y="45034"/>
                </a:lnTo>
                <a:lnTo>
                  <a:pt x="11123" y="43747"/>
                </a:lnTo>
                <a:lnTo>
                  <a:pt x="11123" y="42673"/>
                </a:lnTo>
                <a:lnTo>
                  <a:pt x="11123" y="41599"/>
                </a:lnTo>
                <a:lnTo>
                  <a:pt x="11123" y="40312"/>
                </a:lnTo>
                <a:lnTo>
                  <a:pt x="11123" y="39238"/>
                </a:lnTo>
                <a:lnTo>
                  <a:pt x="11504" y="38173"/>
                </a:lnTo>
                <a:lnTo>
                  <a:pt x="11504" y="36886"/>
                </a:lnTo>
                <a:lnTo>
                  <a:pt x="11504" y="35812"/>
                </a:lnTo>
                <a:lnTo>
                  <a:pt x="11504" y="34525"/>
                </a:lnTo>
                <a:lnTo>
                  <a:pt x="11504" y="33451"/>
                </a:lnTo>
                <a:lnTo>
                  <a:pt x="11504" y="32378"/>
                </a:lnTo>
                <a:lnTo>
                  <a:pt x="11504" y="31091"/>
                </a:lnTo>
                <a:lnTo>
                  <a:pt x="11504" y="30026"/>
                </a:lnTo>
                <a:lnTo>
                  <a:pt x="11504" y="28739"/>
                </a:lnTo>
                <a:lnTo>
                  <a:pt x="11885" y="27665"/>
                </a:lnTo>
                <a:lnTo>
                  <a:pt x="11885" y="26378"/>
                </a:lnTo>
                <a:lnTo>
                  <a:pt x="11885" y="25304"/>
                </a:lnTo>
                <a:lnTo>
                  <a:pt x="11885" y="24017"/>
                </a:lnTo>
                <a:lnTo>
                  <a:pt x="11885" y="22943"/>
                </a:lnTo>
                <a:lnTo>
                  <a:pt x="12266" y="21656"/>
                </a:lnTo>
                <a:lnTo>
                  <a:pt x="12266" y="20591"/>
                </a:lnTo>
                <a:lnTo>
                  <a:pt x="12266" y="19304"/>
                </a:lnTo>
                <a:lnTo>
                  <a:pt x="12266" y="18230"/>
                </a:lnTo>
                <a:lnTo>
                  <a:pt x="12266" y="16943"/>
                </a:lnTo>
                <a:lnTo>
                  <a:pt x="12647" y="15656"/>
                </a:lnTo>
                <a:lnTo>
                  <a:pt x="12647" y="14582"/>
                </a:lnTo>
                <a:lnTo>
                  <a:pt x="12647" y="13295"/>
                </a:lnTo>
                <a:lnTo>
                  <a:pt x="12647" y="12221"/>
                </a:lnTo>
                <a:lnTo>
                  <a:pt x="12647" y="10934"/>
                </a:lnTo>
                <a:lnTo>
                  <a:pt x="13028" y="9647"/>
                </a:lnTo>
                <a:lnTo>
                  <a:pt x="13028" y="8582"/>
                </a:lnTo>
                <a:lnTo>
                  <a:pt x="13028" y="7295"/>
                </a:lnTo>
                <a:lnTo>
                  <a:pt x="13028" y="6008"/>
                </a:lnTo>
                <a:lnTo>
                  <a:pt x="13424" y="4934"/>
                </a:lnTo>
                <a:lnTo>
                  <a:pt x="13424" y="3647"/>
                </a:lnTo>
                <a:lnTo>
                  <a:pt x="13424" y="2360"/>
                </a:lnTo>
                <a:lnTo>
                  <a:pt x="13424" y="1286"/>
                </a:lnTo>
                <a:lnTo>
                  <a:pt x="13424" y="0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781323" y="3482897"/>
            <a:ext cx="13409" cy="274450"/>
          </a:xfrm>
          <a:custGeom>
            <a:avLst/>
            <a:gdLst/>
            <a:ahLst/>
            <a:cxnLst/>
            <a:rect l="l" t="t" r="r" b="b"/>
            <a:pathLst>
              <a:path w="13409" h="274450">
                <a:moveTo>
                  <a:pt x="0" y="274450"/>
                </a:moveTo>
                <a:lnTo>
                  <a:pt x="0" y="273163"/>
                </a:lnTo>
                <a:lnTo>
                  <a:pt x="0" y="272098"/>
                </a:lnTo>
                <a:lnTo>
                  <a:pt x="0" y="270811"/>
                </a:lnTo>
                <a:lnTo>
                  <a:pt x="0" y="269737"/>
                </a:lnTo>
                <a:lnTo>
                  <a:pt x="0" y="268450"/>
                </a:lnTo>
                <a:lnTo>
                  <a:pt x="380" y="267376"/>
                </a:lnTo>
                <a:lnTo>
                  <a:pt x="380" y="266089"/>
                </a:lnTo>
                <a:lnTo>
                  <a:pt x="380" y="264802"/>
                </a:lnTo>
                <a:lnTo>
                  <a:pt x="380" y="263515"/>
                </a:lnTo>
                <a:lnTo>
                  <a:pt x="380" y="262228"/>
                </a:lnTo>
                <a:lnTo>
                  <a:pt x="761" y="261154"/>
                </a:lnTo>
                <a:lnTo>
                  <a:pt x="761" y="259876"/>
                </a:lnTo>
                <a:lnTo>
                  <a:pt x="761" y="258589"/>
                </a:lnTo>
                <a:lnTo>
                  <a:pt x="761" y="257302"/>
                </a:lnTo>
                <a:lnTo>
                  <a:pt x="1142" y="256015"/>
                </a:lnTo>
                <a:lnTo>
                  <a:pt x="1142" y="254728"/>
                </a:lnTo>
                <a:lnTo>
                  <a:pt x="1142" y="253654"/>
                </a:lnTo>
                <a:lnTo>
                  <a:pt x="1142" y="252367"/>
                </a:lnTo>
                <a:lnTo>
                  <a:pt x="1142" y="251080"/>
                </a:lnTo>
                <a:lnTo>
                  <a:pt x="1523" y="249793"/>
                </a:lnTo>
                <a:lnTo>
                  <a:pt x="1523" y="248506"/>
                </a:lnTo>
                <a:lnTo>
                  <a:pt x="1523" y="247219"/>
                </a:lnTo>
                <a:lnTo>
                  <a:pt x="1523" y="246145"/>
                </a:lnTo>
                <a:lnTo>
                  <a:pt x="1523" y="244859"/>
                </a:lnTo>
                <a:lnTo>
                  <a:pt x="1904" y="243572"/>
                </a:lnTo>
                <a:lnTo>
                  <a:pt x="1904" y="242285"/>
                </a:lnTo>
                <a:lnTo>
                  <a:pt x="1904" y="241007"/>
                </a:lnTo>
                <a:lnTo>
                  <a:pt x="1904" y="239720"/>
                </a:lnTo>
                <a:lnTo>
                  <a:pt x="1904" y="238433"/>
                </a:lnTo>
                <a:lnTo>
                  <a:pt x="2300" y="237146"/>
                </a:lnTo>
                <a:lnTo>
                  <a:pt x="2300" y="235859"/>
                </a:lnTo>
                <a:lnTo>
                  <a:pt x="2300" y="234572"/>
                </a:lnTo>
                <a:lnTo>
                  <a:pt x="2300" y="233285"/>
                </a:lnTo>
                <a:lnTo>
                  <a:pt x="2300" y="231998"/>
                </a:lnTo>
                <a:lnTo>
                  <a:pt x="2300" y="230711"/>
                </a:lnTo>
                <a:lnTo>
                  <a:pt x="2300" y="229424"/>
                </a:lnTo>
                <a:lnTo>
                  <a:pt x="2300" y="228350"/>
                </a:lnTo>
                <a:lnTo>
                  <a:pt x="2300" y="227063"/>
                </a:lnTo>
                <a:lnTo>
                  <a:pt x="2681" y="225776"/>
                </a:lnTo>
                <a:lnTo>
                  <a:pt x="2681" y="224489"/>
                </a:lnTo>
                <a:lnTo>
                  <a:pt x="2681" y="223202"/>
                </a:lnTo>
                <a:lnTo>
                  <a:pt x="2681" y="221702"/>
                </a:lnTo>
                <a:lnTo>
                  <a:pt x="2681" y="220415"/>
                </a:lnTo>
                <a:lnTo>
                  <a:pt x="3062" y="219128"/>
                </a:lnTo>
                <a:lnTo>
                  <a:pt x="3062" y="217841"/>
                </a:lnTo>
                <a:lnTo>
                  <a:pt x="3062" y="216554"/>
                </a:lnTo>
                <a:lnTo>
                  <a:pt x="3062" y="215267"/>
                </a:lnTo>
                <a:lnTo>
                  <a:pt x="3062" y="214202"/>
                </a:lnTo>
                <a:lnTo>
                  <a:pt x="3443" y="212702"/>
                </a:lnTo>
                <a:lnTo>
                  <a:pt x="3443" y="211415"/>
                </a:lnTo>
                <a:lnTo>
                  <a:pt x="3443" y="210084"/>
                </a:lnTo>
                <a:lnTo>
                  <a:pt x="3443" y="208841"/>
                </a:lnTo>
                <a:lnTo>
                  <a:pt x="3824" y="207510"/>
                </a:lnTo>
                <a:lnTo>
                  <a:pt x="3824" y="206090"/>
                </a:lnTo>
                <a:lnTo>
                  <a:pt x="3824" y="204759"/>
                </a:lnTo>
                <a:lnTo>
                  <a:pt x="3824" y="203516"/>
                </a:lnTo>
                <a:lnTo>
                  <a:pt x="3824" y="202362"/>
                </a:lnTo>
                <a:lnTo>
                  <a:pt x="4205" y="200942"/>
                </a:lnTo>
                <a:lnTo>
                  <a:pt x="4205" y="199611"/>
                </a:lnTo>
                <a:lnTo>
                  <a:pt x="4205" y="198368"/>
                </a:lnTo>
                <a:lnTo>
                  <a:pt x="4205" y="197037"/>
                </a:lnTo>
                <a:lnTo>
                  <a:pt x="4205" y="195528"/>
                </a:lnTo>
                <a:lnTo>
                  <a:pt x="4205" y="194286"/>
                </a:lnTo>
                <a:lnTo>
                  <a:pt x="4205" y="192954"/>
                </a:lnTo>
                <a:lnTo>
                  <a:pt x="4205" y="191712"/>
                </a:lnTo>
                <a:lnTo>
                  <a:pt x="4205" y="190380"/>
                </a:lnTo>
                <a:lnTo>
                  <a:pt x="4205" y="189138"/>
                </a:lnTo>
                <a:lnTo>
                  <a:pt x="4586" y="187629"/>
                </a:lnTo>
                <a:lnTo>
                  <a:pt x="4586" y="186298"/>
                </a:lnTo>
                <a:lnTo>
                  <a:pt x="4586" y="184789"/>
                </a:lnTo>
                <a:lnTo>
                  <a:pt x="4586" y="183546"/>
                </a:lnTo>
                <a:lnTo>
                  <a:pt x="4982" y="182215"/>
                </a:lnTo>
                <a:lnTo>
                  <a:pt x="4982" y="180972"/>
                </a:lnTo>
                <a:lnTo>
                  <a:pt x="4982" y="179641"/>
                </a:lnTo>
                <a:lnTo>
                  <a:pt x="4982" y="178132"/>
                </a:lnTo>
                <a:lnTo>
                  <a:pt x="4982" y="176889"/>
                </a:lnTo>
                <a:lnTo>
                  <a:pt x="5363" y="175647"/>
                </a:lnTo>
                <a:lnTo>
                  <a:pt x="5363" y="174138"/>
                </a:lnTo>
                <a:lnTo>
                  <a:pt x="5363" y="172807"/>
                </a:lnTo>
                <a:lnTo>
                  <a:pt x="5363" y="171564"/>
                </a:lnTo>
                <a:lnTo>
                  <a:pt x="5363" y="170233"/>
                </a:lnTo>
                <a:lnTo>
                  <a:pt x="5744" y="168724"/>
                </a:lnTo>
                <a:lnTo>
                  <a:pt x="5744" y="167481"/>
                </a:lnTo>
                <a:lnTo>
                  <a:pt x="5744" y="165973"/>
                </a:lnTo>
                <a:lnTo>
                  <a:pt x="5744" y="164641"/>
                </a:lnTo>
                <a:lnTo>
                  <a:pt x="5744" y="163399"/>
                </a:lnTo>
                <a:lnTo>
                  <a:pt x="6125" y="162067"/>
                </a:lnTo>
                <a:lnTo>
                  <a:pt x="6125" y="160558"/>
                </a:lnTo>
                <a:lnTo>
                  <a:pt x="6125" y="159316"/>
                </a:lnTo>
                <a:lnTo>
                  <a:pt x="6125" y="157807"/>
                </a:lnTo>
                <a:lnTo>
                  <a:pt x="6506" y="156476"/>
                </a:lnTo>
                <a:lnTo>
                  <a:pt x="6506" y="155056"/>
                </a:lnTo>
                <a:lnTo>
                  <a:pt x="6506" y="153724"/>
                </a:lnTo>
                <a:lnTo>
                  <a:pt x="6506" y="152482"/>
                </a:lnTo>
                <a:lnTo>
                  <a:pt x="6506" y="150973"/>
                </a:lnTo>
                <a:lnTo>
                  <a:pt x="6506" y="149641"/>
                </a:lnTo>
                <a:lnTo>
                  <a:pt x="6506" y="148133"/>
                </a:lnTo>
                <a:lnTo>
                  <a:pt x="6506" y="146890"/>
                </a:lnTo>
                <a:lnTo>
                  <a:pt x="6506" y="145559"/>
                </a:lnTo>
                <a:lnTo>
                  <a:pt x="6506" y="144050"/>
                </a:lnTo>
                <a:lnTo>
                  <a:pt x="6886" y="142807"/>
                </a:lnTo>
                <a:lnTo>
                  <a:pt x="6886" y="141298"/>
                </a:lnTo>
                <a:lnTo>
                  <a:pt x="6886" y="139790"/>
                </a:lnTo>
                <a:lnTo>
                  <a:pt x="6886" y="138547"/>
                </a:lnTo>
                <a:lnTo>
                  <a:pt x="6886" y="137216"/>
                </a:lnTo>
                <a:lnTo>
                  <a:pt x="7267" y="135707"/>
                </a:lnTo>
                <a:lnTo>
                  <a:pt x="7267" y="134464"/>
                </a:lnTo>
                <a:lnTo>
                  <a:pt x="7267" y="132955"/>
                </a:lnTo>
                <a:lnTo>
                  <a:pt x="7267" y="131447"/>
                </a:lnTo>
                <a:lnTo>
                  <a:pt x="7664" y="130115"/>
                </a:lnTo>
                <a:lnTo>
                  <a:pt x="7664" y="128873"/>
                </a:lnTo>
                <a:lnTo>
                  <a:pt x="7664" y="127364"/>
                </a:lnTo>
                <a:lnTo>
                  <a:pt x="7664" y="125855"/>
                </a:lnTo>
                <a:lnTo>
                  <a:pt x="7664" y="124612"/>
                </a:lnTo>
                <a:lnTo>
                  <a:pt x="8045" y="123281"/>
                </a:lnTo>
                <a:lnTo>
                  <a:pt x="8045" y="121772"/>
                </a:lnTo>
                <a:lnTo>
                  <a:pt x="8045" y="120263"/>
                </a:lnTo>
                <a:lnTo>
                  <a:pt x="8045" y="118755"/>
                </a:lnTo>
                <a:lnTo>
                  <a:pt x="8045" y="117512"/>
                </a:lnTo>
                <a:lnTo>
                  <a:pt x="8426" y="116181"/>
                </a:lnTo>
                <a:lnTo>
                  <a:pt x="8426" y="114672"/>
                </a:lnTo>
                <a:lnTo>
                  <a:pt x="8426" y="113163"/>
                </a:lnTo>
                <a:lnTo>
                  <a:pt x="8426" y="111743"/>
                </a:lnTo>
                <a:lnTo>
                  <a:pt x="8426" y="110411"/>
                </a:lnTo>
                <a:lnTo>
                  <a:pt x="8426" y="109169"/>
                </a:lnTo>
                <a:lnTo>
                  <a:pt x="8426" y="107660"/>
                </a:lnTo>
                <a:lnTo>
                  <a:pt x="8426" y="106151"/>
                </a:lnTo>
                <a:lnTo>
                  <a:pt x="8426" y="104642"/>
                </a:lnTo>
                <a:lnTo>
                  <a:pt x="8807" y="103134"/>
                </a:lnTo>
                <a:lnTo>
                  <a:pt x="8807" y="101802"/>
                </a:lnTo>
                <a:lnTo>
                  <a:pt x="8807" y="100560"/>
                </a:lnTo>
                <a:lnTo>
                  <a:pt x="8807" y="99051"/>
                </a:lnTo>
                <a:lnTo>
                  <a:pt x="8807" y="97542"/>
                </a:lnTo>
                <a:lnTo>
                  <a:pt x="9187" y="96033"/>
                </a:lnTo>
                <a:lnTo>
                  <a:pt x="9187" y="94791"/>
                </a:lnTo>
                <a:lnTo>
                  <a:pt x="9187" y="93282"/>
                </a:lnTo>
                <a:lnTo>
                  <a:pt x="9187" y="91773"/>
                </a:lnTo>
                <a:lnTo>
                  <a:pt x="9187" y="90264"/>
                </a:lnTo>
                <a:lnTo>
                  <a:pt x="9568" y="88933"/>
                </a:lnTo>
                <a:lnTo>
                  <a:pt x="9568" y="87513"/>
                </a:lnTo>
                <a:lnTo>
                  <a:pt x="9568" y="86004"/>
                </a:lnTo>
                <a:lnTo>
                  <a:pt x="9568" y="84495"/>
                </a:lnTo>
                <a:lnTo>
                  <a:pt x="9568" y="83164"/>
                </a:lnTo>
                <a:lnTo>
                  <a:pt x="9949" y="81655"/>
                </a:lnTo>
                <a:lnTo>
                  <a:pt x="9949" y="80146"/>
                </a:lnTo>
                <a:lnTo>
                  <a:pt x="9949" y="78726"/>
                </a:lnTo>
                <a:lnTo>
                  <a:pt x="9949" y="77217"/>
                </a:lnTo>
                <a:lnTo>
                  <a:pt x="10346" y="75886"/>
                </a:lnTo>
                <a:lnTo>
                  <a:pt x="10346" y="74377"/>
                </a:lnTo>
                <a:lnTo>
                  <a:pt x="10346" y="72868"/>
                </a:lnTo>
                <a:lnTo>
                  <a:pt x="10346" y="71359"/>
                </a:lnTo>
                <a:lnTo>
                  <a:pt x="10346" y="70116"/>
                </a:lnTo>
                <a:lnTo>
                  <a:pt x="10727" y="68608"/>
                </a:lnTo>
                <a:lnTo>
                  <a:pt x="10727" y="67099"/>
                </a:lnTo>
                <a:lnTo>
                  <a:pt x="10727" y="65590"/>
                </a:lnTo>
                <a:lnTo>
                  <a:pt x="10727" y="64081"/>
                </a:lnTo>
                <a:lnTo>
                  <a:pt x="10727" y="62838"/>
                </a:lnTo>
                <a:lnTo>
                  <a:pt x="10727" y="61330"/>
                </a:lnTo>
                <a:lnTo>
                  <a:pt x="10727" y="59821"/>
                </a:lnTo>
                <a:lnTo>
                  <a:pt x="10727" y="58312"/>
                </a:lnTo>
                <a:lnTo>
                  <a:pt x="10727" y="57069"/>
                </a:lnTo>
                <a:lnTo>
                  <a:pt x="10727" y="55294"/>
                </a:lnTo>
                <a:lnTo>
                  <a:pt x="11108" y="53785"/>
                </a:lnTo>
                <a:lnTo>
                  <a:pt x="11108" y="52277"/>
                </a:lnTo>
                <a:lnTo>
                  <a:pt x="11108" y="51034"/>
                </a:lnTo>
                <a:lnTo>
                  <a:pt x="11108" y="49525"/>
                </a:lnTo>
                <a:lnTo>
                  <a:pt x="11488" y="48016"/>
                </a:lnTo>
                <a:lnTo>
                  <a:pt x="11488" y="46507"/>
                </a:lnTo>
                <a:lnTo>
                  <a:pt x="11488" y="44999"/>
                </a:lnTo>
                <a:lnTo>
                  <a:pt x="11488" y="43490"/>
                </a:lnTo>
                <a:lnTo>
                  <a:pt x="11488" y="41981"/>
                </a:lnTo>
                <a:lnTo>
                  <a:pt x="11869" y="40472"/>
                </a:lnTo>
                <a:lnTo>
                  <a:pt x="11869" y="39229"/>
                </a:lnTo>
                <a:lnTo>
                  <a:pt x="11869" y="37721"/>
                </a:lnTo>
                <a:lnTo>
                  <a:pt x="11869" y="36034"/>
                </a:lnTo>
                <a:lnTo>
                  <a:pt x="11869" y="34703"/>
                </a:lnTo>
                <a:lnTo>
                  <a:pt x="12250" y="33194"/>
                </a:lnTo>
                <a:lnTo>
                  <a:pt x="12250" y="31685"/>
                </a:lnTo>
                <a:lnTo>
                  <a:pt x="12250" y="29999"/>
                </a:lnTo>
                <a:lnTo>
                  <a:pt x="12250" y="28756"/>
                </a:lnTo>
                <a:lnTo>
                  <a:pt x="12250" y="27247"/>
                </a:lnTo>
                <a:lnTo>
                  <a:pt x="12631" y="25739"/>
                </a:lnTo>
                <a:lnTo>
                  <a:pt x="12631" y="23964"/>
                </a:lnTo>
                <a:lnTo>
                  <a:pt x="12631" y="22721"/>
                </a:lnTo>
                <a:lnTo>
                  <a:pt x="12631" y="21212"/>
                </a:lnTo>
                <a:lnTo>
                  <a:pt x="12631" y="19703"/>
                </a:lnTo>
                <a:lnTo>
                  <a:pt x="12631" y="18194"/>
                </a:lnTo>
                <a:lnTo>
                  <a:pt x="12631" y="16686"/>
                </a:lnTo>
                <a:lnTo>
                  <a:pt x="12631" y="15177"/>
                </a:lnTo>
                <a:lnTo>
                  <a:pt x="12631" y="13490"/>
                </a:lnTo>
                <a:lnTo>
                  <a:pt x="13028" y="12248"/>
                </a:lnTo>
                <a:lnTo>
                  <a:pt x="13028" y="10739"/>
                </a:lnTo>
                <a:lnTo>
                  <a:pt x="13028" y="8964"/>
                </a:lnTo>
                <a:lnTo>
                  <a:pt x="13028" y="7455"/>
                </a:lnTo>
                <a:lnTo>
                  <a:pt x="13028" y="6212"/>
                </a:lnTo>
                <a:lnTo>
                  <a:pt x="13409" y="4526"/>
                </a:lnTo>
                <a:lnTo>
                  <a:pt x="13409" y="3017"/>
                </a:lnTo>
                <a:lnTo>
                  <a:pt x="13409" y="1686"/>
                </a:lnTo>
                <a:lnTo>
                  <a:pt x="13409" y="0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794732" y="3162311"/>
            <a:ext cx="13789" cy="320585"/>
          </a:xfrm>
          <a:custGeom>
            <a:avLst/>
            <a:gdLst/>
            <a:ahLst/>
            <a:cxnLst/>
            <a:rect l="l" t="t" r="r" b="b"/>
            <a:pathLst>
              <a:path w="13789" h="320585">
                <a:moveTo>
                  <a:pt x="0" y="320585"/>
                </a:moveTo>
                <a:lnTo>
                  <a:pt x="0" y="319076"/>
                </a:lnTo>
                <a:lnTo>
                  <a:pt x="380" y="317567"/>
                </a:lnTo>
                <a:lnTo>
                  <a:pt x="380" y="316058"/>
                </a:lnTo>
                <a:lnTo>
                  <a:pt x="380" y="314549"/>
                </a:lnTo>
                <a:lnTo>
                  <a:pt x="380" y="312863"/>
                </a:lnTo>
                <a:lnTo>
                  <a:pt x="761" y="311532"/>
                </a:lnTo>
                <a:lnTo>
                  <a:pt x="761" y="310112"/>
                </a:lnTo>
                <a:lnTo>
                  <a:pt x="761" y="308337"/>
                </a:lnTo>
                <a:lnTo>
                  <a:pt x="761" y="306828"/>
                </a:lnTo>
                <a:lnTo>
                  <a:pt x="761" y="305319"/>
                </a:lnTo>
                <a:lnTo>
                  <a:pt x="1142" y="303810"/>
                </a:lnTo>
                <a:lnTo>
                  <a:pt x="1142" y="302124"/>
                </a:lnTo>
                <a:lnTo>
                  <a:pt x="1142" y="300881"/>
                </a:lnTo>
                <a:lnTo>
                  <a:pt x="1142" y="299372"/>
                </a:lnTo>
                <a:lnTo>
                  <a:pt x="1142" y="297597"/>
                </a:lnTo>
                <a:lnTo>
                  <a:pt x="1142" y="296088"/>
                </a:lnTo>
                <a:lnTo>
                  <a:pt x="1142" y="294668"/>
                </a:lnTo>
                <a:lnTo>
                  <a:pt x="1142" y="293159"/>
                </a:lnTo>
                <a:lnTo>
                  <a:pt x="1142" y="291384"/>
                </a:lnTo>
                <a:lnTo>
                  <a:pt x="1142" y="290142"/>
                </a:lnTo>
                <a:lnTo>
                  <a:pt x="1523" y="288455"/>
                </a:lnTo>
                <a:lnTo>
                  <a:pt x="1523" y="286946"/>
                </a:lnTo>
                <a:lnTo>
                  <a:pt x="1523" y="285438"/>
                </a:lnTo>
                <a:lnTo>
                  <a:pt x="1523" y="283929"/>
                </a:lnTo>
                <a:lnTo>
                  <a:pt x="1920" y="282154"/>
                </a:lnTo>
                <a:lnTo>
                  <a:pt x="1920" y="280911"/>
                </a:lnTo>
                <a:lnTo>
                  <a:pt x="1920" y="279225"/>
                </a:lnTo>
                <a:lnTo>
                  <a:pt x="1920" y="277450"/>
                </a:lnTo>
                <a:lnTo>
                  <a:pt x="1920" y="276207"/>
                </a:lnTo>
                <a:lnTo>
                  <a:pt x="2300" y="274432"/>
                </a:lnTo>
                <a:lnTo>
                  <a:pt x="2300" y="273012"/>
                </a:lnTo>
                <a:lnTo>
                  <a:pt x="2300" y="271503"/>
                </a:lnTo>
                <a:lnTo>
                  <a:pt x="2300" y="269994"/>
                </a:lnTo>
                <a:lnTo>
                  <a:pt x="2300" y="268219"/>
                </a:lnTo>
                <a:lnTo>
                  <a:pt x="2681" y="266799"/>
                </a:lnTo>
                <a:lnTo>
                  <a:pt x="2681" y="265290"/>
                </a:lnTo>
                <a:lnTo>
                  <a:pt x="2681" y="263515"/>
                </a:lnTo>
                <a:lnTo>
                  <a:pt x="2681" y="262006"/>
                </a:lnTo>
                <a:lnTo>
                  <a:pt x="2681" y="260497"/>
                </a:lnTo>
                <a:lnTo>
                  <a:pt x="3062" y="259077"/>
                </a:lnTo>
                <a:lnTo>
                  <a:pt x="3062" y="257302"/>
                </a:lnTo>
                <a:lnTo>
                  <a:pt x="3062" y="255793"/>
                </a:lnTo>
                <a:lnTo>
                  <a:pt x="3062" y="254284"/>
                </a:lnTo>
                <a:lnTo>
                  <a:pt x="3062" y="252598"/>
                </a:lnTo>
                <a:lnTo>
                  <a:pt x="3443" y="251089"/>
                </a:lnTo>
                <a:lnTo>
                  <a:pt x="3443" y="249580"/>
                </a:lnTo>
                <a:lnTo>
                  <a:pt x="3443" y="247894"/>
                </a:lnTo>
                <a:lnTo>
                  <a:pt x="3443" y="246385"/>
                </a:lnTo>
                <a:lnTo>
                  <a:pt x="3443" y="244876"/>
                </a:lnTo>
                <a:lnTo>
                  <a:pt x="3443" y="243190"/>
                </a:lnTo>
                <a:lnTo>
                  <a:pt x="3443" y="241681"/>
                </a:lnTo>
                <a:lnTo>
                  <a:pt x="3443" y="240172"/>
                </a:lnTo>
                <a:lnTo>
                  <a:pt x="3443" y="238486"/>
                </a:lnTo>
                <a:lnTo>
                  <a:pt x="3824" y="236977"/>
                </a:lnTo>
                <a:lnTo>
                  <a:pt x="3824" y="235468"/>
                </a:lnTo>
                <a:lnTo>
                  <a:pt x="3824" y="233693"/>
                </a:lnTo>
                <a:lnTo>
                  <a:pt x="3824" y="232273"/>
                </a:lnTo>
                <a:lnTo>
                  <a:pt x="3824" y="230764"/>
                </a:lnTo>
                <a:lnTo>
                  <a:pt x="4205" y="228989"/>
                </a:lnTo>
                <a:lnTo>
                  <a:pt x="4205" y="227480"/>
                </a:lnTo>
                <a:lnTo>
                  <a:pt x="4205" y="225794"/>
                </a:lnTo>
                <a:lnTo>
                  <a:pt x="4205" y="224285"/>
                </a:lnTo>
                <a:lnTo>
                  <a:pt x="4205" y="222776"/>
                </a:lnTo>
                <a:lnTo>
                  <a:pt x="4601" y="221090"/>
                </a:lnTo>
                <a:lnTo>
                  <a:pt x="4601" y="219581"/>
                </a:lnTo>
                <a:lnTo>
                  <a:pt x="4601" y="218072"/>
                </a:lnTo>
                <a:lnTo>
                  <a:pt x="4601" y="216386"/>
                </a:lnTo>
                <a:lnTo>
                  <a:pt x="4982" y="214611"/>
                </a:lnTo>
                <a:lnTo>
                  <a:pt x="4982" y="213191"/>
                </a:lnTo>
                <a:lnTo>
                  <a:pt x="4982" y="211682"/>
                </a:lnTo>
                <a:lnTo>
                  <a:pt x="4982" y="209907"/>
                </a:lnTo>
                <a:lnTo>
                  <a:pt x="4982" y="208398"/>
                </a:lnTo>
                <a:lnTo>
                  <a:pt x="5363" y="206711"/>
                </a:lnTo>
                <a:lnTo>
                  <a:pt x="5363" y="205203"/>
                </a:lnTo>
                <a:lnTo>
                  <a:pt x="5363" y="203694"/>
                </a:lnTo>
                <a:lnTo>
                  <a:pt x="5363" y="202007"/>
                </a:lnTo>
                <a:lnTo>
                  <a:pt x="5363" y="200498"/>
                </a:lnTo>
                <a:lnTo>
                  <a:pt x="5363" y="198812"/>
                </a:lnTo>
                <a:lnTo>
                  <a:pt x="5363" y="197303"/>
                </a:lnTo>
                <a:lnTo>
                  <a:pt x="5363" y="195794"/>
                </a:lnTo>
                <a:lnTo>
                  <a:pt x="5363" y="194108"/>
                </a:lnTo>
                <a:lnTo>
                  <a:pt x="5363" y="192333"/>
                </a:lnTo>
                <a:lnTo>
                  <a:pt x="5744" y="190824"/>
                </a:lnTo>
                <a:lnTo>
                  <a:pt x="5744" y="189138"/>
                </a:lnTo>
                <a:lnTo>
                  <a:pt x="5744" y="187629"/>
                </a:lnTo>
                <a:lnTo>
                  <a:pt x="5744" y="186120"/>
                </a:lnTo>
                <a:lnTo>
                  <a:pt x="6125" y="184434"/>
                </a:lnTo>
                <a:lnTo>
                  <a:pt x="6125" y="182925"/>
                </a:lnTo>
                <a:lnTo>
                  <a:pt x="6125" y="181238"/>
                </a:lnTo>
                <a:lnTo>
                  <a:pt x="6125" y="179463"/>
                </a:lnTo>
                <a:lnTo>
                  <a:pt x="6125" y="177955"/>
                </a:lnTo>
                <a:lnTo>
                  <a:pt x="6506" y="176446"/>
                </a:lnTo>
                <a:lnTo>
                  <a:pt x="6506" y="174759"/>
                </a:lnTo>
                <a:lnTo>
                  <a:pt x="6506" y="173250"/>
                </a:lnTo>
                <a:lnTo>
                  <a:pt x="6506" y="171564"/>
                </a:lnTo>
                <a:lnTo>
                  <a:pt x="6506" y="169878"/>
                </a:lnTo>
                <a:lnTo>
                  <a:pt x="6886" y="168369"/>
                </a:lnTo>
                <a:lnTo>
                  <a:pt x="6886" y="166594"/>
                </a:lnTo>
                <a:lnTo>
                  <a:pt x="6886" y="165085"/>
                </a:lnTo>
                <a:lnTo>
                  <a:pt x="6886" y="163399"/>
                </a:lnTo>
                <a:lnTo>
                  <a:pt x="6886" y="161712"/>
                </a:lnTo>
                <a:lnTo>
                  <a:pt x="7283" y="160203"/>
                </a:lnTo>
                <a:lnTo>
                  <a:pt x="7283" y="158695"/>
                </a:lnTo>
                <a:lnTo>
                  <a:pt x="7283" y="157008"/>
                </a:lnTo>
                <a:lnTo>
                  <a:pt x="7283" y="155499"/>
                </a:lnTo>
                <a:lnTo>
                  <a:pt x="7664" y="153724"/>
                </a:lnTo>
                <a:lnTo>
                  <a:pt x="7664" y="152215"/>
                </a:lnTo>
                <a:lnTo>
                  <a:pt x="7664" y="150529"/>
                </a:lnTo>
                <a:lnTo>
                  <a:pt x="7664" y="148843"/>
                </a:lnTo>
                <a:lnTo>
                  <a:pt x="7664" y="147334"/>
                </a:lnTo>
                <a:lnTo>
                  <a:pt x="7664" y="145647"/>
                </a:lnTo>
                <a:lnTo>
                  <a:pt x="7664" y="143872"/>
                </a:lnTo>
                <a:lnTo>
                  <a:pt x="7664" y="142364"/>
                </a:lnTo>
                <a:lnTo>
                  <a:pt x="7664" y="140677"/>
                </a:lnTo>
                <a:lnTo>
                  <a:pt x="7664" y="139168"/>
                </a:lnTo>
                <a:lnTo>
                  <a:pt x="8045" y="137482"/>
                </a:lnTo>
                <a:lnTo>
                  <a:pt x="8045" y="135707"/>
                </a:lnTo>
                <a:lnTo>
                  <a:pt x="8045" y="134198"/>
                </a:lnTo>
                <a:lnTo>
                  <a:pt x="8045" y="132512"/>
                </a:lnTo>
                <a:lnTo>
                  <a:pt x="8045" y="130825"/>
                </a:lnTo>
                <a:lnTo>
                  <a:pt x="8426" y="129316"/>
                </a:lnTo>
                <a:lnTo>
                  <a:pt x="8426" y="127630"/>
                </a:lnTo>
                <a:lnTo>
                  <a:pt x="8426" y="126121"/>
                </a:lnTo>
                <a:lnTo>
                  <a:pt x="8426" y="124346"/>
                </a:lnTo>
                <a:lnTo>
                  <a:pt x="8807" y="122660"/>
                </a:lnTo>
                <a:lnTo>
                  <a:pt x="8807" y="121151"/>
                </a:lnTo>
                <a:lnTo>
                  <a:pt x="8807" y="119465"/>
                </a:lnTo>
                <a:lnTo>
                  <a:pt x="8807" y="117956"/>
                </a:lnTo>
                <a:lnTo>
                  <a:pt x="8807" y="116269"/>
                </a:lnTo>
                <a:lnTo>
                  <a:pt x="9187" y="114494"/>
                </a:lnTo>
                <a:lnTo>
                  <a:pt x="9187" y="112985"/>
                </a:lnTo>
                <a:lnTo>
                  <a:pt x="9187" y="111299"/>
                </a:lnTo>
                <a:lnTo>
                  <a:pt x="9187" y="109613"/>
                </a:lnTo>
                <a:lnTo>
                  <a:pt x="9187" y="108104"/>
                </a:lnTo>
                <a:lnTo>
                  <a:pt x="9568" y="106329"/>
                </a:lnTo>
                <a:lnTo>
                  <a:pt x="9568" y="104909"/>
                </a:lnTo>
                <a:lnTo>
                  <a:pt x="9568" y="103134"/>
                </a:lnTo>
                <a:lnTo>
                  <a:pt x="9568" y="101447"/>
                </a:lnTo>
                <a:lnTo>
                  <a:pt x="9568" y="99938"/>
                </a:lnTo>
                <a:lnTo>
                  <a:pt x="9568" y="97986"/>
                </a:lnTo>
                <a:lnTo>
                  <a:pt x="9568" y="96477"/>
                </a:lnTo>
                <a:lnTo>
                  <a:pt x="9568" y="94791"/>
                </a:lnTo>
                <a:lnTo>
                  <a:pt x="9568" y="93104"/>
                </a:lnTo>
                <a:lnTo>
                  <a:pt x="9965" y="91595"/>
                </a:lnTo>
                <a:lnTo>
                  <a:pt x="9965" y="89820"/>
                </a:lnTo>
                <a:lnTo>
                  <a:pt x="9965" y="88311"/>
                </a:lnTo>
                <a:lnTo>
                  <a:pt x="9965" y="86625"/>
                </a:lnTo>
                <a:lnTo>
                  <a:pt x="9965" y="84939"/>
                </a:lnTo>
                <a:lnTo>
                  <a:pt x="10346" y="83430"/>
                </a:lnTo>
                <a:lnTo>
                  <a:pt x="10346" y="81743"/>
                </a:lnTo>
                <a:lnTo>
                  <a:pt x="10346" y="79968"/>
                </a:lnTo>
                <a:lnTo>
                  <a:pt x="10346" y="78282"/>
                </a:lnTo>
                <a:lnTo>
                  <a:pt x="10346" y="76596"/>
                </a:lnTo>
                <a:lnTo>
                  <a:pt x="10727" y="75087"/>
                </a:lnTo>
                <a:lnTo>
                  <a:pt x="10727" y="73312"/>
                </a:lnTo>
                <a:lnTo>
                  <a:pt x="10727" y="71803"/>
                </a:lnTo>
                <a:lnTo>
                  <a:pt x="10727" y="70116"/>
                </a:lnTo>
                <a:lnTo>
                  <a:pt x="10727" y="68430"/>
                </a:lnTo>
                <a:lnTo>
                  <a:pt x="11108" y="66655"/>
                </a:lnTo>
                <a:lnTo>
                  <a:pt x="11108" y="64969"/>
                </a:lnTo>
                <a:lnTo>
                  <a:pt x="11108" y="63460"/>
                </a:lnTo>
                <a:lnTo>
                  <a:pt x="11108" y="61773"/>
                </a:lnTo>
                <a:lnTo>
                  <a:pt x="11488" y="60087"/>
                </a:lnTo>
                <a:lnTo>
                  <a:pt x="11488" y="58578"/>
                </a:lnTo>
                <a:lnTo>
                  <a:pt x="11488" y="56803"/>
                </a:lnTo>
                <a:lnTo>
                  <a:pt x="11488" y="55117"/>
                </a:lnTo>
                <a:lnTo>
                  <a:pt x="11488" y="53430"/>
                </a:lnTo>
                <a:lnTo>
                  <a:pt x="11869" y="51922"/>
                </a:lnTo>
                <a:lnTo>
                  <a:pt x="11869" y="50146"/>
                </a:lnTo>
                <a:lnTo>
                  <a:pt x="11869" y="48460"/>
                </a:lnTo>
                <a:lnTo>
                  <a:pt x="11869" y="46951"/>
                </a:lnTo>
                <a:lnTo>
                  <a:pt x="11869" y="44999"/>
                </a:lnTo>
                <a:lnTo>
                  <a:pt x="11869" y="43579"/>
                </a:lnTo>
                <a:lnTo>
                  <a:pt x="11869" y="41803"/>
                </a:lnTo>
                <a:lnTo>
                  <a:pt x="11869" y="40117"/>
                </a:lnTo>
                <a:lnTo>
                  <a:pt x="11869" y="38608"/>
                </a:lnTo>
                <a:lnTo>
                  <a:pt x="11869" y="36656"/>
                </a:lnTo>
                <a:lnTo>
                  <a:pt x="12250" y="35147"/>
                </a:lnTo>
                <a:lnTo>
                  <a:pt x="12250" y="33460"/>
                </a:lnTo>
                <a:lnTo>
                  <a:pt x="12250" y="31774"/>
                </a:lnTo>
                <a:lnTo>
                  <a:pt x="12250" y="30265"/>
                </a:lnTo>
                <a:lnTo>
                  <a:pt x="12647" y="28313"/>
                </a:lnTo>
                <a:lnTo>
                  <a:pt x="12647" y="26804"/>
                </a:lnTo>
                <a:lnTo>
                  <a:pt x="12647" y="25117"/>
                </a:lnTo>
                <a:lnTo>
                  <a:pt x="12647" y="23342"/>
                </a:lnTo>
                <a:lnTo>
                  <a:pt x="12647" y="21922"/>
                </a:lnTo>
                <a:lnTo>
                  <a:pt x="13028" y="19970"/>
                </a:lnTo>
                <a:lnTo>
                  <a:pt x="13028" y="18461"/>
                </a:lnTo>
                <a:lnTo>
                  <a:pt x="13028" y="16774"/>
                </a:lnTo>
                <a:lnTo>
                  <a:pt x="13028" y="15265"/>
                </a:lnTo>
                <a:lnTo>
                  <a:pt x="13028" y="13490"/>
                </a:lnTo>
                <a:lnTo>
                  <a:pt x="13409" y="11626"/>
                </a:lnTo>
                <a:lnTo>
                  <a:pt x="13409" y="10118"/>
                </a:lnTo>
                <a:lnTo>
                  <a:pt x="13409" y="8343"/>
                </a:lnTo>
                <a:lnTo>
                  <a:pt x="13409" y="6834"/>
                </a:lnTo>
                <a:lnTo>
                  <a:pt x="13409" y="4970"/>
                </a:lnTo>
                <a:lnTo>
                  <a:pt x="13789" y="3461"/>
                </a:lnTo>
                <a:lnTo>
                  <a:pt x="13789" y="1686"/>
                </a:lnTo>
                <a:lnTo>
                  <a:pt x="13789" y="0"/>
                </a:lnTo>
              </a:path>
            </a:pathLst>
          </a:custGeom>
          <a:ln w="195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808522" y="2825484"/>
            <a:ext cx="13409" cy="336827"/>
          </a:xfrm>
          <a:custGeom>
            <a:avLst/>
            <a:gdLst/>
            <a:ahLst/>
            <a:cxnLst/>
            <a:rect l="l" t="t" r="r" b="b"/>
            <a:pathLst>
              <a:path w="13409" h="336827">
                <a:moveTo>
                  <a:pt x="0" y="336827"/>
                </a:moveTo>
                <a:lnTo>
                  <a:pt x="0" y="335141"/>
                </a:lnTo>
                <a:lnTo>
                  <a:pt x="0" y="333366"/>
                </a:lnTo>
                <a:lnTo>
                  <a:pt x="0" y="331946"/>
                </a:lnTo>
                <a:lnTo>
                  <a:pt x="0" y="330170"/>
                </a:lnTo>
                <a:lnTo>
                  <a:pt x="0" y="328484"/>
                </a:lnTo>
                <a:lnTo>
                  <a:pt x="0" y="326798"/>
                </a:lnTo>
                <a:lnTo>
                  <a:pt x="380" y="325023"/>
                </a:lnTo>
                <a:lnTo>
                  <a:pt x="380" y="323514"/>
                </a:lnTo>
                <a:lnTo>
                  <a:pt x="380" y="321650"/>
                </a:lnTo>
                <a:lnTo>
                  <a:pt x="380" y="320141"/>
                </a:lnTo>
                <a:lnTo>
                  <a:pt x="380" y="318366"/>
                </a:lnTo>
                <a:lnTo>
                  <a:pt x="761" y="316680"/>
                </a:lnTo>
                <a:lnTo>
                  <a:pt x="761" y="314993"/>
                </a:lnTo>
                <a:lnTo>
                  <a:pt x="761" y="313218"/>
                </a:lnTo>
                <a:lnTo>
                  <a:pt x="761" y="311709"/>
                </a:lnTo>
                <a:lnTo>
                  <a:pt x="761" y="309845"/>
                </a:lnTo>
                <a:lnTo>
                  <a:pt x="1158" y="308337"/>
                </a:lnTo>
                <a:lnTo>
                  <a:pt x="1158" y="306561"/>
                </a:lnTo>
                <a:lnTo>
                  <a:pt x="1158" y="304875"/>
                </a:lnTo>
                <a:lnTo>
                  <a:pt x="1158" y="303189"/>
                </a:lnTo>
                <a:lnTo>
                  <a:pt x="1539" y="301502"/>
                </a:lnTo>
                <a:lnTo>
                  <a:pt x="1539" y="299994"/>
                </a:lnTo>
                <a:lnTo>
                  <a:pt x="1539" y="298041"/>
                </a:lnTo>
                <a:lnTo>
                  <a:pt x="1539" y="296532"/>
                </a:lnTo>
                <a:lnTo>
                  <a:pt x="1539" y="294846"/>
                </a:lnTo>
                <a:lnTo>
                  <a:pt x="1920" y="292893"/>
                </a:lnTo>
                <a:lnTo>
                  <a:pt x="1920" y="291384"/>
                </a:lnTo>
                <a:lnTo>
                  <a:pt x="1920" y="289698"/>
                </a:lnTo>
                <a:lnTo>
                  <a:pt x="1920" y="288189"/>
                </a:lnTo>
                <a:lnTo>
                  <a:pt x="1920" y="286236"/>
                </a:lnTo>
                <a:lnTo>
                  <a:pt x="2300" y="284728"/>
                </a:lnTo>
                <a:lnTo>
                  <a:pt x="2300" y="283041"/>
                </a:lnTo>
                <a:lnTo>
                  <a:pt x="2300" y="281089"/>
                </a:lnTo>
                <a:lnTo>
                  <a:pt x="2300" y="279580"/>
                </a:lnTo>
                <a:lnTo>
                  <a:pt x="2300" y="277893"/>
                </a:lnTo>
                <a:lnTo>
                  <a:pt x="2300" y="276118"/>
                </a:lnTo>
                <a:lnTo>
                  <a:pt x="2300" y="274432"/>
                </a:lnTo>
                <a:lnTo>
                  <a:pt x="2300" y="272923"/>
                </a:lnTo>
                <a:lnTo>
                  <a:pt x="2300" y="270970"/>
                </a:lnTo>
                <a:lnTo>
                  <a:pt x="2681" y="269284"/>
                </a:lnTo>
                <a:lnTo>
                  <a:pt x="2681" y="267775"/>
                </a:lnTo>
                <a:lnTo>
                  <a:pt x="2681" y="265823"/>
                </a:lnTo>
                <a:lnTo>
                  <a:pt x="2681" y="264403"/>
                </a:lnTo>
                <a:lnTo>
                  <a:pt x="2681" y="262627"/>
                </a:lnTo>
                <a:lnTo>
                  <a:pt x="3062" y="260941"/>
                </a:lnTo>
                <a:lnTo>
                  <a:pt x="3062" y="259255"/>
                </a:lnTo>
                <a:lnTo>
                  <a:pt x="3062" y="257480"/>
                </a:lnTo>
                <a:lnTo>
                  <a:pt x="3062" y="255971"/>
                </a:lnTo>
                <a:lnTo>
                  <a:pt x="3062" y="254107"/>
                </a:lnTo>
                <a:lnTo>
                  <a:pt x="3443" y="252598"/>
                </a:lnTo>
                <a:lnTo>
                  <a:pt x="3443" y="250645"/>
                </a:lnTo>
                <a:lnTo>
                  <a:pt x="3443" y="249137"/>
                </a:lnTo>
                <a:lnTo>
                  <a:pt x="3443" y="247450"/>
                </a:lnTo>
                <a:lnTo>
                  <a:pt x="3443" y="245675"/>
                </a:lnTo>
                <a:lnTo>
                  <a:pt x="3840" y="243989"/>
                </a:lnTo>
                <a:lnTo>
                  <a:pt x="3840" y="242302"/>
                </a:lnTo>
                <a:lnTo>
                  <a:pt x="3840" y="240527"/>
                </a:lnTo>
                <a:lnTo>
                  <a:pt x="3840" y="238841"/>
                </a:lnTo>
                <a:lnTo>
                  <a:pt x="4221" y="237332"/>
                </a:lnTo>
                <a:lnTo>
                  <a:pt x="4221" y="235379"/>
                </a:lnTo>
                <a:lnTo>
                  <a:pt x="4221" y="233959"/>
                </a:lnTo>
                <a:lnTo>
                  <a:pt x="4221" y="232184"/>
                </a:lnTo>
                <a:lnTo>
                  <a:pt x="4221" y="230498"/>
                </a:lnTo>
                <a:lnTo>
                  <a:pt x="4221" y="228812"/>
                </a:lnTo>
                <a:lnTo>
                  <a:pt x="4221" y="227036"/>
                </a:lnTo>
                <a:lnTo>
                  <a:pt x="4221" y="225350"/>
                </a:lnTo>
                <a:lnTo>
                  <a:pt x="4221" y="223664"/>
                </a:lnTo>
                <a:lnTo>
                  <a:pt x="4221" y="222155"/>
                </a:lnTo>
                <a:lnTo>
                  <a:pt x="4601" y="220202"/>
                </a:lnTo>
                <a:lnTo>
                  <a:pt x="4601" y="218693"/>
                </a:lnTo>
                <a:lnTo>
                  <a:pt x="4601" y="217007"/>
                </a:lnTo>
                <a:lnTo>
                  <a:pt x="4601" y="215054"/>
                </a:lnTo>
                <a:lnTo>
                  <a:pt x="4601" y="213546"/>
                </a:lnTo>
                <a:lnTo>
                  <a:pt x="4982" y="211593"/>
                </a:lnTo>
                <a:lnTo>
                  <a:pt x="4982" y="210084"/>
                </a:lnTo>
                <a:lnTo>
                  <a:pt x="4982" y="208398"/>
                </a:lnTo>
                <a:lnTo>
                  <a:pt x="4982" y="206711"/>
                </a:lnTo>
                <a:lnTo>
                  <a:pt x="5363" y="204936"/>
                </a:lnTo>
                <a:lnTo>
                  <a:pt x="5363" y="203250"/>
                </a:lnTo>
                <a:lnTo>
                  <a:pt x="5363" y="201564"/>
                </a:lnTo>
                <a:lnTo>
                  <a:pt x="5363" y="199788"/>
                </a:lnTo>
                <a:lnTo>
                  <a:pt x="5363" y="198280"/>
                </a:lnTo>
                <a:lnTo>
                  <a:pt x="5744" y="196416"/>
                </a:lnTo>
                <a:lnTo>
                  <a:pt x="5744" y="194907"/>
                </a:lnTo>
                <a:lnTo>
                  <a:pt x="5744" y="192954"/>
                </a:lnTo>
                <a:lnTo>
                  <a:pt x="5744" y="191445"/>
                </a:lnTo>
                <a:lnTo>
                  <a:pt x="5744" y="189759"/>
                </a:lnTo>
                <a:lnTo>
                  <a:pt x="6125" y="187806"/>
                </a:lnTo>
                <a:lnTo>
                  <a:pt x="6125" y="186298"/>
                </a:lnTo>
                <a:lnTo>
                  <a:pt x="6125" y="184611"/>
                </a:lnTo>
                <a:lnTo>
                  <a:pt x="6125" y="182925"/>
                </a:lnTo>
                <a:lnTo>
                  <a:pt x="6125" y="181150"/>
                </a:lnTo>
                <a:lnTo>
                  <a:pt x="6125" y="179641"/>
                </a:lnTo>
                <a:lnTo>
                  <a:pt x="6125" y="177777"/>
                </a:lnTo>
                <a:lnTo>
                  <a:pt x="6125" y="176002"/>
                </a:lnTo>
                <a:lnTo>
                  <a:pt x="6125" y="174316"/>
                </a:lnTo>
                <a:lnTo>
                  <a:pt x="6522" y="172629"/>
                </a:lnTo>
                <a:lnTo>
                  <a:pt x="6522" y="171120"/>
                </a:lnTo>
                <a:lnTo>
                  <a:pt x="6522" y="169168"/>
                </a:lnTo>
                <a:lnTo>
                  <a:pt x="6522" y="167659"/>
                </a:lnTo>
                <a:lnTo>
                  <a:pt x="6522" y="165973"/>
                </a:lnTo>
                <a:lnTo>
                  <a:pt x="6902" y="164197"/>
                </a:lnTo>
                <a:lnTo>
                  <a:pt x="6902" y="162511"/>
                </a:lnTo>
                <a:lnTo>
                  <a:pt x="6902" y="160825"/>
                </a:lnTo>
                <a:lnTo>
                  <a:pt x="6902" y="159050"/>
                </a:lnTo>
                <a:lnTo>
                  <a:pt x="6902" y="157363"/>
                </a:lnTo>
                <a:lnTo>
                  <a:pt x="7283" y="155677"/>
                </a:lnTo>
                <a:lnTo>
                  <a:pt x="7283" y="153902"/>
                </a:lnTo>
                <a:lnTo>
                  <a:pt x="7283" y="152393"/>
                </a:lnTo>
                <a:lnTo>
                  <a:pt x="7283" y="150529"/>
                </a:lnTo>
                <a:lnTo>
                  <a:pt x="7283" y="149020"/>
                </a:lnTo>
                <a:lnTo>
                  <a:pt x="7664" y="147245"/>
                </a:lnTo>
                <a:lnTo>
                  <a:pt x="7664" y="145381"/>
                </a:lnTo>
                <a:lnTo>
                  <a:pt x="7664" y="143872"/>
                </a:lnTo>
                <a:lnTo>
                  <a:pt x="7664" y="141920"/>
                </a:lnTo>
                <a:lnTo>
                  <a:pt x="8045" y="140411"/>
                </a:lnTo>
                <a:lnTo>
                  <a:pt x="8045" y="138725"/>
                </a:lnTo>
                <a:lnTo>
                  <a:pt x="8045" y="137038"/>
                </a:lnTo>
                <a:lnTo>
                  <a:pt x="8045" y="135263"/>
                </a:lnTo>
                <a:lnTo>
                  <a:pt x="8045" y="133577"/>
                </a:lnTo>
                <a:lnTo>
                  <a:pt x="8426" y="131890"/>
                </a:lnTo>
                <a:lnTo>
                  <a:pt x="8426" y="130115"/>
                </a:lnTo>
                <a:lnTo>
                  <a:pt x="8426" y="128429"/>
                </a:lnTo>
                <a:lnTo>
                  <a:pt x="8426" y="126743"/>
                </a:lnTo>
                <a:lnTo>
                  <a:pt x="8426" y="125234"/>
                </a:lnTo>
                <a:lnTo>
                  <a:pt x="8426" y="123459"/>
                </a:lnTo>
                <a:lnTo>
                  <a:pt x="8426" y="121772"/>
                </a:lnTo>
                <a:lnTo>
                  <a:pt x="8426" y="120263"/>
                </a:lnTo>
                <a:lnTo>
                  <a:pt x="8426" y="118311"/>
                </a:lnTo>
                <a:lnTo>
                  <a:pt x="8426" y="116802"/>
                </a:lnTo>
                <a:lnTo>
                  <a:pt x="8807" y="115116"/>
                </a:lnTo>
                <a:lnTo>
                  <a:pt x="8807" y="113429"/>
                </a:lnTo>
                <a:lnTo>
                  <a:pt x="8807" y="111654"/>
                </a:lnTo>
                <a:lnTo>
                  <a:pt x="8807" y="109968"/>
                </a:lnTo>
                <a:lnTo>
                  <a:pt x="9203" y="108281"/>
                </a:lnTo>
                <a:lnTo>
                  <a:pt x="9203" y="106506"/>
                </a:lnTo>
                <a:lnTo>
                  <a:pt x="9203" y="104820"/>
                </a:lnTo>
                <a:lnTo>
                  <a:pt x="9203" y="103134"/>
                </a:lnTo>
                <a:lnTo>
                  <a:pt x="9203" y="101625"/>
                </a:lnTo>
                <a:lnTo>
                  <a:pt x="9584" y="99672"/>
                </a:lnTo>
                <a:lnTo>
                  <a:pt x="9584" y="98163"/>
                </a:lnTo>
                <a:lnTo>
                  <a:pt x="9584" y="96477"/>
                </a:lnTo>
                <a:lnTo>
                  <a:pt x="9584" y="94524"/>
                </a:lnTo>
                <a:lnTo>
                  <a:pt x="9584" y="93015"/>
                </a:lnTo>
                <a:lnTo>
                  <a:pt x="9965" y="91152"/>
                </a:lnTo>
                <a:lnTo>
                  <a:pt x="9965" y="89643"/>
                </a:lnTo>
                <a:lnTo>
                  <a:pt x="9965" y="87868"/>
                </a:lnTo>
                <a:lnTo>
                  <a:pt x="9965" y="86181"/>
                </a:lnTo>
                <a:lnTo>
                  <a:pt x="9965" y="84495"/>
                </a:lnTo>
                <a:lnTo>
                  <a:pt x="10346" y="82720"/>
                </a:lnTo>
                <a:lnTo>
                  <a:pt x="10346" y="81033"/>
                </a:lnTo>
                <a:lnTo>
                  <a:pt x="10346" y="79347"/>
                </a:lnTo>
                <a:lnTo>
                  <a:pt x="10346" y="77838"/>
                </a:lnTo>
                <a:lnTo>
                  <a:pt x="10346" y="75886"/>
                </a:lnTo>
                <a:lnTo>
                  <a:pt x="10346" y="74377"/>
                </a:lnTo>
                <a:lnTo>
                  <a:pt x="10346" y="72690"/>
                </a:lnTo>
                <a:lnTo>
                  <a:pt x="10346" y="70915"/>
                </a:lnTo>
                <a:lnTo>
                  <a:pt x="10346" y="69229"/>
                </a:lnTo>
                <a:lnTo>
                  <a:pt x="10727" y="67543"/>
                </a:lnTo>
                <a:lnTo>
                  <a:pt x="10727" y="65767"/>
                </a:lnTo>
                <a:lnTo>
                  <a:pt x="10727" y="64081"/>
                </a:lnTo>
                <a:lnTo>
                  <a:pt x="10727" y="62572"/>
                </a:lnTo>
                <a:lnTo>
                  <a:pt x="10727" y="60620"/>
                </a:lnTo>
                <a:lnTo>
                  <a:pt x="11108" y="59200"/>
                </a:lnTo>
                <a:lnTo>
                  <a:pt x="11108" y="57424"/>
                </a:lnTo>
                <a:lnTo>
                  <a:pt x="11108" y="55738"/>
                </a:lnTo>
                <a:lnTo>
                  <a:pt x="11108" y="54052"/>
                </a:lnTo>
                <a:lnTo>
                  <a:pt x="11108" y="52277"/>
                </a:lnTo>
                <a:lnTo>
                  <a:pt x="11488" y="50590"/>
                </a:lnTo>
                <a:lnTo>
                  <a:pt x="11488" y="48904"/>
                </a:lnTo>
                <a:lnTo>
                  <a:pt x="11488" y="47395"/>
                </a:lnTo>
                <a:lnTo>
                  <a:pt x="11488" y="45442"/>
                </a:lnTo>
                <a:lnTo>
                  <a:pt x="11885" y="43934"/>
                </a:lnTo>
                <a:lnTo>
                  <a:pt x="11885" y="42247"/>
                </a:lnTo>
                <a:lnTo>
                  <a:pt x="11885" y="40295"/>
                </a:lnTo>
                <a:lnTo>
                  <a:pt x="11885" y="38786"/>
                </a:lnTo>
                <a:lnTo>
                  <a:pt x="11885" y="37099"/>
                </a:lnTo>
                <a:lnTo>
                  <a:pt x="12266" y="35324"/>
                </a:lnTo>
                <a:lnTo>
                  <a:pt x="12266" y="33638"/>
                </a:lnTo>
                <a:lnTo>
                  <a:pt x="12266" y="31952"/>
                </a:lnTo>
                <a:lnTo>
                  <a:pt x="12266" y="30176"/>
                </a:lnTo>
                <a:lnTo>
                  <a:pt x="12266" y="28490"/>
                </a:lnTo>
                <a:lnTo>
                  <a:pt x="12647" y="26981"/>
                </a:lnTo>
                <a:lnTo>
                  <a:pt x="12647" y="25029"/>
                </a:lnTo>
                <a:lnTo>
                  <a:pt x="12647" y="23608"/>
                </a:lnTo>
                <a:lnTo>
                  <a:pt x="12647" y="21833"/>
                </a:lnTo>
                <a:lnTo>
                  <a:pt x="12647" y="20147"/>
                </a:lnTo>
                <a:lnTo>
                  <a:pt x="12647" y="18461"/>
                </a:lnTo>
                <a:lnTo>
                  <a:pt x="12647" y="16686"/>
                </a:lnTo>
                <a:lnTo>
                  <a:pt x="12647" y="15177"/>
                </a:lnTo>
                <a:lnTo>
                  <a:pt x="12647" y="13313"/>
                </a:lnTo>
                <a:lnTo>
                  <a:pt x="13028" y="11804"/>
                </a:lnTo>
                <a:lnTo>
                  <a:pt x="13028" y="10029"/>
                </a:lnTo>
                <a:lnTo>
                  <a:pt x="13028" y="8343"/>
                </a:lnTo>
                <a:lnTo>
                  <a:pt x="13028" y="6656"/>
                </a:lnTo>
                <a:lnTo>
                  <a:pt x="13028" y="4881"/>
                </a:lnTo>
                <a:lnTo>
                  <a:pt x="13409" y="3372"/>
                </a:lnTo>
                <a:lnTo>
                  <a:pt x="13409" y="1508"/>
                </a:lnTo>
                <a:lnTo>
                  <a:pt x="13409" y="0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821931" y="2502147"/>
            <a:ext cx="13805" cy="323336"/>
          </a:xfrm>
          <a:custGeom>
            <a:avLst/>
            <a:gdLst/>
            <a:ahLst/>
            <a:cxnLst/>
            <a:rect l="l" t="t" r="r" b="b"/>
            <a:pathLst>
              <a:path w="13805" h="323336">
                <a:moveTo>
                  <a:pt x="0" y="323336"/>
                </a:moveTo>
                <a:lnTo>
                  <a:pt x="0" y="321561"/>
                </a:lnTo>
                <a:lnTo>
                  <a:pt x="0" y="319875"/>
                </a:lnTo>
                <a:lnTo>
                  <a:pt x="380" y="318188"/>
                </a:lnTo>
                <a:lnTo>
                  <a:pt x="380" y="316413"/>
                </a:lnTo>
                <a:lnTo>
                  <a:pt x="380" y="314993"/>
                </a:lnTo>
                <a:lnTo>
                  <a:pt x="380" y="313041"/>
                </a:lnTo>
                <a:lnTo>
                  <a:pt x="380" y="311532"/>
                </a:lnTo>
                <a:lnTo>
                  <a:pt x="777" y="309845"/>
                </a:lnTo>
                <a:lnTo>
                  <a:pt x="777" y="308070"/>
                </a:lnTo>
                <a:lnTo>
                  <a:pt x="777" y="306384"/>
                </a:lnTo>
                <a:lnTo>
                  <a:pt x="777" y="304698"/>
                </a:lnTo>
                <a:lnTo>
                  <a:pt x="1158" y="303189"/>
                </a:lnTo>
                <a:lnTo>
                  <a:pt x="1158" y="301414"/>
                </a:lnTo>
                <a:lnTo>
                  <a:pt x="1158" y="299727"/>
                </a:lnTo>
                <a:lnTo>
                  <a:pt x="1158" y="298041"/>
                </a:lnTo>
                <a:lnTo>
                  <a:pt x="1158" y="296266"/>
                </a:lnTo>
                <a:lnTo>
                  <a:pt x="1158" y="294757"/>
                </a:lnTo>
                <a:lnTo>
                  <a:pt x="1158" y="292893"/>
                </a:lnTo>
                <a:lnTo>
                  <a:pt x="1158" y="291384"/>
                </a:lnTo>
                <a:lnTo>
                  <a:pt x="1158" y="289609"/>
                </a:lnTo>
                <a:lnTo>
                  <a:pt x="1158" y="288189"/>
                </a:lnTo>
                <a:lnTo>
                  <a:pt x="1539" y="286236"/>
                </a:lnTo>
                <a:lnTo>
                  <a:pt x="1539" y="284461"/>
                </a:lnTo>
                <a:lnTo>
                  <a:pt x="1539" y="283041"/>
                </a:lnTo>
                <a:lnTo>
                  <a:pt x="1539" y="281266"/>
                </a:lnTo>
                <a:lnTo>
                  <a:pt x="1539" y="279580"/>
                </a:lnTo>
                <a:lnTo>
                  <a:pt x="1920" y="277893"/>
                </a:lnTo>
                <a:lnTo>
                  <a:pt x="1920" y="276118"/>
                </a:lnTo>
                <a:lnTo>
                  <a:pt x="1920" y="274609"/>
                </a:lnTo>
                <a:lnTo>
                  <a:pt x="1920" y="272923"/>
                </a:lnTo>
                <a:lnTo>
                  <a:pt x="2300" y="271237"/>
                </a:lnTo>
                <a:lnTo>
                  <a:pt x="2300" y="269462"/>
                </a:lnTo>
                <a:lnTo>
                  <a:pt x="2300" y="267953"/>
                </a:lnTo>
                <a:lnTo>
                  <a:pt x="2300" y="266266"/>
                </a:lnTo>
                <a:lnTo>
                  <a:pt x="2300" y="264580"/>
                </a:lnTo>
                <a:lnTo>
                  <a:pt x="2681" y="262805"/>
                </a:lnTo>
                <a:lnTo>
                  <a:pt x="2681" y="261119"/>
                </a:lnTo>
                <a:lnTo>
                  <a:pt x="2681" y="259610"/>
                </a:lnTo>
                <a:lnTo>
                  <a:pt x="2681" y="257923"/>
                </a:lnTo>
                <a:lnTo>
                  <a:pt x="2681" y="256237"/>
                </a:lnTo>
                <a:lnTo>
                  <a:pt x="3062" y="254462"/>
                </a:lnTo>
                <a:lnTo>
                  <a:pt x="3062" y="252776"/>
                </a:lnTo>
                <a:lnTo>
                  <a:pt x="3062" y="251267"/>
                </a:lnTo>
                <a:lnTo>
                  <a:pt x="3062" y="249580"/>
                </a:lnTo>
                <a:lnTo>
                  <a:pt x="3062" y="247805"/>
                </a:lnTo>
                <a:lnTo>
                  <a:pt x="3459" y="246119"/>
                </a:lnTo>
                <a:lnTo>
                  <a:pt x="3459" y="244432"/>
                </a:lnTo>
                <a:lnTo>
                  <a:pt x="3459" y="242924"/>
                </a:lnTo>
                <a:lnTo>
                  <a:pt x="3459" y="241149"/>
                </a:lnTo>
                <a:lnTo>
                  <a:pt x="3459" y="239728"/>
                </a:lnTo>
                <a:lnTo>
                  <a:pt x="3459" y="237953"/>
                </a:lnTo>
                <a:lnTo>
                  <a:pt x="3459" y="236001"/>
                </a:lnTo>
                <a:lnTo>
                  <a:pt x="3459" y="234581"/>
                </a:lnTo>
                <a:lnTo>
                  <a:pt x="3459" y="232806"/>
                </a:lnTo>
                <a:lnTo>
                  <a:pt x="3840" y="231297"/>
                </a:lnTo>
                <a:lnTo>
                  <a:pt x="3840" y="229610"/>
                </a:lnTo>
                <a:lnTo>
                  <a:pt x="3840" y="227924"/>
                </a:lnTo>
                <a:lnTo>
                  <a:pt x="3840" y="226415"/>
                </a:lnTo>
                <a:lnTo>
                  <a:pt x="3840" y="224640"/>
                </a:lnTo>
                <a:lnTo>
                  <a:pt x="4221" y="222954"/>
                </a:lnTo>
                <a:lnTo>
                  <a:pt x="4221" y="221267"/>
                </a:lnTo>
                <a:lnTo>
                  <a:pt x="4221" y="219492"/>
                </a:lnTo>
                <a:lnTo>
                  <a:pt x="4221" y="218072"/>
                </a:lnTo>
                <a:lnTo>
                  <a:pt x="4221" y="216297"/>
                </a:lnTo>
                <a:lnTo>
                  <a:pt x="4601" y="214788"/>
                </a:lnTo>
                <a:lnTo>
                  <a:pt x="4601" y="213102"/>
                </a:lnTo>
                <a:lnTo>
                  <a:pt x="4601" y="211415"/>
                </a:lnTo>
                <a:lnTo>
                  <a:pt x="4601" y="209640"/>
                </a:lnTo>
                <a:lnTo>
                  <a:pt x="4601" y="207954"/>
                </a:lnTo>
                <a:lnTo>
                  <a:pt x="4982" y="206445"/>
                </a:lnTo>
                <a:lnTo>
                  <a:pt x="4982" y="204759"/>
                </a:lnTo>
                <a:lnTo>
                  <a:pt x="4982" y="202984"/>
                </a:lnTo>
                <a:lnTo>
                  <a:pt x="4982" y="201564"/>
                </a:lnTo>
                <a:lnTo>
                  <a:pt x="5363" y="199788"/>
                </a:lnTo>
                <a:lnTo>
                  <a:pt x="5363" y="198280"/>
                </a:lnTo>
                <a:lnTo>
                  <a:pt x="5363" y="196593"/>
                </a:lnTo>
                <a:lnTo>
                  <a:pt x="5363" y="194907"/>
                </a:lnTo>
                <a:lnTo>
                  <a:pt x="5363" y="193398"/>
                </a:lnTo>
                <a:lnTo>
                  <a:pt x="5363" y="191623"/>
                </a:lnTo>
                <a:lnTo>
                  <a:pt x="5363" y="189937"/>
                </a:lnTo>
                <a:lnTo>
                  <a:pt x="5363" y="188250"/>
                </a:lnTo>
                <a:lnTo>
                  <a:pt x="5363" y="186475"/>
                </a:lnTo>
                <a:lnTo>
                  <a:pt x="5363" y="185055"/>
                </a:lnTo>
                <a:lnTo>
                  <a:pt x="5744" y="183280"/>
                </a:lnTo>
                <a:lnTo>
                  <a:pt x="5744" y="181771"/>
                </a:lnTo>
                <a:lnTo>
                  <a:pt x="5744" y="180085"/>
                </a:lnTo>
                <a:lnTo>
                  <a:pt x="5744" y="178398"/>
                </a:lnTo>
                <a:lnTo>
                  <a:pt x="5744" y="176889"/>
                </a:lnTo>
                <a:lnTo>
                  <a:pt x="6141" y="175114"/>
                </a:lnTo>
                <a:lnTo>
                  <a:pt x="6141" y="173428"/>
                </a:lnTo>
                <a:lnTo>
                  <a:pt x="6141" y="171919"/>
                </a:lnTo>
                <a:lnTo>
                  <a:pt x="6141" y="170233"/>
                </a:lnTo>
                <a:lnTo>
                  <a:pt x="6522" y="168724"/>
                </a:lnTo>
                <a:lnTo>
                  <a:pt x="6522" y="167038"/>
                </a:lnTo>
                <a:lnTo>
                  <a:pt x="6522" y="165262"/>
                </a:lnTo>
                <a:lnTo>
                  <a:pt x="6522" y="163754"/>
                </a:lnTo>
                <a:lnTo>
                  <a:pt x="6522" y="162067"/>
                </a:lnTo>
                <a:lnTo>
                  <a:pt x="6902" y="160558"/>
                </a:lnTo>
                <a:lnTo>
                  <a:pt x="6902" y="158872"/>
                </a:lnTo>
                <a:lnTo>
                  <a:pt x="6902" y="157097"/>
                </a:lnTo>
                <a:lnTo>
                  <a:pt x="6902" y="155677"/>
                </a:lnTo>
                <a:lnTo>
                  <a:pt x="6902" y="153902"/>
                </a:lnTo>
                <a:lnTo>
                  <a:pt x="7283" y="152215"/>
                </a:lnTo>
                <a:lnTo>
                  <a:pt x="7283" y="150707"/>
                </a:lnTo>
                <a:lnTo>
                  <a:pt x="7283" y="149020"/>
                </a:lnTo>
                <a:lnTo>
                  <a:pt x="7283" y="147511"/>
                </a:lnTo>
                <a:lnTo>
                  <a:pt x="7283" y="145736"/>
                </a:lnTo>
                <a:lnTo>
                  <a:pt x="7664" y="144050"/>
                </a:lnTo>
                <a:lnTo>
                  <a:pt x="7664" y="142541"/>
                </a:lnTo>
                <a:lnTo>
                  <a:pt x="7664" y="140855"/>
                </a:lnTo>
                <a:lnTo>
                  <a:pt x="7664" y="139346"/>
                </a:lnTo>
                <a:lnTo>
                  <a:pt x="7664" y="137837"/>
                </a:lnTo>
                <a:lnTo>
                  <a:pt x="7664" y="136151"/>
                </a:lnTo>
                <a:lnTo>
                  <a:pt x="7664" y="134642"/>
                </a:lnTo>
                <a:lnTo>
                  <a:pt x="7664" y="132867"/>
                </a:lnTo>
                <a:lnTo>
                  <a:pt x="7664" y="131180"/>
                </a:lnTo>
                <a:lnTo>
                  <a:pt x="8045" y="129671"/>
                </a:lnTo>
                <a:lnTo>
                  <a:pt x="8045" y="127985"/>
                </a:lnTo>
                <a:lnTo>
                  <a:pt x="8045" y="126299"/>
                </a:lnTo>
                <a:lnTo>
                  <a:pt x="8045" y="124790"/>
                </a:lnTo>
                <a:lnTo>
                  <a:pt x="8045" y="123015"/>
                </a:lnTo>
                <a:lnTo>
                  <a:pt x="8426" y="121506"/>
                </a:lnTo>
                <a:lnTo>
                  <a:pt x="8426" y="120086"/>
                </a:lnTo>
                <a:lnTo>
                  <a:pt x="8426" y="118311"/>
                </a:lnTo>
                <a:lnTo>
                  <a:pt x="8426" y="116802"/>
                </a:lnTo>
                <a:lnTo>
                  <a:pt x="8426" y="115116"/>
                </a:lnTo>
                <a:lnTo>
                  <a:pt x="8822" y="113429"/>
                </a:lnTo>
                <a:lnTo>
                  <a:pt x="8822" y="111920"/>
                </a:lnTo>
                <a:lnTo>
                  <a:pt x="8822" y="110145"/>
                </a:lnTo>
                <a:lnTo>
                  <a:pt x="8822" y="108459"/>
                </a:lnTo>
                <a:lnTo>
                  <a:pt x="9203" y="107216"/>
                </a:lnTo>
                <a:lnTo>
                  <a:pt x="9203" y="105441"/>
                </a:lnTo>
                <a:lnTo>
                  <a:pt x="9203" y="103755"/>
                </a:lnTo>
                <a:lnTo>
                  <a:pt x="9203" y="102246"/>
                </a:lnTo>
                <a:lnTo>
                  <a:pt x="9203" y="100560"/>
                </a:lnTo>
                <a:lnTo>
                  <a:pt x="9584" y="99051"/>
                </a:lnTo>
                <a:lnTo>
                  <a:pt x="9584" y="97542"/>
                </a:lnTo>
                <a:lnTo>
                  <a:pt x="9584" y="95856"/>
                </a:lnTo>
                <a:lnTo>
                  <a:pt x="9584" y="94347"/>
                </a:lnTo>
                <a:lnTo>
                  <a:pt x="9584" y="92572"/>
                </a:lnTo>
                <a:lnTo>
                  <a:pt x="9584" y="90885"/>
                </a:lnTo>
                <a:lnTo>
                  <a:pt x="9584" y="89554"/>
                </a:lnTo>
                <a:lnTo>
                  <a:pt x="9584" y="87868"/>
                </a:lnTo>
                <a:lnTo>
                  <a:pt x="9584" y="86181"/>
                </a:lnTo>
                <a:lnTo>
                  <a:pt x="9584" y="84672"/>
                </a:lnTo>
                <a:lnTo>
                  <a:pt x="9965" y="82986"/>
                </a:lnTo>
                <a:lnTo>
                  <a:pt x="9965" y="81477"/>
                </a:lnTo>
                <a:lnTo>
                  <a:pt x="9965" y="79968"/>
                </a:lnTo>
                <a:lnTo>
                  <a:pt x="9965" y="78193"/>
                </a:lnTo>
                <a:lnTo>
                  <a:pt x="10346" y="76684"/>
                </a:lnTo>
                <a:lnTo>
                  <a:pt x="10346" y="75264"/>
                </a:lnTo>
                <a:lnTo>
                  <a:pt x="10346" y="73489"/>
                </a:lnTo>
                <a:lnTo>
                  <a:pt x="10346" y="71980"/>
                </a:lnTo>
                <a:lnTo>
                  <a:pt x="10346" y="70294"/>
                </a:lnTo>
                <a:lnTo>
                  <a:pt x="10727" y="68785"/>
                </a:lnTo>
                <a:lnTo>
                  <a:pt x="10727" y="67276"/>
                </a:lnTo>
                <a:lnTo>
                  <a:pt x="10727" y="65590"/>
                </a:lnTo>
                <a:lnTo>
                  <a:pt x="10727" y="63904"/>
                </a:lnTo>
                <a:lnTo>
                  <a:pt x="10727" y="62572"/>
                </a:lnTo>
                <a:lnTo>
                  <a:pt x="11108" y="60886"/>
                </a:lnTo>
                <a:lnTo>
                  <a:pt x="11108" y="59111"/>
                </a:lnTo>
                <a:lnTo>
                  <a:pt x="11108" y="57868"/>
                </a:lnTo>
                <a:lnTo>
                  <a:pt x="11108" y="56182"/>
                </a:lnTo>
                <a:lnTo>
                  <a:pt x="11108" y="54407"/>
                </a:lnTo>
                <a:lnTo>
                  <a:pt x="11504" y="52898"/>
                </a:lnTo>
                <a:lnTo>
                  <a:pt x="11504" y="51389"/>
                </a:lnTo>
                <a:lnTo>
                  <a:pt x="11504" y="49703"/>
                </a:lnTo>
                <a:lnTo>
                  <a:pt x="11504" y="48194"/>
                </a:lnTo>
                <a:lnTo>
                  <a:pt x="11885" y="46685"/>
                </a:lnTo>
                <a:lnTo>
                  <a:pt x="11885" y="44999"/>
                </a:lnTo>
                <a:lnTo>
                  <a:pt x="11885" y="43490"/>
                </a:lnTo>
                <a:lnTo>
                  <a:pt x="11885" y="41981"/>
                </a:lnTo>
                <a:lnTo>
                  <a:pt x="11885" y="40295"/>
                </a:lnTo>
                <a:lnTo>
                  <a:pt x="11885" y="38963"/>
                </a:lnTo>
                <a:lnTo>
                  <a:pt x="11885" y="37277"/>
                </a:lnTo>
                <a:lnTo>
                  <a:pt x="11885" y="35591"/>
                </a:lnTo>
                <a:lnTo>
                  <a:pt x="11885" y="34259"/>
                </a:lnTo>
                <a:lnTo>
                  <a:pt x="11885" y="32573"/>
                </a:lnTo>
                <a:lnTo>
                  <a:pt x="12266" y="30798"/>
                </a:lnTo>
                <a:lnTo>
                  <a:pt x="12266" y="29555"/>
                </a:lnTo>
                <a:lnTo>
                  <a:pt x="12266" y="27869"/>
                </a:lnTo>
                <a:lnTo>
                  <a:pt x="12266" y="26360"/>
                </a:lnTo>
                <a:lnTo>
                  <a:pt x="12266" y="24851"/>
                </a:lnTo>
                <a:lnTo>
                  <a:pt x="12647" y="23165"/>
                </a:lnTo>
                <a:lnTo>
                  <a:pt x="12647" y="21656"/>
                </a:lnTo>
                <a:lnTo>
                  <a:pt x="12647" y="19881"/>
                </a:lnTo>
                <a:lnTo>
                  <a:pt x="12647" y="18638"/>
                </a:lnTo>
                <a:lnTo>
                  <a:pt x="13028" y="16863"/>
                </a:lnTo>
                <a:lnTo>
                  <a:pt x="13028" y="15443"/>
                </a:lnTo>
                <a:lnTo>
                  <a:pt x="13028" y="13934"/>
                </a:lnTo>
                <a:lnTo>
                  <a:pt x="13028" y="12425"/>
                </a:lnTo>
                <a:lnTo>
                  <a:pt x="13028" y="10650"/>
                </a:lnTo>
                <a:lnTo>
                  <a:pt x="13409" y="9141"/>
                </a:lnTo>
                <a:lnTo>
                  <a:pt x="13409" y="7721"/>
                </a:lnTo>
                <a:lnTo>
                  <a:pt x="13409" y="5946"/>
                </a:lnTo>
                <a:lnTo>
                  <a:pt x="13409" y="4704"/>
                </a:lnTo>
                <a:lnTo>
                  <a:pt x="13409" y="2928"/>
                </a:lnTo>
                <a:lnTo>
                  <a:pt x="13805" y="1508"/>
                </a:lnTo>
                <a:lnTo>
                  <a:pt x="13805" y="0"/>
                </a:lnTo>
              </a:path>
            </a:pathLst>
          </a:custGeom>
          <a:ln w="195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835737" y="2220969"/>
            <a:ext cx="13409" cy="281177"/>
          </a:xfrm>
          <a:custGeom>
            <a:avLst/>
            <a:gdLst/>
            <a:ahLst/>
            <a:cxnLst/>
            <a:rect l="l" t="t" r="r" b="b"/>
            <a:pathLst>
              <a:path w="13409" h="281177">
                <a:moveTo>
                  <a:pt x="0" y="281177"/>
                </a:moveTo>
                <a:lnTo>
                  <a:pt x="0" y="279668"/>
                </a:lnTo>
                <a:lnTo>
                  <a:pt x="0" y="277893"/>
                </a:lnTo>
                <a:lnTo>
                  <a:pt x="0" y="276385"/>
                </a:lnTo>
                <a:lnTo>
                  <a:pt x="0" y="274964"/>
                </a:lnTo>
                <a:lnTo>
                  <a:pt x="0" y="273456"/>
                </a:lnTo>
                <a:lnTo>
                  <a:pt x="0" y="271947"/>
                </a:lnTo>
                <a:lnTo>
                  <a:pt x="0" y="270438"/>
                </a:lnTo>
                <a:lnTo>
                  <a:pt x="380" y="268929"/>
                </a:lnTo>
                <a:lnTo>
                  <a:pt x="380" y="267243"/>
                </a:lnTo>
                <a:lnTo>
                  <a:pt x="380" y="265734"/>
                </a:lnTo>
                <a:lnTo>
                  <a:pt x="380" y="264225"/>
                </a:lnTo>
                <a:lnTo>
                  <a:pt x="380" y="262716"/>
                </a:lnTo>
                <a:lnTo>
                  <a:pt x="761" y="261207"/>
                </a:lnTo>
                <a:lnTo>
                  <a:pt x="761" y="259698"/>
                </a:lnTo>
                <a:lnTo>
                  <a:pt x="761" y="258190"/>
                </a:lnTo>
                <a:lnTo>
                  <a:pt x="761" y="256503"/>
                </a:lnTo>
                <a:lnTo>
                  <a:pt x="761" y="255172"/>
                </a:lnTo>
                <a:lnTo>
                  <a:pt x="1142" y="253663"/>
                </a:lnTo>
                <a:lnTo>
                  <a:pt x="1142" y="251977"/>
                </a:lnTo>
                <a:lnTo>
                  <a:pt x="1142" y="250468"/>
                </a:lnTo>
                <a:lnTo>
                  <a:pt x="1142" y="248959"/>
                </a:lnTo>
                <a:lnTo>
                  <a:pt x="1142" y="247450"/>
                </a:lnTo>
                <a:lnTo>
                  <a:pt x="1523" y="245941"/>
                </a:lnTo>
                <a:lnTo>
                  <a:pt x="1523" y="244432"/>
                </a:lnTo>
                <a:lnTo>
                  <a:pt x="1523" y="243012"/>
                </a:lnTo>
                <a:lnTo>
                  <a:pt x="1523" y="241504"/>
                </a:lnTo>
                <a:lnTo>
                  <a:pt x="1904" y="239728"/>
                </a:lnTo>
                <a:lnTo>
                  <a:pt x="1904" y="238486"/>
                </a:lnTo>
                <a:lnTo>
                  <a:pt x="1904" y="236977"/>
                </a:lnTo>
                <a:lnTo>
                  <a:pt x="1904" y="235291"/>
                </a:lnTo>
                <a:lnTo>
                  <a:pt x="1904" y="233959"/>
                </a:lnTo>
                <a:lnTo>
                  <a:pt x="1904" y="232450"/>
                </a:lnTo>
                <a:lnTo>
                  <a:pt x="1904" y="230764"/>
                </a:lnTo>
                <a:lnTo>
                  <a:pt x="1904" y="229255"/>
                </a:lnTo>
                <a:lnTo>
                  <a:pt x="1904" y="227924"/>
                </a:lnTo>
                <a:lnTo>
                  <a:pt x="1904" y="226504"/>
                </a:lnTo>
                <a:lnTo>
                  <a:pt x="2285" y="224729"/>
                </a:lnTo>
                <a:lnTo>
                  <a:pt x="2285" y="223220"/>
                </a:lnTo>
                <a:lnTo>
                  <a:pt x="2285" y="221977"/>
                </a:lnTo>
                <a:lnTo>
                  <a:pt x="2285" y="220468"/>
                </a:lnTo>
                <a:lnTo>
                  <a:pt x="2285" y="218782"/>
                </a:lnTo>
                <a:lnTo>
                  <a:pt x="2681" y="217273"/>
                </a:lnTo>
                <a:lnTo>
                  <a:pt x="2681" y="215942"/>
                </a:lnTo>
                <a:lnTo>
                  <a:pt x="2681" y="214433"/>
                </a:lnTo>
                <a:lnTo>
                  <a:pt x="2681" y="212747"/>
                </a:lnTo>
                <a:lnTo>
                  <a:pt x="3062" y="211415"/>
                </a:lnTo>
                <a:lnTo>
                  <a:pt x="3062" y="209995"/>
                </a:lnTo>
                <a:lnTo>
                  <a:pt x="3062" y="208486"/>
                </a:lnTo>
                <a:lnTo>
                  <a:pt x="3062" y="206978"/>
                </a:lnTo>
                <a:lnTo>
                  <a:pt x="3062" y="205469"/>
                </a:lnTo>
                <a:lnTo>
                  <a:pt x="3443" y="203960"/>
                </a:lnTo>
                <a:lnTo>
                  <a:pt x="3443" y="202451"/>
                </a:lnTo>
                <a:lnTo>
                  <a:pt x="3443" y="200942"/>
                </a:lnTo>
                <a:lnTo>
                  <a:pt x="3443" y="199700"/>
                </a:lnTo>
                <a:lnTo>
                  <a:pt x="3443" y="198191"/>
                </a:lnTo>
                <a:lnTo>
                  <a:pt x="3824" y="196682"/>
                </a:lnTo>
                <a:lnTo>
                  <a:pt x="3824" y="194907"/>
                </a:lnTo>
                <a:lnTo>
                  <a:pt x="3824" y="193664"/>
                </a:lnTo>
                <a:lnTo>
                  <a:pt x="3824" y="192155"/>
                </a:lnTo>
                <a:lnTo>
                  <a:pt x="3824" y="190647"/>
                </a:lnTo>
                <a:lnTo>
                  <a:pt x="4205" y="189138"/>
                </a:lnTo>
                <a:lnTo>
                  <a:pt x="4205" y="187895"/>
                </a:lnTo>
                <a:lnTo>
                  <a:pt x="4205" y="186386"/>
                </a:lnTo>
                <a:lnTo>
                  <a:pt x="4205" y="184877"/>
                </a:lnTo>
                <a:lnTo>
                  <a:pt x="4205" y="183369"/>
                </a:lnTo>
                <a:lnTo>
                  <a:pt x="4205" y="181860"/>
                </a:lnTo>
                <a:lnTo>
                  <a:pt x="4205" y="180617"/>
                </a:lnTo>
                <a:lnTo>
                  <a:pt x="4205" y="179108"/>
                </a:lnTo>
                <a:lnTo>
                  <a:pt x="4205" y="177333"/>
                </a:lnTo>
                <a:lnTo>
                  <a:pt x="4586" y="176091"/>
                </a:lnTo>
                <a:lnTo>
                  <a:pt x="4586" y="174582"/>
                </a:lnTo>
                <a:lnTo>
                  <a:pt x="4586" y="173073"/>
                </a:lnTo>
                <a:lnTo>
                  <a:pt x="4586" y="171564"/>
                </a:lnTo>
                <a:lnTo>
                  <a:pt x="4586" y="170055"/>
                </a:lnTo>
                <a:lnTo>
                  <a:pt x="4966" y="168813"/>
                </a:lnTo>
                <a:lnTo>
                  <a:pt x="4966" y="167304"/>
                </a:lnTo>
                <a:lnTo>
                  <a:pt x="4966" y="165795"/>
                </a:lnTo>
                <a:lnTo>
                  <a:pt x="4966" y="164286"/>
                </a:lnTo>
                <a:lnTo>
                  <a:pt x="4966" y="162955"/>
                </a:lnTo>
                <a:lnTo>
                  <a:pt x="5363" y="161535"/>
                </a:lnTo>
                <a:lnTo>
                  <a:pt x="5363" y="160026"/>
                </a:lnTo>
                <a:lnTo>
                  <a:pt x="5363" y="158695"/>
                </a:lnTo>
                <a:lnTo>
                  <a:pt x="5363" y="157186"/>
                </a:lnTo>
                <a:lnTo>
                  <a:pt x="5744" y="155943"/>
                </a:lnTo>
                <a:lnTo>
                  <a:pt x="5744" y="154434"/>
                </a:lnTo>
                <a:lnTo>
                  <a:pt x="5744" y="152925"/>
                </a:lnTo>
                <a:lnTo>
                  <a:pt x="5744" y="151417"/>
                </a:lnTo>
                <a:lnTo>
                  <a:pt x="5744" y="150085"/>
                </a:lnTo>
                <a:lnTo>
                  <a:pt x="6125" y="148665"/>
                </a:lnTo>
                <a:lnTo>
                  <a:pt x="6125" y="147156"/>
                </a:lnTo>
                <a:lnTo>
                  <a:pt x="6125" y="145647"/>
                </a:lnTo>
                <a:lnTo>
                  <a:pt x="6125" y="144139"/>
                </a:lnTo>
                <a:lnTo>
                  <a:pt x="6125" y="143074"/>
                </a:lnTo>
                <a:lnTo>
                  <a:pt x="6125" y="141565"/>
                </a:lnTo>
                <a:lnTo>
                  <a:pt x="6125" y="140056"/>
                </a:lnTo>
                <a:lnTo>
                  <a:pt x="6125" y="138547"/>
                </a:lnTo>
                <a:lnTo>
                  <a:pt x="6125" y="137038"/>
                </a:lnTo>
                <a:lnTo>
                  <a:pt x="6125" y="135796"/>
                </a:lnTo>
                <a:lnTo>
                  <a:pt x="6506" y="134464"/>
                </a:lnTo>
                <a:lnTo>
                  <a:pt x="6506" y="132955"/>
                </a:lnTo>
                <a:lnTo>
                  <a:pt x="6506" y="131447"/>
                </a:lnTo>
                <a:lnTo>
                  <a:pt x="6506" y="129938"/>
                </a:lnTo>
                <a:lnTo>
                  <a:pt x="6886" y="128695"/>
                </a:lnTo>
                <a:lnTo>
                  <a:pt x="6886" y="127364"/>
                </a:lnTo>
                <a:lnTo>
                  <a:pt x="6886" y="125855"/>
                </a:lnTo>
                <a:lnTo>
                  <a:pt x="6886" y="124435"/>
                </a:lnTo>
                <a:lnTo>
                  <a:pt x="6886" y="122926"/>
                </a:lnTo>
                <a:lnTo>
                  <a:pt x="7267" y="121595"/>
                </a:lnTo>
                <a:lnTo>
                  <a:pt x="7267" y="120352"/>
                </a:lnTo>
                <a:lnTo>
                  <a:pt x="7267" y="118843"/>
                </a:lnTo>
                <a:lnTo>
                  <a:pt x="7267" y="117334"/>
                </a:lnTo>
                <a:lnTo>
                  <a:pt x="7267" y="115826"/>
                </a:lnTo>
                <a:lnTo>
                  <a:pt x="7648" y="114494"/>
                </a:lnTo>
                <a:lnTo>
                  <a:pt x="7648" y="113252"/>
                </a:lnTo>
                <a:lnTo>
                  <a:pt x="7648" y="111743"/>
                </a:lnTo>
                <a:lnTo>
                  <a:pt x="7648" y="110500"/>
                </a:lnTo>
                <a:lnTo>
                  <a:pt x="7648" y="108991"/>
                </a:lnTo>
                <a:lnTo>
                  <a:pt x="8045" y="107483"/>
                </a:lnTo>
                <a:lnTo>
                  <a:pt x="8045" y="106417"/>
                </a:lnTo>
                <a:lnTo>
                  <a:pt x="8045" y="104909"/>
                </a:lnTo>
                <a:lnTo>
                  <a:pt x="8045" y="103400"/>
                </a:lnTo>
                <a:lnTo>
                  <a:pt x="8426" y="102068"/>
                </a:lnTo>
                <a:lnTo>
                  <a:pt x="8426" y="100560"/>
                </a:lnTo>
                <a:lnTo>
                  <a:pt x="8426" y="99317"/>
                </a:lnTo>
                <a:lnTo>
                  <a:pt x="8426" y="97986"/>
                </a:lnTo>
                <a:lnTo>
                  <a:pt x="8426" y="96566"/>
                </a:lnTo>
                <a:lnTo>
                  <a:pt x="8426" y="95234"/>
                </a:lnTo>
                <a:lnTo>
                  <a:pt x="8426" y="93725"/>
                </a:lnTo>
                <a:lnTo>
                  <a:pt x="8426" y="92217"/>
                </a:lnTo>
                <a:lnTo>
                  <a:pt x="8426" y="90974"/>
                </a:lnTo>
                <a:lnTo>
                  <a:pt x="8426" y="89643"/>
                </a:lnTo>
                <a:lnTo>
                  <a:pt x="8807" y="88400"/>
                </a:lnTo>
                <a:lnTo>
                  <a:pt x="8807" y="86891"/>
                </a:lnTo>
                <a:lnTo>
                  <a:pt x="8807" y="85560"/>
                </a:lnTo>
                <a:lnTo>
                  <a:pt x="8807" y="84051"/>
                </a:lnTo>
                <a:lnTo>
                  <a:pt x="8807" y="82808"/>
                </a:lnTo>
                <a:lnTo>
                  <a:pt x="9187" y="81477"/>
                </a:lnTo>
                <a:lnTo>
                  <a:pt x="9187" y="80235"/>
                </a:lnTo>
                <a:lnTo>
                  <a:pt x="9187" y="78726"/>
                </a:lnTo>
                <a:lnTo>
                  <a:pt x="9187" y="77483"/>
                </a:lnTo>
                <a:lnTo>
                  <a:pt x="9568" y="75974"/>
                </a:lnTo>
                <a:lnTo>
                  <a:pt x="9568" y="74643"/>
                </a:lnTo>
                <a:lnTo>
                  <a:pt x="9568" y="73400"/>
                </a:lnTo>
                <a:lnTo>
                  <a:pt x="9568" y="72069"/>
                </a:lnTo>
                <a:lnTo>
                  <a:pt x="9568" y="70560"/>
                </a:lnTo>
                <a:lnTo>
                  <a:pt x="9949" y="69318"/>
                </a:lnTo>
                <a:lnTo>
                  <a:pt x="9949" y="67809"/>
                </a:lnTo>
                <a:lnTo>
                  <a:pt x="9949" y="66477"/>
                </a:lnTo>
                <a:lnTo>
                  <a:pt x="9949" y="64969"/>
                </a:lnTo>
                <a:lnTo>
                  <a:pt x="9949" y="63904"/>
                </a:lnTo>
                <a:lnTo>
                  <a:pt x="10330" y="62661"/>
                </a:lnTo>
                <a:lnTo>
                  <a:pt x="10330" y="61152"/>
                </a:lnTo>
                <a:lnTo>
                  <a:pt x="10330" y="59821"/>
                </a:lnTo>
                <a:lnTo>
                  <a:pt x="10330" y="58312"/>
                </a:lnTo>
                <a:lnTo>
                  <a:pt x="10330" y="57069"/>
                </a:lnTo>
                <a:lnTo>
                  <a:pt x="10330" y="55827"/>
                </a:lnTo>
                <a:lnTo>
                  <a:pt x="10330" y="54495"/>
                </a:lnTo>
                <a:lnTo>
                  <a:pt x="10330" y="53253"/>
                </a:lnTo>
                <a:lnTo>
                  <a:pt x="10330" y="51922"/>
                </a:lnTo>
                <a:lnTo>
                  <a:pt x="10727" y="50413"/>
                </a:lnTo>
                <a:lnTo>
                  <a:pt x="10727" y="49170"/>
                </a:lnTo>
                <a:lnTo>
                  <a:pt x="10727" y="47839"/>
                </a:lnTo>
                <a:lnTo>
                  <a:pt x="10727" y="46330"/>
                </a:lnTo>
                <a:lnTo>
                  <a:pt x="10727" y="45087"/>
                </a:lnTo>
                <a:lnTo>
                  <a:pt x="11108" y="43756"/>
                </a:lnTo>
                <a:lnTo>
                  <a:pt x="11108" y="42513"/>
                </a:lnTo>
                <a:lnTo>
                  <a:pt x="11108" y="41182"/>
                </a:lnTo>
                <a:lnTo>
                  <a:pt x="11108" y="39940"/>
                </a:lnTo>
                <a:lnTo>
                  <a:pt x="11108" y="38608"/>
                </a:lnTo>
                <a:lnTo>
                  <a:pt x="11488" y="37366"/>
                </a:lnTo>
                <a:lnTo>
                  <a:pt x="11488" y="35857"/>
                </a:lnTo>
                <a:lnTo>
                  <a:pt x="11488" y="34525"/>
                </a:lnTo>
                <a:lnTo>
                  <a:pt x="11488" y="33283"/>
                </a:lnTo>
                <a:lnTo>
                  <a:pt x="11488" y="31952"/>
                </a:lnTo>
                <a:lnTo>
                  <a:pt x="11869" y="30709"/>
                </a:lnTo>
                <a:lnTo>
                  <a:pt x="11869" y="29378"/>
                </a:lnTo>
                <a:lnTo>
                  <a:pt x="11869" y="28135"/>
                </a:lnTo>
                <a:lnTo>
                  <a:pt x="11869" y="26804"/>
                </a:lnTo>
                <a:lnTo>
                  <a:pt x="12250" y="25561"/>
                </a:lnTo>
                <a:lnTo>
                  <a:pt x="12250" y="24230"/>
                </a:lnTo>
                <a:lnTo>
                  <a:pt x="12250" y="22987"/>
                </a:lnTo>
                <a:lnTo>
                  <a:pt x="12250" y="21478"/>
                </a:lnTo>
                <a:lnTo>
                  <a:pt x="12250" y="20147"/>
                </a:lnTo>
                <a:lnTo>
                  <a:pt x="12631" y="18904"/>
                </a:lnTo>
                <a:lnTo>
                  <a:pt x="12631" y="17839"/>
                </a:lnTo>
                <a:lnTo>
                  <a:pt x="12631" y="16508"/>
                </a:lnTo>
                <a:lnTo>
                  <a:pt x="12631" y="15265"/>
                </a:lnTo>
                <a:lnTo>
                  <a:pt x="12631" y="13934"/>
                </a:lnTo>
                <a:lnTo>
                  <a:pt x="12631" y="12692"/>
                </a:lnTo>
                <a:lnTo>
                  <a:pt x="12631" y="11360"/>
                </a:lnTo>
                <a:lnTo>
                  <a:pt x="12631" y="10118"/>
                </a:lnTo>
                <a:lnTo>
                  <a:pt x="12631" y="8786"/>
                </a:lnTo>
                <a:lnTo>
                  <a:pt x="12631" y="7544"/>
                </a:lnTo>
                <a:lnTo>
                  <a:pt x="13028" y="6035"/>
                </a:lnTo>
                <a:lnTo>
                  <a:pt x="13028" y="4792"/>
                </a:lnTo>
                <a:lnTo>
                  <a:pt x="13028" y="3638"/>
                </a:lnTo>
                <a:lnTo>
                  <a:pt x="13028" y="2396"/>
                </a:lnTo>
                <a:lnTo>
                  <a:pt x="13409" y="1065"/>
                </a:lnTo>
                <a:lnTo>
                  <a:pt x="13409" y="0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849146" y="2005293"/>
            <a:ext cx="13789" cy="215676"/>
          </a:xfrm>
          <a:custGeom>
            <a:avLst/>
            <a:gdLst/>
            <a:ahLst/>
            <a:cxnLst/>
            <a:rect l="l" t="t" r="r" b="b"/>
            <a:pathLst>
              <a:path w="13789" h="215676">
                <a:moveTo>
                  <a:pt x="0" y="215676"/>
                </a:moveTo>
                <a:lnTo>
                  <a:pt x="0" y="214433"/>
                </a:lnTo>
                <a:lnTo>
                  <a:pt x="0" y="213102"/>
                </a:lnTo>
                <a:lnTo>
                  <a:pt x="0" y="211859"/>
                </a:lnTo>
                <a:lnTo>
                  <a:pt x="380" y="210528"/>
                </a:lnTo>
                <a:lnTo>
                  <a:pt x="380" y="209285"/>
                </a:lnTo>
                <a:lnTo>
                  <a:pt x="380" y="207954"/>
                </a:lnTo>
                <a:lnTo>
                  <a:pt x="380" y="206711"/>
                </a:lnTo>
                <a:lnTo>
                  <a:pt x="380" y="205380"/>
                </a:lnTo>
                <a:lnTo>
                  <a:pt x="761" y="204137"/>
                </a:lnTo>
                <a:lnTo>
                  <a:pt x="761" y="202806"/>
                </a:lnTo>
                <a:lnTo>
                  <a:pt x="761" y="201564"/>
                </a:lnTo>
                <a:lnTo>
                  <a:pt x="761" y="200498"/>
                </a:lnTo>
                <a:lnTo>
                  <a:pt x="761" y="199167"/>
                </a:lnTo>
                <a:lnTo>
                  <a:pt x="1142" y="198102"/>
                </a:lnTo>
                <a:lnTo>
                  <a:pt x="1142" y="196859"/>
                </a:lnTo>
                <a:lnTo>
                  <a:pt x="1142" y="195528"/>
                </a:lnTo>
                <a:lnTo>
                  <a:pt x="1142" y="194286"/>
                </a:lnTo>
                <a:lnTo>
                  <a:pt x="1142" y="192954"/>
                </a:lnTo>
                <a:lnTo>
                  <a:pt x="1142" y="191889"/>
                </a:lnTo>
                <a:lnTo>
                  <a:pt x="1142" y="190647"/>
                </a:lnTo>
                <a:lnTo>
                  <a:pt x="1142" y="189315"/>
                </a:lnTo>
                <a:lnTo>
                  <a:pt x="1142" y="188073"/>
                </a:lnTo>
                <a:lnTo>
                  <a:pt x="1523" y="187008"/>
                </a:lnTo>
                <a:lnTo>
                  <a:pt x="1523" y="185676"/>
                </a:lnTo>
                <a:lnTo>
                  <a:pt x="1523" y="184434"/>
                </a:lnTo>
                <a:lnTo>
                  <a:pt x="1523" y="183102"/>
                </a:lnTo>
                <a:lnTo>
                  <a:pt x="1523" y="182037"/>
                </a:lnTo>
                <a:lnTo>
                  <a:pt x="1904" y="180795"/>
                </a:lnTo>
                <a:lnTo>
                  <a:pt x="1904" y="179463"/>
                </a:lnTo>
                <a:lnTo>
                  <a:pt x="1904" y="178398"/>
                </a:lnTo>
                <a:lnTo>
                  <a:pt x="1904" y="177156"/>
                </a:lnTo>
                <a:lnTo>
                  <a:pt x="1904" y="175824"/>
                </a:lnTo>
                <a:lnTo>
                  <a:pt x="2300" y="174582"/>
                </a:lnTo>
                <a:lnTo>
                  <a:pt x="2300" y="173428"/>
                </a:lnTo>
                <a:lnTo>
                  <a:pt x="2300" y="172185"/>
                </a:lnTo>
                <a:lnTo>
                  <a:pt x="2300" y="171120"/>
                </a:lnTo>
                <a:lnTo>
                  <a:pt x="2681" y="169789"/>
                </a:lnTo>
                <a:lnTo>
                  <a:pt x="2681" y="168546"/>
                </a:lnTo>
                <a:lnTo>
                  <a:pt x="2681" y="167481"/>
                </a:lnTo>
                <a:lnTo>
                  <a:pt x="2681" y="166150"/>
                </a:lnTo>
                <a:lnTo>
                  <a:pt x="2681" y="165085"/>
                </a:lnTo>
                <a:lnTo>
                  <a:pt x="3062" y="163842"/>
                </a:lnTo>
                <a:lnTo>
                  <a:pt x="3062" y="162511"/>
                </a:lnTo>
                <a:lnTo>
                  <a:pt x="3062" y="161446"/>
                </a:lnTo>
                <a:lnTo>
                  <a:pt x="3062" y="160203"/>
                </a:lnTo>
                <a:lnTo>
                  <a:pt x="3062" y="159138"/>
                </a:lnTo>
                <a:lnTo>
                  <a:pt x="3443" y="157807"/>
                </a:lnTo>
                <a:lnTo>
                  <a:pt x="3443" y="156742"/>
                </a:lnTo>
                <a:lnTo>
                  <a:pt x="3443" y="155499"/>
                </a:lnTo>
                <a:lnTo>
                  <a:pt x="3443" y="154346"/>
                </a:lnTo>
                <a:lnTo>
                  <a:pt x="3443" y="153103"/>
                </a:lnTo>
                <a:lnTo>
                  <a:pt x="3443" y="152038"/>
                </a:lnTo>
                <a:lnTo>
                  <a:pt x="3443" y="150707"/>
                </a:lnTo>
                <a:lnTo>
                  <a:pt x="3443" y="149641"/>
                </a:lnTo>
                <a:lnTo>
                  <a:pt x="3443" y="148399"/>
                </a:lnTo>
                <a:lnTo>
                  <a:pt x="3824" y="147334"/>
                </a:lnTo>
                <a:lnTo>
                  <a:pt x="3824" y="146003"/>
                </a:lnTo>
                <a:lnTo>
                  <a:pt x="3824" y="144937"/>
                </a:lnTo>
                <a:lnTo>
                  <a:pt x="3824" y="143872"/>
                </a:lnTo>
                <a:lnTo>
                  <a:pt x="3824" y="142630"/>
                </a:lnTo>
                <a:lnTo>
                  <a:pt x="4205" y="141476"/>
                </a:lnTo>
                <a:lnTo>
                  <a:pt x="4205" y="140233"/>
                </a:lnTo>
                <a:lnTo>
                  <a:pt x="4205" y="139168"/>
                </a:lnTo>
                <a:lnTo>
                  <a:pt x="4205" y="138103"/>
                </a:lnTo>
                <a:lnTo>
                  <a:pt x="4205" y="136772"/>
                </a:lnTo>
                <a:lnTo>
                  <a:pt x="4586" y="135707"/>
                </a:lnTo>
                <a:lnTo>
                  <a:pt x="4586" y="134642"/>
                </a:lnTo>
                <a:lnTo>
                  <a:pt x="4586" y="133399"/>
                </a:lnTo>
                <a:lnTo>
                  <a:pt x="4586" y="132334"/>
                </a:lnTo>
                <a:lnTo>
                  <a:pt x="4586" y="131269"/>
                </a:lnTo>
                <a:lnTo>
                  <a:pt x="4982" y="129938"/>
                </a:lnTo>
                <a:lnTo>
                  <a:pt x="4982" y="128873"/>
                </a:lnTo>
                <a:lnTo>
                  <a:pt x="4982" y="127808"/>
                </a:lnTo>
                <a:lnTo>
                  <a:pt x="4982" y="126743"/>
                </a:lnTo>
                <a:lnTo>
                  <a:pt x="5363" y="125411"/>
                </a:lnTo>
                <a:lnTo>
                  <a:pt x="5363" y="124346"/>
                </a:lnTo>
                <a:lnTo>
                  <a:pt x="5363" y="123281"/>
                </a:lnTo>
                <a:lnTo>
                  <a:pt x="5363" y="122216"/>
                </a:lnTo>
                <a:lnTo>
                  <a:pt x="5363" y="121151"/>
                </a:lnTo>
                <a:lnTo>
                  <a:pt x="5363" y="119820"/>
                </a:lnTo>
                <a:lnTo>
                  <a:pt x="5363" y="118755"/>
                </a:lnTo>
                <a:lnTo>
                  <a:pt x="5363" y="117689"/>
                </a:lnTo>
                <a:lnTo>
                  <a:pt x="5363" y="116624"/>
                </a:lnTo>
                <a:lnTo>
                  <a:pt x="5363" y="115382"/>
                </a:lnTo>
                <a:lnTo>
                  <a:pt x="5744" y="114317"/>
                </a:lnTo>
                <a:lnTo>
                  <a:pt x="5744" y="112985"/>
                </a:lnTo>
                <a:lnTo>
                  <a:pt x="5744" y="111920"/>
                </a:lnTo>
                <a:lnTo>
                  <a:pt x="5744" y="110855"/>
                </a:lnTo>
                <a:lnTo>
                  <a:pt x="5744" y="109790"/>
                </a:lnTo>
                <a:lnTo>
                  <a:pt x="6125" y="108725"/>
                </a:lnTo>
                <a:lnTo>
                  <a:pt x="6125" y="107660"/>
                </a:lnTo>
                <a:lnTo>
                  <a:pt x="6125" y="106595"/>
                </a:lnTo>
                <a:lnTo>
                  <a:pt x="6125" y="105530"/>
                </a:lnTo>
                <a:lnTo>
                  <a:pt x="6125" y="104465"/>
                </a:lnTo>
                <a:lnTo>
                  <a:pt x="6506" y="103311"/>
                </a:lnTo>
                <a:lnTo>
                  <a:pt x="6506" y="102246"/>
                </a:lnTo>
                <a:lnTo>
                  <a:pt x="6506" y="101181"/>
                </a:lnTo>
                <a:lnTo>
                  <a:pt x="6506" y="100116"/>
                </a:lnTo>
                <a:lnTo>
                  <a:pt x="6886" y="98873"/>
                </a:lnTo>
                <a:lnTo>
                  <a:pt x="6886" y="97808"/>
                </a:lnTo>
                <a:lnTo>
                  <a:pt x="6886" y="96743"/>
                </a:lnTo>
                <a:lnTo>
                  <a:pt x="6886" y="95589"/>
                </a:lnTo>
                <a:lnTo>
                  <a:pt x="6886" y="94524"/>
                </a:lnTo>
                <a:lnTo>
                  <a:pt x="7267" y="93459"/>
                </a:lnTo>
                <a:lnTo>
                  <a:pt x="7267" y="92394"/>
                </a:lnTo>
                <a:lnTo>
                  <a:pt x="7267" y="91329"/>
                </a:lnTo>
                <a:lnTo>
                  <a:pt x="7267" y="90264"/>
                </a:lnTo>
                <a:lnTo>
                  <a:pt x="7267" y="89199"/>
                </a:lnTo>
                <a:lnTo>
                  <a:pt x="7664" y="88134"/>
                </a:lnTo>
                <a:lnTo>
                  <a:pt x="7664" y="87069"/>
                </a:lnTo>
                <a:lnTo>
                  <a:pt x="7664" y="85737"/>
                </a:lnTo>
                <a:lnTo>
                  <a:pt x="7664" y="84939"/>
                </a:lnTo>
                <a:lnTo>
                  <a:pt x="7664" y="83874"/>
                </a:lnTo>
                <a:lnTo>
                  <a:pt x="7664" y="82808"/>
                </a:lnTo>
                <a:lnTo>
                  <a:pt x="7664" y="81655"/>
                </a:lnTo>
                <a:lnTo>
                  <a:pt x="7664" y="80590"/>
                </a:lnTo>
                <a:lnTo>
                  <a:pt x="7664" y="79525"/>
                </a:lnTo>
                <a:lnTo>
                  <a:pt x="8045" y="78726"/>
                </a:lnTo>
                <a:lnTo>
                  <a:pt x="8045" y="77661"/>
                </a:lnTo>
                <a:lnTo>
                  <a:pt x="8045" y="76329"/>
                </a:lnTo>
                <a:lnTo>
                  <a:pt x="8045" y="75264"/>
                </a:lnTo>
                <a:lnTo>
                  <a:pt x="8045" y="74377"/>
                </a:lnTo>
                <a:lnTo>
                  <a:pt x="8426" y="73312"/>
                </a:lnTo>
                <a:lnTo>
                  <a:pt x="8426" y="72247"/>
                </a:lnTo>
                <a:lnTo>
                  <a:pt x="8426" y="71182"/>
                </a:lnTo>
                <a:lnTo>
                  <a:pt x="8426" y="70294"/>
                </a:lnTo>
                <a:lnTo>
                  <a:pt x="8426" y="69229"/>
                </a:lnTo>
                <a:lnTo>
                  <a:pt x="8807" y="68164"/>
                </a:lnTo>
                <a:lnTo>
                  <a:pt x="8807" y="67099"/>
                </a:lnTo>
                <a:lnTo>
                  <a:pt x="8807" y="66034"/>
                </a:lnTo>
                <a:lnTo>
                  <a:pt x="8807" y="64969"/>
                </a:lnTo>
                <a:lnTo>
                  <a:pt x="8807" y="64081"/>
                </a:lnTo>
                <a:lnTo>
                  <a:pt x="9187" y="63016"/>
                </a:lnTo>
                <a:lnTo>
                  <a:pt x="9187" y="61951"/>
                </a:lnTo>
                <a:lnTo>
                  <a:pt x="9187" y="61152"/>
                </a:lnTo>
                <a:lnTo>
                  <a:pt x="9187" y="59821"/>
                </a:lnTo>
                <a:lnTo>
                  <a:pt x="9568" y="58933"/>
                </a:lnTo>
                <a:lnTo>
                  <a:pt x="9568" y="57868"/>
                </a:lnTo>
                <a:lnTo>
                  <a:pt x="9568" y="56803"/>
                </a:lnTo>
                <a:lnTo>
                  <a:pt x="9568" y="56004"/>
                </a:lnTo>
                <a:lnTo>
                  <a:pt x="9568" y="54850"/>
                </a:lnTo>
                <a:lnTo>
                  <a:pt x="9568" y="54052"/>
                </a:lnTo>
                <a:lnTo>
                  <a:pt x="9568" y="52720"/>
                </a:lnTo>
                <a:lnTo>
                  <a:pt x="9568" y="51922"/>
                </a:lnTo>
                <a:lnTo>
                  <a:pt x="9568" y="50856"/>
                </a:lnTo>
                <a:lnTo>
                  <a:pt x="9568" y="49969"/>
                </a:lnTo>
                <a:lnTo>
                  <a:pt x="9949" y="48904"/>
                </a:lnTo>
                <a:lnTo>
                  <a:pt x="9949" y="48016"/>
                </a:lnTo>
                <a:lnTo>
                  <a:pt x="9949" y="46951"/>
                </a:lnTo>
                <a:lnTo>
                  <a:pt x="9949" y="45886"/>
                </a:lnTo>
                <a:lnTo>
                  <a:pt x="9949" y="44999"/>
                </a:lnTo>
                <a:lnTo>
                  <a:pt x="10346" y="43934"/>
                </a:lnTo>
                <a:lnTo>
                  <a:pt x="10346" y="43135"/>
                </a:lnTo>
                <a:lnTo>
                  <a:pt x="10346" y="41981"/>
                </a:lnTo>
                <a:lnTo>
                  <a:pt x="10346" y="40916"/>
                </a:lnTo>
                <a:lnTo>
                  <a:pt x="10727" y="40117"/>
                </a:lnTo>
                <a:lnTo>
                  <a:pt x="10727" y="39052"/>
                </a:lnTo>
                <a:lnTo>
                  <a:pt x="10727" y="38164"/>
                </a:lnTo>
                <a:lnTo>
                  <a:pt x="10727" y="37099"/>
                </a:lnTo>
                <a:lnTo>
                  <a:pt x="10727" y="36212"/>
                </a:lnTo>
                <a:lnTo>
                  <a:pt x="11108" y="35147"/>
                </a:lnTo>
                <a:lnTo>
                  <a:pt x="11108" y="34348"/>
                </a:lnTo>
                <a:lnTo>
                  <a:pt x="11108" y="33194"/>
                </a:lnTo>
                <a:lnTo>
                  <a:pt x="11108" y="32395"/>
                </a:lnTo>
                <a:lnTo>
                  <a:pt x="11108" y="31508"/>
                </a:lnTo>
                <a:lnTo>
                  <a:pt x="11488" y="30443"/>
                </a:lnTo>
                <a:lnTo>
                  <a:pt x="11488" y="29378"/>
                </a:lnTo>
                <a:lnTo>
                  <a:pt x="11488" y="28490"/>
                </a:lnTo>
                <a:lnTo>
                  <a:pt x="11488" y="27691"/>
                </a:lnTo>
                <a:lnTo>
                  <a:pt x="11488" y="26626"/>
                </a:lnTo>
                <a:lnTo>
                  <a:pt x="11488" y="25739"/>
                </a:lnTo>
                <a:lnTo>
                  <a:pt x="11488" y="24674"/>
                </a:lnTo>
                <a:lnTo>
                  <a:pt x="11488" y="23786"/>
                </a:lnTo>
                <a:lnTo>
                  <a:pt x="11488" y="22898"/>
                </a:lnTo>
                <a:lnTo>
                  <a:pt x="11869" y="21833"/>
                </a:lnTo>
                <a:lnTo>
                  <a:pt x="11869" y="21035"/>
                </a:lnTo>
                <a:lnTo>
                  <a:pt x="11869" y="19970"/>
                </a:lnTo>
                <a:lnTo>
                  <a:pt x="11869" y="19082"/>
                </a:lnTo>
                <a:lnTo>
                  <a:pt x="11869" y="18194"/>
                </a:lnTo>
                <a:lnTo>
                  <a:pt x="12250" y="17396"/>
                </a:lnTo>
                <a:lnTo>
                  <a:pt x="12250" y="16331"/>
                </a:lnTo>
                <a:lnTo>
                  <a:pt x="12250" y="15443"/>
                </a:lnTo>
                <a:lnTo>
                  <a:pt x="12250" y="14555"/>
                </a:lnTo>
                <a:lnTo>
                  <a:pt x="12250" y="13757"/>
                </a:lnTo>
                <a:lnTo>
                  <a:pt x="12647" y="12692"/>
                </a:lnTo>
                <a:lnTo>
                  <a:pt x="12647" y="11538"/>
                </a:lnTo>
                <a:lnTo>
                  <a:pt x="12647" y="10739"/>
                </a:lnTo>
                <a:lnTo>
                  <a:pt x="12647" y="9851"/>
                </a:lnTo>
                <a:lnTo>
                  <a:pt x="12647" y="8964"/>
                </a:lnTo>
                <a:lnTo>
                  <a:pt x="13028" y="7899"/>
                </a:lnTo>
                <a:lnTo>
                  <a:pt x="13028" y="7100"/>
                </a:lnTo>
                <a:lnTo>
                  <a:pt x="13028" y="6212"/>
                </a:lnTo>
                <a:lnTo>
                  <a:pt x="13028" y="5591"/>
                </a:lnTo>
                <a:lnTo>
                  <a:pt x="13409" y="4526"/>
                </a:lnTo>
                <a:lnTo>
                  <a:pt x="13409" y="3638"/>
                </a:lnTo>
                <a:lnTo>
                  <a:pt x="13409" y="2751"/>
                </a:lnTo>
                <a:lnTo>
                  <a:pt x="13409" y="1952"/>
                </a:lnTo>
                <a:lnTo>
                  <a:pt x="13409" y="887"/>
                </a:lnTo>
                <a:lnTo>
                  <a:pt x="13789" y="0"/>
                </a:lnTo>
              </a:path>
            </a:pathLst>
          </a:custGeom>
          <a:ln w="1950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862936" y="1872781"/>
            <a:ext cx="13028" cy="132512"/>
          </a:xfrm>
          <a:custGeom>
            <a:avLst/>
            <a:gdLst/>
            <a:ahLst/>
            <a:cxnLst/>
            <a:rect l="l" t="t" r="r" b="b"/>
            <a:pathLst>
              <a:path w="13028" h="132512">
                <a:moveTo>
                  <a:pt x="0" y="132512"/>
                </a:moveTo>
                <a:lnTo>
                  <a:pt x="0" y="131624"/>
                </a:lnTo>
                <a:lnTo>
                  <a:pt x="0" y="130825"/>
                </a:lnTo>
                <a:lnTo>
                  <a:pt x="0" y="129760"/>
                </a:lnTo>
                <a:lnTo>
                  <a:pt x="0" y="129050"/>
                </a:lnTo>
                <a:lnTo>
                  <a:pt x="0" y="128251"/>
                </a:lnTo>
                <a:lnTo>
                  <a:pt x="0" y="127364"/>
                </a:lnTo>
                <a:lnTo>
                  <a:pt x="0" y="126299"/>
                </a:lnTo>
                <a:lnTo>
                  <a:pt x="0" y="125411"/>
                </a:lnTo>
                <a:lnTo>
                  <a:pt x="0" y="124790"/>
                </a:lnTo>
                <a:lnTo>
                  <a:pt x="380" y="123902"/>
                </a:lnTo>
                <a:lnTo>
                  <a:pt x="380" y="122837"/>
                </a:lnTo>
                <a:lnTo>
                  <a:pt x="380" y="122038"/>
                </a:lnTo>
                <a:lnTo>
                  <a:pt x="380" y="121328"/>
                </a:lnTo>
                <a:lnTo>
                  <a:pt x="761" y="120263"/>
                </a:lnTo>
                <a:lnTo>
                  <a:pt x="761" y="119465"/>
                </a:lnTo>
                <a:lnTo>
                  <a:pt x="761" y="118577"/>
                </a:lnTo>
                <a:lnTo>
                  <a:pt x="761" y="117956"/>
                </a:lnTo>
                <a:lnTo>
                  <a:pt x="761" y="116891"/>
                </a:lnTo>
                <a:lnTo>
                  <a:pt x="1142" y="116003"/>
                </a:lnTo>
                <a:lnTo>
                  <a:pt x="1142" y="115382"/>
                </a:lnTo>
                <a:lnTo>
                  <a:pt x="1142" y="114494"/>
                </a:lnTo>
                <a:lnTo>
                  <a:pt x="1142" y="113429"/>
                </a:lnTo>
                <a:lnTo>
                  <a:pt x="1142" y="112808"/>
                </a:lnTo>
                <a:lnTo>
                  <a:pt x="1539" y="111920"/>
                </a:lnTo>
                <a:lnTo>
                  <a:pt x="1539" y="111033"/>
                </a:lnTo>
                <a:lnTo>
                  <a:pt x="1539" y="110234"/>
                </a:lnTo>
                <a:lnTo>
                  <a:pt x="1539" y="109524"/>
                </a:lnTo>
                <a:lnTo>
                  <a:pt x="1539" y="108459"/>
                </a:lnTo>
                <a:lnTo>
                  <a:pt x="1920" y="107660"/>
                </a:lnTo>
                <a:lnTo>
                  <a:pt x="1920" y="106950"/>
                </a:lnTo>
                <a:lnTo>
                  <a:pt x="1920" y="106151"/>
                </a:lnTo>
                <a:lnTo>
                  <a:pt x="1920" y="105264"/>
                </a:lnTo>
                <a:lnTo>
                  <a:pt x="1920" y="104465"/>
                </a:lnTo>
                <a:lnTo>
                  <a:pt x="1920" y="103755"/>
                </a:lnTo>
                <a:lnTo>
                  <a:pt x="1920" y="102690"/>
                </a:lnTo>
                <a:lnTo>
                  <a:pt x="1920" y="102068"/>
                </a:lnTo>
                <a:lnTo>
                  <a:pt x="1920" y="101181"/>
                </a:lnTo>
                <a:lnTo>
                  <a:pt x="2300" y="100382"/>
                </a:lnTo>
                <a:lnTo>
                  <a:pt x="2300" y="99672"/>
                </a:lnTo>
                <a:lnTo>
                  <a:pt x="2300" y="98873"/>
                </a:lnTo>
                <a:lnTo>
                  <a:pt x="2300" y="97986"/>
                </a:lnTo>
                <a:lnTo>
                  <a:pt x="2300" y="97098"/>
                </a:lnTo>
                <a:lnTo>
                  <a:pt x="2681" y="96477"/>
                </a:lnTo>
                <a:lnTo>
                  <a:pt x="2681" y="95589"/>
                </a:lnTo>
                <a:lnTo>
                  <a:pt x="2681" y="94791"/>
                </a:lnTo>
                <a:lnTo>
                  <a:pt x="2681" y="94169"/>
                </a:lnTo>
                <a:lnTo>
                  <a:pt x="2681" y="93282"/>
                </a:lnTo>
                <a:lnTo>
                  <a:pt x="3062" y="92394"/>
                </a:lnTo>
                <a:lnTo>
                  <a:pt x="3062" y="91773"/>
                </a:lnTo>
                <a:lnTo>
                  <a:pt x="3062" y="90885"/>
                </a:lnTo>
                <a:lnTo>
                  <a:pt x="3062" y="90086"/>
                </a:lnTo>
                <a:lnTo>
                  <a:pt x="3443" y="89376"/>
                </a:lnTo>
                <a:lnTo>
                  <a:pt x="3443" y="88578"/>
                </a:lnTo>
                <a:lnTo>
                  <a:pt x="3443" y="87868"/>
                </a:lnTo>
                <a:lnTo>
                  <a:pt x="3443" y="87069"/>
                </a:lnTo>
                <a:lnTo>
                  <a:pt x="3443" y="86181"/>
                </a:lnTo>
                <a:lnTo>
                  <a:pt x="3824" y="85560"/>
                </a:lnTo>
                <a:lnTo>
                  <a:pt x="3824" y="84939"/>
                </a:lnTo>
                <a:lnTo>
                  <a:pt x="3824" y="84051"/>
                </a:lnTo>
                <a:lnTo>
                  <a:pt x="3824" y="83164"/>
                </a:lnTo>
                <a:lnTo>
                  <a:pt x="3824" y="82542"/>
                </a:lnTo>
                <a:lnTo>
                  <a:pt x="4221" y="81655"/>
                </a:lnTo>
                <a:lnTo>
                  <a:pt x="4221" y="81033"/>
                </a:lnTo>
                <a:lnTo>
                  <a:pt x="4221" y="80235"/>
                </a:lnTo>
                <a:lnTo>
                  <a:pt x="4221" y="79525"/>
                </a:lnTo>
                <a:lnTo>
                  <a:pt x="4221" y="78903"/>
                </a:lnTo>
                <a:lnTo>
                  <a:pt x="4221" y="78016"/>
                </a:lnTo>
                <a:lnTo>
                  <a:pt x="4221" y="77394"/>
                </a:lnTo>
                <a:lnTo>
                  <a:pt x="4221" y="76507"/>
                </a:lnTo>
                <a:lnTo>
                  <a:pt x="4221" y="75708"/>
                </a:lnTo>
                <a:lnTo>
                  <a:pt x="4601" y="75087"/>
                </a:lnTo>
                <a:lnTo>
                  <a:pt x="4601" y="74377"/>
                </a:lnTo>
                <a:lnTo>
                  <a:pt x="4601" y="73578"/>
                </a:lnTo>
                <a:lnTo>
                  <a:pt x="4601" y="72868"/>
                </a:lnTo>
                <a:lnTo>
                  <a:pt x="4601" y="72069"/>
                </a:lnTo>
                <a:lnTo>
                  <a:pt x="4982" y="71359"/>
                </a:lnTo>
                <a:lnTo>
                  <a:pt x="4982" y="70738"/>
                </a:lnTo>
                <a:lnTo>
                  <a:pt x="4982" y="69939"/>
                </a:lnTo>
                <a:lnTo>
                  <a:pt x="4982" y="69229"/>
                </a:lnTo>
                <a:lnTo>
                  <a:pt x="4982" y="68608"/>
                </a:lnTo>
                <a:lnTo>
                  <a:pt x="5363" y="67986"/>
                </a:lnTo>
                <a:lnTo>
                  <a:pt x="5363" y="67365"/>
                </a:lnTo>
                <a:lnTo>
                  <a:pt x="5363" y="66477"/>
                </a:lnTo>
                <a:lnTo>
                  <a:pt x="5363" y="65856"/>
                </a:lnTo>
                <a:lnTo>
                  <a:pt x="5363" y="64969"/>
                </a:lnTo>
                <a:lnTo>
                  <a:pt x="5744" y="64347"/>
                </a:lnTo>
                <a:lnTo>
                  <a:pt x="5744" y="63637"/>
                </a:lnTo>
                <a:lnTo>
                  <a:pt x="5744" y="63016"/>
                </a:lnTo>
                <a:lnTo>
                  <a:pt x="5744" y="62395"/>
                </a:lnTo>
                <a:lnTo>
                  <a:pt x="6125" y="61507"/>
                </a:lnTo>
                <a:lnTo>
                  <a:pt x="6125" y="60886"/>
                </a:lnTo>
                <a:lnTo>
                  <a:pt x="6125" y="60265"/>
                </a:lnTo>
                <a:lnTo>
                  <a:pt x="6125" y="59643"/>
                </a:lnTo>
                <a:lnTo>
                  <a:pt x="6125" y="58933"/>
                </a:lnTo>
                <a:lnTo>
                  <a:pt x="6125" y="58134"/>
                </a:lnTo>
                <a:lnTo>
                  <a:pt x="6125" y="57424"/>
                </a:lnTo>
                <a:lnTo>
                  <a:pt x="6125" y="56803"/>
                </a:lnTo>
                <a:lnTo>
                  <a:pt x="6125" y="56182"/>
                </a:lnTo>
                <a:lnTo>
                  <a:pt x="6125" y="55561"/>
                </a:lnTo>
                <a:lnTo>
                  <a:pt x="6506" y="54850"/>
                </a:lnTo>
                <a:lnTo>
                  <a:pt x="6506" y="54229"/>
                </a:lnTo>
                <a:lnTo>
                  <a:pt x="6506" y="53430"/>
                </a:lnTo>
                <a:lnTo>
                  <a:pt x="6506" y="52987"/>
                </a:lnTo>
                <a:lnTo>
                  <a:pt x="6506" y="52099"/>
                </a:lnTo>
                <a:lnTo>
                  <a:pt x="6902" y="51478"/>
                </a:lnTo>
                <a:lnTo>
                  <a:pt x="6902" y="50856"/>
                </a:lnTo>
                <a:lnTo>
                  <a:pt x="6902" y="50146"/>
                </a:lnTo>
                <a:lnTo>
                  <a:pt x="6902" y="49525"/>
                </a:lnTo>
                <a:lnTo>
                  <a:pt x="7283" y="48904"/>
                </a:lnTo>
                <a:lnTo>
                  <a:pt x="7283" y="48283"/>
                </a:lnTo>
                <a:lnTo>
                  <a:pt x="7283" y="47573"/>
                </a:lnTo>
                <a:lnTo>
                  <a:pt x="7283" y="46951"/>
                </a:lnTo>
                <a:lnTo>
                  <a:pt x="7283" y="46330"/>
                </a:lnTo>
                <a:lnTo>
                  <a:pt x="7664" y="45709"/>
                </a:lnTo>
                <a:lnTo>
                  <a:pt x="7664" y="44999"/>
                </a:lnTo>
                <a:lnTo>
                  <a:pt x="7664" y="44377"/>
                </a:lnTo>
                <a:lnTo>
                  <a:pt x="7664" y="43756"/>
                </a:lnTo>
                <a:lnTo>
                  <a:pt x="7664" y="43135"/>
                </a:lnTo>
                <a:lnTo>
                  <a:pt x="8045" y="42425"/>
                </a:lnTo>
                <a:lnTo>
                  <a:pt x="8045" y="41981"/>
                </a:lnTo>
                <a:lnTo>
                  <a:pt x="8045" y="41182"/>
                </a:lnTo>
                <a:lnTo>
                  <a:pt x="8045" y="40738"/>
                </a:lnTo>
                <a:lnTo>
                  <a:pt x="8045" y="40117"/>
                </a:lnTo>
                <a:lnTo>
                  <a:pt x="8426" y="39407"/>
                </a:lnTo>
                <a:lnTo>
                  <a:pt x="8426" y="38786"/>
                </a:lnTo>
                <a:lnTo>
                  <a:pt x="8426" y="38164"/>
                </a:lnTo>
                <a:lnTo>
                  <a:pt x="8426" y="37721"/>
                </a:lnTo>
                <a:lnTo>
                  <a:pt x="8426" y="37099"/>
                </a:lnTo>
                <a:lnTo>
                  <a:pt x="8426" y="36478"/>
                </a:lnTo>
                <a:lnTo>
                  <a:pt x="8426" y="35768"/>
                </a:lnTo>
                <a:lnTo>
                  <a:pt x="8426" y="35413"/>
                </a:lnTo>
                <a:lnTo>
                  <a:pt x="8426" y="34525"/>
                </a:lnTo>
                <a:lnTo>
                  <a:pt x="8807" y="34082"/>
                </a:lnTo>
                <a:lnTo>
                  <a:pt x="8807" y="33460"/>
                </a:lnTo>
                <a:lnTo>
                  <a:pt x="8807" y="33017"/>
                </a:lnTo>
                <a:lnTo>
                  <a:pt x="8807" y="32129"/>
                </a:lnTo>
                <a:lnTo>
                  <a:pt x="8807" y="31774"/>
                </a:lnTo>
                <a:lnTo>
                  <a:pt x="9187" y="31064"/>
                </a:lnTo>
                <a:lnTo>
                  <a:pt x="9187" y="30620"/>
                </a:lnTo>
                <a:lnTo>
                  <a:pt x="9187" y="29999"/>
                </a:lnTo>
                <a:lnTo>
                  <a:pt x="9187" y="29378"/>
                </a:lnTo>
                <a:lnTo>
                  <a:pt x="9187" y="28756"/>
                </a:lnTo>
                <a:lnTo>
                  <a:pt x="9584" y="28313"/>
                </a:lnTo>
                <a:lnTo>
                  <a:pt x="9584" y="27691"/>
                </a:lnTo>
                <a:lnTo>
                  <a:pt x="9584" y="26981"/>
                </a:lnTo>
                <a:lnTo>
                  <a:pt x="9584" y="26626"/>
                </a:lnTo>
                <a:lnTo>
                  <a:pt x="9965" y="25916"/>
                </a:lnTo>
                <a:lnTo>
                  <a:pt x="9965" y="25472"/>
                </a:lnTo>
                <a:lnTo>
                  <a:pt x="9965" y="24851"/>
                </a:lnTo>
                <a:lnTo>
                  <a:pt x="9965" y="24407"/>
                </a:lnTo>
                <a:lnTo>
                  <a:pt x="9965" y="23608"/>
                </a:lnTo>
                <a:lnTo>
                  <a:pt x="10346" y="23165"/>
                </a:lnTo>
                <a:lnTo>
                  <a:pt x="10346" y="22543"/>
                </a:lnTo>
                <a:lnTo>
                  <a:pt x="10346" y="22100"/>
                </a:lnTo>
                <a:lnTo>
                  <a:pt x="10346" y="21478"/>
                </a:lnTo>
                <a:lnTo>
                  <a:pt x="10346" y="21035"/>
                </a:lnTo>
                <a:lnTo>
                  <a:pt x="10346" y="20591"/>
                </a:lnTo>
                <a:lnTo>
                  <a:pt x="10346" y="19970"/>
                </a:lnTo>
                <a:lnTo>
                  <a:pt x="10346" y="19526"/>
                </a:lnTo>
                <a:lnTo>
                  <a:pt x="10346" y="18904"/>
                </a:lnTo>
                <a:lnTo>
                  <a:pt x="10346" y="18461"/>
                </a:lnTo>
                <a:lnTo>
                  <a:pt x="10727" y="17751"/>
                </a:lnTo>
                <a:lnTo>
                  <a:pt x="10727" y="17396"/>
                </a:lnTo>
                <a:lnTo>
                  <a:pt x="10727" y="16686"/>
                </a:lnTo>
                <a:lnTo>
                  <a:pt x="10727" y="16331"/>
                </a:lnTo>
                <a:lnTo>
                  <a:pt x="11108" y="15620"/>
                </a:lnTo>
                <a:lnTo>
                  <a:pt x="11108" y="15177"/>
                </a:lnTo>
                <a:lnTo>
                  <a:pt x="11108" y="14822"/>
                </a:lnTo>
                <a:lnTo>
                  <a:pt x="11108" y="14112"/>
                </a:lnTo>
                <a:lnTo>
                  <a:pt x="11108" y="13757"/>
                </a:lnTo>
                <a:lnTo>
                  <a:pt x="11488" y="13047"/>
                </a:lnTo>
                <a:lnTo>
                  <a:pt x="11488" y="12869"/>
                </a:lnTo>
                <a:lnTo>
                  <a:pt x="11488" y="12248"/>
                </a:lnTo>
                <a:lnTo>
                  <a:pt x="11488" y="11804"/>
                </a:lnTo>
                <a:lnTo>
                  <a:pt x="11488" y="11183"/>
                </a:lnTo>
                <a:lnTo>
                  <a:pt x="11885" y="10739"/>
                </a:lnTo>
                <a:lnTo>
                  <a:pt x="11885" y="10295"/>
                </a:lnTo>
                <a:lnTo>
                  <a:pt x="11885" y="9674"/>
                </a:lnTo>
                <a:lnTo>
                  <a:pt x="11885" y="9408"/>
                </a:lnTo>
                <a:lnTo>
                  <a:pt x="11885" y="8786"/>
                </a:lnTo>
                <a:lnTo>
                  <a:pt x="12266" y="8165"/>
                </a:lnTo>
                <a:lnTo>
                  <a:pt x="12266" y="7899"/>
                </a:lnTo>
                <a:lnTo>
                  <a:pt x="12266" y="7277"/>
                </a:lnTo>
                <a:lnTo>
                  <a:pt x="12266" y="6834"/>
                </a:lnTo>
                <a:lnTo>
                  <a:pt x="12647" y="6390"/>
                </a:lnTo>
                <a:lnTo>
                  <a:pt x="12647" y="5769"/>
                </a:lnTo>
                <a:lnTo>
                  <a:pt x="12647" y="5591"/>
                </a:lnTo>
                <a:lnTo>
                  <a:pt x="12647" y="4970"/>
                </a:lnTo>
                <a:lnTo>
                  <a:pt x="12647" y="4526"/>
                </a:lnTo>
                <a:lnTo>
                  <a:pt x="12647" y="4082"/>
                </a:lnTo>
                <a:lnTo>
                  <a:pt x="12647" y="3461"/>
                </a:lnTo>
                <a:lnTo>
                  <a:pt x="12647" y="3195"/>
                </a:lnTo>
                <a:lnTo>
                  <a:pt x="12647" y="2573"/>
                </a:lnTo>
                <a:lnTo>
                  <a:pt x="12647" y="2396"/>
                </a:lnTo>
                <a:lnTo>
                  <a:pt x="13028" y="1686"/>
                </a:lnTo>
                <a:lnTo>
                  <a:pt x="13028" y="1242"/>
                </a:lnTo>
                <a:lnTo>
                  <a:pt x="13028" y="1065"/>
                </a:lnTo>
                <a:lnTo>
                  <a:pt x="13028" y="443"/>
                </a:lnTo>
                <a:lnTo>
                  <a:pt x="13028" y="0"/>
                </a:lnTo>
              </a:path>
            </a:pathLst>
          </a:custGeom>
          <a:ln w="1945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875964" y="1832219"/>
            <a:ext cx="13789" cy="40561"/>
          </a:xfrm>
          <a:custGeom>
            <a:avLst/>
            <a:gdLst/>
            <a:ahLst/>
            <a:cxnLst/>
            <a:rect l="l" t="t" r="r" b="b"/>
            <a:pathLst>
              <a:path w="13789" h="40561">
                <a:moveTo>
                  <a:pt x="0" y="40561"/>
                </a:moveTo>
                <a:lnTo>
                  <a:pt x="380" y="40117"/>
                </a:lnTo>
                <a:lnTo>
                  <a:pt x="380" y="39673"/>
                </a:lnTo>
                <a:lnTo>
                  <a:pt x="380" y="39229"/>
                </a:lnTo>
                <a:lnTo>
                  <a:pt x="380" y="38874"/>
                </a:lnTo>
                <a:lnTo>
                  <a:pt x="761" y="38431"/>
                </a:lnTo>
                <a:lnTo>
                  <a:pt x="761" y="37987"/>
                </a:lnTo>
                <a:lnTo>
                  <a:pt x="761" y="37543"/>
                </a:lnTo>
                <a:lnTo>
                  <a:pt x="761" y="37099"/>
                </a:lnTo>
                <a:lnTo>
                  <a:pt x="761" y="36656"/>
                </a:lnTo>
                <a:lnTo>
                  <a:pt x="1142" y="36301"/>
                </a:lnTo>
                <a:lnTo>
                  <a:pt x="1142" y="35857"/>
                </a:lnTo>
                <a:lnTo>
                  <a:pt x="1142" y="35591"/>
                </a:lnTo>
                <a:lnTo>
                  <a:pt x="1142" y="34969"/>
                </a:lnTo>
                <a:lnTo>
                  <a:pt x="1142" y="34525"/>
                </a:lnTo>
                <a:lnTo>
                  <a:pt x="1539" y="34348"/>
                </a:lnTo>
                <a:lnTo>
                  <a:pt x="1539" y="33904"/>
                </a:lnTo>
                <a:lnTo>
                  <a:pt x="1539" y="33460"/>
                </a:lnTo>
                <a:lnTo>
                  <a:pt x="1539" y="33017"/>
                </a:lnTo>
                <a:lnTo>
                  <a:pt x="1539" y="32662"/>
                </a:lnTo>
                <a:lnTo>
                  <a:pt x="1539" y="32218"/>
                </a:lnTo>
                <a:lnTo>
                  <a:pt x="1539" y="31952"/>
                </a:lnTo>
                <a:lnTo>
                  <a:pt x="1539" y="31508"/>
                </a:lnTo>
                <a:lnTo>
                  <a:pt x="1539" y="31153"/>
                </a:lnTo>
                <a:lnTo>
                  <a:pt x="1920" y="30709"/>
                </a:lnTo>
                <a:lnTo>
                  <a:pt x="1920" y="30265"/>
                </a:lnTo>
                <a:lnTo>
                  <a:pt x="1920" y="29821"/>
                </a:lnTo>
                <a:lnTo>
                  <a:pt x="1920" y="29644"/>
                </a:lnTo>
                <a:lnTo>
                  <a:pt x="1920" y="29200"/>
                </a:lnTo>
                <a:lnTo>
                  <a:pt x="2300" y="28756"/>
                </a:lnTo>
                <a:lnTo>
                  <a:pt x="2300" y="28579"/>
                </a:lnTo>
                <a:lnTo>
                  <a:pt x="2300" y="28135"/>
                </a:lnTo>
                <a:lnTo>
                  <a:pt x="2300" y="27691"/>
                </a:lnTo>
                <a:lnTo>
                  <a:pt x="2300" y="27514"/>
                </a:lnTo>
                <a:lnTo>
                  <a:pt x="2681" y="27070"/>
                </a:lnTo>
                <a:lnTo>
                  <a:pt x="2681" y="26626"/>
                </a:lnTo>
                <a:lnTo>
                  <a:pt x="2681" y="26449"/>
                </a:lnTo>
                <a:lnTo>
                  <a:pt x="2681" y="26005"/>
                </a:lnTo>
                <a:lnTo>
                  <a:pt x="2681" y="25561"/>
                </a:lnTo>
                <a:lnTo>
                  <a:pt x="3062" y="25117"/>
                </a:lnTo>
                <a:lnTo>
                  <a:pt x="3062" y="24940"/>
                </a:lnTo>
                <a:lnTo>
                  <a:pt x="3062" y="24496"/>
                </a:lnTo>
                <a:lnTo>
                  <a:pt x="3062" y="24230"/>
                </a:lnTo>
                <a:lnTo>
                  <a:pt x="3443" y="24052"/>
                </a:lnTo>
                <a:lnTo>
                  <a:pt x="3443" y="23608"/>
                </a:lnTo>
                <a:lnTo>
                  <a:pt x="3443" y="23165"/>
                </a:lnTo>
                <a:lnTo>
                  <a:pt x="3443" y="22721"/>
                </a:lnTo>
                <a:lnTo>
                  <a:pt x="3443" y="22543"/>
                </a:lnTo>
                <a:lnTo>
                  <a:pt x="3443" y="22366"/>
                </a:lnTo>
                <a:lnTo>
                  <a:pt x="3443" y="21922"/>
                </a:lnTo>
                <a:lnTo>
                  <a:pt x="3443" y="21656"/>
                </a:lnTo>
                <a:lnTo>
                  <a:pt x="3443" y="21301"/>
                </a:lnTo>
                <a:lnTo>
                  <a:pt x="3443" y="21035"/>
                </a:lnTo>
                <a:lnTo>
                  <a:pt x="3824" y="20591"/>
                </a:lnTo>
                <a:lnTo>
                  <a:pt x="3824" y="20413"/>
                </a:lnTo>
                <a:lnTo>
                  <a:pt x="3824" y="19970"/>
                </a:lnTo>
                <a:lnTo>
                  <a:pt x="3824" y="19792"/>
                </a:lnTo>
                <a:lnTo>
                  <a:pt x="3824" y="19348"/>
                </a:lnTo>
                <a:lnTo>
                  <a:pt x="4221" y="19082"/>
                </a:lnTo>
                <a:lnTo>
                  <a:pt x="4221" y="18904"/>
                </a:lnTo>
                <a:lnTo>
                  <a:pt x="4221" y="18461"/>
                </a:lnTo>
                <a:lnTo>
                  <a:pt x="4221" y="18017"/>
                </a:lnTo>
                <a:lnTo>
                  <a:pt x="4601" y="18017"/>
                </a:lnTo>
                <a:lnTo>
                  <a:pt x="4601" y="17573"/>
                </a:lnTo>
                <a:lnTo>
                  <a:pt x="4601" y="17396"/>
                </a:lnTo>
                <a:lnTo>
                  <a:pt x="4601" y="16952"/>
                </a:lnTo>
                <a:lnTo>
                  <a:pt x="4601" y="16774"/>
                </a:lnTo>
                <a:lnTo>
                  <a:pt x="4982" y="16508"/>
                </a:lnTo>
                <a:lnTo>
                  <a:pt x="4982" y="16153"/>
                </a:lnTo>
                <a:lnTo>
                  <a:pt x="4982" y="15887"/>
                </a:lnTo>
                <a:lnTo>
                  <a:pt x="4982" y="15709"/>
                </a:lnTo>
                <a:lnTo>
                  <a:pt x="4982" y="15443"/>
                </a:lnTo>
                <a:lnTo>
                  <a:pt x="5363" y="14999"/>
                </a:lnTo>
                <a:lnTo>
                  <a:pt x="5363" y="14822"/>
                </a:lnTo>
                <a:lnTo>
                  <a:pt x="5363" y="14644"/>
                </a:lnTo>
                <a:lnTo>
                  <a:pt x="5363" y="14378"/>
                </a:lnTo>
                <a:lnTo>
                  <a:pt x="5363" y="14200"/>
                </a:lnTo>
                <a:lnTo>
                  <a:pt x="5744" y="13757"/>
                </a:lnTo>
                <a:lnTo>
                  <a:pt x="5744" y="13579"/>
                </a:lnTo>
                <a:lnTo>
                  <a:pt x="5744" y="13313"/>
                </a:lnTo>
                <a:lnTo>
                  <a:pt x="5744" y="13135"/>
                </a:lnTo>
                <a:lnTo>
                  <a:pt x="5744" y="12869"/>
                </a:lnTo>
                <a:lnTo>
                  <a:pt x="5744" y="12425"/>
                </a:lnTo>
                <a:lnTo>
                  <a:pt x="5744" y="12248"/>
                </a:lnTo>
                <a:lnTo>
                  <a:pt x="5744" y="11804"/>
                </a:lnTo>
                <a:lnTo>
                  <a:pt x="6125" y="11626"/>
                </a:lnTo>
                <a:lnTo>
                  <a:pt x="6125" y="11360"/>
                </a:lnTo>
                <a:lnTo>
                  <a:pt x="6125" y="11005"/>
                </a:lnTo>
                <a:lnTo>
                  <a:pt x="6125" y="10739"/>
                </a:lnTo>
                <a:lnTo>
                  <a:pt x="6506" y="10561"/>
                </a:lnTo>
                <a:lnTo>
                  <a:pt x="6506" y="10118"/>
                </a:lnTo>
                <a:lnTo>
                  <a:pt x="6506" y="9851"/>
                </a:lnTo>
                <a:lnTo>
                  <a:pt x="6506" y="9674"/>
                </a:lnTo>
                <a:lnTo>
                  <a:pt x="6902" y="9496"/>
                </a:lnTo>
                <a:lnTo>
                  <a:pt x="6902" y="9230"/>
                </a:lnTo>
                <a:lnTo>
                  <a:pt x="6902" y="8786"/>
                </a:lnTo>
                <a:lnTo>
                  <a:pt x="6902" y="8609"/>
                </a:lnTo>
                <a:lnTo>
                  <a:pt x="7283" y="8609"/>
                </a:lnTo>
                <a:lnTo>
                  <a:pt x="7283" y="8431"/>
                </a:lnTo>
                <a:lnTo>
                  <a:pt x="7283" y="8165"/>
                </a:lnTo>
                <a:lnTo>
                  <a:pt x="7283" y="7988"/>
                </a:lnTo>
                <a:lnTo>
                  <a:pt x="7283" y="7721"/>
                </a:lnTo>
                <a:lnTo>
                  <a:pt x="7664" y="7544"/>
                </a:lnTo>
                <a:lnTo>
                  <a:pt x="7664" y="7277"/>
                </a:lnTo>
                <a:lnTo>
                  <a:pt x="7664" y="7100"/>
                </a:lnTo>
                <a:lnTo>
                  <a:pt x="7664" y="6922"/>
                </a:lnTo>
                <a:lnTo>
                  <a:pt x="7664" y="6656"/>
                </a:lnTo>
                <a:lnTo>
                  <a:pt x="7664" y="6479"/>
                </a:lnTo>
                <a:lnTo>
                  <a:pt x="7664" y="6212"/>
                </a:lnTo>
                <a:lnTo>
                  <a:pt x="7664" y="6035"/>
                </a:lnTo>
                <a:lnTo>
                  <a:pt x="8045" y="5857"/>
                </a:lnTo>
                <a:lnTo>
                  <a:pt x="8045" y="5591"/>
                </a:lnTo>
                <a:lnTo>
                  <a:pt x="8045" y="5414"/>
                </a:lnTo>
                <a:lnTo>
                  <a:pt x="8045" y="5147"/>
                </a:lnTo>
                <a:lnTo>
                  <a:pt x="8045" y="4970"/>
                </a:lnTo>
                <a:lnTo>
                  <a:pt x="8426" y="4970"/>
                </a:lnTo>
                <a:lnTo>
                  <a:pt x="8426" y="4792"/>
                </a:lnTo>
                <a:lnTo>
                  <a:pt x="8426" y="4526"/>
                </a:lnTo>
                <a:lnTo>
                  <a:pt x="8807" y="4349"/>
                </a:lnTo>
                <a:lnTo>
                  <a:pt x="8807" y="4082"/>
                </a:lnTo>
                <a:lnTo>
                  <a:pt x="8807" y="3905"/>
                </a:lnTo>
                <a:lnTo>
                  <a:pt x="9203" y="3638"/>
                </a:lnTo>
                <a:lnTo>
                  <a:pt x="9203" y="3283"/>
                </a:lnTo>
                <a:lnTo>
                  <a:pt x="9584" y="3017"/>
                </a:lnTo>
                <a:lnTo>
                  <a:pt x="9584" y="2840"/>
                </a:lnTo>
                <a:lnTo>
                  <a:pt x="9584" y="2573"/>
                </a:lnTo>
                <a:lnTo>
                  <a:pt x="9965" y="2573"/>
                </a:lnTo>
                <a:lnTo>
                  <a:pt x="9965" y="2396"/>
                </a:lnTo>
                <a:lnTo>
                  <a:pt x="9965" y="2218"/>
                </a:lnTo>
                <a:lnTo>
                  <a:pt x="9965" y="1952"/>
                </a:lnTo>
                <a:lnTo>
                  <a:pt x="9965" y="1775"/>
                </a:lnTo>
                <a:lnTo>
                  <a:pt x="9965" y="1508"/>
                </a:lnTo>
                <a:lnTo>
                  <a:pt x="10346" y="1508"/>
                </a:lnTo>
                <a:lnTo>
                  <a:pt x="10346" y="1331"/>
                </a:lnTo>
                <a:lnTo>
                  <a:pt x="10727" y="1331"/>
                </a:lnTo>
                <a:lnTo>
                  <a:pt x="10727" y="1065"/>
                </a:lnTo>
                <a:lnTo>
                  <a:pt x="10727" y="887"/>
                </a:lnTo>
                <a:lnTo>
                  <a:pt x="11108" y="887"/>
                </a:lnTo>
                <a:lnTo>
                  <a:pt x="11108" y="710"/>
                </a:lnTo>
                <a:lnTo>
                  <a:pt x="11488" y="710"/>
                </a:lnTo>
                <a:lnTo>
                  <a:pt x="11488" y="443"/>
                </a:lnTo>
                <a:lnTo>
                  <a:pt x="11488" y="266"/>
                </a:lnTo>
                <a:lnTo>
                  <a:pt x="11885" y="266"/>
                </a:lnTo>
                <a:lnTo>
                  <a:pt x="12266" y="266"/>
                </a:lnTo>
                <a:lnTo>
                  <a:pt x="12266" y="0"/>
                </a:lnTo>
                <a:lnTo>
                  <a:pt x="12647" y="0"/>
                </a:lnTo>
                <a:lnTo>
                  <a:pt x="13028" y="0"/>
                </a:lnTo>
                <a:lnTo>
                  <a:pt x="13409" y="0"/>
                </a:lnTo>
                <a:lnTo>
                  <a:pt x="13409" y="266"/>
                </a:lnTo>
                <a:lnTo>
                  <a:pt x="13789" y="266"/>
                </a:lnTo>
              </a:path>
            </a:pathLst>
          </a:custGeom>
          <a:ln w="1864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889754" y="1832486"/>
            <a:ext cx="13409" cy="52720"/>
          </a:xfrm>
          <a:custGeom>
            <a:avLst/>
            <a:gdLst/>
            <a:ahLst/>
            <a:cxnLst/>
            <a:rect l="l" t="t" r="r" b="b"/>
            <a:pathLst>
              <a:path w="13409" h="52720">
                <a:moveTo>
                  <a:pt x="0" y="0"/>
                </a:moveTo>
                <a:lnTo>
                  <a:pt x="380" y="0"/>
                </a:lnTo>
                <a:lnTo>
                  <a:pt x="380" y="0"/>
                </a:lnTo>
                <a:lnTo>
                  <a:pt x="380" y="177"/>
                </a:lnTo>
                <a:lnTo>
                  <a:pt x="380" y="443"/>
                </a:lnTo>
                <a:lnTo>
                  <a:pt x="777" y="443"/>
                </a:lnTo>
                <a:lnTo>
                  <a:pt x="777" y="621"/>
                </a:lnTo>
                <a:lnTo>
                  <a:pt x="777" y="798"/>
                </a:lnTo>
                <a:lnTo>
                  <a:pt x="1158" y="798"/>
                </a:lnTo>
                <a:lnTo>
                  <a:pt x="1158" y="1065"/>
                </a:lnTo>
                <a:lnTo>
                  <a:pt x="1539" y="1242"/>
                </a:lnTo>
                <a:lnTo>
                  <a:pt x="1539" y="1508"/>
                </a:lnTo>
                <a:lnTo>
                  <a:pt x="1920" y="1508"/>
                </a:lnTo>
                <a:lnTo>
                  <a:pt x="1920" y="1686"/>
                </a:lnTo>
                <a:lnTo>
                  <a:pt x="1920" y="1952"/>
                </a:lnTo>
                <a:lnTo>
                  <a:pt x="2300" y="2130"/>
                </a:lnTo>
                <a:lnTo>
                  <a:pt x="2300" y="2307"/>
                </a:lnTo>
                <a:lnTo>
                  <a:pt x="2300" y="2573"/>
                </a:lnTo>
                <a:lnTo>
                  <a:pt x="2300" y="2751"/>
                </a:lnTo>
                <a:lnTo>
                  <a:pt x="2300" y="3017"/>
                </a:lnTo>
                <a:lnTo>
                  <a:pt x="2681" y="3195"/>
                </a:lnTo>
                <a:lnTo>
                  <a:pt x="2681" y="3372"/>
                </a:lnTo>
                <a:lnTo>
                  <a:pt x="2681" y="3638"/>
                </a:lnTo>
                <a:lnTo>
                  <a:pt x="3062" y="3638"/>
                </a:lnTo>
                <a:lnTo>
                  <a:pt x="3062" y="3816"/>
                </a:lnTo>
                <a:lnTo>
                  <a:pt x="3062" y="4082"/>
                </a:lnTo>
                <a:lnTo>
                  <a:pt x="3062" y="4260"/>
                </a:lnTo>
                <a:lnTo>
                  <a:pt x="3459" y="4526"/>
                </a:lnTo>
                <a:lnTo>
                  <a:pt x="3459" y="4704"/>
                </a:lnTo>
                <a:lnTo>
                  <a:pt x="3459" y="4881"/>
                </a:lnTo>
                <a:lnTo>
                  <a:pt x="3459" y="5147"/>
                </a:lnTo>
                <a:lnTo>
                  <a:pt x="3840" y="5325"/>
                </a:lnTo>
                <a:lnTo>
                  <a:pt x="3840" y="5591"/>
                </a:lnTo>
                <a:lnTo>
                  <a:pt x="3840" y="5769"/>
                </a:lnTo>
                <a:lnTo>
                  <a:pt x="4221" y="5946"/>
                </a:lnTo>
                <a:lnTo>
                  <a:pt x="4221" y="6212"/>
                </a:lnTo>
                <a:lnTo>
                  <a:pt x="4221" y="6390"/>
                </a:lnTo>
                <a:lnTo>
                  <a:pt x="4221" y="6656"/>
                </a:lnTo>
                <a:lnTo>
                  <a:pt x="4601" y="6834"/>
                </a:lnTo>
                <a:lnTo>
                  <a:pt x="4601" y="7011"/>
                </a:lnTo>
                <a:lnTo>
                  <a:pt x="4601" y="7277"/>
                </a:lnTo>
                <a:lnTo>
                  <a:pt x="4601" y="7455"/>
                </a:lnTo>
                <a:lnTo>
                  <a:pt x="4601" y="7721"/>
                </a:lnTo>
                <a:lnTo>
                  <a:pt x="4601" y="7899"/>
                </a:lnTo>
                <a:lnTo>
                  <a:pt x="4601" y="8165"/>
                </a:lnTo>
                <a:lnTo>
                  <a:pt x="4601" y="8343"/>
                </a:lnTo>
                <a:lnTo>
                  <a:pt x="4601" y="8520"/>
                </a:lnTo>
                <a:lnTo>
                  <a:pt x="4982" y="8786"/>
                </a:lnTo>
                <a:lnTo>
                  <a:pt x="4982" y="8964"/>
                </a:lnTo>
                <a:lnTo>
                  <a:pt x="4982" y="9230"/>
                </a:lnTo>
                <a:lnTo>
                  <a:pt x="4982" y="9408"/>
                </a:lnTo>
                <a:lnTo>
                  <a:pt x="5363" y="9585"/>
                </a:lnTo>
                <a:lnTo>
                  <a:pt x="5363" y="9851"/>
                </a:lnTo>
                <a:lnTo>
                  <a:pt x="5363" y="10029"/>
                </a:lnTo>
                <a:lnTo>
                  <a:pt x="5363" y="10295"/>
                </a:lnTo>
                <a:lnTo>
                  <a:pt x="5363" y="10473"/>
                </a:lnTo>
                <a:lnTo>
                  <a:pt x="5744" y="10739"/>
                </a:lnTo>
                <a:lnTo>
                  <a:pt x="5744" y="10916"/>
                </a:lnTo>
                <a:lnTo>
                  <a:pt x="5744" y="11094"/>
                </a:lnTo>
                <a:lnTo>
                  <a:pt x="5744" y="11360"/>
                </a:lnTo>
                <a:lnTo>
                  <a:pt x="5744" y="11804"/>
                </a:lnTo>
                <a:lnTo>
                  <a:pt x="6141" y="11982"/>
                </a:lnTo>
                <a:lnTo>
                  <a:pt x="6141" y="12159"/>
                </a:lnTo>
                <a:lnTo>
                  <a:pt x="6141" y="12603"/>
                </a:lnTo>
                <a:lnTo>
                  <a:pt x="6141" y="12869"/>
                </a:lnTo>
                <a:lnTo>
                  <a:pt x="6522" y="13047"/>
                </a:lnTo>
                <a:lnTo>
                  <a:pt x="6522" y="13313"/>
                </a:lnTo>
                <a:lnTo>
                  <a:pt x="6522" y="13490"/>
                </a:lnTo>
                <a:lnTo>
                  <a:pt x="6522" y="13934"/>
                </a:lnTo>
                <a:lnTo>
                  <a:pt x="6522" y="14112"/>
                </a:lnTo>
                <a:lnTo>
                  <a:pt x="6522" y="14378"/>
                </a:lnTo>
                <a:lnTo>
                  <a:pt x="6522" y="14555"/>
                </a:lnTo>
                <a:lnTo>
                  <a:pt x="6522" y="14733"/>
                </a:lnTo>
                <a:lnTo>
                  <a:pt x="6522" y="15177"/>
                </a:lnTo>
                <a:lnTo>
                  <a:pt x="6902" y="15443"/>
                </a:lnTo>
                <a:lnTo>
                  <a:pt x="6902" y="15620"/>
                </a:lnTo>
                <a:lnTo>
                  <a:pt x="6902" y="15887"/>
                </a:lnTo>
                <a:lnTo>
                  <a:pt x="6902" y="16242"/>
                </a:lnTo>
                <a:lnTo>
                  <a:pt x="6902" y="16508"/>
                </a:lnTo>
                <a:lnTo>
                  <a:pt x="7283" y="16686"/>
                </a:lnTo>
                <a:lnTo>
                  <a:pt x="7283" y="17129"/>
                </a:lnTo>
                <a:lnTo>
                  <a:pt x="7283" y="17307"/>
                </a:lnTo>
                <a:lnTo>
                  <a:pt x="7283" y="17751"/>
                </a:lnTo>
                <a:lnTo>
                  <a:pt x="7664" y="18194"/>
                </a:lnTo>
                <a:lnTo>
                  <a:pt x="7664" y="18638"/>
                </a:lnTo>
                <a:lnTo>
                  <a:pt x="7664" y="18816"/>
                </a:lnTo>
                <a:lnTo>
                  <a:pt x="7664" y="19082"/>
                </a:lnTo>
                <a:lnTo>
                  <a:pt x="8045" y="19259"/>
                </a:lnTo>
                <a:lnTo>
                  <a:pt x="8045" y="19703"/>
                </a:lnTo>
                <a:lnTo>
                  <a:pt x="8045" y="20147"/>
                </a:lnTo>
                <a:lnTo>
                  <a:pt x="8045" y="20325"/>
                </a:lnTo>
                <a:lnTo>
                  <a:pt x="8045" y="20591"/>
                </a:lnTo>
                <a:lnTo>
                  <a:pt x="8442" y="21035"/>
                </a:lnTo>
                <a:lnTo>
                  <a:pt x="8442" y="21390"/>
                </a:lnTo>
                <a:lnTo>
                  <a:pt x="8442" y="21833"/>
                </a:lnTo>
                <a:lnTo>
                  <a:pt x="8442" y="22277"/>
                </a:lnTo>
                <a:lnTo>
                  <a:pt x="8822" y="22455"/>
                </a:lnTo>
                <a:lnTo>
                  <a:pt x="8822" y="22898"/>
                </a:lnTo>
                <a:lnTo>
                  <a:pt x="8822" y="23165"/>
                </a:lnTo>
                <a:lnTo>
                  <a:pt x="8822" y="23608"/>
                </a:lnTo>
                <a:lnTo>
                  <a:pt x="8822" y="23786"/>
                </a:lnTo>
                <a:lnTo>
                  <a:pt x="8822" y="24230"/>
                </a:lnTo>
                <a:lnTo>
                  <a:pt x="8822" y="24674"/>
                </a:lnTo>
                <a:lnTo>
                  <a:pt x="8822" y="24851"/>
                </a:lnTo>
                <a:lnTo>
                  <a:pt x="8822" y="25029"/>
                </a:lnTo>
                <a:lnTo>
                  <a:pt x="9203" y="25472"/>
                </a:lnTo>
                <a:lnTo>
                  <a:pt x="9203" y="25916"/>
                </a:lnTo>
                <a:lnTo>
                  <a:pt x="9203" y="26182"/>
                </a:lnTo>
                <a:lnTo>
                  <a:pt x="9203" y="26537"/>
                </a:lnTo>
                <a:lnTo>
                  <a:pt x="9203" y="26981"/>
                </a:lnTo>
                <a:lnTo>
                  <a:pt x="9584" y="27247"/>
                </a:lnTo>
                <a:lnTo>
                  <a:pt x="9584" y="27602"/>
                </a:lnTo>
                <a:lnTo>
                  <a:pt x="9584" y="28046"/>
                </a:lnTo>
                <a:lnTo>
                  <a:pt x="9584" y="28490"/>
                </a:lnTo>
                <a:lnTo>
                  <a:pt x="9584" y="28756"/>
                </a:lnTo>
                <a:lnTo>
                  <a:pt x="9965" y="29111"/>
                </a:lnTo>
                <a:lnTo>
                  <a:pt x="9965" y="29555"/>
                </a:lnTo>
                <a:lnTo>
                  <a:pt x="9965" y="29821"/>
                </a:lnTo>
                <a:lnTo>
                  <a:pt x="9965" y="30176"/>
                </a:lnTo>
                <a:lnTo>
                  <a:pt x="9965" y="30620"/>
                </a:lnTo>
                <a:lnTo>
                  <a:pt x="10346" y="30886"/>
                </a:lnTo>
                <a:lnTo>
                  <a:pt x="10346" y="31241"/>
                </a:lnTo>
                <a:lnTo>
                  <a:pt x="10346" y="31685"/>
                </a:lnTo>
                <a:lnTo>
                  <a:pt x="10346" y="32129"/>
                </a:lnTo>
                <a:lnTo>
                  <a:pt x="10727" y="32573"/>
                </a:lnTo>
                <a:lnTo>
                  <a:pt x="10727" y="33017"/>
                </a:lnTo>
                <a:lnTo>
                  <a:pt x="10727" y="33194"/>
                </a:lnTo>
                <a:lnTo>
                  <a:pt x="10727" y="33638"/>
                </a:lnTo>
                <a:lnTo>
                  <a:pt x="10727" y="34082"/>
                </a:lnTo>
                <a:lnTo>
                  <a:pt x="10727" y="34525"/>
                </a:lnTo>
                <a:lnTo>
                  <a:pt x="10727" y="34969"/>
                </a:lnTo>
                <a:lnTo>
                  <a:pt x="10727" y="35324"/>
                </a:lnTo>
                <a:lnTo>
                  <a:pt x="10727" y="35591"/>
                </a:lnTo>
                <a:lnTo>
                  <a:pt x="10727" y="36034"/>
                </a:lnTo>
                <a:lnTo>
                  <a:pt x="11123" y="36656"/>
                </a:lnTo>
                <a:lnTo>
                  <a:pt x="11123" y="36833"/>
                </a:lnTo>
                <a:lnTo>
                  <a:pt x="11123" y="37277"/>
                </a:lnTo>
                <a:lnTo>
                  <a:pt x="11123" y="37721"/>
                </a:lnTo>
                <a:lnTo>
                  <a:pt x="11123" y="38164"/>
                </a:lnTo>
                <a:lnTo>
                  <a:pt x="11504" y="38608"/>
                </a:lnTo>
                <a:lnTo>
                  <a:pt x="11504" y="38963"/>
                </a:lnTo>
                <a:lnTo>
                  <a:pt x="11504" y="39407"/>
                </a:lnTo>
                <a:lnTo>
                  <a:pt x="11504" y="39851"/>
                </a:lnTo>
                <a:lnTo>
                  <a:pt x="11885" y="40295"/>
                </a:lnTo>
                <a:lnTo>
                  <a:pt x="11885" y="40738"/>
                </a:lnTo>
                <a:lnTo>
                  <a:pt x="11885" y="41182"/>
                </a:lnTo>
                <a:lnTo>
                  <a:pt x="11885" y="41537"/>
                </a:lnTo>
                <a:lnTo>
                  <a:pt x="11885" y="41981"/>
                </a:lnTo>
                <a:lnTo>
                  <a:pt x="12266" y="42425"/>
                </a:lnTo>
                <a:lnTo>
                  <a:pt x="12266" y="42868"/>
                </a:lnTo>
                <a:lnTo>
                  <a:pt x="12266" y="43312"/>
                </a:lnTo>
                <a:lnTo>
                  <a:pt x="12266" y="43756"/>
                </a:lnTo>
                <a:lnTo>
                  <a:pt x="12266" y="44111"/>
                </a:lnTo>
                <a:lnTo>
                  <a:pt x="12647" y="44821"/>
                </a:lnTo>
                <a:lnTo>
                  <a:pt x="12647" y="44999"/>
                </a:lnTo>
                <a:lnTo>
                  <a:pt x="12647" y="45620"/>
                </a:lnTo>
                <a:lnTo>
                  <a:pt x="12647" y="46064"/>
                </a:lnTo>
                <a:lnTo>
                  <a:pt x="12647" y="46507"/>
                </a:lnTo>
                <a:lnTo>
                  <a:pt x="12647" y="46951"/>
                </a:lnTo>
                <a:lnTo>
                  <a:pt x="12647" y="47395"/>
                </a:lnTo>
                <a:lnTo>
                  <a:pt x="12647" y="48016"/>
                </a:lnTo>
                <a:lnTo>
                  <a:pt x="12647" y="48460"/>
                </a:lnTo>
                <a:lnTo>
                  <a:pt x="13028" y="48904"/>
                </a:lnTo>
                <a:lnTo>
                  <a:pt x="13028" y="49259"/>
                </a:lnTo>
                <a:lnTo>
                  <a:pt x="13028" y="49703"/>
                </a:lnTo>
                <a:lnTo>
                  <a:pt x="13028" y="50413"/>
                </a:lnTo>
                <a:lnTo>
                  <a:pt x="13028" y="50768"/>
                </a:lnTo>
                <a:lnTo>
                  <a:pt x="13409" y="51211"/>
                </a:lnTo>
                <a:lnTo>
                  <a:pt x="13409" y="51655"/>
                </a:lnTo>
                <a:lnTo>
                  <a:pt x="13409" y="52099"/>
                </a:lnTo>
                <a:lnTo>
                  <a:pt x="13409" y="52720"/>
                </a:lnTo>
              </a:path>
            </a:pathLst>
          </a:custGeom>
          <a:ln w="1901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903163" y="1885207"/>
            <a:ext cx="13805" cy="138103"/>
          </a:xfrm>
          <a:custGeom>
            <a:avLst/>
            <a:gdLst/>
            <a:ahLst/>
            <a:cxnLst/>
            <a:rect l="l" t="t" r="r" b="b"/>
            <a:pathLst>
              <a:path w="13805" h="138103">
                <a:moveTo>
                  <a:pt x="0" y="0"/>
                </a:moveTo>
                <a:lnTo>
                  <a:pt x="0" y="443"/>
                </a:lnTo>
                <a:lnTo>
                  <a:pt x="396" y="887"/>
                </a:lnTo>
                <a:lnTo>
                  <a:pt x="396" y="1508"/>
                </a:lnTo>
                <a:lnTo>
                  <a:pt x="396" y="1952"/>
                </a:lnTo>
                <a:lnTo>
                  <a:pt x="396" y="2396"/>
                </a:lnTo>
                <a:lnTo>
                  <a:pt x="396" y="2751"/>
                </a:lnTo>
                <a:lnTo>
                  <a:pt x="777" y="3461"/>
                </a:lnTo>
                <a:lnTo>
                  <a:pt x="777" y="4082"/>
                </a:lnTo>
                <a:lnTo>
                  <a:pt x="777" y="4526"/>
                </a:lnTo>
                <a:lnTo>
                  <a:pt x="777" y="4970"/>
                </a:lnTo>
                <a:lnTo>
                  <a:pt x="1158" y="5325"/>
                </a:lnTo>
                <a:lnTo>
                  <a:pt x="1158" y="6035"/>
                </a:lnTo>
                <a:lnTo>
                  <a:pt x="1158" y="6479"/>
                </a:lnTo>
                <a:lnTo>
                  <a:pt x="1158" y="7100"/>
                </a:lnTo>
                <a:lnTo>
                  <a:pt x="1158" y="7544"/>
                </a:lnTo>
                <a:lnTo>
                  <a:pt x="1539" y="8165"/>
                </a:lnTo>
                <a:lnTo>
                  <a:pt x="1539" y="8609"/>
                </a:lnTo>
                <a:lnTo>
                  <a:pt x="1539" y="9053"/>
                </a:lnTo>
                <a:lnTo>
                  <a:pt x="1539" y="9674"/>
                </a:lnTo>
                <a:lnTo>
                  <a:pt x="1539" y="10118"/>
                </a:lnTo>
                <a:lnTo>
                  <a:pt x="1539" y="10739"/>
                </a:lnTo>
                <a:lnTo>
                  <a:pt x="1539" y="11183"/>
                </a:lnTo>
                <a:lnTo>
                  <a:pt x="1539" y="11804"/>
                </a:lnTo>
                <a:lnTo>
                  <a:pt x="1539" y="12248"/>
                </a:lnTo>
                <a:lnTo>
                  <a:pt x="1539" y="12869"/>
                </a:lnTo>
                <a:lnTo>
                  <a:pt x="1920" y="13490"/>
                </a:lnTo>
                <a:lnTo>
                  <a:pt x="1920" y="13934"/>
                </a:lnTo>
                <a:lnTo>
                  <a:pt x="1920" y="14555"/>
                </a:lnTo>
                <a:lnTo>
                  <a:pt x="1920" y="14999"/>
                </a:lnTo>
                <a:lnTo>
                  <a:pt x="2300" y="15620"/>
                </a:lnTo>
                <a:lnTo>
                  <a:pt x="2300" y="16064"/>
                </a:lnTo>
                <a:lnTo>
                  <a:pt x="2300" y="16774"/>
                </a:lnTo>
                <a:lnTo>
                  <a:pt x="2300" y="17129"/>
                </a:lnTo>
                <a:lnTo>
                  <a:pt x="2300" y="17839"/>
                </a:lnTo>
                <a:lnTo>
                  <a:pt x="2681" y="18194"/>
                </a:lnTo>
                <a:lnTo>
                  <a:pt x="2681" y="19082"/>
                </a:lnTo>
                <a:lnTo>
                  <a:pt x="2681" y="19526"/>
                </a:lnTo>
                <a:lnTo>
                  <a:pt x="2681" y="20147"/>
                </a:lnTo>
                <a:lnTo>
                  <a:pt x="2681" y="20591"/>
                </a:lnTo>
                <a:lnTo>
                  <a:pt x="3078" y="21212"/>
                </a:lnTo>
                <a:lnTo>
                  <a:pt x="3078" y="21656"/>
                </a:lnTo>
                <a:lnTo>
                  <a:pt x="3078" y="22543"/>
                </a:lnTo>
                <a:lnTo>
                  <a:pt x="3078" y="22987"/>
                </a:lnTo>
                <a:lnTo>
                  <a:pt x="3078" y="23608"/>
                </a:lnTo>
                <a:lnTo>
                  <a:pt x="3459" y="24052"/>
                </a:lnTo>
                <a:lnTo>
                  <a:pt x="3459" y="24674"/>
                </a:lnTo>
                <a:lnTo>
                  <a:pt x="3459" y="25295"/>
                </a:lnTo>
                <a:lnTo>
                  <a:pt x="3459" y="25916"/>
                </a:lnTo>
                <a:lnTo>
                  <a:pt x="3459" y="26360"/>
                </a:lnTo>
                <a:lnTo>
                  <a:pt x="3459" y="26981"/>
                </a:lnTo>
                <a:lnTo>
                  <a:pt x="3459" y="27691"/>
                </a:lnTo>
                <a:lnTo>
                  <a:pt x="3459" y="28313"/>
                </a:lnTo>
                <a:lnTo>
                  <a:pt x="3459" y="28756"/>
                </a:lnTo>
                <a:lnTo>
                  <a:pt x="3840" y="29555"/>
                </a:lnTo>
                <a:lnTo>
                  <a:pt x="3840" y="29999"/>
                </a:lnTo>
                <a:lnTo>
                  <a:pt x="3840" y="30709"/>
                </a:lnTo>
                <a:lnTo>
                  <a:pt x="3840" y="31330"/>
                </a:lnTo>
                <a:lnTo>
                  <a:pt x="3840" y="31952"/>
                </a:lnTo>
                <a:lnTo>
                  <a:pt x="4221" y="32395"/>
                </a:lnTo>
                <a:lnTo>
                  <a:pt x="4221" y="33283"/>
                </a:lnTo>
                <a:lnTo>
                  <a:pt x="4221" y="33638"/>
                </a:lnTo>
                <a:lnTo>
                  <a:pt x="4221" y="34525"/>
                </a:lnTo>
                <a:lnTo>
                  <a:pt x="4221" y="34969"/>
                </a:lnTo>
                <a:lnTo>
                  <a:pt x="4601" y="35857"/>
                </a:lnTo>
                <a:lnTo>
                  <a:pt x="4601" y="36212"/>
                </a:lnTo>
                <a:lnTo>
                  <a:pt x="4601" y="36922"/>
                </a:lnTo>
                <a:lnTo>
                  <a:pt x="4601" y="37543"/>
                </a:lnTo>
                <a:lnTo>
                  <a:pt x="4982" y="38164"/>
                </a:lnTo>
                <a:lnTo>
                  <a:pt x="4982" y="38786"/>
                </a:lnTo>
                <a:lnTo>
                  <a:pt x="4982" y="39496"/>
                </a:lnTo>
                <a:lnTo>
                  <a:pt x="4982" y="40117"/>
                </a:lnTo>
                <a:lnTo>
                  <a:pt x="4982" y="40561"/>
                </a:lnTo>
                <a:lnTo>
                  <a:pt x="5363" y="41360"/>
                </a:lnTo>
                <a:lnTo>
                  <a:pt x="5363" y="42070"/>
                </a:lnTo>
                <a:lnTo>
                  <a:pt x="5363" y="42691"/>
                </a:lnTo>
                <a:lnTo>
                  <a:pt x="5363" y="43312"/>
                </a:lnTo>
                <a:lnTo>
                  <a:pt x="5363" y="43934"/>
                </a:lnTo>
                <a:lnTo>
                  <a:pt x="5760" y="44644"/>
                </a:lnTo>
                <a:lnTo>
                  <a:pt x="5760" y="45265"/>
                </a:lnTo>
                <a:lnTo>
                  <a:pt x="5760" y="45886"/>
                </a:lnTo>
                <a:lnTo>
                  <a:pt x="5760" y="46507"/>
                </a:lnTo>
                <a:lnTo>
                  <a:pt x="5760" y="47217"/>
                </a:lnTo>
                <a:lnTo>
                  <a:pt x="5760" y="47839"/>
                </a:lnTo>
                <a:lnTo>
                  <a:pt x="5760" y="48638"/>
                </a:lnTo>
                <a:lnTo>
                  <a:pt x="5760" y="49081"/>
                </a:lnTo>
                <a:lnTo>
                  <a:pt x="5760" y="49969"/>
                </a:lnTo>
                <a:lnTo>
                  <a:pt x="6141" y="50590"/>
                </a:lnTo>
                <a:lnTo>
                  <a:pt x="6141" y="51211"/>
                </a:lnTo>
                <a:lnTo>
                  <a:pt x="6141" y="51922"/>
                </a:lnTo>
                <a:lnTo>
                  <a:pt x="6141" y="52543"/>
                </a:lnTo>
                <a:lnTo>
                  <a:pt x="6141" y="53430"/>
                </a:lnTo>
                <a:lnTo>
                  <a:pt x="6522" y="53785"/>
                </a:lnTo>
                <a:lnTo>
                  <a:pt x="6522" y="54673"/>
                </a:lnTo>
                <a:lnTo>
                  <a:pt x="6522" y="55294"/>
                </a:lnTo>
                <a:lnTo>
                  <a:pt x="6522" y="56004"/>
                </a:lnTo>
                <a:lnTo>
                  <a:pt x="6522" y="56803"/>
                </a:lnTo>
                <a:lnTo>
                  <a:pt x="6902" y="57247"/>
                </a:lnTo>
                <a:lnTo>
                  <a:pt x="6902" y="58134"/>
                </a:lnTo>
                <a:lnTo>
                  <a:pt x="6902" y="58756"/>
                </a:lnTo>
                <a:lnTo>
                  <a:pt x="6902" y="59643"/>
                </a:lnTo>
                <a:lnTo>
                  <a:pt x="6902" y="60265"/>
                </a:lnTo>
                <a:lnTo>
                  <a:pt x="7283" y="60886"/>
                </a:lnTo>
                <a:lnTo>
                  <a:pt x="7283" y="61507"/>
                </a:lnTo>
                <a:lnTo>
                  <a:pt x="7283" y="62217"/>
                </a:lnTo>
                <a:lnTo>
                  <a:pt x="7283" y="63016"/>
                </a:lnTo>
                <a:lnTo>
                  <a:pt x="7664" y="63726"/>
                </a:lnTo>
                <a:lnTo>
                  <a:pt x="7664" y="64347"/>
                </a:lnTo>
                <a:lnTo>
                  <a:pt x="7664" y="65235"/>
                </a:lnTo>
                <a:lnTo>
                  <a:pt x="7664" y="65856"/>
                </a:lnTo>
                <a:lnTo>
                  <a:pt x="7664" y="66655"/>
                </a:lnTo>
                <a:lnTo>
                  <a:pt x="7664" y="67365"/>
                </a:lnTo>
                <a:lnTo>
                  <a:pt x="7664" y="67986"/>
                </a:lnTo>
                <a:lnTo>
                  <a:pt x="7664" y="68874"/>
                </a:lnTo>
                <a:lnTo>
                  <a:pt x="7664" y="69495"/>
                </a:lnTo>
                <a:lnTo>
                  <a:pt x="7664" y="70116"/>
                </a:lnTo>
                <a:lnTo>
                  <a:pt x="8045" y="71004"/>
                </a:lnTo>
                <a:lnTo>
                  <a:pt x="8045" y="71625"/>
                </a:lnTo>
                <a:lnTo>
                  <a:pt x="8045" y="72513"/>
                </a:lnTo>
                <a:lnTo>
                  <a:pt x="8045" y="73134"/>
                </a:lnTo>
                <a:lnTo>
                  <a:pt x="8045" y="73755"/>
                </a:lnTo>
                <a:lnTo>
                  <a:pt x="8442" y="74643"/>
                </a:lnTo>
                <a:lnTo>
                  <a:pt x="8442" y="75264"/>
                </a:lnTo>
                <a:lnTo>
                  <a:pt x="8442" y="76152"/>
                </a:lnTo>
                <a:lnTo>
                  <a:pt x="8442" y="76773"/>
                </a:lnTo>
                <a:lnTo>
                  <a:pt x="8822" y="77394"/>
                </a:lnTo>
                <a:lnTo>
                  <a:pt x="8822" y="78459"/>
                </a:lnTo>
                <a:lnTo>
                  <a:pt x="8822" y="79170"/>
                </a:lnTo>
                <a:lnTo>
                  <a:pt x="8822" y="79791"/>
                </a:lnTo>
                <a:lnTo>
                  <a:pt x="8822" y="80590"/>
                </a:lnTo>
                <a:lnTo>
                  <a:pt x="9203" y="81300"/>
                </a:lnTo>
                <a:lnTo>
                  <a:pt x="9203" y="81921"/>
                </a:lnTo>
                <a:lnTo>
                  <a:pt x="9203" y="82986"/>
                </a:lnTo>
                <a:lnTo>
                  <a:pt x="9203" y="83607"/>
                </a:lnTo>
                <a:lnTo>
                  <a:pt x="9203" y="84317"/>
                </a:lnTo>
                <a:lnTo>
                  <a:pt x="9584" y="85116"/>
                </a:lnTo>
                <a:lnTo>
                  <a:pt x="9584" y="85737"/>
                </a:lnTo>
                <a:lnTo>
                  <a:pt x="9584" y="86625"/>
                </a:lnTo>
                <a:lnTo>
                  <a:pt x="9584" y="87513"/>
                </a:lnTo>
                <a:lnTo>
                  <a:pt x="9584" y="88134"/>
                </a:lnTo>
                <a:lnTo>
                  <a:pt x="9965" y="89021"/>
                </a:lnTo>
                <a:lnTo>
                  <a:pt x="9965" y="89820"/>
                </a:lnTo>
                <a:lnTo>
                  <a:pt x="9965" y="90530"/>
                </a:lnTo>
                <a:lnTo>
                  <a:pt x="9965" y="91329"/>
                </a:lnTo>
                <a:lnTo>
                  <a:pt x="9965" y="92217"/>
                </a:lnTo>
                <a:lnTo>
                  <a:pt x="9965" y="92838"/>
                </a:lnTo>
                <a:lnTo>
                  <a:pt x="9965" y="93725"/>
                </a:lnTo>
                <a:lnTo>
                  <a:pt x="9965" y="94524"/>
                </a:lnTo>
                <a:lnTo>
                  <a:pt x="9965" y="95234"/>
                </a:lnTo>
                <a:lnTo>
                  <a:pt x="10346" y="96033"/>
                </a:lnTo>
                <a:lnTo>
                  <a:pt x="10346" y="96921"/>
                </a:lnTo>
                <a:lnTo>
                  <a:pt x="10346" y="97542"/>
                </a:lnTo>
                <a:lnTo>
                  <a:pt x="10346" y="98429"/>
                </a:lnTo>
                <a:lnTo>
                  <a:pt x="10346" y="99317"/>
                </a:lnTo>
                <a:lnTo>
                  <a:pt x="10743" y="99938"/>
                </a:lnTo>
                <a:lnTo>
                  <a:pt x="10743" y="100826"/>
                </a:lnTo>
                <a:lnTo>
                  <a:pt x="10743" y="101625"/>
                </a:lnTo>
                <a:lnTo>
                  <a:pt x="10743" y="102512"/>
                </a:lnTo>
                <a:lnTo>
                  <a:pt x="10743" y="103134"/>
                </a:lnTo>
                <a:lnTo>
                  <a:pt x="11123" y="104199"/>
                </a:lnTo>
                <a:lnTo>
                  <a:pt x="11123" y="104820"/>
                </a:lnTo>
                <a:lnTo>
                  <a:pt x="11123" y="105707"/>
                </a:lnTo>
                <a:lnTo>
                  <a:pt x="11123" y="106595"/>
                </a:lnTo>
                <a:lnTo>
                  <a:pt x="11123" y="107394"/>
                </a:lnTo>
                <a:lnTo>
                  <a:pt x="11504" y="108104"/>
                </a:lnTo>
                <a:lnTo>
                  <a:pt x="11504" y="109169"/>
                </a:lnTo>
                <a:lnTo>
                  <a:pt x="11504" y="109790"/>
                </a:lnTo>
                <a:lnTo>
                  <a:pt x="11504" y="110678"/>
                </a:lnTo>
                <a:lnTo>
                  <a:pt x="11885" y="111477"/>
                </a:lnTo>
                <a:lnTo>
                  <a:pt x="11885" y="112364"/>
                </a:lnTo>
                <a:lnTo>
                  <a:pt x="11885" y="113252"/>
                </a:lnTo>
                <a:lnTo>
                  <a:pt x="11885" y="113873"/>
                </a:lnTo>
                <a:lnTo>
                  <a:pt x="11885" y="114938"/>
                </a:lnTo>
                <a:lnTo>
                  <a:pt x="11885" y="115559"/>
                </a:lnTo>
                <a:lnTo>
                  <a:pt x="11885" y="116447"/>
                </a:lnTo>
                <a:lnTo>
                  <a:pt x="11885" y="117334"/>
                </a:lnTo>
                <a:lnTo>
                  <a:pt x="11885" y="118133"/>
                </a:lnTo>
                <a:lnTo>
                  <a:pt x="11885" y="119021"/>
                </a:lnTo>
                <a:lnTo>
                  <a:pt x="12266" y="119908"/>
                </a:lnTo>
                <a:lnTo>
                  <a:pt x="12266" y="120707"/>
                </a:lnTo>
                <a:lnTo>
                  <a:pt x="12266" y="121595"/>
                </a:lnTo>
                <a:lnTo>
                  <a:pt x="12266" y="122482"/>
                </a:lnTo>
                <a:lnTo>
                  <a:pt x="12266" y="123281"/>
                </a:lnTo>
                <a:lnTo>
                  <a:pt x="12647" y="124169"/>
                </a:lnTo>
                <a:lnTo>
                  <a:pt x="12647" y="125056"/>
                </a:lnTo>
                <a:lnTo>
                  <a:pt x="12647" y="125855"/>
                </a:lnTo>
                <a:lnTo>
                  <a:pt x="12647" y="126743"/>
                </a:lnTo>
                <a:lnTo>
                  <a:pt x="13028" y="127630"/>
                </a:lnTo>
                <a:lnTo>
                  <a:pt x="13028" y="128429"/>
                </a:lnTo>
                <a:lnTo>
                  <a:pt x="13028" y="129316"/>
                </a:lnTo>
                <a:lnTo>
                  <a:pt x="13028" y="130382"/>
                </a:lnTo>
                <a:lnTo>
                  <a:pt x="13028" y="131003"/>
                </a:lnTo>
                <a:lnTo>
                  <a:pt x="13424" y="131890"/>
                </a:lnTo>
                <a:lnTo>
                  <a:pt x="13424" y="132778"/>
                </a:lnTo>
                <a:lnTo>
                  <a:pt x="13424" y="133843"/>
                </a:lnTo>
                <a:lnTo>
                  <a:pt x="13424" y="134642"/>
                </a:lnTo>
                <a:lnTo>
                  <a:pt x="13424" y="135352"/>
                </a:lnTo>
                <a:lnTo>
                  <a:pt x="13805" y="136417"/>
                </a:lnTo>
                <a:lnTo>
                  <a:pt x="13805" y="137216"/>
                </a:lnTo>
                <a:lnTo>
                  <a:pt x="13805" y="138103"/>
                </a:lnTo>
              </a:path>
            </a:pathLst>
          </a:custGeom>
          <a:ln w="1945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916969" y="2023310"/>
            <a:ext cx="13409" cy="208664"/>
          </a:xfrm>
          <a:custGeom>
            <a:avLst/>
            <a:gdLst/>
            <a:ahLst/>
            <a:cxnLst/>
            <a:rect l="l" t="t" r="r" b="b"/>
            <a:pathLst>
              <a:path w="13409" h="208664">
                <a:moveTo>
                  <a:pt x="0" y="0"/>
                </a:moveTo>
                <a:lnTo>
                  <a:pt x="0" y="887"/>
                </a:lnTo>
                <a:lnTo>
                  <a:pt x="0" y="1686"/>
                </a:lnTo>
                <a:lnTo>
                  <a:pt x="380" y="2751"/>
                </a:lnTo>
                <a:lnTo>
                  <a:pt x="380" y="3638"/>
                </a:lnTo>
                <a:lnTo>
                  <a:pt x="380" y="4526"/>
                </a:lnTo>
                <a:lnTo>
                  <a:pt x="380" y="5325"/>
                </a:lnTo>
                <a:lnTo>
                  <a:pt x="380" y="6390"/>
                </a:lnTo>
                <a:lnTo>
                  <a:pt x="380" y="7277"/>
                </a:lnTo>
                <a:lnTo>
                  <a:pt x="380" y="7899"/>
                </a:lnTo>
                <a:lnTo>
                  <a:pt x="380" y="8786"/>
                </a:lnTo>
                <a:lnTo>
                  <a:pt x="380" y="9851"/>
                </a:lnTo>
                <a:lnTo>
                  <a:pt x="761" y="10739"/>
                </a:lnTo>
                <a:lnTo>
                  <a:pt x="761" y="11538"/>
                </a:lnTo>
                <a:lnTo>
                  <a:pt x="761" y="12425"/>
                </a:lnTo>
                <a:lnTo>
                  <a:pt x="761" y="13490"/>
                </a:lnTo>
                <a:lnTo>
                  <a:pt x="761" y="14555"/>
                </a:lnTo>
                <a:lnTo>
                  <a:pt x="1142" y="15443"/>
                </a:lnTo>
                <a:lnTo>
                  <a:pt x="1142" y="16331"/>
                </a:lnTo>
                <a:lnTo>
                  <a:pt x="1142" y="17129"/>
                </a:lnTo>
                <a:lnTo>
                  <a:pt x="1142" y="18194"/>
                </a:lnTo>
                <a:lnTo>
                  <a:pt x="1142" y="19082"/>
                </a:lnTo>
                <a:lnTo>
                  <a:pt x="1523" y="19970"/>
                </a:lnTo>
                <a:lnTo>
                  <a:pt x="1523" y="20768"/>
                </a:lnTo>
                <a:lnTo>
                  <a:pt x="1523" y="21833"/>
                </a:lnTo>
                <a:lnTo>
                  <a:pt x="1523" y="22721"/>
                </a:lnTo>
                <a:lnTo>
                  <a:pt x="1904" y="23608"/>
                </a:lnTo>
                <a:lnTo>
                  <a:pt x="1904" y="24674"/>
                </a:lnTo>
                <a:lnTo>
                  <a:pt x="1904" y="25472"/>
                </a:lnTo>
                <a:lnTo>
                  <a:pt x="1904" y="26537"/>
                </a:lnTo>
                <a:lnTo>
                  <a:pt x="1904" y="27425"/>
                </a:lnTo>
                <a:lnTo>
                  <a:pt x="2300" y="28313"/>
                </a:lnTo>
                <a:lnTo>
                  <a:pt x="2300" y="29111"/>
                </a:lnTo>
                <a:lnTo>
                  <a:pt x="2300" y="30265"/>
                </a:lnTo>
                <a:lnTo>
                  <a:pt x="2300" y="31330"/>
                </a:lnTo>
                <a:lnTo>
                  <a:pt x="2300" y="32129"/>
                </a:lnTo>
                <a:lnTo>
                  <a:pt x="2300" y="33017"/>
                </a:lnTo>
                <a:lnTo>
                  <a:pt x="2300" y="34082"/>
                </a:lnTo>
                <a:lnTo>
                  <a:pt x="2300" y="34969"/>
                </a:lnTo>
                <a:lnTo>
                  <a:pt x="2300" y="36034"/>
                </a:lnTo>
                <a:lnTo>
                  <a:pt x="2300" y="36833"/>
                </a:lnTo>
                <a:lnTo>
                  <a:pt x="2681" y="37987"/>
                </a:lnTo>
                <a:lnTo>
                  <a:pt x="2681" y="38786"/>
                </a:lnTo>
                <a:lnTo>
                  <a:pt x="2681" y="39673"/>
                </a:lnTo>
                <a:lnTo>
                  <a:pt x="2681" y="40738"/>
                </a:lnTo>
                <a:lnTo>
                  <a:pt x="3062" y="41803"/>
                </a:lnTo>
                <a:lnTo>
                  <a:pt x="3062" y="42691"/>
                </a:lnTo>
                <a:lnTo>
                  <a:pt x="3062" y="43490"/>
                </a:lnTo>
                <a:lnTo>
                  <a:pt x="3062" y="44555"/>
                </a:lnTo>
                <a:lnTo>
                  <a:pt x="3062" y="45442"/>
                </a:lnTo>
                <a:lnTo>
                  <a:pt x="3443" y="46507"/>
                </a:lnTo>
                <a:lnTo>
                  <a:pt x="3443" y="47573"/>
                </a:lnTo>
                <a:lnTo>
                  <a:pt x="3443" y="48460"/>
                </a:lnTo>
                <a:lnTo>
                  <a:pt x="3443" y="49525"/>
                </a:lnTo>
                <a:lnTo>
                  <a:pt x="3443" y="50413"/>
                </a:lnTo>
                <a:lnTo>
                  <a:pt x="3824" y="51211"/>
                </a:lnTo>
                <a:lnTo>
                  <a:pt x="3824" y="52543"/>
                </a:lnTo>
                <a:lnTo>
                  <a:pt x="3824" y="53342"/>
                </a:lnTo>
                <a:lnTo>
                  <a:pt x="3824" y="54495"/>
                </a:lnTo>
                <a:lnTo>
                  <a:pt x="3824" y="55294"/>
                </a:lnTo>
                <a:lnTo>
                  <a:pt x="4205" y="56359"/>
                </a:lnTo>
                <a:lnTo>
                  <a:pt x="4205" y="57247"/>
                </a:lnTo>
                <a:lnTo>
                  <a:pt x="4205" y="58312"/>
                </a:lnTo>
                <a:lnTo>
                  <a:pt x="4205" y="59377"/>
                </a:lnTo>
                <a:lnTo>
                  <a:pt x="4586" y="60265"/>
                </a:lnTo>
                <a:lnTo>
                  <a:pt x="4586" y="61330"/>
                </a:lnTo>
                <a:lnTo>
                  <a:pt x="4586" y="62217"/>
                </a:lnTo>
                <a:lnTo>
                  <a:pt x="4586" y="63282"/>
                </a:lnTo>
                <a:lnTo>
                  <a:pt x="4586" y="64347"/>
                </a:lnTo>
                <a:lnTo>
                  <a:pt x="4586" y="65412"/>
                </a:lnTo>
                <a:lnTo>
                  <a:pt x="4586" y="66477"/>
                </a:lnTo>
                <a:lnTo>
                  <a:pt x="4586" y="67365"/>
                </a:lnTo>
                <a:lnTo>
                  <a:pt x="4586" y="68430"/>
                </a:lnTo>
                <a:lnTo>
                  <a:pt x="4586" y="69229"/>
                </a:lnTo>
                <a:lnTo>
                  <a:pt x="4982" y="70294"/>
                </a:lnTo>
                <a:lnTo>
                  <a:pt x="4982" y="71359"/>
                </a:lnTo>
                <a:lnTo>
                  <a:pt x="4982" y="72424"/>
                </a:lnTo>
                <a:lnTo>
                  <a:pt x="4982" y="73578"/>
                </a:lnTo>
                <a:lnTo>
                  <a:pt x="4982" y="74377"/>
                </a:lnTo>
                <a:lnTo>
                  <a:pt x="5363" y="75442"/>
                </a:lnTo>
                <a:lnTo>
                  <a:pt x="5363" y="76329"/>
                </a:lnTo>
                <a:lnTo>
                  <a:pt x="5363" y="77394"/>
                </a:lnTo>
                <a:lnTo>
                  <a:pt x="5363" y="78459"/>
                </a:lnTo>
                <a:lnTo>
                  <a:pt x="5744" y="79525"/>
                </a:lnTo>
                <a:lnTo>
                  <a:pt x="5744" y="80590"/>
                </a:lnTo>
                <a:lnTo>
                  <a:pt x="5744" y="81655"/>
                </a:lnTo>
                <a:lnTo>
                  <a:pt x="5744" y="82542"/>
                </a:lnTo>
                <a:lnTo>
                  <a:pt x="5744" y="83607"/>
                </a:lnTo>
                <a:lnTo>
                  <a:pt x="6125" y="84672"/>
                </a:lnTo>
                <a:lnTo>
                  <a:pt x="6125" y="85737"/>
                </a:lnTo>
                <a:lnTo>
                  <a:pt x="6125" y="86803"/>
                </a:lnTo>
                <a:lnTo>
                  <a:pt x="6125" y="87868"/>
                </a:lnTo>
                <a:lnTo>
                  <a:pt x="6125" y="89021"/>
                </a:lnTo>
                <a:lnTo>
                  <a:pt x="6506" y="89820"/>
                </a:lnTo>
                <a:lnTo>
                  <a:pt x="6506" y="90885"/>
                </a:lnTo>
                <a:lnTo>
                  <a:pt x="6506" y="91950"/>
                </a:lnTo>
                <a:lnTo>
                  <a:pt x="6506" y="93015"/>
                </a:lnTo>
                <a:lnTo>
                  <a:pt x="6506" y="93903"/>
                </a:lnTo>
                <a:lnTo>
                  <a:pt x="6506" y="94968"/>
                </a:lnTo>
                <a:lnTo>
                  <a:pt x="6506" y="96299"/>
                </a:lnTo>
                <a:lnTo>
                  <a:pt x="6506" y="97364"/>
                </a:lnTo>
                <a:lnTo>
                  <a:pt x="6506" y="98429"/>
                </a:lnTo>
                <a:lnTo>
                  <a:pt x="6886" y="99228"/>
                </a:lnTo>
                <a:lnTo>
                  <a:pt x="6886" y="100382"/>
                </a:lnTo>
                <a:lnTo>
                  <a:pt x="6886" y="101447"/>
                </a:lnTo>
                <a:lnTo>
                  <a:pt x="6886" y="102512"/>
                </a:lnTo>
                <a:lnTo>
                  <a:pt x="6886" y="103577"/>
                </a:lnTo>
                <a:lnTo>
                  <a:pt x="7283" y="104642"/>
                </a:lnTo>
                <a:lnTo>
                  <a:pt x="7283" y="105707"/>
                </a:lnTo>
                <a:lnTo>
                  <a:pt x="7283" y="106773"/>
                </a:lnTo>
                <a:lnTo>
                  <a:pt x="7283" y="107838"/>
                </a:lnTo>
                <a:lnTo>
                  <a:pt x="7283" y="108903"/>
                </a:lnTo>
                <a:lnTo>
                  <a:pt x="7664" y="109968"/>
                </a:lnTo>
                <a:lnTo>
                  <a:pt x="7664" y="111033"/>
                </a:lnTo>
                <a:lnTo>
                  <a:pt x="7664" y="112098"/>
                </a:lnTo>
                <a:lnTo>
                  <a:pt x="7664" y="113252"/>
                </a:lnTo>
                <a:lnTo>
                  <a:pt x="7664" y="114317"/>
                </a:lnTo>
                <a:lnTo>
                  <a:pt x="8045" y="115382"/>
                </a:lnTo>
                <a:lnTo>
                  <a:pt x="8045" y="116447"/>
                </a:lnTo>
                <a:lnTo>
                  <a:pt x="8045" y="117512"/>
                </a:lnTo>
                <a:lnTo>
                  <a:pt x="8045" y="118577"/>
                </a:lnTo>
                <a:lnTo>
                  <a:pt x="8426" y="119820"/>
                </a:lnTo>
                <a:lnTo>
                  <a:pt x="8426" y="120885"/>
                </a:lnTo>
                <a:lnTo>
                  <a:pt x="8426" y="122038"/>
                </a:lnTo>
                <a:lnTo>
                  <a:pt x="8426" y="123104"/>
                </a:lnTo>
                <a:lnTo>
                  <a:pt x="8426" y="124169"/>
                </a:lnTo>
                <a:lnTo>
                  <a:pt x="8426" y="125234"/>
                </a:lnTo>
                <a:lnTo>
                  <a:pt x="8426" y="126299"/>
                </a:lnTo>
                <a:lnTo>
                  <a:pt x="8426" y="127364"/>
                </a:lnTo>
                <a:lnTo>
                  <a:pt x="8426" y="128429"/>
                </a:lnTo>
                <a:lnTo>
                  <a:pt x="8426" y="129494"/>
                </a:lnTo>
                <a:lnTo>
                  <a:pt x="8807" y="130559"/>
                </a:lnTo>
                <a:lnTo>
                  <a:pt x="8807" y="131624"/>
                </a:lnTo>
                <a:lnTo>
                  <a:pt x="8807" y="132689"/>
                </a:lnTo>
                <a:lnTo>
                  <a:pt x="8807" y="134020"/>
                </a:lnTo>
                <a:lnTo>
                  <a:pt x="8807" y="135086"/>
                </a:lnTo>
                <a:lnTo>
                  <a:pt x="9187" y="136151"/>
                </a:lnTo>
                <a:lnTo>
                  <a:pt x="9187" y="137216"/>
                </a:lnTo>
                <a:lnTo>
                  <a:pt x="9187" y="138547"/>
                </a:lnTo>
                <a:lnTo>
                  <a:pt x="9187" y="139612"/>
                </a:lnTo>
                <a:lnTo>
                  <a:pt x="9568" y="140677"/>
                </a:lnTo>
                <a:lnTo>
                  <a:pt x="9568" y="141742"/>
                </a:lnTo>
                <a:lnTo>
                  <a:pt x="9568" y="142807"/>
                </a:lnTo>
                <a:lnTo>
                  <a:pt x="9568" y="143872"/>
                </a:lnTo>
                <a:lnTo>
                  <a:pt x="9568" y="144937"/>
                </a:lnTo>
                <a:lnTo>
                  <a:pt x="9965" y="146269"/>
                </a:lnTo>
                <a:lnTo>
                  <a:pt x="9965" y="147334"/>
                </a:lnTo>
                <a:lnTo>
                  <a:pt x="9965" y="148399"/>
                </a:lnTo>
                <a:lnTo>
                  <a:pt x="9965" y="149464"/>
                </a:lnTo>
                <a:lnTo>
                  <a:pt x="9965" y="150529"/>
                </a:lnTo>
                <a:lnTo>
                  <a:pt x="10346" y="151772"/>
                </a:lnTo>
                <a:lnTo>
                  <a:pt x="10346" y="152837"/>
                </a:lnTo>
                <a:lnTo>
                  <a:pt x="10346" y="153991"/>
                </a:lnTo>
                <a:lnTo>
                  <a:pt x="10346" y="155233"/>
                </a:lnTo>
                <a:lnTo>
                  <a:pt x="10346" y="156298"/>
                </a:lnTo>
                <a:lnTo>
                  <a:pt x="10727" y="157629"/>
                </a:lnTo>
                <a:lnTo>
                  <a:pt x="10727" y="158695"/>
                </a:lnTo>
                <a:lnTo>
                  <a:pt x="10727" y="159760"/>
                </a:lnTo>
                <a:lnTo>
                  <a:pt x="10727" y="160825"/>
                </a:lnTo>
                <a:lnTo>
                  <a:pt x="10727" y="162067"/>
                </a:lnTo>
                <a:lnTo>
                  <a:pt x="10727" y="163132"/>
                </a:lnTo>
                <a:lnTo>
                  <a:pt x="10727" y="164197"/>
                </a:lnTo>
                <a:lnTo>
                  <a:pt x="10727" y="165529"/>
                </a:lnTo>
                <a:lnTo>
                  <a:pt x="10727" y="166594"/>
                </a:lnTo>
                <a:lnTo>
                  <a:pt x="11108" y="167659"/>
                </a:lnTo>
                <a:lnTo>
                  <a:pt x="11108" y="168990"/>
                </a:lnTo>
                <a:lnTo>
                  <a:pt x="11108" y="170055"/>
                </a:lnTo>
                <a:lnTo>
                  <a:pt x="11108" y="171120"/>
                </a:lnTo>
                <a:lnTo>
                  <a:pt x="11108" y="172363"/>
                </a:lnTo>
                <a:lnTo>
                  <a:pt x="11488" y="173428"/>
                </a:lnTo>
                <a:lnTo>
                  <a:pt x="11488" y="174493"/>
                </a:lnTo>
                <a:lnTo>
                  <a:pt x="11488" y="175824"/>
                </a:lnTo>
                <a:lnTo>
                  <a:pt x="11488" y="176889"/>
                </a:lnTo>
                <a:lnTo>
                  <a:pt x="11488" y="177955"/>
                </a:lnTo>
                <a:lnTo>
                  <a:pt x="11869" y="179286"/>
                </a:lnTo>
                <a:lnTo>
                  <a:pt x="11869" y="180351"/>
                </a:lnTo>
                <a:lnTo>
                  <a:pt x="11869" y="181594"/>
                </a:lnTo>
                <a:lnTo>
                  <a:pt x="11869" y="182659"/>
                </a:lnTo>
                <a:lnTo>
                  <a:pt x="12250" y="183724"/>
                </a:lnTo>
                <a:lnTo>
                  <a:pt x="12250" y="185055"/>
                </a:lnTo>
                <a:lnTo>
                  <a:pt x="12250" y="186120"/>
                </a:lnTo>
                <a:lnTo>
                  <a:pt x="12250" y="187363"/>
                </a:lnTo>
                <a:lnTo>
                  <a:pt x="12250" y="188428"/>
                </a:lnTo>
                <a:lnTo>
                  <a:pt x="12647" y="189759"/>
                </a:lnTo>
                <a:lnTo>
                  <a:pt x="12647" y="190824"/>
                </a:lnTo>
                <a:lnTo>
                  <a:pt x="12647" y="192155"/>
                </a:lnTo>
                <a:lnTo>
                  <a:pt x="12647" y="193220"/>
                </a:lnTo>
                <a:lnTo>
                  <a:pt x="12647" y="194463"/>
                </a:lnTo>
                <a:lnTo>
                  <a:pt x="12647" y="195528"/>
                </a:lnTo>
                <a:lnTo>
                  <a:pt x="12647" y="196859"/>
                </a:lnTo>
                <a:lnTo>
                  <a:pt x="12647" y="197925"/>
                </a:lnTo>
                <a:lnTo>
                  <a:pt x="12647" y="199167"/>
                </a:lnTo>
                <a:lnTo>
                  <a:pt x="12647" y="200232"/>
                </a:lnTo>
                <a:lnTo>
                  <a:pt x="13028" y="201564"/>
                </a:lnTo>
                <a:lnTo>
                  <a:pt x="13028" y="202629"/>
                </a:lnTo>
                <a:lnTo>
                  <a:pt x="13028" y="203871"/>
                </a:lnTo>
                <a:lnTo>
                  <a:pt x="13028" y="205025"/>
                </a:lnTo>
                <a:lnTo>
                  <a:pt x="13409" y="206268"/>
                </a:lnTo>
                <a:lnTo>
                  <a:pt x="13409" y="207333"/>
                </a:lnTo>
                <a:lnTo>
                  <a:pt x="13409" y="208664"/>
                </a:lnTo>
              </a:path>
            </a:pathLst>
          </a:custGeom>
          <a:ln w="1950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930378" y="2231975"/>
            <a:ext cx="13789" cy="258367"/>
          </a:xfrm>
          <a:custGeom>
            <a:avLst/>
            <a:gdLst/>
            <a:ahLst/>
            <a:cxnLst/>
            <a:rect l="l" t="t" r="r" b="b"/>
            <a:pathLst>
              <a:path w="13789" h="258367">
                <a:moveTo>
                  <a:pt x="0" y="0"/>
                </a:moveTo>
                <a:lnTo>
                  <a:pt x="0" y="1242"/>
                </a:lnTo>
                <a:lnTo>
                  <a:pt x="0" y="2307"/>
                </a:lnTo>
                <a:lnTo>
                  <a:pt x="380" y="3638"/>
                </a:lnTo>
                <a:lnTo>
                  <a:pt x="380" y="4704"/>
                </a:lnTo>
                <a:lnTo>
                  <a:pt x="380" y="5946"/>
                </a:lnTo>
                <a:lnTo>
                  <a:pt x="380" y="7011"/>
                </a:lnTo>
                <a:lnTo>
                  <a:pt x="380" y="8343"/>
                </a:lnTo>
                <a:lnTo>
                  <a:pt x="761" y="9585"/>
                </a:lnTo>
                <a:lnTo>
                  <a:pt x="761" y="10650"/>
                </a:lnTo>
                <a:lnTo>
                  <a:pt x="761" y="11982"/>
                </a:lnTo>
                <a:lnTo>
                  <a:pt x="761" y="13224"/>
                </a:lnTo>
                <a:lnTo>
                  <a:pt x="761" y="14289"/>
                </a:lnTo>
                <a:lnTo>
                  <a:pt x="1142" y="15620"/>
                </a:lnTo>
                <a:lnTo>
                  <a:pt x="1142" y="16863"/>
                </a:lnTo>
                <a:lnTo>
                  <a:pt x="1142" y="18017"/>
                </a:lnTo>
                <a:lnTo>
                  <a:pt x="1142" y="19259"/>
                </a:lnTo>
                <a:lnTo>
                  <a:pt x="1523" y="20591"/>
                </a:lnTo>
                <a:lnTo>
                  <a:pt x="1523" y="21656"/>
                </a:lnTo>
                <a:lnTo>
                  <a:pt x="1523" y="22898"/>
                </a:lnTo>
                <a:lnTo>
                  <a:pt x="1523" y="24230"/>
                </a:lnTo>
                <a:lnTo>
                  <a:pt x="1523" y="25295"/>
                </a:lnTo>
                <a:lnTo>
                  <a:pt x="1523" y="26537"/>
                </a:lnTo>
                <a:lnTo>
                  <a:pt x="1523" y="27869"/>
                </a:lnTo>
                <a:lnTo>
                  <a:pt x="1523" y="29111"/>
                </a:lnTo>
                <a:lnTo>
                  <a:pt x="1523" y="30176"/>
                </a:lnTo>
                <a:lnTo>
                  <a:pt x="1523" y="31508"/>
                </a:lnTo>
                <a:lnTo>
                  <a:pt x="1920" y="32750"/>
                </a:lnTo>
                <a:lnTo>
                  <a:pt x="1920" y="33815"/>
                </a:lnTo>
                <a:lnTo>
                  <a:pt x="1920" y="35147"/>
                </a:lnTo>
                <a:lnTo>
                  <a:pt x="1920" y="36212"/>
                </a:lnTo>
                <a:lnTo>
                  <a:pt x="1920" y="37454"/>
                </a:lnTo>
                <a:lnTo>
                  <a:pt x="2300" y="38786"/>
                </a:lnTo>
                <a:lnTo>
                  <a:pt x="2300" y="40028"/>
                </a:lnTo>
                <a:lnTo>
                  <a:pt x="2300" y="41093"/>
                </a:lnTo>
                <a:lnTo>
                  <a:pt x="2300" y="42425"/>
                </a:lnTo>
                <a:lnTo>
                  <a:pt x="2681" y="43667"/>
                </a:lnTo>
                <a:lnTo>
                  <a:pt x="2681" y="44999"/>
                </a:lnTo>
                <a:lnTo>
                  <a:pt x="2681" y="46241"/>
                </a:lnTo>
                <a:lnTo>
                  <a:pt x="2681" y="47306"/>
                </a:lnTo>
                <a:lnTo>
                  <a:pt x="2681" y="48638"/>
                </a:lnTo>
                <a:lnTo>
                  <a:pt x="3062" y="49880"/>
                </a:lnTo>
                <a:lnTo>
                  <a:pt x="3062" y="51211"/>
                </a:lnTo>
                <a:lnTo>
                  <a:pt x="3062" y="52454"/>
                </a:lnTo>
                <a:lnTo>
                  <a:pt x="3062" y="53785"/>
                </a:lnTo>
                <a:lnTo>
                  <a:pt x="3062" y="55028"/>
                </a:lnTo>
                <a:lnTo>
                  <a:pt x="3443" y="56182"/>
                </a:lnTo>
                <a:lnTo>
                  <a:pt x="3443" y="57424"/>
                </a:lnTo>
                <a:lnTo>
                  <a:pt x="3443" y="58756"/>
                </a:lnTo>
                <a:lnTo>
                  <a:pt x="3443" y="59998"/>
                </a:lnTo>
                <a:lnTo>
                  <a:pt x="3443" y="61063"/>
                </a:lnTo>
                <a:lnTo>
                  <a:pt x="3443" y="62395"/>
                </a:lnTo>
                <a:lnTo>
                  <a:pt x="3443" y="63637"/>
                </a:lnTo>
                <a:lnTo>
                  <a:pt x="3443" y="64969"/>
                </a:lnTo>
                <a:lnTo>
                  <a:pt x="3443" y="66211"/>
                </a:lnTo>
                <a:lnTo>
                  <a:pt x="3824" y="67543"/>
                </a:lnTo>
                <a:lnTo>
                  <a:pt x="3824" y="68785"/>
                </a:lnTo>
                <a:lnTo>
                  <a:pt x="3824" y="69850"/>
                </a:lnTo>
                <a:lnTo>
                  <a:pt x="3824" y="71182"/>
                </a:lnTo>
                <a:lnTo>
                  <a:pt x="3824" y="72424"/>
                </a:lnTo>
                <a:lnTo>
                  <a:pt x="4205" y="73755"/>
                </a:lnTo>
                <a:lnTo>
                  <a:pt x="4205" y="74998"/>
                </a:lnTo>
                <a:lnTo>
                  <a:pt x="4205" y="76329"/>
                </a:lnTo>
                <a:lnTo>
                  <a:pt x="4205" y="77572"/>
                </a:lnTo>
                <a:lnTo>
                  <a:pt x="4205" y="78903"/>
                </a:lnTo>
                <a:lnTo>
                  <a:pt x="4601" y="79968"/>
                </a:lnTo>
                <a:lnTo>
                  <a:pt x="4601" y="81211"/>
                </a:lnTo>
                <a:lnTo>
                  <a:pt x="4601" y="82542"/>
                </a:lnTo>
                <a:lnTo>
                  <a:pt x="4601" y="83785"/>
                </a:lnTo>
                <a:lnTo>
                  <a:pt x="4601" y="85116"/>
                </a:lnTo>
                <a:lnTo>
                  <a:pt x="4982" y="86359"/>
                </a:lnTo>
                <a:lnTo>
                  <a:pt x="4982" y="87690"/>
                </a:lnTo>
                <a:lnTo>
                  <a:pt x="4982" y="88933"/>
                </a:lnTo>
                <a:lnTo>
                  <a:pt x="4982" y="90264"/>
                </a:lnTo>
                <a:lnTo>
                  <a:pt x="5363" y="91507"/>
                </a:lnTo>
                <a:lnTo>
                  <a:pt x="5363" y="92838"/>
                </a:lnTo>
                <a:lnTo>
                  <a:pt x="5363" y="94080"/>
                </a:lnTo>
                <a:lnTo>
                  <a:pt x="5363" y="95412"/>
                </a:lnTo>
                <a:lnTo>
                  <a:pt x="5363" y="96654"/>
                </a:lnTo>
                <a:lnTo>
                  <a:pt x="5744" y="97986"/>
                </a:lnTo>
                <a:lnTo>
                  <a:pt x="5744" y="99228"/>
                </a:lnTo>
                <a:lnTo>
                  <a:pt x="5744" y="100560"/>
                </a:lnTo>
                <a:lnTo>
                  <a:pt x="5744" y="101802"/>
                </a:lnTo>
                <a:lnTo>
                  <a:pt x="5744" y="103134"/>
                </a:lnTo>
                <a:lnTo>
                  <a:pt x="5744" y="104376"/>
                </a:lnTo>
                <a:lnTo>
                  <a:pt x="5744" y="105707"/>
                </a:lnTo>
                <a:lnTo>
                  <a:pt x="5744" y="106950"/>
                </a:lnTo>
                <a:lnTo>
                  <a:pt x="5744" y="108281"/>
                </a:lnTo>
                <a:lnTo>
                  <a:pt x="5744" y="109524"/>
                </a:lnTo>
                <a:lnTo>
                  <a:pt x="6125" y="110855"/>
                </a:lnTo>
                <a:lnTo>
                  <a:pt x="6125" y="112098"/>
                </a:lnTo>
                <a:lnTo>
                  <a:pt x="6125" y="113429"/>
                </a:lnTo>
                <a:lnTo>
                  <a:pt x="6125" y="114672"/>
                </a:lnTo>
                <a:lnTo>
                  <a:pt x="6506" y="116003"/>
                </a:lnTo>
                <a:lnTo>
                  <a:pt x="6506" y="117246"/>
                </a:lnTo>
                <a:lnTo>
                  <a:pt x="6506" y="118755"/>
                </a:lnTo>
                <a:lnTo>
                  <a:pt x="6506" y="119997"/>
                </a:lnTo>
                <a:lnTo>
                  <a:pt x="6506" y="121328"/>
                </a:lnTo>
                <a:lnTo>
                  <a:pt x="6902" y="122394"/>
                </a:lnTo>
                <a:lnTo>
                  <a:pt x="6902" y="123725"/>
                </a:lnTo>
                <a:lnTo>
                  <a:pt x="6902" y="124967"/>
                </a:lnTo>
                <a:lnTo>
                  <a:pt x="6902" y="126476"/>
                </a:lnTo>
                <a:lnTo>
                  <a:pt x="6902" y="127719"/>
                </a:lnTo>
                <a:lnTo>
                  <a:pt x="7283" y="129050"/>
                </a:lnTo>
                <a:lnTo>
                  <a:pt x="7283" y="130293"/>
                </a:lnTo>
                <a:lnTo>
                  <a:pt x="7283" y="131624"/>
                </a:lnTo>
                <a:lnTo>
                  <a:pt x="7283" y="133133"/>
                </a:lnTo>
                <a:lnTo>
                  <a:pt x="7283" y="134376"/>
                </a:lnTo>
                <a:lnTo>
                  <a:pt x="7664" y="135441"/>
                </a:lnTo>
                <a:lnTo>
                  <a:pt x="7664" y="136772"/>
                </a:lnTo>
                <a:lnTo>
                  <a:pt x="7664" y="138281"/>
                </a:lnTo>
                <a:lnTo>
                  <a:pt x="7664" y="139523"/>
                </a:lnTo>
                <a:lnTo>
                  <a:pt x="7664" y="140855"/>
                </a:lnTo>
                <a:lnTo>
                  <a:pt x="7664" y="142097"/>
                </a:lnTo>
                <a:lnTo>
                  <a:pt x="7664" y="143606"/>
                </a:lnTo>
                <a:lnTo>
                  <a:pt x="7664" y="144937"/>
                </a:lnTo>
                <a:lnTo>
                  <a:pt x="7664" y="146180"/>
                </a:lnTo>
                <a:lnTo>
                  <a:pt x="8045" y="147245"/>
                </a:lnTo>
                <a:lnTo>
                  <a:pt x="8045" y="148754"/>
                </a:lnTo>
                <a:lnTo>
                  <a:pt x="8045" y="150085"/>
                </a:lnTo>
                <a:lnTo>
                  <a:pt x="8045" y="151328"/>
                </a:lnTo>
                <a:lnTo>
                  <a:pt x="8045" y="152659"/>
                </a:lnTo>
                <a:lnTo>
                  <a:pt x="8426" y="154168"/>
                </a:lnTo>
                <a:lnTo>
                  <a:pt x="8426" y="155411"/>
                </a:lnTo>
                <a:lnTo>
                  <a:pt x="8426" y="156742"/>
                </a:lnTo>
                <a:lnTo>
                  <a:pt x="8426" y="157985"/>
                </a:lnTo>
                <a:lnTo>
                  <a:pt x="8426" y="159316"/>
                </a:lnTo>
                <a:lnTo>
                  <a:pt x="8807" y="160558"/>
                </a:lnTo>
                <a:lnTo>
                  <a:pt x="8807" y="162067"/>
                </a:lnTo>
                <a:lnTo>
                  <a:pt x="8807" y="163310"/>
                </a:lnTo>
                <a:lnTo>
                  <a:pt x="8807" y="164641"/>
                </a:lnTo>
                <a:lnTo>
                  <a:pt x="9187" y="166150"/>
                </a:lnTo>
                <a:lnTo>
                  <a:pt x="9187" y="167393"/>
                </a:lnTo>
                <a:lnTo>
                  <a:pt x="9187" y="168458"/>
                </a:lnTo>
                <a:lnTo>
                  <a:pt x="9187" y="169967"/>
                </a:lnTo>
                <a:lnTo>
                  <a:pt x="9187" y="171298"/>
                </a:lnTo>
                <a:lnTo>
                  <a:pt x="9584" y="172540"/>
                </a:lnTo>
                <a:lnTo>
                  <a:pt x="9584" y="174049"/>
                </a:lnTo>
                <a:lnTo>
                  <a:pt x="9584" y="175381"/>
                </a:lnTo>
                <a:lnTo>
                  <a:pt x="9584" y="176889"/>
                </a:lnTo>
                <a:lnTo>
                  <a:pt x="9584" y="177955"/>
                </a:lnTo>
                <a:lnTo>
                  <a:pt x="9965" y="179197"/>
                </a:lnTo>
                <a:lnTo>
                  <a:pt x="9965" y="180706"/>
                </a:lnTo>
                <a:lnTo>
                  <a:pt x="9965" y="182037"/>
                </a:lnTo>
                <a:lnTo>
                  <a:pt x="9965" y="183546"/>
                </a:lnTo>
                <a:lnTo>
                  <a:pt x="9965" y="184789"/>
                </a:lnTo>
                <a:lnTo>
                  <a:pt x="9965" y="186120"/>
                </a:lnTo>
                <a:lnTo>
                  <a:pt x="9965" y="187363"/>
                </a:lnTo>
                <a:lnTo>
                  <a:pt x="9965" y="188694"/>
                </a:lnTo>
                <a:lnTo>
                  <a:pt x="9965" y="190114"/>
                </a:lnTo>
                <a:lnTo>
                  <a:pt x="10346" y="191445"/>
                </a:lnTo>
                <a:lnTo>
                  <a:pt x="10346" y="192688"/>
                </a:lnTo>
                <a:lnTo>
                  <a:pt x="10346" y="194197"/>
                </a:lnTo>
                <a:lnTo>
                  <a:pt x="10346" y="195528"/>
                </a:lnTo>
                <a:lnTo>
                  <a:pt x="10346" y="196771"/>
                </a:lnTo>
                <a:lnTo>
                  <a:pt x="10727" y="198102"/>
                </a:lnTo>
                <a:lnTo>
                  <a:pt x="10727" y="199611"/>
                </a:lnTo>
                <a:lnTo>
                  <a:pt x="10727" y="200853"/>
                </a:lnTo>
                <a:lnTo>
                  <a:pt x="10727" y="202362"/>
                </a:lnTo>
                <a:lnTo>
                  <a:pt x="10727" y="203694"/>
                </a:lnTo>
                <a:lnTo>
                  <a:pt x="11108" y="205203"/>
                </a:lnTo>
                <a:lnTo>
                  <a:pt x="11108" y="206268"/>
                </a:lnTo>
                <a:lnTo>
                  <a:pt x="11108" y="207510"/>
                </a:lnTo>
                <a:lnTo>
                  <a:pt x="11108" y="209019"/>
                </a:lnTo>
                <a:lnTo>
                  <a:pt x="11108" y="210350"/>
                </a:lnTo>
                <a:lnTo>
                  <a:pt x="11488" y="211770"/>
                </a:lnTo>
                <a:lnTo>
                  <a:pt x="11488" y="213102"/>
                </a:lnTo>
                <a:lnTo>
                  <a:pt x="11488" y="214611"/>
                </a:lnTo>
                <a:lnTo>
                  <a:pt x="11488" y="215853"/>
                </a:lnTo>
                <a:lnTo>
                  <a:pt x="11488" y="217185"/>
                </a:lnTo>
                <a:lnTo>
                  <a:pt x="11869" y="218427"/>
                </a:lnTo>
                <a:lnTo>
                  <a:pt x="11869" y="219936"/>
                </a:lnTo>
                <a:lnTo>
                  <a:pt x="11869" y="221445"/>
                </a:lnTo>
                <a:lnTo>
                  <a:pt x="11869" y="222776"/>
                </a:lnTo>
                <a:lnTo>
                  <a:pt x="11869" y="224019"/>
                </a:lnTo>
                <a:lnTo>
                  <a:pt x="11869" y="225350"/>
                </a:lnTo>
                <a:lnTo>
                  <a:pt x="11869" y="226859"/>
                </a:lnTo>
                <a:lnTo>
                  <a:pt x="11869" y="228101"/>
                </a:lnTo>
                <a:lnTo>
                  <a:pt x="11869" y="229610"/>
                </a:lnTo>
                <a:lnTo>
                  <a:pt x="12266" y="230853"/>
                </a:lnTo>
                <a:lnTo>
                  <a:pt x="12266" y="232362"/>
                </a:lnTo>
                <a:lnTo>
                  <a:pt x="12266" y="233427"/>
                </a:lnTo>
                <a:lnTo>
                  <a:pt x="12266" y="234936"/>
                </a:lnTo>
                <a:lnTo>
                  <a:pt x="12266" y="236444"/>
                </a:lnTo>
                <a:lnTo>
                  <a:pt x="12647" y="237776"/>
                </a:lnTo>
                <a:lnTo>
                  <a:pt x="12647" y="239285"/>
                </a:lnTo>
                <a:lnTo>
                  <a:pt x="12647" y="240527"/>
                </a:lnTo>
                <a:lnTo>
                  <a:pt x="12647" y="241859"/>
                </a:lnTo>
                <a:lnTo>
                  <a:pt x="12647" y="243101"/>
                </a:lnTo>
                <a:lnTo>
                  <a:pt x="13028" y="244610"/>
                </a:lnTo>
                <a:lnTo>
                  <a:pt x="13028" y="246119"/>
                </a:lnTo>
                <a:lnTo>
                  <a:pt x="13028" y="247450"/>
                </a:lnTo>
                <a:lnTo>
                  <a:pt x="13028" y="248870"/>
                </a:lnTo>
                <a:lnTo>
                  <a:pt x="13409" y="250024"/>
                </a:lnTo>
                <a:lnTo>
                  <a:pt x="13409" y="251444"/>
                </a:lnTo>
                <a:lnTo>
                  <a:pt x="13409" y="252953"/>
                </a:lnTo>
                <a:lnTo>
                  <a:pt x="13409" y="254284"/>
                </a:lnTo>
                <a:lnTo>
                  <a:pt x="13409" y="255793"/>
                </a:lnTo>
                <a:lnTo>
                  <a:pt x="13789" y="257036"/>
                </a:lnTo>
                <a:lnTo>
                  <a:pt x="13789" y="258367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944168" y="2490342"/>
            <a:ext cx="13409" cy="283662"/>
          </a:xfrm>
          <a:custGeom>
            <a:avLst/>
            <a:gdLst/>
            <a:ahLst/>
            <a:cxnLst/>
            <a:rect l="l" t="t" r="r" b="b"/>
            <a:pathLst>
              <a:path w="13409" h="283662">
                <a:moveTo>
                  <a:pt x="0" y="0"/>
                </a:moveTo>
                <a:lnTo>
                  <a:pt x="0" y="1508"/>
                </a:lnTo>
                <a:lnTo>
                  <a:pt x="0" y="2751"/>
                </a:lnTo>
                <a:lnTo>
                  <a:pt x="0" y="4260"/>
                </a:lnTo>
                <a:lnTo>
                  <a:pt x="0" y="5769"/>
                </a:lnTo>
                <a:lnTo>
                  <a:pt x="0" y="7011"/>
                </a:lnTo>
                <a:lnTo>
                  <a:pt x="0" y="8343"/>
                </a:lnTo>
                <a:lnTo>
                  <a:pt x="0" y="9585"/>
                </a:lnTo>
                <a:lnTo>
                  <a:pt x="0" y="11094"/>
                </a:lnTo>
                <a:lnTo>
                  <a:pt x="380" y="12603"/>
                </a:lnTo>
                <a:lnTo>
                  <a:pt x="380" y="13934"/>
                </a:lnTo>
                <a:lnTo>
                  <a:pt x="380" y="15177"/>
                </a:lnTo>
                <a:lnTo>
                  <a:pt x="380" y="16686"/>
                </a:lnTo>
                <a:lnTo>
                  <a:pt x="761" y="18017"/>
                </a:lnTo>
                <a:lnTo>
                  <a:pt x="761" y="19526"/>
                </a:lnTo>
                <a:lnTo>
                  <a:pt x="761" y="20946"/>
                </a:lnTo>
                <a:lnTo>
                  <a:pt x="761" y="22277"/>
                </a:lnTo>
                <a:lnTo>
                  <a:pt x="761" y="23520"/>
                </a:lnTo>
                <a:lnTo>
                  <a:pt x="1158" y="25029"/>
                </a:lnTo>
                <a:lnTo>
                  <a:pt x="1158" y="26537"/>
                </a:lnTo>
                <a:lnTo>
                  <a:pt x="1158" y="27869"/>
                </a:lnTo>
                <a:lnTo>
                  <a:pt x="1158" y="29378"/>
                </a:lnTo>
                <a:lnTo>
                  <a:pt x="1158" y="30620"/>
                </a:lnTo>
                <a:lnTo>
                  <a:pt x="1539" y="31952"/>
                </a:lnTo>
                <a:lnTo>
                  <a:pt x="1539" y="33460"/>
                </a:lnTo>
                <a:lnTo>
                  <a:pt x="1539" y="34969"/>
                </a:lnTo>
                <a:lnTo>
                  <a:pt x="1539" y="36212"/>
                </a:lnTo>
                <a:lnTo>
                  <a:pt x="1539" y="37721"/>
                </a:lnTo>
                <a:lnTo>
                  <a:pt x="1920" y="38963"/>
                </a:lnTo>
                <a:lnTo>
                  <a:pt x="1920" y="40472"/>
                </a:lnTo>
                <a:lnTo>
                  <a:pt x="1920" y="41803"/>
                </a:lnTo>
                <a:lnTo>
                  <a:pt x="1920" y="43312"/>
                </a:lnTo>
                <a:lnTo>
                  <a:pt x="2300" y="44821"/>
                </a:lnTo>
                <a:lnTo>
                  <a:pt x="2300" y="46064"/>
                </a:lnTo>
                <a:lnTo>
                  <a:pt x="2300" y="47395"/>
                </a:lnTo>
                <a:lnTo>
                  <a:pt x="2300" y="48904"/>
                </a:lnTo>
                <a:lnTo>
                  <a:pt x="2300" y="50324"/>
                </a:lnTo>
                <a:lnTo>
                  <a:pt x="2300" y="51655"/>
                </a:lnTo>
                <a:lnTo>
                  <a:pt x="2300" y="53164"/>
                </a:lnTo>
                <a:lnTo>
                  <a:pt x="2300" y="54407"/>
                </a:lnTo>
                <a:lnTo>
                  <a:pt x="2300" y="55916"/>
                </a:lnTo>
                <a:lnTo>
                  <a:pt x="2300" y="57247"/>
                </a:lnTo>
                <a:lnTo>
                  <a:pt x="2681" y="58756"/>
                </a:lnTo>
                <a:lnTo>
                  <a:pt x="2681" y="60265"/>
                </a:lnTo>
                <a:lnTo>
                  <a:pt x="2681" y="61507"/>
                </a:lnTo>
                <a:lnTo>
                  <a:pt x="2681" y="62838"/>
                </a:lnTo>
                <a:lnTo>
                  <a:pt x="2681" y="64259"/>
                </a:lnTo>
                <a:lnTo>
                  <a:pt x="3062" y="65767"/>
                </a:lnTo>
                <a:lnTo>
                  <a:pt x="3062" y="67276"/>
                </a:lnTo>
                <a:lnTo>
                  <a:pt x="3062" y="68608"/>
                </a:lnTo>
                <a:lnTo>
                  <a:pt x="3062" y="69850"/>
                </a:lnTo>
                <a:lnTo>
                  <a:pt x="3443" y="71359"/>
                </a:lnTo>
                <a:lnTo>
                  <a:pt x="3443" y="72868"/>
                </a:lnTo>
                <a:lnTo>
                  <a:pt x="3443" y="74377"/>
                </a:lnTo>
                <a:lnTo>
                  <a:pt x="3443" y="75442"/>
                </a:lnTo>
                <a:lnTo>
                  <a:pt x="3443" y="76951"/>
                </a:lnTo>
                <a:lnTo>
                  <a:pt x="3840" y="78459"/>
                </a:lnTo>
                <a:lnTo>
                  <a:pt x="3840" y="79968"/>
                </a:lnTo>
                <a:lnTo>
                  <a:pt x="3840" y="81477"/>
                </a:lnTo>
                <a:lnTo>
                  <a:pt x="3840" y="82542"/>
                </a:lnTo>
                <a:lnTo>
                  <a:pt x="3840" y="84051"/>
                </a:lnTo>
                <a:lnTo>
                  <a:pt x="4221" y="85560"/>
                </a:lnTo>
                <a:lnTo>
                  <a:pt x="4221" y="87069"/>
                </a:lnTo>
                <a:lnTo>
                  <a:pt x="4221" y="88489"/>
                </a:lnTo>
                <a:lnTo>
                  <a:pt x="4221" y="89643"/>
                </a:lnTo>
                <a:lnTo>
                  <a:pt x="4221" y="91063"/>
                </a:lnTo>
                <a:lnTo>
                  <a:pt x="4221" y="92572"/>
                </a:lnTo>
                <a:lnTo>
                  <a:pt x="4221" y="94080"/>
                </a:lnTo>
                <a:lnTo>
                  <a:pt x="4221" y="95589"/>
                </a:lnTo>
                <a:lnTo>
                  <a:pt x="4221" y="96921"/>
                </a:lnTo>
                <a:lnTo>
                  <a:pt x="4601" y="98163"/>
                </a:lnTo>
                <a:lnTo>
                  <a:pt x="4601" y="99672"/>
                </a:lnTo>
                <a:lnTo>
                  <a:pt x="4601" y="101181"/>
                </a:lnTo>
                <a:lnTo>
                  <a:pt x="4601" y="102690"/>
                </a:lnTo>
                <a:lnTo>
                  <a:pt x="4601" y="103932"/>
                </a:lnTo>
                <a:lnTo>
                  <a:pt x="4982" y="105441"/>
                </a:lnTo>
                <a:lnTo>
                  <a:pt x="4982" y="106773"/>
                </a:lnTo>
                <a:lnTo>
                  <a:pt x="4982" y="108281"/>
                </a:lnTo>
                <a:lnTo>
                  <a:pt x="4982" y="109790"/>
                </a:lnTo>
                <a:lnTo>
                  <a:pt x="4982" y="111033"/>
                </a:lnTo>
                <a:lnTo>
                  <a:pt x="5363" y="112542"/>
                </a:lnTo>
                <a:lnTo>
                  <a:pt x="5363" y="114050"/>
                </a:lnTo>
                <a:lnTo>
                  <a:pt x="5363" y="115293"/>
                </a:lnTo>
                <a:lnTo>
                  <a:pt x="5363" y="116802"/>
                </a:lnTo>
                <a:lnTo>
                  <a:pt x="5363" y="118133"/>
                </a:lnTo>
                <a:lnTo>
                  <a:pt x="5744" y="119642"/>
                </a:lnTo>
                <a:lnTo>
                  <a:pt x="5744" y="121151"/>
                </a:lnTo>
                <a:lnTo>
                  <a:pt x="5744" y="122660"/>
                </a:lnTo>
                <a:lnTo>
                  <a:pt x="5744" y="123902"/>
                </a:lnTo>
                <a:lnTo>
                  <a:pt x="6141" y="125411"/>
                </a:lnTo>
                <a:lnTo>
                  <a:pt x="6141" y="126743"/>
                </a:lnTo>
                <a:lnTo>
                  <a:pt x="6141" y="128163"/>
                </a:lnTo>
                <a:lnTo>
                  <a:pt x="6141" y="129671"/>
                </a:lnTo>
                <a:lnTo>
                  <a:pt x="6141" y="131003"/>
                </a:lnTo>
                <a:lnTo>
                  <a:pt x="6522" y="132512"/>
                </a:lnTo>
                <a:lnTo>
                  <a:pt x="6522" y="134020"/>
                </a:lnTo>
                <a:lnTo>
                  <a:pt x="6522" y="135529"/>
                </a:lnTo>
                <a:lnTo>
                  <a:pt x="6522" y="136949"/>
                </a:lnTo>
                <a:lnTo>
                  <a:pt x="6522" y="138103"/>
                </a:lnTo>
                <a:lnTo>
                  <a:pt x="6522" y="139523"/>
                </a:lnTo>
                <a:lnTo>
                  <a:pt x="6522" y="141032"/>
                </a:lnTo>
                <a:lnTo>
                  <a:pt x="6522" y="142541"/>
                </a:lnTo>
                <a:lnTo>
                  <a:pt x="6522" y="144050"/>
                </a:lnTo>
                <a:lnTo>
                  <a:pt x="6522" y="145381"/>
                </a:lnTo>
                <a:lnTo>
                  <a:pt x="6902" y="146890"/>
                </a:lnTo>
                <a:lnTo>
                  <a:pt x="6902" y="148399"/>
                </a:lnTo>
                <a:lnTo>
                  <a:pt x="6902" y="149819"/>
                </a:lnTo>
                <a:lnTo>
                  <a:pt x="6902" y="151150"/>
                </a:lnTo>
                <a:lnTo>
                  <a:pt x="7283" y="152393"/>
                </a:lnTo>
                <a:lnTo>
                  <a:pt x="7283" y="153902"/>
                </a:lnTo>
                <a:lnTo>
                  <a:pt x="7283" y="155411"/>
                </a:lnTo>
                <a:lnTo>
                  <a:pt x="7283" y="156919"/>
                </a:lnTo>
                <a:lnTo>
                  <a:pt x="7283" y="158251"/>
                </a:lnTo>
                <a:lnTo>
                  <a:pt x="7664" y="159760"/>
                </a:lnTo>
                <a:lnTo>
                  <a:pt x="7664" y="161180"/>
                </a:lnTo>
                <a:lnTo>
                  <a:pt x="7664" y="162689"/>
                </a:lnTo>
                <a:lnTo>
                  <a:pt x="7664" y="164020"/>
                </a:lnTo>
                <a:lnTo>
                  <a:pt x="7664" y="165262"/>
                </a:lnTo>
                <a:lnTo>
                  <a:pt x="8045" y="166771"/>
                </a:lnTo>
                <a:lnTo>
                  <a:pt x="8045" y="168280"/>
                </a:lnTo>
                <a:lnTo>
                  <a:pt x="8045" y="169789"/>
                </a:lnTo>
                <a:lnTo>
                  <a:pt x="8045" y="171120"/>
                </a:lnTo>
                <a:lnTo>
                  <a:pt x="8045" y="172629"/>
                </a:lnTo>
                <a:lnTo>
                  <a:pt x="8426" y="174049"/>
                </a:lnTo>
                <a:lnTo>
                  <a:pt x="8426" y="175558"/>
                </a:lnTo>
                <a:lnTo>
                  <a:pt x="8426" y="177067"/>
                </a:lnTo>
                <a:lnTo>
                  <a:pt x="8426" y="178398"/>
                </a:lnTo>
                <a:lnTo>
                  <a:pt x="8426" y="179907"/>
                </a:lnTo>
                <a:lnTo>
                  <a:pt x="8426" y="181416"/>
                </a:lnTo>
                <a:lnTo>
                  <a:pt x="8426" y="182836"/>
                </a:lnTo>
                <a:lnTo>
                  <a:pt x="8426" y="184167"/>
                </a:lnTo>
                <a:lnTo>
                  <a:pt x="8426" y="185410"/>
                </a:lnTo>
                <a:lnTo>
                  <a:pt x="8822" y="186919"/>
                </a:lnTo>
                <a:lnTo>
                  <a:pt x="8822" y="188428"/>
                </a:lnTo>
                <a:lnTo>
                  <a:pt x="8822" y="189937"/>
                </a:lnTo>
                <a:lnTo>
                  <a:pt x="8822" y="191268"/>
                </a:lnTo>
                <a:lnTo>
                  <a:pt x="8822" y="192777"/>
                </a:lnTo>
                <a:lnTo>
                  <a:pt x="9203" y="194286"/>
                </a:lnTo>
                <a:lnTo>
                  <a:pt x="9203" y="195706"/>
                </a:lnTo>
                <a:lnTo>
                  <a:pt x="9203" y="197037"/>
                </a:lnTo>
                <a:lnTo>
                  <a:pt x="9203" y="198546"/>
                </a:lnTo>
                <a:lnTo>
                  <a:pt x="9203" y="200055"/>
                </a:lnTo>
                <a:lnTo>
                  <a:pt x="9584" y="201564"/>
                </a:lnTo>
                <a:lnTo>
                  <a:pt x="9584" y="203072"/>
                </a:lnTo>
                <a:lnTo>
                  <a:pt x="9584" y="204315"/>
                </a:lnTo>
                <a:lnTo>
                  <a:pt x="9584" y="205824"/>
                </a:lnTo>
                <a:lnTo>
                  <a:pt x="9965" y="207066"/>
                </a:lnTo>
                <a:lnTo>
                  <a:pt x="9965" y="208575"/>
                </a:lnTo>
                <a:lnTo>
                  <a:pt x="9965" y="210084"/>
                </a:lnTo>
                <a:lnTo>
                  <a:pt x="9965" y="211415"/>
                </a:lnTo>
                <a:lnTo>
                  <a:pt x="9965" y="212924"/>
                </a:lnTo>
                <a:lnTo>
                  <a:pt x="10346" y="214433"/>
                </a:lnTo>
                <a:lnTo>
                  <a:pt x="10346" y="215942"/>
                </a:lnTo>
                <a:lnTo>
                  <a:pt x="10346" y="217185"/>
                </a:lnTo>
                <a:lnTo>
                  <a:pt x="10346" y="218693"/>
                </a:lnTo>
                <a:lnTo>
                  <a:pt x="10346" y="220202"/>
                </a:lnTo>
                <a:lnTo>
                  <a:pt x="10727" y="221711"/>
                </a:lnTo>
                <a:lnTo>
                  <a:pt x="10727" y="223220"/>
                </a:lnTo>
                <a:lnTo>
                  <a:pt x="10727" y="224462"/>
                </a:lnTo>
                <a:lnTo>
                  <a:pt x="10727" y="225971"/>
                </a:lnTo>
                <a:lnTo>
                  <a:pt x="10727" y="227480"/>
                </a:lnTo>
                <a:lnTo>
                  <a:pt x="10727" y="228989"/>
                </a:lnTo>
                <a:lnTo>
                  <a:pt x="10727" y="230232"/>
                </a:lnTo>
                <a:lnTo>
                  <a:pt x="10727" y="231740"/>
                </a:lnTo>
                <a:lnTo>
                  <a:pt x="10727" y="233249"/>
                </a:lnTo>
                <a:lnTo>
                  <a:pt x="11108" y="234758"/>
                </a:lnTo>
                <a:lnTo>
                  <a:pt x="11108" y="236089"/>
                </a:lnTo>
                <a:lnTo>
                  <a:pt x="11108" y="237598"/>
                </a:lnTo>
                <a:lnTo>
                  <a:pt x="11108" y="238841"/>
                </a:lnTo>
                <a:lnTo>
                  <a:pt x="11108" y="240350"/>
                </a:lnTo>
                <a:lnTo>
                  <a:pt x="11504" y="241859"/>
                </a:lnTo>
                <a:lnTo>
                  <a:pt x="11504" y="243101"/>
                </a:lnTo>
                <a:lnTo>
                  <a:pt x="11504" y="244610"/>
                </a:lnTo>
                <a:lnTo>
                  <a:pt x="11504" y="246119"/>
                </a:lnTo>
                <a:lnTo>
                  <a:pt x="11504" y="247628"/>
                </a:lnTo>
                <a:lnTo>
                  <a:pt x="11885" y="249137"/>
                </a:lnTo>
                <a:lnTo>
                  <a:pt x="11885" y="250379"/>
                </a:lnTo>
                <a:lnTo>
                  <a:pt x="11885" y="251888"/>
                </a:lnTo>
                <a:lnTo>
                  <a:pt x="11885" y="253397"/>
                </a:lnTo>
                <a:lnTo>
                  <a:pt x="11885" y="254906"/>
                </a:lnTo>
                <a:lnTo>
                  <a:pt x="12266" y="256237"/>
                </a:lnTo>
                <a:lnTo>
                  <a:pt x="12266" y="257746"/>
                </a:lnTo>
                <a:lnTo>
                  <a:pt x="12266" y="259255"/>
                </a:lnTo>
                <a:lnTo>
                  <a:pt x="12266" y="260675"/>
                </a:lnTo>
                <a:lnTo>
                  <a:pt x="12647" y="262006"/>
                </a:lnTo>
                <a:lnTo>
                  <a:pt x="12647" y="263515"/>
                </a:lnTo>
                <a:lnTo>
                  <a:pt x="12647" y="265024"/>
                </a:lnTo>
                <a:lnTo>
                  <a:pt x="12647" y="266533"/>
                </a:lnTo>
                <a:lnTo>
                  <a:pt x="12647" y="268041"/>
                </a:lnTo>
                <a:lnTo>
                  <a:pt x="12647" y="269284"/>
                </a:lnTo>
                <a:lnTo>
                  <a:pt x="12647" y="270793"/>
                </a:lnTo>
                <a:lnTo>
                  <a:pt x="12647" y="272302"/>
                </a:lnTo>
                <a:lnTo>
                  <a:pt x="12647" y="273811"/>
                </a:lnTo>
                <a:lnTo>
                  <a:pt x="12647" y="275053"/>
                </a:lnTo>
                <a:lnTo>
                  <a:pt x="13028" y="276562"/>
                </a:lnTo>
                <a:lnTo>
                  <a:pt x="13028" y="278071"/>
                </a:lnTo>
                <a:lnTo>
                  <a:pt x="13028" y="279402"/>
                </a:lnTo>
                <a:lnTo>
                  <a:pt x="13028" y="280911"/>
                </a:lnTo>
                <a:lnTo>
                  <a:pt x="13028" y="282154"/>
                </a:lnTo>
                <a:lnTo>
                  <a:pt x="13409" y="283662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957577" y="2774005"/>
            <a:ext cx="13805" cy="283041"/>
          </a:xfrm>
          <a:custGeom>
            <a:avLst/>
            <a:gdLst/>
            <a:ahLst/>
            <a:cxnLst/>
            <a:rect l="l" t="t" r="r" b="b"/>
            <a:pathLst>
              <a:path w="13805" h="283041">
                <a:moveTo>
                  <a:pt x="0" y="0"/>
                </a:moveTo>
                <a:lnTo>
                  <a:pt x="0" y="1508"/>
                </a:lnTo>
                <a:lnTo>
                  <a:pt x="0" y="3017"/>
                </a:lnTo>
                <a:lnTo>
                  <a:pt x="0" y="4260"/>
                </a:lnTo>
                <a:lnTo>
                  <a:pt x="380" y="5769"/>
                </a:lnTo>
                <a:lnTo>
                  <a:pt x="380" y="7277"/>
                </a:lnTo>
                <a:lnTo>
                  <a:pt x="380" y="8786"/>
                </a:lnTo>
                <a:lnTo>
                  <a:pt x="380" y="10295"/>
                </a:lnTo>
                <a:lnTo>
                  <a:pt x="380" y="11538"/>
                </a:lnTo>
                <a:lnTo>
                  <a:pt x="777" y="13047"/>
                </a:lnTo>
                <a:lnTo>
                  <a:pt x="777" y="14555"/>
                </a:lnTo>
                <a:lnTo>
                  <a:pt x="777" y="16064"/>
                </a:lnTo>
                <a:lnTo>
                  <a:pt x="777" y="17396"/>
                </a:lnTo>
                <a:lnTo>
                  <a:pt x="777" y="18904"/>
                </a:lnTo>
                <a:lnTo>
                  <a:pt x="1158" y="20325"/>
                </a:lnTo>
                <a:lnTo>
                  <a:pt x="1158" y="21833"/>
                </a:lnTo>
                <a:lnTo>
                  <a:pt x="1158" y="23342"/>
                </a:lnTo>
                <a:lnTo>
                  <a:pt x="1158" y="24674"/>
                </a:lnTo>
                <a:lnTo>
                  <a:pt x="1158" y="26182"/>
                </a:lnTo>
                <a:lnTo>
                  <a:pt x="1539" y="27691"/>
                </a:lnTo>
                <a:lnTo>
                  <a:pt x="1539" y="29200"/>
                </a:lnTo>
                <a:lnTo>
                  <a:pt x="1539" y="30443"/>
                </a:lnTo>
                <a:lnTo>
                  <a:pt x="1539" y="31952"/>
                </a:lnTo>
                <a:lnTo>
                  <a:pt x="1539" y="33460"/>
                </a:lnTo>
                <a:lnTo>
                  <a:pt x="1539" y="34969"/>
                </a:lnTo>
                <a:lnTo>
                  <a:pt x="1539" y="36212"/>
                </a:lnTo>
                <a:lnTo>
                  <a:pt x="1539" y="37543"/>
                </a:lnTo>
                <a:lnTo>
                  <a:pt x="1539" y="39052"/>
                </a:lnTo>
                <a:lnTo>
                  <a:pt x="1920" y="40561"/>
                </a:lnTo>
                <a:lnTo>
                  <a:pt x="1920" y="41981"/>
                </a:lnTo>
                <a:lnTo>
                  <a:pt x="1920" y="43312"/>
                </a:lnTo>
                <a:lnTo>
                  <a:pt x="1920" y="44821"/>
                </a:lnTo>
                <a:lnTo>
                  <a:pt x="1920" y="46330"/>
                </a:lnTo>
                <a:lnTo>
                  <a:pt x="2300" y="47839"/>
                </a:lnTo>
                <a:lnTo>
                  <a:pt x="2300" y="49348"/>
                </a:lnTo>
                <a:lnTo>
                  <a:pt x="2300" y="50590"/>
                </a:lnTo>
                <a:lnTo>
                  <a:pt x="2300" y="52099"/>
                </a:lnTo>
                <a:lnTo>
                  <a:pt x="2300" y="53608"/>
                </a:lnTo>
                <a:lnTo>
                  <a:pt x="2681" y="55117"/>
                </a:lnTo>
                <a:lnTo>
                  <a:pt x="2681" y="56359"/>
                </a:lnTo>
                <a:lnTo>
                  <a:pt x="2681" y="57868"/>
                </a:lnTo>
                <a:lnTo>
                  <a:pt x="2681" y="59377"/>
                </a:lnTo>
                <a:lnTo>
                  <a:pt x="3062" y="60886"/>
                </a:lnTo>
                <a:lnTo>
                  <a:pt x="3062" y="62217"/>
                </a:lnTo>
                <a:lnTo>
                  <a:pt x="3062" y="63637"/>
                </a:lnTo>
                <a:lnTo>
                  <a:pt x="3062" y="65146"/>
                </a:lnTo>
                <a:lnTo>
                  <a:pt x="3062" y="66477"/>
                </a:lnTo>
                <a:lnTo>
                  <a:pt x="3459" y="67986"/>
                </a:lnTo>
                <a:lnTo>
                  <a:pt x="3459" y="69229"/>
                </a:lnTo>
                <a:lnTo>
                  <a:pt x="3459" y="70738"/>
                </a:lnTo>
                <a:lnTo>
                  <a:pt x="3459" y="72247"/>
                </a:lnTo>
                <a:lnTo>
                  <a:pt x="3459" y="73755"/>
                </a:lnTo>
                <a:lnTo>
                  <a:pt x="3459" y="75264"/>
                </a:lnTo>
                <a:lnTo>
                  <a:pt x="3459" y="76507"/>
                </a:lnTo>
                <a:lnTo>
                  <a:pt x="3459" y="78016"/>
                </a:lnTo>
                <a:lnTo>
                  <a:pt x="3459" y="79525"/>
                </a:lnTo>
                <a:lnTo>
                  <a:pt x="3459" y="81033"/>
                </a:lnTo>
                <a:lnTo>
                  <a:pt x="3840" y="82365"/>
                </a:lnTo>
                <a:lnTo>
                  <a:pt x="3840" y="83874"/>
                </a:lnTo>
                <a:lnTo>
                  <a:pt x="3840" y="85294"/>
                </a:lnTo>
                <a:lnTo>
                  <a:pt x="3840" y="86803"/>
                </a:lnTo>
                <a:lnTo>
                  <a:pt x="4221" y="88134"/>
                </a:lnTo>
                <a:lnTo>
                  <a:pt x="4221" y="89376"/>
                </a:lnTo>
                <a:lnTo>
                  <a:pt x="4221" y="90885"/>
                </a:lnTo>
                <a:lnTo>
                  <a:pt x="4221" y="92394"/>
                </a:lnTo>
                <a:lnTo>
                  <a:pt x="4221" y="93903"/>
                </a:lnTo>
                <a:lnTo>
                  <a:pt x="4601" y="95412"/>
                </a:lnTo>
                <a:lnTo>
                  <a:pt x="4601" y="96743"/>
                </a:lnTo>
                <a:lnTo>
                  <a:pt x="4601" y="98163"/>
                </a:lnTo>
                <a:lnTo>
                  <a:pt x="4601" y="99672"/>
                </a:lnTo>
                <a:lnTo>
                  <a:pt x="4601" y="101181"/>
                </a:lnTo>
                <a:lnTo>
                  <a:pt x="4982" y="102512"/>
                </a:lnTo>
                <a:lnTo>
                  <a:pt x="4982" y="104021"/>
                </a:lnTo>
                <a:lnTo>
                  <a:pt x="4982" y="105530"/>
                </a:lnTo>
                <a:lnTo>
                  <a:pt x="4982" y="106773"/>
                </a:lnTo>
                <a:lnTo>
                  <a:pt x="4982" y="108281"/>
                </a:lnTo>
                <a:lnTo>
                  <a:pt x="5363" y="109524"/>
                </a:lnTo>
                <a:lnTo>
                  <a:pt x="5363" y="111033"/>
                </a:lnTo>
                <a:lnTo>
                  <a:pt x="5363" y="112542"/>
                </a:lnTo>
                <a:lnTo>
                  <a:pt x="5363" y="114050"/>
                </a:lnTo>
                <a:lnTo>
                  <a:pt x="5760" y="115382"/>
                </a:lnTo>
                <a:lnTo>
                  <a:pt x="5760" y="116891"/>
                </a:lnTo>
                <a:lnTo>
                  <a:pt x="5760" y="118400"/>
                </a:lnTo>
                <a:lnTo>
                  <a:pt x="5760" y="119820"/>
                </a:lnTo>
                <a:lnTo>
                  <a:pt x="5760" y="121151"/>
                </a:lnTo>
                <a:lnTo>
                  <a:pt x="5760" y="122394"/>
                </a:lnTo>
                <a:lnTo>
                  <a:pt x="5760" y="123902"/>
                </a:lnTo>
                <a:lnTo>
                  <a:pt x="5760" y="125411"/>
                </a:lnTo>
                <a:lnTo>
                  <a:pt x="5760" y="126920"/>
                </a:lnTo>
                <a:lnTo>
                  <a:pt x="5760" y="128429"/>
                </a:lnTo>
                <a:lnTo>
                  <a:pt x="6141" y="129760"/>
                </a:lnTo>
                <a:lnTo>
                  <a:pt x="6141" y="131180"/>
                </a:lnTo>
                <a:lnTo>
                  <a:pt x="6141" y="132689"/>
                </a:lnTo>
                <a:lnTo>
                  <a:pt x="6141" y="134020"/>
                </a:lnTo>
                <a:lnTo>
                  <a:pt x="6141" y="135529"/>
                </a:lnTo>
                <a:lnTo>
                  <a:pt x="6522" y="136772"/>
                </a:lnTo>
                <a:lnTo>
                  <a:pt x="6522" y="138281"/>
                </a:lnTo>
                <a:lnTo>
                  <a:pt x="6522" y="139790"/>
                </a:lnTo>
                <a:lnTo>
                  <a:pt x="6522" y="141298"/>
                </a:lnTo>
                <a:lnTo>
                  <a:pt x="6902" y="142630"/>
                </a:lnTo>
                <a:lnTo>
                  <a:pt x="6902" y="144050"/>
                </a:lnTo>
                <a:lnTo>
                  <a:pt x="6902" y="145381"/>
                </a:lnTo>
                <a:lnTo>
                  <a:pt x="6902" y="146890"/>
                </a:lnTo>
                <a:lnTo>
                  <a:pt x="6902" y="148399"/>
                </a:lnTo>
                <a:lnTo>
                  <a:pt x="7283" y="149641"/>
                </a:lnTo>
                <a:lnTo>
                  <a:pt x="7283" y="151150"/>
                </a:lnTo>
                <a:lnTo>
                  <a:pt x="7283" y="152659"/>
                </a:lnTo>
                <a:lnTo>
                  <a:pt x="7283" y="154168"/>
                </a:lnTo>
                <a:lnTo>
                  <a:pt x="7283" y="155411"/>
                </a:lnTo>
                <a:lnTo>
                  <a:pt x="7664" y="156742"/>
                </a:lnTo>
                <a:lnTo>
                  <a:pt x="7664" y="158251"/>
                </a:lnTo>
                <a:lnTo>
                  <a:pt x="7664" y="159760"/>
                </a:lnTo>
                <a:lnTo>
                  <a:pt x="7664" y="161268"/>
                </a:lnTo>
                <a:lnTo>
                  <a:pt x="7664" y="162511"/>
                </a:lnTo>
                <a:lnTo>
                  <a:pt x="7664" y="163842"/>
                </a:lnTo>
                <a:lnTo>
                  <a:pt x="7664" y="165351"/>
                </a:lnTo>
                <a:lnTo>
                  <a:pt x="7664" y="166860"/>
                </a:lnTo>
                <a:lnTo>
                  <a:pt x="7664" y="168280"/>
                </a:lnTo>
                <a:lnTo>
                  <a:pt x="8045" y="169612"/>
                </a:lnTo>
                <a:lnTo>
                  <a:pt x="8045" y="171120"/>
                </a:lnTo>
                <a:lnTo>
                  <a:pt x="8045" y="172363"/>
                </a:lnTo>
                <a:lnTo>
                  <a:pt x="8045" y="173872"/>
                </a:lnTo>
                <a:lnTo>
                  <a:pt x="8045" y="175381"/>
                </a:lnTo>
                <a:lnTo>
                  <a:pt x="8442" y="176712"/>
                </a:lnTo>
                <a:lnTo>
                  <a:pt x="8442" y="177955"/>
                </a:lnTo>
                <a:lnTo>
                  <a:pt x="8442" y="179463"/>
                </a:lnTo>
                <a:lnTo>
                  <a:pt x="8442" y="180795"/>
                </a:lnTo>
                <a:lnTo>
                  <a:pt x="8442" y="182215"/>
                </a:lnTo>
                <a:lnTo>
                  <a:pt x="8822" y="183724"/>
                </a:lnTo>
                <a:lnTo>
                  <a:pt x="8822" y="185055"/>
                </a:lnTo>
                <a:lnTo>
                  <a:pt x="8822" y="186564"/>
                </a:lnTo>
                <a:lnTo>
                  <a:pt x="8822" y="187806"/>
                </a:lnTo>
                <a:lnTo>
                  <a:pt x="8822" y="189315"/>
                </a:lnTo>
                <a:lnTo>
                  <a:pt x="9203" y="190824"/>
                </a:lnTo>
                <a:lnTo>
                  <a:pt x="9203" y="192155"/>
                </a:lnTo>
                <a:lnTo>
                  <a:pt x="9203" y="193664"/>
                </a:lnTo>
                <a:lnTo>
                  <a:pt x="9203" y="194907"/>
                </a:lnTo>
                <a:lnTo>
                  <a:pt x="9584" y="196416"/>
                </a:lnTo>
                <a:lnTo>
                  <a:pt x="9584" y="197925"/>
                </a:lnTo>
                <a:lnTo>
                  <a:pt x="9584" y="199167"/>
                </a:lnTo>
                <a:lnTo>
                  <a:pt x="9584" y="200498"/>
                </a:lnTo>
                <a:lnTo>
                  <a:pt x="9584" y="202007"/>
                </a:lnTo>
                <a:lnTo>
                  <a:pt x="9584" y="203516"/>
                </a:lnTo>
                <a:lnTo>
                  <a:pt x="9584" y="205025"/>
                </a:lnTo>
                <a:lnTo>
                  <a:pt x="9584" y="206268"/>
                </a:lnTo>
                <a:lnTo>
                  <a:pt x="9584" y="207599"/>
                </a:lnTo>
                <a:lnTo>
                  <a:pt x="9584" y="209019"/>
                </a:lnTo>
                <a:lnTo>
                  <a:pt x="9965" y="210528"/>
                </a:lnTo>
                <a:lnTo>
                  <a:pt x="9965" y="212037"/>
                </a:lnTo>
                <a:lnTo>
                  <a:pt x="9965" y="213368"/>
                </a:lnTo>
                <a:lnTo>
                  <a:pt x="9965" y="214611"/>
                </a:lnTo>
                <a:lnTo>
                  <a:pt x="9965" y="216119"/>
                </a:lnTo>
                <a:lnTo>
                  <a:pt x="10346" y="217628"/>
                </a:lnTo>
                <a:lnTo>
                  <a:pt x="10346" y="218960"/>
                </a:lnTo>
                <a:lnTo>
                  <a:pt x="10346" y="220380"/>
                </a:lnTo>
                <a:lnTo>
                  <a:pt x="10346" y="221711"/>
                </a:lnTo>
                <a:lnTo>
                  <a:pt x="10727" y="223220"/>
                </a:lnTo>
                <a:lnTo>
                  <a:pt x="10727" y="224462"/>
                </a:lnTo>
                <a:lnTo>
                  <a:pt x="10727" y="225971"/>
                </a:lnTo>
                <a:lnTo>
                  <a:pt x="10727" y="227480"/>
                </a:lnTo>
                <a:lnTo>
                  <a:pt x="10727" y="228812"/>
                </a:lnTo>
                <a:lnTo>
                  <a:pt x="11123" y="230054"/>
                </a:lnTo>
                <a:lnTo>
                  <a:pt x="11123" y="231563"/>
                </a:lnTo>
                <a:lnTo>
                  <a:pt x="11123" y="233072"/>
                </a:lnTo>
                <a:lnTo>
                  <a:pt x="11123" y="234403"/>
                </a:lnTo>
                <a:lnTo>
                  <a:pt x="11123" y="235823"/>
                </a:lnTo>
                <a:lnTo>
                  <a:pt x="11504" y="237155"/>
                </a:lnTo>
                <a:lnTo>
                  <a:pt x="11504" y="238397"/>
                </a:lnTo>
                <a:lnTo>
                  <a:pt x="11504" y="239906"/>
                </a:lnTo>
                <a:lnTo>
                  <a:pt x="11504" y="241415"/>
                </a:lnTo>
                <a:lnTo>
                  <a:pt x="11504" y="242746"/>
                </a:lnTo>
                <a:lnTo>
                  <a:pt x="11885" y="243989"/>
                </a:lnTo>
                <a:lnTo>
                  <a:pt x="11885" y="245498"/>
                </a:lnTo>
                <a:lnTo>
                  <a:pt x="11885" y="247006"/>
                </a:lnTo>
                <a:lnTo>
                  <a:pt x="11885" y="248338"/>
                </a:lnTo>
                <a:lnTo>
                  <a:pt x="11885" y="249758"/>
                </a:lnTo>
                <a:lnTo>
                  <a:pt x="11885" y="251089"/>
                </a:lnTo>
                <a:lnTo>
                  <a:pt x="11885" y="252332"/>
                </a:lnTo>
                <a:lnTo>
                  <a:pt x="11885" y="253841"/>
                </a:lnTo>
                <a:lnTo>
                  <a:pt x="11885" y="255349"/>
                </a:lnTo>
                <a:lnTo>
                  <a:pt x="12266" y="256681"/>
                </a:lnTo>
                <a:lnTo>
                  <a:pt x="12266" y="258190"/>
                </a:lnTo>
                <a:lnTo>
                  <a:pt x="12266" y="259432"/>
                </a:lnTo>
                <a:lnTo>
                  <a:pt x="12266" y="260764"/>
                </a:lnTo>
                <a:lnTo>
                  <a:pt x="12266" y="262272"/>
                </a:lnTo>
                <a:lnTo>
                  <a:pt x="12647" y="263515"/>
                </a:lnTo>
                <a:lnTo>
                  <a:pt x="12647" y="265024"/>
                </a:lnTo>
                <a:lnTo>
                  <a:pt x="12647" y="266533"/>
                </a:lnTo>
                <a:lnTo>
                  <a:pt x="12647" y="267775"/>
                </a:lnTo>
                <a:lnTo>
                  <a:pt x="12647" y="269107"/>
                </a:lnTo>
                <a:lnTo>
                  <a:pt x="13028" y="270615"/>
                </a:lnTo>
                <a:lnTo>
                  <a:pt x="13028" y="271858"/>
                </a:lnTo>
                <a:lnTo>
                  <a:pt x="13028" y="273367"/>
                </a:lnTo>
                <a:lnTo>
                  <a:pt x="13028" y="274698"/>
                </a:lnTo>
                <a:lnTo>
                  <a:pt x="13028" y="275941"/>
                </a:lnTo>
                <a:lnTo>
                  <a:pt x="13409" y="277450"/>
                </a:lnTo>
                <a:lnTo>
                  <a:pt x="13409" y="278781"/>
                </a:lnTo>
                <a:lnTo>
                  <a:pt x="13409" y="280290"/>
                </a:lnTo>
                <a:lnTo>
                  <a:pt x="13409" y="281710"/>
                </a:lnTo>
                <a:lnTo>
                  <a:pt x="13805" y="283041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971382" y="3057047"/>
            <a:ext cx="13028" cy="257480"/>
          </a:xfrm>
          <a:custGeom>
            <a:avLst/>
            <a:gdLst/>
            <a:ahLst/>
            <a:cxnLst/>
            <a:rect l="l" t="t" r="r" b="b"/>
            <a:pathLst>
              <a:path w="13028" h="257480">
                <a:moveTo>
                  <a:pt x="0" y="0"/>
                </a:moveTo>
                <a:lnTo>
                  <a:pt x="0" y="1242"/>
                </a:lnTo>
                <a:lnTo>
                  <a:pt x="0" y="2573"/>
                </a:lnTo>
                <a:lnTo>
                  <a:pt x="0" y="4082"/>
                </a:lnTo>
                <a:lnTo>
                  <a:pt x="0" y="5325"/>
                </a:lnTo>
                <a:lnTo>
                  <a:pt x="0" y="6834"/>
                </a:lnTo>
                <a:lnTo>
                  <a:pt x="0" y="8343"/>
                </a:lnTo>
                <a:lnTo>
                  <a:pt x="0" y="9408"/>
                </a:lnTo>
                <a:lnTo>
                  <a:pt x="0" y="10916"/>
                </a:lnTo>
                <a:lnTo>
                  <a:pt x="0" y="12248"/>
                </a:lnTo>
                <a:lnTo>
                  <a:pt x="380" y="13757"/>
                </a:lnTo>
                <a:lnTo>
                  <a:pt x="380" y="14999"/>
                </a:lnTo>
                <a:lnTo>
                  <a:pt x="380" y="16508"/>
                </a:lnTo>
                <a:lnTo>
                  <a:pt x="380" y="17751"/>
                </a:lnTo>
                <a:lnTo>
                  <a:pt x="380" y="19082"/>
                </a:lnTo>
                <a:lnTo>
                  <a:pt x="761" y="20591"/>
                </a:lnTo>
                <a:lnTo>
                  <a:pt x="761" y="21833"/>
                </a:lnTo>
                <a:lnTo>
                  <a:pt x="761" y="23342"/>
                </a:lnTo>
                <a:lnTo>
                  <a:pt x="761" y="24674"/>
                </a:lnTo>
                <a:lnTo>
                  <a:pt x="1142" y="25916"/>
                </a:lnTo>
                <a:lnTo>
                  <a:pt x="1142" y="27247"/>
                </a:lnTo>
                <a:lnTo>
                  <a:pt x="1142" y="28756"/>
                </a:lnTo>
                <a:lnTo>
                  <a:pt x="1142" y="29999"/>
                </a:lnTo>
                <a:lnTo>
                  <a:pt x="1142" y="31508"/>
                </a:lnTo>
                <a:lnTo>
                  <a:pt x="1523" y="32839"/>
                </a:lnTo>
                <a:lnTo>
                  <a:pt x="1523" y="34259"/>
                </a:lnTo>
                <a:lnTo>
                  <a:pt x="1523" y="35413"/>
                </a:lnTo>
                <a:lnTo>
                  <a:pt x="1523" y="36833"/>
                </a:lnTo>
                <a:lnTo>
                  <a:pt x="1523" y="38164"/>
                </a:lnTo>
                <a:lnTo>
                  <a:pt x="1904" y="39673"/>
                </a:lnTo>
                <a:lnTo>
                  <a:pt x="1904" y="40916"/>
                </a:lnTo>
                <a:lnTo>
                  <a:pt x="1904" y="42425"/>
                </a:lnTo>
                <a:lnTo>
                  <a:pt x="1904" y="43756"/>
                </a:lnTo>
                <a:lnTo>
                  <a:pt x="1904" y="44999"/>
                </a:lnTo>
                <a:lnTo>
                  <a:pt x="2285" y="46330"/>
                </a:lnTo>
                <a:lnTo>
                  <a:pt x="2285" y="47839"/>
                </a:lnTo>
                <a:lnTo>
                  <a:pt x="2285" y="49081"/>
                </a:lnTo>
                <a:lnTo>
                  <a:pt x="2285" y="50413"/>
                </a:lnTo>
                <a:lnTo>
                  <a:pt x="2285" y="51922"/>
                </a:lnTo>
                <a:lnTo>
                  <a:pt x="2285" y="53164"/>
                </a:lnTo>
                <a:lnTo>
                  <a:pt x="2285" y="54495"/>
                </a:lnTo>
                <a:lnTo>
                  <a:pt x="2285" y="55738"/>
                </a:lnTo>
                <a:lnTo>
                  <a:pt x="2285" y="57247"/>
                </a:lnTo>
                <a:lnTo>
                  <a:pt x="2681" y="58489"/>
                </a:lnTo>
                <a:lnTo>
                  <a:pt x="2681" y="59821"/>
                </a:lnTo>
                <a:lnTo>
                  <a:pt x="2681" y="61330"/>
                </a:lnTo>
                <a:lnTo>
                  <a:pt x="2681" y="62572"/>
                </a:lnTo>
                <a:lnTo>
                  <a:pt x="2681" y="63904"/>
                </a:lnTo>
                <a:lnTo>
                  <a:pt x="3062" y="65146"/>
                </a:lnTo>
                <a:lnTo>
                  <a:pt x="3062" y="66477"/>
                </a:lnTo>
                <a:lnTo>
                  <a:pt x="3062" y="67986"/>
                </a:lnTo>
                <a:lnTo>
                  <a:pt x="3062" y="69229"/>
                </a:lnTo>
                <a:lnTo>
                  <a:pt x="3062" y="70738"/>
                </a:lnTo>
                <a:lnTo>
                  <a:pt x="3443" y="72069"/>
                </a:lnTo>
                <a:lnTo>
                  <a:pt x="3443" y="73312"/>
                </a:lnTo>
                <a:lnTo>
                  <a:pt x="3443" y="74643"/>
                </a:lnTo>
                <a:lnTo>
                  <a:pt x="3443" y="75886"/>
                </a:lnTo>
                <a:lnTo>
                  <a:pt x="3824" y="77394"/>
                </a:lnTo>
                <a:lnTo>
                  <a:pt x="3824" y="78726"/>
                </a:lnTo>
                <a:lnTo>
                  <a:pt x="3824" y="79968"/>
                </a:lnTo>
                <a:lnTo>
                  <a:pt x="3824" y="81477"/>
                </a:lnTo>
                <a:lnTo>
                  <a:pt x="3824" y="82720"/>
                </a:lnTo>
                <a:lnTo>
                  <a:pt x="4205" y="83874"/>
                </a:lnTo>
                <a:lnTo>
                  <a:pt x="4205" y="85294"/>
                </a:lnTo>
                <a:lnTo>
                  <a:pt x="4205" y="86625"/>
                </a:lnTo>
                <a:lnTo>
                  <a:pt x="4205" y="87868"/>
                </a:lnTo>
                <a:lnTo>
                  <a:pt x="4205" y="89376"/>
                </a:lnTo>
                <a:lnTo>
                  <a:pt x="4205" y="90708"/>
                </a:lnTo>
                <a:lnTo>
                  <a:pt x="4205" y="91950"/>
                </a:lnTo>
                <a:lnTo>
                  <a:pt x="4205" y="93282"/>
                </a:lnTo>
                <a:lnTo>
                  <a:pt x="4205" y="94524"/>
                </a:lnTo>
                <a:lnTo>
                  <a:pt x="4205" y="95856"/>
                </a:lnTo>
                <a:lnTo>
                  <a:pt x="4586" y="97098"/>
                </a:lnTo>
                <a:lnTo>
                  <a:pt x="4586" y="98607"/>
                </a:lnTo>
                <a:lnTo>
                  <a:pt x="4586" y="99938"/>
                </a:lnTo>
                <a:lnTo>
                  <a:pt x="4586" y="101181"/>
                </a:lnTo>
                <a:lnTo>
                  <a:pt x="4982" y="102690"/>
                </a:lnTo>
                <a:lnTo>
                  <a:pt x="4982" y="104021"/>
                </a:lnTo>
                <a:lnTo>
                  <a:pt x="4982" y="105086"/>
                </a:lnTo>
                <a:lnTo>
                  <a:pt x="4982" y="106329"/>
                </a:lnTo>
                <a:lnTo>
                  <a:pt x="4982" y="107838"/>
                </a:lnTo>
                <a:lnTo>
                  <a:pt x="5363" y="109169"/>
                </a:lnTo>
                <a:lnTo>
                  <a:pt x="5363" y="110411"/>
                </a:lnTo>
                <a:lnTo>
                  <a:pt x="5363" y="111743"/>
                </a:lnTo>
                <a:lnTo>
                  <a:pt x="5363" y="113252"/>
                </a:lnTo>
                <a:lnTo>
                  <a:pt x="5363" y="114494"/>
                </a:lnTo>
                <a:lnTo>
                  <a:pt x="5744" y="115826"/>
                </a:lnTo>
                <a:lnTo>
                  <a:pt x="5744" y="116891"/>
                </a:lnTo>
                <a:lnTo>
                  <a:pt x="5744" y="118133"/>
                </a:lnTo>
                <a:lnTo>
                  <a:pt x="5744" y="119642"/>
                </a:lnTo>
                <a:lnTo>
                  <a:pt x="5744" y="120885"/>
                </a:lnTo>
                <a:lnTo>
                  <a:pt x="6125" y="122216"/>
                </a:lnTo>
                <a:lnTo>
                  <a:pt x="6125" y="123459"/>
                </a:lnTo>
                <a:lnTo>
                  <a:pt x="6125" y="124790"/>
                </a:lnTo>
                <a:lnTo>
                  <a:pt x="6125" y="126299"/>
                </a:lnTo>
                <a:lnTo>
                  <a:pt x="6506" y="127541"/>
                </a:lnTo>
                <a:lnTo>
                  <a:pt x="6506" y="128606"/>
                </a:lnTo>
                <a:lnTo>
                  <a:pt x="6506" y="129938"/>
                </a:lnTo>
                <a:lnTo>
                  <a:pt x="6506" y="131180"/>
                </a:lnTo>
                <a:lnTo>
                  <a:pt x="6506" y="132512"/>
                </a:lnTo>
                <a:lnTo>
                  <a:pt x="6506" y="134020"/>
                </a:lnTo>
                <a:lnTo>
                  <a:pt x="6506" y="135263"/>
                </a:lnTo>
                <a:lnTo>
                  <a:pt x="6506" y="136594"/>
                </a:lnTo>
                <a:lnTo>
                  <a:pt x="6506" y="137837"/>
                </a:lnTo>
                <a:lnTo>
                  <a:pt x="6506" y="139168"/>
                </a:lnTo>
                <a:lnTo>
                  <a:pt x="6886" y="140411"/>
                </a:lnTo>
                <a:lnTo>
                  <a:pt x="6886" y="141742"/>
                </a:lnTo>
                <a:lnTo>
                  <a:pt x="6886" y="142985"/>
                </a:lnTo>
                <a:lnTo>
                  <a:pt x="6886" y="144316"/>
                </a:lnTo>
                <a:lnTo>
                  <a:pt x="6886" y="145559"/>
                </a:lnTo>
                <a:lnTo>
                  <a:pt x="7267" y="146890"/>
                </a:lnTo>
                <a:lnTo>
                  <a:pt x="7267" y="148133"/>
                </a:lnTo>
                <a:lnTo>
                  <a:pt x="7267" y="149464"/>
                </a:lnTo>
                <a:lnTo>
                  <a:pt x="7267" y="150707"/>
                </a:lnTo>
                <a:lnTo>
                  <a:pt x="7664" y="152038"/>
                </a:lnTo>
                <a:lnTo>
                  <a:pt x="7664" y="153280"/>
                </a:lnTo>
                <a:lnTo>
                  <a:pt x="7664" y="154612"/>
                </a:lnTo>
                <a:lnTo>
                  <a:pt x="7664" y="155854"/>
                </a:lnTo>
                <a:lnTo>
                  <a:pt x="7664" y="157186"/>
                </a:lnTo>
                <a:lnTo>
                  <a:pt x="8045" y="158428"/>
                </a:lnTo>
                <a:lnTo>
                  <a:pt x="8045" y="159760"/>
                </a:lnTo>
                <a:lnTo>
                  <a:pt x="8045" y="161002"/>
                </a:lnTo>
                <a:lnTo>
                  <a:pt x="8045" y="162334"/>
                </a:lnTo>
                <a:lnTo>
                  <a:pt x="8045" y="163576"/>
                </a:lnTo>
                <a:lnTo>
                  <a:pt x="8426" y="164907"/>
                </a:lnTo>
                <a:lnTo>
                  <a:pt x="8426" y="166150"/>
                </a:lnTo>
                <a:lnTo>
                  <a:pt x="8426" y="167481"/>
                </a:lnTo>
                <a:lnTo>
                  <a:pt x="8426" y="168724"/>
                </a:lnTo>
                <a:lnTo>
                  <a:pt x="8426" y="170055"/>
                </a:lnTo>
                <a:lnTo>
                  <a:pt x="8426" y="171298"/>
                </a:lnTo>
                <a:lnTo>
                  <a:pt x="8426" y="172363"/>
                </a:lnTo>
                <a:lnTo>
                  <a:pt x="8426" y="173694"/>
                </a:lnTo>
                <a:lnTo>
                  <a:pt x="8426" y="174937"/>
                </a:lnTo>
                <a:lnTo>
                  <a:pt x="8807" y="176268"/>
                </a:lnTo>
                <a:lnTo>
                  <a:pt x="8807" y="177511"/>
                </a:lnTo>
                <a:lnTo>
                  <a:pt x="8807" y="178842"/>
                </a:lnTo>
                <a:lnTo>
                  <a:pt x="8807" y="180085"/>
                </a:lnTo>
                <a:lnTo>
                  <a:pt x="8807" y="181150"/>
                </a:lnTo>
                <a:lnTo>
                  <a:pt x="9187" y="182481"/>
                </a:lnTo>
                <a:lnTo>
                  <a:pt x="9187" y="183724"/>
                </a:lnTo>
                <a:lnTo>
                  <a:pt x="9187" y="185055"/>
                </a:lnTo>
                <a:lnTo>
                  <a:pt x="9187" y="186298"/>
                </a:lnTo>
                <a:lnTo>
                  <a:pt x="9187" y="187629"/>
                </a:lnTo>
                <a:lnTo>
                  <a:pt x="9568" y="188871"/>
                </a:lnTo>
                <a:lnTo>
                  <a:pt x="9568" y="190203"/>
                </a:lnTo>
                <a:lnTo>
                  <a:pt x="9568" y="191268"/>
                </a:lnTo>
                <a:lnTo>
                  <a:pt x="9568" y="192510"/>
                </a:lnTo>
                <a:lnTo>
                  <a:pt x="9568" y="193842"/>
                </a:lnTo>
                <a:lnTo>
                  <a:pt x="9949" y="195084"/>
                </a:lnTo>
                <a:lnTo>
                  <a:pt x="9949" y="196149"/>
                </a:lnTo>
                <a:lnTo>
                  <a:pt x="9949" y="197481"/>
                </a:lnTo>
                <a:lnTo>
                  <a:pt x="9949" y="198723"/>
                </a:lnTo>
                <a:lnTo>
                  <a:pt x="10346" y="200055"/>
                </a:lnTo>
                <a:lnTo>
                  <a:pt x="10346" y="201297"/>
                </a:lnTo>
                <a:lnTo>
                  <a:pt x="10346" y="202629"/>
                </a:lnTo>
                <a:lnTo>
                  <a:pt x="10346" y="203871"/>
                </a:lnTo>
                <a:lnTo>
                  <a:pt x="10346" y="205025"/>
                </a:lnTo>
                <a:lnTo>
                  <a:pt x="10727" y="206268"/>
                </a:lnTo>
                <a:lnTo>
                  <a:pt x="10727" y="207599"/>
                </a:lnTo>
                <a:lnTo>
                  <a:pt x="10727" y="208841"/>
                </a:lnTo>
                <a:lnTo>
                  <a:pt x="10727" y="210173"/>
                </a:lnTo>
                <a:lnTo>
                  <a:pt x="10727" y="211415"/>
                </a:lnTo>
                <a:lnTo>
                  <a:pt x="10727" y="212480"/>
                </a:lnTo>
                <a:lnTo>
                  <a:pt x="10727" y="213812"/>
                </a:lnTo>
                <a:lnTo>
                  <a:pt x="10727" y="214877"/>
                </a:lnTo>
                <a:lnTo>
                  <a:pt x="10727" y="216119"/>
                </a:lnTo>
                <a:lnTo>
                  <a:pt x="10727" y="217185"/>
                </a:lnTo>
                <a:lnTo>
                  <a:pt x="11108" y="218516"/>
                </a:lnTo>
                <a:lnTo>
                  <a:pt x="11108" y="219758"/>
                </a:lnTo>
                <a:lnTo>
                  <a:pt x="11108" y="221090"/>
                </a:lnTo>
                <a:lnTo>
                  <a:pt x="11108" y="222155"/>
                </a:lnTo>
                <a:lnTo>
                  <a:pt x="11488" y="223397"/>
                </a:lnTo>
                <a:lnTo>
                  <a:pt x="11488" y="224729"/>
                </a:lnTo>
                <a:lnTo>
                  <a:pt x="11488" y="225971"/>
                </a:lnTo>
                <a:lnTo>
                  <a:pt x="11488" y="227036"/>
                </a:lnTo>
                <a:lnTo>
                  <a:pt x="11488" y="228368"/>
                </a:lnTo>
                <a:lnTo>
                  <a:pt x="11869" y="229610"/>
                </a:lnTo>
                <a:lnTo>
                  <a:pt x="11869" y="230942"/>
                </a:lnTo>
                <a:lnTo>
                  <a:pt x="11869" y="232007"/>
                </a:lnTo>
                <a:lnTo>
                  <a:pt x="11869" y="233249"/>
                </a:lnTo>
                <a:lnTo>
                  <a:pt x="11869" y="234581"/>
                </a:lnTo>
                <a:lnTo>
                  <a:pt x="12250" y="235646"/>
                </a:lnTo>
                <a:lnTo>
                  <a:pt x="12250" y="236888"/>
                </a:lnTo>
                <a:lnTo>
                  <a:pt x="12250" y="238220"/>
                </a:lnTo>
                <a:lnTo>
                  <a:pt x="12250" y="239285"/>
                </a:lnTo>
                <a:lnTo>
                  <a:pt x="12250" y="240616"/>
                </a:lnTo>
                <a:lnTo>
                  <a:pt x="12631" y="241859"/>
                </a:lnTo>
                <a:lnTo>
                  <a:pt x="12631" y="242924"/>
                </a:lnTo>
                <a:lnTo>
                  <a:pt x="12631" y="244255"/>
                </a:lnTo>
                <a:lnTo>
                  <a:pt x="12631" y="245498"/>
                </a:lnTo>
                <a:lnTo>
                  <a:pt x="12631" y="246563"/>
                </a:lnTo>
                <a:lnTo>
                  <a:pt x="12631" y="247894"/>
                </a:lnTo>
                <a:lnTo>
                  <a:pt x="12631" y="248959"/>
                </a:lnTo>
                <a:lnTo>
                  <a:pt x="12631" y="250202"/>
                </a:lnTo>
                <a:lnTo>
                  <a:pt x="12631" y="251533"/>
                </a:lnTo>
                <a:lnTo>
                  <a:pt x="13028" y="252598"/>
                </a:lnTo>
                <a:lnTo>
                  <a:pt x="13028" y="253841"/>
                </a:lnTo>
                <a:lnTo>
                  <a:pt x="13028" y="254906"/>
                </a:lnTo>
                <a:lnTo>
                  <a:pt x="13028" y="256237"/>
                </a:lnTo>
                <a:lnTo>
                  <a:pt x="13028" y="257480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984410" y="3314527"/>
            <a:ext cx="13789" cy="209729"/>
          </a:xfrm>
          <a:custGeom>
            <a:avLst/>
            <a:gdLst/>
            <a:ahLst/>
            <a:cxnLst/>
            <a:rect l="l" t="t" r="r" b="b"/>
            <a:pathLst>
              <a:path w="13789" h="209729">
                <a:moveTo>
                  <a:pt x="0" y="0"/>
                </a:moveTo>
                <a:lnTo>
                  <a:pt x="380" y="1065"/>
                </a:lnTo>
                <a:lnTo>
                  <a:pt x="380" y="2396"/>
                </a:lnTo>
                <a:lnTo>
                  <a:pt x="380" y="3461"/>
                </a:lnTo>
                <a:lnTo>
                  <a:pt x="380" y="4792"/>
                </a:lnTo>
                <a:lnTo>
                  <a:pt x="380" y="5857"/>
                </a:lnTo>
                <a:lnTo>
                  <a:pt x="761" y="7100"/>
                </a:lnTo>
                <a:lnTo>
                  <a:pt x="761" y="8165"/>
                </a:lnTo>
                <a:lnTo>
                  <a:pt x="761" y="9496"/>
                </a:lnTo>
                <a:lnTo>
                  <a:pt x="761" y="10561"/>
                </a:lnTo>
                <a:lnTo>
                  <a:pt x="1142" y="11804"/>
                </a:lnTo>
                <a:lnTo>
                  <a:pt x="1142" y="12869"/>
                </a:lnTo>
                <a:lnTo>
                  <a:pt x="1142" y="14200"/>
                </a:lnTo>
                <a:lnTo>
                  <a:pt x="1142" y="15265"/>
                </a:lnTo>
                <a:lnTo>
                  <a:pt x="1142" y="16508"/>
                </a:lnTo>
                <a:lnTo>
                  <a:pt x="1523" y="17662"/>
                </a:lnTo>
                <a:lnTo>
                  <a:pt x="1523" y="18904"/>
                </a:lnTo>
                <a:lnTo>
                  <a:pt x="1523" y="19970"/>
                </a:lnTo>
                <a:lnTo>
                  <a:pt x="1523" y="21301"/>
                </a:lnTo>
                <a:lnTo>
                  <a:pt x="1523" y="22366"/>
                </a:lnTo>
                <a:lnTo>
                  <a:pt x="1523" y="23431"/>
                </a:lnTo>
                <a:lnTo>
                  <a:pt x="1523" y="24674"/>
                </a:lnTo>
                <a:lnTo>
                  <a:pt x="1523" y="25739"/>
                </a:lnTo>
                <a:lnTo>
                  <a:pt x="1523" y="27070"/>
                </a:lnTo>
                <a:lnTo>
                  <a:pt x="1523" y="28135"/>
                </a:lnTo>
                <a:lnTo>
                  <a:pt x="1904" y="29200"/>
                </a:lnTo>
                <a:lnTo>
                  <a:pt x="1904" y="30443"/>
                </a:lnTo>
                <a:lnTo>
                  <a:pt x="1904" y="31597"/>
                </a:lnTo>
                <a:lnTo>
                  <a:pt x="1904" y="32839"/>
                </a:lnTo>
                <a:lnTo>
                  <a:pt x="2285" y="33904"/>
                </a:lnTo>
                <a:lnTo>
                  <a:pt x="2285" y="34969"/>
                </a:lnTo>
                <a:lnTo>
                  <a:pt x="2285" y="36301"/>
                </a:lnTo>
                <a:lnTo>
                  <a:pt x="2285" y="37366"/>
                </a:lnTo>
                <a:lnTo>
                  <a:pt x="2285" y="38431"/>
                </a:lnTo>
                <a:lnTo>
                  <a:pt x="2681" y="39673"/>
                </a:lnTo>
                <a:lnTo>
                  <a:pt x="2681" y="40738"/>
                </a:lnTo>
                <a:lnTo>
                  <a:pt x="2681" y="41892"/>
                </a:lnTo>
                <a:lnTo>
                  <a:pt x="2681" y="43135"/>
                </a:lnTo>
                <a:lnTo>
                  <a:pt x="2681" y="44200"/>
                </a:lnTo>
                <a:lnTo>
                  <a:pt x="3062" y="45265"/>
                </a:lnTo>
                <a:lnTo>
                  <a:pt x="3062" y="46330"/>
                </a:lnTo>
                <a:lnTo>
                  <a:pt x="3062" y="47661"/>
                </a:lnTo>
                <a:lnTo>
                  <a:pt x="3062" y="48726"/>
                </a:lnTo>
                <a:lnTo>
                  <a:pt x="3062" y="49791"/>
                </a:lnTo>
                <a:lnTo>
                  <a:pt x="3443" y="51034"/>
                </a:lnTo>
                <a:lnTo>
                  <a:pt x="3443" y="52099"/>
                </a:lnTo>
                <a:lnTo>
                  <a:pt x="3443" y="53253"/>
                </a:lnTo>
                <a:lnTo>
                  <a:pt x="3443" y="54318"/>
                </a:lnTo>
                <a:lnTo>
                  <a:pt x="3824" y="55561"/>
                </a:lnTo>
                <a:lnTo>
                  <a:pt x="3824" y="56626"/>
                </a:lnTo>
                <a:lnTo>
                  <a:pt x="3824" y="57691"/>
                </a:lnTo>
                <a:lnTo>
                  <a:pt x="3824" y="59022"/>
                </a:lnTo>
                <a:lnTo>
                  <a:pt x="3824" y="60087"/>
                </a:lnTo>
                <a:lnTo>
                  <a:pt x="3824" y="61330"/>
                </a:lnTo>
                <a:lnTo>
                  <a:pt x="3824" y="62395"/>
                </a:lnTo>
                <a:lnTo>
                  <a:pt x="3824" y="63549"/>
                </a:lnTo>
                <a:lnTo>
                  <a:pt x="3824" y="64614"/>
                </a:lnTo>
                <a:lnTo>
                  <a:pt x="3824" y="65679"/>
                </a:lnTo>
                <a:lnTo>
                  <a:pt x="4205" y="66744"/>
                </a:lnTo>
                <a:lnTo>
                  <a:pt x="4205" y="67986"/>
                </a:lnTo>
                <a:lnTo>
                  <a:pt x="4205" y="69051"/>
                </a:lnTo>
                <a:lnTo>
                  <a:pt x="4205" y="70116"/>
                </a:lnTo>
                <a:lnTo>
                  <a:pt x="4205" y="71182"/>
                </a:lnTo>
                <a:lnTo>
                  <a:pt x="4586" y="72335"/>
                </a:lnTo>
                <a:lnTo>
                  <a:pt x="4586" y="73400"/>
                </a:lnTo>
                <a:lnTo>
                  <a:pt x="4586" y="74465"/>
                </a:lnTo>
                <a:lnTo>
                  <a:pt x="4586" y="75531"/>
                </a:lnTo>
                <a:lnTo>
                  <a:pt x="4982" y="76773"/>
                </a:lnTo>
                <a:lnTo>
                  <a:pt x="4982" y="77838"/>
                </a:lnTo>
                <a:lnTo>
                  <a:pt x="4982" y="79170"/>
                </a:lnTo>
                <a:lnTo>
                  <a:pt x="4982" y="80235"/>
                </a:lnTo>
                <a:lnTo>
                  <a:pt x="4982" y="81300"/>
                </a:lnTo>
                <a:lnTo>
                  <a:pt x="5363" y="82365"/>
                </a:lnTo>
                <a:lnTo>
                  <a:pt x="5363" y="83430"/>
                </a:lnTo>
                <a:lnTo>
                  <a:pt x="5363" y="84495"/>
                </a:lnTo>
                <a:lnTo>
                  <a:pt x="5363" y="85560"/>
                </a:lnTo>
                <a:lnTo>
                  <a:pt x="5363" y="86625"/>
                </a:lnTo>
                <a:lnTo>
                  <a:pt x="5744" y="87779"/>
                </a:lnTo>
                <a:lnTo>
                  <a:pt x="5744" y="88844"/>
                </a:lnTo>
                <a:lnTo>
                  <a:pt x="5744" y="89909"/>
                </a:lnTo>
                <a:lnTo>
                  <a:pt x="5744" y="90974"/>
                </a:lnTo>
                <a:lnTo>
                  <a:pt x="5744" y="92039"/>
                </a:lnTo>
                <a:lnTo>
                  <a:pt x="5744" y="93282"/>
                </a:lnTo>
                <a:lnTo>
                  <a:pt x="5744" y="94347"/>
                </a:lnTo>
                <a:lnTo>
                  <a:pt x="5744" y="95412"/>
                </a:lnTo>
                <a:lnTo>
                  <a:pt x="5744" y="96566"/>
                </a:lnTo>
                <a:lnTo>
                  <a:pt x="6125" y="97631"/>
                </a:lnTo>
                <a:lnTo>
                  <a:pt x="6125" y="98696"/>
                </a:lnTo>
                <a:lnTo>
                  <a:pt x="6125" y="99761"/>
                </a:lnTo>
                <a:lnTo>
                  <a:pt x="6125" y="100826"/>
                </a:lnTo>
                <a:lnTo>
                  <a:pt x="6125" y="101713"/>
                </a:lnTo>
                <a:lnTo>
                  <a:pt x="6506" y="102779"/>
                </a:lnTo>
                <a:lnTo>
                  <a:pt x="6506" y="103844"/>
                </a:lnTo>
                <a:lnTo>
                  <a:pt x="6506" y="105086"/>
                </a:lnTo>
                <a:lnTo>
                  <a:pt x="6506" y="106151"/>
                </a:lnTo>
                <a:lnTo>
                  <a:pt x="6506" y="107216"/>
                </a:lnTo>
                <a:lnTo>
                  <a:pt x="6886" y="108281"/>
                </a:lnTo>
                <a:lnTo>
                  <a:pt x="6886" y="109435"/>
                </a:lnTo>
                <a:lnTo>
                  <a:pt x="6886" y="110234"/>
                </a:lnTo>
                <a:lnTo>
                  <a:pt x="6886" y="111299"/>
                </a:lnTo>
                <a:lnTo>
                  <a:pt x="6886" y="112364"/>
                </a:lnTo>
                <a:lnTo>
                  <a:pt x="7267" y="113429"/>
                </a:lnTo>
                <a:lnTo>
                  <a:pt x="7267" y="114583"/>
                </a:lnTo>
                <a:lnTo>
                  <a:pt x="7267" y="115648"/>
                </a:lnTo>
                <a:lnTo>
                  <a:pt x="7267" y="116713"/>
                </a:lnTo>
                <a:lnTo>
                  <a:pt x="7664" y="117778"/>
                </a:lnTo>
                <a:lnTo>
                  <a:pt x="7664" y="118843"/>
                </a:lnTo>
                <a:lnTo>
                  <a:pt x="7664" y="119908"/>
                </a:lnTo>
                <a:lnTo>
                  <a:pt x="7664" y="120796"/>
                </a:lnTo>
                <a:lnTo>
                  <a:pt x="7664" y="121861"/>
                </a:lnTo>
                <a:lnTo>
                  <a:pt x="8045" y="122926"/>
                </a:lnTo>
                <a:lnTo>
                  <a:pt x="8045" y="123991"/>
                </a:lnTo>
                <a:lnTo>
                  <a:pt x="8045" y="125056"/>
                </a:lnTo>
                <a:lnTo>
                  <a:pt x="8045" y="126121"/>
                </a:lnTo>
                <a:lnTo>
                  <a:pt x="8045" y="127186"/>
                </a:lnTo>
                <a:lnTo>
                  <a:pt x="8045" y="128251"/>
                </a:lnTo>
                <a:lnTo>
                  <a:pt x="8045" y="129139"/>
                </a:lnTo>
                <a:lnTo>
                  <a:pt x="8045" y="130204"/>
                </a:lnTo>
                <a:lnTo>
                  <a:pt x="8045" y="131269"/>
                </a:lnTo>
                <a:lnTo>
                  <a:pt x="8045" y="132157"/>
                </a:lnTo>
                <a:lnTo>
                  <a:pt x="8426" y="133399"/>
                </a:lnTo>
                <a:lnTo>
                  <a:pt x="8426" y="134464"/>
                </a:lnTo>
                <a:lnTo>
                  <a:pt x="8426" y="135352"/>
                </a:lnTo>
                <a:lnTo>
                  <a:pt x="8426" y="136417"/>
                </a:lnTo>
                <a:lnTo>
                  <a:pt x="8807" y="137482"/>
                </a:lnTo>
                <a:lnTo>
                  <a:pt x="8807" y="138370"/>
                </a:lnTo>
                <a:lnTo>
                  <a:pt x="8807" y="139435"/>
                </a:lnTo>
                <a:lnTo>
                  <a:pt x="8807" y="140500"/>
                </a:lnTo>
                <a:lnTo>
                  <a:pt x="8807" y="141565"/>
                </a:lnTo>
                <a:lnTo>
                  <a:pt x="9187" y="142630"/>
                </a:lnTo>
                <a:lnTo>
                  <a:pt x="9187" y="143517"/>
                </a:lnTo>
                <a:lnTo>
                  <a:pt x="9187" y="144582"/>
                </a:lnTo>
                <a:lnTo>
                  <a:pt x="9187" y="145381"/>
                </a:lnTo>
                <a:lnTo>
                  <a:pt x="9187" y="146446"/>
                </a:lnTo>
                <a:lnTo>
                  <a:pt x="9568" y="147600"/>
                </a:lnTo>
                <a:lnTo>
                  <a:pt x="9568" y="148665"/>
                </a:lnTo>
                <a:lnTo>
                  <a:pt x="9568" y="149730"/>
                </a:lnTo>
                <a:lnTo>
                  <a:pt x="9568" y="150529"/>
                </a:lnTo>
                <a:lnTo>
                  <a:pt x="9568" y="151594"/>
                </a:lnTo>
                <a:lnTo>
                  <a:pt x="9949" y="152482"/>
                </a:lnTo>
                <a:lnTo>
                  <a:pt x="9949" y="153547"/>
                </a:lnTo>
                <a:lnTo>
                  <a:pt x="9949" y="154612"/>
                </a:lnTo>
                <a:lnTo>
                  <a:pt x="9949" y="155677"/>
                </a:lnTo>
                <a:lnTo>
                  <a:pt x="9949" y="156564"/>
                </a:lnTo>
                <a:lnTo>
                  <a:pt x="9949" y="157629"/>
                </a:lnTo>
                <a:lnTo>
                  <a:pt x="9949" y="158517"/>
                </a:lnTo>
                <a:lnTo>
                  <a:pt x="9949" y="159582"/>
                </a:lnTo>
                <a:lnTo>
                  <a:pt x="9949" y="160647"/>
                </a:lnTo>
                <a:lnTo>
                  <a:pt x="10346" y="161712"/>
                </a:lnTo>
                <a:lnTo>
                  <a:pt x="10346" y="162600"/>
                </a:lnTo>
                <a:lnTo>
                  <a:pt x="10346" y="163399"/>
                </a:lnTo>
                <a:lnTo>
                  <a:pt x="10346" y="164464"/>
                </a:lnTo>
                <a:lnTo>
                  <a:pt x="10346" y="165351"/>
                </a:lnTo>
                <a:lnTo>
                  <a:pt x="10727" y="166416"/>
                </a:lnTo>
                <a:lnTo>
                  <a:pt x="10727" y="167481"/>
                </a:lnTo>
                <a:lnTo>
                  <a:pt x="10727" y="168369"/>
                </a:lnTo>
                <a:lnTo>
                  <a:pt x="10727" y="169434"/>
                </a:lnTo>
                <a:lnTo>
                  <a:pt x="10727" y="170322"/>
                </a:lnTo>
                <a:lnTo>
                  <a:pt x="11108" y="171120"/>
                </a:lnTo>
                <a:lnTo>
                  <a:pt x="11108" y="172452"/>
                </a:lnTo>
                <a:lnTo>
                  <a:pt x="11108" y="173250"/>
                </a:lnTo>
                <a:lnTo>
                  <a:pt x="11108" y="174138"/>
                </a:lnTo>
                <a:lnTo>
                  <a:pt x="11488" y="175203"/>
                </a:lnTo>
                <a:lnTo>
                  <a:pt x="11488" y="176091"/>
                </a:lnTo>
                <a:lnTo>
                  <a:pt x="11488" y="177156"/>
                </a:lnTo>
                <a:lnTo>
                  <a:pt x="11488" y="178221"/>
                </a:lnTo>
                <a:lnTo>
                  <a:pt x="11488" y="179108"/>
                </a:lnTo>
                <a:lnTo>
                  <a:pt x="11869" y="179907"/>
                </a:lnTo>
                <a:lnTo>
                  <a:pt x="11869" y="180795"/>
                </a:lnTo>
                <a:lnTo>
                  <a:pt x="11869" y="181860"/>
                </a:lnTo>
                <a:lnTo>
                  <a:pt x="11869" y="182925"/>
                </a:lnTo>
                <a:lnTo>
                  <a:pt x="11869" y="183812"/>
                </a:lnTo>
                <a:lnTo>
                  <a:pt x="12250" y="184700"/>
                </a:lnTo>
                <a:lnTo>
                  <a:pt x="12250" y="185765"/>
                </a:lnTo>
                <a:lnTo>
                  <a:pt x="12250" y="186564"/>
                </a:lnTo>
                <a:lnTo>
                  <a:pt x="12250" y="187629"/>
                </a:lnTo>
                <a:lnTo>
                  <a:pt x="12250" y="188516"/>
                </a:lnTo>
                <a:lnTo>
                  <a:pt x="12250" y="189582"/>
                </a:lnTo>
                <a:lnTo>
                  <a:pt x="12250" y="190469"/>
                </a:lnTo>
                <a:lnTo>
                  <a:pt x="12250" y="191268"/>
                </a:lnTo>
                <a:lnTo>
                  <a:pt x="12250" y="192333"/>
                </a:lnTo>
                <a:lnTo>
                  <a:pt x="12631" y="193220"/>
                </a:lnTo>
                <a:lnTo>
                  <a:pt x="12631" y="194108"/>
                </a:lnTo>
                <a:lnTo>
                  <a:pt x="12631" y="194907"/>
                </a:lnTo>
                <a:lnTo>
                  <a:pt x="12631" y="196061"/>
                </a:lnTo>
                <a:lnTo>
                  <a:pt x="12631" y="197126"/>
                </a:lnTo>
                <a:lnTo>
                  <a:pt x="13028" y="197925"/>
                </a:lnTo>
                <a:lnTo>
                  <a:pt x="13028" y="198812"/>
                </a:lnTo>
                <a:lnTo>
                  <a:pt x="13028" y="199700"/>
                </a:lnTo>
                <a:lnTo>
                  <a:pt x="13028" y="200765"/>
                </a:lnTo>
                <a:lnTo>
                  <a:pt x="13028" y="201564"/>
                </a:lnTo>
                <a:lnTo>
                  <a:pt x="13409" y="202451"/>
                </a:lnTo>
                <a:lnTo>
                  <a:pt x="13409" y="203339"/>
                </a:lnTo>
                <a:lnTo>
                  <a:pt x="13409" y="204137"/>
                </a:lnTo>
                <a:lnTo>
                  <a:pt x="13409" y="205203"/>
                </a:lnTo>
                <a:lnTo>
                  <a:pt x="13409" y="206090"/>
                </a:lnTo>
                <a:lnTo>
                  <a:pt x="13789" y="206978"/>
                </a:lnTo>
                <a:lnTo>
                  <a:pt x="13789" y="207776"/>
                </a:lnTo>
                <a:lnTo>
                  <a:pt x="13789" y="208841"/>
                </a:lnTo>
                <a:lnTo>
                  <a:pt x="13789" y="209729"/>
                </a:lnTo>
              </a:path>
            </a:pathLst>
          </a:custGeom>
          <a:ln w="195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998200" y="3524257"/>
            <a:ext cx="13409" cy="145647"/>
          </a:xfrm>
          <a:custGeom>
            <a:avLst/>
            <a:gdLst/>
            <a:ahLst/>
            <a:cxnLst/>
            <a:rect l="l" t="t" r="r" b="b"/>
            <a:pathLst>
              <a:path w="13409" h="145647">
                <a:moveTo>
                  <a:pt x="0" y="0"/>
                </a:moveTo>
                <a:lnTo>
                  <a:pt x="380" y="887"/>
                </a:lnTo>
                <a:lnTo>
                  <a:pt x="380" y="1686"/>
                </a:lnTo>
                <a:lnTo>
                  <a:pt x="380" y="2840"/>
                </a:lnTo>
                <a:lnTo>
                  <a:pt x="380" y="3638"/>
                </a:lnTo>
                <a:lnTo>
                  <a:pt x="380" y="4526"/>
                </a:lnTo>
                <a:lnTo>
                  <a:pt x="380" y="5414"/>
                </a:lnTo>
                <a:lnTo>
                  <a:pt x="380" y="6212"/>
                </a:lnTo>
                <a:lnTo>
                  <a:pt x="380" y="7277"/>
                </a:lnTo>
                <a:lnTo>
                  <a:pt x="380" y="8165"/>
                </a:lnTo>
                <a:lnTo>
                  <a:pt x="380" y="9053"/>
                </a:lnTo>
                <a:lnTo>
                  <a:pt x="761" y="9851"/>
                </a:lnTo>
                <a:lnTo>
                  <a:pt x="761" y="10916"/>
                </a:lnTo>
                <a:lnTo>
                  <a:pt x="761" y="11626"/>
                </a:lnTo>
                <a:lnTo>
                  <a:pt x="761" y="12425"/>
                </a:lnTo>
                <a:lnTo>
                  <a:pt x="761" y="13313"/>
                </a:lnTo>
                <a:lnTo>
                  <a:pt x="1142" y="14378"/>
                </a:lnTo>
                <a:lnTo>
                  <a:pt x="1142" y="15265"/>
                </a:lnTo>
                <a:lnTo>
                  <a:pt x="1142" y="16064"/>
                </a:lnTo>
                <a:lnTo>
                  <a:pt x="1142" y="16952"/>
                </a:lnTo>
                <a:lnTo>
                  <a:pt x="1142" y="17839"/>
                </a:lnTo>
                <a:lnTo>
                  <a:pt x="1523" y="18638"/>
                </a:lnTo>
                <a:lnTo>
                  <a:pt x="1523" y="19526"/>
                </a:lnTo>
                <a:lnTo>
                  <a:pt x="1523" y="20413"/>
                </a:lnTo>
                <a:lnTo>
                  <a:pt x="1523" y="21212"/>
                </a:lnTo>
                <a:lnTo>
                  <a:pt x="1920" y="22100"/>
                </a:lnTo>
                <a:lnTo>
                  <a:pt x="1920" y="22987"/>
                </a:lnTo>
                <a:lnTo>
                  <a:pt x="1920" y="24052"/>
                </a:lnTo>
                <a:lnTo>
                  <a:pt x="1920" y="24674"/>
                </a:lnTo>
                <a:lnTo>
                  <a:pt x="1920" y="25561"/>
                </a:lnTo>
                <a:lnTo>
                  <a:pt x="2300" y="26360"/>
                </a:lnTo>
                <a:lnTo>
                  <a:pt x="2300" y="27425"/>
                </a:lnTo>
                <a:lnTo>
                  <a:pt x="2300" y="28135"/>
                </a:lnTo>
                <a:lnTo>
                  <a:pt x="2300" y="28934"/>
                </a:lnTo>
                <a:lnTo>
                  <a:pt x="2300" y="29821"/>
                </a:lnTo>
                <a:lnTo>
                  <a:pt x="2681" y="30709"/>
                </a:lnTo>
                <a:lnTo>
                  <a:pt x="2681" y="31508"/>
                </a:lnTo>
                <a:lnTo>
                  <a:pt x="2681" y="32395"/>
                </a:lnTo>
                <a:lnTo>
                  <a:pt x="2681" y="33283"/>
                </a:lnTo>
                <a:lnTo>
                  <a:pt x="2681" y="34082"/>
                </a:lnTo>
                <a:lnTo>
                  <a:pt x="2681" y="34969"/>
                </a:lnTo>
                <a:lnTo>
                  <a:pt x="2681" y="35857"/>
                </a:lnTo>
                <a:lnTo>
                  <a:pt x="2681" y="36656"/>
                </a:lnTo>
                <a:lnTo>
                  <a:pt x="2681" y="37366"/>
                </a:lnTo>
                <a:lnTo>
                  <a:pt x="3062" y="38164"/>
                </a:lnTo>
                <a:lnTo>
                  <a:pt x="3062" y="39229"/>
                </a:lnTo>
                <a:lnTo>
                  <a:pt x="3062" y="39940"/>
                </a:lnTo>
                <a:lnTo>
                  <a:pt x="3062" y="40738"/>
                </a:lnTo>
                <a:lnTo>
                  <a:pt x="3062" y="41626"/>
                </a:lnTo>
                <a:lnTo>
                  <a:pt x="3443" y="42513"/>
                </a:lnTo>
                <a:lnTo>
                  <a:pt x="3443" y="43135"/>
                </a:lnTo>
                <a:lnTo>
                  <a:pt x="3443" y="44200"/>
                </a:lnTo>
                <a:lnTo>
                  <a:pt x="3443" y="44821"/>
                </a:lnTo>
                <a:lnTo>
                  <a:pt x="3443" y="45709"/>
                </a:lnTo>
                <a:lnTo>
                  <a:pt x="3824" y="46507"/>
                </a:lnTo>
                <a:lnTo>
                  <a:pt x="3824" y="47395"/>
                </a:lnTo>
                <a:lnTo>
                  <a:pt x="3824" y="48016"/>
                </a:lnTo>
                <a:lnTo>
                  <a:pt x="3824" y="48904"/>
                </a:lnTo>
                <a:lnTo>
                  <a:pt x="3824" y="49791"/>
                </a:lnTo>
                <a:lnTo>
                  <a:pt x="4221" y="50590"/>
                </a:lnTo>
                <a:lnTo>
                  <a:pt x="4221" y="51300"/>
                </a:lnTo>
                <a:lnTo>
                  <a:pt x="4221" y="52365"/>
                </a:lnTo>
                <a:lnTo>
                  <a:pt x="4221" y="52987"/>
                </a:lnTo>
                <a:lnTo>
                  <a:pt x="4601" y="53608"/>
                </a:lnTo>
                <a:lnTo>
                  <a:pt x="4601" y="54673"/>
                </a:lnTo>
                <a:lnTo>
                  <a:pt x="4601" y="55294"/>
                </a:lnTo>
                <a:lnTo>
                  <a:pt x="4601" y="56004"/>
                </a:lnTo>
                <a:lnTo>
                  <a:pt x="4601" y="57069"/>
                </a:lnTo>
                <a:lnTo>
                  <a:pt x="4601" y="57691"/>
                </a:lnTo>
                <a:lnTo>
                  <a:pt x="4601" y="58578"/>
                </a:lnTo>
                <a:lnTo>
                  <a:pt x="4601" y="59377"/>
                </a:lnTo>
                <a:lnTo>
                  <a:pt x="4601" y="60087"/>
                </a:lnTo>
                <a:lnTo>
                  <a:pt x="4601" y="60886"/>
                </a:lnTo>
                <a:lnTo>
                  <a:pt x="4982" y="61773"/>
                </a:lnTo>
                <a:lnTo>
                  <a:pt x="4982" y="62395"/>
                </a:lnTo>
                <a:lnTo>
                  <a:pt x="4982" y="63016"/>
                </a:lnTo>
                <a:lnTo>
                  <a:pt x="4982" y="64170"/>
                </a:lnTo>
                <a:lnTo>
                  <a:pt x="4982" y="64791"/>
                </a:lnTo>
                <a:lnTo>
                  <a:pt x="5363" y="65412"/>
                </a:lnTo>
                <a:lnTo>
                  <a:pt x="5363" y="66477"/>
                </a:lnTo>
                <a:lnTo>
                  <a:pt x="5363" y="67099"/>
                </a:lnTo>
                <a:lnTo>
                  <a:pt x="5363" y="67809"/>
                </a:lnTo>
                <a:lnTo>
                  <a:pt x="5744" y="68608"/>
                </a:lnTo>
                <a:lnTo>
                  <a:pt x="5744" y="69229"/>
                </a:lnTo>
                <a:lnTo>
                  <a:pt x="5744" y="70116"/>
                </a:lnTo>
                <a:lnTo>
                  <a:pt x="5744" y="71004"/>
                </a:lnTo>
                <a:lnTo>
                  <a:pt x="5744" y="71625"/>
                </a:lnTo>
                <a:lnTo>
                  <a:pt x="6125" y="72513"/>
                </a:lnTo>
                <a:lnTo>
                  <a:pt x="6125" y="73134"/>
                </a:lnTo>
                <a:lnTo>
                  <a:pt x="6125" y="73755"/>
                </a:lnTo>
                <a:lnTo>
                  <a:pt x="6125" y="74820"/>
                </a:lnTo>
                <a:lnTo>
                  <a:pt x="6125" y="75531"/>
                </a:lnTo>
                <a:lnTo>
                  <a:pt x="6506" y="76152"/>
                </a:lnTo>
                <a:lnTo>
                  <a:pt x="6506" y="76951"/>
                </a:lnTo>
                <a:lnTo>
                  <a:pt x="6506" y="77661"/>
                </a:lnTo>
                <a:lnTo>
                  <a:pt x="6506" y="78282"/>
                </a:lnTo>
                <a:lnTo>
                  <a:pt x="6506" y="79170"/>
                </a:lnTo>
                <a:lnTo>
                  <a:pt x="6902" y="79791"/>
                </a:lnTo>
                <a:lnTo>
                  <a:pt x="6902" y="80678"/>
                </a:lnTo>
                <a:lnTo>
                  <a:pt x="6902" y="81300"/>
                </a:lnTo>
                <a:lnTo>
                  <a:pt x="6902" y="82098"/>
                </a:lnTo>
                <a:lnTo>
                  <a:pt x="6902" y="82986"/>
                </a:lnTo>
                <a:lnTo>
                  <a:pt x="6902" y="83607"/>
                </a:lnTo>
                <a:lnTo>
                  <a:pt x="6902" y="84317"/>
                </a:lnTo>
                <a:lnTo>
                  <a:pt x="6902" y="85116"/>
                </a:lnTo>
                <a:lnTo>
                  <a:pt x="6902" y="85826"/>
                </a:lnTo>
                <a:lnTo>
                  <a:pt x="7283" y="86625"/>
                </a:lnTo>
                <a:lnTo>
                  <a:pt x="7283" y="87246"/>
                </a:lnTo>
                <a:lnTo>
                  <a:pt x="7283" y="87956"/>
                </a:lnTo>
                <a:lnTo>
                  <a:pt x="7283" y="88755"/>
                </a:lnTo>
                <a:lnTo>
                  <a:pt x="7283" y="89199"/>
                </a:lnTo>
                <a:lnTo>
                  <a:pt x="7664" y="90086"/>
                </a:lnTo>
                <a:lnTo>
                  <a:pt x="7664" y="90708"/>
                </a:lnTo>
                <a:lnTo>
                  <a:pt x="7664" y="91329"/>
                </a:lnTo>
                <a:lnTo>
                  <a:pt x="7664" y="92217"/>
                </a:lnTo>
                <a:lnTo>
                  <a:pt x="7664" y="92838"/>
                </a:lnTo>
                <a:lnTo>
                  <a:pt x="8045" y="93725"/>
                </a:lnTo>
                <a:lnTo>
                  <a:pt x="8045" y="94347"/>
                </a:lnTo>
                <a:lnTo>
                  <a:pt x="8045" y="94968"/>
                </a:lnTo>
                <a:lnTo>
                  <a:pt x="8045" y="95856"/>
                </a:lnTo>
                <a:lnTo>
                  <a:pt x="8426" y="96299"/>
                </a:lnTo>
                <a:lnTo>
                  <a:pt x="8426" y="97187"/>
                </a:lnTo>
                <a:lnTo>
                  <a:pt x="8426" y="97808"/>
                </a:lnTo>
                <a:lnTo>
                  <a:pt x="8426" y="98429"/>
                </a:lnTo>
                <a:lnTo>
                  <a:pt x="8426" y="99317"/>
                </a:lnTo>
                <a:lnTo>
                  <a:pt x="8807" y="99761"/>
                </a:lnTo>
                <a:lnTo>
                  <a:pt x="8807" y="100560"/>
                </a:lnTo>
                <a:lnTo>
                  <a:pt x="8807" y="101181"/>
                </a:lnTo>
                <a:lnTo>
                  <a:pt x="8807" y="101891"/>
                </a:lnTo>
                <a:lnTo>
                  <a:pt x="8807" y="102690"/>
                </a:lnTo>
                <a:lnTo>
                  <a:pt x="8807" y="103134"/>
                </a:lnTo>
                <a:lnTo>
                  <a:pt x="8807" y="104021"/>
                </a:lnTo>
                <a:lnTo>
                  <a:pt x="8807" y="104642"/>
                </a:lnTo>
                <a:lnTo>
                  <a:pt x="8807" y="105264"/>
                </a:lnTo>
                <a:lnTo>
                  <a:pt x="8807" y="105974"/>
                </a:lnTo>
                <a:lnTo>
                  <a:pt x="9187" y="106595"/>
                </a:lnTo>
                <a:lnTo>
                  <a:pt x="9187" y="107483"/>
                </a:lnTo>
                <a:lnTo>
                  <a:pt x="9187" y="107838"/>
                </a:lnTo>
                <a:lnTo>
                  <a:pt x="9187" y="108725"/>
                </a:lnTo>
                <a:lnTo>
                  <a:pt x="9584" y="109346"/>
                </a:lnTo>
                <a:lnTo>
                  <a:pt x="9584" y="110056"/>
                </a:lnTo>
                <a:lnTo>
                  <a:pt x="9584" y="110678"/>
                </a:lnTo>
                <a:lnTo>
                  <a:pt x="9584" y="111299"/>
                </a:lnTo>
                <a:lnTo>
                  <a:pt x="9584" y="111920"/>
                </a:lnTo>
                <a:lnTo>
                  <a:pt x="9965" y="112630"/>
                </a:lnTo>
                <a:lnTo>
                  <a:pt x="9965" y="113252"/>
                </a:lnTo>
                <a:lnTo>
                  <a:pt x="9965" y="113873"/>
                </a:lnTo>
                <a:lnTo>
                  <a:pt x="9965" y="114494"/>
                </a:lnTo>
                <a:lnTo>
                  <a:pt x="9965" y="115116"/>
                </a:lnTo>
                <a:lnTo>
                  <a:pt x="10346" y="116003"/>
                </a:lnTo>
                <a:lnTo>
                  <a:pt x="10346" y="116447"/>
                </a:lnTo>
                <a:lnTo>
                  <a:pt x="10346" y="117334"/>
                </a:lnTo>
                <a:lnTo>
                  <a:pt x="10346" y="117689"/>
                </a:lnTo>
                <a:lnTo>
                  <a:pt x="10346" y="118577"/>
                </a:lnTo>
                <a:lnTo>
                  <a:pt x="10727" y="119021"/>
                </a:lnTo>
                <a:lnTo>
                  <a:pt x="10727" y="119642"/>
                </a:lnTo>
                <a:lnTo>
                  <a:pt x="10727" y="120263"/>
                </a:lnTo>
                <a:lnTo>
                  <a:pt x="10727" y="120973"/>
                </a:lnTo>
                <a:lnTo>
                  <a:pt x="10727" y="121595"/>
                </a:lnTo>
                <a:lnTo>
                  <a:pt x="10727" y="122216"/>
                </a:lnTo>
                <a:lnTo>
                  <a:pt x="10727" y="122837"/>
                </a:lnTo>
                <a:lnTo>
                  <a:pt x="10727" y="123281"/>
                </a:lnTo>
                <a:lnTo>
                  <a:pt x="10727" y="124169"/>
                </a:lnTo>
                <a:lnTo>
                  <a:pt x="11108" y="124612"/>
                </a:lnTo>
                <a:lnTo>
                  <a:pt x="11108" y="125411"/>
                </a:lnTo>
                <a:lnTo>
                  <a:pt x="11108" y="125855"/>
                </a:lnTo>
                <a:lnTo>
                  <a:pt x="11108" y="126565"/>
                </a:lnTo>
                <a:lnTo>
                  <a:pt x="11108" y="127186"/>
                </a:lnTo>
                <a:lnTo>
                  <a:pt x="11488" y="127808"/>
                </a:lnTo>
                <a:lnTo>
                  <a:pt x="11488" y="128251"/>
                </a:lnTo>
                <a:lnTo>
                  <a:pt x="11488" y="129139"/>
                </a:lnTo>
                <a:lnTo>
                  <a:pt x="11488" y="129494"/>
                </a:lnTo>
                <a:lnTo>
                  <a:pt x="11488" y="130204"/>
                </a:lnTo>
                <a:lnTo>
                  <a:pt x="11869" y="130825"/>
                </a:lnTo>
                <a:lnTo>
                  <a:pt x="11869" y="131447"/>
                </a:lnTo>
                <a:lnTo>
                  <a:pt x="11869" y="131890"/>
                </a:lnTo>
                <a:lnTo>
                  <a:pt x="11869" y="132778"/>
                </a:lnTo>
                <a:lnTo>
                  <a:pt x="12266" y="133133"/>
                </a:lnTo>
                <a:lnTo>
                  <a:pt x="12266" y="133843"/>
                </a:lnTo>
                <a:lnTo>
                  <a:pt x="12266" y="134287"/>
                </a:lnTo>
                <a:lnTo>
                  <a:pt x="12266" y="135086"/>
                </a:lnTo>
                <a:lnTo>
                  <a:pt x="12266" y="135529"/>
                </a:lnTo>
                <a:lnTo>
                  <a:pt x="12647" y="136151"/>
                </a:lnTo>
                <a:lnTo>
                  <a:pt x="12647" y="136594"/>
                </a:lnTo>
                <a:lnTo>
                  <a:pt x="12647" y="137216"/>
                </a:lnTo>
                <a:lnTo>
                  <a:pt x="12647" y="137926"/>
                </a:lnTo>
                <a:lnTo>
                  <a:pt x="12647" y="138547"/>
                </a:lnTo>
                <a:lnTo>
                  <a:pt x="13028" y="138991"/>
                </a:lnTo>
                <a:lnTo>
                  <a:pt x="13028" y="139612"/>
                </a:lnTo>
                <a:lnTo>
                  <a:pt x="13028" y="140056"/>
                </a:lnTo>
                <a:lnTo>
                  <a:pt x="13028" y="140677"/>
                </a:lnTo>
                <a:lnTo>
                  <a:pt x="13028" y="141298"/>
                </a:lnTo>
                <a:lnTo>
                  <a:pt x="13028" y="141920"/>
                </a:lnTo>
                <a:lnTo>
                  <a:pt x="13028" y="142364"/>
                </a:lnTo>
                <a:lnTo>
                  <a:pt x="13028" y="143074"/>
                </a:lnTo>
                <a:lnTo>
                  <a:pt x="13028" y="143429"/>
                </a:lnTo>
                <a:lnTo>
                  <a:pt x="13409" y="144139"/>
                </a:lnTo>
                <a:lnTo>
                  <a:pt x="13409" y="144494"/>
                </a:lnTo>
                <a:lnTo>
                  <a:pt x="13409" y="145204"/>
                </a:lnTo>
                <a:lnTo>
                  <a:pt x="13409" y="145647"/>
                </a:lnTo>
              </a:path>
            </a:pathLst>
          </a:custGeom>
          <a:ln w="1946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011609" y="3669905"/>
            <a:ext cx="13789" cy="70933"/>
          </a:xfrm>
          <a:custGeom>
            <a:avLst/>
            <a:gdLst/>
            <a:ahLst/>
            <a:cxnLst/>
            <a:rect l="l" t="t" r="r" b="b"/>
            <a:pathLst>
              <a:path w="13789" h="70933">
                <a:moveTo>
                  <a:pt x="0" y="0"/>
                </a:moveTo>
                <a:lnTo>
                  <a:pt x="0" y="621"/>
                </a:lnTo>
                <a:lnTo>
                  <a:pt x="380" y="1242"/>
                </a:lnTo>
                <a:lnTo>
                  <a:pt x="380" y="1686"/>
                </a:lnTo>
                <a:lnTo>
                  <a:pt x="380" y="2307"/>
                </a:lnTo>
                <a:lnTo>
                  <a:pt x="380" y="2751"/>
                </a:lnTo>
                <a:lnTo>
                  <a:pt x="380" y="3372"/>
                </a:lnTo>
                <a:lnTo>
                  <a:pt x="761" y="3816"/>
                </a:lnTo>
                <a:lnTo>
                  <a:pt x="761" y="4437"/>
                </a:lnTo>
                <a:lnTo>
                  <a:pt x="761" y="4881"/>
                </a:lnTo>
                <a:lnTo>
                  <a:pt x="761" y="5502"/>
                </a:lnTo>
                <a:lnTo>
                  <a:pt x="761" y="5946"/>
                </a:lnTo>
                <a:lnTo>
                  <a:pt x="1142" y="6567"/>
                </a:lnTo>
                <a:lnTo>
                  <a:pt x="1142" y="7011"/>
                </a:lnTo>
                <a:lnTo>
                  <a:pt x="1142" y="7721"/>
                </a:lnTo>
                <a:lnTo>
                  <a:pt x="1142" y="8076"/>
                </a:lnTo>
                <a:lnTo>
                  <a:pt x="1539" y="8520"/>
                </a:lnTo>
                <a:lnTo>
                  <a:pt x="1539" y="9141"/>
                </a:lnTo>
                <a:lnTo>
                  <a:pt x="1539" y="9585"/>
                </a:lnTo>
                <a:lnTo>
                  <a:pt x="1539" y="10295"/>
                </a:lnTo>
                <a:lnTo>
                  <a:pt x="1539" y="10650"/>
                </a:lnTo>
                <a:lnTo>
                  <a:pt x="1539" y="11094"/>
                </a:lnTo>
                <a:lnTo>
                  <a:pt x="1539" y="11715"/>
                </a:lnTo>
                <a:lnTo>
                  <a:pt x="1539" y="12159"/>
                </a:lnTo>
                <a:lnTo>
                  <a:pt x="1539" y="12869"/>
                </a:lnTo>
                <a:lnTo>
                  <a:pt x="1539" y="13224"/>
                </a:lnTo>
                <a:lnTo>
                  <a:pt x="1920" y="13668"/>
                </a:lnTo>
                <a:lnTo>
                  <a:pt x="1920" y="14112"/>
                </a:lnTo>
                <a:lnTo>
                  <a:pt x="1920" y="14733"/>
                </a:lnTo>
                <a:lnTo>
                  <a:pt x="1920" y="15354"/>
                </a:lnTo>
                <a:lnTo>
                  <a:pt x="1920" y="15620"/>
                </a:lnTo>
                <a:lnTo>
                  <a:pt x="2300" y="16242"/>
                </a:lnTo>
                <a:lnTo>
                  <a:pt x="2300" y="16686"/>
                </a:lnTo>
                <a:lnTo>
                  <a:pt x="2300" y="17129"/>
                </a:lnTo>
                <a:lnTo>
                  <a:pt x="2300" y="17751"/>
                </a:lnTo>
                <a:lnTo>
                  <a:pt x="2681" y="18194"/>
                </a:lnTo>
                <a:lnTo>
                  <a:pt x="2681" y="18638"/>
                </a:lnTo>
                <a:lnTo>
                  <a:pt x="2681" y="19082"/>
                </a:lnTo>
                <a:lnTo>
                  <a:pt x="2681" y="19703"/>
                </a:lnTo>
                <a:lnTo>
                  <a:pt x="2681" y="20147"/>
                </a:lnTo>
                <a:lnTo>
                  <a:pt x="3062" y="20502"/>
                </a:lnTo>
                <a:lnTo>
                  <a:pt x="3062" y="21212"/>
                </a:lnTo>
                <a:lnTo>
                  <a:pt x="3062" y="21390"/>
                </a:lnTo>
                <a:lnTo>
                  <a:pt x="3062" y="22011"/>
                </a:lnTo>
                <a:lnTo>
                  <a:pt x="3062" y="22455"/>
                </a:lnTo>
                <a:lnTo>
                  <a:pt x="3443" y="22898"/>
                </a:lnTo>
                <a:lnTo>
                  <a:pt x="3443" y="23342"/>
                </a:lnTo>
                <a:lnTo>
                  <a:pt x="3443" y="23786"/>
                </a:lnTo>
                <a:lnTo>
                  <a:pt x="3443" y="24230"/>
                </a:lnTo>
                <a:lnTo>
                  <a:pt x="3443" y="24851"/>
                </a:lnTo>
                <a:lnTo>
                  <a:pt x="3840" y="25259"/>
                </a:lnTo>
                <a:lnTo>
                  <a:pt x="3840" y="25694"/>
                </a:lnTo>
                <a:lnTo>
                  <a:pt x="3840" y="25907"/>
                </a:lnTo>
                <a:lnTo>
                  <a:pt x="3840" y="26546"/>
                </a:lnTo>
                <a:lnTo>
                  <a:pt x="3840" y="26981"/>
                </a:lnTo>
                <a:lnTo>
                  <a:pt x="3840" y="27407"/>
                </a:lnTo>
                <a:lnTo>
                  <a:pt x="3840" y="27833"/>
                </a:lnTo>
                <a:lnTo>
                  <a:pt x="3840" y="28259"/>
                </a:lnTo>
                <a:lnTo>
                  <a:pt x="3840" y="28694"/>
                </a:lnTo>
                <a:lnTo>
                  <a:pt x="4221" y="29333"/>
                </a:lnTo>
                <a:lnTo>
                  <a:pt x="4221" y="29546"/>
                </a:lnTo>
                <a:lnTo>
                  <a:pt x="4221" y="29981"/>
                </a:lnTo>
                <a:lnTo>
                  <a:pt x="4221" y="30620"/>
                </a:lnTo>
                <a:lnTo>
                  <a:pt x="4221" y="30833"/>
                </a:lnTo>
                <a:lnTo>
                  <a:pt x="4601" y="31268"/>
                </a:lnTo>
                <a:lnTo>
                  <a:pt x="4601" y="31907"/>
                </a:lnTo>
                <a:lnTo>
                  <a:pt x="4601" y="32120"/>
                </a:lnTo>
                <a:lnTo>
                  <a:pt x="4601" y="32555"/>
                </a:lnTo>
                <a:lnTo>
                  <a:pt x="4601" y="32981"/>
                </a:lnTo>
                <a:lnTo>
                  <a:pt x="4982" y="33407"/>
                </a:lnTo>
                <a:lnTo>
                  <a:pt x="4982" y="33842"/>
                </a:lnTo>
                <a:lnTo>
                  <a:pt x="4982" y="34268"/>
                </a:lnTo>
                <a:lnTo>
                  <a:pt x="4982" y="34694"/>
                </a:lnTo>
                <a:lnTo>
                  <a:pt x="5363" y="35129"/>
                </a:lnTo>
                <a:lnTo>
                  <a:pt x="5363" y="35342"/>
                </a:lnTo>
                <a:lnTo>
                  <a:pt x="5363" y="35981"/>
                </a:lnTo>
                <a:lnTo>
                  <a:pt x="5363" y="36416"/>
                </a:lnTo>
                <a:lnTo>
                  <a:pt x="5363" y="36629"/>
                </a:lnTo>
                <a:lnTo>
                  <a:pt x="5744" y="37055"/>
                </a:lnTo>
                <a:lnTo>
                  <a:pt x="5744" y="37694"/>
                </a:lnTo>
                <a:lnTo>
                  <a:pt x="5744" y="37916"/>
                </a:lnTo>
                <a:lnTo>
                  <a:pt x="5744" y="38342"/>
                </a:lnTo>
                <a:lnTo>
                  <a:pt x="5744" y="38768"/>
                </a:lnTo>
                <a:lnTo>
                  <a:pt x="5744" y="38981"/>
                </a:lnTo>
                <a:lnTo>
                  <a:pt x="5744" y="39416"/>
                </a:lnTo>
                <a:lnTo>
                  <a:pt x="5744" y="39842"/>
                </a:lnTo>
                <a:lnTo>
                  <a:pt x="5744" y="40268"/>
                </a:lnTo>
                <a:lnTo>
                  <a:pt x="5744" y="40703"/>
                </a:lnTo>
                <a:lnTo>
                  <a:pt x="6125" y="41129"/>
                </a:lnTo>
                <a:lnTo>
                  <a:pt x="6125" y="41342"/>
                </a:lnTo>
                <a:lnTo>
                  <a:pt x="6125" y="41768"/>
                </a:lnTo>
                <a:lnTo>
                  <a:pt x="6125" y="42203"/>
                </a:lnTo>
                <a:lnTo>
                  <a:pt x="6522" y="42416"/>
                </a:lnTo>
                <a:lnTo>
                  <a:pt x="6522" y="42842"/>
                </a:lnTo>
                <a:lnTo>
                  <a:pt x="6522" y="43277"/>
                </a:lnTo>
                <a:lnTo>
                  <a:pt x="6522" y="43703"/>
                </a:lnTo>
                <a:lnTo>
                  <a:pt x="6522" y="43916"/>
                </a:lnTo>
                <a:lnTo>
                  <a:pt x="6902" y="44342"/>
                </a:lnTo>
                <a:lnTo>
                  <a:pt x="6902" y="44777"/>
                </a:lnTo>
                <a:lnTo>
                  <a:pt x="6902" y="44990"/>
                </a:lnTo>
                <a:lnTo>
                  <a:pt x="6902" y="45416"/>
                </a:lnTo>
                <a:lnTo>
                  <a:pt x="6902" y="45842"/>
                </a:lnTo>
                <a:lnTo>
                  <a:pt x="7283" y="46064"/>
                </a:lnTo>
                <a:lnTo>
                  <a:pt x="7283" y="46490"/>
                </a:lnTo>
                <a:lnTo>
                  <a:pt x="7283" y="46916"/>
                </a:lnTo>
                <a:lnTo>
                  <a:pt x="7283" y="47129"/>
                </a:lnTo>
                <a:lnTo>
                  <a:pt x="7283" y="47564"/>
                </a:lnTo>
                <a:lnTo>
                  <a:pt x="7664" y="47990"/>
                </a:lnTo>
                <a:lnTo>
                  <a:pt x="7664" y="48416"/>
                </a:lnTo>
                <a:lnTo>
                  <a:pt x="7664" y="48851"/>
                </a:lnTo>
                <a:lnTo>
                  <a:pt x="8045" y="49277"/>
                </a:lnTo>
                <a:lnTo>
                  <a:pt x="8045" y="49490"/>
                </a:lnTo>
                <a:lnTo>
                  <a:pt x="8045" y="49925"/>
                </a:lnTo>
                <a:lnTo>
                  <a:pt x="8045" y="50351"/>
                </a:lnTo>
                <a:lnTo>
                  <a:pt x="8045" y="50564"/>
                </a:lnTo>
                <a:lnTo>
                  <a:pt x="8045" y="50777"/>
                </a:lnTo>
                <a:lnTo>
                  <a:pt x="8045" y="51203"/>
                </a:lnTo>
                <a:lnTo>
                  <a:pt x="8045" y="51638"/>
                </a:lnTo>
                <a:lnTo>
                  <a:pt x="8045" y="51851"/>
                </a:lnTo>
                <a:lnTo>
                  <a:pt x="8045" y="52064"/>
                </a:lnTo>
                <a:lnTo>
                  <a:pt x="8426" y="52490"/>
                </a:lnTo>
                <a:lnTo>
                  <a:pt x="8426" y="52924"/>
                </a:lnTo>
                <a:lnTo>
                  <a:pt x="8426" y="53137"/>
                </a:lnTo>
                <a:lnTo>
                  <a:pt x="8426" y="53351"/>
                </a:lnTo>
                <a:lnTo>
                  <a:pt x="8426" y="53777"/>
                </a:lnTo>
                <a:lnTo>
                  <a:pt x="8807" y="54211"/>
                </a:lnTo>
                <a:lnTo>
                  <a:pt x="8807" y="54637"/>
                </a:lnTo>
                <a:lnTo>
                  <a:pt x="8807" y="55063"/>
                </a:lnTo>
                <a:lnTo>
                  <a:pt x="9203" y="55277"/>
                </a:lnTo>
                <a:lnTo>
                  <a:pt x="9203" y="55498"/>
                </a:lnTo>
                <a:lnTo>
                  <a:pt x="9203" y="55711"/>
                </a:lnTo>
                <a:lnTo>
                  <a:pt x="9203" y="56137"/>
                </a:lnTo>
                <a:lnTo>
                  <a:pt x="9203" y="56563"/>
                </a:lnTo>
                <a:lnTo>
                  <a:pt x="9584" y="56785"/>
                </a:lnTo>
                <a:lnTo>
                  <a:pt x="9584" y="56998"/>
                </a:lnTo>
                <a:lnTo>
                  <a:pt x="9584" y="57211"/>
                </a:lnTo>
                <a:lnTo>
                  <a:pt x="9584" y="57637"/>
                </a:lnTo>
                <a:lnTo>
                  <a:pt x="9584" y="57850"/>
                </a:lnTo>
                <a:lnTo>
                  <a:pt x="9965" y="58072"/>
                </a:lnTo>
                <a:lnTo>
                  <a:pt x="9965" y="58498"/>
                </a:lnTo>
                <a:lnTo>
                  <a:pt x="9965" y="58711"/>
                </a:lnTo>
                <a:lnTo>
                  <a:pt x="9965" y="59137"/>
                </a:lnTo>
                <a:lnTo>
                  <a:pt x="9965" y="59359"/>
                </a:lnTo>
                <a:lnTo>
                  <a:pt x="9965" y="59785"/>
                </a:lnTo>
                <a:lnTo>
                  <a:pt x="9965" y="59998"/>
                </a:lnTo>
                <a:lnTo>
                  <a:pt x="9965" y="60211"/>
                </a:lnTo>
                <a:lnTo>
                  <a:pt x="10346" y="60424"/>
                </a:lnTo>
                <a:lnTo>
                  <a:pt x="10346" y="60859"/>
                </a:lnTo>
                <a:lnTo>
                  <a:pt x="10346" y="61072"/>
                </a:lnTo>
                <a:lnTo>
                  <a:pt x="10346" y="61498"/>
                </a:lnTo>
                <a:lnTo>
                  <a:pt x="10727" y="61711"/>
                </a:lnTo>
                <a:lnTo>
                  <a:pt x="10727" y="62146"/>
                </a:lnTo>
                <a:lnTo>
                  <a:pt x="10727" y="62359"/>
                </a:lnTo>
                <a:lnTo>
                  <a:pt x="10727" y="62572"/>
                </a:lnTo>
                <a:lnTo>
                  <a:pt x="10727" y="62785"/>
                </a:lnTo>
                <a:lnTo>
                  <a:pt x="11108" y="62998"/>
                </a:lnTo>
                <a:lnTo>
                  <a:pt x="11108" y="63211"/>
                </a:lnTo>
                <a:lnTo>
                  <a:pt x="11108" y="63646"/>
                </a:lnTo>
                <a:lnTo>
                  <a:pt x="11108" y="63859"/>
                </a:lnTo>
                <a:lnTo>
                  <a:pt x="11488" y="64072"/>
                </a:lnTo>
                <a:lnTo>
                  <a:pt x="11488" y="64498"/>
                </a:lnTo>
                <a:lnTo>
                  <a:pt x="11488" y="64711"/>
                </a:lnTo>
                <a:lnTo>
                  <a:pt x="11488" y="64933"/>
                </a:lnTo>
                <a:lnTo>
                  <a:pt x="11885" y="64933"/>
                </a:lnTo>
                <a:lnTo>
                  <a:pt x="11885" y="65359"/>
                </a:lnTo>
                <a:lnTo>
                  <a:pt x="11885" y="65572"/>
                </a:lnTo>
                <a:lnTo>
                  <a:pt x="11885" y="65785"/>
                </a:lnTo>
                <a:lnTo>
                  <a:pt x="11885" y="65998"/>
                </a:lnTo>
                <a:lnTo>
                  <a:pt x="12266" y="66220"/>
                </a:lnTo>
                <a:lnTo>
                  <a:pt x="12266" y="66433"/>
                </a:lnTo>
                <a:lnTo>
                  <a:pt x="12266" y="66646"/>
                </a:lnTo>
                <a:lnTo>
                  <a:pt x="12266" y="66859"/>
                </a:lnTo>
                <a:lnTo>
                  <a:pt x="12266" y="67072"/>
                </a:lnTo>
                <a:lnTo>
                  <a:pt x="12266" y="67285"/>
                </a:lnTo>
                <a:lnTo>
                  <a:pt x="12266" y="67507"/>
                </a:lnTo>
                <a:lnTo>
                  <a:pt x="12266" y="67720"/>
                </a:lnTo>
                <a:lnTo>
                  <a:pt x="12266" y="67933"/>
                </a:lnTo>
                <a:lnTo>
                  <a:pt x="12647" y="68359"/>
                </a:lnTo>
                <a:lnTo>
                  <a:pt x="12647" y="68572"/>
                </a:lnTo>
                <a:lnTo>
                  <a:pt x="12647" y="68794"/>
                </a:lnTo>
                <a:lnTo>
                  <a:pt x="13028" y="69007"/>
                </a:lnTo>
                <a:lnTo>
                  <a:pt x="13028" y="69220"/>
                </a:lnTo>
                <a:lnTo>
                  <a:pt x="13028" y="69433"/>
                </a:lnTo>
                <a:lnTo>
                  <a:pt x="13028" y="69646"/>
                </a:lnTo>
                <a:lnTo>
                  <a:pt x="13409" y="69859"/>
                </a:lnTo>
                <a:lnTo>
                  <a:pt x="13409" y="70072"/>
                </a:lnTo>
                <a:lnTo>
                  <a:pt x="13409" y="70294"/>
                </a:lnTo>
                <a:lnTo>
                  <a:pt x="13409" y="70507"/>
                </a:lnTo>
                <a:lnTo>
                  <a:pt x="13789" y="70720"/>
                </a:lnTo>
                <a:lnTo>
                  <a:pt x="13789" y="70933"/>
                </a:lnTo>
              </a:path>
            </a:pathLst>
          </a:custGeom>
          <a:ln w="192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025399" y="3733764"/>
            <a:ext cx="13409" cy="13721"/>
          </a:xfrm>
          <a:custGeom>
            <a:avLst/>
            <a:gdLst/>
            <a:ahLst/>
            <a:cxnLst/>
            <a:rect l="l" t="t" r="r" b="b"/>
            <a:pathLst>
              <a:path w="13409" h="13721">
                <a:moveTo>
                  <a:pt x="0" y="7073"/>
                </a:moveTo>
                <a:lnTo>
                  <a:pt x="0" y="7286"/>
                </a:lnTo>
                <a:lnTo>
                  <a:pt x="0" y="7499"/>
                </a:lnTo>
                <a:lnTo>
                  <a:pt x="380" y="7721"/>
                </a:lnTo>
                <a:lnTo>
                  <a:pt x="380" y="7934"/>
                </a:lnTo>
                <a:lnTo>
                  <a:pt x="380" y="8147"/>
                </a:lnTo>
                <a:lnTo>
                  <a:pt x="380" y="8360"/>
                </a:lnTo>
                <a:lnTo>
                  <a:pt x="380" y="8573"/>
                </a:lnTo>
                <a:lnTo>
                  <a:pt x="380" y="8786"/>
                </a:lnTo>
                <a:lnTo>
                  <a:pt x="777" y="9008"/>
                </a:lnTo>
                <a:lnTo>
                  <a:pt x="777" y="9221"/>
                </a:lnTo>
                <a:lnTo>
                  <a:pt x="777" y="9434"/>
                </a:lnTo>
                <a:lnTo>
                  <a:pt x="1158" y="9434"/>
                </a:lnTo>
                <a:lnTo>
                  <a:pt x="1158" y="9647"/>
                </a:lnTo>
                <a:lnTo>
                  <a:pt x="1158" y="9860"/>
                </a:lnTo>
                <a:lnTo>
                  <a:pt x="1158" y="10073"/>
                </a:lnTo>
                <a:lnTo>
                  <a:pt x="1539" y="10286"/>
                </a:lnTo>
                <a:lnTo>
                  <a:pt x="1539" y="10508"/>
                </a:lnTo>
                <a:lnTo>
                  <a:pt x="1920" y="10508"/>
                </a:lnTo>
                <a:lnTo>
                  <a:pt x="1920" y="10721"/>
                </a:lnTo>
                <a:lnTo>
                  <a:pt x="1920" y="10934"/>
                </a:lnTo>
                <a:lnTo>
                  <a:pt x="1920" y="11147"/>
                </a:lnTo>
                <a:lnTo>
                  <a:pt x="2300" y="11147"/>
                </a:lnTo>
                <a:lnTo>
                  <a:pt x="2300" y="11360"/>
                </a:lnTo>
                <a:lnTo>
                  <a:pt x="2300" y="11360"/>
                </a:lnTo>
                <a:lnTo>
                  <a:pt x="2300" y="11573"/>
                </a:lnTo>
                <a:lnTo>
                  <a:pt x="2681" y="11795"/>
                </a:lnTo>
                <a:lnTo>
                  <a:pt x="2681" y="12008"/>
                </a:lnTo>
                <a:lnTo>
                  <a:pt x="2681" y="12221"/>
                </a:lnTo>
                <a:lnTo>
                  <a:pt x="2681" y="12434"/>
                </a:lnTo>
                <a:lnTo>
                  <a:pt x="3078" y="12434"/>
                </a:lnTo>
                <a:lnTo>
                  <a:pt x="3078" y="12647"/>
                </a:lnTo>
                <a:lnTo>
                  <a:pt x="3459" y="12647"/>
                </a:lnTo>
                <a:lnTo>
                  <a:pt x="3459" y="12860"/>
                </a:lnTo>
                <a:lnTo>
                  <a:pt x="3840" y="12860"/>
                </a:lnTo>
                <a:lnTo>
                  <a:pt x="3840" y="13082"/>
                </a:lnTo>
                <a:lnTo>
                  <a:pt x="4221" y="13082"/>
                </a:lnTo>
                <a:lnTo>
                  <a:pt x="4221" y="13295"/>
                </a:lnTo>
                <a:lnTo>
                  <a:pt x="4601" y="13295"/>
                </a:lnTo>
                <a:lnTo>
                  <a:pt x="4601" y="13508"/>
                </a:lnTo>
                <a:lnTo>
                  <a:pt x="4982" y="13508"/>
                </a:lnTo>
                <a:lnTo>
                  <a:pt x="4982" y="13721"/>
                </a:lnTo>
                <a:lnTo>
                  <a:pt x="5363" y="13721"/>
                </a:lnTo>
                <a:lnTo>
                  <a:pt x="5760" y="13721"/>
                </a:lnTo>
                <a:lnTo>
                  <a:pt x="5760" y="13508"/>
                </a:lnTo>
                <a:lnTo>
                  <a:pt x="6141" y="13508"/>
                </a:lnTo>
                <a:lnTo>
                  <a:pt x="6522" y="13508"/>
                </a:lnTo>
                <a:lnTo>
                  <a:pt x="6522" y="13295"/>
                </a:lnTo>
                <a:lnTo>
                  <a:pt x="6522" y="13082"/>
                </a:lnTo>
                <a:lnTo>
                  <a:pt x="6902" y="13082"/>
                </a:lnTo>
                <a:lnTo>
                  <a:pt x="6902" y="12860"/>
                </a:lnTo>
                <a:lnTo>
                  <a:pt x="7283" y="12860"/>
                </a:lnTo>
                <a:lnTo>
                  <a:pt x="7664" y="12647"/>
                </a:lnTo>
                <a:lnTo>
                  <a:pt x="7664" y="12434"/>
                </a:lnTo>
                <a:lnTo>
                  <a:pt x="8045" y="12221"/>
                </a:lnTo>
                <a:lnTo>
                  <a:pt x="8045" y="12008"/>
                </a:lnTo>
                <a:lnTo>
                  <a:pt x="8442" y="11795"/>
                </a:lnTo>
                <a:lnTo>
                  <a:pt x="8822" y="11573"/>
                </a:lnTo>
                <a:lnTo>
                  <a:pt x="8822" y="10721"/>
                </a:lnTo>
                <a:lnTo>
                  <a:pt x="9203" y="10508"/>
                </a:lnTo>
                <a:lnTo>
                  <a:pt x="9203" y="10286"/>
                </a:lnTo>
                <a:lnTo>
                  <a:pt x="9584" y="10073"/>
                </a:lnTo>
                <a:lnTo>
                  <a:pt x="9584" y="9860"/>
                </a:lnTo>
                <a:lnTo>
                  <a:pt x="9584" y="9647"/>
                </a:lnTo>
                <a:lnTo>
                  <a:pt x="9965" y="9434"/>
                </a:lnTo>
                <a:lnTo>
                  <a:pt x="9965" y="9221"/>
                </a:lnTo>
                <a:lnTo>
                  <a:pt x="9965" y="9008"/>
                </a:lnTo>
                <a:lnTo>
                  <a:pt x="10346" y="9008"/>
                </a:lnTo>
                <a:lnTo>
                  <a:pt x="10346" y="8786"/>
                </a:lnTo>
                <a:lnTo>
                  <a:pt x="10346" y="8573"/>
                </a:lnTo>
                <a:lnTo>
                  <a:pt x="10346" y="8360"/>
                </a:lnTo>
                <a:lnTo>
                  <a:pt x="10727" y="8147"/>
                </a:lnTo>
                <a:lnTo>
                  <a:pt x="10727" y="7934"/>
                </a:lnTo>
                <a:lnTo>
                  <a:pt x="10727" y="7721"/>
                </a:lnTo>
                <a:lnTo>
                  <a:pt x="10727" y="7499"/>
                </a:lnTo>
                <a:lnTo>
                  <a:pt x="10727" y="7286"/>
                </a:lnTo>
                <a:lnTo>
                  <a:pt x="10727" y="7073"/>
                </a:lnTo>
                <a:lnTo>
                  <a:pt x="11123" y="6860"/>
                </a:lnTo>
                <a:lnTo>
                  <a:pt x="11123" y="6647"/>
                </a:lnTo>
                <a:lnTo>
                  <a:pt x="11123" y="6434"/>
                </a:lnTo>
                <a:lnTo>
                  <a:pt x="11123" y="6212"/>
                </a:lnTo>
                <a:lnTo>
                  <a:pt x="11123" y="5999"/>
                </a:lnTo>
                <a:lnTo>
                  <a:pt x="11504" y="5999"/>
                </a:lnTo>
                <a:lnTo>
                  <a:pt x="11504" y="5786"/>
                </a:lnTo>
                <a:lnTo>
                  <a:pt x="11504" y="5573"/>
                </a:lnTo>
                <a:lnTo>
                  <a:pt x="11504" y="5360"/>
                </a:lnTo>
                <a:lnTo>
                  <a:pt x="11885" y="5147"/>
                </a:lnTo>
                <a:lnTo>
                  <a:pt x="11885" y="4934"/>
                </a:lnTo>
                <a:lnTo>
                  <a:pt x="11885" y="4712"/>
                </a:lnTo>
                <a:lnTo>
                  <a:pt x="11885" y="4499"/>
                </a:lnTo>
                <a:lnTo>
                  <a:pt x="12266" y="4073"/>
                </a:lnTo>
                <a:lnTo>
                  <a:pt x="12266" y="3860"/>
                </a:lnTo>
                <a:lnTo>
                  <a:pt x="12266" y="3647"/>
                </a:lnTo>
                <a:lnTo>
                  <a:pt x="12266" y="3425"/>
                </a:lnTo>
                <a:lnTo>
                  <a:pt x="12647" y="3425"/>
                </a:lnTo>
                <a:lnTo>
                  <a:pt x="12647" y="3212"/>
                </a:lnTo>
                <a:lnTo>
                  <a:pt x="12647" y="2999"/>
                </a:lnTo>
                <a:lnTo>
                  <a:pt x="12647" y="2786"/>
                </a:lnTo>
                <a:lnTo>
                  <a:pt x="12647" y="2573"/>
                </a:lnTo>
                <a:lnTo>
                  <a:pt x="13028" y="2360"/>
                </a:lnTo>
                <a:lnTo>
                  <a:pt x="13028" y="2139"/>
                </a:lnTo>
                <a:lnTo>
                  <a:pt x="13028" y="1925"/>
                </a:lnTo>
                <a:lnTo>
                  <a:pt x="13028" y="1712"/>
                </a:lnTo>
                <a:lnTo>
                  <a:pt x="13028" y="1499"/>
                </a:lnTo>
                <a:lnTo>
                  <a:pt x="13028" y="1286"/>
                </a:lnTo>
                <a:lnTo>
                  <a:pt x="13028" y="1073"/>
                </a:lnTo>
                <a:lnTo>
                  <a:pt x="13028" y="852"/>
                </a:lnTo>
                <a:lnTo>
                  <a:pt x="13028" y="639"/>
                </a:lnTo>
                <a:lnTo>
                  <a:pt x="13028" y="426"/>
                </a:lnTo>
                <a:lnTo>
                  <a:pt x="13409" y="213"/>
                </a:lnTo>
                <a:lnTo>
                  <a:pt x="13409" y="0"/>
                </a:lnTo>
              </a:path>
            </a:pathLst>
          </a:custGeom>
          <a:ln w="153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2038808" y="3652065"/>
            <a:ext cx="13805" cy="81699"/>
          </a:xfrm>
          <a:custGeom>
            <a:avLst/>
            <a:gdLst/>
            <a:ahLst/>
            <a:cxnLst/>
            <a:rect l="l" t="t" r="r" b="b"/>
            <a:pathLst>
              <a:path w="13805" h="81699">
                <a:moveTo>
                  <a:pt x="0" y="81699"/>
                </a:moveTo>
                <a:lnTo>
                  <a:pt x="0" y="81486"/>
                </a:lnTo>
                <a:lnTo>
                  <a:pt x="0" y="81273"/>
                </a:lnTo>
                <a:lnTo>
                  <a:pt x="396" y="80838"/>
                </a:lnTo>
                <a:lnTo>
                  <a:pt x="396" y="80625"/>
                </a:lnTo>
                <a:lnTo>
                  <a:pt x="396" y="80412"/>
                </a:lnTo>
                <a:lnTo>
                  <a:pt x="396" y="79986"/>
                </a:lnTo>
                <a:lnTo>
                  <a:pt x="777" y="79764"/>
                </a:lnTo>
                <a:lnTo>
                  <a:pt x="777" y="79551"/>
                </a:lnTo>
                <a:lnTo>
                  <a:pt x="777" y="79338"/>
                </a:lnTo>
                <a:lnTo>
                  <a:pt x="777" y="79125"/>
                </a:lnTo>
                <a:lnTo>
                  <a:pt x="777" y="78699"/>
                </a:lnTo>
                <a:lnTo>
                  <a:pt x="1158" y="78477"/>
                </a:lnTo>
                <a:lnTo>
                  <a:pt x="1158" y="78264"/>
                </a:lnTo>
                <a:lnTo>
                  <a:pt x="1158" y="78051"/>
                </a:lnTo>
                <a:lnTo>
                  <a:pt x="1158" y="77838"/>
                </a:lnTo>
                <a:lnTo>
                  <a:pt x="1158" y="77412"/>
                </a:lnTo>
                <a:lnTo>
                  <a:pt x="1539" y="77199"/>
                </a:lnTo>
                <a:lnTo>
                  <a:pt x="1539" y="76977"/>
                </a:lnTo>
                <a:lnTo>
                  <a:pt x="1539" y="76764"/>
                </a:lnTo>
                <a:lnTo>
                  <a:pt x="1539" y="76338"/>
                </a:lnTo>
                <a:lnTo>
                  <a:pt x="1539" y="76125"/>
                </a:lnTo>
                <a:lnTo>
                  <a:pt x="1539" y="75912"/>
                </a:lnTo>
                <a:lnTo>
                  <a:pt x="1539" y="75690"/>
                </a:lnTo>
                <a:lnTo>
                  <a:pt x="1539" y="75264"/>
                </a:lnTo>
                <a:lnTo>
                  <a:pt x="1539" y="75051"/>
                </a:lnTo>
                <a:lnTo>
                  <a:pt x="1920" y="74625"/>
                </a:lnTo>
                <a:lnTo>
                  <a:pt x="1920" y="74190"/>
                </a:lnTo>
                <a:lnTo>
                  <a:pt x="1920" y="73977"/>
                </a:lnTo>
                <a:lnTo>
                  <a:pt x="1920" y="73551"/>
                </a:lnTo>
                <a:lnTo>
                  <a:pt x="2300" y="73338"/>
                </a:lnTo>
                <a:lnTo>
                  <a:pt x="2300" y="73116"/>
                </a:lnTo>
                <a:lnTo>
                  <a:pt x="2300" y="72690"/>
                </a:lnTo>
                <a:lnTo>
                  <a:pt x="2300" y="72477"/>
                </a:lnTo>
                <a:lnTo>
                  <a:pt x="2300" y="72051"/>
                </a:lnTo>
                <a:lnTo>
                  <a:pt x="2697" y="71838"/>
                </a:lnTo>
                <a:lnTo>
                  <a:pt x="2697" y="71616"/>
                </a:lnTo>
                <a:lnTo>
                  <a:pt x="2697" y="71190"/>
                </a:lnTo>
                <a:lnTo>
                  <a:pt x="2697" y="70977"/>
                </a:lnTo>
                <a:lnTo>
                  <a:pt x="3078" y="70764"/>
                </a:lnTo>
                <a:lnTo>
                  <a:pt x="3078" y="70329"/>
                </a:lnTo>
                <a:lnTo>
                  <a:pt x="3078" y="69903"/>
                </a:lnTo>
                <a:lnTo>
                  <a:pt x="3078" y="69690"/>
                </a:lnTo>
                <a:lnTo>
                  <a:pt x="3078" y="69477"/>
                </a:lnTo>
                <a:lnTo>
                  <a:pt x="3459" y="69043"/>
                </a:lnTo>
                <a:lnTo>
                  <a:pt x="3459" y="68616"/>
                </a:lnTo>
                <a:lnTo>
                  <a:pt x="3459" y="68190"/>
                </a:lnTo>
                <a:lnTo>
                  <a:pt x="3459" y="67764"/>
                </a:lnTo>
                <a:lnTo>
                  <a:pt x="3840" y="67330"/>
                </a:lnTo>
                <a:lnTo>
                  <a:pt x="3840" y="66903"/>
                </a:lnTo>
                <a:lnTo>
                  <a:pt x="3840" y="66477"/>
                </a:lnTo>
                <a:lnTo>
                  <a:pt x="3840" y="66256"/>
                </a:lnTo>
                <a:lnTo>
                  <a:pt x="3840" y="65830"/>
                </a:lnTo>
                <a:lnTo>
                  <a:pt x="3840" y="65404"/>
                </a:lnTo>
                <a:lnTo>
                  <a:pt x="3840" y="65191"/>
                </a:lnTo>
                <a:lnTo>
                  <a:pt x="3840" y="64969"/>
                </a:lnTo>
                <a:lnTo>
                  <a:pt x="4221" y="64543"/>
                </a:lnTo>
                <a:lnTo>
                  <a:pt x="4221" y="64117"/>
                </a:lnTo>
                <a:lnTo>
                  <a:pt x="4221" y="63904"/>
                </a:lnTo>
                <a:lnTo>
                  <a:pt x="4221" y="63469"/>
                </a:lnTo>
                <a:lnTo>
                  <a:pt x="4221" y="63043"/>
                </a:lnTo>
                <a:lnTo>
                  <a:pt x="4601" y="62617"/>
                </a:lnTo>
                <a:lnTo>
                  <a:pt x="4601" y="62404"/>
                </a:lnTo>
                <a:lnTo>
                  <a:pt x="4601" y="61969"/>
                </a:lnTo>
                <a:lnTo>
                  <a:pt x="4601" y="61756"/>
                </a:lnTo>
                <a:lnTo>
                  <a:pt x="4601" y="61543"/>
                </a:lnTo>
                <a:lnTo>
                  <a:pt x="4982" y="61117"/>
                </a:lnTo>
                <a:lnTo>
                  <a:pt x="4982" y="60682"/>
                </a:lnTo>
                <a:lnTo>
                  <a:pt x="4982" y="60256"/>
                </a:lnTo>
                <a:lnTo>
                  <a:pt x="4982" y="60043"/>
                </a:lnTo>
                <a:lnTo>
                  <a:pt x="4982" y="59608"/>
                </a:lnTo>
                <a:lnTo>
                  <a:pt x="5379" y="59182"/>
                </a:lnTo>
                <a:lnTo>
                  <a:pt x="5379" y="58969"/>
                </a:lnTo>
                <a:lnTo>
                  <a:pt x="5379" y="58330"/>
                </a:lnTo>
                <a:lnTo>
                  <a:pt x="5379" y="57895"/>
                </a:lnTo>
                <a:lnTo>
                  <a:pt x="5760" y="57682"/>
                </a:lnTo>
                <a:lnTo>
                  <a:pt x="5760" y="57256"/>
                </a:lnTo>
                <a:lnTo>
                  <a:pt x="5760" y="56821"/>
                </a:lnTo>
                <a:lnTo>
                  <a:pt x="5760" y="56608"/>
                </a:lnTo>
                <a:lnTo>
                  <a:pt x="5760" y="56182"/>
                </a:lnTo>
                <a:lnTo>
                  <a:pt x="5760" y="55756"/>
                </a:lnTo>
                <a:lnTo>
                  <a:pt x="5760" y="55534"/>
                </a:lnTo>
                <a:lnTo>
                  <a:pt x="5760" y="55108"/>
                </a:lnTo>
                <a:lnTo>
                  <a:pt x="5760" y="54469"/>
                </a:lnTo>
                <a:lnTo>
                  <a:pt x="5760" y="54256"/>
                </a:lnTo>
                <a:lnTo>
                  <a:pt x="6141" y="53821"/>
                </a:lnTo>
                <a:lnTo>
                  <a:pt x="6141" y="53395"/>
                </a:lnTo>
                <a:lnTo>
                  <a:pt x="6141" y="53182"/>
                </a:lnTo>
                <a:lnTo>
                  <a:pt x="6141" y="52747"/>
                </a:lnTo>
                <a:lnTo>
                  <a:pt x="6141" y="52108"/>
                </a:lnTo>
                <a:lnTo>
                  <a:pt x="6522" y="51895"/>
                </a:lnTo>
                <a:lnTo>
                  <a:pt x="6522" y="51460"/>
                </a:lnTo>
                <a:lnTo>
                  <a:pt x="6522" y="51034"/>
                </a:lnTo>
                <a:lnTo>
                  <a:pt x="6522" y="50608"/>
                </a:lnTo>
                <a:lnTo>
                  <a:pt x="6902" y="50173"/>
                </a:lnTo>
                <a:lnTo>
                  <a:pt x="6902" y="49747"/>
                </a:lnTo>
                <a:lnTo>
                  <a:pt x="6902" y="49534"/>
                </a:lnTo>
                <a:lnTo>
                  <a:pt x="6902" y="48895"/>
                </a:lnTo>
                <a:lnTo>
                  <a:pt x="6902" y="48460"/>
                </a:lnTo>
                <a:lnTo>
                  <a:pt x="7283" y="48247"/>
                </a:lnTo>
                <a:lnTo>
                  <a:pt x="7283" y="47608"/>
                </a:lnTo>
                <a:lnTo>
                  <a:pt x="7283" y="47386"/>
                </a:lnTo>
                <a:lnTo>
                  <a:pt x="7283" y="46960"/>
                </a:lnTo>
                <a:lnTo>
                  <a:pt x="7283" y="46321"/>
                </a:lnTo>
                <a:lnTo>
                  <a:pt x="7664" y="46099"/>
                </a:lnTo>
                <a:lnTo>
                  <a:pt x="7664" y="45673"/>
                </a:lnTo>
                <a:lnTo>
                  <a:pt x="7664" y="45034"/>
                </a:lnTo>
                <a:lnTo>
                  <a:pt x="7664" y="44821"/>
                </a:lnTo>
                <a:lnTo>
                  <a:pt x="7664" y="44386"/>
                </a:lnTo>
                <a:lnTo>
                  <a:pt x="8061" y="43747"/>
                </a:lnTo>
                <a:lnTo>
                  <a:pt x="8061" y="43534"/>
                </a:lnTo>
                <a:lnTo>
                  <a:pt x="8061" y="42868"/>
                </a:lnTo>
                <a:lnTo>
                  <a:pt x="8061" y="42691"/>
                </a:lnTo>
                <a:lnTo>
                  <a:pt x="8061" y="42247"/>
                </a:lnTo>
                <a:lnTo>
                  <a:pt x="8061" y="41626"/>
                </a:lnTo>
                <a:lnTo>
                  <a:pt x="8061" y="41360"/>
                </a:lnTo>
                <a:lnTo>
                  <a:pt x="8061" y="40738"/>
                </a:lnTo>
                <a:lnTo>
                  <a:pt x="8061" y="40295"/>
                </a:lnTo>
                <a:lnTo>
                  <a:pt x="8442" y="39851"/>
                </a:lnTo>
                <a:lnTo>
                  <a:pt x="8442" y="39496"/>
                </a:lnTo>
                <a:lnTo>
                  <a:pt x="8442" y="39052"/>
                </a:lnTo>
                <a:lnTo>
                  <a:pt x="8442" y="38608"/>
                </a:lnTo>
                <a:lnTo>
                  <a:pt x="8442" y="37987"/>
                </a:lnTo>
                <a:lnTo>
                  <a:pt x="8822" y="37721"/>
                </a:lnTo>
                <a:lnTo>
                  <a:pt x="8822" y="37099"/>
                </a:lnTo>
                <a:lnTo>
                  <a:pt x="8822" y="36656"/>
                </a:lnTo>
                <a:lnTo>
                  <a:pt x="8822" y="36212"/>
                </a:lnTo>
                <a:lnTo>
                  <a:pt x="8822" y="35591"/>
                </a:lnTo>
                <a:lnTo>
                  <a:pt x="9203" y="35413"/>
                </a:lnTo>
                <a:lnTo>
                  <a:pt x="9203" y="34703"/>
                </a:lnTo>
                <a:lnTo>
                  <a:pt x="9203" y="34348"/>
                </a:lnTo>
                <a:lnTo>
                  <a:pt x="9203" y="33904"/>
                </a:lnTo>
                <a:lnTo>
                  <a:pt x="9584" y="33194"/>
                </a:lnTo>
                <a:lnTo>
                  <a:pt x="9584" y="33017"/>
                </a:lnTo>
                <a:lnTo>
                  <a:pt x="9584" y="32395"/>
                </a:lnTo>
                <a:lnTo>
                  <a:pt x="9584" y="31952"/>
                </a:lnTo>
                <a:lnTo>
                  <a:pt x="9584" y="31508"/>
                </a:lnTo>
                <a:lnTo>
                  <a:pt x="9965" y="30886"/>
                </a:lnTo>
                <a:lnTo>
                  <a:pt x="9965" y="30443"/>
                </a:lnTo>
                <a:lnTo>
                  <a:pt x="9965" y="29999"/>
                </a:lnTo>
                <a:lnTo>
                  <a:pt x="9965" y="29555"/>
                </a:lnTo>
                <a:lnTo>
                  <a:pt x="9965" y="28934"/>
                </a:lnTo>
                <a:lnTo>
                  <a:pt x="9965" y="28490"/>
                </a:lnTo>
                <a:lnTo>
                  <a:pt x="9965" y="28135"/>
                </a:lnTo>
                <a:lnTo>
                  <a:pt x="9965" y="27425"/>
                </a:lnTo>
                <a:lnTo>
                  <a:pt x="9965" y="26981"/>
                </a:lnTo>
                <a:lnTo>
                  <a:pt x="9965" y="26626"/>
                </a:lnTo>
                <a:lnTo>
                  <a:pt x="10346" y="26182"/>
                </a:lnTo>
                <a:lnTo>
                  <a:pt x="10346" y="25561"/>
                </a:lnTo>
                <a:lnTo>
                  <a:pt x="10346" y="24851"/>
                </a:lnTo>
                <a:lnTo>
                  <a:pt x="10346" y="24407"/>
                </a:lnTo>
                <a:lnTo>
                  <a:pt x="10743" y="24052"/>
                </a:lnTo>
                <a:lnTo>
                  <a:pt x="10743" y="23608"/>
                </a:lnTo>
                <a:lnTo>
                  <a:pt x="10743" y="22987"/>
                </a:lnTo>
                <a:lnTo>
                  <a:pt x="10743" y="22543"/>
                </a:lnTo>
                <a:lnTo>
                  <a:pt x="10743" y="21833"/>
                </a:lnTo>
                <a:lnTo>
                  <a:pt x="11123" y="21478"/>
                </a:lnTo>
                <a:lnTo>
                  <a:pt x="11123" y="21035"/>
                </a:lnTo>
                <a:lnTo>
                  <a:pt x="11123" y="20413"/>
                </a:lnTo>
                <a:lnTo>
                  <a:pt x="11123" y="19970"/>
                </a:lnTo>
                <a:lnTo>
                  <a:pt x="11123" y="19259"/>
                </a:lnTo>
                <a:lnTo>
                  <a:pt x="11504" y="18904"/>
                </a:lnTo>
                <a:lnTo>
                  <a:pt x="11504" y="18194"/>
                </a:lnTo>
                <a:lnTo>
                  <a:pt x="11504" y="17839"/>
                </a:lnTo>
                <a:lnTo>
                  <a:pt x="11504" y="17129"/>
                </a:lnTo>
                <a:lnTo>
                  <a:pt x="11504" y="16686"/>
                </a:lnTo>
                <a:lnTo>
                  <a:pt x="11885" y="16064"/>
                </a:lnTo>
                <a:lnTo>
                  <a:pt x="11885" y="15620"/>
                </a:lnTo>
                <a:lnTo>
                  <a:pt x="11885" y="15265"/>
                </a:lnTo>
                <a:lnTo>
                  <a:pt x="11885" y="14555"/>
                </a:lnTo>
                <a:lnTo>
                  <a:pt x="11885" y="14112"/>
                </a:lnTo>
                <a:lnTo>
                  <a:pt x="11885" y="13490"/>
                </a:lnTo>
                <a:lnTo>
                  <a:pt x="11885" y="13047"/>
                </a:lnTo>
                <a:lnTo>
                  <a:pt x="11885" y="12425"/>
                </a:lnTo>
                <a:lnTo>
                  <a:pt x="11885" y="11982"/>
                </a:lnTo>
                <a:lnTo>
                  <a:pt x="12266" y="11360"/>
                </a:lnTo>
                <a:lnTo>
                  <a:pt x="12266" y="10739"/>
                </a:lnTo>
                <a:lnTo>
                  <a:pt x="12266" y="10118"/>
                </a:lnTo>
                <a:lnTo>
                  <a:pt x="12266" y="9674"/>
                </a:lnTo>
                <a:lnTo>
                  <a:pt x="12266" y="8964"/>
                </a:lnTo>
                <a:lnTo>
                  <a:pt x="12647" y="8343"/>
                </a:lnTo>
                <a:lnTo>
                  <a:pt x="12647" y="7899"/>
                </a:lnTo>
                <a:lnTo>
                  <a:pt x="12647" y="7277"/>
                </a:lnTo>
                <a:lnTo>
                  <a:pt x="12647" y="6834"/>
                </a:lnTo>
                <a:lnTo>
                  <a:pt x="12647" y="6212"/>
                </a:lnTo>
                <a:lnTo>
                  <a:pt x="13028" y="5769"/>
                </a:lnTo>
                <a:lnTo>
                  <a:pt x="13028" y="5147"/>
                </a:lnTo>
                <a:lnTo>
                  <a:pt x="13028" y="4704"/>
                </a:lnTo>
                <a:lnTo>
                  <a:pt x="13028" y="3905"/>
                </a:lnTo>
                <a:lnTo>
                  <a:pt x="13424" y="3461"/>
                </a:lnTo>
                <a:lnTo>
                  <a:pt x="13424" y="2751"/>
                </a:lnTo>
                <a:lnTo>
                  <a:pt x="13424" y="2396"/>
                </a:lnTo>
                <a:lnTo>
                  <a:pt x="13424" y="1686"/>
                </a:lnTo>
                <a:lnTo>
                  <a:pt x="13424" y="133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0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052614" y="3505795"/>
            <a:ext cx="13409" cy="146269"/>
          </a:xfrm>
          <a:custGeom>
            <a:avLst/>
            <a:gdLst/>
            <a:ahLst/>
            <a:cxnLst/>
            <a:rect l="l" t="t" r="r" b="b"/>
            <a:pathLst>
              <a:path w="13409" h="146269">
                <a:moveTo>
                  <a:pt x="0" y="146269"/>
                </a:moveTo>
                <a:lnTo>
                  <a:pt x="0" y="145647"/>
                </a:lnTo>
                <a:lnTo>
                  <a:pt x="0" y="145204"/>
                </a:lnTo>
                <a:lnTo>
                  <a:pt x="0" y="144316"/>
                </a:lnTo>
                <a:lnTo>
                  <a:pt x="380" y="143872"/>
                </a:lnTo>
                <a:lnTo>
                  <a:pt x="380" y="143251"/>
                </a:lnTo>
                <a:lnTo>
                  <a:pt x="380" y="142807"/>
                </a:lnTo>
                <a:lnTo>
                  <a:pt x="380" y="142009"/>
                </a:lnTo>
                <a:lnTo>
                  <a:pt x="380" y="141565"/>
                </a:lnTo>
                <a:lnTo>
                  <a:pt x="380" y="140943"/>
                </a:lnTo>
                <a:lnTo>
                  <a:pt x="380" y="140500"/>
                </a:lnTo>
                <a:lnTo>
                  <a:pt x="380" y="139612"/>
                </a:lnTo>
                <a:lnTo>
                  <a:pt x="380" y="139168"/>
                </a:lnTo>
                <a:lnTo>
                  <a:pt x="761" y="138547"/>
                </a:lnTo>
                <a:lnTo>
                  <a:pt x="761" y="137926"/>
                </a:lnTo>
                <a:lnTo>
                  <a:pt x="761" y="137304"/>
                </a:lnTo>
                <a:lnTo>
                  <a:pt x="761" y="136861"/>
                </a:lnTo>
                <a:lnTo>
                  <a:pt x="761" y="135973"/>
                </a:lnTo>
                <a:lnTo>
                  <a:pt x="1142" y="135529"/>
                </a:lnTo>
                <a:lnTo>
                  <a:pt x="1142" y="134731"/>
                </a:lnTo>
                <a:lnTo>
                  <a:pt x="1142" y="134287"/>
                </a:lnTo>
                <a:lnTo>
                  <a:pt x="1142" y="133577"/>
                </a:lnTo>
                <a:lnTo>
                  <a:pt x="1142" y="132955"/>
                </a:lnTo>
                <a:lnTo>
                  <a:pt x="1523" y="132334"/>
                </a:lnTo>
                <a:lnTo>
                  <a:pt x="1523" y="131713"/>
                </a:lnTo>
                <a:lnTo>
                  <a:pt x="1523" y="131092"/>
                </a:lnTo>
                <a:lnTo>
                  <a:pt x="1523" y="130648"/>
                </a:lnTo>
                <a:lnTo>
                  <a:pt x="1523" y="129760"/>
                </a:lnTo>
                <a:lnTo>
                  <a:pt x="1920" y="129316"/>
                </a:lnTo>
                <a:lnTo>
                  <a:pt x="1920" y="128695"/>
                </a:lnTo>
                <a:lnTo>
                  <a:pt x="1920" y="128074"/>
                </a:lnTo>
                <a:lnTo>
                  <a:pt x="1920" y="127364"/>
                </a:lnTo>
                <a:lnTo>
                  <a:pt x="2300" y="126743"/>
                </a:lnTo>
                <a:lnTo>
                  <a:pt x="2300" y="126121"/>
                </a:lnTo>
                <a:lnTo>
                  <a:pt x="2300" y="125500"/>
                </a:lnTo>
                <a:lnTo>
                  <a:pt x="2300" y="124790"/>
                </a:lnTo>
                <a:lnTo>
                  <a:pt x="2300" y="124169"/>
                </a:lnTo>
                <a:lnTo>
                  <a:pt x="2300" y="123547"/>
                </a:lnTo>
                <a:lnTo>
                  <a:pt x="2300" y="122926"/>
                </a:lnTo>
                <a:lnTo>
                  <a:pt x="2300" y="122216"/>
                </a:lnTo>
                <a:lnTo>
                  <a:pt x="2300" y="121595"/>
                </a:lnTo>
                <a:lnTo>
                  <a:pt x="2300" y="120973"/>
                </a:lnTo>
                <a:lnTo>
                  <a:pt x="2681" y="120352"/>
                </a:lnTo>
                <a:lnTo>
                  <a:pt x="2681" y="119642"/>
                </a:lnTo>
                <a:lnTo>
                  <a:pt x="2681" y="119021"/>
                </a:lnTo>
                <a:lnTo>
                  <a:pt x="2681" y="118400"/>
                </a:lnTo>
                <a:lnTo>
                  <a:pt x="2681" y="117778"/>
                </a:lnTo>
                <a:lnTo>
                  <a:pt x="3062" y="116891"/>
                </a:lnTo>
                <a:lnTo>
                  <a:pt x="3062" y="116447"/>
                </a:lnTo>
                <a:lnTo>
                  <a:pt x="3062" y="115648"/>
                </a:lnTo>
                <a:lnTo>
                  <a:pt x="3062" y="114938"/>
                </a:lnTo>
                <a:lnTo>
                  <a:pt x="3443" y="114494"/>
                </a:lnTo>
                <a:lnTo>
                  <a:pt x="3443" y="113695"/>
                </a:lnTo>
                <a:lnTo>
                  <a:pt x="3443" y="113074"/>
                </a:lnTo>
                <a:lnTo>
                  <a:pt x="3443" y="112364"/>
                </a:lnTo>
                <a:lnTo>
                  <a:pt x="3443" y="111743"/>
                </a:lnTo>
                <a:lnTo>
                  <a:pt x="3824" y="110855"/>
                </a:lnTo>
                <a:lnTo>
                  <a:pt x="3824" y="110500"/>
                </a:lnTo>
                <a:lnTo>
                  <a:pt x="3824" y="109790"/>
                </a:lnTo>
                <a:lnTo>
                  <a:pt x="3824" y="108991"/>
                </a:lnTo>
                <a:lnTo>
                  <a:pt x="3824" y="108281"/>
                </a:lnTo>
                <a:lnTo>
                  <a:pt x="4205" y="107660"/>
                </a:lnTo>
                <a:lnTo>
                  <a:pt x="4205" y="107039"/>
                </a:lnTo>
                <a:lnTo>
                  <a:pt x="4205" y="106151"/>
                </a:lnTo>
                <a:lnTo>
                  <a:pt x="4205" y="105530"/>
                </a:lnTo>
                <a:lnTo>
                  <a:pt x="4205" y="105086"/>
                </a:lnTo>
                <a:lnTo>
                  <a:pt x="4601" y="104287"/>
                </a:lnTo>
                <a:lnTo>
                  <a:pt x="4601" y="103577"/>
                </a:lnTo>
                <a:lnTo>
                  <a:pt x="4601" y="102779"/>
                </a:lnTo>
                <a:lnTo>
                  <a:pt x="4601" y="102068"/>
                </a:lnTo>
                <a:lnTo>
                  <a:pt x="4601" y="101447"/>
                </a:lnTo>
                <a:lnTo>
                  <a:pt x="4601" y="100826"/>
                </a:lnTo>
                <a:lnTo>
                  <a:pt x="4601" y="100205"/>
                </a:lnTo>
                <a:lnTo>
                  <a:pt x="4601" y="99317"/>
                </a:lnTo>
                <a:lnTo>
                  <a:pt x="4601" y="98696"/>
                </a:lnTo>
                <a:lnTo>
                  <a:pt x="4982" y="97986"/>
                </a:lnTo>
                <a:lnTo>
                  <a:pt x="4982" y="97364"/>
                </a:lnTo>
                <a:lnTo>
                  <a:pt x="4982" y="96743"/>
                </a:lnTo>
                <a:lnTo>
                  <a:pt x="4982" y="95856"/>
                </a:lnTo>
                <a:lnTo>
                  <a:pt x="4982" y="95234"/>
                </a:lnTo>
                <a:lnTo>
                  <a:pt x="5363" y="94347"/>
                </a:lnTo>
                <a:lnTo>
                  <a:pt x="5363" y="93725"/>
                </a:lnTo>
                <a:lnTo>
                  <a:pt x="5363" y="93104"/>
                </a:lnTo>
                <a:lnTo>
                  <a:pt x="5363" y="92217"/>
                </a:lnTo>
                <a:lnTo>
                  <a:pt x="5363" y="91595"/>
                </a:lnTo>
                <a:lnTo>
                  <a:pt x="5744" y="90974"/>
                </a:lnTo>
                <a:lnTo>
                  <a:pt x="5744" y="90086"/>
                </a:lnTo>
                <a:lnTo>
                  <a:pt x="5744" y="89465"/>
                </a:lnTo>
                <a:lnTo>
                  <a:pt x="5744" y="88844"/>
                </a:lnTo>
                <a:lnTo>
                  <a:pt x="5744" y="88134"/>
                </a:lnTo>
                <a:lnTo>
                  <a:pt x="6125" y="87335"/>
                </a:lnTo>
                <a:lnTo>
                  <a:pt x="6125" y="86625"/>
                </a:lnTo>
                <a:lnTo>
                  <a:pt x="6125" y="86004"/>
                </a:lnTo>
                <a:lnTo>
                  <a:pt x="6125" y="85205"/>
                </a:lnTo>
                <a:lnTo>
                  <a:pt x="6506" y="84495"/>
                </a:lnTo>
                <a:lnTo>
                  <a:pt x="6506" y="83874"/>
                </a:lnTo>
                <a:lnTo>
                  <a:pt x="6506" y="82986"/>
                </a:lnTo>
                <a:lnTo>
                  <a:pt x="6506" y="82187"/>
                </a:lnTo>
                <a:lnTo>
                  <a:pt x="6506" y="81477"/>
                </a:lnTo>
                <a:lnTo>
                  <a:pt x="6506" y="80678"/>
                </a:lnTo>
                <a:lnTo>
                  <a:pt x="6506" y="80057"/>
                </a:lnTo>
                <a:lnTo>
                  <a:pt x="6506" y="79170"/>
                </a:lnTo>
                <a:lnTo>
                  <a:pt x="6506" y="78548"/>
                </a:lnTo>
                <a:lnTo>
                  <a:pt x="6506" y="77838"/>
                </a:lnTo>
                <a:lnTo>
                  <a:pt x="6886" y="77039"/>
                </a:lnTo>
                <a:lnTo>
                  <a:pt x="6886" y="76329"/>
                </a:lnTo>
                <a:lnTo>
                  <a:pt x="6886" y="75531"/>
                </a:lnTo>
                <a:lnTo>
                  <a:pt x="6886" y="74909"/>
                </a:lnTo>
                <a:lnTo>
                  <a:pt x="6886" y="74199"/>
                </a:lnTo>
                <a:lnTo>
                  <a:pt x="7283" y="73134"/>
                </a:lnTo>
                <a:lnTo>
                  <a:pt x="7283" y="72513"/>
                </a:lnTo>
                <a:lnTo>
                  <a:pt x="7283" y="71892"/>
                </a:lnTo>
                <a:lnTo>
                  <a:pt x="7283" y="71004"/>
                </a:lnTo>
                <a:lnTo>
                  <a:pt x="7664" y="70383"/>
                </a:lnTo>
                <a:lnTo>
                  <a:pt x="7664" y="69761"/>
                </a:lnTo>
                <a:lnTo>
                  <a:pt x="7664" y="68608"/>
                </a:lnTo>
                <a:lnTo>
                  <a:pt x="7664" y="67986"/>
                </a:lnTo>
                <a:lnTo>
                  <a:pt x="7664" y="67365"/>
                </a:lnTo>
                <a:lnTo>
                  <a:pt x="8045" y="66477"/>
                </a:lnTo>
                <a:lnTo>
                  <a:pt x="8045" y="65856"/>
                </a:lnTo>
                <a:lnTo>
                  <a:pt x="8045" y="64969"/>
                </a:lnTo>
                <a:lnTo>
                  <a:pt x="8045" y="64170"/>
                </a:lnTo>
                <a:lnTo>
                  <a:pt x="8045" y="63460"/>
                </a:lnTo>
                <a:lnTo>
                  <a:pt x="8426" y="62661"/>
                </a:lnTo>
                <a:lnTo>
                  <a:pt x="8426" y="61773"/>
                </a:lnTo>
                <a:lnTo>
                  <a:pt x="8426" y="61152"/>
                </a:lnTo>
                <a:lnTo>
                  <a:pt x="8426" y="60265"/>
                </a:lnTo>
                <a:lnTo>
                  <a:pt x="8426" y="59643"/>
                </a:lnTo>
                <a:lnTo>
                  <a:pt x="8807" y="58756"/>
                </a:lnTo>
                <a:lnTo>
                  <a:pt x="8807" y="57957"/>
                </a:lnTo>
                <a:lnTo>
                  <a:pt x="8807" y="57247"/>
                </a:lnTo>
                <a:lnTo>
                  <a:pt x="8807" y="56448"/>
                </a:lnTo>
                <a:lnTo>
                  <a:pt x="8807" y="55561"/>
                </a:lnTo>
                <a:lnTo>
                  <a:pt x="8807" y="54939"/>
                </a:lnTo>
                <a:lnTo>
                  <a:pt x="8807" y="54318"/>
                </a:lnTo>
                <a:lnTo>
                  <a:pt x="8807" y="53253"/>
                </a:lnTo>
                <a:lnTo>
                  <a:pt x="8807" y="52543"/>
                </a:lnTo>
                <a:lnTo>
                  <a:pt x="9187" y="51744"/>
                </a:lnTo>
                <a:lnTo>
                  <a:pt x="9187" y="50856"/>
                </a:lnTo>
                <a:lnTo>
                  <a:pt x="9187" y="50235"/>
                </a:lnTo>
                <a:lnTo>
                  <a:pt x="9187" y="49348"/>
                </a:lnTo>
                <a:lnTo>
                  <a:pt x="9187" y="48460"/>
                </a:lnTo>
                <a:lnTo>
                  <a:pt x="9568" y="47839"/>
                </a:lnTo>
                <a:lnTo>
                  <a:pt x="9568" y="46951"/>
                </a:lnTo>
                <a:lnTo>
                  <a:pt x="9568" y="46152"/>
                </a:lnTo>
                <a:lnTo>
                  <a:pt x="9568" y="45265"/>
                </a:lnTo>
                <a:lnTo>
                  <a:pt x="9568" y="44644"/>
                </a:lnTo>
                <a:lnTo>
                  <a:pt x="9965" y="43756"/>
                </a:lnTo>
                <a:lnTo>
                  <a:pt x="9965" y="42957"/>
                </a:lnTo>
                <a:lnTo>
                  <a:pt x="9965" y="42247"/>
                </a:lnTo>
                <a:lnTo>
                  <a:pt x="9965" y="41182"/>
                </a:lnTo>
                <a:lnTo>
                  <a:pt x="10346" y="40561"/>
                </a:lnTo>
                <a:lnTo>
                  <a:pt x="10346" y="39673"/>
                </a:lnTo>
                <a:lnTo>
                  <a:pt x="10346" y="38874"/>
                </a:lnTo>
                <a:lnTo>
                  <a:pt x="10346" y="37987"/>
                </a:lnTo>
                <a:lnTo>
                  <a:pt x="10346" y="37366"/>
                </a:lnTo>
                <a:lnTo>
                  <a:pt x="10727" y="36478"/>
                </a:lnTo>
                <a:lnTo>
                  <a:pt x="10727" y="35591"/>
                </a:lnTo>
                <a:lnTo>
                  <a:pt x="10727" y="34792"/>
                </a:lnTo>
                <a:lnTo>
                  <a:pt x="10727" y="34170"/>
                </a:lnTo>
                <a:lnTo>
                  <a:pt x="10727" y="33017"/>
                </a:lnTo>
                <a:lnTo>
                  <a:pt x="10727" y="32395"/>
                </a:lnTo>
                <a:lnTo>
                  <a:pt x="10727" y="31597"/>
                </a:lnTo>
                <a:lnTo>
                  <a:pt x="10727" y="30709"/>
                </a:lnTo>
                <a:lnTo>
                  <a:pt x="10727" y="29821"/>
                </a:lnTo>
                <a:lnTo>
                  <a:pt x="10727" y="29200"/>
                </a:lnTo>
                <a:lnTo>
                  <a:pt x="11108" y="28313"/>
                </a:lnTo>
                <a:lnTo>
                  <a:pt x="11108" y="27247"/>
                </a:lnTo>
                <a:lnTo>
                  <a:pt x="11108" y="26626"/>
                </a:lnTo>
                <a:lnTo>
                  <a:pt x="11108" y="25739"/>
                </a:lnTo>
                <a:lnTo>
                  <a:pt x="11488" y="24940"/>
                </a:lnTo>
                <a:lnTo>
                  <a:pt x="11488" y="24052"/>
                </a:lnTo>
                <a:lnTo>
                  <a:pt x="11488" y="23431"/>
                </a:lnTo>
                <a:lnTo>
                  <a:pt x="11488" y="22366"/>
                </a:lnTo>
                <a:lnTo>
                  <a:pt x="11488" y="21478"/>
                </a:lnTo>
                <a:lnTo>
                  <a:pt x="11869" y="20857"/>
                </a:lnTo>
                <a:lnTo>
                  <a:pt x="11869" y="19970"/>
                </a:lnTo>
                <a:lnTo>
                  <a:pt x="11869" y="18904"/>
                </a:lnTo>
                <a:lnTo>
                  <a:pt x="11869" y="18283"/>
                </a:lnTo>
                <a:lnTo>
                  <a:pt x="11869" y="17396"/>
                </a:lnTo>
                <a:lnTo>
                  <a:pt x="12250" y="16508"/>
                </a:lnTo>
                <a:lnTo>
                  <a:pt x="12250" y="15709"/>
                </a:lnTo>
                <a:lnTo>
                  <a:pt x="12250" y="14822"/>
                </a:lnTo>
                <a:lnTo>
                  <a:pt x="12250" y="13934"/>
                </a:lnTo>
                <a:lnTo>
                  <a:pt x="12250" y="13135"/>
                </a:lnTo>
                <a:lnTo>
                  <a:pt x="12647" y="12248"/>
                </a:lnTo>
                <a:lnTo>
                  <a:pt x="12647" y="11360"/>
                </a:lnTo>
                <a:lnTo>
                  <a:pt x="12647" y="10561"/>
                </a:lnTo>
                <a:lnTo>
                  <a:pt x="12647" y="9674"/>
                </a:lnTo>
                <a:lnTo>
                  <a:pt x="13028" y="8786"/>
                </a:lnTo>
                <a:lnTo>
                  <a:pt x="13028" y="7988"/>
                </a:lnTo>
                <a:lnTo>
                  <a:pt x="13028" y="7100"/>
                </a:lnTo>
                <a:lnTo>
                  <a:pt x="13028" y="6212"/>
                </a:lnTo>
                <a:lnTo>
                  <a:pt x="13028" y="5414"/>
                </a:lnTo>
                <a:lnTo>
                  <a:pt x="13028" y="4526"/>
                </a:lnTo>
                <a:lnTo>
                  <a:pt x="13028" y="3638"/>
                </a:lnTo>
                <a:lnTo>
                  <a:pt x="13028" y="2840"/>
                </a:lnTo>
                <a:lnTo>
                  <a:pt x="13028" y="1952"/>
                </a:lnTo>
                <a:lnTo>
                  <a:pt x="13028" y="1065"/>
                </a:lnTo>
                <a:lnTo>
                  <a:pt x="13409" y="0"/>
                </a:lnTo>
              </a:path>
            </a:pathLst>
          </a:custGeom>
          <a:ln w="1947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066023" y="3310888"/>
            <a:ext cx="13789" cy="194907"/>
          </a:xfrm>
          <a:custGeom>
            <a:avLst/>
            <a:gdLst/>
            <a:ahLst/>
            <a:cxnLst/>
            <a:rect l="l" t="t" r="r" b="b"/>
            <a:pathLst>
              <a:path w="13789" h="194907">
                <a:moveTo>
                  <a:pt x="0" y="194907"/>
                </a:moveTo>
                <a:lnTo>
                  <a:pt x="0" y="194286"/>
                </a:lnTo>
                <a:lnTo>
                  <a:pt x="0" y="193398"/>
                </a:lnTo>
                <a:lnTo>
                  <a:pt x="0" y="192599"/>
                </a:lnTo>
                <a:lnTo>
                  <a:pt x="0" y="191534"/>
                </a:lnTo>
                <a:lnTo>
                  <a:pt x="380" y="190647"/>
                </a:lnTo>
                <a:lnTo>
                  <a:pt x="380" y="189759"/>
                </a:lnTo>
                <a:lnTo>
                  <a:pt x="380" y="188960"/>
                </a:lnTo>
                <a:lnTo>
                  <a:pt x="380" y="188073"/>
                </a:lnTo>
                <a:lnTo>
                  <a:pt x="761" y="187185"/>
                </a:lnTo>
                <a:lnTo>
                  <a:pt x="761" y="186386"/>
                </a:lnTo>
                <a:lnTo>
                  <a:pt x="761" y="185499"/>
                </a:lnTo>
                <a:lnTo>
                  <a:pt x="761" y="184434"/>
                </a:lnTo>
                <a:lnTo>
                  <a:pt x="761" y="183546"/>
                </a:lnTo>
                <a:lnTo>
                  <a:pt x="1142" y="182925"/>
                </a:lnTo>
                <a:lnTo>
                  <a:pt x="1142" y="181860"/>
                </a:lnTo>
                <a:lnTo>
                  <a:pt x="1142" y="180972"/>
                </a:lnTo>
                <a:lnTo>
                  <a:pt x="1142" y="180173"/>
                </a:lnTo>
                <a:lnTo>
                  <a:pt x="1142" y="179286"/>
                </a:lnTo>
                <a:lnTo>
                  <a:pt x="1539" y="178398"/>
                </a:lnTo>
                <a:lnTo>
                  <a:pt x="1539" y="177333"/>
                </a:lnTo>
                <a:lnTo>
                  <a:pt x="1539" y="176534"/>
                </a:lnTo>
                <a:lnTo>
                  <a:pt x="1539" y="175647"/>
                </a:lnTo>
                <a:lnTo>
                  <a:pt x="1539" y="174759"/>
                </a:lnTo>
                <a:lnTo>
                  <a:pt x="1539" y="173694"/>
                </a:lnTo>
                <a:lnTo>
                  <a:pt x="1539" y="172895"/>
                </a:lnTo>
                <a:lnTo>
                  <a:pt x="1539" y="172008"/>
                </a:lnTo>
                <a:lnTo>
                  <a:pt x="1539" y="171120"/>
                </a:lnTo>
                <a:lnTo>
                  <a:pt x="1920" y="170055"/>
                </a:lnTo>
                <a:lnTo>
                  <a:pt x="1920" y="169168"/>
                </a:lnTo>
                <a:lnTo>
                  <a:pt x="1920" y="168369"/>
                </a:lnTo>
                <a:lnTo>
                  <a:pt x="1920" y="167481"/>
                </a:lnTo>
                <a:lnTo>
                  <a:pt x="1920" y="166594"/>
                </a:lnTo>
                <a:lnTo>
                  <a:pt x="2300" y="165529"/>
                </a:lnTo>
                <a:lnTo>
                  <a:pt x="2300" y="164730"/>
                </a:lnTo>
                <a:lnTo>
                  <a:pt x="2300" y="163842"/>
                </a:lnTo>
                <a:lnTo>
                  <a:pt x="2300" y="162955"/>
                </a:lnTo>
                <a:lnTo>
                  <a:pt x="2300" y="161890"/>
                </a:lnTo>
                <a:lnTo>
                  <a:pt x="2681" y="161091"/>
                </a:lnTo>
                <a:lnTo>
                  <a:pt x="2681" y="160203"/>
                </a:lnTo>
                <a:lnTo>
                  <a:pt x="2681" y="159316"/>
                </a:lnTo>
                <a:lnTo>
                  <a:pt x="2681" y="158251"/>
                </a:lnTo>
                <a:lnTo>
                  <a:pt x="2681" y="157452"/>
                </a:lnTo>
                <a:lnTo>
                  <a:pt x="3062" y="156564"/>
                </a:lnTo>
                <a:lnTo>
                  <a:pt x="3062" y="155677"/>
                </a:lnTo>
                <a:lnTo>
                  <a:pt x="3062" y="154612"/>
                </a:lnTo>
                <a:lnTo>
                  <a:pt x="3062" y="153547"/>
                </a:lnTo>
                <a:lnTo>
                  <a:pt x="3443" y="152659"/>
                </a:lnTo>
                <a:lnTo>
                  <a:pt x="3443" y="151860"/>
                </a:lnTo>
                <a:lnTo>
                  <a:pt x="3443" y="150973"/>
                </a:lnTo>
                <a:lnTo>
                  <a:pt x="3443" y="149908"/>
                </a:lnTo>
                <a:lnTo>
                  <a:pt x="3443" y="149020"/>
                </a:lnTo>
                <a:lnTo>
                  <a:pt x="3824" y="148221"/>
                </a:lnTo>
                <a:lnTo>
                  <a:pt x="3824" y="147334"/>
                </a:lnTo>
                <a:lnTo>
                  <a:pt x="3824" y="146269"/>
                </a:lnTo>
                <a:lnTo>
                  <a:pt x="3824" y="145204"/>
                </a:lnTo>
                <a:lnTo>
                  <a:pt x="3824" y="144316"/>
                </a:lnTo>
                <a:lnTo>
                  <a:pt x="3824" y="143517"/>
                </a:lnTo>
                <a:lnTo>
                  <a:pt x="3824" y="142630"/>
                </a:lnTo>
                <a:lnTo>
                  <a:pt x="3824" y="141742"/>
                </a:lnTo>
                <a:lnTo>
                  <a:pt x="3824" y="140500"/>
                </a:lnTo>
                <a:lnTo>
                  <a:pt x="3824" y="139612"/>
                </a:lnTo>
                <a:lnTo>
                  <a:pt x="4221" y="138725"/>
                </a:lnTo>
                <a:lnTo>
                  <a:pt x="4221" y="137926"/>
                </a:lnTo>
                <a:lnTo>
                  <a:pt x="4221" y="137038"/>
                </a:lnTo>
                <a:lnTo>
                  <a:pt x="4221" y="135796"/>
                </a:lnTo>
                <a:lnTo>
                  <a:pt x="4601" y="134908"/>
                </a:lnTo>
                <a:lnTo>
                  <a:pt x="4601" y="134020"/>
                </a:lnTo>
                <a:lnTo>
                  <a:pt x="4601" y="133222"/>
                </a:lnTo>
                <a:lnTo>
                  <a:pt x="4601" y="132157"/>
                </a:lnTo>
                <a:lnTo>
                  <a:pt x="4601" y="131003"/>
                </a:lnTo>
                <a:lnTo>
                  <a:pt x="4982" y="130204"/>
                </a:lnTo>
                <a:lnTo>
                  <a:pt x="4982" y="129316"/>
                </a:lnTo>
                <a:lnTo>
                  <a:pt x="4982" y="128251"/>
                </a:lnTo>
                <a:lnTo>
                  <a:pt x="4982" y="127364"/>
                </a:lnTo>
                <a:lnTo>
                  <a:pt x="4982" y="126299"/>
                </a:lnTo>
                <a:lnTo>
                  <a:pt x="5363" y="125500"/>
                </a:lnTo>
                <a:lnTo>
                  <a:pt x="5363" y="124435"/>
                </a:lnTo>
                <a:lnTo>
                  <a:pt x="5363" y="123547"/>
                </a:lnTo>
                <a:lnTo>
                  <a:pt x="5363" y="122660"/>
                </a:lnTo>
                <a:lnTo>
                  <a:pt x="5363" y="121595"/>
                </a:lnTo>
                <a:lnTo>
                  <a:pt x="5744" y="120530"/>
                </a:lnTo>
                <a:lnTo>
                  <a:pt x="5744" y="119642"/>
                </a:lnTo>
                <a:lnTo>
                  <a:pt x="5744" y="118577"/>
                </a:lnTo>
                <a:lnTo>
                  <a:pt x="5744" y="117778"/>
                </a:lnTo>
                <a:lnTo>
                  <a:pt x="5744" y="116891"/>
                </a:lnTo>
                <a:lnTo>
                  <a:pt x="5744" y="115826"/>
                </a:lnTo>
                <a:lnTo>
                  <a:pt x="5744" y="114761"/>
                </a:lnTo>
                <a:lnTo>
                  <a:pt x="5744" y="113873"/>
                </a:lnTo>
                <a:lnTo>
                  <a:pt x="5744" y="112808"/>
                </a:lnTo>
                <a:lnTo>
                  <a:pt x="6125" y="111920"/>
                </a:lnTo>
                <a:lnTo>
                  <a:pt x="6125" y="111122"/>
                </a:lnTo>
                <a:lnTo>
                  <a:pt x="6125" y="109790"/>
                </a:lnTo>
                <a:lnTo>
                  <a:pt x="6125" y="108991"/>
                </a:lnTo>
                <a:lnTo>
                  <a:pt x="6125" y="108104"/>
                </a:lnTo>
                <a:lnTo>
                  <a:pt x="6506" y="107039"/>
                </a:lnTo>
                <a:lnTo>
                  <a:pt x="6506" y="106151"/>
                </a:lnTo>
                <a:lnTo>
                  <a:pt x="6506" y="105086"/>
                </a:lnTo>
                <a:lnTo>
                  <a:pt x="6506" y="104021"/>
                </a:lnTo>
                <a:lnTo>
                  <a:pt x="6506" y="103134"/>
                </a:lnTo>
                <a:lnTo>
                  <a:pt x="6902" y="102068"/>
                </a:lnTo>
                <a:lnTo>
                  <a:pt x="6902" y="101270"/>
                </a:lnTo>
                <a:lnTo>
                  <a:pt x="6902" y="100205"/>
                </a:lnTo>
                <a:lnTo>
                  <a:pt x="6902" y="99317"/>
                </a:lnTo>
                <a:lnTo>
                  <a:pt x="7283" y="97986"/>
                </a:lnTo>
                <a:lnTo>
                  <a:pt x="7283" y="97187"/>
                </a:lnTo>
                <a:lnTo>
                  <a:pt x="7283" y="96122"/>
                </a:lnTo>
                <a:lnTo>
                  <a:pt x="7283" y="95234"/>
                </a:lnTo>
                <a:lnTo>
                  <a:pt x="7283" y="94347"/>
                </a:lnTo>
                <a:lnTo>
                  <a:pt x="7664" y="93282"/>
                </a:lnTo>
                <a:lnTo>
                  <a:pt x="7664" y="92217"/>
                </a:lnTo>
                <a:lnTo>
                  <a:pt x="7664" y="91152"/>
                </a:lnTo>
                <a:lnTo>
                  <a:pt x="7664" y="90264"/>
                </a:lnTo>
                <a:lnTo>
                  <a:pt x="7664" y="89199"/>
                </a:lnTo>
                <a:lnTo>
                  <a:pt x="7664" y="88400"/>
                </a:lnTo>
                <a:lnTo>
                  <a:pt x="7664" y="87335"/>
                </a:lnTo>
                <a:lnTo>
                  <a:pt x="7664" y="86270"/>
                </a:lnTo>
                <a:lnTo>
                  <a:pt x="7664" y="85116"/>
                </a:lnTo>
                <a:lnTo>
                  <a:pt x="7664" y="84317"/>
                </a:lnTo>
                <a:lnTo>
                  <a:pt x="8045" y="83252"/>
                </a:lnTo>
                <a:lnTo>
                  <a:pt x="8045" y="82365"/>
                </a:lnTo>
                <a:lnTo>
                  <a:pt x="8045" y="81300"/>
                </a:lnTo>
                <a:lnTo>
                  <a:pt x="8045" y="80412"/>
                </a:lnTo>
                <a:lnTo>
                  <a:pt x="8426" y="79170"/>
                </a:lnTo>
                <a:lnTo>
                  <a:pt x="8426" y="78104"/>
                </a:lnTo>
                <a:lnTo>
                  <a:pt x="8426" y="77217"/>
                </a:lnTo>
                <a:lnTo>
                  <a:pt x="8426" y="76152"/>
                </a:lnTo>
                <a:lnTo>
                  <a:pt x="8426" y="75264"/>
                </a:lnTo>
                <a:lnTo>
                  <a:pt x="8807" y="74199"/>
                </a:lnTo>
                <a:lnTo>
                  <a:pt x="8807" y="73400"/>
                </a:lnTo>
                <a:lnTo>
                  <a:pt x="8807" y="72069"/>
                </a:lnTo>
                <a:lnTo>
                  <a:pt x="8807" y="71004"/>
                </a:lnTo>
                <a:lnTo>
                  <a:pt x="8807" y="70116"/>
                </a:lnTo>
                <a:lnTo>
                  <a:pt x="9187" y="69051"/>
                </a:lnTo>
                <a:lnTo>
                  <a:pt x="9187" y="68253"/>
                </a:lnTo>
                <a:lnTo>
                  <a:pt x="9187" y="67188"/>
                </a:lnTo>
                <a:lnTo>
                  <a:pt x="9187" y="66034"/>
                </a:lnTo>
                <a:lnTo>
                  <a:pt x="9187" y="64969"/>
                </a:lnTo>
                <a:lnTo>
                  <a:pt x="9584" y="63904"/>
                </a:lnTo>
                <a:lnTo>
                  <a:pt x="9584" y="63105"/>
                </a:lnTo>
                <a:lnTo>
                  <a:pt x="9584" y="62040"/>
                </a:lnTo>
                <a:lnTo>
                  <a:pt x="9584" y="60886"/>
                </a:lnTo>
                <a:lnTo>
                  <a:pt x="9965" y="60087"/>
                </a:lnTo>
                <a:lnTo>
                  <a:pt x="9965" y="59022"/>
                </a:lnTo>
                <a:lnTo>
                  <a:pt x="9965" y="57957"/>
                </a:lnTo>
                <a:lnTo>
                  <a:pt x="9965" y="56892"/>
                </a:lnTo>
                <a:lnTo>
                  <a:pt x="9965" y="55738"/>
                </a:lnTo>
                <a:lnTo>
                  <a:pt x="9965" y="54673"/>
                </a:lnTo>
                <a:lnTo>
                  <a:pt x="9965" y="53874"/>
                </a:lnTo>
                <a:lnTo>
                  <a:pt x="9965" y="52809"/>
                </a:lnTo>
                <a:lnTo>
                  <a:pt x="9965" y="51744"/>
                </a:lnTo>
                <a:lnTo>
                  <a:pt x="9965" y="50856"/>
                </a:lnTo>
                <a:lnTo>
                  <a:pt x="10346" y="49525"/>
                </a:lnTo>
                <a:lnTo>
                  <a:pt x="10346" y="48460"/>
                </a:lnTo>
                <a:lnTo>
                  <a:pt x="10346" y="47661"/>
                </a:lnTo>
                <a:lnTo>
                  <a:pt x="10346" y="46596"/>
                </a:lnTo>
                <a:lnTo>
                  <a:pt x="10346" y="45531"/>
                </a:lnTo>
                <a:lnTo>
                  <a:pt x="10727" y="44377"/>
                </a:lnTo>
                <a:lnTo>
                  <a:pt x="10727" y="43579"/>
                </a:lnTo>
                <a:lnTo>
                  <a:pt x="10727" y="42513"/>
                </a:lnTo>
                <a:lnTo>
                  <a:pt x="10727" y="41448"/>
                </a:lnTo>
                <a:lnTo>
                  <a:pt x="11108" y="40383"/>
                </a:lnTo>
                <a:lnTo>
                  <a:pt x="11108" y="39229"/>
                </a:lnTo>
                <a:lnTo>
                  <a:pt x="11108" y="38164"/>
                </a:lnTo>
                <a:lnTo>
                  <a:pt x="11108" y="37099"/>
                </a:lnTo>
                <a:lnTo>
                  <a:pt x="11108" y="36301"/>
                </a:lnTo>
                <a:lnTo>
                  <a:pt x="11488" y="35235"/>
                </a:lnTo>
                <a:lnTo>
                  <a:pt x="11488" y="34082"/>
                </a:lnTo>
                <a:lnTo>
                  <a:pt x="11488" y="33017"/>
                </a:lnTo>
                <a:lnTo>
                  <a:pt x="11488" y="31952"/>
                </a:lnTo>
                <a:lnTo>
                  <a:pt x="11488" y="30886"/>
                </a:lnTo>
                <a:lnTo>
                  <a:pt x="11885" y="29821"/>
                </a:lnTo>
                <a:lnTo>
                  <a:pt x="11885" y="28756"/>
                </a:lnTo>
                <a:lnTo>
                  <a:pt x="11885" y="27691"/>
                </a:lnTo>
                <a:lnTo>
                  <a:pt x="11885" y="26804"/>
                </a:lnTo>
                <a:lnTo>
                  <a:pt x="11885" y="25739"/>
                </a:lnTo>
                <a:lnTo>
                  <a:pt x="11885" y="24674"/>
                </a:lnTo>
                <a:lnTo>
                  <a:pt x="11885" y="23608"/>
                </a:lnTo>
                <a:lnTo>
                  <a:pt x="11885" y="22543"/>
                </a:lnTo>
                <a:lnTo>
                  <a:pt x="11885" y="21478"/>
                </a:lnTo>
                <a:lnTo>
                  <a:pt x="12266" y="20413"/>
                </a:lnTo>
                <a:lnTo>
                  <a:pt x="12266" y="19348"/>
                </a:lnTo>
                <a:lnTo>
                  <a:pt x="12266" y="18283"/>
                </a:lnTo>
                <a:lnTo>
                  <a:pt x="12266" y="17218"/>
                </a:lnTo>
                <a:lnTo>
                  <a:pt x="12266" y="16153"/>
                </a:lnTo>
                <a:lnTo>
                  <a:pt x="12647" y="15265"/>
                </a:lnTo>
                <a:lnTo>
                  <a:pt x="12647" y="14200"/>
                </a:lnTo>
                <a:lnTo>
                  <a:pt x="12647" y="13135"/>
                </a:lnTo>
                <a:lnTo>
                  <a:pt x="12647" y="11804"/>
                </a:lnTo>
                <a:lnTo>
                  <a:pt x="12647" y="10739"/>
                </a:lnTo>
                <a:lnTo>
                  <a:pt x="13028" y="9674"/>
                </a:lnTo>
                <a:lnTo>
                  <a:pt x="13028" y="8609"/>
                </a:lnTo>
                <a:lnTo>
                  <a:pt x="13028" y="7721"/>
                </a:lnTo>
                <a:lnTo>
                  <a:pt x="13028" y="6656"/>
                </a:lnTo>
                <a:lnTo>
                  <a:pt x="13028" y="5591"/>
                </a:lnTo>
                <a:lnTo>
                  <a:pt x="13409" y="4526"/>
                </a:lnTo>
                <a:lnTo>
                  <a:pt x="13409" y="3461"/>
                </a:lnTo>
                <a:lnTo>
                  <a:pt x="13409" y="2396"/>
                </a:lnTo>
                <a:lnTo>
                  <a:pt x="13409" y="1331"/>
                </a:lnTo>
                <a:lnTo>
                  <a:pt x="13789" y="0"/>
                </a:lnTo>
              </a:path>
            </a:pathLst>
          </a:custGeom>
          <a:ln w="1949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079813" y="3086603"/>
            <a:ext cx="13028" cy="224285"/>
          </a:xfrm>
          <a:custGeom>
            <a:avLst/>
            <a:gdLst/>
            <a:ahLst/>
            <a:cxnLst/>
            <a:rect l="l" t="t" r="r" b="b"/>
            <a:pathLst>
              <a:path w="13028" h="224285">
                <a:moveTo>
                  <a:pt x="0" y="224285"/>
                </a:moveTo>
                <a:lnTo>
                  <a:pt x="0" y="223220"/>
                </a:lnTo>
                <a:lnTo>
                  <a:pt x="0" y="222421"/>
                </a:lnTo>
                <a:lnTo>
                  <a:pt x="0" y="221356"/>
                </a:lnTo>
                <a:lnTo>
                  <a:pt x="0" y="220202"/>
                </a:lnTo>
                <a:lnTo>
                  <a:pt x="380" y="219137"/>
                </a:lnTo>
                <a:lnTo>
                  <a:pt x="380" y="218072"/>
                </a:lnTo>
                <a:lnTo>
                  <a:pt x="380" y="217007"/>
                </a:lnTo>
                <a:lnTo>
                  <a:pt x="380" y="215942"/>
                </a:lnTo>
                <a:lnTo>
                  <a:pt x="380" y="214877"/>
                </a:lnTo>
                <a:lnTo>
                  <a:pt x="380" y="213812"/>
                </a:lnTo>
                <a:lnTo>
                  <a:pt x="380" y="212480"/>
                </a:lnTo>
                <a:lnTo>
                  <a:pt x="380" y="211415"/>
                </a:lnTo>
                <a:lnTo>
                  <a:pt x="380" y="210350"/>
                </a:lnTo>
                <a:lnTo>
                  <a:pt x="380" y="209285"/>
                </a:lnTo>
                <a:lnTo>
                  <a:pt x="777" y="208220"/>
                </a:lnTo>
                <a:lnTo>
                  <a:pt x="777" y="207155"/>
                </a:lnTo>
                <a:lnTo>
                  <a:pt x="777" y="206090"/>
                </a:lnTo>
                <a:lnTo>
                  <a:pt x="777" y="205025"/>
                </a:lnTo>
                <a:lnTo>
                  <a:pt x="1158" y="204137"/>
                </a:lnTo>
                <a:lnTo>
                  <a:pt x="1158" y="203072"/>
                </a:lnTo>
                <a:lnTo>
                  <a:pt x="1158" y="201830"/>
                </a:lnTo>
                <a:lnTo>
                  <a:pt x="1158" y="200765"/>
                </a:lnTo>
                <a:lnTo>
                  <a:pt x="1158" y="199700"/>
                </a:lnTo>
                <a:lnTo>
                  <a:pt x="1539" y="198546"/>
                </a:lnTo>
                <a:lnTo>
                  <a:pt x="1539" y="197481"/>
                </a:lnTo>
                <a:lnTo>
                  <a:pt x="1539" y="196416"/>
                </a:lnTo>
                <a:lnTo>
                  <a:pt x="1539" y="195351"/>
                </a:lnTo>
                <a:lnTo>
                  <a:pt x="1539" y="194286"/>
                </a:lnTo>
                <a:lnTo>
                  <a:pt x="1920" y="193220"/>
                </a:lnTo>
                <a:lnTo>
                  <a:pt x="1920" y="192155"/>
                </a:lnTo>
                <a:lnTo>
                  <a:pt x="1920" y="190824"/>
                </a:lnTo>
                <a:lnTo>
                  <a:pt x="1920" y="189759"/>
                </a:lnTo>
                <a:lnTo>
                  <a:pt x="1920" y="188694"/>
                </a:lnTo>
                <a:lnTo>
                  <a:pt x="2300" y="187629"/>
                </a:lnTo>
                <a:lnTo>
                  <a:pt x="2300" y="186564"/>
                </a:lnTo>
                <a:lnTo>
                  <a:pt x="2300" y="185321"/>
                </a:lnTo>
                <a:lnTo>
                  <a:pt x="2300" y="184256"/>
                </a:lnTo>
                <a:lnTo>
                  <a:pt x="2300" y="183102"/>
                </a:lnTo>
                <a:lnTo>
                  <a:pt x="2300" y="182037"/>
                </a:lnTo>
                <a:lnTo>
                  <a:pt x="2300" y="180972"/>
                </a:lnTo>
                <a:lnTo>
                  <a:pt x="2300" y="179907"/>
                </a:lnTo>
                <a:lnTo>
                  <a:pt x="2300" y="178842"/>
                </a:lnTo>
                <a:lnTo>
                  <a:pt x="2681" y="177777"/>
                </a:lnTo>
                <a:lnTo>
                  <a:pt x="2681" y="176712"/>
                </a:lnTo>
                <a:lnTo>
                  <a:pt x="2681" y="175647"/>
                </a:lnTo>
                <a:lnTo>
                  <a:pt x="2681" y="174582"/>
                </a:lnTo>
                <a:lnTo>
                  <a:pt x="2681" y="173517"/>
                </a:lnTo>
                <a:lnTo>
                  <a:pt x="3062" y="172452"/>
                </a:lnTo>
                <a:lnTo>
                  <a:pt x="3062" y="171120"/>
                </a:lnTo>
                <a:lnTo>
                  <a:pt x="3062" y="170055"/>
                </a:lnTo>
                <a:lnTo>
                  <a:pt x="3062" y="168813"/>
                </a:lnTo>
                <a:lnTo>
                  <a:pt x="3062" y="167748"/>
                </a:lnTo>
                <a:lnTo>
                  <a:pt x="3459" y="166594"/>
                </a:lnTo>
                <a:lnTo>
                  <a:pt x="3459" y="165529"/>
                </a:lnTo>
                <a:lnTo>
                  <a:pt x="3459" y="164464"/>
                </a:lnTo>
                <a:lnTo>
                  <a:pt x="3459" y="163399"/>
                </a:lnTo>
                <a:lnTo>
                  <a:pt x="3840" y="162334"/>
                </a:lnTo>
                <a:lnTo>
                  <a:pt x="3840" y="161268"/>
                </a:lnTo>
                <a:lnTo>
                  <a:pt x="3840" y="160026"/>
                </a:lnTo>
                <a:lnTo>
                  <a:pt x="3840" y="158872"/>
                </a:lnTo>
                <a:lnTo>
                  <a:pt x="3840" y="157807"/>
                </a:lnTo>
                <a:lnTo>
                  <a:pt x="4221" y="156742"/>
                </a:lnTo>
                <a:lnTo>
                  <a:pt x="4221" y="155677"/>
                </a:lnTo>
                <a:lnTo>
                  <a:pt x="4221" y="154612"/>
                </a:lnTo>
                <a:lnTo>
                  <a:pt x="4221" y="153547"/>
                </a:lnTo>
                <a:lnTo>
                  <a:pt x="4221" y="152304"/>
                </a:lnTo>
                <a:lnTo>
                  <a:pt x="4601" y="151239"/>
                </a:lnTo>
                <a:lnTo>
                  <a:pt x="4601" y="149908"/>
                </a:lnTo>
                <a:lnTo>
                  <a:pt x="4601" y="148843"/>
                </a:lnTo>
                <a:lnTo>
                  <a:pt x="4601" y="147778"/>
                </a:lnTo>
                <a:lnTo>
                  <a:pt x="4601" y="146713"/>
                </a:lnTo>
                <a:lnTo>
                  <a:pt x="4601" y="145647"/>
                </a:lnTo>
                <a:lnTo>
                  <a:pt x="4601" y="144316"/>
                </a:lnTo>
                <a:lnTo>
                  <a:pt x="4601" y="143251"/>
                </a:lnTo>
                <a:lnTo>
                  <a:pt x="4601" y="142186"/>
                </a:lnTo>
                <a:lnTo>
                  <a:pt x="4982" y="141121"/>
                </a:lnTo>
                <a:lnTo>
                  <a:pt x="4982" y="140056"/>
                </a:lnTo>
                <a:lnTo>
                  <a:pt x="4982" y="138991"/>
                </a:lnTo>
                <a:lnTo>
                  <a:pt x="4982" y="137659"/>
                </a:lnTo>
                <a:lnTo>
                  <a:pt x="4982" y="136594"/>
                </a:lnTo>
                <a:lnTo>
                  <a:pt x="5363" y="135529"/>
                </a:lnTo>
                <a:lnTo>
                  <a:pt x="5363" y="134464"/>
                </a:lnTo>
                <a:lnTo>
                  <a:pt x="5363" y="133399"/>
                </a:lnTo>
                <a:lnTo>
                  <a:pt x="5363" y="132157"/>
                </a:lnTo>
                <a:lnTo>
                  <a:pt x="5363" y="131003"/>
                </a:lnTo>
                <a:lnTo>
                  <a:pt x="5744" y="129938"/>
                </a:lnTo>
                <a:lnTo>
                  <a:pt x="5744" y="128695"/>
                </a:lnTo>
                <a:lnTo>
                  <a:pt x="5744" y="127630"/>
                </a:lnTo>
                <a:lnTo>
                  <a:pt x="5744" y="126299"/>
                </a:lnTo>
                <a:lnTo>
                  <a:pt x="5744" y="125234"/>
                </a:lnTo>
                <a:lnTo>
                  <a:pt x="6141" y="124169"/>
                </a:lnTo>
                <a:lnTo>
                  <a:pt x="6141" y="123104"/>
                </a:lnTo>
                <a:lnTo>
                  <a:pt x="6141" y="121861"/>
                </a:lnTo>
                <a:lnTo>
                  <a:pt x="6141" y="120707"/>
                </a:lnTo>
                <a:lnTo>
                  <a:pt x="6141" y="119642"/>
                </a:lnTo>
                <a:lnTo>
                  <a:pt x="6522" y="118577"/>
                </a:lnTo>
                <a:lnTo>
                  <a:pt x="6522" y="117512"/>
                </a:lnTo>
                <a:lnTo>
                  <a:pt x="6522" y="116269"/>
                </a:lnTo>
                <a:lnTo>
                  <a:pt x="6522" y="115204"/>
                </a:lnTo>
                <a:lnTo>
                  <a:pt x="6522" y="114139"/>
                </a:lnTo>
                <a:lnTo>
                  <a:pt x="6522" y="112985"/>
                </a:lnTo>
                <a:lnTo>
                  <a:pt x="6522" y="111743"/>
                </a:lnTo>
                <a:lnTo>
                  <a:pt x="6522" y="110678"/>
                </a:lnTo>
                <a:lnTo>
                  <a:pt x="6522" y="109613"/>
                </a:lnTo>
                <a:lnTo>
                  <a:pt x="6902" y="108548"/>
                </a:lnTo>
                <a:lnTo>
                  <a:pt x="6902" y="107216"/>
                </a:lnTo>
                <a:lnTo>
                  <a:pt x="6902" y="106151"/>
                </a:lnTo>
                <a:lnTo>
                  <a:pt x="6902" y="105086"/>
                </a:lnTo>
                <a:lnTo>
                  <a:pt x="6902" y="103844"/>
                </a:lnTo>
                <a:lnTo>
                  <a:pt x="7283" y="102779"/>
                </a:lnTo>
                <a:lnTo>
                  <a:pt x="7283" y="101447"/>
                </a:lnTo>
                <a:lnTo>
                  <a:pt x="7283" y="100382"/>
                </a:lnTo>
                <a:lnTo>
                  <a:pt x="7283" y="99051"/>
                </a:lnTo>
                <a:lnTo>
                  <a:pt x="7283" y="97986"/>
                </a:lnTo>
                <a:lnTo>
                  <a:pt x="7664" y="96921"/>
                </a:lnTo>
                <a:lnTo>
                  <a:pt x="7664" y="95856"/>
                </a:lnTo>
                <a:lnTo>
                  <a:pt x="7664" y="94613"/>
                </a:lnTo>
                <a:lnTo>
                  <a:pt x="7664" y="93548"/>
                </a:lnTo>
                <a:lnTo>
                  <a:pt x="8045" y="92483"/>
                </a:lnTo>
                <a:lnTo>
                  <a:pt x="8045" y="91152"/>
                </a:lnTo>
                <a:lnTo>
                  <a:pt x="8045" y="90086"/>
                </a:lnTo>
                <a:lnTo>
                  <a:pt x="8045" y="89021"/>
                </a:lnTo>
                <a:lnTo>
                  <a:pt x="8045" y="87690"/>
                </a:lnTo>
                <a:lnTo>
                  <a:pt x="8426" y="86625"/>
                </a:lnTo>
                <a:lnTo>
                  <a:pt x="8426" y="85560"/>
                </a:lnTo>
                <a:lnTo>
                  <a:pt x="8426" y="84495"/>
                </a:lnTo>
                <a:lnTo>
                  <a:pt x="8426" y="83252"/>
                </a:lnTo>
                <a:lnTo>
                  <a:pt x="8426" y="82187"/>
                </a:lnTo>
                <a:lnTo>
                  <a:pt x="8822" y="81122"/>
                </a:lnTo>
                <a:lnTo>
                  <a:pt x="8822" y="79791"/>
                </a:lnTo>
                <a:lnTo>
                  <a:pt x="8822" y="78726"/>
                </a:lnTo>
                <a:lnTo>
                  <a:pt x="8822" y="77661"/>
                </a:lnTo>
                <a:lnTo>
                  <a:pt x="8822" y="76329"/>
                </a:lnTo>
                <a:lnTo>
                  <a:pt x="8822" y="75264"/>
                </a:lnTo>
                <a:lnTo>
                  <a:pt x="8822" y="74199"/>
                </a:lnTo>
                <a:lnTo>
                  <a:pt x="8822" y="72957"/>
                </a:lnTo>
                <a:lnTo>
                  <a:pt x="8822" y="71892"/>
                </a:lnTo>
                <a:lnTo>
                  <a:pt x="9203" y="70826"/>
                </a:lnTo>
                <a:lnTo>
                  <a:pt x="9203" y="69495"/>
                </a:lnTo>
                <a:lnTo>
                  <a:pt x="9203" y="68430"/>
                </a:lnTo>
                <a:lnTo>
                  <a:pt x="9203" y="67365"/>
                </a:lnTo>
                <a:lnTo>
                  <a:pt x="9203" y="66034"/>
                </a:lnTo>
                <a:lnTo>
                  <a:pt x="9584" y="64969"/>
                </a:lnTo>
                <a:lnTo>
                  <a:pt x="9584" y="63726"/>
                </a:lnTo>
                <a:lnTo>
                  <a:pt x="9584" y="62661"/>
                </a:lnTo>
                <a:lnTo>
                  <a:pt x="9584" y="61330"/>
                </a:lnTo>
                <a:lnTo>
                  <a:pt x="9584" y="60265"/>
                </a:lnTo>
                <a:lnTo>
                  <a:pt x="9965" y="59022"/>
                </a:lnTo>
                <a:lnTo>
                  <a:pt x="9965" y="57957"/>
                </a:lnTo>
                <a:lnTo>
                  <a:pt x="9965" y="56892"/>
                </a:lnTo>
                <a:lnTo>
                  <a:pt x="9965" y="55561"/>
                </a:lnTo>
                <a:lnTo>
                  <a:pt x="9965" y="54495"/>
                </a:lnTo>
                <a:lnTo>
                  <a:pt x="10346" y="53164"/>
                </a:lnTo>
                <a:lnTo>
                  <a:pt x="10346" y="52099"/>
                </a:lnTo>
                <a:lnTo>
                  <a:pt x="10346" y="51034"/>
                </a:lnTo>
                <a:lnTo>
                  <a:pt x="10346" y="49791"/>
                </a:lnTo>
                <a:lnTo>
                  <a:pt x="10727" y="48726"/>
                </a:lnTo>
                <a:lnTo>
                  <a:pt x="10727" y="47661"/>
                </a:lnTo>
                <a:lnTo>
                  <a:pt x="10727" y="46330"/>
                </a:lnTo>
                <a:lnTo>
                  <a:pt x="10727" y="45265"/>
                </a:lnTo>
                <a:lnTo>
                  <a:pt x="10727" y="44022"/>
                </a:lnTo>
                <a:lnTo>
                  <a:pt x="10727" y="42957"/>
                </a:lnTo>
                <a:lnTo>
                  <a:pt x="10727" y="41803"/>
                </a:lnTo>
                <a:lnTo>
                  <a:pt x="10727" y="40561"/>
                </a:lnTo>
                <a:lnTo>
                  <a:pt x="10727" y="39496"/>
                </a:lnTo>
                <a:lnTo>
                  <a:pt x="10727" y="38431"/>
                </a:lnTo>
                <a:lnTo>
                  <a:pt x="11123" y="37099"/>
                </a:lnTo>
                <a:lnTo>
                  <a:pt x="11123" y="36034"/>
                </a:lnTo>
                <a:lnTo>
                  <a:pt x="11123" y="34792"/>
                </a:lnTo>
                <a:lnTo>
                  <a:pt x="11123" y="33727"/>
                </a:lnTo>
                <a:lnTo>
                  <a:pt x="11123" y="32662"/>
                </a:lnTo>
                <a:lnTo>
                  <a:pt x="11504" y="31330"/>
                </a:lnTo>
                <a:lnTo>
                  <a:pt x="11504" y="30265"/>
                </a:lnTo>
                <a:lnTo>
                  <a:pt x="11504" y="28934"/>
                </a:lnTo>
                <a:lnTo>
                  <a:pt x="11504" y="27869"/>
                </a:lnTo>
                <a:lnTo>
                  <a:pt x="11885" y="26804"/>
                </a:lnTo>
                <a:lnTo>
                  <a:pt x="11885" y="25561"/>
                </a:lnTo>
                <a:lnTo>
                  <a:pt x="11885" y="24496"/>
                </a:lnTo>
                <a:lnTo>
                  <a:pt x="11885" y="23165"/>
                </a:lnTo>
                <a:lnTo>
                  <a:pt x="11885" y="22100"/>
                </a:lnTo>
                <a:lnTo>
                  <a:pt x="12266" y="20857"/>
                </a:lnTo>
                <a:lnTo>
                  <a:pt x="12266" y="19792"/>
                </a:lnTo>
                <a:lnTo>
                  <a:pt x="12266" y="18727"/>
                </a:lnTo>
                <a:lnTo>
                  <a:pt x="12266" y="17396"/>
                </a:lnTo>
                <a:lnTo>
                  <a:pt x="12266" y="16331"/>
                </a:lnTo>
                <a:lnTo>
                  <a:pt x="12647" y="14999"/>
                </a:lnTo>
                <a:lnTo>
                  <a:pt x="12647" y="13934"/>
                </a:lnTo>
                <a:lnTo>
                  <a:pt x="12647" y="12869"/>
                </a:lnTo>
                <a:lnTo>
                  <a:pt x="12647" y="11626"/>
                </a:lnTo>
                <a:lnTo>
                  <a:pt x="12647" y="10561"/>
                </a:lnTo>
                <a:lnTo>
                  <a:pt x="12647" y="9230"/>
                </a:lnTo>
                <a:lnTo>
                  <a:pt x="12647" y="8165"/>
                </a:lnTo>
                <a:lnTo>
                  <a:pt x="12647" y="6922"/>
                </a:lnTo>
                <a:lnTo>
                  <a:pt x="12647" y="5857"/>
                </a:lnTo>
                <a:lnTo>
                  <a:pt x="13028" y="4704"/>
                </a:lnTo>
                <a:lnTo>
                  <a:pt x="13028" y="3461"/>
                </a:lnTo>
                <a:lnTo>
                  <a:pt x="13028" y="2396"/>
                </a:lnTo>
                <a:lnTo>
                  <a:pt x="13028" y="1065"/>
                </a:lnTo>
                <a:lnTo>
                  <a:pt x="13028" y="0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2092841" y="2853530"/>
            <a:ext cx="13805" cy="233072"/>
          </a:xfrm>
          <a:custGeom>
            <a:avLst/>
            <a:gdLst/>
            <a:ahLst/>
            <a:cxnLst/>
            <a:rect l="l" t="t" r="r" b="b"/>
            <a:pathLst>
              <a:path w="13805" h="233072">
                <a:moveTo>
                  <a:pt x="0" y="233072"/>
                </a:moveTo>
                <a:lnTo>
                  <a:pt x="380" y="231829"/>
                </a:lnTo>
                <a:lnTo>
                  <a:pt x="380" y="230764"/>
                </a:lnTo>
                <a:lnTo>
                  <a:pt x="380" y="229433"/>
                </a:lnTo>
                <a:lnTo>
                  <a:pt x="380" y="228368"/>
                </a:lnTo>
                <a:lnTo>
                  <a:pt x="380" y="227125"/>
                </a:lnTo>
                <a:lnTo>
                  <a:pt x="777" y="226060"/>
                </a:lnTo>
                <a:lnTo>
                  <a:pt x="777" y="224729"/>
                </a:lnTo>
                <a:lnTo>
                  <a:pt x="777" y="223664"/>
                </a:lnTo>
                <a:lnTo>
                  <a:pt x="777" y="222421"/>
                </a:lnTo>
                <a:lnTo>
                  <a:pt x="777" y="221267"/>
                </a:lnTo>
                <a:lnTo>
                  <a:pt x="1158" y="220025"/>
                </a:lnTo>
                <a:lnTo>
                  <a:pt x="1158" y="218960"/>
                </a:lnTo>
                <a:lnTo>
                  <a:pt x="1158" y="217628"/>
                </a:lnTo>
                <a:lnTo>
                  <a:pt x="1158" y="216563"/>
                </a:lnTo>
                <a:lnTo>
                  <a:pt x="1539" y="215321"/>
                </a:lnTo>
                <a:lnTo>
                  <a:pt x="1539" y="214256"/>
                </a:lnTo>
                <a:lnTo>
                  <a:pt x="1539" y="212924"/>
                </a:lnTo>
                <a:lnTo>
                  <a:pt x="1539" y="211859"/>
                </a:lnTo>
                <a:lnTo>
                  <a:pt x="1539" y="210617"/>
                </a:lnTo>
                <a:lnTo>
                  <a:pt x="1920" y="209552"/>
                </a:lnTo>
                <a:lnTo>
                  <a:pt x="1920" y="208220"/>
                </a:lnTo>
                <a:lnTo>
                  <a:pt x="1920" y="207155"/>
                </a:lnTo>
                <a:lnTo>
                  <a:pt x="1920" y="205913"/>
                </a:lnTo>
                <a:lnTo>
                  <a:pt x="1920" y="204759"/>
                </a:lnTo>
                <a:lnTo>
                  <a:pt x="1920" y="203694"/>
                </a:lnTo>
                <a:lnTo>
                  <a:pt x="1920" y="202451"/>
                </a:lnTo>
                <a:lnTo>
                  <a:pt x="1920" y="201386"/>
                </a:lnTo>
                <a:lnTo>
                  <a:pt x="1920" y="200055"/>
                </a:lnTo>
                <a:lnTo>
                  <a:pt x="1920" y="198990"/>
                </a:lnTo>
                <a:lnTo>
                  <a:pt x="2300" y="197747"/>
                </a:lnTo>
                <a:lnTo>
                  <a:pt x="2300" y="196682"/>
                </a:lnTo>
                <a:lnTo>
                  <a:pt x="2300" y="195351"/>
                </a:lnTo>
                <a:lnTo>
                  <a:pt x="2300" y="194286"/>
                </a:lnTo>
                <a:lnTo>
                  <a:pt x="2681" y="193043"/>
                </a:lnTo>
                <a:lnTo>
                  <a:pt x="2681" y="191889"/>
                </a:lnTo>
                <a:lnTo>
                  <a:pt x="2681" y="190647"/>
                </a:lnTo>
                <a:lnTo>
                  <a:pt x="2681" y="189582"/>
                </a:lnTo>
                <a:lnTo>
                  <a:pt x="2681" y="188250"/>
                </a:lnTo>
                <a:lnTo>
                  <a:pt x="3062" y="187185"/>
                </a:lnTo>
                <a:lnTo>
                  <a:pt x="3062" y="186120"/>
                </a:lnTo>
                <a:lnTo>
                  <a:pt x="3062" y="184877"/>
                </a:lnTo>
                <a:lnTo>
                  <a:pt x="3062" y="183812"/>
                </a:lnTo>
                <a:lnTo>
                  <a:pt x="3062" y="182481"/>
                </a:lnTo>
                <a:lnTo>
                  <a:pt x="3459" y="181416"/>
                </a:lnTo>
                <a:lnTo>
                  <a:pt x="3459" y="180173"/>
                </a:lnTo>
                <a:lnTo>
                  <a:pt x="3459" y="179108"/>
                </a:lnTo>
                <a:lnTo>
                  <a:pt x="3459" y="177777"/>
                </a:lnTo>
                <a:lnTo>
                  <a:pt x="3459" y="176712"/>
                </a:lnTo>
                <a:lnTo>
                  <a:pt x="3840" y="175381"/>
                </a:lnTo>
                <a:lnTo>
                  <a:pt x="3840" y="174316"/>
                </a:lnTo>
                <a:lnTo>
                  <a:pt x="3840" y="173073"/>
                </a:lnTo>
                <a:lnTo>
                  <a:pt x="3840" y="172008"/>
                </a:lnTo>
                <a:lnTo>
                  <a:pt x="3840" y="170677"/>
                </a:lnTo>
                <a:lnTo>
                  <a:pt x="3840" y="169612"/>
                </a:lnTo>
                <a:lnTo>
                  <a:pt x="3840" y="168369"/>
                </a:lnTo>
                <a:lnTo>
                  <a:pt x="3840" y="167304"/>
                </a:lnTo>
                <a:lnTo>
                  <a:pt x="3840" y="165973"/>
                </a:lnTo>
                <a:lnTo>
                  <a:pt x="4221" y="164907"/>
                </a:lnTo>
                <a:lnTo>
                  <a:pt x="4221" y="163665"/>
                </a:lnTo>
                <a:lnTo>
                  <a:pt x="4221" y="162511"/>
                </a:lnTo>
                <a:lnTo>
                  <a:pt x="4221" y="161268"/>
                </a:lnTo>
                <a:lnTo>
                  <a:pt x="4221" y="160203"/>
                </a:lnTo>
                <a:lnTo>
                  <a:pt x="4601" y="159138"/>
                </a:lnTo>
                <a:lnTo>
                  <a:pt x="4601" y="157807"/>
                </a:lnTo>
                <a:lnTo>
                  <a:pt x="4601" y="156742"/>
                </a:lnTo>
                <a:lnTo>
                  <a:pt x="4601" y="155499"/>
                </a:lnTo>
                <a:lnTo>
                  <a:pt x="4601" y="154434"/>
                </a:lnTo>
                <a:lnTo>
                  <a:pt x="4982" y="153103"/>
                </a:lnTo>
                <a:lnTo>
                  <a:pt x="4982" y="152038"/>
                </a:lnTo>
                <a:lnTo>
                  <a:pt x="4982" y="150795"/>
                </a:lnTo>
                <a:lnTo>
                  <a:pt x="4982" y="149730"/>
                </a:lnTo>
                <a:lnTo>
                  <a:pt x="5363" y="148399"/>
                </a:lnTo>
                <a:lnTo>
                  <a:pt x="5363" y="147334"/>
                </a:lnTo>
                <a:lnTo>
                  <a:pt x="5363" y="146003"/>
                </a:lnTo>
                <a:lnTo>
                  <a:pt x="5363" y="144937"/>
                </a:lnTo>
                <a:lnTo>
                  <a:pt x="5363" y="143695"/>
                </a:lnTo>
                <a:lnTo>
                  <a:pt x="5744" y="142630"/>
                </a:lnTo>
                <a:lnTo>
                  <a:pt x="5744" y="141298"/>
                </a:lnTo>
                <a:lnTo>
                  <a:pt x="5744" y="140233"/>
                </a:lnTo>
                <a:lnTo>
                  <a:pt x="5744" y="138991"/>
                </a:lnTo>
                <a:lnTo>
                  <a:pt x="5744" y="137926"/>
                </a:lnTo>
                <a:lnTo>
                  <a:pt x="6141" y="136594"/>
                </a:lnTo>
                <a:lnTo>
                  <a:pt x="6141" y="135529"/>
                </a:lnTo>
                <a:lnTo>
                  <a:pt x="6141" y="134287"/>
                </a:lnTo>
                <a:lnTo>
                  <a:pt x="6141" y="133222"/>
                </a:lnTo>
                <a:lnTo>
                  <a:pt x="6141" y="131890"/>
                </a:lnTo>
                <a:lnTo>
                  <a:pt x="6141" y="130825"/>
                </a:lnTo>
                <a:lnTo>
                  <a:pt x="6141" y="129494"/>
                </a:lnTo>
                <a:lnTo>
                  <a:pt x="6141" y="128429"/>
                </a:lnTo>
                <a:lnTo>
                  <a:pt x="6141" y="127186"/>
                </a:lnTo>
                <a:lnTo>
                  <a:pt x="6522" y="126121"/>
                </a:lnTo>
                <a:lnTo>
                  <a:pt x="6522" y="124790"/>
                </a:lnTo>
                <a:lnTo>
                  <a:pt x="6522" y="123725"/>
                </a:lnTo>
                <a:lnTo>
                  <a:pt x="6522" y="122482"/>
                </a:lnTo>
                <a:lnTo>
                  <a:pt x="6522" y="121417"/>
                </a:lnTo>
                <a:lnTo>
                  <a:pt x="6902" y="120352"/>
                </a:lnTo>
                <a:lnTo>
                  <a:pt x="6902" y="119021"/>
                </a:lnTo>
                <a:lnTo>
                  <a:pt x="6902" y="117956"/>
                </a:lnTo>
                <a:lnTo>
                  <a:pt x="6902" y="116624"/>
                </a:lnTo>
                <a:lnTo>
                  <a:pt x="6902" y="115559"/>
                </a:lnTo>
                <a:lnTo>
                  <a:pt x="7283" y="114317"/>
                </a:lnTo>
                <a:lnTo>
                  <a:pt x="7283" y="113252"/>
                </a:lnTo>
                <a:lnTo>
                  <a:pt x="7283" y="111920"/>
                </a:lnTo>
                <a:lnTo>
                  <a:pt x="7283" y="110855"/>
                </a:lnTo>
                <a:lnTo>
                  <a:pt x="7283" y="109613"/>
                </a:lnTo>
                <a:lnTo>
                  <a:pt x="7664" y="108548"/>
                </a:lnTo>
                <a:lnTo>
                  <a:pt x="7664" y="107216"/>
                </a:lnTo>
                <a:lnTo>
                  <a:pt x="7664" y="106151"/>
                </a:lnTo>
                <a:lnTo>
                  <a:pt x="7664" y="104909"/>
                </a:lnTo>
                <a:lnTo>
                  <a:pt x="8045" y="103844"/>
                </a:lnTo>
                <a:lnTo>
                  <a:pt x="8045" y="102512"/>
                </a:lnTo>
                <a:lnTo>
                  <a:pt x="8045" y="101447"/>
                </a:lnTo>
                <a:lnTo>
                  <a:pt x="8045" y="100116"/>
                </a:lnTo>
                <a:lnTo>
                  <a:pt x="8045" y="99051"/>
                </a:lnTo>
                <a:lnTo>
                  <a:pt x="8045" y="97808"/>
                </a:lnTo>
                <a:lnTo>
                  <a:pt x="8045" y="96921"/>
                </a:lnTo>
                <a:lnTo>
                  <a:pt x="8045" y="95678"/>
                </a:lnTo>
                <a:lnTo>
                  <a:pt x="8045" y="94613"/>
                </a:lnTo>
                <a:lnTo>
                  <a:pt x="8045" y="93282"/>
                </a:lnTo>
                <a:lnTo>
                  <a:pt x="8426" y="92217"/>
                </a:lnTo>
                <a:lnTo>
                  <a:pt x="8426" y="91152"/>
                </a:lnTo>
                <a:lnTo>
                  <a:pt x="8426" y="89909"/>
                </a:lnTo>
                <a:lnTo>
                  <a:pt x="8426" y="88755"/>
                </a:lnTo>
                <a:lnTo>
                  <a:pt x="8426" y="87513"/>
                </a:lnTo>
                <a:lnTo>
                  <a:pt x="8822" y="86447"/>
                </a:lnTo>
                <a:lnTo>
                  <a:pt x="8822" y="85116"/>
                </a:lnTo>
                <a:lnTo>
                  <a:pt x="8822" y="84051"/>
                </a:lnTo>
                <a:lnTo>
                  <a:pt x="8822" y="82808"/>
                </a:lnTo>
                <a:lnTo>
                  <a:pt x="9203" y="81743"/>
                </a:lnTo>
                <a:lnTo>
                  <a:pt x="9203" y="80412"/>
                </a:lnTo>
                <a:lnTo>
                  <a:pt x="9203" y="79347"/>
                </a:lnTo>
                <a:lnTo>
                  <a:pt x="9203" y="78104"/>
                </a:lnTo>
                <a:lnTo>
                  <a:pt x="9203" y="77039"/>
                </a:lnTo>
                <a:lnTo>
                  <a:pt x="9584" y="75708"/>
                </a:lnTo>
                <a:lnTo>
                  <a:pt x="9584" y="74643"/>
                </a:lnTo>
                <a:lnTo>
                  <a:pt x="9584" y="73312"/>
                </a:lnTo>
                <a:lnTo>
                  <a:pt x="9584" y="72247"/>
                </a:lnTo>
                <a:lnTo>
                  <a:pt x="9584" y="71182"/>
                </a:lnTo>
                <a:lnTo>
                  <a:pt x="9965" y="69939"/>
                </a:lnTo>
                <a:lnTo>
                  <a:pt x="9965" y="68874"/>
                </a:lnTo>
                <a:lnTo>
                  <a:pt x="9965" y="67543"/>
                </a:lnTo>
                <a:lnTo>
                  <a:pt x="9965" y="66477"/>
                </a:lnTo>
                <a:lnTo>
                  <a:pt x="9965" y="65235"/>
                </a:lnTo>
                <a:lnTo>
                  <a:pt x="10346" y="64170"/>
                </a:lnTo>
                <a:lnTo>
                  <a:pt x="10346" y="62838"/>
                </a:lnTo>
                <a:lnTo>
                  <a:pt x="10346" y="61773"/>
                </a:lnTo>
                <a:lnTo>
                  <a:pt x="10346" y="60531"/>
                </a:lnTo>
                <a:lnTo>
                  <a:pt x="10346" y="59377"/>
                </a:lnTo>
                <a:lnTo>
                  <a:pt x="10346" y="58312"/>
                </a:lnTo>
                <a:lnTo>
                  <a:pt x="10346" y="57069"/>
                </a:lnTo>
                <a:lnTo>
                  <a:pt x="10346" y="56004"/>
                </a:lnTo>
                <a:lnTo>
                  <a:pt x="10346" y="54673"/>
                </a:lnTo>
                <a:lnTo>
                  <a:pt x="10727" y="53608"/>
                </a:lnTo>
                <a:lnTo>
                  <a:pt x="10727" y="52365"/>
                </a:lnTo>
                <a:lnTo>
                  <a:pt x="10727" y="51300"/>
                </a:lnTo>
                <a:lnTo>
                  <a:pt x="10727" y="49969"/>
                </a:lnTo>
                <a:lnTo>
                  <a:pt x="10727" y="48904"/>
                </a:lnTo>
                <a:lnTo>
                  <a:pt x="11123" y="47661"/>
                </a:lnTo>
                <a:lnTo>
                  <a:pt x="11123" y="46507"/>
                </a:lnTo>
                <a:lnTo>
                  <a:pt x="11123" y="45265"/>
                </a:lnTo>
                <a:lnTo>
                  <a:pt x="11123" y="44200"/>
                </a:lnTo>
                <a:lnTo>
                  <a:pt x="11123" y="42868"/>
                </a:lnTo>
                <a:lnTo>
                  <a:pt x="11504" y="41803"/>
                </a:lnTo>
                <a:lnTo>
                  <a:pt x="11504" y="40561"/>
                </a:lnTo>
                <a:lnTo>
                  <a:pt x="11504" y="39496"/>
                </a:lnTo>
                <a:lnTo>
                  <a:pt x="11504" y="38164"/>
                </a:lnTo>
                <a:lnTo>
                  <a:pt x="11885" y="37099"/>
                </a:lnTo>
                <a:lnTo>
                  <a:pt x="11885" y="35857"/>
                </a:lnTo>
                <a:lnTo>
                  <a:pt x="11885" y="34792"/>
                </a:lnTo>
                <a:lnTo>
                  <a:pt x="11885" y="33460"/>
                </a:lnTo>
                <a:lnTo>
                  <a:pt x="11885" y="32395"/>
                </a:lnTo>
                <a:lnTo>
                  <a:pt x="12266" y="31153"/>
                </a:lnTo>
                <a:lnTo>
                  <a:pt x="12266" y="29999"/>
                </a:lnTo>
                <a:lnTo>
                  <a:pt x="12266" y="28934"/>
                </a:lnTo>
                <a:lnTo>
                  <a:pt x="12266" y="27691"/>
                </a:lnTo>
                <a:lnTo>
                  <a:pt x="12266" y="26626"/>
                </a:lnTo>
                <a:lnTo>
                  <a:pt x="12266" y="25295"/>
                </a:lnTo>
                <a:lnTo>
                  <a:pt x="12266" y="24230"/>
                </a:lnTo>
                <a:lnTo>
                  <a:pt x="12266" y="23165"/>
                </a:lnTo>
                <a:lnTo>
                  <a:pt x="12266" y="21922"/>
                </a:lnTo>
                <a:lnTo>
                  <a:pt x="12266" y="20857"/>
                </a:lnTo>
                <a:lnTo>
                  <a:pt x="12647" y="19526"/>
                </a:lnTo>
                <a:lnTo>
                  <a:pt x="12647" y="18461"/>
                </a:lnTo>
                <a:lnTo>
                  <a:pt x="12647" y="17218"/>
                </a:lnTo>
                <a:lnTo>
                  <a:pt x="12647" y="16064"/>
                </a:lnTo>
                <a:lnTo>
                  <a:pt x="13028" y="14999"/>
                </a:lnTo>
                <a:lnTo>
                  <a:pt x="13028" y="13757"/>
                </a:lnTo>
                <a:lnTo>
                  <a:pt x="13028" y="12692"/>
                </a:lnTo>
                <a:lnTo>
                  <a:pt x="13028" y="11360"/>
                </a:lnTo>
                <a:lnTo>
                  <a:pt x="13028" y="10295"/>
                </a:lnTo>
                <a:lnTo>
                  <a:pt x="13409" y="9230"/>
                </a:lnTo>
                <a:lnTo>
                  <a:pt x="13409" y="7988"/>
                </a:lnTo>
                <a:lnTo>
                  <a:pt x="13409" y="6922"/>
                </a:lnTo>
                <a:lnTo>
                  <a:pt x="13409" y="5591"/>
                </a:lnTo>
                <a:lnTo>
                  <a:pt x="13409" y="4526"/>
                </a:lnTo>
                <a:lnTo>
                  <a:pt x="13805" y="3461"/>
                </a:lnTo>
                <a:lnTo>
                  <a:pt x="13805" y="2130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5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2106647" y="2632440"/>
            <a:ext cx="13409" cy="221090"/>
          </a:xfrm>
          <a:custGeom>
            <a:avLst/>
            <a:gdLst/>
            <a:ahLst/>
            <a:cxnLst/>
            <a:rect l="l" t="t" r="r" b="b"/>
            <a:pathLst>
              <a:path w="13409" h="221090">
                <a:moveTo>
                  <a:pt x="0" y="221090"/>
                </a:moveTo>
                <a:lnTo>
                  <a:pt x="0" y="219847"/>
                </a:lnTo>
                <a:lnTo>
                  <a:pt x="380" y="218782"/>
                </a:lnTo>
                <a:lnTo>
                  <a:pt x="380" y="217451"/>
                </a:lnTo>
                <a:lnTo>
                  <a:pt x="380" y="216386"/>
                </a:lnTo>
                <a:lnTo>
                  <a:pt x="380" y="215321"/>
                </a:lnTo>
                <a:lnTo>
                  <a:pt x="761" y="214078"/>
                </a:lnTo>
                <a:lnTo>
                  <a:pt x="761" y="212924"/>
                </a:lnTo>
                <a:lnTo>
                  <a:pt x="761" y="211859"/>
                </a:lnTo>
                <a:lnTo>
                  <a:pt x="761" y="210617"/>
                </a:lnTo>
                <a:lnTo>
                  <a:pt x="761" y="209552"/>
                </a:lnTo>
                <a:lnTo>
                  <a:pt x="761" y="208220"/>
                </a:lnTo>
                <a:lnTo>
                  <a:pt x="761" y="207155"/>
                </a:lnTo>
                <a:lnTo>
                  <a:pt x="761" y="206090"/>
                </a:lnTo>
                <a:lnTo>
                  <a:pt x="761" y="204847"/>
                </a:lnTo>
                <a:lnTo>
                  <a:pt x="761" y="203782"/>
                </a:lnTo>
                <a:lnTo>
                  <a:pt x="1142" y="202629"/>
                </a:lnTo>
                <a:lnTo>
                  <a:pt x="1142" y="201386"/>
                </a:lnTo>
                <a:lnTo>
                  <a:pt x="1142" y="200321"/>
                </a:lnTo>
                <a:lnTo>
                  <a:pt x="1142" y="198990"/>
                </a:lnTo>
                <a:lnTo>
                  <a:pt x="1142" y="197925"/>
                </a:lnTo>
                <a:lnTo>
                  <a:pt x="1523" y="196682"/>
                </a:lnTo>
                <a:lnTo>
                  <a:pt x="1523" y="195617"/>
                </a:lnTo>
                <a:lnTo>
                  <a:pt x="1523" y="194286"/>
                </a:lnTo>
                <a:lnTo>
                  <a:pt x="1523" y="193220"/>
                </a:lnTo>
                <a:lnTo>
                  <a:pt x="1904" y="192155"/>
                </a:lnTo>
                <a:lnTo>
                  <a:pt x="1904" y="190913"/>
                </a:lnTo>
                <a:lnTo>
                  <a:pt x="1904" y="189848"/>
                </a:lnTo>
                <a:lnTo>
                  <a:pt x="1904" y="188694"/>
                </a:lnTo>
                <a:lnTo>
                  <a:pt x="1904" y="187451"/>
                </a:lnTo>
                <a:lnTo>
                  <a:pt x="2285" y="186386"/>
                </a:lnTo>
                <a:lnTo>
                  <a:pt x="2285" y="185321"/>
                </a:lnTo>
                <a:lnTo>
                  <a:pt x="2285" y="183990"/>
                </a:lnTo>
                <a:lnTo>
                  <a:pt x="2285" y="182925"/>
                </a:lnTo>
                <a:lnTo>
                  <a:pt x="2285" y="181860"/>
                </a:lnTo>
                <a:lnTo>
                  <a:pt x="2681" y="180617"/>
                </a:lnTo>
                <a:lnTo>
                  <a:pt x="2681" y="179552"/>
                </a:lnTo>
                <a:lnTo>
                  <a:pt x="2681" y="178398"/>
                </a:lnTo>
                <a:lnTo>
                  <a:pt x="2681" y="177156"/>
                </a:lnTo>
                <a:lnTo>
                  <a:pt x="2681" y="176091"/>
                </a:lnTo>
                <a:lnTo>
                  <a:pt x="2681" y="175026"/>
                </a:lnTo>
                <a:lnTo>
                  <a:pt x="2681" y="173961"/>
                </a:lnTo>
                <a:lnTo>
                  <a:pt x="2681" y="172629"/>
                </a:lnTo>
                <a:lnTo>
                  <a:pt x="2681" y="171564"/>
                </a:lnTo>
                <a:lnTo>
                  <a:pt x="3062" y="170499"/>
                </a:lnTo>
                <a:lnTo>
                  <a:pt x="3062" y="169256"/>
                </a:lnTo>
                <a:lnTo>
                  <a:pt x="3062" y="168191"/>
                </a:lnTo>
                <a:lnTo>
                  <a:pt x="3062" y="167038"/>
                </a:lnTo>
                <a:lnTo>
                  <a:pt x="3062" y="165795"/>
                </a:lnTo>
                <a:lnTo>
                  <a:pt x="3443" y="164730"/>
                </a:lnTo>
                <a:lnTo>
                  <a:pt x="3443" y="163665"/>
                </a:lnTo>
                <a:lnTo>
                  <a:pt x="3443" y="162600"/>
                </a:lnTo>
                <a:lnTo>
                  <a:pt x="3443" y="161268"/>
                </a:lnTo>
                <a:lnTo>
                  <a:pt x="3443" y="160203"/>
                </a:lnTo>
                <a:lnTo>
                  <a:pt x="3824" y="158961"/>
                </a:lnTo>
                <a:lnTo>
                  <a:pt x="3824" y="157896"/>
                </a:lnTo>
                <a:lnTo>
                  <a:pt x="3824" y="156564"/>
                </a:lnTo>
                <a:lnTo>
                  <a:pt x="3824" y="155499"/>
                </a:lnTo>
                <a:lnTo>
                  <a:pt x="3824" y="154434"/>
                </a:lnTo>
                <a:lnTo>
                  <a:pt x="4205" y="153103"/>
                </a:lnTo>
                <a:lnTo>
                  <a:pt x="4205" y="152038"/>
                </a:lnTo>
                <a:lnTo>
                  <a:pt x="4205" y="150973"/>
                </a:lnTo>
                <a:lnTo>
                  <a:pt x="4205" y="149908"/>
                </a:lnTo>
                <a:lnTo>
                  <a:pt x="4586" y="148665"/>
                </a:lnTo>
                <a:lnTo>
                  <a:pt x="4586" y="147600"/>
                </a:lnTo>
                <a:lnTo>
                  <a:pt x="4586" y="146535"/>
                </a:lnTo>
                <a:lnTo>
                  <a:pt x="4586" y="145381"/>
                </a:lnTo>
                <a:lnTo>
                  <a:pt x="4586" y="144316"/>
                </a:lnTo>
                <a:lnTo>
                  <a:pt x="4966" y="143074"/>
                </a:lnTo>
                <a:lnTo>
                  <a:pt x="4966" y="142009"/>
                </a:lnTo>
                <a:lnTo>
                  <a:pt x="4966" y="140943"/>
                </a:lnTo>
                <a:lnTo>
                  <a:pt x="4966" y="139878"/>
                </a:lnTo>
                <a:lnTo>
                  <a:pt x="4966" y="138547"/>
                </a:lnTo>
                <a:lnTo>
                  <a:pt x="4966" y="137482"/>
                </a:lnTo>
                <a:lnTo>
                  <a:pt x="4966" y="136417"/>
                </a:lnTo>
                <a:lnTo>
                  <a:pt x="4966" y="135352"/>
                </a:lnTo>
                <a:lnTo>
                  <a:pt x="4966" y="134020"/>
                </a:lnTo>
                <a:lnTo>
                  <a:pt x="4966" y="132955"/>
                </a:lnTo>
                <a:lnTo>
                  <a:pt x="5363" y="131713"/>
                </a:lnTo>
                <a:lnTo>
                  <a:pt x="5363" y="130648"/>
                </a:lnTo>
                <a:lnTo>
                  <a:pt x="5363" y="129583"/>
                </a:lnTo>
                <a:lnTo>
                  <a:pt x="5363" y="128518"/>
                </a:lnTo>
                <a:lnTo>
                  <a:pt x="5744" y="127186"/>
                </a:lnTo>
                <a:lnTo>
                  <a:pt x="5744" y="126121"/>
                </a:lnTo>
                <a:lnTo>
                  <a:pt x="5744" y="125056"/>
                </a:lnTo>
                <a:lnTo>
                  <a:pt x="5744" y="123991"/>
                </a:lnTo>
                <a:lnTo>
                  <a:pt x="5744" y="122926"/>
                </a:lnTo>
                <a:lnTo>
                  <a:pt x="6125" y="121595"/>
                </a:lnTo>
                <a:lnTo>
                  <a:pt x="6125" y="120530"/>
                </a:lnTo>
                <a:lnTo>
                  <a:pt x="6125" y="119465"/>
                </a:lnTo>
                <a:lnTo>
                  <a:pt x="6125" y="118400"/>
                </a:lnTo>
                <a:lnTo>
                  <a:pt x="6125" y="117334"/>
                </a:lnTo>
                <a:lnTo>
                  <a:pt x="6506" y="116269"/>
                </a:lnTo>
                <a:lnTo>
                  <a:pt x="6506" y="114938"/>
                </a:lnTo>
                <a:lnTo>
                  <a:pt x="6506" y="113873"/>
                </a:lnTo>
                <a:lnTo>
                  <a:pt x="6506" y="112808"/>
                </a:lnTo>
                <a:lnTo>
                  <a:pt x="6506" y="111743"/>
                </a:lnTo>
                <a:lnTo>
                  <a:pt x="6886" y="110500"/>
                </a:lnTo>
                <a:lnTo>
                  <a:pt x="6886" y="109435"/>
                </a:lnTo>
                <a:lnTo>
                  <a:pt x="6886" y="108104"/>
                </a:lnTo>
                <a:lnTo>
                  <a:pt x="6886" y="107039"/>
                </a:lnTo>
                <a:lnTo>
                  <a:pt x="6886" y="105974"/>
                </a:lnTo>
                <a:lnTo>
                  <a:pt x="6886" y="104909"/>
                </a:lnTo>
                <a:lnTo>
                  <a:pt x="6886" y="103844"/>
                </a:lnTo>
                <a:lnTo>
                  <a:pt x="6886" y="102779"/>
                </a:lnTo>
                <a:lnTo>
                  <a:pt x="6886" y="101713"/>
                </a:lnTo>
                <a:lnTo>
                  <a:pt x="7267" y="100648"/>
                </a:lnTo>
                <a:lnTo>
                  <a:pt x="7267" y="99317"/>
                </a:lnTo>
                <a:lnTo>
                  <a:pt x="7267" y="98252"/>
                </a:lnTo>
                <a:lnTo>
                  <a:pt x="7267" y="97187"/>
                </a:lnTo>
                <a:lnTo>
                  <a:pt x="7267" y="96122"/>
                </a:lnTo>
                <a:lnTo>
                  <a:pt x="7648" y="95057"/>
                </a:lnTo>
                <a:lnTo>
                  <a:pt x="7648" y="93992"/>
                </a:lnTo>
                <a:lnTo>
                  <a:pt x="7648" y="92927"/>
                </a:lnTo>
                <a:lnTo>
                  <a:pt x="7648" y="91595"/>
                </a:lnTo>
                <a:lnTo>
                  <a:pt x="7648" y="90530"/>
                </a:lnTo>
                <a:lnTo>
                  <a:pt x="8045" y="89199"/>
                </a:lnTo>
                <a:lnTo>
                  <a:pt x="8045" y="88134"/>
                </a:lnTo>
                <a:lnTo>
                  <a:pt x="8045" y="87069"/>
                </a:lnTo>
                <a:lnTo>
                  <a:pt x="8045" y="86004"/>
                </a:lnTo>
                <a:lnTo>
                  <a:pt x="8045" y="84939"/>
                </a:lnTo>
                <a:lnTo>
                  <a:pt x="8426" y="83874"/>
                </a:lnTo>
                <a:lnTo>
                  <a:pt x="8426" y="82808"/>
                </a:lnTo>
                <a:lnTo>
                  <a:pt x="8426" y="81743"/>
                </a:lnTo>
                <a:lnTo>
                  <a:pt x="8426" y="80678"/>
                </a:lnTo>
                <a:lnTo>
                  <a:pt x="8807" y="79613"/>
                </a:lnTo>
                <a:lnTo>
                  <a:pt x="8807" y="78548"/>
                </a:lnTo>
                <a:lnTo>
                  <a:pt x="8807" y="77483"/>
                </a:lnTo>
                <a:lnTo>
                  <a:pt x="8807" y="76418"/>
                </a:lnTo>
                <a:lnTo>
                  <a:pt x="8807" y="75087"/>
                </a:lnTo>
                <a:lnTo>
                  <a:pt x="8807" y="74022"/>
                </a:lnTo>
                <a:lnTo>
                  <a:pt x="8807" y="72957"/>
                </a:lnTo>
                <a:lnTo>
                  <a:pt x="8807" y="71892"/>
                </a:lnTo>
                <a:lnTo>
                  <a:pt x="8807" y="70560"/>
                </a:lnTo>
                <a:lnTo>
                  <a:pt x="8807" y="69495"/>
                </a:lnTo>
                <a:lnTo>
                  <a:pt x="9187" y="68430"/>
                </a:lnTo>
                <a:lnTo>
                  <a:pt x="9187" y="67365"/>
                </a:lnTo>
                <a:lnTo>
                  <a:pt x="9187" y="66300"/>
                </a:lnTo>
                <a:lnTo>
                  <a:pt x="9187" y="65235"/>
                </a:lnTo>
                <a:lnTo>
                  <a:pt x="9187" y="64170"/>
                </a:lnTo>
                <a:lnTo>
                  <a:pt x="9568" y="63105"/>
                </a:lnTo>
                <a:lnTo>
                  <a:pt x="9568" y="62040"/>
                </a:lnTo>
                <a:lnTo>
                  <a:pt x="9568" y="60975"/>
                </a:lnTo>
                <a:lnTo>
                  <a:pt x="9568" y="59643"/>
                </a:lnTo>
                <a:lnTo>
                  <a:pt x="9949" y="58578"/>
                </a:lnTo>
                <a:lnTo>
                  <a:pt x="9949" y="57513"/>
                </a:lnTo>
                <a:lnTo>
                  <a:pt x="9949" y="56448"/>
                </a:lnTo>
                <a:lnTo>
                  <a:pt x="9949" y="55383"/>
                </a:lnTo>
                <a:lnTo>
                  <a:pt x="9949" y="54318"/>
                </a:lnTo>
                <a:lnTo>
                  <a:pt x="10346" y="53253"/>
                </a:lnTo>
                <a:lnTo>
                  <a:pt x="10346" y="52188"/>
                </a:lnTo>
                <a:lnTo>
                  <a:pt x="10346" y="51300"/>
                </a:lnTo>
                <a:lnTo>
                  <a:pt x="10346" y="50235"/>
                </a:lnTo>
                <a:lnTo>
                  <a:pt x="10346" y="49170"/>
                </a:lnTo>
                <a:lnTo>
                  <a:pt x="10727" y="47839"/>
                </a:lnTo>
                <a:lnTo>
                  <a:pt x="10727" y="46774"/>
                </a:lnTo>
                <a:lnTo>
                  <a:pt x="10727" y="45709"/>
                </a:lnTo>
                <a:lnTo>
                  <a:pt x="10727" y="44644"/>
                </a:lnTo>
                <a:lnTo>
                  <a:pt x="10727" y="43579"/>
                </a:lnTo>
                <a:lnTo>
                  <a:pt x="11108" y="42513"/>
                </a:lnTo>
                <a:lnTo>
                  <a:pt x="11108" y="41448"/>
                </a:lnTo>
                <a:lnTo>
                  <a:pt x="11108" y="40383"/>
                </a:lnTo>
                <a:lnTo>
                  <a:pt x="11108" y="39318"/>
                </a:lnTo>
                <a:lnTo>
                  <a:pt x="11108" y="38164"/>
                </a:lnTo>
                <a:lnTo>
                  <a:pt x="11108" y="37099"/>
                </a:lnTo>
                <a:lnTo>
                  <a:pt x="11108" y="36034"/>
                </a:lnTo>
                <a:lnTo>
                  <a:pt x="11108" y="34969"/>
                </a:lnTo>
                <a:lnTo>
                  <a:pt x="11108" y="33904"/>
                </a:lnTo>
                <a:lnTo>
                  <a:pt x="11488" y="32839"/>
                </a:lnTo>
                <a:lnTo>
                  <a:pt x="11488" y="31774"/>
                </a:lnTo>
                <a:lnTo>
                  <a:pt x="11488" y="30709"/>
                </a:lnTo>
                <a:lnTo>
                  <a:pt x="11488" y="29644"/>
                </a:lnTo>
                <a:lnTo>
                  <a:pt x="11488" y="28579"/>
                </a:lnTo>
                <a:lnTo>
                  <a:pt x="11869" y="27514"/>
                </a:lnTo>
                <a:lnTo>
                  <a:pt x="11869" y="26449"/>
                </a:lnTo>
                <a:lnTo>
                  <a:pt x="11869" y="25561"/>
                </a:lnTo>
                <a:lnTo>
                  <a:pt x="11869" y="24230"/>
                </a:lnTo>
                <a:lnTo>
                  <a:pt x="11869" y="23165"/>
                </a:lnTo>
                <a:lnTo>
                  <a:pt x="12250" y="22100"/>
                </a:lnTo>
                <a:lnTo>
                  <a:pt x="12250" y="21035"/>
                </a:lnTo>
                <a:lnTo>
                  <a:pt x="12250" y="19970"/>
                </a:lnTo>
                <a:lnTo>
                  <a:pt x="12250" y="18904"/>
                </a:lnTo>
                <a:lnTo>
                  <a:pt x="12631" y="18017"/>
                </a:lnTo>
                <a:lnTo>
                  <a:pt x="12631" y="16952"/>
                </a:lnTo>
                <a:lnTo>
                  <a:pt x="12631" y="15887"/>
                </a:lnTo>
                <a:lnTo>
                  <a:pt x="12631" y="14822"/>
                </a:lnTo>
                <a:lnTo>
                  <a:pt x="12631" y="13757"/>
                </a:lnTo>
                <a:lnTo>
                  <a:pt x="13028" y="12514"/>
                </a:lnTo>
                <a:lnTo>
                  <a:pt x="13028" y="11626"/>
                </a:lnTo>
                <a:lnTo>
                  <a:pt x="13028" y="10561"/>
                </a:lnTo>
                <a:lnTo>
                  <a:pt x="13028" y="9496"/>
                </a:lnTo>
                <a:lnTo>
                  <a:pt x="13028" y="8431"/>
                </a:lnTo>
                <a:lnTo>
                  <a:pt x="13028" y="7366"/>
                </a:lnTo>
                <a:lnTo>
                  <a:pt x="13028" y="6479"/>
                </a:lnTo>
                <a:lnTo>
                  <a:pt x="13028" y="5414"/>
                </a:lnTo>
                <a:lnTo>
                  <a:pt x="13028" y="4349"/>
                </a:lnTo>
                <a:lnTo>
                  <a:pt x="13028" y="3017"/>
                </a:lnTo>
                <a:lnTo>
                  <a:pt x="13409" y="1952"/>
                </a:lnTo>
                <a:lnTo>
                  <a:pt x="13409" y="1153"/>
                </a:lnTo>
                <a:lnTo>
                  <a:pt x="13409" y="0"/>
                </a:lnTo>
              </a:path>
            </a:pathLst>
          </a:custGeom>
          <a:ln w="1951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2120056" y="2442681"/>
            <a:ext cx="13789" cy="189759"/>
          </a:xfrm>
          <a:custGeom>
            <a:avLst/>
            <a:gdLst/>
            <a:ahLst/>
            <a:cxnLst/>
            <a:rect l="l" t="t" r="r" b="b"/>
            <a:pathLst>
              <a:path w="13789" h="189759">
                <a:moveTo>
                  <a:pt x="0" y="189759"/>
                </a:moveTo>
                <a:lnTo>
                  <a:pt x="0" y="188694"/>
                </a:lnTo>
                <a:lnTo>
                  <a:pt x="380" y="187629"/>
                </a:lnTo>
                <a:lnTo>
                  <a:pt x="380" y="186830"/>
                </a:lnTo>
                <a:lnTo>
                  <a:pt x="380" y="185765"/>
                </a:lnTo>
                <a:lnTo>
                  <a:pt x="380" y="184611"/>
                </a:lnTo>
                <a:lnTo>
                  <a:pt x="380" y="183369"/>
                </a:lnTo>
                <a:lnTo>
                  <a:pt x="761" y="182481"/>
                </a:lnTo>
                <a:lnTo>
                  <a:pt x="761" y="181416"/>
                </a:lnTo>
                <a:lnTo>
                  <a:pt x="761" y="180351"/>
                </a:lnTo>
                <a:lnTo>
                  <a:pt x="761" y="179286"/>
                </a:lnTo>
                <a:lnTo>
                  <a:pt x="761" y="178398"/>
                </a:lnTo>
                <a:lnTo>
                  <a:pt x="1142" y="177333"/>
                </a:lnTo>
                <a:lnTo>
                  <a:pt x="1142" y="176268"/>
                </a:lnTo>
                <a:lnTo>
                  <a:pt x="1142" y="175203"/>
                </a:lnTo>
                <a:lnTo>
                  <a:pt x="1142" y="174138"/>
                </a:lnTo>
                <a:lnTo>
                  <a:pt x="1142" y="173073"/>
                </a:lnTo>
                <a:lnTo>
                  <a:pt x="1523" y="172008"/>
                </a:lnTo>
                <a:lnTo>
                  <a:pt x="1523" y="171120"/>
                </a:lnTo>
                <a:lnTo>
                  <a:pt x="1523" y="170055"/>
                </a:lnTo>
                <a:lnTo>
                  <a:pt x="1523" y="168990"/>
                </a:lnTo>
                <a:lnTo>
                  <a:pt x="1904" y="167925"/>
                </a:lnTo>
                <a:lnTo>
                  <a:pt x="1904" y="166860"/>
                </a:lnTo>
                <a:lnTo>
                  <a:pt x="1904" y="165795"/>
                </a:lnTo>
                <a:lnTo>
                  <a:pt x="1904" y="164907"/>
                </a:lnTo>
                <a:lnTo>
                  <a:pt x="1904" y="163842"/>
                </a:lnTo>
                <a:lnTo>
                  <a:pt x="1904" y="162777"/>
                </a:lnTo>
                <a:lnTo>
                  <a:pt x="1904" y="161890"/>
                </a:lnTo>
                <a:lnTo>
                  <a:pt x="1904" y="160825"/>
                </a:lnTo>
                <a:lnTo>
                  <a:pt x="1904" y="159760"/>
                </a:lnTo>
                <a:lnTo>
                  <a:pt x="1904" y="158695"/>
                </a:lnTo>
                <a:lnTo>
                  <a:pt x="2300" y="157629"/>
                </a:lnTo>
                <a:lnTo>
                  <a:pt x="2300" y="156742"/>
                </a:lnTo>
                <a:lnTo>
                  <a:pt x="2300" y="155677"/>
                </a:lnTo>
                <a:lnTo>
                  <a:pt x="2300" y="154612"/>
                </a:lnTo>
                <a:lnTo>
                  <a:pt x="2300" y="153813"/>
                </a:lnTo>
                <a:lnTo>
                  <a:pt x="2681" y="152748"/>
                </a:lnTo>
                <a:lnTo>
                  <a:pt x="2681" y="151594"/>
                </a:lnTo>
                <a:lnTo>
                  <a:pt x="2681" y="150529"/>
                </a:lnTo>
                <a:lnTo>
                  <a:pt x="2681" y="149464"/>
                </a:lnTo>
                <a:lnTo>
                  <a:pt x="3062" y="148665"/>
                </a:lnTo>
                <a:lnTo>
                  <a:pt x="3062" y="147600"/>
                </a:lnTo>
                <a:lnTo>
                  <a:pt x="3062" y="146713"/>
                </a:lnTo>
                <a:lnTo>
                  <a:pt x="3062" y="145647"/>
                </a:lnTo>
                <a:lnTo>
                  <a:pt x="3062" y="144316"/>
                </a:lnTo>
                <a:lnTo>
                  <a:pt x="3443" y="143517"/>
                </a:lnTo>
                <a:lnTo>
                  <a:pt x="3443" y="142452"/>
                </a:lnTo>
                <a:lnTo>
                  <a:pt x="3443" y="141565"/>
                </a:lnTo>
                <a:lnTo>
                  <a:pt x="3443" y="140500"/>
                </a:lnTo>
                <a:lnTo>
                  <a:pt x="3443" y="139612"/>
                </a:lnTo>
                <a:lnTo>
                  <a:pt x="3824" y="138547"/>
                </a:lnTo>
                <a:lnTo>
                  <a:pt x="3824" y="137482"/>
                </a:lnTo>
                <a:lnTo>
                  <a:pt x="3824" y="136417"/>
                </a:lnTo>
                <a:lnTo>
                  <a:pt x="3824" y="135529"/>
                </a:lnTo>
                <a:lnTo>
                  <a:pt x="3824" y="134464"/>
                </a:lnTo>
                <a:lnTo>
                  <a:pt x="3824" y="133665"/>
                </a:lnTo>
                <a:lnTo>
                  <a:pt x="3824" y="132512"/>
                </a:lnTo>
                <a:lnTo>
                  <a:pt x="3824" y="131447"/>
                </a:lnTo>
                <a:lnTo>
                  <a:pt x="3824" y="130382"/>
                </a:lnTo>
                <a:lnTo>
                  <a:pt x="4205" y="129583"/>
                </a:lnTo>
                <a:lnTo>
                  <a:pt x="4205" y="128518"/>
                </a:lnTo>
                <a:lnTo>
                  <a:pt x="4205" y="127630"/>
                </a:lnTo>
                <a:lnTo>
                  <a:pt x="4205" y="126565"/>
                </a:lnTo>
                <a:lnTo>
                  <a:pt x="4205" y="125500"/>
                </a:lnTo>
                <a:lnTo>
                  <a:pt x="4586" y="124435"/>
                </a:lnTo>
                <a:lnTo>
                  <a:pt x="4586" y="123547"/>
                </a:lnTo>
                <a:lnTo>
                  <a:pt x="4586" y="122482"/>
                </a:lnTo>
                <a:lnTo>
                  <a:pt x="4586" y="121595"/>
                </a:lnTo>
                <a:lnTo>
                  <a:pt x="4586" y="120530"/>
                </a:lnTo>
                <a:lnTo>
                  <a:pt x="4982" y="119642"/>
                </a:lnTo>
                <a:lnTo>
                  <a:pt x="4982" y="118577"/>
                </a:lnTo>
                <a:lnTo>
                  <a:pt x="4982" y="117512"/>
                </a:lnTo>
                <a:lnTo>
                  <a:pt x="4982" y="116713"/>
                </a:lnTo>
                <a:lnTo>
                  <a:pt x="4982" y="115648"/>
                </a:lnTo>
                <a:lnTo>
                  <a:pt x="5363" y="114761"/>
                </a:lnTo>
                <a:lnTo>
                  <a:pt x="5363" y="113695"/>
                </a:lnTo>
                <a:lnTo>
                  <a:pt x="5363" y="112630"/>
                </a:lnTo>
                <a:lnTo>
                  <a:pt x="5363" y="111743"/>
                </a:lnTo>
                <a:lnTo>
                  <a:pt x="5744" y="110678"/>
                </a:lnTo>
                <a:lnTo>
                  <a:pt x="5744" y="109790"/>
                </a:lnTo>
                <a:lnTo>
                  <a:pt x="5744" y="108725"/>
                </a:lnTo>
                <a:lnTo>
                  <a:pt x="5744" y="107926"/>
                </a:lnTo>
                <a:lnTo>
                  <a:pt x="5744" y="106861"/>
                </a:lnTo>
                <a:lnTo>
                  <a:pt x="6125" y="105707"/>
                </a:lnTo>
                <a:lnTo>
                  <a:pt x="6125" y="104909"/>
                </a:lnTo>
                <a:lnTo>
                  <a:pt x="6125" y="104021"/>
                </a:lnTo>
                <a:lnTo>
                  <a:pt x="6125" y="102956"/>
                </a:lnTo>
                <a:lnTo>
                  <a:pt x="6125" y="101891"/>
                </a:lnTo>
                <a:lnTo>
                  <a:pt x="6125" y="101003"/>
                </a:lnTo>
                <a:lnTo>
                  <a:pt x="6125" y="99938"/>
                </a:lnTo>
                <a:lnTo>
                  <a:pt x="6125" y="99140"/>
                </a:lnTo>
                <a:lnTo>
                  <a:pt x="6125" y="98252"/>
                </a:lnTo>
                <a:lnTo>
                  <a:pt x="6125" y="97187"/>
                </a:lnTo>
                <a:lnTo>
                  <a:pt x="6506" y="96122"/>
                </a:lnTo>
                <a:lnTo>
                  <a:pt x="6506" y="95234"/>
                </a:lnTo>
                <a:lnTo>
                  <a:pt x="6506" y="94169"/>
                </a:lnTo>
                <a:lnTo>
                  <a:pt x="6506" y="93282"/>
                </a:lnTo>
                <a:lnTo>
                  <a:pt x="6886" y="92483"/>
                </a:lnTo>
                <a:lnTo>
                  <a:pt x="6886" y="91418"/>
                </a:lnTo>
                <a:lnTo>
                  <a:pt x="6886" y="90264"/>
                </a:lnTo>
                <a:lnTo>
                  <a:pt x="6886" y="89465"/>
                </a:lnTo>
                <a:lnTo>
                  <a:pt x="6886" y="88578"/>
                </a:lnTo>
                <a:lnTo>
                  <a:pt x="7267" y="87513"/>
                </a:lnTo>
                <a:lnTo>
                  <a:pt x="7267" y="86625"/>
                </a:lnTo>
                <a:lnTo>
                  <a:pt x="7267" y="85560"/>
                </a:lnTo>
                <a:lnTo>
                  <a:pt x="7267" y="84761"/>
                </a:lnTo>
                <a:lnTo>
                  <a:pt x="7267" y="83696"/>
                </a:lnTo>
                <a:lnTo>
                  <a:pt x="7664" y="82808"/>
                </a:lnTo>
                <a:lnTo>
                  <a:pt x="7664" y="81743"/>
                </a:lnTo>
                <a:lnTo>
                  <a:pt x="7664" y="80856"/>
                </a:lnTo>
                <a:lnTo>
                  <a:pt x="7664" y="80057"/>
                </a:lnTo>
                <a:lnTo>
                  <a:pt x="7664" y="78903"/>
                </a:lnTo>
                <a:lnTo>
                  <a:pt x="8045" y="78104"/>
                </a:lnTo>
                <a:lnTo>
                  <a:pt x="8045" y="77039"/>
                </a:lnTo>
                <a:lnTo>
                  <a:pt x="8045" y="76152"/>
                </a:lnTo>
                <a:lnTo>
                  <a:pt x="8045" y="75264"/>
                </a:lnTo>
                <a:lnTo>
                  <a:pt x="8045" y="74199"/>
                </a:lnTo>
                <a:lnTo>
                  <a:pt x="8045" y="73400"/>
                </a:lnTo>
                <a:lnTo>
                  <a:pt x="8045" y="72335"/>
                </a:lnTo>
                <a:lnTo>
                  <a:pt x="8045" y="71448"/>
                </a:lnTo>
                <a:lnTo>
                  <a:pt x="8045" y="70560"/>
                </a:lnTo>
                <a:lnTo>
                  <a:pt x="8426" y="69761"/>
                </a:lnTo>
                <a:lnTo>
                  <a:pt x="8426" y="68608"/>
                </a:lnTo>
                <a:lnTo>
                  <a:pt x="8426" y="67543"/>
                </a:lnTo>
                <a:lnTo>
                  <a:pt x="8426" y="66744"/>
                </a:lnTo>
                <a:lnTo>
                  <a:pt x="8426" y="65856"/>
                </a:lnTo>
                <a:lnTo>
                  <a:pt x="8807" y="64969"/>
                </a:lnTo>
                <a:lnTo>
                  <a:pt x="8807" y="64170"/>
                </a:lnTo>
                <a:lnTo>
                  <a:pt x="8807" y="63105"/>
                </a:lnTo>
                <a:lnTo>
                  <a:pt x="8807" y="62217"/>
                </a:lnTo>
                <a:lnTo>
                  <a:pt x="8807" y="61152"/>
                </a:lnTo>
                <a:lnTo>
                  <a:pt x="9187" y="60265"/>
                </a:lnTo>
                <a:lnTo>
                  <a:pt x="9187" y="59466"/>
                </a:lnTo>
                <a:lnTo>
                  <a:pt x="9187" y="58401"/>
                </a:lnTo>
                <a:lnTo>
                  <a:pt x="9187" y="57513"/>
                </a:lnTo>
                <a:lnTo>
                  <a:pt x="9568" y="56626"/>
                </a:lnTo>
                <a:lnTo>
                  <a:pt x="9568" y="55827"/>
                </a:lnTo>
                <a:lnTo>
                  <a:pt x="9568" y="54673"/>
                </a:lnTo>
                <a:lnTo>
                  <a:pt x="9568" y="53874"/>
                </a:lnTo>
                <a:lnTo>
                  <a:pt x="9568" y="52987"/>
                </a:lnTo>
                <a:lnTo>
                  <a:pt x="9965" y="52099"/>
                </a:lnTo>
                <a:lnTo>
                  <a:pt x="9965" y="51034"/>
                </a:lnTo>
                <a:lnTo>
                  <a:pt x="9965" y="50235"/>
                </a:lnTo>
                <a:lnTo>
                  <a:pt x="9965" y="49348"/>
                </a:lnTo>
                <a:lnTo>
                  <a:pt x="9965" y="48460"/>
                </a:lnTo>
                <a:lnTo>
                  <a:pt x="10346" y="47661"/>
                </a:lnTo>
                <a:lnTo>
                  <a:pt x="10346" y="46596"/>
                </a:lnTo>
                <a:lnTo>
                  <a:pt x="10346" y="45709"/>
                </a:lnTo>
                <a:lnTo>
                  <a:pt x="10346" y="44821"/>
                </a:lnTo>
                <a:lnTo>
                  <a:pt x="10346" y="44022"/>
                </a:lnTo>
                <a:lnTo>
                  <a:pt x="10346" y="42957"/>
                </a:lnTo>
                <a:lnTo>
                  <a:pt x="10346" y="42070"/>
                </a:lnTo>
                <a:lnTo>
                  <a:pt x="10346" y="41182"/>
                </a:lnTo>
                <a:lnTo>
                  <a:pt x="10346" y="40383"/>
                </a:lnTo>
                <a:lnTo>
                  <a:pt x="10727" y="39318"/>
                </a:lnTo>
                <a:lnTo>
                  <a:pt x="10727" y="38431"/>
                </a:lnTo>
                <a:lnTo>
                  <a:pt x="10727" y="37543"/>
                </a:lnTo>
                <a:lnTo>
                  <a:pt x="10727" y="36744"/>
                </a:lnTo>
                <a:lnTo>
                  <a:pt x="10727" y="35857"/>
                </a:lnTo>
                <a:lnTo>
                  <a:pt x="11108" y="34792"/>
                </a:lnTo>
                <a:lnTo>
                  <a:pt x="11108" y="33904"/>
                </a:lnTo>
                <a:lnTo>
                  <a:pt x="11108" y="33017"/>
                </a:lnTo>
                <a:lnTo>
                  <a:pt x="11108" y="32218"/>
                </a:lnTo>
                <a:lnTo>
                  <a:pt x="11108" y="31153"/>
                </a:lnTo>
                <a:lnTo>
                  <a:pt x="11488" y="30265"/>
                </a:lnTo>
                <a:lnTo>
                  <a:pt x="11488" y="29644"/>
                </a:lnTo>
                <a:lnTo>
                  <a:pt x="11488" y="28756"/>
                </a:lnTo>
                <a:lnTo>
                  <a:pt x="11488" y="27691"/>
                </a:lnTo>
                <a:lnTo>
                  <a:pt x="11488" y="26804"/>
                </a:lnTo>
                <a:lnTo>
                  <a:pt x="11869" y="26005"/>
                </a:lnTo>
                <a:lnTo>
                  <a:pt x="11869" y="25117"/>
                </a:lnTo>
                <a:lnTo>
                  <a:pt x="11869" y="24052"/>
                </a:lnTo>
                <a:lnTo>
                  <a:pt x="11869" y="23165"/>
                </a:lnTo>
                <a:lnTo>
                  <a:pt x="12250" y="22543"/>
                </a:lnTo>
                <a:lnTo>
                  <a:pt x="12250" y="21656"/>
                </a:lnTo>
                <a:lnTo>
                  <a:pt x="12250" y="20591"/>
                </a:lnTo>
                <a:lnTo>
                  <a:pt x="12250" y="19792"/>
                </a:lnTo>
                <a:lnTo>
                  <a:pt x="12250" y="18904"/>
                </a:lnTo>
                <a:lnTo>
                  <a:pt x="12250" y="18017"/>
                </a:lnTo>
                <a:lnTo>
                  <a:pt x="12250" y="17218"/>
                </a:lnTo>
                <a:lnTo>
                  <a:pt x="12250" y="16331"/>
                </a:lnTo>
                <a:lnTo>
                  <a:pt x="12250" y="15443"/>
                </a:lnTo>
                <a:lnTo>
                  <a:pt x="12250" y="14644"/>
                </a:lnTo>
                <a:lnTo>
                  <a:pt x="12647" y="13757"/>
                </a:lnTo>
                <a:lnTo>
                  <a:pt x="12647" y="12869"/>
                </a:lnTo>
                <a:lnTo>
                  <a:pt x="12647" y="12070"/>
                </a:lnTo>
                <a:lnTo>
                  <a:pt x="12647" y="11005"/>
                </a:lnTo>
                <a:lnTo>
                  <a:pt x="12647" y="10295"/>
                </a:lnTo>
                <a:lnTo>
                  <a:pt x="13028" y="9496"/>
                </a:lnTo>
                <a:lnTo>
                  <a:pt x="13028" y="8609"/>
                </a:lnTo>
                <a:lnTo>
                  <a:pt x="13028" y="7544"/>
                </a:lnTo>
                <a:lnTo>
                  <a:pt x="13028" y="6922"/>
                </a:lnTo>
                <a:lnTo>
                  <a:pt x="13409" y="6035"/>
                </a:lnTo>
                <a:lnTo>
                  <a:pt x="13409" y="5147"/>
                </a:lnTo>
                <a:lnTo>
                  <a:pt x="13409" y="4082"/>
                </a:lnTo>
                <a:lnTo>
                  <a:pt x="13409" y="3461"/>
                </a:lnTo>
                <a:lnTo>
                  <a:pt x="13409" y="2573"/>
                </a:lnTo>
                <a:lnTo>
                  <a:pt x="13789" y="1508"/>
                </a:lnTo>
                <a:lnTo>
                  <a:pt x="13789" y="887"/>
                </a:lnTo>
                <a:lnTo>
                  <a:pt x="13789" y="0"/>
                </a:lnTo>
              </a:path>
            </a:pathLst>
          </a:custGeom>
          <a:ln w="194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2133846" y="2299251"/>
            <a:ext cx="13409" cy="143429"/>
          </a:xfrm>
          <a:custGeom>
            <a:avLst/>
            <a:gdLst/>
            <a:ahLst/>
            <a:cxnLst/>
            <a:rect l="l" t="t" r="r" b="b"/>
            <a:pathLst>
              <a:path w="13409" h="143429">
                <a:moveTo>
                  <a:pt x="0" y="143429"/>
                </a:moveTo>
                <a:lnTo>
                  <a:pt x="0" y="142630"/>
                </a:lnTo>
                <a:lnTo>
                  <a:pt x="0" y="141742"/>
                </a:lnTo>
                <a:lnTo>
                  <a:pt x="380" y="140855"/>
                </a:lnTo>
                <a:lnTo>
                  <a:pt x="380" y="140056"/>
                </a:lnTo>
                <a:lnTo>
                  <a:pt x="380" y="139168"/>
                </a:lnTo>
                <a:lnTo>
                  <a:pt x="380" y="138281"/>
                </a:lnTo>
                <a:lnTo>
                  <a:pt x="380" y="137482"/>
                </a:lnTo>
                <a:lnTo>
                  <a:pt x="761" y="136594"/>
                </a:lnTo>
                <a:lnTo>
                  <a:pt x="761" y="135707"/>
                </a:lnTo>
                <a:lnTo>
                  <a:pt x="761" y="135086"/>
                </a:lnTo>
                <a:lnTo>
                  <a:pt x="761" y="134287"/>
                </a:lnTo>
                <a:lnTo>
                  <a:pt x="761" y="133133"/>
                </a:lnTo>
                <a:lnTo>
                  <a:pt x="761" y="132512"/>
                </a:lnTo>
                <a:lnTo>
                  <a:pt x="761" y="131713"/>
                </a:lnTo>
                <a:lnTo>
                  <a:pt x="761" y="130825"/>
                </a:lnTo>
                <a:lnTo>
                  <a:pt x="761" y="129938"/>
                </a:lnTo>
                <a:lnTo>
                  <a:pt x="1142" y="129316"/>
                </a:lnTo>
                <a:lnTo>
                  <a:pt x="1142" y="128429"/>
                </a:lnTo>
                <a:lnTo>
                  <a:pt x="1142" y="127364"/>
                </a:lnTo>
                <a:lnTo>
                  <a:pt x="1142" y="126743"/>
                </a:lnTo>
                <a:lnTo>
                  <a:pt x="1142" y="125855"/>
                </a:lnTo>
                <a:lnTo>
                  <a:pt x="1539" y="125056"/>
                </a:lnTo>
                <a:lnTo>
                  <a:pt x="1539" y="124169"/>
                </a:lnTo>
                <a:lnTo>
                  <a:pt x="1539" y="123547"/>
                </a:lnTo>
                <a:lnTo>
                  <a:pt x="1539" y="122482"/>
                </a:lnTo>
                <a:lnTo>
                  <a:pt x="1539" y="121772"/>
                </a:lnTo>
                <a:lnTo>
                  <a:pt x="1920" y="120973"/>
                </a:lnTo>
                <a:lnTo>
                  <a:pt x="1920" y="120086"/>
                </a:lnTo>
                <a:lnTo>
                  <a:pt x="1920" y="119198"/>
                </a:lnTo>
                <a:lnTo>
                  <a:pt x="1920" y="118577"/>
                </a:lnTo>
                <a:lnTo>
                  <a:pt x="2300" y="117689"/>
                </a:lnTo>
                <a:lnTo>
                  <a:pt x="2300" y="116891"/>
                </a:lnTo>
                <a:lnTo>
                  <a:pt x="2300" y="116003"/>
                </a:lnTo>
                <a:lnTo>
                  <a:pt x="2300" y="115382"/>
                </a:lnTo>
                <a:lnTo>
                  <a:pt x="2300" y="114494"/>
                </a:lnTo>
                <a:lnTo>
                  <a:pt x="2681" y="113695"/>
                </a:lnTo>
                <a:lnTo>
                  <a:pt x="2681" y="112985"/>
                </a:lnTo>
                <a:lnTo>
                  <a:pt x="2681" y="111920"/>
                </a:lnTo>
                <a:lnTo>
                  <a:pt x="2681" y="111299"/>
                </a:lnTo>
                <a:lnTo>
                  <a:pt x="2681" y="110411"/>
                </a:lnTo>
                <a:lnTo>
                  <a:pt x="2681" y="109613"/>
                </a:lnTo>
                <a:lnTo>
                  <a:pt x="2681" y="108903"/>
                </a:lnTo>
                <a:lnTo>
                  <a:pt x="2681" y="108104"/>
                </a:lnTo>
                <a:lnTo>
                  <a:pt x="2681" y="107216"/>
                </a:lnTo>
                <a:lnTo>
                  <a:pt x="2681" y="106595"/>
                </a:lnTo>
                <a:lnTo>
                  <a:pt x="3062" y="105707"/>
                </a:lnTo>
                <a:lnTo>
                  <a:pt x="3062" y="104909"/>
                </a:lnTo>
                <a:lnTo>
                  <a:pt x="3062" y="104021"/>
                </a:lnTo>
                <a:lnTo>
                  <a:pt x="3062" y="103400"/>
                </a:lnTo>
                <a:lnTo>
                  <a:pt x="3443" y="102512"/>
                </a:lnTo>
                <a:lnTo>
                  <a:pt x="3443" y="101625"/>
                </a:lnTo>
                <a:lnTo>
                  <a:pt x="3443" y="101003"/>
                </a:lnTo>
                <a:lnTo>
                  <a:pt x="3443" y="100116"/>
                </a:lnTo>
                <a:lnTo>
                  <a:pt x="3443" y="99317"/>
                </a:lnTo>
                <a:lnTo>
                  <a:pt x="3824" y="98607"/>
                </a:lnTo>
                <a:lnTo>
                  <a:pt x="3824" y="97808"/>
                </a:lnTo>
                <a:lnTo>
                  <a:pt x="3824" y="97187"/>
                </a:lnTo>
                <a:lnTo>
                  <a:pt x="3824" y="96299"/>
                </a:lnTo>
                <a:lnTo>
                  <a:pt x="3824" y="95412"/>
                </a:lnTo>
                <a:lnTo>
                  <a:pt x="4221" y="94791"/>
                </a:lnTo>
                <a:lnTo>
                  <a:pt x="4221" y="93903"/>
                </a:lnTo>
                <a:lnTo>
                  <a:pt x="4221" y="93104"/>
                </a:lnTo>
                <a:lnTo>
                  <a:pt x="4221" y="92394"/>
                </a:lnTo>
                <a:lnTo>
                  <a:pt x="4221" y="91773"/>
                </a:lnTo>
                <a:lnTo>
                  <a:pt x="4601" y="90974"/>
                </a:lnTo>
                <a:lnTo>
                  <a:pt x="4601" y="90086"/>
                </a:lnTo>
                <a:lnTo>
                  <a:pt x="4601" y="89465"/>
                </a:lnTo>
                <a:lnTo>
                  <a:pt x="4601" y="88578"/>
                </a:lnTo>
                <a:lnTo>
                  <a:pt x="4601" y="87956"/>
                </a:lnTo>
                <a:lnTo>
                  <a:pt x="4601" y="87069"/>
                </a:lnTo>
                <a:lnTo>
                  <a:pt x="4601" y="86181"/>
                </a:lnTo>
                <a:lnTo>
                  <a:pt x="4601" y="85560"/>
                </a:lnTo>
                <a:lnTo>
                  <a:pt x="4601" y="84672"/>
                </a:lnTo>
                <a:lnTo>
                  <a:pt x="4982" y="84051"/>
                </a:lnTo>
                <a:lnTo>
                  <a:pt x="4982" y="83430"/>
                </a:lnTo>
                <a:lnTo>
                  <a:pt x="4982" y="82365"/>
                </a:lnTo>
                <a:lnTo>
                  <a:pt x="4982" y="81743"/>
                </a:lnTo>
                <a:lnTo>
                  <a:pt x="4982" y="81033"/>
                </a:lnTo>
                <a:lnTo>
                  <a:pt x="5363" y="80235"/>
                </a:lnTo>
                <a:lnTo>
                  <a:pt x="5363" y="79525"/>
                </a:lnTo>
                <a:lnTo>
                  <a:pt x="5363" y="78903"/>
                </a:lnTo>
                <a:lnTo>
                  <a:pt x="5363" y="78104"/>
                </a:lnTo>
                <a:lnTo>
                  <a:pt x="5363" y="77394"/>
                </a:lnTo>
                <a:lnTo>
                  <a:pt x="5744" y="76596"/>
                </a:lnTo>
                <a:lnTo>
                  <a:pt x="5744" y="75708"/>
                </a:lnTo>
                <a:lnTo>
                  <a:pt x="5744" y="75087"/>
                </a:lnTo>
                <a:lnTo>
                  <a:pt x="5744" y="74199"/>
                </a:lnTo>
                <a:lnTo>
                  <a:pt x="6125" y="73578"/>
                </a:lnTo>
                <a:lnTo>
                  <a:pt x="6125" y="72957"/>
                </a:lnTo>
                <a:lnTo>
                  <a:pt x="6125" y="72069"/>
                </a:lnTo>
                <a:lnTo>
                  <a:pt x="6125" y="71448"/>
                </a:lnTo>
                <a:lnTo>
                  <a:pt x="6125" y="70560"/>
                </a:lnTo>
                <a:lnTo>
                  <a:pt x="6506" y="69939"/>
                </a:lnTo>
                <a:lnTo>
                  <a:pt x="6506" y="69318"/>
                </a:lnTo>
                <a:lnTo>
                  <a:pt x="6506" y="68430"/>
                </a:lnTo>
                <a:lnTo>
                  <a:pt x="6506" y="67809"/>
                </a:lnTo>
                <a:lnTo>
                  <a:pt x="6506" y="67099"/>
                </a:lnTo>
                <a:lnTo>
                  <a:pt x="6902" y="66300"/>
                </a:lnTo>
                <a:lnTo>
                  <a:pt x="6902" y="65590"/>
                </a:lnTo>
                <a:lnTo>
                  <a:pt x="6902" y="64791"/>
                </a:lnTo>
                <a:lnTo>
                  <a:pt x="6902" y="64170"/>
                </a:lnTo>
                <a:lnTo>
                  <a:pt x="6902" y="63460"/>
                </a:lnTo>
                <a:lnTo>
                  <a:pt x="6902" y="62661"/>
                </a:lnTo>
                <a:lnTo>
                  <a:pt x="6902" y="61951"/>
                </a:lnTo>
                <a:lnTo>
                  <a:pt x="6902" y="61152"/>
                </a:lnTo>
                <a:lnTo>
                  <a:pt x="6902" y="60442"/>
                </a:lnTo>
                <a:lnTo>
                  <a:pt x="7283" y="59821"/>
                </a:lnTo>
                <a:lnTo>
                  <a:pt x="7283" y="59022"/>
                </a:lnTo>
                <a:lnTo>
                  <a:pt x="7283" y="58312"/>
                </a:lnTo>
                <a:lnTo>
                  <a:pt x="7283" y="57691"/>
                </a:lnTo>
                <a:lnTo>
                  <a:pt x="7283" y="57069"/>
                </a:lnTo>
                <a:lnTo>
                  <a:pt x="7664" y="56448"/>
                </a:lnTo>
                <a:lnTo>
                  <a:pt x="7664" y="55561"/>
                </a:lnTo>
                <a:lnTo>
                  <a:pt x="7664" y="54939"/>
                </a:lnTo>
                <a:lnTo>
                  <a:pt x="7664" y="54052"/>
                </a:lnTo>
                <a:lnTo>
                  <a:pt x="7664" y="53430"/>
                </a:lnTo>
                <a:lnTo>
                  <a:pt x="8045" y="52720"/>
                </a:lnTo>
                <a:lnTo>
                  <a:pt x="8045" y="52099"/>
                </a:lnTo>
                <a:lnTo>
                  <a:pt x="8045" y="51478"/>
                </a:lnTo>
                <a:lnTo>
                  <a:pt x="8045" y="50590"/>
                </a:lnTo>
                <a:lnTo>
                  <a:pt x="8045" y="49969"/>
                </a:lnTo>
                <a:lnTo>
                  <a:pt x="8426" y="49348"/>
                </a:lnTo>
                <a:lnTo>
                  <a:pt x="8426" y="48460"/>
                </a:lnTo>
                <a:lnTo>
                  <a:pt x="8426" y="48016"/>
                </a:lnTo>
                <a:lnTo>
                  <a:pt x="8426" y="47217"/>
                </a:lnTo>
                <a:lnTo>
                  <a:pt x="8807" y="46507"/>
                </a:lnTo>
                <a:lnTo>
                  <a:pt x="8807" y="45709"/>
                </a:lnTo>
                <a:lnTo>
                  <a:pt x="8807" y="45087"/>
                </a:lnTo>
                <a:lnTo>
                  <a:pt x="8807" y="44644"/>
                </a:lnTo>
                <a:lnTo>
                  <a:pt x="8807" y="43756"/>
                </a:lnTo>
                <a:lnTo>
                  <a:pt x="8807" y="43135"/>
                </a:lnTo>
                <a:lnTo>
                  <a:pt x="8807" y="42247"/>
                </a:lnTo>
                <a:lnTo>
                  <a:pt x="8807" y="41803"/>
                </a:lnTo>
                <a:lnTo>
                  <a:pt x="8807" y="41005"/>
                </a:lnTo>
                <a:lnTo>
                  <a:pt x="8807" y="40295"/>
                </a:lnTo>
                <a:lnTo>
                  <a:pt x="9203" y="39940"/>
                </a:lnTo>
                <a:lnTo>
                  <a:pt x="9203" y="39052"/>
                </a:lnTo>
                <a:lnTo>
                  <a:pt x="9203" y="38431"/>
                </a:lnTo>
                <a:lnTo>
                  <a:pt x="9203" y="37721"/>
                </a:lnTo>
                <a:lnTo>
                  <a:pt x="9203" y="37099"/>
                </a:lnTo>
                <a:lnTo>
                  <a:pt x="9584" y="36212"/>
                </a:lnTo>
                <a:lnTo>
                  <a:pt x="9584" y="35857"/>
                </a:lnTo>
                <a:lnTo>
                  <a:pt x="9584" y="35147"/>
                </a:lnTo>
                <a:lnTo>
                  <a:pt x="9584" y="34348"/>
                </a:lnTo>
                <a:lnTo>
                  <a:pt x="9584" y="33904"/>
                </a:lnTo>
                <a:lnTo>
                  <a:pt x="9965" y="33017"/>
                </a:lnTo>
                <a:lnTo>
                  <a:pt x="9965" y="32395"/>
                </a:lnTo>
                <a:lnTo>
                  <a:pt x="9965" y="31774"/>
                </a:lnTo>
                <a:lnTo>
                  <a:pt x="9965" y="31064"/>
                </a:lnTo>
                <a:lnTo>
                  <a:pt x="10346" y="30443"/>
                </a:lnTo>
                <a:lnTo>
                  <a:pt x="10346" y="29821"/>
                </a:lnTo>
                <a:lnTo>
                  <a:pt x="10346" y="29200"/>
                </a:lnTo>
                <a:lnTo>
                  <a:pt x="10346" y="28490"/>
                </a:lnTo>
                <a:lnTo>
                  <a:pt x="10346" y="27869"/>
                </a:lnTo>
                <a:lnTo>
                  <a:pt x="10727" y="27247"/>
                </a:lnTo>
                <a:lnTo>
                  <a:pt x="10727" y="26626"/>
                </a:lnTo>
                <a:lnTo>
                  <a:pt x="10727" y="25739"/>
                </a:lnTo>
                <a:lnTo>
                  <a:pt x="10727" y="25295"/>
                </a:lnTo>
                <a:lnTo>
                  <a:pt x="10727" y="24496"/>
                </a:lnTo>
                <a:lnTo>
                  <a:pt x="11108" y="24052"/>
                </a:lnTo>
                <a:lnTo>
                  <a:pt x="11108" y="23431"/>
                </a:lnTo>
                <a:lnTo>
                  <a:pt x="11108" y="22721"/>
                </a:lnTo>
                <a:lnTo>
                  <a:pt x="11108" y="22100"/>
                </a:lnTo>
                <a:lnTo>
                  <a:pt x="11108" y="21478"/>
                </a:lnTo>
                <a:lnTo>
                  <a:pt x="11108" y="20857"/>
                </a:lnTo>
                <a:lnTo>
                  <a:pt x="11108" y="20147"/>
                </a:lnTo>
                <a:lnTo>
                  <a:pt x="11108" y="19526"/>
                </a:lnTo>
                <a:lnTo>
                  <a:pt x="11108" y="18904"/>
                </a:lnTo>
                <a:lnTo>
                  <a:pt x="11488" y="18283"/>
                </a:lnTo>
                <a:lnTo>
                  <a:pt x="11488" y="17573"/>
                </a:lnTo>
                <a:lnTo>
                  <a:pt x="11488" y="17129"/>
                </a:lnTo>
                <a:lnTo>
                  <a:pt x="11488" y="16331"/>
                </a:lnTo>
                <a:lnTo>
                  <a:pt x="11488" y="15887"/>
                </a:lnTo>
                <a:lnTo>
                  <a:pt x="11885" y="14999"/>
                </a:lnTo>
                <a:lnTo>
                  <a:pt x="11885" y="14555"/>
                </a:lnTo>
                <a:lnTo>
                  <a:pt x="11885" y="13934"/>
                </a:lnTo>
                <a:lnTo>
                  <a:pt x="11885" y="13313"/>
                </a:lnTo>
                <a:lnTo>
                  <a:pt x="11885" y="12692"/>
                </a:lnTo>
                <a:lnTo>
                  <a:pt x="12266" y="11982"/>
                </a:lnTo>
                <a:lnTo>
                  <a:pt x="12266" y="11626"/>
                </a:lnTo>
                <a:lnTo>
                  <a:pt x="12266" y="10916"/>
                </a:lnTo>
                <a:lnTo>
                  <a:pt x="12266" y="10295"/>
                </a:lnTo>
                <a:lnTo>
                  <a:pt x="12266" y="9674"/>
                </a:lnTo>
                <a:lnTo>
                  <a:pt x="12647" y="9230"/>
                </a:lnTo>
                <a:lnTo>
                  <a:pt x="12647" y="8343"/>
                </a:lnTo>
                <a:lnTo>
                  <a:pt x="12647" y="7988"/>
                </a:lnTo>
                <a:lnTo>
                  <a:pt x="12647" y="7277"/>
                </a:lnTo>
                <a:lnTo>
                  <a:pt x="13028" y="6656"/>
                </a:lnTo>
                <a:lnTo>
                  <a:pt x="13028" y="6035"/>
                </a:lnTo>
                <a:lnTo>
                  <a:pt x="13028" y="5591"/>
                </a:lnTo>
                <a:lnTo>
                  <a:pt x="13028" y="4704"/>
                </a:lnTo>
                <a:lnTo>
                  <a:pt x="13028" y="4260"/>
                </a:lnTo>
                <a:lnTo>
                  <a:pt x="13028" y="3638"/>
                </a:lnTo>
                <a:lnTo>
                  <a:pt x="13028" y="3195"/>
                </a:lnTo>
                <a:lnTo>
                  <a:pt x="13028" y="2396"/>
                </a:lnTo>
                <a:lnTo>
                  <a:pt x="13028" y="1952"/>
                </a:lnTo>
                <a:lnTo>
                  <a:pt x="13028" y="1331"/>
                </a:lnTo>
                <a:lnTo>
                  <a:pt x="13409" y="887"/>
                </a:lnTo>
                <a:lnTo>
                  <a:pt x="13409" y="0"/>
                </a:lnTo>
              </a:path>
            </a:pathLst>
          </a:custGeom>
          <a:ln w="1946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2147255" y="2213070"/>
            <a:ext cx="13789" cy="86181"/>
          </a:xfrm>
          <a:custGeom>
            <a:avLst/>
            <a:gdLst/>
            <a:ahLst/>
            <a:cxnLst/>
            <a:rect l="l" t="t" r="r" b="b"/>
            <a:pathLst>
              <a:path w="13789" h="86181">
                <a:moveTo>
                  <a:pt x="0" y="86181"/>
                </a:moveTo>
                <a:lnTo>
                  <a:pt x="0" y="85737"/>
                </a:lnTo>
                <a:lnTo>
                  <a:pt x="0" y="85116"/>
                </a:lnTo>
                <a:lnTo>
                  <a:pt x="0" y="84672"/>
                </a:lnTo>
                <a:lnTo>
                  <a:pt x="380" y="84051"/>
                </a:lnTo>
                <a:lnTo>
                  <a:pt x="380" y="83607"/>
                </a:lnTo>
                <a:lnTo>
                  <a:pt x="380" y="82808"/>
                </a:lnTo>
                <a:lnTo>
                  <a:pt x="380" y="82365"/>
                </a:lnTo>
                <a:lnTo>
                  <a:pt x="761" y="81655"/>
                </a:lnTo>
                <a:lnTo>
                  <a:pt x="761" y="81300"/>
                </a:lnTo>
                <a:lnTo>
                  <a:pt x="761" y="80590"/>
                </a:lnTo>
                <a:lnTo>
                  <a:pt x="761" y="79968"/>
                </a:lnTo>
                <a:lnTo>
                  <a:pt x="761" y="79525"/>
                </a:lnTo>
                <a:lnTo>
                  <a:pt x="1158" y="78903"/>
                </a:lnTo>
                <a:lnTo>
                  <a:pt x="1158" y="78282"/>
                </a:lnTo>
                <a:lnTo>
                  <a:pt x="1158" y="77661"/>
                </a:lnTo>
                <a:lnTo>
                  <a:pt x="1158" y="77217"/>
                </a:lnTo>
                <a:lnTo>
                  <a:pt x="1158" y="76507"/>
                </a:lnTo>
                <a:lnTo>
                  <a:pt x="1539" y="76152"/>
                </a:lnTo>
                <a:lnTo>
                  <a:pt x="1539" y="75442"/>
                </a:lnTo>
                <a:lnTo>
                  <a:pt x="1539" y="75087"/>
                </a:lnTo>
                <a:lnTo>
                  <a:pt x="1539" y="74377"/>
                </a:lnTo>
                <a:lnTo>
                  <a:pt x="1539" y="73933"/>
                </a:lnTo>
                <a:lnTo>
                  <a:pt x="1920" y="73312"/>
                </a:lnTo>
                <a:lnTo>
                  <a:pt x="1920" y="72868"/>
                </a:lnTo>
                <a:lnTo>
                  <a:pt x="1920" y="72247"/>
                </a:lnTo>
                <a:lnTo>
                  <a:pt x="1920" y="71803"/>
                </a:lnTo>
                <a:lnTo>
                  <a:pt x="1920" y="71182"/>
                </a:lnTo>
                <a:lnTo>
                  <a:pt x="1920" y="70560"/>
                </a:lnTo>
                <a:lnTo>
                  <a:pt x="1920" y="70116"/>
                </a:lnTo>
                <a:lnTo>
                  <a:pt x="1920" y="69495"/>
                </a:lnTo>
                <a:lnTo>
                  <a:pt x="1920" y="69051"/>
                </a:lnTo>
                <a:lnTo>
                  <a:pt x="2300" y="68430"/>
                </a:lnTo>
                <a:lnTo>
                  <a:pt x="2300" y="67986"/>
                </a:lnTo>
                <a:lnTo>
                  <a:pt x="2300" y="67365"/>
                </a:lnTo>
                <a:lnTo>
                  <a:pt x="2300" y="66921"/>
                </a:lnTo>
                <a:lnTo>
                  <a:pt x="2300" y="66211"/>
                </a:lnTo>
                <a:lnTo>
                  <a:pt x="2681" y="65856"/>
                </a:lnTo>
                <a:lnTo>
                  <a:pt x="2681" y="65146"/>
                </a:lnTo>
                <a:lnTo>
                  <a:pt x="2681" y="64791"/>
                </a:lnTo>
                <a:lnTo>
                  <a:pt x="2681" y="64081"/>
                </a:lnTo>
                <a:lnTo>
                  <a:pt x="2681" y="63726"/>
                </a:lnTo>
                <a:lnTo>
                  <a:pt x="3062" y="63282"/>
                </a:lnTo>
                <a:lnTo>
                  <a:pt x="3062" y="62572"/>
                </a:lnTo>
                <a:lnTo>
                  <a:pt x="3062" y="62217"/>
                </a:lnTo>
                <a:lnTo>
                  <a:pt x="3062" y="61507"/>
                </a:lnTo>
                <a:lnTo>
                  <a:pt x="3443" y="61152"/>
                </a:lnTo>
                <a:lnTo>
                  <a:pt x="3443" y="60442"/>
                </a:lnTo>
                <a:lnTo>
                  <a:pt x="3443" y="59998"/>
                </a:lnTo>
                <a:lnTo>
                  <a:pt x="3443" y="59643"/>
                </a:lnTo>
                <a:lnTo>
                  <a:pt x="3443" y="58933"/>
                </a:lnTo>
                <a:lnTo>
                  <a:pt x="3840" y="58578"/>
                </a:lnTo>
                <a:lnTo>
                  <a:pt x="3840" y="57868"/>
                </a:lnTo>
                <a:lnTo>
                  <a:pt x="3840" y="57691"/>
                </a:lnTo>
                <a:lnTo>
                  <a:pt x="3840" y="57069"/>
                </a:lnTo>
                <a:lnTo>
                  <a:pt x="3840" y="56359"/>
                </a:lnTo>
                <a:lnTo>
                  <a:pt x="3840" y="56004"/>
                </a:lnTo>
                <a:lnTo>
                  <a:pt x="3840" y="55294"/>
                </a:lnTo>
                <a:lnTo>
                  <a:pt x="3840" y="55117"/>
                </a:lnTo>
                <a:lnTo>
                  <a:pt x="3840" y="54495"/>
                </a:lnTo>
                <a:lnTo>
                  <a:pt x="3840" y="54052"/>
                </a:lnTo>
                <a:lnTo>
                  <a:pt x="4221" y="53608"/>
                </a:lnTo>
                <a:lnTo>
                  <a:pt x="4221" y="52987"/>
                </a:lnTo>
                <a:lnTo>
                  <a:pt x="4221" y="52543"/>
                </a:lnTo>
                <a:lnTo>
                  <a:pt x="4221" y="51922"/>
                </a:lnTo>
                <a:lnTo>
                  <a:pt x="4601" y="51655"/>
                </a:lnTo>
                <a:lnTo>
                  <a:pt x="4601" y="51034"/>
                </a:lnTo>
                <a:lnTo>
                  <a:pt x="4601" y="50413"/>
                </a:lnTo>
                <a:lnTo>
                  <a:pt x="4601" y="50146"/>
                </a:lnTo>
                <a:lnTo>
                  <a:pt x="4601" y="49525"/>
                </a:lnTo>
                <a:lnTo>
                  <a:pt x="4982" y="49081"/>
                </a:lnTo>
                <a:lnTo>
                  <a:pt x="4982" y="48638"/>
                </a:lnTo>
                <a:lnTo>
                  <a:pt x="4982" y="48016"/>
                </a:lnTo>
                <a:lnTo>
                  <a:pt x="4982" y="47839"/>
                </a:lnTo>
                <a:lnTo>
                  <a:pt x="4982" y="47129"/>
                </a:lnTo>
                <a:lnTo>
                  <a:pt x="5363" y="46774"/>
                </a:lnTo>
                <a:lnTo>
                  <a:pt x="5363" y="46330"/>
                </a:lnTo>
                <a:lnTo>
                  <a:pt x="5363" y="45709"/>
                </a:lnTo>
                <a:lnTo>
                  <a:pt x="5363" y="45442"/>
                </a:lnTo>
                <a:lnTo>
                  <a:pt x="5363" y="44821"/>
                </a:lnTo>
                <a:lnTo>
                  <a:pt x="5744" y="44377"/>
                </a:lnTo>
                <a:lnTo>
                  <a:pt x="5744" y="43934"/>
                </a:lnTo>
                <a:lnTo>
                  <a:pt x="5744" y="43312"/>
                </a:lnTo>
                <a:lnTo>
                  <a:pt x="5744" y="43135"/>
                </a:lnTo>
                <a:lnTo>
                  <a:pt x="6125" y="42425"/>
                </a:lnTo>
                <a:lnTo>
                  <a:pt x="6125" y="42247"/>
                </a:lnTo>
                <a:lnTo>
                  <a:pt x="6125" y="41626"/>
                </a:lnTo>
                <a:lnTo>
                  <a:pt x="6125" y="41182"/>
                </a:lnTo>
                <a:lnTo>
                  <a:pt x="6125" y="40738"/>
                </a:lnTo>
                <a:lnTo>
                  <a:pt x="6125" y="40295"/>
                </a:lnTo>
                <a:lnTo>
                  <a:pt x="6125" y="39851"/>
                </a:lnTo>
                <a:lnTo>
                  <a:pt x="6125" y="39496"/>
                </a:lnTo>
                <a:lnTo>
                  <a:pt x="6125" y="38786"/>
                </a:lnTo>
                <a:lnTo>
                  <a:pt x="6125" y="38608"/>
                </a:lnTo>
                <a:lnTo>
                  <a:pt x="6522" y="37987"/>
                </a:lnTo>
                <a:lnTo>
                  <a:pt x="6522" y="37543"/>
                </a:lnTo>
                <a:lnTo>
                  <a:pt x="6522" y="37277"/>
                </a:lnTo>
                <a:lnTo>
                  <a:pt x="6522" y="36656"/>
                </a:lnTo>
                <a:lnTo>
                  <a:pt x="6522" y="36212"/>
                </a:lnTo>
                <a:lnTo>
                  <a:pt x="6902" y="35768"/>
                </a:lnTo>
                <a:lnTo>
                  <a:pt x="6902" y="35413"/>
                </a:lnTo>
                <a:lnTo>
                  <a:pt x="6902" y="35147"/>
                </a:lnTo>
                <a:lnTo>
                  <a:pt x="6902" y="34525"/>
                </a:lnTo>
                <a:lnTo>
                  <a:pt x="7283" y="34082"/>
                </a:lnTo>
                <a:lnTo>
                  <a:pt x="7283" y="33638"/>
                </a:lnTo>
                <a:lnTo>
                  <a:pt x="7283" y="33194"/>
                </a:lnTo>
                <a:lnTo>
                  <a:pt x="7283" y="32839"/>
                </a:lnTo>
                <a:lnTo>
                  <a:pt x="7283" y="32395"/>
                </a:lnTo>
                <a:lnTo>
                  <a:pt x="7664" y="31952"/>
                </a:lnTo>
                <a:lnTo>
                  <a:pt x="7664" y="31508"/>
                </a:lnTo>
                <a:lnTo>
                  <a:pt x="7664" y="31330"/>
                </a:lnTo>
                <a:lnTo>
                  <a:pt x="7664" y="30620"/>
                </a:lnTo>
                <a:lnTo>
                  <a:pt x="7664" y="30443"/>
                </a:lnTo>
                <a:lnTo>
                  <a:pt x="8045" y="29999"/>
                </a:lnTo>
                <a:lnTo>
                  <a:pt x="8045" y="29378"/>
                </a:lnTo>
                <a:lnTo>
                  <a:pt x="8045" y="29200"/>
                </a:lnTo>
                <a:lnTo>
                  <a:pt x="8045" y="28756"/>
                </a:lnTo>
                <a:lnTo>
                  <a:pt x="8045" y="28313"/>
                </a:lnTo>
                <a:lnTo>
                  <a:pt x="8045" y="27869"/>
                </a:lnTo>
                <a:lnTo>
                  <a:pt x="8045" y="27425"/>
                </a:lnTo>
                <a:lnTo>
                  <a:pt x="8045" y="26981"/>
                </a:lnTo>
                <a:lnTo>
                  <a:pt x="8045" y="26804"/>
                </a:lnTo>
                <a:lnTo>
                  <a:pt x="8426" y="26182"/>
                </a:lnTo>
                <a:lnTo>
                  <a:pt x="8426" y="25739"/>
                </a:lnTo>
                <a:lnTo>
                  <a:pt x="8426" y="25472"/>
                </a:lnTo>
                <a:lnTo>
                  <a:pt x="8426" y="25117"/>
                </a:lnTo>
                <a:lnTo>
                  <a:pt x="8426" y="24674"/>
                </a:lnTo>
                <a:lnTo>
                  <a:pt x="8822" y="24407"/>
                </a:lnTo>
                <a:lnTo>
                  <a:pt x="8822" y="23786"/>
                </a:lnTo>
                <a:lnTo>
                  <a:pt x="8822" y="23342"/>
                </a:lnTo>
                <a:lnTo>
                  <a:pt x="8822" y="23165"/>
                </a:lnTo>
                <a:lnTo>
                  <a:pt x="8822" y="22721"/>
                </a:lnTo>
                <a:lnTo>
                  <a:pt x="9203" y="22277"/>
                </a:lnTo>
                <a:lnTo>
                  <a:pt x="9203" y="22100"/>
                </a:lnTo>
                <a:lnTo>
                  <a:pt x="9203" y="21656"/>
                </a:lnTo>
                <a:lnTo>
                  <a:pt x="9203" y="21212"/>
                </a:lnTo>
                <a:lnTo>
                  <a:pt x="9203" y="20768"/>
                </a:lnTo>
                <a:lnTo>
                  <a:pt x="9584" y="20325"/>
                </a:lnTo>
                <a:lnTo>
                  <a:pt x="9584" y="19970"/>
                </a:lnTo>
                <a:lnTo>
                  <a:pt x="9584" y="19703"/>
                </a:lnTo>
                <a:lnTo>
                  <a:pt x="9584" y="19259"/>
                </a:lnTo>
                <a:lnTo>
                  <a:pt x="9965" y="18904"/>
                </a:lnTo>
                <a:lnTo>
                  <a:pt x="9965" y="18638"/>
                </a:lnTo>
                <a:lnTo>
                  <a:pt x="9965" y="18194"/>
                </a:lnTo>
                <a:lnTo>
                  <a:pt x="9965" y="17751"/>
                </a:lnTo>
                <a:lnTo>
                  <a:pt x="9965" y="17396"/>
                </a:lnTo>
                <a:lnTo>
                  <a:pt x="9965" y="17129"/>
                </a:lnTo>
                <a:lnTo>
                  <a:pt x="9965" y="16686"/>
                </a:lnTo>
                <a:lnTo>
                  <a:pt x="9965" y="16331"/>
                </a:lnTo>
                <a:lnTo>
                  <a:pt x="9965" y="16064"/>
                </a:lnTo>
                <a:lnTo>
                  <a:pt x="9965" y="15620"/>
                </a:lnTo>
                <a:lnTo>
                  <a:pt x="10346" y="15265"/>
                </a:lnTo>
                <a:lnTo>
                  <a:pt x="10346" y="14999"/>
                </a:lnTo>
                <a:lnTo>
                  <a:pt x="10346" y="14555"/>
                </a:lnTo>
                <a:lnTo>
                  <a:pt x="10346" y="14112"/>
                </a:lnTo>
                <a:lnTo>
                  <a:pt x="10346" y="13934"/>
                </a:lnTo>
                <a:lnTo>
                  <a:pt x="10727" y="13757"/>
                </a:lnTo>
                <a:lnTo>
                  <a:pt x="10727" y="13313"/>
                </a:lnTo>
                <a:lnTo>
                  <a:pt x="10727" y="12869"/>
                </a:lnTo>
                <a:lnTo>
                  <a:pt x="10727" y="12692"/>
                </a:lnTo>
                <a:lnTo>
                  <a:pt x="11108" y="12248"/>
                </a:lnTo>
                <a:lnTo>
                  <a:pt x="11108" y="11804"/>
                </a:lnTo>
                <a:lnTo>
                  <a:pt x="11108" y="11538"/>
                </a:lnTo>
                <a:lnTo>
                  <a:pt x="11108" y="11183"/>
                </a:lnTo>
                <a:lnTo>
                  <a:pt x="11108" y="10916"/>
                </a:lnTo>
                <a:lnTo>
                  <a:pt x="11504" y="10473"/>
                </a:lnTo>
                <a:lnTo>
                  <a:pt x="11504" y="10295"/>
                </a:lnTo>
                <a:lnTo>
                  <a:pt x="11504" y="9851"/>
                </a:lnTo>
                <a:lnTo>
                  <a:pt x="11504" y="9408"/>
                </a:lnTo>
                <a:lnTo>
                  <a:pt x="11504" y="9230"/>
                </a:lnTo>
                <a:lnTo>
                  <a:pt x="11885" y="8964"/>
                </a:lnTo>
                <a:lnTo>
                  <a:pt x="11885" y="8609"/>
                </a:lnTo>
                <a:lnTo>
                  <a:pt x="11885" y="8165"/>
                </a:lnTo>
                <a:lnTo>
                  <a:pt x="11885" y="7899"/>
                </a:lnTo>
                <a:lnTo>
                  <a:pt x="11885" y="7721"/>
                </a:lnTo>
                <a:lnTo>
                  <a:pt x="12266" y="7277"/>
                </a:lnTo>
                <a:lnTo>
                  <a:pt x="12266" y="6834"/>
                </a:lnTo>
                <a:lnTo>
                  <a:pt x="12266" y="6656"/>
                </a:lnTo>
                <a:lnTo>
                  <a:pt x="12266" y="6390"/>
                </a:lnTo>
                <a:lnTo>
                  <a:pt x="12266" y="6035"/>
                </a:lnTo>
                <a:lnTo>
                  <a:pt x="12266" y="5591"/>
                </a:lnTo>
                <a:lnTo>
                  <a:pt x="12266" y="5325"/>
                </a:lnTo>
                <a:lnTo>
                  <a:pt x="12266" y="5147"/>
                </a:lnTo>
                <a:lnTo>
                  <a:pt x="12266" y="4704"/>
                </a:lnTo>
                <a:lnTo>
                  <a:pt x="12647" y="4526"/>
                </a:lnTo>
                <a:lnTo>
                  <a:pt x="12647" y="4260"/>
                </a:lnTo>
                <a:lnTo>
                  <a:pt x="12647" y="3816"/>
                </a:lnTo>
                <a:lnTo>
                  <a:pt x="12647" y="3461"/>
                </a:lnTo>
                <a:lnTo>
                  <a:pt x="12647" y="3195"/>
                </a:lnTo>
                <a:lnTo>
                  <a:pt x="13028" y="3017"/>
                </a:lnTo>
                <a:lnTo>
                  <a:pt x="13028" y="2751"/>
                </a:lnTo>
                <a:lnTo>
                  <a:pt x="13028" y="2396"/>
                </a:lnTo>
                <a:lnTo>
                  <a:pt x="13028" y="2130"/>
                </a:lnTo>
                <a:lnTo>
                  <a:pt x="13028" y="1952"/>
                </a:lnTo>
                <a:lnTo>
                  <a:pt x="13409" y="1508"/>
                </a:lnTo>
                <a:lnTo>
                  <a:pt x="13409" y="1242"/>
                </a:lnTo>
                <a:lnTo>
                  <a:pt x="13409" y="887"/>
                </a:lnTo>
                <a:lnTo>
                  <a:pt x="13409" y="621"/>
                </a:lnTo>
                <a:lnTo>
                  <a:pt x="13789" y="443"/>
                </a:lnTo>
                <a:lnTo>
                  <a:pt x="13789" y="0"/>
                </a:lnTo>
              </a:path>
            </a:pathLst>
          </a:custGeom>
          <a:ln w="193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161044" y="2188662"/>
            <a:ext cx="13424" cy="24407"/>
          </a:xfrm>
          <a:custGeom>
            <a:avLst/>
            <a:gdLst/>
            <a:ahLst/>
            <a:cxnLst/>
            <a:rect l="l" t="t" r="r" b="b"/>
            <a:pathLst>
              <a:path w="13424" h="24407">
                <a:moveTo>
                  <a:pt x="0" y="24407"/>
                </a:moveTo>
                <a:lnTo>
                  <a:pt x="0" y="24230"/>
                </a:lnTo>
                <a:lnTo>
                  <a:pt x="0" y="23964"/>
                </a:lnTo>
                <a:lnTo>
                  <a:pt x="0" y="23786"/>
                </a:lnTo>
                <a:lnTo>
                  <a:pt x="396" y="23342"/>
                </a:lnTo>
                <a:lnTo>
                  <a:pt x="396" y="23076"/>
                </a:lnTo>
                <a:lnTo>
                  <a:pt x="396" y="22898"/>
                </a:lnTo>
                <a:lnTo>
                  <a:pt x="396" y="22721"/>
                </a:lnTo>
                <a:lnTo>
                  <a:pt x="396" y="22277"/>
                </a:lnTo>
                <a:lnTo>
                  <a:pt x="396" y="22011"/>
                </a:lnTo>
                <a:lnTo>
                  <a:pt x="396" y="21833"/>
                </a:lnTo>
                <a:lnTo>
                  <a:pt x="396" y="21656"/>
                </a:lnTo>
                <a:lnTo>
                  <a:pt x="396" y="21390"/>
                </a:lnTo>
                <a:lnTo>
                  <a:pt x="396" y="20946"/>
                </a:lnTo>
                <a:lnTo>
                  <a:pt x="777" y="20768"/>
                </a:lnTo>
                <a:lnTo>
                  <a:pt x="777" y="20502"/>
                </a:lnTo>
                <a:lnTo>
                  <a:pt x="777" y="20325"/>
                </a:lnTo>
                <a:lnTo>
                  <a:pt x="777" y="19881"/>
                </a:lnTo>
                <a:lnTo>
                  <a:pt x="1158" y="19703"/>
                </a:lnTo>
                <a:lnTo>
                  <a:pt x="1158" y="19437"/>
                </a:lnTo>
                <a:lnTo>
                  <a:pt x="1158" y="19259"/>
                </a:lnTo>
                <a:lnTo>
                  <a:pt x="1158" y="19082"/>
                </a:lnTo>
                <a:lnTo>
                  <a:pt x="1158" y="18816"/>
                </a:lnTo>
                <a:lnTo>
                  <a:pt x="1539" y="18372"/>
                </a:lnTo>
                <a:lnTo>
                  <a:pt x="1539" y="18194"/>
                </a:lnTo>
                <a:lnTo>
                  <a:pt x="1539" y="17751"/>
                </a:lnTo>
                <a:lnTo>
                  <a:pt x="1539" y="17573"/>
                </a:lnTo>
                <a:lnTo>
                  <a:pt x="1920" y="17307"/>
                </a:lnTo>
                <a:lnTo>
                  <a:pt x="1920" y="17129"/>
                </a:lnTo>
                <a:lnTo>
                  <a:pt x="1920" y="16863"/>
                </a:lnTo>
                <a:lnTo>
                  <a:pt x="1920" y="16686"/>
                </a:lnTo>
                <a:lnTo>
                  <a:pt x="1920" y="16508"/>
                </a:lnTo>
                <a:lnTo>
                  <a:pt x="2300" y="16064"/>
                </a:lnTo>
                <a:lnTo>
                  <a:pt x="2300" y="15798"/>
                </a:lnTo>
                <a:lnTo>
                  <a:pt x="2300" y="15620"/>
                </a:lnTo>
                <a:lnTo>
                  <a:pt x="2681" y="15177"/>
                </a:lnTo>
                <a:lnTo>
                  <a:pt x="2681" y="14999"/>
                </a:lnTo>
                <a:lnTo>
                  <a:pt x="2681" y="14733"/>
                </a:lnTo>
                <a:lnTo>
                  <a:pt x="2681" y="14555"/>
                </a:lnTo>
                <a:lnTo>
                  <a:pt x="2681" y="14112"/>
                </a:lnTo>
                <a:lnTo>
                  <a:pt x="2681" y="13934"/>
                </a:lnTo>
                <a:lnTo>
                  <a:pt x="2681" y="13668"/>
                </a:lnTo>
                <a:lnTo>
                  <a:pt x="2681" y="13490"/>
                </a:lnTo>
                <a:lnTo>
                  <a:pt x="3078" y="13224"/>
                </a:lnTo>
                <a:lnTo>
                  <a:pt x="3078" y="13047"/>
                </a:lnTo>
                <a:lnTo>
                  <a:pt x="3078" y="12603"/>
                </a:lnTo>
                <a:lnTo>
                  <a:pt x="3078" y="12425"/>
                </a:lnTo>
                <a:lnTo>
                  <a:pt x="3459" y="12159"/>
                </a:lnTo>
                <a:lnTo>
                  <a:pt x="3459" y="11982"/>
                </a:lnTo>
                <a:lnTo>
                  <a:pt x="3459" y="11715"/>
                </a:lnTo>
                <a:lnTo>
                  <a:pt x="3459" y="11538"/>
                </a:lnTo>
                <a:lnTo>
                  <a:pt x="3840" y="11360"/>
                </a:lnTo>
                <a:lnTo>
                  <a:pt x="3840" y="11094"/>
                </a:lnTo>
                <a:lnTo>
                  <a:pt x="3840" y="10916"/>
                </a:lnTo>
                <a:lnTo>
                  <a:pt x="3840" y="10650"/>
                </a:lnTo>
                <a:lnTo>
                  <a:pt x="4221" y="10473"/>
                </a:lnTo>
                <a:lnTo>
                  <a:pt x="4221" y="10295"/>
                </a:lnTo>
                <a:lnTo>
                  <a:pt x="4221" y="10029"/>
                </a:lnTo>
                <a:lnTo>
                  <a:pt x="4221" y="9851"/>
                </a:lnTo>
                <a:lnTo>
                  <a:pt x="4601" y="9585"/>
                </a:lnTo>
                <a:lnTo>
                  <a:pt x="4601" y="9408"/>
                </a:lnTo>
                <a:lnTo>
                  <a:pt x="4601" y="9141"/>
                </a:lnTo>
                <a:lnTo>
                  <a:pt x="4601" y="8964"/>
                </a:lnTo>
                <a:lnTo>
                  <a:pt x="4601" y="8786"/>
                </a:lnTo>
                <a:lnTo>
                  <a:pt x="4601" y="8520"/>
                </a:lnTo>
                <a:lnTo>
                  <a:pt x="4601" y="8343"/>
                </a:lnTo>
                <a:lnTo>
                  <a:pt x="4601" y="8076"/>
                </a:lnTo>
                <a:lnTo>
                  <a:pt x="4982" y="8076"/>
                </a:lnTo>
                <a:lnTo>
                  <a:pt x="4982" y="7899"/>
                </a:lnTo>
                <a:lnTo>
                  <a:pt x="4982" y="7721"/>
                </a:lnTo>
                <a:lnTo>
                  <a:pt x="4982" y="7455"/>
                </a:lnTo>
                <a:lnTo>
                  <a:pt x="5363" y="7277"/>
                </a:lnTo>
                <a:lnTo>
                  <a:pt x="5363" y="7011"/>
                </a:lnTo>
                <a:lnTo>
                  <a:pt x="5363" y="6834"/>
                </a:lnTo>
                <a:lnTo>
                  <a:pt x="5363" y="6567"/>
                </a:lnTo>
                <a:lnTo>
                  <a:pt x="5760" y="6390"/>
                </a:lnTo>
                <a:lnTo>
                  <a:pt x="5760" y="6212"/>
                </a:lnTo>
                <a:lnTo>
                  <a:pt x="5760" y="5946"/>
                </a:lnTo>
                <a:lnTo>
                  <a:pt x="6141" y="5769"/>
                </a:lnTo>
                <a:lnTo>
                  <a:pt x="6141" y="5502"/>
                </a:lnTo>
                <a:lnTo>
                  <a:pt x="6141" y="5325"/>
                </a:lnTo>
                <a:lnTo>
                  <a:pt x="6522" y="5325"/>
                </a:lnTo>
                <a:lnTo>
                  <a:pt x="6522" y="5147"/>
                </a:lnTo>
                <a:lnTo>
                  <a:pt x="6522" y="4881"/>
                </a:lnTo>
                <a:lnTo>
                  <a:pt x="6902" y="4704"/>
                </a:lnTo>
                <a:lnTo>
                  <a:pt x="6902" y="4437"/>
                </a:lnTo>
                <a:lnTo>
                  <a:pt x="6902" y="4260"/>
                </a:lnTo>
                <a:lnTo>
                  <a:pt x="6902" y="3994"/>
                </a:lnTo>
                <a:lnTo>
                  <a:pt x="6902" y="3816"/>
                </a:lnTo>
                <a:lnTo>
                  <a:pt x="6902" y="3638"/>
                </a:lnTo>
                <a:lnTo>
                  <a:pt x="7283" y="3638"/>
                </a:lnTo>
                <a:lnTo>
                  <a:pt x="7283" y="3372"/>
                </a:lnTo>
                <a:lnTo>
                  <a:pt x="7283" y="3195"/>
                </a:lnTo>
                <a:lnTo>
                  <a:pt x="7664" y="2928"/>
                </a:lnTo>
                <a:lnTo>
                  <a:pt x="7664" y="2751"/>
                </a:lnTo>
                <a:lnTo>
                  <a:pt x="8061" y="2751"/>
                </a:lnTo>
                <a:lnTo>
                  <a:pt x="8061" y="2573"/>
                </a:lnTo>
                <a:lnTo>
                  <a:pt x="8061" y="2307"/>
                </a:lnTo>
                <a:lnTo>
                  <a:pt x="8442" y="2130"/>
                </a:lnTo>
                <a:lnTo>
                  <a:pt x="8442" y="1863"/>
                </a:lnTo>
                <a:lnTo>
                  <a:pt x="8442" y="1686"/>
                </a:lnTo>
                <a:lnTo>
                  <a:pt x="8822" y="1686"/>
                </a:lnTo>
                <a:lnTo>
                  <a:pt x="8822" y="1420"/>
                </a:lnTo>
                <a:lnTo>
                  <a:pt x="8822" y="1242"/>
                </a:lnTo>
                <a:lnTo>
                  <a:pt x="9203" y="1242"/>
                </a:lnTo>
                <a:lnTo>
                  <a:pt x="9203" y="1065"/>
                </a:lnTo>
                <a:lnTo>
                  <a:pt x="9203" y="798"/>
                </a:lnTo>
                <a:lnTo>
                  <a:pt x="9584" y="798"/>
                </a:lnTo>
                <a:lnTo>
                  <a:pt x="9584" y="621"/>
                </a:lnTo>
                <a:lnTo>
                  <a:pt x="9965" y="621"/>
                </a:lnTo>
                <a:lnTo>
                  <a:pt x="10346" y="621"/>
                </a:lnTo>
                <a:lnTo>
                  <a:pt x="10346" y="355"/>
                </a:lnTo>
                <a:lnTo>
                  <a:pt x="10743" y="355"/>
                </a:lnTo>
                <a:lnTo>
                  <a:pt x="10743" y="177"/>
                </a:lnTo>
                <a:lnTo>
                  <a:pt x="11123" y="177"/>
                </a:lnTo>
                <a:lnTo>
                  <a:pt x="11123" y="0"/>
                </a:lnTo>
                <a:lnTo>
                  <a:pt x="11504" y="0"/>
                </a:lnTo>
                <a:lnTo>
                  <a:pt x="11885" y="0"/>
                </a:lnTo>
                <a:lnTo>
                  <a:pt x="12266" y="0"/>
                </a:lnTo>
                <a:lnTo>
                  <a:pt x="12647" y="0"/>
                </a:lnTo>
                <a:lnTo>
                  <a:pt x="12647" y="177"/>
                </a:lnTo>
                <a:lnTo>
                  <a:pt x="13028" y="177"/>
                </a:lnTo>
                <a:lnTo>
                  <a:pt x="13028" y="355"/>
                </a:lnTo>
                <a:lnTo>
                  <a:pt x="13424" y="355"/>
                </a:lnTo>
              </a:path>
            </a:pathLst>
          </a:custGeom>
          <a:ln w="1754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174469" y="2189017"/>
            <a:ext cx="13409" cy="37099"/>
          </a:xfrm>
          <a:custGeom>
            <a:avLst/>
            <a:gdLst/>
            <a:ahLst/>
            <a:cxnLst/>
            <a:rect l="l" t="t" r="r" b="b"/>
            <a:pathLst>
              <a:path w="13409" h="37099">
                <a:moveTo>
                  <a:pt x="0" y="0"/>
                </a:moveTo>
                <a:lnTo>
                  <a:pt x="0" y="266"/>
                </a:lnTo>
                <a:lnTo>
                  <a:pt x="380" y="266"/>
                </a:lnTo>
                <a:lnTo>
                  <a:pt x="761" y="266"/>
                </a:lnTo>
                <a:lnTo>
                  <a:pt x="761" y="443"/>
                </a:lnTo>
                <a:lnTo>
                  <a:pt x="1142" y="710"/>
                </a:lnTo>
                <a:lnTo>
                  <a:pt x="1142" y="887"/>
                </a:lnTo>
                <a:lnTo>
                  <a:pt x="1523" y="887"/>
                </a:lnTo>
                <a:lnTo>
                  <a:pt x="1523" y="1065"/>
                </a:lnTo>
                <a:lnTo>
                  <a:pt x="1523" y="1331"/>
                </a:lnTo>
                <a:lnTo>
                  <a:pt x="1904" y="1331"/>
                </a:lnTo>
                <a:lnTo>
                  <a:pt x="1904" y="1508"/>
                </a:lnTo>
                <a:lnTo>
                  <a:pt x="1904" y="1775"/>
                </a:lnTo>
                <a:lnTo>
                  <a:pt x="1904" y="1952"/>
                </a:lnTo>
                <a:lnTo>
                  <a:pt x="2285" y="1952"/>
                </a:lnTo>
                <a:lnTo>
                  <a:pt x="2285" y="2218"/>
                </a:lnTo>
                <a:lnTo>
                  <a:pt x="2285" y="2396"/>
                </a:lnTo>
                <a:lnTo>
                  <a:pt x="2681" y="2573"/>
                </a:lnTo>
                <a:lnTo>
                  <a:pt x="2681" y="2840"/>
                </a:lnTo>
                <a:lnTo>
                  <a:pt x="3062" y="2840"/>
                </a:lnTo>
                <a:lnTo>
                  <a:pt x="3062" y="3017"/>
                </a:lnTo>
                <a:lnTo>
                  <a:pt x="3062" y="3283"/>
                </a:lnTo>
                <a:lnTo>
                  <a:pt x="3062" y="3461"/>
                </a:lnTo>
                <a:lnTo>
                  <a:pt x="3443" y="3461"/>
                </a:lnTo>
                <a:lnTo>
                  <a:pt x="3443" y="3638"/>
                </a:lnTo>
                <a:lnTo>
                  <a:pt x="3824" y="3905"/>
                </a:lnTo>
                <a:lnTo>
                  <a:pt x="3824" y="4082"/>
                </a:lnTo>
                <a:lnTo>
                  <a:pt x="3824" y="4349"/>
                </a:lnTo>
                <a:lnTo>
                  <a:pt x="3824" y="4526"/>
                </a:lnTo>
                <a:lnTo>
                  <a:pt x="3824" y="4792"/>
                </a:lnTo>
                <a:lnTo>
                  <a:pt x="3824" y="4970"/>
                </a:lnTo>
                <a:lnTo>
                  <a:pt x="4205" y="5147"/>
                </a:lnTo>
                <a:lnTo>
                  <a:pt x="4205" y="5414"/>
                </a:lnTo>
                <a:lnTo>
                  <a:pt x="4205" y="5591"/>
                </a:lnTo>
                <a:lnTo>
                  <a:pt x="4205" y="5857"/>
                </a:lnTo>
                <a:lnTo>
                  <a:pt x="4586" y="5857"/>
                </a:lnTo>
                <a:lnTo>
                  <a:pt x="4586" y="6035"/>
                </a:lnTo>
                <a:lnTo>
                  <a:pt x="4586" y="6212"/>
                </a:lnTo>
                <a:lnTo>
                  <a:pt x="4966" y="6212"/>
                </a:lnTo>
                <a:lnTo>
                  <a:pt x="4966" y="6479"/>
                </a:lnTo>
                <a:lnTo>
                  <a:pt x="4966" y="6656"/>
                </a:lnTo>
                <a:lnTo>
                  <a:pt x="4966" y="6922"/>
                </a:lnTo>
                <a:lnTo>
                  <a:pt x="4966" y="7100"/>
                </a:lnTo>
                <a:lnTo>
                  <a:pt x="5363" y="7366"/>
                </a:lnTo>
                <a:lnTo>
                  <a:pt x="5363" y="7544"/>
                </a:lnTo>
                <a:lnTo>
                  <a:pt x="5363" y="7721"/>
                </a:lnTo>
                <a:lnTo>
                  <a:pt x="5744" y="7988"/>
                </a:lnTo>
                <a:lnTo>
                  <a:pt x="5744" y="8165"/>
                </a:lnTo>
                <a:lnTo>
                  <a:pt x="5744" y="8431"/>
                </a:lnTo>
                <a:lnTo>
                  <a:pt x="5744" y="8609"/>
                </a:lnTo>
                <a:lnTo>
                  <a:pt x="5744" y="8786"/>
                </a:lnTo>
                <a:lnTo>
                  <a:pt x="5744" y="9053"/>
                </a:lnTo>
                <a:lnTo>
                  <a:pt x="5744" y="9230"/>
                </a:lnTo>
                <a:lnTo>
                  <a:pt x="6125" y="9496"/>
                </a:lnTo>
                <a:lnTo>
                  <a:pt x="6125" y="9674"/>
                </a:lnTo>
                <a:lnTo>
                  <a:pt x="6125" y="9940"/>
                </a:lnTo>
                <a:lnTo>
                  <a:pt x="6125" y="10118"/>
                </a:lnTo>
                <a:lnTo>
                  <a:pt x="6506" y="10295"/>
                </a:lnTo>
                <a:lnTo>
                  <a:pt x="6506" y="10561"/>
                </a:lnTo>
                <a:lnTo>
                  <a:pt x="6506" y="10739"/>
                </a:lnTo>
                <a:lnTo>
                  <a:pt x="6506" y="11005"/>
                </a:lnTo>
                <a:lnTo>
                  <a:pt x="6886" y="11183"/>
                </a:lnTo>
                <a:lnTo>
                  <a:pt x="6886" y="11360"/>
                </a:lnTo>
                <a:lnTo>
                  <a:pt x="6886" y="11626"/>
                </a:lnTo>
                <a:lnTo>
                  <a:pt x="6886" y="11804"/>
                </a:lnTo>
                <a:lnTo>
                  <a:pt x="6886" y="12070"/>
                </a:lnTo>
                <a:lnTo>
                  <a:pt x="7267" y="12070"/>
                </a:lnTo>
                <a:lnTo>
                  <a:pt x="7267" y="12248"/>
                </a:lnTo>
                <a:lnTo>
                  <a:pt x="7267" y="12692"/>
                </a:lnTo>
                <a:lnTo>
                  <a:pt x="7267" y="12869"/>
                </a:lnTo>
                <a:lnTo>
                  <a:pt x="7664" y="13135"/>
                </a:lnTo>
                <a:lnTo>
                  <a:pt x="7664" y="13313"/>
                </a:lnTo>
                <a:lnTo>
                  <a:pt x="7664" y="13579"/>
                </a:lnTo>
                <a:lnTo>
                  <a:pt x="7664" y="13757"/>
                </a:lnTo>
                <a:lnTo>
                  <a:pt x="8045" y="13934"/>
                </a:lnTo>
                <a:lnTo>
                  <a:pt x="8045" y="14378"/>
                </a:lnTo>
                <a:lnTo>
                  <a:pt x="8045" y="14644"/>
                </a:lnTo>
                <a:lnTo>
                  <a:pt x="8045" y="14822"/>
                </a:lnTo>
                <a:lnTo>
                  <a:pt x="8045" y="15088"/>
                </a:lnTo>
                <a:lnTo>
                  <a:pt x="8045" y="15443"/>
                </a:lnTo>
                <a:lnTo>
                  <a:pt x="8045" y="15709"/>
                </a:lnTo>
                <a:lnTo>
                  <a:pt x="8045" y="15887"/>
                </a:lnTo>
                <a:lnTo>
                  <a:pt x="8426" y="16153"/>
                </a:lnTo>
                <a:lnTo>
                  <a:pt x="8426" y="16508"/>
                </a:lnTo>
                <a:lnTo>
                  <a:pt x="8426" y="16774"/>
                </a:lnTo>
                <a:lnTo>
                  <a:pt x="8807" y="16952"/>
                </a:lnTo>
                <a:lnTo>
                  <a:pt x="8807" y="17396"/>
                </a:lnTo>
                <a:lnTo>
                  <a:pt x="8807" y="17662"/>
                </a:lnTo>
                <a:lnTo>
                  <a:pt x="8807" y="17839"/>
                </a:lnTo>
                <a:lnTo>
                  <a:pt x="8807" y="18017"/>
                </a:lnTo>
                <a:lnTo>
                  <a:pt x="9187" y="18283"/>
                </a:lnTo>
                <a:lnTo>
                  <a:pt x="9187" y="18461"/>
                </a:lnTo>
                <a:lnTo>
                  <a:pt x="9187" y="18904"/>
                </a:lnTo>
                <a:lnTo>
                  <a:pt x="9187" y="19082"/>
                </a:lnTo>
                <a:lnTo>
                  <a:pt x="9568" y="19526"/>
                </a:lnTo>
                <a:lnTo>
                  <a:pt x="9568" y="19792"/>
                </a:lnTo>
                <a:lnTo>
                  <a:pt x="9568" y="19970"/>
                </a:lnTo>
                <a:lnTo>
                  <a:pt x="9568" y="20147"/>
                </a:lnTo>
                <a:lnTo>
                  <a:pt x="9568" y="20413"/>
                </a:lnTo>
                <a:lnTo>
                  <a:pt x="9949" y="20591"/>
                </a:lnTo>
                <a:lnTo>
                  <a:pt x="9949" y="21035"/>
                </a:lnTo>
                <a:lnTo>
                  <a:pt x="9949" y="21301"/>
                </a:lnTo>
                <a:lnTo>
                  <a:pt x="9949" y="21478"/>
                </a:lnTo>
                <a:lnTo>
                  <a:pt x="9949" y="21656"/>
                </a:lnTo>
                <a:lnTo>
                  <a:pt x="9949" y="21922"/>
                </a:lnTo>
                <a:lnTo>
                  <a:pt x="9949" y="22366"/>
                </a:lnTo>
                <a:lnTo>
                  <a:pt x="9949" y="22543"/>
                </a:lnTo>
                <a:lnTo>
                  <a:pt x="9949" y="22721"/>
                </a:lnTo>
                <a:lnTo>
                  <a:pt x="10346" y="22987"/>
                </a:lnTo>
                <a:lnTo>
                  <a:pt x="10346" y="23431"/>
                </a:lnTo>
                <a:lnTo>
                  <a:pt x="10346" y="23608"/>
                </a:lnTo>
                <a:lnTo>
                  <a:pt x="10346" y="23875"/>
                </a:lnTo>
                <a:lnTo>
                  <a:pt x="10346" y="24052"/>
                </a:lnTo>
                <a:lnTo>
                  <a:pt x="10727" y="24496"/>
                </a:lnTo>
                <a:lnTo>
                  <a:pt x="10727" y="24674"/>
                </a:lnTo>
                <a:lnTo>
                  <a:pt x="10727" y="24940"/>
                </a:lnTo>
                <a:lnTo>
                  <a:pt x="10727" y="25117"/>
                </a:lnTo>
                <a:lnTo>
                  <a:pt x="10727" y="25561"/>
                </a:lnTo>
                <a:lnTo>
                  <a:pt x="11108" y="25739"/>
                </a:lnTo>
                <a:lnTo>
                  <a:pt x="11108" y="26182"/>
                </a:lnTo>
                <a:lnTo>
                  <a:pt x="11108" y="26626"/>
                </a:lnTo>
                <a:lnTo>
                  <a:pt x="11488" y="26804"/>
                </a:lnTo>
                <a:lnTo>
                  <a:pt x="11488" y="27247"/>
                </a:lnTo>
                <a:lnTo>
                  <a:pt x="11488" y="27514"/>
                </a:lnTo>
                <a:lnTo>
                  <a:pt x="11488" y="27691"/>
                </a:lnTo>
                <a:lnTo>
                  <a:pt x="11488" y="28135"/>
                </a:lnTo>
                <a:lnTo>
                  <a:pt x="11869" y="28313"/>
                </a:lnTo>
                <a:lnTo>
                  <a:pt x="11869" y="28579"/>
                </a:lnTo>
                <a:lnTo>
                  <a:pt x="11869" y="29023"/>
                </a:lnTo>
                <a:lnTo>
                  <a:pt x="11869" y="29200"/>
                </a:lnTo>
                <a:lnTo>
                  <a:pt x="11869" y="29644"/>
                </a:lnTo>
                <a:lnTo>
                  <a:pt x="12250" y="29821"/>
                </a:lnTo>
                <a:lnTo>
                  <a:pt x="12250" y="30088"/>
                </a:lnTo>
                <a:lnTo>
                  <a:pt x="12250" y="30443"/>
                </a:lnTo>
                <a:lnTo>
                  <a:pt x="12250" y="30886"/>
                </a:lnTo>
                <a:lnTo>
                  <a:pt x="12250" y="31330"/>
                </a:lnTo>
                <a:lnTo>
                  <a:pt x="12250" y="31774"/>
                </a:lnTo>
                <a:lnTo>
                  <a:pt x="12250" y="31952"/>
                </a:lnTo>
                <a:lnTo>
                  <a:pt x="12250" y="32218"/>
                </a:lnTo>
                <a:lnTo>
                  <a:pt x="12631" y="32662"/>
                </a:lnTo>
                <a:lnTo>
                  <a:pt x="12631" y="32839"/>
                </a:lnTo>
                <a:lnTo>
                  <a:pt x="12631" y="33283"/>
                </a:lnTo>
                <a:lnTo>
                  <a:pt x="12631" y="33460"/>
                </a:lnTo>
                <a:lnTo>
                  <a:pt x="12631" y="33904"/>
                </a:lnTo>
                <a:lnTo>
                  <a:pt x="13028" y="34170"/>
                </a:lnTo>
                <a:lnTo>
                  <a:pt x="13028" y="34348"/>
                </a:lnTo>
                <a:lnTo>
                  <a:pt x="13028" y="34792"/>
                </a:lnTo>
                <a:lnTo>
                  <a:pt x="13028" y="35235"/>
                </a:lnTo>
                <a:lnTo>
                  <a:pt x="13028" y="35591"/>
                </a:lnTo>
                <a:lnTo>
                  <a:pt x="13409" y="35591"/>
                </a:lnTo>
                <a:lnTo>
                  <a:pt x="13409" y="36034"/>
                </a:lnTo>
                <a:lnTo>
                  <a:pt x="13409" y="36478"/>
                </a:lnTo>
                <a:lnTo>
                  <a:pt x="13409" y="36744"/>
                </a:lnTo>
                <a:lnTo>
                  <a:pt x="13409" y="37099"/>
                </a:lnTo>
              </a:path>
            </a:pathLst>
          </a:custGeom>
          <a:ln w="185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187878" y="2226117"/>
            <a:ext cx="13409" cy="92217"/>
          </a:xfrm>
          <a:custGeom>
            <a:avLst/>
            <a:gdLst/>
            <a:ahLst/>
            <a:cxnLst/>
            <a:rect l="l" t="t" r="r" b="b"/>
            <a:pathLst>
              <a:path w="13409" h="92217">
                <a:moveTo>
                  <a:pt x="0" y="0"/>
                </a:moveTo>
                <a:lnTo>
                  <a:pt x="380" y="266"/>
                </a:lnTo>
                <a:lnTo>
                  <a:pt x="380" y="710"/>
                </a:lnTo>
                <a:lnTo>
                  <a:pt x="380" y="887"/>
                </a:lnTo>
                <a:lnTo>
                  <a:pt x="380" y="1331"/>
                </a:lnTo>
                <a:lnTo>
                  <a:pt x="761" y="1775"/>
                </a:lnTo>
                <a:lnTo>
                  <a:pt x="761" y="1952"/>
                </a:lnTo>
                <a:lnTo>
                  <a:pt x="761" y="2396"/>
                </a:lnTo>
                <a:lnTo>
                  <a:pt x="761" y="2840"/>
                </a:lnTo>
                <a:lnTo>
                  <a:pt x="761" y="3017"/>
                </a:lnTo>
                <a:lnTo>
                  <a:pt x="761" y="3283"/>
                </a:lnTo>
                <a:lnTo>
                  <a:pt x="761" y="3638"/>
                </a:lnTo>
                <a:lnTo>
                  <a:pt x="761" y="4082"/>
                </a:lnTo>
                <a:lnTo>
                  <a:pt x="761" y="4349"/>
                </a:lnTo>
                <a:lnTo>
                  <a:pt x="761" y="4704"/>
                </a:lnTo>
                <a:lnTo>
                  <a:pt x="1142" y="5147"/>
                </a:lnTo>
                <a:lnTo>
                  <a:pt x="1142" y="5591"/>
                </a:lnTo>
                <a:lnTo>
                  <a:pt x="1142" y="5857"/>
                </a:lnTo>
                <a:lnTo>
                  <a:pt x="1142" y="6212"/>
                </a:lnTo>
                <a:lnTo>
                  <a:pt x="1142" y="6656"/>
                </a:lnTo>
                <a:lnTo>
                  <a:pt x="1523" y="6922"/>
                </a:lnTo>
                <a:lnTo>
                  <a:pt x="1523" y="7277"/>
                </a:lnTo>
                <a:lnTo>
                  <a:pt x="1523" y="7721"/>
                </a:lnTo>
                <a:lnTo>
                  <a:pt x="1523" y="7988"/>
                </a:lnTo>
                <a:lnTo>
                  <a:pt x="1904" y="8431"/>
                </a:lnTo>
                <a:lnTo>
                  <a:pt x="1904" y="8786"/>
                </a:lnTo>
                <a:lnTo>
                  <a:pt x="1904" y="9053"/>
                </a:lnTo>
                <a:lnTo>
                  <a:pt x="1904" y="9496"/>
                </a:lnTo>
                <a:lnTo>
                  <a:pt x="1904" y="9851"/>
                </a:lnTo>
                <a:lnTo>
                  <a:pt x="2300" y="10295"/>
                </a:lnTo>
                <a:lnTo>
                  <a:pt x="2300" y="10561"/>
                </a:lnTo>
                <a:lnTo>
                  <a:pt x="2300" y="11005"/>
                </a:lnTo>
                <a:lnTo>
                  <a:pt x="2300" y="11360"/>
                </a:lnTo>
                <a:lnTo>
                  <a:pt x="2300" y="11626"/>
                </a:lnTo>
                <a:lnTo>
                  <a:pt x="2681" y="12070"/>
                </a:lnTo>
                <a:lnTo>
                  <a:pt x="2681" y="12425"/>
                </a:lnTo>
                <a:lnTo>
                  <a:pt x="2681" y="12869"/>
                </a:lnTo>
                <a:lnTo>
                  <a:pt x="2681" y="13313"/>
                </a:lnTo>
                <a:lnTo>
                  <a:pt x="2681" y="13757"/>
                </a:lnTo>
                <a:lnTo>
                  <a:pt x="3062" y="13934"/>
                </a:lnTo>
                <a:lnTo>
                  <a:pt x="3062" y="14378"/>
                </a:lnTo>
                <a:lnTo>
                  <a:pt x="3062" y="14822"/>
                </a:lnTo>
                <a:lnTo>
                  <a:pt x="3062" y="14999"/>
                </a:lnTo>
                <a:lnTo>
                  <a:pt x="3062" y="15443"/>
                </a:lnTo>
                <a:lnTo>
                  <a:pt x="3062" y="16153"/>
                </a:lnTo>
                <a:lnTo>
                  <a:pt x="3062" y="16331"/>
                </a:lnTo>
                <a:lnTo>
                  <a:pt x="3062" y="16774"/>
                </a:lnTo>
                <a:lnTo>
                  <a:pt x="3062" y="17218"/>
                </a:lnTo>
                <a:lnTo>
                  <a:pt x="3443" y="17396"/>
                </a:lnTo>
                <a:lnTo>
                  <a:pt x="3443" y="18017"/>
                </a:lnTo>
                <a:lnTo>
                  <a:pt x="3443" y="18461"/>
                </a:lnTo>
                <a:lnTo>
                  <a:pt x="3443" y="18727"/>
                </a:lnTo>
                <a:lnTo>
                  <a:pt x="3443" y="19082"/>
                </a:lnTo>
                <a:lnTo>
                  <a:pt x="3824" y="19526"/>
                </a:lnTo>
                <a:lnTo>
                  <a:pt x="3824" y="19970"/>
                </a:lnTo>
                <a:lnTo>
                  <a:pt x="3824" y="20413"/>
                </a:lnTo>
                <a:lnTo>
                  <a:pt x="3824" y="20857"/>
                </a:lnTo>
                <a:lnTo>
                  <a:pt x="3824" y="21035"/>
                </a:lnTo>
                <a:lnTo>
                  <a:pt x="4205" y="21656"/>
                </a:lnTo>
                <a:lnTo>
                  <a:pt x="4205" y="22100"/>
                </a:lnTo>
                <a:lnTo>
                  <a:pt x="4205" y="22366"/>
                </a:lnTo>
                <a:lnTo>
                  <a:pt x="4205" y="22987"/>
                </a:lnTo>
                <a:lnTo>
                  <a:pt x="4586" y="23165"/>
                </a:lnTo>
                <a:lnTo>
                  <a:pt x="4586" y="23608"/>
                </a:lnTo>
                <a:lnTo>
                  <a:pt x="4586" y="24052"/>
                </a:lnTo>
                <a:lnTo>
                  <a:pt x="4586" y="24496"/>
                </a:lnTo>
                <a:lnTo>
                  <a:pt x="4586" y="24940"/>
                </a:lnTo>
                <a:lnTo>
                  <a:pt x="4982" y="25295"/>
                </a:lnTo>
                <a:lnTo>
                  <a:pt x="4982" y="25739"/>
                </a:lnTo>
                <a:lnTo>
                  <a:pt x="4982" y="26182"/>
                </a:lnTo>
                <a:lnTo>
                  <a:pt x="4982" y="26626"/>
                </a:lnTo>
                <a:lnTo>
                  <a:pt x="4982" y="27070"/>
                </a:lnTo>
                <a:lnTo>
                  <a:pt x="4982" y="27514"/>
                </a:lnTo>
                <a:lnTo>
                  <a:pt x="4982" y="27869"/>
                </a:lnTo>
                <a:lnTo>
                  <a:pt x="4982" y="28313"/>
                </a:lnTo>
                <a:lnTo>
                  <a:pt x="4982" y="28756"/>
                </a:lnTo>
                <a:lnTo>
                  <a:pt x="4982" y="29200"/>
                </a:lnTo>
                <a:lnTo>
                  <a:pt x="5363" y="29644"/>
                </a:lnTo>
                <a:lnTo>
                  <a:pt x="5363" y="30265"/>
                </a:lnTo>
                <a:lnTo>
                  <a:pt x="5363" y="30443"/>
                </a:lnTo>
                <a:lnTo>
                  <a:pt x="5363" y="30886"/>
                </a:lnTo>
                <a:lnTo>
                  <a:pt x="5744" y="31508"/>
                </a:lnTo>
                <a:lnTo>
                  <a:pt x="5744" y="31774"/>
                </a:lnTo>
                <a:lnTo>
                  <a:pt x="5744" y="32395"/>
                </a:lnTo>
                <a:lnTo>
                  <a:pt x="5744" y="32662"/>
                </a:lnTo>
                <a:lnTo>
                  <a:pt x="5744" y="33283"/>
                </a:lnTo>
                <a:lnTo>
                  <a:pt x="6125" y="33727"/>
                </a:lnTo>
                <a:lnTo>
                  <a:pt x="6125" y="34082"/>
                </a:lnTo>
                <a:lnTo>
                  <a:pt x="6125" y="34525"/>
                </a:lnTo>
                <a:lnTo>
                  <a:pt x="6125" y="34969"/>
                </a:lnTo>
                <a:lnTo>
                  <a:pt x="6125" y="35413"/>
                </a:lnTo>
                <a:lnTo>
                  <a:pt x="6506" y="36034"/>
                </a:lnTo>
                <a:lnTo>
                  <a:pt x="6506" y="36301"/>
                </a:lnTo>
                <a:lnTo>
                  <a:pt x="6506" y="36922"/>
                </a:lnTo>
                <a:lnTo>
                  <a:pt x="6506" y="37366"/>
                </a:lnTo>
                <a:lnTo>
                  <a:pt x="6506" y="37809"/>
                </a:lnTo>
                <a:lnTo>
                  <a:pt x="6886" y="38164"/>
                </a:lnTo>
                <a:lnTo>
                  <a:pt x="6886" y="38608"/>
                </a:lnTo>
                <a:lnTo>
                  <a:pt x="6886" y="39052"/>
                </a:lnTo>
                <a:lnTo>
                  <a:pt x="6886" y="39673"/>
                </a:lnTo>
                <a:lnTo>
                  <a:pt x="7283" y="39940"/>
                </a:lnTo>
                <a:lnTo>
                  <a:pt x="7283" y="40561"/>
                </a:lnTo>
                <a:lnTo>
                  <a:pt x="7283" y="41005"/>
                </a:lnTo>
                <a:lnTo>
                  <a:pt x="7283" y="41448"/>
                </a:lnTo>
                <a:lnTo>
                  <a:pt x="7283" y="42070"/>
                </a:lnTo>
                <a:lnTo>
                  <a:pt x="7283" y="42247"/>
                </a:lnTo>
                <a:lnTo>
                  <a:pt x="7283" y="42957"/>
                </a:lnTo>
                <a:lnTo>
                  <a:pt x="7283" y="43312"/>
                </a:lnTo>
                <a:lnTo>
                  <a:pt x="7283" y="43756"/>
                </a:lnTo>
                <a:lnTo>
                  <a:pt x="7283" y="44377"/>
                </a:lnTo>
                <a:lnTo>
                  <a:pt x="7664" y="44821"/>
                </a:lnTo>
                <a:lnTo>
                  <a:pt x="7664" y="45265"/>
                </a:lnTo>
                <a:lnTo>
                  <a:pt x="7664" y="45709"/>
                </a:lnTo>
                <a:lnTo>
                  <a:pt x="7664" y="46152"/>
                </a:lnTo>
                <a:lnTo>
                  <a:pt x="7664" y="46774"/>
                </a:lnTo>
                <a:lnTo>
                  <a:pt x="8045" y="47217"/>
                </a:lnTo>
                <a:lnTo>
                  <a:pt x="8045" y="47661"/>
                </a:lnTo>
                <a:lnTo>
                  <a:pt x="8045" y="48105"/>
                </a:lnTo>
                <a:lnTo>
                  <a:pt x="8045" y="48726"/>
                </a:lnTo>
                <a:lnTo>
                  <a:pt x="8426" y="49348"/>
                </a:lnTo>
                <a:lnTo>
                  <a:pt x="8426" y="49525"/>
                </a:lnTo>
                <a:lnTo>
                  <a:pt x="8426" y="50235"/>
                </a:lnTo>
                <a:lnTo>
                  <a:pt x="8426" y="50679"/>
                </a:lnTo>
                <a:lnTo>
                  <a:pt x="8426" y="51034"/>
                </a:lnTo>
                <a:lnTo>
                  <a:pt x="8807" y="51744"/>
                </a:lnTo>
                <a:lnTo>
                  <a:pt x="8807" y="52099"/>
                </a:lnTo>
                <a:lnTo>
                  <a:pt x="8807" y="52809"/>
                </a:lnTo>
                <a:lnTo>
                  <a:pt x="8807" y="52987"/>
                </a:lnTo>
                <a:lnTo>
                  <a:pt x="8807" y="53608"/>
                </a:lnTo>
                <a:lnTo>
                  <a:pt x="9187" y="54052"/>
                </a:lnTo>
                <a:lnTo>
                  <a:pt x="9187" y="54673"/>
                </a:lnTo>
                <a:lnTo>
                  <a:pt x="9187" y="55117"/>
                </a:lnTo>
                <a:lnTo>
                  <a:pt x="9187" y="55561"/>
                </a:lnTo>
                <a:lnTo>
                  <a:pt x="9187" y="56182"/>
                </a:lnTo>
                <a:lnTo>
                  <a:pt x="9187" y="56626"/>
                </a:lnTo>
                <a:lnTo>
                  <a:pt x="9187" y="57247"/>
                </a:lnTo>
                <a:lnTo>
                  <a:pt x="9187" y="57691"/>
                </a:lnTo>
                <a:lnTo>
                  <a:pt x="9187" y="58134"/>
                </a:lnTo>
                <a:lnTo>
                  <a:pt x="9568" y="58756"/>
                </a:lnTo>
                <a:lnTo>
                  <a:pt x="9568" y="59200"/>
                </a:lnTo>
                <a:lnTo>
                  <a:pt x="9568" y="59821"/>
                </a:lnTo>
                <a:lnTo>
                  <a:pt x="9568" y="60265"/>
                </a:lnTo>
                <a:lnTo>
                  <a:pt x="9568" y="60886"/>
                </a:lnTo>
                <a:lnTo>
                  <a:pt x="9965" y="61152"/>
                </a:lnTo>
                <a:lnTo>
                  <a:pt x="9965" y="61773"/>
                </a:lnTo>
                <a:lnTo>
                  <a:pt x="9965" y="62217"/>
                </a:lnTo>
                <a:lnTo>
                  <a:pt x="9965" y="62838"/>
                </a:lnTo>
                <a:lnTo>
                  <a:pt x="9965" y="63460"/>
                </a:lnTo>
                <a:lnTo>
                  <a:pt x="10346" y="63904"/>
                </a:lnTo>
                <a:lnTo>
                  <a:pt x="10346" y="64614"/>
                </a:lnTo>
                <a:lnTo>
                  <a:pt x="10346" y="64969"/>
                </a:lnTo>
                <a:lnTo>
                  <a:pt x="10346" y="65679"/>
                </a:lnTo>
                <a:lnTo>
                  <a:pt x="10346" y="66034"/>
                </a:lnTo>
                <a:lnTo>
                  <a:pt x="10727" y="66477"/>
                </a:lnTo>
                <a:lnTo>
                  <a:pt x="10727" y="66921"/>
                </a:lnTo>
                <a:lnTo>
                  <a:pt x="10727" y="67543"/>
                </a:lnTo>
                <a:lnTo>
                  <a:pt x="10727" y="68253"/>
                </a:lnTo>
                <a:lnTo>
                  <a:pt x="11108" y="68608"/>
                </a:lnTo>
                <a:lnTo>
                  <a:pt x="11108" y="69318"/>
                </a:lnTo>
                <a:lnTo>
                  <a:pt x="11108" y="69761"/>
                </a:lnTo>
                <a:lnTo>
                  <a:pt x="11108" y="70383"/>
                </a:lnTo>
                <a:lnTo>
                  <a:pt x="11108" y="70826"/>
                </a:lnTo>
                <a:lnTo>
                  <a:pt x="11108" y="71448"/>
                </a:lnTo>
                <a:lnTo>
                  <a:pt x="11108" y="71892"/>
                </a:lnTo>
                <a:lnTo>
                  <a:pt x="11108" y="72513"/>
                </a:lnTo>
                <a:lnTo>
                  <a:pt x="11108" y="72957"/>
                </a:lnTo>
                <a:lnTo>
                  <a:pt x="11108" y="73578"/>
                </a:lnTo>
                <a:lnTo>
                  <a:pt x="11488" y="74022"/>
                </a:lnTo>
                <a:lnTo>
                  <a:pt x="11488" y="74643"/>
                </a:lnTo>
                <a:lnTo>
                  <a:pt x="11488" y="75264"/>
                </a:lnTo>
                <a:lnTo>
                  <a:pt x="11488" y="75708"/>
                </a:lnTo>
                <a:lnTo>
                  <a:pt x="11488" y="76329"/>
                </a:lnTo>
                <a:lnTo>
                  <a:pt x="11869" y="76773"/>
                </a:lnTo>
                <a:lnTo>
                  <a:pt x="11869" y="77394"/>
                </a:lnTo>
                <a:lnTo>
                  <a:pt x="11869" y="78104"/>
                </a:lnTo>
                <a:lnTo>
                  <a:pt x="11869" y="78726"/>
                </a:lnTo>
                <a:lnTo>
                  <a:pt x="12250" y="79170"/>
                </a:lnTo>
                <a:lnTo>
                  <a:pt x="12250" y="79791"/>
                </a:lnTo>
                <a:lnTo>
                  <a:pt x="12250" y="80235"/>
                </a:lnTo>
                <a:lnTo>
                  <a:pt x="12250" y="80856"/>
                </a:lnTo>
                <a:lnTo>
                  <a:pt x="12250" y="81300"/>
                </a:lnTo>
                <a:lnTo>
                  <a:pt x="12647" y="81921"/>
                </a:lnTo>
                <a:lnTo>
                  <a:pt x="12647" y="82365"/>
                </a:lnTo>
                <a:lnTo>
                  <a:pt x="12647" y="82986"/>
                </a:lnTo>
                <a:lnTo>
                  <a:pt x="12647" y="83696"/>
                </a:lnTo>
                <a:lnTo>
                  <a:pt x="12647" y="84317"/>
                </a:lnTo>
                <a:lnTo>
                  <a:pt x="13028" y="84761"/>
                </a:lnTo>
                <a:lnTo>
                  <a:pt x="13028" y="85382"/>
                </a:lnTo>
                <a:lnTo>
                  <a:pt x="13028" y="85826"/>
                </a:lnTo>
                <a:lnTo>
                  <a:pt x="13028" y="86447"/>
                </a:lnTo>
                <a:lnTo>
                  <a:pt x="13028" y="87069"/>
                </a:lnTo>
                <a:lnTo>
                  <a:pt x="13409" y="87690"/>
                </a:lnTo>
                <a:lnTo>
                  <a:pt x="13409" y="88134"/>
                </a:lnTo>
                <a:lnTo>
                  <a:pt x="13409" y="88844"/>
                </a:lnTo>
                <a:lnTo>
                  <a:pt x="13409" y="89465"/>
                </a:lnTo>
                <a:lnTo>
                  <a:pt x="13409" y="89909"/>
                </a:lnTo>
                <a:lnTo>
                  <a:pt x="13409" y="90530"/>
                </a:lnTo>
                <a:lnTo>
                  <a:pt x="13409" y="91152"/>
                </a:lnTo>
                <a:lnTo>
                  <a:pt x="13409" y="91773"/>
                </a:lnTo>
                <a:lnTo>
                  <a:pt x="13409" y="92217"/>
                </a:lnTo>
              </a:path>
            </a:pathLst>
          </a:custGeom>
          <a:ln w="1936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201287" y="2318334"/>
            <a:ext cx="13789" cy="136861"/>
          </a:xfrm>
          <a:custGeom>
            <a:avLst/>
            <a:gdLst/>
            <a:ahLst/>
            <a:cxnLst/>
            <a:rect l="l" t="t" r="r" b="b"/>
            <a:pathLst>
              <a:path w="13789" h="136861">
                <a:moveTo>
                  <a:pt x="0" y="0"/>
                </a:moveTo>
                <a:lnTo>
                  <a:pt x="380" y="621"/>
                </a:lnTo>
                <a:lnTo>
                  <a:pt x="380" y="1331"/>
                </a:lnTo>
                <a:lnTo>
                  <a:pt x="380" y="1952"/>
                </a:lnTo>
                <a:lnTo>
                  <a:pt x="380" y="2396"/>
                </a:lnTo>
                <a:lnTo>
                  <a:pt x="380" y="3017"/>
                </a:lnTo>
                <a:lnTo>
                  <a:pt x="761" y="3638"/>
                </a:lnTo>
                <a:lnTo>
                  <a:pt x="761" y="4349"/>
                </a:lnTo>
                <a:lnTo>
                  <a:pt x="761" y="4704"/>
                </a:lnTo>
                <a:lnTo>
                  <a:pt x="761" y="5414"/>
                </a:lnTo>
                <a:lnTo>
                  <a:pt x="761" y="6035"/>
                </a:lnTo>
                <a:lnTo>
                  <a:pt x="1142" y="6656"/>
                </a:lnTo>
                <a:lnTo>
                  <a:pt x="1142" y="7277"/>
                </a:lnTo>
                <a:lnTo>
                  <a:pt x="1142" y="7721"/>
                </a:lnTo>
                <a:lnTo>
                  <a:pt x="1142" y="8343"/>
                </a:lnTo>
                <a:lnTo>
                  <a:pt x="1142" y="9053"/>
                </a:lnTo>
                <a:lnTo>
                  <a:pt x="1523" y="9674"/>
                </a:lnTo>
                <a:lnTo>
                  <a:pt x="1523" y="10118"/>
                </a:lnTo>
                <a:lnTo>
                  <a:pt x="1523" y="10739"/>
                </a:lnTo>
                <a:lnTo>
                  <a:pt x="1523" y="11360"/>
                </a:lnTo>
                <a:lnTo>
                  <a:pt x="1920" y="11982"/>
                </a:lnTo>
                <a:lnTo>
                  <a:pt x="1920" y="12692"/>
                </a:lnTo>
                <a:lnTo>
                  <a:pt x="1920" y="13313"/>
                </a:lnTo>
                <a:lnTo>
                  <a:pt x="1920" y="13757"/>
                </a:lnTo>
                <a:lnTo>
                  <a:pt x="1920" y="14555"/>
                </a:lnTo>
                <a:lnTo>
                  <a:pt x="1920" y="14999"/>
                </a:lnTo>
                <a:lnTo>
                  <a:pt x="1920" y="15709"/>
                </a:lnTo>
                <a:lnTo>
                  <a:pt x="1920" y="16331"/>
                </a:lnTo>
                <a:lnTo>
                  <a:pt x="1920" y="16952"/>
                </a:lnTo>
                <a:lnTo>
                  <a:pt x="1920" y="17573"/>
                </a:lnTo>
                <a:lnTo>
                  <a:pt x="2300" y="18283"/>
                </a:lnTo>
                <a:lnTo>
                  <a:pt x="2300" y="18638"/>
                </a:lnTo>
                <a:lnTo>
                  <a:pt x="2300" y="19526"/>
                </a:lnTo>
                <a:lnTo>
                  <a:pt x="2300" y="19970"/>
                </a:lnTo>
                <a:lnTo>
                  <a:pt x="2300" y="20857"/>
                </a:lnTo>
                <a:lnTo>
                  <a:pt x="2681" y="21212"/>
                </a:lnTo>
                <a:lnTo>
                  <a:pt x="2681" y="21922"/>
                </a:lnTo>
                <a:lnTo>
                  <a:pt x="2681" y="22543"/>
                </a:lnTo>
                <a:lnTo>
                  <a:pt x="2681" y="23165"/>
                </a:lnTo>
                <a:lnTo>
                  <a:pt x="3062" y="23786"/>
                </a:lnTo>
                <a:lnTo>
                  <a:pt x="3062" y="24230"/>
                </a:lnTo>
                <a:lnTo>
                  <a:pt x="3062" y="25117"/>
                </a:lnTo>
                <a:lnTo>
                  <a:pt x="3062" y="25561"/>
                </a:lnTo>
                <a:lnTo>
                  <a:pt x="3062" y="26360"/>
                </a:lnTo>
                <a:lnTo>
                  <a:pt x="3443" y="26804"/>
                </a:lnTo>
                <a:lnTo>
                  <a:pt x="3443" y="27691"/>
                </a:lnTo>
                <a:lnTo>
                  <a:pt x="3443" y="28135"/>
                </a:lnTo>
                <a:lnTo>
                  <a:pt x="3443" y="28934"/>
                </a:lnTo>
                <a:lnTo>
                  <a:pt x="3443" y="29378"/>
                </a:lnTo>
                <a:lnTo>
                  <a:pt x="3824" y="30265"/>
                </a:lnTo>
                <a:lnTo>
                  <a:pt x="3824" y="30709"/>
                </a:lnTo>
                <a:lnTo>
                  <a:pt x="3824" y="31330"/>
                </a:lnTo>
                <a:lnTo>
                  <a:pt x="3824" y="32218"/>
                </a:lnTo>
                <a:lnTo>
                  <a:pt x="3824" y="32573"/>
                </a:lnTo>
                <a:lnTo>
                  <a:pt x="4205" y="33460"/>
                </a:lnTo>
                <a:lnTo>
                  <a:pt x="4205" y="33904"/>
                </a:lnTo>
                <a:lnTo>
                  <a:pt x="4205" y="34792"/>
                </a:lnTo>
                <a:lnTo>
                  <a:pt x="4205" y="35147"/>
                </a:lnTo>
                <a:lnTo>
                  <a:pt x="4205" y="36034"/>
                </a:lnTo>
                <a:lnTo>
                  <a:pt x="4205" y="36478"/>
                </a:lnTo>
                <a:lnTo>
                  <a:pt x="4205" y="37366"/>
                </a:lnTo>
                <a:lnTo>
                  <a:pt x="4205" y="37987"/>
                </a:lnTo>
                <a:lnTo>
                  <a:pt x="4205" y="38608"/>
                </a:lnTo>
                <a:lnTo>
                  <a:pt x="4601" y="39229"/>
                </a:lnTo>
                <a:lnTo>
                  <a:pt x="4601" y="39673"/>
                </a:lnTo>
                <a:lnTo>
                  <a:pt x="4601" y="40561"/>
                </a:lnTo>
                <a:lnTo>
                  <a:pt x="4601" y="41182"/>
                </a:lnTo>
                <a:lnTo>
                  <a:pt x="4601" y="41803"/>
                </a:lnTo>
                <a:lnTo>
                  <a:pt x="4982" y="42513"/>
                </a:lnTo>
                <a:lnTo>
                  <a:pt x="4982" y="43312"/>
                </a:lnTo>
                <a:lnTo>
                  <a:pt x="4982" y="43756"/>
                </a:lnTo>
                <a:lnTo>
                  <a:pt x="4982" y="44377"/>
                </a:lnTo>
                <a:lnTo>
                  <a:pt x="4982" y="45087"/>
                </a:lnTo>
                <a:lnTo>
                  <a:pt x="5363" y="45709"/>
                </a:lnTo>
                <a:lnTo>
                  <a:pt x="5363" y="46507"/>
                </a:lnTo>
                <a:lnTo>
                  <a:pt x="5363" y="46951"/>
                </a:lnTo>
                <a:lnTo>
                  <a:pt x="5363" y="47839"/>
                </a:lnTo>
                <a:lnTo>
                  <a:pt x="5744" y="48460"/>
                </a:lnTo>
                <a:lnTo>
                  <a:pt x="5744" y="49081"/>
                </a:lnTo>
                <a:lnTo>
                  <a:pt x="5744" y="49791"/>
                </a:lnTo>
                <a:lnTo>
                  <a:pt x="5744" y="50413"/>
                </a:lnTo>
                <a:lnTo>
                  <a:pt x="5744" y="51300"/>
                </a:lnTo>
                <a:lnTo>
                  <a:pt x="6125" y="51655"/>
                </a:lnTo>
                <a:lnTo>
                  <a:pt x="6125" y="52543"/>
                </a:lnTo>
                <a:lnTo>
                  <a:pt x="6125" y="53164"/>
                </a:lnTo>
                <a:lnTo>
                  <a:pt x="6125" y="53874"/>
                </a:lnTo>
                <a:lnTo>
                  <a:pt x="6125" y="54495"/>
                </a:lnTo>
                <a:lnTo>
                  <a:pt x="6125" y="55117"/>
                </a:lnTo>
                <a:lnTo>
                  <a:pt x="6125" y="56004"/>
                </a:lnTo>
                <a:lnTo>
                  <a:pt x="6125" y="56448"/>
                </a:lnTo>
                <a:lnTo>
                  <a:pt x="6125" y="57247"/>
                </a:lnTo>
                <a:lnTo>
                  <a:pt x="6125" y="57868"/>
                </a:lnTo>
                <a:lnTo>
                  <a:pt x="6506" y="58578"/>
                </a:lnTo>
                <a:lnTo>
                  <a:pt x="6506" y="59200"/>
                </a:lnTo>
                <a:lnTo>
                  <a:pt x="6506" y="59821"/>
                </a:lnTo>
                <a:lnTo>
                  <a:pt x="6506" y="60708"/>
                </a:lnTo>
                <a:lnTo>
                  <a:pt x="6902" y="61330"/>
                </a:lnTo>
                <a:lnTo>
                  <a:pt x="6902" y="62217"/>
                </a:lnTo>
                <a:lnTo>
                  <a:pt x="6902" y="62661"/>
                </a:lnTo>
                <a:lnTo>
                  <a:pt x="6902" y="63282"/>
                </a:lnTo>
                <a:lnTo>
                  <a:pt x="6902" y="64170"/>
                </a:lnTo>
                <a:lnTo>
                  <a:pt x="7283" y="64791"/>
                </a:lnTo>
                <a:lnTo>
                  <a:pt x="7283" y="65590"/>
                </a:lnTo>
                <a:lnTo>
                  <a:pt x="7283" y="66034"/>
                </a:lnTo>
                <a:lnTo>
                  <a:pt x="7283" y="66921"/>
                </a:lnTo>
                <a:lnTo>
                  <a:pt x="7283" y="67543"/>
                </a:lnTo>
                <a:lnTo>
                  <a:pt x="7664" y="68164"/>
                </a:lnTo>
                <a:lnTo>
                  <a:pt x="7664" y="69051"/>
                </a:lnTo>
                <a:lnTo>
                  <a:pt x="7664" y="69673"/>
                </a:lnTo>
                <a:lnTo>
                  <a:pt x="7664" y="70383"/>
                </a:lnTo>
                <a:lnTo>
                  <a:pt x="7664" y="71004"/>
                </a:lnTo>
                <a:lnTo>
                  <a:pt x="8045" y="71625"/>
                </a:lnTo>
                <a:lnTo>
                  <a:pt x="8045" y="72513"/>
                </a:lnTo>
                <a:lnTo>
                  <a:pt x="8045" y="73134"/>
                </a:lnTo>
                <a:lnTo>
                  <a:pt x="8045" y="74022"/>
                </a:lnTo>
                <a:lnTo>
                  <a:pt x="8426" y="74643"/>
                </a:lnTo>
                <a:lnTo>
                  <a:pt x="8426" y="75264"/>
                </a:lnTo>
                <a:lnTo>
                  <a:pt x="8426" y="75886"/>
                </a:lnTo>
                <a:lnTo>
                  <a:pt x="8426" y="76596"/>
                </a:lnTo>
                <a:lnTo>
                  <a:pt x="8426" y="77394"/>
                </a:lnTo>
                <a:lnTo>
                  <a:pt x="8426" y="78104"/>
                </a:lnTo>
                <a:lnTo>
                  <a:pt x="8426" y="78726"/>
                </a:lnTo>
                <a:lnTo>
                  <a:pt x="8426" y="79525"/>
                </a:lnTo>
                <a:lnTo>
                  <a:pt x="8426" y="80235"/>
                </a:lnTo>
                <a:lnTo>
                  <a:pt x="8426" y="81033"/>
                </a:lnTo>
                <a:lnTo>
                  <a:pt x="8807" y="81743"/>
                </a:lnTo>
                <a:lnTo>
                  <a:pt x="8807" y="82365"/>
                </a:lnTo>
                <a:lnTo>
                  <a:pt x="8807" y="83252"/>
                </a:lnTo>
                <a:lnTo>
                  <a:pt x="8807" y="83874"/>
                </a:lnTo>
                <a:lnTo>
                  <a:pt x="8807" y="84495"/>
                </a:lnTo>
                <a:lnTo>
                  <a:pt x="9187" y="85116"/>
                </a:lnTo>
                <a:lnTo>
                  <a:pt x="9187" y="85826"/>
                </a:lnTo>
                <a:lnTo>
                  <a:pt x="9187" y="86625"/>
                </a:lnTo>
                <a:lnTo>
                  <a:pt x="9187" y="87246"/>
                </a:lnTo>
                <a:lnTo>
                  <a:pt x="9584" y="88134"/>
                </a:lnTo>
                <a:lnTo>
                  <a:pt x="9584" y="88755"/>
                </a:lnTo>
                <a:lnTo>
                  <a:pt x="9584" y="89465"/>
                </a:lnTo>
                <a:lnTo>
                  <a:pt x="9584" y="90264"/>
                </a:lnTo>
                <a:lnTo>
                  <a:pt x="9584" y="90974"/>
                </a:lnTo>
                <a:lnTo>
                  <a:pt x="9965" y="91595"/>
                </a:lnTo>
                <a:lnTo>
                  <a:pt x="9965" y="92394"/>
                </a:lnTo>
                <a:lnTo>
                  <a:pt x="9965" y="93104"/>
                </a:lnTo>
                <a:lnTo>
                  <a:pt x="9965" y="93903"/>
                </a:lnTo>
                <a:lnTo>
                  <a:pt x="9965" y="94613"/>
                </a:lnTo>
                <a:lnTo>
                  <a:pt x="10346" y="95234"/>
                </a:lnTo>
                <a:lnTo>
                  <a:pt x="10346" y="96122"/>
                </a:lnTo>
                <a:lnTo>
                  <a:pt x="10346" y="96743"/>
                </a:lnTo>
                <a:lnTo>
                  <a:pt x="10346" y="97542"/>
                </a:lnTo>
                <a:lnTo>
                  <a:pt x="10346" y="98429"/>
                </a:lnTo>
                <a:lnTo>
                  <a:pt x="10346" y="99051"/>
                </a:lnTo>
                <a:lnTo>
                  <a:pt x="10346" y="99938"/>
                </a:lnTo>
                <a:lnTo>
                  <a:pt x="10346" y="100560"/>
                </a:lnTo>
                <a:lnTo>
                  <a:pt x="10346" y="101181"/>
                </a:lnTo>
                <a:lnTo>
                  <a:pt x="10727" y="102068"/>
                </a:lnTo>
                <a:lnTo>
                  <a:pt x="10727" y="102690"/>
                </a:lnTo>
                <a:lnTo>
                  <a:pt x="10727" y="103400"/>
                </a:lnTo>
                <a:lnTo>
                  <a:pt x="10727" y="104199"/>
                </a:lnTo>
                <a:lnTo>
                  <a:pt x="10727" y="104909"/>
                </a:lnTo>
                <a:lnTo>
                  <a:pt x="11108" y="105707"/>
                </a:lnTo>
                <a:lnTo>
                  <a:pt x="11108" y="106329"/>
                </a:lnTo>
                <a:lnTo>
                  <a:pt x="11108" y="107039"/>
                </a:lnTo>
                <a:lnTo>
                  <a:pt x="11108" y="108104"/>
                </a:lnTo>
                <a:lnTo>
                  <a:pt x="11108" y="108725"/>
                </a:lnTo>
                <a:lnTo>
                  <a:pt x="11488" y="109346"/>
                </a:lnTo>
                <a:lnTo>
                  <a:pt x="11488" y="110234"/>
                </a:lnTo>
                <a:lnTo>
                  <a:pt x="11488" y="110855"/>
                </a:lnTo>
                <a:lnTo>
                  <a:pt x="11488" y="111743"/>
                </a:lnTo>
                <a:lnTo>
                  <a:pt x="11488" y="112364"/>
                </a:lnTo>
                <a:lnTo>
                  <a:pt x="11869" y="112985"/>
                </a:lnTo>
                <a:lnTo>
                  <a:pt x="11869" y="114050"/>
                </a:lnTo>
                <a:lnTo>
                  <a:pt x="11869" y="114761"/>
                </a:lnTo>
                <a:lnTo>
                  <a:pt x="11869" y="115382"/>
                </a:lnTo>
                <a:lnTo>
                  <a:pt x="12266" y="116269"/>
                </a:lnTo>
                <a:lnTo>
                  <a:pt x="12266" y="116891"/>
                </a:lnTo>
                <a:lnTo>
                  <a:pt x="12266" y="117512"/>
                </a:lnTo>
                <a:lnTo>
                  <a:pt x="12266" y="118577"/>
                </a:lnTo>
                <a:lnTo>
                  <a:pt x="12266" y="119198"/>
                </a:lnTo>
                <a:lnTo>
                  <a:pt x="12647" y="119908"/>
                </a:lnTo>
                <a:lnTo>
                  <a:pt x="12647" y="120707"/>
                </a:lnTo>
                <a:lnTo>
                  <a:pt x="12647" y="121417"/>
                </a:lnTo>
                <a:lnTo>
                  <a:pt x="12647" y="122216"/>
                </a:lnTo>
                <a:lnTo>
                  <a:pt x="12647" y="123104"/>
                </a:lnTo>
                <a:lnTo>
                  <a:pt x="12647" y="123725"/>
                </a:lnTo>
                <a:lnTo>
                  <a:pt x="12647" y="124612"/>
                </a:lnTo>
                <a:lnTo>
                  <a:pt x="12647" y="125234"/>
                </a:lnTo>
                <a:lnTo>
                  <a:pt x="12647" y="126121"/>
                </a:lnTo>
                <a:lnTo>
                  <a:pt x="12647" y="126920"/>
                </a:lnTo>
                <a:lnTo>
                  <a:pt x="13028" y="127630"/>
                </a:lnTo>
                <a:lnTo>
                  <a:pt x="13028" y="128251"/>
                </a:lnTo>
                <a:lnTo>
                  <a:pt x="13028" y="129139"/>
                </a:lnTo>
                <a:lnTo>
                  <a:pt x="13028" y="129938"/>
                </a:lnTo>
                <a:lnTo>
                  <a:pt x="13409" y="130559"/>
                </a:lnTo>
                <a:lnTo>
                  <a:pt x="13409" y="131447"/>
                </a:lnTo>
                <a:lnTo>
                  <a:pt x="13409" y="132068"/>
                </a:lnTo>
                <a:lnTo>
                  <a:pt x="13409" y="132955"/>
                </a:lnTo>
                <a:lnTo>
                  <a:pt x="13409" y="133843"/>
                </a:lnTo>
                <a:lnTo>
                  <a:pt x="13789" y="134464"/>
                </a:lnTo>
                <a:lnTo>
                  <a:pt x="13789" y="135352"/>
                </a:lnTo>
                <a:lnTo>
                  <a:pt x="13789" y="136151"/>
                </a:lnTo>
                <a:lnTo>
                  <a:pt x="13789" y="136861"/>
                </a:lnTo>
              </a:path>
            </a:pathLst>
          </a:custGeom>
          <a:ln w="1945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215077" y="2455195"/>
            <a:ext cx="13409" cy="167215"/>
          </a:xfrm>
          <a:custGeom>
            <a:avLst/>
            <a:gdLst/>
            <a:ahLst/>
            <a:cxnLst/>
            <a:rect l="l" t="t" r="r" b="b"/>
            <a:pathLst>
              <a:path w="13409" h="167215">
                <a:moveTo>
                  <a:pt x="0" y="0"/>
                </a:moveTo>
                <a:lnTo>
                  <a:pt x="0" y="798"/>
                </a:lnTo>
                <a:lnTo>
                  <a:pt x="380" y="1686"/>
                </a:lnTo>
                <a:lnTo>
                  <a:pt x="380" y="2307"/>
                </a:lnTo>
                <a:lnTo>
                  <a:pt x="380" y="3195"/>
                </a:lnTo>
                <a:lnTo>
                  <a:pt x="380" y="3816"/>
                </a:lnTo>
                <a:lnTo>
                  <a:pt x="380" y="4704"/>
                </a:lnTo>
                <a:lnTo>
                  <a:pt x="761" y="5502"/>
                </a:lnTo>
                <a:lnTo>
                  <a:pt x="761" y="6212"/>
                </a:lnTo>
                <a:lnTo>
                  <a:pt x="761" y="7011"/>
                </a:lnTo>
                <a:lnTo>
                  <a:pt x="761" y="7899"/>
                </a:lnTo>
                <a:lnTo>
                  <a:pt x="761" y="8520"/>
                </a:lnTo>
                <a:lnTo>
                  <a:pt x="761" y="9408"/>
                </a:lnTo>
                <a:lnTo>
                  <a:pt x="761" y="10206"/>
                </a:lnTo>
                <a:lnTo>
                  <a:pt x="761" y="10916"/>
                </a:lnTo>
                <a:lnTo>
                  <a:pt x="761" y="11715"/>
                </a:lnTo>
                <a:lnTo>
                  <a:pt x="1158" y="12603"/>
                </a:lnTo>
                <a:lnTo>
                  <a:pt x="1158" y="13224"/>
                </a:lnTo>
                <a:lnTo>
                  <a:pt x="1158" y="14112"/>
                </a:lnTo>
                <a:lnTo>
                  <a:pt x="1158" y="14999"/>
                </a:lnTo>
                <a:lnTo>
                  <a:pt x="1158" y="15620"/>
                </a:lnTo>
                <a:lnTo>
                  <a:pt x="1539" y="16508"/>
                </a:lnTo>
                <a:lnTo>
                  <a:pt x="1539" y="17307"/>
                </a:lnTo>
                <a:lnTo>
                  <a:pt x="1539" y="18194"/>
                </a:lnTo>
                <a:lnTo>
                  <a:pt x="1539" y="18816"/>
                </a:lnTo>
                <a:lnTo>
                  <a:pt x="1539" y="19703"/>
                </a:lnTo>
                <a:lnTo>
                  <a:pt x="1920" y="20502"/>
                </a:lnTo>
                <a:lnTo>
                  <a:pt x="1920" y="21212"/>
                </a:lnTo>
                <a:lnTo>
                  <a:pt x="1920" y="22011"/>
                </a:lnTo>
                <a:lnTo>
                  <a:pt x="1920" y="22898"/>
                </a:lnTo>
                <a:lnTo>
                  <a:pt x="2300" y="23520"/>
                </a:lnTo>
                <a:lnTo>
                  <a:pt x="2300" y="24407"/>
                </a:lnTo>
                <a:lnTo>
                  <a:pt x="2300" y="25295"/>
                </a:lnTo>
                <a:lnTo>
                  <a:pt x="2300" y="25916"/>
                </a:lnTo>
                <a:lnTo>
                  <a:pt x="2300" y="26804"/>
                </a:lnTo>
                <a:lnTo>
                  <a:pt x="2681" y="27602"/>
                </a:lnTo>
                <a:lnTo>
                  <a:pt x="2681" y="28490"/>
                </a:lnTo>
                <a:lnTo>
                  <a:pt x="2681" y="29111"/>
                </a:lnTo>
                <a:lnTo>
                  <a:pt x="2681" y="30176"/>
                </a:lnTo>
                <a:lnTo>
                  <a:pt x="2681" y="30798"/>
                </a:lnTo>
                <a:lnTo>
                  <a:pt x="3062" y="31508"/>
                </a:lnTo>
                <a:lnTo>
                  <a:pt x="3062" y="32573"/>
                </a:lnTo>
                <a:lnTo>
                  <a:pt x="3062" y="33194"/>
                </a:lnTo>
                <a:lnTo>
                  <a:pt x="3062" y="34082"/>
                </a:lnTo>
                <a:lnTo>
                  <a:pt x="3062" y="34880"/>
                </a:lnTo>
                <a:lnTo>
                  <a:pt x="3062" y="35768"/>
                </a:lnTo>
                <a:lnTo>
                  <a:pt x="3062" y="36389"/>
                </a:lnTo>
                <a:lnTo>
                  <a:pt x="3062" y="37454"/>
                </a:lnTo>
                <a:lnTo>
                  <a:pt x="3062" y="38164"/>
                </a:lnTo>
                <a:lnTo>
                  <a:pt x="3443" y="38963"/>
                </a:lnTo>
                <a:lnTo>
                  <a:pt x="3443" y="39851"/>
                </a:lnTo>
                <a:lnTo>
                  <a:pt x="3443" y="40472"/>
                </a:lnTo>
                <a:lnTo>
                  <a:pt x="3443" y="41360"/>
                </a:lnTo>
                <a:lnTo>
                  <a:pt x="3443" y="42158"/>
                </a:lnTo>
                <a:lnTo>
                  <a:pt x="3840" y="43046"/>
                </a:lnTo>
                <a:lnTo>
                  <a:pt x="3840" y="43667"/>
                </a:lnTo>
                <a:lnTo>
                  <a:pt x="3840" y="44555"/>
                </a:lnTo>
                <a:lnTo>
                  <a:pt x="3840" y="45442"/>
                </a:lnTo>
                <a:lnTo>
                  <a:pt x="3840" y="46241"/>
                </a:lnTo>
                <a:lnTo>
                  <a:pt x="4221" y="46951"/>
                </a:lnTo>
                <a:lnTo>
                  <a:pt x="4221" y="48016"/>
                </a:lnTo>
                <a:lnTo>
                  <a:pt x="4221" y="48638"/>
                </a:lnTo>
                <a:lnTo>
                  <a:pt x="4221" y="49525"/>
                </a:lnTo>
                <a:lnTo>
                  <a:pt x="4221" y="50324"/>
                </a:lnTo>
                <a:lnTo>
                  <a:pt x="4601" y="51211"/>
                </a:lnTo>
                <a:lnTo>
                  <a:pt x="4601" y="52099"/>
                </a:lnTo>
                <a:lnTo>
                  <a:pt x="4601" y="52720"/>
                </a:lnTo>
                <a:lnTo>
                  <a:pt x="4601" y="53785"/>
                </a:lnTo>
                <a:lnTo>
                  <a:pt x="4982" y="54407"/>
                </a:lnTo>
                <a:lnTo>
                  <a:pt x="4982" y="55294"/>
                </a:lnTo>
                <a:lnTo>
                  <a:pt x="4982" y="56093"/>
                </a:lnTo>
                <a:lnTo>
                  <a:pt x="4982" y="56981"/>
                </a:lnTo>
                <a:lnTo>
                  <a:pt x="4982" y="57602"/>
                </a:lnTo>
                <a:lnTo>
                  <a:pt x="4982" y="58667"/>
                </a:lnTo>
                <a:lnTo>
                  <a:pt x="4982" y="59555"/>
                </a:lnTo>
                <a:lnTo>
                  <a:pt x="4982" y="60176"/>
                </a:lnTo>
                <a:lnTo>
                  <a:pt x="4982" y="61063"/>
                </a:lnTo>
                <a:lnTo>
                  <a:pt x="4982" y="61951"/>
                </a:lnTo>
                <a:lnTo>
                  <a:pt x="5363" y="62750"/>
                </a:lnTo>
                <a:lnTo>
                  <a:pt x="5363" y="63460"/>
                </a:lnTo>
                <a:lnTo>
                  <a:pt x="5363" y="64525"/>
                </a:lnTo>
                <a:lnTo>
                  <a:pt x="5363" y="65324"/>
                </a:lnTo>
                <a:lnTo>
                  <a:pt x="5363" y="66034"/>
                </a:lnTo>
                <a:lnTo>
                  <a:pt x="5744" y="66832"/>
                </a:lnTo>
                <a:lnTo>
                  <a:pt x="5744" y="67720"/>
                </a:lnTo>
                <a:lnTo>
                  <a:pt x="5744" y="68608"/>
                </a:lnTo>
                <a:lnTo>
                  <a:pt x="5744" y="69229"/>
                </a:lnTo>
                <a:lnTo>
                  <a:pt x="6141" y="70294"/>
                </a:lnTo>
                <a:lnTo>
                  <a:pt x="6141" y="71182"/>
                </a:lnTo>
                <a:lnTo>
                  <a:pt x="6141" y="71803"/>
                </a:lnTo>
                <a:lnTo>
                  <a:pt x="6141" y="72868"/>
                </a:lnTo>
                <a:lnTo>
                  <a:pt x="6141" y="73755"/>
                </a:lnTo>
                <a:lnTo>
                  <a:pt x="6522" y="74377"/>
                </a:lnTo>
                <a:lnTo>
                  <a:pt x="6522" y="75264"/>
                </a:lnTo>
                <a:lnTo>
                  <a:pt x="6522" y="76063"/>
                </a:lnTo>
                <a:lnTo>
                  <a:pt x="6522" y="76951"/>
                </a:lnTo>
                <a:lnTo>
                  <a:pt x="6522" y="77749"/>
                </a:lnTo>
                <a:lnTo>
                  <a:pt x="6902" y="78637"/>
                </a:lnTo>
                <a:lnTo>
                  <a:pt x="6902" y="79525"/>
                </a:lnTo>
                <a:lnTo>
                  <a:pt x="6902" y="80323"/>
                </a:lnTo>
                <a:lnTo>
                  <a:pt x="6902" y="81211"/>
                </a:lnTo>
                <a:lnTo>
                  <a:pt x="6902" y="82098"/>
                </a:lnTo>
                <a:lnTo>
                  <a:pt x="6902" y="82897"/>
                </a:lnTo>
                <a:lnTo>
                  <a:pt x="6902" y="83607"/>
                </a:lnTo>
                <a:lnTo>
                  <a:pt x="6902" y="84672"/>
                </a:lnTo>
                <a:lnTo>
                  <a:pt x="6902" y="85471"/>
                </a:lnTo>
                <a:lnTo>
                  <a:pt x="7283" y="86181"/>
                </a:lnTo>
                <a:lnTo>
                  <a:pt x="7283" y="86980"/>
                </a:lnTo>
                <a:lnTo>
                  <a:pt x="7283" y="88045"/>
                </a:lnTo>
                <a:lnTo>
                  <a:pt x="7283" y="88755"/>
                </a:lnTo>
                <a:lnTo>
                  <a:pt x="7283" y="89554"/>
                </a:lnTo>
                <a:lnTo>
                  <a:pt x="7664" y="90619"/>
                </a:lnTo>
                <a:lnTo>
                  <a:pt x="7664" y="91329"/>
                </a:lnTo>
                <a:lnTo>
                  <a:pt x="7664" y="92128"/>
                </a:lnTo>
                <a:lnTo>
                  <a:pt x="7664" y="93015"/>
                </a:lnTo>
                <a:lnTo>
                  <a:pt x="7664" y="93903"/>
                </a:lnTo>
                <a:lnTo>
                  <a:pt x="8045" y="94702"/>
                </a:lnTo>
                <a:lnTo>
                  <a:pt x="8045" y="95589"/>
                </a:lnTo>
                <a:lnTo>
                  <a:pt x="8045" y="96477"/>
                </a:lnTo>
                <a:lnTo>
                  <a:pt x="8045" y="97276"/>
                </a:lnTo>
                <a:lnTo>
                  <a:pt x="8045" y="98163"/>
                </a:lnTo>
                <a:lnTo>
                  <a:pt x="8426" y="99051"/>
                </a:lnTo>
                <a:lnTo>
                  <a:pt x="8426" y="99850"/>
                </a:lnTo>
                <a:lnTo>
                  <a:pt x="8426" y="100737"/>
                </a:lnTo>
                <a:lnTo>
                  <a:pt x="8426" y="101625"/>
                </a:lnTo>
                <a:lnTo>
                  <a:pt x="8822" y="102423"/>
                </a:lnTo>
                <a:lnTo>
                  <a:pt x="8822" y="103311"/>
                </a:lnTo>
                <a:lnTo>
                  <a:pt x="8822" y="104199"/>
                </a:lnTo>
                <a:lnTo>
                  <a:pt x="8822" y="104997"/>
                </a:lnTo>
                <a:lnTo>
                  <a:pt x="8822" y="105885"/>
                </a:lnTo>
                <a:lnTo>
                  <a:pt x="9203" y="106773"/>
                </a:lnTo>
                <a:lnTo>
                  <a:pt x="9203" y="107571"/>
                </a:lnTo>
                <a:lnTo>
                  <a:pt x="9203" y="108459"/>
                </a:lnTo>
                <a:lnTo>
                  <a:pt x="9203" y="109346"/>
                </a:lnTo>
                <a:lnTo>
                  <a:pt x="9203" y="110145"/>
                </a:lnTo>
                <a:lnTo>
                  <a:pt x="9203" y="111033"/>
                </a:lnTo>
                <a:lnTo>
                  <a:pt x="9203" y="111920"/>
                </a:lnTo>
                <a:lnTo>
                  <a:pt x="9203" y="112719"/>
                </a:lnTo>
                <a:lnTo>
                  <a:pt x="9203" y="113607"/>
                </a:lnTo>
                <a:lnTo>
                  <a:pt x="9203" y="114494"/>
                </a:lnTo>
                <a:lnTo>
                  <a:pt x="9584" y="115293"/>
                </a:lnTo>
                <a:lnTo>
                  <a:pt x="9584" y="116181"/>
                </a:lnTo>
                <a:lnTo>
                  <a:pt x="9584" y="117068"/>
                </a:lnTo>
                <a:lnTo>
                  <a:pt x="9584" y="117867"/>
                </a:lnTo>
                <a:lnTo>
                  <a:pt x="9965" y="118932"/>
                </a:lnTo>
                <a:lnTo>
                  <a:pt x="9965" y="119642"/>
                </a:lnTo>
                <a:lnTo>
                  <a:pt x="9965" y="120441"/>
                </a:lnTo>
                <a:lnTo>
                  <a:pt x="9965" y="121328"/>
                </a:lnTo>
                <a:lnTo>
                  <a:pt x="9965" y="122394"/>
                </a:lnTo>
                <a:lnTo>
                  <a:pt x="10346" y="123281"/>
                </a:lnTo>
                <a:lnTo>
                  <a:pt x="10346" y="123902"/>
                </a:lnTo>
                <a:lnTo>
                  <a:pt x="10346" y="124790"/>
                </a:lnTo>
                <a:lnTo>
                  <a:pt x="10346" y="125855"/>
                </a:lnTo>
                <a:lnTo>
                  <a:pt x="10346" y="126654"/>
                </a:lnTo>
                <a:lnTo>
                  <a:pt x="10727" y="127364"/>
                </a:lnTo>
                <a:lnTo>
                  <a:pt x="10727" y="128429"/>
                </a:lnTo>
                <a:lnTo>
                  <a:pt x="10727" y="129228"/>
                </a:lnTo>
                <a:lnTo>
                  <a:pt x="10727" y="130115"/>
                </a:lnTo>
                <a:lnTo>
                  <a:pt x="10727" y="131003"/>
                </a:lnTo>
                <a:lnTo>
                  <a:pt x="11108" y="131802"/>
                </a:lnTo>
                <a:lnTo>
                  <a:pt x="11108" y="132689"/>
                </a:lnTo>
                <a:lnTo>
                  <a:pt x="11108" y="133577"/>
                </a:lnTo>
                <a:lnTo>
                  <a:pt x="11108" y="134376"/>
                </a:lnTo>
                <a:lnTo>
                  <a:pt x="11108" y="135441"/>
                </a:lnTo>
                <a:lnTo>
                  <a:pt x="11108" y="136328"/>
                </a:lnTo>
                <a:lnTo>
                  <a:pt x="11108" y="136949"/>
                </a:lnTo>
                <a:lnTo>
                  <a:pt x="11108" y="137837"/>
                </a:lnTo>
                <a:lnTo>
                  <a:pt x="11108" y="138902"/>
                </a:lnTo>
                <a:lnTo>
                  <a:pt x="11504" y="139790"/>
                </a:lnTo>
                <a:lnTo>
                  <a:pt x="11504" y="140588"/>
                </a:lnTo>
                <a:lnTo>
                  <a:pt x="11504" y="141476"/>
                </a:lnTo>
                <a:lnTo>
                  <a:pt x="11504" y="142364"/>
                </a:lnTo>
                <a:lnTo>
                  <a:pt x="11504" y="143162"/>
                </a:lnTo>
                <a:lnTo>
                  <a:pt x="11885" y="144050"/>
                </a:lnTo>
                <a:lnTo>
                  <a:pt x="11885" y="144937"/>
                </a:lnTo>
                <a:lnTo>
                  <a:pt x="11885" y="146003"/>
                </a:lnTo>
                <a:lnTo>
                  <a:pt x="11885" y="146801"/>
                </a:lnTo>
                <a:lnTo>
                  <a:pt x="11885" y="147689"/>
                </a:lnTo>
                <a:lnTo>
                  <a:pt x="12266" y="148310"/>
                </a:lnTo>
                <a:lnTo>
                  <a:pt x="12266" y="149375"/>
                </a:lnTo>
                <a:lnTo>
                  <a:pt x="12266" y="150263"/>
                </a:lnTo>
                <a:lnTo>
                  <a:pt x="12266" y="151150"/>
                </a:lnTo>
                <a:lnTo>
                  <a:pt x="12647" y="151949"/>
                </a:lnTo>
                <a:lnTo>
                  <a:pt x="12647" y="153014"/>
                </a:lnTo>
                <a:lnTo>
                  <a:pt x="12647" y="153902"/>
                </a:lnTo>
                <a:lnTo>
                  <a:pt x="12647" y="154523"/>
                </a:lnTo>
                <a:lnTo>
                  <a:pt x="12647" y="155411"/>
                </a:lnTo>
                <a:lnTo>
                  <a:pt x="13028" y="156476"/>
                </a:lnTo>
                <a:lnTo>
                  <a:pt x="13028" y="157363"/>
                </a:lnTo>
                <a:lnTo>
                  <a:pt x="13028" y="158162"/>
                </a:lnTo>
                <a:lnTo>
                  <a:pt x="13028" y="159050"/>
                </a:lnTo>
                <a:lnTo>
                  <a:pt x="13028" y="160115"/>
                </a:lnTo>
                <a:lnTo>
                  <a:pt x="13409" y="161002"/>
                </a:lnTo>
                <a:lnTo>
                  <a:pt x="13409" y="161623"/>
                </a:lnTo>
                <a:lnTo>
                  <a:pt x="13409" y="162689"/>
                </a:lnTo>
                <a:lnTo>
                  <a:pt x="13409" y="163576"/>
                </a:lnTo>
                <a:lnTo>
                  <a:pt x="13409" y="164464"/>
                </a:lnTo>
                <a:lnTo>
                  <a:pt x="13409" y="165262"/>
                </a:lnTo>
                <a:lnTo>
                  <a:pt x="13409" y="166150"/>
                </a:lnTo>
                <a:lnTo>
                  <a:pt x="13409" y="167215"/>
                </a:lnTo>
              </a:path>
            </a:pathLst>
          </a:custGeom>
          <a:ln w="194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228486" y="2622411"/>
            <a:ext cx="13805" cy="181150"/>
          </a:xfrm>
          <a:custGeom>
            <a:avLst/>
            <a:gdLst/>
            <a:ahLst/>
            <a:cxnLst/>
            <a:rect l="l" t="t" r="r" b="b"/>
            <a:pathLst>
              <a:path w="13805" h="181150">
                <a:moveTo>
                  <a:pt x="0" y="0"/>
                </a:moveTo>
                <a:lnTo>
                  <a:pt x="0" y="887"/>
                </a:lnTo>
                <a:lnTo>
                  <a:pt x="380" y="1686"/>
                </a:lnTo>
                <a:lnTo>
                  <a:pt x="380" y="2573"/>
                </a:lnTo>
                <a:lnTo>
                  <a:pt x="380" y="3461"/>
                </a:lnTo>
                <a:lnTo>
                  <a:pt x="380" y="4260"/>
                </a:lnTo>
                <a:lnTo>
                  <a:pt x="380" y="5147"/>
                </a:lnTo>
                <a:lnTo>
                  <a:pt x="777" y="6035"/>
                </a:lnTo>
                <a:lnTo>
                  <a:pt x="777" y="7100"/>
                </a:lnTo>
                <a:lnTo>
                  <a:pt x="777" y="7899"/>
                </a:lnTo>
                <a:lnTo>
                  <a:pt x="777" y="8786"/>
                </a:lnTo>
                <a:lnTo>
                  <a:pt x="777" y="9674"/>
                </a:lnTo>
                <a:lnTo>
                  <a:pt x="1158" y="10739"/>
                </a:lnTo>
                <a:lnTo>
                  <a:pt x="1158" y="11538"/>
                </a:lnTo>
                <a:lnTo>
                  <a:pt x="1158" y="12425"/>
                </a:lnTo>
                <a:lnTo>
                  <a:pt x="1158" y="13313"/>
                </a:lnTo>
                <a:lnTo>
                  <a:pt x="1158" y="14112"/>
                </a:lnTo>
                <a:lnTo>
                  <a:pt x="1539" y="14999"/>
                </a:lnTo>
                <a:lnTo>
                  <a:pt x="1539" y="15887"/>
                </a:lnTo>
                <a:lnTo>
                  <a:pt x="1539" y="16686"/>
                </a:lnTo>
                <a:lnTo>
                  <a:pt x="1539" y="17751"/>
                </a:lnTo>
                <a:lnTo>
                  <a:pt x="1539" y="18638"/>
                </a:lnTo>
                <a:lnTo>
                  <a:pt x="1920" y="19526"/>
                </a:lnTo>
                <a:lnTo>
                  <a:pt x="1920" y="20325"/>
                </a:lnTo>
                <a:lnTo>
                  <a:pt x="1920" y="21478"/>
                </a:lnTo>
                <a:lnTo>
                  <a:pt x="1920" y="22277"/>
                </a:lnTo>
                <a:lnTo>
                  <a:pt x="1920" y="23165"/>
                </a:lnTo>
                <a:lnTo>
                  <a:pt x="1920" y="23964"/>
                </a:lnTo>
                <a:lnTo>
                  <a:pt x="1920" y="24851"/>
                </a:lnTo>
                <a:lnTo>
                  <a:pt x="1920" y="25916"/>
                </a:lnTo>
                <a:lnTo>
                  <a:pt x="1920" y="26804"/>
                </a:lnTo>
                <a:lnTo>
                  <a:pt x="2300" y="27691"/>
                </a:lnTo>
                <a:lnTo>
                  <a:pt x="2300" y="28490"/>
                </a:lnTo>
                <a:lnTo>
                  <a:pt x="2300" y="29555"/>
                </a:lnTo>
                <a:lnTo>
                  <a:pt x="2300" y="30443"/>
                </a:lnTo>
                <a:lnTo>
                  <a:pt x="2300" y="31064"/>
                </a:lnTo>
                <a:lnTo>
                  <a:pt x="2681" y="31952"/>
                </a:lnTo>
                <a:lnTo>
                  <a:pt x="2681" y="33017"/>
                </a:lnTo>
                <a:lnTo>
                  <a:pt x="2681" y="33904"/>
                </a:lnTo>
                <a:lnTo>
                  <a:pt x="2681" y="34703"/>
                </a:lnTo>
                <a:lnTo>
                  <a:pt x="2681" y="35591"/>
                </a:lnTo>
                <a:lnTo>
                  <a:pt x="3062" y="36656"/>
                </a:lnTo>
                <a:lnTo>
                  <a:pt x="3062" y="37543"/>
                </a:lnTo>
                <a:lnTo>
                  <a:pt x="3062" y="38342"/>
                </a:lnTo>
                <a:lnTo>
                  <a:pt x="3062" y="39229"/>
                </a:lnTo>
                <a:lnTo>
                  <a:pt x="3459" y="40295"/>
                </a:lnTo>
                <a:lnTo>
                  <a:pt x="3459" y="41182"/>
                </a:lnTo>
                <a:lnTo>
                  <a:pt x="3459" y="41981"/>
                </a:lnTo>
                <a:lnTo>
                  <a:pt x="3459" y="42868"/>
                </a:lnTo>
                <a:lnTo>
                  <a:pt x="3459" y="43756"/>
                </a:lnTo>
                <a:lnTo>
                  <a:pt x="3840" y="44821"/>
                </a:lnTo>
                <a:lnTo>
                  <a:pt x="3840" y="45709"/>
                </a:lnTo>
                <a:lnTo>
                  <a:pt x="3840" y="46507"/>
                </a:lnTo>
                <a:lnTo>
                  <a:pt x="3840" y="47395"/>
                </a:lnTo>
                <a:lnTo>
                  <a:pt x="3840" y="48460"/>
                </a:lnTo>
                <a:lnTo>
                  <a:pt x="4221" y="49348"/>
                </a:lnTo>
                <a:lnTo>
                  <a:pt x="4221" y="50146"/>
                </a:lnTo>
                <a:lnTo>
                  <a:pt x="4221" y="51034"/>
                </a:lnTo>
                <a:lnTo>
                  <a:pt x="4221" y="52099"/>
                </a:lnTo>
                <a:lnTo>
                  <a:pt x="4221" y="52987"/>
                </a:lnTo>
                <a:lnTo>
                  <a:pt x="4221" y="53785"/>
                </a:lnTo>
                <a:lnTo>
                  <a:pt x="4221" y="54673"/>
                </a:lnTo>
                <a:lnTo>
                  <a:pt x="4221" y="55561"/>
                </a:lnTo>
                <a:lnTo>
                  <a:pt x="4221" y="56626"/>
                </a:lnTo>
                <a:lnTo>
                  <a:pt x="4601" y="57424"/>
                </a:lnTo>
                <a:lnTo>
                  <a:pt x="4601" y="58312"/>
                </a:lnTo>
                <a:lnTo>
                  <a:pt x="4601" y="59200"/>
                </a:lnTo>
                <a:lnTo>
                  <a:pt x="4601" y="60265"/>
                </a:lnTo>
                <a:lnTo>
                  <a:pt x="4601" y="61063"/>
                </a:lnTo>
                <a:lnTo>
                  <a:pt x="4982" y="61951"/>
                </a:lnTo>
                <a:lnTo>
                  <a:pt x="4982" y="62838"/>
                </a:lnTo>
                <a:lnTo>
                  <a:pt x="4982" y="63904"/>
                </a:lnTo>
                <a:lnTo>
                  <a:pt x="4982" y="64791"/>
                </a:lnTo>
                <a:lnTo>
                  <a:pt x="4982" y="65590"/>
                </a:lnTo>
                <a:lnTo>
                  <a:pt x="5363" y="66477"/>
                </a:lnTo>
                <a:lnTo>
                  <a:pt x="5363" y="67365"/>
                </a:lnTo>
                <a:lnTo>
                  <a:pt x="5363" y="68430"/>
                </a:lnTo>
                <a:lnTo>
                  <a:pt x="5363" y="69229"/>
                </a:lnTo>
                <a:lnTo>
                  <a:pt x="5363" y="70116"/>
                </a:lnTo>
                <a:lnTo>
                  <a:pt x="5760" y="71004"/>
                </a:lnTo>
                <a:lnTo>
                  <a:pt x="5760" y="72069"/>
                </a:lnTo>
                <a:lnTo>
                  <a:pt x="5760" y="72868"/>
                </a:lnTo>
                <a:lnTo>
                  <a:pt x="5760" y="73755"/>
                </a:lnTo>
                <a:lnTo>
                  <a:pt x="6141" y="74643"/>
                </a:lnTo>
                <a:lnTo>
                  <a:pt x="6141" y="75708"/>
                </a:lnTo>
                <a:lnTo>
                  <a:pt x="6141" y="76507"/>
                </a:lnTo>
                <a:lnTo>
                  <a:pt x="6141" y="77394"/>
                </a:lnTo>
                <a:lnTo>
                  <a:pt x="6141" y="78282"/>
                </a:lnTo>
                <a:lnTo>
                  <a:pt x="6141" y="79347"/>
                </a:lnTo>
                <a:lnTo>
                  <a:pt x="6141" y="80146"/>
                </a:lnTo>
                <a:lnTo>
                  <a:pt x="6141" y="81033"/>
                </a:lnTo>
                <a:lnTo>
                  <a:pt x="6141" y="82098"/>
                </a:lnTo>
                <a:lnTo>
                  <a:pt x="6141" y="82986"/>
                </a:lnTo>
                <a:lnTo>
                  <a:pt x="6522" y="84051"/>
                </a:lnTo>
                <a:lnTo>
                  <a:pt x="6522" y="84939"/>
                </a:lnTo>
                <a:lnTo>
                  <a:pt x="6522" y="85737"/>
                </a:lnTo>
                <a:lnTo>
                  <a:pt x="6522" y="86625"/>
                </a:lnTo>
                <a:lnTo>
                  <a:pt x="6522" y="87513"/>
                </a:lnTo>
                <a:lnTo>
                  <a:pt x="6902" y="88578"/>
                </a:lnTo>
                <a:lnTo>
                  <a:pt x="6902" y="89376"/>
                </a:lnTo>
                <a:lnTo>
                  <a:pt x="6902" y="90264"/>
                </a:lnTo>
                <a:lnTo>
                  <a:pt x="6902" y="91152"/>
                </a:lnTo>
                <a:lnTo>
                  <a:pt x="7283" y="92217"/>
                </a:lnTo>
                <a:lnTo>
                  <a:pt x="7283" y="93015"/>
                </a:lnTo>
                <a:lnTo>
                  <a:pt x="7283" y="93903"/>
                </a:lnTo>
                <a:lnTo>
                  <a:pt x="7283" y="94791"/>
                </a:lnTo>
                <a:lnTo>
                  <a:pt x="7283" y="95856"/>
                </a:lnTo>
                <a:lnTo>
                  <a:pt x="7664" y="96654"/>
                </a:lnTo>
                <a:lnTo>
                  <a:pt x="7664" y="97542"/>
                </a:lnTo>
                <a:lnTo>
                  <a:pt x="7664" y="98429"/>
                </a:lnTo>
                <a:lnTo>
                  <a:pt x="7664" y="99228"/>
                </a:lnTo>
                <a:lnTo>
                  <a:pt x="7664" y="100382"/>
                </a:lnTo>
                <a:lnTo>
                  <a:pt x="8045" y="101181"/>
                </a:lnTo>
                <a:lnTo>
                  <a:pt x="8045" y="102068"/>
                </a:lnTo>
                <a:lnTo>
                  <a:pt x="8045" y="102956"/>
                </a:lnTo>
                <a:lnTo>
                  <a:pt x="8045" y="104021"/>
                </a:lnTo>
                <a:lnTo>
                  <a:pt x="8045" y="105086"/>
                </a:lnTo>
                <a:lnTo>
                  <a:pt x="8442" y="105885"/>
                </a:lnTo>
                <a:lnTo>
                  <a:pt x="8442" y="106773"/>
                </a:lnTo>
                <a:lnTo>
                  <a:pt x="8442" y="107660"/>
                </a:lnTo>
                <a:lnTo>
                  <a:pt x="8442" y="108725"/>
                </a:lnTo>
                <a:lnTo>
                  <a:pt x="8442" y="109524"/>
                </a:lnTo>
                <a:lnTo>
                  <a:pt x="8442" y="110411"/>
                </a:lnTo>
                <a:lnTo>
                  <a:pt x="8442" y="111299"/>
                </a:lnTo>
                <a:lnTo>
                  <a:pt x="8442" y="112364"/>
                </a:lnTo>
                <a:lnTo>
                  <a:pt x="8442" y="113252"/>
                </a:lnTo>
                <a:lnTo>
                  <a:pt x="8822" y="114050"/>
                </a:lnTo>
                <a:lnTo>
                  <a:pt x="8822" y="114938"/>
                </a:lnTo>
                <a:lnTo>
                  <a:pt x="8822" y="115737"/>
                </a:lnTo>
                <a:lnTo>
                  <a:pt x="8822" y="116891"/>
                </a:lnTo>
                <a:lnTo>
                  <a:pt x="8822" y="117689"/>
                </a:lnTo>
                <a:lnTo>
                  <a:pt x="9203" y="118577"/>
                </a:lnTo>
                <a:lnTo>
                  <a:pt x="9203" y="119465"/>
                </a:lnTo>
                <a:lnTo>
                  <a:pt x="9203" y="120530"/>
                </a:lnTo>
                <a:lnTo>
                  <a:pt x="9203" y="121595"/>
                </a:lnTo>
                <a:lnTo>
                  <a:pt x="9203" y="122394"/>
                </a:lnTo>
                <a:lnTo>
                  <a:pt x="9584" y="123281"/>
                </a:lnTo>
                <a:lnTo>
                  <a:pt x="9584" y="124169"/>
                </a:lnTo>
                <a:lnTo>
                  <a:pt x="9584" y="125234"/>
                </a:lnTo>
                <a:lnTo>
                  <a:pt x="9584" y="126032"/>
                </a:lnTo>
                <a:lnTo>
                  <a:pt x="9965" y="126920"/>
                </a:lnTo>
                <a:lnTo>
                  <a:pt x="9965" y="127808"/>
                </a:lnTo>
                <a:lnTo>
                  <a:pt x="9965" y="128873"/>
                </a:lnTo>
                <a:lnTo>
                  <a:pt x="9965" y="129760"/>
                </a:lnTo>
                <a:lnTo>
                  <a:pt x="9965" y="130559"/>
                </a:lnTo>
                <a:lnTo>
                  <a:pt x="10346" y="131447"/>
                </a:lnTo>
                <a:lnTo>
                  <a:pt x="10346" y="132334"/>
                </a:lnTo>
                <a:lnTo>
                  <a:pt x="10346" y="133399"/>
                </a:lnTo>
                <a:lnTo>
                  <a:pt x="10346" y="134198"/>
                </a:lnTo>
                <a:lnTo>
                  <a:pt x="10346" y="135263"/>
                </a:lnTo>
                <a:lnTo>
                  <a:pt x="10346" y="136151"/>
                </a:lnTo>
                <a:lnTo>
                  <a:pt x="10346" y="137038"/>
                </a:lnTo>
                <a:lnTo>
                  <a:pt x="10346" y="138103"/>
                </a:lnTo>
                <a:lnTo>
                  <a:pt x="10346" y="138902"/>
                </a:lnTo>
                <a:lnTo>
                  <a:pt x="10346" y="139790"/>
                </a:lnTo>
                <a:lnTo>
                  <a:pt x="10727" y="140677"/>
                </a:lnTo>
                <a:lnTo>
                  <a:pt x="10727" y="141742"/>
                </a:lnTo>
                <a:lnTo>
                  <a:pt x="10727" y="142541"/>
                </a:lnTo>
                <a:lnTo>
                  <a:pt x="10727" y="143429"/>
                </a:lnTo>
                <a:lnTo>
                  <a:pt x="11123" y="144316"/>
                </a:lnTo>
                <a:lnTo>
                  <a:pt x="11123" y="145381"/>
                </a:lnTo>
                <a:lnTo>
                  <a:pt x="11123" y="146269"/>
                </a:lnTo>
                <a:lnTo>
                  <a:pt x="11123" y="147068"/>
                </a:lnTo>
                <a:lnTo>
                  <a:pt x="11123" y="147955"/>
                </a:lnTo>
                <a:lnTo>
                  <a:pt x="11504" y="149020"/>
                </a:lnTo>
                <a:lnTo>
                  <a:pt x="11504" y="150085"/>
                </a:lnTo>
                <a:lnTo>
                  <a:pt x="11504" y="150973"/>
                </a:lnTo>
                <a:lnTo>
                  <a:pt x="11504" y="151772"/>
                </a:lnTo>
                <a:lnTo>
                  <a:pt x="11504" y="152659"/>
                </a:lnTo>
                <a:lnTo>
                  <a:pt x="11885" y="153547"/>
                </a:lnTo>
                <a:lnTo>
                  <a:pt x="11885" y="154612"/>
                </a:lnTo>
                <a:lnTo>
                  <a:pt x="11885" y="155411"/>
                </a:lnTo>
                <a:lnTo>
                  <a:pt x="11885" y="156298"/>
                </a:lnTo>
                <a:lnTo>
                  <a:pt x="11885" y="157186"/>
                </a:lnTo>
                <a:lnTo>
                  <a:pt x="12266" y="158251"/>
                </a:lnTo>
                <a:lnTo>
                  <a:pt x="12266" y="159138"/>
                </a:lnTo>
                <a:lnTo>
                  <a:pt x="12266" y="159937"/>
                </a:lnTo>
                <a:lnTo>
                  <a:pt x="12266" y="160825"/>
                </a:lnTo>
                <a:lnTo>
                  <a:pt x="12647" y="161890"/>
                </a:lnTo>
                <a:lnTo>
                  <a:pt x="12647" y="162955"/>
                </a:lnTo>
                <a:lnTo>
                  <a:pt x="12647" y="163842"/>
                </a:lnTo>
                <a:lnTo>
                  <a:pt x="12647" y="164641"/>
                </a:lnTo>
                <a:lnTo>
                  <a:pt x="12647" y="165529"/>
                </a:lnTo>
                <a:lnTo>
                  <a:pt x="12647" y="166594"/>
                </a:lnTo>
                <a:lnTo>
                  <a:pt x="12647" y="167481"/>
                </a:lnTo>
                <a:lnTo>
                  <a:pt x="12647" y="168280"/>
                </a:lnTo>
                <a:lnTo>
                  <a:pt x="12647" y="169168"/>
                </a:lnTo>
                <a:lnTo>
                  <a:pt x="12647" y="170233"/>
                </a:lnTo>
                <a:lnTo>
                  <a:pt x="13028" y="171120"/>
                </a:lnTo>
                <a:lnTo>
                  <a:pt x="13028" y="171919"/>
                </a:lnTo>
                <a:lnTo>
                  <a:pt x="13028" y="172807"/>
                </a:lnTo>
                <a:lnTo>
                  <a:pt x="13028" y="173694"/>
                </a:lnTo>
                <a:lnTo>
                  <a:pt x="13028" y="174759"/>
                </a:lnTo>
                <a:lnTo>
                  <a:pt x="13409" y="175824"/>
                </a:lnTo>
                <a:lnTo>
                  <a:pt x="13409" y="176712"/>
                </a:lnTo>
                <a:lnTo>
                  <a:pt x="13409" y="177511"/>
                </a:lnTo>
                <a:lnTo>
                  <a:pt x="13409" y="178398"/>
                </a:lnTo>
                <a:lnTo>
                  <a:pt x="13805" y="179463"/>
                </a:lnTo>
                <a:lnTo>
                  <a:pt x="13805" y="180351"/>
                </a:lnTo>
                <a:lnTo>
                  <a:pt x="13805" y="181150"/>
                </a:lnTo>
              </a:path>
            </a:pathLst>
          </a:custGeom>
          <a:ln w="194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242292" y="2803561"/>
            <a:ext cx="13409" cy="178842"/>
          </a:xfrm>
          <a:custGeom>
            <a:avLst/>
            <a:gdLst/>
            <a:ahLst/>
            <a:cxnLst/>
            <a:rect l="l" t="t" r="r" b="b"/>
            <a:pathLst>
              <a:path w="13409" h="178842">
                <a:moveTo>
                  <a:pt x="0" y="0"/>
                </a:moveTo>
                <a:lnTo>
                  <a:pt x="0" y="887"/>
                </a:lnTo>
                <a:lnTo>
                  <a:pt x="0" y="1952"/>
                </a:lnTo>
                <a:lnTo>
                  <a:pt x="380" y="2840"/>
                </a:lnTo>
                <a:lnTo>
                  <a:pt x="380" y="3638"/>
                </a:lnTo>
                <a:lnTo>
                  <a:pt x="380" y="4526"/>
                </a:lnTo>
                <a:lnTo>
                  <a:pt x="380" y="5591"/>
                </a:lnTo>
                <a:lnTo>
                  <a:pt x="380" y="6479"/>
                </a:lnTo>
                <a:lnTo>
                  <a:pt x="761" y="7277"/>
                </a:lnTo>
                <a:lnTo>
                  <a:pt x="761" y="8165"/>
                </a:lnTo>
                <a:lnTo>
                  <a:pt x="761" y="9230"/>
                </a:lnTo>
                <a:lnTo>
                  <a:pt x="761" y="10295"/>
                </a:lnTo>
                <a:lnTo>
                  <a:pt x="761" y="11183"/>
                </a:lnTo>
                <a:lnTo>
                  <a:pt x="761" y="12070"/>
                </a:lnTo>
                <a:lnTo>
                  <a:pt x="761" y="12869"/>
                </a:lnTo>
                <a:lnTo>
                  <a:pt x="761" y="13757"/>
                </a:lnTo>
                <a:lnTo>
                  <a:pt x="761" y="14822"/>
                </a:lnTo>
                <a:lnTo>
                  <a:pt x="1142" y="15709"/>
                </a:lnTo>
                <a:lnTo>
                  <a:pt x="1142" y="16508"/>
                </a:lnTo>
                <a:lnTo>
                  <a:pt x="1142" y="17396"/>
                </a:lnTo>
                <a:lnTo>
                  <a:pt x="1142" y="18461"/>
                </a:lnTo>
                <a:lnTo>
                  <a:pt x="1142" y="19348"/>
                </a:lnTo>
                <a:lnTo>
                  <a:pt x="1523" y="20147"/>
                </a:lnTo>
                <a:lnTo>
                  <a:pt x="1523" y="21035"/>
                </a:lnTo>
                <a:lnTo>
                  <a:pt x="1523" y="22100"/>
                </a:lnTo>
                <a:lnTo>
                  <a:pt x="1523" y="22987"/>
                </a:lnTo>
                <a:lnTo>
                  <a:pt x="1523" y="23875"/>
                </a:lnTo>
                <a:lnTo>
                  <a:pt x="1904" y="24674"/>
                </a:lnTo>
                <a:lnTo>
                  <a:pt x="1904" y="25561"/>
                </a:lnTo>
                <a:lnTo>
                  <a:pt x="1904" y="26804"/>
                </a:lnTo>
                <a:lnTo>
                  <a:pt x="1904" y="27691"/>
                </a:lnTo>
                <a:lnTo>
                  <a:pt x="1904" y="28579"/>
                </a:lnTo>
                <a:lnTo>
                  <a:pt x="2300" y="29378"/>
                </a:lnTo>
                <a:lnTo>
                  <a:pt x="2300" y="30265"/>
                </a:lnTo>
                <a:lnTo>
                  <a:pt x="2300" y="31330"/>
                </a:lnTo>
                <a:lnTo>
                  <a:pt x="2300" y="32218"/>
                </a:lnTo>
                <a:lnTo>
                  <a:pt x="2681" y="33017"/>
                </a:lnTo>
                <a:lnTo>
                  <a:pt x="2681" y="33904"/>
                </a:lnTo>
                <a:lnTo>
                  <a:pt x="2681" y="34969"/>
                </a:lnTo>
                <a:lnTo>
                  <a:pt x="2681" y="35857"/>
                </a:lnTo>
                <a:lnTo>
                  <a:pt x="2681" y="36656"/>
                </a:lnTo>
                <a:lnTo>
                  <a:pt x="2681" y="37543"/>
                </a:lnTo>
                <a:lnTo>
                  <a:pt x="2681" y="38608"/>
                </a:lnTo>
                <a:lnTo>
                  <a:pt x="2681" y="39496"/>
                </a:lnTo>
                <a:lnTo>
                  <a:pt x="2681" y="40383"/>
                </a:lnTo>
                <a:lnTo>
                  <a:pt x="2681" y="41182"/>
                </a:lnTo>
                <a:lnTo>
                  <a:pt x="3062" y="42070"/>
                </a:lnTo>
                <a:lnTo>
                  <a:pt x="3062" y="43135"/>
                </a:lnTo>
                <a:lnTo>
                  <a:pt x="3062" y="44022"/>
                </a:lnTo>
                <a:lnTo>
                  <a:pt x="3062" y="44821"/>
                </a:lnTo>
                <a:lnTo>
                  <a:pt x="3062" y="45709"/>
                </a:lnTo>
                <a:lnTo>
                  <a:pt x="3443" y="46774"/>
                </a:lnTo>
                <a:lnTo>
                  <a:pt x="3443" y="47661"/>
                </a:lnTo>
                <a:lnTo>
                  <a:pt x="3443" y="48460"/>
                </a:lnTo>
                <a:lnTo>
                  <a:pt x="3443" y="49348"/>
                </a:lnTo>
                <a:lnTo>
                  <a:pt x="3824" y="50413"/>
                </a:lnTo>
                <a:lnTo>
                  <a:pt x="3824" y="51478"/>
                </a:lnTo>
                <a:lnTo>
                  <a:pt x="3824" y="52365"/>
                </a:lnTo>
                <a:lnTo>
                  <a:pt x="3824" y="53164"/>
                </a:lnTo>
                <a:lnTo>
                  <a:pt x="3824" y="54052"/>
                </a:lnTo>
                <a:lnTo>
                  <a:pt x="4205" y="55117"/>
                </a:lnTo>
                <a:lnTo>
                  <a:pt x="4205" y="56004"/>
                </a:lnTo>
                <a:lnTo>
                  <a:pt x="4205" y="56892"/>
                </a:lnTo>
                <a:lnTo>
                  <a:pt x="4205" y="57691"/>
                </a:lnTo>
                <a:lnTo>
                  <a:pt x="4205" y="58578"/>
                </a:lnTo>
                <a:lnTo>
                  <a:pt x="4586" y="59643"/>
                </a:lnTo>
                <a:lnTo>
                  <a:pt x="4586" y="60531"/>
                </a:lnTo>
                <a:lnTo>
                  <a:pt x="4586" y="61330"/>
                </a:lnTo>
                <a:lnTo>
                  <a:pt x="4586" y="62217"/>
                </a:lnTo>
                <a:lnTo>
                  <a:pt x="4586" y="63282"/>
                </a:lnTo>
                <a:lnTo>
                  <a:pt x="4982" y="64170"/>
                </a:lnTo>
                <a:lnTo>
                  <a:pt x="4982" y="64969"/>
                </a:lnTo>
                <a:lnTo>
                  <a:pt x="4982" y="65856"/>
                </a:lnTo>
                <a:lnTo>
                  <a:pt x="4982" y="66921"/>
                </a:lnTo>
                <a:lnTo>
                  <a:pt x="4982" y="67809"/>
                </a:lnTo>
                <a:lnTo>
                  <a:pt x="4982" y="68608"/>
                </a:lnTo>
                <a:lnTo>
                  <a:pt x="4982" y="69495"/>
                </a:lnTo>
                <a:lnTo>
                  <a:pt x="4982" y="70560"/>
                </a:lnTo>
                <a:lnTo>
                  <a:pt x="4982" y="71448"/>
                </a:lnTo>
                <a:lnTo>
                  <a:pt x="5363" y="72335"/>
                </a:lnTo>
                <a:lnTo>
                  <a:pt x="5363" y="73134"/>
                </a:lnTo>
                <a:lnTo>
                  <a:pt x="5363" y="74022"/>
                </a:lnTo>
                <a:lnTo>
                  <a:pt x="5363" y="75087"/>
                </a:lnTo>
                <a:lnTo>
                  <a:pt x="5363" y="75974"/>
                </a:lnTo>
                <a:lnTo>
                  <a:pt x="5744" y="76773"/>
                </a:lnTo>
                <a:lnTo>
                  <a:pt x="5744" y="77661"/>
                </a:lnTo>
                <a:lnTo>
                  <a:pt x="5744" y="78726"/>
                </a:lnTo>
                <a:lnTo>
                  <a:pt x="5744" y="79613"/>
                </a:lnTo>
                <a:lnTo>
                  <a:pt x="5744" y="80412"/>
                </a:lnTo>
                <a:lnTo>
                  <a:pt x="6125" y="81300"/>
                </a:lnTo>
                <a:lnTo>
                  <a:pt x="6125" y="82365"/>
                </a:lnTo>
                <a:lnTo>
                  <a:pt x="6125" y="83252"/>
                </a:lnTo>
                <a:lnTo>
                  <a:pt x="6125" y="84051"/>
                </a:lnTo>
                <a:lnTo>
                  <a:pt x="6506" y="84939"/>
                </a:lnTo>
                <a:lnTo>
                  <a:pt x="6506" y="85826"/>
                </a:lnTo>
                <a:lnTo>
                  <a:pt x="6506" y="86891"/>
                </a:lnTo>
                <a:lnTo>
                  <a:pt x="6506" y="87690"/>
                </a:lnTo>
                <a:lnTo>
                  <a:pt x="6506" y="88578"/>
                </a:lnTo>
                <a:lnTo>
                  <a:pt x="6886" y="89465"/>
                </a:lnTo>
                <a:lnTo>
                  <a:pt x="6886" y="90530"/>
                </a:lnTo>
                <a:lnTo>
                  <a:pt x="6886" y="91418"/>
                </a:lnTo>
                <a:lnTo>
                  <a:pt x="6886" y="92217"/>
                </a:lnTo>
                <a:lnTo>
                  <a:pt x="6886" y="92838"/>
                </a:lnTo>
                <a:lnTo>
                  <a:pt x="6886" y="93992"/>
                </a:lnTo>
                <a:lnTo>
                  <a:pt x="6886" y="94791"/>
                </a:lnTo>
                <a:lnTo>
                  <a:pt x="6886" y="95678"/>
                </a:lnTo>
                <a:lnTo>
                  <a:pt x="6886" y="96477"/>
                </a:lnTo>
                <a:lnTo>
                  <a:pt x="6886" y="97631"/>
                </a:lnTo>
                <a:lnTo>
                  <a:pt x="7267" y="98429"/>
                </a:lnTo>
                <a:lnTo>
                  <a:pt x="7267" y="99317"/>
                </a:lnTo>
                <a:lnTo>
                  <a:pt x="7267" y="100205"/>
                </a:lnTo>
                <a:lnTo>
                  <a:pt x="7267" y="101270"/>
                </a:lnTo>
                <a:lnTo>
                  <a:pt x="7664" y="102068"/>
                </a:lnTo>
                <a:lnTo>
                  <a:pt x="7664" y="102956"/>
                </a:lnTo>
                <a:lnTo>
                  <a:pt x="7664" y="103844"/>
                </a:lnTo>
                <a:lnTo>
                  <a:pt x="7664" y="104642"/>
                </a:lnTo>
                <a:lnTo>
                  <a:pt x="7664" y="105707"/>
                </a:lnTo>
                <a:lnTo>
                  <a:pt x="8045" y="106595"/>
                </a:lnTo>
                <a:lnTo>
                  <a:pt x="8045" y="107483"/>
                </a:lnTo>
                <a:lnTo>
                  <a:pt x="8045" y="108281"/>
                </a:lnTo>
                <a:lnTo>
                  <a:pt x="8045" y="109346"/>
                </a:lnTo>
                <a:lnTo>
                  <a:pt x="8045" y="110234"/>
                </a:lnTo>
                <a:lnTo>
                  <a:pt x="8426" y="111122"/>
                </a:lnTo>
                <a:lnTo>
                  <a:pt x="8426" y="111743"/>
                </a:lnTo>
                <a:lnTo>
                  <a:pt x="8426" y="112808"/>
                </a:lnTo>
                <a:lnTo>
                  <a:pt x="8426" y="113695"/>
                </a:lnTo>
                <a:lnTo>
                  <a:pt x="8426" y="114494"/>
                </a:lnTo>
                <a:lnTo>
                  <a:pt x="8807" y="115382"/>
                </a:lnTo>
                <a:lnTo>
                  <a:pt x="8807" y="116447"/>
                </a:lnTo>
                <a:lnTo>
                  <a:pt x="8807" y="117334"/>
                </a:lnTo>
                <a:lnTo>
                  <a:pt x="8807" y="118222"/>
                </a:lnTo>
                <a:lnTo>
                  <a:pt x="9187" y="119021"/>
                </a:lnTo>
                <a:lnTo>
                  <a:pt x="9187" y="120086"/>
                </a:lnTo>
                <a:lnTo>
                  <a:pt x="9187" y="120973"/>
                </a:lnTo>
                <a:lnTo>
                  <a:pt x="9187" y="121861"/>
                </a:lnTo>
                <a:lnTo>
                  <a:pt x="9187" y="122660"/>
                </a:lnTo>
                <a:lnTo>
                  <a:pt x="9187" y="123547"/>
                </a:lnTo>
                <a:lnTo>
                  <a:pt x="9187" y="124435"/>
                </a:lnTo>
                <a:lnTo>
                  <a:pt x="9187" y="125234"/>
                </a:lnTo>
                <a:lnTo>
                  <a:pt x="9187" y="126121"/>
                </a:lnTo>
                <a:lnTo>
                  <a:pt x="9187" y="127186"/>
                </a:lnTo>
                <a:lnTo>
                  <a:pt x="9568" y="128074"/>
                </a:lnTo>
                <a:lnTo>
                  <a:pt x="9568" y="128873"/>
                </a:lnTo>
                <a:lnTo>
                  <a:pt x="9568" y="129760"/>
                </a:lnTo>
                <a:lnTo>
                  <a:pt x="9568" y="130648"/>
                </a:lnTo>
                <a:lnTo>
                  <a:pt x="9568" y="131713"/>
                </a:lnTo>
                <a:lnTo>
                  <a:pt x="9949" y="132512"/>
                </a:lnTo>
                <a:lnTo>
                  <a:pt x="9949" y="133222"/>
                </a:lnTo>
                <a:lnTo>
                  <a:pt x="9949" y="134287"/>
                </a:lnTo>
                <a:lnTo>
                  <a:pt x="9949" y="135086"/>
                </a:lnTo>
                <a:lnTo>
                  <a:pt x="10346" y="135973"/>
                </a:lnTo>
                <a:lnTo>
                  <a:pt x="10346" y="136861"/>
                </a:lnTo>
                <a:lnTo>
                  <a:pt x="10346" y="137659"/>
                </a:lnTo>
                <a:lnTo>
                  <a:pt x="10346" y="138725"/>
                </a:lnTo>
                <a:lnTo>
                  <a:pt x="10346" y="139612"/>
                </a:lnTo>
                <a:lnTo>
                  <a:pt x="10727" y="140233"/>
                </a:lnTo>
                <a:lnTo>
                  <a:pt x="10727" y="141298"/>
                </a:lnTo>
                <a:lnTo>
                  <a:pt x="10727" y="142186"/>
                </a:lnTo>
                <a:lnTo>
                  <a:pt x="10727" y="143074"/>
                </a:lnTo>
                <a:lnTo>
                  <a:pt x="10727" y="143872"/>
                </a:lnTo>
                <a:lnTo>
                  <a:pt x="11108" y="144760"/>
                </a:lnTo>
                <a:lnTo>
                  <a:pt x="11108" y="145825"/>
                </a:lnTo>
                <a:lnTo>
                  <a:pt x="11108" y="146713"/>
                </a:lnTo>
                <a:lnTo>
                  <a:pt x="11108" y="147334"/>
                </a:lnTo>
                <a:lnTo>
                  <a:pt x="11108" y="148221"/>
                </a:lnTo>
                <a:lnTo>
                  <a:pt x="11108" y="149020"/>
                </a:lnTo>
                <a:lnTo>
                  <a:pt x="11108" y="149908"/>
                </a:lnTo>
                <a:lnTo>
                  <a:pt x="11108" y="150795"/>
                </a:lnTo>
                <a:lnTo>
                  <a:pt x="11108" y="151860"/>
                </a:lnTo>
                <a:lnTo>
                  <a:pt x="11488" y="152659"/>
                </a:lnTo>
                <a:lnTo>
                  <a:pt x="11488" y="153369"/>
                </a:lnTo>
                <a:lnTo>
                  <a:pt x="11488" y="154434"/>
                </a:lnTo>
                <a:lnTo>
                  <a:pt x="11488" y="155233"/>
                </a:lnTo>
                <a:lnTo>
                  <a:pt x="11488" y="156121"/>
                </a:lnTo>
                <a:lnTo>
                  <a:pt x="11869" y="157008"/>
                </a:lnTo>
                <a:lnTo>
                  <a:pt x="11869" y="157807"/>
                </a:lnTo>
                <a:lnTo>
                  <a:pt x="11869" y="158695"/>
                </a:lnTo>
                <a:lnTo>
                  <a:pt x="11869" y="159582"/>
                </a:lnTo>
                <a:lnTo>
                  <a:pt x="11869" y="160381"/>
                </a:lnTo>
                <a:lnTo>
                  <a:pt x="12250" y="161535"/>
                </a:lnTo>
                <a:lnTo>
                  <a:pt x="12250" y="162334"/>
                </a:lnTo>
                <a:lnTo>
                  <a:pt x="12250" y="162955"/>
                </a:lnTo>
                <a:lnTo>
                  <a:pt x="12250" y="163842"/>
                </a:lnTo>
                <a:lnTo>
                  <a:pt x="12250" y="164907"/>
                </a:lnTo>
                <a:lnTo>
                  <a:pt x="12631" y="165795"/>
                </a:lnTo>
                <a:lnTo>
                  <a:pt x="12631" y="166594"/>
                </a:lnTo>
                <a:lnTo>
                  <a:pt x="12631" y="167481"/>
                </a:lnTo>
                <a:lnTo>
                  <a:pt x="12631" y="168369"/>
                </a:lnTo>
                <a:lnTo>
                  <a:pt x="13028" y="169168"/>
                </a:lnTo>
                <a:lnTo>
                  <a:pt x="13028" y="170055"/>
                </a:lnTo>
                <a:lnTo>
                  <a:pt x="13028" y="170943"/>
                </a:lnTo>
                <a:lnTo>
                  <a:pt x="13028" y="172008"/>
                </a:lnTo>
                <a:lnTo>
                  <a:pt x="13028" y="172629"/>
                </a:lnTo>
                <a:lnTo>
                  <a:pt x="13409" y="173517"/>
                </a:lnTo>
                <a:lnTo>
                  <a:pt x="13409" y="174316"/>
                </a:lnTo>
                <a:lnTo>
                  <a:pt x="13409" y="175469"/>
                </a:lnTo>
                <a:lnTo>
                  <a:pt x="13409" y="176091"/>
                </a:lnTo>
                <a:lnTo>
                  <a:pt x="13409" y="176889"/>
                </a:lnTo>
                <a:lnTo>
                  <a:pt x="13409" y="178043"/>
                </a:lnTo>
                <a:lnTo>
                  <a:pt x="13409" y="178842"/>
                </a:lnTo>
              </a:path>
            </a:pathLst>
          </a:custGeom>
          <a:ln w="194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255701" y="2982404"/>
            <a:ext cx="13789" cy="160825"/>
          </a:xfrm>
          <a:custGeom>
            <a:avLst/>
            <a:gdLst/>
            <a:ahLst/>
            <a:cxnLst/>
            <a:rect l="l" t="t" r="r" b="b"/>
            <a:pathLst>
              <a:path w="13789" h="160825">
                <a:moveTo>
                  <a:pt x="0" y="0"/>
                </a:moveTo>
                <a:lnTo>
                  <a:pt x="0" y="887"/>
                </a:lnTo>
                <a:lnTo>
                  <a:pt x="0" y="1508"/>
                </a:lnTo>
                <a:lnTo>
                  <a:pt x="0" y="2573"/>
                </a:lnTo>
                <a:lnTo>
                  <a:pt x="380" y="3461"/>
                </a:lnTo>
                <a:lnTo>
                  <a:pt x="380" y="4349"/>
                </a:lnTo>
                <a:lnTo>
                  <a:pt x="380" y="4970"/>
                </a:lnTo>
                <a:lnTo>
                  <a:pt x="380" y="6035"/>
                </a:lnTo>
                <a:lnTo>
                  <a:pt x="761" y="6922"/>
                </a:lnTo>
                <a:lnTo>
                  <a:pt x="761" y="7721"/>
                </a:lnTo>
                <a:lnTo>
                  <a:pt x="761" y="8609"/>
                </a:lnTo>
                <a:lnTo>
                  <a:pt x="761" y="9408"/>
                </a:lnTo>
                <a:lnTo>
                  <a:pt x="761" y="10295"/>
                </a:lnTo>
                <a:lnTo>
                  <a:pt x="1142" y="11183"/>
                </a:lnTo>
                <a:lnTo>
                  <a:pt x="1142" y="11982"/>
                </a:lnTo>
                <a:lnTo>
                  <a:pt x="1142" y="12869"/>
                </a:lnTo>
                <a:lnTo>
                  <a:pt x="1142" y="13757"/>
                </a:lnTo>
                <a:lnTo>
                  <a:pt x="1142" y="14555"/>
                </a:lnTo>
                <a:lnTo>
                  <a:pt x="1523" y="15443"/>
                </a:lnTo>
                <a:lnTo>
                  <a:pt x="1523" y="16331"/>
                </a:lnTo>
                <a:lnTo>
                  <a:pt x="1523" y="17129"/>
                </a:lnTo>
                <a:lnTo>
                  <a:pt x="1523" y="18017"/>
                </a:lnTo>
                <a:lnTo>
                  <a:pt x="1523" y="18904"/>
                </a:lnTo>
                <a:lnTo>
                  <a:pt x="1920" y="19703"/>
                </a:lnTo>
                <a:lnTo>
                  <a:pt x="1920" y="20591"/>
                </a:lnTo>
                <a:lnTo>
                  <a:pt x="1920" y="21478"/>
                </a:lnTo>
                <a:lnTo>
                  <a:pt x="1920" y="22277"/>
                </a:lnTo>
                <a:lnTo>
                  <a:pt x="1920" y="23165"/>
                </a:lnTo>
                <a:lnTo>
                  <a:pt x="1920" y="23786"/>
                </a:lnTo>
                <a:lnTo>
                  <a:pt x="1920" y="24851"/>
                </a:lnTo>
                <a:lnTo>
                  <a:pt x="1920" y="25739"/>
                </a:lnTo>
                <a:lnTo>
                  <a:pt x="1920" y="26626"/>
                </a:lnTo>
                <a:lnTo>
                  <a:pt x="2300" y="27425"/>
                </a:lnTo>
                <a:lnTo>
                  <a:pt x="2300" y="28313"/>
                </a:lnTo>
                <a:lnTo>
                  <a:pt x="2300" y="29200"/>
                </a:lnTo>
                <a:lnTo>
                  <a:pt x="2300" y="29821"/>
                </a:lnTo>
                <a:lnTo>
                  <a:pt x="2300" y="30886"/>
                </a:lnTo>
                <a:lnTo>
                  <a:pt x="2681" y="31774"/>
                </a:lnTo>
                <a:lnTo>
                  <a:pt x="2681" y="32395"/>
                </a:lnTo>
                <a:lnTo>
                  <a:pt x="2681" y="33283"/>
                </a:lnTo>
                <a:lnTo>
                  <a:pt x="2681" y="34348"/>
                </a:lnTo>
                <a:lnTo>
                  <a:pt x="2681" y="34969"/>
                </a:lnTo>
                <a:lnTo>
                  <a:pt x="3062" y="35857"/>
                </a:lnTo>
                <a:lnTo>
                  <a:pt x="3062" y="36922"/>
                </a:lnTo>
                <a:lnTo>
                  <a:pt x="3062" y="37543"/>
                </a:lnTo>
                <a:lnTo>
                  <a:pt x="3062" y="38431"/>
                </a:lnTo>
                <a:lnTo>
                  <a:pt x="3062" y="39229"/>
                </a:lnTo>
                <a:lnTo>
                  <a:pt x="3443" y="40117"/>
                </a:lnTo>
                <a:lnTo>
                  <a:pt x="3443" y="41005"/>
                </a:lnTo>
                <a:lnTo>
                  <a:pt x="3443" y="41626"/>
                </a:lnTo>
                <a:lnTo>
                  <a:pt x="3443" y="42691"/>
                </a:lnTo>
                <a:lnTo>
                  <a:pt x="3824" y="43579"/>
                </a:lnTo>
                <a:lnTo>
                  <a:pt x="3824" y="44200"/>
                </a:lnTo>
                <a:lnTo>
                  <a:pt x="3824" y="45087"/>
                </a:lnTo>
                <a:lnTo>
                  <a:pt x="3824" y="46152"/>
                </a:lnTo>
                <a:lnTo>
                  <a:pt x="3824" y="46774"/>
                </a:lnTo>
                <a:lnTo>
                  <a:pt x="4205" y="47661"/>
                </a:lnTo>
                <a:lnTo>
                  <a:pt x="4205" y="48460"/>
                </a:lnTo>
                <a:lnTo>
                  <a:pt x="4205" y="49348"/>
                </a:lnTo>
                <a:lnTo>
                  <a:pt x="4205" y="50235"/>
                </a:lnTo>
                <a:lnTo>
                  <a:pt x="4205" y="51034"/>
                </a:lnTo>
                <a:lnTo>
                  <a:pt x="4205" y="51922"/>
                </a:lnTo>
                <a:lnTo>
                  <a:pt x="4205" y="52543"/>
                </a:lnTo>
                <a:lnTo>
                  <a:pt x="4205" y="53430"/>
                </a:lnTo>
                <a:lnTo>
                  <a:pt x="4205" y="54495"/>
                </a:lnTo>
                <a:lnTo>
                  <a:pt x="4205" y="55117"/>
                </a:lnTo>
                <a:lnTo>
                  <a:pt x="4601" y="56004"/>
                </a:lnTo>
                <a:lnTo>
                  <a:pt x="4601" y="56803"/>
                </a:lnTo>
                <a:lnTo>
                  <a:pt x="4601" y="57691"/>
                </a:lnTo>
                <a:lnTo>
                  <a:pt x="4601" y="58578"/>
                </a:lnTo>
                <a:lnTo>
                  <a:pt x="4982" y="59377"/>
                </a:lnTo>
                <a:lnTo>
                  <a:pt x="4982" y="60265"/>
                </a:lnTo>
                <a:lnTo>
                  <a:pt x="4982" y="60886"/>
                </a:lnTo>
                <a:lnTo>
                  <a:pt x="4982" y="61773"/>
                </a:lnTo>
                <a:lnTo>
                  <a:pt x="4982" y="62661"/>
                </a:lnTo>
                <a:lnTo>
                  <a:pt x="5363" y="63460"/>
                </a:lnTo>
                <a:lnTo>
                  <a:pt x="5363" y="64347"/>
                </a:lnTo>
                <a:lnTo>
                  <a:pt x="5363" y="65235"/>
                </a:lnTo>
                <a:lnTo>
                  <a:pt x="5363" y="66034"/>
                </a:lnTo>
                <a:lnTo>
                  <a:pt x="5363" y="66744"/>
                </a:lnTo>
                <a:lnTo>
                  <a:pt x="5744" y="67543"/>
                </a:lnTo>
                <a:lnTo>
                  <a:pt x="5744" y="68430"/>
                </a:lnTo>
                <a:lnTo>
                  <a:pt x="5744" y="69318"/>
                </a:lnTo>
                <a:lnTo>
                  <a:pt x="5744" y="69939"/>
                </a:lnTo>
                <a:lnTo>
                  <a:pt x="5744" y="71004"/>
                </a:lnTo>
                <a:lnTo>
                  <a:pt x="6125" y="71625"/>
                </a:lnTo>
                <a:lnTo>
                  <a:pt x="6125" y="72513"/>
                </a:lnTo>
                <a:lnTo>
                  <a:pt x="6125" y="73312"/>
                </a:lnTo>
                <a:lnTo>
                  <a:pt x="6125" y="74199"/>
                </a:lnTo>
                <a:lnTo>
                  <a:pt x="6125" y="74820"/>
                </a:lnTo>
                <a:lnTo>
                  <a:pt x="6125" y="75886"/>
                </a:lnTo>
                <a:lnTo>
                  <a:pt x="6125" y="76596"/>
                </a:lnTo>
                <a:lnTo>
                  <a:pt x="6125" y="77394"/>
                </a:lnTo>
                <a:lnTo>
                  <a:pt x="6125" y="78282"/>
                </a:lnTo>
                <a:lnTo>
                  <a:pt x="6506" y="79170"/>
                </a:lnTo>
                <a:lnTo>
                  <a:pt x="6506" y="79791"/>
                </a:lnTo>
                <a:lnTo>
                  <a:pt x="6506" y="80678"/>
                </a:lnTo>
                <a:lnTo>
                  <a:pt x="6506" y="81477"/>
                </a:lnTo>
                <a:lnTo>
                  <a:pt x="6506" y="82365"/>
                </a:lnTo>
                <a:lnTo>
                  <a:pt x="6886" y="82986"/>
                </a:lnTo>
                <a:lnTo>
                  <a:pt x="6886" y="84051"/>
                </a:lnTo>
                <a:lnTo>
                  <a:pt x="6886" y="84672"/>
                </a:lnTo>
                <a:lnTo>
                  <a:pt x="6886" y="85560"/>
                </a:lnTo>
                <a:lnTo>
                  <a:pt x="6886" y="86447"/>
                </a:lnTo>
                <a:lnTo>
                  <a:pt x="7283" y="87246"/>
                </a:lnTo>
                <a:lnTo>
                  <a:pt x="7283" y="87956"/>
                </a:lnTo>
                <a:lnTo>
                  <a:pt x="7283" y="88755"/>
                </a:lnTo>
                <a:lnTo>
                  <a:pt x="7283" y="89643"/>
                </a:lnTo>
                <a:lnTo>
                  <a:pt x="7664" y="90264"/>
                </a:lnTo>
                <a:lnTo>
                  <a:pt x="7664" y="91152"/>
                </a:lnTo>
                <a:lnTo>
                  <a:pt x="7664" y="92039"/>
                </a:lnTo>
                <a:lnTo>
                  <a:pt x="7664" y="92838"/>
                </a:lnTo>
                <a:lnTo>
                  <a:pt x="7664" y="93548"/>
                </a:lnTo>
                <a:lnTo>
                  <a:pt x="8045" y="94613"/>
                </a:lnTo>
                <a:lnTo>
                  <a:pt x="8045" y="95234"/>
                </a:lnTo>
                <a:lnTo>
                  <a:pt x="8045" y="95856"/>
                </a:lnTo>
                <a:lnTo>
                  <a:pt x="8045" y="96921"/>
                </a:lnTo>
                <a:lnTo>
                  <a:pt x="8045" y="97542"/>
                </a:lnTo>
                <a:lnTo>
                  <a:pt x="8045" y="98429"/>
                </a:lnTo>
                <a:lnTo>
                  <a:pt x="8045" y="99317"/>
                </a:lnTo>
                <a:lnTo>
                  <a:pt x="8045" y="100116"/>
                </a:lnTo>
                <a:lnTo>
                  <a:pt x="8045" y="100826"/>
                </a:lnTo>
                <a:lnTo>
                  <a:pt x="8045" y="101625"/>
                </a:lnTo>
                <a:lnTo>
                  <a:pt x="8426" y="102512"/>
                </a:lnTo>
                <a:lnTo>
                  <a:pt x="8426" y="103134"/>
                </a:lnTo>
                <a:lnTo>
                  <a:pt x="8426" y="104021"/>
                </a:lnTo>
                <a:lnTo>
                  <a:pt x="8426" y="104909"/>
                </a:lnTo>
                <a:lnTo>
                  <a:pt x="8807" y="105530"/>
                </a:lnTo>
                <a:lnTo>
                  <a:pt x="8807" y="106595"/>
                </a:lnTo>
                <a:lnTo>
                  <a:pt x="8807" y="107216"/>
                </a:lnTo>
                <a:lnTo>
                  <a:pt x="8807" y="107838"/>
                </a:lnTo>
                <a:lnTo>
                  <a:pt x="8807" y="108903"/>
                </a:lnTo>
                <a:lnTo>
                  <a:pt x="9187" y="109613"/>
                </a:lnTo>
                <a:lnTo>
                  <a:pt x="9187" y="110234"/>
                </a:lnTo>
                <a:lnTo>
                  <a:pt x="9187" y="111299"/>
                </a:lnTo>
                <a:lnTo>
                  <a:pt x="9187" y="111920"/>
                </a:lnTo>
                <a:lnTo>
                  <a:pt x="9187" y="112630"/>
                </a:lnTo>
                <a:lnTo>
                  <a:pt x="9568" y="113695"/>
                </a:lnTo>
                <a:lnTo>
                  <a:pt x="9568" y="114317"/>
                </a:lnTo>
                <a:lnTo>
                  <a:pt x="9568" y="114938"/>
                </a:lnTo>
                <a:lnTo>
                  <a:pt x="9568" y="116003"/>
                </a:lnTo>
                <a:lnTo>
                  <a:pt x="9568" y="116624"/>
                </a:lnTo>
                <a:lnTo>
                  <a:pt x="9965" y="117334"/>
                </a:lnTo>
                <a:lnTo>
                  <a:pt x="9965" y="118400"/>
                </a:lnTo>
                <a:lnTo>
                  <a:pt x="9965" y="119021"/>
                </a:lnTo>
                <a:lnTo>
                  <a:pt x="9965" y="119642"/>
                </a:lnTo>
                <a:lnTo>
                  <a:pt x="10346" y="120707"/>
                </a:lnTo>
                <a:lnTo>
                  <a:pt x="10346" y="121417"/>
                </a:lnTo>
                <a:lnTo>
                  <a:pt x="10346" y="122038"/>
                </a:lnTo>
                <a:lnTo>
                  <a:pt x="10346" y="123104"/>
                </a:lnTo>
                <a:lnTo>
                  <a:pt x="10346" y="123725"/>
                </a:lnTo>
                <a:lnTo>
                  <a:pt x="10346" y="124346"/>
                </a:lnTo>
                <a:lnTo>
                  <a:pt x="10346" y="125234"/>
                </a:lnTo>
                <a:lnTo>
                  <a:pt x="10346" y="126121"/>
                </a:lnTo>
                <a:lnTo>
                  <a:pt x="10346" y="126743"/>
                </a:lnTo>
                <a:lnTo>
                  <a:pt x="10346" y="127630"/>
                </a:lnTo>
                <a:lnTo>
                  <a:pt x="10727" y="128251"/>
                </a:lnTo>
                <a:lnTo>
                  <a:pt x="10727" y="129139"/>
                </a:lnTo>
                <a:lnTo>
                  <a:pt x="10727" y="129938"/>
                </a:lnTo>
                <a:lnTo>
                  <a:pt x="10727" y="130559"/>
                </a:lnTo>
                <a:lnTo>
                  <a:pt x="10727" y="131269"/>
                </a:lnTo>
                <a:lnTo>
                  <a:pt x="11108" y="132334"/>
                </a:lnTo>
                <a:lnTo>
                  <a:pt x="11108" y="132955"/>
                </a:lnTo>
                <a:lnTo>
                  <a:pt x="11108" y="133577"/>
                </a:lnTo>
                <a:lnTo>
                  <a:pt x="11108" y="134464"/>
                </a:lnTo>
                <a:lnTo>
                  <a:pt x="11488" y="135352"/>
                </a:lnTo>
                <a:lnTo>
                  <a:pt x="11488" y="135973"/>
                </a:lnTo>
                <a:lnTo>
                  <a:pt x="11488" y="136861"/>
                </a:lnTo>
                <a:lnTo>
                  <a:pt x="11488" y="137482"/>
                </a:lnTo>
                <a:lnTo>
                  <a:pt x="11488" y="138281"/>
                </a:lnTo>
                <a:lnTo>
                  <a:pt x="11869" y="139168"/>
                </a:lnTo>
                <a:lnTo>
                  <a:pt x="11869" y="139790"/>
                </a:lnTo>
                <a:lnTo>
                  <a:pt x="11869" y="140677"/>
                </a:lnTo>
                <a:lnTo>
                  <a:pt x="11869" y="141298"/>
                </a:lnTo>
                <a:lnTo>
                  <a:pt x="11869" y="142009"/>
                </a:lnTo>
                <a:lnTo>
                  <a:pt x="12250" y="143074"/>
                </a:lnTo>
                <a:lnTo>
                  <a:pt x="12250" y="143695"/>
                </a:lnTo>
                <a:lnTo>
                  <a:pt x="12250" y="144316"/>
                </a:lnTo>
                <a:lnTo>
                  <a:pt x="12250" y="145204"/>
                </a:lnTo>
                <a:lnTo>
                  <a:pt x="12250" y="145825"/>
                </a:lnTo>
                <a:lnTo>
                  <a:pt x="12250" y="146713"/>
                </a:lnTo>
                <a:lnTo>
                  <a:pt x="12250" y="147511"/>
                </a:lnTo>
                <a:lnTo>
                  <a:pt x="12250" y="148221"/>
                </a:lnTo>
                <a:lnTo>
                  <a:pt x="12250" y="149020"/>
                </a:lnTo>
                <a:lnTo>
                  <a:pt x="12647" y="149641"/>
                </a:lnTo>
                <a:lnTo>
                  <a:pt x="12647" y="150352"/>
                </a:lnTo>
                <a:lnTo>
                  <a:pt x="12647" y="151150"/>
                </a:lnTo>
                <a:lnTo>
                  <a:pt x="12647" y="152038"/>
                </a:lnTo>
                <a:lnTo>
                  <a:pt x="12647" y="152659"/>
                </a:lnTo>
                <a:lnTo>
                  <a:pt x="13028" y="153547"/>
                </a:lnTo>
                <a:lnTo>
                  <a:pt x="13028" y="154168"/>
                </a:lnTo>
                <a:lnTo>
                  <a:pt x="13028" y="155056"/>
                </a:lnTo>
                <a:lnTo>
                  <a:pt x="13028" y="155677"/>
                </a:lnTo>
                <a:lnTo>
                  <a:pt x="13028" y="156298"/>
                </a:lnTo>
                <a:lnTo>
                  <a:pt x="13409" y="157186"/>
                </a:lnTo>
                <a:lnTo>
                  <a:pt x="13409" y="157807"/>
                </a:lnTo>
                <a:lnTo>
                  <a:pt x="13409" y="158695"/>
                </a:lnTo>
                <a:lnTo>
                  <a:pt x="13409" y="159582"/>
                </a:lnTo>
                <a:lnTo>
                  <a:pt x="13409" y="160203"/>
                </a:lnTo>
                <a:lnTo>
                  <a:pt x="13789" y="160825"/>
                </a:lnTo>
              </a:path>
            </a:pathLst>
          </a:custGeom>
          <a:ln w="1947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269491" y="3143229"/>
            <a:ext cx="13488" cy="129938"/>
          </a:xfrm>
          <a:custGeom>
            <a:avLst/>
            <a:gdLst/>
            <a:ahLst/>
            <a:cxnLst/>
            <a:rect l="l" t="t" r="r" b="b"/>
            <a:pathLst>
              <a:path w="13488" h="129938">
                <a:moveTo>
                  <a:pt x="0" y="0"/>
                </a:moveTo>
                <a:lnTo>
                  <a:pt x="0" y="887"/>
                </a:lnTo>
                <a:lnTo>
                  <a:pt x="0" y="1508"/>
                </a:lnTo>
                <a:lnTo>
                  <a:pt x="0" y="2396"/>
                </a:lnTo>
                <a:lnTo>
                  <a:pt x="380" y="3017"/>
                </a:lnTo>
                <a:lnTo>
                  <a:pt x="380" y="3638"/>
                </a:lnTo>
                <a:lnTo>
                  <a:pt x="380" y="4526"/>
                </a:lnTo>
                <a:lnTo>
                  <a:pt x="380" y="5147"/>
                </a:lnTo>
                <a:lnTo>
                  <a:pt x="380" y="6035"/>
                </a:lnTo>
                <a:lnTo>
                  <a:pt x="761" y="6656"/>
                </a:lnTo>
                <a:lnTo>
                  <a:pt x="761" y="7277"/>
                </a:lnTo>
                <a:lnTo>
                  <a:pt x="761" y="8165"/>
                </a:lnTo>
                <a:lnTo>
                  <a:pt x="761" y="8786"/>
                </a:lnTo>
                <a:lnTo>
                  <a:pt x="761" y="9674"/>
                </a:lnTo>
                <a:lnTo>
                  <a:pt x="761" y="10473"/>
                </a:lnTo>
                <a:lnTo>
                  <a:pt x="761" y="11183"/>
                </a:lnTo>
                <a:lnTo>
                  <a:pt x="761" y="11804"/>
                </a:lnTo>
                <a:lnTo>
                  <a:pt x="761" y="12692"/>
                </a:lnTo>
                <a:lnTo>
                  <a:pt x="761" y="13313"/>
                </a:lnTo>
                <a:lnTo>
                  <a:pt x="1158" y="14200"/>
                </a:lnTo>
                <a:lnTo>
                  <a:pt x="1158" y="14822"/>
                </a:lnTo>
                <a:lnTo>
                  <a:pt x="1158" y="15443"/>
                </a:lnTo>
                <a:lnTo>
                  <a:pt x="1158" y="16331"/>
                </a:lnTo>
                <a:lnTo>
                  <a:pt x="1539" y="16952"/>
                </a:lnTo>
                <a:lnTo>
                  <a:pt x="1539" y="17573"/>
                </a:lnTo>
                <a:lnTo>
                  <a:pt x="1539" y="18194"/>
                </a:lnTo>
                <a:lnTo>
                  <a:pt x="1539" y="18904"/>
                </a:lnTo>
                <a:lnTo>
                  <a:pt x="1539" y="19703"/>
                </a:lnTo>
                <a:lnTo>
                  <a:pt x="1920" y="20413"/>
                </a:lnTo>
                <a:lnTo>
                  <a:pt x="1920" y="21212"/>
                </a:lnTo>
                <a:lnTo>
                  <a:pt x="1920" y="21922"/>
                </a:lnTo>
                <a:lnTo>
                  <a:pt x="1920" y="22543"/>
                </a:lnTo>
                <a:lnTo>
                  <a:pt x="1920" y="23342"/>
                </a:lnTo>
                <a:lnTo>
                  <a:pt x="2300" y="24052"/>
                </a:lnTo>
                <a:lnTo>
                  <a:pt x="2300" y="24851"/>
                </a:lnTo>
                <a:lnTo>
                  <a:pt x="2300" y="25561"/>
                </a:lnTo>
                <a:lnTo>
                  <a:pt x="2300" y="26182"/>
                </a:lnTo>
                <a:lnTo>
                  <a:pt x="2300" y="27070"/>
                </a:lnTo>
                <a:lnTo>
                  <a:pt x="2681" y="27691"/>
                </a:lnTo>
                <a:lnTo>
                  <a:pt x="2681" y="28313"/>
                </a:lnTo>
                <a:lnTo>
                  <a:pt x="2681" y="28934"/>
                </a:lnTo>
                <a:lnTo>
                  <a:pt x="2681" y="29644"/>
                </a:lnTo>
                <a:lnTo>
                  <a:pt x="2681" y="30443"/>
                </a:lnTo>
                <a:lnTo>
                  <a:pt x="2681" y="31064"/>
                </a:lnTo>
                <a:lnTo>
                  <a:pt x="2681" y="31952"/>
                </a:lnTo>
                <a:lnTo>
                  <a:pt x="2681" y="32573"/>
                </a:lnTo>
                <a:lnTo>
                  <a:pt x="2681" y="33283"/>
                </a:lnTo>
                <a:lnTo>
                  <a:pt x="3062" y="34082"/>
                </a:lnTo>
                <a:lnTo>
                  <a:pt x="3062" y="34703"/>
                </a:lnTo>
                <a:lnTo>
                  <a:pt x="3062" y="35413"/>
                </a:lnTo>
                <a:lnTo>
                  <a:pt x="3062" y="36034"/>
                </a:lnTo>
                <a:lnTo>
                  <a:pt x="3062" y="36656"/>
                </a:lnTo>
                <a:lnTo>
                  <a:pt x="3491" y="37543"/>
                </a:lnTo>
                <a:lnTo>
                  <a:pt x="3491" y="38164"/>
                </a:lnTo>
                <a:lnTo>
                  <a:pt x="3491" y="39052"/>
                </a:lnTo>
                <a:lnTo>
                  <a:pt x="3491" y="39496"/>
                </a:lnTo>
                <a:lnTo>
                  <a:pt x="3491" y="40117"/>
                </a:lnTo>
                <a:lnTo>
                  <a:pt x="3808" y="41005"/>
                </a:lnTo>
                <a:lnTo>
                  <a:pt x="3808" y="41626"/>
                </a:lnTo>
                <a:lnTo>
                  <a:pt x="3808" y="42425"/>
                </a:lnTo>
                <a:lnTo>
                  <a:pt x="3808" y="42868"/>
                </a:lnTo>
                <a:lnTo>
                  <a:pt x="4284" y="43756"/>
                </a:lnTo>
                <a:lnTo>
                  <a:pt x="4284" y="44377"/>
                </a:lnTo>
                <a:lnTo>
                  <a:pt x="4284" y="44999"/>
                </a:lnTo>
                <a:lnTo>
                  <a:pt x="4284" y="45886"/>
                </a:lnTo>
                <a:lnTo>
                  <a:pt x="4284" y="46330"/>
                </a:lnTo>
                <a:lnTo>
                  <a:pt x="4601" y="47217"/>
                </a:lnTo>
                <a:lnTo>
                  <a:pt x="4601" y="47839"/>
                </a:lnTo>
                <a:lnTo>
                  <a:pt x="4601" y="48460"/>
                </a:lnTo>
                <a:lnTo>
                  <a:pt x="4601" y="49348"/>
                </a:lnTo>
                <a:lnTo>
                  <a:pt x="4601" y="49791"/>
                </a:lnTo>
                <a:lnTo>
                  <a:pt x="4919" y="50590"/>
                </a:lnTo>
                <a:lnTo>
                  <a:pt x="4919" y="51300"/>
                </a:lnTo>
                <a:lnTo>
                  <a:pt x="4919" y="51922"/>
                </a:lnTo>
                <a:lnTo>
                  <a:pt x="4919" y="52543"/>
                </a:lnTo>
                <a:lnTo>
                  <a:pt x="4919" y="53164"/>
                </a:lnTo>
                <a:lnTo>
                  <a:pt x="4919" y="54052"/>
                </a:lnTo>
                <a:lnTo>
                  <a:pt x="4919" y="54495"/>
                </a:lnTo>
                <a:lnTo>
                  <a:pt x="4919" y="55294"/>
                </a:lnTo>
                <a:lnTo>
                  <a:pt x="4919" y="56004"/>
                </a:lnTo>
                <a:lnTo>
                  <a:pt x="5395" y="56626"/>
                </a:lnTo>
                <a:lnTo>
                  <a:pt x="5395" y="57247"/>
                </a:lnTo>
                <a:lnTo>
                  <a:pt x="5395" y="57868"/>
                </a:lnTo>
                <a:lnTo>
                  <a:pt x="5395" y="58756"/>
                </a:lnTo>
                <a:lnTo>
                  <a:pt x="5395" y="59200"/>
                </a:lnTo>
                <a:lnTo>
                  <a:pt x="5712" y="60087"/>
                </a:lnTo>
                <a:lnTo>
                  <a:pt x="5712" y="60708"/>
                </a:lnTo>
                <a:lnTo>
                  <a:pt x="5712" y="61330"/>
                </a:lnTo>
                <a:lnTo>
                  <a:pt x="5712" y="61951"/>
                </a:lnTo>
                <a:lnTo>
                  <a:pt x="5712" y="62661"/>
                </a:lnTo>
                <a:lnTo>
                  <a:pt x="6188" y="63282"/>
                </a:lnTo>
                <a:lnTo>
                  <a:pt x="6188" y="63904"/>
                </a:lnTo>
                <a:lnTo>
                  <a:pt x="6188" y="64791"/>
                </a:lnTo>
                <a:lnTo>
                  <a:pt x="6188" y="65235"/>
                </a:lnTo>
                <a:lnTo>
                  <a:pt x="6188" y="66034"/>
                </a:lnTo>
                <a:lnTo>
                  <a:pt x="6506" y="66655"/>
                </a:lnTo>
                <a:lnTo>
                  <a:pt x="6506" y="67365"/>
                </a:lnTo>
                <a:lnTo>
                  <a:pt x="6506" y="67986"/>
                </a:lnTo>
                <a:lnTo>
                  <a:pt x="6506" y="68608"/>
                </a:lnTo>
                <a:lnTo>
                  <a:pt x="6823" y="69229"/>
                </a:lnTo>
                <a:lnTo>
                  <a:pt x="6823" y="69939"/>
                </a:lnTo>
                <a:lnTo>
                  <a:pt x="6823" y="70560"/>
                </a:lnTo>
                <a:lnTo>
                  <a:pt x="6823" y="71182"/>
                </a:lnTo>
                <a:lnTo>
                  <a:pt x="6823" y="71803"/>
                </a:lnTo>
                <a:lnTo>
                  <a:pt x="6823" y="72513"/>
                </a:lnTo>
                <a:lnTo>
                  <a:pt x="6823" y="73312"/>
                </a:lnTo>
                <a:lnTo>
                  <a:pt x="6823" y="73755"/>
                </a:lnTo>
                <a:lnTo>
                  <a:pt x="6823" y="74377"/>
                </a:lnTo>
                <a:lnTo>
                  <a:pt x="6823" y="75087"/>
                </a:lnTo>
                <a:lnTo>
                  <a:pt x="7299" y="75708"/>
                </a:lnTo>
                <a:lnTo>
                  <a:pt x="7299" y="76329"/>
                </a:lnTo>
                <a:lnTo>
                  <a:pt x="7299" y="76951"/>
                </a:lnTo>
                <a:lnTo>
                  <a:pt x="7299" y="77838"/>
                </a:lnTo>
                <a:lnTo>
                  <a:pt x="7299" y="78282"/>
                </a:lnTo>
                <a:lnTo>
                  <a:pt x="7616" y="79170"/>
                </a:lnTo>
                <a:lnTo>
                  <a:pt x="7616" y="79525"/>
                </a:lnTo>
                <a:lnTo>
                  <a:pt x="7616" y="80412"/>
                </a:lnTo>
                <a:lnTo>
                  <a:pt x="7616" y="80856"/>
                </a:lnTo>
                <a:lnTo>
                  <a:pt x="8093" y="81477"/>
                </a:lnTo>
                <a:lnTo>
                  <a:pt x="8093" y="82098"/>
                </a:lnTo>
                <a:lnTo>
                  <a:pt x="8093" y="82808"/>
                </a:lnTo>
                <a:lnTo>
                  <a:pt x="8093" y="83430"/>
                </a:lnTo>
                <a:lnTo>
                  <a:pt x="8093" y="84051"/>
                </a:lnTo>
                <a:lnTo>
                  <a:pt x="8410" y="84672"/>
                </a:lnTo>
                <a:lnTo>
                  <a:pt x="8410" y="85382"/>
                </a:lnTo>
                <a:lnTo>
                  <a:pt x="8410" y="86004"/>
                </a:lnTo>
                <a:lnTo>
                  <a:pt x="8410" y="86625"/>
                </a:lnTo>
                <a:lnTo>
                  <a:pt x="8410" y="87246"/>
                </a:lnTo>
                <a:lnTo>
                  <a:pt x="8886" y="87956"/>
                </a:lnTo>
                <a:lnTo>
                  <a:pt x="8886" y="88578"/>
                </a:lnTo>
                <a:lnTo>
                  <a:pt x="8886" y="89021"/>
                </a:lnTo>
                <a:lnTo>
                  <a:pt x="8886" y="89820"/>
                </a:lnTo>
                <a:lnTo>
                  <a:pt x="8886" y="90264"/>
                </a:lnTo>
                <a:lnTo>
                  <a:pt x="9203" y="90885"/>
                </a:lnTo>
                <a:lnTo>
                  <a:pt x="9203" y="91595"/>
                </a:lnTo>
                <a:lnTo>
                  <a:pt x="9203" y="92217"/>
                </a:lnTo>
                <a:lnTo>
                  <a:pt x="9203" y="92838"/>
                </a:lnTo>
                <a:lnTo>
                  <a:pt x="9203" y="93282"/>
                </a:lnTo>
                <a:lnTo>
                  <a:pt x="9203" y="94169"/>
                </a:lnTo>
                <a:lnTo>
                  <a:pt x="9203" y="94613"/>
                </a:lnTo>
                <a:lnTo>
                  <a:pt x="9203" y="95412"/>
                </a:lnTo>
                <a:lnTo>
                  <a:pt x="9203" y="95856"/>
                </a:lnTo>
                <a:lnTo>
                  <a:pt x="9521" y="96477"/>
                </a:lnTo>
                <a:lnTo>
                  <a:pt x="9521" y="97187"/>
                </a:lnTo>
                <a:lnTo>
                  <a:pt x="9521" y="97808"/>
                </a:lnTo>
                <a:lnTo>
                  <a:pt x="9521" y="98429"/>
                </a:lnTo>
                <a:lnTo>
                  <a:pt x="9521" y="99051"/>
                </a:lnTo>
                <a:lnTo>
                  <a:pt x="9997" y="99495"/>
                </a:lnTo>
                <a:lnTo>
                  <a:pt x="9997" y="100382"/>
                </a:lnTo>
                <a:lnTo>
                  <a:pt x="9997" y="100826"/>
                </a:lnTo>
                <a:lnTo>
                  <a:pt x="9997" y="101447"/>
                </a:lnTo>
                <a:lnTo>
                  <a:pt x="9997" y="102068"/>
                </a:lnTo>
                <a:lnTo>
                  <a:pt x="10314" y="102690"/>
                </a:lnTo>
                <a:lnTo>
                  <a:pt x="10314" y="103134"/>
                </a:lnTo>
                <a:lnTo>
                  <a:pt x="10314" y="104021"/>
                </a:lnTo>
                <a:lnTo>
                  <a:pt x="10314" y="104465"/>
                </a:lnTo>
                <a:lnTo>
                  <a:pt x="10790" y="105086"/>
                </a:lnTo>
                <a:lnTo>
                  <a:pt x="10790" y="105707"/>
                </a:lnTo>
                <a:lnTo>
                  <a:pt x="10790" y="106329"/>
                </a:lnTo>
                <a:lnTo>
                  <a:pt x="10790" y="106773"/>
                </a:lnTo>
                <a:lnTo>
                  <a:pt x="10790" y="107394"/>
                </a:lnTo>
                <a:lnTo>
                  <a:pt x="11108" y="108104"/>
                </a:lnTo>
                <a:lnTo>
                  <a:pt x="11108" y="108725"/>
                </a:lnTo>
                <a:lnTo>
                  <a:pt x="11108" y="109169"/>
                </a:lnTo>
                <a:lnTo>
                  <a:pt x="11108" y="109790"/>
                </a:lnTo>
                <a:lnTo>
                  <a:pt x="11108" y="110411"/>
                </a:lnTo>
                <a:lnTo>
                  <a:pt x="11108" y="111122"/>
                </a:lnTo>
                <a:lnTo>
                  <a:pt x="11108" y="111477"/>
                </a:lnTo>
                <a:lnTo>
                  <a:pt x="11108" y="112187"/>
                </a:lnTo>
                <a:lnTo>
                  <a:pt x="11108" y="112808"/>
                </a:lnTo>
                <a:lnTo>
                  <a:pt x="11108" y="113429"/>
                </a:lnTo>
                <a:lnTo>
                  <a:pt x="11425" y="113873"/>
                </a:lnTo>
                <a:lnTo>
                  <a:pt x="11425" y="114494"/>
                </a:lnTo>
                <a:lnTo>
                  <a:pt x="11425" y="115116"/>
                </a:lnTo>
                <a:lnTo>
                  <a:pt x="11425" y="115826"/>
                </a:lnTo>
                <a:lnTo>
                  <a:pt x="11901" y="116269"/>
                </a:lnTo>
                <a:lnTo>
                  <a:pt x="11901" y="116891"/>
                </a:lnTo>
                <a:lnTo>
                  <a:pt x="11901" y="117512"/>
                </a:lnTo>
                <a:lnTo>
                  <a:pt x="11901" y="118133"/>
                </a:lnTo>
                <a:lnTo>
                  <a:pt x="11901" y="118577"/>
                </a:lnTo>
                <a:lnTo>
                  <a:pt x="12218" y="119198"/>
                </a:lnTo>
                <a:lnTo>
                  <a:pt x="12218" y="119642"/>
                </a:lnTo>
                <a:lnTo>
                  <a:pt x="12218" y="120263"/>
                </a:lnTo>
                <a:lnTo>
                  <a:pt x="12218" y="120973"/>
                </a:lnTo>
                <a:lnTo>
                  <a:pt x="12218" y="121595"/>
                </a:lnTo>
                <a:lnTo>
                  <a:pt x="12694" y="122038"/>
                </a:lnTo>
                <a:lnTo>
                  <a:pt x="12694" y="122660"/>
                </a:lnTo>
                <a:lnTo>
                  <a:pt x="12694" y="123104"/>
                </a:lnTo>
                <a:lnTo>
                  <a:pt x="12694" y="123725"/>
                </a:lnTo>
                <a:lnTo>
                  <a:pt x="12694" y="124169"/>
                </a:lnTo>
                <a:lnTo>
                  <a:pt x="13012" y="125056"/>
                </a:lnTo>
                <a:lnTo>
                  <a:pt x="13012" y="125411"/>
                </a:lnTo>
                <a:lnTo>
                  <a:pt x="13012" y="126121"/>
                </a:lnTo>
                <a:lnTo>
                  <a:pt x="13012" y="126476"/>
                </a:lnTo>
                <a:lnTo>
                  <a:pt x="13488" y="127186"/>
                </a:lnTo>
                <a:lnTo>
                  <a:pt x="13488" y="127630"/>
                </a:lnTo>
                <a:lnTo>
                  <a:pt x="13488" y="128251"/>
                </a:lnTo>
                <a:lnTo>
                  <a:pt x="13488" y="128695"/>
                </a:lnTo>
                <a:lnTo>
                  <a:pt x="13488" y="129316"/>
                </a:lnTo>
                <a:lnTo>
                  <a:pt x="13488" y="129938"/>
                </a:lnTo>
              </a:path>
            </a:pathLst>
          </a:custGeom>
          <a:ln w="1945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282979" y="3273167"/>
            <a:ext cx="13329" cy="88755"/>
          </a:xfrm>
          <a:custGeom>
            <a:avLst/>
            <a:gdLst/>
            <a:ahLst/>
            <a:cxnLst/>
            <a:rect l="l" t="t" r="r" b="b"/>
            <a:pathLst>
              <a:path w="13329" h="88755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0" y="1686"/>
                </a:lnTo>
                <a:lnTo>
                  <a:pt x="0" y="2396"/>
                </a:lnTo>
                <a:lnTo>
                  <a:pt x="317" y="2840"/>
                </a:lnTo>
                <a:lnTo>
                  <a:pt x="317" y="3461"/>
                </a:lnTo>
                <a:lnTo>
                  <a:pt x="317" y="3905"/>
                </a:lnTo>
                <a:lnTo>
                  <a:pt x="317" y="4526"/>
                </a:lnTo>
                <a:lnTo>
                  <a:pt x="317" y="4970"/>
                </a:lnTo>
                <a:lnTo>
                  <a:pt x="634" y="5591"/>
                </a:lnTo>
                <a:lnTo>
                  <a:pt x="634" y="6035"/>
                </a:lnTo>
                <a:lnTo>
                  <a:pt x="634" y="6656"/>
                </a:lnTo>
                <a:lnTo>
                  <a:pt x="634" y="7100"/>
                </a:lnTo>
                <a:lnTo>
                  <a:pt x="1110" y="7721"/>
                </a:lnTo>
                <a:lnTo>
                  <a:pt x="1110" y="8165"/>
                </a:lnTo>
                <a:lnTo>
                  <a:pt x="1110" y="8786"/>
                </a:lnTo>
                <a:lnTo>
                  <a:pt x="1110" y="9408"/>
                </a:lnTo>
                <a:lnTo>
                  <a:pt x="1110" y="9851"/>
                </a:lnTo>
                <a:lnTo>
                  <a:pt x="1428" y="10561"/>
                </a:lnTo>
                <a:lnTo>
                  <a:pt x="1428" y="10739"/>
                </a:lnTo>
                <a:lnTo>
                  <a:pt x="1428" y="11360"/>
                </a:lnTo>
                <a:lnTo>
                  <a:pt x="1428" y="11804"/>
                </a:lnTo>
                <a:lnTo>
                  <a:pt x="1428" y="12425"/>
                </a:lnTo>
                <a:lnTo>
                  <a:pt x="1904" y="12869"/>
                </a:lnTo>
                <a:lnTo>
                  <a:pt x="1904" y="13490"/>
                </a:lnTo>
                <a:lnTo>
                  <a:pt x="1904" y="14200"/>
                </a:lnTo>
                <a:lnTo>
                  <a:pt x="1904" y="14555"/>
                </a:lnTo>
                <a:lnTo>
                  <a:pt x="1904" y="15265"/>
                </a:lnTo>
                <a:lnTo>
                  <a:pt x="1904" y="15709"/>
                </a:lnTo>
                <a:lnTo>
                  <a:pt x="1904" y="16331"/>
                </a:lnTo>
                <a:lnTo>
                  <a:pt x="1904" y="16774"/>
                </a:lnTo>
                <a:lnTo>
                  <a:pt x="1904" y="17129"/>
                </a:lnTo>
                <a:lnTo>
                  <a:pt x="2221" y="17573"/>
                </a:lnTo>
                <a:lnTo>
                  <a:pt x="2221" y="18283"/>
                </a:lnTo>
                <a:lnTo>
                  <a:pt x="2221" y="18904"/>
                </a:lnTo>
                <a:lnTo>
                  <a:pt x="2221" y="19348"/>
                </a:lnTo>
                <a:lnTo>
                  <a:pt x="2221" y="19970"/>
                </a:lnTo>
                <a:lnTo>
                  <a:pt x="2538" y="20413"/>
                </a:lnTo>
                <a:lnTo>
                  <a:pt x="2538" y="20768"/>
                </a:lnTo>
                <a:lnTo>
                  <a:pt x="2538" y="21212"/>
                </a:lnTo>
                <a:lnTo>
                  <a:pt x="2538" y="21922"/>
                </a:lnTo>
                <a:lnTo>
                  <a:pt x="2538" y="22277"/>
                </a:lnTo>
                <a:lnTo>
                  <a:pt x="3015" y="22987"/>
                </a:lnTo>
                <a:lnTo>
                  <a:pt x="3015" y="23608"/>
                </a:lnTo>
                <a:lnTo>
                  <a:pt x="3015" y="23786"/>
                </a:lnTo>
                <a:lnTo>
                  <a:pt x="3015" y="24496"/>
                </a:lnTo>
                <a:lnTo>
                  <a:pt x="3015" y="24851"/>
                </a:lnTo>
                <a:lnTo>
                  <a:pt x="3332" y="25561"/>
                </a:lnTo>
                <a:lnTo>
                  <a:pt x="3332" y="25916"/>
                </a:lnTo>
                <a:lnTo>
                  <a:pt x="3332" y="26360"/>
                </a:lnTo>
                <a:lnTo>
                  <a:pt x="3332" y="27070"/>
                </a:lnTo>
                <a:lnTo>
                  <a:pt x="3808" y="27425"/>
                </a:lnTo>
                <a:lnTo>
                  <a:pt x="3808" y="28135"/>
                </a:lnTo>
                <a:lnTo>
                  <a:pt x="3808" y="28313"/>
                </a:lnTo>
                <a:lnTo>
                  <a:pt x="3808" y="28934"/>
                </a:lnTo>
                <a:lnTo>
                  <a:pt x="3808" y="29644"/>
                </a:lnTo>
                <a:lnTo>
                  <a:pt x="3808" y="29999"/>
                </a:lnTo>
                <a:lnTo>
                  <a:pt x="3808" y="30443"/>
                </a:lnTo>
                <a:lnTo>
                  <a:pt x="3808" y="30886"/>
                </a:lnTo>
                <a:lnTo>
                  <a:pt x="3808" y="31508"/>
                </a:lnTo>
                <a:lnTo>
                  <a:pt x="3808" y="31952"/>
                </a:lnTo>
                <a:lnTo>
                  <a:pt x="4125" y="32395"/>
                </a:lnTo>
                <a:lnTo>
                  <a:pt x="4125" y="33017"/>
                </a:lnTo>
                <a:lnTo>
                  <a:pt x="4125" y="33460"/>
                </a:lnTo>
                <a:lnTo>
                  <a:pt x="4125" y="33904"/>
                </a:lnTo>
                <a:lnTo>
                  <a:pt x="4125" y="34348"/>
                </a:lnTo>
                <a:lnTo>
                  <a:pt x="4443" y="34969"/>
                </a:lnTo>
                <a:lnTo>
                  <a:pt x="4443" y="35413"/>
                </a:lnTo>
                <a:lnTo>
                  <a:pt x="4443" y="35857"/>
                </a:lnTo>
                <a:lnTo>
                  <a:pt x="4443" y="36478"/>
                </a:lnTo>
                <a:lnTo>
                  <a:pt x="4443" y="36656"/>
                </a:lnTo>
                <a:lnTo>
                  <a:pt x="4919" y="37366"/>
                </a:lnTo>
                <a:lnTo>
                  <a:pt x="4919" y="37721"/>
                </a:lnTo>
                <a:lnTo>
                  <a:pt x="4919" y="38164"/>
                </a:lnTo>
                <a:lnTo>
                  <a:pt x="4919" y="38786"/>
                </a:lnTo>
                <a:lnTo>
                  <a:pt x="5236" y="39052"/>
                </a:lnTo>
                <a:lnTo>
                  <a:pt x="5236" y="39673"/>
                </a:lnTo>
                <a:lnTo>
                  <a:pt x="5236" y="40117"/>
                </a:lnTo>
                <a:lnTo>
                  <a:pt x="5236" y="40561"/>
                </a:lnTo>
                <a:lnTo>
                  <a:pt x="5236" y="41182"/>
                </a:lnTo>
                <a:lnTo>
                  <a:pt x="5712" y="41360"/>
                </a:lnTo>
                <a:lnTo>
                  <a:pt x="5712" y="42070"/>
                </a:lnTo>
                <a:lnTo>
                  <a:pt x="5712" y="42425"/>
                </a:lnTo>
                <a:lnTo>
                  <a:pt x="5712" y="42868"/>
                </a:lnTo>
                <a:lnTo>
                  <a:pt x="5712" y="43579"/>
                </a:lnTo>
                <a:lnTo>
                  <a:pt x="6030" y="43756"/>
                </a:lnTo>
                <a:lnTo>
                  <a:pt x="6030" y="44377"/>
                </a:lnTo>
                <a:lnTo>
                  <a:pt x="6030" y="44821"/>
                </a:lnTo>
                <a:lnTo>
                  <a:pt x="6030" y="45265"/>
                </a:lnTo>
                <a:lnTo>
                  <a:pt x="6030" y="45709"/>
                </a:lnTo>
                <a:lnTo>
                  <a:pt x="6030" y="46152"/>
                </a:lnTo>
                <a:lnTo>
                  <a:pt x="6030" y="46507"/>
                </a:lnTo>
                <a:lnTo>
                  <a:pt x="6030" y="47217"/>
                </a:lnTo>
                <a:lnTo>
                  <a:pt x="6030" y="47395"/>
                </a:lnTo>
                <a:lnTo>
                  <a:pt x="6506" y="48016"/>
                </a:lnTo>
                <a:lnTo>
                  <a:pt x="6506" y="48460"/>
                </a:lnTo>
                <a:lnTo>
                  <a:pt x="6506" y="48904"/>
                </a:lnTo>
                <a:lnTo>
                  <a:pt x="6506" y="49348"/>
                </a:lnTo>
                <a:lnTo>
                  <a:pt x="6506" y="49791"/>
                </a:lnTo>
                <a:lnTo>
                  <a:pt x="6823" y="50146"/>
                </a:lnTo>
                <a:lnTo>
                  <a:pt x="6823" y="50856"/>
                </a:lnTo>
                <a:lnTo>
                  <a:pt x="6823" y="51034"/>
                </a:lnTo>
                <a:lnTo>
                  <a:pt x="6823" y="51655"/>
                </a:lnTo>
                <a:lnTo>
                  <a:pt x="6823" y="51922"/>
                </a:lnTo>
                <a:lnTo>
                  <a:pt x="7140" y="52543"/>
                </a:lnTo>
                <a:lnTo>
                  <a:pt x="7140" y="52987"/>
                </a:lnTo>
                <a:lnTo>
                  <a:pt x="7140" y="53164"/>
                </a:lnTo>
                <a:lnTo>
                  <a:pt x="7140" y="53874"/>
                </a:lnTo>
                <a:lnTo>
                  <a:pt x="7140" y="54229"/>
                </a:lnTo>
                <a:lnTo>
                  <a:pt x="7616" y="54673"/>
                </a:lnTo>
                <a:lnTo>
                  <a:pt x="7616" y="55117"/>
                </a:lnTo>
                <a:lnTo>
                  <a:pt x="7616" y="55561"/>
                </a:lnTo>
                <a:lnTo>
                  <a:pt x="7616" y="56004"/>
                </a:lnTo>
                <a:lnTo>
                  <a:pt x="7934" y="56448"/>
                </a:lnTo>
                <a:lnTo>
                  <a:pt x="7934" y="56803"/>
                </a:lnTo>
                <a:lnTo>
                  <a:pt x="7934" y="57247"/>
                </a:lnTo>
                <a:lnTo>
                  <a:pt x="7934" y="57691"/>
                </a:lnTo>
                <a:lnTo>
                  <a:pt x="7934" y="58134"/>
                </a:lnTo>
                <a:lnTo>
                  <a:pt x="7934" y="58578"/>
                </a:lnTo>
                <a:lnTo>
                  <a:pt x="7934" y="59022"/>
                </a:lnTo>
                <a:lnTo>
                  <a:pt x="7934" y="59377"/>
                </a:lnTo>
                <a:lnTo>
                  <a:pt x="7934" y="59821"/>
                </a:lnTo>
                <a:lnTo>
                  <a:pt x="7934" y="60265"/>
                </a:lnTo>
                <a:lnTo>
                  <a:pt x="8410" y="60708"/>
                </a:lnTo>
                <a:lnTo>
                  <a:pt x="8410" y="61152"/>
                </a:lnTo>
                <a:lnTo>
                  <a:pt x="8410" y="61330"/>
                </a:lnTo>
                <a:lnTo>
                  <a:pt x="8410" y="61951"/>
                </a:lnTo>
                <a:lnTo>
                  <a:pt x="8410" y="62395"/>
                </a:lnTo>
                <a:lnTo>
                  <a:pt x="8727" y="62661"/>
                </a:lnTo>
                <a:lnTo>
                  <a:pt x="8727" y="63016"/>
                </a:lnTo>
                <a:lnTo>
                  <a:pt x="8727" y="63726"/>
                </a:lnTo>
                <a:lnTo>
                  <a:pt x="8727" y="63904"/>
                </a:lnTo>
                <a:lnTo>
                  <a:pt x="9045" y="64347"/>
                </a:lnTo>
                <a:lnTo>
                  <a:pt x="9045" y="64969"/>
                </a:lnTo>
                <a:lnTo>
                  <a:pt x="9045" y="65235"/>
                </a:lnTo>
                <a:lnTo>
                  <a:pt x="9045" y="65590"/>
                </a:lnTo>
                <a:lnTo>
                  <a:pt x="9045" y="66034"/>
                </a:lnTo>
                <a:lnTo>
                  <a:pt x="9521" y="66477"/>
                </a:lnTo>
                <a:lnTo>
                  <a:pt x="9521" y="66921"/>
                </a:lnTo>
                <a:lnTo>
                  <a:pt x="9521" y="67365"/>
                </a:lnTo>
                <a:lnTo>
                  <a:pt x="9521" y="67543"/>
                </a:lnTo>
                <a:lnTo>
                  <a:pt x="9521" y="67986"/>
                </a:lnTo>
                <a:lnTo>
                  <a:pt x="9838" y="68430"/>
                </a:lnTo>
                <a:lnTo>
                  <a:pt x="9838" y="68874"/>
                </a:lnTo>
                <a:lnTo>
                  <a:pt x="9838" y="69229"/>
                </a:lnTo>
                <a:lnTo>
                  <a:pt x="9838" y="69673"/>
                </a:lnTo>
                <a:lnTo>
                  <a:pt x="9838" y="69939"/>
                </a:lnTo>
                <a:lnTo>
                  <a:pt x="10314" y="70383"/>
                </a:lnTo>
                <a:lnTo>
                  <a:pt x="10314" y="70738"/>
                </a:lnTo>
                <a:lnTo>
                  <a:pt x="10314" y="71182"/>
                </a:lnTo>
                <a:lnTo>
                  <a:pt x="10314" y="71625"/>
                </a:lnTo>
                <a:lnTo>
                  <a:pt x="10314" y="72069"/>
                </a:lnTo>
                <a:lnTo>
                  <a:pt x="10314" y="72247"/>
                </a:lnTo>
                <a:lnTo>
                  <a:pt x="10314" y="72690"/>
                </a:lnTo>
                <a:lnTo>
                  <a:pt x="10314" y="73134"/>
                </a:lnTo>
                <a:lnTo>
                  <a:pt x="10314" y="73578"/>
                </a:lnTo>
                <a:lnTo>
                  <a:pt x="10631" y="74022"/>
                </a:lnTo>
                <a:lnTo>
                  <a:pt x="10631" y="74377"/>
                </a:lnTo>
                <a:lnTo>
                  <a:pt x="10631" y="74643"/>
                </a:lnTo>
                <a:lnTo>
                  <a:pt x="10631" y="75087"/>
                </a:lnTo>
                <a:lnTo>
                  <a:pt x="10631" y="75531"/>
                </a:lnTo>
                <a:lnTo>
                  <a:pt x="11108" y="75708"/>
                </a:lnTo>
                <a:lnTo>
                  <a:pt x="11108" y="76152"/>
                </a:lnTo>
                <a:lnTo>
                  <a:pt x="11108" y="76596"/>
                </a:lnTo>
                <a:lnTo>
                  <a:pt x="11108" y="76773"/>
                </a:lnTo>
                <a:lnTo>
                  <a:pt x="11108" y="77217"/>
                </a:lnTo>
                <a:lnTo>
                  <a:pt x="11425" y="77661"/>
                </a:lnTo>
                <a:lnTo>
                  <a:pt x="11425" y="77838"/>
                </a:lnTo>
                <a:lnTo>
                  <a:pt x="11425" y="78282"/>
                </a:lnTo>
                <a:lnTo>
                  <a:pt x="11425" y="78903"/>
                </a:lnTo>
                <a:lnTo>
                  <a:pt x="11742" y="79170"/>
                </a:lnTo>
                <a:lnTo>
                  <a:pt x="11742" y="79525"/>
                </a:lnTo>
                <a:lnTo>
                  <a:pt x="11742" y="79968"/>
                </a:lnTo>
                <a:lnTo>
                  <a:pt x="11742" y="80235"/>
                </a:lnTo>
                <a:lnTo>
                  <a:pt x="11742" y="80678"/>
                </a:lnTo>
                <a:lnTo>
                  <a:pt x="12218" y="81033"/>
                </a:lnTo>
                <a:lnTo>
                  <a:pt x="12218" y="81477"/>
                </a:lnTo>
                <a:lnTo>
                  <a:pt x="12218" y="81921"/>
                </a:lnTo>
                <a:lnTo>
                  <a:pt x="12218" y="82365"/>
                </a:lnTo>
                <a:lnTo>
                  <a:pt x="12218" y="82542"/>
                </a:lnTo>
                <a:lnTo>
                  <a:pt x="12218" y="82986"/>
                </a:lnTo>
                <a:lnTo>
                  <a:pt x="12218" y="83430"/>
                </a:lnTo>
                <a:lnTo>
                  <a:pt x="12218" y="83874"/>
                </a:lnTo>
                <a:lnTo>
                  <a:pt x="12218" y="84051"/>
                </a:lnTo>
                <a:lnTo>
                  <a:pt x="12536" y="84495"/>
                </a:lnTo>
                <a:lnTo>
                  <a:pt x="12536" y="84939"/>
                </a:lnTo>
                <a:lnTo>
                  <a:pt x="12536" y="85116"/>
                </a:lnTo>
                <a:lnTo>
                  <a:pt x="12536" y="85560"/>
                </a:lnTo>
                <a:lnTo>
                  <a:pt x="13012" y="86004"/>
                </a:lnTo>
                <a:lnTo>
                  <a:pt x="13012" y="86181"/>
                </a:lnTo>
                <a:lnTo>
                  <a:pt x="13012" y="86447"/>
                </a:lnTo>
                <a:lnTo>
                  <a:pt x="13012" y="86891"/>
                </a:lnTo>
                <a:lnTo>
                  <a:pt x="13012" y="87246"/>
                </a:lnTo>
                <a:lnTo>
                  <a:pt x="13329" y="87513"/>
                </a:lnTo>
                <a:lnTo>
                  <a:pt x="13329" y="87956"/>
                </a:lnTo>
                <a:lnTo>
                  <a:pt x="13329" y="88311"/>
                </a:lnTo>
                <a:lnTo>
                  <a:pt x="13329" y="88578"/>
                </a:lnTo>
                <a:lnTo>
                  <a:pt x="13329" y="88755"/>
                </a:lnTo>
              </a:path>
            </a:pathLst>
          </a:custGeom>
          <a:ln w="1935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296309" y="3361923"/>
            <a:ext cx="13488" cy="42513"/>
          </a:xfrm>
          <a:custGeom>
            <a:avLst/>
            <a:gdLst/>
            <a:ahLst/>
            <a:cxnLst/>
            <a:rect l="l" t="t" r="r" b="b"/>
            <a:pathLst>
              <a:path w="13488" h="42513">
                <a:moveTo>
                  <a:pt x="0" y="0"/>
                </a:moveTo>
                <a:lnTo>
                  <a:pt x="317" y="443"/>
                </a:lnTo>
                <a:lnTo>
                  <a:pt x="317" y="887"/>
                </a:lnTo>
                <a:lnTo>
                  <a:pt x="317" y="1065"/>
                </a:lnTo>
                <a:lnTo>
                  <a:pt x="317" y="1508"/>
                </a:lnTo>
                <a:lnTo>
                  <a:pt x="317" y="1952"/>
                </a:lnTo>
                <a:lnTo>
                  <a:pt x="793" y="2130"/>
                </a:lnTo>
                <a:lnTo>
                  <a:pt x="793" y="2396"/>
                </a:lnTo>
                <a:lnTo>
                  <a:pt x="793" y="2840"/>
                </a:lnTo>
                <a:lnTo>
                  <a:pt x="793" y="3283"/>
                </a:lnTo>
                <a:lnTo>
                  <a:pt x="1110" y="3283"/>
                </a:lnTo>
                <a:lnTo>
                  <a:pt x="1110" y="3638"/>
                </a:lnTo>
                <a:lnTo>
                  <a:pt x="1110" y="4082"/>
                </a:lnTo>
                <a:lnTo>
                  <a:pt x="1110" y="4526"/>
                </a:lnTo>
                <a:lnTo>
                  <a:pt x="1110" y="4970"/>
                </a:lnTo>
                <a:lnTo>
                  <a:pt x="1110" y="5414"/>
                </a:lnTo>
                <a:lnTo>
                  <a:pt x="1110" y="5591"/>
                </a:lnTo>
                <a:lnTo>
                  <a:pt x="1110" y="5857"/>
                </a:lnTo>
                <a:lnTo>
                  <a:pt x="1110" y="6212"/>
                </a:lnTo>
                <a:lnTo>
                  <a:pt x="1586" y="6656"/>
                </a:lnTo>
                <a:lnTo>
                  <a:pt x="1586" y="6922"/>
                </a:lnTo>
                <a:lnTo>
                  <a:pt x="1586" y="7100"/>
                </a:lnTo>
                <a:lnTo>
                  <a:pt x="1586" y="7544"/>
                </a:lnTo>
                <a:lnTo>
                  <a:pt x="1586" y="7988"/>
                </a:lnTo>
                <a:lnTo>
                  <a:pt x="1904" y="7988"/>
                </a:lnTo>
                <a:lnTo>
                  <a:pt x="1904" y="8431"/>
                </a:lnTo>
                <a:lnTo>
                  <a:pt x="1904" y="8786"/>
                </a:lnTo>
                <a:lnTo>
                  <a:pt x="1904" y="9053"/>
                </a:lnTo>
                <a:lnTo>
                  <a:pt x="2380" y="9230"/>
                </a:lnTo>
                <a:lnTo>
                  <a:pt x="2380" y="9674"/>
                </a:lnTo>
                <a:lnTo>
                  <a:pt x="2380" y="9851"/>
                </a:lnTo>
                <a:lnTo>
                  <a:pt x="2380" y="10295"/>
                </a:lnTo>
                <a:lnTo>
                  <a:pt x="2697" y="10739"/>
                </a:lnTo>
                <a:lnTo>
                  <a:pt x="2697" y="11183"/>
                </a:lnTo>
                <a:lnTo>
                  <a:pt x="2697" y="11360"/>
                </a:lnTo>
                <a:lnTo>
                  <a:pt x="2697" y="11626"/>
                </a:lnTo>
                <a:lnTo>
                  <a:pt x="2697" y="11804"/>
                </a:lnTo>
                <a:lnTo>
                  <a:pt x="3015" y="12248"/>
                </a:lnTo>
                <a:lnTo>
                  <a:pt x="3015" y="12692"/>
                </a:lnTo>
                <a:lnTo>
                  <a:pt x="3015" y="13135"/>
                </a:lnTo>
                <a:lnTo>
                  <a:pt x="3015" y="13313"/>
                </a:lnTo>
                <a:lnTo>
                  <a:pt x="3015" y="13757"/>
                </a:lnTo>
                <a:lnTo>
                  <a:pt x="3015" y="13934"/>
                </a:lnTo>
                <a:lnTo>
                  <a:pt x="3015" y="14200"/>
                </a:lnTo>
                <a:lnTo>
                  <a:pt x="3015" y="14378"/>
                </a:lnTo>
                <a:lnTo>
                  <a:pt x="3491" y="14822"/>
                </a:lnTo>
                <a:lnTo>
                  <a:pt x="3491" y="14999"/>
                </a:lnTo>
                <a:lnTo>
                  <a:pt x="3491" y="15265"/>
                </a:lnTo>
                <a:lnTo>
                  <a:pt x="3491" y="15443"/>
                </a:lnTo>
                <a:lnTo>
                  <a:pt x="3491" y="15887"/>
                </a:lnTo>
                <a:lnTo>
                  <a:pt x="3808" y="16153"/>
                </a:lnTo>
                <a:lnTo>
                  <a:pt x="3808" y="16331"/>
                </a:lnTo>
                <a:lnTo>
                  <a:pt x="3808" y="16508"/>
                </a:lnTo>
                <a:lnTo>
                  <a:pt x="3808" y="16952"/>
                </a:lnTo>
                <a:lnTo>
                  <a:pt x="3808" y="17218"/>
                </a:lnTo>
                <a:lnTo>
                  <a:pt x="4284" y="17396"/>
                </a:lnTo>
                <a:lnTo>
                  <a:pt x="4284" y="17573"/>
                </a:lnTo>
                <a:lnTo>
                  <a:pt x="4284" y="18017"/>
                </a:lnTo>
                <a:lnTo>
                  <a:pt x="4284" y="18283"/>
                </a:lnTo>
                <a:lnTo>
                  <a:pt x="4284" y="18461"/>
                </a:lnTo>
                <a:lnTo>
                  <a:pt x="4601" y="18727"/>
                </a:lnTo>
                <a:lnTo>
                  <a:pt x="4601" y="18904"/>
                </a:lnTo>
                <a:lnTo>
                  <a:pt x="4601" y="19348"/>
                </a:lnTo>
                <a:lnTo>
                  <a:pt x="4601" y="19526"/>
                </a:lnTo>
                <a:lnTo>
                  <a:pt x="4919" y="19792"/>
                </a:lnTo>
                <a:lnTo>
                  <a:pt x="4919" y="19970"/>
                </a:lnTo>
                <a:lnTo>
                  <a:pt x="4919" y="20147"/>
                </a:lnTo>
                <a:lnTo>
                  <a:pt x="4919" y="20591"/>
                </a:lnTo>
                <a:lnTo>
                  <a:pt x="4919" y="20857"/>
                </a:lnTo>
                <a:lnTo>
                  <a:pt x="5395" y="21035"/>
                </a:lnTo>
                <a:lnTo>
                  <a:pt x="5395" y="21301"/>
                </a:lnTo>
                <a:lnTo>
                  <a:pt x="5395" y="21478"/>
                </a:lnTo>
                <a:lnTo>
                  <a:pt x="5395" y="21656"/>
                </a:lnTo>
                <a:lnTo>
                  <a:pt x="5395" y="22100"/>
                </a:lnTo>
                <a:lnTo>
                  <a:pt x="5395" y="22366"/>
                </a:lnTo>
                <a:lnTo>
                  <a:pt x="5395" y="22721"/>
                </a:lnTo>
                <a:lnTo>
                  <a:pt x="5395" y="22987"/>
                </a:lnTo>
                <a:lnTo>
                  <a:pt x="5395" y="23165"/>
                </a:lnTo>
                <a:lnTo>
                  <a:pt x="5712" y="23431"/>
                </a:lnTo>
                <a:lnTo>
                  <a:pt x="5712" y="23608"/>
                </a:lnTo>
                <a:lnTo>
                  <a:pt x="5712" y="23786"/>
                </a:lnTo>
                <a:lnTo>
                  <a:pt x="5712" y="24052"/>
                </a:lnTo>
                <a:lnTo>
                  <a:pt x="6188" y="24496"/>
                </a:lnTo>
                <a:lnTo>
                  <a:pt x="6188" y="24674"/>
                </a:lnTo>
                <a:lnTo>
                  <a:pt x="6188" y="25117"/>
                </a:lnTo>
                <a:lnTo>
                  <a:pt x="6188" y="25295"/>
                </a:lnTo>
                <a:lnTo>
                  <a:pt x="6506" y="25561"/>
                </a:lnTo>
                <a:lnTo>
                  <a:pt x="6506" y="25739"/>
                </a:lnTo>
                <a:lnTo>
                  <a:pt x="6506" y="26182"/>
                </a:lnTo>
                <a:lnTo>
                  <a:pt x="6506" y="26360"/>
                </a:lnTo>
                <a:lnTo>
                  <a:pt x="6982" y="26626"/>
                </a:lnTo>
                <a:lnTo>
                  <a:pt x="6982" y="26804"/>
                </a:lnTo>
                <a:lnTo>
                  <a:pt x="6982" y="27070"/>
                </a:lnTo>
                <a:lnTo>
                  <a:pt x="6982" y="27247"/>
                </a:lnTo>
                <a:lnTo>
                  <a:pt x="6982" y="27514"/>
                </a:lnTo>
                <a:lnTo>
                  <a:pt x="7299" y="27691"/>
                </a:lnTo>
                <a:lnTo>
                  <a:pt x="7299" y="27869"/>
                </a:lnTo>
                <a:lnTo>
                  <a:pt x="7299" y="28135"/>
                </a:lnTo>
                <a:lnTo>
                  <a:pt x="7299" y="28579"/>
                </a:lnTo>
                <a:lnTo>
                  <a:pt x="7299" y="28756"/>
                </a:lnTo>
                <a:lnTo>
                  <a:pt x="7299" y="28934"/>
                </a:lnTo>
                <a:lnTo>
                  <a:pt x="7299" y="29200"/>
                </a:lnTo>
                <a:lnTo>
                  <a:pt x="7299" y="29378"/>
                </a:lnTo>
                <a:lnTo>
                  <a:pt x="7616" y="29378"/>
                </a:lnTo>
                <a:lnTo>
                  <a:pt x="7616" y="29644"/>
                </a:lnTo>
                <a:lnTo>
                  <a:pt x="7616" y="29821"/>
                </a:lnTo>
                <a:lnTo>
                  <a:pt x="7616" y="30088"/>
                </a:lnTo>
                <a:lnTo>
                  <a:pt x="7616" y="30443"/>
                </a:lnTo>
                <a:lnTo>
                  <a:pt x="8093" y="30443"/>
                </a:lnTo>
                <a:lnTo>
                  <a:pt x="8093" y="30709"/>
                </a:lnTo>
                <a:lnTo>
                  <a:pt x="8093" y="30886"/>
                </a:lnTo>
                <a:lnTo>
                  <a:pt x="8093" y="31153"/>
                </a:lnTo>
                <a:lnTo>
                  <a:pt x="8093" y="31330"/>
                </a:lnTo>
                <a:lnTo>
                  <a:pt x="8410" y="31508"/>
                </a:lnTo>
                <a:lnTo>
                  <a:pt x="8410" y="31774"/>
                </a:lnTo>
                <a:lnTo>
                  <a:pt x="8410" y="31952"/>
                </a:lnTo>
                <a:lnTo>
                  <a:pt x="8886" y="32218"/>
                </a:lnTo>
                <a:lnTo>
                  <a:pt x="8886" y="32395"/>
                </a:lnTo>
                <a:lnTo>
                  <a:pt x="8886" y="32662"/>
                </a:lnTo>
                <a:lnTo>
                  <a:pt x="8886" y="32839"/>
                </a:lnTo>
                <a:lnTo>
                  <a:pt x="9203" y="33017"/>
                </a:lnTo>
                <a:lnTo>
                  <a:pt x="9203" y="33283"/>
                </a:lnTo>
                <a:lnTo>
                  <a:pt x="9203" y="33460"/>
                </a:lnTo>
                <a:lnTo>
                  <a:pt x="9203" y="33727"/>
                </a:lnTo>
                <a:lnTo>
                  <a:pt x="9203" y="33904"/>
                </a:lnTo>
                <a:lnTo>
                  <a:pt x="9203" y="34082"/>
                </a:lnTo>
                <a:lnTo>
                  <a:pt x="9203" y="34348"/>
                </a:lnTo>
                <a:lnTo>
                  <a:pt x="9203" y="34525"/>
                </a:lnTo>
                <a:lnTo>
                  <a:pt x="9521" y="34792"/>
                </a:lnTo>
                <a:lnTo>
                  <a:pt x="9521" y="34969"/>
                </a:lnTo>
                <a:lnTo>
                  <a:pt x="9521" y="35235"/>
                </a:lnTo>
                <a:lnTo>
                  <a:pt x="9997" y="35413"/>
                </a:lnTo>
                <a:lnTo>
                  <a:pt x="9997" y="35591"/>
                </a:lnTo>
                <a:lnTo>
                  <a:pt x="9997" y="35857"/>
                </a:lnTo>
                <a:lnTo>
                  <a:pt x="9997" y="36034"/>
                </a:lnTo>
                <a:lnTo>
                  <a:pt x="10314" y="36301"/>
                </a:lnTo>
                <a:lnTo>
                  <a:pt x="10314" y="36478"/>
                </a:lnTo>
                <a:lnTo>
                  <a:pt x="10314" y="36656"/>
                </a:lnTo>
                <a:lnTo>
                  <a:pt x="10314" y="36922"/>
                </a:lnTo>
                <a:lnTo>
                  <a:pt x="10790" y="36922"/>
                </a:lnTo>
                <a:lnTo>
                  <a:pt x="10790" y="37099"/>
                </a:lnTo>
                <a:lnTo>
                  <a:pt x="10790" y="37366"/>
                </a:lnTo>
                <a:lnTo>
                  <a:pt x="10790" y="37543"/>
                </a:lnTo>
                <a:lnTo>
                  <a:pt x="11108" y="37543"/>
                </a:lnTo>
                <a:lnTo>
                  <a:pt x="11108" y="37809"/>
                </a:lnTo>
                <a:lnTo>
                  <a:pt x="11108" y="37987"/>
                </a:lnTo>
                <a:lnTo>
                  <a:pt x="11108" y="38164"/>
                </a:lnTo>
                <a:lnTo>
                  <a:pt x="11425" y="38164"/>
                </a:lnTo>
                <a:lnTo>
                  <a:pt x="11425" y="38431"/>
                </a:lnTo>
                <a:lnTo>
                  <a:pt x="11425" y="38608"/>
                </a:lnTo>
                <a:lnTo>
                  <a:pt x="11425" y="38874"/>
                </a:lnTo>
                <a:lnTo>
                  <a:pt x="11425" y="39052"/>
                </a:lnTo>
                <a:lnTo>
                  <a:pt x="11425" y="39229"/>
                </a:lnTo>
                <a:lnTo>
                  <a:pt x="11425" y="39496"/>
                </a:lnTo>
                <a:lnTo>
                  <a:pt x="11901" y="39673"/>
                </a:lnTo>
                <a:lnTo>
                  <a:pt x="11901" y="39940"/>
                </a:lnTo>
                <a:lnTo>
                  <a:pt x="12218" y="40117"/>
                </a:lnTo>
                <a:lnTo>
                  <a:pt x="12218" y="40383"/>
                </a:lnTo>
                <a:lnTo>
                  <a:pt x="12218" y="40561"/>
                </a:lnTo>
                <a:lnTo>
                  <a:pt x="12694" y="40738"/>
                </a:lnTo>
                <a:lnTo>
                  <a:pt x="12694" y="41005"/>
                </a:lnTo>
                <a:lnTo>
                  <a:pt x="12694" y="41182"/>
                </a:lnTo>
                <a:lnTo>
                  <a:pt x="13012" y="41182"/>
                </a:lnTo>
                <a:lnTo>
                  <a:pt x="13012" y="41448"/>
                </a:lnTo>
                <a:lnTo>
                  <a:pt x="13012" y="41626"/>
                </a:lnTo>
                <a:lnTo>
                  <a:pt x="13488" y="41803"/>
                </a:lnTo>
                <a:lnTo>
                  <a:pt x="13488" y="42070"/>
                </a:lnTo>
                <a:lnTo>
                  <a:pt x="13488" y="42247"/>
                </a:lnTo>
                <a:lnTo>
                  <a:pt x="13488" y="42513"/>
                </a:lnTo>
              </a:path>
            </a:pathLst>
          </a:custGeom>
          <a:ln w="1875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309797" y="3398845"/>
            <a:ext cx="13647" cy="8964"/>
          </a:xfrm>
          <a:custGeom>
            <a:avLst/>
            <a:gdLst/>
            <a:ahLst/>
            <a:cxnLst/>
            <a:rect l="l" t="t" r="r" b="b"/>
            <a:pathLst>
              <a:path w="13647" h="8964">
                <a:moveTo>
                  <a:pt x="0" y="5591"/>
                </a:moveTo>
                <a:lnTo>
                  <a:pt x="317" y="5591"/>
                </a:lnTo>
                <a:lnTo>
                  <a:pt x="317" y="5769"/>
                </a:lnTo>
                <a:lnTo>
                  <a:pt x="317" y="5769"/>
                </a:lnTo>
                <a:lnTo>
                  <a:pt x="317" y="6035"/>
                </a:lnTo>
                <a:lnTo>
                  <a:pt x="634" y="6212"/>
                </a:lnTo>
                <a:lnTo>
                  <a:pt x="634" y="6390"/>
                </a:lnTo>
                <a:lnTo>
                  <a:pt x="634" y="6656"/>
                </a:lnTo>
                <a:lnTo>
                  <a:pt x="1110" y="6656"/>
                </a:lnTo>
                <a:lnTo>
                  <a:pt x="1110" y="6834"/>
                </a:lnTo>
                <a:lnTo>
                  <a:pt x="1428" y="6834"/>
                </a:lnTo>
                <a:lnTo>
                  <a:pt x="1428" y="7100"/>
                </a:lnTo>
                <a:lnTo>
                  <a:pt x="1904" y="7277"/>
                </a:lnTo>
                <a:lnTo>
                  <a:pt x="1904" y="7455"/>
                </a:lnTo>
                <a:lnTo>
                  <a:pt x="2221" y="7455"/>
                </a:lnTo>
                <a:lnTo>
                  <a:pt x="2221" y="7721"/>
                </a:lnTo>
                <a:lnTo>
                  <a:pt x="2221" y="7899"/>
                </a:lnTo>
                <a:lnTo>
                  <a:pt x="2538" y="7899"/>
                </a:lnTo>
                <a:lnTo>
                  <a:pt x="2538" y="8165"/>
                </a:lnTo>
                <a:lnTo>
                  <a:pt x="3015" y="8165"/>
                </a:lnTo>
                <a:lnTo>
                  <a:pt x="3015" y="8343"/>
                </a:lnTo>
                <a:lnTo>
                  <a:pt x="3332" y="8520"/>
                </a:lnTo>
                <a:lnTo>
                  <a:pt x="3808" y="8786"/>
                </a:lnTo>
                <a:lnTo>
                  <a:pt x="4125" y="8786"/>
                </a:lnTo>
                <a:lnTo>
                  <a:pt x="4125" y="8964"/>
                </a:lnTo>
                <a:lnTo>
                  <a:pt x="4601" y="8964"/>
                </a:lnTo>
                <a:lnTo>
                  <a:pt x="4919" y="8964"/>
                </a:lnTo>
                <a:lnTo>
                  <a:pt x="5236" y="8964"/>
                </a:lnTo>
                <a:lnTo>
                  <a:pt x="5712" y="8964"/>
                </a:lnTo>
                <a:lnTo>
                  <a:pt x="6030" y="8964"/>
                </a:lnTo>
                <a:lnTo>
                  <a:pt x="6506" y="8964"/>
                </a:lnTo>
                <a:lnTo>
                  <a:pt x="6823" y="8786"/>
                </a:lnTo>
                <a:lnTo>
                  <a:pt x="7140" y="8786"/>
                </a:lnTo>
                <a:lnTo>
                  <a:pt x="7140" y="8520"/>
                </a:lnTo>
                <a:lnTo>
                  <a:pt x="7616" y="8520"/>
                </a:lnTo>
                <a:lnTo>
                  <a:pt x="7616" y="8343"/>
                </a:lnTo>
                <a:lnTo>
                  <a:pt x="7934" y="8343"/>
                </a:lnTo>
                <a:lnTo>
                  <a:pt x="7934" y="8165"/>
                </a:lnTo>
                <a:lnTo>
                  <a:pt x="8410" y="8165"/>
                </a:lnTo>
                <a:lnTo>
                  <a:pt x="8410" y="7899"/>
                </a:lnTo>
                <a:lnTo>
                  <a:pt x="8410" y="7721"/>
                </a:lnTo>
                <a:lnTo>
                  <a:pt x="8727" y="7721"/>
                </a:lnTo>
                <a:lnTo>
                  <a:pt x="8727" y="7455"/>
                </a:lnTo>
                <a:lnTo>
                  <a:pt x="9203" y="7277"/>
                </a:lnTo>
                <a:lnTo>
                  <a:pt x="9203" y="7100"/>
                </a:lnTo>
                <a:lnTo>
                  <a:pt x="9521" y="6834"/>
                </a:lnTo>
                <a:lnTo>
                  <a:pt x="9521" y="6656"/>
                </a:lnTo>
                <a:lnTo>
                  <a:pt x="9838" y="6656"/>
                </a:lnTo>
                <a:lnTo>
                  <a:pt x="9838" y="6390"/>
                </a:lnTo>
                <a:lnTo>
                  <a:pt x="10314" y="6390"/>
                </a:lnTo>
                <a:lnTo>
                  <a:pt x="10314" y="6212"/>
                </a:lnTo>
                <a:lnTo>
                  <a:pt x="10314" y="6035"/>
                </a:lnTo>
                <a:lnTo>
                  <a:pt x="10631" y="5769"/>
                </a:lnTo>
                <a:lnTo>
                  <a:pt x="10631" y="5591"/>
                </a:lnTo>
                <a:lnTo>
                  <a:pt x="10631" y="5147"/>
                </a:lnTo>
                <a:lnTo>
                  <a:pt x="11108" y="5147"/>
                </a:lnTo>
                <a:lnTo>
                  <a:pt x="11108" y="4881"/>
                </a:lnTo>
                <a:lnTo>
                  <a:pt x="11108" y="4704"/>
                </a:lnTo>
                <a:lnTo>
                  <a:pt x="11108" y="4526"/>
                </a:lnTo>
                <a:lnTo>
                  <a:pt x="11425" y="4526"/>
                </a:lnTo>
                <a:lnTo>
                  <a:pt x="11425" y="4260"/>
                </a:lnTo>
                <a:lnTo>
                  <a:pt x="11742" y="4082"/>
                </a:lnTo>
                <a:lnTo>
                  <a:pt x="11742" y="3816"/>
                </a:lnTo>
                <a:lnTo>
                  <a:pt x="11742" y="3638"/>
                </a:lnTo>
                <a:lnTo>
                  <a:pt x="12218" y="3461"/>
                </a:lnTo>
                <a:lnTo>
                  <a:pt x="12218" y="3195"/>
                </a:lnTo>
                <a:lnTo>
                  <a:pt x="12218" y="3017"/>
                </a:lnTo>
                <a:lnTo>
                  <a:pt x="12536" y="3017"/>
                </a:lnTo>
                <a:lnTo>
                  <a:pt x="12536" y="2751"/>
                </a:lnTo>
                <a:lnTo>
                  <a:pt x="12536" y="2573"/>
                </a:lnTo>
                <a:lnTo>
                  <a:pt x="12536" y="2307"/>
                </a:lnTo>
                <a:lnTo>
                  <a:pt x="12536" y="2130"/>
                </a:lnTo>
                <a:lnTo>
                  <a:pt x="12536" y="1952"/>
                </a:lnTo>
                <a:lnTo>
                  <a:pt x="13012" y="1686"/>
                </a:lnTo>
                <a:lnTo>
                  <a:pt x="13012" y="1508"/>
                </a:lnTo>
                <a:lnTo>
                  <a:pt x="13012" y="1242"/>
                </a:lnTo>
                <a:lnTo>
                  <a:pt x="13012" y="1065"/>
                </a:lnTo>
                <a:lnTo>
                  <a:pt x="13329" y="1065"/>
                </a:lnTo>
                <a:lnTo>
                  <a:pt x="13329" y="887"/>
                </a:lnTo>
                <a:lnTo>
                  <a:pt x="13329" y="621"/>
                </a:lnTo>
                <a:lnTo>
                  <a:pt x="13647" y="621"/>
                </a:lnTo>
                <a:lnTo>
                  <a:pt x="13647" y="443"/>
                </a:lnTo>
                <a:lnTo>
                  <a:pt x="13647" y="177"/>
                </a:lnTo>
                <a:lnTo>
                  <a:pt x="13647" y="0"/>
                </a:lnTo>
              </a:path>
            </a:pathLst>
          </a:custGeom>
          <a:ln w="135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323444" y="3348432"/>
            <a:ext cx="13488" cy="50413"/>
          </a:xfrm>
          <a:custGeom>
            <a:avLst/>
            <a:gdLst/>
            <a:ahLst/>
            <a:cxnLst/>
            <a:rect l="l" t="t" r="r" b="b"/>
            <a:pathLst>
              <a:path w="13488" h="50413">
                <a:moveTo>
                  <a:pt x="0" y="50413"/>
                </a:moveTo>
                <a:lnTo>
                  <a:pt x="0" y="50146"/>
                </a:lnTo>
                <a:lnTo>
                  <a:pt x="476" y="50146"/>
                </a:lnTo>
                <a:lnTo>
                  <a:pt x="476" y="49969"/>
                </a:lnTo>
                <a:lnTo>
                  <a:pt x="476" y="49791"/>
                </a:lnTo>
                <a:lnTo>
                  <a:pt x="476" y="49525"/>
                </a:lnTo>
                <a:lnTo>
                  <a:pt x="793" y="49525"/>
                </a:lnTo>
                <a:lnTo>
                  <a:pt x="793" y="49348"/>
                </a:lnTo>
                <a:lnTo>
                  <a:pt x="793" y="49081"/>
                </a:lnTo>
                <a:lnTo>
                  <a:pt x="793" y="48904"/>
                </a:lnTo>
                <a:lnTo>
                  <a:pt x="793" y="48726"/>
                </a:lnTo>
                <a:lnTo>
                  <a:pt x="1269" y="48726"/>
                </a:lnTo>
                <a:lnTo>
                  <a:pt x="1269" y="48460"/>
                </a:lnTo>
                <a:lnTo>
                  <a:pt x="1269" y="48283"/>
                </a:lnTo>
                <a:lnTo>
                  <a:pt x="1269" y="48016"/>
                </a:lnTo>
                <a:lnTo>
                  <a:pt x="1269" y="47839"/>
                </a:lnTo>
                <a:lnTo>
                  <a:pt x="1269" y="47573"/>
                </a:lnTo>
                <a:lnTo>
                  <a:pt x="1269" y="47395"/>
                </a:lnTo>
                <a:lnTo>
                  <a:pt x="1586" y="47217"/>
                </a:lnTo>
                <a:lnTo>
                  <a:pt x="1586" y="46951"/>
                </a:lnTo>
                <a:lnTo>
                  <a:pt x="1586" y="46774"/>
                </a:lnTo>
                <a:lnTo>
                  <a:pt x="1586" y="46507"/>
                </a:lnTo>
                <a:lnTo>
                  <a:pt x="1586" y="46330"/>
                </a:lnTo>
                <a:lnTo>
                  <a:pt x="2062" y="46330"/>
                </a:lnTo>
                <a:lnTo>
                  <a:pt x="2062" y="46152"/>
                </a:lnTo>
                <a:lnTo>
                  <a:pt x="2062" y="45886"/>
                </a:lnTo>
                <a:lnTo>
                  <a:pt x="2062" y="45709"/>
                </a:lnTo>
                <a:lnTo>
                  <a:pt x="2380" y="45442"/>
                </a:lnTo>
                <a:lnTo>
                  <a:pt x="2380" y="45265"/>
                </a:lnTo>
                <a:lnTo>
                  <a:pt x="2380" y="44999"/>
                </a:lnTo>
                <a:lnTo>
                  <a:pt x="2697" y="44821"/>
                </a:lnTo>
                <a:lnTo>
                  <a:pt x="2697" y="44377"/>
                </a:lnTo>
                <a:lnTo>
                  <a:pt x="2697" y="44200"/>
                </a:lnTo>
                <a:lnTo>
                  <a:pt x="2697" y="43934"/>
                </a:lnTo>
                <a:lnTo>
                  <a:pt x="3173" y="43756"/>
                </a:lnTo>
                <a:lnTo>
                  <a:pt x="3173" y="43579"/>
                </a:lnTo>
                <a:lnTo>
                  <a:pt x="3173" y="43312"/>
                </a:lnTo>
                <a:lnTo>
                  <a:pt x="3173" y="43135"/>
                </a:lnTo>
                <a:lnTo>
                  <a:pt x="3173" y="42868"/>
                </a:lnTo>
                <a:lnTo>
                  <a:pt x="3173" y="42691"/>
                </a:lnTo>
                <a:lnTo>
                  <a:pt x="3173" y="42425"/>
                </a:lnTo>
                <a:lnTo>
                  <a:pt x="3173" y="42247"/>
                </a:lnTo>
                <a:lnTo>
                  <a:pt x="3173" y="42070"/>
                </a:lnTo>
                <a:lnTo>
                  <a:pt x="3491" y="41803"/>
                </a:lnTo>
                <a:lnTo>
                  <a:pt x="3491" y="41626"/>
                </a:lnTo>
                <a:lnTo>
                  <a:pt x="3491" y="41360"/>
                </a:lnTo>
                <a:lnTo>
                  <a:pt x="3491" y="41182"/>
                </a:lnTo>
                <a:lnTo>
                  <a:pt x="3967" y="41005"/>
                </a:lnTo>
                <a:lnTo>
                  <a:pt x="3967" y="40738"/>
                </a:lnTo>
                <a:lnTo>
                  <a:pt x="3967" y="40561"/>
                </a:lnTo>
                <a:lnTo>
                  <a:pt x="3967" y="40295"/>
                </a:lnTo>
                <a:lnTo>
                  <a:pt x="4284" y="39851"/>
                </a:lnTo>
                <a:lnTo>
                  <a:pt x="4284" y="39673"/>
                </a:lnTo>
                <a:lnTo>
                  <a:pt x="4284" y="39496"/>
                </a:lnTo>
                <a:lnTo>
                  <a:pt x="4284" y="39229"/>
                </a:lnTo>
                <a:lnTo>
                  <a:pt x="4601" y="38786"/>
                </a:lnTo>
                <a:lnTo>
                  <a:pt x="4601" y="38608"/>
                </a:lnTo>
                <a:lnTo>
                  <a:pt x="4601" y="38431"/>
                </a:lnTo>
                <a:lnTo>
                  <a:pt x="4601" y="38164"/>
                </a:lnTo>
                <a:lnTo>
                  <a:pt x="5077" y="37721"/>
                </a:lnTo>
                <a:lnTo>
                  <a:pt x="5077" y="37543"/>
                </a:lnTo>
                <a:lnTo>
                  <a:pt x="5077" y="37277"/>
                </a:lnTo>
                <a:lnTo>
                  <a:pt x="5077" y="37099"/>
                </a:lnTo>
                <a:lnTo>
                  <a:pt x="5077" y="36922"/>
                </a:lnTo>
                <a:lnTo>
                  <a:pt x="5077" y="36656"/>
                </a:lnTo>
                <a:lnTo>
                  <a:pt x="5077" y="36478"/>
                </a:lnTo>
                <a:lnTo>
                  <a:pt x="5077" y="36212"/>
                </a:lnTo>
                <a:lnTo>
                  <a:pt x="5077" y="35857"/>
                </a:lnTo>
                <a:lnTo>
                  <a:pt x="5395" y="35857"/>
                </a:lnTo>
                <a:lnTo>
                  <a:pt x="5395" y="35591"/>
                </a:lnTo>
                <a:lnTo>
                  <a:pt x="5395" y="35413"/>
                </a:lnTo>
                <a:lnTo>
                  <a:pt x="5395" y="34969"/>
                </a:lnTo>
                <a:lnTo>
                  <a:pt x="5395" y="34792"/>
                </a:lnTo>
                <a:lnTo>
                  <a:pt x="5871" y="34525"/>
                </a:lnTo>
                <a:lnTo>
                  <a:pt x="5871" y="34348"/>
                </a:lnTo>
                <a:lnTo>
                  <a:pt x="5871" y="34082"/>
                </a:lnTo>
                <a:lnTo>
                  <a:pt x="5871" y="33904"/>
                </a:lnTo>
                <a:lnTo>
                  <a:pt x="5871" y="33460"/>
                </a:lnTo>
                <a:lnTo>
                  <a:pt x="6188" y="33283"/>
                </a:lnTo>
                <a:lnTo>
                  <a:pt x="6188" y="32839"/>
                </a:lnTo>
                <a:lnTo>
                  <a:pt x="6188" y="32573"/>
                </a:lnTo>
                <a:lnTo>
                  <a:pt x="6664" y="32395"/>
                </a:lnTo>
                <a:lnTo>
                  <a:pt x="6664" y="32218"/>
                </a:lnTo>
                <a:lnTo>
                  <a:pt x="6664" y="31952"/>
                </a:lnTo>
                <a:lnTo>
                  <a:pt x="6664" y="31774"/>
                </a:lnTo>
                <a:lnTo>
                  <a:pt x="6664" y="31330"/>
                </a:lnTo>
                <a:lnTo>
                  <a:pt x="6982" y="31064"/>
                </a:lnTo>
                <a:lnTo>
                  <a:pt x="6982" y="30886"/>
                </a:lnTo>
                <a:lnTo>
                  <a:pt x="6982" y="30709"/>
                </a:lnTo>
                <a:lnTo>
                  <a:pt x="6982" y="30443"/>
                </a:lnTo>
                <a:lnTo>
                  <a:pt x="6982" y="29999"/>
                </a:lnTo>
                <a:lnTo>
                  <a:pt x="7299" y="29821"/>
                </a:lnTo>
                <a:lnTo>
                  <a:pt x="7299" y="29644"/>
                </a:lnTo>
                <a:lnTo>
                  <a:pt x="7299" y="29378"/>
                </a:lnTo>
                <a:lnTo>
                  <a:pt x="7299" y="28934"/>
                </a:lnTo>
                <a:lnTo>
                  <a:pt x="7299" y="28756"/>
                </a:lnTo>
                <a:lnTo>
                  <a:pt x="7299" y="28490"/>
                </a:lnTo>
                <a:lnTo>
                  <a:pt x="7299" y="28313"/>
                </a:lnTo>
                <a:lnTo>
                  <a:pt x="7299" y="28135"/>
                </a:lnTo>
                <a:lnTo>
                  <a:pt x="7299" y="27691"/>
                </a:lnTo>
                <a:lnTo>
                  <a:pt x="7775" y="27425"/>
                </a:lnTo>
                <a:lnTo>
                  <a:pt x="7775" y="27247"/>
                </a:lnTo>
                <a:lnTo>
                  <a:pt x="7775" y="27070"/>
                </a:lnTo>
                <a:lnTo>
                  <a:pt x="7775" y="26626"/>
                </a:lnTo>
                <a:lnTo>
                  <a:pt x="7775" y="26360"/>
                </a:lnTo>
                <a:lnTo>
                  <a:pt x="8093" y="26182"/>
                </a:lnTo>
                <a:lnTo>
                  <a:pt x="8093" y="25916"/>
                </a:lnTo>
                <a:lnTo>
                  <a:pt x="8093" y="25561"/>
                </a:lnTo>
                <a:lnTo>
                  <a:pt x="8093" y="25295"/>
                </a:lnTo>
                <a:lnTo>
                  <a:pt x="8093" y="25117"/>
                </a:lnTo>
                <a:lnTo>
                  <a:pt x="8569" y="24851"/>
                </a:lnTo>
                <a:lnTo>
                  <a:pt x="8569" y="24496"/>
                </a:lnTo>
                <a:lnTo>
                  <a:pt x="8569" y="24230"/>
                </a:lnTo>
                <a:lnTo>
                  <a:pt x="8569" y="23786"/>
                </a:lnTo>
                <a:lnTo>
                  <a:pt x="8886" y="23342"/>
                </a:lnTo>
                <a:lnTo>
                  <a:pt x="8886" y="22987"/>
                </a:lnTo>
                <a:lnTo>
                  <a:pt x="8886" y="22721"/>
                </a:lnTo>
                <a:lnTo>
                  <a:pt x="8886" y="22543"/>
                </a:lnTo>
                <a:lnTo>
                  <a:pt x="9203" y="22277"/>
                </a:lnTo>
                <a:lnTo>
                  <a:pt x="9203" y="21922"/>
                </a:lnTo>
                <a:lnTo>
                  <a:pt x="9203" y="21656"/>
                </a:lnTo>
                <a:lnTo>
                  <a:pt x="9203" y="21478"/>
                </a:lnTo>
                <a:lnTo>
                  <a:pt x="9203" y="21035"/>
                </a:lnTo>
                <a:lnTo>
                  <a:pt x="9203" y="20768"/>
                </a:lnTo>
                <a:lnTo>
                  <a:pt x="9203" y="20413"/>
                </a:lnTo>
                <a:lnTo>
                  <a:pt x="9203" y="19970"/>
                </a:lnTo>
                <a:lnTo>
                  <a:pt x="9203" y="19526"/>
                </a:lnTo>
                <a:lnTo>
                  <a:pt x="9679" y="19348"/>
                </a:lnTo>
                <a:lnTo>
                  <a:pt x="9679" y="19082"/>
                </a:lnTo>
                <a:lnTo>
                  <a:pt x="9679" y="18638"/>
                </a:lnTo>
                <a:lnTo>
                  <a:pt x="9679" y="18461"/>
                </a:lnTo>
                <a:lnTo>
                  <a:pt x="9679" y="18017"/>
                </a:lnTo>
                <a:lnTo>
                  <a:pt x="9997" y="17839"/>
                </a:lnTo>
                <a:lnTo>
                  <a:pt x="9997" y="17573"/>
                </a:lnTo>
                <a:lnTo>
                  <a:pt x="9997" y="17129"/>
                </a:lnTo>
                <a:lnTo>
                  <a:pt x="9997" y="16774"/>
                </a:lnTo>
                <a:lnTo>
                  <a:pt x="10473" y="16774"/>
                </a:lnTo>
                <a:lnTo>
                  <a:pt x="10473" y="16331"/>
                </a:lnTo>
                <a:lnTo>
                  <a:pt x="10473" y="15887"/>
                </a:lnTo>
                <a:lnTo>
                  <a:pt x="10473" y="15620"/>
                </a:lnTo>
                <a:lnTo>
                  <a:pt x="10473" y="15443"/>
                </a:lnTo>
                <a:lnTo>
                  <a:pt x="10790" y="14999"/>
                </a:lnTo>
                <a:lnTo>
                  <a:pt x="10790" y="14555"/>
                </a:lnTo>
                <a:lnTo>
                  <a:pt x="10790" y="14378"/>
                </a:lnTo>
                <a:lnTo>
                  <a:pt x="10790" y="14200"/>
                </a:lnTo>
                <a:lnTo>
                  <a:pt x="10790" y="13757"/>
                </a:lnTo>
                <a:lnTo>
                  <a:pt x="11266" y="13313"/>
                </a:lnTo>
                <a:lnTo>
                  <a:pt x="11266" y="12869"/>
                </a:lnTo>
                <a:lnTo>
                  <a:pt x="11266" y="12425"/>
                </a:lnTo>
                <a:lnTo>
                  <a:pt x="11266" y="11982"/>
                </a:lnTo>
                <a:lnTo>
                  <a:pt x="11584" y="11982"/>
                </a:lnTo>
                <a:lnTo>
                  <a:pt x="11584" y="11626"/>
                </a:lnTo>
                <a:lnTo>
                  <a:pt x="11584" y="11183"/>
                </a:lnTo>
                <a:lnTo>
                  <a:pt x="11584" y="10916"/>
                </a:lnTo>
                <a:lnTo>
                  <a:pt x="11584" y="10739"/>
                </a:lnTo>
                <a:lnTo>
                  <a:pt x="11584" y="10295"/>
                </a:lnTo>
                <a:lnTo>
                  <a:pt x="11584" y="9851"/>
                </a:lnTo>
                <a:lnTo>
                  <a:pt x="11584" y="9674"/>
                </a:lnTo>
                <a:lnTo>
                  <a:pt x="11584" y="9230"/>
                </a:lnTo>
                <a:lnTo>
                  <a:pt x="11901" y="8786"/>
                </a:lnTo>
                <a:lnTo>
                  <a:pt x="11901" y="8609"/>
                </a:lnTo>
                <a:lnTo>
                  <a:pt x="11901" y="8343"/>
                </a:lnTo>
                <a:lnTo>
                  <a:pt x="11901" y="7988"/>
                </a:lnTo>
                <a:lnTo>
                  <a:pt x="11901" y="7544"/>
                </a:lnTo>
                <a:lnTo>
                  <a:pt x="12377" y="7277"/>
                </a:lnTo>
                <a:lnTo>
                  <a:pt x="12377" y="6834"/>
                </a:lnTo>
                <a:lnTo>
                  <a:pt x="12377" y="6656"/>
                </a:lnTo>
                <a:lnTo>
                  <a:pt x="12377" y="6212"/>
                </a:lnTo>
                <a:lnTo>
                  <a:pt x="12377" y="6035"/>
                </a:lnTo>
                <a:lnTo>
                  <a:pt x="12694" y="5591"/>
                </a:lnTo>
                <a:lnTo>
                  <a:pt x="12694" y="5147"/>
                </a:lnTo>
                <a:lnTo>
                  <a:pt x="12694" y="4970"/>
                </a:lnTo>
                <a:lnTo>
                  <a:pt x="12694" y="4526"/>
                </a:lnTo>
                <a:lnTo>
                  <a:pt x="13170" y="4082"/>
                </a:lnTo>
                <a:lnTo>
                  <a:pt x="13170" y="3905"/>
                </a:lnTo>
                <a:lnTo>
                  <a:pt x="13170" y="3638"/>
                </a:lnTo>
                <a:lnTo>
                  <a:pt x="13170" y="3195"/>
                </a:lnTo>
                <a:lnTo>
                  <a:pt x="13170" y="2840"/>
                </a:lnTo>
                <a:lnTo>
                  <a:pt x="13488" y="2573"/>
                </a:lnTo>
                <a:lnTo>
                  <a:pt x="13488" y="2130"/>
                </a:lnTo>
                <a:lnTo>
                  <a:pt x="13488" y="1686"/>
                </a:lnTo>
                <a:lnTo>
                  <a:pt x="13488" y="1508"/>
                </a:lnTo>
                <a:lnTo>
                  <a:pt x="13488" y="1065"/>
                </a:lnTo>
                <a:lnTo>
                  <a:pt x="13488" y="621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1896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336933" y="3259854"/>
            <a:ext cx="13805" cy="88578"/>
          </a:xfrm>
          <a:custGeom>
            <a:avLst/>
            <a:gdLst/>
            <a:ahLst/>
            <a:cxnLst/>
            <a:rect l="l" t="t" r="r" b="b"/>
            <a:pathLst>
              <a:path w="13805" h="88578">
                <a:moveTo>
                  <a:pt x="0" y="88578"/>
                </a:moveTo>
                <a:lnTo>
                  <a:pt x="0" y="88134"/>
                </a:lnTo>
                <a:lnTo>
                  <a:pt x="0" y="87690"/>
                </a:lnTo>
                <a:lnTo>
                  <a:pt x="317" y="87513"/>
                </a:lnTo>
                <a:lnTo>
                  <a:pt x="317" y="87069"/>
                </a:lnTo>
                <a:lnTo>
                  <a:pt x="317" y="86625"/>
                </a:lnTo>
                <a:lnTo>
                  <a:pt x="317" y="86447"/>
                </a:lnTo>
                <a:lnTo>
                  <a:pt x="793" y="86004"/>
                </a:lnTo>
                <a:lnTo>
                  <a:pt x="793" y="85560"/>
                </a:lnTo>
                <a:lnTo>
                  <a:pt x="793" y="85382"/>
                </a:lnTo>
                <a:lnTo>
                  <a:pt x="793" y="84939"/>
                </a:lnTo>
                <a:lnTo>
                  <a:pt x="793" y="84495"/>
                </a:lnTo>
                <a:lnTo>
                  <a:pt x="1110" y="84051"/>
                </a:lnTo>
                <a:lnTo>
                  <a:pt x="1110" y="83874"/>
                </a:lnTo>
                <a:lnTo>
                  <a:pt x="1110" y="83430"/>
                </a:lnTo>
                <a:lnTo>
                  <a:pt x="1110" y="82986"/>
                </a:lnTo>
                <a:lnTo>
                  <a:pt x="1110" y="82808"/>
                </a:lnTo>
                <a:lnTo>
                  <a:pt x="1586" y="82365"/>
                </a:lnTo>
                <a:lnTo>
                  <a:pt x="1586" y="81921"/>
                </a:lnTo>
                <a:lnTo>
                  <a:pt x="1586" y="81743"/>
                </a:lnTo>
                <a:lnTo>
                  <a:pt x="1586" y="81300"/>
                </a:lnTo>
                <a:lnTo>
                  <a:pt x="1586" y="80856"/>
                </a:lnTo>
                <a:lnTo>
                  <a:pt x="1904" y="80678"/>
                </a:lnTo>
                <a:lnTo>
                  <a:pt x="1904" y="80235"/>
                </a:lnTo>
                <a:lnTo>
                  <a:pt x="1904" y="79791"/>
                </a:lnTo>
                <a:lnTo>
                  <a:pt x="1904" y="79347"/>
                </a:lnTo>
                <a:lnTo>
                  <a:pt x="2221" y="78903"/>
                </a:lnTo>
                <a:lnTo>
                  <a:pt x="2221" y="78548"/>
                </a:lnTo>
                <a:lnTo>
                  <a:pt x="2221" y="78282"/>
                </a:lnTo>
                <a:lnTo>
                  <a:pt x="2221" y="77838"/>
                </a:lnTo>
                <a:lnTo>
                  <a:pt x="2221" y="77483"/>
                </a:lnTo>
                <a:lnTo>
                  <a:pt x="2221" y="77039"/>
                </a:lnTo>
                <a:lnTo>
                  <a:pt x="2221" y="76773"/>
                </a:lnTo>
                <a:lnTo>
                  <a:pt x="2221" y="76152"/>
                </a:lnTo>
                <a:lnTo>
                  <a:pt x="2221" y="75974"/>
                </a:lnTo>
                <a:lnTo>
                  <a:pt x="2221" y="75531"/>
                </a:lnTo>
                <a:lnTo>
                  <a:pt x="2697" y="75087"/>
                </a:lnTo>
                <a:lnTo>
                  <a:pt x="2697" y="74643"/>
                </a:lnTo>
                <a:lnTo>
                  <a:pt x="2697" y="74465"/>
                </a:lnTo>
                <a:lnTo>
                  <a:pt x="2697" y="74022"/>
                </a:lnTo>
                <a:lnTo>
                  <a:pt x="2697" y="73578"/>
                </a:lnTo>
                <a:lnTo>
                  <a:pt x="3015" y="73134"/>
                </a:lnTo>
                <a:lnTo>
                  <a:pt x="3015" y="72690"/>
                </a:lnTo>
                <a:lnTo>
                  <a:pt x="3015" y="72335"/>
                </a:lnTo>
                <a:lnTo>
                  <a:pt x="3015" y="72069"/>
                </a:lnTo>
                <a:lnTo>
                  <a:pt x="3491" y="71448"/>
                </a:lnTo>
                <a:lnTo>
                  <a:pt x="3491" y="71182"/>
                </a:lnTo>
                <a:lnTo>
                  <a:pt x="3491" y="70826"/>
                </a:lnTo>
                <a:lnTo>
                  <a:pt x="3491" y="70383"/>
                </a:lnTo>
                <a:lnTo>
                  <a:pt x="3491" y="69939"/>
                </a:lnTo>
                <a:lnTo>
                  <a:pt x="3808" y="69495"/>
                </a:lnTo>
                <a:lnTo>
                  <a:pt x="3808" y="69051"/>
                </a:lnTo>
                <a:lnTo>
                  <a:pt x="3808" y="68874"/>
                </a:lnTo>
                <a:lnTo>
                  <a:pt x="3808" y="68430"/>
                </a:lnTo>
                <a:lnTo>
                  <a:pt x="3808" y="67809"/>
                </a:lnTo>
                <a:lnTo>
                  <a:pt x="4284" y="67543"/>
                </a:lnTo>
                <a:lnTo>
                  <a:pt x="4284" y="67188"/>
                </a:lnTo>
                <a:lnTo>
                  <a:pt x="4284" y="66744"/>
                </a:lnTo>
                <a:lnTo>
                  <a:pt x="4284" y="66300"/>
                </a:lnTo>
                <a:lnTo>
                  <a:pt x="4284" y="65856"/>
                </a:lnTo>
                <a:lnTo>
                  <a:pt x="4284" y="65412"/>
                </a:lnTo>
                <a:lnTo>
                  <a:pt x="4284" y="65235"/>
                </a:lnTo>
                <a:lnTo>
                  <a:pt x="4284" y="64614"/>
                </a:lnTo>
                <a:lnTo>
                  <a:pt x="4284" y="64170"/>
                </a:lnTo>
                <a:lnTo>
                  <a:pt x="4601" y="63904"/>
                </a:lnTo>
                <a:lnTo>
                  <a:pt x="4601" y="63282"/>
                </a:lnTo>
                <a:lnTo>
                  <a:pt x="4601" y="62838"/>
                </a:lnTo>
                <a:lnTo>
                  <a:pt x="4601" y="62661"/>
                </a:lnTo>
                <a:lnTo>
                  <a:pt x="4601" y="62217"/>
                </a:lnTo>
                <a:lnTo>
                  <a:pt x="4919" y="61773"/>
                </a:lnTo>
                <a:lnTo>
                  <a:pt x="4919" y="61330"/>
                </a:lnTo>
                <a:lnTo>
                  <a:pt x="4919" y="60886"/>
                </a:lnTo>
                <a:lnTo>
                  <a:pt x="4919" y="60531"/>
                </a:lnTo>
                <a:lnTo>
                  <a:pt x="4919" y="60087"/>
                </a:lnTo>
                <a:lnTo>
                  <a:pt x="5395" y="59643"/>
                </a:lnTo>
                <a:lnTo>
                  <a:pt x="5395" y="59200"/>
                </a:lnTo>
                <a:lnTo>
                  <a:pt x="5395" y="58756"/>
                </a:lnTo>
                <a:lnTo>
                  <a:pt x="5395" y="58134"/>
                </a:lnTo>
                <a:lnTo>
                  <a:pt x="5395" y="57957"/>
                </a:lnTo>
                <a:lnTo>
                  <a:pt x="5712" y="57513"/>
                </a:lnTo>
                <a:lnTo>
                  <a:pt x="5712" y="57069"/>
                </a:lnTo>
                <a:lnTo>
                  <a:pt x="5712" y="56626"/>
                </a:lnTo>
                <a:lnTo>
                  <a:pt x="5712" y="56182"/>
                </a:lnTo>
                <a:lnTo>
                  <a:pt x="6188" y="55738"/>
                </a:lnTo>
                <a:lnTo>
                  <a:pt x="6188" y="55383"/>
                </a:lnTo>
                <a:lnTo>
                  <a:pt x="6188" y="54673"/>
                </a:lnTo>
                <a:lnTo>
                  <a:pt x="6188" y="54495"/>
                </a:lnTo>
                <a:lnTo>
                  <a:pt x="6188" y="54052"/>
                </a:lnTo>
                <a:lnTo>
                  <a:pt x="6506" y="53430"/>
                </a:lnTo>
                <a:lnTo>
                  <a:pt x="6506" y="53253"/>
                </a:lnTo>
                <a:lnTo>
                  <a:pt x="6506" y="52543"/>
                </a:lnTo>
                <a:lnTo>
                  <a:pt x="6506" y="52365"/>
                </a:lnTo>
                <a:lnTo>
                  <a:pt x="6506" y="51922"/>
                </a:lnTo>
                <a:lnTo>
                  <a:pt x="6506" y="51300"/>
                </a:lnTo>
                <a:lnTo>
                  <a:pt x="6506" y="51034"/>
                </a:lnTo>
                <a:lnTo>
                  <a:pt x="6506" y="50413"/>
                </a:lnTo>
                <a:lnTo>
                  <a:pt x="6506" y="49969"/>
                </a:lnTo>
                <a:lnTo>
                  <a:pt x="6506" y="49525"/>
                </a:lnTo>
                <a:lnTo>
                  <a:pt x="6823" y="49170"/>
                </a:lnTo>
                <a:lnTo>
                  <a:pt x="6823" y="48726"/>
                </a:lnTo>
                <a:lnTo>
                  <a:pt x="6823" y="48283"/>
                </a:lnTo>
                <a:lnTo>
                  <a:pt x="6823" y="47661"/>
                </a:lnTo>
                <a:lnTo>
                  <a:pt x="7299" y="47395"/>
                </a:lnTo>
                <a:lnTo>
                  <a:pt x="7299" y="46951"/>
                </a:lnTo>
                <a:lnTo>
                  <a:pt x="7299" y="46330"/>
                </a:lnTo>
                <a:lnTo>
                  <a:pt x="7299" y="46152"/>
                </a:lnTo>
                <a:lnTo>
                  <a:pt x="7299" y="45531"/>
                </a:lnTo>
                <a:lnTo>
                  <a:pt x="7616" y="45265"/>
                </a:lnTo>
                <a:lnTo>
                  <a:pt x="7616" y="44644"/>
                </a:lnTo>
                <a:lnTo>
                  <a:pt x="7616" y="44200"/>
                </a:lnTo>
                <a:lnTo>
                  <a:pt x="7616" y="43756"/>
                </a:lnTo>
                <a:lnTo>
                  <a:pt x="7616" y="43312"/>
                </a:lnTo>
                <a:lnTo>
                  <a:pt x="8093" y="42957"/>
                </a:lnTo>
                <a:lnTo>
                  <a:pt x="8093" y="42247"/>
                </a:lnTo>
                <a:lnTo>
                  <a:pt x="8093" y="41803"/>
                </a:lnTo>
                <a:lnTo>
                  <a:pt x="8093" y="41448"/>
                </a:lnTo>
                <a:lnTo>
                  <a:pt x="8093" y="41005"/>
                </a:lnTo>
                <a:lnTo>
                  <a:pt x="8410" y="40561"/>
                </a:lnTo>
                <a:lnTo>
                  <a:pt x="8410" y="40117"/>
                </a:lnTo>
                <a:lnTo>
                  <a:pt x="8410" y="39496"/>
                </a:lnTo>
                <a:lnTo>
                  <a:pt x="8410" y="39229"/>
                </a:lnTo>
                <a:lnTo>
                  <a:pt x="8410" y="38608"/>
                </a:lnTo>
                <a:lnTo>
                  <a:pt x="8410" y="38164"/>
                </a:lnTo>
                <a:lnTo>
                  <a:pt x="8410" y="37809"/>
                </a:lnTo>
                <a:lnTo>
                  <a:pt x="8410" y="37099"/>
                </a:lnTo>
                <a:lnTo>
                  <a:pt x="8410" y="36922"/>
                </a:lnTo>
                <a:lnTo>
                  <a:pt x="8886" y="36301"/>
                </a:lnTo>
                <a:lnTo>
                  <a:pt x="8886" y="35857"/>
                </a:lnTo>
                <a:lnTo>
                  <a:pt x="8886" y="35413"/>
                </a:lnTo>
                <a:lnTo>
                  <a:pt x="8886" y="34792"/>
                </a:lnTo>
                <a:lnTo>
                  <a:pt x="8886" y="34525"/>
                </a:lnTo>
                <a:lnTo>
                  <a:pt x="9203" y="33904"/>
                </a:lnTo>
                <a:lnTo>
                  <a:pt x="9203" y="33460"/>
                </a:lnTo>
                <a:lnTo>
                  <a:pt x="9203" y="33017"/>
                </a:lnTo>
                <a:lnTo>
                  <a:pt x="9203" y="32395"/>
                </a:lnTo>
                <a:lnTo>
                  <a:pt x="9203" y="32218"/>
                </a:lnTo>
                <a:lnTo>
                  <a:pt x="9521" y="31597"/>
                </a:lnTo>
                <a:lnTo>
                  <a:pt x="9521" y="30886"/>
                </a:lnTo>
                <a:lnTo>
                  <a:pt x="9521" y="30709"/>
                </a:lnTo>
                <a:lnTo>
                  <a:pt x="9521" y="30088"/>
                </a:lnTo>
                <a:lnTo>
                  <a:pt x="9521" y="29821"/>
                </a:lnTo>
                <a:lnTo>
                  <a:pt x="9997" y="29200"/>
                </a:lnTo>
                <a:lnTo>
                  <a:pt x="9997" y="28579"/>
                </a:lnTo>
                <a:lnTo>
                  <a:pt x="9997" y="28313"/>
                </a:lnTo>
                <a:lnTo>
                  <a:pt x="9997" y="27691"/>
                </a:lnTo>
                <a:lnTo>
                  <a:pt x="10314" y="27247"/>
                </a:lnTo>
                <a:lnTo>
                  <a:pt x="10314" y="26804"/>
                </a:lnTo>
                <a:lnTo>
                  <a:pt x="10314" y="26182"/>
                </a:lnTo>
                <a:lnTo>
                  <a:pt x="10314" y="25739"/>
                </a:lnTo>
                <a:lnTo>
                  <a:pt x="10314" y="25117"/>
                </a:lnTo>
                <a:lnTo>
                  <a:pt x="10790" y="24940"/>
                </a:lnTo>
                <a:lnTo>
                  <a:pt x="10790" y="24230"/>
                </a:lnTo>
                <a:lnTo>
                  <a:pt x="10790" y="23875"/>
                </a:lnTo>
                <a:lnTo>
                  <a:pt x="10790" y="23431"/>
                </a:lnTo>
                <a:lnTo>
                  <a:pt x="10790" y="22721"/>
                </a:lnTo>
                <a:lnTo>
                  <a:pt x="10790" y="22366"/>
                </a:lnTo>
                <a:lnTo>
                  <a:pt x="10790" y="21922"/>
                </a:lnTo>
                <a:lnTo>
                  <a:pt x="10790" y="21478"/>
                </a:lnTo>
                <a:lnTo>
                  <a:pt x="10790" y="20857"/>
                </a:lnTo>
                <a:lnTo>
                  <a:pt x="10790" y="20413"/>
                </a:lnTo>
                <a:lnTo>
                  <a:pt x="11108" y="19970"/>
                </a:lnTo>
                <a:lnTo>
                  <a:pt x="11108" y="19348"/>
                </a:lnTo>
                <a:lnTo>
                  <a:pt x="11108" y="18904"/>
                </a:lnTo>
                <a:lnTo>
                  <a:pt x="11108" y="18283"/>
                </a:lnTo>
                <a:lnTo>
                  <a:pt x="11425" y="18017"/>
                </a:lnTo>
                <a:lnTo>
                  <a:pt x="11425" y="17396"/>
                </a:lnTo>
                <a:lnTo>
                  <a:pt x="11425" y="16774"/>
                </a:lnTo>
                <a:lnTo>
                  <a:pt x="11425" y="16331"/>
                </a:lnTo>
                <a:lnTo>
                  <a:pt x="11425" y="15887"/>
                </a:lnTo>
                <a:lnTo>
                  <a:pt x="11901" y="15443"/>
                </a:lnTo>
                <a:lnTo>
                  <a:pt x="11901" y="14822"/>
                </a:lnTo>
                <a:lnTo>
                  <a:pt x="11901" y="14378"/>
                </a:lnTo>
                <a:lnTo>
                  <a:pt x="11901" y="13757"/>
                </a:lnTo>
                <a:lnTo>
                  <a:pt x="11901" y="13313"/>
                </a:lnTo>
                <a:lnTo>
                  <a:pt x="12218" y="12869"/>
                </a:lnTo>
                <a:lnTo>
                  <a:pt x="12218" y="12248"/>
                </a:lnTo>
                <a:lnTo>
                  <a:pt x="12218" y="11804"/>
                </a:lnTo>
                <a:lnTo>
                  <a:pt x="12218" y="11183"/>
                </a:lnTo>
                <a:lnTo>
                  <a:pt x="12218" y="11005"/>
                </a:lnTo>
                <a:lnTo>
                  <a:pt x="12694" y="10295"/>
                </a:lnTo>
                <a:lnTo>
                  <a:pt x="12694" y="9674"/>
                </a:lnTo>
                <a:lnTo>
                  <a:pt x="12694" y="9230"/>
                </a:lnTo>
                <a:lnTo>
                  <a:pt x="12694" y="8609"/>
                </a:lnTo>
                <a:lnTo>
                  <a:pt x="12694" y="8431"/>
                </a:lnTo>
                <a:lnTo>
                  <a:pt x="12694" y="7721"/>
                </a:lnTo>
                <a:lnTo>
                  <a:pt x="12694" y="7366"/>
                </a:lnTo>
                <a:lnTo>
                  <a:pt x="12694" y="6656"/>
                </a:lnTo>
                <a:lnTo>
                  <a:pt x="12694" y="6212"/>
                </a:lnTo>
                <a:lnTo>
                  <a:pt x="13012" y="5591"/>
                </a:lnTo>
                <a:lnTo>
                  <a:pt x="13012" y="4970"/>
                </a:lnTo>
                <a:lnTo>
                  <a:pt x="13012" y="4792"/>
                </a:lnTo>
                <a:lnTo>
                  <a:pt x="13012" y="4082"/>
                </a:lnTo>
                <a:lnTo>
                  <a:pt x="13012" y="3638"/>
                </a:lnTo>
                <a:lnTo>
                  <a:pt x="13488" y="3017"/>
                </a:lnTo>
                <a:lnTo>
                  <a:pt x="13488" y="2573"/>
                </a:lnTo>
                <a:lnTo>
                  <a:pt x="13488" y="1952"/>
                </a:lnTo>
                <a:lnTo>
                  <a:pt x="13488" y="1508"/>
                </a:lnTo>
                <a:lnTo>
                  <a:pt x="13488" y="887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3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350738" y="3142607"/>
            <a:ext cx="13329" cy="117246"/>
          </a:xfrm>
          <a:custGeom>
            <a:avLst/>
            <a:gdLst/>
            <a:ahLst/>
            <a:cxnLst/>
            <a:rect l="l" t="t" r="r" b="b"/>
            <a:pathLst>
              <a:path w="13329" h="117246">
                <a:moveTo>
                  <a:pt x="0" y="117246"/>
                </a:moveTo>
                <a:lnTo>
                  <a:pt x="0" y="116624"/>
                </a:lnTo>
                <a:lnTo>
                  <a:pt x="0" y="116181"/>
                </a:lnTo>
                <a:lnTo>
                  <a:pt x="317" y="115559"/>
                </a:lnTo>
                <a:lnTo>
                  <a:pt x="317" y="115116"/>
                </a:lnTo>
                <a:lnTo>
                  <a:pt x="317" y="114494"/>
                </a:lnTo>
                <a:lnTo>
                  <a:pt x="317" y="114050"/>
                </a:lnTo>
                <a:lnTo>
                  <a:pt x="317" y="113429"/>
                </a:lnTo>
                <a:lnTo>
                  <a:pt x="793" y="112808"/>
                </a:lnTo>
                <a:lnTo>
                  <a:pt x="793" y="112364"/>
                </a:lnTo>
                <a:lnTo>
                  <a:pt x="793" y="111743"/>
                </a:lnTo>
                <a:lnTo>
                  <a:pt x="793" y="111299"/>
                </a:lnTo>
                <a:lnTo>
                  <a:pt x="793" y="110855"/>
                </a:lnTo>
                <a:lnTo>
                  <a:pt x="793" y="110411"/>
                </a:lnTo>
                <a:lnTo>
                  <a:pt x="793" y="109790"/>
                </a:lnTo>
                <a:lnTo>
                  <a:pt x="793" y="109346"/>
                </a:lnTo>
                <a:lnTo>
                  <a:pt x="793" y="108725"/>
                </a:lnTo>
                <a:lnTo>
                  <a:pt x="793" y="108015"/>
                </a:lnTo>
                <a:lnTo>
                  <a:pt x="1110" y="107660"/>
                </a:lnTo>
                <a:lnTo>
                  <a:pt x="1110" y="106950"/>
                </a:lnTo>
                <a:lnTo>
                  <a:pt x="1110" y="106595"/>
                </a:lnTo>
                <a:lnTo>
                  <a:pt x="1110" y="105885"/>
                </a:lnTo>
                <a:lnTo>
                  <a:pt x="1586" y="105441"/>
                </a:lnTo>
                <a:lnTo>
                  <a:pt x="1586" y="104820"/>
                </a:lnTo>
                <a:lnTo>
                  <a:pt x="1586" y="104376"/>
                </a:lnTo>
                <a:lnTo>
                  <a:pt x="1586" y="103755"/>
                </a:lnTo>
                <a:lnTo>
                  <a:pt x="1586" y="103311"/>
                </a:lnTo>
                <a:lnTo>
                  <a:pt x="1904" y="102690"/>
                </a:lnTo>
                <a:lnTo>
                  <a:pt x="1904" y="102246"/>
                </a:lnTo>
                <a:lnTo>
                  <a:pt x="1904" y="101625"/>
                </a:lnTo>
                <a:lnTo>
                  <a:pt x="1904" y="101003"/>
                </a:lnTo>
                <a:lnTo>
                  <a:pt x="1904" y="100560"/>
                </a:lnTo>
                <a:lnTo>
                  <a:pt x="2221" y="99938"/>
                </a:lnTo>
                <a:lnTo>
                  <a:pt x="2221" y="99495"/>
                </a:lnTo>
                <a:lnTo>
                  <a:pt x="2221" y="98873"/>
                </a:lnTo>
                <a:lnTo>
                  <a:pt x="2221" y="98429"/>
                </a:lnTo>
                <a:lnTo>
                  <a:pt x="2221" y="97808"/>
                </a:lnTo>
                <a:lnTo>
                  <a:pt x="2697" y="97364"/>
                </a:lnTo>
                <a:lnTo>
                  <a:pt x="2697" y="96654"/>
                </a:lnTo>
                <a:lnTo>
                  <a:pt x="2697" y="96299"/>
                </a:lnTo>
                <a:lnTo>
                  <a:pt x="2697" y="95589"/>
                </a:lnTo>
                <a:lnTo>
                  <a:pt x="3015" y="94968"/>
                </a:lnTo>
                <a:lnTo>
                  <a:pt x="3015" y="94347"/>
                </a:lnTo>
                <a:lnTo>
                  <a:pt x="3015" y="93903"/>
                </a:lnTo>
                <a:lnTo>
                  <a:pt x="3015" y="93282"/>
                </a:lnTo>
                <a:lnTo>
                  <a:pt x="3015" y="92838"/>
                </a:lnTo>
                <a:lnTo>
                  <a:pt x="3015" y="92217"/>
                </a:lnTo>
                <a:lnTo>
                  <a:pt x="3015" y="91507"/>
                </a:lnTo>
                <a:lnTo>
                  <a:pt x="3015" y="91152"/>
                </a:lnTo>
                <a:lnTo>
                  <a:pt x="3015" y="90441"/>
                </a:lnTo>
                <a:lnTo>
                  <a:pt x="3015" y="90086"/>
                </a:lnTo>
                <a:lnTo>
                  <a:pt x="3491" y="89376"/>
                </a:lnTo>
                <a:lnTo>
                  <a:pt x="3491" y="88933"/>
                </a:lnTo>
                <a:lnTo>
                  <a:pt x="3491" y="88311"/>
                </a:lnTo>
                <a:lnTo>
                  <a:pt x="3491" y="87690"/>
                </a:lnTo>
                <a:lnTo>
                  <a:pt x="3491" y="87069"/>
                </a:lnTo>
                <a:lnTo>
                  <a:pt x="3808" y="86625"/>
                </a:lnTo>
                <a:lnTo>
                  <a:pt x="3808" y="86004"/>
                </a:lnTo>
                <a:lnTo>
                  <a:pt x="3808" y="85560"/>
                </a:lnTo>
                <a:lnTo>
                  <a:pt x="3808" y="84939"/>
                </a:lnTo>
                <a:lnTo>
                  <a:pt x="4125" y="84495"/>
                </a:lnTo>
                <a:lnTo>
                  <a:pt x="4125" y="83785"/>
                </a:lnTo>
                <a:lnTo>
                  <a:pt x="4125" y="83164"/>
                </a:lnTo>
                <a:lnTo>
                  <a:pt x="4125" y="82542"/>
                </a:lnTo>
                <a:lnTo>
                  <a:pt x="4125" y="82098"/>
                </a:lnTo>
                <a:lnTo>
                  <a:pt x="4601" y="81477"/>
                </a:lnTo>
                <a:lnTo>
                  <a:pt x="4601" y="81033"/>
                </a:lnTo>
                <a:lnTo>
                  <a:pt x="4601" y="80412"/>
                </a:lnTo>
                <a:lnTo>
                  <a:pt x="4601" y="79791"/>
                </a:lnTo>
                <a:lnTo>
                  <a:pt x="4601" y="79081"/>
                </a:lnTo>
                <a:lnTo>
                  <a:pt x="4919" y="78726"/>
                </a:lnTo>
                <a:lnTo>
                  <a:pt x="4919" y="78016"/>
                </a:lnTo>
                <a:lnTo>
                  <a:pt x="4919" y="77394"/>
                </a:lnTo>
                <a:lnTo>
                  <a:pt x="4919" y="76951"/>
                </a:lnTo>
                <a:lnTo>
                  <a:pt x="4919" y="76329"/>
                </a:lnTo>
                <a:lnTo>
                  <a:pt x="4919" y="75708"/>
                </a:lnTo>
                <a:lnTo>
                  <a:pt x="4919" y="74998"/>
                </a:lnTo>
                <a:lnTo>
                  <a:pt x="4919" y="74643"/>
                </a:lnTo>
                <a:lnTo>
                  <a:pt x="4919" y="73933"/>
                </a:lnTo>
                <a:lnTo>
                  <a:pt x="5395" y="73578"/>
                </a:lnTo>
                <a:lnTo>
                  <a:pt x="5395" y="72868"/>
                </a:lnTo>
                <a:lnTo>
                  <a:pt x="5395" y="72247"/>
                </a:lnTo>
                <a:lnTo>
                  <a:pt x="5395" y="71625"/>
                </a:lnTo>
                <a:lnTo>
                  <a:pt x="5395" y="71182"/>
                </a:lnTo>
                <a:lnTo>
                  <a:pt x="5712" y="70560"/>
                </a:lnTo>
                <a:lnTo>
                  <a:pt x="5712" y="70116"/>
                </a:lnTo>
                <a:lnTo>
                  <a:pt x="5712" y="69229"/>
                </a:lnTo>
                <a:lnTo>
                  <a:pt x="5712" y="68785"/>
                </a:lnTo>
                <a:lnTo>
                  <a:pt x="5712" y="68164"/>
                </a:lnTo>
                <a:lnTo>
                  <a:pt x="6188" y="67720"/>
                </a:lnTo>
                <a:lnTo>
                  <a:pt x="6188" y="66921"/>
                </a:lnTo>
                <a:lnTo>
                  <a:pt x="6188" y="66477"/>
                </a:lnTo>
                <a:lnTo>
                  <a:pt x="6188" y="65856"/>
                </a:lnTo>
                <a:lnTo>
                  <a:pt x="6188" y="65412"/>
                </a:lnTo>
                <a:lnTo>
                  <a:pt x="6506" y="64702"/>
                </a:lnTo>
                <a:lnTo>
                  <a:pt x="6506" y="64081"/>
                </a:lnTo>
                <a:lnTo>
                  <a:pt x="6506" y="63460"/>
                </a:lnTo>
                <a:lnTo>
                  <a:pt x="6506" y="63016"/>
                </a:lnTo>
                <a:lnTo>
                  <a:pt x="6823" y="62395"/>
                </a:lnTo>
                <a:lnTo>
                  <a:pt x="6823" y="61773"/>
                </a:lnTo>
                <a:lnTo>
                  <a:pt x="6823" y="61063"/>
                </a:lnTo>
                <a:lnTo>
                  <a:pt x="6823" y="60708"/>
                </a:lnTo>
                <a:lnTo>
                  <a:pt x="6823" y="59821"/>
                </a:lnTo>
                <a:lnTo>
                  <a:pt x="7299" y="59377"/>
                </a:lnTo>
                <a:lnTo>
                  <a:pt x="7299" y="58756"/>
                </a:lnTo>
                <a:lnTo>
                  <a:pt x="7299" y="58312"/>
                </a:lnTo>
                <a:lnTo>
                  <a:pt x="7299" y="57424"/>
                </a:lnTo>
                <a:lnTo>
                  <a:pt x="7299" y="56981"/>
                </a:lnTo>
                <a:lnTo>
                  <a:pt x="7299" y="56359"/>
                </a:lnTo>
                <a:lnTo>
                  <a:pt x="7299" y="55916"/>
                </a:lnTo>
                <a:lnTo>
                  <a:pt x="7299" y="55117"/>
                </a:lnTo>
                <a:lnTo>
                  <a:pt x="7299" y="54673"/>
                </a:lnTo>
                <a:lnTo>
                  <a:pt x="7299" y="54052"/>
                </a:lnTo>
                <a:lnTo>
                  <a:pt x="7616" y="53342"/>
                </a:lnTo>
                <a:lnTo>
                  <a:pt x="7616" y="52720"/>
                </a:lnTo>
                <a:lnTo>
                  <a:pt x="7616" y="52277"/>
                </a:lnTo>
                <a:lnTo>
                  <a:pt x="7616" y="51478"/>
                </a:lnTo>
                <a:lnTo>
                  <a:pt x="8093" y="51034"/>
                </a:lnTo>
                <a:lnTo>
                  <a:pt x="8093" y="50413"/>
                </a:lnTo>
                <a:lnTo>
                  <a:pt x="8093" y="49969"/>
                </a:lnTo>
                <a:lnTo>
                  <a:pt x="8093" y="49081"/>
                </a:lnTo>
                <a:lnTo>
                  <a:pt x="8093" y="48638"/>
                </a:lnTo>
                <a:lnTo>
                  <a:pt x="8410" y="48016"/>
                </a:lnTo>
                <a:lnTo>
                  <a:pt x="8410" y="47395"/>
                </a:lnTo>
                <a:lnTo>
                  <a:pt x="8410" y="46774"/>
                </a:lnTo>
                <a:lnTo>
                  <a:pt x="8410" y="46330"/>
                </a:lnTo>
                <a:lnTo>
                  <a:pt x="8410" y="45442"/>
                </a:lnTo>
                <a:lnTo>
                  <a:pt x="8727" y="44999"/>
                </a:lnTo>
                <a:lnTo>
                  <a:pt x="8727" y="44377"/>
                </a:lnTo>
                <a:lnTo>
                  <a:pt x="8727" y="43756"/>
                </a:lnTo>
                <a:lnTo>
                  <a:pt x="8727" y="43046"/>
                </a:lnTo>
                <a:lnTo>
                  <a:pt x="8727" y="42425"/>
                </a:lnTo>
                <a:lnTo>
                  <a:pt x="9203" y="41981"/>
                </a:lnTo>
                <a:lnTo>
                  <a:pt x="9203" y="41360"/>
                </a:lnTo>
                <a:lnTo>
                  <a:pt x="9203" y="40738"/>
                </a:lnTo>
                <a:lnTo>
                  <a:pt x="9203" y="40117"/>
                </a:lnTo>
                <a:lnTo>
                  <a:pt x="9203" y="39673"/>
                </a:lnTo>
                <a:lnTo>
                  <a:pt x="9203" y="38786"/>
                </a:lnTo>
                <a:lnTo>
                  <a:pt x="9203" y="38342"/>
                </a:lnTo>
                <a:lnTo>
                  <a:pt x="9203" y="37721"/>
                </a:lnTo>
                <a:lnTo>
                  <a:pt x="9203" y="37099"/>
                </a:lnTo>
                <a:lnTo>
                  <a:pt x="9521" y="36478"/>
                </a:lnTo>
                <a:lnTo>
                  <a:pt x="9521" y="35768"/>
                </a:lnTo>
                <a:lnTo>
                  <a:pt x="9521" y="35147"/>
                </a:lnTo>
                <a:lnTo>
                  <a:pt x="9521" y="34703"/>
                </a:lnTo>
                <a:lnTo>
                  <a:pt x="9521" y="33904"/>
                </a:lnTo>
                <a:lnTo>
                  <a:pt x="9997" y="33460"/>
                </a:lnTo>
                <a:lnTo>
                  <a:pt x="9997" y="32573"/>
                </a:lnTo>
                <a:lnTo>
                  <a:pt x="9997" y="32129"/>
                </a:lnTo>
                <a:lnTo>
                  <a:pt x="9997" y="31508"/>
                </a:lnTo>
                <a:lnTo>
                  <a:pt x="9997" y="30886"/>
                </a:lnTo>
                <a:lnTo>
                  <a:pt x="10314" y="30265"/>
                </a:lnTo>
                <a:lnTo>
                  <a:pt x="10314" y="29555"/>
                </a:lnTo>
                <a:lnTo>
                  <a:pt x="10314" y="28934"/>
                </a:lnTo>
                <a:lnTo>
                  <a:pt x="10314" y="28490"/>
                </a:lnTo>
                <a:lnTo>
                  <a:pt x="10790" y="27869"/>
                </a:lnTo>
                <a:lnTo>
                  <a:pt x="10790" y="27247"/>
                </a:lnTo>
                <a:lnTo>
                  <a:pt x="10790" y="26537"/>
                </a:lnTo>
                <a:lnTo>
                  <a:pt x="10790" y="25916"/>
                </a:lnTo>
                <a:lnTo>
                  <a:pt x="10790" y="25295"/>
                </a:lnTo>
                <a:lnTo>
                  <a:pt x="11108" y="24674"/>
                </a:lnTo>
                <a:lnTo>
                  <a:pt x="11108" y="24230"/>
                </a:lnTo>
                <a:lnTo>
                  <a:pt x="11108" y="23342"/>
                </a:lnTo>
                <a:lnTo>
                  <a:pt x="11108" y="22898"/>
                </a:lnTo>
                <a:lnTo>
                  <a:pt x="11108" y="22100"/>
                </a:lnTo>
                <a:lnTo>
                  <a:pt x="11425" y="21656"/>
                </a:lnTo>
                <a:lnTo>
                  <a:pt x="11425" y="20768"/>
                </a:lnTo>
                <a:lnTo>
                  <a:pt x="11425" y="20325"/>
                </a:lnTo>
                <a:lnTo>
                  <a:pt x="11425" y="19526"/>
                </a:lnTo>
                <a:lnTo>
                  <a:pt x="11425" y="19082"/>
                </a:lnTo>
                <a:lnTo>
                  <a:pt x="11425" y="18461"/>
                </a:lnTo>
                <a:lnTo>
                  <a:pt x="11425" y="17751"/>
                </a:lnTo>
                <a:lnTo>
                  <a:pt x="11425" y="17129"/>
                </a:lnTo>
                <a:lnTo>
                  <a:pt x="11425" y="16508"/>
                </a:lnTo>
                <a:lnTo>
                  <a:pt x="11901" y="16064"/>
                </a:lnTo>
                <a:lnTo>
                  <a:pt x="11901" y="15177"/>
                </a:lnTo>
                <a:lnTo>
                  <a:pt x="11901" y="14822"/>
                </a:lnTo>
                <a:lnTo>
                  <a:pt x="11901" y="13934"/>
                </a:lnTo>
                <a:lnTo>
                  <a:pt x="11901" y="13490"/>
                </a:lnTo>
                <a:lnTo>
                  <a:pt x="12218" y="12603"/>
                </a:lnTo>
                <a:lnTo>
                  <a:pt x="12218" y="12248"/>
                </a:lnTo>
                <a:lnTo>
                  <a:pt x="12218" y="11360"/>
                </a:lnTo>
                <a:lnTo>
                  <a:pt x="12218" y="10916"/>
                </a:lnTo>
                <a:lnTo>
                  <a:pt x="12218" y="10029"/>
                </a:lnTo>
                <a:lnTo>
                  <a:pt x="12694" y="9674"/>
                </a:lnTo>
                <a:lnTo>
                  <a:pt x="12694" y="8964"/>
                </a:lnTo>
                <a:lnTo>
                  <a:pt x="12694" y="8343"/>
                </a:lnTo>
                <a:lnTo>
                  <a:pt x="12694" y="7721"/>
                </a:lnTo>
                <a:lnTo>
                  <a:pt x="12694" y="7100"/>
                </a:lnTo>
                <a:lnTo>
                  <a:pt x="13012" y="6390"/>
                </a:lnTo>
                <a:lnTo>
                  <a:pt x="13012" y="5769"/>
                </a:lnTo>
                <a:lnTo>
                  <a:pt x="13012" y="5147"/>
                </a:lnTo>
                <a:lnTo>
                  <a:pt x="13012" y="4526"/>
                </a:lnTo>
                <a:lnTo>
                  <a:pt x="13329" y="3816"/>
                </a:lnTo>
                <a:lnTo>
                  <a:pt x="13329" y="3195"/>
                </a:lnTo>
                <a:lnTo>
                  <a:pt x="13329" y="2573"/>
                </a:lnTo>
                <a:lnTo>
                  <a:pt x="13329" y="1952"/>
                </a:lnTo>
                <a:lnTo>
                  <a:pt x="13329" y="1242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364068" y="3008586"/>
            <a:ext cx="13805" cy="134020"/>
          </a:xfrm>
          <a:custGeom>
            <a:avLst/>
            <a:gdLst/>
            <a:ahLst/>
            <a:cxnLst/>
            <a:rect l="l" t="t" r="r" b="b"/>
            <a:pathLst>
              <a:path w="13805" h="134020">
                <a:moveTo>
                  <a:pt x="0" y="134020"/>
                </a:moveTo>
                <a:lnTo>
                  <a:pt x="0" y="133577"/>
                </a:lnTo>
                <a:lnTo>
                  <a:pt x="0" y="132689"/>
                </a:lnTo>
                <a:lnTo>
                  <a:pt x="0" y="132068"/>
                </a:lnTo>
                <a:lnTo>
                  <a:pt x="476" y="131447"/>
                </a:lnTo>
                <a:lnTo>
                  <a:pt x="476" y="130825"/>
                </a:lnTo>
                <a:lnTo>
                  <a:pt x="476" y="130115"/>
                </a:lnTo>
                <a:lnTo>
                  <a:pt x="476" y="129494"/>
                </a:lnTo>
                <a:lnTo>
                  <a:pt x="476" y="128873"/>
                </a:lnTo>
                <a:lnTo>
                  <a:pt x="793" y="128251"/>
                </a:lnTo>
                <a:lnTo>
                  <a:pt x="793" y="127541"/>
                </a:lnTo>
                <a:lnTo>
                  <a:pt x="793" y="126920"/>
                </a:lnTo>
                <a:lnTo>
                  <a:pt x="793" y="126476"/>
                </a:lnTo>
                <a:lnTo>
                  <a:pt x="1269" y="125677"/>
                </a:lnTo>
                <a:lnTo>
                  <a:pt x="1269" y="124967"/>
                </a:lnTo>
                <a:lnTo>
                  <a:pt x="1269" y="124346"/>
                </a:lnTo>
                <a:lnTo>
                  <a:pt x="1269" y="123725"/>
                </a:lnTo>
                <a:lnTo>
                  <a:pt x="1269" y="123104"/>
                </a:lnTo>
                <a:lnTo>
                  <a:pt x="1586" y="122394"/>
                </a:lnTo>
                <a:lnTo>
                  <a:pt x="1586" y="121772"/>
                </a:lnTo>
                <a:lnTo>
                  <a:pt x="1586" y="121151"/>
                </a:lnTo>
                <a:lnTo>
                  <a:pt x="1586" y="120530"/>
                </a:lnTo>
                <a:lnTo>
                  <a:pt x="1586" y="119820"/>
                </a:lnTo>
                <a:lnTo>
                  <a:pt x="2062" y="119198"/>
                </a:lnTo>
                <a:lnTo>
                  <a:pt x="2062" y="118577"/>
                </a:lnTo>
                <a:lnTo>
                  <a:pt x="2062" y="117956"/>
                </a:lnTo>
                <a:lnTo>
                  <a:pt x="2062" y="117068"/>
                </a:lnTo>
                <a:lnTo>
                  <a:pt x="2062" y="116624"/>
                </a:lnTo>
                <a:lnTo>
                  <a:pt x="2380" y="115826"/>
                </a:lnTo>
                <a:lnTo>
                  <a:pt x="2380" y="115382"/>
                </a:lnTo>
                <a:lnTo>
                  <a:pt x="2380" y="114494"/>
                </a:lnTo>
                <a:lnTo>
                  <a:pt x="2380" y="113873"/>
                </a:lnTo>
                <a:lnTo>
                  <a:pt x="2380" y="113429"/>
                </a:lnTo>
                <a:lnTo>
                  <a:pt x="2380" y="112542"/>
                </a:lnTo>
                <a:lnTo>
                  <a:pt x="2380" y="112098"/>
                </a:lnTo>
                <a:lnTo>
                  <a:pt x="2380" y="111299"/>
                </a:lnTo>
                <a:lnTo>
                  <a:pt x="2380" y="110678"/>
                </a:lnTo>
                <a:lnTo>
                  <a:pt x="2697" y="109968"/>
                </a:lnTo>
                <a:lnTo>
                  <a:pt x="2697" y="109346"/>
                </a:lnTo>
                <a:lnTo>
                  <a:pt x="2697" y="108725"/>
                </a:lnTo>
                <a:lnTo>
                  <a:pt x="2697" y="108104"/>
                </a:lnTo>
                <a:lnTo>
                  <a:pt x="2697" y="107394"/>
                </a:lnTo>
                <a:lnTo>
                  <a:pt x="3173" y="106773"/>
                </a:lnTo>
                <a:lnTo>
                  <a:pt x="3173" y="106151"/>
                </a:lnTo>
                <a:lnTo>
                  <a:pt x="3173" y="105264"/>
                </a:lnTo>
                <a:lnTo>
                  <a:pt x="3173" y="104820"/>
                </a:lnTo>
                <a:lnTo>
                  <a:pt x="3173" y="104021"/>
                </a:lnTo>
                <a:lnTo>
                  <a:pt x="3491" y="103577"/>
                </a:lnTo>
                <a:lnTo>
                  <a:pt x="3491" y="102690"/>
                </a:lnTo>
                <a:lnTo>
                  <a:pt x="3491" y="102068"/>
                </a:lnTo>
                <a:lnTo>
                  <a:pt x="3491" y="101625"/>
                </a:lnTo>
                <a:lnTo>
                  <a:pt x="3967" y="100737"/>
                </a:lnTo>
                <a:lnTo>
                  <a:pt x="3967" y="100116"/>
                </a:lnTo>
                <a:lnTo>
                  <a:pt x="3967" y="99495"/>
                </a:lnTo>
                <a:lnTo>
                  <a:pt x="3967" y="98873"/>
                </a:lnTo>
                <a:lnTo>
                  <a:pt x="3967" y="97986"/>
                </a:lnTo>
                <a:lnTo>
                  <a:pt x="4284" y="97542"/>
                </a:lnTo>
                <a:lnTo>
                  <a:pt x="4284" y="96921"/>
                </a:lnTo>
                <a:lnTo>
                  <a:pt x="4284" y="96033"/>
                </a:lnTo>
                <a:lnTo>
                  <a:pt x="4284" y="95589"/>
                </a:lnTo>
                <a:lnTo>
                  <a:pt x="4284" y="94791"/>
                </a:lnTo>
                <a:lnTo>
                  <a:pt x="4284" y="94347"/>
                </a:lnTo>
                <a:lnTo>
                  <a:pt x="4284" y="93459"/>
                </a:lnTo>
                <a:lnTo>
                  <a:pt x="4284" y="92838"/>
                </a:lnTo>
                <a:lnTo>
                  <a:pt x="4284" y="92217"/>
                </a:lnTo>
                <a:lnTo>
                  <a:pt x="4284" y="91595"/>
                </a:lnTo>
                <a:lnTo>
                  <a:pt x="4601" y="90885"/>
                </a:lnTo>
                <a:lnTo>
                  <a:pt x="4601" y="90264"/>
                </a:lnTo>
                <a:lnTo>
                  <a:pt x="4601" y="89643"/>
                </a:lnTo>
                <a:lnTo>
                  <a:pt x="4601" y="88755"/>
                </a:lnTo>
                <a:lnTo>
                  <a:pt x="5077" y="88134"/>
                </a:lnTo>
                <a:lnTo>
                  <a:pt x="5077" y="87513"/>
                </a:lnTo>
                <a:lnTo>
                  <a:pt x="5077" y="86803"/>
                </a:lnTo>
                <a:lnTo>
                  <a:pt x="5077" y="86181"/>
                </a:lnTo>
                <a:lnTo>
                  <a:pt x="5077" y="85560"/>
                </a:lnTo>
                <a:lnTo>
                  <a:pt x="5395" y="84939"/>
                </a:lnTo>
                <a:lnTo>
                  <a:pt x="5395" y="84051"/>
                </a:lnTo>
                <a:lnTo>
                  <a:pt x="5395" y="83607"/>
                </a:lnTo>
                <a:lnTo>
                  <a:pt x="5395" y="82720"/>
                </a:lnTo>
                <a:lnTo>
                  <a:pt x="5395" y="82098"/>
                </a:lnTo>
                <a:lnTo>
                  <a:pt x="5871" y="81477"/>
                </a:lnTo>
                <a:lnTo>
                  <a:pt x="5871" y="80856"/>
                </a:lnTo>
                <a:lnTo>
                  <a:pt x="5871" y="80146"/>
                </a:lnTo>
                <a:lnTo>
                  <a:pt x="5871" y="79525"/>
                </a:lnTo>
                <a:lnTo>
                  <a:pt x="5871" y="78903"/>
                </a:lnTo>
                <a:lnTo>
                  <a:pt x="6188" y="78016"/>
                </a:lnTo>
                <a:lnTo>
                  <a:pt x="6188" y="77394"/>
                </a:lnTo>
                <a:lnTo>
                  <a:pt x="6188" y="76773"/>
                </a:lnTo>
                <a:lnTo>
                  <a:pt x="6188" y="76152"/>
                </a:lnTo>
                <a:lnTo>
                  <a:pt x="6188" y="75442"/>
                </a:lnTo>
                <a:lnTo>
                  <a:pt x="6188" y="74820"/>
                </a:lnTo>
                <a:lnTo>
                  <a:pt x="6188" y="74199"/>
                </a:lnTo>
                <a:lnTo>
                  <a:pt x="6188" y="73312"/>
                </a:lnTo>
                <a:lnTo>
                  <a:pt x="6188" y="72690"/>
                </a:lnTo>
                <a:lnTo>
                  <a:pt x="6506" y="72069"/>
                </a:lnTo>
                <a:lnTo>
                  <a:pt x="6506" y="71359"/>
                </a:lnTo>
                <a:lnTo>
                  <a:pt x="6506" y="70738"/>
                </a:lnTo>
                <a:lnTo>
                  <a:pt x="6506" y="70116"/>
                </a:lnTo>
                <a:lnTo>
                  <a:pt x="6506" y="69495"/>
                </a:lnTo>
                <a:lnTo>
                  <a:pt x="6982" y="68608"/>
                </a:lnTo>
                <a:lnTo>
                  <a:pt x="6982" y="67986"/>
                </a:lnTo>
                <a:lnTo>
                  <a:pt x="6982" y="67365"/>
                </a:lnTo>
                <a:lnTo>
                  <a:pt x="6982" y="66655"/>
                </a:lnTo>
                <a:lnTo>
                  <a:pt x="6982" y="66034"/>
                </a:lnTo>
                <a:lnTo>
                  <a:pt x="7299" y="65412"/>
                </a:lnTo>
                <a:lnTo>
                  <a:pt x="7299" y="64791"/>
                </a:lnTo>
                <a:lnTo>
                  <a:pt x="7299" y="63904"/>
                </a:lnTo>
                <a:lnTo>
                  <a:pt x="7299" y="63282"/>
                </a:lnTo>
                <a:lnTo>
                  <a:pt x="7775" y="62572"/>
                </a:lnTo>
                <a:lnTo>
                  <a:pt x="7775" y="61951"/>
                </a:lnTo>
                <a:lnTo>
                  <a:pt x="7775" y="61330"/>
                </a:lnTo>
                <a:lnTo>
                  <a:pt x="7775" y="60442"/>
                </a:lnTo>
                <a:lnTo>
                  <a:pt x="7775" y="59998"/>
                </a:lnTo>
                <a:lnTo>
                  <a:pt x="8093" y="59200"/>
                </a:lnTo>
                <a:lnTo>
                  <a:pt x="8093" y="58489"/>
                </a:lnTo>
                <a:lnTo>
                  <a:pt x="8093" y="57868"/>
                </a:lnTo>
                <a:lnTo>
                  <a:pt x="8093" y="57247"/>
                </a:lnTo>
                <a:lnTo>
                  <a:pt x="8093" y="56626"/>
                </a:lnTo>
                <a:lnTo>
                  <a:pt x="8569" y="55738"/>
                </a:lnTo>
                <a:lnTo>
                  <a:pt x="8569" y="55117"/>
                </a:lnTo>
                <a:lnTo>
                  <a:pt x="8569" y="54495"/>
                </a:lnTo>
                <a:lnTo>
                  <a:pt x="8569" y="53785"/>
                </a:lnTo>
                <a:lnTo>
                  <a:pt x="8569" y="53164"/>
                </a:lnTo>
                <a:lnTo>
                  <a:pt x="8569" y="52277"/>
                </a:lnTo>
                <a:lnTo>
                  <a:pt x="8569" y="51922"/>
                </a:lnTo>
                <a:lnTo>
                  <a:pt x="8569" y="51034"/>
                </a:lnTo>
                <a:lnTo>
                  <a:pt x="8569" y="50413"/>
                </a:lnTo>
                <a:lnTo>
                  <a:pt x="8886" y="49703"/>
                </a:lnTo>
                <a:lnTo>
                  <a:pt x="8886" y="49081"/>
                </a:lnTo>
                <a:lnTo>
                  <a:pt x="8886" y="48460"/>
                </a:lnTo>
                <a:lnTo>
                  <a:pt x="8886" y="47573"/>
                </a:lnTo>
                <a:lnTo>
                  <a:pt x="8886" y="46951"/>
                </a:lnTo>
                <a:lnTo>
                  <a:pt x="9203" y="46330"/>
                </a:lnTo>
                <a:lnTo>
                  <a:pt x="9203" y="45709"/>
                </a:lnTo>
                <a:lnTo>
                  <a:pt x="9203" y="44999"/>
                </a:lnTo>
                <a:lnTo>
                  <a:pt x="9203" y="44200"/>
                </a:lnTo>
                <a:lnTo>
                  <a:pt x="9203" y="43490"/>
                </a:lnTo>
                <a:lnTo>
                  <a:pt x="9679" y="42868"/>
                </a:lnTo>
                <a:lnTo>
                  <a:pt x="9679" y="42247"/>
                </a:lnTo>
                <a:lnTo>
                  <a:pt x="9679" y="41360"/>
                </a:lnTo>
                <a:lnTo>
                  <a:pt x="9679" y="40738"/>
                </a:lnTo>
                <a:lnTo>
                  <a:pt x="9679" y="40295"/>
                </a:lnTo>
                <a:lnTo>
                  <a:pt x="9997" y="39407"/>
                </a:lnTo>
                <a:lnTo>
                  <a:pt x="9997" y="38786"/>
                </a:lnTo>
                <a:lnTo>
                  <a:pt x="9997" y="37987"/>
                </a:lnTo>
                <a:lnTo>
                  <a:pt x="9997" y="37277"/>
                </a:lnTo>
                <a:lnTo>
                  <a:pt x="9997" y="36656"/>
                </a:lnTo>
                <a:lnTo>
                  <a:pt x="10473" y="36034"/>
                </a:lnTo>
                <a:lnTo>
                  <a:pt x="10473" y="35413"/>
                </a:lnTo>
                <a:lnTo>
                  <a:pt x="10473" y="34525"/>
                </a:lnTo>
                <a:lnTo>
                  <a:pt x="10473" y="34082"/>
                </a:lnTo>
                <a:lnTo>
                  <a:pt x="10473" y="33194"/>
                </a:lnTo>
                <a:lnTo>
                  <a:pt x="10473" y="32573"/>
                </a:lnTo>
                <a:lnTo>
                  <a:pt x="10473" y="31952"/>
                </a:lnTo>
                <a:lnTo>
                  <a:pt x="10473" y="31064"/>
                </a:lnTo>
                <a:lnTo>
                  <a:pt x="10473" y="30620"/>
                </a:lnTo>
                <a:lnTo>
                  <a:pt x="10790" y="29821"/>
                </a:lnTo>
                <a:lnTo>
                  <a:pt x="10790" y="29200"/>
                </a:lnTo>
                <a:lnTo>
                  <a:pt x="10790" y="28313"/>
                </a:lnTo>
                <a:lnTo>
                  <a:pt x="10790" y="27691"/>
                </a:lnTo>
                <a:lnTo>
                  <a:pt x="10790" y="27247"/>
                </a:lnTo>
                <a:lnTo>
                  <a:pt x="11108" y="26360"/>
                </a:lnTo>
                <a:lnTo>
                  <a:pt x="11108" y="25739"/>
                </a:lnTo>
                <a:lnTo>
                  <a:pt x="11108" y="24851"/>
                </a:lnTo>
                <a:lnTo>
                  <a:pt x="11108" y="24230"/>
                </a:lnTo>
                <a:lnTo>
                  <a:pt x="11108" y="23608"/>
                </a:lnTo>
                <a:lnTo>
                  <a:pt x="11584" y="22898"/>
                </a:lnTo>
                <a:lnTo>
                  <a:pt x="11584" y="22277"/>
                </a:lnTo>
                <a:lnTo>
                  <a:pt x="11584" y="21478"/>
                </a:lnTo>
                <a:lnTo>
                  <a:pt x="11584" y="20768"/>
                </a:lnTo>
                <a:lnTo>
                  <a:pt x="11901" y="20147"/>
                </a:lnTo>
                <a:lnTo>
                  <a:pt x="11901" y="19526"/>
                </a:lnTo>
                <a:lnTo>
                  <a:pt x="11901" y="18904"/>
                </a:lnTo>
                <a:lnTo>
                  <a:pt x="11901" y="18017"/>
                </a:lnTo>
                <a:lnTo>
                  <a:pt x="11901" y="17396"/>
                </a:lnTo>
                <a:lnTo>
                  <a:pt x="12377" y="16686"/>
                </a:lnTo>
                <a:lnTo>
                  <a:pt x="12377" y="16064"/>
                </a:lnTo>
                <a:lnTo>
                  <a:pt x="12377" y="15443"/>
                </a:lnTo>
                <a:lnTo>
                  <a:pt x="12377" y="14555"/>
                </a:lnTo>
                <a:lnTo>
                  <a:pt x="12377" y="13934"/>
                </a:lnTo>
                <a:lnTo>
                  <a:pt x="12694" y="13047"/>
                </a:lnTo>
                <a:lnTo>
                  <a:pt x="12694" y="12603"/>
                </a:lnTo>
                <a:lnTo>
                  <a:pt x="12694" y="11804"/>
                </a:lnTo>
                <a:lnTo>
                  <a:pt x="12694" y="11183"/>
                </a:lnTo>
                <a:lnTo>
                  <a:pt x="12694" y="10473"/>
                </a:lnTo>
                <a:lnTo>
                  <a:pt x="12694" y="9674"/>
                </a:lnTo>
                <a:lnTo>
                  <a:pt x="12694" y="9230"/>
                </a:lnTo>
                <a:lnTo>
                  <a:pt x="12694" y="8343"/>
                </a:lnTo>
                <a:lnTo>
                  <a:pt x="12694" y="7721"/>
                </a:lnTo>
                <a:lnTo>
                  <a:pt x="13170" y="7100"/>
                </a:lnTo>
                <a:lnTo>
                  <a:pt x="13170" y="6212"/>
                </a:lnTo>
                <a:lnTo>
                  <a:pt x="13170" y="5591"/>
                </a:lnTo>
                <a:lnTo>
                  <a:pt x="13170" y="4970"/>
                </a:lnTo>
                <a:lnTo>
                  <a:pt x="13170" y="4260"/>
                </a:lnTo>
                <a:lnTo>
                  <a:pt x="13488" y="3638"/>
                </a:lnTo>
                <a:lnTo>
                  <a:pt x="13488" y="2751"/>
                </a:lnTo>
                <a:lnTo>
                  <a:pt x="13488" y="2130"/>
                </a:lnTo>
                <a:lnTo>
                  <a:pt x="13488" y="1508"/>
                </a:lnTo>
                <a:lnTo>
                  <a:pt x="13488" y="887"/>
                </a:lnTo>
                <a:lnTo>
                  <a:pt x="13805" y="0"/>
                </a:lnTo>
              </a:path>
            </a:pathLst>
          </a:custGeom>
          <a:ln w="1945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377874" y="2870483"/>
            <a:ext cx="13488" cy="138103"/>
          </a:xfrm>
          <a:custGeom>
            <a:avLst/>
            <a:gdLst/>
            <a:ahLst/>
            <a:cxnLst/>
            <a:rect l="l" t="t" r="r" b="b"/>
            <a:pathLst>
              <a:path w="13488" h="138103">
                <a:moveTo>
                  <a:pt x="0" y="138103"/>
                </a:moveTo>
                <a:lnTo>
                  <a:pt x="0" y="137482"/>
                </a:lnTo>
                <a:lnTo>
                  <a:pt x="0" y="136772"/>
                </a:lnTo>
                <a:lnTo>
                  <a:pt x="0" y="135973"/>
                </a:lnTo>
                <a:lnTo>
                  <a:pt x="0" y="135529"/>
                </a:lnTo>
                <a:lnTo>
                  <a:pt x="476" y="134642"/>
                </a:lnTo>
                <a:lnTo>
                  <a:pt x="476" y="134020"/>
                </a:lnTo>
                <a:lnTo>
                  <a:pt x="476" y="133399"/>
                </a:lnTo>
                <a:lnTo>
                  <a:pt x="476" y="132512"/>
                </a:lnTo>
                <a:lnTo>
                  <a:pt x="793" y="131890"/>
                </a:lnTo>
                <a:lnTo>
                  <a:pt x="793" y="131269"/>
                </a:lnTo>
                <a:lnTo>
                  <a:pt x="793" y="130559"/>
                </a:lnTo>
                <a:lnTo>
                  <a:pt x="793" y="129938"/>
                </a:lnTo>
                <a:lnTo>
                  <a:pt x="793" y="129050"/>
                </a:lnTo>
                <a:lnTo>
                  <a:pt x="793" y="128429"/>
                </a:lnTo>
                <a:lnTo>
                  <a:pt x="793" y="127630"/>
                </a:lnTo>
                <a:lnTo>
                  <a:pt x="793" y="127186"/>
                </a:lnTo>
                <a:lnTo>
                  <a:pt x="793" y="126299"/>
                </a:lnTo>
                <a:lnTo>
                  <a:pt x="793" y="125677"/>
                </a:lnTo>
                <a:lnTo>
                  <a:pt x="1269" y="125056"/>
                </a:lnTo>
                <a:lnTo>
                  <a:pt x="1269" y="124169"/>
                </a:lnTo>
                <a:lnTo>
                  <a:pt x="1269" y="123547"/>
                </a:lnTo>
                <a:lnTo>
                  <a:pt x="1269" y="122837"/>
                </a:lnTo>
                <a:lnTo>
                  <a:pt x="1269" y="122216"/>
                </a:lnTo>
                <a:lnTo>
                  <a:pt x="1586" y="121595"/>
                </a:lnTo>
                <a:lnTo>
                  <a:pt x="1586" y="120707"/>
                </a:lnTo>
                <a:lnTo>
                  <a:pt x="1586" y="120086"/>
                </a:lnTo>
                <a:lnTo>
                  <a:pt x="1586" y="119198"/>
                </a:lnTo>
                <a:lnTo>
                  <a:pt x="1904" y="118843"/>
                </a:lnTo>
                <a:lnTo>
                  <a:pt x="1904" y="118133"/>
                </a:lnTo>
                <a:lnTo>
                  <a:pt x="1904" y="117334"/>
                </a:lnTo>
                <a:lnTo>
                  <a:pt x="1904" y="116624"/>
                </a:lnTo>
                <a:lnTo>
                  <a:pt x="1904" y="115826"/>
                </a:lnTo>
                <a:lnTo>
                  <a:pt x="2380" y="115116"/>
                </a:lnTo>
                <a:lnTo>
                  <a:pt x="2380" y="114494"/>
                </a:lnTo>
                <a:lnTo>
                  <a:pt x="2380" y="113873"/>
                </a:lnTo>
                <a:lnTo>
                  <a:pt x="2380" y="113252"/>
                </a:lnTo>
                <a:lnTo>
                  <a:pt x="2380" y="112364"/>
                </a:lnTo>
                <a:lnTo>
                  <a:pt x="2697" y="111743"/>
                </a:lnTo>
                <a:lnTo>
                  <a:pt x="2697" y="111122"/>
                </a:lnTo>
                <a:lnTo>
                  <a:pt x="2697" y="110234"/>
                </a:lnTo>
                <a:lnTo>
                  <a:pt x="2697" y="109790"/>
                </a:lnTo>
                <a:lnTo>
                  <a:pt x="2697" y="108903"/>
                </a:lnTo>
                <a:lnTo>
                  <a:pt x="3173" y="108281"/>
                </a:lnTo>
                <a:lnTo>
                  <a:pt x="3173" y="107394"/>
                </a:lnTo>
                <a:lnTo>
                  <a:pt x="3173" y="106773"/>
                </a:lnTo>
                <a:lnTo>
                  <a:pt x="3173" y="106151"/>
                </a:lnTo>
                <a:lnTo>
                  <a:pt x="3173" y="105264"/>
                </a:lnTo>
                <a:lnTo>
                  <a:pt x="3173" y="104820"/>
                </a:lnTo>
                <a:lnTo>
                  <a:pt x="3173" y="104021"/>
                </a:lnTo>
                <a:lnTo>
                  <a:pt x="3173" y="103400"/>
                </a:lnTo>
                <a:lnTo>
                  <a:pt x="3173" y="102690"/>
                </a:lnTo>
                <a:lnTo>
                  <a:pt x="3491" y="101891"/>
                </a:lnTo>
                <a:lnTo>
                  <a:pt x="3491" y="101181"/>
                </a:lnTo>
                <a:lnTo>
                  <a:pt x="3491" y="100560"/>
                </a:lnTo>
                <a:lnTo>
                  <a:pt x="3491" y="99938"/>
                </a:lnTo>
                <a:lnTo>
                  <a:pt x="3491" y="99317"/>
                </a:lnTo>
                <a:lnTo>
                  <a:pt x="3967" y="98429"/>
                </a:lnTo>
                <a:lnTo>
                  <a:pt x="3967" y="97808"/>
                </a:lnTo>
                <a:lnTo>
                  <a:pt x="3967" y="96921"/>
                </a:lnTo>
                <a:lnTo>
                  <a:pt x="3967" y="96299"/>
                </a:lnTo>
                <a:lnTo>
                  <a:pt x="3967" y="95678"/>
                </a:lnTo>
                <a:lnTo>
                  <a:pt x="4284" y="94968"/>
                </a:lnTo>
                <a:lnTo>
                  <a:pt x="4284" y="94347"/>
                </a:lnTo>
                <a:lnTo>
                  <a:pt x="4284" y="93459"/>
                </a:lnTo>
                <a:lnTo>
                  <a:pt x="4284" y="92838"/>
                </a:lnTo>
                <a:lnTo>
                  <a:pt x="4601" y="92217"/>
                </a:lnTo>
                <a:lnTo>
                  <a:pt x="4601" y="91595"/>
                </a:lnTo>
                <a:lnTo>
                  <a:pt x="4601" y="90885"/>
                </a:lnTo>
                <a:lnTo>
                  <a:pt x="4601" y="90086"/>
                </a:lnTo>
                <a:lnTo>
                  <a:pt x="4601" y="89465"/>
                </a:lnTo>
                <a:lnTo>
                  <a:pt x="5077" y="88578"/>
                </a:lnTo>
                <a:lnTo>
                  <a:pt x="5077" y="87956"/>
                </a:lnTo>
                <a:lnTo>
                  <a:pt x="5077" y="87246"/>
                </a:lnTo>
                <a:lnTo>
                  <a:pt x="5077" y="86625"/>
                </a:lnTo>
                <a:lnTo>
                  <a:pt x="5077" y="86004"/>
                </a:lnTo>
                <a:lnTo>
                  <a:pt x="5077" y="85116"/>
                </a:lnTo>
                <a:lnTo>
                  <a:pt x="5077" y="84495"/>
                </a:lnTo>
                <a:lnTo>
                  <a:pt x="5077" y="83874"/>
                </a:lnTo>
                <a:lnTo>
                  <a:pt x="5077" y="82986"/>
                </a:lnTo>
                <a:lnTo>
                  <a:pt x="5077" y="82542"/>
                </a:lnTo>
                <a:lnTo>
                  <a:pt x="5395" y="81743"/>
                </a:lnTo>
                <a:lnTo>
                  <a:pt x="5395" y="81033"/>
                </a:lnTo>
                <a:lnTo>
                  <a:pt x="5395" y="80412"/>
                </a:lnTo>
                <a:lnTo>
                  <a:pt x="5395" y="79791"/>
                </a:lnTo>
                <a:lnTo>
                  <a:pt x="5871" y="79170"/>
                </a:lnTo>
                <a:lnTo>
                  <a:pt x="5871" y="78282"/>
                </a:lnTo>
                <a:lnTo>
                  <a:pt x="5871" y="77838"/>
                </a:lnTo>
                <a:lnTo>
                  <a:pt x="5871" y="76951"/>
                </a:lnTo>
                <a:lnTo>
                  <a:pt x="5871" y="76329"/>
                </a:lnTo>
                <a:lnTo>
                  <a:pt x="6188" y="75442"/>
                </a:lnTo>
                <a:lnTo>
                  <a:pt x="6188" y="74820"/>
                </a:lnTo>
                <a:lnTo>
                  <a:pt x="6188" y="74199"/>
                </a:lnTo>
                <a:lnTo>
                  <a:pt x="6188" y="73578"/>
                </a:lnTo>
                <a:lnTo>
                  <a:pt x="6188" y="72957"/>
                </a:lnTo>
                <a:lnTo>
                  <a:pt x="6506" y="72069"/>
                </a:lnTo>
                <a:lnTo>
                  <a:pt x="6506" y="71448"/>
                </a:lnTo>
                <a:lnTo>
                  <a:pt x="6506" y="70738"/>
                </a:lnTo>
                <a:lnTo>
                  <a:pt x="6506" y="69939"/>
                </a:lnTo>
                <a:lnTo>
                  <a:pt x="6506" y="69229"/>
                </a:lnTo>
                <a:lnTo>
                  <a:pt x="6982" y="68608"/>
                </a:lnTo>
                <a:lnTo>
                  <a:pt x="6982" y="67986"/>
                </a:lnTo>
                <a:lnTo>
                  <a:pt x="6982" y="67365"/>
                </a:lnTo>
                <a:lnTo>
                  <a:pt x="6982" y="66477"/>
                </a:lnTo>
                <a:lnTo>
                  <a:pt x="7299" y="65856"/>
                </a:lnTo>
                <a:lnTo>
                  <a:pt x="7299" y="64969"/>
                </a:lnTo>
                <a:lnTo>
                  <a:pt x="7299" y="64525"/>
                </a:lnTo>
                <a:lnTo>
                  <a:pt x="7299" y="63726"/>
                </a:lnTo>
                <a:lnTo>
                  <a:pt x="7299" y="63016"/>
                </a:lnTo>
                <a:lnTo>
                  <a:pt x="7299" y="62395"/>
                </a:lnTo>
                <a:lnTo>
                  <a:pt x="7299" y="61507"/>
                </a:lnTo>
                <a:lnTo>
                  <a:pt x="7299" y="60886"/>
                </a:lnTo>
                <a:lnTo>
                  <a:pt x="7299" y="60265"/>
                </a:lnTo>
                <a:lnTo>
                  <a:pt x="7299" y="59643"/>
                </a:lnTo>
                <a:lnTo>
                  <a:pt x="7775" y="58933"/>
                </a:lnTo>
                <a:lnTo>
                  <a:pt x="7775" y="58134"/>
                </a:lnTo>
                <a:lnTo>
                  <a:pt x="7775" y="57513"/>
                </a:lnTo>
                <a:lnTo>
                  <a:pt x="7775" y="56626"/>
                </a:lnTo>
                <a:lnTo>
                  <a:pt x="7775" y="56182"/>
                </a:lnTo>
                <a:lnTo>
                  <a:pt x="8093" y="55561"/>
                </a:lnTo>
                <a:lnTo>
                  <a:pt x="8093" y="54673"/>
                </a:lnTo>
                <a:lnTo>
                  <a:pt x="8093" y="54052"/>
                </a:lnTo>
                <a:lnTo>
                  <a:pt x="8093" y="53164"/>
                </a:lnTo>
                <a:lnTo>
                  <a:pt x="8410" y="52543"/>
                </a:lnTo>
                <a:lnTo>
                  <a:pt x="8410" y="51922"/>
                </a:lnTo>
                <a:lnTo>
                  <a:pt x="8410" y="51300"/>
                </a:lnTo>
                <a:lnTo>
                  <a:pt x="8410" y="50590"/>
                </a:lnTo>
                <a:lnTo>
                  <a:pt x="8410" y="49791"/>
                </a:lnTo>
                <a:lnTo>
                  <a:pt x="8886" y="49081"/>
                </a:lnTo>
                <a:lnTo>
                  <a:pt x="8886" y="48460"/>
                </a:lnTo>
                <a:lnTo>
                  <a:pt x="8886" y="47573"/>
                </a:lnTo>
                <a:lnTo>
                  <a:pt x="8886" y="47217"/>
                </a:lnTo>
                <a:lnTo>
                  <a:pt x="8886" y="46330"/>
                </a:lnTo>
                <a:lnTo>
                  <a:pt x="9203" y="45709"/>
                </a:lnTo>
                <a:lnTo>
                  <a:pt x="9203" y="44821"/>
                </a:lnTo>
                <a:lnTo>
                  <a:pt x="9203" y="44200"/>
                </a:lnTo>
                <a:lnTo>
                  <a:pt x="9203" y="43756"/>
                </a:lnTo>
                <a:lnTo>
                  <a:pt x="9203" y="42868"/>
                </a:lnTo>
                <a:lnTo>
                  <a:pt x="9203" y="42247"/>
                </a:lnTo>
                <a:lnTo>
                  <a:pt x="9203" y="41360"/>
                </a:lnTo>
                <a:lnTo>
                  <a:pt x="9203" y="40738"/>
                </a:lnTo>
                <a:lnTo>
                  <a:pt x="9203" y="40117"/>
                </a:lnTo>
                <a:lnTo>
                  <a:pt x="9679" y="39496"/>
                </a:lnTo>
                <a:lnTo>
                  <a:pt x="9679" y="38786"/>
                </a:lnTo>
                <a:lnTo>
                  <a:pt x="9679" y="37987"/>
                </a:lnTo>
                <a:lnTo>
                  <a:pt x="9679" y="37277"/>
                </a:lnTo>
                <a:lnTo>
                  <a:pt x="9679" y="36656"/>
                </a:lnTo>
                <a:lnTo>
                  <a:pt x="9997" y="35857"/>
                </a:lnTo>
                <a:lnTo>
                  <a:pt x="9997" y="35413"/>
                </a:lnTo>
                <a:lnTo>
                  <a:pt x="9997" y="34525"/>
                </a:lnTo>
                <a:lnTo>
                  <a:pt x="9997" y="33904"/>
                </a:lnTo>
                <a:lnTo>
                  <a:pt x="9997" y="33017"/>
                </a:lnTo>
                <a:lnTo>
                  <a:pt x="10473" y="32395"/>
                </a:lnTo>
                <a:lnTo>
                  <a:pt x="10473" y="31952"/>
                </a:lnTo>
                <a:lnTo>
                  <a:pt x="10473" y="31064"/>
                </a:lnTo>
                <a:lnTo>
                  <a:pt x="10473" y="30443"/>
                </a:lnTo>
                <a:lnTo>
                  <a:pt x="10473" y="29555"/>
                </a:lnTo>
                <a:lnTo>
                  <a:pt x="10790" y="28934"/>
                </a:lnTo>
                <a:lnTo>
                  <a:pt x="10790" y="28313"/>
                </a:lnTo>
                <a:lnTo>
                  <a:pt x="10790" y="27691"/>
                </a:lnTo>
                <a:lnTo>
                  <a:pt x="10790" y="27070"/>
                </a:lnTo>
                <a:lnTo>
                  <a:pt x="11108" y="26182"/>
                </a:lnTo>
                <a:lnTo>
                  <a:pt x="11108" y="25561"/>
                </a:lnTo>
                <a:lnTo>
                  <a:pt x="11108" y="24851"/>
                </a:lnTo>
                <a:lnTo>
                  <a:pt x="11108" y="24230"/>
                </a:lnTo>
                <a:lnTo>
                  <a:pt x="11108" y="23608"/>
                </a:lnTo>
                <a:lnTo>
                  <a:pt x="11584" y="22721"/>
                </a:lnTo>
                <a:lnTo>
                  <a:pt x="11584" y="22100"/>
                </a:lnTo>
                <a:lnTo>
                  <a:pt x="11584" y="21212"/>
                </a:lnTo>
                <a:lnTo>
                  <a:pt x="11584" y="20768"/>
                </a:lnTo>
                <a:lnTo>
                  <a:pt x="11584" y="20147"/>
                </a:lnTo>
                <a:lnTo>
                  <a:pt x="11584" y="19348"/>
                </a:lnTo>
                <a:lnTo>
                  <a:pt x="11584" y="18638"/>
                </a:lnTo>
                <a:lnTo>
                  <a:pt x="11584" y="17839"/>
                </a:lnTo>
                <a:lnTo>
                  <a:pt x="11584" y="17396"/>
                </a:lnTo>
                <a:lnTo>
                  <a:pt x="11584" y="16508"/>
                </a:lnTo>
                <a:lnTo>
                  <a:pt x="11901" y="15887"/>
                </a:lnTo>
                <a:lnTo>
                  <a:pt x="11901" y="15265"/>
                </a:lnTo>
                <a:lnTo>
                  <a:pt x="11901" y="14378"/>
                </a:lnTo>
                <a:lnTo>
                  <a:pt x="11901" y="13934"/>
                </a:lnTo>
                <a:lnTo>
                  <a:pt x="12377" y="13047"/>
                </a:lnTo>
                <a:lnTo>
                  <a:pt x="12377" y="12425"/>
                </a:lnTo>
                <a:lnTo>
                  <a:pt x="12377" y="11804"/>
                </a:lnTo>
                <a:lnTo>
                  <a:pt x="12377" y="10916"/>
                </a:lnTo>
                <a:lnTo>
                  <a:pt x="12377" y="10473"/>
                </a:lnTo>
                <a:lnTo>
                  <a:pt x="12694" y="9674"/>
                </a:lnTo>
                <a:lnTo>
                  <a:pt x="12694" y="9053"/>
                </a:lnTo>
                <a:lnTo>
                  <a:pt x="12694" y="8343"/>
                </a:lnTo>
                <a:lnTo>
                  <a:pt x="12694" y="7544"/>
                </a:lnTo>
                <a:lnTo>
                  <a:pt x="12694" y="7100"/>
                </a:lnTo>
                <a:lnTo>
                  <a:pt x="13012" y="6212"/>
                </a:lnTo>
                <a:lnTo>
                  <a:pt x="13012" y="5591"/>
                </a:lnTo>
                <a:lnTo>
                  <a:pt x="13012" y="4704"/>
                </a:lnTo>
                <a:lnTo>
                  <a:pt x="13012" y="4260"/>
                </a:lnTo>
                <a:lnTo>
                  <a:pt x="13012" y="3638"/>
                </a:lnTo>
                <a:lnTo>
                  <a:pt x="13488" y="2840"/>
                </a:lnTo>
                <a:lnTo>
                  <a:pt x="13488" y="2130"/>
                </a:lnTo>
                <a:lnTo>
                  <a:pt x="13488" y="1331"/>
                </a:lnTo>
                <a:lnTo>
                  <a:pt x="13488" y="887"/>
                </a:lnTo>
                <a:lnTo>
                  <a:pt x="13488" y="0"/>
                </a:lnTo>
              </a:path>
            </a:pathLst>
          </a:custGeom>
          <a:ln w="194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391362" y="2740101"/>
            <a:ext cx="13329" cy="130382"/>
          </a:xfrm>
          <a:custGeom>
            <a:avLst/>
            <a:gdLst/>
            <a:ahLst/>
            <a:cxnLst/>
            <a:rect l="l" t="t" r="r" b="b"/>
            <a:pathLst>
              <a:path w="13329" h="130382">
                <a:moveTo>
                  <a:pt x="0" y="130382"/>
                </a:moveTo>
                <a:lnTo>
                  <a:pt x="0" y="129760"/>
                </a:lnTo>
                <a:lnTo>
                  <a:pt x="0" y="129139"/>
                </a:lnTo>
                <a:lnTo>
                  <a:pt x="0" y="128429"/>
                </a:lnTo>
                <a:lnTo>
                  <a:pt x="0" y="127808"/>
                </a:lnTo>
                <a:lnTo>
                  <a:pt x="317" y="126920"/>
                </a:lnTo>
                <a:lnTo>
                  <a:pt x="317" y="126299"/>
                </a:lnTo>
                <a:lnTo>
                  <a:pt x="317" y="125677"/>
                </a:lnTo>
                <a:lnTo>
                  <a:pt x="317" y="125056"/>
                </a:lnTo>
                <a:lnTo>
                  <a:pt x="317" y="124346"/>
                </a:lnTo>
                <a:lnTo>
                  <a:pt x="793" y="123547"/>
                </a:lnTo>
                <a:lnTo>
                  <a:pt x="793" y="122926"/>
                </a:lnTo>
                <a:lnTo>
                  <a:pt x="793" y="122216"/>
                </a:lnTo>
                <a:lnTo>
                  <a:pt x="793" y="121595"/>
                </a:lnTo>
                <a:lnTo>
                  <a:pt x="793" y="120973"/>
                </a:lnTo>
                <a:lnTo>
                  <a:pt x="1110" y="120086"/>
                </a:lnTo>
                <a:lnTo>
                  <a:pt x="1110" y="119642"/>
                </a:lnTo>
                <a:lnTo>
                  <a:pt x="1110" y="118843"/>
                </a:lnTo>
                <a:lnTo>
                  <a:pt x="1110" y="118133"/>
                </a:lnTo>
                <a:lnTo>
                  <a:pt x="1586" y="117334"/>
                </a:lnTo>
                <a:lnTo>
                  <a:pt x="1586" y="116891"/>
                </a:lnTo>
                <a:lnTo>
                  <a:pt x="1586" y="116269"/>
                </a:lnTo>
                <a:lnTo>
                  <a:pt x="1586" y="115382"/>
                </a:lnTo>
                <a:lnTo>
                  <a:pt x="1586" y="114761"/>
                </a:lnTo>
                <a:lnTo>
                  <a:pt x="1904" y="114050"/>
                </a:lnTo>
                <a:lnTo>
                  <a:pt x="1904" y="113429"/>
                </a:lnTo>
                <a:lnTo>
                  <a:pt x="1904" y="112630"/>
                </a:lnTo>
                <a:lnTo>
                  <a:pt x="1904" y="111920"/>
                </a:lnTo>
                <a:lnTo>
                  <a:pt x="1904" y="111565"/>
                </a:lnTo>
                <a:lnTo>
                  <a:pt x="1904" y="110678"/>
                </a:lnTo>
                <a:lnTo>
                  <a:pt x="1904" y="110056"/>
                </a:lnTo>
                <a:lnTo>
                  <a:pt x="1904" y="109169"/>
                </a:lnTo>
                <a:lnTo>
                  <a:pt x="1904" y="108725"/>
                </a:lnTo>
                <a:lnTo>
                  <a:pt x="1904" y="107838"/>
                </a:lnTo>
                <a:lnTo>
                  <a:pt x="2221" y="107216"/>
                </a:lnTo>
                <a:lnTo>
                  <a:pt x="2221" y="106773"/>
                </a:lnTo>
                <a:lnTo>
                  <a:pt x="2221" y="105974"/>
                </a:lnTo>
                <a:lnTo>
                  <a:pt x="2221" y="105264"/>
                </a:lnTo>
                <a:lnTo>
                  <a:pt x="2697" y="104465"/>
                </a:lnTo>
                <a:lnTo>
                  <a:pt x="2697" y="104021"/>
                </a:lnTo>
                <a:lnTo>
                  <a:pt x="2697" y="103134"/>
                </a:lnTo>
                <a:lnTo>
                  <a:pt x="2697" y="102512"/>
                </a:lnTo>
                <a:lnTo>
                  <a:pt x="2697" y="101891"/>
                </a:lnTo>
                <a:lnTo>
                  <a:pt x="3015" y="101270"/>
                </a:lnTo>
                <a:lnTo>
                  <a:pt x="3015" y="100560"/>
                </a:lnTo>
                <a:lnTo>
                  <a:pt x="3015" y="99761"/>
                </a:lnTo>
                <a:lnTo>
                  <a:pt x="3015" y="99317"/>
                </a:lnTo>
                <a:lnTo>
                  <a:pt x="3015" y="98429"/>
                </a:lnTo>
                <a:lnTo>
                  <a:pt x="3491" y="97808"/>
                </a:lnTo>
                <a:lnTo>
                  <a:pt x="3491" y="97187"/>
                </a:lnTo>
                <a:lnTo>
                  <a:pt x="3491" y="96477"/>
                </a:lnTo>
                <a:lnTo>
                  <a:pt x="3491" y="95856"/>
                </a:lnTo>
                <a:lnTo>
                  <a:pt x="3491" y="94968"/>
                </a:lnTo>
                <a:lnTo>
                  <a:pt x="3808" y="94613"/>
                </a:lnTo>
                <a:lnTo>
                  <a:pt x="3808" y="93725"/>
                </a:lnTo>
                <a:lnTo>
                  <a:pt x="3808" y="93104"/>
                </a:lnTo>
                <a:lnTo>
                  <a:pt x="3808" y="92660"/>
                </a:lnTo>
                <a:lnTo>
                  <a:pt x="4125" y="91773"/>
                </a:lnTo>
                <a:lnTo>
                  <a:pt x="4125" y="91152"/>
                </a:lnTo>
                <a:lnTo>
                  <a:pt x="4125" y="90264"/>
                </a:lnTo>
                <a:lnTo>
                  <a:pt x="4125" y="89909"/>
                </a:lnTo>
                <a:lnTo>
                  <a:pt x="4125" y="89021"/>
                </a:lnTo>
                <a:lnTo>
                  <a:pt x="4125" y="88400"/>
                </a:lnTo>
                <a:lnTo>
                  <a:pt x="4125" y="87956"/>
                </a:lnTo>
                <a:lnTo>
                  <a:pt x="4125" y="87069"/>
                </a:lnTo>
                <a:lnTo>
                  <a:pt x="4125" y="86447"/>
                </a:lnTo>
                <a:lnTo>
                  <a:pt x="4125" y="85826"/>
                </a:lnTo>
                <a:lnTo>
                  <a:pt x="4601" y="85116"/>
                </a:lnTo>
                <a:lnTo>
                  <a:pt x="4601" y="84317"/>
                </a:lnTo>
                <a:lnTo>
                  <a:pt x="4601" y="83874"/>
                </a:lnTo>
                <a:lnTo>
                  <a:pt x="4601" y="83252"/>
                </a:lnTo>
                <a:lnTo>
                  <a:pt x="4601" y="82365"/>
                </a:lnTo>
                <a:lnTo>
                  <a:pt x="4919" y="81921"/>
                </a:lnTo>
                <a:lnTo>
                  <a:pt x="4919" y="81033"/>
                </a:lnTo>
                <a:lnTo>
                  <a:pt x="4919" y="80412"/>
                </a:lnTo>
                <a:lnTo>
                  <a:pt x="4919" y="79791"/>
                </a:lnTo>
                <a:lnTo>
                  <a:pt x="5395" y="79170"/>
                </a:lnTo>
                <a:lnTo>
                  <a:pt x="5395" y="78459"/>
                </a:lnTo>
                <a:lnTo>
                  <a:pt x="5395" y="77838"/>
                </a:lnTo>
                <a:lnTo>
                  <a:pt x="5395" y="77217"/>
                </a:lnTo>
                <a:lnTo>
                  <a:pt x="5395" y="76329"/>
                </a:lnTo>
                <a:lnTo>
                  <a:pt x="5712" y="75886"/>
                </a:lnTo>
                <a:lnTo>
                  <a:pt x="5712" y="75087"/>
                </a:lnTo>
                <a:lnTo>
                  <a:pt x="5712" y="74465"/>
                </a:lnTo>
                <a:lnTo>
                  <a:pt x="5712" y="73755"/>
                </a:lnTo>
                <a:lnTo>
                  <a:pt x="5712" y="73134"/>
                </a:lnTo>
                <a:lnTo>
                  <a:pt x="6188" y="72513"/>
                </a:lnTo>
                <a:lnTo>
                  <a:pt x="6188" y="71892"/>
                </a:lnTo>
                <a:lnTo>
                  <a:pt x="6188" y="71182"/>
                </a:lnTo>
                <a:lnTo>
                  <a:pt x="6188" y="70383"/>
                </a:lnTo>
                <a:lnTo>
                  <a:pt x="6188" y="69939"/>
                </a:lnTo>
                <a:lnTo>
                  <a:pt x="6188" y="69051"/>
                </a:lnTo>
                <a:lnTo>
                  <a:pt x="6188" y="68430"/>
                </a:lnTo>
                <a:lnTo>
                  <a:pt x="6188" y="67809"/>
                </a:lnTo>
                <a:lnTo>
                  <a:pt x="6188" y="67099"/>
                </a:lnTo>
                <a:lnTo>
                  <a:pt x="6506" y="66744"/>
                </a:lnTo>
                <a:lnTo>
                  <a:pt x="6506" y="65856"/>
                </a:lnTo>
                <a:lnTo>
                  <a:pt x="6506" y="65235"/>
                </a:lnTo>
                <a:lnTo>
                  <a:pt x="6506" y="64525"/>
                </a:lnTo>
                <a:lnTo>
                  <a:pt x="6506" y="63904"/>
                </a:lnTo>
                <a:lnTo>
                  <a:pt x="6823" y="63105"/>
                </a:lnTo>
                <a:lnTo>
                  <a:pt x="6823" y="62661"/>
                </a:lnTo>
                <a:lnTo>
                  <a:pt x="6823" y="61951"/>
                </a:lnTo>
                <a:lnTo>
                  <a:pt x="6823" y="61330"/>
                </a:lnTo>
                <a:lnTo>
                  <a:pt x="6823" y="60708"/>
                </a:lnTo>
                <a:lnTo>
                  <a:pt x="7299" y="59821"/>
                </a:lnTo>
                <a:lnTo>
                  <a:pt x="7299" y="59377"/>
                </a:lnTo>
                <a:lnTo>
                  <a:pt x="7299" y="58578"/>
                </a:lnTo>
                <a:lnTo>
                  <a:pt x="7299" y="58134"/>
                </a:lnTo>
                <a:lnTo>
                  <a:pt x="7299" y="57247"/>
                </a:lnTo>
                <a:lnTo>
                  <a:pt x="7616" y="56626"/>
                </a:lnTo>
                <a:lnTo>
                  <a:pt x="7616" y="56004"/>
                </a:lnTo>
                <a:lnTo>
                  <a:pt x="7616" y="55383"/>
                </a:lnTo>
                <a:lnTo>
                  <a:pt x="7616" y="54939"/>
                </a:lnTo>
                <a:lnTo>
                  <a:pt x="8093" y="54052"/>
                </a:lnTo>
                <a:lnTo>
                  <a:pt x="8093" y="53430"/>
                </a:lnTo>
                <a:lnTo>
                  <a:pt x="8093" y="52809"/>
                </a:lnTo>
                <a:lnTo>
                  <a:pt x="8093" y="52099"/>
                </a:lnTo>
                <a:lnTo>
                  <a:pt x="8093" y="51478"/>
                </a:lnTo>
                <a:lnTo>
                  <a:pt x="8410" y="50856"/>
                </a:lnTo>
                <a:lnTo>
                  <a:pt x="8410" y="50235"/>
                </a:lnTo>
                <a:lnTo>
                  <a:pt x="8410" y="49525"/>
                </a:lnTo>
                <a:lnTo>
                  <a:pt x="8410" y="48904"/>
                </a:lnTo>
                <a:lnTo>
                  <a:pt x="8410" y="48283"/>
                </a:lnTo>
                <a:lnTo>
                  <a:pt x="8410" y="47661"/>
                </a:lnTo>
                <a:lnTo>
                  <a:pt x="8410" y="46774"/>
                </a:lnTo>
                <a:lnTo>
                  <a:pt x="8410" y="46330"/>
                </a:lnTo>
                <a:lnTo>
                  <a:pt x="8410" y="45442"/>
                </a:lnTo>
                <a:lnTo>
                  <a:pt x="8410" y="45087"/>
                </a:lnTo>
                <a:lnTo>
                  <a:pt x="8727" y="44200"/>
                </a:lnTo>
                <a:lnTo>
                  <a:pt x="8727" y="43756"/>
                </a:lnTo>
                <a:lnTo>
                  <a:pt x="8727" y="42868"/>
                </a:lnTo>
                <a:lnTo>
                  <a:pt x="8727" y="42513"/>
                </a:lnTo>
                <a:lnTo>
                  <a:pt x="9203" y="41803"/>
                </a:lnTo>
                <a:lnTo>
                  <a:pt x="9203" y="41005"/>
                </a:lnTo>
                <a:lnTo>
                  <a:pt x="9203" y="40561"/>
                </a:lnTo>
                <a:lnTo>
                  <a:pt x="9203" y="39673"/>
                </a:lnTo>
                <a:lnTo>
                  <a:pt x="9203" y="39229"/>
                </a:lnTo>
                <a:lnTo>
                  <a:pt x="9521" y="38431"/>
                </a:lnTo>
                <a:lnTo>
                  <a:pt x="9521" y="37987"/>
                </a:lnTo>
                <a:lnTo>
                  <a:pt x="9521" y="37099"/>
                </a:lnTo>
                <a:lnTo>
                  <a:pt x="9521" y="36656"/>
                </a:lnTo>
                <a:lnTo>
                  <a:pt x="9521" y="35857"/>
                </a:lnTo>
                <a:lnTo>
                  <a:pt x="9997" y="35413"/>
                </a:lnTo>
                <a:lnTo>
                  <a:pt x="9997" y="34792"/>
                </a:lnTo>
                <a:lnTo>
                  <a:pt x="9997" y="33904"/>
                </a:lnTo>
                <a:lnTo>
                  <a:pt x="9997" y="33460"/>
                </a:lnTo>
                <a:lnTo>
                  <a:pt x="9997" y="32573"/>
                </a:lnTo>
                <a:lnTo>
                  <a:pt x="10314" y="32218"/>
                </a:lnTo>
                <a:lnTo>
                  <a:pt x="10314" y="31330"/>
                </a:lnTo>
                <a:lnTo>
                  <a:pt x="10314" y="30886"/>
                </a:lnTo>
                <a:lnTo>
                  <a:pt x="10314" y="29999"/>
                </a:lnTo>
                <a:lnTo>
                  <a:pt x="10314" y="29644"/>
                </a:lnTo>
                <a:lnTo>
                  <a:pt x="10314" y="28756"/>
                </a:lnTo>
                <a:lnTo>
                  <a:pt x="10314" y="28313"/>
                </a:lnTo>
                <a:lnTo>
                  <a:pt x="10314" y="27691"/>
                </a:lnTo>
                <a:lnTo>
                  <a:pt x="10314" y="27070"/>
                </a:lnTo>
                <a:lnTo>
                  <a:pt x="10631" y="26360"/>
                </a:lnTo>
                <a:lnTo>
                  <a:pt x="10631" y="25739"/>
                </a:lnTo>
                <a:lnTo>
                  <a:pt x="10631" y="25117"/>
                </a:lnTo>
                <a:lnTo>
                  <a:pt x="10631" y="24496"/>
                </a:lnTo>
                <a:lnTo>
                  <a:pt x="10631" y="23786"/>
                </a:lnTo>
                <a:lnTo>
                  <a:pt x="11108" y="23165"/>
                </a:lnTo>
                <a:lnTo>
                  <a:pt x="11108" y="22543"/>
                </a:lnTo>
                <a:lnTo>
                  <a:pt x="11108" y="21922"/>
                </a:lnTo>
                <a:lnTo>
                  <a:pt x="11108" y="21212"/>
                </a:lnTo>
                <a:lnTo>
                  <a:pt x="11108" y="20591"/>
                </a:lnTo>
                <a:lnTo>
                  <a:pt x="11425" y="19970"/>
                </a:lnTo>
                <a:lnTo>
                  <a:pt x="11425" y="19348"/>
                </a:lnTo>
                <a:lnTo>
                  <a:pt x="11425" y="18638"/>
                </a:lnTo>
                <a:lnTo>
                  <a:pt x="11425" y="18283"/>
                </a:lnTo>
                <a:lnTo>
                  <a:pt x="11425" y="17573"/>
                </a:lnTo>
                <a:lnTo>
                  <a:pt x="11901" y="16952"/>
                </a:lnTo>
                <a:lnTo>
                  <a:pt x="11901" y="16331"/>
                </a:lnTo>
                <a:lnTo>
                  <a:pt x="11901" y="15709"/>
                </a:lnTo>
                <a:lnTo>
                  <a:pt x="11901" y="14999"/>
                </a:lnTo>
                <a:lnTo>
                  <a:pt x="12218" y="14378"/>
                </a:lnTo>
                <a:lnTo>
                  <a:pt x="12218" y="13757"/>
                </a:lnTo>
                <a:lnTo>
                  <a:pt x="12218" y="13135"/>
                </a:lnTo>
                <a:lnTo>
                  <a:pt x="12218" y="12425"/>
                </a:lnTo>
                <a:lnTo>
                  <a:pt x="12218" y="11804"/>
                </a:lnTo>
                <a:lnTo>
                  <a:pt x="12694" y="11183"/>
                </a:lnTo>
                <a:lnTo>
                  <a:pt x="12694" y="10739"/>
                </a:lnTo>
                <a:lnTo>
                  <a:pt x="12694" y="9851"/>
                </a:lnTo>
                <a:lnTo>
                  <a:pt x="12694" y="9496"/>
                </a:lnTo>
                <a:lnTo>
                  <a:pt x="12694" y="8786"/>
                </a:lnTo>
                <a:lnTo>
                  <a:pt x="12694" y="8165"/>
                </a:lnTo>
                <a:lnTo>
                  <a:pt x="12694" y="7544"/>
                </a:lnTo>
                <a:lnTo>
                  <a:pt x="12694" y="6922"/>
                </a:lnTo>
                <a:lnTo>
                  <a:pt x="12694" y="6479"/>
                </a:lnTo>
                <a:lnTo>
                  <a:pt x="12694" y="5591"/>
                </a:lnTo>
                <a:lnTo>
                  <a:pt x="13012" y="5147"/>
                </a:lnTo>
                <a:lnTo>
                  <a:pt x="13012" y="4349"/>
                </a:lnTo>
                <a:lnTo>
                  <a:pt x="13012" y="3905"/>
                </a:lnTo>
                <a:lnTo>
                  <a:pt x="13012" y="3017"/>
                </a:lnTo>
                <a:lnTo>
                  <a:pt x="13329" y="2573"/>
                </a:lnTo>
                <a:lnTo>
                  <a:pt x="13329" y="1952"/>
                </a:lnTo>
                <a:lnTo>
                  <a:pt x="13329" y="1331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5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404692" y="2628446"/>
            <a:ext cx="13805" cy="111654"/>
          </a:xfrm>
          <a:custGeom>
            <a:avLst/>
            <a:gdLst/>
            <a:ahLst/>
            <a:cxnLst/>
            <a:rect l="l" t="t" r="r" b="b"/>
            <a:pathLst>
              <a:path w="13805" h="111654">
                <a:moveTo>
                  <a:pt x="0" y="111654"/>
                </a:moveTo>
                <a:lnTo>
                  <a:pt x="476" y="111033"/>
                </a:lnTo>
                <a:lnTo>
                  <a:pt x="476" y="110589"/>
                </a:lnTo>
                <a:lnTo>
                  <a:pt x="476" y="109701"/>
                </a:lnTo>
                <a:lnTo>
                  <a:pt x="476" y="109346"/>
                </a:lnTo>
                <a:lnTo>
                  <a:pt x="476" y="108636"/>
                </a:lnTo>
                <a:lnTo>
                  <a:pt x="793" y="108015"/>
                </a:lnTo>
                <a:lnTo>
                  <a:pt x="793" y="107394"/>
                </a:lnTo>
                <a:lnTo>
                  <a:pt x="793" y="106773"/>
                </a:lnTo>
                <a:lnTo>
                  <a:pt x="793" y="106329"/>
                </a:lnTo>
                <a:lnTo>
                  <a:pt x="793" y="105707"/>
                </a:lnTo>
                <a:lnTo>
                  <a:pt x="1269" y="104997"/>
                </a:lnTo>
                <a:lnTo>
                  <a:pt x="1269" y="104376"/>
                </a:lnTo>
                <a:lnTo>
                  <a:pt x="1269" y="103755"/>
                </a:lnTo>
                <a:lnTo>
                  <a:pt x="1269" y="103134"/>
                </a:lnTo>
                <a:lnTo>
                  <a:pt x="1269" y="102690"/>
                </a:lnTo>
                <a:lnTo>
                  <a:pt x="1269" y="101802"/>
                </a:lnTo>
                <a:lnTo>
                  <a:pt x="1269" y="101358"/>
                </a:lnTo>
                <a:lnTo>
                  <a:pt x="1269" y="100737"/>
                </a:lnTo>
                <a:lnTo>
                  <a:pt x="1269" y="100116"/>
                </a:lnTo>
                <a:lnTo>
                  <a:pt x="1586" y="99495"/>
                </a:lnTo>
                <a:lnTo>
                  <a:pt x="1586" y="99051"/>
                </a:lnTo>
                <a:lnTo>
                  <a:pt x="1586" y="98163"/>
                </a:lnTo>
                <a:lnTo>
                  <a:pt x="1586" y="97719"/>
                </a:lnTo>
                <a:lnTo>
                  <a:pt x="1586" y="97098"/>
                </a:lnTo>
                <a:lnTo>
                  <a:pt x="1904" y="96477"/>
                </a:lnTo>
                <a:lnTo>
                  <a:pt x="1904" y="95767"/>
                </a:lnTo>
                <a:lnTo>
                  <a:pt x="1904" y="95412"/>
                </a:lnTo>
                <a:lnTo>
                  <a:pt x="1904" y="94524"/>
                </a:lnTo>
                <a:lnTo>
                  <a:pt x="1904" y="94080"/>
                </a:lnTo>
                <a:lnTo>
                  <a:pt x="2380" y="93459"/>
                </a:lnTo>
                <a:lnTo>
                  <a:pt x="2380" y="92838"/>
                </a:lnTo>
                <a:lnTo>
                  <a:pt x="2380" y="92128"/>
                </a:lnTo>
                <a:lnTo>
                  <a:pt x="2380" y="91773"/>
                </a:lnTo>
                <a:lnTo>
                  <a:pt x="2697" y="90885"/>
                </a:lnTo>
                <a:lnTo>
                  <a:pt x="2697" y="90441"/>
                </a:lnTo>
                <a:lnTo>
                  <a:pt x="2697" y="89820"/>
                </a:lnTo>
                <a:lnTo>
                  <a:pt x="2697" y="89376"/>
                </a:lnTo>
                <a:lnTo>
                  <a:pt x="2697" y="88489"/>
                </a:lnTo>
                <a:lnTo>
                  <a:pt x="3173" y="88045"/>
                </a:lnTo>
                <a:lnTo>
                  <a:pt x="3173" y="87424"/>
                </a:lnTo>
                <a:lnTo>
                  <a:pt x="3173" y="86803"/>
                </a:lnTo>
                <a:lnTo>
                  <a:pt x="3173" y="86181"/>
                </a:lnTo>
                <a:lnTo>
                  <a:pt x="3173" y="85737"/>
                </a:lnTo>
                <a:lnTo>
                  <a:pt x="3491" y="85116"/>
                </a:lnTo>
                <a:lnTo>
                  <a:pt x="3491" y="84406"/>
                </a:lnTo>
                <a:lnTo>
                  <a:pt x="3491" y="83785"/>
                </a:lnTo>
                <a:lnTo>
                  <a:pt x="3491" y="83341"/>
                </a:lnTo>
                <a:lnTo>
                  <a:pt x="3491" y="82720"/>
                </a:lnTo>
                <a:lnTo>
                  <a:pt x="3491" y="82098"/>
                </a:lnTo>
                <a:lnTo>
                  <a:pt x="3491" y="81477"/>
                </a:lnTo>
                <a:lnTo>
                  <a:pt x="3491" y="81033"/>
                </a:lnTo>
                <a:lnTo>
                  <a:pt x="3491" y="80412"/>
                </a:lnTo>
                <a:lnTo>
                  <a:pt x="3967" y="79702"/>
                </a:lnTo>
                <a:lnTo>
                  <a:pt x="3967" y="79081"/>
                </a:lnTo>
                <a:lnTo>
                  <a:pt x="3967" y="78637"/>
                </a:lnTo>
                <a:lnTo>
                  <a:pt x="3967" y="78016"/>
                </a:lnTo>
                <a:lnTo>
                  <a:pt x="3967" y="77394"/>
                </a:lnTo>
                <a:lnTo>
                  <a:pt x="4284" y="76684"/>
                </a:lnTo>
                <a:lnTo>
                  <a:pt x="4284" y="76329"/>
                </a:lnTo>
                <a:lnTo>
                  <a:pt x="4284" y="75619"/>
                </a:lnTo>
                <a:lnTo>
                  <a:pt x="4284" y="74998"/>
                </a:lnTo>
                <a:lnTo>
                  <a:pt x="4284" y="74377"/>
                </a:lnTo>
                <a:lnTo>
                  <a:pt x="4601" y="73933"/>
                </a:lnTo>
                <a:lnTo>
                  <a:pt x="4601" y="73312"/>
                </a:lnTo>
                <a:lnTo>
                  <a:pt x="4601" y="72868"/>
                </a:lnTo>
                <a:lnTo>
                  <a:pt x="4601" y="71980"/>
                </a:lnTo>
                <a:lnTo>
                  <a:pt x="4601" y="71537"/>
                </a:lnTo>
                <a:lnTo>
                  <a:pt x="5077" y="70915"/>
                </a:lnTo>
                <a:lnTo>
                  <a:pt x="5077" y="70471"/>
                </a:lnTo>
                <a:lnTo>
                  <a:pt x="5077" y="69673"/>
                </a:lnTo>
                <a:lnTo>
                  <a:pt x="5077" y="69229"/>
                </a:lnTo>
                <a:lnTo>
                  <a:pt x="5395" y="68608"/>
                </a:lnTo>
                <a:lnTo>
                  <a:pt x="5395" y="68164"/>
                </a:lnTo>
                <a:lnTo>
                  <a:pt x="5395" y="67543"/>
                </a:lnTo>
                <a:lnTo>
                  <a:pt x="5395" y="67099"/>
                </a:lnTo>
                <a:lnTo>
                  <a:pt x="5395" y="66211"/>
                </a:lnTo>
                <a:lnTo>
                  <a:pt x="5395" y="65767"/>
                </a:lnTo>
                <a:lnTo>
                  <a:pt x="5395" y="65146"/>
                </a:lnTo>
                <a:lnTo>
                  <a:pt x="5395" y="64702"/>
                </a:lnTo>
                <a:lnTo>
                  <a:pt x="5395" y="64081"/>
                </a:lnTo>
                <a:lnTo>
                  <a:pt x="5395" y="63637"/>
                </a:lnTo>
                <a:lnTo>
                  <a:pt x="5871" y="62750"/>
                </a:lnTo>
                <a:lnTo>
                  <a:pt x="5871" y="62395"/>
                </a:lnTo>
                <a:lnTo>
                  <a:pt x="5871" y="61685"/>
                </a:lnTo>
                <a:lnTo>
                  <a:pt x="5871" y="61330"/>
                </a:lnTo>
                <a:lnTo>
                  <a:pt x="5871" y="60620"/>
                </a:lnTo>
                <a:lnTo>
                  <a:pt x="6188" y="60176"/>
                </a:lnTo>
                <a:lnTo>
                  <a:pt x="6188" y="59377"/>
                </a:lnTo>
                <a:lnTo>
                  <a:pt x="6188" y="58933"/>
                </a:lnTo>
                <a:lnTo>
                  <a:pt x="6188" y="58312"/>
                </a:lnTo>
                <a:lnTo>
                  <a:pt x="6506" y="57868"/>
                </a:lnTo>
                <a:lnTo>
                  <a:pt x="6506" y="57247"/>
                </a:lnTo>
                <a:lnTo>
                  <a:pt x="6506" y="56537"/>
                </a:lnTo>
                <a:lnTo>
                  <a:pt x="6506" y="56182"/>
                </a:lnTo>
                <a:lnTo>
                  <a:pt x="6506" y="55472"/>
                </a:lnTo>
                <a:lnTo>
                  <a:pt x="6982" y="54850"/>
                </a:lnTo>
                <a:lnTo>
                  <a:pt x="6982" y="54229"/>
                </a:lnTo>
                <a:lnTo>
                  <a:pt x="6982" y="53785"/>
                </a:lnTo>
                <a:lnTo>
                  <a:pt x="6982" y="53164"/>
                </a:lnTo>
                <a:lnTo>
                  <a:pt x="6982" y="52720"/>
                </a:lnTo>
                <a:lnTo>
                  <a:pt x="7299" y="52099"/>
                </a:lnTo>
                <a:lnTo>
                  <a:pt x="7299" y="51655"/>
                </a:lnTo>
                <a:lnTo>
                  <a:pt x="7299" y="51034"/>
                </a:lnTo>
                <a:lnTo>
                  <a:pt x="7299" y="50590"/>
                </a:lnTo>
                <a:lnTo>
                  <a:pt x="7299" y="49880"/>
                </a:lnTo>
                <a:lnTo>
                  <a:pt x="7299" y="49525"/>
                </a:lnTo>
                <a:lnTo>
                  <a:pt x="7299" y="48638"/>
                </a:lnTo>
                <a:lnTo>
                  <a:pt x="7299" y="48194"/>
                </a:lnTo>
                <a:lnTo>
                  <a:pt x="7299" y="47573"/>
                </a:lnTo>
                <a:lnTo>
                  <a:pt x="7775" y="47129"/>
                </a:lnTo>
                <a:lnTo>
                  <a:pt x="7775" y="46507"/>
                </a:lnTo>
                <a:lnTo>
                  <a:pt x="7775" y="46064"/>
                </a:lnTo>
                <a:lnTo>
                  <a:pt x="7775" y="45442"/>
                </a:lnTo>
                <a:lnTo>
                  <a:pt x="7775" y="44732"/>
                </a:lnTo>
                <a:lnTo>
                  <a:pt x="8093" y="44377"/>
                </a:lnTo>
                <a:lnTo>
                  <a:pt x="8093" y="43667"/>
                </a:lnTo>
                <a:lnTo>
                  <a:pt x="8093" y="43312"/>
                </a:lnTo>
                <a:lnTo>
                  <a:pt x="8093" y="42602"/>
                </a:lnTo>
                <a:lnTo>
                  <a:pt x="8093" y="42158"/>
                </a:lnTo>
                <a:lnTo>
                  <a:pt x="8569" y="41537"/>
                </a:lnTo>
                <a:lnTo>
                  <a:pt x="8569" y="41093"/>
                </a:lnTo>
                <a:lnTo>
                  <a:pt x="8569" y="40472"/>
                </a:lnTo>
                <a:lnTo>
                  <a:pt x="8569" y="40028"/>
                </a:lnTo>
                <a:lnTo>
                  <a:pt x="8569" y="39407"/>
                </a:lnTo>
                <a:lnTo>
                  <a:pt x="8886" y="38963"/>
                </a:lnTo>
                <a:lnTo>
                  <a:pt x="8886" y="38342"/>
                </a:lnTo>
                <a:lnTo>
                  <a:pt x="8886" y="37721"/>
                </a:lnTo>
                <a:lnTo>
                  <a:pt x="8886" y="37277"/>
                </a:lnTo>
                <a:lnTo>
                  <a:pt x="9203" y="36656"/>
                </a:lnTo>
                <a:lnTo>
                  <a:pt x="9203" y="36212"/>
                </a:lnTo>
                <a:lnTo>
                  <a:pt x="9203" y="35591"/>
                </a:lnTo>
                <a:lnTo>
                  <a:pt x="9203" y="35147"/>
                </a:lnTo>
                <a:lnTo>
                  <a:pt x="9203" y="34525"/>
                </a:lnTo>
                <a:lnTo>
                  <a:pt x="9679" y="34082"/>
                </a:lnTo>
                <a:lnTo>
                  <a:pt x="9679" y="33372"/>
                </a:lnTo>
                <a:lnTo>
                  <a:pt x="9679" y="33017"/>
                </a:lnTo>
                <a:lnTo>
                  <a:pt x="9679" y="32307"/>
                </a:lnTo>
                <a:lnTo>
                  <a:pt x="9679" y="31952"/>
                </a:lnTo>
                <a:lnTo>
                  <a:pt x="9679" y="31241"/>
                </a:lnTo>
                <a:lnTo>
                  <a:pt x="9679" y="30620"/>
                </a:lnTo>
                <a:lnTo>
                  <a:pt x="9679" y="30176"/>
                </a:lnTo>
                <a:lnTo>
                  <a:pt x="9679" y="29555"/>
                </a:lnTo>
                <a:lnTo>
                  <a:pt x="9679" y="29111"/>
                </a:lnTo>
                <a:lnTo>
                  <a:pt x="9997" y="28490"/>
                </a:lnTo>
                <a:lnTo>
                  <a:pt x="9997" y="28046"/>
                </a:lnTo>
                <a:lnTo>
                  <a:pt x="9997" y="27425"/>
                </a:lnTo>
                <a:lnTo>
                  <a:pt x="9997" y="26981"/>
                </a:lnTo>
                <a:lnTo>
                  <a:pt x="10473" y="26360"/>
                </a:lnTo>
                <a:lnTo>
                  <a:pt x="10473" y="25916"/>
                </a:lnTo>
                <a:lnTo>
                  <a:pt x="10473" y="25295"/>
                </a:lnTo>
                <a:lnTo>
                  <a:pt x="10473" y="24851"/>
                </a:lnTo>
                <a:lnTo>
                  <a:pt x="10473" y="24230"/>
                </a:lnTo>
                <a:lnTo>
                  <a:pt x="10790" y="23786"/>
                </a:lnTo>
                <a:lnTo>
                  <a:pt x="10790" y="23342"/>
                </a:lnTo>
                <a:lnTo>
                  <a:pt x="10790" y="22721"/>
                </a:lnTo>
                <a:lnTo>
                  <a:pt x="10790" y="22277"/>
                </a:lnTo>
                <a:lnTo>
                  <a:pt x="10790" y="21656"/>
                </a:lnTo>
                <a:lnTo>
                  <a:pt x="11108" y="21212"/>
                </a:lnTo>
                <a:lnTo>
                  <a:pt x="11108" y="20502"/>
                </a:lnTo>
                <a:lnTo>
                  <a:pt x="11108" y="20147"/>
                </a:lnTo>
                <a:lnTo>
                  <a:pt x="11108" y="19437"/>
                </a:lnTo>
                <a:lnTo>
                  <a:pt x="11108" y="18816"/>
                </a:lnTo>
                <a:lnTo>
                  <a:pt x="11584" y="18638"/>
                </a:lnTo>
                <a:lnTo>
                  <a:pt x="11584" y="17928"/>
                </a:lnTo>
                <a:lnTo>
                  <a:pt x="11584" y="17573"/>
                </a:lnTo>
                <a:lnTo>
                  <a:pt x="11584" y="16863"/>
                </a:lnTo>
                <a:lnTo>
                  <a:pt x="11584" y="16508"/>
                </a:lnTo>
                <a:lnTo>
                  <a:pt x="11584" y="15798"/>
                </a:lnTo>
                <a:lnTo>
                  <a:pt x="11584" y="15443"/>
                </a:lnTo>
                <a:lnTo>
                  <a:pt x="11584" y="14733"/>
                </a:lnTo>
                <a:lnTo>
                  <a:pt x="11584" y="14289"/>
                </a:lnTo>
                <a:lnTo>
                  <a:pt x="11901" y="13934"/>
                </a:lnTo>
                <a:lnTo>
                  <a:pt x="11901" y="13224"/>
                </a:lnTo>
                <a:lnTo>
                  <a:pt x="11901" y="12869"/>
                </a:lnTo>
                <a:lnTo>
                  <a:pt x="11901" y="12159"/>
                </a:lnTo>
                <a:lnTo>
                  <a:pt x="11901" y="11715"/>
                </a:lnTo>
                <a:lnTo>
                  <a:pt x="12377" y="11360"/>
                </a:lnTo>
                <a:lnTo>
                  <a:pt x="12377" y="10650"/>
                </a:lnTo>
                <a:lnTo>
                  <a:pt x="12377" y="10295"/>
                </a:lnTo>
                <a:lnTo>
                  <a:pt x="12377" y="9585"/>
                </a:lnTo>
                <a:lnTo>
                  <a:pt x="12377" y="9141"/>
                </a:lnTo>
                <a:lnTo>
                  <a:pt x="12694" y="8520"/>
                </a:lnTo>
                <a:lnTo>
                  <a:pt x="12694" y="8343"/>
                </a:lnTo>
                <a:lnTo>
                  <a:pt x="12694" y="7721"/>
                </a:lnTo>
                <a:lnTo>
                  <a:pt x="12694" y="7011"/>
                </a:lnTo>
                <a:lnTo>
                  <a:pt x="13012" y="6567"/>
                </a:lnTo>
                <a:lnTo>
                  <a:pt x="13012" y="5946"/>
                </a:lnTo>
                <a:lnTo>
                  <a:pt x="13012" y="5769"/>
                </a:lnTo>
                <a:lnTo>
                  <a:pt x="13012" y="5147"/>
                </a:lnTo>
                <a:lnTo>
                  <a:pt x="13012" y="4704"/>
                </a:lnTo>
                <a:lnTo>
                  <a:pt x="13488" y="3994"/>
                </a:lnTo>
                <a:lnTo>
                  <a:pt x="13488" y="3638"/>
                </a:lnTo>
                <a:lnTo>
                  <a:pt x="13488" y="3195"/>
                </a:lnTo>
                <a:lnTo>
                  <a:pt x="13488" y="2573"/>
                </a:lnTo>
                <a:lnTo>
                  <a:pt x="13488" y="2130"/>
                </a:lnTo>
                <a:lnTo>
                  <a:pt x="13805" y="1686"/>
                </a:lnTo>
                <a:lnTo>
                  <a:pt x="13805" y="1242"/>
                </a:lnTo>
                <a:lnTo>
                  <a:pt x="13805" y="621"/>
                </a:lnTo>
                <a:lnTo>
                  <a:pt x="13805" y="0"/>
                </a:lnTo>
              </a:path>
            </a:pathLst>
          </a:custGeom>
          <a:ln w="194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418497" y="2544395"/>
            <a:ext cx="13488" cy="84051"/>
          </a:xfrm>
          <a:custGeom>
            <a:avLst/>
            <a:gdLst/>
            <a:ahLst/>
            <a:cxnLst/>
            <a:rect l="l" t="t" r="r" b="b"/>
            <a:pathLst>
              <a:path w="13488" h="84051">
                <a:moveTo>
                  <a:pt x="0" y="84051"/>
                </a:moveTo>
                <a:lnTo>
                  <a:pt x="0" y="83785"/>
                </a:lnTo>
                <a:lnTo>
                  <a:pt x="0" y="83164"/>
                </a:lnTo>
                <a:lnTo>
                  <a:pt x="0" y="82720"/>
                </a:lnTo>
                <a:lnTo>
                  <a:pt x="0" y="82098"/>
                </a:lnTo>
                <a:lnTo>
                  <a:pt x="0" y="81655"/>
                </a:lnTo>
                <a:lnTo>
                  <a:pt x="476" y="81211"/>
                </a:lnTo>
                <a:lnTo>
                  <a:pt x="476" y="80590"/>
                </a:lnTo>
                <a:lnTo>
                  <a:pt x="476" y="80146"/>
                </a:lnTo>
                <a:lnTo>
                  <a:pt x="476" y="79702"/>
                </a:lnTo>
                <a:lnTo>
                  <a:pt x="476" y="79258"/>
                </a:lnTo>
                <a:lnTo>
                  <a:pt x="793" y="78637"/>
                </a:lnTo>
                <a:lnTo>
                  <a:pt x="793" y="78193"/>
                </a:lnTo>
                <a:lnTo>
                  <a:pt x="793" y="77838"/>
                </a:lnTo>
                <a:lnTo>
                  <a:pt x="793" y="77128"/>
                </a:lnTo>
                <a:lnTo>
                  <a:pt x="793" y="76951"/>
                </a:lnTo>
                <a:lnTo>
                  <a:pt x="1269" y="76329"/>
                </a:lnTo>
                <a:lnTo>
                  <a:pt x="1269" y="75886"/>
                </a:lnTo>
                <a:lnTo>
                  <a:pt x="1269" y="75264"/>
                </a:lnTo>
                <a:lnTo>
                  <a:pt x="1269" y="74820"/>
                </a:lnTo>
                <a:lnTo>
                  <a:pt x="1269" y="74377"/>
                </a:lnTo>
                <a:lnTo>
                  <a:pt x="1586" y="73755"/>
                </a:lnTo>
                <a:lnTo>
                  <a:pt x="1586" y="73489"/>
                </a:lnTo>
                <a:lnTo>
                  <a:pt x="1586" y="72868"/>
                </a:lnTo>
                <a:lnTo>
                  <a:pt x="1586" y="72247"/>
                </a:lnTo>
                <a:lnTo>
                  <a:pt x="1904" y="71980"/>
                </a:lnTo>
                <a:lnTo>
                  <a:pt x="1904" y="71359"/>
                </a:lnTo>
                <a:lnTo>
                  <a:pt x="1904" y="71182"/>
                </a:lnTo>
                <a:lnTo>
                  <a:pt x="1904" y="70471"/>
                </a:lnTo>
                <a:lnTo>
                  <a:pt x="1904" y="69850"/>
                </a:lnTo>
                <a:lnTo>
                  <a:pt x="1904" y="69673"/>
                </a:lnTo>
                <a:lnTo>
                  <a:pt x="1904" y="68963"/>
                </a:lnTo>
                <a:lnTo>
                  <a:pt x="1904" y="68608"/>
                </a:lnTo>
                <a:lnTo>
                  <a:pt x="1904" y="68164"/>
                </a:lnTo>
                <a:lnTo>
                  <a:pt x="1904" y="67543"/>
                </a:lnTo>
                <a:lnTo>
                  <a:pt x="2380" y="67276"/>
                </a:lnTo>
                <a:lnTo>
                  <a:pt x="2380" y="66655"/>
                </a:lnTo>
                <a:lnTo>
                  <a:pt x="2380" y="66211"/>
                </a:lnTo>
                <a:lnTo>
                  <a:pt x="2380" y="65767"/>
                </a:lnTo>
                <a:lnTo>
                  <a:pt x="2380" y="65146"/>
                </a:lnTo>
                <a:lnTo>
                  <a:pt x="2697" y="64969"/>
                </a:lnTo>
                <a:lnTo>
                  <a:pt x="2697" y="64259"/>
                </a:lnTo>
                <a:lnTo>
                  <a:pt x="2697" y="63815"/>
                </a:lnTo>
                <a:lnTo>
                  <a:pt x="2697" y="63460"/>
                </a:lnTo>
                <a:lnTo>
                  <a:pt x="3173" y="62750"/>
                </a:lnTo>
                <a:lnTo>
                  <a:pt x="3173" y="62572"/>
                </a:lnTo>
                <a:lnTo>
                  <a:pt x="3173" y="61951"/>
                </a:lnTo>
                <a:lnTo>
                  <a:pt x="3173" y="61507"/>
                </a:lnTo>
                <a:lnTo>
                  <a:pt x="3173" y="61063"/>
                </a:lnTo>
                <a:lnTo>
                  <a:pt x="3491" y="60442"/>
                </a:lnTo>
                <a:lnTo>
                  <a:pt x="3491" y="60176"/>
                </a:lnTo>
                <a:lnTo>
                  <a:pt x="3491" y="59555"/>
                </a:lnTo>
                <a:lnTo>
                  <a:pt x="3491" y="59111"/>
                </a:lnTo>
                <a:lnTo>
                  <a:pt x="3491" y="58667"/>
                </a:lnTo>
                <a:lnTo>
                  <a:pt x="3808" y="58312"/>
                </a:lnTo>
                <a:lnTo>
                  <a:pt x="3808" y="57868"/>
                </a:lnTo>
                <a:lnTo>
                  <a:pt x="3808" y="57424"/>
                </a:lnTo>
                <a:lnTo>
                  <a:pt x="3808" y="56803"/>
                </a:lnTo>
                <a:lnTo>
                  <a:pt x="3808" y="56537"/>
                </a:lnTo>
                <a:lnTo>
                  <a:pt x="4284" y="55916"/>
                </a:lnTo>
                <a:lnTo>
                  <a:pt x="4284" y="55738"/>
                </a:lnTo>
                <a:lnTo>
                  <a:pt x="4284" y="55028"/>
                </a:lnTo>
                <a:lnTo>
                  <a:pt x="4284" y="54673"/>
                </a:lnTo>
                <a:lnTo>
                  <a:pt x="4284" y="54229"/>
                </a:lnTo>
                <a:lnTo>
                  <a:pt x="4284" y="53785"/>
                </a:lnTo>
                <a:lnTo>
                  <a:pt x="4284" y="53342"/>
                </a:lnTo>
                <a:lnTo>
                  <a:pt x="4284" y="52898"/>
                </a:lnTo>
                <a:lnTo>
                  <a:pt x="4284" y="52277"/>
                </a:lnTo>
                <a:lnTo>
                  <a:pt x="4601" y="52099"/>
                </a:lnTo>
                <a:lnTo>
                  <a:pt x="4601" y="51389"/>
                </a:lnTo>
                <a:lnTo>
                  <a:pt x="4601" y="51034"/>
                </a:lnTo>
                <a:lnTo>
                  <a:pt x="4601" y="50590"/>
                </a:lnTo>
                <a:lnTo>
                  <a:pt x="4601" y="50146"/>
                </a:lnTo>
                <a:lnTo>
                  <a:pt x="5077" y="49703"/>
                </a:lnTo>
                <a:lnTo>
                  <a:pt x="5077" y="49259"/>
                </a:lnTo>
                <a:lnTo>
                  <a:pt x="5077" y="48815"/>
                </a:lnTo>
                <a:lnTo>
                  <a:pt x="5077" y="48460"/>
                </a:lnTo>
                <a:lnTo>
                  <a:pt x="5077" y="48016"/>
                </a:lnTo>
                <a:lnTo>
                  <a:pt x="5395" y="47306"/>
                </a:lnTo>
                <a:lnTo>
                  <a:pt x="5395" y="47129"/>
                </a:lnTo>
                <a:lnTo>
                  <a:pt x="5395" y="46507"/>
                </a:lnTo>
                <a:lnTo>
                  <a:pt x="5395" y="46241"/>
                </a:lnTo>
                <a:lnTo>
                  <a:pt x="5871" y="45886"/>
                </a:lnTo>
                <a:lnTo>
                  <a:pt x="5871" y="45176"/>
                </a:lnTo>
                <a:lnTo>
                  <a:pt x="5871" y="44999"/>
                </a:lnTo>
                <a:lnTo>
                  <a:pt x="5871" y="44377"/>
                </a:lnTo>
                <a:lnTo>
                  <a:pt x="5871" y="43934"/>
                </a:lnTo>
                <a:lnTo>
                  <a:pt x="6188" y="43667"/>
                </a:lnTo>
                <a:lnTo>
                  <a:pt x="6188" y="43046"/>
                </a:lnTo>
                <a:lnTo>
                  <a:pt x="6188" y="42602"/>
                </a:lnTo>
                <a:lnTo>
                  <a:pt x="6188" y="42158"/>
                </a:lnTo>
                <a:lnTo>
                  <a:pt x="6188" y="41803"/>
                </a:lnTo>
                <a:lnTo>
                  <a:pt x="6188" y="41537"/>
                </a:lnTo>
                <a:lnTo>
                  <a:pt x="6188" y="40916"/>
                </a:lnTo>
                <a:lnTo>
                  <a:pt x="6188" y="40472"/>
                </a:lnTo>
                <a:lnTo>
                  <a:pt x="6188" y="40295"/>
                </a:lnTo>
                <a:lnTo>
                  <a:pt x="6188" y="39585"/>
                </a:lnTo>
                <a:lnTo>
                  <a:pt x="6506" y="39229"/>
                </a:lnTo>
                <a:lnTo>
                  <a:pt x="6506" y="38786"/>
                </a:lnTo>
                <a:lnTo>
                  <a:pt x="6506" y="38342"/>
                </a:lnTo>
                <a:lnTo>
                  <a:pt x="6506" y="37898"/>
                </a:lnTo>
                <a:lnTo>
                  <a:pt x="6982" y="37454"/>
                </a:lnTo>
                <a:lnTo>
                  <a:pt x="6982" y="37011"/>
                </a:lnTo>
                <a:lnTo>
                  <a:pt x="6982" y="36833"/>
                </a:lnTo>
                <a:lnTo>
                  <a:pt x="6982" y="36212"/>
                </a:lnTo>
                <a:lnTo>
                  <a:pt x="6982" y="35768"/>
                </a:lnTo>
                <a:lnTo>
                  <a:pt x="7299" y="35591"/>
                </a:lnTo>
                <a:lnTo>
                  <a:pt x="7299" y="35147"/>
                </a:lnTo>
                <a:lnTo>
                  <a:pt x="7299" y="34437"/>
                </a:lnTo>
                <a:lnTo>
                  <a:pt x="7299" y="34259"/>
                </a:lnTo>
                <a:lnTo>
                  <a:pt x="7299" y="33815"/>
                </a:lnTo>
                <a:lnTo>
                  <a:pt x="7775" y="33194"/>
                </a:lnTo>
                <a:lnTo>
                  <a:pt x="7775" y="33017"/>
                </a:lnTo>
                <a:lnTo>
                  <a:pt x="7775" y="32573"/>
                </a:lnTo>
                <a:lnTo>
                  <a:pt x="7775" y="32129"/>
                </a:lnTo>
                <a:lnTo>
                  <a:pt x="7775" y="31685"/>
                </a:lnTo>
                <a:lnTo>
                  <a:pt x="8093" y="31241"/>
                </a:lnTo>
                <a:lnTo>
                  <a:pt x="8093" y="30798"/>
                </a:lnTo>
                <a:lnTo>
                  <a:pt x="8093" y="30443"/>
                </a:lnTo>
                <a:lnTo>
                  <a:pt x="8093" y="29999"/>
                </a:lnTo>
                <a:lnTo>
                  <a:pt x="8410" y="29733"/>
                </a:lnTo>
                <a:lnTo>
                  <a:pt x="8410" y="29378"/>
                </a:lnTo>
                <a:lnTo>
                  <a:pt x="8410" y="28668"/>
                </a:lnTo>
                <a:lnTo>
                  <a:pt x="8410" y="28490"/>
                </a:lnTo>
                <a:lnTo>
                  <a:pt x="8410" y="28046"/>
                </a:lnTo>
                <a:lnTo>
                  <a:pt x="8410" y="27602"/>
                </a:lnTo>
                <a:lnTo>
                  <a:pt x="8410" y="27159"/>
                </a:lnTo>
                <a:lnTo>
                  <a:pt x="8410" y="26804"/>
                </a:lnTo>
                <a:lnTo>
                  <a:pt x="8410" y="26360"/>
                </a:lnTo>
                <a:lnTo>
                  <a:pt x="8410" y="26094"/>
                </a:lnTo>
                <a:lnTo>
                  <a:pt x="8886" y="25650"/>
                </a:lnTo>
                <a:lnTo>
                  <a:pt x="8886" y="25029"/>
                </a:lnTo>
                <a:lnTo>
                  <a:pt x="8886" y="24851"/>
                </a:lnTo>
                <a:lnTo>
                  <a:pt x="8886" y="24407"/>
                </a:lnTo>
                <a:lnTo>
                  <a:pt x="8886" y="23964"/>
                </a:lnTo>
                <a:lnTo>
                  <a:pt x="9203" y="23786"/>
                </a:lnTo>
                <a:lnTo>
                  <a:pt x="9203" y="23076"/>
                </a:lnTo>
                <a:lnTo>
                  <a:pt x="9203" y="22721"/>
                </a:lnTo>
                <a:lnTo>
                  <a:pt x="9203" y="22455"/>
                </a:lnTo>
                <a:lnTo>
                  <a:pt x="9679" y="22011"/>
                </a:lnTo>
                <a:lnTo>
                  <a:pt x="9679" y="21656"/>
                </a:lnTo>
                <a:lnTo>
                  <a:pt x="9679" y="21390"/>
                </a:lnTo>
                <a:lnTo>
                  <a:pt x="9679" y="20768"/>
                </a:lnTo>
                <a:lnTo>
                  <a:pt x="9679" y="20325"/>
                </a:lnTo>
                <a:lnTo>
                  <a:pt x="9997" y="20147"/>
                </a:lnTo>
                <a:lnTo>
                  <a:pt x="9997" y="19703"/>
                </a:lnTo>
                <a:lnTo>
                  <a:pt x="9997" y="19259"/>
                </a:lnTo>
                <a:lnTo>
                  <a:pt x="9997" y="19082"/>
                </a:lnTo>
                <a:lnTo>
                  <a:pt x="9997" y="18638"/>
                </a:lnTo>
                <a:lnTo>
                  <a:pt x="10473" y="18194"/>
                </a:lnTo>
                <a:lnTo>
                  <a:pt x="10473" y="17751"/>
                </a:lnTo>
                <a:lnTo>
                  <a:pt x="10473" y="17307"/>
                </a:lnTo>
                <a:lnTo>
                  <a:pt x="10473" y="16863"/>
                </a:lnTo>
                <a:lnTo>
                  <a:pt x="10473" y="16686"/>
                </a:lnTo>
                <a:lnTo>
                  <a:pt x="10473" y="16242"/>
                </a:lnTo>
                <a:lnTo>
                  <a:pt x="10473" y="15798"/>
                </a:lnTo>
                <a:lnTo>
                  <a:pt x="10473" y="15620"/>
                </a:lnTo>
                <a:lnTo>
                  <a:pt x="10473" y="15177"/>
                </a:lnTo>
                <a:lnTo>
                  <a:pt x="10790" y="14733"/>
                </a:lnTo>
                <a:lnTo>
                  <a:pt x="10790" y="14289"/>
                </a:lnTo>
                <a:lnTo>
                  <a:pt x="10790" y="13934"/>
                </a:lnTo>
                <a:lnTo>
                  <a:pt x="10790" y="13490"/>
                </a:lnTo>
                <a:lnTo>
                  <a:pt x="10790" y="13224"/>
                </a:lnTo>
                <a:lnTo>
                  <a:pt x="11108" y="12780"/>
                </a:lnTo>
                <a:lnTo>
                  <a:pt x="11108" y="12425"/>
                </a:lnTo>
                <a:lnTo>
                  <a:pt x="11108" y="11982"/>
                </a:lnTo>
                <a:lnTo>
                  <a:pt x="11108" y="11715"/>
                </a:lnTo>
                <a:lnTo>
                  <a:pt x="11108" y="11360"/>
                </a:lnTo>
                <a:lnTo>
                  <a:pt x="11584" y="10916"/>
                </a:lnTo>
                <a:lnTo>
                  <a:pt x="11584" y="10650"/>
                </a:lnTo>
                <a:lnTo>
                  <a:pt x="11584" y="10206"/>
                </a:lnTo>
                <a:lnTo>
                  <a:pt x="11584" y="9851"/>
                </a:lnTo>
                <a:lnTo>
                  <a:pt x="11584" y="9585"/>
                </a:lnTo>
                <a:lnTo>
                  <a:pt x="11901" y="9141"/>
                </a:lnTo>
                <a:lnTo>
                  <a:pt x="11901" y="8786"/>
                </a:lnTo>
                <a:lnTo>
                  <a:pt x="11901" y="8520"/>
                </a:lnTo>
                <a:lnTo>
                  <a:pt x="11901" y="8076"/>
                </a:lnTo>
                <a:lnTo>
                  <a:pt x="12377" y="7721"/>
                </a:lnTo>
                <a:lnTo>
                  <a:pt x="12377" y="7277"/>
                </a:lnTo>
                <a:lnTo>
                  <a:pt x="12377" y="7011"/>
                </a:lnTo>
                <a:lnTo>
                  <a:pt x="12377" y="6567"/>
                </a:lnTo>
                <a:lnTo>
                  <a:pt x="12377" y="6212"/>
                </a:lnTo>
                <a:lnTo>
                  <a:pt x="12694" y="5946"/>
                </a:lnTo>
                <a:lnTo>
                  <a:pt x="12694" y="5502"/>
                </a:lnTo>
                <a:lnTo>
                  <a:pt x="12694" y="5147"/>
                </a:lnTo>
                <a:lnTo>
                  <a:pt x="12694" y="4881"/>
                </a:lnTo>
                <a:lnTo>
                  <a:pt x="12694" y="4437"/>
                </a:lnTo>
                <a:lnTo>
                  <a:pt x="12694" y="3994"/>
                </a:lnTo>
                <a:lnTo>
                  <a:pt x="12694" y="3816"/>
                </a:lnTo>
                <a:lnTo>
                  <a:pt x="12694" y="3372"/>
                </a:lnTo>
                <a:lnTo>
                  <a:pt x="12694" y="2928"/>
                </a:lnTo>
                <a:lnTo>
                  <a:pt x="12694" y="2573"/>
                </a:lnTo>
                <a:lnTo>
                  <a:pt x="13012" y="2573"/>
                </a:lnTo>
                <a:lnTo>
                  <a:pt x="13012" y="2130"/>
                </a:lnTo>
                <a:lnTo>
                  <a:pt x="13012" y="1686"/>
                </a:lnTo>
                <a:lnTo>
                  <a:pt x="13012" y="1420"/>
                </a:lnTo>
                <a:lnTo>
                  <a:pt x="13012" y="1065"/>
                </a:lnTo>
                <a:lnTo>
                  <a:pt x="13488" y="621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193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431986" y="2493360"/>
            <a:ext cx="13805" cy="51034"/>
          </a:xfrm>
          <a:custGeom>
            <a:avLst/>
            <a:gdLst/>
            <a:ahLst/>
            <a:cxnLst/>
            <a:rect l="l" t="t" r="r" b="b"/>
            <a:pathLst>
              <a:path w="13805" h="51034">
                <a:moveTo>
                  <a:pt x="0" y="51034"/>
                </a:moveTo>
                <a:lnTo>
                  <a:pt x="0" y="50590"/>
                </a:lnTo>
                <a:lnTo>
                  <a:pt x="317" y="50146"/>
                </a:lnTo>
                <a:lnTo>
                  <a:pt x="317" y="49703"/>
                </a:lnTo>
                <a:lnTo>
                  <a:pt x="317" y="49259"/>
                </a:lnTo>
                <a:lnTo>
                  <a:pt x="317" y="48815"/>
                </a:lnTo>
                <a:lnTo>
                  <a:pt x="793" y="48638"/>
                </a:lnTo>
                <a:lnTo>
                  <a:pt x="793" y="48194"/>
                </a:lnTo>
                <a:lnTo>
                  <a:pt x="793" y="47750"/>
                </a:lnTo>
                <a:lnTo>
                  <a:pt x="793" y="47306"/>
                </a:lnTo>
                <a:lnTo>
                  <a:pt x="1110" y="46951"/>
                </a:lnTo>
                <a:lnTo>
                  <a:pt x="1110" y="46507"/>
                </a:lnTo>
                <a:lnTo>
                  <a:pt x="1110" y="46241"/>
                </a:lnTo>
                <a:lnTo>
                  <a:pt x="1110" y="45886"/>
                </a:lnTo>
                <a:lnTo>
                  <a:pt x="1110" y="45620"/>
                </a:lnTo>
                <a:lnTo>
                  <a:pt x="1110" y="45442"/>
                </a:lnTo>
                <a:lnTo>
                  <a:pt x="1110" y="44999"/>
                </a:lnTo>
                <a:lnTo>
                  <a:pt x="1110" y="44555"/>
                </a:lnTo>
                <a:lnTo>
                  <a:pt x="1110" y="44111"/>
                </a:lnTo>
                <a:lnTo>
                  <a:pt x="1586" y="44111"/>
                </a:lnTo>
                <a:lnTo>
                  <a:pt x="1586" y="43667"/>
                </a:lnTo>
                <a:lnTo>
                  <a:pt x="1586" y="43312"/>
                </a:lnTo>
                <a:lnTo>
                  <a:pt x="1586" y="43046"/>
                </a:lnTo>
                <a:lnTo>
                  <a:pt x="1586" y="42602"/>
                </a:lnTo>
                <a:lnTo>
                  <a:pt x="1904" y="42425"/>
                </a:lnTo>
                <a:lnTo>
                  <a:pt x="1904" y="41981"/>
                </a:lnTo>
                <a:lnTo>
                  <a:pt x="1904" y="41803"/>
                </a:lnTo>
                <a:lnTo>
                  <a:pt x="1904" y="41360"/>
                </a:lnTo>
                <a:lnTo>
                  <a:pt x="1904" y="41093"/>
                </a:lnTo>
                <a:lnTo>
                  <a:pt x="2221" y="40738"/>
                </a:lnTo>
                <a:lnTo>
                  <a:pt x="2221" y="40472"/>
                </a:lnTo>
                <a:lnTo>
                  <a:pt x="2221" y="40028"/>
                </a:lnTo>
                <a:lnTo>
                  <a:pt x="2221" y="39851"/>
                </a:lnTo>
                <a:lnTo>
                  <a:pt x="2221" y="39407"/>
                </a:lnTo>
                <a:lnTo>
                  <a:pt x="2697" y="39229"/>
                </a:lnTo>
                <a:lnTo>
                  <a:pt x="2697" y="38786"/>
                </a:lnTo>
                <a:lnTo>
                  <a:pt x="2697" y="38519"/>
                </a:lnTo>
                <a:lnTo>
                  <a:pt x="2697" y="38342"/>
                </a:lnTo>
                <a:lnTo>
                  <a:pt x="3015" y="37898"/>
                </a:lnTo>
                <a:lnTo>
                  <a:pt x="3015" y="37721"/>
                </a:lnTo>
                <a:lnTo>
                  <a:pt x="3015" y="37277"/>
                </a:lnTo>
                <a:lnTo>
                  <a:pt x="3015" y="37099"/>
                </a:lnTo>
                <a:lnTo>
                  <a:pt x="3015" y="36833"/>
                </a:lnTo>
                <a:lnTo>
                  <a:pt x="3015" y="36389"/>
                </a:lnTo>
                <a:lnTo>
                  <a:pt x="3015" y="35946"/>
                </a:lnTo>
                <a:lnTo>
                  <a:pt x="3015" y="35591"/>
                </a:lnTo>
                <a:lnTo>
                  <a:pt x="3015" y="35147"/>
                </a:lnTo>
                <a:lnTo>
                  <a:pt x="3491" y="34880"/>
                </a:lnTo>
                <a:lnTo>
                  <a:pt x="3491" y="34703"/>
                </a:lnTo>
                <a:lnTo>
                  <a:pt x="3491" y="34259"/>
                </a:lnTo>
                <a:lnTo>
                  <a:pt x="3491" y="34082"/>
                </a:lnTo>
                <a:lnTo>
                  <a:pt x="3491" y="33638"/>
                </a:lnTo>
                <a:lnTo>
                  <a:pt x="3808" y="33372"/>
                </a:lnTo>
                <a:lnTo>
                  <a:pt x="3808" y="33194"/>
                </a:lnTo>
                <a:lnTo>
                  <a:pt x="3808" y="32750"/>
                </a:lnTo>
                <a:lnTo>
                  <a:pt x="3808" y="32307"/>
                </a:lnTo>
                <a:lnTo>
                  <a:pt x="4125" y="32307"/>
                </a:lnTo>
                <a:lnTo>
                  <a:pt x="4125" y="31952"/>
                </a:lnTo>
                <a:lnTo>
                  <a:pt x="4125" y="31685"/>
                </a:lnTo>
                <a:lnTo>
                  <a:pt x="4125" y="31241"/>
                </a:lnTo>
                <a:lnTo>
                  <a:pt x="4125" y="31064"/>
                </a:lnTo>
                <a:lnTo>
                  <a:pt x="4601" y="30798"/>
                </a:lnTo>
                <a:lnTo>
                  <a:pt x="4601" y="30443"/>
                </a:lnTo>
                <a:lnTo>
                  <a:pt x="4601" y="30176"/>
                </a:lnTo>
                <a:lnTo>
                  <a:pt x="4601" y="29999"/>
                </a:lnTo>
                <a:lnTo>
                  <a:pt x="4601" y="29733"/>
                </a:lnTo>
                <a:lnTo>
                  <a:pt x="4919" y="29378"/>
                </a:lnTo>
                <a:lnTo>
                  <a:pt x="4919" y="28934"/>
                </a:lnTo>
                <a:lnTo>
                  <a:pt x="4919" y="28668"/>
                </a:lnTo>
                <a:lnTo>
                  <a:pt x="4919" y="28490"/>
                </a:lnTo>
                <a:lnTo>
                  <a:pt x="4919" y="28224"/>
                </a:lnTo>
                <a:lnTo>
                  <a:pt x="5395" y="27869"/>
                </a:lnTo>
                <a:lnTo>
                  <a:pt x="5395" y="27602"/>
                </a:lnTo>
                <a:lnTo>
                  <a:pt x="5395" y="27425"/>
                </a:lnTo>
                <a:lnTo>
                  <a:pt x="5395" y="27159"/>
                </a:lnTo>
                <a:lnTo>
                  <a:pt x="5395" y="26804"/>
                </a:lnTo>
                <a:lnTo>
                  <a:pt x="5395" y="26537"/>
                </a:lnTo>
                <a:lnTo>
                  <a:pt x="5395" y="26360"/>
                </a:lnTo>
                <a:lnTo>
                  <a:pt x="5395" y="26094"/>
                </a:lnTo>
                <a:lnTo>
                  <a:pt x="5395" y="25650"/>
                </a:lnTo>
                <a:lnTo>
                  <a:pt x="5712" y="25472"/>
                </a:lnTo>
                <a:lnTo>
                  <a:pt x="5712" y="25295"/>
                </a:lnTo>
                <a:lnTo>
                  <a:pt x="5712" y="25029"/>
                </a:lnTo>
                <a:lnTo>
                  <a:pt x="5712" y="24585"/>
                </a:lnTo>
                <a:lnTo>
                  <a:pt x="5712" y="24407"/>
                </a:lnTo>
                <a:lnTo>
                  <a:pt x="6030" y="23964"/>
                </a:lnTo>
                <a:lnTo>
                  <a:pt x="6030" y="23520"/>
                </a:lnTo>
                <a:lnTo>
                  <a:pt x="6030" y="23342"/>
                </a:lnTo>
                <a:lnTo>
                  <a:pt x="6030" y="22898"/>
                </a:lnTo>
                <a:lnTo>
                  <a:pt x="6506" y="22898"/>
                </a:lnTo>
                <a:lnTo>
                  <a:pt x="6506" y="22455"/>
                </a:lnTo>
                <a:lnTo>
                  <a:pt x="6506" y="22277"/>
                </a:lnTo>
                <a:lnTo>
                  <a:pt x="6506" y="22011"/>
                </a:lnTo>
                <a:lnTo>
                  <a:pt x="6823" y="21656"/>
                </a:lnTo>
                <a:lnTo>
                  <a:pt x="6823" y="21212"/>
                </a:lnTo>
                <a:lnTo>
                  <a:pt x="6823" y="20946"/>
                </a:lnTo>
                <a:lnTo>
                  <a:pt x="6823" y="20502"/>
                </a:lnTo>
                <a:lnTo>
                  <a:pt x="7299" y="20502"/>
                </a:lnTo>
                <a:lnTo>
                  <a:pt x="7299" y="20325"/>
                </a:lnTo>
                <a:lnTo>
                  <a:pt x="7299" y="19881"/>
                </a:lnTo>
                <a:lnTo>
                  <a:pt x="7299" y="19703"/>
                </a:lnTo>
                <a:lnTo>
                  <a:pt x="7299" y="19259"/>
                </a:lnTo>
                <a:lnTo>
                  <a:pt x="7299" y="19082"/>
                </a:lnTo>
                <a:lnTo>
                  <a:pt x="7299" y="18638"/>
                </a:lnTo>
                <a:lnTo>
                  <a:pt x="7299" y="18372"/>
                </a:lnTo>
                <a:lnTo>
                  <a:pt x="7299" y="18194"/>
                </a:lnTo>
                <a:lnTo>
                  <a:pt x="7616" y="17928"/>
                </a:lnTo>
                <a:lnTo>
                  <a:pt x="7616" y="17751"/>
                </a:lnTo>
                <a:lnTo>
                  <a:pt x="7616" y="17573"/>
                </a:lnTo>
                <a:lnTo>
                  <a:pt x="7616" y="17129"/>
                </a:lnTo>
                <a:lnTo>
                  <a:pt x="8093" y="16863"/>
                </a:lnTo>
                <a:lnTo>
                  <a:pt x="8093" y="16508"/>
                </a:lnTo>
                <a:lnTo>
                  <a:pt x="8093" y="16242"/>
                </a:lnTo>
                <a:lnTo>
                  <a:pt x="8093" y="16064"/>
                </a:lnTo>
                <a:lnTo>
                  <a:pt x="8410" y="15798"/>
                </a:lnTo>
                <a:lnTo>
                  <a:pt x="8410" y="15620"/>
                </a:lnTo>
                <a:lnTo>
                  <a:pt x="8410" y="15354"/>
                </a:lnTo>
                <a:lnTo>
                  <a:pt x="8410" y="14999"/>
                </a:lnTo>
                <a:lnTo>
                  <a:pt x="8410" y="14733"/>
                </a:lnTo>
                <a:lnTo>
                  <a:pt x="8727" y="14555"/>
                </a:lnTo>
                <a:lnTo>
                  <a:pt x="8727" y="14112"/>
                </a:lnTo>
                <a:lnTo>
                  <a:pt x="8727" y="13934"/>
                </a:lnTo>
                <a:lnTo>
                  <a:pt x="8727" y="13668"/>
                </a:lnTo>
                <a:lnTo>
                  <a:pt x="9203" y="13490"/>
                </a:lnTo>
                <a:lnTo>
                  <a:pt x="9203" y="13224"/>
                </a:lnTo>
                <a:lnTo>
                  <a:pt x="9203" y="13047"/>
                </a:lnTo>
                <a:lnTo>
                  <a:pt x="9203" y="12869"/>
                </a:lnTo>
                <a:lnTo>
                  <a:pt x="9521" y="12425"/>
                </a:lnTo>
                <a:lnTo>
                  <a:pt x="9521" y="12159"/>
                </a:lnTo>
                <a:lnTo>
                  <a:pt x="9521" y="11982"/>
                </a:lnTo>
                <a:lnTo>
                  <a:pt x="9521" y="11715"/>
                </a:lnTo>
                <a:lnTo>
                  <a:pt x="9521" y="11360"/>
                </a:lnTo>
                <a:lnTo>
                  <a:pt x="9521" y="11094"/>
                </a:lnTo>
                <a:lnTo>
                  <a:pt x="9521" y="10916"/>
                </a:lnTo>
                <a:lnTo>
                  <a:pt x="9521" y="10650"/>
                </a:lnTo>
                <a:lnTo>
                  <a:pt x="9997" y="10295"/>
                </a:lnTo>
                <a:lnTo>
                  <a:pt x="9997" y="10029"/>
                </a:lnTo>
                <a:lnTo>
                  <a:pt x="9997" y="9851"/>
                </a:lnTo>
                <a:lnTo>
                  <a:pt x="9997" y="9585"/>
                </a:lnTo>
                <a:lnTo>
                  <a:pt x="10314" y="9141"/>
                </a:lnTo>
                <a:lnTo>
                  <a:pt x="10314" y="8964"/>
                </a:lnTo>
                <a:lnTo>
                  <a:pt x="10314" y="8786"/>
                </a:lnTo>
                <a:lnTo>
                  <a:pt x="10631" y="8520"/>
                </a:lnTo>
                <a:lnTo>
                  <a:pt x="10631" y="8343"/>
                </a:lnTo>
                <a:lnTo>
                  <a:pt x="10631" y="8076"/>
                </a:lnTo>
                <a:lnTo>
                  <a:pt x="10631" y="7721"/>
                </a:lnTo>
                <a:lnTo>
                  <a:pt x="10631" y="7455"/>
                </a:lnTo>
                <a:lnTo>
                  <a:pt x="11108" y="7455"/>
                </a:lnTo>
                <a:lnTo>
                  <a:pt x="11108" y="7277"/>
                </a:lnTo>
                <a:lnTo>
                  <a:pt x="11108" y="7011"/>
                </a:lnTo>
                <a:lnTo>
                  <a:pt x="11108" y="6834"/>
                </a:lnTo>
                <a:lnTo>
                  <a:pt x="11108" y="6567"/>
                </a:lnTo>
                <a:lnTo>
                  <a:pt x="11425" y="6390"/>
                </a:lnTo>
                <a:lnTo>
                  <a:pt x="11425" y="5946"/>
                </a:lnTo>
                <a:lnTo>
                  <a:pt x="11425" y="5769"/>
                </a:lnTo>
                <a:lnTo>
                  <a:pt x="11425" y="5502"/>
                </a:lnTo>
                <a:lnTo>
                  <a:pt x="11425" y="5325"/>
                </a:lnTo>
                <a:lnTo>
                  <a:pt x="11425" y="5147"/>
                </a:lnTo>
                <a:lnTo>
                  <a:pt x="11425" y="4881"/>
                </a:lnTo>
                <a:lnTo>
                  <a:pt x="11901" y="4704"/>
                </a:lnTo>
                <a:lnTo>
                  <a:pt x="11901" y="4437"/>
                </a:lnTo>
                <a:lnTo>
                  <a:pt x="11901" y="4260"/>
                </a:lnTo>
                <a:lnTo>
                  <a:pt x="11901" y="3994"/>
                </a:lnTo>
                <a:lnTo>
                  <a:pt x="12218" y="3816"/>
                </a:lnTo>
                <a:lnTo>
                  <a:pt x="12218" y="3638"/>
                </a:lnTo>
                <a:lnTo>
                  <a:pt x="12218" y="3372"/>
                </a:lnTo>
                <a:lnTo>
                  <a:pt x="12218" y="3195"/>
                </a:lnTo>
                <a:lnTo>
                  <a:pt x="12218" y="2928"/>
                </a:lnTo>
                <a:lnTo>
                  <a:pt x="12694" y="2751"/>
                </a:lnTo>
                <a:lnTo>
                  <a:pt x="12694" y="2573"/>
                </a:lnTo>
                <a:lnTo>
                  <a:pt x="12694" y="2307"/>
                </a:lnTo>
                <a:lnTo>
                  <a:pt x="12694" y="2130"/>
                </a:lnTo>
                <a:lnTo>
                  <a:pt x="13012" y="1863"/>
                </a:lnTo>
                <a:lnTo>
                  <a:pt x="13012" y="1686"/>
                </a:lnTo>
                <a:lnTo>
                  <a:pt x="13012" y="1420"/>
                </a:lnTo>
                <a:lnTo>
                  <a:pt x="13329" y="1242"/>
                </a:lnTo>
                <a:lnTo>
                  <a:pt x="13329" y="1065"/>
                </a:lnTo>
                <a:lnTo>
                  <a:pt x="13329" y="798"/>
                </a:lnTo>
                <a:lnTo>
                  <a:pt x="13329" y="621"/>
                </a:lnTo>
                <a:lnTo>
                  <a:pt x="13329" y="355"/>
                </a:lnTo>
                <a:lnTo>
                  <a:pt x="13805" y="355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1895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445791" y="2478272"/>
            <a:ext cx="13329" cy="15088"/>
          </a:xfrm>
          <a:custGeom>
            <a:avLst/>
            <a:gdLst/>
            <a:ahLst/>
            <a:cxnLst/>
            <a:rect l="l" t="t" r="r" b="b"/>
            <a:pathLst>
              <a:path w="13329" h="15088">
                <a:moveTo>
                  <a:pt x="0" y="15088"/>
                </a:moveTo>
                <a:lnTo>
                  <a:pt x="0" y="14822"/>
                </a:lnTo>
                <a:lnTo>
                  <a:pt x="0" y="14644"/>
                </a:lnTo>
                <a:lnTo>
                  <a:pt x="0" y="14378"/>
                </a:lnTo>
                <a:lnTo>
                  <a:pt x="0" y="14200"/>
                </a:lnTo>
                <a:lnTo>
                  <a:pt x="0" y="13934"/>
                </a:lnTo>
                <a:lnTo>
                  <a:pt x="317" y="13757"/>
                </a:lnTo>
                <a:lnTo>
                  <a:pt x="317" y="13579"/>
                </a:lnTo>
                <a:lnTo>
                  <a:pt x="317" y="13313"/>
                </a:lnTo>
                <a:lnTo>
                  <a:pt x="793" y="13135"/>
                </a:lnTo>
                <a:lnTo>
                  <a:pt x="793" y="12869"/>
                </a:lnTo>
                <a:lnTo>
                  <a:pt x="793" y="12692"/>
                </a:lnTo>
                <a:lnTo>
                  <a:pt x="793" y="12514"/>
                </a:lnTo>
                <a:lnTo>
                  <a:pt x="1110" y="12514"/>
                </a:lnTo>
                <a:lnTo>
                  <a:pt x="1110" y="12248"/>
                </a:lnTo>
                <a:lnTo>
                  <a:pt x="1110" y="12070"/>
                </a:lnTo>
                <a:lnTo>
                  <a:pt x="1110" y="11804"/>
                </a:lnTo>
                <a:lnTo>
                  <a:pt x="1428" y="11626"/>
                </a:lnTo>
                <a:lnTo>
                  <a:pt x="1428" y="11360"/>
                </a:lnTo>
                <a:lnTo>
                  <a:pt x="1428" y="11183"/>
                </a:lnTo>
                <a:lnTo>
                  <a:pt x="1428" y="11005"/>
                </a:lnTo>
                <a:lnTo>
                  <a:pt x="1904" y="10739"/>
                </a:lnTo>
                <a:lnTo>
                  <a:pt x="1904" y="10561"/>
                </a:lnTo>
                <a:lnTo>
                  <a:pt x="1904" y="10295"/>
                </a:lnTo>
                <a:lnTo>
                  <a:pt x="1904" y="10118"/>
                </a:lnTo>
                <a:lnTo>
                  <a:pt x="1904" y="9940"/>
                </a:lnTo>
                <a:lnTo>
                  <a:pt x="1904" y="9674"/>
                </a:lnTo>
                <a:lnTo>
                  <a:pt x="2221" y="9674"/>
                </a:lnTo>
                <a:lnTo>
                  <a:pt x="2221" y="9496"/>
                </a:lnTo>
                <a:lnTo>
                  <a:pt x="2221" y="9230"/>
                </a:lnTo>
                <a:lnTo>
                  <a:pt x="2697" y="9053"/>
                </a:lnTo>
                <a:lnTo>
                  <a:pt x="2697" y="8786"/>
                </a:lnTo>
                <a:lnTo>
                  <a:pt x="2697" y="8609"/>
                </a:lnTo>
                <a:lnTo>
                  <a:pt x="2697" y="8431"/>
                </a:lnTo>
                <a:lnTo>
                  <a:pt x="3015" y="8431"/>
                </a:lnTo>
                <a:lnTo>
                  <a:pt x="3015" y="8165"/>
                </a:lnTo>
                <a:lnTo>
                  <a:pt x="3015" y="7988"/>
                </a:lnTo>
                <a:lnTo>
                  <a:pt x="3491" y="7988"/>
                </a:lnTo>
                <a:lnTo>
                  <a:pt x="3491" y="7721"/>
                </a:lnTo>
                <a:lnTo>
                  <a:pt x="3491" y="7544"/>
                </a:lnTo>
                <a:lnTo>
                  <a:pt x="3491" y="7366"/>
                </a:lnTo>
                <a:lnTo>
                  <a:pt x="3808" y="7366"/>
                </a:lnTo>
                <a:lnTo>
                  <a:pt x="3808" y="7100"/>
                </a:lnTo>
                <a:lnTo>
                  <a:pt x="3808" y="6922"/>
                </a:lnTo>
                <a:lnTo>
                  <a:pt x="4125" y="6656"/>
                </a:lnTo>
                <a:lnTo>
                  <a:pt x="4125" y="6479"/>
                </a:lnTo>
                <a:lnTo>
                  <a:pt x="4125" y="6212"/>
                </a:lnTo>
                <a:lnTo>
                  <a:pt x="4125" y="6035"/>
                </a:lnTo>
                <a:lnTo>
                  <a:pt x="4601" y="5857"/>
                </a:lnTo>
                <a:lnTo>
                  <a:pt x="4601" y="5591"/>
                </a:lnTo>
                <a:lnTo>
                  <a:pt x="4601" y="5414"/>
                </a:lnTo>
                <a:lnTo>
                  <a:pt x="4919" y="5147"/>
                </a:lnTo>
                <a:lnTo>
                  <a:pt x="4919" y="4970"/>
                </a:lnTo>
                <a:lnTo>
                  <a:pt x="5395" y="4970"/>
                </a:lnTo>
                <a:lnTo>
                  <a:pt x="5395" y="4792"/>
                </a:lnTo>
                <a:lnTo>
                  <a:pt x="5395" y="4526"/>
                </a:lnTo>
                <a:lnTo>
                  <a:pt x="5712" y="4349"/>
                </a:lnTo>
                <a:lnTo>
                  <a:pt x="5712" y="4082"/>
                </a:lnTo>
                <a:lnTo>
                  <a:pt x="6030" y="3905"/>
                </a:lnTo>
                <a:lnTo>
                  <a:pt x="6030" y="3905"/>
                </a:lnTo>
                <a:lnTo>
                  <a:pt x="6030" y="3283"/>
                </a:lnTo>
                <a:lnTo>
                  <a:pt x="6506" y="3283"/>
                </a:lnTo>
                <a:lnTo>
                  <a:pt x="6506" y="3017"/>
                </a:lnTo>
                <a:lnTo>
                  <a:pt x="6506" y="2840"/>
                </a:lnTo>
                <a:lnTo>
                  <a:pt x="6823" y="2840"/>
                </a:lnTo>
                <a:lnTo>
                  <a:pt x="6823" y="2573"/>
                </a:lnTo>
                <a:lnTo>
                  <a:pt x="7299" y="2573"/>
                </a:lnTo>
                <a:lnTo>
                  <a:pt x="7299" y="2573"/>
                </a:lnTo>
                <a:lnTo>
                  <a:pt x="7299" y="2396"/>
                </a:lnTo>
                <a:lnTo>
                  <a:pt x="7616" y="2218"/>
                </a:lnTo>
                <a:lnTo>
                  <a:pt x="7616" y="1952"/>
                </a:lnTo>
                <a:lnTo>
                  <a:pt x="7934" y="1952"/>
                </a:lnTo>
                <a:lnTo>
                  <a:pt x="7934" y="1775"/>
                </a:lnTo>
                <a:lnTo>
                  <a:pt x="7934" y="1508"/>
                </a:lnTo>
                <a:lnTo>
                  <a:pt x="8410" y="1508"/>
                </a:lnTo>
                <a:lnTo>
                  <a:pt x="8410" y="1331"/>
                </a:lnTo>
                <a:lnTo>
                  <a:pt x="8727" y="1153"/>
                </a:lnTo>
                <a:lnTo>
                  <a:pt x="8727" y="887"/>
                </a:lnTo>
                <a:lnTo>
                  <a:pt x="9203" y="887"/>
                </a:lnTo>
                <a:lnTo>
                  <a:pt x="9203" y="710"/>
                </a:lnTo>
                <a:lnTo>
                  <a:pt x="9521" y="710"/>
                </a:lnTo>
                <a:lnTo>
                  <a:pt x="9997" y="443"/>
                </a:lnTo>
                <a:lnTo>
                  <a:pt x="10314" y="266"/>
                </a:lnTo>
                <a:lnTo>
                  <a:pt x="10631" y="266"/>
                </a:lnTo>
                <a:lnTo>
                  <a:pt x="11108" y="266"/>
                </a:lnTo>
                <a:lnTo>
                  <a:pt x="11108" y="0"/>
                </a:lnTo>
                <a:lnTo>
                  <a:pt x="11425" y="0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266"/>
                </a:lnTo>
              </a:path>
            </a:pathLst>
          </a:custGeom>
          <a:ln w="1576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459121" y="2478538"/>
            <a:ext cx="13805" cy="20147"/>
          </a:xfrm>
          <a:custGeom>
            <a:avLst/>
            <a:gdLst/>
            <a:ahLst/>
            <a:cxnLst/>
            <a:rect l="l" t="t" r="r" b="b"/>
            <a:pathLst>
              <a:path w="13805" h="20147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269" y="177"/>
                </a:lnTo>
                <a:lnTo>
                  <a:pt x="1586" y="443"/>
                </a:lnTo>
                <a:lnTo>
                  <a:pt x="1904" y="621"/>
                </a:lnTo>
                <a:lnTo>
                  <a:pt x="1904" y="887"/>
                </a:lnTo>
                <a:lnTo>
                  <a:pt x="2380" y="887"/>
                </a:lnTo>
                <a:lnTo>
                  <a:pt x="2380" y="1065"/>
                </a:lnTo>
                <a:lnTo>
                  <a:pt x="2697" y="1065"/>
                </a:lnTo>
                <a:lnTo>
                  <a:pt x="3173" y="1065"/>
                </a:lnTo>
                <a:lnTo>
                  <a:pt x="3173" y="1242"/>
                </a:lnTo>
                <a:lnTo>
                  <a:pt x="3173" y="1508"/>
                </a:lnTo>
                <a:lnTo>
                  <a:pt x="3173" y="1686"/>
                </a:lnTo>
                <a:lnTo>
                  <a:pt x="3491" y="1686"/>
                </a:lnTo>
                <a:lnTo>
                  <a:pt x="3491" y="1952"/>
                </a:lnTo>
                <a:lnTo>
                  <a:pt x="3491" y="2130"/>
                </a:lnTo>
                <a:lnTo>
                  <a:pt x="3808" y="2130"/>
                </a:lnTo>
                <a:lnTo>
                  <a:pt x="3808" y="2307"/>
                </a:lnTo>
                <a:lnTo>
                  <a:pt x="4284" y="2307"/>
                </a:lnTo>
                <a:lnTo>
                  <a:pt x="4284" y="2573"/>
                </a:lnTo>
                <a:lnTo>
                  <a:pt x="4601" y="2573"/>
                </a:lnTo>
                <a:lnTo>
                  <a:pt x="4601" y="2751"/>
                </a:lnTo>
                <a:lnTo>
                  <a:pt x="4601" y="3017"/>
                </a:lnTo>
                <a:lnTo>
                  <a:pt x="5077" y="3195"/>
                </a:lnTo>
                <a:lnTo>
                  <a:pt x="5077" y="3461"/>
                </a:lnTo>
                <a:lnTo>
                  <a:pt x="5395" y="3461"/>
                </a:lnTo>
                <a:lnTo>
                  <a:pt x="5395" y="3638"/>
                </a:lnTo>
                <a:lnTo>
                  <a:pt x="5395" y="3816"/>
                </a:lnTo>
                <a:lnTo>
                  <a:pt x="5395" y="4082"/>
                </a:lnTo>
                <a:lnTo>
                  <a:pt x="5871" y="4260"/>
                </a:lnTo>
                <a:lnTo>
                  <a:pt x="5871" y="4526"/>
                </a:lnTo>
                <a:lnTo>
                  <a:pt x="5871" y="4704"/>
                </a:lnTo>
                <a:lnTo>
                  <a:pt x="6188" y="4704"/>
                </a:lnTo>
                <a:lnTo>
                  <a:pt x="6188" y="4881"/>
                </a:lnTo>
                <a:lnTo>
                  <a:pt x="6188" y="5147"/>
                </a:lnTo>
                <a:lnTo>
                  <a:pt x="6506" y="5147"/>
                </a:lnTo>
                <a:lnTo>
                  <a:pt x="6506" y="5325"/>
                </a:lnTo>
                <a:lnTo>
                  <a:pt x="6506" y="5591"/>
                </a:lnTo>
                <a:lnTo>
                  <a:pt x="6982" y="5769"/>
                </a:lnTo>
                <a:lnTo>
                  <a:pt x="6982" y="5946"/>
                </a:lnTo>
                <a:lnTo>
                  <a:pt x="7299" y="5946"/>
                </a:lnTo>
                <a:lnTo>
                  <a:pt x="7299" y="6212"/>
                </a:lnTo>
                <a:lnTo>
                  <a:pt x="7299" y="6390"/>
                </a:lnTo>
                <a:lnTo>
                  <a:pt x="7299" y="6656"/>
                </a:lnTo>
                <a:lnTo>
                  <a:pt x="7299" y="6834"/>
                </a:lnTo>
                <a:lnTo>
                  <a:pt x="7299" y="7100"/>
                </a:lnTo>
                <a:lnTo>
                  <a:pt x="7775" y="7100"/>
                </a:lnTo>
                <a:lnTo>
                  <a:pt x="7775" y="7277"/>
                </a:lnTo>
                <a:lnTo>
                  <a:pt x="7775" y="7455"/>
                </a:lnTo>
                <a:lnTo>
                  <a:pt x="7775" y="7721"/>
                </a:lnTo>
                <a:lnTo>
                  <a:pt x="8093" y="7899"/>
                </a:lnTo>
                <a:lnTo>
                  <a:pt x="8093" y="8165"/>
                </a:lnTo>
                <a:lnTo>
                  <a:pt x="8410" y="8165"/>
                </a:lnTo>
                <a:lnTo>
                  <a:pt x="8410" y="8343"/>
                </a:lnTo>
                <a:lnTo>
                  <a:pt x="8410" y="8520"/>
                </a:lnTo>
                <a:lnTo>
                  <a:pt x="8410" y="8786"/>
                </a:lnTo>
                <a:lnTo>
                  <a:pt x="8886" y="8964"/>
                </a:lnTo>
                <a:lnTo>
                  <a:pt x="8886" y="9230"/>
                </a:lnTo>
                <a:lnTo>
                  <a:pt x="8886" y="9408"/>
                </a:lnTo>
                <a:lnTo>
                  <a:pt x="9203" y="9408"/>
                </a:lnTo>
                <a:lnTo>
                  <a:pt x="9203" y="9674"/>
                </a:lnTo>
                <a:lnTo>
                  <a:pt x="9203" y="9851"/>
                </a:lnTo>
                <a:lnTo>
                  <a:pt x="9203" y="10029"/>
                </a:lnTo>
                <a:lnTo>
                  <a:pt x="9679" y="10295"/>
                </a:lnTo>
                <a:lnTo>
                  <a:pt x="9679" y="10473"/>
                </a:lnTo>
                <a:lnTo>
                  <a:pt x="9679" y="10739"/>
                </a:lnTo>
                <a:lnTo>
                  <a:pt x="9679" y="10916"/>
                </a:lnTo>
                <a:lnTo>
                  <a:pt x="9679" y="11094"/>
                </a:lnTo>
                <a:lnTo>
                  <a:pt x="9679" y="11360"/>
                </a:lnTo>
                <a:lnTo>
                  <a:pt x="9997" y="11538"/>
                </a:lnTo>
                <a:lnTo>
                  <a:pt x="9997" y="11804"/>
                </a:lnTo>
                <a:lnTo>
                  <a:pt x="9997" y="11982"/>
                </a:lnTo>
                <a:lnTo>
                  <a:pt x="10314" y="12248"/>
                </a:lnTo>
                <a:lnTo>
                  <a:pt x="10314" y="12425"/>
                </a:lnTo>
                <a:lnTo>
                  <a:pt x="10314" y="12603"/>
                </a:lnTo>
                <a:lnTo>
                  <a:pt x="10314" y="12869"/>
                </a:lnTo>
                <a:lnTo>
                  <a:pt x="10790" y="12869"/>
                </a:lnTo>
                <a:lnTo>
                  <a:pt x="10790" y="13047"/>
                </a:lnTo>
                <a:lnTo>
                  <a:pt x="10790" y="13313"/>
                </a:lnTo>
                <a:lnTo>
                  <a:pt x="11108" y="13490"/>
                </a:lnTo>
                <a:lnTo>
                  <a:pt x="11108" y="13668"/>
                </a:lnTo>
                <a:lnTo>
                  <a:pt x="11108" y="13934"/>
                </a:lnTo>
                <a:lnTo>
                  <a:pt x="11108" y="14112"/>
                </a:lnTo>
                <a:lnTo>
                  <a:pt x="11584" y="14378"/>
                </a:lnTo>
                <a:lnTo>
                  <a:pt x="11584" y="14555"/>
                </a:lnTo>
                <a:lnTo>
                  <a:pt x="11584" y="14822"/>
                </a:lnTo>
                <a:lnTo>
                  <a:pt x="11584" y="14999"/>
                </a:lnTo>
                <a:lnTo>
                  <a:pt x="11584" y="15177"/>
                </a:lnTo>
                <a:lnTo>
                  <a:pt x="11584" y="15443"/>
                </a:lnTo>
                <a:lnTo>
                  <a:pt x="11584" y="15620"/>
                </a:lnTo>
                <a:lnTo>
                  <a:pt x="11584" y="15887"/>
                </a:lnTo>
                <a:lnTo>
                  <a:pt x="11901" y="15887"/>
                </a:lnTo>
                <a:lnTo>
                  <a:pt x="11901" y="16064"/>
                </a:lnTo>
                <a:lnTo>
                  <a:pt x="11901" y="16242"/>
                </a:lnTo>
                <a:lnTo>
                  <a:pt x="11901" y="16508"/>
                </a:lnTo>
                <a:lnTo>
                  <a:pt x="12377" y="16508"/>
                </a:lnTo>
                <a:lnTo>
                  <a:pt x="12377" y="16686"/>
                </a:lnTo>
                <a:lnTo>
                  <a:pt x="12377" y="16952"/>
                </a:lnTo>
                <a:lnTo>
                  <a:pt x="12377" y="17129"/>
                </a:lnTo>
                <a:lnTo>
                  <a:pt x="12377" y="17396"/>
                </a:lnTo>
                <a:lnTo>
                  <a:pt x="12694" y="17573"/>
                </a:lnTo>
                <a:lnTo>
                  <a:pt x="12694" y="17751"/>
                </a:lnTo>
                <a:lnTo>
                  <a:pt x="12694" y="18017"/>
                </a:lnTo>
                <a:lnTo>
                  <a:pt x="12694" y="18194"/>
                </a:lnTo>
                <a:lnTo>
                  <a:pt x="13012" y="18461"/>
                </a:lnTo>
                <a:lnTo>
                  <a:pt x="13012" y="18638"/>
                </a:lnTo>
                <a:lnTo>
                  <a:pt x="13012" y="18816"/>
                </a:lnTo>
                <a:lnTo>
                  <a:pt x="13012" y="19082"/>
                </a:lnTo>
                <a:lnTo>
                  <a:pt x="13488" y="19259"/>
                </a:lnTo>
                <a:lnTo>
                  <a:pt x="13488" y="19526"/>
                </a:lnTo>
                <a:lnTo>
                  <a:pt x="13488" y="19703"/>
                </a:lnTo>
                <a:lnTo>
                  <a:pt x="13488" y="19970"/>
                </a:lnTo>
                <a:lnTo>
                  <a:pt x="13805" y="19970"/>
                </a:lnTo>
                <a:lnTo>
                  <a:pt x="13805" y="20147"/>
                </a:lnTo>
              </a:path>
            </a:pathLst>
          </a:custGeom>
          <a:ln w="1679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472927" y="2498685"/>
            <a:ext cx="13488" cy="52277"/>
          </a:xfrm>
          <a:custGeom>
            <a:avLst/>
            <a:gdLst/>
            <a:ahLst/>
            <a:cxnLst/>
            <a:rect l="l" t="t" r="r" b="b"/>
            <a:pathLst>
              <a:path w="13488" h="52277">
                <a:moveTo>
                  <a:pt x="0" y="0"/>
                </a:moveTo>
                <a:lnTo>
                  <a:pt x="0" y="177"/>
                </a:lnTo>
                <a:lnTo>
                  <a:pt x="0" y="443"/>
                </a:lnTo>
                <a:lnTo>
                  <a:pt x="0" y="621"/>
                </a:lnTo>
                <a:lnTo>
                  <a:pt x="0" y="887"/>
                </a:lnTo>
                <a:lnTo>
                  <a:pt x="0" y="1065"/>
                </a:lnTo>
                <a:lnTo>
                  <a:pt x="0" y="1242"/>
                </a:lnTo>
                <a:lnTo>
                  <a:pt x="0" y="1508"/>
                </a:lnTo>
                <a:lnTo>
                  <a:pt x="476" y="1686"/>
                </a:lnTo>
                <a:lnTo>
                  <a:pt x="476" y="1952"/>
                </a:lnTo>
                <a:lnTo>
                  <a:pt x="476" y="2130"/>
                </a:lnTo>
                <a:lnTo>
                  <a:pt x="476" y="2396"/>
                </a:lnTo>
                <a:lnTo>
                  <a:pt x="476" y="2573"/>
                </a:lnTo>
                <a:lnTo>
                  <a:pt x="793" y="2751"/>
                </a:lnTo>
                <a:lnTo>
                  <a:pt x="793" y="3017"/>
                </a:lnTo>
                <a:lnTo>
                  <a:pt x="793" y="3195"/>
                </a:lnTo>
                <a:lnTo>
                  <a:pt x="793" y="3461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816"/>
                </a:lnTo>
                <a:lnTo>
                  <a:pt x="1110" y="4082"/>
                </a:lnTo>
                <a:lnTo>
                  <a:pt x="1110" y="4526"/>
                </a:lnTo>
                <a:lnTo>
                  <a:pt x="1586" y="4526"/>
                </a:lnTo>
                <a:lnTo>
                  <a:pt x="1586" y="4704"/>
                </a:lnTo>
                <a:lnTo>
                  <a:pt x="1586" y="4970"/>
                </a:lnTo>
                <a:lnTo>
                  <a:pt x="1586" y="5147"/>
                </a:lnTo>
                <a:lnTo>
                  <a:pt x="1586" y="5325"/>
                </a:lnTo>
                <a:lnTo>
                  <a:pt x="1904" y="5591"/>
                </a:lnTo>
                <a:lnTo>
                  <a:pt x="1904" y="5769"/>
                </a:lnTo>
                <a:lnTo>
                  <a:pt x="1904" y="6035"/>
                </a:lnTo>
                <a:lnTo>
                  <a:pt x="1904" y="6212"/>
                </a:lnTo>
                <a:lnTo>
                  <a:pt x="1904" y="6390"/>
                </a:lnTo>
                <a:lnTo>
                  <a:pt x="1904" y="6656"/>
                </a:lnTo>
                <a:lnTo>
                  <a:pt x="1904" y="6834"/>
                </a:lnTo>
                <a:lnTo>
                  <a:pt x="1904" y="7100"/>
                </a:lnTo>
                <a:lnTo>
                  <a:pt x="1904" y="7277"/>
                </a:lnTo>
                <a:lnTo>
                  <a:pt x="2380" y="7544"/>
                </a:lnTo>
                <a:lnTo>
                  <a:pt x="2380" y="7721"/>
                </a:lnTo>
                <a:lnTo>
                  <a:pt x="2380" y="7899"/>
                </a:lnTo>
                <a:lnTo>
                  <a:pt x="2380" y="8165"/>
                </a:lnTo>
                <a:lnTo>
                  <a:pt x="2380" y="8343"/>
                </a:lnTo>
                <a:lnTo>
                  <a:pt x="2697" y="8609"/>
                </a:lnTo>
                <a:lnTo>
                  <a:pt x="2697" y="8786"/>
                </a:lnTo>
                <a:lnTo>
                  <a:pt x="2697" y="8964"/>
                </a:lnTo>
                <a:lnTo>
                  <a:pt x="2697" y="9230"/>
                </a:lnTo>
                <a:lnTo>
                  <a:pt x="2697" y="9408"/>
                </a:lnTo>
                <a:lnTo>
                  <a:pt x="3173" y="9674"/>
                </a:lnTo>
                <a:lnTo>
                  <a:pt x="3173" y="9851"/>
                </a:lnTo>
                <a:lnTo>
                  <a:pt x="3173" y="10295"/>
                </a:lnTo>
                <a:lnTo>
                  <a:pt x="3173" y="10473"/>
                </a:lnTo>
                <a:lnTo>
                  <a:pt x="3491" y="10739"/>
                </a:lnTo>
                <a:lnTo>
                  <a:pt x="3491" y="11183"/>
                </a:lnTo>
                <a:lnTo>
                  <a:pt x="3491" y="11360"/>
                </a:lnTo>
                <a:lnTo>
                  <a:pt x="3491" y="11538"/>
                </a:lnTo>
                <a:lnTo>
                  <a:pt x="3808" y="11538"/>
                </a:lnTo>
                <a:lnTo>
                  <a:pt x="3808" y="11982"/>
                </a:lnTo>
                <a:lnTo>
                  <a:pt x="3808" y="12248"/>
                </a:lnTo>
                <a:lnTo>
                  <a:pt x="3808" y="12425"/>
                </a:lnTo>
                <a:lnTo>
                  <a:pt x="3808" y="12603"/>
                </a:lnTo>
                <a:lnTo>
                  <a:pt x="3808" y="12869"/>
                </a:lnTo>
                <a:lnTo>
                  <a:pt x="3808" y="13047"/>
                </a:lnTo>
                <a:lnTo>
                  <a:pt x="3808" y="13313"/>
                </a:lnTo>
                <a:lnTo>
                  <a:pt x="3808" y="13757"/>
                </a:lnTo>
                <a:lnTo>
                  <a:pt x="3808" y="13934"/>
                </a:lnTo>
                <a:lnTo>
                  <a:pt x="4284" y="13934"/>
                </a:lnTo>
                <a:lnTo>
                  <a:pt x="4284" y="14378"/>
                </a:lnTo>
                <a:lnTo>
                  <a:pt x="4284" y="14555"/>
                </a:lnTo>
                <a:lnTo>
                  <a:pt x="4284" y="14822"/>
                </a:lnTo>
                <a:lnTo>
                  <a:pt x="4284" y="15177"/>
                </a:lnTo>
                <a:lnTo>
                  <a:pt x="4601" y="15177"/>
                </a:lnTo>
                <a:lnTo>
                  <a:pt x="4601" y="15443"/>
                </a:lnTo>
                <a:lnTo>
                  <a:pt x="4601" y="15887"/>
                </a:lnTo>
                <a:lnTo>
                  <a:pt x="4601" y="16064"/>
                </a:lnTo>
                <a:lnTo>
                  <a:pt x="5077" y="16331"/>
                </a:lnTo>
                <a:lnTo>
                  <a:pt x="5077" y="16508"/>
                </a:lnTo>
                <a:lnTo>
                  <a:pt x="5077" y="16686"/>
                </a:lnTo>
                <a:lnTo>
                  <a:pt x="5077" y="16952"/>
                </a:lnTo>
                <a:lnTo>
                  <a:pt x="5077" y="17396"/>
                </a:lnTo>
                <a:lnTo>
                  <a:pt x="5395" y="17573"/>
                </a:lnTo>
                <a:lnTo>
                  <a:pt x="5395" y="18017"/>
                </a:lnTo>
                <a:lnTo>
                  <a:pt x="5395" y="18194"/>
                </a:lnTo>
                <a:lnTo>
                  <a:pt x="5395" y="18638"/>
                </a:lnTo>
                <a:lnTo>
                  <a:pt x="5712" y="18638"/>
                </a:lnTo>
                <a:lnTo>
                  <a:pt x="5712" y="18904"/>
                </a:lnTo>
                <a:lnTo>
                  <a:pt x="5712" y="19259"/>
                </a:lnTo>
                <a:lnTo>
                  <a:pt x="5712" y="19526"/>
                </a:lnTo>
                <a:lnTo>
                  <a:pt x="5712" y="19970"/>
                </a:lnTo>
                <a:lnTo>
                  <a:pt x="6188" y="19970"/>
                </a:lnTo>
                <a:lnTo>
                  <a:pt x="6188" y="20147"/>
                </a:lnTo>
                <a:lnTo>
                  <a:pt x="6188" y="20591"/>
                </a:lnTo>
                <a:lnTo>
                  <a:pt x="6188" y="20768"/>
                </a:lnTo>
                <a:lnTo>
                  <a:pt x="6188" y="21035"/>
                </a:lnTo>
                <a:lnTo>
                  <a:pt x="6188" y="21212"/>
                </a:lnTo>
                <a:lnTo>
                  <a:pt x="6188" y="21656"/>
                </a:lnTo>
                <a:lnTo>
                  <a:pt x="6188" y="21833"/>
                </a:lnTo>
                <a:lnTo>
                  <a:pt x="6188" y="22100"/>
                </a:lnTo>
                <a:lnTo>
                  <a:pt x="6506" y="22277"/>
                </a:lnTo>
                <a:lnTo>
                  <a:pt x="6506" y="22543"/>
                </a:lnTo>
                <a:lnTo>
                  <a:pt x="6506" y="22898"/>
                </a:lnTo>
                <a:lnTo>
                  <a:pt x="6506" y="23165"/>
                </a:lnTo>
                <a:lnTo>
                  <a:pt x="6506" y="23342"/>
                </a:lnTo>
                <a:lnTo>
                  <a:pt x="6982" y="23608"/>
                </a:lnTo>
                <a:lnTo>
                  <a:pt x="6982" y="24052"/>
                </a:lnTo>
                <a:lnTo>
                  <a:pt x="6982" y="24230"/>
                </a:lnTo>
                <a:lnTo>
                  <a:pt x="6982" y="24674"/>
                </a:lnTo>
                <a:lnTo>
                  <a:pt x="7299" y="25117"/>
                </a:lnTo>
                <a:lnTo>
                  <a:pt x="7299" y="25295"/>
                </a:lnTo>
                <a:lnTo>
                  <a:pt x="7299" y="25739"/>
                </a:lnTo>
                <a:lnTo>
                  <a:pt x="7775" y="26182"/>
                </a:lnTo>
                <a:lnTo>
                  <a:pt x="7775" y="26360"/>
                </a:lnTo>
                <a:lnTo>
                  <a:pt x="7775" y="26804"/>
                </a:lnTo>
                <a:lnTo>
                  <a:pt x="7775" y="26981"/>
                </a:lnTo>
                <a:lnTo>
                  <a:pt x="7775" y="27247"/>
                </a:lnTo>
                <a:lnTo>
                  <a:pt x="8093" y="27425"/>
                </a:lnTo>
                <a:lnTo>
                  <a:pt x="8093" y="27869"/>
                </a:lnTo>
                <a:lnTo>
                  <a:pt x="8093" y="28046"/>
                </a:lnTo>
                <a:lnTo>
                  <a:pt x="8093" y="28313"/>
                </a:lnTo>
                <a:lnTo>
                  <a:pt x="8093" y="28490"/>
                </a:lnTo>
                <a:lnTo>
                  <a:pt x="8093" y="28934"/>
                </a:lnTo>
                <a:lnTo>
                  <a:pt x="8093" y="29200"/>
                </a:lnTo>
                <a:lnTo>
                  <a:pt x="8093" y="29378"/>
                </a:lnTo>
                <a:lnTo>
                  <a:pt x="8093" y="29821"/>
                </a:lnTo>
                <a:lnTo>
                  <a:pt x="8093" y="29999"/>
                </a:lnTo>
                <a:lnTo>
                  <a:pt x="8410" y="30443"/>
                </a:lnTo>
                <a:lnTo>
                  <a:pt x="8410" y="30620"/>
                </a:lnTo>
                <a:lnTo>
                  <a:pt x="8410" y="30886"/>
                </a:lnTo>
                <a:lnTo>
                  <a:pt x="8410" y="31064"/>
                </a:lnTo>
                <a:lnTo>
                  <a:pt x="8886" y="31508"/>
                </a:lnTo>
                <a:lnTo>
                  <a:pt x="8886" y="31774"/>
                </a:lnTo>
                <a:lnTo>
                  <a:pt x="8886" y="31952"/>
                </a:lnTo>
                <a:lnTo>
                  <a:pt x="8886" y="32395"/>
                </a:lnTo>
                <a:lnTo>
                  <a:pt x="8886" y="32573"/>
                </a:lnTo>
                <a:lnTo>
                  <a:pt x="9203" y="33017"/>
                </a:lnTo>
                <a:lnTo>
                  <a:pt x="9203" y="33194"/>
                </a:lnTo>
                <a:lnTo>
                  <a:pt x="9203" y="33460"/>
                </a:lnTo>
                <a:lnTo>
                  <a:pt x="9203" y="33904"/>
                </a:lnTo>
                <a:lnTo>
                  <a:pt x="9203" y="34082"/>
                </a:lnTo>
                <a:lnTo>
                  <a:pt x="9679" y="34259"/>
                </a:lnTo>
                <a:lnTo>
                  <a:pt x="9679" y="34703"/>
                </a:lnTo>
                <a:lnTo>
                  <a:pt x="9679" y="34969"/>
                </a:lnTo>
                <a:lnTo>
                  <a:pt x="9679" y="35413"/>
                </a:lnTo>
                <a:lnTo>
                  <a:pt x="9679" y="35591"/>
                </a:lnTo>
                <a:lnTo>
                  <a:pt x="9997" y="35768"/>
                </a:lnTo>
                <a:lnTo>
                  <a:pt x="9997" y="36212"/>
                </a:lnTo>
                <a:lnTo>
                  <a:pt x="9997" y="36478"/>
                </a:lnTo>
                <a:lnTo>
                  <a:pt x="9997" y="36656"/>
                </a:lnTo>
                <a:lnTo>
                  <a:pt x="10314" y="37099"/>
                </a:lnTo>
                <a:lnTo>
                  <a:pt x="10314" y="37277"/>
                </a:lnTo>
                <a:lnTo>
                  <a:pt x="10314" y="37721"/>
                </a:lnTo>
                <a:lnTo>
                  <a:pt x="10314" y="37987"/>
                </a:lnTo>
                <a:lnTo>
                  <a:pt x="10314" y="38164"/>
                </a:lnTo>
                <a:lnTo>
                  <a:pt x="10314" y="38608"/>
                </a:lnTo>
                <a:lnTo>
                  <a:pt x="10314" y="38786"/>
                </a:lnTo>
                <a:lnTo>
                  <a:pt x="10314" y="39052"/>
                </a:lnTo>
                <a:lnTo>
                  <a:pt x="10314" y="39407"/>
                </a:lnTo>
                <a:lnTo>
                  <a:pt x="10314" y="39851"/>
                </a:lnTo>
                <a:lnTo>
                  <a:pt x="10790" y="40117"/>
                </a:lnTo>
                <a:lnTo>
                  <a:pt x="10790" y="40295"/>
                </a:lnTo>
                <a:lnTo>
                  <a:pt x="10790" y="40738"/>
                </a:lnTo>
                <a:lnTo>
                  <a:pt x="10790" y="41182"/>
                </a:lnTo>
                <a:lnTo>
                  <a:pt x="11108" y="41626"/>
                </a:lnTo>
                <a:lnTo>
                  <a:pt x="11108" y="41981"/>
                </a:lnTo>
                <a:lnTo>
                  <a:pt x="11108" y="42425"/>
                </a:lnTo>
                <a:lnTo>
                  <a:pt x="11584" y="42868"/>
                </a:lnTo>
                <a:lnTo>
                  <a:pt x="11584" y="43312"/>
                </a:lnTo>
                <a:lnTo>
                  <a:pt x="11584" y="43490"/>
                </a:lnTo>
                <a:lnTo>
                  <a:pt x="11584" y="43756"/>
                </a:lnTo>
                <a:lnTo>
                  <a:pt x="11584" y="44200"/>
                </a:lnTo>
                <a:lnTo>
                  <a:pt x="11901" y="44555"/>
                </a:lnTo>
                <a:lnTo>
                  <a:pt x="11901" y="44821"/>
                </a:lnTo>
                <a:lnTo>
                  <a:pt x="11901" y="44999"/>
                </a:lnTo>
                <a:lnTo>
                  <a:pt x="11901" y="45442"/>
                </a:lnTo>
                <a:lnTo>
                  <a:pt x="11901" y="45886"/>
                </a:lnTo>
                <a:lnTo>
                  <a:pt x="12218" y="45886"/>
                </a:lnTo>
                <a:lnTo>
                  <a:pt x="12218" y="46330"/>
                </a:lnTo>
                <a:lnTo>
                  <a:pt x="12218" y="46774"/>
                </a:lnTo>
                <a:lnTo>
                  <a:pt x="12218" y="47129"/>
                </a:lnTo>
                <a:lnTo>
                  <a:pt x="12218" y="47395"/>
                </a:lnTo>
                <a:lnTo>
                  <a:pt x="12218" y="47573"/>
                </a:lnTo>
                <a:lnTo>
                  <a:pt x="12218" y="48016"/>
                </a:lnTo>
                <a:lnTo>
                  <a:pt x="12218" y="48283"/>
                </a:lnTo>
                <a:lnTo>
                  <a:pt x="12218" y="48638"/>
                </a:lnTo>
                <a:lnTo>
                  <a:pt x="12694" y="49081"/>
                </a:lnTo>
                <a:lnTo>
                  <a:pt x="12694" y="49348"/>
                </a:lnTo>
                <a:lnTo>
                  <a:pt x="12694" y="49525"/>
                </a:lnTo>
                <a:lnTo>
                  <a:pt x="12694" y="49969"/>
                </a:lnTo>
                <a:lnTo>
                  <a:pt x="12694" y="50413"/>
                </a:lnTo>
                <a:lnTo>
                  <a:pt x="13012" y="50590"/>
                </a:lnTo>
                <a:lnTo>
                  <a:pt x="13012" y="50856"/>
                </a:lnTo>
                <a:lnTo>
                  <a:pt x="13012" y="51211"/>
                </a:lnTo>
                <a:lnTo>
                  <a:pt x="13012" y="51655"/>
                </a:lnTo>
                <a:lnTo>
                  <a:pt x="13012" y="51922"/>
                </a:lnTo>
                <a:lnTo>
                  <a:pt x="13488" y="52277"/>
                </a:lnTo>
              </a:path>
            </a:pathLst>
          </a:custGeom>
          <a:ln w="190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2486415" y="2550962"/>
            <a:ext cx="13329" cy="78104"/>
          </a:xfrm>
          <a:custGeom>
            <a:avLst/>
            <a:gdLst/>
            <a:ahLst/>
            <a:cxnLst/>
            <a:rect l="l" t="t" r="r" b="b"/>
            <a:pathLst>
              <a:path w="13329" h="78104">
                <a:moveTo>
                  <a:pt x="0" y="0"/>
                </a:moveTo>
                <a:lnTo>
                  <a:pt x="0" y="443"/>
                </a:lnTo>
                <a:lnTo>
                  <a:pt x="0" y="710"/>
                </a:lnTo>
                <a:lnTo>
                  <a:pt x="0" y="887"/>
                </a:lnTo>
                <a:lnTo>
                  <a:pt x="0" y="1331"/>
                </a:lnTo>
                <a:lnTo>
                  <a:pt x="317" y="1775"/>
                </a:lnTo>
                <a:lnTo>
                  <a:pt x="317" y="1952"/>
                </a:lnTo>
                <a:lnTo>
                  <a:pt x="317" y="2396"/>
                </a:lnTo>
                <a:lnTo>
                  <a:pt x="317" y="2840"/>
                </a:lnTo>
                <a:lnTo>
                  <a:pt x="793" y="3017"/>
                </a:lnTo>
                <a:lnTo>
                  <a:pt x="793" y="3283"/>
                </a:lnTo>
                <a:lnTo>
                  <a:pt x="793" y="3638"/>
                </a:lnTo>
                <a:lnTo>
                  <a:pt x="793" y="4082"/>
                </a:lnTo>
                <a:lnTo>
                  <a:pt x="793" y="4349"/>
                </a:lnTo>
                <a:lnTo>
                  <a:pt x="1110" y="4792"/>
                </a:lnTo>
                <a:lnTo>
                  <a:pt x="1110" y="5147"/>
                </a:lnTo>
                <a:lnTo>
                  <a:pt x="1110" y="5414"/>
                </a:lnTo>
                <a:lnTo>
                  <a:pt x="1110" y="5591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544"/>
                </a:lnTo>
                <a:lnTo>
                  <a:pt x="1110" y="7721"/>
                </a:lnTo>
                <a:lnTo>
                  <a:pt x="1428" y="8165"/>
                </a:lnTo>
                <a:lnTo>
                  <a:pt x="1428" y="8609"/>
                </a:lnTo>
                <a:lnTo>
                  <a:pt x="1428" y="9053"/>
                </a:lnTo>
                <a:lnTo>
                  <a:pt x="1428" y="9230"/>
                </a:lnTo>
                <a:lnTo>
                  <a:pt x="1904" y="9674"/>
                </a:lnTo>
                <a:lnTo>
                  <a:pt x="1904" y="9940"/>
                </a:lnTo>
                <a:lnTo>
                  <a:pt x="1904" y="10118"/>
                </a:lnTo>
                <a:lnTo>
                  <a:pt x="1904" y="10561"/>
                </a:lnTo>
                <a:lnTo>
                  <a:pt x="1904" y="11005"/>
                </a:lnTo>
                <a:lnTo>
                  <a:pt x="2221" y="11360"/>
                </a:lnTo>
                <a:lnTo>
                  <a:pt x="2221" y="11626"/>
                </a:lnTo>
                <a:lnTo>
                  <a:pt x="2221" y="12070"/>
                </a:lnTo>
                <a:lnTo>
                  <a:pt x="2221" y="12514"/>
                </a:lnTo>
                <a:lnTo>
                  <a:pt x="2221" y="12692"/>
                </a:lnTo>
                <a:lnTo>
                  <a:pt x="2697" y="13135"/>
                </a:lnTo>
                <a:lnTo>
                  <a:pt x="2697" y="13579"/>
                </a:lnTo>
                <a:lnTo>
                  <a:pt x="2697" y="13757"/>
                </a:lnTo>
                <a:lnTo>
                  <a:pt x="2697" y="14200"/>
                </a:lnTo>
                <a:lnTo>
                  <a:pt x="2697" y="14644"/>
                </a:lnTo>
                <a:lnTo>
                  <a:pt x="3015" y="14822"/>
                </a:lnTo>
                <a:lnTo>
                  <a:pt x="3015" y="15265"/>
                </a:lnTo>
                <a:lnTo>
                  <a:pt x="3015" y="15709"/>
                </a:lnTo>
                <a:lnTo>
                  <a:pt x="3015" y="16153"/>
                </a:lnTo>
                <a:lnTo>
                  <a:pt x="3015" y="16331"/>
                </a:lnTo>
                <a:lnTo>
                  <a:pt x="3015" y="16774"/>
                </a:lnTo>
                <a:lnTo>
                  <a:pt x="3015" y="17218"/>
                </a:lnTo>
                <a:lnTo>
                  <a:pt x="3015" y="17396"/>
                </a:lnTo>
                <a:lnTo>
                  <a:pt x="3015" y="17839"/>
                </a:lnTo>
                <a:lnTo>
                  <a:pt x="3332" y="18283"/>
                </a:lnTo>
                <a:lnTo>
                  <a:pt x="3332" y="18461"/>
                </a:lnTo>
                <a:lnTo>
                  <a:pt x="3332" y="18904"/>
                </a:lnTo>
                <a:lnTo>
                  <a:pt x="3332" y="19348"/>
                </a:lnTo>
                <a:lnTo>
                  <a:pt x="3332" y="19526"/>
                </a:lnTo>
                <a:lnTo>
                  <a:pt x="3808" y="19970"/>
                </a:lnTo>
                <a:lnTo>
                  <a:pt x="3808" y="20413"/>
                </a:lnTo>
                <a:lnTo>
                  <a:pt x="3808" y="20857"/>
                </a:lnTo>
                <a:lnTo>
                  <a:pt x="3808" y="21035"/>
                </a:lnTo>
                <a:lnTo>
                  <a:pt x="3808" y="21478"/>
                </a:lnTo>
                <a:lnTo>
                  <a:pt x="4125" y="21922"/>
                </a:lnTo>
                <a:lnTo>
                  <a:pt x="4125" y="22100"/>
                </a:lnTo>
                <a:lnTo>
                  <a:pt x="4125" y="22543"/>
                </a:lnTo>
                <a:lnTo>
                  <a:pt x="4125" y="23165"/>
                </a:lnTo>
                <a:lnTo>
                  <a:pt x="4125" y="23431"/>
                </a:lnTo>
                <a:lnTo>
                  <a:pt x="4601" y="23875"/>
                </a:lnTo>
                <a:lnTo>
                  <a:pt x="4601" y="24230"/>
                </a:lnTo>
                <a:lnTo>
                  <a:pt x="4601" y="24496"/>
                </a:lnTo>
                <a:lnTo>
                  <a:pt x="4601" y="24940"/>
                </a:lnTo>
                <a:lnTo>
                  <a:pt x="4919" y="25384"/>
                </a:lnTo>
                <a:lnTo>
                  <a:pt x="4919" y="25561"/>
                </a:lnTo>
                <a:lnTo>
                  <a:pt x="4919" y="26005"/>
                </a:lnTo>
                <a:lnTo>
                  <a:pt x="4919" y="26449"/>
                </a:lnTo>
                <a:lnTo>
                  <a:pt x="4919" y="26626"/>
                </a:lnTo>
                <a:lnTo>
                  <a:pt x="5395" y="27070"/>
                </a:lnTo>
                <a:lnTo>
                  <a:pt x="5395" y="27691"/>
                </a:lnTo>
                <a:lnTo>
                  <a:pt x="5395" y="27869"/>
                </a:lnTo>
                <a:lnTo>
                  <a:pt x="5395" y="28313"/>
                </a:lnTo>
                <a:lnTo>
                  <a:pt x="5395" y="28756"/>
                </a:lnTo>
                <a:lnTo>
                  <a:pt x="5395" y="29023"/>
                </a:lnTo>
                <a:lnTo>
                  <a:pt x="5395" y="29378"/>
                </a:lnTo>
                <a:lnTo>
                  <a:pt x="5395" y="29821"/>
                </a:lnTo>
                <a:lnTo>
                  <a:pt x="5395" y="30265"/>
                </a:lnTo>
                <a:lnTo>
                  <a:pt x="5395" y="30443"/>
                </a:lnTo>
                <a:lnTo>
                  <a:pt x="5712" y="31153"/>
                </a:lnTo>
                <a:lnTo>
                  <a:pt x="5712" y="31330"/>
                </a:lnTo>
                <a:lnTo>
                  <a:pt x="5712" y="31774"/>
                </a:lnTo>
                <a:lnTo>
                  <a:pt x="5712" y="32218"/>
                </a:lnTo>
                <a:lnTo>
                  <a:pt x="6030" y="32662"/>
                </a:lnTo>
                <a:lnTo>
                  <a:pt x="6030" y="32839"/>
                </a:lnTo>
                <a:lnTo>
                  <a:pt x="6030" y="33283"/>
                </a:lnTo>
                <a:lnTo>
                  <a:pt x="6030" y="33727"/>
                </a:lnTo>
                <a:lnTo>
                  <a:pt x="6030" y="34170"/>
                </a:lnTo>
                <a:lnTo>
                  <a:pt x="6506" y="34525"/>
                </a:lnTo>
                <a:lnTo>
                  <a:pt x="6506" y="34969"/>
                </a:lnTo>
                <a:lnTo>
                  <a:pt x="6506" y="35235"/>
                </a:lnTo>
                <a:lnTo>
                  <a:pt x="6506" y="35591"/>
                </a:lnTo>
                <a:lnTo>
                  <a:pt x="6506" y="36034"/>
                </a:lnTo>
                <a:lnTo>
                  <a:pt x="6823" y="36478"/>
                </a:lnTo>
                <a:lnTo>
                  <a:pt x="6823" y="36922"/>
                </a:lnTo>
                <a:lnTo>
                  <a:pt x="6823" y="37366"/>
                </a:lnTo>
                <a:lnTo>
                  <a:pt x="6823" y="37543"/>
                </a:lnTo>
                <a:lnTo>
                  <a:pt x="6823" y="37987"/>
                </a:lnTo>
                <a:lnTo>
                  <a:pt x="7299" y="38431"/>
                </a:lnTo>
                <a:lnTo>
                  <a:pt x="7299" y="38874"/>
                </a:lnTo>
                <a:lnTo>
                  <a:pt x="7299" y="39318"/>
                </a:lnTo>
                <a:lnTo>
                  <a:pt x="7299" y="39673"/>
                </a:lnTo>
                <a:lnTo>
                  <a:pt x="7299" y="39940"/>
                </a:lnTo>
                <a:lnTo>
                  <a:pt x="7299" y="40561"/>
                </a:lnTo>
                <a:lnTo>
                  <a:pt x="7299" y="40738"/>
                </a:lnTo>
                <a:lnTo>
                  <a:pt x="7299" y="41182"/>
                </a:lnTo>
                <a:lnTo>
                  <a:pt x="7299" y="41626"/>
                </a:lnTo>
                <a:lnTo>
                  <a:pt x="7616" y="42070"/>
                </a:lnTo>
                <a:lnTo>
                  <a:pt x="7616" y="42513"/>
                </a:lnTo>
                <a:lnTo>
                  <a:pt x="7616" y="42957"/>
                </a:lnTo>
                <a:lnTo>
                  <a:pt x="7616" y="43135"/>
                </a:lnTo>
                <a:lnTo>
                  <a:pt x="7616" y="43579"/>
                </a:lnTo>
                <a:lnTo>
                  <a:pt x="7934" y="44022"/>
                </a:lnTo>
                <a:lnTo>
                  <a:pt x="7934" y="44466"/>
                </a:lnTo>
                <a:lnTo>
                  <a:pt x="7934" y="44821"/>
                </a:lnTo>
                <a:lnTo>
                  <a:pt x="7934" y="45265"/>
                </a:lnTo>
                <a:lnTo>
                  <a:pt x="7934" y="45531"/>
                </a:lnTo>
                <a:lnTo>
                  <a:pt x="8410" y="46152"/>
                </a:lnTo>
                <a:lnTo>
                  <a:pt x="8410" y="46596"/>
                </a:lnTo>
                <a:lnTo>
                  <a:pt x="8410" y="46774"/>
                </a:lnTo>
                <a:lnTo>
                  <a:pt x="8410" y="47217"/>
                </a:lnTo>
                <a:lnTo>
                  <a:pt x="8727" y="47839"/>
                </a:lnTo>
                <a:lnTo>
                  <a:pt x="8727" y="48105"/>
                </a:lnTo>
                <a:lnTo>
                  <a:pt x="8727" y="48460"/>
                </a:lnTo>
                <a:lnTo>
                  <a:pt x="8727" y="48904"/>
                </a:lnTo>
                <a:lnTo>
                  <a:pt x="8727" y="49348"/>
                </a:lnTo>
                <a:lnTo>
                  <a:pt x="9203" y="49791"/>
                </a:lnTo>
                <a:lnTo>
                  <a:pt x="9203" y="50235"/>
                </a:lnTo>
                <a:lnTo>
                  <a:pt x="9203" y="50679"/>
                </a:lnTo>
                <a:lnTo>
                  <a:pt x="9203" y="51034"/>
                </a:lnTo>
                <a:lnTo>
                  <a:pt x="9203" y="51478"/>
                </a:lnTo>
                <a:lnTo>
                  <a:pt x="9521" y="51744"/>
                </a:lnTo>
                <a:lnTo>
                  <a:pt x="9521" y="52365"/>
                </a:lnTo>
                <a:lnTo>
                  <a:pt x="9521" y="52543"/>
                </a:lnTo>
                <a:lnTo>
                  <a:pt x="9521" y="52987"/>
                </a:lnTo>
                <a:lnTo>
                  <a:pt x="9521" y="53608"/>
                </a:lnTo>
                <a:lnTo>
                  <a:pt x="9521" y="53874"/>
                </a:lnTo>
                <a:lnTo>
                  <a:pt x="9521" y="54318"/>
                </a:lnTo>
                <a:lnTo>
                  <a:pt x="9521" y="54673"/>
                </a:lnTo>
                <a:lnTo>
                  <a:pt x="9521" y="55117"/>
                </a:lnTo>
                <a:lnTo>
                  <a:pt x="9997" y="55561"/>
                </a:lnTo>
                <a:lnTo>
                  <a:pt x="9997" y="56004"/>
                </a:lnTo>
                <a:lnTo>
                  <a:pt x="9997" y="56448"/>
                </a:lnTo>
                <a:lnTo>
                  <a:pt x="9997" y="56892"/>
                </a:lnTo>
                <a:lnTo>
                  <a:pt x="9997" y="57247"/>
                </a:lnTo>
                <a:lnTo>
                  <a:pt x="10314" y="57691"/>
                </a:lnTo>
                <a:lnTo>
                  <a:pt x="10314" y="58134"/>
                </a:lnTo>
                <a:lnTo>
                  <a:pt x="10314" y="58578"/>
                </a:lnTo>
                <a:lnTo>
                  <a:pt x="10314" y="59022"/>
                </a:lnTo>
                <a:lnTo>
                  <a:pt x="10314" y="59466"/>
                </a:lnTo>
                <a:lnTo>
                  <a:pt x="10631" y="59643"/>
                </a:lnTo>
                <a:lnTo>
                  <a:pt x="10631" y="60265"/>
                </a:lnTo>
                <a:lnTo>
                  <a:pt x="10631" y="60708"/>
                </a:lnTo>
                <a:lnTo>
                  <a:pt x="10631" y="60975"/>
                </a:lnTo>
                <a:lnTo>
                  <a:pt x="10631" y="61596"/>
                </a:lnTo>
                <a:lnTo>
                  <a:pt x="11108" y="62040"/>
                </a:lnTo>
                <a:lnTo>
                  <a:pt x="11108" y="62217"/>
                </a:lnTo>
                <a:lnTo>
                  <a:pt x="11108" y="62838"/>
                </a:lnTo>
                <a:lnTo>
                  <a:pt x="11108" y="63282"/>
                </a:lnTo>
                <a:lnTo>
                  <a:pt x="11425" y="63549"/>
                </a:lnTo>
                <a:lnTo>
                  <a:pt x="11425" y="64170"/>
                </a:lnTo>
                <a:lnTo>
                  <a:pt x="11425" y="64614"/>
                </a:lnTo>
                <a:lnTo>
                  <a:pt x="11425" y="64969"/>
                </a:lnTo>
                <a:lnTo>
                  <a:pt x="11425" y="65412"/>
                </a:lnTo>
                <a:lnTo>
                  <a:pt x="11425" y="65679"/>
                </a:lnTo>
                <a:lnTo>
                  <a:pt x="11425" y="66300"/>
                </a:lnTo>
                <a:lnTo>
                  <a:pt x="11425" y="66744"/>
                </a:lnTo>
                <a:lnTo>
                  <a:pt x="11425" y="66921"/>
                </a:lnTo>
                <a:lnTo>
                  <a:pt x="11425" y="67543"/>
                </a:lnTo>
                <a:lnTo>
                  <a:pt x="11901" y="67986"/>
                </a:lnTo>
                <a:lnTo>
                  <a:pt x="11901" y="68430"/>
                </a:lnTo>
                <a:lnTo>
                  <a:pt x="11901" y="68874"/>
                </a:lnTo>
                <a:lnTo>
                  <a:pt x="11901" y="69318"/>
                </a:lnTo>
                <a:lnTo>
                  <a:pt x="11901" y="69761"/>
                </a:lnTo>
                <a:lnTo>
                  <a:pt x="12218" y="70116"/>
                </a:lnTo>
                <a:lnTo>
                  <a:pt x="12218" y="70560"/>
                </a:lnTo>
                <a:lnTo>
                  <a:pt x="12218" y="71004"/>
                </a:lnTo>
                <a:lnTo>
                  <a:pt x="12218" y="71448"/>
                </a:lnTo>
                <a:lnTo>
                  <a:pt x="12536" y="71892"/>
                </a:lnTo>
                <a:lnTo>
                  <a:pt x="12536" y="72335"/>
                </a:lnTo>
                <a:lnTo>
                  <a:pt x="12536" y="72690"/>
                </a:lnTo>
                <a:lnTo>
                  <a:pt x="12536" y="73134"/>
                </a:lnTo>
                <a:lnTo>
                  <a:pt x="12536" y="73755"/>
                </a:lnTo>
                <a:lnTo>
                  <a:pt x="13012" y="74022"/>
                </a:lnTo>
                <a:lnTo>
                  <a:pt x="13012" y="74465"/>
                </a:lnTo>
                <a:lnTo>
                  <a:pt x="13012" y="75087"/>
                </a:lnTo>
                <a:lnTo>
                  <a:pt x="13012" y="75264"/>
                </a:lnTo>
                <a:lnTo>
                  <a:pt x="13012" y="75974"/>
                </a:lnTo>
                <a:lnTo>
                  <a:pt x="13329" y="76329"/>
                </a:lnTo>
                <a:lnTo>
                  <a:pt x="13329" y="76773"/>
                </a:lnTo>
                <a:lnTo>
                  <a:pt x="13329" y="77217"/>
                </a:lnTo>
                <a:lnTo>
                  <a:pt x="13329" y="77483"/>
                </a:lnTo>
                <a:lnTo>
                  <a:pt x="13329" y="78104"/>
                </a:lnTo>
              </a:path>
            </a:pathLst>
          </a:custGeom>
          <a:ln w="1929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2499745" y="2629067"/>
            <a:ext cx="13488" cy="96033"/>
          </a:xfrm>
          <a:custGeom>
            <a:avLst/>
            <a:gdLst/>
            <a:ahLst/>
            <a:cxnLst/>
            <a:rect l="l" t="t" r="r" b="b"/>
            <a:pathLst>
              <a:path w="13488" h="96033">
                <a:moveTo>
                  <a:pt x="0" y="0"/>
                </a:moveTo>
                <a:lnTo>
                  <a:pt x="0" y="443"/>
                </a:lnTo>
                <a:lnTo>
                  <a:pt x="0" y="798"/>
                </a:lnTo>
                <a:lnTo>
                  <a:pt x="0" y="1242"/>
                </a:lnTo>
                <a:lnTo>
                  <a:pt x="0" y="1686"/>
                </a:lnTo>
                <a:lnTo>
                  <a:pt x="476" y="2130"/>
                </a:lnTo>
                <a:lnTo>
                  <a:pt x="476" y="2751"/>
                </a:lnTo>
                <a:lnTo>
                  <a:pt x="476" y="3017"/>
                </a:lnTo>
                <a:lnTo>
                  <a:pt x="476" y="3638"/>
                </a:lnTo>
                <a:lnTo>
                  <a:pt x="476" y="4082"/>
                </a:lnTo>
                <a:lnTo>
                  <a:pt x="793" y="4526"/>
                </a:lnTo>
                <a:lnTo>
                  <a:pt x="793" y="4881"/>
                </a:lnTo>
                <a:lnTo>
                  <a:pt x="793" y="5325"/>
                </a:lnTo>
                <a:lnTo>
                  <a:pt x="793" y="5769"/>
                </a:lnTo>
                <a:lnTo>
                  <a:pt x="793" y="6212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721"/>
                </a:lnTo>
                <a:lnTo>
                  <a:pt x="1110" y="7899"/>
                </a:lnTo>
                <a:lnTo>
                  <a:pt x="1110" y="8520"/>
                </a:lnTo>
                <a:lnTo>
                  <a:pt x="1586" y="8786"/>
                </a:lnTo>
                <a:lnTo>
                  <a:pt x="1586" y="9408"/>
                </a:lnTo>
                <a:lnTo>
                  <a:pt x="1586" y="9851"/>
                </a:lnTo>
                <a:lnTo>
                  <a:pt x="1586" y="10295"/>
                </a:lnTo>
                <a:lnTo>
                  <a:pt x="1904" y="10739"/>
                </a:lnTo>
                <a:lnTo>
                  <a:pt x="1904" y="11094"/>
                </a:lnTo>
                <a:lnTo>
                  <a:pt x="1904" y="11538"/>
                </a:lnTo>
                <a:lnTo>
                  <a:pt x="1904" y="12248"/>
                </a:lnTo>
                <a:lnTo>
                  <a:pt x="1904" y="12425"/>
                </a:lnTo>
                <a:lnTo>
                  <a:pt x="2380" y="13047"/>
                </a:lnTo>
                <a:lnTo>
                  <a:pt x="2380" y="13490"/>
                </a:lnTo>
                <a:lnTo>
                  <a:pt x="2380" y="13934"/>
                </a:lnTo>
                <a:lnTo>
                  <a:pt x="2380" y="14555"/>
                </a:lnTo>
                <a:lnTo>
                  <a:pt x="2380" y="14822"/>
                </a:lnTo>
                <a:lnTo>
                  <a:pt x="2380" y="15443"/>
                </a:lnTo>
                <a:lnTo>
                  <a:pt x="2380" y="15887"/>
                </a:lnTo>
                <a:lnTo>
                  <a:pt x="2380" y="16242"/>
                </a:lnTo>
                <a:lnTo>
                  <a:pt x="2380" y="16686"/>
                </a:lnTo>
                <a:lnTo>
                  <a:pt x="2380" y="17129"/>
                </a:lnTo>
                <a:lnTo>
                  <a:pt x="2697" y="17573"/>
                </a:lnTo>
                <a:lnTo>
                  <a:pt x="2697" y="18194"/>
                </a:lnTo>
                <a:lnTo>
                  <a:pt x="2697" y="18461"/>
                </a:lnTo>
                <a:lnTo>
                  <a:pt x="2697" y="19082"/>
                </a:lnTo>
                <a:lnTo>
                  <a:pt x="3173" y="19526"/>
                </a:lnTo>
                <a:lnTo>
                  <a:pt x="3173" y="19881"/>
                </a:lnTo>
                <a:lnTo>
                  <a:pt x="3173" y="20591"/>
                </a:lnTo>
                <a:lnTo>
                  <a:pt x="3173" y="20768"/>
                </a:lnTo>
                <a:lnTo>
                  <a:pt x="3173" y="21390"/>
                </a:lnTo>
                <a:lnTo>
                  <a:pt x="3491" y="21833"/>
                </a:lnTo>
                <a:lnTo>
                  <a:pt x="3491" y="22277"/>
                </a:lnTo>
                <a:lnTo>
                  <a:pt x="3491" y="22721"/>
                </a:lnTo>
                <a:lnTo>
                  <a:pt x="3491" y="23165"/>
                </a:lnTo>
                <a:lnTo>
                  <a:pt x="3491" y="23786"/>
                </a:lnTo>
                <a:lnTo>
                  <a:pt x="3808" y="24230"/>
                </a:lnTo>
                <a:lnTo>
                  <a:pt x="3808" y="24674"/>
                </a:lnTo>
                <a:lnTo>
                  <a:pt x="3808" y="25029"/>
                </a:lnTo>
                <a:lnTo>
                  <a:pt x="3808" y="25472"/>
                </a:lnTo>
                <a:lnTo>
                  <a:pt x="3808" y="25916"/>
                </a:lnTo>
                <a:lnTo>
                  <a:pt x="4284" y="26537"/>
                </a:lnTo>
                <a:lnTo>
                  <a:pt x="4284" y="26981"/>
                </a:lnTo>
                <a:lnTo>
                  <a:pt x="4284" y="27425"/>
                </a:lnTo>
                <a:lnTo>
                  <a:pt x="4284" y="27869"/>
                </a:lnTo>
                <a:lnTo>
                  <a:pt x="4284" y="28313"/>
                </a:lnTo>
                <a:lnTo>
                  <a:pt x="4284" y="28934"/>
                </a:lnTo>
                <a:lnTo>
                  <a:pt x="4284" y="29378"/>
                </a:lnTo>
                <a:lnTo>
                  <a:pt x="4284" y="29821"/>
                </a:lnTo>
                <a:lnTo>
                  <a:pt x="4284" y="30176"/>
                </a:lnTo>
                <a:lnTo>
                  <a:pt x="4601" y="30620"/>
                </a:lnTo>
                <a:lnTo>
                  <a:pt x="4601" y="31330"/>
                </a:lnTo>
                <a:lnTo>
                  <a:pt x="4601" y="31685"/>
                </a:lnTo>
                <a:lnTo>
                  <a:pt x="4601" y="32129"/>
                </a:lnTo>
                <a:lnTo>
                  <a:pt x="4601" y="32573"/>
                </a:lnTo>
                <a:lnTo>
                  <a:pt x="5077" y="33017"/>
                </a:lnTo>
                <a:lnTo>
                  <a:pt x="5077" y="33638"/>
                </a:lnTo>
                <a:lnTo>
                  <a:pt x="5077" y="34082"/>
                </a:lnTo>
                <a:lnTo>
                  <a:pt x="5077" y="34525"/>
                </a:lnTo>
                <a:lnTo>
                  <a:pt x="5077" y="34969"/>
                </a:lnTo>
                <a:lnTo>
                  <a:pt x="5395" y="35591"/>
                </a:lnTo>
                <a:lnTo>
                  <a:pt x="5395" y="36034"/>
                </a:lnTo>
                <a:lnTo>
                  <a:pt x="5395" y="36478"/>
                </a:lnTo>
                <a:lnTo>
                  <a:pt x="5395" y="36833"/>
                </a:lnTo>
                <a:lnTo>
                  <a:pt x="5712" y="37277"/>
                </a:lnTo>
                <a:lnTo>
                  <a:pt x="5712" y="37898"/>
                </a:lnTo>
                <a:lnTo>
                  <a:pt x="5712" y="38342"/>
                </a:lnTo>
                <a:lnTo>
                  <a:pt x="5712" y="38786"/>
                </a:lnTo>
                <a:lnTo>
                  <a:pt x="5712" y="39407"/>
                </a:lnTo>
                <a:lnTo>
                  <a:pt x="6188" y="39673"/>
                </a:lnTo>
                <a:lnTo>
                  <a:pt x="6188" y="40295"/>
                </a:lnTo>
                <a:lnTo>
                  <a:pt x="6188" y="40738"/>
                </a:lnTo>
                <a:lnTo>
                  <a:pt x="6188" y="41182"/>
                </a:lnTo>
                <a:lnTo>
                  <a:pt x="6188" y="41803"/>
                </a:lnTo>
                <a:lnTo>
                  <a:pt x="6506" y="41981"/>
                </a:lnTo>
                <a:lnTo>
                  <a:pt x="6506" y="42691"/>
                </a:lnTo>
                <a:lnTo>
                  <a:pt x="6506" y="43046"/>
                </a:lnTo>
                <a:lnTo>
                  <a:pt x="6506" y="43490"/>
                </a:lnTo>
                <a:lnTo>
                  <a:pt x="6506" y="44111"/>
                </a:lnTo>
                <a:lnTo>
                  <a:pt x="6506" y="44555"/>
                </a:lnTo>
                <a:lnTo>
                  <a:pt x="6506" y="44999"/>
                </a:lnTo>
                <a:lnTo>
                  <a:pt x="6506" y="45442"/>
                </a:lnTo>
                <a:lnTo>
                  <a:pt x="6506" y="46064"/>
                </a:lnTo>
                <a:lnTo>
                  <a:pt x="6982" y="46507"/>
                </a:lnTo>
                <a:lnTo>
                  <a:pt x="6982" y="46951"/>
                </a:lnTo>
                <a:lnTo>
                  <a:pt x="6982" y="47573"/>
                </a:lnTo>
                <a:lnTo>
                  <a:pt x="6982" y="47839"/>
                </a:lnTo>
                <a:lnTo>
                  <a:pt x="6982" y="48460"/>
                </a:lnTo>
                <a:lnTo>
                  <a:pt x="7299" y="48904"/>
                </a:lnTo>
                <a:lnTo>
                  <a:pt x="7299" y="49259"/>
                </a:lnTo>
                <a:lnTo>
                  <a:pt x="7299" y="49969"/>
                </a:lnTo>
                <a:lnTo>
                  <a:pt x="7299" y="50413"/>
                </a:lnTo>
                <a:lnTo>
                  <a:pt x="7299" y="51034"/>
                </a:lnTo>
                <a:lnTo>
                  <a:pt x="7775" y="51211"/>
                </a:lnTo>
                <a:lnTo>
                  <a:pt x="7775" y="51833"/>
                </a:lnTo>
                <a:lnTo>
                  <a:pt x="7775" y="52543"/>
                </a:lnTo>
                <a:lnTo>
                  <a:pt x="7775" y="52720"/>
                </a:lnTo>
                <a:lnTo>
                  <a:pt x="7775" y="53342"/>
                </a:lnTo>
                <a:lnTo>
                  <a:pt x="8093" y="53785"/>
                </a:lnTo>
                <a:lnTo>
                  <a:pt x="8093" y="54229"/>
                </a:lnTo>
                <a:lnTo>
                  <a:pt x="8093" y="54850"/>
                </a:lnTo>
                <a:lnTo>
                  <a:pt x="8093" y="55294"/>
                </a:lnTo>
                <a:lnTo>
                  <a:pt x="8410" y="55738"/>
                </a:lnTo>
                <a:lnTo>
                  <a:pt x="8410" y="56182"/>
                </a:lnTo>
                <a:lnTo>
                  <a:pt x="8410" y="56803"/>
                </a:lnTo>
                <a:lnTo>
                  <a:pt x="8410" y="57247"/>
                </a:lnTo>
                <a:lnTo>
                  <a:pt x="8410" y="57691"/>
                </a:lnTo>
                <a:lnTo>
                  <a:pt x="8410" y="58312"/>
                </a:lnTo>
                <a:lnTo>
                  <a:pt x="8410" y="58756"/>
                </a:lnTo>
                <a:lnTo>
                  <a:pt x="8410" y="59200"/>
                </a:lnTo>
                <a:lnTo>
                  <a:pt x="8410" y="59555"/>
                </a:lnTo>
                <a:lnTo>
                  <a:pt x="8410" y="60265"/>
                </a:lnTo>
                <a:lnTo>
                  <a:pt x="8886" y="60708"/>
                </a:lnTo>
                <a:lnTo>
                  <a:pt x="8886" y="61063"/>
                </a:lnTo>
                <a:lnTo>
                  <a:pt x="8886" y="61773"/>
                </a:lnTo>
                <a:lnTo>
                  <a:pt x="8886" y="62128"/>
                </a:lnTo>
                <a:lnTo>
                  <a:pt x="8886" y="62838"/>
                </a:lnTo>
                <a:lnTo>
                  <a:pt x="9203" y="63016"/>
                </a:lnTo>
                <a:lnTo>
                  <a:pt x="9203" y="63637"/>
                </a:lnTo>
                <a:lnTo>
                  <a:pt x="9203" y="64347"/>
                </a:lnTo>
                <a:lnTo>
                  <a:pt x="9203" y="64525"/>
                </a:lnTo>
                <a:lnTo>
                  <a:pt x="9679" y="65146"/>
                </a:lnTo>
                <a:lnTo>
                  <a:pt x="9679" y="65590"/>
                </a:lnTo>
                <a:lnTo>
                  <a:pt x="9679" y="66211"/>
                </a:lnTo>
                <a:lnTo>
                  <a:pt x="9679" y="66655"/>
                </a:lnTo>
                <a:lnTo>
                  <a:pt x="9679" y="67099"/>
                </a:lnTo>
                <a:lnTo>
                  <a:pt x="9997" y="67720"/>
                </a:lnTo>
                <a:lnTo>
                  <a:pt x="9997" y="68164"/>
                </a:lnTo>
                <a:lnTo>
                  <a:pt x="9997" y="68608"/>
                </a:lnTo>
                <a:lnTo>
                  <a:pt x="9997" y="69051"/>
                </a:lnTo>
                <a:lnTo>
                  <a:pt x="9997" y="69673"/>
                </a:lnTo>
                <a:lnTo>
                  <a:pt x="10314" y="70294"/>
                </a:lnTo>
                <a:lnTo>
                  <a:pt x="10314" y="70560"/>
                </a:lnTo>
                <a:lnTo>
                  <a:pt x="10314" y="71182"/>
                </a:lnTo>
                <a:lnTo>
                  <a:pt x="10314" y="71625"/>
                </a:lnTo>
                <a:lnTo>
                  <a:pt x="10314" y="72247"/>
                </a:lnTo>
                <a:lnTo>
                  <a:pt x="10790" y="72690"/>
                </a:lnTo>
                <a:lnTo>
                  <a:pt x="10790" y="73134"/>
                </a:lnTo>
                <a:lnTo>
                  <a:pt x="10790" y="73755"/>
                </a:lnTo>
                <a:lnTo>
                  <a:pt x="10790" y="74199"/>
                </a:lnTo>
                <a:lnTo>
                  <a:pt x="10790" y="74643"/>
                </a:lnTo>
                <a:lnTo>
                  <a:pt x="10790" y="74998"/>
                </a:lnTo>
                <a:lnTo>
                  <a:pt x="10790" y="75708"/>
                </a:lnTo>
                <a:lnTo>
                  <a:pt x="10790" y="76063"/>
                </a:lnTo>
                <a:lnTo>
                  <a:pt x="10790" y="76773"/>
                </a:lnTo>
                <a:lnTo>
                  <a:pt x="11108" y="77217"/>
                </a:lnTo>
                <a:lnTo>
                  <a:pt x="11108" y="77572"/>
                </a:lnTo>
                <a:lnTo>
                  <a:pt x="11108" y="78282"/>
                </a:lnTo>
                <a:lnTo>
                  <a:pt x="11108" y="78637"/>
                </a:lnTo>
                <a:lnTo>
                  <a:pt x="11108" y="79081"/>
                </a:lnTo>
                <a:lnTo>
                  <a:pt x="11584" y="79791"/>
                </a:lnTo>
                <a:lnTo>
                  <a:pt x="11584" y="80146"/>
                </a:lnTo>
                <a:lnTo>
                  <a:pt x="11584" y="80856"/>
                </a:lnTo>
                <a:lnTo>
                  <a:pt x="11584" y="81211"/>
                </a:lnTo>
                <a:lnTo>
                  <a:pt x="11584" y="81655"/>
                </a:lnTo>
                <a:lnTo>
                  <a:pt x="11901" y="82098"/>
                </a:lnTo>
                <a:lnTo>
                  <a:pt x="11901" y="82720"/>
                </a:lnTo>
                <a:lnTo>
                  <a:pt x="11901" y="83164"/>
                </a:lnTo>
                <a:lnTo>
                  <a:pt x="11901" y="83607"/>
                </a:lnTo>
                <a:lnTo>
                  <a:pt x="12377" y="84229"/>
                </a:lnTo>
                <a:lnTo>
                  <a:pt x="12377" y="84672"/>
                </a:lnTo>
                <a:lnTo>
                  <a:pt x="12377" y="85294"/>
                </a:lnTo>
                <a:lnTo>
                  <a:pt x="12377" y="85737"/>
                </a:lnTo>
                <a:lnTo>
                  <a:pt x="12377" y="86181"/>
                </a:lnTo>
                <a:lnTo>
                  <a:pt x="12694" y="86803"/>
                </a:lnTo>
                <a:lnTo>
                  <a:pt x="12694" y="87246"/>
                </a:lnTo>
                <a:lnTo>
                  <a:pt x="12694" y="87868"/>
                </a:lnTo>
                <a:lnTo>
                  <a:pt x="12694" y="88311"/>
                </a:lnTo>
                <a:lnTo>
                  <a:pt x="12694" y="88755"/>
                </a:lnTo>
                <a:lnTo>
                  <a:pt x="12694" y="89199"/>
                </a:lnTo>
                <a:lnTo>
                  <a:pt x="12694" y="89820"/>
                </a:lnTo>
                <a:lnTo>
                  <a:pt x="12694" y="90264"/>
                </a:lnTo>
                <a:lnTo>
                  <a:pt x="12694" y="90885"/>
                </a:lnTo>
                <a:lnTo>
                  <a:pt x="12694" y="91507"/>
                </a:lnTo>
                <a:lnTo>
                  <a:pt x="13012" y="91773"/>
                </a:lnTo>
                <a:lnTo>
                  <a:pt x="13012" y="92394"/>
                </a:lnTo>
                <a:lnTo>
                  <a:pt x="13012" y="92838"/>
                </a:lnTo>
                <a:lnTo>
                  <a:pt x="13012" y="93459"/>
                </a:lnTo>
                <a:lnTo>
                  <a:pt x="13488" y="93903"/>
                </a:lnTo>
                <a:lnTo>
                  <a:pt x="13488" y="94347"/>
                </a:lnTo>
                <a:lnTo>
                  <a:pt x="13488" y="94968"/>
                </a:lnTo>
                <a:lnTo>
                  <a:pt x="13488" y="95412"/>
                </a:lnTo>
                <a:lnTo>
                  <a:pt x="13488" y="96033"/>
                </a:lnTo>
              </a:path>
            </a:pathLst>
          </a:custGeom>
          <a:ln w="1937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2513233" y="2725101"/>
            <a:ext cx="13805" cy="104909"/>
          </a:xfrm>
          <a:custGeom>
            <a:avLst/>
            <a:gdLst/>
            <a:ahLst/>
            <a:cxnLst/>
            <a:rect l="l" t="t" r="r" b="b"/>
            <a:pathLst>
              <a:path w="13805" h="104909">
                <a:moveTo>
                  <a:pt x="0" y="0"/>
                </a:moveTo>
                <a:lnTo>
                  <a:pt x="317" y="443"/>
                </a:lnTo>
                <a:lnTo>
                  <a:pt x="317" y="1065"/>
                </a:lnTo>
                <a:lnTo>
                  <a:pt x="317" y="1331"/>
                </a:lnTo>
                <a:lnTo>
                  <a:pt x="317" y="1952"/>
                </a:lnTo>
                <a:lnTo>
                  <a:pt x="317" y="2573"/>
                </a:lnTo>
                <a:lnTo>
                  <a:pt x="793" y="3017"/>
                </a:lnTo>
                <a:lnTo>
                  <a:pt x="793" y="3638"/>
                </a:lnTo>
                <a:lnTo>
                  <a:pt x="793" y="4082"/>
                </a:lnTo>
                <a:lnTo>
                  <a:pt x="793" y="4526"/>
                </a:lnTo>
                <a:lnTo>
                  <a:pt x="793" y="4970"/>
                </a:lnTo>
                <a:lnTo>
                  <a:pt x="1110" y="5591"/>
                </a:lnTo>
                <a:lnTo>
                  <a:pt x="1110" y="6035"/>
                </a:lnTo>
                <a:lnTo>
                  <a:pt x="1110" y="6656"/>
                </a:lnTo>
                <a:lnTo>
                  <a:pt x="1110" y="7277"/>
                </a:lnTo>
                <a:lnTo>
                  <a:pt x="1428" y="7544"/>
                </a:lnTo>
                <a:lnTo>
                  <a:pt x="1428" y="8165"/>
                </a:lnTo>
                <a:lnTo>
                  <a:pt x="1428" y="8609"/>
                </a:lnTo>
                <a:lnTo>
                  <a:pt x="1428" y="9230"/>
                </a:lnTo>
                <a:lnTo>
                  <a:pt x="1428" y="9674"/>
                </a:lnTo>
                <a:lnTo>
                  <a:pt x="1428" y="10295"/>
                </a:lnTo>
                <a:lnTo>
                  <a:pt x="1428" y="10739"/>
                </a:lnTo>
                <a:lnTo>
                  <a:pt x="1428" y="11183"/>
                </a:lnTo>
                <a:lnTo>
                  <a:pt x="1428" y="11804"/>
                </a:lnTo>
                <a:lnTo>
                  <a:pt x="1428" y="12248"/>
                </a:lnTo>
                <a:lnTo>
                  <a:pt x="1904" y="12869"/>
                </a:lnTo>
                <a:lnTo>
                  <a:pt x="1904" y="13313"/>
                </a:lnTo>
                <a:lnTo>
                  <a:pt x="1904" y="13934"/>
                </a:lnTo>
                <a:lnTo>
                  <a:pt x="1904" y="14378"/>
                </a:lnTo>
                <a:lnTo>
                  <a:pt x="1904" y="14822"/>
                </a:lnTo>
                <a:lnTo>
                  <a:pt x="2221" y="15443"/>
                </a:lnTo>
                <a:lnTo>
                  <a:pt x="2221" y="15887"/>
                </a:lnTo>
                <a:lnTo>
                  <a:pt x="2221" y="16508"/>
                </a:lnTo>
                <a:lnTo>
                  <a:pt x="2221" y="16952"/>
                </a:lnTo>
                <a:lnTo>
                  <a:pt x="2697" y="17573"/>
                </a:lnTo>
                <a:lnTo>
                  <a:pt x="2697" y="17839"/>
                </a:lnTo>
                <a:lnTo>
                  <a:pt x="2697" y="18461"/>
                </a:lnTo>
                <a:lnTo>
                  <a:pt x="2697" y="19082"/>
                </a:lnTo>
                <a:lnTo>
                  <a:pt x="2697" y="19526"/>
                </a:lnTo>
                <a:lnTo>
                  <a:pt x="3015" y="20147"/>
                </a:lnTo>
                <a:lnTo>
                  <a:pt x="3015" y="20591"/>
                </a:lnTo>
                <a:lnTo>
                  <a:pt x="3015" y="21212"/>
                </a:lnTo>
                <a:lnTo>
                  <a:pt x="3015" y="21656"/>
                </a:lnTo>
                <a:lnTo>
                  <a:pt x="3015" y="22100"/>
                </a:lnTo>
                <a:lnTo>
                  <a:pt x="3332" y="22543"/>
                </a:lnTo>
                <a:lnTo>
                  <a:pt x="3332" y="23165"/>
                </a:lnTo>
                <a:lnTo>
                  <a:pt x="3332" y="23786"/>
                </a:lnTo>
                <a:lnTo>
                  <a:pt x="3332" y="24230"/>
                </a:lnTo>
                <a:lnTo>
                  <a:pt x="3332" y="24851"/>
                </a:lnTo>
                <a:lnTo>
                  <a:pt x="3332" y="25295"/>
                </a:lnTo>
                <a:lnTo>
                  <a:pt x="3332" y="25916"/>
                </a:lnTo>
                <a:lnTo>
                  <a:pt x="3332" y="26182"/>
                </a:lnTo>
                <a:lnTo>
                  <a:pt x="3332" y="26804"/>
                </a:lnTo>
                <a:lnTo>
                  <a:pt x="3808" y="27247"/>
                </a:lnTo>
                <a:lnTo>
                  <a:pt x="3808" y="27869"/>
                </a:lnTo>
                <a:lnTo>
                  <a:pt x="3808" y="28490"/>
                </a:lnTo>
                <a:lnTo>
                  <a:pt x="3808" y="28934"/>
                </a:lnTo>
                <a:lnTo>
                  <a:pt x="3808" y="29644"/>
                </a:lnTo>
                <a:lnTo>
                  <a:pt x="4125" y="29999"/>
                </a:lnTo>
                <a:lnTo>
                  <a:pt x="4125" y="30443"/>
                </a:lnTo>
                <a:lnTo>
                  <a:pt x="4125" y="30886"/>
                </a:lnTo>
                <a:lnTo>
                  <a:pt x="4125" y="31508"/>
                </a:lnTo>
                <a:lnTo>
                  <a:pt x="4125" y="31952"/>
                </a:lnTo>
                <a:lnTo>
                  <a:pt x="4601" y="32573"/>
                </a:lnTo>
                <a:lnTo>
                  <a:pt x="4601" y="33283"/>
                </a:lnTo>
                <a:lnTo>
                  <a:pt x="4601" y="33638"/>
                </a:lnTo>
                <a:lnTo>
                  <a:pt x="4601" y="34348"/>
                </a:lnTo>
                <a:lnTo>
                  <a:pt x="4601" y="34792"/>
                </a:lnTo>
                <a:lnTo>
                  <a:pt x="4919" y="35413"/>
                </a:lnTo>
                <a:lnTo>
                  <a:pt x="4919" y="35591"/>
                </a:lnTo>
                <a:lnTo>
                  <a:pt x="4919" y="36212"/>
                </a:lnTo>
                <a:lnTo>
                  <a:pt x="4919" y="36656"/>
                </a:lnTo>
                <a:lnTo>
                  <a:pt x="5395" y="37277"/>
                </a:lnTo>
                <a:lnTo>
                  <a:pt x="5395" y="37987"/>
                </a:lnTo>
                <a:lnTo>
                  <a:pt x="5395" y="38431"/>
                </a:lnTo>
                <a:lnTo>
                  <a:pt x="5395" y="39052"/>
                </a:lnTo>
                <a:lnTo>
                  <a:pt x="5395" y="39496"/>
                </a:lnTo>
                <a:lnTo>
                  <a:pt x="5712" y="40117"/>
                </a:lnTo>
                <a:lnTo>
                  <a:pt x="5712" y="40295"/>
                </a:lnTo>
                <a:lnTo>
                  <a:pt x="5712" y="41005"/>
                </a:lnTo>
                <a:lnTo>
                  <a:pt x="5712" y="41360"/>
                </a:lnTo>
                <a:lnTo>
                  <a:pt x="5712" y="42070"/>
                </a:lnTo>
                <a:lnTo>
                  <a:pt x="5712" y="42691"/>
                </a:lnTo>
                <a:lnTo>
                  <a:pt x="5712" y="43135"/>
                </a:lnTo>
                <a:lnTo>
                  <a:pt x="5712" y="43756"/>
                </a:lnTo>
                <a:lnTo>
                  <a:pt x="5712" y="44200"/>
                </a:lnTo>
                <a:lnTo>
                  <a:pt x="5712" y="44821"/>
                </a:lnTo>
                <a:lnTo>
                  <a:pt x="6030" y="45265"/>
                </a:lnTo>
                <a:lnTo>
                  <a:pt x="6030" y="45886"/>
                </a:lnTo>
                <a:lnTo>
                  <a:pt x="6030" y="46152"/>
                </a:lnTo>
                <a:lnTo>
                  <a:pt x="6030" y="46774"/>
                </a:lnTo>
                <a:lnTo>
                  <a:pt x="6030" y="47395"/>
                </a:lnTo>
                <a:lnTo>
                  <a:pt x="6506" y="47839"/>
                </a:lnTo>
                <a:lnTo>
                  <a:pt x="6506" y="48460"/>
                </a:lnTo>
                <a:lnTo>
                  <a:pt x="6506" y="48904"/>
                </a:lnTo>
                <a:lnTo>
                  <a:pt x="6506" y="49525"/>
                </a:lnTo>
                <a:lnTo>
                  <a:pt x="6823" y="49969"/>
                </a:lnTo>
                <a:lnTo>
                  <a:pt x="6823" y="50590"/>
                </a:lnTo>
                <a:lnTo>
                  <a:pt x="6823" y="51034"/>
                </a:lnTo>
                <a:lnTo>
                  <a:pt x="6823" y="51655"/>
                </a:lnTo>
                <a:lnTo>
                  <a:pt x="6823" y="52099"/>
                </a:lnTo>
                <a:lnTo>
                  <a:pt x="7299" y="52543"/>
                </a:lnTo>
                <a:lnTo>
                  <a:pt x="7299" y="53164"/>
                </a:lnTo>
                <a:lnTo>
                  <a:pt x="7299" y="53608"/>
                </a:lnTo>
                <a:lnTo>
                  <a:pt x="7299" y="54229"/>
                </a:lnTo>
                <a:lnTo>
                  <a:pt x="7299" y="54673"/>
                </a:lnTo>
                <a:lnTo>
                  <a:pt x="7616" y="55294"/>
                </a:lnTo>
                <a:lnTo>
                  <a:pt x="7616" y="55738"/>
                </a:lnTo>
                <a:lnTo>
                  <a:pt x="7616" y="56448"/>
                </a:lnTo>
                <a:lnTo>
                  <a:pt x="7616" y="56803"/>
                </a:lnTo>
                <a:lnTo>
                  <a:pt x="7616" y="57513"/>
                </a:lnTo>
                <a:lnTo>
                  <a:pt x="7616" y="57868"/>
                </a:lnTo>
                <a:lnTo>
                  <a:pt x="7616" y="58578"/>
                </a:lnTo>
                <a:lnTo>
                  <a:pt x="7616" y="59022"/>
                </a:lnTo>
                <a:lnTo>
                  <a:pt x="7616" y="59377"/>
                </a:lnTo>
                <a:lnTo>
                  <a:pt x="7934" y="60087"/>
                </a:lnTo>
                <a:lnTo>
                  <a:pt x="7934" y="60442"/>
                </a:lnTo>
                <a:lnTo>
                  <a:pt x="7934" y="61152"/>
                </a:lnTo>
                <a:lnTo>
                  <a:pt x="7934" y="61507"/>
                </a:lnTo>
                <a:lnTo>
                  <a:pt x="7934" y="62217"/>
                </a:lnTo>
                <a:lnTo>
                  <a:pt x="8410" y="62838"/>
                </a:lnTo>
                <a:lnTo>
                  <a:pt x="8410" y="63282"/>
                </a:lnTo>
                <a:lnTo>
                  <a:pt x="8410" y="63904"/>
                </a:lnTo>
                <a:lnTo>
                  <a:pt x="8410" y="64347"/>
                </a:lnTo>
                <a:lnTo>
                  <a:pt x="8410" y="64969"/>
                </a:lnTo>
                <a:lnTo>
                  <a:pt x="8727" y="65412"/>
                </a:lnTo>
                <a:lnTo>
                  <a:pt x="8727" y="65856"/>
                </a:lnTo>
                <a:lnTo>
                  <a:pt x="8727" y="66300"/>
                </a:lnTo>
                <a:lnTo>
                  <a:pt x="8727" y="66921"/>
                </a:lnTo>
                <a:lnTo>
                  <a:pt x="8727" y="67543"/>
                </a:lnTo>
                <a:lnTo>
                  <a:pt x="9203" y="67986"/>
                </a:lnTo>
                <a:lnTo>
                  <a:pt x="9203" y="68608"/>
                </a:lnTo>
                <a:lnTo>
                  <a:pt x="9203" y="69051"/>
                </a:lnTo>
                <a:lnTo>
                  <a:pt x="9203" y="69673"/>
                </a:lnTo>
                <a:lnTo>
                  <a:pt x="9521" y="70116"/>
                </a:lnTo>
                <a:lnTo>
                  <a:pt x="9521" y="70738"/>
                </a:lnTo>
                <a:lnTo>
                  <a:pt x="9521" y="71182"/>
                </a:lnTo>
                <a:lnTo>
                  <a:pt x="9521" y="71803"/>
                </a:lnTo>
                <a:lnTo>
                  <a:pt x="9521" y="72247"/>
                </a:lnTo>
                <a:lnTo>
                  <a:pt x="9521" y="72957"/>
                </a:lnTo>
                <a:lnTo>
                  <a:pt x="9521" y="73312"/>
                </a:lnTo>
                <a:lnTo>
                  <a:pt x="9521" y="73755"/>
                </a:lnTo>
                <a:lnTo>
                  <a:pt x="9521" y="74377"/>
                </a:lnTo>
                <a:lnTo>
                  <a:pt x="9521" y="74820"/>
                </a:lnTo>
                <a:lnTo>
                  <a:pt x="9997" y="75531"/>
                </a:lnTo>
                <a:lnTo>
                  <a:pt x="9997" y="75886"/>
                </a:lnTo>
                <a:lnTo>
                  <a:pt x="9997" y="76596"/>
                </a:lnTo>
                <a:lnTo>
                  <a:pt x="9997" y="76951"/>
                </a:lnTo>
                <a:lnTo>
                  <a:pt x="9997" y="77661"/>
                </a:lnTo>
                <a:lnTo>
                  <a:pt x="10314" y="78104"/>
                </a:lnTo>
                <a:lnTo>
                  <a:pt x="10314" y="78726"/>
                </a:lnTo>
                <a:lnTo>
                  <a:pt x="10314" y="79347"/>
                </a:lnTo>
                <a:lnTo>
                  <a:pt x="10314" y="79791"/>
                </a:lnTo>
                <a:lnTo>
                  <a:pt x="10631" y="80412"/>
                </a:lnTo>
                <a:lnTo>
                  <a:pt x="10631" y="80856"/>
                </a:lnTo>
                <a:lnTo>
                  <a:pt x="10631" y="81477"/>
                </a:lnTo>
                <a:lnTo>
                  <a:pt x="10631" y="81743"/>
                </a:lnTo>
                <a:lnTo>
                  <a:pt x="10631" y="82365"/>
                </a:lnTo>
                <a:lnTo>
                  <a:pt x="11108" y="82808"/>
                </a:lnTo>
                <a:lnTo>
                  <a:pt x="11108" y="83430"/>
                </a:lnTo>
                <a:lnTo>
                  <a:pt x="11108" y="84051"/>
                </a:lnTo>
                <a:lnTo>
                  <a:pt x="11108" y="84495"/>
                </a:lnTo>
                <a:lnTo>
                  <a:pt x="11108" y="85116"/>
                </a:lnTo>
                <a:lnTo>
                  <a:pt x="11425" y="85560"/>
                </a:lnTo>
                <a:lnTo>
                  <a:pt x="11425" y="86181"/>
                </a:lnTo>
                <a:lnTo>
                  <a:pt x="11425" y="86625"/>
                </a:lnTo>
                <a:lnTo>
                  <a:pt x="11425" y="87246"/>
                </a:lnTo>
                <a:lnTo>
                  <a:pt x="11425" y="87690"/>
                </a:lnTo>
                <a:lnTo>
                  <a:pt x="11901" y="88311"/>
                </a:lnTo>
                <a:lnTo>
                  <a:pt x="11901" y="88755"/>
                </a:lnTo>
                <a:lnTo>
                  <a:pt x="11901" y="89465"/>
                </a:lnTo>
                <a:lnTo>
                  <a:pt x="11901" y="89820"/>
                </a:lnTo>
                <a:lnTo>
                  <a:pt x="11901" y="90530"/>
                </a:lnTo>
                <a:lnTo>
                  <a:pt x="11901" y="90885"/>
                </a:lnTo>
                <a:lnTo>
                  <a:pt x="11901" y="91329"/>
                </a:lnTo>
                <a:lnTo>
                  <a:pt x="11901" y="92039"/>
                </a:lnTo>
                <a:lnTo>
                  <a:pt x="11901" y="92394"/>
                </a:lnTo>
                <a:lnTo>
                  <a:pt x="12218" y="93104"/>
                </a:lnTo>
                <a:lnTo>
                  <a:pt x="12218" y="93459"/>
                </a:lnTo>
                <a:lnTo>
                  <a:pt x="12218" y="94169"/>
                </a:lnTo>
                <a:lnTo>
                  <a:pt x="12218" y="94613"/>
                </a:lnTo>
                <a:lnTo>
                  <a:pt x="12218" y="95234"/>
                </a:lnTo>
                <a:lnTo>
                  <a:pt x="12536" y="95856"/>
                </a:lnTo>
                <a:lnTo>
                  <a:pt x="12536" y="96299"/>
                </a:lnTo>
                <a:lnTo>
                  <a:pt x="12536" y="96921"/>
                </a:lnTo>
                <a:lnTo>
                  <a:pt x="12536" y="97364"/>
                </a:lnTo>
                <a:lnTo>
                  <a:pt x="12536" y="97986"/>
                </a:lnTo>
                <a:lnTo>
                  <a:pt x="13012" y="98429"/>
                </a:lnTo>
                <a:lnTo>
                  <a:pt x="13012" y="99051"/>
                </a:lnTo>
                <a:lnTo>
                  <a:pt x="13012" y="99495"/>
                </a:lnTo>
                <a:lnTo>
                  <a:pt x="13012" y="99938"/>
                </a:lnTo>
                <a:lnTo>
                  <a:pt x="13329" y="100560"/>
                </a:lnTo>
                <a:lnTo>
                  <a:pt x="13329" y="101003"/>
                </a:lnTo>
                <a:lnTo>
                  <a:pt x="13329" y="101625"/>
                </a:lnTo>
                <a:lnTo>
                  <a:pt x="13329" y="102068"/>
                </a:lnTo>
                <a:lnTo>
                  <a:pt x="13329" y="102690"/>
                </a:lnTo>
                <a:lnTo>
                  <a:pt x="13805" y="103134"/>
                </a:lnTo>
                <a:lnTo>
                  <a:pt x="13805" y="103755"/>
                </a:lnTo>
                <a:lnTo>
                  <a:pt x="13805" y="104199"/>
                </a:lnTo>
                <a:lnTo>
                  <a:pt x="13805" y="104909"/>
                </a:lnTo>
              </a:path>
            </a:pathLst>
          </a:custGeom>
          <a:ln w="193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2527039" y="2830010"/>
            <a:ext cx="13329" cy="104376"/>
          </a:xfrm>
          <a:custGeom>
            <a:avLst/>
            <a:gdLst/>
            <a:ahLst/>
            <a:cxnLst/>
            <a:rect l="l" t="t" r="r" b="b"/>
            <a:pathLst>
              <a:path w="13329" h="104376">
                <a:moveTo>
                  <a:pt x="0" y="0"/>
                </a:moveTo>
                <a:lnTo>
                  <a:pt x="0" y="355"/>
                </a:lnTo>
                <a:lnTo>
                  <a:pt x="0" y="1065"/>
                </a:lnTo>
                <a:lnTo>
                  <a:pt x="0" y="1420"/>
                </a:lnTo>
                <a:lnTo>
                  <a:pt x="0" y="2130"/>
                </a:lnTo>
                <a:lnTo>
                  <a:pt x="0" y="2751"/>
                </a:lnTo>
                <a:lnTo>
                  <a:pt x="0" y="3195"/>
                </a:lnTo>
                <a:lnTo>
                  <a:pt x="317" y="3816"/>
                </a:lnTo>
                <a:lnTo>
                  <a:pt x="317" y="3994"/>
                </a:lnTo>
                <a:lnTo>
                  <a:pt x="317" y="4704"/>
                </a:lnTo>
                <a:lnTo>
                  <a:pt x="317" y="5059"/>
                </a:lnTo>
                <a:lnTo>
                  <a:pt x="793" y="5769"/>
                </a:lnTo>
                <a:lnTo>
                  <a:pt x="793" y="6212"/>
                </a:lnTo>
                <a:lnTo>
                  <a:pt x="793" y="6834"/>
                </a:lnTo>
                <a:lnTo>
                  <a:pt x="793" y="7455"/>
                </a:lnTo>
                <a:lnTo>
                  <a:pt x="793" y="7899"/>
                </a:lnTo>
                <a:lnTo>
                  <a:pt x="1110" y="8520"/>
                </a:lnTo>
                <a:lnTo>
                  <a:pt x="1110" y="8964"/>
                </a:lnTo>
                <a:lnTo>
                  <a:pt x="1110" y="9585"/>
                </a:lnTo>
                <a:lnTo>
                  <a:pt x="1110" y="10029"/>
                </a:lnTo>
                <a:lnTo>
                  <a:pt x="1110" y="10650"/>
                </a:lnTo>
                <a:lnTo>
                  <a:pt x="1428" y="11094"/>
                </a:lnTo>
                <a:lnTo>
                  <a:pt x="1428" y="11715"/>
                </a:lnTo>
                <a:lnTo>
                  <a:pt x="1428" y="12159"/>
                </a:lnTo>
                <a:lnTo>
                  <a:pt x="1428" y="12780"/>
                </a:lnTo>
                <a:lnTo>
                  <a:pt x="1428" y="13224"/>
                </a:lnTo>
                <a:lnTo>
                  <a:pt x="1904" y="13668"/>
                </a:lnTo>
                <a:lnTo>
                  <a:pt x="1904" y="14289"/>
                </a:lnTo>
                <a:lnTo>
                  <a:pt x="1904" y="14733"/>
                </a:lnTo>
                <a:lnTo>
                  <a:pt x="1904" y="15354"/>
                </a:lnTo>
                <a:lnTo>
                  <a:pt x="2221" y="15798"/>
                </a:lnTo>
                <a:lnTo>
                  <a:pt x="2221" y="16508"/>
                </a:lnTo>
                <a:lnTo>
                  <a:pt x="2221" y="16863"/>
                </a:lnTo>
                <a:lnTo>
                  <a:pt x="2221" y="17573"/>
                </a:lnTo>
                <a:lnTo>
                  <a:pt x="2221" y="17928"/>
                </a:lnTo>
                <a:lnTo>
                  <a:pt x="2221" y="18638"/>
                </a:lnTo>
                <a:lnTo>
                  <a:pt x="2221" y="19259"/>
                </a:lnTo>
                <a:lnTo>
                  <a:pt x="2221" y="19703"/>
                </a:lnTo>
                <a:lnTo>
                  <a:pt x="2221" y="20325"/>
                </a:lnTo>
                <a:lnTo>
                  <a:pt x="2221" y="20768"/>
                </a:lnTo>
                <a:lnTo>
                  <a:pt x="2697" y="21212"/>
                </a:lnTo>
                <a:lnTo>
                  <a:pt x="2697" y="21656"/>
                </a:lnTo>
                <a:lnTo>
                  <a:pt x="2697" y="22277"/>
                </a:lnTo>
                <a:lnTo>
                  <a:pt x="2697" y="22721"/>
                </a:lnTo>
                <a:lnTo>
                  <a:pt x="2697" y="23342"/>
                </a:lnTo>
                <a:lnTo>
                  <a:pt x="3015" y="23964"/>
                </a:lnTo>
                <a:lnTo>
                  <a:pt x="3015" y="24407"/>
                </a:lnTo>
                <a:lnTo>
                  <a:pt x="3015" y="25029"/>
                </a:lnTo>
                <a:lnTo>
                  <a:pt x="3015" y="25472"/>
                </a:lnTo>
                <a:lnTo>
                  <a:pt x="3332" y="26094"/>
                </a:lnTo>
                <a:lnTo>
                  <a:pt x="3332" y="26537"/>
                </a:lnTo>
                <a:lnTo>
                  <a:pt x="3332" y="27159"/>
                </a:lnTo>
                <a:lnTo>
                  <a:pt x="3332" y="27602"/>
                </a:lnTo>
                <a:lnTo>
                  <a:pt x="3332" y="28224"/>
                </a:lnTo>
                <a:lnTo>
                  <a:pt x="3808" y="28668"/>
                </a:lnTo>
                <a:lnTo>
                  <a:pt x="3808" y="29111"/>
                </a:lnTo>
                <a:lnTo>
                  <a:pt x="3808" y="29733"/>
                </a:lnTo>
                <a:lnTo>
                  <a:pt x="3808" y="30176"/>
                </a:lnTo>
                <a:lnTo>
                  <a:pt x="3808" y="30798"/>
                </a:lnTo>
                <a:lnTo>
                  <a:pt x="4125" y="31241"/>
                </a:lnTo>
                <a:lnTo>
                  <a:pt x="4125" y="31863"/>
                </a:lnTo>
                <a:lnTo>
                  <a:pt x="4125" y="32307"/>
                </a:lnTo>
                <a:lnTo>
                  <a:pt x="4125" y="33017"/>
                </a:lnTo>
                <a:lnTo>
                  <a:pt x="4125" y="33372"/>
                </a:lnTo>
                <a:lnTo>
                  <a:pt x="4125" y="34082"/>
                </a:lnTo>
                <a:lnTo>
                  <a:pt x="4125" y="34437"/>
                </a:lnTo>
                <a:lnTo>
                  <a:pt x="4125" y="35147"/>
                </a:lnTo>
                <a:lnTo>
                  <a:pt x="4125" y="35768"/>
                </a:lnTo>
                <a:lnTo>
                  <a:pt x="4601" y="35946"/>
                </a:lnTo>
                <a:lnTo>
                  <a:pt x="4601" y="36656"/>
                </a:lnTo>
                <a:lnTo>
                  <a:pt x="4601" y="37011"/>
                </a:lnTo>
                <a:lnTo>
                  <a:pt x="4601" y="37721"/>
                </a:lnTo>
                <a:lnTo>
                  <a:pt x="4601" y="38164"/>
                </a:lnTo>
                <a:lnTo>
                  <a:pt x="4919" y="38786"/>
                </a:lnTo>
                <a:lnTo>
                  <a:pt x="4919" y="39407"/>
                </a:lnTo>
                <a:lnTo>
                  <a:pt x="4919" y="39851"/>
                </a:lnTo>
                <a:lnTo>
                  <a:pt x="4919" y="40472"/>
                </a:lnTo>
                <a:lnTo>
                  <a:pt x="4919" y="40916"/>
                </a:lnTo>
                <a:lnTo>
                  <a:pt x="5236" y="41537"/>
                </a:lnTo>
                <a:lnTo>
                  <a:pt x="5236" y="41981"/>
                </a:lnTo>
                <a:lnTo>
                  <a:pt x="5236" y="42602"/>
                </a:lnTo>
                <a:lnTo>
                  <a:pt x="5236" y="42868"/>
                </a:lnTo>
                <a:lnTo>
                  <a:pt x="5236" y="43490"/>
                </a:lnTo>
                <a:lnTo>
                  <a:pt x="5712" y="44111"/>
                </a:lnTo>
                <a:lnTo>
                  <a:pt x="5712" y="44555"/>
                </a:lnTo>
                <a:lnTo>
                  <a:pt x="5712" y="45176"/>
                </a:lnTo>
                <a:lnTo>
                  <a:pt x="5712" y="45620"/>
                </a:lnTo>
                <a:lnTo>
                  <a:pt x="6030" y="46241"/>
                </a:lnTo>
                <a:lnTo>
                  <a:pt x="6030" y="46685"/>
                </a:lnTo>
                <a:lnTo>
                  <a:pt x="6030" y="47306"/>
                </a:lnTo>
                <a:lnTo>
                  <a:pt x="6030" y="47750"/>
                </a:lnTo>
                <a:lnTo>
                  <a:pt x="6030" y="48371"/>
                </a:lnTo>
                <a:lnTo>
                  <a:pt x="6506" y="48815"/>
                </a:lnTo>
                <a:lnTo>
                  <a:pt x="6506" y="49259"/>
                </a:lnTo>
                <a:lnTo>
                  <a:pt x="6506" y="49880"/>
                </a:lnTo>
                <a:lnTo>
                  <a:pt x="6506" y="50324"/>
                </a:lnTo>
                <a:lnTo>
                  <a:pt x="6506" y="50945"/>
                </a:lnTo>
                <a:lnTo>
                  <a:pt x="6506" y="51389"/>
                </a:lnTo>
                <a:lnTo>
                  <a:pt x="6506" y="52099"/>
                </a:lnTo>
                <a:lnTo>
                  <a:pt x="6506" y="52454"/>
                </a:lnTo>
                <a:lnTo>
                  <a:pt x="6506" y="53164"/>
                </a:lnTo>
                <a:lnTo>
                  <a:pt x="6506" y="53519"/>
                </a:lnTo>
                <a:lnTo>
                  <a:pt x="6823" y="54229"/>
                </a:lnTo>
                <a:lnTo>
                  <a:pt x="6823" y="54673"/>
                </a:lnTo>
                <a:lnTo>
                  <a:pt x="6823" y="55028"/>
                </a:lnTo>
                <a:lnTo>
                  <a:pt x="6823" y="55738"/>
                </a:lnTo>
                <a:lnTo>
                  <a:pt x="7299" y="56093"/>
                </a:lnTo>
                <a:lnTo>
                  <a:pt x="7299" y="56803"/>
                </a:lnTo>
                <a:lnTo>
                  <a:pt x="7299" y="57247"/>
                </a:lnTo>
                <a:lnTo>
                  <a:pt x="7299" y="57868"/>
                </a:lnTo>
                <a:lnTo>
                  <a:pt x="7299" y="58312"/>
                </a:lnTo>
                <a:lnTo>
                  <a:pt x="7616" y="58933"/>
                </a:lnTo>
                <a:lnTo>
                  <a:pt x="7616" y="59377"/>
                </a:lnTo>
                <a:lnTo>
                  <a:pt x="7616" y="59821"/>
                </a:lnTo>
                <a:lnTo>
                  <a:pt x="7616" y="60442"/>
                </a:lnTo>
                <a:lnTo>
                  <a:pt x="7616" y="60886"/>
                </a:lnTo>
                <a:lnTo>
                  <a:pt x="7934" y="61507"/>
                </a:lnTo>
                <a:lnTo>
                  <a:pt x="7934" y="61951"/>
                </a:lnTo>
                <a:lnTo>
                  <a:pt x="7934" y="62572"/>
                </a:lnTo>
                <a:lnTo>
                  <a:pt x="7934" y="63016"/>
                </a:lnTo>
                <a:lnTo>
                  <a:pt x="7934" y="63637"/>
                </a:lnTo>
                <a:lnTo>
                  <a:pt x="8410" y="64081"/>
                </a:lnTo>
                <a:lnTo>
                  <a:pt x="8410" y="64525"/>
                </a:lnTo>
                <a:lnTo>
                  <a:pt x="8410" y="65146"/>
                </a:lnTo>
                <a:lnTo>
                  <a:pt x="8410" y="65590"/>
                </a:lnTo>
                <a:lnTo>
                  <a:pt x="8410" y="66211"/>
                </a:lnTo>
                <a:lnTo>
                  <a:pt x="8410" y="66655"/>
                </a:lnTo>
                <a:lnTo>
                  <a:pt x="8410" y="67276"/>
                </a:lnTo>
                <a:lnTo>
                  <a:pt x="8410" y="67720"/>
                </a:lnTo>
                <a:lnTo>
                  <a:pt x="8410" y="68341"/>
                </a:lnTo>
                <a:lnTo>
                  <a:pt x="8727" y="68785"/>
                </a:lnTo>
                <a:lnTo>
                  <a:pt x="8727" y="69229"/>
                </a:lnTo>
                <a:lnTo>
                  <a:pt x="8727" y="69850"/>
                </a:lnTo>
                <a:lnTo>
                  <a:pt x="8727" y="70294"/>
                </a:lnTo>
                <a:lnTo>
                  <a:pt x="8727" y="70915"/>
                </a:lnTo>
                <a:lnTo>
                  <a:pt x="9203" y="71359"/>
                </a:lnTo>
                <a:lnTo>
                  <a:pt x="9203" y="71980"/>
                </a:lnTo>
                <a:lnTo>
                  <a:pt x="9203" y="72424"/>
                </a:lnTo>
                <a:lnTo>
                  <a:pt x="9203" y="72868"/>
                </a:lnTo>
                <a:lnTo>
                  <a:pt x="9203" y="73489"/>
                </a:lnTo>
                <a:lnTo>
                  <a:pt x="9521" y="73933"/>
                </a:lnTo>
                <a:lnTo>
                  <a:pt x="9521" y="74554"/>
                </a:lnTo>
                <a:lnTo>
                  <a:pt x="9521" y="74998"/>
                </a:lnTo>
                <a:lnTo>
                  <a:pt x="9521" y="75619"/>
                </a:lnTo>
                <a:lnTo>
                  <a:pt x="9838" y="76063"/>
                </a:lnTo>
                <a:lnTo>
                  <a:pt x="9838" y="76684"/>
                </a:lnTo>
                <a:lnTo>
                  <a:pt x="9838" y="77128"/>
                </a:lnTo>
                <a:lnTo>
                  <a:pt x="9838" y="77572"/>
                </a:lnTo>
                <a:lnTo>
                  <a:pt x="9838" y="78193"/>
                </a:lnTo>
                <a:lnTo>
                  <a:pt x="10314" y="78637"/>
                </a:lnTo>
                <a:lnTo>
                  <a:pt x="10314" y="79258"/>
                </a:lnTo>
                <a:lnTo>
                  <a:pt x="10314" y="79702"/>
                </a:lnTo>
                <a:lnTo>
                  <a:pt x="10314" y="80323"/>
                </a:lnTo>
                <a:lnTo>
                  <a:pt x="10314" y="80590"/>
                </a:lnTo>
                <a:lnTo>
                  <a:pt x="10631" y="81211"/>
                </a:lnTo>
                <a:lnTo>
                  <a:pt x="10631" y="81832"/>
                </a:lnTo>
                <a:lnTo>
                  <a:pt x="10631" y="82276"/>
                </a:lnTo>
                <a:lnTo>
                  <a:pt x="10631" y="82897"/>
                </a:lnTo>
                <a:lnTo>
                  <a:pt x="10631" y="83341"/>
                </a:lnTo>
                <a:lnTo>
                  <a:pt x="10631" y="84051"/>
                </a:lnTo>
                <a:lnTo>
                  <a:pt x="10631" y="84229"/>
                </a:lnTo>
                <a:lnTo>
                  <a:pt x="10631" y="84850"/>
                </a:lnTo>
                <a:lnTo>
                  <a:pt x="10631" y="85294"/>
                </a:lnTo>
                <a:lnTo>
                  <a:pt x="11108" y="85915"/>
                </a:lnTo>
                <a:lnTo>
                  <a:pt x="11108" y="86625"/>
                </a:lnTo>
                <a:lnTo>
                  <a:pt x="11108" y="86980"/>
                </a:lnTo>
                <a:lnTo>
                  <a:pt x="11108" y="87690"/>
                </a:lnTo>
                <a:lnTo>
                  <a:pt x="11108" y="87868"/>
                </a:lnTo>
                <a:lnTo>
                  <a:pt x="11425" y="88489"/>
                </a:lnTo>
                <a:lnTo>
                  <a:pt x="11425" y="88933"/>
                </a:lnTo>
                <a:lnTo>
                  <a:pt x="11425" y="89554"/>
                </a:lnTo>
                <a:lnTo>
                  <a:pt x="11425" y="89998"/>
                </a:lnTo>
                <a:lnTo>
                  <a:pt x="11425" y="90619"/>
                </a:lnTo>
                <a:lnTo>
                  <a:pt x="11901" y="91063"/>
                </a:lnTo>
                <a:lnTo>
                  <a:pt x="11901" y="91507"/>
                </a:lnTo>
                <a:lnTo>
                  <a:pt x="11901" y="92128"/>
                </a:lnTo>
                <a:lnTo>
                  <a:pt x="11901" y="92572"/>
                </a:lnTo>
                <a:lnTo>
                  <a:pt x="11901" y="93193"/>
                </a:lnTo>
                <a:lnTo>
                  <a:pt x="12218" y="93637"/>
                </a:lnTo>
                <a:lnTo>
                  <a:pt x="12218" y="94080"/>
                </a:lnTo>
                <a:lnTo>
                  <a:pt x="12218" y="94702"/>
                </a:lnTo>
                <a:lnTo>
                  <a:pt x="12218" y="95146"/>
                </a:lnTo>
                <a:lnTo>
                  <a:pt x="12536" y="95767"/>
                </a:lnTo>
                <a:lnTo>
                  <a:pt x="12536" y="96211"/>
                </a:lnTo>
                <a:lnTo>
                  <a:pt x="12536" y="96832"/>
                </a:lnTo>
                <a:lnTo>
                  <a:pt x="12536" y="97098"/>
                </a:lnTo>
                <a:lnTo>
                  <a:pt x="12536" y="97719"/>
                </a:lnTo>
                <a:lnTo>
                  <a:pt x="12536" y="98341"/>
                </a:lnTo>
                <a:lnTo>
                  <a:pt x="12536" y="98785"/>
                </a:lnTo>
                <a:lnTo>
                  <a:pt x="12536" y="99406"/>
                </a:lnTo>
                <a:lnTo>
                  <a:pt x="12536" y="99672"/>
                </a:lnTo>
                <a:lnTo>
                  <a:pt x="12536" y="100293"/>
                </a:lnTo>
                <a:lnTo>
                  <a:pt x="13012" y="100737"/>
                </a:lnTo>
                <a:lnTo>
                  <a:pt x="13012" y="101358"/>
                </a:lnTo>
                <a:lnTo>
                  <a:pt x="13012" y="101802"/>
                </a:lnTo>
                <a:lnTo>
                  <a:pt x="13012" y="102423"/>
                </a:lnTo>
                <a:lnTo>
                  <a:pt x="13012" y="102867"/>
                </a:lnTo>
                <a:lnTo>
                  <a:pt x="13329" y="103311"/>
                </a:lnTo>
                <a:lnTo>
                  <a:pt x="13329" y="103932"/>
                </a:lnTo>
                <a:lnTo>
                  <a:pt x="13329" y="104376"/>
                </a:lnTo>
              </a:path>
            </a:pathLst>
          </a:custGeom>
          <a:ln w="194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2540369" y="2934387"/>
            <a:ext cx="13805" cy="95234"/>
          </a:xfrm>
          <a:custGeom>
            <a:avLst/>
            <a:gdLst/>
            <a:ahLst/>
            <a:cxnLst/>
            <a:rect l="l" t="t" r="r" b="b"/>
            <a:pathLst>
              <a:path w="13805" h="95234">
                <a:moveTo>
                  <a:pt x="0" y="0"/>
                </a:moveTo>
                <a:lnTo>
                  <a:pt x="0" y="621"/>
                </a:lnTo>
                <a:lnTo>
                  <a:pt x="476" y="1065"/>
                </a:lnTo>
                <a:lnTo>
                  <a:pt x="476" y="1508"/>
                </a:lnTo>
                <a:lnTo>
                  <a:pt x="476" y="2130"/>
                </a:lnTo>
                <a:lnTo>
                  <a:pt x="476" y="2573"/>
                </a:lnTo>
                <a:lnTo>
                  <a:pt x="476" y="3195"/>
                </a:lnTo>
                <a:lnTo>
                  <a:pt x="793" y="3461"/>
                </a:lnTo>
                <a:lnTo>
                  <a:pt x="793" y="4082"/>
                </a:lnTo>
                <a:lnTo>
                  <a:pt x="793" y="4526"/>
                </a:lnTo>
                <a:lnTo>
                  <a:pt x="793" y="5147"/>
                </a:lnTo>
                <a:lnTo>
                  <a:pt x="793" y="5591"/>
                </a:lnTo>
                <a:lnTo>
                  <a:pt x="1110" y="6035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721"/>
                </a:lnTo>
                <a:lnTo>
                  <a:pt x="1110" y="8165"/>
                </a:lnTo>
                <a:lnTo>
                  <a:pt x="1110" y="8609"/>
                </a:lnTo>
                <a:lnTo>
                  <a:pt x="1110" y="9230"/>
                </a:lnTo>
                <a:lnTo>
                  <a:pt x="1110" y="9674"/>
                </a:lnTo>
                <a:lnTo>
                  <a:pt x="1110" y="10295"/>
                </a:lnTo>
                <a:lnTo>
                  <a:pt x="1586" y="10473"/>
                </a:lnTo>
                <a:lnTo>
                  <a:pt x="1586" y="11183"/>
                </a:lnTo>
                <a:lnTo>
                  <a:pt x="1586" y="11538"/>
                </a:lnTo>
                <a:lnTo>
                  <a:pt x="1586" y="12248"/>
                </a:lnTo>
                <a:lnTo>
                  <a:pt x="1586" y="12692"/>
                </a:lnTo>
                <a:lnTo>
                  <a:pt x="1904" y="13047"/>
                </a:lnTo>
                <a:lnTo>
                  <a:pt x="1904" y="13757"/>
                </a:lnTo>
                <a:lnTo>
                  <a:pt x="1904" y="14112"/>
                </a:lnTo>
                <a:lnTo>
                  <a:pt x="1904" y="14555"/>
                </a:lnTo>
                <a:lnTo>
                  <a:pt x="1904" y="15265"/>
                </a:lnTo>
                <a:lnTo>
                  <a:pt x="2380" y="15620"/>
                </a:lnTo>
                <a:lnTo>
                  <a:pt x="2380" y="16331"/>
                </a:lnTo>
                <a:lnTo>
                  <a:pt x="2380" y="16686"/>
                </a:lnTo>
                <a:lnTo>
                  <a:pt x="2380" y="16952"/>
                </a:lnTo>
                <a:lnTo>
                  <a:pt x="2380" y="17573"/>
                </a:lnTo>
                <a:lnTo>
                  <a:pt x="2697" y="18017"/>
                </a:lnTo>
                <a:lnTo>
                  <a:pt x="2697" y="18638"/>
                </a:lnTo>
                <a:lnTo>
                  <a:pt x="2697" y="18904"/>
                </a:lnTo>
                <a:lnTo>
                  <a:pt x="2697" y="19526"/>
                </a:lnTo>
                <a:lnTo>
                  <a:pt x="3173" y="19970"/>
                </a:lnTo>
                <a:lnTo>
                  <a:pt x="3173" y="20591"/>
                </a:lnTo>
                <a:lnTo>
                  <a:pt x="3173" y="21035"/>
                </a:lnTo>
                <a:lnTo>
                  <a:pt x="3173" y="21478"/>
                </a:lnTo>
                <a:lnTo>
                  <a:pt x="3173" y="22100"/>
                </a:lnTo>
                <a:lnTo>
                  <a:pt x="3491" y="22543"/>
                </a:lnTo>
                <a:lnTo>
                  <a:pt x="3491" y="22987"/>
                </a:lnTo>
                <a:lnTo>
                  <a:pt x="3491" y="23608"/>
                </a:lnTo>
                <a:lnTo>
                  <a:pt x="3491" y="24052"/>
                </a:lnTo>
                <a:lnTo>
                  <a:pt x="3491" y="24407"/>
                </a:lnTo>
                <a:lnTo>
                  <a:pt x="3491" y="24851"/>
                </a:lnTo>
                <a:lnTo>
                  <a:pt x="3491" y="25561"/>
                </a:lnTo>
                <a:lnTo>
                  <a:pt x="3491" y="25916"/>
                </a:lnTo>
                <a:lnTo>
                  <a:pt x="3491" y="26360"/>
                </a:lnTo>
                <a:lnTo>
                  <a:pt x="3491" y="26981"/>
                </a:lnTo>
                <a:lnTo>
                  <a:pt x="3808" y="27425"/>
                </a:lnTo>
                <a:lnTo>
                  <a:pt x="3808" y="28135"/>
                </a:lnTo>
                <a:lnTo>
                  <a:pt x="3808" y="28313"/>
                </a:lnTo>
                <a:lnTo>
                  <a:pt x="3808" y="28934"/>
                </a:lnTo>
                <a:lnTo>
                  <a:pt x="4284" y="29378"/>
                </a:lnTo>
                <a:lnTo>
                  <a:pt x="4284" y="29821"/>
                </a:lnTo>
                <a:lnTo>
                  <a:pt x="4284" y="30443"/>
                </a:lnTo>
                <a:lnTo>
                  <a:pt x="4284" y="30886"/>
                </a:lnTo>
                <a:lnTo>
                  <a:pt x="4284" y="31508"/>
                </a:lnTo>
                <a:lnTo>
                  <a:pt x="4601" y="31774"/>
                </a:lnTo>
                <a:lnTo>
                  <a:pt x="4601" y="32395"/>
                </a:lnTo>
                <a:lnTo>
                  <a:pt x="4601" y="33017"/>
                </a:lnTo>
                <a:lnTo>
                  <a:pt x="4601" y="33283"/>
                </a:lnTo>
                <a:lnTo>
                  <a:pt x="4601" y="33904"/>
                </a:lnTo>
                <a:lnTo>
                  <a:pt x="5077" y="34348"/>
                </a:lnTo>
                <a:lnTo>
                  <a:pt x="5077" y="34703"/>
                </a:lnTo>
                <a:lnTo>
                  <a:pt x="5077" y="35413"/>
                </a:lnTo>
                <a:lnTo>
                  <a:pt x="5077" y="35768"/>
                </a:lnTo>
                <a:lnTo>
                  <a:pt x="5077" y="36478"/>
                </a:lnTo>
                <a:lnTo>
                  <a:pt x="5395" y="36656"/>
                </a:lnTo>
                <a:lnTo>
                  <a:pt x="5395" y="37277"/>
                </a:lnTo>
                <a:lnTo>
                  <a:pt x="5395" y="37721"/>
                </a:lnTo>
                <a:lnTo>
                  <a:pt x="5395" y="38164"/>
                </a:lnTo>
                <a:lnTo>
                  <a:pt x="5395" y="38786"/>
                </a:lnTo>
                <a:lnTo>
                  <a:pt x="5395" y="39229"/>
                </a:lnTo>
                <a:lnTo>
                  <a:pt x="5395" y="39673"/>
                </a:lnTo>
                <a:lnTo>
                  <a:pt x="5395" y="40117"/>
                </a:lnTo>
                <a:lnTo>
                  <a:pt x="5395" y="40738"/>
                </a:lnTo>
                <a:lnTo>
                  <a:pt x="5712" y="41182"/>
                </a:lnTo>
                <a:lnTo>
                  <a:pt x="5712" y="41626"/>
                </a:lnTo>
                <a:lnTo>
                  <a:pt x="5712" y="42247"/>
                </a:lnTo>
                <a:lnTo>
                  <a:pt x="5712" y="42425"/>
                </a:lnTo>
                <a:lnTo>
                  <a:pt x="5712" y="43135"/>
                </a:lnTo>
                <a:lnTo>
                  <a:pt x="6188" y="43490"/>
                </a:lnTo>
                <a:lnTo>
                  <a:pt x="6188" y="43934"/>
                </a:lnTo>
                <a:lnTo>
                  <a:pt x="6188" y="44644"/>
                </a:lnTo>
                <a:lnTo>
                  <a:pt x="6188" y="44999"/>
                </a:lnTo>
                <a:lnTo>
                  <a:pt x="6188" y="45442"/>
                </a:lnTo>
                <a:lnTo>
                  <a:pt x="6506" y="45886"/>
                </a:lnTo>
                <a:lnTo>
                  <a:pt x="6506" y="46507"/>
                </a:lnTo>
                <a:lnTo>
                  <a:pt x="6506" y="46951"/>
                </a:lnTo>
                <a:lnTo>
                  <a:pt x="6506" y="47395"/>
                </a:lnTo>
                <a:lnTo>
                  <a:pt x="6982" y="48016"/>
                </a:lnTo>
                <a:lnTo>
                  <a:pt x="6982" y="48283"/>
                </a:lnTo>
                <a:lnTo>
                  <a:pt x="6982" y="48904"/>
                </a:lnTo>
                <a:lnTo>
                  <a:pt x="6982" y="49525"/>
                </a:lnTo>
                <a:lnTo>
                  <a:pt x="6982" y="49791"/>
                </a:lnTo>
                <a:lnTo>
                  <a:pt x="7299" y="50413"/>
                </a:lnTo>
                <a:lnTo>
                  <a:pt x="7299" y="50856"/>
                </a:lnTo>
                <a:lnTo>
                  <a:pt x="7299" y="51211"/>
                </a:lnTo>
                <a:lnTo>
                  <a:pt x="7299" y="51922"/>
                </a:lnTo>
                <a:lnTo>
                  <a:pt x="7299" y="52365"/>
                </a:lnTo>
                <a:lnTo>
                  <a:pt x="7775" y="52720"/>
                </a:lnTo>
                <a:lnTo>
                  <a:pt x="7775" y="53164"/>
                </a:lnTo>
                <a:lnTo>
                  <a:pt x="7775" y="53608"/>
                </a:lnTo>
                <a:lnTo>
                  <a:pt x="7775" y="54229"/>
                </a:lnTo>
                <a:lnTo>
                  <a:pt x="7775" y="54673"/>
                </a:lnTo>
                <a:lnTo>
                  <a:pt x="7775" y="55117"/>
                </a:lnTo>
                <a:lnTo>
                  <a:pt x="7775" y="55561"/>
                </a:lnTo>
                <a:lnTo>
                  <a:pt x="7775" y="56182"/>
                </a:lnTo>
                <a:lnTo>
                  <a:pt x="7775" y="56626"/>
                </a:lnTo>
                <a:lnTo>
                  <a:pt x="7775" y="57069"/>
                </a:lnTo>
                <a:lnTo>
                  <a:pt x="8093" y="57424"/>
                </a:lnTo>
                <a:lnTo>
                  <a:pt x="8093" y="57868"/>
                </a:lnTo>
                <a:lnTo>
                  <a:pt x="8093" y="58578"/>
                </a:lnTo>
                <a:lnTo>
                  <a:pt x="8093" y="58933"/>
                </a:lnTo>
                <a:lnTo>
                  <a:pt x="8410" y="59377"/>
                </a:lnTo>
                <a:lnTo>
                  <a:pt x="8410" y="59821"/>
                </a:lnTo>
                <a:lnTo>
                  <a:pt x="8410" y="60265"/>
                </a:lnTo>
                <a:lnTo>
                  <a:pt x="8410" y="60886"/>
                </a:lnTo>
                <a:lnTo>
                  <a:pt x="8410" y="61330"/>
                </a:lnTo>
                <a:lnTo>
                  <a:pt x="8886" y="61773"/>
                </a:lnTo>
                <a:lnTo>
                  <a:pt x="8886" y="62217"/>
                </a:lnTo>
                <a:lnTo>
                  <a:pt x="8886" y="62572"/>
                </a:lnTo>
                <a:lnTo>
                  <a:pt x="8886" y="63282"/>
                </a:lnTo>
                <a:lnTo>
                  <a:pt x="8886" y="63726"/>
                </a:lnTo>
                <a:lnTo>
                  <a:pt x="9203" y="64081"/>
                </a:lnTo>
                <a:lnTo>
                  <a:pt x="9203" y="64525"/>
                </a:lnTo>
                <a:lnTo>
                  <a:pt x="9203" y="64969"/>
                </a:lnTo>
                <a:lnTo>
                  <a:pt x="9203" y="65590"/>
                </a:lnTo>
                <a:lnTo>
                  <a:pt x="9203" y="66034"/>
                </a:lnTo>
                <a:lnTo>
                  <a:pt x="9679" y="66477"/>
                </a:lnTo>
                <a:lnTo>
                  <a:pt x="9679" y="66921"/>
                </a:lnTo>
                <a:lnTo>
                  <a:pt x="9679" y="67365"/>
                </a:lnTo>
                <a:lnTo>
                  <a:pt x="9679" y="67720"/>
                </a:lnTo>
                <a:lnTo>
                  <a:pt x="9679" y="68430"/>
                </a:lnTo>
                <a:lnTo>
                  <a:pt x="9679" y="68874"/>
                </a:lnTo>
                <a:lnTo>
                  <a:pt x="9679" y="69229"/>
                </a:lnTo>
                <a:lnTo>
                  <a:pt x="9679" y="69673"/>
                </a:lnTo>
                <a:lnTo>
                  <a:pt x="9679" y="70116"/>
                </a:lnTo>
                <a:lnTo>
                  <a:pt x="9997" y="70738"/>
                </a:lnTo>
                <a:lnTo>
                  <a:pt x="9997" y="71004"/>
                </a:lnTo>
                <a:lnTo>
                  <a:pt x="9997" y="71625"/>
                </a:lnTo>
                <a:lnTo>
                  <a:pt x="9997" y="71803"/>
                </a:lnTo>
                <a:lnTo>
                  <a:pt x="9997" y="72513"/>
                </a:lnTo>
                <a:lnTo>
                  <a:pt x="10314" y="73134"/>
                </a:lnTo>
                <a:lnTo>
                  <a:pt x="10314" y="73312"/>
                </a:lnTo>
                <a:lnTo>
                  <a:pt x="10314" y="74022"/>
                </a:lnTo>
                <a:lnTo>
                  <a:pt x="10314" y="74199"/>
                </a:lnTo>
                <a:lnTo>
                  <a:pt x="10314" y="74820"/>
                </a:lnTo>
                <a:lnTo>
                  <a:pt x="10790" y="75264"/>
                </a:lnTo>
                <a:lnTo>
                  <a:pt x="10790" y="75708"/>
                </a:lnTo>
                <a:lnTo>
                  <a:pt x="10790" y="76152"/>
                </a:lnTo>
                <a:lnTo>
                  <a:pt x="10790" y="76596"/>
                </a:lnTo>
                <a:lnTo>
                  <a:pt x="11108" y="76951"/>
                </a:lnTo>
                <a:lnTo>
                  <a:pt x="11108" y="77661"/>
                </a:lnTo>
                <a:lnTo>
                  <a:pt x="11108" y="77838"/>
                </a:lnTo>
                <a:lnTo>
                  <a:pt x="11108" y="78459"/>
                </a:lnTo>
                <a:lnTo>
                  <a:pt x="11108" y="78903"/>
                </a:lnTo>
                <a:lnTo>
                  <a:pt x="11584" y="79347"/>
                </a:lnTo>
                <a:lnTo>
                  <a:pt x="11584" y="79791"/>
                </a:lnTo>
                <a:lnTo>
                  <a:pt x="11584" y="80235"/>
                </a:lnTo>
                <a:lnTo>
                  <a:pt x="11584" y="80590"/>
                </a:lnTo>
                <a:lnTo>
                  <a:pt x="11584" y="81300"/>
                </a:lnTo>
                <a:lnTo>
                  <a:pt x="11901" y="81477"/>
                </a:lnTo>
                <a:lnTo>
                  <a:pt x="11901" y="82098"/>
                </a:lnTo>
                <a:lnTo>
                  <a:pt x="11901" y="82542"/>
                </a:lnTo>
                <a:lnTo>
                  <a:pt x="11901" y="82986"/>
                </a:lnTo>
                <a:lnTo>
                  <a:pt x="11901" y="83430"/>
                </a:lnTo>
                <a:lnTo>
                  <a:pt x="11901" y="83874"/>
                </a:lnTo>
                <a:lnTo>
                  <a:pt x="11901" y="84229"/>
                </a:lnTo>
                <a:lnTo>
                  <a:pt x="11901" y="84939"/>
                </a:lnTo>
                <a:lnTo>
                  <a:pt x="11901" y="85116"/>
                </a:lnTo>
                <a:lnTo>
                  <a:pt x="12218" y="85737"/>
                </a:lnTo>
                <a:lnTo>
                  <a:pt x="12218" y="86004"/>
                </a:lnTo>
                <a:lnTo>
                  <a:pt x="12218" y="86625"/>
                </a:lnTo>
                <a:lnTo>
                  <a:pt x="12218" y="87069"/>
                </a:lnTo>
                <a:lnTo>
                  <a:pt x="12218" y="87513"/>
                </a:lnTo>
                <a:lnTo>
                  <a:pt x="12694" y="87956"/>
                </a:lnTo>
                <a:lnTo>
                  <a:pt x="12694" y="88311"/>
                </a:lnTo>
                <a:lnTo>
                  <a:pt x="12694" y="88755"/>
                </a:lnTo>
                <a:lnTo>
                  <a:pt x="12694" y="89376"/>
                </a:lnTo>
                <a:lnTo>
                  <a:pt x="12694" y="89643"/>
                </a:lnTo>
                <a:lnTo>
                  <a:pt x="13012" y="90264"/>
                </a:lnTo>
                <a:lnTo>
                  <a:pt x="13012" y="90708"/>
                </a:lnTo>
                <a:lnTo>
                  <a:pt x="13012" y="91152"/>
                </a:lnTo>
                <a:lnTo>
                  <a:pt x="13012" y="91595"/>
                </a:lnTo>
                <a:lnTo>
                  <a:pt x="13012" y="91950"/>
                </a:lnTo>
                <a:lnTo>
                  <a:pt x="13488" y="92394"/>
                </a:lnTo>
                <a:lnTo>
                  <a:pt x="13488" y="92838"/>
                </a:lnTo>
                <a:lnTo>
                  <a:pt x="13488" y="93282"/>
                </a:lnTo>
                <a:lnTo>
                  <a:pt x="13488" y="93725"/>
                </a:lnTo>
                <a:lnTo>
                  <a:pt x="13805" y="94347"/>
                </a:lnTo>
                <a:lnTo>
                  <a:pt x="13805" y="94524"/>
                </a:lnTo>
                <a:lnTo>
                  <a:pt x="13805" y="95234"/>
                </a:lnTo>
              </a:path>
            </a:pathLst>
          </a:custGeom>
          <a:ln w="1936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2554174" y="3029622"/>
            <a:ext cx="13488" cy="78193"/>
          </a:xfrm>
          <a:custGeom>
            <a:avLst/>
            <a:gdLst/>
            <a:ahLst/>
            <a:cxnLst/>
            <a:rect l="l" t="t" r="r" b="b"/>
            <a:pathLst>
              <a:path w="13488" h="78193">
                <a:moveTo>
                  <a:pt x="0" y="0"/>
                </a:moveTo>
                <a:lnTo>
                  <a:pt x="0" y="177"/>
                </a:lnTo>
                <a:lnTo>
                  <a:pt x="0" y="621"/>
                </a:lnTo>
                <a:lnTo>
                  <a:pt x="0" y="1242"/>
                </a:lnTo>
                <a:lnTo>
                  <a:pt x="0" y="1508"/>
                </a:lnTo>
                <a:lnTo>
                  <a:pt x="0" y="2130"/>
                </a:lnTo>
                <a:lnTo>
                  <a:pt x="0" y="2573"/>
                </a:lnTo>
                <a:lnTo>
                  <a:pt x="0" y="3017"/>
                </a:lnTo>
                <a:lnTo>
                  <a:pt x="476" y="3372"/>
                </a:lnTo>
                <a:lnTo>
                  <a:pt x="476" y="3816"/>
                </a:lnTo>
                <a:lnTo>
                  <a:pt x="476" y="4260"/>
                </a:lnTo>
                <a:lnTo>
                  <a:pt x="476" y="4704"/>
                </a:lnTo>
                <a:lnTo>
                  <a:pt x="476" y="5147"/>
                </a:lnTo>
                <a:lnTo>
                  <a:pt x="793" y="5591"/>
                </a:lnTo>
                <a:lnTo>
                  <a:pt x="793" y="5946"/>
                </a:lnTo>
                <a:lnTo>
                  <a:pt x="793" y="6390"/>
                </a:lnTo>
                <a:lnTo>
                  <a:pt x="793" y="6834"/>
                </a:lnTo>
                <a:lnTo>
                  <a:pt x="1110" y="7277"/>
                </a:lnTo>
                <a:lnTo>
                  <a:pt x="1110" y="7721"/>
                </a:lnTo>
                <a:lnTo>
                  <a:pt x="1110" y="8165"/>
                </a:lnTo>
                <a:lnTo>
                  <a:pt x="1110" y="8520"/>
                </a:lnTo>
                <a:lnTo>
                  <a:pt x="1110" y="8964"/>
                </a:lnTo>
                <a:lnTo>
                  <a:pt x="1586" y="9585"/>
                </a:lnTo>
                <a:lnTo>
                  <a:pt x="1586" y="9851"/>
                </a:lnTo>
                <a:lnTo>
                  <a:pt x="1586" y="10295"/>
                </a:lnTo>
                <a:lnTo>
                  <a:pt x="1586" y="10916"/>
                </a:lnTo>
                <a:lnTo>
                  <a:pt x="1586" y="11094"/>
                </a:lnTo>
                <a:lnTo>
                  <a:pt x="1904" y="11538"/>
                </a:lnTo>
                <a:lnTo>
                  <a:pt x="1904" y="12159"/>
                </a:lnTo>
                <a:lnTo>
                  <a:pt x="1904" y="12425"/>
                </a:lnTo>
                <a:lnTo>
                  <a:pt x="1904" y="13047"/>
                </a:lnTo>
                <a:lnTo>
                  <a:pt x="1904" y="13224"/>
                </a:lnTo>
                <a:lnTo>
                  <a:pt x="2380" y="13668"/>
                </a:lnTo>
                <a:lnTo>
                  <a:pt x="2380" y="14378"/>
                </a:lnTo>
                <a:lnTo>
                  <a:pt x="2380" y="14555"/>
                </a:lnTo>
                <a:lnTo>
                  <a:pt x="2380" y="14999"/>
                </a:lnTo>
                <a:lnTo>
                  <a:pt x="2380" y="15620"/>
                </a:lnTo>
                <a:lnTo>
                  <a:pt x="2380" y="15798"/>
                </a:lnTo>
                <a:lnTo>
                  <a:pt x="2380" y="16242"/>
                </a:lnTo>
                <a:lnTo>
                  <a:pt x="2380" y="16952"/>
                </a:lnTo>
                <a:lnTo>
                  <a:pt x="2380" y="17129"/>
                </a:lnTo>
                <a:lnTo>
                  <a:pt x="2697" y="17573"/>
                </a:lnTo>
                <a:lnTo>
                  <a:pt x="2697" y="18017"/>
                </a:lnTo>
                <a:lnTo>
                  <a:pt x="2697" y="18372"/>
                </a:lnTo>
                <a:lnTo>
                  <a:pt x="2697" y="18816"/>
                </a:lnTo>
                <a:lnTo>
                  <a:pt x="2697" y="19259"/>
                </a:lnTo>
                <a:lnTo>
                  <a:pt x="3015" y="19703"/>
                </a:lnTo>
                <a:lnTo>
                  <a:pt x="3015" y="20147"/>
                </a:lnTo>
                <a:lnTo>
                  <a:pt x="3015" y="20591"/>
                </a:lnTo>
                <a:lnTo>
                  <a:pt x="3015" y="20946"/>
                </a:lnTo>
                <a:lnTo>
                  <a:pt x="3015" y="21390"/>
                </a:lnTo>
                <a:lnTo>
                  <a:pt x="3491" y="21833"/>
                </a:lnTo>
                <a:lnTo>
                  <a:pt x="3491" y="22277"/>
                </a:lnTo>
                <a:lnTo>
                  <a:pt x="3491" y="22721"/>
                </a:lnTo>
                <a:lnTo>
                  <a:pt x="3491" y="23165"/>
                </a:lnTo>
                <a:lnTo>
                  <a:pt x="3808" y="23520"/>
                </a:lnTo>
                <a:lnTo>
                  <a:pt x="3808" y="23964"/>
                </a:lnTo>
                <a:lnTo>
                  <a:pt x="3808" y="24230"/>
                </a:lnTo>
                <a:lnTo>
                  <a:pt x="3808" y="24851"/>
                </a:lnTo>
                <a:lnTo>
                  <a:pt x="3808" y="25029"/>
                </a:lnTo>
                <a:lnTo>
                  <a:pt x="4284" y="25472"/>
                </a:lnTo>
                <a:lnTo>
                  <a:pt x="4284" y="26094"/>
                </a:lnTo>
                <a:lnTo>
                  <a:pt x="4284" y="26360"/>
                </a:lnTo>
                <a:lnTo>
                  <a:pt x="4284" y="26804"/>
                </a:lnTo>
                <a:lnTo>
                  <a:pt x="4284" y="27247"/>
                </a:lnTo>
                <a:lnTo>
                  <a:pt x="4284" y="27602"/>
                </a:lnTo>
                <a:lnTo>
                  <a:pt x="4284" y="28046"/>
                </a:lnTo>
                <a:lnTo>
                  <a:pt x="4284" y="28490"/>
                </a:lnTo>
                <a:lnTo>
                  <a:pt x="4284" y="28668"/>
                </a:lnTo>
                <a:lnTo>
                  <a:pt x="4284" y="29378"/>
                </a:lnTo>
                <a:lnTo>
                  <a:pt x="4601" y="29821"/>
                </a:lnTo>
                <a:lnTo>
                  <a:pt x="4601" y="29999"/>
                </a:lnTo>
                <a:lnTo>
                  <a:pt x="4601" y="30620"/>
                </a:lnTo>
                <a:lnTo>
                  <a:pt x="4601" y="31064"/>
                </a:lnTo>
                <a:lnTo>
                  <a:pt x="5077" y="31241"/>
                </a:lnTo>
                <a:lnTo>
                  <a:pt x="5077" y="31685"/>
                </a:lnTo>
                <a:lnTo>
                  <a:pt x="5077" y="32129"/>
                </a:lnTo>
                <a:lnTo>
                  <a:pt x="5077" y="32573"/>
                </a:lnTo>
                <a:lnTo>
                  <a:pt x="5077" y="33017"/>
                </a:lnTo>
                <a:lnTo>
                  <a:pt x="5395" y="33460"/>
                </a:lnTo>
                <a:lnTo>
                  <a:pt x="5395" y="33638"/>
                </a:lnTo>
                <a:lnTo>
                  <a:pt x="5395" y="34259"/>
                </a:lnTo>
                <a:lnTo>
                  <a:pt x="5395" y="34525"/>
                </a:lnTo>
                <a:lnTo>
                  <a:pt x="5395" y="34880"/>
                </a:lnTo>
                <a:lnTo>
                  <a:pt x="5712" y="35324"/>
                </a:lnTo>
                <a:lnTo>
                  <a:pt x="5712" y="35768"/>
                </a:lnTo>
                <a:lnTo>
                  <a:pt x="5712" y="36212"/>
                </a:lnTo>
                <a:lnTo>
                  <a:pt x="5712" y="36656"/>
                </a:lnTo>
                <a:lnTo>
                  <a:pt x="5712" y="36833"/>
                </a:lnTo>
                <a:lnTo>
                  <a:pt x="6188" y="37277"/>
                </a:lnTo>
                <a:lnTo>
                  <a:pt x="6188" y="37898"/>
                </a:lnTo>
                <a:lnTo>
                  <a:pt x="6188" y="38164"/>
                </a:lnTo>
                <a:lnTo>
                  <a:pt x="6188" y="38608"/>
                </a:lnTo>
                <a:lnTo>
                  <a:pt x="6506" y="38963"/>
                </a:lnTo>
                <a:lnTo>
                  <a:pt x="6506" y="39229"/>
                </a:lnTo>
                <a:lnTo>
                  <a:pt x="6506" y="39851"/>
                </a:lnTo>
                <a:lnTo>
                  <a:pt x="6506" y="40295"/>
                </a:lnTo>
                <a:lnTo>
                  <a:pt x="6506" y="40472"/>
                </a:lnTo>
                <a:lnTo>
                  <a:pt x="6506" y="40916"/>
                </a:lnTo>
                <a:lnTo>
                  <a:pt x="6506" y="41360"/>
                </a:lnTo>
                <a:lnTo>
                  <a:pt x="6506" y="41803"/>
                </a:lnTo>
                <a:lnTo>
                  <a:pt x="6506" y="42247"/>
                </a:lnTo>
                <a:lnTo>
                  <a:pt x="6506" y="42602"/>
                </a:lnTo>
                <a:lnTo>
                  <a:pt x="6982" y="42868"/>
                </a:lnTo>
                <a:lnTo>
                  <a:pt x="6982" y="43312"/>
                </a:lnTo>
                <a:lnTo>
                  <a:pt x="6982" y="43756"/>
                </a:lnTo>
                <a:lnTo>
                  <a:pt x="6982" y="44111"/>
                </a:lnTo>
                <a:lnTo>
                  <a:pt x="6982" y="44555"/>
                </a:lnTo>
                <a:lnTo>
                  <a:pt x="7299" y="44999"/>
                </a:lnTo>
                <a:lnTo>
                  <a:pt x="7299" y="45176"/>
                </a:lnTo>
                <a:lnTo>
                  <a:pt x="7299" y="45620"/>
                </a:lnTo>
                <a:lnTo>
                  <a:pt x="7299" y="46064"/>
                </a:lnTo>
                <a:lnTo>
                  <a:pt x="7616" y="46330"/>
                </a:lnTo>
                <a:lnTo>
                  <a:pt x="7616" y="46951"/>
                </a:lnTo>
                <a:lnTo>
                  <a:pt x="7616" y="47395"/>
                </a:lnTo>
                <a:lnTo>
                  <a:pt x="7616" y="47573"/>
                </a:lnTo>
                <a:lnTo>
                  <a:pt x="7616" y="48016"/>
                </a:lnTo>
                <a:lnTo>
                  <a:pt x="8093" y="48460"/>
                </a:lnTo>
                <a:lnTo>
                  <a:pt x="8093" y="48638"/>
                </a:lnTo>
                <a:lnTo>
                  <a:pt x="8093" y="49081"/>
                </a:lnTo>
                <a:lnTo>
                  <a:pt x="8093" y="49525"/>
                </a:lnTo>
                <a:lnTo>
                  <a:pt x="8093" y="49969"/>
                </a:lnTo>
                <a:lnTo>
                  <a:pt x="8410" y="50324"/>
                </a:lnTo>
                <a:lnTo>
                  <a:pt x="8410" y="50768"/>
                </a:lnTo>
                <a:lnTo>
                  <a:pt x="8410" y="51034"/>
                </a:lnTo>
                <a:lnTo>
                  <a:pt x="8410" y="51478"/>
                </a:lnTo>
                <a:lnTo>
                  <a:pt x="8410" y="51833"/>
                </a:lnTo>
                <a:lnTo>
                  <a:pt x="8410" y="52277"/>
                </a:lnTo>
                <a:lnTo>
                  <a:pt x="8410" y="52543"/>
                </a:lnTo>
                <a:lnTo>
                  <a:pt x="8410" y="52898"/>
                </a:lnTo>
                <a:lnTo>
                  <a:pt x="8410" y="53342"/>
                </a:lnTo>
                <a:lnTo>
                  <a:pt x="8886" y="53785"/>
                </a:lnTo>
                <a:lnTo>
                  <a:pt x="8886" y="54229"/>
                </a:lnTo>
                <a:lnTo>
                  <a:pt x="8886" y="54673"/>
                </a:lnTo>
                <a:lnTo>
                  <a:pt x="8886" y="54850"/>
                </a:lnTo>
                <a:lnTo>
                  <a:pt x="8886" y="55294"/>
                </a:lnTo>
                <a:lnTo>
                  <a:pt x="9203" y="55738"/>
                </a:lnTo>
                <a:lnTo>
                  <a:pt x="9203" y="55916"/>
                </a:lnTo>
                <a:lnTo>
                  <a:pt x="9203" y="56359"/>
                </a:lnTo>
                <a:lnTo>
                  <a:pt x="9203" y="56803"/>
                </a:lnTo>
                <a:lnTo>
                  <a:pt x="9203" y="56981"/>
                </a:lnTo>
                <a:lnTo>
                  <a:pt x="9679" y="57424"/>
                </a:lnTo>
                <a:lnTo>
                  <a:pt x="9679" y="57868"/>
                </a:lnTo>
                <a:lnTo>
                  <a:pt x="9679" y="58046"/>
                </a:lnTo>
                <a:lnTo>
                  <a:pt x="9679" y="58489"/>
                </a:lnTo>
                <a:lnTo>
                  <a:pt x="9679" y="58933"/>
                </a:lnTo>
                <a:lnTo>
                  <a:pt x="9997" y="59377"/>
                </a:lnTo>
                <a:lnTo>
                  <a:pt x="9997" y="59821"/>
                </a:lnTo>
                <a:lnTo>
                  <a:pt x="9997" y="60265"/>
                </a:lnTo>
                <a:lnTo>
                  <a:pt x="9997" y="60442"/>
                </a:lnTo>
                <a:lnTo>
                  <a:pt x="10314" y="60886"/>
                </a:lnTo>
                <a:lnTo>
                  <a:pt x="10314" y="61330"/>
                </a:lnTo>
                <a:lnTo>
                  <a:pt x="10314" y="61685"/>
                </a:lnTo>
                <a:lnTo>
                  <a:pt x="10314" y="61951"/>
                </a:lnTo>
                <a:lnTo>
                  <a:pt x="10314" y="62395"/>
                </a:lnTo>
                <a:lnTo>
                  <a:pt x="10314" y="62838"/>
                </a:lnTo>
                <a:lnTo>
                  <a:pt x="10314" y="63016"/>
                </a:lnTo>
                <a:lnTo>
                  <a:pt x="10314" y="63460"/>
                </a:lnTo>
                <a:lnTo>
                  <a:pt x="10314" y="63904"/>
                </a:lnTo>
                <a:lnTo>
                  <a:pt x="10314" y="64081"/>
                </a:lnTo>
                <a:lnTo>
                  <a:pt x="10790" y="64525"/>
                </a:lnTo>
                <a:lnTo>
                  <a:pt x="10790" y="64969"/>
                </a:lnTo>
                <a:lnTo>
                  <a:pt x="10790" y="65146"/>
                </a:lnTo>
                <a:lnTo>
                  <a:pt x="10790" y="65590"/>
                </a:lnTo>
                <a:lnTo>
                  <a:pt x="10790" y="66034"/>
                </a:lnTo>
                <a:lnTo>
                  <a:pt x="11108" y="66477"/>
                </a:lnTo>
                <a:lnTo>
                  <a:pt x="11108" y="66655"/>
                </a:lnTo>
                <a:lnTo>
                  <a:pt x="11108" y="67099"/>
                </a:lnTo>
                <a:lnTo>
                  <a:pt x="11108" y="67543"/>
                </a:lnTo>
                <a:lnTo>
                  <a:pt x="11584" y="67720"/>
                </a:lnTo>
                <a:lnTo>
                  <a:pt x="11584" y="68164"/>
                </a:lnTo>
                <a:lnTo>
                  <a:pt x="11584" y="68608"/>
                </a:lnTo>
                <a:lnTo>
                  <a:pt x="11584" y="68785"/>
                </a:lnTo>
                <a:lnTo>
                  <a:pt x="11584" y="69229"/>
                </a:lnTo>
                <a:lnTo>
                  <a:pt x="11901" y="69673"/>
                </a:lnTo>
                <a:lnTo>
                  <a:pt x="11901" y="69850"/>
                </a:lnTo>
                <a:lnTo>
                  <a:pt x="11901" y="70116"/>
                </a:lnTo>
                <a:lnTo>
                  <a:pt x="11901" y="70560"/>
                </a:lnTo>
                <a:lnTo>
                  <a:pt x="11901" y="70915"/>
                </a:lnTo>
                <a:lnTo>
                  <a:pt x="12218" y="71182"/>
                </a:lnTo>
                <a:lnTo>
                  <a:pt x="12218" y="71625"/>
                </a:lnTo>
                <a:lnTo>
                  <a:pt x="12218" y="71980"/>
                </a:lnTo>
                <a:lnTo>
                  <a:pt x="12218" y="72247"/>
                </a:lnTo>
                <a:lnTo>
                  <a:pt x="12218" y="72690"/>
                </a:lnTo>
                <a:lnTo>
                  <a:pt x="12694" y="73134"/>
                </a:lnTo>
                <a:lnTo>
                  <a:pt x="12694" y="73489"/>
                </a:lnTo>
                <a:lnTo>
                  <a:pt x="12694" y="73755"/>
                </a:lnTo>
                <a:lnTo>
                  <a:pt x="12694" y="74199"/>
                </a:lnTo>
                <a:lnTo>
                  <a:pt x="12694" y="74554"/>
                </a:lnTo>
                <a:lnTo>
                  <a:pt x="12694" y="74998"/>
                </a:lnTo>
                <a:lnTo>
                  <a:pt x="12694" y="75442"/>
                </a:lnTo>
                <a:lnTo>
                  <a:pt x="12694" y="75886"/>
                </a:lnTo>
                <a:lnTo>
                  <a:pt x="13012" y="76063"/>
                </a:lnTo>
                <a:lnTo>
                  <a:pt x="13012" y="76507"/>
                </a:lnTo>
                <a:lnTo>
                  <a:pt x="13012" y="76951"/>
                </a:lnTo>
                <a:lnTo>
                  <a:pt x="13012" y="77128"/>
                </a:lnTo>
                <a:lnTo>
                  <a:pt x="13012" y="77572"/>
                </a:lnTo>
                <a:lnTo>
                  <a:pt x="13488" y="78016"/>
                </a:lnTo>
                <a:lnTo>
                  <a:pt x="13488" y="78193"/>
                </a:lnTo>
              </a:path>
            </a:pathLst>
          </a:custGeom>
          <a:ln w="192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2567663" y="3107815"/>
            <a:ext cx="13805" cy="55561"/>
          </a:xfrm>
          <a:custGeom>
            <a:avLst/>
            <a:gdLst/>
            <a:ahLst/>
            <a:cxnLst/>
            <a:rect l="l" t="t" r="r" b="b"/>
            <a:pathLst>
              <a:path w="13805" h="55561">
                <a:moveTo>
                  <a:pt x="0" y="0"/>
                </a:moveTo>
                <a:lnTo>
                  <a:pt x="0" y="266"/>
                </a:lnTo>
                <a:lnTo>
                  <a:pt x="0" y="710"/>
                </a:lnTo>
                <a:lnTo>
                  <a:pt x="0" y="1153"/>
                </a:lnTo>
                <a:lnTo>
                  <a:pt x="317" y="1331"/>
                </a:lnTo>
                <a:lnTo>
                  <a:pt x="317" y="1775"/>
                </a:lnTo>
                <a:lnTo>
                  <a:pt x="317" y="2218"/>
                </a:lnTo>
                <a:lnTo>
                  <a:pt x="317" y="2396"/>
                </a:lnTo>
                <a:lnTo>
                  <a:pt x="634" y="2573"/>
                </a:lnTo>
                <a:lnTo>
                  <a:pt x="634" y="3017"/>
                </a:lnTo>
                <a:lnTo>
                  <a:pt x="634" y="3461"/>
                </a:lnTo>
                <a:lnTo>
                  <a:pt x="634" y="3727"/>
                </a:lnTo>
                <a:lnTo>
                  <a:pt x="634" y="4082"/>
                </a:lnTo>
                <a:lnTo>
                  <a:pt x="1110" y="4526"/>
                </a:lnTo>
                <a:lnTo>
                  <a:pt x="1110" y="4792"/>
                </a:lnTo>
                <a:lnTo>
                  <a:pt x="1110" y="4970"/>
                </a:lnTo>
                <a:lnTo>
                  <a:pt x="1110" y="5414"/>
                </a:lnTo>
                <a:lnTo>
                  <a:pt x="1110" y="5857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366"/>
                </a:lnTo>
                <a:lnTo>
                  <a:pt x="1428" y="7721"/>
                </a:lnTo>
                <a:lnTo>
                  <a:pt x="1428" y="8165"/>
                </a:lnTo>
                <a:lnTo>
                  <a:pt x="1428" y="8609"/>
                </a:lnTo>
                <a:lnTo>
                  <a:pt x="1904" y="9053"/>
                </a:lnTo>
                <a:lnTo>
                  <a:pt x="1904" y="9496"/>
                </a:lnTo>
                <a:lnTo>
                  <a:pt x="1904" y="9940"/>
                </a:lnTo>
                <a:lnTo>
                  <a:pt x="1904" y="10295"/>
                </a:lnTo>
                <a:lnTo>
                  <a:pt x="2221" y="10561"/>
                </a:lnTo>
                <a:lnTo>
                  <a:pt x="2221" y="11005"/>
                </a:lnTo>
                <a:lnTo>
                  <a:pt x="2221" y="11183"/>
                </a:lnTo>
                <a:lnTo>
                  <a:pt x="2221" y="11626"/>
                </a:lnTo>
                <a:lnTo>
                  <a:pt x="2221" y="11804"/>
                </a:lnTo>
                <a:lnTo>
                  <a:pt x="2697" y="12248"/>
                </a:lnTo>
                <a:lnTo>
                  <a:pt x="2697" y="12514"/>
                </a:lnTo>
                <a:lnTo>
                  <a:pt x="2697" y="12869"/>
                </a:lnTo>
                <a:lnTo>
                  <a:pt x="2697" y="13135"/>
                </a:lnTo>
                <a:lnTo>
                  <a:pt x="2697" y="13579"/>
                </a:lnTo>
                <a:lnTo>
                  <a:pt x="3015" y="13757"/>
                </a:lnTo>
                <a:lnTo>
                  <a:pt x="3015" y="14200"/>
                </a:lnTo>
                <a:lnTo>
                  <a:pt x="3015" y="14378"/>
                </a:lnTo>
                <a:lnTo>
                  <a:pt x="3015" y="14822"/>
                </a:lnTo>
                <a:lnTo>
                  <a:pt x="3332" y="15088"/>
                </a:lnTo>
                <a:lnTo>
                  <a:pt x="3332" y="15265"/>
                </a:lnTo>
                <a:lnTo>
                  <a:pt x="3332" y="15709"/>
                </a:lnTo>
                <a:lnTo>
                  <a:pt x="3332" y="15887"/>
                </a:lnTo>
                <a:lnTo>
                  <a:pt x="3332" y="16331"/>
                </a:lnTo>
                <a:lnTo>
                  <a:pt x="3332" y="16597"/>
                </a:lnTo>
                <a:lnTo>
                  <a:pt x="3332" y="16952"/>
                </a:lnTo>
                <a:lnTo>
                  <a:pt x="3332" y="17218"/>
                </a:lnTo>
                <a:lnTo>
                  <a:pt x="3332" y="17662"/>
                </a:lnTo>
                <a:lnTo>
                  <a:pt x="3332" y="17839"/>
                </a:lnTo>
                <a:lnTo>
                  <a:pt x="3808" y="18017"/>
                </a:lnTo>
                <a:lnTo>
                  <a:pt x="3808" y="18461"/>
                </a:lnTo>
                <a:lnTo>
                  <a:pt x="3808" y="18904"/>
                </a:lnTo>
                <a:lnTo>
                  <a:pt x="3808" y="19348"/>
                </a:lnTo>
                <a:lnTo>
                  <a:pt x="4125" y="19792"/>
                </a:lnTo>
                <a:lnTo>
                  <a:pt x="4125" y="20236"/>
                </a:lnTo>
                <a:lnTo>
                  <a:pt x="4125" y="20591"/>
                </a:lnTo>
                <a:lnTo>
                  <a:pt x="4601" y="21035"/>
                </a:lnTo>
                <a:lnTo>
                  <a:pt x="4601" y="21301"/>
                </a:lnTo>
                <a:lnTo>
                  <a:pt x="4601" y="21478"/>
                </a:lnTo>
                <a:lnTo>
                  <a:pt x="4601" y="21745"/>
                </a:lnTo>
                <a:lnTo>
                  <a:pt x="4601" y="22100"/>
                </a:lnTo>
                <a:lnTo>
                  <a:pt x="4919" y="22543"/>
                </a:lnTo>
                <a:lnTo>
                  <a:pt x="4919" y="22987"/>
                </a:lnTo>
                <a:lnTo>
                  <a:pt x="4919" y="23431"/>
                </a:lnTo>
                <a:lnTo>
                  <a:pt x="4919" y="23608"/>
                </a:lnTo>
                <a:lnTo>
                  <a:pt x="5236" y="23875"/>
                </a:lnTo>
                <a:lnTo>
                  <a:pt x="5236" y="24230"/>
                </a:lnTo>
                <a:lnTo>
                  <a:pt x="5236" y="24496"/>
                </a:lnTo>
                <a:lnTo>
                  <a:pt x="5236" y="24940"/>
                </a:lnTo>
                <a:lnTo>
                  <a:pt x="5236" y="25384"/>
                </a:lnTo>
                <a:lnTo>
                  <a:pt x="5236" y="25739"/>
                </a:lnTo>
                <a:lnTo>
                  <a:pt x="5236" y="26005"/>
                </a:lnTo>
                <a:lnTo>
                  <a:pt x="5236" y="26182"/>
                </a:lnTo>
                <a:lnTo>
                  <a:pt x="5712" y="26449"/>
                </a:lnTo>
                <a:lnTo>
                  <a:pt x="5712" y="26804"/>
                </a:lnTo>
                <a:lnTo>
                  <a:pt x="5712" y="27247"/>
                </a:lnTo>
                <a:lnTo>
                  <a:pt x="5712" y="27691"/>
                </a:lnTo>
                <a:lnTo>
                  <a:pt x="6030" y="27958"/>
                </a:lnTo>
                <a:lnTo>
                  <a:pt x="6030" y="28313"/>
                </a:lnTo>
                <a:lnTo>
                  <a:pt x="6030" y="28579"/>
                </a:lnTo>
                <a:lnTo>
                  <a:pt x="6030" y="28756"/>
                </a:lnTo>
                <a:lnTo>
                  <a:pt x="6030" y="29200"/>
                </a:lnTo>
                <a:lnTo>
                  <a:pt x="6506" y="29378"/>
                </a:lnTo>
                <a:lnTo>
                  <a:pt x="6506" y="29644"/>
                </a:lnTo>
                <a:lnTo>
                  <a:pt x="6506" y="29821"/>
                </a:lnTo>
                <a:lnTo>
                  <a:pt x="6506" y="30265"/>
                </a:lnTo>
                <a:lnTo>
                  <a:pt x="6506" y="30709"/>
                </a:lnTo>
                <a:lnTo>
                  <a:pt x="6823" y="30709"/>
                </a:lnTo>
                <a:lnTo>
                  <a:pt x="6823" y="31153"/>
                </a:lnTo>
                <a:lnTo>
                  <a:pt x="6823" y="31330"/>
                </a:lnTo>
                <a:lnTo>
                  <a:pt x="6823" y="31774"/>
                </a:lnTo>
                <a:lnTo>
                  <a:pt x="7299" y="31952"/>
                </a:lnTo>
                <a:lnTo>
                  <a:pt x="7299" y="32218"/>
                </a:lnTo>
                <a:lnTo>
                  <a:pt x="7299" y="32395"/>
                </a:lnTo>
                <a:lnTo>
                  <a:pt x="7299" y="32839"/>
                </a:lnTo>
                <a:lnTo>
                  <a:pt x="7299" y="33105"/>
                </a:lnTo>
                <a:lnTo>
                  <a:pt x="7616" y="33283"/>
                </a:lnTo>
                <a:lnTo>
                  <a:pt x="7616" y="33460"/>
                </a:lnTo>
                <a:lnTo>
                  <a:pt x="7616" y="33904"/>
                </a:lnTo>
                <a:lnTo>
                  <a:pt x="7616" y="34170"/>
                </a:lnTo>
                <a:lnTo>
                  <a:pt x="7616" y="34348"/>
                </a:lnTo>
                <a:lnTo>
                  <a:pt x="7616" y="34525"/>
                </a:lnTo>
                <a:lnTo>
                  <a:pt x="7616" y="34969"/>
                </a:lnTo>
                <a:lnTo>
                  <a:pt x="7616" y="35235"/>
                </a:lnTo>
                <a:lnTo>
                  <a:pt x="7616" y="35413"/>
                </a:lnTo>
                <a:lnTo>
                  <a:pt x="7616" y="35679"/>
                </a:lnTo>
                <a:lnTo>
                  <a:pt x="7934" y="36034"/>
                </a:lnTo>
                <a:lnTo>
                  <a:pt x="7934" y="36301"/>
                </a:lnTo>
                <a:lnTo>
                  <a:pt x="7934" y="36744"/>
                </a:lnTo>
                <a:lnTo>
                  <a:pt x="8410" y="37099"/>
                </a:lnTo>
                <a:lnTo>
                  <a:pt x="8410" y="37366"/>
                </a:lnTo>
                <a:lnTo>
                  <a:pt x="8410" y="37809"/>
                </a:lnTo>
                <a:lnTo>
                  <a:pt x="8410" y="37987"/>
                </a:lnTo>
                <a:lnTo>
                  <a:pt x="8727" y="38431"/>
                </a:lnTo>
                <a:lnTo>
                  <a:pt x="8727" y="38608"/>
                </a:lnTo>
                <a:lnTo>
                  <a:pt x="8727" y="39052"/>
                </a:lnTo>
                <a:lnTo>
                  <a:pt x="8727" y="39496"/>
                </a:lnTo>
                <a:lnTo>
                  <a:pt x="9203" y="39673"/>
                </a:lnTo>
                <a:lnTo>
                  <a:pt x="9203" y="40117"/>
                </a:lnTo>
                <a:lnTo>
                  <a:pt x="9203" y="40383"/>
                </a:lnTo>
                <a:lnTo>
                  <a:pt x="9203" y="40827"/>
                </a:lnTo>
                <a:lnTo>
                  <a:pt x="9521" y="41005"/>
                </a:lnTo>
                <a:lnTo>
                  <a:pt x="9521" y="41448"/>
                </a:lnTo>
                <a:lnTo>
                  <a:pt x="9521" y="41626"/>
                </a:lnTo>
                <a:lnTo>
                  <a:pt x="9521" y="42070"/>
                </a:lnTo>
                <a:lnTo>
                  <a:pt x="9521" y="42247"/>
                </a:lnTo>
                <a:lnTo>
                  <a:pt x="9521" y="42513"/>
                </a:lnTo>
                <a:lnTo>
                  <a:pt x="9521" y="42691"/>
                </a:lnTo>
                <a:lnTo>
                  <a:pt x="9521" y="42957"/>
                </a:lnTo>
                <a:lnTo>
                  <a:pt x="9838" y="43401"/>
                </a:lnTo>
                <a:lnTo>
                  <a:pt x="9838" y="43579"/>
                </a:lnTo>
                <a:lnTo>
                  <a:pt x="9838" y="43756"/>
                </a:lnTo>
                <a:lnTo>
                  <a:pt x="9838" y="44022"/>
                </a:lnTo>
                <a:lnTo>
                  <a:pt x="9838" y="44200"/>
                </a:lnTo>
                <a:lnTo>
                  <a:pt x="10314" y="44644"/>
                </a:lnTo>
                <a:lnTo>
                  <a:pt x="10314" y="44821"/>
                </a:lnTo>
                <a:lnTo>
                  <a:pt x="10314" y="45265"/>
                </a:lnTo>
                <a:lnTo>
                  <a:pt x="10314" y="45531"/>
                </a:lnTo>
                <a:lnTo>
                  <a:pt x="10631" y="45709"/>
                </a:lnTo>
                <a:lnTo>
                  <a:pt x="10631" y="46152"/>
                </a:lnTo>
                <a:lnTo>
                  <a:pt x="10631" y="46330"/>
                </a:lnTo>
                <a:lnTo>
                  <a:pt x="10631" y="46774"/>
                </a:lnTo>
                <a:lnTo>
                  <a:pt x="11108" y="47040"/>
                </a:lnTo>
                <a:lnTo>
                  <a:pt x="11108" y="47217"/>
                </a:lnTo>
                <a:lnTo>
                  <a:pt x="11108" y="47395"/>
                </a:lnTo>
                <a:lnTo>
                  <a:pt x="11108" y="47661"/>
                </a:lnTo>
                <a:lnTo>
                  <a:pt x="11425" y="47839"/>
                </a:lnTo>
                <a:lnTo>
                  <a:pt x="11425" y="48283"/>
                </a:lnTo>
                <a:lnTo>
                  <a:pt x="11425" y="48460"/>
                </a:lnTo>
                <a:lnTo>
                  <a:pt x="11425" y="48726"/>
                </a:lnTo>
                <a:lnTo>
                  <a:pt x="11901" y="49170"/>
                </a:lnTo>
                <a:lnTo>
                  <a:pt x="11901" y="49348"/>
                </a:lnTo>
                <a:lnTo>
                  <a:pt x="11901" y="49614"/>
                </a:lnTo>
                <a:lnTo>
                  <a:pt x="11901" y="49791"/>
                </a:lnTo>
                <a:lnTo>
                  <a:pt x="11901" y="49969"/>
                </a:lnTo>
                <a:lnTo>
                  <a:pt x="11901" y="50235"/>
                </a:lnTo>
                <a:lnTo>
                  <a:pt x="11901" y="50413"/>
                </a:lnTo>
                <a:lnTo>
                  <a:pt x="11901" y="50856"/>
                </a:lnTo>
                <a:lnTo>
                  <a:pt x="11901" y="51034"/>
                </a:lnTo>
                <a:lnTo>
                  <a:pt x="12218" y="51478"/>
                </a:lnTo>
                <a:lnTo>
                  <a:pt x="12218" y="51744"/>
                </a:lnTo>
                <a:lnTo>
                  <a:pt x="12218" y="51922"/>
                </a:lnTo>
                <a:lnTo>
                  <a:pt x="12536" y="52188"/>
                </a:lnTo>
                <a:lnTo>
                  <a:pt x="12536" y="52543"/>
                </a:lnTo>
                <a:lnTo>
                  <a:pt x="12536" y="52809"/>
                </a:lnTo>
                <a:lnTo>
                  <a:pt x="12536" y="52987"/>
                </a:lnTo>
                <a:lnTo>
                  <a:pt x="12536" y="53253"/>
                </a:lnTo>
                <a:lnTo>
                  <a:pt x="13012" y="53430"/>
                </a:lnTo>
                <a:lnTo>
                  <a:pt x="13012" y="53608"/>
                </a:lnTo>
                <a:lnTo>
                  <a:pt x="13012" y="53874"/>
                </a:lnTo>
                <a:lnTo>
                  <a:pt x="13012" y="54052"/>
                </a:lnTo>
                <a:lnTo>
                  <a:pt x="13012" y="54318"/>
                </a:lnTo>
                <a:lnTo>
                  <a:pt x="13329" y="54495"/>
                </a:lnTo>
                <a:lnTo>
                  <a:pt x="13329" y="54762"/>
                </a:lnTo>
                <a:lnTo>
                  <a:pt x="13329" y="54939"/>
                </a:lnTo>
                <a:lnTo>
                  <a:pt x="13329" y="55117"/>
                </a:lnTo>
                <a:lnTo>
                  <a:pt x="13329" y="55383"/>
                </a:lnTo>
                <a:lnTo>
                  <a:pt x="13805" y="55561"/>
                </a:lnTo>
              </a:path>
            </a:pathLst>
          </a:custGeom>
          <a:ln w="1904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2581468" y="3163376"/>
            <a:ext cx="13329" cy="29200"/>
          </a:xfrm>
          <a:custGeom>
            <a:avLst/>
            <a:gdLst/>
            <a:ahLst/>
            <a:cxnLst/>
            <a:rect l="l" t="t" r="r" b="b"/>
            <a:pathLst>
              <a:path w="13329" h="29200">
                <a:moveTo>
                  <a:pt x="0" y="0"/>
                </a:moveTo>
                <a:lnTo>
                  <a:pt x="0" y="266"/>
                </a:lnTo>
                <a:lnTo>
                  <a:pt x="0" y="443"/>
                </a:lnTo>
                <a:lnTo>
                  <a:pt x="0" y="621"/>
                </a:lnTo>
                <a:lnTo>
                  <a:pt x="0" y="887"/>
                </a:lnTo>
                <a:lnTo>
                  <a:pt x="0" y="1065"/>
                </a:lnTo>
                <a:lnTo>
                  <a:pt x="0" y="1331"/>
                </a:lnTo>
                <a:lnTo>
                  <a:pt x="0" y="1508"/>
                </a:lnTo>
                <a:lnTo>
                  <a:pt x="0" y="1775"/>
                </a:lnTo>
                <a:lnTo>
                  <a:pt x="317" y="1952"/>
                </a:lnTo>
                <a:lnTo>
                  <a:pt x="317" y="2130"/>
                </a:lnTo>
                <a:lnTo>
                  <a:pt x="317" y="2396"/>
                </a:lnTo>
                <a:lnTo>
                  <a:pt x="317" y="2573"/>
                </a:lnTo>
                <a:lnTo>
                  <a:pt x="317" y="2840"/>
                </a:lnTo>
                <a:lnTo>
                  <a:pt x="634" y="3017"/>
                </a:lnTo>
                <a:lnTo>
                  <a:pt x="634" y="3195"/>
                </a:lnTo>
                <a:lnTo>
                  <a:pt x="634" y="3461"/>
                </a:lnTo>
                <a:lnTo>
                  <a:pt x="634" y="3638"/>
                </a:lnTo>
                <a:lnTo>
                  <a:pt x="1110" y="3905"/>
                </a:lnTo>
                <a:lnTo>
                  <a:pt x="1110" y="4349"/>
                </a:lnTo>
                <a:lnTo>
                  <a:pt x="1110" y="4526"/>
                </a:lnTo>
                <a:lnTo>
                  <a:pt x="1110" y="4704"/>
                </a:lnTo>
                <a:lnTo>
                  <a:pt x="1428" y="4704"/>
                </a:lnTo>
                <a:lnTo>
                  <a:pt x="1428" y="4970"/>
                </a:lnTo>
                <a:lnTo>
                  <a:pt x="1428" y="5147"/>
                </a:lnTo>
                <a:lnTo>
                  <a:pt x="1428" y="5414"/>
                </a:lnTo>
                <a:lnTo>
                  <a:pt x="1428" y="5591"/>
                </a:lnTo>
                <a:lnTo>
                  <a:pt x="1904" y="5769"/>
                </a:lnTo>
                <a:lnTo>
                  <a:pt x="1904" y="6035"/>
                </a:lnTo>
                <a:lnTo>
                  <a:pt x="1904" y="6479"/>
                </a:lnTo>
                <a:lnTo>
                  <a:pt x="1904" y="6656"/>
                </a:lnTo>
                <a:lnTo>
                  <a:pt x="1904" y="6922"/>
                </a:lnTo>
                <a:lnTo>
                  <a:pt x="1904" y="7100"/>
                </a:lnTo>
                <a:lnTo>
                  <a:pt x="1904" y="7277"/>
                </a:lnTo>
                <a:lnTo>
                  <a:pt x="1904" y="7544"/>
                </a:lnTo>
                <a:lnTo>
                  <a:pt x="2221" y="7721"/>
                </a:lnTo>
                <a:lnTo>
                  <a:pt x="2221" y="7988"/>
                </a:lnTo>
                <a:lnTo>
                  <a:pt x="2221" y="8165"/>
                </a:lnTo>
                <a:lnTo>
                  <a:pt x="2538" y="8343"/>
                </a:lnTo>
                <a:lnTo>
                  <a:pt x="2538" y="8609"/>
                </a:lnTo>
                <a:lnTo>
                  <a:pt x="2538" y="8786"/>
                </a:lnTo>
                <a:lnTo>
                  <a:pt x="2538" y="9053"/>
                </a:lnTo>
                <a:lnTo>
                  <a:pt x="2538" y="9230"/>
                </a:lnTo>
                <a:lnTo>
                  <a:pt x="3015" y="9496"/>
                </a:lnTo>
                <a:lnTo>
                  <a:pt x="3015" y="9674"/>
                </a:lnTo>
                <a:lnTo>
                  <a:pt x="3015" y="9851"/>
                </a:lnTo>
                <a:lnTo>
                  <a:pt x="3015" y="10118"/>
                </a:lnTo>
                <a:lnTo>
                  <a:pt x="3332" y="10295"/>
                </a:lnTo>
                <a:lnTo>
                  <a:pt x="3332" y="10561"/>
                </a:lnTo>
                <a:lnTo>
                  <a:pt x="3332" y="10739"/>
                </a:lnTo>
                <a:lnTo>
                  <a:pt x="3332" y="10916"/>
                </a:lnTo>
                <a:lnTo>
                  <a:pt x="3808" y="11183"/>
                </a:lnTo>
                <a:lnTo>
                  <a:pt x="3808" y="11360"/>
                </a:lnTo>
                <a:lnTo>
                  <a:pt x="3808" y="11626"/>
                </a:lnTo>
                <a:lnTo>
                  <a:pt x="3808" y="11804"/>
                </a:lnTo>
                <a:lnTo>
                  <a:pt x="4125" y="11804"/>
                </a:lnTo>
                <a:lnTo>
                  <a:pt x="4125" y="12070"/>
                </a:lnTo>
                <a:lnTo>
                  <a:pt x="4125" y="12248"/>
                </a:lnTo>
                <a:lnTo>
                  <a:pt x="4125" y="12425"/>
                </a:lnTo>
                <a:lnTo>
                  <a:pt x="4125" y="12692"/>
                </a:lnTo>
                <a:lnTo>
                  <a:pt x="4125" y="12869"/>
                </a:lnTo>
                <a:lnTo>
                  <a:pt x="4125" y="13135"/>
                </a:lnTo>
                <a:lnTo>
                  <a:pt x="4125" y="13313"/>
                </a:lnTo>
                <a:lnTo>
                  <a:pt x="4601" y="13490"/>
                </a:lnTo>
                <a:lnTo>
                  <a:pt x="4601" y="13757"/>
                </a:lnTo>
                <a:lnTo>
                  <a:pt x="4601" y="13934"/>
                </a:lnTo>
                <a:lnTo>
                  <a:pt x="4601" y="14200"/>
                </a:lnTo>
                <a:lnTo>
                  <a:pt x="4919" y="14378"/>
                </a:lnTo>
                <a:lnTo>
                  <a:pt x="4919" y="14555"/>
                </a:lnTo>
                <a:lnTo>
                  <a:pt x="4919" y="14822"/>
                </a:lnTo>
                <a:lnTo>
                  <a:pt x="5236" y="14999"/>
                </a:lnTo>
                <a:lnTo>
                  <a:pt x="5236" y="15265"/>
                </a:lnTo>
                <a:lnTo>
                  <a:pt x="5236" y="15443"/>
                </a:lnTo>
                <a:lnTo>
                  <a:pt x="5236" y="15709"/>
                </a:lnTo>
                <a:lnTo>
                  <a:pt x="5712" y="15887"/>
                </a:lnTo>
                <a:lnTo>
                  <a:pt x="5712" y="16064"/>
                </a:lnTo>
                <a:lnTo>
                  <a:pt x="5712" y="16331"/>
                </a:lnTo>
                <a:lnTo>
                  <a:pt x="5712" y="16508"/>
                </a:lnTo>
                <a:lnTo>
                  <a:pt x="6030" y="16508"/>
                </a:lnTo>
                <a:lnTo>
                  <a:pt x="6030" y="16774"/>
                </a:lnTo>
                <a:lnTo>
                  <a:pt x="6030" y="16952"/>
                </a:lnTo>
                <a:lnTo>
                  <a:pt x="6030" y="17129"/>
                </a:lnTo>
                <a:lnTo>
                  <a:pt x="6030" y="17396"/>
                </a:lnTo>
                <a:lnTo>
                  <a:pt x="6030" y="17573"/>
                </a:lnTo>
                <a:lnTo>
                  <a:pt x="6506" y="17839"/>
                </a:lnTo>
                <a:lnTo>
                  <a:pt x="6506" y="18017"/>
                </a:lnTo>
                <a:lnTo>
                  <a:pt x="6506" y="18283"/>
                </a:lnTo>
                <a:lnTo>
                  <a:pt x="6506" y="18461"/>
                </a:lnTo>
                <a:lnTo>
                  <a:pt x="6823" y="18638"/>
                </a:lnTo>
                <a:lnTo>
                  <a:pt x="6823" y="18904"/>
                </a:lnTo>
                <a:lnTo>
                  <a:pt x="6823" y="19082"/>
                </a:lnTo>
                <a:lnTo>
                  <a:pt x="7140" y="19348"/>
                </a:lnTo>
                <a:lnTo>
                  <a:pt x="7140" y="19526"/>
                </a:lnTo>
                <a:lnTo>
                  <a:pt x="7140" y="19703"/>
                </a:lnTo>
                <a:lnTo>
                  <a:pt x="7140" y="19970"/>
                </a:lnTo>
                <a:lnTo>
                  <a:pt x="7616" y="19970"/>
                </a:lnTo>
                <a:lnTo>
                  <a:pt x="7616" y="20147"/>
                </a:lnTo>
                <a:lnTo>
                  <a:pt x="7616" y="20413"/>
                </a:lnTo>
                <a:lnTo>
                  <a:pt x="7934" y="20591"/>
                </a:lnTo>
                <a:lnTo>
                  <a:pt x="7934" y="20857"/>
                </a:lnTo>
                <a:lnTo>
                  <a:pt x="7934" y="21035"/>
                </a:lnTo>
                <a:lnTo>
                  <a:pt x="7934" y="21212"/>
                </a:lnTo>
                <a:lnTo>
                  <a:pt x="8410" y="21212"/>
                </a:lnTo>
                <a:lnTo>
                  <a:pt x="8410" y="21478"/>
                </a:lnTo>
                <a:lnTo>
                  <a:pt x="8410" y="21656"/>
                </a:lnTo>
                <a:lnTo>
                  <a:pt x="8410" y="21922"/>
                </a:lnTo>
                <a:lnTo>
                  <a:pt x="8410" y="22100"/>
                </a:lnTo>
                <a:lnTo>
                  <a:pt x="8410" y="22277"/>
                </a:lnTo>
                <a:lnTo>
                  <a:pt x="8727" y="22277"/>
                </a:lnTo>
                <a:lnTo>
                  <a:pt x="8727" y="22543"/>
                </a:lnTo>
                <a:lnTo>
                  <a:pt x="8727" y="22721"/>
                </a:lnTo>
                <a:lnTo>
                  <a:pt x="9203" y="22987"/>
                </a:lnTo>
                <a:lnTo>
                  <a:pt x="9203" y="23165"/>
                </a:lnTo>
                <a:lnTo>
                  <a:pt x="9203" y="23431"/>
                </a:lnTo>
                <a:lnTo>
                  <a:pt x="9203" y="23608"/>
                </a:lnTo>
                <a:lnTo>
                  <a:pt x="9521" y="23608"/>
                </a:lnTo>
                <a:lnTo>
                  <a:pt x="9521" y="23786"/>
                </a:lnTo>
                <a:lnTo>
                  <a:pt x="9521" y="24052"/>
                </a:lnTo>
                <a:lnTo>
                  <a:pt x="9838" y="24230"/>
                </a:lnTo>
                <a:lnTo>
                  <a:pt x="9838" y="24496"/>
                </a:lnTo>
                <a:lnTo>
                  <a:pt x="9838" y="24674"/>
                </a:lnTo>
                <a:lnTo>
                  <a:pt x="10314" y="24674"/>
                </a:lnTo>
                <a:lnTo>
                  <a:pt x="10314" y="24851"/>
                </a:lnTo>
                <a:lnTo>
                  <a:pt x="10314" y="25117"/>
                </a:lnTo>
                <a:lnTo>
                  <a:pt x="10314" y="25295"/>
                </a:lnTo>
                <a:lnTo>
                  <a:pt x="10314" y="25561"/>
                </a:lnTo>
                <a:lnTo>
                  <a:pt x="10631" y="25739"/>
                </a:lnTo>
                <a:lnTo>
                  <a:pt x="10631" y="26005"/>
                </a:lnTo>
                <a:lnTo>
                  <a:pt x="11108" y="26182"/>
                </a:lnTo>
                <a:lnTo>
                  <a:pt x="11108" y="26360"/>
                </a:lnTo>
                <a:lnTo>
                  <a:pt x="11108" y="26626"/>
                </a:lnTo>
                <a:lnTo>
                  <a:pt x="11425" y="26626"/>
                </a:lnTo>
                <a:lnTo>
                  <a:pt x="11425" y="26804"/>
                </a:lnTo>
                <a:lnTo>
                  <a:pt x="11425" y="27070"/>
                </a:lnTo>
                <a:lnTo>
                  <a:pt x="11742" y="27070"/>
                </a:lnTo>
                <a:lnTo>
                  <a:pt x="11742" y="27070"/>
                </a:lnTo>
                <a:lnTo>
                  <a:pt x="11742" y="27247"/>
                </a:lnTo>
                <a:lnTo>
                  <a:pt x="12218" y="27425"/>
                </a:lnTo>
                <a:lnTo>
                  <a:pt x="12218" y="27691"/>
                </a:lnTo>
                <a:lnTo>
                  <a:pt x="12218" y="27869"/>
                </a:lnTo>
                <a:lnTo>
                  <a:pt x="12536" y="27869"/>
                </a:lnTo>
                <a:lnTo>
                  <a:pt x="12536" y="28135"/>
                </a:lnTo>
                <a:lnTo>
                  <a:pt x="12536" y="28313"/>
                </a:lnTo>
                <a:lnTo>
                  <a:pt x="12536" y="28579"/>
                </a:lnTo>
                <a:lnTo>
                  <a:pt x="13012" y="28579"/>
                </a:lnTo>
                <a:lnTo>
                  <a:pt x="13012" y="28756"/>
                </a:lnTo>
                <a:lnTo>
                  <a:pt x="13012" y="28934"/>
                </a:lnTo>
                <a:lnTo>
                  <a:pt x="13329" y="29200"/>
                </a:lnTo>
              </a:path>
            </a:pathLst>
          </a:custGeom>
          <a:ln w="1805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2594798" y="3192577"/>
            <a:ext cx="13488" cy="3816"/>
          </a:xfrm>
          <a:custGeom>
            <a:avLst/>
            <a:gdLst/>
            <a:ahLst/>
            <a:cxnLst/>
            <a:rect l="l" t="t" r="r" b="b"/>
            <a:pathLst>
              <a:path w="13488" h="3816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476" y="177"/>
                </a:lnTo>
                <a:lnTo>
                  <a:pt x="476" y="443"/>
                </a:lnTo>
                <a:lnTo>
                  <a:pt x="793" y="443"/>
                </a:lnTo>
                <a:lnTo>
                  <a:pt x="793" y="621"/>
                </a:lnTo>
                <a:lnTo>
                  <a:pt x="793" y="798"/>
                </a:lnTo>
                <a:lnTo>
                  <a:pt x="1110" y="798"/>
                </a:lnTo>
                <a:lnTo>
                  <a:pt x="1110" y="1065"/>
                </a:lnTo>
                <a:lnTo>
                  <a:pt x="1110" y="1242"/>
                </a:lnTo>
                <a:lnTo>
                  <a:pt x="1110" y="1508"/>
                </a:lnTo>
                <a:lnTo>
                  <a:pt x="1586" y="1508"/>
                </a:lnTo>
                <a:lnTo>
                  <a:pt x="1586" y="1686"/>
                </a:lnTo>
                <a:lnTo>
                  <a:pt x="1904" y="1686"/>
                </a:lnTo>
                <a:lnTo>
                  <a:pt x="1904" y="1952"/>
                </a:lnTo>
                <a:lnTo>
                  <a:pt x="2380" y="1952"/>
                </a:lnTo>
                <a:lnTo>
                  <a:pt x="2380" y="2130"/>
                </a:lnTo>
                <a:lnTo>
                  <a:pt x="2697" y="2307"/>
                </a:lnTo>
                <a:lnTo>
                  <a:pt x="2697" y="2573"/>
                </a:lnTo>
                <a:lnTo>
                  <a:pt x="3015" y="2573"/>
                </a:lnTo>
                <a:lnTo>
                  <a:pt x="3491" y="2573"/>
                </a:lnTo>
                <a:lnTo>
                  <a:pt x="3491" y="2751"/>
                </a:lnTo>
                <a:lnTo>
                  <a:pt x="3491" y="3017"/>
                </a:lnTo>
                <a:lnTo>
                  <a:pt x="3808" y="3017"/>
                </a:lnTo>
                <a:lnTo>
                  <a:pt x="3808" y="3195"/>
                </a:lnTo>
                <a:lnTo>
                  <a:pt x="4284" y="3195"/>
                </a:lnTo>
                <a:lnTo>
                  <a:pt x="4284" y="3195"/>
                </a:lnTo>
                <a:lnTo>
                  <a:pt x="4601" y="3372"/>
                </a:lnTo>
                <a:lnTo>
                  <a:pt x="4919" y="3372"/>
                </a:lnTo>
                <a:lnTo>
                  <a:pt x="4919" y="3638"/>
                </a:lnTo>
                <a:lnTo>
                  <a:pt x="5395" y="3638"/>
                </a:lnTo>
                <a:lnTo>
                  <a:pt x="5395" y="3816"/>
                </a:lnTo>
                <a:lnTo>
                  <a:pt x="5712" y="3816"/>
                </a:lnTo>
                <a:lnTo>
                  <a:pt x="6188" y="3816"/>
                </a:lnTo>
                <a:lnTo>
                  <a:pt x="6506" y="3816"/>
                </a:lnTo>
                <a:lnTo>
                  <a:pt x="6982" y="3816"/>
                </a:lnTo>
                <a:lnTo>
                  <a:pt x="7299" y="3816"/>
                </a:lnTo>
                <a:lnTo>
                  <a:pt x="7616" y="3816"/>
                </a:lnTo>
                <a:lnTo>
                  <a:pt x="8093" y="3816"/>
                </a:lnTo>
                <a:lnTo>
                  <a:pt x="8410" y="3816"/>
                </a:lnTo>
                <a:lnTo>
                  <a:pt x="8886" y="3816"/>
                </a:lnTo>
                <a:lnTo>
                  <a:pt x="8886" y="3816"/>
                </a:lnTo>
                <a:lnTo>
                  <a:pt x="8886" y="3638"/>
                </a:lnTo>
                <a:lnTo>
                  <a:pt x="9203" y="3638"/>
                </a:lnTo>
                <a:lnTo>
                  <a:pt x="9521" y="3638"/>
                </a:lnTo>
                <a:lnTo>
                  <a:pt x="9521" y="3372"/>
                </a:lnTo>
                <a:lnTo>
                  <a:pt x="9997" y="3195"/>
                </a:lnTo>
                <a:lnTo>
                  <a:pt x="10314" y="3195"/>
                </a:lnTo>
                <a:lnTo>
                  <a:pt x="10314" y="3017"/>
                </a:lnTo>
                <a:lnTo>
                  <a:pt x="10790" y="3017"/>
                </a:lnTo>
                <a:lnTo>
                  <a:pt x="10790" y="2751"/>
                </a:lnTo>
                <a:lnTo>
                  <a:pt x="11108" y="2751"/>
                </a:lnTo>
                <a:lnTo>
                  <a:pt x="11108" y="2573"/>
                </a:lnTo>
                <a:lnTo>
                  <a:pt x="11584" y="2573"/>
                </a:lnTo>
                <a:lnTo>
                  <a:pt x="11584" y="2573"/>
                </a:lnTo>
                <a:lnTo>
                  <a:pt x="11584" y="2307"/>
                </a:lnTo>
                <a:lnTo>
                  <a:pt x="11901" y="2130"/>
                </a:lnTo>
                <a:lnTo>
                  <a:pt x="11901" y="1952"/>
                </a:lnTo>
                <a:lnTo>
                  <a:pt x="12218" y="1952"/>
                </a:lnTo>
                <a:lnTo>
                  <a:pt x="12218" y="1686"/>
                </a:lnTo>
                <a:lnTo>
                  <a:pt x="12694" y="1508"/>
                </a:lnTo>
                <a:lnTo>
                  <a:pt x="13012" y="1508"/>
                </a:lnTo>
                <a:lnTo>
                  <a:pt x="13012" y="1242"/>
                </a:lnTo>
                <a:lnTo>
                  <a:pt x="13488" y="1065"/>
                </a:lnTo>
                <a:lnTo>
                  <a:pt x="13488" y="798"/>
                </a:lnTo>
              </a:path>
            </a:pathLst>
          </a:custGeom>
          <a:ln w="1156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608286" y="3167282"/>
            <a:ext cx="13329" cy="26094"/>
          </a:xfrm>
          <a:custGeom>
            <a:avLst/>
            <a:gdLst/>
            <a:ahLst/>
            <a:cxnLst/>
            <a:rect l="l" t="t" r="r" b="b"/>
            <a:pathLst>
              <a:path w="13329" h="26094">
                <a:moveTo>
                  <a:pt x="0" y="26094"/>
                </a:moveTo>
                <a:lnTo>
                  <a:pt x="317" y="26094"/>
                </a:lnTo>
                <a:lnTo>
                  <a:pt x="317" y="25916"/>
                </a:lnTo>
                <a:lnTo>
                  <a:pt x="317" y="25739"/>
                </a:lnTo>
                <a:lnTo>
                  <a:pt x="317" y="25472"/>
                </a:lnTo>
                <a:lnTo>
                  <a:pt x="634" y="25472"/>
                </a:lnTo>
                <a:lnTo>
                  <a:pt x="634" y="25295"/>
                </a:lnTo>
                <a:lnTo>
                  <a:pt x="1110" y="25029"/>
                </a:lnTo>
                <a:lnTo>
                  <a:pt x="1110" y="24851"/>
                </a:lnTo>
                <a:lnTo>
                  <a:pt x="1428" y="24674"/>
                </a:lnTo>
                <a:lnTo>
                  <a:pt x="1428" y="24407"/>
                </a:lnTo>
                <a:lnTo>
                  <a:pt x="1904" y="24407"/>
                </a:lnTo>
                <a:lnTo>
                  <a:pt x="1904" y="24230"/>
                </a:lnTo>
                <a:lnTo>
                  <a:pt x="1904" y="24230"/>
                </a:lnTo>
                <a:lnTo>
                  <a:pt x="2221" y="23964"/>
                </a:lnTo>
                <a:lnTo>
                  <a:pt x="2221" y="23165"/>
                </a:lnTo>
                <a:lnTo>
                  <a:pt x="2697" y="23165"/>
                </a:lnTo>
                <a:lnTo>
                  <a:pt x="2697" y="22898"/>
                </a:lnTo>
                <a:lnTo>
                  <a:pt x="2697" y="22721"/>
                </a:lnTo>
                <a:lnTo>
                  <a:pt x="3015" y="22721"/>
                </a:lnTo>
                <a:lnTo>
                  <a:pt x="3015" y="22455"/>
                </a:lnTo>
                <a:lnTo>
                  <a:pt x="3015" y="22277"/>
                </a:lnTo>
                <a:lnTo>
                  <a:pt x="3332" y="22277"/>
                </a:lnTo>
                <a:lnTo>
                  <a:pt x="3332" y="22100"/>
                </a:lnTo>
                <a:lnTo>
                  <a:pt x="3332" y="21833"/>
                </a:lnTo>
                <a:lnTo>
                  <a:pt x="3808" y="21833"/>
                </a:lnTo>
                <a:lnTo>
                  <a:pt x="3808" y="21656"/>
                </a:lnTo>
                <a:lnTo>
                  <a:pt x="3808" y="21390"/>
                </a:lnTo>
                <a:lnTo>
                  <a:pt x="4125" y="21212"/>
                </a:lnTo>
                <a:lnTo>
                  <a:pt x="4125" y="20946"/>
                </a:lnTo>
                <a:lnTo>
                  <a:pt x="4125" y="20768"/>
                </a:lnTo>
                <a:lnTo>
                  <a:pt x="4601" y="20768"/>
                </a:lnTo>
                <a:lnTo>
                  <a:pt x="4601" y="20591"/>
                </a:lnTo>
                <a:lnTo>
                  <a:pt x="4601" y="20325"/>
                </a:lnTo>
                <a:lnTo>
                  <a:pt x="4601" y="20147"/>
                </a:lnTo>
                <a:lnTo>
                  <a:pt x="4601" y="19881"/>
                </a:lnTo>
                <a:lnTo>
                  <a:pt x="4601" y="19703"/>
                </a:lnTo>
                <a:lnTo>
                  <a:pt x="4919" y="19703"/>
                </a:lnTo>
                <a:lnTo>
                  <a:pt x="4919" y="19526"/>
                </a:lnTo>
                <a:lnTo>
                  <a:pt x="4919" y="19259"/>
                </a:lnTo>
                <a:lnTo>
                  <a:pt x="5236" y="19082"/>
                </a:lnTo>
                <a:lnTo>
                  <a:pt x="5236" y="18816"/>
                </a:lnTo>
                <a:lnTo>
                  <a:pt x="5236" y="18638"/>
                </a:lnTo>
                <a:lnTo>
                  <a:pt x="5712" y="18372"/>
                </a:lnTo>
                <a:lnTo>
                  <a:pt x="5712" y="18194"/>
                </a:lnTo>
                <a:lnTo>
                  <a:pt x="6030" y="18017"/>
                </a:lnTo>
                <a:lnTo>
                  <a:pt x="6030" y="17751"/>
                </a:lnTo>
                <a:lnTo>
                  <a:pt x="6030" y="17573"/>
                </a:lnTo>
                <a:lnTo>
                  <a:pt x="6506" y="17307"/>
                </a:lnTo>
                <a:lnTo>
                  <a:pt x="6506" y="17129"/>
                </a:lnTo>
                <a:lnTo>
                  <a:pt x="6506" y="16952"/>
                </a:lnTo>
                <a:lnTo>
                  <a:pt x="6506" y="16686"/>
                </a:lnTo>
                <a:lnTo>
                  <a:pt x="6506" y="16508"/>
                </a:lnTo>
                <a:lnTo>
                  <a:pt x="6506" y="16242"/>
                </a:lnTo>
                <a:lnTo>
                  <a:pt x="6823" y="16064"/>
                </a:lnTo>
                <a:lnTo>
                  <a:pt x="6823" y="15798"/>
                </a:lnTo>
                <a:lnTo>
                  <a:pt x="7140" y="15620"/>
                </a:lnTo>
                <a:lnTo>
                  <a:pt x="7140" y="15443"/>
                </a:lnTo>
                <a:lnTo>
                  <a:pt x="7140" y="15177"/>
                </a:lnTo>
                <a:lnTo>
                  <a:pt x="7140" y="14999"/>
                </a:lnTo>
                <a:lnTo>
                  <a:pt x="7616" y="14999"/>
                </a:lnTo>
                <a:lnTo>
                  <a:pt x="7616" y="14733"/>
                </a:lnTo>
                <a:lnTo>
                  <a:pt x="7616" y="14555"/>
                </a:lnTo>
                <a:lnTo>
                  <a:pt x="7616" y="14378"/>
                </a:lnTo>
                <a:lnTo>
                  <a:pt x="7934" y="14112"/>
                </a:lnTo>
                <a:lnTo>
                  <a:pt x="7934" y="13934"/>
                </a:lnTo>
                <a:lnTo>
                  <a:pt x="7934" y="13668"/>
                </a:lnTo>
                <a:lnTo>
                  <a:pt x="8410" y="13490"/>
                </a:lnTo>
                <a:lnTo>
                  <a:pt x="8410" y="13224"/>
                </a:lnTo>
                <a:lnTo>
                  <a:pt x="8410" y="13047"/>
                </a:lnTo>
                <a:lnTo>
                  <a:pt x="8727" y="12869"/>
                </a:lnTo>
                <a:lnTo>
                  <a:pt x="8727" y="12603"/>
                </a:lnTo>
                <a:lnTo>
                  <a:pt x="8727" y="12425"/>
                </a:lnTo>
                <a:lnTo>
                  <a:pt x="8727" y="12159"/>
                </a:lnTo>
                <a:lnTo>
                  <a:pt x="8727" y="11982"/>
                </a:lnTo>
                <a:lnTo>
                  <a:pt x="8727" y="11804"/>
                </a:lnTo>
                <a:lnTo>
                  <a:pt x="8727" y="11538"/>
                </a:lnTo>
                <a:lnTo>
                  <a:pt x="9203" y="11360"/>
                </a:lnTo>
                <a:lnTo>
                  <a:pt x="9203" y="11094"/>
                </a:lnTo>
                <a:lnTo>
                  <a:pt x="9203" y="10916"/>
                </a:lnTo>
                <a:lnTo>
                  <a:pt x="9203" y="10650"/>
                </a:lnTo>
                <a:lnTo>
                  <a:pt x="9521" y="10473"/>
                </a:lnTo>
                <a:lnTo>
                  <a:pt x="9521" y="10295"/>
                </a:lnTo>
                <a:lnTo>
                  <a:pt x="9838" y="10029"/>
                </a:lnTo>
                <a:lnTo>
                  <a:pt x="9838" y="9851"/>
                </a:lnTo>
                <a:lnTo>
                  <a:pt x="9838" y="9585"/>
                </a:lnTo>
                <a:lnTo>
                  <a:pt x="9838" y="9408"/>
                </a:lnTo>
                <a:lnTo>
                  <a:pt x="9838" y="9230"/>
                </a:lnTo>
                <a:lnTo>
                  <a:pt x="10314" y="9230"/>
                </a:lnTo>
                <a:lnTo>
                  <a:pt x="10314" y="8964"/>
                </a:lnTo>
                <a:lnTo>
                  <a:pt x="10314" y="8786"/>
                </a:lnTo>
                <a:lnTo>
                  <a:pt x="10314" y="8520"/>
                </a:lnTo>
                <a:lnTo>
                  <a:pt x="10631" y="8343"/>
                </a:lnTo>
                <a:lnTo>
                  <a:pt x="10631" y="8165"/>
                </a:lnTo>
                <a:lnTo>
                  <a:pt x="10631" y="7899"/>
                </a:lnTo>
                <a:lnTo>
                  <a:pt x="10631" y="7721"/>
                </a:lnTo>
                <a:lnTo>
                  <a:pt x="10631" y="7455"/>
                </a:lnTo>
                <a:lnTo>
                  <a:pt x="10631" y="7277"/>
                </a:lnTo>
                <a:lnTo>
                  <a:pt x="10631" y="7011"/>
                </a:lnTo>
                <a:lnTo>
                  <a:pt x="11108" y="6834"/>
                </a:lnTo>
                <a:lnTo>
                  <a:pt x="11108" y="6656"/>
                </a:lnTo>
                <a:lnTo>
                  <a:pt x="11108" y="6390"/>
                </a:lnTo>
                <a:lnTo>
                  <a:pt x="11108" y="6212"/>
                </a:lnTo>
                <a:lnTo>
                  <a:pt x="11425" y="5946"/>
                </a:lnTo>
                <a:lnTo>
                  <a:pt x="11425" y="5769"/>
                </a:lnTo>
                <a:lnTo>
                  <a:pt x="11425" y="5591"/>
                </a:lnTo>
                <a:lnTo>
                  <a:pt x="11425" y="5325"/>
                </a:lnTo>
                <a:lnTo>
                  <a:pt x="11742" y="5147"/>
                </a:lnTo>
                <a:lnTo>
                  <a:pt x="11742" y="4881"/>
                </a:lnTo>
                <a:lnTo>
                  <a:pt x="11742" y="4704"/>
                </a:lnTo>
                <a:lnTo>
                  <a:pt x="11742" y="4437"/>
                </a:lnTo>
                <a:lnTo>
                  <a:pt x="11742" y="4260"/>
                </a:lnTo>
                <a:lnTo>
                  <a:pt x="12218" y="4260"/>
                </a:lnTo>
                <a:lnTo>
                  <a:pt x="12218" y="4082"/>
                </a:lnTo>
                <a:lnTo>
                  <a:pt x="12218" y="3816"/>
                </a:lnTo>
                <a:lnTo>
                  <a:pt x="12218" y="3638"/>
                </a:lnTo>
                <a:lnTo>
                  <a:pt x="12536" y="3372"/>
                </a:lnTo>
                <a:lnTo>
                  <a:pt x="12536" y="3195"/>
                </a:lnTo>
                <a:lnTo>
                  <a:pt x="12536" y="3017"/>
                </a:lnTo>
                <a:lnTo>
                  <a:pt x="12536" y="2751"/>
                </a:lnTo>
                <a:lnTo>
                  <a:pt x="13012" y="2573"/>
                </a:lnTo>
                <a:lnTo>
                  <a:pt x="13012" y="2307"/>
                </a:lnTo>
                <a:lnTo>
                  <a:pt x="13012" y="2130"/>
                </a:lnTo>
                <a:lnTo>
                  <a:pt x="13012" y="1863"/>
                </a:lnTo>
                <a:lnTo>
                  <a:pt x="13012" y="1686"/>
                </a:lnTo>
                <a:lnTo>
                  <a:pt x="13012" y="1508"/>
                </a:lnTo>
                <a:lnTo>
                  <a:pt x="13012" y="1242"/>
                </a:lnTo>
                <a:lnTo>
                  <a:pt x="13012" y="798"/>
                </a:lnTo>
                <a:lnTo>
                  <a:pt x="13329" y="621"/>
                </a:lnTo>
                <a:lnTo>
                  <a:pt x="13329" y="443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177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621616" y="3117312"/>
            <a:ext cx="13805" cy="49969"/>
          </a:xfrm>
          <a:custGeom>
            <a:avLst/>
            <a:gdLst/>
            <a:ahLst/>
            <a:cxnLst/>
            <a:rect l="l" t="t" r="r" b="b"/>
            <a:pathLst>
              <a:path w="13805" h="49969">
                <a:moveTo>
                  <a:pt x="0" y="49969"/>
                </a:moveTo>
                <a:lnTo>
                  <a:pt x="476" y="49703"/>
                </a:lnTo>
                <a:lnTo>
                  <a:pt x="476" y="49525"/>
                </a:lnTo>
                <a:lnTo>
                  <a:pt x="476" y="49259"/>
                </a:lnTo>
                <a:lnTo>
                  <a:pt x="476" y="49081"/>
                </a:lnTo>
                <a:lnTo>
                  <a:pt x="793" y="48904"/>
                </a:lnTo>
                <a:lnTo>
                  <a:pt x="793" y="48638"/>
                </a:lnTo>
                <a:lnTo>
                  <a:pt x="793" y="48460"/>
                </a:lnTo>
                <a:lnTo>
                  <a:pt x="793" y="48194"/>
                </a:lnTo>
                <a:lnTo>
                  <a:pt x="793" y="48016"/>
                </a:lnTo>
                <a:lnTo>
                  <a:pt x="1110" y="47839"/>
                </a:lnTo>
                <a:lnTo>
                  <a:pt x="1110" y="47573"/>
                </a:lnTo>
                <a:lnTo>
                  <a:pt x="1110" y="47395"/>
                </a:lnTo>
                <a:lnTo>
                  <a:pt x="1110" y="47129"/>
                </a:lnTo>
                <a:lnTo>
                  <a:pt x="1586" y="46951"/>
                </a:lnTo>
                <a:lnTo>
                  <a:pt x="1586" y="46507"/>
                </a:lnTo>
                <a:lnTo>
                  <a:pt x="1586" y="46330"/>
                </a:lnTo>
                <a:lnTo>
                  <a:pt x="1586" y="46064"/>
                </a:lnTo>
                <a:lnTo>
                  <a:pt x="1586" y="45886"/>
                </a:lnTo>
                <a:lnTo>
                  <a:pt x="1586" y="45620"/>
                </a:lnTo>
                <a:lnTo>
                  <a:pt x="1586" y="45442"/>
                </a:lnTo>
                <a:lnTo>
                  <a:pt x="1586" y="44999"/>
                </a:lnTo>
                <a:lnTo>
                  <a:pt x="1904" y="44821"/>
                </a:lnTo>
                <a:lnTo>
                  <a:pt x="1904" y="44555"/>
                </a:lnTo>
                <a:lnTo>
                  <a:pt x="1904" y="44377"/>
                </a:lnTo>
                <a:lnTo>
                  <a:pt x="1904" y="44111"/>
                </a:lnTo>
                <a:lnTo>
                  <a:pt x="2380" y="43756"/>
                </a:lnTo>
                <a:lnTo>
                  <a:pt x="2380" y="43490"/>
                </a:lnTo>
                <a:lnTo>
                  <a:pt x="2380" y="43312"/>
                </a:lnTo>
                <a:lnTo>
                  <a:pt x="2380" y="43046"/>
                </a:lnTo>
                <a:lnTo>
                  <a:pt x="2697" y="42691"/>
                </a:lnTo>
                <a:lnTo>
                  <a:pt x="2697" y="42425"/>
                </a:lnTo>
                <a:lnTo>
                  <a:pt x="2697" y="42247"/>
                </a:lnTo>
                <a:lnTo>
                  <a:pt x="3015" y="41981"/>
                </a:lnTo>
                <a:lnTo>
                  <a:pt x="3015" y="41537"/>
                </a:lnTo>
                <a:lnTo>
                  <a:pt x="3015" y="41360"/>
                </a:lnTo>
                <a:lnTo>
                  <a:pt x="3015" y="41182"/>
                </a:lnTo>
                <a:lnTo>
                  <a:pt x="3491" y="40916"/>
                </a:lnTo>
                <a:lnTo>
                  <a:pt x="3491" y="40472"/>
                </a:lnTo>
                <a:lnTo>
                  <a:pt x="3491" y="40295"/>
                </a:lnTo>
                <a:lnTo>
                  <a:pt x="3491" y="40117"/>
                </a:lnTo>
                <a:lnTo>
                  <a:pt x="3808" y="39673"/>
                </a:lnTo>
                <a:lnTo>
                  <a:pt x="3808" y="39407"/>
                </a:lnTo>
                <a:lnTo>
                  <a:pt x="3808" y="39229"/>
                </a:lnTo>
                <a:lnTo>
                  <a:pt x="3808" y="38963"/>
                </a:lnTo>
                <a:lnTo>
                  <a:pt x="3808" y="38608"/>
                </a:lnTo>
                <a:lnTo>
                  <a:pt x="3808" y="38342"/>
                </a:lnTo>
                <a:lnTo>
                  <a:pt x="3808" y="38164"/>
                </a:lnTo>
                <a:lnTo>
                  <a:pt x="3808" y="37721"/>
                </a:lnTo>
                <a:lnTo>
                  <a:pt x="4284" y="37721"/>
                </a:lnTo>
                <a:lnTo>
                  <a:pt x="4284" y="37543"/>
                </a:lnTo>
                <a:lnTo>
                  <a:pt x="4284" y="37277"/>
                </a:lnTo>
                <a:lnTo>
                  <a:pt x="4284" y="36833"/>
                </a:lnTo>
                <a:lnTo>
                  <a:pt x="4284" y="36656"/>
                </a:lnTo>
                <a:lnTo>
                  <a:pt x="4601" y="36656"/>
                </a:lnTo>
                <a:lnTo>
                  <a:pt x="4601" y="36389"/>
                </a:lnTo>
                <a:lnTo>
                  <a:pt x="4601" y="36034"/>
                </a:lnTo>
                <a:lnTo>
                  <a:pt x="4601" y="35768"/>
                </a:lnTo>
                <a:lnTo>
                  <a:pt x="4601" y="35591"/>
                </a:lnTo>
                <a:lnTo>
                  <a:pt x="5077" y="35324"/>
                </a:lnTo>
                <a:lnTo>
                  <a:pt x="5077" y="35147"/>
                </a:lnTo>
                <a:lnTo>
                  <a:pt x="5077" y="34969"/>
                </a:lnTo>
                <a:lnTo>
                  <a:pt x="5077" y="34703"/>
                </a:lnTo>
                <a:lnTo>
                  <a:pt x="5077" y="34259"/>
                </a:lnTo>
                <a:lnTo>
                  <a:pt x="5395" y="34259"/>
                </a:lnTo>
                <a:lnTo>
                  <a:pt x="5395" y="34082"/>
                </a:lnTo>
                <a:lnTo>
                  <a:pt x="5395" y="33638"/>
                </a:lnTo>
                <a:lnTo>
                  <a:pt x="5395" y="33460"/>
                </a:lnTo>
                <a:lnTo>
                  <a:pt x="5712" y="33194"/>
                </a:lnTo>
                <a:lnTo>
                  <a:pt x="5712" y="33017"/>
                </a:lnTo>
                <a:lnTo>
                  <a:pt x="5712" y="32750"/>
                </a:lnTo>
                <a:lnTo>
                  <a:pt x="5712" y="32573"/>
                </a:lnTo>
                <a:lnTo>
                  <a:pt x="5712" y="32129"/>
                </a:lnTo>
                <a:lnTo>
                  <a:pt x="5712" y="31952"/>
                </a:lnTo>
                <a:lnTo>
                  <a:pt x="5712" y="31508"/>
                </a:lnTo>
                <a:lnTo>
                  <a:pt x="5712" y="31330"/>
                </a:lnTo>
                <a:lnTo>
                  <a:pt x="5712" y="31064"/>
                </a:lnTo>
                <a:lnTo>
                  <a:pt x="6188" y="30620"/>
                </a:lnTo>
                <a:lnTo>
                  <a:pt x="6188" y="30176"/>
                </a:lnTo>
                <a:lnTo>
                  <a:pt x="6188" y="29999"/>
                </a:lnTo>
                <a:lnTo>
                  <a:pt x="6188" y="29821"/>
                </a:lnTo>
                <a:lnTo>
                  <a:pt x="6506" y="29555"/>
                </a:lnTo>
                <a:lnTo>
                  <a:pt x="6506" y="29378"/>
                </a:lnTo>
                <a:lnTo>
                  <a:pt x="6506" y="29111"/>
                </a:lnTo>
                <a:lnTo>
                  <a:pt x="6506" y="28756"/>
                </a:lnTo>
                <a:lnTo>
                  <a:pt x="6982" y="28490"/>
                </a:lnTo>
                <a:lnTo>
                  <a:pt x="6982" y="28313"/>
                </a:lnTo>
                <a:lnTo>
                  <a:pt x="6982" y="28046"/>
                </a:lnTo>
                <a:lnTo>
                  <a:pt x="6982" y="27869"/>
                </a:lnTo>
                <a:lnTo>
                  <a:pt x="6982" y="27425"/>
                </a:lnTo>
                <a:lnTo>
                  <a:pt x="7299" y="27247"/>
                </a:lnTo>
                <a:lnTo>
                  <a:pt x="7299" y="26804"/>
                </a:lnTo>
                <a:lnTo>
                  <a:pt x="7299" y="26537"/>
                </a:lnTo>
                <a:lnTo>
                  <a:pt x="7299" y="26182"/>
                </a:lnTo>
                <a:lnTo>
                  <a:pt x="7616" y="25916"/>
                </a:lnTo>
                <a:lnTo>
                  <a:pt x="7616" y="25739"/>
                </a:lnTo>
                <a:lnTo>
                  <a:pt x="7616" y="25472"/>
                </a:lnTo>
                <a:lnTo>
                  <a:pt x="7616" y="25295"/>
                </a:lnTo>
                <a:lnTo>
                  <a:pt x="7616" y="24851"/>
                </a:lnTo>
                <a:lnTo>
                  <a:pt x="7616" y="24407"/>
                </a:lnTo>
                <a:lnTo>
                  <a:pt x="7616" y="24230"/>
                </a:lnTo>
                <a:lnTo>
                  <a:pt x="7616" y="23786"/>
                </a:lnTo>
                <a:lnTo>
                  <a:pt x="8093" y="23608"/>
                </a:lnTo>
                <a:lnTo>
                  <a:pt x="8093" y="23165"/>
                </a:lnTo>
                <a:lnTo>
                  <a:pt x="8093" y="22898"/>
                </a:lnTo>
                <a:lnTo>
                  <a:pt x="8093" y="22455"/>
                </a:lnTo>
                <a:lnTo>
                  <a:pt x="8410" y="22455"/>
                </a:lnTo>
                <a:lnTo>
                  <a:pt x="8410" y="22100"/>
                </a:lnTo>
                <a:lnTo>
                  <a:pt x="8410" y="21833"/>
                </a:lnTo>
                <a:lnTo>
                  <a:pt x="8410" y="21390"/>
                </a:lnTo>
                <a:lnTo>
                  <a:pt x="8410" y="21212"/>
                </a:lnTo>
                <a:lnTo>
                  <a:pt x="8886" y="21035"/>
                </a:lnTo>
                <a:lnTo>
                  <a:pt x="8886" y="20768"/>
                </a:lnTo>
                <a:lnTo>
                  <a:pt x="8886" y="20591"/>
                </a:lnTo>
                <a:lnTo>
                  <a:pt x="8886" y="20147"/>
                </a:lnTo>
                <a:lnTo>
                  <a:pt x="9203" y="19703"/>
                </a:lnTo>
                <a:lnTo>
                  <a:pt x="9203" y="19526"/>
                </a:lnTo>
                <a:lnTo>
                  <a:pt x="9203" y="19082"/>
                </a:lnTo>
                <a:lnTo>
                  <a:pt x="9203" y="18816"/>
                </a:lnTo>
                <a:lnTo>
                  <a:pt x="9521" y="18638"/>
                </a:lnTo>
                <a:lnTo>
                  <a:pt x="9521" y="18461"/>
                </a:lnTo>
                <a:lnTo>
                  <a:pt x="9521" y="18017"/>
                </a:lnTo>
                <a:lnTo>
                  <a:pt x="9521" y="17751"/>
                </a:lnTo>
                <a:lnTo>
                  <a:pt x="9521" y="17573"/>
                </a:lnTo>
                <a:lnTo>
                  <a:pt x="9997" y="17307"/>
                </a:lnTo>
                <a:lnTo>
                  <a:pt x="9997" y="16952"/>
                </a:lnTo>
                <a:lnTo>
                  <a:pt x="9997" y="16686"/>
                </a:lnTo>
                <a:lnTo>
                  <a:pt x="9997" y="16508"/>
                </a:lnTo>
                <a:lnTo>
                  <a:pt x="9997" y="16064"/>
                </a:lnTo>
                <a:lnTo>
                  <a:pt x="9997" y="15887"/>
                </a:lnTo>
                <a:lnTo>
                  <a:pt x="9997" y="15443"/>
                </a:lnTo>
                <a:lnTo>
                  <a:pt x="9997" y="14999"/>
                </a:lnTo>
                <a:lnTo>
                  <a:pt x="9997" y="14733"/>
                </a:lnTo>
                <a:lnTo>
                  <a:pt x="10314" y="14378"/>
                </a:lnTo>
                <a:lnTo>
                  <a:pt x="10314" y="14112"/>
                </a:lnTo>
                <a:lnTo>
                  <a:pt x="10314" y="13934"/>
                </a:lnTo>
                <a:lnTo>
                  <a:pt x="10314" y="13668"/>
                </a:lnTo>
                <a:lnTo>
                  <a:pt x="10790" y="13313"/>
                </a:lnTo>
                <a:lnTo>
                  <a:pt x="10790" y="13047"/>
                </a:lnTo>
                <a:lnTo>
                  <a:pt x="10790" y="12869"/>
                </a:lnTo>
                <a:lnTo>
                  <a:pt x="10790" y="12425"/>
                </a:lnTo>
                <a:lnTo>
                  <a:pt x="10790" y="12248"/>
                </a:lnTo>
                <a:lnTo>
                  <a:pt x="11108" y="11804"/>
                </a:lnTo>
                <a:lnTo>
                  <a:pt x="11108" y="11360"/>
                </a:lnTo>
                <a:lnTo>
                  <a:pt x="11108" y="11094"/>
                </a:lnTo>
                <a:lnTo>
                  <a:pt x="11108" y="10739"/>
                </a:lnTo>
                <a:lnTo>
                  <a:pt x="11584" y="10473"/>
                </a:lnTo>
                <a:lnTo>
                  <a:pt x="11584" y="10295"/>
                </a:lnTo>
                <a:lnTo>
                  <a:pt x="11584" y="9851"/>
                </a:lnTo>
                <a:lnTo>
                  <a:pt x="11584" y="9674"/>
                </a:lnTo>
                <a:lnTo>
                  <a:pt x="11584" y="9408"/>
                </a:lnTo>
                <a:lnTo>
                  <a:pt x="11901" y="8964"/>
                </a:lnTo>
                <a:lnTo>
                  <a:pt x="11901" y="8786"/>
                </a:lnTo>
                <a:lnTo>
                  <a:pt x="11901" y="8343"/>
                </a:lnTo>
                <a:lnTo>
                  <a:pt x="11901" y="8165"/>
                </a:lnTo>
                <a:lnTo>
                  <a:pt x="11901" y="7899"/>
                </a:lnTo>
                <a:lnTo>
                  <a:pt x="11901" y="7455"/>
                </a:lnTo>
                <a:lnTo>
                  <a:pt x="11901" y="7277"/>
                </a:lnTo>
                <a:lnTo>
                  <a:pt x="11901" y="7100"/>
                </a:lnTo>
                <a:lnTo>
                  <a:pt x="11901" y="6834"/>
                </a:lnTo>
                <a:lnTo>
                  <a:pt x="12218" y="6390"/>
                </a:lnTo>
                <a:lnTo>
                  <a:pt x="12218" y="5946"/>
                </a:lnTo>
                <a:lnTo>
                  <a:pt x="12218" y="5769"/>
                </a:lnTo>
                <a:lnTo>
                  <a:pt x="12218" y="5591"/>
                </a:lnTo>
                <a:lnTo>
                  <a:pt x="12218" y="5325"/>
                </a:lnTo>
                <a:lnTo>
                  <a:pt x="12694" y="4881"/>
                </a:lnTo>
                <a:lnTo>
                  <a:pt x="12694" y="4704"/>
                </a:lnTo>
                <a:lnTo>
                  <a:pt x="12694" y="4526"/>
                </a:lnTo>
                <a:lnTo>
                  <a:pt x="12694" y="4082"/>
                </a:lnTo>
                <a:lnTo>
                  <a:pt x="12694" y="3638"/>
                </a:lnTo>
                <a:lnTo>
                  <a:pt x="13012" y="3372"/>
                </a:lnTo>
                <a:lnTo>
                  <a:pt x="13012" y="3195"/>
                </a:lnTo>
                <a:lnTo>
                  <a:pt x="13012" y="2751"/>
                </a:lnTo>
                <a:lnTo>
                  <a:pt x="13012" y="2573"/>
                </a:lnTo>
                <a:lnTo>
                  <a:pt x="13012" y="2307"/>
                </a:lnTo>
                <a:lnTo>
                  <a:pt x="13488" y="1952"/>
                </a:lnTo>
                <a:lnTo>
                  <a:pt x="13488" y="1686"/>
                </a:lnTo>
                <a:lnTo>
                  <a:pt x="13488" y="1242"/>
                </a:lnTo>
                <a:lnTo>
                  <a:pt x="13488" y="1065"/>
                </a:lnTo>
                <a:lnTo>
                  <a:pt x="13805" y="798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89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2635422" y="3047816"/>
            <a:ext cx="13488" cy="69495"/>
          </a:xfrm>
          <a:custGeom>
            <a:avLst/>
            <a:gdLst/>
            <a:ahLst/>
            <a:cxnLst/>
            <a:rect l="l" t="t" r="r" b="b"/>
            <a:pathLst>
              <a:path w="13488" h="69495">
                <a:moveTo>
                  <a:pt x="0" y="69495"/>
                </a:moveTo>
                <a:lnTo>
                  <a:pt x="0" y="69051"/>
                </a:lnTo>
                <a:lnTo>
                  <a:pt x="317" y="68608"/>
                </a:lnTo>
                <a:lnTo>
                  <a:pt x="317" y="68430"/>
                </a:lnTo>
                <a:lnTo>
                  <a:pt x="317" y="68164"/>
                </a:lnTo>
                <a:lnTo>
                  <a:pt x="317" y="67720"/>
                </a:lnTo>
                <a:lnTo>
                  <a:pt x="317" y="67543"/>
                </a:lnTo>
                <a:lnTo>
                  <a:pt x="317" y="67099"/>
                </a:lnTo>
                <a:lnTo>
                  <a:pt x="317" y="66921"/>
                </a:lnTo>
                <a:lnTo>
                  <a:pt x="317" y="66477"/>
                </a:lnTo>
                <a:lnTo>
                  <a:pt x="317" y="66300"/>
                </a:lnTo>
                <a:lnTo>
                  <a:pt x="317" y="65856"/>
                </a:lnTo>
                <a:lnTo>
                  <a:pt x="793" y="65590"/>
                </a:lnTo>
                <a:lnTo>
                  <a:pt x="793" y="65412"/>
                </a:lnTo>
                <a:lnTo>
                  <a:pt x="793" y="64969"/>
                </a:lnTo>
                <a:lnTo>
                  <a:pt x="793" y="64791"/>
                </a:lnTo>
                <a:lnTo>
                  <a:pt x="1110" y="64347"/>
                </a:lnTo>
                <a:lnTo>
                  <a:pt x="1110" y="64081"/>
                </a:lnTo>
                <a:lnTo>
                  <a:pt x="1110" y="63726"/>
                </a:lnTo>
                <a:lnTo>
                  <a:pt x="1110" y="63460"/>
                </a:lnTo>
                <a:lnTo>
                  <a:pt x="1110" y="63282"/>
                </a:lnTo>
                <a:lnTo>
                  <a:pt x="1586" y="62838"/>
                </a:lnTo>
                <a:lnTo>
                  <a:pt x="1586" y="62395"/>
                </a:lnTo>
                <a:lnTo>
                  <a:pt x="1586" y="62217"/>
                </a:lnTo>
                <a:lnTo>
                  <a:pt x="1586" y="61951"/>
                </a:lnTo>
                <a:lnTo>
                  <a:pt x="1586" y="61507"/>
                </a:lnTo>
                <a:lnTo>
                  <a:pt x="1904" y="61152"/>
                </a:lnTo>
                <a:lnTo>
                  <a:pt x="1904" y="60886"/>
                </a:lnTo>
                <a:lnTo>
                  <a:pt x="1904" y="60708"/>
                </a:lnTo>
                <a:lnTo>
                  <a:pt x="1904" y="60265"/>
                </a:lnTo>
                <a:lnTo>
                  <a:pt x="1904" y="59998"/>
                </a:lnTo>
                <a:lnTo>
                  <a:pt x="2380" y="59643"/>
                </a:lnTo>
                <a:lnTo>
                  <a:pt x="2380" y="59377"/>
                </a:lnTo>
                <a:lnTo>
                  <a:pt x="2380" y="58933"/>
                </a:lnTo>
                <a:lnTo>
                  <a:pt x="2380" y="58756"/>
                </a:lnTo>
                <a:lnTo>
                  <a:pt x="2380" y="58312"/>
                </a:lnTo>
                <a:lnTo>
                  <a:pt x="2380" y="57868"/>
                </a:lnTo>
                <a:lnTo>
                  <a:pt x="2380" y="57691"/>
                </a:lnTo>
                <a:lnTo>
                  <a:pt x="2380" y="57513"/>
                </a:lnTo>
                <a:lnTo>
                  <a:pt x="2380" y="57069"/>
                </a:lnTo>
                <a:lnTo>
                  <a:pt x="2697" y="56626"/>
                </a:lnTo>
                <a:lnTo>
                  <a:pt x="2697" y="56359"/>
                </a:lnTo>
                <a:lnTo>
                  <a:pt x="2697" y="56182"/>
                </a:lnTo>
                <a:lnTo>
                  <a:pt x="2697" y="55738"/>
                </a:lnTo>
                <a:lnTo>
                  <a:pt x="2697" y="55294"/>
                </a:lnTo>
                <a:lnTo>
                  <a:pt x="3015" y="55117"/>
                </a:lnTo>
                <a:lnTo>
                  <a:pt x="3015" y="54939"/>
                </a:lnTo>
                <a:lnTo>
                  <a:pt x="3015" y="54495"/>
                </a:lnTo>
                <a:lnTo>
                  <a:pt x="3015" y="54052"/>
                </a:lnTo>
                <a:lnTo>
                  <a:pt x="3015" y="53785"/>
                </a:lnTo>
                <a:lnTo>
                  <a:pt x="3491" y="53430"/>
                </a:lnTo>
                <a:lnTo>
                  <a:pt x="3491" y="53164"/>
                </a:lnTo>
                <a:lnTo>
                  <a:pt x="3491" y="52987"/>
                </a:lnTo>
                <a:lnTo>
                  <a:pt x="3491" y="52543"/>
                </a:lnTo>
                <a:lnTo>
                  <a:pt x="3808" y="52099"/>
                </a:lnTo>
                <a:lnTo>
                  <a:pt x="3808" y="51655"/>
                </a:lnTo>
                <a:lnTo>
                  <a:pt x="3808" y="51478"/>
                </a:lnTo>
                <a:lnTo>
                  <a:pt x="3808" y="51211"/>
                </a:lnTo>
                <a:lnTo>
                  <a:pt x="3808" y="50856"/>
                </a:lnTo>
                <a:lnTo>
                  <a:pt x="4284" y="50590"/>
                </a:lnTo>
                <a:lnTo>
                  <a:pt x="4284" y="50146"/>
                </a:lnTo>
                <a:lnTo>
                  <a:pt x="4284" y="49791"/>
                </a:lnTo>
                <a:lnTo>
                  <a:pt x="4284" y="49348"/>
                </a:lnTo>
                <a:lnTo>
                  <a:pt x="4601" y="48904"/>
                </a:lnTo>
                <a:lnTo>
                  <a:pt x="4601" y="48460"/>
                </a:lnTo>
                <a:lnTo>
                  <a:pt x="4601" y="48283"/>
                </a:lnTo>
                <a:lnTo>
                  <a:pt x="4601" y="47839"/>
                </a:lnTo>
                <a:lnTo>
                  <a:pt x="4601" y="47395"/>
                </a:lnTo>
                <a:lnTo>
                  <a:pt x="4601" y="47217"/>
                </a:lnTo>
                <a:lnTo>
                  <a:pt x="4601" y="46951"/>
                </a:lnTo>
                <a:lnTo>
                  <a:pt x="4601" y="46507"/>
                </a:lnTo>
                <a:lnTo>
                  <a:pt x="4601" y="46064"/>
                </a:lnTo>
                <a:lnTo>
                  <a:pt x="4919" y="45886"/>
                </a:lnTo>
                <a:lnTo>
                  <a:pt x="4919" y="45442"/>
                </a:lnTo>
                <a:lnTo>
                  <a:pt x="4919" y="44999"/>
                </a:lnTo>
                <a:lnTo>
                  <a:pt x="4919" y="44821"/>
                </a:lnTo>
                <a:lnTo>
                  <a:pt x="4919" y="44644"/>
                </a:lnTo>
                <a:lnTo>
                  <a:pt x="5395" y="44200"/>
                </a:lnTo>
                <a:lnTo>
                  <a:pt x="5395" y="43756"/>
                </a:lnTo>
                <a:lnTo>
                  <a:pt x="5395" y="43490"/>
                </a:lnTo>
                <a:lnTo>
                  <a:pt x="5395" y="43135"/>
                </a:lnTo>
                <a:lnTo>
                  <a:pt x="5395" y="42691"/>
                </a:lnTo>
                <a:lnTo>
                  <a:pt x="5712" y="42247"/>
                </a:lnTo>
                <a:lnTo>
                  <a:pt x="5712" y="42070"/>
                </a:lnTo>
                <a:lnTo>
                  <a:pt x="5712" y="41803"/>
                </a:lnTo>
                <a:lnTo>
                  <a:pt x="5712" y="41360"/>
                </a:lnTo>
                <a:lnTo>
                  <a:pt x="5712" y="41182"/>
                </a:lnTo>
                <a:lnTo>
                  <a:pt x="6188" y="40738"/>
                </a:lnTo>
                <a:lnTo>
                  <a:pt x="6188" y="40295"/>
                </a:lnTo>
                <a:lnTo>
                  <a:pt x="6188" y="39851"/>
                </a:lnTo>
                <a:lnTo>
                  <a:pt x="6188" y="39673"/>
                </a:lnTo>
                <a:lnTo>
                  <a:pt x="6506" y="39229"/>
                </a:lnTo>
                <a:lnTo>
                  <a:pt x="6506" y="38786"/>
                </a:lnTo>
                <a:lnTo>
                  <a:pt x="6506" y="38608"/>
                </a:lnTo>
                <a:lnTo>
                  <a:pt x="6506" y="38342"/>
                </a:lnTo>
                <a:lnTo>
                  <a:pt x="6506" y="37987"/>
                </a:lnTo>
                <a:lnTo>
                  <a:pt x="6506" y="37543"/>
                </a:lnTo>
                <a:lnTo>
                  <a:pt x="6506" y="37277"/>
                </a:lnTo>
                <a:lnTo>
                  <a:pt x="6506" y="36922"/>
                </a:lnTo>
                <a:lnTo>
                  <a:pt x="6506" y="36478"/>
                </a:lnTo>
                <a:lnTo>
                  <a:pt x="6506" y="36212"/>
                </a:lnTo>
                <a:lnTo>
                  <a:pt x="6982" y="35857"/>
                </a:lnTo>
                <a:lnTo>
                  <a:pt x="6982" y="35413"/>
                </a:lnTo>
                <a:lnTo>
                  <a:pt x="6982" y="35147"/>
                </a:lnTo>
                <a:lnTo>
                  <a:pt x="6982" y="34703"/>
                </a:lnTo>
                <a:lnTo>
                  <a:pt x="6982" y="34348"/>
                </a:lnTo>
                <a:lnTo>
                  <a:pt x="7299" y="34082"/>
                </a:lnTo>
                <a:lnTo>
                  <a:pt x="7299" y="33638"/>
                </a:lnTo>
                <a:lnTo>
                  <a:pt x="7299" y="33283"/>
                </a:lnTo>
                <a:lnTo>
                  <a:pt x="7299" y="33017"/>
                </a:lnTo>
                <a:lnTo>
                  <a:pt x="7616" y="32839"/>
                </a:lnTo>
                <a:lnTo>
                  <a:pt x="7616" y="32395"/>
                </a:lnTo>
                <a:lnTo>
                  <a:pt x="7616" y="31952"/>
                </a:lnTo>
                <a:lnTo>
                  <a:pt x="7616" y="31774"/>
                </a:lnTo>
                <a:lnTo>
                  <a:pt x="7616" y="31330"/>
                </a:lnTo>
                <a:lnTo>
                  <a:pt x="8093" y="30886"/>
                </a:lnTo>
                <a:lnTo>
                  <a:pt x="8093" y="30443"/>
                </a:lnTo>
                <a:lnTo>
                  <a:pt x="8093" y="30265"/>
                </a:lnTo>
                <a:lnTo>
                  <a:pt x="8093" y="29821"/>
                </a:lnTo>
                <a:lnTo>
                  <a:pt x="8093" y="29378"/>
                </a:lnTo>
                <a:lnTo>
                  <a:pt x="8410" y="29200"/>
                </a:lnTo>
                <a:lnTo>
                  <a:pt x="8410" y="28756"/>
                </a:lnTo>
                <a:lnTo>
                  <a:pt x="8410" y="28313"/>
                </a:lnTo>
                <a:lnTo>
                  <a:pt x="8410" y="28135"/>
                </a:lnTo>
                <a:lnTo>
                  <a:pt x="8410" y="27691"/>
                </a:lnTo>
                <a:lnTo>
                  <a:pt x="8886" y="27247"/>
                </a:lnTo>
                <a:lnTo>
                  <a:pt x="8886" y="26981"/>
                </a:lnTo>
                <a:lnTo>
                  <a:pt x="8886" y="26626"/>
                </a:lnTo>
                <a:lnTo>
                  <a:pt x="8886" y="26182"/>
                </a:lnTo>
                <a:lnTo>
                  <a:pt x="8886" y="25739"/>
                </a:lnTo>
                <a:lnTo>
                  <a:pt x="8886" y="25561"/>
                </a:lnTo>
                <a:lnTo>
                  <a:pt x="8886" y="25117"/>
                </a:lnTo>
                <a:lnTo>
                  <a:pt x="8886" y="24674"/>
                </a:lnTo>
                <a:lnTo>
                  <a:pt x="8886" y="24407"/>
                </a:lnTo>
                <a:lnTo>
                  <a:pt x="9203" y="24052"/>
                </a:lnTo>
                <a:lnTo>
                  <a:pt x="9203" y="23608"/>
                </a:lnTo>
                <a:lnTo>
                  <a:pt x="9203" y="23342"/>
                </a:lnTo>
                <a:lnTo>
                  <a:pt x="9203" y="22987"/>
                </a:lnTo>
                <a:lnTo>
                  <a:pt x="9203" y="22543"/>
                </a:lnTo>
                <a:lnTo>
                  <a:pt x="9521" y="22277"/>
                </a:lnTo>
                <a:lnTo>
                  <a:pt x="9521" y="21833"/>
                </a:lnTo>
                <a:lnTo>
                  <a:pt x="9521" y="21478"/>
                </a:lnTo>
                <a:lnTo>
                  <a:pt x="9521" y="21035"/>
                </a:lnTo>
                <a:lnTo>
                  <a:pt x="9521" y="20768"/>
                </a:lnTo>
                <a:lnTo>
                  <a:pt x="9997" y="20413"/>
                </a:lnTo>
                <a:lnTo>
                  <a:pt x="9997" y="19970"/>
                </a:lnTo>
                <a:lnTo>
                  <a:pt x="9997" y="19703"/>
                </a:lnTo>
                <a:lnTo>
                  <a:pt x="9997" y="19259"/>
                </a:lnTo>
                <a:lnTo>
                  <a:pt x="10314" y="18904"/>
                </a:lnTo>
                <a:lnTo>
                  <a:pt x="10314" y="18638"/>
                </a:lnTo>
                <a:lnTo>
                  <a:pt x="10314" y="18194"/>
                </a:lnTo>
                <a:lnTo>
                  <a:pt x="10314" y="17839"/>
                </a:lnTo>
                <a:lnTo>
                  <a:pt x="10314" y="17573"/>
                </a:lnTo>
                <a:lnTo>
                  <a:pt x="10790" y="17129"/>
                </a:lnTo>
                <a:lnTo>
                  <a:pt x="10790" y="16686"/>
                </a:lnTo>
                <a:lnTo>
                  <a:pt x="10790" y="16331"/>
                </a:lnTo>
                <a:lnTo>
                  <a:pt x="10790" y="15887"/>
                </a:lnTo>
                <a:lnTo>
                  <a:pt x="10790" y="15443"/>
                </a:lnTo>
                <a:lnTo>
                  <a:pt x="10790" y="15265"/>
                </a:lnTo>
                <a:lnTo>
                  <a:pt x="10790" y="14822"/>
                </a:lnTo>
                <a:lnTo>
                  <a:pt x="10790" y="14378"/>
                </a:lnTo>
                <a:lnTo>
                  <a:pt x="10790" y="13934"/>
                </a:lnTo>
                <a:lnTo>
                  <a:pt x="10790" y="13757"/>
                </a:lnTo>
                <a:lnTo>
                  <a:pt x="11108" y="13313"/>
                </a:lnTo>
                <a:lnTo>
                  <a:pt x="11108" y="12869"/>
                </a:lnTo>
                <a:lnTo>
                  <a:pt x="11108" y="12692"/>
                </a:lnTo>
                <a:lnTo>
                  <a:pt x="11108" y="12248"/>
                </a:lnTo>
                <a:lnTo>
                  <a:pt x="11425" y="11804"/>
                </a:lnTo>
                <a:lnTo>
                  <a:pt x="11425" y="11626"/>
                </a:lnTo>
                <a:lnTo>
                  <a:pt x="11425" y="11183"/>
                </a:lnTo>
                <a:lnTo>
                  <a:pt x="11425" y="10739"/>
                </a:lnTo>
                <a:lnTo>
                  <a:pt x="11425" y="10295"/>
                </a:lnTo>
                <a:lnTo>
                  <a:pt x="11901" y="9851"/>
                </a:lnTo>
                <a:lnTo>
                  <a:pt x="11901" y="9408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343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277"/>
                </a:lnTo>
                <a:lnTo>
                  <a:pt x="12218" y="6834"/>
                </a:lnTo>
                <a:lnTo>
                  <a:pt x="12218" y="6656"/>
                </a:lnTo>
                <a:lnTo>
                  <a:pt x="12694" y="6212"/>
                </a:lnTo>
                <a:lnTo>
                  <a:pt x="12694" y="5769"/>
                </a:lnTo>
                <a:lnTo>
                  <a:pt x="12694" y="5325"/>
                </a:lnTo>
                <a:lnTo>
                  <a:pt x="12694" y="4970"/>
                </a:lnTo>
                <a:lnTo>
                  <a:pt x="12694" y="4526"/>
                </a:lnTo>
                <a:lnTo>
                  <a:pt x="12694" y="4260"/>
                </a:lnTo>
                <a:lnTo>
                  <a:pt x="12694" y="3905"/>
                </a:lnTo>
                <a:lnTo>
                  <a:pt x="12694" y="3461"/>
                </a:lnTo>
                <a:lnTo>
                  <a:pt x="12694" y="3195"/>
                </a:lnTo>
                <a:lnTo>
                  <a:pt x="13012" y="2751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508"/>
                </a:lnTo>
                <a:lnTo>
                  <a:pt x="13012" y="1065"/>
                </a:lnTo>
                <a:lnTo>
                  <a:pt x="13488" y="887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92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2648910" y="2965717"/>
            <a:ext cx="13805" cy="82098"/>
          </a:xfrm>
          <a:custGeom>
            <a:avLst/>
            <a:gdLst/>
            <a:ahLst/>
            <a:cxnLst/>
            <a:rect l="l" t="t" r="r" b="b"/>
            <a:pathLst>
              <a:path w="13805" h="82098">
                <a:moveTo>
                  <a:pt x="0" y="82098"/>
                </a:moveTo>
                <a:lnTo>
                  <a:pt x="0" y="81921"/>
                </a:lnTo>
                <a:lnTo>
                  <a:pt x="0" y="81211"/>
                </a:lnTo>
                <a:lnTo>
                  <a:pt x="317" y="80856"/>
                </a:lnTo>
                <a:lnTo>
                  <a:pt x="317" y="80590"/>
                </a:lnTo>
                <a:lnTo>
                  <a:pt x="317" y="80146"/>
                </a:lnTo>
                <a:lnTo>
                  <a:pt x="317" y="79702"/>
                </a:lnTo>
                <a:lnTo>
                  <a:pt x="634" y="79525"/>
                </a:lnTo>
                <a:lnTo>
                  <a:pt x="634" y="79081"/>
                </a:lnTo>
                <a:lnTo>
                  <a:pt x="634" y="78459"/>
                </a:lnTo>
                <a:lnTo>
                  <a:pt x="634" y="78282"/>
                </a:lnTo>
                <a:lnTo>
                  <a:pt x="634" y="77838"/>
                </a:lnTo>
                <a:lnTo>
                  <a:pt x="1110" y="77394"/>
                </a:lnTo>
                <a:lnTo>
                  <a:pt x="1110" y="77128"/>
                </a:lnTo>
                <a:lnTo>
                  <a:pt x="1110" y="76773"/>
                </a:lnTo>
                <a:lnTo>
                  <a:pt x="1110" y="76329"/>
                </a:lnTo>
                <a:lnTo>
                  <a:pt x="1110" y="75886"/>
                </a:lnTo>
                <a:lnTo>
                  <a:pt x="1428" y="75442"/>
                </a:lnTo>
                <a:lnTo>
                  <a:pt x="1428" y="74998"/>
                </a:lnTo>
                <a:lnTo>
                  <a:pt x="1428" y="74820"/>
                </a:lnTo>
                <a:lnTo>
                  <a:pt x="1428" y="74377"/>
                </a:lnTo>
                <a:lnTo>
                  <a:pt x="1428" y="73933"/>
                </a:lnTo>
                <a:lnTo>
                  <a:pt x="1428" y="73489"/>
                </a:lnTo>
                <a:lnTo>
                  <a:pt x="1428" y="73134"/>
                </a:lnTo>
                <a:lnTo>
                  <a:pt x="1428" y="72690"/>
                </a:lnTo>
                <a:lnTo>
                  <a:pt x="1428" y="72424"/>
                </a:lnTo>
                <a:lnTo>
                  <a:pt x="1904" y="72069"/>
                </a:lnTo>
                <a:lnTo>
                  <a:pt x="1904" y="71625"/>
                </a:lnTo>
                <a:lnTo>
                  <a:pt x="1904" y="71182"/>
                </a:lnTo>
                <a:lnTo>
                  <a:pt x="1904" y="70738"/>
                </a:lnTo>
                <a:lnTo>
                  <a:pt x="1904" y="70294"/>
                </a:lnTo>
                <a:lnTo>
                  <a:pt x="2221" y="70116"/>
                </a:lnTo>
                <a:lnTo>
                  <a:pt x="2221" y="69673"/>
                </a:lnTo>
                <a:lnTo>
                  <a:pt x="2221" y="69051"/>
                </a:lnTo>
                <a:lnTo>
                  <a:pt x="2221" y="68785"/>
                </a:lnTo>
                <a:lnTo>
                  <a:pt x="2221" y="68341"/>
                </a:lnTo>
                <a:lnTo>
                  <a:pt x="2538" y="67986"/>
                </a:lnTo>
                <a:lnTo>
                  <a:pt x="2538" y="67720"/>
                </a:lnTo>
                <a:lnTo>
                  <a:pt x="2538" y="67099"/>
                </a:lnTo>
                <a:lnTo>
                  <a:pt x="2538" y="66655"/>
                </a:lnTo>
                <a:lnTo>
                  <a:pt x="2538" y="66477"/>
                </a:lnTo>
                <a:lnTo>
                  <a:pt x="3015" y="66034"/>
                </a:lnTo>
                <a:lnTo>
                  <a:pt x="3015" y="65590"/>
                </a:lnTo>
                <a:lnTo>
                  <a:pt x="3015" y="65146"/>
                </a:lnTo>
                <a:lnTo>
                  <a:pt x="3015" y="64702"/>
                </a:lnTo>
                <a:lnTo>
                  <a:pt x="3332" y="64347"/>
                </a:lnTo>
                <a:lnTo>
                  <a:pt x="3332" y="64081"/>
                </a:lnTo>
                <a:lnTo>
                  <a:pt x="3332" y="63637"/>
                </a:lnTo>
                <a:lnTo>
                  <a:pt x="3332" y="63016"/>
                </a:lnTo>
                <a:lnTo>
                  <a:pt x="3332" y="62838"/>
                </a:lnTo>
                <a:lnTo>
                  <a:pt x="3332" y="62395"/>
                </a:lnTo>
                <a:lnTo>
                  <a:pt x="3332" y="61951"/>
                </a:lnTo>
                <a:lnTo>
                  <a:pt x="3332" y="61773"/>
                </a:lnTo>
                <a:lnTo>
                  <a:pt x="3332" y="61063"/>
                </a:lnTo>
                <a:lnTo>
                  <a:pt x="3332" y="60620"/>
                </a:lnTo>
                <a:lnTo>
                  <a:pt x="3808" y="60442"/>
                </a:lnTo>
                <a:lnTo>
                  <a:pt x="3808" y="59998"/>
                </a:lnTo>
                <a:lnTo>
                  <a:pt x="3808" y="59555"/>
                </a:lnTo>
                <a:lnTo>
                  <a:pt x="3808" y="59200"/>
                </a:lnTo>
                <a:lnTo>
                  <a:pt x="3808" y="58756"/>
                </a:lnTo>
                <a:lnTo>
                  <a:pt x="4125" y="58312"/>
                </a:lnTo>
                <a:lnTo>
                  <a:pt x="4125" y="58046"/>
                </a:lnTo>
                <a:lnTo>
                  <a:pt x="4125" y="57424"/>
                </a:lnTo>
                <a:lnTo>
                  <a:pt x="4125" y="56981"/>
                </a:lnTo>
                <a:lnTo>
                  <a:pt x="4601" y="56803"/>
                </a:lnTo>
                <a:lnTo>
                  <a:pt x="4601" y="56359"/>
                </a:lnTo>
                <a:lnTo>
                  <a:pt x="4601" y="55916"/>
                </a:lnTo>
                <a:lnTo>
                  <a:pt x="4601" y="55472"/>
                </a:lnTo>
                <a:lnTo>
                  <a:pt x="4601" y="55117"/>
                </a:lnTo>
                <a:lnTo>
                  <a:pt x="4919" y="54673"/>
                </a:lnTo>
                <a:lnTo>
                  <a:pt x="4919" y="54229"/>
                </a:lnTo>
                <a:lnTo>
                  <a:pt x="4919" y="53785"/>
                </a:lnTo>
                <a:lnTo>
                  <a:pt x="4919" y="53608"/>
                </a:lnTo>
                <a:lnTo>
                  <a:pt x="4919" y="53164"/>
                </a:lnTo>
                <a:lnTo>
                  <a:pt x="5236" y="52543"/>
                </a:lnTo>
                <a:lnTo>
                  <a:pt x="5236" y="52277"/>
                </a:lnTo>
                <a:lnTo>
                  <a:pt x="5236" y="51833"/>
                </a:lnTo>
                <a:lnTo>
                  <a:pt x="5236" y="51478"/>
                </a:lnTo>
                <a:lnTo>
                  <a:pt x="5236" y="51034"/>
                </a:lnTo>
                <a:lnTo>
                  <a:pt x="5712" y="50590"/>
                </a:lnTo>
                <a:lnTo>
                  <a:pt x="5712" y="50146"/>
                </a:lnTo>
                <a:lnTo>
                  <a:pt x="5712" y="49969"/>
                </a:lnTo>
                <a:lnTo>
                  <a:pt x="5712" y="49259"/>
                </a:lnTo>
                <a:lnTo>
                  <a:pt x="5712" y="48904"/>
                </a:lnTo>
                <a:lnTo>
                  <a:pt x="5712" y="48638"/>
                </a:lnTo>
                <a:lnTo>
                  <a:pt x="5712" y="48194"/>
                </a:lnTo>
                <a:lnTo>
                  <a:pt x="5712" y="47573"/>
                </a:lnTo>
                <a:lnTo>
                  <a:pt x="5712" y="47395"/>
                </a:lnTo>
                <a:lnTo>
                  <a:pt x="6030" y="46951"/>
                </a:lnTo>
                <a:lnTo>
                  <a:pt x="6030" y="46507"/>
                </a:lnTo>
                <a:lnTo>
                  <a:pt x="6030" y="46064"/>
                </a:lnTo>
                <a:lnTo>
                  <a:pt x="6030" y="45620"/>
                </a:lnTo>
                <a:lnTo>
                  <a:pt x="6030" y="45265"/>
                </a:lnTo>
                <a:lnTo>
                  <a:pt x="6506" y="44821"/>
                </a:lnTo>
                <a:lnTo>
                  <a:pt x="6506" y="44377"/>
                </a:lnTo>
                <a:lnTo>
                  <a:pt x="6506" y="44111"/>
                </a:lnTo>
                <a:lnTo>
                  <a:pt x="6506" y="43756"/>
                </a:lnTo>
                <a:lnTo>
                  <a:pt x="6506" y="43046"/>
                </a:lnTo>
                <a:lnTo>
                  <a:pt x="6823" y="42868"/>
                </a:lnTo>
                <a:lnTo>
                  <a:pt x="6823" y="42425"/>
                </a:lnTo>
                <a:lnTo>
                  <a:pt x="6823" y="41981"/>
                </a:lnTo>
                <a:lnTo>
                  <a:pt x="6823" y="41537"/>
                </a:lnTo>
                <a:lnTo>
                  <a:pt x="7140" y="41182"/>
                </a:lnTo>
                <a:lnTo>
                  <a:pt x="7140" y="40738"/>
                </a:lnTo>
                <a:lnTo>
                  <a:pt x="7140" y="40295"/>
                </a:lnTo>
                <a:lnTo>
                  <a:pt x="7140" y="39851"/>
                </a:lnTo>
                <a:lnTo>
                  <a:pt x="7140" y="39407"/>
                </a:lnTo>
                <a:lnTo>
                  <a:pt x="7616" y="38963"/>
                </a:lnTo>
                <a:lnTo>
                  <a:pt x="7616" y="38608"/>
                </a:lnTo>
                <a:lnTo>
                  <a:pt x="7616" y="38164"/>
                </a:lnTo>
                <a:lnTo>
                  <a:pt x="7616" y="37898"/>
                </a:lnTo>
                <a:lnTo>
                  <a:pt x="7616" y="37277"/>
                </a:lnTo>
                <a:lnTo>
                  <a:pt x="7616" y="37099"/>
                </a:lnTo>
                <a:lnTo>
                  <a:pt x="7616" y="36656"/>
                </a:lnTo>
                <a:lnTo>
                  <a:pt x="7616" y="36034"/>
                </a:lnTo>
                <a:lnTo>
                  <a:pt x="7616" y="35768"/>
                </a:lnTo>
                <a:lnTo>
                  <a:pt x="7616" y="35324"/>
                </a:lnTo>
                <a:lnTo>
                  <a:pt x="7934" y="34703"/>
                </a:lnTo>
                <a:lnTo>
                  <a:pt x="7934" y="34525"/>
                </a:lnTo>
                <a:lnTo>
                  <a:pt x="7934" y="34082"/>
                </a:lnTo>
                <a:lnTo>
                  <a:pt x="7934" y="33638"/>
                </a:lnTo>
                <a:lnTo>
                  <a:pt x="8410" y="33194"/>
                </a:lnTo>
                <a:lnTo>
                  <a:pt x="8410" y="32750"/>
                </a:lnTo>
                <a:lnTo>
                  <a:pt x="8410" y="32395"/>
                </a:lnTo>
                <a:lnTo>
                  <a:pt x="8410" y="31952"/>
                </a:lnTo>
                <a:lnTo>
                  <a:pt x="8410" y="31508"/>
                </a:lnTo>
                <a:lnTo>
                  <a:pt x="8727" y="31064"/>
                </a:lnTo>
                <a:lnTo>
                  <a:pt x="8727" y="30620"/>
                </a:lnTo>
                <a:lnTo>
                  <a:pt x="8727" y="30176"/>
                </a:lnTo>
                <a:lnTo>
                  <a:pt x="8727" y="29999"/>
                </a:lnTo>
                <a:lnTo>
                  <a:pt x="8727" y="29378"/>
                </a:lnTo>
                <a:lnTo>
                  <a:pt x="9203" y="28934"/>
                </a:lnTo>
                <a:lnTo>
                  <a:pt x="9203" y="28668"/>
                </a:lnTo>
                <a:lnTo>
                  <a:pt x="9203" y="28046"/>
                </a:lnTo>
                <a:lnTo>
                  <a:pt x="9203" y="27602"/>
                </a:lnTo>
                <a:lnTo>
                  <a:pt x="9203" y="27425"/>
                </a:lnTo>
                <a:lnTo>
                  <a:pt x="9521" y="26804"/>
                </a:lnTo>
                <a:lnTo>
                  <a:pt x="9521" y="26360"/>
                </a:lnTo>
                <a:lnTo>
                  <a:pt x="9521" y="26094"/>
                </a:lnTo>
                <a:lnTo>
                  <a:pt x="9521" y="25472"/>
                </a:lnTo>
                <a:lnTo>
                  <a:pt x="9838" y="25295"/>
                </a:lnTo>
                <a:lnTo>
                  <a:pt x="9838" y="24851"/>
                </a:lnTo>
                <a:lnTo>
                  <a:pt x="9838" y="24230"/>
                </a:lnTo>
                <a:lnTo>
                  <a:pt x="9838" y="23964"/>
                </a:lnTo>
                <a:lnTo>
                  <a:pt x="9838" y="23608"/>
                </a:lnTo>
                <a:lnTo>
                  <a:pt x="9838" y="22898"/>
                </a:lnTo>
                <a:lnTo>
                  <a:pt x="9838" y="22721"/>
                </a:lnTo>
                <a:lnTo>
                  <a:pt x="9838" y="22277"/>
                </a:lnTo>
                <a:lnTo>
                  <a:pt x="9838" y="21656"/>
                </a:lnTo>
                <a:lnTo>
                  <a:pt x="9838" y="21390"/>
                </a:lnTo>
                <a:lnTo>
                  <a:pt x="10314" y="21035"/>
                </a:lnTo>
                <a:lnTo>
                  <a:pt x="10314" y="20591"/>
                </a:lnTo>
                <a:lnTo>
                  <a:pt x="10314" y="20147"/>
                </a:lnTo>
                <a:lnTo>
                  <a:pt x="10314" y="19703"/>
                </a:lnTo>
                <a:lnTo>
                  <a:pt x="10314" y="19259"/>
                </a:lnTo>
                <a:lnTo>
                  <a:pt x="10631" y="18816"/>
                </a:lnTo>
                <a:lnTo>
                  <a:pt x="10631" y="18461"/>
                </a:lnTo>
                <a:lnTo>
                  <a:pt x="10631" y="18017"/>
                </a:lnTo>
                <a:lnTo>
                  <a:pt x="10631" y="17573"/>
                </a:lnTo>
                <a:lnTo>
                  <a:pt x="11108" y="17129"/>
                </a:lnTo>
                <a:lnTo>
                  <a:pt x="11108" y="16686"/>
                </a:lnTo>
                <a:lnTo>
                  <a:pt x="11108" y="16242"/>
                </a:lnTo>
                <a:lnTo>
                  <a:pt x="11108" y="15887"/>
                </a:lnTo>
                <a:lnTo>
                  <a:pt x="11108" y="15443"/>
                </a:lnTo>
                <a:lnTo>
                  <a:pt x="11425" y="14999"/>
                </a:lnTo>
                <a:lnTo>
                  <a:pt x="11425" y="14555"/>
                </a:lnTo>
                <a:lnTo>
                  <a:pt x="11425" y="14112"/>
                </a:lnTo>
                <a:lnTo>
                  <a:pt x="11425" y="13668"/>
                </a:lnTo>
                <a:lnTo>
                  <a:pt x="11425" y="13313"/>
                </a:lnTo>
                <a:lnTo>
                  <a:pt x="11742" y="12869"/>
                </a:lnTo>
                <a:lnTo>
                  <a:pt x="11742" y="12425"/>
                </a:lnTo>
                <a:lnTo>
                  <a:pt x="11742" y="11982"/>
                </a:lnTo>
                <a:lnTo>
                  <a:pt x="11742" y="11538"/>
                </a:lnTo>
                <a:lnTo>
                  <a:pt x="11742" y="11094"/>
                </a:lnTo>
                <a:lnTo>
                  <a:pt x="11742" y="10739"/>
                </a:lnTo>
                <a:lnTo>
                  <a:pt x="11742" y="10295"/>
                </a:lnTo>
                <a:lnTo>
                  <a:pt x="11742" y="9851"/>
                </a:lnTo>
                <a:lnTo>
                  <a:pt x="11742" y="9408"/>
                </a:lnTo>
                <a:lnTo>
                  <a:pt x="12218" y="8964"/>
                </a:lnTo>
                <a:lnTo>
                  <a:pt x="12218" y="8520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277"/>
                </a:lnTo>
                <a:lnTo>
                  <a:pt x="12536" y="6834"/>
                </a:lnTo>
                <a:lnTo>
                  <a:pt x="12536" y="6390"/>
                </a:lnTo>
                <a:lnTo>
                  <a:pt x="12536" y="5946"/>
                </a:lnTo>
                <a:lnTo>
                  <a:pt x="12536" y="5591"/>
                </a:lnTo>
                <a:lnTo>
                  <a:pt x="12536" y="5147"/>
                </a:lnTo>
                <a:lnTo>
                  <a:pt x="13012" y="4704"/>
                </a:lnTo>
                <a:lnTo>
                  <a:pt x="13012" y="4260"/>
                </a:lnTo>
                <a:lnTo>
                  <a:pt x="13012" y="3816"/>
                </a:lnTo>
                <a:lnTo>
                  <a:pt x="13012" y="3372"/>
                </a:lnTo>
                <a:lnTo>
                  <a:pt x="13012" y="2751"/>
                </a:lnTo>
                <a:lnTo>
                  <a:pt x="13329" y="2573"/>
                </a:lnTo>
                <a:lnTo>
                  <a:pt x="13329" y="2130"/>
                </a:lnTo>
                <a:lnTo>
                  <a:pt x="13329" y="1686"/>
                </a:lnTo>
                <a:lnTo>
                  <a:pt x="13329" y="1242"/>
                </a:lnTo>
                <a:lnTo>
                  <a:pt x="13805" y="62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2662716" y="2877761"/>
            <a:ext cx="13329" cy="87956"/>
          </a:xfrm>
          <a:custGeom>
            <a:avLst/>
            <a:gdLst/>
            <a:ahLst/>
            <a:cxnLst/>
            <a:rect l="l" t="t" r="r" b="b"/>
            <a:pathLst>
              <a:path w="13329" h="87956">
                <a:moveTo>
                  <a:pt x="0" y="87956"/>
                </a:moveTo>
                <a:lnTo>
                  <a:pt x="0" y="87335"/>
                </a:lnTo>
                <a:lnTo>
                  <a:pt x="0" y="87069"/>
                </a:lnTo>
                <a:lnTo>
                  <a:pt x="317" y="86447"/>
                </a:lnTo>
                <a:lnTo>
                  <a:pt x="317" y="86004"/>
                </a:lnTo>
                <a:lnTo>
                  <a:pt x="317" y="85826"/>
                </a:lnTo>
                <a:lnTo>
                  <a:pt x="317" y="85116"/>
                </a:lnTo>
                <a:lnTo>
                  <a:pt x="317" y="84939"/>
                </a:lnTo>
                <a:lnTo>
                  <a:pt x="317" y="84495"/>
                </a:lnTo>
                <a:lnTo>
                  <a:pt x="317" y="83874"/>
                </a:lnTo>
                <a:lnTo>
                  <a:pt x="317" y="83607"/>
                </a:lnTo>
                <a:lnTo>
                  <a:pt x="317" y="82986"/>
                </a:lnTo>
                <a:lnTo>
                  <a:pt x="317" y="82542"/>
                </a:lnTo>
                <a:lnTo>
                  <a:pt x="634" y="82365"/>
                </a:lnTo>
                <a:lnTo>
                  <a:pt x="634" y="81743"/>
                </a:lnTo>
                <a:lnTo>
                  <a:pt x="634" y="81300"/>
                </a:lnTo>
                <a:lnTo>
                  <a:pt x="634" y="80856"/>
                </a:lnTo>
                <a:lnTo>
                  <a:pt x="634" y="80412"/>
                </a:lnTo>
                <a:lnTo>
                  <a:pt x="1110" y="80235"/>
                </a:lnTo>
                <a:lnTo>
                  <a:pt x="1110" y="79613"/>
                </a:lnTo>
                <a:lnTo>
                  <a:pt x="1110" y="79170"/>
                </a:lnTo>
                <a:lnTo>
                  <a:pt x="1110" y="78726"/>
                </a:lnTo>
                <a:lnTo>
                  <a:pt x="1428" y="78282"/>
                </a:lnTo>
                <a:lnTo>
                  <a:pt x="1428" y="77838"/>
                </a:lnTo>
                <a:lnTo>
                  <a:pt x="1428" y="77394"/>
                </a:lnTo>
                <a:lnTo>
                  <a:pt x="1428" y="77039"/>
                </a:lnTo>
                <a:lnTo>
                  <a:pt x="1428" y="76596"/>
                </a:lnTo>
                <a:lnTo>
                  <a:pt x="1904" y="76152"/>
                </a:lnTo>
                <a:lnTo>
                  <a:pt x="1904" y="75531"/>
                </a:lnTo>
                <a:lnTo>
                  <a:pt x="1904" y="75264"/>
                </a:lnTo>
                <a:lnTo>
                  <a:pt x="1904" y="74820"/>
                </a:lnTo>
                <a:lnTo>
                  <a:pt x="1904" y="74199"/>
                </a:lnTo>
                <a:lnTo>
                  <a:pt x="2221" y="74022"/>
                </a:lnTo>
                <a:lnTo>
                  <a:pt x="2221" y="73578"/>
                </a:lnTo>
                <a:lnTo>
                  <a:pt x="2221" y="73134"/>
                </a:lnTo>
                <a:lnTo>
                  <a:pt x="2221" y="72957"/>
                </a:lnTo>
                <a:lnTo>
                  <a:pt x="2221" y="72247"/>
                </a:lnTo>
                <a:lnTo>
                  <a:pt x="2221" y="71892"/>
                </a:lnTo>
                <a:lnTo>
                  <a:pt x="2221" y="71448"/>
                </a:lnTo>
                <a:lnTo>
                  <a:pt x="2221" y="71004"/>
                </a:lnTo>
                <a:lnTo>
                  <a:pt x="2221" y="70560"/>
                </a:lnTo>
                <a:lnTo>
                  <a:pt x="2538" y="70116"/>
                </a:lnTo>
                <a:lnTo>
                  <a:pt x="2538" y="69673"/>
                </a:lnTo>
                <a:lnTo>
                  <a:pt x="2538" y="69318"/>
                </a:lnTo>
                <a:lnTo>
                  <a:pt x="2538" y="68874"/>
                </a:lnTo>
                <a:lnTo>
                  <a:pt x="2538" y="68164"/>
                </a:lnTo>
                <a:lnTo>
                  <a:pt x="3015" y="67986"/>
                </a:lnTo>
                <a:lnTo>
                  <a:pt x="3015" y="67543"/>
                </a:lnTo>
                <a:lnTo>
                  <a:pt x="3015" y="67099"/>
                </a:lnTo>
                <a:lnTo>
                  <a:pt x="3015" y="66744"/>
                </a:lnTo>
                <a:lnTo>
                  <a:pt x="3015" y="66034"/>
                </a:lnTo>
                <a:lnTo>
                  <a:pt x="3332" y="65856"/>
                </a:lnTo>
                <a:lnTo>
                  <a:pt x="3332" y="65235"/>
                </a:lnTo>
                <a:lnTo>
                  <a:pt x="3332" y="64791"/>
                </a:lnTo>
                <a:lnTo>
                  <a:pt x="3332" y="64525"/>
                </a:lnTo>
                <a:lnTo>
                  <a:pt x="3332" y="63904"/>
                </a:lnTo>
                <a:lnTo>
                  <a:pt x="3808" y="63460"/>
                </a:lnTo>
                <a:lnTo>
                  <a:pt x="3808" y="63105"/>
                </a:lnTo>
                <a:lnTo>
                  <a:pt x="3808" y="62661"/>
                </a:lnTo>
                <a:lnTo>
                  <a:pt x="3808" y="62217"/>
                </a:lnTo>
                <a:lnTo>
                  <a:pt x="4125" y="61773"/>
                </a:lnTo>
                <a:lnTo>
                  <a:pt x="4125" y="61330"/>
                </a:lnTo>
                <a:lnTo>
                  <a:pt x="4125" y="60886"/>
                </a:lnTo>
                <a:lnTo>
                  <a:pt x="4125" y="60531"/>
                </a:lnTo>
                <a:lnTo>
                  <a:pt x="4125" y="60087"/>
                </a:lnTo>
                <a:lnTo>
                  <a:pt x="4443" y="59643"/>
                </a:lnTo>
                <a:lnTo>
                  <a:pt x="4443" y="59022"/>
                </a:lnTo>
                <a:lnTo>
                  <a:pt x="4443" y="58756"/>
                </a:lnTo>
                <a:lnTo>
                  <a:pt x="4443" y="58312"/>
                </a:lnTo>
                <a:lnTo>
                  <a:pt x="4443" y="57691"/>
                </a:lnTo>
                <a:lnTo>
                  <a:pt x="4443" y="57513"/>
                </a:lnTo>
                <a:lnTo>
                  <a:pt x="4443" y="56803"/>
                </a:lnTo>
                <a:lnTo>
                  <a:pt x="4443" y="56448"/>
                </a:lnTo>
                <a:lnTo>
                  <a:pt x="4443" y="56004"/>
                </a:lnTo>
                <a:lnTo>
                  <a:pt x="4443" y="55561"/>
                </a:lnTo>
                <a:lnTo>
                  <a:pt x="4919" y="55383"/>
                </a:lnTo>
                <a:lnTo>
                  <a:pt x="4919" y="54673"/>
                </a:lnTo>
                <a:lnTo>
                  <a:pt x="4919" y="54229"/>
                </a:lnTo>
                <a:lnTo>
                  <a:pt x="4919" y="53874"/>
                </a:lnTo>
                <a:lnTo>
                  <a:pt x="5236" y="53430"/>
                </a:lnTo>
                <a:lnTo>
                  <a:pt x="5236" y="52987"/>
                </a:lnTo>
                <a:lnTo>
                  <a:pt x="5236" y="52543"/>
                </a:lnTo>
                <a:lnTo>
                  <a:pt x="5236" y="51922"/>
                </a:lnTo>
                <a:lnTo>
                  <a:pt x="5236" y="51655"/>
                </a:lnTo>
                <a:lnTo>
                  <a:pt x="5712" y="51300"/>
                </a:lnTo>
                <a:lnTo>
                  <a:pt x="5712" y="50590"/>
                </a:lnTo>
                <a:lnTo>
                  <a:pt x="5712" y="50413"/>
                </a:lnTo>
                <a:lnTo>
                  <a:pt x="5712" y="49791"/>
                </a:lnTo>
                <a:lnTo>
                  <a:pt x="5712" y="49348"/>
                </a:lnTo>
                <a:lnTo>
                  <a:pt x="6030" y="48904"/>
                </a:lnTo>
                <a:lnTo>
                  <a:pt x="6030" y="48460"/>
                </a:lnTo>
                <a:lnTo>
                  <a:pt x="6030" y="48283"/>
                </a:lnTo>
                <a:lnTo>
                  <a:pt x="6030" y="47661"/>
                </a:lnTo>
                <a:lnTo>
                  <a:pt x="6030" y="47217"/>
                </a:lnTo>
                <a:lnTo>
                  <a:pt x="6506" y="46774"/>
                </a:lnTo>
                <a:lnTo>
                  <a:pt x="6506" y="46330"/>
                </a:lnTo>
                <a:lnTo>
                  <a:pt x="6506" y="45886"/>
                </a:lnTo>
                <a:lnTo>
                  <a:pt x="6506" y="45442"/>
                </a:lnTo>
                <a:lnTo>
                  <a:pt x="6506" y="44821"/>
                </a:lnTo>
                <a:lnTo>
                  <a:pt x="6506" y="44644"/>
                </a:lnTo>
                <a:lnTo>
                  <a:pt x="6506" y="44200"/>
                </a:lnTo>
                <a:lnTo>
                  <a:pt x="6506" y="43579"/>
                </a:lnTo>
                <a:lnTo>
                  <a:pt x="6506" y="43312"/>
                </a:lnTo>
                <a:lnTo>
                  <a:pt x="6823" y="42691"/>
                </a:lnTo>
                <a:lnTo>
                  <a:pt x="6823" y="42247"/>
                </a:lnTo>
                <a:lnTo>
                  <a:pt x="6823" y="41803"/>
                </a:lnTo>
                <a:lnTo>
                  <a:pt x="6823" y="41448"/>
                </a:lnTo>
                <a:lnTo>
                  <a:pt x="6823" y="41005"/>
                </a:lnTo>
                <a:lnTo>
                  <a:pt x="7140" y="40561"/>
                </a:lnTo>
                <a:lnTo>
                  <a:pt x="7140" y="40117"/>
                </a:lnTo>
                <a:lnTo>
                  <a:pt x="7140" y="39673"/>
                </a:lnTo>
                <a:lnTo>
                  <a:pt x="7140" y="39229"/>
                </a:lnTo>
                <a:lnTo>
                  <a:pt x="7140" y="38874"/>
                </a:lnTo>
                <a:lnTo>
                  <a:pt x="7616" y="38431"/>
                </a:lnTo>
                <a:lnTo>
                  <a:pt x="7616" y="37721"/>
                </a:lnTo>
                <a:lnTo>
                  <a:pt x="7616" y="37543"/>
                </a:lnTo>
                <a:lnTo>
                  <a:pt x="7616" y="36922"/>
                </a:lnTo>
                <a:lnTo>
                  <a:pt x="7934" y="36478"/>
                </a:lnTo>
                <a:lnTo>
                  <a:pt x="7934" y="36034"/>
                </a:lnTo>
                <a:lnTo>
                  <a:pt x="7934" y="35591"/>
                </a:lnTo>
                <a:lnTo>
                  <a:pt x="7934" y="35147"/>
                </a:lnTo>
                <a:lnTo>
                  <a:pt x="7934" y="34792"/>
                </a:lnTo>
                <a:lnTo>
                  <a:pt x="8410" y="34348"/>
                </a:lnTo>
                <a:lnTo>
                  <a:pt x="8410" y="33904"/>
                </a:lnTo>
                <a:lnTo>
                  <a:pt x="8410" y="33460"/>
                </a:lnTo>
                <a:lnTo>
                  <a:pt x="8410" y="32839"/>
                </a:lnTo>
                <a:lnTo>
                  <a:pt x="8410" y="32573"/>
                </a:lnTo>
                <a:lnTo>
                  <a:pt x="8410" y="31952"/>
                </a:lnTo>
                <a:lnTo>
                  <a:pt x="8410" y="31774"/>
                </a:lnTo>
                <a:lnTo>
                  <a:pt x="8410" y="31330"/>
                </a:lnTo>
                <a:lnTo>
                  <a:pt x="8410" y="30709"/>
                </a:lnTo>
                <a:lnTo>
                  <a:pt x="8410" y="30443"/>
                </a:lnTo>
                <a:lnTo>
                  <a:pt x="8727" y="29821"/>
                </a:lnTo>
                <a:lnTo>
                  <a:pt x="8727" y="29378"/>
                </a:lnTo>
                <a:lnTo>
                  <a:pt x="8727" y="28934"/>
                </a:lnTo>
                <a:lnTo>
                  <a:pt x="8727" y="28579"/>
                </a:lnTo>
                <a:lnTo>
                  <a:pt x="9045" y="28135"/>
                </a:lnTo>
                <a:lnTo>
                  <a:pt x="9045" y="27691"/>
                </a:lnTo>
                <a:lnTo>
                  <a:pt x="9045" y="27070"/>
                </a:lnTo>
                <a:lnTo>
                  <a:pt x="9045" y="26804"/>
                </a:lnTo>
                <a:lnTo>
                  <a:pt x="9045" y="26360"/>
                </a:lnTo>
                <a:lnTo>
                  <a:pt x="9521" y="25739"/>
                </a:lnTo>
                <a:lnTo>
                  <a:pt x="9521" y="25561"/>
                </a:lnTo>
                <a:lnTo>
                  <a:pt x="9521" y="24851"/>
                </a:lnTo>
                <a:lnTo>
                  <a:pt x="9521" y="24674"/>
                </a:lnTo>
                <a:lnTo>
                  <a:pt x="9521" y="24052"/>
                </a:lnTo>
                <a:lnTo>
                  <a:pt x="9838" y="23608"/>
                </a:lnTo>
                <a:lnTo>
                  <a:pt x="9838" y="23165"/>
                </a:lnTo>
                <a:lnTo>
                  <a:pt x="9838" y="22721"/>
                </a:lnTo>
                <a:lnTo>
                  <a:pt x="9838" y="22277"/>
                </a:lnTo>
                <a:lnTo>
                  <a:pt x="9838" y="21922"/>
                </a:lnTo>
                <a:lnTo>
                  <a:pt x="10314" y="21478"/>
                </a:lnTo>
                <a:lnTo>
                  <a:pt x="10314" y="21035"/>
                </a:lnTo>
                <a:lnTo>
                  <a:pt x="10314" y="20591"/>
                </a:lnTo>
                <a:lnTo>
                  <a:pt x="10314" y="19970"/>
                </a:lnTo>
                <a:lnTo>
                  <a:pt x="10631" y="19792"/>
                </a:lnTo>
                <a:lnTo>
                  <a:pt x="10631" y="19082"/>
                </a:lnTo>
                <a:lnTo>
                  <a:pt x="10631" y="18638"/>
                </a:lnTo>
                <a:lnTo>
                  <a:pt x="10631" y="18283"/>
                </a:lnTo>
                <a:lnTo>
                  <a:pt x="10631" y="17839"/>
                </a:lnTo>
                <a:lnTo>
                  <a:pt x="10631" y="17573"/>
                </a:lnTo>
                <a:lnTo>
                  <a:pt x="10631" y="16952"/>
                </a:lnTo>
                <a:lnTo>
                  <a:pt x="10631" y="16508"/>
                </a:lnTo>
                <a:lnTo>
                  <a:pt x="10631" y="16064"/>
                </a:lnTo>
                <a:lnTo>
                  <a:pt x="10631" y="15709"/>
                </a:lnTo>
                <a:lnTo>
                  <a:pt x="11108" y="15265"/>
                </a:lnTo>
                <a:lnTo>
                  <a:pt x="11108" y="14822"/>
                </a:lnTo>
                <a:lnTo>
                  <a:pt x="11108" y="14200"/>
                </a:lnTo>
                <a:lnTo>
                  <a:pt x="11108" y="13934"/>
                </a:lnTo>
                <a:lnTo>
                  <a:pt x="11108" y="13313"/>
                </a:lnTo>
                <a:lnTo>
                  <a:pt x="11425" y="12869"/>
                </a:lnTo>
                <a:lnTo>
                  <a:pt x="11425" y="12692"/>
                </a:lnTo>
                <a:lnTo>
                  <a:pt x="11425" y="12070"/>
                </a:lnTo>
                <a:lnTo>
                  <a:pt x="11425" y="11626"/>
                </a:lnTo>
                <a:lnTo>
                  <a:pt x="11742" y="11183"/>
                </a:lnTo>
                <a:lnTo>
                  <a:pt x="11742" y="10739"/>
                </a:lnTo>
                <a:lnTo>
                  <a:pt x="11742" y="10295"/>
                </a:lnTo>
                <a:lnTo>
                  <a:pt x="11742" y="9851"/>
                </a:lnTo>
                <a:lnTo>
                  <a:pt x="11742" y="9230"/>
                </a:lnTo>
                <a:lnTo>
                  <a:pt x="12218" y="9053"/>
                </a:lnTo>
                <a:lnTo>
                  <a:pt x="12218" y="8609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100"/>
                </a:lnTo>
                <a:lnTo>
                  <a:pt x="12536" y="6922"/>
                </a:lnTo>
                <a:lnTo>
                  <a:pt x="12536" y="6212"/>
                </a:lnTo>
                <a:lnTo>
                  <a:pt x="12536" y="5769"/>
                </a:lnTo>
                <a:lnTo>
                  <a:pt x="12536" y="5414"/>
                </a:lnTo>
                <a:lnTo>
                  <a:pt x="12536" y="4970"/>
                </a:lnTo>
                <a:lnTo>
                  <a:pt x="12536" y="4526"/>
                </a:lnTo>
                <a:lnTo>
                  <a:pt x="12536" y="4082"/>
                </a:lnTo>
                <a:lnTo>
                  <a:pt x="12536" y="3638"/>
                </a:lnTo>
                <a:lnTo>
                  <a:pt x="12536" y="3195"/>
                </a:lnTo>
                <a:lnTo>
                  <a:pt x="13012" y="2840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331"/>
                </a:lnTo>
                <a:lnTo>
                  <a:pt x="13012" y="1065"/>
                </a:lnTo>
                <a:lnTo>
                  <a:pt x="13329" y="443"/>
                </a:lnTo>
                <a:lnTo>
                  <a:pt x="13329" y="0"/>
                </a:lnTo>
              </a:path>
            </a:pathLst>
          </a:custGeom>
          <a:ln w="1934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2676046" y="2791579"/>
            <a:ext cx="13805" cy="86181"/>
          </a:xfrm>
          <a:custGeom>
            <a:avLst/>
            <a:gdLst/>
            <a:ahLst/>
            <a:cxnLst/>
            <a:rect l="l" t="t" r="r" b="b"/>
            <a:pathLst>
              <a:path w="13805" h="86181">
                <a:moveTo>
                  <a:pt x="0" y="86181"/>
                </a:moveTo>
                <a:lnTo>
                  <a:pt x="0" y="86004"/>
                </a:lnTo>
                <a:lnTo>
                  <a:pt x="0" y="85382"/>
                </a:lnTo>
                <a:lnTo>
                  <a:pt x="0" y="84939"/>
                </a:lnTo>
                <a:lnTo>
                  <a:pt x="317" y="84495"/>
                </a:lnTo>
                <a:lnTo>
                  <a:pt x="317" y="84051"/>
                </a:lnTo>
                <a:lnTo>
                  <a:pt x="317" y="83607"/>
                </a:lnTo>
                <a:lnTo>
                  <a:pt x="317" y="83164"/>
                </a:lnTo>
                <a:lnTo>
                  <a:pt x="317" y="82542"/>
                </a:lnTo>
                <a:lnTo>
                  <a:pt x="793" y="82365"/>
                </a:lnTo>
                <a:lnTo>
                  <a:pt x="793" y="81921"/>
                </a:lnTo>
                <a:lnTo>
                  <a:pt x="793" y="81300"/>
                </a:lnTo>
                <a:lnTo>
                  <a:pt x="793" y="81033"/>
                </a:lnTo>
                <a:lnTo>
                  <a:pt x="1110" y="80412"/>
                </a:lnTo>
                <a:lnTo>
                  <a:pt x="1110" y="80235"/>
                </a:lnTo>
                <a:lnTo>
                  <a:pt x="1110" y="79525"/>
                </a:lnTo>
                <a:lnTo>
                  <a:pt x="1110" y="79170"/>
                </a:lnTo>
                <a:lnTo>
                  <a:pt x="1110" y="78726"/>
                </a:lnTo>
                <a:lnTo>
                  <a:pt x="1586" y="78282"/>
                </a:lnTo>
                <a:lnTo>
                  <a:pt x="1586" y="77838"/>
                </a:lnTo>
                <a:lnTo>
                  <a:pt x="1586" y="77394"/>
                </a:lnTo>
                <a:lnTo>
                  <a:pt x="1586" y="76951"/>
                </a:lnTo>
                <a:lnTo>
                  <a:pt x="1586" y="76596"/>
                </a:lnTo>
                <a:lnTo>
                  <a:pt x="1586" y="76152"/>
                </a:lnTo>
                <a:lnTo>
                  <a:pt x="1586" y="75442"/>
                </a:lnTo>
                <a:lnTo>
                  <a:pt x="1586" y="75264"/>
                </a:lnTo>
                <a:lnTo>
                  <a:pt x="1586" y="74820"/>
                </a:lnTo>
                <a:lnTo>
                  <a:pt x="1586" y="74199"/>
                </a:lnTo>
                <a:lnTo>
                  <a:pt x="1904" y="74022"/>
                </a:lnTo>
                <a:lnTo>
                  <a:pt x="1904" y="73312"/>
                </a:lnTo>
                <a:lnTo>
                  <a:pt x="1904" y="72868"/>
                </a:lnTo>
                <a:lnTo>
                  <a:pt x="1904" y="72513"/>
                </a:lnTo>
                <a:lnTo>
                  <a:pt x="2380" y="72069"/>
                </a:lnTo>
                <a:lnTo>
                  <a:pt x="2380" y="71625"/>
                </a:lnTo>
                <a:lnTo>
                  <a:pt x="2380" y="71182"/>
                </a:lnTo>
                <a:lnTo>
                  <a:pt x="2380" y="70738"/>
                </a:lnTo>
                <a:lnTo>
                  <a:pt x="2380" y="70294"/>
                </a:lnTo>
                <a:lnTo>
                  <a:pt x="2697" y="69939"/>
                </a:lnTo>
                <a:lnTo>
                  <a:pt x="2697" y="69495"/>
                </a:lnTo>
                <a:lnTo>
                  <a:pt x="2697" y="69051"/>
                </a:lnTo>
                <a:lnTo>
                  <a:pt x="2697" y="68430"/>
                </a:lnTo>
                <a:lnTo>
                  <a:pt x="2697" y="68164"/>
                </a:lnTo>
                <a:lnTo>
                  <a:pt x="3015" y="67720"/>
                </a:lnTo>
                <a:lnTo>
                  <a:pt x="3015" y="67099"/>
                </a:lnTo>
                <a:lnTo>
                  <a:pt x="3015" y="66921"/>
                </a:lnTo>
                <a:lnTo>
                  <a:pt x="3015" y="66300"/>
                </a:lnTo>
                <a:lnTo>
                  <a:pt x="3015" y="65856"/>
                </a:lnTo>
                <a:lnTo>
                  <a:pt x="3491" y="65412"/>
                </a:lnTo>
                <a:lnTo>
                  <a:pt x="3491" y="64969"/>
                </a:lnTo>
                <a:lnTo>
                  <a:pt x="3491" y="64791"/>
                </a:lnTo>
                <a:lnTo>
                  <a:pt x="3491" y="64081"/>
                </a:lnTo>
                <a:lnTo>
                  <a:pt x="3491" y="63726"/>
                </a:lnTo>
                <a:lnTo>
                  <a:pt x="3491" y="63282"/>
                </a:lnTo>
                <a:lnTo>
                  <a:pt x="3491" y="62838"/>
                </a:lnTo>
                <a:lnTo>
                  <a:pt x="3491" y="62395"/>
                </a:lnTo>
                <a:lnTo>
                  <a:pt x="3491" y="61951"/>
                </a:lnTo>
                <a:lnTo>
                  <a:pt x="3808" y="61507"/>
                </a:lnTo>
                <a:lnTo>
                  <a:pt x="3808" y="61152"/>
                </a:lnTo>
                <a:lnTo>
                  <a:pt x="3808" y="60708"/>
                </a:lnTo>
                <a:lnTo>
                  <a:pt x="3808" y="60087"/>
                </a:lnTo>
                <a:lnTo>
                  <a:pt x="3808" y="59821"/>
                </a:lnTo>
                <a:lnTo>
                  <a:pt x="4284" y="59200"/>
                </a:lnTo>
                <a:lnTo>
                  <a:pt x="4284" y="58756"/>
                </a:lnTo>
                <a:lnTo>
                  <a:pt x="4284" y="58578"/>
                </a:lnTo>
                <a:lnTo>
                  <a:pt x="4284" y="57868"/>
                </a:lnTo>
                <a:lnTo>
                  <a:pt x="4284" y="57691"/>
                </a:lnTo>
                <a:lnTo>
                  <a:pt x="4601" y="57069"/>
                </a:lnTo>
                <a:lnTo>
                  <a:pt x="4601" y="56626"/>
                </a:lnTo>
                <a:lnTo>
                  <a:pt x="4601" y="56182"/>
                </a:lnTo>
                <a:lnTo>
                  <a:pt x="4601" y="55738"/>
                </a:lnTo>
                <a:lnTo>
                  <a:pt x="4919" y="55294"/>
                </a:lnTo>
                <a:lnTo>
                  <a:pt x="4919" y="54939"/>
                </a:lnTo>
                <a:lnTo>
                  <a:pt x="4919" y="54495"/>
                </a:lnTo>
                <a:lnTo>
                  <a:pt x="4919" y="54052"/>
                </a:lnTo>
                <a:lnTo>
                  <a:pt x="4919" y="53608"/>
                </a:lnTo>
                <a:lnTo>
                  <a:pt x="5395" y="53164"/>
                </a:lnTo>
                <a:lnTo>
                  <a:pt x="5395" y="52720"/>
                </a:lnTo>
                <a:lnTo>
                  <a:pt x="5395" y="52365"/>
                </a:lnTo>
                <a:lnTo>
                  <a:pt x="5395" y="51655"/>
                </a:lnTo>
                <a:lnTo>
                  <a:pt x="5395" y="51478"/>
                </a:lnTo>
                <a:lnTo>
                  <a:pt x="5712" y="51034"/>
                </a:lnTo>
                <a:lnTo>
                  <a:pt x="5712" y="50590"/>
                </a:lnTo>
                <a:lnTo>
                  <a:pt x="5712" y="50146"/>
                </a:lnTo>
                <a:lnTo>
                  <a:pt x="5712" y="49525"/>
                </a:lnTo>
                <a:lnTo>
                  <a:pt x="5712" y="49348"/>
                </a:lnTo>
                <a:lnTo>
                  <a:pt x="5712" y="48638"/>
                </a:lnTo>
                <a:lnTo>
                  <a:pt x="5712" y="48283"/>
                </a:lnTo>
                <a:lnTo>
                  <a:pt x="5712" y="48016"/>
                </a:lnTo>
                <a:lnTo>
                  <a:pt x="5712" y="47395"/>
                </a:lnTo>
                <a:lnTo>
                  <a:pt x="6188" y="46951"/>
                </a:lnTo>
                <a:lnTo>
                  <a:pt x="6188" y="46507"/>
                </a:lnTo>
                <a:lnTo>
                  <a:pt x="6188" y="46064"/>
                </a:lnTo>
                <a:lnTo>
                  <a:pt x="6188" y="45886"/>
                </a:lnTo>
                <a:lnTo>
                  <a:pt x="6188" y="45265"/>
                </a:lnTo>
                <a:lnTo>
                  <a:pt x="6506" y="44821"/>
                </a:lnTo>
                <a:lnTo>
                  <a:pt x="6506" y="44377"/>
                </a:lnTo>
                <a:lnTo>
                  <a:pt x="6506" y="43934"/>
                </a:lnTo>
                <a:lnTo>
                  <a:pt x="6506" y="43490"/>
                </a:lnTo>
                <a:lnTo>
                  <a:pt x="6506" y="43135"/>
                </a:lnTo>
                <a:lnTo>
                  <a:pt x="6823" y="42691"/>
                </a:lnTo>
                <a:lnTo>
                  <a:pt x="6823" y="42247"/>
                </a:lnTo>
                <a:lnTo>
                  <a:pt x="6823" y="41803"/>
                </a:lnTo>
                <a:lnTo>
                  <a:pt x="6823" y="41360"/>
                </a:lnTo>
                <a:lnTo>
                  <a:pt x="6823" y="40916"/>
                </a:lnTo>
                <a:lnTo>
                  <a:pt x="7299" y="40561"/>
                </a:lnTo>
                <a:lnTo>
                  <a:pt x="7299" y="39851"/>
                </a:lnTo>
                <a:lnTo>
                  <a:pt x="7299" y="39673"/>
                </a:lnTo>
                <a:lnTo>
                  <a:pt x="7299" y="39229"/>
                </a:lnTo>
                <a:lnTo>
                  <a:pt x="7616" y="38786"/>
                </a:lnTo>
                <a:lnTo>
                  <a:pt x="7616" y="38431"/>
                </a:lnTo>
                <a:lnTo>
                  <a:pt x="7616" y="37987"/>
                </a:lnTo>
                <a:lnTo>
                  <a:pt x="7616" y="37543"/>
                </a:lnTo>
                <a:lnTo>
                  <a:pt x="7616" y="37099"/>
                </a:lnTo>
                <a:lnTo>
                  <a:pt x="7616" y="36478"/>
                </a:lnTo>
                <a:lnTo>
                  <a:pt x="7616" y="36212"/>
                </a:lnTo>
                <a:lnTo>
                  <a:pt x="7616" y="35857"/>
                </a:lnTo>
                <a:lnTo>
                  <a:pt x="7616" y="35147"/>
                </a:lnTo>
                <a:lnTo>
                  <a:pt x="7616" y="34969"/>
                </a:lnTo>
                <a:lnTo>
                  <a:pt x="8093" y="34348"/>
                </a:lnTo>
                <a:lnTo>
                  <a:pt x="8093" y="34082"/>
                </a:lnTo>
                <a:lnTo>
                  <a:pt x="8093" y="33638"/>
                </a:lnTo>
                <a:lnTo>
                  <a:pt x="8093" y="33017"/>
                </a:lnTo>
                <a:lnTo>
                  <a:pt x="8093" y="32839"/>
                </a:lnTo>
                <a:lnTo>
                  <a:pt x="8410" y="32395"/>
                </a:lnTo>
                <a:lnTo>
                  <a:pt x="8410" y="31774"/>
                </a:lnTo>
                <a:lnTo>
                  <a:pt x="8410" y="31508"/>
                </a:lnTo>
                <a:lnTo>
                  <a:pt x="8410" y="30886"/>
                </a:lnTo>
                <a:lnTo>
                  <a:pt x="8886" y="30443"/>
                </a:lnTo>
                <a:lnTo>
                  <a:pt x="8886" y="30265"/>
                </a:lnTo>
                <a:lnTo>
                  <a:pt x="8886" y="29555"/>
                </a:lnTo>
                <a:lnTo>
                  <a:pt x="8886" y="29378"/>
                </a:lnTo>
                <a:lnTo>
                  <a:pt x="8886" y="28934"/>
                </a:lnTo>
                <a:lnTo>
                  <a:pt x="9203" y="28313"/>
                </a:lnTo>
                <a:lnTo>
                  <a:pt x="9203" y="28135"/>
                </a:lnTo>
                <a:lnTo>
                  <a:pt x="9203" y="27425"/>
                </a:lnTo>
                <a:lnTo>
                  <a:pt x="9203" y="26981"/>
                </a:lnTo>
                <a:lnTo>
                  <a:pt x="9203" y="26804"/>
                </a:lnTo>
                <a:lnTo>
                  <a:pt x="9521" y="26182"/>
                </a:lnTo>
                <a:lnTo>
                  <a:pt x="9521" y="25739"/>
                </a:lnTo>
                <a:lnTo>
                  <a:pt x="9521" y="25561"/>
                </a:lnTo>
                <a:lnTo>
                  <a:pt x="9521" y="24851"/>
                </a:lnTo>
                <a:lnTo>
                  <a:pt x="9521" y="24674"/>
                </a:lnTo>
                <a:lnTo>
                  <a:pt x="9997" y="24052"/>
                </a:lnTo>
                <a:lnTo>
                  <a:pt x="9997" y="23608"/>
                </a:lnTo>
                <a:lnTo>
                  <a:pt x="9997" y="23342"/>
                </a:lnTo>
                <a:lnTo>
                  <a:pt x="9997" y="22721"/>
                </a:lnTo>
                <a:lnTo>
                  <a:pt x="9997" y="22277"/>
                </a:lnTo>
                <a:lnTo>
                  <a:pt x="9997" y="22100"/>
                </a:lnTo>
                <a:lnTo>
                  <a:pt x="9997" y="21478"/>
                </a:lnTo>
                <a:lnTo>
                  <a:pt x="9997" y="21035"/>
                </a:lnTo>
                <a:lnTo>
                  <a:pt x="9997" y="20768"/>
                </a:lnTo>
                <a:lnTo>
                  <a:pt x="10314" y="20147"/>
                </a:lnTo>
                <a:lnTo>
                  <a:pt x="10314" y="19970"/>
                </a:lnTo>
                <a:lnTo>
                  <a:pt x="10314" y="19526"/>
                </a:lnTo>
                <a:lnTo>
                  <a:pt x="10314" y="18904"/>
                </a:lnTo>
                <a:lnTo>
                  <a:pt x="10314" y="18638"/>
                </a:lnTo>
                <a:lnTo>
                  <a:pt x="10790" y="18194"/>
                </a:lnTo>
                <a:lnTo>
                  <a:pt x="10790" y="17573"/>
                </a:lnTo>
                <a:lnTo>
                  <a:pt x="10790" y="17396"/>
                </a:lnTo>
                <a:lnTo>
                  <a:pt x="10790" y="16686"/>
                </a:lnTo>
                <a:lnTo>
                  <a:pt x="10790" y="16331"/>
                </a:lnTo>
                <a:lnTo>
                  <a:pt x="11108" y="16064"/>
                </a:lnTo>
                <a:lnTo>
                  <a:pt x="11108" y="15443"/>
                </a:lnTo>
                <a:lnTo>
                  <a:pt x="11108" y="15265"/>
                </a:lnTo>
                <a:lnTo>
                  <a:pt x="11108" y="14822"/>
                </a:lnTo>
                <a:lnTo>
                  <a:pt x="11425" y="14200"/>
                </a:lnTo>
                <a:lnTo>
                  <a:pt x="11425" y="13934"/>
                </a:lnTo>
                <a:lnTo>
                  <a:pt x="11425" y="13490"/>
                </a:lnTo>
                <a:lnTo>
                  <a:pt x="11425" y="12869"/>
                </a:lnTo>
                <a:lnTo>
                  <a:pt x="11425" y="12692"/>
                </a:lnTo>
                <a:lnTo>
                  <a:pt x="11901" y="12248"/>
                </a:lnTo>
                <a:lnTo>
                  <a:pt x="11901" y="11626"/>
                </a:lnTo>
                <a:lnTo>
                  <a:pt x="11901" y="11360"/>
                </a:lnTo>
                <a:lnTo>
                  <a:pt x="11901" y="10916"/>
                </a:lnTo>
                <a:lnTo>
                  <a:pt x="11901" y="10473"/>
                </a:lnTo>
                <a:lnTo>
                  <a:pt x="11901" y="10118"/>
                </a:lnTo>
                <a:lnTo>
                  <a:pt x="11901" y="9674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343"/>
                </a:lnTo>
                <a:lnTo>
                  <a:pt x="12218" y="8165"/>
                </a:lnTo>
                <a:lnTo>
                  <a:pt x="12218" y="7544"/>
                </a:lnTo>
                <a:lnTo>
                  <a:pt x="12218" y="7100"/>
                </a:lnTo>
                <a:lnTo>
                  <a:pt x="12218" y="6834"/>
                </a:lnTo>
                <a:lnTo>
                  <a:pt x="12694" y="6212"/>
                </a:lnTo>
                <a:lnTo>
                  <a:pt x="12694" y="5769"/>
                </a:lnTo>
                <a:lnTo>
                  <a:pt x="12694" y="5591"/>
                </a:lnTo>
                <a:lnTo>
                  <a:pt x="12694" y="4970"/>
                </a:lnTo>
                <a:lnTo>
                  <a:pt x="12694" y="4526"/>
                </a:lnTo>
                <a:lnTo>
                  <a:pt x="13012" y="4260"/>
                </a:lnTo>
                <a:lnTo>
                  <a:pt x="13012" y="3638"/>
                </a:lnTo>
                <a:lnTo>
                  <a:pt x="13012" y="3461"/>
                </a:lnTo>
                <a:lnTo>
                  <a:pt x="13012" y="3017"/>
                </a:lnTo>
                <a:lnTo>
                  <a:pt x="13012" y="2396"/>
                </a:lnTo>
                <a:lnTo>
                  <a:pt x="13488" y="2130"/>
                </a:lnTo>
                <a:lnTo>
                  <a:pt x="13488" y="1686"/>
                </a:lnTo>
                <a:lnTo>
                  <a:pt x="13488" y="1331"/>
                </a:lnTo>
                <a:lnTo>
                  <a:pt x="13488" y="887"/>
                </a:lnTo>
                <a:lnTo>
                  <a:pt x="13488" y="443"/>
                </a:lnTo>
                <a:lnTo>
                  <a:pt x="13805" y="0"/>
                </a:lnTo>
              </a:path>
            </a:pathLst>
          </a:custGeom>
          <a:ln w="193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2689851" y="2714184"/>
            <a:ext cx="13329" cy="77394"/>
          </a:xfrm>
          <a:custGeom>
            <a:avLst/>
            <a:gdLst/>
            <a:ahLst/>
            <a:cxnLst/>
            <a:rect l="l" t="t" r="r" b="b"/>
            <a:pathLst>
              <a:path w="13329" h="77394">
                <a:moveTo>
                  <a:pt x="0" y="77394"/>
                </a:moveTo>
                <a:lnTo>
                  <a:pt x="0" y="76951"/>
                </a:lnTo>
                <a:lnTo>
                  <a:pt x="0" y="76507"/>
                </a:lnTo>
                <a:lnTo>
                  <a:pt x="0" y="76152"/>
                </a:lnTo>
                <a:lnTo>
                  <a:pt x="0" y="75708"/>
                </a:lnTo>
                <a:lnTo>
                  <a:pt x="0" y="75264"/>
                </a:lnTo>
                <a:lnTo>
                  <a:pt x="0" y="74820"/>
                </a:lnTo>
                <a:lnTo>
                  <a:pt x="0" y="74643"/>
                </a:lnTo>
                <a:lnTo>
                  <a:pt x="0" y="73933"/>
                </a:lnTo>
                <a:lnTo>
                  <a:pt x="317" y="73755"/>
                </a:lnTo>
                <a:lnTo>
                  <a:pt x="317" y="73312"/>
                </a:lnTo>
                <a:lnTo>
                  <a:pt x="317" y="72690"/>
                </a:lnTo>
                <a:lnTo>
                  <a:pt x="317" y="72424"/>
                </a:lnTo>
                <a:lnTo>
                  <a:pt x="317" y="72069"/>
                </a:lnTo>
                <a:lnTo>
                  <a:pt x="793" y="71625"/>
                </a:lnTo>
                <a:lnTo>
                  <a:pt x="793" y="71182"/>
                </a:lnTo>
                <a:lnTo>
                  <a:pt x="793" y="70738"/>
                </a:lnTo>
                <a:lnTo>
                  <a:pt x="793" y="70294"/>
                </a:lnTo>
                <a:lnTo>
                  <a:pt x="793" y="69939"/>
                </a:lnTo>
                <a:lnTo>
                  <a:pt x="1110" y="69495"/>
                </a:lnTo>
                <a:lnTo>
                  <a:pt x="1110" y="69051"/>
                </a:lnTo>
                <a:lnTo>
                  <a:pt x="1110" y="68785"/>
                </a:lnTo>
                <a:lnTo>
                  <a:pt x="1110" y="68164"/>
                </a:lnTo>
                <a:lnTo>
                  <a:pt x="1586" y="67720"/>
                </a:lnTo>
                <a:lnTo>
                  <a:pt x="1586" y="67543"/>
                </a:lnTo>
                <a:lnTo>
                  <a:pt x="1586" y="67099"/>
                </a:lnTo>
                <a:lnTo>
                  <a:pt x="1586" y="66477"/>
                </a:lnTo>
                <a:lnTo>
                  <a:pt x="1586" y="66211"/>
                </a:lnTo>
                <a:lnTo>
                  <a:pt x="1904" y="65856"/>
                </a:lnTo>
                <a:lnTo>
                  <a:pt x="1904" y="65412"/>
                </a:lnTo>
                <a:lnTo>
                  <a:pt x="1904" y="64969"/>
                </a:lnTo>
                <a:lnTo>
                  <a:pt x="1904" y="64525"/>
                </a:lnTo>
                <a:lnTo>
                  <a:pt x="1904" y="64081"/>
                </a:lnTo>
                <a:lnTo>
                  <a:pt x="2221" y="63637"/>
                </a:lnTo>
                <a:lnTo>
                  <a:pt x="2221" y="63282"/>
                </a:lnTo>
                <a:lnTo>
                  <a:pt x="2221" y="63016"/>
                </a:lnTo>
                <a:lnTo>
                  <a:pt x="2221" y="62572"/>
                </a:lnTo>
                <a:lnTo>
                  <a:pt x="2221" y="61951"/>
                </a:lnTo>
                <a:lnTo>
                  <a:pt x="2221" y="61773"/>
                </a:lnTo>
                <a:lnTo>
                  <a:pt x="2221" y="61330"/>
                </a:lnTo>
                <a:lnTo>
                  <a:pt x="2221" y="60886"/>
                </a:lnTo>
                <a:lnTo>
                  <a:pt x="2221" y="60442"/>
                </a:lnTo>
                <a:lnTo>
                  <a:pt x="2221" y="59998"/>
                </a:lnTo>
                <a:lnTo>
                  <a:pt x="2697" y="59643"/>
                </a:lnTo>
                <a:lnTo>
                  <a:pt x="2697" y="59377"/>
                </a:lnTo>
                <a:lnTo>
                  <a:pt x="2697" y="58933"/>
                </a:lnTo>
                <a:lnTo>
                  <a:pt x="2697" y="58312"/>
                </a:lnTo>
                <a:lnTo>
                  <a:pt x="3015" y="58134"/>
                </a:lnTo>
                <a:lnTo>
                  <a:pt x="3015" y="57691"/>
                </a:lnTo>
                <a:lnTo>
                  <a:pt x="3015" y="57247"/>
                </a:lnTo>
                <a:lnTo>
                  <a:pt x="3015" y="56803"/>
                </a:lnTo>
                <a:lnTo>
                  <a:pt x="3015" y="56359"/>
                </a:lnTo>
                <a:lnTo>
                  <a:pt x="3491" y="55916"/>
                </a:lnTo>
                <a:lnTo>
                  <a:pt x="3491" y="55738"/>
                </a:lnTo>
                <a:lnTo>
                  <a:pt x="3491" y="55117"/>
                </a:lnTo>
                <a:lnTo>
                  <a:pt x="3491" y="54673"/>
                </a:lnTo>
                <a:lnTo>
                  <a:pt x="3491" y="54495"/>
                </a:lnTo>
                <a:lnTo>
                  <a:pt x="3808" y="54052"/>
                </a:lnTo>
                <a:lnTo>
                  <a:pt x="3808" y="53608"/>
                </a:lnTo>
                <a:lnTo>
                  <a:pt x="3808" y="53164"/>
                </a:lnTo>
                <a:lnTo>
                  <a:pt x="3808" y="52720"/>
                </a:lnTo>
                <a:lnTo>
                  <a:pt x="3808" y="52277"/>
                </a:lnTo>
                <a:lnTo>
                  <a:pt x="4284" y="52099"/>
                </a:lnTo>
                <a:lnTo>
                  <a:pt x="4284" y="51478"/>
                </a:lnTo>
                <a:lnTo>
                  <a:pt x="4284" y="51211"/>
                </a:lnTo>
                <a:lnTo>
                  <a:pt x="4284" y="50768"/>
                </a:lnTo>
                <a:lnTo>
                  <a:pt x="4284" y="50413"/>
                </a:lnTo>
                <a:lnTo>
                  <a:pt x="4284" y="49969"/>
                </a:lnTo>
                <a:lnTo>
                  <a:pt x="4284" y="49525"/>
                </a:lnTo>
                <a:lnTo>
                  <a:pt x="4284" y="49081"/>
                </a:lnTo>
                <a:lnTo>
                  <a:pt x="4284" y="48904"/>
                </a:lnTo>
                <a:lnTo>
                  <a:pt x="4601" y="48460"/>
                </a:lnTo>
                <a:lnTo>
                  <a:pt x="4601" y="48016"/>
                </a:lnTo>
                <a:lnTo>
                  <a:pt x="4601" y="47573"/>
                </a:lnTo>
                <a:lnTo>
                  <a:pt x="4601" y="47129"/>
                </a:lnTo>
                <a:lnTo>
                  <a:pt x="4601" y="46774"/>
                </a:lnTo>
                <a:lnTo>
                  <a:pt x="4919" y="46507"/>
                </a:lnTo>
                <a:lnTo>
                  <a:pt x="4919" y="46064"/>
                </a:lnTo>
                <a:lnTo>
                  <a:pt x="4919" y="45442"/>
                </a:lnTo>
                <a:lnTo>
                  <a:pt x="4919" y="45265"/>
                </a:lnTo>
                <a:lnTo>
                  <a:pt x="4919" y="44821"/>
                </a:lnTo>
                <a:lnTo>
                  <a:pt x="5395" y="44377"/>
                </a:lnTo>
                <a:lnTo>
                  <a:pt x="5395" y="44200"/>
                </a:lnTo>
                <a:lnTo>
                  <a:pt x="5395" y="43756"/>
                </a:lnTo>
                <a:lnTo>
                  <a:pt x="5395" y="43135"/>
                </a:lnTo>
                <a:lnTo>
                  <a:pt x="5712" y="42868"/>
                </a:lnTo>
                <a:lnTo>
                  <a:pt x="5712" y="42425"/>
                </a:lnTo>
                <a:lnTo>
                  <a:pt x="5712" y="41981"/>
                </a:lnTo>
                <a:lnTo>
                  <a:pt x="5712" y="41803"/>
                </a:lnTo>
                <a:lnTo>
                  <a:pt x="5712" y="41182"/>
                </a:lnTo>
                <a:lnTo>
                  <a:pt x="6188" y="40738"/>
                </a:lnTo>
                <a:lnTo>
                  <a:pt x="6188" y="40561"/>
                </a:lnTo>
                <a:lnTo>
                  <a:pt x="6188" y="40117"/>
                </a:lnTo>
                <a:lnTo>
                  <a:pt x="6188" y="39673"/>
                </a:lnTo>
                <a:lnTo>
                  <a:pt x="6188" y="39407"/>
                </a:lnTo>
                <a:lnTo>
                  <a:pt x="6506" y="39052"/>
                </a:lnTo>
                <a:lnTo>
                  <a:pt x="6506" y="38342"/>
                </a:lnTo>
                <a:lnTo>
                  <a:pt x="6506" y="38164"/>
                </a:lnTo>
                <a:lnTo>
                  <a:pt x="6506" y="37721"/>
                </a:lnTo>
                <a:lnTo>
                  <a:pt x="6506" y="37277"/>
                </a:lnTo>
                <a:lnTo>
                  <a:pt x="6506" y="37099"/>
                </a:lnTo>
                <a:lnTo>
                  <a:pt x="6506" y="36656"/>
                </a:lnTo>
                <a:lnTo>
                  <a:pt x="6506" y="36034"/>
                </a:lnTo>
                <a:lnTo>
                  <a:pt x="6506" y="35768"/>
                </a:lnTo>
                <a:lnTo>
                  <a:pt x="6823" y="35413"/>
                </a:lnTo>
                <a:lnTo>
                  <a:pt x="6823" y="34969"/>
                </a:lnTo>
                <a:lnTo>
                  <a:pt x="6823" y="34703"/>
                </a:lnTo>
                <a:lnTo>
                  <a:pt x="6823" y="34259"/>
                </a:lnTo>
                <a:lnTo>
                  <a:pt x="6823" y="33904"/>
                </a:lnTo>
                <a:lnTo>
                  <a:pt x="7299" y="33460"/>
                </a:lnTo>
                <a:lnTo>
                  <a:pt x="7299" y="33017"/>
                </a:lnTo>
                <a:lnTo>
                  <a:pt x="7299" y="32573"/>
                </a:lnTo>
                <a:lnTo>
                  <a:pt x="7299" y="32395"/>
                </a:lnTo>
                <a:lnTo>
                  <a:pt x="7299" y="31952"/>
                </a:lnTo>
                <a:lnTo>
                  <a:pt x="7616" y="31508"/>
                </a:lnTo>
                <a:lnTo>
                  <a:pt x="7616" y="31064"/>
                </a:lnTo>
                <a:lnTo>
                  <a:pt x="7616" y="30886"/>
                </a:lnTo>
                <a:lnTo>
                  <a:pt x="7616" y="30265"/>
                </a:lnTo>
                <a:lnTo>
                  <a:pt x="7616" y="29999"/>
                </a:lnTo>
                <a:lnTo>
                  <a:pt x="8093" y="29555"/>
                </a:lnTo>
                <a:lnTo>
                  <a:pt x="8093" y="29111"/>
                </a:lnTo>
                <a:lnTo>
                  <a:pt x="8093" y="28756"/>
                </a:lnTo>
                <a:lnTo>
                  <a:pt x="8093" y="28490"/>
                </a:lnTo>
                <a:lnTo>
                  <a:pt x="8410" y="28046"/>
                </a:lnTo>
                <a:lnTo>
                  <a:pt x="8410" y="27691"/>
                </a:lnTo>
                <a:lnTo>
                  <a:pt x="8410" y="27247"/>
                </a:lnTo>
                <a:lnTo>
                  <a:pt x="8410" y="26804"/>
                </a:lnTo>
                <a:lnTo>
                  <a:pt x="8410" y="26360"/>
                </a:lnTo>
                <a:lnTo>
                  <a:pt x="8410" y="26182"/>
                </a:lnTo>
                <a:lnTo>
                  <a:pt x="8410" y="25739"/>
                </a:lnTo>
                <a:lnTo>
                  <a:pt x="8410" y="25295"/>
                </a:lnTo>
                <a:lnTo>
                  <a:pt x="8410" y="25117"/>
                </a:lnTo>
                <a:lnTo>
                  <a:pt x="8410" y="24674"/>
                </a:lnTo>
                <a:lnTo>
                  <a:pt x="8727" y="24230"/>
                </a:lnTo>
                <a:lnTo>
                  <a:pt x="8727" y="23964"/>
                </a:lnTo>
                <a:lnTo>
                  <a:pt x="8727" y="23342"/>
                </a:lnTo>
                <a:lnTo>
                  <a:pt x="8727" y="22898"/>
                </a:lnTo>
                <a:lnTo>
                  <a:pt x="8727" y="22721"/>
                </a:lnTo>
                <a:lnTo>
                  <a:pt x="9203" y="22277"/>
                </a:lnTo>
                <a:lnTo>
                  <a:pt x="9203" y="21833"/>
                </a:lnTo>
                <a:lnTo>
                  <a:pt x="9203" y="21656"/>
                </a:lnTo>
                <a:lnTo>
                  <a:pt x="9203" y="21212"/>
                </a:lnTo>
                <a:lnTo>
                  <a:pt x="9521" y="20768"/>
                </a:lnTo>
                <a:lnTo>
                  <a:pt x="9521" y="20591"/>
                </a:lnTo>
                <a:lnTo>
                  <a:pt x="9521" y="20147"/>
                </a:lnTo>
                <a:lnTo>
                  <a:pt x="9521" y="19703"/>
                </a:lnTo>
                <a:lnTo>
                  <a:pt x="9521" y="19259"/>
                </a:lnTo>
                <a:lnTo>
                  <a:pt x="9997" y="19082"/>
                </a:lnTo>
                <a:lnTo>
                  <a:pt x="9997" y="18461"/>
                </a:lnTo>
                <a:lnTo>
                  <a:pt x="9997" y="18194"/>
                </a:lnTo>
                <a:lnTo>
                  <a:pt x="9997" y="17751"/>
                </a:lnTo>
                <a:lnTo>
                  <a:pt x="9997" y="17396"/>
                </a:lnTo>
                <a:lnTo>
                  <a:pt x="10314" y="16952"/>
                </a:lnTo>
                <a:lnTo>
                  <a:pt x="10314" y="16686"/>
                </a:lnTo>
                <a:lnTo>
                  <a:pt x="10314" y="16331"/>
                </a:lnTo>
                <a:lnTo>
                  <a:pt x="10314" y="15887"/>
                </a:lnTo>
                <a:lnTo>
                  <a:pt x="10314" y="15620"/>
                </a:lnTo>
                <a:lnTo>
                  <a:pt x="10790" y="15177"/>
                </a:lnTo>
                <a:lnTo>
                  <a:pt x="10790" y="14822"/>
                </a:lnTo>
                <a:lnTo>
                  <a:pt x="10790" y="14555"/>
                </a:lnTo>
                <a:lnTo>
                  <a:pt x="10790" y="14112"/>
                </a:lnTo>
                <a:lnTo>
                  <a:pt x="10790" y="13757"/>
                </a:lnTo>
                <a:lnTo>
                  <a:pt x="10790" y="13490"/>
                </a:lnTo>
                <a:lnTo>
                  <a:pt x="10790" y="13047"/>
                </a:lnTo>
                <a:lnTo>
                  <a:pt x="10790" y="12603"/>
                </a:lnTo>
                <a:lnTo>
                  <a:pt x="10790" y="12248"/>
                </a:lnTo>
                <a:lnTo>
                  <a:pt x="11108" y="11982"/>
                </a:lnTo>
                <a:lnTo>
                  <a:pt x="11108" y="11538"/>
                </a:lnTo>
                <a:lnTo>
                  <a:pt x="11108" y="11183"/>
                </a:lnTo>
                <a:lnTo>
                  <a:pt x="11108" y="10916"/>
                </a:lnTo>
                <a:lnTo>
                  <a:pt x="11108" y="10473"/>
                </a:lnTo>
                <a:lnTo>
                  <a:pt x="11425" y="10029"/>
                </a:lnTo>
                <a:lnTo>
                  <a:pt x="11425" y="9674"/>
                </a:lnTo>
                <a:lnTo>
                  <a:pt x="11425" y="9230"/>
                </a:lnTo>
                <a:lnTo>
                  <a:pt x="11425" y="8786"/>
                </a:lnTo>
                <a:lnTo>
                  <a:pt x="11425" y="8609"/>
                </a:lnTo>
                <a:lnTo>
                  <a:pt x="11901" y="8165"/>
                </a:lnTo>
                <a:lnTo>
                  <a:pt x="11901" y="7721"/>
                </a:lnTo>
                <a:lnTo>
                  <a:pt x="11901" y="7455"/>
                </a:lnTo>
                <a:lnTo>
                  <a:pt x="11901" y="7100"/>
                </a:lnTo>
                <a:lnTo>
                  <a:pt x="12218" y="6656"/>
                </a:lnTo>
                <a:lnTo>
                  <a:pt x="12218" y="6390"/>
                </a:lnTo>
                <a:lnTo>
                  <a:pt x="12218" y="6035"/>
                </a:lnTo>
                <a:lnTo>
                  <a:pt x="12218" y="5591"/>
                </a:lnTo>
                <a:lnTo>
                  <a:pt x="12218" y="5147"/>
                </a:lnTo>
                <a:lnTo>
                  <a:pt x="12694" y="4881"/>
                </a:lnTo>
                <a:lnTo>
                  <a:pt x="12694" y="4526"/>
                </a:lnTo>
                <a:lnTo>
                  <a:pt x="12694" y="4082"/>
                </a:lnTo>
                <a:lnTo>
                  <a:pt x="12694" y="3816"/>
                </a:lnTo>
                <a:lnTo>
                  <a:pt x="12694" y="3461"/>
                </a:lnTo>
                <a:lnTo>
                  <a:pt x="12694" y="3017"/>
                </a:lnTo>
                <a:lnTo>
                  <a:pt x="12694" y="2751"/>
                </a:lnTo>
                <a:lnTo>
                  <a:pt x="12694" y="2573"/>
                </a:lnTo>
                <a:lnTo>
                  <a:pt x="12694" y="2130"/>
                </a:lnTo>
                <a:lnTo>
                  <a:pt x="12694" y="1686"/>
                </a:lnTo>
                <a:lnTo>
                  <a:pt x="13012" y="1508"/>
                </a:lnTo>
                <a:lnTo>
                  <a:pt x="13012" y="1065"/>
                </a:lnTo>
                <a:lnTo>
                  <a:pt x="13012" y="621"/>
                </a:lnTo>
                <a:lnTo>
                  <a:pt x="13012" y="443"/>
                </a:lnTo>
                <a:lnTo>
                  <a:pt x="13329" y="0"/>
                </a:lnTo>
              </a:path>
            </a:pathLst>
          </a:custGeom>
          <a:ln w="192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2703181" y="2651789"/>
            <a:ext cx="13488" cy="62395"/>
          </a:xfrm>
          <a:custGeom>
            <a:avLst/>
            <a:gdLst/>
            <a:ahLst/>
            <a:cxnLst/>
            <a:rect l="l" t="t" r="r" b="b"/>
            <a:pathLst>
              <a:path w="13488" h="62395">
                <a:moveTo>
                  <a:pt x="0" y="62395"/>
                </a:moveTo>
                <a:lnTo>
                  <a:pt x="0" y="61951"/>
                </a:lnTo>
                <a:lnTo>
                  <a:pt x="0" y="61773"/>
                </a:lnTo>
                <a:lnTo>
                  <a:pt x="0" y="61330"/>
                </a:lnTo>
                <a:lnTo>
                  <a:pt x="0" y="60886"/>
                </a:lnTo>
                <a:lnTo>
                  <a:pt x="476" y="60442"/>
                </a:lnTo>
                <a:lnTo>
                  <a:pt x="476" y="60265"/>
                </a:lnTo>
                <a:lnTo>
                  <a:pt x="476" y="59821"/>
                </a:lnTo>
                <a:lnTo>
                  <a:pt x="476" y="59377"/>
                </a:lnTo>
                <a:lnTo>
                  <a:pt x="476" y="59200"/>
                </a:lnTo>
                <a:lnTo>
                  <a:pt x="793" y="58756"/>
                </a:lnTo>
                <a:lnTo>
                  <a:pt x="793" y="58312"/>
                </a:lnTo>
                <a:lnTo>
                  <a:pt x="793" y="58134"/>
                </a:lnTo>
                <a:lnTo>
                  <a:pt x="793" y="57691"/>
                </a:lnTo>
                <a:lnTo>
                  <a:pt x="793" y="57247"/>
                </a:lnTo>
                <a:lnTo>
                  <a:pt x="1269" y="57069"/>
                </a:lnTo>
                <a:lnTo>
                  <a:pt x="1269" y="56803"/>
                </a:lnTo>
                <a:lnTo>
                  <a:pt x="1269" y="56359"/>
                </a:lnTo>
                <a:lnTo>
                  <a:pt x="1269" y="55916"/>
                </a:lnTo>
                <a:lnTo>
                  <a:pt x="1586" y="55738"/>
                </a:lnTo>
                <a:lnTo>
                  <a:pt x="1586" y="55294"/>
                </a:lnTo>
                <a:lnTo>
                  <a:pt x="1586" y="54850"/>
                </a:lnTo>
                <a:lnTo>
                  <a:pt x="1586" y="54673"/>
                </a:lnTo>
                <a:lnTo>
                  <a:pt x="1586" y="54229"/>
                </a:lnTo>
                <a:lnTo>
                  <a:pt x="1586" y="53785"/>
                </a:lnTo>
                <a:lnTo>
                  <a:pt x="1586" y="53342"/>
                </a:lnTo>
                <a:lnTo>
                  <a:pt x="1586" y="53164"/>
                </a:lnTo>
                <a:lnTo>
                  <a:pt x="1586" y="52987"/>
                </a:lnTo>
                <a:lnTo>
                  <a:pt x="1586" y="52543"/>
                </a:lnTo>
                <a:lnTo>
                  <a:pt x="2062" y="52277"/>
                </a:lnTo>
                <a:lnTo>
                  <a:pt x="2062" y="51922"/>
                </a:lnTo>
                <a:lnTo>
                  <a:pt x="2062" y="51478"/>
                </a:lnTo>
                <a:lnTo>
                  <a:pt x="2062" y="51034"/>
                </a:lnTo>
                <a:lnTo>
                  <a:pt x="2062" y="50768"/>
                </a:lnTo>
                <a:lnTo>
                  <a:pt x="2380" y="50413"/>
                </a:lnTo>
                <a:lnTo>
                  <a:pt x="2380" y="49969"/>
                </a:lnTo>
                <a:lnTo>
                  <a:pt x="2380" y="49703"/>
                </a:lnTo>
                <a:lnTo>
                  <a:pt x="2380" y="49525"/>
                </a:lnTo>
                <a:lnTo>
                  <a:pt x="2697" y="49081"/>
                </a:lnTo>
                <a:lnTo>
                  <a:pt x="2697" y="48638"/>
                </a:lnTo>
                <a:lnTo>
                  <a:pt x="2697" y="48460"/>
                </a:lnTo>
                <a:lnTo>
                  <a:pt x="2697" y="48016"/>
                </a:lnTo>
                <a:lnTo>
                  <a:pt x="2697" y="47573"/>
                </a:lnTo>
                <a:lnTo>
                  <a:pt x="3173" y="47395"/>
                </a:lnTo>
                <a:lnTo>
                  <a:pt x="3173" y="47129"/>
                </a:lnTo>
                <a:lnTo>
                  <a:pt x="3173" y="46774"/>
                </a:lnTo>
                <a:lnTo>
                  <a:pt x="3173" y="46330"/>
                </a:lnTo>
                <a:lnTo>
                  <a:pt x="3173" y="46064"/>
                </a:lnTo>
                <a:lnTo>
                  <a:pt x="3491" y="45620"/>
                </a:lnTo>
                <a:lnTo>
                  <a:pt x="3491" y="45265"/>
                </a:lnTo>
                <a:lnTo>
                  <a:pt x="3491" y="44999"/>
                </a:lnTo>
                <a:lnTo>
                  <a:pt x="3491" y="44821"/>
                </a:lnTo>
                <a:lnTo>
                  <a:pt x="3491" y="44377"/>
                </a:lnTo>
                <a:lnTo>
                  <a:pt x="3491" y="43934"/>
                </a:lnTo>
                <a:lnTo>
                  <a:pt x="3491" y="43756"/>
                </a:lnTo>
                <a:lnTo>
                  <a:pt x="3491" y="43312"/>
                </a:lnTo>
                <a:lnTo>
                  <a:pt x="3491" y="42868"/>
                </a:lnTo>
                <a:lnTo>
                  <a:pt x="3967" y="42691"/>
                </a:lnTo>
                <a:lnTo>
                  <a:pt x="3967" y="42425"/>
                </a:lnTo>
                <a:lnTo>
                  <a:pt x="3967" y="41981"/>
                </a:lnTo>
                <a:lnTo>
                  <a:pt x="3967" y="41626"/>
                </a:lnTo>
                <a:lnTo>
                  <a:pt x="3967" y="41360"/>
                </a:lnTo>
                <a:lnTo>
                  <a:pt x="4284" y="40916"/>
                </a:lnTo>
                <a:lnTo>
                  <a:pt x="4284" y="40472"/>
                </a:lnTo>
                <a:lnTo>
                  <a:pt x="4284" y="40295"/>
                </a:lnTo>
                <a:lnTo>
                  <a:pt x="4284" y="40117"/>
                </a:lnTo>
                <a:lnTo>
                  <a:pt x="4284" y="39673"/>
                </a:lnTo>
                <a:lnTo>
                  <a:pt x="4601" y="39229"/>
                </a:lnTo>
                <a:lnTo>
                  <a:pt x="4601" y="39052"/>
                </a:lnTo>
                <a:lnTo>
                  <a:pt x="4601" y="38786"/>
                </a:lnTo>
                <a:lnTo>
                  <a:pt x="4601" y="38342"/>
                </a:lnTo>
                <a:lnTo>
                  <a:pt x="4601" y="37987"/>
                </a:lnTo>
                <a:lnTo>
                  <a:pt x="5077" y="37721"/>
                </a:lnTo>
                <a:lnTo>
                  <a:pt x="5077" y="37277"/>
                </a:lnTo>
                <a:lnTo>
                  <a:pt x="5077" y="37099"/>
                </a:lnTo>
                <a:lnTo>
                  <a:pt x="5077" y="36833"/>
                </a:lnTo>
                <a:lnTo>
                  <a:pt x="5395" y="36478"/>
                </a:lnTo>
                <a:lnTo>
                  <a:pt x="5395" y="36034"/>
                </a:lnTo>
                <a:lnTo>
                  <a:pt x="5395" y="35591"/>
                </a:lnTo>
                <a:lnTo>
                  <a:pt x="5395" y="35147"/>
                </a:lnTo>
                <a:lnTo>
                  <a:pt x="5871" y="34703"/>
                </a:lnTo>
                <a:lnTo>
                  <a:pt x="5871" y="34525"/>
                </a:lnTo>
                <a:lnTo>
                  <a:pt x="5871" y="34259"/>
                </a:lnTo>
                <a:lnTo>
                  <a:pt x="5871" y="33904"/>
                </a:lnTo>
                <a:lnTo>
                  <a:pt x="5871" y="33460"/>
                </a:lnTo>
                <a:lnTo>
                  <a:pt x="5871" y="33194"/>
                </a:lnTo>
                <a:lnTo>
                  <a:pt x="5871" y="32839"/>
                </a:lnTo>
                <a:lnTo>
                  <a:pt x="5871" y="32573"/>
                </a:lnTo>
                <a:lnTo>
                  <a:pt x="5871" y="32129"/>
                </a:lnTo>
                <a:lnTo>
                  <a:pt x="5871" y="31952"/>
                </a:lnTo>
                <a:lnTo>
                  <a:pt x="6188" y="31508"/>
                </a:lnTo>
                <a:lnTo>
                  <a:pt x="6188" y="31330"/>
                </a:lnTo>
                <a:lnTo>
                  <a:pt x="6188" y="30886"/>
                </a:lnTo>
                <a:lnTo>
                  <a:pt x="6188" y="30620"/>
                </a:lnTo>
                <a:lnTo>
                  <a:pt x="6664" y="30265"/>
                </a:lnTo>
                <a:lnTo>
                  <a:pt x="6664" y="29999"/>
                </a:lnTo>
                <a:lnTo>
                  <a:pt x="6664" y="29821"/>
                </a:lnTo>
                <a:lnTo>
                  <a:pt x="6664" y="29378"/>
                </a:lnTo>
                <a:lnTo>
                  <a:pt x="6664" y="28934"/>
                </a:lnTo>
                <a:lnTo>
                  <a:pt x="6982" y="28756"/>
                </a:lnTo>
                <a:lnTo>
                  <a:pt x="6982" y="28490"/>
                </a:lnTo>
                <a:lnTo>
                  <a:pt x="6982" y="28046"/>
                </a:lnTo>
                <a:lnTo>
                  <a:pt x="6982" y="27869"/>
                </a:lnTo>
                <a:lnTo>
                  <a:pt x="6982" y="27425"/>
                </a:lnTo>
                <a:lnTo>
                  <a:pt x="7299" y="27247"/>
                </a:lnTo>
                <a:lnTo>
                  <a:pt x="7299" y="26804"/>
                </a:lnTo>
                <a:lnTo>
                  <a:pt x="7299" y="26537"/>
                </a:lnTo>
                <a:lnTo>
                  <a:pt x="7299" y="26182"/>
                </a:lnTo>
                <a:lnTo>
                  <a:pt x="7299" y="25916"/>
                </a:lnTo>
                <a:lnTo>
                  <a:pt x="7775" y="25739"/>
                </a:lnTo>
                <a:lnTo>
                  <a:pt x="7775" y="25295"/>
                </a:lnTo>
                <a:lnTo>
                  <a:pt x="7775" y="25117"/>
                </a:lnTo>
                <a:lnTo>
                  <a:pt x="7775" y="24674"/>
                </a:lnTo>
                <a:lnTo>
                  <a:pt x="7775" y="24407"/>
                </a:lnTo>
                <a:lnTo>
                  <a:pt x="7775" y="23964"/>
                </a:lnTo>
                <a:lnTo>
                  <a:pt x="7775" y="23786"/>
                </a:lnTo>
                <a:lnTo>
                  <a:pt x="7775" y="23608"/>
                </a:lnTo>
                <a:lnTo>
                  <a:pt x="7775" y="23165"/>
                </a:lnTo>
                <a:lnTo>
                  <a:pt x="8093" y="22721"/>
                </a:lnTo>
                <a:lnTo>
                  <a:pt x="8093" y="22277"/>
                </a:lnTo>
                <a:lnTo>
                  <a:pt x="8093" y="21833"/>
                </a:lnTo>
                <a:lnTo>
                  <a:pt x="8093" y="21656"/>
                </a:lnTo>
                <a:lnTo>
                  <a:pt x="8569" y="21390"/>
                </a:lnTo>
                <a:lnTo>
                  <a:pt x="8569" y="21035"/>
                </a:lnTo>
                <a:lnTo>
                  <a:pt x="8569" y="20768"/>
                </a:lnTo>
                <a:lnTo>
                  <a:pt x="8569" y="20325"/>
                </a:lnTo>
                <a:lnTo>
                  <a:pt x="8569" y="20147"/>
                </a:lnTo>
                <a:lnTo>
                  <a:pt x="8886" y="19970"/>
                </a:lnTo>
                <a:lnTo>
                  <a:pt x="8886" y="19526"/>
                </a:lnTo>
                <a:lnTo>
                  <a:pt x="8886" y="19082"/>
                </a:lnTo>
                <a:lnTo>
                  <a:pt x="9203" y="18638"/>
                </a:lnTo>
                <a:lnTo>
                  <a:pt x="9203" y="18194"/>
                </a:lnTo>
                <a:lnTo>
                  <a:pt x="9203" y="18017"/>
                </a:lnTo>
                <a:lnTo>
                  <a:pt x="9203" y="17751"/>
                </a:lnTo>
                <a:lnTo>
                  <a:pt x="9203" y="17396"/>
                </a:lnTo>
                <a:lnTo>
                  <a:pt x="9679" y="17129"/>
                </a:lnTo>
                <a:lnTo>
                  <a:pt x="9679" y="16686"/>
                </a:lnTo>
                <a:lnTo>
                  <a:pt x="9679" y="16331"/>
                </a:lnTo>
                <a:lnTo>
                  <a:pt x="9679" y="15887"/>
                </a:lnTo>
                <a:lnTo>
                  <a:pt x="9679" y="15620"/>
                </a:lnTo>
                <a:lnTo>
                  <a:pt x="9679" y="15443"/>
                </a:lnTo>
                <a:lnTo>
                  <a:pt x="9679" y="14999"/>
                </a:lnTo>
                <a:lnTo>
                  <a:pt x="9679" y="14822"/>
                </a:lnTo>
                <a:lnTo>
                  <a:pt x="9679" y="14378"/>
                </a:lnTo>
                <a:lnTo>
                  <a:pt x="9997" y="14378"/>
                </a:lnTo>
                <a:lnTo>
                  <a:pt x="9997" y="13934"/>
                </a:lnTo>
                <a:lnTo>
                  <a:pt x="9997" y="13490"/>
                </a:lnTo>
                <a:lnTo>
                  <a:pt x="9997" y="13313"/>
                </a:lnTo>
                <a:lnTo>
                  <a:pt x="10473" y="13047"/>
                </a:lnTo>
                <a:lnTo>
                  <a:pt x="10473" y="12869"/>
                </a:lnTo>
                <a:lnTo>
                  <a:pt x="10473" y="12425"/>
                </a:lnTo>
                <a:lnTo>
                  <a:pt x="10473" y="11982"/>
                </a:lnTo>
                <a:lnTo>
                  <a:pt x="10790" y="11538"/>
                </a:lnTo>
                <a:lnTo>
                  <a:pt x="10790" y="11360"/>
                </a:lnTo>
                <a:lnTo>
                  <a:pt x="10790" y="10916"/>
                </a:lnTo>
                <a:lnTo>
                  <a:pt x="10790" y="10739"/>
                </a:lnTo>
                <a:lnTo>
                  <a:pt x="10790" y="10473"/>
                </a:lnTo>
                <a:lnTo>
                  <a:pt x="11108" y="10029"/>
                </a:lnTo>
                <a:lnTo>
                  <a:pt x="11108" y="9851"/>
                </a:lnTo>
                <a:lnTo>
                  <a:pt x="11108" y="9674"/>
                </a:lnTo>
                <a:lnTo>
                  <a:pt x="11108" y="9408"/>
                </a:lnTo>
                <a:lnTo>
                  <a:pt x="11108" y="8964"/>
                </a:lnTo>
                <a:lnTo>
                  <a:pt x="11584" y="8786"/>
                </a:lnTo>
                <a:lnTo>
                  <a:pt x="11584" y="8609"/>
                </a:lnTo>
                <a:lnTo>
                  <a:pt x="11584" y="8165"/>
                </a:lnTo>
                <a:lnTo>
                  <a:pt x="11584" y="7899"/>
                </a:lnTo>
                <a:lnTo>
                  <a:pt x="11901" y="7455"/>
                </a:lnTo>
                <a:lnTo>
                  <a:pt x="11901" y="7277"/>
                </a:lnTo>
                <a:lnTo>
                  <a:pt x="11901" y="7100"/>
                </a:lnTo>
                <a:lnTo>
                  <a:pt x="11901" y="6834"/>
                </a:lnTo>
                <a:lnTo>
                  <a:pt x="11901" y="6390"/>
                </a:lnTo>
                <a:lnTo>
                  <a:pt x="11901" y="6212"/>
                </a:lnTo>
                <a:lnTo>
                  <a:pt x="11901" y="6035"/>
                </a:lnTo>
                <a:lnTo>
                  <a:pt x="11901" y="5769"/>
                </a:lnTo>
                <a:lnTo>
                  <a:pt x="11901" y="5325"/>
                </a:lnTo>
                <a:lnTo>
                  <a:pt x="11901" y="5147"/>
                </a:lnTo>
                <a:lnTo>
                  <a:pt x="12377" y="4881"/>
                </a:lnTo>
                <a:lnTo>
                  <a:pt x="12377" y="4526"/>
                </a:lnTo>
                <a:lnTo>
                  <a:pt x="12377" y="4260"/>
                </a:lnTo>
                <a:lnTo>
                  <a:pt x="12377" y="3816"/>
                </a:lnTo>
                <a:lnTo>
                  <a:pt x="12694" y="3461"/>
                </a:lnTo>
                <a:lnTo>
                  <a:pt x="12694" y="3195"/>
                </a:lnTo>
                <a:lnTo>
                  <a:pt x="12694" y="2751"/>
                </a:lnTo>
                <a:lnTo>
                  <a:pt x="12694" y="2573"/>
                </a:lnTo>
                <a:lnTo>
                  <a:pt x="13170" y="2307"/>
                </a:lnTo>
                <a:lnTo>
                  <a:pt x="13170" y="2130"/>
                </a:lnTo>
                <a:lnTo>
                  <a:pt x="13170" y="1686"/>
                </a:lnTo>
                <a:lnTo>
                  <a:pt x="13170" y="1508"/>
                </a:lnTo>
                <a:lnTo>
                  <a:pt x="13488" y="1065"/>
                </a:lnTo>
                <a:lnTo>
                  <a:pt x="13488" y="887"/>
                </a:lnTo>
                <a:lnTo>
                  <a:pt x="13488" y="443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1915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2716669" y="2609541"/>
            <a:ext cx="13329" cy="42247"/>
          </a:xfrm>
          <a:custGeom>
            <a:avLst/>
            <a:gdLst/>
            <a:ahLst/>
            <a:cxnLst/>
            <a:rect l="l" t="t" r="r" b="b"/>
            <a:pathLst>
              <a:path w="13329" h="42247">
                <a:moveTo>
                  <a:pt x="0" y="42247"/>
                </a:moveTo>
                <a:lnTo>
                  <a:pt x="317" y="41981"/>
                </a:lnTo>
                <a:lnTo>
                  <a:pt x="317" y="41626"/>
                </a:lnTo>
                <a:lnTo>
                  <a:pt x="317" y="41360"/>
                </a:lnTo>
                <a:lnTo>
                  <a:pt x="317" y="41182"/>
                </a:lnTo>
                <a:lnTo>
                  <a:pt x="317" y="40916"/>
                </a:lnTo>
                <a:lnTo>
                  <a:pt x="317" y="40561"/>
                </a:lnTo>
                <a:lnTo>
                  <a:pt x="317" y="40295"/>
                </a:lnTo>
                <a:lnTo>
                  <a:pt x="317" y="40117"/>
                </a:lnTo>
                <a:lnTo>
                  <a:pt x="317" y="39851"/>
                </a:lnTo>
                <a:lnTo>
                  <a:pt x="793" y="39673"/>
                </a:lnTo>
                <a:lnTo>
                  <a:pt x="793" y="39229"/>
                </a:lnTo>
                <a:lnTo>
                  <a:pt x="793" y="39052"/>
                </a:lnTo>
                <a:lnTo>
                  <a:pt x="793" y="38786"/>
                </a:lnTo>
                <a:lnTo>
                  <a:pt x="793" y="38608"/>
                </a:lnTo>
                <a:lnTo>
                  <a:pt x="1110" y="38164"/>
                </a:lnTo>
                <a:lnTo>
                  <a:pt x="1110" y="37987"/>
                </a:lnTo>
                <a:lnTo>
                  <a:pt x="1110" y="37721"/>
                </a:lnTo>
                <a:lnTo>
                  <a:pt x="1110" y="37543"/>
                </a:lnTo>
                <a:lnTo>
                  <a:pt x="1110" y="37277"/>
                </a:lnTo>
                <a:lnTo>
                  <a:pt x="1586" y="36833"/>
                </a:lnTo>
                <a:lnTo>
                  <a:pt x="1586" y="36656"/>
                </a:lnTo>
                <a:lnTo>
                  <a:pt x="1586" y="36212"/>
                </a:lnTo>
                <a:lnTo>
                  <a:pt x="1586" y="36034"/>
                </a:lnTo>
                <a:lnTo>
                  <a:pt x="1904" y="35591"/>
                </a:lnTo>
                <a:lnTo>
                  <a:pt x="1904" y="35413"/>
                </a:lnTo>
                <a:lnTo>
                  <a:pt x="1904" y="34969"/>
                </a:lnTo>
                <a:lnTo>
                  <a:pt x="2221" y="34703"/>
                </a:lnTo>
                <a:lnTo>
                  <a:pt x="2221" y="34348"/>
                </a:lnTo>
                <a:lnTo>
                  <a:pt x="2221" y="34082"/>
                </a:lnTo>
                <a:lnTo>
                  <a:pt x="2221" y="33638"/>
                </a:lnTo>
                <a:lnTo>
                  <a:pt x="2697" y="33460"/>
                </a:lnTo>
                <a:lnTo>
                  <a:pt x="2697" y="33194"/>
                </a:lnTo>
                <a:lnTo>
                  <a:pt x="2697" y="33017"/>
                </a:lnTo>
                <a:lnTo>
                  <a:pt x="2697" y="32839"/>
                </a:lnTo>
                <a:lnTo>
                  <a:pt x="2697" y="32395"/>
                </a:lnTo>
                <a:lnTo>
                  <a:pt x="2697" y="32129"/>
                </a:lnTo>
                <a:lnTo>
                  <a:pt x="2697" y="31952"/>
                </a:lnTo>
                <a:lnTo>
                  <a:pt x="2697" y="31774"/>
                </a:lnTo>
                <a:lnTo>
                  <a:pt x="2697" y="31508"/>
                </a:lnTo>
                <a:lnTo>
                  <a:pt x="2697" y="31330"/>
                </a:lnTo>
                <a:lnTo>
                  <a:pt x="3015" y="30886"/>
                </a:lnTo>
                <a:lnTo>
                  <a:pt x="3015" y="30620"/>
                </a:lnTo>
                <a:lnTo>
                  <a:pt x="3015" y="30265"/>
                </a:lnTo>
                <a:lnTo>
                  <a:pt x="3491" y="29999"/>
                </a:lnTo>
                <a:lnTo>
                  <a:pt x="3491" y="29821"/>
                </a:lnTo>
                <a:lnTo>
                  <a:pt x="3491" y="29555"/>
                </a:lnTo>
                <a:lnTo>
                  <a:pt x="3491" y="29378"/>
                </a:lnTo>
                <a:lnTo>
                  <a:pt x="3491" y="29200"/>
                </a:lnTo>
                <a:lnTo>
                  <a:pt x="3808" y="28756"/>
                </a:lnTo>
                <a:lnTo>
                  <a:pt x="3808" y="28490"/>
                </a:lnTo>
                <a:lnTo>
                  <a:pt x="3808" y="28313"/>
                </a:lnTo>
                <a:lnTo>
                  <a:pt x="3808" y="28046"/>
                </a:lnTo>
                <a:lnTo>
                  <a:pt x="3808" y="27869"/>
                </a:lnTo>
                <a:lnTo>
                  <a:pt x="4284" y="27691"/>
                </a:lnTo>
                <a:lnTo>
                  <a:pt x="4284" y="27425"/>
                </a:lnTo>
                <a:lnTo>
                  <a:pt x="4284" y="27247"/>
                </a:lnTo>
                <a:lnTo>
                  <a:pt x="4284" y="26981"/>
                </a:lnTo>
                <a:lnTo>
                  <a:pt x="4284" y="26804"/>
                </a:lnTo>
                <a:lnTo>
                  <a:pt x="4601" y="26360"/>
                </a:lnTo>
                <a:lnTo>
                  <a:pt x="4601" y="26182"/>
                </a:lnTo>
                <a:lnTo>
                  <a:pt x="4601" y="25916"/>
                </a:lnTo>
                <a:lnTo>
                  <a:pt x="4601" y="25472"/>
                </a:lnTo>
                <a:lnTo>
                  <a:pt x="4601" y="25295"/>
                </a:lnTo>
                <a:lnTo>
                  <a:pt x="4601" y="25117"/>
                </a:lnTo>
                <a:lnTo>
                  <a:pt x="4601" y="24851"/>
                </a:lnTo>
                <a:lnTo>
                  <a:pt x="4601" y="24674"/>
                </a:lnTo>
                <a:lnTo>
                  <a:pt x="4919" y="24407"/>
                </a:lnTo>
                <a:lnTo>
                  <a:pt x="4919" y="24230"/>
                </a:lnTo>
                <a:lnTo>
                  <a:pt x="4919" y="23786"/>
                </a:lnTo>
                <a:lnTo>
                  <a:pt x="4919" y="23608"/>
                </a:lnTo>
                <a:lnTo>
                  <a:pt x="5395" y="23342"/>
                </a:lnTo>
                <a:lnTo>
                  <a:pt x="5395" y="22898"/>
                </a:lnTo>
                <a:lnTo>
                  <a:pt x="5395" y="22721"/>
                </a:lnTo>
                <a:lnTo>
                  <a:pt x="5395" y="22543"/>
                </a:lnTo>
                <a:lnTo>
                  <a:pt x="5712" y="22277"/>
                </a:lnTo>
                <a:lnTo>
                  <a:pt x="5712" y="21833"/>
                </a:lnTo>
                <a:lnTo>
                  <a:pt x="5712" y="21656"/>
                </a:lnTo>
                <a:lnTo>
                  <a:pt x="5712" y="21478"/>
                </a:lnTo>
                <a:lnTo>
                  <a:pt x="5712" y="21212"/>
                </a:lnTo>
                <a:lnTo>
                  <a:pt x="6188" y="21035"/>
                </a:lnTo>
                <a:lnTo>
                  <a:pt x="6188" y="20768"/>
                </a:lnTo>
                <a:lnTo>
                  <a:pt x="6188" y="20591"/>
                </a:lnTo>
                <a:lnTo>
                  <a:pt x="6188" y="20325"/>
                </a:lnTo>
                <a:lnTo>
                  <a:pt x="6506" y="20147"/>
                </a:lnTo>
                <a:lnTo>
                  <a:pt x="6506" y="19970"/>
                </a:lnTo>
                <a:lnTo>
                  <a:pt x="6506" y="19703"/>
                </a:lnTo>
                <a:lnTo>
                  <a:pt x="6506" y="19526"/>
                </a:lnTo>
                <a:lnTo>
                  <a:pt x="6506" y="19259"/>
                </a:lnTo>
                <a:lnTo>
                  <a:pt x="6823" y="19082"/>
                </a:lnTo>
                <a:lnTo>
                  <a:pt x="6823" y="18904"/>
                </a:lnTo>
                <a:lnTo>
                  <a:pt x="6823" y="18638"/>
                </a:lnTo>
                <a:lnTo>
                  <a:pt x="6823" y="18461"/>
                </a:lnTo>
                <a:lnTo>
                  <a:pt x="6823" y="18194"/>
                </a:lnTo>
                <a:lnTo>
                  <a:pt x="6823" y="18017"/>
                </a:lnTo>
                <a:lnTo>
                  <a:pt x="6823" y="17751"/>
                </a:lnTo>
                <a:lnTo>
                  <a:pt x="6823" y="17573"/>
                </a:lnTo>
                <a:lnTo>
                  <a:pt x="6823" y="17396"/>
                </a:lnTo>
                <a:lnTo>
                  <a:pt x="6823" y="17129"/>
                </a:lnTo>
                <a:lnTo>
                  <a:pt x="7299" y="16952"/>
                </a:lnTo>
                <a:lnTo>
                  <a:pt x="7299" y="16686"/>
                </a:lnTo>
                <a:lnTo>
                  <a:pt x="7299" y="16508"/>
                </a:lnTo>
                <a:lnTo>
                  <a:pt x="7616" y="16064"/>
                </a:lnTo>
                <a:lnTo>
                  <a:pt x="7616" y="15887"/>
                </a:lnTo>
                <a:lnTo>
                  <a:pt x="7616" y="15620"/>
                </a:lnTo>
                <a:lnTo>
                  <a:pt x="7616" y="15443"/>
                </a:lnTo>
                <a:lnTo>
                  <a:pt x="8093" y="15177"/>
                </a:lnTo>
                <a:lnTo>
                  <a:pt x="8093" y="14999"/>
                </a:lnTo>
                <a:lnTo>
                  <a:pt x="8093" y="14555"/>
                </a:lnTo>
                <a:lnTo>
                  <a:pt x="8093" y="14378"/>
                </a:lnTo>
                <a:lnTo>
                  <a:pt x="8093" y="14112"/>
                </a:lnTo>
                <a:lnTo>
                  <a:pt x="8410" y="14112"/>
                </a:lnTo>
                <a:lnTo>
                  <a:pt x="8410" y="13934"/>
                </a:lnTo>
                <a:lnTo>
                  <a:pt x="8410" y="13757"/>
                </a:lnTo>
                <a:lnTo>
                  <a:pt x="8410" y="13490"/>
                </a:lnTo>
                <a:lnTo>
                  <a:pt x="8410" y="13313"/>
                </a:lnTo>
                <a:lnTo>
                  <a:pt x="8886" y="13047"/>
                </a:lnTo>
                <a:lnTo>
                  <a:pt x="8886" y="12692"/>
                </a:lnTo>
                <a:lnTo>
                  <a:pt x="8886" y="12425"/>
                </a:lnTo>
                <a:lnTo>
                  <a:pt x="8886" y="12248"/>
                </a:lnTo>
                <a:lnTo>
                  <a:pt x="8886" y="11982"/>
                </a:lnTo>
                <a:lnTo>
                  <a:pt x="8886" y="11804"/>
                </a:lnTo>
                <a:lnTo>
                  <a:pt x="8886" y="11538"/>
                </a:lnTo>
                <a:lnTo>
                  <a:pt x="9203" y="11360"/>
                </a:lnTo>
                <a:lnTo>
                  <a:pt x="9203" y="11183"/>
                </a:lnTo>
                <a:lnTo>
                  <a:pt x="9203" y="10916"/>
                </a:lnTo>
                <a:lnTo>
                  <a:pt x="9203" y="10739"/>
                </a:lnTo>
                <a:lnTo>
                  <a:pt x="9521" y="10473"/>
                </a:lnTo>
                <a:lnTo>
                  <a:pt x="9521" y="10295"/>
                </a:lnTo>
                <a:lnTo>
                  <a:pt x="9521" y="10118"/>
                </a:lnTo>
                <a:lnTo>
                  <a:pt x="9521" y="9851"/>
                </a:lnTo>
                <a:lnTo>
                  <a:pt x="9521" y="9408"/>
                </a:lnTo>
                <a:lnTo>
                  <a:pt x="9997" y="9408"/>
                </a:lnTo>
                <a:lnTo>
                  <a:pt x="9997" y="9230"/>
                </a:lnTo>
                <a:lnTo>
                  <a:pt x="9997" y="8964"/>
                </a:lnTo>
                <a:lnTo>
                  <a:pt x="9997" y="8786"/>
                </a:lnTo>
                <a:lnTo>
                  <a:pt x="10314" y="8609"/>
                </a:lnTo>
                <a:lnTo>
                  <a:pt x="10314" y="8343"/>
                </a:lnTo>
                <a:lnTo>
                  <a:pt x="10314" y="8165"/>
                </a:lnTo>
                <a:lnTo>
                  <a:pt x="10314" y="7899"/>
                </a:lnTo>
                <a:lnTo>
                  <a:pt x="10790" y="7721"/>
                </a:lnTo>
                <a:lnTo>
                  <a:pt x="10790" y="7544"/>
                </a:lnTo>
                <a:lnTo>
                  <a:pt x="10790" y="7277"/>
                </a:lnTo>
                <a:lnTo>
                  <a:pt x="10790" y="7100"/>
                </a:lnTo>
                <a:lnTo>
                  <a:pt x="11108" y="6834"/>
                </a:lnTo>
                <a:lnTo>
                  <a:pt x="11108" y="6656"/>
                </a:lnTo>
                <a:lnTo>
                  <a:pt x="11108" y="6390"/>
                </a:lnTo>
                <a:lnTo>
                  <a:pt x="11108" y="6212"/>
                </a:lnTo>
                <a:lnTo>
                  <a:pt x="11108" y="6035"/>
                </a:lnTo>
                <a:lnTo>
                  <a:pt x="11108" y="5769"/>
                </a:lnTo>
                <a:lnTo>
                  <a:pt x="11108" y="5591"/>
                </a:lnTo>
                <a:lnTo>
                  <a:pt x="11108" y="5325"/>
                </a:lnTo>
                <a:lnTo>
                  <a:pt x="11425" y="5325"/>
                </a:lnTo>
                <a:lnTo>
                  <a:pt x="11425" y="5147"/>
                </a:lnTo>
                <a:lnTo>
                  <a:pt x="11425" y="4970"/>
                </a:lnTo>
                <a:lnTo>
                  <a:pt x="11425" y="4704"/>
                </a:lnTo>
                <a:lnTo>
                  <a:pt x="11901" y="4526"/>
                </a:lnTo>
                <a:lnTo>
                  <a:pt x="11901" y="4260"/>
                </a:lnTo>
                <a:lnTo>
                  <a:pt x="11901" y="4082"/>
                </a:lnTo>
                <a:lnTo>
                  <a:pt x="11901" y="3816"/>
                </a:lnTo>
                <a:lnTo>
                  <a:pt x="11901" y="3638"/>
                </a:lnTo>
                <a:lnTo>
                  <a:pt x="12218" y="3638"/>
                </a:lnTo>
                <a:lnTo>
                  <a:pt x="12218" y="3461"/>
                </a:lnTo>
                <a:lnTo>
                  <a:pt x="12218" y="3195"/>
                </a:lnTo>
                <a:lnTo>
                  <a:pt x="12218" y="3017"/>
                </a:lnTo>
                <a:lnTo>
                  <a:pt x="12218" y="2751"/>
                </a:lnTo>
                <a:lnTo>
                  <a:pt x="12694" y="2573"/>
                </a:lnTo>
                <a:lnTo>
                  <a:pt x="12694" y="2396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686"/>
                </a:lnTo>
                <a:lnTo>
                  <a:pt x="13012" y="1508"/>
                </a:lnTo>
                <a:lnTo>
                  <a:pt x="13012" y="1242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621"/>
                </a:lnTo>
                <a:lnTo>
                  <a:pt x="13329" y="443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1876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729999" y="2590636"/>
            <a:ext cx="13805" cy="18904"/>
          </a:xfrm>
          <a:custGeom>
            <a:avLst/>
            <a:gdLst/>
            <a:ahLst/>
            <a:cxnLst/>
            <a:rect l="l" t="t" r="r" b="b"/>
            <a:pathLst>
              <a:path w="13805" h="18904">
                <a:moveTo>
                  <a:pt x="0" y="18904"/>
                </a:moveTo>
                <a:lnTo>
                  <a:pt x="476" y="18727"/>
                </a:lnTo>
                <a:lnTo>
                  <a:pt x="476" y="18461"/>
                </a:lnTo>
                <a:lnTo>
                  <a:pt x="476" y="18283"/>
                </a:lnTo>
                <a:lnTo>
                  <a:pt x="476" y="18017"/>
                </a:lnTo>
                <a:lnTo>
                  <a:pt x="793" y="17839"/>
                </a:lnTo>
                <a:lnTo>
                  <a:pt x="793" y="17573"/>
                </a:lnTo>
                <a:lnTo>
                  <a:pt x="793" y="17396"/>
                </a:lnTo>
                <a:lnTo>
                  <a:pt x="1269" y="17218"/>
                </a:lnTo>
                <a:lnTo>
                  <a:pt x="1269" y="16952"/>
                </a:lnTo>
                <a:lnTo>
                  <a:pt x="1269" y="16774"/>
                </a:lnTo>
                <a:lnTo>
                  <a:pt x="1269" y="16508"/>
                </a:lnTo>
                <a:lnTo>
                  <a:pt x="1586" y="16508"/>
                </a:lnTo>
                <a:lnTo>
                  <a:pt x="1586" y="16331"/>
                </a:lnTo>
                <a:lnTo>
                  <a:pt x="1586" y="16153"/>
                </a:lnTo>
                <a:lnTo>
                  <a:pt x="1586" y="15887"/>
                </a:lnTo>
                <a:lnTo>
                  <a:pt x="2062" y="15709"/>
                </a:lnTo>
                <a:lnTo>
                  <a:pt x="2062" y="15443"/>
                </a:lnTo>
                <a:lnTo>
                  <a:pt x="2062" y="15265"/>
                </a:lnTo>
                <a:lnTo>
                  <a:pt x="2062" y="14644"/>
                </a:lnTo>
                <a:lnTo>
                  <a:pt x="2380" y="14378"/>
                </a:lnTo>
                <a:lnTo>
                  <a:pt x="2380" y="14200"/>
                </a:lnTo>
                <a:lnTo>
                  <a:pt x="2380" y="13934"/>
                </a:lnTo>
                <a:lnTo>
                  <a:pt x="2697" y="13934"/>
                </a:lnTo>
                <a:lnTo>
                  <a:pt x="2697" y="13757"/>
                </a:lnTo>
                <a:lnTo>
                  <a:pt x="2697" y="13579"/>
                </a:lnTo>
                <a:lnTo>
                  <a:pt x="2697" y="13313"/>
                </a:lnTo>
                <a:lnTo>
                  <a:pt x="3173" y="13135"/>
                </a:lnTo>
                <a:lnTo>
                  <a:pt x="3173" y="12869"/>
                </a:lnTo>
                <a:lnTo>
                  <a:pt x="3491" y="12692"/>
                </a:lnTo>
                <a:lnTo>
                  <a:pt x="3491" y="12425"/>
                </a:lnTo>
                <a:lnTo>
                  <a:pt x="3491" y="12248"/>
                </a:lnTo>
                <a:lnTo>
                  <a:pt x="3491" y="12070"/>
                </a:lnTo>
                <a:lnTo>
                  <a:pt x="3967" y="12070"/>
                </a:lnTo>
                <a:lnTo>
                  <a:pt x="3967" y="11804"/>
                </a:lnTo>
                <a:lnTo>
                  <a:pt x="3967" y="11626"/>
                </a:lnTo>
                <a:lnTo>
                  <a:pt x="3967" y="11360"/>
                </a:lnTo>
                <a:lnTo>
                  <a:pt x="3967" y="11183"/>
                </a:lnTo>
                <a:lnTo>
                  <a:pt x="3967" y="11005"/>
                </a:lnTo>
                <a:lnTo>
                  <a:pt x="3967" y="10739"/>
                </a:lnTo>
                <a:lnTo>
                  <a:pt x="4284" y="10739"/>
                </a:lnTo>
                <a:lnTo>
                  <a:pt x="4284" y="10561"/>
                </a:lnTo>
                <a:lnTo>
                  <a:pt x="4601" y="10295"/>
                </a:lnTo>
                <a:lnTo>
                  <a:pt x="4601" y="10118"/>
                </a:lnTo>
                <a:lnTo>
                  <a:pt x="4601" y="9851"/>
                </a:lnTo>
                <a:lnTo>
                  <a:pt x="5077" y="9674"/>
                </a:lnTo>
                <a:lnTo>
                  <a:pt x="5077" y="9496"/>
                </a:lnTo>
                <a:lnTo>
                  <a:pt x="5395" y="9230"/>
                </a:lnTo>
                <a:lnTo>
                  <a:pt x="5395" y="9053"/>
                </a:lnTo>
                <a:lnTo>
                  <a:pt x="5395" y="8786"/>
                </a:lnTo>
                <a:lnTo>
                  <a:pt x="5871" y="8609"/>
                </a:lnTo>
                <a:lnTo>
                  <a:pt x="5871" y="8431"/>
                </a:lnTo>
                <a:lnTo>
                  <a:pt x="5871" y="8165"/>
                </a:lnTo>
                <a:lnTo>
                  <a:pt x="5871" y="7721"/>
                </a:lnTo>
                <a:lnTo>
                  <a:pt x="6188" y="7721"/>
                </a:lnTo>
                <a:lnTo>
                  <a:pt x="6188" y="7544"/>
                </a:lnTo>
                <a:lnTo>
                  <a:pt x="6188" y="7366"/>
                </a:lnTo>
                <a:lnTo>
                  <a:pt x="6188" y="7100"/>
                </a:lnTo>
                <a:lnTo>
                  <a:pt x="6664" y="7100"/>
                </a:lnTo>
                <a:lnTo>
                  <a:pt x="6664" y="6922"/>
                </a:lnTo>
                <a:lnTo>
                  <a:pt x="6982" y="6656"/>
                </a:lnTo>
                <a:lnTo>
                  <a:pt x="6982" y="6479"/>
                </a:lnTo>
                <a:lnTo>
                  <a:pt x="7299" y="6212"/>
                </a:lnTo>
                <a:lnTo>
                  <a:pt x="7299" y="6035"/>
                </a:lnTo>
                <a:lnTo>
                  <a:pt x="7299" y="5857"/>
                </a:lnTo>
                <a:lnTo>
                  <a:pt x="7775" y="5857"/>
                </a:lnTo>
                <a:lnTo>
                  <a:pt x="7775" y="5591"/>
                </a:lnTo>
                <a:lnTo>
                  <a:pt x="7775" y="5591"/>
                </a:lnTo>
                <a:lnTo>
                  <a:pt x="8093" y="5414"/>
                </a:lnTo>
                <a:lnTo>
                  <a:pt x="8093" y="4792"/>
                </a:lnTo>
                <a:lnTo>
                  <a:pt x="8569" y="4792"/>
                </a:lnTo>
                <a:lnTo>
                  <a:pt x="8569" y="4526"/>
                </a:lnTo>
                <a:lnTo>
                  <a:pt x="8569" y="4349"/>
                </a:lnTo>
                <a:lnTo>
                  <a:pt x="8886" y="4349"/>
                </a:lnTo>
                <a:lnTo>
                  <a:pt x="8886" y="4082"/>
                </a:lnTo>
                <a:lnTo>
                  <a:pt x="8886" y="3905"/>
                </a:lnTo>
                <a:lnTo>
                  <a:pt x="9203" y="3905"/>
                </a:lnTo>
                <a:lnTo>
                  <a:pt x="9203" y="3638"/>
                </a:lnTo>
                <a:lnTo>
                  <a:pt x="9203" y="3461"/>
                </a:lnTo>
                <a:lnTo>
                  <a:pt x="9679" y="3461"/>
                </a:lnTo>
                <a:lnTo>
                  <a:pt x="9679" y="3283"/>
                </a:lnTo>
                <a:lnTo>
                  <a:pt x="9997" y="3283"/>
                </a:lnTo>
                <a:lnTo>
                  <a:pt x="9997" y="3017"/>
                </a:lnTo>
                <a:lnTo>
                  <a:pt x="9997" y="2573"/>
                </a:lnTo>
                <a:lnTo>
                  <a:pt x="10473" y="2396"/>
                </a:lnTo>
                <a:lnTo>
                  <a:pt x="10790" y="2396"/>
                </a:lnTo>
                <a:lnTo>
                  <a:pt x="10790" y="2218"/>
                </a:lnTo>
                <a:lnTo>
                  <a:pt x="10790" y="2218"/>
                </a:lnTo>
                <a:lnTo>
                  <a:pt x="11266" y="1952"/>
                </a:lnTo>
                <a:lnTo>
                  <a:pt x="11266" y="1775"/>
                </a:lnTo>
                <a:lnTo>
                  <a:pt x="11584" y="1775"/>
                </a:lnTo>
                <a:lnTo>
                  <a:pt x="11584" y="1508"/>
                </a:lnTo>
                <a:lnTo>
                  <a:pt x="11901" y="1331"/>
                </a:lnTo>
                <a:lnTo>
                  <a:pt x="11901" y="1065"/>
                </a:lnTo>
                <a:lnTo>
                  <a:pt x="12377" y="1065"/>
                </a:lnTo>
                <a:lnTo>
                  <a:pt x="12377" y="887"/>
                </a:lnTo>
                <a:lnTo>
                  <a:pt x="12694" y="887"/>
                </a:lnTo>
                <a:lnTo>
                  <a:pt x="12694" y="710"/>
                </a:lnTo>
                <a:lnTo>
                  <a:pt x="13170" y="710"/>
                </a:lnTo>
                <a:lnTo>
                  <a:pt x="13170" y="443"/>
                </a:lnTo>
                <a:lnTo>
                  <a:pt x="13488" y="443"/>
                </a:lnTo>
                <a:lnTo>
                  <a:pt x="13488" y="266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1654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2743805" y="2590015"/>
            <a:ext cx="13488" cy="7100"/>
          </a:xfrm>
          <a:custGeom>
            <a:avLst/>
            <a:gdLst/>
            <a:ahLst/>
            <a:cxnLst/>
            <a:rect l="l" t="t" r="r" b="b"/>
            <a:pathLst>
              <a:path w="13488" h="7100">
                <a:moveTo>
                  <a:pt x="0" y="621"/>
                </a:moveTo>
                <a:lnTo>
                  <a:pt x="476" y="621"/>
                </a:lnTo>
                <a:lnTo>
                  <a:pt x="793" y="443"/>
                </a:lnTo>
                <a:lnTo>
                  <a:pt x="1269" y="443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380" y="0"/>
                </a:lnTo>
                <a:lnTo>
                  <a:pt x="2697" y="0"/>
                </a:lnTo>
                <a:lnTo>
                  <a:pt x="3173" y="0"/>
                </a:lnTo>
                <a:lnTo>
                  <a:pt x="3491" y="0"/>
                </a:lnTo>
                <a:lnTo>
                  <a:pt x="3967" y="0"/>
                </a:lnTo>
                <a:lnTo>
                  <a:pt x="4284" y="0"/>
                </a:lnTo>
                <a:lnTo>
                  <a:pt x="4601" y="0"/>
                </a:lnTo>
                <a:lnTo>
                  <a:pt x="4601" y="0"/>
                </a:lnTo>
                <a:lnTo>
                  <a:pt x="4601" y="266"/>
                </a:lnTo>
                <a:lnTo>
                  <a:pt x="5077" y="266"/>
                </a:lnTo>
                <a:lnTo>
                  <a:pt x="5395" y="266"/>
                </a:lnTo>
                <a:lnTo>
                  <a:pt x="5395" y="443"/>
                </a:lnTo>
                <a:lnTo>
                  <a:pt x="5871" y="443"/>
                </a:lnTo>
                <a:lnTo>
                  <a:pt x="5871" y="443"/>
                </a:lnTo>
                <a:lnTo>
                  <a:pt x="6188" y="621"/>
                </a:lnTo>
                <a:lnTo>
                  <a:pt x="6506" y="621"/>
                </a:lnTo>
                <a:lnTo>
                  <a:pt x="6982" y="621"/>
                </a:lnTo>
                <a:lnTo>
                  <a:pt x="6982" y="887"/>
                </a:lnTo>
                <a:lnTo>
                  <a:pt x="6982" y="1065"/>
                </a:lnTo>
                <a:lnTo>
                  <a:pt x="7299" y="1065"/>
                </a:lnTo>
                <a:lnTo>
                  <a:pt x="7299" y="1331"/>
                </a:lnTo>
                <a:lnTo>
                  <a:pt x="7775" y="1331"/>
                </a:lnTo>
                <a:lnTo>
                  <a:pt x="8093" y="1508"/>
                </a:lnTo>
                <a:lnTo>
                  <a:pt x="8093" y="1686"/>
                </a:lnTo>
                <a:lnTo>
                  <a:pt x="8569" y="1686"/>
                </a:lnTo>
                <a:lnTo>
                  <a:pt x="8886" y="1686"/>
                </a:lnTo>
                <a:lnTo>
                  <a:pt x="8886" y="1686"/>
                </a:lnTo>
                <a:lnTo>
                  <a:pt x="8886" y="1952"/>
                </a:lnTo>
                <a:lnTo>
                  <a:pt x="8886" y="2130"/>
                </a:lnTo>
                <a:lnTo>
                  <a:pt x="9203" y="2396"/>
                </a:lnTo>
                <a:lnTo>
                  <a:pt x="9203" y="2573"/>
                </a:lnTo>
                <a:lnTo>
                  <a:pt x="9679" y="2573"/>
                </a:lnTo>
                <a:lnTo>
                  <a:pt x="9679" y="2840"/>
                </a:lnTo>
                <a:lnTo>
                  <a:pt x="9679" y="3017"/>
                </a:lnTo>
                <a:lnTo>
                  <a:pt x="9997" y="3017"/>
                </a:lnTo>
                <a:lnTo>
                  <a:pt x="10473" y="3195"/>
                </a:lnTo>
                <a:lnTo>
                  <a:pt x="10473" y="3461"/>
                </a:lnTo>
                <a:lnTo>
                  <a:pt x="10790" y="3461"/>
                </a:lnTo>
                <a:lnTo>
                  <a:pt x="10790" y="3638"/>
                </a:lnTo>
                <a:lnTo>
                  <a:pt x="10790" y="3905"/>
                </a:lnTo>
                <a:lnTo>
                  <a:pt x="10790" y="4082"/>
                </a:lnTo>
                <a:lnTo>
                  <a:pt x="11108" y="4082"/>
                </a:lnTo>
                <a:lnTo>
                  <a:pt x="11108" y="4260"/>
                </a:lnTo>
                <a:lnTo>
                  <a:pt x="11584" y="4526"/>
                </a:lnTo>
                <a:lnTo>
                  <a:pt x="11584" y="4704"/>
                </a:lnTo>
                <a:lnTo>
                  <a:pt x="11901" y="4970"/>
                </a:lnTo>
                <a:lnTo>
                  <a:pt x="11901" y="5147"/>
                </a:lnTo>
                <a:lnTo>
                  <a:pt x="12377" y="5414"/>
                </a:lnTo>
                <a:lnTo>
                  <a:pt x="12377" y="5591"/>
                </a:lnTo>
                <a:lnTo>
                  <a:pt x="12694" y="5591"/>
                </a:lnTo>
                <a:lnTo>
                  <a:pt x="12694" y="5769"/>
                </a:lnTo>
                <a:lnTo>
                  <a:pt x="12694" y="6035"/>
                </a:lnTo>
                <a:lnTo>
                  <a:pt x="13170" y="6035"/>
                </a:lnTo>
                <a:lnTo>
                  <a:pt x="13170" y="6212"/>
                </a:lnTo>
                <a:lnTo>
                  <a:pt x="13170" y="6479"/>
                </a:lnTo>
                <a:lnTo>
                  <a:pt x="13170" y="6656"/>
                </a:lnTo>
                <a:lnTo>
                  <a:pt x="13488" y="6834"/>
                </a:lnTo>
                <a:lnTo>
                  <a:pt x="13488" y="7100"/>
                </a:lnTo>
              </a:path>
            </a:pathLst>
          </a:custGeom>
          <a:ln w="1279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2757293" y="2597115"/>
            <a:ext cx="13805" cy="30886"/>
          </a:xfrm>
          <a:custGeom>
            <a:avLst/>
            <a:gdLst/>
            <a:ahLst/>
            <a:cxnLst/>
            <a:rect l="l" t="t" r="r" b="b"/>
            <a:pathLst>
              <a:path w="13805" h="30886">
                <a:moveTo>
                  <a:pt x="0" y="0"/>
                </a:moveTo>
                <a:lnTo>
                  <a:pt x="0" y="177"/>
                </a:lnTo>
                <a:lnTo>
                  <a:pt x="317" y="443"/>
                </a:lnTo>
                <a:lnTo>
                  <a:pt x="317" y="621"/>
                </a:lnTo>
                <a:lnTo>
                  <a:pt x="793" y="621"/>
                </a:lnTo>
                <a:lnTo>
                  <a:pt x="793" y="887"/>
                </a:lnTo>
                <a:lnTo>
                  <a:pt x="793" y="1065"/>
                </a:lnTo>
                <a:lnTo>
                  <a:pt x="1110" y="1065"/>
                </a:lnTo>
                <a:lnTo>
                  <a:pt x="1110" y="1242"/>
                </a:lnTo>
                <a:lnTo>
                  <a:pt x="1110" y="1508"/>
                </a:lnTo>
                <a:lnTo>
                  <a:pt x="1110" y="1686"/>
                </a:lnTo>
                <a:lnTo>
                  <a:pt x="1586" y="1686"/>
                </a:lnTo>
                <a:lnTo>
                  <a:pt x="1586" y="1952"/>
                </a:lnTo>
                <a:lnTo>
                  <a:pt x="1586" y="2130"/>
                </a:lnTo>
                <a:lnTo>
                  <a:pt x="1586" y="2307"/>
                </a:lnTo>
                <a:lnTo>
                  <a:pt x="1586" y="2573"/>
                </a:lnTo>
                <a:lnTo>
                  <a:pt x="1586" y="2751"/>
                </a:lnTo>
                <a:lnTo>
                  <a:pt x="1904" y="2751"/>
                </a:lnTo>
                <a:lnTo>
                  <a:pt x="1904" y="3017"/>
                </a:lnTo>
                <a:lnTo>
                  <a:pt x="2221" y="3195"/>
                </a:lnTo>
                <a:lnTo>
                  <a:pt x="2221" y="3372"/>
                </a:lnTo>
                <a:lnTo>
                  <a:pt x="2221" y="3638"/>
                </a:lnTo>
                <a:lnTo>
                  <a:pt x="2697" y="3816"/>
                </a:lnTo>
                <a:lnTo>
                  <a:pt x="2697" y="4082"/>
                </a:lnTo>
                <a:lnTo>
                  <a:pt x="3015" y="4260"/>
                </a:lnTo>
                <a:lnTo>
                  <a:pt x="3015" y="4526"/>
                </a:lnTo>
                <a:lnTo>
                  <a:pt x="3015" y="4704"/>
                </a:lnTo>
                <a:lnTo>
                  <a:pt x="3015" y="4881"/>
                </a:lnTo>
                <a:lnTo>
                  <a:pt x="3491" y="4881"/>
                </a:lnTo>
                <a:lnTo>
                  <a:pt x="3491" y="5147"/>
                </a:lnTo>
                <a:lnTo>
                  <a:pt x="3491" y="5325"/>
                </a:lnTo>
                <a:lnTo>
                  <a:pt x="3808" y="5325"/>
                </a:lnTo>
                <a:lnTo>
                  <a:pt x="3808" y="5591"/>
                </a:lnTo>
                <a:lnTo>
                  <a:pt x="3808" y="5769"/>
                </a:lnTo>
                <a:lnTo>
                  <a:pt x="3808" y="5946"/>
                </a:lnTo>
                <a:lnTo>
                  <a:pt x="3808" y="6212"/>
                </a:lnTo>
                <a:lnTo>
                  <a:pt x="3808" y="6390"/>
                </a:lnTo>
                <a:lnTo>
                  <a:pt x="3808" y="6656"/>
                </a:lnTo>
                <a:lnTo>
                  <a:pt x="4125" y="6656"/>
                </a:lnTo>
                <a:lnTo>
                  <a:pt x="4125" y="6834"/>
                </a:lnTo>
                <a:lnTo>
                  <a:pt x="4125" y="7100"/>
                </a:lnTo>
                <a:lnTo>
                  <a:pt x="4125" y="7277"/>
                </a:lnTo>
                <a:lnTo>
                  <a:pt x="4601" y="7455"/>
                </a:lnTo>
                <a:lnTo>
                  <a:pt x="4601" y="7721"/>
                </a:lnTo>
                <a:lnTo>
                  <a:pt x="4919" y="7899"/>
                </a:lnTo>
                <a:lnTo>
                  <a:pt x="4919" y="8165"/>
                </a:lnTo>
                <a:lnTo>
                  <a:pt x="4919" y="8343"/>
                </a:lnTo>
                <a:lnTo>
                  <a:pt x="4919" y="8520"/>
                </a:lnTo>
                <a:lnTo>
                  <a:pt x="5395" y="8786"/>
                </a:lnTo>
                <a:lnTo>
                  <a:pt x="5395" y="8964"/>
                </a:lnTo>
                <a:lnTo>
                  <a:pt x="5395" y="9230"/>
                </a:lnTo>
                <a:lnTo>
                  <a:pt x="5712" y="9408"/>
                </a:lnTo>
                <a:lnTo>
                  <a:pt x="5712" y="9674"/>
                </a:lnTo>
                <a:lnTo>
                  <a:pt x="5712" y="9851"/>
                </a:lnTo>
                <a:lnTo>
                  <a:pt x="5712" y="10029"/>
                </a:lnTo>
                <a:lnTo>
                  <a:pt x="5712" y="10295"/>
                </a:lnTo>
                <a:lnTo>
                  <a:pt x="5712" y="10473"/>
                </a:lnTo>
                <a:lnTo>
                  <a:pt x="6188" y="10739"/>
                </a:lnTo>
                <a:lnTo>
                  <a:pt x="6188" y="10916"/>
                </a:lnTo>
                <a:lnTo>
                  <a:pt x="6188" y="11094"/>
                </a:lnTo>
                <a:lnTo>
                  <a:pt x="6506" y="11360"/>
                </a:lnTo>
                <a:lnTo>
                  <a:pt x="6506" y="11538"/>
                </a:lnTo>
                <a:lnTo>
                  <a:pt x="6506" y="11804"/>
                </a:lnTo>
                <a:lnTo>
                  <a:pt x="6506" y="11982"/>
                </a:lnTo>
                <a:lnTo>
                  <a:pt x="6823" y="12248"/>
                </a:lnTo>
                <a:lnTo>
                  <a:pt x="6823" y="12425"/>
                </a:lnTo>
                <a:lnTo>
                  <a:pt x="6823" y="12603"/>
                </a:lnTo>
                <a:lnTo>
                  <a:pt x="6823" y="12869"/>
                </a:lnTo>
                <a:lnTo>
                  <a:pt x="7299" y="13047"/>
                </a:lnTo>
                <a:lnTo>
                  <a:pt x="7299" y="13313"/>
                </a:lnTo>
                <a:lnTo>
                  <a:pt x="7299" y="13490"/>
                </a:lnTo>
                <a:lnTo>
                  <a:pt x="7616" y="13490"/>
                </a:lnTo>
                <a:lnTo>
                  <a:pt x="7616" y="13668"/>
                </a:lnTo>
                <a:lnTo>
                  <a:pt x="7616" y="13934"/>
                </a:lnTo>
                <a:lnTo>
                  <a:pt x="7616" y="14112"/>
                </a:lnTo>
                <a:lnTo>
                  <a:pt x="7616" y="14378"/>
                </a:lnTo>
                <a:lnTo>
                  <a:pt x="8093" y="14378"/>
                </a:lnTo>
                <a:lnTo>
                  <a:pt x="8093" y="14555"/>
                </a:lnTo>
                <a:lnTo>
                  <a:pt x="8093" y="14822"/>
                </a:lnTo>
                <a:lnTo>
                  <a:pt x="8093" y="14999"/>
                </a:lnTo>
                <a:lnTo>
                  <a:pt x="8093" y="15177"/>
                </a:lnTo>
                <a:lnTo>
                  <a:pt x="8093" y="15443"/>
                </a:lnTo>
                <a:lnTo>
                  <a:pt x="8093" y="15620"/>
                </a:lnTo>
                <a:lnTo>
                  <a:pt x="8093" y="15887"/>
                </a:lnTo>
                <a:lnTo>
                  <a:pt x="8093" y="16064"/>
                </a:lnTo>
                <a:lnTo>
                  <a:pt x="8410" y="16064"/>
                </a:lnTo>
                <a:lnTo>
                  <a:pt x="8410" y="16242"/>
                </a:lnTo>
                <a:lnTo>
                  <a:pt x="8410" y="16508"/>
                </a:lnTo>
                <a:lnTo>
                  <a:pt x="8727" y="16686"/>
                </a:lnTo>
                <a:lnTo>
                  <a:pt x="8727" y="16952"/>
                </a:lnTo>
                <a:lnTo>
                  <a:pt x="8727" y="17129"/>
                </a:lnTo>
                <a:lnTo>
                  <a:pt x="8727" y="17396"/>
                </a:lnTo>
                <a:lnTo>
                  <a:pt x="9203" y="17573"/>
                </a:lnTo>
                <a:lnTo>
                  <a:pt x="9203" y="17751"/>
                </a:lnTo>
                <a:lnTo>
                  <a:pt x="9203" y="18017"/>
                </a:lnTo>
                <a:lnTo>
                  <a:pt x="9203" y="18194"/>
                </a:lnTo>
                <a:lnTo>
                  <a:pt x="9203" y="18461"/>
                </a:lnTo>
                <a:lnTo>
                  <a:pt x="9521" y="18461"/>
                </a:lnTo>
                <a:lnTo>
                  <a:pt x="9521" y="18638"/>
                </a:lnTo>
                <a:lnTo>
                  <a:pt x="9521" y="18816"/>
                </a:lnTo>
                <a:lnTo>
                  <a:pt x="9521" y="19082"/>
                </a:lnTo>
                <a:lnTo>
                  <a:pt x="9521" y="19259"/>
                </a:lnTo>
                <a:lnTo>
                  <a:pt x="9997" y="19526"/>
                </a:lnTo>
                <a:lnTo>
                  <a:pt x="9997" y="19703"/>
                </a:lnTo>
                <a:lnTo>
                  <a:pt x="9997" y="19970"/>
                </a:lnTo>
                <a:lnTo>
                  <a:pt x="9997" y="20147"/>
                </a:lnTo>
                <a:lnTo>
                  <a:pt x="9997" y="20325"/>
                </a:lnTo>
                <a:lnTo>
                  <a:pt x="9997" y="20591"/>
                </a:lnTo>
                <a:lnTo>
                  <a:pt x="9997" y="20768"/>
                </a:lnTo>
                <a:lnTo>
                  <a:pt x="10314" y="21035"/>
                </a:lnTo>
                <a:lnTo>
                  <a:pt x="10314" y="21212"/>
                </a:lnTo>
                <a:lnTo>
                  <a:pt x="10314" y="21390"/>
                </a:lnTo>
                <a:lnTo>
                  <a:pt x="10314" y="21656"/>
                </a:lnTo>
                <a:lnTo>
                  <a:pt x="10314" y="21833"/>
                </a:lnTo>
                <a:lnTo>
                  <a:pt x="10790" y="21833"/>
                </a:lnTo>
                <a:lnTo>
                  <a:pt x="10790" y="22100"/>
                </a:lnTo>
                <a:lnTo>
                  <a:pt x="10790" y="22277"/>
                </a:lnTo>
                <a:lnTo>
                  <a:pt x="10790" y="22543"/>
                </a:lnTo>
                <a:lnTo>
                  <a:pt x="10790" y="22721"/>
                </a:lnTo>
                <a:lnTo>
                  <a:pt x="11108" y="22898"/>
                </a:lnTo>
                <a:lnTo>
                  <a:pt x="11108" y="23165"/>
                </a:lnTo>
                <a:lnTo>
                  <a:pt x="11108" y="23342"/>
                </a:lnTo>
                <a:lnTo>
                  <a:pt x="11425" y="23608"/>
                </a:lnTo>
                <a:lnTo>
                  <a:pt x="11425" y="23786"/>
                </a:lnTo>
                <a:lnTo>
                  <a:pt x="11425" y="24230"/>
                </a:lnTo>
                <a:lnTo>
                  <a:pt x="11425" y="24407"/>
                </a:lnTo>
                <a:lnTo>
                  <a:pt x="11901" y="24674"/>
                </a:lnTo>
                <a:lnTo>
                  <a:pt x="11901" y="24851"/>
                </a:lnTo>
                <a:lnTo>
                  <a:pt x="11901" y="25117"/>
                </a:lnTo>
                <a:lnTo>
                  <a:pt x="11901" y="25295"/>
                </a:lnTo>
                <a:lnTo>
                  <a:pt x="11901" y="25472"/>
                </a:lnTo>
                <a:lnTo>
                  <a:pt x="12218" y="25472"/>
                </a:lnTo>
                <a:lnTo>
                  <a:pt x="12218" y="25739"/>
                </a:lnTo>
                <a:lnTo>
                  <a:pt x="12218" y="25916"/>
                </a:lnTo>
                <a:lnTo>
                  <a:pt x="12218" y="26360"/>
                </a:lnTo>
                <a:lnTo>
                  <a:pt x="12218" y="26537"/>
                </a:lnTo>
                <a:lnTo>
                  <a:pt x="12218" y="26804"/>
                </a:lnTo>
                <a:lnTo>
                  <a:pt x="12218" y="26981"/>
                </a:lnTo>
                <a:lnTo>
                  <a:pt x="12218" y="27247"/>
                </a:lnTo>
                <a:lnTo>
                  <a:pt x="12694" y="27425"/>
                </a:lnTo>
                <a:lnTo>
                  <a:pt x="12694" y="27602"/>
                </a:lnTo>
                <a:lnTo>
                  <a:pt x="12694" y="27869"/>
                </a:lnTo>
                <a:lnTo>
                  <a:pt x="12694" y="28046"/>
                </a:lnTo>
                <a:lnTo>
                  <a:pt x="12694" y="28313"/>
                </a:lnTo>
                <a:lnTo>
                  <a:pt x="13012" y="28490"/>
                </a:lnTo>
                <a:lnTo>
                  <a:pt x="13012" y="28756"/>
                </a:lnTo>
                <a:lnTo>
                  <a:pt x="13012" y="28934"/>
                </a:lnTo>
                <a:lnTo>
                  <a:pt x="13012" y="29111"/>
                </a:lnTo>
                <a:lnTo>
                  <a:pt x="13329" y="29555"/>
                </a:lnTo>
                <a:lnTo>
                  <a:pt x="13329" y="29821"/>
                </a:lnTo>
                <a:lnTo>
                  <a:pt x="13329" y="29999"/>
                </a:lnTo>
                <a:lnTo>
                  <a:pt x="13329" y="30176"/>
                </a:lnTo>
                <a:lnTo>
                  <a:pt x="13805" y="30443"/>
                </a:lnTo>
                <a:lnTo>
                  <a:pt x="13805" y="30886"/>
                </a:lnTo>
              </a:path>
            </a:pathLst>
          </a:custGeom>
          <a:ln w="1810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2771099" y="2628002"/>
            <a:ext cx="13329" cy="52720"/>
          </a:xfrm>
          <a:custGeom>
            <a:avLst/>
            <a:gdLst/>
            <a:ahLst/>
            <a:cxnLst/>
            <a:rect l="l" t="t" r="r" b="b"/>
            <a:pathLst>
              <a:path w="13329" h="52720">
                <a:moveTo>
                  <a:pt x="0" y="0"/>
                </a:moveTo>
                <a:lnTo>
                  <a:pt x="0" y="177"/>
                </a:lnTo>
                <a:lnTo>
                  <a:pt x="0" y="443"/>
                </a:lnTo>
                <a:lnTo>
                  <a:pt x="317" y="443"/>
                </a:lnTo>
                <a:lnTo>
                  <a:pt x="317" y="621"/>
                </a:lnTo>
                <a:lnTo>
                  <a:pt x="317" y="798"/>
                </a:lnTo>
                <a:lnTo>
                  <a:pt x="317" y="1242"/>
                </a:lnTo>
                <a:lnTo>
                  <a:pt x="317" y="1508"/>
                </a:lnTo>
                <a:lnTo>
                  <a:pt x="317" y="1686"/>
                </a:lnTo>
                <a:lnTo>
                  <a:pt x="317" y="1863"/>
                </a:lnTo>
                <a:lnTo>
                  <a:pt x="317" y="2307"/>
                </a:lnTo>
                <a:lnTo>
                  <a:pt x="317" y="2573"/>
                </a:lnTo>
                <a:lnTo>
                  <a:pt x="793" y="2751"/>
                </a:lnTo>
                <a:lnTo>
                  <a:pt x="793" y="3195"/>
                </a:lnTo>
                <a:lnTo>
                  <a:pt x="793" y="3372"/>
                </a:lnTo>
                <a:lnTo>
                  <a:pt x="793" y="3638"/>
                </a:lnTo>
                <a:lnTo>
                  <a:pt x="1110" y="3816"/>
                </a:lnTo>
                <a:lnTo>
                  <a:pt x="1110" y="4082"/>
                </a:lnTo>
                <a:lnTo>
                  <a:pt x="1110" y="4260"/>
                </a:lnTo>
                <a:lnTo>
                  <a:pt x="1110" y="4437"/>
                </a:lnTo>
                <a:lnTo>
                  <a:pt x="1586" y="4704"/>
                </a:lnTo>
                <a:lnTo>
                  <a:pt x="1586" y="4881"/>
                </a:lnTo>
                <a:lnTo>
                  <a:pt x="1586" y="5147"/>
                </a:lnTo>
                <a:lnTo>
                  <a:pt x="1586" y="5325"/>
                </a:lnTo>
                <a:lnTo>
                  <a:pt x="1586" y="5591"/>
                </a:lnTo>
                <a:lnTo>
                  <a:pt x="1904" y="5769"/>
                </a:lnTo>
                <a:lnTo>
                  <a:pt x="1904" y="6212"/>
                </a:lnTo>
                <a:lnTo>
                  <a:pt x="1904" y="6390"/>
                </a:lnTo>
                <a:lnTo>
                  <a:pt x="1904" y="6656"/>
                </a:lnTo>
                <a:lnTo>
                  <a:pt x="2221" y="7011"/>
                </a:lnTo>
                <a:lnTo>
                  <a:pt x="2221" y="7277"/>
                </a:lnTo>
                <a:lnTo>
                  <a:pt x="2221" y="7455"/>
                </a:lnTo>
                <a:lnTo>
                  <a:pt x="2221" y="7899"/>
                </a:lnTo>
                <a:lnTo>
                  <a:pt x="2697" y="8165"/>
                </a:lnTo>
                <a:lnTo>
                  <a:pt x="2697" y="8343"/>
                </a:lnTo>
                <a:lnTo>
                  <a:pt x="2697" y="8786"/>
                </a:lnTo>
                <a:lnTo>
                  <a:pt x="2697" y="8964"/>
                </a:lnTo>
                <a:lnTo>
                  <a:pt x="2697" y="9408"/>
                </a:lnTo>
                <a:lnTo>
                  <a:pt x="2697" y="9585"/>
                </a:lnTo>
                <a:lnTo>
                  <a:pt x="2697" y="9851"/>
                </a:lnTo>
                <a:lnTo>
                  <a:pt x="3015" y="10295"/>
                </a:lnTo>
                <a:lnTo>
                  <a:pt x="3015" y="10473"/>
                </a:lnTo>
                <a:lnTo>
                  <a:pt x="3015" y="10739"/>
                </a:lnTo>
                <a:lnTo>
                  <a:pt x="3015" y="11094"/>
                </a:lnTo>
                <a:lnTo>
                  <a:pt x="3491" y="11360"/>
                </a:lnTo>
                <a:lnTo>
                  <a:pt x="3491" y="11804"/>
                </a:lnTo>
                <a:lnTo>
                  <a:pt x="3491" y="11982"/>
                </a:lnTo>
                <a:lnTo>
                  <a:pt x="3491" y="12159"/>
                </a:lnTo>
                <a:lnTo>
                  <a:pt x="3491" y="12425"/>
                </a:lnTo>
                <a:lnTo>
                  <a:pt x="3808" y="12603"/>
                </a:lnTo>
                <a:lnTo>
                  <a:pt x="3808" y="12869"/>
                </a:lnTo>
                <a:lnTo>
                  <a:pt x="3808" y="13313"/>
                </a:lnTo>
                <a:lnTo>
                  <a:pt x="3808" y="13490"/>
                </a:lnTo>
                <a:lnTo>
                  <a:pt x="4125" y="13490"/>
                </a:lnTo>
                <a:lnTo>
                  <a:pt x="4125" y="13934"/>
                </a:lnTo>
                <a:lnTo>
                  <a:pt x="4125" y="14112"/>
                </a:lnTo>
                <a:lnTo>
                  <a:pt x="4125" y="14378"/>
                </a:lnTo>
                <a:lnTo>
                  <a:pt x="4125" y="14555"/>
                </a:lnTo>
                <a:lnTo>
                  <a:pt x="4601" y="14733"/>
                </a:lnTo>
                <a:lnTo>
                  <a:pt x="4601" y="15177"/>
                </a:lnTo>
                <a:lnTo>
                  <a:pt x="4601" y="15443"/>
                </a:lnTo>
                <a:lnTo>
                  <a:pt x="4601" y="15620"/>
                </a:lnTo>
                <a:lnTo>
                  <a:pt x="4601" y="15887"/>
                </a:lnTo>
                <a:lnTo>
                  <a:pt x="4601" y="16064"/>
                </a:lnTo>
                <a:lnTo>
                  <a:pt x="4601" y="16242"/>
                </a:lnTo>
                <a:lnTo>
                  <a:pt x="4601" y="16686"/>
                </a:lnTo>
                <a:lnTo>
                  <a:pt x="4601" y="16952"/>
                </a:lnTo>
                <a:lnTo>
                  <a:pt x="4601" y="17129"/>
                </a:lnTo>
                <a:lnTo>
                  <a:pt x="4919" y="17307"/>
                </a:lnTo>
                <a:lnTo>
                  <a:pt x="4919" y="17573"/>
                </a:lnTo>
                <a:lnTo>
                  <a:pt x="4919" y="18017"/>
                </a:lnTo>
                <a:lnTo>
                  <a:pt x="4919" y="18194"/>
                </a:lnTo>
                <a:lnTo>
                  <a:pt x="5395" y="18372"/>
                </a:lnTo>
                <a:lnTo>
                  <a:pt x="5395" y="18638"/>
                </a:lnTo>
                <a:lnTo>
                  <a:pt x="5395" y="18816"/>
                </a:lnTo>
                <a:lnTo>
                  <a:pt x="5395" y="19259"/>
                </a:lnTo>
                <a:lnTo>
                  <a:pt x="5712" y="19703"/>
                </a:lnTo>
                <a:lnTo>
                  <a:pt x="5712" y="19881"/>
                </a:lnTo>
                <a:lnTo>
                  <a:pt x="5712" y="20325"/>
                </a:lnTo>
                <a:lnTo>
                  <a:pt x="5712" y="20591"/>
                </a:lnTo>
                <a:lnTo>
                  <a:pt x="6188" y="20946"/>
                </a:lnTo>
                <a:lnTo>
                  <a:pt x="6188" y="21212"/>
                </a:lnTo>
                <a:lnTo>
                  <a:pt x="6188" y="21656"/>
                </a:lnTo>
                <a:lnTo>
                  <a:pt x="6188" y="22100"/>
                </a:lnTo>
                <a:lnTo>
                  <a:pt x="6506" y="22277"/>
                </a:lnTo>
                <a:lnTo>
                  <a:pt x="6506" y="22721"/>
                </a:lnTo>
                <a:lnTo>
                  <a:pt x="6506" y="22898"/>
                </a:lnTo>
                <a:lnTo>
                  <a:pt x="6506" y="23165"/>
                </a:lnTo>
                <a:lnTo>
                  <a:pt x="6506" y="23342"/>
                </a:lnTo>
                <a:lnTo>
                  <a:pt x="6506" y="23520"/>
                </a:lnTo>
                <a:lnTo>
                  <a:pt x="6506" y="23964"/>
                </a:lnTo>
                <a:lnTo>
                  <a:pt x="6506" y="24407"/>
                </a:lnTo>
                <a:lnTo>
                  <a:pt x="6823" y="24674"/>
                </a:lnTo>
                <a:lnTo>
                  <a:pt x="6823" y="25029"/>
                </a:lnTo>
                <a:lnTo>
                  <a:pt x="6823" y="25295"/>
                </a:lnTo>
                <a:lnTo>
                  <a:pt x="6823" y="25472"/>
                </a:lnTo>
                <a:lnTo>
                  <a:pt x="6823" y="25739"/>
                </a:lnTo>
                <a:lnTo>
                  <a:pt x="7299" y="26094"/>
                </a:lnTo>
                <a:lnTo>
                  <a:pt x="7299" y="26360"/>
                </a:lnTo>
                <a:lnTo>
                  <a:pt x="7299" y="26537"/>
                </a:lnTo>
                <a:lnTo>
                  <a:pt x="7299" y="26804"/>
                </a:lnTo>
                <a:lnTo>
                  <a:pt x="7299" y="27247"/>
                </a:lnTo>
                <a:lnTo>
                  <a:pt x="7616" y="27425"/>
                </a:lnTo>
                <a:lnTo>
                  <a:pt x="7616" y="27602"/>
                </a:lnTo>
                <a:lnTo>
                  <a:pt x="7616" y="27869"/>
                </a:lnTo>
                <a:lnTo>
                  <a:pt x="7616" y="28313"/>
                </a:lnTo>
                <a:lnTo>
                  <a:pt x="7616" y="28490"/>
                </a:lnTo>
                <a:lnTo>
                  <a:pt x="8093" y="28668"/>
                </a:lnTo>
                <a:lnTo>
                  <a:pt x="8093" y="28934"/>
                </a:lnTo>
                <a:lnTo>
                  <a:pt x="8093" y="29378"/>
                </a:lnTo>
                <a:lnTo>
                  <a:pt x="8093" y="29555"/>
                </a:lnTo>
                <a:lnTo>
                  <a:pt x="8410" y="29999"/>
                </a:lnTo>
                <a:lnTo>
                  <a:pt x="8410" y="30443"/>
                </a:lnTo>
                <a:lnTo>
                  <a:pt x="8410" y="30620"/>
                </a:lnTo>
                <a:lnTo>
                  <a:pt x="8410" y="31064"/>
                </a:lnTo>
                <a:lnTo>
                  <a:pt x="8727" y="31241"/>
                </a:lnTo>
                <a:lnTo>
                  <a:pt x="8727" y="31508"/>
                </a:lnTo>
                <a:lnTo>
                  <a:pt x="8727" y="31952"/>
                </a:lnTo>
                <a:lnTo>
                  <a:pt x="8727" y="32129"/>
                </a:lnTo>
                <a:lnTo>
                  <a:pt x="8727" y="32395"/>
                </a:lnTo>
                <a:lnTo>
                  <a:pt x="8727" y="32573"/>
                </a:lnTo>
                <a:lnTo>
                  <a:pt x="8727" y="33017"/>
                </a:lnTo>
                <a:lnTo>
                  <a:pt x="8727" y="33194"/>
                </a:lnTo>
                <a:lnTo>
                  <a:pt x="8727" y="33460"/>
                </a:lnTo>
                <a:lnTo>
                  <a:pt x="8727" y="33815"/>
                </a:lnTo>
                <a:lnTo>
                  <a:pt x="9203" y="34082"/>
                </a:lnTo>
                <a:lnTo>
                  <a:pt x="9203" y="34525"/>
                </a:lnTo>
                <a:lnTo>
                  <a:pt x="9203" y="34703"/>
                </a:lnTo>
                <a:lnTo>
                  <a:pt x="9203" y="34969"/>
                </a:lnTo>
                <a:lnTo>
                  <a:pt x="9521" y="35147"/>
                </a:lnTo>
                <a:lnTo>
                  <a:pt x="9521" y="35591"/>
                </a:lnTo>
                <a:lnTo>
                  <a:pt x="9521" y="35768"/>
                </a:lnTo>
                <a:lnTo>
                  <a:pt x="9521" y="36034"/>
                </a:lnTo>
                <a:lnTo>
                  <a:pt x="9521" y="36389"/>
                </a:lnTo>
                <a:lnTo>
                  <a:pt x="9997" y="36656"/>
                </a:lnTo>
                <a:lnTo>
                  <a:pt x="9997" y="37099"/>
                </a:lnTo>
                <a:lnTo>
                  <a:pt x="9997" y="37277"/>
                </a:lnTo>
                <a:lnTo>
                  <a:pt x="9997" y="37543"/>
                </a:lnTo>
                <a:lnTo>
                  <a:pt x="9997" y="37898"/>
                </a:lnTo>
                <a:lnTo>
                  <a:pt x="10314" y="38164"/>
                </a:lnTo>
                <a:lnTo>
                  <a:pt x="10314" y="38342"/>
                </a:lnTo>
                <a:lnTo>
                  <a:pt x="10314" y="38786"/>
                </a:lnTo>
                <a:lnTo>
                  <a:pt x="10314" y="38963"/>
                </a:lnTo>
                <a:lnTo>
                  <a:pt x="10314" y="39407"/>
                </a:lnTo>
                <a:lnTo>
                  <a:pt x="10631" y="39407"/>
                </a:lnTo>
                <a:lnTo>
                  <a:pt x="10631" y="39851"/>
                </a:lnTo>
                <a:lnTo>
                  <a:pt x="10631" y="40295"/>
                </a:lnTo>
                <a:lnTo>
                  <a:pt x="10631" y="40472"/>
                </a:lnTo>
                <a:lnTo>
                  <a:pt x="10631" y="40738"/>
                </a:lnTo>
                <a:lnTo>
                  <a:pt x="10631" y="41182"/>
                </a:lnTo>
                <a:lnTo>
                  <a:pt x="10631" y="41360"/>
                </a:lnTo>
                <a:lnTo>
                  <a:pt x="10631" y="41803"/>
                </a:lnTo>
                <a:lnTo>
                  <a:pt x="10631" y="41981"/>
                </a:lnTo>
                <a:lnTo>
                  <a:pt x="11108" y="42247"/>
                </a:lnTo>
                <a:lnTo>
                  <a:pt x="11108" y="42602"/>
                </a:lnTo>
                <a:lnTo>
                  <a:pt x="11108" y="42868"/>
                </a:lnTo>
                <a:lnTo>
                  <a:pt x="11108" y="43046"/>
                </a:lnTo>
                <a:lnTo>
                  <a:pt x="11108" y="43490"/>
                </a:lnTo>
                <a:lnTo>
                  <a:pt x="11425" y="43756"/>
                </a:lnTo>
                <a:lnTo>
                  <a:pt x="11425" y="44111"/>
                </a:lnTo>
                <a:lnTo>
                  <a:pt x="11425" y="44377"/>
                </a:lnTo>
                <a:lnTo>
                  <a:pt x="11425" y="44555"/>
                </a:lnTo>
                <a:lnTo>
                  <a:pt x="11425" y="44999"/>
                </a:lnTo>
                <a:lnTo>
                  <a:pt x="11901" y="45176"/>
                </a:lnTo>
                <a:lnTo>
                  <a:pt x="11901" y="45442"/>
                </a:lnTo>
                <a:lnTo>
                  <a:pt x="11901" y="45886"/>
                </a:lnTo>
                <a:lnTo>
                  <a:pt x="11901" y="46330"/>
                </a:lnTo>
                <a:lnTo>
                  <a:pt x="12218" y="46507"/>
                </a:lnTo>
                <a:lnTo>
                  <a:pt x="12218" y="46685"/>
                </a:lnTo>
                <a:lnTo>
                  <a:pt x="12218" y="47129"/>
                </a:lnTo>
                <a:lnTo>
                  <a:pt x="12218" y="47573"/>
                </a:lnTo>
                <a:lnTo>
                  <a:pt x="12694" y="48016"/>
                </a:lnTo>
                <a:lnTo>
                  <a:pt x="12694" y="48460"/>
                </a:lnTo>
                <a:lnTo>
                  <a:pt x="12694" y="48638"/>
                </a:lnTo>
                <a:lnTo>
                  <a:pt x="12694" y="48904"/>
                </a:lnTo>
                <a:lnTo>
                  <a:pt x="12694" y="49259"/>
                </a:lnTo>
                <a:lnTo>
                  <a:pt x="13012" y="49525"/>
                </a:lnTo>
                <a:lnTo>
                  <a:pt x="13012" y="49969"/>
                </a:lnTo>
                <a:lnTo>
                  <a:pt x="13012" y="50146"/>
                </a:lnTo>
                <a:lnTo>
                  <a:pt x="13012" y="50590"/>
                </a:lnTo>
                <a:lnTo>
                  <a:pt x="13012" y="50768"/>
                </a:lnTo>
                <a:lnTo>
                  <a:pt x="13012" y="51211"/>
                </a:lnTo>
                <a:lnTo>
                  <a:pt x="13012" y="51478"/>
                </a:lnTo>
                <a:lnTo>
                  <a:pt x="13012" y="51655"/>
                </a:lnTo>
                <a:lnTo>
                  <a:pt x="13012" y="52099"/>
                </a:lnTo>
                <a:lnTo>
                  <a:pt x="13329" y="52277"/>
                </a:lnTo>
                <a:lnTo>
                  <a:pt x="13329" y="52720"/>
                </a:lnTo>
              </a:path>
            </a:pathLst>
          </a:custGeom>
          <a:ln w="190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2784428" y="2680723"/>
            <a:ext cx="13805" cy="70560"/>
          </a:xfrm>
          <a:custGeom>
            <a:avLst/>
            <a:gdLst/>
            <a:ahLst/>
            <a:cxnLst/>
            <a:rect l="l" t="t" r="r" b="b"/>
            <a:pathLst>
              <a:path w="13805" h="70560">
                <a:moveTo>
                  <a:pt x="0" y="0"/>
                </a:moveTo>
                <a:lnTo>
                  <a:pt x="0" y="177"/>
                </a:lnTo>
                <a:lnTo>
                  <a:pt x="0" y="621"/>
                </a:lnTo>
                <a:lnTo>
                  <a:pt x="0" y="887"/>
                </a:lnTo>
                <a:lnTo>
                  <a:pt x="476" y="1331"/>
                </a:lnTo>
                <a:lnTo>
                  <a:pt x="476" y="1508"/>
                </a:lnTo>
                <a:lnTo>
                  <a:pt x="476" y="1952"/>
                </a:lnTo>
                <a:lnTo>
                  <a:pt x="476" y="2130"/>
                </a:lnTo>
                <a:lnTo>
                  <a:pt x="476" y="2573"/>
                </a:lnTo>
                <a:lnTo>
                  <a:pt x="793" y="2751"/>
                </a:lnTo>
                <a:lnTo>
                  <a:pt x="793" y="3195"/>
                </a:lnTo>
                <a:lnTo>
                  <a:pt x="793" y="3461"/>
                </a:lnTo>
                <a:lnTo>
                  <a:pt x="793" y="3905"/>
                </a:lnTo>
                <a:lnTo>
                  <a:pt x="793" y="4082"/>
                </a:lnTo>
                <a:lnTo>
                  <a:pt x="1269" y="4260"/>
                </a:lnTo>
                <a:lnTo>
                  <a:pt x="1269" y="4704"/>
                </a:lnTo>
                <a:lnTo>
                  <a:pt x="1269" y="5147"/>
                </a:lnTo>
                <a:lnTo>
                  <a:pt x="1269" y="5325"/>
                </a:lnTo>
                <a:lnTo>
                  <a:pt x="1586" y="5591"/>
                </a:lnTo>
                <a:lnTo>
                  <a:pt x="1586" y="6035"/>
                </a:lnTo>
                <a:lnTo>
                  <a:pt x="1586" y="6479"/>
                </a:lnTo>
                <a:lnTo>
                  <a:pt x="1586" y="6656"/>
                </a:lnTo>
                <a:lnTo>
                  <a:pt x="1586" y="6834"/>
                </a:lnTo>
                <a:lnTo>
                  <a:pt x="1586" y="7277"/>
                </a:lnTo>
                <a:lnTo>
                  <a:pt x="1586" y="7721"/>
                </a:lnTo>
                <a:lnTo>
                  <a:pt x="1586" y="7899"/>
                </a:lnTo>
                <a:lnTo>
                  <a:pt x="1586" y="8343"/>
                </a:lnTo>
                <a:lnTo>
                  <a:pt x="1586" y="8609"/>
                </a:lnTo>
                <a:lnTo>
                  <a:pt x="1904" y="9053"/>
                </a:lnTo>
                <a:lnTo>
                  <a:pt x="1904" y="9230"/>
                </a:lnTo>
                <a:lnTo>
                  <a:pt x="1904" y="9674"/>
                </a:lnTo>
                <a:lnTo>
                  <a:pt x="1904" y="10118"/>
                </a:lnTo>
                <a:lnTo>
                  <a:pt x="1904" y="10295"/>
                </a:lnTo>
                <a:lnTo>
                  <a:pt x="2380" y="10473"/>
                </a:lnTo>
                <a:lnTo>
                  <a:pt x="2380" y="10916"/>
                </a:lnTo>
                <a:lnTo>
                  <a:pt x="2380" y="11360"/>
                </a:lnTo>
                <a:lnTo>
                  <a:pt x="2380" y="11538"/>
                </a:lnTo>
                <a:lnTo>
                  <a:pt x="2697" y="11804"/>
                </a:lnTo>
                <a:lnTo>
                  <a:pt x="2697" y="12248"/>
                </a:lnTo>
                <a:lnTo>
                  <a:pt x="2697" y="12692"/>
                </a:lnTo>
                <a:lnTo>
                  <a:pt x="2697" y="12869"/>
                </a:lnTo>
                <a:lnTo>
                  <a:pt x="2697" y="13313"/>
                </a:lnTo>
                <a:lnTo>
                  <a:pt x="3173" y="13757"/>
                </a:lnTo>
                <a:lnTo>
                  <a:pt x="3173" y="14112"/>
                </a:lnTo>
                <a:lnTo>
                  <a:pt x="3173" y="14555"/>
                </a:lnTo>
                <a:lnTo>
                  <a:pt x="3173" y="14999"/>
                </a:lnTo>
                <a:lnTo>
                  <a:pt x="3491" y="15265"/>
                </a:lnTo>
                <a:lnTo>
                  <a:pt x="3491" y="15620"/>
                </a:lnTo>
                <a:lnTo>
                  <a:pt x="3491" y="15887"/>
                </a:lnTo>
                <a:lnTo>
                  <a:pt x="3491" y="16064"/>
                </a:lnTo>
                <a:lnTo>
                  <a:pt x="3491" y="16508"/>
                </a:lnTo>
                <a:lnTo>
                  <a:pt x="3967" y="16952"/>
                </a:lnTo>
                <a:lnTo>
                  <a:pt x="3967" y="17396"/>
                </a:lnTo>
                <a:lnTo>
                  <a:pt x="3967" y="17573"/>
                </a:lnTo>
                <a:lnTo>
                  <a:pt x="3967" y="18017"/>
                </a:lnTo>
                <a:lnTo>
                  <a:pt x="3967" y="18194"/>
                </a:lnTo>
                <a:lnTo>
                  <a:pt x="3967" y="18638"/>
                </a:lnTo>
                <a:lnTo>
                  <a:pt x="3967" y="18904"/>
                </a:lnTo>
                <a:lnTo>
                  <a:pt x="3967" y="19259"/>
                </a:lnTo>
                <a:lnTo>
                  <a:pt x="3967" y="19703"/>
                </a:lnTo>
                <a:lnTo>
                  <a:pt x="4284" y="19970"/>
                </a:lnTo>
                <a:lnTo>
                  <a:pt x="4284" y="20413"/>
                </a:lnTo>
                <a:lnTo>
                  <a:pt x="4284" y="20768"/>
                </a:lnTo>
                <a:lnTo>
                  <a:pt x="4284" y="21035"/>
                </a:lnTo>
                <a:lnTo>
                  <a:pt x="4284" y="21212"/>
                </a:lnTo>
                <a:lnTo>
                  <a:pt x="4601" y="21656"/>
                </a:lnTo>
                <a:lnTo>
                  <a:pt x="4601" y="22100"/>
                </a:lnTo>
                <a:lnTo>
                  <a:pt x="4601" y="22277"/>
                </a:lnTo>
                <a:lnTo>
                  <a:pt x="4601" y="22721"/>
                </a:lnTo>
                <a:lnTo>
                  <a:pt x="4601" y="23165"/>
                </a:lnTo>
                <a:lnTo>
                  <a:pt x="5077" y="23342"/>
                </a:lnTo>
                <a:lnTo>
                  <a:pt x="5077" y="23786"/>
                </a:lnTo>
                <a:lnTo>
                  <a:pt x="5077" y="24230"/>
                </a:lnTo>
                <a:lnTo>
                  <a:pt x="5077" y="24407"/>
                </a:lnTo>
                <a:lnTo>
                  <a:pt x="5395" y="24674"/>
                </a:lnTo>
                <a:lnTo>
                  <a:pt x="5395" y="25117"/>
                </a:lnTo>
                <a:lnTo>
                  <a:pt x="5395" y="25561"/>
                </a:lnTo>
                <a:lnTo>
                  <a:pt x="5395" y="25739"/>
                </a:lnTo>
                <a:lnTo>
                  <a:pt x="5395" y="26182"/>
                </a:lnTo>
                <a:lnTo>
                  <a:pt x="5871" y="26626"/>
                </a:lnTo>
                <a:lnTo>
                  <a:pt x="5871" y="26804"/>
                </a:lnTo>
                <a:lnTo>
                  <a:pt x="5871" y="27247"/>
                </a:lnTo>
                <a:lnTo>
                  <a:pt x="5871" y="27691"/>
                </a:lnTo>
                <a:lnTo>
                  <a:pt x="5871" y="28135"/>
                </a:lnTo>
                <a:lnTo>
                  <a:pt x="5871" y="28313"/>
                </a:lnTo>
                <a:lnTo>
                  <a:pt x="5871" y="28490"/>
                </a:lnTo>
                <a:lnTo>
                  <a:pt x="5871" y="28934"/>
                </a:lnTo>
                <a:lnTo>
                  <a:pt x="5871" y="29200"/>
                </a:lnTo>
                <a:lnTo>
                  <a:pt x="5871" y="29555"/>
                </a:lnTo>
                <a:lnTo>
                  <a:pt x="6188" y="29999"/>
                </a:lnTo>
                <a:lnTo>
                  <a:pt x="6188" y="30443"/>
                </a:lnTo>
                <a:lnTo>
                  <a:pt x="6188" y="30709"/>
                </a:lnTo>
                <a:lnTo>
                  <a:pt x="6188" y="31064"/>
                </a:lnTo>
                <a:lnTo>
                  <a:pt x="6506" y="31508"/>
                </a:lnTo>
                <a:lnTo>
                  <a:pt x="6506" y="31774"/>
                </a:lnTo>
                <a:lnTo>
                  <a:pt x="6506" y="32129"/>
                </a:lnTo>
                <a:lnTo>
                  <a:pt x="6506" y="32573"/>
                </a:lnTo>
                <a:lnTo>
                  <a:pt x="6506" y="32839"/>
                </a:lnTo>
                <a:lnTo>
                  <a:pt x="6982" y="33283"/>
                </a:lnTo>
                <a:lnTo>
                  <a:pt x="6982" y="33638"/>
                </a:lnTo>
                <a:lnTo>
                  <a:pt x="6982" y="33904"/>
                </a:lnTo>
                <a:lnTo>
                  <a:pt x="6982" y="34348"/>
                </a:lnTo>
                <a:lnTo>
                  <a:pt x="6982" y="34703"/>
                </a:lnTo>
                <a:lnTo>
                  <a:pt x="7299" y="35147"/>
                </a:lnTo>
                <a:lnTo>
                  <a:pt x="7299" y="35413"/>
                </a:lnTo>
                <a:lnTo>
                  <a:pt x="7299" y="35768"/>
                </a:lnTo>
                <a:lnTo>
                  <a:pt x="7299" y="36212"/>
                </a:lnTo>
                <a:lnTo>
                  <a:pt x="7299" y="36478"/>
                </a:lnTo>
                <a:lnTo>
                  <a:pt x="7775" y="36922"/>
                </a:lnTo>
                <a:lnTo>
                  <a:pt x="7775" y="37099"/>
                </a:lnTo>
                <a:lnTo>
                  <a:pt x="7775" y="37543"/>
                </a:lnTo>
                <a:lnTo>
                  <a:pt x="7775" y="37721"/>
                </a:lnTo>
                <a:lnTo>
                  <a:pt x="8093" y="38164"/>
                </a:lnTo>
                <a:lnTo>
                  <a:pt x="8093" y="38608"/>
                </a:lnTo>
                <a:lnTo>
                  <a:pt x="8093" y="38786"/>
                </a:lnTo>
                <a:lnTo>
                  <a:pt x="8093" y="39229"/>
                </a:lnTo>
                <a:lnTo>
                  <a:pt x="8093" y="39673"/>
                </a:lnTo>
                <a:lnTo>
                  <a:pt x="8093" y="39851"/>
                </a:lnTo>
                <a:lnTo>
                  <a:pt x="8093" y="40295"/>
                </a:lnTo>
                <a:lnTo>
                  <a:pt x="8093" y="40738"/>
                </a:lnTo>
                <a:lnTo>
                  <a:pt x="8093" y="40916"/>
                </a:lnTo>
                <a:lnTo>
                  <a:pt x="8093" y="41360"/>
                </a:lnTo>
                <a:lnTo>
                  <a:pt x="8569" y="41803"/>
                </a:lnTo>
                <a:lnTo>
                  <a:pt x="8569" y="42247"/>
                </a:lnTo>
                <a:lnTo>
                  <a:pt x="8569" y="42425"/>
                </a:lnTo>
                <a:lnTo>
                  <a:pt x="8569" y="43135"/>
                </a:lnTo>
                <a:lnTo>
                  <a:pt x="8569" y="43312"/>
                </a:lnTo>
                <a:lnTo>
                  <a:pt x="8886" y="43756"/>
                </a:lnTo>
                <a:lnTo>
                  <a:pt x="8886" y="44200"/>
                </a:lnTo>
                <a:lnTo>
                  <a:pt x="8886" y="44644"/>
                </a:lnTo>
                <a:lnTo>
                  <a:pt x="8886" y="44821"/>
                </a:lnTo>
                <a:lnTo>
                  <a:pt x="9203" y="45265"/>
                </a:lnTo>
                <a:lnTo>
                  <a:pt x="9203" y="45709"/>
                </a:lnTo>
                <a:lnTo>
                  <a:pt x="9203" y="45886"/>
                </a:lnTo>
                <a:lnTo>
                  <a:pt x="9203" y="46330"/>
                </a:lnTo>
                <a:lnTo>
                  <a:pt x="9203" y="46774"/>
                </a:lnTo>
                <a:lnTo>
                  <a:pt x="9679" y="46951"/>
                </a:lnTo>
                <a:lnTo>
                  <a:pt x="9679" y="47395"/>
                </a:lnTo>
                <a:lnTo>
                  <a:pt x="9679" y="47839"/>
                </a:lnTo>
                <a:lnTo>
                  <a:pt x="9679" y="48016"/>
                </a:lnTo>
                <a:lnTo>
                  <a:pt x="9679" y="48460"/>
                </a:lnTo>
                <a:lnTo>
                  <a:pt x="9997" y="48904"/>
                </a:lnTo>
                <a:lnTo>
                  <a:pt x="9997" y="49348"/>
                </a:lnTo>
                <a:lnTo>
                  <a:pt x="9997" y="49525"/>
                </a:lnTo>
                <a:lnTo>
                  <a:pt x="9997" y="49969"/>
                </a:lnTo>
                <a:lnTo>
                  <a:pt x="9997" y="50413"/>
                </a:lnTo>
                <a:lnTo>
                  <a:pt x="9997" y="50590"/>
                </a:lnTo>
                <a:lnTo>
                  <a:pt x="9997" y="51034"/>
                </a:lnTo>
                <a:lnTo>
                  <a:pt x="9997" y="51478"/>
                </a:lnTo>
                <a:lnTo>
                  <a:pt x="9997" y="51655"/>
                </a:lnTo>
                <a:lnTo>
                  <a:pt x="10473" y="52365"/>
                </a:lnTo>
                <a:lnTo>
                  <a:pt x="10473" y="52720"/>
                </a:lnTo>
                <a:lnTo>
                  <a:pt x="10473" y="52987"/>
                </a:lnTo>
                <a:lnTo>
                  <a:pt x="10473" y="53430"/>
                </a:lnTo>
                <a:lnTo>
                  <a:pt x="10473" y="53785"/>
                </a:lnTo>
                <a:lnTo>
                  <a:pt x="10790" y="54052"/>
                </a:lnTo>
                <a:lnTo>
                  <a:pt x="10790" y="54495"/>
                </a:lnTo>
                <a:lnTo>
                  <a:pt x="10790" y="54939"/>
                </a:lnTo>
                <a:lnTo>
                  <a:pt x="10790" y="55117"/>
                </a:lnTo>
                <a:lnTo>
                  <a:pt x="10790" y="55561"/>
                </a:lnTo>
                <a:lnTo>
                  <a:pt x="11108" y="56004"/>
                </a:lnTo>
                <a:lnTo>
                  <a:pt x="11108" y="56359"/>
                </a:lnTo>
                <a:lnTo>
                  <a:pt x="11108" y="56626"/>
                </a:lnTo>
                <a:lnTo>
                  <a:pt x="11108" y="57247"/>
                </a:lnTo>
                <a:lnTo>
                  <a:pt x="11108" y="57424"/>
                </a:lnTo>
                <a:lnTo>
                  <a:pt x="11584" y="57868"/>
                </a:lnTo>
                <a:lnTo>
                  <a:pt x="11584" y="58312"/>
                </a:lnTo>
                <a:lnTo>
                  <a:pt x="11584" y="58756"/>
                </a:lnTo>
                <a:lnTo>
                  <a:pt x="11584" y="58933"/>
                </a:lnTo>
                <a:lnTo>
                  <a:pt x="11901" y="59377"/>
                </a:lnTo>
                <a:lnTo>
                  <a:pt x="11901" y="59821"/>
                </a:lnTo>
                <a:lnTo>
                  <a:pt x="11901" y="59998"/>
                </a:lnTo>
                <a:lnTo>
                  <a:pt x="11901" y="60442"/>
                </a:lnTo>
                <a:lnTo>
                  <a:pt x="11901" y="61152"/>
                </a:lnTo>
                <a:lnTo>
                  <a:pt x="11901" y="61330"/>
                </a:lnTo>
                <a:lnTo>
                  <a:pt x="11901" y="61773"/>
                </a:lnTo>
                <a:lnTo>
                  <a:pt x="11901" y="62217"/>
                </a:lnTo>
                <a:lnTo>
                  <a:pt x="11901" y="62395"/>
                </a:lnTo>
                <a:lnTo>
                  <a:pt x="11901" y="62838"/>
                </a:lnTo>
                <a:lnTo>
                  <a:pt x="12377" y="63282"/>
                </a:lnTo>
                <a:lnTo>
                  <a:pt x="12377" y="63460"/>
                </a:lnTo>
                <a:lnTo>
                  <a:pt x="12377" y="63904"/>
                </a:lnTo>
                <a:lnTo>
                  <a:pt x="12377" y="64525"/>
                </a:lnTo>
                <a:lnTo>
                  <a:pt x="12377" y="64791"/>
                </a:lnTo>
                <a:lnTo>
                  <a:pt x="12694" y="65146"/>
                </a:lnTo>
                <a:lnTo>
                  <a:pt x="12694" y="65590"/>
                </a:lnTo>
                <a:lnTo>
                  <a:pt x="12694" y="65856"/>
                </a:lnTo>
                <a:lnTo>
                  <a:pt x="12694" y="66300"/>
                </a:lnTo>
                <a:lnTo>
                  <a:pt x="13012" y="66655"/>
                </a:lnTo>
                <a:lnTo>
                  <a:pt x="13012" y="67099"/>
                </a:lnTo>
                <a:lnTo>
                  <a:pt x="13012" y="67543"/>
                </a:lnTo>
                <a:lnTo>
                  <a:pt x="13012" y="67986"/>
                </a:lnTo>
                <a:lnTo>
                  <a:pt x="13012" y="68164"/>
                </a:lnTo>
                <a:lnTo>
                  <a:pt x="13488" y="68608"/>
                </a:lnTo>
                <a:lnTo>
                  <a:pt x="13488" y="69051"/>
                </a:lnTo>
                <a:lnTo>
                  <a:pt x="13488" y="69229"/>
                </a:lnTo>
                <a:lnTo>
                  <a:pt x="13488" y="69939"/>
                </a:lnTo>
                <a:lnTo>
                  <a:pt x="13488" y="70294"/>
                </a:lnTo>
                <a:lnTo>
                  <a:pt x="13805" y="70560"/>
                </a:lnTo>
              </a:path>
            </a:pathLst>
          </a:custGeom>
          <a:ln w="192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2798234" y="2751284"/>
            <a:ext cx="13012" cy="82720"/>
          </a:xfrm>
          <a:custGeom>
            <a:avLst/>
            <a:gdLst/>
            <a:ahLst/>
            <a:cxnLst/>
            <a:rect l="l" t="t" r="r" b="b"/>
            <a:pathLst>
              <a:path w="13012" h="82720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0" y="1065"/>
                </a:lnTo>
                <a:lnTo>
                  <a:pt x="0" y="1508"/>
                </a:lnTo>
                <a:lnTo>
                  <a:pt x="476" y="2130"/>
                </a:lnTo>
                <a:lnTo>
                  <a:pt x="476" y="2307"/>
                </a:lnTo>
                <a:lnTo>
                  <a:pt x="476" y="2751"/>
                </a:lnTo>
                <a:lnTo>
                  <a:pt x="476" y="3195"/>
                </a:lnTo>
                <a:lnTo>
                  <a:pt x="476" y="3461"/>
                </a:lnTo>
                <a:lnTo>
                  <a:pt x="476" y="3816"/>
                </a:lnTo>
                <a:lnTo>
                  <a:pt x="476" y="4526"/>
                </a:lnTo>
                <a:lnTo>
                  <a:pt x="476" y="4704"/>
                </a:lnTo>
                <a:lnTo>
                  <a:pt x="476" y="5147"/>
                </a:lnTo>
                <a:lnTo>
                  <a:pt x="793" y="5591"/>
                </a:lnTo>
                <a:lnTo>
                  <a:pt x="793" y="5769"/>
                </a:lnTo>
                <a:lnTo>
                  <a:pt x="793" y="6212"/>
                </a:lnTo>
                <a:lnTo>
                  <a:pt x="793" y="6834"/>
                </a:lnTo>
                <a:lnTo>
                  <a:pt x="793" y="7100"/>
                </a:lnTo>
                <a:lnTo>
                  <a:pt x="1269" y="7455"/>
                </a:lnTo>
                <a:lnTo>
                  <a:pt x="1269" y="7899"/>
                </a:lnTo>
                <a:lnTo>
                  <a:pt x="1269" y="8165"/>
                </a:lnTo>
                <a:lnTo>
                  <a:pt x="1269" y="8786"/>
                </a:lnTo>
                <a:lnTo>
                  <a:pt x="1269" y="9230"/>
                </a:lnTo>
                <a:lnTo>
                  <a:pt x="1586" y="9408"/>
                </a:lnTo>
                <a:lnTo>
                  <a:pt x="1586" y="9851"/>
                </a:lnTo>
                <a:lnTo>
                  <a:pt x="1586" y="10295"/>
                </a:lnTo>
                <a:lnTo>
                  <a:pt x="1586" y="10739"/>
                </a:lnTo>
                <a:lnTo>
                  <a:pt x="1904" y="11094"/>
                </a:lnTo>
                <a:lnTo>
                  <a:pt x="1904" y="11538"/>
                </a:lnTo>
                <a:lnTo>
                  <a:pt x="1904" y="11804"/>
                </a:lnTo>
                <a:lnTo>
                  <a:pt x="1904" y="12248"/>
                </a:lnTo>
                <a:lnTo>
                  <a:pt x="1904" y="12869"/>
                </a:lnTo>
                <a:lnTo>
                  <a:pt x="2380" y="13047"/>
                </a:lnTo>
                <a:lnTo>
                  <a:pt x="2380" y="13490"/>
                </a:lnTo>
                <a:lnTo>
                  <a:pt x="2380" y="13934"/>
                </a:lnTo>
                <a:lnTo>
                  <a:pt x="2380" y="14112"/>
                </a:lnTo>
                <a:lnTo>
                  <a:pt x="2380" y="14822"/>
                </a:lnTo>
                <a:lnTo>
                  <a:pt x="2380" y="15177"/>
                </a:lnTo>
                <a:lnTo>
                  <a:pt x="2380" y="15443"/>
                </a:lnTo>
                <a:lnTo>
                  <a:pt x="2380" y="15887"/>
                </a:lnTo>
                <a:lnTo>
                  <a:pt x="2380" y="16242"/>
                </a:lnTo>
                <a:lnTo>
                  <a:pt x="2380" y="16686"/>
                </a:lnTo>
                <a:lnTo>
                  <a:pt x="2697" y="17129"/>
                </a:lnTo>
                <a:lnTo>
                  <a:pt x="2697" y="17573"/>
                </a:lnTo>
                <a:lnTo>
                  <a:pt x="2697" y="17751"/>
                </a:lnTo>
                <a:lnTo>
                  <a:pt x="2697" y="18461"/>
                </a:lnTo>
                <a:lnTo>
                  <a:pt x="3173" y="18816"/>
                </a:lnTo>
                <a:lnTo>
                  <a:pt x="3173" y="19082"/>
                </a:lnTo>
                <a:lnTo>
                  <a:pt x="3173" y="19526"/>
                </a:lnTo>
                <a:lnTo>
                  <a:pt x="3173" y="19970"/>
                </a:lnTo>
                <a:lnTo>
                  <a:pt x="3173" y="20325"/>
                </a:lnTo>
                <a:lnTo>
                  <a:pt x="3491" y="20768"/>
                </a:lnTo>
                <a:lnTo>
                  <a:pt x="3491" y="21212"/>
                </a:lnTo>
                <a:lnTo>
                  <a:pt x="3491" y="21390"/>
                </a:lnTo>
                <a:lnTo>
                  <a:pt x="3491" y="22100"/>
                </a:lnTo>
                <a:lnTo>
                  <a:pt x="3491" y="22277"/>
                </a:lnTo>
                <a:lnTo>
                  <a:pt x="3808" y="22721"/>
                </a:lnTo>
                <a:lnTo>
                  <a:pt x="3808" y="23165"/>
                </a:lnTo>
                <a:lnTo>
                  <a:pt x="3808" y="23608"/>
                </a:lnTo>
                <a:lnTo>
                  <a:pt x="3808" y="23964"/>
                </a:lnTo>
                <a:lnTo>
                  <a:pt x="3808" y="24407"/>
                </a:lnTo>
                <a:lnTo>
                  <a:pt x="4284" y="24674"/>
                </a:lnTo>
                <a:lnTo>
                  <a:pt x="4284" y="25295"/>
                </a:lnTo>
                <a:lnTo>
                  <a:pt x="4284" y="25739"/>
                </a:lnTo>
                <a:lnTo>
                  <a:pt x="4284" y="25916"/>
                </a:lnTo>
                <a:lnTo>
                  <a:pt x="4601" y="26360"/>
                </a:lnTo>
                <a:lnTo>
                  <a:pt x="4601" y="26981"/>
                </a:lnTo>
                <a:lnTo>
                  <a:pt x="4601" y="27247"/>
                </a:lnTo>
                <a:lnTo>
                  <a:pt x="4601" y="27691"/>
                </a:lnTo>
                <a:lnTo>
                  <a:pt x="4601" y="28046"/>
                </a:lnTo>
                <a:lnTo>
                  <a:pt x="4601" y="28490"/>
                </a:lnTo>
                <a:lnTo>
                  <a:pt x="4601" y="28934"/>
                </a:lnTo>
                <a:lnTo>
                  <a:pt x="4601" y="29378"/>
                </a:lnTo>
                <a:lnTo>
                  <a:pt x="4601" y="29555"/>
                </a:lnTo>
                <a:lnTo>
                  <a:pt x="4601" y="30265"/>
                </a:lnTo>
                <a:lnTo>
                  <a:pt x="5077" y="30620"/>
                </a:lnTo>
                <a:lnTo>
                  <a:pt x="5077" y="30886"/>
                </a:lnTo>
                <a:lnTo>
                  <a:pt x="5077" y="31508"/>
                </a:lnTo>
                <a:lnTo>
                  <a:pt x="5077" y="31685"/>
                </a:lnTo>
                <a:lnTo>
                  <a:pt x="5077" y="32129"/>
                </a:lnTo>
                <a:lnTo>
                  <a:pt x="5395" y="32573"/>
                </a:lnTo>
                <a:lnTo>
                  <a:pt x="5395" y="33017"/>
                </a:lnTo>
                <a:lnTo>
                  <a:pt x="5395" y="33460"/>
                </a:lnTo>
                <a:lnTo>
                  <a:pt x="5395" y="33904"/>
                </a:lnTo>
                <a:lnTo>
                  <a:pt x="5871" y="34259"/>
                </a:lnTo>
                <a:lnTo>
                  <a:pt x="5871" y="34703"/>
                </a:lnTo>
                <a:lnTo>
                  <a:pt x="5871" y="35147"/>
                </a:lnTo>
                <a:lnTo>
                  <a:pt x="5871" y="35324"/>
                </a:lnTo>
                <a:lnTo>
                  <a:pt x="5871" y="36034"/>
                </a:lnTo>
                <a:lnTo>
                  <a:pt x="6188" y="36478"/>
                </a:lnTo>
                <a:lnTo>
                  <a:pt x="6188" y="36656"/>
                </a:lnTo>
                <a:lnTo>
                  <a:pt x="6188" y="37099"/>
                </a:lnTo>
                <a:lnTo>
                  <a:pt x="6188" y="37721"/>
                </a:lnTo>
                <a:lnTo>
                  <a:pt x="6188" y="37898"/>
                </a:lnTo>
                <a:lnTo>
                  <a:pt x="6506" y="38342"/>
                </a:lnTo>
                <a:lnTo>
                  <a:pt x="6506" y="39052"/>
                </a:lnTo>
                <a:lnTo>
                  <a:pt x="6506" y="39229"/>
                </a:lnTo>
                <a:lnTo>
                  <a:pt x="6506" y="39673"/>
                </a:lnTo>
                <a:lnTo>
                  <a:pt x="6506" y="40117"/>
                </a:lnTo>
                <a:lnTo>
                  <a:pt x="6506" y="40472"/>
                </a:lnTo>
                <a:lnTo>
                  <a:pt x="6506" y="40916"/>
                </a:lnTo>
                <a:lnTo>
                  <a:pt x="6506" y="41360"/>
                </a:lnTo>
                <a:lnTo>
                  <a:pt x="6506" y="41803"/>
                </a:lnTo>
                <a:lnTo>
                  <a:pt x="6982" y="42247"/>
                </a:lnTo>
                <a:lnTo>
                  <a:pt x="6982" y="42425"/>
                </a:lnTo>
                <a:lnTo>
                  <a:pt x="6982" y="43046"/>
                </a:lnTo>
                <a:lnTo>
                  <a:pt x="6982" y="43490"/>
                </a:lnTo>
                <a:lnTo>
                  <a:pt x="6982" y="43756"/>
                </a:lnTo>
                <a:lnTo>
                  <a:pt x="7299" y="44377"/>
                </a:lnTo>
                <a:lnTo>
                  <a:pt x="7299" y="44821"/>
                </a:lnTo>
                <a:lnTo>
                  <a:pt x="7299" y="44999"/>
                </a:lnTo>
                <a:lnTo>
                  <a:pt x="7299" y="45442"/>
                </a:lnTo>
                <a:lnTo>
                  <a:pt x="7299" y="46064"/>
                </a:lnTo>
                <a:lnTo>
                  <a:pt x="7775" y="46330"/>
                </a:lnTo>
                <a:lnTo>
                  <a:pt x="7775" y="46774"/>
                </a:lnTo>
                <a:lnTo>
                  <a:pt x="7775" y="47129"/>
                </a:lnTo>
                <a:lnTo>
                  <a:pt x="7775" y="47573"/>
                </a:lnTo>
                <a:lnTo>
                  <a:pt x="7775" y="48016"/>
                </a:lnTo>
                <a:lnTo>
                  <a:pt x="8093" y="48460"/>
                </a:lnTo>
                <a:lnTo>
                  <a:pt x="8093" y="48904"/>
                </a:lnTo>
                <a:lnTo>
                  <a:pt x="8093" y="49348"/>
                </a:lnTo>
                <a:lnTo>
                  <a:pt x="8093" y="49703"/>
                </a:lnTo>
                <a:lnTo>
                  <a:pt x="8410" y="50146"/>
                </a:lnTo>
                <a:lnTo>
                  <a:pt x="8410" y="50590"/>
                </a:lnTo>
                <a:lnTo>
                  <a:pt x="8410" y="51034"/>
                </a:lnTo>
                <a:lnTo>
                  <a:pt x="8410" y="51478"/>
                </a:lnTo>
                <a:lnTo>
                  <a:pt x="8410" y="51922"/>
                </a:lnTo>
                <a:lnTo>
                  <a:pt x="8886" y="52277"/>
                </a:lnTo>
                <a:lnTo>
                  <a:pt x="8886" y="52720"/>
                </a:lnTo>
                <a:lnTo>
                  <a:pt x="8886" y="53164"/>
                </a:lnTo>
                <a:lnTo>
                  <a:pt x="8886" y="53608"/>
                </a:lnTo>
                <a:lnTo>
                  <a:pt x="8886" y="54052"/>
                </a:lnTo>
                <a:lnTo>
                  <a:pt x="8886" y="54229"/>
                </a:lnTo>
                <a:lnTo>
                  <a:pt x="8886" y="54850"/>
                </a:lnTo>
                <a:lnTo>
                  <a:pt x="8886" y="55294"/>
                </a:lnTo>
                <a:lnTo>
                  <a:pt x="8886" y="55561"/>
                </a:lnTo>
                <a:lnTo>
                  <a:pt x="8886" y="56182"/>
                </a:lnTo>
                <a:lnTo>
                  <a:pt x="9203" y="56626"/>
                </a:lnTo>
                <a:lnTo>
                  <a:pt x="9203" y="56803"/>
                </a:lnTo>
                <a:lnTo>
                  <a:pt x="9203" y="57424"/>
                </a:lnTo>
                <a:lnTo>
                  <a:pt x="9203" y="57868"/>
                </a:lnTo>
                <a:lnTo>
                  <a:pt x="9203" y="58134"/>
                </a:lnTo>
                <a:lnTo>
                  <a:pt x="9679" y="58756"/>
                </a:lnTo>
                <a:lnTo>
                  <a:pt x="9679" y="58933"/>
                </a:lnTo>
                <a:lnTo>
                  <a:pt x="9679" y="59377"/>
                </a:lnTo>
                <a:lnTo>
                  <a:pt x="9679" y="59998"/>
                </a:lnTo>
                <a:lnTo>
                  <a:pt x="9997" y="60265"/>
                </a:lnTo>
                <a:lnTo>
                  <a:pt x="9997" y="60708"/>
                </a:lnTo>
                <a:lnTo>
                  <a:pt x="9997" y="61330"/>
                </a:lnTo>
                <a:lnTo>
                  <a:pt x="9997" y="61507"/>
                </a:lnTo>
                <a:lnTo>
                  <a:pt x="9997" y="62128"/>
                </a:lnTo>
                <a:lnTo>
                  <a:pt x="10473" y="62572"/>
                </a:lnTo>
                <a:lnTo>
                  <a:pt x="10473" y="62838"/>
                </a:lnTo>
                <a:lnTo>
                  <a:pt x="10473" y="63460"/>
                </a:lnTo>
                <a:lnTo>
                  <a:pt x="10473" y="63637"/>
                </a:lnTo>
                <a:lnTo>
                  <a:pt x="10473" y="64081"/>
                </a:lnTo>
                <a:lnTo>
                  <a:pt x="10790" y="64702"/>
                </a:lnTo>
                <a:lnTo>
                  <a:pt x="10790" y="64969"/>
                </a:lnTo>
                <a:lnTo>
                  <a:pt x="10790" y="65412"/>
                </a:lnTo>
                <a:lnTo>
                  <a:pt x="10790" y="66034"/>
                </a:lnTo>
                <a:lnTo>
                  <a:pt x="10790" y="66211"/>
                </a:lnTo>
                <a:lnTo>
                  <a:pt x="10790" y="66921"/>
                </a:lnTo>
                <a:lnTo>
                  <a:pt x="10790" y="67276"/>
                </a:lnTo>
                <a:lnTo>
                  <a:pt x="10790" y="67543"/>
                </a:lnTo>
                <a:lnTo>
                  <a:pt x="10790" y="68164"/>
                </a:lnTo>
                <a:lnTo>
                  <a:pt x="11108" y="68430"/>
                </a:lnTo>
                <a:lnTo>
                  <a:pt x="11108" y="68785"/>
                </a:lnTo>
                <a:lnTo>
                  <a:pt x="11108" y="69495"/>
                </a:lnTo>
                <a:lnTo>
                  <a:pt x="11108" y="69673"/>
                </a:lnTo>
                <a:lnTo>
                  <a:pt x="11108" y="70116"/>
                </a:lnTo>
                <a:lnTo>
                  <a:pt x="11584" y="70738"/>
                </a:lnTo>
                <a:lnTo>
                  <a:pt x="11584" y="71004"/>
                </a:lnTo>
                <a:lnTo>
                  <a:pt x="11584" y="71625"/>
                </a:lnTo>
                <a:lnTo>
                  <a:pt x="11584" y="72069"/>
                </a:lnTo>
                <a:lnTo>
                  <a:pt x="11584" y="72247"/>
                </a:lnTo>
                <a:lnTo>
                  <a:pt x="11901" y="72868"/>
                </a:lnTo>
                <a:lnTo>
                  <a:pt x="11901" y="73134"/>
                </a:lnTo>
                <a:lnTo>
                  <a:pt x="11901" y="73755"/>
                </a:lnTo>
                <a:lnTo>
                  <a:pt x="11901" y="74199"/>
                </a:lnTo>
                <a:lnTo>
                  <a:pt x="11901" y="74377"/>
                </a:lnTo>
                <a:lnTo>
                  <a:pt x="12377" y="74998"/>
                </a:lnTo>
                <a:lnTo>
                  <a:pt x="12377" y="75442"/>
                </a:lnTo>
                <a:lnTo>
                  <a:pt x="12377" y="75708"/>
                </a:lnTo>
                <a:lnTo>
                  <a:pt x="12377" y="76329"/>
                </a:lnTo>
                <a:lnTo>
                  <a:pt x="12694" y="76773"/>
                </a:lnTo>
                <a:lnTo>
                  <a:pt x="12694" y="77217"/>
                </a:lnTo>
                <a:lnTo>
                  <a:pt x="12694" y="77572"/>
                </a:lnTo>
                <a:lnTo>
                  <a:pt x="12694" y="77838"/>
                </a:lnTo>
                <a:lnTo>
                  <a:pt x="12694" y="78459"/>
                </a:lnTo>
                <a:lnTo>
                  <a:pt x="13012" y="78903"/>
                </a:lnTo>
                <a:lnTo>
                  <a:pt x="13012" y="79347"/>
                </a:lnTo>
                <a:lnTo>
                  <a:pt x="13012" y="79791"/>
                </a:lnTo>
                <a:lnTo>
                  <a:pt x="13012" y="80146"/>
                </a:lnTo>
                <a:lnTo>
                  <a:pt x="13012" y="80590"/>
                </a:lnTo>
                <a:lnTo>
                  <a:pt x="13012" y="81033"/>
                </a:lnTo>
                <a:lnTo>
                  <a:pt x="13012" y="81477"/>
                </a:lnTo>
                <a:lnTo>
                  <a:pt x="13012" y="81921"/>
                </a:lnTo>
                <a:lnTo>
                  <a:pt x="13012" y="82365"/>
                </a:lnTo>
                <a:lnTo>
                  <a:pt x="13012" y="82720"/>
                </a:lnTo>
              </a:path>
            </a:pathLst>
          </a:custGeom>
          <a:ln w="1933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2811246" y="2834004"/>
            <a:ext cx="13805" cy="88134"/>
          </a:xfrm>
          <a:custGeom>
            <a:avLst/>
            <a:gdLst/>
            <a:ahLst/>
            <a:cxnLst/>
            <a:rect l="l" t="t" r="r" b="b"/>
            <a:pathLst>
              <a:path w="13805" h="88134">
                <a:moveTo>
                  <a:pt x="0" y="0"/>
                </a:moveTo>
                <a:lnTo>
                  <a:pt x="476" y="443"/>
                </a:lnTo>
                <a:lnTo>
                  <a:pt x="476" y="887"/>
                </a:lnTo>
                <a:lnTo>
                  <a:pt x="476" y="1331"/>
                </a:lnTo>
                <a:lnTo>
                  <a:pt x="476" y="1775"/>
                </a:lnTo>
                <a:lnTo>
                  <a:pt x="793" y="2218"/>
                </a:lnTo>
                <a:lnTo>
                  <a:pt x="793" y="2573"/>
                </a:lnTo>
                <a:lnTo>
                  <a:pt x="793" y="3017"/>
                </a:lnTo>
                <a:lnTo>
                  <a:pt x="793" y="3461"/>
                </a:lnTo>
                <a:lnTo>
                  <a:pt x="793" y="3905"/>
                </a:lnTo>
                <a:lnTo>
                  <a:pt x="1269" y="4526"/>
                </a:lnTo>
                <a:lnTo>
                  <a:pt x="1269" y="4792"/>
                </a:lnTo>
                <a:lnTo>
                  <a:pt x="1269" y="5147"/>
                </a:lnTo>
                <a:lnTo>
                  <a:pt x="1269" y="5857"/>
                </a:lnTo>
                <a:lnTo>
                  <a:pt x="1269" y="6035"/>
                </a:lnTo>
                <a:lnTo>
                  <a:pt x="1586" y="6656"/>
                </a:lnTo>
                <a:lnTo>
                  <a:pt x="1586" y="6922"/>
                </a:lnTo>
                <a:lnTo>
                  <a:pt x="1586" y="7544"/>
                </a:lnTo>
                <a:lnTo>
                  <a:pt x="1586" y="7988"/>
                </a:lnTo>
                <a:lnTo>
                  <a:pt x="1586" y="8165"/>
                </a:lnTo>
                <a:lnTo>
                  <a:pt x="1904" y="8786"/>
                </a:lnTo>
                <a:lnTo>
                  <a:pt x="1904" y="9230"/>
                </a:lnTo>
                <a:lnTo>
                  <a:pt x="1904" y="9674"/>
                </a:lnTo>
                <a:lnTo>
                  <a:pt x="1904" y="10118"/>
                </a:lnTo>
                <a:lnTo>
                  <a:pt x="1904" y="10561"/>
                </a:lnTo>
                <a:lnTo>
                  <a:pt x="1904" y="11005"/>
                </a:lnTo>
                <a:lnTo>
                  <a:pt x="1904" y="11360"/>
                </a:lnTo>
                <a:lnTo>
                  <a:pt x="1904" y="11804"/>
                </a:lnTo>
                <a:lnTo>
                  <a:pt x="1904" y="12248"/>
                </a:lnTo>
                <a:lnTo>
                  <a:pt x="2380" y="12692"/>
                </a:lnTo>
                <a:lnTo>
                  <a:pt x="2380" y="13135"/>
                </a:lnTo>
                <a:lnTo>
                  <a:pt x="2380" y="13579"/>
                </a:lnTo>
                <a:lnTo>
                  <a:pt x="2380" y="13934"/>
                </a:lnTo>
                <a:lnTo>
                  <a:pt x="2380" y="14378"/>
                </a:lnTo>
                <a:lnTo>
                  <a:pt x="2697" y="15088"/>
                </a:lnTo>
                <a:lnTo>
                  <a:pt x="2697" y="15265"/>
                </a:lnTo>
                <a:lnTo>
                  <a:pt x="2697" y="15709"/>
                </a:lnTo>
                <a:lnTo>
                  <a:pt x="2697" y="16331"/>
                </a:lnTo>
                <a:lnTo>
                  <a:pt x="2697" y="16508"/>
                </a:lnTo>
                <a:lnTo>
                  <a:pt x="3173" y="17218"/>
                </a:lnTo>
                <a:lnTo>
                  <a:pt x="3173" y="17662"/>
                </a:lnTo>
                <a:lnTo>
                  <a:pt x="3173" y="18017"/>
                </a:lnTo>
                <a:lnTo>
                  <a:pt x="3173" y="18461"/>
                </a:lnTo>
                <a:lnTo>
                  <a:pt x="3491" y="18727"/>
                </a:lnTo>
                <a:lnTo>
                  <a:pt x="3491" y="19348"/>
                </a:lnTo>
                <a:lnTo>
                  <a:pt x="3491" y="19792"/>
                </a:lnTo>
                <a:lnTo>
                  <a:pt x="3491" y="20147"/>
                </a:lnTo>
                <a:lnTo>
                  <a:pt x="3491" y="20591"/>
                </a:lnTo>
                <a:lnTo>
                  <a:pt x="3967" y="21035"/>
                </a:lnTo>
                <a:lnTo>
                  <a:pt x="3967" y="21478"/>
                </a:lnTo>
                <a:lnTo>
                  <a:pt x="3967" y="21922"/>
                </a:lnTo>
                <a:lnTo>
                  <a:pt x="3967" y="22366"/>
                </a:lnTo>
                <a:lnTo>
                  <a:pt x="3967" y="22721"/>
                </a:lnTo>
                <a:lnTo>
                  <a:pt x="4284" y="23431"/>
                </a:lnTo>
                <a:lnTo>
                  <a:pt x="4284" y="23608"/>
                </a:lnTo>
                <a:lnTo>
                  <a:pt x="4284" y="24230"/>
                </a:lnTo>
                <a:lnTo>
                  <a:pt x="4284" y="24674"/>
                </a:lnTo>
                <a:lnTo>
                  <a:pt x="4284" y="24940"/>
                </a:lnTo>
                <a:lnTo>
                  <a:pt x="4284" y="25561"/>
                </a:lnTo>
                <a:lnTo>
                  <a:pt x="4284" y="25739"/>
                </a:lnTo>
                <a:lnTo>
                  <a:pt x="4284" y="26449"/>
                </a:lnTo>
                <a:lnTo>
                  <a:pt x="4284" y="26804"/>
                </a:lnTo>
                <a:lnTo>
                  <a:pt x="4601" y="27247"/>
                </a:lnTo>
                <a:lnTo>
                  <a:pt x="4601" y="27691"/>
                </a:lnTo>
                <a:lnTo>
                  <a:pt x="4601" y="28135"/>
                </a:lnTo>
                <a:lnTo>
                  <a:pt x="4601" y="28579"/>
                </a:lnTo>
                <a:lnTo>
                  <a:pt x="4601" y="29023"/>
                </a:lnTo>
                <a:lnTo>
                  <a:pt x="5077" y="29378"/>
                </a:lnTo>
                <a:lnTo>
                  <a:pt x="5077" y="29821"/>
                </a:lnTo>
                <a:lnTo>
                  <a:pt x="5077" y="30443"/>
                </a:lnTo>
                <a:lnTo>
                  <a:pt x="5077" y="30709"/>
                </a:lnTo>
                <a:lnTo>
                  <a:pt x="5077" y="31153"/>
                </a:lnTo>
                <a:lnTo>
                  <a:pt x="5395" y="31774"/>
                </a:lnTo>
                <a:lnTo>
                  <a:pt x="5395" y="31952"/>
                </a:lnTo>
                <a:lnTo>
                  <a:pt x="5395" y="32662"/>
                </a:lnTo>
                <a:lnTo>
                  <a:pt x="5395" y="32839"/>
                </a:lnTo>
                <a:lnTo>
                  <a:pt x="5395" y="33460"/>
                </a:lnTo>
                <a:lnTo>
                  <a:pt x="5871" y="33904"/>
                </a:lnTo>
                <a:lnTo>
                  <a:pt x="5871" y="34348"/>
                </a:lnTo>
                <a:lnTo>
                  <a:pt x="5871" y="34792"/>
                </a:lnTo>
                <a:lnTo>
                  <a:pt x="5871" y="35235"/>
                </a:lnTo>
                <a:lnTo>
                  <a:pt x="6188" y="35591"/>
                </a:lnTo>
                <a:lnTo>
                  <a:pt x="6188" y="36034"/>
                </a:lnTo>
                <a:lnTo>
                  <a:pt x="6188" y="36478"/>
                </a:lnTo>
                <a:lnTo>
                  <a:pt x="6188" y="36922"/>
                </a:lnTo>
                <a:lnTo>
                  <a:pt x="6188" y="37543"/>
                </a:lnTo>
                <a:lnTo>
                  <a:pt x="6188" y="37809"/>
                </a:lnTo>
                <a:lnTo>
                  <a:pt x="6188" y="38431"/>
                </a:lnTo>
                <a:lnTo>
                  <a:pt x="6188" y="38874"/>
                </a:lnTo>
                <a:lnTo>
                  <a:pt x="6188" y="39052"/>
                </a:lnTo>
                <a:lnTo>
                  <a:pt x="6188" y="39673"/>
                </a:lnTo>
                <a:lnTo>
                  <a:pt x="6506" y="40117"/>
                </a:lnTo>
                <a:lnTo>
                  <a:pt x="6506" y="40561"/>
                </a:lnTo>
                <a:lnTo>
                  <a:pt x="6506" y="41005"/>
                </a:lnTo>
                <a:lnTo>
                  <a:pt x="6506" y="41448"/>
                </a:lnTo>
                <a:lnTo>
                  <a:pt x="6506" y="41892"/>
                </a:lnTo>
                <a:lnTo>
                  <a:pt x="6982" y="42247"/>
                </a:lnTo>
                <a:lnTo>
                  <a:pt x="6982" y="42691"/>
                </a:lnTo>
                <a:lnTo>
                  <a:pt x="6982" y="43135"/>
                </a:lnTo>
                <a:lnTo>
                  <a:pt x="6982" y="43579"/>
                </a:lnTo>
                <a:lnTo>
                  <a:pt x="7299" y="44022"/>
                </a:lnTo>
                <a:lnTo>
                  <a:pt x="7299" y="44644"/>
                </a:lnTo>
                <a:lnTo>
                  <a:pt x="7299" y="44821"/>
                </a:lnTo>
                <a:lnTo>
                  <a:pt x="7299" y="45531"/>
                </a:lnTo>
                <a:lnTo>
                  <a:pt x="7299" y="45886"/>
                </a:lnTo>
                <a:lnTo>
                  <a:pt x="7775" y="46330"/>
                </a:lnTo>
                <a:lnTo>
                  <a:pt x="7775" y="46774"/>
                </a:lnTo>
                <a:lnTo>
                  <a:pt x="7775" y="47217"/>
                </a:lnTo>
                <a:lnTo>
                  <a:pt x="7775" y="47661"/>
                </a:lnTo>
                <a:lnTo>
                  <a:pt x="7775" y="48105"/>
                </a:lnTo>
                <a:lnTo>
                  <a:pt x="8093" y="48460"/>
                </a:lnTo>
                <a:lnTo>
                  <a:pt x="8093" y="48904"/>
                </a:lnTo>
                <a:lnTo>
                  <a:pt x="8093" y="49525"/>
                </a:lnTo>
                <a:lnTo>
                  <a:pt x="8093" y="49791"/>
                </a:lnTo>
                <a:lnTo>
                  <a:pt x="8093" y="50413"/>
                </a:lnTo>
                <a:lnTo>
                  <a:pt x="8093" y="50679"/>
                </a:lnTo>
                <a:lnTo>
                  <a:pt x="8093" y="51034"/>
                </a:lnTo>
                <a:lnTo>
                  <a:pt x="8093" y="51744"/>
                </a:lnTo>
                <a:lnTo>
                  <a:pt x="8093" y="51922"/>
                </a:lnTo>
                <a:lnTo>
                  <a:pt x="8569" y="52543"/>
                </a:lnTo>
                <a:lnTo>
                  <a:pt x="8569" y="52987"/>
                </a:lnTo>
                <a:lnTo>
                  <a:pt x="8569" y="53430"/>
                </a:lnTo>
                <a:lnTo>
                  <a:pt x="8569" y="53874"/>
                </a:lnTo>
                <a:lnTo>
                  <a:pt x="8569" y="54318"/>
                </a:lnTo>
                <a:lnTo>
                  <a:pt x="8886" y="54673"/>
                </a:lnTo>
                <a:lnTo>
                  <a:pt x="8886" y="55383"/>
                </a:lnTo>
                <a:lnTo>
                  <a:pt x="8886" y="55561"/>
                </a:lnTo>
                <a:lnTo>
                  <a:pt x="8886" y="56004"/>
                </a:lnTo>
                <a:lnTo>
                  <a:pt x="8886" y="56626"/>
                </a:lnTo>
                <a:lnTo>
                  <a:pt x="9203" y="56892"/>
                </a:lnTo>
                <a:lnTo>
                  <a:pt x="9203" y="57513"/>
                </a:lnTo>
                <a:lnTo>
                  <a:pt x="9203" y="57691"/>
                </a:lnTo>
                <a:lnTo>
                  <a:pt x="9203" y="58401"/>
                </a:lnTo>
                <a:lnTo>
                  <a:pt x="9203" y="58756"/>
                </a:lnTo>
                <a:lnTo>
                  <a:pt x="9679" y="59200"/>
                </a:lnTo>
                <a:lnTo>
                  <a:pt x="9679" y="59643"/>
                </a:lnTo>
                <a:lnTo>
                  <a:pt x="9679" y="60087"/>
                </a:lnTo>
                <a:lnTo>
                  <a:pt x="9679" y="60531"/>
                </a:lnTo>
                <a:lnTo>
                  <a:pt x="9997" y="60975"/>
                </a:lnTo>
                <a:lnTo>
                  <a:pt x="9997" y="61330"/>
                </a:lnTo>
                <a:lnTo>
                  <a:pt x="9997" y="61773"/>
                </a:lnTo>
                <a:lnTo>
                  <a:pt x="9997" y="62395"/>
                </a:lnTo>
                <a:lnTo>
                  <a:pt x="9997" y="62661"/>
                </a:lnTo>
                <a:lnTo>
                  <a:pt x="10473" y="63282"/>
                </a:lnTo>
                <a:lnTo>
                  <a:pt x="10473" y="63726"/>
                </a:lnTo>
                <a:lnTo>
                  <a:pt x="10473" y="64170"/>
                </a:lnTo>
                <a:lnTo>
                  <a:pt x="10473" y="64614"/>
                </a:lnTo>
                <a:lnTo>
                  <a:pt x="10473" y="64791"/>
                </a:lnTo>
                <a:lnTo>
                  <a:pt x="10473" y="65412"/>
                </a:lnTo>
                <a:lnTo>
                  <a:pt x="10473" y="65856"/>
                </a:lnTo>
                <a:lnTo>
                  <a:pt x="10473" y="66300"/>
                </a:lnTo>
                <a:lnTo>
                  <a:pt x="10473" y="66744"/>
                </a:lnTo>
                <a:lnTo>
                  <a:pt x="10473" y="67188"/>
                </a:lnTo>
                <a:lnTo>
                  <a:pt x="10790" y="67543"/>
                </a:lnTo>
                <a:lnTo>
                  <a:pt x="10790" y="68253"/>
                </a:lnTo>
                <a:lnTo>
                  <a:pt x="10790" y="68430"/>
                </a:lnTo>
                <a:lnTo>
                  <a:pt x="10790" y="68874"/>
                </a:lnTo>
                <a:lnTo>
                  <a:pt x="11108" y="69495"/>
                </a:lnTo>
                <a:lnTo>
                  <a:pt x="11108" y="69761"/>
                </a:lnTo>
                <a:lnTo>
                  <a:pt x="11108" y="70383"/>
                </a:lnTo>
                <a:lnTo>
                  <a:pt x="11108" y="70826"/>
                </a:lnTo>
                <a:lnTo>
                  <a:pt x="11108" y="71182"/>
                </a:lnTo>
                <a:lnTo>
                  <a:pt x="11584" y="71625"/>
                </a:lnTo>
                <a:lnTo>
                  <a:pt x="11584" y="72069"/>
                </a:lnTo>
                <a:lnTo>
                  <a:pt x="11584" y="72513"/>
                </a:lnTo>
                <a:lnTo>
                  <a:pt x="11584" y="73134"/>
                </a:lnTo>
                <a:lnTo>
                  <a:pt x="11584" y="73400"/>
                </a:lnTo>
                <a:lnTo>
                  <a:pt x="11901" y="73755"/>
                </a:lnTo>
                <a:lnTo>
                  <a:pt x="11901" y="74199"/>
                </a:lnTo>
                <a:lnTo>
                  <a:pt x="11901" y="74643"/>
                </a:lnTo>
                <a:lnTo>
                  <a:pt x="11901" y="75264"/>
                </a:lnTo>
                <a:lnTo>
                  <a:pt x="11901" y="75531"/>
                </a:lnTo>
                <a:lnTo>
                  <a:pt x="12377" y="76152"/>
                </a:lnTo>
                <a:lnTo>
                  <a:pt x="12377" y="76596"/>
                </a:lnTo>
                <a:lnTo>
                  <a:pt x="12377" y="77039"/>
                </a:lnTo>
                <a:lnTo>
                  <a:pt x="12377" y="77483"/>
                </a:lnTo>
                <a:lnTo>
                  <a:pt x="12377" y="77838"/>
                </a:lnTo>
                <a:lnTo>
                  <a:pt x="12377" y="78282"/>
                </a:lnTo>
                <a:lnTo>
                  <a:pt x="12377" y="78726"/>
                </a:lnTo>
                <a:lnTo>
                  <a:pt x="12377" y="79170"/>
                </a:lnTo>
                <a:lnTo>
                  <a:pt x="12377" y="79613"/>
                </a:lnTo>
                <a:lnTo>
                  <a:pt x="12694" y="80235"/>
                </a:lnTo>
                <a:lnTo>
                  <a:pt x="12694" y="80412"/>
                </a:lnTo>
                <a:lnTo>
                  <a:pt x="12694" y="81122"/>
                </a:lnTo>
                <a:lnTo>
                  <a:pt x="12694" y="81300"/>
                </a:lnTo>
                <a:lnTo>
                  <a:pt x="12694" y="81921"/>
                </a:lnTo>
                <a:lnTo>
                  <a:pt x="13170" y="82365"/>
                </a:lnTo>
                <a:lnTo>
                  <a:pt x="13170" y="82631"/>
                </a:lnTo>
                <a:lnTo>
                  <a:pt x="13170" y="83252"/>
                </a:lnTo>
                <a:lnTo>
                  <a:pt x="13170" y="83696"/>
                </a:lnTo>
                <a:lnTo>
                  <a:pt x="13170" y="84051"/>
                </a:lnTo>
                <a:lnTo>
                  <a:pt x="13488" y="84495"/>
                </a:lnTo>
                <a:lnTo>
                  <a:pt x="13488" y="84939"/>
                </a:lnTo>
                <a:lnTo>
                  <a:pt x="13488" y="85382"/>
                </a:lnTo>
                <a:lnTo>
                  <a:pt x="13488" y="86004"/>
                </a:lnTo>
                <a:lnTo>
                  <a:pt x="13805" y="86270"/>
                </a:lnTo>
                <a:lnTo>
                  <a:pt x="13805" y="86625"/>
                </a:lnTo>
                <a:lnTo>
                  <a:pt x="13805" y="87335"/>
                </a:lnTo>
                <a:lnTo>
                  <a:pt x="13805" y="87513"/>
                </a:lnTo>
                <a:lnTo>
                  <a:pt x="13805" y="88134"/>
                </a:lnTo>
              </a:path>
            </a:pathLst>
          </a:custGeom>
          <a:ln w="193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2825052" y="2922138"/>
            <a:ext cx="13488" cy="85826"/>
          </a:xfrm>
          <a:custGeom>
            <a:avLst/>
            <a:gdLst/>
            <a:ahLst/>
            <a:cxnLst/>
            <a:rect l="l" t="t" r="r" b="b"/>
            <a:pathLst>
              <a:path w="13488" h="85826">
                <a:moveTo>
                  <a:pt x="0" y="0"/>
                </a:moveTo>
                <a:lnTo>
                  <a:pt x="476" y="266"/>
                </a:lnTo>
                <a:lnTo>
                  <a:pt x="476" y="887"/>
                </a:lnTo>
                <a:lnTo>
                  <a:pt x="476" y="1331"/>
                </a:lnTo>
                <a:lnTo>
                  <a:pt x="476" y="1775"/>
                </a:lnTo>
                <a:lnTo>
                  <a:pt x="476" y="2130"/>
                </a:lnTo>
                <a:lnTo>
                  <a:pt x="793" y="2573"/>
                </a:lnTo>
                <a:lnTo>
                  <a:pt x="793" y="3017"/>
                </a:lnTo>
                <a:lnTo>
                  <a:pt x="793" y="3461"/>
                </a:lnTo>
                <a:lnTo>
                  <a:pt x="793" y="3905"/>
                </a:lnTo>
                <a:lnTo>
                  <a:pt x="793" y="4349"/>
                </a:lnTo>
                <a:lnTo>
                  <a:pt x="793" y="4970"/>
                </a:lnTo>
                <a:lnTo>
                  <a:pt x="793" y="5147"/>
                </a:lnTo>
                <a:lnTo>
                  <a:pt x="793" y="5857"/>
                </a:lnTo>
                <a:lnTo>
                  <a:pt x="793" y="6212"/>
                </a:lnTo>
                <a:lnTo>
                  <a:pt x="1269" y="6479"/>
                </a:lnTo>
                <a:lnTo>
                  <a:pt x="1269" y="7100"/>
                </a:lnTo>
                <a:lnTo>
                  <a:pt x="1269" y="7277"/>
                </a:lnTo>
                <a:lnTo>
                  <a:pt x="1269" y="7988"/>
                </a:lnTo>
                <a:lnTo>
                  <a:pt x="1269" y="8431"/>
                </a:lnTo>
                <a:lnTo>
                  <a:pt x="1586" y="8786"/>
                </a:lnTo>
                <a:lnTo>
                  <a:pt x="1586" y="9230"/>
                </a:lnTo>
                <a:lnTo>
                  <a:pt x="1586" y="9674"/>
                </a:lnTo>
                <a:lnTo>
                  <a:pt x="1586" y="10118"/>
                </a:lnTo>
                <a:lnTo>
                  <a:pt x="1586" y="10561"/>
                </a:lnTo>
                <a:lnTo>
                  <a:pt x="1904" y="11005"/>
                </a:lnTo>
                <a:lnTo>
                  <a:pt x="1904" y="11360"/>
                </a:lnTo>
                <a:lnTo>
                  <a:pt x="1904" y="12070"/>
                </a:lnTo>
                <a:lnTo>
                  <a:pt x="1904" y="12248"/>
                </a:lnTo>
                <a:lnTo>
                  <a:pt x="1904" y="12869"/>
                </a:lnTo>
                <a:lnTo>
                  <a:pt x="2380" y="13313"/>
                </a:lnTo>
                <a:lnTo>
                  <a:pt x="2380" y="13579"/>
                </a:lnTo>
                <a:lnTo>
                  <a:pt x="2380" y="14200"/>
                </a:lnTo>
                <a:lnTo>
                  <a:pt x="2380" y="14378"/>
                </a:lnTo>
                <a:lnTo>
                  <a:pt x="2697" y="14999"/>
                </a:lnTo>
                <a:lnTo>
                  <a:pt x="2697" y="15443"/>
                </a:lnTo>
                <a:lnTo>
                  <a:pt x="2697" y="15887"/>
                </a:lnTo>
                <a:lnTo>
                  <a:pt x="2697" y="16331"/>
                </a:lnTo>
                <a:lnTo>
                  <a:pt x="2697" y="16774"/>
                </a:lnTo>
                <a:lnTo>
                  <a:pt x="2697" y="17218"/>
                </a:lnTo>
                <a:lnTo>
                  <a:pt x="2697" y="17573"/>
                </a:lnTo>
                <a:lnTo>
                  <a:pt x="2697" y="18017"/>
                </a:lnTo>
                <a:lnTo>
                  <a:pt x="2697" y="18461"/>
                </a:lnTo>
                <a:lnTo>
                  <a:pt x="2697" y="19082"/>
                </a:lnTo>
                <a:lnTo>
                  <a:pt x="3173" y="19348"/>
                </a:lnTo>
                <a:lnTo>
                  <a:pt x="3173" y="19792"/>
                </a:lnTo>
                <a:lnTo>
                  <a:pt x="3173" y="20413"/>
                </a:lnTo>
                <a:lnTo>
                  <a:pt x="3173" y="20591"/>
                </a:lnTo>
                <a:lnTo>
                  <a:pt x="3173" y="21301"/>
                </a:lnTo>
                <a:lnTo>
                  <a:pt x="3491" y="21478"/>
                </a:lnTo>
                <a:lnTo>
                  <a:pt x="3491" y="22100"/>
                </a:lnTo>
                <a:lnTo>
                  <a:pt x="3491" y="22543"/>
                </a:lnTo>
                <a:lnTo>
                  <a:pt x="3491" y="22721"/>
                </a:lnTo>
                <a:lnTo>
                  <a:pt x="3808" y="23431"/>
                </a:lnTo>
                <a:lnTo>
                  <a:pt x="3808" y="23786"/>
                </a:lnTo>
                <a:lnTo>
                  <a:pt x="3808" y="24230"/>
                </a:lnTo>
                <a:lnTo>
                  <a:pt x="3808" y="24674"/>
                </a:lnTo>
                <a:lnTo>
                  <a:pt x="3808" y="25117"/>
                </a:lnTo>
                <a:lnTo>
                  <a:pt x="4284" y="25561"/>
                </a:lnTo>
                <a:lnTo>
                  <a:pt x="4284" y="26005"/>
                </a:lnTo>
                <a:lnTo>
                  <a:pt x="4284" y="26360"/>
                </a:lnTo>
                <a:lnTo>
                  <a:pt x="4284" y="26804"/>
                </a:lnTo>
                <a:lnTo>
                  <a:pt x="4284" y="27514"/>
                </a:lnTo>
                <a:lnTo>
                  <a:pt x="4601" y="27691"/>
                </a:lnTo>
                <a:lnTo>
                  <a:pt x="4601" y="28135"/>
                </a:lnTo>
                <a:lnTo>
                  <a:pt x="4601" y="28579"/>
                </a:lnTo>
                <a:lnTo>
                  <a:pt x="4601" y="28934"/>
                </a:lnTo>
                <a:lnTo>
                  <a:pt x="4601" y="29378"/>
                </a:lnTo>
                <a:lnTo>
                  <a:pt x="5077" y="29821"/>
                </a:lnTo>
                <a:lnTo>
                  <a:pt x="5077" y="30088"/>
                </a:lnTo>
                <a:lnTo>
                  <a:pt x="5077" y="30709"/>
                </a:lnTo>
                <a:lnTo>
                  <a:pt x="5077" y="30886"/>
                </a:lnTo>
                <a:lnTo>
                  <a:pt x="5077" y="31508"/>
                </a:lnTo>
                <a:lnTo>
                  <a:pt x="5077" y="31952"/>
                </a:lnTo>
                <a:lnTo>
                  <a:pt x="5077" y="32395"/>
                </a:lnTo>
                <a:lnTo>
                  <a:pt x="5077" y="32839"/>
                </a:lnTo>
                <a:lnTo>
                  <a:pt x="5077" y="33283"/>
                </a:lnTo>
                <a:lnTo>
                  <a:pt x="5395" y="33727"/>
                </a:lnTo>
                <a:lnTo>
                  <a:pt x="5395" y="34082"/>
                </a:lnTo>
                <a:lnTo>
                  <a:pt x="5395" y="34525"/>
                </a:lnTo>
                <a:lnTo>
                  <a:pt x="5395" y="34969"/>
                </a:lnTo>
                <a:lnTo>
                  <a:pt x="5395" y="35413"/>
                </a:lnTo>
                <a:lnTo>
                  <a:pt x="5871" y="35857"/>
                </a:lnTo>
                <a:lnTo>
                  <a:pt x="5871" y="36301"/>
                </a:lnTo>
                <a:lnTo>
                  <a:pt x="5871" y="36922"/>
                </a:lnTo>
                <a:lnTo>
                  <a:pt x="5871" y="37099"/>
                </a:lnTo>
                <a:lnTo>
                  <a:pt x="5871" y="37543"/>
                </a:lnTo>
                <a:lnTo>
                  <a:pt x="6188" y="38164"/>
                </a:lnTo>
                <a:lnTo>
                  <a:pt x="6188" y="38431"/>
                </a:lnTo>
                <a:lnTo>
                  <a:pt x="6188" y="39052"/>
                </a:lnTo>
                <a:lnTo>
                  <a:pt x="6188" y="39229"/>
                </a:lnTo>
                <a:lnTo>
                  <a:pt x="6506" y="39673"/>
                </a:lnTo>
                <a:lnTo>
                  <a:pt x="6506" y="40383"/>
                </a:lnTo>
                <a:lnTo>
                  <a:pt x="6506" y="40561"/>
                </a:lnTo>
                <a:lnTo>
                  <a:pt x="6506" y="41182"/>
                </a:lnTo>
                <a:lnTo>
                  <a:pt x="6506" y="41626"/>
                </a:lnTo>
                <a:lnTo>
                  <a:pt x="6982" y="41803"/>
                </a:lnTo>
                <a:lnTo>
                  <a:pt x="6982" y="42513"/>
                </a:lnTo>
                <a:lnTo>
                  <a:pt x="6982" y="42957"/>
                </a:lnTo>
                <a:lnTo>
                  <a:pt x="6982" y="43312"/>
                </a:lnTo>
                <a:lnTo>
                  <a:pt x="6982" y="43756"/>
                </a:lnTo>
                <a:lnTo>
                  <a:pt x="6982" y="44022"/>
                </a:lnTo>
                <a:lnTo>
                  <a:pt x="6982" y="44644"/>
                </a:lnTo>
                <a:lnTo>
                  <a:pt x="6982" y="45087"/>
                </a:lnTo>
                <a:lnTo>
                  <a:pt x="6982" y="45265"/>
                </a:lnTo>
                <a:lnTo>
                  <a:pt x="6982" y="45886"/>
                </a:lnTo>
                <a:lnTo>
                  <a:pt x="7299" y="46330"/>
                </a:lnTo>
                <a:lnTo>
                  <a:pt x="7299" y="46774"/>
                </a:lnTo>
                <a:lnTo>
                  <a:pt x="7299" y="47217"/>
                </a:lnTo>
                <a:lnTo>
                  <a:pt x="7299" y="47661"/>
                </a:lnTo>
                <a:lnTo>
                  <a:pt x="7775" y="48016"/>
                </a:lnTo>
                <a:lnTo>
                  <a:pt x="7775" y="48460"/>
                </a:lnTo>
                <a:lnTo>
                  <a:pt x="7775" y="48904"/>
                </a:lnTo>
                <a:lnTo>
                  <a:pt x="7775" y="49348"/>
                </a:lnTo>
                <a:lnTo>
                  <a:pt x="7775" y="49791"/>
                </a:lnTo>
                <a:lnTo>
                  <a:pt x="8093" y="50235"/>
                </a:lnTo>
                <a:lnTo>
                  <a:pt x="8093" y="50590"/>
                </a:lnTo>
                <a:lnTo>
                  <a:pt x="8093" y="51034"/>
                </a:lnTo>
                <a:lnTo>
                  <a:pt x="8093" y="51478"/>
                </a:lnTo>
                <a:lnTo>
                  <a:pt x="8093" y="51922"/>
                </a:lnTo>
                <a:lnTo>
                  <a:pt x="8410" y="52365"/>
                </a:lnTo>
                <a:lnTo>
                  <a:pt x="8410" y="52809"/>
                </a:lnTo>
                <a:lnTo>
                  <a:pt x="8410" y="53164"/>
                </a:lnTo>
                <a:lnTo>
                  <a:pt x="8410" y="53608"/>
                </a:lnTo>
                <a:lnTo>
                  <a:pt x="8410" y="54052"/>
                </a:lnTo>
                <a:lnTo>
                  <a:pt x="8886" y="54495"/>
                </a:lnTo>
                <a:lnTo>
                  <a:pt x="8886" y="54939"/>
                </a:lnTo>
                <a:lnTo>
                  <a:pt x="8886" y="55383"/>
                </a:lnTo>
                <a:lnTo>
                  <a:pt x="8886" y="55738"/>
                </a:lnTo>
                <a:lnTo>
                  <a:pt x="9203" y="56182"/>
                </a:lnTo>
                <a:lnTo>
                  <a:pt x="9203" y="56626"/>
                </a:lnTo>
                <a:lnTo>
                  <a:pt x="9203" y="57069"/>
                </a:lnTo>
                <a:lnTo>
                  <a:pt x="9203" y="57513"/>
                </a:lnTo>
                <a:lnTo>
                  <a:pt x="9203" y="57957"/>
                </a:lnTo>
                <a:lnTo>
                  <a:pt x="9203" y="58312"/>
                </a:lnTo>
                <a:lnTo>
                  <a:pt x="9203" y="58756"/>
                </a:lnTo>
                <a:lnTo>
                  <a:pt x="9203" y="59200"/>
                </a:lnTo>
                <a:lnTo>
                  <a:pt x="9203" y="59643"/>
                </a:lnTo>
                <a:lnTo>
                  <a:pt x="9203" y="60087"/>
                </a:lnTo>
                <a:lnTo>
                  <a:pt x="9679" y="60531"/>
                </a:lnTo>
                <a:lnTo>
                  <a:pt x="9679" y="60886"/>
                </a:lnTo>
                <a:lnTo>
                  <a:pt x="9679" y="61330"/>
                </a:lnTo>
                <a:lnTo>
                  <a:pt x="9679" y="61773"/>
                </a:lnTo>
                <a:lnTo>
                  <a:pt x="9679" y="62217"/>
                </a:lnTo>
                <a:lnTo>
                  <a:pt x="9997" y="62661"/>
                </a:lnTo>
                <a:lnTo>
                  <a:pt x="9997" y="63105"/>
                </a:lnTo>
                <a:lnTo>
                  <a:pt x="9997" y="63460"/>
                </a:lnTo>
                <a:lnTo>
                  <a:pt x="9997" y="63904"/>
                </a:lnTo>
                <a:lnTo>
                  <a:pt x="10473" y="64347"/>
                </a:lnTo>
                <a:lnTo>
                  <a:pt x="10473" y="64791"/>
                </a:lnTo>
                <a:lnTo>
                  <a:pt x="10473" y="65235"/>
                </a:lnTo>
                <a:lnTo>
                  <a:pt x="10473" y="65679"/>
                </a:lnTo>
                <a:lnTo>
                  <a:pt x="10473" y="66034"/>
                </a:lnTo>
                <a:lnTo>
                  <a:pt x="10790" y="66477"/>
                </a:lnTo>
                <a:lnTo>
                  <a:pt x="10790" y="66921"/>
                </a:lnTo>
                <a:lnTo>
                  <a:pt x="10790" y="67365"/>
                </a:lnTo>
                <a:lnTo>
                  <a:pt x="10790" y="67543"/>
                </a:lnTo>
                <a:lnTo>
                  <a:pt x="10790" y="68253"/>
                </a:lnTo>
                <a:lnTo>
                  <a:pt x="11108" y="68608"/>
                </a:lnTo>
                <a:lnTo>
                  <a:pt x="11108" y="68874"/>
                </a:lnTo>
                <a:lnTo>
                  <a:pt x="11108" y="69495"/>
                </a:lnTo>
                <a:lnTo>
                  <a:pt x="11108" y="69939"/>
                </a:lnTo>
                <a:lnTo>
                  <a:pt x="11108" y="70116"/>
                </a:lnTo>
                <a:lnTo>
                  <a:pt x="11108" y="70826"/>
                </a:lnTo>
                <a:lnTo>
                  <a:pt x="11108" y="71182"/>
                </a:lnTo>
                <a:lnTo>
                  <a:pt x="11108" y="71448"/>
                </a:lnTo>
                <a:lnTo>
                  <a:pt x="11108" y="72069"/>
                </a:lnTo>
                <a:lnTo>
                  <a:pt x="11108" y="72247"/>
                </a:lnTo>
                <a:lnTo>
                  <a:pt x="11584" y="72690"/>
                </a:lnTo>
                <a:lnTo>
                  <a:pt x="11584" y="73400"/>
                </a:lnTo>
                <a:lnTo>
                  <a:pt x="11584" y="73578"/>
                </a:lnTo>
                <a:lnTo>
                  <a:pt x="11584" y="74022"/>
                </a:lnTo>
                <a:lnTo>
                  <a:pt x="11901" y="74643"/>
                </a:lnTo>
                <a:lnTo>
                  <a:pt x="11901" y="74820"/>
                </a:lnTo>
                <a:lnTo>
                  <a:pt x="11901" y="75264"/>
                </a:lnTo>
                <a:lnTo>
                  <a:pt x="11901" y="75708"/>
                </a:lnTo>
                <a:lnTo>
                  <a:pt x="11901" y="76152"/>
                </a:lnTo>
                <a:lnTo>
                  <a:pt x="12377" y="76596"/>
                </a:lnTo>
                <a:lnTo>
                  <a:pt x="12377" y="77039"/>
                </a:lnTo>
                <a:lnTo>
                  <a:pt x="12377" y="77394"/>
                </a:lnTo>
                <a:lnTo>
                  <a:pt x="12377" y="77838"/>
                </a:lnTo>
                <a:lnTo>
                  <a:pt x="12377" y="78282"/>
                </a:lnTo>
                <a:lnTo>
                  <a:pt x="12694" y="78726"/>
                </a:lnTo>
                <a:lnTo>
                  <a:pt x="12694" y="79170"/>
                </a:lnTo>
                <a:lnTo>
                  <a:pt x="12694" y="79347"/>
                </a:lnTo>
                <a:lnTo>
                  <a:pt x="12694" y="79968"/>
                </a:lnTo>
                <a:lnTo>
                  <a:pt x="12694" y="80412"/>
                </a:lnTo>
                <a:lnTo>
                  <a:pt x="13012" y="80678"/>
                </a:lnTo>
                <a:lnTo>
                  <a:pt x="13012" y="81122"/>
                </a:lnTo>
                <a:lnTo>
                  <a:pt x="13012" y="81743"/>
                </a:lnTo>
                <a:lnTo>
                  <a:pt x="13012" y="81921"/>
                </a:lnTo>
                <a:lnTo>
                  <a:pt x="13488" y="82365"/>
                </a:lnTo>
                <a:lnTo>
                  <a:pt x="13488" y="82986"/>
                </a:lnTo>
                <a:lnTo>
                  <a:pt x="13488" y="83252"/>
                </a:lnTo>
                <a:lnTo>
                  <a:pt x="13488" y="83696"/>
                </a:lnTo>
                <a:lnTo>
                  <a:pt x="13488" y="84051"/>
                </a:lnTo>
                <a:lnTo>
                  <a:pt x="13488" y="84495"/>
                </a:lnTo>
                <a:lnTo>
                  <a:pt x="13488" y="84939"/>
                </a:lnTo>
                <a:lnTo>
                  <a:pt x="13488" y="85382"/>
                </a:lnTo>
                <a:lnTo>
                  <a:pt x="13488" y="85826"/>
                </a:lnTo>
              </a:path>
            </a:pathLst>
          </a:custGeom>
          <a:ln w="1933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2838541" y="3007965"/>
            <a:ext cx="13805" cy="76507"/>
          </a:xfrm>
          <a:custGeom>
            <a:avLst/>
            <a:gdLst/>
            <a:ahLst/>
            <a:cxnLst/>
            <a:rect l="l" t="t" r="r" b="b"/>
            <a:pathLst>
              <a:path w="13805" h="76507">
                <a:moveTo>
                  <a:pt x="0" y="0"/>
                </a:moveTo>
                <a:lnTo>
                  <a:pt x="0" y="443"/>
                </a:lnTo>
                <a:lnTo>
                  <a:pt x="317" y="621"/>
                </a:lnTo>
                <a:lnTo>
                  <a:pt x="317" y="1242"/>
                </a:lnTo>
                <a:lnTo>
                  <a:pt x="317" y="1686"/>
                </a:lnTo>
                <a:lnTo>
                  <a:pt x="317" y="1863"/>
                </a:lnTo>
                <a:lnTo>
                  <a:pt x="317" y="2307"/>
                </a:lnTo>
                <a:lnTo>
                  <a:pt x="793" y="3017"/>
                </a:lnTo>
                <a:lnTo>
                  <a:pt x="793" y="3195"/>
                </a:lnTo>
                <a:lnTo>
                  <a:pt x="793" y="3638"/>
                </a:lnTo>
                <a:lnTo>
                  <a:pt x="793" y="4082"/>
                </a:lnTo>
                <a:lnTo>
                  <a:pt x="1110" y="4437"/>
                </a:lnTo>
                <a:lnTo>
                  <a:pt x="1110" y="4881"/>
                </a:lnTo>
                <a:lnTo>
                  <a:pt x="1110" y="5325"/>
                </a:lnTo>
                <a:lnTo>
                  <a:pt x="1110" y="5769"/>
                </a:lnTo>
                <a:lnTo>
                  <a:pt x="1110" y="6212"/>
                </a:lnTo>
                <a:lnTo>
                  <a:pt x="1586" y="6656"/>
                </a:lnTo>
                <a:lnTo>
                  <a:pt x="1586" y="6834"/>
                </a:lnTo>
                <a:lnTo>
                  <a:pt x="1586" y="7455"/>
                </a:lnTo>
                <a:lnTo>
                  <a:pt x="1586" y="7721"/>
                </a:lnTo>
                <a:lnTo>
                  <a:pt x="1586" y="8076"/>
                </a:lnTo>
                <a:lnTo>
                  <a:pt x="1904" y="8520"/>
                </a:lnTo>
                <a:lnTo>
                  <a:pt x="1904" y="8964"/>
                </a:lnTo>
                <a:lnTo>
                  <a:pt x="1904" y="9408"/>
                </a:lnTo>
                <a:lnTo>
                  <a:pt x="1904" y="9851"/>
                </a:lnTo>
                <a:lnTo>
                  <a:pt x="1904" y="10029"/>
                </a:lnTo>
                <a:lnTo>
                  <a:pt x="1904" y="10650"/>
                </a:lnTo>
                <a:lnTo>
                  <a:pt x="1904" y="11094"/>
                </a:lnTo>
                <a:lnTo>
                  <a:pt x="1904" y="11360"/>
                </a:lnTo>
                <a:lnTo>
                  <a:pt x="1904" y="11804"/>
                </a:lnTo>
                <a:lnTo>
                  <a:pt x="2221" y="12425"/>
                </a:lnTo>
                <a:lnTo>
                  <a:pt x="2221" y="12603"/>
                </a:lnTo>
                <a:lnTo>
                  <a:pt x="2221" y="13047"/>
                </a:lnTo>
                <a:lnTo>
                  <a:pt x="2221" y="13490"/>
                </a:lnTo>
                <a:lnTo>
                  <a:pt x="2221" y="13934"/>
                </a:lnTo>
                <a:lnTo>
                  <a:pt x="2697" y="14378"/>
                </a:lnTo>
                <a:lnTo>
                  <a:pt x="2697" y="14733"/>
                </a:lnTo>
                <a:lnTo>
                  <a:pt x="2697" y="14999"/>
                </a:lnTo>
                <a:lnTo>
                  <a:pt x="2697" y="15620"/>
                </a:lnTo>
                <a:lnTo>
                  <a:pt x="2697" y="16064"/>
                </a:lnTo>
                <a:lnTo>
                  <a:pt x="3015" y="16242"/>
                </a:lnTo>
                <a:lnTo>
                  <a:pt x="3015" y="16686"/>
                </a:lnTo>
                <a:lnTo>
                  <a:pt x="3015" y="17129"/>
                </a:lnTo>
                <a:lnTo>
                  <a:pt x="3015" y="17573"/>
                </a:lnTo>
                <a:lnTo>
                  <a:pt x="3015" y="18017"/>
                </a:lnTo>
                <a:lnTo>
                  <a:pt x="3491" y="18372"/>
                </a:lnTo>
                <a:lnTo>
                  <a:pt x="3491" y="18638"/>
                </a:lnTo>
                <a:lnTo>
                  <a:pt x="3491" y="19259"/>
                </a:lnTo>
                <a:lnTo>
                  <a:pt x="3491" y="19526"/>
                </a:lnTo>
                <a:lnTo>
                  <a:pt x="3808" y="19881"/>
                </a:lnTo>
                <a:lnTo>
                  <a:pt x="3808" y="20325"/>
                </a:lnTo>
                <a:lnTo>
                  <a:pt x="3808" y="20768"/>
                </a:lnTo>
                <a:lnTo>
                  <a:pt x="3808" y="21212"/>
                </a:lnTo>
                <a:lnTo>
                  <a:pt x="3808" y="21656"/>
                </a:lnTo>
                <a:lnTo>
                  <a:pt x="3808" y="21833"/>
                </a:lnTo>
                <a:lnTo>
                  <a:pt x="3808" y="22277"/>
                </a:lnTo>
                <a:lnTo>
                  <a:pt x="3808" y="22721"/>
                </a:lnTo>
                <a:lnTo>
                  <a:pt x="3808" y="23165"/>
                </a:lnTo>
                <a:lnTo>
                  <a:pt x="3808" y="23520"/>
                </a:lnTo>
                <a:lnTo>
                  <a:pt x="4125" y="23964"/>
                </a:lnTo>
                <a:lnTo>
                  <a:pt x="4125" y="24230"/>
                </a:lnTo>
                <a:lnTo>
                  <a:pt x="4125" y="24674"/>
                </a:lnTo>
                <a:lnTo>
                  <a:pt x="4125" y="25295"/>
                </a:lnTo>
                <a:lnTo>
                  <a:pt x="4125" y="25472"/>
                </a:lnTo>
                <a:lnTo>
                  <a:pt x="4601" y="25916"/>
                </a:lnTo>
                <a:lnTo>
                  <a:pt x="4601" y="26360"/>
                </a:lnTo>
                <a:lnTo>
                  <a:pt x="4601" y="26537"/>
                </a:lnTo>
                <a:lnTo>
                  <a:pt x="4601" y="27247"/>
                </a:lnTo>
                <a:lnTo>
                  <a:pt x="4919" y="27602"/>
                </a:lnTo>
                <a:lnTo>
                  <a:pt x="4919" y="27869"/>
                </a:lnTo>
                <a:lnTo>
                  <a:pt x="4919" y="28313"/>
                </a:lnTo>
                <a:lnTo>
                  <a:pt x="4919" y="28668"/>
                </a:lnTo>
                <a:lnTo>
                  <a:pt x="4919" y="28934"/>
                </a:lnTo>
                <a:lnTo>
                  <a:pt x="5395" y="29555"/>
                </a:lnTo>
                <a:lnTo>
                  <a:pt x="5395" y="29999"/>
                </a:lnTo>
                <a:lnTo>
                  <a:pt x="5395" y="30176"/>
                </a:lnTo>
                <a:lnTo>
                  <a:pt x="5395" y="30620"/>
                </a:lnTo>
                <a:lnTo>
                  <a:pt x="5395" y="31064"/>
                </a:lnTo>
                <a:lnTo>
                  <a:pt x="5712" y="31508"/>
                </a:lnTo>
                <a:lnTo>
                  <a:pt x="5712" y="31952"/>
                </a:lnTo>
                <a:lnTo>
                  <a:pt x="5712" y="32307"/>
                </a:lnTo>
                <a:lnTo>
                  <a:pt x="5712" y="32573"/>
                </a:lnTo>
                <a:lnTo>
                  <a:pt x="5712" y="33017"/>
                </a:lnTo>
                <a:lnTo>
                  <a:pt x="6030" y="33460"/>
                </a:lnTo>
                <a:lnTo>
                  <a:pt x="6030" y="33815"/>
                </a:lnTo>
                <a:lnTo>
                  <a:pt x="6030" y="34259"/>
                </a:lnTo>
                <a:lnTo>
                  <a:pt x="6030" y="34703"/>
                </a:lnTo>
                <a:lnTo>
                  <a:pt x="6030" y="34880"/>
                </a:lnTo>
                <a:lnTo>
                  <a:pt x="6030" y="35324"/>
                </a:lnTo>
                <a:lnTo>
                  <a:pt x="6030" y="35768"/>
                </a:lnTo>
                <a:lnTo>
                  <a:pt x="6030" y="36212"/>
                </a:lnTo>
                <a:lnTo>
                  <a:pt x="6030" y="36656"/>
                </a:lnTo>
                <a:lnTo>
                  <a:pt x="6506" y="37099"/>
                </a:lnTo>
                <a:lnTo>
                  <a:pt x="6506" y="37277"/>
                </a:lnTo>
                <a:lnTo>
                  <a:pt x="6506" y="37721"/>
                </a:lnTo>
                <a:lnTo>
                  <a:pt x="6506" y="38164"/>
                </a:lnTo>
                <a:lnTo>
                  <a:pt x="6506" y="38608"/>
                </a:lnTo>
                <a:lnTo>
                  <a:pt x="6823" y="38786"/>
                </a:lnTo>
                <a:lnTo>
                  <a:pt x="6823" y="39407"/>
                </a:lnTo>
                <a:lnTo>
                  <a:pt x="6823" y="39673"/>
                </a:lnTo>
                <a:lnTo>
                  <a:pt x="6823" y="40028"/>
                </a:lnTo>
                <a:lnTo>
                  <a:pt x="6823" y="40472"/>
                </a:lnTo>
                <a:lnTo>
                  <a:pt x="7299" y="40916"/>
                </a:lnTo>
                <a:lnTo>
                  <a:pt x="7299" y="41182"/>
                </a:lnTo>
                <a:lnTo>
                  <a:pt x="7299" y="41537"/>
                </a:lnTo>
                <a:lnTo>
                  <a:pt x="7299" y="41981"/>
                </a:lnTo>
                <a:lnTo>
                  <a:pt x="7616" y="42425"/>
                </a:lnTo>
                <a:lnTo>
                  <a:pt x="7616" y="42868"/>
                </a:lnTo>
                <a:lnTo>
                  <a:pt x="7616" y="43312"/>
                </a:lnTo>
                <a:lnTo>
                  <a:pt x="7616" y="43490"/>
                </a:lnTo>
                <a:lnTo>
                  <a:pt x="7616" y="43934"/>
                </a:lnTo>
                <a:lnTo>
                  <a:pt x="8093" y="44377"/>
                </a:lnTo>
                <a:lnTo>
                  <a:pt x="8093" y="44555"/>
                </a:lnTo>
                <a:lnTo>
                  <a:pt x="8093" y="44999"/>
                </a:lnTo>
                <a:lnTo>
                  <a:pt x="8093" y="45442"/>
                </a:lnTo>
                <a:lnTo>
                  <a:pt x="8093" y="45620"/>
                </a:lnTo>
                <a:lnTo>
                  <a:pt x="8093" y="46330"/>
                </a:lnTo>
                <a:lnTo>
                  <a:pt x="8093" y="46685"/>
                </a:lnTo>
                <a:lnTo>
                  <a:pt x="8093" y="46951"/>
                </a:lnTo>
                <a:lnTo>
                  <a:pt x="8093" y="47395"/>
                </a:lnTo>
                <a:lnTo>
                  <a:pt x="8093" y="47750"/>
                </a:lnTo>
                <a:lnTo>
                  <a:pt x="8410" y="48016"/>
                </a:lnTo>
                <a:lnTo>
                  <a:pt x="8410" y="48460"/>
                </a:lnTo>
                <a:lnTo>
                  <a:pt x="8410" y="48904"/>
                </a:lnTo>
                <a:lnTo>
                  <a:pt x="8410" y="49081"/>
                </a:lnTo>
                <a:lnTo>
                  <a:pt x="8727" y="49525"/>
                </a:lnTo>
                <a:lnTo>
                  <a:pt x="8727" y="49969"/>
                </a:lnTo>
                <a:lnTo>
                  <a:pt x="8727" y="50324"/>
                </a:lnTo>
                <a:lnTo>
                  <a:pt x="8727" y="50768"/>
                </a:lnTo>
                <a:lnTo>
                  <a:pt x="8727" y="51211"/>
                </a:lnTo>
                <a:lnTo>
                  <a:pt x="9203" y="51478"/>
                </a:lnTo>
                <a:lnTo>
                  <a:pt x="9203" y="51833"/>
                </a:lnTo>
                <a:lnTo>
                  <a:pt x="9203" y="52277"/>
                </a:lnTo>
                <a:lnTo>
                  <a:pt x="9203" y="52720"/>
                </a:lnTo>
                <a:lnTo>
                  <a:pt x="9203" y="52898"/>
                </a:lnTo>
                <a:lnTo>
                  <a:pt x="9521" y="53342"/>
                </a:lnTo>
                <a:lnTo>
                  <a:pt x="9521" y="53785"/>
                </a:lnTo>
                <a:lnTo>
                  <a:pt x="9521" y="53963"/>
                </a:lnTo>
                <a:lnTo>
                  <a:pt x="9521" y="54407"/>
                </a:lnTo>
                <a:lnTo>
                  <a:pt x="9521" y="54850"/>
                </a:lnTo>
                <a:lnTo>
                  <a:pt x="9997" y="55117"/>
                </a:lnTo>
                <a:lnTo>
                  <a:pt x="9997" y="55472"/>
                </a:lnTo>
                <a:lnTo>
                  <a:pt x="9997" y="56182"/>
                </a:lnTo>
                <a:lnTo>
                  <a:pt x="9997" y="56359"/>
                </a:lnTo>
                <a:lnTo>
                  <a:pt x="10314" y="56803"/>
                </a:lnTo>
                <a:lnTo>
                  <a:pt x="10314" y="57247"/>
                </a:lnTo>
                <a:lnTo>
                  <a:pt x="10314" y="57424"/>
                </a:lnTo>
                <a:lnTo>
                  <a:pt x="10314" y="57868"/>
                </a:lnTo>
                <a:lnTo>
                  <a:pt x="10314" y="58312"/>
                </a:lnTo>
                <a:lnTo>
                  <a:pt x="10314" y="58489"/>
                </a:lnTo>
                <a:lnTo>
                  <a:pt x="10314" y="58933"/>
                </a:lnTo>
                <a:lnTo>
                  <a:pt x="10314" y="59377"/>
                </a:lnTo>
                <a:lnTo>
                  <a:pt x="10314" y="59821"/>
                </a:lnTo>
                <a:lnTo>
                  <a:pt x="10314" y="59998"/>
                </a:lnTo>
                <a:lnTo>
                  <a:pt x="10631" y="60442"/>
                </a:lnTo>
                <a:lnTo>
                  <a:pt x="10631" y="60886"/>
                </a:lnTo>
                <a:lnTo>
                  <a:pt x="10631" y="61063"/>
                </a:lnTo>
                <a:lnTo>
                  <a:pt x="10631" y="61507"/>
                </a:lnTo>
                <a:lnTo>
                  <a:pt x="10631" y="61951"/>
                </a:lnTo>
                <a:lnTo>
                  <a:pt x="11108" y="62128"/>
                </a:lnTo>
                <a:lnTo>
                  <a:pt x="11108" y="62572"/>
                </a:lnTo>
                <a:lnTo>
                  <a:pt x="11108" y="63016"/>
                </a:lnTo>
                <a:lnTo>
                  <a:pt x="11108" y="63194"/>
                </a:lnTo>
                <a:lnTo>
                  <a:pt x="11425" y="63637"/>
                </a:lnTo>
                <a:lnTo>
                  <a:pt x="11425" y="64081"/>
                </a:lnTo>
                <a:lnTo>
                  <a:pt x="11425" y="64525"/>
                </a:lnTo>
                <a:lnTo>
                  <a:pt x="11425" y="64702"/>
                </a:lnTo>
                <a:lnTo>
                  <a:pt x="11425" y="65146"/>
                </a:lnTo>
                <a:lnTo>
                  <a:pt x="11901" y="65590"/>
                </a:lnTo>
                <a:lnTo>
                  <a:pt x="11901" y="65767"/>
                </a:lnTo>
                <a:lnTo>
                  <a:pt x="11901" y="66211"/>
                </a:lnTo>
                <a:lnTo>
                  <a:pt x="11901" y="66655"/>
                </a:lnTo>
                <a:lnTo>
                  <a:pt x="11901" y="66832"/>
                </a:lnTo>
                <a:lnTo>
                  <a:pt x="12218" y="67276"/>
                </a:lnTo>
                <a:lnTo>
                  <a:pt x="12218" y="67720"/>
                </a:lnTo>
                <a:lnTo>
                  <a:pt x="12218" y="67986"/>
                </a:lnTo>
                <a:lnTo>
                  <a:pt x="12218" y="68341"/>
                </a:lnTo>
                <a:lnTo>
                  <a:pt x="12218" y="68785"/>
                </a:lnTo>
                <a:lnTo>
                  <a:pt x="12218" y="69229"/>
                </a:lnTo>
                <a:lnTo>
                  <a:pt x="12218" y="69406"/>
                </a:lnTo>
                <a:lnTo>
                  <a:pt x="12218" y="69850"/>
                </a:lnTo>
                <a:lnTo>
                  <a:pt x="12218" y="70294"/>
                </a:lnTo>
                <a:lnTo>
                  <a:pt x="12694" y="70560"/>
                </a:lnTo>
                <a:lnTo>
                  <a:pt x="12694" y="70915"/>
                </a:lnTo>
                <a:lnTo>
                  <a:pt x="12694" y="71359"/>
                </a:lnTo>
                <a:lnTo>
                  <a:pt x="12694" y="71625"/>
                </a:lnTo>
                <a:lnTo>
                  <a:pt x="12694" y="71980"/>
                </a:lnTo>
                <a:lnTo>
                  <a:pt x="13012" y="72424"/>
                </a:lnTo>
                <a:lnTo>
                  <a:pt x="13012" y="72690"/>
                </a:lnTo>
                <a:lnTo>
                  <a:pt x="13012" y="73134"/>
                </a:lnTo>
                <a:lnTo>
                  <a:pt x="13012" y="73312"/>
                </a:lnTo>
                <a:lnTo>
                  <a:pt x="13012" y="73755"/>
                </a:lnTo>
                <a:lnTo>
                  <a:pt x="13329" y="73933"/>
                </a:lnTo>
                <a:lnTo>
                  <a:pt x="13329" y="74377"/>
                </a:lnTo>
                <a:lnTo>
                  <a:pt x="13329" y="74820"/>
                </a:lnTo>
                <a:lnTo>
                  <a:pt x="13329" y="74998"/>
                </a:lnTo>
                <a:lnTo>
                  <a:pt x="13329" y="75442"/>
                </a:lnTo>
                <a:lnTo>
                  <a:pt x="13805" y="75886"/>
                </a:lnTo>
                <a:lnTo>
                  <a:pt x="13805" y="76329"/>
                </a:lnTo>
                <a:lnTo>
                  <a:pt x="13805" y="76507"/>
                </a:lnTo>
              </a:path>
            </a:pathLst>
          </a:custGeom>
          <a:ln w="1927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852346" y="3084473"/>
            <a:ext cx="13329" cy="60442"/>
          </a:xfrm>
          <a:custGeom>
            <a:avLst/>
            <a:gdLst/>
            <a:ahLst/>
            <a:cxnLst/>
            <a:rect l="l" t="t" r="r" b="b"/>
            <a:pathLst>
              <a:path w="13329" h="60442">
                <a:moveTo>
                  <a:pt x="0" y="0"/>
                </a:moveTo>
                <a:lnTo>
                  <a:pt x="0" y="443"/>
                </a:lnTo>
                <a:lnTo>
                  <a:pt x="317" y="887"/>
                </a:lnTo>
                <a:lnTo>
                  <a:pt x="317" y="1065"/>
                </a:lnTo>
                <a:lnTo>
                  <a:pt x="317" y="1508"/>
                </a:lnTo>
                <a:lnTo>
                  <a:pt x="317" y="1952"/>
                </a:lnTo>
                <a:lnTo>
                  <a:pt x="317" y="2130"/>
                </a:lnTo>
                <a:lnTo>
                  <a:pt x="793" y="2396"/>
                </a:lnTo>
                <a:lnTo>
                  <a:pt x="793" y="2840"/>
                </a:lnTo>
                <a:lnTo>
                  <a:pt x="793" y="3195"/>
                </a:lnTo>
                <a:lnTo>
                  <a:pt x="793" y="3461"/>
                </a:lnTo>
                <a:lnTo>
                  <a:pt x="793" y="3905"/>
                </a:lnTo>
                <a:lnTo>
                  <a:pt x="793" y="4260"/>
                </a:lnTo>
                <a:lnTo>
                  <a:pt x="793" y="4526"/>
                </a:lnTo>
                <a:lnTo>
                  <a:pt x="793" y="4970"/>
                </a:lnTo>
                <a:lnTo>
                  <a:pt x="793" y="5414"/>
                </a:lnTo>
                <a:lnTo>
                  <a:pt x="793" y="5591"/>
                </a:lnTo>
                <a:lnTo>
                  <a:pt x="1110" y="5769"/>
                </a:lnTo>
                <a:lnTo>
                  <a:pt x="1110" y="6212"/>
                </a:lnTo>
                <a:lnTo>
                  <a:pt x="1110" y="6656"/>
                </a:lnTo>
                <a:lnTo>
                  <a:pt x="1110" y="6834"/>
                </a:lnTo>
                <a:lnTo>
                  <a:pt x="1428" y="7277"/>
                </a:lnTo>
                <a:lnTo>
                  <a:pt x="1428" y="7721"/>
                </a:lnTo>
                <a:lnTo>
                  <a:pt x="1428" y="7988"/>
                </a:lnTo>
                <a:lnTo>
                  <a:pt x="1428" y="8165"/>
                </a:lnTo>
                <a:lnTo>
                  <a:pt x="1428" y="8609"/>
                </a:lnTo>
                <a:lnTo>
                  <a:pt x="1904" y="9053"/>
                </a:lnTo>
                <a:lnTo>
                  <a:pt x="1904" y="9230"/>
                </a:lnTo>
                <a:lnTo>
                  <a:pt x="1904" y="9674"/>
                </a:lnTo>
                <a:lnTo>
                  <a:pt x="1904" y="10118"/>
                </a:lnTo>
                <a:lnTo>
                  <a:pt x="1904" y="10295"/>
                </a:lnTo>
                <a:lnTo>
                  <a:pt x="2221" y="10739"/>
                </a:lnTo>
                <a:lnTo>
                  <a:pt x="2221" y="10916"/>
                </a:lnTo>
                <a:lnTo>
                  <a:pt x="2221" y="11360"/>
                </a:lnTo>
                <a:lnTo>
                  <a:pt x="2221" y="11626"/>
                </a:lnTo>
                <a:lnTo>
                  <a:pt x="2221" y="11982"/>
                </a:lnTo>
                <a:lnTo>
                  <a:pt x="2697" y="12425"/>
                </a:lnTo>
                <a:lnTo>
                  <a:pt x="2697" y="12692"/>
                </a:lnTo>
                <a:lnTo>
                  <a:pt x="2697" y="12869"/>
                </a:lnTo>
                <a:lnTo>
                  <a:pt x="2697" y="13313"/>
                </a:lnTo>
                <a:lnTo>
                  <a:pt x="2697" y="13757"/>
                </a:lnTo>
                <a:lnTo>
                  <a:pt x="2697" y="13934"/>
                </a:lnTo>
                <a:lnTo>
                  <a:pt x="2697" y="14378"/>
                </a:lnTo>
                <a:lnTo>
                  <a:pt x="2697" y="14822"/>
                </a:lnTo>
                <a:lnTo>
                  <a:pt x="2697" y="14999"/>
                </a:lnTo>
                <a:lnTo>
                  <a:pt x="3015" y="15265"/>
                </a:lnTo>
                <a:lnTo>
                  <a:pt x="3015" y="15709"/>
                </a:lnTo>
                <a:lnTo>
                  <a:pt x="3015" y="16064"/>
                </a:lnTo>
                <a:lnTo>
                  <a:pt x="3015" y="16331"/>
                </a:lnTo>
                <a:lnTo>
                  <a:pt x="3015" y="16774"/>
                </a:lnTo>
                <a:lnTo>
                  <a:pt x="3491" y="16952"/>
                </a:lnTo>
                <a:lnTo>
                  <a:pt x="3491" y="17396"/>
                </a:lnTo>
                <a:lnTo>
                  <a:pt x="3491" y="17573"/>
                </a:lnTo>
                <a:lnTo>
                  <a:pt x="3491" y="18017"/>
                </a:lnTo>
                <a:lnTo>
                  <a:pt x="3491" y="18461"/>
                </a:lnTo>
                <a:lnTo>
                  <a:pt x="3808" y="18638"/>
                </a:lnTo>
                <a:lnTo>
                  <a:pt x="3808" y="18904"/>
                </a:lnTo>
                <a:lnTo>
                  <a:pt x="3808" y="19348"/>
                </a:lnTo>
                <a:lnTo>
                  <a:pt x="3808" y="19703"/>
                </a:lnTo>
                <a:lnTo>
                  <a:pt x="4125" y="19970"/>
                </a:lnTo>
                <a:lnTo>
                  <a:pt x="4125" y="20147"/>
                </a:lnTo>
                <a:lnTo>
                  <a:pt x="4125" y="20591"/>
                </a:lnTo>
                <a:lnTo>
                  <a:pt x="4125" y="21035"/>
                </a:lnTo>
                <a:lnTo>
                  <a:pt x="4125" y="21212"/>
                </a:lnTo>
                <a:lnTo>
                  <a:pt x="4601" y="21478"/>
                </a:lnTo>
                <a:lnTo>
                  <a:pt x="4601" y="21922"/>
                </a:lnTo>
                <a:lnTo>
                  <a:pt x="4601" y="22100"/>
                </a:lnTo>
                <a:lnTo>
                  <a:pt x="4601" y="22543"/>
                </a:lnTo>
                <a:lnTo>
                  <a:pt x="4601" y="22721"/>
                </a:lnTo>
                <a:lnTo>
                  <a:pt x="4919" y="23165"/>
                </a:lnTo>
                <a:lnTo>
                  <a:pt x="4919" y="23342"/>
                </a:lnTo>
                <a:lnTo>
                  <a:pt x="4919" y="23786"/>
                </a:lnTo>
                <a:lnTo>
                  <a:pt x="4919" y="24230"/>
                </a:lnTo>
                <a:lnTo>
                  <a:pt x="4919" y="24496"/>
                </a:lnTo>
                <a:lnTo>
                  <a:pt x="4919" y="24674"/>
                </a:lnTo>
                <a:lnTo>
                  <a:pt x="4919" y="25117"/>
                </a:lnTo>
                <a:lnTo>
                  <a:pt x="4919" y="25295"/>
                </a:lnTo>
                <a:lnTo>
                  <a:pt x="4919" y="25739"/>
                </a:lnTo>
                <a:lnTo>
                  <a:pt x="5395" y="25916"/>
                </a:lnTo>
                <a:lnTo>
                  <a:pt x="5395" y="26360"/>
                </a:lnTo>
                <a:lnTo>
                  <a:pt x="5395" y="26626"/>
                </a:lnTo>
                <a:lnTo>
                  <a:pt x="5395" y="26804"/>
                </a:lnTo>
                <a:lnTo>
                  <a:pt x="5395" y="27247"/>
                </a:lnTo>
                <a:lnTo>
                  <a:pt x="5712" y="27691"/>
                </a:lnTo>
                <a:lnTo>
                  <a:pt x="5712" y="27869"/>
                </a:lnTo>
                <a:lnTo>
                  <a:pt x="5712" y="28135"/>
                </a:lnTo>
                <a:lnTo>
                  <a:pt x="5712" y="28490"/>
                </a:lnTo>
                <a:lnTo>
                  <a:pt x="5712" y="28934"/>
                </a:lnTo>
                <a:lnTo>
                  <a:pt x="6030" y="29200"/>
                </a:lnTo>
                <a:lnTo>
                  <a:pt x="6030" y="29378"/>
                </a:lnTo>
                <a:lnTo>
                  <a:pt x="6030" y="29821"/>
                </a:lnTo>
                <a:lnTo>
                  <a:pt x="6030" y="29999"/>
                </a:lnTo>
                <a:lnTo>
                  <a:pt x="6030" y="30443"/>
                </a:lnTo>
                <a:lnTo>
                  <a:pt x="6506" y="30709"/>
                </a:lnTo>
                <a:lnTo>
                  <a:pt x="6506" y="30886"/>
                </a:lnTo>
                <a:lnTo>
                  <a:pt x="6506" y="31330"/>
                </a:lnTo>
                <a:lnTo>
                  <a:pt x="6506" y="31508"/>
                </a:lnTo>
                <a:lnTo>
                  <a:pt x="6823" y="31952"/>
                </a:lnTo>
                <a:lnTo>
                  <a:pt x="6823" y="32218"/>
                </a:lnTo>
                <a:lnTo>
                  <a:pt x="6823" y="32573"/>
                </a:lnTo>
                <a:lnTo>
                  <a:pt x="6823" y="32839"/>
                </a:lnTo>
                <a:lnTo>
                  <a:pt x="6823" y="33017"/>
                </a:lnTo>
                <a:lnTo>
                  <a:pt x="6823" y="33460"/>
                </a:lnTo>
                <a:lnTo>
                  <a:pt x="6823" y="33904"/>
                </a:lnTo>
                <a:lnTo>
                  <a:pt x="6823" y="34348"/>
                </a:lnTo>
                <a:lnTo>
                  <a:pt x="6823" y="34792"/>
                </a:lnTo>
                <a:lnTo>
                  <a:pt x="7299" y="34969"/>
                </a:lnTo>
                <a:lnTo>
                  <a:pt x="7299" y="35147"/>
                </a:lnTo>
                <a:lnTo>
                  <a:pt x="7299" y="35591"/>
                </a:lnTo>
                <a:lnTo>
                  <a:pt x="7299" y="35857"/>
                </a:lnTo>
                <a:lnTo>
                  <a:pt x="7299" y="36212"/>
                </a:lnTo>
                <a:lnTo>
                  <a:pt x="7616" y="36478"/>
                </a:lnTo>
                <a:lnTo>
                  <a:pt x="7616" y="36656"/>
                </a:lnTo>
                <a:lnTo>
                  <a:pt x="7616" y="37099"/>
                </a:lnTo>
                <a:lnTo>
                  <a:pt x="7616" y="37366"/>
                </a:lnTo>
                <a:lnTo>
                  <a:pt x="7934" y="37543"/>
                </a:lnTo>
                <a:lnTo>
                  <a:pt x="7934" y="37987"/>
                </a:lnTo>
                <a:lnTo>
                  <a:pt x="7934" y="38164"/>
                </a:lnTo>
                <a:lnTo>
                  <a:pt x="7934" y="38608"/>
                </a:lnTo>
                <a:lnTo>
                  <a:pt x="7934" y="38786"/>
                </a:lnTo>
                <a:lnTo>
                  <a:pt x="8410" y="39052"/>
                </a:lnTo>
                <a:lnTo>
                  <a:pt x="8410" y="39496"/>
                </a:lnTo>
                <a:lnTo>
                  <a:pt x="8410" y="39673"/>
                </a:lnTo>
                <a:lnTo>
                  <a:pt x="8410" y="39940"/>
                </a:lnTo>
                <a:lnTo>
                  <a:pt x="8410" y="40295"/>
                </a:lnTo>
                <a:lnTo>
                  <a:pt x="8727" y="40561"/>
                </a:lnTo>
                <a:lnTo>
                  <a:pt x="8727" y="41005"/>
                </a:lnTo>
                <a:lnTo>
                  <a:pt x="8727" y="41182"/>
                </a:lnTo>
                <a:lnTo>
                  <a:pt x="8727" y="41360"/>
                </a:lnTo>
                <a:lnTo>
                  <a:pt x="8727" y="41803"/>
                </a:lnTo>
                <a:lnTo>
                  <a:pt x="8727" y="42070"/>
                </a:lnTo>
                <a:lnTo>
                  <a:pt x="8727" y="42247"/>
                </a:lnTo>
                <a:lnTo>
                  <a:pt x="8727" y="42513"/>
                </a:lnTo>
                <a:lnTo>
                  <a:pt x="8727" y="42868"/>
                </a:lnTo>
                <a:lnTo>
                  <a:pt x="9203" y="43312"/>
                </a:lnTo>
                <a:lnTo>
                  <a:pt x="9203" y="43579"/>
                </a:lnTo>
                <a:lnTo>
                  <a:pt x="9203" y="43756"/>
                </a:lnTo>
                <a:lnTo>
                  <a:pt x="9203" y="43934"/>
                </a:lnTo>
                <a:lnTo>
                  <a:pt x="9203" y="44377"/>
                </a:lnTo>
                <a:lnTo>
                  <a:pt x="9521" y="44644"/>
                </a:lnTo>
                <a:lnTo>
                  <a:pt x="9521" y="44821"/>
                </a:lnTo>
                <a:lnTo>
                  <a:pt x="9521" y="45265"/>
                </a:lnTo>
                <a:lnTo>
                  <a:pt x="9521" y="45442"/>
                </a:lnTo>
                <a:lnTo>
                  <a:pt x="9521" y="45886"/>
                </a:lnTo>
                <a:lnTo>
                  <a:pt x="9997" y="45886"/>
                </a:lnTo>
                <a:lnTo>
                  <a:pt x="9997" y="46330"/>
                </a:lnTo>
                <a:lnTo>
                  <a:pt x="9997" y="46507"/>
                </a:lnTo>
                <a:lnTo>
                  <a:pt x="9997" y="46951"/>
                </a:lnTo>
                <a:lnTo>
                  <a:pt x="9997" y="47217"/>
                </a:lnTo>
                <a:lnTo>
                  <a:pt x="10314" y="47395"/>
                </a:lnTo>
                <a:lnTo>
                  <a:pt x="10314" y="47839"/>
                </a:lnTo>
                <a:lnTo>
                  <a:pt x="10314" y="48016"/>
                </a:lnTo>
                <a:lnTo>
                  <a:pt x="10314" y="48283"/>
                </a:lnTo>
                <a:lnTo>
                  <a:pt x="10631" y="48460"/>
                </a:lnTo>
                <a:lnTo>
                  <a:pt x="10631" y="48904"/>
                </a:lnTo>
                <a:lnTo>
                  <a:pt x="10631" y="49081"/>
                </a:lnTo>
                <a:lnTo>
                  <a:pt x="10631" y="49348"/>
                </a:lnTo>
                <a:lnTo>
                  <a:pt x="10631" y="49525"/>
                </a:lnTo>
                <a:lnTo>
                  <a:pt x="11108" y="49969"/>
                </a:lnTo>
                <a:lnTo>
                  <a:pt x="11108" y="50146"/>
                </a:lnTo>
                <a:lnTo>
                  <a:pt x="11108" y="50590"/>
                </a:lnTo>
                <a:lnTo>
                  <a:pt x="11108" y="51034"/>
                </a:lnTo>
                <a:lnTo>
                  <a:pt x="11108" y="51300"/>
                </a:lnTo>
                <a:lnTo>
                  <a:pt x="11108" y="51655"/>
                </a:lnTo>
                <a:lnTo>
                  <a:pt x="11108" y="52099"/>
                </a:lnTo>
                <a:lnTo>
                  <a:pt x="11108" y="52365"/>
                </a:lnTo>
                <a:lnTo>
                  <a:pt x="11425" y="52720"/>
                </a:lnTo>
                <a:lnTo>
                  <a:pt x="11425" y="52987"/>
                </a:lnTo>
                <a:lnTo>
                  <a:pt x="11425" y="53164"/>
                </a:lnTo>
                <a:lnTo>
                  <a:pt x="11425" y="53430"/>
                </a:lnTo>
                <a:lnTo>
                  <a:pt x="11901" y="53874"/>
                </a:lnTo>
                <a:lnTo>
                  <a:pt x="11901" y="54052"/>
                </a:lnTo>
                <a:lnTo>
                  <a:pt x="11901" y="54229"/>
                </a:lnTo>
                <a:lnTo>
                  <a:pt x="11901" y="54495"/>
                </a:lnTo>
                <a:lnTo>
                  <a:pt x="11901" y="54939"/>
                </a:lnTo>
                <a:lnTo>
                  <a:pt x="12218" y="55117"/>
                </a:lnTo>
                <a:lnTo>
                  <a:pt x="12218" y="55294"/>
                </a:lnTo>
                <a:lnTo>
                  <a:pt x="12218" y="55561"/>
                </a:lnTo>
                <a:lnTo>
                  <a:pt x="12218" y="55738"/>
                </a:lnTo>
                <a:lnTo>
                  <a:pt x="12218" y="56182"/>
                </a:lnTo>
                <a:lnTo>
                  <a:pt x="12536" y="56448"/>
                </a:lnTo>
                <a:lnTo>
                  <a:pt x="12536" y="56626"/>
                </a:lnTo>
                <a:lnTo>
                  <a:pt x="12536" y="56803"/>
                </a:lnTo>
                <a:lnTo>
                  <a:pt x="12536" y="57247"/>
                </a:lnTo>
                <a:lnTo>
                  <a:pt x="12536" y="57513"/>
                </a:lnTo>
                <a:lnTo>
                  <a:pt x="13012" y="57691"/>
                </a:lnTo>
                <a:lnTo>
                  <a:pt x="13012" y="57868"/>
                </a:lnTo>
                <a:lnTo>
                  <a:pt x="13012" y="58134"/>
                </a:lnTo>
                <a:lnTo>
                  <a:pt x="13012" y="58578"/>
                </a:lnTo>
                <a:lnTo>
                  <a:pt x="13012" y="58756"/>
                </a:lnTo>
                <a:lnTo>
                  <a:pt x="13012" y="59022"/>
                </a:lnTo>
                <a:lnTo>
                  <a:pt x="13012" y="59200"/>
                </a:lnTo>
                <a:lnTo>
                  <a:pt x="13012" y="59377"/>
                </a:lnTo>
                <a:lnTo>
                  <a:pt x="13012" y="59821"/>
                </a:lnTo>
                <a:lnTo>
                  <a:pt x="13329" y="60087"/>
                </a:lnTo>
                <a:lnTo>
                  <a:pt x="13329" y="60265"/>
                </a:lnTo>
                <a:lnTo>
                  <a:pt x="13329" y="60442"/>
                </a:lnTo>
              </a:path>
            </a:pathLst>
          </a:custGeom>
          <a:ln w="1914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865676" y="3144915"/>
            <a:ext cx="13805" cy="38608"/>
          </a:xfrm>
          <a:custGeom>
            <a:avLst/>
            <a:gdLst/>
            <a:ahLst/>
            <a:cxnLst/>
            <a:rect l="l" t="t" r="r" b="b"/>
            <a:pathLst>
              <a:path w="13805" h="38608">
                <a:moveTo>
                  <a:pt x="0" y="0"/>
                </a:moveTo>
                <a:lnTo>
                  <a:pt x="0" y="266"/>
                </a:lnTo>
                <a:lnTo>
                  <a:pt x="0" y="710"/>
                </a:lnTo>
                <a:lnTo>
                  <a:pt x="476" y="710"/>
                </a:lnTo>
                <a:lnTo>
                  <a:pt x="476" y="1153"/>
                </a:lnTo>
                <a:lnTo>
                  <a:pt x="476" y="1331"/>
                </a:lnTo>
                <a:lnTo>
                  <a:pt x="476" y="1508"/>
                </a:lnTo>
                <a:lnTo>
                  <a:pt x="476" y="1952"/>
                </a:lnTo>
                <a:lnTo>
                  <a:pt x="793" y="1952"/>
                </a:lnTo>
                <a:lnTo>
                  <a:pt x="793" y="2218"/>
                </a:lnTo>
                <a:lnTo>
                  <a:pt x="793" y="2573"/>
                </a:lnTo>
                <a:lnTo>
                  <a:pt x="793" y="2840"/>
                </a:lnTo>
                <a:lnTo>
                  <a:pt x="793" y="3017"/>
                </a:lnTo>
                <a:lnTo>
                  <a:pt x="1269" y="3283"/>
                </a:lnTo>
                <a:lnTo>
                  <a:pt x="1269" y="3461"/>
                </a:lnTo>
                <a:lnTo>
                  <a:pt x="1269" y="3905"/>
                </a:lnTo>
                <a:lnTo>
                  <a:pt x="1269" y="4082"/>
                </a:lnTo>
                <a:lnTo>
                  <a:pt x="1586" y="4349"/>
                </a:lnTo>
                <a:lnTo>
                  <a:pt x="1586" y="4526"/>
                </a:lnTo>
                <a:lnTo>
                  <a:pt x="1586" y="4792"/>
                </a:lnTo>
                <a:lnTo>
                  <a:pt x="1586" y="4970"/>
                </a:lnTo>
                <a:lnTo>
                  <a:pt x="1586" y="5414"/>
                </a:lnTo>
                <a:lnTo>
                  <a:pt x="1904" y="5414"/>
                </a:lnTo>
                <a:lnTo>
                  <a:pt x="1904" y="5591"/>
                </a:lnTo>
                <a:lnTo>
                  <a:pt x="1904" y="6035"/>
                </a:lnTo>
                <a:lnTo>
                  <a:pt x="1904" y="6301"/>
                </a:lnTo>
                <a:lnTo>
                  <a:pt x="1904" y="6479"/>
                </a:lnTo>
                <a:lnTo>
                  <a:pt x="1904" y="6656"/>
                </a:lnTo>
                <a:lnTo>
                  <a:pt x="1904" y="6922"/>
                </a:lnTo>
                <a:lnTo>
                  <a:pt x="1904" y="7100"/>
                </a:lnTo>
                <a:lnTo>
                  <a:pt x="1904" y="7366"/>
                </a:lnTo>
                <a:lnTo>
                  <a:pt x="1904" y="7721"/>
                </a:lnTo>
                <a:lnTo>
                  <a:pt x="2380" y="7721"/>
                </a:lnTo>
                <a:lnTo>
                  <a:pt x="2380" y="7988"/>
                </a:lnTo>
                <a:lnTo>
                  <a:pt x="2380" y="8431"/>
                </a:lnTo>
                <a:lnTo>
                  <a:pt x="2380" y="8609"/>
                </a:lnTo>
                <a:lnTo>
                  <a:pt x="2697" y="8786"/>
                </a:lnTo>
                <a:lnTo>
                  <a:pt x="2697" y="9053"/>
                </a:lnTo>
                <a:lnTo>
                  <a:pt x="2697" y="9230"/>
                </a:lnTo>
                <a:lnTo>
                  <a:pt x="2697" y="9496"/>
                </a:lnTo>
                <a:lnTo>
                  <a:pt x="2697" y="9674"/>
                </a:lnTo>
                <a:lnTo>
                  <a:pt x="3173" y="10118"/>
                </a:lnTo>
                <a:lnTo>
                  <a:pt x="3173" y="10295"/>
                </a:lnTo>
                <a:lnTo>
                  <a:pt x="3173" y="10561"/>
                </a:lnTo>
                <a:lnTo>
                  <a:pt x="3173" y="11005"/>
                </a:lnTo>
                <a:lnTo>
                  <a:pt x="3491" y="11183"/>
                </a:lnTo>
                <a:lnTo>
                  <a:pt x="3491" y="11360"/>
                </a:lnTo>
                <a:lnTo>
                  <a:pt x="3491" y="11804"/>
                </a:lnTo>
                <a:lnTo>
                  <a:pt x="3491" y="12070"/>
                </a:lnTo>
                <a:lnTo>
                  <a:pt x="3808" y="12248"/>
                </a:lnTo>
                <a:lnTo>
                  <a:pt x="3808" y="12514"/>
                </a:lnTo>
                <a:lnTo>
                  <a:pt x="3808" y="12692"/>
                </a:lnTo>
                <a:lnTo>
                  <a:pt x="3808" y="12869"/>
                </a:lnTo>
                <a:lnTo>
                  <a:pt x="3808" y="13135"/>
                </a:lnTo>
                <a:lnTo>
                  <a:pt x="3808" y="13313"/>
                </a:lnTo>
                <a:lnTo>
                  <a:pt x="3808" y="13579"/>
                </a:lnTo>
                <a:lnTo>
                  <a:pt x="3808" y="13757"/>
                </a:lnTo>
                <a:lnTo>
                  <a:pt x="3808" y="13934"/>
                </a:lnTo>
                <a:lnTo>
                  <a:pt x="4284" y="14200"/>
                </a:lnTo>
                <a:lnTo>
                  <a:pt x="4284" y="14378"/>
                </a:lnTo>
                <a:lnTo>
                  <a:pt x="4284" y="14822"/>
                </a:lnTo>
                <a:lnTo>
                  <a:pt x="4284" y="15088"/>
                </a:lnTo>
                <a:lnTo>
                  <a:pt x="4601" y="15265"/>
                </a:lnTo>
                <a:lnTo>
                  <a:pt x="4601" y="15443"/>
                </a:lnTo>
                <a:lnTo>
                  <a:pt x="4601" y="15709"/>
                </a:lnTo>
                <a:lnTo>
                  <a:pt x="4601" y="16153"/>
                </a:lnTo>
                <a:lnTo>
                  <a:pt x="5077" y="16331"/>
                </a:lnTo>
                <a:lnTo>
                  <a:pt x="5077" y="16508"/>
                </a:lnTo>
                <a:lnTo>
                  <a:pt x="5077" y="16774"/>
                </a:lnTo>
                <a:lnTo>
                  <a:pt x="5077" y="17218"/>
                </a:lnTo>
                <a:lnTo>
                  <a:pt x="5395" y="17218"/>
                </a:lnTo>
                <a:lnTo>
                  <a:pt x="5395" y="17396"/>
                </a:lnTo>
                <a:lnTo>
                  <a:pt x="5395" y="17662"/>
                </a:lnTo>
                <a:lnTo>
                  <a:pt x="5395" y="17839"/>
                </a:lnTo>
                <a:lnTo>
                  <a:pt x="5395" y="18017"/>
                </a:lnTo>
                <a:lnTo>
                  <a:pt x="5871" y="18283"/>
                </a:lnTo>
                <a:lnTo>
                  <a:pt x="5871" y="18461"/>
                </a:lnTo>
                <a:lnTo>
                  <a:pt x="5871" y="18727"/>
                </a:lnTo>
                <a:lnTo>
                  <a:pt x="5871" y="18904"/>
                </a:lnTo>
                <a:lnTo>
                  <a:pt x="5871" y="19082"/>
                </a:lnTo>
                <a:lnTo>
                  <a:pt x="6188" y="19348"/>
                </a:lnTo>
                <a:lnTo>
                  <a:pt x="6188" y="19526"/>
                </a:lnTo>
                <a:lnTo>
                  <a:pt x="6188" y="19792"/>
                </a:lnTo>
                <a:lnTo>
                  <a:pt x="6188" y="20236"/>
                </a:lnTo>
                <a:lnTo>
                  <a:pt x="6188" y="20413"/>
                </a:lnTo>
                <a:lnTo>
                  <a:pt x="6188" y="20591"/>
                </a:lnTo>
                <a:lnTo>
                  <a:pt x="6188" y="20857"/>
                </a:lnTo>
                <a:lnTo>
                  <a:pt x="6506" y="21035"/>
                </a:lnTo>
                <a:lnTo>
                  <a:pt x="6506" y="21301"/>
                </a:lnTo>
                <a:lnTo>
                  <a:pt x="6506" y="21478"/>
                </a:lnTo>
                <a:lnTo>
                  <a:pt x="6506" y="21656"/>
                </a:lnTo>
                <a:lnTo>
                  <a:pt x="6506" y="21922"/>
                </a:lnTo>
                <a:lnTo>
                  <a:pt x="6982" y="22100"/>
                </a:lnTo>
                <a:lnTo>
                  <a:pt x="6982" y="22366"/>
                </a:lnTo>
                <a:lnTo>
                  <a:pt x="6982" y="22543"/>
                </a:lnTo>
                <a:lnTo>
                  <a:pt x="6982" y="22810"/>
                </a:lnTo>
                <a:lnTo>
                  <a:pt x="6982" y="22987"/>
                </a:lnTo>
                <a:lnTo>
                  <a:pt x="7299" y="23165"/>
                </a:lnTo>
                <a:lnTo>
                  <a:pt x="7299" y="23431"/>
                </a:lnTo>
                <a:lnTo>
                  <a:pt x="7299" y="23608"/>
                </a:lnTo>
                <a:lnTo>
                  <a:pt x="7299" y="23875"/>
                </a:lnTo>
                <a:lnTo>
                  <a:pt x="7775" y="24052"/>
                </a:lnTo>
                <a:lnTo>
                  <a:pt x="7775" y="24230"/>
                </a:lnTo>
                <a:lnTo>
                  <a:pt x="7775" y="24496"/>
                </a:lnTo>
                <a:lnTo>
                  <a:pt x="8093" y="24674"/>
                </a:lnTo>
                <a:lnTo>
                  <a:pt x="8093" y="24940"/>
                </a:lnTo>
                <a:lnTo>
                  <a:pt x="8093" y="25117"/>
                </a:lnTo>
                <a:lnTo>
                  <a:pt x="8093" y="25384"/>
                </a:lnTo>
                <a:lnTo>
                  <a:pt x="8093" y="25561"/>
                </a:lnTo>
                <a:lnTo>
                  <a:pt x="8093" y="25739"/>
                </a:lnTo>
                <a:lnTo>
                  <a:pt x="8093" y="26005"/>
                </a:lnTo>
                <a:lnTo>
                  <a:pt x="8093" y="26182"/>
                </a:lnTo>
                <a:lnTo>
                  <a:pt x="8093" y="26449"/>
                </a:lnTo>
                <a:lnTo>
                  <a:pt x="8410" y="26626"/>
                </a:lnTo>
                <a:lnTo>
                  <a:pt x="8410" y="26804"/>
                </a:lnTo>
                <a:lnTo>
                  <a:pt x="8410" y="27070"/>
                </a:lnTo>
                <a:lnTo>
                  <a:pt x="8410" y="27247"/>
                </a:lnTo>
                <a:lnTo>
                  <a:pt x="8886" y="27514"/>
                </a:lnTo>
                <a:lnTo>
                  <a:pt x="8886" y="27691"/>
                </a:lnTo>
                <a:lnTo>
                  <a:pt x="8886" y="27958"/>
                </a:lnTo>
                <a:lnTo>
                  <a:pt x="9203" y="28135"/>
                </a:lnTo>
                <a:lnTo>
                  <a:pt x="9203" y="28313"/>
                </a:lnTo>
                <a:lnTo>
                  <a:pt x="9203" y="28579"/>
                </a:lnTo>
                <a:lnTo>
                  <a:pt x="9203" y="28756"/>
                </a:lnTo>
                <a:lnTo>
                  <a:pt x="9203" y="29023"/>
                </a:lnTo>
                <a:lnTo>
                  <a:pt x="9679" y="29023"/>
                </a:lnTo>
                <a:lnTo>
                  <a:pt x="9679" y="29200"/>
                </a:lnTo>
                <a:lnTo>
                  <a:pt x="9679" y="29378"/>
                </a:lnTo>
                <a:lnTo>
                  <a:pt x="9679" y="29644"/>
                </a:lnTo>
                <a:lnTo>
                  <a:pt x="9679" y="29821"/>
                </a:lnTo>
                <a:lnTo>
                  <a:pt x="9997" y="30088"/>
                </a:lnTo>
                <a:lnTo>
                  <a:pt x="9997" y="30265"/>
                </a:lnTo>
                <a:lnTo>
                  <a:pt x="9997" y="30531"/>
                </a:lnTo>
                <a:lnTo>
                  <a:pt x="9997" y="30709"/>
                </a:lnTo>
                <a:lnTo>
                  <a:pt x="10314" y="30709"/>
                </a:lnTo>
                <a:lnTo>
                  <a:pt x="10314" y="30886"/>
                </a:lnTo>
                <a:lnTo>
                  <a:pt x="10314" y="31153"/>
                </a:lnTo>
                <a:lnTo>
                  <a:pt x="10314" y="31330"/>
                </a:lnTo>
                <a:lnTo>
                  <a:pt x="10314" y="31597"/>
                </a:lnTo>
                <a:lnTo>
                  <a:pt x="10314" y="31774"/>
                </a:lnTo>
                <a:lnTo>
                  <a:pt x="10314" y="31952"/>
                </a:lnTo>
                <a:lnTo>
                  <a:pt x="10314" y="32218"/>
                </a:lnTo>
                <a:lnTo>
                  <a:pt x="10790" y="32395"/>
                </a:lnTo>
                <a:lnTo>
                  <a:pt x="10790" y="32662"/>
                </a:lnTo>
                <a:lnTo>
                  <a:pt x="10790" y="32839"/>
                </a:lnTo>
                <a:lnTo>
                  <a:pt x="11108" y="33017"/>
                </a:lnTo>
                <a:lnTo>
                  <a:pt x="11108" y="33283"/>
                </a:lnTo>
                <a:lnTo>
                  <a:pt x="11108" y="33460"/>
                </a:lnTo>
                <a:lnTo>
                  <a:pt x="11108" y="33727"/>
                </a:lnTo>
                <a:lnTo>
                  <a:pt x="11584" y="33727"/>
                </a:lnTo>
                <a:lnTo>
                  <a:pt x="11584" y="33904"/>
                </a:lnTo>
                <a:lnTo>
                  <a:pt x="11584" y="34170"/>
                </a:lnTo>
                <a:lnTo>
                  <a:pt x="11584" y="34348"/>
                </a:lnTo>
                <a:lnTo>
                  <a:pt x="11901" y="34525"/>
                </a:lnTo>
                <a:lnTo>
                  <a:pt x="11901" y="34792"/>
                </a:lnTo>
                <a:lnTo>
                  <a:pt x="11901" y="34969"/>
                </a:lnTo>
                <a:lnTo>
                  <a:pt x="12377" y="35235"/>
                </a:lnTo>
                <a:lnTo>
                  <a:pt x="12377" y="35413"/>
                </a:lnTo>
                <a:lnTo>
                  <a:pt x="12377" y="35591"/>
                </a:lnTo>
                <a:lnTo>
                  <a:pt x="12377" y="35857"/>
                </a:lnTo>
                <a:lnTo>
                  <a:pt x="12377" y="36034"/>
                </a:lnTo>
                <a:lnTo>
                  <a:pt x="12377" y="36301"/>
                </a:lnTo>
                <a:lnTo>
                  <a:pt x="12377" y="36478"/>
                </a:lnTo>
                <a:lnTo>
                  <a:pt x="12694" y="36744"/>
                </a:lnTo>
                <a:lnTo>
                  <a:pt x="12694" y="36922"/>
                </a:lnTo>
                <a:lnTo>
                  <a:pt x="12694" y="37099"/>
                </a:lnTo>
                <a:lnTo>
                  <a:pt x="13012" y="37366"/>
                </a:lnTo>
                <a:lnTo>
                  <a:pt x="13012" y="37543"/>
                </a:lnTo>
                <a:lnTo>
                  <a:pt x="13012" y="37809"/>
                </a:lnTo>
                <a:lnTo>
                  <a:pt x="13488" y="37987"/>
                </a:lnTo>
                <a:lnTo>
                  <a:pt x="13488" y="38164"/>
                </a:lnTo>
                <a:lnTo>
                  <a:pt x="13488" y="38431"/>
                </a:lnTo>
                <a:lnTo>
                  <a:pt x="13805" y="38431"/>
                </a:lnTo>
                <a:lnTo>
                  <a:pt x="13805" y="38608"/>
                </a:lnTo>
              </a:path>
            </a:pathLst>
          </a:custGeom>
          <a:ln w="1856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879482" y="3183524"/>
            <a:ext cx="13488" cy="12869"/>
          </a:xfrm>
          <a:custGeom>
            <a:avLst/>
            <a:gdLst/>
            <a:ahLst/>
            <a:cxnLst/>
            <a:rect l="l" t="t" r="r" b="b"/>
            <a:pathLst>
              <a:path w="13488" h="12869">
                <a:moveTo>
                  <a:pt x="0" y="0"/>
                </a:moveTo>
                <a:lnTo>
                  <a:pt x="0" y="266"/>
                </a:lnTo>
                <a:lnTo>
                  <a:pt x="0" y="443"/>
                </a:lnTo>
                <a:lnTo>
                  <a:pt x="476" y="710"/>
                </a:lnTo>
                <a:lnTo>
                  <a:pt x="476" y="887"/>
                </a:lnTo>
                <a:lnTo>
                  <a:pt x="476" y="1065"/>
                </a:lnTo>
                <a:lnTo>
                  <a:pt x="793" y="1065"/>
                </a:lnTo>
                <a:lnTo>
                  <a:pt x="793" y="1331"/>
                </a:lnTo>
                <a:lnTo>
                  <a:pt x="793" y="1508"/>
                </a:lnTo>
                <a:lnTo>
                  <a:pt x="793" y="1775"/>
                </a:lnTo>
                <a:lnTo>
                  <a:pt x="793" y="1952"/>
                </a:lnTo>
                <a:lnTo>
                  <a:pt x="793" y="2130"/>
                </a:lnTo>
                <a:lnTo>
                  <a:pt x="1110" y="2130"/>
                </a:lnTo>
                <a:lnTo>
                  <a:pt x="1110" y="2396"/>
                </a:lnTo>
                <a:lnTo>
                  <a:pt x="1110" y="2573"/>
                </a:lnTo>
                <a:lnTo>
                  <a:pt x="1110" y="2840"/>
                </a:lnTo>
                <a:lnTo>
                  <a:pt x="1586" y="3017"/>
                </a:lnTo>
                <a:lnTo>
                  <a:pt x="1586" y="3283"/>
                </a:lnTo>
                <a:lnTo>
                  <a:pt x="1586" y="3461"/>
                </a:lnTo>
                <a:lnTo>
                  <a:pt x="1904" y="3461"/>
                </a:lnTo>
                <a:lnTo>
                  <a:pt x="1904" y="3638"/>
                </a:lnTo>
                <a:lnTo>
                  <a:pt x="1904" y="3905"/>
                </a:lnTo>
                <a:lnTo>
                  <a:pt x="2380" y="3905"/>
                </a:lnTo>
                <a:lnTo>
                  <a:pt x="2380" y="4082"/>
                </a:lnTo>
                <a:lnTo>
                  <a:pt x="2380" y="4349"/>
                </a:lnTo>
                <a:lnTo>
                  <a:pt x="2380" y="4526"/>
                </a:lnTo>
                <a:lnTo>
                  <a:pt x="2697" y="4526"/>
                </a:lnTo>
                <a:lnTo>
                  <a:pt x="2697" y="4526"/>
                </a:lnTo>
                <a:lnTo>
                  <a:pt x="2697" y="4704"/>
                </a:lnTo>
                <a:lnTo>
                  <a:pt x="2697" y="4970"/>
                </a:lnTo>
                <a:lnTo>
                  <a:pt x="2697" y="5147"/>
                </a:lnTo>
                <a:lnTo>
                  <a:pt x="2697" y="5414"/>
                </a:lnTo>
                <a:lnTo>
                  <a:pt x="3173" y="5591"/>
                </a:lnTo>
                <a:lnTo>
                  <a:pt x="3173" y="5857"/>
                </a:lnTo>
                <a:lnTo>
                  <a:pt x="3491" y="5857"/>
                </a:lnTo>
                <a:lnTo>
                  <a:pt x="3491" y="6035"/>
                </a:lnTo>
                <a:lnTo>
                  <a:pt x="3491" y="6212"/>
                </a:lnTo>
                <a:lnTo>
                  <a:pt x="3808" y="6479"/>
                </a:lnTo>
                <a:lnTo>
                  <a:pt x="3808" y="6656"/>
                </a:lnTo>
                <a:lnTo>
                  <a:pt x="3808" y="6922"/>
                </a:lnTo>
                <a:lnTo>
                  <a:pt x="4284" y="6922"/>
                </a:lnTo>
                <a:lnTo>
                  <a:pt x="4284" y="7100"/>
                </a:lnTo>
                <a:lnTo>
                  <a:pt x="4601" y="7100"/>
                </a:lnTo>
                <a:lnTo>
                  <a:pt x="4601" y="7277"/>
                </a:lnTo>
                <a:lnTo>
                  <a:pt x="4601" y="7544"/>
                </a:lnTo>
                <a:lnTo>
                  <a:pt x="4601" y="7721"/>
                </a:lnTo>
                <a:lnTo>
                  <a:pt x="4601" y="7988"/>
                </a:lnTo>
                <a:lnTo>
                  <a:pt x="4601" y="8165"/>
                </a:lnTo>
                <a:lnTo>
                  <a:pt x="5077" y="8165"/>
                </a:lnTo>
                <a:lnTo>
                  <a:pt x="5077" y="8431"/>
                </a:lnTo>
                <a:lnTo>
                  <a:pt x="5395" y="8431"/>
                </a:lnTo>
                <a:lnTo>
                  <a:pt x="5395" y="8609"/>
                </a:lnTo>
                <a:lnTo>
                  <a:pt x="5395" y="8786"/>
                </a:lnTo>
                <a:lnTo>
                  <a:pt x="5712" y="8786"/>
                </a:lnTo>
                <a:lnTo>
                  <a:pt x="5712" y="9053"/>
                </a:lnTo>
                <a:lnTo>
                  <a:pt x="5712" y="9230"/>
                </a:lnTo>
                <a:lnTo>
                  <a:pt x="6188" y="9230"/>
                </a:lnTo>
                <a:lnTo>
                  <a:pt x="6188" y="9496"/>
                </a:lnTo>
                <a:lnTo>
                  <a:pt x="6506" y="9496"/>
                </a:lnTo>
                <a:lnTo>
                  <a:pt x="6506" y="9674"/>
                </a:lnTo>
                <a:lnTo>
                  <a:pt x="6506" y="9851"/>
                </a:lnTo>
                <a:lnTo>
                  <a:pt x="6982" y="9851"/>
                </a:lnTo>
                <a:lnTo>
                  <a:pt x="6982" y="10118"/>
                </a:lnTo>
                <a:lnTo>
                  <a:pt x="6982" y="10295"/>
                </a:lnTo>
                <a:lnTo>
                  <a:pt x="6982" y="10561"/>
                </a:lnTo>
                <a:lnTo>
                  <a:pt x="7299" y="10561"/>
                </a:lnTo>
                <a:lnTo>
                  <a:pt x="7299" y="10561"/>
                </a:lnTo>
                <a:lnTo>
                  <a:pt x="7775" y="10739"/>
                </a:lnTo>
                <a:lnTo>
                  <a:pt x="7775" y="11005"/>
                </a:lnTo>
                <a:lnTo>
                  <a:pt x="8093" y="11005"/>
                </a:lnTo>
                <a:lnTo>
                  <a:pt x="8093" y="11183"/>
                </a:lnTo>
                <a:lnTo>
                  <a:pt x="8410" y="11183"/>
                </a:lnTo>
                <a:lnTo>
                  <a:pt x="8410" y="11360"/>
                </a:lnTo>
                <a:lnTo>
                  <a:pt x="8886" y="11360"/>
                </a:lnTo>
                <a:lnTo>
                  <a:pt x="8886" y="11626"/>
                </a:lnTo>
                <a:lnTo>
                  <a:pt x="8886" y="11804"/>
                </a:lnTo>
                <a:lnTo>
                  <a:pt x="9203" y="11804"/>
                </a:lnTo>
                <a:lnTo>
                  <a:pt x="9679" y="12070"/>
                </a:lnTo>
                <a:lnTo>
                  <a:pt x="9997" y="12248"/>
                </a:lnTo>
                <a:lnTo>
                  <a:pt x="10314" y="12248"/>
                </a:lnTo>
                <a:lnTo>
                  <a:pt x="10314" y="12425"/>
                </a:lnTo>
                <a:lnTo>
                  <a:pt x="10790" y="12425"/>
                </a:lnTo>
                <a:lnTo>
                  <a:pt x="10790" y="12692"/>
                </a:lnTo>
                <a:lnTo>
                  <a:pt x="11108" y="12692"/>
                </a:lnTo>
                <a:lnTo>
                  <a:pt x="11108" y="12869"/>
                </a:lnTo>
                <a:lnTo>
                  <a:pt x="11584" y="12869"/>
                </a:lnTo>
                <a:lnTo>
                  <a:pt x="11901" y="12869"/>
                </a:lnTo>
                <a:lnTo>
                  <a:pt x="12218" y="12869"/>
                </a:lnTo>
                <a:lnTo>
                  <a:pt x="12694" y="12869"/>
                </a:lnTo>
                <a:lnTo>
                  <a:pt x="13012" y="12869"/>
                </a:lnTo>
                <a:lnTo>
                  <a:pt x="13488" y="12869"/>
                </a:lnTo>
              </a:path>
            </a:pathLst>
          </a:custGeom>
          <a:ln w="1503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2892970" y="3181394"/>
            <a:ext cx="13805" cy="14999"/>
          </a:xfrm>
          <a:custGeom>
            <a:avLst/>
            <a:gdLst/>
            <a:ahLst/>
            <a:cxnLst/>
            <a:rect l="l" t="t" r="r" b="b"/>
            <a:pathLst>
              <a:path w="13805" h="14999">
                <a:moveTo>
                  <a:pt x="0" y="14999"/>
                </a:moveTo>
                <a:lnTo>
                  <a:pt x="317" y="14999"/>
                </a:lnTo>
                <a:lnTo>
                  <a:pt x="793" y="14999"/>
                </a:lnTo>
                <a:lnTo>
                  <a:pt x="1110" y="14999"/>
                </a:lnTo>
                <a:lnTo>
                  <a:pt x="1110" y="14822"/>
                </a:lnTo>
                <a:lnTo>
                  <a:pt x="1428" y="14822"/>
                </a:lnTo>
                <a:lnTo>
                  <a:pt x="1904" y="14822"/>
                </a:lnTo>
                <a:lnTo>
                  <a:pt x="1904" y="14555"/>
                </a:lnTo>
                <a:lnTo>
                  <a:pt x="2221" y="14555"/>
                </a:lnTo>
                <a:lnTo>
                  <a:pt x="2221" y="14378"/>
                </a:lnTo>
                <a:lnTo>
                  <a:pt x="2697" y="14378"/>
                </a:lnTo>
                <a:lnTo>
                  <a:pt x="2697" y="14200"/>
                </a:lnTo>
                <a:lnTo>
                  <a:pt x="3015" y="14200"/>
                </a:lnTo>
                <a:lnTo>
                  <a:pt x="3015" y="13934"/>
                </a:lnTo>
                <a:lnTo>
                  <a:pt x="3332" y="13934"/>
                </a:lnTo>
                <a:lnTo>
                  <a:pt x="3332" y="13757"/>
                </a:lnTo>
                <a:lnTo>
                  <a:pt x="3808" y="13757"/>
                </a:lnTo>
                <a:lnTo>
                  <a:pt x="3808" y="13490"/>
                </a:lnTo>
                <a:lnTo>
                  <a:pt x="4125" y="13490"/>
                </a:lnTo>
                <a:lnTo>
                  <a:pt x="4125" y="13313"/>
                </a:lnTo>
                <a:lnTo>
                  <a:pt x="4601" y="13135"/>
                </a:lnTo>
                <a:lnTo>
                  <a:pt x="4601" y="12869"/>
                </a:lnTo>
                <a:lnTo>
                  <a:pt x="4919" y="12869"/>
                </a:lnTo>
                <a:lnTo>
                  <a:pt x="4919" y="12692"/>
                </a:lnTo>
                <a:lnTo>
                  <a:pt x="5395" y="12692"/>
                </a:lnTo>
                <a:lnTo>
                  <a:pt x="5395" y="12425"/>
                </a:lnTo>
                <a:lnTo>
                  <a:pt x="5712" y="12425"/>
                </a:lnTo>
                <a:lnTo>
                  <a:pt x="5712" y="12248"/>
                </a:lnTo>
                <a:lnTo>
                  <a:pt x="5712" y="11982"/>
                </a:lnTo>
                <a:lnTo>
                  <a:pt x="6030" y="11982"/>
                </a:lnTo>
                <a:lnTo>
                  <a:pt x="6030" y="11804"/>
                </a:lnTo>
                <a:lnTo>
                  <a:pt x="6030" y="11360"/>
                </a:lnTo>
                <a:lnTo>
                  <a:pt x="6506" y="11360"/>
                </a:lnTo>
                <a:lnTo>
                  <a:pt x="6506" y="11183"/>
                </a:lnTo>
                <a:lnTo>
                  <a:pt x="6823" y="11183"/>
                </a:lnTo>
                <a:lnTo>
                  <a:pt x="6823" y="10916"/>
                </a:lnTo>
                <a:lnTo>
                  <a:pt x="6823" y="10739"/>
                </a:lnTo>
                <a:lnTo>
                  <a:pt x="7299" y="10739"/>
                </a:lnTo>
                <a:lnTo>
                  <a:pt x="7299" y="10561"/>
                </a:lnTo>
                <a:lnTo>
                  <a:pt x="7299" y="10295"/>
                </a:lnTo>
                <a:lnTo>
                  <a:pt x="7616" y="10295"/>
                </a:lnTo>
                <a:lnTo>
                  <a:pt x="7616" y="10118"/>
                </a:lnTo>
                <a:lnTo>
                  <a:pt x="7934" y="9851"/>
                </a:lnTo>
                <a:lnTo>
                  <a:pt x="7934" y="9851"/>
                </a:lnTo>
                <a:lnTo>
                  <a:pt x="7934" y="9053"/>
                </a:lnTo>
                <a:lnTo>
                  <a:pt x="8410" y="9053"/>
                </a:lnTo>
                <a:lnTo>
                  <a:pt x="8410" y="8786"/>
                </a:lnTo>
                <a:lnTo>
                  <a:pt x="8727" y="8609"/>
                </a:lnTo>
                <a:lnTo>
                  <a:pt x="8727" y="8343"/>
                </a:lnTo>
                <a:lnTo>
                  <a:pt x="8727" y="8165"/>
                </a:lnTo>
                <a:lnTo>
                  <a:pt x="9203" y="7988"/>
                </a:lnTo>
                <a:lnTo>
                  <a:pt x="9521" y="7721"/>
                </a:lnTo>
                <a:lnTo>
                  <a:pt x="9521" y="7544"/>
                </a:lnTo>
                <a:lnTo>
                  <a:pt x="9521" y="7277"/>
                </a:lnTo>
                <a:lnTo>
                  <a:pt x="9997" y="7100"/>
                </a:lnTo>
                <a:lnTo>
                  <a:pt x="9997" y="6834"/>
                </a:lnTo>
                <a:lnTo>
                  <a:pt x="9997" y="6656"/>
                </a:lnTo>
                <a:lnTo>
                  <a:pt x="9997" y="6479"/>
                </a:lnTo>
                <a:lnTo>
                  <a:pt x="9997" y="6212"/>
                </a:lnTo>
                <a:lnTo>
                  <a:pt x="10314" y="6035"/>
                </a:lnTo>
                <a:lnTo>
                  <a:pt x="10314" y="5769"/>
                </a:lnTo>
                <a:lnTo>
                  <a:pt x="10314" y="5591"/>
                </a:lnTo>
                <a:lnTo>
                  <a:pt x="10631" y="5591"/>
                </a:lnTo>
                <a:lnTo>
                  <a:pt x="10631" y="5414"/>
                </a:lnTo>
                <a:lnTo>
                  <a:pt x="10631" y="5147"/>
                </a:lnTo>
                <a:lnTo>
                  <a:pt x="11108" y="4970"/>
                </a:lnTo>
                <a:lnTo>
                  <a:pt x="11108" y="4704"/>
                </a:lnTo>
                <a:lnTo>
                  <a:pt x="11108" y="4526"/>
                </a:lnTo>
                <a:lnTo>
                  <a:pt x="11425" y="4260"/>
                </a:lnTo>
                <a:lnTo>
                  <a:pt x="11425" y="4082"/>
                </a:lnTo>
                <a:lnTo>
                  <a:pt x="11425" y="3905"/>
                </a:lnTo>
                <a:lnTo>
                  <a:pt x="11901" y="3905"/>
                </a:lnTo>
                <a:lnTo>
                  <a:pt x="11901" y="3638"/>
                </a:lnTo>
                <a:lnTo>
                  <a:pt x="11901" y="3461"/>
                </a:lnTo>
                <a:lnTo>
                  <a:pt x="12218" y="3195"/>
                </a:lnTo>
                <a:lnTo>
                  <a:pt x="12218" y="3017"/>
                </a:lnTo>
                <a:lnTo>
                  <a:pt x="12218" y="2840"/>
                </a:lnTo>
                <a:lnTo>
                  <a:pt x="12218" y="2573"/>
                </a:lnTo>
                <a:lnTo>
                  <a:pt x="12218" y="2396"/>
                </a:lnTo>
                <a:lnTo>
                  <a:pt x="12218" y="2130"/>
                </a:lnTo>
                <a:lnTo>
                  <a:pt x="12218" y="1952"/>
                </a:lnTo>
                <a:lnTo>
                  <a:pt x="12536" y="1952"/>
                </a:lnTo>
                <a:lnTo>
                  <a:pt x="12536" y="1686"/>
                </a:lnTo>
                <a:lnTo>
                  <a:pt x="12536" y="1508"/>
                </a:lnTo>
                <a:lnTo>
                  <a:pt x="13012" y="1331"/>
                </a:lnTo>
                <a:lnTo>
                  <a:pt x="13012" y="1065"/>
                </a:lnTo>
                <a:lnTo>
                  <a:pt x="13012" y="887"/>
                </a:lnTo>
                <a:lnTo>
                  <a:pt x="13329" y="887"/>
                </a:lnTo>
                <a:lnTo>
                  <a:pt x="13329" y="621"/>
                </a:lnTo>
                <a:lnTo>
                  <a:pt x="13329" y="443"/>
                </a:lnTo>
                <a:lnTo>
                  <a:pt x="13329" y="266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155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2906776" y="3138702"/>
            <a:ext cx="13012" cy="42691"/>
          </a:xfrm>
          <a:custGeom>
            <a:avLst/>
            <a:gdLst/>
            <a:ahLst/>
            <a:cxnLst/>
            <a:rect l="l" t="t" r="r" b="b"/>
            <a:pathLst>
              <a:path w="13012" h="42691">
                <a:moveTo>
                  <a:pt x="0" y="42691"/>
                </a:moveTo>
                <a:lnTo>
                  <a:pt x="0" y="42513"/>
                </a:lnTo>
                <a:lnTo>
                  <a:pt x="0" y="42247"/>
                </a:lnTo>
                <a:lnTo>
                  <a:pt x="0" y="42070"/>
                </a:lnTo>
                <a:lnTo>
                  <a:pt x="317" y="42070"/>
                </a:lnTo>
                <a:lnTo>
                  <a:pt x="317" y="41803"/>
                </a:lnTo>
                <a:lnTo>
                  <a:pt x="317" y="41626"/>
                </a:lnTo>
                <a:lnTo>
                  <a:pt x="317" y="41448"/>
                </a:lnTo>
                <a:lnTo>
                  <a:pt x="317" y="41182"/>
                </a:lnTo>
                <a:lnTo>
                  <a:pt x="317" y="41005"/>
                </a:lnTo>
                <a:lnTo>
                  <a:pt x="317" y="40738"/>
                </a:lnTo>
                <a:lnTo>
                  <a:pt x="793" y="40561"/>
                </a:lnTo>
                <a:lnTo>
                  <a:pt x="793" y="40383"/>
                </a:lnTo>
                <a:lnTo>
                  <a:pt x="793" y="40117"/>
                </a:lnTo>
                <a:lnTo>
                  <a:pt x="793" y="39940"/>
                </a:lnTo>
                <a:lnTo>
                  <a:pt x="1110" y="39940"/>
                </a:lnTo>
                <a:lnTo>
                  <a:pt x="1110" y="39673"/>
                </a:lnTo>
                <a:lnTo>
                  <a:pt x="1110" y="39496"/>
                </a:lnTo>
                <a:lnTo>
                  <a:pt x="1110" y="39229"/>
                </a:lnTo>
                <a:lnTo>
                  <a:pt x="1110" y="39052"/>
                </a:lnTo>
                <a:lnTo>
                  <a:pt x="1428" y="38874"/>
                </a:lnTo>
                <a:lnTo>
                  <a:pt x="1428" y="38608"/>
                </a:lnTo>
                <a:lnTo>
                  <a:pt x="1428" y="38431"/>
                </a:lnTo>
                <a:lnTo>
                  <a:pt x="1904" y="38164"/>
                </a:lnTo>
                <a:lnTo>
                  <a:pt x="1904" y="37987"/>
                </a:lnTo>
                <a:lnTo>
                  <a:pt x="1904" y="37809"/>
                </a:lnTo>
                <a:lnTo>
                  <a:pt x="1904" y="37543"/>
                </a:lnTo>
                <a:lnTo>
                  <a:pt x="2221" y="37543"/>
                </a:lnTo>
                <a:lnTo>
                  <a:pt x="2221" y="37366"/>
                </a:lnTo>
                <a:lnTo>
                  <a:pt x="2221" y="37099"/>
                </a:lnTo>
                <a:lnTo>
                  <a:pt x="2221" y="36922"/>
                </a:lnTo>
                <a:lnTo>
                  <a:pt x="2221" y="36744"/>
                </a:lnTo>
                <a:lnTo>
                  <a:pt x="2697" y="36478"/>
                </a:lnTo>
                <a:lnTo>
                  <a:pt x="2697" y="36301"/>
                </a:lnTo>
                <a:lnTo>
                  <a:pt x="2697" y="36034"/>
                </a:lnTo>
                <a:lnTo>
                  <a:pt x="2697" y="35857"/>
                </a:lnTo>
                <a:lnTo>
                  <a:pt x="2697" y="35591"/>
                </a:lnTo>
                <a:lnTo>
                  <a:pt x="2697" y="35413"/>
                </a:lnTo>
                <a:lnTo>
                  <a:pt x="2697" y="35235"/>
                </a:lnTo>
                <a:lnTo>
                  <a:pt x="3015" y="34969"/>
                </a:lnTo>
                <a:lnTo>
                  <a:pt x="3015" y="34792"/>
                </a:lnTo>
                <a:lnTo>
                  <a:pt x="3015" y="34525"/>
                </a:lnTo>
                <a:lnTo>
                  <a:pt x="3015" y="34348"/>
                </a:lnTo>
                <a:lnTo>
                  <a:pt x="3332" y="34170"/>
                </a:lnTo>
                <a:lnTo>
                  <a:pt x="3332" y="33904"/>
                </a:lnTo>
                <a:lnTo>
                  <a:pt x="3332" y="33727"/>
                </a:lnTo>
                <a:lnTo>
                  <a:pt x="3332" y="33460"/>
                </a:lnTo>
                <a:lnTo>
                  <a:pt x="3808" y="33283"/>
                </a:lnTo>
                <a:lnTo>
                  <a:pt x="3808" y="33017"/>
                </a:lnTo>
                <a:lnTo>
                  <a:pt x="3808" y="32839"/>
                </a:lnTo>
                <a:lnTo>
                  <a:pt x="3808" y="32662"/>
                </a:lnTo>
                <a:lnTo>
                  <a:pt x="3808" y="32395"/>
                </a:lnTo>
                <a:lnTo>
                  <a:pt x="4125" y="32218"/>
                </a:lnTo>
                <a:lnTo>
                  <a:pt x="4125" y="31952"/>
                </a:lnTo>
                <a:lnTo>
                  <a:pt x="4125" y="31774"/>
                </a:lnTo>
                <a:lnTo>
                  <a:pt x="4125" y="31597"/>
                </a:lnTo>
                <a:lnTo>
                  <a:pt x="4601" y="31330"/>
                </a:lnTo>
                <a:lnTo>
                  <a:pt x="4601" y="31153"/>
                </a:lnTo>
                <a:lnTo>
                  <a:pt x="4601" y="30886"/>
                </a:lnTo>
                <a:lnTo>
                  <a:pt x="4601" y="30709"/>
                </a:lnTo>
                <a:lnTo>
                  <a:pt x="4601" y="30443"/>
                </a:lnTo>
                <a:lnTo>
                  <a:pt x="4601" y="30265"/>
                </a:lnTo>
                <a:lnTo>
                  <a:pt x="4601" y="30088"/>
                </a:lnTo>
                <a:lnTo>
                  <a:pt x="4601" y="29821"/>
                </a:lnTo>
                <a:lnTo>
                  <a:pt x="4919" y="29378"/>
                </a:lnTo>
                <a:lnTo>
                  <a:pt x="4919" y="29200"/>
                </a:lnTo>
                <a:lnTo>
                  <a:pt x="4919" y="29023"/>
                </a:lnTo>
                <a:lnTo>
                  <a:pt x="4919" y="28756"/>
                </a:lnTo>
                <a:lnTo>
                  <a:pt x="5236" y="28579"/>
                </a:lnTo>
                <a:lnTo>
                  <a:pt x="5236" y="28313"/>
                </a:lnTo>
                <a:lnTo>
                  <a:pt x="5236" y="28135"/>
                </a:lnTo>
                <a:lnTo>
                  <a:pt x="5236" y="27691"/>
                </a:lnTo>
                <a:lnTo>
                  <a:pt x="5712" y="27514"/>
                </a:lnTo>
                <a:lnTo>
                  <a:pt x="5712" y="27247"/>
                </a:lnTo>
                <a:lnTo>
                  <a:pt x="5712" y="27070"/>
                </a:lnTo>
                <a:lnTo>
                  <a:pt x="6030" y="26804"/>
                </a:lnTo>
                <a:lnTo>
                  <a:pt x="6030" y="26626"/>
                </a:lnTo>
                <a:lnTo>
                  <a:pt x="6030" y="26182"/>
                </a:lnTo>
                <a:lnTo>
                  <a:pt x="6030" y="26005"/>
                </a:lnTo>
                <a:lnTo>
                  <a:pt x="6030" y="25739"/>
                </a:lnTo>
                <a:lnTo>
                  <a:pt x="6506" y="25739"/>
                </a:lnTo>
                <a:lnTo>
                  <a:pt x="6506" y="25561"/>
                </a:lnTo>
                <a:lnTo>
                  <a:pt x="6506" y="25295"/>
                </a:lnTo>
                <a:lnTo>
                  <a:pt x="6506" y="24940"/>
                </a:lnTo>
                <a:lnTo>
                  <a:pt x="6506" y="24674"/>
                </a:lnTo>
                <a:lnTo>
                  <a:pt x="6823" y="24674"/>
                </a:lnTo>
                <a:lnTo>
                  <a:pt x="6823" y="24496"/>
                </a:lnTo>
                <a:lnTo>
                  <a:pt x="6823" y="24230"/>
                </a:lnTo>
                <a:lnTo>
                  <a:pt x="6823" y="23875"/>
                </a:lnTo>
                <a:lnTo>
                  <a:pt x="6823" y="23608"/>
                </a:lnTo>
                <a:lnTo>
                  <a:pt x="6823" y="23431"/>
                </a:lnTo>
                <a:lnTo>
                  <a:pt x="6823" y="23165"/>
                </a:lnTo>
                <a:lnTo>
                  <a:pt x="6823" y="22721"/>
                </a:lnTo>
                <a:lnTo>
                  <a:pt x="7299" y="22543"/>
                </a:lnTo>
                <a:lnTo>
                  <a:pt x="7299" y="22366"/>
                </a:lnTo>
                <a:lnTo>
                  <a:pt x="7299" y="22100"/>
                </a:lnTo>
                <a:lnTo>
                  <a:pt x="7299" y="21656"/>
                </a:lnTo>
                <a:lnTo>
                  <a:pt x="7616" y="21478"/>
                </a:lnTo>
                <a:lnTo>
                  <a:pt x="7616" y="21301"/>
                </a:lnTo>
                <a:lnTo>
                  <a:pt x="7616" y="21035"/>
                </a:lnTo>
                <a:lnTo>
                  <a:pt x="7616" y="20857"/>
                </a:lnTo>
                <a:lnTo>
                  <a:pt x="7616" y="20591"/>
                </a:lnTo>
                <a:lnTo>
                  <a:pt x="7934" y="20413"/>
                </a:lnTo>
                <a:lnTo>
                  <a:pt x="7934" y="20147"/>
                </a:lnTo>
                <a:lnTo>
                  <a:pt x="7934" y="19970"/>
                </a:lnTo>
                <a:lnTo>
                  <a:pt x="7934" y="19792"/>
                </a:lnTo>
                <a:lnTo>
                  <a:pt x="7934" y="19526"/>
                </a:lnTo>
                <a:lnTo>
                  <a:pt x="8410" y="19348"/>
                </a:lnTo>
                <a:lnTo>
                  <a:pt x="8410" y="18904"/>
                </a:lnTo>
                <a:lnTo>
                  <a:pt x="8410" y="18727"/>
                </a:lnTo>
                <a:lnTo>
                  <a:pt x="8727" y="18283"/>
                </a:lnTo>
                <a:lnTo>
                  <a:pt x="8727" y="18017"/>
                </a:lnTo>
                <a:lnTo>
                  <a:pt x="8727" y="17839"/>
                </a:lnTo>
                <a:lnTo>
                  <a:pt x="8727" y="17573"/>
                </a:lnTo>
                <a:lnTo>
                  <a:pt x="8727" y="17396"/>
                </a:lnTo>
                <a:lnTo>
                  <a:pt x="8727" y="17218"/>
                </a:lnTo>
                <a:lnTo>
                  <a:pt x="8727" y="16952"/>
                </a:lnTo>
                <a:lnTo>
                  <a:pt x="8727" y="16508"/>
                </a:lnTo>
                <a:lnTo>
                  <a:pt x="8727" y="16331"/>
                </a:lnTo>
                <a:lnTo>
                  <a:pt x="9203" y="15887"/>
                </a:lnTo>
                <a:lnTo>
                  <a:pt x="9203" y="15709"/>
                </a:lnTo>
                <a:lnTo>
                  <a:pt x="9203" y="15443"/>
                </a:lnTo>
                <a:lnTo>
                  <a:pt x="9203" y="15265"/>
                </a:lnTo>
                <a:lnTo>
                  <a:pt x="9203" y="14999"/>
                </a:lnTo>
                <a:lnTo>
                  <a:pt x="9521" y="14822"/>
                </a:lnTo>
                <a:lnTo>
                  <a:pt x="9521" y="14378"/>
                </a:lnTo>
                <a:lnTo>
                  <a:pt x="9521" y="14200"/>
                </a:lnTo>
                <a:lnTo>
                  <a:pt x="9521" y="13934"/>
                </a:lnTo>
                <a:lnTo>
                  <a:pt x="9838" y="13757"/>
                </a:lnTo>
                <a:lnTo>
                  <a:pt x="9838" y="13579"/>
                </a:lnTo>
                <a:lnTo>
                  <a:pt x="9838" y="13313"/>
                </a:lnTo>
                <a:lnTo>
                  <a:pt x="9838" y="12869"/>
                </a:lnTo>
                <a:lnTo>
                  <a:pt x="10314" y="12514"/>
                </a:lnTo>
                <a:lnTo>
                  <a:pt x="10314" y="12248"/>
                </a:lnTo>
                <a:lnTo>
                  <a:pt x="10314" y="12070"/>
                </a:lnTo>
                <a:lnTo>
                  <a:pt x="10314" y="11626"/>
                </a:lnTo>
                <a:lnTo>
                  <a:pt x="10631" y="11360"/>
                </a:lnTo>
                <a:lnTo>
                  <a:pt x="10631" y="11005"/>
                </a:lnTo>
                <a:lnTo>
                  <a:pt x="10631" y="10739"/>
                </a:lnTo>
                <a:lnTo>
                  <a:pt x="10631" y="10561"/>
                </a:lnTo>
                <a:lnTo>
                  <a:pt x="10631" y="10295"/>
                </a:lnTo>
                <a:lnTo>
                  <a:pt x="11108" y="9940"/>
                </a:lnTo>
                <a:lnTo>
                  <a:pt x="11108" y="9674"/>
                </a:lnTo>
                <a:lnTo>
                  <a:pt x="11108" y="9496"/>
                </a:lnTo>
                <a:lnTo>
                  <a:pt x="11108" y="9230"/>
                </a:lnTo>
                <a:lnTo>
                  <a:pt x="11108" y="9053"/>
                </a:lnTo>
                <a:lnTo>
                  <a:pt x="11108" y="8609"/>
                </a:lnTo>
                <a:lnTo>
                  <a:pt x="11108" y="8431"/>
                </a:lnTo>
                <a:lnTo>
                  <a:pt x="11108" y="8165"/>
                </a:lnTo>
                <a:lnTo>
                  <a:pt x="11108" y="7988"/>
                </a:lnTo>
                <a:lnTo>
                  <a:pt x="11425" y="7721"/>
                </a:lnTo>
                <a:lnTo>
                  <a:pt x="11425" y="7366"/>
                </a:lnTo>
                <a:lnTo>
                  <a:pt x="11425" y="7100"/>
                </a:lnTo>
                <a:lnTo>
                  <a:pt x="11425" y="6922"/>
                </a:lnTo>
                <a:lnTo>
                  <a:pt x="11425" y="6656"/>
                </a:lnTo>
                <a:lnTo>
                  <a:pt x="11901" y="6212"/>
                </a:lnTo>
                <a:lnTo>
                  <a:pt x="11901" y="6035"/>
                </a:lnTo>
                <a:lnTo>
                  <a:pt x="11901" y="5857"/>
                </a:lnTo>
                <a:lnTo>
                  <a:pt x="11901" y="5591"/>
                </a:lnTo>
                <a:lnTo>
                  <a:pt x="11901" y="5147"/>
                </a:lnTo>
                <a:lnTo>
                  <a:pt x="12218" y="4970"/>
                </a:lnTo>
                <a:lnTo>
                  <a:pt x="12218" y="4792"/>
                </a:lnTo>
                <a:lnTo>
                  <a:pt x="12218" y="4526"/>
                </a:lnTo>
                <a:lnTo>
                  <a:pt x="12218" y="4349"/>
                </a:lnTo>
                <a:lnTo>
                  <a:pt x="12536" y="3905"/>
                </a:lnTo>
                <a:lnTo>
                  <a:pt x="12536" y="3638"/>
                </a:lnTo>
                <a:lnTo>
                  <a:pt x="12536" y="3461"/>
                </a:lnTo>
                <a:lnTo>
                  <a:pt x="12536" y="3283"/>
                </a:lnTo>
                <a:lnTo>
                  <a:pt x="12536" y="2840"/>
                </a:lnTo>
                <a:lnTo>
                  <a:pt x="13012" y="2573"/>
                </a:lnTo>
                <a:lnTo>
                  <a:pt x="13012" y="2218"/>
                </a:lnTo>
                <a:lnTo>
                  <a:pt x="13012" y="1775"/>
                </a:lnTo>
                <a:lnTo>
                  <a:pt x="13012" y="1331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710"/>
                </a:lnTo>
                <a:lnTo>
                  <a:pt x="13012" y="266"/>
                </a:lnTo>
                <a:lnTo>
                  <a:pt x="13012" y="0"/>
                </a:lnTo>
              </a:path>
            </a:pathLst>
          </a:custGeom>
          <a:ln w="1881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2919788" y="3071159"/>
            <a:ext cx="13805" cy="67543"/>
          </a:xfrm>
          <a:custGeom>
            <a:avLst/>
            <a:gdLst/>
            <a:ahLst/>
            <a:cxnLst/>
            <a:rect l="l" t="t" r="r" b="b"/>
            <a:pathLst>
              <a:path w="13805" h="67543">
                <a:moveTo>
                  <a:pt x="0" y="67543"/>
                </a:moveTo>
                <a:lnTo>
                  <a:pt x="317" y="67365"/>
                </a:lnTo>
                <a:lnTo>
                  <a:pt x="317" y="67188"/>
                </a:lnTo>
                <a:lnTo>
                  <a:pt x="317" y="66744"/>
                </a:lnTo>
                <a:lnTo>
                  <a:pt x="317" y="66477"/>
                </a:lnTo>
                <a:lnTo>
                  <a:pt x="793" y="66300"/>
                </a:lnTo>
                <a:lnTo>
                  <a:pt x="793" y="65856"/>
                </a:lnTo>
                <a:lnTo>
                  <a:pt x="793" y="65679"/>
                </a:lnTo>
                <a:lnTo>
                  <a:pt x="793" y="65235"/>
                </a:lnTo>
                <a:lnTo>
                  <a:pt x="793" y="64969"/>
                </a:lnTo>
                <a:lnTo>
                  <a:pt x="1110" y="64791"/>
                </a:lnTo>
                <a:lnTo>
                  <a:pt x="1110" y="64614"/>
                </a:lnTo>
                <a:lnTo>
                  <a:pt x="1110" y="64170"/>
                </a:lnTo>
                <a:lnTo>
                  <a:pt x="1110" y="63904"/>
                </a:lnTo>
                <a:lnTo>
                  <a:pt x="1110" y="63726"/>
                </a:lnTo>
                <a:lnTo>
                  <a:pt x="1428" y="63282"/>
                </a:lnTo>
                <a:lnTo>
                  <a:pt x="1428" y="63105"/>
                </a:lnTo>
                <a:lnTo>
                  <a:pt x="1428" y="62661"/>
                </a:lnTo>
                <a:lnTo>
                  <a:pt x="1428" y="62395"/>
                </a:lnTo>
                <a:lnTo>
                  <a:pt x="1428" y="62217"/>
                </a:lnTo>
                <a:lnTo>
                  <a:pt x="1904" y="61773"/>
                </a:lnTo>
                <a:lnTo>
                  <a:pt x="1904" y="61596"/>
                </a:lnTo>
                <a:lnTo>
                  <a:pt x="1904" y="61330"/>
                </a:lnTo>
                <a:lnTo>
                  <a:pt x="1904" y="60886"/>
                </a:lnTo>
                <a:lnTo>
                  <a:pt x="2221" y="60708"/>
                </a:lnTo>
                <a:lnTo>
                  <a:pt x="2221" y="60265"/>
                </a:lnTo>
                <a:lnTo>
                  <a:pt x="2221" y="59821"/>
                </a:lnTo>
                <a:lnTo>
                  <a:pt x="2221" y="59466"/>
                </a:lnTo>
                <a:lnTo>
                  <a:pt x="2221" y="59200"/>
                </a:lnTo>
                <a:lnTo>
                  <a:pt x="2221" y="59022"/>
                </a:lnTo>
                <a:lnTo>
                  <a:pt x="2221" y="58578"/>
                </a:lnTo>
                <a:lnTo>
                  <a:pt x="2221" y="58401"/>
                </a:lnTo>
                <a:lnTo>
                  <a:pt x="2221" y="57957"/>
                </a:lnTo>
                <a:lnTo>
                  <a:pt x="2697" y="57691"/>
                </a:lnTo>
                <a:lnTo>
                  <a:pt x="2697" y="57513"/>
                </a:lnTo>
                <a:lnTo>
                  <a:pt x="2697" y="57069"/>
                </a:lnTo>
                <a:lnTo>
                  <a:pt x="2697" y="56892"/>
                </a:lnTo>
                <a:lnTo>
                  <a:pt x="2697" y="56626"/>
                </a:lnTo>
                <a:lnTo>
                  <a:pt x="3015" y="56182"/>
                </a:lnTo>
                <a:lnTo>
                  <a:pt x="3015" y="55827"/>
                </a:lnTo>
                <a:lnTo>
                  <a:pt x="3015" y="55561"/>
                </a:lnTo>
                <a:lnTo>
                  <a:pt x="3015" y="55383"/>
                </a:lnTo>
                <a:lnTo>
                  <a:pt x="3015" y="54939"/>
                </a:lnTo>
                <a:lnTo>
                  <a:pt x="3491" y="54673"/>
                </a:lnTo>
                <a:lnTo>
                  <a:pt x="3491" y="54318"/>
                </a:lnTo>
                <a:lnTo>
                  <a:pt x="3491" y="54052"/>
                </a:lnTo>
                <a:lnTo>
                  <a:pt x="3491" y="53608"/>
                </a:lnTo>
                <a:lnTo>
                  <a:pt x="3808" y="53430"/>
                </a:lnTo>
                <a:lnTo>
                  <a:pt x="3808" y="53253"/>
                </a:lnTo>
                <a:lnTo>
                  <a:pt x="3808" y="52809"/>
                </a:lnTo>
                <a:lnTo>
                  <a:pt x="3808" y="52543"/>
                </a:lnTo>
                <a:lnTo>
                  <a:pt x="3808" y="52099"/>
                </a:lnTo>
                <a:lnTo>
                  <a:pt x="4125" y="51922"/>
                </a:lnTo>
                <a:lnTo>
                  <a:pt x="4125" y="51478"/>
                </a:lnTo>
                <a:lnTo>
                  <a:pt x="4125" y="51300"/>
                </a:lnTo>
                <a:lnTo>
                  <a:pt x="4125" y="50856"/>
                </a:lnTo>
                <a:lnTo>
                  <a:pt x="4125" y="50679"/>
                </a:lnTo>
                <a:lnTo>
                  <a:pt x="4125" y="50235"/>
                </a:lnTo>
                <a:lnTo>
                  <a:pt x="4125" y="49969"/>
                </a:lnTo>
                <a:lnTo>
                  <a:pt x="4125" y="49525"/>
                </a:lnTo>
                <a:lnTo>
                  <a:pt x="4125" y="49348"/>
                </a:lnTo>
                <a:lnTo>
                  <a:pt x="4125" y="49170"/>
                </a:lnTo>
                <a:lnTo>
                  <a:pt x="4601" y="48726"/>
                </a:lnTo>
                <a:lnTo>
                  <a:pt x="4601" y="48460"/>
                </a:lnTo>
                <a:lnTo>
                  <a:pt x="4601" y="48105"/>
                </a:lnTo>
                <a:lnTo>
                  <a:pt x="4601" y="47661"/>
                </a:lnTo>
                <a:lnTo>
                  <a:pt x="4919" y="47395"/>
                </a:lnTo>
                <a:lnTo>
                  <a:pt x="4919" y="47217"/>
                </a:lnTo>
                <a:lnTo>
                  <a:pt x="4919" y="46774"/>
                </a:lnTo>
                <a:lnTo>
                  <a:pt x="4919" y="46330"/>
                </a:lnTo>
                <a:lnTo>
                  <a:pt x="4919" y="46152"/>
                </a:lnTo>
                <a:lnTo>
                  <a:pt x="5395" y="45886"/>
                </a:lnTo>
                <a:lnTo>
                  <a:pt x="5395" y="45531"/>
                </a:lnTo>
                <a:lnTo>
                  <a:pt x="5395" y="45087"/>
                </a:lnTo>
                <a:lnTo>
                  <a:pt x="5395" y="44821"/>
                </a:lnTo>
                <a:lnTo>
                  <a:pt x="5395" y="44644"/>
                </a:lnTo>
                <a:lnTo>
                  <a:pt x="5712" y="44200"/>
                </a:lnTo>
                <a:lnTo>
                  <a:pt x="5712" y="43756"/>
                </a:lnTo>
                <a:lnTo>
                  <a:pt x="5712" y="43579"/>
                </a:lnTo>
                <a:lnTo>
                  <a:pt x="5712" y="43135"/>
                </a:lnTo>
                <a:lnTo>
                  <a:pt x="5712" y="42957"/>
                </a:lnTo>
                <a:lnTo>
                  <a:pt x="6030" y="42513"/>
                </a:lnTo>
                <a:lnTo>
                  <a:pt x="6030" y="42247"/>
                </a:lnTo>
                <a:lnTo>
                  <a:pt x="6030" y="41803"/>
                </a:lnTo>
                <a:lnTo>
                  <a:pt x="6030" y="41448"/>
                </a:lnTo>
                <a:lnTo>
                  <a:pt x="6030" y="41182"/>
                </a:lnTo>
                <a:lnTo>
                  <a:pt x="6030" y="41005"/>
                </a:lnTo>
                <a:lnTo>
                  <a:pt x="6030" y="40561"/>
                </a:lnTo>
                <a:lnTo>
                  <a:pt x="6030" y="40117"/>
                </a:lnTo>
                <a:lnTo>
                  <a:pt x="6030" y="39940"/>
                </a:lnTo>
                <a:lnTo>
                  <a:pt x="6506" y="39496"/>
                </a:lnTo>
                <a:lnTo>
                  <a:pt x="6506" y="39052"/>
                </a:lnTo>
                <a:lnTo>
                  <a:pt x="6506" y="38608"/>
                </a:lnTo>
                <a:lnTo>
                  <a:pt x="6506" y="38164"/>
                </a:lnTo>
                <a:lnTo>
                  <a:pt x="6823" y="37809"/>
                </a:lnTo>
                <a:lnTo>
                  <a:pt x="6823" y="37543"/>
                </a:lnTo>
                <a:lnTo>
                  <a:pt x="6823" y="37099"/>
                </a:lnTo>
                <a:lnTo>
                  <a:pt x="6823" y="36656"/>
                </a:lnTo>
                <a:lnTo>
                  <a:pt x="6823" y="36478"/>
                </a:lnTo>
                <a:lnTo>
                  <a:pt x="7299" y="36301"/>
                </a:lnTo>
                <a:lnTo>
                  <a:pt x="7299" y="35857"/>
                </a:lnTo>
                <a:lnTo>
                  <a:pt x="7299" y="35413"/>
                </a:lnTo>
                <a:lnTo>
                  <a:pt x="7299" y="35235"/>
                </a:lnTo>
                <a:lnTo>
                  <a:pt x="7616" y="34792"/>
                </a:lnTo>
                <a:lnTo>
                  <a:pt x="7616" y="34348"/>
                </a:lnTo>
                <a:lnTo>
                  <a:pt x="7616" y="34170"/>
                </a:lnTo>
                <a:lnTo>
                  <a:pt x="7616" y="33727"/>
                </a:lnTo>
                <a:lnTo>
                  <a:pt x="7616" y="33283"/>
                </a:lnTo>
                <a:lnTo>
                  <a:pt x="7934" y="33017"/>
                </a:lnTo>
                <a:lnTo>
                  <a:pt x="7934" y="32839"/>
                </a:lnTo>
                <a:lnTo>
                  <a:pt x="7934" y="32395"/>
                </a:lnTo>
                <a:lnTo>
                  <a:pt x="7934" y="31952"/>
                </a:lnTo>
                <a:lnTo>
                  <a:pt x="7934" y="31774"/>
                </a:lnTo>
                <a:lnTo>
                  <a:pt x="8410" y="31330"/>
                </a:lnTo>
                <a:lnTo>
                  <a:pt x="8410" y="30886"/>
                </a:lnTo>
                <a:lnTo>
                  <a:pt x="8410" y="30709"/>
                </a:lnTo>
                <a:lnTo>
                  <a:pt x="8410" y="30265"/>
                </a:lnTo>
                <a:lnTo>
                  <a:pt x="8410" y="29821"/>
                </a:lnTo>
                <a:lnTo>
                  <a:pt x="8410" y="29644"/>
                </a:lnTo>
                <a:lnTo>
                  <a:pt x="8410" y="29200"/>
                </a:lnTo>
                <a:lnTo>
                  <a:pt x="8410" y="28756"/>
                </a:lnTo>
                <a:lnTo>
                  <a:pt x="8410" y="28313"/>
                </a:lnTo>
                <a:lnTo>
                  <a:pt x="8727" y="28135"/>
                </a:lnTo>
                <a:lnTo>
                  <a:pt x="8727" y="27691"/>
                </a:lnTo>
                <a:lnTo>
                  <a:pt x="8727" y="27514"/>
                </a:lnTo>
                <a:lnTo>
                  <a:pt x="8727" y="27247"/>
                </a:lnTo>
                <a:lnTo>
                  <a:pt x="8727" y="26804"/>
                </a:lnTo>
                <a:lnTo>
                  <a:pt x="9203" y="26449"/>
                </a:lnTo>
                <a:lnTo>
                  <a:pt x="9203" y="26005"/>
                </a:lnTo>
                <a:lnTo>
                  <a:pt x="9203" y="25739"/>
                </a:lnTo>
                <a:lnTo>
                  <a:pt x="9203" y="25295"/>
                </a:lnTo>
                <a:lnTo>
                  <a:pt x="9203" y="24940"/>
                </a:lnTo>
                <a:lnTo>
                  <a:pt x="9521" y="24674"/>
                </a:lnTo>
                <a:lnTo>
                  <a:pt x="9521" y="24230"/>
                </a:lnTo>
                <a:lnTo>
                  <a:pt x="9521" y="23875"/>
                </a:lnTo>
                <a:lnTo>
                  <a:pt x="9521" y="23608"/>
                </a:lnTo>
                <a:lnTo>
                  <a:pt x="9521" y="23165"/>
                </a:lnTo>
                <a:lnTo>
                  <a:pt x="9997" y="22721"/>
                </a:lnTo>
                <a:lnTo>
                  <a:pt x="9997" y="22543"/>
                </a:lnTo>
                <a:lnTo>
                  <a:pt x="9997" y="22100"/>
                </a:lnTo>
                <a:lnTo>
                  <a:pt x="9997" y="21656"/>
                </a:lnTo>
                <a:lnTo>
                  <a:pt x="10314" y="21301"/>
                </a:lnTo>
                <a:lnTo>
                  <a:pt x="10314" y="21035"/>
                </a:lnTo>
                <a:lnTo>
                  <a:pt x="10314" y="20591"/>
                </a:lnTo>
                <a:lnTo>
                  <a:pt x="10314" y="20147"/>
                </a:lnTo>
                <a:lnTo>
                  <a:pt x="10314" y="19970"/>
                </a:lnTo>
                <a:lnTo>
                  <a:pt x="10314" y="19526"/>
                </a:lnTo>
                <a:lnTo>
                  <a:pt x="10314" y="19082"/>
                </a:lnTo>
                <a:lnTo>
                  <a:pt x="10314" y="18904"/>
                </a:lnTo>
                <a:lnTo>
                  <a:pt x="10314" y="18461"/>
                </a:lnTo>
                <a:lnTo>
                  <a:pt x="10314" y="18017"/>
                </a:lnTo>
                <a:lnTo>
                  <a:pt x="10631" y="17573"/>
                </a:lnTo>
                <a:lnTo>
                  <a:pt x="10631" y="17218"/>
                </a:lnTo>
                <a:lnTo>
                  <a:pt x="10631" y="16774"/>
                </a:lnTo>
                <a:lnTo>
                  <a:pt x="10631" y="16508"/>
                </a:lnTo>
                <a:lnTo>
                  <a:pt x="10631" y="16153"/>
                </a:lnTo>
                <a:lnTo>
                  <a:pt x="11108" y="15709"/>
                </a:lnTo>
                <a:lnTo>
                  <a:pt x="11108" y="15443"/>
                </a:lnTo>
                <a:lnTo>
                  <a:pt x="11108" y="14999"/>
                </a:lnTo>
                <a:lnTo>
                  <a:pt x="11108" y="14644"/>
                </a:lnTo>
                <a:lnTo>
                  <a:pt x="11425" y="14200"/>
                </a:lnTo>
                <a:lnTo>
                  <a:pt x="11425" y="13934"/>
                </a:lnTo>
                <a:lnTo>
                  <a:pt x="11425" y="13579"/>
                </a:lnTo>
                <a:lnTo>
                  <a:pt x="11425" y="13135"/>
                </a:lnTo>
                <a:lnTo>
                  <a:pt x="11425" y="12869"/>
                </a:lnTo>
                <a:lnTo>
                  <a:pt x="11901" y="12514"/>
                </a:lnTo>
                <a:lnTo>
                  <a:pt x="11901" y="12070"/>
                </a:lnTo>
                <a:lnTo>
                  <a:pt x="11901" y="11626"/>
                </a:lnTo>
                <a:lnTo>
                  <a:pt x="11901" y="11183"/>
                </a:lnTo>
                <a:lnTo>
                  <a:pt x="11901" y="10739"/>
                </a:lnTo>
                <a:lnTo>
                  <a:pt x="12218" y="10561"/>
                </a:lnTo>
                <a:lnTo>
                  <a:pt x="12218" y="10118"/>
                </a:lnTo>
                <a:lnTo>
                  <a:pt x="12218" y="9674"/>
                </a:lnTo>
                <a:lnTo>
                  <a:pt x="12218" y="9496"/>
                </a:lnTo>
                <a:lnTo>
                  <a:pt x="12218" y="9053"/>
                </a:lnTo>
                <a:lnTo>
                  <a:pt x="12536" y="8609"/>
                </a:lnTo>
                <a:lnTo>
                  <a:pt x="12536" y="8165"/>
                </a:lnTo>
                <a:lnTo>
                  <a:pt x="12536" y="7721"/>
                </a:lnTo>
                <a:lnTo>
                  <a:pt x="12536" y="7366"/>
                </a:lnTo>
                <a:lnTo>
                  <a:pt x="12536" y="7100"/>
                </a:lnTo>
                <a:lnTo>
                  <a:pt x="12536" y="6656"/>
                </a:lnTo>
                <a:lnTo>
                  <a:pt x="12536" y="6212"/>
                </a:lnTo>
                <a:lnTo>
                  <a:pt x="12536" y="6035"/>
                </a:lnTo>
                <a:lnTo>
                  <a:pt x="12536" y="5591"/>
                </a:lnTo>
                <a:lnTo>
                  <a:pt x="13012" y="4970"/>
                </a:lnTo>
                <a:lnTo>
                  <a:pt x="13012" y="4792"/>
                </a:lnTo>
                <a:lnTo>
                  <a:pt x="13012" y="4349"/>
                </a:lnTo>
                <a:lnTo>
                  <a:pt x="13012" y="3905"/>
                </a:lnTo>
                <a:lnTo>
                  <a:pt x="13012" y="3638"/>
                </a:lnTo>
                <a:lnTo>
                  <a:pt x="13329" y="3283"/>
                </a:lnTo>
                <a:lnTo>
                  <a:pt x="13329" y="2840"/>
                </a:lnTo>
                <a:lnTo>
                  <a:pt x="13329" y="2396"/>
                </a:lnTo>
                <a:lnTo>
                  <a:pt x="13329" y="1952"/>
                </a:lnTo>
                <a:lnTo>
                  <a:pt x="13329" y="1508"/>
                </a:lnTo>
                <a:lnTo>
                  <a:pt x="13805" y="1331"/>
                </a:lnTo>
                <a:lnTo>
                  <a:pt x="13805" y="887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19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2933594" y="2983469"/>
            <a:ext cx="13329" cy="87690"/>
          </a:xfrm>
          <a:custGeom>
            <a:avLst/>
            <a:gdLst/>
            <a:ahLst/>
            <a:cxnLst/>
            <a:rect l="l" t="t" r="r" b="b"/>
            <a:pathLst>
              <a:path w="13329" h="87690">
                <a:moveTo>
                  <a:pt x="0" y="87690"/>
                </a:moveTo>
                <a:lnTo>
                  <a:pt x="317" y="87335"/>
                </a:lnTo>
                <a:lnTo>
                  <a:pt x="317" y="86891"/>
                </a:lnTo>
                <a:lnTo>
                  <a:pt x="317" y="86625"/>
                </a:lnTo>
                <a:lnTo>
                  <a:pt x="317" y="86181"/>
                </a:lnTo>
                <a:lnTo>
                  <a:pt x="317" y="85560"/>
                </a:lnTo>
                <a:lnTo>
                  <a:pt x="793" y="85382"/>
                </a:lnTo>
                <a:lnTo>
                  <a:pt x="793" y="84939"/>
                </a:lnTo>
                <a:lnTo>
                  <a:pt x="793" y="84495"/>
                </a:lnTo>
                <a:lnTo>
                  <a:pt x="793" y="84317"/>
                </a:lnTo>
                <a:lnTo>
                  <a:pt x="793" y="83607"/>
                </a:lnTo>
                <a:lnTo>
                  <a:pt x="793" y="83252"/>
                </a:lnTo>
                <a:lnTo>
                  <a:pt x="793" y="82986"/>
                </a:lnTo>
                <a:lnTo>
                  <a:pt x="793" y="82542"/>
                </a:lnTo>
                <a:lnTo>
                  <a:pt x="793" y="82187"/>
                </a:lnTo>
                <a:lnTo>
                  <a:pt x="793" y="81743"/>
                </a:lnTo>
                <a:lnTo>
                  <a:pt x="1110" y="81300"/>
                </a:lnTo>
                <a:lnTo>
                  <a:pt x="1110" y="80856"/>
                </a:lnTo>
                <a:lnTo>
                  <a:pt x="1110" y="80678"/>
                </a:lnTo>
                <a:lnTo>
                  <a:pt x="1110" y="80235"/>
                </a:lnTo>
                <a:lnTo>
                  <a:pt x="1428" y="79613"/>
                </a:lnTo>
                <a:lnTo>
                  <a:pt x="1428" y="79347"/>
                </a:lnTo>
                <a:lnTo>
                  <a:pt x="1428" y="78903"/>
                </a:lnTo>
                <a:lnTo>
                  <a:pt x="1428" y="78459"/>
                </a:lnTo>
                <a:lnTo>
                  <a:pt x="1428" y="78104"/>
                </a:lnTo>
                <a:lnTo>
                  <a:pt x="1904" y="77661"/>
                </a:lnTo>
                <a:lnTo>
                  <a:pt x="1904" y="77217"/>
                </a:lnTo>
                <a:lnTo>
                  <a:pt x="1904" y="77039"/>
                </a:lnTo>
                <a:lnTo>
                  <a:pt x="1904" y="76329"/>
                </a:lnTo>
                <a:lnTo>
                  <a:pt x="1904" y="75974"/>
                </a:lnTo>
                <a:lnTo>
                  <a:pt x="2221" y="75708"/>
                </a:lnTo>
                <a:lnTo>
                  <a:pt x="2221" y="75264"/>
                </a:lnTo>
                <a:lnTo>
                  <a:pt x="2221" y="74820"/>
                </a:lnTo>
                <a:lnTo>
                  <a:pt x="2221" y="74465"/>
                </a:lnTo>
                <a:lnTo>
                  <a:pt x="2221" y="74022"/>
                </a:lnTo>
                <a:lnTo>
                  <a:pt x="2697" y="73578"/>
                </a:lnTo>
                <a:lnTo>
                  <a:pt x="2697" y="73134"/>
                </a:lnTo>
                <a:lnTo>
                  <a:pt x="2697" y="72690"/>
                </a:lnTo>
                <a:lnTo>
                  <a:pt x="2697" y="72513"/>
                </a:lnTo>
                <a:lnTo>
                  <a:pt x="3015" y="71892"/>
                </a:lnTo>
                <a:lnTo>
                  <a:pt x="3015" y="71448"/>
                </a:lnTo>
                <a:lnTo>
                  <a:pt x="3015" y="71182"/>
                </a:lnTo>
                <a:lnTo>
                  <a:pt x="3015" y="70826"/>
                </a:lnTo>
                <a:lnTo>
                  <a:pt x="3015" y="70116"/>
                </a:lnTo>
                <a:lnTo>
                  <a:pt x="3015" y="69939"/>
                </a:lnTo>
                <a:lnTo>
                  <a:pt x="3015" y="69495"/>
                </a:lnTo>
                <a:lnTo>
                  <a:pt x="3015" y="68874"/>
                </a:lnTo>
                <a:lnTo>
                  <a:pt x="3015" y="68608"/>
                </a:lnTo>
                <a:lnTo>
                  <a:pt x="3015" y="68253"/>
                </a:lnTo>
                <a:lnTo>
                  <a:pt x="3332" y="67809"/>
                </a:lnTo>
                <a:lnTo>
                  <a:pt x="3332" y="67365"/>
                </a:lnTo>
                <a:lnTo>
                  <a:pt x="3332" y="66921"/>
                </a:lnTo>
                <a:lnTo>
                  <a:pt x="3332" y="66477"/>
                </a:lnTo>
                <a:lnTo>
                  <a:pt x="3332" y="66034"/>
                </a:lnTo>
                <a:lnTo>
                  <a:pt x="3808" y="65679"/>
                </a:lnTo>
                <a:lnTo>
                  <a:pt x="3808" y="65412"/>
                </a:lnTo>
                <a:lnTo>
                  <a:pt x="3808" y="64791"/>
                </a:lnTo>
                <a:lnTo>
                  <a:pt x="3808" y="64347"/>
                </a:lnTo>
                <a:lnTo>
                  <a:pt x="4125" y="64170"/>
                </a:lnTo>
                <a:lnTo>
                  <a:pt x="4125" y="63460"/>
                </a:lnTo>
                <a:lnTo>
                  <a:pt x="4125" y="63105"/>
                </a:lnTo>
                <a:lnTo>
                  <a:pt x="4125" y="62838"/>
                </a:lnTo>
                <a:lnTo>
                  <a:pt x="4125" y="62217"/>
                </a:lnTo>
                <a:lnTo>
                  <a:pt x="4601" y="61773"/>
                </a:lnTo>
                <a:lnTo>
                  <a:pt x="4601" y="61330"/>
                </a:lnTo>
                <a:lnTo>
                  <a:pt x="4601" y="60886"/>
                </a:lnTo>
                <a:lnTo>
                  <a:pt x="4601" y="60708"/>
                </a:lnTo>
                <a:lnTo>
                  <a:pt x="4601" y="60087"/>
                </a:lnTo>
                <a:lnTo>
                  <a:pt x="4919" y="59643"/>
                </a:lnTo>
                <a:lnTo>
                  <a:pt x="4919" y="59377"/>
                </a:lnTo>
                <a:lnTo>
                  <a:pt x="4919" y="58756"/>
                </a:lnTo>
                <a:lnTo>
                  <a:pt x="4919" y="58312"/>
                </a:lnTo>
                <a:lnTo>
                  <a:pt x="4919" y="58134"/>
                </a:lnTo>
                <a:lnTo>
                  <a:pt x="4919" y="57513"/>
                </a:lnTo>
                <a:lnTo>
                  <a:pt x="4919" y="57069"/>
                </a:lnTo>
                <a:lnTo>
                  <a:pt x="4919" y="56803"/>
                </a:lnTo>
                <a:lnTo>
                  <a:pt x="4919" y="56182"/>
                </a:lnTo>
                <a:lnTo>
                  <a:pt x="5395" y="55738"/>
                </a:lnTo>
                <a:lnTo>
                  <a:pt x="5395" y="55383"/>
                </a:lnTo>
                <a:lnTo>
                  <a:pt x="5395" y="54939"/>
                </a:lnTo>
                <a:lnTo>
                  <a:pt x="5395" y="54673"/>
                </a:lnTo>
                <a:lnTo>
                  <a:pt x="5395" y="54052"/>
                </a:lnTo>
                <a:lnTo>
                  <a:pt x="5712" y="53608"/>
                </a:lnTo>
                <a:lnTo>
                  <a:pt x="5712" y="53164"/>
                </a:lnTo>
                <a:lnTo>
                  <a:pt x="5712" y="52809"/>
                </a:lnTo>
                <a:lnTo>
                  <a:pt x="5712" y="52365"/>
                </a:lnTo>
                <a:lnTo>
                  <a:pt x="5712" y="51922"/>
                </a:lnTo>
                <a:lnTo>
                  <a:pt x="6030" y="51478"/>
                </a:lnTo>
                <a:lnTo>
                  <a:pt x="6030" y="51034"/>
                </a:lnTo>
                <a:lnTo>
                  <a:pt x="6030" y="50590"/>
                </a:lnTo>
                <a:lnTo>
                  <a:pt x="6030" y="50235"/>
                </a:lnTo>
                <a:lnTo>
                  <a:pt x="6030" y="49791"/>
                </a:lnTo>
                <a:lnTo>
                  <a:pt x="6506" y="49348"/>
                </a:lnTo>
                <a:lnTo>
                  <a:pt x="6506" y="48726"/>
                </a:lnTo>
                <a:lnTo>
                  <a:pt x="6506" y="48460"/>
                </a:lnTo>
                <a:lnTo>
                  <a:pt x="6506" y="47839"/>
                </a:lnTo>
                <a:lnTo>
                  <a:pt x="6823" y="47661"/>
                </a:lnTo>
                <a:lnTo>
                  <a:pt x="6823" y="47217"/>
                </a:lnTo>
                <a:lnTo>
                  <a:pt x="6823" y="46596"/>
                </a:lnTo>
                <a:lnTo>
                  <a:pt x="6823" y="46330"/>
                </a:lnTo>
                <a:lnTo>
                  <a:pt x="6823" y="45709"/>
                </a:lnTo>
                <a:lnTo>
                  <a:pt x="7299" y="45265"/>
                </a:lnTo>
                <a:lnTo>
                  <a:pt x="7299" y="44821"/>
                </a:lnTo>
                <a:lnTo>
                  <a:pt x="7299" y="44377"/>
                </a:lnTo>
                <a:lnTo>
                  <a:pt x="7299" y="44022"/>
                </a:lnTo>
                <a:lnTo>
                  <a:pt x="7299" y="43579"/>
                </a:lnTo>
                <a:lnTo>
                  <a:pt x="7299" y="43135"/>
                </a:lnTo>
                <a:lnTo>
                  <a:pt x="7299" y="42691"/>
                </a:lnTo>
                <a:lnTo>
                  <a:pt x="7299" y="42247"/>
                </a:lnTo>
                <a:lnTo>
                  <a:pt x="7299" y="41626"/>
                </a:lnTo>
                <a:lnTo>
                  <a:pt x="7299" y="41448"/>
                </a:lnTo>
                <a:lnTo>
                  <a:pt x="7616" y="40738"/>
                </a:lnTo>
                <a:lnTo>
                  <a:pt x="7616" y="40561"/>
                </a:lnTo>
                <a:lnTo>
                  <a:pt x="7616" y="39940"/>
                </a:lnTo>
                <a:lnTo>
                  <a:pt x="7616" y="39496"/>
                </a:lnTo>
                <a:lnTo>
                  <a:pt x="7934" y="39229"/>
                </a:lnTo>
                <a:lnTo>
                  <a:pt x="7934" y="38608"/>
                </a:lnTo>
                <a:lnTo>
                  <a:pt x="7934" y="38164"/>
                </a:lnTo>
                <a:lnTo>
                  <a:pt x="7934" y="37721"/>
                </a:lnTo>
                <a:lnTo>
                  <a:pt x="7934" y="37366"/>
                </a:lnTo>
                <a:lnTo>
                  <a:pt x="8410" y="36922"/>
                </a:lnTo>
                <a:lnTo>
                  <a:pt x="8410" y="36478"/>
                </a:lnTo>
                <a:lnTo>
                  <a:pt x="8410" y="35857"/>
                </a:lnTo>
                <a:lnTo>
                  <a:pt x="8410" y="35591"/>
                </a:lnTo>
                <a:lnTo>
                  <a:pt x="8410" y="34969"/>
                </a:lnTo>
                <a:lnTo>
                  <a:pt x="8727" y="34525"/>
                </a:lnTo>
                <a:lnTo>
                  <a:pt x="8727" y="34082"/>
                </a:lnTo>
                <a:lnTo>
                  <a:pt x="8727" y="33727"/>
                </a:lnTo>
                <a:lnTo>
                  <a:pt x="8727" y="33283"/>
                </a:lnTo>
                <a:lnTo>
                  <a:pt x="8727" y="32839"/>
                </a:lnTo>
                <a:lnTo>
                  <a:pt x="9203" y="32218"/>
                </a:lnTo>
                <a:lnTo>
                  <a:pt x="9203" y="31952"/>
                </a:lnTo>
                <a:lnTo>
                  <a:pt x="9203" y="31330"/>
                </a:lnTo>
                <a:lnTo>
                  <a:pt x="9203" y="31153"/>
                </a:lnTo>
                <a:lnTo>
                  <a:pt x="9203" y="30443"/>
                </a:lnTo>
                <a:lnTo>
                  <a:pt x="9203" y="30088"/>
                </a:lnTo>
                <a:lnTo>
                  <a:pt x="9203" y="29644"/>
                </a:lnTo>
                <a:lnTo>
                  <a:pt x="9203" y="29200"/>
                </a:lnTo>
                <a:lnTo>
                  <a:pt x="9203" y="28756"/>
                </a:lnTo>
                <a:lnTo>
                  <a:pt x="9521" y="28313"/>
                </a:lnTo>
                <a:lnTo>
                  <a:pt x="9521" y="27691"/>
                </a:lnTo>
                <a:lnTo>
                  <a:pt x="9521" y="27514"/>
                </a:lnTo>
                <a:lnTo>
                  <a:pt x="9521" y="26804"/>
                </a:lnTo>
                <a:lnTo>
                  <a:pt x="9521" y="26360"/>
                </a:lnTo>
                <a:lnTo>
                  <a:pt x="9838" y="26005"/>
                </a:lnTo>
                <a:lnTo>
                  <a:pt x="9838" y="25295"/>
                </a:lnTo>
                <a:lnTo>
                  <a:pt x="9838" y="25117"/>
                </a:lnTo>
                <a:lnTo>
                  <a:pt x="9838" y="24496"/>
                </a:lnTo>
                <a:lnTo>
                  <a:pt x="9838" y="24052"/>
                </a:lnTo>
                <a:lnTo>
                  <a:pt x="10314" y="23608"/>
                </a:lnTo>
                <a:lnTo>
                  <a:pt x="10314" y="23165"/>
                </a:lnTo>
                <a:lnTo>
                  <a:pt x="10314" y="22721"/>
                </a:lnTo>
                <a:lnTo>
                  <a:pt x="10314" y="22366"/>
                </a:lnTo>
                <a:lnTo>
                  <a:pt x="10631" y="21656"/>
                </a:lnTo>
                <a:lnTo>
                  <a:pt x="10631" y="21212"/>
                </a:lnTo>
                <a:lnTo>
                  <a:pt x="10631" y="20857"/>
                </a:lnTo>
                <a:lnTo>
                  <a:pt x="10631" y="20413"/>
                </a:lnTo>
                <a:lnTo>
                  <a:pt x="10631" y="19970"/>
                </a:lnTo>
                <a:lnTo>
                  <a:pt x="11108" y="19348"/>
                </a:lnTo>
                <a:lnTo>
                  <a:pt x="11108" y="19082"/>
                </a:lnTo>
                <a:lnTo>
                  <a:pt x="11108" y="18461"/>
                </a:lnTo>
                <a:lnTo>
                  <a:pt x="11108" y="18017"/>
                </a:lnTo>
                <a:lnTo>
                  <a:pt x="11108" y="17573"/>
                </a:lnTo>
                <a:lnTo>
                  <a:pt x="11425" y="16952"/>
                </a:lnTo>
                <a:lnTo>
                  <a:pt x="11425" y="16774"/>
                </a:lnTo>
                <a:lnTo>
                  <a:pt x="11425" y="16064"/>
                </a:lnTo>
                <a:lnTo>
                  <a:pt x="11425" y="15709"/>
                </a:lnTo>
                <a:lnTo>
                  <a:pt x="11425" y="15265"/>
                </a:lnTo>
                <a:lnTo>
                  <a:pt x="11425" y="14644"/>
                </a:lnTo>
                <a:lnTo>
                  <a:pt x="11425" y="14378"/>
                </a:lnTo>
                <a:lnTo>
                  <a:pt x="11425" y="13757"/>
                </a:lnTo>
                <a:lnTo>
                  <a:pt x="11425" y="13313"/>
                </a:lnTo>
                <a:lnTo>
                  <a:pt x="11901" y="12869"/>
                </a:lnTo>
                <a:lnTo>
                  <a:pt x="11901" y="12248"/>
                </a:lnTo>
                <a:lnTo>
                  <a:pt x="11901" y="12070"/>
                </a:lnTo>
                <a:lnTo>
                  <a:pt x="11901" y="11360"/>
                </a:lnTo>
                <a:lnTo>
                  <a:pt x="11901" y="10916"/>
                </a:lnTo>
                <a:lnTo>
                  <a:pt x="12218" y="10561"/>
                </a:lnTo>
                <a:lnTo>
                  <a:pt x="12218" y="9851"/>
                </a:lnTo>
                <a:lnTo>
                  <a:pt x="12218" y="9674"/>
                </a:lnTo>
                <a:lnTo>
                  <a:pt x="12218" y="9053"/>
                </a:lnTo>
                <a:lnTo>
                  <a:pt x="12218" y="8609"/>
                </a:lnTo>
                <a:lnTo>
                  <a:pt x="12536" y="8165"/>
                </a:lnTo>
                <a:lnTo>
                  <a:pt x="12536" y="7544"/>
                </a:lnTo>
                <a:lnTo>
                  <a:pt x="12536" y="7277"/>
                </a:lnTo>
                <a:lnTo>
                  <a:pt x="12536" y="6656"/>
                </a:lnTo>
                <a:lnTo>
                  <a:pt x="12536" y="6212"/>
                </a:lnTo>
                <a:lnTo>
                  <a:pt x="13012" y="5857"/>
                </a:lnTo>
                <a:lnTo>
                  <a:pt x="13012" y="5147"/>
                </a:lnTo>
                <a:lnTo>
                  <a:pt x="13012" y="4970"/>
                </a:lnTo>
                <a:lnTo>
                  <a:pt x="13012" y="4349"/>
                </a:lnTo>
                <a:lnTo>
                  <a:pt x="13329" y="3905"/>
                </a:lnTo>
                <a:lnTo>
                  <a:pt x="13329" y="3461"/>
                </a:lnTo>
                <a:lnTo>
                  <a:pt x="13329" y="2840"/>
                </a:lnTo>
                <a:lnTo>
                  <a:pt x="13329" y="2573"/>
                </a:lnTo>
                <a:lnTo>
                  <a:pt x="13329" y="1952"/>
                </a:lnTo>
                <a:lnTo>
                  <a:pt x="13329" y="1508"/>
                </a:lnTo>
                <a:lnTo>
                  <a:pt x="13329" y="1065"/>
                </a:lnTo>
                <a:lnTo>
                  <a:pt x="13329" y="443"/>
                </a:lnTo>
                <a:lnTo>
                  <a:pt x="13329" y="0"/>
                </a:lnTo>
              </a:path>
            </a:pathLst>
          </a:custGeom>
          <a:ln w="193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946923" y="2882731"/>
            <a:ext cx="13805" cy="100737"/>
          </a:xfrm>
          <a:custGeom>
            <a:avLst/>
            <a:gdLst/>
            <a:ahLst/>
            <a:cxnLst/>
            <a:rect l="l" t="t" r="r" b="b"/>
            <a:pathLst>
              <a:path w="13805" h="100737">
                <a:moveTo>
                  <a:pt x="0" y="100737"/>
                </a:moveTo>
                <a:lnTo>
                  <a:pt x="0" y="100293"/>
                </a:lnTo>
                <a:lnTo>
                  <a:pt x="476" y="99938"/>
                </a:lnTo>
                <a:lnTo>
                  <a:pt x="476" y="99228"/>
                </a:lnTo>
                <a:lnTo>
                  <a:pt x="476" y="98873"/>
                </a:lnTo>
                <a:lnTo>
                  <a:pt x="476" y="98429"/>
                </a:lnTo>
                <a:lnTo>
                  <a:pt x="476" y="97719"/>
                </a:lnTo>
                <a:lnTo>
                  <a:pt x="793" y="97542"/>
                </a:lnTo>
                <a:lnTo>
                  <a:pt x="793" y="96921"/>
                </a:lnTo>
                <a:lnTo>
                  <a:pt x="793" y="96477"/>
                </a:lnTo>
                <a:lnTo>
                  <a:pt x="793" y="96033"/>
                </a:lnTo>
                <a:lnTo>
                  <a:pt x="1110" y="95412"/>
                </a:lnTo>
                <a:lnTo>
                  <a:pt x="1110" y="94968"/>
                </a:lnTo>
                <a:lnTo>
                  <a:pt x="1110" y="94524"/>
                </a:lnTo>
                <a:lnTo>
                  <a:pt x="1110" y="94080"/>
                </a:lnTo>
                <a:lnTo>
                  <a:pt x="1110" y="93459"/>
                </a:lnTo>
                <a:lnTo>
                  <a:pt x="1586" y="93015"/>
                </a:lnTo>
                <a:lnTo>
                  <a:pt x="1586" y="92572"/>
                </a:lnTo>
                <a:lnTo>
                  <a:pt x="1586" y="91950"/>
                </a:lnTo>
                <a:lnTo>
                  <a:pt x="1586" y="91773"/>
                </a:lnTo>
                <a:lnTo>
                  <a:pt x="1586" y="91152"/>
                </a:lnTo>
                <a:lnTo>
                  <a:pt x="1904" y="90441"/>
                </a:lnTo>
                <a:lnTo>
                  <a:pt x="1904" y="90264"/>
                </a:lnTo>
                <a:lnTo>
                  <a:pt x="1904" y="89643"/>
                </a:lnTo>
                <a:lnTo>
                  <a:pt x="1904" y="89199"/>
                </a:lnTo>
                <a:lnTo>
                  <a:pt x="1904" y="88755"/>
                </a:lnTo>
                <a:lnTo>
                  <a:pt x="1904" y="88134"/>
                </a:lnTo>
                <a:lnTo>
                  <a:pt x="1904" y="87690"/>
                </a:lnTo>
                <a:lnTo>
                  <a:pt x="1904" y="87069"/>
                </a:lnTo>
                <a:lnTo>
                  <a:pt x="1904" y="86803"/>
                </a:lnTo>
                <a:lnTo>
                  <a:pt x="2380" y="86181"/>
                </a:lnTo>
                <a:lnTo>
                  <a:pt x="2380" y="85737"/>
                </a:lnTo>
                <a:lnTo>
                  <a:pt x="2380" y="85294"/>
                </a:lnTo>
                <a:lnTo>
                  <a:pt x="2380" y="84672"/>
                </a:lnTo>
                <a:lnTo>
                  <a:pt x="2380" y="84229"/>
                </a:lnTo>
                <a:lnTo>
                  <a:pt x="2697" y="83785"/>
                </a:lnTo>
                <a:lnTo>
                  <a:pt x="2697" y="83430"/>
                </a:lnTo>
                <a:lnTo>
                  <a:pt x="2697" y="82720"/>
                </a:lnTo>
                <a:lnTo>
                  <a:pt x="2697" y="82365"/>
                </a:lnTo>
                <a:lnTo>
                  <a:pt x="2697" y="81921"/>
                </a:lnTo>
                <a:lnTo>
                  <a:pt x="3173" y="81211"/>
                </a:lnTo>
                <a:lnTo>
                  <a:pt x="3173" y="80856"/>
                </a:lnTo>
                <a:lnTo>
                  <a:pt x="3173" y="80412"/>
                </a:lnTo>
                <a:lnTo>
                  <a:pt x="3173" y="79968"/>
                </a:lnTo>
                <a:lnTo>
                  <a:pt x="3173" y="79347"/>
                </a:lnTo>
                <a:lnTo>
                  <a:pt x="3491" y="78637"/>
                </a:lnTo>
                <a:lnTo>
                  <a:pt x="3491" y="78459"/>
                </a:lnTo>
                <a:lnTo>
                  <a:pt x="3491" y="77838"/>
                </a:lnTo>
                <a:lnTo>
                  <a:pt x="3491" y="77394"/>
                </a:lnTo>
                <a:lnTo>
                  <a:pt x="3808" y="76951"/>
                </a:lnTo>
                <a:lnTo>
                  <a:pt x="3808" y="76329"/>
                </a:lnTo>
                <a:lnTo>
                  <a:pt x="3808" y="75886"/>
                </a:lnTo>
                <a:lnTo>
                  <a:pt x="3808" y="75264"/>
                </a:lnTo>
                <a:lnTo>
                  <a:pt x="3808" y="74998"/>
                </a:lnTo>
                <a:lnTo>
                  <a:pt x="4284" y="74377"/>
                </a:lnTo>
                <a:lnTo>
                  <a:pt x="4284" y="73933"/>
                </a:lnTo>
                <a:lnTo>
                  <a:pt x="4284" y="73312"/>
                </a:lnTo>
                <a:lnTo>
                  <a:pt x="4284" y="72868"/>
                </a:lnTo>
                <a:lnTo>
                  <a:pt x="4284" y="72424"/>
                </a:lnTo>
                <a:lnTo>
                  <a:pt x="4284" y="71803"/>
                </a:lnTo>
                <a:lnTo>
                  <a:pt x="4284" y="71359"/>
                </a:lnTo>
                <a:lnTo>
                  <a:pt x="4284" y="70915"/>
                </a:lnTo>
                <a:lnTo>
                  <a:pt x="4284" y="70294"/>
                </a:lnTo>
                <a:lnTo>
                  <a:pt x="4284" y="69850"/>
                </a:lnTo>
                <a:lnTo>
                  <a:pt x="4601" y="69229"/>
                </a:lnTo>
                <a:lnTo>
                  <a:pt x="4601" y="69051"/>
                </a:lnTo>
                <a:lnTo>
                  <a:pt x="4601" y="68608"/>
                </a:lnTo>
                <a:lnTo>
                  <a:pt x="4601" y="67986"/>
                </a:lnTo>
                <a:lnTo>
                  <a:pt x="4601" y="67543"/>
                </a:lnTo>
                <a:lnTo>
                  <a:pt x="5077" y="67099"/>
                </a:lnTo>
                <a:lnTo>
                  <a:pt x="5077" y="66655"/>
                </a:lnTo>
                <a:lnTo>
                  <a:pt x="5077" y="66034"/>
                </a:lnTo>
                <a:lnTo>
                  <a:pt x="5077" y="65590"/>
                </a:lnTo>
                <a:lnTo>
                  <a:pt x="5395" y="65146"/>
                </a:lnTo>
                <a:lnTo>
                  <a:pt x="5395" y="64525"/>
                </a:lnTo>
                <a:lnTo>
                  <a:pt x="5395" y="64081"/>
                </a:lnTo>
                <a:lnTo>
                  <a:pt x="5395" y="63460"/>
                </a:lnTo>
                <a:lnTo>
                  <a:pt x="5395" y="63016"/>
                </a:lnTo>
                <a:lnTo>
                  <a:pt x="5712" y="62572"/>
                </a:lnTo>
                <a:lnTo>
                  <a:pt x="5712" y="62128"/>
                </a:lnTo>
                <a:lnTo>
                  <a:pt x="5712" y="61507"/>
                </a:lnTo>
                <a:lnTo>
                  <a:pt x="5712" y="60886"/>
                </a:lnTo>
                <a:lnTo>
                  <a:pt x="5712" y="60708"/>
                </a:lnTo>
                <a:lnTo>
                  <a:pt x="6188" y="59998"/>
                </a:lnTo>
                <a:lnTo>
                  <a:pt x="6188" y="59555"/>
                </a:lnTo>
                <a:lnTo>
                  <a:pt x="6188" y="58933"/>
                </a:lnTo>
                <a:lnTo>
                  <a:pt x="6188" y="58489"/>
                </a:lnTo>
                <a:lnTo>
                  <a:pt x="6188" y="58134"/>
                </a:lnTo>
                <a:lnTo>
                  <a:pt x="6188" y="57424"/>
                </a:lnTo>
                <a:lnTo>
                  <a:pt x="6188" y="56981"/>
                </a:lnTo>
                <a:lnTo>
                  <a:pt x="6188" y="56359"/>
                </a:lnTo>
                <a:lnTo>
                  <a:pt x="6188" y="55916"/>
                </a:lnTo>
                <a:lnTo>
                  <a:pt x="6506" y="55561"/>
                </a:lnTo>
                <a:lnTo>
                  <a:pt x="6506" y="55117"/>
                </a:lnTo>
                <a:lnTo>
                  <a:pt x="6506" y="54407"/>
                </a:lnTo>
                <a:lnTo>
                  <a:pt x="6506" y="53785"/>
                </a:lnTo>
                <a:lnTo>
                  <a:pt x="6506" y="53342"/>
                </a:lnTo>
                <a:lnTo>
                  <a:pt x="6982" y="52987"/>
                </a:lnTo>
                <a:lnTo>
                  <a:pt x="6982" y="52543"/>
                </a:lnTo>
                <a:lnTo>
                  <a:pt x="6982" y="51833"/>
                </a:lnTo>
                <a:lnTo>
                  <a:pt x="6982" y="51478"/>
                </a:lnTo>
                <a:lnTo>
                  <a:pt x="6982" y="50768"/>
                </a:lnTo>
                <a:lnTo>
                  <a:pt x="7299" y="50413"/>
                </a:lnTo>
                <a:lnTo>
                  <a:pt x="7299" y="49969"/>
                </a:lnTo>
                <a:lnTo>
                  <a:pt x="7299" y="49259"/>
                </a:lnTo>
                <a:lnTo>
                  <a:pt x="7299" y="48904"/>
                </a:lnTo>
                <a:lnTo>
                  <a:pt x="7299" y="48194"/>
                </a:lnTo>
                <a:lnTo>
                  <a:pt x="7775" y="48016"/>
                </a:lnTo>
                <a:lnTo>
                  <a:pt x="7775" y="47395"/>
                </a:lnTo>
                <a:lnTo>
                  <a:pt x="7775" y="46685"/>
                </a:lnTo>
                <a:lnTo>
                  <a:pt x="7775" y="46330"/>
                </a:lnTo>
                <a:lnTo>
                  <a:pt x="8093" y="45620"/>
                </a:lnTo>
                <a:lnTo>
                  <a:pt x="8093" y="45442"/>
                </a:lnTo>
                <a:lnTo>
                  <a:pt x="8093" y="44821"/>
                </a:lnTo>
                <a:lnTo>
                  <a:pt x="8093" y="44377"/>
                </a:lnTo>
                <a:lnTo>
                  <a:pt x="8093" y="43756"/>
                </a:lnTo>
                <a:lnTo>
                  <a:pt x="8410" y="43312"/>
                </a:lnTo>
                <a:lnTo>
                  <a:pt x="8410" y="42691"/>
                </a:lnTo>
                <a:lnTo>
                  <a:pt x="8410" y="42247"/>
                </a:lnTo>
                <a:lnTo>
                  <a:pt x="8410" y="41803"/>
                </a:lnTo>
                <a:lnTo>
                  <a:pt x="8410" y="41182"/>
                </a:lnTo>
                <a:lnTo>
                  <a:pt x="8410" y="40738"/>
                </a:lnTo>
                <a:lnTo>
                  <a:pt x="8410" y="40117"/>
                </a:lnTo>
                <a:lnTo>
                  <a:pt x="8410" y="39673"/>
                </a:lnTo>
                <a:lnTo>
                  <a:pt x="8410" y="39229"/>
                </a:lnTo>
                <a:lnTo>
                  <a:pt x="8410" y="38608"/>
                </a:lnTo>
                <a:lnTo>
                  <a:pt x="8886" y="38164"/>
                </a:lnTo>
                <a:lnTo>
                  <a:pt x="8886" y="37543"/>
                </a:lnTo>
                <a:lnTo>
                  <a:pt x="8886" y="37099"/>
                </a:lnTo>
                <a:lnTo>
                  <a:pt x="8886" y="36478"/>
                </a:lnTo>
                <a:lnTo>
                  <a:pt x="9203" y="36212"/>
                </a:lnTo>
                <a:lnTo>
                  <a:pt x="9203" y="35591"/>
                </a:lnTo>
                <a:lnTo>
                  <a:pt x="9203" y="34969"/>
                </a:lnTo>
                <a:lnTo>
                  <a:pt x="9203" y="34525"/>
                </a:lnTo>
                <a:lnTo>
                  <a:pt x="9203" y="33904"/>
                </a:lnTo>
                <a:lnTo>
                  <a:pt x="9679" y="33460"/>
                </a:lnTo>
                <a:lnTo>
                  <a:pt x="9679" y="33017"/>
                </a:lnTo>
                <a:lnTo>
                  <a:pt x="9679" y="32573"/>
                </a:lnTo>
                <a:lnTo>
                  <a:pt x="9679" y="31952"/>
                </a:lnTo>
                <a:lnTo>
                  <a:pt x="9679" y="31508"/>
                </a:lnTo>
                <a:lnTo>
                  <a:pt x="9997" y="30886"/>
                </a:lnTo>
                <a:lnTo>
                  <a:pt x="9997" y="30176"/>
                </a:lnTo>
                <a:lnTo>
                  <a:pt x="9997" y="29821"/>
                </a:lnTo>
                <a:lnTo>
                  <a:pt x="9997" y="29378"/>
                </a:lnTo>
                <a:lnTo>
                  <a:pt x="9997" y="28934"/>
                </a:lnTo>
                <a:lnTo>
                  <a:pt x="10314" y="28313"/>
                </a:lnTo>
                <a:lnTo>
                  <a:pt x="10314" y="27869"/>
                </a:lnTo>
                <a:lnTo>
                  <a:pt x="10314" y="27247"/>
                </a:lnTo>
                <a:lnTo>
                  <a:pt x="10314" y="26804"/>
                </a:lnTo>
                <a:lnTo>
                  <a:pt x="10314" y="26182"/>
                </a:lnTo>
                <a:lnTo>
                  <a:pt x="10314" y="25739"/>
                </a:lnTo>
                <a:lnTo>
                  <a:pt x="10314" y="25295"/>
                </a:lnTo>
                <a:lnTo>
                  <a:pt x="10314" y="24674"/>
                </a:lnTo>
                <a:lnTo>
                  <a:pt x="10314" y="24230"/>
                </a:lnTo>
                <a:lnTo>
                  <a:pt x="10790" y="23608"/>
                </a:lnTo>
                <a:lnTo>
                  <a:pt x="10790" y="23165"/>
                </a:lnTo>
                <a:lnTo>
                  <a:pt x="10790" y="22455"/>
                </a:lnTo>
                <a:lnTo>
                  <a:pt x="10790" y="22100"/>
                </a:lnTo>
                <a:lnTo>
                  <a:pt x="10790" y="21656"/>
                </a:lnTo>
                <a:lnTo>
                  <a:pt x="11108" y="21035"/>
                </a:lnTo>
                <a:lnTo>
                  <a:pt x="11108" y="20591"/>
                </a:lnTo>
                <a:lnTo>
                  <a:pt x="11108" y="19881"/>
                </a:lnTo>
                <a:lnTo>
                  <a:pt x="11108" y="19526"/>
                </a:lnTo>
                <a:lnTo>
                  <a:pt x="11108" y="18816"/>
                </a:lnTo>
                <a:lnTo>
                  <a:pt x="11584" y="18461"/>
                </a:lnTo>
                <a:lnTo>
                  <a:pt x="11584" y="18017"/>
                </a:lnTo>
                <a:lnTo>
                  <a:pt x="11584" y="17307"/>
                </a:lnTo>
                <a:lnTo>
                  <a:pt x="11584" y="16952"/>
                </a:lnTo>
                <a:lnTo>
                  <a:pt x="11901" y="16242"/>
                </a:lnTo>
                <a:lnTo>
                  <a:pt x="11901" y="15887"/>
                </a:lnTo>
                <a:lnTo>
                  <a:pt x="11901" y="15177"/>
                </a:lnTo>
                <a:lnTo>
                  <a:pt x="11901" y="14822"/>
                </a:lnTo>
                <a:lnTo>
                  <a:pt x="11901" y="14112"/>
                </a:lnTo>
                <a:lnTo>
                  <a:pt x="12218" y="13668"/>
                </a:lnTo>
                <a:lnTo>
                  <a:pt x="12218" y="13313"/>
                </a:lnTo>
                <a:lnTo>
                  <a:pt x="12218" y="12603"/>
                </a:lnTo>
                <a:lnTo>
                  <a:pt x="12218" y="12248"/>
                </a:lnTo>
                <a:lnTo>
                  <a:pt x="12218" y="11538"/>
                </a:lnTo>
                <a:lnTo>
                  <a:pt x="12694" y="11094"/>
                </a:lnTo>
                <a:lnTo>
                  <a:pt x="12694" y="10473"/>
                </a:lnTo>
                <a:lnTo>
                  <a:pt x="12694" y="10029"/>
                </a:lnTo>
                <a:lnTo>
                  <a:pt x="12694" y="9408"/>
                </a:lnTo>
                <a:lnTo>
                  <a:pt x="12694" y="8964"/>
                </a:lnTo>
                <a:lnTo>
                  <a:pt x="12694" y="8520"/>
                </a:lnTo>
                <a:lnTo>
                  <a:pt x="12694" y="7899"/>
                </a:lnTo>
                <a:lnTo>
                  <a:pt x="12694" y="7455"/>
                </a:lnTo>
                <a:lnTo>
                  <a:pt x="12694" y="6834"/>
                </a:lnTo>
                <a:lnTo>
                  <a:pt x="13012" y="6390"/>
                </a:lnTo>
                <a:lnTo>
                  <a:pt x="13012" y="5769"/>
                </a:lnTo>
                <a:lnTo>
                  <a:pt x="13012" y="5325"/>
                </a:lnTo>
                <a:lnTo>
                  <a:pt x="13012" y="4704"/>
                </a:lnTo>
                <a:lnTo>
                  <a:pt x="13012" y="4260"/>
                </a:lnTo>
                <a:lnTo>
                  <a:pt x="13488" y="3816"/>
                </a:lnTo>
                <a:lnTo>
                  <a:pt x="13488" y="3195"/>
                </a:lnTo>
                <a:lnTo>
                  <a:pt x="13488" y="2751"/>
                </a:lnTo>
                <a:lnTo>
                  <a:pt x="13488" y="2130"/>
                </a:lnTo>
                <a:lnTo>
                  <a:pt x="13488" y="1686"/>
                </a:lnTo>
                <a:lnTo>
                  <a:pt x="13805" y="1065"/>
                </a:lnTo>
                <a:lnTo>
                  <a:pt x="13805" y="621"/>
                </a:lnTo>
                <a:lnTo>
                  <a:pt x="13805" y="0"/>
                </a:lnTo>
              </a:path>
            </a:pathLst>
          </a:custGeom>
          <a:ln w="193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960729" y="2777023"/>
            <a:ext cx="13488" cy="105707"/>
          </a:xfrm>
          <a:custGeom>
            <a:avLst/>
            <a:gdLst/>
            <a:ahLst/>
            <a:cxnLst/>
            <a:rect l="l" t="t" r="r" b="b"/>
            <a:pathLst>
              <a:path w="13488" h="105707">
                <a:moveTo>
                  <a:pt x="0" y="105707"/>
                </a:moveTo>
                <a:lnTo>
                  <a:pt x="0" y="105264"/>
                </a:lnTo>
                <a:lnTo>
                  <a:pt x="0" y="104642"/>
                </a:lnTo>
                <a:lnTo>
                  <a:pt x="476" y="104199"/>
                </a:lnTo>
                <a:lnTo>
                  <a:pt x="476" y="103755"/>
                </a:lnTo>
                <a:lnTo>
                  <a:pt x="476" y="103134"/>
                </a:lnTo>
                <a:lnTo>
                  <a:pt x="476" y="102690"/>
                </a:lnTo>
                <a:lnTo>
                  <a:pt x="793" y="102068"/>
                </a:lnTo>
                <a:lnTo>
                  <a:pt x="793" y="101625"/>
                </a:lnTo>
                <a:lnTo>
                  <a:pt x="793" y="101003"/>
                </a:lnTo>
                <a:lnTo>
                  <a:pt x="793" y="100560"/>
                </a:lnTo>
                <a:lnTo>
                  <a:pt x="793" y="99938"/>
                </a:lnTo>
                <a:lnTo>
                  <a:pt x="793" y="99495"/>
                </a:lnTo>
                <a:lnTo>
                  <a:pt x="793" y="98873"/>
                </a:lnTo>
                <a:lnTo>
                  <a:pt x="793" y="98429"/>
                </a:lnTo>
                <a:lnTo>
                  <a:pt x="793" y="97986"/>
                </a:lnTo>
                <a:lnTo>
                  <a:pt x="793" y="97364"/>
                </a:lnTo>
                <a:lnTo>
                  <a:pt x="1110" y="96921"/>
                </a:lnTo>
                <a:lnTo>
                  <a:pt x="1110" y="96299"/>
                </a:lnTo>
                <a:lnTo>
                  <a:pt x="1110" y="95856"/>
                </a:lnTo>
                <a:lnTo>
                  <a:pt x="1110" y="95146"/>
                </a:lnTo>
                <a:lnTo>
                  <a:pt x="1110" y="94791"/>
                </a:lnTo>
                <a:lnTo>
                  <a:pt x="1586" y="94080"/>
                </a:lnTo>
                <a:lnTo>
                  <a:pt x="1586" y="93459"/>
                </a:lnTo>
                <a:lnTo>
                  <a:pt x="1586" y="93015"/>
                </a:lnTo>
                <a:lnTo>
                  <a:pt x="1586" y="92394"/>
                </a:lnTo>
                <a:lnTo>
                  <a:pt x="1904" y="92217"/>
                </a:lnTo>
                <a:lnTo>
                  <a:pt x="1904" y="91507"/>
                </a:lnTo>
                <a:lnTo>
                  <a:pt x="1904" y="91152"/>
                </a:lnTo>
                <a:lnTo>
                  <a:pt x="1904" y="90441"/>
                </a:lnTo>
                <a:lnTo>
                  <a:pt x="1904" y="89820"/>
                </a:lnTo>
                <a:lnTo>
                  <a:pt x="2380" y="89376"/>
                </a:lnTo>
                <a:lnTo>
                  <a:pt x="2380" y="88755"/>
                </a:lnTo>
                <a:lnTo>
                  <a:pt x="2380" y="88311"/>
                </a:lnTo>
                <a:lnTo>
                  <a:pt x="2380" y="87690"/>
                </a:lnTo>
                <a:lnTo>
                  <a:pt x="2380" y="87246"/>
                </a:lnTo>
                <a:lnTo>
                  <a:pt x="2697" y="86625"/>
                </a:lnTo>
                <a:lnTo>
                  <a:pt x="2697" y="86181"/>
                </a:lnTo>
                <a:lnTo>
                  <a:pt x="2697" y="85560"/>
                </a:lnTo>
                <a:lnTo>
                  <a:pt x="2697" y="85116"/>
                </a:lnTo>
                <a:lnTo>
                  <a:pt x="2697" y="84672"/>
                </a:lnTo>
                <a:lnTo>
                  <a:pt x="3015" y="84051"/>
                </a:lnTo>
                <a:lnTo>
                  <a:pt x="3015" y="83607"/>
                </a:lnTo>
                <a:lnTo>
                  <a:pt x="3015" y="82986"/>
                </a:lnTo>
                <a:lnTo>
                  <a:pt x="3015" y="82542"/>
                </a:lnTo>
                <a:lnTo>
                  <a:pt x="3015" y="81921"/>
                </a:lnTo>
                <a:lnTo>
                  <a:pt x="3015" y="81477"/>
                </a:lnTo>
                <a:lnTo>
                  <a:pt x="3015" y="80856"/>
                </a:lnTo>
                <a:lnTo>
                  <a:pt x="3015" y="80412"/>
                </a:lnTo>
                <a:lnTo>
                  <a:pt x="3015" y="79702"/>
                </a:lnTo>
                <a:lnTo>
                  <a:pt x="3491" y="79347"/>
                </a:lnTo>
                <a:lnTo>
                  <a:pt x="3491" y="78637"/>
                </a:lnTo>
                <a:lnTo>
                  <a:pt x="3491" y="78016"/>
                </a:lnTo>
                <a:lnTo>
                  <a:pt x="3491" y="77838"/>
                </a:lnTo>
                <a:lnTo>
                  <a:pt x="3491" y="77128"/>
                </a:lnTo>
                <a:lnTo>
                  <a:pt x="3808" y="76773"/>
                </a:lnTo>
                <a:lnTo>
                  <a:pt x="3808" y="76063"/>
                </a:lnTo>
                <a:lnTo>
                  <a:pt x="3808" y="75708"/>
                </a:lnTo>
                <a:lnTo>
                  <a:pt x="3808" y="74998"/>
                </a:lnTo>
                <a:lnTo>
                  <a:pt x="3808" y="74643"/>
                </a:lnTo>
                <a:lnTo>
                  <a:pt x="4284" y="73933"/>
                </a:lnTo>
                <a:lnTo>
                  <a:pt x="4284" y="73312"/>
                </a:lnTo>
                <a:lnTo>
                  <a:pt x="4284" y="72868"/>
                </a:lnTo>
                <a:lnTo>
                  <a:pt x="4284" y="72247"/>
                </a:lnTo>
                <a:lnTo>
                  <a:pt x="4601" y="71803"/>
                </a:lnTo>
                <a:lnTo>
                  <a:pt x="4601" y="71182"/>
                </a:lnTo>
                <a:lnTo>
                  <a:pt x="4601" y="70738"/>
                </a:lnTo>
                <a:lnTo>
                  <a:pt x="4601" y="70116"/>
                </a:lnTo>
                <a:lnTo>
                  <a:pt x="4601" y="69673"/>
                </a:lnTo>
                <a:lnTo>
                  <a:pt x="5077" y="69229"/>
                </a:lnTo>
                <a:lnTo>
                  <a:pt x="5077" y="68608"/>
                </a:lnTo>
                <a:lnTo>
                  <a:pt x="5077" y="68164"/>
                </a:lnTo>
                <a:lnTo>
                  <a:pt x="5077" y="67543"/>
                </a:lnTo>
                <a:lnTo>
                  <a:pt x="5077" y="67099"/>
                </a:lnTo>
                <a:lnTo>
                  <a:pt x="5077" y="66477"/>
                </a:lnTo>
                <a:lnTo>
                  <a:pt x="5077" y="66034"/>
                </a:lnTo>
                <a:lnTo>
                  <a:pt x="5077" y="65412"/>
                </a:lnTo>
                <a:lnTo>
                  <a:pt x="5077" y="64969"/>
                </a:lnTo>
                <a:lnTo>
                  <a:pt x="5077" y="64347"/>
                </a:lnTo>
                <a:lnTo>
                  <a:pt x="5395" y="63904"/>
                </a:lnTo>
                <a:lnTo>
                  <a:pt x="5395" y="63194"/>
                </a:lnTo>
                <a:lnTo>
                  <a:pt x="5395" y="62838"/>
                </a:lnTo>
                <a:lnTo>
                  <a:pt x="5395" y="62128"/>
                </a:lnTo>
                <a:lnTo>
                  <a:pt x="5712" y="61507"/>
                </a:lnTo>
                <a:lnTo>
                  <a:pt x="5712" y="61063"/>
                </a:lnTo>
                <a:lnTo>
                  <a:pt x="5712" y="60620"/>
                </a:lnTo>
                <a:lnTo>
                  <a:pt x="5712" y="60265"/>
                </a:lnTo>
                <a:lnTo>
                  <a:pt x="5712" y="59555"/>
                </a:lnTo>
                <a:lnTo>
                  <a:pt x="6188" y="59200"/>
                </a:lnTo>
                <a:lnTo>
                  <a:pt x="6188" y="58489"/>
                </a:lnTo>
                <a:lnTo>
                  <a:pt x="6188" y="58046"/>
                </a:lnTo>
                <a:lnTo>
                  <a:pt x="6188" y="57424"/>
                </a:lnTo>
                <a:lnTo>
                  <a:pt x="6188" y="56803"/>
                </a:lnTo>
                <a:lnTo>
                  <a:pt x="6506" y="56359"/>
                </a:lnTo>
                <a:lnTo>
                  <a:pt x="6506" y="55738"/>
                </a:lnTo>
                <a:lnTo>
                  <a:pt x="6506" y="55294"/>
                </a:lnTo>
                <a:lnTo>
                  <a:pt x="6506" y="54673"/>
                </a:lnTo>
                <a:lnTo>
                  <a:pt x="6506" y="54229"/>
                </a:lnTo>
                <a:lnTo>
                  <a:pt x="6982" y="53608"/>
                </a:lnTo>
                <a:lnTo>
                  <a:pt x="6982" y="53164"/>
                </a:lnTo>
                <a:lnTo>
                  <a:pt x="6982" y="52543"/>
                </a:lnTo>
                <a:lnTo>
                  <a:pt x="6982" y="52099"/>
                </a:lnTo>
                <a:lnTo>
                  <a:pt x="6982" y="51655"/>
                </a:lnTo>
                <a:lnTo>
                  <a:pt x="6982" y="51034"/>
                </a:lnTo>
                <a:lnTo>
                  <a:pt x="6982" y="50590"/>
                </a:lnTo>
                <a:lnTo>
                  <a:pt x="6982" y="49969"/>
                </a:lnTo>
                <a:lnTo>
                  <a:pt x="6982" y="49525"/>
                </a:lnTo>
                <a:lnTo>
                  <a:pt x="7299" y="48904"/>
                </a:lnTo>
                <a:lnTo>
                  <a:pt x="7299" y="48460"/>
                </a:lnTo>
                <a:lnTo>
                  <a:pt x="7299" y="47839"/>
                </a:lnTo>
                <a:lnTo>
                  <a:pt x="7299" y="47395"/>
                </a:lnTo>
                <a:lnTo>
                  <a:pt x="7299" y="46685"/>
                </a:lnTo>
                <a:lnTo>
                  <a:pt x="7616" y="46330"/>
                </a:lnTo>
                <a:lnTo>
                  <a:pt x="7616" y="45620"/>
                </a:lnTo>
                <a:lnTo>
                  <a:pt x="7616" y="44999"/>
                </a:lnTo>
                <a:lnTo>
                  <a:pt x="7616" y="44555"/>
                </a:lnTo>
                <a:lnTo>
                  <a:pt x="7616" y="43934"/>
                </a:lnTo>
                <a:lnTo>
                  <a:pt x="8093" y="43490"/>
                </a:lnTo>
                <a:lnTo>
                  <a:pt x="8093" y="42868"/>
                </a:lnTo>
                <a:lnTo>
                  <a:pt x="8093" y="42691"/>
                </a:lnTo>
                <a:lnTo>
                  <a:pt x="8093" y="41981"/>
                </a:lnTo>
                <a:lnTo>
                  <a:pt x="8410" y="41537"/>
                </a:lnTo>
                <a:lnTo>
                  <a:pt x="8410" y="40916"/>
                </a:lnTo>
                <a:lnTo>
                  <a:pt x="8410" y="40295"/>
                </a:lnTo>
                <a:lnTo>
                  <a:pt x="8410" y="39851"/>
                </a:lnTo>
                <a:lnTo>
                  <a:pt x="8410" y="39229"/>
                </a:lnTo>
                <a:lnTo>
                  <a:pt x="8886" y="38786"/>
                </a:lnTo>
                <a:lnTo>
                  <a:pt x="8886" y="38164"/>
                </a:lnTo>
                <a:lnTo>
                  <a:pt x="8886" y="37721"/>
                </a:lnTo>
                <a:lnTo>
                  <a:pt x="8886" y="37099"/>
                </a:lnTo>
                <a:lnTo>
                  <a:pt x="8886" y="36656"/>
                </a:lnTo>
                <a:lnTo>
                  <a:pt x="9203" y="36034"/>
                </a:lnTo>
                <a:lnTo>
                  <a:pt x="9203" y="35591"/>
                </a:lnTo>
                <a:lnTo>
                  <a:pt x="9203" y="34969"/>
                </a:lnTo>
                <a:lnTo>
                  <a:pt x="9203" y="34525"/>
                </a:lnTo>
                <a:lnTo>
                  <a:pt x="9203" y="33815"/>
                </a:lnTo>
                <a:lnTo>
                  <a:pt x="9203" y="33460"/>
                </a:lnTo>
                <a:lnTo>
                  <a:pt x="9203" y="33017"/>
                </a:lnTo>
                <a:lnTo>
                  <a:pt x="9203" y="32395"/>
                </a:lnTo>
                <a:lnTo>
                  <a:pt x="9203" y="31952"/>
                </a:lnTo>
                <a:lnTo>
                  <a:pt x="9679" y="31241"/>
                </a:lnTo>
                <a:lnTo>
                  <a:pt x="9679" y="30886"/>
                </a:lnTo>
                <a:lnTo>
                  <a:pt x="9679" y="30176"/>
                </a:lnTo>
                <a:lnTo>
                  <a:pt x="9679" y="29821"/>
                </a:lnTo>
                <a:lnTo>
                  <a:pt x="9679" y="29111"/>
                </a:lnTo>
                <a:lnTo>
                  <a:pt x="9997" y="28490"/>
                </a:lnTo>
                <a:lnTo>
                  <a:pt x="9997" y="28046"/>
                </a:lnTo>
                <a:lnTo>
                  <a:pt x="9997" y="27425"/>
                </a:lnTo>
                <a:lnTo>
                  <a:pt x="9997" y="26981"/>
                </a:lnTo>
                <a:lnTo>
                  <a:pt x="9997" y="26360"/>
                </a:lnTo>
                <a:lnTo>
                  <a:pt x="10314" y="25916"/>
                </a:lnTo>
                <a:lnTo>
                  <a:pt x="10314" y="25295"/>
                </a:lnTo>
                <a:lnTo>
                  <a:pt x="10314" y="25029"/>
                </a:lnTo>
                <a:lnTo>
                  <a:pt x="10314" y="24407"/>
                </a:lnTo>
                <a:lnTo>
                  <a:pt x="10314" y="23786"/>
                </a:lnTo>
                <a:lnTo>
                  <a:pt x="10790" y="23342"/>
                </a:lnTo>
                <a:lnTo>
                  <a:pt x="10790" y="22721"/>
                </a:lnTo>
                <a:lnTo>
                  <a:pt x="10790" y="22277"/>
                </a:lnTo>
                <a:lnTo>
                  <a:pt x="10790" y="21656"/>
                </a:lnTo>
                <a:lnTo>
                  <a:pt x="11108" y="21212"/>
                </a:lnTo>
                <a:lnTo>
                  <a:pt x="11108" y="20591"/>
                </a:lnTo>
                <a:lnTo>
                  <a:pt x="11108" y="20147"/>
                </a:lnTo>
                <a:lnTo>
                  <a:pt x="11108" y="19526"/>
                </a:lnTo>
                <a:lnTo>
                  <a:pt x="11108" y="19082"/>
                </a:lnTo>
                <a:lnTo>
                  <a:pt x="11108" y="18461"/>
                </a:lnTo>
                <a:lnTo>
                  <a:pt x="11108" y="18017"/>
                </a:lnTo>
                <a:lnTo>
                  <a:pt x="11108" y="17307"/>
                </a:lnTo>
                <a:lnTo>
                  <a:pt x="11108" y="16952"/>
                </a:lnTo>
                <a:lnTo>
                  <a:pt x="11108" y="16508"/>
                </a:lnTo>
                <a:lnTo>
                  <a:pt x="11584" y="15887"/>
                </a:lnTo>
                <a:lnTo>
                  <a:pt x="11584" y="15443"/>
                </a:lnTo>
                <a:lnTo>
                  <a:pt x="11584" y="14733"/>
                </a:lnTo>
                <a:lnTo>
                  <a:pt x="11584" y="14378"/>
                </a:lnTo>
                <a:lnTo>
                  <a:pt x="11584" y="13668"/>
                </a:lnTo>
                <a:lnTo>
                  <a:pt x="11901" y="13313"/>
                </a:lnTo>
                <a:lnTo>
                  <a:pt x="11901" y="12603"/>
                </a:lnTo>
                <a:lnTo>
                  <a:pt x="11901" y="11982"/>
                </a:lnTo>
                <a:lnTo>
                  <a:pt x="11901" y="11538"/>
                </a:lnTo>
                <a:lnTo>
                  <a:pt x="12218" y="10916"/>
                </a:lnTo>
                <a:lnTo>
                  <a:pt x="12218" y="10473"/>
                </a:lnTo>
                <a:lnTo>
                  <a:pt x="12218" y="9851"/>
                </a:lnTo>
                <a:lnTo>
                  <a:pt x="12218" y="9585"/>
                </a:lnTo>
                <a:lnTo>
                  <a:pt x="12218" y="8964"/>
                </a:lnTo>
                <a:lnTo>
                  <a:pt x="12694" y="8520"/>
                </a:lnTo>
                <a:lnTo>
                  <a:pt x="12694" y="7899"/>
                </a:lnTo>
                <a:lnTo>
                  <a:pt x="12694" y="7277"/>
                </a:lnTo>
                <a:lnTo>
                  <a:pt x="12694" y="6834"/>
                </a:lnTo>
                <a:lnTo>
                  <a:pt x="12694" y="6212"/>
                </a:lnTo>
                <a:lnTo>
                  <a:pt x="13012" y="5769"/>
                </a:lnTo>
                <a:lnTo>
                  <a:pt x="13012" y="5147"/>
                </a:lnTo>
                <a:lnTo>
                  <a:pt x="13012" y="4704"/>
                </a:lnTo>
                <a:lnTo>
                  <a:pt x="13012" y="4082"/>
                </a:lnTo>
                <a:lnTo>
                  <a:pt x="13012" y="3638"/>
                </a:lnTo>
                <a:lnTo>
                  <a:pt x="13488" y="3017"/>
                </a:lnTo>
                <a:lnTo>
                  <a:pt x="13488" y="2573"/>
                </a:lnTo>
                <a:lnTo>
                  <a:pt x="13488" y="2130"/>
                </a:lnTo>
                <a:lnTo>
                  <a:pt x="13488" y="1508"/>
                </a:lnTo>
                <a:lnTo>
                  <a:pt x="13488" y="1065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94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974217" y="2675398"/>
            <a:ext cx="13805" cy="101625"/>
          </a:xfrm>
          <a:custGeom>
            <a:avLst/>
            <a:gdLst/>
            <a:ahLst/>
            <a:cxnLst/>
            <a:rect l="l" t="t" r="r" b="b"/>
            <a:pathLst>
              <a:path w="13805" h="101625">
                <a:moveTo>
                  <a:pt x="0" y="101625"/>
                </a:moveTo>
                <a:lnTo>
                  <a:pt x="0" y="101003"/>
                </a:lnTo>
                <a:lnTo>
                  <a:pt x="0" y="100560"/>
                </a:lnTo>
                <a:lnTo>
                  <a:pt x="317" y="99850"/>
                </a:lnTo>
                <a:lnTo>
                  <a:pt x="317" y="99495"/>
                </a:lnTo>
                <a:lnTo>
                  <a:pt x="317" y="98785"/>
                </a:lnTo>
                <a:lnTo>
                  <a:pt x="317" y="98163"/>
                </a:lnTo>
                <a:lnTo>
                  <a:pt x="317" y="97986"/>
                </a:lnTo>
                <a:lnTo>
                  <a:pt x="634" y="97276"/>
                </a:lnTo>
                <a:lnTo>
                  <a:pt x="634" y="96921"/>
                </a:lnTo>
                <a:lnTo>
                  <a:pt x="634" y="96211"/>
                </a:lnTo>
                <a:lnTo>
                  <a:pt x="634" y="95856"/>
                </a:lnTo>
                <a:lnTo>
                  <a:pt x="634" y="95146"/>
                </a:lnTo>
                <a:lnTo>
                  <a:pt x="1110" y="94702"/>
                </a:lnTo>
                <a:lnTo>
                  <a:pt x="1110" y="94080"/>
                </a:lnTo>
                <a:lnTo>
                  <a:pt x="1110" y="93459"/>
                </a:lnTo>
                <a:lnTo>
                  <a:pt x="1110" y="93015"/>
                </a:lnTo>
                <a:lnTo>
                  <a:pt x="1428" y="92394"/>
                </a:lnTo>
                <a:lnTo>
                  <a:pt x="1428" y="92128"/>
                </a:lnTo>
                <a:lnTo>
                  <a:pt x="1428" y="91507"/>
                </a:lnTo>
                <a:lnTo>
                  <a:pt x="1428" y="91063"/>
                </a:lnTo>
                <a:lnTo>
                  <a:pt x="1428" y="90441"/>
                </a:lnTo>
                <a:lnTo>
                  <a:pt x="1904" y="89998"/>
                </a:lnTo>
                <a:lnTo>
                  <a:pt x="1904" y="89376"/>
                </a:lnTo>
                <a:lnTo>
                  <a:pt x="1904" y="88755"/>
                </a:lnTo>
                <a:lnTo>
                  <a:pt x="1904" y="88311"/>
                </a:lnTo>
                <a:lnTo>
                  <a:pt x="1904" y="87690"/>
                </a:lnTo>
                <a:lnTo>
                  <a:pt x="1904" y="87246"/>
                </a:lnTo>
                <a:lnTo>
                  <a:pt x="1904" y="86803"/>
                </a:lnTo>
                <a:lnTo>
                  <a:pt x="1904" y="86359"/>
                </a:lnTo>
                <a:lnTo>
                  <a:pt x="1904" y="85737"/>
                </a:lnTo>
                <a:lnTo>
                  <a:pt x="1904" y="85294"/>
                </a:lnTo>
                <a:lnTo>
                  <a:pt x="2221" y="84672"/>
                </a:lnTo>
                <a:lnTo>
                  <a:pt x="2221" y="84051"/>
                </a:lnTo>
                <a:lnTo>
                  <a:pt x="2221" y="83607"/>
                </a:lnTo>
                <a:lnTo>
                  <a:pt x="2221" y="82986"/>
                </a:lnTo>
                <a:lnTo>
                  <a:pt x="2697" y="82542"/>
                </a:lnTo>
                <a:lnTo>
                  <a:pt x="2697" y="82098"/>
                </a:lnTo>
                <a:lnTo>
                  <a:pt x="2697" y="81655"/>
                </a:lnTo>
                <a:lnTo>
                  <a:pt x="2697" y="81033"/>
                </a:lnTo>
                <a:lnTo>
                  <a:pt x="2697" y="80590"/>
                </a:lnTo>
                <a:lnTo>
                  <a:pt x="3015" y="79968"/>
                </a:lnTo>
                <a:lnTo>
                  <a:pt x="3015" y="79347"/>
                </a:lnTo>
                <a:lnTo>
                  <a:pt x="3015" y="78903"/>
                </a:lnTo>
                <a:lnTo>
                  <a:pt x="3015" y="78193"/>
                </a:lnTo>
                <a:lnTo>
                  <a:pt x="3015" y="77838"/>
                </a:lnTo>
                <a:lnTo>
                  <a:pt x="3332" y="77394"/>
                </a:lnTo>
                <a:lnTo>
                  <a:pt x="3332" y="76951"/>
                </a:lnTo>
                <a:lnTo>
                  <a:pt x="3332" y="76329"/>
                </a:lnTo>
                <a:lnTo>
                  <a:pt x="3332" y="75886"/>
                </a:lnTo>
                <a:lnTo>
                  <a:pt x="3332" y="75264"/>
                </a:lnTo>
                <a:lnTo>
                  <a:pt x="3808" y="74554"/>
                </a:lnTo>
                <a:lnTo>
                  <a:pt x="3808" y="74199"/>
                </a:lnTo>
                <a:lnTo>
                  <a:pt x="3808" y="73489"/>
                </a:lnTo>
                <a:lnTo>
                  <a:pt x="3808" y="73312"/>
                </a:lnTo>
                <a:lnTo>
                  <a:pt x="4125" y="72690"/>
                </a:lnTo>
                <a:lnTo>
                  <a:pt x="4125" y="72247"/>
                </a:lnTo>
                <a:lnTo>
                  <a:pt x="4125" y="71625"/>
                </a:lnTo>
                <a:lnTo>
                  <a:pt x="4125" y="71182"/>
                </a:lnTo>
                <a:lnTo>
                  <a:pt x="4125" y="70471"/>
                </a:lnTo>
                <a:lnTo>
                  <a:pt x="4125" y="69850"/>
                </a:lnTo>
                <a:lnTo>
                  <a:pt x="4125" y="69406"/>
                </a:lnTo>
                <a:lnTo>
                  <a:pt x="4125" y="69051"/>
                </a:lnTo>
                <a:lnTo>
                  <a:pt x="4125" y="68608"/>
                </a:lnTo>
                <a:lnTo>
                  <a:pt x="4125" y="67898"/>
                </a:lnTo>
                <a:lnTo>
                  <a:pt x="4601" y="67543"/>
                </a:lnTo>
                <a:lnTo>
                  <a:pt x="4601" y="66832"/>
                </a:lnTo>
                <a:lnTo>
                  <a:pt x="4601" y="66477"/>
                </a:lnTo>
                <a:lnTo>
                  <a:pt x="4601" y="65767"/>
                </a:lnTo>
                <a:lnTo>
                  <a:pt x="4601" y="65324"/>
                </a:lnTo>
                <a:lnTo>
                  <a:pt x="4919" y="64969"/>
                </a:lnTo>
                <a:lnTo>
                  <a:pt x="4919" y="64259"/>
                </a:lnTo>
                <a:lnTo>
                  <a:pt x="4919" y="63904"/>
                </a:lnTo>
                <a:lnTo>
                  <a:pt x="4919" y="63194"/>
                </a:lnTo>
                <a:lnTo>
                  <a:pt x="5236" y="62750"/>
                </a:lnTo>
                <a:lnTo>
                  <a:pt x="5236" y="62128"/>
                </a:lnTo>
                <a:lnTo>
                  <a:pt x="5236" y="61685"/>
                </a:lnTo>
                <a:lnTo>
                  <a:pt x="5236" y="61330"/>
                </a:lnTo>
                <a:lnTo>
                  <a:pt x="5236" y="60620"/>
                </a:lnTo>
                <a:lnTo>
                  <a:pt x="5712" y="60265"/>
                </a:lnTo>
                <a:lnTo>
                  <a:pt x="5712" y="59555"/>
                </a:lnTo>
                <a:lnTo>
                  <a:pt x="5712" y="59111"/>
                </a:lnTo>
                <a:lnTo>
                  <a:pt x="5712" y="58489"/>
                </a:lnTo>
                <a:lnTo>
                  <a:pt x="5712" y="58046"/>
                </a:lnTo>
                <a:lnTo>
                  <a:pt x="6030" y="57691"/>
                </a:lnTo>
                <a:lnTo>
                  <a:pt x="6030" y="56981"/>
                </a:lnTo>
                <a:lnTo>
                  <a:pt x="6030" y="56537"/>
                </a:lnTo>
                <a:lnTo>
                  <a:pt x="6030" y="55916"/>
                </a:lnTo>
                <a:lnTo>
                  <a:pt x="6030" y="55472"/>
                </a:lnTo>
                <a:lnTo>
                  <a:pt x="6030" y="55117"/>
                </a:lnTo>
                <a:lnTo>
                  <a:pt x="6030" y="54673"/>
                </a:lnTo>
                <a:lnTo>
                  <a:pt x="6030" y="53963"/>
                </a:lnTo>
                <a:lnTo>
                  <a:pt x="6030" y="53342"/>
                </a:lnTo>
                <a:lnTo>
                  <a:pt x="6030" y="52898"/>
                </a:lnTo>
                <a:lnTo>
                  <a:pt x="6506" y="52277"/>
                </a:lnTo>
                <a:lnTo>
                  <a:pt x="6506" y="52099"/>
                </a:lnTo>
                <a:lnTo>
                  <a:pt x="6506" y="51389"/>
                </a:lnTo>
                <a:lnTo>
                  <a:pt x="6506" y="51034"/>
                </a:lnTo>
                <a:lnTo>
                  <a:pt x="6823" y="50324"/>
                </a:lnTo>
                <a:lnTo>
                  <a:pt x="6823" y="49969"/>
                </a:lnTo>
                <a:lnTo>
                  <a:pt x="6823" y="49259"/>
                </a:lnTo>
                <a:lnTo>
                  <a:pt x="6823" y="48815"/>
                </a:lnTo>
                <a:lnTo>
                  <a:pt x="6823" y="48460"/>
                </a:lnTo>
                <a:lnTo>
                  <a:pt x="7299" y="47750"/>
                </a:lnTo>
                <a:lnTo>
                  <a:pt x="7299" y="47395"/>
                </a:lnTo>
                <a:lnTo>
                  <a:pt x="7299" y="46685"/>
                </a:lnTo>
                <a:lnTo>
                  <a:pt x="7299" y="46241"/>
                </a:lnTo>
                <a:lnTo>
                  <a:pt x="7299" y="45886"/>
                </a:lnTo>
                <a:lnTo>
                  <a:pt x="7616" y="45176"/>
                </a:lnTo>
                <a:lnTo>
                  <a:pt x="7616" y="44821"/>
                </a:lnTo>
                <a:lnTo>
                  <a:pt x="7616" y="44111"/>
                </a:lnTo>
                <a:lnTo>
                  <a:pt x="7616" y="43667"/>
                </a:lnTo>
                <a:lnTo>
                  <a:pt x="7616" y="43312"/>
                </a:lnTo>
                <a:lnTo>
                  <a:pt x="7934" y="42868"/>
                </a:lnTo>
                <a:lnTo>
                  <a:pt x="7934" y="42247"/>
                </a:lnTo>
                <a:lnTo>
                  <a:pt x="7934" y="41537"/>
                </a:lnTo>
                <a:lnTo>
                  <a:pt x="7934" y="41093"/>
                </a:lnTo>
                <a:lnTo>
                  <a:pt x="8410" y="40738"/>
                </a:lnTo>
                <a:lnTo>
                  <a:pt x="8410" y="40295"/>
                </a:lnTo>
                <a:lnTo>
                  <a:pt x="8410" y="39673"/>
                </a:lnTo>
                <a:lnTo>
                  <a:pt x="8410" y="39229"/>
                </a:lnTo>
                <a:lnTo>
                  <a:pt x="8410" y="38608"/>
                </a:lnTo>
                <a:lnTo>
                  <a:pt x="8410" y="38164"/>
                </a:lnTo>
                <a:lnTo>
                  <a:pt x="8410" y="37721"/>
                </a:lnTo>
                <a:lnTo>
                  <a:pt x="8410" y="37099"/>
                </a:lnTo>
                <a:lnTo>
                  <a:pt x="8410" y="36656"/>
                </a:lnTo>
                <a:lnTo>
                  <a:pt x="8410" y="36034"/>
                </a:lnTo>
                <a:lnTo>
                  <a:pt x="8727" y="35768"/>
                </a:lnTo>
                <a:lnTo>
                  <a:pt x="8727" y="35147"/>
                </a:lnTo>
                <a:lnTo>
                  <a:pt x="8727" y="34525"/>
                </a:lnTo>
                <a:lnTo>
                  <a:pt x="8727" y="34082"/>
                </a:lnTo>
                <a:lnTo>
                  <a:pt x="8727" y="33638"/>
                </a:lnTo>
                <a:lnTo>
                  <a:pt x="9203" y="33194"/>
                </a:lnTo>
                <a:lnTo>
                  <a:pt x="9203" y="32573"/>
                </a:lnTo>
                <a:lnTo>
                  <a:pt x="9203" y="32129"/>
                </a:lnTo>
                <a:lnTo>
                  <a:pt x="9203" y="31508"/>
                </a:lnTo>
                <a:lnTo>
                  <a:pt x="9521" y="31064"/>
                </a:lnTo>
                <a:lnTo>
                  <a:pt x="9521" y="30620"/>
                </a:lnTo>
                <a:lnTo>
                  <a:pt x="9521" y="29999"/>
                </a:lnTo>
                <a:lnTo>
                  <a:pt x="9521" y="29555"/>
                </a:lnTo>
                <a:lnTo>
                  <a:pt x="9521" y="29111"/>
                </a:lnTo>
                <a:lnTo>
                  <a:pt x="9838" y="28668"/>
                </a:lnTo>
                <a:lnTo>
                  <a:pt x="9838" y="28046"/>
                </a:lnTo>
                <a:lnTo>
                  <a:pt x="9838" y="27425"/>
                </a:lnTo>
                <a:lnTo>
                  <a:pt x="9838" y="26981"/>
                </a:lnTo>
                <a:lnTo>
                  <a:pt x="9838" y="26537"/>
                </a:lnTo>
                <a:lnTo>
                  <a:pt x="10314" y="26094"/>
                </a:lnTo>
                <a:lnTo>
                  <a:pt x="10314" y="25472"/>
                </a:lnTo>
                <a:lnTo>
                  <a:pt x="10314" y="25029"/>
                </a:lnTo>
                <a:lnTo>
                  <a:pt x="10314" y="24585"/>
                </a:lnTo>
                <a:lnTo>
                  <a:pt x="10314" y="23964"/>
                </a:lnTo>
                <a:lnTo>
                  <a:pt x="10314" y="23520"/>
                </a:lnTo>
                <a:lnTo>
                  <a:pt x="10314" y="22898"/>
                </a:lnTo>
                <a:lnTo>
                  <a:pt x="10314" y="22721"/>
                </a:lnTo>
                <a:lnTo>
                  <a:pt x="10314" y="22011"/>
                </a:lnTo>
                <a:lnTo>
                  <a:pt x="10631" y="21390"/>
                </a:lnTo>
                <a:lnTo>
                  <a:pt x="10631" y="20946"/>
                </a:lnTo>
                <a:lnTo>
                  <a:pt x="10631" y="20591"/>
                </a:lnTo>
                <a:lnTo>
                  <a:pt x="10631" y="20147"/>
                </a:lnTo>
                <a:lnTo>
                  <a:pt x="10631" y="19437"/>
                </a:lnTo>
                <a:lnTo>
                  <a:pt x="11108" y="19082"/>
                </a:lnTo>
                <a:lnTo>
                  <a:pt x="11108" y="18638"/>
                </a:lnTo>
                <a:lnTo>
                  <a:pt x="11108" y="18017"/>
                </a:lnTo>
                <a:lnTo>
                  <a:pt x="11108" y="17573"/>
                </a:lnTo>
                <a:lnTo>
                  <a:pt x="11108" y="17129"/>
                </a:lnTo>
                <a:lnTo>
                  <a:pt x="11425" y="16686"/>
                </a:lnTo>
                <a:lnTo>
                  <a:pt x="11425" y="16064"/>
                </a:lnTo>
                <a:lnTo>
                  <a:pt x="11425" y="15620"/>
                </a:lnTo>
                <a:lnTo>
                  <a:pt x="11425" y="15177"/>
                </a:lnTo>
                <a:lnTo>
                  <a:pt x="11425" y="14555"/>
                </a:lnTo>
                <a:lnTo>
                  <a:pt x="11901" y="14112"/>
                </a:lnTo>
                <a:lnTo>
                  <a:pt x="11901" y="13490"/>
                </a:lnTo>
                <a:lnTo>
                  <a:pt x="11901" y="13224"/>
                </a:lnTo>
                <a:lnTo>
                  <a:pt x="11901" y="12603"/>
                </a:lnTo>
                <a:lnTo>
                  <a:pt x="12218" y="11982"/>
                </a:lnTo>
                <a:lnTo>
                  <a:pt x="12218" y="11804"/>
                </a:lnTo>
                <a:lnTo>
                  <a:pt x="12218" y="11094"/>
                </a:lnTo>
                <a:lnTo>
                  <a:pt x="12218" y="10650"/>
                </a:lnTo>
                <a:lnTo>
                  <a:pt x="12218" y="10029"/>
                </a:lnTo>
                <a:lnTo>
                  <a:pt x="12536" y="9585"/>
                </a:lnTo>
                <a:lnTo>
                  <a:pt x="12536" y="9230"/>
                </a:lnTo>
                <a:lnTo>
                  <a:pt x="12536" y="8520"/>
                </a:lnTo>
                <a:lnTo>
                  <a:pt x="12536" y="8343"/>
                </a:lnTo>
                <a:lnTo>
                  <a:pt x="12536" y="7721"/>
                </a:lnTo>
                <a:lnTo>
                  <a:pt x="12536" y="7277"/>
                </a:lnTo>
                <a:lnTo>
                  <a:pt x="12536" y="6834"/>
                </a:lnTo>
                <a:lnTo>
                  <a:pt x="12536" y="6212"/>
                </a:lnTo>
                <a:lnTo>
                  <a:pt x="12536" y="5769"/>
                </a:lnTo>
                <a:lnTo>
                  <a:pt x="12536" y="5325"/>
                </a:lnTo>
                <a:lnTo>
                  <a:pt x="13012" y="4881"/>
                </a:lnTo>
                <a:lnTo>
                  <a:pt x="13012" y="4260"/>
                </a:lnTo>
                <a:lnTo>
                  <a:pt x="13012" y="3816"/>
                </a:lnTo>
                <a:lnTo>
                  <a:pt x="13012" y="3372"/>
                </a:lnTo>
                <a:lnTo>
                  <a:pt x="13329" y="2751"/>
                </a:lnTo>
                <a:lnTo>
                  <a:pt x="13329" y="2307"/>
                </a:lnTo>
                <a:lnTo>
                  <a:pt x="13329" y="1863"/>
                </a:lnTo>
                <a:lnTo>
                  <a:pt x="13329" y="1508"/>
                </a:lnTo>
                <a:lnTo>
                  <a:pt x="13329" y="798"/>
                </a:lnTo>
                <a:lnTo>
                  <a:pt x="13805" y="355"/>
                </a:lnTo>
                <a:lnTo>
                  <a:pt x="13805" y="0"/>
                </a:lnTo>
              </a:path>
            </a:pathLst>
          </a:custGeom>
          <a:ln w="1938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988023" y="2587264"/>
            <a:ext cx="13329" cy="88134"/>
          </a:xfrm>
          <a:custGeom>
            <a:avLst/>
            <a:gdLst/>
            <a:ahLst/>
            <a:cxnLst/>
            <a:rect l="l" t="t" r="r" b="b"/>
            <a:pathLst>
              <a:path w="13329" h="88134">
                <a:moveTo>
                  <a:pt x="0" y="88134"/>
                </a:moveTo>
                <a:lnTo>
                  <a:pt x="0" y="87424"/>
                </a:lnTo>
                <a:lnTo>
                  <a:pt x="0" y="87246"/>
                </a:lnTo>
                <a:lnTo>
                  <a:pt x="0" y="86625"/>
                </a:lnTo>
                <a:lnTo>
                  <a:pt x="317" y="85915"/>
                </a:lnTo>
                <a:lnTo>
                  <a:pt x="317" y="85737"/>
                </a:lnTo>
                <a:lnTo>
                  <a:pt x="317" y="85116"/>
                </a:lnTo>
                <a:lnTo>
                  <a:pt x="317" y="84672"/>
                </a:lnTo>
                <a:lnTo>
                  <a:pt x="317" y="84229"/>
                </a:lnTo>
                <a:lnTo>
                  <a:pt x="634" y="83607"/>
                </a:lnTo>
                <a:lnTo>
                  <a:pt x="634" y="83164"/>
                </a:lnTo>
                <a:lnTo>
                  <a:pt x="634" y="82720"/>
                </a:lnTo>
                <a:lnTo>
                  <a:pt x="634" y="82276"/>
                </a:lnTo>
                <a:lnTo>
                  <a:pt x="634" y="81921"/>
                </a:lnTo>
                <a:lnTo>
                  <a:pt x="634" y="81211"/>
                </a:lnTo>
                <a:lnTo>
                  <a:pt x="634" y="80856"/>
                </a:lnTo>
                <a:lnTo>
                  <a:pt x="634" y="80412"/>
                </a:lnTo>
                <a:lnTo>
                  <a:pt x="634" y="79968"/>
                </a:lnTo>
                <a:lnTo>
                  <a:pt x="1110" y="79347"/>
                </a:lnTo>
                <a:lnTo>
                  <a:pt x="1110" y="78903"/>
                </a:lnTo>
                <a:lnTo>
                  <a:pt x="1110" y="78459"/>
                </a:lnTo>
                <a:lnTo>
                  <a:pt x="1110" y="77838"/>
                </a:lnTo>
                <a:lnTo>
                  <a:pt x="1110" y="77572"/>
                </a:lnTo>
                <a:lnTo>
                  <a:pt x="1428" y="76951"/>
                </a:lnTo>
                <a:lnTo>
                  <a:pt x="1428" y="76507"/>
                </a:lnTo>
                <a:lnTo>
                  <a:pt x="1428" y="76063"/>
                </a:lnTo>
                <a:lnTo>
                  <a:pt x="1428" y="75442"/>
                </a:lnTo>
                <a:lnTo>
                  <a:pt x="1428" y="75264"/>
                </a:lnTo>
                <a:lnTo>
                  <a:pt x="1904" y="74554"/>
                </a:lnTo>
                <a:lnTo>
                  <a:pt x="1904" y="74199"/>
                </a:lnTo>
                <a:lnTo>
                  <a:pt x="1904" y="73755"/>
                </a:lnTo>
                <a:lnTo>
                  <a:pt x="1904" y="73134"/>
                </a:lnTo>
                <a:lnTo>
                  <a:pt x="2221" y="72868"/>
                </a:lnTo>
                <a:lnTo>
                  <a:pt x="2221" y="72247"/>
                </a:lnTo>
                <a:lnTo>
                  <a:pt x="2221" y="71803"/>
                </a:lnTo>
                <a:lnTo>
                  <a:pt x="2221" y="71359"/>
                </a:lnTo>
                <a:lnTo>
                  <a:pt x="2221" y="70738"/>
                </a:lnTo>
                <a:lnTo>
                  <a:pt x="2538" y="70560"/>
                </a:lnTo>
                <a:lnTo>
                  <a:pt x="2538" y="69850"/>
                </a:lnTo>
                <a:lnTo>
                  <a:pt x="2538" y="69406"/>
                </a:lnTo>
                <a:lnTo>
                  <a:pt x="2538" y="69051"/>
                </a:lnTo>
                <a:lnTo>
                  <a:pt x="2538" y="68341"/>
                </a:lnTo>
                <a:lnTo>
                  <a:pt x="2538" y="68164"/>
                </a:lnTo>
                <a:lnTo>
                  <a:pt x="2538" y="67543"/>
                </a:lnTo>
                <a:lnTo>
                  <a:pt x="2538" y="67099"/>
                </a:lnTo>
                <a:lnTo>
                  <a:pt x="2538" y="66655"/>
                </a:lnTo>
                <a:lnTo>
                  <a:pt x="2538" y="66034"/>
                </a:lnTo>
                <a:lnTo>
                  <a:pt x="3015" y="65767"/>
                </a:lnTo>
                <a:lnTo>
                  <a:pt x="3015" y="65146"/>
                </a:lnTo>
                <a:lnTo>
                  <a:pt x="3015" y="64702"/>
                </a:lnTo>
                <a:lnTo>
                  <a:pt x="3015" y="64259"/>
                </a:lnTo>
                <a:lnTo>
                  <a:pt x="3332" y="63904"/>
                </a:lnTo>
                <a:lnTo>
                  <a:pt x="3332" y="63460"/>
                </a:lnTo>
                <a:lnTo>
                  <a:pt x="3332" y="62838"/>
                </a:lnTo>
                <a:lnTo>
                  <a:pt x="3332" y="62395"/>
                </a:lnTo>
                <a:lnTo>
                  <a:pt x="3332" y="61951"/>
                </a:lnTo>
                <a:lnTo>
                  <a:pt x="3808" y="61507"/>
                </a:lnTo>
                <a:lnTo>
                  <a:pt x="3808" y="61063"/>
                </a:lnTo>
                <a:lnTo>
                  <a:pt x="3808" y="60620"/>
                </a:lnTo>
                <a:lnTo>
                  <a:pt x="3808" y="59998"/>
                </a:lnTo>
                <a:lnTo>
                  <a:pt x="3808" y="59821"/>
                </a:lnTo>
                <a:lnTo>
                  <a:pt x="4125" y="59111"/>
                </a:lnTo>
                <a:lnTo>
                  <a:pt x="4125" y="58756"/>
                </a:lnTo>
                <a:lnTo>
                  <a:pt x="4125" y="58312"/>
                </a:lnTo>
                <a:lnTo>
                  <a:pt x="4125" y="57691"/>
                </a:lnTo>
                <a:lnTo>
                  <a:pt x="4125" y="57424"/>
                </a:lnTo>
                <a:lnTo>
                  <a:pt x="4601" y="56803"/>
                </a:lnTo>
                <a:lnTo>
                  <a:pt x="4601" y="56626"/>
                </a:lnTo>
                <a:lnTo>
                  <a:pt x="4601" y="55916"/>
                </a:lnTo>
                <a:lnTo>
                  <a:pt x="4601" y="55472"/>
                </a:lnTo>
                <a:lnTo>
                  <a:pt x="4919" y="55117"/>
                </a:lnTo>
                <a:lnTo>
                  <a:pt x="4919" y="54673"/>
                </a:lnTo>
                <a:lnTo>
                  <a:pt x="4919" y="54229"/>
                </a:lnTo>
                <a:lnTo>
                  <a:pt x="4919" y="53785"/>
                </a:lnTo>
                <a:lnTo>
                  <a:pt x="4919" y="53164"/>
                </a:lnTo>
                <a:lnTo>
                  <a:pt x="4919" y="52898"/>
                </a:lnTo>
                <a:lnTo>
                  <a:pt x="4919" y="52277"/>
                </a:lnTo>
                <a:lnTo>
                  <a:pt x="4919" y="51833"/>
                </a:lnTo>
                <a:lnTo>
                  <a:pt x="4919" y="51478"/>
                </a:lnTo>
                <a:lnTo>
                  <a:pt x="4919" y="51034"/>
                </a:lnTo>
                <a:lnTo>
                  <a:pt x="5236" y="50590"/>
                </a:lnTo>
                <a:lnTo>
                  <a:pt x="5236" y="50146"/>
                </a:lnTo>
                <a:lnTo>
                  <a:pt x="5236" y="49525"/>
                </a:lnTo>
                <a:lnTo>
                  <a:pt x="5236" y="49259"/>
                </a:lnTo>
                <a:lnTo>
                  <a:pt x="5236" y="48638"/>
                </a:lnTo>
                <a:lnTo>
                  <a:pt x="5712" y="48194"/>
                </a:lnTo>
                <a:lnTo>
                  <a:pt x="5712" y="47750"/>
                </a:lnTo>
                <a:lnTo>
                  <a:pt x="5712" y="47395"/>
                </a:lnTo>
                <a:lnTo>
                  <a:pt x="5712" y="46951"/>
                </a:lnTo>
                <a:lnTo>
                  <a:pt x="6030" y="46507"/>
                </a:lnTo>
                <a:lnTo>
                  <a:pt x="6030" y="45886"/>
                </a:lnTo>
                <a:lnTo>
                  <a:pt x="6030" y="45620"/>
                </a:lnTo>
                <a:lnTo>
                  <a:pt x="6030" y="44999"/>
                </a:lnTo>
                <a:lnTo>
                  <a:pt x="6030" y="44821"/>
                </a:lnTo>
                <a:lnTo>
                  <a:pt x="6506" y="44111"/>
                </a:lnTo>
                <a:lnTo>
                  <a:pt x="6506" y="43756"/>
                </a:lnTo>
                <a:lnTo>
                  <a:pt x="6506" y="43312"/>
                </a:lnTo>
                <a:lnTo>
                  <a:pt x="6506" y="42868"/>
                </a:lnTo>
                <a:lnTo>
                  <a:pt x="6506" y="42425"/>
                </a:lnTo>
                <a:lnTo>
                  <a:pt x="6823" y="41981"/>
                </a:lnTo>
                <a:lnTo>
                  <a:pt x="6823" y="41537"/>
                </a:lnTo>
                <a:lnTo>
                  <a:pt x="6823" y="41182"/>
                </a:lnTo>
                <a:lnTo>
                  <a:pt x="6823" y="40738"/>
                </a:lnTo>
                <a:lnTo>
                  <a:pt x="6823" y="40028"/>
                </a:lnTo>
                <a:lnTo>
                  <a:pt x="6823" y="39851"/>
                </a:lnTo>
                <a:lnTo>
                  <a:pt x="6823" y="39229"/>
                </a:lnTo>
                <a:lnTo>
                  <a:pt x="6823" y="38786"/>
                </a:lnTo>
                <a:lnTo>
                  <a:pt x="6823" y="38608"/>
                </a:lnTo>
                <a:lnTo>
                  <a:pt x="7140" y="37898"/>
                </a:lnTo>
                <a:lnTo>
                  <a:pt x="7140" y="37721"/>
                </a:lnTo>
                <a:lnTo>
                  <a:pt x="7140" y="37099"/>
                </a:lnTo>
                <a:lnTo>
                  <a:pt x="7140" y="36656"/>
                </a:lnTo>
                <a:lnTo>
                  <a:pt x="7140" y="36212"/>
                </a:lnTo>
                <a:lnTo>
                  <a:pt x="7616" y="35768"/>
                </a:lnTo>
                <a:lnTo>
                  <a:pt x="7616" y="35324"/>
                </a:lnTo>
                <a:lnTo>
                  <a:pt x="7616" y="34969"/>
                </a:lnTo>
                <a:lnTo>
                  <a:pt x="7616" y="34525"/>
                </a:lnTo>
                <a:lnTo>
                  <a:pt x="7616" y="34082"/>
                </a:lnTo>
                <a:lnTo>
                  <a:pt x="7934" y="33638"/>
                </a:lnTo>
                <a:lnTo>
                  <a:pt x="7934" y="33194"/>
                </a:lnTo>
                <a:lnTo>
                  <a:pt x="7934" y="32750"/>
                </a:lnTo>
                <a:lnTo>
                  <a:pt x="7934" y="32395"/>
                </a:lnTo>
                <a:lnTo>
                  <a:pt x="7934" y="31685"/>
                </a:lnTo>
                <a:lnTo>
                  <a:pt x="8410" y="31508"/>
                </a:lnTo>
                <a:lnTo>
                  <a:pt x="8410" y="31064"/>
                </a:lnTo>
                <a:lnTo>
                  <a:pt x="8410" y="30620"/>
                </a:lnTo>
                <a:lnTo>
                  <a:pt x="8410" y="30176"/>
                </a:lnTo>
                <a:lnTo>
                  <a:pt x="8727" y="29555"/>
                </a:lnTo>
                <a:lnTo>
                  <a:pt x="8727" y="29378"/>
                </a:lnTo>
                <a:lnTo>
                  <a:pt x="8727" y="28934"/>
                </a:lnTo>
                <a:lnTo>
                  <a:pt x="8727" y="28313"/>
                </a:lnTo>
                <a:lnTo>
                  <a:pt x="8727" y="28046"/>
                </a:lnTo>
                <a:lnTo>
                  <a:pt x="9203" y="27602"/>
                </a:lnTo>
                <a:lnTo>
                  <a:pt x="9203" y="26981"/>
                </a:lnTo>
                <a:lnTo>
                  <a:pt x="9203" y="26804"/>
                </a:lnTo>
                <a:lnTo>
                  <a:pt x="9203" y="26360"/>
                </a:lnTo>
                <a:lnTo>
                  <a:pt x="9203" y="25916"/>
                </a:lnTo>
                <a:lnTo>
                  <a:pt x="9203" y="25472"/>
                </a:lnTo>
                <a:lnTo>
                  <a:pt x="9203" y="24851"/>
                </a:lnTo>
                <a:lnTo>
                  <a:pt x="9203" y="24674"/>
                </a:lnTo>
                <a:lnTo>
                  <a:pt x="9203" y="24230"/>
                </a:lnTo>
                <a:lnTo>
                  <a:pt x="9203" y="23520"/>
                </a:lnTo>
                <a:lnTo>
                  <a:pt x="9521" y="23342"/>
                </a:lnTo>
                <a:lnTo>
                  <a:pt x="9521" y="22898"/>
                </a:lnTo>
                <a:lnTo>
                  <a:pt x="9521" y="22277"/>
                </a:lnTo>
                <a:lnTo>
                  <a:pt x="9521" y="22100"/>
                </a:lnTo>
                <a:lnTo>
                  <a:pt x="9838" y="21656"/>
                </a:lnTo>
                <a:lnTo>
                  <a:pt x="9838" y="20946"/>
                </a:lnTo>
                <a:lnTo>
                  <a:pt x="9838" y="20768"/>
                </a:lnTo>
                <a:lnTo>
                  <a:pt x="9838" y="20325"/>
                </a:lnTo>
                <a:lnTo>
                  <a:pt x="9838" y="19881"/>
                </a:lnTo>
                <a:lnTo>
                  <a:pt x="10314" y="19526"/>
                </a:lnTo>
                <a:lnTo>
                  <a:pt x="10314" y="19082"/>
                </a:lnTo>
                <a:lnTo>
                  <a:pt x="10314" y="18638"/>
                </a:lnTo>
                <a:lnTo>
                  <a:pt x="10314" y="18194"/>
                </a:lnTo>
                <a:lnTo>
                  <a:pt x="10314" y="17751"/>
                </a:lnTo>
                <a:lnTo>
                  <a:pt x="10631" y="17573"/>
                </a:lnTo>
                <a:lnTo>
                  <a:pt x="10631" y="16952"/>
                </a:lnTo>
                <a:lnTo>
                  <a:pt x="10631" y="16508"/>
                </a:lnTo>
                <a:lnTo>
                  <a:pt x="10631" y="16242"/>
                </a:lnTo>
                <a:lnTo>
                  <a:pt x="10631" y="15620"/>
                </a:lnTo>
                <a:lnTo>
                  <a:pt x="11108" y="15177"/>
                </a:lnTo>
                <a:lnTo>
                  <a:pt x="11108" y="14999"/>
                </a:lnTo>
                <a:lnTo>
                  <a:pt x="11108" y="14555"/>
                </a:lnTo>
                <a:lnTo>
                  <a:pt x="11108" y="13934"/>
                </a:lnTo>
                <a:lnTo>
                  <a:pt x="11108" y="13668"/>
                </a:lnTo>
                <a:lnTo>
                  <a:pt x="11108" y="13224"/>
                </a:lnTo>
                <a:lnTo>
                  <a:pt x="11108" y="12869"/>
                </a:lnTo>
                <a:lnTo>
                  <a:pt x="11108" y="12425"/>
                </a:lnTo>
                <a:lnTo>
                  <a:pt x="11108" y="11982"/>
                </a:lnTo>
                <a:lnTo>
                  <a:pt x="11425" y="11538"/>
                </a:lnTo>
                <a:lnTo>
                  <a:pt x="11425" y="11360"/>
                </a:lnTo>
                <a:lnTo>
                  <a:pt x="11425" y="10739"/>
                </a:lnTo>
                <a:lnTo>
                  <a:pt x="11425" y="10473"/>
                </a:lnTo>
                <a:lnTo>
                  <a:pt x="11425" y="10029"/>
                </a:lnTo>
                <a:lnTo>
                  <a:pt x="11742" y="9585"/>
                </a:lnTo>
                <a:lnTo>
                  <a:pt x="11742" y="9230"/>
                </a:lnTo>
                <a:lnTo>
                  <a:pt x="11742" y="8786"/>
                </a:lnTo>
                <a:lnTo>
                  <a:pt x="11742" y="8343"/>
                </a:lnTo>
                <a:lnTo>
                  <a:pt x="11742" y="8165"/>
                </a:lnTo>
                <a:lnTo>
                  <a:pt x="12218" y="7455"/>
                </a:lnTo>
                <a:lnTo>
                  <a:pt x="12218" y="7011"/>
                </a:lnTo>
                <a:lnTo>
                  <a:pt x="12218" y="6834"/>
                </a:lnTo>
                <a:lnTo>
                  <a:pt x="12218" y="6390"/>
                </a:lnTo>
                <a:lnTo>
                  <a:pt x="12536" y="5769"/>
                </a:lnTo>
                <a:lnTo>
                  <a:pt x="12536" y="5591"/>
                </a:lnTo>
                <a:lnTo>
                  <a:pt x="12536" y="5147"/>
                </a:lnTo>
                <a:lnTo>
                  <a:pt x="12536" y="4704"/>
                </a:lnTo>
                <a:lnTo>
                  <a:pt x="12536" y="4437"/>
                </a:lnTo>
                <a:lnTo>
                  <a:pt x="13012" y="3816"/>
                </a:lnTo>
                <a:lnTo>
                  <a:pt x="13012" y="3372"/>
                </a:lnTo>
                <a:lnTo>
                  <a:pt x="13012" y="3195"/>
                </a:lnTo>
                <a:lnTo>
                  <a:pt x="13012" y="2751"/>
                </a:lnTo>
                <a:lnTo>
                  <a:pt x="13012" y="2307"/>
                </a:lnTo>
                <a:lnTo>
                  <a:pt x="13329" y="1863"/>
                </a:lnTo>
                <a:lnTo>
                  <a:pt x="13329" y="1508"/>
                </a:lnTo>
                <a:lnTo>
                  <a:pt x="13329" y="1065"/>
                </a:lnTo>
                <a:lnTo>
                  <a:pt x="13329" y="798"/>
                </a:lnTo>
                <a:lnTo>
                  <a:pt x="13329" y="443"/>
                </a:lnTo>
                <a:lnTo>
                  <a:pt x="13329" y="0"/>
                </a:lnTo>
              </a:path>
            </a:pathLst>
          </a:custGeom>
          <a:ln w="1934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001353" y="2521229"/>
            <a:ext cx="13805" cy="66034"/>
          </a:xfrm>
          <a:custGeom>
            <a:avLst/>
            <a:gdLst/>
            <a:ahLst/>
            <a:cxnLst/>
            <a:rect l="l" t="t" r="r" b="b"/>
            <a:pathLst>
              <a:path w="13805" h="66034">
                <a:moveTo>
                  <a:pt x="0" y="66034"/>
                </a:moveTo>
                <a:lnTo>
                  <a:pt x="0" y="65590"/>
                </a:lnTo>
                <a:lnTo>
                  <a:pt x="0" y="65146"/>
                </a:lnTo>
                <a:lnTo>
                  <a:pt x="0" y="64702"/>
                </a:lnTo>
                <a:lnTo>
                  <a:pt x="476" y="64525"/>
                </a:lnTo>
                <a:lnTo>
                  <a:pt x="476" y="64081"/>
                </a:lnTo>
                <a:lnTo>
                  <a:pt x="476" y="63637"/>
                </a:lnTo>
                <a:lnTo>
                  <a:pt x="476" y="63194"/>
                </a:lnTo>
                <a:lnTo>
                  <a:pt x="476" y="62750"/>
                </a:lnTo>
                <a:lnTo>
                  <a:pt x="793" y="62395"/>
                </a:lnTo>
                <a:lnTo>
                  <a:pt x="793" y="62128"/>
                </a:lnTo>
                <a:lnTo>
                  <a:pt x="793" y="61685"/>
                </a:lnTo>
                <a:lnTo>
                  <a:pt x="793" y="61330"/>
                </a:lnTo>
                <a:lnTo>
                  <a:pt x="793" y="61063"/>
                </a:lnTo>
                <a:lnTo>
                  <a:pt x="1110" y="60442"/>
                </a:lnTo>
                <a:lnTo>
                  <a:pt x="1110" y="59998"/>
                </a:lnTo>
                <a:lnTo>
                  <a:pt x="1110" y="59821"/>
                </a:lnTo>
                <a:lnTo>
                  <a:pt x="1110" y="59377"/>
                </a:lnTo>
                <a:lnTo>
                  <a:pt x="1110" y="58933"/>
                </a:lnTo>
                <a:lnTo>
                  <a:pt x="1586" y="58756"/>
                </a:lnTo>
                <a:lnTo>
                  <a:pt x="1586" y="58312"/>
                </a:lnTo>
                <a:lnTo>
                  <a:pt x="1586" y="57868"/>
                </a:lnTo>
                <a:lnTo>
                  <a:pt x="1586" y="57602"/>
                </a:lnTo>
                <a:lnTo>
                  <a:pt x="1904" y="56981"/>
                </a:lnTo>
                <a:lnTo>
                  <a:pt x="1904" y="56537"/>
                </a:lnTo>
                <a:lnTo>
                  <a:pt x="1904" y="56359"/>
                </a:lnTo>
                <a:lnTo>
                  <a:pt x="1904" y="55916"/>
                </a:lnTo>
                <a:lnTo>
                  <a:pt x="1904" y="55472"/>
                </a:lnTo>
                <a:lnTo>
                  <a:pt x="1904" y="55294"/>
                </a:lnTo>
                <a:lnTo>
                  <a:pt x="1904" y="54850"/>
                </a:lnTo>
                <a:lnTo>
                  <a:pt x="1904" y="54407"/>
                </a:lnTo>
                <a:lnTo>
                  <a:pt x="1904" y="53963"/>
                </a:lnTo>
                <a:lnTo>
                  <a:pt x="1904" y="53785"/>
                </a:lnTo>
                <a:lnTo>
                  <a:pt x="2380" y="53342"/>
                </a:lnTo>
                <a:lnTo>
                  <a:pt x="2380" y="52898"/>
                </a:lnTo>
                <a:lnTo>
                  <a:pt x="2380" y="52543"/>
                </a:lnTo>
                <a:lnTo>
                  <a:pt x="2380" y="52099"/>
                </a:lnTo>
                <a:lnTo>
                  <a:pt x="2380" y="51655"/>
                </a:lnTo>
                <a:lnTo>
                  <a:pt x="2697" y="51389"/>
                </a:lnTo>
                <a:lnTo>
                  <a:pt x="2697" y="51034"/>
                </a:lnTo>
                <a:lnTo>
                  <a:pt x="2697" y="50590"/>
                </a:lnTo>
                <a:lnTo>
                  <a:pt x="2697" y="50324"/>
                </a:lnTo>
                <a:lnTo>
                  <a:pt x="3015" y="49969"/>
                </a:lnTo>
                <a:lnTo>
                  <a:pt x="3015" y="49525"/>
                </a:lnTo>
                <a:lnTo>
                  <a:pt x="3015" y="49259"/>
                </a:lnTo>
                <a:lnTo>
                  <a:pt x="3015" y="48815"/>
                </a:lnTo>
                <a:lnTo>
                  <a:pt x="3015" y="48460"/>
                </a:lnTo>
                <a:lnTo>
                  <a:pt x="3491" y="48194"/>
                </a:lnTo>
                <a:lnTo>
                  <a:pt x="3491" y="47750"/>
                </a:lnTo>
                <a:lnTo>
                  <a:pt x="3491" y="47395"/>
                </a:lnTo>
                <a:lnTo>
                  <a:pt x="3491" y="46951"/>
                </a:lnTo>
                <a:lnTo>
                  <a:pt x="3491" y="46685"/>
                </a:lnTo>
                <a:lnTo>
                  <a:pt x="3808" y="46241"/>
                </a:lnTo>
                <a:lnTo>
                  <a:pt x="3808" y="45886"/>
                </a:lnTo>
                <a:lnTo>
                  <a:pt x="3808" y="45620"/>
                </a:lnTo>
                <a:lnTo>
                  <a:pt x="3808" y="45176"/>
                </a:lnTo>
                <a:lnTo>
                  <a:pt x="3808" y="44821"/>
                </a:lnTo>
                <a:lnTo>
                  <a:pt x="4284" y="44555"/>
                </a:lnTo>
                <a:lnTo>
                  <a:pt x="4284" y="44111"/>
                </a:lnTo>
                <a:lnTo>
                  <a:pt x="4284" y="43667"/>
                </a:lnTo>
                <a:lnTo>
                  <a:pt x="4284" y="43490"/>
                </a:lnTo>
                <a:lnTo>
                  <a:pt x="4284" y="43046"/>
                </a:lnTo>
                <a:lnTo>
                  <a:pt x="4284" y="42602"/>
                </a:lnTo>
                <a:lnTo>
                  <a:pt x="4284" y="42247"/>
                </a:lnTo>
                <a:lnTo>
                  <a:pt x="4284" y="41981"/>
                </a:lnTo>
                <a:lnTo>
                  <a:pt x="4284" y="41537"/>
                </a:lnTo>
                <a:lnTo>
                  <a:pt x="4601" y="41093"/>
                </a:lnTo>
                <a:lnTo>
                  <a:pt x="4601" y="40916"/>
                </a:lnTo>
                <a:lnTo>
                  <a:pt x="4601" y="40472"/>
                </a:lnTo>
                <a:lnTo>
                  <a:pt x="4601" y="40028"/>
                </a:lnTo>
                <a:lnTo>
                  <a:pt x="4601" y="39851"/>
                </a:lnTo>
                <a:lnTo>
                  <a:pt x="4919" y="39407"/>
                </a:lnTo>
                <a:lnTo>
                  <a:pt x="4919" y="39229"/>
                </a:lnTo>
                <a:lnTo>
                  <a:pt x="4919" y="38786"/>
                </a:lnTo>
                <a:lnTo>
                  <a:pt x="4919" y="38519"/>
                </a:lnTo>
                <a:lnTo>
                  <a:pt x="4919" y="38164"/>
                </a:lnTo>
                <a:lnTo>
                  <a:pt x="5395" y="37721"/>
                </a:lnTo>
                <a:lnTo>
                  <a:pt x="5395" y="37454"/>
                </a:lnTo>
                <a:lnTo>
                  <a:pt x="5395" y="37099"/>
                </a:lnTo>
                <a:lnTo>
                  <a:pt x="5395" y="36656"/>
                </a:lnTo>
                <a:lnTo>
                  <a:pt x="5712" y="36389"/>
                </a:lnTo>
                <a:lnTo>
                  <a:pt x="5712" y="35946"/>
                </a:lnTo>
                <a:lnTo>
                  <a:pt x="5712" y="35591"/>
                </a:lnTo>
                <a:lnTo>
                  <a:pt x="5712" y="35147"/>
                </a:lnTo>
                <a:lnTo>
                  <a:pt x="6188" y="34703"/>
                </a:lnTo>
                <a:lnTo>
                  <a:pt x="6188" y="34259"/>
                </a:lnTo>
                <a:lnTo>
                  <a:pt x="6188" y="34082"/>
                </a:lnTo>
                <a:lnTo>
                  <a:pt x="6188" y="33638"/>
                </a:lnTo>
                <a:lnTo>
                  <a:pt x="6188" y="33194"/>
                </a:lnTo>
                <a:lnTo>
                  <a:pt x="6188" y="32750"/>
                </a:lnTo>
                <a:lnTo>
                  <a:pt x="6188" y="32573"/>
                </a:lnTo>
                <a:lnTo>
                  <a:pt x="6188" y="32307"/>
                </a:lnTo>
                <a:lnTo>
                  <a:pt x="6188" y="31952"/>
                </a:lnTo>
                <a:lnTo>
                  <a:pt x="6188" y="31685"/>
                </a:lnTo>
                <a:lnTo>
                  <a:pt x="6506" y="31241"/>
                </a:lnTo>
                <a:lnTo>
                  <a:pt x="6506" y="30886"/>
                </a:lnTo>
                <a:lnTo>
                  <a:pt x="6506" y="30443"/>
                </a:lnTo>
                <a:lnTo>
                  <a:pt x="6506" y="30176"/>
                </a:lnTo>
                <a:lnTo>
                  <a:pt x="6982" y="29999"/>
                </a:lnTo>
                <a:lnTo>
                  <a:pt x="6982" y="29555"/>
                </a:lnTo>
                <a:lnTo>
                  <a:pt x="6982" y="29378"/>
                </a:lnTo>
                <a:lnTo>
                  <a:pt x="6982" y="28934"/>
                </a:lnTo>
                <a:lnTo>
                  <a:pt x="6982" y="28490"/>
                </a:lnTo>
                <a:lnTo>
                  <a:pt x="7299" y="28046"/>
                </a:lnTo>
                <a:lnTo>
                  <a:pt x="7299" y="27602"/>
                </a:lnTo>
                <a:lnTo>
                  <a:pt x="7299" y="27159"/>
                </a:lnTo>
                <a:lnTo>
                  <a:pt x="7299" y="26981"/>
                </a:lnTo>
                <a:lnTo>
                  <a:pt x="7616" y="26537"/>
                </a:lnTo>
                <a:lnTo>
                  <a:pt x="7616" y="26360"/>
                </a:lnTo>
                <a:lnTo>
                  <a:pt x="7616" y="25916"/>
                </a:lnTo>
                <a:lnTo>
                  <a:pt x="7616" y="25739"/>
                </a:lnTo>
                <a:lnTo>
                  <a:pt x="7616" y="25295"/>
                </a:lnTo>
                <a:lnTo>
                  <a:pt x="8093" y="24851"/>
                </a:lnTo>
                <a:lnTo>
                  <a:pt x="8093" y="24585"/>
                </a:lnTo>
                <a:lnTo>
                  <a:pt x="8093" y="24407"/>
                </a:lnTo>
                <a:lnTo>
                  <a:pt x="8093" y="23964"/>
                </a:lnTo>
                <a:lnTo>
                  <a:pt x="8093" y="23520"/>
                </a:lnTo>
                <a:lnTo>
                  <a:pt x="8410" y="23342"/>
                </a:lnTo>
                <a:lnTo>
                  <a:pt x="8410" y="23165"/>
                </a:lnTo>
                <a:lnTo>
                  <a:pt x="8410" y="22721"/>
                </a:lnTo>
                <a:lnTo>
                  <a:pt x="8410" y="22277"/>
                </a:lnTo>
                <a:lnTo>
                  <a:pt x="8410" y="21833"/>
                </a:lnTo>
                <a:lnTo>
                  <a:pt x="8410" y="21390"/>
                </a:lnTo>
                <a:lnTo>
                  <a:pt x="8410" y="20946"/>
                </a:lnTo>
                <a:lnTo>
                  <a:pt x="8886" y="20591"/>
                </a:lnTo>
                <a:lnTo>
                  <a:pt x="8886" y="20147"/>
                </a:lnTo>
                <a:lnTo>
                  <a:pt x="8886" y="19881"/>
                </a:lnTo>
                <a:lnTo>
                  <a:pt x="8886" y="19703"/>
                </a:lnTo>
                <a:lnTo>
                  <a:pt x="8886" y="19259"/>
                </a:lnTo>
                <a:lnTo>
                  <a:pt x="9203" y="18816"/>
                </a:lnTo>
                <a:lnTo>
                  <a:pt x="9203" y="18638"/>
                </a:lnTo>
                <a:lnTo>
                  <a:pt x="9203" y="18372"/>
                </a:lnTo>
                <a:lnTo>
                  <a:pt x="9203" y="18017"/>
                </a:lnTo>
                <a:lnTo>
                  <a:pt x="9203" y="17573"/>
                </a:lnTo>
                <a:lnTo>
                  <a:pt x="9521" y="17573"/>
                </a:lnTo>
                <a:lnTo>
                  <a:pt x="9521" y="17129"/>
                </a:lnTo>
                <a:lnTo>
                  <a:pt x="9521" y="16686"/>
                </a:lnTo>
                <a:lnTo>
                  <a:pt x="9521" y="16508"/>
                </a:lnTo>
                <a:lnTo>
                  <a:pt x="9997" y="16242"/>
                </a:lnTo>
                <a:lnTo>
                  <a:pt x="9997" y="15798"/>
                </a:lnTo>
                <a:lnTo>
                  <a:pt x="9997" y="15620"/>
                </a:lnTo>
                <a:lnTo>
                  <a:pt x="9997" y="15177"/>
                </a:lnTo>
                <a:lnTo>
                  <a:pt x="9997" y="14999"/>
                </a:lnTo>
                <a:lnTo>
                  <a:pt x="10314" y="14733"/>
                </a:lnTo>
                <a:lnTo>
                  <a:pt x="10314" y="14289"/>
                </a:lnTo>
                <a:lnTo>
                  <a:pt x="10314" y="13934"/>
                </a:lnTo>
                <a:lnTo>
                  <a:pt x="10314" y="13490"/>
                </a:lnTo>
                <a:lnTo>
                  <a:pt x="10314" y="13047"/>
                </a:lnTo>
                <a:lnTo>
                  <a:pt x="10314" y="12869"/>
                </a:lnTo>
                <a:lnTo>
                  <a:pt x="10314" y="12603"/>
                </a:lnTo>
                <a:lnTo>
                  <a:pt x="10314" y="12159"/>
                </a:lnTo>
                <a:lnTo>
                  <a:pt x="10314" y="11982"/>
                </a:lnTo>
                <a:lnTo>
                  <a:pt x="10790" y="11538"/>
                </a:lnTo>
                <a:lnTo>
                  <a:pt x="10790" y="11094"/>
                </a:lnTo>
                <a:lnTo>
                  <a:pt x="10790" y="10650"/>
                </a:lnTo>
                <a:lnTo>
                  <a:pt x="11108" y="10473"/>
                </a:lnTo>
                <a:lnTo>
                  <a:pt x="11108" y="10295"/>
                </a:lnTo>
                <a:lnTo>
                  <a:pt x="11108" y="10029"/>
                </a:lnTo>
                <a:lnTo>
                  <a:pt x="11108" y="9585"/>
                </a:lnTo>
                <a:lnTo>
                  <a:pt x="11108" y="9230"/>
                </a:lnTo>
                <a:lnTo>
                  <a:pt x="11584" y="9230"/>
                </a:lnTo>
                <a:lnTo>
                  <a:pt x="11584" y="8786"/>
                </a:lnTo>
                <a:lnTo>
                  <a:pt x="11584" y="8520"/>
                </a:lnTo>
                <a:lnTo>
                  <a:pt x="11584" y="8076"/>
                </a:lnTo>
                <a:lnTo>
                  <a:pt x="11584" y="7899"/>
                </a:lnTo>
                <a:lnTo>
                  <a:pt x="11901" y="7721"/>
                </a:lnTo>
                <a:lnTo>
                  <a:pt x="11901" y="7277"/>
                </a:lnTo>
                <a:lnTo>
                  <a:pt x="11901" y="7011"/>
                </a:lnTo>
                <a:lnTo>
                  <a:pt x="11901" y="6834"/>
                </a:lnTo>
                <a:lnTo>
                  <a:pt x="11901" y="6656"/>
                </a:lnTo>
                <a:lnTo>
                  <a:pt x="12218" y="6212"/>
                </a:lnTo>
                <a:lnTo>
                  <a:pt x="12218" y="5946"/>
                </a:lnTo>
                <a:lnTo>
                  <a:pt x="12218" y="5769"/>
                </a:lnTo>
                <a:lnTo>
                  <a:pt x="12218" y="5325"/>
                </a:lnTo>
                <a:lnTo>
                  <a:pt x="12218" y="5147"/>
                </a:lnTo>
                <a:lnTo>
                  <a:pt x="12218" y="4704"/>
                </a:lnTo>
                <a:lnTo>
                  <a:pt x="12218" y="4437"/>
                </a:lnTo>
                <a:lnTo>
                  <a:pt x="12218" y="4260"/>
                </a:lnTo>
                <a:lnTo>
                  <a:pt x="12218" y="4082"/>
                </a:lnTo>
                <a:lnTo>
                  <a:pt x="12694" y="3638"/>
                </a:lnTo>
                <a:lnTo>
                  <a:pt x="12694" y="3372"/>
                </a:lnTo>
                <a:lnTo>
                  <a:pt x="12694" y="3195"/>
                </a:lnTo>
                <a:lnTo>
                  <a:pt x="12694" y="2928"/>
                </a:lnTo>
                <a:lnTo>
                  <a:pt x="12694" y="2573"/>
                </a:lnTo>
                <a:lnTo>
                  <a:pt x="13012" y="2307"/>
                </a:lnTo>
                <a:lnTo>
                  <a:pt x="13012" y="2130"/>
                </a:lnTo>
                <a:lnTo>
                  <a:pt x="13012" y="1863"/>
                </a:lnTo>
                <a:lnTo>
                  <a:pt x="13012" y="1508"/>
                </a:lnTo>
                <a:lnTo>
                  <a:pt x="13012" y="1242"/>
                </a:lnTo>
                <a:lnTo>
                  <a:pt x="13488" y="798"/>
                </a:lnTo>
                <a:lnTo>
                  <a:pt x="13488" y="621"/>
                </a:lnTo>
                <a:lnTo>
                  <a:pt x="13488" y="177"/>
                </a:lnTo>
                <a:lnTo>
                  <a:pt x="13805" y="0"/>
                </a:lnTo>
              </a:path>
            </a:pathLst>
          </a:custGeom>
          <a:ln w="1918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015159" y="2484307"/>
            <a:ext cx="13488" cy="36922"/>
          </a:xfrm>
          <a:custGeom>
            <a:avLst/>
            <a:gdLst/>
            <a:ahLst/>
            <a:cxnLst/>
            <a:rect l="l" t="t" r="r" b="b"/>
            <a:pathLst>
              <a:path w="13488" h="36922">
                <a:moveTo>
                  <a:pt x="0" y="36922"/>
                </a:moveTo>
                <a:lnTo>
                  <a:pt x="0" y="36656"/>
                </a:lnTo>
                <a:lnTo>
                  <a:pt x="0" y="36478"/>
                </a:lnTo>
                <a:lnTo>
                  <a:pt x="0" y="36034"/>
                </a:lnTo>
                <a:lnTo>
                  <a:pt x="0" y="35857"/>
                </a:lnTo>
                <a:lnTo>
                  <a:pt x="317" y="35413"/>
                </a:lnTo>
                <a:lnTo>
                  <a:pt x="317" y="35147"/>
                </a:lnTo>
                <a:lnTo>
                  <a:pt x="317" y="34703"/>
                </a:lnTo>
                <a:lnTo>
                  <a:pt x="317" y="34525"/>
                </a:lnTo>
                <a:lnTo>
                  <a:pt x="793" y="34348"/>
                </a:lnTo>
                <a:lnTo>
                  <a:pt x="793" y="34082"/>
                </a:lnTo>
                <a:lnTo>
                  <a:pt x="793" y="33638"/>
                </a:lnTo>
                <a:lnTo>
                  <a:pt x="793" y="33460"/>
                </a:lnTo>
                <a:lnTo>
                  <a:pt x="793" y="33283"/>
                </a:lnTo>
                <a:lnTo>
                  <a:pt x="793" y="33017"/>
                </a:lnTo>
                <a:lnTo>
                  <a:pt x="793" y="32839"/>
                </a:lnTo>
                <a:lnTo>
                  <a:pt x="793" y="32395"/>
                </a:lnTo>
                <a:lnTo>
                  <a:pt x="793" y="32129"/>
                </a:lnTo>
                <a:lnTo>
                  <a:pt x="1110" y="31952"/>
                </a:lnTo>
                <a:lnTo>
                  <a:pt x="1110" y="31774"/>
                </a:lnTo>
                <a:lnTo>
                  <a:pt x="1110" y="31508"/>
                </a:lnTo>
                <a:lnTo>
                  <a:pt x="1110" y="31330"/>
                </a:lnTo>
                <a:lnTo>
                  <a:pt x="1110" y="30886"/>
                </a:lnTo>
                <a:lnTo>
                  <a:pt x="1586" y="30709"/>
                </a:lnTo>
                <a:lnTo>
                  <a:pt x="1586" y="30265"/>
                </a:lnTo>
                <a:lnTo>
                  <a:pt x="1586" y="29999"/>
                </a:lnTo>
                <a:lnTo>
                  <a:pt x="1586" y="29821"/>
                </a:lnTo>
                <a:lnTo>
                  <a:pt x="1904" y="29555"/>
                </a:lnTo>
                <a:lnTo>
                  <a:pt x="1904" y="29378"/>
                </a:lnTo>
                <a:lnTo>
                  <a:pt x="1904" y="29200"/>
                </a:lnTo>
                <a:lnTo>
                  <a:pt x="1904" y="28756"/>
                </a:lnTo>
                <a:lnTo>
                  <a:pt x="1904" y="28490"/>
                </a:lnTo>
                <a:lnTo>
                  <a:pt x="2380" y="28313"/>
                </a:lnTo>
                <a:lnTo>
                  <a:pt x="2380" y="28135"/>
                </a:lnTo>
                <a:lnTo>
                  <a:pt x="2380" y="27869"/>
                </a:lnTo>
                <a:lnTo>
                  <a:pt x="2380" y="27691"/>
                </a:lnTo>
                <a:lnTo>
                  <a:pt x="2697" y="27247"/>
                </a:lnTo>
                <a:lnTo>
                  <a:pt x="2697" y="26981"/>
                </a:lnTo>
                <a:lnTo>
                  <a:pt x="2697" y="26626"/>
                </a:lnTo>
                <a:lnTo>
                  <a:pt x="2697" y="26360"/>
                </a:lnTo>
                <a:lnTo>
                  <a:pt x="2697" y="26182"/>
                </a:lnTo>
                <a:lnTo>
                  <a:pt x="2697" y="25916"/>
                </a:lnTo>
                <a:lnTo>
                  <a:pt x="2697" y="25739"/>
                </a:lnTo>
                <a:lnTo>
                  <a:pt x="2697" y="25561"/>
                </a:lnTo>
                <a:lnTo>
                  <a:pt x="2697" y="25295"/>
                </a:lnTo>
                <a:lnTo>
                  <a:pt x="3015" y="25117"/>
                </a:lnTo>
                <a:lnTo>
                  <a:pt x="3015" y="24851"/>
                </a:lnTo>
                <a:lnTo>
                  <a:pt x="3015" y="24674"/>
                </a:lnTo>
                <a:lnTo>
                  <a:pt x="3015" y="24407"/>
                </a:lnTo>
                <a:lnTo>
                  <a:pt x="3015" y="24230"/>
                </a:lnTo>
                <a:lnTo>
                  <a:pt x="3491" y="23786"/>
                </a:lnTo>
                <a:lnTo>
                  <a:pt x="3491" y="23608"/>
                </a:lnTo>
                <a:lnTo>
                  <a:pt x="3491" y="23342"/>
                </a:lnTo>
                <a:lnTo>
                  <a:pt x="3808" y="23165"/>
                </a:lnTo>
                <a:lnTo>
                  <a:pt x="3808" y="22721"/>
                </a:lnTo>
                <a:lnTo>
                  <a:pt x="3808" y="22543"/>
                </a:lnTo>
                <a:lnTo>
                  <a:pt x="3808" y="22277"/>
                </a:lnTo>
                <a:lnTo>
                  <a:pt x="4284" y="21922"/>
                </a:lnTo>
                <a:lnTo>
                  <a:pt x="4284" y="21656"/>
                </a:lnTo>
                <a:lnTo>
                  <a:pt x="4284" y="21478"/>
                </a:lnTo>
                <a:lnTo>
                  <a:pt x="4284" y="21212"/>
                </a:lnTo>
                <a:lnTo>
                  <a:pt x="4601" y="21035"/>
                </a:lnTo>
                <a:lnTo>
                  <a:pt x="4601" y="20591"/>
                </a:lnTo>
                <a:lnTo>
                  <a:pt x="4601" y="20413"/>
                </a:lnTo>
                <a:lnTo>
                  <a:pt x="4601" y="20147"/>
                </a:lnTo>
                <a:lnTo>
                  <a:pt x="4919" y="19970"/>
                </a:lnTo>
                <a:lnTo>
                  <a:pt x="4919" y="19703"/>
                </a:lnTo>
                <a:lnTo>
                  <a:pt x="4919" y="19348"/>
                </a:lnTo>
                <a:lnTo>
                  <a:pt x="4919" y="19082"/>
                </a:lnTo>
                <a:lnTo>
                  <a:pt x="4919" y="18904"/>
                </a:lnTo>
                <a:lnTo>
                  <a:pt x="4919" y="18638"/>
                </a:lnTo>
                <a:lnTo>
                  <a:pt x="4919" y="18461"/>
                </a:lnTo>
                <a:lnTo>
                  <a:pt x="4919" y="18194"/>
                </a:lnTo>
                <a:lnTo>
                  <a:pt x="5395" y="18017"/>
                </a:lnTo>
                <a:lnTo>
                  <a:pt x="5395" y="17839"/>
                </a:lnTo>
                <a:lnTo>
                  <a:pt x="5395" y="17573"/>
                </a:lnTo>
                <a:lnTo>
                  <a:pt x="5395" y="17396"/>
                </a:lnTo>
                <a:lnTo>
                  <a:pt x="5395" y="17129"/>
                </a:lnTo>
                <a:lnTo>
                  <a:pt x="5712" y="16952"/>
                </a:lnTo>
                <a:lnTo>
                  <a:pt x="5712" y="16774"/>
                </a:lnTo>
                <a:lnTo>
                  <a:pt x="5712" y="16508"/>
                </a:lnTo>
                <a:lnTo>
                  <a:pt x="5712" y="16331"/>
                </a:lnTo>
                <a:lnTo>
                  <a:pt x="6188" y="16064"/>
                </a:lnTo>
                <a:lnTo>
                  <a:pt x="6188" y="15887"/>
                </a:lnTo>
                <a:lnTo>
                  <a:pt x="6188" y="15620"/>
                </a:lnTo>
                <a:lnTo>
                  <a:pt x="6188" y="15443"/>
                </a:lnTo>
                <a:lnTo>
                  <a:pt x="6506" y="15443"/>
                </a:lnTo>
                <a:lnTo>
                  <a:pt x="6506" y="14999"/>
                </a:lnTo>
                <a:lnTo>
                  <a:pt x="6506" y="14822"/>
                </a:lnTo>
                <a:lnTo>
                  <a:pt x="6506" y="14555"/>
                </a:lnTo>
                <a:lnTo>
                  <a:pt x="6506" y="14378"/>
                </a:lnTo>
                <a:lnTo>
                  <a:pt x="6982" y="14200"/>
                </a:lnTo>
                <a:lnTo>
                  <a:pt x="6982" y="13934"/>
                </a:lnTo>
                <a:lnTo>
                  <a:pt x="6982" y="13757"/>
                </a:lnTo>
                <a:lnTo>
                  <a:pt x="6982" y="13490"/>
                </a:lnTo>
                <a:lnTo>
                  <a:pt x="6982" y="13313"/>
                </a:lnTo>
                <a:lnTo>
                  <a:pt x="6982" y="13047"/>
                </a:lnTo>
                <a:lnTo>
                  <a:pt x="6982" y="12869"/>
                </a:lnTo>
                <a:lnTo>
                  <a:pt x="6982" y="12692"/>
                </a:lnTo>
                <a:lnTo>
                  <a:pt x="7299" y="12425"/>
                </a:lnTo>
                <a:lnTo>
                  <a:pt x="7299" y="12248"/>
                </a:lnTo>
                <a:lnTo>
                  <a:pt x="7299" y="11982"/>
                </a:lnTo>
                <a:lnTo>
                  <a:pt x="7299" y="11804"/>
                </a:lnTo>
                <a:lnTo>
                  <a:pt x="7616" y="11804"/>
                </a:lnTo>
                <a:lnTo>
                  <a:pt x="7616" y="11626"/>
                </a:lnTo>
                <a:lnTo>
                  <a:pt x="7616" y="11360"/>
                </a:lnTo>
                <a:lnTo>
                  <a:pt x="7616" y="11183"/>
                </a:lnTo>
                <a:lnTo>
                  <a:pt x="8093" y="10916"/>
                </a:lnTo>
                <a:lnTo>
                  <a:pt x="8093" y="10739"/>
                </a:lnTo>
                <a:lnTo>
                  <a:pt x="8093" y="10473"/>
                </a:lnTo>
                <a:lnTo>
                  <a:pt x="8093" y="10295"/>
                </a:lnTo>
                <a:lnTo>
                  <a:pt x="8410" y="10118"/>
                </a:lnTo>
                <a:lnTo>
                  <a:pt x="8410" y="9851"/>
                </a:lnTo>
                <a:lnTo>
                  <a:pt x="8410" y="9674"/>
                </a:lnTo>
                <a:lnTo>
                  <a:pt x="8410" y="9408"/>
                </a:lnTo>
                <a:lnTo>
                  <a:pt x="8886" y="9230"/>
                </a:lnTo>
                <a:lnTo>
                  <a:pt x="8886" y="9053"/>
                </a:lnTo>
                <a:lnTo>
                  <a:pt x="8886" y="8786"/>
                </a:lnTo>
                <a:lnTo>
                  <a:pt x="9203" y="8609"/>
                </a:lnTo>
                <a:lnTo>
                  <a:pt x="9203" y="8343"/>
                </a:lnTo>
                <a:lnTo>
                  <a:pt x="9203" y="8165"/>
                </a:lnTo>
                <a:lnTo>
                  <a:pt x="9203" y="7899"/>
                </a:lnTo>
                <a:lnTo>
                  <a:pt x="9203" y="7721"/>
                </a:lnTo>
                <a:lnTo>
                  <a:pt x="9203" y="7544"/>
                </a:lnTo>
                <a:lnTo>
                  <a:pt x="9203" y="7277"/>
                </a:lnTo>
                <a:lnTo>
                  <a:pt x="9203" y="7100"/>
                </a:lnTo>
                <a:lnTo>
                  <a:pt x="9521" y="7100"/>
                </a:lnTo>
                <a:lnTo>
                  <a:pt x="9521" y="6834"/>
                </a:lnTo>
                <a:lnTo>
                  <a:pt x="9521" y="6656"/>
                </a:lnTo>
                <a:lnTo>
                  <a:pt x="9521" y="6479"/>
                </a:lnTo>
                <a:lnTo>
                  <a:pt x="9997" y="6212"/>
                </a:lnTo>
                <a:lnTo>
                  <a:pt x="9997" y="6035"/>
                </a:lnTo>
                <a:lnTo>
                  <a:pt x="10314" y="5769"/>
                </a:lnTo>
                <a:lnTo>
                  <a:pt x="10314" y="5591"/>
                </a:lnTo>
                <a:lnTo>
                  <a:pt x="10314" y="5325"/>
                </a:lnTo>
                <a:lnTo>
                  <a:pt x="10314" y="5147"/>
                </a:lnTo>
                <a:lnTo>
                  <a:pt x="10790" y="4970"/>
                </a:lnTo>
                <a:lnTo>
                  <a:pt x="10790" y="4704"/>
                </a:lnTo>
                <a:lnTo>
                  <a:pt x="10790" y="4526"/>
                </a:lnTo>
                <a:lnTo>
                  <a:pt x="11108" y="4260"/>
                </a:lnTo>
                <a:lnTo>
                  <a:pt x="11108" y="4082"/>
                </a:lnTo>
                <a:lnTo>
                  <a:pt x="11108" y="3905"/>
                </a:lnTo>
                <a:lnTo>
                  <a:pt x="11108" y="3638"/>
                </a:lnTo>
                <a:lnTo>
                  <a:pt x="11108" y="3461"/>
                </a:lnTo>
                <a:lnTo>
                  <a:pt x="11425" y="3195"/>
                </a:lnTo>
                <a:lnTo>
                  <a:pt x="11425" y="3017"/>
                </a:lnTo>
                <a:lnTo>
                  <a:pt x="11425" y="2751"/>
                </a:lnTo>
                <a:lnTo>
                  <a:pt x="11425" y="2573"/>
                </a:lnTo>
                <a:lnTo>
                  <a:pt x="11901" y="2573"/>
                </a:lnTo>
                <a:lnTo>
                  <a:pt x="11901" y="2396"/>
                </a:lnTo>
                <a:lnTo>
                  <a:pt x="11901" y="2130"/>
                </a:lnTo>
                <a:lnTo>
                  <a:pt x="12218" y="1952"/>
                </a:lnTo>
                <a:lnTo>
                  <a:pt x="12218" y="1686"/>
                </a:lnTo>
                <a:lnTo>
                  <a:pt x="12218" y="1508"/>
                </a:lnTo>
                <a:lnTo>
                  <a:pt x="12694" y="1331"/>
                </a:lnTo>
                <a:lnTo>
                  <a:pt x="12694" y="1065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621"/>
                </a:lnTo>
                <a:lnTo>
                  <a:pt x="13012" y="443"/>
                </a:lnTo>
                <a:lnTo>
                  <a:pt x="13488" y="443"/>
                </a:lnTo>
                <a:lnTo>
                  <a:pt x="13488" y="177"/>
                </a:lnTo>
                <a:lnTo>
                  <a:pt x="13488" y="0"/>
                </a:lnTo>
              </a:path>
            </a:pathLst>
          </a:custGeom>
          <a:ln w="18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028647" y="2478272"/>
            <a:ext cx="13329" cy="6035"/>
          </a:xfrm>
          <a:custGeom>
            <a:avLst/>
            <a:gdLst/>
            <a:ahLst/>
            <a:cxnLst/>
            <a:rect l="l" t="t" r="r" b="b"/>
            <a:pathLst>
              <a:path w="13329" h="6035">
                <a:moveTo>
                  <a:pt x="0" y="6035"/>
                </a:moveTo>
                <a:lnTo>
                  <a:pt x="0" y="5857"/>
                </a:lnTo>
                <a:lnTo>
                  <a:pt x="0" y="5591"/>
                </a:lnTo>
                <a:lnTo>
                  <a:pt x="0" y="5414"/>
                </a:lnTo>
                <a:lnTo>
                  <a:pt x="317" y="5414"/>
                </a:lnTo>
                <a:lnTo>
                  <a:pt x="317" y="5147"/>
                </a:lnTo>
                <a:lnTo>
                  <a:pt x="317" y="4970"/>
                </a:lnTo>
                <a:lnTo>
                  <a:pt x="634" y="4970"/>
                </a:lnTo>
                <a:lnTo>
                  <a:pt x="634" y="4792"/>
                </a:lnTo>
                <a:lnTo>
                  <a:pt x="1110" y="4526"/>
                </a:lnTo>
                <a:lnTo>
                  <a:pt x="1110" y="4349"/>
                </a:lnTo>
                <a:lnTo>
                  <a:pt x="1110" y="4082"/>
                </a:lnTo>
                <a:lnTo>
                  <a:pt x="1428" y="4082"/>
                </a:lnTo>
                <a:lnTo>
                  <a:pt x="1428" y="3905"/>
                </a:lnTo>
                <a:lnTo>
                  <a:pt x="1428" y="3727"/>
                </a:lnTo>
                <a:lnTo>
                  <a:pt x="1428" y="3727"/>
                </a:lnTo>
                <a:lnTo>
                  <a:pt x="1904" y="3727"/>
                </a:lnTo>
                <a:lnTo>
                  <a:pt x="1904" y="3017"/>
                </a:lnTo>
                <a:lnTo>
                  <a:pt x="2221" y="3017"/>
                </a:lnTo>
                <a:lnTo>
                  <a:pt x="2221" y="2840"/>
                </a:lnTo>
                <a:lnTo>
                  <a:pt x="2221" y="2573"/>
                </a:lnTo>
                <a:lnTo>
                  <a:pt x="2538" y="2573"/>
                </a:lnTo>
                <a:lnTo>
                  <a:pt x="2538" y="2396"/>
                </a:lnTo>
                <a:lnTo>
                  <a:pt x="3015" y="2396"/>
                </a:lnTo>
                <a:lnTo>
                  <a:pt x="3015" y="2218"/>
                </a:lnTo>
                <a:lnTo>
                  <a:pt x="3332" y="1952"/>
                </a:lnTo>
                <a:lnTo>
                  <a:pt x="3332" y="1775"/>
                </a:lnTo>
                <a:lnTo>
                  <a:pt x="3808" y="1775"/>
                </a:lnTo>
                <a:lnTo>
                  <a:pt x="3808" y="1331"/>
                </a:lnTo>
                <a:lnTo>
                  <a:pt x="4125" y="1331"/>
                </a:lnTo>
                <a:lnTo>
                  <a:pt x="4125" y="1153"/>
                </a:lnTo>
                <a:lnTo>
                  <a:pt x="4601" y="1153"/>
                </a:lnTo>
                <a:lnTo>
                  <a:pt x="4601" y="887"/>
                </a:lnTo>
                <a:lnTo>
                  <a:pt x="4919" y="887"/>
                </a:lnTo>
                <a:lnTo>
                  <a:pt x="4919" y="710"/>
                </a:lnTo>
                <a:lnTo>
                  <a:pt x="5236" y="710"/>
                </a:lnTo>
                <a:lnTo>
                  <a:pt x="5236" y="443"/>
                </a:lnTo>
                <a:lnTo>
                  <a:pt x="5712" y="443"/>
                </a:lnTo>
                <a:lnTo>
                  <a:pt x="5712" y="266"/>
                </a:lnTo>
                <a:lnTo>
                  <a:pt x="6030" y="266"/>
                </a:lnTo>
                <a:lnTo>
                  <a:pt x="6506" y="266"/>
                </a:lnTo>
                <a:lnTo>
                  <a:pt x="6823" y="0"/>
                </a:lnTo>
                <a:lnTo>
                  <a:pt x="7140" y="0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8727" y="266"/>
                </a:lnTo>
                <a:lnTo>
                  <a:pt x="9203" y="266"/>
                </a:lnTo>
                <a:lnTo>
                  <a:pt x="9521" y="266"/>
                </a:lnTo>
                <a:lnTo>
                  <a:pt x="9838" y="266"/>
                </a:lnTo>
                <a:lnTo>
                  <a:pt x="10314" y="266"/>
                </a:lnTo>
                <a:lnTo>
                  <a:pt x="10314" y="443"/>
                </a:lnTo>
                <a:lnTo>
                  <a:pt x="10314" y="710"/>
                </a:lnTo>
                <a:lnTo>
                  <a:pt x="10631" y="710"/>
                </a:lnTo>
                <a:lnTo>
                  <a:pt x="10631" y="887"/>
                </a:lnTo>
                <a:lnTo>
                  <a:pt x="11108" y="887"/>
                </a:lnTo>
                <a:lnTo>
                  <a:pt x="11108" y="1153"/>
                </a:lnTo>
                <a:lnTo>
                  <a:pt x="11425" y="1153"/>
                </a:lnTo>
                <a:lnTo>
                  <a:pt x="11425" y="1331"/>
                </a:lnTo>
                <a:lnTo>
                  <a:pt x="11742" y="1331"/>
                </a:lnTo>
                <a:lnTo>
                  <a:pt x="11742" y="1331"/>
                </a:lnTo>
                <a:lnTo>
                  <a:pt x="11742" y="1508"/>
                </a:lnTo>
                <a:lnTo>
                  <a:pt x="12218" y="1508"/>
                </a:lnTo>
                <a:lnTo>
                  <a:pt x="12218" y="1775"/>
                </a:lnTo>
                <a:lnTo>
                  <a:pt x="12218" y="1952"/>
                </a:lnTo>
                <a:lnTo>
                  <a:pt x="12218" y="2218"/>
                </a:lnTo>
                <a:lnTo>
                  <a:pt x="12536" y="2218"/>
                </a:lnTo>
                <a:lnTo>
                  <a:pt x="12536" y="2396"/>
                </a:lnTo>
                <a:lnTo>
                  <a:pt x="12536" y="2573"/>
                </a:lnTo>
                <a:lnTo>
                  <a:pt x="13012" y="2573"/>
                </a:lnTo>
                <a:lnTo>
                  <a:pt x="13329" y="2840"/>
                </a:lnTo>
                <a:lnTo>
                  <a:pt x="13329" y="3017"/>
                </a:lnTo>
              </a:path>
            </a:pathLst>
          </a:custGeom>
          <a:ln w="123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041977" y="2481289"/>
            <a:ext cx="13488" cy="33283"/>
          </a:xfrm>
          <a:custGeom>
            <a:avLst/>
            <a:gdLst/>
            <a:ahLst/>
            <a:cxnLst/>
            <a:rect l="l" t="t" r="r" b="b"/>
            <a:pathLst>
              <a:path w="13488" h="33283">
                <a:moveTo>
                  <a:pt x="0" y="0"/>
                </a:moveTo>
                <a:lnTo>
                  <a:pt x="317" y="266"/>
                </a:lnTo>
                <a:lnTo>
                  <a:pt x="317" y="443"/>
                </a:lnTo>
                <a:lnTo>
                  <a:pt x="793" y="710"/>
                </a:lnTo>
                <a:lnTo>
                  <a:pt x="1110" y="887"/>
                </a:lnTo>
                <a:lnTo>
                  <a:pt x="1110" y="1065"/>
                </a:lnTo>
                <a:lnTo>
                  <a:pt x="1110" y="1331"/>
                </a:lnTo>
                <a:lnTo>
                  <a:pt x="1110" y="1508"/>
                </a:lnTo>
                <a:lnTo>
                  <a:pt x="1110" y="1775"/>
                </a:lnTo>
                <a:lnTo>
                  <a:pt x="1586" y="1952"/>
                </a:lnTo>
                <a:lnTo>
                  <a:pt x="1904" y="2130"/>
                </a:lnTo>
                <a:lnTo>
                  <a:pt x="1904" y="2396"/>
                </a:lnTo>
                <a:lnTo>
                  <a:pt x="1904" y="2573"/>
                </a:lnTo>
                <a:lnTo>
                  <a:pt x="2380" y="2840"/>
                </a:lnTo>
                <a:lnTo>
                  <a:pt x="2380" y="3017"/>
                </a:lnTo>
                <a:lnTo>
                  <a:pt x="2697" y="3195"/>
                </a:lnTo>
                <a:lnTo>
                  <a:pt x="2697" y="3461"/>
                </a:lnTo>
                <a:lnTo>
                  <a:pt x="2697" y="3638"/>
                </a:lnTo>
                <a:lnTo>
                  <a:pt x="3015" y="3905"/>
                </a:lnTo>
                <a:lnTo>
                  <a:pt x="3015" y="4082"/>
                </a:lnTo>
                <a:lnTo>
                  <a:pt x="3015" y="4349"/>
                </a:lnTo>
                <a:lnTo>
                  <a:pt x="3015" y="4526"/>
                </a:lnTo>
                <a:lnTo>
                  <a:pt x="3015" y="4704"/>
                </a:lnTo>
                <a:lnTo>
                  <a:pt x="3491" y="4704"/>
                </a:lnTo>
                <a:lnTo>
                  <a:pt x="3491" y="4970"/>
                </a:lnTo>
                <a:lnTo>
                  <a:pt x="3491" y="5147"/>
                </a:lnTo>
                <a:lnTo>
                  <a:pt x="3491" y="5414"/>
                </a:lnTo>
                <a:lnTo>
                  <a:pt x="3808" y="5414"/>
                </a:lnTo>
                <a:lnTo>
                  <a:pt x="3808" y="5591"/>
                </a:lnTo>
                <a:lnTo>
                  <a:pt x="3808" y="5769"/>
                </a:lnTo>
                <a:lnTo>
                  <a:pt x="3808" y="6035"/>
                </a:lnTo>
                <a:lnTo>
                  <a:pt x="4284" y="6035"/>
                </a:lnTo>
                <a:lnTo>
                  <a:pt x="4284" y="6212"/>
                </a:lnTo>
                <a:lnTo>
                  <a:pt x="4284" y="6479"/>
                </a:lnTo>
                <a:lnTo>
                  <a:pt x="4284" y="6656"/>
                </a:lnTo>
                <a:lnTo>
                  <a:pt x="4601" y="6656"/>
                </a:lnTo>
                <a:lnTo>
                  <a:pt x="4601" y="6922"/>
                </a:lnTo>
                <a:lnTo>
                  <a:pt x="4601" y="7100"/>
                </a:lnTo>
                <a:lnTo>
                  <a:pt x="4919" y="7277"/>
                </a:lnTo>
                <a:lnTo>
                  <a:pt x="4919" y="7544"/>
                </a:lnTo>
                <a:lnTo>
                  <a:pt x="4919" y="7721"/>
                </a:lnTo>
                <a:lnTo>
                  <a:pt x="5395" y="7988"/>
                </a:lnTo>
                <a:lnTo>
                  <a:pt x="5395" y="8165"/>
                </a:lnTo>
                <a:lnTo>
                  <a:pt x="5395" y="8343"/>
                </a:lnTo>
                <a:lnTo>
                  <a:pt x="5395" y="8609"/>
                </a:lnTo>
                <a:lnTo>
                  <a:pt x="5395" y="8786"/>
                </a:lnTo>
                <a:lnTo>
                  <a:pt x="5395" y="9053"/>
                </a:lnTo>
                <a:lnTo>
                  <a:pt x="5712" y="9230"/>
                </a:lnTo>
                <a:lnTo>
                  <a:pt x="5712" y="9496"/>
                </a:lnTo>
                <a:lnTo>
                  <a:pt x="5712" y="9674"/>
                </a:lnTo>
                <a:lnTo>
                  <a:pt x="5712" y="9851"/>
                </a:lnTo>
                <a:lnTo>
                  <a:pt x="6188" y="10118"/>
                </a:lnTo>
                <a:lnTo>
                  <a:pt x="6188" y="10295"/>
                </a:lnTo>
                <a:lnTo>
                  <a:pt x="6188" y="10561"/>
                </a:lnTo>
                <a:lnTo>
                  <a:pt x="6188" y="10739"/>
                </a:lnTo>
                <a:lnTo>
                  <a:pt x="6506" y="10916"/>
                </a:lnTo>
                <a:lnTo>
                  <a:pt x="6506" y="11183"/>
                </a:lnTo>
                <a:lnTo>
                  <a:pt x="6506" y="11360"/>
                </a:lnTo>
                <a:lnTo>
                  <a:pt x="6982" y="11626"/>
                </a:lnTo>
                <a:lnTo>
                  <a:pt x="6982" y="11804"/>
                </a:lnTo>
                <a:lnTo>
                  <a:pt x="6982" y="12070"/>
                </a:lnTo>
                <a:lnTo>
                  <a:pt x="6982" y="12248"/>
                </a:lnTo>
                <a:lnTo>
                  <a:pt x="7299" y="12425"/>
                </a:lnTo>
                <a:lnTo>
                  <a:pt x="7299" y="12692"/>
                </a:lnTo>
                <a:lnTo>
                  <a:pt x="7299" y="12869"/>
                </a:lnTo>
                <a:lnTo>
                  <a:pt x="7299" y="13135"/>
                </a:lnTo>
                <a:lnTo>
                  <a:pt x="7299" y="13313"/>
                </a:lnTo>
                <a:lnTo>
                  <a:pt x="7299" y="13490"/>
                </a:lnTo>
                <a:lnTo>
                  <a:pt x="7299" y="13757"/>
                </a:lnTo>
                <a:lnTo>
                  <a:pt x="7616" y="13934"/>
                </a:lnTo>
                <a:lnTo>
                  <a:pt x="7616" y="14200"/>
                </a:lnTo>
                <a:lnTo>
                  <a:pt x="7616" y="14378"/>
                </a:lnTo>
                <a:lnTo>
                  <a:pt x="7616" y="14644"/>
                </a:lnTo>
                <a:lnTo>
                  <a:pt x="7616" y="14822"/>
                </a:lnTo>
                <a:lnTo>
                  <a:pt x="8093" y="14822"/>
                </a:lnTo>
                <a:lnTo>
                  <a:pt x="8093" y="14999"/>
                </a:lnTo>
                <a:lnTo>
                  <a:pt x="8093" y="15265"/>
                </a:lnTo>
                <a:lnTo>
                  <a:pt x="8093" y="15443"/>
                </a:lnTo>
                <a:lnTo>
                  <a:pt x="8410" y="15709"/>
                </a:lnTo>
                <a:lnTo>
                  <a:pt x="8410" y="15887"/>
                </a:lnTo>
                <a:lnTo>
                  <a:pt x="8410" y="16064"/>
                </a:lnTo>
                <a:lnTo>
                  <a:pt x="8410" y="16331"/>
                </a:lnTo>
                <a:lnTo>
                  <a:pt x="8886" y="16508"/>
                </a:lnTo>
                <a:lnTo>
                  <a:pt x="8886" y="16952"/>
                </a:lnTo>
                <a:lnTo>
                  <a:pt x="8886" y="17218"/>
                </a:lnTo>
                <a:lnTo>
                  <a:pt x="8886" y="17396"/>
                </a:lnTo>
                <a:lnTo>
                  <a:pt x="9203" y="17573"/>
                </a:lnTo>
                <a:lnTo>
                  <a:pt x="9203" y="17839"/>
                </a:lnTo>
                <a:lnTo>
                  <a:pt x="9203" y="18017"/>
                </a:lnTo>
                <a:lnTo>
                  <a:pt x="9203" y="18283"/>
                </a:lnTo>
                <a:lnTo>
                  <a:pt x="9203" y="18461"/>
                </a:lnTo>
                <a:lnTo>
                  <a:pt x="9521" y="18461"/>
                </a:lnTo>
                <a:lnTo>
                  <a:pt x="9521" y="18638"/>
                </a:lnTo>
                <a:lnTo>
                  <a:pt x="9521" y="18904"/>
                </a:lnTo>
                <a:lnTo>
                  <a:pt x="9521" y="19348"/>
                </a:lnTo>
                <a:lnTo>
                  <a:pt x="9521" y="19526"/>
                </a:lnTo>
                <a:lnTo>
                  <a:pt x="9521" y="19792"/>
                </a:lnTo>
                <a:lnTo>
                  <a:pt x="9521" y="19970"/>
                </a:lnTo>
                <a:lnTo>
                  <a:pt x="9521" y="20147"/>
                </a:lnTo>
                <a:lnTo>
                  <a:pt x="9997" y="20413"/>
                </a:lnTo>
                <a:lnTo>
                  <a:pt x="9997" y="20591"/>
                </a:lnTo>
                <a:lnTo>
                  <a:pt x="9997" y="20857"/>
                </a:lnTo>
                <a:lnTo>
                  <a:pt x="9997" y="21035"/>
                </a:lnTo>
                <a:lnTo>
                  <a:pt x="9997" y="21212"/>
                </a:lnTo>
                <a:lnTo>
                  <a:pt x="10314" y="21478"/>
                </a:lnTo>
                <a:lnTo>
                  <a:pt x="10314" y="21656"/>
                </a:lnTo>
                <a:lnTo>
                  <a:pt x="10314" y="21922"/>
                </a:lnTo>
                <a:lnTo>
                  <a:pt x="10314" y="22100"/>
                </a:lnTo>
                <a:lnTo>
                  <a:pt x="10314" y="22366"/>
                </a:lnTo>
                <a:lnTo>
                  <a:pt x="10790" y="22543"/>
                </a:lnTo>
                <a:lnTo>
                  <a:pt x="10790" y="22721"/>
                </a:lnTo>
                <a:lnTo>
                  <a:pt x="10790" y="22987"/>
                </a:lnTo>
                <a:lnTo>
                  <a:pt x="10790" y="23165"/>
                </a:lnTo>
                <a:lnTo>
                  <a:pt x="11108" y="23431"/>
                </a:lnTo>
                <a:lnTo>
                  <a:pt x="11108" y="23608"/>
                </a:lnTo>
                <a:lnTo>
                  <a:pt x="11108" y="23786"/>
                </a:lnTo>
                <a:lnTo>
                  <a:pt x="11108" y="24052"/>
                </a:lnTo>
                <a:lnTo>
                  <a:pt x="11108" y="24230"/>
                </a:lnTo>
                <a:lnTo>
                  <a:pt x="11584" y="24496"/>
                </a:lnTo>
                <a:lnTo>
                  <a:pt x="11584" y="24674"/>
                </a:lnTo>
                <a:lnTo>
                  <a:pt x="11584" y="24940"/>
                </a:lnTo>
                <a:lnTo>
                  <a:pt x="11584" y="25295"/>
                </a:lnTo>
                <a:lnTo>
                  <a:pt x="11584" y="25561"/>
                </a:lnTo>
                <a:lnTo>
                  <a:pt x="11584" y="25739"/>
                </a:lnTo>
                <a:lnTo>
                  <a:pt x="11584" y="26182"/>
                </a:lnTo>
                <a:lnTo>
                  <a:pt x="11584" y="26360"/>
                </a:lnTo>
                <a:lnTo>
                  <a:pt x="11584" y="26626"/>
                </a:lnTo>
                <a:lnTo>
                  <a:pt x="11901" y="26626"/>
                </a:lnTo>
                <a:lnTo>
                  <a:pt x="11901" y="27070"/>
                </a:lnTo>
                <a:lnTo>
                  <a:pt x="11901" y="27247"/>
                </a:lnTo>
                <a:lnTo>
                  <a:pt x="11901" y="27425"/>
                </a:lnTo>
                <a:lnTo>
                  <a:pt x="12218" y="27869"/>
                </a:lnTo>
                <a:lnTo>
                  <a:pt x="12218" y="28135"/>
                </a:lnTo>
                <a:lnTo>
                  <a:pt x="12218" y="28579"/>
                </a:lnTo>
                <a:lnTo>
                  <a:pt x="12218" y="28756"/>
                </a:lnTo>
                <a:lnTo>
                  <a:pt x="12694" y="28934"/>
                </a:lnTo>
                <a:lnTo>
                  <a:pt x="12694" y="29200"/>
                </a:lnTo>
                <a:lnTo>
                  <a:pt x="12694" y="29378"/>
                </a:lnTo>
                <a:lnTo>
                  <a:pt x="12694" y="29644"/>
                </a:lnTo>
                <a:lnTo>
                  <a:pt x="12694" y="29999"/>
                </a:lnTo>
                <a:lnTo>
                  <a:pt x="13012" y="30265"/>
                </a:lnTo>
                <a:lnTo>
                  <a:pt x="13012" y="30709"/>
                </a:lnTo>
                <a:lnTo>
                  <a:pt x="13012" y="30886"/>
                </a:lnTo>
                <a:lnTo>
                  <a:pt x="13012" y="31153"/>
                </a:lnTo>
                <a:lnTo>
                  <a:pt x="13488" y="31330"/>
                </a:lnTo>
                <a:lnTo>
                  <a:pt x="13488" y="31508"/>
                </a:lnTo>
                <a:lnTo>
                  <a:pt x="13488" y="31952"/>
                </a:lnTo>
                <a:lnTo>
                  <a:pt x="13488" y="32218"/>
                </a:lnTo>
                <a:lnTo>
                  <a:pt x="13488" y="32395"/>
                </a:lnTo>
                <a:lnTo>
                  <a:pt x="13488" y="32573"/>
                </a:lnTo>
                <a:lnTo>
                  <a:pt x="13488" y="32839"/>
                </a:lnTo>
                <a:lnTo>
                  <a:pt x="13488" y="33283"/>
                </a:lnTo>
              </a:path>
            </a:pathLst>
          </a:custGeom>
          <a:ln w="183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055465" y="2514573"/>
            <a:ext cx="13805" cy="67986"/>
          </a:xfrm>
          <a:custGeom>
            <a:avLst/>
            <a:gdLst/>
            <a:ahLst/>
            <a:cxnLst/>
            <a:rect l="l" t="t" r="r" b="b"/>
            <a:pathLst>
              <a:path w="13805" h="67986">
                <a:moveTo>
                  <a:pt x="0" y="0"/>
                </a:moveTo>
                <a:lnTo>
                  <a:pt x="0" y="177"/>
                </a:lnTo>
                <a:lnTo>
                  <a:pt x="317" y="443"/>
                </a:lnTo>
                <a:lnTo>
                  <a:pt x="317" y="621"/>
                </a:lnTo>
                <a:lnTo>
                  <a:pt x="317" y="798"/>
                </a:lnTo>
                <a:lnTo>
                  <a:pt x="317" y="1242"/>
                </a:lnTo>
                <a:lnTo>
                  <a:pt x="317" y="1508"/>
                </a:lnTo>
                <a:lnTo>
                  <a:pt x="634" y="1686"/>
                </a:lnTo>
                <a:lnTo>
                  <a:pt x="634" y="1863"/>
                </a:lnTo>
                <a:lnTo>
                  <a:pt x="634" y="2307"/>
                </a:lnTo>
                <a:lnTo>
                  <a:pt x="634" y="2573"/>
                </a:lnTo>
                <a:lnTo>
                  <a:pt x="634" y="2751"/>
                </a:lnTo>
                <a:lnTo>
                  <a:pt x="1110" y="3017"/>
                </a:lnTo>
                <a:lnTo>
                  <a:pt x="1110" y="3195"/>
                </a:lnTo>
                <a:lnTo>
                  <a:pt x="1110" y="3638"/>
                </a:lnTo>
                <a:lnTo>
                  <a:pt x="1110" y="3816"/>
                </a:lnTo>
                <a:lnTo>
                  <a:pt x="1428" y="4082"/>
                </a:lnTo>
                <a:lnTo>
                  <a:pt x="1428" y="4260"/>
                </a:lnTo>
                <a:lnTo>
                  <a:pt x="1428" y="4704"/>
                </a:lnTo>
                <a:lnTo>
                  <a:pt x="1428" y="4881"/>
                </a:lnTo>
                <a:lnTo>
                  <a:pt x="1428" y="5147"/>
                </a:lnTo>
                <a:lnTo>
                  <a:pt x="1904" y="5325"/>
                </a:lnTo>
                <a:lnTo>
                  <a:pt x="1904" y="5769"/>
                </a:lnTo>
                <a:lnTo>
                  <a:pt x="1904" y="5946"/>
                </a:lnTo>
                <a:lnTo>
                  <a:pt x="1904" y="6390"/>
                </a:lnTo>
                <a:lnTo>
                  <a:pt x="2221" y="6834"/>
                </a:lnTo>
                <a:lnTo>
                  <a:pt x="2221" y="7277"/>
                </a:lnTo>
                <a:lnTo>
                  <a:pt x="2221" y="7455"/>
                </a:lnTo>
                <a:lnTo>
                  <a:pt x="2221" y="7721"/>
                </a:lnTo>
                <a:lnTo>
                  <a:pt x="2221" y="7899"/>
                </a:lnTo>
                <a:lnTo>
                  <a:pt x="2221" y="8343"/>
                </a:lnTo>
                <a:lnTo>
                  <a:pt x="2221" y="8520"/>
                </a:lnTo>
                <a:lnTo>
                  <a:pt x="2221" y="8786"/>
                </a:lnTo>
                <a:lnTo>
                  <a:pt x="2221" y="8964"/>
                </a:lnTo>
                <a:lnTo>
                  <a:pt x="2538" y="9408"/>
                </a:lnTo>
                <a:lnTo>
                  <a:pt x="2538" y="9851"/>
                </a:lnTo>
                <a:lnTo>
                  <a:pt x="2538" y="10295"/>
                </a:lnTo>
                <a:lnTo>
                  <a:pt x="2538" y="10473"/>
                </a:lnTo>
                <a:lnTo>
                  <a:pt x="3015" y="10916"/>
                </a:lnTo>
                <a:lnTo>
                  <a:pt x="3015" y="11094"/>
                </a:lnTo>
                <a:lnTo>
                  <a:pt x="3015" y="11360"/>
                </a:lnTo>
                <a:lnTo>
                  <a:pt x="3015" y="11804"/>
                </a:lnTo>
                <a:lnTo>
                  <a:pt x="3015" y="12159"/>
                </a:lnTo>
                <a:lnTo>
                  <a:pt x="3332" y="12425"/>
                </a:lnTo>
                <a:lnTo>
                  <a:pt x="3332" y="12603"/>
                </a:lnTo>
                <a:lnTo>
                  <a:pt x="3332" y="12869"/>
                </a:lnTo>
                <a:lnTo>
                  <a:pt x="3332" y="13313"/>
                </a:lnTo>
                <a:lnTo>
                  <a:pt x="3332" y="13490"/>
                </a:lnTo>
                <a:lnTo>
                  <a:pt x="3808" y="13668"/>
                </a:lnTo>
                <a:lnTo>
                  <a:pt x="3808" y="14112"/>
                </a:lnTo>
                <a:lnTo>
                  <a:pt x="3808" y="14555"/>
                </a:lnTo>
                <a:lnTo>
                  <a:pt x="3808" y="14733"/>
                </a:lnTo>
                <a:lnTo>
                  <a:pt x="4125" y="14999"/>
                </a:lnTo>
                <a:lnTo>
                  <a:pt x="4125" y="15443"/>
                </a:lnTo>
                <a:lnTo>
                  <a:pt x="4125" y="15620"/>
                </a:lnTo>
                <a:lnTo>
                  <a:pt x="4125" y="15887"/>
                </a:lnTo>
                <a:lnTo>
                  <a:pt x="4125" y="16242"/>
                </a:lnTo>
                <a:lnTo>
                  <a:pt x="4125" y="16508"/>
                </a:lnTo>
                <a:lnTo>
                  <a:pt x="4125" y="16952"/>
                </a:lnTo>
                <a:lnTo>
                  <a:pt x="4125" y="17129"/>
                </a:lnTo>
                <a:lnTo>
                  <a:pt x="4125" y="17573"/>
                </a:lnTo>
                <a:lnTo>
                  <a:pt x="4125" y="17751"/>
                </a:lnTo>
                <a:lnTo>
                  <a:pt x="4601" y="18194"/>
                </a:lnTo>
                <a:lnTo>
                  <a:pt x="4601" y="18372"/>
                </a:lnTo>
                <a:lnTo>
                  <a:pt x="4601" y="18816"/>
                </a:lnTo>
                <a:lnTo>
                  <a:pt x="4601" y="19082"/>
                </a:lnTo>
                <a:lnTo>
                  <a:pt x="4601" y="19526"/>
                </a:lnTo>
                <a:lnTo>
                  <a:pt x="4919" y="19703"/>
                </a:lnTo>
                <a:lnTo>
                  <a:pt x="4919" y="19881"/>
                </a:lnTo>
                <a:lnTo>
                  <a:pt x="4919" y="20325"/>
                </a:lnTo>
                <a:lnTo>
                  <a:pt x="4919" y="20591"/>
                </a:lnTo>
                <a:lnTo>
                  <a:pt x="5236" y="20946"/>
                </a:lnTo>
                <a:lnTo>
                  <a:pt x="5236" y="21390"/>
                </a:lnTo>
                <a:lnTo>
                  <a:pt x="5236" y="21656"/>
                </a:lnTo>
                <a:lnTo>
                  <a:pt x="5236" y="21833"/>
                </a:lnTo>
                <a:lnTo>
                  <a:pt x="5236" y="22277"/>
                </a:lnTo>
                <a:lnTo>
                  <a:pt x="5712" y="22721"/>
                </a:lnTo>
                <a:lnTo>
                  <a:pt x="5712" y="22898"/>
                </a:lnTo>
                <a:lnTo>
                  <a:pt x="5712" y="23165"/>
                </a:lnTo>
                <a:lnTo>
                  <a:pt x="5712" y="23520"/>
                </a:lnTo>
                <a:lnTo>
                  <a:pt x="5712" y="23964"/>
                </a:lnTo>
                <a:lnTo>
                  <a:pt x="6030" y="24230"/>
                </a:lnTo>
                <a:lnTo>
                  <a:pt x="6030" y="24407"/>
                </a:lnTo>
                <a:lnTo>
                  <a:pt x="6030" y="24851"/>
                </a:lnTo>
                <a:lnTo>
                  <a:pt x="6030" y="25295"/>
                </a:lnTo>
                <a:lnTo>
                  <a:pt x="6030" y="25472"/>
                </a:lnTo>
                <a:lnTo>
                  <a:pt x="6506" y="25916"/>
                </a:lnTo>
                <a:lnTo>
                  <a:pt x="6506" y="26360"/>
                </a:lnTo>
                <a:lnTo>
                  <a:pt x="6506" y="26537"/>
                </a:lnTo>
                <a:lnTo>
                  <a:pt x="6506" y="26804"/>
                </a:lnTo>
                <a:lnTo>
                  <a:pt x="6506" y="27247"/>
                </a:lnTo>
                <a:lnTo>
                  <a:pt x="6506" y="27602"/>
                </a:lnTo>
                <a:lnTo>
                  <a:pt x="6506" y="27869"/>
                </a:lnTo>
                <a:lnTo>
                  <a:pt x="6506" y="28313"/>
                </a:lnTo>
                <a:lnTo>
                  <a:pt x="6506" y="28668"/>
                </a:lnTo>
                <a:lnTo>
                  <a:pt x="6823" y="28934"/>
                </a:lnTo>
                <a:lnTo>
                  <a:pt x="6823" y="29111"/>
                </a:lnTo>
                <a:lnTo>
                  <a:pt x="6823" y="29555"/>
                </a:lnTo>
                <a:lnTo>
                  <a:pt x="6823" y="29999"/>
                </a:lnTo>
                <a:lnTo>
                  <a:pt x="6823" y="30176"/>
                </a:lnTo>
                <a:lnTo>
                  <a:pt x="7140" y="30620"/>
                </a:lnTo>
                <a:lnTo>
                  <a:pt x="7140" y="31064"/>
                </a:lnTo>
                <a:lnTo>
                  <a:pt x="7140" y="31241"/>
                </a:lnTo>
                <a:lnTo>
                  <a:pt x="7140" y="31685"/>
                </a:lnTo>
                <a:lnTo>
                  <a:pt x="7140" y="32129"/>
                </a:lnTo>
                <a:lnTo>
                  <a:pt x="7616" y="32395"/>
                </a:lnTo>
                <a:lnTo>
                  <a:pt x="7616" y="32573"/>
                </a:lnTo>
                <a:lnTo>
                  <a:pt x="7616" y="33017"/>
                </a:lnTo>
                <a:lnTo>
                  <a:pt x="7616" y="33460"/>
                </a:lnTo>
                <a:lnTo>
                  <a:pt x="7934" y="33638"/>
                </a:lnTo>
                <a:lnTo>
                  <a:pt x="7934" y="34082"/>
                </a:lnTo>
                <a:lnTo>
                  <a:pt x="7934" y="34525"/>
                </a:lnTo>
                <a:lnTo>
                  <a:pt x="7934" y="34703"/>
                </a:lnTo>
                <a:lnTo>
                  <a:pt x="7934" y="35147"/>
                </a:lnTo>
                <a:lnTo>
                  <a:pt x="8410" y="35591"/>
                </a:lnTo>
                <a:lnTo>
                  <a:pt x="8410" y="36034"/>
                </a:lnTo>
                <a:lnTo>
                  <a:pt x="8410" y="36212"/>
                </a:lnTo>
                <a:lnTo>
                  <a:pt x="8410" y="36656"/>
                </a:lnTo>
                <a:lnTo>
                  <a:pt x="8410" y="37099"/>
                </a:lnTo>
                <a:lnTo>
                  <a:pt x="8410" y="37277"/>
                </a:lnTo>
                <a:lnTo>
                  <a:pt x="8410" y="37721"/>
                </a:lnTo>
                <a:lnTo>
                  <a:pt x="8410" y="38164"/>
                </a:lnTo>
                <a:lnTo>
                  <a:pt x="8410" y="38342"/>
                </a:lnTo>
                <a:lnTo>
                  <a:pt x="8410" y="38786"/>
                </a:lnTo>
                <a:lnTo>
                  <a:pt x="8727" y="39229"/>
                </a:lnTo>
                <a:lnTo>
                  <a:pt x="8727" y="39407"/>
                </a:lnTo>
                <a:lnTo>
                  <a:pt x="8727" y="39851"/>
                </a:lnTo>
                <a:lnTo>
                  <a:pt x="8727" y="40295"/>
                </a:lnTo>
                <a:lnTo>
                  <a:pt x="9203" y="40738"/>
                </a:lnTo>
                <a:lnTo>
                  <a:pt x="9203" y="40916"/>
                </a:lnTo>
                <a:lnTo>
                  <a:pt x="9203" y="41360"/>
                </a:lnTo>
                <a:lnTo>
                  <a:pt x="9203" y="41803"/>
                </a:lnTo>
                <a:lnTo>
                  <a:pt x="9203" y="41981"/>
                </a:lnTo>
                <a:lnTo>
                  <a:pt x="9521" y="42425"/>
                </a:lnTo>
                <a:lnTo>
                  <a:pt x="9521" y="42868"/>
                </a:lnTo>
                <a:lnTo>
                  <a:pt x="9521" y="43046"/>
                </a:lnTo>
                <a:lnTo>
                  <a:pt x="9521" y="43490"/>
                </a:lnTo>
                <a:lnTo>
                  <a:pt x="9521" y="44111"/>
                </a:lnTo>
                <a:lnTo>
                  <a:pt x="9838" y="44377"/>
                </a:lnTo>
                <a:lnTo>
                  <a:pt x="9838" y="44821"/>
                </a:lnTo>
                <a:lnTo>
                  <a:pt x="9838" y="45176"/>
                </a:lnTo>
                <a:lnTo>
                  <a:pt x="9838" y="45442"/>
                </a:lnTo>
                <a:lnTo>
                  <a:pt x="9838" y="45886"/>
                </a:lnTo>
                <a:lnTo>
                  <a:pt x="10314" y="46330"/>
                </a:lnTo>
                <a:lnTo>
                  <a:pt x="10314" y="46507"/>
                </a:lnTo>
                <a:lnTo>
                  <a:pt x="10314" y="46951"/>
                </a:lnTo>
                <a:lnTo>
                  <a:pt x="10314" y="47395"/>
                </a:lnTo>
                <a:lnTo>
                  <a:pt x="10631" y="47750"/>
                </a:lnTo>
                <a:lnTo>
                  <a:pt x="10631" y="48194"/>
                </a:lnTo>
                <a:lnTo>
                  <a:pt x="10631" y="48638"/>
                </a:lnTo>
                <a:lnTo>
                  <a:pt x="10631" y="48904"/>
                </a:lnTo>
                <a:lnTo>
                  <a:pt x="10631" y="49259"/>
                </a:lnTo>
                <a:lnTo>
                  <a:pt x="10631" y="49703"/>
                </a:lnTo>
                <a:lnTo>
                  <a:pt x="10631" y="50146"/>
                </a:lnTo>
                <a:lnTo>
                  <a:pt x="10631" y="50324"/>
                </a:lnTo>
                <a:lnTo>
                  <a:pt x="10631" y="51034"/>
                </a:lnTo>
                <a:lnTo>
                  <a:pt x="10631" y="51211"/>
                </a:lnTo>
                <a:lnTo>
                  <a:pt x="11108" y="51655"/>
                </a:lnTo>
                <a:lnTo>
                  <a:pt x="11108" y="52099"/>
                </a:lnTo>
                <a:lnTo>
                  <a:pt x="11108" y="52543"/>
                </a:lnTo>
                <a:lnTo>
                  <a:pt x="11108" y="52720"/>
                </a:lnTo>
                <a:lnTo>
                  <a:pt x="11108" y="53342"/>
                </a:lnTo>
                <a:lnTo>
                  <a:pt x="11425" y="53608"/>
                </a:lnTo>
                <a:lnTo>
                  <a:pt x="11425" y="54052"/>
                </a:lnTo>
                <a:lnTo>
                  <a:pt x="11425" y="54407"/>
                </a:lnTo>
                <a:lnTo>
                  <a:pt x="11425" y="54850"/>
                </a:lnTo>
                <a:lnTo>
                  <a:pt x="11425" y="55294"/>
                </a:lnTo>
                <a:lnTo>
                  <a:pt x="11742" y="55738"/>
                </a:lnTo>
                <a:lnTo>
                  <a:pt x="11742" y="55916"/>
                </a:lnTo>
                <a:lnTo>
                  <a:pt x="11742" y="56359"/>
                </a:lnTo>
                <a:lnTo>
                  <a:pt x="11742" y="56803"/>
                </a:lnTo>
                <a:lnTo>
                  <a:pt x="12218" y="57247"/>
                </a:lnTo>
                <a:lnTo>
                  <a:pt x="12218" y="57691"/>
                </a:lnTo>
                <a:lnTo>
                  <a:pt x="12218" y="58046"/>
                </a:lnTo>
                <a:lnTo>
                  <a:pt x="12218" y="58312"/>
                </a:lnTo>
                <a:lnTo>
                  <a:pt x="12218" y="58933"/>
                </a:lnTo>
                <a:lnTo>
                  <a:pt x="12536" y="59377"/>
                </a:lnTo>
                <a:lnTo>
                  <a:pt x="12536" y="59555"/>
                </a:lnTo>
                <a:lnTo>
                  <a:pt x="12536" y="59998"/>
                </a:lnTo>
                <a:lnTo>
                  <a:pt x="12536" y="60620"/>
                </a:lnTo>
                <a:lnTo>
                  <a:pt x="12536" y="60886"/>
                </a:lnTo>
                <a:lnTo>
                  <a:pt x="12536" y="61330"/>
                </a:lnTo>
                <a:lnTo>
                  <a:pt x="12536" y="61773"/>
                </a:lnTo>
                <a:lnTo>
                  <a:pt x="12536" y="62128"/>
                </a:lnTo>
                <a:lnTo>
                  <a:pt x="12536" y="62572"/>
                </a:lnTo>
                <a:lnTo>
                  <a:pt x="12536" y="63016"/>
                </a:lnTo>
                <a:lnTo>
                  <a:pt x="13012" y="63460"/>
                </a:lnTo>
                <a:lnTo>
                  <a:pt x="13012" y="63904"/>
                </a:lnTo>
                <a:lnTo>
                  <a:pt x="13012" y="64259"/>
                </a:lnTo>
                <a:lnTo>
                  <a:pt x="13012" y="64525"/>
                </a:lnTo>
                <a:lnTo>
                  <a:pt x="13329" y="65146"/>
                </a:lnTo>
                <a:lnTo>
                  <a:pt x="13329" y="65412"/>
                </a:lnTo>
                <a:lnTo>
                  <a:pt x="13329" y="65767"/>
                </a:lnTo>
                <a:lnTo>
                  <a:pt x="13329" y="66477"/>
                </a:lnTo>
                <a:lnTo>
                  <a:pt x="13329" y="66655"/>
                </a:lnTo>
                <a:lnTo>
                  <a:pt x="13805" y="67099"/>
                </a:lnTo>
                <a:lnTo>
                  <a:pt x="13805" y="67720"/>
                </a:lnTo>
                <a:lnTo>
                  <a:pt x="13805" y="67986"/>
                </a:lnTo>
              </a:path>
            </a:pathLst>
          </a:custGeom>
          <a:ln w="1920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069271" y="2582559"/>
            <a:ext cx="13329" cy="99051"/>
          </a:xfrm>
          <a:custGeom>
            <a:avLst/>
            <a:gdLst/>
            <a:ahLst/>
            <a:cxnLst/>
            <a:rect l="l" t="t" r="r" b="b"/>
            <a:pathLst>
              <a:path w="13329" h="99051">
                <a:moveTo>
                  <a:pt x="0" y="0"/>
                </a:moveTo>
                <a:lnTo>
                  <a:pt x="0" y="355"/>
                </a:lnTo>
                <a:lnTo>
                  <a:pt x="0" y="1065"/>
                </a:lnTo>
                <a:lnTo>
                  <a:pt x="317" y="1242"/>
                </a:lnTo>
                <a:lnTo>
                  <a:pt x="317" y="1686"/>
                </a:lnTo>
                <a:lnTo>
                  <a:pt x="317" y="2130"/>
                </a:lnTo>
                <a:lnTo>
                  <a:pt x="317" y="2573"/>
                </a:lnTo>
                <a:lnTo>
                  <a:pt x="317" y="2928"/>
                </a:lnTo>
                <a:lnTo>
                  <a:pt x="634" y="3372"/>
                </a:lnTo>
                <a:lnTo>
                  <a:pt x="634" y="3816"/>
                </a:lnTo>
                <a:lnTo>
                  <a:pt x="634" y="4437"/>
                </a:lnTo>
                <a:lnTo>
                  <a:pt x="634" y="4704"/>
                </a:lnTo>
                <a:lnTo>
                  <a:pt x="1110" y="5147"/>
                </a:lnTo>
                <a:lnTo>
                  <a:pt x="1110" y="5769"/>
                </a:lnTo>
                <a:lnTo>
                  <a:pt x="1110" y="5946"/>
                </a:lnTo>
                <a:lnTo>
                  <a:pt x="1110" y="6567"/>
                </a:lnTo>
                <a:lnTo>
                  <a:pt x="1110" y="6834"/>
                </a:lnTo>
                <a:lnTo>
                  <a:pt x="1110" y="7277"/>
                </a:lnTo>
                <a:lnTo>
                  <a:pt x="1110" y="7899"/>
                </a:lnTo>
                <a:lnTo>
                  <a:pt x="1110" y="8076"/>
                </a:lnTo>
                <a:lnTo>
                  <a:pt x="1110" y="8786"/>
                </a:lnTo>
                <a:lnTo>
                  <a:pt x="1110" y="9141"/>
                </a:lnTo>
                <a:lnTo>
                  <a:pt x="1428" y="9408"/>
                </a:lnTo>
                <a:lnTo>
                  <a:pt x="1428" y="10029"/>
                </a:lnTo>
                <a:lnTo>
                  <a:pt x="1428" y="10473"/>
                </a:lnTo>
                <a:lnTo>
                  <a:pt x="1428" y="10916"/>
                </a:lnTo>
                <a:lnTo>
                  <a:pt x="1428" y="11360"/>
                </a:lnTo>
                <a:lnTo>
                  <a:pt x="1904" y="11715"/>
                </a:lnTo>
                <a:lnTo>
                  <a:pt x="1904" y="12159"/>
                </a:lnTo>
                <a:lnTo>
                  <a:pt x="1904" y="12869"/>
                </a:lnTo>
                <a:lnTo>
                  <a:pt x="1904" y="13047"/>
                </a:lnTo>
                <a:lnTo>
                  <a:pt x="2221" y="13668"/>
                </a:lnTo>
                <a:lnTo>
                  <a:pt x="2221" y="13934"/>
                </a:lnTo>
                <a:lnTo>
                  <a:pt x="2221" y="14289"/>
                </a:lnTo>
                <a:lnTo>
                  <a:pt x="2221" y="14999"/>
                </a:lnTo>
                <a:lnTo>
                  <a:pt x="2221" y="15177"/>
                </a:lnTo>
                <a:lnTo>
                  <a:pt x="2538" y="15798"/>
                </a:lnTo>
                <a:lnTo>
                  <a:pt x="2538" y="16242"/>
                </a:lnTo>
                <a:lnTo>
                  <a:pt x="2538" y="16686"/>
                </a:lnTo>
                <a:lnTo>
                  <a:pt x="2538" y="17129"/>
                </a:lnTo>
                <a:lnTo>
                  <a:pt x="2538" y="17573"/>
                </a:lnTo>
                <a:lnTo>
                  <a:pt x="3015" y="17928"/>
                </a:lnTo>
                <a:lnTo>
                  <a:pt x="3015" y="18638"/>
                </a:lnTo>
                <a:lnTo>
                  <a:pt x="3015" y="18816"/>
                </a:lnTo>
                <a:lnTo>
                  <a:pt x="3015" y="19437"/>
                </a:lnTo>
                <a:lnTo>
                  <a:pt x="3015" y="19881"/>
                </a:lnTo>
                <a:lnTo>
                  <a:pt x="3015" y="20325"/>
                </a:lnTo>
                <a:lnTo>
                  <a:pt x="3015" y="20946"/>
                </a:lnTo>
                <a:lnTo>
                  <a:pt x="3015" y="21212"/>
                </a:lnTo>
                <a:lnTo>
                  <a:pt x="3015" y="21833"/>
                </a:lnTo>
                <a:lnTo>
                  <a:pt x="3332" y="22277"/>
                </a:lnTo>
                <a:lnTo>
                  <a:pt x="3332" y="22721"/>
                </a:lnTo>
                <a:lnTo>
                  <a:pt x="3332" y="23076"/>
                </a:lnTo>
                <a:lnTo>
                  <a:pt x="3332" y="23520"/>
                </a:lnTo>
                <a:lnTo>
                  <a:pt x="3332" y="23964"/>
                </a:lnTo>
                <a:lnTo>
                  <a:pt x="3808" y="24585"/>
                </a:lnTo>
                <a:lnTo>
                  <a:pt x="3808" y="25029"/>
                </a:lnTo>
                <a:lnTo>
                  <a:pt x="3808" y="25472"/>
                </a:lnTo>
                <a:lnTo>
                  <a:pt x="3808" y="25916"/>
                </a:lnTo>
                <a:lnTo>
                  <a:pt x="3808" y="26360"/>
                </a:lnTo>
                <a:lnTo>
                  <a:pt x="4125" y="26981"/>
                </a:lnTo>
                <a:lnTo>
                  <a:pt x="4125" y="27425"/>
                </a:lnTo>
                <a:lnTo>
                  <a:pt x="4125" y="27869"/>
                </a:lnTo>
                <a:lnTo>
                  <a:pt x="4125" y="28224"/>
                </a:lnTo>
                <a:lnTo>
                  <a:pt x="4125" y="28668"/>
                </a:lnTo>
                <a:lnTo>
                  <a:pt x="4443" y="29378"/>
                </a:lnTo>
                <a:lnTo>
                  <a:pt x="4443" y="29733"/>
                </a:lnTo>
                <a:lnTo>
                  <a:pt x="4443" y="30176"/>
                </a:lnTo>
                <a:lnTo>
                  <a:pt x="4443" y="30620"/>
                </a:lnTo>
                <a:lnTo>
                  <a:pt x="4919" y="31064"/>
                </a:lnTo>
                <a:lnTo>
                  <a:pt x="4919" y="31685"/>
                </a:lnTo>
                <a:lnTo>
                  <a:pt x="4919" y="32129"/>
                </a:lnTo>
                <a:lnTo>
                  <a:pt x="4919" y="32573"/>
                </a:lnTo>
                <a:lnTo>
                  <a:pt x="4919" y="33017"/>
                </a:lnTo>
                <a:lnTo>
                  <a:pt x="4919" y="33638"/>
                </a:lnTo>
                <a:lnTo>
                  <a:pt x="4919" y="34082"/>
                </a:lnTo>
                <a:lnTo>
                  <a:pt x="4919" y="34525"/>
                </a:lnTo>
                <a:lnTo>
                  <a:pt x="4919" y="35147"/>
                </a:lnTo>
                <a:lnTo>
                  <a:pt x="4919" y="35324"/>
                </a:lnTo>
                <a:lnTo>
                  <a:pt x="5236" y="35946"/>
                </a:lnTo>
                <a:lnTo>
                  <a:pt x="5236" y="36389"/>
                </a:lnTo>
                <a:lnTo>
                  <a:pt x="5236" y="36833"/>
                </a:lnTo>
                <a:lnTo>
                  <a:pt x="5236" y="37454"/>
                </a:lnTo>
                <a:lnTo>
                  <a:pt x="5236" y="37898"/>
                </a:lnTo>
                <a:lnTo>
                  <a:pt x="5712" y="38342"/>
                </a:lnTo>
                <a:lnTo>
                  <a:pt x="5712" y="38786"/>
                </a:lnTo>
                <a:lnTo>
                  <a:pt x="5712" y="39407"/>
                </a:lnTo>
                <a:lnTo>
                  <a:pt x="5712" y="39851"/>
                </a:lnTo>
                <a:lnTo>
                  <a:pt x="6030" y="40295"/>
                </a:lnTo>
                <a:lnTo>
                  <a:pt x="6030" y="40916"/>
                </a:lnTo>
                <a:lnTo>
                  <a:pt x="6030" y="41093"/>
                </a:lnTo>
                <a:lnTo>
                  <a:pt x="6030" y="41803"/>
                </a:lnTo>
                <a:lnTo>
                  <a:pt x="6030" y="42425"/>
                </a:lnTo>
                <a:lnTo>
                  <a:pt x="6506" y="42868"/>
                </a:lnTo>
                <a:lnTo>
                  <a:pt x="6506" y="43312"/>
                </a:lnTo>
                <a:lnTo>
                  <a:pt x="6506" y="43667"/>
                </a:lnTo>
                <a:lnTo>
                  <a:pt x="6506" y="44377"/>
                </a:lnTo>
                <a:lnTo>
                  <a:pt x="6506" y="44732"/>
                </a:lnTo>
                <a:lnTo>
                  <a:pt x="6823" y="45176"/>
                </a:lnTo>
                <a:lnTo>
                  <a:pt x="6823" y="45886"/>
                </a:lnTo>
                <a:lnTo>
                  <a:pt x="6823" y="46241"/>
                </a:lnTo>
                <a:lnTo>
                  <a:pt x="6823" y="46685"/>
                </a:lnTo>
                <a:lnTo>
                  <a:pt x="6823" y="47129"/>
                </a:lnTo>
                <a:lnTo>
                  <a:pt x="7140" y="47750"/>
                </a:lnTo>
                <a:lnTo>
                  <a:pt x="7140" y="48194"/>
                </a:lnTo>
                <a:lnTo>
                  <a:pt x="7140" y="48638"/>
                </a:lnTo>
                <a:lnTo>
                  <a:pt x="7140" y="49259"/>
                </a:lnTo>
                <a:lnTo>
                  <a:pt x="7140" y="49703"/>
                </a:lnTo>
                <a:lnTo>
                  <a:pt x="7140" y="50324"/>
                </a:lnTo>
                <a:lnTo>
                  <a:pt x="7140" y="50768"/>
                </a:lnTo>
                <a:lnTo>
                  <a:pt x="7140" y="51211"/>
                </a:lnTo>
                <a:lnTo>
                  <a:pt x="7140" y="51833"/>
                </a:lnTo>
                <a:lnTo>
                  <a:pt x="7616" y="52277"/>
                </a:lnTo>
                <a:lnTo>
                  <a:pt x="7616" y="52898"/>
                </a:lnTo>
                <a:lnTo>
                  <a:pt x="7616" y="53342"/>
                </a:lnTo>
                <a:lnTo>
                  <a:pt x="7616" y="53785"/>
                </a:lnTo>
                <a:lnTo>
                  <a:pt x="7616" y="54229"/>
                </a:lnTo>
                <a:lnTo>
                  <a:pt x="7934" y="54850"/>
                </a:lnTo>
                <a:lnTo>
                  <a:pt x="7934" y="55294"/>
                </a:lnTo>
                <a:lnTo>
                  <a:pt x="7934" y="55916"/>
                </a:lnTo>
                <a:lnTo>
                  <a:pt x="7934" y="56359"/>
                </a:lnTo>
                <a:lnTo>
                  <a:pt x="7934" y="56803"/>
                </a:lnTo>
                <a:lnTo>
                  <a:pt x="8410" y="57424"/>
                </a:lnTo>
                <a:lnTo>
                  <a:pt x="8410" y="57868"/>
                </a:lnTo>
                <a:lnTo>
                  <a:pt x="8410" y="58489"/>
                </a:lnTo>
                <a:lnTo>
                  <a:pt x="8410" y="58933"/>
                </a:lnTo>
                <a:lnTo>
                  <a:pt x="8727" y="59377"/>
                </a:lnTo>
                <a:lnTo>
                  <a:pt x="8727" y="59998"/>
                </a:lnTo>
                <a:lnTo>
                  <a:pt x="8727" y="60442"/>
                </a:lnTo>
                <a:lnTo>
                  <a:pt x="8727" y="61063"/>
                </a:lnTo>
                <a:lnTo>
                  <a:pt x="8727" y="61507"/>
                </a:lnTo>
                <a:lnTo>
                  <a:pt x="9045" y="62128"/>
                </a:lnTo>
                <a:lnTo>
                  <a:pt x="9045" y="62572"/>
                </a:lnTo>
                <a:lnTo>
                  <a:pt x="9045" y="63016"/>
                </a:lnTo>
                <a:lnTo>
                  <a:pt x="9045" y="63637"/>
                </a:lnTo>
                <a:lnTo>
                  <a:pt x="9045" y="64081"/>
                </a:lnTo>
                <a:lnTo>
                  <a:pt x="9045" y="64702"/>
                </a:lnTo>
                <a:lnTo>
                  <a:pt x="9045" y="65146"/>
                </a:lnTo>
                <a:lnTo>
                  <a:pt x="9045" y="65767"/>
                </a:lnTo>
                <a:lnTo>
                  <a:pt x="9045" y="66211"/>
                </a:lnTo>
                <a:lnTo>
                  <a:pt x="9045" y="66832"/>
                </a:lnTo>
                <a:lnTo>
                  <a:pt x="9521" y="67276"/>
                </a:lnTo>
                <a:lnTo>
                  <a:pt x="9521" y="67720"/>
                </a:lnTo>
                <a:lnTo>
                  <a:pt x="9521" y="68341"/>
                </a:lnTo>
                <a:lnTo>
                  <a:pt x="9521" y="68785"/>
                </a:lnTo>
                <a:lnTo>
                  <a:pt x="9838" y="69406"/>
                </a:lnTo>
                <a:lnTo>
                  <a:pt x="9838" y="69850"/>
                </a:lnTo>
                <a:lnTo>
                  <a:pt x="9838" y="70471"/>
                </a:lnTo>
                <a:lnTo>
                  <a:pt x="9838" y="70915"/>
                </a:lnTo>
                <a:lnTo>
                  <a:pt x="9838" y="71537"/>
                </a:lnTo>
                <a:lnTo>
                  <a:pt x="10314" y="71980"/>
                </a:lnTo>
                <a:lnTo>
                  <a:pt x="10314" y="72690"/>
                </a:lnTo>
                <a:lnTo>
                  <a:pt x="10314" y="73045"/>
                </a:lnTo>
                <a:lnTo>
                  <a:pt x="10314" y="73755"/>
                </a:lnTo>
                <a:lnTo>
                  <a:pt x="10314" y="74110"/>
                </a:lnTo>
                <a:lnTo>
                  <a:pt x="10631" y="74554"/>
                </a:lnTo>
                <a:lnTo>
                  <a:pt x="10631" y="75264"/>
                </a:lnTo>
                <a:lnTo>
                  <a:pt x="10631" y="75619"/>
                </a:lnTo>
                <a:lnTo>
                  <a:pt x="10631" y="76329"/>
                </a:lnTo>
                <a:lnTo>
                  <a:pt x="10631" y="76684"/>
                </a:lnTo>
                <a:lnTo>
                  <a:pt x="11108" y="77394"/>
                </a:lnTo>
                <a:lnTo>
                  <a:pt x="11108" y="77838"/>
                </a:lnTo>
                <a:lnTo>
                  <a:pt x="11108" y="78459"/>
                </a:lnTo>
                <a:lnTo>
                  <a:pt x="11108" y="78903"/>
                </a:lnTo>
                <a:lnTo>
                  <a:pt x="11425" y="79525"/>
                </a:lnTo>
                <a:lnTo>
                  <a:pt x="11425" y="80146"/>
                </a:lnTo>
                <a:lnTo>
                  <a:pt x="11425" y="80590"/>
                </a:lnTo>
                <a:lnTo>
                  <a:pt x="11425" y="81211"/>
                </a:lnTo>
                <a:lnTo>
                  <a:pt x="11425" y="81655"/>
                </a:lnTo>
                <a:lnTo>
                  <a:pt x="11425" y="82276"/>
                </a:lnTo>
                <a:lnTo>
                  <a:pt x="11425" y="82720"/>
                </a:lnTo>
                <a:lnTo>
                  <a:pt x="11425" y="83341"/>
                </a:lnTo>
                <a:lnTo>
                  <a:pt x="11425" y="83785"/>
                </a:lnTo>
                <a:lnTo>
                  <a:pt x="11425" y="84406"/>
                </a:lnTo>
                <a:lnTo>
                  <a:pt x="11742" y="84850"/>
                </a:lnTo>
                <a:lnTo>
                  <a:pt x="11742" y="85560"/>
                </a:lnTo>
                <a:lnTo>
                  <a:pt x="11742" y="85915"/>
                </a:lnTo>
                <a:lnTo>
                  <a:pt x="11742" y="86625"/>
                </a:lnTo>
                <a:lnTo>
                  <a:pt x="11742" y="87246"/>
                </a:lnTo>
                <a:lnTo>
                  <a:pt x="12218" y="87690"/>
                </a:lnTo>
                <a:lnTo>
                  <a:pt x="12218" y="88311"/>
                </a:lnTo>
                <a:lnTo>
                  <a:pt x="12218" y="88755"/>
                </a:lnTo>
                <a:lnTo>
                  <a:pt x="12218" y="89376"/>
                </a:lnTo>
                <a:lnTo>
                  <a:pt x="12536" y="89820"/>
                </a:lnTo>
                <a:lnTo>
                  <a:pt x="12536" y="90619"/>
                </a:lnTo>
                <a:lnTo>
                  <a:pt x="12536" y="91063"/>
                </a:lnTo>
                <a:lnTo>
                  <a:pt x="12536" y="91773"/>
                </a:lnTo>
                <a:lnTo>
                  <a:pt x="12536" y="92128"/>
                </a:lnTo>
                <a:lnTo>
                  <a:pt x="13012" y="92838"/>
                </a:lnTo>
                <a:lnTo>
                  <a:pt x="13012" y="93193"/>
                </a:lnTo>
                <a:lnTo>
                  <a:pt x="13012" y="93903"/>
                </a:lnTo>
                <a:lnTo>
                  <a:pt x="13012" y="94347"/>
                </a:lnTo>
                <a:lnTo>
                  <a:pt x="13012" y="94968"/>
                </a:lnTo>
                <a:lnTo>
                  <a:pt x="13329" y="95412"/>
                </a:lnTo>
                <a:lnTo>
                  <a:pt x="13329" y="96033"/>
                </a:lnTo>
                <a:lnTo>
                  <a:pt x="13329" y="96654"/>
                </a:lnTo>
                <a:lnTo>
                  <a:pt x="13329" y="97098"/>
                </a:lnTo>
                <a:lnTo>
                  <a:pt x="13329" y="97719"/>
                </a:lnTo>
                <a:lnTo>
                  <a:pt x="13329" y="98341"/>
                </a:lnTo>
                <a:lnTo>
                  <a:pt x="13329" y="99051"/>
                </a:lnTo>
              </a:path>
            </a:pathLst>
          </a:custGeom>
          <a:ln w="193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082600" y="2681611"/>
            <a:ext cx="13805" cy="121950"/>
          </a:xfrm>
          <a:custGeom>
            <a:avLst/>
            <a:gdLst/>
            <a:ahLst/>
            <a:cxnLst/>
            <a:rect l="l" t="t" r="r" b="b"/>
            <a:pathLst>
              <a:path w="13805" h="121950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317" y="1508"/>
                </a:lnTo>
                <a:lnTo>
                  <a:pt x="317" y="2130"/>
                </a:lnTo>
                <a:lnTo>
                  <a:pt x="317" y="2573"/>
                </a:lnTo>
                <a:lnTo>
                  <a:pt x="317" y="3195"/>
                </a:lnTo>
                <a:lnTo>
                  <a:pt x="317" y="3638"/>
                </a:lnTo>
                <a:lnTo>
                  <a:pt x="793" y="4437"/>
                </a:lnTo>
                <a:lnTo>
                  <a:pt x="793" y="4881"/>
                </a:lnTo>
                <a:lnTo>
                  <a:pt x="793" y="5591"/>
                </a:lnTo>
                <a:lnTo>
                  <a:pt x="793" y="5946"/>
                </a:lnTo>
                <a:lnTo>
                  <a:pt x="793" y="6656"/>
                </a:lnTo>
                <a:lnTo>
                  <a:pt x="1110" y="7011"/>
                </a:lnTo>
                <a:lnTo>
                  <a:pt x="1110" y="7721"/>
                </a:lnTo>
                <a:lnTo>
                  <a:pt x="1110" y="8343"/>
                </a:lnTo>
                <a:lnTo>
                  <a:pt x="1110" y="8964"/>
                </a:lnTo>
                <a:lnTo>
                  <a:pt x="1110" y="9408"/>
                </a:lnTo>
                <a:lnTo>
                  <a:pt x="1586" y="10029"/>
                </a:lnTo>
                <a:lnTo>
                  <a:pt x="1586" y="10473"/>
                </a:lnTo>
                <a:lnTo>
                  <a:pt x="1586" y="11094"/>
                </a:lnTo>
                <a:lnTo>
                  <a:pt x="1586" y="11804"/>
                </a:lnTo>
                <a:lnTo>
                  <a:pt x="1904" y="12425"/>
                </a:lnTo>
                <a:lnTo>
                  <a:pt x="1904" y="12869"/>
                </a:lnTo>
                <a:lnTo>
                  <a:pt x="1904" y="13490"/>
                </a:lnTo>
                <a:lnTo>
                  <a:pt x="1904" y="14112"/>
                </a:lnTo>
                <a:lnTo>
                  <a:pt x="1904" y="14555"/>
                </a:lnTo>
                <a:lnTo>
                  <a:pt x="2380" y="15177"/>
                </a:lnTo>
                <a:lnTo>
                  <a:pt x="2380" y="15798"/>
                </a:lnTo>
                <a:lnTo>
                  <a:pt x="2380" y="16508"/>
                </a:lnTo>
                <a:lnTo>
                  <a:pt x="2380" y="16952"/>
                </a:lnTo>
                <a:lnTo>
                  <a:pt x="2380" y="17573"/>
                </a:lnTo>
                <a:lnTo>
                  <a:pt x="2380" y="18194"/>
                </a:lnTo>
                <a:lnTo>
                  <a:pt x="2380" y="18816"/>
                </a:lnTo>
                <a:lnTo>
                  <a:pt x="2380" y="19259"/>
                </a:lnTo>
                <a:lnTo>
                  <a:pt x="2380" y="19881"/>
                </a:lnTo>
                <a:lnTo>
                  <a:pt x="2380" y="20325"/>
                </a:lnTo>
                <a:lnTo>
                  <a:pt x="2697" y="21212"/>
                </a:lnTo>
                <a:lnTo>
                  <a:pt x="2697" y="21656"/>
                </a:lnTo>
                <a:lnTo>
                  <a:pt x="2697" y="22277"/>
                </a:lnTo>
                <a:lnTo>
                  <a:pt x="2697" y="22721"/>
                </a:lnTo>
                <a:lnTo>
                  <a:pt x="3015" y="23342"/>
                </a:lnTo>
                <a:lnTo>
                  <a:pt x="3015" y="23964"/>
                </a:lnTo>
                <a:lnTo>
                  <a:pt x="3015" y="24674"/>
                </a:lnTo>
                <a:lnTo>
                  <a:pt x="3015" y="25029"/>
                </a:lnTo>
                <a:lnTo>
                  <a:pt x="3015" y="25739"/>
                </a:lnTo>
                <a:lnTo>
                  <a:pt x="3491" y="26360"/>
                </a:lnTo>
                <a:lnTo>
                  <a:pt x="3491" y="26981"/>
                </a:lnTo>
                <a:lnTo>
                  <a:pt x="3491" y="27425"/>
                </a:lnTo>
                <a:lnTo>
                  <a:pt x="3491" y="28046"/>
                </a:lnTo>
                <a:lnTo>
                  <a:pt x="3491" y="28668"/>
                </a:lnTo>
                <a:lnTo>
                  <a:pt x="3808" y="29378"/>
                </a:lnTo>
                <a:lnTo>
                  <a:pt x="3808" y="29821"/>
                </a:lnTo>
                <a:lnTo>
                  <a:pt x="3808" y="30443"/>
                </a:lnTo>
                <a:lnTo>
                  <a:pt x="3808" y="31064"/>
                </a:lnTo>
                <a:lnTo>
                  <a:pt x="3808" y="31685"/>
                </a:lnTo>
                <a:lnTo>
                  <a:pt x="4284" y="32129"/>
                </a:lnTo>
                <a:lnTo>
                  <a:pt x="4284" y="33017"/>
                </a:lnTo>
                <a:lnTo>
                  <a:pt x="4284" y="33460"/>
                </a:lnTo>
                <a:lnTo>
                  <a:pt x="4284" y="34082"/>
                </a:lnTo>
                <a:lnTo>
                  <a:pt x="4284" y="34525"/>
                </a:lnTo>
                <a:lnTo>
                  <a:pt x="4284" y="35324"/>
                </a:lnTo>
                <a:lnTo>
                  <a:pt x="4284" y="35768"/>
                </a:lnTo>
                <a:lnTo>
                  <a:pt x="4284" y="36389"/>
                </a:lnTo>
                <a:lnTo>
                  <a:pt x="4284" y="37099"/>
                </a:lnTo>
                <a:lnTo>
                  <a:pt x="4601" y="37721"/>
                </a:lnTo>
                <a:lnTo>
                  <a:pt x="4601" y="38164"/>
                </a:lnTo>
                <a:lnTo>
                  <a:pt x="4601" y="38963"/>
                </a:lnTo>
                <a:lnTo>
                  <a:pt x="4601" y="39407"/>
                </a:lnTo>
                <a:lnTo>
                  <a:pt x="4601" y="40028"/>
                </a:lnTo>
                <a:lnTo>
                  <a:pt x="4919" y="40472"/>
                </a:lnTo>
                <a:lnTo>
                  <a:pt x="4919" y="41360"/>
                </a:lnTo>
                <a:lnTo>
                  <a:pt x="4919" y="41803"/>
                </a:lnTo>
                <a:lnTo>
                  <a:pt x="4919" y="42425"/>
                </a:lnTo>
                <a:lnTo>
                  <a:pt x="4919" y="43046"/>
                </a:lnTo>
                <a:lnTo>
                  <a:pt x="5395" y="43756"/>
                </a:lnTo>
                <a:lnTo>
                  <a:pt x="5395" y="44111"/>
                </a:lnTo>
                <a:lnTo>
                  <a:pt x="5395" y="44821"/>
                </a:lnTo>
                <a:lnTo>
                  <a:pt x="5395" y="45442"/>
                </a:lnTo>
                <a:lnTo>
                  <a:pt x="5712" y="46064"/>
                </a:lnTo>
                <a:lnTo>
                  <a:pt x="5712" y="46685"/>
                </a:lnTo>
                <a:lnTo>
                  <a:pt x="5712" y="47129"/>
                </a:lnTo>
                <a:lnTo>
                  <a:pt x="5712" y="47750"/>
                </a:lnTo>
                <a:lnTo>
                  <a:pt x="5712" y="48460"/>
                </a:lnTo>
                <a:lnTo>
                  <a:pt x="6188" y="49081"/>
                </a:lnTo>
                <a:lnTo>
                  <a:pt x="6188" y="49525"/>
                </a:lnTo>
                <a:lnTo>
                  <a:pt x="6188" y="50324"/>
                </a:lnTo>
                <a:lnTo>
                  <a:pt x="6188" y="50768"/>
                </a:lnTo>
                <a:lnTo>
                  <a:pt x="6188" y="51655"/>
                </a:lnTo>
                <a:lnTo>
                  <a:pt x="6506" y="52099"/>
                </a:lnTo>
                <a:lnTo>
                  <a:pt x="6506" y="52720"/>
                </a:lnTo>
                <a:lnTo>
                  <a:pt x="6506" y="53342"/>
                </a:lnTo>
                <a:lnTo>
                  <a:pt x="6506" y="54052"/>
                </a:lnTo>
                <a:lnTo>
                  <a:pt x="6506" y="54407"/>
                </a:lnTo>
                <a:lnTo>
                  <a:pt x="6506" y="55294"/>
                </a:lnTo>
                <a:lnTo>
                  <a:pt x="6506" y="55738"/>
                </a:lnTo>
                <a:lnTo>
                  <a:pt x="6506" y="56537"/>
                </a:lnTo>
                <a:lnTo>
                  <a:pt x="6506" y="56981"/>
                </a:lnTo>
                <a:lnTo>
                  <a:pt x="6823" y="57691"/>
                </a:lnTo>
                <a:lnTo>
                  <a:pt x="6823" y="58312"/>
                </a:lnTo>
                <a:lnTo>
                  <a:pt x="6823" y="58933"/>
                </a:lnTo>
                <a:lnTo>
                  <a:pt x="6823" y="59555"/>
                </a:lnTo>
                <a:lnTo>
                  <a:pt x="6823" y="60265"/>
                </a:lnTo>
                <a:lnTo>
                  <a:pt x="7299" y="60620"/>
                </a:lnTo>
                <a:lnTo>
                  <a:pt x="7299" y="61330"/>
                </a:lnTo>
                <a:lnTo>
                  <a:pt x="7299" y="61951"/>
                </a:lnTo>
                <a:lnTo>
                  <a:pt x="7299" y="62572"/>
                </a:lnTo>
                <a:lnTo>
                  <a:pt x="7299" y="63194"/>
                </a:lnTo>
                <a:lnTo>
                  <a:pt x="7616" y="63637"/>
                </a:lnTo>
                <a:lnTo>
                  <a:pt x="7616" y="64525"/>
                </a:lnTo>
                <a:lnTo>
                  <a:pt x="7616" y="64969"/>
                </a:lnTo>
                <a:lnTo>
                  <a:pt x="7616" y="65767"/>
                </a:lnTo>
                <a:lnTo>
                  <a:pt x="7616" y="66211"/>
                </a:lnTo>
                <a:lnTo>
                  <a:pt x="8093" y="67099"/>
                </a:lnTo>
                <a:lnTo>
                  <a:pt x="8093" y="67543"/>
                </a:lnTo>
                <a:lnTo>
                  <a:pt x="8093" y="68164"/>
                </a:lnTo>
                <a:lnTo>
                  <a:pt x="8093" y="68785"/>
                </a:lnTo>
                <a:lnTo>
                  <a:pt x="8410" y="69406"/>
                </a:lnTo>
                <a:lnTo>
                  <a:pt x="8410" y="70116"/>
                </a:lnTo>
                <a:lnTo>
                  <a:pt x="8410" y="70738"/>
                </a:lnTo>
                <a:lnTo>
                  <a:pt x="8410" y="71359"/>
                </a:lnTo>
                <a:lnTo>
                  <a:pt x="8410" y="71980"/>
                </a:lnTo>
                <a:lnTo>
                  <a:pt x="8410" y="72690"/>
                </a:lnTo>
                <a:lnTo>
                  <a:pt x="8410" y="73134"/>
                </a:lnTo>
                <a:lnTo>
                  <a:pt x="8410" y="73755"/>
                </a:lnTo>
                <a:lnTo>
                  <a:pt x="8410" y="74377"/>
                </a:lnTo>
                <a:lnTo>
                  <a:pt x="8410" y="74998"/>
                </a:lnTo>
                <a:lnTo>
                  <a:pt x="8886" y="75708"/>
                </a:lnTo>
                <a:lnTo>
                  <a:pt x="8886" y="76329"/>
                </a:lnTo>
                <a:lnTo>
                  <a:pt x="8886" y="76951"/>
                </a:lnTo>
                <a:lnTo>
                  <a:pt x="8886" y="77572"/>
                </a:lnTo>
                <a:lnTo>
                  <a:pt x="8886" y="78282"/>
                </a:lnTo>
                <a:lnTo>
                  <a:pt x="9203" y="78903"/>
                </a:lnTo>
                <a:lnTo>
                  <a:pt x="9203" y="79525"/>
                </a:lnTo>
                <a:lnTo>
                  <a:pt x="9203" y="80146"/>
                </a:lnTo>
                <a:lnTo>
                  <a:pt x="9203" y="80767"/>
                </a:lnTo>
                <a:lnTo>
                  <a:pt x="9521" y="81477"/>
                </a:lnTo>
                <a:lnTo>
                  <a:pt x="9521" y="82098"/>
                </a:lnTo>
                <a:lnTo>
                  <a:pt x="9521" y="82542"/>
                </a:lnTo>
                <a:lnTo>
                  <a:pt x="9521" y="83341"/>
                </a:lnTo>
                <a:lnTo>
                  <a:pt x="9521" y="83785"/>
                </a:lnTo>
                <a:lnTo>
                  <a:pt x="9997" y="84672"/>
                </a:lnTo>
                <a:lnTo>
                  <a:pt x="9997" y="85116"/>
                </a:lnTo>
                <a:lnTo>
                  <a:pt x="9997" y="85915"/>
                </a:lnTo>
                <a:lnTo>
                  <a:pt x="9997" y="86359"/>
                </a:lnTo>
                <a:lnTo>
                  <a:pt x="9997" y="87246"/>
                </a:lnTo>
                <a:lnTo>
                  <a:pt x="10314" y="87690"/>
                </a:lnTo>
                <a:lnTo>
                  <a:pt x="10314" y="88489"/>
                </a:lnTo>
                <a:lnTo>
                  <a:pt x="10314" y="88933"/>
                </a:lnTo>
                <a:lnTo>
                  <a:pt x="10314" y="89643"/>
                </a:lnTo>
                <a:lnTo>
                  <a:pt x="10314" y="90264"/>
                </a:lnTo>
                <a:lnTo>
                  <a:pt x="10790" y="90885"/>
                </a:lnTo>
                <a:lnTo>
                  <a:pt x="10790" y="91507"/>
                </a:lnTo>
                <a:lnTo>
                  <a:pt x="10790" y="92217"/>
                </a:lnTo>
                <a:lnTo>
                  <a:pt x="10790" y="92838"/>
                </a:lnTo>
                <a:lnTo>
                  <a:pt x="10790" y="93459"/>
                </a:lnTo>
                <a:lnTo>
                  <a:pt x="10790" y="94080"/>
                </a:lnTo>
                <a:lnTo>
                  <a:pt x="10790" y="94791"/>
                </a:lnTo>
                <a:lnTo>
                  <a:pt x="10790" y="95412"/>
                </a:lnTo>
                <a:lnTo>
                  <a:pt x="10790" y="96033"/>
                </a:lnTo>
                <a:lnTo>
                  <a:pt x="11108" y="96654"/>
                </a:lnTo>
                <a:lnTo>
                  <a:pt x="11108" y="97364"/>
                </a:lnTo>
                <a:lnTo>
                  <a:pt x="11108" y="97986"/>
                </a:lnTo>
                <a:lnTo>
                  <a:pt x="11108" y="98607"/>
                </a:lnTo>
                <a:lnTo>
                  <a:pt x="11108" y="99228"/>
                </a:lnTo>
                <a:lnTo>
                  <a:pt x="11425" y="99938"/>
                </a:lnTo>
                <a:lnTo>
                  <a:pt x="11425" y="100560"/>
                </a:lnTo>
                <a:lnTo>
                  <a:pt x="11425" y="101181"/>
                </a:lnTo>
                <a:lnTo>
                  <a:pt x="11425" y="101802"/>
                </a:lnTo>
                <a:lnTo>
                  <a:pt x="11425" y="102512"/>
                </a:lnTo>
                <a:lnTo>
                  <a:pt x="11901" y="103134"/>
                </a:lnTo>
                <a:lnTo>
                  <a:pt x="11901" y="103932"/>
                </a:lnTo>
                <a:lnTo>
                  <a:pt x="11901" y="104376"/>
                </a:lnTo>
                <a:lnTo>
                  <a:pt x="11901" y="104997"/>
                </a:lnTo>
                <a:lnTo>
                  <a:pt x="12218" y="105707"/>
                </a:lnTo>
                <a:lnTo>
                  <a:pt x="12218" y="106329"/>
                </a:lnTo>
                <a:lnTo>
                  <a:pt x="12218" y="106950"/>
                </a:lnTo>
                <a:lnTo>
                  <a:pt x="12218" y="107571"/>
                </a:lnTo>
                <a:lnTo>
                  <a:pt x="12218" y="108459"/>
                </a:lnTo>
                <a:lnTo>
                  <a:pt x="12694" y="108903"/>
                </a:lnTo>
                <a:lnTo>
                  <a:pt x="12694" y="109790"/>
                </a:lnTo>
                <a:lnTo>
                  <a:pt x="12694" y="110145"/>
                </a:lnTo>
                <a:lnTo>
                  <a:pt x="12694" y="111033"/>
                </a:lnTo>
                <a:lnTo>
                  <a:pt x="12694" y="111654"/>
                </a:lnTo>
                <a:lnTo>
                  <a:pt x="12694" y="112098"/>
                </a:lnTo>
                <a:lnTo>
                  <a:pt x="12694" y="112985"/>
                </a:lnTo>
                <a:lnTo>
                  <a:pt x="12694" y="113429"/>
                </a:lnTo>
                <a:lnTo>
                  <a:pt x="12694" y="114228"/>
                </a:lnTo>
                <a:lnTo>
                  <a:pt x="12694" y="114938"/>
                </a:lnTo>
                <a:lnTo>
                  <a:pt x="13012" y="115559"/>
                </a:lnTo>
                <a:lnTo>
                  <a:pt x="13012" y="116181"/>
                </a:lnTo>
                <a:lnTo>
                  <a:pt x="13012" y="116802"/>
                </a:lnTo>
                <a:lnTo>
                  <a:pt x="13012" y="117512"/>
                </a:lnTo>
                <a:lnTo>
                  <a:pt x="13012" y="118133"/>
                </a:lnTo>
                <a:lnTo>
                  <a:pt x="13488" y="118755"/>
                </a:lnTo>
                <a:lnTo>
                  <a:pt x="13488" y="119376"/>
                </a:lnTo>
                <a:lnTo>
                  <a:pt x="13488" y="120086"/>
                </a:lnTo>
                <a:lnTo>
                  <a:pt x="13488" y="120707"/>
                </a:lnTo>
                <a:lnTo>
                  <a:pt x="13805" y="121595"/>
                </a:lnTo>
                <a:lnTo>
                  <a:pt x="13805" y="121950"/>
                </a:lnTo>
              </a:path>
            </a:pathLst>
          </a:custGeom>
          <a:ln w="194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096406" y="2803561"/>
            <a:ext cx="13329" cy="135973"/>
          </a:xfrm>
          <a:custGeom>
            <a:avLst/>
            <a:gdLst/>
            <a:ahLst/>
            <a:cxnLst/>
            <a:rect l="l" t="t" r="r" b="b"/>
            <a:pathLst>
              <a:path w="13329" h="135973">
                <a:moveTo>
                  <a:pt x="0" y="0"/>
                </a:moveTo>
                <a:lnTo>
                  <a:pt x="0" y="887"/>
                </a:lnTo>
                <a:lnTo>
                  <a:pt x="0" y="1508"/>
                </a:lnTo>
                <a:lnTo>
                  <a:pt x="0" y="1952"/>
                </a:lnTo>
                <a:lnTo>
                  <a:pt x="317" y="2840"/>
                </a:lnTo>
                <a:lnTo>
                  <a:pt x="317" y="3283"/>
                </a:lnTo>
                <a:lnTo>
                  <a:pt x="317" y="4082"/>
                </a:lnTo>
                <a:lnTo>
                  <a:pt x="317" y="4704"/>
                </a:lnTo>
                <a:lnTo>
                  <a:pt x="317" y="5414"/>
                </a:lnTo>
                <a:lnTo>
                  <a:pt x="793" y="6035"/>
                </a:lnTo>
                <a:lnTo>
                  <a:pt x="793" y="6656"/>
                </a:lnTo>
                <a:lnTo>
                  <a:pt x="793" y="7277"/>
                </a:lnTo>
                <a:lnTo>
                  <a:pt x="793" y="7988"/>
                </a:lnTo>
                <a:lnTo>
                  <a:pt x="793" y="8786"/>
                </a:lnTo>
                <a:lnTo>
                  <a:pt x="793" y="9230"/>
                </a:lnTo>
                <a:lnTo>
                  <a:pt x="793" y="10118"/>
                </a:lnTo>
                <a:lnTo>
                  <a:pt x="793" y="10739"/>
                </a:lnTo>
                <a:lnTo>
                  <a:pt x="793" y="11360"/>
                </a:lnTo>
                <a:lnTo>
                  <a:pt x="1110" y="12070"/>
                </a:lnTo>
                <a:lnTo>
                  <a:pt x="1110" y="12692"/>
                </a:lnTo>
                <a:lnTo>
                  <a:pt x="1110" y="13313"/>
                </a:lnTo>
                <a:lnTo>
                  <a:pt x="1110" y="13934"/>
                </a:lnTo>
                <a:lnTo>
                  <a:pt x="1110" y="14644"/>
                </a:lnTo>
                <a:lnTo>
                  <a:pt x="1586" y="15265"/>
                </a:lnTo>
                <a:lnTo>
                  <a:pt x="1586" y="16153"/>
                </a:lnTo>
                <a:lnTo>
                  <a:pt x="1586" y="16508"/>
                </a:lnTo>
                <a:lnTo>
                  <a:pt x="1586" y="17396"/>
                </a:lnTo>
                <a:lnTo>
                  <a:pt x="1586" y="18017"/>
                </a:lnTo>
                <a:lnTo>
                  <a:pt x="1904" y="18461"/>
                </a:lnTo>
                <a:lnTo>
                  <a:pt x="1904" y="19348"/>
                </a:lnTo>
                <a:lnTo>
                  <a:pt x="1904" y="19970"/>
                </a:lnTo>
                <a:lnTo>
                  <a:pt x="1904" y="20591"/>
                </a:lnTo>
                <a:lnTo>
                  <a:pt x="1904" y="21301"/>
                </a:lnTo>
                <a:lnTo>
                  <a:pt x="2221" y="22100"/>
                </a:lnTo>
                <a:lnTo>
                  <a:pt x="2221" y="22721"/>
                </a:lnTo>
                <a:lnTo>
                  <a:pt x="2221" y="23165"/>
                </a:lnTo>
                <a:lnTo>
                  <a:pt x="2221" y="24052"/>
                </a:lnTo>
                <a:lnTo>
                  <a:pt x="2697" y="24674"/>
                </a:lnTo>
                <a:lnTo>
                  <a:pt x="2697" y="25295"/>
                </a:lnTo>
                <a:lnTo>
                  <a:pt x="2697" y="26005"/>
                </a:lnTo>
                <a:lnTo>
                  <a:pt x="2697" y="26804"/>
                </a:lnTo>
                <a:lnTo>
                  <a:pt x="2697" y="27247"/>
                </a:lnTo>
                <a:lnTo>
                  <a:pt x="3015" y="27869"/>
                </a:lnTo>
                <a:lnTo>
                  <a:pt x="3015" y="28756"/>
                </a:lnTo>
                <a:lnTo>
                  <a:pt x="3015" y="29200"/>
                </a:lnTo>
                <a:lnTo>
                  <a:pt x="3015" y="30088"/>
                </a:lnTo>
                <a:lnTo>
                  <a:pt x="3015" y="30709"/>
                </a:lnTo>
                <a:lnTo>
                  <a:pt x="3015" y="31508"/>
                </a:lnTo>
                <a:lnTo>
                  <a:pt x="3015" y="31952"/>
                </a:lnTo>
                <a:lnTo>
                  <a:pt x="3015" y="32662"/>
                </a:lnTo>
                <a:lnTo>
                  <a:pt x="3015" y="33460"/>
                </a:lnTo>
                <a:lnTo>
                  <a:pt x="3015" y="33904"/>
                </a:lnTo>
                <a:lnTo>
                  <a:pt x="3491" y="34792"/>
                </a:lnTo>
                <a:lnTo>
                  <a:pt x="3491" y="35413"/>
                </a:lnTo>
                <a:lnTo>
                  <a:pt x="3491" y="36301"/>
                </a:lnTo>
                <a:lnTo>
                  <a:pt x="3491" y="36656"/>
                </a:lnTo>
                <a:lnTo>
                  <a:pt x="3808" y="37366"/>
                </a:lnTo>
                <a:lnTo>
                  <a:pt x="3808" y="38164"/>
                </a:lnTo>
                <a:lnTo>
                  <a:pt x="3808" y="38608"/>
                </a:lnTo>
                <a:lnTo>
                  <a:pt x="3808" y="39496"/>
                </a:lnTo>
                <a:lnTo>
                  <a:pt x="3808" y="40117"/>
                </a:lnTo>
                <a:lnTo>
                  <a:pt x="4284" y="41005"/>
                </a:lnTo>
                <a:lnTo>
                  <a:pt x="4284" y="41448"/>
                </a:lnTo>
                <a:lnTo>
                  <a:pt x="4284" y="42070"/>
                </a:lnTo>
                <a:lnTo>
                  <a:pt x="4284" y="42957"/>
                </a:lnTo>
                <a:lnTo>
                  <a:pt x="4284" y="43312"/>
                </a:lnTo>
                <a:lnTo>
                  <a:pt x="4601" y="44200"/>
                </a:lnTo>
                <a:lnTo>
                  <a:pt x="4601" y="44821"/>
                </a:lnTo>
                <a:lnTo>
                  <a:pt x="4601" y="45709"/>
                </a:lnTo>
                <a:lnTo>
                  <a:pt x="4601" y="46152"/>
                </a:lnTo>
                <a:lnTo>
                  <a:pt x="4601" y="46774"/>
                </a:lnTo>
                <a:lnTo>
                  <a:pt x="4919" y="47661"/>
                </a:lnTo>
                <a:lnTo>
                  <a:pt x="4919" y="48283"/>
                </a:lnTo>
                <a:lnTo>
                  <a:pt x="4919" y="48904"/>
                </a:lnTo>
                <a:lnTo>
                  <a:pt x="4919" y="49525"/>
                </a:lnTo>
                <a:lnTo>
                  <a:pt x="4919" y="50413"/>
                </a:lnTo>
                <a:lnTo>
                  <a:pt x="4919" y="51034"/>
                </a:lnTo>
                <a:lnTo>
                  <a:pt x="4919" y="51478"/>
                </a:lnTo>
                <a:lnTo>
                  <a:pt x="4919" y="52365"/>
                </a:lnTo>
                <a:lnTo>
                  <a:pt x="4919" y="52987"/>
                </a:lnTo>
                <a:lnTo>
                  <a:pt x="5395" y="53874"/>
                </a:lnTo>
                <a:lnTo>
                  <a:pt x="5395" y="54318"/>
                </a:lnTo>
                <a:lnTo>
                  <a:pt x="5395" y="55117"/>
                </a:lnTo>
                <a:lnTo>
                  <a:pt x="5395" y="55738"/>
                </a:lnTo>
                <a:lnTo>
                  <a:pt x="5395" y="56448"/>
                </a:lnTo>
                <a:lnTo>
                  <a:pt x="5712" y="57069"/>
                </a:lnTo>
                <a:lnTo>
                  <a:pt x="5712" y="57691"/>
                </a:lnTo>
                <a:lnTo>
                  <a:pt x="5712" y="58578"/>
                </a:lnTo>
                <a:lnTo>
                  <a:pt x="5712" y="59200"/>
                </a:lnTo>
                <a:lnTo>
                  <a:pt x="5712" y="59821"/>
                </a:lnTo>
                <a:lnTo>
                  <a:pt x="6188" y="60531"/>
                </a:lnTo>
                <a:lnTo>
                  <a:pt x="6188" y="61152"/>
                </a:lnTo>
                <a:lnTo>
                  <a:pt x="6188" y="62040"/>
                </a:lnTo>
                <a:lnTo>
                  <a:pt x="6188" y="62395"/>
                </a:lnTo>
                <a:lnTo>
                  <a:pt x="6506" y="63282"/>
                </a:lnTo>
                <a:lnTo>
                  <a:pt x="6506" y="63904"/>
                </a:lnTo>
                <a:lnTo>
                  <a:pt x="6506" y="64614"/>
                </a:lnTo>
                <a:lnTo>
                  <a:pt x="6506" y="65412"/>
                </a:lnTo>
                <a:lnTo>
                  <a:pt x="6506" y="65856"/>
                </a:lnTo>
                <a:lnTo>
                  <a:pt x="6823" y="66744"/>
                </a:lnTo>
                <a:lnTo>
                  <a:pt x="6823" y="67365"/>
                </a:lnTo>
                <a:lnTo>
                  <a:pt x="6823" y="68253"/>
                </a:lnTo>
                <a:lnTo>
                  <a:pt x="6823" y="68608"/>
                </a:lnTo>
                <a:lnTo>
                  <a:pt x="6823" y="69318"/>
                </a:lnTo>
                <a:lnTo>
                  <a:pt x="7299" y="70116"/>
                </a:lnTo>
                <a:lnTo>
                  <a:pt x="7299" y="70826"/>
                </a:lnTo>
                <a:lnTo>
                  <a:pt x="7299" y="71625"/>
                </a:lnTo>
                <a:lnTo>
                  <a:pt x="7299" y="72069"/>
                </a:lnTo>
                <a:lnTo>
                  <a:pt x="7299" y="72957"/>
                </a:lnTo>
                <a:lnTo>
                  <a:pt x="7299" y="73578"/>
                </a:lnTo>
                <a:lnTo>
                  <a:pt x="7299" y="74199"/>
                </a:lnTo>
                <a:lnTo>
                  <a:pt x="7299" y="74820"/>
                </a:lnTo>
                <a:lnTo>
                  <a:pt x="7299" y="75531"/>
                </a:lnTo>
                <a:lnTo>
                  <a:pt x="7616" y="76329"/>
                </a:lnTo>
                <a:lnTo>
                  <a:pt x="7616" y="77039"/>
                </a:lnTo>
                <a:lnTo>
                  <a:pt x="7616" y="77661"/>
                </a:lnTo>
                <a:lnTo>
                  <a:pt x="7616" y="78282"/>
                </a:lnTo>
                <a:lnTo>
                  <a:pt x="7616" y="78903"/>
                </a:lnTo>
                <a:lnTo>
                  <a:pt x="8093" y="79791"/>
                </a:lnTo>
                <a:lnTo>
                  <a:pt x="8093" y="80412"/>
                </a:lnTo>
                <a:lnTo>
                  <a:pt x="8093" y="81122"/>
                </a:lnTo>
                <a:lnTo>
                  <a:pt x="8093" y="81743"/>
                </a:lnTo>
                <a:lnTo>
                  <a:pt x="8093" y="82365"/>
                </a:lnTo>
                <a:lnTo>
                  <a:pt x="8410" y="83252"/>
                </a:lnTo>
                <a:lnTo>
                  <a:pt x="8410" y="83874"/>
                </a:lnTo>
                <a:lnTo>
                  <a:pt x="8410" y="84761"/>
                </a:lnTo>
                <a:lnTo>
                  <a:pt x="8410" y="85116"/>
                </a:lnTo>
                <a:lnTo>
                  <a:pt x="8410" y="85826"/>
                </a:lnTo>
                <a:lnTo>
                  <a:pt x="8727" y="86625"/>
                </a:lnTo>
                <a:lnTo>
                  <a:pt x="8727" y="87335"/>
                </a:lnTo>
                <a:lnTo>
                  <a:pt x="8727" y="88134"/>
                </a:lnTo>
                <a:lnTo>
                  <a:pt x="8727" y="88578"/>
                </a:lnTo>
                <a:lnTo>
                  <a:pt x="9203" y="89465"/>
                </a:lnTo>
                <a:lnTo>
                  <a:pt x="9203" y="90086"/>
                </a:lnTo>
                <a:lnTo>
                  <a:pt x="9203" y="90708"/>
                </a:lnTo>
                <a:lnTo>
                  <a:pt x="9203" y="91595"/>
                </a:lnTo>
                <a:lnTo>
                  <a:pt x="9203" y="92039"/>
                </a:lnTo>
                <a:lnTo>
                  <a:pt x="9203" y="92838"/>
                </a:lnTo>
                <a:lnTo>
                  <a:pt x="9203" y="93548"/>
                </a:lnTo>
                <a:lnTo>
                  <a:pt x="9203" y="94169"/>
                </a:lnTo>
                <a:lnTo>
                  <a:pt x="9203" y="95057"/>
                </a:lnTo>
                <a:lnTo>
                  <a:pt x="9203" y="95412"/>
                </a:lnTo>
                <a:lnTo>
                  <a:pt x="9521" y="96299"/>
                </a:lnTo>
                <a:lnTo>
                  <a:pt x="9521" y="96921"/>
                </a:lnTo>
                <a:lnTo>
                  <a:pt x="9521" y="97631"/>
                </a:lnTo>
                <a:lnTo>
                  <a:pt x="9521" y="98429"/>
                </a:lnTo>
                <a:lnTo>
                  <a:pt x="9521" y="99051"/>
                </a:lnTo>
                <a:lnTo>
                  <a:pt x="9997" y="99761"/>
                </a:lnTo>
                <a:lnTo>
                  <a:pt x="9997" y="100382"/>
                </a:lnTo>
                <a:lnTo>
                  <a:pt x="9997" y="101270"/>
                </a:lnTo>
                <a:lnTo>
                  <a:pt x="9997" y="101891"/>
                </a:lnTo>
                <a:lnTo>
                  <a:pt x="10314" y="102512"/>
                </a:lnTo>
                <a:lnTo>
                  <a:pt x="10314" y="103134"/>
                </a:lnTo>
                <a:lnTo>
                  <a:pt x="10314" y="103844"/>
                </a:lnTo>
                <a:lnTo>
                  <a:pt x="10314" y="104642"/>
                </a:lnTo>
                <a:lnTo>
                  <a:pt x="10314" y="105352"/>
                </a:lnTo>
                <a:lnTo>
                  <a:pt x="10790" y="105974"/>
                </a:lnTo>
                <a:lnTo>
                  <a:pt x="10790" y="106773"/>
                </a:lnTo>
                <a:lnTo>
                  <a:pt x="10790" y="107216"/>
                </a:lnTo>
                <a:lnTo>
                  <a:pt x="10790" y="108104"/>
                </a:lnTo>
                <a:lnTo>
                  <a:pt x="10790" y="108725"/>
                </a:lnTo>
                <a:lnTo>
                  <a:pt x="11108" y="109346"/>
                </a:lnTo>
                <a:lnTo>
                  <a:pt x="11108" y="110234"/>
                </a:lnTo>
                <a:lnTo>
                  <a:pt x="11108" y="110855"/>
                </a:lnTo>
                <a:lnTo>
                  <a:pt x="11108" y="111565"/>
                </a:lnTo>
                <a:lnTo>
                  <a:pt x="11108" y="112187"/>
                </a:lnTo>
                <a:lnTo>
                  <a:pt x="11425" y="113074"/>
                </a:lnTo>
                <a:lnTo>
                  <a:pt x="11425" y="113695"/>
                </a:lnTo>
                <a:lnTo>
                  <a:pt x="11425" y="114317"/>
                </a:lnTo>
                <a:lnTo>
                  <a:pt x="11425" y="114938"/>
                </a:lnTo>
                <a:lnTo>
                  <a:pt x="11425" y="115648"/>
                </a:lnTo>
                <a:lnTo>
                  <a:pt x="11425" y="116447"/>
                </a:lnTo>
                <a:lnTo>
                  <a:pt x="11425" y="117068"/>
                </a:lnTo>
                <a:lnTo>
                  <a:pt x="11425" y="117778"/>
                </a:lnTo>
                <a:lnTo>
                  <a:pt x="11425" y="118577"/>
                </a:lnTo>
                <a:lnTo>
                  <a:pt x="11901" y="119021"/>
                </a:lnTo>
                <a:lnTo>
                  <a:pt x="11901" y="119908"/>
                </a:lnTo>
                <a:lnTo>
                  <a:pt x="11901" y="120530"/>
                </a:lnTo>
                <a:lnTo>
                  <a:pt x="11901" y="121151"/>
                </a:lnTo>
                <a:lnTo>
                  <a:pt x="11901" y="122038"/>
                </a:lnTo>
                <a:lnTo>
                  <a:pt x="12218" y="122660"/>
                </a:lnTo>
                <a:lnTo>
                  <a:pt x="12218" y="123281"/>
                </a:lnTo>
                <a:lnTo>
                  <a:pt x="12218" y="123991"/>
                </a:lnTo>
                <a:lnTo>
                  <a:pt x="12218" y="124790"/>
                </a:lnTo>
                <a:lnTo>
                  <a:pt x="12218" y="125500"/>
                </a:lnTo>
                <a:lnTo>
                  <a:pt x="12694" y="126121"/>
                </a:lnTo>
                <a:lnTo>
                  <a:pt x="12694" y="127009"/>
                </a:lnTo>
                <a:lnTo>
                  <a:pt x="12694" y="127630"/>
                </a:lnTo>
                <a:lnTo>
                  <a:pt x="12694" y="128251"/>
                </a:lnTo>
                <a:lnTo>
                  <a:pt x="13012" y="128873"/>
                </a:lnTo>
                <a:lnTo>
                  <a:pt x="13012" y="129583"/>
                </a:lnTo>
                <a:lnTo>
                  <a:pt x="13012" y="130382"/>
                </a:lnTo>
                <a:lnTo>
                  <a:pt x="13012" y="131003"/>
                </a:lnTo>
                <a:lnTo>
                  <a:pt x="13012" y="131890"/>
                </a:lnTo>
                <a:lnTo>
                  <a:pt x="13329" y="132334"/>
                </a:lnTo>
                <a:lnTo>
                  <a:pt x="13329" y="132955"/>
                </a:lnTo>
                <a:lnTo>
                  <a:pt x="13329" y="133843"/>
                </a:lnTo>
                <a:lnTo>
                  <a:pt x="13329" y="134464"/>
                </a:lnTo>
                <a:lnTo>
                  <a:pt x="13329" y="135352"/>
                </a:lnTo>
                <a:lnTo>
                  <a:pt x="13329" y="135973"/>
                </a:lnTo>
              </a:path>
            </a:pathLst>
          </a:custGeom>
          <a:ln w="194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109736" y="2939535"/>
            <a:ext cx="13805" cy="137482"/>
          </a:xfrm>
          <a:custGeom>
            <a:avLst/>
            <a:gdLst/>
            <a:ahLst/>
            <a:cxnLst/>
            <a:rect l="l" t="t" r="r" b="b"/>
            <a:pathLst>
              <a:path w="13805" h="137482">
                <a:moveTo>
                  <a:pt x="0" y="0"/>
                </a:moveTo>
                <a:lnTo>
                  <a:pt x="0" y="621"/>
                </a:lnTo>
                <a:lnTo>
                  <a:pt x="0" y="1331"/>
                </a:lnTo>
                <a:lnTo>
                  <a:pt x="0" y="1952"/>
                </a:lnTo>
                <a:lnTo>
                  <a:pt x="0" y="2751"/>
                </a:lnTo>
                <a:lnTo>
                  <a:pt x="476" y="3461"/>
                </a:lnTo>
                <a:lnTo>
                  <a:pt x="476" y="4082"/>
                </a:lnTo>
                <a:lnTo>
                  <a:pt x="476" y="4970"/>
                </a:lnTo>
                <a:lnTo>
                  <a:pt x="476" y="5325"/>
                </a:lnTo>
                <a:lnTo>
                  <a:pt x="793" y="6212"/>
                </a:lnTo>
                <a:lnTo>
                  <a:pt x="793" y="6834"/>
                </a:lnTo>
                <a:lnTo>
                  <a:pt x="793" y="7721"/>
                </a:lnTo>
                <a:lnTo>
                  <a:pt x="793" y="8343"/>
                </a:lnTo>
                <a:lnTo>
                  <a:pt x="793" y="8964"/>
                </a:lnTo>
                <a:lnTo>
                  <a:pt x="1269" y="9674"/>
                </a:lnTo>
                <a:lnTo>
                  <a:pt x="1269" y="10295"/>
                </a:lnTo>
                <a:lnTo>
                  <a:pt x="1269" y="11183"/>
                </a:lnTo>
                <a:lnTo>
                  <a:pt x="1269" y="11804"/>
                </a:lnTo>
                <a:lnTo>
                  <a:pt x="1269" y="12425"/>
                </a:lnTo>
                <a:lnTo>
                  <a:pt x="1586" y="13047"/>
                </a:lnTo>
                <a:lnTo>
                  <a:pt x="1586" y="13757"/>
                </a:lnTo>
                <a:lnTo>
                  <a:pt x="1586" y="14378"/>
                </a:lnTo>
                <a:lnTo>
                  <a:pt x="1586" y="14999"/>
                </a:lnTo>
                <a:lnTo>
                  <a:pt x="1586" y="15887"/>
                </a:lnTo>
                <a:lnTo>
                  <a:pt x="2062" y="16508"/>
                </a:lnTo>
                <a:lnTo>
                  <a:pt x="2062" y="17129"/>
                </a:lnTo>
                <a:lnTo>
                  <a:pt x="2062" y="18017"/>
                </a:lnTo>
                <a:lnTo>
                  <a:pt x="2062" y="18461"/>
                </a:lnTo>
                <a:lnTo>
                  <a:pt x="2380" y="19259"/>
                </a:lnTo>
                <a:lnTo>
                  <a:pt x="2380" y="19970"/>
                </a:lnTo>
                <a:lnTo>
                  <a:pt x="2380" y="20768"/>
                </a:lnTo>
                <a:lnTo>
                  <a:pt x="2380" y="21478"/>
                </a:lnTo>
                <a:lnTo>
                  <a:pt x="2380" y="22100"/>
                </a:lnTo>
                <a:lnTo>
                  <a:pt x="2380" y="22987"/>
                </a:lnTo>
                <a:lnTo>
                  <a:pt x="2380" y="23342"/>
                </a:lnTo>
                <a:lnTo>
                  <a:pt x="2380" y="24230"/>
                </a:lnTo>
                <a:lnTo>
                  <a:pt x="2380" y="24851"/>
                </a:lnTo>
                <a:lnTo>
                  <a:pt x="2380" y="25561"/>
                </a:lnTo>
                <a:lnTo>
                  <a:pt x="2697" y="26360"/>
                </a:lnTo>
                <a:lnTo>
                  <a:pt x="2697" y="26981"/>
                </a:lnTo>
                <a:lnTo>
                  <a:pt x="2697" y="27691"/>
                </a:lnTo>
                <a:lnTo>
                  <a:pt x="2697" y="28313"/>
                </a:lnTo>
                <a:lnTo>
                  <a:pt x="2697" y="28934"/>
                </a:lnTo>
                <a:lnTo>
                  <a:pt x="3173" y="29821"/>
                </a:lnTo>
                <a:lnTo>
                  <a:pt x="3173" y="30443"/>
                </a:lnTo>
                <a:lnTo>
                  <a:pt x="3173" y="31330"/>
                </a:lnTo>
                <a:lnTo>
                  <a:pt x="3173" y="31952"/>
                </a:lnTo>
                <a:lnTo>
                  <a:pt x="3491" y="32573"/>
                </a:lnTo>
                <a:lnTo>
                  <a:pt x="3491" y="33194"/>
                </a:lnTo>
                <a:lnTo>
                  <a:pt x="3491" y="33904"/>
                </a:lnTo>
                <a:lnTo>
                  <a:pt x="3491" y="34703"/>
                </a:lnTo>
                <a:lnTo>
                  <a:pt x="3491" y="35413"/>
                </a:lnTo>
                <a:lnTo>
                  <a:pt x="3967" y="36034"/>
                </a:lnTo>
                <a:lnTo>
                  <a:pt x="3967" y="36656"/>
                </a:lnTo>
                <a:lnTo>
                  <a:pt x="3967" y="37277"/>
                </a:lnTo>
                <a:lnTo>
                  <a:pt x="3967" y="38164"/>
                </a:lnTo>
                <a:lnTo>
                  <a:pt x="3967" y="38786"/>
                </a:lnTo>
                <a:lnTo>
                  <a:pt x="4284" y="39673"/>
                </a:lnTo>
                <a:lnTo>
                  <a:pt x="4284" y="40295"/>
                </a:lnTo>
                <a:lnTo>
                  <a:pt x="4284" y="40916"/>
                </a:lnTo>
                <a:lnTo>
                  <a:pt x="4284" y="41626"/>
                </a:lnTo>
                <a:lnTo>
                  <a:pt x="4284" y="42247"/>
                </a:lnTo>
                <a:lnTo>
                  <a:pt x="4284" y="43135"/>
                </a:lnTo>
                <a:lnTo>
                  <a:pt x="4284" y="43756"/>
                </a:lnTo>
                <a:lnTo>
                  <a:pt x="4284" y="44377"/>
                </a:lnTo>
                <a:lnTo>
                  <a:pt x="4284" y="45265"/>
                </a:lnTo>
                <a:lnTo>
                  <a:pt x="4601" y="45709"/>
                </a:lnTo>
                <a:lnTo>
                  <a:pt x="4601" y="46507"/>
                </a:lnTo>
                <a:lnTo>
                  <a:pt x="4601" y="47217"/>
                </a:lnTo>
                <a:lnTo>
                  <a:pt x="4601" y="47839"/>
                </a:lnTo>
                <a:lnTo>
                  <a:pt x="4601" y="48638"/>
                </a:lnTo>
                <a:lnTo>
                  <a:pt x="5077" y="49348"/>
                </a:lnTo>
                <a:lnTo>
                  <a:pt x="5077" y="50146"/>
                </a:lnTo>
                <a:lnTo>
                  <a:pt x="5077" y="50590"/>
                </a:lnTo>
                <a:lnTo>
                  <a:pt x="5077" y="51478"/>
                </a:lnTo>
                <a:lnTo>
                  <a:pt x="5077" y="52099"/>
                </a:lnTo>
                <a:lnTo>
                  <a:pt x="5395" y="52720"/>
                </a:lnTo>
                <a:lnTo>
                  <a:pt x="5395" y="53608"/>
                </a:lnTo>
                <a:lnTo>
                  <a:pt x="5395" y="54229"/>
                </a:lnTo>
                <a:lnTo>
                  <a:pt x="5395" y="54850"/>
                </a:lnTo>
                <a:lnTo>
                  <a:pt x="5395" y="55561"/>
                </a:lnTo>
                <a:lnTo>
                  <a:pt x="5871" y="56182"/>
                </a:lnTo>
                <a:lnTo>
                  <a:pt x="5871" y="57069"/>
                </a:lnTo>
                <a:lnTo>
                  <a:pt x="5871" y="57691"/>
                </a:lnTo>
                <a:lnTo>
                  <a:pt x="5871" y="58578"/>
                </a:lnTo>
                <a:lnTo>
                  <a:pt x="6188" y="58933"/>
                </a:lnTo>
                <a:lnTo>
                  <a:pt x="6188" y="59643"/>
                </a:lnTo>
                <a:lnTo>
                  <a:pt x="6188" y="60442"/>
                </a:lnTo>
                <a:lnTo>
                  <a:pt x="6188" y="61152"/>
                </a:lnTo>
                <a:lnTo>
                  <a:pt x="6188" y="61951"/>
                </a:lnTo>
                <a:lnTo>
                  <a:pt x="6664" y="62572"/>
                </a:lnTo>
                <a:lnTo>
                  <a:pt x="6664" y="63282"/>
                </a:lnTo>
                <a:lnTo>
                  <a:pt x="6664" y="63904"/>
                </a:lnTo>
                <a:lnTo>
                  <a:pt x="6664" y="64525"/>
                </a:lnTo>
                <a:lnTo>
                  <a:pt x="6664" y="65412"/>
                </a:lnTo>
                <a:lnTo>
                  <a:pt x="6664" y="66034"/>
                </a:lnTo>
                <a:lnTo>
                  <a:pt x="6664" y="66655"/>
                </a:lnTo>
                <a:lnTo>
                  <a:pt x="6664" y="67365"/>
                </a:lnTo>
                <a:lnTo>
                  <a:pt x="6664" y="67986"/>
                </a:lnTo>
                <a:lnTo>
                  <a:pt x="6664" y="68874"/>
                </a:lnTo>
                <a:lnTo>
                  <a:pt x="6982" y="69495"/>
                </a:lnTo>
                <a:lnTo>
                  <a:pt x="6982" y="70294"/>
                </a:lnTo>
                <a:lnTo>
                  <a:pt x="6982" y="71004"/>
                </a:lnTo>
                <a:lnTo>
                  <a:pt x="6982" y="71448"/>
                </a:lnTo>
                <a:lnTo>
                  <a:pt x="7299" y="72247"/>
                </a:lnTo>
                <a:lnTo>
                  <a:pt x="7299" y="72868"/>
                </a:lnTo>
                <a:lnTo>
                  <a:pt x="7299" y="73755"/>
                </a:lnTo>
                <a:lnTo>
                  <a:pt x="7299" y="74377"/>
                </a:lnTo>
                <a:lnTo>
                  <a:pt x="7299" y="75087"/>
                </a:lnTo>
                <a:lnTo>
                  <a:pt x="7775" y="75708"/>
                </a:lnTo>
                <a:lnTo>
                  <a:pt x="7775" y="76329"/>
                </a:lnTo>
                <a:lnTo>
                  <a:pt x="7775" y="77217"/>
                </a:lnTo>
                <a:lnTo>
                  <a:pt x="7775" y="77838"/>
                </a:lnTo>
                <a:lnTo>
                  <a:pt x="7775" y="78459"/>
                </a:lnTo>
                <a:lnTo>
                  <a:pt x="8093" y="79081"/>
                </a:lnTo>
                <a:lnTo>
                  <a:pt x="8093" y="79791"/>
                </a:lnTo>
                <a:lnTo>
                  <a:pt x="8093" y="80590"/>
                </a:lnTo>
                <a:lnTo>
                  <a:pt x="8093" y="81300"/>
                </a:lnTo>
                <a:lnTo>
                  <a:pt x="8093" y="82098"/>
                </a:lnTo>
                <a:lnTo>
                  <a:pt x="8569" y="82542"/>
                </a:lnTo>
                <a:lnTo>
                  <a:pt x="8569" y="83164"/>
                </a:lnTo>
                <a:lnTo>
                  <a:pt x="8569" y="84051"/>
                </a:lnTo>
                <a:lnTo>
                  <a:pt x="8569" y="84672"/>
                </a:lnTo>
                <a:lnTo>
                  <a:pt x="8569" y="85560"/>
                </a:lnTo>
                <a:lnTo>
                  <a:pt x="8569" y="86181"/>
                </a:lnTo>
                <a:lnTo>
                  <a:pt x="8569" y="86803"/>
                </a:lnTo>
                <a:lnTo>
                  <a:pt x="8569" y="87513"/>
                </a:lnTo>
                <a:lnTo>
                  <a:pt x="8569" y="88134"/>
                </a:lnTo>
                <a:lnTo>
                  <a:pt x="8886" y="89021"/>
                </a:lnTo>
                <a:lnTo>
                  <a:pt x="8886" y="89643"/>
                </a:lnTo>
                <a:lnTo>
                  <a:pt x="8886" y="90264"/>
                </a:lnTo>
                <a:lnTo>
                  <a:pt x="8886" y="90885"/>
                </a:lnTo>
                <a:lnTo>
                  <a:pt x="8886" y="91595"/>
                </a:lnTo>
                <a:lnTo>
                  <a:pt x="9203" y="92394"/>
                </a:lnTo>
                <a:lnTo>
                  <a:pt x="9203" y="93104"/>
                </a:lnTo>
                <a:lnTo>
                  <a:pt x="9203" y="93725"/>
                </a:lnTo>
                <a:lnTo>
                  <a:pt x="9203" y="94347"/>
                </a:lnTo>
                <a:lnTo>
                  <a:pt x="9203" y="94968"/>
                </a:lnTo>
                <a:lnTo>
                  <a:pt x="9679" y="95856"/>
                </a:lnTo>
                <a:lnTo>
                  <a:pt x="9679" y="96477"/>
                </a:lnTo>
                <a:lnTo>
                  <a:pt x="9679" y="97098"/>
                </a:lnTo>
                <a:lnTo>
                  <a:pt x="9679" y="97808"/>
                </a:lnTo>
                <a:lnTo>
                  <a:pt x="9997" y="98607"/>
                </a:lnTo>
                <a:lnTo>
                  <a:pt x="9997" y="99317"/>
                </a:lnTo>
                <a:lnTo>
                  <a:pt x="9997" y="99938"/>
                </a:lnTo>
                <a:lnTo>
                  <a:pt x="9997" y="100560"/>
                </a:lnTo>
                <a:lnTo>
                  <a:pt x="9997" y="101181"/>
                </a:lnTo>
                <a:lnTo>
                  <a:pt x="10473" y="102068"/>
                </a:lnTo>
                <a:lnTo>
                  <a:pt x="10473" y="102690"/>
                </a:lnTo>
                <a:lnTo>
                  <a:pt x="10473" y="103311"/>
                </a:lnTo>
                <a:lnTo>
                  <a:pt x="10473" y="104021"/>
                </a:lnTo>
                <a:lnTo>
                  <a:pt x="10473" y="104642"/>
                </a:lnTo>
                <a:lnTo>
                  <a:pt x="10473" y="105530"/>
                </a:lnTo>
                <a:lnTo>
                  <a:pt x="10473" y="106151"/>
                </a:lnTo>
                <a:lnTo>
                  <a:pt x="10473" y="106773"/>
                </a:lnTo>
                <a:lnTo>
                  <a:pt x="10473" y="107394"/>
                </a:lnTo>
                <a:lnTo>
                  <a:pt x="10473" y="108104"/>
                </a:lnTo>
                <a:lnTo>
                  <a:pt x="10790" y="108903"/>
                </a:lnTo>
                <a:lnTo>
                  <a:pt x="10790" y="109613"/>
                </a:lnTo>
                <a:lnTo>
                  <a:pt x="10790" y="110234"/>
                </a:lnTo>
                <a:lnTo>
                  <a:pt x="10790" y="110855"/>
                </a:lnTo>
                <a:lnTo>
                  <a:pt x="11108" y="111743"/>
                </a:lnTo>
                <a:lnTo>
                  <a:pt x="11108" y="112364"/>
                </a:lnTo>
                <a:lnTo>
                  <a:pt x="11108" y="112808"/>
                </a:lnTo>
                <a:lnTo>
                  <a:pt x="11108" y="113607"/>
                </a:lnTo>
                <a:lnTo>
                  <a:pt x="11108" y="114317"/>
                </a:lnTo>
                <a:lnTo>
                  <a:pt x="11584" y="115116"/>
                </a:lnTo>
                <a:lnTo>
                  <a:pt x="11584" y="115559"/>
                </a:lnTo>
                <a:lnTo>
                  <a:pt x="11584" y="116447"/>
                </a:lnTo>
                <a:lnTo>
                  <a:pt x="11584" y="117068"/>
                </a:lnTo>
                <a:lnTo>
                  <a:pt x="11584" y="117689"/>
                </a:lnTo>
                <a:lnTo>
                  <a:pt x="11901" y="118577"/>
                </a:lnTo>
                <a:lnTo>
                  <a:pt x="11901" y="119021"/>
                </a:lnTo>
                <a:lnTo>
                  <a:pt x="11901" y="119908"/>
                </a:lnTo>
                <a:lnTo>
                  <a:pt x="11901" y="120530"/>
                </a:lnTo>
                <a:lnTo>
                  <a:pt x="11901" y="121151"/>
                </a:lnTo>
                <a:lnTo>
                  <a:pt x="12377" y="121772"/>
                </a:lnTo>
                <a:lnTo>
                  <a:pt x="12377" y="122394"/>
                </a:lnTo>
                <a:lnTo>
                  <a:pt x="12377" y="123281"/>
                </a:lnTo>
                <a:lnTo>
                  <a:pt x="12377" y="123902"/>
                </a:lnTo>
                <a:lnTo>
                  <a:pt x="12694" y="124612"/>
                </a:lnTo>
                <a:lnTo>
                  <a:pt x="12694" y="125234"/>
                </a:lnTo>
                <a:lnTo>
                  <a:pt x="12694" y="125855"/>
                </a:lnTo>
                <a:lnTo>
                  <a:pt x="12694" y="126743"/>
                </a:lnTo>
                <a:lnTo>
                  <a:pt x="12694" y="127186"/>
                </a:lnTo>
                <a:lnTo>
                  <a:pt x="12694" y="127985"/>
                </a:lnTo>
                <a:lnTo>
                  <a:pt x="12694" y="128695"/>
                </a:lnTo>
                <a:lnTo>
                  <a:pt x="12694" y="129316"/>
                </a:lnTo>
                <a:lnTo>
                  <a:pt x="12694" y="129938"/>
                </a:lnTo>
                <a:lnTo>
                  <a:pt x="12694" y="130559"/>
                </a:lnTo>
                <a:lnTo>
                  <a:pt x="13170" y="131447"/>
                </a:lnTo>
                <a:lnTo>
                  <a:pt x="13170" y="132068"/>
                </a:lnTo>
                <a:lnTo>
                  <a:pt x="13170" y="132689"/>
                </a:lnTo>
                <a:lnTo>
                  <a:pt x="13170" y="133399"/>
                </a:lnTo>
                <a:lnTo>
                  <a:pt x="13170" y="134020"/>
                </a:lnTo>
                <a:lnTo>
                  <a:pt x="13488" y="134642"/>
                </a:lnTo>
                <a:lnTo>
                  <a:pt x="13488" y="135263"/>
                </a:lnTo>
                <a:lnTo>
                  <a:pt x="13488" y="136151"/>
                </a:lnTo>
                <a:lnTo>
                  <a:pt x="13488" y="136772"/>
                </a:lnTo>
                <a:lnTo>
                  <a:pt x="13805" y="137482"/>
                </a:lnTo>
              </a:path>
            </a:pathLst>
          </a:custGeom>
          <a:ln w="1945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123541" y="3077017"/>
            <a:ext cx="13488" cy="127098"/>
          </a:xfrm>
          <a:custGeom>
            <a:avLst/>
            <a:gdLst/>
            <a:ahLst/>
            <a:cxnLst/>
            <a:rect l="l" t="t" r="r" b="b"/>
            <a:pathLst>
              <a:path w="13488" h="127098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0" y="2130"/>
                </a:lnTo>
                <a:lnTo>
                  <a:pt x="0" y="2573"/>
                </a:lnTo>
                <a:lnTo>
                  <a:pt x="476" y="3372"/>
                </a:lnTo>
                <a:lnTo>
                  <a:pt x="476" y="4082"/>
                </a:lnTo>
                <a:lnTo>
                  <a:pt x="476" y="4704"/>
                </a:lnTo>
                <a:lnTo>
                  <a:pt x="476" y="5325"/>
                </a:lnTo>
                <a:lnTo>
                  <a:pt x="476" y="5946"/>
                </a:lnTo>
                <a:lnTo>
                  <a:pt x="793" y="6834"/>
                </a:lnTo>
                <a:lnTo>
                  <a:pt x="793" y="7277"/>
                </a:lnTo>
                <a:lnTo>
                  <a:pt x="793" y="8076"/>
                </a:lnTo>
                <a:lnTo>
                  <a:pt x="793" y="8786"/>
                </a:lnTo>
                <a:lnTo>
                  <a:pt x="793" y="9408"/>
                </a:lnTo>
                <a:lnTo>
                  <a:pt x="793" y="10029"/>
                </a:lnTo>
                <a:lnTo>
                  <a:pt x="793" y="10650"/>
                </a:lnTo>
                <a:lnTo>
                  <a:pt x="793" y="11360"/>
                </a:lnTo>
                <a:lnTo>
                  <a:pt x="793" y="11982"/>
                </a:lnTo>
                <a:lnTo>
                  <a:pt x="793" y="12869"/>
                </a:lnTo>
                <a:lnTo>
                  <a:pt x="1269" y="13490"/>
                </a:lnTo>
                <a:lnTo>
                  <a:pt x="1269" y="14112"/>
                </a:lnTo>
                <a:lnTo>
                  <a:pt x="1269" y="14733"/>
                </a:lnTo>
                <a:lnTo>
                  <a:pt x="1269" y="15443"/>
                </a:lnTo>
                <a:lnTo>
                  <a:pt x="1586" y="16064"/>
                </a:lnTo>
                <a:lnTo>
                  <a:pt x="1586" y="16686"/>
                </a:lnTo>
                <a:lnTo>
                  <a:pt x="1586" y="17573"/>
                </a:lnTo>
                <a:lnTo>
                  <a:pt x="1586" y="18017"/>
                </a:lnTo>
                <a:lnTo>
                  <a:pt x="1586" y="18816"/>
                </a:lnTo>
                <a:lnTo>
                  <a:pt x="1904" y="19437"/>
                </a:lnTo>
                <a:lnTo>
                  <a:pt x="1904" y="20147"/>
                </a:lnTo>
                <a:lnTo>
                  <a:pt x="1904" y="20768"/>
                </a:lnTo>
                <a:lnTo>
                  <a:pt x="1904" y="21390"/>
                </a:lnTo>
                <a:lnTo>
                  <a:pt x="1904" y="22011"/>
                </a:lnTo>
                <a:lnTo>
                  <a:pt x="2380" y="22721"/>
                </a:lnTo>
                <a:lnTo>
                  <a:pt x="2380" y="23520"/>
                </a:lnTo>
                <a:lnTo>
                  <a:pt x="2380" y="23964"/>
                </a:lnTo>
                <a:lnTo>
                  <a:pt x="2380" y="24851"/>
                </a:lnTo>
                <a:lnTo>
                  <a:pt x="2380" y="25472"/>
                </a:lnTo>
                <a:lnTo>
                  <a:pt x="2697" y="26094"/>
                </a:lnTo>
                <a:lnTo>
                  <a:pt x="2697" y="26804"/>
                </a:lnTo>
                <a:lnTo>
                  <a:pt x="2697" y="27425"/>
                </a:lnTo>
                <a:lnTo>
                  <a:pt x="2697" y="28046"/>
                </a:lnTo>
                <a:lnTo>
                  <a:pt x="3173" y="28668"/>
                </a:lnTo>
                <a:lnTo>
                  <a:pt x="3173" y="29555"/>
                </a:lnTo>
                <a:lnTo>
                  <a:pt x="3173" y="29999"/>
                </a:lnTo>
                <a:lnTo>
                  <a:pt x="3173" y="30798"/>
                </a:lnTo>
                <a:lnTo>
                  <a:pt x="3173" y="31508"/>
                </a:lnTo>
                <a:lnTo>
                  <a:pt x="3173" y="31952"/>
                </a:lnTo>
                <a:lnTo>
                  <a:pt x="3173" y="32750"/>
                </a:lnTo>
                <a:lnTo>
                  <a:pt x="3173" y="33372"/>
                </a:lnTo>
                <a:lnTo>
                  <a:pt x="3173" y="34082"/>
                </a:lnTo>
                <a:lnTo>
                  <a:pt x="3173" y="34703"/>
                </a:lnTo>
                <a:lnTo>
                  <a:pt x="3491" y="35324"/>
                </a:lnTo>
                <a:lnTo>
                  <a:pt x="3491" y="35946"/>
                </a:lnTo>
                <a:lnTo>
                  <a:pt x="3491" y="36656"/>
                </a:lnTo>
                <a:lnTo>
                  <a:pt x="3491" y="37277"/>
                </a:lnTo>
                <a:lnTo>
                  <a:pt x="3491" y="37898"/>
                </a:lnTo>
                <a:lnTo>
                  <a:pt x="3967" y="38786"/>
                </a:lnTo>
                <a:lnTo>
                  <a:pt x="3967" y="39229"/>
                </a:lnTo>
                <a:lnTo>
                  <a:pt x="3967" y="40028"/>
                </a:lnTo>
                <a:lnTo>
                  <a:pt x="3967" y="40472"/>
                </a:lnTo>
                <a:lnTo>
                  <a:pt x="4284" y="41360"/>
                </a:lnTo>
                <a:lnTo>
                  <a:pt x="4284" y="41981"/>
                </a:lnTo>
                <a:lnTo>
                  <a:pt x="4284" y="42602"/>
                </a:lnTo>
                <a:lnTo>
                  <a:pt x="4284" y="43312"/>
                </a:lnTo>
                <a:lnTo>
                  <a:pt x="4284" y="43934"/>
                </a:lnTo>
                <a:lnTo>
                  <a:pt x="4601" y="44555"/>
                </a:lnTo>
                <a:lnTo>
                  <a:pt x="4601" y="45176"/>
                </a:lnTo>
                <a:lnTo>
                  <a:pt x="4601" y="45886"/>
                </a:lnTo>
                <a:lnTo>
                  <a:pt x="4601" y="46507"/>
                </a:lnTo>
                <a:lnTo>
                  <a:pt x="4601" y="47395"/>
                </a:lnTo>
                <a:lnTo>
                  <a:pt x="5077" y="47750"/>
                </a:lnTo>
                <a:lnTo>
                  <a:pt x="5077" y="48460"/>
                </a:lnTo>
                <a:lnTo>
                  <a:pt x="5077" y="49081"/>
                </a:lnTo>
                <a:lnTo>
                  <a:pt x="5077" y="49703"/>
                </a:lnTo>
                <a:lnTo>
                  <a:pt x="5077" y="50324"/>
                </a:lnTo>
                <a:lnTo>
                  <a:pt x="5077" y="51034"/>
                </a:lnTo>
                <a:lnTo>
                  <a:pt x="5077" y="51833"/>
                </a:lnTo>
                <a:lnTo>
                  <a:pt x="5077" y="52277"/>
                </a:lnTo>
                <a:lnTo>
                  <a:pt x="5077" y="53164"/>
                </a:lnTo>
                <a:lnTo>
                  <a:pt x="5395" y="53608"/>
                </a:lnTo>
                <a:lnTo>
                  <a:pt x="5395" y="54407"/>
                </a:lnTo>
                <a:lnTo>
                  <a:pt x="5395" y="55028"/>
                </a:lnTo>
                <a:lnTo>
                  <a:pt x="5395" y="55738"/>
                </a:lnTo>
                <a:lnTo>
                  <a:pt x="5395" y="56359"/>
                </a:lnTo>
                <a:lnTo>
                  <a:pt x="5871" y="56803"/>
                </a:lnTo>
                <a:lnTo>
                  <a:pt x="5871" y="57602"/>
                </a:lnTo>
                <a:lnTo>
                  <a:pt x="5871" y="58046"/>
                </a:lnTo>
                <a:lnTo>
                  <a:pt x="5871" y="58933"/>
                </a:lnTo>
                <a:lnTo>
                  <a:pt x="5871" y="59377"/>
                </a:lnTo>
                <a:lnTo>
                  <a:pt x="6188" y="60176"/>
                </a:lnTo>
                <a:lnTo>
                  <a:pt x="6188" y="60886"/>
                </a:lnTo>
                <a:lnTo>
                  <a:pt x="6188" y="61507"/>
                </a:lnTo>
                <a:lnTo>
                  <a:pt x="6188" y="62128"/>
                </a:lnTo>
                <a:lnTo>
                  <a:pt x="6188" y="62750"/>
                </a:lnTo>
                <a:lnTo>
                  <a:pt x="6506" y="63460"/>
                </a:lnTo>
                <a:lnTo>
                  <a:pt x="6506" y="63904"/>
                </a:lnTo>
                <a:lnTo>
                  <a:pt x="6506" y="64702"/>
                </a:lnTo>
                <a:lnTo>
                  <a:pt x="6506" y="65146"/>
                </a:lnTo>
                <a:lnTo>
                  <a:pt x="6982" y="66034"/>
                </a:lnTo>
                <a:lnTo>
                  <a:pt x="6982" y="66477"/>
                </a:lnTo>
                <a:lnTo>
                  <a:pt x="6982" y="67276"/>
                </a:lnTo>
                <a:lnTo>
                  <a:pt x="6982" y="67898"/>
                </a:lnTo>
                <a:lnTo>
                  <a:pt x="6982" y="68608"/>
                </a:lnTo>
                <a:lnTo>
                  <a:pt x="7299" y="69229"/>
                </a:lnTo>
                <a:lnTo>
                  <a:pt x="7299" y="69850"/>
                </a:lnTo>
                <a:lnTo>
                  <a:pt x="7299" y="70471"/>
                </a:lnTo>
                <a:lnTo>
                  <a:pt x="7299" y="70915"/>
                </a:lnTo>
                <a:lnTo>
                  <a:pt x="7299" y="71803"/>
                </a:lnTo>
                <a:lnTo>
                  <a:pt x="7299" y="72247"/>
                </a:lnTo>
                <a:lnTo>
                  <a:pt x="7299" y="73045"/>
                </a:lnTo>
                <a:lnTo>
                  <a:pt x="7299" y="73489"/>
                </a:lnTo>
                <a:lnTo>
                  <a:pt x="7299" y="74377"/>
                </a:lnTo>
                <a:lnTo>
                  <a:pt x="7299" y="74820"/>
                </a:lnTo>
                <a:lnTo>
                  <a:pt x="7775" y="75619"/>
                </a:lnTo>
                <a:lnTo>
                  <a:pt x="7775" y="76063"/>
                </a:lnTo>
                <a:lnTo>
                  <a:pt x="7775" y="76951"/>
                </a:lnTo>
                <a:lnTo>
                  <a:pt x="7775" y="77394"/>
                </a:lnTo>
                <a:lnTo>
                  <a:pt x="8093" y="78016"/>
                </a:lnTo>
                <a:lnTo>
                  <a:pt x="8093" y="78637"/>
                </a:lnTo>
                <a:lnTo>
                  <a:pt x="8093" y="79258"/>
                </a:lnTo>
                <a:lnTo>
                  <a:pt x="8093" y="79968"/>
                </a:lnTo>
                <a:lnTo>
                  <a:pt x="8093" y="80590"/>
                </a:lnTo>
                <a:lnTo>
                  <a:pt x="8569" y="81211"/>
                </a:lnTo>
                <a:lnTo>
                  <a:pt x="8569" y="81655"/>
                </a:lnTo>
                <a:lnTo>
                  <a:pt x="8569" y="82542"/>
                </a:lnTo>
                <a:lnTo>
                  <a:pt x="8569" y="82986"/>
                </a:lnTo>
                <a:lnTo>
                  <a:pt x="8569" y="83785"/>
                </a:lnTo>
                <a:lnTo>
                  <a:pt x="8886" y="84229"/>
                </a:lnTo>
                <a:lnTo>
                  <a:pt x="8886" y="85116"/>
                </a:lnTo>
                <a:lnTo>
                  <a:pt x="8886" y="85560"/>
                </a:lnTo>
                <a:lnTo>
                  <a:pt x="8886" y="86359"/>
                </a:lnTo>
                <a:lnTo>
                  <a:pt x="8886" y="86803"/>
                </a:lnTo>
                <a:lnTo>
                  <a:pt x="9203" y="87424"/>
                </a:lnTo>
                <a:lnTo>
                  <a:pt x="9203" y="88134"/>
                </a:lnTo>
                <a:lnTo>
                  <a:pt x="9203" y="88755"/>
                </a:lnTo>
                <a:lnTo>
                  <a:pt x="9203" y="89376"/>
                </a:lnTo>
                <a:lnTo>
                  <a:pt x="9203" y="89820"/>
                </a:lnTo>
                <a:lnTo>
                  <a:pt x="9203" y="90708"/>
                </a:lnTo>
                <a:lnTo>
                  <a:pt x="9203" y="91063"/>
                </a:lnTo>
                <a:lnTo>
                  <a:pt x="9203" y="91950"/>
                </a:lnTo>
                <a:lnTo>
                  <a:pt x="9203" y="92394"/>
                </a:lnTo>
                <a:lnTo>
                  <a:pt x="9679" y="93282"/>
                </a:lnTo>
                <a:lnTo>
                  <a:pt x="9679" y="93637"/>
                </a:lnTo>
                <a:lnTo>
                  <a:pt x="9679" y="94347"/>
                </a:lnTo>
                <a:lnTo>
                  <a:pt x="9679" y="94968"/>
                </a:lnTo>
                <a:lnTo>
                  <a:pt x="9679" y="95589"/>
                </a:lnTo>
                <a:lnTo>
                  <a:pt x="9997" y="96211"/>
                </a:lnTo>
                <a:lnTo>
                  <a:pt x="9997" y="96921"/>
                </a:lnTo>
                <a:lnTo>
                  <a:pt x="9997" y="97276"/>
                </a:lnTo>
                <a:lnTo>
                  <a:pt x="9997" y="98163"/>
                </a:lnTo>
                <a:lnTo>
                  <a:pt x="9997" y="98607"/>
                </a:lnTo>
                <a:lnTo>
                  <a:pt x="10473" y="99228"/>
                </a:lnTo>
                <a:lnTo>
                  <a:pt x="10473" y="99850"/>
                </a:lnTo>
                <a:lnTo>
                  <a:pt x="10473" y="100560"/>
                </a:lnTo>
                <a:lnTo>
                  <a:pt x="10473" y="101181"/>
                </a:lnTo>
                <a:lnTo>
                  <a:pt x="10790" y="101625"/>
                </a:lnTo>
                <a:lnTo>
                  <a:pt x="10790" y="102423"/>
                </a:lnTo>
                <a:lnTo>
                  <a:pt x="10790" y="102867"/>
                </a:lnTo>
                <a:lnTo>
                  <a:pt x="10790" y="103489"/>
                </a:lnTo>
                <a:lnTo>
                  <a:pt x="10790" y="104199"/>
                </a:lnTo>
                <a:lnTo>
                  <a:pt x="11108" y="104820"/>
                </a:lnTo>
                <a:lnTo>
                  <a:pt x="11108" y="105264"/>
                </a:lnTo>
                <a:lnTo>
                  <a:pt x="11108" y="106062"/>
                </a:lnTo>
                <a:lnTo>
                  <a:pt x="11108" y="106506"/>
                </a:lnTo>
                <a:lnTo>
                  <a:pt x="11108" y="107394"/>
                </a:lnTo>
                <a:lnTo>
                  <a:pt x="11584" y="107838"/>
                </a:lnTo>
                <a:lnTo>
                  <a:pt x="11584" y="108459"/>
                </a:lnTo>
                <a:lnTo>
                  <a:pt x="11584" y="109080"/>
                </a:lnTo>
                <a:lnTo>
                  <a:pt x="11584" y="109790"/>
                </a:lnTo>
                <a:lnTo>
                  <a:pt x="11584" y="110145"/>
                </a:lnTo>
                <a:lnTo>
                  <a:pt x="11584" y="111033"/>
                </a:lnTo>
                <a:lnTo>
                  <a:pt x="11584" y="111477"/>
                </a:lnTo>
                <a:lnTo>
                  <a:pt x="11584" y="112098"/>
                </a:lnTo>
                <a:lnTo>
                  <a:pt x="11584" y="112719"/>
                </a:lnTo>
                <a:lnTo>
                  <a:pt x="11901" y="113429"/>
                </a:lnTo>
                <a:lnTo>
                  <a:pt x="11901" y="113784"/>
                </a:lnTo>
                <a:lnTo>
                  <a:pt x="11901" y="114672"/>
                </a:lnTo>
                <a:lnTo>
                  <a:pt x="11901" y="115116"/>
                </a:lnTo>
                <a:lnTo>
                  <a:pt x="11901" y="115737"/>
                </a:lnTo>
                <a:lnTo>
                  <a:pt x="12377" y="116358"/>
                </a:lnTo>
                <a:lnTo>
                  <a:pt x="12377" y="117068"/>
                </a:lnTo>
                <a:lnTo>
                  <a:pt x="12377" y="117512"/>
                </a:lnTo>
                <a:lnTo>
                  <a:pt x="12377" y="118133"/>
                </a:lnTo>
                <a:lnTo>
                  <a:pt x="12377" y="118755"/>
                </a:lnTo>
                <a:lnTo>
                  <a:pt x="12694" y="119376"/>
                </a:lnTo>
                <a:lnTo>
                  <a:pt x="12694" y="119820"/>
                </a:lnTo>
                <a:lnTo>
                  <a:pt x="12694" y="120441"/>
                </a:lnTo>
                <a:lnTo>
                  <a:pt x="12694" y="121151"/>
                </a:lnTo>
                <a:lnTo>
                  <a:pt x="12694" y="121772"/>
                </a:lnTo>
                <a:lnTo>
                  <a:pt x="13012" y="122394"/>
                </a:lnTo>
                <a:lnTo>
                  <a:pt x="13012" y="122837"/>
                </a:lnTo>
                <a:lnTo>
                  <a:pt x="13012" y="123459"/>
                </a:lnTo>
                <a:lnTo>
                  <a:pt x="13012" y="124080"/>
                </a:lnTo>
                <a:lnTo>
                  <a:pt x="13488" y="124790"/>
                </a:lnTo>
                <a:lnTo>
                  <a:pt x="13488" y="125145"/>
                </a:lnTo>
                <a:lnTo>
                  <a:pt x="13488" y="125855"/>
                </a:lnTo>
                <a:lnTo>
                  <a:pt x="13488" y="126476"/>
                </a:lnTo>
                <a:lnTo>
                  <a:pt x="13488" y="127098"/>
                </a:lnTo>
              </a:path>
            </a:pathLst>
          </a:custGeom>
          <a:ln w="1944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137030" y="3204115"/>
            <a:ext cx="13329" cy="104199"/>
          </a:xfrm>
          <a:custGeom>
            <a:avLst/>
            <a:gdLst/>
            <a:ahLst/>
            <a:cxnLst/>
            <a:rect l="l" t="t" r="r" b="b"/>
            <a:pathLst>
              <a:path w="13329" h="104199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0" y="1775"/>
                </a:lnTo>
                <a:lnTo>
                  <a:pt x="0" y="2396"/>
                </a:lnTo>
                <a:lnTo>
                  <a:pt x="0" y="2840"/>
                </a:lnTo>
                <a:lnTo>
                  <a:pt x="317" y="3461"/>
                </a:lnTo>
                <a:lnTo>
                  <a:pt x="317" y="4082"/>
                </a:lnTo>
                <a:lnTo>
                  <a:pt x="317" y="4704"/>
                </a:lnTo>
                <a:lnTo>
                  <a:pt x="317" y="5147"/>
                </a:lnTo>
                <a:lnTo>
                  <a:pt x="317" y="5769"/>
                </a:lnTo>
                <a:lnTo>
                  <a:pt x="793" y="6479"/>
                </a:lnTo>
                <a:lnTo>
                  <a:pt x="793" y="7100"/>
                </a:lnTo>
                <a:lnTo>
                  <a:pt x="793" y="7721"/>
                </a:lnTo>
                <a:lnTo>
                  <a:pt x="793" y="8165"/>
                </a:lnTo>
                <a:lnTo>
                  <a:pt x="1110" y="8786"/>
                </a:lnTo>
                <a:lnTo>
                  <a:pt x="1110" y="9230"/>
                </a:lnTo>
                <a:lnTo>
                  <a:pt x="1110" y="10118"/>
                </a:lnTo>
                <a:lnTo>
                  <a:pt x="1110" y="10561"/>
                </a:lnTo>
                <a:lnTo>
                  <a:pt x="1110" y="11183"/>
                </a:lnTo>
                <a:lnTo>
                  <a:pt x="1586" y="11626"/>
                </a:lnTo>
                <a:lnTo>
                  <a:pt x="1586" y="12248"/>
                </a:lnTo>
                <a:lnTo>
                  <a:pt x="1586" y="12869"/>
                </a:lnTo>
                <a:lnTo>
                  <a:pt x="1586" y="13490"/>
                </a:lnTo>
                <a:lnTo>
                  <a:pt x="1586" y="13934"/>
                </a:lnTo>
                <a:lnTo>
                  <a:pt x="1904" y="14644"/>
                </a:lnTo>
                <a:lnTo>
                  <a:pt x="1904" y="14999"/>
                </a:lnTo>
                <a:lnTo>
                  <a:pt x="1904" y="15709"/>
                </a:lnTo>
                <a:lnTo>
                  <a:pt x="1904" y="16331"/>
                </a:lnTo>
                <a:lnTo>
                  <a:pt x="1904" y="16952"/>
                </a:lnTo>
                <a:lnTo>
                  <a:pt x="1904" y="17396"/>
                </a:lnTo>
                <a:lnTo>
                  <a:pt x="1904" y="18017"/>
                </a:lnTo>
                <a:lnTo>
                  <a:pt x="1904" y="18461"/>
                </a:lnTo>
                <a:lnTo>
                  <a:pt x="1904" y="19082"/>
                </a:lnTo>
                <a:lnTo>
                  <a:pt x="2221" y="19703"/>
                </a:lnTo>
                <a:lnTo>
                  <a:pt x="2221" y="20413"/>
                </a:lnTo>
                <a:lnTo>
                  <a:pt x="2221" y="20857"/>
                </a:lnTo>
                <a:lnTo>
                  <a:pt x="2221" y="21478"/>
                </a:lnTo>
                <a:lnTo>
                  <a:pt x="2221" y="21922"/>
                </a:lnTo>
                <a:lnTo>
                  <a:pt x="2697" y="22543"/>
                </a:lnTo>
                <a:lnTo>
                  <a:pt x="2697" y="22987"/>
                </a:lnTo>
                <a:lnTo>
                  <a:pt x="2697" y="23608"/>
                </a:lnTo>
                <a:lnTo>
                  <a:pt x="2697" y="24230"/>
                </a:lnTo>
                <a:lnTo>
                  <a:pt x="2697" y="24851"/>
                </a:lnTo>
                <a:lnTo>
                  <a:pt x="3015" y="25295"/>
                </a:lnTo>
                <a:lnTo>
                  <a:pt x="3015" y="26005"/>
                </a:lnTo>
                <a:lnTo>
                  <a:pt x="3015" y="26626"/>
                </a:lnTo>
                <a:lnTo>
                  <a:pt x="3015" y="27070"/>
                </a:lnTo>
                <a:lnTo>
                  <a:pt x="3015" y="27691"/>
                </a:lnTo>
                <a:lnTo>
                  <a:pt x="3491" y="28135"/>
                </a:lnTo>
                <a:lnTo>
                  <a:pt x="3491" y="28756"/>
                </a:lnTo>
                <a:lnTo>
                  <a:pt x="3491" y="29378"/>
                </a:lnTo>
                <a:lnTo>
                  <a:pt x="3491" y="29999"/>
                </a:lnTo>
                <a:lnTo>
                  <a:pt x="3808" y="30443"/>
                </a:lnTo>
                <a:lnTo>
                  <a:pt x="3808" y="31153"/>
                </a:lnTo>
                <a:lnTo>
                  <a:pt x="3808" y="31508"/>
                </a:lnTo>
                <a:lnTo>
                  <a:pt x="3808" y="32218"/>
                </a:lnTo>
                <a:lnTo>
                  <a:pt x="3808" y="32573"/>
                </a:lnTo>
                <a:lnTo>
                  <a:pt x="4125" y="33283"/>
                </a:lnTo>
                <a:lnTo>
                  <a:pt x="4125" y="33727"/>
                </a:lnTo>
                <a:lnTo>
                  <a:pt x="4125" y="34348"/>
                </a:lnTo>
                <a:lnTo>
                  <a:pt x="4125" y="34792"/>
                </a:lnTo>
                <a:lnTo>
                  <a:pt x="4125" y="35413"/>
                </a:lnTo>
                <a:lnTo>
                  <a:pt x="4125" y="36034"/>
                </a:lnTo>
                <a:lnTo>
                  <a:pt x="4125" y="36478"/>
                </a:lnTo>
                <a:lnTo>
                  <a:pt x="4125" y="37099"/>
                </a:lnTo>
                <a:lnTo>
                  <a:pt x="4125" y="37543"/>
                </a:lnTo>
                <a:lnTo>
                  <a:pt x="4125" y="38164"/>
                </a:lnTo>
                <a:lnTo>
                  <a:pt x="4601" y="38608"/>
                </a:lnTo>
                <a:lnTo>
                  <a:pt x="4601" y="39229"/>
                </a:lnTo>
                <a:lnTo>
                  <a:pt x="4601" y="39673"/>
                </a:lnTo>
                <a:lnTo>
                  <a:pt x="4601" y="40295"/>
                </a:lnTo>
                <a:lnTo>
                  <a:pt x="4919" y="40738"/>
                </a:lnTo>
                <a:lnTo>
                  <a:pt x="4919" y="41360"/>
                </a:lnTo>
                <a:lnTo>
                  <a:pt x="4919" y="41803"/>
                </a:lnTo>
                <a:lnTo>
                  <a:pt x="4919" y="42513"/>
                </a:lnTo>
                <a:lnTo>
                  <a:pt x="4919" y="43135"/>
                </a:lnTo>
                <a:lnTo>
                  <a:pt x="5395" y="43579"/>
                </a:lnTo>
                <a:lnTo>
                  <a:pt x="5395" y="44200"/>
                </a:lnTo>
                <a:lnTo>
                  <a:pt x="5395" y="44644"/>
                </a:lnTo>
                <a:lnTo>
                  <a:pt x="5395" y="45265"/>
                </a:lnTo>
                <a:lnTo>
                  <a:pt x="5395" y="45709"/>
                </a:lnTo>
                <a:lnTo>
                  <a:pt x="5712" y="46330"/>
                </a:lnTo>
                <a:lnTo>
                  <a:pt x="5712" y="46774"/>
                </a:lnTo>
                <a:lnTo>
                  <a:pt x="5712" y="47395"/>
                </a:lnTo>
                <a:lnTo>
                  <a:pt x="5712" y="47839"/>
                </a:lnTo>
                <a:lnTo>
                  <a:pt x="5712" y="48460"/>
                </a:lnTo>
                <a:lnTo>
                  <a:pt x="6188" y="48904"/>
                </a:lnTo>
                <a:lnTo>
                  <a:pt x="6188" y="49525"/>
                </a:lnTo>
                <a:lnTo>
                  <a:pt x="6188" y="50235"/>
                </a:lnTo>
                <a:lnTo>
                  <a:pt x="6188" y="50590"/>
                </a:lnTo>
                <a:lnTo>
                  <a:pt x="6188" y="51300"/>
                </a:lnTo>
                <a:lnTo>
                  <a:pt x="6188" y="51655"/>
                </a:lnTo>
                <a:lnTo>
                  <a:pt x="6188" y="52365"/>
                </a:lnTo>
                <a:lnTo>
                  <a:pt x="6188" y="52809"/>
                </a:lnTo>
                <a:lnTo>
                  <a:pt x="6188" y="53430"/>
                </a:lnTo>
                <a:lnTo>
                  <a:pt x="6506" y="53874"/>
                </a:lnTo>
                <a:lnTo>
                  <a:pt x="6506" y="54229"/>
                </a:lnTo>
                <a:lnTo>
                  <a:pt x="6506" y="54939"/>
                </a:lnTo>
                <a:lnTo>
                  <a:pt x="6506" y="55383"/>
                </a:lnTo>
                <a:lnTo>
                  <a:pt x="6506" y="56004"/>
                </a:lnTo>
                <a:lnTo>
                  <a:pt x="6823" y="56448"/>
                </a:lnTo>
                <a:lnTo>
                  <a:pt x="6823" y="57069"/>
                </a:lnTo>
                <a:lnTo>
                  <a:pt x="6823" y="57513"/>
                </a:lnTo>
                <a:lnTo>
                  <a:pt x="6823" y="58134"/>
                </a:lnTo>
                <a:lnTo>
                  <a:pt x="6823" y="58578"/>
                </a:lnTo>
                <a:lnTo>
                  <a:pt x="7299" y="59022"/>
                </a:lnTo>
                <a:lnTo>
                  <a:pt x="7299" y="59643"/>
                </a:lnTo>
                <a:lnTo>
                  <a:pt x="7299" y="60087"/>
                </a:lnTo>
                <a:lnTo>
                  <a:pt x="7299" y="60708"/>
                </a:lnTo>
                <a:lnTo>
                  <a:pt x="7616" y="61152"/>
                </a:lnTo>
                <a:lnTo>
                  <a:pt x="7616" y="61773"/>
                </a:lnTo>
                <a:lnTo>
                  <a:pt x="7616" y="62217"/>
                </a:lnTo>
                <a:lnTo>
                  <a:pt x="7616" y="62661"/>
                </a:lnTo>
                <a:lnTo>
                  <a:pt x="7616" y="63105"/>
                </a:lnTo>
                <a:lnTo>
                  <a:pt x="8093" y="63726"/>
                </a:lnTo>
                <a:lnTo>
                  <a:pt x="8093" y="64347"/>
                </a:lnTo>
                <a:lnTo>
                  <a:pt x="8093" y="64791"/>
                </a:lnTo>
                <a:lnTo>
                  <a:pt x="8093" y="65412"/>
                </a:lnTo>
                <a:lnTo>
                  <a:pt x="8093" y="65590"/>
                </a:lnTo>
                <a:lnTo>
                  <a:pt x="8410" y="66300"/>
                </a:lnTo>
                <a:lnTo>
                  <a:pt x="8410" y="66744"/>
                </a:lnTo>
                <a:lnTo>
                  <a:pt x="8410" y="67365"/>
                </a:lnTo>
                <a:lnTo>
                  <a:pt x="8410" y="67809"/>
                </a:lnTo>
                <a:lnTo>
                  <a:pt x="8410" y="68430"/>
                </a:lnTo>
                <a:lnTo>
                  <a:pt x="8410" y="68874"/>
                </a:lnTo>
                <a:lnTo>
                  <a:pt x="8410" y="69318"/>
                </a:lnTo>
                <a:lnTo>
                  <a:pt x="8410" y="69939"/>
                </a:lnTo>
                <a:lnTo>
                  <a:pt x="8410" y="70383"/>
                </a:lnTo>
                <a:lnTo>
                  <a:pt x="8727" y="70738"/>
                </a:lnTo>
                <a:lnTo>
                  <a:pt x="8727" y="71448"/>
                </a:lnTo>
                <a:lnTo>
                  <a:pt x="8727" y="71892"/>
                </a:lnTo>
                <a:lnTo>
                  <a:pt x="8727" y="72513"/>
                </a:lnTo>
                <a:lnTo>
                  <a:pt x="8727" y="72957"/>
                </a:lnTo>
                <a:lnTo>
                  <a:pt x="9203" y="73312"/>
                </a:lnTo>
                <a:lnTo>
                  <a:pt x="9203" y="73755"/>
                </a:lnTo>
                <a:lnTo>
                  <a:pt x="9203" y="74465"/>
                </a:lnTo>
                <a:lnTo>
                  <a:pt x="9203" y="74820"/>
                </a:lnTo>
                <a:lnTo>
                  <a:pt x="9203" y="75264"/>
                </a:lnTo>
                <a:lnTo>
                  <a:pt x="9521" y="75886"/>
                </a:lnTo>
                <a:lnTo>
                  <a:pt x="9521" y="76329"/>
                </a:lnTo>
                <a:lnTo>
                  <a:pt x="9521" y="77039"/>
                </a:lnTo>
                <a:lnTo>
                  <a:pt x="9521" y="77217"/>
                </a:lnTo>
                <a:lnTo>
                  <a:pt x="9521" y="77838"/>
                </a:lnTo>
                <a:lnTo>
                  <a:pt x="9997" y="78459"/>
                </a:lnTo>
                <a:lnTo>
                  <a:pt x="9997" y="78726"/>
                </a:lnTo>
                <a:lnTo>
                  <a:pt x="9997" y="79347"/>
                </a:lnTo>
                <a:lnTo>
                  <a:pt x="9997" y="79791"/>
                </a:lnTo>
                <a:lnTo>
                  <a:pt x="10314" y="80235"/>
                </a:lnTo>
                <a:lnTo>
                  <a:pt x="10314" y="80856"/>
                </a:lnTo>
                <a:lnTo>
                  <a:pt x="10314" y="81300"/>
                </a:lnTo>
                <a:lnTo>
                  <a:pt x="10314" y="81921"/>
                </a:lnTo>
                <a:lnTo>
                  <a:pt x="10314" y="82187"/>
                </a:lnTo>
                <a:lnTo>
                  <a:pt x="10314" y="82808"/>
                </a:lnTo>
                <a:lnTo>
                  <a:pt x="10314" y="83252"/>
                </a:lnTo>
                <a:lnTo>
                  <a:pt x="10314" y="83607"/>
                </a:lnTo>
                <a:lnTo>
                  <a:pt x="10314" y="84317"/>
                </a:lnTo>
                <a:lnTo>
                  <a:pt x="10314" y="84761"/>
                </a:lnTo>
                <a:lnTo>
                  <a:pt x="10790" y="85116"/>
                </a:lnTo>
                <a:lnTo>
                  <a:pt x="10790" y="85560"/>
                </a:lnTo>
                <a:lnTo>
                  <a:pt x="10790" y="86181"/>
                </a:lnTo>
                <a:lnTo>
                  <a:pt x="10790" y="86625"/>
                </a:lnTo>
                <a:lnTo>
                  <a:pt x="10790" y="87069"/>
                </a:lnTo>
                <a:lnTo>
                  <a:pt x="11108" y="87513"/>
                </a:lnTo>
                <a:lnTo>
                  <a:pt x="11108" y="87956"/>
                </a:lnTo>
                <a:lnTo>
                  <a:pt x="11108" y="88578"/>
                </a:lnTo>
                <a:lnTo>
                  <a:pt x="11108" y="89021"/>
                </a:lnTo>
                <a:lnTo>
                  <a:pt x="11425" y="89465"/>
                </a:lnTo>
                <a:lnTo>
                  <a:pt x="11425" y="90086"/>
                </a:lnTo>
                <a:lnTo>
                  <a:pt x="11425" y="90264"/>
                </a:lnTo>
                <a:lnTo>
                  <a:pt x="11425" y="90974"/>
                </a:lnTo>
                <a:lnTo>
                  <a:pt x="11425" y="91329"/>
                </a:lnTo>
                <a:lnTo>
                  <a:pt x="11901" y="91773"/>
                </a:lnTo>
                <a:lnTo>
                  <a:pt x="11901" y="92394"/>
                </a:lnTo>
                <a:lnTo>
                  <a:pt x="11901" y="92660"/>
                </a:lnTo>
                <a:lnTo>
                  <a:pt x="11901" y="93282"/>
                </a:lnTo>
                <a:lnTo>
                  <a:pt x="11901" y="93725"/>
                </a:lnTo>
                <a:lnTo>
                  <a:pt x="12218" y="94169"/>
                </a:lnTo>
                <a:lnTo>
                  <a:pt x="12218" y="94613"/>
                </a:lnTo>
                <a:lnTo>
                  <a:pt x="12218" y="94968"/>
                </a:lnTo>
                <a:lnTo>
                  <a:pt x="12218" y="95678"/>
                </a:lnTo>
                <a:lnTo>
                  <a:pt x="12218" y="96122"/>
                </a:lnTo>
                <a:lnTo>
                  <a:pt x="12694" y="96477"/>
                </a:lnTo>
                <a:lnTo>
                  <a:pt x="12694" y="96921"/>
                </a:lnTo>
                <a:lnTo>
                  <a:pt x="12694" y="97364"/>
                </a:lnTo>
                <a:lnTo>
                  <a:pt x="12694" y="97808"/>
                </a:lnTo>
                <a:lnTo>
                  <a:pt x="12694" y="98429"/>
                </a:lnTo>
                <a:lnTo>
                  <a:pt x="12694" y="98696"/>
                </a:lnTo>
                <a:lnTo>
                  <a:pt x="12694" y="99317"/>
                </a:lnTo>
                <a:lnTo>
                  <a:pt x="12694" y="99761"/>
                </a:lnTo>
                <a:lnTo>
                  <a:pt x="12694" y="100116"/>
                </a:lnTo>
                <a:lnTo>
                  <a:pt x="13012" y="100560"/>
                </a:lnTo>
                <a:lnTo>
                  <a:pt x="13012" y="101003"/>
                </a:lnTo>
                <a:lnTo>
                  <a:pt x="13012" y="101447"/>
                </a:lnTo>
                <a:lnTo>
                  <a:pt x="13012" y="102068"/>
                </a:lnTo>
                <a:lnTo>
                  <a:pt x="13012" y="102335"/>
                </a:lnTo>
                <a:lnTo>
                  <a:pt x="13329" y="102956"/>
                </a:lnTo>
                <a:lnTo>
                  <a:pt x="13329" y="103400"/>
                </a:lnTo>
                <a:lnTo>
                  <a:pt x="13329" y="103844"/>
                </a:lnTo>
                <a:lnTo>
                  <a:pt x="13329" y="104199"/>
                </a:lnTo>
              </a:path>
            </a:pathLst>
          </a:custGeom>
          <a:ln w="1940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150360" y="3308314"/>
            <a:ext cx="13805" cy="70560"/>
          </a:xfrm>
          <a:custGeom>
            <a:avLst/>
            <a:gdLst/>
            <a:ahLst/>
            <a:cxnLst/>
            <a:rect l="l" t="t" r="r" b="b"/>
            <a:pathLst>
              <a:path w="13805" h="70560">
                <a:moveTo>
                  <a:pt x="0" y="0"/>
                </a:moveTo>
                <a:lnTo>
                  <a:pt x="0" y="443"/>
                </a:lnTo>
                <a:lnTo>
                  <a:pt x="476" y="887"/>
                </a:lnTo>
                <a:lnTo>
                  <a:pt x="476" y="1508"/>
                </a:lnTo>
                <a:lnTo>
                  <a:pt x="476" y="1775"/>
                </a:lnTo>
                <a:lnTo>
                  <a:pt x="476" y="2396"/>
                </a:lnTo>
                <a:lnTo>
                  <a:pt x="793" y="2573"/>
                </a:lnTo>
                <a:lnTo>
                  <a:pt x="793" y="3017"/>
                </a:lnTo>
                <a:lnTo>
                  <a:pt x="793" y="3638"/>
                </a:lnTo>
                <a:lnTo>
                  <a:pt x="793" y="3905"/>
                </a:lnTo>
                <a:lnTo>
                  <a:pt x="793" y="4526"/>
                </a:lnTo>
                <a:lnTo>
                  <a:pt x="1269" y="4970"/>
                </a:lnTo>
                <a:lnTo>
                  <a:pt x="1269" y="5414"/>
                </a:lnTo>
                <a:lnTo>
                  <a:pt x="1269" y="5857"/>
                </a:lnTo>
                <a:lnTo>
                  <a:pt x="1269" y="6212"/>
                </a:lnTo>
                <a:lnTo>
                  <a:pt x="1269" y="6656"/>
                </a:lnTo>
                <a:lnTo>
                  <a:pt x="1269" y="7100"/>
                </a:lnTo>
                <a:lnTo>
                  <a:pt x="1269" y="7277"/>
                </a:lnTo>
                <a:lnTo>
                  <a:pt x="1269" y="7988"/>
                </a:lnTo>
                <a:lnTo>
                  <a:pt x="1269" y="8431"/>
                </a:lnTo>
                <a:lnTo>
                  <a:pt x="1269" y="8786"/>
                </a:lnTo>
                <a:lnTo>
                  <a:pt x="1586" y="9230"/>
                </a:lnTo>
                <a:lnTo>
                  <a:pt x="1586" y="9674"/>
                </a:lnTo>
                <a:lnTo>
                  <a:pt x="1586" y="10118"/>
                </a:lnTo>
                <a:lnTo>
                  <a:pt x="1586" y="10561"/>
                </a:lnTo>
                <a:lnTo>
                  <a:pt x="2062" y="11005"/>
                </a:lnTo>
                <a:lnTo>
                  <a:pt x="2062" y="11360"/>
                </a:lnTo>
                <a:lnTo>
                  <a:pt x="2062" y="11804"/>
                </a:lnTo>
                <a:lnTo>
                  <a:pt x="2062" y="12070"/>
                </a:lnTo>
                <a:lnTo>
                  <a:pt x="2062" y="12692"/>
                </a:lnTo>
                <a:lnTo>
                  <a:pt x="2380" y="13135"/>
                </a:lnTo>
                <a:lnTo>
                  <a:pt x="2380" y="13313"/>
                </a:lnTo>
                <a:lnTo>
                  <a:pt x="2380" y="13934"/>
                </a:lnTo>
                <a:lnTo>
                  <a:pt x="2380" y="14378"/>
                </a:lnTo>
                <a:lnTo>
                  <a:pt x="2380" y="14644"/>
                </a:lnTo>
                <a:lnTo>
                  <a:pt x="2697" y="15265"/>
                </a:lnTo>
                <a:lnTo>
                  <a:pt x="2697" y="15709"/>
                </a:lnTo>
                <a:lnTo>
                  <a:pt x="2697" y="15887"/>
                </a:lnTo>
                <a:lnTo>
                  <a:pt x="2697" y="16508"/>
                </a:lnTo>
                <a:lnTo>
                  <a:pt x="2697" y="16774"/>
                </a:lnTo>
                <a:lnTo>
                  <a:pt x="3173" y="17218"/>
                </a:lnTo>
                <a:lnTo>
                  <a:pt x="3173" y="17573"/>
                </a:lnTo>
                <a:lnTo>
                  <a:pt x="3173" y="18017"/>
                </a:lnTo>
                <a:lnTo>
                  <a:pt x="3173" y="18461"/>
                </a:lnTo>
                <a:lnTo>
                  <a:pt x="3173" y="18904"/>
                </a:lnTo>
                <a:lnTo>
                  <a:pt x="3491" y="19082"/>
                </a:lnTo>
                <a:lnTo>
                  <a:pt x="3491" y="19792"/>
                </a:lnTo>
                <a:lnTo>
                  <a:pt x="3491" y="20147"/>
                </a:lnTo>
                <a:lnTo>
                  <a:pt x="3491" y="20413"/>
                </a:lnTo>
                <a:lnTo>
                  <a:pt x="3491" y="20857"/>
                </a:lnTo>
                <a:lnTo>
                  <a:pt x="3491" y="21478"/>
                </a:lnTo>
                <a:lnTo>
                  <a:pt x="3491" y="21656"/>
                </a:lnTo>
                <a:lnTo>
                  <a:pt x="3491" y="22100"/>
                </a:lnTo>
                <a:lnTo>
                  <a:pt x="3491" y="22543"/>
                </a:lnTo>
                <a:lnTo>
                  <a:pt x="3967" y="22721"/>
                </a:lnTo>
                <a:lnTo>
                  <a:pt x="3967" y="23431"/>
                </a:lnTo>
                <a:lnTo>
                  <a:pt x="3967" y="23875"/>
                </a:lnTo>
                <a:lnTo>
                  <a:pt x="3967" y="24052"/>
                </a:lnTo>
                <a:lnTo>
                  <a:pt x="3967" y="24496"/>
                </a:lnTo>
                <a:lnTo>
                  <a:pt x="4284" y="24940"/>
                </a:lnTo>
                <a:lnTo>
                  <a:pt x="4284" y="25295"/>
                </a:lnTo>
                <a:lnTo>
                  <a:pt x="4284" y="25739"/>
                </a:lnTo>
                <a:lnTo>
                  <a:pt x="4284" y="26182"/>
                </a:lnTo>
                <a:lnTo>
                  <a:pt x="4284" y="26449"/>
                </a:lnTo>
                <a:lnTo>
                  <a:pt x="4601" y="26804"/>
                </a:lnTo>
                <a:lnTo>
                  <a:pt x="4601" y="27247"/>
                </a:lnTo>
                <a:lnTo>
                  <a:pt x="4601" y="27514"/>
                </a:lnTo>
                <a:lnTo>
                  <a:pt x="4601" y="28135"/>
                </a:lnTo>
                <a:lnTo>
                  <a:pt x="5077" y="28579"/>
                </a:lnTo>
                <a:lnTo>
                  <a:pt x="5077" y="28756"/>
                </a:lnTo>
                <a:lnTo>
                  <a:pt x="5077" y="29200"/>
                </a:lnTo>
                <a:lnTo>
                  <a:pt x="5077" y="29644"/>
                </a:lnTo>
                <a:lnTo>
                  <a:pt x="5077" y="29821"/>
                </a:lnTo>
                <a:lnTo>
                  <a:pt x="5395" y="30265"/>
                </a:lnTo>
                <a:lnTo>
                  <a:pt x="5395" y="30709"/>
                </a:lnTo>
                <a:lnTo>
                  <a:pt x="5395" y="30886"/>
                </a:lnTo>
                <a:lnTo>
                  <a:pt x="5395" y="31508"/>
                </a:lnTo>
                <a:lnTo>
                  <a:pt x="5395" y="31952"/>
                </a:lnTo>
                <a:lnTo>
                  <a:pt x="5395" y="32218"/>
                </a:lnTo>
                <a:lnTo>
                  <a:pt x="5395" y="32662"/>
                </a:lnTo>
                <a:lnTo>
                  <a:pt x="5395" y="33017"/>
                </a:lnTo>
                <a:lnTo>
                  <a:pt x="5395" y="33283"/>
                </a:lnTo>
                <a:lnTo>
                  <a:pt x="5395" y="33727"/>
                </a:lnTo>
                <a:lnTo>
                  <a:pt x="5871" y="34082"/>
                </a:lnTo>
                <a:lnTo>
                  <a:pt x="5871" y="34525"/>
                </a:lnTo>
                <a:lnTo>
                  <a:pt x="5871" y="34792"/>
                </a:lnTo>
                <a:lnTo>
                  <a:pt x="5871" y="35235"/>
                </a:lnTo>
                <a:lnTo>
                  <a:pt x="6188" y="35591"/>
                </a:lnTo>
                <a:lnTo>
                  <a:pt x="6188" y="35857"/>
                </a:lnTo>
                <a:lnTo>
                  <a:pt x="6188" y="36301"/>
                </a:lnTo>
                <a:lnTo>
                  <a:pt x="6188" y="36656"/>
                </a:lnTo>
                <a:lnTo>
                  <a:pt x="6188" y="36922"/>
                </a:lnTo>
                <a:lnTo>
                  <a:pt x="6506" y="37366"/>
                </a:lnTo>
                <a:lnTo>
                  <a:pt x="6506" y="37809"/>
                </a:lnTo>
                <a:lnTo>
                  <a:pt x="6506" y="37987"/>
                </a:lnTo>
                <a:lnTo>
                  <a:pt x="6506" y="38431"/>
                </a:lnTo>
                <a:lnTo>
                  <a:pt x="6506" y="38874"/>
                </a:lnTo>
                <a:lnTo>
                  <a:pt x="6982" y="39229"/>
                </a:lnTo>
                <a:lnTo>
                  <a:pt x="6982" y="39496"/>
                </a:lnTo>
                <a:lnTo>
                  <a:pt x="6982" y="39940"/>
                </a:lnTo>
                <a:lnTo>
                  <a:pt x="6982" y="40383"/>
                </a:lnTo>
                <a:lnTo>
                  <a:pt x="6982" y="40561"/>
                </a:lnTo>
                <a:lnTo>
                  <a:pt x="7299" y="41005"/>
                </a:lnTo>
                <a:lnTo>
                  <a:pt x="7299" y="41448"/>
                </a:lnTo>
                <a:lnTo>
                  <a:pt x="7299" y="41626"/>
                </a:lnTo>
                <a:lnTo>
                  <a:pt x="7299" y="42070"/>
                </a:lnTo>
                <a:lnTo>
                  <a:pt x="7775" y="42513"/>
                </a:lnTo>
                <a:lnTo>
                  <a:pt x="7775" y="42691"/>
                </a:lnTo>
                <a:lnTo>
                  <a:pt x="7775" y="43135"/>
                </a:lnTo>
                <a:lnTo>
                  <a:pt x="7775" y="43579"/>
                </a:lnTo>
                <a:lnTo>
                  <a:pt x="7775" y="44022"/>
                </a:lnTo>
                <a:lnTo>
                  <a:pt x="7775" y="44377"/>
                </a:lnTo>
                <a:lnTo>
                  <a:pt x="7775" y="44821"/>
                </a:lnTo>
                <a:lnTo>
                  <a:pt x="7775" y="45087"/>
                </a:lnTo>
                <a:lnTo>
                  <a:pt x="7775" y="45531"/>
                </a:lnTo>
                <a:lnTo>
                  <a:pt x="8093" y="45886"/>
                </a:lnTo>
                <a:lnTo>
                  <a:pt x="8093" y="46330"/>
                </a:lnTo>
                <a:lnTo>
                  <a:pt x="8093" y="46596"/>
                </a:lnTo>
                <a:lnTo>
                  <a:pt x="8093" y="46951"/>
                </a:lnTo>
                <a:lnTo>
                  <a:pt x="8093" y="47217"/>
                </a:lnTo>
                <a:lnTo>
                  <a:pt x="8569" y="47395"/>
                </a:lnTo>
                <a:lnTo>
                  <a:pt x="8569" y="47839"/>
                </a:lnTo>
                <a:lnTo>
                  <a:pt x="8569" y="48283"/>
                </a:lnTo>
                <a:lnTo>
                  <a:pt x="8569" y="48726"/>
                </a:lnTo>
                <a:lnTo>
                  <a:pt x="8886" y="48904"/>
                </a:lnTo>
                <a:lnTo>
                  <a:pt x="8886" y="49170"/>
                </a:lnTo>
                <a:lnTo>
                  <a:pt x="8886" y="49525"/>
                </a:lnTo>
                <a:lnTo>
                  <a:pt x="8886" y="49791"/>
                </a:lnTo>
                <a:lnTo>
                  <a:pt x="8886" y="50235"/>
                </a:lnTo>
                <a:lnTo>
                  <a:pt x="9203" y="50679"/>
                </a:lnTo>
                <a:lnTo>
                  <a:pt x="9203" y="50856"/>
                </a:lnTo>
                <a:lnTo>
                  <a:pt x="9203" y="51034"/>
                </a:lnTo>
                <a:lnTo>
                  <a:pt x="9203" y="51478"/>
                </a:lnTo>
                <a:lnTo>
                  <a:pt x="9203" y="51922"/>
                </a:lnTo>
                <a:lnTo>
                  <a:pt x="9679" y="52099"/>
                </a:lnTo>
                <a:lnTo>
                  <a:pt x="9679" y="52365"/>
                </a:lnTo>
                <a:lnTo>
                  <a:pt x="9679" y="52809"/>
                </a:lnTo>
                <a:lnTo>
                  <a:pt x="9679" y="53164"/>
                </a:lnTo>
                <a:lnTo>
                  <a:pt x="9679" y="53430"/>
                </a:lnTo>
                <a:lnTo>
                  <a:pt x="9679" y="53608"/>
                </a:lnTo>
                <a:lnTo>
                  <a:pt x="9679" y="54052"/>
                </a:lnTo>
                <a:lnTo>
                  <a:pt x="9679" y="54495"/>
                </a:lnTo>
                <a:lnTo>
                  <a:pt x="9679" y="54673"/>
                </a:lnTo>
                <a:lnTo>
                  <a:pt x="9997" y="54939"/>
                </a:lnTo>
                <a:lnTo>
                  <a:pt x="9997" y="55383"/>
                </a:lnTo>
                <a:lnTo>
                  <a:pt x="9997" y="55738"/>
                </a:lnTo>
                <a:lnTo>
                  <a:pt x="9997" y="56182"/>
                </a:lnTo>
                <a:lnTo>
                  <a:pt x="10473" y="56626"/>
                </a:lnTo>
                <a:lnTo>
                  <a:pt x="10473" y="56892"/>
                </a:lnTo>
                <a:lnTo>
                  <a:pt x="10473" y="57069"/>
                </a:lnTo>
                <a:lnTo>
                  <a:pt x="10473" y="57513"/>
                </a:lnTo>
                <a:lnTo>
                  <a:pt x="10473" y="57957"/>
                </a:lnTo>
                <a:lnTo>
                  <a:pt x="10790" y="58134"/>
                </a:lnTo>
                <a:lnTo>
                  <a:pt x="10790" y="58312"/>
                </a:lnTo>
                <a:lnTo>
                  <a:pt x="10790" y="58756"/>
                </a:lnTo>
                <a:lnTo>
                  <a:pt x="10790" y="59022"/>
                </a:lnTo>
                <a:lnTo>
                  <a:pt x="10790" y="59200"/>
                </a:lnTo>
                <a:lnTo>
                  <a:pt x="11108" y="59466"/>
                </a:lnTo>
                <a:lnTo>
                  <a:pt x="11108" y="59821"/>
                </a:lnTo>
                <a:lnTo>
                  <a:pt x="11108" y="60265"/>
                </a:lnTo>
                <a:lnTo>
                  <a:pt x="11108" y="60531"/>
                </a:lnTo>
                <a:lnTo>
                  <a:pt x="11584" y="60708"/>
                </a:lnTo>
                <a:lnTo>
                  <a:pt x="11584" y="61152"/>
                </a:lnTo>
                <a:lnTo>
                  <a:pt x="11584" y="61330"/>
                </a:lnTo>
                <a:lnTo>
                  <a:pt x="11584" y="61596"/>
                </a:lnTo>
                <a:lnTo>
                  <a:pt x="11584" y="61773"/>
                </a:lnTo>
                <a:lnTo>
                  <a:pt x="11584" y="62217"/>
                </a:lnTo>
                <a:lnTo>
                  <a:pt x="11584" y="62661"/>
                </a:lnTo>
                <a:lnTo>
                  <a:pt x="11584" y="62838"/>
                </a:lnTo>
                <a:lnTo>
                  <a:pt x="11584" y="63105"/>
                </a:lnTo>
                <a:lnTo>
                  <a:pt x="11584" y="63282"/>
                </a:lnTo>
                <a:lnTo>
                  <a:pt x="11901" y="63726"/>
                </a:lnTo>
                <a:lnTo>
                  <a:pt x="11901" y="63904"/>
                </a:lnTo>
                <a:lnTo>
                  <a:pt x="11901" y="64170"/>
                </a:lnTo>
                <a:lnTo>
                  <a:pt x="11901" y="64347"/>
                </a:lnTo>
                <a:lnTo>
                  <a:pt x="11901" y="64791"/>
                </a:lnTo>
                <a:lnTo>
                  <a:pt x="12377" y="65235"/>
                </a:lnTo>
                <a:lnTo>
                  <a:pt x="12377" y="65679"/>
                </a:lnTo>
                <a:lnTo>
                  <a:pt x="12377" y="65856"/>
                </a:lnTo>
                <a:lnTo>
                  <a:pt x="12694" y="66300"/>
                </a:lnTo>
                <a:lnTo>
                  <a:pt x="12694" y="66744"/>
                </a:lnTo>
                <a:lnTo>
                  <a:pt x="12694" y="66921"/>
                </a:lnTo>
                <a:lnTo>
                  <a:pt x="12694" y="67365"/>
                </a:lnTo>
                <a:lnTo>
                  <a:pt x="13170" y="67543"/>
                </a:lnTo>
                <a:lnTo>
                  <a:pt x="13170" y="67809"/>
                </a:lnTo>
                <a:lnTo>
                  <a:pt x="13170" y="67986"/>
                </a:lnTo>
                <a:lnTo>
                  <a:pt x="13170" y="68253"/>
                </a:lnTo>
                <a:lnTo>
                  <a:pt x="13170" y="68608"/>
                </a:lnTo>
                <a:lnTo>
                  <a:pt x="13488" y="68608"/>
                </a:lnTo>
                <a:lnTo>
                  <a:pt x="13488" y="69051"/>
                </a:lnTo>
                <a:lnTo>
                  <a:pt x="13488" y="69318"/>
                </a:lnTo>
                <a:lnTo>
                  <a:pt x="13488" y="69761"/>
                </a:lnTo>
                <a:lnTo>
                  <a:pt x="13488" y="69939"/>
                </a:lnTo>
                <a:lnTo>
                  <a:pt x="13805" y="70116"/>
                </a:lnTo>
                <a:lnTo>
                  <a:pt x="13805" y="70383"/>
                </a:lnTo>
                <a:lnTo>
                  <a:pt x="13805" y="70560"/>
                </a:lnTo>
              </a:path>
            </a:pathLst>
          </a:custGeom>
          <a:ln w="192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164165" y="3378875"/>
            <a:ext cx="13488" cy="28756"/>
          </a:xfrm>
          <a:custGeom>
            <a:avLst/>
            <a:gdLst/>
            <a:ahLst/>
            <a:cxnLst/>
            <a:rect l="l" t="t" r="r" b="b"/>
            <a:pathLst>
              <a:path w="13488" h="28756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0" y="1065"/>
                </a:lnTo>
                <a:lnTo>
                  <a:pt x="0" y="1331"/>
                </a:lnTo>
                <a:lnTo>
                  <a:pt x="0" y="1775"/>
                </a:lnTo>
                <a:lnTo>
                  <a:pt x="476" y="1775"/>
                </a:lnTo>
                <a:lnTo>
                  <a:pt x="476" y="1952"/>
                </a:lnTo>
                <a:lnTo>
                  <a:pt x="476" y="2396"/>
                </a:lnTo>
                <a:lnTo>
                  <a:pt x="476" y="2573"/>
                </a:lnTo>
                <a:lnTo>
                  <a:pt x="476" y="2840"/>
                </a:lnTo>
                <a:lnTo>
                  <a:pt x="793" y="3017"/>
                </a:lnTo>
                <a:lnTo>
                  <a:pt x="793" y="3195"/>
                </a:lnTo>
                <a:lnTo>
                  <a:pt x="793" y="3461"/>
                </a:lnTo>
                <a:lnTo>
                  <a:pt x="793" y="3905"/>
                </a:lnTo>
                <a:lnTo>
                  <a:pt x="793" y="4082"/>
                </a:lnTo>
                <a:lnTo>
                  <a:pt x="1269" y="4082"/>
                </a:lnTo>
                <a:lnTo>
                  <a:pt x="1269" y="4526"/>
                </a:lnTo>
                <a:lnTo>
                  <a:pt x="1269" y="4704"/>
                </a:lnTo>
                <a:lnTo>
                  <a:pt x="1269" y="4970"/>
                </a:lnTo>
                <a:lnTo>
                  <a:pt x="1586" y="5414"/>
                </a:lnTo>
                <a:lnTo>
                  <a:pt x="1586" y="5591"/>
                </a:lnTo>
                <a:lnTo>
                  <a:pt x="1586" y="5769"/>
                </a:lnTo>
                <a:lnTo>
                  <a:pt x="1586" y="6212"/>
                </a:lnTo>
                <a:lnTo>
                  <a:pt x="1904" y="6479"/>
                </a:lnTo>
                <a:lnTo>
                  <a:pt x="1904" y="6656"/>
                </a:lnTo>
                <a:lnTo>
                  <a:pt x="1904" y="7100"/>
                </a:lnTo>
                <a:lnTo>
                  <a:pt x="1904" y="7277"/>
                </a:lnTo>
                <a:lnTo>
                  <a:pt x="1904" y="7544"/>
                </a:lnTo>
                <a:lnTo>
                  <a:pt x="1904" y="7721"/>
                </a:lnTo>
                <a:lnTo>
                  <a:pt x="1904" y="8165"/>
                </a:lnTo>
                <a:lnTo>
                  <a:pt x="1904" y="8343"/>
                </a:lnTo>
                <a:lnTo>
                  <a:pt x="2380" y="8609"/>
                </a:lnTo>
                <a:lnTo>
                  <a:pt x="2380" y="8786"/>
                </a:lnTo>
                <a:lnTo>
                  <a:pt x="2380" y="9230"/>
                </a:lnTo>
                <a:lnTo>
                  <a:pt x="2697" y="9408"/>
                </a:lnTo>
                <a:lnTo>
                  <a:pt x="2697" y="9674"/>
                </a:lnTo>
                <a:lnTo>
                  <a:pt x="2697" y="9851"/>
                </a:lnTo>
                <a:lnTo>
                  <a:pt x="2697" y="10118"/>
                </a:lnTo>
                <a:lnTo>
                  <a:pt x="3173" y="10561"/>
                </a:lnTo>
                <a:lnTo>
                  <a:pt x="3173" y="10739"/>
                </a:lnTo>
                <a:lnTo>
                  <a:pt x="3173" y="10916"/>
                </a:lnTo>
                <a:lnTo>
                  <a:pt x="3173" y="11183"/>
                </a:lnTo>
                <a:lnTo>
                  <a:pt x="3491" y="11360"/>
                </a:lnTo>
                <a:lnTo>
                  <a:pt x="3491" y="11626"/>
                </a:lnTo>
                <a:lnTo>
                  <a:pt x="3491" y="11804"/>
                </a:lnTo>
                <a:lnTo>
                  <a:pt x="3491" y="11982"/>
                </a:lnTo>
                <a:lnTo>
                  <a:pt x="3491" y="12425"/>
                </a:lnTo>
                <a:lnTo>
                  <a:pt x="3967" y="12425"/>
                </a:lnTo>
                <a:lnTo>
                  <a:pt x="3967" y="12692"/>
                </a:lnTo>
                <a:lnTo>
                  <a:pt x="3967" y="12869"/>
                </a:lnTo>
                <a:lnTo>
                  <a:pt x="3967" y="13135"/>
                </a:lnTo>
                <a:lnTo>
                  <a:pt x="4284" y="13313"/>
                </a:lnTo>
                <a:lnTo>
                  <a:pt x="4284" y="13490"/>
                </a:lnTo>
                <a:lnTo>
                  <a:pt x="4284" y="13757"/>
                </a:lnTo>
                <a:lnTo>
                  <a:pt x="4284" y="13934"/>
                </a:lnTo>
                <a:lnTo>
                  <a:pt x="4284" y="14200"/>
                </a:lnTo>
                <a:lnTo>
                  <a:pt x="4284" y="14378"/>
                </a:lnTo>
                <a:lnTo>
                  <a:pt x="4284" y="14555"/>
                </a:lnTo>
                <a:lnTo>
                  <a:pt x="4284" y="14822"/>
                </a:lnTo>
                <a:lnTo>
                  <a:pt x="4601" y="14999"/>
                </a:lnTo>
                <a:lnTo>
                  <a:pt x="4601" y="15265"/>
                </a:lnTo>
                <a:lnTo>
                  <a:pt x="4601" y="15443"/>
                </a:lnTo>
                <a:lnTo>
                  <a:pt x="4601" y="15709"/>
                </a:lnTo>
                <a:lnTo>
                  <a:pt x="4601" y="15887"/>
                </a:lnTo>
                <a:lnTo>
                  <a:pt x="5077" y="15887"/>
                </a:lnTo>
                <a:lnTo>
                  <a:pt x="5077" y="16064"/>
                </a:lnTo>
                <a:lnTo>
                  <a:pt x="5077" y="16331"/>
                </a:lnTo>
                <a:lnTo>
                  <a:pt x="5077" y="16508"/>
                </a:lnTo>
                <a:lnTo>
                  <a:pt x="5395" y="16774"/>
                </a:lnTo>
                <a:lnTo>
                  <a:pt x="5395" y="16952"/>
                </a:lnTo>
                <a:lnTo>
                  <a:pt x="5395" y="17129"/>
                </a:lnTo>
                <a:lnTo>
                  <a:pt x="5871" y="17396"/>
                </a:lnTo>
                <a:lnTo>
                  <a:pt x="5871" y="17573"/>
                </a:lnTo>
                <a:lnTo>
                  <a:pt x="5871" y="17839"/>
                </a:lnTo>
                <a:lnTo>
                  <a:pt x="5871" y="18017"/>
                </a:lnTo>
                <a:lnTo>
                  <a:pt x="5871" y="18283"/>
                </a:lnTo>
                <a:lnTo>
                  <a:pt x="6188" y="18283"/>
                </a:lnTo>
                <a:lnTo>
                  <a:pt x="6188" y="18461"/>
                </a:lnTo>
                <a:lnTo>
                  <a:pt x="6188" y="18638"/>
                </a:lnTo>
                <a:lnTo>
                  <a:pt x="6188" y="18904"/>
                </a:lnTo>
                <a:lnTo>
                  <a:pt x="6188" y="19082"/>
                </a:lnTo>
                <a:lnTo>
                  <a:pt x="6188" y="19348"/>
                </a:lnTo>
                <a:lnTo>
                  <a:pt x="6188" y="19526"/>
                </a:lnTo>
                <a:lnTo>
                  <a:pt x="6506" y="19526"/>
                </a:lnTo>
                <a:lnTo>
                  <a:pt x="6506" y="19703"/>
                </a:lnTo>
                <a:lnTo>
                  <a:pt x="6506" y="19970"/>
                </a:lnTo>
                <a:lnTo>
                  <a:pt x="6506" y="20147"/>
                </a:lnTo>
                <a:lnTo>
                  <a:pt x="6982" y="20413"/>
                </a:lnTo>
                <a:lnTo>
                  <a:pt x="6982" y="20591"/>
                </a:lnTo>
                <a:lnTo>
                  <a:pt x="6982" y="20857"/>
                </a:lnTo>
                <a:lnTo>
                  <a:pt x="7299" y="21035"/>
                </a:lnTo>
                <a:lnTo>
                  <a:pt x="7299" y="21212"/>
                </a:lnTo>
                <a:lnTo>
                  <a:pt x="7299" y="21478"/>
                </a:lnTo>
                <a:lnTo>
                  <a:pt x="7299" y="21656"/>
                </a:lnTo>
                <a:lnTo>
                  <a:pt x="7775" y="21922"/>
                </a:lnTo>
                <a:lnTo>
                  <a:pt x="7775" y="22100"/>
                </a:lnTo>
                <a:lnTo>
                  <a:pt x="8093" y="22277"/>
                </a:lnTo>
                <a:lnTo>
                  <a:pt x="8093" y="22543"/>
                </a:lnTo>
                <a:lnTo>
                  <a:pt x="8093" y="22721"/>
                </a:lnTo>
                <a:lnTo>
                  <a:pt x="8410" y="22987"/>
                </a:lnTo>
                <a:lnTo>
                  <a:pt x="8410" y="23165"/>
                </a:lnTo>
                <a:lnTo>
                  <a:pt x="8410" y="23431"/>
                </a:lnTo>
                <a:lnTo>
                  <a:pt x="8410" y="23608"/>
                </a:lnTo>
                <a:lnTo>
                  <a:pt x="8410" y="23786"/>
                </a:lnTo>
                <a:lnTo>
                  <a:pt x="8410" y="24052"/>
                </a:lnTo>
                <a:lnTo>
                  <a:pt x="8886" y="24052"/>
                </a:lnTo>
                <a:lnTo>
                  <a:pt x="8886" y="24230"/>
                </a:lnTo>
                <a:lnTo>
                  <a:pt x="9203" y="24496"/>
                </a:lnTo>
                <a:lnTo>
                  <a:pt x="9203" y="24674"/>
                </a:lnTo>
                <a:lnTo>
                  <a:pt x="9203" y="24851"/>
                </a:lnTo>
                <a:lnTo>
                  <a:pt x="9679" y="24851"/>
                </a:lnTo>
                <a:lnTo>
                  <a:pt x="9679" y="25117"/>
                </a:lnTo>
                <a:lnTo>
                  <a:pt x="9679" y="25295"/>
                </a:lnTo>
                <a:lnTo>
                  <a:pt x="9997" y="25295"/>
                </a:lnTo>
                <a:lnTo>
                  <a:pt x="9997" y="25561"/>
                </a:lnTo>
                <a:lnTo>
                  <a:pt x="9997" y="25739"/>
                </a:lnTo>
                <a:lnTo>
                  <a:pt x="10473" y="26005"/>
                </a:lnTo>
                <a:lnTo>
                  <a:pt x="10473" y="26182"/>
                </a:lnTo>
                <a:lnTo>
                  <a:pt x="10473" y="26360"/>
                </a:lnTo>
                <a:lnTo>
                  <a:pt x="10473" y="26626"/>
                </a:lnTo>
                <a:lnTo>
                  <a:pt x="10790" y="26626"/>
                </a:lnTo>
                <a:lnTo>
                  <a:pt x="10790" y="26804"/>
                </a:lnTo>
                <a:lnTo>
                  <a:pt x="11108" y="27070"/>
                </a:lnTo>
                <a:lnTo>
                  <a:pt x="11108" y="27247"/>
                </a:lnTo>
                <a:lnTo>
                  <a:pt x="11584" y="27247"/>
                </a:lnTo>
                <a:lnTo>
                  <a:pt x="11584" y="27425"/>
                </a:lnTo>
                <a:lnTo>
                  <a:pt x="11901" y="27691"/>
                </a:lnTo>
                <a:lnTo>
                  <a:pt x="12377" y="27691"/>
                </a:lnTo>
                <a:lnTo>
                  <a:pt x="12377" y="27869"/>
                </a:lnTo>
                <a:lnTo>
                  <a:pt x="12694" y="28135"/>
                </a:lnTo>
                <a:lnTo>
                  <a:pt x="12694" y="28313"/>
                </a:lnTo>
                <a:lnTo>
                  <a:pt x="12694" y="28490"/>
                </a:lnTo>
                <a:lnTo>
                  <a:pt x="13012" y="28490"/>
                </a:lnTo>
                <a:lnTo>
                  <a:pt x="13012" y="28756"/>
                </a:lnTo>
                <a:lnTo>
                  <a:pt x="13488" y="28756"/>
                </a:lnTo>
              </a:path>
            </a:pathLst>
          </a:custGeom>
          <a:ln w="179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177654" y="3389171"/>
            <a:ext cx="13805" cy="18638"/>
          </a:xfrm>
          <a:custGeom>
            <a:avLst/>
            <a:gdLst/>
            <a:ahLst/>
            <a:cxnLst/>
            <a:rect l="l" t="t" r="r" b="b"/>
            <a:pathLst>
              <a:path w="13805" h="18638">
                <a:moveTo>
                  <a:pt x="0" y="18461"/>
                </a:moveTo>
                <a:lnTo>
                  <a:pt x="317" y="18461"/>
                </a:lnTo>
                <a:lnTo>
                  <a:pt x="317" y="18638"/>
                </a:lnTo>
                <a:lnTo>
                  <a:pt x="793" y="18638"/>
                </a:lnTo>
                <a:lnTo>
                  <a:pt x="1110" y="18638"/>
                </a:lnTo>
                <a:lnTo>
                  <a:pt x="1586" y="18638"/>
                </a:lnTo>
                <a:lnTo>
                  <a:pt x="1904" y="18638"/>
                </a:lnTo>
                <a:lnTo>
                  <a:pt x="2221" y="18638"/>
                </a:lnTo>
                <a:lnTo>
                  <a:pt x="2697" y="18638"/>
                </a:lnTo>
                <a:lnTo>
                  <a:pt x="3015" y="18638"/>
                </a:lnTo>
                <a:lnTo>
                  <a:pt x="3015" y="18461"/>
                </a:lnTo>
                <a:lnTo>
                  <a:pt x="3491" y="18461"/>
                </a:lnTo>
                <a:lnTo>
                  <a:pt x="3491" y="18194"/>
                </a:lnTo>
                <a:lnTo>
                  <a:pt x="3808" y="18194"/>
                </a:lnTo>
                <a:lnTo>
                  <a:pt x="3808" y="18017"/>
                </a:lnTo>
                <a:lnTo>
                  <a:pt x="4125" y="18017"/>
                </a:lnTo>
                <a:lnTo>
                  <a:pt x="4125" y="17839"/>
                </a:lnTo>
                <a:lnTo>
                  <a:pt x="4601" y="17573"/>
                </a:lnTo>
                <a:lnTo>
                  <a:pt x="4601" y="17396"/>
                </a:lnTo>
                <a:lnTo>
                  <a:pt x="4919" y="17396"/>
                </a:lnTo>
                <a:lnTo>
                  <a:pt x="5395" y="17396"/>
                </a:lnTo>
                <a:lnTo>
                  <a:pt x="5395" y="17129"/>
                </a:lnTo>
                <a:lnTo>
                  <a:pt x="5395" y="16952"/>
                </a:lnTo>
                <a:lnTo>
                  <a:pt x="5395" y="16508"/>
                </a:lnTo>
                <a:lnTo>
                  <a:pt x="5712" y="16508"/>
                </a:lnTo>
                <a:lnTo>
                  <a:pt x="5712" y="16331"/>
                </a:lnTo>
                <a:lnTo>
                  <a:pt x="6188" y="16331"/>
                </a:lnTo>
                <a:lnTo>
                  <a:pt x="6188" y="16064"/>
                </a:lnTo>
                <a:lnTo>
                  <a:pt x="6188" y="15887"/>
                </a:lnTo>
                <a:lnTo>
                  <a:pt x="6506" y="15887"/>
                </a:lnTo>
                <a:lnTo>
                  <a:pt x="6506" y="15709"/>
                </a:lnTo>
                <a:lnTo>
                  <a:pt x="6506" y="15443"/>
                </a:lnTo>
                <a:lnTo>
                  <a:pt x="6823" y="15443"/>
                </a:lnTo>
                <a:lnTo>
                  <a:pt x="6823" y="15265"/>
                </a:lnTo>
                <a:lnTo>
                  <a:pt x="6823" y="14999"/>
                </a:lnTo>
                <a:lnTo>
                  <a:pt x="7299" y="14999"/>
                </a:lnTo>
                <a:lnTo>
                  <a:pt x="7299" y="14822"/>
                </a:lnTo>
                <a:lnTo>
                  <a:pt x="7299" y="14555"/>
                </a:lnTo>
                <a:lnTo>
                  <a:pt x="7299" y="14378"/>
                </a:lnTo>
                <a:lnTo>
                  <a:pt x="7299" y="14200"/>
                </a:lnTo>
                <a:lnTo>
                  <a:pt x="7299" y="14200"/>
                </a:lnTo>
                <a:lnTo>
                  <a:pt x="7616" y="13934"/>
                </a:lnTo>
                <a:lnTo>
                  <a:pt x="7616" y="13757"/>
                </a:lnTo>
                <a:lnTo>
                  <a:pt x="8093" y="13490"/>
                </a:lnTo>
                <a:lnTo>
                  <a:pt x="8093" y="13313"/>
                </a:lnTo>
                <a:lnTo>
                  <a:pt x="8093" y="13135"/>
                </a:lnTo>
                <a:lnTo>
                  <a:pt x="8093" y="12869"/>
                </a:lnTo>
                <a:lnTo>
                  <a:pt x="8410" y="12869"/>
                </a:lnTo>
                <a:lnTo>
                  <a:pt x="8410" y="12692"/>
                </a:lnTo>
                <a:lnTo>
                  <a:pt x="8410" y="12425"/>
                </a:lnTo>
                <a:lnTo>
                  <a:pt x="8727" y="12248"/>
                </a:lnTo>
                <a:lnTo>
                  <a:pt x="8727" y="11982"/>
                </a:lnTo>
                <a:lnTo>
                  <a:pt x="8727" y="11804"/>
                </a:lnTo>
                <a:lnTo>
                  <a:pt x="9203" y="11804"/>
                </a:lnTo>
                <a:lnTo>
                  <a:pt x="9203" y="11626"/>
                </a:lnTo>
                <a:lnTo>
                  <a:pt x="9203" y="11360"/>
                </a:lnTo>
                <a:lnTo>
                  <a:pt x="9521" y="11183"/>
                </a:lnTo>
                <a:lnTo>
                  <a:pt x="9521" y="10916"/>
                </a:lnTo>
                <a:lnTo>
                  <a:pt x="9521" y="10739"/>
                </a:lnTo>
                <a:lnTo>
                  <a:pt x="9521" y="10561"/>
                </a:lnTo>
                <a:lnTo>
                  <a:pt x="9521" y="10295"/>
                </a:lnTo>
                <a:lnTo>
                  <a:pt x="9521" y="10118"/>
                </a:lnTo>
                <a:lnTo>
                  <a:pt x="9521" y="9851"/>
                </a:lnTo>
                <a:lnTo>
                  <a:pt x="9997" y="9674"/>
                </a:lnTo>
                <a:lnTo>
                  <a:pt x="9997" y="9408"/>
                </a:lnTo>
                <a:lnTo>
                  <a:pt x="9997" y="9230"/>
                </a:lnTo>
                <a:lnTo>
                  <a:pt x="10314" y="9230"/>
                </a:lnTo>
                <a:lnTo>
                  <a:pt x="10314" y="9053"/>
                </a:lnTo>
                <a:lnTo>
                  <a:pt x="10314" y="8786"/>
                </a:lnTo>
                <a:lnTo>
                  <a:pt x="10314" y="8609"/>
                </a:lnTo>
                <a:lnTo>
                  <a:pt x="10314" y="8343"/>
                </a:lnTo>
                <a:lnTo>
                  <a:pt x="10631" y="8165"/>
                </a:lnTo>
                <a:lnTo>
                  <a:pt x="10631" y="7988"/>
                </a:lnTo>
                <a:lnTo>
                  <a:pt x="10631" y="7721"/>
                </a:lnTo>
                <a:lnTo>
                  <a:pt x="11108" y="7544"/>
                </a:lnTo>
                <a:lnTo>
                  <a:pt x="11108" y="7277"/>
                </a:lnTo>
                <a:lnTo>
                  <a:pt x="11108" y="7100"/>
                </a:lnTo>
                <a:lnTo>
                  <a:pt x="11108" y="6834"/>
                </a:lnTo>
                <a:lnTo>
                  <a:pt x="11425" y="6656"/>
                </a:lnTo>
                <a:lnTo>
                  <a:pt x="11425" y="6479"/>
                </a:lnTo>
                <a:lnTo>
                  <a:pt x="11425" y="6212"/>
                </a:lnTo>
                <a:lnTo>
                  <a:pt x="11425" y="6035"/>
                </a:lnTo>
                <a:lnTo>
                  <a:pt x="11425" y="5769"/>
                </a:lnTo>
                <a:lnTo>
                  <a:pt x="11425" y="5591"/>
                </a:lnTo>
                <a:lnTo>
                  <a:pt x="11425" y="5414"/>
                </a:lnTo>
                <a:lnTo>
                  <a:pt x="11425" y="5147"/>
                </a:lnTo>
                <a:lnTo>
                  <a:pt x="11901" y="4970"/>
                </a:lnTo>
                <a:lnTo>
                  <a:pt x="11901" y="4704"/>
                </a:lnTo>
                <a:lnTo>
                  <a:pt x="11901" y="4526"/>
                </a:lnTo>
                <a:lnTo>
                  <a:pt x="11901" y="4260"/>
                </a:lnTo>
                <a:lnTo>
                  <a:pt x="12218" y="4082"/>
                </a:lnTo>
                <a:lnTo>
                  <a:pt x="12218" y="3905"/>
                </a:lnTo>
                <a:lnTo>
                  <a:pt x="12218" y="3638"/>
                </a:lnTo>
                <a:lnTo>
                  <a:pt x="12218" y="3461"/>
                </a:lnTo>
                <a:lnTo>
                  <a:pt x="12218" y="3195"/>
                </a:lnTo>
                <a:lnTo>
                  <a:pt x="12694" y="3195"/>
                </a:lnTo>
                <a:lnTo>
                  <a:pt x="12694" y="3017"/>
                </a:lnTo>
                <a:lnTo>
                  <a:pt x="12694" y="2840"/>
                </a:lnTo>
                <a:lnTo>
                  <a:pt x="12694" y="2573"/>
                </a:lnTo>
                <a:lnTo>
                  <a:pt x="13012" y="2396"/>
                </a:lnTo>
                <a:lnTo>
                  <a:pt x="13012" y="2130"/>
                </a:lnTo>
                <a:lnTo>
                  <a:pt x="13012" y="1686"/>
                </a:lnTo>
                <a:lnTo>
                  <a:pt x="13012" y="1508"/>
                </a:lnTo>
                <a:lnTo>
                  <a:pt x="13329" y="1331"/>
                </a:lnTo>
                <a:lnTo>
                  <a:pt x="13329" y="1065"/>
                </a:lnTo>
                <a:lnTo>
                  <a:pt x="13329" y="887"/>
                </a:lnTo>
                <a:lnTo>
                  <a:pt x="13329" y="621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164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191459" y="3323136"/>
            <a:ext cx="13329" cy="66034"/>
          </a:xfrm>
          <a:custGeom>
            <a:avLst/>
            <a:gdLst/>
            <a:ahLst/>
            <a:cxnLst/>
            <a:rect l="l" t="t" r="r" b="b"/>
            <a:pathLst>
              <a:path w="13329" h="66034">
                <a:moveTo>
                  <a:pt x="0" y="66034"/>
                </a:moveTo>
                <a:lnTo>
                  <a:pt x="0" y="65856"/>
                </a:lnTo>
                <a:lnTo>
                  <a:pt x="0" y="65590"/>
                </a:lnTo>
                <a:lnTo>
                  <a:pt x="0" y="65146"/>
                </a:lnTo>
                <a:lnTo>
                  <a:pt x="0" y="64969"/>
                </a:lnTo>
                <a:lnTo>
                  <a:pt x="0" y="64791"/>
                </a:lnTo>
                <a:lnTo>
                  <a:pt x="0" y="64525"/>
                </a:lnTo>
                <a:lnTo>
                  <a:pt x="317" y="64525"/>
                </a:lnTo>
                <a:lnTo>
                  <a:pt x="317" y="64081"/>
                </a:lnTo>
                <a:lnTo>
                  <a:pt x="317" y="63904"/>
                </a:lnTo>
                <a:lnTo>
                  <a:pt x="317" y="63726"/>
                </a:lnTo>
                <a:lnTo>
                  <a:pt x="317" y="63460"/>
                </a:lnTo>
                <a:lnTo>
                  <a:pt x="793" y="63282"/>
                </a:lnTo>
                <a:lnTo>
                  <a:pt x="793" y="63016"/>
                </a:lnTo>
                <a:lnTo>
                  <a:pt x="793" y="62838"/>
                </a:lnTo>
                <a:lnTo>
                  <a:pt x="793" y="62572"/>
                </a:lnTo>
                <a:lnTo>
                  <a:pt x="793" y="62217"/>
                </a:lnTo>
                <a:lnTo>
                  <a:pt x="1110" y="62217"/>
                </a:lnTo>
                <a:lnTo>
                  <a:pt x="1110" y="61951"/>
                </a:lnTo>
                <a:lnTo>
                  <a:pt x="1110" y="61507"/>
                </a:lnTo>
                <a:lnTo>
                  <a:pt x="1110" y="61330"/>
                </a:lnTo>
                <a:lnTo>
                  <a:pt x="1110" y="61152"/>
                </a:lnTo>
                <a:lnTo>
                  <a:pt x="1428" y="60886"/>
                </a:lnTo>
                <a:lnTo>
                  <a:pt x="1428" y="60708"/>
                </a:lnTo>
                <a:lnTo>
                  <a:pt x="1428" y="60442"/>
                </a:lnTo>
                <a:lnTo>
                  <a:pt x="1428" y="60087"/>
                </a:lnTo>
                <a:lnTo>
                  <a:pt x="1904" y="59821"/>
                </a:lnTo>
                <a:lnTo>
                  <a:pt x="1904" y="59377"/>
                </a:lnTo>
                <a:lnTo>
                  <a:pt x="1904" y="59200"/>
                </a:lnTo>
                <a:lnTo>
                  <a:pt x="1904" y="58933"/>
                </a:lnTo>
                <a:lnTo>
                  <a:pt x="1904" y="58578"/>
                </a:lnTo>
                <a:lnTo>
                  <a:pt x="1904" y="58134"/>
                </a:lnTo>
                <a:lnTo>
                  <a:pt x="1904" y="57868"/>
                </a:lnTo>
                <a:lnTo>
                  <a:pt x="1904" y="57691"/>
                </a:lnTo>
                <a:lnTo>
                  <a:pt x="2221" y="57513"/>
                </a:lnTo>
                <a:lnTo>
                  <a:pt x="2221" y="57247"/>
                </a:lnTo>
                <a:lnTo>
                  <a:pt x="2221" y="56803"/>
                </a:lnTo>
                <a:lnTo>
                  <a:pt x="2221" y="56626"/>
                </a:lnTo>
                <a:lnTo>
                  <a:pt x="2221" y="56182"/>
                </a:lnTo>
                <a:lnTo>
                  <a:pt x="2697" y="56182"/>
                </a:lnTo>
                <a:lnTo>
                  <a:pt x="2697" y="56004"/>
                </a:lnTo>
                <a:lnTo>
                  <a:pt x="2697" y="55561"/>
                </a:lnTo>
                <a:lnTo>
                  <a:pt x="2697" y="55294"/>
                </a:lnTo>
                <a:lnTo>
                  <a:pt x="3015" y="55117"/>
                </a:lnTo>
                <a:lnTo>
                  <a:pt x="3015" y="54939"/>
                </a:lnTo>
                <a:lnTo>
                  <a:pt x="3015" y="54495"/>
                </a:lnTo>
                <a:lnTo>
                  <a:pt x="3015" y="54229"/>
                </a:lnTo>
                <a:lnTo>
                  <a:pt x="3015" y="53785"/>
                </a:lnTo>
                <a:lnTo>
                  <a:pt x="3491" y="53785"/>
                </a:lnTo>
                <a:lnTo>
                  <a:pt x="3491" y="53430"/>
                </a:lnTo>
                <a:lnTo>
                  <a:pt x="3491" y="53164"/>
                </a:lnTo>
                <a:lnTo>
                  <a:pt x="3491" y="52720"/>
                </a:lnTo>
                <a:lnTo>
                  <a:pt x="3808" y="52365"/>
                </a:lnTo>
                <a:lnTo>
                  <a:pt x="3808" y="51922"/>
                </a:lnTo>
                <a:lnTo>
                  <a:pt x="3808" y="51655"/>
                </a:lnTo>
                <a:lnTo>
                  <a:pt x="3808" y="51478"/>
                </a:lnTo>
                <a:lnTo>
                  <a:pt x="3808" y="51211"/>
                </a:lnTo>
                <a:lnTo>
                  <a:pt x="4125" y="50856"/>
                </a:lnTo>
                <a:lnTo>
                  <a:pt x="4125" y="50590"/>
                </a:lnTo>
                <a:lnTo>
                  <a:pt x="4125" y="50413"/>
                </a:lnTo>
                <a:lnTo>
                  <a:pt x="4125" y="49969"/>
                </a:lnTo>
                <a:lnTo>
                  <a:pt x="4125" y="49791"/>
                </a:lnTo>
                <a:lnTo>
                  <a:pt x="4125" y="49348"/>
                </a:lnTo>
                <a:lnTo>
                  <a:pt x="4125" y="49081"/>
                </a:lnTo>
                <a:lnTo>
                  <a:pt x="4125" y="48904"/>
                </a:lnTo>
                <a:lnTo>
                  <a:pt x="4125" y="48460"/>
                </a:lnTo>
                <a:lnTo>
                  <a:pt x="4601" y="48283"/>
                </a:lnTo>
                <a:lnTo>
                  <a:pt x="4601" y="48016"/>
                </a:lnTo>
                <a:lnTo>
                  <a:pt x="4601" y="47573"/>
                </a:lnTo>
                <a:lnTo>
                  <a:pt x="4601" y="47395"/>
                </a:lnTo>
                <a:lnTo>
                  <a:pt x="4601" y="46951"/>
                </a:lnTo>
                <a:lnTo>
                  <a:pt x="4919" y="46774"/>
                </a:lnTo>
                <a:lnTo>
                  <a:pt x="4919" y="46507"/>
                </a:lnTo>
                <a:lnTo>
                  <a:pt x="4919" y="46064"/>
                </a:lnTo>
                <a:lnTo>
                  <a:pt x="4919" y="45709"/>
                </a:lnTo>
                <a:lnTo>
                  <a:pt x="5395" y="45265"/>
                </a:lnTo>
                <a:lnTo>
                  <a:pt x="5395" y="44821"/>
                </a:lnTo>
                <a:lnTo>
                  <a:pt x="5395" y="44377"/>
                </a:lnTo>
                <a:lnTo>
                  <a:pt x="5712" y="43934"/>
                </a:lnTo>
                <a:lnTo>
                  <a:pt x="5712" y="43490"/>
                </a:lnTo>
                <a:lnTo>
                  <a:pt x="5712" y="43312"/>
                </a:lnTo>
                <a:lnTo>
                  <a:pt x="5712" y="43135"/>
                </a:lnTo>
                <a:lnTo>
                  <a:pt x="5712" y="42691"/>
                </a:lnTo>
                <a:lnTo>
                  <a:pt x="6030" y="42247"/>
                </a:lnTo>
                <a:lnTo>
                  <a:pt x="6030" y="42070"/>
                </a:lnTo>
                <a:lnTo>
                  <a:pt x="6030" y="41803"/>
                </a:lnTo>
                <a:lnTo>
                  <a:pt x="6030" y="41360"/>
                </a:lnTo>
                <a:lnTo>
                  <a:pt x="6030" y="40916"/>
                </a:lnTo>
                <a:lnTo>
                  <a:pt x="6030" y="40738"/>
                </a:lnTo>
                <a:lnTo>
                  <a:pt x="6030" y="40561"/>
                </a:lnTo>
                <a:lnTo>
                  <a:pt x="6030" y="40117"/>
                </a:lnTo>
                <a:lnTo>
                  <a:pt x="6030" y="39673"/>
                </a:lnTo>
                <a:lnTo>
                  <a:pt x="6030" y="39496"/>
                </a:lnTo>
                <a:lnTo>
                  <a:pt x="6506" y="39052"/>
                </a:lnTo>
                <a:lnTo>
                  <a:pt x="6506" y="38608"/>
                </a:lnTo>
                <a:lnTo>
                  <a:pt x="6506" y="38164"/>
                </a:lnTo>
                <a:lnTo>
                  <a:pt x="6823" y="37721"/>
                </a:lnTo>
                <a:lnTo>
                  <a:pt x="6823" y="37277"/>
                </a:lnTo>
                <a:lnTo>
                  <a:pt x="6823" y="37099"/>
                </a:lnTo>
                <a:lnTo>
                  <a:pt x="6823" y="36656"/>
                </a:lnTo>
                <a:lnTo>
                  <a:pt x="6823" y="36212"/>
                </a:lnTo>
                <a:lnTo>
                  <a:pt x="7299" y="36212"/>
                </a:lnTo>
                <a:lnTo>
                  <a:pt x="7299" y="35857"/>
                </a:lnTo>
                <a:lnTo>
                  <a:pt x="7299" y="35413"/>
                </a:lnTo>
                <a:lnTo>
                  <a:pt x="7299" y="34969"/>
                </a:lnTo>
                <a:lnTo>
                  <a:pt x="7299" y="34703"/>
                </a:lnTo>
                <a:lnTo>
                  <a:pt x="7616" y="34348"/>
                </a:lnTo>
                <a:lnTo>
                  <a:pt x="7616" y="33904"/>
                </a:lnTo>
                <a:lnTo>
                  <a:pt x="7616" y="33638"/>
                </a:lnTo>
                <a:lnTo>
                  <a:pt x="7616" y="33283"/>
                </a:lnTo>
                <a:lnTo>
                  <a:pt x="7616" y="32839"/>
                </a:lnTo>
                <a:lnTo>
                  <a:pt x="8093" y="32573"/>
                </a:lnTo>
                <a:lnTo>
                  <a:pt x="8093" y="32129"/>
                </a:lnTo>
                <a:lnTo>
                  <a:pt x="8093" y="31774"/>
                </a:lnTo>
                <a:lnTo>
                  <a:pt x="8093" y="31508"/>
                </a:lnTo>
                <a:lnTo>
                  <a:pt x="8410" y="31064"/>
                </a:lnTo>
                <a:lnTo>
                  <a:pt x="8410" y="30886"/>
                </a:lnTo>
                <a:lnTo>
                  <a:pt x="8410" y="30443"/>
                </a:lnTo>
                <a:lnTo>
                  <a:pt x="8410" y="30265"/>
                </a:lnTo>
                <a:lnTo>
                  <a:pt x="8410" y="29821"/>
                </a:lnTo>
                <a:lnTo>
                  <a:pt x="8410" y="29378"/>
                </a:lnTo>
                <a:lnTo>
                  <a:pt x="8410" y="28934"/>
                </a:lnTo>
                <a:lnTo>
                  <a:pt x="8410" y="28490"/>
                </a:lnTo>
                <a:lnTo>
                  <a:pt x="8410" y="28135"/>
                </a:lnTo>
                <a:lnTo>
                  <a:pt x="8410" y="27869"/>
                </a:lnTo>
                <a:lnTo>
                  <a:pt x="8727" y="27425"/>
                </a:lnTo>
                <a:lnTo>
                  <a:pt x="8727" y="26981"/>
                </a:lnTo>
                <a:lnTo>
                  <a:pt x="8727" y="26804"/>
                </a:lnTo>
                <a:lnTo>
                  <a:pt x="8727" y="26360"/>
                </a:lnTo>
                <a:lnTo>
                  <a:pt x="8727" y="25916"/>
                </a:lnTo>
                <a:lnTo>
                  <a:pt x="9203" y="25561"/>
                </a:lnTo>
                <a:lnTo>
                  <a:pt x="9203" y="25295"/>
                </a:lnTo>
                <a:lnTo>
                  <a:pt x="9203" y="24851"/>
                </a:lnTo>
                <a:lnTo>
                  <a:pt x="9203" y="24407"/>
                </a:lnTo>
                <a:lnTo>
                  <a:pt x="9521" y="24230"/>
                </a:lnTo>
                <a:lnTo>
                  <a:pt x="9521" y="23786"/>
                </a:lnTo>
                <a:lnTo>
                  <a:pt x="9521" y="23165"/>
                </a:lnTo>
                <a:lnTo>
                  <a:pt x="9521" y="22987"/>
                </a:lnTo>
                <a:lnTo>
                  <a:pt x="9521" y="22543"/>
                </a:lnTo>
                <a:lnTo>
                  <a:pt x="9997" y="22100"/>
                </a:lnTo>
                <a:lnTo>
                  <a:pt x="9997" y="21833"/>
                </a:lnTo>
                <a:lnTo>
                  <a:pt x="9997" y="21478"/>
                </a:lnTo>
                <a:lnTo>
                  <a:pt x="9997" y="21035"/>
                </a:lnTo>
                <a:lnTo>
                  <a:pt x="9997" y="20768"/>
                </a:lnTo>
                <a:lnTo>
                  <a:pt x="10314" y="20147"/>
                </a:lnTo>
                <a:lnTo>
                  <a:pt x="10314" y="19703"/>
                </a:lnTo>
                <a:lnTo>
                  <a:pt x="10314" y="19526"/>
                </a:lnTo>
                <a:lnTo>
                  <a:pt x="10314" y="19082"/>
                </a:lnTo>
                <a:lnTo>
                  <a:pt x="10314" y="18638"/>
                </a:lnTo>
                <a:lnTo>
                  <a:pt x="10314" y="18194"/>
                </a:lnTo>
                <a:lnTo>
                  <a:pt x="10314" y="17839"/>
                </a:lnTo>
                <a:lnTo>
                  <a:pt x="10314" y="17396"/>
                </a:lnTo>
                <a:lnTo>
                  <a:pt x="10314" y="17129"/>
                </a:lnTo>
                <a:lnTo>
                  <a:pt x="10631" y="16686"/>
                </a:lnTo>
                <a:lnTo>
                  <a:pt x="10631" y="16064"/>
                </a:lnTo>
                <a:lnTo>
                  <a:pt x="10631" y="15887"/>
                </a:lnTo>
                <a:lnTo>
                  <a:pt x="10631" y="15443"/>
                </a:lnTo>
                <a:lnTo>
                  <a:pt x="10631" y="14999"/>
                </a:lnTo>
                <a:lnTo>
                  <a:pt x="11108" y="14555"/>
                </a:lnTo>
                <a:lnTo>
                  <a:pt x="11108" y="14200"/>
                </a:lnTo>
                <a:lnTo>
                  <a:pt x="11108" y="13757"/>
                </a:lnTo>
                <a:lnTo>
                  <a:pt x="11108" y="13490"/>
                </a:lnTo>
                <a:lnTo>
                  <a:pt x="11108" y="12869"/>
                </a:lnTo>
                <a:lnTo>
                  <a:pt x="11425" y="12692"/>
                </a:lnTo>
                <a:lnTo>
                  <a:pt x="11425" y="12248"/>
                </a:lnTo>
                <a:lnTo>
                  <a:pt x="11425" y="11626"/>
                </a:lnTo>
                <a:lnTo>
                  <a:pt x="11425" y="11360"/>
                </a:lnTo>
                <a:lnTo>
                  <a:pt x="11425" y="10916"/>
                </a:lnTo>
                <a:lnTo>
                  <a:pt x="11901" y="10473"/>
                </a:lnTo>
                <a:lnTo>
                  <a:pt x="11901" y="10118"/>
                </a:lnTo>
                <a:lnTo>
                  <a:pt x="11901" y="9674"/>
                </a:lnTo>
                <a:lnTo>
                  <a:pt x="11901" y="9230"/>
                </a:lnTo>
                <a:lnTo>
                  <a:pt x="12218" y="8786"/>
                </a:lnTo>
                <a:lnTo>
                  <a:pt x="12218" y="8343"/>
                </a:lnTo>
                <a:lnTo>
                  <a:pt x="12218" y="7899"/>
                </a:lnTo>
                <a:lnTo>
                  <a:pt x="12218" y="7544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212"/>
                </a:lnTo>
                <a:lnTo>
                  <a:pt x="12218" y="5769"/>
                </a:lnTo>
                <a:lnTo>
                  <a:pt x="12218" y="5325"/>
                </a:lnTo>
                <a:lnTo>
                  <a:pt x="12218" y="4970"/>
                </a:lnTo>
                <a:lnTo>
                  <a:pt x="12536" y="4260"/>
                </a:lnTo>
                <a:lnTo>
                  <a:pt x="12536" y="4082"/>
                </a:lnTo>
                <a:lnTo>
                  <a:pt x="12536" y="3638"/>
                </a:lnTo>
                <a:lnTo>
                  <a:pt x="12536" y="3195"/>
                </a:lnTo>
                <a:lnTo>
                  <a:pt x="12536" y="2751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331"/>
                </a:lnTo>
                <a:lnTo>
                  <a:pt x="13012" y="887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2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204789" y="3212902"/>
            <a:ext cx="13805" cy="110234"/>
          </a:xfrm>
          <a:custGeom>
            <a:avLst/>
            <a:gdLst/>
            <a:ahLst/>
            <a:cxnLst/>
            <a:rect l="l" t="t" r="r" b="b"/>
            <a:pathLst>
              <a:path w="13805" h="110234">
                <a:moveTo>
                  <a:pt x="0" y="110234"/>
                </a:moveTo>
                <a:lnTo>
                  <a:pt x="0" y="109790"/>
                </a:lnTo>
                <a:lnTo>
                  <a:pt x="0" y="109346"/>
                </a:lnTo>
                <a:lnTo>
                  <a:pt x="0" y="108991"/>
                </a:lnTo>
                <a:lnTo>
                  <a:pt x="476" y="108548"/>
                </a:lnTo>
                <a:lnTo>
                  <a:pt x="476" y="108104"/>
                </a:lnTo>
                <a:lnTo>
                  <a:pt x="476" y="107483"/>
                </a:lnTo>
                <a:lnTo>
                  <a:pt x="476" y="107216"/>
                </a:lnTo>
                <a:lnTo>
                  <a:pt x="476" y="106595"/>
                </a:lnTo>
                <a:lnTo>
                  <a:pt x="793" y="106417"/>
                </a:lnTo>
                <a:lnTo>
                  <a:pt x="793" y="105707"/>
                </a:lnTo>
                <a:lnTo>
                  <a:pt x="793" y="105264"/>
                </a:lnTo>
                <a:lnTo>
                  <a:pt x="793" y="104909"/>
                </a:lnTo>
                <a:lnTo>
                  <a:pt x="793" y="104199"/>
                </a:lnTo>
                <a:lnTo>
                  <a:pt x="1269" y="104021"/>
                </a:lnTo>
                <a:lnTo>
                  <a:pt x="1269" y="103400"/>
                </a:lnTo>
                <a:lnTo>
                  <a:pt x="1269" y="102956"/>
                </a:lnTo>
                <a:lnTo>
                  <a:pt x="1269" y="102512"/>
                </a:lnTo>
                <a:lnTo>
                  <a:pt x="1269" y="102068"/>
                </a:lnTo>
                <a:lnTo>
                  <a:pt x="1269" y="101625"/>
                </a:lnTo>
                <a:lnTo>
                  <a:pt x="1269" y="101003"/>
                </a:lnTo>
                <a:lnTo>
                  <a:pt x="1269" y="100560"/>
                </a:lnTo>
                <a:lnTo>
                  <a:pt x="1269" y="100205"/>
                </a:lnTo>
                <a:lnTo>
                  <a:pt x="1586" y="99761"/>
                </a:lnTo>
                <a:lnTo>
                  <a:pt x="1586" y="99317"/>
                </a:lnTo>
                <a:lnTo>
                  <a:pt x="1586" y="98696"/>
                </a:lnTo>
                <a:lnTo>
                  <a:pt x="1586" y="98252"/>
                </a:lnTo>
                <a:lnTo>
                  <a:pt x="1586" y="97808"/>
                </a:lnTo>
                <a:lnTo>
                  <a:pt x="1904" y="97187"/>
                </a:lnTo>
                <a:lnTo>
                  <a:pt x="1904" y="96921"/>
                </a:lnTo>
                <a:lnTo>
                  <a:pt x="1904" y="96299"/>
                </a:lnTo>
                <a:lnTo>
                  <a:pt x="1904" y="95856"/>
                </a:lnTo>
                <a:lnTo>
                  <a:pt x="1904" y="95412"/>
                </a:lnTo>
                <a:lnTo>
                  <a:pt x="2380" y="94791"/>
                </a:lnTo>
                <a:lnTo>
                  <a:pt x="2380" y="94613"/>
                </a:lnTo>
                <a:lnTo>
                  <a:pt x="2380" y="93903"/>
                </a:lnTo>
                <a:lnTo>
                  <a:pt x="2380" y="93282"/>
                </a:lnTo>
                <a:lnTo>
                  <a:pt x="2697" y="92838"/>
                </a:lnTo>
                <a:lnTo>
                  <a:pt x="2697" y="92483"/>
                </a:lnTo>
                <a:lnTo>
                  <a:pt x="2697" y="92039"/>
                </a:lnTo>
                <a:lnTo>
                  <a:pt x="2697" y="91329"/>
                </a:lnTo>
                <a:lnTo>
                  <a:pt x="2697" y="90974"/>
                </a:lnTo>
                <a:lnTo>
                  <a:pt x="3173" y="90530"/>
                </a:lnTo>
                <a:lnTo>
                  <a:pt x="3173" y="89909"/>
                </a:lnTo>
                <a:lnTo>
                  <a:pt x="3173" y="89465"/>
                </a:lnTo>
                <a:lnTo>
                  <a:pt x="3173" y="89021"/>
                </a:lnTo>
                <a:lnTo>
                  <a:pt x="3173" y="88578"/>
                </a:lnTo>
                <a:lnTo>
                  <a:pt x="3173" y="87956"/>
                </a:lnTo>
                <a:lnTo>
                  <a:pt x="3173" y="87513"/>
                </a:lnTo>
                <a:lnTo>
                  <a:pt x="3173" y="87069"/>
                </a:lnTo>
                <a:lnTo>
                  <a:pt x="3173" y="86447"/>
                </a:lnTo>
                <a:lnTo>
                  <a:pt x="3173" y="86004"/>
                </a:lnTo>
                <a:lnTo>
                  <a:pt x="3491" y="85382"/>
                </a:lnTo>
                <a:lnTo>
                  <a:pt x="3491" y="85116"/>
                </a:lnTo>
                <a:lnTo>
                  <a:pt x="3491" y="84495"/>
                </a:lnTo>
                <a:lnTo>
                  <a:pt x="3491" y="83874"/>
                </a:lnTo>
                <a:lnTo>
                  <a:pt x="3808" y="83430"/>
                </a:lnTo>
                <a:lnTo>
                  <a:pt x="3808" y="82808"/>
                </a:lnTo>
                <a:lnTo>
                  <a:pt x="3808" y="82365"/>
                </a:lnTo>
                <a:lnTo>
                  <a:pt x="3808" y="81921"/>
                </a:lnTo>
                <a:lnTo>
                  <a:pt x="3808" y="81477"/>
                </a:lnTo>
                <a:lnTo>
                  <a:pt x="4284" y="80856"/>
                </a:lnTo>
                <a:lnTo>
                  <a:pt x="4284" y="80235"/>
                </a:lnTo>
                <a:lnTo>
                  <a:pt x="4284" y="79791"/>
                </a:lnTo>
                <a:lnTo>
                  <a:pt x="4284" y="79170"/>
                </a:lnTo>
                <a:lnTo>
                  <a:pt x="4284" y="78903"/>
                </a:lnTo>
                <a:lnTo>
                  <a:pt x="4601" y="78282"/>
                </a:lnTo>
                <a:lnTo>
                  <a:pt x="4601" y="77838"/>
                </a:lnTo>
                <a:lnTo>
                  <a:pt x="4601" y="77217"/>
                </a:lnTo>
                <a:lnTo>
                  <a:pt x="4601" y="76773"/>
                </a:lnTo>
                <a:lnTo>
                  <a:pt x="4601" y="76152"/>
                </a:lnTo>
                <a:lnTo>
                  <a:pt x="5077" y="75531"/>
                </a:lnTo>
                <a:lnTo>
                  <a:pt x="5077" y="75087"/>
                </a:lnTo>
                <a:lnTo>
                  <a:pt x="5077" y="74465"/>
                </a:lnTo>
                <a:lnTo>
                  <a:pt x="5077" y="74199"/>
                </a:lnTo>
                <a:lnTo>
                  <a:pt x="5395" y="73578"/>
                </a:lnTo>
                <a:lnTo>
                  <a:pt x="5395" y="73134"/>
                </a:lnTo>
                <a:lnTo>
                  <a:pt x="5395" y="72513"/>
                </a:lnTo>
                <a:lnTo>
                  <a:pt x="5395" y="72069"/>
                </a:lnTo>
                <a:lnTo>
                  <a:pt x="5395" y="71448"/>
                </a:lnTo>
                <a:lnTo>
                  <a:pt x="5395" y="70826"/>
                </a:lnTo>
                <a:lnTo>
                  <a:pt x="5395" y="70383"/>
                </a:lnTo>
                <a:lnTo>
                  <a:pt x="5395" y="69673"/>
                </a:lnTo>
                <a:lnTo>
                  <a:pt x="5395" y="69318"/>
                </a:lnTo>
                <a:lnTo>
                  <a:pt x="5395" y="68608"/>
                </a:lnTo>
                <a:lnTo>
                  <a:pt x="5871" y="68253"/>
                </a:lnTo>
                <a:lnTo>
                  <a:pt x="5871" y="67543"/>
                </a:lnTo>
                <a:lnTo>
                  <a:pt x="5871" y="67099"/>
                </a:lnTo>
                <a:lnTo>
                  <a:pt x="5871" y="66477"/>
                </a:lnTo>
                <a:lnTo>
                  <a:pt x="5871" y="66034"/>
                </a:lnTo>
                <a:lnTo>
                  <a:pt x="6188" y="65412"/>
                </a:lnTo>
                <a:lnTo>
                  <a:pt x="6188" y="64969"/>
                </a:lnTo>
                <a:lnTo>
                  <a:pt x="6188" y="64347"/>
                </a:lnTo>
                <a:lnTo>
                  <a:pt x="6188" y="63726"/>
                </a:lnTo>
                <a:lnTo>
                  <a:pt x="6188" y="63282"/>
                </a:lnTo>
                <a:lnTo>
                  <a:pt x="6506" y="62661"/>
                </a:lnTo>
                <a:lnTo>
                  <a:pt x="6506" y="62217"/>
                </a:lnTo>
                <a:lnTo>
                  <a:pt x="6506" y="61596"/>
                </a:lnTo>
                <a:lnTo>
                  <a:pt x="6506" y="61152"/>
                </a:lnTo>
                <a:lnTo>
                  <a:pt x="6982" y="60531"/>
                </a:lnTo>
                <a:lnTo>
                  <a:pt x="6982" y="60087"/>
                </a:lnTo>
                <a:lnTo>
                  <a:pt x="6982" y="59377"/>
                </a:lnTo>
                <a:lnTo>
                  <a:pt x="6982" y="59022"/>
                </a:lnTo>
                <a:lnTo>
                  <a:pt x="6982" y="58312"/>
                </a:lnTo>
                <a:lnTo>
                  <a:pt x="7299" y="57691"/>
                </a:lnTo>
                <a:lnTo>
                  <a:pt x="7299" y="57069"/>
                </a:lnTo>
                <a:lnTo>
                  <a:pt x="7299" y="56626"/>
                </a:lnTo>
                <a:lnTo>
                  <a:pt x="7299" y="56004"/>
                </a:lnTo>
                <a:lnTo>
                  <a:pt x="7299" y="55561"/>
                </a:lnTo>
                <a:lnTo>
                  <a:pt x="7299" y="54939"/>
                </a:lnTo>
                <a:lnTo>
                  <a:pt x="7299" y="54318"/>
                </a:lnTo>
                <a:lnTo>
                  <a:pt x="7299" y="53874"/>
                </a:lnTo>
                <a:lnTo>
                  <a:pt x="7299" y="53164"/>
                </a:lnTo>
                <a:lnTo>
                  <a:pt x="7299" y="52543"/>
                </a:lnTo>
                <a:lnTo>
                  <a:pt x="7775" y="51922"/>
                </a:lnTo>
                <a:lnTo>
                  <a:pt x="7775" y="51478"/>
                </a:lnTo>
                <a:lnTo>
                  <a:pt x="7775" y="50856"/>
                </a:lnTo>
                <a:lnTo>
                  <a:pt x="7775" y="50413"/>
                </a:lnTo>
                <a:lnTo>
                  <a:pt x="8093" y="49791"/>
                </a:lnTo>
                <a:lnTo>
                  <a:pt x="8093" y="49170"/>
                </a:lnTo>
                <a:lnTo>
                  <a:pt x="8093" y="48460"/>
                </a:lnTo>
                <a:lnTo>
                  <a:pt x="8093" y="48016"/>
                </a:lnTo>
                <a:lnTo>
                  <a:pt x="8093" y="47395"/>
                </a:lnTo>
                <a:lnTo>
                  <a:pt x="8410" y="46951"/>
                </a:lnTo>
                <a:lnTo>
                  <a:pt x="8410" y="46152"/>
                </a:lnTo>
                <a:lnTo>
                  <a:pt x="8410" y="45709"/>
                </a:lnTo>
                <a:lnTo>
                  <a:pt x="8410" y="45087"/>
                </a:lnTo>
                <a:lnTo>
                  <a:pt x="8410" y="44644"/>
                </a:lnTo>
                <a:lnTo>
                  <a:pt x="8886" y="44022"/>
                </a:lnTo>
                <a:lnTo>
                  <a:pt x="8886" y="43312"/>
                </a:lnTo>
                <a:lnTo>
                  <a:pt x="8886" y="42691"/>
                </a:lnTo>
                <a:lnTo>
                  <a:pt x="8886" y="42247"/>
                </a:lnTo>
                <a:lnTo>
                  <a:pt x="8886" y="41626"/>
                </a:lnTo>
                <a:lnTo>
                  <a:pt x="9203" y="41005"/>
                </a:lnTo>
                <a:lnTo>
                  <a:pt x="9203" y="40295"/>
                </a:lnTo>
                <a:lnTo>
                  <a:pt x="9203" y="39940"/>
                </a:lnTo>
                <a:lnTo>
                  <a:pt x="9203" y="39229"/>
                </a:lnTo>
                <a:lnTo>
                  <a:pt x="9679" y="38608"/>
                </a:lnTo>
                <a:lnTo>
                  <a:pt x="9679" y="37987"/>
                </a:lnTo>
                <a:lnTo>
                  <a:pt x="9679" y="37543"/>
                </a:lnTo>
                <a:lnTo>
                  <a:pt x="9679" y="36656"/>
                </a:lnTo>
                <a:lnTo>
                  <a:pt x="9679" y="36301"/>
                </a:lnTo>
                <a:lnTo>
                  <a:pt x="9679" y="35591"/>
                </a:lnTo>
                <a:lnTo>
                  <a:pt x="9679" y="35147"/>
                </a:lnTo>
                <a:lnTo>
                  <a:pt x="9679" y="34348"/>
                </a:lnTo>
                <a:lnTo>
                  <a:pt x="9679" y="33904"/>
                </a:lnTo>
                <a:lnTo>
                  <a:pt x="9679" y="33283"/>
                </a:lnTo>
                <a:lnTo>
                  <a:pt x="9997" y="32573"/>
                </a:lnTo>
                <a:lnTo>
                  <a:pt x="9997" y="31952"/>
                </a:lnTo>
                <a:lnTo>
                  <a:pt x="9997" y="31508"/>
                </a:lnTo>
                <a:lnTo>
                  <a:pt x="9997" y="30709"/>
                </a:lnTo>
                <a:lnTo>
                  <a:pt x="9997" y="30265"/>
                </a:lnTo>
                <a:lnTo>
                  <a:pt x="10473" y="29644"/>
                </a:lnTo>
                <a:lnTo>
                  <a:pt x="10473" y="28934"/>
                </a:lnTo>
                <a:lnTo>
                  <a:pt x="10473" y="28313"/>
                </a:lnTo>
                <a:lnTo>
                  <a:pt x="10473" y="27691"/>
                </a:lnTo>
                <a:lnTo>
                  <a:pt x="10790" y="27247"/>
                </a:lnTo>
                <a:lnTo>
                  <a:pt x="10790" y="26626"/>
                </a:lnTo>
                <a:lnTo>
                  <a:pt x="10790" y="26005"/>
                </a:lnTo>
                <a:lnTo>
                  <a:pt x="10790" y="25295"/>
                </a:lnTo>
                <a:lnTo>
                  <a:pt x="10790" y="24940"/>
                </a:lnTo>
                <a:lnTo>
                  <a:pt x="11108" y="24052"/>
                </a:lnTo>
                <a:lnTo>
                  <a:pt x="11108" y="23608"/>
                </a:lnTo>
                <a:lnTo>
                  <a:pt x="11108" y="22721"/>
                </a:lnTo>
                <a:lnTo>
                  <a:pt x="11108" y="22366"/>
                </a:lnTo>
                <a:lnTo>
                  <a:pt x="11108" y="21478"/>
                </a:lnTo>
                <a:lnTo>
                  <a:pt x="11584" y="21035"/>
                </a:lnTo>
                <a:lnTo>
                  <a:pt x="11584" y="20413"/>
                </a:lnTo>
                <a:lnTo>
                  <a:pt x="11584" y="19792"/>
                </a:lnTo>
                <a:lnTo>
                  <a:pt x="11584" y="19082"/>
                </a:lnTo>
                <a:lnTo>
                  <a:pt x="11584" y="18461"/>
                </a:lnTo>
                <a:lnTo>
                  <a:pt x="11584" y="17839"/>
                </a:lnTo>
                <a:lnTo>
                  <a:pt x="11584" y="17218"/>
                </a:lnTo>
                <a:lnTo>
                  <a:pt x="11584" y="16508"/>
                </a:lnTo>
                <a:lnTo>
                  <a:pt x="11584" y="15887"/>
                </a:lnTo>
                <a:lnTo>
                  <a:pt x="11901" y="15443"/>
                </a:lnTo>
                <a:lnTo>
                  <a:pt x="11901" y="14644"/>
                </a:lnTo>
                <a:lnTo>
                  <a:pt x="11901" y="14200"/>
                </a:lnTo>
                <a:lnTo>
                  <a:pt x="11901" y="13313"/>
                </a:lnTo>
                <a:lnTo>
                  <a:pt x="11901" y="12869"/>
                </a:lnTo>
                <a:lnTo>
                  <a:pt x="12377" y="12070"/>
                </a:lnTo>
                <a:lnTo>
                  <a:pt x="12377" y="11626"/>
                </a:lnTo>
                <a:lnTo>
                  <a:pt x="12377" y="10739"/>
                </a:lnTo>
                <a:lnTo>
                  <a:pt x="12377" y="10295"/>
                </a:lnTo>
                <a:lnTo>
                  <a:pt x="12377" y="9496"/>
                </a:lnTo>
                <a:lnTo>
                  <a:pt x="12694" y="9053"/>
                </a:lnTo>
                <a:lnTo>
                  <a:pt x="12694" y="8431"/>
                </a:lnTo>
                <a:lnTo>
                  <a:pt x="12694" y="7721"/>
                </a:lnTo>
                <a:lnTo>
                  <a:pt x="12694" y="7100"/>
                </a:lnTo>
                <a:lnTo>
                  <a:pt x="12694" y="6479"/>
                </a:lnTo>
                <a:lnTo>
                  <a:pt x="13012" y="5857"/>
                </a:lnTo>
                <a:lnTo>
                  <a:pt x="13012" y="5147"/>
                </a:lnTo>
                <a:lnTo>
                  <a:pt x="13012" y="4526"/>
                </a:lnTo>
                <a:lnTo>
                  <a:pt x="13012" y="3638"/>
                </a:lnTo>
                <a:lnTo>
                  <a:pt x="13488" y="3283"/>
                </a:lnTo>
                <a:lnTo>
                  <a:pt x="13488" y="2396"/>
                </a:lnTo>
                <a:lnTo>
                  <a:pt x="13488" y="1952"/>
                </a:lnTo>
                <a:lnTo>
                  <a:pt x="13488" y="1331"/>
                </a:lnTo>
                <a:lnTo>
                  <a:pt x="13488" y="443"/>
                </a:lnTo>
                <a:lnTo>
                  <a:pt x="13805" y="0"/>
                </a:lnTo>
              </a:path>
            </a:pathLst>
          </a:custGeom>
          <a:ln w="1940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218595" y="3066011"/>
            <a:ext cx="13012" cy="146890"/>
          </a:xfrm>
          <a:custGeom>
            <a:avLst/>
            <a:gdLst/>
            <a:ahLst/>
            <a:cxnLst/>
            <a:rect l="l" t="t" r="r" b="b"/>
            <a:pathLst>
              <a:path w="13012" h="146890">
                <a:moveTo>
                  <a:pt x="0" y="146890"/>
                </a:moveTo>
                <a:lnTo>
                  <a:pt x="0" y="146091"/>
                </a:lnTo>
                <a:lnTo>
                  <a:pt x="0" y="145647"/>
                </a:lnTo>
                <a:lnTo>
                  <a:pt x="0" y="144760"/>
                </a:lnTo>
                <a:lnTo>
                  <a:pt x="0" y="144139"/>
                </a:lnTo>
                <a:lnTo>
                  <a:pt x="0" y="143517"/>
                </a:lnTo>
                <a:lnTo>
                  <a:pt x="0" y="142807"/>
                </a:lnTo>
                <a:lnTo>
                  <a:pt x="0" y="142186"/>
                </a:lnTo>
                <a:lnTo>
                  <a:pt x="0" y="141565"/>
                </a:lnTo>
                <a:lnTo>
                  <a:pt x="0" y="140943"/>
                </a:lnTo>
                <a:lnTo>
                  <a:pt x="476" y="140233"/>
                </a:lnTo>
                <a:lnTo>
                  <a:pt x="476" y="139612"/>
                </a:lnTo>
                <a:lnTo>
                  <a:pt x="476" y="138725"/>
                </a:lnTo>
                <a:lnTo>
                  <a:pt x="476" y="138370"/>
                </a:lnTo>
                <a:lnTo>
                  <a:pt x="793" y="137482"/>
                </a:lnTo>
                <a:lnTo>
                  <a:pt x="793" y="136861"/>
                </a:lnTo>
                <a:lnTo>
                  <a:pt x="793" y="136151"/>
                </a:lnTo>
                <a:lnTo>
                  <a:pt x="793" y="135529"/>
                </a:lnTo>
                <a:lnTo>
                  <a:pt x="793" y="134908"/>
                </a:lnTo>
                <a:lnTo>
                  <a:pt x="1110" y="134020"/>
                </a:lnTo>
                <a:lnTo>
                  <a:pt x="1110" y="133577"/>
                </a:lnTo>
                <a:lnTo>
                  <a:pt x="1110" y="132778"/>
                </a:lnTo>
                <a:lnTo>
                  <a:pt x="1110" y="132157"/>
                </a:lnTo>
                <a:lnTo>
                  <a:pt x="1110" y="131447"/>
                </a:lnTo>
                <a:lnTo>
                  <a:pt x="1586" y="130825"/>
                </a:lnTo>
                <a:lnTo>
                  <a:pt x="1586" y="130204"/>
                </a:lnTo>
                <a:lnTo>
                  <a:pt x="1586" y="129316"/>
                </a:lnTo>
                <a:lnTo>
                  <a:pt x="1586" y="128873"/>
                </a:lnTo>
                <a:lnTo>
                  <a:pt x="1586" y="128074"/>
                </a:lnTo>
                <a:lnTo>
                  <a:pt x="1904" y="127364"/>
                </a:lnTo>
                <a:lnTo>
                  <a:pt x="1904" y="126743"/>
                </a:lnTo>
                <a:lnTo>
                  <a:pt x="1904" y="126121"/>
                </a:lnTo>
                <a:lnTo>
                  <a:pt x="1904" y="125500"/>
                </a:lnTo>
                <a:lnTo>
                  <a:pt x="1904" y="124612"/>
                </a:lnTo>
                <a:lnTo>
                  <a:pt x="1904" y="123991"/>
                </a:lnTo>
                <a:lnTo>
                  <a:pt x="1904" y="123370"/>
                </a:lnTo>
                <a:lnTo>
                  <a:pt x="1904" y="122660"/>
                </a:lnTo>
                <a:lnTo>
                  <a:pt x="1904" y="122038"/>
                </a:lnTo>
                <a:lnTo>
                  <a:pt x="2380" y="121151"/>
                </a:lnTo>
                <a:lnTo>
                  <a:pt x="2380" y="120530"/>
                </a:lnTo>
                <a:lnTo>
                  <a:pt x="2380" y="119908"/>
                </a:lnTo>
                <a:lnTo>
                  <a:pt x="2380" y="119287"/>
                </a:lnTo>
                <a:lnTo>
                  <a:pt x="2380" y="118577"/>
                </a:lnTo>
                <a:lnTo>
                  <a:pt x="2697" y="117778"/>
                </a:lnTo>
                <a:lnTo>
                  <a:pt x="2697" y="117068"/>
                </a:lnTo>
                <a:lnTo>
                  <a:pt x="2697" y="116269"/>
                </a:lnTo>
                <a:lnTo>
                  <a:pt x="2697" y="115826"/>
                </a:lnTo>
                <a:lnTo>
                  <a:pt x="2697" y="114938"/>
                </a:lnTo>
                <a:lnTo>
                  <a:pt x="3173" y="114317"/>
                </a:lnTo>
                <a:lnTo>
                  <a:pt x="3173" y="113695"/>
                </a:lnTo>
                <a:lnTo>
                  <a:pt x="3173" y="112808"/>
                </a:lnTo>
                <a:lnTo>
                  <a:pt x="3173" y="112187"/>
                </a:lnTo>
                <a:lnTo>
                  <a:pt x="3491" y="111565"/>
                </a:lnTo>
                <a:lnTo>
                  <a:pt x="3491" y="110855"/>
                </a:lnTo>
                <a:lnTo>
                  <a:pt x="3491" y="110234"/>
                </a:lnTo>
                <a:lnTo>
                  <a:pt x="3491" y="109435"/>
                </a:lnTo>
                <a:lnTo>
                  <a:pt x="3491" y="108725"/>
                </a:lnTo>
                <a:lnTo>
                  <a:pt x="3808" y="107926"/>
                </a:lnTo>
                <a:lnTo>
                  <a:pt x="3808" y="107216"/>
                </a:lnTo>
                <a:lnTo>
                  <a:pt x="3808" y="106595"/>
                </a:lnTo>
                <a:lnTo>
                  <a:pt x="3808" y="105707"/>
                </a:lnTo>
                <a:lnTo>
                  <a:pt x="3808" y="105352"/>
                </a:lnTo>
                <a:lnTo>
                  <a:pt x="4284" y="104465"/>
                </a:lnTo>
                <a:lnTo>
                  <a:pt x="4284" y="103844"/>
                </a:lnTo>
                <a:lnTo>
                  <a:pt x="4284" y="103134"/>
                </a:lnTo>
                <a:lnTo>
                  <a:pt x="4284" y="102335"/>
                </a:lnTo>
                <a:lnTo>
                  <a:pt x="4284" y="101713"/>
                </a:lnTo>
                <a:lnTo>
                  <a:pt x="4284" y="100826"/>
                </a:lnTo>
                <a:lnTo>
                  <a:pt x="4284" y="100205"/>
                </a:lnTo>
                <a:lnTo>
                  <a:pt x="4284" y="99495"/>
                </a:lnTo>
                <a:lnTo>
                  <a:pt x="4284" y="98696"/>
                </a:lnTo>
                <a:lnTo>
                  <a:pt x="4601" y="97986"/>
                </a:lnTo>
                <a:lnTo>
                  <a:pt x="4601" y="97364"/>
                </a:lnTo>
                <a:lnTo>
                  <a:pt x="4601" y="96566"/>
                </a:lnTo>
                <a:lnTo>
                  <a:pt x="4601" y="95856"/>
                </a:lnTo>
                <a:lnTo>
                  <a:pt x="4601" y="95057"/>
                </a:lnTo>
                <a:lnTo>
                  <a:pt x="5077" y="94347"/>
                </a:lnTo>
                <a:lnTo>
                  <a:pt x="5077" y="93725"/>
                </a:lnTo>
                <a:lnTo>
                  <a:pt x="5077" y="92838"/>
                </a:lnTo>
                <a:lnTo>
                  <a:pt x="5077" y="92217"/>
                </a:lnTo>
                <a:lnTo>
                  <a:pt x="5077" y="91418"/>
                </a:lnTo>
                <a:lnTo>
                  <a:pt x="5395" y="90708"/>
                </a:lnTo>
                <a:lnTo>
                  <a:pt x="5395" y="90086"/>
                </a:lnTo>
                <a:lnTo>
                  <a:pt x="5395" y="89199"/>
                </a:lnTo>
                <a:lnTo>
                  <a:pt x="5395" y="88578"/>
                </a:lnTo>
                <a:lnTo>
                  <a:pt x="5395" y="87956"/>
                </a:lnTo>
                <a:lnTo>
                  <a:pt x="5712" y="87069"/>
                </a:lnTo>
                <a:lnTo>
                  <a:pt x="5712" y="86447"/>
                </a:lnTo>
                <a:lnTo>
                  <a:pt x="5712" y="85560"/>
                </a:lnTo>
                <a:lnTo>
                  <a:pt x="5712" y="84939"/>
                </a:lnTo>
                <a:lnTo>
                  <a:pt x="6188" y="84317"/>
                </a:lnTo>
                <a:lnTo>
                  <a:pt x="6188" y="83430"/>
                </a:lnTo>
                <a:lnTo>
                  <a:pt x="6188" y="82808"/>
                </a:lnTo>
                <a:lnTo>
                  <a:pt x="6188" y="81921"/>
                </a:lnTo>
                <a:lnTo>
                  <a:pt x="6188" y="81300"/>
                </a:lnTo>
                <a:lnTo>
                  <a:pt x="6188" y="80678"/>
                </a:lnTo>
                <a:lnTo>
                  <a:pt x="6188" y="79791"/>
                </a:lnTo>
                <a:lnTo>
                  <a:pt x="6188" y="79170"/>
                </a:lnTo>
                <a:lnTo>
                  <a:pt x="6188" y="78548"/>
                </a:lnTo>
                <a:lnTo>
                  <a:pt x="6188" y="77661"/>
                </a:lnTo>
                <a:lnTo>
                  <a:pt x="6506" y="77039"/>
                </a:lnTo>
                <a:lnTo>
                  <a:pt x="6506" y="76152"/>
                </a:lnTo>
                <a:lnTo>
                  <a:pt x="6506" y="75531"/>
                </a:lnTo>
                <a:lnTo>
                  <a:pt x="6506" y="74643"/>
                </a:lnTo>
                <a:lnTo>
                  <a:pt x="6506" y="73755"/>
                </a:lnTo>
                <a:lnTo>
                  <a:pt x="6982" y="73134"/>
                </a:lnTo>
                <a:lnTo>
                  <a:pt x="6982" y="72513"/>
                </a:lnTo>
                <a:lnTo>
                  <a:pt x="6982" y="71625"/>
                </a:lnTo>
                <a:lnTo>
                  <a:pt x="6982" y="71004"/>
                </a:lnTo>
                <a:lnTo>
                  <a:pt x="7299" y="70116"/>
                </a:lnTo>
                <a:lnTo>
                  <a:pt x="7299" y="69495"/>
                </a:lnTo>
                <a:lnTo>
                  <a:pt x="7299" y="68874"/>
                </a:lnTo>
                <a:lnTo>
                  <a:pt x="7299" y="67809"/>
                </a:lnTo>
                <a:lnTo>
                  <a:pt x="7299" y="67188"/>
                </a:lnTo>
                <a:lnTo>
                  <a:pt x="7775" y="66477"/>
                </a:lnTo>
                <a:lnTo>
                  <a:pt x="7775" y="65679"/>
                </a:lnTo>
                <a:lnTo>
                  <a:pt x="7775" y="64969"/>
                </a:lnTo>
                <a:lnTo>
                  <a:pt x="7775" y="64347"/>
                </a:lnTo>
                <a:lnTo>
                  <a:pt x="7775" y="63549"/>
                </a:lnTo>
                <a:lnTo>
                  <a:pt x="8093" y="62661"/>
                </a:lnTo>
                <a:lnTo>
                  <a:pt x="8093" y="62040"/>
                </a:lnTo>
                <a:lnTo>
                  <a:pt x="8093" y="61152"/>
                </a:lnTo>
                <a:lnTo>
                  <a:pt x="8093" y="60531"/>
                </a:lnTo>
                <a:lnTo>
                  <a:pt x="8093" y="59643"/>
                </a:lnTo>
                <a:lnTo>
                  <a:pt x="8093" y="59022"/>
                </a:lnTo>
                <a:lnTo>
                  <a:pt x="8093" y="58134"/>
                </a:lnTo>
                <a:lnTo>
                  <a:pt x="8093" y="57247"/>
                </a:lnTo>
                <a:lnTo>
                  <a:pt x="8093" y="56626"/>
                </a:lnTo>
                <a:lnTo>
                  <a:pt x="8410" y="56004"/>
                </a:lnTo>
                <a:lnTo>
                  <a:pt x="8410" y="55117"/>
                </a:lnTo>
                <a:lnTo>
                  <a:pt x="8410" y="54318"/>
                </a:lnTo>
                <a:lnTo>
                  <a:pt x="8410" y="53608"/>
                </a:lnTo>
                <a:lnTo>
                  <a:pt x="8410" y="52809"/>
                </a:lnTo>
                <a:lnTo>
                  <a:pt x="8886" y="52099"/>
                </a:lnTo>
                <a:lnTo>
                  <a:pt x="8886" y="51300"/>
                </a:lnTo>
                <a:lnTo>
                  <a:pt x="8886" y="50413"/>
                </a:lnTo>
                <a:lnTo>
                  <a:pt x="8886" y="49791"/>
                </a:lnTo>
                <a:lnTo>
                  <a:pt x="8886" y="48904"/>
                </a:lnTo>
                <a:lnTo>
                  <a:pt x="9203" y="48283"/>
                </a:lnTo>
                <a:lnTo>
                  <a:pt x="9203" y="47395"/>
                </a:lnTo>
                <a:lnTo>
                  <a:pt x="9203" y="46596"/>
                </a:lnTo>
                <a:lnTo>
                  <a:pt x="9203" y="45886"/>
                </a:lnTo>
                <a:lnTo>
                  <a:pt x="9203" y="45265"/>
                </a:lnTo>
                <a:lnTo>
                  <a:pt x="9679" y="44200"/>
                </a:lnTo>
                <a:lnTo>
                  <a:pt x="9679" y="43579"/>
                </a:lnTo>
                <a:lnTo>
                  <a:pt x="9679" y="42957"/>
                </a:lnTo>
                <a:lnTo>
                  <a:pt x="9679" y="41803"/>
                </a:lnTo>
                <a:lnTo>
                  <a:pt x="9997" y="41182"/>
                </a:lnTo>
                <a:lnTo>
                  <a:pt x="9997" y="40561"/>
                </a:lnTo>
                <a:lnTo>
                  <a:pt x="9997" y="39673"/>
                </a:lnTo>
                <a:lnTo>
                  <a:pt x="9997" y="38874"/>
                </a:lnTo>
                <a:lnTo>
                  <a:pt x="9997" y="38164"/>
                </a:lnTo>
                <a:lnTo>
                  <a:pt x="10314" y="37366"/>
                </a:lnTo>
                <a:lnTo>
                  <a:pt x="10314" y="36478"/>
                </a:lnTo>
                <a:lnTo>
                  <a:pt x="10314" y="35857"/>
                </a:lnTo>
                <a:lnTo>
                  <a:pt x="10314" y="34969"/>
                </a:lnTo>
                <a:lnTo>
                  <a:pt x="10314" y="34170"/>
                </a:lnTo>
                <a:lnTo>
                  <a:pt x="10314" y="33460"/>
                </a:lnTo>
                <a:lnTo>
                  <a:pt x="10314" y="32662"/>
                </a:lnTo>
                <a:lnTo>
                  <a:pt x="10314" y="31952"/>
                </a:lnTo>
                <a:lnTo>
                  <a:pt x="10314" y="31153"/>
                </a:lnTo>
                <a:lnTo>
                  <a:pt x="10314" y="30265"/>
                </a:lnTo>
                <a:lnTo>
                  <a:pt x="10790" y="29644"/>
                </a:lnTo>
                <a:lnTo>
                  <a:pt x="10790" y="28756"/>
                </a:lnTo>
                <a:lnTo>
                  <a:pt x="10790" y="27869"/>
                </a:lnTo>
                <a:lnTo>
                  <a:pt x="10790" y="27247"/>
                </a:lnTo>
                <a:lnTo>
                  <a:pt x="11108" y="26449"/>
                </a:lnTo>
                <a:lnTo>
                  <a:pt x="11108" y="25561"/>
                </a:lnTo>
                <a:lnTo>
                  <a:pt x="11108" y="24674"/>
                </a:lnTo>
                <a:lnTo>
                  <a:pt x="11108" y="24052"/>
                </a:lnTo>
                <a:lnTo>
                  <a:pt x="11108" y="23165"/>
                </a:lnTo>
                <a:lnTo>
                  <a:pt x="11584" y="22366"/>
                </a:lnTo>
                <a:lnTo>
                  <a:pt x="11584" y="21656"/>
                </a:lnTo>
                <a:lnTo>
                  <a:pt x="11584" y="20857"/>
                </a:lnTo>
                <a:lnTo>
                  <a:pt x="11584" y="19970"/>
                </a:lnTo>
                <a:lnTo>
                  <a:pt x="11584" y="19348"/>
                </a:lnTo>
                <a:lnTo>
                  <a:pt x="11901" y="18283"/>
                </a:lnTo>
                <a:lnTo>
                  <a:pt x="11901" y="17662"/>
                </a:lnTo>
                <a:lnTo>
                  <a:pt x="11901" y="16952"/>
                </a:lnTo>
                <a:lnTo>
                  <a:pt x="11901" y="15887"/>
                </a:lnTo>
                <a:lnTo>
                  <a:pt x="11901" y="15265"/>
                </a:lnTo>
                <a:lnTo>
                  <a:pt x="12377" y="14378"/>
                </a:lnTo>
                <a:lnTo>
                  <a:pt x="12377" y="13579"/>
                </a:lnTo>
                <a:lnTo>
                  <a:pt x="12377" y="12869"/>
                </a:lnTo>
                <a:lnTo>
                  <a:pt x="12377" y="12070"/>
                </a:lnTo>
                <a:lnTo>
                  <a:pt x="12377" y="11183"/>
                </a:lnTo>
                <a:lnTo>
                  <a:pt x="12377" y="10295"/>
                </a:lnTo>
                <a:lnTo>
                  <a:pt x="12377" y="9674"/>
                </a:lnTo>
                <a:lnTo>
                  <a:pt x="12377" y="8786"/>
                </a:lnTo>
                <a:lnTo>
                  <a:pt x="12377" y="7988"/>
                </a:lnTo>
                <a:lnTo>
                  <a:pt x="12694" y="7366"/>
                </a:lnTo>
                <a:lnTo>
                  <a:pt x="12694" y="6479"/>
                </a:lnTo>
                <a:lnTo>
                  <a:pt x="12694" y="5591"/>
                </a:lnTo>
                <a:lnTo>
                  <a:pt x="12694" y="4792"/>
                </a:lnTo>
                <a:lnTo>
                  <a:pt x="12694" y="4082"/>
                </a:lnTo>
                <a:lnTo>
                  <a:pt x="13012" y="3017"/>
                </a:lnTo>
                <a:lnTo>
                  <a:pt x="13012" y="2396"/>
                </a:lnTo>
                <a:lnTo>
                  <a:pt x="13012" y="1508"/>
                </a:lnTo>
                <a:lnTo>
                  <a:pt x="13012" y="710"/>
                </a:lnTo>
                <a:lnTo>
                  <a:pt x="13012" y="0"/>
                </a:lnTo>
              </a:path>
            </a:pathLst>
          </a:custGeom>
          <a:ln w="1947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231607" y="2894269"/>
            <a:ext cx="13805" cy="171742"/>
          </a:xfrm>
          <a:custGeom>
            <a:avLst/>
            <a:gdLst/>
            <a:ahLst/>
            <a:cxnLst/>
            <a:rect l="l" t="t" r="r" b="b"/>
            <a:pathLst>
              <a:path w="13805" h="171742">
                <a:moveTo>
                  <a:pt x="0" y="171742"/>
                </a:moveTo>
                <a:lnTo>
                  <a:pt x="476" y="170943"/>
                </a:lnTo>
                <a:lnTo>
                  <a:pt x="476" y="170055"/>
                </a:lnTo>
                <a:lnTo>
                  <a:pt x="476" y="169168"/>
                </a:lnTo>
                <a:lnTo>
                  <a:pt x="476" y="168546"/>
                </a:lnTo>
                <a:lnTo>
                  <a:pt x="793" y="167481"/>
                </a:lnTo>
                <a:lnTo>
                  <a:pt x="793" y="166860"/>
                </a:lnTo>
                <a:lnTo>
                  <a:pt x="793" y="165973"/>
                </a:lnTo>
                <a:lnTo>
                  <a:pt x="793" y="165174"/>
                </a:lnTo>
                <a:lnTo>
                  <a:pt x="793" y="164286"/>
                </a:lnTo>
                <a:lnTo>
                  <a:pt x="1269" y="163665"/>
                </a:lnTo>
                <a:lnTo>
                  <a:pt x="1269" y="162777"/>
                </a:lnTo>
                <a:lnTo>
                  <a:pt x="1269" y="161890"/>
                </a:lnTo>
                <a:lnTo>
                  <a:pt x="1269" y="161091"/>
                </a:lnTo>
                <a:lnTo>
                  <a:pt x="1269" y="160381"/>
                </a:lnTo>
                <a:lnTo>
                  <a:pt x="1586" y="159316"/>
                </a:lnTo>
                <a:lnTo>
                  <a:pt x="1586" y="158695"/>
                </a:lnTo>
                <a:lnTo>
                  <a:pt x="1586" y="157807"/>
                </a:lnTo>
                <a:lnTo>
                  <a:pt x="1586" y="157008"/>
                </a:lnTo>
                <a:lnTo>
                  <a:pt x="1586" y="156121"/>
                </a:lnTo>
                <a:lnTo>
                  <a:pt x="1586" y="155233"/>
                </a:lnTo>
                <a:lnTo>
                  <a:pt x="1586" y="154612"/>
                </a:lnTo>
                <a:lnTo>
                  <a:pt x="1586" y="153547"/>
                </a:lnTo>
                <a:lnTo>
                  <a:pt x="1586" y="152925"/>
                </a:lnTo>
                <a:lnTo>
                  <a:pt x="1904" y="152038"/>
                </a:lnTo>
                <a:lnTo>
                  <a:pt x="1904" y="151150"/>
                </a:lnTo>
                <a:lnTo>
                  <a:pt x="1904" y="150352"/>
                </a:lnTo>
                <a:lnTo>
                  <a:pt x="1904" y="149730"/>
                </a:lnTo>
                <a:lnTo>
                  <a:pt x="1904" y="148576"/>
                </a:lnTo>
                <a:lnTo>
                  <a:pt x="2380" y="147778"/>
                </a:lnTo>
                <a:lnTo>
                  <a:pt x="2380" y="147156"/>
                </a:lnTo>
                <a:lnTo>
                  <a:pt x="2380" y="146269"/>
                </a:lnTo>
                <a:lnTo>
                  <a:pt x="2380" y="145381"/>
                </a:lnTo>
                <a:lnTo>
                  <a:pt x="2380" y="144582"/>
                </a:lnTo>
                <a:lnTo>
                  <a:pt x="2697" y="143695"/>
                </a:lnTo>
                <a:lnTo>
                  <a:pt x="2697" y="142807"/>
                </a:lnTo>
                <a:lnTo>
                  <a:pt x="2697" y="142009"/>
                </a:lnTo>
                <a:lnTo>
                  <a:pt x="2697" y="141298"/>
                </a:lnTo>
                <a:lnTo>
                  <a:pt x="2697" y="140233"/>
                </a:lnTo>
                <a:lnTo>
                  <a:pt x="3173" y="139612"/>
                </a:lnTo>
                <a:lnTo>
                  <a:pt x="3173" y="138725"/>
                </a:lnTo>
                <a:lnTo>
                  <a:pt x="3173" y="137926"/>
                </a:lnTo>
                <a:lnTo>
                  <a:pt x="3173" y="137038"/>
                </a:lnTo>
                <a:lnTo>
                  <a:pt x="3491" y="136151"/>
                </a:lnTo>
                <a:lnTo>
                  <a:pt x="3491" y="135352"/>
                </a:lnTo>
                <a:lnTo>
                  <a:pt x="3491" y="134464"/>
                </a:lnTo>
                <a:lnTo>
                  <a:pt x="3491" y="133577"/>
                </a:lnTo>
                <a:lnTo>
                  <a:pt x="3491" y="132955"/>
                </a:lnTo>
                <a:lnTo>
                  <a:pt x="3491" y="132068"/>
                </a:lnTo>
                <a:lnTo>
                  <a:pt x="3491" y="131003"/>
                </a:lnTo>
                <a:lnTo>
                  <a:pt x="3491" y="130382"/>
                </a:lnTo>
                <a:lnTo>
                  <a:pt x="3491" y="129494"/>
                </a:lnTo>
                <a:lnTo>
                  <a:pt x="3491" y="128429"/>
                </a:lnTo>
                <a:lnTo>
                  <a:pt x="3808" y="127808"/>
                </a:lnTo>
                <a:lnTo>
                  <a:pt x="3808" y="126920"/>
                </a:lnTo>
                <a:lnTo>
                  <a:pt x="3808" y="126121"/>
                </a:lnTo>
                <a:lnTo>
                  <a:pt x="3808" y="125234"/>
                </a:lnTo>
                <a:lnTo>
                  <a:pt x="3808" y="124346"/>
                </a:lnTo>
                <a:lnTo>
                  <a:pt x="4284" y="123725"/>
                </a:lnTo>
                <a:lnTo>
                  <a:pt x="4284" y="122660"/>
                </a:lnTo>
                <a:lnTo>
                  <a:pt x="4284" y="121772"/>
                </a:lnTo>
                <a:lnTo>
                  <a:pt x="4284" y="121151"/>
                </a:lnTo>
                <a:lnTo>
                  <a:pt x="4601" y="120352"/>
                </a:lnTo>
                <a:lnTo>
                  <a:pt x="4601" y="119287"/>
                </a:lnTo>
                <a:lnTo>
                  <a:pt x="4601" y="118577"/>
                </a:lnTo>
                <a:lnTo>
                  <a:pt x="4601" y="117778"/>
                </a:lnTo>
                <a:lnTo>
                  <a:pt x="4601" y="116713"/>
                </a:lnTo>
                <a:lnTo>
                  <a:pt x="5077" y="115826"/>
                </a:lnTo>
                <a:lnTo>
                  <a:pt x="5077" y="115204"/>
                </a:lnTo>
                <a:lnTo>
                  <a:pt x="5077" y="114317"/>
                </a:lnTo>
                <a:lnTo>
                  <a:pt x="5077" y="113252"/>
                </a:lnTo>
                <a:lnTo>
                  <a:pt x="5077" y="112630"/>
                </a:lnTo>
                <a:lnTo>
                  <a:pt x="5395" y="111743"/>
                </a:lnTo>
                <a:lnTo>
                  <a:pt x="5395" y="110855"/>
                </a:lnTo>
                <a:lnTo>
                  <a:pt x="5395" y="110056"/>
                </a:lnTo>
                <a:lnTo>
                  <a:pt x="5395" y="109169"/>
                </a:lnTo>
                <a:lnTo>
                  <a:pt x="5395" y="108281"/>
                </a:lnTo>
                <a:lnTo>
                  <a:pt x="5871" y="107216"/>
                </a:lnTo>
                <a:lnTo>
                  <a:pt x="5871" y="106595"/>
                </a:lnTo>
                <a:lnTo>
                  <a:pt x="5871" y="105707"/>
                </a:lnTo>
                <a:lnTo>
                  <a:pt x="5871" y="104909"/>
                </a:lnTo>
                <a:lnTo>
                  <a:pt x="5871" y="104021"/>
                </a:lnTo>
                <a:lnTo>
                  <a:pt x="5871" y="103134"/>
                </a:lnTo>
                <a:lnTo>
                  <a:pt x="5871" y="102335"/>
                </a:lnTo>
                <a:lnTo>
                  <a:pt x="5871" y="101447"/>
                </a:lnTo>
                <a:lnTo>
                  <a:pt x="5871" y="100560"/>
                </a:lnTo>
                <a:lnTo>
                  <a:pt x="6188" y="99761"/>
                </a:lnTo>
                <a:lnTo>
                  <a:pt x="6188" y="98873"/>
                </a:lnTo>
                <a:lnTo>
                  <a:pt x="6188" y="97808"/>
                </a:lnTo>
                <a:lnTo>
                  <a:pt x="6188" y="97187"/>
                </a:lnTo>
                <a:lnTo>
                  <a:pt x="6188" y="96299"/>
                </a:lnTo>
                <a:lnTo>
                  <a:pt x="6506" y="95412"/>
                </a:lnTo>
                <a:lnTo>
                  <a:pt x="6506" y="94347"/>
                </a:lnTo>
                <a:lnTo>
                  <a:pt x="6506" y="93725"/>
                </a:lnTo>
                <a:lnTo>
                  <a:pt x="6506" y="92838"/>
                </a:lnTo>
                <a:lnTo>
                  <a:pt x="6506" y="92039"/>
                </a:lnTo>
                <a:lnTo>
                  <a:pt x="6982" y="90974"/>
                </a:lnTo>
                <a:lnTo>
                  <a:pt x="6982" y="90264"/>
                </a:lnTo>
                <a:lnTo>
                  <a:pt x="6982" y="89465"/>
                </a:lnTo>
                <a:lnTo>
                  <a:pt x="6982" y="88400"/>
                </a:lnTo>
                <a:lnTo>
                  <a:pt x="7299" y="87513"/>
                </a:lnTo>
                <a:lnTo>
                  <a:pt x="7299" y="86891"/>
                </a:lnTo>
                <a:lnTo>
                  <a:pt x="7299" y="86004"/>
                </a:lnTo>
                <a:lnTo>
                  <a:pt x="7299" y="84939"/>
                </a:lnTo>
                <a:lnTo>
                  <a:pt x="7299" y="84051"/>
                </a:lnTo>
                <a:lnTo>
                  <a:pt x="7775" y="83252"/>
                </a:lnTo>
                <a:lnTo>
                  <a:pt x="7775" y="82542"/>
                </a:lnTo>
                <a:lnTo>
                  <a:pt x="7775" y="81477"/>
                </a:lnTo>
                <a:lnTo>
                  <a:pt x="7775" y="80678"/>
                </a:lnTo>
                <a:lnTo>
                  <a:pt x="7775" y="79791"/>
                </a:lnTo>
                <a:lnTo>
                  <a:pt x="7775" y="78903"/>
                </a:lnTo>
                <a:lnTo>
                  <a:pt x="7775" y="78104"/>
                </a:lnTo>
                <a:lnTo>
                  <a:pt x="7775" y="77217"/>
                </a:lnTo>
                <a:lnTo>
                  <a:pt x="7775" y="76329"/>
                </a:lnTo>
                <a:lnTo>
                  <a:pt x="7775" y="75531"/>
                </a:lnTo>
                <a:lnTo>
                  <a:pt x="8093" y="74465"/>
                </a:lnTo>
                <a:lnTo>
                  <a:pt x="8093" y="73755"/>
                </a:lnTo>
                <a:lnTo>
                  <a:pt x="8093" y="72957"/>
                </a:lnTo>
                <a:lnTo>
                  <a:pt x="8093" y="71892"/>
                </a:lnTo>
                <a:lnTo>
                  <a:pt x="8410" y="71004"/>
                </a:lnTo>
                <a:lnTo>
                  <a:pt x="8410" y="70116"/>
                </a:lnTo>
                <a:lnTo>
                  <a:pt x="8410" y="69495"/>
                </a:lnTo>
                <a:lnTo>
                  <a:pt x="8410" y="68430"/>
                </a:lnTo>
                <a:lnTo>
                  <a:pt x="8410" y="67543"/>
                </a:lnTo>
                <a:lnTo>
                  <a:pt x="8886" y="66744"/>
                </a:lnTo>
                <a:lnTo>
                  <a:pt x="8886" y="65856"/>
                </a:lnTo>
                <a:lnTo>
                  <a:pt x="8886" y="64791"/>
                </a:lnTo>
                <a:lnTo>
                  <a:pt x="8886" y="64170"/>
                </a:lnTo>
                <a:lnTo>
                  <a:pt x="8886" y="63282"/>
                </a:lnTo>
                <a:lnTo>
                  <a:pt x="9203" y="62395"/>
                </a:lnTo>
                <a:lnTo>
                  <a:pt x="9203" y="61330"/>
                </a:lnTo>
                <a:lnTo>
                  <a:pt x="9203" y="60531"/>
                </a:lnTo>
                <a:lnTo>
                  <a:pt x="9203" y="59643"/>
                </a:lnTo>
                <a:lnTo>
                  <a:pt x="9203" y="58756"/>
                </a:lnTo>
                <a:lnTo>
                  <a:pt x="9679" y="57957"/>
                </a:lnTo>
                <a:lnTo>
                  <a:pt x="9679" y="57069"/>
                </a:lnTo>
                <a:lnTo>
                  <a:pt x="9679" y="56448"/>
                </a:lnTo>
                <a:lnTo>
                  <a:pt x="9679" y="55383"/>
                </a:lnTo>
                <a:lnTo>
                  <a:pt x="9679" y="54495"/>
                </a:lnTo>
                <a:lnTo>
                  <a:pt x="9997" y="53608"/>
                </a:lnTo>
                <a:lnTo>
                  <a:pt x="9997" y="52809"/>
                </a:lnTo>
                <a:lnTo>
                  <a:pt x="9997" y="51922"/>
                </a:lnTo>
                <a:lnTo>
                  <a:pt x="9997" y="51034"/>
                </a:lnTo>
                <a:lnTo>
                  <a:pt x="9997" y="50235"/>
                </a:lnTo>
                <a:lnTo>
                  <a:pt x="9997" y="49348"/>
                </a:lnTo>
                <a:lnTo>
                  <a:pt x="9997" y="48283"/>
                </a:lnTo>
                <a:lnTo>
                  <a:pt x="9997" y="47395"/>
                </a:lnTo>
                <a:lnTo>
                  <a:pt x="9997" y="46596"/>
                </a:lnTo>
                <a:lnTo>
                  <a:pt x="10473" y="45709"/>
                </a:lnTo>
                <a:lnTo>
                  <a:pt x="10473" y="44821"/>
                </a:lnTo>
                <a:lnTo>
                  <a:pt x="10473" y="44022"/>
                </a:lnTo>
                <a:lnTo>
                  <a:pt x="10473" y="43135"/>
                </a:lnTo>
                <a:lnTo>
                  <a:pt x="10473" y="42247"/>
                </a:lnTo>
                <a:lnTo>
                  <a:pt x="10790" y="41182"/>
                </a:lnTo>
                <a:lnTo>
                  <a:pt x="10790" y="40295"/>
                </a:lnTo>
                <a:lnTo>
                  <a:pt x="10790" y="39496"/>
                </a:lnTo>
                <a:lnTo>
                  <a:pt x="10790" y="38608"/>
                </a:lnTo>
                <a:lnTo>
                  <a:pt x="10790" y="37543"/>
                </a:lnTo>
                <a:lnTo>
                  <a:pt x="11108" y="36922"/>
                </a:lnTo>
                <a:lnTo>
                  <a:pt x="11108" y="36034"/>
                </a:lnTo>
                <a:lnTo>
                  <a:pt x="11108" y="35147"/>
                </a:lnTo>
                <a:lnTo>
                  <a:pt x="11108" y="34082"/>
                </a:lnTo>
                <a:lnTo>
                  <a:pt x="11584" y="33283"/>
                </a:lnTo>
                <a:lnTo>
                  <a:pt x="11584" y="32395"/>
                </a:lnTo>
                <a:lnTo>
                  <a:pt x="11584" y="31508"/>
                </a:lnTo>
                <a:lnTo>
                  <a:pt x="11584" y="30443"/>
                </a:lnTo>
                <a:lnTo>
                  <a:pt x="11584" y="29644"/>
                </a:lnTo>
                <a:lnTo>
                  <a:pt x="11901" y="28756"/>
                </a:lnTo>
                <a:lnTo>
                  <a:pt x="11901" y="27869"/>
                </a:lnTo>
                <a:lnTo>
                  <a:pt x="11901" y="27070"/>
                </a:lnTo>
                <a:lnTo>
                  <a:pt x="11901" y="26182"/>
                </a:lnTo>
                <a:lnTo>
                  <a:pt x="11901" y="25295"/>
                </a:lnTo>
                <a:lnTo>
                  <a:pt x="11901" y="24496"/>
                </a:lnTo>
                <a:lnTo>
                  <a:pt x="11901" y="23431"/>
                </a:lnTo>
                <a:lnTo>
                  <a:pt x="11901" y="22543"/>
                </a:lnTo>
                <a:lnTo>
                  <a:pt x="11901" y="21656"/>
                </a:lnTo>
                <a:lnTo>
                  <a:pt x="11901" y="20857"/>
                </a:lnTo>
                <a:lnTo>
                  <a:pt x="12377" y="19970"/>
                </a:lnTo>
                <a:lnTo>
                  <a:pt x="12377" y="18904"/>
                </a:lnTo>
                <a:lnTo>
                  <a:pt x="12377" y="18017"/>
                </a:lnTo>
                <a:lnTo>
                  <a:pt x="12377" y="17218"/>
                </a:lnTo>
                <a:lnTo>
                  <a:pt x="12694" y="16331"/>
                </a:lnTo>
                <a:lnTo>
                  <a:pt x="12694" y="15265"/>
                </a:lnTo>
                <a:lnTo>
                  <a:pt x="12694" y="14378"/>
                </a:lnTo>
                <a:lnTo>
                  <a:pt x="12694" y="13490"/>
                </a:lnTo>
                <a:lnTo>
                  <a:pt x="12694" y="12692"/>
                </a:lnTo>
                <a:lnTo>
                  <a:pt x="13012" y="11804"/>
                </a:lnTo>
                <a:lnTo>
                  <a:pt x="13012" y="10916"/>
                </a:lnTo>
                <a:lnTo>
                  <a:pt x="13012" y="10118"/>
                </a:lnTo>
                <a:lnTo>
                  <a:pt x="13012" y="9230"/>
                </a:lnTo>
                <a:lnTo>
                  <a:pt x="13012" y="8165"/>
                </a:lnTo>
                <a:lnTo>
                  <a:pt x="13488" y="7277"/>
                </a:lnTo>
                <a:lnTo>
                  <a:pt x="13488" y="6479"/>
                </a:lnTo>
                <a:lnTo>
                  <a:pt x="13488" y="5591"/>
                </a:lnTo>
                <a:lnTo>
                  <a:pt x="13488" y="4526"/>
                </a:lnTo>
                <a:lnTo>
                  <a:pt x="13488" y="3638"/>
                </a:lnTo>
                <a:lnTo>
                  <a:pt x="13805" y="2840"/>
                </a:lnTo>
                <a:lnTo>
                  <a:pt x="13805" y="1952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48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245413" y="2712231"/>
            <a:ext cx="13488" cy="182037"/>
          </a:xfrm>
          <a:custGeom>
            <a:avLst/>
            <a:gdLst/>
            <a:ahLst/>
            <a:cxnLst/>
            <a:rect l="l" t="t" r="r" b="b"/>
            <a:pathLst>
              <a:path w="13488" h="182037">
                <a:moveTo>
                  <a:pt x="0" y="182037"/>
                </a:moveTo>
                <a:lnTo>
                  <a:pt x="0" y="181238"/>
                </a:lnTo>
                <a:lnTo>
                  <a:pt x="0" y="180351"/>
                </a:lnTo>
                <a:lnTo>
                  <a:pt x="0" y="179463"/>
                </a:lnTo>
                <a:lnTo>
                  <a:pt x="0" y="178398"/>
                </a:lnTo>
                <a:lnTo>
                  <a:pt x="0" y="177600"/>
                </a:lnTo>
                <a:lnTo>
                  <a:pt x="476" y="176712"/>
                </a:lnTo>
                <a:lnTo>
                  <a:pt x="476" y="175824"/>
                </a:lnTo>
                <a:lnTo>
                  <a:pt x="476" y="174759"/>
                </a:lnTo>
                <a:lnTo>
                  <a:pt x="476" y="173872"/>
                </a:lnTo>
                <a:lnTo>
                  <a:pt x="476" y="173073"/>
                </a:lnTo>
                <a:lnTo>
                  <a:pt x="793" y="172185"/>
                </a:lnTo>
                <a:lnTo>
                  <a:pt x="793" y="171298"/>
                </a:lnTo>
                <a:lnTo>
                  <a:pt x="793" y="170233"/>
                </a:lnTo>
                <a:lnTo>
                  <a:pt x="793" y="169434"/>
                </a:lnTo>
                <a:lnTo>
                  <a:pt x="793" y="168546"/>
                </a:lnTo>
                <a:lnTo>
                  <a:pt x="1269" y="167659"/>
                </a:lnTo>
                <a:lnTo>
                  <a:pt x="1269" y="166594"/>
                </a:lnTo>
                <a:lnTo>
                  <a:pt x="1269" y="165795"/>
                </a:lnTo>
                <a:lnTo>
                  <a:pt x="1269" y="164907"/>
                </a:lnTo>
                <a:lnTo>
                  <a:pt x="1586" y="164020"/>
                </a:lnTo>
                <a:lnTo>
                  <a:pt x="1586" y="162955"/>
                </a:lnTo>
                <a:lnTo>
                  <a:pt x="1586" y="162156"/>
                </a:lnTo>
                <a:lnTo>
                  <a:pt x="1586" y="161268"/>
                </a:lnTo>
                <a:lnTo>
                  <a:pt x="1586" y="160381"/>
                </a:lnTo>
                <a:lnTo>
                  <a:pt x="1904" y="159582"/>
                </a:lnTo>
                <a:lnTo>
                  <a:pt x="1904" y="158517"/>
                </a:lnTo>
                <a:lnTo>
                  <a:pt x="1904" y="157629"/>
                </a:lnTo>
                <a:lnTo>
                  <a:pt x="1904" y="156742"/>
                </a:lnTo>
                <a:lnTo>
                  <a:pt x="1904" y="155943"/>
                </a:lnTo>
                <a:lnTo>
                  <a:pt x="2380" y="154789"/>
                </a:lnTo>
                <a:lnTo>
                  <a:pt x="2380" y="153991"/>
                </a:lnTo>
                <a:lnTo>
                  <a:pt x="2380" y="153103"/>
                </a:lnTo>
                <a:lnTo>
                  <a:pt x="2380" y="152215"/>
                </a:lnTo>
                <a:lnTo>
                  <a:pt x="2380" y="151150"/>
                </a:lnTo>
                <a:lnTo>
                  <a:pt x="2380" y="150352"/>
                </a:lnTo>
                <a:lnTo>
                  <a:pt x="2380" y="149464"/>
                </a:lnTo>
                <a:lnTo>
                  <a:pt x="2380" y="148576"/>
                </a:lnTo>
                <a:lnTo>
                  <a:pt x="2380" y="147511"/>
                </a:lnTo>
                <a:lnTo>
                  <a:pt x="2697" y="146713"/>
                </a:lnTo>
                <a:lnTo>
                  <a:pt x="2697" y="145825"/>
                </a:lnTo>
                <a:lnTo>
                  <a:pt x="2697" y="144937"/>
                </a:lnTo>
                <a:lnTo>
                  <a:pt x="2697" y="144139"/>
                </a:lnTo>
                <a:lnTo>
                  <a:pt x="2697" y="143074"/>
                </a:lnTo>
                <a:lnTo>
                  <a:pt x="3173" y="142186"/>
                </a:lnTo>
                <a:lnTo>
                  <a:pt x="3173" y="141298"/>
                </a:lnTo>
                <a:lnTo>
                  <a:pt x="3173" y="140500"/>
                </a:lnTo>
                <a:lnTo>
                  <a:pt x="3173" y="139435"/>
                </a:lnTo>
                <a:lnTo>
                  <a:pt x="3173" y="138547"/>
                </a:lnTo>
                <a:lnTo>
                  <a:pt x="3491" y="137659"/>
                </a:lnTo>
                <a:lnTo>
                  <a:pt x="3491" y="136861"/>
                </a:lnTo>
                <a:lnTo>
                  <a:pt x="3491" y="135707"/>
                </a:lnTo>
                <a:lnTo>
                  <a:pt x="3491" y="134908"/>
                </a:lnTo>
                <a:lnTo>
                  <a:pt x="3491" y="134020"/>
                </a:lnTo>
                <a:lnTo>
                  <a:pt x="3808" y="133133"/>
                </a:lnTo>
                <a:lnTo>
                  <a:pt x="3808" y="132334"/>
                </a:lnTo>
                <a:lnTo>
                  <a:pt x="3808" y="131269"/>
                </a:lnTo>
                <a:lnTo>
                  <a:pt x="3808" y="130382"/>
                </a:lnTo>
                <a:lnTo>
                  <a:pt x="4284" y="129316"/>
                </a:lnTo>
                <a:lnTo>
                  <a:pt x="4284" y="128429"/>
                </a:lnTo>
                <a:lnTo>
                  <a:pt x="4284" y="127630"/>
                </a:lnTo>
                <a:lnTo>
                  <a:pt x="4284" y="126565"/>
                </a:lnTo>
                <a:lnTo>
                  <a:pt x="4284" y="125677"/>
                </a:lnTo>
                <a:lnTo>
                  <a:pt x="4284" y="124790"/>
                </a:lnTo>
                <a:lnTo>
                  <a:pt x="4284" y="123991"/>
                </a:lnTo>
                <a:lnTo>
                  <a:pt x="4284" y="122837"/>
                </a:lnTo>
                <a:lnTo>
                  <a:pt x="4284" y="122038"/>
                </a:lnTo>
                <a:lnTo>
                  <a:pt x="4284" y="121151"/>
                </a:lnTo>
                <a:lnTo>
                  <a:pt x="4601" y="120263"/>
                </a:lnTo>
                <a:lnTo>
                  <a:pt x="4601" y="119198"/>
                </a:lnTo>
                <a:lnTo>
                  <a:pt x="4601" y="118400"/>
                </a:lnTo>
                <a:lnTo>
                  <a:pt x="4601" y="117512"/>
                </a:lnTo>
                <a:lnTo>
                  <a:pt x="4601" y="116624"/>
                </a:lnTo>
                <a:lnTo>
                  <a:pt x="5077" y="115826"/>
                </a:lnTo>
                <a:lnTo>
                  <a:pt x="5077" y="114761"/>
                </a:lnTo>
                <a:lnTo>
                  <a:pt x="5077" y="113873"/>
                </a:lnTo>
                <a:lnTo>
                  <a:pt x="5077" y="112985"/>
                </a:lnTo>
                <a:lnTo>
                  <a:pt x="5395" y="112187"/>
                </a:lnTo>
                <a:lnTo>
                  <a:pt x="5395" y="111122"/>
                </a:lnTo>
                <a:lnTo>
                  <a:pt x="5395" y="110234"/>
                </a:lnTo>
                <a:lnTo>
                  <a:pt x="5395" y="109169"/>
                </a:lnTo>
                <a:lnTo>
                  <a:pt x="5395" y="108281"/>
                </a:lnTo>
                <a:lnTo>
                  <a:pt x="5712" y="107483"/>
                </a:lnTo>
                <a:lnTo>
                  <a:pt x="5712" y="106329"/>
                </a:lnTo>
                <a:lnTo>
                  <a:pt x="5712" y="105530"/>
                </a:lnTo>
                <a:lnTo>
                  <a:pt x="5712" y="104642"/>
                </a:lnTo>
                <a:lnTo>
                  <a:pt x="5712" y="103755"/>
                </a:lnTo>
                <a:lnTo>
                  <a:pt x="6188" y="102690"/>
                </a:lnTo>
                <a:lnTo>
                  <a:pt x="6188" y="101891"/>
                </a:lnTo>
                <a:lnTo>
                  <a:pt x="6188" y="101003"/>
                </a:lnTo>
                <a:lnTo>
                  <a:pt x="6188" y="100116"/>
                </a:lnTo>
                <a:lnTo>
                  <a:pt x="6188" y="99317"/>
                </a:lnTo>
                <a:lnTo>
                  <a:pt x="6506" y="98252"/>
                </a:lnTo>
                <a:lnTo>
                  <a:pt x="6506" y="97364"/>
                </a:lnTo>
                <a:lnTo>
                  <a:pt x="6506" y="96477"/>
                </a:lnTo>
                <a:lnTo>
                  <a:pt x="6506" y="95678"/>
                </a:lnTo>
                <a:lnTo>
                  <a:pt x="6506" y="94613"/>
                </a:lnTo>
                <a:lnTo>
                  <a:pt x="6506" y="93548"/>
                </a:lnTo>
                <a:lnTo>
                  <a:pt x="6506" y="92660"/>
                </a:lnTo>
                <a:lnTo>
                  <a:pt x="6506" y="91773"/>
                </a:lnTo>
                <a:lnTo>
                  <a:pt x="6506" y="90974"/>
                </a:lnTo>
                <a:lnTo>
                  <a:pt x="6982" y="89820"/>
                </a:lnTo>
                <a:lnTo>
                  <a:pt x="6982" y="89021"/>
                </a:lnTo>
                <a:lnTo>
                  <a:pt x="6982" y="88134"/>
                </a:lnTo>
                <a:lnTo>
                  <a:pt x="6982" y="87246"/>
                </a:lnTo>
                <a:lnTo>
                  <a:pt x="6982" y="86181"/>
                </a:lnTo>
                <a:lnTo>
                  <a:pt x="7299" y="85382"/>
                </a:lnTo>
                <a:lnTo>
                  <a:pt x="7299" y="84495"/>
                </a:lnTo>
                <a:lnTo>
                  <a:pt x="7299" y="83607"/>
                </a:lnTo>
                <a:lnTo>
                  <a:pt x="7299" y="82808"/>
                </a:lnTo>
                <a:lnTo>
                  <a:pt x="7299" y="81743"/>
                </a:lnTo>
                <a:lnTo>
                  <a:pt x="7775" y="80856"/>
                </a:lnTo>
                <a:lnTo>
                  <a:pt x="7775" y="79968"/>
                </a:lnTo>
                <a:lnTo>
                  <a:pt x="7775" y="78903"/>
                </a:lnTo>
                <a:lnTo>
                  <a:pt x="7775" y="78104"/>
                </a:lnTo>
                <a:lnTo>
                  <a:pt x="8093" y="76951"/>
                </a:lnTo>
                <a:lnTo>
                  <a:pt x="8093" y="76152"/>
                </a:lnTo>
                <a:lnTo>
                  <a:pt x="8093" y="75264"/>
                </a:lnTo>
                <a:lnTo>
                  <a:pt x="8093" y="74377"/>
                </a:lnTo>
                <a:lnTo>
                  <a:pt x="8093" y="73312"/>
                </a:lnTo>
                <a:lnTo>
                  <a:pt x="8410" y="72513"/>
                </a:lnTo>
                <a:lnTo>
                  <a:pt x="8410" y="71625"/>
                </a:lnTo>
                <a:lnTo>
                  <a:pt x="8410" y="70738"/>
                </a:lnTo>
                <a:lnTo>
                  <a:pt x="8410" y="69673"/>
                </a:lnTo>
                <a:lnTo>
                  <a:pt x="8410" y="68874"/>
                </a:lnTo>
                <a:lnTo>
                  <a:pt x="8410" y="67986"/>
                </a:lnTo>
                <a:lnTo>
                  <a:pt x="8410" y="67099"/>
                </a:lnTo>
                <a:lnTo>
                  <a:pt x="8410" y="66034"/>
                </a:lnTo>
                <a:lnTo>
                  <a:pt x="8410" y="64969"/>
                </a:lnTo>
                <a:lnTo>
                  <a:pt x="8410" y="64170"/>
                </a:lnTo>
                <a:lnTo>
                  <a:pt x="8886" y="63282"/>
                </a:lnTo>
                <a:lnTo>
                  <a:pt x="8886" y="62395"/>
                </a:lnTo>
                <a:lnTo>
                  <a:pt x="8886" y="61330"/>
                </a:lnTo>
                <a:lnTo>
                  <a:pt x="8886" y="60442"/>
                </a:lnTo>
                <a:lnTo>
                  <a:pt x="9203" y="59643"/>
                </a:lnTo>
                <a:lnTo>
                  <a:pt x="9203" y="58756"/>
                </a:lnTo>
                <a:lnTo>
                  <a:pt x="9203" y="57868"/>
                </a:lnTo>
                <a:lnTo>
                  <a:pt x="9203" y="56803"/>
                </a:lnTo>
                <a:lnTo>
                  <a:pt x="9203" y="56004"/>
                </a:lnTo>
                <a:lnTo>
                  <a:pt x="9679" y="55117"/>
                </a:lnTo>
                <a:lnTo>
                  <a:pt x="9679" y="54229"/>
                </a:lnTo>
                <a:lnTo>
                  <a:pt x="9679" y="53164"/>
                </a:lnTo>
                <a:lnTo>
                  <a:pt x="9679" y="52099"/>
                </a:lnTo>
                <a:lnTo>
                  <a:pt x="9679" y="51300"/>
                </a:lnTo>
                <a:lnTo>
                  <a:pt x="9997" y="50413"/>
                </a:lnTo>
                <a:lnTo>
                  <a:pt x="9997" y="49525"/>
                </a:lnTo>
                <a:lnTo>
                  <a:pt x="9997" y="48460"/>
                </a:lnTo>
                <a:lnTo>
                  <a:pt x="9997" y="47661"/>
                </a:lnTo>
                <a:lnTo>
                  <a:pt x="9997" y="46774"/>
                </a:lnTo>
                <a:lnTo>
                  <a:pt x="10314" y="45886"/>
                </a:lnTo>
                <a:lnTo>
                  <a:pt x="10314" y="44821"/>
                </a:lnTo>
                <a:lnTo>
                  <a:pt x="10314" y="43934"/>
                </a:lnTo>
                <a:lnTo>
                  <a:pt x="10314" y="43135"/>
                </a:lnTo>
                <a:lnTo>
                  <a:pt x="10790" y="42247"/>
                </a:lnTo>
                <a:lnTo>
                  <a:pt x="10790" y="41360"/>
                </a:lnTo>
                <a:lnTo>
                  <a:pt x="10790" y="40295"/>
                </a:lnTo>
                <a:lnTo>
                  <a:pt x="10790" y="39496"/>
                </a:lnTo>
                <a:lnTo>
                  <a:pt x="10790" y="38431"/>
                </a:lnTo>
                <a:lnTo>
                  <a:pt x="10790" y="37543"/>
                </a:lnTo>
                <a:lnTo>
                  <a:pt x="10790" y="36656"/>
                </a:lnTo>
                <a:lnTo>
                  <a:pt x="10790" y="35591"/>
                </a:lnTo>
                <a:lnTo>
                  <a:pt x="10790" y="34792"/>
                </a:lnTo>
                <a:lnTo>
                  <a:pt x="10790" y="33904"/>
                </a:lnTo>
                <a:lnTo>
                  <a:pt x="11108" y="33017"/>
                </a:lnTo>
                <a:lnTo>
                  <a:pt x="11108" y="31952"/>
                </a:lnTo>
                <a:lnTo>
                  <a:pt x="11108" y="31064"/>
                </a:lnTo>
                <a:lnTo>
                  <a:pt x="11108" y="30265"/>
                </a:lnTo>
                <a:lnTo>
                  <a:pt x="11108" y="29378"/>
                </a:lnTo>
                <a:lnTo>
                  <a:pt x="11584" y="28313"/>
                </a:lnTo>
                <a:lnTo>
                  <a:pt x="11584" y="27425"/>
                </a:lnTo>
                <a:lnTo>
                  <a:pt x="11584" y="26626"/>
                </a:lnTo>
                <a:lnTo>
                  <a:pt x="11584" y="25739"/>
                </a:lnTo>
                <a:lnTo>
                  <a:pt x="11901" y="24851"/>
                </a:lnTo>
                <a:lnTo>
                  <a:pt x="11901" y="23786"/>
                </a:lnTo>
                <a:lnTo>
                  <a:pt x="11901" y="22721"/>
                </a:lnTo>
                <a:lnTo>
                  <a:pt x="11901" y="21922"/>
                </a:lnTo>
                <a:lnTo>
                  <a:pt x="11901" y="21035"/>
                </a:lnTo>
                <a:lnTo>
                  <a:pt x="12377" y="20147"/>
                </a:lnTo>
                <a:lnTo>
                  <a:pt x="12377" y="19082"/>
                </a:lnTo>
                <a:lnTo>
                  <a:pt x="12377" y="18283"/>
                </a:lnTo>
                <a:lnTo>
                  <a:pt x="12377" y="17396"/>
                </a:lnTo>
                <a:lnTo>
                  <a:pt x="12377" y="16508"/>
                </a:lnTo>
                <a:lnTo>
                  <a:pt x="12694" y="15443"/>
                </a:lnTo>
                <a:lnTo>
                  <a:pt x="12694" y="14555"/>
                </a:lnTo>
                <a:lnTo>
                  <a:pt x="12694" y="13757"/>
                </a:lnTo>
                <a:lnTo>
                  <a:pt x="12694" y="12869"/>
                </a:lnTo>
                <a:lnTo>
                  <a:pt x="12694" y="11804"/>
                </a:lnTo>
                <a:lnTo>
                  <a:pt x="12694" y="10916"/>
                </a:lnTo>
                <a:lnTo>
                  <a:pt x="12694" y="10118"/>
                </a:lnTo>
                <a:lnTo>
                  <a:pt x="12694" y="9230"/>
                </a:lnTo>
                <a:lnTo>
                  <a:pt x="12694" y="8343"/>
                </a:lnTo>
                <a:lnTo>
                  <a:pt x="13012" y="7277"/>
                </a:lnTo>
                <a:lnTo>
                  <a:pt x="13012" y="6479"/>
                </a:lnTo>
                <a:lnTo>
                  <a:pt x="13012" y="5591"/>
                </a:lnTo>
                <a:lnTo>
                  <a:pt x="13012" y="4526"/>
                </a:lnTo>
                <a:lnTo>
                  <a:pt x="13012" y="3638"/>
                </a:lnTo>
                <a:lnTo>
                  <a:pt x="13488" y="2573"/>
                </a:lnTo>
                <a:lnTo>
                  <a:pt x="13488" y="1775"/>
                </a:lnTo>
                <a:lnTo>
                  <a:pt x="13488" y="887"/>
                </a:lnTo>
                <a:lnTo>
                  <a:pt x="13488" y="0"/>
                </a:lnTo>
              </a:path>
            </a:pathLst>
          </a:custGeom>
          <a:ln w="194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3258901" y="2535963"/>
            <a:ext cx="13805" cy="176268"/>
          </a:xfrm>
          <a:custGeom>
            <a:avLst/>
            <a:gdLst/>
            <a:ahLst/>
            <a:cxnLst/>
            <a:rect l="l" t="t" r="r" b="b"/>
            <a:pathLst>
              <a:path w="13805" h="176268">
                <a:moveTo>
                  <a:pt x="0" y="176268"/>
                </a:moveTo>
                <a:lnTo>
                  <a:pt x="0" y="175203"/>
                </a:lnTo>
                <a:lnTo>
                  <a:pt x="317" y="174316"/>
                </a:lnTo>
                <a:lnTo>
                  <a:pt x="317" y="173517"/>
                </a:lnTo>
                <a:lnTo>
                  <a:pt x="317" y="172629"/>
                </a:lnTo>
                <a:lnTo>
                  <a:pt x="317" y="171564"/>
                </a:lnTo>
                <a:lnTo>
                  <a:pt x="317" y="170677"/>
                </a:lnTo>
                <a:lnTo>
                  <a:pt x="793" y="169878"/>
                </a:lnTo>
                <a:lnTo>
                  <a:pt x="793" y="168990"/>
                </a:lnTo>
                <a:lnTo>
                  <a:pt x="793" y="168103"/>
                </a:lnTo>
                <a:lnTo>
                  <a:pt x="793" y="167038"/>
                </a:lnTo>
                <a:lnTo>
                  <a:pt x="1110" y="166239"/>
                </a:lnTo>
                <a:lnTo>
                  <a:pt x="1110" y="165351"/>
                </a:lnTo>
                <a:lnTo>
                  <a:pt x="1110" y="164464"/>
                </a:lnTo>
                <a:lnTo>
                  <a:pt x="1110" y="163399"/>
                </a:lnTo>
                <a:lnTo>
                  <a:pt x="1110" y="162600"/>
                </a:lnTo>
                <a:lnTo>
                  <a:pt x="1428" y="161712"/>
                </a:lnTo>
                <a:lnTo>
                  <a:pt x="1428" y="160825"/>
                </a:lnTo>
                <a:lnTo>
                  <a:pt x="1428" y="159760"/>
                </a:lnTo>
                <a:lnTo>
                  <a:pt x="1428" y="158872"/>
                </a:lnTo>
                <a:lnTo>
                  <a:pt x="1428" y="158073"/>
                </a:lnTo>
                <a:lnTo>
                  <a:pt x="1428" y="157186"/>
                </a:lnTo>
                <a:lnTo>
                  <a:pt x="1428" y="156121"/>
                </a:lnTo>
                <a:lnTo>
                  <a:pt x="1428" y="155233"/>
                </a:lnTo>
                <a:lnTo>
                  <a:pt x="1428" y="154434"/>
                </a:lnTo>
                <a:lnTo>
                  <a:pt x="1428" y="153547"/>
                </a:lnTo>
                <a:lnTo>
                  <a:pt x="1904" y="152659"/>
                </a:lnTo>
                <a:lnTo>
                  <a:pt x="1904" y="151594"/>
                </a:lnTo>
                <a:lnTo>
                  <a:pt x="1904" y="150529"/>
                </a:lnTo>
                <a:lnTo>
                  <a:pt x="1904" y="149730"/>
                </a:lnTo>
                <a:lnTo>
                  <a:pt x="2221" y="148843"/>
                </a:lnTo>
                <a:lnTo>
                  <a:pt x="2221" y="147955"/>
                </a:lnTo>
                <a:lnTo>
                  <a:pt x="2221" y="146890"/>
                </a:lnTo>
                <a:lnTo>
                  <a:pt x="2221" y="146091"/>
                </a:lnTo>
                <a:lnTo>
                  <a:pt x="2221" y="145204"/>
                </a:lnTo>
                <a:lnTo>
                  <a:pt x="2697" y="144316"/>
                </a:lnTo>
                <a:lnTo>
                  <a:pt x="2697" y="143251"/>
                </a:lnTo>
                <a:lnTo>
                  <a:pt x="2697" y="142364"/>
                </a:lnTo>
                <a:lnTo>
                  <a:pt x="2697" y="141565"/>
                </a:lnTo>
                <a:lnTo>
                  <a:pt x="2697" y="140677"/>
                </a:lnTo>
                <a:lnTo>
                  <a:pt x="3015" y="139612"/>
                </a:lnTo>
                <a:lnTo>
                  <a:pt x="3015" y="138725"/>
                </a:lnTo>
                <a:lnTo>
                  <a:pt x="3015" y="137926"/>
                </a:lnTo>
                <a:lnTo>
                  <a:pt x="3015" y="137038"/>
                </a:lnTo>
                <a:lnTo>
                  <a:pt x="3015" y="136151"/>
                </a:lnTo>
                <a:lnTo>
                  <a:pt x="3491" y="135086"/>
                </a:lnTo>
                <a:lnTo>
                  <a:pt x="3491" y="134287"/>
                </a:lnTo>
                <a:lnTo>
                  <a:pt x="3491" y="133399"/>
                </a:lnTo>
                <a:lnTo>
                  <a:pt x="3491" y="132512"/>
                </a:lnTo>
                <a:lnTo>
                  <a:pt x="3491" y="131713"/>
                </a:lnTo>
                <a:lnTo>
                  <a:pt x="3491" y="130825"/>
                </a:lnTo>
                <a:lnTo>
                  <a:pt x="3491" y="129938"/>
                </a:lnTo>
                <a:lnTo>
                  <a:pt x="3491" y="129139"/>
                </a:lnTo>
                <a:lnTo>
                  <a:pt x="3491" y="128074"/>
                </a:lnTo>
                <a:lnTo>
                  <a:pt x="3808" y="127186"/>
                </a:lnTo>
                <a:lnTo>
                  <a:pt x="3808" y="126299"/>
                </a:lnTo>
                <a:lnTo>
                  <a:pt x="3808" y="125500"/>
                </a:lnTo>
                <a:lnTo>
                  <a:pt x="3808" y="124435"/>
                </a:lnTo>
                <a:lnTo>
                  <a:pt x="3808" y="123547"/>
                </a:lnTo>
                <a:lnTo>
                  <a:pt x="4125" y="122660"/>
                </a:lnTo>
                <a:lnTo>
                  <a:pt x="4125" y="121861"/>
                </a:lnTo>
                <a:lnTo>
                  <a:pt x="4125" y="120707"/>
                </a:lnTo>
                <a:lnTo>
                  <a:pt x="4125" y="119908"/>
                </a:lnTo>
                <a:lnTo>
                  <a:pt x="4125" y="119021"/>
                </a:lnTo>
                <a:lnTo>
                  <a:pt x="4601" y="118133"/>
                </a:lnTo>
                <a:lnTo>
                  <a:pt x="4601" y="117334"/>
                </a:lnTo>
                <a:lnTo>
                  <a:pt x="4601" y="116269"/>
                </a:lnTo>
                <a:lnTo>
                  <a:pt x="4601" y="115382"/>
                </a:lnTo>
                <a:lnTo>
                  <a:pt x="4919" y="114494"/>
                </a:lnTo>
                <a:lnTo>
                  <a:pt x="4919" y="113695"/>
                </a:lnTo>
                <a:lnTo>
                  <a:pt x="4919" y="112630"/>
                </a:lnTo>
                <a:lnTo>
                  <a:pt x="4919" y="111743"/>
                </a:lnTo>
                <a:lnTo>
                  <a:pt x="4919" y="110855"/>
                </a:lnTo>
                <a:lnTo>
                  <a:pt x="5395" y="110056"/>
                </a:lnTo>
                <a:lnTo>
                  <a:pt x="5395" y="108991"/>
                </a:lnTo>
                <a:lnTo>
                  <a:pt x="5395" y="108104"/>
                </a:lnTo>
                <a:lnTo>
                  <a:pt x="5395" y="107216"/>
                </a:lnTo>
                <a:lnTo>
                  <a:pt x="5395" y="106417"/>
                </a:lnTo>
                <a:lnTo>
                  <a:pt x="5712" y="105530"/>
                </a:lnTo>
                <a:lnTo>
                  <a:pt x="5712" y="104642"/>
                </a:lnTo>
                <a:lnTo>
                  <a:pt x="5712" y="103844"/>
                </a:lnTo>
                <a:lnTo>
                  <a:pt x="5712" y="102956"/>
                </a:lnTo>
                <a:lnTo>
                  <a:pt x="5712" y="101891"/>
                </a:lnTo>
                <a:lnTo>
                  <a:pt x="5712" y="101003"/>
                </a:lnTo>
                <a:lnTo>
                  <a:pt x="5712" y="100205"/>
                </a:lnTo>
                <a:lnTo>
                  <a:pt x="5712" y="99317"/>
                </a:lnTo>
                <a:lnTo>
                  <a:pt x="5712" y="98429"/>
                </a:lnTo>
                <a:lnTo>
                  <a:pt x="6030" y="97364"/>
                </a:lnTo>
                <a:lnTo>
                  <a:pt x="6030" y="96477"/>
                </a:lnTo>
                <a:lnTo>
                  <a:pt x="6030" y="95678"/>
                </a:lnTo>
                <a:lnTo>
                  <a:pt x="6030" y="94791"/>
                </a:lnTo>
                <a:lnTo>
                  <a:pt x="6030" y="93725"/>
                </a:lnTo>
                <a:lnTo>
                  <a:pt x="6506" y="93104"/>
                </a:lnTo>
                <a:lnTo>
                  <a:pt x="6506" y="92217"/>
                </a:lnTo>
                <a:lnTo>
                  <a:pt x="6506" y="91329"/>
                </a:lnTo>
                <a:lnTo>
                  <a:pt x="6506" y="90264"/>
                </a:lnTo>
                <a:lnTo>
                  <a:pt x="6506" y="89465"/>
                </a:lnTo>
                <a:lnTo>
                  <a:pt x="6823" y="88578"/>
                </a:lnTo>
                <a:lnTo>
                  <a:pt x="6823" y="87690"/>
                </a:lnTo>
                <a:lnTo>
                  <a:pt x="6823" y="86625"/>
                </a:lnTo>
                <a:lnTo>
                  <a:pt x="6823" y="85826"/>
                </a:lnTo>
                <a:lnTo>
                  <a:pt x="6823" y="84939"/>
                </a:lnTo>
                <a:lnTo>
                  <a:pt x="7299" y="84317"/>
                </a:lnTo>
                <a:lnTo>
                  <a:pt x="7299" y="83252"/>
                </a:lnTo>
                <a:lnTo>
                  <a:pt x="7299" y="82365"/>
                </a:lnTo>
                <a:lnTo>
                  <a:pt x="7299" y="81477"/>
                </a:lnTo>
                <a:lnTo>
                  <a:pt x="7616" y="80678"/>
                </a:lnTo>
                <a:lnTo>
                  <a:pt x="7616" y="79613"/>
                </a:lnTo>
                <a:lnTo>
                  <a:pt x="7616" y="78726"/>
                </a:lnTo>
                <a:lnTo>
                  <a:pt x="7616" y="77838"/>
                </a:lnTo>
                <a:lnTo>
                  <a:pt x="7616" y="77039"/>
                </a:lnTo>
                <a:lnTo>
                  <a:pt x="7616" y="76152"/>
                </a:lnTo>
                <a:lnTo>
                  <a:pt x="7616" y="75264"/>
                </a:lnTo>
                <a:lnTo>
                  <a:pt x="7616" y="74465"/>
                </a:lnTo>
                <a:lnTo>
                  <a:pt x="7616" y="73578"/>
                </a:lnTo>
                <a:lnTo>
                  <a:pt x="7616" y="72513"/>
                </a:lnTo>
                <a:lnTo>
                  <a:pt x="8093" y="71625"/>
                </a:lnTo>
                <a:lnTo>
                  <a:pt x="8093" y="70826"/>
                </a:lnTo>
                <a:lnTo>
                  <a:pt x="8093" y="69939"/>
                </a:lnTo>
                <a:lnTo>
                  <a:pt x="8093" y="69051"/>
                </a:lnTo>
                <a:lnTo>
                  <a:pt x="8093" y="68253"/>
                </a:lnTo>
                <a:lnTo>
                  <a:pt x="8410" y="67365"/>
                </a:lnTo>
                <a:lnTo>
                  <a:pt x="8410" y="66477"/>
                </a:lnTo>
                <a:lnTo>
                  <a:pt x="8410" y="65412"/>
                </a:lnTo>
                <a:lnTo>
                  <a:pt x="8410" y="64525"/>
                </a:lnTo>
                <a:lnTo>
                  <a:pt x="8727" y="63726"/>
                </a:lnTo>
                <a:lnTo>
                  <a:pt x="8727" y="62838"/>
                </a:lnTo>
                <a:lnTo>
                  <a:pt x="8727" y="62040"/>
                </a:lnTo>
                <a:lnTo>
                  <a:pt x="8727" y="61152"/>
                </a:lnTo>
                <a:lnTo>
                  <a:pt x="8727" y="60265"/>
                </a:lnTo>
                <a:lnTo>
                  <a:pt x="9203" y="59466"/>
                </a:lnTo>
                <a:lnTo>
                  <a:pt x="9203" y="58312"/>
                </a:lnTo>
                <a:lnTo>
                  <a:pt x="9203" y="57691"/>
                </a:lnTo>
                <a:lnTo>
                  <a:pt x="9203" y="56892"/>
                </a:lnTo>
                <a:lnTo>
                  <a:pt x="9203" y="55738"/>
                </a:lnTo>
                <a:lnTo>
                  <a:pt x="9521" y="54939"/>
                </a:lnTo>
                <a:lnTo>
                  <a:pt x="9521" y="54052"/>
                </a:lnTo>
                <a:lnTo>
                  <a:pt x="9521" y="53164"/>
                </a:lnTo>
                <a:lnTo>
                  <a:pt x="9521" y="52365"/>
                </a:lnTo>
                <a:lnTo>
                  <a:pt x="9521" y="51478"/>
                </a:lnTo>
                <a:lnTo>
                  <a:pt x="9521" y="50590"/>
                </a:lnTo>
                <a:lnTo>
                  <a:pt x="9521" y="49791"/>
                </a:lnTo>
                <a:lnTo>
                  <a:pt x="9521" y="48726"/>
                </a:lnTo>
                <a:lnTo>
                  <a:pt x="9521" y="48016"/>
                </a:lnTo>
                <a:lnTo>
                  <a:pt x="9997" y="47217"/>
                </a:lnTo>
                <a:lnTo>
                  <a:pt x="9997" y="46330"/>
                </a:lnTo>
                <a:lnTo>
                  <a:pt x="9997" y="45265"/>
                </a:lnTo>
                <a:lnTo>
                  <a:pt x="9997" y="44377"/>
                </a:lnTo>
                <a:lnTo>
                  <a:pt x="9997" y="43756"/>
                </a:lnTo>
                <a:lnTo>
                  <a:pt x="10314" y="42868"/>
                </a:lnTo>
                <a:lnTo>
                  <a:pt x="10314" y="41803"/>
                </a:lnTo>
                <a:lnTo>
                  <a:pt x="10314" y="41005"/>
                </a:lnTo>
                <a:lnTo>
                  <a:pt x="10314" y="40117"/>
                </a:lnTo>
                <a:lnTo>
                  <a:pt x="10314" y="39229"/>
                </a:lnTo>
                <a:lnTo>
                  <a:pt x="10631" y="38431"/>
                </a:lnTo>
                <a:lnTo>
                  <a:pt x="10631" y="37543"/>
                </a:lnTo>
                <a:lnTo>
                  <a:pt x="10631" y="36656"/>
                </a:lnTo>
                <a:lnTo>
                  <a:pt x="10631" y="35857"/>
                </a:lnTo>
                <a:lnTo>
                  <a:pt x="10631" y="34969"/>
                </a:lnTo>
                <a:lnTo>
                  <a:pt x="11108" y="34082"/>
                </a:lnTo>
                <a:lnTo>
                  <a:pt x="11108" y="33283"/>
                </a:lnTo>
                <a:lnTo>
                  <a:pt x="11108" y="32395"/>
                </a:lnTo>
                <a:lnTo>
                  <a:pt x="11108" y="31508"/>
                </a:lnTo>
                <a:lnTo>
                  <a:pt x="11108" y="30709"/>
                </a:lnTo>
                <a:lnTo>
                  <a:pt x="11425" y="29821"/>
                </a:lnTo>
                <a:lnTo>
                  <a:pt x="11425" y="28934"/>
                </a:lnTo>
                <a:lnTo>
                  <a:pt x="11425" y="28135"/>
                </a:lnTo>
                <a:lnTo>
                  <a:pt x="11425" y="27247"/>
                </a:lnTo>
                <a:lnTo>
                  <a:pt x="11901" y="26360"/>
                </a:lnTo>
                <a:lnTo>
                  <a:pt x="11901" y="25561"/>
                </a:lnTo>
                <a:lnTo>
                  <a:pt x="11901" y="24674"/>
                </a:lnTo>
                <a:lnTo>
                  <a:pt x="11901" y="23786"/>
                </a:lnTo>
                <a:lnTo>
                  <a:pt x="11901" y="22721"/>
                </a:lnTo>
                <a:lnTo>
                  <a:pt x="11901" y="22100"/>
                </a:lnTo>
                <a:lnTo>
                  <a:pt x="11901" y="21212"/>
                </a:lnTo>
                <a:lnTo>
                  <a:pt x="11901" y="20413"/>
                </a:lnTo>
                <a:lnTo>
                  <a:pt x="11901" y="19526"/>
                </a:lnTo>
                <a:lnTo>
                  <a:pt x="11901" y="18638"/>
                </a:lnTo>
                <a:lnTo>
                  <a:pt x="12218" y="17839"/>
                </a:lnTo>
                <a:lnTo>
                  <a:pt x="12218" y="16952"/>
                </a:lnTo>
                <a:lnTo>
                  <a:pt x="12218" y="16153"/>
                </a:lnTo>
                <a:lnTo>
                  <a:pt x="12218" y="15265"/>
                </a:lnTo>
                <a:lnTo>
                  <a:pt x="12218" y="14378"/>
                </a:lnTo>
                <a:lnTo>
                  <a:pt x="12536" y="13579"/>
                </a:lnTo>
                <a:lnTo>
                  <a:pt x="12536" y="12692"/>
                </a:lnTo>
                <a:lnTo>
                  <a:pt x="12536" y="11804"/>
                </a:lnTo>
                <a:lnTo>
                  <a:pt x="12536" y="11005"/>
                </a:lnTo>
                <a:lnTo>
                  <a:pt x="13012" y="10118"/>
                </a:lnTo>
                <a:lnTo>
                  <a:pt x="13012" y="9230"/>
                </a:lnTo>
                <a:lnTo>
                  <a:pt x="13012" y="8431"/>
                </a:lnTo>
                <a:lnTo>
                  <a:pt x="13012" y="7544"/>
                </a:lnTo>
                <a:lnTo>
                  <a:pt x="13012" y="6656"/>
                </a:lnTo>
                <a:lnTo>
                  <a:pt x="13329" y="5857"/>
                </a:lnTo>
                <a:lnTo>
                  <a:pt x="13329" y="5147"/>
                </a:lnTo>
                <a:lnTo>
                  <a:pt x="13329" y="4082"/>
                </a:lnTo>
                <a:lnTo>
                  <a:pt x="13329" y="3283"/>
                </a:lnTo>
                <a:lnTo>
                  <a:pt x="13329" y="2573"/>
                </a:lnTo>
                <a:lnTo>
                  <a:pt x="13805" y="1508"/>
                </a:lnTo>
                <a:lnTo>
                  <a:pt x="13805" y="710"/>
                </a:lnTo>
                <a:lnTo>
                  <a:pt x="13805" y="0"/>
                </a:lnTo>
              </a:path>
            </a:pathLst>
          </a:custGeom>
          <a:ln w="194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3272707" y="2382060"/>
            <a:ext cx="13329" cy="153902"/>
          </a:xfrm>
          <a:custGeom>
            <a:avLst/>
            <a:gdLst/>
            <a:ahLst/>
            <a:cxnLst/>
            <a:rect l="l" t="t" r="r" b="b"/>
            <a:pathLst>
              <a:path w="13329" h="153902">
                <a:moveTo>
                  <a:pt x="0" y="153902"/>
                </a:moveTo>
                <a:lnTo>
                  <a:pt x="0" y="153103"/>
                </a:lnTo>
                <a:lnTo>
                  <a:pt x="0" y="152215"/>
                </a:lnTo>
                <a:lnTo>
                  <a:pt x="0" y="151328"/>
                </a:lnTo>
                <a:lnTo>
                  <a:pt x="0" y="150529"/>
                </a:lnTo>
                <a:lnTo>
                  <a:pt x="0" y="149641"/>
                </a:lnTo>
                <a:lnTo>
                  <a:pt x="0" y="148754"/>
                </a:lnTo>
                <a:lnTo>
                  <a:pt x="317" y="147955"/>
                </a:lnTo>
                <a:lnTo>
                  <a:pt x="317" y="147245"/>
                </a:lnTo>
                <a:lnTo>
                  <a:pt x="317" y="146180"/>
                </a:lnTo>
                <a:lnTo>
                  <a:pt x="317" y="145559"/>
                </a:lnTo>
                <a:lnTo>
                  <a:pt x="317" y="144671"/>
                </a:lnTo>
                <a:lnTo>
                  <a:pt x="793" y="143606"/>
                </a:lnTo>
                <a:lnTo>
                  <a:pt x="793" y="142985"/>
                </a:lnTo>
                <a:lnTo>
                  <a:pt x="793" y="142097"/>
                </a:lnTo>
                <a:lnTo>
                  <a:pt x="793" y="141298"/>
                </a:lnTo>
                <a:lnTo>
                  <a:pt x="793" y="140411"/>
                </a:lnTo>
                <a:lnTo>
                  <a:pt x="1110" y="139523"/>
                </a:lnTo>
                <a:lnTo>
                  <a:pt x="1110" y="138902"/>
                </a:lnTo>
                <a:lnTo>
                  <a:pt x="1110" y="137837"/>
                </a:lnTo>
                <a:lnTo>
                  <a:pt x="1110" y="137216"/>
                </a:lnTo>
                <a:lnTo>
                  <a:pt x="1110" y="136328"/>
                </a:lnTo>
                <a:lnTo>
                  <a:pt x="1428" y="135263"/>
                </a:lnTo>
                <a:lnTo>
                  <a:pt x="1428" y="134642"/>
                </a:lnTo>
                <a:lnTo>
                  <a:pt x="1428" y="133754"/>
                </a:lnTo>
                <a:lnTo>
                  <a:pt x="1428" y="132955"/>
                </a:lnTo>
                <a:lnTo>
                  <a:pt x="1904" y="132068"/>
                </a:lnTo>
                <a:lnTo>
                  <a:pt x="1904" y="131447"/>
                </a:lnTo>
                <a:lnTo>
                  <a:pt x="1904" y="130559"/>
                </a:lnTo>
                <a:lnTo>
                  <a:pt x="1904" y="129494"/>
                </a:lnTo>
                <a:lnTo>
                  <a:pt x="1904" y="128873"/>
                </a:lnTo>
                <a:lnTo>
                  <a:pt x="2221" y="127985"/>
                </a:lnTo>
                <a:lnTo>
                  <a:pt x="2221" y="127098"/>
                </a:lnTo>
                <a:lnTo>
                  <a:pt x="2221" y="126299"/>
                </a:lnTo>
                <a:lnTo>
                  <a:pt x="2221" y="125589"/>
                </a:lnTo>
                <a:lnTo>
                  <a:pt x="2221" y="124790"/>
                </a:lnTo>
                <a:lnTo>
                  <a:pt x="2221" y="123902"/>
                </a:lnTo>
                <a:lnTo>
                  <a:pt x="2221" y="123015"/>
                </a:lnTo>
                <a:lnTo>
                  <a:pt x="2221" y="122394"/>
                </a:lnTo>
                <a:lnTo>
                  <a:pt x="2221" y="121328"/>
                </a:lnTo>
                <a:lnTo>
                  <a:pt x="2221" y="120707"/>
                </a:lnTo>
                <a:lnTo>
                  <a:pt x="2697" y="119820"/>
                </a:lnTo>
                <a:lnTo>
                  <a:pt x="2697" y="119021"/>
                </a:lnTo>
                <a:lnTo>
                  <a:pt x="2697" y="118133"/>
                </a:lnTo>
                <a:lnTo>
                  <a:pt x="2697" y="117512"/>
                </a:lnTo>
                <a:lnTo>
                  <a:pt x="3015" y="116447"/>
                </a:lnTo>
                <a:lnTo>
                  <a:pt x="3015" y="115737"/>
                </a:lnTo>
                <a:lnTo>
                  <a:pt x="3015" y="114938"/>
                </a:lnTo>
                <a:lnTo>
                  <a:pt x="3015" y="114050"/>
                </a:lnTo>
                <a:lnTo>
                  <a:pt x="3015" y="113163"/>
                </a:lnTo>
                <a:lnTo>
                  <a:pt x="3332" y="112542"/>
                </a:lnTo>
                <a:lnTo>
                  <a:pt x="3332" y="111654"/>
                </a:lnTo>
                <a:lnTo>
                  <a:pt x="3332" y="110855"/>
                </a:lnTo>
                <a:lnTo>
                  <a:pt x="3332" y="109968"/>
                </a:lnTo>
                <a:lnTo>
                  <a:pt x="3332" y="109346"/>
                </a:lnTo>
                <a:lnTo>
                  <a:pt x="3808" y="108281"/>
                </a:lnTo>
                <a:lnTo>
                  <a:pt x="3808" y="107571"/>
                </a:lnTo>
                <a:lnTo>
                  <a:pt x="3808" y="106773"/>
                </a:lnTo>
                <a:lnTo>
                  <a:pt x="3808" y="105885"/>
                </a:lnTo>
                <a:lnTo>
                  <a:pt x="3808" y="105264"/>
                </a:lnTo>
                <a:lnTo>
                  <a:pt x="4125" y="104376"/>
                </a:lnTo>
                <a:lnTo>
                  <a:pt x="4125" y="103577"/>
                </a:lnTo>
                <a:lnTo>
                  <a:pt x="4125" y="102690"/>
                </a:lnTo>
                <a:lnTo>
                  <a:pt x="4125" y="102068"/>
                </a:lnTo>
                <a:lnTo>
                  <a:pt x="4125" y="101181"/>
                </a:lnTo>
                <a:lnTo>
                  <a:pt x="4125" y="100293"/>
                </a:lnTo>
                <a:lnTo>
                  <a:pt x="4125" y="99672"/>
                </a:lnTo>
                <a:lnTo>
                  <a:pt x="4125" y="98785"/>
                </a:lnTo>
                <a:lnTo>
                  <a:pt x="4125" y="97986"/>
                </a:lnTo>
                <a:lnTo>
                  <a:pt x="4601" y="97098"/>
                </a:lnTo>
                <a:lnTo>
                  <a:pt x="4601" y="96477"/>
                </a:lnTo>
                <a:lnTo>
                  <a:pt x="4601" y="95589"/>
                </a:lnTo>
                <a:lnTo>
                  <a:pt x="4601" y="94791"/>
                </a:lnTo>
                <a:lnTo>
                  <a:pt x="4601" y="94080"/>
                </a:lnTo>
                <a:lnTo>
                  <a:pt x="4919" y="93015"/>
                </a:lnTo>
                <a:lnTo>
                  <a:pt x="4919" y="92394"/>
                </a:lnTo>
                <a:lnTo>
                  <a:pt x="4919" y="91773"/>
                </a:lnTo>
                <a:lnTo>
                  <a:pt x="4919" y="90708"/>
                </a:lnTo>
                <a:lnTo>
                  <a:pt x="4919" y="89998"/>
                </a:lnTo>
                <a:lnTo>
                  <a:pt x="5395" y="89376"/>
                </a:lnTo>
                <a:lnTo>
                  <a:pt x="5395" y="88311"/>
                </a:lnTo>
                <a:lnTo>
                  <a:pt x="5395" y="87690"/>
                </a:lnTo>
                <a:lnTo>
                  <a:pt x="5395" y="86803"/>
                </a:lnTo>
                <a:lnTo>
                  <a:pt x="5712" y="85915"/>
                </a:lnTo>
                <a:lnTo>
                  <a:pt x="5712" y="85294"/>
                </a:lnTo>
                <a:lnTo>
                  <a:pt x="5712" y="84495"/>
                </a:lnTo>
                <a:lnTo>
                  <a:pt x="5712" y="83607"/>
                </a:lnTo>
                <a:lnTo>
                  <a:pt x="5712" y="82986"/>
                </a:lnTo>
                <a:lnTo>
                  <a:pt x="6030" y="82098"/>
                </a:lnTo>
                <a:lnTo>
                  <a:pt x="6030" y="81211"/>
                </a:lnTo>
                <a:lnTo>
                  <a:pt x="6030" y="80590"/>
                </a:lnTo>
                <a:lnTo>
                  <a:pt x="6030" y="79702"/>
                </a:lnTo>
                <a:lnTo>
                  <a:pt x="6030" y="78903"/>
                </a:lnTo>
                <a:lnTo>
                  <a:pt x="6506" y="78282"/>
                </a:lnTo>
                <a:lnTo>
                  <a:pt x="6506" y="77572"/>
                </a:lnTo>
                <a:lnTo>
                  <a:pt x="6506" y="76507"/>
                </a:lnTo>
                <a:lnTo>
                  <a:pt x="6506" y="75886"/>
                </a:lnTo>
                <a:lnTo>
                  <a:pt x="6506" y="75264"/>
                </a:lnTo>
                <a:lnTo>
                  <a:pt x="6506" y="74199"/>
                </a:lnTo>
                <a:lnTo>
                  <a:pt x="6506" y="73489"/>
                </a:lnTo>
                <a:lnTo>
                  <a:pt x="6506" y="72868"/>
                </a:lnTo>
                <a:lnTo>
                  <a:pt x="6506" y="71980"/>
                </a:lnTo>
                <a:lnTo>
                  <a:pt x="6823" y="71182"/>
                </a:lnTo>
                <a:lnTo>
                  <a:pt x="6823" y="70560"/>
                </a:lnTo>
                <a:lnTo>
                  <a:pt x="6823" y="69673"/>
                </a:lnTo>
                <a:lnTo>
                  <a:pt x="6823" y="68785"/>
                </a:lnTo>
                <a:lnTo>
                  <a:pt x="6823" y="68164"/>
                </a:lnTo>
                <a:lnTo>
                  <a:pt x="7299" y="67276"/>
                </a:lnTo>
                <a:lnTo>
                  <a:pt x="7299" y="66655"/>
                </a:lnTo>
                <a:lnTo>
                  <a:pt x="7299" y="65767"/>
                </a:lnTo>
                <a:lnTo>
                  <a:pt x="7299" y="64969"/>
                </a:lnTo>
                <a:lnTo>
                  <a:pt x="7299" y="64259"/>
                </a:lnTo>
                <a:lnTo>
                  <a:pt x="7616" y="63460"/>
                </a:lnTo>
                <a:lnTo>
                  <a:pt x="7616" y="62838"/>
                </a:lnTo>
                <a:lnTo>
                  <a:pt x="7616" y="61951"/>
                </a:lnTo>
                <a:lnTo>
                  <a:pt x="7616" y="61063"/>
                </a:lnTo>
                <a:lnTo>
                  <a:pt x="7616" y="60442"/>
                </a:lnTo>
                <a:lnTo>
                  <a:pt x="7934" y="59821"/>
                </a:lnTo>
                <a:lnTo>
                  <a:pt x="7934" y="58933"/>
                </a:lnTo>
                <a:lnTo>
                  <a:pt x="7934" y="58046"/>
                </a:lnTo>
                <a:lnTo>
                  <a:pt x="7934" y="57424"/>
                </a:lnTo>
                <a:lnTo>
                  <a:pt x="8410" y="56537"/>
                </a:lnTo>
                <a:lnTo>
                  <a:pt x="8410" y="55916"/>
                </a:lnTo>
                <a:lnTo>
                  <a:pt x="8410" y="55117"/>
                </a:lnTo>
                <a:lnTo>
                  <a:pt x="8410" y="54229"/>
                </a:lnTo>
                <a:lnTo>
                  <a:pt x="8410" y="53608"/>
                </a:lnTo>
                <a:lnTo>
                  <a:pt x="8410" y="52720"/>
                </a:lnTo>
                <a:lnTo>
                  <a:pt x="8410" y="52099"/>
                </a:lnTo>
                <a:lnTo>
                  <a:pt x="8410" y="51478"/>
                </a:lnTo>
                <a:lnTo>
                  <a:pt x="8410" y="50590"/>
                </a:lnTo>
                <a:lnTo>
                  <a:pt x="8410" y="49703"/>
                </a:lnTo>
                <a:lnTo>
                  <a:pt x="8727" y="49081"/>
                </a:lnTo>
                <a:lnTo>
                  <a:pt x="8727" y="48194"/>
                </a:lnTo>
                <a:lnTo>
                  <a:pt x="8727" y="47573"/>
                </a:lnTo>
                <a:lnTo>
                  <a:pt x="8727" y="46685"/>
                </a:lnTo>
                <a:lnTo>
                  <a:pt x="8727" y="46064"/>
                </a:lnTo>
                <a:lnTo>
                  <a:pt x="9203" y="45442"/>
                </a:lnTo>
                <a:lnTo>
                  <a:pt x="9203" y="44555"/>
                </a:lnTo>
                <a:lnTo>
                  <a:pt x="9203" y="43756"/>
                </a:lnTo>
                <a:lnTo>
                  <a:pt x="9203" y="43046"/>
                </a:lnTo>
                <a:lnTo>
                  <a:pt x="9521" y="42247"/>
                </a:lnTo>
                <a:lnTo>
                  <a:pt x="9521" y="41537"/>
                </a:lnTo>
                <a:lnTo>
                  <a:pt x="9521" y="40916"/>
                </a:lnTo>
                <a:lnTo>
                  <a:pt x="9521" y="40028"/>
                </a:lnTo>
                <a:lnTo>
                  <a:pt x="9521" y="39407"/>
                </a:lnTo>
                <a:lnTo>
                  <a:pt x="9997" y="38608"/>
                </a:lnTo>
                <a:lnTo>
                  <a:pt x="9997" y="37898"/>
                </a:lnTo>
                <a:lnTo>
                  <a:pt x="9997" y="37277"/>
                </a:lnTo>
                <a:lnTo>
                  <a:pt x="9997" y="36389"/>
                </a:lnTo>
                <a:lnTo>
                  <a:pt x="9997" y="35768"/>
                </a:lnTo>
                <a:lnTo>
                  <a:pt x="10314" y="34880"/>
                </a:lnTo>
                <a:lnTo>
                  <a:pt x="10314" y="34082"/>
                </a:lnTo>
                <a:lnTo>
                  <a:pt x="10314" y="33460"/>
                </a:lnTo>
                <a:lnTo>
                  <a:pt x="10314" y="32573"/>
                </a:lnTo>
                <a:lnTo>
                  <a:pt x="10314" y="31952"/>
                </a:lnTo>
                <a:lnTo>
                  <a:pt x="10631" y="31241"/>
                </a:lnTo>
                <a:lnTo>
                  <a:pt x="10631" y="30443"/>
                </a:lnTo>
                <a:lnTo>
                  <a:pt x="10631" y="29821"/>
                </a:lnTo>
                <a:lnTo>
                  <a:pt x="10631" y="29111"/>
                </a:lnTo>
                <a:lnTo>
                  <a:pt x="10631" y="28313"/>
                </a:lnTo>
                <a:lnTo>
                  <a:pt x="10631" y="27602"/>
                </a:lnTo>
                <a:lnTo>
                  <a:pt x="10631" y="26804"/>
                </a:lnTo>
                <a:lnTo>
                  <a:pt x="10631" y="26094"/>
                </a:lnTo>
                <a:lnTo>
                  <a:pt x="10631" y="25472"/>
                </a:lnTo>
                <a:lnTo>
                  <a:pt x="11108" y="24674"/>
                </a:lnTo>
                <a:lnTo>
                  <a:pt x="11108" y="23964"/>
                </a:lnTo>
                <a:lnTo>
                  <a:pt x="11108" y="23165"/>
                </a:lnTo>
                <a:lnTo>
                  <a:pt x="11108" y="22455"/>
                </a:lnTo>
                <a:lnTo>
                  <a:pt x="11108" y="21833"/>
                </a:lnTo>
                <a:lnTo>
                  <a:pt x="11425" y="20946"/>
                </a:lnTo>
                <a:lnTo>
                  <a:pt x="11425" y="20325"/>
                </a:lnTo>
                <a:lnTo>
                  <a:pt x="11425" y="19703"/>
                </a:lnTo>
                <a:lnTo>
                  <a:pt x="11425" y="19082"/>
                </a:lnTo>
                <a:lnTo>
                  <a:pt x="11425" y="18372"/>
                </a:lnTo>
                <a:lnTo>
                  <a:pt x="11901" y="17573"/>
                </a:lnTo>
                <a:lnTo>
                  <a:pt x="11901" y="16952"/>
                </a:lnTo>
                <a:lnTo>
                  <a:pt x="11901" y="16064"/>
                </a:lnTo>
                <a:lnTo>
                  <a:pt x="11901" y="15443"/>
                </a:lnTo>
                <a:lnTo>
                  <a:pt x="12218" y="14733"/>
                </a:lnTo>
                <a:lnTo>
                  <a:pt x="12218" y="13934"/>
                </a:lnTo>
                <a:lnTo>
                  <a:pt x="12218" y="13224"/>
                </a:lnTo>
                <a:lnTo>
                  <a:pt x="12218" y="12603"/>
                </a:lnTo>
                <a:lnTo>
                  <a:pt x="12218" y="11804"/>
                </a:lnTo>
                <a:lnTo>
                  <a:pt x="12536" y="11360"/>
                </a:lnTo>
                <a:lnTo>
                  <a:pt x="12536" y="10473"/>
                </a:lnTo>
                <a:lnTo>
                  <a:pt x="12536" y="9851"/>
                </a:lnTo>
                <a:lnTo>
                  <a:pt x="12536" y="8964"/>
                </a:lnTo>
                <a:lnTo>
                  <a:pt x="12536" y="8343"/>
                </a:lnTo>
                <a:lnTo>
                  <a:pt x="12536" y="7721"/>
                </a:lnTo>
                <a:lnTo>
                  <a:pt x="12536" y="6834"/>
                </a:lnTo>
                <a:lnTo>
                  <a:pt x="12536" y="6212"/>
                </a:lnTo>
                <a:lnTo>
                  <a:pt x="12536" y="5591"/>
                </a:lnTo>
                <a:lnTo>
                  <a:pt x="12536" y="4881"/>
                </a:lnTo>
                <a:lnTo>
                  <a:pt x="13012" y="4260"/>
                </a:lnTo>
                <a:lnTo>
                  <a:pt x="13012" y="3372"/>
                </a:lnTo>
                <a:lnTo>
                  <a:pt x="13012" y="2751"/>
                </a:lnTo>
                <a:lnTo>
                  <a:pt x="13012" y="1863"/>
                </a:lnTo>
                <a:lnTo>
                  <a:pt x="13329" y="1508"/>
                </a:lnTo>
                <a:lnTo>
                  <a:pt x="13329" y="798"/>
                </a:lnTo>
                <a:lnTo>
                  <a:pt x="13329" y="0"/>
                </a:lnTo>
              </a:path>
            </a:pathLst>
          </a:custGeom>
          <a:ln w="1947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286036" y="2265791"/>
            <a:ext cx="13805" cy="116269"/>
          </a:xfrm>
          <a:custGeom>
            <a:avLst/>
            <a:gdLst/>
            <a:ahLst/>
            <a:cxnLst/>
            <a:rect l="l" t="t" r="r" b="b"/>
            <a:pathLst>
              <a:path w="13805" h="116269">
                <a:moveTo>
                  <a:pt x="0" y="116269"/>
                </a:moveTo>
                <a:lnTo>
                  <a:pt x="0" y="115559"/>
                </a:lnTo>
                <a:lnTo>
                  <a:pt x="0" y="114761"/>
                </a:lnTo>
                <a:lnTo>
                  <a:pt x="476" y="114317"/>
                </a:lnTo>
                <a:lnTo>
                  <a:pt x="476" y="113429"/>
                </a:lnTo>
                <a:lnTo>
                  <a:pt x="476" y="112808"/>
                </a:lnTo>
                <a:lnTo>
                  <a:pt x="476" y="112187"/>
                </a:lnTo>
                <a:lnTo>
                  <a:pt x="476" y="111299"/>
                </a:lnTo>
                <a:lnTo>
                  <a:pt x="793" y="110855"/>
                </a:lnTo>
                <a:lnTo>
                  <a:pt x="793" y="110056"/>
                </a:lnTo>
                <a:lnTo>
                  <a:pt x="793" y="109346"/>
                </a:lnTo>
                <a:lnTo>
                  <a:pt x="793" y="108725"/>
                </a:lnTo>
                <a:lnTo>
                  <a:pt x="793" y="108104"/>
                </a:lnTo>
                <a:lnTo>
                  <a:pt x="1110" y="107483"/>
                </a:lnTo>
                <a:lnTo>
                  <a:pt x="1110" y="106595"/>
                </a:lnTo>
                <a:lnTo>
                  <a:pt x="1110" y="106151"/>
                </a:lnTo>
                <a:lnTo>
                  <a:pt x="1110" y="105264"/>
                </a:lnTo>
                <a:lnTo>
                  <a:pt x="1110" y="104642"/>
                </a:lnTo>
                <a:lnTo>
                  <a:pt x="1110" y="104021"/>
                </a:lnTo>
                <a:lnTo>
                  <a:pt x="1110" y="103400"/>
                </a:lnTo>
                <a:lnTo>
                  <a:pt x="1110" y="102779"/>
                </a:lnTo>
                <a:lnTo>
                  <a:pt x="1110" y="101891"/>
                </a:lnTo>
                <a:lnTo>
                  <a:pt x="1586" y="101447"/>
                </a:lnTo>
                <a:lnTo>
                  <a:pt x="1586" y="100560"/>
                </a:lnTo>
                <a:lnTo>
                  <a:pt x="1586" y="99938"/>
                </a:lnTo>
                <a:lnTo>
                  <a:pt x="1586" y="99317"/>
                </a:lnTo>
                <a:lnTo>
                  <a:pt x="1586" y="98696"/>
                </a:lnTo>
                <a:lnTo>
                  <a:pt x="1904" y="97986"/>
                </a:lnTo>
                <a:lnTo>
                  <a:pt x="1904" y="97364"/>
                </a:lnTo>
                <a:lnTo>
                  <a:pt x="1904" y="96743"/>
                </a:lnTo>
                <a:lnTo>
                  <a:pt x="1904" y="95856"/>
                </a:lnTo>
                <a:lnTo>
                  <a:pt x="1904" y="95412"/>
                </a:lnTo>
                <a:lnTo>
                  <a:pt x="2380" y="94613"/>
                </a:lnTo>
                <a:lnTo>
                  <a:pt x="2380" y="93903"/>
                </a:lnTo>
                <a:lnTo>
                  <a:pt x="2380" y="93548"/>
                </a:lnTo>
                <a:lnTo>
                  <a:pt x="2380" y="92660"/>
                </a:lnTo>
                <a:lnTo>
                  <a:pt x="2697" y="92217"/>
                </a:lnTo>
                <a:lnTo>
                  <a:pt x="2697" y="91329"/>
                </a:lnTo>
                <a:lnTo>
                  <a:pt x="2697" y="90708"/>
                </a:lnTo>
                <a:lnTo>
                  <a:pt x="2697" y="90086"/>
                </a:lnTo>
                <a:lnTo>
                  <a:pt x="2697" y="89465"/>
                </a:lnTo>
                <a:lnTo>
                  <a:pt x="3173" y="88755"/>
                </a:lnTo>
                <a:lnTo>
                  <a:pt x="3173" y="88134"/>
                </a:lnTo>
                <a:lnTo>
                  <a:pt x="3173" y="87513"/>
                </a:lnTo>
                <a:lnTo>
                  <a:pt x="3173" y="86891"/>
                </a:lnTo>
                <a:lnTo>
                  <a:pt x="3173" y="86181"/>
                </a:lnTo>
                <a:lnTo>
                  <a:pt x="3491" y="85560"/>
                </a:lnTo>
                <a:lnTo>
                  <a:pt x="3491" y="84939"/>
                </a:lnTo>
                <a:lnTo>
                  <a:pt x="3491" y="84317"/>
                </a:lnTo>
                <a:lnTo>
                  <a:pt x="3491" y="83607"/>
                </a:lnTo>
                <a:lnTo>
                  <a:pt x="3491" y="82986"/>
                </a:lnTo>
                <a:lnTo>
                  <a:pt x="3491" y="82365"/>
                </a:lnTo>
                <a:lnTo>
                  <a:pt x="3491" y="81743"/>
                </a:lnTo>
                <a:lnTo>
                  <a:pt x="3491" y="81033"/>
                </a:lnTo>
                <a:lnTo>
                  <a:pt x="3491" y="80412"/>
                </a:lnTo>
                <a:lnTo>
                  <a:pt x="3808" y="79791"/>
                </a:lnTo>
                <a:lnTo>
                  <a:pt x="3808" y="79170"/>
                </a:lnTo>
                <a:lnTo>
                  <a:pt x="3808" y="78548"/>
                </a:lnTo>
                <a:lnTo>
                  <a:pt x="3808" y="78104"/>
                </a:lnTo>
                <a:lnTo>
                  <a:pt x="3808" y="77217"/>
                </a:lnTo>
                <a:lnTo>
                  <a:pt x="4284" y="76773"/>
                </a:lnTo>
                <a:lnTo>
                  <a:pt x="4284" y="75974"/>
                </a:lnTo>
                <a:lnTo>
                  <a:pt x="4284" y="75531"/>
                </a:lnTo>
                <a:lnTo>
                  <a:pt x="4284" y="74643"/>
                </a:lnTo>
                <a:lnTo>
                  <a:pt x="4284" y="74199"/>
                </a:lnTo>
                <a:lnTo>
                  <a:pt x="4601" y="73400"/>
                </a:lnTo>
                <a:lnTo>
                  <a:pt x="4601" y="72957"/>
                </a:lnTo>
                <a:lnTo>
                  <a:pt x="4601" y="72069"/>
                </a:lnTo>
                <a:lnTo>
                  <a:pt x="4601" y="71625"/>
                </a:lnTo>
                <a:lnTo>
                  <a:pt x="4601" y="71004"/>
                </a:lnTo>
                <a:lnTo>
                  <a:pt x="5077" y="70383"/>
                </a:lnTo>
                <a:lnTo>
                  <a:pt x="5077" y="69673"/>
                </a:lnTo>
                <a:lnTo>
                  <a:pt x="5077" y="69051"/>
                </a:lnTo>
                <a:lnTo>
                  <a:pt x="5077" y="68608"/>
                </a:lnTo>
                <a:lnTo>
                  <a:pt x="5395" y="67986"/>
                </a:lnTo>
                <a:lnTo>
                  <a:pt x="5395" y="67365"/>
                </a:lnTo>
                <a:lnTo>
                  <a:pt x="5395" y="66744"/>
                </a:lnTo>
                <a:lnTo>
                  <a:pt x="5395" y="66300"/>
                </a:lnTo>
                <a:lnTo>
                  <a:pt x="5395" y="65412"/>
                </a:lnTo>
                <a:lnTo>
                  <a:pt x="5395" y="64969"/>
                </a:lnTo>
                <a:lnTo>
                  <a:pt x="5395" y="64170"/>
                </a:lnTo>
                <a:lnTo>
                  <a:pt x="5395" y="63726"/>
                </a:lnTo>
                <a:lnTo>
                  <a:pt x="5395" y="63105"/>
                </a:lnTo>
                <a:lnTo>
                  <a:pt x="5395" y="62395"/>
                </a:lnTo>
                <a:lnTo>
                  <a:pt x="5712" y="61773"/>
                </a:lnTo>
                <a:lnTo>
                  <a:pt x="5712" y="61330"/>
                </a:lnTo>
                <a:lnTo>
                  <a:pt x="5712" y="60531"/>
                </a:lnTo>
                <a:lnTo>
                  <a:pt x="5712" y="60087"/>
                </a:lnTo>
                <a:lnTo>
                  <a:pt x="5712" y="59377"/>
                </a:lnTo>
                <a:lnTo>
                  <a:pt x="6188" y="59022"/>
                </a:lnTo>
                <a:lnTo>
                  <a:pt x="6188" y="58134"/>
                </a:lnTo>
                <a:lnTo>
                  <a:pt x="6188" y="57691"/>
                </a:lnTo>
                <a:lnTo>
                  <a:pt x="6188" y="57069"/>
                </a:lnTo>
                <a:lnTo>
                  <a:pt x="6506" y="56448"/>
                </a:lnTo>
                <a:lnTo>
                  <a:pt x="6506" y="55738"/>
                </a:lnTo>
                <a:lnTo>
                  <a:pt x="6506" y="55383"/>
                </a:lnTo>
                <a:lnTo>
                  <a:pt x="6506" y="54673"/>
                </a:lnTo>
                <a:lnTo>
                  <a:pt x="6506" y="54052"/>
                </a:lnTo>
                <a:lnTo>
                  <a:pt x="6982" y="53430"/>
                </a:lnTo>
                <a:lnTo>
                  <a:pt x="6982" y="52987"/>
                </a:lnTo>
                <a:lnTo>
                  <a:pt x="6982" y="52365"/>
                </a:lnTo>
                <a:lnTo>
                  <a:pt x="6982" y="51744"/>
                </a:lnTo>
                <a:lnTo>
                  <a:pt x="6982" y="51034"/>
                </a:lnTo>
                <a:lnTo>
                  <a:pt x="7299" y="50590"/>
                </a:lnTo>
                <a:lnTo>
                  <a:pt x="7299" y="49969"/>
                </a:lnTo>
                <a:lnTo>
                  <a:pt x="7299" y="49525"/>
                </a:lnTo>
                <a:lnTo>
                  <a:pt x="7299" y="48726"/>
                </a:lnTo>
                <a:lnTo>
                  <a:pt x="7299" y="48283"/>
                </a:lnTo>
                <a:lnTo>
                  <a:pt x="7775" y="47661"/>
                </a:lnTo>
                <a:lnTo>
                  <a:pt x="7775" y="47217"/>
                </a:lnTo>
                <a:lnTo>
                  <a:pt x="7775" y="46596"/>
                </a:lnTo>
                <a:lnTo>
                  <a:pt x="7775" y="46152"/>
                </a:lnTo>
                <a:lnTo>
                  <a:pt x="7775" y="45265"/>
                </a:lnTo>
                <a:lnTo>
                  <a:pt x="7775" y="44821"/>
                </a:lnTo>
                <a:lnTo>
                  <a:pt x="7775" y="44200"/>
                </a:lnTo>
                <a:lnTo>
                  <a:pt x="7775" y="43756"/>
                </a:lnTo>
                <a:lnTo>
                  <a:pt x="7775" y="43135"/>
                </a:lnTo>
                <a:lnTo>
                  <a:pt x="8093" y="42691"/>
                </a:lnTo>
                <a:lnTo>
                  <a:pt x="8093" y="42070"/>
                </a:lnTo>
                <a:lnTo>
                  <a:pt x="8093" y="41448"/>
                </a:lnTo>
                <a:lnTo>
                  <a:pt x="8093" y="40738"/>
                </a:lnTo>
                <a:lnTo>
                  <a:pt x="8093" y="40295"/>
                </a:lnTo>
                <a:lnTo>
                  <a:pt x="8410" y="39673"/>
                </a:lnTo>
                <a:lnTo>
                  <a:pt x="8410" y="39052"/>
                </a:lnTo>
                <a:lnTo>
                  <a:pt x="8410" y="38608"/>
                </a:lnTo>
                <a:lnTo>
                  <a:pt x="8410" y="37987"/>
                </a:lnTo>
                <a:lnTo>
                  <a:pt x="8410" y="37543"/>
                </a:lnTo>
                <a:lnTo>
                  <a:pt x="8886" y="36922"/>
                </a:lnTo>
                <a:lnTo>
                  <a:pt x="8886" y="36478"/>
                </a:lnTo>
                <a:lnTo>
                  <a:pt x="8886" y="35857"/>
                </a:lnTo>
                <a:lnTo>
                  <a:pt x="8886" y="35413"/>
                </a:lnTo>
                <a:lnTo>
                  <a:pt x="9203" y="34792"/>
                </a:lnTo>
                <a:lnTo>
                  <a:pt x="9203" y="34348"/>
                </a:lnTo>
                <a:lnTo>
                  <a:pt x="9203" y="33727"/>
                </a:lnTo>
                <a:lnTo>
                  <a:pt x="9203" y="33283"/>
                </a:lnTo>
                <a:lnTo>
                  <a:pt x="9203" y="32662"/>
                </a:lnTo>
                <a:lnTo>
                  <a:pt x="9679" y="31952"/>
                </a:lnTo>
                <a:lnTo>
                  <a:pt x="9679" y="31508"/>
                </a:lnTo>
                <a:lnTo>
                  <a:pt x="9679" y="30886"/>
                </a:lnTo>
                <a:lnTo>
                  <a:pt x="9679" y="30443"/>
                </a:lnTo>
                <a:lnTo>
                  <a:pt x="9679" y="29821"/>
                </a:lnTo>
                <a:lnTo>
                  <a:pt x="9679" y="29378"/>
                </a:lnTo>
                <a:lnTo>
                  <a:pt x="9679" y="28756"/>
                </a:lnTo>
                <a:lnTo>
                  <a:pt x="9679" y="28313"/>
                </a:lnTo>
                <a:lnTo>
                  <a:pt x="9679" y="27691"/>
                </a:lnTo>
                <a:lnTo>
                  <a:pt x="9679" y="27247"/>
                </a:lnTo>
                <a:lnTo>
                  <a:pt x="9997" y="26626"/>
                </a:lnTo>
                <a:lnTo>
                  <a:pt x="9997" y="26182"/>
                </a:lnTo>
                <a:lnTo>
                  <a:pt x="9997" y="25561"/>
                </a:lnTo>
                <a:lnTo>
                  <a:pt x="9997" y="24940"/>
                </a:lnTo>
                <a:lnTo>
                  <a:pt x="10314" y="24496"/>
                </a:lnTo>
                <a:lnTo>
                  <a:pt x="10314" y="23786"/>
                </a:lnTo>
                <a:lnTo>
                  <a:pt x="10314" y="23431"/>
                </a:lnTo>
                <a:lnTo>
                  <a:pt x="10314" y="22987"/>
                </a:lnTo>
                <a:lnTo>
                  <a:pt x="10314" y="22543"/>
                </a:lnTo>
                <a:lnTo>
                  <a:pt x="10790" y="21922"/>
                </a:lnTo>
                <a:lnTo>
                  <a:pt x="10790" y="21478"/>
                </a:lnTo>
                <a:lnTo>
                  <a:pt x="10790" y="20857"/>
                </a:lnTo>
                <a:lnTo>
                  <a:pt x="10790" y="20147"/>
                </a:lnTo>
                <a:lnTo>
                  <a:pt x="10790" y="19792"/>
                </a:lnTo>
                <a:lnTo>
                  <a:pt x="11108" y="19348"/>
                </a:lnTo>
                <a:lnTo>
                  <a:pt x="11108" y="18904"/>
                </a:lnTo>
                <a:lnTo>
                  <a:pt x="11108" y="18283"/>
                </a:lnTo>
                <a:lnTo>
                  <a:pt x="11108" y="17839"/>
                </a:lnTo>
                <a:lnTo>
                  <a:pt x="11108" y="17218"/>
                </a:lnTo>
                <a:lnTo>
                  <a:pt x="11584" y="16774"/>
                </a:lnTo>
                <a:lnTo>
                  <a:pt x="11584" y="16331"/>
                </a:lnTo>
                <a:lnTo>
                  <a:pt x="11584" y="15709"/>
                </a:lnTo>
                <a:lnTo>
                  <a:pt x="11584" y="15265"/>
                </a:lnTo>
                <a:lnTo>
                  <a:pt x="11901" y="14644"/>
                </a:lnTo>
                <a:lnTo>
                  <a:pt x="11901" y="14378"/>
                </a:lnTo>
                <a:lnTo>
                  <a:pt x="11901" y="13757"/>
                </a:lnTo>
                <a:lnTo>
                  <a:pt x="11901" y="13135"/>
                </a:lnTo>
                <a:lnTo>
                  <a:pt x="11901" y="12692"/>
                </a:lnTo>
                <a:lnTo>
                  <a:pt x="11901" y="12070"/>
                </a:lnTo>
                <a:lnTo>
                  <a:pt x="11901" y="11804"/>
                </a:lnTo>
                <a:lnTo>
                  <a:pt x="11901" y="11183"/>
                </a:lnTo>
                <a:lnTo>
                  <a:pt x="11901" y="10739"/>
                </a:lnTo>
                <a:lnTo>
                  <a:pt x="11901" y="10295"/>
                </a:lnTo>
                <a:lnTo>
                  <a:pt x="12377" y="9674"/>
                </a:lnTo>
                <a:lnTo>
                  <a:pt x="12377" y="9230"/>
                </a:lnTo>
                <a:lnTo>
                  <a:pt x="12377" y="8609"/>
                </a:lnTo>
                <a:lnTo>
                  <a:pt x="12377" y="8431"/>
                </a:lnTo>
                <a:lnTo>
                  <a:pt x="12377" y="7721"/>
                </a:lnTo>
                <a:lnTo>
                  <a:pt x="12694" y="7277"/>
                </a:lnTo>
                <a:lnTo>
                  <a:pt x="12694" y="6922"/>
                </a:lnTo>
                <a:lnTo>
                  <a:pt x="12694" y="6212"/>
                </a:lnTo>
                <a:lnTo>
                  <a:pt x="12694" y="5857"/>
                </a:lnTo>
                <a:lnTo>
                  <a:pt x="12694" y="5414"/>
                </a:lnTo>
                <a:lnTo>
                  <a:pt x="13012" y="4970"/>
                </a:lnTo>
                <a:lnTo>
                  <a:pt x="13012" y="4526"/>
                </a:lnTo>
                <a:lnTo>
                  <a:pt x="13012" y="3905"/>
                </a:lnTo>
                <a:lnTo>
                  <a:pt x="13012" y="3461"/>
                </a:lnTo>
                <a:lnTo>
                  <a:pt x="13488" y="3017"/>
                </a:lnTo>
                <a:lnTo>
                  <a:pt x="13488" y="2396"/>
                </a:lnTo>
                <a:lnTo>
                  <a:pt x="13488" y="1952"/>
                </a:lnTo>
                <a:lnTo>
                  <a:pt x="13488" y="1508"/>
                </a:lnTo>
                <a:lnTo>
                  <a:pt x="13488" y="1065"/>
                </a:lnTo>
                <a:lnTo>
                  <a:pt x="13805" y="710"/>
                </a:lnTo>
                <a:lnTo>
                  <a:pt x="13805" y="0"/>
                </a:lnTo>
              </a:path>
            </a:pathLst>
          </a:custGeom>
          <a:ln w="194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299842" y="2200200"/>
            <a:ext cx="13488" cy="65590"/>
          </a:xfrm>
          <a:custGeom>
            <a:avLst/>
            <a:gdLst/>
            <a:ahLst/>
            <a:cxnLst/>
            <a:rect l="l" t="t" r="r" b="b"/>
            <a:pathLst>
              <a:path w="13488" h="65590">
                <a:moveTo>
                  <a:pt x="0" y="65590"/>
                </a:moveTo>
                <a:lnTo>
                  <a:pt x="0" y="65412"/>
                </a:lnTo>
                <a:lnTo>
                  <a:pt x="0" y="64791"/>
                </a:lnTo>
                <a:lnTo>
                  <a:pt x="0" y="64347"/>
                </a:lnTo>
                <a:lnTo>
                  <a:pt x="0" y="63904"/>
                </a:lnTo>
                <a:lnTo>
                  <a:pt x="0" y="63282"/>
                </a:lnTo>
                <a:lnTo>
                  <a:pt x="0" y="63016"/>
                </a:lnTo>
                <a:lnTo>
                  <a:pt x="0" y="62395"/>
                </a:lnTo>
                <a:lnTo>
                  <a:pt x="0" y="62217"/>
                </a:lnTo>
                <a:lnTo>
                  <a:pt x="476" y="61507"/>
                </a:lnTo>
                <a:lnTo>
                  <a:pt x="476" y="61152"/>
                </a:lnTo>
                <a:lnTo>
                  <a:pt x="476" y="60708"/>
                </a:lnTo>
                <a:lnTo>
                  <a:pt x="476" y="60265"/>
                </a:lnTo>
                <a:lnTo>
                  <a:pt x="793" y="59821"/>
                </a:lnTo>
                <a:lnTo>
                  <a:pt x="793" y="59377"/>
                </a:lnTo>
                <a:lnTo>
                  <a:pt x="793" y="58756"/>
                </a:lnTo>
                <a:lnTo>
                  <a:pt x="793" y="58578"/>
                </a:lnTo>
                <a:lnTo>
                  <a:pt x="793" y="57868"/>
                </a:lnTo>
                <a:lnTo>
                  <a:pt x="1110" y="57424"/>
                </a:lnTo>
                <a:lnTo>
                  <a:pt x="1110" y="57247"/>
                </a:lnTo>
                <a:lnTo>
                  <a:pt x="1110" y="56626"/>
                </a:lnTo>
                <a:lnTo>
                  <a:pt x="1110" y="56182"/>
                </a:lnTo>
                <a:lnTo>
                  <a:pt x="1110" y="55738"/>
                </a:lnTo>
                <a:lnTo>
                  <a:pt x="1586" y="55294"/>
                </a:lnTo>
                <a:lnTo>
                  <a:pt x="1586" y="55117"/>
                </a:lnTo>
                <a:lnTo>
                  <a:pt x="1586" y="54495"/>
                </a:lnTo>
                <a:lnTo>
                  <a:pt x="1586" y="54052"/>
                </a:lnTo>
                <a:lnTo>
                  <a:pt x="1586" y="53608"/>
                </a:lnTo>
                <a:lnTo>
                  <a:pt x="1904" y="53164"/>
                </a:lnTo>
                <a:lnTo>
                  <a:pt x="1904" y="52720"/>
                </a:lnTo>
                <a:lnTo>
                  <a:pt x="1904" y="52365"/>
                </a:lnTo>
                <a:lnTo>
                  <a:pt x="1904" y="51922"/>
                </a:lnTo>
                <a:lnTo>
                  <a:pt x="2380" y="51478"/>
                </a:lnTo>
                <a:lnTo>
                  <a:pt x="2380" y="51034"/>
                </a:lnTo>
                <a:lnTo>
                  <a:pt x="2380" y="50590"/>
                </a:lnTo>
                <a:lnTo>
                  <a:pt x="2380" y="50413"/>
                </a:lnTo>
                <a:lnTo>
                  <a:pt x="2380" y="49791"/>
                </a:lnTo>
                <a:lnTo>
                  <a:pt x="2380" y="49348"/>
                </a:lnTo>
                <a:lnTo>
                  <a:pt x="2380" y="49081"/>
                </a:lnTo>
                <a:lnTo>
                  <a:pt x="2380" y="48460"/>
                </a:lnTo>
                <a:lnTo>
                  <a:pt x="2380" y="48016"/>
                </a:lnTo>
                <a:lnTo>
                  <a:pt x="2380" y="47839"/>
                </a:lnTo>
                <a:lnTo>
                  <a:pt x="2697" y="47395"/>
                </a:lnTo>
                <a:lnTo>
                  <a:pt x="2697" y="46774"/>
                </a:lnTo>
                <a:lnTo>
                  <a:pt x="2697" y="46507"/>
                </a:lnTo>
                <a:lnTo>
                  <a:pt x="2697" y="46064"/>
                </a:lnTo>
                <a:lnTo>
                  <a:pt x="2697" y="45709"/>
                </a:lnTo>
                <a:lnTo>
                  <a:pt x="3015" y="45265"/>
                </a:lnTo>
                <a:lnTo>
                  <a:pt x="3015" y="44821"/>
                </a:lnTo>
                <a:lnTo>
                  <a:pt x="3015" y="44377"/>
                </a:lnTo>
                <a:lnTo>
                  <a:pt x="3015" y="44200"/>
                </a:lnTo>
                <a:lnTo>
                  <a:pt x="3491" y="43490"/>
                </a:lnTo>
                <a:lnTo>
                  <a:pt x="3491" y="43312"/>
                </a:lnTo>
                <a:lnTo>
                  <a:pt x="3491" y="42868"/>
                </a:lnTo>
                <a:lnTo>
                  <a:pt x="3491" y="42425"/>
                </a:lnTo>
                <a:lnTo>
                  <a:pt x="3491" y="42070"/>
                </a:lnTo>
                <a:lnTo>
                  <a:pt x="3808" y="41803"/>
                </a:lnTo>
                <a:lnTo>
                  <a:pt x="3808" y="41182"/>
                </a:lnTo>
                <a:lnTo>
                  <a:pt x="3808" y="40916"/>
                </a:lnTo>
                <a:lnTo>
                  <a:pt x="3808" y="40561"/>
                </a:lnTo>
                <a:lnTo>
                  <a:pt x="3808" y="40117"/>
                </a:lnTo>
                <a:lnTo>
                  <a:pt x="4284" y="39673"/>
                </a:lnTo>
                <a:lnTo>
                  <a:pt x="4284" y="39496"/>
                </a:lnTo>
                <a:lnTo>
                  <a:pt x="4284" y="39052"/>
                </a:lnTo>
                <a:lnTo>
                  <a:pt x="4284" y="38608"/>
                </a:lnTo>
                <a:lnTo>
                  <a:pt x="4284" y="38164"/>
                </a:lnTo>
                <a:lnTo>
                  <a:pt x="4284" y="37721"/>
                </a:lnTo>
                <a:lnTo>
                  <a:pt x="4284" y="37277"/>
                </a:lnTo>
                <a:lnTo>
                  <a:pt x="4284" y="37099"/>
                </a:lnTo>
                <a:lnTo>
                  <a:pt x="4284" y="36656"/>
                </a:lnTo>
                <a:lnTo>
                  <a:pt x="4601" y="36212"/>
                </a:lnTo>
                <a:lnTo>
                  <a:pt x="4601" y="36034"/>
                </a:lnTo>
                <a:lnTo>
                  <a:pt x="4601" y="35591"/>
                </a:lnTo>
                <a:lnTo>
                  <a:pt x="4601" y="35147"/>
                </a:lnTo>
                <a:lnTo>
                  <a:pt x="4601" y="34969"/>
                </a:lnTo>
                <a:lnTo>
                  <a:pt x="5077" y="34525"/>
                </a:lnTo>
                <a:lnTo>
                  <a:pt x="5077" y="34082"/>
                </a:lnTo>
                <a:lnTo>
                  <a:pt x="5077" y="33904"/>
                </a:lnTo>
                <a:lnTo>
                  <a:pt x="5077" y="33460"/>
                </a:lnTo>
                <a:lnTo>
                  <a:pt x="5077" y="33017"/>
                </a:lnTo>
                <a:lnTo>
                  <a:pt x="5395" y="32573"/>
                </a:lnTo>
                <a:lnTo>
                  <a:pt x="5395" y="32395"/>
                </a:lnTo>
                <a:lnTo>
                  <a:pt x="5395" y="31952"/>
                </a:lnTo>
                <a:lnTo>
                  <a:pt x="5395" y="31508"/>
                </a:lnTo>
                <a:lnTo>
                  <a:pt x="5395" y="31330"/>
                </a:lnTo>
                <a:lnTo>
                  <a:pt x="5712" y="30886"/>
                </a:lnTo>
                <a:lnTo>
                  <a:pt x="5712" y="30443"/>
                </a:lnTo>
                <a:lnTo>
                  <a:pt x="5712" y="30265"/>
                </a:lnTo>
                <a:lnTo>
                  <a:pt x="5712" y="29821"/>
                </a:lnTo>
                <a:lnTo>
                  <a:pt x="6188" y="29378"/>
                </a:lnTo>
                <a:lnTo>
                  <a:pt x="6188" y="29200"/>
                </a:lnTo>
                <a:lnTo>
                  <a:pt x="6188" y="28756"/>
                </a:lnTo>
                <a:lnTo>
                  <a:pt x="6188" y="28490"/>
                </a:lnTo>
                <a:lnTo>
                  <a:pt x="6188" y="28135"/>
                </a:lnTo>
                <a:lnTo>
                  <a:pt x="6506" y="27869"/>
                </a:lnTo>
                <a:lnTo>
                  <a:pt x="6506" y="27425"/>
                </a:lnTo>
                <a:lnTo>
                  <a:pt x="6506" y="26981"/>
                </a:lnTo>
                <a:lnTo>
                  <a:pt x="6506" y="26804"/>
                </a:lnTo>
                <a:lnTo>
                  <a:pt x="6506" y="26360"/>
                </a:lnTo>
                <a:lnTo>
                  <a:pt x="6506" y="26182"/>
                </a:lnTo>
                <a:lnTo>
                  <a:pt x="6506" y="25739"/>
                </a:lnTo>
                <a:lnTo>
                  <a:pt x="6506" y="25561"/>
                </a:lnTo>
                <a:lnTo>
                  <a:pt x="6506" y="25117"/>
                </a:lnTo>
                <a:lnTo>
                  <a:pt x="6506" y="24674"/>
                </a:lnTo>
                <a:lnTo>
                  <a:pt x="6982" y="24407"/>
                </a:lnTo>
                <a:lnTo>
                  <a:pt x="6982" y="24230"/>
                </a:lnTo>
                <a:lnTo>
                  <a:pt x="6982" y="23786"/>
                </a:lnTo>
                <a:lnTo>
                  <a:pt x="6982" y="23342"/>
                </a:lnTo>
                <a:lnTo>
                  <a:pt x="7299" y="23165"/>
                </a:lnTo>
                <a:lnTo>
                  <a:pt x="7299" y="22987"/>
                </a:lnTo>
                <a:lnTo>
                  <a:pt x="7299" y="22543"/>
                </a:lnTo>
                <a:lnTo>
                  <a:pt x="7299" y="22100"/>
                </a:lnTo>
                <a:lnTo>
                  <a:pt x="7299" y="21833"/>
                </a:lnTo>
                <a:lnTo>
                  <a:pt x="7616" y="21656"/>
                </a:lnTo>
                <a:lnTo>
                  <a:pt x="7616" y="21212"/>
                </a:lnTo>
                <a:lnTo>
                  <a:pt x="7616" y="20768"/>
                </a:lnTo>
                <a:lnTo>
                  <a:pt x="7616" y="20591"/>
                </a:lnTo>
                <a:lnTo>
                  <a:pt x="7616" y="20413"/>
                </a:lnTo>
                <a:lnTo>
                  <a:pt x="8093" y="19970"/>
                </a:lnTo>
                <a:lnTo>
                  <a:pt x="8093" y="19703"/>
                </a:lnTo>
                <a:lnTo>
                  <a:pt x="8093" y="19526"/>
                </a:lnTo>
                <a:lnTo>
                  <a:pt x="8093" y="19082"/>
                </a:lnTo>
                <a:lnTo>
                  <a:pt x="8093" y="18638"/>
                </a:lnTo>
                <a:lnTo>
                  <a:pt x="8410" y="18461"/>
                </a:lnTo>
                <a:lnTo>
                  <a:pt x="8410" y="18194"/>
                </a:lnTo>
                <a:lnTo>
                  <a:pt x="8410" y="17839"/>
                </a:lnTo>
                <a:lnTo>
                  <a:pt x="8410" y="17573"/>
                </a:lnTo>
                <a:lnTo>
                  <a:pt x="8410" y="17396"/>
                </a:lnTo>
                <a:lnTo>
                  <a:pt x="8410" y="17129"/>
                </a:lnTo>
                <a:lnTo>
                  <a:pt x="8410" y="16686"/>
                </a:lnTo>
                <a:lnTo>
                  <a:pt x="8410" y="16331"/>
                </a:lnTo>
                <a:lnTo>
                  <a:pt x="8410" y="16064"/>
                </a:lnTo>
                <a:lnTo>
                  <a:pt x="8886" y="15887"/>
                </a:lnTo>
                <a:lnTo>
                  <a:pt x="8886" y="15620"/>
                </a:lnTo>
                <a:lnTo>
                  <a:pt x="8886" y="15265"/>
                </a:lnTo>
                <a:lnTo>
                  <a:pt x="8886" y="14999"/>
                </a:lnTo>
                <a:lnTo>
                  <a:pt x="8886" y="14822"/>
                </a:lnTo>
                <a:lnTo>
                  <a:pt x="9203" y="14378"/>
                </a:lnTo>
                <a:lnTo>
                  <a:pt x="9203" y="14112"/>
                </a:lnTo>
                <a:lnTo>
                  <a:pt x="9203" y="13757"/>
                </a:lnTo>
                <a:lnTo>
                  <a:pt x="9203" y="13313"/>
                </a:lnTo>
                <a:lnTo>
                  <a:pt x="9679" y="13047"/>
                </a:lnTo>
                <a:lnTo>
                  <a:pt x="9679" y="12692"/>
                </a:lnTo>
                <a:lnTo>
                  <a:pt x="9679" y="12248"/>
                </a:lnTo>
                <a:lnTo>
                  <a:pt x="9997" y="11982"/>
                </a:lnTo>
                <a:lnTo>
                  <a:pt x="9997" y="11538"/>
                </a:lnTo>
                <a:lnTo>
                  <a:pt x="9997" y="11360"/>
                </a:lnTo>
                <a:lnTo>
                  <a:pt x="9997" y="10916"/>
                </a:lnTo>
                <a:lnTo>
                  <a:pt x="10314" y="10739"/>
                </a:lnTo>
                <a:lnTo>
                  <a:pt x="10314" y="10295"/>
                </a:lnTo>
                <a:lnTo>
                  <a:pt x="10314" y="9851"/>
                </a:lnTo>
                <a:lnTo>
                  <a:pt x="10314" y="9674"/>
                </a:lnTo>
                <a:lnTo>
                  <a:pt x="10314" y="9408"/>
                </a:lnTo>
                <a:lnTo>
                  <a:pt x="10314" y="8964"/>
                </a:lnTo>
                <a:lnTo>
                  <a:pt x="10314" y="8786"/>
                </a:lnTo>
                <a:lnTo>
                  <a:pt x="10314" y="8343"/>
                </a:lnTo>
                <a:lnTo>
                  <a:pt x="10790" y="8165"/>
                </a:lnTo>
                <a:lnTo>
                  <a:pt x="10790" y="7899"/>
                </a:lnTo>
                <a:lnTo>
                  <a:pt x="10790" y="7721"/>
                </a:lnTo>
                <a:lnTo>
                  <a:pt x="10790" y="7544"/>
                </a:lnTo>
                <a:lnTo>
                  <a:pt x="11108" y="7277"/>
                </a:lnTo>
                <a:lnTo>
                  <a:pt x="11108" y="6834"/>
                </a:lnTo>
                <a:lnTo>
                  <a:pt x="11108" y="6656"/>
                </a:lnTo>
                <a:lnTo>
                  <a:pt x="11108" y="6212"/>
                </a:lnTo>
                <a:lnTo>
                  <a:pt x="11584" y="6035"/>
                </a:lnTo>
                <a:lnTo>
                  <a:pt x="11584" y="5769"/>
                </a:lnTo>
                <a:lnTo>
                  <a:pt x="11584" y="5591"/>
                </a:lnTo>
                <a:lnTo>
                  <a:pt x="11584" y="5325"/>
                </a:lnTo>
                <a:lnTo>
                  <a:pt x="11584" y="5147"/>
                </a:lnTo>
                <a:lnTo>
                  <a:pt x="11901" y="4970"/>
                </a:lnTo>
                <a:lnTo>
                  <a:pt x="11901" y="4704"/>
                </a:lnTo>
                <a:lnTo>
                  <a:pt x="11901" y="4260"/>
                </a:lnTo>
                <a:lnTo>
                  <a:pt x="11901" y="4082"/>
                </a:lnTo>
                <a:lnTo>
                  <a:pt x="12218" y="3905"/>
                </a:lnTo>
                <a:lnTo>
                  <a:pt x="12218" y="3638"/>
                </a:lnTo>
                <a:lnTo>
                  <a:pt x="12218" y="3195"/>
                </a:lnTo>
                <a:lnTo>
                  <a:pt x="12694" y="3017"/>
                </a:lnTo>
                <a:lnTo>
                  <a:pt x="12694" y="2751"/>
                </a:lnTo>
                <a:lnTo>
                  <a:pt x="12694" y="2573"/>
                </a:lnTo>
                <a:lnTo>
                  <a:pt x="12694" y="2396"/>
                </a:lnTo>
                <a:lnTo>
                  <a:pt x="12694" y="1952"/>
                </a:lnTo>
                <a:lnTo>
                  <a:pt x="12694" y="1686"/>
                </a:lnTo>
                <a:lnTo>
                  <a:pt x="12694" y="1508"/>
                </a:lnTo>
                <a:lnTo>
                  <a:pt x="12694" y="1331"/>
                </a:lnTo>
                <a:lnTo>
                  <a:pt x="12694" y="1065"/>
                </a:lnTo>
                <a:lnTo>
                  <a:pt x="13012" y="887"/>
                </a:lnTo>
                <a:lnTo>
                  <a:pt x="13012" y="621"/>
                </a:lnTo>
                <a:lnTo>
                  <a:pt x="13012" y="443"/>
                </a:lnTo>
                <a:lnTo>
                  <a:pt x="13012" y="177"/>
                </a:lnTo>
                <a:lnTo>
                  <a:pt x="13488" y="0"/>
                </a:lnTo>
              </a:path>
            </a:pathLst>
          </a:custGeom>
          <a:ln w="191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313331" y="2188662"/>
            <a:ext cx="13805" cy="11538"/>
          </a:xfrm>
          <a:custGeom>
            <a:avLst/>
            <a:gdLst/>
            <a:ahLst/>
            <a:cxnLst/>
            <a:rect l="l" t="t" r="r" b="b"/>
            <a:pathLst>
              <a:path w="13805" h="11538">
                <a:moveTo>
                  <a:pt x="0" y="11538"/>
                </a:moveTo>
                <a:lnTo>
                  <a:pt x="0" y="11360"/>
                </a:lnTo>
                <a:lnTo>
                  <a:pt x="0" y="11094"/>
                </a:lnTo>
                <a:lnTo>
                  <a:pt x="317" y="10650"/>
                </a:lnTo>
                <a:lnTo>
                  <a:pt x="317" y="10473"/>
                </a:lnTo>
                <a:lnTo>
                  <a:pt x="317" y="10295"/>
                </a:lnTo>
                <a:lnTo>
                  <a:pt x="317" y="10029"/>
                </a:lnTo>
                <a:lnTo>
                  <a:pt x="793" y="10029"/>
                </a:lnTo>
                <a:lnTo>
                  <a:pt x="793" y="9851"/>
                </a:lnTo>
                <a:lnTo>
                  <a:pt x="793" y="9585"/>
                </a:lnTo>
                <a:lnTo>
                  <a:pt x="793" y="9408"/>
                </a:lnTo>
                <a:lnTo>
                  <a:pt x="793" y="9141"/>
                </a:lnTo>
                <a:lnTo>
                  <a:pt x="1110" y="8964"/>
                </a:lnTo>
                <a:lnTo>
                  <a:pt x="1110" y="8786"/>
                </a:lnTo>
                <a:lnTo>
                  <a:pt x="1110" y="8520"/>
                </a:lnTo>
                <a:lnTo>
                  <a:pt x="1110" y="8343"/>
                </a:lnTo>
                <a:lnTo>
                  <a:pt x="1110" y="8076"/>
                </a:lnTo>
                <a:lnTo>
                  <a:pt x="1110" y="7899"/>
                </a:lnTo>
                <a:lnTo>
                  <a:pt x="1110" y="7721"/>
                </a:lnTo>
                <a:lnTo>
                  <a:pt x="1428" y="7721"/>
                </a:lnTo>
                <a:lnTo>
                  <a:pt x="1428" y="7455"/>
                </a:lnTo>
                <a:lnTo>
                  <a:pt x="1428" y="7277"/>
                </a:lnTo>
                <a:lnTo>
                  <a:pt x="1428" y="7011"/>
                </a:lnTo>
                <a:lnTo>
                  <a:pt x="1904" y="6834"/>
                </a:lnTo>
                <a:lnTo>
                  <a:pt x="1904" y="6567"/>
                </a:lnTo>
                <a:lnTo>
                  <a:pt x="1904" y="6390"/>
                </a:lnTo>
                <a:lnTo>
                  <a:pt x="2221" y="6212"/>
                </a:lnTo>
                <a:lnTo>
                  <a:pt x="2221" y="5946"/>
                </a:lnTo>
                <a:lnTo>
                  <a:pt x="2221" y="5769"/>
                </a:lnTo>
                <a:lnTo>
                  <a:pt x="2221" y="5502"/>
                </a:lnTo>
                <a:lnTo>
                  <a:pt x="2697" y="5325"/>
                </a:lnTo>
                <a:lnTo>
                  <a:pt x="2697" y="5147"/>
                </a:lnTo>
                <a:lnTo>
                  <a:pt x="3015" y="4881"/>
                </a:lnTo>
                <a:lnTo>
                  <a:pt x="3015" y="4704"/>
                </a:lnTo>
                <a:lnTo>
                  <a:pt x="3015" y="4437"/>
                </a:lnTo>
                <a:lnTo>
                  <a:pt x="3332" y="4260"/>
                </a:lnTo>
                <a:lnTo>
                  <a:pt x="3332" y="3994"/>
                </a:lnTo>
                <a:lnTo>
                  <a:pt x="3332" y="3816"/>
                </a:lnTo>
                <a:lnTo>
                  <a:pt x="3332" y="3638"/>
                </a:lnTo>
                <a:lnTo>
                  <a:pt x="3332" y="3372"/>
                </a:lnTo>
                <a:lnTo>
                  <a:pt x="3808" y="3195"/>
                </a:lnTo>
                <a:lnTo>
                  <a:pt x="3808" y="2928"/>
                </a:lnTo>
                <a:lnTo>
                  <a:pt x="4125" y="2928"/>
                </a:lnTo>
                <a:lnTo>
                  <a:pt x="4125" y="2751"/>
                </a:lnTo>
                <a:lnTo>
                  <a:pt x="4125" y="2573"/>
                </a:lnTo>
                <a:lnTo>
                  <a:pt x="4601" y="2307"/>
                </a:lnTo>
                <a:lnTo>
                  <a:pt x="4601" y="2130"/>
                </a:lnTo>
                <a:lnTo>
                  <a:pt x="4919" y="1863"/>
                </a:lnTo>
                <a:lnTo>
                  <a:pt x="4919" y="1686"/>
                </a:lnTo>
                <a:lnTo>
                  <a:pt x="5236" y="1686"/>
                </a:lnTo>
                <a:lnTo>
                  <a:pt x="5236" y="1065"/>
                </a:lnTo>
                <a:lnTo>
                  <a:pt x="5712" y="1065"/>
                </a:lnTo>
                <a:lnTo>
                  <a:pt x="5712" y="798"/>
                </a:lnTo>
                <a:lnTo>
                  <a:pt x="6030" y="621"/>
                </a:lnTo>
                <a:lnTo>
                  <a:pt x="6506" y="621"/>
                </a:lnTo>
                <a:lnTo>
                  <a:pt x="6506" y="355"/>
                </a:lnTo>
                <a:lnTo>
                  <a:pt x="6823" y="355"/>
                </a:lnTo>
                <a:lnTo>
                  <a:pt x="6823" y="177"/>
                </a:lnTo>
                <a:lnTo>
                  <a:pt x="7299" y="177"/>
                </a:lnTo>
                <a:lnTo>
                  <a:pt x="7616" y="177"/>
                </a:lnTo>
                <a:lnTo>
                  <a:pt x="7616" y="0"/>
                </a:lnTo>
                <a:lnTo>
                  <a:pt x="7934" y="0"/>
                </a:lnTo>
                <a:lnTo>
                  <a:pt x="8410" y="0"/>
                </a:lnTo>
                <a:lnTo>
                  <a:pt x="8727" y="0"/>
                </a:lnTo>
                <a:lnTo>
                  <a:pt x="9203" y="0"/>
                </a:lnTo>
                <a:lnTo>
                  <a:pt x="9203" y="0"/>
                </a:lnTo>
                <a:lnTo>
                  <a:pt x="9203" y="177"/>
                </a:lnTo>
                <a:lnTo>
                  <a:pt x="9521" y="177"/>
                </a:lnTo>
                <a:lnTo>
                  <a:pt x="9521" y="355"/>
                </a:lnTo>
                <a:lnTo>
                  <a:pt x="9838" y="621"/>
                </a:lnTo>
                <a:lnTo>
                  <a:pt x="10314" y="621"/>
                </a:lnTo>
                <a:lnTo>
                  <a:pt x="10314" y="798"/>
                </a:lnTo>
                <a:lnTo>
                  <a:pt x="10631" y="798"/>
                </a:lnTo>
                <a:lnTo>
                  <a:pt x="10631" y="1065"/>
                </a:lnTo>
                <a:lnTo>
                  <a:pt x="11108" y="1065"/>
                </a:lnTo>
                <a:lnTo>
                  <a:pt x="11108" y="1242"/>
                </a:lnTo>
                <a:lnTo>
                  <a:pt x="11108" y="1420"/>
                </a:lnTo>
                <a:lnTo>
                  <a:pt x="11425" y="1420"/>
                </a:lnTo>
                <a:lnTo>
                  <a:pt x="11425" y="1686"/>
                </a:lnTo>
                <a:lnTo>
                  <a:pt x="11901" y="1686"/>
                </a:lnTo>
                <a:lnTo>
                  <a:pt x="11901" y="1863"/>
                </a:lnTo>
                <a:lnTo>
                  <a:pt x="11901" y="2130"/>
                </a:lnTo>
                <a:lnTo>
                  <a:pt x="11901" y="2307"/>
                </a:lnTo>
                <a:lnTo>
                  <a:pt x="11901" y="2573"/>
                </a:lnTo>
                <a:lnTo>
                  <a:pt x="12218" y="2573"/>
                </a:lnTo>
                <a:lnTo>
                  <a:pt x="12218" y="2751"/>
                </a:lnTo>
                <a:lnTo>
                  <a:pt x="12218" y="2928"/>
                </a:lnTo>
                <a:lnTo>
                  <a:pt x="12536" y="2928"/>
                </a:lnTo>
                <a:lnTo>
                  <a:pt x="12536" y="3195"/>
                </a:lnTo>
                <a:lnTo>
                  <a:pt x="12536" y="3372"/>
                </a:lnTo>
                <a:lnTo>
                  <a:pt x="13012" y="3638"/>
                </a:lnTo>
                <a:lnTo>
                  <a:pt x="13012" y="3994"/>
                </a:lnTo>
                <a:lnTo>
                  <a:pt x="13329" y="3994"/>
                </a:lnTo>
                <a:lnTo>
                  <a:pt x="13329" y="4260"/>
                </a:lnTo>
                <a:lnTo>
                  <a:pt x="13329" y="4437"/>
                </a:lnTo>
                <a:lnTo>
                  <a:pt x="13805" y="4704"/>
                </a:lnTo>
              </a:path>
            </a:pathLst>
          </a:custGeom>
          <a:ln w="1447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327136" y="2193366"/>
            <a:ext cx="13012" cy="55294"/>
          </a:xfrm>
          <a:custGeom>
            <a:avLst/>
            <a:gdLst/>
            <a:ahLst/>
            <a:cxnLst/>
            <a:rect l="l" t="t" r="r" b="b"/>
            <a:pathLst>
              <a:path w="13012" h="55294">
                <a:moveTo>
                  <a:pt x="0" y="0"/>
                </a:moveTo>
                <a:lnTo>
                  <a:pt x="0" y="177"/>
                </a:lnTo>
                <a:lnTo>
                  <a:pt x="0" y="443"/>
                </a:lnTo>
                <a:lnTo>
                  <a:pt x="0" y="621"/>
                </a:lnTo>
                <a:lnTo>
                  <a:pt x="0" y="798"/>
                </a:lnTo>
                <a:lnTo>
                  <a:pt x="0" y="1065"/>
                </a:lnTo>
                <a:lnTo>
                  <a:pt x="317" y="1242"/>
                </a:lnTo>
                <a:lnTo>
                  <a:pt x="317" y="1508"/>
                </a:lnTo>
                <a:lnTo>
                  <a:pt x="317" y="1686"/>
                </a:lnTo>
                <a:lnTo>
                  <a:pt x="634" y="1863"/>
                </a:lnTo>
                <a:lnTo>
                  <a:pt x="634" y="2130"/>
                </a:lnTo>
                <a:lnTo>
                  <a:pt x="634" y="2307"/>
                </a:lnTo>
                <a:lnTo>
                  <a:pt x="1110" y="2573"/>
                </a:lnTo>
                <a:lnTo>
                  <a:pt x="1110" y="2751"/>
                </a:lnTo>
                <a:lnTo>
                  <a:pt x="1110" y="3017"/>
                </a:lnTo>
                <a:lnTo>
                  <a:pt x="1428" y="3195"/>
                </a:lnTo>
                <a:lnTo>
                  <a:pt x="1428" y="3372"/>
                </a:lnTo>
                <a:lnTo>
                  <a:pt x="1428" y="3638"/>
                </a:lnTo>
                <a:lnTo>
                  <a:pt x="1428" y="3816"/>
                </a:lnTo>
                <a:lnTo>
                  <a:pt x="1428" y="4082"/>
                </a:lnTo>
                <a:lnTo>
                  <a:pt x="1904" y="4082"/>
                </a:lnTo>
                <a:lnTo>
                  <a:pt x="1904" y="4260"/>
                </a:lnTo>
                <a:lnTo>
                  <a:pt x="1904" y="4437"/>
                </a:lnTo>
                <a:lnTo>
                  <a:pt x="1904" y="4704"/>
                </a:lnTo>
                <a:lnTo>
                  <a:pt x="2221" y="4881"/>
                </a:lnTo>
                <a:lnTo>
                  <a:pt x="2221" y="5147"/>
                </a:lnTo>
                <a:lnTo>
                  <a:pt x="2221" y="5325"/>
                </a:lnTo>
                <a:lnTo>
                  <a:pt x="2221" y="5591"/>
                </a:lnTo>
                <a:lnTo>
                  <a:pt x="2221" y="5769"/>
                </a:lnTo>
                <a:lnTo>
                  <a:pt x="2221" y="5946"/>
                </a:lnTo>
                <a:lnTo>
                  <a:pt x="2221" y="6212"/>
                </a:lnTo>
                <a:lnTo>
                  <a:pt x="2221" y="6390"/>
                </a:lnTo>
                <a:lnTo>
                  <a:pt x="2697" y="6390"/>
                </a:lnTo>
                <a:lnTo>
                  <a:pt x="2697" y="6656"/>
                </a:lnTo>
                <a:lnTo>
                  <a:pt x="2697" y="6834"/>
                </a:lnTo>
                <a:lnTo>
                  <a:pt x="2697" y="7277"/>
                </a:lnTo>
                <a:lnTo>
                  <a:pt x="2697" y="7455"/>
                </a:lnTo>
                <a:lnTo>
                  <a:pt x="3015" y="7721"/>
                </a:lnTo>
                <a:lnTo>
                  <a:pt x="3015" y="7899"/>
                </a:lnTo>
                <a:lnTo>
                  <a:pt x="3015" y="8165"/>
                </a:lnTo>
                <a:lnTo>
                  <a:pt x="3015" y="8343"/>
                </a:lnTo>
                <a:lnTo>
                  <a:pt x="3332" y="8520"/>
                </a:lnTo>
                <a:lnTo>
                  <a:pt x="3332" y="8786"/>
                </a:lnTo>
                <a:lnTo>
                  <a:pt x="3332" y="8964"/>
                </a:lnTo>
                <a:lnTo>
                  <a:pt x="3332" y="9230"/>
                </a:lnTo>
                <a:lnTo>
                  <a:pt x="3808" y="9408"/>
                </a:lnTo>
                <a:lnTo>
                  <a:pt x="3808" y="9585"/>
                </a:lnTo>
                <a:lnTo>
                  <a:pt x="3808" y="9851"/>
                </a:lnTo>
                <a:lnTo>
                  <a:pt x="3808" y="10029"/>
                </a:lnTo>
                <a:lnTo>
                  <a:pt x="3808" y="10295"/>
                </a:lnTo>
                <a:lnTo>
                  <a:pt x="4125" y="10473"/>
                </a:lnTo>
                <a:lnTo>
                  <a:pt x="4125" y="10739"/>
                </a:lnTo>
                <a:lnTo>
                  <a:pt x="4125" y="10916"/>
                </a:lnTo>
                <a:lnTo>
                  <a:pt x="4125" y="11094"/>
                </a:lnTo>
                <a:lnTo>
                  <a:pt x="4125" y="11360"/>
                </a:lnTo>
                <a:lnTo>
                  <a:pt x="4125" y="11538"/>
                </a:lnTo>
                <a:lnTo>
                  <a:pt x="4125" y="11804"/>
                </a:lnTo>
                <a:lnTo>
                  <a:pt x="4125" y="12159"/>
                </a:lnTo>
                <a:lnTo>
                  <a:pt x="4125" y="12425"/>
                </a:lnTo>
                <a:lnTo>
                  <a:pt x="4601" y="12603"/>
                </a:lnTo>
                <a:lnTo>
                  <a:pt x="4601" y="13047"/>
                </a:lnTo>
                <a:lnTo>
                  <a:pt x="4601" y="13313"/>
                </a:lnTo>
                <a:lnTo>
                  <a:pt x="4601" y="13490"/>
                </a:lnTo>
                <a:lnTo>
                  <a:pt x="4919" y="13668"/>
                </a:lnTo>
                <a:lnTo>
                  <a:pt x="4919" y="13934"/>
                </a:lnTo>
                <a:lnTo>
                  <a:pt x="4919" y="14112"/>
                </a:lnTo>
                <a:lnTo>
                  <a:pt x="4919" y="14555"/>
                </a:lnTo>
                <a:lnTo>
                  <a:pt x="4919" y="14733"/>
                </a:lnTo>
                <a:lnTo>
                  <a:pt x="5236" y="14733"/>
                </a:lnTo>
                <a:lnTo>
                  <a:pt x="5236" y="15177"/>
                </a:lnTo>
                <a:lnTo>
                  <a:pt x="5236" y="15443"/>
                </a:lnTo>
                <a:lnTo>
                  <a:pt x="5236" y="15798"/>
                </a:lnTo>
                <a:lnTo>
                  <a:pt x="5712" y="16064"/>
                </a:lnTo>
                <a:lnTo>
                  <a:pt x="5712" y="16508"/>
                </a:lnTo>
                <a:lnTo>
                  <a:pt x="5712" y="16686"/>
                </a:lnTo>
                <a:lnTo>
                  <a:pt x="5712" y="17129"/>
                </a:lnTo>
                <a:lnTo>
                  <a:pt x="6030" y="17573"/>
                </a:lnTo>
                <a:lnTo>
                  <a:pt x="6030" y="17751"/>
                </a:lnTo>
                <a:lnTo>
                  <a:pt x="6030" y="18194"/>
                </a:lnTo>
                <a:lnTo>
                  <a:pt x="6030" y="18638"/>
                </a:lnTo>
                <a:lnTo>
                  <a:pt x="6030" y="18816"/>
                </a:lnTo>
                <a:lnTo>
                  <a:pt x="6030" y="19259"/>
                </a:lnTo>
                <a:lnTo>
                  <a:pt x="6030" y="19526"/>
                </a:lnTo>
                <a:lnTo>
                  <a:pt x="6030" y="19703"/>
                </a:lnTo>
                <a:lnTo>
                  <a:pt x="6506" y="19881"/>
                </a:lnTo>
                <a:lnTo>
                  <a:pt x="6506" y="20325"/>
                </a:lnTo>
                <a:lnTo>
                  <a:pt x="6506" y="20591"/>
                </a:lnTo>
                <a:lnTo>
                  <a:pt x="6506" y="20768"/>
                </a:lnTo>
                <a:lnTo>
                  <a:pt x="6506" y="20946"/>
                </a:lnTo>
                <a:lnTo>
                  <a:pt x="6823" y="21390"/>
                </a:lnTo>
                <a:lnTo>
                  <a:pt x="6823" y="21833"/>
                </a:lnTo>
                <a:lnTo>
                  <a:pt x="6823" y="22277"/>
                </a:lnTo>
                <a:lnTo>
                  <a:pt x="6823" y="22455"/>
                </a:lnTo>
                <a:lnTo>
                  <a:pt x="7140" y="22898"/>
                </a:lnTo>
                <a:lnTo>
                  <a:pt x="7140" y="23165"/>
                </a:lnTo>
                <a:lnTo>
                  <a:pt x="7140" y="23342"/>
                </a:lnTo>
                <a:lnTo>
                  <a:pt x="7140" y="23786"/>
                </a:lnTo>
                <a:lnTo>
                  <a:pt x="7616" y="24230"/>
                </a:lnTo>
                <a:lnTo>
                  <a:pt x="7616" y="24674"/>
                </a:lnTo>
                <a:lnTo>
                  <a:pt x="7616" y="25029"/>
                </a:lnTo>
                <a:lnTo>
                  <a:pt x="7616" y="25295"/>
                </a:lnTo>
                <a:lnTo>
                  <a:pt x="7934" y="25472"/>
                </a:lnTo>
                <a:lnTo>
                  <a:pt x="7934" y="25916"/>
                </a:lnTo>
                <a:lnTo>
                  <a:pt x="7934" y="26094"/>
                </a:lnTo>
                <a:lnTo>
                  <a:pt x="7934" y="26537"/>
                </a:lnTo>
                <a:lnTo>
                  <a:pt x="7934" y="26804"/>
                </a:lnTo>
                <a:lnTo>
                  <a:pt x="8410" y="27247"/>
                </a:lnTo>
                <a:lnTo>
                  <a:pt x="8410" y="27425"/>
                </a:lnTo>
                <a:lnTo>
                  <a:pt x="8410" y="27602"/>
                </a:lnTo>
                <a:lnTo>
                  <a:pt x="8410" y="28046"/>
                </a:lnTo>
                <a:lnTo>
                  <a:pt x="8410" y="28490"/>
                </a:lnTo>
                <a:lnTo>
                  <a:pt x="8410" y="28934"/>
                </a:lnTo>
                <a:lnTo>
                  <a:pt x="8410" y="29378"/>
                </a:lnTo>
                <a:lnTo>
                  <a:pt x="8410" y="29821"/>
                </a:lnTo>
                <a:lnTo>
                  <a:pt x="8727" y="29999"/>
                </a:lnTo>
                <a:lnTo>
                  <a:pt x="8727" y="30443"/>
                </a:lnTo>
                <a:lnTo>
                  <a:pt x="8727" y="30620"/>
                </a:lnTo>
                <a:lnTo>
                  <a:pt x="8727" y="31064"/>
                </a:lnTo>
                <a:lnTo>
                  <a:pt x="8727" y="31241"/>
                </a:lnTo>
                <a:lnTo>
                  <a:pt x="9203" y="31685"/>
                </a:lnTo>
                <a:lnTo>
                  <a:pt x="9203" y="32129"/>
                </a:lnTo>
                <a:lnTo>
                  <a:pt x="9203" y="32395"/>
                </a:lnTo>
                <a:lnTo>
                  <a:pt x="9203" y="32750"/>
                </a:lnTo>
                <a:lnTo>
                  <a:pt x="9203" y="33194"/>
                </a:lnTo>
                <a:lnTo>
                  <a:pt x="9521" y="33638"/>
                </a:lnTo>
                <a:lnTo>
                  <a:pt x="9521" y="34082"/>
                </a:lnTo>
                <a:lnTo>
                  <a:pt x="9521" y="34525"/>
                </a:lnTo>
                <a:lnTo>
                  <a:pt x="9521" y="34703"/>
                </a:lnTo>
                <a:lnTo>
                  <a:pt x="9838" y="35147"/>
                </a:lnTo>
                <a:lnTo>
                  <a:pt x="9838" y="35591"/>
                </a:lnTo>
                <a:lnTo>
                  <a:pt x="9838" y="36034"/>
                </a:lnTo>
                <a:lnTo>
                  <a:pt x="9838" y="36212"/>
                </a:lnTo>
                <a:lnTo>
                  <a:pt x="10314" y="36656"/>
                </a:lnTo>
                <a:lnTo>
                  <a:pt x="10314" y="37099"/>
                </a:lnTo>
                <a:lnTo>
                  <a:pt x="10314" y="37277"/>
                </a:lnTo>
                <a:lnTo>
                  <a:pt x="10314" y="37721"/>
                </a:lnTo>
                <a:lnTo>
                  <a:pt x="10314" y="38164"/>
                </a:lnTo>
                <a:lnTo>
                  <a:pt x="10314" y="38342"/>
                </a:lnTo>
                <a:lnTo>
                  <a:pt x="10314" y="38786"/>
                </a:lnTo>
                <a:lnTo>
                  <a:pt x="10314" y="39229"/>
                </a:lnTo>
                <a:lnTo>
                  <a:pt x="10314" y="39407"/>
                </a:lnTo>
                <a:lnTo>
                  <a:pt x="10314" y="39851"/>
                </a:lnTo>
                <a:lnTo>
                  <a:pt x="10631" y="40295"/>
                </a:lnTo>
                <a:lnTo>
                  <a:pt x="10631" y="40738"/>
                </a:lnTo>
                <a:lnTo>
                  <a:pt x="10631" y="41182"/>
                </a:lnTo>
                <a:lnTo>
                  <a:pt x="10631" y="41537"/>
                </a:lnTo>
                <a:lnTo>
                  <a:pt x="10631" y="41803"/>
                </a:lnTo>
                <a:lnTo>
                  <a:pt x="11108" y="42247"/>
                </a:lnTo>
                <a:lnTo>
                  <a:pt x="11108" y="42602"/>
                </a:lnTo>
                <a:lnTo>
                  <a:pt x="11108" y="43046"/>
                </a:lnTo>
                <a:lnTo>
                  <a:pt x="11108" y="43312"/>
                </a:lnTo>
                <a:lnTo>
                  <a:pt x="11425" y="43934"/>
                </a:lnTo>
                <a:lnTo>
                  <a:pt x="11425" y="44111"/>
                </a:lnTo>
                <a:lnTo>
                  <a:pt x="11425" y="44555"/>
                </a:lnTo>
                <a:lnTo>
                  <a:pt x="11425" y="44999"/>
                </a:lnTo>
                <a:lnTo>
                  <a:pt x="11425" y="45442"/>
                </a:lnTo>
                <a:lnTo>
                  <a:pt x="11742" y="45620"/>
                </a:lnTo>
                <a:lnTo>
                  <a:pt x="11742" y="46330"/>
                </a:lnTo>
                <a:lnTo>
                  <a:pt x="11742" y="46507"/>
                </a:lnTo>
                <a:lnTo>
                  <a:pt x="11742" y="46951"/>
                </a:lnTo>
                <a:lnTo>
                  <a:pt x="11742" y="47395"/>
                </a:lnTo>
                <a:lnTo>
                  <a:pt x="12218" y="47750"/>
                </a:lnTo>
                <a:lnTo>
                  <a:pt x="12218" y="48194"/>
                </a:lnTo>
                <a:lnTo>
                  <a:pt x="12218" y="48638"/>
                </a:lnTo>
                <a:lnTo>
                  <a:pt x="12218" y="48904"/>
                </a:lnTo>
                <a:lnTo>
                  <a:pt x="12218" y="49525"/>
                </a:lnTo>
                <a:lnTo>
                  <a:pt x="12536" y="49969"/>
                </a:lnTo>
                <a:lnTo>
                  <a:pt x="12536" y="50146"/>
                </a:lnTo>
                <a:lnTo>
                  <a:pt x="12536" y="50590"/>
                </a:lnTo>
                <a:lnTo>
                  <a:pt x="12536" y="51211"/>
                </a:lnTo>
                <a:lnTo>
                  <a:pt x="12536" y="51478"/>
                </a:lnTo>
                <a:lnTo>
                  <a:pt x="12536" y="51833"/>
                </a:lnTo>
                <a:lnTo>
                  <a:pt x="12536" y="52543"/>
                </a:lnTo>
                <a:lnTo>
                  <a:pt x="12536" y="52720"/>
                </a:lnTo>
                <a:lnTo>
                  <a:pt x="12536" y="53164"/>
                </a:lnTo>
                <a:lnTo>
                  <a:pt x="13012" y="53608"/>
                </a:lnTo>
                <a:lnTo>
                  <a:pt x="13012" y="54052"/>
                </a:lnTo>
                <a:lnTo>
                  <a:pt x="13012" y="54407"/>
                </a:lnTo>
                <a:lnTo>
                  <a:pt x="13012" y="54850"/>
                </a:lnTo>
                <a:lnTo>
                  <a:pt x="13012" y="55294"/>
                </a:lnTo>
              </a:path>
            </a:pathLst>
          </a:custGeom>
          <a:ln w="1909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340149" y="2248661"/>
            <a:ext cx="13805" cy="115826"/>
          </a:xfrm>
          <a:custGeom>
            <a:avLst/>
            <a:gdLst/>
            <a:ahLst/>
            <a:cxnLst/>
            <a:rect l="l" t="t" r="r" b="b"/>
            <a:pathLst>
              <a:path w="13805" h="115826">
                <a:moveTo>
                  <a:pt x="0" y="0"/>
                </a:moveTo>
                <a:lnTo>
                  <a:pt x="317" y="621"/>
                </a:lnTo>
                <a:lnTo>
                  <a:pt x="317" y="887"/>
                </a:lnTo>
                <a:lnTo>
                  <a:pt x="317" y="1331"/>
                </a:lnTo>
                <a:lnTo>
                  <a:pt x="317" y="1952"/>
                </a:lnTo>
                <a:lnTo>
                  <a:pt x="317" y="2130"/>
                </a:lnTo>
                <a:lnTo>
                  <a:pt x="793" y="2751"/>
                </a:lnTo>
                <a:lnTo>
                  <a:pt x="793" y="3017"/>
                </a:lnTo>
                <a:lnTo>
                  <a:pt x="793" y="3638"/>
                </a:lnTo>
                <a:lnTo>
                  <a:pt x="793" y="4082"/>
                </a:lnTo>
                <a:lnTo>
                  <a:pt x="1110" y="4526"/>
                </a:lnTo>
                <a:lnTo>
                  <a:pt x="1110" y="4970"/>
                </a:lnTo>
                <a:lnTo>
                  <a:pt x="1110" y="5325"/>
                </a:lnTo>
                <a:lnTo>
                  <a:pt x="1110" y="5769"/>
                </a:lnTo>
                <a:lnTo>
                  <a:pt x="1110" y="6390"/>
                </a:lnTo>
                <a:lnTo>
                  <a:pt x="1428" y="6656"/>
                </a:lnTo>
                <a:lnTo>
                  <a:pt x="1428" y="7277"/>
                </a:lnTo>
                <a:lnTo>
                  <a:pt x="1428" y="7721"/>
                </a:lnTo>
                <a:lnTo>
                  <a:pt x="1428" y="8165"/>
                </a:lnTo>
                <a:lnTo>
                  <a:pt x="1428" y="8609"/>
                </a:lnTo>
                <a:lnTo>
                  <a:pt x="1428" y="8964"/>
                </a:lnTo>
                <a:lnTo>
                  <a:pt x="1428" y="9408"/>
                </a:lnTo>
                <a:lnTo>
                  <a:pt x="1428" y="10118"/>
                </a:lnTo>
                <a:lnTo>
                  <a:pt x="1428" y="10295"/>
                </a:lnTo>
                <a:lnTo>
                  <a:pt x="1428" y="10916"/>
                </a:lnTo>
                <a:lnTo>
                  <a:pt x="1904" y="11360"/>
                </a:lnTo>
                <a:lnTo>
                  <a:pt x="1904" y="11804"/>
                </a:lnTo>
                <a:lnTo>
                  <a:pt x="1904" y="12425"/>
                </a:lnTo>
                <a:lnTo>
                  <a:pt x="1904" y="12869"/>
                </a:lnTo>
                <a:lnTo>
                  <a:pt x="2221" y="13313"/>
                </a:lnTo>
                <a:lnTo>
                  <a:pt x="2221" y="13757"/>
                </a:lnTo>
                <a:lnTo>
                  <a:pt x="2221" y="14112"/>
                </a:lnTo>
                <a:lnTo>
                  <a:pt x="2221" y="14822"/>
                </a:lnTo>
                <a:lnTo>
                  <a:pt x="2221" y="15265"/>
                </a:lnTo>
                <a:lnTo>
                  <a:pt x="2697" y="15620"/>
                </a:lnTo>
                <a:lnTo>
                  <a:pt x="2697" y="16064"/>
                </a:lnTo>
                <a:lnTo>
                  <a:pt x="2697" y="16686"/>
                </a:lnTo>
                <a:lnTo>
                  <a:pt x="2697" y="17129"/>
                </a:lnTo>
                <a:lnTo>
                  <a:pt x="2697" y="17573"/>
                </a:lnTo>
                <a:lnTo>
                  <a:pt x="3015" y="18194"/>
                </a:lnTo>
                <a:lnTo>
                  <a:pt x="3015" y="18638"/>
                </a:lnTo>
                <a:lnTo>
                  <a:pt x="3015" y="19082"/>
                </a:lnTo>
                <a:lnTo>
                  <a:pt x="3015" y="19526"/>
                </a:lnTo>
                <a:lnTo>
                  <a:pt x="3015" y="20147"/>
                </a:lnTo>
                <a:lnTo>
                  <a:pt x="3332" y="20768"/>
                </a:lnTo>
                <a:lnTo>
                  <a:pt x="3332" y="21035"/>
                </a:lnTo>
                <a:lnTo>
                  <a:pt x="3332" y="21656"/>
                </a:lnTo>
                <a:lnTo>
                  <a:pt x="3332" y="22100"/>
                </a:lnTo>
                <a:lnTo>
                  <a:pt x="3808" y="22721"/>
                </a:lnTo>
                <a:lnTo>
                  <a:pt x="3808" y="23165"/>
                </a:lnTo>
                <a:lnTo>
                  <a:pt x="3808" y="23608"/>
                </a:lnTo>
                <a:lnTo>
                  <a:pt x="3808" y="24230"/>
                </a:lnTo>
                <a:lnTo>
                  <a:pt x="3808" y="24674"/>
                </a:lnTo>
                <a:lnTo>
                  <a:pt x="3808" y="25295"/>
                </a:lnTo>
                <a:lnTo>
                  <a:pt x="3808" y="25739"/>
                </a:lnTo>
                <a:lnTo>
                  <a:pt x="3808" y="26360"/>
                </a:lnTo>
                <a:lnTo>
                  <a:pt x="3808" y="26804"/>
                </a:lnTo>
                <a:lnTo>
                  <a:pt x="3808" y="27247"/>
                </a:lnTo>
                <a:lnTo>
                  <a:pt x="4125" y="27869"/>
                </a:lnTo>
                <a:lnTo>
                  <a:pt x="4125" y="28313"/>
                </a:lnTo>
                <a:lnTo>
                  <a:pt x="4125" y="28934"/>
                </a:lnTo>
                <a:lnTo>
                  <a:pt x="4125" y="29378"/>
                </a:lnTo>
                <a:lnTo>
                  <a:pt x="4125" y="29999"/>
                </a:lnTo>
                <a:lnTo>
                  <a:pt x="4601" y="30443"/>
                </a:lnTo>
                <a:lnTo>
                  <a:pt x="4601" y="31064"/>
                </a:lnTo>
                <a:lnTo>
                  <a:pt x="4601" y="31508"/>
                </a:lnTo>
                <a:lnTo>
                  <a:pt x="4601" y="31952"/>
                </a:lnTo>
                <a:lnTo>
                  <a:pt x="4919" y="32573"/>
                </a:lnTo>
                <a:lnTo>
                  <a:pt x="4919" y="33017"/>
                </a:lnTo>
                <a:lnTo>
                  <a:pt x="4919" y="33638"/>
                </a:lnTo>
                <a:lnTo>
                  <a:pt x="4919" y="34082"/>
                </a:lnTo>
                <a:lnTo>
                  <a:pt x="4919" y="34703"/>
                </a:lnTo>
                <a:lnTo>
                  <a:pt x="5395" y="35147"/>
                </a:lnTo>
                <a:lnTo>
                  <a:pt x="5395" y="35768"/>
                </a:lnTo>
                <a:lnTo>
                  <a:pt x="5395" y="36212"/>
                </a:lnTo>
                <a:lnTo>
                  <a:pt x="5395" y="36922"/>
                </a:lnTo>
                <a:lnTo>
                  <a:pt x="5395" y="37277"/>
                </a:lnTo>
                <a:lnTo>
                  <a:pt x="5712" y="37987"/>
                </a:lnTo>
                <a:lnTo>
                  <a:pt x="5712" y="38608"/>
                </a:lnTo>
                <a:lnTo>
                  <a:pt x="5712" y="39052"/>
                </a:lnTo>
                <a:lnTo>
                  <a:pt x="5712" y="39673"/>
                </a:lnTo>
                <a:lnTo>
                  <a:pt x="5712" y="40117"/>
                </a:lnTo>
                <a:lnTo>
                  <a:pt x="5712" y="40916"/>
                </a:lnTo>
                <a:lnTo>
                  <a:pt x="5712" y="41360"/>
                </a:lnTo>
                <a:lnTo>
                  <a:pt x="5712" y="42070"/>
                </a:lnTo>
                <a:lnTo>
                  <a:pt x="5712" y="42425"/>
                </a:lnTo>
                <a:lnTo>
                  <a:pt x="6030" y="43135"/>
                </a:lnTo>
                <a:lnTo>
                  <a:pt x="6030" y="43490"/>
                </a:lnTo>
                <a:lnTo>
                  <a:pt x="6030" y="44200"/>
                </a:lnTo>
                <a:lnTo>
                  <a:pt x="6030" y="44644"/>
                </a:lnTo>
                <a:lnTo>
                  <a:pt x="6030" y="45265"/>
                </a:lnTo>
                <a:lnTo>
                  <a:pt x="6506" y="45886"/>
                </a:lnTo>
                <a:lnTo>
                  <a:pt x="6506" y="46507"/>
                </a:lnTo>
                <a:lnTo>
                  <a:pt x="6506" y="46951"/>
                </a:lnTo>
                <a:lnTo>
                  <a:pt x="6506" y="47573"/>
                </a:lnTo>
                <a:lnTo>
                  <a:pt x="6506" y="48016"/>
                </a:lnTo>
                <a:lnTo>
                  <a:pt x="6823" y="48638"/>
                </a:lnTo>
                <a:lnTo>
                  <a:pt x="6823" y="49348"/>
                </a:lnTo>
                <a:lnTo>
                  <a:pt x="6823" y="49969"/>
                </a:lnTo>
                <a:lnTo>
                  <a:pt x="6823" y="50413"/>
                </a:lnTo>
                <a:lnTo>
                  <a:pt x="6823" y="51034"/>
                </a:lnTo>
                <a:lnTo>
                  <a:pt x="7299" y="51478"/>
                </a:lnTo>
                <a:lnTo>
                  <a:pt x="7299" y="52277"/>
                </a:lnTo>
                <a:lnTo>
                  <a:pt x="7299" y="52720"/>
                </a:lnTo>
                <a:lnTo>
                  <a:pt x="7299" y="53430"/>
                </a:lnTo>
                <a:lnTo>
                  <a:pt x="7616" y="53785"/>
                </a:lnTo>
                <a:lnTo>
                  <a:pt x="7616" y="54673"/>
                </a:lnTo>
                <a:lnTo>
                  <a:pt x="7616" y="55117"/>
                </a:lnTo>
                <a:lnTo>
                  <a:pt x="7616" y="55738"/>
                </a:lnTo>
                <a:lnTo>
                  <a:pt x="7616" y="56182"/>
                </a:lnTo>
                <a:lnTo>
                  <a:pt x="7934" y="57069"/>
                </a:lnTo>
                <a:lnTo>
                  <a:pt x="7934" y="57424"/>
                </a:lnTo>
                <a:lnTo>
                  <a:pt x="7934" y="58134"/>
                </a:lnTo>
                <a:lnTo>
                  <a:pt x="7934" y="58756"/>
                </a:lnTo>
                <a:lnTo>
                  <a:pt x="7934" y="59377"/>
                </a:lnTo>
                <a:lnTo>
                  <a:pt x="7934" y="59821"/>
                </a:lnTo>
                <a:lnTo>
                  <a:pt x="7934" y="60708"/>
                </a:lnTo>
                <a:lnTo>
                  <a:pt x="7934" y="61152"/>
                </a:lnTo>
                <a:lnTo>
                  <a:pt x="7934" y="61773"/>
                </a:lnTo>
                <a:lnTo>
                  <a:pt x="7934" y="62395"/>
                </a:lnTo>
                <a:lnTo>
                  <a:pt x="8410" y="63016"/>
                </a:lnTo>
                <a:lnTo>
                  <a:pt x="8410" y="63460"/>
                </a:lnTo>
                <a:lnTo>
                  <a:pt x="8410" y="64347"/>
                </a:lnTo>
                <a:lnTo>
                  <a:pt x="8410" y="64791"/>
                </a:lnTo>
                <a:lnTo>
                  <a:pt x="8727" y="65590"/>
                </a:lnTo>
                <a:lnTo>
                  <a:pt x="8727" y="66034"/>
                </a:lnTo>
                <a:lnTo>
                  <a:pt x="8727" y="66921"/>
                </a:lnTo>
                <a:lnTo>
                  <a:pt x="8727" y="67365"/>
                </a:lnTo>
                <a:lnTo>
                  <a:pt x="8727" y="67986"/>
                </a:lnTo>
                <a:lnTo>
                  <a:pt x="9203" y="68608"/>
                </a:lnTo>
                <a:lnTo>
                  <a:pt x="9203" y="69229"/>
                </a:lnTo>
                <a:lnTo>
                  <a:pt x="9203" y="69939"/>
                </a:lnTo>
                <a:lnTo>
                  <a:pt x="9203" y="70294"/>
                </a:lnTo>
                <a:lnTo>
                  <a:pt x="9203" y="71182"/>
                </a:lnTo>
                <a:lnTo>
                  <a:pt x="9521" y="71625"/>
                </a:lnTo>
                <a:lnTo>
                  <a:pt x="9521" y="72513"/>
                </a:lnTo>
                <a:lnTo>
                  <a:pt x="9521" y="72868"/>
                </a:lnTo>
                <a:lnTo>
                  <a:pt x="9521" y="73755"/>
                </a:lnTo>
                <a:lnTo>
                  <a:pt x="9521" y="74199"/>
                </a:lnTo>
                <a:lnTo>
                  <a:pt x="9838" y="75087"/>
                </a:lnTo>
                <a:lnTo>
                  <a:pt x="9838" y="75442"/>
                </a:lnTo>
                <a:lnTo>
                  <a:pt x="9838" y="76329"/>
                </a:lnTo>
                <a:lnTo>
                  <a:pt x="9838" y="76773"/>
                </a:lnTo>
                <a:lnTo>
                  <a:pt x="9838" y="77394"/>
                </a:lnTo>
                <a:lnTo>
                  <a:pt x="9838" y="78016"/>
                </a:lnTo>
                <a:lnTo>
                  <a:pt x="9838" y="78726"/>
                </a:lnTo>
                <a:lnTo>
                  <a:pt x="9838" y="79525"/>
                </a:lnTo>
                <a:lnTo>
                  <a:pt x="9838" y="79968"/>
                </a:lnTo>
                <a:lnTo>
                  <a:pt x="10314" y="80856"/>
                </a:lnTo>
                <a:lnTo>
                  <a:pt x="10314" y="81300"/>
                </a:lnTo>
                <a:lnTo>
                  <a:pt x="10314" y="82098"/>
                </a:lnTo>
                <a:lnTo>
                  <a:pt x="10314" y="82808"/>
                </a:lnTo>
                <a:lnTo>
                  <a:pt x="10314" y="83430"/>
                </a:lnTo>
                <a:lnTo>
                  <a:pt x="10631" y="84051"/>
                </a:lnTo>
                <a:lnTo>
                  <a:pt x="10631" y="84495"/>
                </a:lnTo>
                <a:lnTo>
                  <a:pt x="10631" y="85382"/>
                </a:lnTo>
                <a:lnTo>
                  <a:pt x="10631" y="86004"/>
                </a:lnTo>
                <a:lnTo>
                  <a:pt x="10631" y="86625"/>
                </a:lnTo>
                <a:lnTo>
                  <a:pt x="11108" y="87246"/>
                </a:lnTo>
                <a:lnTo>
                  <a:pt x="11108" y="88134"/>
                </a:lnTo>
                <a:lnTo>
                  <a:pt x="11108" y="88578"/>
                </a:lnTo>
                <a:lnTo>
                  <a:pt x="11108" y="89199"/>
                </a:lnTo>
                <a:lnTo>
                  <a:pt x="11425" y="90086"/>
                </a:lnTo>
                <a:lnTo>
                  <a:pt x="11425" y="90708"/>
                </a:lnTo>
                <a:lnTo>
                  <a:pt x="11425" y="91329"/>
                </a:lnTo>
                <a:lnTo>
                  <a:pt x="11425" y="91950"/>
                </a:lnTo>
                <a:lnTo>
                  <a:pt x="11425" y="92838"/>
                </a:lnTo>
                <a:lnTo>
                  <a:pt x="11901" y="93282"/>
                </a:lnTo>
                <a:lnTo>
                  <a:pt x="11901" y="93903"/>
                </a:lnTo>
                <a:lnTo>
                  <a:pt x="11901" y="94791"/>
                </a:lnTo>
                <a:lnTo>
                  <a:pt x="11901" y="95412"/>
                </a:lnTo>
                <a:lnTo>
                  <a:pt x="11901" y="96033"/>
                </a:lnTo>
                <a:lnTo>
                  <a:pt x="11901" y="96743"/>
                </a:lnTo>
                <a:lnTo>
                  <a:pt x="11901" y="97542"/>
                </a:lnTo>
                <a:lnTo>
                  <a:pt x="11901" y="98163"/>
                </a:lnTo>
                <a:lnTo>
                  <a:pt x="11901" y="98873"/>
                </a:lnTo>
                <a:lnTo>
                  <a:pt x="11901" y="99495"/>
                </a:lnTo>
                <a:lnTo>
                  <a:pt x="12218" y="100116"/>
                </a:lnTo>
                <a:lnTo>
                  <a:pt x="12218" y="101003"/>
                </a:lnTo>
                <a:lnTo>
                  <a:pt x="12218" y="101625"/>
                </a:lnTo>
                <a:lnTo>
                  <a:pt x="12218" y="102246"/>
                </a:lnTo>
                <a:lnTo>
                  <a:pt x="12536" y="103134"/>
                </a:lnTo>
                <a:lnTo>
                  <a:pt x="12536" y="103577"/>
                </a:lnTo>
                <a:lnTo>
                  <a:pt x="12536" y="104465"/>
                </a:lnTo>
                <a:lnTo>
                  <a:pt x="12536" y="105086"/>
                </a:lnTo>
                <a:lnTo>
                  <a:pt x="12536" y="105707"/>
                </a:lnTo>
                <a:lnTo>
                  <a:pt x="13012" y="106595"/>
                </a:lnTo>
                <a:lnTo>
                  <a:pt x="13012" y="107216"/>
                </a:lnTo>
                <a:lnTo>
                  <a:pt x="13012" y="108104"/>
                </a:lnTo>
                <a:lnTo>
                  <a:pt x="13012" y="108725"/>
                </a:lnTo>
                <a:lnTo>
                  <a:pt x="13012" y="109346"/>
                </a:lnTo>
                <a:lnTo>
                  <a:pt x="13329" y="109968"/>
                </a:lnTo>
                <a:lnTo>
                  <a:pt x="13329" y="110678"/>
                </a:lnTo>
                <a:lnTo>
                  <a:pt x="13329" y="111477"/>
                </a:lnTo>
                <a:lnTo>
                  <a:pt x="13329" y="112187"/>
                </a:lnTo>
                <a:lnTo>
                  <a:pt x="13329" y="112985"/>
                </a:lnTo>
                <a:lnTo>
                  <a:pt x="13805" y="113607"/>
                </a:lnTo>
                <a:lnTo>
                  <a:pt x="13805" y="114317"/>
                </a:lnTo>
                <a:lnTo>
                  <a:pt x="13805" y="115116"/>
                </a:lnTo>
                <a:lnTo>
                  <a:pt x="13805" y="115826"/>
                </a:lnTo>
              </a:path>
            </a:pathLst>
          </a:custGeom>
          <a:ln w="194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353954" y="2364487"/>
            <a:ext cx="13329" cy="168280"/>
          </a:xfrm>
          <a:custGeom>
            <a:avLst/>
            <a:gdLst/>
            <a:ahLst/>
            <a:cxnLst/>
            <a:rect l="l" t="t" r="r" b="b"/>
            <a:pathLst>
              <a:path w="13329" h="168280">
                <a:moveTo>
                  <a:pt x="0" y="0"/>
                </a:moveTo>
                <a:lnTo>
                  <a:pt x="317" y="621"/>
                </a:lnTo>
                <a:lnTo>
                  <a:pt x="317" y="1508"/>
                </a:lnTo>
                <a:lnTo>
                  <a:pt x="317" y="2130"/>
                </a:lnTo>
                <a:lnTo>
                  <a:pt x="317" y="2928"/>
                </a:lnTo>
                <a:lnTo>
                  <a:pt x="317" y="3638"/>
                </a:lnTo>
                <a:lnTo>
                  <a:pt x="317" y="4260"/>
                </a:lnTo>
                <a:lnTo>
                  <a:pt x="317" y="5147"/>
                </a:lnTo>
                <a:lnTo>
                  <a:pt x="317" y="5769"/>
                </a:lnTo>
                <a:lnTo>
                  <a:pt x="317" y="6567"/>
                </a:lnTo>
                <a:lnTo>
                  <a:pt x="317" y="7277"/>
                </a:lnTo>
                <a:lnTo>
                  <a:pt x="634" y="7899"/>
                </a:lnTo>
                <a:lnTo>
                  <a:pt x="634" y="8786"/>
                </a:lnTo>
                <a:lnTo>
                  <a:pt x="634" y="9408"/>
                </a:lnTo>
                <a:lnTo>
                  <a:pt x="634" y="10029"/>
                </a:lnTo>
                <a:lnTo>
                  <a:pt x="634" y="10916"/>
                </a:lnTo>
                <a:lnTo>
                  <a:pt x="1110" y="11715"/>
                </a:lnTo>
                <a:lnTo>
                  <a:pt x="1110" y="12425"/>
                </a:lnTo>
                <a:lnTo>
                  <a:pt x="1110" y="13224"/>
                </a:lnTo>
                <a:lnTo>
                  <a:pt x="1110" y="13934"/>
                </a:lnTo>
                <a:lnTo>
                  <a:pt x="1428" y="14733"/>
                </a:lnTo>
                <a:lnTo>
                  <a:pt x="1428" y="15443"/>
                </a:lnTo>
                <a:lnTo>
                  <a:pt x="1428" y="16064"/>
                </a:lnTo>
                <a:lnTo>
                  <a:pt x="1428" y="16863"/>
                </a:lnTo>
                <a:lnTo>
                  <a:pt x="1428" y="17751"/>
                </a:lnTo>
                <a:lnTo>
                  <a:pt x="1904" y="18372"/>
                </a:lnTo>
                <a:lnTo>
                  <a:pt x="1904" y="19259"/>
                </a:lnTo>
                <a:lnTo>
                  <a:pt x="1904" y="19881"/>
                </a:lnTo>
                <a:lnTo>
                  <a:pt x="1904" y="20768"/>
                </a:lnTo>
                <a:lnTo>
                  <a:pt x="1904" y="21390"/>
                </a:lnTo>
                <a:lnTo>
                  <a:pt x="2221" y="22277"/>
                </a:lnTo>
                <a:lnTo>
                  <a:pt x="2221" y="23165"/>
                </a:lnTo>
                <a:lnTo>
                  <a:pt x="2221" y="23786"/>
                </a:lnTo>
                <a:lnTo>
                  <a:pt x="2221" y="24407"/>
                </a:lnTo>
                <a:lnTo>
                  <a:pt x="2221" y="25295"/>
                </a:lnTo>
                <a:lnTo>
                  <a:pt x="2221" y="26094"/>
                </a:lnTo>
                <a:lnTo>
                  <a:pt x="2221" y="26804"/>
                </a:lnTo>
                <a:lnTo>
                  <a:pt x="2221" y="27602"/>
                </a:lnTo>
                <a:lnTo>
                  <a:pt x="2221" y="28224"/>
                </a:lnTo>
                <a:lnTo>
                  <a:pt x="2221" y="29111"/>
                </a:lnTo>
                <a:lnTo>
                  <a:pt x="2697" y="29999"/>
                </a:lnTo>
                <a:lnTo>
                  <a:pt x="2697" y="30620"/>
                </a:lnTo>
                <a:lnTo>
                  <a:pt x="2697" y="31508"/>
                </a:lnTo>
                <a:lnTo>
                  <a:pt x="2697" y="32307"/>
                </a:lnTo>
                <a:lnTo>
                  <a:pt x="3015" y="33017"/>
                </a:lnTo>
                <a:lnTo>
                  <a:pt x="3015" y="33638"/>
                </a:lnTo>
                <a:lnTo>
                  <a:pt x="3015" y="34703"/>
                </a:lnTo>
                <a:lnTo>
                  <a:pt x="3015" y="35324"/>
                </a:lnTo>
                <a:lnTo>
                  <a:pt x="3015" y="35946"/>
                </a:lnTo>
                <a:lnTo>
                  <a:pt x="3332" y="37099"/>
                </a:lnTo>
                <a:lnTo>
                  <a:pt x="3332" y="37721"/>
                </a:lnTo>
                <a:lnTo>
                  <a:pt x="3332" y="38342"/>
                </a:lnTo>
                <a:lnTo>
                  <a:pt x="3332" y="39407"/>
                </a:lnTo>
                <a:lnTo>
                  <a:pt x="3332" y="40028"/>
                </a:lnTo>
                <a:lnTo>
                  <a:pt x="3808" y="40738"/>
                </a:lnTo>
                <a:lnTo>
                  <a:pt x="3808" y="41803"/>
                </a:lnTo>
                <a:lnTo>
                  <a:pt x="3808" y="42425"/>
                </a:lnTo>
                <a:lnTo>
                  <a:pt x="3808" y="43312"/>
                </a:lnTo>
                <a:lnTo>
                  <a:pt x="3808" y="44111"/>
                </a:lnTo>
                <a:lnTo>
                  <a:pt x="4125" y="44821"/>
                </a:lnTo>
                <a:lnTo>
                  <a:pt x="4125" y="45620"/>
                </a:lnTo>
                <a:lnTo>
                  <a:pt x="4125" y="46507"/>
                </a:lnTo>
                <a:lnTo>
                  <a:pt x="4125" y="47395"/>
                </a:lnTo>
                <a:lnTo>
                  <a:pt x="4601" y="48016"/>
                </a:lnTo>
                <a:lnTo>
                  <a:pt x="4601" y="48815"/>
                </a:lnTo>
                <a:lnTo>
                  <a:pt x="4601" y="49703"/>
                </a:lnTo>
                <a:lnTo>
                  <a:pt x="4601" y="50324"/>
                </a:lnTo>
                <a:lnTo>
                  <a:pt x="4601" y="51389"/>
                </a:lnTo>
                <a:lnTo>
                  <a:pt x="4601" y="52099"/>
                </a:lnTo>
                <a:lnTo>
                  <a:pt x="4601" y="52898"/>
                </a:lnTo>
                <a:lnTo>
                  <a:pt x="4601" y="53785"/>
                </a:lnTo>
                <a:lnTo>
                  <a:pt x="4601" y="54673"/>
                </a:lnTo>
                <a:lnTo>
                  <a:pt x="4601" y="55294"/>
                </a:lnTo>
                <a:lnTo>
                  <a:pt x="4919" y="56182"/>
                </a:lnTo>
                <a:lnTo>
                  <a:pt x="4919" y="56981"/>
                </a:lnTo>
                <a:lnTo>
                  <a:pt x="4919" y="57868"/>
                </a:lnTo>
                <a:lnTo>
                  <a:pt x="4919" y="58489"/>
                </a:lnTo>
                <a:lnTo>
                  <a:pt x="4919" y="59555"/>
                </a:lnTo>
                <a:lnTo>
                  <a:pt x="5236" y="60176"/>
                </a:lnTo>
                <a:lnTo>
                  <a:pt x="5236" y="61063"/>
                </a:lnTo>
                <a:lnTo>
                  <a:pt x="5236" y="61951"/>
                </a:lnTo>
                <a:lnTo>
                  <a:pt x="5236" y="62750"/>
                </a:lnTo>
                <a:lnTo>
                  <a:pt x="5712" y="63460"/>
                </a:lnTo>
                <a:lnTo>
                  <a:pt x="5712" y="64259"/>
                </a:lnTo>
                <a:lnTo>
                  <a:pt x="5712" y="65146"/>
                </a:lnTo>
                <a:lnTo>
                  <a:pt x="5712" y="66034"/>
                </a:lnTo>
                <a:lnTo>
                  <a:pt x="5712" y="66832"/>
                </a:lnTo>
                <a:lnTo>
                  <a:pt x="6030" y="67720"/>
                </a:lnTo>
                <a:lnTo>
                  <a:pt x="6030" y="68608"/>
                </a:lnTo>
                <a:lnTo>
                  <a:pt x="6030" y="69229"/>
                </a:lnTo>
                <a:lnTo>
                  <a:pt x="6030" y="70294"/>
                </a:lnTo>
                <a:lnTo>
                  <a:pt x="6030" y="71182"/>
                </a:lnTo>
                <a:lnTo>
                  <a:pt x="6506" y="71803"/>
                </a:lnTo>
                <a:lnTo>
                  <a:pt x="6506" y="72690"/>
                </a:lnTo>
                <a:lnTo>
                  <a:pt x="6506" y="73489"/>
                </a:lnTo>
                <a:lnTo>
                  <a:pt x="6506" y="74377"/>
                </a:lnTo>
                <a:lnTo>
                  <a:pt x="6506" y="75264"/>
                </a:lnTo>
                <a:lnTo>
                  <a:pt x="6506" y="76063"/>
                </a:lnTo>
                <a:lnTo>
                  <a:pt x="6506" y="76951"/>
                </a:lnTo>
                <a:lnTo>
                  <a:pt x="6506" y="77838"/>
                </a:lnTo>
                <a:lnTo>
                  <a:pt x="6506" y="78637"/>
                </a:lnTo>
                <a:lnTo>
                  <a:pt x="6823" y="79525"/>
                </a:lnTo>
                <a:lnTo>
                  <a:pt x="6823" y="80412"/>
                </a:lnTo>
                <a:lnTo>
                  <a:pt x="6823" y="81033"/>
                </a:lnTo>
                <a:lnTo>
                  <a:pt x="6823" y="82098"/>
                </a:lnTo>
                <a:lnTo>
                  <a:pt x="6823" y="82986"/>
                </a:lnTo>
                <a:lnTo>
                  <a:pt x="7299" y="83785"/>
                </a:lnTo>
                <a:lnTo>
                  <a:pt x="7299" y="84406"/>
                </a:lnTo>
                <a:lnTo>
                  <a:pt x="7299" y="85560"/>
                </a:lnTo>
                <a:lnTo>
                  <a:pt x="7299" y="86359"/>
                </a:lnTo>
                <a:lnTo>
                  <a:pt x="7299" y="86980"/>
                </a:lnTo>
                <a:lnTo>
                  <a:pt x="7616" y="88134"/>
                </a:lnTo>
                <a:lnTo>
                  <a:pt x="7616" y="88933"/>
                </a:lnTo>
                <a:lnTo>
                  <a:pt x="7616" y="89820"/>
                </a:lnTo>
                <a:lnTo>
                  <a:pt x="7616" y="90708"/>
                </a:lnTo>
                <a:lnTo>
                  <a:pt x="7616" y="91507"/>
                </a:lnTo>
                <a:lnTo>
                  <a:pt x="7934" y="92394"/>
                </a:lnTo>
                <a:lnTo>
                  <a:pt x="7934" y="93282"/>
                </a:lnTo>
                <a:lnTo>
                  <a:pt x="7934" y="94080"/>
                </a:lnTo>
                <a:lnTo>
                  <a:pt x="7934" y="94968"/>
                </a:lnTo>
                <a:lnTo>
                  <a:pt x="8410" y="95856"/>
                </a:lnTo>
                <a:lnTo>
                  <a:pt x="8410" y="96654"/>
                </a:lnTo>
                <a:lnTo>
                  <a:pt x="8410" y="97542"/>
                </a:lnTo>
                <a:lnTo>
                  <a:pt x="8410" y="98607"/>
                </a:lnTo>
                <a:lnTo>
                  <a:pt x="8410" y="99228"/>
                </a:lnTo>
                <a:lnTo>
                  <a:pt x="8727" y="100116"/>
                </a:lnTo>
                <a:lnTo>
                  <a:pt x="8727" y="100915"/>
                </a:lnTo>
                <a:lnTo>
                  <a:pt x="8727" y="102068"/>
                </a:lnTo>
                <a:lnTo>
                  <a:pt x="8727" y="102867"/>
                </a:lnTo>
                <a:lnTo>
                  <a:pt x="8727" y="103755"/>
                </a:lnTo>
                <a:lnTo>
                  <a:pt x="8727" y="104642"/>
                </a:lnTo>
                <a:lnTo>
                  <a:pt x="8727" y="105441"/>
                </a:lnTo>
                <a:lnTo>
                  <a:pt x="8727" y="106329"/>
                </a:lnTo>
                <a:lnTo>
                  <a:pt x="8727" y="107216"/>
                </a:lnTo>
                <a:lnTo>
                  <a:pt x="8727" y="108015"/>
                </a:lnTo>
                <a:lnTo>
                  <a:pt x="9203" y="109080"/>
                </a:lnTo>
                <a:lnTo>
                  <a:pt x="9203" y="109968"/>
                </a:lnTo>
                <a:lnTo>
                  <a:pt x="9203" y="110855"/>
                </a:lnTo>
                <a:lnTo>
                  <a:pt x="9203" y="111654"/>
                </a:lnTo>
                <a:lnTo>
                  <a:pt x="9521" y="112719"/>
                </a:lnTo>
                <a:lnTo>
                  <a:pt x="9521" y="113607"/>
                </a:lnTo>
                <a:lnTo>
                  <a:pt x="9521" y="114228"/>
                </a:lnTo>
                <a:lnTo>
                  <a:pt x="9521" y="115116"/>
                </a:lnTo>
                <a:lnTo>
                  <a:pt x="9521" y="116181"/>
                </a:lnTo>
                <a:lnTo>
                  <a:pt x="9838" y="117068"/>
                </a:lnTo>
                <a:lnTo>
                  <a:pt x="9838" y="117867"/>
                </a:lnTo>
                <a:lnTo>
                  <a:pt x="9838" y="118755"/>
                </a:lnTo>
                <a:lnTo>
                  <a:pt x="9838" y="119820"/>
                </a:lnTo>
                <a:lnTo>
                  <a:pt x="9838" y="120707"/>
                </a:lnTo>
                <a:lnTo>
                  <a:pt x="10314" y="121506"/>
                </a:lnTo>
                <a:lnTo>
                  <a:pt x="10314" y="122394"/>
                </a:lnTo>
                <a:lnTo>
                  <a:pt x="10314" y="123459"/>
                </a:lnTo>
                <a:lnTo>
                  <a:pt x="10314" y="124346"/>
                </a:lnTo>
                <a:lnTo>
                  <a:pt x="10314" y="125145"/>
                </a:lnTo>
                <a:lnTo>
                  <a:pt x="10631" y="126032"/>
                </a:lnTo>
                <a:lnTo>
                  <a:pt x="10631" y="126920"/>
                </a:lnTo>
                <a:lnTo>
                  <a:pt x="10631" y="127985"/>
                </a:lnTo>
                <a:lnTo>
                  <a:pt x="10631" y="128873"/>
                </a:lnTo>
                <a:lnTo>
                  <a:pt x="10631" y="129671"/>
                </a:lnTo>
                <a:lnTo>
                  <a:pt x="10631" y="130559"/>
                </a:lnTo>
                <a:lnTo>
                  <a:pt x="10631" y="131624"/>
                </a:lnTo>
                <a:lnTo>
                  <a:pt x="10631" y="132512"/>
                </a:lnTo>
                <a:lnTo>
                  <a:pt x="10631" y="133310"/>
                </a:lnTo>
                <a:lnTo>
                  <a:pt x="11108" y="134376"/>
                </a:lnTo>
                <a:lnTo>
                  <a:pt x="11108" y="135263"/>
                </a:lnTo>
                <a:lnTo>
                  <a:pt x="11108" y="136328"/>
                </a:lnTo>
                <a:lnTo>
                  <a:pt x="11108" y="137216"/>
                </a:lnTo>
                <a:lnTo>
                  <a:pt x="11108" y="138014"/>
                </a:lnTo>
                <a:lnTo>
                  <a:pt x="11425" y="138902"/>
                </a:lnTo>
                <a:lnTo>
                  <a:pt x="11425" y="139967"/>
                </a:lnTo>
                <a:lnTo>
                  <a:pt x="11425" y="140855"/>
                </a:lnTo>
                <a:lnTo>
                  <a:pt x="11425" y="141742"/>
                </a:lnTo>
                <a:lnTo>
                  <a:pt x="11425" y="142541"/>
                </a:lnTo>
                <a:lnTo>
                  <a:pt x="11742" y="143429"/>
                </a:lnTo>
                <a:lnTo>
                  <a:pt x="11742" y="144671"/>
                </a:lnTo>
                <a:lnTo>
                  <a:pt x="11742" y="145559"/>
                </a:lnTo>
                <a:lnTo>
                  <a:pt x="11742" y="146446"/>
                </a:lnTo>
                <a:lnTo>
                  <a:pt x="12218" y="147245"/>
                </a:lnTo>
                <a:lnTo>
                  <a:pt x="12218" y="148133"/>
                </a:lnTo>
                <a:lnTo>
                  <a:pt x="12218" y="149198"/>
                </a:lnTo>
                <a:lnTo>
                  <a:pt x="12218" y="150263"/>
                </a:lnTo>
                <a:lnTo>
                  <a:pt x="12218" y="151150"/>
                </a:lnTo>
                <a:lnTo>
                  <a:pt x="12536" y="151949"/>
                </a:lnTo>
                <a:lnTo>
                  <a:pt x="12536" y="152837"/>
                </a:lnTo>
                <a:lnTo>
                  <a:pt x="12536" y="153902"/>
                </a:lnTo>
                <a:lnTo>
                  <a:pt x="12536" y="154789"/>
                </a:lnTo>
                <a:lnTo>
                  <a:pt x="12536" y="155854"/>
                </a:lnTo>
                <a:lnTo>
                  <a:pt x="13012" y="156742"/>
                </a:lnTo>
                <a:lnTo>
                  <a:pt x="13012" y="157541"/>
                </a:lnTo>
                <a:lnTo>
                  <a:pt x="13012" y="158606"/>
                </a:lnTo>
                <a:lnTo>
                  <a:pt x="13012" y="159493"/>
                </a:lnTo>
                <a:lnTo>
                  <a:pt x="13012" y="160558"/>
                </a:lnTo>
                <a:lnTo>
                  <a:pt x="13012" y="161446"/>
                </a:lnTo>
                <a:lnTo>
                  <a:pt x="13012" y="162511"/>
                </a:lnTo>
                <a:lnTo>
                  <a:pt x="13012" y="163399"/>
                </a:lnTo>
                <a:lnTo>
                  <a:pt x="13012" y="164464"/>
                </a:lnTo>
                <a:lnTo>
                  <a:pt x="13329" y="165262"/>
                </a:lnTo>
                <a:lnTo>
                  <a:pt x="13329" y="166150"/>
                </a:lnTo>
                <a:lnTo>
                  <a:pt x="13329" y="167215"/>
                </a:lnTo>
                <a:lnTo>
                  <a:pt x="13329" y="168280"/>
                </a:lnTo>
              </a:path>
            </a:pathLst>
          </a:custGeom>
          <a:ln w="1948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367284" y="2532768"/>
            <a:ext cx="13805" cy="207333"/>
          </a:xfrm>
          <a:custGeom>
            <a:avLst/>
            <a:gdLst/>
            <a:ahLst/>
            <a:cxnLst/>
            <a:rect l="l" t="t" r="r" b="b"/>
            <a:pathLst>
              <a:path w="13805" h="207333">
                <a:moveTo>
                  <a:pt x="0" y="0"/>
                </a:moveTo>
                <a:lnTo>
                  <a:pt x="0" y="887"/>
                </a:lnTo>
                <a:lnTo>
                  <a:pt x="476" y="1686"/>
                </a:lnTo>
                <a:lnTo>
                  <a:pt x="476" y="2751"/>
                </a:lnTo>
                <a:lnTo>
                  <a:pt x="476" y="3638"/>
                </a:lnTo>
                <a:lnTo>
                  <a:pt x="476" y="4704"/>
                </a:lnTo>
                <a:lnTo>
                  <a:pt x="476" y="5591"/>
                </a:lnTo>
                <a:lnTo>
                  <a:pt x="793" y="6656"/>
                </a:lnTo>
                <a:lnTo>
                  <a:pt x="793" y="7544"/>
                </a:lnTo>
                <a:lnTo>
                  <a:pt x="793" y="8343"/>
                </a:lnTo>
                <a:lnTo>
                  <a:pt x="793" y="9408"/>
                </a:lnTo>
                <a:lnTo>
                  <a:pt x="793" y="10473"/>
                </a:lnTo>
                <a:lnTo>
                  <a:pt x="1110" y="11360"/>
                </a:lnTo>
                <a:lnTo>
                  <a:pt x="1110" y="12425"/>
                </a:lnTo>
                <a:lnTo>
                  <a:pt x="1110" y="13313"/>
                </a:lnTo>
                <a:lnTo>
                  <a:pt x="1110" y="14200"/>
                </a:lnTo>
                <a:lnTo>
                  <a:pt x="1586" y="15443"/>
                </a:lnTo>
                <a:lnTo>
                  <a:pt x="1586" y="16331"/>
                </a:lnTo>
                <a:lnTo>
                  <a:pt x="1586" y="17396"/>
                </a:lnTo>
                <a:lnTo>
                  <a:pt x="1586" y="18194"/>
                </a:lnTo>
                <a:lnTo>
                  <a:pt x="1586" y="19082"/>
                </a:lnTo>
                <a:lnTo>
                  <a:pt x="1586" y="20147"/>
                </a:lnTo>
                <a:lnTo>
                  <a:pt x="1586" y="21212"/>
                </a:lnTo>
                <a:lnTo>
                  <a:pt x="1586" y="22100"/>
                </a:lnTo>
                <a:lnTo>
                  <a:pt x="1586" y="23165"/>
                </a:lnTo>
                <a:lnTo>
                  <a:pt x="1586" y="24052"/>
                </a:lnTo>
                <a:lnTo>
                  <a:pt x="1904" y="25117"/>
                </a:lnTo>
                <a:lnTo>
                  <a:pt x="1904" y="25916"/>
                </a:lnTo>
                <a:lnTo>
                  <a:pt x="1904" y="26981"/>
                </a:lnTo>
                <a:lnTo>
                  <a:pt x="1904" y="28135"/>
                </a:lnTo>
                <a:lnTo>
                  <a:pt x="1904" y="28934"/>
                </a:lnTo>
                <a:lnTo>
                  <a:pt x="2380" y="29999"/>
                </a:lnTo>
                <a:lnTo>
                  <a:pt x="2380" y="30886"/>
                </a:lnTo>
                <a:lnTo>
                  <a:pt x="2380" y="31952"/>
                </a:lnTo>
                <a:lnTo>
                  <a:pt x="2380" y="33017"/>
                </a:lnTo>
                <a:lnTo>
                  <a:pt x="2697" y="34082"/>
                </a:lnTo>
                <a:lnTo>
                  <a:pt x="2697" y="34969"/>
                </a:lnTo>
                <a:lnTo>
                  <a:pt x="2697" y="36034"/>
                </a:lnTo>
                <a:lnTo>
                  <a:pt x="2697" y="36922"/>
                </a:lnTo>
                <a:lnTo>
                  <a:pt x="2697" y="37721"/>
                </a:lnTo>
                <a:lnTo>
                  <a:pt x="3015" y="39052"/>
                </a:lnTo>
                <a:lnTo>
                  <a:pt x="3015" y="39851"/>
                </a:lnTo>
                <a:lnTo>
                  <a:pt x="3015" y="41005"/>
                </a:lnTo>
                <a:lnTo>
                  <a:pt x="3015" y="41803"/>
                </a:lnTo>
                <a:lnTo>
                  <a:pt x="3015" y="42868"/>
                </a:lnTo>
                <a:lnTo>
                  <a:pt x="3491" y="43756"/>
                </a:lnTo>
                <a:lnTo>
                  <a:pt x="3491" y="44821"/>
                </a:lnTo>
                <a:lnTo>
                  <a:pt x="3491" y="45886"/>
                </a:lnTo>
                <a:lnTo>
                  <a:pt x="3491" y="46951"/>
                </a:lnTo>
                <a:lnTo>
                  <a:pt x="3491" y="48016"/>
                </a:lnTo>
                <a:lnTo>
                  <a:pt x="3808" y="48904"/>
                </a:lnTo>
                <a:lnTo>
                  <a:pt x="3808" y="49969"/>
                </a:lnTo>
                <a:lnTo>
                  <a:pt x="3808" y="50856"/>
                </a:lnTo>
                <a:lnTo>
                  <a:pt x="3808" y="51922"/>
                </a:lnTo>
                <a:lnTo>
                  <a:pt x="3808" y="52987"/>
                </a:lnTo>
                <a:lnTo>
                  <a:pt x="3808" y="54052"/>
                </a:lnTo>
                <a:lnTo>
                  <a:pt x="3808" y="54939"/>
                </a:lnTo>
                <a:lnTo>
                  <a:pt x="3808" y="56004"/>
                </a:lnTo>
                <a:lnTo>
                  <a:pt x="3808" y="57069"/>
                </a:lnTo>
                <a:lnTo>
                  <a:pt x="4284" y="57868"/>
                </a:lnTo>
                <a:lnTo>
                  <a:pt x="4284" y="58933"/>
                </a:lnTo>
                <a:lnTo>
                  <a:pt x="4284" y="60087"/>
                </a:lnTo>
                <a:lnTo>
                  <a:pt x="4284" y="61152"/>
                </a:lnTo>
                <a:lnTo>
                  <a:pt x="4284" y="61951"/>
                </a:lnTo>
                <a:lnTo>
                  <a:pt x="4601" y="63016"/>
                </a:lnTo>
                <a:lnTo>
                  <a:pt x="4601" y="64081"/>
                </a:lnTo>
                <a:lnTo>
                  <a:pt x="4601" y="64969"/>
                </a:lnTo>
                <a:lnTo>
                  <a:pt x="4601" y="66034"/>
                </a:lnTo>
                <a:lnTo>
                  <a:pt x="4601" y="67365"/>
                </a:lnTo>
                <a:lnTo>
                  <a:pt x="5077" y="68164"/>
                </a:lnTo>
                <a:lnTo>
                  <a:pt x="5077" y="69229"/>
                </a:lnTo>
                <a:lnTo>
                  <a:pt x="5077" y="70116"/>
                </a:lnTo>
                <a:lnTo>
                  <a:pt x="5077" y="71182"/>
                </a:lnTo>
                <a:lnTo>
                  <a:pt x="5395" y="72247"/>
                </a:lnTo>
                <a:lnTo>
                  <a:pt x="5395" y="73134"/>
                </a:lnTo>
                <a:lnTo>
                  <a:pt x="5395" y="74377"/>
                </a:lnTo>
                <a:lnTo>
                  <a:pt x="5395" y="75442"/>
                </a:lnTo>
                <a:lnTo>
                  <a:pt x="5395" y="76329"/>
                </a:lnTo>
                <a:lnTo>
                  <a:pt x="5712" y="77394"/>
                </a:lnTo>
                <a:lnTo>
                  <a:pt x="5712" y="78459"/>
                </a:lnTo>
                <a:lnTo>
                  <a:pt x="5712" y="79347"/>
                </a:lnTo>
                <a:lnTo>
                  <a:pt x="5712" y="80412"/>
                </a:lnTo>
                <a:lnTo>
                  <a:pt x="5712" y="81477"/>
                </a:lnTo>
                <a:lnTo>
                  <a:pt x="5712" y="82542"/>
                </a:lnTo>
                <a:lnTo>
                  <a:pt x="5712" y="83607"/>
                </a:lnTo>
                <a:lnTo>
                  <a:pt x="5712" y="84672"/>
                </a:lnTo>
                <a:lnTo>
                  <a:pt x="5712" y="85560"/>
                </a:lnTo>
                <a:lnTo>
                  <a:pt x="5712" y="86625"/>
                </a:lnTo>
                <a:lnTo>
                  <a:pt x="6188" y="87690"/>
                </a:lnTo>
                <a:lnTo>
                  <a:pt x="6188" y="88755"/>
                </a:lnTo>
                <a:lnTo>
                  <a:pt x="6188" y="89820"/>
                </a:lnTo>
                <a:lnTo>
                  <a:pt x="6188" y="90885"/>
                </a:lnTo>
                <a:lnTo>
                  <a:pt x="6506" y="91950"/>
                </a:lnTo>
                <a:lnTo>
                  <a:pt x="6506" y="93104"/>
                </a:lnTo>
                <a:lnTo>
                  <a:pt x="6506" y="93903"/>
                </a:lnTo>
                <a:lnTo>
                  <a:pt x="6506" y="94968"/>
                </a:lnTo>
                <a:lnTo>
                  <a:pt x="6506" y="96033"/>
                </a:lnTo>
                <a:lnTo>
                  <a:pt x="6982" y="97098"/>
                </a:lnTo>
                <a:lnTo>
                  <a:pt x="6982" y="97986"/>
                </a:lnTo>
                <a:lnTo>
                  <a:pt x="6982" y="99317"/>
                </a:lnTo>
                <a:lnTo>
                  <a:pt x="6982" y="100382"/>
                </a:lnTo>
                <a:lnTo>
                  <a:pt x="6982" y="101447"/>
                </a:lnTo>
                <a:lnTo>
                  <a:pt x="7299" y="102246"/>
                </a:lnTo>
                <a:lnTo>
                  <a:pt x="7299" y="103400"/>
                </a:lnTo>
                <a:lnTo>
                  <a:pt x="7299" y="104465"/>
                </a:lnTo>
                <a:lnTo>
                  <a:pt x="7299" y="105530"/>
                </a:lnTo>
                <a:lnTo>
                  <a:pt x="7299" y="106595"/>
                </a:lnTo>
                <a:lnTo>
                  <a:pt x="7616" y="107394"/>
                </a:lnTo>
                <a:lnTo>
                  <a:pt x="7616" y="108725"/>
                </a:lnTo>
                <a:lnTo>
                  <a:pt x="7616" y="109790"/>
                </a:lnTo>
                <a:lnTo>
                  <a:pt x="7616" y="110855"/>
                </a:lnTo>
                <a:lnTo>
                  <a:pt x="7616" y="111920"/>
                </a:lnTo>
                <a:lnTo>
                  <a:pt x="7616" y="112808"/>
                </a:lnTo>
                <a:lnTo>
                  <a:pt x="7616" y="113873"/>
                </a:lnTo>
                <a:lnTo>
                  <a:pt x="7616" y="114938"/>
                </a:lnTo>
                <a:lnTo>
                  <a:pt x="7616" y="116003"/>
                </a:lnTo>
                <a:lnTo>
                  <a:pt x="8093" y="117068"/>
                </a:lnTo>
                <a:lnTo>
                  <a:pt x="8093" y="118133"/>
                </a:lnTo>
                <a:lnTo>
                  <a:pt x="8093" y="119198"/>
                </a:lnTo>
                <a:lnTo>
                  <a:pt x="8093" y="120263"/>
                </a:lnTo>
                <a:lnTo>
                  <a:pt x="8093" y="121328"/>
                </a:lnTo>
                <a:lnTo>
                  <a:pt x="8410" y="122482"/>
                </a:lnTo>
                <a:lnTo>
                  <a:pt x="8410" y="123547"/>
                </a:lnTo>
                <a:lnTo>
                  <a:pt x="8410" y="124612"/>
                </a:lnTo>
                <a:lnTo>
                  <a:pt x="8410" y="125677"/>
                </a:lnTo>
                <a:lnTo>
                  <a:pt x="8410" y="126476"/>
                </a:lnTo>
                <a:lnTo>
                  <a:pt x="8886" y="127630"/>
                </a:lnTo>
                <a:lnTo>
                  <a:pt x="8886" y="128695"/>
                </a:lnTo>
                <a:lnTo>
                  <a:pt x="8886" y="129938"/>
                </a:lnTo>
                <a:lnTo>
                  <a:pt x="8886" y="131003"/>
                </a:lnTo>
                <a:lnTo>
                  <a:pt x="9203" y="132068"/>
                </a:lnTo>
                <a:lnTo>
                  <a:pt x="9203" y="133133"/>
                </a:lnTo>
                <a:lnTo>
                  <a:pt x="9203" y="134198"/>
                </a:lnTo>
                <a:lnTo>
                  <a:pt x="9203" y="135352"/>
                </a:lnTo>
                <a:lnTo>
                  <a:pt x="9203" y="136151"/>
                </a:lnTo>
                <a:lnTo>
                  <a:pt x="9679" y="137216"/>
                </a:lnTo>
                <a:lnTo>
                  <a:pt x="9679" y="138281"/>
                </a:lnTo>
                <a:lnTo>
                  <a:pt x="9679" y="139346"/>
                </a:lnTo>
                <a:lnTo>
                  <a:pt x="9679" y="140411"/>
                </a:lnTo>
                <a:lnTo>
                  <a:pt x="9679" y="141742"/>
                </a:lnTo>
                <a:lnTo>
                  <a:pt x="9997" y="142807"/>
                </a:lnTo>
                <a:lnTo>
                  <a:pt x="9997" y="143872"/>
                </a:lnTo>
                <a:lnTo>
                  <a:pt x="9997" y="144937"/>
                </a:lnTo>
                <a:lnTo>
                  <a:pt x="9997" y="146003"/>
                </a:lnTo>
                <a:lnTo>
                  <a:pt x="9997" y="147068"/>
                </a:lnTo>
                <a:lnTo>
                  <a:pt x="9997" y="148133"/>
                </a:lnTo>
                <a:lnTo>
                  <a:pt x="9997" y="149286"/>
                </a:lnTo>
                <a:lnTo>
                  <a:pt x="9997" y="150352"/>
                </a:lnTo>
                <a:lnTo>
                  <a:pt x="9997" y="151417"/>
                </a:lnTo>
                <a:lnTo>
                  <a:pt x="10314" y="152482"/>
                </a:lnTo>
                <a:lnTo>
                  <a:pt x="10314" y="153547"/>
                </a:lnTo>
                <a:lnTo>
                  <a:pt x="10314" y="154612"/>
                </a:lnTo>
                <a:lnTo>
                  <a:pt x="10314" y="155854"/>
                </a:lnTo>
                <a:lnTo>
                  <a:pt x="10314" y="156742"/>
                </a:lnTo>
                <a:lnTo>
                  <a:pt x="10790" y="157807"/>
                </a:lnTo>
                <a:lnTo>
                  <a:pt x="10790" y="158872"/>
                </a:lnTo>
                <a:lnTo>
                  <a:pt x="10790" y="159937"/>
                </a:lnTo>
                <a:lnTo>
                  <a:pt x="10790" y="161002"/>
                </a:lnTo>
                <a:lnTo>
                  <a:pt x="10790" y="162067"/>
                </a:lnTo>
                <a:lnTo>
                  <a:pt x="11108" y="163221"/>
                </a:lnTo>
                <a:lnTo>
                  <a:pt x="11108" y="164286"/>
                </a:lnTo>
                <a:lnTo>
                  <a:pt x="11108" y="165351"/>
                </a:lnTo>
                <a:lnTo>
                  <a:pt x="11108" y="166594"/>
                </a:lnTo>
                <a:lnTo>
                  <a:pt x="11108" y="167659"/>
                </a:lnTo>
                <a:lnTo>
                  <a:pt x="11584" y="168990"/>
                </a:lnTo>
                <a:lnTo>
                  <a:pt x="11584" y="170055"/>
                </a:lnTo>
                <a:lnTo>
                  <a:pt x="11584" y="171120"/>
                </a:lnTo>
                <a:lnTo>
                  <a:pt x="11584" y="172185"/>
                </a:lnTo>
                <a:lnTo>
                  <a:pt x="11901" y="173250"/>
                </a:lnTo>
                <a:lnTo>
                  <a:pt x="11901" y="174316"/>
                </a:lnTo>
                <a:lnTo>
                  <a:pt x="11901" y="175381"/>
                </a:lnTo>
                <a:lnTo>
                  <a:pt x="11901" y="176446"/>
                </a:lnTo>
                <a:lnTo>
                  <a:pt x="11901" y="177511"/>
                </a:lnTo>
                <a:lnTo>
                  <a:pt x="11901" y="178665"/>
                </a:lnTo>
                <a:lnTo>
                  <a:pt x="11901" y="179730"/>
                </a:lnTo>
                <a:lnTo>
                  <a:pt x="11901" y="180795"/>
                </a:lnTo>
                <a:lnTo>
                  <a:pt x="11901" y="181860"/>
                </a:lnTo>
                <a:lnTo>
                  <a:pt x="11901" y="183102"/>
                </a:lnTo>
                <a:lnTo>
                  <a:pt x="12218" y="184167"/>
                </a:lnTo>
                <a:lnTo>
                  <a:pt x="12218" y="185232"/>
                </a:lnTo>
                <a:lnTo>
                  <a:pt x="12218" y="186298"/>
                </a:lnTo>
                <a:lnTo>
                  <a:pt x="12218" y="187451"/>
                </a:lnTo>
                <a:lnTo>
                  <a:pt x="12218" y="188694"/>
                </a:lnTo>
                <a:lnTo>
                  <a:pt x="12694" y="189759"/>
                </a:lnTo>
                <a:lnTo>
                  <a:pt x="12694" y="190824"/>
                </a:lnTo>
                <a:lnTo>
                  <a:pt x="12694" y="191889"/>
                </a:lnTo>
                <a:lnTo>
                  <a:pt x="12694" y="192954"/>
                </a:lnTo>
                <a:lnTo>
                  <a:pt x="13012" y="194019"/>
                </a:lnTo>
                <a:lnTo>
                  <a:pt x="13012" y="195173"/>
                </a:lnTo>
                <a:lnTo>
                  <a:pt x="13012" y="196238"/>
                </a:lnTo>
                <a:lnTo>
                  <a:pt x="13012" y="197303"/>
                </a:lnTo>
                <a:lnTo>
                  <a:pt x="13012" y="198368"/>
                </a:lnTo>
                <a:lnTo>
                  <a:pt x="13488" y="199611"/>
                </a:lnTo>
                <a:lnTo>
                  <a:pt x="13488" y="200676"/>
                </a:lnTo>
                <a:lnTo>
                  <a:pt x="13488" y="202007"/>
                </a:lnTo>
                <a:lnTo>
                  <a:pt x="13488" y="203072"/>
                </a:lnTo>
                <a:lnTo>
                  <a:pt x="13488" y="204137"/>
                </a:lnTo>
                <a:lnTo>
                  <a:pt x="13805" y="205203"/>
                </a:lnTo>
                <a:lnTo>
                  <a:pt x="13805" y="206268"/>
                </a:lnTo>
                <a:lnTo>
                  <a:pt x="13805" y="207333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381090" y="2740101"/>
            <a:ext cx="13488" cy="229699"/>
          </a:xfrm>
          <a:custGeom>
            <a:avLst/>
            <a:gdLst/>
            <a:ahLst/>
            <a:cxnLst/>
            <a:rect l="l" t="t" r="r" b="b"/>
            <a:pathLst>
              <a:path w="13488" h="229699">
                <a:moveTo>
                  <a:pt x="0" y="0"/>
                </a:moveTo>
                <a:lnTo>
                  <a:pt x="0" y="1331"/>
                </a:lnTo>
                <a:lnTo>
                  <a:pt x="0" y="2396"/>
                </a:lnTo>
                <a:lnTo>
                  <a:pt x="476" y="3461"/>
                </a:lnTo>
                <a:lnTo>
                  <a:pt x="476" y="4526"/>
                </a:lnTo>
                <a:lnTo>
                  <a:pt x="476" y="5591"/>
                </a:lnTo>
                <a:lnTo>
                  <a:pt x="476" y="6656"/>
                </a:lnTo>
                <a:lnTo>
                  <a:pt x="476" y="7988"/>
                </a:lnTo>
                <a:lnTo>
                  <a:pt x="476" y="9053"/>
                </a:lnTo>
                <a:lnTo>
                  <a:pt x="476" y="10118"/>
                </a:lnTo>
                <a:lnTo>
                  <a:pt x="476" y="11183"/>
                </a:lnTo>
                <a:lnTo>
                  <a:pt x="476" y="12248"/>
                </a:lnTo>
                <a:lnTo>
                  <a:pt x="793" y="13490"/>
                </a:lnTo>
                <a:lnTo>
                  <a:pt x="793" y="14644"/>
                </a:lnTo>
                <a:lnTo>
                  <a:pt x="793" y="15887"/>
                </a:lnTo>
                <a:lnTo>
                  <a:pt x="793" y="16952"/>
                </a:lnTo>
                <a:lnTo>
                  <a:pt x="793" y="18017"/>
                </a:lnTo>
                <a:lnTo>
                  <a:pt x="1110" y="19082"/>
                </a:lnTo>
                <a:lnTo>
                  <a:pt x="1110" y="20413"/>
                </a:lnTo>
                <a:lnTo>
                  <a:pt x="1110" y="21478"/>
                </a:lnTo>
                <a:lnTo>
                  <a:pt x="1110" y="22543"/>
                </a:lnTo>
                <a:lnTo>
                  <a:pt x="1110" y="23608"/>
                </a:lnTo>
                <a:lnTo>
                  <a:pt x="1586" y="24674"/>
                </a:lnTo>
                <a:lnTo>
                  <a:pt x="1586" y="26005"/>
                </a:lnTo>
                <a:lnTo>
                  <a:pt x="1586" y="27070"/>
                </a:lnTo>
                <a:lnTo>
                  <a:pt x="1586" y="28135"/>
                </a:lnTo>
                <a:lnTo>
                  <a:pt x="1904" y="29200"/>
                </a:lnTo>
                <a:lnTo>
                  <a:pt x="1904" y="30265"/>
                </a:lnTo>
                <a:lnTo>
                  <a:pt x="1904" y="31508"/>
                </a:lnTo>
                <a:lnTo>
                  <a:pt x="1904" y="32573"/>
                </a:lnTo>
                <a:lnTo>
                  <a:pt x="1904" y="33727"/>
                </a:lnTo>
                <a:lnTo>
                  <a:pt x="2380" y="34792"/>
                </a:lnTo>
                <a:lnTo>
                  <a:pt x="2380" y="36034"/>
                </a:lnTo>
                <a:lnTo>
                  <a:pt x="2380" y="37099"/>
                </a:lnTo>
                <a:lnTo>
                  <a:pt x="2380" y="38164"/>
                </a:lnTo>
                <a:lnTo>
                  <a:pt x="2380" y="39496"/>
                </a:lnTo>
                <a:lnTo>
                  <a:pt x="2380" y="40561"/>
                </a:lnTo>
                <a:lnTo>
                  <a:pt x="2380" y="41803"/>
                </a:lnTo>
                <a:lnTo>
                  <a:pt x="2380" y="42868"/>
                </a:lnTo>
                <a:lnTo>
                  <a:pt x="2380" y="44022"/>
                </a:lnTo>
                <a:lnTo>
                  <a:pt x="2380" y="45087"/>
                </a:lnTo>
                <a:lnTo>
                  <a:pt x="2697" y="46330"/>
                </a:lnTo>
                <a:lnTo>
                  <a:pt x="2697" y="47395"/>
                </a:lnTo>
                <a:lnTo>
                  <a:pt x="2697" y="48460"/>
                </a:lnTo>
                <a:lnTo>
                  <a:pt x="2697" y="49791"/>
                </a:lnTo>
                <a:lnTo>
                  <a:pt x="3015" y="50856"/>
                </a:lnTo>
                <a:lnTo>
                  <a:pt x="3015" y="51922"/>
                </a:lnTo>
                <a:lnTo>
                  <a:pt x="3015" y="52987"/>
                </a:lnTo>
                <a:lnTo>
                  <a:pt x="3015" y="54229"/>
                </a:lnTo>
                <a:lnTo>
                  <a:pt x="3015" y="55383"/>
                </a:lnTo>
                <a:lnTo>
                  <a:pt x="3491" y="56448"/>
                </a:lnTo>
                <a:lnTo>
                  <a:pt x="3491" y="57513"/>
                </a:lnTo>
                <a:lnTo>
                  <a:pt x="3491" y="58756"/>
                </a:lnTo>
                <a:lnTo>
                  <a:pt x="3491" y="59821"/>
                </a:lnTo>
                <a:lnTo>
                  <a:pt x="3491" y="60886"/>
                </a:lnTo>
                <a:lnTo>
                  <a:pt x="3808" y="62217"/>
                </a:lnTo>
                <a:lnTo>
                  <a:pt x="3808" y="63282"/>
                </a:lnTo>
                <a:lnTo>
                  <a:pt x="3808" y="64347"/>
                </a:lnTo>
                <a:lnTo>
                  <a:pt x="3808" y="65412"/>
                </a:lnTo>
                <a:lnTo>
                  <a:pt x="3808" y="66744"/>
                </a:lnTo>
                <a:lnTo>
                  <a:pt x="4284" y="67809"/>
                </a:lnTo>
                <a:lnTo>
                  <a:pt x="4284" y="69051"/>
                </a:lnTo>
                <a:lnTo>
                  <a:pt x="4284" y="70116"/>
                </a:lnTo>
                <a:lnTo>
                  <a:pt x="4284" y="71448"/>
                </a:lnTo>
                <a:lnTo>
                  <a:pt x="4284" y="72513"/>
                </a:lnTo>
                <a:lnTo>
                  <a:pt x="4601" y="73755"/>
                </a:lnTo>
                <a:lnTo>
                  <a:pt x="4601" y="74820"/>
                </a:lnTo>
                <a:lnTo>
                  <a:pt x="4601" y="75886"/>
                </a:lnTo>
                <a:lnTo>
                  <a:pt x="4601" y="77217"/>
                </a:lnTo>
                <a:lnTo>
                  <a:pt x="4601" y="78282"/>
                </a:lnTo>
                <a:lnTo>
                  <a:pt x="4601" y="79347"/>
                </a:lnTo>
                <a:lnTo>
                  <a:pt x="4601" y="80678"/>
                </a:lnTo>
                <a:lnTo>
                  <a:pt x="4601" y="81743"/>
                </a:lnTo>
                <a:lnTo>
                  <a:pt x="4601" y="82808"/>
                </a:lnTo>
                <a:lnTo>
                  <a:pt x="4919" y="84051"/>
                </a:lnTo>
                <a:lnTo>
                  <a:pt x="4919" y="85116"/>
                </a:lnTo>
                <a:lnTo>
                  <a:pt x="4919" y="86181"/>
                </a:lnTo>
                <a:lnTo>
                  <a:pt x="4919" y="87513"/>
                </a:lnTo>
                <a:lnTo>
                  <a:pt x="4919" y="88578"/>
                </a:lnTo>
                <a:lnTo>
                  <a:pt x="5395" y="89643"/>
                </a:lnTo>
                <a:lnTo>
                  <a:pt x="5395" y="90974"/>
                </a:lnTo>
                <a:lnTo>
                  <a:pt x="5395" y="92039"/>
                </a:lnTo>
                <a:lnTo>
                  <a:pt x="5395" y="93104"/>
                </a:lnTo>
                <a:lnTo>
                  <a:pt x="5395" y="94347"/>
                </a:lnTo>
                <a:lnTo>
                  <a:pt x="5712" y="95412"/>
                </a:lnTo>
                <a:lnTo>
                  <a:pt x="5712" y="96477"/>
                </a:lnTo>
                <a:lnTo>
                  <a:pt x="5712" y="97808"/>
                </a:lnTo>
                <a:lnTo>
                  <a:pt x="5712" y="98873"/>
                </a:lnTo>
                <a:lnTo>
                  <a:pt x="6188" y="99938"/>
                </a:lnTo>
                <a:lnTo>
                  <a:pt x="6188" y="101270"/>
                </a:lnTo>
                <a:lnTo>
                  <a:pt x="6188" y="102335"/>
                </a:lnTo>
                <a:lnTo>
                  <a:pt x="6188" y="103400"/>
                </a:lnTo>
                <a:lnTo>
                  <a:pt x="6188" y="104642"/>
                </a:lnTo>
                <a:lnTo>
                  <a:pt x="6506" y="105707"/>
                </a:lnTo>
                <a:lnTo>
                  <a:pt x="6506" y="107039"/>
                </a:lnTo>
                <a:lnTo>
                  <a:pt x="6506" y="108104"/>
                </a:lnTo>
                <a:lnTo>
                  <a:pt x="6506" y="109169"/>
                </a:lnTo>
                <a:lnTo>
                  <a:pt x="6506" y="110411"/>
                </a:lnTo>
                <a:lnTo>
                  <a:pt x="6506" y="111565"/>
                </a:lnTo>
                <a:lnTo>
                  <a:pt x="6506" y="112630"/>
                </a:lnTo>
                <a:lnTo>
                  <a:pt x="6506" y="113873"/>
                </a:lnTo>
                <a:lnTo>
                  <a:pt x="6506" y="114938"/>
                </a:lnTo>
                <a:lnTo>
                  <a:pt x="6506" y="116269"/>
                </a:lnTo>
                <a:lnTo>
                  <a:pt x="6982" y="117334"/>
                </a:lnTo>
                <a:lnTo>
                  <a:pt x="6982" y="118577"/>
                </a:lnTo>
                <a:lnTo>
                  <a:pt x="6982" y="119642"/>
                </a:lnTo>
                <a:lnTo>
                  <a:pt x="6982" y="120973"/>
                </a:lnTo>
                <a:lnTo>
                  <a:pt x="7299" y="122038"/>
                </a:lnTo>
                <a:lnTo>
                  <a:pt x="7299" y="123281"/>
                </a:lnTo>
                <a:lnTo>
                  <a:pt x="7299" y="124346"/>
                </a:lnTo>
                <a:lnTo>
                  <a:pt x="7299" y="125677"/>
                </a:lnTo>
                <a:lnTo>
                  <a:pt x="7299" y="126743"/>
                </a:lnTo>
                <a:lnTo>
                  <a:pt x="7616" y="128074"/>
                </a:lnTo>
                <a:lnTo>
                  <a:pt x="7616" y="129139"/>
                </a:lnTo>
                <a:lnTo>
                  <a:pt x="7616" y="130204"/>
                </a:lnTo>
                <a:lnTo>
                  <a:pt x="7616" y="131447"/>
                </a:lnTo>
                <a:lnTo>
                  <a:pt x="7616" y="132512"/>
                </a:lnTo>
                <a:lnTo>
                  <a:pt x="8093" y="133843"/>
                </a:lnTo>
                <a:lnTo>
                  <a:pt x="8093" y="134908"/>
                </a:lnTo>
                <a:lnTo>
                  <a:pt x="8093" y="135973"/>
                </a:lnTo>
                <a:lnTo>
                  <a:pt x="8093" y="137216"/>
                </a:lnTo>
                <a:lnTo>
                  <a:pt x="8093" y="138281"/>
                </a:lnTo>
                <a:lnTo>
                  <a:pt x="8410" y="139612"/>
                </a:lnTo>
                <a:lnTo>
                  <a:pt x="8410" y="140677"/>
                </a:lnTo>
                <a:lnTo>
                  <a:pt x="8410" y="142009"/>
                </a:lnTo>
                <a:lnTo>
                  <a:pt x="8410" y="143074"/>
                </a:lnTo>
                <a:lnTo>
                  <a:pt x="8886" y="144139"/>
                </a:lnTo>
                <a:lnTo>
                  <a:pt x="8886" y="145381"/>
                </a:lnTo>
                <a:lnTo>
                  <a:pt x="8886" y="146446"/>
                </a:lnTo>
                <a:lnTo>
                  <a:pt x="8886" y="147778"/>
                </a:lnTo>
                <a:lnTo>
                  <a:pt x="8886" y="148843"/>
                </a:lnTo>
                <a:lnTo>
                  <a:pt x="8886" y="150085"/>
                </a:lnTo>
                <a:lnTo>
                  <a:pt x="8886" y="151150"/>
                </a:lnTo>
                <a:lnTo>
                  <a:pt x="8886" y="152304"/>
                </a:lnTo>
                <a:lnTo>
                  <a:pt x="8886" y="153547"/>
                </a:lnTo>
                <a:lnTo>
                  <a:pt x="8886" y="154612"/>
                </a:lnTo>
                <a:lnTo>
                  <a:pt x="9203" y="155943"/>
                </a:lnTo>
                <a:lnTo>
                  <a:pt x="9203" y="157008"/>
                </a:lnTo>
                <a:lnTo>
                  <a:pt x="9203" y="158251"/>
                </a:lnTo>
                <a:lnTo>
                  <a:pt x="9203" y="159316"/>
                </a:lnTo>
                <a:lnTo>
                  <a:pt x="9203" y="160381"/>
                </a:lnTo>
                <a:lnTo>
                  <a:pt x="9521" y="161712"/>
                </a:lnTo>
                <a:lnTo>
                  <a:pt x="9521" y="162777"/>
                </a:lnTo>
                <a:lnTo>
                  <a:pt x="9521" y="164020"/>
                </a:lnTo>
                <a:lnTo>
                  <a:pt x="9521" y="165085"/>
                </a:lnTo>
                <a:lnTo>
                  <a:pt x="9997" y="166416"/>
                </a:lnTo>
                <a:lnTo>
                  <a:pt x="9997" y="167481"/>
                </a:lnTo>
                <a:lnTo>
                  <a:pt x="9997" y="168813"/>
                </a:lnTo>
                <a:lnTo>
                  <a:pt x="9997" y="169878"/>
                </a:lnTo>
                <a:lnTo>
                  <a:pt x="9997" y="170943"/>
                </a:lnTo>
                <a:lnTo>
                  <a:pt x="10314" y="172185"/>
                </a:lnTo>
                <a:lnTo>
                  <a:pt x="10314" y="173250"/>
                </a:lnTo>
                <a:lnTo>
                  <a:pt x="10314" y="174582"/>
                </a:lnTo>
                <a:lnTo>
                  <a:pt x="10314" y="175647"/>
                </a:lnTo>
                <a:lnTo>
                  <a:pt x="10314" y="176889"/>
                </a:lnTo>
                <a:lnTo>
                  <a:pt x="10790" y="177955"/>
                </a:lnTo>
                <a:lnTo>
                  <a:pt x="10790" y="179286"/>
                </a:lnTo>
                <a:lnTo>
                  <a:pt x="10790" y="180351"/>
                </a:lnTo>
                <a:lnTo>
                  <a:pt x="10790" y="181682"/>
                </a:lnTo>
                <a:lnTo>
                  <a:pt x="10790" y="182747"/>
                </a:lnTo>
                <a:lnTo>
                  <a:pt x="10790" y="183812"/>
                </a:lnTo>
                <a:lnTo>
                  <a:pt x="10790" y="185055"/>
                </a:lnTo>
                <a:lnTo>
                  <a:pt x="10790" y="186120"/>
                </a:lnTo>
                <a:lnTo>
                  <a:pt x="10790" y="187451"/>
                </a:lnTo>
                <a:lnTo>
                  <a:pt x="11108" y="188516"/>
                </a:lnTo>
                <a:lnTo>
                  <a:pt x="11108" y="189759"/>
                </a:lnTo>
                <a:lnTo>
                  <a:pt x="11108" y="190824"/>
                </a:lnTo>
                <a:lnTo>
                  <a:pt x="11108" y="192155"/>
                </a:lnTo>
                <a:lnTo>
                  <a:pt x="11108" y="193220"/>
                </a:lnTo>
                <a:lnTo>
                  <a:pt x="11584" y="194463"/>
                </a:lnTo>
                <a:lnTo>
                  <a:pt x="11584" y="195617"/>
                </a:lnTo>
                <a:lnTo>
                  <a:pt x="11584" y="196859"/>
                </a:lnTo>
                <a:lnTo>
                  <a:pt x="11584" y="197925"/>
                </a:lnTo>
                <a:lnTo>
                  <a:pt x="11584" y="199256"/>
                </a:lnTo>
                <a:lnTo>
                  <a:pt x="11901" y="200321"/>
                </a:lnTo>
                <a:lnTo>
                  <a:pt x="11901" y="201386"/>
                </a:lnTo>
                <a:lnTo>
                  <a:pt x="11901" y="202629"/>
                </a:lnTo>
                <a:lnTo>
                  <a:pt x="11901" y="203694"/>
                </a:lnTo>
                <a:lnTo>
                  <a:pt x="11901" y="205025"/>
                </a:lnTo>
                <a:lnTo>
                  <a:pt x="12218" y="206090"/>
                </a:lnTo>
                <a:lnTo>
                  <a:pt x="12218" y="207333"/>
                </a:lnTo>
                <a:lnTo>
                  <a:pt x="12218" y="208398"/>
                </a:lnTo>
                <a:lnTo>
                  <a:pt x="12218" y="209729"/>
                </a:lnTo>
                <a:lnTo>
                  <a:pt x="12694" y="210794"/>
                </a:lnTo>
                <a:lnTo>
                  <a:pt x="12694" y="211859"/>
                </a:lnTo>
                <a:lnTo>
                  <a:pt x="12694" y="212924"/>
                </a:lnTo>
                <a:lnTo>
                  <a:pt x="12694" y="214256"/>
                </a:lnTo>
                <a:lnTo>
                  <a:pt x="12694" y="215498"/>
                </a:lnTo>
                <a:lnTo>
                  <a:pt x="12694" y="216563"/>
                </a:lnTo>
                <a:lnTo>
                  <a:pt x="12694" y="217895"/>
                </a:lnTo>
                <a:lnTo>
                  <a:pt x="12694" y="218960"/>
                </a:lnTo>
                <a:lnTo>
                  <a:pt x="12694" y="220202"/>
                </a:lnTo>
                <a:lnTo>
                  <a:pt x="12694" y="221267"/>
                </a:lnTo>
                <a:lnTo>
                  <a:pt x="13012" y="222599"/>
                </a:lnTo>
                <a:lnTo>
                  <a:pt x="13012" y="223664"/>
                </a:lnTo>
                <a:lnTo>
                  <a:pt x="13012" y="224995"/>
                </a:lnTo>
                <a:lnTo>
                  <a:pt x="13012" y="226060"/>
                </a:lnTo>
                <a:lnTo>
                  <a:pt x="13012" y="227303"/>
                </a:lnTo>
                <a:lnTo>
                  <a:pt x="13488" y="228368"/>
                </a:lnTo>
                <a:lnTo>
                  <a:pt x="13488" y="229699"/>
                </a:lnTo>
              </a:path>
            </a:pathLst>
          </a:custGeom>
          <a:ln w="195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394578" y="2969800"/>
            <a:ext cx="13805" cy="231297"/>
          </a:xfrm>
          <a:custGeom>
            <a:avLst/>
            <a:gdLst/>
            <a:ahLst/>
            <a:cxnLst/>
            <a:rect l="l" t="t" r="r" b="b"/>
            <a:pathLst>
              <a:path w="13805" h="231297">
                <a:moveTo>
                  <a:pt x="0" y="0"/>
                </a:moveTo>
                <a:lnTo>
                  <a:pt x="0" y="1065"/>
                </a:lnTo>
                <a:lnTo>
                  <a:pt x="0" y="2307"/>
                </a:lnTo>
                <a:lnTo>
                  <a:pt x="317" y="3372"/>
                </a:lnTo>
                <a:lnTo>
                  <a:pt x="317" y="4704"/>
                </a:lnTo>
                <a:lnTo>
                  <a:pt x="317" y="5769"/>
                </a:lnTo>
                <a:lnTo>
                  <a:pt x="317" y="7011"/>
                </a:lnTo>
                <a:lnTo>
                  <a:pt x="317" y="8076"/>
                </a:lnTo>
                <a:lnTo>
                  <a:pt x="634" y="9408"/>
                </a:lnTo>
                <a:lnTo>
                  <a:pt x="634" y="10473"/>
                </a:lnTo>
                <a:lnTo>
                  <a:pt x="634" y="11804"/>
                </a:lnTo>
                <a:lnTo>
                  <a:pt x="634" y="12869"/>
                </a:lnTo>
                <a:lnTo>
                  <a:pt x="634" y="14112"/>
                </a:lnTo>
                <a:lnTo>
                  <a:pt x="1110" y="15177"/>
                </a:lnTo>
                <a:lnTo>
                  <a:pt x="1110" y="16508"/>
                </a:lnTo>
                <a:lnTo>
                  <a:pt x="1110" y="17573"/>
                </a:lnTo>
                <a:lnTo>
                  <a:pt x="1110" y="18816"/>
                </a:lnTo>
                <a:lnTo>
                  <a:pt x="1110" y="19881"/>
                </a:lnTo>
                <a:lnTo>
                  <a:pt x="1428" y="21212"/>
                </a:lnTo>
                <a:lnTo>
                  <a:pt x="1428" y="22277"/>
                </a:lnTo>
                <a:lnTo>
                  <a:pt x="1428" y="23520"/>
                </a:lnTo>
                <a:lnTo>
                  <a:pt x="1428" y="24585"/>
                </a:lnTo>
                <a:lnTo>
                  <a:pt x="1428" y="25916"/>
                </a:lnTo>
                <a:lnTo>
                  <a:pt x="1428" y="26981"/>
                </a:lnTo>
                <a:lnTo>
                  <a:pt x="1428" y="28313"/>
                </a:lnTo>
                <a:lnTo>
                  <a:pt x="1428" y="29378"/>
                </a:lnTo>
                <a:lnTo>
                  <a:pt x="1428" y="30620"/>
                </a:lnTo>
                <a:lnTo>
                  <a:pt x="1904" y="31685"/>
                </a:lnTo>
                <a:lnTo>
                  <a:pt x="1904" y="33017"/>
                </a:lnTo>
                <a:lnTo>
                  <a:pt x="1904" y="34082"/>
                </a:lnTo>
                <a:lnTo>
                  <a:pt x="1904" y="35147"/>
                </a:lnTo>
                <a:lnTo>
                  <a:pt x="1904" y="36389"/>
                </a:lnTo>
                <a:lnTo>
                  <a:pt x="2221" y="37454"/>
                </a:lnTo>
                <a:lnTo>
                  <a:pt x="2221" y="38786"/>
                </a:lnTo>
                <a:lnTo>
                  <a:pt x="2221" y="39851"/>
                </a:lnTo>
                <a:lnTo>
                  <a:pt x="2221" y="41182"/>
                </a:lnTo>
                <a:lnTo>
                  <a:pt x="2221" y="42247"/>
                </a:lnTo>
                <a:lnTo>
                  <a:pt x="2697" y="43490"/>
                </a:lnTo>
                <a:lnTo>
                  <a:pt x="2697" y="44555"/>
                </a:lnTo>
                <a:lnTo>
                  <a:pt x="2697" y="45886"/>
                </a:lnTo>
                <a:lnTo>
                  <a:pt x="2697" y="46951"/>
                </a:lnTo>
                <a:lnTo>
                  <a:pt x="3015" y="48194"/>
                </a:lnTo>
                <a:lnTo>
                  <a:pt x="3015" y="49259"/>
                </a:lnTo>
                <a:lnTo>
                  <a:pt x="3015" y="50590"/>
                </a:lnTo>
                <a:lnTo>
                  <a:pt x="3015" y="51655"/>
                </a:lnTo>
                <a:lnTo>
                  <a:pt x="3015" y="52898"/>
                </a:lnTo>
                <a:lnTo>
                  <a:pt x="3332" y="53963"/>
                </a:lnTo>
                <a:lnTo>
                  <a:pt x="3332" y="55294"/>
                </a:lnTo>
                <a:lnTo>
                  <a:pt x="3332" y="56359"/>
                </a:lnTo>
                <a:lnTo>
                  <a:pt x="3332" y="57691"/>
                </a:lnTo>
                <a:lnTo>
                  <a:pt x="3332" y="58756"/>
                </a:lnTo>
                <a:lnTo>
                  <a:pt x="3332" y="59998"/>
                </a:lnTo>
                <a:lnTo>
                  <a:pt x="3332" y="61063"/>
                </a:lnTo>
                <a:lnTo>
                  <a:pt x="3332" y="62395"/>
                </a:lnTo>
                <a:lnTo>
                  <a:pt x="3332" y="63460"/>
                </a:lnTo>
                <a:lnTo>
                  <a:pt x="3332" y="64702"/>
                </a:lnTo>
                <a:lnTo>
                  <a:pt x="3808" y="65767"/>
                </a:lnTo>
                <a:lnTo>
                  <a:pt x="3808" y="66832"/>
                </a:lnTo>
                <a:lnTo>
                  <a:pt x="3808" y="68164"/>
                </a:lnTo>
                <a:lnTo>
                  <a:pt x="3808" y="69229"/>
                </a:lnTo>
                <a:lnTo>
                  <a:pt x="4125" y="70471"/>
                </a:lnTo>
                <a:lnTo>
                  <a:pt x="4125" y="71625"/>
                </a:lnTo>
                <a:lnTo>
                  <a:pt x="4125" y="72868"/>
                </a:lnTo>
                <a:lnTo>
                  <a:pt x="4125" y="73933"/>
                </a:lnTo>
                <a:lnTo>
                  <a:pt x="4125" y="75264"/>
                </a:lnTo>
                <a:lnTo>
                  <a:pt x="4601" y="76329"/>
                </a:lnTo>
                <a:lnTo>
                  <a:pt x="4601" y="77572"/>
                </a:lnTo>
                <a:lnTo>
                  <a:pt x="4601" y="78637"/>
                </a:lnTo>
                <a:lnTo>
                  <a:pt x="4601" y="79968"/>
                </a:lnTo>
                <a:lnTo>
                  <a:pt x="4601" y="81033"/>
                </a:lnTo>
                <a:lnTo>
                  <a:pt x="4919" y="82276"/>
                </a:lnTo>
                <a:lnTo>
                  <a:pt x="4919" y="83341"/>
                </a:lnTo>
                <a:lnTo>
                  <a:pt x="4919" y="84672"/>
                </a:lnTo>
                <a:lnTo>
                  <a:pt x="4919" y="85737"/>
                </a:lnTo>
                <a:lnTo>
                  <a:pt x="4919" y="86803"/>
                </a:lnTo>
                <a:lnTo>
                  <a:pt x="5236" y="88134"/>
                </a:lnTo>
                <a:lnTo>
                  <a:pt x="5236" y="89199"/>
                </a:lnTo>
                <a:lnTo>
                  <a:pt x="5236" y="90441"/>
                </a:lnTo>
                <a:lnTo>
                  <a:pt x="5236" y="91507"/>
                </a:lnTo>
                <a:lnTo>
                  <a:pt x="5712" y="92838"/>
                </a:lnTo>
                <a:lnTo>
                  <a:pt x="5712" y="93903"/>
                </a:lnTo>
                <a:lnTo>
                  <a:pt x="5712" y="95146"/>
                </a:lnTo>
                <a:lnTo>
                  <a:pt x="5712" y="96211"/>
                </a:lnTo>
                <a:lnTo>
                  <a:pt x="5712" y="97542"/>
                </a:lnTo>
                <a:lnTo>
                  <a:pt x="5712" y="98607"/>
                </a:lnTo>
                <a:lnTo>
                  <a:pt x="5712" y="99672"/>
                </a:lnTo>
                <a:lnTo>
                  <a:pt x="5712" y="101003"/>
                </a:lnTo>
                <a:lnTo>
                  <a:pt x="5712" y="102068"/>
                </a:lnTo>
                <a:lnTo>
                  <a:pt x="5712" y="103311"/>
                </a:lnTo>
                <a:lnTo>
                  <a:pt x="6030" y="104376"/>
                </a:lnTo>
                <a:lnTo>
                  <a:pt x="6030" y="105707"/>
                </a:lnTo>
                <a:lnTo>
                  <a:pt x="6030" y="106773"/>
                </a:lnTo>
                <a:lnTo>
                  <a:pt x="6030" y="108015"/>
                </a:lnTo>
                <a:lnTo>
                  <a:pt x="6030" y="109080"/>
                </a:lnTo>
                <a:lnTo>
                  <a:pt x="6506" y="110411"/>
                </a:lnTo>
                <a:lnTo>
                  <a:pt x="6506" y="111477"/>
                </a:lnTo>
                <a:lnTo>
                  <a:pt x="6506" y="112542"/>
                </a:lnTo>
                <a:lnTo>
                  <a:pt x="6506" y="113873"/>
                </a:lnTo>
                <a:lnTo>
                  <a:pt x="6823" y="114938"/>
                </a:lnTo>
                <a:lnTo>
                  <a:pt x="6823" y="116181"/>
                </a:lnTo>
                <a:lnTo>
                  <a:pt x="6823" y="117246"/>
                </a:lnTo>
                <a:lnTo>
                  <a:pt x="6823" y="118577"/>
                </a:lnTo>
                <a:lnTo>
                  <a:pt x="6823" y="119642"/>
                </a:lnTo>
                <a:lnTo>
                  <a:pt x="7140" y="120707"/>
                </a:lnTo>
                <a:lnTo>
                  <a:pt x="7140" y="121950"/>
                </a:lnTo>
                <a:lnTo>
                  <a:pt x="7140" y="123015"/>
                </a:lnTo>
                <a:lnTo>
                  <a:pt x="7140" y="124346"/>
                </a:lnTo>
                <a:lnTo>
                  <a:pt x="7140" y="125411"/>
                </a:lnTo>
                <a:lnTo>
                  <a:pt x="7616" y="126654"/>
                </a:lnTo>
                <a:lnTo>
                  <a:pt x="7616" y="127808"/>
                </a:lnTo>
                <a:lnTo>
                  <a:pt x="7616" y="128873"/>
                </a:lnTo>
                <a:lnTo>
                  <a:pt x="7616" y="130115"/>
                </a:lnTo>
                <a:lnTo>
                  <a:pt x="7616" y="131180"/>
                </a:lnTo>
                <a:lnTo>
                  <a:pt x="7616" y="132512"/>
                </a:lnTo>
                <a:lnTo>
                  <a:pt x="7616" y="133577"/>
                </a:lnTo>
                <a:lnTo>
                  <a:pt x="7616" y="134819"/>
                </a:lnTo>
                <a:lnTo>
                  <a:pt x="7616" y="135884"/>
                </a:lnTo>
                <a:lnTo>
                  <a:pt x="7934" y="136949"/>
                </a:lnTo>
                <a:lnTo>
                  <a:pt x="7934" y="138281"/>
                </a:lnTo>
                <a:lnTo>
                  <a:pt x="7934" y="139346"/>
                </a:lnTo>
                <a:lnTo>
                  <a:pt x="7934" y="140588"/>
                </a:lnTo>
                <a:lnTo>
                  <a:pt x="7934" y="141742"/>
                </a:lnTo>
                <a:lnTo>
                  <a:pt x="8410" y="142807"/>
                </a:lnTo>
                <a:lnTo>
                  <a:pt x="8410" y="144050"/>
                </a:lnTo>
                <a:lnTo>
                  <a:pt x="8410" y="145115"/>
                </a:lnTo>
                <a:lnTo>
                  <a:pt x="8410" y="146446"/>
                </a:lnTo>
                <a:lnTo>
                  <a:pt x="8410" y="147511"/>
                </a:lnTo>
                <a:lnTo>
                  <a:pt x="8727" y="148576"/>
                </a:lnTo>
                <a:lnTo>
                  <a:pt x="8727" y="149819"/>
                </a:lnTo>
                <a:lnTo>
                  <a:pt x="8727" y="150884"/>
                </a:lnTo>
                <a:lnTo>
                  <a:pt x="8727" y="152215"/>
                </a:lnTo>
                <a:lnTo>
                  <a:pt x="8727" y="153280"/>
                </a:lnTo>
                <a:lnTo>
                  <a:pt x="9203" y="154612"/>
                </a:lnTo>
                <a:lnTo>
                  <a:pt x="9203" y="155677"/>
                </a:lnTo>
                <a:lnTo>
                  <a:pt x="9203" y="156919"/>
                </a:lnTo>
                <a:lnTo>
                  <a:pt x="9203" y="158251"/>
                </a:lnTo>
                <a:lnTo>
                  <a:pt x="9521" y="159316"/>
                </a:lnTo>
                <a:lnTo>
                  <a:pt x="9521" y="160381"/>
                </a:lnTo>
                <a:lnTo>
                  <a:pt x="9521" y="161623"/>
                </a:lnTo>
                <a:lnTo>
                  <a:pt x="9521" y="162689"/>
                </a:lnTo>
                <a:lnTo>
                  <a:pt x="9521" y="163754"/>
                </a:lnTo>
                <a:lnTo>
                  <a:pt x="9838" y="165085"/>
                </a:lnTo>
                <a:lnTo>
                  <a:pt x="9838" y="166150"/>
                </a:lnTo>
                <a:lnTo>
                  <a:pt x="9838" y="167393"/>
                </a:lnTo>
                <a:lnTo>
                  <a:pt x="9838" y="168546"/>
                </a:lnTo>
                <a:lnTo>
                  <a:pt x="9838" y="169612"/>
                </a:lnTo>
                <a:lnTo>
                  <a:pt x="9838" y="170854"/>
                </a:lnTo>
                <a:lnTo>
                  <a:pt x="9838" y="171919"/>
                </a:lnTo>
                <a:lnTo>
                  <a:pt x="9838" y="172984"/>
                </a:lnTo>
                <a:lnTo>
                  <a:pt x="9838" y="174316"/>
                </a:lnTo>
                <a:lnTo>
                  <a:pt x="9838" y="175381"/>
                </a:lnTo>
                <a:lnTo>
                  <a:pt x="10314" y="176623"/>
                </a:lnTo>
                <a:lnTo>
                  <a:pt x="10314" y="177688"/>
                </a:lnTo>
                <a:lnTo>
                  <a:pt x="10314" y="178842"/>
                </a:lnTo>
                <a:lnTo>
                  <a:pt x="10314" y="180085"/>
                </a:lnTo>
                <a:lnTo>
                  <a:pt x="10631" y="181150"/>
                </a:lnTo>
                <a:lnTo>
                  <a:pt x="10631" y="182215"/>
                </a:lnTo>
                <a:lnTo>
                  <a:pt x="10631" y="183546"/>
                </a:lnTo>
                <a:lnTo>
                  <a:pt x="10631" y="184611"/>
                </a:lnTo>
                <a:lnTo>
                  <a:pt x="10631" y="185676"/>
                </a:lnTo>
                <a:lnTo>
                  <a:pt x="11108" y="186919"/>
                </a:lnTo>
                <a:lnTo>
                  <a:pt x="11108" y="187984"/>
                </a:lnTo>
                <a:lnTo>
                  <a:pt x="11108" y="189049"/>
                </a:lnTo>
                <a:lnTo>
                  <a:pt x="11108" y="190380"/>
                </a:lnTo>
                <a:lnTo>
                  <a:pt x="11108" y="191445"/>
                </a:lnTo>
                <a:lnTo>
                  <a:pt x="11425" y="192510"/>
                </a:lnTo>
                <a:lnTo>
                  <a:pt x="11425" y="193842"/>
                </a:lnTo>
                <a:lnTo>
                  <a:pt x="11425" y="194907"/>
                </a:lnTo>
                <a:lnTo>
                  <a:pt x="11425" y="195972"/>
                </a:lnTo>
                <a:lnTo>
                  <a:pt x="11425" y="197215"/>
                </a:lnTo>
                <a:lnTo>
                  <a:pt x="11742" y="198280"/>
                </a:lnTo>
                <a:lnTo>
                  <a:pt x="11742" y="199345"/>
                </a:lnTo>
                <a:lnTo>
                  <a:pt x="11742" y="200676"/>
                </a:lnTo>
                <a:lnTo>
                  <a:pt x="11742" y="201741"/>
                </a:lnTo>
                <a:lnTo>
                  <a:pt x="11742" y="203072"/>
                </a:lnTo>
                <a:lnTo>
                  <a:pt x="11742" y="204137"/>
                </a:lnTo>
                <a:lnTo>
                  <a:pt x="11742" y="205380"/>
                </a:lnTo>
                <a:lnTo>
                  <a:pt x="11742" y="206445"/>
                </a:lnTo>
                <a:lnTo>
                  <a:pt x="11742" y="207510"/>
                </a:lnTo>
                <a:lnTo>
                  <a:pt x="12218" y="208841"/>
                </a:lnTo>
                <a:lnTo>
                  <a:pt x="12218" y="209907"/>
                </a:lnTo>
                <a:lnTo>
                  <a:pt x="12218" y="210972"/>
                </a:lnTo>
                <a:lnTo>
                  <a:pt x="12218" y="212214"/>
                </a:lnTo>
                <a:lnTo>
                  <a:pt x="12218" y="213279"/>
                </a:lnTo>
                <a:lnTo>
                  <a:pt x="12536" y="214433"/>
                </a:lnTo>
                <a:lnTo>
                  <a:pt x="12536" y="215498"/>
                </a:lnTo>
                <a:lnTo>
                  <a:pt x="12536" y="216741"/>
                </a:lnTo>
                <a:lnTo>
                  <a:pt x="12536" y="217806"/>
                </a:lnTo>
                <a:lnTo>
                  <a:pt x="12536" y="218871"/>
                </a:lnTo>
                <a:lnTo>
                  <a:pt x="13012" y="219936"/>
                </a:lnTo>
                <a:lnTo>
                  <a:pt x="13012" y="221267"/>
                </a:lnTo>
                <a:lnTo>
                  <a:pt x="13012" y="222332"/>
                </a:lnTo>
                <a:lnTo>
                  <a:pt x="13012" y="223397"/>
                </a:lnTo>
                <a:lnTo>
                  <a:pt x="13329" y="224729"/>
                </a:lnTo>
                <a:lnTo>
                  <a:pt x="13329" y="225794"/>
                </a:lnTo>
                <a:lnTo>
                  <a:pt x="13329" y="226859"/>
                </a:lnTo>
                <a:lnTo>
                  <a:pt x="13329" y="227924"/>
                </a:lnTo>
                <a:lnTo>
                  <a:pt x="13329" y="229167"/>
                </a:lnTo>
                <a:lnTo>
                  <a:pt x="13805" y="230232"/>
                </a:lnTo>
                <a:lnTo>
                  <a:pt x="13805" y="231297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408384" y="3201097"/>
            <a:ext cx="13329" cy="212569"/>
          </a:xfrm>
          <a:custGeom>
            <a:avLst/>
            <a:gdLst/>
            <a:ahLst/>
            <a:cxnLst/>
            <a:rect l="l" t="t" r="r" b="b"/>
            <a:pathLst>
              <a:path w="13329" h="212569">
                <a:moveTo>
                  <a:pt x="0" y="0"/>
                </a:moveTo>
                <a:lnTo>
                  <a:pt x="0" y="1065"/>
                </a:lnTo>
                <a:lnTo>
                  <a:pt x="0" y="2396"/>
                </a:lnTo>
                <a:lnTo>
                  <a:pt x="0" y="3461"/>
                </a:lnTo>
                <a:lnTo>
                  <a:pt x="317" y="4792"/>
                </a:lnTo>
                <a:lnTo>
                  <a:pt x="317" y="5857"/>
                </a:lnTo>
                <a:lnTo>
                  <a:pt x="317" y="6922"/>
                </a:lnTo>
                <a:lnTo>
                  <a:pt x="317" y="8165"/>
                </a:lnTo>
                <a:lnTo>
                  <a:pt x="317" y="9230"/>
                </a:lnTo>
                <a:lnTo>
                  <a:pt x="317" y="10295"/>
                </a:lnTo>
                <a:lnTo>
                  <a:pt x="317" y="11360"/>
                </a:lnTo>
                <a:lnTo>
                  <a:pt x="317" y="12692"/>
                </a:lnTo>
                <a:lnTo>
                  <a:pt x="317" y="13757"/>
                </a:lnTo>
                <a:lnTo>
                  <a:pt x="634" y="14822"/>
                </a:lnTo>
                <a:lnTo>
                  <a:pt x="634" y="15887"/>
                </a:lnTo>
                <a:lnTo>
                  <a:pt x="634" y="16952"/>
                </a:lnTo>
                <a:lnTo>
                  <a:pt x="634" y="18283"/>
                </a:lnTo>
                <a:lnTo>
                  <a:pt x="634" y="19348"/>
                </a:lnTo>
                <a:lnTo>
                  <a:pt x="1110" y="20413"/>
                </a:lnTo>
                <a:lnTo>
                  <a:pt x="1110" y="21478"/>
                </a:lnTo>
                <a:lnTo>
                  <a:pt x="1110" y="22543"/>
                </a:lnTo>
                <a:lnTo>
                  <a:pt x="1110" y="23875"/>
                </a:lnTo>
                <a:lnTo>
                  <a:pt x="1110" y="24940"/>
                </a:lnTo>
                <a:lnTo>
                  <a:pt x="1428" y="26005"/>
                </a:lnTo>
                <a:lnTo>
                  <a:pt x="1428" y="27247"/>
                </a:lnTo>
                <a:lnTo>
                  <a:pt x="1428" y="28313"/>
                </a:lnTo>
                <a:lnTo>
                  <a:pt x="1428" y="29378"/>
                </a:lnTo>
                <a:lnTo>
                  <a:pt x="1428" y="30709"/>
                </a:lnTo>
                <a:lnTo>
                  <a:pt x="1904" y="31774"/>
                </a:lnTo>
                <a:lnTo>
                  <a:pt x="1904" y="32839"/>
                </a:lnTo>
                <a:lnTo>
                  <a:pt x="1904" y="33904"/>
                </a:lnTo>
                <a:lnTo>
                  <a:pt x="1904" y="34969"/>
                </a:lnTo>
                <a:lnTo>
                  <a:pt x="2221" y="36034"/>
                </a:lnTo>
                <a:lnTo>
                  <a:pt x="2221" y="37366"/>
                </a:lnTo>
                <a:lnTo>
                  <a:pt x="2221" y="38431"/>
                </a:lnTo>
                <a:lnTo>
                  <a:pt x="2221" y="39496"/>
                </a:lnTo>
                <a:lnTo>
                  <a:pt x="2221" y="40561"/>
                </a:lnTo>
                <a:lnTo>
                  <a:pt x="2221" y="41626"/>
                </a:lnTo>
                <a:lnTo>
                  <a:pt x="2221" y="42691"/>
                </a:lnTo>
                <a:lnTo>
                  <a:pt x="2221" y="43756"/>
                </a:lnTo>
                <a:lnTo>
                  <a:pt x="2221" y="44821"/>
                </a:lnTo>
                <a:lnTo>
                  <a:pt x="2221" y="46152"/>
                </a:lnTo>
                <a:lnTo>
                  <a:pt x="2538" y="47217"/>
                </a:lnTo>
                <a:lnTo>
                  <a:pt x="2538" y="48460"/>
                </a:lnTo>
                <a:lnTo>
                  <a:pt x="2538" y="49525"/>
                </a:lnTo>
                <a:lnTo>
                  <a:pt x="2538" y="50679"/>
                </a:lnTo>
                <a:lnTo>
                  <a:pt x="2538" y="51744"/>
                </a:lnTo>
                <a:lnTo>
                  <a:pt x="3015" y="52809"/>
                </a:lnTo>
                <a:lnTo>
                  <a:pt x="3015" y="53874"/>
                </a:lnTo>
                <a:lnTo>
                  <a:pt x="3015" y="54939"/>
                </a:lnTo>
                <a:lnTo>
                  <a:pt x="3015" y="56182"/>
                </a:lnTo>
                <a:lnTo>
                  <a:pt x="3332" y="57247"/>
                </a:lnTo>
                <a:lnTo>
                  <a:pt x="3332" y="58401"/>
                </a:lnTo>
                <a:lnTo>
                  <a:pt x="3332" y="59466"/>
                </a:lnTo>
                <a:lnTo>
                  <a:pt x="3332" y="60531"/>
                </a:lnTo>
                <a:lnTo>
                  <a:pt x="3332" y="61596"/>
                </a:lnTo>
                <a:lnTo>
                  <a:pt x="3808" y="62661"/>
                </a:lnTo>
                <a:lnTo>
                  <a:pt x="3808" y="63726"/>
                </a:lnTo>
                <a:lnTo>
                  <a:pt x="3808" y="64969"/>
                </a:lnTo>
                <a:lnTo>
                  <a:pt x="3808" y="66122"/>
                </a:lnTo>
                <a:lnTo>
                  <a:pt x="3808" y="67188"/>
                </a:lnTo>
                <a:lnTo>
                  <a:pt x="4125" y="68253"/>
                </a:lnTo>
                <a:lnTo>
                  <a:pt x="4125" y="69318"/>
                </a:lnTo>
                <a:lnTo>
                  <a:pt x="4125" y="70383"/>
                </a:lnTo>
                <a:lnTo>
                  <a:pt x="4125" y="71448"/>
                </a:lnTo>
                <a:lnTo>
                  <a:pt x="4125" y="72513"/>
                </a:lnTo>
                <a:lnTo>
                  <a:pt x="4601" y="73755"/>
                </a:lnTo>
                <a:lnTo>
                  <a:pt x="4601" y="74909"/>
                </a:lnTo>
                <a:lnTo>
                  <a:pt x="4601" y="75974"/>
                </a:lnTo>
                <a:lnTo>
                  <a:pt x="4601" y="77039"/>
                </a:lnTo>
                <a:lnTo>
                  <a:pt x="4601" y="78104"/>
                </a:lnTo>
                <a:lnTo>
                  <a:pt x="4601" y="79170"/>
                </a:lnTo>
                <a:lnTo>
                  <a:pt x="4601" y="80235"/>
                </a:lnTo>
                <a:lnTo>
                  <a:pt x="4601" y="81477"/>
                </a:lnTo>
                <a:lnTo>
                  <a:pt x="4601" y="82631"/>
                </a:lnTo>
                <a:lnTo>
                  <a:pt x="4919" y="83696"/>
                </a:lnTo>
                <a:lnTo>
                  <a:pt x="4919" y="84761"/>
                </a:lnTo>
                <a:lnTo>
                  <a:pt x="4919" y="85826"/>
                </a:lnTo>
                <a:lnTo>
                  <a:pt x="4919" y="86891"/>
                </a:lnTo>
                <a:lnTo>
                  <a:pt x="4919" y="87956"/>
                </a:lnTo>
                <a:lnTo>
                  <a:pt x="5236" y="89021"/>
                </a:lnTo>
                <a:lnTo>
                  <a:pt x="5236" y="90086"/>
                </a:lnTo>
                <a:lnTo>
                  <a:pt x="5236" y="91152"/>
                </a:lnTo>
                <a:lnTo>
                  <a:pt x="5236" y="92217"/>
                </a:lnTo>
                <a:lnTo>
                  <a:pt x="5236" y="93282"/>
                </a:lnTo>
                <a:lnTo>
                  <a:pt x="5712" y="94347"/>
                </a:lnTo>
                <a:lnTo>
                  <a:pt x="5712" y="95412"/>
                </a:lnTo>
                <a:lnTo>
                  <a:pt x="5712" y="96566"/>
                </a:lnTo>
                <a:lnTo>
                  <a:pt x="5712" y="97631"/>
                </a:lnTo>
                <a:lnTo>
                  <a:pt x="5712" y="98696"/>
                </a:lnTo>
                <a:lnTo>
                  <a:pt x="6030" y="99761"/>
                </a:lnTo>
                <a:lnTo>
                  <a:pt x="6030" y="100826"/>
                </a:lnTo>
                <a:lnTo>
                  <a:pt x="6030" y="101891"/>
                </a:lnTo>
                <a:lnTo>
                  <a:pt x="6030" y="102956"/>
                </a:lnTo>
                <a:lnTo>
                  <a:pt x="6506" y="104021"/>
                </a:lnTo>
                <a:lnTo>
                  <a:pt x="6506" y="105086"/>
                </a:lnTo>
                <a:lnTo>
                  <a:pt x="6506" y="106417"/>
                </a:lnTo>
                <a:lnTo>
                  <a:pt x="6506" y="107483"/>
                </a:lnTo>
                <a:lnTo>
                  <a:pt x="6506" y="108548"/>
                </a:lnTo>
                <a:lnTo>
                  <a:pt x="6506" y="109613"/>
                </a:lnTo>
                <a:lnTo>
                  <a:pt x="6506" y="110500"/>
                </a:lnTo>
                <a:lnTo>
                  <a:pt x="6506" y="111565"/>
                </a:lnTo>
                <a:lnTo>
                  <a:pt x="6506" y="112630"/>
                </a:lnTo>
                <a:lnTo>
                  <a:pt x="6506" y="113695"/>
                </a:lnTo>
                <a:lnTo>
                  <a:pt x="6823" y="114761"/>
                </a:lnTo>
                <a:lnTo>
                  <a:pt x="6823" y="115826"/>
                </a:lnTo>
                <a:lnTo>
                  <a:pt x="6823" y="116891"/>
                </a:lnTo>
                <a:lnTo>
                  <a:pt x="6823" y="118222"/>
                </a:lnTo>
                <a:lnTo>
                  <a:pt x="6823" y="119287"/>
                </a:lnTo>
                <a:lnTo>
                  <a:pt x="7140" y="120086"/>
                </a:lnTo>
                <a:lnTo>
                  <a:pt x="7140" y="121151"/>
                </a:lnTo>
                <a:lnTo>
                  <a:pt x="7140" y="122216"/>
                </a:lnTo>
                <a:lnTo>
                  <a:pt x="7140" y="123370"/>
                </a:lnTo>
                <a:lnTo>
                  <a:pt x="7616" y="124435"/>
                </a:lnTo>
                <a:lnTo>
                  <a:pt x="7616" y="125500"/>
                </a:lnTo>
                <a:lnTo>
                  <a:pt x="7616" y="126299"/>
                </a:lnTo>
                <a:lnTo>
                  <a:pt x="7616" y="127630"/>
                </a:lnTo>
                <a:lnTo>
                  <a:pt x="7616" y="128695"/>
                </a:lnTo>
                <a:lnTo>
                  <a:pt x="7934" y="129760"/>
                </a:lnTo>
                <a:lnTo>
                  <a:pt x="7934" y="130825"/>
                </a:lnTo>
                <a:lnTo>
                  <a:pt x="7934" y="131890"/>
                </a:lnTo>
                <a:lnTo>
                  <a:pt x="7934" y="132778"/>
                </a:lnTo>
                <a:lnTo>
                  <a:pt x="7934" y="133843"/>
                </a:lnTo>
                <a:lnTo>
                  <a:pt x="8410" y="134908"/>
                </a:lnTo>
                <a:lnTo>
                  <a:pt x="8410" y="135973"/>
                </a:lnTo>
                <a:lnTo>
                  <a:pt x="8410" y="137038"/>
                </a:lnTo>
                <a:lnTo>
                  <a:pt x="8410" y="138103"/>
                </a:lnTo>
                <a:lnTo>
                  <a:pt x="8410" y="139168"/>
                </a:lnTo>
                <a:lnTo>
                  <a:pt x="8410" y="140233"/>
                </a:lnTo>
                <a:lnTo>
                  <a:pt x="8410" y="141298"/>
                </a:lnTo>
                <a:lnTo>
                  <a:pt x="8410" y="142452"/>
                </a:lnTo>
                <a:lnTo>
                  <a:pt x="8410" y="143251"/>
                </a:lnTo>
                <a:lnTo>
                  <a:pt x="8727" y="144316"/>
                </a:lnTo>
                <a:lnTo>
                  <a:pt x="8727" y="145381"/>
                </a:lnTo>
                <a:lnTo>
                  <a:pt x="8727" y="146446"/>
                </a:lnTo>
                <a:lnTo>
                  <a:pt x="8727" y="147600"/>
                </a:lnTo>
                <a:lnTo>
                  <a:pt x="8727" y="148665"/>
                </a:lnTo>
                <a:lnTo>
                  <a:pt x="9045" y="149730"/>
                </a:lnTo>
                <a:lnTo>
                  <a:pt x="9045" y="150795"/>
                </a:lnTo>
                <a:lnTo>
                  <a:pt x="9045" y="151594"/>
                </a:lnTo>
                <a:lnTo>
                  <a:pt x="9045" y="152748"/>
                </a:lnTo>
                <a:lnTo>
                  <a:pt x="9045" y="153813"/>
                </a:lnTo>
                <a:lnTo>
                  <a:pt x="9521" y="154612"/>
                </a:lnTo>
                <a:lnTo>
                  <a:pt x="9521" y="155943"/>
                </a:lnTo>
                <a:lnTo>
                  <a:pt x="9521" y="157008"/>
                </a:lnTo>
                <a:lnTo>
                  <a:pt x="9521" y="158073"/>
                </a:lnTo>
                <a:lnTo>
                  <a:pt x="9521" y="158961"/>
                </a:lnTo>
                <a:lnTo>
                  <a:pt x="9838" y="160026"/>
                </a:lnTo>
                <a:lnTo>
                  <a:pt x="9838" y="161091"/>
                </a:lnTo>
                <a:lnTo>
                  <a:pt x="9838" y="161890"/>
                </a:lnTo>
                <a:lnTo>
                  <a:pt x="9838" y="162955"/>
                </a:lnTo>
                <a:lnTo>
                  <a:pt x="10314" y="164109"/>
                </a:lnTo>
                <a:lnTo>
                  <a:pt x="10314" y="165174"/>
                </a:lnTo>
                <a:lnTo>
                  <a:pt x="10314" y="166239"/>
                </a:lnTo>
                <a:lnTo>
                  <a:pt x="10314" y="167304"/>
                </a:lnTo>
                <a:lnTo>
                  <a:pt x="10314" y="168103"/>
                </a:lnTo>
                <a:lnTo>
                  <a:pt x="10631" y="169256"/>
                </a:lnTo>
                <a:lnTo>
                  <a:pt x="10631" y="170322"/>
                </a:lnTo>
                <a:lnTo>
                  <a:pt x="10631" y="171120"/>
                </a:lnTo>
                <a:lnTo>
                  <a:pt x="10631" y="172452"/>
                </a:lnTo>
                <a:lnTo>
                  <a:pt x="10631" y="173250"/>
                </a:lnTo>
                <a:lnTo>
                  <a:pt x="10631" y="174404"/>
                </a:lnTo>
                <a:lnTo>
                  <a:pt x="10631" y="175469"/>
                </a:lnTo>
                <a:lnTo>
                  <a:pt x="10631" y="176268"/>
                </a:lnTo>
                <a:lnTo>
                  <a:pt x="10631" y="177333"/>
                </a:lnTo>
                <a:lnTo>
                  <a:pt x="10631" y="178398"/>
                </a:lnTo>
                <a:lnTo>
                  <a:pt x="11108" y="179552"/>
                </a:lnTo>
                <a:lnTo>
                  <a:pt x="11108" y="180617"/>
                </a:lnTo>
                <a:lnTo>
                  <a:pt x="11108" y="181416"/>
                </a:lnTo>
                <a:lnTo>
                  <a:pt x="11108" y="182481"/>
                </a:lnTo>
                <a:lnTo>
                  <a:pt x="11425" y="183369"/>
                </a:lnTo>
                <a:lnTo>
                  <a:pt x="11425" y="184434"/>
                </a:lnTo>
                <a:lnTo>
                  <a:pt x="11425" y="185499"/>
                </a:lnTo>
                <a:lnTo>
                  <a:pt x="11425" y="186564"/>
                </a:lnTo>
                <a:lnTo>
                  <a:pt x="11425" y="187629"/>
                </a:lnTo>
                <a:lnTo>
                  <a:pt x="11742" y="188516"/>
                </a:lnTo>
                <a:lnTo>
                  <a:pt x="11742" y="189582"/>
                </a:lnTo>
                <a:lnTo>
                  <a:pt x="11742" y="190469"/>
                </a:lnTo>
                <a:lnTo>
                  <a:pt x="11742" y="191534"/>
                </a:lnTo>
                <a:lnTo>
                  <a:pt x="11742" y="192599"/>
                </a:lnTo>
                <a:lnTo>
                  <a:pt x="12218" y="193664"/>
                </a:lnTo>
                <a:lnTo>
                  <a:pt x="12218" y="194552"/>
                </a:lnTo>
                <a:lnTo>
                  <a:pt x="12218" y="195617"/>
                </a:lnTo>
                <a:lnTo>
                  <a:pt x="12218" y="196682"/>
                </a:lnTo>
                <a:lnTo>
                  <a:pt x="12218" y="197481"/>
                </a:lnTo>
                <a:lnTo>
                  <a:pt x="12536" y="198635"/>
                </a:lnTo>
                <a:lnTo>
                  <a:pt x="12536" y="199700"/>
                </a:lnTo>
                <a:lnTo>
                  <a:pt x="12536" y="200498"/>
                </a:lnTo>
                <a:lnTo>
                  <a:pt x="12536" y="201564"/>
                </a:lnTo>
                <a:lnTo>
                  <a:pt x="12536" y="202451"/>
                </a:lnTo>
                <a:lnTo>
                  <a:pt x="12536" y="203516"/>
                </a:lnTo>
                <a:lnTo>
                  <a:pt x="12536" y="204404"/>
                </a:lnTo>
                <a:lnTo>
                  <a:pt x="12536" y="205469"/>
                </a:lnTo>
                <a:lnTo>
                  <a:pt x="12536" y="206534"/>
                </a:lnTo>
                <a:lnTo>
                  <a:pt x="13012" y="207599"/>
                </a:lnTo>
                <a:lnTo>
                  <a:pt x="13012" y="208486"/>
                </a:lnTo>
                <a:lnTo>
                  <a:pt x="13012" y="209552"/>
                </a:lnTo>
                <a:lnTo>
                  <a:pt x="13012" y="210350"/>
                </a:lnTo>
                <a:lnTo>
                  <a:pt x="13012" y="211415"/>
                </a:lnTo>
                <a:lnTo>
                  <a:pt x="13329" y="212569"/>
                </a:lnTo>
              </a:path>
            </a:pathLst>
          </a:custGeom>
          <a:ln w="1950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421713" y="3413667"/>
            <a:ext cx="13805" cy="172363"/>
          </a:xfrm>
          <a:custGeom>
            <a:avLst/>
            <a:gdLst/>
            <a:ahLst/>
            <a:cxnLst/>
            <a:rect l="l" t="t" r="r" b="b"/>
            <a:pathLst>
              <a:path w="13805" h="172363">
                <a:moveTo>
                  <a:pt x="0" y="0"/>
                </a:moveTo>
                <a:lnTo>
                  <a:pt x="0" y="798"/>
                </a:lnTo>
                <a:lnTo>
                  <a:pt x="0" y="1863"/>
                </a:lnTo>
                <a:lnTo>
                  <a:pt x="0" y="2751"/>
                </a:lnTo>
                <a:lnTo>
                  <a:pt x="0" y="3816"/>
                </a:lnTo>
                <a:lnTo>
                  <a:pt x="317" y="4704"/>
                </a:lnTo>
                <a:lnTo>
                  <a:pt x="317" y="5769"/>
                </a:lnTo>
                <a:lnTo>
                  <a:pt x="317" y="6834"/>
                </a:lnTo>
                <a:lnTo>
                  <a:pt x="317" y="7721"/>
                </a:lnTo>
                <a:lnTo>
                  <a:pt x="793" y="8520"/>
                </a:lnTo>
                <a:lnTo>
                  <a:pt x="793" y="9585"/>
                </a:lnTo>
                <a:lnTo>
                  <a:pt x="793" y="10650"/>
                </a:lnTo>
                <a:lnTo>
                  <a:pt x="793" y="11715"/>
                </a:lnTo>
                <a:lnTo>
                  <a:pt x="793" y="12603"/>
                </a:lnTo>
                <a:lnTo>
                  <a:pt x="1110" y="13490"/>
                </a:lnTo>
                <a:lnTo>
                  <a:pt x="1110" y="14555"/>
                </a:lnTo>
                <a:lnTo>
                  <a:pt x="1110" y="15443"/>
                </a:lnTo>
                <a:lnTo>
                  <a:pt x="1110" y="16508"/>
                </a:lnTo>
                <a:lnTo>
                  <a:pt x="1110" y="17573"/>
                </a:lnTo>
                <a:lnTo>
                  <a:pt x="1586" y="18372"/>
                </a:lnTo>
                <a:lnTo>
                  <a:pt x="1586" y="19259"/>
                </a:lnTo>
                <a:lnTo>
                  <a:pt x="1586" y="20147"/>
                </a:lnTo>
                <a:lnTo>
                  <a:pt x="1586" y="21212"/>
                </a:lnTo>
                <a:lnTo>
                  <a:pt x="1586" y="22277"/>
                </a:lnTo>
                <a:lnTo>
                  <a:pt x="1586" y="23076"/>
                </a:lnTo>
                <a:lnTo>
                  <a:pt x="1586" y="24230"/>
                </a:lnTo>
                <a:lnTo>
                  <a:pt x="1586" y="25029"/>
                </a:lnTo>
                <a:lnTo>
                  <a:pt x="1586" y="25916"/>
                </a:lnTo>
                <a:lnTo>
                  <a:pt x="1904" y="26981"/>
                </a:lnTo>
                <a:lnTo>
                  <a:pt x="1904" y="28046"/>
                </a:lnTo>
                <a:lnTo>
                  <a:pt x="1904" y="28934"/>
                </a:lnTo>
                <a:lnTo>
                  <a:pt x="1904" y="29733"/>
                </a:lnTo>
                <a:lnTo>
                  <a:pt x="1904" y="30620"/>
                </a:lnTo>
                <a:lnTo>
                  <a:pt x="2380" y="31952"/>
                </a:lnTo>
                <a:lnTo>
                  <a:pt x="2380" y="32750"/>
                </a:lnTo>
                <a:lnTo>
                  <a:pt x="2380" y="33638"/>
                </a:lnTo>
                <a:lnTo>
                  <a:pt x="2380" y="34525"/>
                </a:lnTo>
                <a:lnTo>
                  <a:pt x="2380" y="35591"/>
                </a:lnTo>
                <a:lnTo>
                  <a:pt x="2697" y="36656"/>
                </a:lnTo>
                <a:lnTo>
                  <a:pt x="2697" y="37454"/>
                </a:lnTo>
                <a:lnTo>
                  <a:pt x="2697" y="38342"/>
                </a:lnTo>
                <a:lnTo>
                  <a:pt x="2697" y="39229"/>
                </a:lnTo>
                <a:lnTo>
                  <a:pt x="2697" y="40028"/>
                </a:lnTo>
                <a:lnTo>
                  <a:pt x="3015" y="41360"/>
                </a:lnTo>
                <a:lnTo>
                  <a:pt x="3015" y="42158"/>
                </a:lnTo>
                <a:lnTo>
                  <a:pt x="3015" y="43046"/>
                </a:lnTo>
                <a:lnTo>
                  <a:pt x="3015" y="43934"/>
                </a:lnTo>
                <a:lnTo>
                  <a:pt x="3491" y="44732"/>
                </a:lnTo>
                <a:lnTo>
                  <a:pt x="3491" y="45886"/>
                </a:lnTo>
                <a:lnTo>
                  <a:pt x="3491" y="46951"/>
                </a:lnTo>
                <a:lnTo>
                  <a:pt x="3491" y="47750"/>
                </a:lnTo>
                <a:lnTo>
                  <a:pt x="3491" y="48638"/>
                </a:lnTo>
                <a:lnTo>
                  <a:pt x="3491" y="49525"/>
                </a:lnTo>
                <a:lnTo>
                  <a:pt x="3491" y="50590"/>
                </a:lnTo>
                <a:lnTo>
                  <a:pt x="3491" y="51389"/>
                </a:lnTo>
                <a:lnTo>
                  <a:pt x="3491" y="52277"/>
                </a:lnTo>
                <a:lnTo>
                  <a:pt x="3491" y="53164"/>
                </a:lnTo>
                <a:lnTo>
                  <a:pt x="3808" y="54229"/>
                </a:lnTo>
                <a:lnTo>
                  <a:pt x="3808" y="55028"/>
                </a:lnTo>
                <a:lnTo>
                  <a:pt x="3808" y="56182"/>
                </a:lnTo>
                <a:lnTo>
                  <a:pt x="3808" y="56981"/>
                </a:lnTo>
                <a:lnTo>
                  <a:pt x="3808" y="57868"/>
                </a:lnTo>
                <a:lnTo>
                  <a:pt x="4284" y="58933"/>
                </a:lnTo>
                <a:lnTo>
                  <a:pt x="4284" y="59821"/>
                </a:lnTo>
                <a:lnTo>
                  <a:pt x="4284" y="60620"/>
                </a:lnTo>
                <a:lnTo>
                  <a:pt x="4284" y="61507"/>
                </a:lnTo>
                <a:lnTo>
                  <a:pt x="4601" y="62572"/>
                </a:lnTo>
                <a:lnTo>
                  <a:pt x="4601" y="63460"/>
                </a:lnTo>
                <a:lnTo>
                  <a:pt x="4601" y="64259"/>
                </a:lnTo>
                <a:lnTo>
                  <a:pt x="4601" y="65146"/>
                </a:lnTo>
                <a:lnTo>
                  <a:pt x="4601" y="66211"/>
                </a:lnTo>
                <a:lnTo>
                  <a:pt x="4919" y="67099"/>
                </a:lnTo>
                <a:lnTo>
                  <a:pt x="4919" y="67898"/>
                </a:lnTo>
                <a:lnTo>
                  <a:pt x="4919" y="68785"/>
                </a:lnTo>
                <a:lnTo>
                  <a:pt x="4919" y="69673"/>
                </a:lnTo>
                <a:lnTo>
                  <a:pt x="4919" y="70738"/>
                </a:lnTo>
                <a:lnTo>
                  <a:pt x="5395" y="71537"/>
                </a:lnTo>
                <a:lnTo>
                  <a:pt x="5395" y="72424"/>
                </a:lnTo>
                <a:lnTo>
                  <a:pt x="5395" y="73312"/>
                </a:lnTo>
                <a:lnTo>
                  <a:pt x="5395" y="74377"/>
                </a:lnTo>
                <a:lnTo>
                  <a:pt x="5395" y="75264"/>
                </a:lnTo>
                <a:lnTo>
                  <a:pt x="5712" y="75886"/>
                </a:lnTo>
                <a:lnTo>
                  <a:pt x="5712" y="76684"/>
                </a:lnTo>
                <a:lnTo>
                  <a:pt x="5712" y="77838"/>
                </a:lnTo>
                <a:lnTo>
                  <a:pt x="5712" y="78637"/>
                </a:lnTo>
                <a:lnTo>
                  <a:pt x="5712" y="79525"/>
                </a:lnTo>
                <a:lnTo>
                  <a:pt x="5712" y="80412"/>
                </a:lnTo>
                <a:lnTo>
                  <a:pt x="5712" y="81477"/>
                </a:lnTo>
                <a:lnTo>
                  <a:pt x="5712" y="82276"/>
                </a:lnTo>
                <a:lnTo>
                  <a:pt x="5712" y="83164"/>
                </a:lnTo>
                <a:lnTo>
                  <a:pt x="6188" y="84051"/>
                </a:lnTo>
                <a:lnTo>
                  <a:pt x="6188" y="84850"/>
                </a:lnTo>
                <a:lnTo>
                  <a:pt x="6188" y="85737"/>
                </a:lnTo>
                <a:lnTo>
                  <a:pt x="6188" y="86625"/>
                </a:lnTo>
                <a:lnTo>
                  <a:pt x="6188" y="87424"/>
                </a:lnTo>
                <a:lnTo>
                  <a:pt x="6506" y="88489"/>
                </a:lnTo>
                <a:lnTo>
                  <a:pt x="6506" y="89376"/>
                </a:lnTo>
                <a:lnTo>
                  <a:pt x="6506" y="89998"/>
                </a:lnTo>
                <a:lnTo>
                  <a:pt x="6506" y="90885"/>
                </a:lnTo>
                <a:lnTo>
                  <a:pt x="6506" y="91950"/>
                </a:lnTo>
                <a:lnTo>
                  <a:pt x="6982" y="92838"/>
                </a:lnTo>
                <a:lnTo>
                  <a:pt x="6982" y="93637"/>
                </a:lnTo>
                <a:lnTo>
                  <a:pt x="6982" y="94524"/>
                </a:lnTo>
                <a:lnTo>
                  <a:pt x="6982" y="95412"/>
                </a:lnTo>
                <a:lnTo>
                  <a:pt x="7299" y="96211"/>
                </a:lnTo>
                <a:lnTo>
                  <a:pt x="7299" y="97098"/>
                </a:lnTo>
                <a:lnTo>
                  <a:pt x="7299" y="97986"/>
                </a:lnTo>
                <a:lnTo>
                  <a:pt x="7299" y="98785"/>
                </a:lnTo>
                <a:lnTo>
                  <a:pt x="7299" y="99672"/>
                </a:lnTo>
                <a:lnTo>
                  <a:pt x="7616" y="100560"/>
                </a:lnTo>
                <a:lnTo>
                  <a:pt x="7616" y="101625"/>
                </a:lnTo>
                <a:lnTo>
                  <a:pt x="7616" y="102246"/>
                </a:lnTo>
                <a:lnTo>
                  <a:pt x="7616" y="103134"/>
                </a:lnTo>
                <a:lnTo>
                  <a:pt x="7616" y="103932"/>
                </a:lnTo>
                <a:lnTo>
                  <a:pt x="7616" y="104820"/>
                </a:lnTo>
                <a:lnTo>
                  <a:pt x="7616" y="105707"/>
                </a:lnTo>
                <a:lnTo>
                  <a:pt x="7616" y="106506"/>
                </a:lnTo>
                <a:lnTo>
                  <a:pt x="7616" y="107394"/>
                </a:lnTo>
                <a:lnTo>
                  <a:pt x="7616" y="108281"/>
                </a:lnTo>
                <a:lnTo>
                  <a:pt x="8093" y="109080"/>
                </a:lnTo>
                <a:lnTo>
                  <a:pt x="8093" y="109701"/>
                </a:lnTo>
                <a:lnTo>
                  <a:pt x="8093" y="110855"/>
                </a:lnTo>
                <a:lnTo>
                  <a:pt x="8093" y="111654"/>
                </a:lnTo>
                <a:lnTo>
                  <a:pt x="8410" y="112275"/>
                </a:lnTo>
                <a:lnTo>
                  <a:pt x="8410" y="113429"/>
                </a:lnTo>
                <a:lnTo>
                  <a:pt x="8410" y="114228"/>
                </a:lnTo>
                <a:lnTo>
                  <a:pt x="8410" y="114849"/>
                </a:lnTo>
                <a:lnTo>
                  <a:pt x="8410" y="115737"/>
                </a:lnTo>
                <a:lnTo>
                  <a:pt x="8886" y="116802"/>
                </a:lnTo>
                <a:lnTo>
                  <a:pt x="8886" y="117423"/>
                </a:lnTo>
                <a:lnTo>
                  <a:pt x="8886" y="118311"/>
                </a:lnTo>
                <a:lnTo>
                  <a:pt x="8886" y="119198"/>
                </a:lnTo>
                <a:lnTo>
                  <a:pt x="8886" y="119997"/>
                </a:lnTo>
                <a:lnTo>
                  <a:pt x="9203" y="120707"/>
                </a:lnTo>
                <a:lnTo>
                  <a:pt x="9203" y="121506"/>
                </a:lnTo>
                <a:lnTo>
                  <a:pt x="9203" y="122571"/>
                </a:lnTo>
                <a:lnTo>
                  <a:pt x="9203" y="123281"/>
                </a:lnTo>
                <a:lnTo>
                  <a:pt x="9203" y="124080"/>
                </a:lnTo>
                <a:lnTo>
                  <a:pt x="9521" y="124967"/>
                </a:lnTo>
                <a:lnTo>
                  <a:pt x="9521" y="125855"/>
                </a:lnTo>
                <a:lnTo>
                  <a:pt x="9521" y="126476"/>
                </a:lnTo>
                <a:lnTo>
                  <a:pt x="9521" y="127541"/>
                </a:lnTo>
                <a:lnTo>
                  <a:pt x="9997" y="128163"/>
                </a:lnTo>
                <a:lnTo>
                  <a:pt x="9997" y="129050"/>
                </a:lnTo>
                <a:lnTo>
                  <a:pt x="9997" y="129938"/>
                </a:lnTo>
                <a:lnTo>
                  <a:pt x="9997" y="130737"/>
                </a:lnTo>
                <a:lnTo>
                  <a:pt x="9997" y="131447"/>
                </a:lnTo>
                <a:lnTo>
                  <a:pt x="9997" y="132245"/>
                </a:lnTo>
                <a:lnTo>
                  <a:pt x="9997" y="133133"/>
                </a:lnTo>
                <a:lnTo>
                  <a:pt x="9997" y="133932"/>
                </a:lnTo>
                <a:lnTo>
                  <a:pt x="9997" y="134642"/>
                </a:lnTo>
                <a:lnTo>
                  <a:pt x="9997" y="135441"/>
                </a:lnTo>
                <a:lnTo>
                  <a:pt x="10314" y="136328"/>
                </a:lnTo>
                <a:lnTo>
                  <a:pt x="10314" y="136949"/>
                </a:lnTo>
                <a:lnTo>
                  <a:pt x="10314" y="138014"/>
                </a:lnTo>
                <a:lnTo>
                  <a:pt x="10314" y="138725"/>
                </a:lnTo>
                <a:lnTo>
                  <a:pt x="10314" y="139523"/>
                </a:lnTo>
                <a:lnTo>
                  <a:pt x="10790" y="140411"/>
                </a:lnTo>
                <a:lnTo>
                  <a:pt x="10790" y="141032"/>
                </a:lnTo>
                <a:lnTo>
                  <a:pt x="10790" y="141920"/>
                </a:lnTo>
                <a:lnTo>
                  <a:pt x="10790" y="142807"/>
                </a:lnTo>
                <a:lnTo>
                  <a:pt x="11108" y="143429"/>
                </a:lnTo>
                <a:lnTo>
                  <a:pt x="11108" y="144227"/>
                </a:lnTo>
                <a:lnTo>
                  <a:pt x="11108" y="145115"/>
                </a:lnTo>
                <a:lnTo>
                  <a:pt x="11108" y="145736"/>
                </a:lnTo>
                <a:lnTo>
                  <a:pt x="11108" y="146624"/>
                </a:lnTo>
                <a:lnTo>
                  <a:pt x="11425" y="147511"/>
                </a:lnTo>
                <a:lnTo>
                  <a:pt x="11425" y="148133"/>
                </a:lnTo>
                <a:lnTo>
                  <a:pt x="11425" y="149020"/>
                </a:lnTo>
                <a:lnTo>
                  <a:pt x="11425" y="149819"/>
                </a:lnTo>
                <a:lnTo>
                  <a:pt x="11425" y="150529"/>
                </a:lnTo>
                <a:lnTo>
                  <a:pt x="11901" y="151328"/>
                </a:lnTo>
                <a:lnTo>
                  <a:pt x="11901" y="152215"/>
                </a:lnTo>
                <a:lnTo>
                  <a:pt x="11901" y="152837"/>
                </a:lnTo>
                <a:lnTo>
                  <a:pt x="11901" y="153458"/>
                </a:lnTo>
                <a:lnTo>
                  <a:pt x="11901" y="154523"/>
                </a:lnTo>
                <a:lnTo>
                  <a:pt x="11901" y="155233"/>
                </a:lnTo>
                <a:lnTo>
                  <a:pt x="11901" y="155854"/>
                </a:lnTo>
                <a:lnTo>
                  <a:pt x="11901" y="156742"/>
                </a:lnTo>
                <a:lnTo>
                  <a:pt x="11901" y="157541"/>
                </a:lnTo>
                <a:lnTo>
                  <a:pt x="12218" y="158162"/>
                </a:lnTo>
                <a:lnTo>
                  <a:pt x="12218" y="159050"/>
                </a:lnTo>
                <a:lnTo>
                  <a:pt x="12218" y="159671"/>
                </a:lnTo>
                <a:lnTo>
                  <a:pt x="12218" y="160558"/>
                </a:lnTo>
                <a:lnTo>
                  <a:pt x="12218" y="161446"/>
                </a:lnTo>
                <a:lnTo>
                  <a:pt x="12694" y="162067"/>
                </a:lnTo>
                <a:lnTo>
                  <a:pt x="12694" y="162955"/>
                </a:lnTo>
                <a:lnTo>
                  <a:pt x="12694" y="163576"/>
                </a:lnTo>
                <a:lnTo>
                  <a:pt x="12694" y="164197"/>
                </a:lnTo>
                <a:lnTo>
                  <a:pt x="12694" y="165085"/>
                </a:lnTo>
                <a:lnTo>
                  <a:pt x="13012" y="165884"/>
                </a:lnTo>
                <a:lnTo>
                  <a:pt x="13012" y="166594"/>
                </a:lnTo>
                <a:lnTo>
                  <a:pt x="13012" y="167393"/>
                </a:lnTo>
                <a:lnTo>
                  <a:pt x="13012" y="168103"/>
                </a:lnTo>
                <a:lnTo>
                  <a:pt x="13012" y="168901"/>
                </a:lnTo>
                <a:lnTo>
                  <a:pt x="13488" y="169612"/>
                </a:lnTo>
                <a:lnTo>
                  <a:pt x="13488" y="170233"/>
                </a:lnTo>
                <a:lnTo>
                  <a:pt x="13488" y="171032"/>
                </a:lnTo>
                <a:lnTo>
                  <a:pt x="13488" y="171742"/>
                </a:lnTo>
                <a:lnTo>
                  <a:pt x="13805" y="172363"/>
                </a:lnTo>
              </a:path>
            </a:pathLst>
          </a:custGeom>
          <a:ln w="194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435519" y="3586031"/>
            <a:ext cx="13012" cy="115781"/>
          </a:xfrm>
          <a:custGeom>
            <a:avLst/>
            <a:gdLst/>
            <a:ahLst/>
            <a:cxnLst/>
            <a:rect l="l" t="t" r="r" b="b"/>
            <a:pathLst>
              <a:path w="13012" h="115781">
                <a:moveTo>
                  <a:pt x="0" y="0"/>
                </a:moveTo>
                <a:lnTo>
                  <a:pt x="0" y="887"/>
                </a:lnTo>
                <a:lnTo>
                  <a:pt x="0" y="1686"/>
                </a:lnTo>
                <a:lnTo>
                  <a:pt x="0" y="2396"/>
                </a:lnTo>
                <a:lnTo>
                  <a:pt x="0" y="3195"/>
                </a:lnTo>
                <a:lnTo>
                  <a:pt x="317" y="3816"/>
                </a:lnTo>
                <a:lnTo>
                  <a:pt x="317" y="4704"/>
                </a:lnTo>
                <a:lnTo>
                  <a:pt x="317" y="5325"/>
                </a:lnTo>
                <a:lnTo>
                  <a:pt x="317" y="6035"/>
                </a:lnTo>
                <a:lnTo>
                  <a:pt x="317" y="6834"/>
                </a:lnTo>
                <a:lnTo>
                  <a:pt x="317" y="7455"/>
                </a:lnTo>
                <a:lnTo>
                  <a:pt x="317" y="8343"/>
                </a:lnTo>
                <a:lnTo>
                  <a:pt x="317" y="8964"/>
                </a:lnTo>
                <a:lnTo>
                  <a:pt x="317" y="9674"/>
                </a:lnTo>
                <a:lnTo>
                  <a:pt x="317" y="10295"/>
                </a:lnTo>
                <a:lnTo>
                  <a:pt x="793" y="10916"/>
                </a:lnTo>
                <a:lnTo>
                  <a:pt x="793" y="11804"/>
                </a:lnTo>
                <a:lnTo>
                  <a:pt x="793" y="12425"/>
                </a:lnTo>
                <a:lnTo>
                  <a:pt x="793" y="13047"/>
                </a:lnTo>
                <a:lnTo>
                  <a:pt x="1110" y="13934"/>
                </a:lnTo>
                <a:lnTo>
                  <a:pt x="1110" y="14555"/>
                </a:lnTo>
                <a:lnTo>
                  <a:pt x="1110" y="15443"/>
                </a:lnTo>
                <a:lnTo>
                  <a:pt x="1110" y="16064"/>
                </a:lnTo>
                <a:lnTo>
                  <a:pt x="1110" y="16686"/>
                </a:lnTo>
                <a:lnTo>
                  <a:pt x="1586" y="17573"/>
                </a:lnTo>
                <a:lnTo>
                  <a:pt x="1586" y="18017"/>
                </a:lnTo>
                <a:lnTo>
                  <a:pt x="1586" y="18904"/>
                </a:lnTo>
                <a:lnTo>
                  <a:pt x="1586" y="19526"/>
                </a:lnTo>
                <a:lnTo>
                  <a:pt x="1586" y="20147"/>
                </a:lnTo>
                <a:lnTo>
                  <a:pt x="1904" y="21035"/>
                </a:lnTo>
                <a:lnTo>
                  <a:pt x="1904" y="21656"/>
                </a:lnTo>
                <a:lnTo>
                  <a:pt x="1904" y="22277"/>
                </a:lnTo>
                <a:lnTo>
                  <a:pt x="1904" y="22898"/>
                </a:lnTo>
                <a:lnTo>
                  <a:pt x="1904" y="23608"/>
                </a:lnTo>
                <a:lnTo>
                  <a:pt x="2221" y="24407"/>
                </a:lnTo>
                <a:lnTo>
                  <a:pt x="2221" y="25117"/>
                </a:lnTo>
                <a:lnTo>
                  <a:pt x="2221" y="25739"/>
                </a:lnTo>
                <a:lnTo>
                  <a:pt x="2221" y="26360"/>
                </a:lnTo>
                <a:lnTo>
                  <a:pt x="2221" y="27247"/>
                </a:lnTo>
                <a:lnTo>
                  <a:pt x="2221" y="27869"/>
                </a:lnTo>
                <a:lnTo>
                  <a:pt x="2221" y="28313"/>
                </a:lnTo>
                <a:lnTo>
                  <a:pt x="2221" y="29111"/>
                </a:lnTo>
                <a:lnTo>
                  <a:pt x="2221" y="29821"/>
                </a:lnTo>
                <a:lnTo>
                  <a:pt x="2697" y="30620"/>
                </a:lnTo>
                <a:lnTo>
                  <a:pt x="2697" y="31064"/>
                </a:lnTo>
                <a:lnTo>
                  <a:pt x="2697" y="31952"/>
                </a:lnTo>
                <a:lnTo>
                  <a:pt x="2697" y="32573"/>
                </a:lnTo>
                <a:lnTo>
                  <a:pt x="2697" y="33017"/>
                </a:lnTo>
                <a:lnTo>
                  <a:pt x="3015" y="33904"/>
                </a:lnTo>
                <a:lnTo>
                  <a:pt x="3015" y="34525"/>
                </a:lnTo>
                <a:lnTo>
                  <a:pt x="3015" y="35147"/>
                </a:lnTo>
                <a:lnTo>
                  <a:pt x="3015" y="35768"/>
                </a:lnTo>
                <a:lnTo>
                  <a:pt x="3015" y="36656"/>
                </a:lnTo>
                <a:lnTo>
                  <a:pt x="3491" y="37099"/>
                </a:lnTo>
                <a:lnTo>
                  <a:pt x="3491" y="37721"/>
                </a:lnTo>
                <a:lnTo>
                  <a:pt x="3491" y="38342"/>
                </a:lnTo>
                <a:lnTo>
                  <a:pt x="3491" y="39052"/>
                </a:lnTo>
                <a:lnTo>
                  <a:pt x="3808" y="39851"/>
                </a:lnTo>
                <a:lnTo>
                  <a:pt x="3808" y="40295"/>
                </a:lnTo>
                <a:lnTo>
                  <a:pt x="3808" y="41182"/>
                </a:lnTo>
                <a:lnTo>
                  <a:pt x="3808" y="41626"/>
                </a:lnTo>
                <a:lnTo>
                  <a:pt x="3808" y="42425"/>
                </a:lnTo>
                <a:lnTo>
                  <a:pt x="4284" y="42868"/>
                </a:lnTo>
                <a:lnTo>
                  <a:pt x="4284" y="43756"/>
                </a:lnTo>
                <a:lnTo>
                  <a:pt x="4284" y="44200"/>
                </a:lnTo>
                <a:lnTo>
                  <a:pt x="4284" y="44821"/>
                </a:lnTo>
                <a:lnTo>
                  <a:pt x="4284" y="45709"/>
                </a:lnTo>
                <a:lnTo>
                  <a:pt x="4284" y="46064"/>
                </a:lnTo>
                <a:lnTo>
                  <a:pt x="4284" y="46951"/>
                </a:lnTo>
                <a:lnTo>
                  <a:pt x="4284" y="47395"/>
                </a:lnTo>
                <a:lnTo>
                  <a:pt x="4284" y="48283"/>
                </a:lnTo>
                <a:lnTo>
                  <a:pt x="4284" y="48638"/>
                </a:lnTo>
                <a:lnTo>
                  <a:pt x="4601" y="49348"/>
                </a:lnTo>
                <a:lnTo>
                  <a:pt x="4601" y="49969"/>
                </a:lnTo>
                <a:lnTo>
                  <a:pt x="4601" y="50590"/>
                </a:lnTo>
                <a:lnTo>
                  <a:pt x="4601" y="51211"/>
                </a:lnTo>
                <a:lnTo>
                  <a:pt x="4919" y="51922"/>
                </a:lnTo>
                <a:lnTo>
                  <a:pt x="4919" y="52543"/>
                </a:lnTo>
                <a:lnTo>
                  <a:pt x="4919" y="53164"/>
                </a:lnTo>
                <a:lnTo>
                  <a:pt x="4919" y="53608"/>
                </a:lnTo>
                <a:lnTo>
                  <a:pt x="4919" y="54495"/>
                </a:lnTo>
                <a:lnTo>
                  <a:pt x="5395" y="54850"/>
                </a:lnTo>
                <a:lnTo>
                  <a:pt x="5395" y="55561"/>
                </a:lnTo>
                <a:lnTo>
                  <a:pt x="5395" y="56182"/>
                </a:lnTo>
                <a:lnTo>
                  <a:pt x="5395" y="56803"/>
                </a:lnTo>
                <a:lnTo>
                  <a:pt x="5395" y="57424"/>
                </a:lnTo>
                <a:lnTo>
                  <a:pt x="5712" y="57868"/>
                </a:lnTo>
                <a:lnTo>
                  <a:pt x="5712" y="58489"/>
                </a:lnTo>
                <a:lnTo>
                  <a:pt x="5712" y="59200"/>
                </a:lnTo>
                <a:lnTo>
                  <a:pt x="5712" y="59821"/>
                </a:lnTo>
                <a:lnTo>
                  <a:pt x="5712" y="60265"/>
                </a:lnTo>
                <a:lnTo>
                  <a:pt x="6188" y="61063"/>
                </a:lnTo>
                <a:lnTo>
                  <a:pt x="6188" y="61507"/>
                </a:lnTo>
                <a:lnTo>
                  <a:pt x="6188" y="62217"/>
                </a:lnTo>
                <a:lnTo>
                  <a:pt x="6188" y="62572"/>
                </a:lnTo>
                <a:lnTo>
                  <a:pt x="6506" y="63460"/>
                </a:lnTo>
                <a:lnTo>
                  <a:pt x="6506" y="63904"/>
                </a:lnTo>
                <a:lnTo>
                  <a:pt x="6506" y="64525"/>
                </a:lnTo>
                <a:lnTo>
                  <a:pt x="6506" y="64969"/>
                </a:lnTo>
                <a:lnTo>
                  <a:pt x="6506" y="65856"/>
                </a:lnTo>
                <a:lnTo>
                  <a:pt x="6506" y="66211"/>
                </a:lnTo>
                <a:lnTo>
                  <a:pt x="6506" y="66921"/>
                </a:lnTo>
                <a:lnTo>
                  <a:pt x="6506" y="67365"/>
                </a:lnTo>
                <a:lnTo>
                  <a:pt x="6506" y="67986"/>
                </a:lnTo>
                <a:lnTo>
                  <a:pt x="6506" y="68608"/>
                </a:lnTo>
                <a:lnTo>
                  <a:pt x="6823" y="69229"/>
                </a:lnTo>
                <a:lnTo>
                  <a:pt x="6823" y="69673"/>
                </a:lnTo>
                <a:lnTo>
                  <a:pt x="6823" y="70294"/>
                </a:lnTo>
                <a:lnTo>
                  <a:pt x="6823" y="71004"/>
                </a:lnTo>
                <a:lnTo>
                  <a:pt x="6823" y="71359"/>
                </a:lnTo>
                <a:lnTo>
                  <a:pt x="7299" y="72069"/>
                </a:lnTo>
                <a:lnTo>
                  <a:pt x="7299" y="72690"/>
                </a:lnTo>
                <a:lnTo>
                  <a:pt x="7299" y="73312"/>
                </a:lnTo>
                <a:lnTo>
                  <a:pt x="7299" y="73755"/>
                </a:lnTo>
                <a:lnTo>
                  <a:pt x="7299" y="74377"/>
                </a:lnTo>
                <a:lnTo>
                  <a:pt x="7616" y="74820"/>
                </a:lnTo>
                <a:lnTo>
                  <a:pt x="7616" y="75442"/>
                </a:lnTo>
                <a:lnTo>
                  <a:pt x="7616" y="75886"/>
                </a:lnTo>
                <a:lnTo>
                  <a:pt x="7616" y="76507"/>
                </a:lnTo>
                <a:lnTo>
                  <a:pt x="8093" y="76951"/>
                </a:lnTo>
                <a:lnTo>
                  <a:pt x="8093" y="77572"/>
                </a:lnTo>
                <a:lnTo>
                  <a:pt x="8093" y="78016"/>
                </a:lnTo>
                <a:lnTo>
                  <a:pt x="8093" y="78726"/>
                </a:lnTo>
                <a:lnTo>
                  <a:pt x="8093" y="79081"/>
                </a:lnTo>
                <a:lnTo>
                  <a:pt x="8410" y="79791"/>
                </a:lnTo>
                <a:lnTo>
                  <a:pt x="8410" y="80412"/>
                </a:lnTo>
                <a:lnTo>
                  <a:pt x="8410" y="80856"/>
                </a:lnTo>
                <a:lnTo>
                  <a:pt x="8410" y="81477"/>
                </a:lnTo>
                <a:lnTo>
                  <a:pt x="8410" y="81921"/>
                </a:lnTo>
                <a:lnTo>
                  <a:pt x="8410" y="82542"/>
                </a:lnTo>
                <a:lnTo>
                  <a:pt x="8410" y="82986"/>
                </a:lnTo>
                <a:lnTo>
                  <a:pt x="8410" y="83607"/>
                </a:lnTo>
                <a:lnTo>
                  <a:pt x="8410" y="84051"/>
                </a:lnTo>
                <a:lnTo>
                  <a:pt x="8410" y="84672"/>
                </a:lnTo>
                <a:lnTo>
                  <a:pt x="8886" y="85116"/>
                </a:lnTo>
                <a:lnTo>
                  <a:pt x="8886" y="85737"/>
                </a:lnTo>
                <a:lnTo>
                  <a:pt x="8886" y="86181"/>
                </a:lnTo>
                <a:lnTo>
                  <a:pt x="8886" y="86625"/>
                </a:lnTo>
                <a:lnTo>
                  <a:pt x="9203" y="87246"/>
                </a:lnTo>
                <a:lnTo>
                  <a:pt x="9203" y="87690"/>
                </a:lnTo>
                <a:lnTo>
                  <a:pt x="9203" y="88311"/>
                </a:lnTo>
                <a:lnTo>
                  <a:pt x="9203" y="88755"/>
                </a:lnTo>
                <a:lnTo>
                  <a:pt x="9203" y="89199"/>
                </a:lnTo>
                <a:lnTo>
                  <a:pt x="9521" y="89820"/>
                </a:lnTo>
                <a:lnTo>
                  <a:pt x="9521" y="90264"/>
                </a:lnTo>
                <a:lnTo>
                  <a:pt x="9521" y="90885"/>
                </a:lnTo>
                <a:lnTo>
                  <a:pt x="9521" y="91329"/>
                </a:lnTo>
                <a:lnTo>
                  <a:pt x="9521" y="91773"/>
                </a:lnTo>
                <a:lnTo>
                  <a:pt x="9997" y="92217"/>
                </a:lnTo>
                <a:lnTo>
                  <a:pt x="9997" y="92838"/>
                </a:lnTo>
                <a:lnTo>
                  <a:pt x="9997" y="93282"/>
                </a:lnTo>
                <a:lnTo>
                  <a:pt x="9997" y="93903"/>
                </a:lnTo>
                <a:lnTo>
                  <a:pt x="9997" y="94347"/>
                </a:lnTo>
                <a:lnTo>
                  <a:pt x="10314" y="94791"/>
                </a:lnTo>
                <a:lnTo>
                  <a:pt x="10314" y="95412"/>
                </a:lnTo>
                <a:lnTo>
                  <a:pt x="10314" y="95589"/>
                </a:lnTo>
                <a:lnTo>
                  <a:pt x="10314" y="96299"/>
                </a:lnTo>
                <a:lnTo>
                  <a:pt x="10790" y="96921"/>
                </a:lnTo>
                <a:lnTo>
                  <a:pt x="10790" y="97098"/>
                </a:lnTo>
                <a:lnTo>
                  <a:pt x="10790" y="97808"/>
                </a:lnTo>
                <a:lnTo>
                  <a:pt x="10790" y="98163"/>
                </a:lnTo>
                <a:lnTo>
                  <a:pt x="10790" y="98607"/>
                </a:lnTo>
                <a:lnTo>
                  <a:pt x="10790" y="99228"/>
                </a:lnTo>
                <a:lnTo>
                  <a:pt x="10790" y="99672"/>
                </a:lnTo>
                <a:lnTo>
                  <a:pt x="10790" y="100116"/>
                </a:lnTo>
                <a:lnTo>
                  <a:pt x="10790" y="100560"/>
                </a:lnTo>
                <a:lnTo>
                  <a:pt x="10790" y="101003"/>
                </a:lnTo>
                <a:lnTo>
                  <a:pt x="11108" y="101625"/>
                </a:lnTo>
                <a:lnTo>
                  <a:pt x="11108" y="102068"/>
                </a:lnTo>
                <a:lnTo>
                  <a:pt x="11108" y="102512"/>
                </a:lnTo>
                <a:lnTo>
                  <a:pt x="11108" y="102956"/>
                </a:lnTo>
                <a:lnTo>
                  <a:pt x="11108" y="103311"/>
                </a:lnTo>
                <a:lnTo>
                  <a:pt x="11425" y="104021"/>
                </a:lnTo>
                <a:lnTo>
                  <a:pt x="11425" y="104199"/>
                </a:lnTo>
                <a:lnTo>
                  <a:pt x="11425" y="104820"/>
                </a:lnTo>
                <a:lnTo>
                  <a:pt x="11425" y="105086"/>
                </a:lnTo>
                <a:lnTo>
                  <a:pt x="11901" y="105707"/>
                </a:lnTo>
                <a:lnTo>
                  <a:pt x="11901" y="106151"/>
                </a:lnTo>
                <a:lnTo>
                  <a:pt x="11901" y="106595"/>
                </a:lnTo>
                <a:lnTo>
                  <a:pt x="11901" y="106950"/>
                </a:lnTo>
                <a:lnTo>
                  <a:pt x="11901" y="107394"/>
                </a:lnTo>
                <a:lnTo>
                  <a:pt x="12218" y="107838"/>
                </a:lnTo>
                <a:lnTo>
                  <a:pt x="12218" y="108459"/>
                </a:lnTo>
                <a:lnTo>
                  <a:pt x="12218" y="108725"/>
                </a:lnTo>
                <a:lnTo>
                  <a:pt x="12218" y="109346"/>
                </a:lnTo>
                <a:lnTo>
                  <a:pt x="12218" y="109781"/>
                </a:lnTo>
                <a:lnTo>
                  <a:pt x="12694" y="109994"/>
                </a:lnTo>
                <a:lnTo>
                  <a:pt x="12694" y="110633"/>
                </a:lnTo>
                <a:lnTo>
                  <a:pt x="12694" y="111068"/>
                </a:lnTo>
                <a:lnTo>
                  <a:pt x="12694" y="111494"/>
                </a:lnTo>
                <a:lnTo>
                  <a:pt x="12694" y="111920"/>
                </a:lnTo>
                <a:lnTo>
                  <a:pt x="12694" y="112133"/>
                </a:lnTo>
                <a:lnTo>
                  <a:pt x="12694" y="112781"/>
                </a:lnTo>
                <a:lnTo>
                  <a:pt x="12694" y="113207"/>
                </a:lnTo>
                <a:lnTo>
                  <a:pt x="12694" y="113420"/>
                </a:lnTo>
                <a:lnTo>
                  <a:pt x="13012" y="114068"/>
                </a:lnTo>
                <a:lnTo>
                  <a:pt x="13012" y="114494"/>
                </a:lnTo>
                <a:lnTo>
                  <a:pt x="13012" y="114707"/>
                </a:lnTo>
                <a:lnTo>
                  <a:pt x="13012" y="115355"/>
                </a:lnTo>
                <a:lnTo>
                  <a:pt x="13012" y="115781"/>
                </a:lnTo>
              </a:path>
            </a:pathLst>
          </a:custGeom>
          <a:ln w="1943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448531" y="3701812"/>
            <a:ext cx="13805" cy="45247"/>
          </a:xfrm>
          <a:custGeom>
            <a:avLst/>
            <a:gdLst/>
            <a:ahLst/>
            <a:cxnLst/>
            <a:rect l="l" t="t" r="r" b="b"/>
            <a:pathLst>
              <a:path w="13805" h="45247">
                <a:moveTo>
                  <a:pt x="0" y="0"/>
                </a:moveTo>
                <a:lnTo>
                  <a:pt x="317" y="213"/>
                </a:lnTo>
                <a:lnTo>
                  <a:pt x="317" y="647"/>
                </a:lnTo>
                <a:lnTo>
                  <a:pt x="317" y="1073"/>
                </a:lnTo>
                <a:lnTo>
                  <a:pt x="317" y="1499"/>
                </a:lnTo>
                <a:lnTo>
                  <a:pt x="317" y="1934"/>
                </a:lnTo>
                <a:lnTo>
                  <a:pt x="793" y="2360"/>
                </a:lnTo>
                <a:lnTo>
                  <a:pt x="793" y="2786"/>
                </a:lnTo>
                <a:lnTo>
                  <a:pt x="793" y="3221"/>
                </a:lnTo>
                <a:lnTo>
                  <a:pt x="793" y="3434"/>
                </a:lnTo>
                <a:lnTo>
                  <a:pt x="793" y="3860"/>
                </a:lnTo>
                <a:lnTo>
                  <a:pt x="1110" y="4286"/>
                </a:lnTo>
                <a:lnTo>
                  <a:pt x="1110" y="4721"/>
                </a:lnTo>
                <a:lnTo>
                  <a:pt x="1110" y="5147"/>
                </a:lnTo>
                <a:lnTo>
                  <a:pt x="1110" y="5573"/>
                </a:lnTo>
                <a:lnTo>
                  <a:pt x="1586" y="5786"/>
                </a:lnTo>
                <a:lnTo>
                  <a:pt x="1586" y="6221"/>
                </a:lnTo>
                <a:lnTo>
                  <a:pt x="1586" y="6647"/>
                </a:lnTo>
                <a:lnTo>
                  <a:pt x="1586" y="7073"/>
                </a:lnTo>
                <a:lnTo>
                  <a:pt x="1586" y="7295"/>
                </a:lnTo>
                <a:lnTo>
                  <a:pt x="1904" y="7721"/>
                </a:lnTo>
                <a:lnTo>
                  <a:pt x="1904" y="8147"/>
                </a:lnTo>
                <a:lnTo>
                  <a:pt x="1904" y="8360"/>
                </a:lnTo>
                <a:lnTo>
                  <a:pt x="1904" y="9008"/>
                </a:lnTo>
                <a:lnTo>
                  <a:pt x="1904" y="9434"/>
                </a:lnTo>
                <a:lnTo>
                  <a:pt x="1904" y="9647"/>
                </a:lnTo>
                <a:lnTo>
                  <a:pt x="1904" y="10082"/>
                </a:lnTo>
                <a:lnTo>
                  <a:pt x="1904" y="10508"/>
                </a:lnTo>
                <a:lnTo>
                  <a:pt x="1904" y="10721"/>
                </a:lnTo>
                <a:lnTo>
                  <a:pt x="1904" y="11147"/>
                </a:lnTo>
                <a:lnTo>
                  <a:pt x="2380" y="11582"/>
                </a:lnTo>
                <a:lnTo>
                  <a:pt x="2380" y="11795"/>
                </a:lnTo>
                <a:lnTo>
                  <a:pt x="2380" y="12221"/>
                </a:lnTo>
                <a:lnTo>
                  <a:pt x="2380" y="12434"/>
                </a:lnTo>
                <a:lnTo>
                  <a:pt x="2697" y="12869"/>
                </a:lnTo>
                <a:lnTo>
                  <a:pt x="2697" y="13082"/>
                </a:lnTo>
                <a:lnTo>
                  <a:pt x="2697" y="13508"/>
                </a:lnTo>
                <a:lnTo>
                  <a:pt x="2697" y="13934"/>
                </a:lnTo>
                <a:lnTo>
                  <a:pt x="2697" y="14156"/>
                </a:lnTo>
                <a:lnTo>
                  <a:pt x="3015" y="14582"/>
                </a:lnTo>
                <a:lnTo>
                  <a:pt x="3015" y="15008"/>
                </a:lnTo>
                <a:lnTo>
                  <a:pt x="3015" y="15221"/>
                </a:lnTo>
                <a:lnTo>
                  <a:pt x="3015" y="15656"/>
                </a:lnTo>
                <a:lnTo>
                  <a:pt x="3015" y="15869"/>
                </a:lnTo>
                <a:lnTo>
                  <a:pt x="3491" y="16295"/>
                </a:lnTo>
                <a:lnTo>
                  <a:pt x="3491" y="16508"/>
                </a:lnTo>
                <a:lnTo>
                  <a:pt x="3491" y="16943"/>
                </a:lnTo>
                <a:lnTo>
                  <a:pt x="3491" y="17369"/>
                </a:lnTo>
                <a:lnTo>
                  <a:pt x="3491" y="17582"/>
                </a:lnTo>
                <a:lnTo>
                  <a:pt x="3808" y="17795"/>
                </a:lnTo>
                <a:lnTo>
                  <a:pt x="3808" y="18230"/>
                </a:lnTo>
                <a:lnTo>
                  <a:pt x="3808" y="18656"/>
                </a:lnTo>
                <a:lnTo>
                  <a:pt x="3808" y="18869"/>
                </a:lnTo>
                <a:lnTo>
                  <a:pt x="3808" y="19082"/>
                </a:lnTo>
                <a:lnTo>
                  <a:pt x="3808" y="19517"/>
                </a:lnTo>
                <a:lnTo>
                  <a:pt x="3808" y="19943"/>
                </a:lnTo>
                <a:lnTo>
                  <a:pt x="3808" y="20156"/>
                </a:lnTo>
                <a:lnTo>
                  <a:pt x="3808" y="20369"/>
                </a:lnTo>
                <a:lnTo>
                  <a:pt x="4284" y="20804"/>
                </a:lnTo>
                <a:lnTo>
                  <a:pt x="4284" y="21230"/>
                </a:lnTo>
                <a:lnTo>
                  <a:pt x="4284" y="21656"/>
                </a:lnTo>
                <a:lnTo>
                  <a:pt x="4284" y="22091"/>
                </a:lnTo>
                <a:lnTo>
                  <a:pt x="4601" y="22304"/>
                </a:lnTo>
                <a:lnTo>
                  <a:pt x="4601" y="22517"/>
                </a:lnTo>
                <a:lnTo>
                  <a:pt x="4601" y="22943"/>
                </a:lnTo>
                <a:lnTo>
                  <a:pt x="4601" y="23156"/>
                </a:lnTo>
                <a:lnTo>
                  <a:pt x="4601" y="23591"/>
                </a:lnTo>
                <a:lnTo>
                  <a:pt x="4919" y="23591"/>
                </a:lnTo>
                <a:lnTo>
                  <a:pt x="4919" y="24017"/>
                </a:lnTo>
                <a:lnTo>
                  <a:pt x="4919" y="24443"/>
                </a:lnTo>
                <a:lnTo>
                  <a:pt x="4919" y="24656"/>
                </a:lnTo>
                <a:lnTo>
                  <a:pt x="5395" y="24878"/>
                </a:lnTo>
                <a:lnTo>
                  <a:pt x="5395" y="25091"/>
                </a:lnTo>
                <a:lnTo>
                  <a:pt x="5395" y="25517"/>
                </a:lnTo>
                <a:lnTo>
                  <a:pt x="5395" y="25730"/>
                </a:lnTo>
                <a:lnTo>
                  <a:pt x="5395" y="25943"/>
                </a:lnTo>
                <a:lnTo>
                  <a:pt x="5712" y="26165"/>
                </a:lnTo>
                <a:lnTo>
                  <a:pt x="5712" y="26591"/>
                </a:lnTo>
                <a:lnTo>
                  <a:pt x="5712" y="26804"/>
                </a:lnTo>
                <a:lnTo>
                  <a:pt x="5712" y="27230"/>
                </a:lnTo>
                <a:lnTo>
                  <a:pt x="6188" y="27665"/>
                </a:lnTo>
                <a:lnTo>
                  <a:pt x="6188" y="27878"/>
                </a:lnTo>
                <a:lnTo>
                  <a:pt x="6188" y="28304"/>
                </a:lnTo>
                <a:lnTo>
                  <a:pt x="6188" y="28517"/>
                </a:lnTo>
                <a:lnTo>
                  <a:pt x="6188" y="28952"/>
                </a:lnTo>
                <a:lnTo>
                  <a:pt x="6188" y="29165"/>
                </a:lnTo>
                <a:lnTo>
                  <a:pt x="6188" y="29378"/>
                </a:lnTo>
                <a:lnTo>
                  <a:pt x="6188" y="29591"/>
                </a:lnTo>
                <a:lnTo>
                  <a:pt x="6506" y="29804"/>
                </a:lnTo>
                <a:lnTo>
                  <a:pt x="6506" y="30239"/>
                </a:lnTo>
                <a:lnTo>
                  <a:pt x="6506" y="30452"/>
                </a:lnTo>
                <a:lnTo>
                  <a:pt x="6506" y="30665"/>
                </a:lnTo>
                <a:lnTo>
                  <a:pt x="6506" y="30878"/>
                </a:lnTo>
                <a:lnTo>
                  <a:pt x="6982" y="31091"/>
                </a:lnTo>
                <a:lnTo>
                  <a:pt x="6982" y="31304"/>
                </a:lnTo>
                <a:lnTo>
                  <a:pt x="6982" y="31525"/>
                </a:lnTo>
                <a:lnTo>
                  <a:pt x="6982" y="31952"/>
                </a:lnTo>
                <a:lnTo>
                  <a:pt x="7299" y="32165"/>
                </a:lnTo>
                <a:lnTo>
                  <a:pt x="7299" y="32378"/>
                </a:lnTo>
                <a:lnTo>
                  <a:pt x="7299" y="32804"/>
                </a:lnTo>
                <a:lnTo>
                  <a:pt x="7299" y="33025"/>
                </a:lnTo>
                <a:lnTo>
                  <a:pt x="7616" y="33238"/>
                </a:lnTo>
                <a:lnTo>
                  <a:pt x="7616" y="33665"/>
                </a:lnTo>
                <a:lnTo>
                  <a:pt x="7616" y="33878"/>
                </a:lnTo>
                <a:lnTo>
                  <a:pt x="7616" y="34091"/>
                </a:lnTo>
                <a:lnTo>
                  <a:pt x="8093" y="34312"/>
                </a:lnTo>
                <a:lnTo>
                  <a:pt x="8093" y="34525"/>
                </a:lnTo>
                <a:lnTo>
                  <a:pt x="8093" y="34738"/>
                </a:lnTo>
                <a:lnTo>
                  <a:pt x="8093" y="35164"/>
                </a:lnTo>
                <a:lnTo>
                  <a:pt x="8093" y="35377"/>
                </a:lnTo>
                <a:lnTo>
                  <a:pt x="8093" y="35599"/>
                </a:lnTo>
                <a:lnTo>
                  <a:pt x="8093" y="35812"/>
                </a:lnTo>
                <a:lnTo>
                  <a:pt x="8093" y="36025"/>
                </a:lnTo>
                <a:lnTo>
                  <a:pt x="8410" y="36238"/>
                </a:lnTo>
                <a:lnTo>
                  <a:pt x="8410" y="36451"/>
                </a:lnTo>
                <a:lnTo>
                  <a:pt x="8410" y="36664"/>
                </a:lnTo>
                <a:lnTo>
                  <a:pt x="8410" y="36886"/>
                </a:lnTo>
                <a:lnTo>
                  <a:pt x="8886" y="37099"/>
                </a:lnTo>
                <a:lnTo>
                  <a:pt x="8886" y="37312"/>
                </a:lnTo>
                <a:lnTo>
                  <a:pt x="8886" y="37525"/>
                </a:lnTo>
                <a:lnTo>
                  <a:pt x="8886" y="37738"/>
                </a:lnTo>
                <a:lnTo>
                  <a:pt x="9203" y="37738"/>
                </a:lnTo>
                <a:lnTo>
                  <a:pt x="9203" y="37951"/>
                </a:lnTo>
                <a:lnTo>
                  <a:pt x="9203" y="38164"/>
                </a:lnTo>
                <a:lnTo>
                  <a:pt x="9203" y="38386"/>
                </a:lnTo>
                <a:lnTo>
                  <a:pt x="9203" y="38599"/>
                </a:lnTo>
                <a:lnTo>
                  <a:pt x="9521" y="38812"/>
                </a:lnTo>
                <a:lnTo>
                  <a:pt x="9521" y="39025"/>
                </a:lnTo>
                <a:lnTo>
                  <a:pt x="9521" y="39238"/>
                </a:lnTo>
                <a:lnTo>
                  <a:pt x="9997" y="39451"/>
                </a:lnTo>
                <a:lnTo>
                  <a:pt x="9997" y="39673"/>
                </a:lnTo>
                <a:lnTo>
                  <a:pt x="9997" y="39886"/>
                </a:lnTo>
                <a:lnTo>
                  <a:pt x="9997" y="40099"/>
                </a:lnTo>
                <a:lnTo>
                  <a:pt x="9997" y="40312"/>
                </a:lnTo>
                <a:lnTo>
                  <a:pt x="9997" y="40525"/>
                </a:lnTo>
                <a:lnTo>
                  <a:pt x="10314" y="40738"/>
                </a:lnTo>
                <a:lnTo>
                  <a:pt x="10314" y="40960"/>
                </a:lnTo>
                <a:lnTo>
                  <a:pt x="10314" y="41173"/>
                </a:lnTo>
                <a:lnTo>
                  <a:pt x="10314" y="41386"/>
                </a:lnTo>
                <a:lnTo>
                  <a:pt x="10790" y="41386"/>
                </a:lnTo>
                <a:lnTo>
                  <a:pt x="10790" y="41599"/>
                </a:lnTo>
                <a:lnTo>
                  <a:pt x="10790" y="41812"/>
                </a:lnTo>
                <a:lnTo>
                  <a:pt x="10790" y="42025"/>
                </a:lnTo>
                <a:lnTo>
                  <a:pt x="11108" y="42025"/>
                </a:lnTo>
                <a:lnTo>
                  <a:pt x="11108" y="42238"/>
                </a:lnTo>
                <a:lnTo>
                  <a:pt x="11108" y="42460"/>
                </a:lnTo>
                <a:lnTo>
                  <a:pt x="11584" y="42460"/>
                </a:lnTo>
                <a:lnTo>
                  <a:pt x="11584" y="42673"/>
                </a:lnTo>
                <a:lnTo>
                  <a:pt x="11584" y="42886"/>
                </a:lnTo>
                <a:lnTo>
                  <a:pt x="11901" y="43099"/>
                </a:lnTo>
                <a:lnTo>
                  <a:pt x="11901" y="43312"/>
                </a:lnTo>
                <a:lnTo>
                  <a:pt x="11901" y="43525"/>
                </a:lnTo>
                <a:lnTo>
                  <a:pt x="12218" y="43525"/>
                </a:lnTo>
                <a:lnTo>
                  <a:pt x="12218" y="43747"/>
                </a:lnTo>
                <a:lnTo>
                  <a:pt x="12218" y="43960"/>
                </a:lnTo>
                <a:lnTo>
                  <a:pt x="12218" y="44173"/>
                </a:lnTo>
                <a:lnTo>
                  <a:pt x="12694" y="44386"/>
                </a:lnTo>
                <a:lnTo>
                  <a:pt x="12694" y="44599"/>
                </a:lnTo>
                <a:lnTo>
                  <a:pt x="13012" y="44599"/>
                </a:lnTo>
                <a:lnTo>
                  <a:pt x="13012" y="44812"/>
                </a:lnTo>
                <a:lnTo>
                  <a:pt x="13488" y="44812"/>
                </a:lnTo>
                <a:lnTo>
                  <a:pt x="13488" y="45034"/>
                </a:lnTo>
                <a:lnTo>
                  <a:pt x="13805" y="45034"/>
                </a:lnTo>
                <a:lnTo>
                  <a:pt x="13805" y="45247"/>
                </a:lnTo>
              </a:path>
            </a:pathLst>
          </a:custGeom>
          <a:ln w="1880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3462337" y="3715108"/>
            <a:ext cx="13488" cy="32378"/>
          </a:xfrm>
          <a:custGeom>
            <a:avLst/>
            <a:gdLst/>
            <a:ahLst/>
            <a:cxnLst/>
            <a:rect l="l" t="t" r="r" b="b"/>
            <a:pathLst>
              <a:path w="13488" h="32378">
                <a:moveTo>
                  <a:pt x="0" y="31952"/>
                </a:moveTo>
                <a:lnTo>
                  <a:pt x="317" y="31952"/>
                </a:lnTo>
                <a:lnTo>
                  <a:pt x="317" y="32165"/>
                </a:lnTo>
                <a:lnTo>
                  <a:pt x="793" y="32165"/>
                </a:lnTo>
                <a:lnTo>
                  <a:pt x="1110" y="32378"/>
                </a:lnTo>
                <a:lnTo>
                  <a:pt x="1586" y="32378"/>
                </a:lnTo>
                <a:lnTo>
                  <a:pt x="1586" y="32165"/>
                </a:lnTo>
                <a:lnTo>
                  <a:pt x="1904" y="32165"/>
                </a:lnTo>
                <a:lnTo>
                  <a:pt x="2221" y="32165"/>
                </a:lnTo>
                <a:lnTo>
                  <a:pt x="2221" y="31952"/>
                </a:lnTo>
                <a:lnTo>
                  <a:pt x="2697" y="31952"/>
                </a:lnTo>
                <a:lnTo>
                  <a:pt x="2697" y="31952"/>
                </a:lnTo>
                <a:lnTo>
                  <a:pt x="2697" y="31517"/>
                </a:lnTo>
                <a:lnTo>
                  <a:pt x="3015" y="31517"/>
                </a:lnTo>
                <a:lnTo>
                  <a:pt x="3491" y="31517"/>
                </a:lnTo>
                <a:lnTo>
                  <a:pt x="3491" y="31304"/>
                </a:lnTo>
                <a:lnTo>
                  <a:pt x="3491" y="31091"/>
                </a:lnTo>
                <a:lnTo>
                  <a:pt x="3808" y="31091"/>
                </a:lnTo>
                <a:lnTo>
                  <a:pt x="3808" y="30878"/>
                </a:lnTo>
                <a:lnTo>
                  <a:pt x="3808" y="30665"/>
                </a:lnTo>
                <a:lnTo>
                  <a:pt x="4284" y="30665"/>
                </a:lnTo>
                <a:lnTo>
                  <a:pt x="4284" y="30452"/>
                </a:lnTo>
                <a:lnTo>
                  <a:pt x="4601" y="30452"/>
                </a:lnTo>
                <a:lnTo>
                  <a:pt x="4601" y="30230"/>
                </a:lnTo>
                <a:lnTo>
                  <a:pt x="4601" y="30017"/>
                </a:lnTo>
                <a:lnTo>
                  <a:pt x="4601" y="29378"/>
                </a:lnTo>
                <a:lnTo>
                  <a:pt x="4919" y="29378"/>
                </a:lnTo>
                <a:lnTo>
                  <a:pt x="4919" y="29165"/>
                </a:lnTo>
                <a:lnTo>
                  <a:pt x="4919" y="28943"/>
                </a:lnTo>
                <a:lnTo>
                  <a:pt x="5395" y="28730"/>
                </a:lnTo>
                <a:lnTo>
                  <a:pt x="5395" y="28517"/>
                </a:lnTo>
                <a:lnTo>
                  <a:pt x="5395" y="28304"/>
                </a:lnTo>
                <a:lnTo>
                  <a:pt x="5712" y="28304"/>
                </a:lnTo>
                <a:lnTo>
                  <a:pt x="5712" y="28091"/>
                </a:lnTo>
                <a:lnTo>
                  <a:pt x="5712" y="27878"/>
                </a:lnTo>
                <a:lnTo>
                  <a:pt x="6188" y="27665"/>
                </a:lnTo>
                <a:lnTo>
                  <a:pt x="6188" y="27443"/>
                </a:lnTo>
                <a:lnTo>
                  <a:pt x="6188" y="27230"/>
                </a:lnTo>
                <a:lnTo>
                  <a:pt x="6188" y="27017"/>
                </a:lnTo>
                <a:lnTo>
                  <a:pt x="6506" y="26804"/>
                </a:lnTo>
                <a:lnTo>
                  <a:pt x="6506" y="26591"/>
                </a:lnTo>
                <a:lnTo>
                  <a:pt x="6506" y="26378"/>
                </a:lnTo>
                <a:lnTo>
                  <a:pt x="6823" y="26156"/>
                </a:lnTo>
                <a:lnTo>
                  <a:pt x="6823" y="25943"/>
                </a:lnTo>
                <a:lnTo>
                  <a:pt x="6823" y="25730"/>
                </a:lnTo>
                <a:lnTo>
                  <a:pt x="6823" y="25517"/>
                </a:lnTo>
                <a:lnTo>
                  <a:pt x="6823" y="25304"/>
                </a:lnTo>
                <a:lnTo>
                  <a:pt x="6823" y="25091"/>
                </a:lnTo>
                <a:lnTo>
                  <a:pt x="6823" y="24869"/>
                </a:lnTo>
                <a:lnTo>
                  <a:pt x="7299" y="24656"/>
                </a:lnTo>
                <a:lnTo>
                  <a:pt x="7299" y="24443"/>
                </a:lnTo>
                <a:lnTo>
                  <a:pt x="7299" y="24230"/>
                </a:lnTo>
                <a:lnTo>
                  <a:pt x="7299" y="24017"/>
                </a:lnTo>
                <a:lnTo>
                  <a:pt x="7616" y="23804"/>
                </a:lnTo>
                <a:lnTo>
                  <a:pt x="7616" y="23591"/>
                </a:lnTo>
                <a:lnTo>
                  <a:pt x="7616" y="23369"/>
                </a:lnTo>
                <a:lnTo>
                  <a:pt x="7616" y="23156"/>
                </a:lnTo>
                <a:lnTo>
                  <a:pt x="8093" y="22943"/>
                </a:lnTo>
                <a:lnTo>
                  <a:pt x="8093" y="22730"/>
                </a:lnTo>
                <a:lnTo>
                  <a:pt x="8093" y="22517"/>
                </a:lnTo>
                <a:lnTo>
                  <a:pt x="8093" y="22304"/>
                </a:lnTo>
                <a:lnTo>
                  <a:pt x="8410" y="22082"/>
                </a:lnTo>
                <a:lnTo>
                  <a:pt x="8410" y="21656"/>
                </a:lnTo>
                <a:lnTo>
                  <a:pt x="8410" y="21443"/>
                </a:lnTo>
                <a:lnTo>
                  <a:pt x="8410" y="21230"/>
                </a:lnTo>
                <a:lnTo>
                  <a:pt x="8886" y="21017"/>
                </a:lnTo>
                <a:lnTo>
                  <a:pt x="8886" y="20795"/>
                </a:lnTo>
                <a:lnTo>
                  <a:pt x="8886" y="20369"/>
                </a:lnTo>
                <a:lnTo>
                  <a:pt x="8886" y="20156"/>
                </a:lnTo>
                <a:lnTo>
                  <a:pt x="8886" y="19943"/>
                </a:lnTo>
                <a:lnTo>
                  <a:pt x="8886" y="19730"/>
                </a:lnTo>
                <a:lnTo>
                  <a:pt x="8886" y="19295"/>
                </a:lnTo>
                <a:lnTo>
                  <a:pt x="8886" y="19082"/>
                </a:lnTo>
                <a:lnTo>
                  <a:pt x="9203" y="18869"/>
                </a:lnTo>
                <a:lnTo>
                  <a:pt x="9203" y="18656"/>
                </a:lnTo>
                <a:lnTo>
                  <a:pt x="9203" y="18443"/>
                </a:lnTo>
                <a:lnTo>
                  <a:pt x="9203" y="18230"/>
                </a:lnTo>
                <a:lnTo>
                  <a:pt x="9203" y="18008"/>
                </a:lnTo>
                <a:lnTo>
                  <a:pt x="9521" y="17582"/>
                </a:lnTo>
                <a:lnTo>
                  <a:pt x="9521" y="17369"/>
                </a:lnTo>
                <a:lnTo>
                  <a:pt x="9521" y="16943"/>
                </a:lnTo>
                <a:lnTo>
                  <a:pt x="9997" y="16721"/>
                </a:lnTo>
                <a:lnTo>
                  <a:pt x="9997" y="16508"/>
                </a:lnTo>
                <a:lnTo>
                  <a:pt x="9997" y="16295"/>
                </a:lnTo>
                <a:lnTo>
                  <a:pt x="9997" y="16082"/>
                </a:lnTo>
                <a:lnTo>
                  <a:pt x="9997" y="15656"/>
                </a:lnTo>
                <a:lnTo>
                  <a:pt x="10314" y="15434"/>
                </a:lnTo>
                <a:lnTo>
                  <a:pt x="10314" y="15221"/>
                </a:lnTo>
                <a:lnTo>
                  <a:pt x="10314" y="15008"/>
                </a:lnTo>
                <a:lnTo>
                  <a:pt x="10314" y="14795"/>
                </a:lnTo>
                <a:lnTo>
                  <a:pt x="10314" y="14369"/>
                </a:lnTo>
                <a:lnTo>
                  <a:pt x="10790" y="14156"/>
                </a:lnTo>
                <a:lnTo>
                  <a:pt x="10790" y="13934"/>
                </a:lnTo>
                <a:lnTo>
                  <a:pt x="10790" y="13721"/>
                </a:lnTo>
                <a:lnTo>
                  <a:pt x="10790" y="13295"/>
                </a:lnTo>
                <a:lnTo>
                  <a:pt x="10790" y="13082"/>
                </a:lnTo>
                <a:lnTo>
                  <a:pt x="11108" y="12647"/>
                </a:lnTo>
                <a:lnTo>
                  <a:pt x="11108" y="12221"/>
                </a:lnTo>
                <a:lnTo>
                  <a:pt x="11108" y="12008"/>
                </a:lnTo>
                <a:lnTo>
                  <a:pt x="11108" y="11582"/>
                </a:lnTo>
                <a:lnTo>
                  <a:pt x="11108" y="11360"/>
                </a:lnTo>
                <a:lnTo>
                  <a:pt x="11108" y="11147"/>
                </a:lnTo>
                <a:lnTo>
                  <a:pt x="11108" y="10721"/>
                </a:lnTo>
                <a:lnTo>
                  <a:pt x="11108" y="10508"/>
                </a:lnTo>
                <a:lnTo>
                  <a:pt x="11425" y="10295"/>
                </a:lnTo>
                <a:lnTo>
                  <a:pt x="11425" y="9860"/>
                </a:lnTo>
                <a:lnTo>
                  <a:pt x="11425" y="9647"/>
                </a:lnTo>
                <a:lnTo>
                  <a:pt x="11425" y="9221"/>
                </a:lnTo>
                <a:lnTo>
                  <a:pt x="11425" y="9008"/>
                </a:lnTo>
                <a:lnTo>
                  <a:pt x="11901" y="8795"/>
                </a:lnTo>
                <a:lnTo>
                  <a:pt x="11901" y="8360"/>
                </a:lnTo>
                <a:lnTo>
                  <a:pt x="11901" y="7934"/>
                </a:lnTo>
                <a:lnTo>
                  <a:pt x="11901" y="7508"/>
                </a:lnTo>
                <a:lnTo>
                  <a:pt x="12218" y="7073"/>
                </a:lnTo>
                <a:lnTo>
                  <a:pt x="12218" y="6647"/>
                </a:lnTo>
                <a:lnTo>
                  <a:pt x="12218" y="6221"/>
                </a:lnTo>
                <a:lnTo>
                  <a:pt x="12694" y="5786"/>
                </a:lnTo>
                <a:lnTo>
                  <a:pt x="12694" y="5573"/>
                </a:lnTo>
                <a:lnTo>
                  <a:pt x="12694" y="5147"/>
                </a:lnTo>
                <a:lnTo>
                  <a:pt x="12694" y="4934"/>
                </a:lnTo>
                <a:lnTo>
                  <a:pt x="12694" y="4499"/>
                </a:lnTo>
                <a:lnTo>
                  <a:pt x="13012" y="4286"/>
                </a:lnTo>
                <a:lnTo>
                  <a:pt x="13012" y="3860"/>
                </a:lnTo>
                <a:lnTo>
                  <a:pt x="13012" y="3434"/>
                </a:lnTo>
                <a:lnTo>
                  <a:pt x="13012" y="3212"/>
                </a:lnTo>
                <a:lnTo>
                  <a:pt x="13012" y="2999"/>
                </a:lnTo>
                <a:lnTo>
                  <a:pt x="13012" y="2573"/>
                </a:lnTo>
                <a:lnTo>
                  <a:pt x="13012" y="2147"/>
                </a:lnTo>
                <a:lnTo>
                  <a:pt x="13012" y="1925"/>
                </a:lnTo>
                <a:lnTo>
                  <a:pt x="13012" y="1499"/>
                </a:lnTo>
                <a:lnTo>
                  <a:pt x="13012" y="1073"/>
                </a:lnTo>
                <a:lnTo>
                  <a:pt x="13488" y="860"/>
                </a:lnTo>
                <a:lnTo>
                  <a:pt x="13488" y="426"/>
                </a:lnTo>
                <a:lnTo>
                  <a:pt x="13488" y="0"/>
                </a:lnTo>
              </a:path>
            </a:pathLst>
          </a:custGeom>
          <a:ln w="1826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3475826" y="3606001"/>
            <a:ext cx="13647" cy="109107"/>
          </a:xfrm>
          <a:custGeom>
            <a:avLst/>
            <a:gdLst/>
            <a:ahLst/>
            <a:cxnLst/>
            <a:rect l="l" t="t" r="r" b="b"/>
            <a:pathLst>
              <a:path w="13647" h="109107">
                <a:moveTo>
                  <a:pt x="0" y="109107"/>
                </a:moveTo>
                <a:lnTo>
                  <a:pt x="0" y="108681"/>
                </a:lnTo>
                <a:lnTo>
                  <a:pt x="317" y="108468"/>
                </a:lnTo>
                <a:lnTo>
                  <a:pt x="317" y="108033"/>
                </a:lnTo>
                <a:lnTo>
                  <a:pt x="317" y="107607"/>
                </a:lnTo>
                <a:lnTo>
                  <a:pt x="317" y="107394"/>
                </a:lnTo>
                <a:lnTo>
                  <a:pt x="317" y="106959"/>
                </a:lnTo>
                <a:lnTo>
                  <a:pt x="634" y="106533"/>
                </a:lnTo>
                <a:lnTo>
                  <a:pt x="634" y="106320"/>
                </a:lnTo>
                <a:lnTo>
                  <a:pt x="634" y="105894"/>
                </a:lnTo>
                <a:lnTo>
                  <a:pt x="634" y="105459"/>
                </a:lnTo>
                <a:lnTo>
                  <a:pt x="634" y="105246"/>
                </a:lnTo>
                <a:lnTo>
                  <a:pt x="1110" y="104820"/>
                </a:lnTo>
                <a:lnTo>
                  <a:pt x="1110" y="104394"/>
                </a:lnTo>
                <a:lnTo>
                  <a:pt x="1110" y="103959"/>
                </a:lnTo>
                <a:lnTo>
                  <a:pt x="1110" y="103533"/>
                </a:lnTo>
                <a:lnTo>
                  <a:pt x="1110" y="103107"/>
                </a:lnTo>
                <a:lnTo>
                  <a:pt x="1428" y="102885"/>
                </a:lnTo>
                <a:lnTo>
                  <a:pt x="1428" y="102459"/>
                </a:lnTo>
                <a:lnTo>
                  <a:pt x="1428" y="102033"/>
                </a:lnTo>
                <a:lnTo>
                  <a:pt x="1428" y="101598"/>
                </a:lnTo>
                <a:lnTo>
                  <a:pt x="1904" y="101172"/>
                </a:lnTo>
                <a:lnTo>
                  <a:pt x="1904" y="100746"/>
                </a:lnTo>
                <a:lnTo>
                  <a:pt x="1904" y="100533"/>
                </a:lnTo>
                <a:lnTo>
                  <a:pt x="1904" y="100098"/>
                </a:lnTo>
                <a:lnTo>
                  <a:pt x="1904" y="99672"/>
                </a:lnTo>
                <a:lnTo>
                  <a:pt x="1904" y="99246"/>
                </a:lnTo>
                <a:lnTo>
                  <a:pt x="1904" y="98811"/>
                </a:lnTo>
                <a:lnTo>
                  <a:pt x="1904" y="98385"/>
                </a:lnTo>
                <a:lnTo>
                  <a:pt x="1904" y="98172"/>
                </a:lnTo>
                <a:lnTo>
                  <a:pt x="1904" y="97524"/>
                </a:lnTo>
                <a:lnTo>
                  <a:pt x="2221" y="97098"/>
                </a:lnTo>
                <a:lnTo>
                  <a:pt x="2221" y="96885"/>
                </a:lnTo>
                <a:lnTo>
                  <a:pt x="2221" y="96237"/>
                </a:lnTo>
                <a:lnTo>
                  <a:pt x="2221" y="95811"/>
                </a:lnTo>
                <a:lnTo>
                  <a:pt x="2221" y="95598"/>
                </a:lnTo>
                <a:lnTo>
                  <a:pt x="2538" y="94959"/>
                </a:lnTo>
                <a:lnTo>
                  <a:pt x="2538" y="94524"/>
                </a:lnTo>
                <a:lnTo>
                  <a:pt x="2538" y="94311"/>
                </a:lnTo>
                <a:lnTo>
                  <a:pt x="2538" y="93672"/>
                </a:lnTo>
                <a:lnTo>
                  <a:pt x="3015" y="93450"/>
                </a:lnTo>
                <a:lnTo>
                  <a:pt x="3015" y="92811"/>
                </a:lnTo>
                <a:lnTo>
                  <a:pt x="3015" y="92385"/>
                </a:lnTo>
                <a:lnTo>
                  <a:pt x="3015" y="92163"/>
                </a:lnTo>
                <a:lnTo>
                  <a:pt x="3015" y="91524"/>
                </a:lnTo>
                <a:lnTo>
                  <a:pt x="3332" y="91098"/>
                </a:lnTo>
                <a:lnTo>
                  <a:pt x="3332" y="90663"/>
                </a:lnTo>
                <a:lnTo>
                  <a:pt x="3332" y="90237"/>
                </a:lnTo>
                <a:lnTo>
                  <a:pt x="3332" y="89811"/>
                </a:lnTo>
                <a:lnTo>
                  <a:pt x="3332" y="89376"/>
                </a:lnTo>
                <a:lnTo>
                  <a:pt x="3808" y="88755"/>
                </a:lnTo>
                <a:lnTo>
                  <a:pt x="3808" y="88489"/>
                </a:lnTo>
                <a:lnTo>
                  <a:pt x="3808" y="87868"/>
                </a:lnTo>
                <a:lnTo>
                  <a:pt x="3808" y="87424"/>
                </a:lnTo>
                <a:lnTo>
                  <a:pt x="3808" y="86980"/>
                </a:lnTo>
                <a:lnTo>
                  <a:pt x="3808" y="86625"/>
                </a:lnTo>
                <a:lnTo>
                  <a:pt x="3808" y="86181"/>
                </a:lnTo>
                <a:lnTo>
                  <a:pt x="3808" y="85560"/>
                </a:lnTo>
                <a:lnTo>
                  <a:pt x="3808" y="85116"/>
                </a:lnTo>
                <a:lnTo>
                  <a:pt x="4125" y="84672"/>
                </a:lnTo>
                <a:lnTo>
                  <a:pt x="4125" y="84229"/>
                </a:lnTo>
                <a:lnTo>
                  <a:pt x="4125" y="83785"/>
                </a:lnTo>
                <a:lnTo>
                  <a:pt x="4125" y="83164"/>
                </a:lnTo>
                <a:lnTo>
                  <a:pt x="4125" y="82720"/>
                </a:lnTo>
                <a:lnTo>
                  <a:pt x="4443" y="82276"/>
                </a:lnTo>
                <a:lnTo>
                  <a:pt x="4443" y="81655"/>
                </a:lnTo>
                <a:lnTo>
                  <a:pt x="4443" y="81477"/>
                </a:lnTo>
                <a:lnTo>
                  <a:pt x="4443" y="80767"/>
                </a:lnTo>
                <a:lnTo>
                  <a:pt x="4443" y="80412"/>
                </a:lnTo>
                <a:lnTo>
                  <a:pt x="4919" y="79968"/>
                </a:lnTo>
                <a:lnTo>
                  <a:pt x="4919" y="79258"/>
                </a:lnTo>
                <a:lnTo>
                  <a:pt x="4919" y="78903"/>
                </a:lnTo>
                <a:lnTo>
                  <a:pt x="4919" y="78193"/>
                </a:lnTo>
                <a:lnTo>
                  <a:pt x="4919" y="78016"/>
                </a:lnTo>
                <a:lnTo>
                  <a:pt x="5236" y="77394"/>
                </a:lnTo>
                <a:lnTo>
                  <a:pt x="5236" y="76951"/>
                </a:lnTo>
                <a:lnTo>
                  <a:pt x="5236" y="76329"/>
                </a:lnTo>
                <a:lnTo>
                  <a:pt x="5236" y="75886"/>
                </a:lnTo>
                <a:lnTo>
                  <a:pt x="5712" y="75442"/>
                </a:lnTo>
                <a:lnTo>
                  <a:pt x="5712" y="74820"/>
                </a:lnTo>
                <a:lnTo>
                  <a:pt x="5712" y="74377"/>
                </a:lnTo>
                <a:lnTo>
                  <a:pt x="5712" y="73755"/>
                </a:lnTo>
                <a:lnTo>
                  <a:pt x="5712" y="73312"/>
                </a:lnTo>
                <a:lnTo>
                  <a:pt x="5712" y="72868"/>
                </a:lnTo>
                <a:lnTo>
                  <a:pt x="5712" y="72247"/>
                </a:lnTo>
                <a:lnTo>
                  <a:pt x="5712" y="71803"/>
                </a:lnTo>
                <a:lnTo>
                  <a:pt x="5712" y="71182"/>
                </a:lnTo>
                <a:lnTo>
                  <a:pt x="5712" y="70738"/>
                </a:lnTo>
                <a:lnTo>
                  <a:pt x="6030" y="70116"/>
                </a:lnTo>
                <a:lnTo>
                  <a:pt x="6030" y="69673"/>
                </a:lnTo>
                <a:lnTo>
                  <a:pt x="6030" y="69051"/>
                </a:lnTo>
                <a:lnTo>
                  <a:pt x="6030" y="68608"/>
                </a:lnTo>
                <a:lnTo>
                  <a:pt x="6030" y="68164"/>
                </a:lnTo>
                <a:lnTo>
                  <a:pt x="6506" y="67543"/>
                </a:lnTo>
                <a:lnTo>
                  <a:pt x="6506" y="67099"/>
                </a:lnTo>
                <a:lnTo>
                  <a:pt x="6506" y="66477"/>
                </a:lnTo>
                <a:lnTo>
                  <a:pt x="6506" y="66034"/>
                </a:lnTo>
                <a:lnTo>
                  <a:pt x="6823" y="65324"/>
                </a:lnTo>
                <a:lnTo>
                  <a:pt x="6823" y="64969"/>
                </a:lnTo>
                <a:lnTo>
                  <a:pt x="6823" y="64259"/>
                </a:lnTo>
                <a:lnTo>
                  <a:pt x="6823" y="63904"/>
                </a:lnTo>
                <a:lnTo>
                  <a:pt x="6823" y="63194"/>
                </a:lnTo>
                <a:lnTo>
                  <a:pt x="7140" y="62572"/>
                </a:lnTo>
                <a:lnTo>
                  <a:pt x="7140" y="61951"/>
                </a:lnTo>
                <a:lnTo>
                  <a:pt x="7140" y="61507"/>
                </a:lnTo>
                <a:lnTo>
                  <a:pt x="7140" y="60886"/>
                </a:lnTo>
                <a:lnTo>
                  <a:pt x="7140" y="60442"/>
                </a:lnTo>
                <a:lnTo>
                  <a:pt x="7616" y="59821"/>
                </a:lnTo>
                <a:lnTo>
                  <a:pt x="7616" y="59111"/>
                </a:lnTo>
                <a:lnTo>
                  <a:pt x="7616" y="58756"/>
                </a:lnTo>
                <a:lnTo>
                  <a:pt x="7616" y="58046"/>
                </a:lnTo>
                <a:lnTo>
                  <a:pt x="7616" y="57602"/>
                </a:lnTo>
                <a:lnTo>
                  <a:pt x="7934" y="56803"/>
                </a:lnTo>
                <a:lnTo>
                  <a:pt x="7934" y="56359"/>
                </a:lnTo>
                <a:lnTo>
                  <a:pt x="7934" y="55738"/>
                </a:lnTo>
                <a:lnTo>
                  <a:pt x="7934" y="55294"/>
                </a:lnTo>
                <a:lnTo>
                  <a:pt x="7934" y="54673"/>
                </a:lnTo>
                <a:lnTo>
                  <a:pt x="7934" y="53963"/>
                </a:lnTo>
                <a:lnTo>
                  <a:pt x="7934" y="53342"/>
                </a:lnTo>
                <a:lnTo>
                  <a:pt x="7934" y="52898"/>
                </a:lnTo>
                <a:lnTo>
                  <a:pt x="7934" y="52277"/>
                </a:lnTo>
                <a:lnTo>
                  <a:pt x="8410" y="51655"/>
                </a:lnTo>
                <a:lnTo>
                  <a:pt x="8410" y="51034"/>
                </a:lnTo>
                <a:lnTo>
                  <a:pt x="8410" y="50590"/>
                </a:lnTo>
                <a:lnTo>
                  <a:pt x="8410" y="49969"/>
                </a:lnTo>
                <a:lnTo>
                  <a:pt x="8410" y="49259"/>
                </a:lnTo>
                <a:lnTo>
                  <a:pt x="8727" y="48638"/>
                </a:lnTo>
                <a:lnTo>
                  <a:pt x="8727" y="48194"/>
                </a:lnTo>
                <a:lnTo>
                  <a:pt x="8727" y="47395"/>
                </a:lnTo>
                <a:lnTo>
                  <a:pt x="8727" y="46951"/>
                </a:lnTo>
                <a:lnTo>
                  <a:pt x="8727" y="46241"/>
                </a:lnTo>
                <a:lnTo>
                  <a:pt x="9045" y="45620"/>
                </a:lnTo>
                <a:lnTo>
                  <a:pt x="9045" y="44999"/>
                </a:lnTo>
                <a:lnTo>
                  <a:pt x="9045" y="44555"/>
                </a:lnTo>
                <a:lnTo>
                  <a:pt x="9045" y="43934"/>
                </a:lnTo>
                <a:lnTo>
                  <a:pt x="9521" y="43312"/>
                </a:lnTo>
                <a:lnTo>
                  <a:pt x="9521" y="42602"/>
                </a:lnTo>
                <a:lnTo>
                  <a:pt x="9521" y="41981"/>
                </a:lnTo>
                <a:lnTo>
                  <a:pt x="9521" y="41537"/>
                </a:lnTo>
                <a:lnTo>
                  <a:pt x="9521" y="40738"/>
                </a:lnTo>
                <a:lnTo>
                  <a:pt x="9838" y="40295"/>
                </a:lnTo>
                <a:lnTo>
                  <a:pt x="9838" y="39407"/>
                </a:lnTo>
                <a:lnTo>
                  <a:pt x="9838" y="38963"/>
                </a:lnTo>
                <a:lnTo>
                  <a:pt x="9838" y="38164"/>
                </a:lnTo>
                <a:lnTo>
                  <a:pt x="9838" y="37721"/>
                </a:lnTo>
                <a:lnTo>
                  <a:pt x="9838" y="36833"/>
                </a:lnTo>
                <a:lnTo>
                  <a:pt x="9838" y="36389"/>
                </a:lnTo>
                <a:lnTo>
                  <a:pt x="9838" y="35591"/>
                </a:lnTo>
                <a:lnTo>
                  <a:pt x="9838" y="35147"/>
                </a:lnTo>
                <a:lnTo>
                  <a:pt x="9838" y="34525"/>
                </a:lnTo>
                <a:lnTo>
                  <a:pt x="10314" y="33815"/>
                </a:lnTo>
                <a:lnTo>
                  <a:pt x="10314" y="33194"/>
                </a:lnTo>
                <a:lnTo>
                  <a:pt x="10314" y="32573"/>
                </a:lnTo>
                <a:lnTo>
                  <a:pt x="10314" y="31952"/>
                </a:lnTo>
                <a:lnTo>
                  <a:pt x="10631" y="31064"/>
                </a:lnTo>
                <a:lnTo>
                  <a:pt x="10631" y="30620"/>
                </a:lnTo>
                <a:lnTo>
                  <a:pt x="10631" y="29733"/>
                </a:lnTo>
                <a:lnTo>
                  <a:pt x="10631" y="29378"/>
                </a:lnTo>
                <a:lnTo>
                  <a:pt x="10631" y="28490"/>
                </a:lnTo>
                <a:lnTo>
                  <a:pt x="11108" y="27869"/>
                </a:lnTo>
                <a:lnTo>
                  <a:pt x="11108" y="27159"/>
                </a:lnTo>
                <a:lnTo>
                  <a:pt x="11108" y="26537"/>
                </a:lnTo>
                <a:lnTo>
                  <a:pt x="11108" y="25916"/>
                </a:lnTo>
                <a:lnTo>
                  <a:pt x="11108" y="25295"/>
                </a:lnTo>
                <a:lnTo>
                  <a:pt x="11425" y="24585"/>
                </a:lnTo>
                <a:lnTo>
                  <a:pt x="11425" y="23786"/>
                </a:lnTo>
                <a:lnTo>
                  <a:pt x="11425" y="23342"/>
                </a:lnTo>
                <a:lnTo>
                  <a:pt x="11425" y="22455"/>
                </a:lnTo>
                <a:lnTo>
                  <a:pt x="11425" y="21833"/>
                </a:lnTo>
                <a:lnTo>
                  <a:pt x="11742" y="21212"/>
                </a:lnTo>
                <a:lnTo>
                  <a:pt x="11742" y="20591"/>
                </a:lnTo>
                <a:lnTo>
                  <a:pt x="11742" y="19881"/>
                </a:lnTo>
                <a:lnTo>
                  <a:pt x="11742" y="19082"/>
                </a:lnTo>
                <a:lnTo>
                  <a:pt x="12218" y="18372"/>
                </a:lnTo>
                <a:lnTo>
                  <a:pt x="12218" y="17751"/>
                </a:lnTo>
                <a:lnTo>
                  <a:pt x="12218" y="17129"/>
                </a:lnTo>
                <a:lnTo>
                  <a:pt x="12218" y="16508"/>
                </a:lnTo>
                <a:lnTo>
                  <a:pt x="12218" y="15620"/>
                </a:lnTo>
                <a:lnTo>
                  <a:pt x="12218" y="14999"/>
                </a:lnTo>
                <a:lnTo>
                  <a:pt x="12218" y="14289"/>
                </a:lnTo>
                <a:lnTo>
                  <a:pt x="12218" y="13668"/>
                </a:lnTo>
                <a:lnTo>
                  <a:pt x="12218" y="13047"/>
                </a:lnTo>
                <a:lnTo>
                  <a:pt x="12218" y="12159"/>
                </a:lnTo>
                <a:lnTo>
                  <a:pt x="12536" y="11538"/>
                </a:lnTo>
                <a:lnTo>
                  <a:pt x="12536" y="10650"/>
                </a:lnTo>
                <a:lnTo>
                  <a:pt x="12536" y="10029"/>
                </a:lnTo>
                <a:lnTo>
                  <a:pt x="12536" y="9408"/>
                </a:lnTo>
                <a:lnTo>
                  <a:pt x="12536" y="8520"/>
                </a:lnTo>
                <a:lnTo>
                  <a:pt x="13012" y="7899"/>
                </a:lnTo>
                <a:lnTo>
                  <a:pt x="13012" y="7277"/>
                </a:lnTo>
                <a:lnTo>
                  <a:pt x="13012" y="6390"/>
                </a:lnTo>
                <a:lnTo>
                  <a:pt x="13012" y="5946"/>
                </a:lnTo>
                <a:lnTo>
                  <a:pt x="13329" y="5147"/>
                </a:lnTo>
                <a:lnTo>
                  <a:pt x="13329" y="4437"/>
                </a:lnTo>
                <a:lnTo>
                  <a:pt x="13329" y="3638"/>
                </a:lnTo>
                <a:lnTo>
                  <a:pt x="13329" y="2928"/>
                </a:lnTo>
                <a:lnTo>
                  <a:pt x="13329" y="2307"/>
                </a:lnTo>
                <a:lnTo>
                  <a:pt x="13647" y="1508"/>
                </a:lnTo>
                <a:lnTo>
                  <a:pt x="13647" y="621"/>
                </a:lnTo>
                <a:lnTo>
                  <a:pt x="13647" y="0"/>
                </a:lnTo>
              </a:path>
            </a:pathLst>
          </a:custGeom>
          <a:ln w="1940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3489473" y="3426537"/>
            <a:ext cx="13488" cy="179463"/>
          </a:xfrm>
          <a:custGeom>
            <a:avLst/>
            <a:gdLst/>
            <a:ahLst/>
            <a:cxnLst/>
            <a:rect l="l" t="t" r="r" b="b"/>
            <a:pathLst>
              <a:path w="13488" h="179463">
                <a:moveTo>
                  <a:pt x="0" y="179463"/>
                </a:moveTo>
                <a:lnTo>
                  <a:pt x="0" y="178576"/>
                </a:lnTo>
                <a:lnTo>
                  <a:pt x="0" y="177955"/>
                </a:lnTo>
                <a:lnTo>
                  <a:pt x="476" y="177244"/>
                </a:lnTo>
                <a:lnTo>
                  <a:pt x="476" y="176446"/>
                </a:lnTo>
                <a:lnTo>
                  <a:pt x="476" y="175824"/>
                </a:lnTo>
                <a:lnTo>
                  <a:pt x="476" y="174937"/>
                </a:lnTo>
                <a:lnTo>
                  <a:pt x="476" y="174316"/>
                </a:lnTo>
                <a:lnTo>
                  <a:pt x="476" y="173606"/>
                </a:lnTo>
                <a:lnTo>
                  <a:pt x="476" y="172807"/>
                </a:lnTo>
                <a:lnTo>
                  <a:pt x="476" y="171919"/>
                </a:lnTo>
                <a:lnTo>
                  <a:pt x="476" y="171298"/>
                </a:lnTo>
                <a:lnTo>
                  <a:pt x="793" y="170410"/>
                </a:lnTo>
                <a:lnTo>
                  <a:pt x="793" y="169789"/>
                </a:lnTo>
                <a:lnTo>
                  <a:pt x="793" y="168901"/>
                </a:lnTo>
                <a:lnTo>
                  <a:pt x="793" y="168280"/>
                </a:lnTo>
                <a:lnTo>
                  <a:pt x="793" y="167393"/>
                </a:lnTo>
                <a:lnTo>
                  <a:pt x="1269" y="166594"/>
                </a:lnTo>
                <a:lnTo>
                  <a:pt x="1269" y="165884"/>
                </a:lnTo>
                <a:lnTo>
                  <a:pt x="1269" y="165262"/>
                </a:lnTo>
                <a:lnTo>
                  <a:pt x="1269" y="164464"/>
                </a:lnTo>
                <a:lnTo>
                  <a:pt x="1269" y="163576"/>
                </a:lnTo>
                <a:lnTo>
                  <a:pt x="1586" y="162955"/>
                </a:lnTo>
                <a:lnTo>
                  <a:pt x="1586" y="162067"/>
                </a:lnTo>
                <a:lnTo>
                  <a:pt x="1586" y="161446"/>
                </a:lnTo>
                <a:lnTo>
                  <a:pt x="1586" y="160558"/>
                </a:lnTo>
                <a:lnTo>
                  <a:pt x="1586" y="159671"/>
                </a:lnTo>
                <a:lnTo>
                  <a:pt x="2062" y="159050"/>
                </a:lnTo>
                <a:lnTo>
                  <a:pt x="2062" y="158162"/>
                </a:lnTo>
                <a:lnTo>
                  <a:pt x="2062" y="157363"/>
                </a:lnTo>
                <a:lnTo>
                  <a:pt x="2062" y="156742"/>
                </a:lnTo>
                <a:lnTo>
                  <a:pt x="2380" y="155854"/>
                </a:lnTo>
                <a:lnTo>
                  <a:pt x="2380" y="154967"/>
                </a:lnTo>
                <a:lnTo>
                  <a:pt x="2380" y="154346"/>
                </a:lnTo>
                <a:lnTo>
                  <a:pt x="2380" y="153458"/>
                </a:lnTo>
                <a:lnTo>
                  <a:pt x="2380" y="152659"/>
                </a:lnTo>
                <a:lnTo>
                  <a:pt x="2697" y="151772"/>
                </a:lnTo>
                <a:lnTo>
                  <a:pt x="2697" y="151150"/>
                </a:lnTo>
                <a:lnTo>
                  <a:pt x="2697" y="150263"/>
                </a:lnTo>
                <a:lnTo>
                  <a:pt x="2697" y="149375"/>
                </a:lnTo>
                <a:lnTo>
                  <a:pt x="2697" y="148754"/>
                </a:lnTo>
                <a:lnTo>
                  <a:pt x="2697" y="147689"/>
                </a:lnTo>
                <a:lnTo>
                  <a:pt x="2697" y="147068"/>
                </a:lnTo>
                <a:lnTo>
                  <a:pt x="2697" y="146180"/>
                </a:lnTo>
                <a:lnTo>
                  <a:pt x="2697" y="145292"/>
                </a:lnTo>
                <a:lnTo>
                  <a:pt x="2697" y="144494"/>
                </a:lnTo>
                <a:lnTo>
                  <a:pt x="3173" y="143872"/>
                </a:lnTo>
                <a:lnTo>
                  <a:pt x="3173" y="142985"/>
                </a:lnTo>
                <a:lnTo>
                  <a:pt x="3173" y="142097"/>
                </a:lnTo>
                <a:lnTo>
                  <a:pt x="3173" y="141298"/>
                </a:lnTo>
                <a:lnTo>
                  <a:pt x="3491" y="140588"/>
                </a:lnTo>
                <a:lnTo>
                  <a:pt x="3491" y="139523"/>
                </a:lnTo>
                <a:lnTo>
                  <a:pt x="3491" y="138902"/>
                </a:lnTo>
                <a:lnTo>
                  <a:pt x="3491" y="138014"/>
                </a:lnTo>
                <a:lnTo>
                  <a:pt x="3491" y="137216"/>
                </a:lnTo>
                <a:lnTo>
                  <a:pt x="3967" y="136328"/>
                </a:lnTo>
                <a:lnTo>
                  <a:pt x="3967" y="135707"/>
                </a:lnTo>
                <a:lnTo>
                  <a:pt x="3967" y="134819"/>
                </a:lnTo>
                <a:lnTo>
                  <a:pt x="3967" y="133754"/>
                </a:lnTo>
                <a:lnTo>
                  <a:pt x="3967" y="133133"/>
                </a:lnTo>
                <a:lnTo>
                  <a:pt x="4284" y="132245"/>
                </a:lnTo>
                <a:lnTo>
                  <a:pt x="4284" y="131358"/>
                </a:lnTo>
                <a:lnTo>
                  <a:pt x="4284" y="130559"/>
                </a:lnTo>
                <a:lnTo>
                  <a:pt x="4284" y="129671"/>
                </a:lnTo>
                <a:lnTo>
                  <a:pt x="4284" y="128784"/>
                </a:lnTo>
                <a:lnTo>
                  <a:pt x="4601" y="127985"/>
                </a:lnTo>
                <a:lnTo>
                  <a:pt x="4601" y="127098"/>
                </a:lnTo>
                <a:lnTo>
                  <a:pt x="4601" y="126476"/>
                </a:lnTo>
                <a:lnTo>
                  <a:pt x="4601" y="125411"/>
                </a:lnTo>
                <a:lnTo>
                  <a:pt x="4601" y="124524"/>
                </a:lnTo>
                <a:lnTo>
                  <a:pt x="4601" y="123636"/>
                </a:lnTo>
                <a:lnTo>
                  <a:pt x="4601" y="122837"/>
                </a:lnTo>
                <a:lnTo>
                  <a:pt x="4601" y="121950"/>
                </a:lnTo>
                <a:lnTo>
                  <a:pt x="4601" y="121062"/>
                </a:lnTo>
                <a:lnTo>
                  <a:pt x="5077" y="120441"/>
                </a:lnTo>
                <a:lnTo>
                  <a:pt x="5077" y="119376"/>
                </a:lnTo>
                <a:lnTo>
                  <a:pt x="5077" y="118577"/>
                </a:lnTo>
                <a:lnTo>
                  <a:pt x="5077" y="117689"/>
                </a:lnTo>
                <a:lnTo>
                  <a:pt x="5077" y="116802"/>
                </a:lnTo>
                <a:lnTo>
                  <a:pt x="5395" y="116003"/>
                </a:lnTo>
                <a:lnTo>
                  <a:pt x="5395" y="115116"/>
                </a:lnTo>
                <a:lnTo>
                  <a:pt x="5395" y="114228"/>
                </a:lnTo>
                <a:lnTo>
                  <a:pt x="5395" y="113429"/>
                </a:lnTo>
                <a:lnTo>
                  <a:pt x="5395" y="112275"/>
                </a:lnTo>
                <a:lnTo>
                  <a:pt x="5871" y="111654"/>
                </a:lnTo>
                <a:lnTo>
                  <a:pt x="5871" y="110855"/>
                </a:lnTo>
                <a:lnTo>
                  <a:pt x="5871" y="109968"/>
                </a:lnTo>
                <a:lnTo>
                  <a:pt x="5871" y="108903"/>
                </a:lnTo>
                <a:lnTo>
                  <a:pt x="6188" y="108015"/>
                </a:lnTo>
                <a:lnTo>
                  <a:pt x="6188" y="107128"/>
                </a:lnTo>
                <a:lnTo>
                  <a:pt x="6188" y="106329"/>
                </a:lnTo>
                <a:lnTo>
                  <a:pt x="6188" y="105264"/>
                </a:lnTo>
                <a:lnTo>
                  <a:pt x="6188" y="104376"/>
                </a:lnTo>
                <a:lnTo>
                  <a:pt x="6664" y="103755"/>
                </a:lnTo>
                <a:lnTo>
                  <a:pt x="6664" y="102867"/>
                </a:lnTo>
                <a:lnTo>
                  <a:pt x="6664" y="101802"/>
                </a:lnTo>
                <a:lnTo>
                  <a:pt x="6664" y="100915"/>
                </a:lnTo>
                <a:lnTo>
                  <a:pt x="6664" y="100116"/>
                </a:lnTo>
                <a:lnTo>
                  <a:pt x="6982" y="99228"/>
                </a:lnTo>
                <a:lnTo>
                  <a:pt x="6982" y="98163"/>
                </a:lnTo>
                <a:lnTo>
                  <a:pt x="6982" y="97276"/>
                </a:lnTo>
                <a:lnTo>
                  <a:pt x="6982" y="96477"/>
                </a:lnTo>
                <a:lnTo>
                  <a:pt x="6982" y="95589"/>
                </a:lnTo>
                <a:lnTo>
                  <a:pt x="6982" y="94524"/>
                </a:lnTo>
                <a:lnTo>
                  <a:pt x="6982" y="93637"/>
                </a:lnTo>
                <a:lnTo>
                  <a:pt x="6982" y="92838"/>
                </a:lnTo>
                <a:lnTo>
                  <a:pt x="6982" y="91950"/>
                </a:lnTo>
                <a:lnTo>
                  <a:pt x="7299" y="91063"/>
                </a:lnTo>
                <a:lnTo>
                  <a:pt x="7299" y="89998"/>
                </a:lnTo>
                <a:lnTo>
                  <a:pt x="7299" y="89199"/>
                </a:lnTo>
                <a:lnTo>
                  <a:pt x="7299" y="88045"/>
                </a:lnTo>
                <a:lnTo>
                  <a:pt x="7299" y="87246"/>
                </a:lnTo>
                <a:lnTo>
                  <a:pt x="7775" y="86359"/>
                </a:lnTo>
                <a:lnTo>
                  <a:pt x="7775" y="85294"/>
                </a:lnTo>
                <a:lnTo>
                  <a:pt x="7775" y="84406"/>
                </a:lnTo>
                <a:lnTo>
                  <a:pt x="7775" y="83607"/>
                </a:lnTo>
                <a:lnTo>
                  <a:pt x="7775" y="82720"/>
                </a:lnTo>
                <a:lnTo>
                  <a:pt x="8093" y="81655"/>
                </a:lnTo>
                <a:lnTo>
                  <a:pt x="8093" y="80767"/>
                </a:lnTo>
                <a:lnTo>
                  <a:pt x="8093" y="79702"/>
                </a:lnTo>
                <a:lnTo>
                  <a:pt x="8093" y="78903"/>
                </a:lnTo>
                <a:lnTo>
                  <a:pt x="8093" y="78016"/>
                </a:lnTo>
                <a:lnTo>
                  <a:pt x="8569" y="76951"/>
                </a:lnTo>
                <a:lnTo>
                  <a:pt x="8569" y="76063"/>
                </a:lnTo>
                <a:lnTo>
                  <a:pt x="8569" y="74998"/>
                </a:lnTo>
                <a:lnTo>
                  <a:pt x="8569" y="74110"/>
                </a:lnTo>
                <a:lnTo>
                  <a:pt x="8886" y="73312"/>
                </a:lnTo>
                <a:lnTo>
                  <a:pt x="8886" y="72247"/>
                </a:lnTo>
                <a:lnTo>
                  <a:pt x="8886" y="71359"/>
                </a:lnTo>
                <a:lnTo>
                  <a:pt x="8886" y="70294"/>
                </a:lnTo>
                <a:lnTo>
                  <a:pt x="8886" y="69406"/>
                </a:lnTo>
                <a:lnTo>
                  <a:pt x="8886" y="68608"/>
                </a:lnTo>
                <a:lnTo>
                  <a:pt x="8886" y="67543"/>
                </a:lnTo>
                <a:lnTo>
                  <a:pt x="8886" y="66389"/>
                </a:lnTo>
                <a:lnTo>
                  <a:pt x="8886" y="65590"/>
                </a:lnTo>
                <a:lnTo>
                  <a:pt x="8886" y="64702"/>
                </a:lnTo>
                <a:lnTo>
                  <a:pt x="9203" y="63637"/>
                </a:lnTo>
                <a:lnTo>
                  <a:pt x="9203" y="62750"/>
                </a:lnTo>
                <a:lnTo>
                  <a:pt x="9203" y="61685"/>
                </a:lnTo>
                <a:lnTo>
                  <a:pt x="9203" y="60620"/>
                </a:lnTo>
                <a:lnTo>
                  <a:pt x="9203" y="59821"/>
                </a:lnTo>
                <a:lnTo>
                  <a:pt x="9679" y="58933"/>
                </a:lnTo>
                <a:lnTo>
                  <a:pt x="9679" y="57868"/>
                </a:lnTo>
                <a:lnTo>
                  <a:pt x="9679" y="56803"/>
                </a:lnTo>
                <a:lnTo>
                  <a:pt x="9679" y="55916"/>
                </a:lnTo>
                <a:lnTo>
                  <a:pt x="9997" y="54850"/>
                </a:lnTo>
                <a:lnTo>
                  <a:pt x="9997" y="53963"/>
                </a:lnTo>
                <a:lnTo>
                  <a:pt x="9997" y="52898"/>
                </a:lnTo>
                <a:lnTo>
                  <a:pt x="9997" y="52099"/>
                </a:lnTo>
                <a:lnTo>
                  <a:pt x="9997" y="50945"/>
                </a:lnTo>
                <a:lnTo>
                  <a:pt x="10473" y="49880"/>
                </a:lnTo>
                <a:lnTo>
                  <a:pt x="10473" y="49081"/>
                </a:lnTo>
                <a:lnTo>
                  <a:pt x="10473" y="48016"/>
                </a:lnTo>
                <a:lnTo>
                  <a:pt x="10473" y="47129"/>
                </a:lnTo>
                <a:lnTo>
                  <a:pt x="10473" y="46064"/>
                </a:lnTo>
                <a:lnTo>
                  <a:pt x="10790" y="44999"/>
                </a:lnTo>
                <a:lnTo>
                  <a:pt x="10790" y="43934"/>
                </a:lnTo>
                <a:lnTo>
                  <a:pt x="10790" y="43046"/>
                </a:lnTo>
                <a:lnTo>
                  <a:pt x="10790" y="41981"/>
                </a:lnTo>
                <a:lnTo>
                  <a:pt x="10790" y="41093"/>
                </a:lnTo>
                <a:lnTo>
                  <a:pt x="10790" y="40028"/>
                </a:lnTo>
                <a:lnTo>
                  <a:pt x="10790" y="38963"/>
                </a:lnTo>
                <a:lnTo>
                  <a:pt x="10790" y="37898"/>
                </a:lnTo>
                <a:lnTo>
                  <a:pt x="10790" y="37011"/>
                </a:lnTo>
                <a:lnTo>
                  <a:pt x="10790" y="35946"/>
                </a:lnTo>
                <a:lnTo>
                  <a:pt x="11108" y="35147"/>
                </a:lnTo>
                <a:lnTo>
                  <a:pt x="11108" y="34082"/>
                </a:lnTo>
                <a:lnTo>
                  <a:pt x="11108" y="33194"/>
                </a:lnTo>
                <a:lnTo>
                  <a:pt x="11108" y="31863"/>
                </a:lnTo>
                <a:lnTo>
                  <a:pt x="11584" y="30798"/>
                </a:lnTo>
                <a:lnTo>
                  <a:pt x="11584" y="29999"/>
                </a:lnTo>
                <a:lnTo>
                  <a:pt x="11584" y="28934"/>
                </a:lnTo>
                <a:lnTo>
                  <a:pt x="11584" y="28046"/>
                </a:lnTo>
                <a:lnTo>
                  <a:pt x="11584" y="26981"/>
                </a:lnTo>
                <a:lnTo>
                  <a:pt x="11901" y="25916"/>
                </a:lnTo>
                <a:lnTo>
                  <a:pt x="11901" y="24851"/>
                </a:lnTo>
                <a:lnTo>
                  <a:pt x="11901" y="23786"/>
                </a:lnTo>
                <a:lnTo>
                  <a:pt x="11901" y="22721"/>
                </a:lnTo>
                <a:lnTo>
                  <a:pt x="11901" y="21833"/>
                </a:lnTo>
                <a:lnTo>
                  <a:pt x="12377" y="20768"/>
                </a:lnTo>
                <a:lnTo>
                  <a:pt x="12377" y="19703"/>
                </a:lnTo>
                <a:lnTo>
                  <a:pt x="12377" y="18816"/>
                </a:lnTo>
                <a:lnTo>
                  <a:pt x="12377" y="17751"/>
                </a:lnTo>
                <a:lnTo>
                  <a:pt x="12377" y="16686"/>
                </a:lnTo>
                <a:lnTo>
                  <a:pt x="12694" y="15620"/>
                </a:lnTo>
                <a:lnTo>
                  <a:pt x="12694" y="14555"/>
                </a:lnTo>
                <a:lnTo>
                  <a:pt x="12694" y="13490"/>
                </a:lnTo>
                <a:lnTo>
                  <a:pt x="12694" y="12603"/>
                </a:lnTo>
                <a:lnTo>
                  <a:pt x="13170" y="11538"/>
                </a:lnTo>
                <a:lnTo>
                  <a:pt x="13170" y="10473"/>
                </a:lnTo>
                <a:lnTo>
                  <a:pt x="13170" y="9408"/>
                </a:lnTo>
                <a:lnTo>
                  <a:pt x="13170" y="8343"/>
                </a:lnTo>
                <a:lnTo>
                  <a:pt x="13170" y="7277"/>
                </a:lnTo>
                <a:lnTo>
                  <a:pt x="13170" y="6212"/>
                </a:lnTo>
                <a:lnTo>
                  <a:pt x="13170" y="5059"/>
                </a:lnTo>
                <a:lnTo>
                  <a:pt x="13170" y="3994"/>
                </a:lnTo>
                <a:lnTo>
                  <a:pt x="13170" y="3195"/>
                </a:lnTo>
                <a:lnTo>
                  <a:pt x="13170" y="2130"/>
                </a:lnTo>
                <a:lnTo>
                  <a:pt x="13488" y="1065"/>
                </a:lnTo>
                <a:lnTo>
                  <a:pt x="13488" y="0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3502961" y="3190447"/>
            <a:ext cx="13805" cy="236089"/>
          </a:xfrm>
          <a:custGeom>
            <a:avLst/>
            <a:gdLst/>
            <a:ahLst/>
            <a:cxnLst/>
            <a:rect l="l" t="t" r="r" b="b"/>
            <a:pathLst>
              <a:path w="13805" h="236089">
                <a:moveTo>
                  <a:pt x="0" y="236089"/>
                </a:moveTo>
                <a:lnTo>
                  <a:pt x="0" y="234936"/>
                </a:lnTo>
                <a:lnTo>
                  <a:pt x="0" y="233871"/>
                </a:lnTo>
                <a:lnTo>
                  <a:pt x="0" y="232806"/>
                </a:lnTo>
                <a:lnTo>
                  <a:pt x="317" y="231740"/>
                </a:lnTo>
                <a:lnTo>
                  <a:pt x="317" y="230675"/>
                </a:lnTo>
                <a:lnTo>
                  <a:pt x="317" y="229610"/>
                </a:lnTo>
                <a:lnTo>
                  <a:pt x="317" y="228545"/>
                </a:lnTo>
                <a:lnTo>
                  <a:pt x="793" y="227480"/>
                </a:lnTo>
                <a:lnTo>
                  <a:pt x="793" y="226415"/>
                </a:lnTo>
                <a:lnTo>
                  <a:pt x="793" y="225350"/>
                </a:lnTo>
                <a:lnTo>
                  <a:pt x="793" y="224285"/>
                </a:lnTo>
                <a:lnTo>
                  <a:pt x="793" y="223220"/>
                </a:lnTo>
                <a:lnTo>
                  <a:pt x="1110" y="222066"/>
                </a:lnTo>
                <a:lnTo>
                  <a:pt x="1110" y="221001"/>
                </a:lnTo>
                <a:lnTo>
                  <a:pt x="1110" y="219936"/>
                </a:lnTo>
                <a:lnTo>
                  <a:pt x="1110" y="218871"/>
                </a:lnTo>
                <a:lnTo>
                  <a:pt x="1110" y="217806"/>
                </a:lnTo>
                <a:lnTo>
                  <a:pt x="1586" y="216741"/>
                </a:lnTo>
                <a:lnTo>
                  <a:pt x="1586" y="215676"/>
                </a:lnTo>
                <a:lnTo>
                  <a:pt x="1586" y="214611"/>
                </a:lnTo>
                <a:lnTo>
                  <a:pt x="1586" y="213546"/>
                </a:lnTo>
                <a:lnTo>
                  <a:pt x="1586" y="212480"/>
                </a:lnTo>
                <a:lnTo>
                  <a:pt x="1586" y="211415"/>
                </a:lnTo>
                <a:lnTo>
                  <a:pt x="1586" y="210350"/>
                </a:lnTo>
                <a:lnTo>
                  <a:pt x="1586" y="209019"/>
                </a:lnTo>
                <a:lnTo>
                  <a:pt x="1586" y="207954"/>
                </a:lnTo>
                <a:lnTo>
                  <a:pt x="1904" y="206889"/>
                </a:lnTo>
                <a:lnTo>
                  <a:pt x="1904" y="205824"/>
                </a:lnTo>
                <a:lnTo>
                  <a:pt x="1904" y="204759"/>
                </a:lnTo>
                <a:lnTo>
                  <a:pt x="1904" y="203694"/>
                </a:lnTo>
                <a:lnTo>
                  <a:pt x="1904" y="202629"/>
                </a:lnTo>
                <a:lnTo>
                  <a:pt x="2221" y="201297"/>
                </a:lnTo>
                <a:lnTo>
                  <a:pt x="2221" y="200232"/>
                </a:lnTo>
                <a:lnTo>
                  <a:pt x="2221" y="199167"/>
                </a:lnTo>
                <a:lnTo>
                  <a:pt x="2221" y="198102"/>
                </a:lnTo>
                <a:lnTo>
                  <a:pt x="2221" y="197037"/>
                </a:lnTo>
                <a:lnTo>
                  <a:pt x="2697" y="195972"/>
                </a:lnTo>
                <a:lnTo>
                  <a:pt x="2697" y="194907"/>
                </a:lnTo>
                <a:lnTo>
                  <a:pt x="2697" y="193842"/>
                </a:lnTo>
                <a:lnTo>
                  <a:pt x="2697" y="192510"/>
                </a:lnTo>
                <a:lnTo>
                  <a:pt x="2697" y="191268"/>
                </a:lnTo>
                <a:lnTo>
                  <a:pt x="3015" y="190203"/>
                </a:lnTo>
                <a:lnTo>
                  <a:pt x="3015" y="189049"/>
                </a:lnTo>
                <a:lnTo>
                  <a:pt x="3015" y="187984"/>
                </a:lnTo>
                <a:lnTo>
                  <a:pt x="3015" y="186919"/>
                </a:lnTo>
                <a:lnTo>
                  <a:pt x="3491" y="185854"/>
                </a:lnTo>
                <a:lnTo>
                  <a:pt x="3491" y="184611"/>
                </a:lnTo>
                <a:lnTo>
                  <a:pt x="3491" y="183546"/>
                </a:lnTo>
                <a:lnTo>
                  <a:pt x="3491" y="182481"/>
                </a:lnTo>
                <a:lnTo>
                  <a:pt x="3491" y="181327"/>
                </a:lnTo>
                <a:lnTo>
                  <a:pt x="3808" y="180262"/>
                </a:lnTo>
                <a:lnTo>
                  <a:pt x="3808" y="179020"/>
                </a:lnTo>
                <a:lnTo>
                  <a:pt x="3808" y="177955"/>
                </a:lnTo>
                <a:lnTo>
                  <a:pt x="3808" y="176889"/>
                </a:lnTo>
                <a:lnTo>
                  <a:pt x="3808" y="175824"/>
                </a:lnTo>
                <a:lnTo>
                  <a:pt x="3808" y="174493"/>
                </a:lnTo>
                <a:lnTo>
                  <a:pt x="3808" y="173428"/>
                </a:lnTo>
                <a:lnTo>
                  <a:pt x="3808" y="172363"/>
                </a:lnTo>
                <a:lnTo>
                  <a:pt x="3808" y="171298"/>
                </a:lnTo>
                <a:lnTo>
                  <a:pt x="3808" y="169967"/>
                </a:lnTo>
                <a:lnTo>
                  <a:pt x="4284" y="168901"/>
                </a:lnTo>
                <a:lnTo>
                  <a:pt x="4284" y="167659"/>
                </a:lnTo>
                <a:lnTo>
                  <a:pt x="4284" y="166594"/>
                </a:lnTo>
                <a:lnTo>
                  <a:pt x="4284" y="165262"/>
                </a:lnTo>
                <a:lnTo>
                  <a:pt x="4601" y="164197"/>
                </a:lnTo>
                <a:lnTo>
                  <a:pt x="4601" y="162955"/>
                </a:lnTo>
                <a:lnTo>
                  <a:pt x="4601" y="161890"/>
                </a:lnTo>
                <a:lnTo>
                  <a:pt x="4601" y="160825"/>
                </a:lnTo>
                <a:lnTo>
                  <a:pt x="4601" y="159493"/>
                </a:lnTo>
                <a:lnTo>
                  <a:pt x="4919" y="158428"/>
                </a:lnTo>
                <a:lnTo>
                  <a:pt x="4919" y="157363"/>
                </a:lnTo>
                <a:lnTo>
                  <a:pt x="4919" y="156032"/>
                </a:lnTo>
                <a:lnTo>
                  <a:pt x="4919" y="154967"/>
                </a:lnTo>
                <a:lnTo>
                  <a:pt x="4919" y="153902"/>
                </a:lnTo>
                <a:lnTo>
                  <a:pt x="5395" y="152659"/>
                </a:lnTo>
                <a:lnTo>
                  <a:pt x="5395" y="151594"/>
                </a:lnTo>
                <a:lnTo>
                  <a:pt x="5395" y="150263"/>
                </a:lnTo>
                <a:lnTo>
                  <a:pt x="5395" y="149198"/>
                </a:lnTo>
                <a:lnTo>
                  <a:pt x="5395" y="147955"/>
                </a:lnTo>
                <a:lnTo>
                  <a:pt x="5712" y="146890"/>
                </a:lnTo>
                <a:lnTo>
                  <a:pt x="5712" y="145736"/>
                </a:lnTo>
                <a:lnTo>
                  <a:pt x="5712" y="144494"/>
                </a:lnTo>
                <a:lnTo>
                  <a:pt x="5712" y="143429"/>
                </a:lnTo>
                <a:lnTo>
                  <a:pt x="5712" y="142097"/>
                </a:lnTo>
                <a:lnTo>
                  <a:pt x="5712" y="141032"/>
                </a:lnTo>
                <a:lnTo>
                  <a:pt x="5712" y="139790"/>
                </a:lnTo>
                <a:lnTo>
                  <a:pt x="5712" y="138725"/>
                </a:lnTo>
                <a:lnTo>
                  <a:pt x="5712" y="137393"/>
                </a:lnTo>
                <a:lnTo>
                  <a:pt x="6188" y="136328"/>
                </a:lnTo>
                <a:lnTo>
                  <a:pt x="6188" y="135086"/>
                </a:lnTo>
                <a:lnTo>
                  <a:pt x="6188" y="134020"/>
                </a:lnTo>
                <a:lnTo>
                  <a:pt x="6188" y="132689"/>
                </a:lnTo>
                <a:lnTo>
                  <a:pt x="6188" y="131624"/>
                </a:lnTo>
                <a:lnTo>
                  <a:pt x="6506" y="130293"/>
                </a:lnTo>
                <a:lnTo>
                  <a:pt x="6506" y="129228"/>
                </a:lnTo>
                <a:lnTo>
                  <a:pt x="6506" y="127985"/>
                </a:lnTo>
                <a:lnTo>
                  <a:pt x="6506" y="126920"/>
                </a:lnTo>
                <a:lnTo>
                  <a:pt x="6506" y="125589"/>
                </a:lnTo>
                <a:lnTo>
                  <a:pt x="6823" y="124524"/>
                </a:lnTo>
                <a:lnTo>
                  <a:pt x="6823" y="123281"/>
                </a:lnTo>
                <a:lnTo>
                  <a:pt x="6823" y="122216"/>
                </a:lnTo>
                <a:lnTo>
                  <a:pt x="6823" y="120885"/>
                </a:lnTo>
                <a:lnTo>
                  <a:pt x="7299" y="119642"/>
                </a:lnTo>
                <a:lnTo>
                  <a:pt x="7299" y="118577"/>
                </a:lnTo>
                <a:lnTo>
                  <a:pt x="7299" y="117246"/>
                </a:lnTo>
                <a:lnTo>
                  <a:pt x="7299" y="116181"/>
                </a:lnTo>
                <a:lnTo>
                  <a:pt x="7299" y="114938"/>
                </a:lnTo>
                <a:lnTo>
                  <a:pt x="7616" y="113607"/>
                </a:lnTo>
                <a:lnTo>
                  <a:pt x="7616" y="112542"/>
                </a:lnTo>
                <a:lnTo>
                  <a:pt x="7616" y="111210"/>
                </a:lnTo>
                <a:lnTo>
                  <a:pt x="7616" y="110145"/>
                </a:lnTo>
                <a:lnTo>
                  <a:pt x="7616" y="108903"/>
                </a:lnTo>
                <a:lnTo>
                  <a:pt x="8093" y="107571"/>
                </a:lnTo>
                <a:lnTo>
                  <a:pt x="8093" y="106506"/>
                </a:lnTo>
                <a:lnTo>
                  <a:pt x="8093" y="105264"/>
                </a:lnTo>
                <a:lnTo>
                  <a:pt x="8093" y="103932"/>
                </a:lnTo>
                <a:lnTo>
                  <a:pt x="8093" y="102867"/>
                </a:lnTo>
                <a:lnTo>
                  <a:pt x="8093" y="101625"/>
                </a:lnTo>
                <a:lnTo>
                  <a:pt x="8093" y="100293"/>
                </a:lnTo>
                <a:lnTo>
                  <a:pt x="8093" y="99228"/>
                </a:lnTo>
                <a:lnTo>
                  <a:pt x="8093" y="97986"/>
                </a:lnTo>
                <a:lnTo>
                  <a:pt x="8410" y="96921"/>
                </a:lnTo>
                <a:lnTo>
                  <a:pt x="8410" y="95589"/>
                </a:lnTo>
                <a:lnTo>
                  <a:pt x="8410" y="94524"/>
                </a:lnTo>
                <a:lnTo>
                  <a:pt x="8410" y="93282"/>
                </a:lnTo>
                <a:lnTo>
                  <a:pt x="8410" y="91950"/>
                </a:lnTo>
                <a:lnTo>
                  <a:pt x="8886" y="90708"/>
                </a:lnTo>
                <a:lnTo>
                  <a:pt x="8886" y="89554"/>
                </a:lnTo>
                <a:lnTo>
                  <a:pt x="8886" y="88311"/>
                </a:lnTo>
                <a:lnTo>
                  <a:pt x="8886" y="86980"/>
                </a:lnTo>
                <a:lnTo>
                  <a:pt x="8886" y="85737"/>
                </a:lnTo>
                <a:lnTo>
                  <a:pt x="9203" y="84672"/>
                </a:lnTo>
                <a:lnTo>
                  <a:pt x="9203" y="83341"/>
                </a:lnTo>
                <a:lnTo>
                  <a:pt x="9203" y="82098"/>
                </a:lnTo>
                <a:lnTo>
                  <a:pt x="9203" y="80767"/>
                </a:lnTo>
                <a:lnTo>
                  <a:pt x="9203" y="79702"/>
                </a:lnTo>
                <a:lnTo>
                  <a:pt x="9521" y="78459"/>
                </a:lnTo>
                <a:lnTo>
                  <a:pt x="9521" y="77128"/>
                </a:lnTo>
                <a:lnTo>
                  <a:pt x="9521" y="75886"/>
                </a:lnTo>
                <a:lnTo>
                  <a:pt x="9521" y="74554"/>
                </a:lnTo>
                <a:lnTo>
                  <a:pt x="9997" y="73489"/>
                </a:lnTo>
                <a:lnTo>
                  <a:pt x="9997" y="72247"/>
                </a:lnTo>
                <a:lnTo>
                  <a:pt x="9997" y="70915"/>
                </a:lnTo>
                <a:lnTo>
                  <a:pt x="9997" y="69673"/>
                </a:lnTo>
                <a:lnTo>
                  <a:pt x="9997" y="68608"/>
                </a:lnTo>
                <a:lnTo>
                  <a:pt x="9997" y="67276"/>
                </a:lnTo>
                <a:lnTo>
                  <a:pt x="9997" y="66034"/>
                </a:lnTo>
                <a:lnTo>
                  <a:pt x="9997" y="64969"/>
                </a:lnTo>
                <a:lnTo>
                  <a:pt x="9997" y="63637"/>
                </a:lnTo>
                <a:lnTo>
                  <a:pt x="9997" y="62395"/>
                </a:lnTo>
                <a:lnTo>
                  <a:pt x="10314" y="61063"/>
                </a:lnTo>
                <a:lnTo>
                  <a:pt x="10314" y="59821"/>
                </a:lnTo>
                <a:lnTo>
                  <a:pt x="10314" y="58489"/>
                </a:lnTo>
                <a:lnTo>
                  <a:pt x="10314" y="57247"/>
                </a:lnTo>
                <a:lnTo>
                  <a:pt x="10314" y="55916"/>
                </a:lnTo>
                <a:lnTo>
                  <a:pt x="10790" y="54673"/>
                </a:lnTo>
                <a:lnTo>
                  <a:pt x="10790" y="53608"/>
                </a:lnTo>
                <a:lnTo>
                  <a:pt x="10790" y="52277"/>
                </a:lnTo>
                <a:lnTo>
                  <a:pt x="10790" y="51034"/>
                </a:lnTo>
                <a:lnTo>
                  <a:pt x="11108" y="49703"/>
                </a:lnTo>
                <a:lnTo>
                  <a:pt x="11108" y="48460"/>
                </a:lnTo>
                <a:lnTo>
                  <a:pt x="11108" y="47395"/>
                </a:lnTo>
                <a:lnTo>
                  <a:pt x="11108" y="46064"/>
                </a:lnTo>
                <a:lnTo>
                  <a:pt x="11108" y="44821"/>
                </a:lnTo>
                <a:lnTo>
                  <a:pt x="11425" y="43490"/>
                </a:lnTo>
                <a:lnTo>
                  <a:pt x="11425" y="42247"/>
                </a:lnTo>
                <a:lnTo>
                  <a:pt x="11425" y="40916"/>
                </a:lnTo>
                <a:lnTo>
                  <a:pt x="11425" y="39673"/>
                </a:lnTo>
                <a:lnTo>
                  <a:pt x="11425" y="38342"/>
                </a:lnTo>
                <a:lnTo>
                  <a:pt x="11901" y="37099"/>
                </a:lnTo>
                <a:lnTo>
                  <a:pt x="11901" y="35768"/>
                </a:lnTo>
                <a:lnTo>
                  <a:pt x="11901" y="34525"/>
                </a:lnTo>
                <a:lnTo>
                  <a:pt x="11901" y="33194"/>
                </a:lnTo>
                <a:lnTo>
                  <a:pt x="11901" y="31952"/>
                </a:lnTo>
                <a:lnTo>
                  <a:pt x="12218" y="30886"/>
                </a:lnTo>
                <a:lnTo>
                  <a:pt x="12218" y="29555"/>
                </a:lnTo>
                <a:lnTo>
                  <a:pt x="12218" y="28313"/>
                </a:lnTo>
                <a:lnTo>
                  <a:pt x="12218" y="26981"/>
                </a:lnTo>
                <a:lnTo>
                  <a:pt x="12218" y="25739"/>
                </a:lnTo>
                <a:lnTo>
                  <a:pt x="12218" y="24407"/>
                </a:lnTo>
                <a:lnTo>
                  <a:pt x="12218" y="23165"/>
                </a:lnTo>
                <a:lnTo>
                  <a:pt x="12218" y="21833"/>
                </a:lnTo>
                <a:lnTo>
                  <a:pt x="12218" y="20591"/>
                </a:lnTo>
                <a:lnTo>
                  <a:pt x="12694" y="19259"/>
                </a:lnTo>
                <a:lnTo>
                  <a:pt x="12694" y="18017"/>
                </a:lnTo>
                <a:lnTo>
                  <a:pt x="12694" y="16508"/>
                </a:lnTo>
                <a:lnTo>
                  <a:pt x="12694" y="15443"/>
                </a:lnTo>
                <a:lnTo>
                  <a:pt x="12694" y="14112"/>
                </a:lnTo>
                <a:lnTo>
                  <a:pt x="13012" y="12869"/>
                </a:lnTo>
                <a:lnTo>
                  <a:pt x="13012" y="11538"/>
                </a:lnTo>
                <a:lnTo>
                  <a:pt x="13012" y="10295"/>
                </a:lnTo>
                <a:lnTo>
                  <a:pt x="13012" y="8964"/>
                </a:lnTo>
                <a:lnTo>
                  <a:pt x="13012" y="7721"/>
                </a:lnTo>
                <a:lnTo>
                  <a:pt x="13329" y="6390"/>
                </a:lnTo>
                <a:lnTo>
                  <a:pt x="13329" y="4881"/>
                </a:lnTo>
                <a:lnTo>
                  <a:pt x="13329" y="3638"/>
                </a:lnTo>
                <a:lnTo>
                  <a:pt x="13329" y="2307"/>
                </a:lnTo>
                <a:lnTo>
                  <a:pt x="13805" y="1242"/>
                </a:lnTo>
                <a:lnTo>
                  <a:pt x="13805" y="0"/>
                </a:lnTo>
              </a:path>
            </a:pathLst>
          </a:custGeom>
          <a:ln w="195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516767" y="2917257"/>
            <a:ext cx="13329" cy="273189"/>
          </a:xfrm>
          <a:custGeom>
            <a:avLst/>
            <a:gdLst/>
            <a:ahLst/>
            <a:cxnLst/>
            <a:rect l="l" t="t" r="r" b="b"/>
            <a:pathLst>
              <a:path w="13329" h="273189">
                <a:moveTo>
                  <a:pt x="0" y="273189"/>
                </a:moveTo>
                <a:lnTo>
                  <a:pt x="0" y="271858"/>
                </a:lnTo>
                <a:lnTo>
                  <a:pt x="0" y="270615"/>
                </a:lnTo>
                <a:lnTo>
                  <a:pt x="0" y="269107"/>
                </a:lnTo>
                <a:lnTo>
                  <a:pt x="317" y="267775"/>
                </a:lnTo>
                <a:lnTo>
                  <a:pt x="317" y="266533"/>
                </a:lnTo>
                <a:lnTo>
                  <a:pt x="317" y="265201"/>
                </a:lnTo>
                <a:lnTo>
                  <a:pt x="317" y="263959"/>
                </a:lnTo>
                <a:lnTo>
                  <a:pt x="317" y="262627"/>
                </a:lnTo>
                <a:lnTo>
                  <a:pt x="317" y="261385"/>
                </a:lnTo>
                <a:lnTo>
                  <a:pt x="317" y="260053"/>
                </a:lnTo>
                <a:lnTo>
                  <a:pt x="317" y="258811"/>
                </a:lnTo>
                <a:lnTo>
                  <a:pt x="317" y="257480"/>
                </a:lnTo>
                <a:lnTo>
                  <a:pt x="317" y="255971"/>
                </a:lnTo>
                <a:lnTo>
                  <a:pt x="793" y="254728"/>
                </a:lnTo>
                <a:lnTo>
                  <a:pt x="793" y="253397"/>
                </a:lnTo>
                <a:lnTo>
                  <a:pt x="793" y="252154"/>
                </a:lnTo>
                <a:lnTo>
                  <a:pt x="793" y="250823"/>
                </a:lnTo>
                <a:lnTo>
                  <a:pt x="1110" y="249580"/>
                </a:lnTo>
                <a:lnTo>
                  <a:pt x="1110" y="248249"/>
                </a:lnTo>
                <a:lnTo>
                  <a:pt x="1110" y="247006"/>
                </a:lnTo>
                <a:lnTo>
                  <a:pt x="1110" y="245675"/>
                </a:lnTo>
                <a:lnTo>
                  <a:pt x="1110" y="244166"/>
                </a:lnTo>
                <a:lnTo>
                  <a:pt x="1586" y="242924"/>
                </a:lnTo>
                <a:lnTo>
                  <a:pt x="1586" y="241592"/>
                </a:lnTo>
                <a:lnTo>
                  <a:pt x="1586" y="240172"/>
                </a:lnTo>
                <a:lnTo>
                  <a:pt x="1586" y="239018"/>
                </a:lnTo>
                <a:lnTo>
                  <a:pt x="1586" y="237776"/>
                </a:lnTo>
                <a:lnTo>
                  <a:pt x="1904" y="236444"/>
                </a:lnTo>
                <a:lnTo>
                  <a:pt x="1904" y="235024"/>
                </a:lnTo>
                <a:lnTo>
                  <a:pt x="1904" y="233693"/>
                </a:lnTo>
                <a:lnTo>
                  <a:pt x="1904" y="232450"/>
                </a:lnTo>
                <a:lnTo>
                  <a:pt x="1904" y="230942"/>
                </a:lnTo>
                <a:lnTo>
                  <a:pt x="2221" y="229610"/>
                </a:lnTo>
                <a:lnTo>
                  <a:pt x="2221" y="228368"/>
                </a:lnTo>
                <a:lnTo>
                  <a:pt x="2221" y="227036"/>
                </a:lnTo>
                <a:lnTo>
                  <a:pt x="2221" y="225794"/>
                </a:lnTo>
                <a:lnTo>
                  <a:pt x="2697" y="224462"/>
                </a:lnTo>
                <a:lnTo>
                  <a:pt x="2697" y="222954"/>
                </a:lnTo>
                <a:lnTo>
                  <a:pt x="2697" y="221711"/>
                </a:lnTo>
                <a:lnTo>
                  <a:pt x="2697" y="220380"/>
                </a:lnTo>
                <a:lnTo>
                  <a:pt x="2697" y="218871"/>
                </a:lnTo>
                <a:lnTo>
                  <a:pt x="2697" y="217806"/>
                </a:lnTo>
                <a:lnTo>
                  <a:pt x="2697" y="216563"/>
                </a:lnTo>
                <a:lnTo>
                  <a:pt x="2697" y="215054"/>
                </a:lnTo>
                <a:lnTo>
                  <a:pt x="2697" y="213723"/>
                </a:lnTo>
                <a:lnTo>
                  <a:pt x="2697" y="212480"/>
                </a:lnTo>
                <a:lnTo>
                  <a:pt x="3015" y="210972"/>
                </a:lnTo>
                <a:lnTo>
                  <a:pt x="3015" y="209729"/>
                </a:lnTo>
                <a:lnTo>
                  <a:pt x="3015" y="208220"/>
                </a:lnTo>
                <a:lnTo>
                  <a:pt x="3015" y="207155"/>
                </a:lnTo>
                <a:lnTo>
                  <a:pt x="3015" y="205824"/>
                </a:lnTo>
                <a:lnTo>
                  <a:pt x="3491" y="204315"/>
                </a:lnTo>
                <a:lnTo>
                  <a:pt x="3491" y="203072"/>
                </a:lnTo>
                <a:lnTo>
                  <a:pt x="3491" y="201564"/>
                </a:lnTo>
                <a:lnTo>
                  <a:pt x="3491" y="200232"/>
                </a:lnTo>
                <a:lnTo>
                  <a:pt x="3808" y="198990"/>
                </a:lnTo>
                <a:lnTo>
                  <a:pt x="3808" y="197658"/>
                </a:lnTo>
                <a:lnTo>
                  <a:pt x="3808" y="196416"/>
                </a:lnTo>
                <a:lnTo>
                  <a:pt x="3808" y="194907"/>
                </a:lnTo>
                <a:lnTo>
                  <a:pt x="3808" y="193576"/>
                </a:lnTo>
                <a:lnTo>
                  <a:pt x="4125" y="192067"/>
                </a:lnTo>
                <a:lnTo>
                  <a:pt x="4125" y="190824"/>
                </a:lnTo>
                <a:lnTo>
                  <a:pt x="4125" y="189493"/>
                </a:lnTo>
                <a:lnTo>
                  <a:pt x="4125" y="188250"/>
                </a:lnTo>
                <a:lnTo>
                  <a:pt x="4125" y="186919"/>
                </a:lnTo>
                <a:lnTo>
                  <a:pt x="4601" y="185499"/>
                </a:lnTo>
                <a:lnTo>
                  <a:pt x="4601" y="184167"/>
                </a:lnTo>
                <a:lnTo>
                  <a:pt x="4601" y="182659"/>
                </a:lnTo>
                <a:lnTo>
                  <a:pt x="4601" y="181416"/>
                </a:lnTo>
                <a:lnTo>
                  <a:pt x="4601" y="179907"/>
                </a:lnTo>
                <a:lnTo>
                  <a:pt x="4601" y="178842"/>
                </a:lnTo>
                <a:lnTo>
                  <a:pt x="4601" y="177333"/>
                </a:lnTo>
                <a:lnTo>
                  <a:pt x="4601" y="176002"/>
                </a:lnTo>
                <a:lnTo>
                  <a:pt x="4601" y="174493"/>
                </a:lnTo>
                <a:lnTo>
                  <a:pt x="4919" y="173250"/>
                </a:lnTo>
                <a:lnTo>
                  <a:pt x="4919" y="171742"/>
                </a:lnTo>
                <a:lnTo>
                  <a:pt x="4919" y="170410"/>
                </a:lnTo>
                <a:lnTo>
                  <a:pt x="4919" y="169168"/>
                </a:lnTo>
                <a:lnTo>
                  <a:pt x="4919" y="167836"/>
                </a:lnTo>
                <a:lnTo>
                  <a:pt x="5395" y="166416"/>
                </a:lnTo>
                <a:lnTo>
                  <a:pt x="5395" y="165085"/>
                </a:lnTo>
                <a:lnTo>
                  <a:pt x="5395" y="163576"/>
                </a:lnTo>
                <a:lnTo>
                  <a:pt x="5395" y="162334"/>
                </a:lnTo>
                <a:lnTo>
                  <a:pt x="5395" y="161002"/>
                </a:lnTo>
                <a:lnTo>
                  <a:pt x="5712" y="159760"/>
                </a:lnTo>
                <a:lnTo>
                  <a:pt x="5712" y="158251"/>
                </a:lnTo>
                <a:lnTo>
                  <a:pt x="5712" y="156919"/>
                </a:lnTo>
                <a:lnTo>
                  <a:pt x="5712" y="155411"/>
                </a:lnTo>
                <a:lnTo>
                  <a:pt x="5712" y="154168"/>
                </a:lnTo>
                <a:lnTo>
                  <a:pt x="6188" y="152837"/>
                </a:lnTo>
                <a:lnTo>
                  <a:pt x="6188" y="151328"/>
                </a:lnTo>
                <a:lnTo>
                  <a:pt x="6188" y="150085"/>
                </a:lnTo>
                <a:lnTo>
                  <a:pt x="6188" y="148576"/>
                </a:lnTo>
                <a:lnTo>
                  <a:pt x="6506" y="147245"/>
                </a:lnTo>
                <a:lnTo>
                  <a:pt x="6506" y="145825"/>
                </a:lnTo>
                <a:lnTo>
                  <a:pt x="6506" y="144494"/>
                </a:lnTo>
                <a:lnTo>
                  <a:pt x="6506" y="143251"/>
                </a:lnTo>
                <a:lnTo>
                  <a:pt x="6506" y="141742"/>
                </a:lnTo>
                <a:lnTo>
                  <a:pt x="6506" y="140411"/>
                </a:lnTo>
                <a:lnTo>
                  <a:pt x="6506" y="138902"/>
                </a:lnTo>
                <a:lnTo>
                  <a:pt x="6506" y="137659"/>
                </a:lnTo>
                <a:lnTo>
                  <a:pt x="6506" y="136328"/>
                </a:lnTo>
                <a:lnTo>
                  <a:pt x="6506" y="134819"/>
                </a:lnTo>
                <a:lnTo>
                  <a:pt x="6823" y="133577"/>
                </a:lnTo>
                <a:lnTo>
                  <a:pt x="6823" y="132068"/>
                </a:lnTo>
                <a:lnTo>
                  <a:pt x="6823" y="130737"/>
                </a:lnTo>
                <a:lnTo>
                  <a:pt x="6823" y="129316"/>
                </a:lnTo>
                <a:lnTo>
                  <a:pt x="6823" y="127985"/>
                </a:lnTo>
                <a:lnTo>
                  <a:pt x="7299" y="126743"/>
                </a:lnTo>
                <a:lnTo>
                  <a:pt x="7299" y="125234"/>
                </a:lnTo>
                <a:lnTo>
                  <a:pt x="7299" y="123725"/>
                </a:lnTo>
                <a:lnTo>
                  <a:pt x="7299" y="122394"/>
                </a:lnTo>
                <a:lnTo>
                  <a:pt x="7616" y="120885"/>
                </a:lnTo>
                <a:lnTo>
                  <a:pt x="7616" y="119642"/>
                </a:lnTo>
                <a:lnTo>
                  <a:pt x="7616" y="118311"/>
                </a:lnTo>
                <a:lnTo>
                  <a:pt x="7616" y="116802"/>
                </a:lnTo>
                <a:lnTo>
                  <a:pt x="7616" y="115559"/>
                </a:lnTo>
                <a:lnTo>
                  <a:pt x="8093" y="114050"/>
                </a:lnTo>
                <a:lnTo>
                  <a:pt x="8093" y="112542"/>
                </a:lnTo>
                <a:lnTo>
                  <a:pt x="8093" y="111477"/>
                </a:lnTo>
                <a:lnTo>
                  <a:pt x="8093" y="109968"/>
                </a:lnTo>
                <a:lnTo>
                  <a:pt x="8093" y="108459"/>
                </a:lnTo>
                <a:lnTo>
                  <a:pt x="8410" y="107216"/>
                </a:lnTo>
                <a:lnTo>
                  <a:pt x="8410" y="105707"/>
                </a:lnTo>
                <a:lnTo>
                  <a:pt x="8410" y="104376"/>
                </a:lnTo>
                <a:lnTo>
                  <a:pt x="8410" y="103134"/>
                </a:lnTo>
                <a:lnTo>
                  <a:pt x="8410" y="101625"/>
                </a:lnTo>
                <a:lnTo>
                  <a:pt x="8727" y="100116"/>
                </a:lnTo>
                <a:lnTo>
                  <a:pt x="8727" y="98607"/>
                </a:lnTo>
                <a:lnTo>
                  <a:pt x="8727" y="97364"/>
                </a:lnTo>
                <a:lnTo>
                  <a:pt x="8727" y="96033"/>
                </a:lnTo>
                <a:lnTo>
                  <a:pt x="8727" y="94524"/>
                </a:lnTo>
                <a:lnTo>
                  <a:pt x="8727" y="93282"/>
                </a:lnTo>
                <a:lnTo>
                  <a:pt x="8727" y="91773"/>
                </a:lnTo>
                <a:lnTo>
                  <a:pt x="8727" y="90264"/>
                </a:lnTo>
                <a:lnTo>
                  <a:pt x="8727" y="88933"/>
                </a:lnTo>
                <a:lnTo>
                  <a:pt x="9203" y="87690"/>
                </a:lnTo>
                <a:lnTo>
                  <a:pt x="9203" y="86181"/>
                </a:lnTo>
                <a:lnTo>
                  <a:pt x="9203" y="84672"/>
                </a:lnTo>
                <a:lnTo>
                  <a:pt x="9203" y="83430"/>
                </a:lnTo>
                <a:lnTo>
                  <a:pt x="9203" y="81921"/>
                </a:lnTo>
                <a:lnTo>
                  <a:pt x="9521" y="80590"/>
                </a:lnTo>
                <a:lnTo>
                  <a:pt x="9521" y="79347"/>
                </a:lnTo>
                <a:lnTo>
                  <a:pt x="9521" y="77838"/>
                </a:lnTo>
                <a:lnTo>
                  <a:pt x="9521" y="76329"/>
                </a:lnTo>
                <a:lnTo>
                  <a:pt x="9521" y="74820"/>
                </a:lnTo>
                <a:lnTo>
                  <a:pt x="9997" y="73755"/>
                </a:lnTo>
                <a:lnTo>
                  <a:pt x="9997" y="72247"/>
                </a:lnTo>
                <a:lnTo>
                  <a:pt x="9997" y="70738"/>
                </a:lnTo>
                <a:lnTo>
                  <a:pt x="9997" y="69229"/>
                </a:lnTo>
                <a:lnTo>
                  <a:pt x="10314" y="67986"/>
                </a:lnTo>
                <a:lnTo>
                  <a:pt x="10314" y="66655"/>
                </a:lnTo>
                <a:lnTo>
                  <a:pt x="10314" y="65146"/>
                </a:lnTo>
                <a:lnTo>
                  <a:pt x="10314" y="63637"/>
                </a:lnTo>
                <a:lnTo>
                  <a:pt x="10314" y="62395"/>
                </a:lnTo>
                <a:lnTo>
                  <a:pt x="10790" y="60886"/>
                </a:lnTo>
                <a:lnTo>
                  <a:pt x="10790" y="59555"/>
                </a:lnTo>
                <a:lnTo>
                  <a:pt x="10790" y="58046"/>
                </a:lnTo>
                <a:lnTo>
                  <a:pt x="10790" y="56626"/>
                </a:lnTo>
                <a:lnTo>
                  <a:pt x="10790" y="55294"/>
                </a:lnTo>
                <a:lnTo>
                  <a:pt x="10790" y="53785"/>
                </a:lnTo>
                <a:lnTo>
                  <a:pt x="10790" y="52543"/>
                </a:lnTo>
                <a:lnTo>
                  <a:pt x="10790" y="51034"/>
                </a:lnTo>
                <a:lnTo>
                  <a:pt x="10790" y="49703"/>
                </a:lnTo>
                <a:lnTo>
                  <a:pt x="10790" y="48194"/>
                </a:lnTo>
                <a:lnTo>
                  <a:pt x="11108" y="46685"/>
                </a:lnTo>
                <a:lnTo>
                  <a:pt x="11108" y="45442"/>
                </a:lnTo>
                <a:lnTo>
                  <a:pt x="11108" y="43934"/>
                </a:lnTo>
                <a:lnTo>
                  <a:pt x="11108" y="42691"/>
                </a:lnTo>
                <a:lnTo>
                  <a:pt x="11425" y="41182"/>
                </a:lnTo>
                <a:lnTo>
                  <a:pt x="11425" y="39673"/>
                </a:lnTo>
                <a:lnTo>
                  <a:pt x="11425" y="38342"/>
                </a:lnTo>
                <a:lnTo>
                  <a:pt x="11425" y="36833"/>
                </a:lnTo>
                <a:lnTo>
                  <a:pt x="11425" y="35324"/>
                </a:lnTo>
                <a:lnTo>
                  <a:pt x="11901" y="34082"/>
                </a:lnTo>
                <a:lnTo>
                  <a:pt x="11901" y="32750"/>
                </a:lnTo>
                <a:lnTo>
                  <a:pt x="11901" y="31241"/>
                </a:lnTo>
                <a:lnTo>
                  <a:pt x="11901" y="29999"/>
                </a:lnTo>
                <a:lnTo>
                  <a:pt x="11901" y="28490"/>
                </a:lnTo>
                <a:lnTo>
                  <a:pt x="12218" y="27247"/>
                </a:lnTo>
                <a:lnTo>
                  <a:pt x="12218" y="25739"/>
                </a:lnTo>
                <a:lnTo>
                  <a:pt x="12218" y="24230"/>
                </a:lnTo>
                <a:lnTo>
                  <a:pt x="12218" y="22898"/>
                </a:lnTo>
                <a:lnTo>
                  <a:pt x="12218" y="21390"/>
                </a:lnTo>
                <a:lnTo>
                  <a:pt x="12694" y="19881"/>
                </a:lnTo>
                <a:lnTo>
                  <a:pt x="12694" y="18638"/>
                </a:lnTo>
                <a:lnTo>
                  <a:pt x="12694" y="17129"/>
                </a:lnTo>
                <a:lnTo>
                  <a:pt x="12694" y="15887"/>
                </a:lnTo>
                <a:lnTo>
                  <a:pt x="12694" y="14378"/>
                </a:lnTo>
                <a:lnTo>
                  <a:pt x="13012" y="12869"/>
                </a:lnTo>
                <a:lnTo>
                  <a:pt x="13012" y="11360"/>
                </a:lnTo>
                <a:lnTo>
                  <a:pt x="13012" y="9851"/>
                </a:lnTo>
                <a:lnTo>
                  <a:pt x="13012" y="8786"/>
                </a:lnTo>
                <a:lnTo>
                  <a:pt x="13012" y="7277"/>
                </a:lnTo>
                <a:lnTo>
                  <a:pt x="13012" y="5769"/>
                </a:lnTo>
                <a:lnTo>
                  <a:pt x="13012" y="4260"/>
                </a:lnTo>
                <a:lnTo>
                  <a:pt x="13012" y="2751"/>
                </a:lnTo>
                <a:lnTo>
                  <a:pt x="13012" y="1508"/>
                </a:lnTo>
                <a:lnTo>
                  <a:pt x="13329" y="0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3530096" y="2630754"/>
            <a:ext cx="13488" cy="286503"/>
          </a:xfrm>
          <a:custGeom>
            <a:avLst/>
            <a:gdLst/>
            <a:ahLst/>
            <a:cxnLst/>
            <a:rect l="l" t="t" r="r" b="b"/>
            <a:pathLst>
              <a:path w="13488" h="286503">
                <a:moveTo>
                  <a:pt x="0" y="286503"/>
                </a:moveTo>
                <a:lnTo>
                  <a:pt x="0" y="285171"/>
                </a:lnTo>
                <a:lnTo>
                  <a:pt x="0" y="283662"/>
                </a:lnTo>
                <a:lnTo>
                  <a:pt x="0" y="282154"/>
                </a:lnTo>
                <a:lnTo>
                  <a:pt x="0" y="280911"/>
                </a:lnTo>
                <a:lnTo>
                  <a:pt x="476" y="279402"/>
                </a:lnTo>
                <a:lnTo>
                  <a:pt x="476" y="277893"/>
                </a:lnTo>
                <a:lnTo>
                  <a:pt x="476" y="276385"/>
                </a:lnTo>
                <a:lnTo>
                  <a:pt x="476" y="275142"/>
                </a:lnTo>
                <a:lnTo>
                  <a:pt x="476" y="273811"/>
                </a:lnTo>
                <a:lnTo>
                  <a:pt x="793" y="272302"/>
                </a:lnTo>
                <a:lnTo>
                  <a:pt x="793" y="270793"/>
                </a:lnTo>
                <a:lnTo>
                  <a:pt x="793" y="269284"/>
                </a:lnTo>
                <a:lnTo>
                  <a:pt x="793" y="268041"/>
                </a:lnTo>
                <a:lnTo>
                  <a:pt x="1269" y="266533"/>
                </a:lnTo>
                <a:lnTo>
                  <a:pt x="1269" y="265024"/>
                </a:lnTo>
                <a:lnTo>
                  <a:pt x="1269" y="263515"/>
                </a:lnTo>
                <a:lnTo>
                  <a:pt x="1269" y="262272"/>
                </a:lnTo>
                <a:lnTo>
                  <a:pt x="1269" y="260941"/>
                </a:lnTo>
                <a:lnTo>
                  <a:pt x="1586" y="259432"/>
                </a:lnTo>
                <a:lnTo>
                  <a:pt x="1586" y="257923"/>
                </a:lnTo>
                <a:lnTo>
                  <a:pt x="1586" y="256503"/>
                </a:lnTo>
                <a:lnTo>
                  <a:pt x="1586" y="255172"/>
                </a:lnTo>
                <a:lnTo>
                  <a:pt x="1586" y="253663"/>
                </a:lnTo>
                <a:lnTo>
                  <a:pt x="1586" y="252154"/>
                </a:lnTo>
                <a:lnTo>
                  <a:pt x="1586" y="250645"/>
                </a:lnTo>
                <a:lnTo>
                  <a:pt x="1586" y="249137"/>
                </a:lnTo>
                <a:lnTo>
                  <a:pt x="1586" y="247894"/>
                </a:lnTo>
                <a:lnTo>
                  <a:pt x="1586" y="246563"/>
                </a:lnTo>
                <a:lnTo>
                  <a:pt x="1904" y="245143"/>
                </a:lnTo>
                <a:lnTo>
                  <a:pt x="1904" y="243634"/>
                </a:lnTo>
                <a:lnTo>
                  <a:pt x="1904" y="242125"/>
                </a:lnTo>
                <a:lnTo>
                  <a:pt x="1904" y="240794"/>
                </a:lnTo>
                <a:lnTo>
                  <a:pt x="2380" y="239285"/>
                </a:lnTo>
                <a:lnTo>
                  <a:pt x="2380" y="237776"/>
                </a:lnTo>
                <a:lnTo>
                  <a:pt x="2380" y="236267"/>
                </a:lnTo>
                <a:lnTo>
                  <a:pt x="2380" y="235024"/>
                </a:lnTo>
                <a:lnTo>
                  <a:pt x="2380" y="233516"/>
                </a:lnTo>
                <a:lnTo>
                  <a:pt x="2697" y="232007"/>
                </a:lnTo>
                <a:lnTo>
                  <a:pt x="2697" y="230498"/>
                </a:lnTo>
                <a:lnTo>
                  <a:pt x="2697" y="228989"/>
                </a:lnTo>
                <a:lnTo>
                  <a:pt x="2697" y="227924"/>
                </a:lnTo>
                <a:lnTo>
                  <a:pt x="2697" y="226415"/>
                </a:lnTo>
                <a:lnTo>
                  <a:pt x="3173" y="224906"/>
                </a:lnTo>
                <a:lnTo>
                  <a:pt x="3173" y="223397"/>
                </a:lnTo>
                <a:lnTo>
                  <a:pt x="3173" y="221977"/>
                </a:lnTo>
                <a:lnTo>
                  <a:pt x="3173" y="220646"/>
                </a:lnTo>
                <a:lnTo>
                  <a:pt x="3173" y="219137"/>
                </a:lnTo>
                <a:lnTo>
                  <a:pt x="3491" y="217628"/>
                </a:lnTo>
                <a:lnTo>
                  <a:pt x="3491" y="216119"/>
                </a:lnTo>
                <a:lnTo>
                  <a:pt x="3491" y="214877"/>
                </a:lnTo>
                <a:lnTo>
                  <a:pt x="3491" y="213368"/>
                </a:lnTo>
                <a:lnTo>
                  <a:pt x="3967" y="211859"/>
                </a:lnTo>
                <a:lnTo>
                  <a:pt x="3967" y="210350"/>
                </a:lnTo>
                <a:lnTo>
                  <a:pt x="3967" y="209108"/>
                </a:lnTo>
                <a:lnTo>
                  <a:pt x="3967" y="207599"/>
                </a:lnTo>
                <a:lnTo>
                  <a:pt x="3967" y="206090"/>
                </a:lnTo>
                <a:lnTo>
                  <a:pt x="3967" y="204759"/>
                </a:lnTo>
                <a:lnTo>
                  <a:pt x="3967" y="203250"/>
                </a:lnTo>
                <a:lnTo>
                  <a:pt x="3967" y="202007"/>
                </a:lnTo>
                <a:lnTo>
                  <a:pt x="3967" y="200498"/>
                </a:lnTo>
                <a:lnTo>
                  <a:pt x="3967" y="198990"/>
                </a:lnTo>
                <a:lnTo>
                  <a:pt x="4284" y="197481"/>
                </a:lnTo>
                <a:lnTo>
                  <a:pt x="4284" y="195972"/>
                </a:lnTo>
                <a:lnTo>
                  <a:pt x="4284" y="194729"/>
                </a:lnTo>
                <a:lnTo>
                  <a:pt x="4284" y="193220"/>
                </a:lnTo>
                <a:lnTo>
                  <a:pt x="4284" y="191712"/>
                </a:lnTo>
                <a:lnTo>
                  <a:pt x="4601" y="190203"/>
                </a:lnTo>
                <a:lnTo>
                  <a:pt x="4601" y="188960"/>
                </a:lnTo>
                <a:lnTo>
                  <a:pt x="4601" y="187451"/>
                </a:lnTo>
                <a:lnTo>
                  <a:pt x="4601" y="185943"/>
                </a:lnTo>
                <a:lnTo>
                  <a:pt x="5077" y="184434"/>
                </a:lnTo>
                <a:lnTo>
                  <a:pt x="5077" y="183102"/>
                </a:lnTo>
                <a:lnTo>
                  <a:pt x="5077" y="181594"/>
                </a:lnTo>
                <a:lnTo>
                  <a:pt x="5077" y="180085"/>
                </a:lnTo>
                <a:lnTo>
                  <a:pt x="5077" y="178665"/>
                </a:lnTo>
                <a:lnTo>
                  <a:pt x="5395" y="177156"/>
                </a:lnTo>
                <a:lnTo>
                  <a:pt x="5395" y="175824"/>
                </a:lnTo>
                <a:lnTo>
                  <a:pt x="5395" y="174316"/>
                </a:lnTo>
                <a:lnTo>
                  <a:pt x="5395" y="173073"/>
                </a:lnTo>
                <a:lnTo>
                  <a:pt x="5395" y="171564"/>
                </a:lnTo>
                <a:lnTo>
                  <a:pt x="5871" y="170055"/>
                </a:lnTo>
                <a:lnTo>
                  <a:pt x="5871" y="168724"/>
                </a:lnTo>
                <a:lnTo>
                  <a:pt x="5871" y="167304"/>
                </a:lnTo>
                <a:lnTo>
                  <a:pt x="5871" y="165795"/>
                </a:lnTo>
                <a:lnTo>
                  <a:pt x="5871" y="164286"/>
                </a:lnTo>
                <a:lnTo>
                  <a:pt x="5871" y="162955"/>
                </a:lnTo>
                <a:lnTo>
                  <a:pt x="5871" y="161446"/>
                </a:lnTo>
                <a:lnTo>
                  <a:pt x="5871" y="159937"/>
                </a:lnTo>
                <a:lnTo>
                  <a:pt x="5871" y="158428"/>
                </a:lnTo>
                <a:lnTo>
                  <a:pt x="6188" y="157186"/>
                </a:lnTo>
                <a:lnTo>
                  <a:pt x="6188" y="155677"/>
                </a:lnTo>
                <a:lnTo>
                  <a:pt x="6188" y="154168"/>
                </a:lnTo>
                <a:lnTo>
                  <a:pt x="6188" y="152659"/>
                </a:lnTo>
                <a:lnTo>
                  <a:pt x="6188" y="151150"/>
                </a:lnTo>
                <a:lnTo>
                  <a:pt x="6506" y="149908"/>
                </a:lnTo>
                <a:lnTo>
                  <a:pt x="6506" y="148399"/>
                </a:lnTo>
                <a:lnTo>
                  <a:pt x="6506" y="146890"/>
                </a:lnTo>
                <a:lnTo>
                  <a:pt x="6506" y="145381"/>
                </a:lnTo>
                <a:lnTo>
                  <a:pt x="6506" y="144139"/>
                </a:lnTo>
                <a:lnTo>
                  <a:pt x="6982" y="142630"/>
                </a:lnTo>
                <a:lnTo>
                  <a:pt x="6982" y="141121"/>
                </a:lnTo>
                <a:lnTo>
                  <a:pt x="6982" y="139612"/>
                </a:lnTo>
                <a:lnTo>
                  <a:pt x="6982" y="138103"/>
                </a:lnTo>
                <a:lnTo>
                  <a:pt x="6982" y="136772"/>
                </a:lnTo>
                <a:lnTo>
                  <a:pt x="7299" y="135352"/>
                </a:lnTo>
                <a:lnTo>
                  <a:pt x="7299" y="133843"/>
                </a:lnTo>
                <a:lnTo>
                  <a:pt x="7299" y="132512"/>
                </a:lnTo>
                <a:lnTo>
                  <a:pt x="7299" y="131003"/>
                </a:lnTo>
                <a:lnTo>
                  <a:pt x="7775" y="129760"/>
                </a:lnTo>
                <a:lnTo>
                  <a:pt x="7775" y="128251"/>
                </a:lnTo>
                <a:lnTo>
                  <a:pt x="7775" y="126743"/>
                </a:lnTo>
                <a:lnTo>
                  <a:pt x="7775" y="125234"/>
                </a:lnTo>
                <a:lnTo>
                  <a:pt x="7775" y="123991"/>
                </a:lnTo>
                <a:lnTo>
                  <a:pt x="8093" y="122482"/>
                </a:lnTo>
                <a:lnTo>
                  <a:pt x="8093" y="120973"/>
                </a:lnTo>
                <a:lnTo>
                  <a:pt x="8093" y="119465"/>
                </a:lnTo>
                <a:lnTo>
                  <a:pt x="8093" y="118133"/>
                </a:lnTo>
                <a:lnTo>
                  <a:pt x="8093" y="116624"/>
                </a:lnTo>
                <a:lnTo>
                  <a:pt x="8093" y="115116"/>
                </a:lnTo>
                <a:lnTo>
                  <a:pt x="8093" y="113695"/>
                </a:lnTo>
                <a:lnTo>
                  <a:pt x="8093" y="112187"/>
                </a:lnTo>
                <a:lnTo>
                  <a:pt x="8093" y="110855"/>
                </a:lnTo>
                <a:lnTo>
                  <a:pt x="8093" y="109346"/>
                </a:lnTo>
                <a:lnTo>
                  <a:pt x="8569" y="107838"/>
                </a:lnTo>
                <a:lnTo>
                  <a:pt x="8569" y="106329"/>
                </a:lnTo>
                <a:lnTo>
                  <a:pt x="8569" y="105086"/>
                </a:lnTo>
                <a:lnTo>
                  <a:pt x="8569" y="103577"/>
                </a:lnTo>
                <a:lnTo>
                  <a:pt x="8886" y="102068"/>
                </a:lnTo>
                <a:lnTo>
                  <a:pt x="8886" y="100560"/>
                </a:lnTo>
                <a:lnTo>
                  <a:pt x="8886" y="99317"/>
                </a:lnTo>
                <a:lnTo>
                  <a:pt x="8886" y="97808"/>
                </a:lnTo>
                <a:lnTo>
                  <a:pt x="8886" y="96299"/>
                </a:lnTo>
                <a:lnTo>
                  <a:pt x="9203" y="94791"/>
                </a:lnTo>
                <a:lnTo>
                  <a:pt x="9203" y="93282"/>
                </a:lnTo>
                <a:lnTo>
                  <a:pt x="9203" y="92217"/>
                </a:lnTo>
                <a:lnTo>
                  <a:pt x="9203" y="90708"/>
                </a:lnTo>
                <a:lnTo>
                  <a:pt x="9203" y="89199"/>
                </a:lnTo>
                <a:lnTo>
                  <a:pt x="9679" y="87690"/>
                </a:lnTo>
                <a:lnTo>
                  <a:pt x="9679" y="86181"/>
                </a:lnTo>
                <a:lnTo>
                  <a:pt x="9679" y="84939"/>
                </a:lnTo>
                <a:lnTo>
                  <a:pt x="9679" y="83430"/>
                </a:lnTo>
                <a:lnTo>
                  <a:pt x="9679" y="81921"/>
                </a:lnTo>
                <a:lnTo>
                  <a:pt x="9997" y="80412"/>
                </a:lnTo>
                <a:lnTo>
                  <a:pt x="9997" y="79170"/>
                </a:lnTo>
                <a:lnTo>
                  <a:pt x="9997" y="77661"/>
                </a:lnTo>
                <a:lnTo>
                  <a:pt x="9997" y="76152"/>
                </a:lnTo>
                <a:lnTo>
                  <a:pt x="9997" y="74643"/>
                </a:lnTo>
                <a:lnTo>
                  <a:pt x="9997" y="73312"/>
                </a:lnTo>
                <a:lnTo>
                  <a:pt x="9997" y="71803"/>
                </a:lnTo>
                <a:lnTo>
                  <a:pt x="9997" y="70383"/>
                </a:lnTo>
                <a:lnTo>
                  <a:pt x="9997" y="68874"/>
                </a:lnTo>
                <a:lnTo>
                  <a:pt x="10473" y="67365"/>
                </a:lnTo>
                <a:lnTo>
                  <a:pt x="10473" y="66034"/>
                </a:lnTo>
                <a:lnTo>
                  <a:pt x="10473" y="64525"/>
                </a:lnTo>
                <a:lnTo>
                  <a:pt x="10473" y="63016"/>
                </a:lnTo>
                <a:lnTo>
                  <a:pt x="10473" y="61773"/>
                </a:lnTo>
                <a:lnTo>
                  <a:pt x="10790" y="60265"/>
                </a:lnTo>
                <a:lnTo>
                  <a:pt x="10790" y="59022"/>
                </a:lnTo>
                <a:lnTo>
                  <a:pt x="10790" y="57513"/>
                </a:lnTo>
                <a:lnTo>
                  <a:pt x="10790" y="56004"/>
                </a:lnTo>
                <a:lnTo>
                  <a:pt x="10790" y="54495"/>
                </a:lnTo>
                <a:lnTo>
                  <a:pt x="11108" y="53164"/>
                </a:lnTo>
                <a:lnTo>
                  <a:pt x="11108" y="51655"/>
                </a:lnTo>
                <a:lnTo>
                  <a:pt x="11108" y="50146"/>
                </a:lnTo>
                <a:lnTo>
                  <a:pt x="11108" y="48726"/>
                </a:lnTo>
                <a:lnTo>
                  <a:pt x="11584" y="47217"/>
                </a:lnTo>
                <a:lnTo>
                  <a:pt x="11584" y="45886"/>
                </a:lnTo>
                <a:lnTo>
                  <a:pt x="11584" y="44377"/>
                </a:lnTo>
                <a:lnTo>
                  <a:pt x="11584" y="42868"/>
                </a:lnTo>
                <a:lnTo>
                  <a:pt x="11584" y="41360"/>
                </a:lnTo>
                <a:lnTo>
                  <a:pt x="11901" y="40117"/>
                </a:lnTo>
                <a:lnTo>
                  <a:pt x="11901" y="38786"/>
                </a:lnTo>
                <a:lnTo>
                  <a:pt x="11901" y="37366"/>
                </a:lnTo>
                <a:lnTo>
                  <a:pt x="11901" y="35857"/>
                </a:lnTo>
                <a:lnTo>
                  <a:pt x="11901" y="34348"/>
                </a:lnTo>
                <a:lnTo>
                  <a:pt x="12377" y="33017"/>
                </a:lnTo>
                <a:lnTo>
                  <a:pt x="12377" y="31508"/>
                </a:lnTo>
                <a:lnTo>
                  <a:pt x="12377" y="29999"/>
                </a:lnTo>
                <a:lnTo>
                  <a:pt x="12377" y="28490"/>
                </a:lnTo>
                <a:lnTo>
                  <a:pt x="12377" y="27247"/>
                </a:lnTo>
                <a:lnTo>
                  <a:pt x="12377" y="25739"/>
                </a:lnTo>
                <a:lnTo>
                  <a:pt x="12377" y="24230"/>
                </a:lnTo>
                <a:lnTo>
                  <a:pt x="12377" y="22721"/>
                </a:lnTo>
                <a:lnTo>
                  <a:pt x="12377" y="21478"/>
                </a:lnTo>
                <a:lnTo>
                  <a:pt x="12694" y="20147"/>
                </a:lnTo>
                <a:lnTo>
                  <a:pt x="12694" y="18638"/>
                </a:lnTo>
                <a:lnTo>
                  <a:pt x="12694" y="17129"/>
                </a:lnTo>
                <a:lnTo>
                  <a:pt x="12694" y="15620"/>
                </a:lnTo>
                <a:lnTo>
                  <a:pt x="12694" y="14200"/>
                </a:lnTo>
                <a:lnTo>
                  <a:pt x="13170" y="12869"/>
                </a:lnTo>
                <a:lnTo>
                  <a:pt x="13170" y="11360"/>
                </a:lnTo>
                <a:lnTo>
                  <a:pt x="13170" y="9851"/>
                </a:lnTo>
                <a:lnTo>
                  <a:pt x="13170" y="8343"/>
                </a:lnTo>
                <a:lnTo>
                  <a:pt x="13170" y="7100"/>
                </a:lnTo>
                <a:lnTo>
                  <a:pt x="13488" y="5769"/>
                </a:lnTo>
                <a:lnTo>
                  <a:pt x="13488" y="4260"/>
                </a:lnTo>
                <a:lnTo>
                  <a:pt x="13488" y="2840"/>
                </a:lnTo>
                <a:lnTo>
                  <a:pt x="13488" y="1331"/>
                </a:lnTo>
                <a:lnTo>
                  <a:pt x="13488" y="0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3543585" y="2356499"/>
            <a:ext cx="13329" cy="274254"/>
          </a:xfrm>
          <a:custGeom>
            <a:avLst/>
            <a:gdLst/>
            <a:ahLst/>
            <a:cxnLst/>
            <a:rect l="l" t="t" r="r" b="b"/>
            <a:pathLst>
              <a:path w="13329" h="274254">
                <a:moveTo>
                  <a:pt x="0" y="274254"/>
                </a:moveTo>
                <a:lnTo>
                  <a:pt x="317" y="272746"/>
                </a:lnTo>
                <a:lnTo>
                  <a:pt x="317" y="271237"/>
                </a:lnTo>
                <a:lnTo>
                  <a:pt x="317" y="269728"/>
                </a:lnTo>
                <a:lnTo>
                  <a:pt x="317" y="268485"/>
                </a:lnTo>
                <a:lnTo>
                  <a:pt x="793" y="267154"/>
                </a:lnTo>
                <a:lnTo>
                  <a:pt x="793" y="265734"/>
                </a:lnTo>
                <a:lnTo>
                  <a:pt x="793" y="264225"/>
                </a:lnTo>
                <a:lnTo>
                  <a:pt x="793" y="262716"/>
                </a:lnTo>
                <a:lnTo>
                  <a:pt x="793" y="261385"/>
                </a:lnTo>
                <a:lnTo>
                  <a:pt x="793" y="259876"/>
                </a:lnTo>
                <a:lnTo>
                  <a:pt x="793" y="258367"/>
                </a:lnTo>
                <a:lnTo>
                  <a:pt x="793" y="257125"/>
                </a:lnTo>
                <a:lnTo>
                  <a:pt x="793" y="255616"/>
                </a:lnTo>
                <a:lnTo>
                  <a:pt x="793" y="254107"/>
                </a:lnTo>
                <a:lnTo>
                  <a:pt x="1110" y="252864"/>
                </a:lnTo>
                <a:lnTo>
                  <a:pt x="1110" y="251355"/>
                </a:lnTo>
                <a:lnTo>
                  <a:pt x="1110" y="249847"/>
                </a:lnTo>
                <a:lnTo>
                  <a:pt x="1110" y="248338"/>
                </a:lnTo>
                <a:lnTo>
                  <a:pt x="1110" y="247006"/>
                </a:lnTo>
                <a:lnTo>
                  <a:pt x="1586" y="245764"/>
                </a:lnTo>
                <a:lnTo>
                  <a:pt x="1586" y="244255"/>
                </a:lnTo>
                <a:lnTo>
                  <a:pt x="1586" y="242746"/>
                </a:lnTo>
                <a:lnTo>
                  <a:pt x="1586" y="241237"/>
                </a:lnTo>
                <a:lnTo>
                  <a:pt x="1904" y="239995"/>
                </a:lnTo>
                <a:lnTo>
                  <a:pt x="1904" y="238663"/>
                </a:lnTo>
                <a:lnTo>
                  <a:pt x="1904" y="237155"/>
                </a:lnTo>
                <a:lnTo>
                  <a:pt x="1904" y="235646"/>
                </a:lnTo>
                <a:lnTo>
                  <a:pt x="1904" y="234137"/>
                </a:lnTo>
                <a:lnTo>
                  <a:pt x="2221" y="232894"/>
                </a:lnTo>
                <a:lnTo>
                  <a:pt x="2221" y="231385"/>
                </a:lnTo>
                <a:lnTo>
                  <a:pt x="2221" y="230054"/>
                </a:lnTo>
                <a:lnTo>
                  <a:pt x="2221" y="228634"/>
                </a:lnTo>
                <a:lnTo>
                  <a:pt x="2221" y="227125"/>
                </a:lnTo>
                <a:lnTo>
                  <a:pt x="2697" y="225794"/>
                </a:lnTo>
                <a:lnTo>
                  <a:pt x="2697" y="224285"/>
                </a:lnTo>
                <a:lnTo>
                  <a:pt x="2697" y="222776"/>
                </a:lnTo>
                <a:lnTo>
                  <a:pt x="2697" y="221534"/>
                </a:lnTo>
                <a:lnTo>
                  <a:pt x="2697" y="220025"/>
                </a:lnTo>
                <a:lnTo>
                  <a:pt x="2697" y="218693"/>
                </a:lnTo>
                <a:lnTo>
                  <a:pt x="2697" y="217273"/>
                </a:lnTo>
                <a:lnTo>
                  <a:pt x="2697" y="215764"/>
                </a:lnTo>
                <a:lnTo>
                  <a:pt x="2697" y="214433"/>
                </a:lnTo>
                <a:lnTo>
                  <a:pt x="3015" y="212924"/>
                </a:lnTo>
                <a:lnTo>
                  <a:pt x="3015" y="211682"/>
                </a:lnTo>
                <a:lnTo>
                  <a:pt x="3015" y="210173"/>
                </a:lnTo>
                <a:lnTo>
                  <a:pt x="3015" y="208664"/>
                </a:lnTo>
                <a:lnTo>
                  <a:pt x="3015" y="207333"/>
                </a:lnTo>
                <a:lnTo>
                  <a:pt x="3491" y="205824"/>
                </a:lnTo>
                <a:lnTo>
                  <a:pt x="3491" y="204581"/>
                </a:lnTo>
                <a:lnTo>
                  <a:pt x="3491" y="203072"/>
                </a:lnTo>
                <a:lnTo>
                  <a:pt x="3491" y="201830"/>
                </a:lnTo>
                <a:lnTo>
                  <a:pt x="3491" y="200321"/>
                </a:lnTo>
                <a:lnTo>
                  <a:pt x="3808" y="198812"/>
                </a:lnTo>
                <a:lnTo>
                  <a:pt x="3808" y="197481"/>
                </a:lnTo>
                <a:lnTo>
                  <a:pt x="3808" y="195972"/>
                </a:lnTo>
                <a:lnTo>
                  <a:pt x="3808" y="194729"/>
                </a:lnTo>
                <a:lnTo>
                  <a:pt x="3808" y="193220"/>
                </a:lnTo>
                <a:lnTo>
                  <a:pt x="4125" y="191712"/>
                </a:lnTo>
                <a:lnTo>
                  <a:pt x="4125" y="190469"/>
                </a:lnTo>
                <a:lnTo>
                  <a:pt x="4125" y="189138"/>
                </a:lnTo>
                <a:lnTo>
                  <a:pt x="4125" y="187629"/>
                </a:lnTo>
                <a:lnTo>
                  <a:pt x="4601" y="186120"/>
                </a:lnTo>
                <a:lnTo>
                  <a:pt x="4601" y="184611"/>
                </a:lnTo>
                <a:lnTo>
                  <a:pt x="4601" y="183369"/>
                </a:lnTo>
                <a:lnTo>
                  <a:pt x="4601" y="182037"/>
                </a:lnTo>
                <a:lnTo>
                  <a:pt x="4601" y="180528"/>
                </a:lnTo>
                <a:lnTo>
                  <a:pt x="4919" y="179020"/>
                </a:lnTo>
                <a:lnTo>
                  <a:pt x="4919" y="177777"/>
                </a:lnTo>
                <a:lnTo>
                  <a:pt x="4919" y="176268"/>
                </a:lnTo>
                <a:lnTo>
                  <a:pt x="4919" y="175026"/>
                </a:lnTo>
                <a:lnTo>
                  <a:pt x="4919" y="173694"/>
                </a:lnTo>
                <a:lnTo>
                  <a:pt x="4919" y="172185"/>
                </a:lnTo>
                <a:lnTo>
                  <a:pt x="4919" y="170677"/>
                </a:lnTo>
                <a:lnTo>
                  <a:pt x="4919" y="169168"/>
                </a:lnTo>
                <a:lnTo>
                  <a:pt x="4919" y="167925"/>
                </a:lnTo>
                <a:lnTo>
                  <a:pt x="4919" y="166594"/>
                </a:lnTo>
                <a:lnTo>
                  <a:pt x="5395" y="165085"/>
                </a:lnTo>
                <a:lnTo>
                  <a:pt x="5395" y="163842"/>
                </a:lnTo>
                <a:lnTo>
                  <a:pt x="5395" y="162334"/>
                </a:lnTo>
                <a:lnTo>
                  <a:pt x="5395" y="160825"/>
                </a:lnTo>
                <a:lnTo>
                  <a:pt x="5712" y="159760"/>
                </a:lnTo>
                <a:lnTo>
                  <a:pt x="5712" y="158251"/>
                </a:lnTo>
                <a:lnTo>
                  <a:pt x="5712" y="156742"/>
                </a:lnTo>
                <a:lnTo>
                  <a:pt x="5712" y="155499"/>
                </a:lnTo>
                <a:lnTo>
                  <a:pt x="5712" y="153991"/>
                </a:lnTo>
                <a:lnTo>
                  <a:pt x="6188" y="152659"/>
                </a:lnTo>
                <a:lnTo>
                  <a:pt x="6188" y="151150"/>
                </a:lnTo>
                <a:lnTo>
                  <a:pt x="6188" y="149908"/>
                </a:lnTo>
                <a:lnTo>
                  <a:pt x="6188" y="148399"/>
                </a:lnTo>
                <a:lnTo>
                  <a:pt x="6188" y="147156"/>
                </a:lnTo>
                <a:lnTo>
                  <a:pt x="6506" y="145647"/>
                </a:lnTo>
                <a:lnTo>
                  <a:pt x="6506" y="144316"/>
                </a:lnTo>
                <a:lnTo>
                  <a:pt x="6506" y="143074"/>
                </a:lnTo>
                <a:lnTo>
                  <a:pt x="6506" y="141565"/>
                </a:lnTo>
                <a:lnTo>
                  <a:pt x="6506" y="140056"/>
                </a:lnTo>
                <a:lnTo>
                  <a:pt x="6823" y="138725"/>
                </a:lnTo>
                <a:lnTo>
                  <a:pt x="6823" y="137216"/>
                </a:lnTo>
                <a:lnTo>
                  <a:pt x="6823" y="135973"/>
                </a:lnTo>
                <a:lnTo>
                  <a:pt x="6823" y="134642"/>
                </a:lnTo>
                <a:lnTo>
                  <a:pt x="6823" y="133133"/>
                </a:lnTo>
                <a:lnTo>
                  <a:pt x="6823" y="131713"/>
                </a:lnTo>
                <a:lnTo>
                  <a:pt x="6823" y="130382"/>
                </a:lnTo>
                <a:lnTo>
                  <a:pt x="6823" y="129139"/>
                </a:lnTo>
                <a:lnTo>
                  <a:pt x="6823" y="127808"/>
                </a:lnTo>
                <a:lnTo>
                  <a:pt x="7299" y="126299"/>
                </a:lnTo>
                <a:lnTo>
                  <a:pt x="7299" y="124790"/>
                </a:lnTo>
                <a:lnTo>
                  <a:pt x="7299" y="123547"/>
                </a:lnTo>
                <a:lnTo>
                  <a:pt x="7299" y="122038"/>
                </a:lnTo>
                <a:lnTo>
                  <a:pt x="7299" y="120707"/>
                </a:lnTo>
                <a:lnTo>
                  <a:pt x="7616" y="119465"/>
                </a:lnTo>
                <a:lnTo>
                  <a:pt x="7616" y="117956"/>
                </a:lnTo>
                <a:lnTo>
                  <a:pt x="7616" y="116624"/>
                </a:lnTo>
                <a:lnTo>
                  <a:pt x="7616" y="115204"/>
                </a:lnTo>
                <a:lnTo>
                  <a:pt x="7616" y="113873"/>
                </a:lnTo>
                <a:lnTo>
                  <a:pt x="8093" y="112630"/>
                </a:lnTo>
                <a:lnTo>
                  <a:pt x="8093" y="111299"/>
                </a:lnTo>
                <a:lnTo>
                  <a:pt x="8093" y="109790"/>
                </a:lnTo>
                <a:lnTo>
                  <a:pt x="8093" y="108281"/>
                </a:lnTo>
                <a:lnTo>
                  <a:pt x="8410" y="107039"/>
                </a:lnTo>
                <a:lnTo>
                  <a:pt x="8410" y="105530"/>
                </a:lnTo>
                <a:lnTo>
                  <a:pt x="8410" y="104199"/>
                </a:lnTo>
                <a:lnTo>
                  <a:pt x="8410" y="102956"/>
                </a:lnTo>
                <a:lnTo>
                  <a:pt x="8410" y="101625"/>
                </a:lnTo>
                <a:lnTo>
                  <a:pt x="8727" y="100116"/>
                </a:lnTo>
                <a:lnTo>
                  <a:pt x="8727" y="98873"/>
                </a:lnTo>
                <a:lnTo>
                  <a:pt x="8727" y="97364"/>
                </a:lnTo>
                <a:lnTo>
                  <a:pt x="8727" y="96122"/>
                </a:lnTo>
                <a:lnTo>
                  <a:pt x="8727" y="94791"/>
                </a:lnTo>
                <a:lnTo>
                  <a:pt x="9203" y="93548"/>
                </a:lnTo>
                <a:lnTo>
                  <a:pt x="9203" y="92039"/>
                </a:lnTo>
                <a:lnTo>
                  <a:pt x="9203" y="90708"/>
                </a:lnTo>
                <a:lnTo>
                  <a:pt x="9203" y="89199"/>
                </a:lnTo>
                <a:lnTo>
                  <a:pt x="9203" y="87956"/>
                </a:lnTo>
                <a:lnTo>
                  <a:pt x="9203" y="86625"/>
                </a:lnTo>
                <a:lnTo>
                  <a:pt x="9203" y="85382"/>
                </a:lnTo>
                <a:lnTo>
                  <a:pt x="9203" y="83874"/>
                </a:lnTo>
                <a:lnTo>
                  <a:pt x="9203" y="82542"/>
                </a:lnTo>
                <a:lnTo>
                  <a:pt x="9521" y="81033"/>
                </a:lnTo>
                <a:lnTo>
                  <a:pt x="9521" y="79791"/>
                </a:lnTo>
                <a:lnTo>
                  <a:pt x="9521" y="78282"/>
                </a:lnTo>
                <a:lnTo>
                  <a:pt x="9521" y="77039"/>
                </a:lnTo>
                <a:lnTo>
                  <a:pt x="9521" y="75708"/>
                </a:lnTo>
                <a:lnTo>
                  <a:pt x="9997" y="74465"/>
                </a:lnTo>
                <a:lnTo>
                  <a:pt x="9997" y="72957"/>
                </a:lnTo>
                <a:lnTo>
                  <a:pt x="9997" y="71625"/>
                </a:lnTo>
                <a:lnTo>
                  <a:pt x="9997" y="70116"/>
                </a:lnTo>
                <a:lnTo>
                  <a:pt x="9997" y="68874"/>
                </a:lnTo>
                <a:lnTo>
                  <a:pt x="10314" y="67543"/>
                </a:lnTo>
                <a:lnTo>
                  <a:pt x="10314" y="66300"/>
                </a:lnTo>
                <a:lnTo>
                  <a:pt x="10314" y="64969"/>
                </a:lnTo>
                <a:lnTo>
                  <a:pt x="10314" y="63460"/>
                </a:lnTo>
                <a:lnTo>
                  <a:pt x="10314" y="62217"/>
                </a:lnTo>
                <a:lnTo>
                  <a:pt x="10790" y="60886"/>
                </a:lnTo>
                <a:lnTo>
                  <a:pt x="10790" y="59377"/>
                </a:lnTo>
                <a:lnTo>
                  <a:pt x="10790" y="58134"/>
                </a:lnTo>
                <a:lnTo>
                  <a:pt x="10790" y="56803"/>
                </a:lnTo>
                <a:lnTo>
                  <a:pt x="11108" y="55561"/>
                </a:lnTo>
                <a:lnTo>
                  <a:pt x="11108" y="54229"/>
                </a:lnTo>
                <a:lnTo>
                  <a:pt x="11108" y="52809"/>
                </a:lnTo>
                <a:lnTo>
                  <a:pt x="11108" y="51478"/>
                </a:lnTo>
                <a:lnTo>
                  <a:pt x="11108" y="49969"/>
                </a:lnTo>
                <a:lnTo>
                  <a:pt x="11108" y="48726"/>
                </a:lnTo>
                <a:lnTo>
                  <a:pt x="11108" y="47661"/>
                </a:lnTo>
                <a:lnTo>
                  <a:pt x="11108" y="46152"/>
                </a:lnTo>
                <a:lnTo>
                  <a:pt x="11108" y="44821"/>
                </a:lnTo>
                <a:lnTo>
                  <a:pt x="11108" y="43579"/>
                </a:lnTo>
                <a:lnTo>
                  <a:pt x="11425" y="42070"/>
                </a:lnTo>
                <a:lnTo>
                  <a:pt x="11425" y="40738"/>
                </a:lnTo>
                <a:lnTo>
                  <a:pt x="11425" y="39496"/>
                </a:lnTo>
                <a:lnTo>
                  <a:pt x="11425" y="38164"/>
                </a:lnTo>
                <a:lnTo>
                  <a:pt x="11425" y="36922"/>
                </a:lnTo>
                <a:lnTo>
                  <a:pt x="11901" y="35591"/>
                </a:lnTo>
                <a:lnTo>
                  <a:pt x="11901" y="34082"/>
                </a:lnTo>
                <a:lnTo>
                  <a:pt x="11901" y="32839"/>
                </a:lnTo>
                <a:lnTo>
                  <a:pt x="11901" y="31508"/>
                </a:lnTo>
                <a:lnTo>
                  <a:pt x="12218" y="29999"/>
                </a:lnTo>
                <a:lnTo>
                  <a:pt x="12218" y="28756"/>
                </a:lnTo>
                <a:lnTo>
                  <a:pt x="12218" y="27425"/>
                </a:lnTo>
                <a:lnTo>
                  <a:pt x="12218" y="26182"/>
                </a:lnTo>
                <a:lnTo>
                  <a:pt x="12218" y="24851"/>
                </a:lnTo>
                <a:lnTo>
                  <a:pt x="12694" y="23608"/>
                </a:lnTo>
                <a:lnTo>
                  <a:pt x="12694" y="22277"/>
                </a:lnTo>
                <a:lnTo>
                  <a:pt x="12694" y="20857"/>
                </a:lnTo>
                <a:lnTo>
                  <a:pt x="12694" y="19526"/>
                </a:lnTo>
                <a:lnTo>
                  <a:pt x="12694" y="18283"/>
                </a:lnTo>
                <a:lnTo>
                  <a:pt x="13012" y="16952"/>
                </a:lnTo>
                <a:lnTo>
                  <a:pt x="13012" y="15709"/>
                </a:lnTo>
                <a:lnTo>
                  <a:pt x="13012" y="14378"/>
                </a:lnTo>
                <a:lnTo>
                  <a:pt x="13012" y="13135"/>
                </a:lnTo>
                <a:lnTo>
                  <a:pt x="13012" y="11804"/>
                </a:lnTo>
                <a:lnTo>
                  <a:pt x="13329" y="10295"/>
                </a:lnTo>
                <a:lnTo>
                  <a:pt x="13329" y="9053"/>
                </a:lnTo>
                <a:lnTo>
                  <a:pt x="13329" y="7721"/>
                </a:lnTo>
                <a:lnTo>
                  <a:pt x="13329" y="6479"/>
                </a:lnTo>
                <a:lnTo>
                  <a:pt x="13329" y="5147"/>
                </a:lnTo>
                <a:lnTo>
                  <a:pt x="13329" y="3905"/>
                </a:lnTo>
                <a:lnTo>
                  <a:pt x="13329" y="2573"/>
                </a:lnTo>
                <a:lnTo>
                  <a:pt x="13329" y="1331"/>
                </a:lnTo>
                <a:lnTo>
                  <a:pt x="13329" y="0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556914" y="2119965"/>
            <a:ext cx="13805" cy="236533"/>
          </a:xfrm>
          <a:custGeom>
            <a:avLst/>
            <a:gdLst/>
            <a:ahLst/>
            <a:cxnLst/>
            <a:rect l="l" t="t" r="r" b="b"/>
            <a:pathLst>
              <a:path w="13805" h="236533">
                <a:moveTo>
                  <a:pt x="0" y="236533"/>
                </a:moveTo>
                <a:lnTo>
                  <a:pt x="476" y="235024"/>
                </a:lnTo>
                <a:lnTo>
                  <a:pt x="476" y="233782"/>
                </a:lnTo>
                <a:lnTo>
                  <a:pt x="476" y="232450"/>
                </a:lnTo>
                <a:lnTo>
                  <a:pt x="476" y="231208"/>
                </a:lnTo>
                <a:lnTo>
                  <a:pt x="476" y="229877"/>
                </a:lnTo>
                <a:lnTo>
                  <a:pt x="793" y="228634"/>
                </a:lnTo>
                <a:lnTo>
                  <a:pt x="793" y="227303"/>
                </a:lnTo>
                <a:lnTo>
                  <a:pt x="793" y="226060"/>
                </a:lnTo>
                <a:lnTo>
                  <a:pt x="793" y="224729"/>
                </a:lnTo>
                <a:lnTo>
                  <a:pt x="793" y="223486"/>
                </a:lnTo>
                <a:lnTo>
                  <a:pt x="1269" y="222155"/>
                </a:lnTo>
                <a:lnTo>
                  <a:pt x="1269" y="220912"/>
                </a:lnTo>
                <a:lnTo>
                  <a:pt x="1269" y="219581"/>
                </a:lnTo>
                <a:lnTo>
                  <a:pt x="1269" y="218338"/>
                </a:lnTo>
                <a:lnTo>
                  <a:pt x="1269" y="217007"/>
                </a:lnTo>
                <a:lnTo>
                  <a:pt x="1586" y="215498"/>
                </a:lnTo>
                <a:lnTo>
                  <a:pt x="1586" y="214433"/>
                </a:lnTo>
                <a:lnTo>
                  <a:pt x="1586" y="213191"/>
                </a:lnTo>
                <a:lnTo>
                  <a:pt x="1586" y="211859"/>
                </a:lnTo>
                <a:lnTo>
                  <a:pt x="2062" y="210617"/>
                </a:lnTo>
                <a:lnTo>
                  <a:pt x="2062" y="209285"/>
                </a:lnTo>
                <a:lnTo>
                  <a:pt x="2062" y="208043"/>
                </a:lnTo>
                <a:lnTo>
                  <a:pt x="2062" y="206711"/>
                </a:lnTo>
                <a:lnTo>
                  <a:pt x="2062" y="205469"/>
                </a:lnTo>
                <a:lnTo>
                  <a:pt x="2062" y="204137"/>
                </a:lnTo>
                <a:lnTo>
                  <a:pt x="2062" y="202895"/>
                </a:lnTo>
                <a:lnTo>
                  <a:pt x="2062" y="201564"/>
                </a:lnTo>
                <a:lnTo>
                  <a:pt x="2062" y="200321"/>
                </a:lnTo>
                <a:lnTo>
                  <a:pt x="2062" y="198990"/>
                </a:lnTo>
                <a:lnTo>
                  <a:pt x="2380" y="197925"/>
                </a:lnTo>
                <a:lnTo>
                  <a:pt x="2380" y="196682"/>
                </a:lnTo>
                <a:lnTo>
                  <a:pt x="2380" y="195351"/>
                </a:lnTo>
                <a:lnTo>
                  <a:pt x="2380" y="194108"/>
                </a:lnTo>
                <a:lnTo>
                  <a:pt x="2380" y="192777"/>
                </a:lnTo>
                <a:lnTo>
                  <a:pt x="2697" y="191534"/>
                </a:lnTo>
                <a:lnTo>
                  <a:pt x="2697" y="190203"/>
                </a:lnTo>
                <a:lnTo>
                  <a:pt x="2697" y="188960"/>
                </a:lnTo>
                <a:lnTo>
                  <a:pt x="2697" y="187629"/>
                </a:lnTo>
                <a:lnTo>
                  <a:pt x="3173" y="186386"/>
                </a:lnTo>
                <a:lnTo>
                  <a:pt x="3173" y="185055"/>
                </a:lnTo>
                <a:lnTo>
                  <a:pt x="3173" y="183812"/>
                </a:lnTo>
                <a:lnTo>
                  <a:pt x="3173" y="182481"/>
                </a:lnTo>
                <a:lnTo>
                  <a:pt x="3173" y="181416"/>
                </a:lnTo>
                <a:lnTo>
                  <a:pt x="3491" y="180173"/>
                </a:lnTo>
                <a:lnTo>
                  <a:pt x="3491" y="178842"/>
                </a:lnTo>
                <a:lnTo>
                  <a:pt x="3491" y="177600"/>
                </a:lnTo>
                <a:lnTo>
                  <a:pt x="3491" y="176268"/>
                </a:lnTo>
                <a:lnTo>
                  <a:pt x="3491" y="175026"/>
                </a:lnTo>
                <a:lnTo>
                  <a:pt x="3967" y="173694"/>
                </a:lnTo>
                <a:lnTo>
                  <a:pt x="3967" y="172452"/>
                </a:lnTo>
                <a:lnTo>
                  <a:pt x="3967" y="171387"/>
                </a:lnTo>
                <a:lnTo>
                  <a:pt x="3967" y="170055"/>
                </a:lnTo>
                <a:lnTo>
                  <a:pt x="3967" y="168813"/>
                </a:lnTo>
                <a:lnTo>
                  <a:pt x="4284" y="167481"/>
                </a:lnTo>
                <a:lnTo>
                  <a:pt x="4284" y="166239"/>
                </a:lnTo>
                <a:lnTo>
                  <a:pt x="4284" y="164907"/>
                </a:lnTo>
                <a:lnTo>
                  <a:pt x="4284" y="163665"/>
                </a:lnTo>
                <a:lnTo>
                  <a:pt x="4284" y="162600"/>
                </a:lnTo>
                <a:lnTo>
                  <a:pt x="4284" y="161268"/>
                </a:lnTo>
                <a:lnTo>
                  <a:pt x="4284" y="160203"/>
                </a:lnTo>
                <a:lnTo>
                  <a:pt x="4284" y="158961"/>
                </a:lnTo>
                <a:lnTo>
                  <a:pt x="4284" y="157629"/>
                </a:lnTo>
                <a:lnTo>
                  <a:pt x="4601" y="156387"/>
                </a:lnTo>
                <a:lnTo>
                  <a:pt x="4601" y="155056"/>
                </a:lnTo>
                <a:lnTo>
                  <a:pt x="4601" y="153991"/>
                </a:lnTo>
                <a:lnTo>
                  <a:pt x="4601" y="152748"/>
                </a:lnTo>
                <a:lnTo>
                  <a:pt x="4601" y="151417"/>
                </a:lnTo>
                <a:lnTo>
                  <a:pt x="5077" y="150174"/>
                </a:lnTo>
                <a:lnTo>
                  <a:pt x="5077" y="148843"/>
                </a:lnTo>
                <a:lnTo>
                  <a:pt x="5077" y="147778"/>
                </a:lnTo>
                <a:lnTo>
                  <a:pt x="5077" y="146535"/>
                </a:lnTo>
                <a:lnTo>
                  <a:pt x="5077" y="145204"/>
                </a:lnTo>
                <a:lnTo>
                  <a:pt x="5395" y="143961"/>
                </a:lnTo>
                <a:lnTo>
                  <a:pt x="5395" y="142807"/>
                </a:lnTo>
                <a:lnTo>
                  <a:pt x="5395" y="141565"/>
                </a:lnTo>
                <a:lnTo>
                  <a:pt x="5395" y="140233"/>
                </a:lnTo>
                <a:lnTo>
                  <a:pt x="5871" y="138991"/>
                </a:lnTo>
                <a:lnTo>
                  <a:pt x="5871" y="137926"/>
                </a:lnTo>
                <a:lnTo>
                  <a:pt x="5871" y="136594"/>
                </a:lnTo>
                <a:lnTo>
                  <a:pt x="5871" y="135352"/>
                </a:lnTo>
                <a:lnTo>
                  <a:pt x="5871" y="134287"/>
                </a:lnTo>
                <a:lnTo>
                  <a:pt x="6188" y="132955"/>
                </a:lnTo>
                <a:lnTo>
                  <a:pt x="6188" y="131713"/>
                </a:lnTo>
                <a:lnTo>
                  <a:pt x="6188" y="130648"/>
                </a:lnTo>
                <a:lnTo>
                  <a:pt x="6188" y="129316"/>
                </a:lnTo>
                <a:lnTo>
                  <a:pt x="6188" y="128251"/>
                </a:lnTo>
                <a:lnTo>
                  <a:pt x="6188" y="127009"/>
                </a:lnTo>
                <a:lnTo>
                  <a:pt x="6188" y="125944"/>
                </a:lnTo>
                <a:lnTo>
                  <a:pt x="6188" y="124612"/>
                </a:lnTo>
                <a:lnTo>
                  <a:pt x="6188" y="123547"/>
                </a:lnTo>
                <a:lnTo>
                  <a:pt x="6188" y="122305"/>
                </a:lnTo>
                <a:lnTo>
                  <a:pt x="6506" y="120973"/>
                </a:lnTo>
                <a:lnTo>
                  <a:pt x="6506" y="119908"/>
                </a:lnTo>
                <a:lnTo>
                  <a:pt x="6506" y="118577"/>
                </a:lnTo>
                <a:lnTo>
                  <a:pt x="6506" y="117334"/>
                </a:lnTo>
                <a:lnTo>
                  <a:pt x="6982" y="116269"/>
                </a:lnTo>
                <a:lnTo>
                  <a:pt x="6982" y="114938"/>
                </a:lnTo>
                <a:lnTo>
                  <a:pt x="6982" y="113873"/>
                </a:lnTo>
                <a:lnTo>
                  <a:pt x="6982" y="112630"/>
                </a:lnTo>
                <a:lnTo>
                  <a:pt x="6982" y="111565"/>
                </a:lnTo>
                <a:lnTo>
                  <a:pt x="7299" y="110234"/>
                </a:lnTo>
                <a:lnTo>
                  <a:pt x="7299" y="108991"/>
                </a:lnTo>
                <a:lnTo>
                  <a:pt x="7299" y="107926"/>
                </a:lnTo>
                <a:lnTo>
                  <a:pt x="7299" y="106595"/>
                </a:lnTo>
                <a:lnTo>
                  <a:pt x="7299" y="105530"/>
                </a:lnTo>
                <a:lnTo>
                  <a:pt x="7775" y="104287"/>
                </a:lnTo>
                <a:lnTo>
                  <a:pt x="7775" y="103222"/>
                </a:lnTo>
                <a:lnTo>
                  <a:pt x="7775" y="101891"/>
                </a:lnTo>
                <a:lnTo>
                  <a:pt x="7775" y="100826"/>
                </a:lnTo>
                <a:lnTo>
                  <a:pt x="7775" y="99495"/>
                </a:lnTo>
                <a:lnTo>
                  <a:pt x="8093" y="98429"/>
                </a:lnTo>
                <a:lnTo>
                  <a:pt x="8093" y="97187"/>
                </a:lnTo>
                <a:lnTo>
                  <a:pt x="8093" y="96122"/>
                </a:lnTo>
                <a:lnTo>
                  <a:pt x="8093" y="94791"/>
                </a:lnTo>
                <a:lnTo>
                  <a:pt x="8093" y="93725"/>
                </a:lnTo>
                <a:lnTo>
                  <a:pt x="8093" y="92483"/>
                </a:lnTo>
                <a:lnTo>
                  <a:pt x="8093" y="91418"/>
                </a:lnTo>
                <a:lnTo>
                  <a:pt x="8093" y="90086"/>
                </a:lnTo>
                <a:lnTo>
                  <a:pt x="8093" y="89021"/>
                </a:lnTo>
                <a:lnTo>
                  <a:pt x="8569" y="87956"/>
                </a:lnTo>
                <a:lnTo>
                  <a:pt x="8569" y="86714"/>
                </a:lnTo>
                <a:lnTo>
                  <a:pt x="8569" y="85560"/>
                </a:lnTo>
                <a:lnTo>
                  <a:pt x="8569" y="84317"/>
                </a:lnTo>
                <a:lnTo>
                  <a:pt x="8569" y="83252"/>
                </a:lnTo>
                <a:lnTo>
                  <a:pt x="8886" y="82187"/>
                </a:lnTo>
                <a:lnTo>
                  <a:pt x="8886" y="80856"/>
                </a:lnTo>
                <a:lnTo>
                  <a:pt x="8886" y="79791"/>
                </a:lnTo>
                <a:lnTo>
                  <a:pt x="8886" y="78548"/>
                </a:lnTo>
                <a:lnTo>
                  <a:pt x="8886" y="77483"/>
                </a:lnTo>
                <a:lnTo>
                  <a:pt x="9203" y="76418"/>
                </a:lnTo>
                <a:lnTo>
                  <a:pt x="9203" y="75087"/>
                </a:lnTo>
                <a:lnTo>
                  <a:pt x="9203" y="74022"/>
                </a:lnTo>
                <a:lnTo>
                  <a:pt x="9203" y="72690"/>
                </a:lnTo>
                <a:lnTo>
                  <a:pt x="9679" y="71625"/>
                </a:lnTo>
                <a:lnTo>
                  <a:pt x="9679" y="70383"/>
                </a:lnTo>
                <a:lnTo>
                  <a:pt x="9679" y="69318"/>
                </a:lnTo>
                <a:lnTo>
                  <a:pt x="9679" y="67986"/>
                </a:lnTo>
                <a:lnTo>
                  <a:pt x="9679" y="66921"/>
                </a:lnTo>
                <a:lnTo>
                  <a:pt x="9997" y="65856"/>
                </a:lnTo>
                <a:lnTo>
                  <a:pt x="9997" y="64614"/>
                </a:lnTo>
                <a:lnTo>
                  <a:pt x="9997" y="63549"/>
                </a:lnTo>
                <a:lnTo>
                  <a:pt x="9997" y="62483"/>
                </a:lnTo>
                <a:lnTo>
                  <a:pt x="9997" y="61330"/>
                </a:lnTo>
                <a:lnTo>
                  <a:pt x="10473" y="60087"/>
                </a:lnTo>
                <a:lnTo>
                  <a:pt x="10473" y="59022"/>
                </a:lnTo>
                <a:lnTo>
                  <a:pt x="10473" y="57957"/>
                </a:lnTo>
                <a:lnTo>
                  <a:pt x="10473" y="56892"/>
                </a:lnTo>
                <a:lnTo>
                  <a:pt x="10473" y="55827"/>
                </a:lnTo>
                <a:lnTo>
                  <a:pt x="10473" y="54495"/>
                </a:lnTo>
                <a:lnTo>
                  <a:pt x="10473" y="53430"/>
                </a:lnTo>
                <a:lnTo>
                  <a:pt x="10473" y="52365"/>
                </a:lnTo>
                <a:lnTo>
                  <a:pt x="10473" y="51300"/>
                </a:lnTo>
                <a:lnTo>
                  <a:pt x="10790" y="50235"/>
                </a:lnTo>
                <a:lnTo>
                  <a:pt x="10790" y="48904"/>
                </a:lnTo>
                <a:lnTo>
                  <a:pt x="10790" y="47839"/>
                </a:lnTo>
                <a:lnTo>
                  <a:pt x="10790" y="46774"/>
                </a:lnTo>
                <a:lnTo>
                  <a:pt x="10790" y="45531"/>
                </a:lnTo>
                <a:lnTo>
                  <a:pt x="11108" y="44466"/>
                </a:lnTo>
                <a:lnTo>
                  <a:pt x="11108" y="43312"/>
                </a:lnTo>
                <a:lnTo>
                  <a:pt x="11108" y="42070"/>
                </a:lnTo>
                <a:lnTo>
                  <a:pt x="11108" y="41005"/>
                </a:lnTo>
                <a:lnTo>
                  <a:pt x="11108" y="39940"/>
                </a:lnTo>
                <a:lnTo>
                  <a:pt x="11584" y="38874"/>
                </a:lnTo>
                <a:lnTo>
                  <a:pt x="11584" y="37809"/>
                </a:lnTo>
                <a:lnTo>
                  <a:pt x="11584" y="36744"/>
                </a:lnTo>
                <a:lnTo>
                  <a:pt x="11584" y="35679"/>
                </a:lnTo>
                <a:lnTo>
                  <a:pt x="11584" y="34525"/>
                </a:lnTo>
                <a:lnTo>
                  <a:pt x="11901" y="33460"/>
                </a:lnTo>
                <a:lnTo>
                  <a:pt x="11901" y="32395"/>
                </a:lnTo>
                <a:lnTo>
                  <a:pt x="11901" y="31330"/>
                </a:lnTo>
                <a:lnTo>
                  <a:pt x="11901" y="30265"/>
                </a:lnTo>
                <a:lnTo>
                  <a:pt x="12377" y="29023"/>
                </a:lnTo>
                <a:lnTo>
                  <a:pt x="12377" y="27958"/>
                </a:lnTo>
                <a:lnTo>
                  <a:pt x="12377" y="26804"/>
                </a:lnTo>
                <a:lnTo>
                  <a:pt x="12377" y="25739"/>
                </a:lnTo>
                <a:lnTo>
                  <a:pt x="12377" y="24674"/>
                </a:lnTo>
                <a:lnTo>
                  <a:pt x="12377" y="23608"/>
                </a:lnTo>
                <a:lnTo>
                  <a:pt x="12377" y="22543"/>
                </a:lnTo>
                <a:lnTo>
                  <a:pt x="12377" y="21478"/>
                </a:lnTo>
                <a:lnTo>
                  <a:pt x="12377" y="20413"/>
                </a:lnTo>
                <a:lnTo>
                  <a:pt x="12377" y="19348"/>
                </a:lnTo>
                <a:lnTo>
                  <a:pt x="12694" y="18283"/>
                </a:lnTo>
                <a:lnTo>
                  <a:pt x="12694" y="17218"/>
                </a:lnTo>
                <a:lnTo>
                  <a:pt x="12694" y="16153"/>
                </a:lnTo>
                <a:lnTo>
                  <a:pt x="12694" y="14822"/>
                </a:lnTo>
                <a:lnTo>
                  <a:pt x="12694" y="13757"/>
                </a:lnTo>
                <a:lnTo>
                  <a:pt x="13170" y="12692"/>
                </a:lnTo>
                <a:lnTo>
                  <a:pt x="13170" y="11626"/>
                </a:lnTo>
                <a:lnTo>
                  <a:pt x="13170" y="10561"/>
                </a:lnTo>
                <a:lnTo>
                  <a:pt x="13170" y="9496"/>
                </a:lnTo>
                <a:lnTo>
                  <a:pt x="13488" y="8609"/>
                </a:lnTo>
                <a:lnTo>
                  <a:pt x="13488" y="7544"/>
                </a:lnTo>
                <a:lnTo>
                  <a:pt x="13488" y="6479"/>
                </a:lnTo>
                <a:lnTo>
                  <a:pt x="13488" y="5414"/>
                </a:lnTo>
                <a:lnTo>
                  <a:pt x="13488" y="4349"/>
                </a:lnTo>
                <a:lnTo>
                  <a:pt x="13805" y="3017"/>
                </a:lnTo>
                <a:lnTo>
                  <a:pt x="13805" y="1952"/>
                </a:lnTo>
                <a:lnTo>
                  <a:pt x="13805" y="1153"/>
                </a:lnTo>
                <a:lnTo>
                  <a:pt x="13805" y="0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570720" y="1944407"/>
            <a:ext cx="13488" cy="175558"/>
          </a:xfrm>
          <a:custGeom>
            <a:avLst/>
            <a:gdLst/>
            <a:ahLst/>
            <a:cxnLst/>
            <a:rect l="l" t="t" r="r" b="b"/>
            <a:pathLst>
              <a:path w="13488" h="175558">
                <a:moveTo>
                  <a:pt x="0" y="175558"/>
                </a:moveTo>
                <a:lnTo>
                  <a:pt x="0" y="174493"/>
                </a:lnTo>
                <a:lnTo>
                  <a:pt x="476" y="173428"/>
                </a:lnTo>
                <a:lnTo>
                  <a:pt x="476" y="172363"/>
                </a:lnTo>
                <a:lnTo>
                  <a:pt x="476" y="171564"/>
                </a:lnTo>
                <a:lnTo>
                  <a:pt x="476" y="170499"/>
                </a:lnTo>
                <a:lnTo>
                  <a:pt x="476" y="169168"/>
                </a:lnTo>
                <a:lnTo>
                  <a:pt x="793" y="168103"/>
                </a:lnTo>
                <a:lnTo>
                  <a:pt x="793" y="167215"/>
                </a:lnTo>
                <a:lnTo>
                  <a:pt x="793" y="166150"/>
                </a:lnTo>
                <a:lnTo>
                  <a:pt x="793" y="165085"/>
                </a:lnTo>
                <a:lnTo>
                  <a:pt x="793" y="164197"/>
                </a:lnTo>
                <a:lnTo>
                  <a:pt x="793" y="163132"/>
                </a:lnTo>
                <a:lnTo>
                  <a:pt x="793" y="162067"/>
                </a:lnTo>
                <a:lnTo>
                  <a:pt x="793" y="161002"/>
                </a:lnTo>
                <a:lnTo>
                  <a:pt x="793" y="159937"/>
                </a:lnTo>
                <a:lnTo>
                  <a:pt x="1269" y="158872"/>
                </a:lnTo>
                <a:lnTo>
                  <a:pt x="1269" y="157807"/>
                </a:lnTo>
                <a:lnTo>
                  <a:pt x="1269" y="156919"/>
                </a:lnTo>
                <a:lnTo>
                  <a:pt x="1269" y="155854"/>
                </a:lnTo>
                <a:lnTo>
                  <a:pt x="1269" y="155056"/>
                </a:lnTo>
                <a:lnTo>
                  <a:pt x="1586" y="153902"/>
                </a:lnTo>
                <a:lnTo>
                  <a:pt x="1586" y="152659"/>
                </a:lnTo>
                <a:lnTo>
                  <a:pt x="1586" y="151772"/>
                </a:lnTo>
                <a:lnTo>
                  <a:pt x="1586" y="150707"/>
                </a:lnTo>
                <a:lnTo>
                  <a:pt x="1586" y="149908"/>
                </a:lnTo>
                <a:lnTo>
                  <a:pt x="1904" y="148754"/>
                </a:lnTo>
                <a:lnTo>
                  <a:pt x="1904" y="147689"/>
                </a:lnTo>
                <a:lnTo>
                  <a:pt x="1904" y="146624"/>
                </a:lnTo>
                <a:lnTo>
                  <a:pt x="1904" y="145559"/>
                </a:lnTo>
                <a:lnTo>
                  <a:pt x="2380" y="144760"/>
                </a:lnTo>
                <a:lnTo>
                  <a:pt x="2380" y="143695"/>
                </a:lnTo>
                <a:lnTo>
                  <a:pt x="2380" y="142807"/>
                </a:lnTo>
                <a:lnTo>
                  <a:pt x="2380" y="141742"/>
                </a:lnTo>
                <a:lnTo>
                  <a:pt x="2380" y="140855"/>
                </a:lnTo>
                <a:lnTo>
                  <a:pt x="2697" y="139612"/>
                </a:lnTo>
                <a:lnTo>
                  <a:pt x="2697" y="138725"/>
                </a:lnTo>
                <a:lnTo>
                  <a:pt x="2697" y="137659"/>
                </a:lnTo>
                <a:lnTo>
                  <a:pt x="2697" y="136772"/>
                </a:lnTo>
                <a:lnTo>
                  <a:pt x="2697" y="135707"/>
                </a:lnTo>
                <a:lnTo>
                  <a:pt x="2697" y="134819"/>
                </a:lnTo>
                <a:lnTo>
                  <a:pt x="2697" y="133754"/>
                </a:lnTo>
                <a:lnTo>
                  <a:pt x="2697" y="132689"/>
                </a:lnTo>
                <a:lnTo>
                  <a:pt x="2697" y="131624"/>
                </a:lnTo>
                <a:lnTo>
                  <a:pt x="2697" y="130825"/>
                </a:lnTo>
                <a:lnTo>
                  <a:pt x="3173" y="129938"/>
                </a:lnTo>
                <a:lnTo>
                  <a:pt x="3173" y="128873"/>
                </a:lnTo>
                <a:lnTo>
                  <a:pt x="3173" y="127808"/>
                </a:lnTo>
                <a:lnTo>
                  <a:pt x="3173" y="126743"/>
                </a:lnTo>
                <a:lnTo>
                  <a:pt x="3491" y="125855"/>
                </a:lnTo>
                <a:lnTo>
                  <a:pt x="3491" y="124967"/>
                </a:lnTo>
                <a:lnTo>
                  <a:pt x="3491" y="123902"/>
                </a:lnTo>
                <a:lnTo>
                  <a:pt x="3491" y="123104"/>
                </a:lnTo>
                <a:lnTo>
                  <a:pt x="3491" y="122038"/>
                </a:lnTo>
                <a:lnTo>
                  <a:pt x="3967" y="120885"/>
                </a:lnTo>
                <a:lnTo>
                  <a:pt x="3967" y="120086"/>
                </a:lnTo>
                <a:lnTo>
                  <a:pt x="3967" y="119198"/>
                </a:lnTo>
                <a:lnTo>
                  <a:pt x="3967" y="118133"/>
                </a:lnTo>
                <a:lnTo>
                  <a:pt x="3967" y="117246"/>
                </a:lnTo>
                <a:lnTo>
                  <a:pt x="4284" y="116181"/>
                </a:lnTo>
                <a:lnTo>
                  <a:pt x="4284" y="115382"/>
                </a:lnTo>
                <a:lnTo>
                  <a:pt x="4284" y="114317"/>
                </a:lnTo>
                <a:lnTo>
                  <a:pt x="4284" y="113429"/>
                </a:lnTo>
                <a:lnTo>
                  <a:pt x="4284" y="112542"/>
                </a:lnTo>
                <a:lnTo>
                  <a:pt x="4601" y="111477"/>
                </a:lnTo>
                <a:lnTo>
                  <a:pt x="4601" y="110411"/>
                </a:lnTo>
                <a:lnTo>
                  <a:pt x="4601" y="109524"/>
                </a:lnTo>
                <a:lnTo>
                  <a:pt x="4601" y="108725"/>
                </a:lnTo>
                <a:lnTo>
                  <a:pt x="5077" y="107838"/>
                </a:lnTo>
                <a:lnTo>
                  <a:pt x="5077" y="106773"/>
                </a:lnTo>
                <a:lnTo>
                  <a:pt x="5077" y="105707"/>
                </a:lnTo>
                <a:lnTo>
                  <a:pt x="5077" y="104820"/>
                </a:lnTo>
                <a:lnTo>
                  <a:pt x="5077" y="104021"/>
                </a:lnTo>
                <a:lnTo>
                  <a:pt x="5077" y="103134"/>
                </a:lnTo>
                <a:lnTo>
                  <a:pt x="5077" y="102068"/>
                </a:lnTo>
                <a:lnTo>
                  <a:pt x="5077" y="101181"/>
                </a:lnTo>
                <a:lnTo>
                  <a:pt x="5077" y="100382"/>
                </a:lnTo>
                <a:lnTo>
                  <a:pt x="5077" y="99228"/>
                </a:lnTo>
                <a:lnTo>
                  <a:pt x="5395" y="98429"/>
                </a:lnTo>
                <a:lnTo>
                  <a:pt x="5395" y="97364"/>
                </a:lnTo>
                <a:lnTo>
                  <a:pt x="5395" y="96477"/>
                </a:lnTo>
                <a:lnTo>
                  <a:pt x="5395" y="95589"/>
                </a:lnTo>
                <a:lnTo>
                  <a:pt x="5395" y="94791"/>
                </a:lnTo>
                <a:lnTo>
                  <a:pt x="5871" y="93725"/>
                </a:lnTo>
                <a:lnTo>
                  <a:pt x="5871" y="92838"/>
                </a:lnTo>
                <a:lnTo>
                  <a:pt x="5871" y="91950"/>
                </a:lnTo>
                <a:lnTo>
                  <a:pt x="5871" y="91152"/>
                </a:lnTo>
                <a:lnTo>
                  <a:pt x="6188" y="90086"/>
                </a:lnTo>
                <a:lnTo>
                  <a:pt x="6188" y="89199"/>
                </a:lnTo>
                <a:lnTo>
                  <a:pt x="6188" y="88311"/>
                </a:lnTo>
                <a:lnTo>
                  <a:pt x="6188" y="87513"/>
                </a:lnTo>
                <a:lnTo>
                  <a:pt x="6188" y="86625"/>
                </a:lnTo>
                <a:lnTo>
                  <a:pt x="6506" y="85560"/>
                </a:lnTo>
                <a:lnTo>
                  <a:pt x="6506" y="84672"/>
                </a:lnTo>
                <a:lnTo>
                  <a:pt x="6506" y="83785"/>
                </a:lnTo>
                <a:lnTo>
                  <a:pt x="6506" y="82986"/>
                </a:lnTo>
                <a:lnTo>
                  <a:pt x="6506" y="81921"/>
                </a:lnTo>
                <a:lnTo>
                  <a:pt x="6982" y="81033"/>
                </a:lnTo>
                <a:lnTo>
                  <a:pt x="6982" y="80146"/>
                </a:lnTo>
                <a:lnTo>
                  <a:pt x="6982" y="79347"/>
                </a:lnTo>
                <a:lnTo>
                  <a:pt x="6982" y="78459"/>
                </a:lnTo>
                <a:lnTo>
                  <a:pt x="6982" y="77572"/>
                </a:lnTo>
                <a:lnTo>
                  <a:pt x="6982" y="76773"/>
                </a:lnTo>
                <a:lnTo>
                  <a:pt x="6982" y="75886"/>
                </a:lnTo>
                <a:lnTo>
                  <a:pt x="6982" y="74820"/>
                </a:lnTo>
                <a:lnTo>
                  <a:pt x="6982" y="73933"/>
                </a:lnTo>
                <a:lnTo>
                  <a:pt x="7299" y="73134"/>
                </a:lnTo>
                <a:lnTo>
                  <a:pt x="7299" y="72424"/>
                </a:lnTo>
                <a:lnTo>
                  <a:pt x="7299" y="71359"/>
                </a:lnTo>
                <a:lnTo>
                  <a:pt x="7299" y="70560"/>
                </a:lnTo>
                <a:lnTo>
                  <a:pt x="7299" y="69673"/>
                </a:lnTo>
                <a:lnTo>
                  <a:pt x="7775" y="68785"/>
                </a:lnTo>
                <a:lnTo>
                  <a:pt x="7775" y="67986"/>
                </a:lnTo>
                <a:lnTo>
                  <a:pt x="7775" y="67099"/>
                </a:lnTo>
                <a:lnTo>
                  <a:pt x="7775" y="66211"/>
                </a:lnTo>
                <a:lnTo>
                  <a:pt x="7775" y="65146"/>
                </a:lnTo>
                <a:lnTo>
                  <a:pt x="8093" y="64525"/>
                </a:lnTo>
                <a:lnTo>
                  <a:pt x="8093" y="63637"/>
                </a:lnTo>
                <a:lnTo>
                  <a:pt x="8093" y="62838"/>
                </a:lnTo>
                <a:lnTo>
                  <a:pt x="8093" y="61951"/>
                </a:lnTo>
                <a:lnTo>
                  <a:pt x="8093" y="61063"/>
                </a:lnTo>
                <a:lnTo>
                  <a:pt x="8410" y="60265"/>
                </a:lnTo>
                <a:lnTo>
                  <a:pt x="8410" y="59377"/>
                </a:lnTo>
                <a:lnTo>
                  <a:pt x="8410" y="58489"/>
                </a:lnTo>
                <a:lnTo>
                  <a:pt x="8410" y="57691"/>
                </a:lnTo>
                <a:lnTo>
                  <a:pt x="8886" y="56981"/>
                </a:lnTo>
                <a:lnTo>
                  <a:pt x="8886" y="55916"/>
                </a:lnTo>
                <a:lnTo>
                  <a:pt x="8886" y="55117"/>
                </a:lnTo>
                <a:lnTo>
                  <a:pt x="8886" y="54495"/>
                </a:lnTo>
                <a:lnTo>
                  <a:pt x="8886" y="53342"/>
                </a:lnTo>
                <a:lnTo>
                  <a:pt x="9203" y="52720"/>
                </a:lnTo>
                <a:lnTo>
                  <a:pt x="9203" y="51922"/>
                </a:lnTo>
                <a:lnTo>
                  <a:pt x="9203" y="51034"/>
                </a:lnTo>
                <a:lnTo>
                  <a:pt x="9203" y="50146"/>
                </a:lnTo>
                <a:lnTo>
                  <a:pt x="9203" y="49348"/>
                </a:lnTo>
                <a:lnTo>
                  <a:pt x="9203" y="48638"/>
                </a:lnTo>
                <a:lnTo>
                  <a:pt x="9203" y="47573"/>
                </a:lnTo>
                <a:lnTo>
                  <a:pt x="9203" y="46951"/>
                </a:lnTo>
                <a:lnTo>
                  <a:pt x="9203" y="46064"/>
                </a:lnTo>
                <a:lnTo>
                  <a:pt x="9203" y="45265"/>
                </a:lnTo>
                <a:lnTo>
                  <a:pt x="9679" y="44377"/>
                </a:lnTo>
                <a:lnTo>
                  <a:pt x="9679" y="43756"/>
                </a:lnTo>
                <a:lnTo>
                  <a:pt x="9679" y="42868"/>
                </a:lnTo>
                <a:lnTo>
                  <a:pt x="9679" y="41981"/>
                </a:lnTo>
                <a:lnTo>
                  <a:pt x="9997" y="41360"/>
                </a:lnTo>
                <a:lnTo>
                  <a:pt x="9997" y="40472"/>
                </a:lnTo>
                <a:lnTo>
                  <a:pt x="9997" y="39673"/>
                </a:lnTo>
                <a:lnTo>
                  <a:pt x="9997" y="38786"/>
                </a:lnTo>
                <a:lnTo>
                  <a:pt x="9997" y="38164"/>
                </a:lnTo>
                <a:lnTo>
                  <a:pt x="10473" y="37277"/>
                </a:lnTo>
                <a:lnTo>
                  <a:pt x="10473" y="36478"/>
                </a:lnTo>
                <a:lnTo>
                  <a:pt x="10473" y="35768"/>
                </a:lnTo>
                <a:lnTo>
                  <a:pt x="10473" y="34703"/>
                </a:lnTo>
                <a:lnTo>
                  <a:pt x="10473" y="34082"/>
                </a:lnTo>
                <a:lnTo>
                  <a:pt x="10790" y="33460"/>
                </a:lnTo>
                <a:lnTo>
                  <a:pt x="10790" y="32395"/>
                </a:lnTo>
                <a:lnTo>
                  <a:pt x="10790" y="31685"/>
                </a:lnTo>
                <a:lnTo>
                  <a:pt x="10790" y="31064"/>
                </a:lnTo>
                <a:lnTo>
                  <a:pt x="10790" y="30265"/>
                </a:lnTo>
                <a:lnTo>
                  <a:pt x="11108" y="29378"/>
                </a:lnTo>
                <a:lnTo>
                  <a:pt x="11108" y="28756"/>
                </a:lnTo>
                <a:lnTo>
                  <a:pt x="11108" y="27869"/>
                </a:lnTo>
                <a:lnTo>
                  <a:pt x="11108" y="26981"/>
                </a:lnTo>
                <a:lnTo>
                  <a:pt x="11108" y="26360"/>
                </a:lnTo>
                <a:lnTo>
                  <a:pt x="11108" y="25472"/>
                </a:lnTo>
                <a:lnTo>
                  <a:pt x="11108" y="24851"/>
                </a:lnTo>
                <a:lnTo>
                  <a:pt x="11108" y="23964"/>
                </a:lnTo>
                <a:lnTo>
                  <a:pt x="11108" y="23165"/>
                </a:lnTo>
                <a:lnTo>
                  <a:pt x="11584" y="22543"/>
                </a:lnTo>
                <a:lnTo>
                  <a:pt x="11584" y="21656"/>
                </a:lnTo>
                <a:lnTo>
                  <a:pt x="11584" y="21035"/>
                </a:lnTo>
                <a:lnTo>
                  <a:pt x="11584" y="20325"/>
                </a:lnTo>
                <a:lnTo>
                  <a:pt x="11584" y="19526"/>
                </a:lnTo>
                <a:lnTo>
                  <a:pt x="11901" y="18638"/>
                </a:lnTo>
                <a:lnTo>
                  <a:pt x="11901" y="18017"/>
                </a:lnTo>
                <a:lnTo>
                  <a:pt x="11901" y="17129"/>
                </a:lnTo>
                <a:lnTo>
                  <a:pt x="11901" y="16508"/>
                </a:lnTo>
                <a:lnTo>
                  <a:pt x="11901" y="15620"/>
                </a:lnTo>
                <a:lnTo>
                  <a:pt x="12377" y="14999"/>
                </a:lnTo>
                <a:lnTo>
                  <a:pt x="12377" y="14378"/>
                </a:lnTo>
                <a:lnTo>
                  <a:pt x="12377" y="13490"/>
                </a:lnTo>
                <a:lnTo>
                  <a:pt x="12377" y="12869"/>
                </a:lnTo>
                <a:lnTo>
                  <a:pt x="12694" y="12248"/>
                </a:lnTo>
                <a:lnTo>
                  <a:pt x="12694" y="11360"/>
                </a:lnTo>
                <a:lnTo>
                  <a:pt x="12694" y="10739"/>
                </a:lnTo>
                <a:lnTo>
                  <a:pt x="12694" y="9851"/>
                </a:lnTo>
                <a:lnTo>
                  <a:pt x="12694" y="9230"/>
                </a:lnTo>
                <a:lnTo>
                  <a:pt x="13012" y="8609"/>
                </a:lnTo>
                <a:lnTo>
                  <a:pt x="13012" y="7721"/>
                </a:lnTo>
                <a:lnTo>
                  <a:pt x="13012" y="7100"/>
                </a:lnTo>
                <a:lnTo>
                  <a:pt x="13012" y="6212"/>
                </a:lnTo>
                <a:lnTo>
                  <a:pt x="13012" y="5591"/>
                </a:lnTo>
                <a:lnTo>
                  <a:pt x="13488" y="4881"/>
                </a:lnTo>
                <a:lnTo>
                  <a:pt x="13488" y="4082"/>
                </a:lnTo>
                <a:lnTo>
                  <a:pt x="13488" y="3461"/>
                </a:lnTo>
                <a:lnTo>
                  <a:pt x="13488" y="2751"/>
                </a:lnTo>
                <a:lnTo>
                  <a:pt x="13488" y="1952"/>
                </a:lnTo>
                <a:lnTo>
                  <a:pt x="13488" y="1508"/>
                </a:lnTo>
                <a:lnTo>
                  <a:pt x="13488" y="621"/>
                </a:lnTo>
                <a:lnTo>
                  <a:pt x="13488" y="0"/>
                </a:lnTo>
              </a:path>
            </a:pathLst>
          </a:custGeom>
          <a:ln w="194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584208" y="1847485"/>
            <a:ext cx="13805" cy="96921"/>
          </a:xfrm>
          <a:custGeom>
            <a:avLst/>
            <a:gdLst/>
            <a:ahLst/>
            <a:cxnLst/>
            <a:rect l="l" t="t" r="r" b="b"/>
            <a:pathLst>
              <a:path w="13805" h="96921">
                <a:moveTo>
                  <a:pt x="0" y="96921"/>
                </a:moveTo>
                <a:lnTo>
                  <a:pt x="0" y="96033"/>
                </a:lnTo>
                <a:lnTo>
                  <a:pt x="317" y="95412"/>
                </a:lnTo>
                <a:lnTo>
                  <a:pt x="317" y="94791"/>
                </a:lnTo>
                <a:lnTo>
                  <a:pt x="317" y="94080"/>
                </a:lnTo>
                <a:lnTo>
                  <a:pt x="317" y="93459"/>
                </a:lnTo>
                <a:lnTo>
                  <a:pt x="317" y="92660"/>
                </a:lnTo>
                <a:lnTo>
                  <a:pt x="793" y="91950"/>
                </a:lnTo>
                <a:lnTo>
                  <a:pt x="793" y="91329"/>
                </a:lnTo>
                <a:lnTo>
                  <a:pt x="793" y="90708"/>
                </a:lnTo>
                <a:lnTo>
                  <a:pt x="793" y="90086"/>
                </a:lnTo>
                <a:lnTo>
                  <a:pt x="793" y="89199"/>
                </a:lnTo>
                <a:lnTo>
                  <a:pt x="1110" y="88755"/>
                </a:lnTo>
                <a:lnTo>
                  <a:pt x="1110" y="87868"/>
                </a:lnTo>
                <a:lnTo>
                  <a:pt x="1110" y="87246"/>
                </a:lnTo>
                <a:lnTo>
                  <a:pt x="1110" y="86625"/>
                </a:lnTo>
                <a:lnTo>
                  <a:pt x="1110" y="86004"/>
                </a:lnTo>
                <a:lnTo>
                  <a:pt x="1586" y="85294"/>
                </a:lnTo>
                <a:lnTo>
                  <a:pt x="1586" y="84495"/>
                </a:lnTo>
                <a:lnTo>
                  <a:pt x="1586" y="84051"/>
                </a:lnTo>
                <a:lnTo>
                  <a:pt x="1586" y="83164"/>
                </a:lnTo>
                <a:lnTo>
                  <a:pt x="1904" y="82720"/>
                </a:lnTo>
                <a:lnTo>
                  <a:pt x="1904" y="81921"/>
                </a:lnTo>
                <a:lnTo>
                  <a:pt x="1904" y="81300"/>
                </a:lnTo>
                <a:lnTo>
                  <a:pt x="1904" y="80856"/>
                </a:lnTo>
                <a:lnTo>
                  <a:pt x="1904" y="79968"/>
                </a:lnTo>
                <a:lnTo>
                  <a:pt x="1904" y="79525"/>
                </a:lnTo>
                <a:lnTo>
                  <a:pt x="1904" y="78726"/>
                </a:lnTo>
                <a:lnTo>
                  <a:pt x="1904" y="78282"/>
                </a:lnTo>
                <a:lnTo>
                  <a:pt x="1904" y="77394"/>
                </a:lnTo>
                <a:lnTo>
                  <a:pt x="1904" y="76951"/>
                </a:lnTo>
                <a:lnTo>
                  <a:pt x="2221" y="76152"/>
                </a:lnTo>
                <a:lnTo>
                  <a:pt x="2221" y="75708"/>
                </a:lnTo>
                <a:lnTo>
                  <a:pt x="2221" y="74820"/>
                </a:lnTo>
                <a:lnTo>
                  <a:pt x="2221" y="74377"/>
                </a:lnTo>
                <a:lnTo>
                  <a:pt x="2221" y="73578"/>
                </a:lnTo>
                <a:lnTo>
                  <a:pt x="2697" y="73134"/>
                </a:lnTo>
                <a:lnTo>
                  <a:pt x="2697" y="72424"/>
                </a:lnTo>
                <a:lnTo>
                  <a:pt x="2697" y="71803"/>
                </a:lnTo>
                <a:lnTo>
                  <a:pt x="2697" y="71182"/>
                </a:lnTo>
                <a:lnTo>
                  <a:pt x="2697" y="70560"/>
                </a:lnTo>
                <a:lnTo>
                  <a:pt x="3015" y="70116"/>
                </a:lnTo>
                <a:lnTo>
                  <a:pt x="3015" y="69229"/>
                </a:lnTo>
                <a:lnTo>
                  <a:pt x="3015" y="68785"/>
                </a:lnTo>
                <a:lnTo>
                  <a:pt x="3015" y="68164"/>
                </a:lnTo>
                <a:lnTo>
                  <a:pt x="3491" y="67543"/>
                </a:lnTo>
                <a:lnTo>
                  <a:pt x="3491" y="66921"/>
                </a:lnTo>
                <a:lnTo>
                  <a:pt x="3491" y="66477"/>
                </a:lnTo>
                <a:lnTo>
                  <a:pt x="3491" y="65590"/>
                </a:lnTo>
                <a:lnTo>
                  <a:pt x="3491" y="65146"/>
                </a:lnTo>
                <a:lnTo>
                  <a:pt x="3808" y="64525"/>
                </a:lnTo>
                <a:lnTo>
                  <a:pt x="3808" y="63904"/>
                </a:lnTo>
                <a:lnTo>
                  <a:pt x="3808" y="63282"/>
                </a:lnTo>
                <a:lnTo>
                  <a:pt x="3808" y="62838"/>
                </a:lnTo>
                <a:lnTo>
                  <a:pt x="3808" y="62128"/>
                </a:lnTo>
                <a:lnTo>
                  <a:pt x="3808" y="61507"/>
                </a:lnTo>
                <a:lnTo>
                  <a:pt x="3808" y="60886"/>
                </a:lnTo>
                <a:lnTo>
                  <a:pt x="3808" y="60442"/>
                </a:lnTo>
                <a:lnTo>
                  <a:pt x="3808" y="59821"/>
                </a:lnTo>
                <a:lnTo>
                  <a:pt x="3808" y="59377"/>
                </a:lnTo>
                <a:lnTo>
                  <a:pt x="4125" y="58756"/>
                </a:lnTo>
                <a:lnTo>
                  <a:pt x="4125" y="58134"/>
                </a:lnTo>
                <a:lnTo>
                  <a:pt x="4125" y="57424"/>
                </a:lnTo>
                <a:lnTo>
                  <a:pt x="4125" y="57069"/>
                </a:lnTo>
                <a:lnTo>
                  <a:pt x="4601" y="56359"/>
                </a:lnTo>
                <a:lnTo>
                  <a:pt x="4601" y="55916"/>
                </a:lnTo>
                <a:lnTo>
                  <a:pt x="4601" y="55294"/>
                </a:lnTo>
                <a:lnTo>
                  <a:pt x="4601" y="54673"/>
                </a:lnTo>
                <a:lnTo>
                  <a:pt x="4601" y="54229"/>
                </a:lnTo>
                <a:lnTo>
                  <a:pt x="4919" y="53608"/>
                </a:lnTo>
                <a:lnTo>
                  <a:pt x="4919" y="52987"/>
                </a:lnTo>
                <a:lnTo>
                  <a:pt x="4919" y="52277"/>
                </a:lnTo>
                <a:lnTo>
                  <a:pt x="4919" y="51922"/>
                </a:lnTo>
                <a:lnTo>
                  <a:pt x="4919" y="51211"/>
                </a:lnTo>
                <a:lnTo>
                  <a:pt x="5395" y="50768"/>
                </a:lnTo>
                <a:lnTo>
                  <a:pt x="5395" y="50146"/>
                </a:lnTo>
                <a:lnTo>
                  <a:pt x="5395" y="49703"/>
                </a:lnTo>
                <a:lnTo>
                  <a:pt x="5395" y="49081"/>
                </a:lnTo>
                <a:lnTo>
                  <a:pt x="5395" y="48904"/>
                </a:lnTo>
                <a:lnTo>
                  <a:pt x="5712" y="48194"/>
                </a:lnTo>
                <a:lnTo>
                  <a:pt x="5712" y="47573"/>
                </a:lnTo>
                <a:lnTo>
                  <a:pt x="5712" y="47129"/>
                </a:lnTo>
                <a:lnTo>
                  <a:pt x="5712" y="46507"/>
                </a:lnTo>
                <a:lnTo>
                  <a:pt x="6188" y="46064"/>
                </a:lnTo>
                <a:lnTo>
                  <a:pt x="6188" y="45442"/>
                </a:lnTo>
                <a:lnTo>
                  <a:pt x="6188" y="44999"/>
                </a:lnTo>
                <a:lnTo>
                  <a:pt x="6188" y="44377"/>
                </a:lnTo>
                <a:lnTo>
                  <a:pt x="6188" y="43934"/>
                </a:lnTo>
                <a:lnTo>
                  <a:pt x="6188" y="43490"/>
                </a:lnTo>
                <a:lnTo>
                  <a:pt x="6188" y="42868"/>
                </a:lnTo>
                <a:lnTo>
                  <a:pt x="6188" y="42425"/>
                </a:lnTo>
                <a:lnTo>
                  <a:pt x="6188" y="41803"/>
                </a:lnTo>
                <a:lnTo>
                  <a:pt x="6188" y="41360"/>
                </a:lnTo>
                <a:lnTo>
                  <a:pt x="6506" y="40916"/>
                </a:lnTo>
                <a:lnTo>
                  <a:pt x="6506" y="40472"/>
                </a:lnTo>
                <a:lnTo>
                  <a:pt x="6506" y="39851"/>
                </a:lnTo>
                <a:lnTo>
                  <a:pt x="6506" y="39407"/>
                </a:lnTo>
                <a:lnTo>
                  <a:pt x="6506" y="39052"/>
                </a:lnTo>
                <a:lnTo>
                  <a:pt x="6823" y="38342"/>
                </a:lnTo>
                <a:lnTo>
                  <a:pt x="6823" y="37898"/>
                </a:lnTo>
                <a:lnTo>
                  <a:pt x="6823" y="37277"/>
                </a:lnTo>
                <a:lnTo>
                  <a:pt x="6823" y="37099"/>
                </a:lnTo>
                <a:lnTo>
                  <a:pt x="7299" y="36478"/>
                </a:lnTo>
                <a:lnTo>
                  <a:pt x="7299" y="35768"/>
                </a:lnTo>
                <a:lnTo>
                  <a:pt x="7299" y="35591"/>
                </a:lnTo>
                <a:lnTo>
                  <a:pt x="7299" y="34969"/>
                </a:lnTo>
                <a:lnTo>
                  <a:pt x="7299" y="34703"/>
                </a:lnTo>
                <a:lnTo>
                  <a:pt x="7616" y="34082"/>
                </a:lnTo>
                <a:lnTo>
                  <a:pt x="7616" y="33460"/>
                </a:lnTo>
                <a:lnTo>
                  <a:pt x="7616" y="33194"/>
                </a:lnTo>
                <a:lnTo>
                  <a:pt x="7616" y="32573"/>
                </a:lnTo>
                <a:lnTo>
                  <a:pt x="7616" y="32395"/>
                </a:lnTo>
                <a:lnTo>
                  <a:pt x="8093" y="31685"/>
                </a:lnTo>
                <a:lnTo>
                  <a:pt x="8093" y="31330"/>
                </a:lnTo>
                <a:lnTo>
                  <a:pt x="8093" y="30886"/>
                </a:lnTo>
                <a:lnTo>
                  <a:pt x="8093" y="30265"/>
                </a:lnTo>
                <a:lnTo>
                  <a:pt x="8093" y="29999"/>
                </a:lnTo>
                <a:lnTo>
                  <a:pt x="8093" y="29378"/>
                </a:lnTo>
                <a:lnTo>
                  <a:pt x="8093" y="28934"/>
                </a:lnTo>
                <a:lnTo>
                  <a:pt x="8093" y="28756"/>
                </a:lnTo>
                <a:lnTo>
                  <a:pt x="8093" y="28046"/>
                </a:lnTo>
                <a:lnTo>
                  <a:pt x="8410" y="27691"/>
                </a:lnTo>
                <a:lnTo>
                  <a:pt x="8410" y="27247"/>
                </a:lnTo>
                <a:lnTo>
                  <a:pt x="8410" y="26804"/>
                </a:lnTo>
                <a:lnTo>
                  <a:pt x="8410" y="26360"/>
                </a:lnTo>
                <a:lnTo>
                  <a:pt x="8410" y="25916"/>
                </a:lnTo>
                <a:lnTo>
                  <a:pt x="8727" y="25472"/>
                </a:lnTo>
                <a:lnTo>
                  <a:pt x="8727" y="25117"/>
                </a:lnTo>
                <a:lnTo>
                  <a:pt x="8727" y="24674"/>
                </a:lnTo>
                <a:lnTo>
                  <a:pt x="8727" y="24230"/>
                </a:lnTo>
                <a:lnTo>
                  <a:pt x="8727" y="23786"/>
                </a:lnTo>
                <a:lnTo>
                  <a:pt x="9203" y="23342"/>
                </a:lnTo>
                <a:lnTo>
                  <a:pt x="9203" y="22898"/>
                </a:lnTo>
                <a:lnTo>
                  <a:pt x="9203" y="22543"/>
                </a:lnTo>
                <a:lnTo>
                  <a:pt x="9203" y="22100"/>
                </a:lnTo>
                <a:lnTo>
                  <a:pt x="9203" y="21656"/>
                </a:lnTo>
                <a:lnTo>
                  <a:pt x="9521" y="21212"/>
                </a:lnTo>
                <a:lnTo>
                  <a:pt x="9521" y="20768"/>
                </a:lnTo>
                <a:lnTo>
                  <a:pt x="9521" y="20591"/>
                </a:lnTo>
                <a:lnTo>
                  <a:pt x="9521" y="20147"/>
                </a:lnTo>
                <a:lnTo>
                  <a:pt x="9997" y="19703"/>
                </a:lnTo>
                <a:lnTo>
                  <a:pt x="9997" y="19259"/>
                </a:lnTo>
                <a:lnTo>
                  <a:pt x="9997" y="18816"/>
                </a:lnTo>
                <a:lnTo>
                  <a:pt x="9997" y="18461"/>
                </a:lnTo>
                <a:lnTo>
                  <a:pt x="9997" y="18194"/>
                </a:lnTo>
                <a:lnTo>
                  <a:pt x="10314" y="17751"/>
                </a:lnTo>
                <a:lnTo>
                  <a:pt x="10314" y="17396"/>
                </a:lnTo>
                <a:lnTo>
                  <a:pt x="10314" y="16952"/>
                </a:lnTo>
                <a:lnTo>
                  <a:pt x="10314" y="16508"/>
                </a:lnTo>
                <a:lnTo>
                  <a:pt x="10314" y="16064"/>
                </a:lnTo>
                <a:lnTo>
                  <a:pt x="10314" y="15887"/>
                </a:lnTo>
                <a:lnTo>
                  <a:pt x="10314" y="15443"/>
                </a:lnTo>
                <a:lnTo>
                  <a:pt x="10314" y="14999"/>
                </a:lnTo>
                <a:lnTo>
                  <a:pt x="10314" y="14555"/>
                </a:lnTo>
                <a:lnTo>
                  <a:pt x="10314" y="14378"/>
                </a:lnTo>
                <a:lnTo>
                  <a:pt x="10631" y="13934"/>
                </a:lnTo>
                <a:lnTo>
                  <a:pt x="10631" y="13490"/>
                </a:lnTo>
                <a:lnTo>
                  <a:pt x="10631" y="13313"/>
                </a:lnTo>
                <a:lnTo>
                  <a:pt x="10631" y="12869"/>
                </a:lnTo>
                <a:lnTo>
                  <a:pt x="11108" y="12425"/>
                </a:lnTo>
                <a:lnTo>
                  <a:pt x="11108" y="12248"/>
                </a:lnTo>
                <a:lnTo>
                  <a:pt x="11108" y="11804"/>
                </a:lnTo>
                <a:lnTo>
                  <a:pt x="11108" y="11360"/>
                </a:lnTo>
                <a:lnTo>
                  <a:pt x="11108" y="11183"/>
                </a:lnTo>
                <a:lnTo>
                  <a:pt x="11425" y="10739"/>
                </a:lnTo>
                <a:lnTo>
                  <a:pt x="11425" y="10295"/>
                </a:lnTo>
                <a:lnTo>
                  <a:pt x="11425" y="9851"/>
                </a:lnTo>
                <a:lnTo>
                  <a:pt x="11425" y="9408"/>
                </a:lnTo>
                <a:lnTo>
                  <a:pt x="11901" y="8964"/>
                </a:lnTo>
                <a:lnTo>
                  <a:pt x="11901" y="8786"/>
                </a:lnTo>
                <a:lnTo>
                  <a:pt x="11901" y="8343"/>
                </a:lnTo>
                <a:lnTo>
                  <a:pt x="11901" y="7899"/>
                </a:lnTo>
                <a:lnTo>
                  <a:pt x="11901" y="7721"/>
                </a:lnTo>
                <a:lnTo>
                  <a:pt x="12218" y="7455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390"/>
                </a:lnTo>
                <a:lnTo>
                  <a:pt x="12218" y="6212"/>
                </a:lnTo>
                <a:lnTo>
                  <a:pt x="12218" y="5769"/>
                </a:lnTo>
                <a:lnTo>
                  <a:pt x="12218" y="5325"/>
                </a:lnTo>
                <a:lnTo>
                  <a:pt x="12218" y="5147"/>
                </a:lnTo>
                <a:lnTo>
                  <a:pt x="12218" y="4881"/>
                </a:lnTo>
                <a:lnTo>
                  <a:pt x="12694" y="4526"/>
                </a:lnTo>
                <a:lnTo>
                  <a:pt x="12694" y="4260"/>
                </a:lnTo>
                <a:lnTo>
                  <a:pt x="12694" y="4082"/>
                </a:lnTo>
                <a:lnTo>
                  <a:pt x="12694" y="3638"/>
                </a:lnTo>
                <a:lnTo>
                  <a:pt x="12694" y="3461"/>
                </a:lnTo>
                <a:lnTo>
                  <a:pt x="13012" y="3017"/>
                </a:lnTo>
                <a:lnTo>
                  <a:pt x="13012" y="2751"/>
                </a:lnTo>
                <a:lnTo>
                  <a:pt x="13012" y="2573"/>
                </a:lnTo>
                <a:lnTo>
                  <a:pt x="13012" y="2130"/>
                </a:lnTo>
                <a:lnTo>
                  <a:pt x="13012" y="1952"/>
                </a:lnTo>
                <a:lnTo>
                  <a:pt x="13329" y="1686"/>
                </a:lnTo>
                <a:lnTo>
                  <a:pt x="13329" y="1508"/>
                </a:lnTo>
                <a:lnTo>
                  <a:pt x="13329" y="1065"/>
                </a:lnTo>
                <a:lnTo>
                  <a:pt x="13329" y="887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7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598014" y="1832219"/>
            <a:ext cx="13329" cy="15265"/>
          </a:xfrm>
          <a:custGeom>
            <a:avLst/>
            <a:gdLst/>
            <a:ahLst/>
            <a:cxnLst/>
            <a:rect l="l" t="t" r="r" b="b"/>
            <a:pathLst>
              <a:path w="13329" h="15265">
                <a:moveTo>
                  <a:pt x="0" y="15265"/>
                </a:moveTo>
                <a:lnTo>
                  <a:pt x="0" y="14999"/>
                </a:lnTo>
                <a:lnTo>
                  <a:pt x="0" y="14644"/>
                </a:lnTo>
                <a:lnTo>
                  <a:pt x="317" y="14644"/>
                </a:lnTo>
                <a:lnTo>
                  <a:pt x="317" y="14200"/>
                </a:lnTo>
                <a:lnTo>
                  <a:pt x="317" y="13934"/>
                </a:lnTo>
                <a:lnTo>
                  <a:pt x="317" y="13757"/>
                </a:lnTo>
                <a:lnTo>
                  <a:pt x="317" y="13313"/>
                </a:lnTo>
                <a:lnTo>
                  <a:pt x="793" y="13313"/>
                </a:lnTo>
                <a:lnTo>
                  <a:pt x="793" y="12869"/>
                </a:lnTo>
                <a:lnTo>
                  <a:pt x="793" y="12692"/>
                </a:lnTo>
                <a:lnTo>
                  <a:pt x="793" y="12425"/>
                </a:lnTo>
                <a:lnTo>
                  <a:pt x="793" y="12248"/>
                </a:lnTo>
                <a:lnTo>
                  <a:pt x="793" y="12070"/>
                </a:lnTo>
                <a:lnTo>
                  <a:pt x="793" y="11804"/>
                </a:lnTo>
                <a:lnTo>
                  <a:pt x="793" y="11626"/>
                </a:lnTo>
                <a:lnTo>
                  <a:pt x="793" y="11183"/>
                </a:lnTo>
                <a:lnTo>
                  <a:pt x="1110" y="11005"/>
                </a:lnTo>
                <a:lnTo>
                  <a:pt x="1110" y="10739"/>
                </a:lnTo>
                <a:lnTo>
                  <a:pt x="1110" y="10295"/>
                </a:lnTo>
                <a:lnTo>
                  <a:pt x="1110" y="10118"/>
                </a:lnTo>
                <a:lnTo>
                  <a:pt x="1428" y="9851"/>
                </a:lnTo>
                <a:lnTo>
                  <a:pt x="1428" y="9674"/>
                </a:lnTo>
                <a:lnTo>
                  <a:pt x="1428" y="9230"/>
                </a:lnTo>
                <a:lnTo>
                  <a:pt x="1428" y="9053"/>
                </a:lnTo>
                <a:lnTo>
                  <a:pt x="1904" y="8786"/>
                </a:lnTo>
                <a:lnTo>
                  <a:pt x="1904" y="8609"/>
                </a:lnTo>
                <a:lnTo>
                  <a:pt x="1904" y="8431"/>
                </a:lnTo>
                <a:lnTo>
                  <a:pt x="1904" y="8165"/>
                </a:lnTo>
                <a:lnTo>
                  <a:pt x="2221" y="7988"/>
                </a:lnTo>
                <a:lnTo>
                  <a:pt x="2221" y="7721"/>
                </a:lnTo>
                <a:lnTo>
                  <a:pt x="2221" y="7544"/>
                </a:lnTo>
                <a:lnTo>
                  <a:pt x="2221" y="7277"/>
                </a:lnTo>
                <a:lnTo>
                  <a:pt x="2697" y="7277"/>
                </a:lnTo>
                <a:lnTo>
                  <a:pt x="2697" y="7100"/>
                </a:lnTo>
                <a:lnTo>
                  <a:pt x="2697" y="6922"/>
                </a:lnTo>
                <a:lnTo>
                  <a:pt x="2697" y="6656"/>
                </a:lnTo>
                <a:lnTo>
                  <a:pt x="2697" y="6479"/>
                </a:lnTo>
                <a:lnTo>
                  <a:pt x="2697" y="6212"/>
                </a:lnTo>
                <a:lnTo>
                  <a:pt x="2697" y="6035"/>
                </a:lnTo>
                <a:lnTo>
                  <a:pt x="2697" y="5857"/>
                </a:lnTo>
                <a:lnTo>
                  <a:pt x="2697" y="5591"/>
                </a:lnTo>
                <a:lnTo>
                  <a:pt x="3015" y="5414"/>
                </a:lnTo>
                <a:lnTo>
                  <a:pt x="3015" y="5147"/>
                </a:lnTo>
                <a:lnTo>
                  <a:pt x="3015" y="4970"/>
                </a:lnTo>
                <a:lnTo>
                  <a:pt x="3491" y="4792"/>
                </a:lnTo>
                <a:lnTo>
                  <a:pt x="3491" y="4526"/>
                </a:lnTo>
                <a:lnTo>
                  <a:pt x="3491" y="4349"/>
                </a:lnTo>
                <a:lnTo>
                  <a:pt x="3491" y="4082"/>
                </a:lnTo>
                <a:lnTo>
                  <a:pt x="3808" y="4082"/>
                </a:lnTo>
                <a:lnTo>
                  <a:pt x="3808" y="3905"/>
                </a:lnTo>
                <a:lnTo>
                  <a:pt x="3808" y="3638"/>
                </a:lnTo>
                <a:lnTo>
                  <a:pt x="4125" y="3461"/>
                </a:lnTo>
                <a:lnTo>
                  <a:pt x="4125" y="3283"/>
                </a:lnTo>
                <a:lnTo>
                  <a:pt x="4125" y="3017"/>
                </a:lnTo>
                <a:lnTo>
                  <a:pt x="4125" y="2840"/>
                </a:lnTo>
                <a:lnTo>
                  <a:pt x="4601" y="2840"/>
                </a:lnTo>
                <a:lnTo>
                  <a:pt x="4601" y="2573"/>
                </a:lnTo>
                <a:lnTo>
                  <a:pt x="4601" y="2396"/>
                </a:lnTo>
                <a:lnTo>
                  <a:pt x="4919" y="2396"/>
                </a:lnTo>
                <a:lnTo>
                  <a:pt x="4919" y="1508"/>
                </a:lnTo>
                <a:lnTo>
                  <a:pt x="5395" y="1508"/>
                </a:lnTo>
                <a:lnTo>
                  <a:pt x="5395" y="1331"/>
                </a:lnTo>
                <a:lnTo>
                  <a:pt x="5395" y="1065"/>
                </a:lnTo>
                <a:lnTo>
                  <a:pt x="5712" y="1065"/>
                </a:lnTo>
                <a:lnTo>
                  <a:pt x="5712" y="887"/>
                </a:lnTo>
                <a:lnTo>
                  <a:pt x="6030" y="710"/>
                </a:lnTo>
                <a:lnTo>
                  <a:pt x="6030" y="443"/>
                </a:lnTo>
                <a:lnTo>
                  <a:pt x="6506" y="443"/>
                </a:lnTo>
                <a:lnTo>
                  <a:pt x="6506" y="266"/>
                </a:lnTo>
                <a:lnTo>
                  <a:pt x="6823" y="266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8093" y="0"/>
                </a:lnTo>
                <a:lnTo>
                  <a:pt x="8410" y="266"/>
                </a:lnTo>
                <a:lnTo>
                  <a:pt x="8727" y="266"/>
                </a:lnTo>
                <a:lnTo>
                  <a:pt x="9203" y="266"/>
                </a:lnTo>
                <a:lnTo>
                  <a:pt x="9203" y="443"/>
                </a:lnTo>
                <a:lnTo>
                  <a:pt x="9203" y="710"/>
                </a:lnTo>
                <a:lnTo>
                  <a:pt x="9203" y="887"/>
                </a:lnTo>
                <a:lnTo>
                  <a:pt x="9521" y="887"/>
                </a:lnTo>
                <a:lnTo>
                  <a:pt x="9521" y="1065"/>
                </a:lnTo>
                <a:lnTo>
                  <a:pt x="9521" y="1331"/>
                </a:lnTo>
                <a:lnTo>
                  <a:pt x="9997" y="1331"/>
                </a:lnTo>
                <a:lnTo>
                  <a:pt x="9997" y="1508"/>
                </a:lnTo>
                <a:lnTo>
                  <a:pt x="10314" y="1508"/>
                </a:lnTo>
                <a:lnTo>
                  <a:pt x="10314" y="1775"/>
                </a:lnTo>
                <a:lnTo>
                  <a:pt x="10314" y="1952"/>
                </a:lnTo>
                <a:lnTo>
                  <a:pt x="10631" y="1952"/>
                </a:lnTo>
                <a:lnTo>
                  <a:pt x="10631" y="2218"/>
                </a:lnTo>
                <a:lnTo>
                  <a:pt x="10631" y="2396"/>
                </a:lnTo>
                <a:lnTo>
                  <a:pt x="10631" y="2573"/>
                </a:lnTo>
                <a:lnTo>
                  <a:pt x="11108" y="2573"/>
                </a:lnTo>
                <a:lnTo>
                  <a:pt x="11108" y="2840"/>
                </a:lnTo>
                <a:lnTo>
                  <a:pt x="11108" y="3017"/>
                </a:lnTo>
                <a:lnTo>
                  <a:pt x="11108" y="3283"/>
                </a:lnTo>
                <a:lnTo>
                  <a:pt x="11108" y="3461"/>
                </a:lnTo>
                <a:lnTo>
                  <a:pt x="11425" y="3638"/>
                </a:lnTo>
                <a:lnTo>
                  <a:pt x="11425" y="3905"/>
                </a:lnTo>
                <a:lnTo>
                  <a:pt x="11425" y="4082"/>
                </a:lnTo>
                <a:lnTo>
                  <a:pt x="11901" y="4349"/>
                </a:lnTo>
                <a:lnTo>
                  <a:pt x="11901" y="4526"/>
                </a:lnTo>
                <a:lnTo>
                  <a:pt x="11901" y="4792"/>
                </a:lnTo>
                <a:lnTo>
                  <a:pt x="11901" y="4970"/>
                </a:lnTo>
                <a:lnTo>
                  <a:pt x="12218" y="4970"/>
                </a:lnTo>
                <a:lnTo>
                  <a:pt x="12218" y="5147"/>
                </a:lnTo>
                <a:lnTo>
                  <a:pt x="12218" y="5414"/>
                </a:lnTo>
                <a:lnTo>
                  <a:pt x="12218" y="5591"/>
                </a:lnTo>
                <a:lnTo>
                  <a:pt x="12218" y="5857"/>
                </a:lnTo>
                <a:lnTo>
                  <a:pt x="12536" y="5857"/>
                </a:lnTo>
                <a:lnTo>
                  <a:pt x="12536" y="6035"/>
                </a:lnTo>
                <a:lnTo>
                  <a:pt x="12536" y="6212"/>
                </a:lnTo>
                <a:lnTo>
                  <a:pt x="13012" y="6479"/>
                </a:lnTo>
                <a:lnTo>
                  <a:pt x="13012" y="6656"/>
                </a:lnTo>
                <a:lnTo>
                  <a:pt x="13012" y="6922"/>
                </a:lnTo>
                <a:lnTo>
                  <a:pt x="13012" y="7100"/>
                </a:lnTo>
                <a:lnTo>
                  <a:pt x="13012" y="7277"/>
                </a:lnTo>
                <a:lnTo>
                  <a:pt x="13012" y="7544"/>
                </a:lnTo>
                <a:lnTo>
                  <a:pt x="13012" y="7721"/>
                </a:lnTo>
                <a:lnTo>
                  <a:pt x="13012" y="7988"/>
                </a:lnTo>
                <a:lnTo>
                  <a:pt x="13012" y="8165"/>
                </a:lnTo>
                <a:lnTo>
                  <a:pt x="13329" y="8609"/>
                </a:lnTo>
              </a:path>
            </a:pathLst>
          </a:custGeom>
          <a:ln w="158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611344" y="1840829"/>
            <a:ext cx="13805" cy="87069"/>
          </a:xfrm>
          <a:custGeom>
            <a:avLst/>
            <a:gdLst/>
            <a:ahLst/>
            <a:cxnLst/>
            <a:rect l="l" t="t" r="r" b="b"/>
            <a:pathLst>
              <a:path w="13805" h="87069">
                <a:moveTo>
                  <a:pt x="0" y="0"/>
                </a:moveTo>
                <a:lnTo>
                  <a:pt x="0" y="177"/>
                </a:lnTo>
                <a:lnTo>
                  <a:pt x="0" y="443"/>
                </a:lnTo>
                <a:lnTo>
                  <a:pt x="0" y="621"/>
                </a:lnTo>
                <a:lnTo>
                  <a:pt x="476" y="887"/>
                </a:lnTo>
                <a:lnTo>
                  <a:pt x="476" y="1065"/>
                </a:lnTo>
                <a:lnTo>
                  <a:pt x="476" y="1242"/>
                </a:lnTo>
                <a:lnTo>
                  <a:pt x="476" y="1508"/>
                </a:lnTo>
                <a:lnTo>
                  <a:pt x="793" y="1686"/>
                </a:lnTo>
                <a:lnTo>
                  <a:pt x="793" y="1952"/>
                </a:lnTo>
                <a:lnTo>
                  <a:pt x="793" y="2396"/>
                </a:lnTo>
                <a:lnTo>
                  <a:pt x="793" y="2573"/>
                </a:lnTo>
                <a:lnTo>
                  <a:pt x="1269" y="2751"/>
                </a:lnTo>
                <a:lnTo>
                  <a:pt x="1269" y="3195"/>
                </a:lnTo>
                <a:lnTo>
                  <a:pt x="1269" y="3461"/>
                </a:lnTo>
                <a:lnTo>
                  <a:pt x="1269" y="3638"/>
                </a:lnTo>
                <a:lnTo>
                  <a:pt x="1269" y="3816"/>
                </a:lnTo>
                <a:lnTo>
                  <a:pt x="1586" y="4082"/>
                </a:lnTo>
                <a:lnTo>
                  <a:pt x="1586" y="4260"/>
                </a:lnTo>
                <a:lnTo>
                  <a:pt x="1586" y="4704"/>
                </a:lnTo>
                <a:lnTo>
                  <a:pt x="1586" y="4970"/>
                </a:lnTo>
                <a:lnTo>
                  <a:pt x="1904" y="5325"/>
                </a:lnTo>
                <a:lnTo>
                  <a:pt x="1904" y="5591"/>
                </a:lnTo>
                <a:lnTo>
                  <a:pt x="1904" y="6035"/>
                </a:lnTo>
                <a:lnTo>
                  <a:pt x="1904" y="6390"/>
                </a:lnTo>
                <a:lnTo>
                  <a:pt x="1904" y="6656"/>
                </a:lnTo>
                <a:lnTo>
                  <a:pt x="1904" y="7100"/>
                </a:lnTo>
                <a:lnTo>
                  <a:pt x="1904" y="7544"/>
                </a:lnTo>
                <a:lnTo>
                  <a:pt x="2380" y="7721"/>
                </a:lnTo>
                <a:lnTo>
                  <a:pt x="2380" y="8165"/>
                </a:lnTo>
                <a:lnTo>
                  <a:pt x="2380" y="8343"/>
                </a:lnTo>
                <a:lnTo>
                  <a:pt x="2380" y="8609"/>
                </a:lnTo>
                <a:lnTo>
                  <a:pt x="2380" y="8786"/>
                </a:lnTo>
                <a:lnTo>
                  <a:pt x="2697" y="9230"/>
                </a:lnTo>
                <a:lnTo>
                  <a:pt x="2697" y="9408"/>
                </a:lnTo>
                <a:lnTo>
                  <a:pt x="2697" y="9674"/>
                </a:lnTo>
                <a:lnTo>
                  <a:pt x="2697" y="10118"/>
                </a:lnTo>
                <a:lnTo>
                  <a:pt x="2697" y="10473"/>
                </a:lnTo>
                <a:lnTo>
                  <a:pt x="3173" y="10739"/>
                </a:lnTo>
                <a:lnTo>
                  <a:pt x="3173" y="10916"/>
                </a:lnTo>
                <a:lnTo>
                  <a:pt x="3173" y="11360"/>
                </a:lnTo>
                <a:lnTo>
                  <a:pt x="3173" y="11538"/>
                </a:lnTo>
                <a:lnTo>
                  <a:pt x="3491" y="11804"/>
                </a:lnTo>
                <a:lnTo>
                  <a:pt x="3491" y="12248"/>
                </a:lnTo>
                <a:lnTo>
                  <a:pt x="3491" y="12425"/>
                </a:lnTo>
                <a:lnTo>
                  <a:pt x="3491" y="12869"/>
                </a:lnTo>
                <a:lnTo>
                  <a:pt x="3491" y="13047"/>
                </a:lnTo>
                <a:lnTo>
                  <a:pt x="3808" y="13490"/>
                </a:lnTo>
                <a:lnTo>
                  <a:pt x="3808" y="13934"/>
                </a:lnTo>
                <a:lnTo>
                  <a:pt x="3808" y="14112"/>
                </a:lnTo>
                <a:lnTo>
                  <a:pt x="3808" y="14378"/>
                </a:lnTo>
                <a:lnTo>
                  <a:pt x="3808" y="14822"/>
                </a:lnTo>
                <a:lnTo>
                  <a:pt x="3808" y="15265"/>
                </a:lnTo>
                <a:lnTo>
                  <a:pt x="3808" y="15443"/>
                </a:lnTo>
                <a:lnTo>
                  <a:pt x="3808" y="15887"/>
                </a:lnTo>
                <a:lnTo>
                  <a:pt x="3808" y="16064"/>
                </a:lnTo>
                <a:lnTo>
                  <a:pt x="3808" y="16508"/>
                </a:lnTo>
                <a:lnTo>
                  <a:pt x="4284" y="16686"/>
                </a:lnTo>
                <a:lnTo>
                  <a:pt x="4284" y="17129"/>
                </a:lnTo>
                <a:lnTo>
                  <a:pt x="4284" y="17573"/>
                </a:lnTo>
                <a:lnTo>
                  <a:pt x="4284" y="17839"/>
                </a:lnTo>
                <a:lnTo>
                  <a:pt x="4284" y="18194"/>
                </a:lnTo>
                <a:lnTo>
                  <a:pt x="4601" y="18638"/>
                </a:lnTo>
                <a:lnTo>
                  <a:pt x="4601" y="18904"/>
                </a:lnTo>
                <a:lnTo>
                  <a:pt x="4601" y="19259"/>
                </a:lnTo>
                <a:lnTo>
                  <a:pt x="4601" y="19703"/>
                </a:lnTo>
                <a:lnTo>
                  <a:pt x="5077" y="20147"/>
                </a:lnTo>
                <a:lnTo>
                  <a:pt x="5077" y="20413"/>
                </a:lnTo>
                <a:lnTo>
                  <a:pt x="5077" y="20768"/>
                </a:lnTo>
                <a:lnTo>
                  <a:pt x="5077" y="21212"/>
                </a:lnTo>
                <a:lnTo>
                  <a:pt x="5077" y="21478"/>
                </a:lnTo>
                <a:lnTo>
                  <a:pt x="5395" y="21833"/>
                </a:lnTo>
                <a:lnTo>
                  <a:pt x="5395" y="22277"/>
                </a:lnTo>
                <a:lnTo>
                  <a:pt x="5395" y="22721"/>
                </a:lnTo>
                <a:lnTo>
                  <a:pt x="5395" y="23165"/>
                </a:lnTo>
                <a:lnTo>
                  <a:pt x="5395" y="23608"/>
                </a:lnTo>
                <a:lnTo>
                  <a:pt x="5871" y="23786"/>
                </a:lnTo>
                <a:lnTo>
                  <a:pt x="5871" y="24230"/>
                </a:lnTo>
                <a:lnTo>
                  <a:pt x="5871" y="24674"/>
                </a:lnTo>
                <a:lnTo>
                  <a:pt x="5871" y="25117"/>
                </a:lnTo>
                <a:lnTo>
                  <a:pt x="5871" y="25472"/>
                </a:lnTo>
                <a:lnTo>
                  <a:pt x="6188" y="25916"/>
                </a:lnTo>
                <a:lnTo>
                  <a:pt x="6188" y="26182"/>
                </a:lnTo>
                <a:lnTo>
                  <a:pt x="6188" y="26626"/>
                </a:lnTo>
                <a:lnTo>
                  <a:pt x="6188" y="27247"/>
                </a:lnTo>
                <a:lnTo>
                  <a:pt x="6188" y="27425"/>
                </a:lnTo>
                <a:lnTo>
                  <a:pt x="6188" y="27869"/>
                </a:lnTo>
                <a:lnTo>
                  <a:pt x="6188" y="28313"/>
                </a:lnTo>
                <a:lnTo>
                  <a:pt x="6188" y="28756"/>
                </a:lnTo>
                <a:lnTo>
                  <a:pt x="6188" y="29200"/>
                </a:lnTo>
                <a:lnTo>
                  <a:pt x="6506" y="29555"/>
                </a:lnTo>
                <a:lnTo>
                  <a:pt x="6506" y="29999"/>
                </a:lnTo>
                <a:lnTo>
                  <a:pt x="6506" y="30443"/>
                </a:lnTo>
                <a:lnTo>
                  <a:pt x="6506" y="30886"/>
                </a:lnTo>
                <a:lnTo>
                  <a:pt x="6506" y="31330"/>
                </a:lnTo>
                <a:lnTo>
                  <a:pt x="6982" y="31774"/>
                </a:lnTo>
                <a:lnTo>
                  <a:pt x="6982" y="32129"/>
                </a:lnTo>
                <a:lnTo>
                  <a:pt x="6982" y="32573"/>
                </a:lnTo>
                <a:lnTo>
                  <a:pt x="6982" y="33017"/>
                </a:lnTo>
                <a:lnTo>
                  <a:pt x="6982" y="33460"/>
                </a:lnTo>
                <a:lnTo>
                  <a:pt x="7299" y="34082"/>
                </a:lnTo>
                <a:lnTo>
                  <a:pt x="7299" y="34348"/>
                </a:lnTo>
                <a:lnTo>
                  <a:pt x="7299" y="34969"/>
                </a:lnTo>
                <a:lnTo>
                  <a:pt x="7299" y="35413"/>
                </a:lnTo>
                <a:lnTo>
                  <a:pt x="7775" y="35768"/>
                </a:lnTo>
                <a:lnTo>
                  <a:pt x="7775" y="36212"/>
                </a:lnTo>
                <a:lnTo>
                  <a:pt x="7775" y="36656"/>
                </a:lnTo>
                <a:lnTo>
                  <a:pt x="7775" y="37099"/>
                </a:lnTo>
                <a:lnTo>
                  <a:pt x="7775" y="37721"/>
                </a:lnTo>
                <a:lnTo>
                  <a:pt x="8093" y="38164"/>
                </a:lnTo>
                <a:lnTo>
                  <a:pt x="8093" y="38608"/>
                </a:lnTo>
                <a:lnTo>
                  <a:pt x="8093" y="39052"/>
                </a:lnTo>
                <a:lnTo>
                  <a:pt x="8093" y="39496"/>
                </a:lnTo>
                <a:lnTo>
                  <a:pt x="8093" y="40117"/>
                </a:lnTo>
                <a:lnTo>
                  <a:pt x="8093" y="40561"/>
                </a:lnTo>
                <a:lnTo>
                  <a:pt x="8093" y="40916"/>
                </a:lnTo>
                <a:lnTo>
                  <a:pt x="8093" y="41360"/>
                </a:lnTo>
                <a:lnTo>
                  <a:pt x="8093" y="42070"/>
                </a:lnTo>
                <a:lnTo>
                  <a:pt x="8093" y="42425"/>
                </a:lnTo>
                <a:lnTo>
                  <a:pt x="8410" y="42868"/>
                </a:lnTo>
                <a:lnTo>
                  <a:pt x="8410" y="43490"/>
                </a:lnTo>
                <a:lnTo>
                  <a:pt x="8410" y="43934"/>
                </a:lnTo>
                <a:lnTo>
                  <a:pt x="8410" y="44377"/>
                </a:lnTo>
                <a:lnTo>
                  <a:pt x="8886" y="44821"/>
                </a:lnTo>
                <a:lnTo>
                  <a:pt x="8886" y="45442"/>
                </a:lnTo>
                <a:lnTo>
                  <a:pt x="8886" y="46064"/>
                </a:lnTo>
                <a:lnTo>
                  <a:pt x="8886" y="46330"/>
                </a:lnTo>
                <a:lnTo>
                  <a:pt x="8886" y="46951"/>
                </a:lnTo>
                <a:lnTo>
                  <a:pt x="9203" y="47395"/>
                </a:lnTo>
                <a:lnTo>
                  <a:pt x="9203" y="48016"/>
                </a:lnTo>
                <a:lnTo>
                  <a:pt x="9203" y="48460"/>
                </a:lnTo>
                <a:lnTo>
                  <a:pt x="9203" y="49081"/>
                </a:lnTo>
                <a:lnTo>
                  <a:pt x="9203" y="49525"/>
                </a:lnTo>
                <a:lnTo>
                  <a:pt x="9679" y="49969"/>
                </a:lnTo>
                <a:lnTo>
                  <a:pt x="9679" y="50590"/>
                </a:lnTo>
                <a:lnTo>
                  <a:pt x="9679" y="51034"/>
                </a:lnTo>
                <a:lnTo>
                  <a:pt x="9679" y="51655"/>
                </a:lnTo>
                <a:lnTo>
                  <a:pt x="9679" y="52099"/>
                </a:lnTo>
                <a:lnTo>
                  <a:pt x="9997" y="52720"/>
                </a:lnTo>
                <a:lnTo>
                  <a:pt x="9997" y="53164"/>
                </a:lnTo>
                <a:lnTo>
                  <a:pt x="9997" y="53785"/>
                </a:lnTo>
                <a:lnTo>
                  <a:pt x="9997" y="54229"/>
                </a:lnTo>
                <a:lnTo>
                  <a:pt x="10473" y="54850"/>
                </a:lnTo>
                <a:lnTo>
                  <a:pt x="10473" y="55561"/>
                </a:lnTo>
                <a:lnTo>
                  <a:pt x="10473" y="56004"/>
                </a:lnTo>
                <a:lnTo>
                  <a:pt x="10473" y="56626"/>
                </a:lnTo>
                <a:lnTo>
                  <a:pt x="10473" y="57069"/>
                </a:lnTo>
                <a:lnTo>
                  <a:pt x="10473" y="57691"/>
                </a:lnTo>
                <a:lnTo>
                  <a:pt x="10473" y="58134"/>
                </a:lnTo>
                <a:lnTo>
                  <a:pt x="10473" y="58756"/>
                </a:lnTo>
                <a:lnTo>
                  <a:pt x="10473" y="59377"/>
                </a:lnTo>
                <a:lnTo>
                  <a:pt x="10473" y="59998"/>
                </a:lnTo>
                <a:lnTo>
                  <a:pt x="10790" y="60442"/>
                </a:lnTo>
                <a:lnTo>
                  <a:pt x="10790" y="61152"/>
                </a:lnTo>
                <a:lnTo>
                  <a:pt x="10790" y="61507"/>
                </a:lnTo>
                <a:lnTo>
                  <a:pt x="10790" y="62217"/>
                </a:lnTo>
                <a:lnTo>
                  <a:pt x="10790" y="62572"/>
                </a:lnTo>
                <a:lnTo>
                  <a:pt x="11108" y="63460"/>
                </a:lnTo>
                <a:lnTo>
                  <a:pt x="11108" y="63904"/>
                </a:lnTo>
                <a:lnTo>
                  <a:pt x="11108" y="64525"/>
                </a:lnTo>
                <a:lnTo>
                  <a:pt x="11108" y="64969"/>
                </a:lnTo>
                <a:lnTo>
                  <a:pt x="11584" y="65856"/>
                </a:lnTo>
                <a:lnTo>
                  <a:pt x="11584" y="66300"/>
                </a:lnTo>
                <a:lnTo>
                  <a:pt x="11584" y="66921"/>
                </a:lnTo>
                <a:lnTo>
                  <a:pt x="11584" y="67365"/>
                </a:lnTo>
                <a:lnTo>
                  <a:pt x="11584" y="68164"/>
                </a:lnTo>
                <a:lnTo>
                  <a:pt x="11901" y="68608"/>
                </a:lnTo>
                <a:lnTo>
                  <a:pt x="11901" y="69229"/>
                </a:lnTo>
                <a:lnTo>
                  <a:pt x="11901" y="69939"/>
                </a:lnTo>
                <a:lnTo>
                  <a:pt x="11901" y="70560"/>
                </a:lnTo>
                <a:lnTo>
                  <a:pt x="11901" y="71004"/>
                </a:lnTo>
                <a:lnTo>
                  <a:pt x="12377" y="71803"/>
                </a:lnTo>
                <a:lnTo>
                  <a:pt x="12377" y="72247"/>
                </a:lnTo>
                <a:lnTo>
                  <a:pt x="12377" y="73134"/>
                </a:lnTo>
                <a:lnTo>
                  <a:pt x="12377" y="73578"/>
                </a:lnTo>
                <a:lnTo>
                  <a:pt x="12377" y="74199"/>
                </a:lnTo>
                <a:lnTo>
                  <a:pt x="12377" y="74820"/>
                </a:lnTo>
                <a:lnTo>
                  <a:pt x="12377" y="75442"/>
                </a:lnTo>
                <a:lnTo>
                  <a:pt x="12377" y="76152"/>
                </a:lnTo>
                <a:lnTo>
                  <a:pt x="12377" y="76773"/>
                </a:lnTo>
                <a:lnTo>
                  <a:pt x="12694" y="77394"/>
                </a:lnTo>
                <a:lnTo>
                  <a:pt x="12694" y="77838"/>
                </a:lnTo>
                <a:lnTo>
                  <a:pt x="12694" y="78726"/>
                </a:lnTo>
                <a:lnTo>
                  <a:pt x="12694" y="79081"/>
                </a:lnTo>
                <a:lnTo>
                  <a:pt x="12694" y="79968"/>
                </a:lnTo>
                <a:lnTo>
                  <a:pt x="13012" y="80412"/>
                </a:lnTo>
                <a:lnTo>
                  <a:pt x="13012" y="81300"/>
                </a:lnTo>
                <a:lnTo>
                  <a:pt x="13012" y="81655"/>
                </a:lnTo>
                <a:lnTo>
                  <a:pt x="13012" y="82542"/>
                </a:lnTo>
                <a:lnTo>
                  <a:pt x="13012" y="83164"/>
                </a:lnTo>
                <a:lnTo>
                  <a:pt x="13488" y="83874"/>
                </a:lnTo>
                <a:lnTo>
                  <a:pt x="13488" y="84495"/>
                </a:lnTo>
                <a:lnTo>
                  <a:pt x="13488" y="85116"/>
                </a:lnTo>
                <a:lnTo>
                  <a:pt x="13488" y="85737"/>
                </a:lnTo>
                <a:lnTo>
                  <a:pt x="13488" y="86447"/>
                </a:lnTo>
                <a:lnTo>
                  <a:pt x="13805" y="87069"/>
                </a:lnTo>
              </a:path>
            </a:pathLst>
          </a:custGeom>
          <a:ln w="193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625150" y="1927898"/>
            <a:ext cx="13488" cy="175824"/>
          </a:xfrm>
          <a:custGeom>
            <a:avLst/>
            <a:gdLst/>
            <a:ahLst/>
            <a:cxnLst/>
            <a:rect l="l" t="t" r="r" b="b"/>
            <a:pathLst>
              <a:path w="13488" h="175824">
                <a:moveTo>
                  <a:pt x="0" y="0"/>
                </a:moveTo>
                <a:lnTo>
                  <a:pt x="0" y="621"/>
                </a:lnTo>
                <a:lnTo>
                  <a:pt x="0" y="1508"/>
                </a:lnTo>
                <a:lnTo>
                  <a:pt x="0" y="2130"/>
                </a:lnTo>
                <a:lnTo>
                  <a:pt x="476" y="2751"/>
                </a:lnTo>
                <a:lnTo>
                  <a:pt x="476" y="3372"/>
                </a:lnTo>
                <a:lnTo>
                  <a:pt x="476" y="4082"/>
                </a:lnTo>
                <a:lnTo>
                  <a:pt x="476" y="4881"/>
                </a:lnTo>
                <a:lnTo>
                  <a:pt x="476" y="5325"/>
                </a:lnTo>
                <a:lnTo>
                  <a:pt x="793" y="6212"/>
                </a:lnTo>
                <a:lnTo>
                  <a:pt x="793" y="6834"/>
                </a:lnTo>
                <a:lnTo>
                  <a:pt x="793" y="7455"/>
                </a:lnTo>
                <a:lnTo>
                  <a:pt x="793" y="8343"/>
                </a:lnTo>
                <a:lnTo>
                  <a:pt x="793" y="8786"/>
                </a:lnTo>
                <a:lnTo>
                  <a:pt x="793" y="9674"/>
                </a:lnTo>
                <a:lnTo>
                  <a:pt x="793" y="10295"/>
                </a:lnTo>
                <a:lnTo>
                  <a:pt x="793" y="10916"/>
                </a:lnTo>
                <a:lnTo>
                  <a:pt x="793" y="11804"/>
                </a:lnTo>
                <a:lnTo>
                  <a:pt x="793" y="12425"/>
                </a:lnTo>
                <a:lnTo>
                  <a:pt x="1269" y="13313"/>
                </a:lnTo>
                <a:lnTo>
                  <a:pt x="1269" y="13934"/>
                </a:lnTo>
                <a:lnTo>
                  <a:pt x="1269" y="14555"/>
                </a:lnTo>
                <a:lnTo>
                  <a:pt x="1269" y="15177"/>
                </a:lnTo>
                <a:lnTo>
                  <a:pt x="1586" y="15887"/>
                </a:lnTo>
                <a:lnTo>
                  <a:pt x="1586" y="16686"/>
                </a:lnTo>
                <a:lnTo>
                  <a:pt x="1586" y="17396"/>
                </a:lnTo>
                <a:lnTo>
                  <a:pt x="1586" y="18017"/>
                </a:lnTo>
                <a:lnTo>
                  <a:pt x="1586" y="18816"/>
                </a:lnTo>
                <a:lnTo>
                  <a:pt x="1904" y="19526"/>
                </a:lnTo>
                <a:lnTo>
                  <a:pt x="1904" y="20325"/>
                </a:lnTo>
                <a:lnTo>
                  <a:pt x="1904" y="21035"/>
                </a:lnTo>
                <a:lnTo>
                  <a:pt x="1904" y="21833"/>
                </a:lnTo>
                <a:lnTo>
                  <a:pt x="1904" y="22721"/>
                </a:lnTo>
                <a:lnTo>
                  <a:pt x="2380" y="23342"/>
                </a:lnTo>
                <a:lnTo>
                  <a:pt x="2380" y="23964"/>
                </a:lnTo>
                <a:lnTo>
                  <a:pt x="2380" y="24851"/>
                </a:lnTo>
                <a:lnTo>
                  <a:pt x="2380" y="25472"/>
                </a:lnTo>
                <a:lnTo>
                  <a:pt x="2380" y="26360"/>
                </a:lnTo>
                <a:lnTo>
                  <a:pt x="2697" y="26981"/>
                </a:lnTo>
                <a:lnTo>
                  <a:pt x="2697" y="27602"/>
                </a:lnTo>
                <a:lnTo>
                  <a:pt x="2697" y="28756"/>
                </a:lnTo>
                <a:lnTo>
                  <a:pt x="2697" y="29378"/>
                </a:lnTo>
                <a:lnTo>
                  <a:pt x="2697" y="29999"/>
                </a:lnTo>
                <a:lnTo>
                  <a:pt x="2697" y="30886"/>
                </a:lnTo>
                <a:lnTo>
                  <a:pt x="2697" y="31508"/>
                </a:lnTo>
                <a:lnTo>
                  <a:pt x="2697" y="32395"/>
                </a:lnTo>
                <a:lnTo>
                  <a:pt x="2697" y="33194"/>
                </a:lnTo>
                <a:lnTo>
                  <a:pt x="3173" y="33904"/>
                </a:lnTo>
                <a:lnTo>
                  <a:pt x="3173" y="34525"/>
                </a:lnTo>
                <a:lnTo>
                  <a:pt x="3173" y="35591"/>
                </a:lnTo>
                <a:lnTo>
                  <a:pt x="3173" y="36212"/>
                </a:lnTo>
                <a:lnTo>
                  <a:pt x="3173" y="36833"/>
                </a:lnTo>
                <a:lnTo>
                  <a:pt x="3491" y="37898"/>
                </a:lnTo>
                <a:lnTo>
                  <a:pt x="3491" y="38608"/>
                </a:lnTo>
                <a:lnTo>
                  <a:pt x="3491" y="39229"/>
                </a:lnTo>
                <a:lnTo>
                  <a:pt x="3491" y="40295"/>
                </a:lnTo>
                <a:lnTo>
                  <a:pt x="3491" y="40916"/>
                </a:lnTo>
                <a:lnTo>
                  <a:pt x="3808" y="41626"/>
                </a:lnTo>
                <a:lnTo>
                  <a:pt x="3808" y="42691"/>
                </a:lnTo>
                <a:lnTo>
                  <a:pt x="3808" y="43312"/>
                </a:lnTo>
                <a:lnTo>
                  <a:pt x="3808" y="43934"/>
                </a:lnTo>
                <a:lnTo>
                  <a:pt x="4284" y="44999"/>
                </a:lnTo>
                <a:lnTo>
                  <a:pt x="4284" y="45620"/>
                </a:lnTo>
                <a:lnTo>
                  <a:pt x="4284" y="46507"/>
                </a:lnTo>
                <a:lnTo>
                  <a:pt x="4284" y="47395"/>
                </a:lnTo>
                <a:lnTo>
                  <a:pt x="4284" y="48194"/>
                </a:lnTo>
                <a:lnTo>
                  <a:pt x="4601" y="48904"/>
                </a:lnTo>
                <a:lnTo>
                  <a:pt x="4601" y="49969"/>
                </a:lnTo>
                <a:lnTo>
                  <a:pt x="4601" y="50590"/>
                </a:lnTo>
                <a:lnTo>
                  <a:pt x="4601" y="51478"/>
                </a:lnTo>
                <a:lnTo>
                  <a:pt x="4601" y="52277"/>
                </a:lnTo>
                <a:lnTo>
                  <a:pt x="4601" y="53164"/>
                </a:lnTo>
                <a:lnTo>
                  <a:pt x="4601" y="53785"/>
                </a:lnTo>
                <a:lnTo>
                  <a:pt x="4601" y="54673"/>
                </a:lnTo>
                <a:lnTo>
                  <a:pt x="4601" y="55561"/>
                </a:lnTo>
                <a:lnTo>
                  <a:pt x="4601" y="56359"/>
                </a:lnTo>
                <a:lnTo>
                  <a:pt x="5077" y="57247"/>
                </a:lnTo>
                <a:lnTo>
                  <a:pt x="5077" y="58134"/>
                </a:lnTo>
                <a:lnTo>
                  <a:pt x="5077" y="58933"/>
                </a:lnTo>
                <a:lnTo>
                  <a:pt x="5077" y="59821"/>
                </a:lnTo>
                <a:lnTo>
                  <a:pt x="5395" y="60442"/>
                </a:lnTo>
                <a:lnTo>
                  <a:pt x="5395" y="61507"/>
                </a:lnTo>
                <a:lnTo>
                  <a:pt x="5395" y="62128"/>
                </a:lnTo>
                <a:lnTo>
                  <a:pt x="5395" y="63016"/>
                </a:lnTo>
                <a:lnTo>
                  <a:pt x="5395" y="64081"/>
                </a:lnTo>
                <a:lnTo>
                  <a:pt x="5712" y="64969"/>
                </a:lnTo>
                <a:lnTo>
                  <a:pt x="5712" y="65590"/>
                </a:lnTo>
                <a:lnTo>
                  <a:pt x="5712" y="66477"/>
                </a:lnTo>
                <a:lnTo>
                  <a:pt x="5712" y="67543"/>
                </a:lnTo>
                <a:lnTo>
                  <a:pt x="5712" y="68430"/>
                </a:lnTo>
                <a:lnTo>
                  <a:pt x="6188" y="69051"/>
                </a:lnTo>
                <a:lnTo>
                  <a:pt x="6188" y="69850"/>
                </a:lnTo>
                <a:lnTo>
                  <a:pt x="6188" y="71004"/>
                </a:lnTo>
                <a:lnTo>
                  <a:pt x="6188" y="71803"/>
                </a:lnTo>
                <a:lnTo>
                  <a:pt x="6188" y="72424"/>
                </a:lnTo>
                <a:lnTo>
                  <a:pt x="6506" y="73489"/>
                </a:lnTo>
                <a:lnTo>
                  <a:pt x="6506" y="74377"/>
                </a:lnTo>
                <a:lnTo>
                  <a:pt x="6506" y="75264"/>
                </a:lnTo>
                <a:lnTo>
                  <a:pt x="6506" y="76063"/>
                </a:lnTo>
                <a:lnTo>
                  <a:pt x="6982" y="76951"/>
                </a:lnTo>
                <a:lnTo>
                  <a:pt x="6982" y="78016"/>
                </a:lnTo>
                <a:lnTo>
                  <a:pt x="6982" y="78637"/>
                </a:lnTo>
                <a:lnTo>
                  <a:pt x="6982" y="79525"/>
                </a:lnTo>
                <a:lnTo>
                  <a:pt x="6982" y="80590"/>
                </a:lnTo>
                <a:lnTo>
                  <a:pt x="6982" y="81477"/>
                </a:lnTo>
                <a:lnTo>
                  <a:pt x="6982" y="82365"/>
                </a:lnTo>
                <a:lnTo>
                  <a:pt x="6982" y="83164"/>
                </a:lnTo>
                <a:lnTo>
                  <a:pt x="6982" y="84229"/>
                </a:lnTo>
                <a:lnTo>
                  <a:pt x="6982" y="85116"/>
                </a:lnTo>
                <a:lnTo>
                  <a:pt x="7299" y="86004"/>
                </a:lnTo>
                <a:lnTo>
                  <a:pt x="7299" y="86803"/>
                </a:lnTo>
                <a:lnTo>
                  <a:pt x="7299" y="87690"/>
                </a:lnTo>
                <a:lnTo>
                  <a:pt x="7299" y="88755"/>
                </a:lnTo>
                <a:lnTo>
                  <a:pt x="7299" y="89643"/>
                </a:lnTo>
                <a:lnTo>
                  <a:pt x="7775" y="90441"/>
                </a:lnTo>
                <a:lnTo>
                  <a:pt x="7775" y="91329"/>
                </a:lnTo>
                <a:lnTo>
                  <a:pt x="7775" y="92394"/>
                </a:lnTo>
                <a:lnTo>
                  <a:pt x="7775" y="93282"/>
                </a:lnTo>
                <a:lnTo>
                  <a:pt x="8093" y="94080"/>
                </a:lnTo>
                <a:lnTo>
                  <a:pt x="8093" y="94968"/>
                </a:lnTo>
                <a:lnTo>
                  <a:pt x="8093" y="96033"/>
                </a:lnTo>
                <a:lnTo>
                  <a:pt x="8093" y="97098"/>
                </a:lnTo>
                <a:lnTo>
                  <a:pt x="8093" y="97986"/>
                </a:lnTo>
                <a:lnTo>
                  <a:pt x="8410" y="98873"/>
                </a:lnTo>
                <a:lnTo>
                  <a:pt x="8410" y="99672"/>
                </a:lnTo>
                <a:lnTo>
                  <a:pt x="8410" y="100737"/>
                </a:lnTo>
                <a:lnTo>
                  <a:pt x="8410" y="101802"/>
                </a:lnTo>
                <a:lnTo>
                  <a:pt x="8410" y="102690"/>
                </a:lnTo>
                <a:lnTo>
                  <a:pt x="8886" y="103577"/>
                </a:lnTo>
                <a:lnTo>
                  <a:pt x="8886" y="104376"/>
                </a:lnTo>
                <a:lnTo>
                  <a:pt x="8886" y="105441"/>
                </a:lnTo>
                <a:lnTo>
                  <a:pt x="8886" y="106595"/>
                </a:lnTo>
                <a:lnTo>
                  <a:pt x="8886" y="107394"/>
                </a:lnTo>
                <a:lnTo>
                  <a:pt x="8886" y="108281"/>
                </a:lnTo>
                <a:lnTo>
                  <a:pt x="8886" y="109169"/>
                </a:lnTo>
                <a:lnTo>
                  <a:pt x="8886" y="110234"/>
                </a:lnTo>
                <a:lnTo>
                  <a:pt x="8886" y="111299"/>
                </a:lnTo>
                <a:lnTo>
                  <a:pt x="9203" y="112098"/>
                </a:lnTo>
                <a:lnTo>
                  <a:pt x="9203" y="113163"/>
                </a:lnTo>
                <a:lnTo>
                  <a:pt x="9203" y="114050"/>
                </a:lnTo>
                <a:lnTo>
                  <a:pt x="9203" y="114938"/>
                </a:lnTo>
                <a:lnTo>
                  <a:pt x="9203" y="116003"/>
                </a:lnTo>
                <a:lnTo>
                  <a:pt x="9679" y="117068"/>
                </a:lnTo>
                <a:lnTo>
                  <a:pt x="9679" y="117956"/>
                </a:lnTo>
                <a:lnTo>
                  <a:pt x="9679" y="119021"/>
                </a:lnTo>
                <a:lnTo>
                  <a:pt x="9679" y="119820"/>
                </a:lnTo>
                <a:lnTo>
                  <a:pt x="9679" y="120707"/>
                </a:lnTo>
                <a:lnTo>
                  <a:pt x="9997" y="121950"/>
                </a:lnTo>
                <a:lnTo>
                  <a:pt x="9997" y="122837"/>
                </a:lnTo>
                <a:lnTo>
                  <a:pt x="9997" y="123902"/>
                </a:lnTo>
                <a:lnTo>
                  <a:pt x="9997" y="124790"/>
                </a:lnTo>
                <a:lnTo>
                  <a:pt x="9997" y="125855"/>
                </a:lnTo>
                <a:lnTo>
                  <a:pt x="10314" y="126743"/>
                </a:lnTo>
                <a:lnTo>
                  <a:pt x="10314" y="127808"/>
                </a:lnTo>
                <a:lnTo>
                  <a:pt x="10314" y="128873"/>
                </a:lnTo>
                <a:lnTo>
                  <a:pt x="10314" y="129938"/>
                </a:lnTo>
                <a:lnTo>
                  <a:pt x="10790" y="130825"/>
                </a:lnTo>
                <a:lnTo>
                  <a:pt x="10790" y="131890"/>
                </a:lnTo>
                <a:lnTo>
                  <a:pt x="10790" y="132689"/>
                </a:lnTo>
                <a:lnTo>
                  <a:pt x="10790" y="133754"/>
                </a:lnTo>
                <a:lnTo>
                  <a:pt x="10790" y="134819"/>
                </a:lnTo>
                <a:lnTo>
                  <a:pt x="11108" y="135973"/>
                </a:lnTo>
                <a:lnTo>
                  <a:pt x="11108" y="136772"/>
                </a:lnTo>
                <a:lnTo>
                  <a:pt x="11108" y="137837"/>
                </a:lnTo>
                <a:lnTo>
                  <a:pt x="11108" y="138902"/>
                </a:lnTo>
                <a:lnTo>
                  <a:pt x="11108" y="139790"/>
                </a:lnTo>
                <a:lnTo>
                  <a:pt x="11108" y="140855"/>
                </a:lnTo>
                <a:lnTo>
                  <a:pt x="11108" y="141920"/>
                </a:lnTo>
                <a:lnTo>
                  <a:pt x="11108" y="142985"/>
                </a:lnTo>
                <a:lnTo>
                  <a:pt x="11108" y="144050"/>
                </a:lnTo>
                <a:lnTo>
                  <a:pt x="11108" y="145115"/>
                </a:lnTo>
                <a:lnTo>
                  <a:pt x="11584" y="146003"/>
                </a:lnTo>
                <a:lnTo>
                  <a:pt x="11584" y="147068"/>
                </a:lnTo>
                <a:lnTo>
                  <a:pt x="11584" y="148133"/>
                </a:lnTo>
                <a:lnTo>
                  <a:pt x="11584" y="149020"/>
                </a:lnTo>
                <a:lnTo>
                  <a:pt x="11901" y="150263"/>
                </a:lnTo>
                <a:lnTo>
                  <a:pt x="11901" y="151328"/>
                </a:lnTo>
                <a:lnTo>
                  <a:pt x="11901" y="152482"/>
                </a:lnTo>
                <a:lnTo>
                  <a:pt x="11901" y="153280"/>
                </a:lnTo>
                <a:lnTo>
                  <a:pt x="11901" y="154346"/>
                </a:lnTo>
                <a:lnTo>
                  <a:pt x="12377" y="155411"/>
                </a:lnTo>
                <a:lnTo>
                  <a:pt x="12377" y="156476"/>
                </a:lnTo>
                <a:lnTo>
                  <a:pt x="12377" y="157363"/>
                </a:lnTo>
                <a:lnTo>
                  <a:pt x="12377" y="158428"/>
                </a:lnTo>
                <a:lnTo>
                  <a:pt x="12377" y="159760"/>
                </a:lnTo>
                <a:lnTo>
                  <a:pt x="12694" y="160825"/>
                </a:lnTo>
                <a:lnTo>
                  <a:pt x="12694" y="161890"/>
                </a:lnTo>
                <a:lnTo>
                  <a:pt x="12694" y="162955"/>
                </a:lnTo>
                <a:lnTo>
                  <a:pt x="12694" y="163842"/>
                </a:lnTo>
                <a:lnTo>
                  <a:pt x="12694" y="164907"/>
                </a:lnTo>
                <a:lnTo>
                  <a:pt x="13012" y="165973"/>
                </a:lnTo>
                <a:lnTo>
                  <a:pt x="13012" y="167038"/>
                </a:lnTo>
                <a:lnTo>
                  <a:pt x="13012" y="168103"/>
                </a:lnTo>
                <a:lnTo>
                  <a:pt x="13012" y="169168"/>
                </a:lnTo>
                <a:lnTo>
                  <a:pt x="13012" y="170410"/>
                </a:lnTo>
                <a:lnTo>
                  <a:pt x="13012" y="171564"/>
                </a:lnTo>
                <a:lnTo>
                  <a:pt x="13012" y="172629"/>
                </a:lnTo>
                <a:lnTo>
                  <a:pt x="13012" y="173694"/>
                </a:lnTo>
                <a:lnTo>
                  <a:pt x="13012" y="174759"/>
                </a:lnTo>
                <a:lnTo>
                  <a:pt x="13488" y="175824"/>
                </a:lnTo>
              </a:path>
            </a:pathLst>
          </a:custGeom>
          <a:ln w="194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638638" y="2103723"/>
            <a:ext cx="13329" cy="250823"/>
          </a:xfrm>
          <a:custGeom>
            <a:avLst/>
            <a:gdLst/>
            <a:ahLst/>
            <a:cxnLst/>
            <a:rect l="l" t="t" r="r" b="b"/>
            <a:pathLst>
              <a:path w="13329" h="250823">
                <a:moveTo>
                  <a:pt x="0" y="0"/>
                </a:moveTo>
                <a:lnTo>
                  <a:pt x="0" y="1065"/>
                </a:lnTo>
                <a:lnTo>
                  <a:pt x="0" y="2130"/>
                </a:lnTo>
                <a:lnTo>
                  <a:pt x="0" y="3195"/>
                </a:lnTo>
                <a:lnTo>
                  <a:pt x="0" y="4260"/>
                </a:lnTo>
                <a:lnTo>
                  <a:pt x="317" y="5325"/>
                </a:lnTo>
                <a:lnTo>
                  <a:pt x="317" y="6390"/>
                </a:lnTo>
                <a:lnTo>
                  <a:pt x="317" y="7455"/>
                </a:lnTo>
                <a:lnTo>
                  <a:pt x="317" y="8786"/>
                </a:lnTo>
                <a:lnTo>
                  <a:pt x="317" y="9851"/>
                </a:lnTo>
                <a:lnTo>
                  <a:pt x="793" y="10916"/>
                </a:lnTo>
                <a:lnTo>
                  <a:pt x="793" y="11982"/>
                </a:lnTo>
                <a:lnTo>
                  <a:pt x="793" y="13047"/>
                </a:lnTo>
                <a:lnTo>
                  <a:pt x="793" y="14112"/>
                </a:lnTo>
                <a:lnTo>
                  <a:pt x="1110" y="15443"/>
                </a:lnTo>
                <a:lnTo>
                  <a:pt x="1110" y="16508"/>
                </a:lnTo>
                <a:lnTo>
                  <a:pt x="1110" y="17573"/>
                </a:lnTo>
                <a:lnTo>
                  <a:pt x="1110" y="18638"/>
                </a:lnTo>
                <a:lnTo>
                  <a:pt x="1110" y="19703"/>
                </a:lnTo>
                <a:lnTo>
                  <a:pt x="1428" y="20768"/>
                </a:lnTo>
                <a:lnTo>
                  <a:pt x="1428" y="22100"/>
                </a:lnTo>
                <a:lnTo>
                  <a:pt x="1428" y="23165"/>
                </a:lnTo>
                <a:lnTo>
                  <a:pt x="1428" y="24230"/>
                </a:lnTo>
                <a:lnTo>
                  <a:pt x="1428" y="25295"/>
                </a:lnTo>
                <a:lnTo>
                  <a:pt x="1904" y="26360"/>
                </a:lnTo>
                <a:lnTo>
                  <a:pt x="1904" y="27691"/>
                </a:lnTo>
                <a:lnTo>
                  <a:pt x="1904" y="28756"/>
                </a:lnTo>
                <a:lnTo>
                  <a:pt x="1904" y="29999"/>
                </a:lnTo>
                <a:lnTo>
                  <a:pt x="1904" y="31064"/>
                </a:lnTo>
                <a:lnTo>
                  <a:pt x="1904" y="32395"/>
                </a:lnTo>
                <a:lnTo>
                  <a:pt x="1904" y="33460"/>
                </a:lnTo>
                <a:lnTo>
                  <a:pt x="1904" y="34525"/>
                </a:lnTo>
                <a:lnTo>
                  <a:pt x="1904" y="35768"/>
                </a:lnTo>
                <a:lnTo>
                  <a:pt x="2221" y="36833"/>
                </a:lnTo>
                <a:lnTo>
                  <a:pt x="2221" y="37898"/>
                </a:lnTo>
                <a:lnTo>
                  <a:pt x="2221" y="39229"/>
                </a:lnTo>
                <a:lnTo>
                  <a:pt x="2221" y="40295"/>
                </a:lnTo>
                <a:lnTo>
                  <a:pt x="2221" y="41360"/>
                </a:lnTo>
                <a:lnTo>
                  <a:pt x="2697" y="42691"/>
                </a:lnTo>
                <a:lnTo>
                  <a:pt x="2697" y="43756"/>
                </a:lnTo>
                <a:lnTo>
                  <a:pt x="2697" y="44999"/>
                </a:lnTo>
                <a:lnTo>
                  <a:pt x="2697" y="46064"/>
                </a:lnTo>
                <a:lnTo>
                  <a:pt x="2697" y="47129"/>
                </a:lnTo>
                <a:lnTo>
                  <a:pt x="3015" y="48460"/>
                </a:lnTo>
                <a:lnTo>
                  <a:pt x="3015" y="49525"/>
                </a:lnTo>
                <a:lnTo>
                  <a:pt x="3015" y="50768"/>
                </a:lnTo>
                <a:lnTo>
                  <a:pt x="3015" y="51922"/>
                </a:lnTo>
                <a:lnTo>
                  <a:pt x="3015" y="53164"/>
                </a:lnTo>
                <a:lnTo>
                  <a:pt x="3491" y="54229"/>
                </a:lnTo>
                <a:lnTo>
                  <a:pt x="3491" y="55561"/>
                </a:lnTo>
                <a:lnTo>
                  <a:pt x="3491" y="56626"/>
                </a:lnTo>
                <a:lnTo>
                  <a:pt x="3491" y="57868"/>
                </a:lnTo>
                <a:lnTo>
                  <a:pt x="3808" y="58933"/>
                </a:lnTo>
                <a:lnTo>
                  <a:pt x="3808" y="60265"/>
                </a:lnTo>
                <a:lnTo>
                  <a:pt x="3808" y="61330"/>
                </a:lnTo>
                <a:lnTo>
                  <a:pt x="3808" y="62572"/>
                </a:lnTo>
                <a:lnTo>
                  <a:pt x="3808" y="63637"/>
                </a:lnTo>
                <a:lnTo>
                  <a:pt x="3808" y="64969"/>
                </a:lnTo>
                <a:lnTo>
                  <a:pt x="3808" y="66034"/>
                </a:lnTo>
                <a:lnTo>
                  <a:pt x="3808" y="67276"/>
                </a:lnTo>
                <a:lnTo>
                  <a:pt x="3808" y="68608"/>
                </a:lnTo>
                <a:lnTo>
                  <a:pt x="3808" y="69673"/>
                </a:lnTo>
                <a:lnTo>
                  <a:pt x="4125" y="71004"/>
                </a:lnTo>
                <a:lnTo>
                  <a:pt x="4125" y="72069"/>
                </a:lnTo>
                <a:lnTo>
                  <a:pt x="4125" y="73312"/>
                </a:lnTo>
                <a:lnTo>
                  <a:pt x="4125" y="74643"/>
                </a:lnTo>
                <a:lnTo>
                  <a:pt x="4125" y="75708"/>
                </a:lnTo>
                <a:lnTo>
                  <a:pt x="4601" y="76951"/>
                </a:lnTo>
                <a:lnTo>
                  <a:pt x="4601" y="78282"/>
                </a:lnTo>
                <a:lnTo>
                  <a:pt x="4601" y="79347"/>
                </a:lnTo>
                <a:lnTo>
                  <a:pt x="4601" y="80590"/>
                </a:lnTo>
                <a:lnTo>
                  <a:pt x="4919" y="81921"/>
                </a:lnTo>
                <a:lnTo>
                  <a:pt x="4919" y="82986"/>
                </a:lnTo>
                <a:lnTo>
                  <a:pt x="4919" y="84229"/>
                </a:lnTo>
                <a:lnTo>
                  <a:pt x="4919" y="85560"/>
                </a:lnTo>
                <a:lnTo>
                  <a:pt x="4919" y="86625"/>
                </a:lnTo>
                <a:lnTo>
                  <a:pt x="5395" y="87868"/>
                </a:lnTo>
                <a:lnTo>
                  <a:pt x="5395" y="88933"/>
                </a:lnTo>
                <a:lnTo>
                  <a:pt x="5395" y="90264"/>
                </a:lnTo>
                <a:lnTo>
                  <a:pt x="5395" y="91507"/>
                </a:lnTo>
                <a:lnTo>
                  <a:pt x="5395" y="92660"/>
                </a:lnTo>
                <a:lnTo>
                  <a:pt x="5712" y="93903"/>
                </a:lnTo>
                <a:lnTo>
                  <a:pt x="5712" y="95234"/>
                </a:lnTo>
                <a:lnTo>
                  <a:pt x="5712" y="96477"/>
                </a:lnTo>
                <a:lnTo>
                  <a:pt x="5712" y="97808"/>
                </a:lnTo>
                <a:lnTo>
                  <a:pt x="5712" y="98873"/>
                </a:lnTo>
                <a:lnTo>
                  <a:pt x="6030" y="100116"/>
                </a:lnTo>
                <a:lnTo>
                  <a:pt x="6030" y="101447"/>
                </a:lnTo>
                <a:lnTo>
                  <a:pt x="6030" y="102690"/>
                </a:lnTo>
                <a:lnTo>
                  <a:pt x="6030" y="104021"/>
                </a:lnTo>
                <a:lnTo>
                  <a:pt x="6030" y="105264"/>
                </a:lnTo>
                <a:lnTo>
                  <a:pt x="6030" y="106595"/>
                </a:lnTo>
                <a:lnTo>
                  <a:pt x="6030" y="107838"/>
                </a:lnTo>
                <a:lnTo>
                  <a:pt x="6030" y="108903"/>
                </a:lnTo>
                <a:lnTo>
                  <a:pt x="6030" y="110234"/>
                </a:lnTo>
                <a:lnTo>
                  <a:pt x="6506" y="111477"/>
                </a:lnTo>
                <a:lnTo>
                  <a:pt x="6506" y="112542"/>
                </a:lnTo>
                <a:lnTo>
                  <a:pt x="6506" y="113873"/>
                </a:lnTo>
                <a:lnTo>
                  <a:pt x="6506" y="115116"/>
                </a:lnTo>
                <a:lnTo>
                  <a:pt x="6506" y="116447"/>
                </a:lnTo>
                <a:lnTo>
                  <a:pt x="6823" y="117689"/>
                </a:lnTo>
                <a:lnTo>
                  <a:pt x="6823" y="119021"/>
                </a:lnTo>
                <a:lnTo>
                  <a:pt x="6823" y="120263"/>
                </a:lnTo>
                <a:lnTo>
                  <a:pt x="6823" y="121595"/>
                </a:lnTo>
                <a:lnTo>
                  <a:pt x="6823" y="122837"/>
                </a:lnTo>
                <a:lnTo>
                  <a:pt x="7299" y="124169"/>
                </a:lnTo>
                <a:lnTo>
                  <a:pt x="7299" y="125411"/>
                </a:lnTo>
                <a:lnTo>
                  <a:pt x="7299" y="126743"/>
                </a:lnTo>
                <a:lnTo>
                  <a:pt x="7299" y="127985"/>
                </a:lnTo>
                <a:lnTo>
                  <a:pt x="7299" y="129050"/>
                </a:lnTo>
                <a:lnTo>
                  <a:pt x="7616" y="130382"/>
                </a:lnTo>
                <a:lnTo>
                  <a:pt x="7616" y="131624"/>
                </a:lnTo>
                <a:lnTo>
                  <a:pt x="7616" y="133133"/>
                </a:lnTo>
                <a:lnTo>
                  <a:pt x="7616" y="134464"/>
                </a:lnTo>
                <a:lnTo>
                  <a:pt x="7934" y="135707"/>
                </a:lnTo>
                <a:lnTo>
                  <a:pt x="7934" y="137038"/>
                </a:lnTo>
                <a:lnTo>
                  <a:pt x="7934" y="138281"/>
                </a:lnTo>
                <a:lnTo>
                  <a:pt x="7934" y="139612"/>
                </a:lnTo>
                <a:lnTo>
                  <a:pt x="7934" y="140855"/>
                </a:lnTo>
                <a:lnTo>
                  <a:pt x="7934" y="142186"/>
                </a:lnTo>
                <a:lnTo>
                  <a:pt x="7934" y="143429"/>
                </a:lnTo>
                <a:lnTo>
                  <a:pt x="7934" y="144760"/>
                </a:lnTo>
                <a:lnTo>
                  <a:pt x="7934" y="146003"/>
                </a:lnTo>
                <a:lnTo>
                  <a:pt x="7934" y="147334"/>
                </a:lnTo>
                <a:lnTo>
                  <a:pt x="8410" y="148576"/>
                </a:lnTo>
                <a:lnTo>
                  <a:pt x="8410" y="149908"/>
                </a:lnTo>
                <a:lnTo>
                  <a:pt x="8410" y="151328"/>
                </a:lnTo>
                <a:lnTo>
                  <a:pt x="8410" y="152659"/>
                </a:lnTo>
                <a:lnTo>
                  <a:pt x="8410" y="153902"/>
                </a:lnTo>
                <a:lnTo>
                  <a:pt x="8727" y="155056"/>
                </a:lnTo>
                <a:lnTo>
                  <a:pt x="8727" y="156476"/>
                </a:lnTo>
                <a:lnTo>
                  <a:pt x="8727" y="157807"/>
                </a:lnTo>
                <a:lnTo>
                  <a:pt x="8727" y="159050"/>
                </a:lnTo>
                <a:lnTo>
                  <a:pt x="9203" y="160381"/>
                </a:lnTo>
                <a:lnTo>
                  <a:pt x="9203" y="161890"/>
                </a:lnTo>
                <a:lnTo>
                  <a:pt x="9203" y="163132"/>
                </a:lnTo>
                <a:lnTo>
                  <a:pt x="9203" y="164464"/>
                </a:lnTo>
                <a:lnTo>
                  <a:pt x="9203" y="165706"/>
                </a:lnTo>
                <a:lnTo>
                  <a:pt x="9521" y="167038"/>
                </a:lnTo>
                <a:lnTo>
                  <a:pt x="9521" y="168280"/>
                </a:lnTo>
                <a:lnTo>
                  <a:pt x="9521" y="169612"/>
                </a:lnTo>
                <a:lnTo>
                  <a:pt x="9521" y="171120"/>
                </a:lnTo>
                <a:lnTo>
                  <a:pt x="9521" y="172363"/>
                </a:lnTo>
                <a:lnTo>
                  <a:pt x="9997" y="173872"/>
                </a:lnTo>
                <a:lnTo>
                  <a:pt x="9997" y="175203"/>
                </a:lnTo>
                <a:lnTo>
                  <a:pt x="9997" y="176446"/>
                </a:lnTo>
                <a:lnTo>
                  <a:pt x="9997" y="177777"/>
                </a:lnTo>
                <a:lnTo>
                  <a:pt x="9997" y="179020"/>
                </a:lnTo>
                <a:lnTo>
                  <a:pt x="10314" y="180351"/>
                </a:lnTo>
                <a:lnTo>
                  <a:pt x="10314" y="181860"/>
                </a:lnTo>
                <a:lnTo>
                  <a:pt x="10314" y="183102"/>
                </a:lnTo>
                <a:lnTo>
                  <a:pt x="10314" y="184611"/>
                </a:lnTo>
                <a:lnTo>
                  <a:pt x="10314" y="185854"/>
                </a:lnTo>
                <a:lnTo>
                  <a:pt x="10314" y="187185"/>
                </a:lnTo>
                <a:lnTo>
                  <a:pt x="10314" y="188428"/>
                </a:lnTo>
                <a:lnTo>
                  <a:pt x="10314" y="189759"/>
                </a:lnTo>
                <a:lnTo>
                  <a:pt x="10314" y="191268"/>
                </a:lnTo>
                <a:lnTo>
                  <a:pt x="10631" y="192510"/>
                </a:lnTo>
                <a:lnTo>
                  <a:pt x="10631" y="194019"/>
                </a:lnTo>
                <a:lnTo>
                  <a:pt x="10631" y="195351"/>
                </a:lnTo>
                <a:lnTo>
                  <a:pt x="10631" y="196593"/>
                </a:lnTo>
                <a:lnTo>
                  <a:pt x="10631" y="197925"/>
                </a:lnTo>
                <a:lnTo>
                  <a:pt x="11108" y="199433"/>
                </a:lnTo>
                <a:lnTo>
                  <a:pt x="11108" y="200676"/>
                </a:lnTo>
                <a:lnTo>
                  <a:pt x="11108" y="202185"/>
                </a:lnTo>
                <a:lnTo>
                  <a:pt x="11108" y="203516"/>
                </a:lnTo>
                <a:lnTo>
                  <a:pt x="11108" y="204759"/>
                </a:lnTo>
                <a:lnTo>
                  <a:pt x="11425" y="206268"/>
                </a:lnTo>
                <a:lnTo>
                  <a:pt x="11425" y="207510"/>
                </a:lnTo>
                <a:lnTo>
                  <a:pt x="11425" y="209019"/>
                </a:lnTo>
                <a:lnTo>
                  <a:pt x="11425" y="210350"/>
                </a:lnTo>
                <a:lnTo>
                  <a:pt x="11901" y="211859"/>
                </a:lnTo>
                <a:lnTo>
                  <a:pt x="11901" y="213102"/>
                </a:lnTo>
                <a:lnTo>
                  <a:pt x="11901" y="214433"/>
                </a:lnTo>
                <a:lnTo>
                  <a:pt x="11901" y="215942"/>
                </a:lnTo>
                <a:lnTo>
                  <a:pt x="11901" y="217185"/>
                </a:lnTo>
                <a:lnTo>
                  <a:pt x="12218" y="218693"/>
                </a:lnTo>
                <a:lnTo>
                  <a:pt x="12218" y="220025"/>
                </a:lnTo>
                <a:lnTo>
                  <a:pt x="12218" y="221267"/>
                </a:lnTo>
                <a:lnTo>
                  <a:pt x="12218" y="222776"/>
                </a:lnTo>
                <a:lnTo>
                  <a:pt x="12218" y="224285"/>
                </a:lnTo>
                <a:lnTo>
                  <a:pt x="12218" y="225528"/>
                </a:lnTo>
                <a:lnTo>
                  <a:pt x="12218" y="227036"/>
                </a:lnTo>
                <a:lnTo>
                  <a:pt x="12218" y="228368"/>
                </a:lnTo>
                <a:lnTo>
                  <a:pt x="12218" y="229610"/>
                </a:lnTo>
                <a:lnTo>
                  <a:pt x="12218" y="231119"/>
                </a:lnTo>
                <a:lnTo>
                  <a:pt x="12536" y="232628"/>
                </a:lnTo>
                <a:lnTo>
                  <a:pt x="12536" y="233959"/>
                </a:lnTo>
                <a:lnTo>
                  <a:pt x="12536" y="235468"/>
                </a:lnTo>
                <a:lnTo>
                  <a:pt x="12536" y="236711"/>
                </a:lnTo>
                <a:lnTo>
                  <a:pt x="13012" y="238220"/>
                </a:lnTo>
                <a:lnTo>
                  <a:pt x="13012" y="239462"/>
                </a:lnTo>
                <a:lnTo>
                  <a:pt x="13012" y="240971"/>
                </a:lnTo>
                <a:lnTo>
                  <a:pt x="13012" y="242480"/>
                </a:lnTo>
                <a:lnTo>
                  <a:pt x="13012" y="243811"/>
                </a:lnTo>
                <a:lnTo>
                  <a:pt x="13329" y="245320"/>
                </a:lnTo>
                <a:lnTo>
                  <a:pt x="13329" y="246563"/>
                </a:lnTo>
                <a:lnTo>
                  <a:pt x="13329" y="248071"/>
                </a:lnTo>
                <a:lnTo>
                  <a:pt x="13329" y="249580"/>
                </a:lnTo>
                <a:lnTo>
                  <a:pt x="13329" y="250823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651968" y="2354546"/>
            <a:ext cx="13488" cy="305851"/>
          </a:xfrm>
          <a:custGeom>
            <a:avLst/>
            <a:gdLst/>
            <a:ahLst/>
            <a:cxnLst/>
            <a:rect l="l" t="t" r="r" b="b"/>
            <a:pathLst>
              <a:path w="13488" h="305851">
                <a:moveTo>
                  <a:pt x="0" y="0"/>
                </a:moveTo>
                <a:lnTo>
                  <a:pt x="476" y="1508"/>
                </a:lnTo>
                <a:lnTo>
                  <a:pt x="476" y="2840"/>
                </a:lnTo>
                <a:lnTo>
                  <a:pt x="476" y="4349"/>
                </a:lnTo>
                <a:lnTo>
                  <a:pt x="476" y="5857"/>
                </a:lnTo>
                <a:lnTo>
                  <a:pt x="476" y="7100"/>
                </a:lnTo>
                <a:lnTo>
                  <a:pt x="793" y="8609"/>
                </a:lnTo>
                <a:lnTo>
                  <a:pt x="793" y="10118"/>
                </a:lnTo>
                <a:lnTo>
                  <a:pt x="793" y="11626"/>
                </a:lnTo>
                <a:lnTo>
                  <a:pt x="793" y="12869"/>
                </a:lnTo>
                <a:lnTo>
                  <a:pt x="793" y="14200"/>
                </a:lnTo>
                <a:lnTo>
                  <a:pt x="793" y="15709"/>
                </a:lnTo>
                <a:lnTo>
                  <a:pt x="793" y="17218"/>
                </a:lnTo>
                <a:lnTo>
                  <a:pt x="793" y="18727"/>
                </a:lnTo>
                <a:lnTo>
                  <a:pt x="793" y="19970"/>
                </a:lnTo>
                <a:lnTo>
                  <a:pt x="1269" y="21478"/>
                </a:lnTo>
                <a:lnTo>
                  <a:pt x="1269" y="22987"/>
                </a:lnTo>
                <a:lnTo>
                  <a:pt x="1269" y="24496"/>
                </a:lnTo>
                <a:lnTo>
                  <a:pt x="1269" y="26005"/>
                </a:lnTo>
                <a:lnTo>
                  <a:pt x="1269" y="27247"/>
                </a:lnTo>
                <a:lnTo>
                  <a:pt x="1586" y="28756"/>
                </a:lnTo>
                <a:lnTo>
                  <a:pt x="1586" y="30265"/>
                </a:lnTo>
                <a:lnTo>
                  <a:pt x="1586" y="31774"/>
                </a:lnTo>
                <a:lnTo>
                  <a:pt x="1586" y="33105"/>
                </a:lnTo>
                <a:lnTo>
                  <a:pt x="1586" y="34348"/>
                </a:lnTo>
                <a:lnTo>
                  <a:pt x="1904" y="35857"/>
                </a:lnTo>
                <a:lnTo>
                  <a:pt x="1904" y="37366"/>
                </a:lnTo>
                <a:lnTo>
                  <a:pt x="1904" y="38874"/>
                </a:lnTo>
                <a:lnTo>
                  <a:pt x="1904" y="40383"/>
                </a:lnTo>
                <a:lnTo>
                  <a:pt x="2380" y="41892"/>
                </a:lnTo>
                <a:lnTo>
                  <a:pt x="2380" y="43312"/>
                </a:lnTo>
                <a:lnTo>
                  <a:pt x="2380" y="44821"/>
                </a:lnTo>
                <a:lnTo>
                  <a:pt x="2380" y="46152"/>
                </a:lnTo>
                <a:lnTo>
                  <a:pt x="2380" y="47661"/>
                </a:lnTo>
                <a:lnTo>
                  <a:pt x="2697" y="49170"/>
                </a:lnTo>
                <a:lnTo>
                  <a:pt x="2697" y="50679"/>
                </a:lnTo>
                <a:lnTo>
                  <a:pt x="2697" y="51922"/>
                </a:lnTo>
                <a:lnTo>
                  <a:pt x="2697" y="53430"/>
                </a:lnTo>
                <a:lnTo>
                  <a:pt x="2697" y="54939"/>
                </a:lnTo>
                <a:lnTo>
                  <a:pt x="3173" y="56448"/>
                </a:lnTo>
                <a:lnTo>
                  <a:pt x="3173" y="57691"/>
                </a:lnTo>
                <a:lnTo>
                  <a:pt x="3173" y="59200"/>
                </a:lnTo>
                <a:lnTo>
                  <a:pt x="3173" y="60975"/>
                </a:lnTo>
                <a:lnTo>
                  <a:pt x="3173" y="62395"/>
                </a:lnTo>
                <a:lnTo>
                  <a:pt x="3173" y="63726"/>
                </a:lnTo>
                <a:lnTo>
                  <a:pt x="3173" y="65235"/>
                </a:lnTo>
                <a:lnTo>
                  <a:pt x="3173" y="66744"/>
                </a:lnTo>
                <a:lnTo>
                  <a:pt x="3173" y="68253"/>
                </a:lnTo>
                <a:lnTo>
                  <a:pt x="3491" y="69495"/>
                </a:lnTo>
                <a:lnTo>
                  <a:pt x="3491" y="71270"/>
                </a:lnTo>
                <a:lnTo>
                  <a:pt x="3491" y="72690"/>
                </a:lnTo>
                <a:lnTo>
                  <a:pt x="3491" y="74199"/>
                </a:lnTo>
                <a:lnTo>
                  <a:pt x="3491" y="75531"/>
                </a:lnTo>
                <a:lnTo>
                  <a:pt x="3808" y="77039"/>
                </a:lnTo>
                <a:lnTo>
                  <a:pt x="3808" y="78726"/>
                </a:lnTo>
                <a:lnTo>
                  <a:pt x="3808" y="80235"/>
                </a:lnTo>
                <a:lnTo>
                  <a:pt x="3808" y="81566"/>
                </a:lnTo>
                <a:lnTo>
                  <a:pt x="3808" y="82986"/>
                </a:lnTo>
                <a:lnTo>
                  <a:pt x="4284" y="84495"/>
                </a:lnTo>
                <a:lnTo>
                  <a:pt x="4284" y="86270"/>
                </a:lnTo>
                <a:lnTo>
                  <a:pt x="4284" y="87513"/>
                </a:lnTo>
                <a:lnTo>
                  <a:pt x="4284" y="89021"/>
                </a:lnTo>
                <a:lnTo>
                  <a:pt x="4284" y="90530"/>
                </a:lnTo>
                <a:lnTo>
                  <a:pt x="4601" y="92039"/>
                </a:lnTo>
                <a:lnTo>
                  <a:pt x="4601" y="93548"/>
                </a:lnTo>
                <a:lnTo>
                  <a:pt x="4601" y="95057"/>
                </a:lnTo>
                <a:lnTo>
                  <a:pt x="4601" y="96566"/>
                </a:lnTo>
                <a:lnTo>
                  <a:pt x="5077" y="98074"/>
                </a:lnTo>
                <a:lnTo>
                  <a:pt x="5077" y="99495"/>
                </a:lnTo>
                <a:lnTo>
                  <a:pt x="5077" y="101003"/>
                </a:lnTo>
                <a:lnTo>
                  <a:pt x="5077" y="102779"/>
                </a:lnTo>
                <a:lnTo>
                  <a:pt x="5077" y="104021"/>
                </a:lnTo>
                <a:lnTo>
                  <a:pt x="5077" y="105530"/>
                </a:lnTo>
                <a:lnTo>
                  <a:pt x="5077" y="107216"/>
                </a:lnTo>
                <a:lnTo>
                  <a:pt x="5077" y="108548"/>
                </a:lnTo>
                <a:lnTo>
                  <a:pt x="5077" y="110056"/>
                </a:lnTo>
                <a:lnTo>
                  <a:pt x="5077" y="111743"/>
                </a:lnTo>
                <a:lnTo>
                  <a:pt x="5395" y="113252"/>
                </a:lnTo>
                <a:lnTo>
                  <a:pt x="5395" y="114583"/>
                </a:lnTo>
                <a:lnTo>
                  <a:pt x="5395" y="116269"/>
                </a:lnTo>
                <a:lnTo>
                  <a:pt x="5395" y="117778"/>
                </a:lnTo>
                <a:lnTo>
                  <a:pt x="5395" y="119287"/>
                </a:lnTo>
                <a:lnTo>
                  <a:pt x="5871" y="120796"/>
                </a:lnTo>
                <a:lnTo>
                  <a:pt x="5871" y="122305"/>
                </a:lnTo>
                <a:lnTo>
                  <a:pt x="5871" y="123991"/>
                </a:lnTo>
                <a:lnTo>
                  <a:pt x="5871" y="125234"/>
                </a:lnTo>
                <a:lnTo>
                  <a:pt x="6188" y="126743"/>
                </a:lnTo>
                <a:lnTo>
                  <a:pt x="6188" y="128518"/>
                </a:lnTo>
                <a:lnTo>
                  <a:pt x="6188" y="129760"/>
                </a:lnTo>
                <a:lnTo>
                  <a:pt x="6188" y="131447"/>
                </a:lnTo>
                <a:lnTo>
                  <a:pt x="6188" y="132955"/>
                </a:lnTo>
                <a:lnTo>
                  <a:pt x="6506" y="134464"/>
                </a:lnTo>
                <a:lnTo>
                  <a:pt x="6506" y="135973"/>
                </a:lnTo>
                <a:lnTo>
                  <a:pt x="6506" y="137482"/>
                </a:lnTo>
                <a:lnTo>
                  <a:pt x="6506" y="139168"/>
                </a:lnTo>
                <a:lnTo>
                  <a:pt x="6506" y="140500"/>
                </a:lnTo>
                <a:lnTo>
                  <a:pt x="6982" y="142186"/>
                </a:lnTo>
                <a:lnTo>
                  <a:pt x="6982" y="143695"/>
                </a:lnTo>
                <a:lnTo>
                  <a:pt x="6982" y="145204"/>
                </a:lnTo>
                <a:lnTo>
                  <a:pt x="6982" y="146713"/>
                </a:lnTo>
                <a:lnTo>
                  <a:pt x="6982" y="148399"/>
                </a:lnTo>
                <a:lnTo>
                  <a:pt x="7299" y="149908"/>
                </a:lnTo>
                <a:lnTo>
                  <a:pt x="7299" y="151417"/>
                </a:lnTo>
                <a:lnTo>
                  <a:pt x="7299" y="152925"/>
                </a:lnTo>
                <a:lnTo>
                  <a:pt x="7299" y="154612"/>
                </a:lnTo>
                <a:lnTo>
                  <a:pt x="7299" y="155943"/>
                </a:lnTo>
                <a:lnTo>
                  <a:pt x="7299" y="157629"/>
                </a:lnTo>
                <a:lnTo>
                  <a:pt x="7299" y="159138"/>
                </a:lnTo>
                <a:lnTo>
                  <a:pt x="7299" y="160647"/>
                </a:lnTo>
                <a:lnTo>
                  <a:pt x="7299" y="162156"/>
                </a:lnTo>
                <a:lnTo>
                  <a:pt x="7775" y="163842"/>
                </a:lnTo>
                <a:lnTo>
                  <a:pt x="7775" y="165351"/>
                </a:lnTo>
                <a:lnTo>
                  <a:pt x="7775" y="166860"/>
                </a:lnTo>
                <a:lnTo>
                  <a:pt x="7775" y="168546"/>
                </a:lnTo>
                <a:lnTo>
                  <a:pt x="7775" y="169878"/>
                </a:lnTo>
                <a:lnTo>
                  <a:pt x="8093" y="171564"/>
                </a:lnTo>
                <a:lnTo>
                  <a:pt x="8093" y="173073"/>
                </a:lnTo>
                <a:lnTo>
                  <a:pt x="8093" y="174759"/>
                </a:lnTo>
                <a:lnTo>
                  <a:pt x="8093" y="176268"/>
                </a:lnTo>
                <a:lnTo>
                  <a:pt x="8093" y="177777"/>
                </a:lnTo>
                <a:lnTo>
                  <a:pt x="8410" y="179552"/>
                </a:lnTo>
                <a:lnTo>
                  <a:pt x="8410" y="180795"/>
                </a:lnTo>
                <a:lnTo>
                  <a:pt x="8410" y="182481"/>
                </a:lnTo>
                <a:lnTo>
                  <a:pt x="8410" y="184256"/>
                </a:lnTo>
                <a:lnTo>
                  <a:pt x="8886" y="185499"/>
                </a:lnTo>
                <a:lnTo>
                  <a:pt x="8886" y="187274"/>
                </a:lnTo>
                <a:lnTo>
                  <a:pt x="8886" y="188960"/>
                </a:lnTo>
                <a:lnTo>
                  <a:pt x="8886" y="190203"/>
                </a:lnTo>
                <a:lnTo>
                  <a:pt x="8886" y="191978"/>
                </a:lnTo>
                <a:lnTo>
                  <a:pt x="9203" y="193664"/>
                </a:lnTo>
                <a:lnTo>
                  <a:pt x="9203" y="194996"/>
                </a:lnTo>
                <a:lnTo>
                  <a:pt x="9203" y="196682"/>
                </a:lnTo>
                <a:lnTo>
                  <a:pt x="9203" y="198368"/>
                </a:lnTo>
                <a:lnTo>
                  <a:pt x="9203" y="199700"/>
                </a:lnTo>
                <a:lnTo>
                  <a:pt x="9203" y="201386"/>
                </a:lnTo>
                <a:lnTo>
                  <a:pt x="9203" y="203072"/>
                </a:lnTo>
                <a:lnTo>
                  <a:pt x="9203" y="204404"/>
                </a:lnTo>
                <a:lnTo>
                  <a:pt x="9203" y="206090"/>
                </a:lnTo>
                <a:lnTo>
                  <a:pt x="9203" y="207776"/>
                </a:lnTo>
                <a:lnTo>
                  <a:pt x="9679" y="209108"/>
                </a:lnTo>
                <a:lnTo>
                  <a:pt x="9679" y="210794"/>
                </a:lnTo>
                <a:lnTo>
                  <a:pt x="9679" y="212569"/>
                </a:lnTo>
                <a:lnTo>
                  <a:pt x="9679" y="214078"/>
                </a:lnTo>
                <a:lnTo>
                  <a:pt x="9997" y="215498"/>
                </a:lnTo>
                <a:lnTo>
                  <a:pt x="9997" y="217273"/>
                </a:lnTo>
                <a:lnTo>
                  <a:pt x="9997" y="218782"/>
                </a:lnTo>
                <a:lnTo>
                  <a:pt x="9997" y="220468"/>
                </a:lnTo>
                <a:lnTo>
                  <a:pt x="9997" y="221977"/>
                </a:lnTo>
                <a:lnTo>
                  <a:pt x="10314" y="223486"/>
                </a:lnTo>
                <a:lnTo>
                  <a:pt x="10314" y="225173"/>
                </a:lnTo>
                <a:lnTo>
                  <a:pt x="10314" y="226681"/>
                </a:lnTo>
                <a:lnTo>
                  <a:pt x="10314" y="228190"/>
                </a:lnTo>
                <a:lnTo>
                  <a:pt x="10314" y="229877"/>
                </a:lnTo>
                <a:lnTo>
                  <a:pt x="10790" y="231385"/>
                </a:lnTo>
                <a:lnTo>
                  <a:pt x="10790" y="233161"/>
                </a:lnTo>
                <a:lnTo>
                  <a:pt x="10790" y="234581"/>
                </a:lnTo>
                <a:lnTo>
                  <a:pt x="10790" y="236089"/>
                </a:lnTo>
                <a:lnTo>
                  <a:pt x="10790" y="237865"/>
                </a:lnTo>
                <a:lnTo>
                  <a:pt x="11108" y="239551"/>
                </a:lnTo>
                <a:lnTo>
                  <a:pt x="11108" y="241060"/>
                </a:lnTo>
                <a:lnTo>
                  <a:pt x="11108" y="242569"/>
                </a:lnTo>
                <a:lnTo>
                  <a:pt x="11108" y="244255"/>
                </a:lnTo>
                <a:lnTo>
                  <a:pt x="11584" y="245764"/>
                </a:lnTo>
                <a:lnTo>
                  <a:pt x="11584" y="247450"/>
                </a:lnTo>
                <a:lnTo>
                  <a:pt x="11584" y="248959"/>
                </a:lnTo>
                <a:lnTo>
                  <a:pt x="11584" y="250734"/>
                </a:lnTo>
                <a:lnTo>
                  <a:pt x="11584" y="252243"/>
                </a:lnTo>
                <a:lnTo>
                  <a:pt x="11584" y="253663"/>
                </a:lnTo>
                <a:lnTo>
                  <a:pt x="11584" y="255438"/>
                </a:lnTo>
                <a:lnTo>
                  <a:pt x="11584" y="257125"/>
                </a:lnTo>
                <a:lnTo>
                  <a:pt x="11584" y="258633"/>
                </a:lnTo>
                <a:lnTo>
                  <a:pt x="11584" y="260320"/>
                </a:lnTo>
                <a:lnTo>
                  <a:pt x="11901" y="262095"/>
                </a:lnTo>
                <a:lnTo>
                  <a:pt x="11901" y="263337"/>
                </a:lnTo>
                <a:lnTo>
                  <a:pt x="11901" y="265113"/>
                </a:lnTo>
                <a:lnTo>
                  <a:pt x="11901" y="266799"/>
                </a:lnTo>
                <a:lnTo>
                  <a:pt x="11901" y="268308"/>
                </a:lnTo>
                <a:lnTo>
                  <a:pt x="12377" y="269994"/>
                </a:lnTo>
                <a:lnTo>
                  <a:pt x="12377" y="271503"/>
                </a:lnTo>
                <a:lnTo>
                  <a:pt x="12377" y="273189"/>
                </a:lnTo>
                <a:lnTo>
                  <a:pt x="12377" y="274964"/>
                </a:lnTo>
                <a:lnTo>
                  <a:pt x="12694" y="276473"/>
                </a:lnTo>
                <a:lnTo>
                  <a:pt x="12694" y="278160"/>
                </a:lnTo>
                <a:lnTo>
                  <a:pt x="12694" y="279668"/>
                </a:lnTo>
                <a:lnTo>
                  <a:pt x="12694" y="281177"/>
                </a:lnTo>
                <a:lnTo>
                  <a:pt x="12694" y="282864"/>
                </a:lnTo>
                <a:lnTo>
                  <a:pt x="13012" y="284550"/>
                </a:lnTo>
                <a:lnTo>
                  <a:pt x="13012" y="286059"/>
                </a:lnTo>
                <a:lnTo>
                  <a:pt x="13012" y="287834"/>
                </a:lnTo>
                <a:lnTo>
                  <a:pt x="13012" y="289343"/>
                </a:lnTo>
                <a:lnTo>
                  <a:pt x="13012" y="291029"/>
                </a:lnTo>
                <a:lnTo>
                  <a:pt x="13488" y="292716"/>
                </a:lnTo>
                <a:lnTo>
                  <a:pt x="13488" y="294224"/>
                </a:lnTo>
                <a:lnTo>
                  <a:pt x="13488" y="295911"/>
                </a:lnTo>
                <a:lnTo>
                  <a:pt x="13488" y="297420"/>
                </a:lnTo>
                <a:lnTo>
                  <a:pt x="13488" y="299195"/>
                </a:lnTo>
                <a:lnTo>
                  <a:pt x="13488" y="300881"/>
                </a:lnTo>
                <a:lnTo>
                  <a:pt x="13488" y="302390"/>
                </a:lnTo>
                <a:lnTo>
                  <a:pt x="13488" y="304076"/>
                </a:lnTo>
                <a:lnTo>
                  <a:pt x="13488" y="305851"/>
                </a:lnTo>
              </a:path>
            </a:pathLst>
          </a:custGeom>
          <a:ln w="195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665456" y="2660398"/>
            <a:ext cx="13805" cy="333632"/>
          </a:xfrm>
          <a:custGeom>
            <a:avLst/>
            <a:gdLst/>
            <a:ahLst/>
            <a:cxnLst/>
            <a:rect l="l" t="t" r="r" b="b"/>
            <a:pathLst>
              <a:path w="13805" h="333632">
                <a:moveTo>
                  <a:pt x="0" y="0"/>
                </a:moveTo>
                <a:lnTo>
                  <a:pt x="317" y="1420"/>
                </a:lnTo>
                <a:lnTo>
                  <a:pt x="317" y="3195"/>
                </a:lnTo>
                <a:lnTo>
                  <a:pt x="317" y="4704"/>
                </a:lnTo>
                <a:lnTo>
                  <a:pt x="317" y="6390"/>
                </a:lnTo>
                <a:lnTo>
                  <a:pt x="317" y="8076"/>
                </a:lnTo>
                <a:lnTo>
                  <a:pt x="793" y="9585"/>
                </a:lnTo>
                <a:lnTo>
                  <a:pt x="793" y="11360"/>
                </a:lnTo>
                <a:lnTo>
                  <a:pt x="793" y="12780"/>
                </a:lnTo>
                <a:lnTo>
                  <a:pt x="793" y="14555"/>
                </a:lnTo>
                <a:lnTo>
                  <a:pt x="793" y="16242"/>
                </a:lnTo>
                <a:lnTo>
                  <a:pt x="1110" y="17751"/>
                </a:lnTo>
                <a:lnTo>
                  <a:pt x="1110" y="19437"/>
                </a:lnTo>
                <a:lnTo>
                  <a:pt x="1110" y="21212"/>
                </a:lnTo>
                <a:lnTo>
                  <a:pt x="1110" y="22721"/>
                </a:lnTo>
                <a:lnTo>
                  <a:pt x="1110" y="24407"/>
                </a:lnTo>
                <a:lnTo>
                  <a:pt x="1428" y="25916"/>
                </a:lnTo>
                <a:lnTo>
                  <a:pt x="1428" y="27602"/>
                </a:lnTo>
                <a:lnTo>
                  <a:pt x="1428" y="29378"/>
                </a:lnTo>
                <a:lnTo>
                  <a:pt x="1428" y="30798"/>
                </a:lnTo>
                <a:lnTo>
                  <a:pt x="1904" y="32573"/>
                </a:lnTo>
                <a:lnTo>
                  <a:pt x="1904" y="34082"/>
                </a:lnTo>
                <a:lnTo>
                  <a:pt x="1904" y="35768"/>
                </a:lnTo>
                <a:lnTo>
                  <a:pt x="1904" y="37454"/>
                </a:lnTo>
                <a:lnTo>
                  <a:pt x="1904" y="38963"/>
                </a:lnTo>
                <a:lnTo>
                  <a:pt x="2221" y="40916"/>
                </a:lnTo>
                <a:lnTo>
                  <a:pt x="2221" y="42425"/>
                </a:lnTo>
                <a:lnTo>
                  <a:pt x="2221" y="44111"/>
                </a:lnTo>
                <a:lnTo>
                  <a:pt x="2221" y="45886"/>
                </a:lnTo>
                <a:lnTo>
                  <a:pt x="2221" y="47306"/>
                </a:lnTo>
                <a:lnTo>
                  <a:pt x="2221" y="49081"/>
                </a:lnTo>
                <a:lnTo>
                  <a:pt x="2221" y="50768"/>
                </a:lnTo>
                <a:lnTo>
                  <a:pt x="2221" y="52277"/>
                </a:lnTo>
                <a:lnTo>
                  <a:pt x="2221" y="53963"/>
                </a:lnTo>
                <a:lnTo>
                  <a:pt x="2221" y="55472"/>
                </a:lnTo>
                <a:lnTo>
                  <a:pt x="2697" y="57247"/>
                </a:lnTo>
                <a:lnTo>
                  <a:pt x="2697" y="58933"/>
                </a:lnTo>
                <a:lnTo>
                  <a:pt x="2697" y="60620"/>
                </a:lnTo>
                <a:lnTo>
                  <a:pt x="2697" y="62395"/>
                </a:lnTo>
                <a:lnTo>
                  <a:pt x="3015" y="63815"/>
                </a:lnTo>
                <a:lnTo>
                  <a:pt x="3015" y="65590"/>
                </a:lnTo>
                <a:lnTo>
                  <a:pt x="3015" y="67276"/>
                </a:lnTo>
                <a:lnTo>
                  <a:pt x="3015" y="68785"/>
                </a:lnTo>
                <a:lnTo>
                  <a:pt x="3015" y="70471"/>
                </a:lnTo>
                <a:lnTo>
                  <a:pt x="3491" y="72247"/>
                </a:lnTo>
                <a:lnTo>
                  <a:pt x="3491" y="73933"/>
                </a:lnTo>
                <a:lnTo>
                  <a:pt x="3491" y="75442"/>
                </a:lnTo>
                <a:lnTo>
                  <a:pt x="3491" y="77128"/>
                </a:lnTo>
                <a:lnTo>
                  <a:pt x="3491" y="78903"/>
                </a:lnTo>
                <a:lnTo>
                  <a:pt x="3808" y="80323"/>
                </a:lnTo>
                <a:lnTo>
                  <a:pt x="3808" y="82276"/>
                </a:lnTo>
                <a:lnTo>
                  <a:pt x="3808" y="83785"/>
                </a:lnTo>
                <a:lnTo>
                  <a:pt x="3808" y="85471"/>
                </a:lnTo>
                <a:lnTo>
                  <a:pt x="3808" y="87246"/>
                </a:lnTo>
                <a:lnTo>
                  <a:pt x="4125" y="88755"/>
                </a:lnTo>
                <a:lnTo>
                  <a:pt x="4125" y="90441"/>
                </a:lnTo>
                <a:lnTo>
                  <a:pt x="4125" y="92128"/>
                </a:lnTo>
                <a:lnTo>
                  <a:pt x="4125" y="93903"/>
                </a:lnTo>
                <a:lnTo>
                  <a:pt x="4125" y="95589"/>
                </a:lnTo>
                <a:lnTo>
                  <a:pt x="4125" y="97098"/>
                </a:lnTo>
                <a:lnTo>
                  <a:pt x="4125" y="98785"/>
                </a:lnTo>
                <a:lnTo>
                  <a:pt x="4125" y="100293"/>
                </a:lnTo>
                <a:lnTo>
                  <a:pt x="4125" y="102246"/>
                </a:lnTo>
                <a:lnTo>
                  <a:pt x="4601" y="103755"/>
                </a:lnTo>
                <a:lnTo>
                  <a:pt x="4601" y="105441"/>
                </a:lnTo>
                <a:lnTo>
                  <a:pt x="4601" y="107128"/>
                </a:lnTo>
                <a:lnTo>
                  <a:pt x="4601" y="108636"/>
                </a:lnTo>
                <a:lnTo>
                  <a:pt x="4601" y="110589"/>
                </a:lnTo>
                <a:lnTo>
                  <a:pt x="4919" y="112098"/>
                </a:lnTo>
                <a:lnTo>
                  <a:pt x="4919" y="113784"/>
                </a:lnTo>
                <a:lnTo>
                  <a:pt x="4919" y="115559"/>
                </a:lnTo>
                <a:lnTo>
                  <a:pt x="4919" y="117246"/>
                </a:lnTo>
                <a:lnTo>
                  <a:pt x="4919" y="118932"/>
                </a:lnTo>
                <a:lnTo>
                  <a:pt x="5395" y="120441"/>
                </a:lnTo>
                <a:lnTo>
                  <a:pt x="5395" y="122216"/>
                </a:lnTo>
                <a:lnTo>
                  <a:pt x="5395" y="123902"/>
                </a:lnTo>
                <a:lnTo>
                  <a:pt x="5395" y="125589"/>
                </a:lnTo>
                <a:lnTo>
                  <a:pt x="5712" y="127364"/>
                </a:lnTo>
                <a:lnTo>
                  <a:pt x="5712" y="128784"/>
                </a:lnTo>
                <a:lnTo>
                  <a:pt x="5712" y="130559"/>
                </a:lnTo>
                <a:lnTo>
                  <a:pt x="5712" y="132245"/>
                </a:lnTo>
                <a:lnTo>
                  <a:pt x="5712" y="133932"/>
                </a:lnTo>
                <a:lnTo>
                  <a:pt x="6030" y="135707"/>
                </a:lnTo>
                <a:lnTo>
                  <a:pt x="6030" y="137216"/>
                </a:lnTo>
                <a:lnTo>
                  <a:pt x="6030" y="139080"/>
                </a:lnTo>
                <a:lnTo>
                  <a:pt x="6030" y="140588"/>
                </a:lnTo>
                <a:lnTo>
                  <a:pt x="6030" y="142364"/>
                </a:lnTo>
                <a:lnTo>
                  <a:pt x="6030" y="144050"/>
                </a:lnTo>
                <a:lnTo>
                  <a:pt x="6030" y="145736"/>
                </a:lnTo>
                <a:lnTo>
                  <a:pt x="6030" y="147511"/>
                </a:lnTo>
                <a:lnTo>
                  <a:pt x="6030" y="149020"/>
                </a:lnTo>
                <a:lnTo>
                  <a:pt x="6030" y="150707"/>
                </a:lnTo>
                <a:lnTo>
                  <a:pt x="6506" y="152393"/>
                </a:lnTo>
                <a:lnTo>
                  <a:pt x="6506" y="154168"/>
                </a:lnTo>
                <a:lnTo>
                  <a:pt x="6506" y="155854"/>
                </a:lnTo>
                <a:lnTo>
                  <a:pt x="6506" y="157363"/>
                </a:lnTo>
                <a:lnTo>
                  <a:pt x="6823" y="159316"/>
                </a:lnTo>
                <a:lnTo>
                  <a:pt x="6823" y="160736"/>
                </a:lnTo>
                <a:lnTo>
                  <a:pt x="6823" y="162511"/>
                </a:lnTo>
                <a:lnTo>
                  <a:pt x="6823" y="164197"/>
                </a:lnTo>
                <a:lnTo>
                  <a:pt x="6823" y="165884"/>
                </a:lnTo>
                <a:lnTo>
                  <a:pt x="7299" y="167659"/>
                </a:lnTo>
                <a:lnTo>
                  <a:pt x="7299" y="169168"/>
                </a:lnTo>
                <a:lnTo>
                  <a:pt x="7299" y="171032"/>
                </a:lnTo>
                <a:lnTo>
                  <a:pt x="7299" y="172540"/>
                </a:lnTo>
                <a:lnTo>
                  <a:pt x="7299" y="174316"/>
                </a:lnTo>
                <a:lnTo>
                  <a:pt x="7616" y="176002"/>
                </a:lnTo>
                <a:lnTo>
                  <a:pt x="7616" y="177688"/>
                </a:lnTo>
                <a:lnTo>
                  <a:pt x="7616" y="179463"/>
                </a:lnTo>
                <a:lnTo>
                  <a:pt x="7616" y="180972"/>
                </a:lnTo>
                <a:lnTo>
                  <a:pt x="7616" y="182836"/>
                </a:lnTo>
                <a:lnTo>
                  <a:pt x="8093" y="184345"/>
                </a:lnTo>
                <a:lnTo>
                  <a:pt x="8093" y="186120"/>
                </a:lnTo>
                <a:lnTo>
                  <a:pt x="8093" y="187806"/>
                </a:lnTo>
                <a:lnTo>
                  <a:pt x="8093" y="189493"/>
                </a:lnTo>
                <a:lnTo>
                  <a:pt x="8093" y="191268"/>
                </a:lnTo>
                <a:lnTo>
                  <a:pt x="8410" y="192954"/>
                </a:lnTo>
                <a:lnTo>
                  <a:pt x="8410" y="194641"/>
                </a:lnTo>
                <a:lnTo>
                  <a:pt x="8410" y="196149"/>
                </a:lnTo>
                <a:lnTo>
                  <a:pt x="8410" y="197836"/>
                </a:lnTo>
                <a:lnTo>
                  <a:pt x="8410" y="199611"/>
                </a:lnTo>
                <a:lnTo>
                  <a:pt x="8410" y="201297"/>
                </a:lnTo>
                <a:lnTo>
                  <a:pt x="8410" y="202984"/>
                </a:lnTo>
                <a:lnTo>
                  <a:pt x="8410" y="204759"/>
                </a:lnTo>
                <a:lnTo>
                  <a:pt x="8410" y="206445"/>
                </a:lnTo>
                <a:lnTo>
                  <a:pt x="8727" y="207954"/>
                </a:lnTo>
                <a:lnTo>
                  <a:pt x="8727" y="209907"/>
                </a:lnTo>
                <a:lnTo>
                  <a:pt x="8727" y="211415"/>
                </a:lnTo>
                <a:lnTo>
                  <a:pt x="8727" y="213102"/>
                </a:lnTo>
                <a:lnTo>
                  <a:pt x="8727" y="214788"/>
                </a:lnTo>
                <a:lnTo>
                  <a:pt x="9203" y="216563"/>
                </a:lnTo>
                <a:lnTo>
                  <a:pt x="9203" y="218250"/>
                </a:lnTo>
                <a:lnTo>
                  <a:pt x="9203" y="219936"/>
                </a:lnTo>
                <a:lnTo>
                  <a:pt x="9203" y="221711"/>
                </a:lnTo>
                <a:lnTo>
                  <a:pt x="9203" y="223131"/>
                </a:lnTo>
                <a:lnTo>
                  <a:pt x="9521" y="225084"/>
                </a:lnTo>
                <a:lnTo>
                  <a:pt x="9521" y="226593"/>
                </a:lnTo>
                <a:lnTo>
                  <a:pt x="9521" y="228279"/>
                </a:lnTo>
                <a:lnTo>
                  <a:pt x="9521" y="230232"/>
                </a:lnTo>
                <a:lnTo>
                  <a:pt x="9997" y="231740"/>
                </a:lnTo>
                <a:lnTo>
                  <a:pt x="9997" y="233427"/>
                </a:lnTo>
                <a:lnTo>
                  <a:pt x="9997" y="235202"/>
                </a:lnTo>
                <a:lnTo>
                  <a:pt x="9997" y="236888"/>
                </a:lnTo>
                <a:lnTo>
                  <a:pt x="9997" y="238397"/>
                </a:lnTo>
                <a:lnTo>
                  <a:pt x="10314" y="240350"/>
                </a:lnTo>
                <a:lnTo>
                  <a:pt x="10314" y="242036"/>
                </a:lnTo>
                <a:lnTo>
                  <a:pt x="10314" y="243545"/>
                </a:lnTo>
                <a:lnTo>
                  <a:pt x="10314" y="245498"/>
                </a:lnTo>
                <a:lnTo>
                  <a:pt x="10314" y="247006"/>
                </a:lnTo>
                <a:lnTo>
                  <a:pt x="10314" y="248870"/>
                </a:lnTo>
                <a:lnTo>
                  <a:pt x="10314" y="250379"/>
                </a:lnTo>
                <a:lnTo>
                  <a:pt x="10314" y="252154"/>
                </a:lnTo>
                <a:lnTo>
                  <a:pt x="10314" y="253841"/>
                </a:lnTo>
                <a:lnTo>
                  <a:pt x="10314" y="255527"/>
                </a:lnTo>
                <a:lnTo>
                  <a:pt x="10631" y="257302"/>
                </a:lnTo>
                <a:lnTo>
                  <a:pt x="10631" y="258988"/>
                </a:lnTo>
                <a:lnTo>
                  <a:pt x="10631" y="260675"/>
                </a:lnTo>
                <a:lnTo>
                  <a:pt x="10631" y="262184"/>
                </a:lnTo>
                <a:lnTo>
                  <a:pt x="11108" y="264136"/>
                </a:lnTo>
                <a:lnTo>
                  <a:pt x="11108" y="265645"/>
                </a:lnTo>
                <a:lnTo>
                  <a:pt x="11108" y="267331"/>
                </a:lnTo>
                <a:lnTo>
                  <a:pt x="11108" y="269018"/>
                </a:lnTo>
                <a:lnTo>
                  <a:pt x="11108" y="270793"/>
                </a:lnTo>
                <a:lnTo>
                  <a:pt x="11425" y="272746"/>
                </a:lnTo>
                <a:lnTo>
                  <a:pt x="11425" y="274166"/>
                </a:lnTo>
                <a:lnTo>
                  <a:pt x="11425" y="275941"/>
                </a:lnTo>
                <a:lnTo>
                  <a:pt x="11425" y="277627"/>
                </a:lnTo>
                <a:lnTo>
                  <a:pt x="11425" y="279313"/>
                </a:lnTo>
                <a:lnTo>
                  <a:pt x="11901" y="280822"/>
                </a:lnTo>
                <a:lnTo>
                  <a:pt x="11901" y="282775"/>
                </a:lnTo>
                <a:lnTo>
                  <a:pt x="11901" y="284461"/>
                </a:lnTo>
                <a:lnTo>
                  <a:pt x="11901" y="285970"/>
                </a:lnTo>
                <a:lnTo>
                  <a:pt x="11901" y="287923"/>
                </a:lnTo>
                <a:lnTo>
                  <a:pt x="12218" y="289432"/>
                </a:lnTo>
                <a:lnTo>
                  <a:pt x="12218" y="291118"/>
                </a:lnTo>
                <a:lnTo>
                  <a:pt x="12218" y="292627"/>
                </a:lnTo>
                <a:lnTo>
                  <a:pt x="12218" y="294402"/>
                </a:lnTo>
                <a:lnTo>
                  <a:pt x="12536" y="296266"/>
                </a:lnTo>
                <a:lnTo>
                  <a:pt x="12536" y="297775"/>
                </a:lnTo>
                <a:lnTo>
                  <a:pt x="12536" y="299550"/>
                </a:lnTo>
                <a:lnTo>
                  <a:pt x="12536" y="301236"/>
                </a:lnTo>
                <a:lnTo>
                  <a:pt x="12536" y="302922"/>
                </a:lnTo>
                <a:lnTo>
                  <a:pt x="12536" y="304698"/>
                </a:lnTo>
                <a:lnTo>
                  <a:pt x="12536" y="306384"/>
                </a:lnTo>
                <a:lnTo>
                  <a:pt x="12536" y="308070"/>
                </a:lnTo>
                <a:lnTo>
                  <a:pt x="12536" y="309757"/>
                </a:lnTo>
                <a:lnTo>
                  <a:pt x="12536" y="311532"/>
                </a:lnTo>
                <a:lnTo>
                  <a:pt x="13012" y="313041"/>
                </a:lnTo>
                <a:lnTo>
                  <a:pt x="13012" y="314904"/>
                </a:lnTo>
                <a:lnTo>
                  <a:pt x="13012" y="316413"/>
                </a:lnTo>
                <a:lnTo>
                  <a:pt x="13012" y="318188"/>
                </a:lnTo>
                <a:lnTo>
                  <a:pt x="13012" y="319875"/>
                </a:lnTo>
                <a:lnTo>
                  <a:pt x="13329" y="321561"/>
                </a:lnTo>
                <a:lnTo>
                  <a:pt x="13329" y="323514"/>
                </a:lnTo>
                <a:lnTo>
                  <a:pt x="13329" y="325023"/>
                </a:lnTo>
                <a:lnTo>
                  <a:pt x="13329" y="326709"/>
                </a:lnTo>
                <a:lnTo>
                  <a:pt x="13805" y="328484"/>
                </a:lnTo>
                <a:lnTo>
                  <a:pt x="13805" y="330170"/>
                </a:lnTo>
                <a:lnTo>
                  <a:pt x="13805" y="331679"/>
                </a:lnTo>
                <a:lnTo>
                  <a:pt x="13805" y="333632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679262" y="2994031"/>
            <a:ext cx="13329" cy="332567"/>
          </a:xfrm>
          <a:custGeom>
            <a:avLst/>
            <a:gdLst/>
            <a:ahLst/>
            <a:cxnLst/>
            <a:rect l="l" t="t" r="r" b="b"/>
            <a:pathLst>
              <a:path w="13329" h="332567">
                <a:moveTo>
                  <a:pt x="0" y="0"/>
                </a:moveTo>
                <a:lnTo>
                  <a:pt x="0" y="1686"/>
                </a:lnTo>
                <a:lnTo>
                  <a:pt x="317" y="3372"/>
                </a:lnTo>
                <a:lnTo>
                  <a:pt x="317" y="5147"/>
                </a:lnTo>
                <a:lnTo>
                  <a:pt x="317" y="6656"/>
                </a:lnTo>
                <a:lnTo>
                  <a:pt x="317" y="8520"/>
                </a:lnTo>
                <a:lnTo>
                  <a:pt x="317" y="10029"/>
                </a:lnTo>
                <a:lnTo>
                  <a:pt x="793" y="11804"/>
                </a:lnTo>
                <a:lnTo>
                  <a:pt x="793" y="13490"/>
                </a:lnTo>
                <a:lnTo>
                  <a:pt x="793" y="15177"/>
                </a:lnTo>
                <a:lnTo>
                  <a:pt x="793" y="16952"/>
                </a:lnTo>
                <a:lnTo>
                  <a:pt x="793" y="18638"/>
                </a:lnTo>
                <a:lnTo>
                  <a:pt x="793" y="20325"/>
                </a:lnTo>
                <a:lnTo>
                  <a:pt x="793" y="22011"/>
                </a:lnTo>
                <a:lnTo>
                  <a:pt x="793" y="23786"/>
                </a:lnTo>
                <a:lnTo>
                  <a:pt x="793" y="25295"/>
                </a:lnTo>
                <a:lnTo>
                  <a:pt x="1110" y="27159"/>
                </a:lnTo>
                <a:lnTo>
                  <a:pt x="1110" y="28668"/>
                </a:lnTo>
                <a:lnTo>
                  <a:pt x="1110" y="30443"/>
                </a:lnTo>
                <a:lnTo>
                  <a:pt x="1110" y="32307"/>
                </a:lnTo>
                <a:lnTo>
                  <a:pt x="1110" y="33815"/>
                </a:lnTo>
                <a:lnTo>
                  <a:pt x="1428" y="35768"/>
                </a:lnTo>
                <a:lnTo>
                  <a:pt x="1428" y="37277"/>
                </a:lnTo>
                <a:lnTo>
                  <a:pt x="1428" y="38963"/>
                </a:lnTo>
                <a:lnTo>
                  <a:pt x="1428" y="40738"/>
                </a:lnTo>
                <a:lnTo>
                  <a:pt x="1428" y="42425"/>
                </a:lnTo>
                <a:lnTo>
                  <a:pt x="1904" y="44111"/>
                </a:lnTo>
                <a:lnTo>
                  <a:pt x="1904" y="45886"/>
                </a:lnTo>
                <a:lnTo>
                  <a:pt x="1904" y="47573"/>
                </a:lnTo>
                <a:lnTo>
                  <a:pt x="1904" y="49081"/>
                </a:lnTo>
                <a:lnTo>
                  <a:pt x="1904" y="51034"/>
                </a:lnTo>
                <a:lnTo>
                  <a:pt x="2221" y="52543"/>
                </a:lnTo>
                <a:lnTo>
                  <a:pt x="2221" y="54229"/>
                </a:lnTo>
                <a:lnTo>
                  <a:pt x="2221" y="55916"/>
                </a:lnTo>
                <a:lnTo>
                  <a:pt x="2221" y="57691"/>
                </a:lnTo>
                <a:lnTo>
                  <a:pt x="2697" y="59555"/>
                </a:lnTo>
                <a:lnTo>
                  <a:pt x="2697" y="61063"/>
                </a:lnTo>
                <a:lnTo>
                  <a:pt x="2697" y="62838"/>
                </a:lnTo>
                <a:lnTo>
                  <a:pt x="2697" y="64525"/>
                </a:lnTo>
                <a:lnTo>
                  <a:pt x="2697" y="66211"/>
                </a:lnTo>
                <a:lnTo>
                  <a:pt x="3015" y="67720"/>
                </a:lnTo>
                <a:lnTo>
                  <a:pt x="3015" y="69673"/>
                </a:lnTo>
                <a:lnTo>
                  <a:pt x="3015" y="71359"/>
                </a:lnTo>
                <a:lnTo>
                  <a:pt x="3015" y="72868"/>
                </a:lnTo>
                <a:lnTo>
                  <a:pt x="3015" y="74820"/>
                </a:lnTo>
                <a:lnTo>
                  <a:pt x="3015" y="76329"/>
                </a:lnTo>
                <a:lnTo>
                  <a:pt x="3015" y="78016"/>
                </a:lnTo>
                <a:lnTo>
                  <a:pt x="3015" y="79702"/>
                </a:lnTo>
                <a:lnTo>
                  <a:pt x="3015" y="81477"/>
                </a:lnTo>
                <a:lnTo>
                  <a:pt x="3015" y="83164"/>
                </a:lnTo>
                <a:lnTo>
                  <a:pt x="3332" y="84850"/>
                </a:lnTo>
                <a:lnTo>
                  <a:pt x="3332" y="86625"/>
                </a:lnTo>
                <a:lnTo>
                  <a:pt x="3332" y="88134"/>
                </a:lnTo>
                <a:lnTo>
                  <a:pt x="3332" y="89998"/>
                </a:lnTo>
                <a:lnTo>
                  <a:pt x="3808" y="91507"/>
                </a:lnTo>
                <a:lnTo>
                  <a:pt x="3808" y="93282"/>
                </a:lnTo>
                <a:lnTo>
                  <a:pt x="3808" y="94968"/>
                </a:lnTo>
                <a:lnTo>
                  <a:pt x="3808" y="96654"/>
                </a:lnTo>
                <a:lnTo>
                  <a:pt x="3808" y="98429"/>
                </a:lnTo>
                <a:lnTo>
                  <a:pt x="4125" y="100116"/>
                </a:lnTo>
                <a:lnTo>
                  <a:pt x="4125" y="101802"/>
                </a:lnTo>
                <a:lnTo>
                  <a:pt x="4125" y="103311"/>
                </a:lnTo>
                <a:lnTo>
                  <a:pt x="4125" y="105264"/>
                </a:lnTo>
                <a:lnTo>
                  <a:pt x="4125" y="106773"/>
                </a:lnTo>
                <a:lnTo>
                  <a:pt x="4601" y="108459"/>
                </a:lnTo>
                <a:lnTo>
                  <a:pt x="4601" y="110145"/>
                </a:lnTo>
                <a:lnTo>
                  <a:pt x="4601" y="111920"/>
                </a:lnTo>
                <a:lnTo>
                  <a:pt x="4601" y="113607"/>
                </a:lnTo>
                <a:lnTo>
                  <a:pt x="4601" y="115116"/>
                </a:lnTo>
                <a:lnTo>
                  <a:pt x="4919" y="117068"/>
                </a:lnTo>
                <a:lnTo>
                  <a:pt x="4919" y="118577"/>
                </a:lnTo>
                <a:lnTo>
                  <a:pt x="4919" y="120263"/>
                </a:lnTo>
                <a:lnTo>
                  <a:pt x="4919" y="121950"/>
                </a:lnTo>
                <a:lnTo>
                  <a:pt x="4919" y="123725"/>
                </a:lnTo>
                <a:lnTo>
                  <a:pt x="4919" y="125411"/>
                </a:lnTo>
                <a:lnTo>
                  <a:pt x="4919" y="127098"/>
                </a:lnTo>
                <a:lnTo>
                  <a:pt x="4919" y="128873"/>
                </a:lnTo>
                <a:lnTo>
                  <a:pt x="4919" y="130382"/>
                </a:lnTo>
                <a:lnTo>
                  <a:pt x="5395" y="132068"/>
                </a:lnTo>
                <a:lnTo>
                  <a:pt x="5395" y="134020"/>
                </a:lnTo>
                <a:lnTo>
                  <a:pt x="5395" y="135529"/>
                </a:lnTo>
                <a:lnTo>
                  <a:pt x="5395" y="137216"/>
                </a:lnTo>
                <a:lnTo>
                  <a:pt x="5395" y="138902"/>
                </a:lnTo>
                <a:lnTo>
                  <a:pt x="5712" y="140588"/>
                </a:lnTo>
                <a:lnTo>
                  <a:pt x="5712" y="142097"/>
                </a:lnTo>
                <a:lnTo>
                  <a:pt x="5712" y="143872"/>
                </a:lnTo>
                <a:lnTo>
                  <a:pt x="5712" y="145736"/>
                </a:lnTo>
                <a:lnTo>
                  <a:pt x="5712" y="147245"/>
                </a:lnTo>
                <a:lnTo>
                  <a:pt x="6030" y="149020"/>
                </a:lnTo>
                <a:lnTo>
                  <a:pt x="6030" y="150707"/>
                </a:lnTo>
                <a:lnTo>
                  <a:pt x="6030" y="152393"/>
                </a:lnTo>
                <a:lnTo>
                  <a:pt x="6030" y="153902"/>
                </a:lnTo>
                <a:lnTo>
                  <a:pt x="6506" y="155677"/>
                </a:lnTo>
                <a:lnTo>
                  <a:pt x="6506" y="157541"/>
                </a:lnTo>
                <a:lnTo>
                  <a:pt x="6506" y="159050"/>
                </a:lnTo>
                <a:lnTo>
                  <a:pt x="6506" y="160825"/>
                </a:lnTo>
                <a:lnTo>
                  <a:pt x="6506" y="162245"/>
                </a:lnTo>
                <a:lnTo>
                  <a:pt x="6823" y="164197"/>
                </a:lnTo>
                <a:lnTo>
                  <a:pt x="6823" y="165706"/>
                </a:lnTo>
                <a:lnTo>
                  <a:pt x="6823" y="167393"/>
                </a:lnTo>
                <a:lnTo>
                  <a:pt x="6823" y="169168"/>
                </a:lnTo>
                <a:lnTo>
                  <a:pt x="6823" y="170854"/>
                </a:lnTo>
                <a:lnTo>
                  <a:pt x="7299" y="172540"/>
                </a:lnTo>
                <a:lnTo>
                  <a:pt x="7299" y="174049"/>
                </a:lnTo>
                <a:lnTo>
                  <a:pt x="7299" y="175824"/>
                </a:lnTo>
                <a:lnTo>
                  <a:pt x="7299" y="177511"/>
                </a:lnTo>
                <a:lnTo>
                  <a:pt x="7299" y="179197"/>
                </a:lnTo>
                <a:lnTo>
                  <a:pt x="7299" y="180972"/>
                </a:lnTo>
                <a:lnTo>
                  <a:pt x="7299" y="182481"/>
                </a:lnTo>
                <a:lnTo>
                  <a:pt x="7299" y="184345"/>
                </a:lnTo>
                <a:lnTo>
                  <a:pt x="7299" y="185854"/>
                </a:lnTo>
                <a:lnTo>
                  <a:pt x="7616" y="187629"/>
                </a:lnTo>
                <a:lnTo>
                  <a:pt x="7616" y="189315"/>
                </a:lnTo>
                <a:lnTo>
                  <a:pt x="7616" y="190824"/>
                </a:lnTo>
                <a:lnTo>
                  <a:pt x="7616" y="192777"/>
                </a:lnTo>
                <a:lnTo>
                  <a:pt x="7616" y="194197"/>
                </a:lnTo>
                <a:lnTo>
                  <a:pt x="7934" y="195972"/>
                </a:lnTo>
                <a:lnTo>
                  <a:pt x="7934" y="197658"/>
                </a:lnTo>
                <a:lnTo>
                  <a:pt x="7934" y="199167"/>
                </a:lnTo>
                <a:lnTo>
                  <a:pt x="7934" y="201120"/>
                </a:lnTo>
                <a:lnTo>
                  <a:pt x="7934" y="202629"/>
                </a:lnTo>
                <a:lnTo>
                  <a:pt x="8410" y="204315"/>
                </a:lnTo>
                <a:lnTo>
                  <a:pt x="8410" y="205824"/>
                </a:lnTo>
                <a:lnTo>
                  <a:pt x="8410" y="207510"/>
                </a:lnTo>
                <a:lnTo>
                  <a:pt x="8410" y="209463"/>
                </a:lnTo>
                <a:lnTo>
                  <a:pt x="8410" y="210972"/>
                </a:lnTo>
                <a:lnTo>
                  <a:pt x="8727" y="212658"/>
                </a:lnTo>
                <a:lnTo>
                  <a:pt x="8727" y="214167"/>
                </a:lnTo>
                <a:lnTo>
                  <a:pt x="8727" y="215853"/>
                </a:lnTo>
                <a:lnTo>
                  <a:pt x="8727" y="217628"/>
                </a:lnTo>
                <a:lnTo>
                  <a:pt x="9203" y="219315"/>
                </a:lnTo>
                <a:lnTo>
                  <a:pt x="9203" y="221001"/>
                </a:lnTo>
                <a:lnTo>
                  <a:pt x="9203" y="222510"/>
                </a:lnTo>
                <a:lnTo>
                  <a:pt x="9203" y="224285"/>
                </a:lnTo>
                <a:lnTo>
                  <a:pt x="9203" y="225971"/>
                </a:lnTo>
                <a:lnTo>
                  <a:pt x="9203" y="227480"/>
                </a:lnTo>
                <a:lnTo>
                  <a:pt x="9203" y="229433"/>
                </a:lnTo>
                <a:lnTo>
                  <a:pt x="9203" y="230942"/>
                </a:lnTo>
                <a:lnTo>
                  <a:pt x="9203" y="232628"/>
                </a:lnTo>
                <a:lnTo>
                  <a:pt x="9203" y="234314"/>
                </a:lnTo>
                <a:lnTo>
                  <a:pt x="9521" y="235823"/>
                </a:lnTo>
                <a:lnTo>
                  <a:pt x="9521" y="237510"/>
                </a:lnTo>
                <a:lnTo>
                  <a:pt x="9521" y="239018"/>
                </a:lnTo>
                <a:lnTo>
                  <a:pt x="9521" y="240971"/>
                </a:lnTo>
                <a:lnTo>
                  <a:pt x="9521" y="242480"/>
                </a:lnTo>
                <a:lnTo>
                  <a:pt x="9997" y="244166"/>
                </a:lnTo>
                <a:lnTo>
                  <a:pt x="9997" y="245941"/>
                </a:lnTo>
                <a:lnTo>
                  <a:pt x="9997" y="247450"/>
                </a:lnTo>
                <a:lnTo>
                  <a:pt x="9997" y="249137"/>
                </a:lnTo>
                <a:lnTo>
                  <a:pt x="10314" y="250823"/>
                </a:lnTo>
                <a:lnTo>
                  <a:pt x="10314" y="252332"/>
                </a:lnTo>
                <a:lnTo>
                  <a:pt x="10314" y="254018"/>
                </a:lnTo>
                <a:lnTo>
                  <a:pt x="10314" y="255793"/>
                </a:lnTo>
                <a:lnTo>
                  <a:pt x="10314" y="257480"/>
                </a:lnTo>
                <a:lnTo>
                  <a:pt x="10631" y="258988"/>
                </a:lnTo>
                <a:lnTo>
                  <a:pt x="10631" y="260675"/>
                </a:lnTo>
                <a:lnTo>
                  <a:pt x="10631" y="262450"/>
                </a:lnTo>
                <a:lnTo>
                  <a:pt x="10631" y="263959"/>
                </a:lnTo>
                <a:lnTo>
                  <a:pt x="10631" y="265645"/>
                </a:lnTo>
                <a:lnTo>
                  <a:pt x="11108" y="267331"/>
                </a:lnTo>
                <a:lnTo>
                  <a:pt x="11108" y="268840"/>
                </a:lnTo>
                <a:lnTo>
                  <a:pt x="11108" y="270615"/>
                </a:lnTo>
                <a:lnTo>
                  <a:pt x="11108" y="272035"/>
                </a:lnTo>
                <a:lnTo>
                  <a:pt x="11108" y="273811"/>
                </a:lnTo>
                <a:lnTo>
                  <a:pt x="11425" y="275497"/>
                </a:lnTo>
                <a:lnTo>
                  <a:pt x="11425" y="277183"/>
                </a:lnTo>
                <a:lnTo>
                  <a:pt x="11425" y="278958"/>
                </a:lnTo>
                <a:lnTo>
                  <a:pt x="11425" y="280467"/>
                </a:lnTo>
                <a:lnTo>
                  <a:pt x="11425" y="282154"/>
                </a:lnTo>
                <a:lnTo>
                  <a:pt x="11425" y="283840"/>
                </a:lnTo>
                <a:lnTo>
                  <a:pt x="11425" y="285349"/>
                </a:lnTo>
                <a:lnTo>
                  <a:pt x="11425" y="287124"/>
                </a:lnTo>
                <a:lnTo>
                  <a:pt x="11425" y="288544"/>
                </a:lnTo>
                <a:lnTo>
                  <a:pt x="11901" y="290319"/>
                </a:lnTo>
                <a:lnTo>
                  <a:pt x="11901" y="292006"/>
                </a:lnTo>
                <a:lnTo>
                  <a:pt x="11901" y="293514"/>
                </a:lnTo>
                <a:lnTo>
                  <a:pt x="11901" y="295201"/>
                </a:lnTo>
                <a:lnTo>
                  <a:pt x="11901" y="296710"/>
                </a:lnTo>
                <a:lnTo>
                  <a:pt x="12218" y="298485"/>
                </a:lnTo>
                <a:lnTo>
                  <a:pt x="12218" y="300171"/>
                </a:lnTo>
                <a:lnTo>
                  <a:pt x="12218" y="301680"/>
                </a:lnTo>
                <a:lnTo>
                  <a:pt x="12218" y="303366"/>
                </a:lnTo>
                <a:lnTo>
                  <a:pt x="12218" y="305053"/>
                </a:lnTo>
                <a:lnTo>
                  <a:pt x="12536" y="306561"/>
                </a:lnTo>
                <a:lnTo>
                  <a:pt x="12536" y="308337"/>
                </a:lnTo>
                <a:lnTo>
                  <a:pt x="12536" y="309845"/>
                </a:lnTo>
                <a:lnTo>
                  <a:pt x="12536" y="311532"/>
                </a:lnTo>
                <a:lnTo>
                  <a:pt x="13012" y="313218"/>
                </a:lnTo>
                <a:lnTo>
                  <a:pt x="13012" y="314727"/>
                </a:lnTo>
                <a:lnTo>
                  <a:pt x="13012" y="316502"/>
                </a:lnTo>
                <a:lnTo>
                  <a:pt x="13012" y="318188"/>
                </a:lnTo>
                <a:lnTo>
                  <a:pt x="13012" y="319697"/>
                </a:lnTo>
                <a:lnTo>
                  <a:pt x="13329" y="321206"/>
                </a:lnTo>
                <a:lnTo>
                  <a:pt x="13329" y="322892"/>
                </a:lnTo>
                <a:lnTo>
                  <a:pt x="13329" y="324401"/>
                </a:lnTo>
                <a:lnTo>
                  <a:pt x="13329" y="326088"/>
                </a:lnTo>
                <a:lnTo>
                  <a:pt x="13329" y="327597"/>
                </a:lnTo>
                <a:lnTo>
                  <a:pt x="13329" y="329283"/>
                </a:lnTo>
                <a:lnTo>
                  <a:pt x="13329" y="331058"/>
                </a:lnTo>
                <a:lnTo>
                  <a:pt x="13329" y="332567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692591" y="3326598"/>
            <a:ext cx="13805" cy="301059"/>
          </a:xfrm>
          <a:custGeom>
            <a:avLst/>
            <a:gdLst/>
            <a:ahLst/>
            <a:cxnLst/>
            <a:rect l="l" t="t" r="r" b="b"/>
            <a:pathLst>
              <a:path w="13805" h="301059">
                <a:moveTo>
                  <a:pt x="0" y="0"/>
                </a:moveTo>
                <a:lnTo>
                  <a:pt x="0" y="1686"/>
                </a:lnTo>
                <a:lnTo>
                  <a:pt x="0" y="3195"/>
                </a:lnTo>
                <a:lnTo>
                  <a:pt x="476" y="4881"/>
                </a:lnTo>
                <a:lnTo>
                  <a:pt x="476" y="6656"/>
                </a:lnTo>
                <a:lnTo>
                  <a:pt x="476" y="7899"/>
                </a:lnTo>
                <a:lnTo>
                  <a:pt x="476" y="9585"/>
                </a:lnTo>
                <a:lnTo>
                  <a:pt x="793" y="11360"/>
                </a:lnTo>
                <a:lnTo>
                  <a:pt x="793" y="12869"/>
                </a:lnTo>
                <a:lnTo>
                  <a:pt x="793" y="14555"/>
                </a:lnTo>
                <a:lnTo>
                  <a:pt x="793" y="16242"/>
                </a:lnTo>
                <a:lnTo>
                  <a:pt x="793" y="17751"/>
                </a:lnTo>
                <a:lnTo>
                  <a:pt x="1110" y="19526"/>
                </a:lnTo>
                <a:lnTo>
                  <a:pt x="1110" y="20946"/>
                </a:lnTo>
                <a:lnTo>
                  <a:pt x="1110" y="22455"/>
                </a:lnTo>
                <a:lnTo>
                  <a:pt x="1110" y="24230"/>
                </a:lnTo>
                <a:lnTo>
                  <a:pt x="1110" y="25739"/>
                </a:lnTo>
                <a:lnTo>
                  <a:pt x="1586" y="27425"/>
                </a:lnTo>
                <a:lnTo>
                  <a:pt x="1586" y="29111"/>
                </a:lnTo>
                <a:lnTo>
                  <a:pt x="1586" y="30443"/>
                </a:lnTo>
                <a:lnTo>
                  <a:pt x="1586" y="32129"/>
                </a:lnTo>
                <a:lnTo>
                  <a:pt x="1586" y="33815"/>
                </a:lnTo>
                <a:lnTo>
                  <a:pt x="1904" y="35324"/>
                </a:lnTo>
                <a:lnTo>
                  <a:pt x="1904" y="37099"/>
                </a:lnTo>
                <a:lnTo>
                  <a:pt x="1904" y="38608"/>
                </a:lnTo>
                <a:lnTo>
                  <a:pt x="1904" y="40028"/>
                </a:lnTo>
                <a:lnTo>
                  <a:pt x="1904" y="41803"/>
                </a:lnTo>
                <a:lnTo>
                  <a:pt x="1904" y="43312"/>
                </a:lnTo>
                <a:lnTo>
                  <a:pt x="1904" y="44999"/>
                </a:lnTo>
                <a:lnTo>
                  <a:pt x="1904" y="46507"/>
                </a:lnTo>
                <a:lnTo>
                  <a:pt x="1904" y="48016"/>
                </a:lnTo>
                <a:lnTo>
                  <a:pt x="2380" y="49703"/>
                </a:lnTo>
                <a:lnTo>
                  <a:pt x="2380" y="51478"/>
                </a:lnTo>
                <a:lnTo>
                  <a:pt x="2380" y="52898"/>
                </a:lnTo>
                <a:lnTo>
                  <a:pt x="2380" y="54407"/>
                </a:lnTo>
                <a:lnTo>
                  <a:pt x="2380" y="56182"/>
                </a:lnTo>
                <a:lnTo>
                  <a:pt x="2697" y="57691"/>
                </a:lnTo>
                <a:lnTo>
                  <a:pt x="2697" y="59377"/>
                </a:lnTo>
                <a:lnTo>
                  <a:pt x="2697" y="60886"/>
                </a:lnTo>
                <a:lnTo>
                  <a:pt x="2697" y="62395"/>
                </a:lnTo>
                <a:lnTo>
                  <a:pt x="2697" y="64081"/>
                </a:lnTo>
                <a:lnTo>
                  <a:pt x="3173" y="65590"/>
                </a:lnTo>
                <a:lnTo>
                  <a:pt x="3173" y="67099"/>
                </a:lnTo>
                <a:lnTo>
                  <a:pt x="3173" y="68785"/>
                </a:lnTo>
                <a:lnTo>
                  <a:pt x="3173" y="70560"/>
                </a:lnTo>
                <a:lnTo>
                  <a:pt x="3491" y="71803"/>
                </a:lnTo>
                <a:lnTo>
                  <a:pt x="3491" y="73489"/>
                </a:lnTo>
                <a:lnTo>
                  <a:pt x="3491" y="75264"/>
                </a:lnTo>
                <a:lnTo>
                  <a:pt x="3491" y="76507"/>
                </a:lnTo>
                <a:lnTo>
                  <a:pt x="3491" y="78282"/>
                </a:lnTo>
                <a:lnTo>
                  <a:pt x="3808" y="79968"/>
                </a:lnTo>
                <a:lnTo>
                  <a:pt x="3808" y="81211"/>
                </a:lnTo>
                <a:lnTo>
                  <a:pt x="3808" y="82986"/>
                </a:lnTo>
                <a:lnTo>
                  <a:pt x="3808" y="84672"/>
                </a:lnTo>
                <a:lnTo>
                  <a:pt x="3808" y="85915"/>
                </a:lnTo>
                <a:lnTo>
                  <a:pt x="4284" y="87690"/>
                </a:lnTo>
                <a:lnTo>
                  <a:pt x="4284" y="89199"/>
                </a:lnTo>
                <a:lnTo>
                  <a:pt x="4284" y="90708"/>
                </a:lnTo>
                <a:lnTo>
                  <a:pt x="4284" y="92394"/>
                </a:lnTo>
                <a:lnTo>
                  <a:pt x="4284" y="93903"/>
                </a:lnTo>
                <a:lnTo>
                  <a:pt x="4284" y="95412"/>
                </a:lnTo>
                <a:lnTo>
                  <a:pt x="4284" y="97098"/>
                </a:lnTo>
                <a:lnTo>
                  <a:pt x="4284" y="98607"/>
                </a:lnTo>
                <a:lnTo>
                  <a:pt x="4284" y="100116"/>
                </a:lnTo>
                <a:lnTo>
                  <a:pt x="4601" y="101625"/>
                </a:lnTo>
                <a:lnTo>
                  <a:pt x="4601" y="103311"/>
                </a:lnTo>
                <a:lnTo>
                  <a:pt x="4601" y="104820"/>
                </a:lnTo>
                <a:lnTo>
                  <a:pt x="4601" y="106329"/>
                </a:lnTo>
                <a:lnTo>
                  <a:pt x="4601" y="108015"/>
                </a:lnTo>
                <a:lnTo>
                  <a:pt x="5077" y="109524"/>
                </a:lnTo>
                <a:lnTo>
                  <a:pt x="5077" y="111033"/>
                </a:lnTo>
                <a:lnTo>
                  <a:pt x="5077" y="112542"/>
                </a:lnTo>
                <a:lnTo>
                  <a:pt x="5077" y="114228"/>
                </a:lnTo>
                <a:lnTo>
                  <a:pt x="5077" y="115559"/>
                </a:lnTo>
                <a:lnTo>
                  <a:pt x="5395" y="117246"/>
                </a:lnTo>
                <a:lnTo>
                  <a:pt x="5395" y="118755"/>
                </a:lnTo>
                <a:lnTo>
                  <a:pt x="5395" y="120263"/>
                </a:lnTo>
                <a:lnTo>
                  <a:pt x="5395" y="121950"/>
                </a:lnTo>
                <a:lnTo>
                  <a:pt x="5395" y="123459"/>
                </a:lnTo>
                <a:lnTo>
                  <a:pt x="5712" y="124967"/>
                </a:lnTo>
                <a:lnTo>
                  <a:pt x="5712" y="126476"/>
                </a:lnTo>
                <a:lnTo>
                  <a:pt x="5712" y="128163"/>
                </a:lnTo>
                <a:lnTo>
                  <a:pt x="5712" y="129494"/>
                </a:lnTo>
                <a:lnTo>
                  <a:pt x="6188" y="131003"/>
                </a:lnTo>
                <a:lnTo>
                  <a:pt x="6188" y="132689"/>
                </a:lnTo>
                <a:lnTo>
                  <a:pt x="6188" y="134198"/>
                </a:lnTo>
                <a:lnTo>
                  <a:pt x="6188" y="135707"/>
                </a:lnTo>
                <a:lnTo>
                  <a:pt x="6188" y="137216"/>
                </a:lnTo>
                <a:lnTo>
                  <a:pt x="6188" y="138902"/>
                </a:lnTo>
                <a:lnTo>
                  <a:pt x="6188" y="140233"/>
                </a:lnTo>
                <a:lnTo>
                  <a:pt x="6188" y="141920"/>
                </a:lnTo>
                <a:lnTo>
                  <a:pt x="6188" y="143429"/>
                </a:lnTo>
                <a:lnTo>
                  <a:pt x="6188" y="144937"/>
                </a:lnTo>
                <a:lnTo>
                  <a:pt x="6506" y="146446"/>
                </a:lnTo>
                <a:lnTo>
                  <a:pt x="6506" y="147955"/>
                </a:lnTo>
                <a:lnTo>
                  <a:pt x="6506" y="149641"/>
                </a:lnTo>
                <a:lnTo>
                  <a:pt x="6506" y="150884"/>
                </a:lnTo>
                <a:lnTo>
                  <a:pt x="6506" y="152659"/>
                </a:lnTo>
                <a:lnTo>
                  <a:pt x="6982" y="154168"/>
                </a:lnTo>
                <a:lnTo>
                  <a:pt x="6982" y="155677"/>
                </a:lnTo>
                <a:lnTo>
                  <a:pt x="6982" y="157186"/>
                </a:lnTo>
                <a:lnTo>
                  <a:pt x="6982" y="158606"/>
                </a:lnTo>
                <a:lnTo>
                  <a:pt x="7299" y="160115"/>
                </a:lnTo>
                <a:lnTo>
                  <a:pt x="7299" y="161623"/>
                </a:lnTo>
                <a:lnTo>
                  <a:pt x="7299" y="163132"/>
                </a:lnTo>
                <a:lnTo>
                  <a:pt x="7299" y="164641"/>
                </a:lnTo>
                <a:lnTo>
                  <a:pt x="7299" y="166150"/>
                </a:lnTo>
                <a:lnTo>
                  <a:pt x="7775" y="167659"/>
                </a:lnTo>
                <a:lnTo>
                  <a:pt x="7775" y="169168"/>
                </a:lnTo>
                <a:lnTo>
                  <a:pt x="7775" y="170854"/>
                </a:lnTo>
                <a:lnTo>
                  <a:pt x="7775" y="172185"/>
                </a:lnTo>
                <a:lnTo>
                  <a:pt x="7775" y="173694"/>
                </a:lnTo>
                <a:lnTo>
                  <a:pt x="8093" y="175381"/>
                </a:lnTo>
                <a:lnTo>
                  <a:pt x="8093" y="176889"/>
                </a:lnTo>
                <a:lnTo>
                  <a:pt x="8093" y="178132"/>
                </a:lnTo>
                <a:lnTo>
                  <a:pt x="8093" y="179641"/>
                </a:lnTo>
                <a:lnTo>
                  <a:pt x="8093" y="181416"/>
                </a:lnTo>
                <a:lnTo>
                  <a:pt x="8410" y="182659"/>
                </a:lnTo>
                <a:lnTo>
                  <a:pt x="8410" y="184167"/>
                </a:lnTo>
                <a:lnTo>
                  <a:pt x="8410" y="185676"/>
                </a:lnTo>
                <a:lnTo>
                  <a:pt x="8410" y="187363"/>
                </a:lnTo>
                <a:lnTo>
                  <a:pt x="8410" y="188694"/>
                </a:lnTo>
                <a:lnTo>
                  <a:pt x="8410" y="190203"/>
                </a:lnTo>
                <a:lnTo>
                  <a:pt x="8410" y="191712"/>
                </a:lnTo>
                <a:lnTo>
                  <a:pt x="8410" y="193398"/>
                </a:lnTo>
                <a:lnTo>
                  <a:pt x="8410" y="194641"/>
                </a:lnTo>
                <a:lnTo>
                  <a:pt x="8886" y="196149"/>
                </a:lnTo>
                <a:lnTo>
                  <a:pt x="8886" y="197658"/>
                </a:lnTo>
                <a:lnTo>
                  <a:pt x="8886" y="199167"/>
                </a:lnTo>
                <a:lnTo>
                  <a:pt x="8886" y="200676"/>
                </a:lnTo>
                <a:lnTo>
                  <a:pt x="8886" y="202185"/>
                </a:lnTo>
                <a:lnTo>
                  <a:pt x="9203" y="203694"/>
                </a:lnTo>
                <a:lnTo>
                  <a:pt x="9203" y="205203"/>
                </a:lnTo>
                <a:lnTo>
                  <a:pt x="9203" y="206445"/>
                </a:lnTo>
                <a:lnTo>
                  <a:pt x="9203" y="207954"/>
                </a:lnTo>
                <a:lnTo>
                  <a:pt x="9203" y="209463"/>
                </a:lnTo>
                <a:lnTo>
                  <a:pt x="9679" y="210972"/>
                </a:lnTo>
                <a:lnTo>
                  <a:pt x="9679" y="212480"/>
                </a:lnTo>
                <a:lnTo>
                  <a:pt x="9679" y="213989"/>
                </a:lnTo>
                <a:lnTo>
                  <a:pt x="9679" y="215498"/>
                </a:lnTo>
                <a:lnTo>
                  <a:pt x="9679" y="217007"/>
                </a:lnTo>
                <a:lnTo>
                  <a:pt x="9997" y="218250"/>
                </a:lnTo>
                <a:lnTo>
                  <a:pt x="9997" y="219758"/>
                </a:lnTo>
                <a:lnTo>
                  <a:pt x="9997" y="221267"/>
                </a:lnTo>
                <a:lnTo>
                  <a:pt x="9997" y="222776"/>
                </a:lnTo>
                <a:lnTo>
                  <a:pt x="10314" y="224019"/>
                </a:lnTo>
                <a:lnTo>
                  <a:pt x="10314" y="225528"/>
                </a:lnTo>
                <a:lnTo>
                  <a:pt x="10314" y="227036"/>
                </a:lnTo>
                <a:lnTo>
                  <a:pt x="10314" y="228545"/>
                </a:lnTo>
                <a:lnTo>
                  <a:pt x="10314" y="230054"/>
                </a:lnTo>
                <a:lnTo>
                  <a:pt x="10314" y="231563"/>
                </a:lnTo>
                <a:lnTo>
                  <a:pt x="10314" y="233072"/>
                </a:lnTo>
                <a:lnTo>
                  <a:pt x="10314" y="234581"/>
                </a:lnTo>
                <a:lnTo>
                  <a:pt x="10314" y="235823"/>
                </a:lnTo>
                <a:lnTo>
                  <a:pt x="10314" y="237332"/>
                </a:lnTo>
                <a:lnTo>
                  <a:pt x="10790" y="238841"/>
                </a:lnTo>
                <a:lnTo>
                  <a:pt x="10790" y="240350"/>
                </a:lnTo>
                <a:lnTo>
                  <a:pt x="10790" y="241592"/>
                </a:lnTo>
                <a:lnTo>
                  <a:pt x="10790" y="242924"/>
                </a:lnTo>
                <a:lnTo>
                  <a:pt x="10790" y="244432"/>
                </a:lnTo>
                <a:lnTo>
                  <a:pt x="11108" y="245941"/>
                </a:lnTo>
                <a:lnTo>
                  <a:pt x="11108" y="247450"/>
                </a:lnTo>
                <a:lnTo>
                  <a:pt x="11108" y="248959"/>
                </a:lnTo>
                <a:lnTo>
                  <a:pt x="11108" y="250202"/>
                </a:lnTo>
                <a:lnTo>
                  <a:pt x="11584" y="251710"/>
                </a:lnTo>
                <a:lnTo>
                  <a:pt x="11584" y="253219"/>
                </a:lnTo>
                <a:lnTo>
                  <a:pt x="11584" y="254728"/>
                </a:lnTo>
                <a:lnTo>
                  <a:pt x="11584" y="255971"/>
                </a:lnTo>
                <a:lnTo>
                  <a:pt x="11584" y="257480"/>
                </a:lnTo>
                <a:lnTo>
                  <a:pt x="11901" y="258988"/>
                </a:lnTo>
                <a:lnTo>
                  <a:pt x="11901" y="260320"/>
                </a:lnTo>
                <a:lnTo>
                  <a:pt x="11901" y="261829"/>
                </a:lnTo>
                <a:lnTo>
                  <a:pt x="11901" y="263071"/>
                </a:lnTo>
                <a:lnTo>
                  <a:pt x="11901" y="264580"/>
                </a:lnTo>
                <a:lnTo>
                  <a:pt x="12377" y="266089"/>
                </a:lnTo>
                <a:lnTo>
                  <a:pt x="12377" y="267598"/>
                </a:lnTo>
                <a:lnTo>
                  <a:pt x="12377" y="268840"/>
                </a:lnTo>
                <a:lnTo>
                  <a:pt x="12377" y="270172"/>
                </a:lnTo>
                <a:lnTo>
                  <a:pt x="12377" y="271680"/>
                </a:lnTo>
                <a:lnTo>
                  <a:pt x="12694" y="273189"/>
                </a:lnTo>
                <a:lnTo>
                  <a:pt x="12694" y="274609"/>
                </a:lnTo>
                <a:lnTo>
                  <a:pt x="12694" y="275941"/>
                </a:lnTo>
                <a:lnTo>
                  <a:pt x="12694" y="277183"/>
                </a:lnTo>
                <a:lnTo>
                  <a:pt x="12694" y="278692"/>
                </a:lnTo>
                <a:lnTo>
                  <a:pt x="12694" y="280201"/>
                </a:lnTo>
                <a:lnTo>
                  <a:pt x="12694" y="281710"/>
                </a:lnTo>
                <a:lnTo>
                  <a:pt x="12694" y="283041"/>
                </a:lnTo>
                <a:lnTo>
                  <a:pt x="12694" y="284284"/>
                </a:lnTo>
                <a:lnTo>
                  <a:pt x="13012" y="285793"/>
                </a:lnTo>
                <a:lnTo>
                  <a:pt x="13012" y="287124"/>
                </a:lnTo>
                <a:lnTo>
                  <a:pt x="13012" y="288544"/>
                </a:lnTo>
                <a:lnTo>
                  <a:pt x="13012" y="290053"/>
                </a:lnTo>
                <a:lnTo>
                  <a:pt x="13012" y="291384"/>
                </a:lnTo>
                <a:lnTo>
                  <a:pt x="13488" y="292627"/>
                </a:lnTo>
                <a:lnTo>
                  <a:pt x="13488" y="294136"/>
                </a:lnTo>
                <a:lnTo>
                  <a:pt x="13488" y="295644"/>
                </a:lnTo>
                <a:lnTo>
                  <a:pt x="13488" y="296976"/>
                </a:lnTo>
                <a:lnTo>
                  <a:pt x="13488" y="298485"/>
                </a:lnTo>
                <a:lnTo>
                  <a:pt x="13805" y="299727"/>
                </a:lnTo>
                <a:lnTo>
                  <a:pt x="13805" y="301059"/>
                </a:lnTo>
              </a:path>
            </a:pathLst>
          </a:custGeom>
          <a:ln w="195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706397" y="3627657"/>
            <a:ext cx="13488" cy="241406"/>
          </a:xfrm>
          <a:custGeom>
            <a:avLst/>
            <a:gdLst/>
            <a:ahLst/>
            <a:cxnLst/>
            <a:rect l="l" t="t" r="r" b="b"/>
            <a:pathLst>
              <a:path w="13488" h="241406">
                <a:moveTo>
                  <a:pt x="0" y="0"/>
                </a:moveTo>
                <a:lnTo>
                  <a:pt x="0" y="1508"/>
                </a:lnTo>
                <a:lnTo>
                  <a:pt x="0" y="2751"/>
                </a:lnTo>
                <a:lnTo>
                  <a:pt x="476" y="4260"/>
                </a:lnTo>
                <a:lnTo>
                  <a:pt x="476" y="5502"/>
                </a:lnTo>
                <a:lnTo>
                  <a:pt x="476" y="6834"/>
                </a:lnTo>
                <a:lnTo>
                  <a:pt x="476" y="8343"/>
                </a:lnTo>
                <a:lnTo>
                  <a:pt x="476" y="9585"/>
                </a:lnTo>
                <a:lnTo>
                  <a:pt x="793" y="11094"/>
                </a:lnTo>
                <a:lnTo>
                  <a:pt x="793" y="12603"/>
                </a:lnTo>
                <a:lnTo>
                  <a:pt x="793" y="13934"/>
                </a:lnTo>
                <a:lnTo>
                  <a:pt x="793" y="15177"/>
                </a:lnTo>
                <a:lnTo>
                  <a:pt x="793" y="16508"/>
                </a:lnTo>
                <a:lnTo>
                  <a:pt x="793" y="18017"/>
                </a:lnTo>
                <a:lnTo>
                  <a:pt x="793" y="19259"/>
                </a:lnTo>
                <a:lnTo>
                  <a:pt x="793" y="20768"/>
                </a:lnTo>
                <a:lnTo>
                  <a:pt x="793" y="22011"/>
                </a:lnTo>
                <a:lnTo>
                  <a:pt x="793" y="23342"/>
                </a:lnTo>
                <a:lnTo>
                  <a:pt x="1110" y="24585"/>
                </a:lnTo>
                <a:lnTo>
                  <a:pt x="1110" y="26094"/>
                </a:lnTo>
                <a:lnTo>
                  <a:pt x="1110" y="27425"/>
                </a:lnTo>
                <a:lnTo>
                  <a:pt x="1110" y="28934"/>
                </a:lnTo>
                <a:lnTo>
                  <a:pt x="1586" y="30176"/>
                </a:lnTo>
                <a:lnTo>
                  <a:pt x="1586" y="31508"/>
                </a:lnTo>
                <a:lnTo>
                  <a:pt x="1586" y="32750"/>
                </a:lnTo>
                <a:lnTo>
                  <a:pt x="1586" y="34082"/>
                </a:lnTo>
                <a:lnTo>
                  <a:pt x="1586" y="35591"/>
                </a:lnTo>
                <a:lnTo>
                  <a:pt x="1904" y="36833"/>
                </a:lnTo>
                <a:lnTo>
                  <a:pt x="1904" y="38342"/>
                </a:lnTo>
                <a:lnTo>
                  <a:pt x="1904" y="39673"/>
                </a:lnTo>
                <a:lnTo>
                  <a:pt x="1904" y="40916"/>
                </a:lnTo>
                <a:lnTo>
                  <a:pt x="1904" y="42247"/>
                </a:lnTo>
                <a:lnTo>
                  <a:pt x="2380" y="43490"/>
                </a:lnTo>
                <a:lnTo>
                  <a:pt x="2380" y="44821"/>
                </a:lnTo>
                <a:lnTo>
                  <a:pt x="2380" y="46241"/>
                </a:lnTo>
                <a:lnTo>
                  <a:pt x="2380" y="47573"/>
                </a:lnTo>
                <a:lnTo>
                  <a:pt x="2380" y="48815"/>
                </a:lnTo>
                <a:lnTo>
                  <a:pt x="2697" y="50324"/>
                </a:lnTo>
                <a:lnTo>
                  <a:pt x="2697" y="51655"/>
                </a:lnTo>
                <a:lnTo>
                  <a:pt x="2697" y="52898"/>
                </a:lnTo>
                <a:lnTo>
                  <a:pt x="2697" y="54229"/>
                </a:lnTo>
                <a:lnTo>
                  <a:pt x="3015" y="55472"/>
                </a:lnTo>
                <a:lnTo>
                  <a:pt x="3015" y="56803"/>
                </a:lnTo>
                <a:lnTo>
                  <a:pt x="3015" y="58046"/>
                </a:lnTo>
                <a:lnTo>
                  <a:pt x="3015" y="59555"/>
                </a:lnTo>
                <a:lnTo>
                  <a:pt x="3015" y="60886"/>
                </a:lnTo>
                <a:lnTo>
                  <a:pt x="3015" y="62128"/>
                </a:lnTo>
                <a:lnTo>
                  <a:pt x="3015" y="63460"/>
                </a:lnTo>
                <a:lnTo>
                  <a:pt x="3015" y="64702"/>
                </a:lnTo>
                <a:lnTo>
                  <a:pt x="3015" y="66034"/>
                </a:lnTo>
                <a:lnTo>
                  <a:pt x="3015" y="67276"/>
                </a:lnTo>
                <a:lnTo>
                  <a:pt x="3491" y="68581"/>
                </a:lnTo>
                <a:lnTo>
                  <a:pt x="3491" y="69868"/>
                </a:lnTo>
                <a:lnTo>
                  <a:pt x="3491" y="71155"/>
                </a:lnTo>
                <a:lnTo>
                  <a:pt x="3491" y="72655"/>
                </a:lnTo>
                <a:lnTo>
                  <a:pt x="3491" y="73942"/>
                </a:lnTo>
                <a:lnTo>
                  <a:pt x="3808" y="75229"/>
                </a:lnTo>
                <a:lnTo>
                  <a:pt x="3808" y="76516"/>
                </a:lnTo>
                <a:lnTo>
                  <a:pt x="3808" y="77590"/>
                </a:lnTo>
                <a:lnTo>
                  <a:pt x="3808" y="78877"/>
                </a:lnTo>
                <a:lnTo>
                  <a:pt x="4284" y="80164"/>
                </a:lnTo>
                <a:lnTo>
                  <a:pt x="4284" y="81451"/>
                </a:lnTo>
                <a:lnTo>
                  <a:pt x="4284" y="82951"/>
                </a:lnTo>
                <a:lnTo>
                  <a:pt x="4284" y="84237"/>
                </a:lnTo>
                <a:lnTo>
                  <a:pt x="4284" y="85524"/>
                </a:lnTo>
                <a:lnTo>
                  <a:pt x="4601" y="86811"/>
                </a:lnTo>
                <a:lnTo>
                  <a:pt x="4601" y="88089"/>
                </a:lnTo>
                <a:lnTo>
                  <a:pt x="4601" y="89376"/>
                </a:lnTo>
                <a:lnTo>
                  <a:pt x="4601" y="90663"/>
                </a:lnTo>
                <a:lnTo>
                  <a:pt x="4601" y="91737"/>
                </a:lnTo>
                <a:lnTo>
                  <a:pt x="5077" y="93024"/>
                </a:lnTo>
                <a:lnTo>
                  <a:pt x="5077" y="94311"/>
                </a:lnTo>
                <a:lnTo>
                  <a:pt x="5077" y="95598"/>
                </a:lnTo>
                <a:lnTo>
                  <a:pt x="5077" y="96885"/>
                </a:lnTo>
                <a:lnTo>
                  <a:pt x="5077" y="98172"/>
                </a:lnTo>
                <a:lnTo>
                  <a:pt x="5077" y="99459"/>
                </a:lnTo>
                <a:lnTo>
                  <a:pt x="5077" y="100746"/>
                </a:lnTo>
                <a:lnTo>
                  <a:pt x="5077" y="102033"/>
                </a:lnTo>
                <a:lnTo>
                  <a:pt x="5077" y="103320"/>
                </a:lnTo>
                <a:lnTo>
                  <a:pt x="5395" y="104607"/>
                </a:lnTo>
                <a:lnTo>
                  <a:pt x="5395" y="105681"/>
                </a:lnTo>
                <a:lnTo>
                  <a:pt x="5395" y="106959"/>
                </a:lnTo>
                <a:lnTo>
                  <a:pt x="5395" y="108246"/>
                </a:lnTo>
                <a:lnTo>
                  <a:pt x="5395" y="109533"/>
                </a:lnTo>
                <a:lnTo>
                  <a:pt x="5712" y="110820"/>
                </a:lnTo>
                <a:lnTo>
                  <a:pt x="5712" y="111894"/>
                </a:lnTo>
                <a:lnTo>
                  <a:pt x="5712" y="113181"/>
                </a:lnTo>
                <a:lnTo>
                  <a:pt x="5712" y="114468"/>
                </a:lnTo>
                <a:lnTo>
                  <a:pt x="5712" y="115542"/>
                </a:lnTo>
                <a:lnTo>
                  <a:pt x="6188" y="116829"/>
                </a:lnTo>
                <a:lnTo>
                  <a:pt x="6188" y="118115"/>
                </a:lnTo>
                <a:lnTo>
                  <a:pt x="6188" y="119402"/>
                </a:lnTo>
                <a:lnTo>
                  <a:pt x="6188" y="120689"/>
                </a:lnTo>
                <a:lnTo>
                  <a:pt x="6188" y="121754"/>
                </a:lnTo>
                <a:lnTo>
                  <a:pt x="6506" y="123041"/>
                </a:lnTo>
                <a:lnTo>
                  <a:pt x="6506" y="124328"/>
                </a:lnTo>
                <a:lnTo>
                  <a:pt x="6506" y="125615"/>
                </a:lnTo>
                <a:lnTo>
                  <a:pt x="6506" y="126689"/>
                </a:lnTo>
                <a:lnTo>
                  <a:pt x="6982" y="127976"/>
                </a:lnTo>
                <a:lnTo>
                  <a:pt x="6982" y="129263"/>
                </a:lnTo>
                <a:lnTo>
                  <a:pt x="6982" y="130550"/>
                </a:lnTo>
                <a:lnTo>
                  <a:pt x="6982" y="131624"/>
                </a:lnTo>
                <a:lnTo>
                  <a:pt x="6982" y="132911"/>
                </a:lnTo>
                <a:lnTo>
                  <a:pt x="7299" y="134198"/>
                </a:lnTo>
                <a:lnTo>
                  <a:pt x="7299" y="135263"/>
                </a:lnTo>
                <a:lnTo>
                  <a:pt x="7299" y="136550"/>
                </a:lnTo>
                <a:lnTo>
                  <a:pt x="7299" y="137837"/>
                </a:lnTo>
                <a:lnTo>
                  <a:pt x="7299" y="138911"/>
                </a:lnTo>
                <a:lnTo>
                  <a:pt x="7299" y="140198"/>
                </a:lnTo>
                <a:lnTo>
                  <a:pt x="7299" y="141272"/>
                </a:lnTo>
                <a:lnTo>
                  <a:pt x="7299" y="142559"/>
                </a:lnTo>
                <a:lnTo>
                  <a:pt x="7299" y="143846"/>
                </a:lnTo>
                <a:lnTo>
                  <a:pt x="7299" y="144920"/>
                </a:lnTo>
                <a:lnTo>
                  <a:pt x="7616" y="146207"/>
                </a:lnTo>
                <a:lnTo>
                  <a:pt x="7616" y="147272"/>
                </a:lnTo>
                <a:lnTo>
                  <a:pt x="7616" y="148559"/>
                </a:lnTo>
                <a:lnTo>
                  <a:pt x="7616" y="149633"/>
                </a:lnTo>
                <a:lnTo>
                  <a:pt x="8093" y="150920"/>
                </a:lnTo>
                <a:lnTo>
                  <a:pt x="8093" y="151994"/>
                </a:lnTo>
                <a:lnTo>
                  <a:pt x="8093" y="153280"/>
                </a:lnTo>
                <a:lnTo>
                  <a:pt x="8093" y="154354"/>
                </a:lnTo>
                <a:lnTo>
                  <a:pt x="8093" y="155641"/>
                </a:lnTo>
                <a:lnTo>
                  <a:pt x="8410" y="156706"/>
                </a:lnTo>
                <a:lnTo>
                  <a:pt x="8410" y="157993"/>
                </a:lnTo>
                <a:lnTo>
                  <a:pt x="8410" y="159067"/>
                </a:lnTo>
                <a:lnTo>
                  <a:pt x="8410" y="160354"/>
                </a:lnTo>
                <a:lnTo>
                  <a:pt x="8410" y="161428"/>
                </a:lnTo>
                <a:lnTo>
                  <a:pt x="8886" y="162715"/>
                </a:lnTo>
                <a:lnTo>
                  <a:pt x="8886" y="163789"/>
                </a:lnTo>
                <a:lnTo>
                  <a:pt x="8886" y="165076"/>
                </a:lnTo>
                <a:lnTo>
                  <a:pt x="8886" y="166141"/>
                </a:lnTo>
                <a:lnTo>
                  <a:pt x="8886" y="167215"/>
                </a:lnTo>
                <a:lnTo>
                  <a:pt x="9203" y="168502"/>
                </a:lnTo>
                <a:lnTo>
                  <a:pt x="9203" y="169576"/>
                </a:lnTo>
                <a:lnTo>
                  <a:pt x="9203" y="170863"/>
                </a:lnTo>
                <a:lnTo>
                  <a:pt x="9203" y="171937"/>
                </a:lnTo>
                <a:lnTo>
                  <a:pt x="9203" y="173002"/>
                </a:lnTo>
                <a:lnTo>
                  <a:pt x="9203" y="174289"/>
                </a:lnTo>
                <a:lnTo>
                  <a:pt x="9203" y="175363"/>
                </a:lnTo>
                <a:lnTo>
                  <a:pt x="9203" y="176437"/>
                </a:lnTo>
                <a:lnTo>
                  <a:pt x="9203" y="177511"/>
                </a:lnTo>
                <a:lnTo>
                  <a:pt x="9679" y="178798"/>
                </a:lnTo>
                <a:lnTo>
                  <a:pt x="9679" y="179872"/>
                </a:lnTo>
                <a:lnTo>
                  <a:pt x="9679" y="180937"/>
                </a:lnTo>
                <a:lnTo>
                  <a:pt x="9679" y="182224"/>
                </a:lnTo>
                <a:lnTo>
                  <a:pt x="9679" y="183298"/>
                </a:lnTo>
                <a:lnTo>
                  <a:pt x="9997" y="184372"/>
                </a:lnTo>
                <a:lnTo>
                  <a:pt x="9997" y="185446"/>
                </a:lnTo>
                <a:lnTo>
                  <a:pt x="9997" y="186511"/>
                </a:lnTo>
                <a:lnTo>
                  <a:pt x="9997" y="187798"/>
                </a:lnTo>
                <a:lnTo>
                  <a:pt x="9997" y="188871"/>
                </a:lnTo>
                <a:lnTo>
                  <a:pt x="10314" y="189945"/>
                </a:lnTo>
                <a:lnTo>
                  <a:pt x="10314" y="191019"/>
                </a:lnTo>
                <a:lnTo>
                  <a:pt x="10314" y="192306"/>
                </a:lnTo>
                <a:lnTo>
                  <a:pt x="10314" y="193380"/>
                </a:lnTo>
                <a:lnTo>
                  <a:pt x="10790" y="194658"/>
                </a:lnTo>
                <a:lnTo>
                  <a:pt x="10790" y="195732"/>
                </a:lnTo>
                <a:lnTo>
                  <a:pt x="10790" y="196806"/>
                </a:lnTo>
                <a:lnTo>
                  <a:pt x="10790" y="197880"/>
                </a:lnTo>
                <a:lnTo>
                  <a:pt x="10790" y="198954"/>
                </a:lnTo>
                <a:lnTo>
                  <a:pt x="11108" y="200019"/>
                </a:lnTo>
                <a:lnTo>
                  <a:pt x="11108" y="201093"/>
                </a:lnTo>
                <a:lnTo>
                  <a:pt x="11108" y="202167"/>
                </a:lnTo>
                <a:lnTo>
                  <a:pt x="11108" y="203241"/>
                </a:lnTo>
                <a:lnTo>
                  <a:pt x="11108" y="204315"/>
                </a:lnTo>
                <a:lnTo>
                  <a:pt x="11108" y="205380"/>
                </a:lnTo>
                <a:lnTo>
                  <a:pt x="11108" y="206454"/>
                </a:lnTo>
                <a:lnTo>
                  <a:pt x="11108" y="207528"/>
                </a:lnTo>
                <a:lnTo>
                  <a:pt x="11108" y="208815"/>
                </a:lnTo>
                <a:lnTo>
                  <a:pt x="11108" y="209889"/>
                </a:lnTo>
                <a:lnTo>
                  <a:pt x="11584" y="210963"/>
                </a:lnTo>
                <a:lnTo>
                  <a:pt x="11584" y="212028"/>
                </a:lnTo>
                <a:lnTo>
                  <a:pt x="11584" y="213102"/>
                </a:lnTo>
                <a:lnTo>
                  <a:pt x="11584" y="214176"/>
                </a:lnTo>
                <a:lnTo>
                  <a:pt x="11901" y="215250"/>
                </a:lnTo>
                <a:lnTo>
                  <a:pt x="11901" y="216324"/>
                </a:lnTo>
                <a:lnTo>
                  <a:pt x="11901" y="217389"/>
                </a:lnTo>
                <a:lnTo>
                  <a:pt x="11901" y="218463"/>
                </a:lnTo>
                <a:lnTo>
                  <a:pt x="11901" y="219324"/>
                </a:lnTo>
                <a:lnTo>
                  <a:pt x="12218" y="220610"/>
                </a:lnTo>
                <a:lnTo>
                  <a:pt x="12218" y="221684"/>
                </a:lnTo>
                <a:lnTo>
                  <a:pt x="12218" y="222749"/>
                </a:lnTo>
                <a:lnTo>
                  <a:pt x="12218" y="223823"/>
                </a:lnTo>
                <a:lnTo>
                  <a:pt x="12218" y="224897"/>
                </a:lnTo>
                <a:lnTo>
                  <a:pt x="12694" y="225758"/>
                </a:lnTo>
                <a:lnTo>
                  <a:pt x="12694" y="226823"/>
                </a:lnTo>
                <a:lnTo>
                  <a:pt x="12694" y="227897"/>
                </a:lnTo>
                <a:lnTo>
                  <a:pt x="12694" y="228971"/>
                </a:lnTo>
                <a:lnTo>
                  <a:pt x="12694" y="230045"/>
                </a:lnTo>
                <a:lnTo>
                  <a:pt x="13012" y="231119"/>
                </a:lnTo>
                <a:lnTo>
                  <a:pt x="13012" y="232184"/>
                </a:lnTo>
                <a:lnTo>
                  <a:pt x="13012" y="233258"/>
                </a:lnTo>
                <a:lnTo>
                  <a:pt x="13012" y="234332"/>
                </a:lnTo>
                <a:lnTo>
                  <a:pt x="13488" y="235193"/>
                </a:lnTo>
                <a:lnTo>
                  <a:pt x="13488" y="236258"/>
                </a:lnTo>
                <a:lnTo>
                  <a:pt x="13488" y="237332"/>
                </a:lnTo>
                <a:lnTo>
                  <a:pt x="13488" y="238193"/>
                </a:lnTo>
                <a:lnTo>
                  <a:pt x="13488" y="239480"/>
                </a:lnTo>
                <a:lnTo>
                  <a:pt x="13488" y="240545"/>
                </a:lnTo>
                <a:lnTo>
                  <a:pt x="13488" y="241406"/>
                </a:lnTo>
              </a:path>
            </a:pathLst>
          </a:custGeom>
          <a:ln w="1951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719885" y="3869063"/>
            <a:ext cx="13805" cy="158242"/>
          </a:xfrm>
          <a:custGeom>
            <a:avLst/>
            <a:gdLst/>
            <a:ahLst/>
            <a:cxnLst/>
            <a:rect l="l" t="t" r="r" b="b"/>
            <a:pathLst>
              <a:path w="13805" h="158242">
                <a:moveTo>
                  <a:pt x="0" y="0"/>
                </a:moveTo>
                <a:lnTo>
                  <a:pt x="0" y="1073"/>
                </a:lnTo>
                <a:lnTo>
                  <a:pt x="0" y="1934"/>
                </a:lnTo>
                <a:lnTo>
                  <a:pt x="0" y="2999"/>
                </a:lnTo>
                <a:lnTo>
                  <a:pt x="317" y="4073"/>
                </a:lnTo>
                <a:lnTo>
                  <a:pt x="317" y="5147"/>
                </a:lnTo>
                <a:lnTo>
                  <a:pt x="317" y="6221"/>
                </a:lnTo>
                <a:lnTo>
                  <a:pt x="317" y="7073"/>
                </a:lnTo>
                <a:lnTo>
                  <a:pt x="317" y="8147"/>
                </a:lnTo>
                <a:lnTo>
                  <a:pt x="793" y="9008"/>
                </a:lnTo>
                <a:lnTo>
                  <a:pt x="793" y="10082"/>
                </a:lnTo>
                <a:lnTo>
                  <a:pt x="793" y="10934"/>
                </a:lnTo>
                <a:lnTo>
                  <a:pt x="793" y="12221"/>
                </a:lnTo>
                <a:lnTo>
                  <a:pt x="1110" y="13082"/>
                </a:lnTo>
                <a:lnTo>
                  <a:pt x="1110" y="14156"/>
                </a:lnTo>
                <a:lnTo>
                  <a:pt x="1110" y="15008"/>
                </a:lnTo>
                <a:lnTo>
                  <a:pt x="1110" y="16082"/>
                </a:lnTo>
                <a:lnTo>
                  <a:pt x="1110" y="16943"/>
                </a:lnTo>
                <a:lnTo>
                  <a:pt x="1428" y="18008"/>
                </a:lnTo>
                <a:lnTo>
                  <a:pt x="1428" y="19082"/>
                </a:lnTo>
                <a:lnTo>
                  <a:pt x="1428" y="19943"/>
                </a:lnTo>
                <a:lnTo>
                  <a:pt x="1428" y="21017"/>
                </a:lnTo>
                <a:lnTo>
                  <a:pt x="1428" y="21869"/>
                </a:lnTo>
                <a:lnTo>
                  <a:pt x="1904" y="22730"/>
                </a:lnTo>
                <a:lnTo>
                  <a:pt x="1904" y="24017"/>
                </a:lnTo>
                <a:lnTo>
                  <a:pt x="1904" y="24878"/>
                </a:lnTo>
                <a:lnTo>
                  <a:pt x="1904" y="25730"/>
                </a:lnTo>
                <a:lnTo>
                  <a:pt x="1904" y="26804"/>
                </a:lnTo>
                <a:lnTo>
                  <a:pt x="1904" y="27665"/>
                </a:lnTo>
                <a:lnTo>
                  <a:pt x="1904" y="28730"/>
                </a:lnTo>
                <a:lnTo>
                  <a:pt x="1904" y="29804"/>
                </a:lnTo>
                <a:lnTo>
                  <a:pt x="1904" y="30665"/>
                </a:lnTo>
                <a:lnTo>
                  <a:pt x="2221" y="31517"/>
                </a:lnTo>
                <a:lnTo>
                  <a:pt x="2221" y="32378"/>
                </a:lnTo>
                <a:lnTo>
                  <a:pt x="2221" y="33451"/>
                </a:lnTo>
                <a:lnTo>
                  <a:pt x="2221" y="34525"/>
                </a:lnTo>
                <a:lnTo>
                  <a:pt x="2221" y="35377"/>
                </a:lnTo>
                <a:lnTo>
                  <a:pt x="2697" y="36238"/>
                </a:lnTo>
                <a:lnTo>
                  <a:pt x="2697" y="37099"/>
                </a:lnTo>
                <a:lnTo>
                  <a:pt x="2697" y="38164"/>
                </a:lnTo>
                <a:lnTo>
                  <a:pt x="2697" y="39238"/>
                </a:lnTo>
                <a:lnTo>
                  <a:pt x="2697" y="40099"/>
                </a:lnTo>
                <a:lnTo>
                  <a:pt x="3015" y="40951"/>
                </a:lnTo>
                <a:lnTo>
                  <a:pt x="3015" y="41812"/>
                </a:lnTo>
                <a:lnTo>
                  <a:pt x="3015" y="42886"/>
                </a:lnTo>
                <a:lnTo>
                  <a:pt x="3015" y="43747"/>
                </a:lnTo>
                <a:lnTo>
                  <a:pt x="3015" y="44599"/>
                </a:lnTo>
                <a:lnTo>
                  <a:pt x="3332" y="45460"/>
                </a:lnTo>
                <a:lnTo>
                  <a:pt x="3332" y="46534"/>
                </a:lnTo>
                <a:lnTo>
                  <a:pt x="3332" y="47599"/>
                </a:lnTo>
                <a:lnTo>
                  <a:pt x="3332" y="48460"/>
                </a:lnTo>
                <a:lnTo>
                  <a:pt x="3808" y="49321"/>
                </a:lnTo>
                <a:lnTo>
                  <a:pt x="3808" y="50173"/>
                </a:lnTo>
                <a:lnTo>
                  <a:pt x="3808" y="51247"/>
                </a:lnTo>
                <a:lnTo>
                  <a:pt x="3808" y="52108"/>
                </a:lnTo>
                <a:lnTo>
                  <a:pt x="3808" y="52960"/>
                </a:lnTo>
                <a:lnTo>
                  <a:pt x="4125" y="53821"/>
                </a:lnTo>
                <a:lnTo>
                  <a:pt x="4125" y="54682"/>
                </a:lnTo>
                <a:lnTo>
                  <a:pt x="4125" y="55534"/>
                </a:lnTo>
                <a:lnTo>
                  <a:pt x="4125" y="56395"/>
                </a:lnTo>
                <a:lnTo>
                  <a:pt x="4125" y="57256"/>
                </a:lnTo>
                <a:lnTo>
                  <a:pt x="4125" y="58321"/>
                </a:lnTo>
                <a:lnTo>
                  <a:pt x="4125" y="59182"/>
                </a:lnTo>
                <a:lnTo>
                  <a:pt x="4125" y="60043"/>
                </a:lnTo>
                <a:lnTo>
                  <a:pt x="4125" y="60895"/>
                </a:lnTo>
                <a:lnTo>
                  <a:pt x="4125" y="61756"/>
                </a:lnTo>
                <a:lnTo>
                  <a:pt x="4601" y="62617"/>
                </a:lnTo>
                <a:lnTo>
                  <a:pt x="4601" y="63469"/>
                </a:lnTo>
                <a:lnTo>
                  <a:pt x="4601" y="64330"/>
                </a:lnTo>
                <a:lnTo>
                  <a:pt x="4601" y="65404"/>
                </a:lnTo>
                <a:lnTo>
                  <a:pt x="4919" y="66256"/>
                </a:lnTo>
                <a:lnTo>
                  <a:pt x="4919" y="66903"/>
                </a:lnTo>
                <a:lnTo>
                  <a:pt x="4919" y="67756"/>
                </a:lnTo>
                <a:lnTo>
                  <a:pt x="4919" y="68829"/>
                </a:lnTo>
                <a:lnTo>
                  <a:pt x="4919" y="69690"/>
                </a:lnTo>
                <a:lnTo>
                  <a:pt x="5236" y="70329"/>
                </a:lnTo>
                <a:lnTo>
                  <a:pt x="5236" y="71190"/>
                </a:lnTo>
                <a:lnTo>
                  <a:pt x="5236" y="72264"/>
                </a:lnTo>
                <a:lnTo>
                  <a:pt x="5236" y="72903"/>
                </a:lnTo>
                <a:lnTo>
                  <a:pt x="5236" y="73764"/>
                </a:lnTo>
                <a:lnTo>
                  <a:pt x="5712" y="74838"/>
                </a:lnTo>
                <a:lnTo>
                  <a:pt x="5712" y="75477"/>
                </a:lnTo>
                <a:lnTo>
                  <a:pt x="5712" y="76338"/>
                </a:lnTo>
                <a:lnTo>
                  <a:pt x="5712" y="77190"/>
                </a:lnTo>
                <a:lnTo>
                  <a:pt x="5712" y="78051"/>
                </a:lnTo>
                <a:lnTo>
                  <a:pt x="6030" y="78912"/>
                </a:lnTo>
                <a:lnTo>
                  <a:pt x="6030" y="79551"/>
                </a:lnTo>
                <a:lnTo>
                  <a:pt x="6030" y="80625"/>
                </a:lnTo>
                <a:lnTo>
                  <a:pt x="6030" y="81486"/>
                </a:lnTo>
                <a:lnTo>
                  <a:pt x="6030" y="82125"/>
                </a:lnTo>
                <a:lnTo>
                  <a:pt x="6030" y="82986"/>
                </a:lnTo>
                <a:lnTo>
                  <a:pt x="6030" y="83838"/>
                </a:lnTo>
                <a:lnTo>
                  <a:pt x="6030" y="84699"/>
                </a:lnTo>
                <a:lnTo>
                  <a:pt x="6030" y="85338"/>
                </a:lnTo>
                <a:lnTo>
                  <a:pt x="6506" y="86412"/>
                </a:lnTo>
                <a:lnTo>
                  <a:pt x="6506" y="87060"/>
                </a:lnTo>
                <a:lnTo>
                  <a:pt x="6506" y="87699"/>
                </a:lnTo>
                <a:lnTo>
                  <a:pt x="6506" y="88773"/>
                </a:lnTo>
                <a:lnTo>
                  <a:pt x="6506" y="89412"/>
                </a:lnTo>
                <a:lnTo>
                  <a:pt x="6823" y="90273"/>
                </a:lnTo>
                <a:lnTo>
                  <a:pt x="6823" y="91134"/>
                </a:lnTo>
                <a:lnTo>
                  <a:pt x="6823" y="91986"/>
                </a:lnTo>
                <a:lnTo>
                  <a:pt x="6823" y="92634"/>
                </a:lnTo>
                <a:lnTo>
                  <a:pt x="6823" y="93486"/>
                </a:lnTo>
                <a:lnTo>
                  <a:pt x="7299" y="94347"/>
                </a:lnTo>
                <a:lnTo>
                  <a:pt x="7299" y="94995"/>
                </a:lnTo>
                <a:lnTo>
                  <a:pt x="7299" y="95847"/>
                </a:lnTo>
                <a:lnTo>
                  <a:pt x="7299" y="96708"/>
                </a:lnTo>
                <a:lnTo>
                  <a:pt x="7616" y="97347"/>
                </a:lnTo>
                <a:lnTo>
                  <a:pt x="7616" y="98208"/>
                </a:lnTo>
                <a:lnTo>
                  <a:pt x="7616" y="98847"/>
                </a:lnTo>
                <a:lnTo>
                  <a:pt x="7616" y="99708"/>
                </a:lnTo>
                <a:lnTo>
                  <a:pt x="7616" y="100569"/>
                </a:lnTo>
                <a:lnTo>
                  <a:pt x="7934" y="101208"/>
                </a:lnTo>
                <a:lnTo>
                  <a:pt x="7934" y="101855"/>
                </a:lnTo>
                <a:lnTo>
                  <a:pt x="7934" y="102921"/>
                </a:lnTo>
                <a:lnTo>
                  <a:pt x="7934" y="103568"/>
                </a:lnTo>
                <a:lnTo>
                  <a:pt x="7934" y="104207"/>
                </a:lnTo>
                <a:lnTo>
                  <a:pt x="8410" y="105068"/>
                </a:lnTo>
                <a:lnTo>
                  <a:pt x="8410" y="105707"/>
                </a:lnTo>
                <a:lnTo>
                  <a:pt x="8410" y="106568"/>
                </a:lnTo>
                <a:lnTo>
                  <a:pt x="8410" y="107429"/>
                </a:lnTo>
                <a:lnTo>
                  <a:pt x="8410" y="108068"/>
                </a:lnTo>
                <a:lnTo>
                  <a:pt x="8410" y="108929"/>
                </a:lnTo>
                <a:lnTo>
                  <a:pt x="8410" y="109568"/>
                </a:lnTo>
                <a:lnTo>
                  <a:pt x="8410" y="110216"/>
                </a:lnTo>
                <a:lnTo>
                  <a:pt x="8410" y="111068"/>
                </a:lnTo>
                <a:lnTo>
                  <a:pt x="8727" y="111716"/>
                </a:lnTo>
                <a:lnTo>
                  <a:pt x="8727" y="112577"/>
                </a:lnTo>
                <a:lnTo>
                  <a:pt x="8727" y="113216"/>
                </a:lnTo>
                <a:lnTo>
                  <a:pt x="8727" y="113864"/>
                </a:lnTo>
                <a:lnTo>
                  <a:pt x="8727" y="114716"/>
                </a:lnTo>
                <a:lnTo>
                  <a:pt x="9203" y="115364"/>
                </a:lnTo>
                <a:lnTo>
                  <a:pt x="9203" y="116216"/>
                </a:lnTo>
                <a:lnTo>
                  <a:pt x="9203" y="116864"/>
                </a:lnTo>
                <a:lnTo>
                  <a:pt x="9203" y="117503"/>
                </a:lnTo>
                <a:lnTo>
                  <a:pt x="9203" y="118364"/>
                </a:lnTo>
                <a:lnTo>
                  <a:pt x="9521" y="119003"/>
                </a:lnTo>
                <a:lnTo>
                  <a:pt x="9521" y="119651"/>
                </a:lnTo>
                <a:lnTo>
                  <a:pt x="9521" y="120503"/>
                </a:lnTo>
                <a:lnTo>
                  <a:pt x="9521" y="120938"/>
                </a:lnTo>
                <a:lnTo>
                  <a:pt x="9521" y="121790"/>
                </a:lnTo>
                <a:lnTo>
                  <a:pt x="9838" y="122438"/>
                </a:lnTo>
                <a:lnTo>
                  <a:pt x="9838" y="123299"/>
                </a:lnTo>
                <a:lnTo>
                  <a:pt x="9838" y="123938"/>
                </a:lnTo>
                <a:lnTo>
                  <a:pt x="9838" y="124577"/>
                </a:lnTo>
                <a:lnTo>
                  <a:pt x="10314" y="125225"/>
                </a:lnTo>
                <a:lnTo>
                  <a:pt x="10314" y="125864"/>
                </a:lnTo>
                <a:lnTo>
                  <a:pt x="10314" y="126725"/>
                </a:lnTo>
                <a:lnTo>
                  <a:pt x="10314" y="127373"/>
                </a:lnTo>
                <a:lnTo>
                  <a:pt x="10314" y="128012"/>
                </a:lnTo>
                <a:lnTo>
                  <a:pt x="10314" y="128651"/>
                </a:lnTo>
                <a:lnTo>
                  <a:pt x="10314" y="129299"/>
                </a:lnTo>
                <a:lnTo>
                  <a:pt x="10314" y="129938"/>
                </a:lnTo>
                <a:lnTo>
                  <a:pt x="10314" y="130586"/>
                </a:lnTo>
                <a:lnTo>
                  <a:pt x="10314" y="131447"/>
                </a:lnTo>
                <a:lnTo>
                  <a:pt x="10631" y="132086"/>
                </a:lnTo>
                <a:lnTo>
                  <a:pt x="10631" y="132725"/>
                </a:lnTo>
                <a:lnTo>
                  <a:pt x="10631" y="133373"/>
                </a:lnTo>
                <a:lnTo>
                  <a:pt x="10631" y="133799"/>
                </a:lnTo>
                <a:lnTo>
                  <a:pt x="10631" y="134660"/>
                </a:lnTo>
                <a:lnTo>
                  <a:pt x="11108" y="135299"/>
                </a:lnTo>
                <a:lnTo>
                  <a:pt x="11108" y="135946"/>
                </a:lnTo>
                <a:lnTo>
                  <a:pt x="11108" y="136586"/>
                </a:lnTo>
                <a:lnTo>
                  <a:pt x="11108" y="137233"/>
                </a:lnTo>
                <a:lnTo>
                  <a:pt x="11108" y="137872"/>
                </a:lnTo>
                <a:lnTo>
                  <a:pt x="11425" y="138520"/>
                </a:lnTo>
                <a:lnTo>
                  <a:pt x="11425" y="139159"/>
                </a:lnTo>
                <a:lnTo>
                  <a:pt x="11425" y="139807"/>
                </a:lnTo>
                <a:lnTo>
                  <a:pt x="11425" y="140446"/>
                </a:lnTo>
                <a:lnTo>
                  <a:pt x="11901" y="140881"/>
                </a:lnTo>
                <a:lnTo>
                  <a:pt x="11901" y="141733"/>
                </a:lnTo>
                <a:lnTo>
                  <a:pt x="11901" y="142159"/>
                </a:lnTo>
                <a:lnTo>
                  <a:pt x="11901" y="143020"/>
                </a:lnTo>
                <a:lnTo>
                  <a:pt x="11901" y="143446"/>
                </a:lnTo>
                <a:lnTo>
                  <a:pt x="12218" y="144094"/>
                </a:lnTo>
                <a:lnTo>
                  <a:pt x="12218" y="144733"/>
                </a:lnTo>
                <a:lnTo>
                  <a:pt x="12218" y="145381"/>
                </a:lnTo>
                <a:lnTo>
                  <a:pt x="12218" y="146020"/>
                </a:lnTo>
                <a:lnTo>
                  <a:pt x="12218" y="146668"/>
                </a:lnTo>
                <a:lnTo>
                  <a:pt x="12536" y="147094"/>
                </a:lnTo>
                <a:lnTo>
                  <a:pt x="12536" y="147742"/>
                </a:lnTo>
                <a:lnTo>
                  <a:pt x="12536" y="148381"/>
                </a:lnTo>
                <a:lnTo>
                  <a:pt x="12536" y="149029"/>
                </a:lnTo>
                <a:lnTo>
                  <a:pt x="12536" y="149455"/>
                </a:lnTo>
                <a:lnTo>
                  <a:pt x="12536" y="150316"/>
                </a:lnTo>
                <a:lnTo>
                  <a:pt x="12536" y="150742"/>
                </a:lnTo>
                <a:lnTo>
                  <a:pt x="12536" y="151381"/>
                </a:lnTo>
                <a:lnTo>
                  <a:pt x="12536" y="151816"/>
                </a:lnTo>
                <a:lnTo>
                  <a:pt x="13012" y="152668"/>
                </a:lnTo>
                <a:lnTo>
                  <a:pt x="13012" y="153103"/>
                </a:lnTo>
                <a:lnTo>
                  <a:pt x="13012" y="153742"/>
                </a:lnTo>
                <a:lnTo>
                  <a:pt x="13012" y="154168"/>
                </a:lnTo>
                <a:lnTo>
                  <a:pt x="13012" y="154816"/>
                </a:lnTo>
                <a:lnTo>
                  <a:pt x="13329" y="155242"/>
                </a:lnTo>
                <a:lnTo>
                  <a:pt x="13329" y="155890"/>
                </a:lnTo>
                <a:lnTo>
                  <a:pt x="13329" y="156529"/>
                </a:lnTo>
                <a:lnTo>
                  <a:pt x="13329" y="157177"/>
                </a:lnTo>
                <a:lnTo>
                  <a:pt x="13329" y="157603"/>
                </a:lnTo>
                <a:lnTo>
                  <a:pt x="13805" y="158242"/>
                </a:lnTo>
              </a:path>
            </a:pathLst>
          </a:custGeom>
          <a:ln w="1947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733691" y="4027306"/>
            <a:ext cx="13329" cy="58543"/>
          </a:xfrm>
          <a:custGeom>
            <a:avLst/>
            <a:gdLst/>
            <a:ahLst/>
            <a:cxnLst/>
            <a:rect l="l" t="t" r="r" b="b"/>
            <a:pathLst>
              <a:path w="13329" h="58543">
                <a:moveTo>
                  <a:pt x="0" y="0"/>
                </a:moveTo>
                <a:lnTo>
                  <a:pt x="0" y="434"/>
                </a:lnTo>
                <a:lnTo>
                  <a:pt x="0" y="1073"/>
                </a:lnTo>
                <a:lnTo>
                  <a:pt x="0" y="1508"/>
                </a:lnTo>
                <a:lnTo>
                  <a:pt x="0" y="2147"/>
                </a:lnTo>
                <a:lnTo>
                  <a:pt x="317" y="2786"/>
                </a:lnTo>
                <a:lnTo>
                  <a:pt x="317" y="3221"/>
                </a:lnTo>
                <a:lnTo>
                  <a:pt x="317" y="3860"/>
                </a:lnTo>
                <a:lnTo>
                  <a:pt x="317" y="4295"/>
                </a:lnTo>
                <a:lnTo>
                  <a:pt x="634" y="4934"/>
                </a:lnTo>
                <a:lnTo>
                  <a:pt x="634" y="5360"/>
                </a:lnTo>
                <a:lnTo>
                  <a:pt x="634" y="6008"/>
                </a:lnTo>
                <a:lnTo>
                  <a:pt x="634" y="6221"/>
                </a:lnTo>
                <a:lnTo>
                  <a:pt x="634" y="6869"/>
                </a:lnTo>
                <a:lnTo>
                  <a:pt x="634" y="7508"/>
                </a:lnTo>
                <a:lnTo>
                  <a:pt x="634" y="7934"/>
                </a:lnTo>
                <a:lnTo>
                  <a:pt x="634" y="8582"/>
                </a:lnTo>
                <a:lnTo>
                  <a:pt x="634" y="9008"/>
                </a:lnTo>
                <a:lnTo>
                  <a:pt x="634" y="9656"/>
                </a:lnTo>
                <a:lnTo>
                  <a:pt x="1110" y="9869"/>
                </a:lnTo>
                <a:lnTo>
                  <a:pt x="1110" y="10508"/>
                </a:lnTo>
                <a:lnTo>
                  <a:pt x="1110" y="10943"/>
                </a:lnTo>
                <a:lnTo>
                  <a:pt x="1110" y="11582"/>
                </a:lnTo>
                <a:lnTo>
                  <a:pt x="1110" y="12008"/>
                </a:lnTo>
                <a:lnTo>
                  <a:pt x="1428" y="12443"/>
                </a:lnTo>
                <a:lnTo>
                  <a:pt x="1428" y="13082"/>
                </a:lnTo>
                <a:lnTo>
                  <a:pt x="1428" y="13508"/>
                </a:lnTo>
                <a:lnTo>
                  <a:pt x="1428" y="13943"/>
                </a:lnTo>
                <a:lnTo>
                  <a:pt x="1904" y="14582"/>
                </a:lnTo>
                <a:lnTo>
                  <a:pt x="1904" y="15017"/>
                </a:lnTo>
                <a:lnTo>
                  <a:pt x="1904" y="15443"/>
                </a:lnTo>
                <a:lnTo>
                  <a:pt x="1904" y="15869"/>
                </a:lnTo>
                <a:lnTo>
                  <a:pt x="1904" y="16295"/>
                </a:lnTo>
                <a:lnTo>
                  <a:pt x="2221" y="16943"/>
                </a:lnTo>
                <a:lnTo>
                  <a:pt x="2221" y="17369"/>
                </a:lnTo>
                <a:lnTo>
                  <a:pt x="2221" y="17804"/>
                </a:lnTo>
                <a:lnTo>
                  <a:pt x="2221" y="18230"/>
                </a:lnTo>
                <a:lnTo>
                  <a:pt x="2221" y="18656"/>
                </a:lnTo>
                <a:lnTo>
                  <a:pt x="2697" y="19304"/>
                </a:lnTo>
                <a:lnTo>
                  <a:pt x="2697" y="19517"/>
                </a:lnTo>
                <a:lnTo>
                  <a:pt x="2697" y="20156"/>
                </a:lnTo>
                <a:lnTo>
                  <a:pt x="2697" y="20378"/>
                </a:lnTo>
                <a:lnTo>
                  <a:pt x="2697" y="21017"/>
                </a:lnTo>
                <a:lnTo>
                  <a:pt x="2697" y="21443"/>
                </a:lnTo>
                <a:lnTo>
                  <a:pt x="2697" y="21878"/>
                </a:lnTo>
                <a:lnTo>
                  <a:pt x="2697" y="22304"/>
                </a:lnTo>
                <a:lnTo>
                  <a:pt x="2697" y="22730"/>
                </a:lnTo>
                <a:lnTo>
                  <a:pt x="3015" y="23165"/>
                </a:lnTo>
                <a:lnTo>
                  <a:pt x="3015" y="23591"/>
                </a:lnTo>
                <a:lnTo>
                  <a:pt x="3015" y="24017"/>
                </a:lnTo>
                <a:lnTo>
                  <a:pt x="3015" y="24452"/>
                </a:lnTo>
                <a:lnTo>
                  <a:pt x="3015" y="24878"/>
                </a:lnTo>
                <a:lnTo>
                  <a:pt x="3332" y="25304"/>
                </a:lnTo>
                <a:lnTo>
                  <a:pt x="3332" y="25730"/>
                </a:lnTo>
                <a:lnTo>
                  <a:pt x="3332" y="26165"/>
                </a:lnTo>
                <a:lnTo>
                  <a:pt x="3332" y="26591"/>
                </a:lnTo>
                <a:lnTo>
                  <a:pt x="3332" y="27017"/>
                </a:lnTo>
                <a:lnTo>
                  <a:pt x="3808" y="27452"/>
                </a:lnTo>
                <a:lnTo>
                  <a:pt x="3808" y="27665"/>
                </a:lnTo>
                <a:lnTo>
                  <a:pt x="3808" y="28304"/>
                </a:lnTo>
                <a:lnTo>
                  <a:pt x="3808" y="28739"/>
                </a:lnTo>
                <a:lnTo>
                  <a:pt x="3808" y="28952"/>
                </a:lnTo>
                <a:lnTo>
                  <a:pt x="4125" y="29378"/>
                </a:lnTo>
                <a:lnTo>
                  <a:pt x="4125" y="29804"/>
                </a:lnTo>
                <a:lnTo>
                  <a:pt x="4125" y="30239"/>
                </a:lnTo>
                <a:lnTo>
                  <a:pt x="4125" y="30665"/>
                </a:lnTo>
                <a:lnTo>
                  <a:pt x="4601" y="31091"/>
                </a:lnTo>
                <a:lnTo>
                  <a:pt x="4601" y="31312"/>
                </a:lnTo>
                <a:lnTo>
                  <a:pt x="4601" y="31739"/>
                </a:lnTo>
                <a:lnTo>
                  <a:pt x="4601" y="32165"/>
                </a:lnTo>
                <a:lnTo>
                  <a:pt x="4601" y="32378"/>
                </a:lnTo>
                <a:lnTo>
                  <a:pt x="4919" y="32812"/>
                </a:lnTo>
                <a:lnTo>
                  <a:pt x="4919" y="33238"/>
                </a:lnTo>
                <a:lnTo>
                  <a:pt x="4919" y="33451"/>
                </a:lnTo>
                <a:lnTo>
                  <a:pt x="4919" y="33886"/>
                </a:lnTo>
                <a:lnTo>
                  <a:pt x="4919" y="34312"/>
                </a:lnTo>
                <a:lnTo>
                  <a:pt x="4919" y="34525"/>
                </a:lnTo>
                <a:lnTo>
                  <a:pt x="4919" y="34951"/>
                </a:lnTo>
                <a:lnTo>
                  <a:pt x="4919" y="35386"/>
                </a:lnTo>
                <a:lnTo>
                  <a:pt x="4919" y="35812"/>
                </a:lnTo>
                <a:lnTo>
                  <a:pt x="4919" y="36025"/>
                </a:lnTo>
                <a:lnTo>
                  <a:pt x="5236" y="36451"/>
                </a:lnTo>
                <a:lnTo>
                  <a:pt x="5236" y="36886"/>
                </a:lnTo>
                <a:lnTo>
                  <a:pt x="5236" y="37099"/>
                </a:lnTo>
                <a:lnTo>
                  <a:pt x="5236" y="37525"/>
                </a:lnTo>
                <a:lnTo>
                  <a:pt x="5712" y="37738"/>
                </a:lnTo>
                <a:lnTo>
                  <a:pt x="5712" y="38173"/>
                </a:lnTo>
                <a:lnTo>
                  <a:pt x="5712" y="38386"/>
                </a:lnTo>
                <a:lnTo>
                  <a:pt x="5712" y="38812"/>
                </a:lnTo>
                <a:lnTo>
                  <a:pt x="5712" y="39238"/>
                </a:lnTo>
                <a:lnTo>
                  <a:pt x="6030" y="39460"/>
                </a:lnTo>
                <a:lnTo>
                  <a:pt x="6030" y="39673"/>
                </a:lnTo>
                <a:lnTo>
                  <a:pt x="6030" y="40099"/>
                </a:lnTo>
                <a:lnTo>
                  <a:pt x="6030" y="40525"/>
                </a:lnTo>
                <a:lnTo>
                  <a:pt x="6506" y="40960"/>
                </a:lnTo>
                <a:lnTo>
                  <a:pt x="6506" y="41386"/>
                </a:lnTo>
                <a:lnTo>
                  <a:pt x="6506" y="41812"/>
                </a:lnTo>
                <a:lnTo>
                  <a:pt x="6506" y="42247"/>
                </a:lnTo>
                <a:lnTo>
                  <a:pt x="6823" y="42673"/>
                </a:lnTo>
                <a:lnTo>
                  <a:pt x="6823" y="42886"/>
                </a:lnTo>
                <a:lnTo>
                  <a:pt x="6823" y="43099"/>
                </a:lnTo>
                <a:lnTo>
                  <a:pt x="6823" y="43321"/>
                </a:lnTo>
                <a:lnTo>
                  <a:pt x="6823" y="43747"/>
                </a:lnTo>
                <a:lnTo>
                  <a:pt x="6823" y="43960"/>
                </a:lnTo>
                <a:lnTo>
                  <a:pt x="6823" y="44173"/>
                </a:lnTo>
                <a:lnTo>
                  <a:pt x="6823" y="44599"/>
                </a:lnTo>
                <a:lnTo>
                  <a:pt x="6823" y="44821"/>
                </a:lnTo>
                <a:lnTo>
                  <a:pt x="7299" y="45247"/>
                </a:lnTo>
                <a:lnTo>
                  <a:pt x="7299" y="45460"/>
                </a:lnTo>
                <a:lnTo>
                  <a:pt x="7299" y="45886"/>
                </a:lnTo>
                <a:lnTo>
                  <a:pt x="7299" y="46108"/>
                </a:lnTo>
                <a:lnTo>
                  <a:pt x="7616" y="46534"/>
                </a:lnTo>
                <a:lnTo>
                  <a:pt x="7616" y="46960"/>
                </a:lnTo>
                <a:lnTo>
                  <a:pt x="7616" y="47173"/>
                </a:lnTo>
                <a:lnTo>
                  <a:pt x="7616" y="47395"/>
                </a:lnTo>
                <a:lnTo>
                  <a:pt x="7934" y="47608"/>
                </a:lnTo>
                <a:lnTo>
                  <a:pt x="7934" y="47821"/>
                </a:lnTo>
                <a:lnTo>
                  <a:pt x="7934" y="48034"/>
                </a:lnTo>
                <a:lnTo>
                  <a:pt x="7934" y="48460"/>
                </a:lnTo>
                <a:lnTo>
                  <a:pt x="8410" y="48673"/>
                </a:lnTo>
                <a:lnTo>
                  <a:pt x="8410" y="48895"/>
                </a:lnTo>
                <a:lnTo>
                  <a:pt x="8410" y="49108"/>
                </a:lnTo>
                <a:lnTo>
                  <a:pt x="8410" y="49321"/>
                </a:lnTo>
                <a:lnTo>
                  <a:pt x="8410" y="49534"/>
                </a:lnTo>
                <a:lnTo>
                  <a:pt x="8727" y="49747"/>
                </a:lnTo>
                <a:lnTo>
                  <a:pt x="8727" y="49960"/>
                </a:lnTo>
                <a:lnTo>
                  <a:pt x="8727" y="50182"/>
                </a:lnTo>
                <a:lnTo>
                  <a:pt x="8727" y="50395"/>
                </a:lnTo>
                <a:lnTo>
                  <a:pt x="8727" y="50608"/>
                </a:lnTo>
                <a:lnTo>
                  <a:pt x="9203" y="50821"/>
                </a:lnTo>
                <a:lnTo>
                  <a:pt x="9203" y="51034"/>
                </a:lnTo>
                <a:lnTo>
                  <a:pt x="9203" y="51247"/>
                </a:lnTo>
                <a:lnTo>
                  <a:pt x="9203" y="51682"/>
                </a:lnTo>
                <a:lnTo>
                  <a:pt x="9203" y="51895"/>
                </a:lnTo>
                <a:lnTo>
                  <a:pt x="9203" y="52108"/>
                </a:lnTo>
                <a:lnTo>
                  <a:pt x="9203" y="52321"/>
                </a:lnTo>
                <a:lnTo>
                  <a:pt x="9521" y="52534"/>
                </a:lnTo>
                <a:lnTo>
                  <a:pt x="9521" y="52756"/>
                </a:lnTo>
                <a:lnTo>
                  <a:pt x="9521" y="52969"/>
                </a:lnTo>
                <a:lnTo>
                  <a:pt x="9521" y="53182"/>
                </a:lnTo>
                <a:lnTo>
                  <a:pt x="9521" y="53395"/>
                </a:lnTo>
                <a:lnTo>
                  <a:pt x="9838" y="53608"/>
                </a:lnTo>
                <a:lnTo>
                  <a:pt x="9838" y="53821"/>
                </a:lnTo>
                <a:lnTo>
                  <a:pt x="9838" y="54034"/>
                </a:lnTo>
                <a:lnTo>
                  <a:pt x="10314" y="54256"/>
                </a:lnTo>
                <a:lnTo>
                  <a:pt x="10314" y="54469"/>
                </a:lnTo>
                <a:lnTo>
                  <a:pt x="10314" y="54682"/>
                </a:lnTo>
                <a:lnTo>
                  <a:pt x="10631" y="54895"/>
                </a:lnTo>
                <a:lnTo>
                  <a:pt x="10631" y="55108"/>
                </a:lnTo>
                <a:lnTo>
                  <a:pt x="10631" y="55321"/>
                </a:lnTo>
                <a:lnTo>
                  <a:pt x="11108" y="55543"/>
                </a:lnTo>
                <a:lnTo>
                  <a:pt x="11108" y="55756"/>
                </a:lnTo>
                <a:lnTo>
                  <a:pt x="11108" y="55969"/>
                </a:lnTo>
                <a:lnTo>
                  <a:pt x="11108" y="56182"/>
                </a:lnTo>
                <a:lnTo>
                  <a:pt x="11108" y="56395"/>
                </a:lnTo>
                <a:lnTo>
                  <a:pt x="11108" y="56608"/>
                </a:lnTo>
                <a:lnTo>
                  <a:pt x="11425" y="56830"/>
                </a:lnTo>
                <a:lnTo>
                  <a:pt x="11425" y="57043"/>
                </a:lnTo>
                <a:lnTo>
                  <a:pt x="11742" y="57043"/>
                </a:lnTo>
                <a:lnTo>
                  <a:pt x="11742" y="57256"/>
                </a:lnTo>
                <a:lnTo>
                  <a:pt x="11742" y="57469"/>
                </a:lnTo>
                <a:lnTo>
                  <a:pt x="12218" y="57469"/>
                </a:lnTo>
                <a:lnTo>
                  <a:pt x="12218" y="57682"/>
                </a:lnTo>
                <a:lnTo>
                  <a:pt x="12218" y="57895"/>
                </a:lnTo>
                <a:lnTo>
                  <a:pt x="12536" y="57895"/>
                </a:lnTo>
                <a:lnTo>
                  <a:pt x="12536" y="58108"/>
                </a:lnTo>
                <a:lnTo>
                  <a:pt x="13012" y="58330"/>
                </a:lnTo>
                <a:lnTo>
                  <a:pt x="13329" y="58330"/>
                </a:lnTo>
                <a:lnTo>
                  <a:pt x="13329" y="58543"/>
                </a:lnTo>
              </a:path>
            </a:pathLst>
          </a:custGeom>
          <a:ln w="191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747021" y="4037175"/>
            <a:ext cx="13488" cy="48673"/>
          </a:xfrm>
          <a:custGeom>
            <a:avLst/>
            <a:gdLst/>
            <a:ahLst/>
            <a:cxnLst/>
            <a:rect l="l" t="t" r="r" b="b"/>
            <a:pathLst>
              <a:path w="13488" h="48673">
                <a:moveTo>
                  <a:pt x="0" y="48673"/>
                </a:moveTo>
                <a:lnTo>
                  <a:pt x="476" y="48673"/>
                </a:lnTo>
                <a:lnTo>
                  <a:pt x="793" y="48673"/>
                </a:lnTo>
                <a:lnTo>
                  <a:pt x="1110" y="48673"/>
                </a:lnTo>
                <a:lnTo>
                  <a:pt x="1586" y="48673"/>
                </a:lnTo>
                <a:lnTo>
                  <a:pt x="1586" y="48460"/>
                </a:lnTo>
                <a:lnTo>
                  <a:pt x="1904" y="48460"/>
                </a:lnTo>
                <a:lnTo>
                  <a:pt x="1904" y="48238"/>
                </a:lnTo>
                <a:lnTo>
                  <a:pt x="2380" y="48025"/>
                </a:lnTo>
                <a:lnTo>
                  <a:pt x="2380" y="47812"/>
                </a:lnTo>
                <a:lnTo>
                  <a:pt x="2697" y="47812"/>
                </a:lnTo>
                <a:lnTo>
                  <a:pt x="2697" y="47599"/>
                </a:lnTo>
                <a:lnTo>
                  <a:pt x="2697" y="47386"/>
                </a:lnTo>
                <a:lnTo>
                  <a:pt x="3015" y="47173"/>
                </a:lnTo>
                <a:lnTo>
                  <a:pt x="3015" y="46960"/>
                </a:lnTo>
                <a:lnTo>
                  <a:pt x="3491" y="46960"/>
                </a:lnTo>
                <a:lnTo>
                  <a:pt x="3491" y="46738"/>
                </a:lnTo>
                <a:lnTo>
                  <a:pt x="3491" y="46525"/>
                </a:lnTo>
                <a:lnTo>
                  <a:pt x="3491" y="46312"/>
                </a:lnTo>
                <a:lnTo>
                  <a:pt x="3808" y="46312"/>
                </a:lnTo>
                <a:lnTo>
                  <a:pt x="3808" y="46099"/>
                </a:lnTo>
                <a:lnTo>
                  <a:pt x="4284" y="45886"/>
                </a:lnTo>
                <a:lnTo>
                  <a:pt x="4284" y="45673"/>
                </a:lnTo>
                <a:lnTo>
                  <a:pt x="4284" y="45451"/>
                </a:lnTo>
                <a:lnTo>
                  <a:pt x="4284" y="45238"/>
                </a:lnTo>
                <a:lnTo>
                  <a:pt x="4284" y="45025"/>
                </a:lnTo>
                <a:lnTo>
                  <a:pt x="4284" y="44812"/>
                </a:lnTo>
                <a:lnTo>
                  <a:pt x="4284" y="44599"/>
                </a:lnTo>
                <a:lnTo>
                  <a:pt x="4601" y="44386"/>
                </a:lnTo>
                <a:lnTo>
                  <a:pt x="4601" y="44164"/>
                </a:lnTo>
                <a:lnTo>
                  <a:pt x="4601" y="43951"/>
                </a:lnTo>
                <a:lnTo>
                  <a:pt x="4601" y="43738"/>
                </a:lnTo>
                <a:lnTo>
                  <a:pt x="5077" y="43738"/>
                </a:lnTo>
                <a:lnTo>
                  <a:pt x="5077" y="43525"/>
                </a:lnTo>
                <a:lnTo>
                  <a:pt x="5077" y="43312"/>
                </a:lnTo>
                <a:lnTo>
                  <a:pt x="5077" y="43099"/>
                </a:lnTo>
                <a:lnTo>
                  <a:pt x="5395" y="42886"/>
                </a:lnTo>
                <a:lnTo>
                  <a:pt x="5395" y="42664"/>
                </a:lnTo>
                <a:lnTo>
                  <a:pt x="5395" y="42451"/>
                </a:lnTo>
                <a:lnTo>
                  <a:pt x="5395" y="42238"/>
                </a:lnTo>
                <a:lnTo>
                  <a:pt x="5712" y="42025"/>
                </a:lnTo>
                <a:lnTo>
                  <a:pt x="5712" y="41599"/>
                </a:lnTo>
                <a:lnTo>
                  <a:pt x="5712" y="41377"/>
                </a:lnTo>
                <a:lnTo>
                  <a:pt x="5712" y="41164"/>
                </a:lnTo>
                <a:lnTo>
                  <a:pt x="6188" y="40951"/>
                </a:lnTo>
                <a:lnTo>
                  <a:pt x="6188" y="40738"/>
                </a:lnTo>
                <a:lnTo>
                  <a:pt x="6188" y="40525"/>
                </a:lnTo>
                <a:lnTo>
                  <a:pt x="6188" y="40090"/>
                </a:lnTo>
                <a:lnTo>
                  <a:pt x="6188" y="39877"/>
                </a:lnTo>
                <a:lnTo>
                  <a:pt x="6188" y="39664"/>
                </a:lnTo>
                <a:lnTo>
                  <a:pt x="6188" y="39451"/>
                </a:lnTo>
                <a:lnTo>
                  <a:pt x="6188" y="39025"/>
                </a:lnTo>
                <a:lnTo>
                  <a:pt x="6506" y="39025"/>
                </a:lnTo>
                <a:lnTo>
                  <a:pt x="6506" y="38803"/>
                </a:lnTo>
                <a:lnTo>
                  <a:pt x="6506" y="38377"/>
                </a:lnTo>
                <a:lnTo>
                  <a:pt x="6506" y="38164"/>
                </a:lnTo>
                <a:lnTo>
                  <a:pt x="6506" y="37951"/>
                </a:lnTo>
                <a:lnTo>
                  <a:pt x="6982" y="37738"/>
                </a:lnTo>
                <a:lnTo>
                  <a:pt x="6982" y="37525"/>
                </a:lnTo>
                <a:lnTo>
                  <a:pt x="6982" y="37303"/>
                </a:lnTo>
                <a:lnTo>
                  <a:pt x="6982" y="36877"/>
                </a:lnTo>
                <a:lnTo>
                  <a:pt x="6982" y="36664"/>
                </a:lnTo>
                <a:lnTo>
                  <a:pt x="7299" y="36664"/>
                </a:lnTo>
                <a:lnTo>
                  <a:pt x="7299" y="36238"/>
                </a:lnTo>
                <a:lnTo>
                  <a:pt x="7299" y="36017"/>
                </a:lnTo>
                <a:lnTo>
                  <a:pt x="7299" y="35591"/>
                </a:lnTo>
                <a:lnTo>
                  <a:pt x="7299" y="35377"/>
                </a:lnTo>
                <a:lnTo>
                  <a:pt x="7616" y="35164"/>
                </a:lnTo>
                <a:lnTo>
                  <a:pt x="7616" y="34951"/>
                </a:lnTo>
                <a:lnTo>
                  <a:pt x="7616" y="34517"/>
                </a:lnTo>
                <a:lnTo>
                  <a:pt x="7616" y="34304"/>
                </a:lnTo>
                <a:lnTo>
                  <a:pt x="8093" y="34091"/>
                </a:lnTo>
                <a:lnTo>
                  <a:pt x="8093" y="33665"/>
                </a:lnTo>
                <a:lnTo>
                  <a:pt x="8093" y="33451"/>
                </a:lnTo>
                <a:lnTo>
                  <a:pt x="8093" y="33017"/>
                </a:lnTo>
                <a:lnTo>
                  <a:pt x="8410" y="32591"/>
                </a:lnTo>
                <a:lnTo>
                  <a:pt x="8410" y="32165"/>
                </a:lnTo>
                <a:lnTo>
                  <a:pt x="8410" y="31943"/>
                </a:lnTo>
                <a:lnTo>
                  <a:pt x="8410" y="31730"/>
                </a:lnTo>
                <a:lnTo>
                  <a:pt x="8410" y="31304"/>
                </a:lnTo>
                <a:lnTo>
                  <a:pt x="8410" y="31091"/>
                </a:lnTo>
                <a:lnTo>
                  <a:pt x="8410" y="30656"/>
                </a:lnTo>
                <a:lnTo>
                  <a:pt x="8410" y="30443"/>
                </a:lnTo>
                <a:lnTo>
                  <a:pt x="8410" y="30017"/>
                </a:lnTo>
                <a:lnTo>
                  <a:pt x="8410" y="29804"/>
                </a:lnTo>
                <a:lnTo>
                  <a:pt x="8886" y="29369"/>
                </a:lnTo>
                <a:lnTo>
                  <a:pt x="8886" y="29156"/>
                </a:lnTo>
                <a:lnTo>
                  <a:pt x="8886" y="28730"/>
                </a:lnTo>
                <a:lnTo>
                  <a:pt x="8886" y="28304"/>
                </a:lnTo>
                <a:lnTo>
                  <a:pt x="9203" y="28304"/>
                </a:lnTo>
                <a:lnTo>
                  <a:pt x="9203" y="27869"/>
                </a:lnTo>
                <a:lnTo>
                  <a:pt x="9203" y="27443"/>
                </a:lnTo>
                <a:lnTo>
                  <a:pt x="9203" y="27017"/>
                </a:lnTo>
                <a:lnTo>
                  <a:pt x="9203" y="26804"/>
                </a:lnTo>
                <a:lnTo>
                  <a:pt x="9679" y="26369"/>
                </a:lnTo>
                <a:lnTo>
                  <a:pt x="9679" y="25943"/>
                </a:lnTo>
                <a:lnTo>
                  <a:pt x="9679" y="25730"/>
                </a:lnTo>
                <a:lnTo>
                  <a:pt x="9679" y="25295"/>
                </a:lnTo>
                <a:lnTo>
                  <a:pt x="9679" y="24869"/>
                </a:lnTo>
                <a:lnTo>
                  <a:pt x="9997" y="24656"/>
                </a:lnTo>
                <a:lnTo>
                  <a:pt x="9997" y="24230"/>
                </a:lnTo>
                <a:lnTo>
                  <a:pt x="9997" y="23795"/>
                </a:lnTo>
                <a:lnTo>
                  <a:pt x="9997" y="23582"/>
                </a:lnTo>
                <a:lnTo>
                  <a:pt x="9997" y="23156"/>
                </a:lnTo>
                <a:lnTo>
                  <a:pt x="10314" y="22730"/>
                </a:lnTo>
                <a:lnTo>
                  <a:pt x="10314" y="22295"/>
                </a:lnTo>
                <a:lnTo>
                  <a:pt x="10314" y="22082"/>
                </a:lnTo>
                <a:lnTo>
                  <a:pt x="10314" y="21656"/>
                </a:lnTo>
                <a:lnTo>
                  <a:pt x="10314" y="21221"/>
                </a:lnTo>
                <a:lnTo>
                  <a:pt x="10314" y="20795"/>
                </a:lnTo>
                <a:lnTo>
                  <a:pt x="10314" y="20369"/>
                </a:lnTo>
                <a:lnTo>
                  <a:pt x="10314" y="19934"/>
                </a:lnTo>
                <a:lnTo>
                  <a:pt x="10314" y="19721"/>
                </a:lnTo>
                <a:lnTo>
                  <a:pt x="10790" y="19295"/>
                </a:lnTo>
                <a:lnTo>
                  <a:pt x="10790" y="18869"/>
                </a:lnTo>
                <a:lnTo>
                  <a:pt x="10790" y="18434"/>
                </a:lnTo>
                <a:lnTo>
                  <a:pt x="10790" y="18008"/>
                </a:lnTo>
                <a:lnTo>
                  <a:pt x="10790" y="17582"/>
                </a:lnTo>
                <a:lnTo>
                  <a:pt x="11108" y="17147"/>
                </a:lnTo>
                <a:lnTo>
                  <a:pt x="11108" y="16721"/>
                </a:lnTo>
                <a:lnTo>
                  <a:pt x="11108" y="16508"/>
                </a:lnTo>
                <a:lnTo>
                  <a:pt x="11108" y="16082"/>
                </a:lnTo>
                <a:lnTo>
                  <a:pt x="11108" y="15434"/>
                </a:lnTo>
                <a:lnTo>
                  <a:pt x="11584" y="15221"/>
                </a:lnTo>
                <a:lnTo>
                  <a:pt x="11584" y="14582"/>
                </a:lnTo>
                <a:lnTo>
                  <a:pt x="11584" y="14147"/>
                </a:lnTo>
                <a:lnTo>
                  <a:pt x="11584" y="13934"/>
                </a:lnTo>
                <a:lnTo>
                  <a:pt x="11901" y="13295"/>
                </a:lnTo>
                <a:lnTo>
                  <a:pt x="11901" y="12860"/>
                </a:lnTo>
                <a:lnTo>
                  <a:pt x="11901" y="12434"/>
                </a:lnTo>
                <a:lnTo>
                  <a:pt x="11901" y="12008"/>
                </a:lnTo>
                <a:lnTo>
                  <a:pt x="11901" y="11573"/>
                </a:lnTo>
                <a:lnTo>
                  <a:pt x="12218" y="11147"/>
                </a:lnTo>
                <a:lnTo>
                  <a:pt x="12218" y="10508"/>
                </a:lnTo>
                <a:lnTo>
                  <a:pt x="12218" y="10286"/>
                </a:lnTo>
                <a:lnTo>
                  <a:pt x="12218" y="9647"/>
                </a:lnTo>
                <a:lnTo>
                  <a:pt x="12218" y="9434"/>
                </a:lnTo>
                <a:lnTo>
                  <a:pt x="12218" y="8786"/>
                </a:lnTo>
                <a:lnTo>
                  <a:pt x="12218" y="8360"/>
                </a:lnTo>
                <a:lnTo>
                  <a:pt x="12218" y="7934"/>
                </a:lnTo>
                <a:lnTo>
                  <a:pt x="12218" y="7499"/>
                </a:lnTo>
                <a:lnTo>
                  <a:pt x="12218" y="7073"/>
                </a:lnTo>
                <a:lnTo>
                  <a:pt x="12694" y="6425"/>
                </a:lnTo>
                <a:lnTo>
                  <a:pt x="12694" y="5999"/>
                </a:lnTo>
                <a:lnTo>
                  <a:pt x="12694" y="5573"/>
                </a:lnTo>
                <a:lnTo>
                  <a:pt x="12694" y="4925"/>
                </a:lnTo>
                <a:lnTo>
                  <a:pt x="12694" y="4712"/>
                </a:lnTo>
                <a:lnTo>
                  <a:pt x="13012" y="4073"/>
                </a:lnTo>
                <a:lnTo>
                  <a:pt x="13012" y="3425"/>
                </a:lnTo>
                <a:lnTo>
                  <a:pt x="13012" y="2999"/>
                </a:lnTo>
                <a:lnTo>
                  <a:pt x="13012" y="2573"/>
                </a:lnTo>
                <a:lnTo>
                  <a:pt x="13488" y="2139"/>
                </a:lnTo>
                <a:lnTo>
                  <a:pt x="13488" y="1499"/>
                </a:lnTo>
                <a:lnTo>
                  <a:pt x="13488" y="1073"/>
                </a:lnTo>
                <a:lnTo>
                  <a:pt x="13488" y="639"/>
                </a:lnTo>
                <a:lnTo>
                  <a:pt x="13488" y="0"/>
                </a:lnTo>
              </a:path>
            </a:pathLst>
          </a:custGeom>
          <a:ln w="189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760509" y="3883220"/>
            <a:ext cx="13805" cy="153955"/>
          </a:xfrm>
          <a:custGeom>
            <a:avLst/>
            <a:gdLst/>
            <a:ahLst/>
            <a:cxnLst/>
            <a:rect l="l" t="t" r="r" b="b"/>
            <a:pathLst>
              <a:path w="13805" h="153955">
                <a:moveTo>
                  <a:pt x="0" y="153955"/>
                </a:moveTo>
                <a:lnTo>
                  <a:pt x="317" y="153520"/>
                </a:lnTo>
                <a:lnTo>
                  <a:pt x="317" y="152881"/>
                </a:lnTo>
                <a:lnTo>
                  <a:pt x="317" y="152455"/>
                </a:lnTo>
                <a:lnTo>
                  <a:pt x="317" y="151807"/>
                </a:lnTo>
                <a:lnTo>
                  <a:pt x="317" y="151381"/>
                </a:lnTo>
                <a:lnTo>
                  <a:pt x="634" y="150733"/>
                </a:lnTo>
                <a:lnTo>
                  <a:pt x="634" y="150307"/>
                </a:lnTo>
                <a:lnTo>
                  <a:pt x="634" y="149881"/>
                </a:lnTo>
                <a:lnTo>
                  <a:pt x="634" y="149233"/>
                </a:lnTo>
                <a:lnTo>
                  <a:pt x="634" y="148807"/>
                </a:lnTo>
                <a:lnTo>
                  <a:pt x="1110" y="148159"/>
                </a:lnTo>
                <a:lnTo>
                  <a:pt x="1110" y="147733"/>
                </a:lnTo>
                <a:lnTo>
                  <a:pt x="1110" y="147094"/>
                </a:lnTo>
                <a:lnTo>
                  <a:pt x="1110" y="146659"/>
                </a:lnTo>
                <a:lnTo>
                  <a:pt x="1110" y="145807"/>
                </a:lnTo>
                <a:lnTo>
                  <a:pt x="1110" y="145372"/>
                </a:lnTo>
                <a:lnTo>
                  <a:pt x="1110" y="144733"/>
                </a:lnTo>
                <a:lnTo>
                  <a:pt x="1110" y="144307"/>
                </a:lnTo>
                <a:lnTo>
                  <a:pt x="1110" y="143659"/>
                </a:lnTo>
                <a:lnTo>
                  <a:pt x="1428" y="143233"/>
                </a:lnTo>
                <a:lnTo>
                  <a:pt x="1428" y="142585"/>
                </a:lnTo>
                <a:lnTo>
                  <a:pt x="1428" y="142159"/>
                </a:lnTo>
                <a:lnTo>
                  <a:pt x="1428" y="141520"/>
                </a:lnTo>
                <a:lnTo>
                  <a:pt x="1428" y="140872"/>
                </a:lnTo>
                <a:lnTo>
                  <a:pt x="1904" y="140233"/>
                </a:lnTo>
                <a:lnTo>
                  <a:pt x="1904" y="139798"/>
                </a:lnTo>
                <a:lnTo>
                  <a:pt x="1904" y="139159"/>
                </a:lnTo>
                <a:lnTo>
                  <a:pt x="1904" y="138512"/>
                </a:lnTo>
                <a:lnTo>
                  <a:pt x="1904" y="137872"/>
                </a:lnTo>
                <a:lnTo>
                  <a:pt x="2221" y="137438"/>
                </a:lnTo>
                <a:lnTo>
                  <a:pt x="2221" y="136799"/>
                </a:lnTo>
                <a:lnTo>
                  <a:pt x="2221" y="136160"/>
                </a:lnTo>
                <a:lnTo>
                  <a:pt x="2221" y="135512"/>
                </a:lnTo>
                <a:lnTo>
                  <a:pt x="2697" y="135086"/>
                </a:lnTo>
                <a:lnTo>
                  <a:pt x="2697" y="134225"/>
                </a:lnTo>
                <a:lnTo>
                  <a:pt x="2697" y="133799"/>
                </a:lnTo>
                <a:lnTo>
                  <a:pt x="2697" y="133151"/>
                </a:lnTo>
                <a:lnTo>
                  <a:pt x="2697" y="132512"/>
                </a:lnTo>
                <a:lnTo>
                  <a:pt x="3015" y="131864"/>
                </a:lnTo>
                <a:lnTo>
                  <a:pt x="3015" y="131225"/>
                </a:lnTo>
                <a:lnTo>
                  <a:pt x="3015" y="130577"/>
                </a:lnTo>
                <a:lnTo>
                  <a:pt x="3015" y="130151"/>
                </a:lnTo>
                <a:lnTo>
                  <a:pt x="3015" y="129290"/>
                </a:lnTo>
                <a:lnTo>
                  <a:pt x="3015" y="128864"/>
                </a:lnTo>
                <a:lnTo>
                  <a:pt x="3015" y="128003"/>
                </a:lnTo>
                <a:lnTo>
                  <a:pt x="3015" y="127577"/>
                </a:lnTo>
                <a:lnTo>
                  <a:pt x="3015" y="126725"/>
                </a:lnTo>
                <a:lnTo>
                  <a:pt x="3015" y="126290"/>
                </a:lnTo>
                <a:lnTo>
                  <a:pt x="3332" y="125651"/>
                </a:lnTo>
                <a:lnTo>
                  <a:pt x="3332" y="125003"/>
                </a:lnTo>
                <a:lnTo>
                  <a:pt x="3332" y="124364"/>
                </a:lnTo>
                <a:lnTo>
                  <a:pt x="3332" y="123503"/>
                </a:lnTo>
                <a:lnTo>
                  <a:pt x="3808" y="123077"/>
                </a:lnTo>
                <a:lnTo>
                  <a:pt x="3808" y="122216"/>
                </a:lnTo>
                <a:lnTo>
                  <a:pt x="3808" y="121577"/>
                </a:lnTo>
                <a:lnTo>
                  <a:pt x="3808" y="120929"/>
                </a:lnTo>
                <a:lnTo>
                  <a:pt x="3808" y="120290"/>
                </a:lnTo>
                <a:lnTo>
                  <a:pt x="4125" y="119642"/>
                </a:lnTo>
                <a:lnTo>
                  <a:pt x="4125" y="119003"/>
                </a:lnTo>
                <a:lnTo>
                  <a:pt x="4125" y="118355"/>
                </a:lnTo>
                <a:lnTo>
                  <a:pt x="4125" y="117503"/>
                </a:lnTo>
                <a:lnTo>
                  <a:pt x="4125" y="117068"/>
                </a:lnTo>
                <a:lnTo>
                  <a:pt x="4601" y="116216"/>
                </a:lnTo>
                <a:lnTo>
                  <a:pt x="4601" y="115568"/>
                </a:lnTo>
                <a:lnTo>
                  <a:pt x="4601" y="114929"/>
                </a:lnTo>
                <a:lnTo>
                  <a:pt x="4601" y="114281"/>
                </a:lnTo>
                <a:lnTo>
                  <a:pt x="4601" y="113642"/>
                </a:lnTo>
                <a:lnTo>
                  <a:pt x="4919" y="112781"/>
                </a:lnTo>
                <a:lnTo>
                  <a:pt x="4919" y="112142"/>
                </a:lnTo>
                <a:lnTo>
                  <a:pt x="4919" y="111494"/>
                </a:lnTo>
                <a:lnTo>
                  <a:pt x="4919" y="110642"/>
                </a:lnTo>
                <a:lnTo>
                  <a:pt x="5236" y="110207"/>
                </a:lnTo>
                <a:lnTo>
                  <a:pt x="5236" y="109355"/>
                </a:lnTo>
                <a:lnTo>
                  <a:pt x="5236" y="108707"/>
                </a:lnTo>
                <a:lnTo>
                  <a:pt x="5236" y="107855"/>
                </a:lnTo>
                <a:lnTo>
                  <a:pt x="5236" y="107207"/>
                </a:lnTo>
                <a:lnTo>
                  <a:pt x="5236" y="106568"/>
                </a:lnTo>
                <a:lnTo>
                  <a:pt x="5236" y="105707"/>
                </a:lnTo>
                <a:lnTo>
                  <a:pt x="5236" y="105060"/>
                </a:lnTo>
                <a:lnTo>
                  <a:pt x="5236" y="104420"/>
                </a:lnTo>
                <a:lnTo>
                  <a:pt x="5236" y="103560"/>
                </a:lnTo>
                <a:lnTo>
                  <a:pt x="5712" y="102921"/>
                </a:lnTo>
                <a:lnTo>
                  <a:pt x="5712" y="102060"/>
                </a:lnTo>
                <a:lnTo>
                  <a:pt x="5712" y="101421"/>
                </a:lnTo>
                <a:lnTo>
                  <a:pt x="5712" y="100773"/>
                </a:lnTo>
                <a:lnTo>
                  <a:pt x="5712" y="99921"/>
                </a:lnTo>
                <a:lnTo>
                  <a:pt x="6030" y="99273"/>
                </a:lnTo>
                <a:lnTo>
                  <a:pt x="6030" y="98421"/>
                </a:lnTo>
                <a:lnTo>
                  <a:pt x="6030" y="97560"/>
                </a:lnTo>
                <a:lnTo>
                  <a:pt x="6030" y="96912"/>
                </a:lnTo>
                <a:lnTo>
                  <a:pt x="6506" y="96060"/>
                </a:lnTo>
                <a:lnTo>
                  <a:pt x="6506" y="95412"/>
                </a:lnTo>
                <a:lnTo>
                  <a:pt x="6506" y="94773"/>
                </a:lnTo>
                <a:lnTo>
                  <a:pt x="6506" y="93912"/>
                </a:lnTo>
                <a:lnTo>
                  <a:pt x="6506" y="93060"/>
                </a:lnTo>
                <a:lnTo>
                  <a:pt x="6823" y="92412"/>
                </a:lnTo>
                <a:lnTo>
                  <a:pt x="6823" y="91551"/>
                </a:lnTo>
                <a:lnTo>
                  <a:pt x="6823" y="90912"/>
                </a:lnTo>
                <a:lnTo>
                  <a:pt x="6823" y="90051"/>
                </a:lnTo>
                <a:lnTo>
                  <a:pt x="6823" y="89199"/>
                </a:lnTo>
                <a:lnTo>
                  <a:pt x="7299" y="88551"/>
                </a:lnTo>
                <a:lnTo>
                  <a:pt x="7299" y="87699"/>
                </a:lnTo>
                <a:lnTo>
                  <a:pt x="7299" y="86838"/>
                </a:lnTo>
                <a:lnTo>
                  <a:pt x="7299" y="86199"/>
                </a:lnTo>
                <a:lnTo>
                  <a:pt x="7299" y="85338"/>
                </a:lnTo>
                <a:lnTo>
                  <a:pt x="7299" y="84477"/>
                </a:lnTo>
                <a:lnTo>
                  <a:pt x="7299" y="83838"/>
                </a:lnTo>
                <a:lnTo>
                  <a:pt x="7299" y="82977"/>
                </a:lnTo>
                <a:lnTo>
                  <a:pt x="7299" y="82116"/>
                </a:lnTo>
                <a:lnTo>
                  <a:pt x="7616" y="81477"/>
                </a:lnTo>
                <a:lnTo>
                  <a:pt x="7616" y="80616"/>
                </a:lnTo>
                <a:lnTo>
                  <a:pt x="7616" y="79764"/>
                </a:lnTo>
                <a:lnTo>
                  <a:pt x="7616" y="78903"/>
                </a:lnTo>
                <a:lnTo>
                  <a:pt x="7616" y="78264"/>
                </a:lnTo>
                <a:lnTo>
                  <a:pt x="7934" y="77190"/>
                </a:lnTo>
                <a:lnTo>
                  <a:pt x="7934" y="76542"/>
                </a:lnTo>
                <a:lnTo>
                  <a:pt x="7934" y="75690"/>
                </a:lnTo>
                <a:lnTo>
                  <a:pt x="7934" y="74829"/>
                </a:lnTo>
                <a:lnTo>
                  <a:pt x="7934" y="73968"/>
                </a:lnTo>
                <a:lnTo>
                  <a:pt x="8410" y="73329"/>
                </a:lnTo>
                <a:lnTo>
                  <a:pt x="8410" y="72468"/>
                </a:lnTo>
                <a:lnTo>
                  <a:pt x="8410" y="71616"/>
                </a:lnTo>
                <a:lnTo>
                  <a:pt x="8410" y="70755"/>
                </a:lnTo>
                <a:lnTo>
                  <a:pt x="8410" y="69895"/>
                </a:lnTo>
                <a:lnTo>
                  <a:pt x="8727" y="69043"/>
                </a:lnTo>
                <a:lnTo>
                  <a:pt x="8727" y="68182"/>
                </a:lnTo>
                <a:lnTo>
                  <a:pt x="8727" y="67330"/>
                </a:lnTo>
                <a:lnTo>
                  <a:pt x="8727" y="66469"/>
                </a:lnTo>
                <a:lnTo>
                  <a:pt x="9203" y="65608"/>
                </a:lnTo>
                <a:lnTo>
                  <a:pt x="9203" y="64756"/>
                </a:lnTo>
                <a:lnTo>
                  <a:pt x="9203" y="64108"/>
                </a:lnTo>
                <a:lnTo>
                  <a:pt x="9203" y="63034"/>
                </a:lnTo>
                <a:lnTo>
                  <a:pt x="9203" y="62182"/>
                </a:lnTo>
                <a:lnTo>
                  <a:pt x="9521" y="61321"/>
                </a:lnTo>
                <a:lnTo>
                  <a:pt x="9521" y="60682"/>
                </a:lnTo>
                <a:lnTo>
                  <a:pt x="9521" y="59608"/>
                </a:lnTo>
                <a:lnTo>
                  <a:pt x="9521" y="58747"/>
                </a:lnTo>
                <a:lnTo>
                  <a:pt x="9521" y="57895"/>
                </a:lnTo>
                <a:lnTo>
                  <a:pt x="9521" y="57034"/>
                </a:lnTo>
                <a:lnTo>
                  <a:pt x="9521" y="56173"/>
                </a:lnTo>
                <a:lnTo>
                  <a:pt x="9521" y="55321"/>
                </a:lnTo>
                <a:lnTo>
                  <a:pt x="9521" y="54460"/>
                </a:lnTo>
                <a:lnTo>
                  <a:pt x="9521" y="53599"/>
                </a:lnTo>
                <a:lnTo>
                  <a:pt x="9838" y="52534"/>
                </a:lnTo>
                <a:lnTo>
                  <a:pt x="9838" y="51673"/>
                </a:lnTo>
                <a:lnTo>
                  <a:pt x="9838" y="50812"/>
                </a:lnTo>
                <a:lnTo>
                  <a:pt x="9838" y="49960"/>
                </a:lnTo>
                <a:lnTo>
                  <a:pt x="10314" y="48886"/>
                </a:lnTo>
                <a:lnTo>
                  <a:pt x="10314" y="48238"/>
                </a:lnTo>
                <a:lnTo>
                  <a:pt x="10314" y="47386"/>
                </a:lnTo>
                <a:lnTo>
                  <a:pt x="10314" y="46525"/>
                </a:lnTo>
                <a:lnTo>
                  <a:pt x="10314" y="45451"/>
                </a:lnTo>
                <a:lnTo>
                  <a:pt x="10631" y="44599"/>
                </a:lnTo>
                <a:lnTo>
                  <a:pt x="10631" y="43738"/>
                </a:lnTo>
                <a:lnTo>
                  <a:pt x="10631" y="42877"/>
                </a:lnTo>
                <a:lnTo>
                  <a:pt x="10631" y="41812"/>
                </a:lnTo>
                <a:lnTo>
                  <a:pt x="10631" y="40738"/>
                </a:lnTo>
                <a:lnTo>
                  <a:pt x="11108" y="39877"/>
                </a:lnTo>
                <a:lnTo>
                  <a:pt x="11108" y="39025"/>
                </a:lnTo>
                <a:lnTo>
                  <a:pt x="11108" y="38164"/>
                </a:lnTo>
                <a:lnTo>
                  <a:pt x="11108" y="37090"/>
                </a:lnTo>
                <a:lnTo>
                  <a:pt x="11108" y="36230"/>
                </a:lnTo>
                <a:lnTo>
                  <a:pt x="11425" y="35377"/>
                </a:lnTo>
                <a:lnTo>
                  <a:pt x="11425" y="34517"/>
                </a:lnTo>
                <a:lnTo>
                  <a:pt x="11425" y="33443"/>
                </a:lnTo>
                <a:lnTo>
                  <a:pt x="11425" y="32378"/>
                </a:lnTo>
                <a:lnTo>
                  <a:pt x="11425" y="31517"/>
                </a:lnTo>
                <a:lnTo>
                  <a:pt x="11425" y="30656"/>
                </a:lnTo>
                <a:lnTo>
                  <a:pt x="11425" y="29804"/>
                </a:lnTo>
                <a:lnTo>
                  <a:pt x="11425" y="28730"/>
                </a:lnTo>
                <a:lnTo>
                  <a:pt x="11425" y="27656"/>
                </a:lnTo>
                <a:lnTo>
                  <a:pt x="11901" y="26795"/>
                </a:lnTo>
                <a:lnTo>
                  <a:pt x="11901" y="25943"/>
                </a:lnTo>
                <a:lnTo>
                  <a:pt x="11901" y="24869"/>
                </a:lnTo>
                <a:lnTo>
                  <a:pt x="11901" y="24008"/>
                </a:lnTo>
                <a:lnTo>
                  <a:pt x="11901" y="22943"/>
                </a:lnTo>
                <a:lnTo>
                  <a:pt x="12218" y="21869"/>
                </a:lnTo>
                <a:lnTo>
                  <a:pt x="12218" y="21008"/>
                </a:lnTo>
                <a:lnTo>
                  <a:pt x="12218" y="20156"/>
                </a:lnTo>
                <a:lnTo>
                  <a:pt x="12218" y="19082"/>
                </a:lnTo>
                <a:lnTo>
                  <a:pt x="12218" y="18221"/>
                </a:lnTo>
                <a:lnTo>
                  <a:pt x="12536" y="16934"/>
                </a:lnTo>
                <a:lnTo>
                  <a:pt x="12536" y="16082"/>
                </a:lnTo>
                <a:lnTo>
                  <a:pt x="12536" y="15221"/>
                </a:lnTo>
                <a:lnTo>
                  <a:pt x="12536" y="14147"/>
                </a:lnTo>
                <a:lnTo>
                  <a:pt x="13012" y="13286"/>
                </a:lnTo>
                <a:lnTo>
                  <a:pt x="13012" y="12221"/>
                </a:lnTo>
                <a:lnTo>
                  <a:pt x="13012" y="11147"/>
                </a:lnTo>
                <a:lnTo>
                  <a:pt x="13012" y="10073"/>
                </a:lnTo>
                <a:lnTo>
                  <a:pt x="13012" y="9212"/>
                </a:lnTo>
                <a:lnTo>
                  <a:pt x="13329" y="8147"/>
                </a:lnTo>
                <a:lnTo>
                  <a:pt x="13329" y="7286"/>
                </a:lnTo>
                <a:lnTo>
                  <a:pt x="13329" y="6212"/>
                </a:lnTo>
                <a:lnTo>
                  <a:pt x="13329" y="5138"/>
                </a:lnTo>
                <a:lnTo>
                  <a:pt x="13329" y="4073"/>
                </a:lnTo>
                <a:lnTo>
                  <a:pt x="13805" y="2999"/>
                </a:lnTo>
                <a:lnTo>
                  <a:pt x="13805" y="2139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4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774315" y="3635556"/>
            <a:ext cx="13329" cy="247663"/>
          </a:xfrm>
          <a:custGeom>
            <a:avLst/>
            <a:gdLst/>
            <a:ahLst/>
            <a:cxnLst/>
            <a:rect l="l" t="t" r="r" b="b"/>
            <a:pathLst>
              <a:path w="13329" h="247663">
                <a:moveTo>
                  <a:pt x="0" y="247663"/>
                </a:moveTo>
                <a:lnTo>
                  <a:pt x="0" y="246802"/>
                </a:lnTo>
                <a:lnTo>
                  <a:pt x="0" y="245728"/>
                </a:lnTo>
                <a:lnTo>
                  <a:pt x="0" y="244654"/>
                </a:lnTo>
                <a:lnTo>
                  <a:pt x="0" y="243589"/>
                </a:lnTo>
                <a:lnTo>
                  <a:pt x="0" y="242515"/>
                </a:lnTo>
                <a:lnTo>
                  <a:pt x="317" y="241441"/>
                </a:lnTo>
                <a:lnTo>
                  <a:pt x="317" y="240581"/>
                </a:lnTo>
                <a:lnTo>
                  <a:pt x="317" y="239515"/>
                </a:lnTo>
                <a:lnTo>
                  <a:pt x="317" y="238441"/>
                </a:lnTo>
                <a:lnTo>
                  <a:pt x="317" y="237368"/>
                </a:lnTo>
                <a:lnTo>
                  <a:pt x="634" y="236294"/>
                </a:lnTo>
                <a:lnTo>
                  <a:pt x="634" y="235220"/>
                </a:lnTo>
                <a:lnTo>
                  <a:pt x="634" y="234155"/>
                </a:lnTo>
                <a:lnTo>
                  <a:pt x="634" y="233081"/>
                </a:lnTo>
                <a:lnTo>
                  <a:pt x="634" y="232220"/>
                </a:lnTo>
                <a:lnTo>
                  <a:pt x="1110" y="231146"/>
                </a:lnTo>
                <a:lnTo>
                  <a:pt x="1110" y="230081"/>
                </a:lnTo>
                <a:lnTo>
                  <a:pt x="1110" y="229007"/>
                </a:lnTo>
                <a:lnTo>
                  <a:pt x="1110" y="227933"/>
                </a:lnTo>
                <a:lnTo>
                  <a:pt x="1110" y="226859"/>
                </a:lnTo>
                <a:lnTo>
                  <a:pt x="1428" y="225572"/>
                </a:lnTo>
                <a:lnTo>
                  <a:pt x="1428" y="224498"/>
                </a:lnTo>
                <a:lnTo>
                  <a:pt x="1428" y="223433"/>
                </a:lnTo>
                <a:lnTo>
                  <a:pt x="1428" y="222572"/>
                </a:lnTo>
                <a:lnTo>
                  <a:pt x="1904" y="221498"/>
                </a:lnTo>
                <a:lnTo>
                  <a:pt x="1904" y="220424"/>
                </a:lnTo>
                <a:lnTo>
                  <a:pt x="1904" y="219359"/>
                </a:lnTo>
                <a:lnTo>
                  <a:pt x="1904" y="218285"/>
                </a:lnTo>
                <a:lnTo>
                  <a:pt x="1904" y="217211"/>
                </a:lnTo>
                <a:lnTo>
                  <a:pt x="1904" y="216137"/>
                </a:lnTo>
                <a:lnTo>
                  <a:pt x="1904" y="215063"/>
                </a:lnTo>
                <a:lnTo>
                  <a:pt x="1904" y="213785"/>
                </a:lnTo>
                <a:lnTo>
                  <a:pt x="1904" y="212711"/>
                </a:lnTo>
                <a:lnTo>
                  <a:pt x="1904" y="211424"/>
                </a:lnTo>
                <a:lnTo>
                  <a:pt x="2221" y="210350"/>
                </a:lnTo>
                <a:lnTo>
                  <a:pt x="2221" y="209276"/>
                </a:lnTo>
                <a:lnTo>
                  <a:pt x="2221" y="208202"/>
                </a:lnTo>
                <a:lnTo>
                  <a:pt x="2221" y="207137"/>
                </a:lnTo>
                <a:lnTo>
                  <a:pt x="2221" y="206063"/>
                </a:lnTo>
                <a:lnTo>
                  <a:pt x="2538" y="204989"/>
                </a:lnTo>
                <a:lnTo>
                  <a:pt x="2538" y="203916"/>
                </a:lnTo>
                <a:lnTo>
                  <a:pt x="2538" y="202629"/>
                </a:lnTo>
                <a:lnTo>
                  <a:pt x="2538" y="201555"/>
                </a:lnTo>
                <a:lnTo>
                  <a:pt x="3015" y="200490"/>
                </a:lnTo>
                <a:lnTo>
                  <a:pt x="3015" y="199416"/>
                </a:lnTo>
                <a:lnTo>
                  <a:pt x="3015" y="198342"/>
                </a:lnTo>
                <a:lnTo>
                  <a:pt x="3015" y="197055"/>
                </a:lnTo>
                <a:lnTo>
                  <a:pt x="3015" y="195981"/>
                </a:lnTo>
                <a:lnTo>
                  <a:pt x="3332" y="194916"/>
                </a:lnTo>
                <a:lnTo>
                  <a:pt x="3332" y="193842"/>
                </a:lnTo>
                <a:lnTo>
                  <a:pt x="3332" y="192555"/>
                </a:lnTo>
                <a:lnTo>
                  <a:pt x="3332" y="191481"/>
                </a:lnTo>
                <a:lnTo>
                  <a:pt x="3332" y="190194"/>
                </a:lnTo>
                <a:lnTo>
                  <a:pt x="3808" y="189120"/>
                </a:lnTo>
                <a:lnTo>
                  <a:pt x="3808" y="187833"/>
                </a:lnTo>
                <a:lnTo>
                  <a:pt x="3808" y="186759"/>
                </a:lnTo>
                <a:lnTo>
                  <a:pt x="3808" y="185481"/>
                </a:lnTo>
                <a:lnTo>
                  <a:pt x="3808" y="184407"/>
                </a:lnTo>
                <a:lnTo>
                  <a:pt x="3808" y="183333"/>
                </a:lnTo>
                <a:lnTo>
                  <a:pt x="3808" y="182046"/>
                </a:lnTo>
                <a:lnTo>
                  <a:pt x="3808" y="180972"/>
                </a:lnTo>
                <a:lnTo>
                  <a:pt x="3808" y="179685"/>
                </a:lnTo>
                <a:lnTo>
                  <a:pt x="4125" y="178611"/>
                </a:lnTo>
                <a:lnTo>
                  <a:pt x="4125" y="177546"/>
                </a:lnTo>
                <a:lnTo>
                  <a:pt x="4125" y="176259"/>
                </a:lnTo>
                <a:lnTo>
                  <a:pt x="4125" y="175185"/>
                </a:lnTo>
                <a:lnTo>
                  <a:pt x="4125" y="173898"/>
                </a:lnTo>
                <a:lnTo>
                  <a:pt x="4601" y="172824"/>
                </a:lnTo>
                <a:lnTo>
                  <a:pt x="4601" y="171537"/>
                </a:lnTo>
                <a:lnTo>
                  <a:pt x="4601" y="170464"/>
                </a:lnTo>
                <a:lnTo>
                  <a:pt x="4601" y="169177"/>
                </a:lnTo>
                <a:lnTo>
                  <a:pt x="4601" y="168112"/>
                </a:lnTo>
                <a:lnTo>
                  <a:pt x="4919" y="166825"/>
                </a:lnTo>
                <a:lnTo>
                  <a:pt x="4919" y="165538"/>
                </a:lnTo>
                <a:lnTo>
                  <a:pt x="4919" y="164464"/>
                </a:lnTo>
                <a:lnTo>
                  <a:pt x="4919" y="163177"/>
                </a:lnTo>
                <a:lnTo>
                  <a:pt x="4919" y="162103"/>
                </a:lnTo>
                <a:lnTo>
                  <a:pt x="5236" y="160816"/>
                </a:lnTo>
                <a:lnTo>
                  <a:pt x="5236" y="159529"/>
                </a:lnTo>
                <a:lnTo>
                  <a:pt x="5236" y="158464"/>
                </a:lnTo>
                <a:lnTo>
                  <a:pt x="5236" y="157177"/>
                </a:lnTo>
                <a:lnTo>
                  <a:pt x="5712" y="155890"/>
                </a:lnTo>
                <a:lnTo>
                  <a:pt x="5712" y="154816"/>
                </a:lnTo>
                <a:lnTo>
                  <a:pt x="5712" y="153529"/>
                </a:lnTo>
                <a:lnTo>
                  <a:pt x="5712" y="152455"/>
                </a:lnTo>
                <a:lnTo>
                  <a:pt x="5712" y="151168"/>
                </a:lnTo>
                <a:lnTo>
                  <a:pt x="6030" y="150094"/>
                </a:lnTo>
                <a:lnTo>
                  <a:pt x="6030" y="148807"/>
                </a:lnTo>
                <a:lnTo>
                  <a:pt x="6030" y="147520"/>
                </a:lnTo>
                <a:lnTo>
                  <a:pt x="6030" y="146455"/>
                </a:lnTo>
                <a:lnTo>
                  <a:pt x="6030" y="145168"/>
                </a:lnTo>
                <a:lnTo>
                  <a:pt x="6030" y="143881"/>
                </a:lnTo>
                <a:lnTo>
                  <a:pt x="6030" y="142594"/>
                </a:lnTo>
                <a:lnTo>
                  <a:pt x="6030" y="141520"/>
                </a:lnTo>
                <a:lnTo>
                  <a:pt x="6030" y="140233"/>
                </a:lnTo>
                <a:lnTo>
                  <a:pt x="6030" y="138946"/>
                </a:lnTo>
                <a:lnTo>
                  <a:pt x="6506" y="137659"/>
                </a:lnTo>
                <a:lnTo>
                  <a:pt x="6506" y="136373"/>
                </a:lnTo>
                <a:lnTo>
                  <a:pt x="6506" y="135086"/>
                </a:lnTo>
                <a:lnTo>
                  <a:pt x="6506" y="133799"/>
                </a:lnTo>
                <a:lnTo>
                  <a:pt x="6823" y="132725"/>
                </a:lnTo>
                <a:lnTo>
                  <a:pt x="6823" y="131438"/>
                </a:lnTo>
                <a:lnTo>
                  <a:pt x="6823" y="130160"/>
                </a:lnTo>
                <a:lnTo>
                  <a:pt x="6823" y="128873"/>
                </a:lnTo>
                <a:lnTo>
                  <a:pt x="6823" y="127586"/>
                </a:lnTo>
                <a:lnTo>
                  <a:pt x="7140" y="126512"/>
                </a:lnTo>
                <a:lnTo>
                  <a:pt x="7140" y="125225"/>
                </a:lnTo>
                <a:lnTo>
                  <a:pt x="7140" y="123938"/>
                </a:lnTo>
                <a:lnTo>
                  <a:pt x="7140" y="122651"/>
                </a:lnTo>
                <a:lnTo>
                  <a:pt x="7140" y="121364"/>
                </a:lnTo>
                <a:lnTo>
                  <a:pt x="7616" y="120077"/>
                </a:lnTo>
                <a:lnTo>
                  <a:pt x="7616" y="118790"/>
                </a:lnTo>
                <a:lnTo>
                  <a:pt x="7616" y="117503"/>
                </a:lnTo>
                <a:lnTo>
                  <a:pt x="7616" y="116216"/>
                </a:lnTo>
                <a:lnTo>
                  <a:pt x="7616" y="114929"/>
                </a:lnTo>
                <a:lnTo>
                  <a:pt x="7934" y="113642"/>
                </a:lnTo>
                <a:lnTo>
                  <a:pt x="7934" y="112355"/>
                </a:lnTo>
                <a:lnTo>
                  <a:pt x="7934" y="111068"/>
                </a:lnTo>
                <a:lnTo>
                  <a:pt x="7934" y="110003"/>
                </a:lnTo>
                <a:lnTo>
                  <a:pt x="7934" y="108494"/>
                </a:lnTo>
                <a:lnTo>
                  <a:pt x="7934" y="107216"/>
                </a:lnTo>
                <a:lnTo>
                  <a:pt x="7934" y="105929"/>
                </a:lnTo>
                <a:lnTo>
                  <a:pt x="7934" y="104642"/>
                </a:lnTo>
                <a:lnTo>
                  <a:pt x="7934" y="103355"/>
                </a:lnTo>
                <a:lnTo>
                  <a:pt x="8410" y="102068"/>
                </a:lnTo>
                <a:lnTo>
                  <a:pt x="8410" y="100569"/>
                </a:lnTo>
                <a:lnTo>
                  <a:pt x="8410" y="99282"/>
                </a:lnTo>
                <a:lnTo>
                  <a:pt x="8410" y="98208"/>
                </a:lnTo>
                <a:lnTo>
                  <a:pt x="8410" y="96921"/>
                </a:lnTo>
                <a:lnTo>
                  <a:pt x="8727" y="95634"/>
                </a:lnTo>
                <a:lnTo>
                  <a:pt x="8727" y="94134"/>
                </a:lnTo>
                <a:lnTo>
                  <a:pt x="8727" y="92847"/>
                </a:lnTo>
                <a:lnTo>
                  <a:pt x="8727" y="91560"/>
                </a:lnTo>
                <a:lnTo>
                  <a:pt x="8727" y="90273"/>
                </a:lnTo>
                <a:lnTo>
                  <a:pt x="9203" y="88773"/>
                </a:lnTo>
                <a:lnTo>
                  <a:pt x="9203" y="87486"/>
                </a:lnTo>
                <a:lnTo>
                  <a:pt x="9203" y="86199"/>
                </a:lnTo>
                <a:lnTo>
                  <a:pt x="9203" y="84912"/>
                </a:lnTo>
                <a:lnTo>
                  <a:pt x="9521" y="83625"/>
                </a:lnTo>
                <a:lnTo>
                  <a:pt x="9521" y="82338"/>
                </a:lnTo>
                <a:lnTo>
                  <a:pt x="9521" y="80838"/>
                </a:lnTo>
                <a:lnTo>
                  <a:pt x="9521" y="79551"/>
                </a:lnTo>
                <a:lnTo>
                  <a:pt x="9521" y="78264"/>
                </a:lnTo>
                <a:lnTo>
                  <a:pt x="9838" y="76764"/>
                </a:lnTo>
                <a:lnTo>
                  <a:pt x="9838" y="75690"/>
                </a:lnTo>
                <a:lnTo>
                  <a:pt x="9838" y="74190"/>
                </a:lnTo>
                <a:lnTo>
                  <a:pt x="9838" y="72903"/>
                </a:lnTo>
                <a:lnTo>
                  <a:pt x="9838" y="71616"/>
                </a:lnTo>
                <a:lnTo>
                  <a:pt x="10314" y="70116"/>
                </a:lnTo>
                <a:lnTo>
                  <a:pt x="10314" y="68829"/>
                </a:lnTo>
                <a:lnTo>
                  <a:pt x="10314" y="67330"/>
                </a:lnTo>
                <a:lnTo>
                  <a:pt x="10314" y="66256"/>
                </a:lnTo>
                <a:lnTo>
                  <a:pt x="10314" y="64756"/>
                </a:lnTo>
                <a:lnTo>
                  <a:pt x="10314" y="63469"/>
                </a:lnTo>
                <a:lnTo>
                  <a:pt x="10314" y="61969"/>
                </a:lnTo>
                <a:lnTo>
                  <a:pt x="10314" y="60682"/>
                </a:lnTo>
                <a:lnTo>
                  <a:pt x="10314" y="59200"/>
                </a:lnTo>
                <a:lnTo>
                  <a:pt x="10631" y="57868"/>
                </a:lnTo>
                <a:lnTo>
                  <a:pt x="10631" y="56626"/>
                </a:lnTo>
                <a:lnTo>
                  <a:pt x="10631" y="55294"/>
                </a:lnTo>
                <a:lnTo>
                  <a:pt x="10631" y="53785"/>
                </a:lnTo>
                <a:lnTo>
                  <a:pt x="10631" y="52277"/>
                </a:lnTo>
                <a:lnTo>
                  <a:pt x="11108" y="51034"/>
                </a:lnTo>
                <a:lnTo>
                  <a:pt x="11108" y="49703"/>
                </a:lnTo>
                <a:lnTo>
                  <a:pt x="11108" y="48460"/>
                </a:lnTo>
                <a:lnTo>
                  <a:pt x="11108" y="46951"/>
                </a:lnTo>
                <a:lnTo>
                  <a:pt x="11108" y="45442"/>
                </a:lnTo>
                <a:lnTo>
                  <a:pt x="11425" y="44200"/>
                </a:lnTo>
                <a:lnTo>
                  <a:pt x="11425" y="42691"/>
                </a:lnTo>
                <a:lnTo>
                  <a:pt x="11425" y="41360"/>
                </a:lnTo>
                <a:lnTo>
                  <a:pt x="11425" y="40117"/>
                </a:lnTo>
                <a:lnTo>
                  <a:pt x="11425" y="38608"/>
                </a:lnTo>
                <a:lnTo>
                  <a:pt x="11742" y="37099"/>
                </a:lnTo>
                <a:lnTo>
                  <a:pt x="11742" y="35768"/>
                </a:lnTo>
                <a:lnTo>
                  <a:pt x="11742" y="34348"/>
                </a:lnTo>
                <a:lnTo>
                  <a:pt x="11742" y="33017"/>
                </a:lnTo>
                <a:lnTo>
                  <a:pt x="12218" y="31508"/>
                </a:lnTo>
                <a:lnTo>
                  <a:pt x="12218" y="30265"/>
                </a:lnTo>
                <a:lnTo>
                  <a:pt x="12218" y="28756"/>
                </a:lnTo>
                <a:lnTo>
                  <a:pt x="12218" y="27247"/>
                </a:lnTo>
                <a:lnTo>
                  <a:pt x="12218" y="25916"/>
                </a:lnTo>
                <a:lnTo>
                  <a:pt x="12218" y="24407"/>
                </a:lnTo>
                <a:lnTo>
                  <a:pt x="12218" y="23165"/>
                </a:lnTo>
                <a:lnTo>
                  <a:pt x="12218" y="21656"/>
                </a:lnTo>
                <a:lnTo>
                  <a:pt x="12218" y="20147"/>
                </a:lnTo>
                <a:lnTo>
                  <a:pt x="12218" y="18904"/>
                </a:lnTo>
                <a:lnTo>
                  <a:pt x="12536" y="17396"/>
                </a:lnTo>
                <a:lnTo>
                  <a:pt x="12536" y="15887"/>
                </a:lnTo>
                <a:lnTo>
                  <a:pt x="12536" y="14555"/>
                </a:lnTo>
                <a:lnTo>
                  <a:pt x="12536" y="13047"/>
                </a:lnTo>
                <a:lnTo>
                  <a:pt x="12536" y="11804"/>
                </a:lnTo>
                <a:lnTo>
                  <a:pt x="13012" y="10295"/>
                </a:lnTo>
                <a:lnTo>
                  <a:pt x="13012" y="8786"/>
                </a:lnTo>
                <a:lnTo>
                  <a:pt x="13012" y="7277"/>
                </a:lnTo>
                <a:lnTo>
                  <a:pt x="13012" y="6035"/>
                </a:lnTo>
                <a:lnTo>
                  <a:pt x="13329" y="4526"/>
                </a:lnTo>
                <a:lnTo>
                  <a:pt x="13329" y="3017"/>
                </a:lnTo>
                <a:lnTo>
                  <a:pt x="13329" y="1508"/>
                </a:lnTo>
                <a:lnTo>
                  <a:pt x="13329" y="0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787645" y="3314971"/>
            <a:ext cx="13488" cy="320585"/>
          </a:xfrm>
          <a:custGeom>
            <a:avLst/>
            <a:gdLst/>
            <a:ahLst/>
            <a:cxnLst/>
            <a:rect l="l" t="t" r="r" b="b"/>
            <a:pathLst>
              <a:path w="13488" h="320585">
                <a:moveTo>
                  <a:pt x="0" y="320585"/>
                </a:moveTo>
                <a:lnTo>
                  <a:pt x="0" y="319342"/>
                </a:lnTo>
                <a:lnTo>
                  <a:pt x="476" y="317833"/>
                </a:lnTo>
                <a:lnTo>
                  <a:pt x="476" y="316325"/>
                </a:lnTo>
                <a:lnTo>
                  <a:pt x="476" y="314816"/>
                </a:lnTo>
                <a:lnTo>
                  <a:pt x="476" y="313484"/>
                </a:lnTo>
                <a:lnTo>
                  <a:pt x="476" y="311976"/>
                </a:lnTo>
                <a:lnTo>
                  <a:pt x="793" y="310467"/>
                </a:lnTo>
                <a:lnTo>
                  <a:pt x="793" y="309047"/>
                </a:lnTo>
                <a:lnTo>
                  <a:pt x="793" y="307715"/>
                </a:lnTo>
                <a:lnTo>
                  <a:pt x="793" y="306206"/>
                </a:lnTo>
                <a:lnTo>
                  <a:pt x="793" y="304698"/>
                </a:lnTo>
                <a:lnTo>
                  <a:pt x="1110" y="303189"/>
                </a:lnTo>
                <a:lnTo>
                  <a:pt x="1110" y="301680"/>
                </a:lnTo>
                <a:lnTo>
                  <a:pt x="1110" y="300437"/>
                </a:lnTo>
                <a:lnTo>
                  <a:pt x="1110" y="298751"/>
                </a:lnTo>
                <a:lnTo>
                  <a:pt x="1110" y="297242"/>
                </a:lnTo>
                <a:lnTo>
                  <a:pt x="1110" y="295911"/>
                </a:lnTo>
                <a:lnTo>
                  <a:pt x="1110" y="294402"/>
                </a:lnTo>
                <a:lnTo>
                  <a:pt x="1110" y="292893"/>
                </a:lnTo>
                <a:lnTo>
                  <a:pt x="1110" y="291384"/>
                </a:lnTo>
                <a:lnTo>
                  <a:pt x="1586" y="289964"/>
                </a:lnTo>
                <a:lnTo>
                  <a:pt x="1586" y="288455"/>
                </a:lnTo>
                <a:lnTo>
                  <a:pt x="1586" y="286946"/>
                </a:lnTo>
                <a:lnTo>
                  <a:pt x="1586" y="285438"/>
                </a:lnTo>
                <a:lnTo>
                  <a:pt x="1586" y="284106"/>
                </a:lnTo>
                <a:lnTo>
                  <a:pt x="1904" y="282420"/>
                </a:lnTo>
                <a:lnTo>
                  <a:pt x="1904" y="280911"/>
                </a:lnTo>
                <a:lnTo>
                  <a:pt x="1904" y="279402"/>
                </a:lnTo>
                <a:lnTo>
                  <a:pt x="1904" y="278160"/>
                </a:lnTo>
                <a:lnTo>
                  <a:pt x="1904" y="276385"/>
                </a:lnTo>
                <a:lnTo>
                  <a:pt x="2380" y="274876"/>
                </a:lnTo>
                <a:lnTo>
                  <a:pt x="2380" y="273456"/>
                </a:lnTo>
                <a:lnTo>
                  <a:pt x="2380" y="271947"/>
                </a:lnTo>
                <a:lnTo>
                  <a:pt x="2380" y="270438"/>
                </a:lnTo>
                <a:lnTo>
                  <a:pt x="2380" y="268929"/>
                </a:lnTo>
                <a:lnTo>
                  <a:pt x="2697" y="267420"/>
                </a:lnTo>
                <a:lnTo>
                  <a:pt x="2697" y="265911"/>
                </a:lnTo>
                <a:lnTo>
                  <a:pt x="2697" y="264403"/>
                </a:lnTo>
                <a:lnTo>
                  <a:pt x="2697" y="262894"/>
                </a:lnTo>
                <a:lnTo>
                  <a:pt x="3015" y="261385"/>
                </a:lnTo>
                <a:lnTo>
                  <a:pt x="3015" y="259876"/>
                </a:lnTo>
                <a:lnTo>
                  <a:pt x="3015" y="258190"/>
                </a:lnTo>
                <a:lnTo>
                  <a:pt x="3015" y="256858"/>
                </a:lnTo>
                <a:lnTo>
                  <a:pt x="3015" y="255172"/>
                </a:lnTo>
                <a:lnTo>
                  <a:pt x="3015" y="253663"/>
                </a:lnTo>
                <a:lnTo>
                  <a:pt x="3015" y="252154"/>
                </a:lnTo>
                <a:lnTo>
                  <a:pt x="3015" y="250645"/>
                </a:lnTo>
                <a:lnTo>
                  <a:pt x="3015" y="249225"/>
                </a:lnTo>
                <a:lnTo>
                  <a:pt x="3015" y="247450"/>
                </a:lnTo>
                <a:lnTo>
                  <a:pt x="3491" y="246208"/>
                </a:lnTo>
                <a:lnTo>
                  <a:pt x="3491" y="244432"/>
                </a:lnTo>
                <a:lnTo>
                  <a:pt x="3491" y="242924"/>
                </a:lnTo>
                <a:lnTo>
                  <a:pt x="3491" y="241504"/>
                </a:lnTo>
                <a:lnTo>
                  <a:pt x="3491" y="239995"/>
                </a:lnTo>
                <a:lnTo>
                  <a:pt x="3808" y="238220"/>
                </a:lnTo>
                <a:lnTo>
                  <a:pt x="3808" y="236711"/>
                </a:lnTo>
                <a:lnTo>
                  <a:pt x="3808" y="235202"/>
                </a:lnTo>
                <a:lnTo>
                  <a:pt x="3808" y="233782"/>
                </a:lnTo>
                <a:lnTo>
                  <a:pt x="4284" y="232007"/>
                </a:lnTo>
                <a:lnTo>
                  <a:pt x="4284" y="230764"/>
                </a:lnTo>
                <a:lnTo>
                  <a:pt x="4284" y="228989"/>
                </a:lnTo>
                <a:lnTo>
                  <a:pt x="4284" y="227303"/>
                </a:lnTo>
                <a:lnTo>
                  <a:pt x="4284" y="226060"/>
                </a:lnTo>
                <a:lnTo>
                  <a:pt x="4601" y="224285"/>
                </a:lnTo>
                <a:lnTo>
                  <a:pt x="4601" y="222776"/>
                </a:lnTo>
                <a:lnTo>
                  <a:pt x="4601" y="221267"/>
                </a:lnTo>
                <a:lnTo>
                  <a:pt x="4601" y="219581"/>
                </a:lnTo>
                <a:lnTo>
                  <a:pt x="4601" y="218072"/>
                </a:lnTo>
                <a:lnTo>
                  <a:pt x="4919" y="216563"/>
                </a:lnTo>
                <a:lnTo>
                  <a:pt x="4919" y="214877"/>
                </a:lnTo>
                <a:lnTo>
                  <a:pt x="4919" y="213368"/>
                </a:lnTo>
                <a:lnTo>
                  <a:pt x="4919" y="211859"/>
                </a:lnTo>
                <a:lnTo>
                  <a:pt x="4919" y="210173"/>
                </a:lnTo>
                <a:lnTo>
                  <a:pt x="5395" y="208664"/>
                </a:lnTo>
                <a:lnTo>
                  <a:pt x="5395" y="207155"/>
                </a:lnTo>
                <a:lnTo>
                  <a:pt x="5395" y="205469"/>
                </a:lnTo>
                <a:lnTo>
                  <a:pt x="5395" y="203960"/>
                </a:lnTo>
                <a:lnTo>
                  <a:pt x="5395" y="202451"/>
                </a:lnTo>
                <a:lnTo>
                  <a:pt x="5395" y="200765"/>
                </a:lnTo>
                <a:lnTo>
                  <a:pt x="5395" y="198990"/>
                </a:lnTo>
                <a:lnTo>
                  <a:pt x="5395" y="197747"/>
                </a:lnTo>
                <a:lnTo>
                  <a:pt x="5395" y="195972"/>
                </a:lnTo>
                <a:lnTo>
                  <a:pt x="5712" y="194286"/>
                </a:lnTo>
                <a:lnTo>
                  <a:pt x="5712" y="192777"/>
                </a:lnTo>
                <a:lnTo>
                  <a:pt x="5712" y="191268"/>
                </a:lnTo>
                <a:lnTo>
                  <a:pt x="5712" y="189582"/>
                </a:lnTo>
                <a:lnTo>
                  <a:pt x="5712" y="188073"/>
                </a:lnTo>
                <a:lnTo>
                  <a:pt x="6188" y="186386"/>
                </a:lnTo>
                <a:lnTo>
                  <a:pt x="6188" y="184877"/>
                </a:lnTo>
                <a:lnTo>
                  <a:pt x="6188" y="183102"/>
                </a:lnTo>
                <a:lnTo>
                  <a:pt x="6188" y="181682"/>
                </a:lnTo>
                <a:lnTo>
                  <a:pt x="6188" y="180173"/>
                </a:lnTo>
                <a:lnTo>
                  <a:pt x="6506" y="178398"/>
                </a:lnTo>
                <a:lnTo>
                  <a:pt x="6506" y="176712"/>
                </a:lnTo>
                <a:lnTo>
                  <a:pt x="6506" y="175203"/>
                </a:lnTo>
                <a:lnTo>
                  <a:pt x="6506" y="173517"/>
                </a:lnTo>
                <a:lnTo>
                  <a:pt x="6982" y="172008"/>
                </a:lnTo>
                <a:lnTo>
                  <a:pt x="6982" y="170499"/>
                </a:lnTo>
                <a:lnTo>
                  <a:pt x="6982" y="168813"/>
                </a:lnTo>
                <a:lnTo>
                  <a:pt x="6982" y="167304"/>
                </a:lnTo>
                <a:lnTo>
                  <a:pt x="6982" y="165529"/>
                </a:lnTo>
                <a:lnTo>
                  <a:pt x="7299" y="163842"/>
                </a:lnTo>
                <a:lnTo>
                  <a:pt x="7299" y="162334"/>
                </a:lnTo>
                <a:lnTo>
                  <a:pt x="7299" y="160647"/>
                </a:lnTo>
                <a:lnTo>
                  <a:pt x="7299" y="158872"/>
                </a:lnTo>
                <a:lnTo>
                  <a:pt x="7299" y="157452"/>
                </a:lnTo>
                <a:lnTo>
                  <a:pt x="7299" y="155677"/>
                </a:lnTo>
                <a:lnTo>
                  <a:pt x="7299" y="154168"/>
                </a:lnTo>
                <a:lnTo>
                  <a:pt x="7299" y="152482"/>
                </a:lnTo>
                <a:lnTo>
                  <a:pt x="7299" y="150795"/>
                </a:lnTo>
                <a:lnTo>
                  <a:pt x="7299" y="149286"/>
                </a:lnTo>
                <a:lnTo>
                  <a:pt x="7616" y="147511"/>
                </a:lnTo>
                <a:lnTo>
                  <a:pt x="7616" y="145825"/>
                </a:lnTo>
                <a:lnTo>
                  <a:pt x="7616" y="144316"/>
                </a:lnTo>
                <a:lnTo>
                  <a:pt x="7616" y="142630"/>
                </a:lnTo>
                <a:lnTo>
                  <a:pt x="8093" y="141121"/>
                </a:lnTo>
                <a:lnTo>
                  <a:pt x="8093" y="139435"/>
                </a:lnTo>
                <a:lnTo>
                  <a:pt x="8093" y="137659"/>
                </a:lnTo>
                <a:lnTo>
                  <a:pt x="8093" y="136151"/>
                </a:lnTo>
                <a:lnTo>
                  <a:pt x="8093" y="134464"/>
                </a:lnTo>
                <a:lnTo>
                  <a:pt x="8410" y="132955"/>
                </a:lnTo>
                <a:lnTo>
                  <a:pt x="8410" y="131003"/>
                </a:lnTo>
                <a:lnTo>
                  <a:pt x="8410" y="129316"/>
                </a:lnTo>
                <a:lnTo>
                  <a:pt x="8410" y="127808"/>
                </a:lnTo>
                <a:lnTo>
                  <a:pt x="8410" y="126121"/>
                </a:lnTo>
                <a:lnTo>
                  <a:pt x="8886" y="124612"/>
                </a:lnTo>
                <a:lnTo>
                  <a:pt x="8886" y="122926"/>
                </a:lnTo>
                <a:lnTo>
                  <a:pt x="8886" y="121151"/>
                </a:lnTo>
                <a:lnTo>
                  <a:pt x="8886" y="119642"/>
                </a:lnTo>
                <a:lnTo>
                  <a:pt x="8886" y="117778"/>
                </a:lnTo>
                <a:lnTo>
                  <a:pt x="9203" y="116269"/>
                </a:lnTo>
                <a:lnTo>
                  <a:pt x="9203" y="114494"/>
                </a:lnTo>
                <a:lnTo>
                  <a:pt x="9203" y="112808"/>
                </a:lnTo>
                <a:lnTo>
                  <a:pt x="9203" y="111299"/>
                </a:lnTo>
                <a:lnTo>
                  <a:pt x="9521" y="109613"/>
                </a:lnTo>
                <a:lnTo>
                  <a:pt x="9521" y="107838"/>
                </a:lnTo>
                <a:lnTo>
                  <a:pt x="9521" y="106151"/>
                </a:lnTo>
                <a:lnTo>
                  <a:pt x="9521" y="104642"/>
                </a:lnTo>
                <a:lnTo>
                  <a:pt x="9521" y="102956"/>
                </a:lnTo>
                <a:lnTo>
                  <a:pt x="9521" y="101003"/>
                </a:lnTo>
                <a:lnTo>
                  <a:pt x="9521" y="99495"/>
                </a:lnTo>
                <a:lnTo>
                  <a:pt x="9521" y="97808"/>
                </a:lnTo>
                <a:lnTo>
                  <a:pt x="9521" y="96299"/>
                </a:lnTo>
                <a:lnTo>
                  <a:pt x="9521" y="94347"/>
                </a:lnTo>
                <a:lnTo>
                  <a:pt x="9997" y="92838"/>
                </a:lnTo>
                <a:lnTo>
                  <a:pt x="9997" y="91152"/>
                </a:lnTo>
                <a:lnTo>
                  <a:pt x="9997" y="89465"/>
                </a:lnTo>
                <a:lnTo>
                  <a:pt x="9997" y="87690"/>
                </a:lnTo>
                <a:lnTo>
                  <a:pt x="9997" y="86004"/>
                </a:lnTo>
                <a:lnTo>
                  <a:pt x="10314" y="84495"/>
                </a:lnTo>
                <a:lnTo>
                  <a:pt x="10314" y="82542"/>
                </a:lnTo>
                <a:lnTo>
                  <a:pt x="10314" y="81033"/>
                </a:lnTo>
                <a:lnTo>
                  <a:pt x="10314" y="79347"/>
                </a:lnTo>
                <a:lnTo>
                  <a:pt x="10790" y="77394"/>
                </a:lnTo>
                <a:lnTo>
                  <a:pt x="10790" y="75886"/>
                </a:lnTo>
                <a:lnTo>
                  <a:pt x="10790" y="74199"/>
                </a:lnTo>
                <a:lnTo>
                  <a:pt x="10790" y="72513"/>
                </a:lnTo>
                <a:lnTo>
                  <a:pt x="10790" y="70738"/>
                </a:lnTo>
                <a:lnTo>
                  <a:pt x="11108" y="69051"/>
                </a:lnTo>
                <a:lnTo>
                  <a:pt x="11108" y="67365"/>
                </a:lnTo>
                <a:lnTo>
                  <a:pt x="11108" y="65679"/>
                </a:lnTo>
                <a:lnTo>
                  <a:pt x="11108" y="63904"/>
                </a:lnTo>
                <a:lnTo>
                  <a:pt x="11108" y="62217"/>
                </a:lnTo>
                <a:lnTo>
                  <a:pt x="11584" y="60531"/>
                </a:lnTo>
                <a:lnTo>
                  <a:pt x="11584" y="58756"/>
                </a:lnTo>
                <a:lnTo>
                  <a:pt x="11584" y="57247"/>
                </a:lnTo>
                <a:lnTo>
                  <a:pt x="11584" y="55383"/>
                </a:lnTo>
                <a:lnTo>
                  <a:pt x="11584" y="53874"/>
                </a:lnTo>
                <a:lnTo>
                  <a:pt x="11584" y="51922"/>
                </a:lnTo>
                <a:lnTo>
                  <a:pt x="11584" y="50235"/>
                </a:lnTo>
                <a:lnTo>
                  <a:pt x="11584" y="48460"/>
                </a:lnTo>
                <a:lnTo>
                  <a:pt x="11584" y="46774"/>
                </a:lnTo>
                <a:lnTo>
                  <a:pt x="11901" y="45087"/>
                </a:lnTo>
                <a:lnTo>
                  <a:pt x="11901" y="43312"/>
                </a:lnTo>
                <a:lnTo>
                  <a:pt x="11901" y="41626"/>
                </a:lnTo>
                <a:lnTo>
                  <a:pt x="11901" y="39940"/>
                </a:lnTo>
                <a:lnTo>
                  <a:pt x="11901" y="38164"/>
                </a:lnTo>
                <a:lnTo>
                  <a:pt x="12218" y="36478"/>
                </a:lnTo>
                <a:lnTo>
                  <a:pt x="12218" y="34792"/>
                </a:lnTo>
                <a:lnTo>
                  <a:pt x="12218" y="33017"/>
                </a:lnTo>
                <a:lnTo>
                  <a:pt x="12218" y="31330"/>
                </a:lnTo>
                <a:lnTo>
                  <a:pt x="12218" y="29644"/>
                </a:lnTo>
                <a:lnTo>
                  <a:pt x="12694" y="27869"/>
                </a:lnTo>
                <a:lnTo>
                  <a:pt x="12694" y="26182"/>
                </a:lnTo>
                <a:lnTo>
                  <a:pt x="12694" y="24230"/>
                </a:lnTo>
                <a:lnTo>
                  <a:pt x="12694" y="22721"/>
                </a:lnTo>
                <a:lnTo>
                  <a:pt x="12694" y="20857"/>
                </a:lnTo>
                <a:lnTo>
                  <a:pt x="13012" y="19082"/>
                </a:lnTo>
                <a:lnTo>
                  <a:pt x="13012" y="17396"/>
                </a:lnTo>
                <a:lnTo>
                  <a:pt x="13012" y="15709"/>
                </a:lnTo>
                <a:lnTo>
                  <a:pt x="13012" y="13934"/>
                </a:lnTo>
                <a:lnTo>
                  <a:pt x="13488" y="12248"/>
                </a:lnTo>
                <a:lnTo>
                  <a:pt x="13488" y="10295"/>
                </a:lnTo>
                <a:lnTo>
                  <a:pt x="13488" y="8786"/>
                </a:lnTo>
                <a:lnTo>
                  <a:pt x="13488" y="6922"/>
                </a:lnTo>
                <a:lnTo>
                  <a:pt x="13488" y="5414"/>
                </a:lnTo>
                <a:lnTo>
                  <a:pt x="13488" y="3461"/>
                </a:lnTo>
                <a:lnTo>
                  <a:pt x="13488" y="1775"/>
                </a:lnTo>
                <a:lnTo>
                  <a:pt x="13488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3801133" y="2948499"/>
            <a:ext cx="13805" cy="366471"/>
          </a:xfrm>
          <a:custGeom>
            <a:avLst/>
            <a:gdLst/>
            <a:ahLst/>
            <a:cxnLst/>
            <a:rect l="l" t="t" r="r" b="b"/>
            <a:pathLst>
              <a:path w="13805" h="366471">
                <a:moveTo>
                  <a:pt x="0" y="366471"/>
                </a:moveTo>
                <a:lnTo>
                  <a:pt x="0" y="364785"/>
                </a:lnTo>
                <a:lnTo>
                  <a:pt x="0" y="362833"/>
                </a:lnTo>
                <a:lnTo>
                  <a:pt x="317" y="361324"/>
                </a:lnTo>
                <a:lnTo>
                  <a:pt x="317" y="359460"/>
                </a:lnTo>
                <a:lnTo>
                  <a:pt x="317" y="357685"/>
                </a:lnTo>
                <a:lnTo>
                  <a:pt x="317" y="355998"/>
                </a:lnTo>
                <a:lnTo>
                  <a:pt x="317" y="354312"/>
                </a:lnTo>
                <a:lnTo>
                  <a:pt x="634" y="352359"/>
                </a:lnTo>
                <a:lnTo>
                  <a:pt x="634" y="350584"/>
                </a:lnTo>
                <a:lnTo>
                  <a:pt x="634" y="348898"/>
                </a:lnTo>
                <a:lnTo>
                  <a:pt x="634" y="346945"/>
                </a:lnTo>
                <a:lnTo>
                  <a:pt x="1110" y="345259"/>
                </a:lnTo>
                <a:lnTo>
                  <a:pt x="1110" y="343573"/>
                </a:lnTo>
                <a:lnTo>
                  <a:pt x="1110" y="341797"/>
                </a:lnTo>
                <a:lnTo>
                  <a:pt x="1110" y="339934"/>
                </a:lnTo>
                <a:lnTo>
                  <a:pt x="1110" y="338158"/>
                </a:lnTo>
                <a:lnTo>
                  <a:pt x="1428" y="336472"/>
                </a:lnTo>
                <a:lnTo>
                  <a:pt x="1428" y="334786"/>
                </a:lnTo>
                <a:lnTo>
                  <a:pt x="1428" y="332833"/>
                </a:lnTo>
                <a:lnTo>
                  <a:pt x="1428" y="331147"/>
                </a:lnTo>
                <a:lnTo>
                  <a:pt x="1428" y="329372"/>
                </a:lnTo>
                <a:lnTo>
                  <a:pt x="1904" y="327685"/>
                </a:lnTo>
                <a:lnTo>
                  <a:pt x="1904" y="325733"/>
                </a:lnTo>
                <a:lnTo>
                  <a:pt x="1904" y="324046"/>
                </a:lnTo>
                <a:lnTo>
                  <a:pt x="1904" y="322360"/>
                </a:lnTo>
                <a:lnTo>
                  <a:pt x="1904" y="320407"/>
                </a:lnTo>
                <a:lnTo>
                  <a:pt x="2221" y="318721"/>
                </a:lnTo>
                <a:lnTo>
                  <a:pt x="2221" y="316946"/>
                </a:lnTo>
                <a:lnTo>
                  <a:pt x="2221" y="315259"/>
                </a:lnTo>
                <a:lnTo>
                  <a:pt x="2221" y="313307"/>
                </a:lnTo>
                <a:lnTo>
                  <a:pt x="2221" y="311621"/>
                </a:lnTo>
                <a:lnTo>
                  <a:pt x="2221" y="309668"/>
                </a:lnTo>
                <a:lnTo>
                  <a:pt x="2221" y="308159"/>
                </a:lnTo>
                <a:lnTo>
                  <a:pt x="2221" y="306206"/>
                </a:lnTo>
                <a:lnTo>
                  <a:pt x="2221" y="304520"/>
                </a:lnTo>
                <a:lnTo>
                  <a:pt x="2697" y="302567"/>
                </a:lnTo>
                <a:lnTo>
                  <a:pt x="2697" y="300881"/>
                </a:lnTo>
                <a:lnTo>
                  <a:pt x="2697" y="298928"/>
                </a:lnTo>
                <a:lnTo>
                  <a:pt x="2697" y="297242"/>
                </a:lnTo>
                <a:lnTo>
                  <a:pt x="2697" y="295556"/>
                </a:lnTo>
                <a:lnTo>
                  <a:pt x="3015" y="293781"/>
                </a:lnTo>
                <a:lnTo>
                  <a:pt x="3015" y="291917"/>
                </a:lnTo>
                <a:lnTo>
                  <a:pt x="3015" y="290142"/>
                </a:lnTo>
                <a:lnTo>
                  <a:pt x="3015" y="288189"/>
                </a:lnTo>
                <a:lnTo>
                  <a:pt x="3015" y="286503"/>
                </a:lnTo>
                <a:lnTo>
                  <a:pt x="3332" y="284550"/>
                </a:lnTo>
                <a:lnTo>
                  <a:pt x="3332" y="282864"/>
                </a:lnTo>
                <a:lnTo>
                  <a:pt x="3332" y="280911"/>
                </a:lnTo>
                <a:lnTo>
                  <a:pt x="3332" y="279225"/>
                </a:lnTo>
                <a:lnTo>
                  <a:pt x="3808" y="277538"/>
                </a:lnTo>
                <a:lnTo>
                  <a:pt x="3808" y="275586"/>
                </a:lnTo>
                <a:lnTo>
                  <a:pt x="3808" y="273899"/>
                </a:lnTo>
                <a:lnTo>
                  <a:pt x="3808" y="271947"/>
                </a:lnTo>
                <a:lnTo>
                  <a:pt x="3808" y="270260"/>
                </a:lnTo>
                <a:lnTo>
                  <a:pt x="4125" y="268308"/>
                </a:lnTo>
                <a:lnTo>
                  <a:pt x="4125" y="266799"/>
                </a:lnTo>
                <a:lnTo>
                  <a:pt x="4125" y="264846"/>
                </a:lnTo>
                <a:lnTo>
                  <a:pt x="4125" y="263160"/>
                </a:lnTo>
                <a:lnTo>
                  <a:pt x="4125" y="261207"/>
                </a:lnTo>
                <a:lnTo>
                  <a:pt x="4125" y="259521"/>
                </a:lnTo>
                <a:lnTo>
                  <a:pt x="4125" y="257568"/>
                </a:lnTo>
                <a:lnTo>
                  <a:pt x="4125" y="255882"/>
                </a:lnTo>
                <a:lnTo>
                  <a:pt x="4125" y="253929"/>
                </a:lnTo>
                <a:lnTo>
                  <a:pt x="4125" y="252243"/>
                </a:lnTo>
                <a:lnTo>
                  <a:pt x="4601" y="250290"/>
                </a:lnTo>
                <a:lnTo>
                  <a:pt x="4601" y="248338"/>
                </a:lnTo>
                <a:lnTo>
                  <a:pt x="4601" y="246651"/>
                </a:lnTo>
                <a:lnTo>
                  <a:pt x="4601" y="244699"/>
                </a:lnTo>
                <a:lnTo>
                  <a:pt x="4919" y="243012"/>
                </a:lnTo>
                <a:lnTo>
                  <a:pt x="4919" y="241060"/>
                </a:lnTo>
                <a:lnTo>
                  <a:pt x="4919" y="239373"/>
                </a:lnTo>
                <a:lnTo>
                  <a:pt x="4919" y="237421"/>
                </a:lnTo>
                <a:lnTo>
                  <a:pt x="4919" y="235734"/>
                </a:lnTo>
                <a:lnTo>
                  <a:pt x="5236" y="233782"/>
                </a:lnTo>
                <a:lnTo>
                  <a:pt x="5236" y="232007"/>
                </a:lnTo>
                <a:lnTo>
                  <a:pt x="5236" y="230143"/>
                </a:lnTo>
                <a:lnTo>
                  <a:pt x="5236" y="228368"/>
                </a:lnTo>
                <a:lnTo>
                  <a:pt x="5236" y="226681"/>
                </a:lnTo>
                <a:lnTo>
                  <a:pt x="5712" y="224729"/>
                </a:lnTo>
                <a:lnTo>
                  <a:pt x="5712" y="223042"/>
                </a:lnTo>
                <a:lnTo>
                  <a:pt x="5712" y="220912"/>
                </a:lnTo>
                <a:lnTo>
                  <a:pt x="5712" y="219226"/>
                </a:lnTo>
                <a:lnTo>
                  <a:pt x="5712" y="217273"/>
                </a:lnTo>
                <a:lnTo>
                  <a:pt x="6030" y="215498"/>
                </a:lnTo>
                <a:lnTo>
                  <a:pt x="6030" y="213634"/>
                </a:lnTo>
                <a:lnTo>
                  <a:pt x="6030" y="211859"/>
                </a:lnTo>
                <a:lnTo>
                  <a:pt x="6030" y="210173"/>
                </a:lnTo>
                <a:lnTo>
                  <a:pt x="6506" y="208220"/>
                </a:lnTo>
                <a:lnTo>
                  <a:pt x="6506" y="206356"/>
                </a:lnTo>
                <a:lnTo>
                  <a:pt x="6506" y="204404"/>
                </a:lnTo>
                <a:lnTo>
                  <a:pt x="6506" y="202717"/>
                </a:lnTo>
                <a:lnTo>
                  <a:pt x="6506" y="200765"/>
                </a:lnTo>
                <a:lnTo>
                  <a:pt x="6506" y="198990"/>
                </a:lnTo>
                <a:lnTo>
                  <a:pt x="6506" y="197126"/>
                </a:lnTo>
                <a:lnTo>
                  <a:pt x="6506" y="195351"/>
                </a:lnTo>
                <a:lnTo>
                  <a:pt x="6506" y="193487"/>
                </a:lnTo>
                <a:lnTo>
                  <a:pt x="6506" y="191534"/>
                </a:lnTo>
                <a:lnTo>
                  <a:pt x="6823" y="189848"/>
                </a:lnTo>
                <a:lnTo>
                  <a:pt x="6823" y="187895"/>
                </a:lnTo>
                <a:lnTo>
                  <a:pt x="6823" y="186120"/>
                </a:lnTo>
                <a:lnTo>
                  <a:pt x="6823" y="184256"/>
                </a:lnTo>
                <a:lnTo>
                  <a:pt x="6823" y="182304"/>
                </a:lnTo>
                <a:lnTo>
                  <a:pt x="7140" y="180617"/>
                </a:lnTo>
                <a:lnTo>
                  <a:pt x="7140" y="178665"/>
                </a:lnTo>
                <a:lnTo>
                  <a:pt x="7140" y="176978"/>
                </a:lnTo>
                <a:lnTo>
                  <a:pt x="7140" y="174759"/>
                </a:lnTo>
                <a:lnTo>
                  <a:pt x="7616" y="173073"/>
                </a:lnTo>
                <a:lnTo>
                  <a:pt x="7616" y="171120"/>
                </a:lnTo>
                <a:lnTo>
                  <a:pt x="7616" y="169434"/>
                </a:lnTo>
                <a:lnTo>
                  <a:pt x="7616" y="167481"/>
                </a:lnTo>
                <a:lnTo>
                  <a:pt x="7616" y="165617"/>
                </a:lnTo>
                <a:lnTo>
                  <a:pt x="7934" y="163842"/>
                </a:lnTo>
                <a:lnTo>
                  <a:pt x="7934" y="161890"/>
                </a:lnTo>
                <a:lnTo>
                  <a:pt x="7934" y="160203"/>
                </a:lnTo>
                <a:lnTo>
                  <a:pt x="7934" y="158073"/>
                </a:lnTo>
                <a:lnTo>
                  <a:pt x="7934" y="156387"/>
                </a:lnTo>
                <a:lnTo>
                  <a:pt x="8410" y="154612"/>
                </a:lnTo>
                <a:lnTo>
                  <a:pt x="8410" y="152748"/>
                </a:lnTo>
                <a:lnTo>
                  <a:pt x="8410" y="150795"/>
                </a:lnTo>
                <a:lnTo>
                  <a:pt x="8410" y="148843"/>
                </a:lnTo>
                <a:lnTo>
                  <a:pt x="8410" y="147156"/>
                </a:lnTo>
                <a:lnTo>
                  <a:pt x="8410" y="145204"/>
                </a:lnTo>
                <a:lnTo>
                  <a:pt x="8410" y="143251"/>
                </a:lnTo>
                <a:lnTo>
                  <a:pt x="8410" y="141565"/>
                </a:lnTo>
                <a:lnTo>
                  <a:pt x="8410" y="139612"/>
                </a:lnTo>
                <a:lnTo>
                  <a:pt x="8727" y="137659"/>
                </a:lnTo>
                <a:lnTo>
                  <a:pt x="8727" y="135796"/>
                </a:lnTo>
                <a:lnTo>
                  <a:pt x="8727" y="134020"/>
                </a:lnTo>
                <a:lnTo>
                  <a:pt x="8727" y="132157"/>
                </a:lnTo>
                <a:lnTo>
                  <a:pt x="8727" y="130204"/>
                </a:lnTo>
                <a:lnTo>
                  <a:pt x="9203" y="128518"/>
                </a:lnTo>
                <a:lnTo>
                  <a:pt x="9203" y="126565"/>
                </a:lnTo>
                <a:lnTo>
                  <a:pt x="9203" y="124612"/>
                </a:lnTo>
                <a:lnTo>
                  <a:pt x="9203" y="122660"/>
                </a:lnTo>
                <a:lnTo>
                  <a:pt x="9203" y="120973"/>
                </a:lnTo>
                <a:lnTo>
                  <a:pt x="9521" y="119021"/>
                </a:lnTo>
                <a:lnTo>
                  <a:pt x="9521" y="117157"/>
                </a:lnTo>
                <a:lnTo>
                  <a:pt x="9521" y="115382"/>
                </a:lnTo>
                <a:lnTo>
                  <a:pt x="9521" y="113252"/>
                </a:lnTo>
                <a:lnTo>
                  <a:pt x="9521" y="111565"/>
                </a:lnTo>
                <a:lnTo>
                  <a:pt x="9838" y="109790"/>
                </a:lnTo>
                <a:lnTo>
                  <a:pt x="9838" y="107660"/>
                </a:lnTo>
                <a:lnTo>
                  <a:pt x="9838" y="105974"/>
                </a:lnTo>
                <a:lnTo>
                  <a:pt x="9838" y="104021"/>
                </a:lnTo>
                <a:lnTo>
                  <a:pt x="10314" y="102068"/>
                </a:lnTo>
                <a:lnTo>
                  <a:pt x="10314" y="100382"/>
                </a:lnTo>
                <a:lnTo>
                  <a:pt x="10314" y="98429"/>
                </a:lnTo>
                <a:lnTo>
                  <a:pt x="10314" y="96566"/>
                </a:lnTo>
                <a:lnTo>
                  <a:pt x="10314" y="94613"/>
                </a:lnTo>
                <a:lnTo>
                  <a:pt x="10631" y="92927"/>
                </a:lnTo>
                <a:lnTo>
                  <a:pt x="10631" y="90708"/>
                </a:lnTo>
                <a:lnTo>
                  <a:pt x="10631" y="89021"/>
                </a:lnTo>
                <a:lnTo>
                  <a:pt x="10631" y="87069"/>
                </a:lnTo>
                <a:lnTo>
                  <a:pt x="10631" y="85205"/>
                </a:lnTo>
                <a:lnTo>
                  <a:pt x="10631" y="83430"/>
                </a:lnTo>
                <a:lnTo>
                  <a:pt x="10631" y="81300"/>
                </a:lnTo>
                <a:lnTo>
                  <a:pt x="10631" y="79613"/>
                </a:lnTo>
                <a:lnTo>
                  <a:pt x="10631" y="77838"/>
                </a:lnTo>
                <a:lnTo>
                  <a:pt x="10631" y="75708"/>
                </a:lnTo>
                <a:lnTo>
                  <a:pt x="11108" y="74022"/>
                </a:lnTo>
                <a:lnTo>
                  <a:pt x="11108" y="71892"/>
                </a:lnTo>
                <a:lnTo>
                  <a:pt x="11108" y="70116"/>
                </a:lnTo>
                <a:lnTo>
                  <a:pt x="11108" y="68430"/>
                </a:lnTo>
                <a:lnTo>
                  <a:pt x="11425" y="66300"/>
                </a:lnTo>
                <a:lnTo>
                  <a:pt x="11425" y="64614"/>
                </a:lnTo>
                <a:lnTo>
                  <a:pt x="11425" y="62483"/>
                </a:lnTo>
                <a:lnTo>
                  <a:pt x="11425" y="60708"/>
                </a:lnTo>
                <a:lnTo>
                  <a:pt x="11425" y="59022"/>
                </a:lnTo>
                <a:lnTo>
                  <a:pt x="11742" y="56892"/>
                </a:lnTo>
                <a:lnTo>
                  <a:pt x="11742" y="55117"/>
                </a:lnTo>
                <a:lnTo>
                  <a:pt x="11742" y="52987"/>
                </a:lnTo>
                <a:lnTo>
                  <a:pt x="11742" y="51300"/>
                </a:lnTo>
                <a:lnTo>
                  <a:pt x="11742" y="49348"/>
                </a:lnTo>
                <a:lnTo>
                  <a:pt x="12218" y="47395"/>
                </a:lnTo>
                <a:lnTo>
                  <a:pt x="12218" y="45709"/>
                </a:lnTo>
                <a:lnTo>
                  <a:pt x="12218" y="43579"/>
                </a:lnTo>
                <a:lnTo>
                  <a:pt x="12218" y="41892"/>
                </a:lnTo>
                <a:lnTo>
                  <a:pt x="12218" y="39940"/>
                </a:lnTo>
                <a:lnTo>
                  <a:pt x="12536" y="37987"/>
                </a:lnTo>
                <a:lnTo>
                  <a:pt x="12536" y="36034"/>
                </a:lnTo>
                <a:lnTo>
                  <a:pt x="12536" y="34170"/>
                </a:lnTo>
                <a:lnTo>
                  <a:pt x="12536" y="32218"/>
                </a:lnTo>
                <a:lnTo>
                  <a:pt x="12536" y="30531"/>
                </a:lnTo>
                <a:lnTo>
                  <a:pt x="12536" y="28313"/>
                </a:lnTo>
                <a:lnTo>
                  <a:pt x="12536" y="26626"/>
                </a:lnTo>
                <a:lnTo>
                  <a:pt x="12536" y="24674"/>
                </a:lnTo>
                <a:lnTo>
                  <a:pt x="12536" y="22810"/>
                </a:lnTo>
                <a:lnTo>
                  <a:pt x="13012" y="21035"/>
                </a:lnTo>
                <a:lnTo>
                  <a:pt x="13012" y="18904"/>
                </a:lnTo>
                <a:lnTo>
                  <a:pt x="13012" y="17218"/>
                </a:lnTo>
                <a:lnTo>
                  <a:pt x="13012" y="15265"/>
                </a:lnTo>
                <a:lnTo>
                  <a:pt x="13012" y="13313"/>
                </a:lnTo>
                <a:lnTo>
                  <a:pt x="13329" y="11449"/>
                </a:lnTo>
                <a:lnTo>
                  <a:pt x="13329" y="9496"/>
                </a:lnTo>
                <a:lnTo>
                  <a:pt x="13329" y="7544"/>
                </a:lnTo>
                <a:lnTo>
                  <a:pt x="13329" y="5857"/>
                </a:lnTo>
                <a:lnTo>
                  <a:pt x="13329" y="3727"/>
                </a:lnTo>
                <a:lnTo>
                  <a:pt x="13805" y="2218"/>
                </a:lnTo>
                <a:lnTo>
                  <a:pt x="13805" y="0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3814939" y="2568802"/>
            <a:ext cx="13329" cy="379696"/>
          </a:xfrm>
          <a:custGeom>
            <a:avLst/>
            <a:gdLst/>
            <a:ahLst/>
            <a:cxnLst/>
            <a:rect l="l" t="t" r="r" b="b"/>
            <a:pathLst>
              <a:path w="13329" h="379696">
                <a:moveTo>
                  <a:pt x="0" y="379696"/>
                </a:moveTo>
                <a:lnTo>
                  <a:pt x="0" y="378010"/>
                </a:lnTo>
                <a:lnTo>
                  <a:pt x="0" y="376057"/>
                </a:lnTo>
                <a:lnTo>
                  <a:pt x="317" y="374193"/>
                </a:lnTo>
                <a:lnTo>
                  <a:pt x="317" y="372241"/>
                </a:lnTo>
                <a:lnTo>
                  <a:pt x="317" y="370288"/>
                </a:lnTo>
                <a:lnTo>
                  <a:pt x="317" y="368335"/>
                </a:lnTo>
                <a:lnTo>
                  <a:pt x="317" y="366649"/>
                </a:lnTo>
                <a:lnTo>
                  <a:pt x="634" y="364519"/>
                </a:lnTo>
                <a:lnTo>
                  <a:pt x="634" y="362833"/>
                </a:lnTo>
                <a:lnTo>
                  <a:pt x="634" y="360614"/>
                </a:lnTo>
                <a:lnTo>
                  <a:pt x="634" y="358927"/>
                </a:lnTo>
                <a:lnTo>
                  <a:pt x="634" y="356975"/>
                </a:lnTo>
                <a:lnTo>
                  <a:pt x="1110" y="355111"/>
                </a:lnTo>
                <a:lnTo>
                  <a:pt x="1110" y="353158"/>
                </a:lnTo>
                <a:lnTo>
                  <a:pt x="1110" y="351206"/>
                </a:lnTo>
                <a:lnTo>
                  <a:pt x="1110" y="349253"/>
                </a:lnTo>
                <a:lnTo>
                  <a:pt x="1110" y="347567"/>
                </a:lnTo>
                <a:lnTo>
                  <a:pt x="1110" y="345436"/>
                </a:lnTo>
                <a:lnTo>
                  <a:pt x="1110" y="343750"/>
                </a:lnTo>
                <a:lnTo>
                  <a:pt x="1110" y="341797"/>
                </a:lnTo>
                <a:lnTo>
                  <a:pt x="1110" y="339845"/>
                </a:lnTo>
                <a:lnTo>
                  <a:pt x="1428" y="337892"/>
                </a:lnTo>
                <a:lnTo>
                  <a:pt x="1428" y="336028"/>
                </a:lnTo>
                <a:lnTo>
                  <a:pt x="1428" y="334076"/>
                </a:lnTo>
                <a:lnTo>
                  <a:pt x="1428" y="332389"/>
                </a:lnTo>
                <a:lnTo>
                  <a:pt x="1428" y="330170"/>
                </a:lnTo>
                <a:lnTo>
                  <a:pt x="1904" y="328484"/>
                </a:lnTo>
                <a:lnTo>
                  <a:pt x="1904" y="326531"/>
                </a:lnTo>
                <a:lnTo>
                  <a:pt x="1904" y="324668"/>
                </a:lnTo>
                <a:lnTo>
                  <a:pt x="1904" y="322715"/>
                </a:lnTo>
                <a:lnTo>
                  <a:pt x="1904" y="320585"/>
                </a:lnTo>
                <a:lnTo>
                  <a:pt x="2221" y="318810"/>
                </a:lnTo>
                <a:lnTo>
                  <a:pt x="2221" y="316946"/>
                </a:lnTo>
                <a:lnTo>
                  <a:pt x="2221" y="314993"/>
                </a:lnTo>
                <a:lnTo>
                  <a:pt x="2221" y="313041"/>
                </a:lnTo>
                <a:lnTo>
                  <a:pt x="2221" y="311088"/>
                </a:lnTo>
                <a:lnTo>
                  <a:pt x="2538" y="309224"/>
                </a:lnTo>
                <a:lnTo>
                  <a:pt x="2538" y="307449"/>
                </a:lnTo>
                <a:lnTo>
                  <a:pt x="2538" y="305319"/>
                </a:lnTo>
                <a:lnTo>
                  <a:pt x="2538" y="303632"/>
                </a:lnTo>
                <a:lnTo>
                  <a:pt x="2538" y="301680"/>
                </a:lnTo>
                <a:lnTo>
                  <a:pt x="3015" y="299727"/>
                </a:lnTo>
                <a:lnTo>
                  <a:pt x="3015" y="297863"/>
                </a:lnTo>
                <a:lnTo>
                  <a:pt x="3015" y="295644"/>
                </a:lnTo>
                <a:lnTo>
                  <a:pt x="3015" y="293958"/>
                </a:lnTo>
                <a:lnTo>
                  <a:pt x="3015" y="292006"/>
                </a:lnTo>
                <a:lnTo>
                  <a:pt x="3015" y="290142"/>
                </a:lnTo>
                <a:lnTo>
                  <a:pt x="3015" y="288189"/>
                </a:lnTo>
                <a:lnTo>
                  <a:pt x="3015" y="286236"/>
                </a:lnTo>
                <a:lnTo>
                  <a:pt x="3015" y="284284"/>
                </a:lnTo>
                <a:lnTo>
                  <a:pt x="3332" y="282597"/>
                </a:lnTo>
                <a:lnTo>
                  <a:pt x="3332" y="280467"/>
                </a:lnTo>
                <a:lnTo>
                  <a:pt x="3332" y="278515"/>
                </a:lnTo>
                <a:lnTo>
                  <a:pt x="3332" y="276828"/>
                </a:lnTo>
                <a:lnTo>
                  <a:pt x="3332" y="274698"/>
                </a:lnTo>
                <a:lnTo>
                  <a:pt x="3808" y="272923"/>
                </a:lnTo>
                <a:lnTo>
                  <a:pt x="3808" y="271059"/>
                </a:lnTo>
                <a:lnTo>
                  <a:pt x="3808" y="269107"/>
                </a:lnTo>
                <a:lnTo>
                  <a:pt x="3808" y="267154"/>
                </a:lnTo>
                <a:lnTo>
                  <a:pt x="3808" y="265201"/>
                </a:lnTo>
                <a:lnTo>
                  <a:pt x="4125" y="263337"/>
                </a:lnTo>
                <a:lnTo>
                  <a:pt x="4125" y="261385"/>
                </a:lnTo>
                <a:lnTo>
                  <a:pt x="4125" y="259432"/>
                </a:lnTo>
                <a:lnTo>
                  <a:pt x="4125" y="257480"/>
                </a:lnTo>
                <a:lnTo>
                  <a:pt x="4601" y="255616"/>
                </a:lnTo>
                <a:lnTo>
                  <a:pt x="4601" y="253663"/>
                </a:lnTo>
                <a:lnTo>
                  <a:pt x="4601" y="251977"/>
                </a:lnTo>
                <a:lnTo>
                  <a:pt x="4601" y="249758"/>
                </a:lnTo>
                <a:lnTo>
                  <a:pt x="4601" y="248071"/>
                </a:lnTo>
                <a:lnTo>
                  <a:pt x="4919" y="246119"/>
                </a:lnTo>
                <a:lnTo>
                  <a:pt x="4919" y="243989"/>
                </a:lnTo>
                <a:lnTo>
                  <a:pt x="4919" y="242302"/>
                </a:lnTo>
                <a:lnTo>
                  <a:pt x="4919" y="240350"/>
                </a:lnTo>
                <a:lnTo>
                  <a:pt x="4919" y="238397"/>
                </a:lnTo>
                <a:lnTo>
                  <a:pt x="5236" y="236533"/>
                </a:lnTo>
                <a:lnTo>
                  <a:pt x="5236" y="234581"/>
                </a:lnTo>
                <a:lnTo>
                  <a:pt x="5236" y="232628"/>
                </a:lnTo>
                <a:lnTo>
                  <a:pt x="5236" y="230675"/>
                </a:lnTo>
                <a:lnTo>
                  <a:pt x="5236" y="228812"/>
                </a:lnTo>
                <a:lnTo>
                  <a:pt x="5236" y="226859"/>
                </a:lnTo>
                <a:lnTo>
                  <a:pt x="5236" y="224906"/>
                </a:lnTo>
                <a:lnTo>
                  <a:pt x="5236" y="222954"/>
                </a:lnTo>
                <a:lnTo>
                  <a:pt x="5236" y="221267"/>
                </a:lnTo>
                <a:lnTo>
                  <a:pt x="5712" y="219137"/>
                </a:lnTo>
                <a:lnTo>
                  <a:pt x="5712" y="217451"/>
                </a:lnTo>
                <a:lnTo>
                  <a:pt x="5712" y="215498"/>
                </a:lnTo>
                <a:lnTo>
                  <a:pt x="5712" y="213368"/>
                </a:lnTo>
                <a:lnTo>
                  <a:pt x="5712" y="211593"/>
                </a:lnTo>
                <a:lnTo>
                  <a:pt x="6030" y="209463"/>
                </a:lnTo>
                <a:lnTo>
                  <a:pt x="6030" y="207776"/>
                </a:lnTo>
                <a:lnTo>
                  <a:pt x="6030" y="205824"/>
                </a:lnTo>
                <a:lnTo>
                  <a:pt x="6030" y="203871"/>
                </a:lnTo>
                <a:lnTo>
                  <a:pt x="6030" y="202007"/>
                </a:lnTo>
                <a:lnTo>
                  <a:pt x="6506" y="200055"/>
                </a:lnTo>
                <a:lnTo>
                  <a:pt x="6506" y="198102"/>
                </a:lnTo>
                <a:lnTo>
                  <a:pt x="6506" y="196149"/>
                </a:lnTo>
                <a:lnTo>
                  <a:pt x="6506" y="194286"/>
                </a:lnTo>
                <a:lnTo>
                  <a:pt x="6506" y="192333"/>
                </a:lnTo>
                <a:lnTo>
                  <a:pt x="6823" y="190647"/>
                </a:lnTo>
                <a:lnTo>
                  <a:pt x="6823" y="188516"/>
                </a:lnTo>
                <a:lnTo>
                  <a:pt x="6823" y="186741"/>
                </a:lnTo>
                <a:lnTo>
                  <a:pt x="6823" y="184789"/>
                </a:lnTo>
                <a:lnTo>
                  <a:pt x="7140" y="182659"/>
                </a:lnTo>
                <a:lnTo>
                  <a:pt x="7140" y="180972"/>
                </a:lnTo>
                <a:lnTo>
                  <a:pt x="7140" y="178842"/>
                </a:lnTo>
                <a:lnTo>
                  <a:pt x="7140" y="177067"/>
                </a:lnTo>
                <a:lnTo>
                  <a:pt x="7140" y="175203"/>
                </a:lnTo>
                <a:lnTo>
                  <a:pt x="7140" y="173250"/>
                </a:lnTo>
                <a:lnTo>
                  <a:pt x="7140" y="171298"/>
                </a:lnTo>
                <a:lnTo>
                  <a:pt x="7140" y="169345"/>
                </a:lnTo>
                <a:lnTo>
                  <a:pt x="7140" y="167481"/>
                </a:lnTo>
                <a:lnTo>
                  <a:pt x="7140" y="165529"/>
                </a:lnTo>
                <a:lnTo>
                  <a:pt x="7616" y="163576"/>
                </a:lnTo>
                <a:lnTo>
                  <a:pt x="7616" y="161712"/>
                </a:lnTo>
                <a:lnTo>
                  <a:pt x="7616" y="159937"/>
                </a:lnTo>
                <a:lnTo>
                  <a:pt x="7616" y="157807"/>
                </a:lnTo>
                <a:lnTo>
                  <a:pt x="7616" y="156121"/>
                </a:lnTo>
                <a:lnTo>
                  <a:pt x="7934" y="154168"/>
                </a:lnTo>
                <a:lnTo>
                  <a:pt x="7934" y="152215"/>
                </a:lnTo>
                <a:lnTo>
                  <a:pt x="7934" y="150263"/>
                </a:lnTo>
                <a:lnTo>
                  <a:pt x="7934" y="148399"/>
                </a:lnTo>
                <a:lnTo>
                  <a:pt x="8410" y="146446"/>
                </a:lnTo>
                <a:lnTo>
                  <a:pt x="8410" y="144494"/>
                </a:lnTo>
                <a:lnTo>
                  <a:pt x="8410" y="142630"/>
                </a:lnTo>
                <a:lnTo>
                  <a:pt x="8410" y="140677"/>
                </a:lnTo>
                <a:lnTo>
                  <a:pt x="8410" y="138725"/>
                </a:lnTo>
                <a:lnTo>
                  <a:pt x="8727" y="136772"/>
                </a:lnTo>
                <a:lnTo>
                  <a:pt x="8727" y="135086"/>
                </a:lnTo>
                <a:lnTo>
                  <a:pt x="8727" y="132955"/>
                </a:lnTo>
                <a:lnTo>
                  <a:pt x="8727" y="131180"/>
                </a:lnTo>
                <a:lnTo>
                  <a:pt x="8727" y="129316"/>
                </a:lnTo>
                <a:lnTo>
                  <a:pt x="9045" y="127364"/>
                </a:lnTo>
                <a:lnTo>
                  <a:pt x="9045" y="125411"/>
                </a:lnTo>
                <a:lnTo>
                  <a:pt x="9045" y="123459"/>
                </a:lnTo>
                <a:lnTo>
                  <a:pt x="9045" y="121595"/>
                </a:lnTo>
                <a:lnTo>
                  <a:pt x="9045" y="119820"/>
                </a:lnTo>
                <a:lnTo>
                  <a:pt x="9045" y="117689"/>
                </a:lnTo>
                <a:lnTo>
                  <a:pt x="9045" y="116003"/>
                </a:lnTo>
                <a:lnTo>
                  <a:pt x="9045" y="113873"/>
                </a:lnTo>
                <a:lnTo>
                  <a:pt x="9045" y="111920"/>
                </a:lnTo>
                <a:lnTo>
                  <a:pt x="9521" y="110234"/>
                </a:lnTo>
                <a:lnTo>
                  <a:pt x="9521" y="108104"/>
                </a:lnTo>
                <a:lnTo>
                  <a:pt x="9521" y="106329"/>
                </a:lnTo>
                <a:lnTo>
                  <a:pt x="9521" y="104376"/>
                </a:lnTo>
                <a:lnTo>
                  <a:pt x="9521" y="102512"/>
                </a:lnTo>
                <a:lnTo>
                  <a:pt x="9838" y="100560"/>
                </a:lnTo>
                <a:lnTo>
                  <a:pt x="9838" y="98607"/>
                </a:lnTo>
                <a:lnTo>
                  <a:pt x="9838" y="96743"/>
                </a:lnTo>
                <a:lnTo>
                  <a:pt x="9838" y="94968"/>
                </a:lnTo>
                <a:lnTo>
                  <a:pt x="9838" y="92838"/>
                </a:lnTo>
                <a:lnTo>
                  <a:pt x="10314" y="91152"/>
                </a:lnTo>
                <a:lnTo>
                  <a:pt x="10314" y="89199"/>
                </a:lnTo>
                <a:lnTo>
                  <a:pt x="10314" y="87246"/>
                </a:lnTo>
                <a:lnTo>
                  <a:pt x="10314" y="85294"/>
                </a:lnTo>
                <a:lnTo>
                  <a:pt x="10314" y="83430"/>
                </a:lnTo>
                <a:lnTo>
                  <a:pt x="10631" y="81477"/>
                </a:lnTo>
                <a:lnTo>
                  <a:pt x="10631" y="79791"/>
                </a:lnTo>
                <a:lnTo>
                  <a:pt x="10631" y="77572"/>
                </a:lnTo>
                <a:lnTo>
                  <a:pt x="10631" y="75886"/>
                </a:lnTo>
                <a:lnTo>
                  <a:pt x="11108" y="73755"/>
                </a:lnTo>
                <a:lnTo>
                  <a:pt x="11108" y="72069"/>
                </a:lnTo>
                <a:lnTo>
                  <a:pt x="11108" y="70294"/>
                </a:lnTo>
                <a:lnTo>
                  <a:pt x="11108" y="68164"/>
                </a:lnTo>
                <a:lnTo>
                  <a:pt x="11108" y="66477"/>
                </a:lnTo>
                <a:lnTo>
                  <a:pt x="11425" y="64347"/>
                </a:lnTo>
                <a:lnTo>
                  <a:pt x="11425" y="62572"/>
                </a:lnTo>
                <a:lnTo>
                  <a:pt x="11425" y="60708"/>
                </a:lnTo>
                <a:lnTo>
                  <a:pt x="11425" y="58756"/>
                </a:lnTo>
                <a:lnTo>
                  <a:pt x="11425" y="56803"/>
                </a:lnTo>
                <a:lnTo>
                  <a:pt x="11425" y="54850"/>
                </a:lnTo>
                <a:lnTo>
                  <a:pt x="11425" y="52987"/>
                </a:lnTo>
                <a:lnTo>
                  <a:pt x="11425" y="51211"/>
                </a:lnTo>
                <a:lnTo>
                  <a:pt x="11425" y="49081"/>
                </a:lnTo>
                <a:lnTo>
                  <a:pt x="11425" y="47395"/>
                </a:lnTo>
                <a:lnTo>
                  <a:pt x="11742" y="45442"/>
                </a:lnTo>
                <a:lnTo>
                  <a:pt x="11742" y="43490"/>
                </a:lnTo>
                <a:lnTo>
                  <a:pt x="11742" y="41803"/>
                </a:lnTo>
                <a:lnTo>
                  <a:pt x="11742" y="39673"/>
                </a:lnTo>
                <a:lnTo>
                  <a:pt x="12218" y="37987"/>
                </a:lnTo>
                <a:lnTo>
                  <a:pt x="12218" y="36034"/>
                </a:lnTo>
                <a:lnTo>
                  <a:pt x="12218" y="34082"/>
                </a:lnTo>
                <a:lnTo>
                  <a:pt x="12218" y="32129"/>
                </a:lnTo>
                <a:lnTo>
                  <a:pt x="12218" y="30265"/>
                </a:lnTo>
                <a:lnTo>
                  <a:pt x="12536" y="28490"/>
                </a:lnTo>
                <a:lnTo>
                  <a:pt x="12536" y="26626"/>
                </a:lnTo>
                <a:lnTo>
                  <a:pt x="12536" y="24674"/>
                </a:lnTo>
                <a:lnTo>
                  <a:pt x="12536" y="22721"/>
                </a:lnTo>
                <a:lnTo>
                  <a:pt x="12536" y="20768"/>
                </a:lnTo>
                <a:lnTo>
                  <a:pt x="13012" y="18904"/>
                </a:lnTo>
                <a:lnTo>
                  <a:pt x="13012" y="17129"/>
                </a:lnTo>
                <a:lnTo>
                  <a:pt x="13012" y="15177"/>
                </a:lnTo>
                <a:lnTo>
                  <a:pt x="13012" y="13313"/>
                </a:lnTo>
                <a:lnTo>
                  <a:pt x="13012" y="11360"/>
                </a:lnTo>
                <a:lnTo>
                  <a:pt x="13329" y="9408"/>
                </a:lnTo>
                <a:lnTo>
                  <a:pt x="13329" y="7721"/>
                </a:lnTo>
                <a:lnTo>
                  <a:pt x="13329" y="5769"/>
                </a:lnTo>
                <a:lnTo>
                  <a:pt x="13329" y="3816"/>
                </a:lnTo>
                <a:lnTo>
                  <a:pt x="13329" y="1952"/>
                </a:lnTo>
                <a:lnTo>
                  <a:pt x="13329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3828268" y="2209875"/>
            <a:ext cx="13805" cy="358927"/>
          </a:xfrm>
          <a:custGeom>
            <a:avLst/>
            <a:gdLst/>
            <a:ahLst/>
            <a:cxnLst/>
            <a:rect l="l" t="t" r="r" b="b"/>
            <a:pathLst>
              <a:path w="13805" h="358927">
                <a:moveTo>
                  <a:pt x="0" y="358927"/>
                </a:moveTo>
                <a:lnTo>
                  <a:pt x="0" y="357241"/>
                </a:lnTo>
                <a:lnTo>
                  <a:pt x="0" y="355288"/>
                </a:lnTo>
                <a:lnTo>
                  <a:pt x="0" y="353336"/>
                </a:lnTo>
                <a:lnTo>
                  <a:pt x="317" y="351383"/>
                </a:lnTo>
                <a:lnTo>
                  <a:pt x="317" y="349519"/>
                </a:lnTo>
                <a:lnTo>
                  <a:pt x="317" y="347744"/>
                </a:lnTo>
                <a:lnTo>
                  <a:pt x="317" y="345880"/>
                </a:lnTo>
                <a:lnTo>
                  <a:pt x="317" y="343928"/>
                </a:lnTo>
                <a:lnTo>
                  <a:pt x="793" y="341975"/>
                </a:lnTo>
                <a:lnTo>
                  <a:pt x="793" y="340289"/>
                </a:lnTo>
                <a:lnTo>
                  <a:pt x="793" y="338336"/>
                </a:lnTo>
                <a:lnTo>
                  <a:pt x="793" y="336383"/>
                </a:lnTo>
                <a:lnTo>
                  <a:pt x="793" y="334697"/>
                </a:lnTo>
                <a:lnTo>
                  <a:pt x="1110" y="332567"/>
                </a:lnTo>
                <a:lnTo>
                  <a:pt x="1110" y="330792"/>
                </a:lnTo>
                <a:lnTo>
                  <a:pt x="1110" y="328928"/>
                </a:lnTo>
                <a:lnTo>
                  <a:pt x="1110" y="326975"/>
                </a:lnTo>
                <a:lnTo>
                  <a:pt x="1586" y="325289"/>
                </a:lnTo>
                <a:lnTo>
                  <a:pt x="1586" y="323336"/>
                </a:lnTo>
                <a:lnTo>
                  <a:pt x="1586" y="321384"/>
                </a:lnTo>
                <a:lnTo>
                  <a:pt x="1586" y="319431"/>
                </a:lnTo>
                <a:lnTo>
                  <a:pt x="1586" y="317745"/>
                </a:lnTo>
                <a:lnTo>
                  <a:pt x="1904" y="315792"/>
                </a:lnTo>
                <a:lnTo>
                  <a:pt x="1904" y="313928"/>
                </a:lnTo>
                <a:lnTo>
                  <a:pt x="1904" y="312153"/>
                </a:lnTo>
                <a:lnTo>
                  <a:pt x="1904" y="310023"/>
                </a:lnTo>
                <a:lnTo>
                  <a:pt x="1904" y="308337"/>
                </a:lnTo>
                <a:lnTo>
                  <a:pt x="2380" y="306384"/>
                </a:lnTo>
                <a:lnTo>
                  <a:pt x="2380" y="304431"/>
                </a:lnTo>
                <a:lnTo>
                  <a:pt x="2380" y="302745"/>
                </a:lnTo>
                <a:lnTo>
                  <a:pt x="2380" y="300792"/>
                </a:lnTo>
                <a:lnTo>
                  <a:pt x="2380" y="299106"/>
                </a:lnTo>
                <a:lnTo>
                  <a:pt x="2380" y="296976"/>
                </a:lnTo>
                <a:lnTo>
                  <a:pt x="2380" y="295201"/>
                </a:lnTo>
                <a:lnTo>
                  <a:pt x="2380" y="293337"/>
                </a:lnTo>
                <a:lnTo>
                  <a:pt x="2380" y="291384"/>
                </a:lnTo>
                <a:lnTo>
                  <a:pt x="2697" y="289698"/>
                </a:lnTo>
                <a:lnTo>
                  <a:pt x="2697" y="287745"/>
                </a:lnTo>
                <a:lnTo>
                  <a:pt x="2697" y="286059"/>
                </a:lnTo>
                <a:lnTo>
                  <a:pt x="2697" y="283840"/>
                </a:lnTo>
                <a:lnTo>
                  <a:pt x="2697" y="282154"/>
                </a:lnTo>
                <a:lnTo>
                  <a:pt x="3015" y="280467"/>
                </a:lnTo>
                <a:lnTo>
                  <a:pt x="3015" y="278515"/>
                </a:lnTo>
                <a:lnTo>
                  <a:pt x="3015" y="276562"/>
                </a:lnTo>
                <a:lnTo>
                  <a:pt x="3015" y="274609"/>
                </a:lnTo>
                <a:lnTo>
                  <a:pt x="3015" y="272923"/>
                </a:lnTo>
                <a:lnTo>
                  <a:pt x="3491" y="270970"/>
                </a:lnTo>
                <a:lnTo>
                  <a:pt x="3491" y="269284"/>
                </a:lnTo>
                <a:lnTo>
                  <a:pt x="3491" y="267331"/>
                </a:lnTo>
                <a:lnTo>
                  <a:pt x="3491" y="265468"/>
                </a:lnTo>
                <a:lnTo>
                  <a:pt x="3491" y="263692"/>
                </a:lnTo>
                <a:lnTo>
                  <a:pt x="3808" y="261829"/>
                </a:lnTo>
                <a:lnTo>
                  <a:pt x="3808" y="259876"/>
                </a:lnTo>
                <a:lnTo>
                  <a:pt x="3808" y="257923"/>
                </a:lnTo>
                <a:lnTo>
                  <a:pt x="3808" y="256237"/>
                </a:lnTo>
                <a:lnTo>
                  <a:pt x="4284" y="254462"/>
                </a:lnTo>
                <a:lnTo>
                  <a:pt x="4284" y="252598"/>
                </a:lnTo>
                <a:lnTo>
                  <a:pt x="4284" y="250823"/>
                </a:lnTo>
                <a:lnTo>
                  <a:pt x="4284" y="248693"/>
                </a:lnTo>
                <a:lnTo>
                  <a:pt x="4284" y="247006"/>
                </a:lnTo>
                <a:lnTo>
                  <a:pt x="4284" y="245054"/>
                </a:lnTo>
                <a:lnTo>
                  <a:pt x="4284" y="243367"/>
                </a:lnTo>
                <a:lnTo>
                  <a:pt x="4284" y="241415"/>
                </a:lnTo>
                <a:lnTo>
                  <a:pt x="4284" y="239728"/>
                </a:lnTo>
                <a:lnTo>
                  <a:pt x="4284" y="237776"/>
                </a:lnTo>
                <a:lnTo>
                  <a:pt x="4601" y="235823"/>
                </a:lnTo>
                <a:lnTo>
                  <a:pt x="4601" y="234137"/>
                </a:lnTo>
                <a:lnTo>
                  <a:pt x="4601" y="232184"/>
                </a:lnTo>
                <a:lnTo>
                  <a:pt x="4601" y="230498"/>
                </a:lnTo>
                <a:lnTo>
                  <a:pt x="4601" y="228545"/>
                </a:lnTo>
                <a:lnTo>
                  <a:pt x="4919" y="226859"/>
                </a:lnTo>
                <a:lnTo>
                  <a:pt x="4919" y="224906"/>
                </a:lnTo>
                <a:lnTo>
                  <a:pt x="4919" y="222954"/>
                </a:lnTo>
                <a:lnTo>
                  <a:pt x="4919" y="221267"/>
                </a:lnTo>
                <a:lnTo>
                  <a:pt x="5395" y="219315"/>
                </a:lnTo>
                <a:lnTo>
                  <a:pt x="5395" y="217628"/>
                </a:lnTo>
                <a:lnTo>
                  <a:pt x="5395" y="215676"/>
                </a:lnTo>
                <a:lnTo>
                  <a:pt x="5395" y="213989"/>
                </a:lnTo>
                <a:lnTo>
                  <a:pt x="5395" y="212037"/>
                </a:lnTo>
                <a:lnTo>
                  <a:pt x="5712" y="210350"/>
                </a:lnTo>
                <a:lnTo>
                  <a:pt x="5712" y="208398"/>
                </a:lnTo>
                <a:lnTo>
                  <a:pt x="5712" y="206445"/>
                </a:lnTo>
                <a:lnTo>
                  <a:pt x="5712" y="204759"/>
                </a:lnTo>
                <a:lnTo>
                  <a:pt x="5712" y="202806"/>
                </a:lnTo>
                <a:lnTo>
                  <a:pt x="6188" y="201120"/>
                </a:lnTo>
                <a:lnTo>
                  <a:pt x="6188" y="199167"/>
                </a:lnTo>
                <a:lnTo>
                  <a:pt x="6188" y="197481"/>
                </a:lnTo>
                <a:lnTo>
                  <a:pt x="6188" y="195528"/>
                </a:lnTo>
                <a:lnTo>
                  <a:pt x="6188" y="193842"/>
                </a:lnTo>
                <a:lnTo>
                  <a:pt x="6506" y="191889"/>
                </a:lnTo>
                <a:lnTo>
                  <a:pt x="6506" y="190203"/>
                </a:lnTo>
                <a:lnTo>
                  <a:pt x="6506" y="188250"/>
                </a:lnTo>
                <a:lnTo>
                  <a:pt x="6506" y="186564"/>
                </a:lnTo>
                <a:lnTo>
                  <a:pt x="6506" y="184789"/>
                </a:lnTo>
                <a:lnTo>
                  <a:pt x="6506" y="182836"/>
                </a:lnTo>
                <a:lnTo>
                  <a:pt x="6506" y="181150"/>
                </a:lnTo>
                <a:lnTo>
                  <a:pt x="6506" y="179197"/>
                </a:lnTo>
                <a:lnTo>
                  <a:pt x="6506" y="177511"/>
                </a:lnTo>
                <a:lnTo>
                  <a:pt x="6982" y="175558"/>
                </a:lnTo>
                <a:lnTo>
                  <a:pt x="6982" y="173872"/>
                </a:lnTo>
                <a:lnTo>
                  <a:pt x="6982" y="171919"/>
                </a:lnTo>
                <a:lnTo>
                  <a:pt x="6982" y="170233"/>
                </a:lnTo>
                <a:lnTo>
                  <a:pt x="6982" y="168280"/>
                </a:lnTo>
                <a:lnTo>
                  <a:pt x="7299" y="166594"/>
                </a:lnTo>
                <a:lnTo>
                  <a:pt x="7299" y="164641"/>
                </a:lnTo>
                <a:lnTo>
                  <a:pt x="7299" y="162955"/>
                </a:lnTo>
                <a:lnTo>
                  <a:pt x="7299" y="161180"/>
                </a:lnTo>
                <a:lnTo>
                  <a:pt x="7299" y="159316"/>
                </a:lnTo>
                <a:lnTo>
                  <a:pt x="7616" y="157541"/>
                </a:lnTo>
                <a:lnTo>
                  <a:pt x="7616" y="155677"/>
                </a:lnTo>
                <a:lnTo>
                  <a:pt x="7616" y="154168"/>
                </a:lnTo>
                <a:lnTo>
                  <a:pt x="7616" y="152215"/>
                </a:lnTo>
                <a:lnTo>
                  <a:pt x="8093" y="150529"/>
                </a:lnTo>
                <a:lnTo>
                  <a:pt x="8093" y="148576"/>
                </a:lnTo>
                <a:lnTo>
                  <a:pt x="8093" y="146890"/>
                </a:lnTo>
                <a:lnTo>
                  <a:pt x="8093" y="144937"/>
                </a:lnTo>
                <a:lnTo>
                  <a:pt x="8093" y="143251"/>
                </a:lnTo>
                <a:lnTo>
                  <a:pt x="8410" y="141298"/>
                </a:lnTo>
                <a:lnTo>
                  <a:pt x="8410" y="139523"/>
                </a:lnTo>
                <a:lnTo>
                  <a:pt x="8410" y="137837"/>
                </a:lnTo>
                <a:lnTo>
                  <a:pt x="8410" y="136151"/>
                </a:lnTo>
                <a:lnTo>
                  <a:pt x="8410" y="134198"/>
                </a:lnTo>
                <a:lnTo>
                  <a:pt x="8410" y="132512"/>
                </a:lnTo>
                <a:lnTo>
                  <a:pt x="8410" y="130559"/>
                </a:lnTo>
                <a:lnTo>
                  <a:pt x="8410" y="128873"/>
                </a:lnTo>
                <a:lnTo>
                  <a:pt x="8410" y="126920"/>
                </a:lnTo>
                <a:lnTo>
                  <a:pt x="8410" y="125411"/>
                </a:lnTo>
                <a:lnTo>
                  <a:pt x="8886" y="123459"/>
                </a:lnTo>
                <a:lnTo>
                  <a:pt x="8886" y="121772"/>
                </a:lnTo>
                <a:lnTo>
                  <a:pt x="8886" y="119820"/>
                </a:lnTo>
                <a:lnTo>
                  <a:pt x="8886" y="118133"/>
                </a:lnTo>
                <a:lnTo>
                  <a:pt x="9203" y="116181"/>
                </a:lnTo>
                <a:lnTo>
                  <a:pt x="9203" y="114672"/>
                </a:lnTo>
                <a:lnTo>
                  <a:pt x="9203" y="112808"/>
                </a:lnTo>
                <a:lnTo>
                  <a:pt x="9203" y="111033"/>
                </a:lnTo>
                <a:lnTo>
                  <a:pt x="9203" y="109080"/>
                </a:lnTo>
                <a:lnTo>
                  <a:pt x="9521" y="107660"/>
                </a:lnTo>
                <a:lnTo>
                  <a:pt x="9521" y="105707"/>
                </a:lnTo>
                <a:lnTo>
                  <a:pt x="9521" y="103932"/>
                </a:lnTo>
                <a:lnTo>
                  <a:pt x="9521" y="102068"/>
                </a:lnTo>
                <a:lnTo>
                  <a:pt x="9521" y="100560"/>
                </a:lnTo>
                <a:lnTo>
                  <a:pt x="9997" y="98607"/>
                </a:lnTo>
                <a:lnTo>
                  <a:pt x="9997" y="96921"/>
                </a:lnTo>
                <a:lnTo>
                  <a:pt x="9997" y="94968"/>
                </a:lnTo>
                <a:lnTo>
                  <a:pt x="9997" y="93459"/>
                </a:lnTo>
                <a:lnTo>
                  <a:pt x="9997" y="91507"/>
                </a:lnTo>
                <a:lnTo>
                  <a:pt x="10314" y="89820"/>
                </a:lnTo>
                <a:lnTo>
                  <a:pt x="10314" y="87868"/>
                </a:lnTo>
                <a:lnTo>
                  <a:pt x="10314" y="86359"/>
                </a:lnTo>
                <a:lnTo>
                  <a:pt x="10314" y="84495"/>
                </a:lnTo>
                <a:lnTo>
                  <a:pt x="10790" y="82720"/>
                </a:lnTo>
                <a:lnTo>
                  <a:pt x="10790" y="81033"/>
                </a:lnTo>
                <a:lnTo>
                  <a:pt x="10790" y="79347"/>
                </a:lnTo>
                <a:lnTo>
                  <a:pt x="10790" y="77394"/>
                </a:lnTo>
                <a:lnTo>
                  <a:pt x="10790" y="75886"/>
                </a:lnTo>
                <a:lnTo>
                  <a:pt x="10790" y="73933"/>
                </a:lnTo>
                <a:lnTo>
                  <a:pt x="10790" y="72247"/>
                </a:lnTo>
                <a:lnTo>
                  <a:pt x="10790" y="70560"/>
                </a:lnTo>
                <a:lnTo>
                  <a:pt x="10790" y="68785"/>
                </a:lnTo>
                <a:lnTo>
                  <a:pt x="10790" y="67099"/>
                </a:lnTo>
                <a:lnTo>
                  <a:pt x="11108" y="65412"/>
                </a:lnTo>
                <a:lnTo>
                  <a:pt x="11108" y="63460"/>
                </a:lnTo>
                <a:lnTo>
                  <a:pt x="11108" y="61951"/>
                </a:lnTo>
                <a:lnTo>
                  <a:pt x="11108" y="59998"/>
                </a:lnTo>
                <a:lnTo>
                  <a:pt x="11108" y="58312"/>
                </a:lnTo>
                <a:lnTo>
                  <a:pt x="11425" y="56626"/>
                </a:lnTo>
                <a:lnTo>
                  <a:pt x="11425" y="54850"/>
                </a:lnTo>
                <a:lnTo>
                  <a:pt x="11425" y="53164"/>
                </a:lnTo>
                <a:lnTo>
                  <a:pt x="11425" y="51211"/>
                </a:lnTo>
                <a:lnTo>
                  <a:pt x="11901" y="49703"/>
                </a:lnTo>
                <a:lnTo>
                  <a:pt x="11901" y="47750"/>
                </a:lnTo>
                <a:lnTo>
                  <a:pt x="11901" y="46330"/>
                </a:lnTo>
                <a:lnTo>
                  <a:pt x="11901" y="44377"/>
                </a:lnTo>
                <a:lnTo>
                  <a:pt x="11901" y="42691"/>
                </a:lnTo>
                <a:lnTo>
                  <a:pt x="12218" y="40916"/>
                </a:lnTo>
                <a:lnTo>
                  <a:pt x="12218" y="39229"/>
                </a:lnTo>
                <a:lnTo>
                  <a:pt x="12218" y="37543"/>
                </a:lnTo>
                <a:lnTo>
                  <a:pt x="12218" y="35768"/>
                </a:lnTo>
                <a:lnTo>
                  <a:pt x="12218" y="34082"/>
                </a:lnTo>
                <a:lnTo>
                  <a:pt x="12694" y="32395"/>
                </a:lnTo>
                <a:lnTo>
                  <a:pt x="12694" y="30620"/>
                </a:lnTo>
                <a:lnTo>
                  <a:pt x="12694" y="28934"/>
                </a:lnTo>
                <a:lnTo>
                  <a:pt x="12694" y="27247"/>
                </a:lnTo>
                <a:lnTo>
                  <a:pt x="12694" y="25472"/>
                </a:lnTo>
                <a:lnTo>
                  <a:pt x="12694" y="23786"/>
                </a:lnTo>
                <a:lnTo>
                  <a:pt x="12694" y="22100"/>
                </a:lnTo>
                <a:lnTo>
                  <a:pt x="12694" y="20325"/>
                </a:lnTo>
                <a:lnTo>
                  <a:pt x="12694" y="18638"/>
                </a:lnTo>
                <a:lnTo>
                  <a:pt x="13012" y="16952"/>
                </a:lnTo>
                <a:lnTo>
                  <a:pt x="13012" y="15177"/>
                </a:lnTo>
                <a:lnTo>
                  <a:pt x="13012" y="13490"/>
                </a:lnTo>
                <a:lnTo>
                  <a:pt x="13012" y="11804"/>
                </a:lnTo>
                <a:lnTo>
                  <a:pt x="13012" y="10029"/>
                </a:lnTo>
                <a:lnTo>
                  <a:pt x="13488" y="8343"/>
                </a:lnTo>
                <a:lnTo>
                  <a:pt x="13488" y="6656"/>
                </a:lnTo>
                <a:lnTo>
                  <a:pt x="13488" y="5147"/>
                </a:lnTo>
                <a:lnTo>
                  <a:pt x="13488" y="3195"/>
                </a:lnTo>
                <a:lnTo>
                  <a:pt x="13488" y="1686"/>
                </a:lnTo>
                <a:lnTo>
                  <a:pt x="13805" y="0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3842074" y="1904289"/>
            <a:ext cx="13488" cy="305585"/>
          </a:xfrm>
          <a:custGeom>
            <a:avLst/>
            <a:gdLst/>
            <a:ahLst/>
            <a:cxnLst/>
            <a:rect l="l" t="t" r="r" b="b"/>
            <a:pathLst>
              <a:path w="13488" h="305585">
                <a:moveTo>
                  <a:pt x="0" y="305585"/>
                </a:moveTo>
                <a:lnTo>
                  <a:pt x="0" y="303810"/>
                </a:lnTo>
                <a:lnTo>
                  <a:pt x="0" y="302124"/>
                </a:lnTo>
                <a:lnTo>
                  <a:pt x="0" y="300437"/>
                </a:lnTo>
                <a:lnTo>
                  <a:pt x="0" y="298662"/>
                </a:lnTo>
                <a:lnTo>
                  <a:pt x="317" y="296976"/>
                </a:lnTo>
                <a:lnTo>
                  <a:pt x="317" y="295467"/>
                </a:lnTo>
                <a:lnTo>
                  <a:pt x="317" y="293514"/>
                </a:lnTo>
                <a:lnTo>
                  <a:pt x="317" y="292094"/>
                </a:lnTo>
                <a:lnTo>
                  <a:pt x="793" y="290319"/>
                </a:lnTo>
                <a:lnTo>
                  <a:pt x="793" y="288367"/>
                </a:lnTo>
                <a:lnTo>
                  <a:pt x="793" y="286946"/>
                </a:lnTo>
                <a:lnTo>
                  <a:pt x="793" y="285171"/>
                </a:lnTo>
                <a:lnTo>
                  <a:pt x="793" y="283662"/>
                </a:lnTo>
                <a:lnTo>
                  <a:pt x="793" y="281799"/>
                </a:lnTo>
                <a:lnTo>
                  <a:pt x="793" y="280290"/>
                </a:lnTo>
                <a:lnTo>
                  <a:pt x="793" y="278515"/>
                </a:lnTo>
                <a:lnTo>
                  <a:pt x="793" y="276828"/>
                </a:lnTo>
                <a:lnTo>
                  <a:pt x="793" y="275319"/>
                </a:lnTo>
                <a:lnTo>
                  <a:pt x="1110" y="273367"/>
                </a:lnTo>
                <a:lnTo>
                  <a:pt x="1110" y="271858"/>
                </a:lnTo>
                <a:lnTo>
                  <a:pt x="1110" y="270172"/>
                </a:lnTo>
                <a:lnTo>
                  <a:pt x="1110" y="268485"/>
                </a:lnTo>
                <a:lnTo>
                  <a:pt x="1110" y="266976"/>
                </a:lnTo>
                <a:lnTo>
                  <a:pt x="1586" y="265024"/>
                </a:lnTo>
                <a:lnTo>
                  <a:pt x="1586" y="263515"/>
                </a:lnTo>
                <a:lnTo>
                  <a:pt x="1586" y="261829"/>
                </a:lnTo>
                <a:lnTo>
                  <a:pt x="1586" y="260142"/>
                </a:lnTo>
                <a:lnTo>
                  <a:pt x="1904" y="258633"/>
                </a:lnTo>
                <a:lnTo>
                  <a:pt x="1904" y="256858"/>
                </a:lnTo>
                <a:lnTo>
                  <a:pt x="1904" y="255349"/>
                </a:lnTo>
                <a:lnTo>
                  <a:pt x="1904" y="253663"/>
                </a:lnTo>
                <a:lnTo>
                  <a:pt x="1904" y="251710"/>
                </a:lnTo>
                <a:lnTo>
                  <a:pt x="2221" y="250202"/>
                </a:lnTo>
                <a:lnTo>
                  <a:pt x="2221" y="248515"/>
                </a:lnTo>
                <a:lnTo>
                  <a:pt x="2221" y="247006"/>
                </a:lnTo>
                <a:lnTo>
                  <a:pt x="2221" y="245320"/>
                </a:lnTo>
                <a:lnTo>
                  <a:pt x="2221" y="243634"/>
                </a:lnTo>
                <a:lnTo>
                  <a:pt x="2697" y="242125"/>
                </a:lnTo>
                <a:lnTo>
                  <a:pt x="2697" y="240350"/>
                </a:lnTo>
                <a:lnTo>
                  <a:pt x="2697" y="238841"/>
                </a:lnTo>
                <a:lnTo>
                  <a:pt x="2697" y="237155"/>
                </a:lnTo>
                <a:lnTo>
                  <a:pt x="2697" y="235468"/>
                </a:lnTo>
                <a:lnTo>
                  <a:pt x="3015" y="233959"/>
                </a:lnTo>
                <a:lnTo>
                  <a:pt x="3015" y="232273"/>
                </a:lnTo>
                <a:lnTo>
                  <a:pt x="3015" y="230498"/>
                </a:lnTo>
                <a:lnTo>
                  <a:pt x="3015" y="228989"/>
                </a:lnTo>
                <a:lnTo>
                  <a:pt x="3015" y="227303"/>
                </a:lnTo>
                <a:lnTo>
                  <a:pt x="3015" y="225794"/>
                </a:lnTo>
                <a:lnTo>
                  <a:pt x="3015" y="224107"/>
                </a:lnTo>
                <a:lnTo>
                  <a:pt x="3015" y="222332"/>
                </a:lnTo>
                <a:lnTo>
                  <a:pt x="3015" y="220823"/>
                </a:lnTo>
                <a:lnTo>
                  <a:pt x="3491" y="219137"/>
                </a:lnTo>
                <a:lnTo>
                  <a:pt x="3491" y="217628"/>
                </a:lnTo>
                <a:lnTo>
                  <a:pt x="3491" y="215942"/>
                </a:lnTo>
                <a:lnTo>
                  <a:pt x="3491" y="214256"/>
                </a:lnTo>
                <a:lnTo>
                  <a:pt x="3491" y="212924"/>
                </a:lnTo>
                <a:lnTo>
                  <a:pt x="3808" y="211238"/>
                </a:lnTo>
                <a:lnTo>
                  <a:pt x="3808" y="209463"/>
                </a:lnTo>
                <a:lnTo>
                  <a:pt x="3808" y="208043"/>
                </a:lnTo>
                <a:lnTo>
                  <a:pt x="3808" y="206268"/>
                </a:lnTo>
                <a:lnTo>
                  <a:pt x="3808" y="204581"/>
                </a:lnTo>
                <a:lnTo>
                  <a:pt x="4284" y="203072"/>
                </a:lnTo>
                <a:lnTo>
                  <a:pt x="4284" y="201564"/>
                </a:lnTo>
                <a:lnTo>
                  <a:pt x="4284" y="199877"/>
                </a:lnTo>
                <a:lnTo>
                  <a:pt x="4284" y="198368"/>
                </a:lnTo>
                <a:lnTo>
                  <a:pt x="4284" y="196593"/>
                </a:lnTo>
                <a:lnTo>
                  <a:pt x="4601" y="195173"/>
                </a:lnTo>
                <a:lnTo>
                  <a:pt x="4601" y="193398"/>
                </a:lnTo>
                <a:lnTo>
                  <a:pt x="4601" y="191889"/>
                </a:lnTo>
                <a:lnTo>
                  <a:pt x="4601" y="190380"/>
                </a:lnTo>
                <a:lnTo>
                  <a:pt x="4919" y="188694"/>
                </a:lnTo>
                <a:lnTo>
                  <a:pt x="4919" y="187008"/>
                </a:lnTo>
                <a:lnTo>
                  <a:pt x="4919" y="185676"/>
                </a:lnTo>
                <a:lnTo>
                  <a:pt x="4919" y="183990"/>
                </a:lnTo>
                <a:lnTo>
                  <a:pt x="4919" y="182304"/>
                </a:lnTo>
                <a:lnTo>
                  <a:pt x="4919" y="180795"/>
                </a:lnTo>
                <a:lnTo>
                  <a:pt x="4919" y="179286"/>
                </a:lnTo>
                <a:lnTo>
                  <a:pt x="4919" y="177511"/>
                </a:lnTo>
                <a:lnTo>
                  <a:pt x="4919" y="176091"/>
                </a:lnTo>
                <a:lnTo>
                  <a:pt x="4919" y="174582"/>
                </a:lnTo>
                <a:lnTo>
                  <a:pt x="5395" y="172807"/>
                </a:lnTo>
                <a:lnTo>
                  <a:pt x="5395" y="171298"/>
                </a:lnTo>
                <a:lnTo>
                  <a:pt x="5395" y="169789"/>
                </a:lnTo>
                <a:lnTo>
                  <a:pt x="5395" y="168103"/>
                </a:lnTo>
                <a:lnTo>
                  <a:pt x="5395" y="166594"/>
                </a:lnTo>
                <a:lnTo>
                  <a:pt x="5712" y="165085"/>
                </a:lnTo>
                <a:lnTo>
                  <a:pt x="5712" y="163399"/>
                </a:lnTo>
                <a:lnTo>
                  <a:pt x="5712" y="162156"/>
                </a:lnTo>
                <a:lnTo>
                  <a:pt x="5712" y="160381"/>
                </a:lnTo>
                <a:lnTo>
                  <a:pt x="6188" y="158695"/>
                </a:lnTo>
                <a:lnTo>
                  <a:pt x="6188" y="157363"/>
                </a:lnTo>
                <a:lnTo>
                  <a:pt x="6188" y="155677"/>
                </a:lnTo>
                <a:lnTo>
                  <a:pt x="6188" y="154168"/>
                </a:lnTo>
                <a:lnTo>
                  <a:pt x="6188" y="152659"/>
                </a:lnTo>
                <a:lnTo>
                  <a:pt x="6506" y="151150"/>
                </a:lnTo>
                <a:lnTo>
                  <a:pt x="6506" y="149464"/>
                </a:lnTo>
                <a:lnTo>
                  <a:pt x="6506" y="147955"/>
                </a:lnTo>
                <a:lnTo>
                  <a:pt x="6506" y="146446"/>
                </a:lnTo>
                <a:lnTo>
                  <a:pt x="6506" y="144937"/>
                </a:lnTo>
                <a:lnTo>
                  <a:pt x="6823" y="143251"/>
                </a:lnTo>
                <a:lnTo>
                  <a:pt x="6823" y="141920"/>
                </a:lnTo>
                <a:lnTo>
                  <a:pt x="6823" y="140233"/>
                </a:lnTo>
                <a:lnTo>
                  <a:pt x="6823" y="138725"/>
                </a:lnTo>
                <a:lnTo>
                  <a:pt x="6823" y="137216"/>
                </a:lnTo>
                <a:lnTo>
                  <a:pt x="7299" y="135707"/>
                </a:lnTo>
                <a:lnTo>
                  <a:pt x="7299" y="134020"/>
                </a:lnTo>
                <a:lnTo>
                  <a:pt x="7299" y="132512"/>
                </a:lnTo>
                <a:lnTo>
                  <a:pt x="7299" y="131003"/>
                </a:lnTo>
                <a:lnTo>
                  <a:pt x="7299" y="129494"/>
                </a:lnTo>
                <a:lnTo>
                  <a:pt x="7299" y="127985"/>
                </a:lnTo>
                <a:lnTo>
                  <a:pt x="7299" y="126476"/>
                </a:lnTo>
                <a:lnTo>
                  <a:pt x="7299" y="125056"/>
                </a:lnTo>
                <a:lnTo>
                  <a:pt x="7299" y="123281"/>
                </a:lnTo>
                <a:lnTo>
                  <a:pt x="7616" y="122038"/>
                </a:lnTo>
                <a:lnTo>
                  <a:pt x="7616" y="120530"/>
                </a:lnTo>
                <a:lnTo>
                  <a:pt x="7616" y="118843"/>
                </a:lnTo>
                <a:lnTo>
                  <a:pt x="7616" y="117334"/>
                </a:lnTo>
                <a:lnTo>
                  <a:pt x="7616" y="116003"/>
                </a:lnTo>
                <a:lnTo>
                  <a:pt x="8093" y="114317"/>
                </a:lnTo>
                <a:lnTo>
                  <a:pt x="8093" y="112808"/>
                </a:lnTo>
                <a:lnTo>
                  <a:pt x="8093" y="111299"/>
                </a:lnTo>
                <a:lnTo>
                  <a:pt x="8093" y="109968"/>
                </a:lnTo>
                <a:lnTo>
                  <a:pt x="8093" y="108281"/>
                </a:lnTo>
                <a:lnTo>
                  <a:pt x="8410" y="106773"/>
                </a:lnTo>
                <a:lnTo>
                  <a:pt x="8410" y="105264"/>
                </a:lnTo>
                <a:lnTo>
                  <a:pt x="8410" y="104021"/>
                </a:lnTo>
                <a:lnTo>
                  <a:pt x="8410" y="102246"/>
                </a:lnTo>
                <a:lnTo>
                  <a:pt x="8886" y="100826"/>
                </a:lnTo>
                <a:lnTo>
                  <a:pt x="8886" y="99495"/>
                </a:lnTo>
                <a:lnTo>
                  <a:pt x="8886" y="97986"/>
                </a:lnTo>
                <a:lnTo>
                  <a:pt x="8886" y="96477"/>
                </a:lnTo>
                <a:lnTo>
                  <a:pt x="8886" y="94791"/>
                </a:lnTo>
                <a:lnTo>
                  <a:pt x="9203" y="93459"/>
                </a:lnTo>
                <a:lnTo>
                  <a:pt x="9203" y="92039"/>
                </a:lnTo>
                <a:lnTo>
                  <a:pt x="9203" y="90530"/>
                </a:lnTo>
                <a:lnTo>
                  <a:pt x="9203" y="89021"/>
                </a:lnTo>
                <a:lnTo>
                  <a:pt x="9203" y="87690"/>
                </a:lnTo>
                <a:lnTo>
                  <a:pt x="9203" y="86181"/>
                </a:lnTo>
                <a:lnTo>
                  <a:pt x="9203" y="84495"/>
                </a:lnTo>
                <a:lnTo>
                  <a:pt x="9203" y="82986"/>
                </a:lnTo>
                <a:lnTo>
                  <a:pt x="9203" y="81743"/>
                </a:lnTo>
                <a:lnTo>
                  <a:pt x="9203" y="80235"/>
                </a:lnTo>
                <a:lnTo>
                  <a:pt x="9521" y="78726"/>
                </a:lnTo>
                <a:lnTo>
                  <a:pt x="9521" y="77217"/>
                </a:lnTo>
                <a:lnTo>
                  <a:pt x="9521" y="75886"/>
                </a:lnTo>
                <a:lnTo>
                  <a:pt x="9521" y="74377"/>
                </a:lnTo>
                <a:lnTo>
                  <a:pt x="9997" y="72957"/>
                </a:lnTo>
                <a:lnTo>
                  <a:pt x="9997" y="71448"/>
                </a:lnTo>
                <a:lnTo>
                  <a:pt x="9997" y="69939"/>
                </a:lnTo>
                <a:lnTo>
                  <a:pt x="9997" y="68608"/>
                </a:lnTo>
                <a:lnTo>
                  <a:pt x="9997" y="67099"/>
                </a:lnTo>
                <a:lnTo>
                  <a:pt x="10314" y="65590"/>
                </a:lnTo>
                <a:lnTo>
                  <a:pt x="10314" y="64081"/>
                </a:lnTo>
                <a:lnTo>
                  <a:pt x="10314" y="62838"/>
                </a:lnTo>
                <a:lnTo>
                  <a:pt x="10314" y="61330"/>
                </a:lnTo>
                <a:lnTo>
                  <a:pt x="10314" y="59821"/>
                </a:lnTo>
                <a:lnTo>
                  <a:pt x="10790" y="58312"/>
                </a:lnTo>
                <a:lnTo>
                  <a:pt x="10790" y="57069"/>
                </a:lnTo>
                <a:lnTo>
                  <a:pt x="10790" y="55738"/>
                </a:lnTo>
                <a:lnTo>
                  <a:pt x="10790" y="54229"/>
                </a:lnTo>
                <a:lnTo>
                  <a:pt x="10790" y="52720"/>
                </a:lnTo>
                <a:lnTo>
                  <a:pt x="11108" y="51211"/>
                </a:lnTo>
                <a:lnTo>
                  <a:pt x="11108" y="49969"/>
                </a:lnTo>
                <a:lnTo>
                  <a:pt x="11108" y="48460"/>
                </a:lnTo>
                <a:lnTo>
                  <a:pt x="11108" y="46951"/>
                </a:lnTo>
                <a:lnTo>
                  <a:pt x="11425" y="45709"/>
                </a:lnTo>
                <a:lnTo>
                  <a:pt x="11425" y="44200"/>
                </a:lnTo>
                <a:lnTo>
                  <a:pt x="11425" y="42868"/>
                </a:lnTo>
                <a:lnTo>
                  <a:pt x="11425" y="41360"/>
                </a:lnTo>
                <a:lnTo>
                  <a:pt x="11425" y="39851"/>
                </a:lnTo>
                <a:lnTo>
                  <a:pt x="11425" y="38608"/>
                </a:lnTo>
                <a:lnTo>
                  <a:pt x="11425" y="37099"/>
                </a:lnTo>
                <a:lnTo>
                  <a:pt x="11425" y="35857"/>
                </a:lnTo>
                <a:lnTo>
                  <a:pt x="11425" y="34348"/>
                </a:lnTo>
                <a:lnTo>
                  <a:pt x="11425" y="33017"/>
                </a:lnTo>
                <a:lnTo>
                  <a:pt x="11901" y="31508"/>
                </a:lnTo>
                <a:lnTo>
                  <a:pt x="11901" y="29999"/>
                </a:lnTo>
                <a:lnTo>
                  <a:pt x="11901" y="28756"/>
                </a:lnTo>
                <a:lnTo>
                  <a:pt x="11901" y="27425"/>
                </a:lnTo>
                <a:lnTo>
                  <a:pt x="11901" y="25916"/>
                </a:lnTo>
                <a:lnTo>
                  <a:pt x="12218" y="24674"/>
                </a:lnTo>
                <a:lnTo>
                  <a:pt x="12218" y="23165"/>
                </a:lnTo>
                <a:lnTo>
                  <a:pt x="12218" y="21656"/>
                </a:lnTo>
                <a:lnTo>
                  <a:pt x="12218" y="20413"/>
                </a:lnTo>
                <a:lnTo>
                  <a:pt x="12694" y="19082"/>
                </a:lnTo>
                <a:lnTo>
                  <a:pt x="12694" y="17839"/>
                </a:lnTo>
                <a:lnTo>
                  <a:pt x="12694" y="16331"/>
                </a:lnTo>
                <a:lnTo>
                  <a:pt x="12694" y="14822"/>
                </a:lnTo>
                <a:lnTo>
                  <a:pt x="12694" y="13490"/>
                </a:lnTo>
                <a:lnTo>
                  <a:pt x="13012" y="11982"/>
                </a:lnTo>
                <a:lnTo>
                  <a:pt x="13012" y="10916"/>
                </a:lnTo>
                <a:lnTo>
                  <a:pt x="13012" y="9408"/>
                </a:lnTo>
                <a:lnTo>
                  <a:pt x="13012" y="8165"/>
                </a:lnTo>
                <a:lnTo>
                  <a:pt x="13012" y="6656"/>
                </a:lnTo>
                <a:lnTo>
                  <a:pt x="13488" y="5325"/>
                </a:lnTo>
                <a:lnTo>
                  <a:pt x="13488" y="3905"/>
                </a:lnTo>
                <a:lnTo>
                  <a:pt x="13488" y="2573"/>
                </a:lnTo>
                <a:lnTo>
                  <a:pt x="13488" y="1331"/>
                </a:lnTo>
                <a:lnTo>
                  <a:pt x="13488" y="0"/>
                </a:lnTo>
              </a:path>
            </a:pathLst>
          </a:custGeom>
          <a:ln w="195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3855562" y="1680891"/>
            <a:ext cx="13329" cy="223397"/>
          </a:xfrm>
          <a:custGeom>
            <a:avLst/>
            <a:gdLst/>
            <a:ahLst/>
            <a:cxnLst/>
            <a:rect l="l" t="t" r="r" b="b"/>
            <a:pathLst>
              <a:path w="13329" h="223397">
                <a:moveTo>
                  <a:pt x="0" y="223397"/>
                </a:moveTo>
                <a:lnTo>
                  <a:pt x="0" y="221889"/>
                </a:lnTo>
                <a:lnTo>
                  <a:pt x="0" y="220646"/>
                </a:lnTo>
                <a:lnTo>
                  <a:pt x="0" y="219315"/>
                </a:lnTo>
                <a:lnTo>
                  <a:pt x="0" y="217806"/>
                </a:lnTo>
                <a:lnTo>
                  <a:pt x="317" y="216563"/>
                </a:lnTo>
                <a:lnTo>
                  <a:pt x="317" y="215232"/>
                </a:lnTo>
                <a:lnTo>
                  <a:pt x="317" y="213989"/>
                </a:lnTo>
                <a:lnTo>
                  <a:pt x="317" y="212658"/>
                </a:lnTo>
                <a:lnTo>
                  <a:pt x="317" y="211149"/>
                </a:lnTo>
                <a:lnTo>
                  <a:pt x="634" y="209907"/>
                </a:lnTo>
                <a:lnTo>
                  <a:pt x="634" y="208575"/>
                </a:lnTo>
                <a:lnTo>
                  <a:pt x="634" y="207066"/>
                </a:lnTo>
                <a:lnTo>
                  <a:pt x="634" y="206001"/>
                </a:lnTo>
                <a:lnTo>
                  <a:pt x="634" y="204759"/>
                </a:lnTo>
                <a:lnTo>
                  <a:pt x="1110" y="203427"/>
                </a:lnTo>
                <a:lnTo>
                  <a:pt x="1110" y="202007"/>
                </a:lnTo>
                <a:lnTo>
                  <a:pt x="1110" y="200676"/>
                </a:lnTo>
                <a:lnTo>
                  <a:pt x="1110" y="199433"/>
                </a:lnTo>
                <a:lnTo>
                  <a:pt x="1110" y="198102"/>
                </a:lnTo>
                <a:lnTo>
                  <a:pt x="1428" y="196593"/>
                </a:lnTo>
                <a:lnTo>
                  <a:pt x="1428" y="195351"/>
                </a:lnTo>
                <a:lnTo>
                  <a:pt x="1428" y="194286"/>
                </a:lnTo>
                <a:lnTo>
                  <a:pt x="1428" y="192954"/>
                </a:lnTo>
                <a:lnTo>
                  <a:pt x="1904" y="191712"/>
                </a:lnTo>
                <a:lnTo>
                  <a:pt x="1904" y="190380"/>
                </a:lnTo>
                <a:lnTo>
                  <a:pt x="1904" y="188871"/>
                </a:lnTo>
                <a:lnTo>
                  <a:pt x="1904" y="187629"/>
                </a:lnTo>
                <a:lnTo>
                  <a:pt x="1904" y="186298"/>
                </a:lnTo>
                <a:lnTo>
                  <a:pt x="2221" y="185055"/>
                </a:lnTo>
                <a:lnTo>
                  <a:pt x="2221" y="183724"/>
                </a:lnTo>
                <a:lnTo>
                  <a:pt x="2221" y="182481"/>
                </a:lnTo>
                <a:lnTo>
                  <a:pt x="2221" y="181150"/>
                </a:lnTo>
                <a:lnTo>
                  <a:pt x="2221" y="180085"/>
                </a:lnTo>
                <a:lnTo>
                  <a:pt x="2221" y="178842"/>
                </a:lnTo>
                <a:lnTo>
                  <a:pt x="2221" y="177511"/>
                </a:lnTo>
                <a:lnTo>
                  <a:pt x="2221" y="176268"/>
                </a:lnTo>
                <a:lnTo>
                  <a:pt x="2221" y="174937"/>
                </a:lnTo>
                <a:lnTo>
                  <a:pt x="2221" y="173694"/>
                </a:lnTo>
                <a:lnTo>
                  <a:pt x="2538" y="172363"/>
                </a:lnTo>
                <a:lnTo>
                  <a:pt x="2538" y="171120"/>
                </a:lnTo>
                <a:lnTo>
                  <a:pt x="2538" y="169789"/>
                </a:lnTo>
                <a:lnTo>
                  <a:pt x="2538" y="168546"/>
                </a:lnTo>
                <a:lnTo>
                  <a:pt x="3015" y="167215"/>
                </a:lnTo>
                <a:lnTo>
                  <a:pt x="3015" y="165973"/>
                </a:lnTo>
                <a:lnTo>
                  <a:pt x="3015" y="164641"/>
                </a:lnTo>
                <a:lnTo>
                  <a:pt x="3015" y="163576"/>
                </a:lnTo>
                <a:lnTo>
                  <a:pt x="3015" y="162334"/>
                </a:lnTo>
                <a:lnTo>
                  <a:pt x="3332" y="161002"/>
                </a:lnTo>
                <a:lnTo>
                  <a:pt x="3332" y="159760"/>
                </a:lnTo>
                <a:lnTo>
                  <a:pt x="3332" y="158606"/>
                </a:lnTo>
                <a:lnTo>
                  <a:pt x="3332" y="157363"/>
                </a:lnTo>
                <a:lnTo>
                  <a:pt x="3332" y="156121"/>
                </a:lnTo>
                <a:lnTo>
                  <a:pt x="3808" y="154789"/>
                </a:lnTo>
                <a:lnTo>
                  <a:pt x="3808" y="153547"/>
                </a:lnTo>
                <a:lnTo>
                  <a:pt x="3808" y="152393"/>
                </a:lnTo>
                <a:lnTo>
                  <a:pt x="3808" y="151150"/>
                </a:lnTo>
                <a:lnTo>
                  <a:pt x="3808" y="149819"/>
                </a:lnTo>
                <a:lnTo>
                  <a:pt x="4125" y="148576"/>
                </a:lnTo>
                <a:lnTo>
                  <a:pt x="4125" y="147511"/>
                </a:lnTo>
                <a:lnTo>
                  <a:pt x="4125" y="146180"/>
                </a:lnTo>
                <a:lnTo>
                  <a:pt x="4125" y="144937"/>
                </a:lnTo>
                <a:lnTo>
                  <a:pt x="4125" y="143606"/>
                </a:lnTo>
                <a:lnTo>
                  <a:pt x="4125" y="142541"/>
                </a:lnTo>
                <a:lnTo>
                  <a:pt x="4125" y="141298"/>
                </a:lnTo>
                <a:lnTo>
                  <a:pt x="4125" y="139967"/>
                </a:lnTo>
                <a:lnTo>
                  <a:pt x="4125" y="138902"/>
                </a:lnTo>
                <a:lnTo>
                  <a:pt x="4443" y="137659"/>
                </a:lnTo>
                <a:lnTo>
                  <a:pt x="4443" y="136328"/>
                </a:lnTo>
                <a:lnTo>
                  <a:pt x="4443" y="135263"/>
                </a:lnTo>
                <a:lnTo>
                  <a:pt x="4443" y="134020"/>
                </a:lnTo>
                <a:lnTo>
                  <a:pt x="4443" y="132955"/>
                </a:lnTo>
                <a:lnTo>
                  <a:pt x="4919" y="131624"/>
                </a:lnTo>
                <a:lnTo>
                  <a:pt x="4919" y="130559"/>
                </a:lnTo>
                <a:lnTo>
                  <a:pt x="4919" y="129316"/>
                </a:lnTo>
                <a:lnTo>
                  <a:pt x="4919" y="127985"/>
                </a:lnTo>
                <a:lnTo>
                  <a:pt x="4919" y="126920"/>
                </a:lnTo>
                <a:lnTo>
                  <a:pt x="5236" y="125589"/>
                </a:lnTo>
                <a:lnTo>
                  <a:pt x="5236" y="124524"/>
                </a:lnTo>
                <a:lnTo>
                  <a:pt x="5236" y="123281"/>
                </a:lnTo>
                <a:lnTo>
                  <a:pt x="5236" y="122216"/>
                </a:lnTo>
                <a:lnTo>
                  <a:pt x="5712" y="120885"/>
                </a:lnTo>
                <a:lnTo>
                  <a:pt x="5712" y="119820"/>
                </a:lnTo>
                <a:lnTo>
                  <a:pt x="5712" y="118755"/>
                </a:lnTo>
                <a:lnTo>
                  <a:pt x="5712" y="117512"/>
                </a:lnTo>
                <a:lnTo>
                  <a:pt x="5712" y="116447"/>
                </a:lnTo>
                <a:lnTo>
                  <a:pt x="6030" y="115116"/>
                </a:lnTo>
                <a:lnTo>
                  <a:pt x="6030" y="114050"/>
                </a:lnTo>
                <a:lnTo>
                  <a:pt x="6030" y="112985"/>
                </a:lnTo>
                <a:lnTo>
                  <a:pt x="6030" y="111654"/>
                </a:lnTo>
                <a:lnTo>
                  <a:pt x="6030" y="110589"/>
                </a:lnTo>
                <a:lnTo>
                  <a:pt x="6506" y="109524"/>
                </a:lnTo>
                <a:lnTo>
                  <a:pt x="6506" y="108281"/>
                </a:lnTo>
                <a:lnTo>
                  <a:pt x="6506" y="107216"/>
                </a:lnTo>
                <a:lnTo>
                  <a:pt x="6506" y="106151"/>
                </a:lnTo>
                <a:lnTo>
                  <a:pt x="6506" y="104820"/>
                </a:lnTo>
                <a:lnTo>
                  <a:pt x="6506" y="103755"/>
                </a:lnTo>
                <a:lnTo>
                  <a:pt x="6506" y="102690"/>
                </a:lnTo>
                <a:lnTo>
                  <a:pt x="6506" y="101625"/>
                </a:lnTo>
                <a:lnTo>
                  <a:pt x="6506" y="100293"/>
                </a:lnTo>
                <a:lnTo>
                  <a:pt x="6823" y="99228"/>
                </a:lnTo>
                <a:lnTo>
                  <a:pt x="6823" y="98163"/>
                </a:lnTo>
                <a:lnTo>
                  <a:pt x="6823" y="97098"/>
                </a:lnTo>
                <a:lnTo>
                  <a:pt x="6823" y="96033"/>
                </a:lnTo>
                <a:lnTo>
                  <a:pt x="6823" y="94968"/>
                </a:lnTo>
                <a:lnTo>
                  <a:pt x="7140" y="93637"/>
                </a:lnTo>
                <a:lnTo>
                  <a:pt x="7140" y="92572"/>
                </a:lnTo>
                <a:lnTo>
                  <a:pt x="7140" y="91507"/>
                </a:lnTo>
                <a:lnTo>
                  <a:pt x="7140" y="90264"/>
                </a:lnTo>
                <a:lnTo>
                  <a:pt x="7140" y="89199"/>
                </a:lnTo>
                <a:lnTo>
                  <a:pt x="7616" y="88134"/>
                </a:lnTo>
                <a:lnTo>
                  <a:pt x="7616" y="87069"/>
                </a:lnTo>
                <a:lnTo>
                  <a:pt x="7616" y="86004"/>
                </a:lnTo>
                <a:lnTo>
                  <a:pt x="7616" y="84850"/>
                </a:lnTo>
                <a:lnTo>
                  <a:pt x="7616" y="83785"/>
                </a:lnTo>
                <a:lnTo>
                  <a:pt x="7934" y="82720"/>
                </a:lnTo>
                <a:lnTo>
                  <a:pt x="7934" y="81655"/>
                </a:lnTo>
                <a:lnTo>
                  <a:pt x="7934" y="80590"/>
                </a:lnTo>
                <a:lnTo>
                  <a:pt x="7934" y="79525"/>
                </a:lnTo>
                <a:lnTo>
                  <a:pt x="8410" y="78459"/>
                </a:lnTo>
                <a:lnTo>
                  <a:pt x="8410" y="77394"/>
                </a:lnTo>
                <a:lnTo>
                  <a:pt x="8410" y="76063"/>
                </a:lnTo>
                <a:lnTo>
                  <a:pt x="8410" y="74998"/>
                </a:lnTo>
                <a:lnTo>
                  <a:pt x="8410" y="73933"/>
                </a:lnTo>
                <a:lnTo>
                  <a:pt x="8410" y="72868"/>
                </a:lnTo>
                <a:lnTo>
                  <a:pt x="8410" y="71803"/>
                </a:lnTo>
                <a:lnTo>
                  <a:pt x="8410" y="70738"/>
                </a:lnTo>
                <a:lnTo>
                  <a:pt x="8410" y="69850"/>
                </a:lnTo>
                <a:lnTo>
                  <a:pt x="8410" y="68785"/>
                </a:lnTo>
                <a:lnTo>
                  <a:pt x="8727" y="67720"/>
                </a:lnTo>
                <a:lnTo>
                  <a:pt x="8727" y="66655"/>
                </a:lnTo>
                <a:lnTo>
                  <a:pt x="8727" y="65412"/>
                </a:lnTo>
                <a:lnTo>
                  <a:pt x="8727" y="64347"/>
                </a:lnTo>
                <a:lnTo>
                  <a:pt x="8727" y="63460"/>
                </a:lnTo>
                <a:lnTo>
                  <a:pt x="9045" y="62395"/>
                </a:lnTo>
                <a:lnTo>
                  <a:pt x="9045" y="61330"/>
                </a:lnTo>
                <a:lnTo>
                  <a:pt x="9045" y="60265"/>
                </a:lnTo>
                <a:lnTo>
                  <a:pt x="9045" y="59377"/>
                </a:lnTo>
                <a:lnTo>
                  <a:pt x="9521" y="58312"/>
                </a:lnTo>
                <a:lnTo>
                  <a:pt x="9521" y="57247"/>
                </a:lnTo>
                <a:lnTo>
                  <a:pt x="9521" y="56182"/>
                </a:lnTo>
                <a:lnTo>
                  <a:pt x="9521" y="55117"/>
                </a:lnTo>
                <a:lnTo>
                  <a:pt x="9521" y="54052"/>
                </a:lnTo>
                <a:lnTo>
                  <a:pt x="9838" y="53164"/>
                </a:lnTo>
                <a:lnTo>
                  <a:pt x="9838" y="52099"/>
                </a:lnTo>
                <a:lnTo>
                  <a:pt x="9838" y="51211"/>
                </a:lnTo>
                <a:lnTo>
                  <a:pt x="9838" y="50146"/>
                </a:lnTo>
                <a:lnTo>
                  <a:pt x="9838" y="48904"/>
                </a:lnTo>
                <a:lnTo>
                  <a:pt x="10314" y="48016"/>
                </a:lnTo>
                <a:lnTo>
                  <a:pt x="10314" y="46951"/>
                </a:lnTo>
                <a:lnTo>
                  <a:pt x="10314" y="46064"/>
                </a:lnTo>
                <a:lnTo>
                  <a:pt x="10314" y="44999"/>
                </a:lnTo>
                <a:lnTo>
                  <a:pt x="10314" y="44111"/>
                </a:lnTo>
                <a:lnTo>
                  <a:pt x="10314" y="43046"/>
                </a:lnTo>
                <a:lnTo>
                  <a:pt x="10314" y="41981"/>
                </a:lnTo>
                <a:lnTo>
                  <a:pt x="10314" y="40916"/>
                </a:lnTo>
                <a:lnTo>
                  <a:pt x="10314" y="40117"/>
                </a:lnTo>
                <a:lnTo>
                  <a:pt x="10631" y="38963"/>
                </a:lnTo>
                <a:lnTo>
                  <a:pt x="10631" y="38164"/>
                </a:lnTo>
                <a:lnTo>
                  <a:pt x="10631" y="37099"/>
                </a:lnTo>
                <a:lnTo>
                  <a:pt x="10631" y="36034"/>
                </a:lnTo>
                <a:lnTo>
                  <a:pt x="10631" y="35147"/>
                </a:lnTo>
                <a:lnTo>
                  <a:pt x="11108" y="34082"/>
                </a:lnTo>
                <a:lnTo>
                  <a:pt x="11108" y="33194"/>
                </a:lnTo>
                <a:lnTo>
                  <a:pt x="11108" y="32395"/>
                </a:lnTo>
                <a:lnTo>
                  <a:pt x="11108" y="31241"/>
                </a:lnTo>
                <a:lnTo>
                  <a:pt x="11108" y="30176"/>
                </a:lnTo>
                <a:lnTo>
                  <a:pt x="11425" y="29378"/>
                </a:lnTo>
                <a:lnTo>
                  <a:pt x="11425" y="28490"/>
                </a:lnTo>
                <a:lnTo>
                  <a:pt x="11425" y="27425"/>
                </a:lnTo>
                <a:lnTo>
                  <a:pt x="11425" y="26537"/>
                </a:lnTo>
                <a:lnTo>
                  <a:pt x="11425" y="25472"/>
                </a:lnTo>
                <a:lnTo>
                  <a:pt x="11742" y="24674"/>
                </a:lnTo>
                <a:lnTo>
                  <a:pt x="11742" y="23520"/>
                </a:lnTo>
                <a:lnTo>
                  <a:pt x="11742" y="22721"/>
                </a:lnTo>
                <a:lnTo>
                  <a:pt x="11742" y="21833"/>
                </a:lnTo>
                <a:lnTo>
                  <a:pt x="12218" y="20768"/>
                </a:lnTo>
                <a:lnTo>
                  <a:pt x="12218" y="19881"/>
                </a:lnTo>
                <a:lnTo>
                  <a:pt x="12218" y="18816"/>
                </a:lnTo>
                <a:lnTo>
                  <a:pt x="12218" y="18017"/>
                </a:lnTo>
                <a:lnTo>
                  <a:pt x="12218" y="17129"/>
                </a:lnTo>
                <a:lnTo>
                  <a:pt x="12536" y="16064"/>
                </a:lnTo>
                <a:lnTo>
                  <a:pt x="12536" y="15177"/>
                </a:lnTo>
                <a:lnTo>
                  <a:pt x="12536" y="14378"/>
                </a:lnTo>
                <a:lnTo>
                  <a:pt x="12536" y="13490"/>
                </a:lnTo>
                <a:lnTo>
                  <a:pt x="12536" y="12425"/>
                </a:lnTo>
                <a:lnTo>
                  <a:pt x="12536" y="11538"/>
                </a:lnTo>
                <a:lnTo>
                  <a:pt x="12536" y="10739"/>
                </a:lnTo>
                <a:lnTo>
                  <a:pt x="12536" y="9851"/>
                </a:lnTo>
                <a:lnTo>
                  <a:pt x="12536" y="8786"/>
                </a:lnTo>
                <a:lnTo>
                  <a:pt x="12536" y="7899"/>
                </a:lnTo>
                <a:lnTo>
                  <a:pt x="13012" y="7011"/>
                </a:lnTo>
                <a:lnTo>
                  <a:pt x="13012" y="6212"/>
                </a:lnTo>
                <a:lnTo>
                  <a:pt x="13012" y="5325"/>
                </a:lnTo>
                <a:lnTo>
                  <a:pt x="13012" y="4260"/>
                </a:lnTo>
                <a:lnTo>
                  <a:pt x="13329" y="3372"/>
                </a:lnTo>
                <a:lnTo>
                  <a:pt x="13329" y="2573"/>
                </a:lnTo>
                <a:lnTo>
                  <a:pt x="13329" y="1686"/>
                </a:lnTo>
                <a:lnTo>
                  <a:pt x="13329" y="798"/>
                </a:lnTo>
                <a:lnTo>
                  <a:pt x="13329" y="0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3868892" y="1560982"/>
            <a:ext cx="13805" cy="119908"/>
          </a:xfrm>
          <a:custGeom>
            <a:avLst/>
            <a:gdLst/>
            <a:ahLst/>
            <a:cxnLst/>
            <a:rect l="l" t="t" r="r" b="b"/>
            <a:pathLst>
              <a:path w="13805" h="119908">
                <a:moveTo>
                  <a:pt x="0" y="119908"/>
                </a:moveTo>
                <a:lnTo>
                  <a:pt x="317" y="119021"/>
                </a:lnTo>
                <a:lnTo>
                  <a:pt x="317" y="118133"/>
                </a:lnTo>
                <a:lnTo>
                  <a:pt x="317" y="117068"/>
                </a:lnTo>
                <a:lnTo>
                  <a:pt x="317" y="116447"/>
                </a:lnTo>
                <a:lnTo>
                  <a:pt x="317" y="115559"/>
                </a:lnTo>
                <a:lnTo>
                  <a:pt x="793" y="114494"/>
                </a:lnTo>
                <a:lnTo>
                  <a:pt x="793" y="113695"/>
                </a:lnTo>
                <a:lnTo>
                  <a:pt x="793" y="112985"/>
                </a:lnTo>
                <a:lnTo>
                  <a:pt x="793" y="112187"/>
                </a:lnTo>
                <a:lnTo>
                  <a:pt x="793" y="111122"/>
                </a:lnTo>
                <a:lnTo>
                  <a:pt x="1110" y="110411"/>
                </a:lnTo>
                <a:lnTo>
                  <a:pt x="1110" y="109613"/>
                </a:lnTo>
                <a:lnTo>
                  <a:pt x="1110" y="108725"/>
                </a:lnTo>
                <a:lnTo>
                  <a:pt x="1110" y="107838"/>
                </a:lnTo>
                <a:lnTo>
                  <a:pt x="1110" y="107039"/>
                </a:lnTo>
                <a:lnTo>
                  <a:pt x="1110" y="106151"/>
                </a:lnTo>
                <a:lnTo>
                  <a:pt x="1110" y="105264"/>
                </a:lnTo>
                <a:lnTo>
                  <a:pt x="1110" y="104465"/>
                </a:lnTo>
                <a:lnTo>
                  <a:pt x="1110" y="103844"/>
                </a:lnTo>
                <a:lnTo>
                  <a:pt x="1586" y="102690"/>
                </a:lnTo>
                <a:lnTo>
                  <a:pt x="1586" y="102068"/>
                </a:lnTo>
                <a:lnTo>
                  <a:pt x="1586" y="101270"/>
                </a:lnTo>
                <a:lnTo>
                  <a:pt x="1586" y="100382"/>
                </a:lnTo>
                <a:lnTo>
                  <a:pt x="1586" y="99495"/>
                </a:lnTo>
                <a:lnTo>
                  <a:pt x="1904" y="98873"/>
                </a:lnTo>
                <a:lnTo>
                  <a:pt x="1904" y="97986"/>
                </a:lnTo>
                <a:lnTo>
                  <a:pt x="1904" y="97187"/>
                </a:lnTo>
                <a:lnTo>
                  <a:pt x="1904" y="96299"/>
                </a:lnTo>
                <a:lnTo>
                  <a:pt x="1904" y="95678"/>
                </a:lnTo>
                <a:lnTo>
                  <a:pt x="2380" y="94613"/>
                </a:lnTo>
                <a:lnTo>
                  <a:pt x="2380" y="93903"/>
                </a:lnTo>
                <a:lnTo>
                  <a:pt x="2380" y="93282"/>
                </a:lnTo>
                <a:lnTo>
                  <a:pt x="2380" y="92217"/>
                </a:lnTo>
                <a:lnTo>
                  <a:pt x="2697" y="91595"/>
                </a:lnTo>
                <a:lnTo>
                  <a:pt x="2697" y="90974"/>
                </a:lnTo>
                <a:lnTo>
                  <a:pt x="2697" y="89909"/>
                </a:lnTo>
                <a:lnTo>
                  <a:pt x="2697" y="89199"/>
                </a:lnTo>
                <a:lnTo>
                  <a:pt x="2697" y="88578"/>
                </a:lnTo>
                <a:lnTo>
                  <a:pt x="3015" y="87690"/>
                </a:lnTo>
                <a:lnTo>
                  <a:pt x="3015" y="86891"/>
                </a:lnTo>
                <a:lnTo>
                  <a:pt x="3015" y="86181"/>
                </a:lnTo>
                <a:lnTo>
                  <a:pt x="3015" y="85382"/>
                </a:lnTo>
                <a:lnTo>
                  <a:pt x="3015" y="84761"/>
                </a:lnTo>
                <a:lnTo>
                  <a:pt x="3491" y="83874"/>
                </a:lnTo>
                <a:lnTo>
                  <a:pt x="3491" y="82986"/>
                </a:lnTo>
                <a:lnTo>
                  <a:pt x="3491" y="82365"/>
                </a:lnTo>
                <a:lnTo>
                  <a:pt x="3491" y="81477"/>
                </a:lnTo>
                <a:lnTo>
                  <a:pt x="3491" y="80856"/>
                </a:lnTo>
                <a:lnTo>
                  <a:pt x="3491" y="80235"/>
                </a:lnTo>
                <a:lnTo>
                  <a:pt x="3491" y="79347"/>
                </a:lnTo>
                <a:lnTo>
                  <a:pt x="3491" y="78726"/>
                </a:lnTo>
                <a:lnTo>
                  <a:pt x="3491" y="77838"/>
                </a:lnTo>
                <a:lnTo>
                  <a:pt x="3808" y="77039"/>
                </a:lnTo>
                <a:lnTo>
                  <a:pt x="3808" y="76329"/>
                </a:lnTo>
                <a:lnTo>
                  <a:pt x="3808" y="75531"/>
                </a:lnTo>
                <a:lnTo>
                  <a:pt x="3808" y="74820"/>
                </a:lnTo>
                <a:lnTo>
                  <a:pt x="3808" y="74199"/>
                </a:lnTo>
                <a:lnTo>
                  <a:pt x="4284" y="73312"/>
                </a:lnTo>
                <a:lnTo>
                  <a:pt x="4284" y="72690"/>
                </a:lnTo>
                <a:lnTo>
                  <a:pt x="4284" y="72069"/>
                </a:lnTo>
                <a:lnTo>
                  <a:pt x="4284" y="71448"/>
                </a:lnTo>
                <a:lnTo>
                  <a:pt x="4284" y="70738"/>
                </a:lnTo>
                <a:lnTo>
                  <a:pt x="4601" y="69939"/>
                </a:lnTo>
                <a:lnTo>
                  <a:pt x="4601" y="69318"/>
                </a:lnTo>
                <a:lnTo>
                  <a:pt x="4601" y="68430"/>
                </a:lnTo>
                <a:lnTo>
                  <a:pt x="4601" y="67809"/>
                </a:lnTo>
                <a:lnTo>
                  <a:pt x="4601" y="67099"/>
                </a:lnTo>
                <a:lnTo>
                  <a:pt x="4919" y="66477"/>
                </a:lnTo>
                <a:lnTo>
                  <a:pt x="4919" y="65856"/>
                </a:lnTo>
                <a:lnTo>
                  <a:pt x="4919" y="64969"/>
                </a:lnTo>
                <a:lnTo>
                  <a:pt x="4919" y="64347"/>
                </a:lnTo>
                <a:lnTo>
                  <a:pt x="5395" y="63726"/>
                </a:lnTo>
                <a:lnTo>
                  <a:pt x="5395" y="63105"/>
                </a:lnTo>
                <a:lnTo>
                  <a:pt x="5395" y="62395"/>
                </a:lnTo>
                <a:lnTo>
                  <a:pt x="5395" y="61596"/>
                </a:lnTo>
                <a:lnTo>
                  <a:pt x="5395" y="60886"/>
                </a:lnTo>
                <a:lnTo>
                  <a:pt x="5395" y="60265"/>
                </a:lnTo>
                <a:lnTo>
                  <a:pt x="5395" y="59643"/>
                </a:lnTo>
                <a:lnTo>
                  <a:pt x="5395" y="59022"/>
                </a:lnTo>
                <a:lnTo>
                  <a:pt x="5395" y="58312"/>
                </a:lnTo>
                <a:lnTo>
                  <a:pt x="5395" y="57691"/>
                </a:lnTo>
                <a:lnTo>
                  <a:pt x="5712" y="57069"/>
                </a:lnTo>
                <a:lnTo>
                  <a:pt x="5712" y="56448"/>
                </a:lnTo>
                <a:lnTo>
                  <a:pt x="5712" y="55561"/>
                </a:lnTo>
                <a:lnTo>
                  <a:pt x="5712" y="55117"/>
                </a:lnTo>
                <a:lnTo>
                  <a:pt x="5712" y="54229"/>
                </a:lnTo>
                <a:lnTo>
                  <a:pt x="6188" y="53874"/>
                </a:lnTo>
                <a:lnTo>
                  <a:pt x="6188" y="53164"/>
                </a:lnTo>
                <a:lnTo>
                  <a:pt x="6188" y="52543"/>
                </a:lnTo>
                <a:lnTo>
                  <a:pt x="6188" y="51922"/>
                </a:lnTo>
                <a:lnTo>
                  <a:pt x="6188" y="51300"/>
                </a:lnTo>
                <a:lnTo>
                  <a:pt x="6506" y="50590"/>
                </a:lnTo>
                <a:lnTo>
                  <a:pt x="6506" y="49969"/>
                </a:lnTo>
                <a:lnTo>
                  <a:pt x="6506" y="49348"/>
                </a:lnTo>
                <a:lnTo>
                  <a:pt x="6506" y="48726"/>
                </a:lnTo>
                <a:lnTo>
                  <a:pt x="6823" y="48283"/>
                </a:lnTo>
                <a:lnTo>
                  <a:pt x="6823" y="47395"/>
                </a:lnTo>
                <a:lnTo>
                  <a:pt x="6823" y="46951"/>
                </a:lnTo>
                <a:lnTo>
                  <a:pt x="6823" y="46330"/>
                </a:lnTo>
                <a:lnTo>
                  <a:pt x="6823" y="45709"/>
                </a:lnTo>
                <a:lnTo>
                  <a:pt x="7299" y="45087"/>
                </a:lnTo>
                <a:lnTo>
                  <a:pt x="7299" y="44644"/>
                </a:lnTo>
                <a:lnTo>
                  <a:pt x="7299" y="43756"/>
                </a:lnTo>
                <a:lnTo>
                  <a:pt x="7299" y="43312"/>
                </a:lnTo>
                <a:lnTo>
                  <a:pt x="7299" y="42691"/>
                </a:lnTo>
                <a:lnTo>
                  <a:pt x="7616" y="42247"/>
                </a:lnTo>
                <a:lnTo>
                  <a:pt x="7616" y="41448"/>
                </a:lnTo>
                <a:lnTo>
                  <a:pt x="7616" y="41005"/>
                </a:lnTo>
                <a:lnTo>
                  <a:pt x="7616" y="40295"/>
                </a:lnTo>
                <a:lnTo>
                  <a:pt x="7616" y="39940"/>
                </a:lnTo>
                <a:lnTo>
                  <a:pt x="7616" y="39229"/>
                </a:lnTo>
                <a:lnTo>
                  <a:pt x="7616" y="38874"/>
                </a:lnTo>
                <a:lnTo>
                  <a:pt x="7616" y="37987"/>
                </a:lnTo>
                <a:lnTo>
                  <a:pt x="7616" y="37543"/>
                </a:lnTo>
                <a:lnTo>
                  <a:pt x="8093" y="36922"/>
                </a:lnTo>
                <a:lnTo>
                  <a:pt x="8093" y="36478"/>
                </a:lnTo>
                <a:lnTo>
                  <a:pt x="8093" y="35857"/>
                </a:lnTo>
                <a:lnTo>
                  <a:pt x="8093" y="35413"/>
                </a:lnTo>
                <a:lnTo>
                  <a:pt x="8093" y="34792"/>
                </a:lnTo>
                <a:lnTo>
                  <a:pt x="8410" y="34348"/>
                </a:lnTo>
                <a:lnTo>
                  <a:pt x="8410" y="33727"/>
                </a:lnTo>
                <a:lnTo>
                  <a:pt x="8410" y="33017"/>
                </a:lnTo>
                <a:lnTo>
                  <a:pt x="8410" y="32573"/>
                </a:lnTo>
                <a:lnTo>
                  <a:pt x="8410" y="31952"/>
                </a:lnTo>
                <a:lnTo>
                  <a:pt x="8886" y="31508"/>
                </a:lnTo>
                <a:lnTo>
                  <a:pt x="8886" y="30886"/>
                </a:lnTo>
                <a:lnTo>
                  <a:pt x="8886" y="30443"/>
                </a:lnTo>
                <a:lnTo>
                  <a:pt x="8886" y="29821"/>
                </a:lnTo>
                <a:lnTo>
                  <a:pt x="8886" y="29644"/>
                </a:lnTo>
                <a:lnTo>
                  <a:pt x="9203" y="28934"/>
                </a:lnTo>
                <a:lnTo>
                  <a:pt x="9203" y="28313"/>
                </a:lnTo>
                <a:lnTo>
                  <a:pt x="9203" y="27869"/>
                </a:lnTo>
                <a:lnTo>
                  <a:pt x="9203" y="27247"/>
                </a:lnTo>
                <a:lnTo>
                  <a:pt x="9521" y="26804"/>
                </a:lnTo>
                <a:lnTo>
                  <a:pt x="9521" y="26360"/>
                </a:lnTo>
                <a:lnTo>
                  <a:pt x="9521" y="26005"/>
                </a:lnTo>
                <a:lnTo>
                  <a:pt x="9521" y="25295"/>
                </a:lnTo>
                <a:lnTo>
                  <a:pt x="9521" y="24851"/>
                </a:lnTo>
                <a:lnTo>
                  <a:pt x="9521" y="24496"/>
                </a:lnTo>
                <a:lnTo>
                  <a:pt x="9521" y="23786"/>
                </a:lnTo>
                <a:lnTo>
                  <a:pt x="9521" y="23431"/>
                </a:lnTo>
                <a:lnTo>
                  <a:pt x="9521" y="22987"/>
                </a:lnTo>
                <a:lnTo>
                  <a:pt x="9521" y="22543"/>
                </a:lnTo>
                <a:lnTo>
                  <a:pt x="9997" y="21922"/>
                </a:lnTo>
                <a:lnTo>
                  <a:pt x="9997" y="21478"/>
                </a:lnTo>
                <a:lnTo>
                  <a:pt x="9997" y="21035"/>
                </a:lnTo>
                <a:lnTo>
                  <a:pt x="9997" y="20413"/>
                </a:lnTo>
                <a:lnTo>
                  <a:pt x="9997" y="19970"/>
                </a:lnTo>
                <a:lnTo>
                  <a:pt x="10314" y="19526"/>
                </a:lnTo>
                <a:lnTo>
                  <a:pt x="10314" y="19082"/>
                </a:lnTo>
                <a:lnTo>
                  <a:pt x="10314" y="18638"/>
                </a:lnTo>
                <a:lnTo>
                  <a:pt x="10314" y="18283"/>
                </a:lnTo>
                <a:lnTo>
                  <a:pt x="10790" y="17573"/>
                </a:lnTo>
                <a:lnTo>
                  <a:pt x="10790" y="17396"/>
                </a:lnTo>
                <a:lnTo>
                  <a:pt x="10790" y="16774"/>
                </a:lnTo>
                <a:lnTo>
                  <a:pt x="10790" y="16508"/>
                </a:lnTo>
                <a:lnTo>
                  <a:pt x="10790" y="15887"/>
                </a:lnTo>
                <a:lnTo>
                  <a:pt x="11108" y="15443"/>
                </a:lnTo>
                <a:lnTo>
                  <a:pt x="11108" y="15265"/>
                </a:lnTo>
                <a:lnTo>
                  <a:pt x="11108" y="14644"/>
                </a:lnTo>
                <a:lnTo>
                  <a:pt x="11108" y="14200"/>
                </a:lnTo>
                <a:lnTo>
                  <a:pt x="11108" y="13934"/>
                </a:lnTo>
                <a:lnTo>
                  <a:pt x="11425" y="13313"/>
                </a:lnTo>
                <a:lnTo>
                  <a:pt x="11425" y="12869"/>
                </a:lnTo>
                <a:lnTo>
                  <a:pt x="11425" y="12692"/>
                </a:lnTo>
                <a:lnTo>
                  <a:pt x="11425" y="12070"/>
                </a:lnTo>
                <a:lnTo>
                  <a:pt x="11425" y="11804"/>
                </a:lnTo>
                <a:lnTo>
                  <a:pt x="11901" y="11360"/>
                </a:lnTo>
                <a:lnTo>
                  <a:pt x="11901" y="10916"/>
                </a:lnTo>
                <a:lnTo>
                  <a:pt x="11901" y="10561"/>
                </a:lnTo>
                <a:lnTo>
                  <a:pt x="11901" y="10118"/>
                </a:lnTo>
                <a:lnTo>
                  <a:pt x="11901" y="9674"/>
                </a:lnTo>
                <a:lnTo>
                  <a:pt x="11901" y="9496"/>
                </a:lnTo>
                <a:lnTo>
                  <a:pt x="11901" y="9053"/>
                </a:lnTo>
                <a:lnTo>
                  <a:pt x="11901" y="8609"/>
                </a:lnTo>
                <a:lnTo>
                  <a:pt x="11901" y="8165"/>
                </a:lnTo>
                <a:lnTo>
                  <a:pt x="12218" y="7721"/>
                </a:lnTo>
                <a:lnTo>
                  <a:pt x="12218" y="7277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212"/>
                </a:lnTo>
                <a:lnTo>
                  <a:pt x="12694" y="5769"/>
                </a:lnTo>
                <a:lnTo>
                  <a:pt x="12694" y="5591"/>
                </a:lnTo>
                <a:lnTo>
                  <a:pt x="12694" y="5147"/>
                </a:lnTo>
                <a:lnTo>
                  <a:pt x="12694" y="4704"/>
                </a:lnTo>
                <a:lnTo>
                  <a:pt x="12694" y="4526"/>
                </a:lnTo>
                <a:lnTo>
                  <a:pt x="13012" y="4082"/>
                </a:lnTo>
                <a:lnTo>
                  <a:pt x="13012" y="3638"/>
                </a:lnTo>
                <a:lnTo>
                  <a:pt x="13012" y="3461"/>
                </a:lnTo>
                <a:lnTo>
                  <a:pt x="13012" y="3017"/>
                </a:lnTo>
                <a:lnTo>
                  <a:pt x="13488" y="2573"/>
                </a:lnTo>
                <a:lnTo>
                  <a:pt x="13488" y="2396"/>
                </a:lnTo>
                <a:lnTo>
                  <a:pt x="13488" y="2130"/>
                </a:lnTo>
                <a:lnTo>
                  <a:pt x="13488" y="1775"/>
                </a:lnTo>
                <a:lnTo>
                  <a:pt x="13488" y="1331"/>
                </a:lnTo>
                <a:lnTo>
                  <a:pt x="13805" y="1065"/>
                </a:lnTo>
                <a:lnTo>
                  <a:pt x="13805" y="887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4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3882698" y="1544474"/>
            <a:ext cx="13329" cy="16508"/>
          </a:xfrm>
          <a:custGeom>
            <a:avLst/>
            <a:gdLst/>
            <a:ahLst/>
            <a:cxnLst/>
            <a:rect l="l" t="t" r="r" b="b"/>
            <a:pathLst>
              <a:path w="13329" h="16508">
                <a:moveTo>
                  <a:pt x="0" y="16508"/>
                </a:moveTo>
                <a:lnTo>
                  <a:pt x="0" y="16331"/>
                </a:lnTo>
                <a:lnTo>
                  <a:pt x="0" y="16064"/>
                </a:lnTo>
                <a:lnTo>
                  <a:pt x="0" y="15709"/>
                </a:lnTo>
                <a:lnTo>
                  <a:pt x="0" y="15265"/>
                </a:lnTo>
                <a:lnTo>
                  <a:pt x="0" y="14822"/>
                </a:lnTo>
                <a:lnTo>
                  <a:pt x="317" y="14378"/>
                </a:lnTo>
                <a:lnTo>
                  <a:pt x="317" y="14200"/>
                </a:lnTo>
                <a:lnTo>
                  <a:pt x="317" y="13934"/>
                </a:lnTo>
                <a:lnTo>
                  <a:pt x="317" y="13490"/>
                </a:lnTo>
                <a:lnTo>
                  <a:pt x="793" y="13313"/>
                </a:lnTo>
                <a:lnTo>
                  <a:pt x="793" y="12869"/>
                </a:lnTo>
                <a:lnTo>
                  <a:pt x="793" y="12425"/>
                </a:lnTo>
                <a:lnTo>
                  <a:pt x="793" y="12248"/>
                </a:lnTo>
                <a:lnTo>
                  <a:pt x="1110" y="11804"/>
                </a:lnTo>
                <a:lnTo>
                  <a:pt x="1110" y="11360"/>
                </a:lnTo>
                <a:lnTo>
                  <a:pt x="1110" y="11183"/>
                </a:lnTo>
                <a:lnTo>
                  <a:pt x="1110" y="10739"/>
                </a:lnTo>
                <a:lnTo>
                  <a:pt x="1586" y="10561"/>
                </a:lnTo>
                <a:lnTo>
                  <a:pt x="1586" y="10118"/>
                </a:lnTo>
                <a:lnTo>
                  <a:pt x="1586" y="9851"/>
                </a:lnTo>
                <a:lnTo>
                  <a:pt x="1586" y="9674"/>
                </a:lnTo>
                <a:lnTo>
                  <a:pt x="1904" y="9496"/>
                </a:lnTo>
                <a:lnTo>
                  <a:pt x="1904" y="9230"/>
                </a:lnTo>
                <a:lnTo>
                  <a:pt x="1904" y="9053"/>
                </a:lnTo>
                <a:lnTo>
                  <a:pt x="1904" y="8609"/>
                </a:lnTo>
                <a:lnTo>
                  <a:pt x="1904" y="8343"/>
                </a:lnTo>
                <a:lnTo>
                  <a:pt x="1904" y="8165"/>
                </a:lnTo>
                <a:lnTo>
                  <a:pt x="1904" y="7721"/>
                </a:lnTo>
                <a:lnTo>
                  <a:pt x="1904" y="7544"/>
                </a:lnTo>
                <a:lnTo>
                  <a:pt x="2221" y="7277"/>
                </a:lnTo>
                <a:lnTo>
                  <a:pt x="2221" y="7100"/>
                </a:lnTo>
                <a:lnTo>
                  <a:pt x="2221" y="6922"/>
                </a:lnTo>
                <a:lnTo>
                  <a:pt x="2221" y="6656"/>
                </a:lnTo>
                <a:lnTo>
                  <a:pt x="2697" y="6212"/>
                </a:lnTo>
                <a:lnTo>
                  <a:pt x="2697" y="6035"/>
                </a:lnTo>
                <a:lnTo>
                  <a:pt x="2697" y="5769"/>
                </a:lnTo>
                <a:lnTo>
                  <a:pt x="2697" y="5591"/>
                </a:lnTo>
                <a:lnTo>
                  <a:pt x="3015" y="5414"/>
                </a:lnTo>
                <a:lnTo>
                  <a:pt x="3015" y="5147"/>
                </a:lnTo>
                <a:lnTo>
                  <a:pt x="3015" y="4970"/>
                </a:lnTo>
                <a:lnTo>
                  <a:pt x="3015" y="4704"/>
                </a:lnTo>
                <a:lnTo>
                  <a:pt x="3491" y="4704"/>
                </a:lnTo>
                <a:lnTo>
                  <a:pt x="3491" y="4526"/>
                </a:lnTo>
                <a:lnTo>
                  <a:pt x="3491" y="4349"/>
                </a:lnTo>
                <a:lnTo>
                  <a:pt x="3491" y="4082"/>
                </a:lnTo>
                <a:lnTo>
                  <a:pt x="3808" y="3905"/>
                </a:lnTo>
                <a:lnTo>
                  <a:pt x="3808" y="3638"/>
                </a:lnTo>
                <a:lnTo>
                  <a:pt x="3808" y="3461"/>
                </a:lnTo>
                <a:lnTo>
                  <a:pt x="4284" y="3195"/>
                </a:lnTo>
                <a:lnTo>
                  <a:pt x="4284" y="3017"/>
                </a:lnTo>
                <a:lnTo>
                  <a:pt x="4284" y="2840"/>
                </a:lnTo>
                <a:lnTo>
                  <a:pt x="4284" y="2573"/>
                </a:lnTo>
                <a:lnTo>
                  <a:pt x="4284" y="2396"/>
                </a:lnTo>
                <a:lnTo>
                  <a:pt x="4284" y="2130"/>
                </a:lnTo>
                <a:lnTo>
                  <a:pt x="4601" y="1952"/>
                </a:lnTo>
                <a:lnTo>
                  <a:pt x="4601" y="1775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331"/>
                </a:lnTo>
                <a:lnTo>
                  <a:pt x="4919" y="1065"/>
                </a:lnTo>
                <a:lnTo>
                  <a:pt x="5395" y="1065"/>
                </a:lnTo>
                <a:lnTo>
                  <a:pt x="5395" y="887"/>
                </a:lnTo>
                <a:lnTo>
                  <a:pt x="5395" y="621"/>
                </a:lnTo>
                <a:lnTo>
                  <a:pt x="5712" y="621"/>
                </a:lnTo>
                <a:lnTo>
                  <a:pt x="5712" y="443"/>
                </a:lnTo>
                <a:lnTo>
                  <a:pt x="6188" y="443"/>
                </a:lnTo>
                <a:lnTo>
                  <a:pt x="6188" y="266"/>
                </a:lnTo>
                <a:lnTo>
                  <a:pt x="6188" y="0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8093" y="0"/>
                </a:lnTo>
                <a:lnTo>
                  <a:pt x="8093" y="0"/>
                </a:lnTo>
                <a:lnTo>
                  <a:pt x="8410" y="266"/>
                </a:lnTo>
                <a:lnTo>
                  <a:pt x="8410" y="443"/>
                </a:lnTo>
                <a:lnTo>
                  <a:pt x="8410" y="621"/>
                </a:lnTo>
                <a:lnTo>
                  <a:pt x="8727" y="887"/>
                </a:lnTo>
                <a:lnTo>
                  <a:pt x="8727" y="1065"/>
                </a:lnTo>
                <a:lnTo>
                  <a:pt x="9203" y="1065"/>
                </a:lnTo>
                <a:lnTo>
                  <a:pt x="9203" y="1331"/>
                </a:lnTo>
                <a:lnTo>
                  <a:pt x="9203" y="1508"/>
                </a:lnTo>
                <a:lnTo>
                  <a:pt x="9521" y="1775"/>
                </a:lnTo>
                <a:lnTo>
                  <a:pt x="9521" y="1952"/>
                </a:lnTo>
                <a:lnTo>
                  <a:pt x="9997" y="2130"/>
                </a:lnTo>
                <a:lnTo>
                  <a:pt x="9997" y="2396"/>
                </a:lnTo>
                <a:lnTo>
                  <a:pt x="9997" y="2573"/>
                </a:lnTo>
                <a:lnTo>
                  <a:pt x="10314" y="2573"/>
                </a:lnTo>
                <a:lnTo>
                  <a:pt x="10314" y="2840"/>
                </a:lnTo>
                <a:lnTo>
                  <a:pt x="10314" y="3017"/>
                </a:lnTo>
                <a:lnTo>
                  <a:pt x="10314" y="3195"/>
                </a:lnTo>
                <a:lnTo>
                  <a:pt x="10314" y="3461"/>
                </a:lnTo>
                <a:lnTo>
                  <a:pt x="10314" y="3638"/>
                </a:lnTo>
                <a:lnTo>
                  <a:pt x="10314" y="3905"/>
                </a:lnTo>
                <a:lnTo>
                  <a:pt x="10314" y="4082"/>
                </a:lnTo>
                <a:lnTo>
                  <a:pt x="10790" y="4082"/>
                </a:lnTo>
                <a:lnTo>
                  <a:pt x="10790" y="4349"/>
                </a:lnTo>
                <a:lnTo>
                  <a:pt x="10790" y="4526"/>
                </a:lnTo>
                <a:lnTo>
                  <a:pt x="10790" y="4704"/>
                </a:lnTo>
                <a:lnTo>
                  <a:pt x="11108" y="4704"/>
                </a:lnTo>
                <a:lnTo>
                  <a:pt x="11108" y="4970"/>
                </a:lnTo>
                <a:lnTo>
                  <a:pt x="11108" y="5147"/>
                </a:lnTo>
                <a:lnTo>
                  <a:pt x="11108" y="5414"/>
                </a:lnTo>
                <a:lnTo>
                  <a:pt x="11108" y="5591"/>
                </a:lnTo>
                <a:lnTo>
                  <a:pt x="11425" y="5769"/>
                </a:lnTo>
                <a:lnTo>
                  <a:pt x="11425" y="6035"/>
                </a:lnTo>
                <a:lnTo>
                  <a:pt x="11425" y="6212"/>
                </a:lnTo>
                <a:lnTo>
                  <a:pt x="11425" y="6479"/>
                </a:lnTo>
                <a:lnTo>
                  <a:pt x="11901" y="6656"/>
                </a:lnTo>
                <a:lnTo>
                  <a:pt x="11901" y="7100"/>
                </a:lnTo>
                <a:lnTo>
                  <a:pt x="11901" y="7277"/>
                </a:lnTo>
                <a:lnTo>
                  <a:pt x="11901" y="7544"/>
                </a:lnTo>
                <a:lnTo>
                  <a:pt x="12218" y="7721"/>
                </a:lnTo>
                <a:lnTo>
                  <a:pt x="12218" y="8165"/>
                </a:lnTo>
                <a:lnTo>
                  <a:pt x="12218" y="8343"/>
                </a:lnTo>
                <a:lnTo>
                  <a:pt x="12694" y="8609"/>
                </a:lnTo>
                <a:lnTo>
                  <a:pt x="12694" y="9053"/>
                </a:lnTo>
                <a:lnTo>
                  <a:pt x="12694" y="9230"/>
                </a:lnTo>
                <a:lnTo>
                  <a:pt x="12694" y="9496"/>
                </a:lnTo>
                <a:lnTo>
                  <a:pt x="12694" y="9851"/>
                </a:lnTo>
                <a:lnTo>
                  <a:pt x="12694" y="10118"/>
                </a:lnTo>
                <a:lnTo>
                  <a:pt x="12694" y="10561"/>
                </a:lnTo>
                <a:lnTo>
                  <a:pt x="12694" y="10739"/>
                </a:lnTo>
                <a:lnTo>
                  <a:pt x="13012" y="11183"/>
                </a:lnTo>
                <a:lnTo>
                  <a:pt x="13012" y="11360"/>
                </a:lnTo>
                <a:lnTo>
                  <a:pt x="13012" y="11804"/>
                </a:lnTo>
                <a:lnTo>
                  <a:pt x="13012" y="12248"/>
                </a:lnTo>
                <a:lnTo>
                  <a:pt x="13329" y="12425"/>
                </a:lnTo>
                <a:lnTo>
                  <a:pt x="13329" y="12869"/>
                </a:lnTo>
              </a:path>
            </a:pathLst>
          </a:custGeom>
          <a:ln w="1614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3896027" y="1557343"/>
            <a:ext cx="13805" cy="114761"/>
          </a:xfrm>
          <a:custGeom>
            <a:avLst/>
            <a:gdLst/>
            <a:ahLst/>
            <a:cxnLst/>
            <a:rect l="l" t="t" r="r" b="b"/>
            <a:pathLst>
              <a:path w="13805" h="114761">
                <a:moveTo>
                  <a:pt x="0" y="0"/>
                </a:moveTo>
                <a:lnTo>
                  <a:pt x="0" y="443"/>
                </a:lnTo>
                <a:lnTo>
                  <a:pt x="476" y="621"/>
                </a:lnTo>
                <a:lnTo>
                  <a:pt x="476" y="1065"/>
                </a:lnTo>
                <a:lnTo>
                  <a:pt x="476" y="1331"/>
                </a:lnTo>
                <a:lnTo>
                  <a:pt x="476" y="1508"/>
                </a:lnTo>
                <a:lnTo>
                  <a:pt x="476" y="1952"/>
                </a:lnTo>
                <a:lnTo>
                  <a:pt x="793" y="2396"/>
                </a:lnTo>
                <a:lnTo>
                  <a:pt x="793" y="2840"/>
                </a:lnTo>
                <a:lnTo>
                  <a:pt x="793" y="3195"/>
                </a:lnTo>
                <a:lnTo>
                  <a:pt x="793" y="3461"/>
                </a:lnTo>
                <a:lnTo>
                  <a:pt x="1269" y="3638"/>
                </a:lnTo>
                <a:lnTo>
                  <a:pt x="1269" y="4082"/>
                </a:lnTo>
                <a:lnTo>
                  <a:pt x="1269" y="4526"/>
                </a:lnTo>
                <a:lnTo>
                  <a:pt x="1269" y="4704"/>
                </a:lnTo>
                <a:lnTo>
                  <a:pt x="1269" y="4970"/>
                </a:lnTo>
                <a:lnTo>
                  <a:pt x="1269" y="5414"/>
                </a:lnTo>
                <a:lnTo>
                  <a:pt x="1269" y="5769"/>
                </a:lnTo>
                <a:lnTo>
                  <a:pt x="1269" y="6035"/>
                </a:lnTo>
                <a:lnTo>
                  <a:pt x="1269" y="6479"/>
                </a:lnTo>
                <a:lnTo>
                  <a:pt x="1586" y="6656"/>
                </a:lnTo>
                <a:lnTo>
                  <a:pt x="1586" y="7100"/>
                </a:lnTo>
                <a:lnTo>
                  <a:pt x="1586" y="7277"/>
                </a:lnTo>
                <a:lnTo>
                  <a:pt x="1586" y="7721"/>
                </a:lnTo>
                <a:lnTo>
                  <a:pt x="1586" y="8165"/>
                </a:lnTo>
                <a:lnTo>
                  <a:pt x="2062" y="8343"/>
                </a:lnTo>
                <a:lnTo>
                  <a:pt x="2062" y="8786"/>
                </a:lnTo>
                <a:lnTo>
                  <a:pt x="2062" y="9230"/>
                </a:lnTo>
                <a:lnTo>
                  <a:pt x="2062" y="9408"/>
                </a:lnTo>
                <a:lnTo>
                  <a:pt x="2062" y="9851"/>
                </a:lnTo>
                <a:lnTo>
                  <a:pt x="2380" y="10295"/>
                </a:lnTo>
                <a:lnTo>
                  <a:pt x="2380" y="10739"/>
                </a:lnTo>
                <a:lnTo>
                  <a:pt x="2380" y="10916"/>
                </a:lnTo>
                <a:lnTo>
                  <a:pt x="2380" y="11626"/>
                </a:lnTo>
                <a:lnTo>
                  <a:pt x="2380" y="11804"/>
                </a:lnTo>
                <a:lnTo>
                  <a:pt x="2697" y="12248"/>
                </a:lnTo>
                <a:lnTo>
                  <a:pt x="2697" y="12692"/>
                </a:lnTo>
                <a:lnTo>
                  <a:pt x="2697" y="13135"/>
                </a:lnTo>
                <a:lnTo>
                  <a:pt x="2697" y="13313"/>
                </a:lnTo>
                <a:lnTo>
                  <a:pt x="3173" y="13934"/>
                </a:lnTo>
                <a:lnTo>
                  <a:pt x="3173" y="14200"/>
                </a:lnTo>
                <a:lnTo>
                  <a:pt x="3173" y="14555"/>
                </a:lnTo>
                <a:lnTo>
                  <a:pt x="3173" y="14999"/>
                </a:lnTo>
                <a:lnTo>
                  <a:pt x="3173" y="15443"/>
                </a:lnTo>
                <a:lnTo>
                  <a:pt x="3491" y="15887"/>
                </a:lnTo>
                <a:lnTo>
                  <a:pt x="3491" y="16331"/>
                </a:lnTo>
                <a:lnTo>
                  <a:pt x="3491" y="16508"/>
                </a:lnTo>
                <a:lnTo>
                  <a:pt x="3491" y="17129"/>
                </a:lnTo>
                <a:lnTo>
                  <a:pt x="3491" y="17573"/>
                </a:lnTo>
                <a:lnTo>
                  <a:pt x="3491" y="18017"/>
                </a:lnTo>
                <a:lnTo>
                  <a:pt x="3491" y="18461"/>
                </a:lnTo>
                <a:lnTo>
                  <a:pt x="3491" y="18904"/>
                </a:lnTo>
                <a:lnTo>
                  <a:pt x="3491" y="19348"/>
                </a:lnTo>
                <a:lnTo>
                  <a:pt x="3491" y="19703"/>
                </a:lnTo>
                <a:lnTo>
                  <a:pt x="3967" y="20147"/>
                </a:lnTo>
                <a:lnTo>
                  <a:pt x="3967" y="20591"/>
                </a:lnTo>
                <a:lnTo>
                  <a:pt x="3967" y="21212"/>
                </a:lnTo>
                <a:lnTo>
                  <a:pt x="3967" y="21478"/>
                </a:lnTo>
                <a:lnTo>
                  <a:pt x="4284" y="22100"/>
                </a:lnTo>
                <a:lnTo>
                  <a:pt x="4284" y="22543"/>
                </a:lnTo>
                <a:lnTo>
                  <a:pt x="4284" y="22987"/>
                </a:lnTo>
                <a:lnTo>
                  <a:pt x="4284" y="23431"/>
                </a:lnTo>
                <a:lnTo>
                  <a:pt x="4284" y="23786"/>
                </a:lnTo>
                <a:lnTo>
                  <a:pt x="4601" y="24230"/>
                </a:lnTo>
                <a:lnTo>
                  <a:pt x="4601" y="24851"/>
                </a:lnTo>
                <a:lnTo>
                  <a:pt x="4601" y="25295"/>
                </a:lnTo>
                <a:lnTo>
                  <a:pt x="4601" y="25739"/>
                </a:lnTo>
                <a:lnTo>
                  <a:pt x="4601" y="26182"/>
                </a:lnTo>
                <a:lnTo>
                  <a:pt x="5077" y="26804"/>
                </a:lnTo>
                <a:lnTo>
                  <a:pt x="5077" y="27247"/>
                </a:lnTo>
                <a:lnTo>
                  <a:pt x="5077" y="27691"/>
                </a:lnTo>
                <a:lnTo>
                  <a:pt x="5077" y="28313"/>
                </a:lnTo>
                <a:lnTo>
                  <a:pt x="5077" y="28756"/>
                </a:lnTo>
                <a:lnTo>
                  <a:pt x="5395" y="29200"/>
                </a:lnTo>
                <a:lnTo>
                  <a:pt x="5395" y="29644"/>
                </a:lnTo>
                <a:lnTo>
                  <a:pt x="5395" y="30265"/>
                </a:lnTo>
                <a:lnTo>
                  <a:pt x="5395" y="30886"/>
                </a:lnTo>
                <a:lnTo>
                  <a:pt x="5395" y="31330"/>
                </a:lnTo>
                <a:lnTo>
                  <a:pt x="5395" y="31774"/>
                </a:lnTo>
                <a:lnTo>
                  <a:pt x="5395" y="32218"/>
                </a:lnTo>
                <a:lnTo>
                  <a:pt x="5395" y="32839"/>
                </a:lnTo>
                <a:lnTo>
                  <a:pt x="5395" y="33283"/>
                </a:lnTo>
                <a:lnTo>
                  <a:pt x="5871" y="33904"/>
                </a:lnTo>
                <a:lnTo>
                  <a:pt x="5871" y="34348"/>
                </a:lnTo>
                <a:lnTo>
                  <a:pt x="5871" y="34969"/>
                </a:lnTo>
                <a:lnTo>
                  <a:pt x="5871" y="35591"/>
                </a:lnTo>
                <a:lnTo>
                  <a:pt x="5871" y="36034"/>
                </a:lnTo>
                <a:lnTo>
                  <a:pt x="6188" y="36656"/>
                </a:lnTo>
                <a:lnTo>
                  <a:pt x="6188" y="37099"/>
                </a:lnTo>
                <a:lnTo>
                  <a:pt x="6188" y="37721"/>
                </a:lnTo>
                <a:lnTo>
                  <a:pt x="6188" y="38164"/>
                </a:lnTo>
                <a:lnTo>
                  <a:pt x="6188" y="38786"/>
                </a:lnTo>
                <a:lnTo>
                  <a:pt x="6664" y="39229"/>
                </a:lnTo>
                <a:lnTo>
                  <a:pt x="6664" y="39940"/>
                </a:lnTo>
                <a:lnTo>
                  <a:pt x="6664" y="40295"/>
                </a:lnTo>
                <a:lnTo>
                  <a:pt x="6664" y="41005"/>
                </a:lnTo>
                <a:lnTo>
                  <a:pt x="6982" y="41360"/>
                </a:lnTo>
                <a:lnTo>
                  <a:pt x="6982" y="42247"/>
                </a:lnTo>
                <a:lnTo>
                  <a:pt x="6982" y="42691"/>
                </a:lnTo>
                <a:lnTo>
                  <a:pt x="6982" y="43312"/>
                </a:lnTo>
                <a:lnTo>
                  <a:pt x="6982" y="43756"/>
                </a:lnTo>
                <a:lnTo>
                  <a:pt x="7299" y="44377"/>
                </a:lnTo>
                <a:lnTo>
                  <a:pt x="7299" y="45087"/>
                </a:lnTo>
                <a:lnTo>
                  <a:pt x="7299" y="45709"/>
                </a:lnTo>
                <a:lnTo>
                  <a:pt x="7299" y="46152"/>
                </a:lnTo>
                <a:lnTo>
                  <a:pt x="7299" y="46774"/>
                </a:lnTo>
                <a:lnTo>
                  <a:pt x="7775" y="47395"/>
                </a:lnTo>
                <a:lnTo>
                  <a:pt x="7775" y="48016"/>
                </a:lnTo>
                <a:lnTo>
                  <a:pt x="7775" y="48460"/>
                </a:lnTo>
                <a:lnTo>
                  <a:pt x="7775" y="49348"/>
                </a:lnTo>
                <a:lnTo>
                  <a:pt x="7775" y="49791"/>
                </a:lnTo>
                <a:lnTo>
                  <a:pt x="7775" y="50413"/>
                </a:lnTo>
                <a:lnTo>
                  <a:pt x="7775" y="51034"/>
                </a:lnTo>
                <a:lnTo>
                  <a:pt x="7775" y="51655"/>
                </a:lnTo>
                <a:lnTo>
                  <a:pt x="7775" y="52365"/>
                </a:lnTo>
                <a:lnTo>
                  <a:pt x="7775" y="52987"/>
                </a:lnTo>
                <a:lnTo>
                  <a:pt x="8093" y="53430"/>
                </a:lnTo>
                <a:lnTo>
                  <a:pt x="8093" y="54229"/>
                </a:lnTo>
                <a:lnTo>
                  <a:pt x="8093" y="54673"/>
                </a:lnTo>
                <a:lnTo>
                  <a:pt x="8093" y="55561"/>
                </a:lnTo>
                <a:lnTo>
                  <a:pt x="8569" y="56004"/>
                </a:lnTo>
                <a:lnTo>
                  <a:pt x="8569" y="56803"/>
                </a:lnTo>
                <a:lnTo>
                  <a:pt x="8569" y="57513"/>
                </a:lnTo>
                <a:lnTo>
                  <a:pt x="8569" y="57868"/>
                </a:lnTo>
                <a:lnTo>
                  <a:pt x="8569" y="58756"/>
                </a:lnTo>
                <a:lnTo>
                  <a:pt x="8886" y="59200"/>
                </a:lnTo>
                <a:lnTo>
                  <a:pt x="8886" y="60087"/>
                </a:lnTo>
                <a:lnTo>
                  <a:pt x="8886" y="60708"/>
                </a:lnTo>
                <a:lnTo>
                  <a:pt x="8886" y="61330"/>
                </a:lnTo>
                <a:lnTo>
                  <a:pt x="8886" y="61951"/>
                </a:lnTo>
                <a:lnTo>
                  <a:pt x="9203" y="62661"/>
                </a:lnTo>
                <a:lnTo>
                  <a:pt x="9203" y="63282"/>
                </a:lnTo>
                <a:lnTo>
                  <a:pt x="9203" y="63904"/>
                </a:lnTo>
                <a:lnTo>
                  <a:pt x="9203" y="64791"/>
                </a:lnTo>
                <a:lnTo>
                  <a:pt x="9203" y="65235"/>
                </a:lnTo>
                <a:lnTo>
                  <a:pt x="9679" y="66034"/>
                </a:lnTo>
                <a:lnTo>
                  <a:pt x="9679" y="66744"/>
                </a:lnTo>
                <a:lnTo>
                  <a:pt x="9679" y="67365"/>
                </a:lnTo>
                <a:lnTo>
                  <a:pt x="9679" y="68164"/>
                </a:lnTo>
                <a:lnTo>
                  <a:pt x="9679" y="68608"/>
                </a:lnTo>
                <a:lnTo>
                  <a:pt x="9679" y="69495"/>
                </a:lnTo>
                <a:lnTo>
                  <a:pt x="9679" y="70116"/>
                </a:lnTo>
                <a:lnTo>
                  <a:pt x="9679" y="71004"/>
                </a:lnTo>
                <a:lnTo>
                  <a:pt x="9679" y="71625"/>
                </a:lnTo>
                <a:lnTo>
                  <a:pt x="9997" y="72247"/>
                </a:lnTo>
                <a:lnTo>
                  <a:pt x="9997" y="73134"/>
                </a:lnTo>
                <a:lnTo>
                  <a:pt x="9997" y="73755"/>
                </a:lnTo>
                <a:lnTo>
                  <a:pt x="9997" y="74377"/>
                </a:lnTo>
                <a:lnTo>
                  <a:pt x="9997" y="75264"/>
                </a:lnTo>
                <a:lnTo>
                  <a:pt x="10473" y="75886"/>
                </a:lnTo>
                <a:lnTo>
                  <a:pt x="10473" y="76773"/>
                </a:lnTo>
                <a:lnTo>
                  <a:pt x="10473" y="77394"/>
                </a:lnTo>
                <a:lnTo>
                  <a:pt x="10473" y="78104"/>
                </a:lnTo>
                <a:lnTo>
                  <a:pt x="10473" y="78903"/>
                </a:lnTo>
                <a:lnTo>
                  <a:pt x="10790" y="79525"/>
                </a:lnTo>
                <a:lnTo>
                  <a:pt x="10790" y="80412"/>
                </a:lnTo>
                <a:lnTo>
                  <a:pt x="10790" y="81033"/>
                </a:lnTo>
                <a:lnTo>
                  <a:pt x="10790" y="81743"/>
                </a:lnTo>
                <a:lnTo>
                  <a:pt x="11108" y="82542"/>
                </a:lnTo>
                <a:lnTo>
                  <a:pt x="11108" y="83252"/>
                </a:lnTo>
                <a:lnTo>
                  <a:pt x="11108" y="83874"/>
                </a:lnTo>
                <a:lnTo>
                  <a:pt x="11108" y="84939"/>
                </a:lnTo>
                <a:lnTo>
                  <a:pt x="11108" y="85560"/>
                </a:lnTo>
                <a:lnTo>
                  <a:pt x="11584" y="86181"/>
                </a:lnTo>
                <a:lnTo>
                  <a:pt x="11584" y="87069"/>
                </a:lnTo>
                <a:lnTo>
                  <a:pt x="11584" y="87690"/>
                </a:lnTo>
                <a:lnTo>
                  <a:pt x="11584" y="88578"/>
                </a:lnTo>
                <a:lnTo>
                  <a:pt x="11584" y="89465"/>
                </a:lnTo>
                <a:lnTo>
                  <a:pt x="11584" y="90086"/>
                </a:lnTo>
                <a:lnTo>
                  <a:pt x="11584" y="90974"/>
                </a:lnTo>
                <a:lnTo>
                  <a:pt x="11584" y="91773"/>
                </a:lnTo>
                <a:lnTo>
                  <a:pt x="11584" y="92394"/>
                </a:lnTo>
                <a:lnTo>
                  <a:pt x="11584" y="93282"/>
                </a:lnTo>
                <a:lnTo>
                  <a:pt x="11901" y="94169"/>
                </a:lnTo>
                <a:lnTo>
                  <a:pt x="11901" y="94791"/>
                </a:lnTo>
                <a:lnTo>
                  <a:pt x="11901" y="95678"/>
                </a:lnTo>
                <a:lnTo>
                  <a:pt x="11901" y="96477"/>
                </a:lnTo>
                <a:lnTo>
                  <a:pt x="12377" y="97187"/>
                </a:lnTo>
                <a:lnTo>
                  <a:pt x="12377" y="97986"/>
                </a:lnTo>
                <a:lnTo>
                  <a:pt x="12377" y="98873"/>
                </a:lnTo>
                <a:lnTo>
                  <a:pt x="12377" y="99761"/>
                </a:lnTo>
                <a:lnTo>
                  <a:pt x="12377" y="100382"/>
                </a:lnTo>
                <a:lnTo>
                  <a:pt x="12694" y="101447"/>
                </a:lnTo>
                <a:lnTo>
                  <a:pt x="12694" y="102068"/>
                </a:lnTo>
                <a:lnTo>
                  <a:pt x="12694" y="102956"/>
                </a:lnTo>
                <a:lnTo>
                  <a:pt x="12694" y="103755"/>
                </a:lnTo>
                <a:lnTo>
                  <a:pt x="12694" y="104642"/>
                </a:lnTo>
                <a:lnTo>
                  <a:pt x="13170" y="105530"/>
                </a:lnTo>
                <a:lnTo>
                  <a:pt x="13170" y="106329"/>
                </a:lnTo>
                <a:lnTo>
                  <a:pt x="13170" y="107216"/>
                </a:lnTo>
                <a:lnTo>
                  <a:pt x="13170" y="107838"/>
                </a:lnTo>
                <a:lnTo>
                  <a:pt x="13170" y="108725"/>
                </a:lnTo>
                <a:lnTo>
                  <a:pt x="13488" y="109790"/>
                </a:lnTo>
                <a:lnTo>
                  <a:pt x="13488" y="110411"/>
                </a:lnTo>
                <a:lnTo>
                  <a:pt x="13488" y="111299"/>
                </a:lnTo>
                <a:lnTo>
                  <a:pt x="13488" y="112364"/>
                </a:lnTo>
                <a:lnTo>
                  <a:pt x="13805" y="112985"/>
                </a:lnTo>
                <a:lnTo>
                  <a:pt x="13805" y="113873"/>
                </a:lnTo>
                <a:lnTo>
                  <a:pt x="13805" y="114761"/>
                </a:lnTo>
              </a:path>
            </a:pathLst>
          </a:custGeom>
          <a:ln w="194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3909833" y="1672104"/>
            <a:ext cx="13488" cy="224285"/>
          </a:xfrm>
          <a:custGeom>
            <a:avLst/>
            <a:gdLst/>
            <a:ahLst/>
            <a:cxnLst/>
            <a:rect l="l" t="t" r="r" b="b"/>
            <a:pathLst>
              <a:path w="13488" h="224285">
                <a:moveTo>
                  <a:pt x="0" y="0"/>
                </a:moveTo>
                <a:lnTo>
                  <a:pt x="0" y="1065"/>
                </a:lnTo>
                <a:lnTo>
                  <a:pt x="0" y="1686"/>
                </a:lnTo>
                <a:lnTo>
                  <a:pt x="0" y="2573"/>
                </a:lnTo>
                <a:lnTo>
                  <a:pt x="0" y="3372"/>
                </a:lnTo>
                <a:lnTo>
                  <a:pt x="0" y="4437"/>
                </a:lnTo>
                <a:lnTo>
                  <a:pt x="0" y="5325"/>
                </a:lnTo>
                <a:lnTo>
                  <a:pt x="0" y="6212"/>
                </a:lnTo>
                <a:lnTo>
                  <a:pt x="476" y="7011"/>
                </a:lnTo>
                <a:lnTo>
                  <a:pt x="476" y="7899"/>
                </a:lnTo>
                <a:lnTo>
                  <a:pt x="476" y="8786"/>
                </a:lnTo>
                <a:lnTo>
                  <a:pt x="476" y="9585"/>
                </a:lnTo>
                <a:lnTo>
                  <a:pt x="476" y="10473"/>
                </a:lnTo>
                <a:lnTo>
                  <a:pt x="793" y="11538"/>
                </a:lnTo>
                <a:lnTo>
                  <a:pt x="793" y="12425"/>
                </a:lnTo>
                <a:lnTo>
                  <a:pt x="793" y="13224"/>
                </a:lnTo>
                <a:lnTo>
                  <a:pt x="793" y="14112"/>
                </a:lnTo>
                <a:lnTo>
                  <a:pt x="1269" y="15177"/>
                </a:lnTo>
                <a:lnTo>
                  <a:pt x="1269" y="16064"/>
                </a:lnTo>
                <a:lnTo>
                  <a:pt x="1269" y="16952"/>
                </a:lnTo>
                <a:lnTo>
                  <a:pt x="1269" y="17751"/>
                </a:lnTo>
                <a:lnTo>
                  <a:pt x="1269" y="18816"/>
                </a:lnTo>
                <a:lnTo>
                  <a:pt x="1586" y="19703"/>
                </a:lnTo>
                <a:lnTo>
                  <a:pt x="1586" y="20591"/>
                </a:lnTo>
                <a:lnTo>
                  <a:pt x="1586" y="21390"/>
                </a:lnTo>
                <a:lnTo>
                  <a:pt x="1586" y="22455"/>
                </a:lnTo>
                <a:lnTo>
                  <a:pt x="1586" y="23520"/>
                </a:lnTo>
                <a:lnTo>
                  <a:pt x="1904" y="24407"/>
                </a:lnTo>
                <a:lnTo>
                  <a:pt x="1904" y="25295"/>
                </a:lnTo>
                <a:lnTo>
                  <a:pt x="1904" y="26094"/>
                </a:lnTo>
                <a:lnTo>
                  <a:pt x="1904" y="27247"/>
                </a:lnTo>
                <a:lnTo>
                  <a:pt x="1904" y="28313"/>
                </a:lnTo>
                <a:lnTo>
                  <a:pt x="1904" y="29111"/>
                </a:lnTo>
                <a:lnTo>
                  <a:pt x="1904" y="29999"/>
                </a:lnTo>
                <a:lnTo>
                  <a:pt x="1904" y="30886"/>
                </a:lnTo>
                <a:lnTo>
                  <a:pt x="1904" y="31952"/>
                </a:lnTo>
                <a:lnTo>
                  <a:pt x="2380" y="33017"/>
                </a:lnTo>
                <a:lnTo>
                  <a:pt x="2380" y="33815"/>
                </a:lnTo>
                <a:lnTo>
                  <a:pt x="2380" y="34880"/>
                </a:lnTo>
                <a:lnTo>
                  <a:pt x="2380" y="35768"/>
                </a:lnTo>
                <a:lnTo>
                  <a:pt x="2380" y="36656"/>
                </a:lnTo>
                <a:lnTo>
                  <a:pt x="2697" y="37721"/>
                </a:lnTo>
                <a:lnTo>
                  <a:pt x="2697" y="38786"/>
                </a:lnTo>
                <a:lnTo>
                  <a:pt x="2697" y="39851"/>
                </a:lnTo>
                <a:lnTo>
                  <a:pt x="2697" y="40738"/>
                </a:lnTo>
                <a:lnTo>
                  <a:pt x="2697" y="41537"/>
                </a:lnTo>
                <a:lnTo>
                  <a:pt x="3173" y="42602"/>
                </a:lnTo>
                <a:lnTo>
                  <a:pt x="3173" y="43490"/>
                </a:lnTo>
                <a:lnTo>
                  <a:pt x="3173" y="44821"/>
                </a:lnTo>
                <a:lnTo>
                  <a:pt x="3173" y="45620"/>
                </a:lnTo>
                <a:lnTo>
                  <a:pt x="3173" y="46685"/>
                </a:lnTo>
                <a:lnTo>
                  <a:pt x="3491" y="47573"/>
                </a:lnTo>
                <a:lnTo>
                  <a:pt x="3491" y="48638"/>
                </a:lnTo>
                <a:lnTo>
                  <a:pt x="3491" y="49525"/>
                </a:lnTo>
                <a:lnTo>
                  <a:pt x="3491" y="50590"/>
                </a:lnTo>
                <a:lnTo>
                  <a:pt x="3967" y="51655"/>
                </a:lnTo>
                <a:lnTo>
                  <a:pt x="3967" y="52720"/>
                </a:lnTo>
                <a:lnTo>
                  <a:pt x="3967" y="53785"/>
                </a:lnTo>
                <a:lnTo>
                  <a:pt x="3967" y="54673"/>
                </a:lnTo>
                <a:lnTo>
                  <a:pt x="3967" y="55738"/>
                </a:lnTo>
                <a:lnTo>
                  <a:pt x="4284" y="56803"/>
                </a:lnTo>
                <a:lnTo>
                  <a:pt x="4284" y="57691"/>
                </a:lnTo>
                <a:lnTo>
                  <a:pt x="4284" y="58933"/>
                </a:lnTo>
                <a:lnTo>
                  <a:pt x="4284" y="59998"/>
                </a:lnTo>
                <a:lnTo>
                  <a:pt x="4284" y="60886"/>
                </a:lnTo>
                <a:lnTo>
                  <a:pt x="4284" y="61951"/>
                </a:lnTo>
                <a:lnTo>
                  <a:pt x="4284" y="63016"/>
                </a:lnTo>
                <a:lnTo>
                  <a:pt x="4284" y="64081"/>
                </a:lnTo>
                <a:lnTo>
                  <a:pt x="4284" y="64969"/>
                </a:lnTo>
                <a:lnTo>
                  <a:pt x="4284" y="66034"/>
                </a:lnTo>
                <a:lnTo>
                  <a:pt x="4601" y="67099"/>
                </a:lnTo>
                <a:lnTo>
                  <a:pt x="4601" y="68341"/>
                </a:lnTo>
                <a:lnTo>
                  <a:pt x="4601" y="69406"/>
                </a:lnTo>
                <a:lnTo>
                  <a:pt x="4601" y="70294"/>
                </a:lnTo>
                <a:lnTo>
                  <a:pt x="5077" y="71359"/>
                </a:lnTo>
                <a:lnTo>
                  <a:pt x="5077" y="72424"/>
                </a:lnTo>
                <a:lnTo>
                  <a:pt x="5077" y="73489"/>
                </a:lnTo>
                <a:lnTo>
                  <a:pt x="5077" y="74554"/>
                </a:lnTo>
                <a:lnTo>
                  <a:pt x="5077" y="75619"/>
                </a:lnTo>
                <a:lnTo>
                  <a:pt x="5395" y="76773"/>
                </a:lnTo>
                <a:lnTo>
                  <a:pt x="5395" y="77838"/>
                </a:lnTo>
                <a:lnTo>
                  <a:pt x="5395" y="78903"/>
                </a:lnTo>
                <a:lnTo>
                  <a:pt x="5395" y="80146"/>
                </a:lnTo>
                <a:lnTo>
                  <a:pt x="5395" y="81211"/>
                </a:lnTo>
                <a:lnTo>
                  <a:pt x="5871" y="82276"/>
                </a:lnTo>
                <a:lnTo>
                  <a:pt x="5871" y="83341"/>
                </a:lnTo>
                <a:lnTo>
                  <a:pt x="5871" y="84495"/>
                </a:lnTo>
                <a:lnTo>
                  <a:pt x="5871" y="85560"/>
                </a:lnTo>
                <a:lnTo>
                  <a:pt x="5871" y="86625"/>
                </a:lnTo>
                <a:lnTo>
                  <a:pt x="6188" y="87690"/>
                </a:lnTo>
                <a:lnTo>
                  <a:pt x="6188" y="88755"/>
                </a:lnTo>
                <a:lnTo>
                  <a:pt x="6188" y="89820"/>
                </a:lnTo>
                <a:lnTo>
                  <a:pt x="6188" y="90885"/>
                </a:lnTo>
                <a:lnTo>
                  <a:pt x="6188" y="91950"/>
                </a:lnTo>
                <a:lnTo>
                  <a:pt x="6188" y="93282"/>
                </a:lnTo>
                <a:lnTo>
                  <a:pt x="6188" y="94347"/>
                </a:lnTo>
                <a:lnTo>
                  <a:pt x="6188" y="95589"/>
                </a:lnTo>
                <a:lnTo>
                  <a:pt x="6188" y="96654"/>
                </a:lnTo>
                <a:lnTo>
                  <a:pt x="6506" y="97719"/>
                </a:lnTo>
                <a:lnTo>
                  <a:pt x="6506" y="98785"/>
                </a:lnTo>
                <a:lnTo>
                  <a:pt x="6506" y="100116"/>
                </a:lnTo>
                <a:lnTo>
                  <a:pt x="6506" y="101181"/>
                </a:lnTo>
                <a:lnTo>
                  <a:pt x="6506" y="102246"/>
                </a:lnTo>
                <a:lnTo>
                  <a:pt x="6982" y="103311"/>
                </a:lnTo>
                <a:lnTo>
                  <a:pt x="6982" y="104642"/>
                </a:lnTo>
                <a:lnTo>
                  <a:pt x="6982" y="105707"/>
                </a:lnTo>
                <a:lnTo>
                  <a:pt x="6982" y="106773"/>
                </a:lnTo>
                <a:lnTo>
                  <a:pt x="6982" y="108015"/>
                </a:lnTo>
                <a:lnTo>
                  <a:pt x="7299" y="109080"/>
                </a:lnTo>
                <a:lnTo>
                  <a:pt x="7299" y="110145"/>
                </a:lnTo>
                <a:lnTo>
                  <a:pt x="7299" y="111477"/>
                </a:lnTo>
                <a:lnTo>
                  <a:pt x="7299" y="112542"/>
                </a:lnTo>
                <a:lnTo>
                  <a:pt x="7775" y="113607"/>
                </a:lnTo>
                <a:lnTo>
                  <a:pt x="7775" y="114938"/>
                </a:lnTo>
                <a:lnTo>
                  <a:pt x="7775" y="116003"/>
                </a:lnTo>
                <a:lnTo>
                  <a:pt x="7775" y="117246"/>
                </a:lnTo>
                <a:lnTo>
                  <a:pt x="7775" y="118311"/>
                </a:lnTo>
                <a:lnTo>
                  <a:pt x="8093" y="119642"/>
                </a:lnTo>
                <a:lnTo>
                  <a:pt x="8093" y="120707"/>
                </a:lnTo>
                <a:lnTo>
                  <a:pt x="8093" y="121950"/>
                </a:lnTo>
                <a:lnTo>
                  <a:pt x="8093" y="123015"/>
                </a:lnTo>
                <a:lnTo>
                  <a:pt x="8093" y="124346"/>
                </a:lnTo>
                <a:lnTo>
                  <a:pt x="8569" y="125411"/>
                </a:lnTo>
                <a:lnTo>
                  <a:pt x="8569" y="126654"/>
                </a:lnTo>
                <a:lnTo>
                  <a:pt x="8569" y="127808"/>
                </a:lnTo>
                <a:lnTo>
                  <a:pt x="8569" y="129050"/>
                </a:lnTo>
                <a:lnTo>
                  <a:pt x="8569" y="130382"/>
                </a:lnTo>
                <a:lnTo>
                  <a:pt x="8569" y="131447"/>
                </a:lnTo>
                <a:lnTo>
                  <a:pt x="8569" y="132689"/>
                </a:lnTo>
                <a:lnTo>
                  <a:pt x="8569" y="133754"/>
                </a:lnTo>
                <a:lnTo>
                  <a:pt x="8569" y="135086"/>
                </a:lnTo>
                <a:lnTo>
                  <a:pt x="8886" y="136328"/>
                </a:lnTo>
                <a:lnTo>
                  <a:pt x="8886" y="137393"/>
                </a:lnTo>
                <a:lnTo>
                  <a:pt x="8886" y="138725"/>
                </a:lnTo>
                <a:lnTo>
                  <a:pt x="8886" y="139967"/>
                </a:lnTo>
                <a:lnTo>
                  <a:pt x="8886" y="141298"/>
                </a:lnTo>
                <a:lnTo>
                  <a:pt x="9203" y="142364"/>
                </a:lnTo>
                <a:lnTo>
                  <a:pt x="9203" y="143606"/>
                </a:lnTo>
                <a:lnTo>
                  <a:pt x="9203" y="144937"/>
                </a:lnTo>
                <a:lnTo>
                  <a:pt x="9203" y="146180"/>
                </a:lnTo>
                <a:lnTo>
                  <a:pt x="9203" y="147245"/>
                </a:lnTo>
                <a:lnTo>
                  <a:pt x="9679" y="148576"/>
                </a:lnTo>
                <a:lnTo>
                  <a:pt x="9679" y="149819"/>
                </a:lnTo>
                <a:lnTo>
                  <a:pt x="9679" y="150884"/>
                </a:lnTo>
                <a:lnTo>
                  <a:pt x="9679" y="152215"/>
                </a:lnTo>
                <a:lnTo>
                  <a:pt x="9679" y="153458"/>
                </a:lnTo>
                <a:lnTo>
                  <a:pt x="9997" y="154612"/>
                </a:lnTo>
                <a:lnTo>
                  <a:pt x="9997" y="155854"/>
                </a:lnTo>
                <a:lnTo>
                  <a:pt x="9997" y="157186"/>
                </a:lnTo>
                <a:lnTo>
                  <a:pt x="9997" y="158428"/>
                </a:lnTo>
                <a:lnTo>
                  <a:pt x="10473" y="159760"/>
                </a:lnTo>
                <a:lnTo>
                  <a:pt x="10473" y="161002"/>
                </a:lnTo>
                <a:lnTo>
                  <a:pt x="10473" y="162334"/>
                </a:lnTo>
                <a:lnTo>
                  <a:pt x="10473" y="163576"/>
                </a:lnTo>
                <a:lnTo>
                  <a:pt x="10473" y="164907"/>
                </a:lnTo>
                <a:lnTo>
                  <a:pt x="10473" y="166150"/>
                </a:lnTo>
                <a:lnTo>
                  <a:pt x="10473" y="167393"/>
                </a:lnTo>
                <a:lnTo>
                  <a:pt x="10473" y="168724"/>
                </a:lnTo>
                <a:lnTo>
                  <a:pt x="10473" y="169967"/>
                </a:lnTo>
                <a:lnTo>
                  <a:pt x="10473" y="171120"/>
                </a:lnTo>
                <a:lnTo>
                  <a:pt x="10790" y="172363"/>
                </a:lnTo>
                <a:lnTo>
                  <a:pt x="10790" y="173694"/>
                </a:lnTo>
                <a:lnTo>
                  <a:pt x="10790" y="174937"/>
                </a:lnTo>
                <a:lnTo>
                  <a:pt x="10790" y="176268"/>
                </a:lnTo>
                <a:lnTo>
                  <a:pt x="10790" y="177511"/>
                </a:lnTo>
                <a:lnTo>
                  <a:pt x="11108" y="179020"/>
                </a:lnTo>
                <a:lnTo>
                  <a:pt x="11108" y="180262"/>
                </a:lnTo>
                <a:lnTo>
                  <a:pt x="11108" y="181594"/>
                </a:lnTo>
                <a:lnTo>
                  <a:pt x="11108" y="182836"/>
                </a:lnTo>
                <a:lnTo>
                  <a:pt x="11584" y="184167"/>
                </a:lnTo>
                <a:lnTo>
                  <a:pt x="11584" y="185232"/>
                </a:lnTo>
                <a:lnTo>
                  <a:pt x="11584" y="186741"/>
                </a:lnTo>
                <a:lnTo>
                  <a:pt x="11584" y="187984"/>
                </a:lnTo>
                <a:lnTo>
                  <a:pt x="11584" y="189315"/>
                </a:lnTo>
                <a:lnTo>
                  <a:pt x="11901" y="190558"/>
                </a:lnTo>
                <a:lnTo>
                  <a:pt x="11901" y="191889"/>
                </a:lnTo>
                <a:lnTo>
                  <a:pt x="11901" y="193398"/>
                </a:lnTo>
                <a:lnTo>
                  <a:pt x="11901" y="194641"/>
                </a:lnTo>
                <a:lnTo>
                  <a:pt x="11901" y="195972"/>
                </a:lnTo>
                <a:lnTo>
                  <a:pt x="12377" y="197215"/>
                </a:lnTo>
                <a:lnTo>
                  <a:pt x="12377" y="198546"/>
                </a:lnTo>
                <a:lnTo>
                  <a:pt x="12377" y="199788"/>
                </a:lnTo>
                <a:lnTo>
                  <a:pt x="12377" y="201297"/>
                </a:lnTo>
                <a:lnTo>
                  <a:pt x="12377" y="202629"/>
                </a:lnTo>
                <a:lnTo>
                  <a:pt x="12694" y="203871"/>
                </a:lnTo>
                <a:lnTo>
                  <a:pt x="12694" y="205380"/>
                </a:lnTo>
                <a:lnTo>
                  <a:pt x="12694" y="206445"/>
                </a:lnTo>
                <a:lnTo>
                  <a:pt x="12694" y="207954"/>
                </a:lnTo>
                <a:lnTo>
                  <a:pt x="12694" y="209285"/>
                </a:lnTo>
                <a:lnTo>
                  <a:pt x="12694" y="210528"/>
                </a:lnTo>
                <a:lnTo>
                  <a:pt x="12694" y="212037"/>
                </a:lnTo>
                <a:lnTo>
                  <a:pt x="12694" y="213279"/>
                </a:lnTo>
                <a:lnTo>
                  <a:pt x="12694" y="214788"/>
                </a:lnTo>
                <a:lnTo>
                  <a:pt x="13012" y="215853"/>
                </a:lnTo>
                <a:lnTo>
                  <a:pt x="13012" y="217362"/>
                </a:lnTo>
                <a:lnTo>
                  <a:pt x="13012" y="218693"/>
                </a:lnTo>
                <a:lnTo>
                  <a:pt x="13012" y="220202"/>
                </a:lnTo>
                <a:lnTo>
                  <a:pt x="13012" y="221445"/>
                </a:lnTo>
                <a:lnTo>
                  <a:pt x="13488" y="222954"/>
                </a:lnTo>
                <a:lnTo>
                  <a:pt x="13488" y="224285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3923321" y="1896390"/>
            <a:ext cx="13805" cy="315171"/>
          </a:xfrm>
          <a:custGeom>
            <a:avLst/>
            <a:gdLst/>
            <a:ahLst/>
            <a:cxnLst/>
            <a:rect l="l" t="t" r="r" b="b"/>
            <a:pathLst>
              <a:path w="13805" h="315171">
                <a:moveTo>
                  <a:pt x="0" y="0"/>
                </a:moveTo>
                <a:lnTo>
                  <a:pt x="0" y="1242"/>
                </a:lnTo>
                <a:lnTo>
                  <a:pt x="0" y="2751"/>
                </a:lnTo>
                <a:lnTo>
                  <a:pt x="0" y="4082"/>
                </a:lnTo>
                <a:lnTo>
                  <a:pt x="317" y="5591"/>
                </a:lnTo>
                <a:lnTo>
                  <a:pt x="317" y="7011"/>
                </a:lnTo>
                <a:lnTo>
                  <a:pt x="317" y="8165"/>
                </a:lnTo>
                <a:lnTo>
                  <a:pt x="317" y="9585"/>
                </a:lnTo>
                <a:lnTo>
                  <a:pt x="793" y="11094"/>
                </a:lnTo>
                <a:lnTo>
                  <a:pt x="793" y="12425"/>
                </a:lnTo>
                <a:lnTo>
                  <a:pt x="793" y="13934"/>
                </a:lnTo>
                <a:lnTo>
                  <a:pt x="793" y="15177"/>
                </a:lnTo>
                <a:lnTo>
                  <a:pt x="793" y="16508"/>
                </a:lnTo>
                <a:lnTo>
                  <a:pt x="1110" y="18017"/>
                </a:lnTo>
                <a:lnTo>
                  <a:pt x="1110" y="19526"/>
                </a:lnTo>
                <a:lnTo>
                  <a:pt x="1110" y="20946"/>
                </a:lnTo>
                <a:lnTo>
                  <a:pt x="1110" y="22277"/>
                </a:lnTo>
                <a:lnTo>
                  <a:pt x="1110" y="23520"/>
                </a:lnTo>
                <a:lnTo>
                  <a:pt x="1110" y="25029"/>
                </a:lnTo>
                <a:lnTo>
                  <a:pt x="1110" y="26537"/>
                </a:lnTo>
                <a:lnTo>
                  <a:pt x="1110" y="28046"/>
                </a:lnTo>
                <a:lnTo>
                  <a:pt x="1110" y="29378"/>
                </a:lnTo>
                <a:lnTo>
                  <a:pt x="1110" y="30620"/>
                </a:lnTo>
                <a:lnTo>
                  <a:pt x="1586" y="32129"/>
                </a:lnTo>
                <a:lnTo>
                  <a:pt x="1586" y="33638"/>
                </a:lnTo>
                <a:lnTo>
                  <a:pt x="1586" y="35147"/>
                </a:lnTo>
                <a:lnTo>
                  <a:pt x="1586" y="36656"/>
                </a:lnTo>
                <a:lnTo>
                  <a:pt x="1904" y="37898"/>
                </a:lnTo>
                <a:lnTo>
                  <a:pt x="1904" y="39407"/>
                </a:lnTo>
                <a:lnTo>
                  <a:pt x="1904" y="40916"/>
                </a:lnTo>
                <a:lnTo>
                  <a:pt x="1904" y="42425"/>
                </a:lnTo>
                <a:lnTo>
                  <a:pt x="1904" y="43756"/>
                </a:lnTo>
                <a:lnTo>
                  <a:pt x="2221" y="44999"/>
                </a:lnTo>
                <a:lnTo>
                  <a:pt x="2221" y="46507"/>
                </a:lnTo>
                <a:lnTo>
                  <a:pt x="2221" y="48016"/>
                </a:lnTo>
                <a:lnTo>
                  <a:pt x="2221" y="49525"/>
                </a:lnTo>
                <a:lnTo>
                  <a:pt x="2221" y="50768"/>
                </a:lnTo>
                <a:lnTo>
                  <a:pt x="2697" y="52277"/>
                </a:lnTo>
                <a:lnTo>
                  <a:pt x="2697" y="54052"/>
                </a:lnTo>
                <a:lnTo>
                  <a:pt x="2697" y="55472"/>
                </a:lnTo>
                <a:lnTo>
                  <a:pt x="2697" y="56803"/>
                </a:lnTo>
                <a:lnTo>
                  <a:pt x="2697" y="58312"/>
                </a:lnTo>
                <a:lnTo>
                  <a:pt x="3015" y="59821"/>
                </a:lnTo>
                <a:lnTo>
                  <a:pt x="3015" y="61330"/>
                </a:lnTo>
                <a:lnTo>
                  <a:pt x="3015" y="62572"/>
                </a:lnTo>
                <a:lnTo>
                  <a:pt x="3015" y="64081"/>
                </a:lnTo>
                <a:lnTo>
                  <a:pt x="3491" y="65590"/>
                </a:lnTo>
                <a:lnTo>
                  <a:pt x="3491" y="67099"/>
                </a:lnTo>
                <a:lnTo>
                  <a:pt x="3491" y="68608"/>
                </a:lnTo>
                <a:lnTo>
                  <a:pt x="3491" y="70116"/>
                </a:lnTo>
                <a:lnTo>
                  <a:pt x="3491" y="71625"/>
                </a:lnTo>
                <a:lnTo>
                  <a:pt x="3491" y="73134"/>
                </a:lnTo>
                <a:lnTo>
                  <a:pt x="3491" y="74377"/>
                </a:lnTo>
                <a:lnTo>
                  <a:pt x="3491" y="76063"/>
                </a:lnTo>
                <a:lnTo>
                  <a:pt x="3491" y="77572"/>
                </a:lnTo>
                <a:lnTo>
                  <a:pt x="3491" y="79081"/>
                </a:lnTo>
                <a:lnTo>
                  <a:pt x="3808" y="80412"/>
                </a:lnTo>
                <a:lnTo>
                  <a:pt x="3808" y="82098"/>
                </a:lnTo>
                <a:lnTo>
                  <a:pt x="3808" y="83607"/>
                </a:lnTo>
                <a:lnTo>
                  <a:pt x="3808" y="84850"/>
                </a:lnTo>
                <a:lnTo>
                  <a:pt x="3808" y="86359"/>
                </a:lnTo>
                <a:lnTo>
                  <a:pt x="4125" y="88134"/>
                </a:lnTo>
                <a:lnTo>
                  <a:pt x="4125" y="89643"/>
                </a:lnTo>
                <a:lnTo>
                  <a:pt x="4125" y="90885"/>
                </a:lnTo>
                <a:lnTo>
                  <a:pt x="4125" y="92572"/>
                </a:lnTo>
                <a:lnTo>
                  <a:pt x="4601" y="94080"/>
                </a:lnTo>
                <a:lnTo>
                  <a:pt x="4601" y="95589"/>
                </a:lnTo>
                <a:lnTo>
                  <a:pt x="4601" y="97098"/>
                </a:lnTo>
                <a:lnTo>
                  <a:pt x="4601" y="98607"/>
                </a:lnTo>
                <a:lnTo>
                  <a:pt x="4601" y="100293"/>
                </a:lnTo>
                <a:lnTo>
                  <a:pt x="4919" y="101625"/>
                </a:lnTo>
                <a:lnTo>
                  <a:pt x="4919" y="103311"/>
                </a:lnTo>
                <a:lnTo>
                  <a:pt x="4919" y="104820"/>
                </a:lnTo>
                <a:lnTo>
                  <a:pt x="4919" y="106151"/>
                </a:lnTo>
                <a:lnTo>
                  <a:pt x="4919" y="107838"/>
                </a:lnTo>
                <a:lnTo>
                  <a:pt x="5395" y="109346"/>
                </a:lnTo>
                <a:lnTo>
                  <a:pt x="5395" y="110855"/>
                </a:lnTo>
                <a:lnTo>
                  <a:pt x="5395" y="112364"/>
                </a:lnTo>
                <a:lnTo>
                  <a:pt x="5395" y="114050"/>
                </a:lnTo>
                <a:lnTo>
                  <a:pt x="5395" y="115559"/>
                </a:lnTo>
                <a:lnTo>
                  <a:pt x="5395" y="117068"/>
                </a:lnTo>
                <a:lnTo>
                  <a:pt x="5395" y="118755"/>
                </a:lnTo>
                <a:lnTo>
                  <a:pt x="5395" y="120263"/>
                </a:lnTo>
                <a:lnTo>
                  <a:pt x="5395" y="121772"/>
                </a:lnTo>
                <a:lnTo>
                  <a:pt x="5712" y="123281"/>
                </a:lnTo>
                <a:lnTo>
                  <a:pt x="5712" y="124967"/>
                </a:lnTo>
                <a:lnTo>
                  <a:pt x="5712" y="126299"/>
                </a:lnTo>
                <a:lnTo>
                  <a:pt x="5712" y="127985"/>
                </a:lnTo>
                <a:lnTo>
                  <a:pt x="5712" y="129671"/>
                </a:lnTo>
                <a:lnTo>
                  <a:pt x="6188" y="131003"/>
                </a:lnTo>
                <a:lnTo>
                  <a:pt x="6188" y="132689"/>
                </a:lnTo>
                <a:lnTo>
                  <a:pt x="6188" y="134376"/>
                </a:lnTo>
                <a:lnTo>
                  <a:pt x="6188" y="135707"/>
                </a:lnTo>
                <a:lnTo>
                  <a:pt x="6188" y="137393"/>
                </a:lnTo>
                <a:lnTo>
                  <a:pt x="6506" y="139168"/>
                </a:lnTo>
                <a:lnTo>
                  <a:pt x="6506" y="140411"/>
                </a:lnTo>
                <a:lnTo>
                  <a:pt x="6506" y="142097"/>
                </a:lnTo>
                <a:lnTo>
                  <a:pt x="6506" y="143872"/>
                </a:lnTo>
                <a:lnTo>
                  <a:pt x="6506" y="145115"/>
                </a:lnTo>
                <a:lnTo>
                  <a:pt x="6823" y="146890"/>
                </a:lnTo>
                <a:lnTo>
                  <a:pt x="6823" y="148576"/>
                </a:lnTo>
                <a:lnTo>
                  <a:pt x="6823" y="150085"/>
                </a:lnTo>
                <a:lnTo>
                  <a:pt x="6823" y="151772"/>
                </a:lnTo>
                <a:lnTo>
                  <a:pt x="7299" y="153280"/>
                </a:lnTo>
                <a:lnTo>
                  <a:pt x="7299" y="154789"/>
                </a:lnTo>
                <a:lnTo>
                  <a:pt x="7299" y="156476"/>
                </a:lnTo>
                <a:lnTo>
                  <a:pt x="7299" y="158251"/>
                </a:lnTo>
                <a:lnTo>
                  <a:pt x="7299" y="159760"/>
                </a:lnTo>
                <a:lnTo>
                  <a:pt x="7299" y="161180"/>
                </a:lnTo>
                <a:lnTo>
                  <a:pt x="7299" y="162955"/>
                </a:lnTo>
                <a:lnTo>
                  <a:pt x="7299" y="164464"/>
                </a:lnTo>
                <a:lnTo>
                  <a:pt x="7299" y="166150"/>
                </a:lnTo>
                <a:lnTo>
                  <a:pt x="7299" y="167659"/>
                </a:lnTo>
                <a:lnTo>
                  <a:pt x="7616" y="169345"/>
                </a:lnTo>
                <a:lnTo>
                  <a:pt x="7616" y="171120"/>
                </a:lnTo>
                <a:lnTo>
                  <a:pt x="7616" y="172629"/>
                </a:lnTo>
                <a:lnTo>
                  <a:pt x="7616" y="174316"/>
                </a:lnTo>
                <a:lnTo>
                  <a:pt x="7616" y="175824"/>
                </a:lnTo>
                <a:lnTo>
                  <a:pt x="8093" y="177333"/>
                </a:lnTo>
                <a:lnTo>
                  <a:pt x="8093" y="179020"/>
                </a:lnTo>
                <a:lnTo>
                  <a:pt x="8093" y="180528"/>
                </a:lnTo>
                <a:lnTo>
                  <a:pt x="8093" y="182215"/>
                </a:lnTo>
                <a:lnTo>
                  <a:pt x="8410" y="183990"/>
                </a:lnTo>
                <a:lnTo>
                  <a:pt x="8410" y="185410"/>
                </a:lnTo>
                <a:lnTo>
                  <a:pt x="8410" y="187185"/>
                </a:lnTo>
                <a:lnTo>
                  <a:pt x="8410" y="188871"/>
                </a:lnTo>
                <a:lnTo>
                  <a:pt x="8410" y="190380"/>
                </a:lnTo>
                <a:lnTo>
                  <a:pt x="8727" y="192333"/>
                </a:lnTo>
                <a:lnTo>
                  <a:pt x="8727" y="193842"/>
                </a:lnTo>
                <a:lnTo>
                  <a:pt x="8727" y="195528"/>
                </a:lnTo>
                <a:lnTo>
                  <a:pt x="8727" y="197037"/>
                </a:lnTo>
                <a:lnTo>
                  <a:pt x="8727" y="198723"/>
                </a:lnTo>
                <a:lnTo>
                  <a:pt x="9203" y="200498"/>
                </a:lnTo>
                <a:lnTo>
                  <a:pt x="9203" y="201919"/>
                </a:lnTo>
                <a:lnTo>
                  <a:pt x="9203" y="203694"/>
                </a:lnTo>
                <a:lnTo>
                  <a:pt x="9203" y="205380"/>
                </a:lnTo>
                <a:lnTo>
                  <a:pt x="9203" y="206889"/>
                </a:lnTo>
                <a:lnTo>
                  <a:pt x="9521" y="208841"/>
                </a:lnTo>
                <a:lnTo>
                  <a:pt x="9521" y="210350"/>
                </a:lnTo>
                <a:lnTo>
                  <a:pt x="9521" y="212037"/>
                </a:lnTo>
                <a:lnTo>
                  <a:pt x="9521" y="213723"/>
                </a:lnTo>
                <a:lnTo>
                  <a:pt x="9521" y="215232"/>
                </a:lnTo>
                <a:lnTo>
                  <a:pt x="9521" y="217007"/>
                </a:lnTo>
                <a:lnTo>
                  <a:pt x="9521" y="218693"/>
                </a:lnTo>
                <a:lnTo>
                  <a:pt x="9521" y="220380"/>
                </a:lnTo>
                <a:lnTo>
                  <a:pt x="9521" y="221889"/>
                </a:lnTo>
                <a:lnTo>
                  <a:pt x="9997" y="223575"/>
                </a:lnTo>
                <a:lnTo>
                  <a:pt x="9997" y="225528"/>
                </a:lnTo>
                <a:lnTo>
                  <a:pt x="9997" y="227036"/>
                </a:lnTo>
                <a:lnTo>
                  <a:pt x="9997" y="228723"/>
                </a:lnTo>
                <a:lnTo>
                  <a:pt x="9997" y="230232"/>
                </a:lnTo>
                <a:lnTo>
                  <a:pt x="10314" y="232184"/>
                </a:lnTo>
                <a:lnTo>
                  <a:pt x="10314" y="233693"/>
                </a:lnTo>
                <a:lnTo>
                  <a:pt x="10314" y="235379"/>
                </a:lnTo>
                <a:lnTo>
                  <a:pt x="10314" y="237332"/>
                </a:lnTo>
                <a:lnTo>
                  <a:pt x="10314" y="238841"/>
                </a:lnTo>
                <a:lnTo>
                  <a:pt x="10790" y="240527"/>
                </a:lnTo>
                <a:lnTo>
                  <a:pt x="10790" y="242302"/>
                </a:lnTo>
                <a:lnTo>
                  <a:pt x="10790" y="243989"/>
                </a:lnTo>
                <a:lnTo>
                  <a:pt x="10790" y="245498"/>
                </a:lnTo>
                <a:lnTo>
                  <a:pt x="10790" y="247450"/>
                </a:lnTo>
                <a:lnTo>
                  <a:pt x="11108" y="249137"/>
                </a:lnTo>
                <a:lnTo>
                  <a:pt x="11108" y="250823"/>
                </a:lnTo>
                <a:lnTo>
                  <a:pt x="11108" y="252598"/>
                </a:lnTo>
                <a:lnTo>
                  <a:pt x="11108" y="254107"/>
                </a:lnTo>
                <a:lnTo>
                  <a:pt x="11425" y="255971"/>
                </a:lnTo>
                <a:lnTo>
                  <a:pt x="11425" y="257480"/>
                </a:lnTo>
                <a:lnTo>
                  <a:pt x="11425" y="259432"/>
                </a:lnTo>
                <a:lnTo>
                  <a:pt x="11425" y="260941"/>
                </a:lnTo>
                <a:lnTo>
                  <a:pt x="11425" y="262894"/>
                </a:lnTo>
                <a:lnTo>
                  <a:pt x="11425" y="264403"/>
                </a:lnTo>
                <a:lnTo>
                  <a:pt x="11425" y="266266"/>
                </a:lnTo>
                <a:lnTo>
                  <a:pt x="11425" y="268041"/>
                </a:lnTo>
                <a:lnTo>
                  <a:pt x="11425" y="269728"/>
                </a:lnTo>
                <a:lnTo>
                  <a:pt x="11425" y="271414"/>
                </a:lnTo>
                <a:lnTo>
                  <a:pt x="11901" y="273189"/>
                </a:lnTo>
                <a:lnTo>
                  <a:pt x="11901" y="274876"/>
                </a:lnTo>
                <a:lnTo>
                  <a:pt x="11901" y="276562"/>
                </a:lnTo>
                <a:lnTo>
                  <a:pt x="11901" y="278337"/>
                </a:lnTo>
                <a:lnTo>
                  <a:pt x="11901" y="280024"/>
                </a:lnTo>
                <a:lnTo>
                  <a:pt x="12218" y="281710"/>
                </a:lnTo>
                <a:lnTo>
                  <a:pt x="12218" y="283485"/>
                </a:lnTo>
                <a:lnTo>
                  <a:pt x="12218" y="285349"/>
                </a:lnTo>
                <a:lnTo>
                  <a:pt x="12218" y="286858"/>
                </a:lnTo>
                <a:lnTo>
                  <a:pt x="12694" y="288810"/>
                </a:lnTo>
                <a:lnTo>
                  <a:pt x="12694" y="290497"/>
                </a:lnTo>
                <a:lnTo>
                  <a:pt x="12694" y="292272"/>
                </a:lnTo>
                <a:lnTo>
                  <a:pt x="12694" y="293958"/>
                </a:lnTo>
                <a:lnTo>
                  <a:pt x="12694" y="295644"/>
                </a:lnTo>
                <a:lnTo>
                  <a:pt x="13012" y="297597"/>
                </a:lnTo>
                <a:lnTo>
                  <a:pt x="13012" y="299283"/>
                </a:lnTo>
                <a:lnTo>
                  <a:pt x="13012" y="301059"/>
                </a:lnTo>
                <a:lnTo>
                  <a:pt x="13012" y="302745"/>
                </a:lnTo>
                <a:lnTo>
                  <a:pt x="13012" y="304698"/>
                </a:lnTo>
                <a:lnTo>
                  <a:pt x="13329" y="306206"/>
                </a:lnTo>
                <a:lnTo>
                  <a:pt x="13329" y="308070"/>
                </a:lnTo>
                <a:lnTo>
                  <a:pt x="13329" y="309845"/>
                </a:lnTo>
                <a:lnTo>
                  <a:pt x="13329" y="311709"/>
                </a:lnTo>
                <a:lnTo>
                  <a:pt x="13329" y="313218"/>
                </a:lnTo>
                <a:lnTo>
                  <a:pt x="13805" y="315171"/>
                </a:lnTo>
              </a:path>
            </a:pathLst>
          </a:custGeom>
          <a:ln w="195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3937127" y="2211561"/>
            <a:ext cx="13329" cy="378720"/>
          </a:xfrm>
          <a:custGeom>
            <a:avLst/>
            <a:gdLst/>
            <a:ahLst/>
            <a:cxnLst/>
            <a:rect l="l" t="t" r="r" b="b"/>
            <a:pathLst>
              <a:path w="13329" h="378720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0" y="5147"/>
                </a:lnTo>
                <a:lnTo>
                  <a:pt x="0" y="7100"/>
                </a:lnTo>
                <a:lnTo>
                  <a:pt x="0" y="8786"/>
                </a:lnTo>
                <a:lnTo>
                  <a:pt x="0" y="10739"/>
                </a:lnTo>
                <a:lnTo>
                  <a:pt x="0" y="12248"/>
                </a:lnTo>
                <a:lnTo>
                  <a:pt x="0" y="14200"/>
                </a:lnTo>
                <a:lnTo>
                  <a:pt x="317" y="15887"/>
                </a:lnTo>
                <a:lnTo>
                  <a:pt x="317" y="17839"/>
                </a:lnTo>
                <a:lnTo>
                  <a:pt x="317" y="19526"/>
                </a:lnTo>
                <a:lnTo>
                  <a:pt x="317" y="21212"/>
                </a:lnTo>
                <a:lnTo>
                  <a:pt x="317" y="23165"/>
                </a:lnTo>
                <a:lnTo>
                  <a:pt x="793" y="24851"/>
                </a:lnTo>
                <a:lnTo>
                  <a:pt x="793" y="26626"/>
                </a:lnTo>
                <a:lnTo>
                  <a:pt x="793" y="28313"/>
                </a:lnTo>
                <a:lnTo>
                  <a:pt x="793" y="30265"/>
                </a:lnTo>
                <a:lnTo>
                  <a:pt x="793" y="31952"/>
                </a:lnTo>
                <a:lnTo>
                  <a:pt x="1110" y="33904"/>
                </a:lnTo>
                <a:lnTo>
                  <a:pt x="1110" y="35591"/>
                </a:lnTo>
                <a:lnTo>
                  <a:pt x="1110" y="37543"/>
                </a:lnTo>
                <a:lnTo>
                  <a:pt x="1110" y="39229"/>
                </a:lnTo>
                <a:lnTo>
                  <a:pt x="1428" y="41182"/>
                </a:lnTo>
                <a:lnTo>
                  <a:pt x="1428" y="42868"/>
                </a:lnTo>
                <a:lnTo>
                  <a:pt x="1428" y="44644"/>
                </a:lnTo>
                <a:lnTo>
                  <a:pt x="1428" y="46330"/>
                </a:lnTo>
                <a:lnTo>
                  <a:pt x="1428" y="48283"/>
                </a:lnTo>
                <a:lnTo>
                  <a:pt x="1904" y="49969"/>
                </a:lnTo>
                <a:lnTo>
                  <a:pt x="1904" y="51922"/>
                </a:lnTo>
                <a:lnTo>
                  <a:pt x="1904" y="53608"/>
                </a:lnTo>
                <a:lnTo>
                  <a:pt x="1904" y="55561"/>
                </a:lnTo>
                <a:lnTo>
                  <a:pt x="1904" y="57247"/>
                </a:lnTo>
                <a:lnTo>
                  <a:pt x="1904" y="59200"/>
                </a:lnTo>
                <a:lnTo>
                  <a:pt x="1904" y="61152"/>
                </a:lnTo>
                <a:lnTo>
                  <a:pt x="1904" y="62838"/>
                </a:lnTo>
                <a:lnTo>
                  <a:pt x="1904" y="64791"/>
                </a:lnTo>
                <a:lnTo>
                  <a:pt x="1904" y="66477"/>
                </a:lnTo>
                <a:lnTo>
                  <a:pt x="2221" y="68430"/>
                </a:lnTo>
                <a:lnTo>
                  <a:pt x="2221" y="70116"/>
                </a:lnTo>
                <a:lnTo>
                  <a:pt x="2221" y="72069"/>
                </a:lnTo>
                <a:lnTo>
                  <a:pt x="2221" y="73755"/>
                </a:lnTo>
                <a:lnTo>
                  <a:pt x="2697" y="75708"/>
                </a:lnTo>
                <a:lnTo>
                  <a:pt x="2697" y="77394"/>
                </a:lnTo>
                <a:lnTo>
                  <a:pt x="2697" y="79170"/>
                </a:lnTo>
                <a:lnTo>
                  <a:pt x="2697" y="81033"/>
                </a:lnTo>
                <a:lnTo>
                  <a:pt x="2697" y="82986"/>
                </a:lnTo>
                <a:lnTo>
                  <a:pt x="3015" y="84939"/>
                </a:lnTo>
                <a:lnTo>
                  <a:pt x="3015" y="86625"/>
                </a:lnTo>
                <a:lnTo>
                  <a:pt x="3015" y="88578"/>
                </a:lnTo>
                <a:lnTo>
                  <a:pt x="3015" y="90264"/>
                </a:lnTo>
                <a:lnTo>
                  <a:pt x="3015" y="92217"/>
                </a:lnTo>
                <a:lnTo>
                  <a:pt x="3491" y="94169"/>
                </a:lnTo>
                <a:lnTo>
                  <a:pt x="3491" y="95856"/>
                </a:lnTo>
                <a:lnTo>
                  <a:pt x="3491" y="97808"/>
                </a:lnTo>
                <a:lnTo>
                  <a:pt x="3491" y="99495"/>
                </a:lnTo>
                <a:lnTo>
                  <a:pt x="3491" y="101447"/>
                </a:lnTo>
                <a:lnTo>
                  <a:pt x="3808" y="103400"/>
                </a:lnTo>
                <a:lnTo>
                  <a:pt x="3808" y="105086"/>
                </a:lnTo>
                <a:lnTo>
                  <a:pt x="3808" y="107039"/>
                </a:lnTo>
                <a:lnTo>
                  <a:pt x="3808" y="108725"/>
                </a:lnTo>
                <a:lnTo>
                  <a:pt x="4125" y="110855"/>
                </a:lnTo>
                <a:lnTo>
                  <a:pt x="4125" y="112542"/>
                </a:lnTo>
                <a:lnTo>
                  <a:pt x="4125" y="114494"/>
                </a:lnTo>
                <a:lnTo>
                  <a:pt x="4125" y="116181"/>
                </a:lnTo>
                <a:lnTo>
                  <a:pt x="4125" y="118133"/>
                </a:lnTo>
                <a:lnTo>
                  <a:pt x="4125" y="120086"/>
                </a:lnTo>
                <a:lnTo>
                  <a:pt x="4125" y="121772"/>
                </a:lnTo>
                <a:lnTo>
                  <a:pt x="4125" y="123725"/>
                </a:lnTo>
                <a:lnTo>
                  <a:pt x="4125" y="125677"/>
                </a:lnTo>
                <a:lnTo>
                  <a:pt x="4125" y="127630"/>
                </a:lnTo>
                <a:lnTo>
                  <a:pt x="4601" y="129316"/>
                </a:lnTo>
                <a:lnTo>
                  <a:pt x="4601" y="131269"/>
                </a:lnTo>
                <a:lnTo>
                  <a:pt x="4601" y="133133"/>
                </a:lnTo>
                <a:lnTo>
                  <a:pt x="4601" y="134908"/>
                </a:lnTo>
                <a:lnTo>
                  <a:pt x="4601" y="137038"/>
                </a:lnTo>
                <a:lnTo>
                  <a:pt x="4919" y="138725"/>
                </a:lnTo>
                <a:lnTo>
                  <a:pt x="4919" y="140677"/>
                </a:lnTo>
                <a:lnTo>
                  <a:pt x="4919" y="142630"/>
                </a:lnTo>
                <a:lnTo>
                  <a:pt x="4919" y="144316"/>
                </a:lnTo>
                <a:lnTo>
                  <a:pt x="5395" y="146446"/>
                </a:lnTo>
                <a:lnTo>
                  <a:pt x="5395" y="148133"/>
                </a:lnTo>
                <a:lnTo>
                  <a:pt x="5395" y="150085"/>
                </a:lnTo>
                <a:lnTo>
                  <a:pt x="5395" y="152038"/>
                </a:lnTo>
                <a:lnTo>
                  <a:pt x="5395" y="153724"/>
                </a:lnTo>
                <a:lnTo>
                  <a:pt x="5712" y="155854"/>
                </a:lnTo>
                <a:lnTo>
                  <a:pt x="5712" y="157629"/>
                </a:lnTo>
                <a:lnTo>
                  <a:pt x="5712" y="159493"/>
                </a:lnTo>
                <a:lnTo>
                  <a:pt x="5712" y="161446"/>
                </a:lnTo>
                <a:lnTo>
                  <a:pt x="5712" y="163221"/>
                </a:lnTo>
                <a:lnTo>
                  <a:pt x="6030" y="165351"/>
                </a:lnTo>
                <a:lnTo>
                  <a:pt x="6030" y="167038"/>
                </a:lnTo>
                <a:lnTo>
                  <a:pt x="6030" y="168990"/>
                </a:lnTo>
                <a:lnTo>
                  <a:pt x="6030" y="170943"/>
                </a:lnTo>
                <a:lnTo>
                  <a:pt x="6030" y="172807"/>
                </a:lnTo>
                <a:lnTo>
                  <a:pt x="6030" y="174759"/>
                </a:lnTo>
                <a:lnTo>
                  <a:pt x="6030" y="176712"/>
                </a:lnTo>
                <a:lnTo>
                  <a:pt x="6030" y="178398"/>
                </a:lnTo>
                <a:lnTo>
                  <a:pt x="6030" y="180528"/>
                </a:lnTo>
                <a:lnTo>
                  <a:pt x="6506" y="182304"/>
                </a:lnTo>
                <a:lnTo>
                  <a:pt x="6506" y="184167"/>
                </a:lnTo>
                <a:lnTo>
                  <a:pt x="6506" y="186120"/>
                </a:lnTo>
                <a:lnTo>
                  <a:pt x="6506" y="188073"/>
                </a:lnTo>
                <a:lnTo>
                  <a:pt x="6506" y="190203"/>
                </a:lnTo>
                <a:lnTo>
                  <a:pt x="6823" y="191889"/>
                </a:lnTo>
                <a:lnTo>
                  <a:pt x="6823" y="193842"/>
                </a:lnTo>
                <a:lnTo>
                  <a:pt x="6823" y="195794"/>
                </a:lnTo>
                <a:lnTo>
                  <a:pt x="6823" y="197747"/>
                </a:lnTo>
                <a:lnTo>
                  <a:pt x="6823" y="199611"/>
                </a:lnTo>
                <a:lnTo>
                  <a:pt x="7299" y="201564"/>
                </a:lnTo>
                <a:lnTo>
                  <a:pt x="7299" y="203516"/>
                </a:lnTo>
                <a:lnTo>
                  <a:pt x="7299" y="205380"/>
                </a:lnTo>
                <a:lnTo>
                  <a:pt x="7299" y="207333"/>
                </a:lnTo>
                <a:lnTo>
                  <a:pt x="7299" y="209108"/>
                </a:lnTo>
                <a:lnTo>
                  <a:pt x="7616" y="211238"/>
                </a:lnTo>
                <a:lnTo>
                  <a:pt x="7616" y="213102"/>
                </a:lnTo>
                <a:lnTo>
                  <a:pt x="7616" y="214877"/>
                </a:lnTo>
                <a:lnTo>
                  <a:pt x="7616" y="217007"/>
                </a:lnTo>
                <a:lnTo>
                  <a:pt x="8093" y="218960"/>
                </a:lnTo>
                <a:lnTo>
                  <a:pt x="8093" y="220823"/>
                </a:lnTo>
                <a:lnTo>
                  <a:pt x="8093" y="222776"/>
                </a:lnTo>
                <a:lnTo>
                  <a:pt x="8093" y="224551"/>
                </a:lnTo>
                <a:lnTo>
                  <a:pt x="8093" y="226681"/>
                </a:lnTo>
                <a:lnTo>
                  <a:pt x="8410" y="228545"/>
                </a:lnTo>
                <a:lnTo>
                  <a:pt x="8410" y="230498"/>
                </a:lnTo>
                <a:lnTo>
                  <a:pt x="8410" y="232450"/>
                </a:lnTo>
                <a:lnTo>
                  <a:pt x="8410" y="234403"/>
                </a:lnTo>
                <a:lnTo>
                  <a:pt x="8410" y="236267"/>
                </a:lnTo>
                <a:lnTo>
                  <a:pt x="8410" y="238220"/>
                </a:lnTo>
                <a:lnTo>
                  <a:pt x="8410" y="240172"/>
                </a:lnTo>
                <a:lnTo>
                  <a:pt x="8410" y="242125"/>
                </a:lnTo>
                <a:lnTo>
                  <a:pt x="8410" y="243989"/>
                </a:lnTo>
                <a:lnTo>
                  <a:pt x="8410" y="245941"/>
                </a:lnTo>
                <a:lnTo>
                  <a:pt x="8727" y="248071"/>
                </a:lnTo>
                <a:lnTo>
                  <a:pt x="8727" y="250024"/>
                </a:lnTo>
                <a:lnTo>
                  <a:pt x="8727" y="251710"/>
                </a:lnTo>
                <a:lnTo>
                  <a:pt x="8727" y="253841"/>
                </a:lnTo>
                <a:lnTo>
                  <a:pt x="9203" y="255793"/>
                </a:lnTo>
                <a:lnTo>
                  <a:pt x="9203" y="257746"/>
                </a:lnTo>
                <a:lnTo>
                  <a:pt x="9203" y="259698"/>
                </a:lnTo>
                <a:lnTo>
                  <a:pt x="9203" y="261562"/>
                </a:lnTo>
                <a:lnTo>
                  <a:pt x="9203" y="263515"/>
                </a:lnTo>
                <a:lnTo>
                  <a:pt x="9521" y="265645"/>
                </a:lnTo>
                <a:lnTo>
                  <a:pt x="9521" y="267598"/>
                </a:lnTo>
                <a:lnTo>
                  <a:pt x="9521" y="269284"/>
                </a:lnTo>
                <a:lnTo>
                  <a:pt x="9521" y="271503"/>
                </a:lnTo>
                <a:lnTo>
                  <a:pt x="9521" y="273367"/>
                </a:lnTo>
                <a:lnTo>
                  <a:pt x="9997" y="275319"/>
                </a:lnTo>
                <a:lnTo>
                  <a:pt x="9997" y="277450"/>
                </a:lnTo>
                <a:lnTo>
                  <a:pt x="9997" y="279225"/>
                </a:lnTo>
                <a:lnTo>
                  <a:pt x="9997" y="281089"/>
                </a:lnTo>
                <a:lnTo>
                  <a:pt x="9997" y="283219"/>
                </a:lnTo>
                <a:lnTo>
                  <a:pt x="10314" y="285171"/>
                </a:lnTo>
                <a:lnTo>
                  <a:pt x="10314" y="287124"/>
                </a:lnTo>
                <a:lnTo>
                  <a:pt x="10314" y="289254"/>
                </a:lnTo>
                <a:lnTo>
                  <a:pt x="10314" y="291207"/>
                </a:lnTo>
                <a:lnTo>
                  <a:pt x="10314" y="292893"/>
                </a:lnTo>
                <a:lnTo>
                  <a:pt x="10314" y="295023"/>
                </a:lnTo>
                <a:lnTo>
                  <a:pt x="10314" y="296976"/>
                </a:lnTo>
                <a:lnTo>
                  <a:pt x="10314" y="298928"/>
                </a:lnTo>
                <a:lnTo>
                  <a:pt x="10314" y="301059"/>
                </a:lnTo>
                <a:lnTo>
                  <a:pt x="10631" y="303011"/>
                </a:lnTo>
                <a:lnTo>
                  <a:pt x="10631" y="304875"/>
                </a:lnTo>
                <a:lnTo>
                  <a:pt x="10631" y="307094"/>
                </a:lnTo>
                <a:lnTo>
                  <a:pt x="10631" y="308780"/>
                </a:lnTo>
                <a:lnTo>
                  <a:pt x="10631" y="310733"/>
                </a:lnTo>
                <a:lnTo>
                  <a:pt x="11108" y="312863"/>
                </a:lnTo>
                <a:lnTo>
                  <a:pt x="11108" y="314816"/>
                </a:lnTo>
                <a:lnTo>
                  <a:pt x="11108" y="316680"/>
                </a:lnTo>
                <a:lnTo>
                  <a:pt x="11108" y="318898"/>
                </a:lnTo>
                <a:lnTo>
                  <a:pt x="11108" y="320762"/>
                </a:lnTo>
                <a:lnTo>
                  <a:pt x="11425" y="322715"/>
                </a:lnTo>
                <a:lnTo>
                  <a:pt x="11425" y="324845"/>
                </a:lnTo>
                <a:lnTo>
                  <a:pt x="11425" y="326798"/>
                </a:lnTo>
                <a:lnTo>
                  <a:pt x="11425" y="328750"/>
                </a:lnTo>
                <a:lnTo>
                  <a:pt x="11901" y="330614"/>
                </a:lnTo>
                <a:lnTo>
                  <a:pt x="11901" y="332833"/>
                </a:lnTo>
                <a:lnTo>
                  <a:pt x="11901" y="334697"/>
                </a:lnTo>
                <a:lnTo>
                  <a:pt x="11901" y="336650"/>
                </a:lnTo>
                <a:lnTo>
                  <a:pt x="11901" y="338780"/>
                </a:lnTo>
                <a:lnTo>
                  <a:pt x="12218" y="340732"/>
                </a:lnTo>
                <a:lnTo>
                  <a:pt x="12218" y="342685"/>
                </a:lnTo>
                <a:lnTo>
                  <a:pt x="12218" y="344815"/>
                </a:lnTo>
                <a:lnTo>
                  <a:pt x="12218" y="346768"/>
                </a:lnTo>
                <a:lnTo>
                  <a:pt x="12218" y="348632"/>
                </a:lnTo>
                <a:lnTo>
                  <a:pt x="12218" y="350762"/>
                </a:lnTo>
                <a:lnTo>
                  <a:pt x="12218" y="352714"/>
                </a:lnTo>
                <a:lnTo>
                  <a:pt x="12218" y="354667"/>
                </a:lnTo>
                <a:lnTo>
                  <a:pt x="12218" y="356620"/>
                </a:lnTo>
                <a:lnTo>
                  <a:pt x="12218" y="358750"/>
                </a:lnTo>
                <a:lnTo>
                  <a:pt x="12694" y="360702"/>
                </a:lnTo>
                <a:lnTo>
                  <a:pt x="12694" y="362566"/>
                </a:lnTo>
                <a:lnTo>
                  <a:pt x="12694" y="364785"/>
                </a:lnTo>
                <a:lnTo>
                  <a:pt x="12694" y="366649"/>
                </a:lnTo>
                <a:lnTo>
                  <a:pt x="13012" y="368602"/>
                </a:lnTo>
                <a:lnTo>
                  <a:pt x="13012" y="370732"/>
                </a:lnTo>
                <a:lnTo>
                  <a:pt x="13012" y="372684"/>
                </a:lnTo>
                <a:lnTo>
                  <a:pt x="13012" y="374637"/>
                </a:lnTo>
                <a:lnTo>
                  <a:pt x="13012" y="376767"/>
                </a:lnTo>
                <a:lnTo>
                  <a:pt x="13329" y="37872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3950457" y="2590281"/>
            <a:ext cx="13488" cy="408897"/>
          </a:xfrm>
          <a:custGeom>
            <a:avLst/>
            <a:gdLst/>
            <a:ahLst/>
            <a:cxnLst/>
            <a:rect l="l" t="t" r="r" b="b"/>
            <a:pathLst>
              <a:path w="13488" h="408897">
                <a:moveTo>
                  <a:pt x="0" y="0"/>
                </a:moveTo>
                <a:lnTo>
                  <a:pt x="0" y="1863"/>
                </a:lnTo>
                <a:lnTo>
                  <a:pt x="0" y="3816"/>
                </a:lnTo>
                <a:lnTo>
                  <a:pt x="0" y="5946"/>
                </a:lnTo>
                <a:lnTo>
                  <a:pt x="0" y="8076"/>
                </a:lnTo>
                <a:lnTo>
                  <a:pt x="476" y="10029"/>
                </a:lnTo>
                <a:lnTo>
                  <a:pt x="476" y="12159"/>
                </a:lnTo>
                <a:lnTo>
                  <a:pt x="476" y="14112"/>
                </a:lnTo>
                <a:lnTo>
                  <a:pt x="476" y="16064"/>
                </a:lnTo>
                <a:lnTo>
                  <a:pt x="476" y="17928"/>
                </a:lnTo>
                <a:lnTo>
                  <a:pt x="793" y="20147"/>
                </a:lnTo>
                <a:lnTo>
                  <a:pt x="793" y="22011"/>
                </a:lnTo>
                <a:lnTo>
                  <a:pt x="793" y="23964"/>
                </a:lnTo>
                <a:lnTo>
                  <a:pt x="793" y="26360"/>
                </a:lnTo>
                <a:lnTo>
                  <a:pt x="1269" y="28224"/>
                </a:lnTo>
                <a:lnTo>
                  <a:pt x="1269" y="30176"/>
                </a:lnTo>
                <a:lnTo>
                  <a:pt x="1269" y="32307"/>
                </a:lnTo>
                <a:lnTo>
                  <a:pt x="1269" y="34259"/>
                </a:lnTo>
                <a:lnTo>
                  <a:pt x="1269" y="36212"/>
                </a:lnTo>
                <a:lnTo>
                  <a:pt x="1269" y="38164"/>
                </a:lnTo>
                <a:lnTo>
                  <a:pt x="1269" y="40295"/>
                </a:lnTo>
                <a:lnTo>
                  <a:pt x="1269" y="42425"/>
                </a:lnTo>
                <a:lnTo>
                  <a:pt x="1269" y="44377"/>
                </a:lnTo>
                <a:lnTo>
                  <a:pt x="1269" y="46507"/>
                </a:lnTo>
                <a:lnTo>
                  <a:pt x="1586" y="48460"/>
                </a:lnTo>
                <a:lnTo>
                  <a:pt x="1586" y="50324"/>
                </a:lnTo>
                <a:lnTo>
                  <a:pt x="1586" y="52277"/>
                </a:lnTo>
                <a:lnTo>
                  <a:pt x="1586" y="54673"/>
                </a:lnTo>
                <a:lnTo>
                  <a:pt x="1586" y="56537"/>
                </a:lnTo>
                <a:lnTo>
                  <a:pt x="1904" y="58489"/>
                </a:lnTo>
                <a:lnTo>
                  <a:pt x="1904" y="60620"/>
                </a:lnTo>
                <a:lnTo>
                  <a:pt x="1904" y="62572"/>
                </a:lnTo>
                <a:lnTo>
                  <a:pt x="1904" y="64702"/>
                </a:lnTo>
                <a:lnTo>
                  <a:pt x="2380" y="66655"/>
                </a:lnTo>
                <a:lnTo>
                  <a:pt x="2380" y="68785"/>
                </a:lnTo>
                <a:lnTo>
                  <a:pt x="2380" y="70738"/>
                </a:lnTo>
                <a:lnTo>
                  <a:pt x="2380" y="72690"/>
                </a:lnTo>
                <a:lnTo>
                  <a:pt x="2380" y="74820"/>
                </a:lnTo>
                <a:lnTo>
                  <a:pt x="2697" y="76951"/>
                </a:lnTo>
                <a:lnTo>
                  <a:pt x="2697" y="78903"/>
                </a:lnTo>
                <a:lnTo>
                  <a:pt x="2697" y="80767"/>
                </a:lnTo>
                <a:lnTo>
                  <a:pt x="2697" y="82897"/>
                </a:lnTo>
                <a:lnTo>
                  <a:pt x="2697" y="85116"/>
                </a:lnTo>
                <a:lnTo>
                  <a:pt x="3173" y="86980"/>
                </a:lnTo>
                <a:lnTo>
                  <a:pt x="3173" y="88933"/>
                </a:lnTo>
                <a:lnTo>
                  <a:pt x="3173" y="91063"/>
                </a:lnTo>
                <a:lnTo>
                  <a:pt x="3173" y="93193"/>
                </a:lnTo>
                <a:lnTo>
                  <a:pt x="3173" y="95146"/>
                </a:lnTo>
                <a:lnTo>
                  <a:pt x="3173" y="97098"/>
                </a:lnTo>
                <a:lnTo>
                  <a:pt x="3173" y="99228"/>
                </a:lnTo>
                <a:lnTo>
                  <a:pt x="3173" y="101358"/>
                </a:lnTo>
                <a:lnTo>
                  <a:pt x="3173" y="103311"/>
                </a:lnTo>
                <a:lnTo>
                  <a:pt x="3491" y="105441"/>
                </a:lnTo>
                <a:lnTo>
                  <a:pt x="3491" y="107394"/>
                </a:lnTo>
                <a:lnTo>
                  <a:pt x="3491" y="109524"/>
                </a:lnTo>
                <a:lnTo>
                  <a:pt x="3491" y="111477"/>
                </a:lnTo>
                <a:lnTo>
                  <a:pt x="3491" y="113607"/>
                </a:lnTo>
                <a:lnTo>
                  <a:pt x="3808" y="115559"/>
                </a:lnTo>
                <a:lnTo>
                  <a:pt x="3808" y="117689"/>
                </a:lnTo>
                <a:lnTo>
                  <a:pt x="3808" y="119642"/>
                </a:lnTo>
                <a:lnTo>
                  <a:pt x="3808" y="121772"/>
                </a:lnTo>
                <a:lnTo>
                  <a:pt x="3808" y="123902"/>
                </a:lnTo>
                <a:lnTo>
                  <a:pt x="4284" y="125855"/>
                </a:lnTo>
                <a:lnTo>
                  <a:pt x="4284" y="127985"/>
                </a:lnTo>
                <a:lnTo>
                  <a:pt x="4284" y="129938"/>
                </a:lnTo>
                <a:lnTo>
                  <a:pt x="4284" y="132068"/>
                </a:lnTo>
                <a:lnTo>
                  <a:pt x="4284" y="133932"/>
                </a:lnTo>
                <a:lnTo>
                  <a:pt x="4601" y="136151"/>
                </a:lnTo>
                <a:lnTo>
                  <a:pt x="4601" y="138281"/>
                </a:lnTo>
                <a:lnTo>
                  <a:pt x="4601" y="140233"/>
                </a:lnTo>
                <a:lnTo>
                  <a:pt x="4601" y="142097"/>
                </a:lnTo>
                <a:lnTo>
                  <a:pt x="5077" y="144494"/>
                </a:lnTo>
                <a:lnTo>
                  <a:pt x="5077" y="146446"/>
                </a:lnTo>
                <a:lnTo>
                  <a:pt x="5077" y="148310"/>
                </a:lnTo>
                <a:lnTo>
                  <a:pt x="5077" y="150440"/>
                </a:lnTo>
                <a:lnTo>
                  <a:pt x="5077" y="152659"/>
                </a:lnTo>
                <a:lnTo>
                  <a:pt x="5395" y="154523"/>
                </a:lnTo>
                <a:lnTo>
                  <a:pt x="5395" y="156476"/>
                </a:lnTo>
                <a:lnTo>
                  <a:pt x="5395" y="158606"/>
                </a:lnTo>
                <a:lnTo>
                  <a:pt x="5395" y="160736"/>
                </a:lnTo>
                <a:lnTo>
                  <a:pt x="5395" y="162689"/>
                </a:lnTo>
                <a:lnTo>
                  <a:pt x="5395" y="164819"/>
                </a:lnTo>
                <a:lnTo>
                  <a:pt x="5395" y="166771"/>
                </a:lnTo>
                <a:lnTo>
                  <a:pt x="5395" y="168901"/>
                </a:lnTo>
                <a:lnTo>
                  <a:pt x="5395" y="171032"/>
                </a:lnTo>
                <a:lnTo>
                  <a:pt x="5395" y="172984"/>
                </a:lnTo>
                <a:lnTo>
                  <a:pt x="5871" y="175114"/>
                </a:lnTo>
                <a:lnTo>
                  <a:pt x="5871" y="177244"/>
                </a:lnTo>
                <a:lnTo>
                  <a:pt x="5871" y="179197"/>
                </a:lnTo>
                <a:lnTo>
                  <a:pt x="5871" y="181327"/>
                </a:lnTo>
                <a:lnTo>
                  <a:pt x="6188" y="183280"/>
                </a:lnTo>
                <a:lnTo>
                  <a:pt x="6188" y="185410"/>
                </a:lnTo>
                <a:lnTo>
                  <a:pt x="6188" y="187540"/>
                </a:lnTo>
                <a:lnTo>
                  <a:pt x="6188" y="189493"/>
                </a:lnTo>
                <a:lnTo>
                  <a:pt x="6188" y="191623"/>
                </a:lnTo>
                <a:lnTo>
                  <a:pt x="6506" y="193842"/>
                </a:lnTo>
                <a:lnTo>
                  <a:pt x="6506" y="195706"/>
                </a:lnTo>
                <a:lnTo>
                  <a:pt x="6506" y="197658"/>
                </a:lnTo>
                <a:lnTo>
                  <a:pt x="6506" y="200055"/>
                </a:lnTo>
                <a:lnTo>
                  <a:pt x="6506" y="201919"/>
                </a:lnTo>
                <a:lnTo>
                  <a:pt x="6982" y="204049"/>
                </a:lnTo>
                <a:lnTo>
                  <a:pt x="6982" y="206001"/>
                </a:lnTo>
                <a:lnTo>
                  <a:pt x="6982" y="208131"/>
                </a:lnTo>
                <a:lnTo>
                  <a:pt x="6982" y="210350"/>
                </a:lnTo>
                <a:lnTo>
                  <a:pt x="6982" y="212214"/>
                </a:lnTo>
                <a:lnTo>
                  <a:pt x="7299" y="214167"/>
                </a:lnTo>
                <a:lnTo>
                  <a:pt x="7299" y="216563"/>
                </a:lnTo>
                <a:lnTo>
                  <a:pt x="7299" y="218427"/>
                </a:lnTo>
                <a:lnTo>
                  <a:pt x="7299" y="220557"/>
                </a:lnTo>
                <a:lnTo>
                  <a:pt x="7299" y="222510"/>
                </a:lnTo>
                <a:lnTo>
                  <a:pt x="7299" y="224640"/>
                </a:lnTo>
                <a:lnTo>
                  <a:pt x="7299" y="226859"/>
                </a:lnTo>
                <a:lnTo>
                  <a:pt x="7299" y="228723"/>
                </a:lnTo>
                <a:lnTo>
                  <a:pt x="7299" y="230675"/>
                </a:lnTo>
                <a:lnTo>
                  <a:pt x="7775" y="233072"/>
                </a:lnTo>
                <a:lnTo>
                  <a:pt x="7775" y="234936"/>
                </a:lnTo>
                <a:lnTo>
                  <a:pt x="7775" y="237155"/>
                </a:lnTo>
                <a:lnTo>
                  <a:pt x="7775" y="239018"/>
                </a:lnTo>
                <a:lnTo>
                  <a:pt x="7775" y="241149"/>
                </a:lnTo>
                <a:lnTo>
                  <a:pt x="8093" y="243367"/>
                </a:lnTo>
                <a:lnTo>
                  <a:pt x="8093" y="245231"/>
                </a:lnTo>
                <a:lnTo>
                  <a:pt x="8093" y="247361"/>
                </a:lnTo>
                <a:lnTo>
                  <a:pt x="8093" y="249580"/>
                </a:lnTo>
                <a:lnTo>
                  <a:pt x="8093" y="251444"/>
                </a:lnTo>
                <a:lnTo>
                  <a:pt x="8410" y="253663"/>
                </a:lnTo>
                <a:lnTo>
                  <a:pt x="8410" y="255527"/>
                </a:lnTo>
                <a:lnTo>
                  <a:pt x="8410" y="257657"/>
                </a:lnTo>
                <a:lnTo>
                  <a:pt x="8410" y="259876"/>
                </a:lnTo>
                <a:lnTo>
                  <a:pt x="8886" y="262006"/>
                </a:lnTo>
                <a:lnTo>
                  <a:pt x="8886" y="263870"/>
                </a:lnTo>
                <a:lnTo>
                  <a:pt x="8886" y="266089"/>
                </a:lnTo>
                <a:lnTo>
                  <a:pt x="8886" y="268219"/>
                </a:lnTo>
                <a:lnTo>
                  <a:pt x="8886" y="270172"/>
                </a:lnTo>
                <a:lnTo>
                  <a:pt x="9203" y="272302"/>
                </a:lnTo>
                <a:lnTo>
                  <a:pt x="9203" y="274166"/>
                </a:lnTo>
                <a:lnTo>
                  <a:pt x="9203" y="276385"/>
                </a:lnTo>
                <a:lnTo>
                  <a:pt x="9203" y="278515"/>
                </a:lnTo>
                <a:lnTo>
                  <a:pt x="9203" y="280467"/>
                </a:lnTo>
                <a:lnTo>
                  <a:pt x="9679" y="282597"/>
                </a:lnTo>
                <a:lnTo>
                  <a:pt x="9679" y="284728"/>
                </a:lnTo>
                <a:lnTo>
                  <a:pt x="9679" y="286680"/>
                </a:lnTo>
                <a:lnTo>
                  <a:pt x="9679" y="288810"/>
                </a:lnTo>
                <a:lnTo>
                  <a:pt x="9679" y="290940"/>
                </a:lnTo>
                <a:lnTo>
                  <a:pt x="9679" y="293071"/>
                </a:lnTo>
                <a:lnTo>
                  <a:pt x="9679" y="295023"/>
                </a:lnTo>
                <a:lnTo>
                  <a:pt x="9679" y="297153"/>
                </a:lnTo>
                <a:lnTo>
                  <a:pt x="9679" y="299106"/>
                </a:lnTo>
                <a:lnTo>
                  <a:pt x="9997" y="301236"/>
                </a:lnTo>
                <a:lnTo>
                  <a:pt x="9997" y="303366"/>
                </a:lnTo>
                <a:lnTo>
                  <a:pt x="9997" y="305319"/>
                </a:lnTo>
                <a:lnTo>
                  <a:pt x="9997" y="307449"/>
                </a:lnTo>
                <a:lnTo>
                  <a:pt x="9997" y="309579"/>
                </a:lnTo>
                <a:lnTo>
                  <a:pt x="10473" y="311709"/>
                </a:lnTo>
                <a:lnTo>
                  <a:pt x="10473" y="313662"/>
                </a:lnTo>
                <a:lnTo>
                  <a:pt x="10473" y="315615"/>
                </a:lnTo>
                <a:lnTo>
                  <a:pt x="10473" y="317922"/>
                </a:lnTo>
                <a:lnTo>
                  <a:pt x="10473" y="319875"/>
                </a:lnTo>
                <a:lnTo>
                  <a:pt x="10790" y="322005"/>
                </a:lnTo>
                <a:lnTo>
                  <a:pt x="10790" y="323958"/>
                </a:lnTo>
                <a:lnTo>
                  <a:pt x="10790" y="326354"/>
                </a:lnTo>
                <a:lnTo>
                  <a:pt x="10790" y="328218"/>
                </a:lnTo>
                <a:lnTo>
                  <a:pt x="10790" y="330170"/>
                </a:lnTo>
                <a:lnTo>
                  <a:pt x="11108" y="332301"/>
                </a:lnTo>
                <a:lnTo>
                  <a:pt x="11108" y="334431"/>
                </a:lnTo>
                <a:lnTo>
                  <a:pt x="11108" y="336561"/>
                </a:lnTo>
                <a:lnTo>
                  <a:pt x="11108" y="338513"/>
                </a:lnTo>
                <a:lnTo>
                  <a:pt x="11108" y="340644"/>
                </a:lnTo>
                <a:lnTo>
                  <a:pt x="11584" y="342862"/>
                </a:lnTo>
                <a:lnTo>
                  <a:pt x="11584" y="344726"/>
                </a:lnTo>
                <a:lnTo>
                  <a:pt x="11584" y="346856"/>
                </a:lnTo>
                <a:lnTo>
                  <a:pt x="11584" y="348809"/>
                </a:lnTo>
                <a:lnTo>
                  <a:pt x="11584" y="350939"/>
                </a:lnTo>
                <a:lnTo>
                  <a:pt x="11584" y="353158"/>
                </a:lnTo>
                <a:lnTo>
                  <a:pt x="11584" y="355288"/>
                </a:lnTo>
                <a:lnTo>
                  <a:pt x="11584" y="357152"/>
                </a:lnTo>
                <a:lnTo>
                  <a:pt x="11584" y="359371"/>
                </a:lnTo>
                <a:lnTo>
                  <a:pt x="11901" y="361235"/>
                </a:lnTo>
                <a:lnTo>
                  <a:pt x="11901" y="363188"/>
                </a:lnTo>
                <a:lnTo>
                  <a:pt x="11901" y="365318"/>
                </a:lnTo>
                <a:lnTo>
                  <a:pt x="11901" y="367448"/>
                </a:lnTo>
                <a:lnTo>
                  <a:pt x="11901" y="369400"/>
                </a:lnTo>
                <a:lnTo>
                  <a:pt x="12377" y="371531"/>
                </a:lnTo>
                <a:lnTo>
                  <a:pt x="12377" y="373483"/>
                </a:lnTo>
                <a:lnTo>
                  <a:pt x="12377" y="375880"/>
                </a:lnTo>
                <a:lnTo>
                  <a:pt x="12377" y="377743"/>
                </a:lnTo>
                <a:lnTo>
                  <a:pt x="12377" y="379874"/>
                </a:lnTo>
                <a:lnTo>
                  <a:pt x="12694" y="381826"/>
                </a:lnTo>
                <a:lnTo>
                  <a:pt x="12694" y="383956"/>
                </a:lnTo>
                <a:lnTo>
                  <a:pt x="12694" y="386175"/>
                </a:lnTo>
                <a:lnTo>
                  <a:pt x="12694" y="388039"/>
                </a:lnTo>
                <a:lnTo>
                  <a:pt x="13012" y="390169"/>
                </a:lnTo>
                <a:lnTo>
                  <a:pt x="13012" y="392388"/>
                </a:lnTo>
                <a:lnTo>
                  <a:pt x="13012" y="394518"/>
                </a:lnTo>
                <a:lnTo>
                  <a:pt x="13012" y="396471"/>
                </a:lnTo>
                <a:lnTo>
                  <a:pt x="13012" y="398335"/>
                </a:lnTo>
                <a:lnTo>
                  <a:pt x="13488" y="400731"/>
                </a:lnTo>
                <a:lnTo>
                  <a:pt x="13488" y="402684"/>
                </a:lnTo>
                <a:lnTo>
                  <a:pt x="13488" y="404814"/>
                </a:lnTo>
                <a:lnTo>
                  <a:pt x="13488" y="406678"/>
                </a:lnTo>
                <a:lnTo>
                  <a:pt x="13488" y="408897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3963945" y="2999178"/>
            <a:ext cx="13329" cy="402861"/>
          </a:xfrm>
          <a:custGeom>
            <a:avLst/>
            <a:gdLst/>
            <a:ahLst/>
            <a:cxnLst/>
            <a:rect l="l" t="t" r="r" b="b"/>
            <a:pathLst>
              <a:path w="13329" h="402861">
                <a:moveTo>
                  <a:pt x="0" y="0"/>
                </a:moveTo>
                <a:lnTo>
                  <a:pt x="317" y="2130"/>
                </a:lnTo>
                <a:lnTo>
                  <a:pt x="317" y="4082"/>
                </a:lnTo>
                <a:lnTo>
                  <a:pt x="317" y="6212"/>
                </a:lnTo>
                <a:lnTo>
                  <a:pt x="317" y="8343"/>
                </a:lnTo>
                <a:lnTo>
                  <a:pt x="317" y="10473"/>
                </a:lnTo>
                <a:lnTo>
                  <a:pt x="317" y="12425"/>
                </a:lnTo>
                <a:lnTo>
                  <a:pt x="317" y="14378"/>
                </a:lnTo>
                <a:lnTo>
                  <a:pt x="317" y="16508"/>
                </a:lnTo>
                <a:lnTo>
                  <a:pt x="317" y="18638"/>
                </a:lnTo>
                <a:lnTo>
                  <a:pt x="793" y="20768"/>
                </a:lnTo>
                <a:lnTo>
                  <a:pt x="793" y="22721"/>
                </a:lnTo>
                <a:lnTo>
                  <a:pt x="793" y="24851"/>
                </a:lnTo>
                <a:lnTo>
                  <a:pt x="793" y="26981"/>
                </a:lnTo>
                <a:lnTo>
                  <a:pt x="793" y="28934"/>
                </a:lnTo>
                <a:lnTo>
                  <a:pt x="1110" y="31064"/>
                </a:lnTo>
                <a:lnTo>
                  <a:pt x="1110" y="33017"/>
                </a:lnTo>
                <a:lnTo>
                  <a:pt x="1110" y="35147"/>
                </a:lnTo>
                <a:lnTo>
                  <a:pt x="1110" y="37277"/>
                </a:lnTo>
                <a:lnTo>
                  <a:pt x="1110" y="39229"/>
                </a:lnTo>
                <a:lnTo>
                  <a:pt x="1586" y="41360"/>
                </a:lnTo>
                <a:lnTo>
                  <a:pt x="1586" y="43490"/>
                </a:lnTo>
                <a:lnTo>
                  <a:pt x="1586" y="45442"/>
                </a:lnTo>
                <a:lnTo>
                  <a:pt x="1586" y="47573"/>
                </a:lnTo>
                <a:lnTo>
                  <a:pt x="1586" y="49703"/>
                </a:lnTo>
                <a:lnTo>
                  <a:pt x="1904" y="51655"/>
                </a:lnTo>
                <a:lnTo>
                  <a:pt x="1904" y="53785"/>
                </a:lnTo>
                <a:lnTo>
                  <a:pt x="1904" y="55738"/>
                </a:lnTo>
                <a:lnTo>
                  <a:pt x="1904" y="57868"/>
                </a:lnTo>
                <a:lnTo>
                  <a:pt x="2221" y="59998"/>
                </a:lnTo>
                <a:lnTo>
                  <a:pt x="2221" y="61951"/>
                </a:lnTo>
                <a:lnTo>
                  <a:pt x="2221" y="64081"/>
                </a:lnTo>
                <a:lnTo>
                  <a:pt x="2221" y="66211"/>
                </a:lnTo>
                <a:lnTo>
                  <a:pt x="2221" y="68164"/>
                </a:lnTo>
                <a:lnTo>
                  <a:pt x="2221" y="70294"/>
                </a:lnTo>
                <a:lnTo>
                  <a:pt x="2221" y="72247"/>
                </a:lnTo>
                <a:lnTo>
                  <a:pt x="2221" y="74377"/>
                </a:lnTo>
                <a:lnTo>
                  <a:pt x="2221" y="76507"/>
                </a:lnTo>
                <a:lnTo>
                  <a:pt x="2221" y="78459"/>
                </a:lnTo>
                <a:lnTo>
                  <a:pt x="2697" y="80590"/>
                </a:lnTo>
                <a:lnTo>
                  <a:pt x="2697" y="82720"/>
                </a:lnTo>
                <a:lnTo>
                  <a:pt x="2697" y="84672"/>
                </a:lnTo>
                <a:lnTo>
                  <a:pt x="2697" y="86803"/>
                </a:lnTo>
                <a:lnTo>
                  <a:pt x="2697" y="88755"/>
                </a:lnTo>
                <a:lnTo>
                  <a:pt x="3015" y="90885"/>
                </a:lnTo>
                <a:lnTo>
                  <a:pt x="3015" y="93015"/>
                </a:lnTo>
                <a:lnTo>
                  <a:pt x="3015" y="94968"/>
                </a:lnTo>
                <a:lnTo>
                  <a:pt x="3015" y="97098"/>
                </a:lnTo>
                <a:lnTo>
                  <a:pt x="3491" y="99228"/>
                </a:lnTo>
                <a:lnTo>
                  <a:pt x="3491" y="101181"/>
                </a:lnTo>
                <a:lnTo>
                  <a:pt x="3491" y="103311"/>
                </a:lnTo>
                <a:lnTo>
                  <a:pt x="3491" y="105264"/>
                </a:lnTo>
                <a:lnTo>
                  <a:pt x="3491" y="107394"/>
                </a:lnTo>
                <a:lnTo>
                  <a:pt x="3808" y="109524"/>
                </a:lnTo>
                <a:lnTo>
                  <a:pt x="3808" y="111477"/>
                </a:lnTo>
                <a:lnTo>
                  <a:pt x="3808" y="113429"/>
                </a:lnTo>
                <a:lnTo>
                  <a:pt x="3808" y="115737"/>
                </a:lnTo>
                <a:lnTo>
                  <a:pt x="3808" y="117689"/>
                </a:lnTo>
                <a:lnTo>
                  <a:pt x="4125" y="119642"/>
                </a:lnTo>
                <a:lnTo>
                  <a:pt x="4125" y="121506"/>
                </a:lnTo>
                <a:lnTo>
                  <a:pt x="4125" y="123902"/>
                </a:lnTo>
                <a:lnTo>
                  <a:pt x="4125" y="125855"/>
                </a:lnTo>
                <a:lnTo>
                  <a:pt x="4125" y="127808"/>
                </a:lnTo>
                <a:lnTo>
                  <a:pt x="4601" y="129938"/>
                </a:lnTo>
                <a:lnTo>
                  <a:pt x="4601" y="132068"/>
                </a:lnTo>
                <a:lnTo>
                  <a:pt x="4601" y="134020"/>
                </a:lnTo>
                <a:lnTo>
                  <a:pt x="4601" y="136151"/>
                </a:lnTo>
                <a:lnTo>
                  <a:pt x="4601" y="138281"/>
                </a:lnTo>
                <a:lnTo>
                  <a:pt x="4601" y="140233"/>
                </a:lnTo>
                <a:lnTo>
                  <a:pt x="4601" y="142364"/>
                </a:lnTo>
                <a:lnTo>
                  <a:pt x="4601" y="144316"/>
                </a:lnTo>
                <a:lnTo>
                  <a:pt x="4601" y="146446"/>
                </a:lnTo>
                <a:lnTo>
                  <a:pt x="4919" y="148310"/>
                </a:lnTo>
                <a:lnTo>
                  <a:pt x="4919" y="150529"/>
                </a:lnTo>
                <a:lnTo>
                  <a:pt x="4919" y="152393"/>
                </a:lnTo>
                <a:lnTo>
                  <a:pt x="4919" y="154523"/>
                </a:lnTo>
                <a:lnTo>
                  <a:pt x="4919" y="156742"/>
                </a:lnTo>
                <a:lnTo>
                  <a:pt x="5395" y="158606"/>
                </a:lnTo>
                <a:lnTo>
                  <a:pt x="5395" y="160558"/>
                </a:lnTo>
                <a:lnTo>
                  <a:pt x="5395" y="162689"/>
                </a:lnTo>
                <a:lnTo>
                  <a:pt x="5395" y="164819"/>
                </a:lnTo>
                <a:lnTo>
                  <a:pt x="5395" y="166771"/>
                </a:lnTo>
                <a:lnTo>
                  <a:pt x="5712" y="168901"/>
                </a:lnTo>
                <a:lnTo>
                  <a:pt x="5712" y="170854"/>
                </a:lnTo>
                <a:lnTo>
                  <a:pt x="5712" y="172984"/>
                </a:lnTo>
                <a:lnTo>
                  <a:pt x="5712" y="174937"/>
                </a:lnTo>
                <a:lnTo>
                  <a:pt x="6188" y="177067"/>
                </a:lnTo>
                <a:lnTo>
                  <a:pt x="6188" y="179020"/>
                </a:lnTo>
                <a:lnTo>
                  <a:pt x="6188" y="181150"/>
                </a:lnTo>
                <a:lnTo>
                  <a:pt x="6188" y="183102"/>
                </a:lnTo>
                <a:lnTo>
                  <a:pt x="6188" y="185232"/>
                </a:lnTo>
                <a:lnTo>
                  <a:pt x="6506" y="187185"/>
                </a:lnTo>
                <a:lnTo>
                  <a:pt x="6506" y="189049"/>
                </a:lnTo>
                <a:lnTo>
                  <a:pt x="6506" y="191268"/>
                </a:lnTo>
                <a:lnTo>
                  <a:pt x="6506" y="193398"/>
                </a:lnTo>
                <a:lnTo>
                  <a:pt x="6506" y="195351"/>
                </a:lnTo>
                <a:lnTo>
                  <a:pt x="6506" y="197215"/>
                </a:lnTo>
                <a:lnTo>
                  <a:pt x="6506" y="199611"/>
                </a:lnTo>
                <a:lnTo>
                  <a:pt x="6506" y="201564"/>
                </a:lnTo>
                <a:lnTo>
                  <a:pt x="6506" y="203427"/>
                </a:lnTo>
                <a:lnTo>
                  <a:pt x="6506" y="205380"/>
                </a:lnTo>
                <a:lnTo>
                  <a:pt x="6823" y="207510"/>
                </a:lnTo>
                <a:lnTo>
                  <a:pt x="6823" y="209640"/>
                </a:lnTo>
                <a:lnTo>
                  <a:pt x="6823" y="211593"/>
                </a:lnTo>
                <a:lnTo>
                  <a:pt x="6823" y="213723"/>
                </a:lnTo>
                <a:lnTo>
                  <a:pt x="7299" y="215676"/>
                </a:lnTo>
                <a:lnTo>
                  <a:pt x="7299" y="217628"/>
                </a:lnTo>
                <a:lnTo>
                  <a:pt x="7299" y="219758"/>
                </a:lnTo>
                <a:lnTo>
                  <a:pt x="7299" y="221889"/>
                </a:lnTo>
                <a:lnTo>
                  <a:pt x="7299" y="223841"/>
                </a:lnTo>
                <a:lnTo>
                  <a:pt x="7616" y="225794"/>
                </a:lnTo>
                <a:lnTo>
                  <a:pt x="7616" y="227924"/>
                </a:lnTo>
                <a:lnTo>
                  <a:pt x="7616" y="229788"/>
                </a:lnTo>
                <a:lnTo>
                  <a:pt x="7616" y="231740"/>
                </a:lnTo>
                <a:lnTo>
                  <a:pt x="7616" y="233871"/>
                </a:lnTo>
                <a:lnTo>
                  <a:pt x="8093" y="236089"/>
                </a:lnTo>
                <a:lnTo>
                  <a:pt x="8093" y="237953"/>
                </a:lnTo>
                <a:lnTo>
                  <a:pt x="8093" y="239906"/>
                </a:lnTo>
                <a:lnTo>
                  <a:pt x="8093" y="242036"/>
                </a:lnTo>
                <a:lnTo>
                  <a:pt x="8093" y="243989"/>
                </a:lnTo>
                <a:lnTo>
                  <a:pt x="8410" y="245941"/>
                </a:lnTo>
                <a:lnTo>
                  <a:pt x="8410" y="248071"/>
                </a:lnTo>
                <a:lnTo>
                  <a:pt x="8410" y="250202"/>
                </a:lnTo>
                <a:lnTo>
                  <a:pt x="8410" y="252154"/>
                </a:lnTo>
                <a:lnTo>
                  <a:pt x="8410" y="254018"/>
                </a:lnTo>
                <a:lnTo>
                  <a:pt x="8410" y="256237"/>
                </a:lnTo>
                <a:lnTo>
                  <a:pt x="8410" y="258101"/>
                </a:lnTo>
                <a:lnTo>
                  <a:pt x="8410" y="260053"/>
                </a:lnTo>
                <a:lnTo>
                  <a:pt x="8410" y="262184"/>
                </a:lnTo>
                <a:lnTo>
                  <a:pt x="8727" y="264136"/>
                </a:lnTo>
                <a:lnTo>
                  <a:pt x="8727" y="266089"/>
                </a:lnTo>
                <a:lnTo>
                  <a:pt x="8727" y="268219"/>
                </a:lnTo>
                <a:lnTo>
                  <a:pt x="8727" y="270349"/>
                </a:lnTo>
                <a:lnTo>
                  <a:pt x="8727" y="272302"/>
                </a:lnTo>
                <a:lnTo>
                  <a:pt x="9203" y="274254"/>
                </a:lnTo>
                <a:lnTo>
                  <a:pt x="9203" y="276385"/>
                </a:lnTo>
                <a:lnTo>
                  <a:pt x="9203" y="278248"/>
                </a:lnTo>
                <a:lnTo>
                  <a:pt x="9203" y="280201"/>
                </a:lnTo>
                <a:lnTo>
                  <a:pt x="9203" y="282154"/>
                </a:lnTo>
                <a:lnTo>
                  <a:pt x="9521" y="284284"/>
                </a:lnTo>
                <a:lnTo>
                  <a:pt x="9521" y="286236"/>
                </a:lnTo>
                <a:lnTo>
                  <a:pt x="9521" y="288189"/>
                </a:lnTo>
                <a:lnTo>
                  <a:pt x="9521" y="290319"/>
                </a:lnTo>
                <a:lnTo>
                  <a:pt x="9997" y="292272"/>
                </a:lnTo>
                <a:lnTo>
                  <a:pt x="9997" y="294136"/>
                </a:lnTo>
                <a:lnTo>
                  <a:pt x="9997" y="296266"/>
                </a:lnTo>
                <a:lnTo>
                  <a:pt x="9997" y="298218"/>
                </a:lnTo>
                <a:lnTo>
                  <a:pt x="9997" y="300171"/>
                </a:lnTo>
                <a:lnTo>
                  <a:pt x="10314" y="302301"/>
                </a:lnTo>
                <a:lnTo>
                  <a:pt x="10314" y="304254"/>
                </a:lnTo>
                <a:lnTo>
                  <a:pt x="10314" y="306206"/>
                </a:lnTo>
                <a:lnTo>
                  <a:pt x="10314" y="308337"/>
                </a:lnTo>
                <a:lnTo>
                  <a:pt x="10314" y="310200"/>
                </a:lnTo>
                <a:lnTo>
                  <a:pt x="10631" y="312153"/>
                </a:lnTo>
                <a:lnTo>
                  <a:pt x="10631" y="314106"/>
                </a:lnTo>
                <a:lnTo>
                  <a:pt x="10631" y="316236"/>
                </a:lnTo>
                <a:lnTo>
                  <a:pt x="10631" y="318188"/>
                </a:lnTo>
                <a:lnTo>
                  <a:pt x="10631" y="320141"/>
                </a:lnTo>
                <a:lnTo>
                  <a:pt x="10631" y="322271"/>
                </a:lnTo>
                <a:lnTo>
                  <a:pt x="10631" y="324135"/>
                </a:lnTo>
                <a:lnTo>
                  <a:pt x="10631" y="326088"/>
                </a:lnTo>
                <a:lnTo>
                  <a:pt x="10631" y="328218"/>
                </a:lnTo>
                <a:lnTo>
                  <a:pt x="11108" y="330170"/>
                </a:lnTo>
                <a:lnTo>
                  <a:pt x="11108" y="332123"/>
                </a:lnTo>
                <a:lnTo>
                  <a:pt x="11108" y="334253"/>
                </a:lnTo>
                <a:lnTo>
                  <a:pt x="11108" y="336206"/>
                </a:lnTo>
                <a:lnTo>
                  <a:pt x="11108" y="337892"/>
                </a:lnTo>
                <a:lnTo>
                  <a:pt x="11425" y="340022"/>
                </a:lnTo>
                <a:lnTo>
                  <a:pt x="11425" y="341975"/>
                </a:lnTo>
                <a:lnTo>
                  <a:pt x="11425" y="343928"/>
                </a:lnTo>
                <a:lnTo>
                  <a:pt x="11425" y="346058"/>
                </a:lnTo>
                <a:lnTo>
                  <a:pt x="11425" y="348010"/>
                </a:lnTo>
                <a:lnTo>
                  <a:pt x="11901" y="349874"/>
                </a:lnTo>
                <a:lnTo>
                  <a:pt x="11901" y="351827"/>
                </a:lnTo>
                <a:lnTo>
                  <a:pt x="11901" y="353957"/>
                </a:lnTo>
                <a:lnTo>
                  <a:pt x="11901" y="355732"/>
                </a:lnTo>
                <a:lnTo>
                  <a:pt x="11901" y="357862"/>
                </a:lnTo>
                <a:lnTo>
                  <a:pt x="12218" y="359815"/>
                </a:lnTo>
                <a:lnTo>
                  <a:pt x="12218" y="361679"/>
                </a:lnTo>
                <a:lnTo>
                  <a:pt x="12218" y="363631"/>
                </a:lnTo>
                <a:lnTo>
                  <a:pt x="12218" y="365761"/>
                </a:lnTo>
                <a:lnTo>
                  <a:pt x="12694" y="367714"/>
                </a:lnTo>
                <a:lnTo>
                  <a:pt x="12694" y="369667"/>
                </a:lnTo>
                <a:lnTo>
                  <a:pt x="12694" y="371531"/>
                </a:lnTo>
                <a:lnTo>
                  <a:pt x="12694" y="373483"/>
                </a:lnTo>
                <a:lnTo>
                  <a:pt x="12694" y="375436"/>
                </a:lnTo>
                <a:lnTo>
                  <a:pt x="12694" y="377566"/>
                </a:lnTo>
                <a:lnTo>
                  <a:pt x="12694" y="379252"/>
                </a:lnTo>
                <a:lnTo>
                  <a:pt x="12694" y="381471"/>
                </a:lnTo>
                <a:lnTo>
                  <a:pt x="12694" y="383335"/>
                </a:lnTo>
                <a:lnTo>
                  <a:pt x="12694" y="385288"/>
                </a:lnTo>
                <a:lnTo>
                  <a:pt x="13012" y="387418"/>
                </a:lnTo>
                <a:lnTo>
                  <a:pt x="13012" y="389104"/>
                </a:lnTo>
                <a:lnTo>
                  <a:pt x="13012" y="391057"/>
                </a:lnTo>
                <a:lnTo>
                  <a:pt x="13012" y="393187"/>
                </a:lnTo>
                <a:lnTo>
                  <a:pt x="13012" y="395140"/>
                </a:lnTo>
                <a:lnTo>
                  <a:pt x="13329" y="396826"/>
                </a:lnTo>
                <a:lnTo>
                  <a:pt x="13329" y="399045"/>
                </a:lnTo>
                <a:lnTo>
                  <a:pt x="13329" y="400909"/>
                </a:lnTo>
                <a:lnTo>
                  <a:pt x="13329" y="402861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3977275" y="3402040"/>
            <a:ext cx="13805" cy="360454"/>
          </a:xfrm>
          <a:custGeom>
            <a:avLst/>
            <a:gdLst/>
            <a:ahLst/>
            <a:cxnLst/>
            <a:rect l="l" t="t" r="r" b="b"/>
            <a:pathLst>
              <a:path w="13805" h="360454">
                <a:moveTo>
                  <a:pt x="0" y="0"/>
                </a:moveTo>
                <a:lnTo>
                  <a:pt x="476" y="1952"/>
                </a:lnTo>
                <a:lnTo>
                  <a:pt x="476" y="3905"/>
                </a:lnTo>
                <a:lnTo>
                  <a:pt x="476" y="5769"/>
                </a:lnTo>
                <a:lnTo>
                  <a:pt x="476" y="7899"/>
                </a:lnTo>
                <a:lnTo>
                  <a:pt x="476" y="9674"/>
                </a:lnTo>
                <a:lnTo>
                  <a:pt x="793" y="11626"/>
                </a:lnTo>
                <a:lnTo>
                  <a:pt x="793" y="13757"/>
                </a:lnTo>
                <a:lnTo>
                  <a:pt x="793" y="15443"/>
                </a:lnTo>
                <a:lnTo>
                  <a:pt x="793" y="17573"/>
                </a:lnTo>
                <a:lnTo>
                  <a:pt x="793" y="19526"/>
                </a:lnTo>
                <a:lnTo>
                  <a:pt x="1269" y="21212"/>
                </a:lnTo>
                <a:lnTo>
                  <a:pt x="1269" y="23342"/>
                </a:lnTo>
                <a:lnTo>
                  <a:pt x="1269" y="25295"/>
                </a:lnTo>
                <a:lnTo>
                  <a:pt x="1269" y="27070"/>
                </a:lnTo>
                <a:lnTo>
                  <a:pt x="1269" y="29200"/>
                </a:lnTo>
                <a:lnTo>
                  <a:pt x="1586" y="31064"/>
                </a:lnTo>
                <a:lnTo>
                  <a:pt x="1586" y="32839"/>
                </a:lnTo>
                <a:lnTo>
                  <a:pt x="1586" y="34969"/>
                </a:lnTo>
                <a:lnTo>
                  <a:pt x="1586" y="36656"/>
                </a:lnTo>
                <a:lnTo>
                  <a:pt x="1586" y="38786"/>
                </a:lnTo>
                <a:lnTo>
                  <a:pt x="1586" y="40738"/>
                </a:lnTo>
                <a:lnTo>
                  <a:pt x="1586" y="42425"/>
                </a:lnTo>
                <a:lnTo>
                  <a:pt x="1586" y="44644"/>
                </a:lnTo>
                <a:lnTo>
                  <a:pt x="1586" y="46330"/>
                </a:lnTo>
                <a:lnTo>
                  <a:pt x="1904" y="48283"/>
                </a:lnTo>
                <a:lnTo>
                  <a:pt x="1904" y="50413"/>
                </a:lnTo>
                <a:lnTo>
                  <a:pt x="1904" y="52099"/>
                </a:lnTo>
                <a:lnTo>
                  <a:pt x="1904" y="54052"/>
                </a:lnTo>
                <a:lnTo>
                  <a:pt x="1904" y="56004"/>
                </a:lnTo>
                <a:lnTo>
                  <a:pt x="2380" y="57868"/>
                </a:lnTo>
                <a:lnTo>
                  <a:pt x="2380" y="59821"/>
                </a:lnTo>
                <a:lnTo>
                  <a:pt x="2380" y="61773"/>
                </a:lnTo>
                <a:lnTo>
                  <a:pt x="2380" y="63460"/>
                </a:lnTo>
                <a:lnTo>
                  <a:pt x="2380" y="65590"/>
                </a:lnTo>
                <a:lnTo>
                  <a:pt x="2697" y="67365"/>
                </a:lnTo>
                <a:lnTo>
                  <a:pt x="2697" y="69495"/>
                </a:lnTo>
                <a:lnTo>
                  <a:pt x="2697" y="71182"/>
                </a:lnTo>
                <a:lnTo>
                  <a:pt x="2697" y="73134"/>
                </a:lnTo>
                <a:lnTo>
                  <a:pt x="3173" y="75087"/>
                </a:lnTo>
                <a:lnTo>
                  <a:pt x="3173" y="76951"/>
                </a:lnTo>
                <a:lnTo>
                  <a:pt x="3173" y="78903"/>
                </a:lnTo>
                <a:lnTo>
                  <a:pt x="3173" y="80856"/>
                </a:lnTo>
                <a:lnTo>
                  <a:pt x="3173" y="82542"/>
                </a:lnTo>
                <a:lnTo>
                  <a:pt x="3491" y="84672"/>
                </a:lnTo>
                <a:lnTo>
                  <a:pt x="3491" y="86447"/>
                </a:lnTo>
                <a:lnTo>
                  <a:pt x="3491" y="88311"/>
                </a:lnTo>
                <a:lnTo>
                  <a:pt x="3491" y="90264"/>
                </a:lnTo>
                <a:lnTo>
                  <a:pt x="3491" y="92039"/>
                </a:lnTo>
                <a:lnTo>
                  <a:pt x="3491" y="94169"/>
                </a:lnTo>
                <a:lnTo>
                  <a:pt x="3491" y="95856"/>
                </a:lnTo>
                <a:lnTo>
                  <a:pt x="3491" y="97808"/>
                </a:lnTo>
                <a:lnTo>
                  <a:pt x="3491" y="99672"/>
                </a:lnTo>
                <a:lnTo>
                  <a:pt x="3491" y="101447"/>
                </a:lnTo>
                <a:lnTo>
                  <a:pt x="3967" y="103577"/>
                </a:lnTo>
                <a:lnTo>
                  <a:pt x="3967" y="105264"/>
                </a:lnTo>
                <a:lnTo>
                  <a:pt x="3967" y="107216"/>
                </a:lnTo>
                <a:lnTo>
                  <a:pt x="3967" y="109169"/>
                </a:lnTo>
                <a:lnTo>
                  <a:pt x="4284" y="110855"/>
                </a:lnTo>
                <a:lnTo>
                  <a:pt x="4284" y="112985"/>
                </a:lnTo>
                <a:lnTo>
                  <a:pt x="4284" y="114761"/>
                </a:lnTo>
                <a:lnTo>
                  <a:pt x="4284" y="116624"/>
                </a:lnTo>
                <a:lnTo>
                  <a:pt x="4284" y="118577"/>
                </a:lnTo>
                <a:lnTo>
                  <a:pt x="4601" y="120263"/>
                </a:lnTo>
                <a:lnTo>
                  <a:pt x="4601" y="122216"/>
                </a:lnTo>
                <a:lnTo>
                  <a:pt x="4601" y="123902"/>
                </a:lnTo>
                <a:lnTo>
                  <a:pt x="4601" y="126121"/>
                </a:lnTo>
                <a:lnTo>
                  <a:pt x="4601" y="127808"/>
                </a:lnTo>
                <a:lnTo>
                  <a:pt x="5077" y="129760"/>
                </a:lnTo>
                <a:lnTo>
                  <a:pt x="5077" y="131624"/>
                </a:lnTo>
                <a:lnTo>
                  <a:pt x="5077" y="133399"/>
                </a:lnTo>
                <a:lnTo>
                  <a:pt x="5077" y="135352"/>
                </a:lnTo>
                <a:lnTo>
                  <a:pt x="5077" y="137038"/>
                </a:lnTo>
                <a:lnTo>
                  <a:pt x="5395" y="139168"/>
                </a:lnTo>
                <a:lnTo>
                  <a:pt x="5395" y="140855"/>
                </a:lnTo>
                <a:lnTo>
                  <a:pt x="5395" y="142630"/>
                </a:lnTo>
                <a:lnTo>
                  <a:pt x="5395" y="144494"/>
                </a:lnTo>
                <a:lnTo>
                  <a:pt x="5871" y="146269"/>
                </a:lnTo>
                <a:lnTo>
                  <a:pt x="5871" y="148399"/>
                </a:lnTo>
                <a:lnTo>
                  <a:pt x="5871" y="150085"/>
                </a:lnTo>
                <a:lnTo>
                  <a:pt x="5871" y="152038"/>
                </a:lnTo>
                <a:lnTo>
                  <a:pt x="5871" y="153724"/>
                </a:lnTo>
                <a:lnTo>
                  <a:pt x="5871" y="155677"/>
                </a:lnTo>
                <a:lnTo>
                  <a:pt x="5871" y="157363"/>
                </a:lnTo>
                <a:lnTo>
                  <a:pt x="5871" y="159316"/>
                </a:lnTo>
                <a:lnTo>
                  <a:pt x="5871" y="161268"/>
                </a:lnTo>
                <a:lnTo>
                  <a:pt x="5871" y="162955"/>
                </a:lnTo>
                <a:lnTo>
                  <a:pt x="6188" y="164907"/>
                </a:lnTo>
                <a:lnTo>
                  <a:pt x="6188" y="166594"/>
                </a:lnTo>
                <a:lnTo>
                  <a:pt x="6188" y="168546"/>
                </a:lnTo>
                <a:lnTo>
                  <a:pt x="6188" y="170233"/>
                </a:lnTo>
                <a:lnTo>
                  <a:pt x="6188" y="172185"/>
                </a:lnTo>
                <a:lnTo>
                  <a:pt x="6506" y="174138"/>
                </a:lnTo>
                <a:lnTo>
                  <a:pt x="6506" y="175824"/>
                </a:lnTo>
                <a:lnTo>
                  <a:pt x="6506" y="177777"/>
                </a:lnTo>
                <a:lnTo>
                  <a:pt x="6506" y="179463"/>
                </a:lnTo>
                <a:lnTo>
                  <a:pt x="6982" y="181416"/>
                </a:lnTo>
                <a:lnTo>
                  <a:pt x="6982" y="183102"/>
                </a:lnTo>
                <a:lnTo>
                  <a:pt x="6982" y="185055"/>
                </a:lnTo>
                <a:lnTo>
                  <a:pt x="6982" y="186741"/>
                </a:lnTo>
                <a:lnTo>
                  <a:pt x="6982" y="188694"/>
                </a:lnTo>
                <a:lnTo>
                  <a:pt x="7299" y="190380"/>
                </a:lnTo>
                <a:lnTo>
                  <a:pt x="7299" y="192333"/>
                </a:lnTo>
                <a:lnTo>
                  <a:pt x="7299" y="194019"/>
                </a:lnTo>
                <a:lnTo>
                  <a:pt x="7299" y="195794"/>
                </a:lnTo>
                <a:lnTo>
                  <a:pt x="7299" y="197747"/>
                </a:lnTo>
                <a:lnTo>
                  <a:pt x="7775" y="199433"/>
                </a:lnTo>
                <a:lnTo>
                  <a:pt x="7775" y="201386"/>
                </a:lnTo>
                <a:lnTo>
                  <a:pt x="7775" y="203072"/>
                </a:lnTo>
                <a:lnTo>
                  <a:pt x="7775" y="205025"/>
                </a:lnTo>
                <a:lnTo>
                  <a:pt x="7775" y="206711"/>
                </a:lnTo>
                <a:lnTo>
                  <a:pt x="7775" y="208664"/>
                </a:lnTo>
                <a:lnTo>
                  <a:pt x="7775" y="210173"/>
                </a:lnTo>
                <a:lnTo>
                  <a:pt x="7775" y="212037"/>
                </a:lnTo>
                <a:lnTo>
                  <a:pt x="7775" y="213812"/>
                </a:lnTo>
                <a:lnTo>
                  <a:pt x="8093" y="215676"/>
                </a:lnTo>
                <a:lnTo>
                  <a:pt x="8093" y="217451"/>
                </a:lnTo>
                <a:lnTo>
                  <a:pt x="8093" y="219403"/>
                </a:lnTo>
                <a:lnTo>
                  <a:pt x="8093" y="221090"/>
                </a:lnTo>
                <a:lnTo>
                  <a:pt x="8093" y="223042"/>
                </a:lnTo>
                <a:lnTo>
                  <a:pt x="8569" y="224551"/>
                </a:lnTo>
                <a:lnTo>
                  <a:pt x="8569" y="226415"/>
                </a:lnTo>
                <a:lnTo>
                  <a:pt x="8569" y="228190"/>
                </a:lnTo>
                <a:lnTo>
                  <a:pt x="8569" y="230054"/>
                </a:lnTo>
                <a:lnTo>
                  <a:pt x="8569" y="231829"/>
                </a:lnTo>
                <a:lnTo>
                  <a:pt x="8886" y="233516"/>
                </a:lnTo>
                <a:lnTo>
                  <a:pt x="8886" y="235202"/>
                </a:lnTo>
                <a:lnTo>
                  <a:pt x="8886" y="237155"/>
                </a:lnTo>
                <a:lnTo>
                  <a:pt x="8886" y="238841"/>
                </a:lnTo>
                <a:lnTo>
                  <a:pt x="8886" y="240794"/>
                </a:lnTo>
                <a:lnTo>
                  <a:pt x="9203" y="242302"/>
                </a:lnTo>
                <a:lnTo>
                  <a:pt x="9203" y="244255"/>
                </a:lnTo>
                <a:lnTo>
                  <a:pt x="9203" y="245941"/>
                </a:lnTo>
                <a:lnTo>
                  <a:pt x="9203" y="247894"/>
                </a:lnTo>
                <a:lnTo>
                  <a:pt x="9679" y="249403"/>
                </a:lnTo>
                <a:lnTo>
                  <a:pt x="9679" y="251355"/>
                </a:lnTo>
                <a:lnTo>
                  <a:pt x="9679" y="253042"/>
                </a:lnTo>
                <a:lnTo>
                  <a:pt x="9679" y="254728"/>
                </a:lnTo>
                <a:lnTo>
                  <a:pt x="9679" y="256503"/>
                </a:lnTo>
                <a:lnTo>
                  <a:pt x="9997" y="258367"/>
                </a:lnTo>
                <a:lnTo>
                  <a:pt x="9997" y="260142"/>
                </a:lnTo>
                <a:lnTo>
                  <a:pt x="9997" y="261829"/>
                </a:lnTo>
                <a:lnTo>
                  <a:pt x="9997" y="263515"/>
                </a:lnTo>
                <a:lnTo>
                  <a:pt x="9997" y="265290"/>
                </a:lnTo>
                <a:lnTo>
                  <a:pt x="9997" y="266976"/>
                </a:lnTo>
                <a:lnTo>
                  <a:pt x="9997" y="268929"/>
                </a:lnTo>
                <a:lnTo>
                  <a:pt x="9997" y="270438"/>
                </a:lnTo>
                <a:lnTo>
                  <a:pt x="9997" y="272302"/>
                </a:lnTo>
                <a:lnTo>
                  <a:pt x="9997" y="274077"/>
                </a:lnTo>
                <a:lnTo>
                  <a:pt x="10473" y="275763"/>
                </a:lnTo>
                <a:lnTo>
                  <a:pt x="10473" y="277450"/>
                </a:lnTo>
                <a:lnTo>
                  <a:pt x="10473" y="279225"/>
                </a:lnTo>
                <a:lnTo>
                  <a:pt x="10473" y="280911"/>
                </a:lnTo>
                <a:lnTo>
                  <a:pt x="10790" y="282597"/>
                </a:lnTo>
                <a:lnTo>
                  <a:pt x="10790" y="284373"/>
                </a:lnTo>
                <a:lnTo>
                  <a:pt x="10790" y="286059"/>
                </a:lnTo>
                <a:lnTo>
                  <a:pt x="10790" y="288012"/>
                </a:lnTo>
                <a:lnTo>
                  <a:pt x="10790" y="289520"/>
                </a:lnTo>
                <a:lnTo>
                  <a:pt x="11108" y="291384"/>
                </a:lnTo>
                <a:lnTo>
                  <a:pt x="11108" y="292893"/>
                </a:lnTo>
                <a:lnTo>
                  <a:pt x="11108" y="294846"/>
                </a:lnTo>
                <a:lnTo>
                  <a:pt x="11108" y="296346"/>
                </a:lnTo>
                <a:lnTo>
                  <a:pt x="11108" y="298272"/>
                </a:lnTo>
                <a:lnTo>
                  <a:pt x="11584" y="299772"/>
                </a:lnTo>
                <a:lnTo>
                  <a:pt x="11584" y="301707"/>
                </a:lnTo>
                <a:lnTo>
                  <a:pt x="11584" y="303206"/>
                </a:lnTo>
                <a:lnTo>
                  <a:pt x="11584" y="304919"/>
                </a:lnTo>
                <a:lnTo>
                  <a:pt x="11584" y="306845"/>
                </a:lnTo>
                <a:lnTo>
                  <a:pt x="11901" y="308354"/>
                </a:lnTo>
                <a:lnTo>
                  <a:pt x="11901" y="310280"/>
                </a:lnTo>
                <a:lnTo>
                  <a:pt x="11901" y="311780"/>
                </a:lnTo>
                <a:lnTo>
                  <a:pt x="11901" y="313493"/>
                </a:lnTo>
                <a:lnTo>
                  <a:pt x="11901" y="315215"/>
                </a:lnTo>
                <a:lnTo>
                  <a:pt x="11901" y="316928"/>
                </a:lnTo>
                <a:lnTo>
                  <a:pt x="11901" y="318641"/>
                </a:lnTo>
                <a:lnTo>
                  <a:pt x="11901" y="320354"/>
                </a:lnTo>
                <a:lnTo>
                  <a:pt x="11901" y="322076"/>
                </a:lnTo>
                <a:lnTo>
                  <a:pt x="12377" y="323576"/>
                </a:lnTo>
                <a:lnTo>
                  <a:pt x="12377" y="325502"/>
                </a:lnTo>
                <a:lnTo>
                  <a:pt x="12377" y="327002"/>
                </a:lnTo>
                <a:lnTo>
                  <a:pt x="12377" y="328724"/>
                </a:lnTo>
                <a:lnTo>
                  <a:pt x="12377" y="330437"/>
                </a:lnTo>
                <a:lnTo>
                  <a:pt x="12694" y="332150"/>
                </a:lnTo>
                <a:lnTo>
                  <a:pt x="12694" y="333863"/>
                </a:lnTo>
                <a:lnTo>
                  <a:pt x="12694" y="335372"/>
                </a:lnTo>
                <a:lnTo>
                  <a:pt x="12694" y="337298"/>
                </a:lnTo>
                <a:lnTo>
                  <a:pt x="12694" y="338797"/>
                </a:lnTo>
                <a:lnTo>
                  <a:pt x="13012" y="340510"/>
                </a:lnTo>
                <a:lnTo>
                  <a:pt x="13012" y="342232"/>
                </a:lnTo>
                <a:lnTo>
                  <a:pt x="13012" y="343732"/>
                </a:lnTo>
                <a:lnTo>
                  <a:pt x="13012" y="345658"/>
                </a:lnTo>
                <a:lnTo>
                  <a:pt x="13488" y="347158"/>
                </a:lnTo>
                <a:lnTo>
                  <a:pt x="13488" y="348880"/>
                </a:lnTo>
                <a:lnTo>
                  <a:pt x="13488" y="350593"/>
                </a:lnTo>
                <a:lnTo>
                  <a:pt x="13488" y="352093"/>
                </a:lnTo>
                <a:lnTo>
                  <a:pt x="13488" y="353806"/>
                </a:lnTo>
                <a:lnTo>
                  <a:pt x="13805" y="355306"/>
                </a:lnTo>
                <a:lnTo>
                  <a:pt x="13805" y="357028"/>
                </a:lnTo>
                <a:lnTo>
                  <a:pt x="13805" y="358741"/>
                </a:lnTo>
                <a:lnTo>
                  <a:pt x="13805" y="360454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3991081" y="3762495"/>
            <a:ext cx="13488" cy="284967"/>
          </a:xfrm>
          <a:custGeom>
            <a:avLst/>
            <a:gdLst/>
            <a:ahLst/>
            <a:cxnLst/>
            <a:rect l="l" t="t" r="r" b="b"/>
            <a:pathLst>
              <a:path w="13488" h="284967">
                <a:moveTo>
                  <a:pt x="0" y="0"/>
                </a:moveTo>
                <a:lnTo>
                  <a:pt x="0" y="1712"/>
                </a:lnTo>
                <a:lnTo>
                  <a:pt x="0" y="3221"/>
                </a:lnTo>
                <a:lnTo>
                  <a:pt x="0" y="4934"/>
                </a:lnTo>
                <a:lnTo>
                  <a:pt x="0" y="6647"/>
                </a:lnTo>
                <a:lnTo>
                  <a:pt x="0" y="8147"/>
                </a:lnTo>
                <a:lnTo>
                  <a:pt x="0" y="9860"/>
                </a:lnTo>
                <a:lnTo>
                  <a:pt x="476" y="11369"/>
                </a:lnTo>
                <a:lnTo>
                  <a:pt x="476" y="13082"/>
                </a:lnTo>
                <a:lnTo>
                  <a:pt x="476" y="14795"/>
                </a:lnTo>
                <a:lnTo>
                  <a:pt x="476" y="16295"/>
                </a:lnTo>
                <a:lnTo>
                  <a:pt x="476" y="18008"/>
                </a:lnTo>
                <a:lnTo>
                  <a:pt x="793" y="19517"/>
                </a:lnTo>
                <a:lnTo>
                  <a:pt x="793" y="21230"/>
                </a:lnTo>
                <a:lnTo>
                  <a:pt x="793" y="22943"/>
                </a:lnTo>
                <a:lnTo>
                  <a:pt x="793" y="24443"/>
                </a:lnTo>
                <a:lnTo>
                  <a:pt x="1269" y="25943"/>
                </a:lnTo>
                <a:lnTo>
                  <a:pt x="1269" y="27665"/>
                </a:lnTo>
                <a:lnTo>
                  <a:pt x="1269" y="29165"/>
                </a:lnTo>
                <a:lnTo>
                  <a:pt x="1269" y="30878"/>
                </a:lnTo>
                <a:lnTo>
                  <a:pt x="1269" y="32591"/>
                </a:lnTo>
                <a:lnTo>
                  <a:pt x="1586" y="34091"/>
                </a:lnTo>
                <a:lnTo>
                  <a:pt x="1586" y="35812"/>
                </a:lnTo>
                <a:lnTo>
                  <a:pt x="1586" y="37312"/>
                </a:lnTo>
                <a:lnTo>
                  <a:pt x="1586" y="38812"/>
                </a:lnTo>
                <a:lnTo>
                  <a:pt x="1586" y="40525"/>
                </a:lnTo>
                <a:lnTo>
                  <a:pt x="1904" y="42025"/>
                </a:lnTo>
                <a:lnTo>
                  <a:pt x="1904" y="43747"/>
                </a:lnTo>
                <a:lnTo>
                  <a:pt x="1904" y="45247"/>
                </a:lnTo>
                <a:lnTo>
                  <a:pt x="1904" y="46747"/>
                </a:lnTo>
                <a:lnTo>
                  <a:pt x="1904" y="48460"/>
                </a:lnTo>
                <a:lnTo>
                  <a:pt x="2380" y="50173"/>
                </a:lnTo>
                <a:lnTo>
                  <a:pt x="2380" y="51460"/>
                </a:lnTo>
                <a:lnTo>
                  <a:pt x="2380" y="53182"/>
                </a:lnTo>
                <a:lnTo>
                  <a:pt x="2380" y="54895"/>
                </a:lnTo>
                <a:lnTo>
                  <a:pt x="2380" y="56395"/>
                </a:lnTo>
                <a:lnTo>
                  <a:pt x="2380" y="57895"/>
                </a:lnTo>
                <a:lnTo>
                  <a:pt x="2380" y="59608"/>
                </a:lnTo>
                <a:lnTo>
                  <a:pt x="2380" y="61108"/>
                </a:lnTo>
                <a:lnTo>
                  <a:pt x="2380" y="62617"/>
                </a:lnTo>
                <a:lnTo>
                  <a:pt x="2697" y="64330"/>
                </a:lnTo>
                <a:lnTo>
                  <a:pt x="2697" y="65830"/>
                </a:lnTo>
                <a:lnTo>
                  <a:pt x="2697" y="67330"/>
                </a:lnTo>
                <a:lnTo>
                  <a:pt x="2697" y="69043"/>
                </a:lnTo>
                <a:lnTo>
                  <a:pt x="2697" y="70329"/>
                </a:lnTo>
                <a:lnTo>
                  <a:pt x="3173" y="72051"/>
                </a:lnTo>
                <a:lnTo>
                  <a:pt x="3173" y="73764"/>
                </a:lnTo>
                <a:lnTo>
                  <a:pt x="3173" y="75051"/>
                </a:lnTo>
                <a:lnTo>
                  <a:pt x="3173" y="76764"/>
                </a:lnTo>
                <a:lnTo>
                  <a:pt x="3173" y="78264"/>
                </a:lnTo>
                <a:lnTo>
                  <a:pt x="3491" y="79764"/>
                </a:lnTo>
                <a:lnTo>
                  <a:pt x="3491" y="81264"/>
                </a:lnTo>
                <a:lnTo>
                  <a:pt x="3491" y="82986"/>
                </a:lnTo>
                <a:lnTo>
                  <a:pt x="3491" y="84486"/>
                </a:lnTo>
                <a:lnTo>
                  <a:pt x="3808" y="85986"/>
                </a:lnTo>
                <a:lnTo>
                  <a:pt x="3808" y="87486"/>
                </a:lnTo>
                <a:lnTo>
                  <a:pt x="3808" y="89199"/>
                </a:lnTo>
                <a:lnTo>
                  <a:pt x="3808" y="90486"/>
                </a:lnTo>
                <a:lnTo>
                  <a:pt x="3808" y="92199"/>
                </a:lnTo>
                <a:lnTo>
                  <a:pt x="4284" y="93708"/>
                </a:lnTo>
                <a:lnTo>
                  <a:pt x="4284" y="95208"/>
                </a:lnTo>
                <a:lnTo>
                  <a:pt x="4284" y="96708"/>
                </a:lnTo>
                <a:lnTo>
                  <a:pt x="4284" y="98208"/>
                </a:lnTo>
                <a:lnTo>
                  <a:pt x="4284" y="99921"/>
                </a:lnTo>
                <a:lnTo>
                  <a:pt x="4284" y="101208"/>
                </a:lnTo>
                <a:lnTo>
                  <a:pt x="4284" y="102708"/>
                </a:lnTo>
                <a:lnTo>
                  <a:pt x="4284" y="104429"/>
                </a:lnTo>
                <a:lnTo>
                  <a:pt x="4284" y="105707"/>
                </a:lnTo>
                <a:lnTo>
                  <a:pt x="4284" y="107216"/>
                </a:lnTo>
                <a:lnTo>
                  <a:pt x="4601" y="108929"/>
                </a:lnTo>
                <a:lnTo>
                  <a:pt x="4601" y="110429"/>
                </a:lnTo>
                <a:lnTo>
                  <a:pt x="4601" y="111716"/>
                </a:lnTo>
                <a:lnTo>
                  <a:pt x="4601" y="113216"/>
                </a:lnTo>
                <a:lnTo>
                  <a:pt x="5077" y="114929"/>
                </a:lnTo>
                <a:lnTo>
                  <a:pt x="5077" y="116429"/>
                </a:lnTo>
                <a:lnTo>
                  <a:pt x="5077" y="117716"/>
                </a:lnTo>
                <a:lnTo>
                  <a:pt x="5077" y="119225"/>
                </a:lnTo>
                <a:lnTo>
                  <a:pt x="5077" y="120938"/>
                </a:lnTo>
                <a:lnTo>
                  <a:pt x="5395" y="122225"/>
                </a:lnTo>
                <a:lnTo>
                  <a:pt x="5395" y="123725"/>
                </a:lnTo>
                <a:lnTo>
                  <a:pt x="5395" y="125225"/>
                </a:lnTo>
                <a:lnTo>
                  <a:pt x="5395" y="126725"/>
                </a:lnTo>
                <a:lnTo>
                  <a:pt x="5395" y="128225"/>
                </a:lnTo>
                <a:lnTo>
                  <a:pt x="5871" y="129725"/>
                </a:lnTo>
                <a:lnTo>
                  <a:pt x="5871" y="131225"/>
                </a:lnTo>
                <a:lnTo>
                  <a:pt x="5871" y="132734"/>
                </a:lnTo>
                <a:lnTo>
                  <a:pt x="5871" y="134012"/>
                </a:lnTo>
                <a:lnTo>
                  <a:pt x="5871" y="135520"/>
                </a:lnTo>
                <a:lnTo>
                  <a:pt x="6188" y="137020"/>
                </a:lnTo>
                <a:lnTo>
                  <a:pt x="6188" y="138520"/>
                </a:lnTo>
                <a:lnTo>
                  <a:pt x="6188" y="140020"/>
                </a:lnTo>
                <a:lnTo>
                  <a:pt x="6188" y="141307"/>
                </a:lnTo>
                <a:lnTo>
                  <a:pt x="6506" y="142807"/>
                </a:lnTo>
                <a:lnTo>
                  <a:pt x="6506" y="144307"/>
                </a:lnTo>
                <a:lnTo>
                  <a:pt x="6506" y="145807"/>
                </a:lnTo>
                <a:lnTo>
                  <a:pt x="6506" y="147094"/>
                </a:lnTo>
                <a:lnTo>
                  <a:pt x="6506" y="148594"/>
                </a:lnTo>
                <a:lnTo>
                  <a:pt x="6506" y="150094"/>
                </a:lnTo>
                <a:lnTo>
                  <a:pt x="6506" y="151603"/>
                </a:lnTo>
                <a:lnTo>
                  <a:pt x="6506" y="153103"/>
                </a:lnTo>
                <a:lnTo>
                  <a:pt x="6506" y="154390"/>
                </a:lnTo>
                <a:lnTo>
                  <a:pt x="6506" y="155890"/>
                </a:lnTo>
                <a:lnTo>
                  <a:pt x="6982" y="157390"/>
                </a:lnTo>
                <a:lnTo>
                  <a:pt x="6982" y="158890"/>
                </a:lnTo>
                <a:lnTo>
                  <a:pt x="6982" y="160177"/>
                </a:lnTo>
                <a:lnTo>
                  <a:pt x="6982" y="161464"/>
                </a:lnTo>
                <a:lnTo>
                  <a:pt x="6982" y="162964"/>
                </a:lnTo>
                <a:lnTo>
                  <a:pt x="7299" y="164464"/>
                </a:lnTo>
                <a:lnTo>
                  <a:pt x="7299" y="165964"/>
                </a:lnTo>
                <a:lnTo>
                  <a:pt x="7299" y="167251"/>
                </a:lnTo>
                <a:lnTo>
                  <a:pt x="7299" y="168538"/>
                </a:lnTo>
                <a:lnTo>
                  <a:pt x="7775" y="170038"/>
                </a:lnTo>
                <a:lnTo>
                  <a:pt x="7775" y="171537"/>
                </a:lnTo>
                <a:lnTo>
                  <a:pt x="7775" y="173037"/>
                </a:lnTo>
                <a:lnTo>
                  <a:pt x="7775" y="174324"/>
                </a:lnTo>
                <a:lnTo>
                  <a:pt x="7775" y="175611"/>
                </a:lnTo>
                <a:lnTo>
                  <a:pt x="8093" y="177111"/>
                </a:lnTo>
                <a:lnTo>
                  <a:pt x="8093" y="178620"/>
                </a:lnTo>
                <a:lnTo>
                  <a:pt x="8093" y="179898"/>
                </a:lnTo>
                <a:lnTo>
                  <a:pt x="8093" y="181407"/>
                </a:lnTo>
                <a:lnTo>
                  <a:pt x="8093" y="182694"/>
                </a:lnTo>
                <a:lnTo>
                  <a:pt x="8410" y="183972"/>
                </a:lnTo>
                <a:lnTo>
                  <a:pt x="8410" y="185481"/>
                </a:lnTo>
                <a:lnTo>
                  <a:pt x="8410" y="186981"/>
                </a:lnTo>
                <a:lnTo>
                  <a:pt x="8410" y="188268"/>
                </a:lnTo>
                <a:lnTo>
                  <a:pt x="8410" y="189555"/>
                </a:lnTo>
                <a:lnTo>
                  <a:pt x="8410" y="190842"/>
                </a:lnTo>
                <a:lnTo>
                  <a:pt x="8410" y="192342"/>
                </a:lnTo>
                <a:lnTo>
                  <a:pt x="8410" y="193842"/>
                </a:lnTo>
                <a:lnTo>
                  <a:pt x="8410" y="195129"/>
                </a:lnTo>
                <a:lnTo>
                  <a:pt x="8886" y="196629"/>
                </a:lnTo>
                <a:lnTo>
                  <a:pt x="8886" y="197916"/>
                </a:lnTo>
                <a:lnTo>
                  <a:pt x="8886" y="199203"/>
                </a:lnTo>
                <a:lnTo>
                  <a:pt x="8886" y="200490"/>
                </a:lnTo>
                <a:lnTo>
                  <a:pt x="8886" y="201990"/>
                </a:lnTo>
                <a:lnTo>
                  <a:pt x="9203" y="203277"/>
                </a:lnTo>
                <a:lnTo>
                  <a:pt x="9203" y="204776"/>
                </a:lnTo>
                <a:lnTo>
                  <a:pt x="9203" y="206063"/>
                </a:lnTo>
                <a:lnTo>
                  <a:pt x="9203" y="207350"/>
                </a:lnTo>
                <a:lnTo>
                  <a:pt x="9203" y="208637"/>
                </a:lnTo>
                <a:lnTo>
                  <a:pt x="9679" y="209924"/>
                </a:lnTo>
                <a:lnTo>
                  <a:pt x="9679" y="211424"/>
                </a:lnTo>
                <a:lnTo>
                  <a:pt x="9679" y="212711"/>
                </a:lnTo>
                <a:lnTo>
                  <a:pt x="9679" y="213998"/>
                </a:lnTo>
                <a:lnTo>
                  <a:pt x="9679" y="215498"/>
                </a:lnTo>
                <a:lnTo>
                  <a:pt x="9997" y="216785"/>
                </a:lnTo>
                <a:lnTo>
                  <a:pt x="9997" y="218072"/>
                </a:lnTo>
                <a:lnTo>
                  <a:pt x="9997" y="219359"/>
                </a:lnTo>
                <a:lnTo>
                  <a:pt x="9997" y="220646"/>
                </a:lnTo>
                <a:lnTo>
                  <a:pt x="10473" y="221933"/>
                </a:lnTo>
                <a:lnTo>
                  <a:pt x="10473" y="223433"/>
                </a:lnTo>
                <a:lnTo>
                  <a:pt x="10473" y="224720"/>
                </a:lnTo>
                <a:lnTo>
                  <a:pt x="10473" y="226007"/>
                </a:lnTo>
                <a:lnTo>
                  <a:pt x="10473" y="227294"/>
                </a:lnTo>
                <a:lnTo>
                  <a:pt x="10790" y="228581"/>
                </a:lnTo>
                <a:lnTo>
                  <a:pt x="10790" y="229868"/>
                </a:lnTo>
                <a:lnTo>
                  <a:pt x="10790" y="231146"/>
                </a:lnTo>
                <a:lnTo>
                  <a:pt x="10790" y="232433"/>
                </a:lnTo>
                <a:lnTo>
                  <a:pt x="10790" y="233720"/>
                </a:lnTo>
                <a:lnTo>
                  <a:pt x="10790" y="235220"/>
                </a:lnTo>
                <a:lnTo>
                  <a:pt x="10790" y="236507"/>
                </a:lnTo>
                <a:lnTo>
                  <a:pt x="10790" y="237794"/>
                </a:lnTo>
                <a:lnTo>
                  <a:pt x="10790" y="239081"/>
                </a:lnTo>
                <a:lnTo>
                  <a:pt x="10790" y="240367"/>
                </a:lnTo>
                <a:lnTo>
                  <a:pt x="11108" y="241654"/>
                </a:lnTo>
                <a:lnTo>
                  <a:pt x="11108" y="242728"/>
                </a:lnTo>
                <a:lnTo>
                  <a:pt x="11108" y="244015"/>
                </a:lnTo>
                <a:lnTo>
                  <a:pt x="11108" y="245302"/>
                </a:lnTo>
                <a:lnTo>
                  <a:pt x="11584" y="246589"/>
                </a:lnTo>
                <a:lnTo>
                  <a:pt x="11584" y="247876"/>
                </a:lnTo>
                <a:lnTo>
                  <a:pt x="11584" y="249163"/>
                </a:lnTo>
                <a:lnTo>
                  <a:pt x="11584" y="250450"/>
                </a:lnTo>
                <a:lnTo>
                  <a:pt x="11584" y="251737"/>
                </a:lnTo>
                <a:lnTo>
                  <a:pt x="11901" y="253024"/>
                </a:lnTo>
                <a:lnTo>
                  <a:pt x="11901" y="254311"/>
                </a:lnTo>
                <a:lnTo>
                  <a:pt x="11901" y="255598"/>
                </a:lnTo>
                <a:lnTo>
                  <a:pt x="11901" y="256885"/>
                </a:lnTo>
                <a:lnTo>
                  <a:pt x="11901" y="258163"/>
                </a:lnTo>
                <a:lnTo>
                  <a:pt x="12377" y="259237"/>
                </a:lnTo>
                <a:lnTo>
                  <a:pt x="12377" y="260524"/>
                </a:lnTo>
                <a:lnTo>
                  <a:pt x="12377" y="261811"/>
                </a:lnTo>
                <a:lnTo>
                  <a:pt x="12377" y="262885"/>
                </a:lnTo>
                <a:lnTo>
                  <a:pt x="12377" y="264172"/>
                </a:lnTo>
                <a:lnTo>
                  <a:pt x="12694" y="265459"/>
                </a:lnTo>
                <a:lnTo>
                  <a:pt x="12694" y="266746"/>
                </a:lnTo>
                <a:lnTo>
                  <a:pt x="12694" y="268033"/>
                </a:lnTo>
                <a:lnTo>
                  <a:pt x="12694" y="269107"/>
                </a:lnTo>
                <a:lnTo>
                  <a:pt x="12694" y="270394"/>
                </a:lnTo>
                <a:lnTo>
                  <a:pt x="12694" y="271680"/>
                </a:lnTo>
                <a:lnTo>
                  <a:pt x="12694" y="272959"/>
                </a:lnTo>
                <a:lnTo>
                  <a:pt x="12694" y="274032"/>
                </a:lnTo>
                <a:lnTo>
                  <a:pt x="12694" y="275319"/>
                </a:lnTo>
                <a:lnTo>
                  <a:pt x="13012" y="276606"/>
                </a:lnTo>
                <a:lnTo>
                  <a:pt x="13012" y="277680"/>
                </a:lnTo>
                <a:lnTo>
                  <a:pt x="13012" y="278967"/>
                </a:lnTo>
                <a:lnTo>
                  <a:pt x="13012" y="280254"/>
                </a:lnTo>
                <a:lnTo>
                  <a:pt x="13012" y="281328"/>
                </a:lnTo>
                <a:lnTo>
                  <a:pt x="13488" y="282615"/>
                </a:lnTo>
                <a:lnTo>
                  <a:pt x="13488" y="283902"/>
                </a:lnTo>
                <a:lnTo>
                  <a:pt x="13488" y="284967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4004569" y="4047462"/>
            <a:ext cx="13805" cy="183333"/>
          </a:xfrm>
          <a:custGeom>
            <a:avLst/>
            <a:gdLst/>
            <a:ahLst/>
            <a:cxnLst/>
            <a:rect l="l" t="t" r="r" b="b"/>
            <a:pathLst>
              <a:path w="13805" h="183333">
                <a:moveTo>
                  <a:pt x="0" y="0"/>
                </a:moveTo>
                <a:lnTo>
                  <a:pt x="0" y="1286"/>
                </a:lnTo>
                <a:lnTo>
                  <a:pt x="0" y="2360"/>
                </a:lnTo>
                <a:lnTo>
                  <a:pt x="317" y="3647"/>
                </a:lnTo>
                <a:lnTo>
                  <a:pt x="317" y="4721"/>
                </a:lnTo>
                <a:lnTo>
                  <a:pt x="317" y="6008"/>
                </a:lnTo>
                <a:lnTo>
                  <a:pt x="317" y="7295"/>
                </a:lnTo>
                <a:lnTo>
                  <a:pt x="793" y="8369"/>
                </a:lnTo>
                <a:lnTo>
                  <a:pt x="793" y="9647"/>
                </a:lnTo>
                <a:lnTo>
                  <a:pt x="793" y="10721"/>
                </a:lnTo>
                <a:lnTo>
                  <a:pt x="793" y="11795"/>
                </a:lnTo>
                <a:lnTo>
                  <a:pt x="793" y="13082"/>
                </a:lnTo>
                <a:lnTo>
                  <a:pt x="1110" y="14156"/>
                </a:lnTo>
                <a:lnTo>
                  <a:pt x="1110" y="15443"/>
                </a:lnTo>
                <a:lnTo>
                  <a:pt x="1110" y="16517"/>
                </a:lnTo>
                <a:lnTo>
                  <a:pt x="1110" y="17582"/>
                </a:lnTo>
                <a:lnTo>
                  <a:pt x="1110" y="18869"/>
                </a:lnTo>
                <a:lnTo>
                  <a:pt x="1428" y="19943"/>
                </a:lnTo>
                <a:lnTo>
                  <a:pt x="1428" y="21230"/>
                </a:lnTo>
                <a:lnTo>
                  <a:pt x="1428" y="22304"/>
                </a:lnTo>
                <a:lnTo>
                  <a:pt x="1428" y="23378"/>
                </a:lnTo>
                <a:lnTo>
                  <a:pt x="1428" y="24443"/>
                </a:lnTo>
                <a:lnTo>
                  <a:pt x="1428" y="25730"/>
                </a:lnTo>
                <a:lnTo>
                  <a:pt x="1428" y="26804"/>
                </a:lnTo>
                <a:lnTo>
                  <a:pt x="1428" y="27878"/>
                </a:lnTo>
                <a:lnTo>
                  <a:pt x="1428" y="28952"/>
                </a:lnTo>
                <a:lnTo>
                  <a:pt x="1904" y="30239"/>
                </a:lnTo>
                <a:lnTo>
                  <a:pt x="1904" y="31312"/>
                </a:lnTo>
                <a:lnTo>
                  <a:pt x="1904" y="32378"/>
                </a:lnTo>
                <a:lnTo>
                  <a:pt x="1904" y="33451"/>
                </a:lnTo>
                <a:lnTo>
                  <a:pt x="1904" y="34525"/>
                </a:lnTo>
                <a:lnTo>
                  <a:pt x="2221" y="35812"/>
                </a:lnTo>
                <a:lnTo>
                  <a:pt x="2221" y="36886"/>
                </a:lnTo>
                <a:lnTo>
                  <a:pt x="2221" y="38173"/>
                </a:lnTo>
                <a:lnTo>
                  <a:pt x="2221" y="39238"/>
                </a:lnTo>
                <a:lnTo>
                  <a:pt x="2221" y="40312"/>
                </a:lnTo>
                <a:lnTo>
                  <a:pt x="2697" y="41386"/>
                </a:lnTo>
                <a:lnTo>
                  <a:pt x="2697" y="42460"/>
                </a:lnTo>
                <a:lnTo>
                  <a:pt x="2697" y="43534"/>
                </a:lnTo>
                <a:lnTo>
                  <a:pt x="2697" y="44599"/>
                </a:lnTo>
                <a:lnTo>
                  <a:pt x="2697" y="45673"/>
                </a:lnTo>
                <a:lnTo>
                  <a:pt x="3015" y="46747"/>
                </a:lnTo>
                <a:lnTo>
                  <a:pt x="3015" y="47821"/>
                </a:lnTo>
                <a:lnTo>
                  <a:pt x="3015" y="48895"/>
                </a:lnTo>
                <a:lnTo>
                  <a:pt x="3015" y="49960"/>
                </a:lnTo>
                <a:lnTo>
                  <a:pt x="3491" y="51034"/>
                </a:lnTo>
                <a:lnTo>
                  <a:pt x="3491" y="52321"/>
                </a:lnTo>
                <a:lnTo>
                  <a:pt x="3491" y="53395"/>
                </a:lnTo>
                <a:lnTo>
                  <a:pt x="3491" y="54469"/>
                </a:lnTo>
                <a:lnTo>
                  <a:pt x="3491" y="55543"/>
                </a:lnTo>
                <a:lnTo>
                  <a:pt x="3491" y="56395"/>
                </a:lnTo>
                <a:lnTo>
                  <a:pt x="3491" y="57469"/>
                </a:lnTo>
                <a:lnTo>
                  <a:pt x="3491" y="58543"/>
                </a:lnTo>
                <a:lnTo>
                  <a:pt x="3491" y="59617"/>
                </a:lnTo>
                <a:lnTo>
                  <a:pt x="3491" y="60682"/>
                </a:lnTo>
                <a:lnTo>
                  <a:pt x="3808" y="61756"/>
                </a:lnTo>
                <a:lnTo>
                  <a:pt x="3808" y="62830"/>
                </a:lnTo>
                <a:lnTo>
                  <a:pt x="3808" y="63904"/>
                </a:lnTo>
                <a:lnTo>
                  <a:pt x="3808" y="64977"/>
                </a:lnTo>
                <a:lnTo>
                  <a:pt x="3808" y="66043"/>
                </a:lnTo>
                <a:lnTo>
                  <a:pt x="4125" y="66903"/>
                </a:lnTo>
                <a:lnTo>
                  <a:pt x="4125" y="67977"/>
                </a:lnTo>
                <a:lnTo>
                  <a:pt x="4125" y="69051"/>
                </a:lnTo>
                <a:lnTo>
                  <a:pt x="4125" y="69903"/>
                </a:lnTo>
                <a:lnTo>
                  <a:pt x="4601" y="71190"/>
                </a:lnTo>
                <a:lnTo>
                  <a:pt x="4601" y="72264"/>
                </a:lnTo>
                <a:lnTo>
                  <a:pt x="4601" y="73125"/>
                </a:lnTo>
                <a:lnTo>
                  <a:pt x="4601" y="74190"/>
                </a:lnTo>
                <a:lnTo>
                  <a:pt x="4601" y="75051"/>
                </a:lnTo>
                <a:lnTo>
                  <a:pt x="4919" y="76125"/>
                </a:lnTo>
                <a:lnTo>
                  <a:pt x="4919" y="77199"/>
                </a:lnTo>
                <a:lnTo>
                  <a:pt x="4919" y="78264"/>
                </a:lnTo>
                <a:lnTo>
                  <a:pt x="4919" y="79338"/>
                </a:lnTo>
                <a:lnTo>
                  <a:pt x="4919" y="80199"/>
                </a:lnTo>
                <a:lnTo>
                  <a:pt x="5395" y="81273"/>
                </a:lnTo>
                <a:lnTo>
                  <a:pt x="5395" y="82125"/>
                </a:lnTo>
                <a:lnTo>
                  <a:pt x="5395" y="83199"/>
                </a:lnTo>
                <a:lnTo>
                  <a:pt x="5395" y="84060"/>
                </a:lnTo>
                <a:lnTo>
                  <a:pt x="5395" y="85347"/>
                </a:lnTo>
                <a:lnTo>
                  <a:pt x="5712" y="86199"/>
                </a:lnTo>
                <a:lnTo>
                  <a:pt x="5712" y="87060"/>
                </a:lnTo>
                <a:lnTo>
                  <a:pt x="5712" y="88134"/>
                </a:lnTo>
                <a:lnTo>
                  <a:pt x="5712" y="88986"/>
                </a:lnTo>
                <a:lnTo>
                  <a:pt x="5712" y="90060"/>
                </a:lnTo>
                <a:lnTo>
                  <a:pt x="5712" y="91134"/>
                </a:lnTo>
                <a:lnTo>
                  <a:pt x="5712" y="91995"/>
                </a:lnTo>
                <a:lnTo>
                  <a:pt x="5712" y="92847"/>
                </a:lnTo>
                <a:lnTo>
                  <a:pt x="5712" y="93921"/>
                </a:lnTo>
                <a:lnTo>
                  <a:pt x="6030" y="94782"/>
                </a:lnTo>
                <a:lnTo>
                  <a:pt x="6030" y="95847"/>
                </a:lnTo>
                <a:lnTo>
                  <a:pt x="6030" y="96921"/>
                </a:lnTo>
                <a:lnTo>
                  <a:pt x="6030" y="97782"/>
                </a:lnTo>
                <a:lnTo>
                  <a:pt x="6030" y="98634"/>
                </a:lnTo>
                <a:lnTo>
                  <a:pt x="6506" y="99495"/>
                </a:lnTo>
                <a:lnTo>
                  <a:pt x="6506" y="100569"/>
                </a:lnTo>
                <a:lnTo>
                  <a:pt x="6506" y="101642"/>
                </a:lnTo>
                <a:lnTo>
                  <a:pt x="6506" y="102494"/>
                </a:lnTo>
                <a:lnTo>
                  <a:pt x="6506" y="103355"/>
                </a:lnTo>
                <a:lnTo>
                  <a:pt x="6823" y="104216"/>
                </a:lnTo>
                <a:lnTo>
                  <a:pt x="6823" y="105281"/>
                </a:lnTo>
                <a:lnTo>
                  <a:pt x="6823" y="106142"/>
                </a:lnTo>
                <a:lnTo>
                  <a:pt x="6823" y="107003"/>
                </a:lnTo>
                <a:lnTo>
                  <a:pt x="7299" y="107855"/>
                </a:lnTo>
                <a:lnTo>
                  <a:pt x="7299" y="108929"/>
                </a:lnTo>
                <a:lnTo>
                  <a:pt x="7299" y="109790"/>
                </a:lnTo>
                <a:lnTo>
                  <a:pt x="7299" y="110642"/>
                </a:lnTo>
                <a:lnTo>
                  <a:pt x="7299" y="111716"/>
                </a:lnTo>
                <a:lnTo>
                  <a:pt x="7616" y="112577"/>
                </a:lnTo>
                <a:lnTo>
                  <a:pt x="7616" y="113429"/>
                </a:lnTo>
                <a:lnTo>
                  <a:pt x="7616" y="114290"/>
                </a:lnTo>
                <a:lnTo>
                  <a:pt x="7616" y="115151"/>
                </a:lnTo>
                <a:lnTo>
                  <a:pt x="7616" y="116003"/>
                </a:lnTo>
                <a:lnTo>
                  <a:pt x="7616" y="117077"/>
                </a:lnTo>
                <a:lnTo>
                  <a:pt x="7616" y="117938"/>
                </a:lnTo>
                <a:lnTo>
                  <a:pt x="7616" y="118790"/>
                </a:lnTo>
                <a:lnTo>
                  <a:pt x="7616" y="119651"/>
                </a:lnTo>
                <a:lnTo>
                  <a:pt x="7616" y="120725"/>
                </a:lnTo>
                <a:lnTo>
                  <a:pt x="8093" y="121364"/>
                </a:lnTo>
                <a:lnTo>
                  <a:pt x="8093" y="122225"/>
                </a:lnTo>
                <a:lnTo>
                  <a:pt x="8093" y="123086"/>
                </a:lnTo>
                <a:lnTo>
                  <a:pt x="8093" y="124151"/>
                </a:lnTo>
                <a:lnTo>
                  <a:pt x="8410" y="125012"/>
                </a:lnTo>
                <a:lnTo>
                  <a:pt x="8410" y="125651"/>
                </a:lnTo>
                <a:lnTo>
                  <a:pt x="8410" y="126725"/>
                </a:lnTo>
                <a:lnTo>
                  <a:pt x="8410" y="127586"/>
                </a:lnTo>
                <a:lnTo>
                  <a:pt x="8410" y="128447"/>
                </a:lnTo>
                <a:lnTo>
                  <a:pt x="8727" y="129086"/>
                </a:lnTo>
                <a:lnTo>
                  <a:pt x="8727" y="130160"/>
                </a:lnTo>
                <a:lnTo>
                  <a:pt x="8727" y="131012"/>
                </a:lnTo>
                <a:lnTo>
                  <a:pt x="8727" y="131660"/>
                </a:lnTo>
                <a:lnTo>
                  <a:pt x="8727" y="132521"/>
                </a:lnTo>
                <a:lnTo>
                  <a:pt x="9203" y="133373"/>
                </a:lnTo>
                <a:lnTo>
                  <a:pt x="9203" y="134234"/>
                </a:lnTo>
                <a:lnTo>
                  <a:pt x="9203" y="135086"/>
                </a:lnTo>
                <a:lnTo>
                  <a:pt x="9203" y="135946"/>
                </a:lnTo>
                <a:lnTo>
                  <a:pt x="9203" y="136807"/>
                </a:lnTo>
                <a:lnTo>
                  <a:pt x="9521" y="137446"/>
                </a:lnTo>
                <a:lnTo>
                  <a:pt x="9521" y="138520"/>
                </a:lnTo>
                <a:lnTo>
                  <a:pt x="9521" y="139159"/>
                </a:lnTo>
                <a:lnTo>
                  <a:pt x="9521" y="140020"/>
                </a:lnTo>
                <a:lnTo>
                  <a:pt x="9521" y="140881"/>
                </a:lnTo>
                <a:lnTo>
                  <a:pt x="9521" y="141733"/>
                </a:lnTo>
                <a:lnTo>
                  <a:pt x="9521" y="142381"/>
                </a:lnTo>
                <a:lnTo>
                  <a:pt x="9521" y="143233"/>
                </a:lnTo>
                <a:lnTo>
                  <a:pt x="9521" y="144094"/>
                </a:lnTo>
                <a:lnTo>
                  <a:pt x="9997" y="144742"/>
                </a:lnTo>
                <a:lnTo>
                  <a:pt x="9997" y="145594"/>
                </a:lnTo>
                <a:lnTo>
                  <a:pt x="9997" y="146455"/>
                </a:lnTo>
                <a:lnTo>
                  <a:pt x="9997" y="147094"/>
                </a:lnTo>
                <a:lnTo>
                  <a:pt x="9997" y="147955"/>
                </a:lnTo>
                <a:lnTo>
                  <a:pt x="10314" y="148816"/>
                </a:lnTo>
                <a:lnTo>
                  <a:pt x="10314" y="149455"/>
                </a:lnTo>
                <a:lnTo>
                  <a:pt x="10314" y="150316"/>
                </a:lnTo>
                <a:lnTo>
                  <a:pt x="10314" y="151168"/>
                </a:lnTo>
                <a:lnTo>
                  <a:pt x="10314" y="151816"/>
                </a:lnTo>
                <a:lnTo>
                  <a:pt x="10631" y="152677"/>
                </a:lnTo>
                <a:lnTo>
                  <a:pt x="10631" y="153316"/>
                </a:lnTo>
                <a:lnTo>
                  <a:pt x="10631" y="154177"/>
                </a:lnTo>
                <a:lnTo>
                  <a:pt x="10631" y="155029"/>
                </a:lnTo>
                <a:lnTo>
                  <a:pt x="11108" y="155677"/>
                </a:lnTo>
                <a:lnTo>
                  <a:pt x="11108" y="156316"/>
                </a:lnTo>
                <a:lnTo>
                  <a:pt x="11108" y="157177"/>
                </a:lnTo>
                <a:lnTo>
                  <a:pt x="11108" y="157816"/>
                </a:lnTo>
                <a:lnTo>
                  <a:pt x="11108" y="158464"/>
                </a:lnTo>
                <a:lnTo>
                  <a:pt x="11425" y="159316"/>
                </a:lnTo>
                <a:lnTo>
                  <a:pt x="11425" y="159964"/>
                </a:lnTo>
                <a:lnTo>
                  <a:pt x="11425" y="160825"/>
                </a:lnTo>
                <a:lnTo>
                  <a:pt x="11425" y="161464"/>
                </a:lnTo>
                <a:lnTo>
                  <a:pt x="11425" y="162325"/>
                </a:lnTo>
                <a:lnTo>
                  <a:pt x="11901" y="162964"/>
                </a:lnTo>
                <a:lnTo>
                  <a:pt x="11901" y="163612"/>
                </a:lnTo>
                <a:lnTo>
                  <a:pt x="11901" y="164464"/>
                </a:lnTo>
                <a:lnTo>
                  <a:pt x="11901" y="165112"/>
                </a:lnTo>
                <a:lnTo>
                  <a:pt x="11901" y="165751"/>
                </a:lnTo>
                <a:lnTo>
                  <a:pt x="11901" y="166612"/>
                </a:lnTo>
                <a:lnTo>
                  <a:pt x="11901" y="167251"/>
                </a:lnTo>
                <a:lnTo>
                  <a:pt x="11901" y="167899"/>
                </a:lnTo>
                <a:lnTo>
                  <a:pt x="11901" y="168751"/>
                </a:lnTo>
                <a:lnTo>
                  <a:pt x="12218" y="169398"/>
                </a:lnTo>
                <a:lnTo>
                  <a:pt x="12218" y="170038"/>
                </a:lnTo>
                <a:lnTo>
                  <a:pt x="12218" y="170685"/>
                </a:lnTo>
                <a:lnTo>
                  <a:pt x="12218" y="171537"/>
                </a:lnTo>
                <a:lnTo>
                  <a:pt x="12218" y="172185"/>
                </a:lnTo>
                <a:lnTo>
                  <a:pt x="12694" y="172824"/>
                </a:lnTo>
                <a:lnTo>
                  <a:pt x="12694" y="173472"/>
                </a:lnTo>
                <a:lnTo>
                  <a:pt x="12694" y="174111"/>
                </a:lnTo>
                <a:lnTo>
                  <a:pt x="12694" y="174972"/>
                </a:lnTo>
                <a:lnTo>
                  <a:pt x="12694" y="175398"/>
                </a:lnTo>
                <a:lnTo>
                  <a:pt x="13012" y="176259"/>
                </a:lnTo>
                <a:lnTo>
                  <a:pt x="13012" y="176898"/>
                </a:lnTo>
                <a:lnTo>
                  <a:pt x="13012" y="177333"/>
                </a:lnTo>
                <a:lnTo>
                  <a:pt x="13012" y="178185"/>
                </a:lnTo>
                <a:lnTo>
                  <a:pt x="13012" y="178833"/>
                </a:lnTo>
                <a:lnTo>
                  <a:pt x="13329" y="179472"/>
                </a:lnTo>
                <a:lnTo>
                  <a:pt x="13329" y="180120"/>
                </a:lnTo>
                <a:lnTo>
                  <a:pt x="13329" y="180759"/>
                </a:lnTo>
                <a:lnTo>
                  <a:pt x="13329" y="181407"/>
                </a:lnTo>
                <a:lnTo>
                  <a:pt x="13805" y="182046"/>
                </a:lnTo>
                <a:lnTo>
                  <a:pt x="13805" y="182694"/>
                </a:lnTo>
                <a:lnTo>
                  <a:pt x="13805" y="183333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4018375" y="4230796"/>
            <a:ext cx="13329" cy="64330"/>
          </a:xfrm>
          <a:custGeom>
            <a:avLst/>
            <a:gdLst/>
            <a:ahLst/>
            <a:cxnLst/>
            <a:rect l="l" t="t" r="r" b="b"/>
            <a:pathLst>
              <a:path w="13329" h="64330">
                <a:moveTo>
                  <a:pt x="0" y="0"/>
                </a:moveTo>
                <a:lnTo>
                  <a:pt x="0" y="647"/>
                </a:lnTo>
                <a:lnTo>
                  <a:pt x="0" y="1073"/>
                </a:lnTo>
                <a:lnTo>
                  <a:pt x="0" y="1934"/>
                </a:lnTo>
                <a:lnTo>
                  <a:pt x="0" y="2360"/>
                </a:lnTo>
                <a:lnTo>
                  <a:pt x="0" y="3221"/>
                </a:lnTo>
                <a:lnTo>
                  <a:pt x="0" y="3647"/>
                </a:lnTo>
                <a:lnTo>
                  <a:pt x="0" y="4286"/>
                </a:lnTo>
                <a:lnTo>
                  <a:pt x="317" y="4934"/>
                </a:lnTo>
                <a:lnTo>
                  <a:pt x="317" y="5573"/>
                </a:lnTo>
                <a:lnTo>
                  <a:pt x="317" y="6221"/>
                </a:lnTo>
                <a:lnTo>
                  <a:pt x="317" y="6860"/>
                </a:lnTo>
                <a:lnTo>
                  <a:pt x="317" y="7295"/>
                </a:lnTo>
                <a:lnTo>
                  <a:pt x="793" y="7934"/>
                </a:lnTo>
                <a:lnTo>
                  <a:pt x="793" y="8582"/>
                </a:lnTo>
                <a:lnTo>
                  <a:pt x="793" y="9221"/>
                </a:lnTo>
                <a:lnTo>
                  <a:pt x="793" y="9647"/>
                </a:lnTo>
                <a:lnTo>
                  <a:pt x="1110" y="10295"/>
                </a:lnTo>
                <a:lnTo>
                  <a:pt x="1110" y="10934"/>
                </a:lnTo>
                <a:lnTo>
                  <a:pt x="1110" y="11582"/>
                </a:lnTo>
                <a:lnTo>
                  <a:pt x="1110" y="12008"/>
                </a:lnTo>
                <a:lnTo>
                  <a:pt x="1110" y="12656"/>
                </a:lnTo>
                <a:lnTo>
                  <a:pt x="1428" y="13082"/>
                </a:lnTo>
                <a:lnTo>
                  <a:pt x="1428" y="13721"/>
                </a:lnTo>
                <a:lnTo>
                  <a:pt x="1428" y="14156"/>
                </a:lnTo>
                <a:lnTo>
                  <a:pt x="1428" y="14795"/>
                </a:lnTo>
                <a:lnTo>
                  <a:pt x="1428" y="15443"/>
                </a:lnTo>
                <a:lnTo>
                  <a:pt x="1904" y="15869"/>
                </a:lnTo>
                <a:lnTo>
                  <a:pt x="1904" y="16508"/>
                </a:lnTo>
                <a:lnTo>
                  <a:pt x="1904" y="17156"/>
                </a:lnTo>
                <a:lnTo>
                  <a:pt x="1904" y="17795"/>
                </a:lnTo>
                <a:lnTo>
                  <a:pt x="1904" y="18017"/>
                </a:lnTo>
                <a:lnTo>
                  <a:pt x="2221" y="18656"/>
                </a:lnTo>
                <a:lnTo>
                  <a:pt x="2221" y="19082"/>
                </a:lnTo>
                <a:lnTo>
                  <a:pt x="2221" y="19730"/>
                </a:lnTo>
                <a:lnTo>
                  <a:pt x="2221" y="20156"/>
                </a:lnTo>
                <a:lnTo>
                  <a:pt x="2221" y="20804"/>
                </a:lnTo>
                <a:lnTo>
                  <a:pt x="2221" y="21230"/>
                </a:lnTo>
                <a:lnTo>
                  <a:pt x="2221" y="21869"/>
                </a:lnTo>
                <a:lnTo>
                  <a:pt x="2221" y="22517"/>
                </a:lnTo>
                <a:lnTo>
                  <a:pt x="2221" y="22730"/>
                </a:lnTo>
                <a:lnTo>
                  <a:pt x="2697" y="23378"/>
                </a:lnTo>
                <a:lnTo>
                  <a:pt x="2697" y="23804"/>
                </a:lnTo>
                <a:lnTo>
                  <a:pt x="2697" y="24443"/>
                </a:lnTo>
                <a:lnTo>
                  <a:pt x="2697" y="24878"/>
                </a:lnTo>
                <a:lnTo>
                  <a:pt x="2697" y="25304"/>
                </a:lnTo>
                <a:lnTo>
                  <a:pt x="3015" y="25943"/>
                </a:lnTo>
                <a:lnTo>
                  <a:pt x="3015" y="26378"/>
                </a:lnTo>
                <a:lnTo>
                  <a:pt x="3015" y="26804"/>
                </a:lnTo>
                <a:lnTo>
                  <a:pt x="3015" y="27230"/>
                </a:lnTo>
                <a:lnTo>
                  <a:pt x="3015" y="27878"/>
                </a:lnTo>
                <a:lnTo>
                  <a:pt x="3332" y="28304"/>
                </a:lnTo>
                <a:lnTo>
                  <a:pt x="3332" y="28739"/>
                </a:lnTo>
                <a:lnTo>
                  <a:pt x="3332" y="29378"/>
                </a:lnTo>
                <a:lnTo>
                  <a:pt x="3332" y="29591"/>
                </a:lnTo>
                <a:lnTo>
                  <a:pt x="3332" y="30239"/>
                </a:lnTo>
                <a:lnTo>
                  <a:pt x="3808" y="30665"/>
                </a:lnTo>
                <a:lnTo>
                  <a:pt x="3808" y="31091"/>
                </a:lnTo>
                <a:lnTo>
                  <a:pt x="3808" y="31525"/>
                </a:lnTo>
                <a:lnTo>
                  <a:pt x="3808" y="31952"/>
                </a:lnTo>
                <a:lnTo>
                  <a:pt x="4125" y="32378"/>
                </a:lnTo>
                <a:lnTo>
                  <a:pt x="4125" y="33025"/>
                </a:lnTo>
                <a:lnTo>
                  <a:pt x="4125" y="33238"/>
                </a:lnTo>
                <a:lnTo>
                  <a:pt x="4125" y="33878"/>
                </a:lnTo>
                <a:lnTo>
                  <a:pt x="4125" y="34312"/>
                </a:lnTo>
                <a:lnTo>
                  <a:pt x="4125" y="34525"/>
                </a:lnTo>
                <a:lnTo>
                  <a:pt x="4125" y="35164"/>
                </a:lnTo>
                <a:lnTo>
                  <a:pt x="4125" y="35377"/>
                </a:lnTo>
                <a:lnTo>
                  <a:pt x="4125" y="35812"/>
                </a:lnTo>
                <a:lnTo>
                  <a:pt x="4125" y="36451"/>
                </a:lnTo>
                <a:lnTo>
                  <a:pt x="4601" y="36664"/>
                </a:lnTo>
                <a:lnTo>
                  <a:pt x="4601" y="37099"/>
                </a:lnTo>
                <a:lnTo>
                  <a:pt x="4601" y="37738"/>
                </a:lnTo>
                <a:lnTo>
                  <a:pt x="4601" y="37951"/>
                </a:lnTo>
                <a:lnTo>
                  <a:pt x="4601" y="38386"/>
                </a:lnTo>
                <a:lnTo>
                  <a:pt x="4919" y="38812"/>
                </a:lnTo>
                <a:lnTo>
                  <a:pt x="4919" y="39238"/>
                </a:lnTo>
                <a:lnTo>
                  <a:pt x="4919" y="39673"/>
                </a:lnTo>
                <a:lnTo>
                  <a:pt x="4919" y="40099"/>
                </a:lnTo>
                <a:lnTo>
                  <a:pt x="5395" y="40312"/>
                </a:lnTo>
                <a:lnTo>
                  <a:pt x="5395" y="40738"/>
                </a:lnTo>
                <a:lnTo>
                  <a:pt x="5395" y="41173"/>
                </a:lnTo>
                <a:lnTo>
                  <a:pt x="5395" y="41386"/>
                </a:lnTo>
                <a:lnTo>
                  <a:pt x="5395" y="42025"/>
                </a:lnTo>
                <a:lnTo>
                  <a:pt x="5712" y="42460"/>
                </a:lnTo>
                <a:lnTo>
                  <a:pt x="5712" y="42673"/>
                </a:lnTo>
                <a:lnTo>
                  <a:pt x="5712" y="43099"/>
                </a:lnTo>
                <a:lnTo>
                  <a:pt x="5712" y="43525"/>
                </a:lnTo>
                <a:lnTo>
                  <a:pt x="5712" y="43747"/>
                </a:lnTo>
                <a:lnTo>
                  <a:pt x="6030" y="44173"/>
                </a:lnTo>
                <a:lnTo>
                  <a:pt x="6030" y="44599"/>
                </a:lnTo>
                <a:lnTo>
                  <a:pt x="6030" y="44812"/>
                </a:lnTo>
                <a:lnTo>
                  <a:pt x="6030" y="45034"/>
                </a:lnTo>
                <a:lnTo>
                  <a:pt x="6030" y="45460"/>
                </a:lnTo>
                <a:lnTo>
                  <a:pt x="6506" y="45886"/>
                </a:lnTo>
                <a:lnTo>
                  <a:pt x="6506" y="46099"/>
                </a:lnTo>
                <a:lnTo>
                  <a:pt x="6506" y="46534"/>
                </a:lnTo>
                <a:lnTo>
                  <a:pt x="6506" y="46960"/>
                </a:lnTo>
                <a:lnTo>
                  <a:pt x="6506" y="47173"/>
                </a:lnTo>
                <a:lnTo>
                  <a:pt x="6506" y="47386"/>
                </a:lnTo>
                <a:lnTo>
                  <a:pt x="6506" y="47821"/>
                </a:lnTo>
                <a:lnTo>
                  <a:pt x="6506" y="48247"/>
                </a:lnTo>
                <a:lnTo>
                  <a:pt x="6506" y="48460"/>
                </a:lnTo>
                <a:lnTo>
                  <a:pt x="6823" y="48886"/>
                </a:lnTo>
                <a:lnTo>
                  <a:pt x="6823" y="49108"/>
                </a:lnTo>
                <a:lnTo>
                  <a:pt x="6823" y="49534"/>
                </a:lnTo>
                <a:lnTo>
                  <a:pt x="6823" y="49747"/>
                </a:lnTo>
                <a:lnTo>
                  <a:pt x="6823" y="49960"/>
                </a:lnTo>
                <a:lnTo>
                  <a:pt x="7299" y="50395"/>
                </a:lnTo>
                <a:lnTo>
                  <a:pt x="7299" y="50821"/>
                </a:lnTo>
                <a:lnTo>
                  <a:pt x="7299" y="51247"/>
                </a:lnTo>
                <a:lnTo>
                  <a:pt x="7299" y="51460"/>
                </a:lnTo>
                <a:lnTo>
                  <a:pt x="7616" y="51895"/>
                </a:lnTo>
                <a:lnTo>
                  <a:pt x="7616" y="52321"/>
                </a:lnTo>
                <a:lnTo>
                  <a:pt x="7616" y="52747"/>
                </a:lnTo>
                <a:lnTo>
                  <a:pt x="7934" y="52960"/>
                </a:lnTo>
                <a:lnTo>
                  <a:pt x="7934" y="53182"/>
                </a:lnTo>
                <a:lnTo>
                  <a:pt x="7934" y="53395"/>
                </a:lnTo>
                <a:lnTo>
                  <a:pt x="7934" y="53608"/>
                </a:lnTo>
                <a:lnTo>
                  <a:pt x="7934" y="54034"/>
                </a:lnTo>
                <a:lnTo>
                  <a:pt x="8410" y="54247"/>
                </a:lnTo>
                <a:lnTo>
                  <a:pt x="8410" y="54469"/>
                </a:lnTo>
                <a:lnTo>
                  <a:pt x="8410" y="54682"/>
                </a:lnTo>
                <a:lnTo>
                  <a:pt x="8410" y="54895"/>
                </a:lnTo>
                <a:lnTo>
                  <a:pt x="8410" y="55321"/>
                </a:lnTo>
                <a:lnTo>
                  <a:pt x="8410" y="55534"/>
                </a:lnTo>
                <a:lnTo>
                  <a:pt x="8410" y="55969"/>
                </a:lnTo>
                <a:lnTo>
                  <a:pt x="8410" y="56182"/>
                </a:lnTo>
                <a:lnTo>
                  <a:pt x="8410" y="56395"/>
                </a:lnTo>
                <a:lnTo>
                  <a:pt x="8727" y="56608"/>
                </a:lnTo>
                <a:lnTo>
                  <a:pt x="8727" y="56821"/>
                </a:lnTo>
                <a:lnTo>
                  <a:pt x="8727" y="57034"/>
                </a:lnTo>
                <a:lnTo>
                  <a:pt x="8727" y="57256"/>
                </a:lnTo>
                <a:lnTo>
                  <a:pt x="9203" y="57469"/>
                </a:lnTo>
                <a:lnTo>
                  <a:pt x="9203" y="57682"/>
                </a:lnTo>
                <a:lnTo>
                  <a:pt x="9203" y="57895"/>
                </a:lnTo>
                <a:lnTo>
                  <a:pt x="9203" y="58321"/>
                </a:lnTo>
                <a:lnTo>
                  <a:pt x="9521" y="58543"/>
                </a:lnTo>
                <a:lnTo>
                  <a:pt x="9521" y="58756"/>
                </a:lnTo>
                <a:lnTo>
                  <a:pt x="9521" y="58969"/>
                </a:lnTo>
                <a:lnTo>
                  <a:pt x="9521" y="59182"/>
                </a:lnTo>
                <a:lnTo>
                  <a:pt x="9997" y="59395"/>
                </a:lnTo>
                <a:lnTo>
                  <a:pt x="9997" y="59608"/>
                </a:lnTo>
                <a:lnTo>
                  <a:pt x="9997" y="59830"/>
                </a:lnTo>
                <a:lnTo>
                  <a:pt x="9997" y="60043"/>
                </a:lnTo>
                <a:lnTo>
                  <a:pt x="10314" y="60256"/>
                </a:lnTo>
                <a:lnTo>
                  <a:pt x="10314" y="60469"/>
                </a:lnTo>
                <a:lnTo>
                  <a:pt x="10314" y="60682"/>
                </a:lnTo>
                <a:lnTo>
                  <a:pt x="10631" y="60895"/>
                </a:lnTo>
                <a:lnTo>
                  <a:pt x="10631" y="61117"/>
                </a:lnTo>
                <a:lnTo>
                  <a:pt x="10631" y="61117"/>
                </a:lnTo>
                <a:lnTo>
                  <a:pt x="10631" y="61330"/>
                </a:lnTo>
                <a:lnTo>
                  <a:pt x="10631" y="61543"/>
                </a:lnTo>
                <a:lnTo>
                  <a:pt x="10631" y="61756"/>
                </a:lnTo>
                <a:lnTo>
                  <a:pt x="10631" y="61969"/>
                </a:lnTo>
                <a:lnTo>
                  <a:pt x="11108" y="62182"/>
                </a:lnTo>
                <a:lnTo>
                  <a:pt x="11108" y="62395"/>
                </a:lnTo>
                <a:lnTo>
                  <a:pt x="11108" y="62617"/>
                </a:lnTo>
                <a:lnTo>
                  <a:pt x="11425" y="62617"/>
                </a:lnTo>
                <a:lnTo>
                  <a:pt x="11425" y="62830"/>
                </a:lnTo>
                <a:lnTo>
                  <a:pt x="11425" y="63043"/>
                </a:lnTo>
                <a:lnTo>
                  <a:pt x="11901" y="63043"/>
                </a:lnTo>
                <a:lnTo>
                  <a:pt x="11901" y="63256"/>
                </a:lnTo>
                <a:lnTo>
                  <a:pt x="11901" y="63469"/>
                </a:lnTo>
                <a:lnTo>
                  <a:pt x="12218" y="63469"/>
                </a:lnTo>
                <a:lnTo>
                  <a:pt x="12218" y="63682"/>
                </a:lnTo>
                <a:lnTo>
                  <a:pt x="12536" y="63682"/>
                </a:lnTo>
                <a:lnTo>
                  <a:pt x="12536" y="63904"/>
                </a:lnTo>
                <a:lnTo>
                  <a:pt x="12536" y="64117"/>
                </a:lnTo>
                <a:lnTo>
                  <a:pt x="13012" y="64117"/>
                </a:lnTo>
                <a:lnTo>
                  <a:pt x="13012" y="64330"/>
                </a:lnTo>
                <a:lnTo>
                  <a:pt x="13329" y="64330"/>
                </a:lnTo>
              </a:path>
            </a:pathLst>
          </a:custGeom>
          <a:ln w="191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4031704" y="4233583"/>
            <a:ext cx="13805" cy="61543"/>
          </a:xfrm>
          <a:custGeom>
            <a:avLst/>
            <a:gdLst/>
            <a:ahLst/>
            <a:cxnLst/>
            <a:rect l="l" t="t" r="r" b="b"/>
            <a:pathLst>
              <a:path w="13805" h="61543">
                <a:moveTo>
                  <a:pt x="0" y="61543"/>
                </a:moveTo>
                <a:lnTo>
                  <a:pt x="476" y="61543"/>
                </a:lnTo>
                <a:lnTo>
                  <a:pt x="476" y="61543"/>
                </a:lnTo>
                <a:lnTo>
                  <a:pt x="793" y="61330"/>
                </a:lnTo>
                <a:lnTo>
                  <a:pt x="1269" y="61330"/>
                </a:lnTo>
                <a:lnTo>
                  <a:pt x="1269" y="61117"/>
                </a:lnTo>
                <a:lnTo>
                  <a:pt x="1586" y="61117"/>
                </a:lnTo>
                <a:lnTo>
                  <a:pt x="1586" y="60895"/>
                </a:lnTo>
                <a:lnTo>
                  <a:pt x="1586" y="60682"/>
                </a:lnTo>
                <a:lnTo>
                  <a:pt x="1586" y="60469"/>
                </a:lnTo>
                <a:lnTo>
                  <a:pt x="1904" y="60469"/>
                </a:lnTo>
                <a:lnTo>
                  <a:pt x="1904" y="60256"/>
                </a:lnTo>
                <a:lnTo>
                  <a:pt x="2380" y="60043"/>
                </a:lnTo>
                <a:lnTo>
                  <a:pt x="2380" y="59830"/>
                </a:lnTo>
                <a:lnTo>
                  <a:pt x="2697" y="59608"/>
                </a:lnTo>
                <a:lnTo>
                  <a:pt x="2697" y="59395"/>
                </a:lnTo>
                <a:lnTo>
                  <a:pt x="2697" y="59182"/>
                </a:lnTo>
                <a:lnTo>
                  <a:pt x="3173" y="58969"/>
                </a:lnTo>
                <a:lnTo>
                  <a:pt x="3173" y="58756"/>
                </a:lnTo>
                <a:lnTo>
                  <a:pt x="3173" y="58543"/>
                </a:lnTo>
                <a:lnTo>
                  <a:pt x="3491" y="58330"/>
                </a:lnTo>
                <a:lnTo>
                  <a:pt x="3491" y="58108"/>
                </a:lnTo>
                <a:lnTo>
                  <a:pt x="3491" y="57895"/>
                </a:lnTo>
                <a:lnTo>
                  <a:pt x="3491" y="57682"/>
                </a:lnTo>
                <a:lnTo>
                  <a:pt x="3491" y="57469"/>
                </a:lnTo>
                <a:lnTo>
                  <a:pt x="3491" y="57256"/>
                </a:lnTo>
                <a:lnTo>
                  <a:pt x="3491" y="57043"/>
                </a:lnTo>
                <a:lnTo>
                  <a:pt x="3808" y="57043"/>
                </a:lnTo>
                <a:lnTo>
                  <a:pt x="3808" y="56821"/>
                </a:lnTo>
                <a:lnTo>
                  <a:pt x="3808" y="56608"/>
                </a:lnTo>
                <a:lnTo>
                  <a:pt x="3808" y="56395"/>
                </a:lnTo>
                <a:lnTo>
                  <a:pt x="3808" y="56182"/>
                </a:lnTo>
                <a:lnTo>
                  <a:pt x="4284" y="56182"/>
                </a:lnTo>
                <a:lnTo>
                  <a:pt x="4284" y="55969"/>
                </a:lnTo>
                <a:lnTo>
                  <a:pt x="4284" y="55534"/>
                </a:lnTo>
                <a:lnTo>
                  <a:pt x="4284" y="55321"/>
                </a:lnTo>
                <a:lnTo>
                  <a:pt x="4284" y="55108"/>
                </a:lnTo>
                <a:lnTo>
                  <a:pt x="4601" y="55108"/>
                </a:lnTo>
                <a:lnTo>
                  <a:pt x="4601" y="54895"/>
                </a:lnTo>
                <a:lnTo>
                  <a:pt x="4601" y="54682"/>
                </a:lnTo>
                <a:lnTo>
                  <a:pt x="4601" y="54469"/>
                </a:lnTo>
                <a:lnTo>
                  <a:pt x="5077" y="54247"/>
                </a:lnTo>
                <a:lnTo>
                  <a:pt x="5077" y="53821"/>
                </a:lnTo>
                <a:lnTo>
                  <a:pt x="5077" y="53608"/>
                </a:lnTo>
                <a:lnTo>
                  <a:pt x="5077" y="53395"/>
                </a:lnTo>
                <a:lnTo>
                  <a:pt x="5395" y="52969"/>
                </a:lnTo>
                <a:lnTo>
                  <a:pt x="5395" y="52747"/>
                </a:lnTo>
                <a:lnTo>
                  <a:pt x="5395" y="52534"/>
                </a:lnTo>
                <a:lnTo>
                  <a:pt x="5395" y="52108"/>
                </a:lnTo>
                <a:lnTo>
                  <a:pt x="5395" y="51895"/>
                </a:lnTo>
                <a:lnTo>
                  <a:pt x="5395" y="51460"/>
                </a:lnTo>
                <a:lnTo>
                  <a:pt x="5395" y="51247"/>
                </a:lnTo>
                <a:lnTo>
                  <a:pt x="5395" y="50821"/>
                </a:lnTo>
                <a:lnTo>
                  <a:pt x="5712" y="50608"/>
                </a:lnTo>
                <a:lnTo>
                  <a:pt x="5712" y="50395"/>
                </a:lnTo>
                <a:lnTo>
                  <a:pt x="5712" y="50173"/>
                </a:lnTo>
                <a:lnTo>
                  <a:pt x="5712" y="49747"/>
                </a:lnTo>
                <a:lnTo>
                  <a:pt x="6188" y="49534"/>
                </a:lnTo>
                <a:lnTo>
                  <a:pt x="6188" y="49108"/>
                </a:lnTo>
                <a:lnTo>
                  <a:pt x="6188" y="48673"/>
                </a:lnTo>
                <a:lnTo>
                  <a:pt x="6188" y="48460"/>
                </a:lnTo>
                <a:lnTo>
                  <a:pt x="6506" y="48034"/>
                </a:lnTo>
                <a:lnTo>
                  <a:pt x="6506" y="47821"/>
                </a:lnTo>
                <a:lnTo>
                  <a:pt x="6506" y="47608"/>
                </a:lnTo>
                <a:lnTo>
                  <a:pt x="6506" y="47173"/>
                </a:lnTo>
                <a:lnTo>
                  <a:pt x="6506" y="46747"/>
                </a:lnTo>
                <a:lnTo>
                  <a:pt x="6982" y="46747"/>
                </a:lnTo>
                <a:lnTo>
                  <a:pt x="6982" y="46321"/>
                </a:lnTo>
                <a:lnTo>
                  <a:pt x="6982" y="45886"/>
                </a:lnTo>
                <a:lnTo>
                  <a:pt x="6982" y="45673"/>
                </a:lnTo>
                <a:lnTo>
                  <a:pt x="6982" y="45460"/>
                </a:lnTo>
                <a:lnTo>
                  <a:pt x="7299" y="45034"/>
                </a:lnTo>
                <a:lnTo>
                  <a:pt x="7299" y="44599"/>
                </a:lnTo>
                <a:lnTo>
                  <a:pt x="7299" y="44386"/>
                </a:lnTo>
                <a:lnTo>
                  <a:pt x="7299" y="44173"/>
                </a:lnTo>
                <a:lnTo>
                  <a:pt x="7775" y="43747"/>
                </a:lnTo>
                <a:lnTo>
                  <a:pt x="7775" y="43312"/>
                </a:lnTo>
                <a:lnTo>
                  <a:pt x="7775" y="43099"/>
                </a:lnTo>
                <a:lnTo>
                  <a:pt x="7775" y="42673"/>
                </a:lnTo>
                <a:lnTo>
                  <a:pt x="7775" y="42247"/>
                </a:lnTo>
                <a:lnTo>
                  <a:pt x="7775" y="42025"/>
                </a:lnTo>
                <a:lnTo>
                  <a:pt x="7775" y="41599"/>
                </a:lnTo>
                <a:lnTo>
                  <a:pt x="7775" y="41173"/>
                </a:lnTo>
                <a:lnTo>
                  <a:pt x="7775" y="40960"/>
                </a:lnTo>
                <a:lnTo>
                  <a:pt x="7775" y="40525"/>
                </a:lnTo>
                <a:lnTo>
                  <a:pt x="8093" y="40099"/>
                </a:lnTo>
                <a:lnTo>
                  <a:pt x="8093" y="39673"/>
                </a:lnTo>
                <a:lnTo>
                  <a:pt x="8093" y="39460"/>
                </a:lnTo>
                <a:lnTo>
                  <a:pt x="8093" y="39025"/>
                </a:lnTo>
                <a:lnTo>
                  <a:pt x="8093" y="38599"/>
                </a:lnTo>
                <a:lnTo>
                  <a:pt x="8410" y="38386"/>
                </a:lnTo>
                <a:lnTo>
                  <a:pt x="8410" y="37951"/>
                </a:lnTo>
                <a:lnTo>
                  <a:pt x="8410" y="37525"/>
                </a:lnTo>
                <a:lnTo>
                  <a:pt x="8410" y="37099"/>
                </a:lnTo>
                <a:lnTo>
                  <a:pt x="8886" y="36664"/>
                </a:lnTo>
                <a:lnTo>
                  <a:pt x="8886" y="36238"/>
                </a:lnTo>
                <a:lnTo>
                  <a:pt x="8886" y="36025"/>
                </a:lnTo>
                <a:lnTo>
                  <a:pt x="8886" y="35599"/>
                </a:lnTo>
                <a:lnTo>
                  <a:pt x="8886" y="34951"/>
                </a:lnTo>
                <a:lnTo>
                  <a:pt x="9203" y="34738"/>
                </a:lnTo>
                <a:lnTo>
                  <a:pt x="9203" y="34312"/>
                </a:lnTo>
                <a:lnTo>
                  <a:pt x="9203" y="33878"/>
                </a:lnTo>
                <a:lnTo>
                  <a:pt x="9203" y="33451"/>
                </a:lnTo>
                <a:lnTo>
                  <a:pt x="9203" y="33025"/>
                </a:lnTo>
                <a:lnTo>
                  <a:pt x="9679" y="32591"/>
                </a:lnTo>
                <a:lnTo>
                  <a:pt x="9679" y="32165"/>
                </a:lnTo>
                <a:lnTo>
                  <a:pt x="9679" y="31739"/>
                </a:lnTo>
                <a:lnTo>
                  <a:pt x="9679" y="31312"/>
                </a:lnTo>
                <a:lnTo>
                  <a:pt x="9679" y="30878"/>
                </a:lnTo>
                <a:lnTo>
                  <a:pt x="9679" y="30239"/>
                </a:lnTo>
                <a:lnTo>
                  <a:pt x="9679" y="30026"/>
                </a:lnTo>
                <a:lnTo>
                  <a:pt x="9679" y="29591"/>
                </a:lnTo>
                <a:lnTo>
                  <a:pt x="9679" y="29165"/>
                </a:lnTo>
                <a:lnTo>
                  <a:pt x="9997" y="28739"/>
                </a:lnTo>
                <a:lnTo>
                  <a:pt x="9997" y="28091"/>
                </a:lnTo>
                <a:lnTo>
                  <a:pt x="9997" y="27665"/>
                </a:lnTo>
                <a:lnTo>
                  <a:pt x="9997" y="27230"/>
                </a:lnTo>
                <a:lnTo>
                  <a:pt x="9997" y="26804"/>
                </a:lnTo>
                <a:lnTo>
                  <a:pt x="10314" y="26378"/>
                </a:lnTo>
                <a:lnTo>
                  <a:pt x="10314" y="25730"/>
                </a:lnTo>
                <a:lnTo>
                  <a:pt x="10314" y="25517"/>
                </a:lnTo>
                <a:lnTo>
                  <a:pt x="10314" y="24878"/>
                </a:lnTo>
                <a:lnTo>
                  <a:pt x="10314" y="24443"/>
                </a:lnTo>
                <a:lnTo>
                  <a:pt x="10790" y="24017"/>
                </a:lnTo>
                <a:lnTo>
                  <a:pt x="10790" y="23378"/>
                </a:lnTo>
                <a:lnTo>
                  <a:pt x="10790" y="22943"/>
                </a:lnTo>
                <a:lnTo>
                  <a:pt x="10790" y="22304"/>
                </a:lnTo>
                <a:lnTo>
                  <a:pt x="10790" y="22091"/>
                </a:lnTo>
                <a:lnTo>
                  <a:pt x="11108" y="21443"/>
                </a:lnTo>
                <a:lnTo>
                  <a:pt x="11108" y="20804"/>
                </a:lnTo>
                <a:lnTo>
                  <a:pt x="11108" y="20369"/>
                </a:lnTo>
                <a:lnTo>
                  <a:pt x="11108" y="19730"/>
                </a:lnTo>
                <a:lnTo>
                  <a:pt x="11584" y="19517"/>
                </a:lnTo>
                <a:lnTo>
                  <a:pt x="11584" y="18869"/>
                </a:lnTo>
                <a:lnTo>
                  <a:pt x="11584" y="18443"/>
                </a:lnTo>
                <a:lnTo>
                  <a:pt x="11584" y="17795"/>
                </a:lnTo>
                <a:lnTo>
                  <a:pt x="11584" y="17369"/>
                </a:lnTo>
                <a:lnTo>
                  <a:pt x="11901" y="16730"/>
                </a:lnTo>
                <a:lnTo>
                  <a:pt x="11901" y="16082"/>
                </a:lnTo>
                <a:lnTo>
                  <a:pt x="11901" y="15656"/>
                </a:lnTo>
                <a:lnTo>
                  <a:pt x="11901" y="15008"/>
                </a:lnTo>
                <a:lnTo>
                  <a:pt x="11901" y="14582"/>
                </a:lnTo>
                <a:lnTo>
                  <a:pt x="11901" y="13943"/>
                </a:lnTo>
                <a:lnTo>
                  <a:pt x="11901" y="13508"/>
                </a:lnTo>
                <a:lnTo>
                  <a:pt x="11901" y="12869"/>
                </a:lnTo>
                <a:lnTo>
                  <a:pt x="11901" y="12434"/>
                </a:lnTo>
                <a:lnTo>
                  <a:pt x="11901" y="11795"/>
                </a:lnTo>
                <a:lnTo>
                  <a:pt x="12377" y="11369"/>
                </a:lnTo>
                <a:lnTo>
                  <a:pt x="12377" y="10721"/>
                </a:lnTo>
                <a:lnTo>
                  <a:pt x="12377" y="10295"/>
                </a:lnTo>
                <a:lnTo>
                  <a:pt x="12377" y="9647"/>
                </a:lnTo>
                <a:lnTo>
                  <a:pt x="12694" y="9008"/>
                </a:lnTo>
                <a:lnTo>
                  <a:pt x="12694" y="8360"/>
                </a:lnTo>
                <a:lnTo>
                  <a:pt x="12694" y="7934"/>
                </a:lnTo>
                <a:lnTo>
                  <a:pt x="12694" y="7295"/>
                </a:lnTo>
                <a:lnTo>
                  <a:pt x="12694" y="6647"/>
                </a:lnTo>
                <a:lnTo>
                  <a:pt x="13012" y="6008"/>
                </a:lnTo>
                <a:lnTo>
                  <a:pt x="13012" y="5360"/>
                </a:lnTo>
                <a:lnTo>
                  <a:pt x="13012" y="4934"/>
                </a:lnTo>
                <a:lnTo>
                  <a:pt x="13012" y="4286"/>
                </a:lnTo>
                <a:lnTo>
                  <a:pt x="13012" y="3647"/>
                </a:lnTo>
                <a:lnTo>
                  <a:pt x="13488" y="3008"/>
                </a:lnTo>
                <a:lnTo>
                  <a:pt x="13488" y="2573"/>
                </a:lnTo>
                <a:lnTo>
                  <a:pt x="13488" y="1934"/>
                </a:lnTo>
                <a:lnTo>
                  <a:pt x="13488" y="1286"/>
                </a:lnTo>
                <a:lnTo>
                  <a:pt x="13488" y="647"/>
                </a:lnTo>
                <a:lnTo>
                  <a:pt x="13805" y="0"/>
                </a:lnTo>
              </a:path>
            </a:pathLst>
          </a:custGeom>
          <a:ln w="191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4045510" y="4051110"/>
            <a:ext cx="13488" cy="182472"/>
          </a:xfrm>
          <a:custGeom>
            <a:avLst/>
            <a:gdLst/>
            <a:ahLst/>
            <a:cxnLst/>
            <a:rect l="l" t="t" r="r" b="b"/>
            <a:pathLst>
              <a:path w="13488" h="182472">
                <a:moveTo>
                  <a:pt x="0" y="182472"/>
                </a:moveTo>
                <a:lnTo>
                  <a:pt x="0" y="181833"/>
                </a:lnTo>
                <a:lnTo>
                  <a:pt x="0" y="181185"/>
                </a:lnTo>
                <a:lnTo>
                  <a:pt x="0" y="180759"/>
                </a:lnTo>
                <a:lnTo>
                  <a:pt x="0" y="179898"/>
                </a:lnTo>
                <a:lnTo>
                  <a:pt x="0" y="179472"/>
                </a:lnTo>
                <a:lnTo>
                  <a:pt x="0" y="178611"/>
                </a:lnTo>
                <a:lnTo>
                  <a:pt x="0" y="178185"/>
                </a:lnTo>
                <a:lnTo>
                  <a:pt x="0" y="177324"/>
                </a:lnTo>
                <a:lnTo>
                  <a:pt x="476" y="176685"/>
                </a:lnTo>
                <a:lnTo>
                  <a:pt x="476" y="176046"/>
                </a:lnTo>
                <a:lnTo>
                  <a:pt x="476" y="175398"/>
                </a:lnTo>
                <a:lnTo>
                  <a:pt x="476" y="174972"/>
                </a:lnTo>
                <a:lnTo>
                  <a:pt x="476" y="174111"/>
                </a:lnTo>
                <a:lnTo>
                  <a:pt x="793" y="173472"/>
                </a:lnTo>
                <a:lnTo>
                  <a:pt x="793" y="172824"/>
                </a:lnTo>
                <a:lnTo>
                  <a:pt x="793" y="172185"/>
                </a:lnTo>
                <a:lnTo>
                  <a:pt x="793" y="171324"/>
                </a:lnTo>
                <a:lnTo>
                  <a:pt x="793" y="170685"/>
                </a:lnTo>
                <a:lnTo>
                  <a:pt x="1110" y="170251"/>
                </a:lnTo>
                <a:lnTo>
                  <a:pt x="1110" y="169398"/>
                </a:lnTo>
                <a:lnTo>
                  <a:pt x="1110" y="168751"/>
                </a:lnTo>
                <a:lnTo>
                  <a:pt x="1110" y="167890"/>
                </a:lnTo>
                <a:lnTo>
                  <a:pt x="1586" y="167464"/>
                </a:lnTo>
                <a:lnTo>
                  <a:pt x="1586" y="166612"/>
                </a:lnTo>
                <a:lnTo>
                  <a:pt x="1586" y="165964"/>
                </a:lnTo>
                <a:lnTo>
                  <a:pt x="1586" y="165325"/>
                </a:lnTo>
                <a:lnTo>
                  <a:pt x="1586" y="164464"/>
                </a:lnTo>
                <a:lnTo>
                  <a:pt x="1904" y="163816"/>
                </a:lnTo>
                <a:lnTo>
                  <a:pt x="1904" y="163177"/>
                </a:lnTo>
                <a:lnTo>
                  <a:pt x="1904" y="162538"/>
                </a:lnTo>
                <a:lnTo>
                  <a:pt x="1904" y="161890"/>
                </a:lnTo>
                <a:lnTo>
                  <a:pt x="1904" y="161029"/>
                </a:lnTo>
                <a:lnTo>
                  <a:pt x="2380" y="160390"/>
                </a:lnTo>
                <a:lnTo>
                  <a:pt x="2380" y="159529"/>
                </a:lnTo>
                <a:lnTo>
                  <a:pt x="2380" y="158890"/>
                </a:lnTo>
                <a:lnTo>
                  <a:pt x="2380" y="158242"/>
                </a:lnTo>
                <a:lnTo>
                  <a:pt x="2380" y="157390"/>
                </a:lnTo>
                <a:lnTo>
                  <a:pt x="2380" y="156742"/>
                </a:lnTo>
                <a:lnTo>
                  <a:pt x="2380" y="155890"/>
                </a:lnTo>
                <a:lnTo>
                  <a:pt x="2380" y="155029"/>
                </a:lnTo>
                <a:lnTo>
                  <a:pt x="2380" y="154381"/>
                </a:lnTo>
                <a:lnTo>
                  <a:pt x="2697" y="153742"/>
                </a:lnTo>
                <a:lnTo>
                  <a:pt x="2697" y="152881"/>
                </a:lnTo>
                <a:lnTo>
                  <a:pt x="2697" y="152242"/>
                </a:lnTo>
                <a:lnTo>
                  <a:pt x="2697" y="151381"/>
                </a:lnTo>
                <a:lnTo>
                  <a:pt x="2697" y="150529"/>
                </a:lnTo>
                <a:lnTo>
                  <a:pt x="3173" y="149881"/>
                </a:lnTo>
                <a:lnTo>
                  <a:pt x="3173" y="149029"/>
                </a:lnTo>
                <a:lnTo>
                  <a:pt x="3173" y="148381"/>
                </a:lnTo>
                <a:lnTo>
                  <a:pt x="3173" y="147520"/>
                </a:lnTo>
                <a:lnTo>
                  <a:pt x="3173" y="146668"/>
                </a:lnTo>
                <a:lnTo>
                  <a:pt x="3491" y="146020"/>
                </a:lnTo>
                <a:lnTo>
                  <a:pt x="3491" y="145381"/>
                </a:lnTo>
                <a:lnTo>
                  <a:pt x="3491" y="144307"/>
                </a:lnTo>
                <a:lnTo>
                  <a:pt x="3491" y="143668"/>
                </a:lnTo>
                <a:lnTo>
                  <a:pt x="3491" y="143020"/>
                </a:lnTo>
                <a:lnTo>
                  <a:pt x="3808" y="141946"/>
                </a:lnTo>
                <a:lnTo>
                  <a:pt x="3808" y="141307"/>
                </a:lnTo>
                <a:lnTo>
                  <a:pt x="3808" y="140446"/>
                </a:lnTo>
                <a:lnTo>
                  <a:pt x="3808" y="139585"/>
                </a:lnTo>
                <a:lnTo>
                  <a:pt x="3808" y="138946"/>
                </a:lnTo>
                <a:lnTo>
                  <a:pt x="4284" y="138086"/>
                </a:lnTo>
                <a:lnTo>
                  <a:pt x="4284" y="137233"/>
                </a:lnTo>
                <a:lnTo>
                  <a:pt x="4284" y="136373"/>
                </a:lnTo>
                <a:lnTo>
                  <a:pt x="4284" y="135733"/>
                </a:lnTo>
                <a:lnTo>
                  <a:pt x="4284" y="134873"/>
                </a:lnTo>
                <a:lnTo>
                  <a:pt x="4284" y="134012"/>
                </a:lnTo>
                <a:lnTo>
                  <a:pt x="4284" y="133160"/>
                </a:lnTo>
                <a:lnTo>
                  <a:pt x="4284" y="132299"/>
                </a:lnTo>
                <a:lnTo>
                  <a:pt x="4284" y="131438"/>
                </a:lnTo>
                <a:lnTo>
                  <a:pt x="4601" y="130586"/>
                </a:lnTo>
                <a:lnTo>
                  <a:pt x="4601" y="129938"/>
                </a:lnTo>
                <a:lnTo>
                  <a:pt x="4601" y="128873"/>
                </a:lnTo>
                <a:lnTo>
                  <a:pt x="4601" y="128012"/>
                </a:lnTo>
                <a:lnTo>
                  <a:pt x="4601" y="127364"/>
                </a:lnTo>
                <a:lnTo>
                  <a:pt x="5077" y="126512"/>
                </a:lnTo>
                <a:lnTo>
                  <a:pt x="5077" y="125438"/>
                </a:lnTo>
                <a:lnTo>
                  <a:pt x="5077" y="124799"/>
                </a:lnTo>
                <a:lnTo>
                  <a:pt x="5077" y="123938"/>
                </a:lnTo>
                <a:lnTo>
                  <a:pt x="5077" y="123077"/>
                </a:lnTo>
                <a:lnTo>
                  <a:pt x="5395" y="122003"/>
                </a:lnTo>
                <a:lnTo>
                  <a:pt x="5395" y="121364"/>
                </a:lnTo>
                <a:lnTo>
                  <a:pt x="5395" y="120503"/>
                </a:lnTo>
                <a:lnTo>
                  <a:pt x="5395" y="119438"/>
                </a:lnTo>
                <a:lnTo>
                  <a:pt x="5712" y="118577"/>
                </a:lnTo>
                <a:lnTo>
                  <a:pt x="5712" y="117716"/>
                </a:lnTo>
                <a:lnTo>
                  <a:pt x="5712" y="116864"/>
                </a:lnTo>
                <a:lnTo>
                  <a:pt x="5712" y="116003"/>
                </a:lnTo>
                <a:lnTo>
                  <a:pt x="5712" y="115142"/>
                </a:lnTo>
                <a:lnTo>
                  <a:pt x="6188" y="114290"/>
                </a:lnTo>
                <a:lnTo>
                  <a:pt x="6188" y="113429"/>
                </a:lnTo>
                <a:lnTo>
                  <a:pt x="6188" y="112355"/>
                </a:lnTo>
                <a:lnTo>
                  <a:pt x="6188" y="111503"/>
                </a:lnTo>
                <a:lnTo>
                  <a:pt x="6188" y="110642"/>
                </a:lnTo>
                <a:lnTo>
                  <a:pt x="6506" y="109781"/>
                </a:lnTo>
                <a:lnTo>
                  <a:pt x="6506" y="108929"/>
                </a:lnTo>
                <a:lnTo>
                  <a:pt x="6506" y="107855"/>
                </a:lnTo>
                <a:lnTo>
                  <a:pt x="6506" y="106994"/>
                </a:lnTo>
                <a:lnTo>
                  <a:pt x="6506" y="106142"/>
                </a:lnTo>
                <a:lnTo>
                  <a:pt x="6506" y="105281"/>
                </a:lnTo>
                <a:lnTo>
                  <a:pt x="6506" y="104207"/>
                </a:lnTo>
                <a:lnTo>
                  <a:pt x="6506" y="103134"/>
                </a:lnTo>
                <a:lnTo>
                  <a:pt x="6506" y="102281"/>
                </a:lnTo>
                <a:lnTo>
                  <a:pt x="6982" y="101421"/>
                </a:lnTo>
                <a:lnTo>
                  <a:pt x="6982" y="100569"/>
                </a:lnTo>
                <a:lnTo>
                  <a:pt x="6982" y="99495"/>
                </a:lnTo>
                <a:lnTo>
                  <a:pt x="6982" y="98634"/>
                </a:lnTo>
                <a:lnTo>
                  <a:pt x="6982" y="97560"/>
                </a:lnTo>
                <a:lnTo>
                  <a:pt x="7299" y="96708"/>
                </a:lnTo>
                <a:lnTo>
                  <a:pt x="7299" y="95847"/>
                </a:lnTo>
                <a:lnTo>
                  <a:pt x="7299" y="94773"/>
                </a:lnTo>
                <a:lnTo>
                  <a:pt x="7299" y="93708"/>
                </a:lnTo>
                <a:lnTo>
                  <a:pt x="7299" y="92847"/>
                </a:lnTo>
                <a:lnTo>
                  <a:pt x="7616" y="91986"/>
                </a:lnTo>
                <a:lnTo>
                  <a:pt x="7616" y="91134"/>
                </a:lnTo>
                <a:lnTo>
                  <a:pt x="7616" y="89847"/>
                </a:lnTo>
                <a:lnTo>
                  <a:pt x="7616" y="88986"/>
                </a:lnTo>
                <a:lnTo>
                  <a:pt x="7616" y="88125"/>
                </a:lnTo>
                <a:lnTo>
                  <a:pt x="8093" y="87060"/>
                </a:lnTo>
                <a:lnTo>
                  <a:pt x="8093" y="86199"/>
                </a:lnTo>
                <a:lnTo>
                  <a:pt x="8093" y="85125"/>
                </a:lnTo>
                <a:lnTo>
                  <a:pt x="8093" y="84051"/>
                </a:lnTo>
                <a:lnTo>
                  <a:pt x="8410" y="83199"/>
                </a:lnTo>
                <a:lnTo>
                  <a:pt x="8410" y="82125"/>
                </a:lnTo>
                <a:lnTo>
                  <a:pt x="8410" y="81264"/>
                </a:lnTo>
                <a:lnTo>
                  <a:pt x="8410" y="80190"/>
                </a:lnTo>
                <a:lnTo>
                  <a:pt x="8410" y="79338"/>
                </a:lnTo>
                <a:lnTo>
                  <a:pt x="8410" y="78051"/>
                </a:lnTo>
                <a:lnTo>
                  <a:pt x="8410" y="77190"/>
                </a:lnTo>
                <a:lnTo>
                  <a:pt x="8410" y="76116"/>
                </a:lnTo>
                <a:lnTo>
                  <a:pt x="8410" y="75051"/>
                </a:lnTo>
                <a:lnTo>
                  <a:pt x="8410" y="74190"/>
                </a:lnTo>
                <a:lnTo>
                  <a:pt x="8886" y="73116"/>
                </a:lnTo>
                <a:lnTo>
                  <a:pt x="8886" y="72264"/>
                </a:lnTo>
                <a:lnTo>
                  <a:pt x="8886" y="70977"/>
                </a:lnTo>
                <a:lnTo>
                  <a:pt x="8886" y="69903"/>
                </a:lnTo>
                <a:lnTo>
                  <a:pt x="8886" y="69043"/>
                </a:lnTo>
                <a:lnTo>
                  <a:pt x="9203" y="67969"/>
                </a:lnTo>
                <a:lnTo>
                  <a:pt x="9203" y="66903"/>
                </a:lnTo>
                <a:lnTo>
                  <a:pt x="9203" y="66043"/>
                </a:lnTo>
                <a:lnTo>
                  <a:pt x="9203" y="64969"/>
                </a:lnTo>
                <a:lnTo>
                  <a:pt x="9679" y="63895"/>
                </a:lnTo>
                <a:lnTo>
                  <a:pt x="9679" y="62830"/>
                </a:lnTo>
                <a:lnTo>
                  <a:pt x="9679" y="61756"/>
                </a:lnTo>
                <a:lnTo>
                  <a:pt x="9679" y="60682"/>
                </a:lnTo>
                <a:lnTo>
                  <a:pt x="9679" y="59608"/>
                </a:lnTo>
                <a:lnTo>
                  <a:pt x="9997" y="58534"/>
                </a:lnTo>
                <a:lnTo>
                  <a:pt x="9997" y="57469"/>
                </a:lnTo>
                <a:lnTo>
                  <a:pt x="9997" y="56608"/>
                </a:lnTo>
                <a:lnTo>
                  <a:pt x="9997" y="55534"/>
                </a:lnTo>
                <a:lnTo>
                  <a:pt x="9997" y="54460"/>
                </a:lnTo>
                <a:lnTo>
                  <a:pt x="10314" y="53395"/>
                </a:lnTo>
                <a:lnTo>
                  <a:pt x="10314" y="52108"/>
                </a:lnTo>
                <a:lnTo>
                  <a:pt x="10314" y="51034"/>
                </a:lnTo>
                <a:lnTo>
                  <a:pt x="10314" y="49960"/>
                </a:lnTo>
                <a:lnTo>
                  <a:pt x="10314" y="48886"/>
                </a:lnTo>
                <a:lnTo>
                  <a:pt x="10314" y="47812"/>
                </a:lnTo>
                <a:lnTo>
                  <a:pt x="10314" y="46747"/>
                </a:lnTo>
                <a:lnTo>
                  <a:pt x="10314" y="45673"/>
                </a:lnTo>
                <a:lnTo>
                  <a:pt x="10314" y="44599"/>
                </a:lnTo>
                <a:lnTo>
                  <a:pt x="10790" y="43525"/>
                </a:lnTo>
                <a:lnTo>
                  <a:pt x="10790" y="42460"/>
                </a:lnTo>
                <a:lnTo>
                  <a:pt x="10790" y="41386"/>
                </a:lnTo>
                <a:lnTo>
                  <a:pt x="10790" y="40312"/>
                </a:lnTo>
                <a:lnTo>
                  <a:pt x="10790" y="39238"/>
                </a:lnTo>
                <a:lnTo>
                  <a:pt x="11108" y="37951"/>
                </a:lnTo>
                <a:lnTo>
                  <a:pt x="11108" y="36877"/>
                </a:lnTo>
                <a:lnTo>
                  <a:pt x="11108" y="35591"/>
                </a:lnTo>
                <a:lnTo>
                  <a:pt x="11108" y="34525"/>
                </a:lnTo>
                <a:lnTo>
                  <a:pt x="11108" y="33451"/>
                </a:lnTo>
                <a:lnTo>
                  <a:pt x="11584" y="32378"/>
                </a:lnTo>
                <a:lnTo>
                  <a:pt x="11584" y="31304"/>
                </a:lnTo>
                <a:lnTo>
                  <a:pt x="11584" y="30230"/>
                </a:lnTo>
                <a:lnTo>
                  <a:pt x="11584" y="28952"/>
                </a:lnTo>
                <a:lnTo>
                  <a:pt x="11584" y="27878"/>
                </a:lnTo>
                <a:lnTo>
                  <a:pt x="11901" y="26804"/>
                </a:lnTo>
                <a:lnTo>
                  <a:pt x="11901" y="25730"/>
                </a:lnTo>
                <a:lnTo>
                  <a:pt x="11901" y="24443"/>
                </a:lnTo>
                <a:lnTo>
                  <a:pt x="11901" y="23369"/>
                </a:lnTo>
                <a:lnTo>
                  <a:pt x="12218" y="22304"/>
                </a:lnTo>
                <a:lnTo>
                  <a:pt x="12218" y="21017"/>
                </a:lnTo>
                <a:lnTo>
                  <a:pt x="12218" y="19943"/>
                </a:lnTo>
                <a:lnTo>
                  <a:pt x="12218" y="18869"/>
                </a:lnTo>
                <a:lnTo>
                  <a:pt x="12218" y="17582"/>
                </a:lnTo>
                <a:lnTo>
                  <a:pt x="12694" y="16508"/>
                </a:lnTo>
                <a:lnTo>
                  <a:pt x="12694" y="15221"/>
                </a:lnTo>
                <a:lnTo>
                  <a:pt x="12694" y="14156"/>
                </a:lnTo>
                <a:lnTo>
                  <a:pt x="12694" y="12869"/>
                </a:lnTo>
                <a:lnTo>
                  <a:pt x="12694" y="11795"/>
                </a:lnTo>
                <a:lnTo>
                  <a:pt x="12694" y="10721"/>
                </a:lnTo>
                <a:lnTo>
                  <a:pt x="12694" y="9434"/>
                </a:lnTo>
                <a:lnTo>
                  <a:pt x="12694" y="8360"/>
                </a:lnTo>
                <a:lnTo>
                  <a:pt x="12694" y="7073"/>
                </a:lnTo>
                <a:lnTo>
                  <a:pt x="12694" y="5786"/>
                </a:lnTo>
                <a:lnTo>
                  <a:pt x="13012" y="4721"/>
                </a:lnTo>
                <a:lnTo>
                  <a:pt x="13012" y="3434"/>
                </a:lnTo>
                <a:lnTo>
                  <a:pt x="13012" y="2360"/>
                </a:lnTo>
                <a:lnTo>
                  <a:pt x="13012" y="1073"/>
                </a:lnTo>
                <a:lnTo>
                  <a:pt x="13488" y="0"/>
                </a:lnTo>
              </a:path>
            </a:pathLst>
          </a:custGeom>
          <a:ln w="194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4058998" y="3762921"/>
            <a:ext cx="13329" cy="288189"/>
          </a:xfrm>
          <a:custGeom>
            <a:avLst/>
            <a:gdLst/>
            <a:ahLst/>
            <a:cxnLst/>
            <a:rect l="l" t="t" r="r" b="b"/>
            <a:pathLst>
              <a:path w="13329" h="288189">
                <a:moveTo>
                  <a:pt x="0" y="288189"/>
                </a:moveTo>
                <a:lnTo>
                  <a:pt x="0" y="286902"/>
                </a:lnTo>
                <a:lnTo>
                  <a:pt x="0" y="285615"/>
                </a:lnTo>
                <a:lnTo>
                  <a:pt x="0" y="284541"/>
                </a:lnTo>
                <a:lnTo>
                  <a:pt x="0" y="283254"/>
                </a:lnTo>
                <a:lnTo>
                  <a:pt x="317" y="281967"/>
                </a:lnTo>
                <a:lnTo>
                  <a:pt x="317" y="280902"/>
                </a:lnTo>
                <a:lnTo>
                  <a:pt x="317" y="279615"/>
                </a:lnTo>
                <a:lnTo>
                  <a:pt x="317" y="278328"/>
                </a:lnTo>
                <a:lnTo>
                  <a:pt x="317" y="277041"/>
                </a:lnTo>
                <a:lnTo>
                  <a:pt x="793" y="275967"/>
                </a:lnTo>
                <a:lnTo>
                  <a:pt x="793" y="274680"/>
                </a:lnTo>
                <a:lnTo>
                  <a:pt x="793" y="273393"/>
                </a:lnTo>
                <a:lnTo>
                  <a:pt x="793" y="272106"/>
                </a:lnTo>
                <a:lnTo>
                  <a:pt x="793" y="271033"/>
                </a:lnTo>
                <a:lnTo>
                  <a:pt x="1110" y="269746"/>
                </a:lnTo>
                <a:lnTo>
                  <a:pt x="1110" y="268459"/>
                </a:lnTo>
                <a:lnTo>
                  <a:pt x="1110" y="267172"/>
                </a:lnTo>
                <a:lnTo>
                  <a:pt x="1110" y="265894"/>
                </a:lnTo>
                <a:lnTo>
                  <a:pt x="1110" y="264820"/>
                </a:lnTo>
                <a:lnTo>
                  <a:pt x="1110" y="263533"/>
                </a:lnTo>
                <a:lnTo>
                  <a:pt x="1110" y="262246"/>
                </a:lnTo>
                <a:lnTo>
                  <a:pt x="1110" y="261172"/>
                </a:lnTo>
                <a:lnTo>
                  <a:pt x="1110" y="259885"/>
                </a:lnTo>
                <a:lnTo>
                  <a:pt x="1428" y="258598"/>
                </a:lnTo>
                <a:lnTo>
                  <a:pt x="1428" y="257311"/>
                </a:lnTo>
                <a:lnTo>
                  <a:pt x="1428" y="256024"/>
                </a:lnTo>
                <a:lnTo>
                  <a:pt x="1428" y="254737"/>
                </a:lnTo>
                <a:lnTo>
                  <a:pt x="1428" y="253450"/>
                </a:lnTo>
                <a:lnTo>
                  <a:pt x="1904" y="252163"/>
                </a:lnTo>
                <a:lnTo>
                  <a:pt x="1904" y="250876"/>
                </a:lnTo>
                <a:lnTo>
                  <a:pt x="1904" y="249589"/>
                </a:lnTo>
                <a:lnTo>
                  <a:pt x="1904" y="248302"/>
                </a:lnTo>
                <a:lnTo>
                  <a:pt x="1904" y="247024"/>
                </a:lnTo>
                <a:lnTo>
                  <a:pt x="2221" y="245737"/>
                </a:lnTo>
                <a:lnTo>
                  <a:pt x="2221" y="244450"/>
                </a:lnTo>
                <a:lnTo>
                  <a:pt x="2221" y="243163"/>
                </a:lnTo>
                <a:lnTo>
                  <a:pt x="2221" y="241876"/>
                </a:lnTo>
                <a:lnTo>
                  <a:pt x="2697" y="240589"/>
                </a:lnTo>
                <a:lnTo>
                  <a:pt x="2697" y="239302"/>
                </a:lnTo>
                <a:lnTo>
                  <a:pt x="2697" y="237802"/>
                </a:lnTo>
                <a:lnTo>
                  <a:pt x="2697" y="236515"/>
                </a:lnTo>
                <a:lnTo>
                  <a:pt x="2697" y="235229"/>
                </a:lnTo>
                <a:lnTo>
                  <a:pt x="3015" y="234155"/>
                </a:lnTo>
                <a:lnTo>
                  <a:pt x="3015" y="232655"/>
                </a:lnTo>
                <a:lnTo>
                  <a:pt x="3015" y="231368"/>
                </a:lnTo>
                <a:lnTo>
                  <a:pt x="3015" y="230081"/>
                </a:lnTo>
                <a:lnTo>
                  <a:pt x="3015" y="228794"/>
                </a:lnTo>
                <a:lnTo>
                  <a:pt x="3332" y="227294"/>
                </a:lnTo>
                <a:lnTo>
                  <a:pt x="3332" y="226007"/>
                </a:lnTo>
                <a:lnTo>
                  <a:pt x="3332" y="224720"/>
                </a:lnTo>
                <a:lnTo>
                  <a:pt x="3332" y="223433"/>
                </a:lnTo>
                <a:lnTo>
                  <a:pt x="3332" y="222146"/>
                </a:lnTo>
                <a:lnTo>
                  <a:pt x="3332" y="220859"/>
                </a:lnTo>
                <a:lnTo>
                  <a:pt x="3332" y="219359"/>
                </a:lnTo>
                <a:lnTo>
                  <a:pt x="3332" y="218072"/>
                </a:lnTo>
                <a:lnTo>
                  <a:pt x="3332" y="216572"/>
                </a:lnTo>
                <a:lnTo>
                  <a:pt x="3808" y="215285"/>
                </a:lnTo>
                <a:lnTo>
                  <a:pt x="3808" y="213998"/>
                </a:lnTo>
                <a:lnTo>
                  <a:pt x="3808" y="212711"/>
                </a:lnTo>
                <a:lnTo>
                  <a:pt x="3808" y="211424"/>
                </a:lnTo>
                <a:lnTo>
                  <a:pt x="3808" y="209924"/>
                </a:lnTo>
                <a:lnTo>
                  <a:pt x="4125" y="208637"/>
                </a:lnTo>
                <a:lnTo>
                  <a:pt x="4125" y="207137"/>
                </a:lnTo>
                <a:lnTo>
                  <a:pt x="4125" y="205850"/>
                </a:lnTo>
                <a:lnTo>
                  <a:pt x="4125" y="204563"/>
                </a:lnTo>
                <a:lnTo>
                  <a:pt x="4125" y="203277"/>
                </a:lnTo>
                <a:lnTo>
                  <a:pt x="4601" y="201777"/>
                </a:lnTo>
                <a:lnTo>
                  <a:pt x="4601" y="200277"/>
                </a:lnTo>
                <a:lnTo>
                  <a:pt x="4601" y="198990"/>
                </a:lnTo>
                <a:lnTo>
                  <a:pt x="4601" y="197490"/>
                </a:lnTo>
                <a:lnTo>
                  <a:pt x="4601" y="196203"/>
                </a:lnTo>
                <a:lnTo>
                  <a:pt x="4919" y="194916"/>
                </a:lnTo>
                <a:lnTo>
                  <a:pt x="4919" y="193416"/>
                </a:lnTo>
                <a:lnTo>
                  <a:pt x="4919" y="192129"/>
                </a:lnTo>
                <a:lnTo>
                  <a:pt x="4919" y="190629"/>
                </a:lnTo>
                <a:lnTo>
                  <a:pt x="5395" y="189129"/>
                </a:lnTo>
                <a:lnTo>
                  <a:pt x="5395" y="188055"/>
                </a:lnTo>
                <a:lnTo>
                  <a:pt x="5395" y="186555"/>
                </a:lnTo>
                <a:lnTo>
                  <a:pt x="5395" y="185055"/>
                </a:lnTo>
                <a:lnTo>
                  <a:pt x="5395" y="183546"/>
                </a:lnTo>
                <a:lnTo>
                  <a:pt x="5395" y="182268"/>
                </a:lnTo>
                <a:lnTo>
                  <a:pt x="5395" y="180981"/>
                </a:lnTo>
                <a:lnTo>
                  <a:pt x="5395" y="179472"/>
                </a:lnTo>
                <a:lnTo>
                  <a:pt x="5395" y="177972"/>
                </a:lnTo>
                <a:lnTo>
                  <a:pt x="5395" y="176685"/>
                </a:lnTo>
                <a:lnTo>
                  <a:pt x="5712" y="175185"/>
                </a:lnTo>
                <a:lnTo>
                  <a:pt x="5712" y="173898"/>
                </a:lnTo>
                <a:lnTo>
                  <a:pt x="5712" y="172398"/>
                </a:lnTo>
                <a:lnTo>
                  <a:pt x="5712" y="170898"/>
                </a:lnTo>
                <a:lnTo>
                  <a:pt x="5712" y="169398"/>
                </a:lnTo>
                <a:lnTo>
                  <a:pt x="6030" y="167899"/>
                </a:lnTo>
                <a:lnTo>
                  <a:pt x="6030" y="166825"/>
                </a:lnTo>
                <a:lnTo>
                  <a:pt x="6030" y="165325"/>
                </a:lnTo>
                <a:lnTo>
                  <a:pt x="6030" y="163825"/>
                </a:lnTo>
                <a:lnTo>
                  <a:pt x="6506" y="162325"/>
                </a:lnTo>
                <a:lnTo>
                  <a:pt x="6506" y="160825"/>
                </a:lnTo>
                <a:lnTo>
                  <a:pt x="6506" y="159538"/>
                </a:lnTo>
                <a:lnTo>
                  <a:pt x="6506" y="158038"/>
                </a:lnTo>
                <a:lnTo>
                  <a:pt x="6506" y="156529"/>
                </a:lnTo>
                <a:lnTo>
                  <a:pt x="6823" y="155029"/>
                </a:lnTo>
                <a:lnTo>
                  <a:pt x="6823" y="153742"/>
                </a:lnTo>
                <a:lnTo>
                  <a:pt x="6823" y="152242"/>
                </a:lnTo>
                <a:lnTo>
                  <a:pt x="6823" y="150742"/>
                </a:lnTo>
                <a:lnTo>
                  <a:pt x="6823" y="149242"/>
                </a:lnTo>
                <a:lnTo>
                  <a:pt x="7299" y="147955"/>
                </a:lnTo>
                <a:lnTo>
                  <a:pt x="7299" y="146242"/>
                </a:lnTo>
                <a:lnTo>
                  <a:pt x="7299" y="144742"/>
                </a:lnTo>
                <a:lnTo>
                  <a:pt x="7299" y="143242"/>
                </a:lnTo>
                <a:lnTo>
                  <a:pt x="7299" y="141955"/>
                </a:lnTo>
                <a:lnTo>
                  <a:pt x="7616" y="140455"/>
                </a:lnTo>
                <a:lnTo>
                  <a:pt x="7616" y="138946"/>
                </a:lnTo>
                <a:lnTo>
                  <a:pt x="7616" y="137446"/>
                </a:lnTo>
                <a:lnTo>
                  <a:pt x="7616" y="136160"/>
                </a:lnTo>
                <a:lnTo>
                  <a:pt x="7616" y="134447"/>
                </a:lnTo>
                <a:lnTo>
                  <a:pt x="7616" y="132947"/>
                </a:lnTo>
                <a:lnTo>
                  <a:pt x="7616" y="131447"/>
                </a:lnTo>
                <a:lnTo>
                  <a:pt x="7616" y="130160"/>
                </a:lnTo>
                <a:lnTo>
                  <a:pt x="7616" y="128447"/>
                </a:lnTo>
                <a:lnTo>
                  <a:pt x="7934" y="126947"/>
                </a:lnTo>
                <a:lnTo>
                  <a:pt x="7934" y="125438"/>
                </a:lnTo>
                <a:lnTo>
                  <a:pt x="7934" y="124151"/>
                </a:lnTo>
                <a:lnTo>
                  <a:pt x="7934" y="122438"/>
                </a:lnTo>
                <a:lnTo>
                  <a:pt x="7934" y="120938"/>
                </a:lnTo>
                <a:lnTo>
                  <a:pt x="8410" y="119438"/>
                </a:lnTo>
                <a:lnTo>
                  <a:pt x="8410" y="117938"/>
                </a:lnTo>
                <a:lnTo>
                  <a:pt x="8410" y="116438"/>
                </a:lnTo>
                <a:lnTo>
                  <a:pt x="8410" y="114938"/>
                </a:lnTo>
                <a:lnTo>
                  <a:pt x="8410" y="113438"/>
                </a:lnTo>
                <a:lnTo>
                  <a:pt x="8727" y="111929"/>
                </a:lnTo>
                <a:lnTo>
                  <a:pt x="8727" y="110429"/>
                </a:lnTo>
                <a:lnTo>
                  <a:pt x="8727" y="108929"/>
                </a:lnTo>
                <a:lnTo>
                  <a:pt x="8727" y="107429"/>
                </a:lnTo>
                <a:lnTo>
                  <a:pt x="9203" y="105716"/>
                </a:lnTo>
                <a:lnTo>
                  <a:pt x="9203" y="104216"/>
                </a:lnTo>
                <a:lnTo>
                  <a:pt x="9203" y="102716"/>
                </a:lnTo>
                <a:lnTo>
                  <a:pt x="9203" y="101208"/>
                </a:lnTo>
                <a:lnTo>
                  <a:pt x="9203" y="99495"/>
                </a:lnTo>
                <a:lnTo>
                  <a:pt x="9521" y="98208"/>
                </a:lnTo>
                <a:lnTo>
                  <a:pt x="9521" y="96495"/>
                </a:lnTo>
                <a:lnTo>
                  <a:pt x="9521" y="94995"/>
                </a:lnTo>
                <a:lnTo>
                  <a:pt x="9521" y="93495"/>
                </a:lnTo>
                <a:lnTo>
                  <a:pt x="9521" y="91995"/>
                </a:lnTo>
                <a:lnTo>
                  <a:pt x="9521" y="90273"/>
                </a:lnTo>
                <a:lnTo>
                  <a:pt x="9521" y="88773"/>
                </a:lnTo>
                <a:lnTo>
                  <a:pt x="9521" y="87273"/>
                </a:lnTo>
                <a:lnTo>
                  <a:pt x="9521" y="85560"/>
                </a:lnTo>
                <a:lnTo>
                  <a:pt x="9521" y="84060"/>
                </a:lnTo>
                <a:lnTo>
                  <a:pt x="9838" y="82560"/>
                </a:lnTo>
                <a:lnTo>
                  <a:pt x="9838" y="81060"/>
                </a:lnTo>
                <a:lnTo>
                  <a:pt x="9838" y="79338"/>
                </a:lnTo>
                <a:lnTo>
                  <a:pt x="9838" y="77838"/>
                </a:lnTo>
                <a:lnTo>
                  <a:pt x="10314" y="76338"/>
                </a:lnTo>
                <a:lnTo>
                  <a:pt x="10314" y="74625"/>
                </a:lnTo>
                <a:lnTo>
                  <a:pt x="10314" y="73125"/>
                </a:lnTo>
                <a:lnTo>
                  <a:pt x="10314" y="71625"/>
                </a:lnTo>
                <a:lnTo>
                  <a:pt x="10314" y="69903"/>
                </a:lnTo>
                <a:lnTo>
                  <a:pt x="10631" y="68403"/>
                </a:lnTo>
                <a:lnTo>
                  <a:pt x="10631" y="66690"/>
                </a:lnTo>
                <a:lnTo>
                  <a:pt x="10631" y="65191"/>
                </a:lnTo>
                <a:lnTo>
                  <a:pt x="10631" y="63691"/>
                </a:lnTo>
                <a:lnTo>
                  <a:pt x="10631" y="61969"/>
                </a:lnTo>
                <a:lnTo>
                  <a:pt x="11108" y="60469"/>
                </a:lnTo>
                <a:lnTo>
                  <a:pt x="11108" y="58969"/>
                </a:lnTo>
                <a:lnTo>
                  <a:pt x="11108" y="57256"/>
                </a:lnTo>
                <a:lnTo>
                  <a:pt x="11108" y="55756"/>
                </a:lnTo>
                <a:lnTo>
                  <a:pt x="11108" y="54043"/>
                </a:lnTo>
                <a:lnTo>
                  <a:pt x="11425" y="52321"/>
                </a:lnTo>
                <a:lnTo>
                  <a:pt x="11425" y="50821"/>
                </a:lnTo>
                <a:lnTo>
                  <a:pt x="11425" y="49108"/>
                </a:lnTo>
                <a:lnTo>
                  <a:pt x="11425" y="47608"/>
                </a:lnTo>
                <a:lnTo>
                  <a:pt x="11901" y="46108"/>
                </a:lnTo>
                <a:lnTo>
                  <a:pt x="11901" y="44386"/>
                </a:lnTo>
                <a:lnTo>
                  <a:pt x="11901" y="42673"/>
                </a:lnTo>
                <a:lnTo>
                  <a:pt x="11901" y="41173"/>
                </a:lnTo>
                <a:lnTo>
                  <a:pt x="11901" y="39460"/>
                </a:lnTo>
                <a:lnTo>
                  <a:pt x="11901" y="37960"/>
                </a:lnTo>
                <a:lnTo>
                  <a:pt x="11901" y="36238"/>
                </a:lnTo>
                <a:lnTo>
                  <a:pt x="11901" y="34525"/>
                </a:lnTo>
                <a:lnTo>
                  <a:pt x="11901" y="33025"/>
                </a:lnTo>
                <a:lnTo>
                  <a:pt x="11901" y="31312"/>
                </a:lnTo>
                <a:lnTo>
                  <a:pt x="12218" y="29813"/>
                </a:lnTo>
                <a:lnTo>
                  <a:pt x="12218" y="28091"/>
                </a:lnTo>
                <a:lnTo>
                  <a:pt x="12218" y="26378"/>
                </a:lnTo>
                <a:lnTo>
                  <a:pt x="12218" y="24878"/>
                </a:lnTo>
                <a:lnTo>
                  <a:pt x="12218" y="23165"/>
                </a:lnTo>
                <a:lnTo>
                  <a:pt x="12536" y="21443"/>
                </a:lnTo>
                <a:lnTo>
                  <a:pt x="12536" y="19943"/>
                </a:lnTo>
                <a:lnTo>
                  <a:pt x="12536" y="18230"/>
                </a:lnTo>
                <a:lnTo>
                  <a:pt x="12536" y="16730"/>
                </a:lnTo>
                <a:lnTo>
                  <a:pt x="13012" y="14795"/>
                </a:lnTo>
                <a:lnTo>
                  <a:pt x="13012" y="13295"/>
                </a:lnTo>
                <a:lnTo>
                  <a:pt x="13012" y="11582"/>
                </a:lnTo>
                <a:lnTo>
                  <a:pt x="13012" y="9869"/>
                </a:lnTo>
                <a:lnTo>
                  <a:pt x="13012" y="8369"/>
                </a:lnTo>
                <a:lnTo>
                  <a:pt x="13329" y="6647"/>
                </a:lnTo>
                <a:lnTo>
                  <a:pt x="13329" y="4934"/>
                </a:lnTo>
                <a:lnTo>
                  <a:pt x="13329" y="3221"/>
                </a:lnTo>
                <a:lnTo>
                  <a:pt x="13329" y="1508"/>
                </a:lnTo>
                <a:lnTo>
                  <a:pt x="13329" y="0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4072328" y="3394585"/>
            <a:ext cx="13488" cy="368335"/>
          </a:xfrm>
          <a:custGeom>
            <a:avLst/>
            <a:gdLst/>
            <a:ahLst/>
            <a:cxnLst/>
            <a:rect l="l" t="t" r="r" b="b"/>
            <a:pathLst>
              <a:path w="13488" h="368335">
                <a:moveTo>
                  <a:pt x="0" y="368335"/>
                </a:moveTo>
                <a:lnTo>
                  <a:pt x="476" y="366622"/>
                </a:lnTo>
                <a:lnTo>
                  <a:pt x="476" y="364909"/>
                </a:lnTo>
                <a:lnTo>
                  <a:pt x="476" y="363196"/>
                </a:lnTo>
                <a:lnTo>
                  <a:pt x="476" y="361475"/>
                </a:lnTo>
                <a:lnTo>
                  <a:pt x="476" y="359975"/>
                </a:lnTo>
                <a:lnTo>
                  <a:pt x="476" y="358049"/>
                </a:lnTo>
                <a:lnTo>
                  <a:pt x="476" y="356549"/>
                </a:lnTo>
                <a:lnTo>
                  <a:pt x="476" y="354827"/>
                </a:lnTo>
                <a:lnTo>
                  <a:pt x="476" y="353114"/>
                </a:lnTo>
                <a:lnTo>
                  <a:pt x="793" y="351401"/>
                </a:lnTo>
                <a:lnTo>
                  <a:pt x="793" y="349688"/>
                </a:lnTo>
                <a:lnTo>
                  <a:pt x="793" y="347966"/>
                </a:lnTo>
                <a:lnTo>
                  <a:pt x="793" y="346253"/>
                </a:lnTo>
                <a:lnTo>
                  <a:pt x="793" y="344753"/>
                </a:lnTo>
                <a:lnTo>
                  <a:pt x="1110" y="342827"/>
                </a:lnTo>
                <a:lnTo>
                  <a:pt x="1110" y="341318"/>
                </a:lnTo>
                <a:lnTo>
                  <a:pt x="1110" y="339392"/>
                </a:lnTo>
                <a:lnTo>
                  <a:pt x="1110" y="337892"/>
                </a:lnTo>
                <a:lnTo>
                  <a:pt x="1110" y="336179"/>
                </a:lnTo>
                <a:lnTo>
                  <a:pt x="1586" y="334457"/>
                </a:lnTo>
                <a:lnTo>
                  <a:pt x="1586" y="332744"/>
                </a:lnTo>
                <a:lnTo>
                  <a:pt x="1586" y="330818"/>
                </a:lnTo>
                <a:lnTo>
                  <a:pt x="1586" y="329318"/>
                </a:lnTo>
                <a:lnTo>
                  <a:pt x="1586" y="327384"/>
                </a:lnTo>
                <a:lnTo>
                  <a:pt x="1904" y="325884"/>
                </a:lnTo>
                <a:lnTo>
                  <a:pt x="1904" y="323958"/>
                </a:lnTo>
                <a:lnTo>
                  <a:pt x="1904" y="322449"/>
                </a:lnTo>
                <a:lnTo>
                  <a:pt x="1904" y="320523"/>
                </a:lnTo>
                <a:lnTo>
                  <a:pt x="2380" y="319023"/>
                </a:lnTo>
                <a:lnTo>
                  <a:pt x="2380" y="317088"/>
                </a:lnTo>
                <a:lnTo>
                  <a:pt x="2380" y="315375"/>
                </a:lnTo>
                <a:lnTo>
                  <a:pt x="2380" y="313662"/>
                </a:lnTo>
                <a:lnTo>
                  <a:pt x="2380" y="311949"/>
                </a:lnTo>
                <a:lnTo>
                  <a:pt x="2697" y="310227"/>
                </a:lnTo>
                <a:lnTo>
                  <a:pt x="2697" y="308301"/>
                </a:lnTo>
                <a:lnTo>
                  <a:pt x="2697" y="306801"/>
                </a:lnTo>
                <a:lnTo>
                  <a:pt x="2697" y="304866"/>
                </a:lnTo>
                <a:lnTo>
                  <a:pt x="2697" y="303153"/>
                </a:lnTo>
                <a:lnTo>
                  <a:pt x="2697" y="301440"/>
                </a:lnTo>
                <a:lnTo>
                  <a:pt x="2697" y="299727"/>
                </a:lnTo>
                <a:lnTo>
                  <a:pt x="2697" y="297775"/>
                </a:lnTo>
                <a:lnTo>
                  <a:pt x="2697" y="296266"/>
                </a:lnTo>
                <a:lnTo>
                  <a:pt x="2697" y="294402"/>
                </a:lnTo>
                <a:lnTo>
                  <a:pt x="3173" y="292627"/>
                </a:lnTo>
                <a:lnTo>
                  <a:pt x="3173" y="290940"/>
                </a:lnTo>
                <a:lnTo>
                  <a:pt x="3173" y="289254"/>
                </a:lnTo>
                <a:lnTo>
                  <a:pt x="3173" y="287301"/>
                </a:lnTo>
                <a:lnTo>
                  <a:pt x="3491" y="285615"/>
                </a:lnTo>
                <a:lnTo>
                  <a:pt x="3491" y="283840"/>
                </a:lnTo>
                <a:lnTo>
                  <a:pt x="3491" y="282154"/>
                </a:lnTo>
                <a:lnTo>
                  <a:pt x="3491" y="280201"/>
                </a:lnTo>
                <a:lnTo>
                  <a:pt x="3491" y="278515"/>
                </a:lnTo>
                <a:lnTo>
                  <a:pt x="3808" y="276740"/>
                </a:lnTo>
                <a:lnTo>
                  <a:pt x="3808" y="275053"/>
                </a:lnTo>
                <a:lnTo>
                  <a:pt x="3808" y="273101"/>
                </a:lnTo>
                <a:lnTo>
                  <a:pt x="3808" y="271414"/>
                </a:lnTo>
                <a:lnTo>
                  <a:pt x="3808" y="269462"/>
                </a:lnTo>
                <a:lnTo>
                  <a:pt x="4284" y="267775"/>
                </a:lnTo>
                <a:lnTo>
                  <a:pt x="4284" y="266089"/>
                </a:lnTo>
                <a:lnTo>
                  <a:pt x="4284" y="264314"/>
                </a:lnTo>
                <a:lnTo>
                  <a:pt x="4284" y="262450"/>
                </a:lnTo>
                <a:lnTo>
                  <a:pt x="4284" y="260675"/>
                </a:lnTo>
                <a:lnTo>
                  <a:pt x="4601" y="258811"/>
                </a:lnTo>
                <a:lnTo>
                  <a:pt x="4601" y="257036"/>
                </a:lnTo>
                <a:lnTo>
                  <a:pt x="4601" y="255349"/>
                </a:lnTo>
                <a:lnTo>
                  <a:pt x="4601" y="253397"/>
                </a:lnTo>
                <a:lnTo>
                  <a:pt x="4601" y="251710"/>
                </a:lnTo>
                <a:lnTo>
                  <a:pt x="4601" y="249935"/>
                </a:lnTo>
                <a:lnTo>
                  <a:pt x="4601" y="248249"/>
                </a:lnTo>
                <a:lnTo>
                  <a:pt x="4601" y="246296"/>
                </a:lnTo>
                <a:lnTo>
                  <a:pt x="4601" y="244610"/>
                </a:lnTo>
                <a:lnTo>
                  <a:pt x="5077" y="242657"/>
                </a:lnTo>
                <a:lnTo>
                  <a:pt x="5077" y="240971"/>
                </a:lnTo>
                <a:lnTo>
                  <a:pt x="5077" y="239018"/>
                </a:lnTo>
                <a:lnTo>
                  <a:pt x="5077" y="237332"/>
                </a:lnTo>
                <a:lnTo>
                  <a:pt x="5077" y="235379"/>
                </a:lnTo>
                <a:lnTo>
                  <a:pt x="5395" y="233693"/>
                </a:lnTo>
                <a:lnTo>
                  <a:pt x="5395" y="231740"/>
                </a:lnTo>
                <a:lnTo>
                  <a:pt x="5395" y="230054"/>
                </a:lnTo>
                <a:lnTo>
                  <a:pt x="5395" y="228101"/>
                </a:lnTo>
                <a:lnTo>
                  <a:pt x="5395" y="226149"/>
                </a:lnTo>
                <a:lnTo>
                  <a:pt x="5712" y="224462"/>
                </a:lnTo>
                <a:lnTo>
                  <a:pt x="5712" y="222510"/>
                </a:lnTo>
                <a:lnTo>
                  <a:pt x="5712" y="220823"/>
                </a:lnTo>
                <a:lnTo>
                  <a:pt x="5712" y="218871"/>
                </a:lnTo>
                <a:lnTo>
                  <a:pt x="5712" y="217185"/>
                </a:lnTo>
                <a:lnTo>
                  <a:pt x="6188" y="215232"/>
                </a:lnTo>
                <a:lnTo>
                  <a:pt x="6188" y="213546"/>
                </a:lnTo>
                <a:lnTo>
                  <a:pt x="6188" y="211593"/>
                </a:lnTo>
                <a:lnTo>
                  <a:pt x="6188" y="209640"/>
                </a:lnTo>
                <a:lnTo>
                  <a:pt x="6506" y="207954"/>
                </a:lnTo>
                <a:lnTo>
                  <a:pt x="6506" y="206001"/>
                </a:lnTo>
                <a:lnTo>
                  <a:pt x="6506" y="204315"/>
                </a:lnTo>
                <a:lnTo>
                  <a:pt x="6506" y="202362"/>
                </a:lnTo>
                <a:lnTo>
                  <a:pt x="6506" y="200676"/>
                </a:lnTo>
                <a:lnTo>
                  <a:pt x="6506" y="198546"/>
                </a:lnTo>
                <a:lnTo>
                  <a:pt x="6506" y="196771"/>
                </a:lnTo>
                <a:lnTo>
                  <a:pt x="6506" y="195084"/>
                </a:lnTo>
                <a:lnTo>
                  <a:pt x="6506" y="193132"/>
                </a:lnTo>
                <a:lnTo>
                  <a:pt x="6506" y="191268"/>
                </a:lnTo>
                <a:lnTo>
                  <a:pt x="6982" y="189315"/>
                </a:lnTo>
                <a:lnTo>
                  <a:pt x="6982" y="187540"/>
                </a:lnTo>
                <a:lnTo>
                  <a:pt x="6982" y="185676"/>
                </a:lnTo>
                <a:lnTo>
                  <a:pt x="6982" y="183724"/>
                </a:lnTo>
                <a:lnTo>
                  <a:pt x="6982" y="182037"/>
                </a:lnTo>
                <a:lnTo>
                  <a:pt x="7299" y="180085"/>
                </a:lnTo>
                <a:lnTo>
                  <a:pt x="7299" y="178398"/>
                </a:lnTo>
                <a:lnTo>
                  <a:pt x="7299" y="176179"/>
                </a:lnTo>
                <a:lnTo>
                  <a:pt x="7299" y="174493"/>
                </a:lnTo>
                <a:lnTo>
                  <a:pt x="7775" y="172540"/>
                </a:lnTo>
                <a:lnTo>
                  <a:pt x="7775" y="170677"/>
                </a:lnTo>
                <a:lnTo>
                  <a:pt x="7775" y="168901"/>
                </a:lnTo>
                <a:lnTo>
                  <a:pt x="7775" y="167038"/>
                </a:lnTo>
                <a:lnTo>
                  <a:pt x="7775" y="165085"/>
                </a:lnTo>
                <a:lnTo>
                  <a:pt x="8093" y="163132"/>
                </a:lnTo>
                <a:lnTo>
                  <a:pt x="8093" y="161180"/>
                </a:lnTo>
                <a:lnTo>
                  <a:pt x="8093" y="159493"/>
                </a:lnTo>
                <a:lnTo>
                  <a:pt x="8093" y="157541"/>
                </a:lnTo>
                <a:lnTo>
                  <a:pt x="8093" y="155588"/>
                </a:lnTo>
                <a:lnTo>
                  <a:pt x="8410" y="153724"/>
                </a:lnTo>
                <a:lnTo>
                  <a:pt x="8410" y="151772"/>
                </a:lnTo>
                <a:lnTo>
                  <a:pt x="8410" y="150085"/>
                </a:lnTo>
                <a:lnTo>
                  <a:pt x="8410" y="148133"/>
                </a:lnTo>
                <a:lnTo>
                  <a:pt x="8410" y="146180"/>
                </a:lnTo>
                <a:lnTo>
                  <a:pt x="8886" y="144227"/>
                </a:lnTo>
                <a:lnTo>
                  <a:pt x="8886" y="142364"/>
                </a:lnTo>
                <a:lnTo>
                  <a:pt x="8886" y="140588"/>
                </a:lnTo>
                <a:lnTo>
                  <a:pt x="8886" y="138458"/>
                </a:lnTo>
                <a:lnTo>
                  <a:pt x="8886" y="136772"/>
                </a:lnTo>
                <a:lnTo>
                  <a:pt x="8886" y="134819"/>
                </a:lnTo>
                <a:lnTo>
                  <a:pt x="8886" y="132867"/>
                </a:lnTo>
                <a:lnTo>
                  <a:pt x="8886" y="131003"/>
                </a:lnTo>
                <a:lnTo>
                  <a:pt x="8886" y="129050"/>
                </a:lnTo>
                <a:lnTo>
                  <a:pt x="9203" y="127098"/>
                </a:lnTo>
                <a:lnTo>
                  <a:pt x="9203" y="125411"/>
                </a:lnTo>
                <a:lnTo>
                  <a:pt x="9203" y="123281"/>
                </a:lnTo>
                <a:lnTo>
                  <a:pt x="9203" y="121328"/>
                </a:lnTo>
                <a:lnTo>
                  <a:pt x="9203" y="119376"/>
                </a:lnTo>
                <a:lnTo>
                  <a:pt x="9679" y="117423"/>
                </a:lnTo>
                <a:lnTo>
                  <a:pt x="9679" y="115737"/>
                </a:lnTo>
                <a:lnTo>
                  <a:pt x="9679" y="113607"/>
                </a:lnTo>
                <a:lnTo>
                  <a:pt x="9679" y="111920"/>
                </a:lnTo>
                <a:lnTo>
                  <a:pt x="9679" y="109968"/>
                </a:lnTo>
                <a:lnTo>
                  <a:pt x="9997" y="107838"/>
                </a:lnTo>
                <a:lnTo>
                  <a:pt x="9997" y="106062"/>
                </a:lnTo>
                <a:lnTo>
                  <a:pt x="9997" y="104199"/>
                </a:lnTo>
                <a:lnTo>
                  <a:pt x="9997" y="102068"/>
                </a:lnTo>
                <a:lnTo>
                  <a:pt x="10314" y="100293"/>
                </a:lnTo>
                <a:lnTo>
                  <a:pt x="10314" y="98163"/>
                </a:lnTo>
                <a:lnTo>
                  <a:pt x="10314" y="96211"/>
                </a:lnTo>
                <a:lnTo>
                  <a:pt x="10314" y="94524"/>
                </a:lnTo>
                <a:lnTo>
                  <a:pt x="10314" y="92394"/>
                </a:lnTo>
                <a:lnTo>
                  <a:pt x="10790" y="90441"/>
                </a:lnTo>
                <a:lnTo>
                  <a:pt x="10790" y="88755"/>
                </a:lnTo>
                <a:lnTo>
                  <a:pt x="10790" y="86625"/>
                </a:lnTo>
                <a:lnTo>
                  <a:pt x="10790" y="84672"/>
                </a:lnTo>
                <a:lnTo>
                  <a:pt x="10790" y="82897"/>
                </a:lnTo>
                <a:lnTo>
                  <a:pt x="10790" y="80767"/>
                </a:lnTo>
                <a:lnTo>
                  <a:pt x="10790" y="78903"/>
                </a:lnTo>
                <a:lnTo>
                  <a:pt x="10790" y="76951"/>
                </a:lnTo>
                <a:lnTo>
                  <a:pt x="10790" y="74998"/>
                </a:lnTo>
                <a:lnTo>
                  <a:pt x="10790" y="73045"/>
                </a:lnTo>
                <a:lnTo>
                  <a:pt x="11108" y="70915"/>
                </a:lnTo>
                <a:lnTo>
                  <a:pt x="11108" y="68963"/>
                </a:lnTo>
                <a:lnTo>
                  <a:pt x="11108" y="67276"/>
                </a:lnTo>
                <a:lnTo>
                  <a:pt x="11108" y="65146"/>
                </a:lnTo>
                <a:lnTo>
                  <a:pt x="11584" y="63194"/>
                </a:lnTo>
                <a:lnTo>
                  <a:pt x="11584" y="61241"/>
                </a:lnTo>
                <a:lnTo>
                  <a:pt x="11584" y="59111"/>
                </a:lnTo>
                <a:lnTo>
                  <a:pt x="11584" y="57424"/>
                </a:lnTo>
                <a:lnTo>
                  <a:pt x="11584" y="55472"/>
                </a:lnTo>
                <a:lnTo>
                  <a:pt x="11901" y="53342"/>
                </a:lnTo>
                <a:lnTo>
                  <a:pt x="11901" y="51389"/>
                </a:lnTo>
                <a:lnTo>
                  <a:pt x="11901" y="49525"/>
                </a:lnTo>
                <a:lnTo>
                  <a:pt x="11901" y="47306"/>
                </a:lnTo>
                <a:lnTo>
                  <a:pt x="11901" y="45620"/>
                </a:lnTo>
                <a:lnTo>
                  <a:pt x="12218" y="43667"/>
                </a:lnTo>
                <a:lnTo>
                  <a:pt x="12218" y="41537"/>
                </a:lnTo>
                <a:lnTo>
                  <a:pt x="12218" y="39585"/>
                </a:lnTo>
                <a:lnTo>
                  <a:pt x="12218" y="37721"/>
                </a:lnTo>
                <a:lnTo>
                  <a:pt x="12218" y="35591"/>
                </a:lnTo>
                <a:lnTo>
                  <a:pt x="12694" y="33638"/>
                </a:lnTo>
                <a:lnTo>
                  <a:pt x="12694" y="31685"/>
                </a:lnTo>
                <a:lnTo>
                  <a:pt x="12694" y="29733"/>
                </a:lnTo>
                <a:lnTo>
                  <a:pt x="12694" y="27602"/>
                </a:lnTo>
                <a:lnTo>
                  <a:pt x="13012" y="25916"/>
                </a:lnTo>
                <a:lnTo>
                  <a:pt x="13012" y="23786"/>
                </a:lnTo>
                <a:lnTo>
                  <a:pt x="13012" y="21833"/>
                </a:lnTo>
                <a:lnTo>
                  <a:pt x="13012" y="19881"/>
                </a:lnTo>
                <a:lnTo>
                  <a:pt x="13012" y="17928"/>
                </a:lnTo>
                <a:lnTo>
                  <a:pt x="13012" y="15798"/>
                </a:lnTo>
                <a:lnTo>
                  <a:pt x="13012" y="13934"/>
                </a:lnTo>
                <a:lnTo>
                  <a:pt x="13012" y="11982"/>
                </a:lnTo>
                <a:lnTo>
                  <a:pt x="13012" y="9851"/>
                </a:lnTo>
                <a:lnTo>
                  <a:pt x="13012" y="7899"/>
                </a:lnTo>
                <a:lnTo>
                  <a:pt x="13488" y="5946"/>
                </a:lnTo>
                <a:lnTo>
                  <a:pt x="13488" y="3816"/>
                </a:lnTo>
                <a:lnTo>
                  <a:pt x="13488" y="1863"/>
                </a:lnTo>
                <a:lnTo>
                  <a:pt x="13488" y="0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4085816" y="2978321"/>
            <a:ext cx="13805" cy="416263"/>
          </a:xfrm>
          <a:custGeom>
            <a:avLst/>
            <a:gdLst/>
            <a:ahLst/>
            <a:cxnLst/>
            <a:rect l="l" t="t" r="r" b="b"/>
            <a:pathLst>
              <a:path w="13805" h="416263">
                <a:moveTo>
                  <a:pt x="0" y="416263"/>
                </a:moveTo>
                <a:lnTo>
                  <a:pt x="0" y="414044"/>
                </a:lnTo>
                <a:lnTo>
                  <a:pt x="317" y="412181"/>
                </a:lnTo>
                <a:lnTo>
                  <a:pt x="317" y="410228"/>
                </a:lnTo>
                <a:lnTo>
                  <a:pt x="317" y="408275"/>
                </a:lnTo>
                <a:lnTo>
                  <a:pt x="317" y="406145"/>
                </a:lnTo>
                <a:lnTo>
                  <a:pt x="793" y="404193"/>
                </a:lnTo>
                <a:lnTo>
                  <a:pt x="793" y="402062"/>
                </a:lnTo>
                <a:lnTo>
                  <a:pt x="793" y="399932"/>
                </a:lnTo>
                <a:lnTo>
                  <a:pt x="793" y="397980"/>
                </a:lnTo>
                <a:lnTo>
                  <a:pt x="793" y="396027"/>
                </a:lnTo>
                <a:lnTo>
                  <a:pt x="1110" y="393897"/>
                </a:lnTo>
                <a:lnTo>
                  <a:pt x="1110" y="392033"/>
                </a:lnTo>
                <a:lnTo>
                  <a:pt x="1110" y="390080"/>
                </a:lnTo>
                <a:lnTo>
                  <a:pt x="1110" y="388128"/>
                </a:lnTo>
                <a:lnTo>
                  <a:pt x="1110" y="385998"/>
                </a:lnTo>
                <a:lnTo>
                  <a:pt x="1428" y="384045"/>
                </a:lnTo>
                <a:lnTo>
                  <a:pt x="1428" y="381915"/>
                </a:lnTo>
                <a:lnTo>
                  <a:pt x="1428" y="379785"/>
                </a:lnTo>
                <a:lnTo>
                  <a:pt x="1428" y="377832"/>
                </a:lnTo>
                <a:lnTo>
                  <a:pt x="1428" y="375880"/>
                </a:lnTo>
                <a:lnTo>
                  <a:pt x="1428" y="374016"/>
                </a:lnTo>
                <a:lnTo>
                  <a:pt x="1428" y="371797"/>
                </a:lnTo>
                <a:lnTo>
                  <a:pt x="1428" y="369667"/>
                </a:lnTo>
                <a:lnTo>
                  <a:pt x="1428" y="367803"/>
                </a:lnTo>
                <a:lnTo>
                  <a:pt x="1904" y="365584"/>
                </a:lnTo>
                <a:lnTo>
                  <a:pt x="1904" y="363720"/>
                </a:lnTo>
                <a:lnTo>
                  <a:pt x="1904" y="361767"/>
                </a:lnTo>
                <a:lnTo>
                  <a:pt x="1904" y="359815"/>
                </a:lnTo>
                <a:lnTo>
                  <a:pt x="1904" y="357507"/>
                </a:lnTo>
                <a:lnTo>
                  <a:pt x="2221" y="355555"/>
                </a:lnTo>
                <a:lnTo>
                  <a:pt x="2221" y="353602"/>
                </a:lnTo>
                <a:lnTo>
                  <a:pt x="2221" y="351472"/>
                </a:lnTo>
                <a:lnTo>
                  <a:pt x="2221" y="349342"/>
                </a:lnTo>
                <a:lnTo>
                  <a:pt x="2221" y="347389"/>
                </a:lnTo>
                <a:lnTo>
                  <a:pt x="2697" y="345436"/>
                </a:lnTo>
                <a:lnTo>
                  <a:pt x="2697" y="343306"/>
                </a:lnTo>
                <a:lnTo>
                  <a:pt x="2697" y="341354"/>
                </a:lnTo>
                <a:lnTo>
                  <a:pt x="2697" y="339224"/>
                </a:lnTo>
                <a:lnTo>
                  <a:pt x="2697" y="337271"/>
                </a:lnTo>
                <a:lnTo>
                  <a:pt x="3015" y="335141"/>
                </a:lnTo>
                <a:lnTo>
                  <a:pt x="3015" y="333011"/>
                </a:lnTo>
                <a:lnTo>
                  <a:pt x="3015" y="331058"/>
                </a:lnTo>
                <a:lnTo>
                  <a:pt x="3015" y="329194"/>
                </a:lnTo>
                <a:lnTo>
                  <a:pt x="3332" y="327064"/>
                </a:lnTo>
                <a:lnTo>
                  <a:pt x="3332" y="324845"/>
                </a:lnTo>
                <a:lnTo>
                  <a:pt x="3332" y="322981"/>
                </a:lnTo>
                <a:lnTo>
                  <a:pt x="3332" y="320762"/>
                </a:lnTo>
                <a:lnTo>
                  <a:pt x="3332" y="318632"/>
                </a:lnTo>
                <a:lnTo>
                  <a:pt x="3808" y="316768"/>
                </a:lnTo>
                <a:lnTo>
                  <a:pt x="3808" y="314816"/>
                </a:lnTo>
                <a:lnTo>
                  <a:pt x="3808" y="312419"/>
                </a:lnTo>
                <a:lnTo>
                  <a:pt x="3808" y="310555"/>
                </a:lnTo>
                <a:lnTo>
                  <a:pt x="3808" y="308603"/>
                </a:lnTo>
                <a:lnTo>
                  <a:pt x="3808" y="306473"/>
                </a:lnTo>
                <a:lnTo>
                  <a:pt x="3808" y="304254"/>
                </a:lnTo>
                <a:lnTo>
                  <a:pt x="3808" y="302390"/>
                </a:lnTo>
                <a:lnTo>
                  <a:pt x="3808" y="300260"/>
                </a:lnTo>
                <a:lnTo>
                  <a:pt x="3808" y="298307"/>
                </a:lnTo>
                <a:lnTo>
                  <a:pt x="4125" y="296177"/>
                </a:lnTo>
                <a:lnTo>
                  <a:pt x="4125" y="293958"/>
                </a:lnTo>
                <a:lnTo>
                  <a:pt x="4125" y="292094"/>
                </a:lnTo>
                <a:lnTo>
                  <a:pt x="4125" y="289964"/>
                </a:lnTo>
                <a:lnTo>
                  <a:pt x="4601" y="287745"/>
                </a:lnTo>
                <a:lnTo>
                  <a:pt x="4601" y="285881"/>
                </a:lnTo>
                <a:lnTo>
                  <a:pt x="4601" y="283751"/>
                </a:lnTo>
                <a:lnTo>
                  <a:pt x="4601" y="281799"/>
                </a:lnTo>
                <a:lnTo>
                  <a:pt x="4601" y="279402"/>
                </a:lnTo>
                <a:lnTo>
                  <a:pt x="4919" y="277450"/>
                </a:lnTo>
                <a:lnTo>
                  <a:pt x="4919" y="275586"/>
                </a:lnTo>
                <a:lnTo>
                  <a:pt x="4919" y="273456"/>
                </a:lnTo>
                <a:lnTo>
                  <a:pt x="4919" y="271237"/>
                </a:lnTo>
                <a:lnTo>
                  <a:pt x="4919" y="269107"/>
                </a:lnTo>
                <a:lnTo>
                  <a:pt x="5395" y="267154"/>
                </a:lnTo>
                <a:lnTo>
                  <a:pt x="5395" y="265024"/>
                </a:lnTo>
                <a:lnTo>
                  <a:pt x="5395" y="262894"/>
                </a:lnTo>
                <a:lnTo>
                  <a:pt x="5395" y="260764"/>
                </a:lnTo>
                <a:lnTo>
                  <a:pt x="5395" y="258811"/>
                </a:lnTo>
                <a:lnTo>
                  <a:pt x="5712" y="256947"/>
                </a:lnTo>
                <a:lnTo>
                  <a:pt x="5712" y="254728"/>
                </a:lnTo>
                <a:lnTo>
                  <a:pt x="5712" y="252598"/>
                </a:lnTo>
                <a:lnTo>
                  <a:pt x="5712" y="250468"/>
                </a:lnTo>
                <a:lnTo>
                  <a:pt x="5712" y="248515"/>
                </a:lnTo>
                <a:lnTo>
                  <a:pt x="5712" y="246385"/>
                </a:lnTo>
                <a:lnTo>
                  <a:pt x="5712" y="244255"/>
                </a:lnTo>
                <a:lnTo>
                  <a:pt x="5712" y="242125"/>
                </a:lnTo>
                <a:lnTo>
                  <a:pt x="5712" y="240172"/>
                </a:lnTo>
                <a:lnTo>
                  <a:pt x="6030" y="238042"/>
                </a:lnTo>
                <a:lnTo>
                  <a:pt x="6030" y="235912"/>
                </a:lnTo>
                <a:lnTo>
                  <a:pt x="6030" y="233782"/>
                </a:lnTo>
                <a:lnTo>
                  <a:pt x="6030" y="231829"/>
                </a:lnTo>
                <a:lnTo>
                  <a:pt x="6030" y="229699"/>
                </a:lnTo>
                <a:lnTo>
                  <a:pt x="6506" y="227569"/>
                </a:lnTo>
                <a:lnTo>
                  <a:pt x="6506" y="225350"/>
                </a:lnTo>
                <a:lnTo>
                  <a:pt x="6506" y="223220"/>
                </a:lnTo>
                <a:lnTo>
                  <a:pt x="6506" y="221267"/>
                </a:lnTo>
                <a:lnTo>
                  <a:pt x="6506" y="219137"/>
                </a:lnTo>
                <a:lnTo>
                  <a:pt x="6823" y="217007"/>
                </a:lnTo>
                <a:lnTo>
                  <a:pt x="6823" y="214877"/>
                </a:lnTo>
                <a:lnTo>
                  <a:pt x="6823" y="212924"/>
                </a:lnTo>
                <a:lnTo>
                  <a:pt x="6823" y="210794"/>
                </a:lnTo>
                <a:lnTo>
                  <a:pt x="7299" y="208664"/>
                </a:lnTo>
                <a:lnTo>
                  <a:pt x="7299" y="206534"/>
                </a:lnTo>
                <a:lnTo>
                  <a:pt x="7299" y="204404"/>
                </a:lnTo>
                <a:lnTo>
                  <a:pt x="7299" y="202451"/>
                </a:lnTo>
                <a:lnTo>
                  <a:pt x="7299" y="200321"/>
                </a:lnTo>
                <a:lnTo>
                  <a:pt x="7616" y="198191"/>
                </a:lnTo>
                <a:lnTo>
                  <a:pt x="7616" y="195972"/>
                </a:lnTo>
                <a:lnTo>
                  <a:pt x="7616" y="194108"/>
                </a:lnTo>
                <a:lnTo>
                  <a:pt x="7616" y="191978"/>
                </a:lnTo>
                <a:lnTo>
                  <a:pt x="7616" y="189759"/>
                </a:lnTo>
                <a:lnTo>
                  <a:pt x="7934" y="187629"/>
                </a:lnTo>
                <a:lnTo>
                  <a:pt x="7934" y="185499"/>
                </a:lnTo>
                <a:lnTo>
                  <a:pt x="7934" y="183369"/>
                </a:lnTo>
                <a:lnTo>
                  <a:pt x="7934" y="181416"/>
                </a:lnTo>
                <a:lnTo>
                  <a:pt x="7934" y="179108"/>
                </a:lnTo>
                <a:lnTo>
                  <a:pt x="7934" y="177156"/>
                </a:lnTo>
                <a:lnTo>
                  <a:pt x="7934" y="175026"/>
                </a:lnTo>
                <a:lnTo>
                  <a:pt x="7934" y="172895"/>
                </a:lnTo>
                <a:lnTo>
                  <a:pt x="7934" y="170943"/>
                </a:lnTo>
                <a:lnTo>
                  <a:pt x="8410" y="168546"/>
                </a:lnTo>
                <a:lnTo>
                  <a:pt x="8410" y="166416"/>
                </a:lnTo>
                <a:lnTo>
                  <a:pt x="8410" y="164464"/>
                </a:lnTo>
                <a:lnTo>
                  <a:pt x="8410" y="162334"/>
                </a:lnTo>
                <a:lnTo>
                  <a:pt x="8410" y="160203"/>
                </a:lnTo>
                <a:lnTo>
                  <a:pt x="8727" y="158073"/>
                </a:lnTo>
                <a:lnTo>
                  <a:pt x="8727" y="155943"/>
                </a:lnTo>
                <a:lnTo>
                  <a:pt x="8727" y="153991"/>
                </a:lnTo>
                <a:lnTo>
                  <a:pt x="8727" y="151860"/>
                </a:lnTo>
                <a:lnTo>
                  <a:pt x="8727" y="149730"/>
                </a:lnTo>
                <a:lnTo>
                  <a:pt x="9203" y="147334"/>
                </a:lnTo>
                <a:lnTo>
                  <a:pt x="9203" y="145381"/>
                </a:lnTo>
                <a:lnTo>
                  <a:pt x="9203" y="143251"/>
                </a:lnTo>
                <a:lnTo>
                  <a:pt x="9203" y="141121"/>
                </a:lnTo>
                <a:lnTo>
                  <a:pt x="9203" y="138991"/>
                </a:lnTo>
                <a:lnTo>
                  <a:pt x="9521" y="136861"/>
                </a:lnTo>
                <a:lnTo>
                  <a:pt x="9521" y="134642"/>
                </a:lnTo>
                <a:lnTo>
                  <a:pt x="9521" y="132778"/>
                </a:lnTo>
                <a:lnTo>
                  <a:pt x="9521" y="130648"/>
                </a:lnTo>
                <a:lnTo>
                  <a:pt x="9997" y="128251"/>
                </a:lnTo>
                <a:lnTo>
                  <a:pt x="9997" y="126299"/>
                </a:lnTo>
                <a:lnTo>
                  <a:pt x="9997" y="124169"/>
                </a:lnTo>
                <a:lnTo>
                  <a:pt x="9997" y="122038"/>
                </a:lnTo>
                <a:lnTo>
                  <a:pt x="9997" y="119908"/>
                </a:lnTo>
                <a:lnTo>
                  <a:pt x="9997" y="117778"/>
                </a:lnTo>
                <a:lnTo>
                  <a:pt x="9997" y="115559"/>
                </a:lnTo>
                <a:lnTo>
                  <a:pt x="9997" y="113429"/>
                </a:lnTo>
                <a:lnTo>
                  <a:pt x="9997" y="111565"/>
                </a:lnTo>
                <a:lnTo>
                  <a:pt x="9997" y="109346"/>
                </a:lnTo>
                <a:lnTo>
                  <a:pt x="10314" y="107039"/>
                </a:lnTo>
                <a:lnTo>
                  <a:pt x="10314" y="104909"/>
                </a:lnTo>
                <a:lnTo>
                  <a:pt x="10314" y="102956"/>
                </a:lnTo>
                <a:lnTo>
                  <a:pt x="10314" y="100826"/>
                </a:lnTo>
                <a:lnTo>
                  <a:pt x="10314" y="98696"/>
                </a:lnTo>
                <a:lnTo>
                  <a:pt x="10631" y="96477"/>
                </a:lnTo>
                <a:lnTo>
                  <a:pt x="10631" y="94347"/>
                </a:lnTo>
                <a:lnTo>
                  <a:pt x="10631" y="92217"/>
                </a:lnTo>
                <a:lnTo>
                  <a:pt x="10631" y="90086"/>
                </a:lnTo>
                <a:lnTo>
                  <a:pt x="11108" y="87956"/>
                </a:lnTo>
                <a:lnTo>
                  <a:pt x="11108" y="85826"/>
                </a:lnTo>
                <a:lnTo>
                  <a:pt x="11108" y="83607"/>
                </a:lnTo>
                <a:lnTo>
                  <a:pt x="11108" y="81477"/>
                </a:lnTo>
                <a:lnTo>
                  <a:pt x="11108" y="79347"/>
                </a:lnTo>
                <a:lnTo>
                  <a:pt x="11425" y="77394"/>
                </a:lnTo>
                <a:lnTo>
                  <a:pt x="11425" y="75264"/>
                </a:lnTo>
                <a:lnTo>
                  <a:pt x="11425" y="72957"/>
                </a:lnTo>
                <a:lnTo>
                  <a:pt x="11425" y="70826"/>
                </a:lnTo>
                <a:lnTo>
                  <a:pt x="11425" y="68608"/>
                </a:lnTo>
                <a:lnTo>
                  <a:pt x="11901" y="66744"/>
                </a:lnTo>
                <a:lnTo>
                  <a:pt x="11901" y="64525"/>
                </a:lnTo>
                <a:lnTo>
                  <a:pt x="11901" y="62217"/>
                </a:lnTo>
                <a:lnTo>
                  <a:pt x="11901" y="60087"/>
                </a:lnTo>
                <a:lnTo>
                  <a:pt x="11901" y="57957"/>
                </a:lnTo>
                <a:lnTo>
                  <a:pt x="12218" y="56004"/>
                </a:lnTo>
                <a:lnTo>
                  <a:pt x="12218" y="53874"/>
                </a:lnTo>
                <a:lnTo>
                  <a:pt x="12218" y="51478"/>
                </a:lnTo>
                <a:lnTo>
                  <a:pt x="12218" y="49348"/>
                </a:lnTo>
                <a:lnTo>
                  <a:pt x="12218" y="47217"/>
                </a:lnTo>
                <a:lnTo>
                  <a:pt x="12218" y="45265"/>
                </a:lnTo>
                <a:lnTo>
                  <a:pt x="12218" y="43135"/>
                </a:lnTo>
                <a:lnTo>
                  <a:pt x="12218" y="41005"/>
                </a:lnTo>
                <a:lnTo>
                  <a:pt x="12218" y="38608"/>
                </a:lnTo>
                <a:lnTo>
                  <a:pt x="12536" y="36478"/>
                </a:lnTo>
                <a:lnTo>
                  <a:pt x="12536" y="34525"/>
                </a:lnTo>
                <a:lnTo>
                  <a:pt x="12536" y="32395"/>
                </a:lnTo>
                <a:lnTo>
                  <a:pt x="12536" y="30265"/>
                </a:lnTo>
                <a:lnTo>
                  <a:pt x="12536" y="27869"/>
                </a:lnTo>
                <a:lnTo>
                  <a:pt x="13012" y="25739"/>
                </a:lnTo>
                <a:lnTo>
                  <a:pt x="13012" y="23786"/>
                </a:lnTo>
                <a:lnTo>
                  <a:pt x="13012" y="21656"/>
                </a:lnTo>
                <a:lnTo>
                  <a:pt x="13012" y="19526"/>
                </a:lnTo>
                <a:lnTo>
                  <a:pt x="13012" y="17396"/>
                </a:lnTo>
                <a:lnTo>
                  <a:pt x="13329" y="14999"/>
                </a:lnTo>
                <a:lnTo>
                  <a:pt x="13329" y="12869"/>
                </a:lnTo>
                <a:lnTo>
                  <a:pt x="13329" y="11005"/>
                </a:lnTo>
                <a:lnTo>
                  <a:pt x="13329" y="8786"/>
                </a:lnTo>
                <a:lnTo>
                  <a:pt x="13805" y="6656"/>
                </a:lnTo>
                <a:lnTo>
                  <a:pt x="13805" y="4349"/>
                </a:lnTo>
                <a:lnTo>
                  <a:pt x="13805" y="2130"/>
                </a:lnTo>
                <a:lnTo>
                  <a:pt x="13805" y="0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4099622" y="2552116"/>
            <a:ext cx="13329" cy="426204"/>
          </a:xfrm>
          <a:custGeom>
            <a:avLst/>
            <a:gdLst/>
            <a:ahLst/>
            <a:cxnLst/>
            <a:rect l="l" t="t" r="r" b="b"/>
            <a:pathLst>
              <a:path w="13329" h="426204">
                <a:moveTo>
                  <a:pt x="0" y="426204"/>
                </a:moveTo>
                <a:lnTo>
                  <a:pt x="0" y="424340"/>
                </a:lnTo>
                <a:lnTo>
                  <a:pt x="317" y="422121"/>
                </a:lnTo>
                <a:lnTo>
                  <a:pt x="317" y="419991"/>
                </a:lnTo>
                <a:lnTo>
                  <a:pt x="317" y="417683"/>
                </a:lnTo>
                <a:lnTo>
                  <a:pt x="317" y="415553"/>
                </a:lnTo>
                <a:lnTo>
                  <a:pt x="317" y="413334"/>
                </a:lnTo>
                <a:lnTo>
                  <a:pt x="317" y="411204"/>
                </a:lnTo>
                <a:lnTo>
                  <a:pt x="317" y="409252"/>
                </a:lnTo>
                <a:lnTo>
                  <a:pt x="317" y="406944"/>
                </a:lnTo>
                <a:lnTo>
                  <a:pt x="317" y="404814"/>
                </a:lnTo>
                <a:lnTo>
                  <a:pt x="317" y="402684"/>
                </a:lnTo>
                <a:lnTo>
                  <a:pt x="793" y="400465"/>
                </a:lnTo>
                <a:lnTo>
                  <a:pt x="793" y="398601"/>
                </a:lnTo>
                <a:lnTo>
                  <a:pt x="793" y="396205"/>
                </a:lnTo>
                <a:lnTo>
                  <a:pt x="793" y="394252"/>
                </a:lnTo>
                <a:lnTo>
                  <a:pt x="1110" y="392122"/>
                </a:lnTo>
                <a:lnTo>
                  <a:pt x="1110" y="389992"/>
                </a:lnTo>
                <a:lnTo>
                  <a:pt x="1110" y="387862"/>
                </a:lnTo>
                <a:lnTo>
                  <a:pt x="1110" y="385731"/>
                </a:lnTo>
                <a:lnTo>
                  <a:pt x="1110" y="383335"/>
                </a:lnTo>
                <a:lnTo>
                  <a:pt x="1428" y="381205"/>
                </a:lnTo>
                <a:lnTo>
                  <a:pt x="1428" y="379252"/>
                </a:lnTo>
                <a:lnTo>
                  <a:pt x="1428" y="377122"/>
                </a:lnTo>
                <a:lnTo>
                  <a:pt x="1428" y="374992"/>
                </a:lnTo>
                <a:lnTo>
                  <a:pt x="1428" y="372596"/>
                </a:lnTo>
                <a:lnTo>
                  <a:pt x="1904" y="370465"/>
                </a:lnTo>
                <a:lnTo>
                  <a:pt x="1904" y="368335"/>
                </a:lnTo>
                <a:lnTo>
                  <a:pt x="1904" y="366205"/>
                </a:lnTo>
                <a:lnTo>
                  <a:pt x="1904" y="364075"/>
                </a:lnTo>
                <a:lnTo>
                  <a:pt x="1904" y="362122"/>
                </a:lnTo>
                <a:lnTo>
                  <a:pt x="2221" y="359726"/>
                </a:lnTo>
                <a:lnTo>
                  <a:pt x="2221" y="357596"/>
                </a:lnTo>
                <a:lnTo>
                  <a:pt x="2221" y="355466"/>
                </a:lnTo>
                <a:lnTo>
                  <a:pt x="2221" y="353336"/>
                </a:lnTo>
                <a:lnTo>
                  <a:pt x="2221" y="351206"/>
                </a:lnTo>
                <a:lnTo>
                  <a:pt x="2221" y="349075"/>
                </a:lnTo>
                <a:lnTo>
                  <a:pt x="2221" y="346679"/>
                </a:lnTo>
                <a:lnTo>
                  <a:pt x="2221" y="344726"/>
                </a:lnTo>
                <a:lnTo>
                  <a:pt x="2221" y="342596"/>
                </a:lnTo>
                <a:lnTo>
                  <a:pt x="2697" y="340466"/>
                </a:lnTo>
                <a:lnTo>
                  <a:pt x="2697" y="338336"/>
                </a:lnTo>
                <a:lnTo>
                  <a:pt x="2697" y="336206"/>
                </a:lnTo>
                <a:lnTo>
                  <a:pt x="2697" y="333809"/>
                </a:lnTo>
                <a:lnTo>
                  <a:pt x="2697" y="331679"/>
                </a:lnTo>
                <a:lnTo>
                  <a:pt x="3015" y="329549"/>
                </a:lnTo>
                <a:lnTo>
                  <a:pt x="3015" y="327597"/>
                </a:lnTo>
                <a:lnTo>
                  <a:pt x="3015" y="325466"/>
                </a:lnTo>
                <a:lnTo>
                  <a:pt x="3015" y="323070"/>
                </a:lnTo>
                <a:lnTo>
                  <a:pt x="3015" y="320940"/>
                </a:lnTo>
                <a:lnTo>
                  <a:pt x="3332" y="318810"/>
                </a:lnTo>
                <a:lnTo>
                  <a:pt x="3332" y="316680"/>
                </a:lnTo>
                <a:lnTo>
                  <a:pt x="3332" y="314549"/>
                </a:lnTo>
                <a:lnTo>
                  <a:pt x="3332" y="312331"/>
                </a:lnTo>
                <a:lnTo>
                  <a:pt x="3808" y="310023"/>
                </a:lnTo>
                <a:lnTo>
                  <a:pt x="3808" y="308070"/>
                </a:lnTo>
                <a:lnTo>
                  <a:pt x="3808" y="305940"/>
                </a:lnTo>
                <a:lnTo>
                  <a:pt x="3808" y="303810"/>
                </a:lnTo>
                <a:lnTo>
                  <a:pt x="3808" y="301680"/>
                </a:lnTo>
                <a:lnTo>
                  <a:pt x="4125" y="299550"/>
                </a:lnTo>
                <a:lnTo>
                  <a:pt x="4125" y="297153"/>
                </a:lnTo>
                <a:lnTo>
                  <a:pt x="4125" y="295023"/>
                </a:lnTo>
                <a:lnTo>
                  <a:pt x="4125" y="292893"/>
                </a:lnTo>
                <a:lnTo>
                  <a:pt x="4125" y="290940"/>
                </a:lnTo>
                <a:lnTo>
                  <a:pt x="4601" y="288810"/>
                </a:lnTo>
                <a:lnTo>
                  <a:pt x="4601" y="286414"/>
                </a:lnTo>
                <a:lnTo>
                  <a:pt x="4601" y="284284"/>
                </a:lnTo>
                <a:lnTo>
                  <a:pt x="4601" y="282154"/>
                </a:lnTo>
                <a:lnTo>
                  <a:pt x="4601" y="280024"/>
                </a:lnTo>
                <a:lnTo>
                  <a:pt x="4601" y="277893"/>
                </a:lnTo>
                <a:lnTo>
                  <a:pt x="4601" y="275674"/>
                </a:lnTo>
                <a:lnTo>
                  <a:pt x="4601" y="273544"/>
                </a:lnTo>
                <a:lnTo>
                  <a:pt x="4601" y="271414"/>
                </a:lnTo>
                <a:lnTo>
                  <a:pt x="4919" y="269284"/>
                </a:lnTo>
                <a:lnTo>
                  <a:pt x="4919" y="267154"/>
                </a:lnTo>
                <a:lnTo>
                  <a:pt x="4919" y="265024"/>
                </a:lnTo>
                <a:lnTo>
                  <a:pt x="4919" y="262805"/>
                </a:lnTo>
                <a:lnTo>
                  <a:pt x="4919" y="260497"/>
                </a:lnTo>
                <a:lnTo>
                  <a:pt x="5236" y="258367"/>
                </a:lnTo>
                <a:lnTo>
                  <a:pt x="5236" y="256148"/>
                </a:lnTo>
                <a:lnTo>
                  <a:pt x="5236" y="254284"/>
                </a:lnTo>
                <a:lnTo>
                  <a:pt x="5236" y="252154"/>
                </a:lnTo>
                <a:lnTo>
                  <a:pt x="5236" y="249935"/>
                </a:lnTo>
                <a:lnTo>
                  <a:pt x="5712" y="247628"/>
                </a:lnTo>
                <a:lnTo>
                  <a:pt x="5712" y="245498"/>
                </a:lnTo>
                <a:lnTo>
                  <a:pt x="5712" y="243367"/>
                </a:lnTo>
                <a:lnTo>
                  <a:pt x="5712" y="241149"/>
                </a:lnTo>
                <a:lnTo>
                  <a:pt x="5712" y="239285"/>
                </a:lnTo>
                <a:lnTo>
                  <a:pt x="6030" y="236888"/>
                </a:lnTo>
                <a:lnTo>
                  <a:pt x="6030" y="234758"/>
                </a:lnTo>
                <a:lnTo>
                  <a:pt x="6030" y="232628"/>
                </a:lnTo>
                <a:lnTo>
                  <a:pt x="6030" y="230498"/>
                </a:lnTo>
                <a:lnTo>
                  <a:pt x="6506" y="228279"/>
                </a:lnTo>
                <a:lnTo>
                  <a:pt x="6506" y="226149"/>
                </a:lnTo>
                <a:lnTo>
                  <a:pt x="6506" y="223841"/>
                </a:lnTo>
                <a:lnTo>
                  <a:pt x="6506" y="221889"/>
                </a:lnTo>
                <a:lnTo>
                  <a:pt x="6506" y="219758"/>
                </a:lnTo>
                <a:lnTo>
                  <a:pt x="6506" y="217628"/>
                </a:lnTo>
                <a:lnTo>
                  <a:pt x="6506" y="215409"/>
                </a:lnTo>
                <a:lnTo>
                  <a:pt x="6506" y="213279"/>
                </a:lnTo>
                <a:lnTo>
                  <a:pt x="6506" y="210972"/>
                </a:lnTo>
                <a:lnTo>
                  <a:pt x="6506" y="208841"/>
                </a:lnTo>
                <a:lnTo>
                  <a:pt x="6823" y="206889"/>
                </a:lnTo>
                <a:lnTo>
                  <a:pt x="6823" y="204759"/>
                </a:lnTo>
                <a:lnTo>
                  <a:pt x="6823" y="202629"/>
                </a:lnTo>
                <a:lnTo>
                  <a:pt x="6823" y="200232"/>
                </a:lnTo>
                <a:lnTo>
                  <a:pt x="6823" y="198102"/>
                </a:lnTo>
                <a:lnTo>
                  <a:pt x="7299" y="195972"/>
                </a:lnTo>
                <a:lnTo>
                  <a:pt x="7299" y="194019"/>
                </a:lnTo>
                <a:lnTo>
                  <a:pt x="7299" y="191889"/>
                </a:lnTo>
                <a:lnTo>
                  <a:pt x="7299" y="189759"/>
                </a:lnTo>
                <a:lnTo>
                  <a:pt x="7299" y="187363"/>
                </a:lnTo>
                <a:lnTo>
                  <a:pt x="7616" y="185232"/>
                </a:lnTo>
                <a:lnTo>
                  <a:pt x="7616" y="183102"/>
                </a:lnTo>
                <a:lnTo>
                  <a:pt x="7616" y="180972"/>
                </a:lnTo>
                <a:lnTo>
                  <a:pt x="7616" y="179020"/>
                </a:lnTo>
                <a:lnTo>
                  <a:pt x="7934" y="176623"/>
                </a:lnTo>
                <a:lnTo>
                  <a:pt x="7934" y="174493"/>
                </a:lnTo>
                <a:lnTo>
                  <a:pt x="7934" y="172363"/>
                </a:lnTo>
                <a:lnTo>
                  <a:pt x="7934" y="170233"/>
                </a:lnTo>
                <a:lnTo>
                  <a:pt x="7934" y="168103"/>
                </a:lnTo>
                <a:lnTo>
                  <a:pt x="8410" y="166150"/>
                </a:lnTo>
                <a:lnTo>
                  <a:pt x="8410" y="163754"/>
                </a:lnTo>
                <a:lnTo>
                  <a:pt x="8410" y="161623"/>
                </a:lnTo>
                <a:lnTo>
                  <a:pt x="8410" y="159493"/>
                </a:lnTo>
                <a:lnTo>
                  <a:pt x="8410" y="157363"/>
                </a:lnTo>
                <a:lnTo>
                  <a:pt x="8727" y="155411"/>
                </a:lnTo>
                <a:lnTo>
                  <a:pt x="8727" y="153014"/>
                </a:lnTo>
                <a:lnTo>
                  <a:pt x="8727" y="150884"/>
                </a:lnTo>
                <a:lnTo>
                  <a:pt x="8727" y="148754"/>
                </a:lnTo>
                <a:lnTo>
                  <a:pt x="8727" y="146624"/>
                </a:lnTo>
                <a:lnTo>
                  <a:pt x="8727" y="144671"/>
                </a:lnTo>
                <a:lnTo>
                  <a:pt x="8727" y="142364"/>
                </a:lnTo>
                <a:lnTo>
                  <a:pt x="8727" y="140145"/>
                </a:lnTo>
                <a:lnTo>
                  <a:pt x="8727" y="138014"/>
                </a:lnTo>
                <a:lnTo>
                  <a:pt x="9203" y="135884"/>
                </a:lnTo>
                <a:lnTo>
                  <a:pt x="9203" y="133932"/>
                </a:lnTo>
                <a:lnTo>
                  <a:pt x="9203" y="131802"/>
                </a:lnTo>
                <a:lnTo>
                  <a:pt x="9203" y="129494"/>
                </a:lnTo>
                <a:lnTo>
                  <a:pt x="9203" y="127364"/>
                </a:lnTo>
                <a:lnTo>
                  <a:pt x="9521" y="125145"/>
                </a:lnTo>
                <a:lnTo>
                  <a:pt x="9521" y="123281"/>
                </a:lnTo>
                <a:lnTo>
                  <a:pt x="9521" y="121062"/>
                </a:lnTo>
                <a:lnTo>
                  <a:pt x="9521" y="118755"/>
                </a:lnTo>
                <a:lnTo>
                  <a:pt x="9521" y="116624"/>
                </a:lnTo>
                <a:lnTo>
                  <a:pt x="9838" y="114672"/>
                </a:lnTo>
                <a:lnTo>
                  <a:pt x="9838" y="112542"/>
                </a:lnTo>
                <a:lnTo>
                  <a:pt x="9838" y="110411"/>
                </a:lnTo>
                <a:lnTo>
                  <a:pt x="9838" y="108281"/>
                </a:lnTo>
                <a:lnTo>
                  <a:pt x="9838" y="105885"/>
                </a:lnTo>
                <a:lnTo>
                  <a:pt x="10314" y="103932"/>
                </a:lnTo>
                <a:lnTo>
                  <a:pt x="10314" y="101802"/>
                </a:lnTo>
                <a:lnTo>
                  <a:pt x="10314" y="99672"/>
                </a:lnTo>
                <a:lnTo>
                  <a:pt x="10314" y="97542"/>
                </a:lnTo>
                <a:lnTo>
                  <a:pt x="10631" y="95412"/>
                </a:lnTo>
                <a:lnTo>
                  <a:pt x="10631" y="93193"/>
                </a:lnTo>
                <a:lnTo>
                  <a:pt x="10631" y="91063"/>
                </a:lnTo>
                <a:lnTo>
                  <a:pt x="10631" y="88933"/>
                </a:lnTo>
                <a:lnTo>
                  <a:pt x="10631" y="86980"/>
                </a:lnTo>
                <a:lnTo>
                  <a:pt x="10631" y="84672"/>
                </a:lnTo>
                <a:lnTo>
                  <a:pt x="10631" y="82542"/>
                </a:lnTo>
                <a:lnTo>
                  <a:pt x="10631" y="80323"/>
                </a:lnTo>
                <a:lnTo>
                  <a:pt x="10631" y="78459"/>
                </a:lnTo>
                <a:lnTo>
                  <a:pt x="10631" y="76329"/>
                </a:lnTo>
                <a:lnTo>
                  <a:pt x="11108" y="73933"/>
                </a:lnTo>
                <a:lnTo>
                  <a:pt x="11108" y="71980"/>
                </a:lnTo>
                <a:lnTo>
                  <a:pt x="11108" y="69850"/>
                </a:lnTo>
                <a:lnTo>
                  <a:pt x="11108" y="67720"/>
                </a:lnTo>
                <a:lnTo>
                  <a:pt x="11108" y="65590"/>
                </a:lnTo>
                <a:lnTo>
                  <a:pt x="11425" y="63460"/>
                </a:lnTo>
                <a:lnTo>
                  <a:pt x="11425" y="61241"/>
                </a:lnTo>
                <a:lnTo>
                  <a:pt x="11425" y="59111"/>
                </a:lnTo>
                <a:lnTo>
                  <a:pt x="11425" y="57247"/>
                </a:lnTo>
                <a:lnTo>
                  <a:pt x="11901" y="55028"/>
                </a:lnTo>
                <a:lnTo>
                  <a:pt x="11901" y="52720"/>
                </a:lnTo>
                <a:lnTo>
                  <a:pt x="11901" y="50768"/>
                </a:lnTo>
                <a:lnTo>
                  <a:pt x="11901" y="48638"/>
                </a:lnTo>
                <a:lnTo>
                  <a:pt x="11901" y="46507"/>
                </a:lnTo>
                <a:lnTo>
                  <a:pt x="12218" y="44377"/>
                </a:lnTo>
                <a:lnTo>
                  <a:pt x="12218" y="42158"/>
                </a:lnTo>
                <a:lnTo>
                  <a:pt x="12218" y="40028"/>
                </a:lnTo>
                <a:lnTo>
                  <a:pt x="12218" y="38164"/>
                </a:lnTo>
                <a:lnTo>
                  <a:pt x="12218" y="35946"/>
                </a:lnTo>
                <a:lnTo>
                  <a:pt x="12536" y="33815"/>
                </a:lnTo>
                <a:lnTo>
                  <a:pt x="12536" y="31685"/>
                </a:lnTo>
                <a:lnTo>
                  <a:pt x="12536" y="29555"/>
                </a:lnTo>
                <a:lnTo>
                  <a:pt x="12536" y="27425"/>
                </a:lnTo>
                <a:lnTo>
                  <a:pt x="12536" y="25472"/>
                </a:lnTo>
                <a:lnTo>
                  <a:pt x="13012" y="23076"/>
                </a:lnTo>
                <a:lnTo>
                  <a:pt x="13012" y="20946"/>
                </a:lnTo>
                <a:lnTo>
                  <a:pt x="13012" y="19082"/>
                </a:lnTo>
                <a:lnTo>
                  <a:pt x="13012" y="16863"/>
                </a:lnTo>
                <a:lnTo>
                  <a:pt x="13012" y="14733"/>
                </a:lnTo>
                <a:lnTo>
                  <a:pt x="13012" y="12603"/>
                </a:lnTo>
                <a:lnTo>
                  <a:pt x="13012" y="10473"/>
                </a:lnTo>
                <a:lnTo>
                  <a:pt x="13012" y="8520"/>
                </a:lnTo>
                <a:lnTo>
                  <a:pt x="13012" y="6390"/>
                </a:lnTo>
                <a:lnTo>
                  <a:pt x="13329" y="4260"/>
                </a:lnTo>
                <a:lnTo>
                  <a:pt x="13329" y="2130"/>
                </a:lnTo>
                <a:lnTo>
                  <a:pt x="13329" y="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4112952" y="2153248"/>
            <a:ext cx="13805" cy="398867"/>
          </a:xfrm>
          <a:custGeom>
            <a:avLst/>
            <a:gdLst/>
            <a:ahLst/>
            <a:cxnLst/>
            <a:rect l="l" t="t" r="r" b="b"/>
            <a:pathLst>
              <a:path w="13805" h="398867">
                <a:moveTo>
                  <a:pt x="0" y="398867"/>
                </a:moveTo>
                <a:lnTo>
                  <a:pt x="0" y="396648"/>
                </a:lnTo>
                <a:lnTo>
                  <a:pt x="0" y="394785"/>
                </a:lnTo>
                <a:lnTo>
                  <a:pt x="476" y="392566"/>
                </a:lnTo>
                <a:lnTo>
                  <a:pt x="476" y="390436"/>
                </a:lnTo>
                <a:lnTo>
                  <a:pt x="476" y="388305"/>
                </a:lnTo>
                <a:lnTo>
                  <a:pt x="476" y="386353"/>
                </a:lnTo>
                <a:lnTo>
                  <a:pt x="476" y="384223"/>
                </a:lnTo>
                <a:lnTo>
                  <a:pt x="793" y="381915"/>
                </a:lnTo>
                <a:lnTo>
                  <a:pt x="793" y="379962"/>
                </a:lnTo>
                <a:lnTo>
                  <a:pt x="793" y="377832"/>
                </a:lnTo>
                <a:lnTo>
                  <a:pt x="793" y="375880"/>
                </a:lnTo>
                <a:lnTo>
                  <a:pt x="1110" y="373749"/>
                </a:lnTo>
                <a:lnTo>
                  <a:pt x="1110" y="371619"/>
                </a:lnTo>
                <a:lnTo>
                  <a:pt x="1110" y="369489"/>
                </a:lnTo>
                <a:lnTo>
                  <a:pt x="1110" y="367537"/>
                </a:lnTo>
                <a:lnTo>
                  <a:pt x="1110" y="365406"/>
                </a:lnTo>
                <a:lnTo>
                  <a:pt x="1586" y="363010"/>
                </a:lnTo>
                <a:lnTo>
                  <a:pt x="1586" y="361057"/>
                </a:lnTo>
                <a:lnTo>
                  <a:pt x="1586" y="358927"/>
                </a:lnTo>
                <a:lnTo>
                  <a:pt x="1586" y="356975"/>
                </a:lnTo>
                <a:lnTo>
                  <a:pt x="1586" y="354667"/>
                </a:lnTo>
                <a:lnTo>
                  <a:pt x="1586" y="352714"/>
                </a:lnTo>
                <a:lnTo>
                  <a:pt x="1586" y="350584"/>
                </a:lnTo>
                <a:lnTo>
                  <a:pt x="1586" y="348632"/>
                </a:lnTo>
                <a:lnTo>
                  <a:pt x="1586" y="346501"/>
                </a:lnTo>
                <a:lnTo>
                  <a:pt x="1586" y="344371"/>
                </a:lnTo>
                <a:lnTo>
                  <a:pt x="1904" y="342241"/>
                </a:lnTo>
                <a:lnTo>
                  <a:pt x="1904" y="340289"/>
                </a:lnTo>
                <a:lnTo>
                  <a:pt x="1904" y="338158"/>
                </a:lnTo>
                <a:lnTo>
                  <a:pt x="1904" y="336028"/>
                </a:lnTo>
                <a:lnTo>
                  <a:pt x="2380" y="333809"/>
                </a:lnTo>
                <a:lnTo>
                  <a:pt x="2380" y="331946"/>
                </a:lnTo>
                <a:lnTo>
                  <a:pt x="2380" y="329993"/>
                </a:lnTo>
                <a:lnTo>
                  <a:pt x="2380" y="327597"/>
                </a:lnTo>
                <a:lnTo>
                  <a:pt x="2380" y="325733"/>
                </a:lnTo>
                <a:lnTo>
                  <a:pt x="2697" y="323603"/>
                </a:lnTo>
                <a:lnTo>
                  <a:pt x="2697" y="321650"/>
                </a:lnTo>
                <a:lnTo>
                  <a:pt x="2697" y="319253"/>
                </a:lnTo>
                <a:lnTo>
                  <a:pt x="2697" y="317301"/>
                </a:lnTo>
                <a:lnTo>
                  <a:pt x="2697" y="315171"/>
                </a:lnTo>
                <a:lnTo>
                  <a:pt x="3173" y="313307"/>
                </a:lnTo>
                <a:lnTo>
                  <a:pt x="3173" y="311088"/>
                </a:lnTo>
                <a:lnTo>
                  <a:pt x="3173" y="308958"/>
                </a:lnTo>
                <a:lnTo>
                  <a:pt x="3173" y="307094"/>
                </a:lnTo>
                <a:lnTo>
                  <a:pt x="3173" y="304875"/>
                </a:lnTo>
                <a:lnTo>
                  <a:pt x="3491" y="302745"/>
                </a:lnTo>
                <a:lnTo>
                  <a:pt x="3491" y="300792"/>
                </a:lnTo>
                <a:lnTo>
                  <a:pt x="3491" y="298662"/>
                </a:lnTo>
                <a:lnTo>
                  <a:pt x="3491" y="296798"/>
                </a:lnTo>
                <a:lnTo>
                  <a:pt x="3808" y="294579"/>
                </a:lnTo>
                <a:lnTo>
                  <a:pt x="3808" y="292449"/>
                </a:lnTo>
                <a:lnTo>
                  <a:pt x="3808" y="290497"/>
                </a:lnTo>
                <a:lnTo>
                  <a:pt x="3808" y="288367"/>
                </a:lnTo>
                <a:lnTo>
                  <a:pt x="3808" y="286236"/>
                </a:lnTo>
                <a:lnTo>
                  <a:pt x="3808" y="284284"/>
                </a:lnTo>
                <a:lnTo>
                  <a:pt x="3808" y="282154"/>
                </a:lnTo>
                <a:lnTo>
                  <a:pt x="3808" y="280290"/>
                </a:lnTo>
                <a:lnTo>
                  <a:pt x="3808" y="278071"/>
                </a:lnTo>
                <a:lnTo>
                  <a:pt x="3808" y="275941"/>
                </a:lnTo>
                <a:lnTo>
                  <a:pt x="4284" y="273988"/>
                </a:lnTo>
                <a:lnTo>
                  <a:pt x="4284" y="272124"/>
                </a:lnTo>
                <a:lnTo>
                  <a:pt x="4284" y="269728"/>
                </a:lnTo>
                <a:lnTo>
                  <a:pt x="4284" y="267775"/>
                </a:lnTo>
                <a:lnTo>
                  <a:pt x="4284" y="265911"/>
                </a:lnTo>
                <a:lnTo>
                  <a:pt x="4601" y="263692"/>
                </a:lnTo>
                <a:lnTo>
                  <a:pt x="4601" y="261562"/>
                </a:lnTo>
                <a:lnTo>
                  <a:pt x="4601" y="259698"/>
                </a:lnTo>
                <a:lnTo>
                  <a:pt x="4601" y="257746"/>
                </a:lnTo>
                <a:lnTo>
                  <a:pt x="5077" y="255616"/>
                </a:lnTo>
                <a:lnTo>
                  <a:pt x="5077" y="253486"/>
                </a:lnTo>
                <a:lnTo>
                  <a:pt x="5077" y="251533"/>
                </a:lnTo>
                <a:lnTo>
                  <a:pt x="5077" y="249580"/>
                </a:lnTo>
                <a:lnTo>
                  <a:pt x="5077" y="247184"/>
                </a:lnTo>
                <a:lnTo>
                  <a:pt x="5395" y="245320"/>
                </a:lnTo>
                <a:lnTo>
                  <a:pt x="5395" y="243367"/>
                </a:lnTo>
                <a:lnTo>
                  <a:pt x="5395" y="241415"/>
                </a:lnTo>
                <a:lnTo>
                  <a:pt x="5395" y="239107"/>
                </a:lnTo>
                <a:lnTo>
                  <a:pt x="5395" y="237155"/>
                </a:lnTo>
                <a:lnTo>
                  <a:pt x="5712" y="235202"/>
                </a:lnTo>
                <a:lnTo>
                  <a:pt x="5712" y="233072"/>
                </a:lnTo>
                <a:lnTo>
                  <a:pt x="5712" y="230942"/>
                </a:lnTo>
                <a:lnTo>
                  <a:pt x="5712" y="228989"/>
                </a:lnTo>
                <a:lnTo>
                  <a:pt x="5712" y="227036"/>
                </a:lnTo>
                <a:lnTo>
                  <a:pt x="5712" y="224906"/>
                </a:lnTo>
                <a:lnTo>
                  <a:pt x="5712" y="222954"/>
                </a:lnTo>
                <a:lnTo>
                  <a:pt x="5712" y="221090"/>
                </a:lnTo>
                <a:lnTo>
                  <a:pt x="5712" y="218960"/>
                </a:lnTo>
                <a:lnTo>
                  <a:pt x="6188" y="216741"/>
                </a:lnTo>
                <a:lnTo>
                  <a:pt x="6188" y="214877"/>
                </a:lnTo>
                <a:lnTo>
                  <a:pt x="6188" y="212924"/>
                </a:lnTo>
                <a:lnTo>
                  <a:pt x="6188" y="210794"/>
                </a:lnTo>
                <a:lnTo>
                  <a:pt x="6188" y="208841"/>
                </a:lnTo>
                <a:lnTo>
                  <a:pt x="6506" y="206889"/>
                </a:lnTo>
                <a:lnTo>
                  <a:pt x="6506" y="204759"/>
                </a:lnTo>
                <a:lnTo>
                  <a:pt x="6506" y="202629"/>
                </a:lnTo>
                <a:lnTo>
                  <a:pt x="6506" y="200676"/>
                </a:lnTo>
                <a:lnTo>
                  <a:pt x="6506" y="198723"/>
                </a:lnTo>
                <a:lnTo>
                  <a:pt x="6982" y="196593"/>
                </a:lnTo>
                <a:lnTo>
                  <a:pt x="6982" y="194729"/>
                </a:lnTo>
                <a:lnTo>
                  <a:pt x="6982" y="192777"/>
                </a:lnTo>
                <a:lnTo>
                  <a:pt x="6982" y="190647"/>
                </a:lnTo>
                <a:lnTo>
                  <a:pt x="6982" y="188694"/>
                </a:lnTo>
                <a:lnTo>
                  <a:pt x="7299" y="186741"/>
                </a:lnTo>
                <a:lnTo>
                  <a:pt x="7299" y="184611"/>
                </a:lnTo>
                <a:lnTo>
                  <a:pt x="7299" y="182481"/>
                </a:lnTo>
                <a:lnTo>
                  <a:pt x="7299" y="180528"/>
                </a:lnTo>
                <a:lnTo>
                  <a:pt x="7616" y="178576"/>
                </a:lnTo>
                <a:lnTo>
                  <a:pt x="7616" y="176446"/>
                </a:lnTo>
                <a:lnTo>
                  <a:pt x="7616" y="174493"/>
                </a:lnTo>
                <a:lnTo>
                  <a:pt x="7616" y="172629"/>
                </a:lnTo>
                <a:lnTo>
                  <a:pt x="7616" y="170499"/>
                </a:lnTo>
                <a:lnTo>
                  <a:pt x="7616" y="168546"/>
                </a:lnTo>
                <a:lnTo>
                  <a:pt x="7616" y="166594"/>
                </a:lnTo>
                <a:lnTo>
                  <a:pt x="7616" y="164641"/>
                </a:lnTo>
                <a:lnTo>
                  <a:pt x="7616" y="162511"/>
                </a:lnTo>
                <a:lnTo>
                  <a:pt x="7616" y="160558"/>
                </a:lnTo>
                <a:lnTo>
                  <a:pt x="8093" y="158695"/>
                </a:lnTo>
                <a:lnTo>
                  <a:pt x="8093" y="156564"/>
                </a:lnTo>
                <a:lnTo>
                  <a:pt x="8093" y="154612"/>
                </a:lnTo>
                <a:lnTo>
                  <a:pt x="8093" y="152659"/>
                </a:lnTo>
                <a:lnTo>
                  <a:pt x="8093" y="150707"/>
                </a:lnTo>
                <a:lnTo>
                  <a:pt x="8410" y="148843"/>
                </a:lnTo>
                <a:lnTo>
                  <a:pt x="8410" y="146890"/>
                </a:lnTo>
                <a:lnTo>
                  <a:pt x="8410" y="144760"/>
                </a:lnTo>
                <a:lnTo>
                  <a:pt x="8410" y="142807"/>
                </a:lnTo>
                <a:lnTo>
                  <a:pt x="8886" y="140855"/>
                </a:lnTo>
                <a:lnTo>
                  <a:pt x="8886" y="138725"/>
                </a:lnTo>
                <a:lnTo>
                  <a:pt x="8886" y="136772"/>
                </a:lnTo>
                <a:lnTo>
                  <a:pt x="8886" y="134908"/>
                </a:lnTo>
                <a:lnTo>
                  <a:pt x="8886" y="132689"/>
                </a:lnTo>
                <a:lnTo>
                  <a:pt x="9203" y="130825"/>
                </a:lnTo>
                <a:lnTo>
                  <a:pt x="9203" y="129050"/>
                </a:lnTo>
                <a:lnTo>
                  <a:pt x="9203" y="126920"/>
                </a:lnTo>
                <a:lnTo>
                  <a:pt x="9203" y="124967"/>
                </a:lnTo>
                <a:lnTo>
                  <a:pt x="9203" y="123104"/>
                </a:lnTo>
                <a:lnTo>
                  <a:pt x="9679" y="120973"/>
                </a:lnTo>
                <a:lnTo>
                  <a:pt x="9679" y="119021"/>
                </a:lnTo>
                <a:lnTo>
                  <a:pt x="9679" y="117246"/>
                </a:lnTo>
                <a:lnTo>
                  <a:pt x="9679" y="115116"/>
                </a:lnTo>
                <a:lnTo>
                  <a:pt x="9679" y="113252"/>
                </a:lnTo>
                <a:lnTo>
                  <a:pt x="9997" y="111299"/>
                </a:lnTo>
                <a:lnTo>
                  <a:pt x="9997" y="109169"/>
                </a:lnTo>
                <a:lnTo>
                  <a:pt x="9997" y="107394"/>
                </a:lnTo>
                <a:lnTo>
                  <a:pt x="9997" y="105530"/>
                </a:lnTo>
                <a:lnTo>
                  <a:pt x="9997" y="103311"/>
                </a:lnTo>
                <a:lnTo>
                  <a:pt x="9997" y="101447"/>
                </a:lnTo>
                <a:lnTo>
                  <a:pt x="9997" y="99672"/>
                </a:lnTo>
                <a:lnTo>
                  <a:pt x="9997" y="97542"/>
                </a:lnTo>
                <a:lnTo>
                  <a:pt x="9997" y="95589"/>
                </a:lnTo>
                <a:lnTo>
                  <a:pt x="10314" y="93725"/>
                </a:lnTo>
                <a:lnTo>
                  <a:pt x="10314" y="91773"/>
                </a:lnTo>
                <a:lnTo>
                  <a:pt x="10314" y="89820"/>
                </a:lnTo>
                <a:lnTo>
                  <a:pt x="10314" y="87868"/>
                </a:lnTo>
                <a:lnTo>
                  <a:pt x="10314" y="85737"/>
                </a:lnTo>
                <a:lnTo>
                  <a:pt x="10790" y="84051"/>
                </a:lnTo>
                <a:lnTo>
                  <a:pt x="10790" y="81921"/>
                </a:lnTo>
                <a:lnTo>
                  <a:pt x="10790" y="79968"/>
                </a:lnTo>
                <a:lnTo>
                  <a:pt x="10790" y="78282"/>
                </a:lnTo>
                <a:lnTo>
                  <a:pt x="10790" y="76152"/>
                </a:lnTo>
                <a:lnTo>
                  <a:pt x="11108" y="74199"/>
                </a:lnTo>
                <a:lnTo>
                  <a:pt x="11108" y="72513"/>
                </a:lnTo>
                <a:lnTo>
                  <a:pt x="11108" y="70294"/>
                </a:lnTo>
                <a:lnTo>
                  <a:pt x="11108" y="68608"/>
                </a:lnTo>
                <a:lnTo>
                  <a:pt x="11584" y="66655"/>
                </a:lnTo>
                <a:lnTo>
                  <a:pt x="11584" y="64525"/>
                </a:lnTo>
                <a:lnTo>
                  <a:pt x="11584" y="62838"/>
                </a:lnTo>
                <a:lnTo>
                  <a:pt x="11584" y="60708"/>
                </a:lnTo>
                <a:lnTo>
                  <a:pt x="11584" y="58756"/>
                </a:lnTo>
                <a:lnTo>
                  <a:pt x="11901" y="57069"/>
                </a:lnTo>
                <a:lnTo>
                  <a:pt x="11901" y="54850"/>
                </a:lnTo>
                <a:lnTo>
                  <a:pt x="11901" y="53164"/>
                </a:lnTo>
                <a:lnTo>
                  <a:pt x="11901" y="51211"/>
                </a:lnTo>
                <a:lnTo>
                  <a:pt x="11901" y="49348"/>
                </a:lnTo>
                <a:lnTo>
                  <a:pt x="11901" y="47395"/>
                </a:lnTo>
                <a:lnTo>
                  <a:pt x="11901" y="45442"/>
                </a:lnTo>
                <a:lnTo>
                  <a:pt x="11901" y="43490"/>
                </a:lnTo>
                <a:lnTo>
                  <a:pt x="11901" y="41803"/>
                </a:lnTo>
                <a:lnTo>
                  <a:pt x="11901" y="39673"/>
                </a:lnTo>
                <a:lnTo>
                  <a:pt x="12218" y="37987"/>
                </a:lnTo>
                <a:lnTo>
                  <a:pt x="12218" y="36034"/>
                </a:lnTo>
                <a:lnTo>
                  <a:pt x="12218" y="34082"/>
                </a:lnTo>
                <a:lnTo>
                  <a:pt x="12218" y="32129"/>
                </a:lnTo>
                <a:lnTo>
                  <a:pt x="12694" y="30265"/>
                </a:lnTo>
                <a:lnTo>
                  <a:pt x="12694" y="28313"/>
                </a:lnTo>
                <a:lnTo>
                  <a:pt x="12694" y="26360"/>
                </a:lnTo>
                <a:lnTo>
                  <a:pt x="12694" y="24407"/>
                </a:lnTo>
                <a:lnTo>
                  <a:pt x="12694" y="22721"/>
                </a:lnTo>
                <a:lnTo>
                  <a:pt x="13012" y="20591"/>
                </a:lnTo>
                <a:lnTo>
                  <a:pt x="13012" y="18904"/>
                </a:lnTo>
                <a:lnTo>
                  <a:pt x="13012" y="16952"/>
                </a:lnTo>
                <a:lnTo>
                  <a:pt x="13012" y="14999"/>
                </a:lnTo>
                <a:lnTo>
                  <a:pt x="13012" y="13313"/>
                </a:lnTo>
                <a:lnTo>
                  <a:pt x="13488" y="11360"/>
                </a:lnTo>
                <a:lnTo>
                  <a:pt x="13488" y="9408"/>
                </a:lnTo>
                <a:lnTo>
                  <a:pt x="13488" y="7544"/>
                </a:lnTo>
                <a:lnTo>
                  <a:pt x="13488" y="5591"/>
                </a:lnTo>
                <a:lnTo>
                  <a:pt x="13488" y="3816"/>
                </a:lnTo>
                <a:lnTo>
                  <a:pt x="13805" y="1952"/>
                </a:lnTo>
                <a:lnTo>
                  <a:pt x="13805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4126758" y="1818107"/>
            <a:ext cx="13488" cy="335141"/>
          </a:xfrm>
          <a:custGeom>
            <a:avLst/>
            <a:gdLst/>
            <a:ahLst/>
            <a:cxnLst/>
            <a:rect l="l" t="t" r="r" b="b"/>
            <a:pathLst>
              <a:path w="13488" h="335141">
                <a:moveTo>
                  <a:pt x="0" y="335141"/>
                </a:moveTo>
                <a:lnTo>
                  <a:pt x="0" y="333188"/>
                </a:lnTo>
                <a:lnTo>
                  <a:pt x="0" y="331502"/>
                </a:lnTo>
                <a:lnTo>
                  <a:pt x="476" y="329815"/>
                </a:lnTo>
                <a:lnTo>
                  <a:pt x="476" y="327597"/>
                </a:lnTo>
                <a:lnTo>
                  <a:pt x="476" y="325910"/>
                </a:lnTo>
                <a:lnTo>
                  <a:pt x="476" y="323958"/>
                </a:lnTo>
                <a:lnTo>
                  <a:pt x="476" y="322094"/>
                </a:lnTo>
                <a:lnTo>
                  <a:pt x="476" y="320319"/>
                </a:lnTo>
                <a:lnTo>
                  <a:pt x="476" y="318455"/>
                </a:lnTo>
                <a:lnTo>
                  <a:pt x="476" y="316680"/>
                </a:lnTo>
                <a:lnTo>
                  <a:pt x="476" y="314549"/>
                </a:lnTo>
                <a:lnTo>
                  <a:pt x="476" y="312863"/>
                </a:lnTo>
                <a:lnTo>
                  <a:pt x="793" y="310910"/>
                </a:lnTo>
                <a:lnTo>
                  <a:pt x="793" y="309224"/>
                </a:lnTo>
                <a:lnTo>
                  <a:pt x="793" y="307271"/>
                </a:lnTo>
                <a:lnTo>
                  <a:pt x="793" y="305319"/>
                </a:lnTo>
                <a:lnTo>
                  <a:pt x="793" y="303632"/>
                </a:lnTo>
                <a:lnTo>
                  <a:pt x="1110" y="301680"/>
                </a:lnTo>
                <a:lnTo>
                  <a:pt x="1110" y="299994"/>
                </a:lnTo>
                <a:lnTo>
                  <a:pt x="1110" y="298041"/>
                </a:lnTo>
                <a:lnTo>
                  <a:pt x="1110" y="296355"/>
                </a:lnTo>
                <a:lnTo>
                  <a:pt x="1586" y="294402"/>
                </a:lnTo>
                <a:lnTo>
                  <a:pt x="1586" y="292449"/>
                </a:lnTo>
                <a:lnTo>
                  <a:pt x="1586" y="290763"/>
                </a:lnTo>
                <a:lnTo>
                  <a:pt x="1586" y="288810"/>
                </a:lnTo>
                <a:lnTo>
                  <a:pt x="1586" y="287124"/>
                </a:lnTo>
                <a:lnTo>
                  <a:pt x="1904" y="285171"/>
                </a:lnTo>
                <a:lnTo>
                  <a:pt x="1904" y="283485"/>
                </a:lnTo>
                <a:lnTo>
                  <a:pt x="1904" y="281532"/>
                </a:lnTo>
                <a:lnTo>
                  <a:pt x="1904" y="279846"/>
                </a:lnTo>
                <a:lnTo>
                  <a:pt x="1904" y="277893"/>
                </a:lnTo>
                <a:lnTo>
                  <a:pt x="2380" y="276207"/>
                </a:lnTo>
                <a:lnTo>
                  <a:pt x="2380" y="274254"/>
                </a:lnTo>
                <a:lnTo>
                  <a:pt x="2380" y="272568"/>
                </a:lnTo>
                <a:lnTo>
                  <a:pt x="2380" y="270615"/>
                </a:lnTo>
                <a:lnTo>
                  <a:pt x="2380" y="268840"/>
                </a:lnTo>
                <a:lnTo>
                  <a:pt x="2380" y="267154"/>
                </a:lnTo>
                <a:lnTo>
                  <a:pt x="2380" y="265201"/>
                </a:lnTo>
                <a:lnTo>
                  <a:pt x="2380" y="263515"/>
                </a:lnTo>
                <a:lnTo>
                  <a:pt x="2380" y="261562"/>
                </a:lnTo>
                <a:lnTo>
                  <a:pt x="2697" y="259876"/>
                </a:lnTo>
                <a:lnTo>
                  <a:pt x="2697" y="257923"/>
                </a:lnTo>
                <a:lnTo>
                  <a:pt x="2697" y="256237"/>
                </a:lnTo>
                <a:lnTo>
                  <a:pt x="2697" y="254284"/>
                </a:lnTo>
                <a:lnTo>
                  <a:pt x="2697" y="252598"/>
                </a:lnTo>
                <a:lnTo>
                  <a:pt x="3015" y="250912"/>
                </a:lnTo>
                <a:lnTo>
                  <a:pt x="3015" y="249137"/>
                </a:lnTo>
                <a:lnTo>
                  <a:pt x="3015" y="247184"/>
                </a:lnTo>
                <a:lnTo>
                  <a:pt x="3015" y="245498"/>
                </a:lnTo>
                <a:lnTo>
                  <a:pt x="3015" y="243545"/>
                </a:lnTo>
                <a:lnTo>
                  <a:pt x="3491" y="241859"/>
                </a:lnTo>
                <a:lnTo>
                  <a:pt x="3491" y="239906"/>
                </a:lnTo>
                <a:lnTo>
                  <a:pt x="3491" y="238397"/>
                </a:lnTo>
                <a:lnTo>
                  <a:pt x="3491" y="236533"/>
                </a:lnTo>
                <a:lnTo>
                  <a:pt x="3491" y="234758"/>
                </a:lnTo>
                <a:lnTo>
                  <a:pt x="3808" y="232894"/>
                </a:lnTo>
                <a:lnTo>
                  <a:pt x="3808" y="231119"/>
                </a:lnTo>
                <a:lnTo>
                  <a:pt x="3808" y="229433"/>
                </a:lnTo>
                <a:lnTo>
                  <a:pt x="3808" y="227746"/>
                </a:lnTo>
                <a:lnTo>
                  <a:pt x="4284" y="225794"/>
                </a:lnTo>
                <a:lnTo>
                  <a:pt x="4284" y="224107"/>
                </a:lnTo>
                <a:lnTo>
                  <a:pt x="4284" y="222332"/>
                </a:lnTo>
                <a:lnTo>
                  <a:pt x="4284" y="220646"/>
                </a:lnTo>
                <a:lnTo>
                  <a:pt x="4284" y="218693"/>
                </a:lnTo>
                <a:lnTo>
                  <a:pt x="4601" y="217185"/>
                </a:lnTo>
                <a:lnTo>
                  <a:pt x="4601" y="215232"/>
                </a:lnTo>
                <a:lnTo>
                  <a:pt x="4601" y="213546"/>
                </a:lnTo>
                <a:lnTo>
                  <a:pt x="4601" y="211859"/>
                </a:lnTo>
                <a:lnTo>
                  <a:pt x="4601" y="210084"/>
                </a:lnTo>
                <a:lnTo>
                  <a:pt x="4601" y="208220"/>
                </a:lnTo>
                <a:lnTo>
                  <a:pt x="4601" y="206711"/>
                </a:lnTo>
                <a:lnTo>
                  <a:pt x="4601" y="204759"/>
                </a:lnTo>
                <a:lnTo>
                  <a:pt x="4601" y="203072"/>
                </a:lnTo>
                <a:lnTo>
                  <a:pt x="4601" y="201297"/>
                </a:lnTo>
                <a:lnTo>
                  <a:pt x="5077" y="199611"/>
                </a:lnTo>
                <a:lnTo>
                  <a:pt x="5077" y="197925"/>
                </a:lnTo>
                <a:lnTo>
                  <a:pt x="5077" y="196149"/>
                </a:lnTo>
                <a:lnTo>
                  <a:pt x="5077" y="194286"/>
                </a:lnTo>
                <a:lnTo>
                  <a:pt x="5395" y="192777"/>
                </a:lnTo>
                <a:lnTo>
                  <a:pt x="5395" y="190824"/>
                </a:lnTo>
                <a:lnTo>
                  <a:pt x="5395" y="189138"/>
                </a:lnTo>
                <a:lnTo>
                  <a:pt x="5395" y="187363"/>
                </a:lnTo>
                <a:lnTo>
                  <a:pt x="5395" y="185676"/>
                </a:lnTo>
                <a:lnTo>
                  <a:pt x="5712" y="183990"/>
                </a:lnTo>
                <a:lnTo>
                  <a:pt x="5712" y="182215"/>
                </a:lnTo>
                <a:lnTo>
                  <a:pt x="5712" y="180528"/>
                </a:lnTo>
                <a:lnTo>
                  <a:pt x="5712" y="178842"/>
                </a:lnTo>
                <a:lnTo>
                  <a:pt x="5712" y="177067"/>
                </a:lnTo>
                <a:lnTo>
                  <a:pt x="6188" y="175381"/>
                </a:lnTo>
                <a:lnTo>
                  <a:pt x="6188" y="173872"/>
                </a:lnTo>
                <a:lnTo>
                  <a:pt x="6188" y="171919"/>
                </a:lnTo>
                <a:lnTo>
                  <a:pt x="6188" y="170233"/>
                </a:lnTo>
                <a:lnTo>
                  <a:pt x="6188" y="168546"/>
                </a:lnTo>
                <a:lnTo>
                  <a:pt x="6506" y="166771"/>
                </a:lnTo>
                <a:lnTo>
                  <a:pt x="6506" y="165351"/>
                </a:lnTo>
                <a:lnTo>
                  <a:pt x="6506" y="163399"/>
                </a:lnTo>
                <a:lnTo>
                  <a:pt x="6506" y="161890"/>
                </a:lnTo>
                <a:lnTo>
                  <a:pt x="6506" y="160203"/>
                </a:lnTo>
                <a:lnTo>
                  <a:pt x="6506" y="158428"/>
                </a:lnTo>
                <a:lnTo>
                  <a:pt x="6506" y="156742"/>
                </a:lnTo>
                <a:lnTo>
                  <a:pt x="6506" y="155056"/>
                </a:lnTo>
                <a:lnTo>
                  <a:pt x="6506" y="153280"/>
                </a:lnTo>
                <a:lnTo>
                  <a:pt x="6982" y="151594"/>
                </a:lnTo>
                <a:lnTo>
                  <a:pt x="6982" y="150085"/>
                </a:lnTo>
                <a:lnTo>
                  <a:pt x="6982" y="148133"/>
                </a:lnTo>
                <a:lnTo>
                  <a:pt x="6982" y="146624"/>
                </a:lnTo>
                <a:lnTo>
                  <a:pt x="6982" y="144937"/>
                </a:lnTo>
                <a:lnTo>
                  <a:pt x="7299" y="143251"/>
                </a:lnTo>
                <a:lnTo>
                  <a:pt x="7299" y="141476"/>
                </a:lnTo>
                <a:lnTo>
                  <a:pt x="7299" y="139790"/>
                </a:lnTo>
                <a:lnTo>
                  <a:pt x="7299" y="138281"/>
                </a:lnTo>
                <a:lnTo>
                  <a:pt x="7299" y="136594"/>
                </a:lnTo>
                <a:lnTo>
                  <a:pt x="7616" y="134908"/>
                </a:lnTo>
                <a:lnTo>
                  <a:pt x="7616" y="133399"/>
                </a:lnTo>
                <a:lnTo>
                  <a:pt x="7616" y="131447"/>
                </a:lnTo>
                <a:lnTo>
                  <a:pt x="7616" y="129938"/>
                </a:lnTo>
                <a:lnTo>
                  <a:pt x="8093" y="128251"/>
                </a:lnTo>
                <a:lnTo>
                  <a:pt x="8093" y="126743"/>
                </a:lnTo>
                <a:lnTo>
                  <a:pt x="8093" y="124967"/>
                </a:lnTo>
                <a:lnTo>
                  <a:pt x="8093" y="123281"/>
                </a:lnTo>
                <a:lnTo>
                  <a:pt x="8093" y="121772"/>
                </a:lnTo>
                <a:lnTo>
                  <a:pt x="8410" y="120086"/>
                </a:lnTo>
                <a:lnTo>
                  <a:pt x="8410" y="118311"/>
                </a:lnTo>
                <a:lnTo>
                  <a:pt x="8410" y="116891"/>
                </a:lnTo>
                <a:lnTo>
                  <a:pt x="8410" y="115116"/>
                </a:lnTo>
                <a:lnTo>
                  <a:pt x="8410" y="113607"/>
                </a:lnTo>
                <a:lnTo>
                  <a:pt x="8886" y="111920"/>
                </a:lnTo>
                <a:lnTo>
                  <a:pt x="8886" y="110234"/>
                </a:lnTo>
                <a:lnTo>
                  <a:pt x="8886" y="108725"/>
                </a:lnTo>
                <a:lnTo>
                  <a:pt x="8886" y="106950"/>
                </a:lnTo>
                <a:lnTo>
                  <a:pt x="8886" y="105264"/>
                </a:lnTo>
                <a:lnTo>
                  <a:pt x="8886" y="103755"/>
                </a:lnTo>
                <a:lnTo>
                  <a:pt x="8886" y="102068"/>
                </a:lnTo>
                <a:lnTo>
                  <a:pt x="8886" y="100560"/>
                </a:lnTo>
                <a:lnTo>
                  <a:pt x="8886" y="98873"/>
                </a:lnTo>
                <a:lnTo>
                  <a:pt x="8886" y="97098"/>
                </a:lnTo>
                <a:lnTo>
                  <a:pt x="9203" y="95589"/>
                </a:lnTo>
                <a:lnTo>
                  <a:pt x="9203" y="93903"/>
                </a:lnTo>
                <a:lnTo>
                  <a:pt x="9203" y="92394"/>
                </a:lnTo>
                <a:lnTo>
                  <a:pt x="9203" y="90708"/>
                </a:lnTo>
                <a:lnTo>
                  <a:pt x="9521" y="89199"/>
                </a:lnTo>
                <a:lnTo>
                  <a:pt x="9521" y="87690"/>
                </a:lnTo>
                <a:lnTo>
                  <a:pt x="9521" y="86004"/>
                </a:lnTo>
                <a:lnTo>
                  <a:pt x="9521" y="84229"/>
                </a:lnTo>
                <a:lnTo>
                  <a:pt x="9521" y="82720"/>
                </a:lnTo>
                <a:lnTo>
                  <a:pt x="9997" y="81300"/>
                </a:lnTo>
                <a:lnTo>
                  <a:pt x="9997" y="79525"/>
                </a:lnTo>
                <a:lnTo>
                  <a:pt x="9997" y="78016"/>
                </a:lnTo>
                <a:lnTo>
                  <a:pt x="9997" y="76329"/>
                </a:lnTo>
                <a:lnTo>
                  <a:pt x="9997" y="74820"/>
                </a:lnTo>
                <a:lnTo>
                  <a:pt x="10314" y="73312"/>
                </a:lnTo>
                <a:lnTo>
                  <a:pt x="10314" y="71625"/>
                </a:lnTo>
                <a:lnTo>
                  <a:pt x="10314" y="69850"/>
                </a:lnTo>
                <a:lnTo>
                  <a:pt x="10314" y="68608"/>
                </a:lnTo>
                <a:lnTo>
                  <a:pt x="10314" y="66921"/>
                </a:lnTo>
                <a:lnTo>
                  <a:pt x="10790" y="65146"/>
                </a:lnTo>
                <a:lnTo>
                  <a:pt x="10790" y="63904"/>
                </a:lnTo>
                <a:lnTo>
                  <a:pt x="10790" y="62217"/>
                </a:lnTo>
                <a:lnTo>
                  <a:pt x="10790" y="60442"/>
                </a:lnTo>
                <a:lnTo>
                  <a:pt x="10790" y="59200"/>
                </a:lnTo>
                <a:lnTo>
                  <a:pt x="10790" y="57424"/>
                </a:lnTo>
                <a:lnTo>
                  <a:pt x="10790" y="55916"/>
                </a:lnTo>
                <a:lnTo>
                  <a:pt x="10790" y="54495"/>
                </a:lnTo>
                <a:lnTo>
                  <a:pt x="10790" y="52987"/>
                </a:lnTo>
                <a:lnTo>
                  <a:pt x="11108" y="51211"/>
                </a:lnTo>
                <a:lnTo>
                  <a:pt x="11108" y="49703"/>
                </a:lnTo>
                <a:lnTo>
                  <a:pt x="11108" y="48194"/>
                </a:lnTo>
                <a:lnTo>
                  <a:pt x="11108" y="46507"/>
                </a:lnTo>
                <a:lnTo>
                  <a:pt x="11108" y="45265"/>
                </a:lnTo>
                <a:lnTo>
                  <a:pt x="11584" y="43490"/>
                </a:lnTo>
                <a:lnTo>
                  <a:pt x="11584" y="41981"/>
                </a:lnTo>
                <a:lnTo>
                  <a:pt x="11584" y="40561"/>
                </a:lnTo>
                <a:lnTo>
                  <a:pt x="11584" y="39052"/>
                </a:lnTo>
                <a:lnTo>
                  <a:pt x="11584" y="37543"/>
                </a:lnTo>
                <a:lnTo>
                  <a:pt x="11901" y="35768"/>
                </a:lnTo>
                <a:lnTo>
                  <a:pt x="11901" y="34525"/>
                </a:lnTo>
                <a:lnTo>
                  <a:pt x="11901" y="32839"/>
                </a:lnTo>
                <a:lnTo>
                  <a:pt x="11901" y="31330"/>
                </a:lnTo>
                <a:lnTo>
                  <a:pt x="12218" y="29821"/>
                </a:lnTo>
                <a:lnTo>
                  <a:pt x="12218" y="28313"/>
                </a:lnTo>
                <a:lnTo>
                  <a:pt x="12218" y="26804"/>
                </a:lnTo>
                <a:lnTo>
                  <a:pt x="12218" y="25117"/>
                </a:lnTo>
                <a:lnTo>
                  <a:pt x="12218" y="23786"/>
                </a:lnTo>
                <a:lnTo>
                  <a:pt x="12694" y="22277"/>
                </a:lnTo>
                <a:lnTo>
                  <a:pt x="12694" y="20768"/>
                </a:lnTo>
                <a:lnTo>
                  <a:pt x="12694" y="19082"/>
                </a:lnTo>
                <a:lnTo>
                  <a:pt x="12694" y="17751"/>
                </a:lnTo>
                <a:lnTo>
                  <a:pt x="12694" y="16331"/>
                </a:lnTo>
                <a:lnTo>
                  <a:pt x="13012" y="14555"/>
                </a:lnTo>
                <a:lnTo>
                  <a:pt x="13012" y="13313"/>
                </a:lnTo>
                <a:lnTo>
                  <a:pt x="13012" y="11804"/>
                </a:lnTo>
                <a:lnTo>
                  <a:pt x="13012" y="10295"/>
                </a:lnTo>
                <a:lnTo>
                  <a:pt x="13012" y="8786"/>
                </a:lnTo>
                <a:lnTo>
                  <a:pt x="13012" y="7277"/>
                </a:lnTo>
                <a:lnTo>
                  <a:pt x="13012" y="5769"/>
                </a:lnTo>
                <a:lnTo>
                  <a:pt x="13012" y="4260"/>
                </a:lnTo>
                <a:lnTo>
                  <a:pt x="13012" y="2751"/>
                </a:lnTo>
                <a:lnTo>
                  <a:pt x="13488" y="1508"/>
                </a:lnTo>
                <a:lnTo>
                  <a:pt x="13488" y="0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4140246" y="1576248"/>
            <a:ext cx="13805" cy="241859"/>
          </a:xfrm>
          <a:custGeom>
            <a:avLst/>
            <a:gdLst/>
            <a:ahLst/>
            <a:cxnLst/>
            <a:rect l="l" t="t" r="r" b="b"/>
            <a:pathLst>
              <a:path w="13805" h="241859">
                <a:moveTo>
                  <a:pt x="0" y="241859"/>
                </a:moveTo>
                <a:lnTo>
                  <a:pt x="0" y="240350"/>
                </a:lnTo>
                <a:lnTo>
                  <a:pt x="0" y="238841"/>
                </a:lnTo>
                <a:lnTo>
                  <a:pt x="0" y="237332"/>
                </a:lnTo>
                <a:lnTo>
                  <a:pt x="317" y="235823"/>
                </a:lnTo>
                <a:lnTo>
                  <a:pt x="317" y="234314"/>
                </a:lnTo>
                <a:lnTo>
                  <a:pt x="317" y="232806"/>
                </a:lnTo>
                <a:lnTo>
                  <a:pt x="317" y="231563"/>
                </a:lnTo>
                <a:lnTo>
                  <a:pt x="317" y="230054"/>
                </a:lnTo>
                <a:lnTo>
                  <a:pt x="634" y="228545"/>
                </a:lnTo>
                <a:lnTo>
                  <a:pt x="634" y="227036"/>
                </a:lnTo>
                <a:lnTo>
                  <a:pt x="634" y="225528"/>
                </a:lnTo>
                <a:lnTo>
                  <a:pt x="634" y="224285"/>
                </a:lnTo>
                <a:lnTo>
                  <a:pt x="634" y="222776"/>
                </a:lnTo>
                <a:lnTo>
                  <a:pt x="1110" y="221445"/>
                </a:lnTo>
                <a:lnTo>
                  <a:pt x="1110" y="219936"/>
                </a:lnTo>
                <a:lnTo>
                  <a:pt x="1110" y="218516"/>
                </a:lnTo>
                <a:lnTo>
                  <a:pt x="1110" y="217185"/>
                </a:lnTo>
                <a:lnTo>
                  <a:pt x="1428" y="215676"/>
                </a:lnTo>
                <a:lnTo>
                  <a:pt x="1428" y="214167"/>
                </a:lnTo>
                <a:lnTo>
                  <a:pt x="1428" y="212658"/>
                </a:lnTo>
                <a:lnTo>
                  <a:pt x="1428" y="211415"/>
                </a:lnTo>
                <a:lnTo>
                  <a:pt x="1428" y="210084"/>
                </a:lnTo>
                <a:lnTo>
                  <a:pt x="1428" y="208575"/>
                </a:lnTo>
                <a:lnTo>
                  <a:pt x="1428" y="207155"/>
                </a:lnTo>
                <a:lnTo>
                  <a:pt x="1428" y="205646"/>
                </a:lnTo>
                <a:lnTo>
                  <a:pt x="1428" y="204315"/>
                </a:lnTo>
                <a:lnTo>
                  <a:pt x="1428" y="203072"/>
                </a:lnTo>
                <a:lnTo>
                  <a:pt x="1904" y="201564"/>
                </a:lnTo>
                <a:lnTo>
                  <a:pt x="1904" y="200055"/>
                </a:lnTo>
                <a:lnTo>
                  <a:pt x="1904" y="198546"/>
                </a:lnTo>
                <a:lnTo>
                  <a:pt x="1904" y="197215"/>
                </a:lnTo>
                <a:lnTo>
                  <a:pt x="1904" y="195972"/>
                </a:lnTo>
                <a:lnTo>
                  <a:pt x="2221" y="194463"/>
                </a:lnTo>
                <a:lnTo>
                  <a:pt x="2221" y="193132"/>
                </a:lnTo>
                <a:lnTo>
                  <a:pt x="2221" y="191712"/>
                </a:lnTo>
                <a:lnTo>
                  <a:pt x="2221" y="190203"/>
                </a:lnTo>
                <a:lnTo>
                  <a:pt x="2697" y="189138"/>
                </a:lnTo>
                <a:lnTo>
                  <a:pt x="2697" y="187629"/>
                </a:lnTo>
                <a:lnTo>
                  <a:pt x="2697" y="186298"/>
                </a:lnTo>
                <a:lnTo>
                  <a:pt x="2697" y="184789"/>
                </a:lnTo>
                <a:lnTo>
                  <a:pt x="2697" y="183280"/>
                </a:lnTo>
                <a:lnTo>
                  <a:pt x="3015" y="182037"/>
                </a:lnTo>
                <a:lnTo>
                  <a:pt x="3015" y="180706"/>
                </a:lnTo>
                <a:lnTo>
                  <a:pt x="3015" y="179463"/>
                </a:lnTo>
                <a:lnTo>
                  <a:pt x="3015" y="177955"/>
                </a:lnTo>
                <a:lnTo>
                  <a:pt x="3015" y="176623"/>
                </a:lnTo>
                <a:lnTo>
                  <a:pt x="3332" y="175203"/>
                </a:lnTo>
                <a:lnTo>
                  <a:pt x="3332" y="173872"/>
                </a:lnTo>
                <a:lnTo>
                  <a:pt x="3332" y="172363"/>
                </a:lnTo>
                <a:lnTo>
                  <a:pt x="3332" y="171298"/>
                </a:lnTo>
                <a:lnTo>
                  <a:pt x="3332" y="170055"/>
                </a:lnTo>
                <a:lnTo>
                  <a:pt x="3332" y="168546"/>
                </a:lnTo>
                <a:lnTo>
                  <a:pt x="3332" y="167215"/>
                </a:lnTo>
                <a:lnTo>
                  <a:pt x="3332" y="165706"/>
                </a:lnTo>
                <a:lnTo>
                  <a:pt x="3332" y="164464"/>
                </a:lnTo>
                <a:lnTo>
                  <a:pt x="3808" y="163132"/>
                </a:lnTo>
                <a:lnTo>
                  <a:pt x="3808" y="161890"/>
                </a:lnTo>
                <a:lnTo>
                  <a:pt x="3808" y="160558"/>
                </a:lnTo>
                <a:lnTo>
                  <a:pt x="3808" y="159316"/>
                </a:lnTo>
                <a:lnTo>
                  <a:pt x="3808" y="157807"/>
                </a:lnTo>
                <a:lnTo>
                  <a:pt x="4125" y="156476"/>
                </a:lnTo>
                <a:lnTo>
                  <a:pt x="4125" y="155233"/>
                </a:lnTo>
                <a:lnTo>
                  <a:pt x="4125" y="153902"/>
                </a:lnTo>
                <a:lnTo>
                  <a:pt x="4125" y="152393"/>
                </a:lnTo>
                <a:lnTo>
                  <a:pt x="4125" y="151150"/>
                </a:lnTo>
                <a:lnTo>
                  <a:pt x="4601" y="150085"/>
                </a:lnTo>
                <a:lnTo>
                  <a:pt x="4601" y="148754"/>
                </a:lnTo>
                <a:lnTo>
                  <a:pt x="4601" y="147511"/>
                </a:lnTo>
                <a:lnTo>
                  <a:pt x="4601" y="146003"/>
                </a:lnTo>
                <a:lnTo>
                  <a:pt x="4601" y="144760"/>
                </a:lnTo>
                <a:lnTo>
                  <a:pt x="4919" y="143429"/>
                </a:lnTo>
                <a:lnTo>
                  <a:pt x="4919" y="142186"/>
                </a:lnTo>
                <a:lnTo>
                  <a:pt x="4919" y="140855"/>
                </a:lnTo>
                <a:lnTo>
                  <a:pt x="4919" y="139612"/>
                </a:lnTo>
                <a:lnTo>
                  <a:pt x="5236" y="138281"/>
                </a:lnTo>
                <a:lnTo>
                  <a:pt x="5236" y="137038"/>
                </a:lnTo>
                <a:lnTo>
                  <a:pt x="5236" y="135884"/>
                </a:lnTo>
                <a:lnTo>
                  <a:pt x="5236" y="134642"/>
                </a:lnTo>
                <a:lnTo>
                  <a:pt x="5236" y="133310"/>
                </a:lnTo>
                <a:lnTo>
                  <a:pt x="5712" y="132068"/>
                </a:lnTo>
                <a:lnTo>
                  <a:pt x="5712" y="130737"/>
                </a:lnTo>
                <a:lnTo>
                  <a:pt x="5712" y="129494"/>
                </a:lnTo>
                <a:lnTo>
                  <a:pt x="5712" y="128163"/>
                </a:lnTo>
                <a:lnTo>
                  <a:pt x="5712" y="126920"/>
                </a:lnTo>
                <a:lnTo>
                  <a:pt x="5712" y="125589"/>
                </a:lnTo>
                <a:lnTo>
                  <a:pt x="5712" y="124346"/>
                </a:lnTo>
                <a:lnTo>
                  <a:pt x="5712" y="123104"/>
                </a:lnTo>
                <a:lnTo>
                  <a:pt x="5712" y="121772"/>
                </a:lnTo>
                <a:lnTo>
                  <a:pt x="5712" y="120530"/>
                </a:lnTo>
                <a:lnTo>
                  <a:pt x="6030" y="119376"/>
                </a:lnTo>
                <a:lnTo>
                  <a:pt x="6030" y="118133"/>
                </a:lnTo>
                <a:lnTo>
                  <a:pt x="6030" y="117068"/>
                </a:lnTo>
                <a:lnTo>
                  <a:pt x="6030" y="115737"/>
                </a:lnTo>
                <a:lnTo>
                  <a:pt x="6506" y="114494"/>
                </a:lnTo>
                <a:lnTo>
                  <a:pt x="6506" y="113163"/>
                </a:lnTo>
                <a:lnTo>
                  <a:pt x="6506" y="111920"/>
                </a:lnTo>
                <a:lnTo>
                  <a:pt x="6506" y="110855"/>
                </a:lnTo>
                <a:lnTo>
                  <a:pt x="6506" y="109524"/>
                </a:lnTo>
                <a:lnTo>
                  <a:pt x="6823" y="108281"/>
                </a:lnTo>
                <a:lnTo>
                  <a:pt x="6823" y="106950"/>
                </a:lnTo>
                <a:lnTo>
                  <a:pt x="6823" y="105885"/>
                </a:lnTo>
                <a:lnTo>
                  <a:pt x="6823" y="104642"/>
                </a:lnTo>
                <a:lnTo>
                  <a:pt x="6823" y="103311"/>
                </a:lnTo>
                <a:lnTo>
                  <a:pt x="7299" y="102246"/>
                </a:lnTo>
                <a:lnTo>
                  <a:pt x="7299" y="101003"/>
                </a:lnTo>
                <a:lnTo>
                  <a:pt x="7299" y="99672"/>
                </a:lnTo>
                <a:lnTo>
                  <a:pt x="7299" y="98607"/>
                </a:lnTo>
                <a:lnTo>
                  <a:pt x="7299" y="97364"/>
                </a:lnTo>
                <a:lnTo>
                  <a:pt x="7616" y="96299"/>
                </a:lnTo>
                <a:lnTo>
                  <a:pt x="7616" y="94968"/>
                </a:lnTo>
                <a:lnTo>
                  <a:pt x="7616" y="93903"/>
                </a:lnTo>
                <a:lnTo>
                  <a:pt x="7616" y="92572"/>
                </a:lnTo>
                <a:lnTo>
                  <a:pt x="7616" y="91329"/>
                </a:lnTo>
                <a:lnTo>
                  <a:pt x="7616" y="90264"/>
                </a:lnTo>
                <a:lnTo>
                  <a:pt x="7616" y="88933"/>
                </a:lnTo>
                <a:lnTo>
                  <a:pt x="7616" y="87868"/>
                </a:lnTo>
                <a:lnTo>
                  <a:pt x="7616" y="86803"/>
                </a:lnTo>
                <a:lnTo>
                  <a:pt x="7934" y="85560"/>
                </a:lnTo>
                <a:lnTo>
                  <a:pt x="7934" y="84495"/>
                </a:lnTo>
                <a:lnTo>
                  <a:pt x="7934" y="83164"/>
                </a:lnTo>
                <a:lnTo>
                  <a:pt x="7934" y="82098"/>
                </a:lnTo>
                <a:lnTo>
                  <a:pt x="7934" y="80856"/>
                </a:lnTo>
                <a:lnTo>
                  <a:pt x="8410" y="79702"/>
                </a:lnTo>
                <a:lnTo>
                  <a:pt x="8410" y="78637"/>
                </a:lnTo>
                <a:lnTo>
                  <a:pt x="8410" y="77394"/>
                </a:lnTo>
                <a:lnTo>
                  <a:pt x="8410" y="76329"/>
                </a:lnTo>
                <a:lnTo>
                  <a:pt x="8410" y="75264"/>
                </a:lnTo>
                <a:lnTo>
                  <a:pt x="8727" y="73933"/>
                </a:lnTo>
                <a:lnTo>
                  <a:pt x="8727" y="72868"/>
                </a:lnTo>
                <a:lnTo>
                  <a:pt x="8727" y="71803"/>
                </a:lnTo>
                <a:lnTo>
                  <a:pt x="8727" y="70738"/>
                </a:lnTo>
                <a:lnTo>
                  <a:pt x="9203" y="69495"/>
                </a:lnTo>
                <a:lnTo>
                  <a:pt x="9203" y="68341"/>
                </a:lnTo>
                <a:lnTo>
                  <a:pt x="9203" y="67276"/>
                </a:lnTo>
                <a:lnTo>
                  <a:pt x="9203" y="66211"/>
                </a:lnTo>
                <a:lnTo>
                  <a:pt x="9203" y="64969"/>
                </a:lnTo>
                <a:lnTo>
                  <a:pt x="9521" y="63904"/>
                </a:lnTo>
                <a:lnTo>
                  <a:pt x="9521" y="62572"/>
                </a:lnTo>
                <a:lnTo>
                  <a:pt x="9521" y="61507"/>
                </a:lnTo>
                <a:lnTo>
                  <a:pt x="9521" y="60442"/>
                </a:lnTo>
                <a:lnTo>
                  <a:pt x="9521" y="59377"/>
                </a:lnTo>
                <a:lnTo>
                  <a:pt x="9838" y="58312"/>
                </a:lnTo>
                <a:lnTo>
                  <a:pt x="9838" y="57247"/>
                </a:lnTo>
                <a:lnTo>
                  <a:pt x="9838" y="56182"/>
                </a:lnTo>
                <a:lnTo>
                  <a:pt x="9838" y="55117"/>
                </a:lnTo>
                <a:lnTo>
                  <a:pt x="9838" y="54052"/>
                </a:lnTo>
                <a:lnTo>
                  <a:pt x="9838" y="52987"/>
                </a:lnTo>
                <a:lnTo>
                  <a:pt x="9838" y="51833"/>
                </a:lnTo>
                <a:lnTo>
                  <a:pt x="9838" y="50768"/>
                </a:lnTo>
                <a:lnTo>
                  <a:pt x="9838" y="49703"/>
                </a:lnTo>
                <a:lnTo>
                  <a:pt x="10314" y="48460"/>
                </a:lnTo>
                <a:lnTo>
                  <a:pt x="10314" y="47395"/>
                </a:lnTo>
                <a:lnTo>
                  <a:pt x="10314" y="46330"/>
                </a:lnTo>
                <a:lnTo>
                  <a:pt x="10314" y="45265"/>
                </a:lnTo>
                <a:lnTo>
                  <a:pt x="10314" y="44111"/>
                </a:lnTo>
                <a:lnTo>
                  <a:pt x="10631" y="43046"/>
                </a:lnTo>
                <a:lnTo>
                  <a:pt x="10631" y="42247"/>
                </a:lnTo>
                <a:lnTo>
                  <a:pt x="10631" y="41182"/>
                </a:lnTo>
                <a:lnTo>
                  <a:pt x="10631" y="40117"/>
                </a:lnTo>
                <a:lnTo>
                  <a:pt x="10631" y="38963"/>
                </a:lnTo>
                <a:lnTo>
                  <a:pt x="11108" y="37898"/>
                </a:lnTo>
                <a:lnTo>
                  <a:pt x="11108" y="36833"/>
                </a:lnTo>
                <a:lnTo>
                  <a:pt x="11108" y="35768"/>
                </a:lnTo>
                <a:lnTo>
                  <a:pt x="11108" y="34703"/>
                </a:lnTo>
                <a:lnTo>
                  <a:pt x="11108" y="33638"/>
                </a:lnTo>
                <a:lnTo>
                  <a:pt x="11425" y="32750"/>
                </a:lnTo>
                <a:lnTo>
                  <a:pt x="11425" y="31685"/>
                </a:lnTo>
                <a:lnTo>
                  <a:pt x="11425" y="30620"/>
                </a:lnTo>
                <a:lnTo>
                  <a:pt x="11425" y="29555"/>
                </a:lnTo>
                <a:lnTo>
                  <a:pt x="11742" y="28490"/>
                </a:lnTo>
                <a:lnTo>
                  <a:pt x="11742" y="27425"/>
                </a:lnTo>
                <a:lnTo>
                  <a:pt x="11742" y="26537"/>
                </a:lnTo>
                <a:lnTo>
                  <a:pt x="11742" y="25472"/>
                </a:lnTo>
                <a:lnTo>
                  <a:pt x="11742" y="24674"/>
                </a:lnTo>
                <a:lnTo>
                  <a:pt x="11742" y="23608"/>
                </a:lnTo>
                <a:lnTo>
                  <a:pt x="11742" y="22455"/>
                </a:lnTo>
                <a:lnTo>
                  <a:pt x="11742" y="21390"/>
                </a:lnTo>
                <a:lnTo>
                  <a:pt x="11742" y="20325"/>
                </a:lnTo>
                <a:lnTo>
                  <a:pt x="11742" y="19526"/>
                </a:lnTo>
                <a:lnTo>
                  <a:pt x="12218" y="18461"/>
                </a:lnTo>
                <a:lnTo>
                  <a:pt x="12218" y="17573"/>
                </a:lnTo>
                <a:lnTo>
                  <a:pt x="12218" y="16686"/>
                </a:lnTo>
                <a:lnTo>
                  <a:pt x="12218" y="15443"/>
                </a:lnTo>
                <a:lnTo>
                  <a:pt x="12218" y="14555"/>
                </a:lnTo>
                <a:lnTo>
                  <a:pt x="12536" y="13490"/>
                </a:lnTo>
                <a:lnTo>
                  <a:pt x="12536" y="12603"/>
                </a:lnTo>
                <a:lnTo>
                  <a:pt x="12536" y="11538"/>
                </a:lnTo>
                <a:lnTo>
                  <a:pt x="12536" y="10739"/>
                </a:lnTo>
                <a:lnTo>
                  <a:pt x="13012" y="9585"/>
                </a:lnTo>
                <a:lnTo>
                  <a:pt x="13012" y="8520"/>
                </a:lnTo>
                <a:lnTo>
                  <a:pt x="13012" y="7721"/>
                </a:lnTo>
                <a:lnTo>
                  <a:pt x="13012" y="6834"/>
                </a:lnTo>
                <a:lnTo>
                  <a:pt x="13012" y="5946"/>
                </a:lnTo>
                <a:lnTo>
                  <a:pt x="13329" y="4704"/>
                </a:lnTo>
                <a:lnTo>
                  <a:pt x="13329" y="3816"/>
                </a:lnTo>
                <a:lnTo>
                  <a:pt x="13329" y="3017"/>
                </a:lnTo>
                <a:lnTo>
                  <a:pt x="13329" y="2130"/>
                </a:lnTo>
                <a:lnTo>
                  <a:pt x="13329" y="1065"/>
                </a:lnTo>
                <a:lnTo>
                  <a:pt x="13805" y="0"/>
                </a:lnTo>
              </a:path>
            </a:pathLst>
          </a:custGeom>
          <a:ln w="1951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4154052" y="1450126"/>
            <a:ext cx="13012" cy="126121"/>
          </a:xfrm>
          <a:custGeom>
            <a:avLst/>
            <a:gdLst/>
            <a:ahLst/>
            <a:cxnLst/>
            <a:rect l="l" t="t" r="r" b="b"/>
            <a:pathLst>
              <a:path w="13012" h="126121">
                <a:moveTo>
                  <a:pt x="0" y="126121"/>
                </a:moveTo>
                <a:lnTo>
                  <a:pt x="0" y="125234"/>
                </a:lnTo>
                <a:lnTo>
                  <a:pt x="0" y="124346"/>
                </a:lnTo>
                <a:lnTo>
                  <a:pt x="0" y="123547"/>
                </a:lnTo>
                <a:lnTo>
                  <a:pt x="0" y="122660"/>
                </a:lnTo>
                <a:lnTo>
                  <a:pt x="317" y="121595"/>
                </a:lnTo>
                <a:lnTo>
                  <a:pt x="317" y="120707"/>
                </a:lnTo>
                <a:lnTo>
                  <a:pt x="317" y="119908"/>
                </a:lnTo>
                <a:lnTo>
                  <a:pt x="317" y="118843"/>
                </a:lnTo>
                <a:lnTo>
                  <a:pt x="317" y="117956"/>
                </a:lnTo>
                <a:lnTo>
                  <a:pt x="317" y="116891"/>
                </a:lnTo>
                <a:lnTo>
                  <a:pt x="317" y="116003"/>
                </a:lnTo>
                <a:lnTo>
                  <a:pt x="317" y="115204"/>
                </a:lnTo>
                <a:lnTo>
                  <a:pt x="317" y="114317"/>
                </a:lnTo>
                <a:lnTo>
                  <a:pt x="634" y="113429"/>
                </a:lnTo>
                <a:lnTo>
                  <a:pt x="634" y="112630"/>
                </a:lnTo>
                <a:lnTo>
                  <a:pt x="634" y="111743"/>
                </a:lnTo>
                <a:lnTo>
                  <a:pt x="634" y="110855"/>
                </a:lnTo>
                <a:lnTo>
                  <a:pt x="634" y="109790"/>
                </a:lnTo>
                <a:lnTo>
                  <a:pt x="1110" y="108991"/>
                </a:lnTo>
                <a:lnTo>
                  <a:pt x="1110" y="108104"/>
                </a:lnTo>
                <a:lnTo>
                  <a:pt x="1110" y="107216"/>
                </a:lnTo>
                <a:lnTo>
                  <a:pt x="1110" y="106151"/>
                </a:lnTo>
                <a:lnTo>
                  <a:pt x="1110" y="105530"/>
                </a:lnTo>
                <a:lnTo>
                  <a:pt x="1428" y="104642"/>
                </a:lnTo>
                <a:lnTo>
                  <a:pt x="1428" y="103844"/>
                </a:lnTo>
                <a:lnTo>
                  <a:pt x="1428" y="102690"/>
                </a:lnTo>
                <a:lnTo>
                  <a:pt x="1428" y="102068"/>
                </a:lnTo>
                <a:lnTo>
                  <a:pt x="1904" y="101270"/>
                </a:lnTo>
                <a:lnTo>
                  <a:pt x="1904" y="100116"/>
                </a:lnTo>
                <a:lnTo>
                  <a:pt x="1904" y="99495"/>
                </a:lnTo>
                <a:lnTo>
                  <a:pt x="1904" y="98696"/>
                </a:lnTo>
                <a:lnTo>
                  <a:pt x="1904" y="97808"/>
                </a:lnTo>
                <a:lnTo>
                  <a:pt x="2221" y="96921"/>
                </a:lnTo>
                <a:lnTo>
                  <a:pt x="2221" y="96122"/>
                </a:lnTo>
                <a:lnTo>
                  <a:pt x="2221" y="95234"/>
                </a:lnTo>
                <a:lnTo>
                  <a:pt x="2221" y="94347"/>
                </a:lnTo>
                <a:lnTo>
                  <a:pt x="2221" y="93548"/>
                </a:lnTo>
                <a:lnTo>
                  <a:pt x="2221" y="92838"/>
                </a:lnTo>
                <a:lnTo>
                  <a:pt x="2221" y="92039"/>
                </a:lnTo>
                <a:lnTo>
                  <a:pt x="2221" y="91152"/>
                </a:lnTo>
                <a:lnTo>
                  <a:pt x="2221" y="90264"/>
                </a:lnTo>
                <a:lnTo>
                  <a:pt x="2221" y="89643"/>
                </a:lnTo>
                <a:lnTo>
                  <a:pt x="2538" y="88578"/>
                </a:lnTo>
                <a:lnTo>
                  <a:pt x="2538" y="87956"/>
                </a:lnTo>
                <a:lnTo>
                  <a:pt x="2538" y="87069"/>
                </a:lnTo>
                <a:lnTo>
                  <a:pt x="2538" y="86181"/>
                </a:lnTo>
                <a:lnTo>
                  <a:pt x="3015" y="85382"/>
                </a:lnTo>
                <a:lnTo>
                  <a:pt x="3015" y="84761"/>
                </a:lnTo>
                <a:lnTo>
                  <a:pt x="3015" y="83874"/>
                </a:lnTo>
                <a:lnTo>
                  <a:pt x="3015" y="82986"/>
                </a:lnTo>
                <a:lnTo>
                  <a:pt x="3015" y="82365"/>
                </a:lnTo>
                <a:lnTo>
                  <a:pt x="3332" y="81477"/>
                </a:lnTo>
                <a:lnTo>
                  <a:pt x="3332" y="80678"/>
                </a:lnTo>
                <a:lnTo>
                  <a:pt x="3332" y="79968"/>
                </a:lnTo>
                <a:lnTo>
                  <a:pt x="3332" y="79170"/>
                </a:lnTo>
                <a:lnTo>
                  <a:pt x="3332" y="78282"/>
                </a:lnTo>
                <a:lnTo>
                  <a:pt x="3808" y="77661"/>
                </a:lnTo>
                <a:lnTo>
                  <a:pt x="3808" y="76773"/>
                </a:lnTo>
                <a:lnTo>
                  <a:pt x="3808" y="76152"/>
                </a:lnTo>
                <a:lnTo>
                  <a:pt x="3808" y="75531"/>
                </a:lnTo>
                <a:lnTo>
                  <a:pt x="3808" y="74465"/>
                </a:lnTo>
                <a:lnTo>
                  <a:pt x="4125" y="73755"/>
                </a:lnTo>
                <a:lnTo>
                  <a:pt x="4125" y="73134"/>
                </a:lnTo>
                <a:lnTo>
                  <a:pt x="4125" y="72247"/>
                </a:lnTo>
                <a:lnTo>
                  <a:pt x="4125" y="71625"/>
                </a:lnTo>
                <a:lnTo>
                  <a:pt x="4601" y="70738"/>
                </a:lnTo>
                <a:lnTo>
                  <a:pt x="4601" y="70116"/>
                </a:lnTo>
                <a:lnTo>
                  <a:pt x="4601" y="69495"/>
                </a:lnTo>
                <a:lnTo>
                  <a:pt x="4601" y="68608"/>
                </a:lnTo>
                <a:lnTo>
                  <a:pt x="4601" y="67986"/>
                </a:lnTo>
                <a:lnTo>
                  <a:pt x="4601" y="67099"/>
                </a:lnTo>
                <a:lnTo>
                  <a:pt x="4601" y="66477"/>
                </a:lnTo>
                <a:lnTo>
                  <a:pt x="4601" y="65856"/>
                </a:lnTo>
                <a:lnTo>
                  <a:pt x="4601" y="64969"/>
                </a:lnTo>
                <a:lnTo>
                  <a:pt x="4601" y="64347"/>
                </a:lnTo>
                <a:lnTo>
                  <a:pt x="4919" y="63726"/>
                </a:lnTo>
                <a:lnTo>
                  <a:pt x="4919" y="62838"/>
                </a:lnTo>
                <a:lnTo>
                  <a:pt x="4919" y="62217"/>
                </a:lnTo>
                <a:lnTo>
                  <a:pt x="4919" y="61330"/>
                </a:lnTo>
                <a:lnTo>
                  <a:pt x="4919" y="60708"/>
                </a:lnTo>
                <a:lnTo>
                  <a:pt x="5236" y="60087"/>
                </a:lnTo>
                <a:lnTo>
                  <a:pt x="5236" y="59377"/>
                </a:lnTo>
                <a:lnTo>
                  <a:pt x="5236" y="58756"/>
                </a:lnTo>
                <a:lnTo>
                  <a:pt x="5236" y="57957"/>
                </a:lnTo>
                <a:lnTo>
                  <a:pt x="5712" y="57247"/>
                </a:lnTo>
                <a:lnTo>
                  <a:pt x="5712" y="56626"/>
                </a:lnTo>
                <a:lnTo>
                  <a:pt x="5712" y="56004"/>
                </a:lnTo>
                <a:lnTo>
                  <a:pt x="5712" y="55383"/>
                </a:lnTo>
                <a:lnTo>
                  <a:pt x="5712" y="54673"/>
                </a:lnTo>
                <a:lnTo>
                  <a:pt x="6030" y="54052"/>
                </a:lnTo>
                <a:lnTo>
                  <a:pt x="6030" y="53164"/>
                </a:lnTo>
                <a:lnTo>
                  <a:pt x="6030" y="52809"/>
                </a:lnTo>
                <a:lnTo>
                  <a:pt x="6030" y="51922"/>
                </a:lnTo>
                <a:lnTo>
                  <a:pt x="6030" y="51300"/>
                </a:lnTo>
                <a:lnTo>
                  <a:pt x="6506" y="50590"/>
                </a:lnTo>
                <a:lnTo>
                  <a:pt x="6506" y="49969"/>
                </a:lnTo>
                <a:lnTo>
                  <a:pt x="6506" y="49525"/>
                </a:lnTo>
                <a:lnTo>
                  <a:pt x="6506" y="48726"/>
                </a:lnTo>
                <a:lnTo>
                  <a:pt x="6506" y="48283"/>
                </a:lnTo>
                <a:lnTo>
                  <a:pt x="6506" y="47395"/>
                </a:lnTo>
                <a:lnTo>
                  <a:pt x="6506" y="46951"/>
                </a:lnTo>
                <a:lnTo>
                  <a:pt x="6506" y="46152"/>
                </a:lnTo>
                <a:lnTo>
                  <a:pt x="6506" y="45709"/>
                </a:lnTo>
                <a:lnTo>
                  <a:pt x="6823" y="44821"/>
                </a:lnTo>
                <a:lnTo>
                  <a:pt x="6823" y="44377"/>
                </a:lnTo>
                <a:lnTo>
                  <a:pt x="6823" y="43579"/>
                </a:lnTo>
                <a:lnTo>
                  <a:pt x="6823" y="43135"/>
                </a:lnTo>
                <a:lnTo>
                  <a:pt x="6823" y="42513"/>
                </a:lnTo>
                <a:lnTo>
                  <a:pt x="7140" y="41803"/>
                </a:lnTo>
                <a:lnTo>
                  <a:pt x="7140" y="41182"/>
                </a:lnTo>
                <a:lnTo>
                  <a:pt x="7140" y="40738"/>
                </a:lnTo>
                <a:lnTo>
                  <a:pt x="7140" y="39940"/>
                </a:lnTo>
                <a:lnTo>
                  <a:pt x="7140" y="39496"/>
                </a:lnTo>
                <a:lnTo>
                  <a:pt x="7616" y="38874"/>
                </a:lnTo>
                <a:lnTo>
                  <a:pt x="7616" y="38164"/>
                </a:lnTo>
                <a:lnTo>
                  <a:pt x="7616" y="37543"/>
                </a:lnTo>
                <a:lnTo>
                  <a:pt x="7616" y="37099"/>
                </a:lnTo>
                <a:lnTo>
                  <a:pt x="7616" y="36478"/>
                </a:lnTo>
                <a:lnTo>
                  <a:pt x="7934" y="36034"/>
                </a:lnTo>
                <a:lnTo>
                  <a:pt x="7934" y="35413"/>
                </a:lnTo>
                <a:lnTo>
                  <a:pt x="7934" y="34792"/>
                </a:lnTo>
                <a:lnTo>
                  <a:pt x="7934" y="34082"/>
                </a:lnTo>
                <a:lnTo>
                  <a:pt x="8410" y="33727"/>
                </a:lnTo>
                <a:lnTo>
                  <a:pt x="8410" y="33017"/>
                </a:lnTo>
                <a:lnTo>
                  <a:pt x="8410" y="32573"/>
                </a:lnTo>
                <a:lnTo>
                  <a:pt x="8410" y="31952"/>
                </a:lnTo>
                <a:lnTo>
                  <a:pt x="8410" y="31508"/>
                </a:lnTo>
                <a:lnTo>
                  <a:pt x="8410" y="30886"/>
                </a:lnTo>
                <a:lnTo>
                  <a:pt x="8410" y="30443"/>
                </a:lnTo>
                <a:lnTo>
                  <a:pt x="8410" y="29821"/>
                </a:lnTo>
                <a:lnTo>
                  <a:pt x="8410" y="29378"/>
                </a:lnTo>
                <a:lnTo>
                  <a:pt x="8410" y="28756"/>
                </a:lnTo>
                <a:lnTo>
                  <a:pt x="8727" y="28135"/>
                </a:lnTo>
                <a:lnTo>
                  <a:pt x="8727" y="27691"/>
                </a:lnTo>
                <a:lnTo>
                  <a:pt x="8727" y="27070"/>
                </a:lnTo>
                <a:lnTo>
                  <a:pt x="8727" y="26626"/>
                </a:lnTo>
                <a:lnTo>
                  <a:pt x="8727" y="26005"/>
                </a:lnTo>
                <a:lnTo>
                  <a:pt x="9203" y="25739"/>
                </a:lnTo>
                <a:lnTo>
                  <a:pt x="9203" y="25117"/>
                </a:lnTo>
                <a:lnTo>
                  <a:pt x="9203" y="24674"/>
                </a:lnTo>
                <a:lnTo>
                  <a:pt x="9203" y="24052"/>
                </a:lnTo>
                <a:lnTo>
                  <a:pt x="9521" y="23431"/>
                </a:lnTo>
                <a:lnTo>
                  <a:pt x="9521" y="23165"/>
                </a:lnTo>
                <a:lnTo>
                  <a:pt x="9521" y="22543"/>
                </a:lnTo>
                <a:lnTo>
                  <a:pt x="9521" y="22100"/>
                </a:lnTo>
                <a:lnTo>
                  <a:pt x="9521" y="21478"/>
                </a:lnTo>
                <a:lnTo>
                  <a:pt x="9838" y="21035"/>
                </a:lnTo>
                <a:lnTo>
                  <a:pt x="9838" y="20591"/>
                </a:lnTo>
                <a:lnTo>
                  <a:pt x="9838" y="19970"/>
                </a:lnTo>
                <a:lnTo>
                  <a:pt x="9838" y="19703"/>
                </a:lnTo>
                <a:lnTo>
                  <a:pt x="9838" y="19082"/>
                </a:lnTo>
                <a:lnTo>
                  <a:pt x="10314" y="18638"/>
                </a:lnTo>
                <a:lnTo>
                  <a:pt x="10314" y="18283"/>
                </a:lnTo>
                <a:lnTo>
                  <a:pt x="10314" y="17573"/>
                </a:lnTo>
                <a:lnTo>
                  <a:pt x="10314" y="17396"/>
                </a:lnTo>
                <a:lnTo>
                  <a:pt x="10314" y="16774"/>
                </a:lnTo>
                <a:lnTo>
                  <a:pt x="10631" y="16331"/>
                </a:lnTo>
                <a:lnTo>
                  <a:pt x="10631" y="15887"/>
                </a:lnTo>
                <a:lnTo>
                  <a:pt x="10631" y="15443"/>
                </a:lnTo>
                <a:lnTo>
                  <a:pt x="10631" y="14999"/>
                </a:lnTo>
                <a:lnTo>
                  <a:pt x="10631" y="14644"/>
                </a:lnTo>
                <a:lnTo>
                  <a:pt x="10631" y="13934"/>
                </a:lnTo>
                <a:lnTo>
                  <a:pt x="10631" y="13757"/>
                </a:lnTo>
                <a:lnTo>
                  <a:pt x="10631" y="13313"/>
                </a:lnTo>
                <a:lnTo>
                  <a:pt x="10631" y="12869"/>
                </a:lnTo>
                <a:lnTo>
                  <a:pt x="11108" y="12425"/>
                </a:lnTo>
                <a:lnTo>
                  <a:pt x="11108" y="12070"/>
                </a:lnTo>
                <a:lnTo>
                  <a:pt x="11108" y="11626"/>
                </a:lnTo>
                <a:lnTo>
                  <a:pt x="11108" y="11183"/>
                </a:lnTo>
                <a:lnTo>
                  <a:pt x="11108" y="10739"/>
                </a:lnTo>
                <a:lnTo>
                  <a:pt x="11425" y="10295"/>
                </a:lnTo>
                <a:lnTo>
                  <a:pt x="11425" y="9851"/>
                </a:lnTo>
                <a:lnTo>
                  <a:pt x="11425" y="9496"/>
                </a:lnTo>
                <a:lnTo>
                  <a:pt x="11425" y="9230"/>
                </a:lnTo>
                <a:lnTo>
                  <a:pt x="11425" y="8609"/>
                </a:lnTo>
                <a:lnTo>
                  <a:pt x="11742" y="8165"/>
                </a:lnTo>
                <a:lnTo>
                  <a:pt x="11742" y="7988"/>
                </a:lnTo>
                <a:lnTo>
                  <a:pt x="11742" y="7544"/>
                </a:lnTo>
                <a:lnTo>
                  <a:pt x="11742" y="7100"/>
                </a:lnTo>
                <a:lnTo>
                  <a:pt x="11742" y="6922"/>
                </a:lnTo>
                <a:lnTo>
                  <a:pt x="12218" y="6479"/>
                </a:lnTo>
                <a:lnTo>
                  <a:pt x="12218" y="6035"/>
                </a:lnTo>
                <a:lnTo>
                  <a:pt x="12218" y="5769"/>
                </a:lnTo>
                <a:lnTo>
                  <a:pt x="12218" y="5414"/>
                </a:lnTo>
                <a:lnTo>
                  <a:pt x="12536" y="4704"/>
                </a:lnTo>
                <a:lnTo>
                  <a:pt x="12536" y="4526"/>
                </a:lnTo>
                <a:lnTo>
                  <a:pt x="12536" y="4082"/>
                </a:lnTo>
                <a:lnTo>
                  <a:pt x="12536" y="3905"/>
                </a:lnTo>
                <a:lnTo>
                  <a:pt x="12536" y="3461"/>
                </a:lnTo>
                <a:lnTo>
                  <a:pt x="12536" y="3195"/>
                </a:lnTo>
                <a:lnTo>
                  <a:pt x="12536" y="2840"/>
                </a:lnTo>
                <a:lnTo>
                  <a:pt x="12536" y="2396"/>
                </a:lnTo>
                <a:lnTo>
                  <a:pt x="12536" y="2130"/>
                </a:lnTo>
                <a:lnTo>
                  <a:pt x="12536" y="1775"/>
                </a:lnTo>
                <a:lnTo>
                  <a:pt x="13012" y="1331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443"/>
                </a:lnTo>
                <a:lnTo>
                  <a:pt x="13012" y="0"/>
                </a:lnTo>
              </a:path>
            </a:pathLst>
          </a:custGeom>
          <a:ln w="1945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4167064" y="1434505"/>
            <a:ext cx="13805" cy="16508"/>
          </a:xfrm>
          <a:custGeom>
            <a:avLst/>
            <a:gdLst/>
            <a:ahLst/>
            <a:cxnLst/>
            <a:rect l="l" t="t" r="r" b="b"/>
            <a:pathLst>
              <a:path w="13805" h="16508">
                <a:moveTo>
                  <a:pt x="0" y="15620"/>
                </a:moveTo>
                <a:lnTo>
                  <a:pt x="317" y="15443"/>
                </a:lnTo>
                <a:lnTo>
                  <a:pt x="317" y="15177"/>
                </a:lnTo>
                <a:lnTo>
                  <a:pt x="317" y="14822"/>
                </a:lnTo>
                <a:lnTo>
                  <a:pt x="317" y="14378"/>
                </a:lnTo>
                <a:lnTo>
                  <a:pt x="634" y="14112"/>
                </a:lnTo>
                <a:lnTo>
                  <a:pt x="634" y="13934"/>
                </a:lnTo>
                <a:lnTo>
                  <a:pt x="634" y="13490"/>
                </a:lnTo>
                <a:lnTo>
                  <a:pt x="634" y="13047"/>
                </a:lnTo>
                <a:lnTo>
                  <a:pt x="1110" y="12603"/>
                </a:lnTo>
                <a:lnTo>
                  <a:pt x="1110" y="12425"/>
                </a:lnTo>
                <a:lnTo>
                  <a:pt x="1110" y="11982"/>
                </a:lnTo>
                <a:lnTo>
                  <a:pt x="1110" y="11538"/>
                </a:lnTo>
                <a:lnTo>
                  <a:pt x="1428" y="11360"/>
                </a:lnTo>
                <a:lnTo>
                  <a:pt x="1428" y="10916"/>
                </a:lnTo>
                <a:lnTo>
                  <a:pt x="1428" y="10739"/>
                </a:lnTo>
                <a:lnTo>
                  <a:pt x="1428" y="10473"/>
                </a:lnTo>
                <a:lnTo>
                  <a:pt x="1428" y="10295"/>
                </a:lnTo>
                <a:lnTo>
                  <a:pt x="1904" y="9851"/>
                </a:lnTo>
                <a:lnTo>
                  <a:pt x="1904" y="9674"/>
                </a:lnTo>
                <a:lnTo>
                  <a:pt x="1904" y="9230"/>
                </a:lnTo>
                <a:lnTo>
                  <a:pt x="1904" y="8964"/>
                </a:lnTo>
                <a:lnTo>
                  <a:pt x="1904" y="8609"/>
                </a:lnTo>
                <a:lnTo>
                  <a:pt x="1904" y="8343"/>
                </a:lnTo>
                <a:lnTo>
                  <a:pt x="1904" y="8165"/>
                </a:lnTo>
                <a:lnTo>
                  <a:pt x="2221" y="7721"/>
                </a:lnTo>
                <a:lnTo>
                  <a:pt x="2221" y="7455"/>
                </a:lnTo>
                <a:lnTo>
                  <a:pt x="2221" y="7277"/>
                </a:lnTo>
                <a:lnTo>
                  <a:pt x="2221" y="7100"/>
                </a:lnTo>
                <a:lnTo>
                  <a:pt x="2697" y="6656"/>
                </a:lnTo>
                <a:lnTo>
                  <a:pt x="2697" y="6390"/>
                </a:lnTo>
                <a:lnTo>
                  <a:pt x="2697" y="6212"/>
                </a:lnTo>
                <a:lnTo>
                  <a:pt x="2697" y="6035"/>
                </a:lnTo>
                <a:lnTo>
                  <a:pt x="3015" y="5769"/>
                </a:lnTo>
                <a:lnTo>
                  <a:pt x="3015" y="5591"/>
                </a:lnTo>
                <a:lnTo>
                  <a:pt x="3015" y="5325"/>
                </a:lnTo>
                <a:lnTo>
                  <a:pt x="3015" y="5147"/>
                </a:lnTo>
                <a:lnTo>
                  <a:pt x="3332" y="4881"/>
                </a:lnTo>
                <a:lnTo>
                  <a:pt x="3332" y="4704"/>
                </a:lnTo>
                <a:lnTo>
                  <a:pt x="3332" y="4526"/>
                </a:lnTo>
                <a:lnTo>
                  <a:pt x="3332" y="4260"/>
                </a:lnTo>
                <a:lnTo>
                  <a:pt x="3808" y="4082"/>
                </a:lnTo>
                <a:lnTo>
                  <a:pt x="3808" y="3816"/>
                </a:lnTo>
                <a:lnTo>
                  <a:pt x="3808" y="3638"/>
                </a:lnTo>
                <a:lnTo>
                  <a:pt x="3808" y="3461"/>
                </a:lnTo>
                <a:lnTo>
                  <a:pt x="3808" y="3195"/>
                </a:lnTo>
                <a:lnTo>
                  <a:pt x="3808" y="3017"/>
                </a:lnTo>
                <a:lnTo>
                  <a:pt x="3808" y="2751"/>
                </a:lnTo>
                <a:lnTo>
                  <a:pt x="3808" y="2573"/>
                </a:lnTo>
                <a:lnTo>
                  <a:pt x="4125" y="2573"/>
                </a:lnTo>
                <a:lnTo>
                  <a:pt x="4125" y="2307"/>
                </a:lnTo>
                <a:lnTo>
                  <a:pt x="4601" y="2130"/>
                </a:lnTo>
                <a:lnTo>
                  <a:pt x="4601" y="1952"/>
                </a:lnTo>
                <a:lnTo>
                  <a:pt x="4601" y="1686"/>
                </a:lnTo>
                <a:lnTo>
                  <a:pt x="4601" y="1508"/>
                </a:lnTo>
                <a:lnTo>
                  <a:pt x="4919" y="1508"/>
                </a:lnTo>
                <a:lnTo>
                  <a:pt x="4919" y="1242"/>
                </a:lnTo>
                <a:lnTo>
                  <a:pt x="4919" y="1242"/>
                </a:lnTo>
                <a:lnTo>
                  <a:pt x="5236" y="1065"/>
                </a:lnTo>
                <a:lnTo>
                  <a:pt x="5236" y="887"/>
                </a:lnTo>
                <a:lnTo>
                  <a:pt x="5712" y="621"/>
                </a:lnTo>
                <a:lnTo>
                  <a:pt x="5712" y="443"/>
                </a:lnTo>
                <a:lnTo>
                  <a:pt x="6030" y="443"/>
                </a:lnTo>
                <a:lnTo>
                  <a:pt x="6030" y="177"/>
                </a:lnTo>
                <a:lnTo>
                  <a:pt x="6506" y="177"/>
                </a:lnTo>
                <a:lnTo>
                  <a:pt x="6506" y="0"/>
                </a:lnTo>
                <a:lnTo>
                  <a:pt x="6823" y="0"/>
                </a:lnTo>
                <a:lnTo>
                  <a:pt x="7299" y="0"/>
                </a:lnTo>
                <a:lnTo>
                  <a:pt x="7616" y="0"/>
                </a:lnTo>
                <a:lnTo>
                  <a:pt x="7616" y="177"/>
                </a:lnTo>
                <a:lnTo>
                  <a:pt x="7934" y="177"/>
                </a:lnTo>
                <a:lnTo>
                  <a:pt x="7934" y="443"/>
                </a:lnTo>
                <a:lnTo>
                  <a:pt x="8410" y="621"/>
                </a:lnTo>
                <a:lnTo>
                  <a:pt x="8410" y="887"/>
                </a:lnTo>
                <a:lnTo>
                  <a:pt x="8727" y="1065"/>
                </a:lnTo>
                <a:lnTo>
                  <a:pt x="8727" y="1242"/>
                </a:lnTo>
                <a:lnTo>
                  <a:pt x="9203" y="1242"/>
                </a:lnTo>
                <a:lnTo>
                  <a:pt x="9203" y="1508"/>
                </a:lnTo>
                <a:lnTo>
                  <a:pt x="9203" y="1686"/>
                </a:lnTo>
                <a:lnTo>
                  <a:pt x="9203" y="1952"/>
                </a:lnTo>
                <a:lnTo>
                  <a:pt x="9521" y="1952"/>
                </a:lnTo>
                <a:lnTo>
                  <a:pt x="9521" y="2130"/>
                </a:lnTo>
                <a:lnTo>
                  <a:pt x="9521" y="2307"/>
                </a:lnTo>
                <a:lnTo>
                  <a:pt x="9838" y="2573"/>
                </a:lnTo>
                <a:lnTo>
                  <a:pt x="9838" y="2751"/>
                </a:lnTo>
                <a:lnTo>
                  <a:pt x="9838" y="3017"/>
                </a:lnTo>
                <a:lnTo>
                  <a:pt x="10314" y="3195"/>
                </a:lnTo>
                <a:lnTo>
                  <a:pt x="10314" y="3461"/>
                </a:lnTo>
                <a:lnTo>
                  <a:pt x="10314" y="3638"/>
                </a:lnTo>
                <a:lnTo>
                  <a:pt x="10314" y="3816"/>
                </a:lnTo>
                <a:lnTo>
                  <a:pt x="10314" y="4082"/>
                </a:lnTo>
                <a:lnTo>
                  <a:pt x="10314" y="4260"/>
                </a:lnTo>
                <a:lnTo>
                  <a:pt x="10314" y="4526"/>
                </a:lnTo>
                <a:lnTo>
                  <a:pt x="10314" y="4704"/>
                </a:lnTo>
                <a:lnTo>
                  <a:pt x="10631" y="4881"/>
                </a:lnTo>
                <a:lnTo>
                  <a:pt x="10631" y="5147"/>
                </a:lnTo>
                <a:lnTo>
                  <a:pt x="10631" y="5325"/>
                </a:lnTo>
                <a:lnTo>
                  <a:pt x="11108" y="5591"/>
                </a:lnTo>
                <a:lnTo>
                  <a:pt x="11108" y="5769"/>
                </a:lnTo>
                <a:lnTo>
                  <a:pt x="11108" y="6035"/>
                </a:lnTo>
                <a:lnTo>
                  <a:pt x="11108" y="6212"/>
                </a:lnTo>
                <a:lnTo>
                  <a:pt x="11425" y="6390"/>
                </a:lnTo>
                <a:lnTo>
                  <a:pt x="11425" y="6656"/>
                </a:lnTo>
                <a:lnTo>
                  <a:pt x="11425" y="7100"/>
                </a:lnTo>
                <a:lnTo>
                  <a:pt x="11425" y="7277"/>
                </a:lnTo>
                <a:lnTo>
                  <a:pt x="11901" y="7455"/>
                </a:lnTo>
                <a:lnTo>
                  <a:pt x="11901" y="7721"/>
                </a:lnTo>
                <a:lnTo>
                  <a:pt x="11901" y="8165"/>
                </a:lnTo>
                <a:lnTo>
                  <a:pt x="11901" y="8343"/>
                </a:lnTo>
                <a:lnTo>
                  <a:pt x="12218" y="8786"/>
                </a:lnTo>
                <a:lnTo>
                  <a:pt x="12218" y="8964"/>
                </a:lnTo>
                <a:lnTo>
                  <a:pt x="12218" y="9230"/>
                </a:lnTo>
                <a:lnTo>
                  <a:pt x="12218" y="9674"/>
                </a:lnTo>
                <a:lnTo>
                  <a:pt x="12218" y="9851"/>
                </a:lnTo>
                <a:lnTo>
                  <a:pt x="12218" y="10295"/>
                </a:lnTo>
                <a:lnTo>
                  <a:pt x="12218" y="10473"/>
                </a:lnTo>
                <a:lnTo>
                  <a:pt x="12218" y="10739"/>
                </a:lnTo>
                <a:lnTo>
                  <a:pt x="12536" y="10916"/>
                </a:lnTo>
                <a:lnTo>
                  <a:pt x="12536" y="11360"/>
                </a:lnTo>
                <a:lnTo>
                  <a:pt x="12536" y="11538"/>
                </a:lnTo>
                <a:lnTo>
                  <a:pt x="12536" y="11982"/>
                </a:lnTo>
                <a:lnTo>
                  <a:pt x="13012" y="12425"/>
                </a:lnTo>
                <a:lnTo>
                  <a:pt x="13012" y="12603"/>
                </a:lnTo>
                <a:lnTo>
                  <a:pt x="13012" y="13047"/>
                </a:lnTo>
                <a:lnTo>
                  <a:pt x="13012" y="13313"/>
                </a:lnTo>
                <a:lnTo>
                  <a:pt x="13012" y="13490"/>
                </a:lnTo>
                <a:lnTo>
                  <a:pt x="13329" y="13934"/>
                </a:lnTo>
                <a:lnTo>
                  <a:pt x="13329" y="14112"/>
                </a:lnTo>
                <a:lnTo>
                  <a:pt x="13329" y="14378"/>
                </a:lnTo>
                <a:lnTo>
                  <a:pt x="13329" y="14822"/>
                </a:lnTo>
                <a:lnTo>
                  <a:pt x="13805" y="15177"/>
                </a:lnTo>
                <a:lnTo>
                  <a:pt x="13805" y="15443"/>
                </a:lnTo>
                <a:lnTo>
                  <a:pt x="13805" y="15620"/>
                </a:lnTo>
                <a:lnTo>
                  <a:pt x="13805" y="16064"/>
                </a:lnTo>
                <a:lnTo>
                  <a:pt x="13805" y="16508"/>
                </a:lnTo>
              </a:path>
            </a:pathLst>
          </a:custGeom>
          <a:ln w="1599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4180870" y="1451014"/>
            <a:ext cx="13329" cy="127364"/>
          </a:xfrm>
          <a:custGeom>
            <a:avLst/>
            <a:gdLst/>
            <a:ahLst/>
            <a:cxnLst/>
            <a:rect l="l" t="t" r="r" b="b"/>
            <a:pathLst>
              <a:path w="13329" h="127364">
                <a:moveTo>
                  <a:pt x="0" y="0"/>
                </a:moveTo>
                <a:lnTo>
                  <a:pt x="317" y="177"/>
                </a:lnTo>
                <a:lnTo>
                  <a:pt x="317" y="443"/>
                </a:lnTo>
                <a:lnTo>
                  <a:pt x="317" y="887"/>
                </a:lnTo>
                <a:lnTo>
                  <a:pt x="317" y="1242"/>
                </a:lnTo>
                <a:lnTo>
                  <a:pt x="317" y="1508"/>
                </a:lnTo>
                <a:lnTo>
                  <a:pt x="634" y="1952"/>
                </a:lnTo>
                <a:lnTo>
                  <a:pt x="634" y="2307"/>
                </a:lnTo>
                <a:lnTo>
                  <a:pt x="634" y="2573"/>
                </a:lnTo>
                <a:lnTo>
                  <a:pt x="634" y="3017"/>
                </a:lnTo>
                <a:lnTo>
                  <a:pt x="634" y="3461"/>
                </a:lnTo>
                <a:lnTo>
                  <a:pt x="634" y="3638"/>
                </a:lnTo>
                <a:lnTo>
                  <a:pt x="634" y="4082"/>
                </a:lnTo>
                <a:lnTo>
                  <a:pt x="634" y="4526"/>
                </a:lnTo>
                <a:lnTo>
                  <a:pt x="634" y="4881"/>
                </a:lnTo>
                <a:lnTo>
                  <a:pt x="1110" y="5147"/>
                </a:lnTo>
                <a:lnTo>
                  <a:pt x="1110" y="5591"/>
                </a:lnTo>
                <a:lnTo>
                  <a:pt x="1110" y="6035"/>
                </a:lnTo>
                <a:lnTo>
                  <a:pt x="1110" y="6212"/>
                </a:lnTo>
                <a:lnTo>
                  <a:pt x="1110" y="6656"/>
                </a:lnTo>
                <a:lnTo>
                  <a:pt x="1428" y="7100"/>
                </a:lnTo>
                <a:lnTo>
                  <a:pt x="1428" y="7277"/>
                </a:lnTo>
                <a:lnTo>
                  <a:pt x="1428" y="7899"/>
                </a:lnTo>
                <a:lnTo>
                  <a:pt x="1428" y="8343"/>
                </a:lnTo>
                <a:lnTo>
                  <a:pt x="1428" y="8609"/>
                </a:lnTo>
                <a:lnTo>
                  <a:pt x="1904" y="8964"/>
                </a:lnTo>
                <a:lnTo>
                  <a:pt x="1904" y="9408"/>
                </a:lnTo>
                <a:lnTo>
                  <a:pt x="1904" y="9851"/>
                </a:lnTo>
                <a:lnTo>
                  <a:pt x="1904" y="10295"/>
                </a:lnTo>
                <a:lnTo>
                  <a:pt x="1904" y="10739"/>
                </a:lnTo>
                <a:lnTo>
                  <a:pt x="2221" y="11183"/>
                </a:lnTo>
                <a:lnTo>
                  <a:pt x="2221" y="11538"/>
                </a:lnTo>
                <a:lnTo>
                  <a:pt x="2221" y="11982"/>
                </a:lnTo>
                <a:lnTo>
                  <a:pt x="2221" y="12425"/>
                </a:lnTo>
                <a:lnTo>
                  <a:pt x="2538" y="12869"/>
                </a:lnTo>
                <a:lnTo>
                  <a:pt x="2538" y="13313"/>
                </a:lnTo>
                <a:lnTo>
                  <a:pt x="2538" y="13757"/>
                </a:lnTo>
                <a:lnTo>
                  <a:pt x="2538" y="14112"/>
                </a:lnTo>
                <a:lnTo>
                  <a:pt x="2538" y="14555"/>
                </a:lnTo>
                <a:lnTo>
                  <a:pt x="2538" y="14999"/>
                </a:lnTo>
                <a:lnTo>
                  <a:pt x="2538" y="15443"/>
                </a:lnTo>
                <a:lnTo>
                  <a:pt x="2538" y="15887"/>
                </a:lnTo>
                <a:lnTo>
                  <a:pt x="2538" y="16508"/>
                </a:lnTo>
                <a:lnTo>
                  <a:pt x="2538" y="16686"/>
                </a:lnTo>
                <a:lnTo>
                  <a:pt x="3015" y="17396"/>
                </a:lnTo>
                <a:lnTo>
                  <a:pt x="3015" y="17751"/>
                </a:lnTo>
                <a:lnTo>
                  <a:pt x="3015" y="18194"/>
                </a:lnTo>
                <a:lnTo>
                  <a:pt x="3015" y="18816"/>
                </a:lnTo>
                <a:lnTo>
                  <a:pt x="3015" y="19082"/>
                </a:lnTo>
                <a:lnTo>
                  <a:pt x="3332" y="19703"/>
                </a:lnTo>
                <a:lnTo>
                  <a:pt x="3332" y="20147"/>
                </a:lnTo>
                <a:lnTo>
                  <a:pt x="3332" y="20768"/>
                </a:lnTo>
                <a:lnTo>
                  <a:pt x="3332" y="21212"/>
                </a:lnTo>
                <a:lnTo>
                  <a:pt x="3808" y="21656"/>
                </a:lnTo>
                <a:lnTo>
                  <a:pt x="3808" y="22277"/>
                </a:lnTo>
                <a:lnTo>
                  <a:pt x="3808" y="22543"/>
                </a:lnTo>
                <a:lnTo>
                  <a:pt x="3808" y="23165"/>
                </a:lnTo>
                <a:lnTo>
                  <a:pt x="3808" y="23786"/>
                </a:lnTo>
                <a:lnTo>
                  <a:pt x="4125" y="24230"/>
                </a:lnTo>
                <a:lnTo>
                  <a:pt x="4125" y="24851"/>
                </a:lnTo>
                <a:lnTo>
                  <a:pt x="4125" y="25295"/>
                </a:lnTo>
                <a:lnTo>
                  <a:pt x="4125" y="25739"/>
                </a:lnTo>
                <a:lnTo>
                  <a:pt x="4125" y="26182"/>
                </a:lnTo>
                <a:lnTo>
                  <a:pt x="4601" y="26804"/>
                </a:lnTo>
                <a:lnTo>
                  <a:pt x="4601" y="27247"/>
                </a:lnTo>
                <a:lnTo>
                  <a:pt x="4601" y="27869"/>
                </a:lnTo>
                <a:lnTo>
                  <a:pt x="4601" y="28490"/>
                </a:lnTo>
                <a:lnTo>
                  <a:pt x="4601" y="28934"/>
                </a:lnTo>
                <a:lnTo>
                  <a:pt x="4601" y="29555"/>
                </a:lnTo>
                <a:lnTo>
                  <a:pt x="4601" y="29999"/>
                </a:lnTo>
                <a:lnTo>
                  <a:pt x="4601" y="30620"/>
                </a:lnTo>
                <a:lnTo>
                  <a:pt x="4601" y="31064"/>
                </a:lnTo>
                <a:lnTo>
                  <a:pt x="4919" y="31685"/>
                </a:lnTo>
                <a:lnTo>
                  <a:pt x="4919" y="32129"/>
                </a:lnTo>
                <a:lnTo>
                  <a:pt x="4919" y="32839"/>
                </a:lnTo>
                <a:lnTo>
                  <a:pt x="4919" y="33194"/>
                </a:lnTo>
                <a:lnTo>
                  <a:pt x="4919" y="33904"/>
                </a:lnTo>
                <a:lnTo>
                  <a:pt x="5236" y="34525"/>
                </a:lnTo>
                <a:lnTo>
                  <a:pt x="5236" y="35147"/>
                </a:lnTo>
                <a:lnTo>
                  <a:pt x="5236" y="35591"/>
                </a:lnTo>
                <a:lnTo>
                  <a:pt x="5236" y="36212"/>
                </a:lnTo>
                <a:lnTo>
                  <a:pt x="5236" y="36656"/>
                </a:lnTo>
                <a:lnTo>
                  <a:pt x="5712" y="37543"/>
                </a:lnTo>
                <a:lnTo>
                  <a:pt x="5712" y="37987"/>
                </a:lnTo>
                <a:lnTo>
                  <a:pt x="5712" y="38608"/>
                </a:lnTo>
                <a:lnTo>
                  <a:pt x="5712" y="39052"/>
                </a:lnTo>
                <a:lnTo>
                  <a:pt x="5712" y="39851"/>
                </a:lnTo>
                <a:lnTo>
                  <a:pt x="6030" y="40295"/>
                </a:lnTo>
                <a:lnTo>
                  <a:pt x="6030" y="40916"/>
                </a:lnTo>
                <a:lnTo>
                  <a:pt x="6030" y="41626"/>
                </a:lnTo>
                <a:lnTo>
                  <a:pt x="6030" y="42247"/>
                </a:lnTo>
                <a:lnTo>
                  <a:pt x="6506" y="42691"/>
                </a:lnTo>
                <a:lnTo>
                  <a:pt x="6506" y="43490"/>
                </a:lnTo>
                <a:lnTo>
                  <a:pt x="6506" y="43934"/>
                </a:lnTo>
                <a:lnTo>
                  <a:pt x="6506" y="44821"/>
                </a:lnTo>
                <a:lnTo>
                  <a:pt x="6506" y="45265"/>
                </a:lnTo>
                <a:lnTo>
                  <a:pt x="6823" y="46064"/>
                </a:lnTo>
                <a:lnTo>
                  <a:pt x="6823" y="46507"/>
                </a:lnTo>
                <a:lnTo>
                  <a:pt x="6823" y="47395"/>
                </a:lnTo>
                <a:lnTo>
                  <a:pt x="6823" y="47839"/>
                </a:lnTo>
                <a:lnTo>
                  <a:pt x="6823" y="48638"/>
                </a:lnTo>
                <a:lnTo>
                  <a:pt x="6823" y="49081"/>
                </a:lnTo>
                <a:lnTo>
                  <a:pt x="6823" y="49703"/>
                </a:lnTo>
                <a:lnTo>
                  <a:pt x="6823" y="50413"/>
                </a:lnTo>
                <a:lnTo>
                  <a:pt x="6823" y="51034"/>
                </a:lnTo>
                <a:lnTo>
                  <a:pt x="6823" y="51922"/>
                </a:lnTo>
                <a:lnTo>
                  <a:pt x="7140" y="52277"/>
                </a:lnTo>
                <a:lnTo>
                  <a:pt x="7140" y="53164"/>
                </a:lnTo>
                <a:lnTo>
                  <a:pt x="7140" y="53785"/>
                </a:lnTo>
                <a:lnTo>
                  <a:pt x="7140" y="54495"/>
                </a:lnTo>
                <a:lnTo>
                  <a:pt x="7616" y="55117"/>
                </a:lnTo>
                <a:lnTo>
                  <a:pt x="7616" y="55738"/>
                </a:lnTo>
                <a:lnTo>
                  <a:pt x="7616" y="56626"/>
                </a:lnTo>
                <a:lnTo>
                  <a:pt x="7616" y="57069"/>
                </a:lnTo>
                <a:lnTo>
                  <a:pt x="7616" y="57868"/>
                </a:lnTo>
                <a:lnTo>
                  <a:pt x="7934" y="58489"/>
                </a:lnTo>
                <a:lnTo>
                  <a:pt x="7934" y="59200"/>
                </a:lnTo>
                <a:lnTo>
                  <a:pt x="7934" y="59998"/>
                </a:lnTo>
                <a:lnTo>
                  <a:pt x="7934" y="60442"/>
                </a:lnTo>
                <a:lnTo>
                  <a:pt x="7934" y="61330"/>
                </a:lnTo>
                <a:lnTo>
                  <a:pt x="8410" y="61951"/>
                </a:lnTo>
                <a:lnTo>
                  <a:pt x="8410" y="62838"/>
                </a:lnTo>
                <a:lnTo>
                  <a:pt x="8410" y="63460"/>
                </a:lnTo>
                <a:lnTo>
                  <a:pt x="8410" y="64081"/>
                </a:lnTo>
                <a:lnTo>
                  <a:pt x="8410" y="64969"/>
                </a:lnTo>
                <a:lnTo>
                  <a:pt x="8727" y="65590"/>
                </a:lnTo>
                <a:lnTo>
                  <a:pt x="8727" y="66211"/>
                </a:lnTo>
                <a:lnTo>
                  <a:pt x="8727" y="67099"/>
                </a:lnTo>
                <a:lnTo>
                  <a:pt x="8727" y="67720"/>
                </a:lnTo>
                <a:lnTo>
                  <a:pt x="8727" y="68608"/>
                </a:lnTo>
                <a:lnTo>
                  <a:pt x="8727" y="69229"/>
                </a:lnTo>
                <a:lnTo>
                  <a:pt x="8727" y="69850"/>
                </a:lnTo>
                <a:lnTo>
                  <a:pt x="8727" y="70738"/>
                </a:lnTo>
                <a:lnTo>
                  <a:pt x="8727" y="71359"/>
                </a:lnTo>
                <a:lnTo>
                  <a:pt x="9203" y="72247"/>
                </a:lnTo>
                <a:lnTo>
                  <a:pt x="9203" y="72868"/>
                </a:lnTo>
                <a:lnTo>
                  <a:pt x="9203" y="73755"/>
                </a:lnTo>
                <a:lnTo>
                  <a:pt x="9203" y="74643"/>
                </a:lnTo>
                <a:lnTo>
                  <a:pt x="9203" y="75264"/>
                </a:lnTo>
                <a:lnTo>
                  <a:pt x="9521" y="75886"/>
                </a:lnTo>
                <a:lnTo>
                  <a:pt x="9521" y="76773"/>
                </a:lnTo>
                <a:lnTo>
                  <a:pt x="9521" y="77572"/>
                </a:lnTo>
                <a:lnTo>
                  <a:pt x="9521" y="78282"/>
                </a:lnTo>
                <a:lnTo>
                  <a:pt x="9521" y="79081"/>
                </a:lnTo>
                <a:lnTo>
                  <a:pt x="9838" y="79791"/>
                </a:lnTo>
                <a:lnTo>
                  <a:pt x="9838" y="80590"/>
                </a:lnTo>
                <a:lnTo>
                  <a:pt x="9838" y="81477"/>
                </a:lnTo>
                <a:lnTo>
                  <a:pt x="9838" y="82098"/>
                </a:lnTo>
                <a:lnTo>
                  <a:pt x="10314" y="82986"/>
                </a:lnTo>
                <a:lnTo>
                  <a:pt x="10314" y="83874"/>
                </a:lnTo>
                <a:lnTo>
                  <a:pt x="10314" y="84672"/>
                </a:lnTo>
                <a:lnTo>
                  <a:pt x="10314" y="85294"/>
                </a:lnTo>
                <a:lnTo>
                  <a:pt x="10314" y="86181"/>
                </a:lnTo>
                <a:lnTo>
                  <a:pt x="10631" y="87069"/>
                </a:lnTo>
                <a:lnTo>
                  <a:pt x="10631" y="87690"/>
                </a:lnTo>
                <a:lnTo>
                  <a:pt x="10631" y="88755"/>
                </a:lnTo>
                <a:lnTo>
                  <a:pt x="10631" y="89376"/>
                </a:lnTo>
                <a:lnTo>
                  <a:pt x="10631" y="90264"/>
                </a:lnTo>
                <a:lnTo>
                  <a:pt x="11108" y="91152"/>
                </a:lnTo>
                <a:lnTo>
                  <a:pt x="11108" y="91950"/>
                </a:lnTo>
                <a:lnTo>
                  <a:pt x="11108" y="92660"/>
                </a:lnTo>
                <a:lnTo>
                  <a:pt x="11108" y="93459"/>
                </a:lnTo>
                <a:lnTo>
                  <a:pt x="11108" y="94347"/>
                </a:lnTo>
                <a:lnTo>
                  <a:pt x="11108" y="95234"/>
                </a:lnTo>
                <a:lnTo>
                  <a:pt x="11108" y="96033"/>
                </a:lnTo>
                <a:lnTo>
                  <a:pt x="11108" y="96921"/>
                </a:lnTo>
                <a:lnTo>
                  <a:pt x="11108" y="97808"/>
                </a:lnTo>
                <a:lnTo>
                  <a:pt x="11425" y="98607"/>
                </a:lnTo>
                <a:lnTo>
                  <a:pt x="11425" y="99228"/>
                </a:lnTo>
                <a:lnTo>
                  <a:pt x="11425" y="100382"/>
                </a:lnTo>
                <a:lnTo>
                  <a:pt x="11425" y="101181"/>
                </a:lnTo>
                <a:lnTo>
                  <a:pt x="11425" y="102068"/>
                </a:lnTo>
                <a:lnTo>
                  <a:pt x="11742" y="102956"/>
                </a:lnTo>
                <a:lnTo>
                  <a:pt x="11742" y="103755"/>
                </a:lnTo>
                <a:lnTo>
                  <a:pt x="11742" y="104642"/>
                </a:lnTo>
                <a:lnTo>
                  <a:pt x="11742" y="105530"/>
                </a:lnTo>
                <a:lnTo>
                  <a:pt x="11742" y="106329"/>
                </a:lnTo>
                <a:lnTo>
                  <a:pt x="12218" y="107216"/>
                </a:lnTo>
                <a:lnTo>
                  <a:pt x="12218" y="108104"/>
                </a:lnTo>
                <a:lnTo>
                  <a:pt x="12218" y="108903"/>
                </a:lnTo>
                <a:lnTo>
                  <a:pt x="12218" y="109968"/>
                </a:lnTo>
                <a:lnTo>
                  <a:pt x="12218" y="110855"/>
                </a:lnTo>
                <a:lnTo>
                  <a:pt x="12536" y="111743"/>
                </a:lnTo>
                <a:lnTo>
                  <a:pt x="12536" y="112542"/>
                </a:lnTo>
                <a:lnTo>
                  <a:pt x="12536" y="113429"/>
                </a:lnTo>
                <a:lnTo>
                  <a:pt x="12536" y="114494"/>
                </a:lnTo>
                <a:lnTo>
                  <a:pt x="12536" y="115382"/>
                </a:lnTo>
                <a:lnTo>
                  <a:pt x="13012" y="116181"/>
                </a:lnTo>
                <a:lnTo>
                  <a:pt x="13012" y="117068"/>
                </a:lnTo>
                <a:lnTo>
                  <a:pt x="13012" y="118133"/>
                </a:lnTo>
                <a:lnTo>
                  <a:pt x="13012" y="119021"/>
                </a:lnTo>
                <a:lnTo>
                  <a:pt x="13012" y="119820"/>
                </a:lnTo>
                <a:lnTo>
                  <a:pt x="13012" y="120707"/>
                </a:lnTo>
                <a:lnTo>
                  <a:pt x="13012" y="121772"/>
                </a:lnTo>
                <a:lnTo>
                  <a:pt x="13012" y="122660"/>
                </a:lnTo>
                <a:lnTo>
                  <a:pt x="13012" y="123459"/>
                </a:lnTo>
                <a:lnTo>
                  <a:pt x="13329" y="124346"/>
                </a:lnTo>
                <a:lnTo>
                  <a:pt x="13329" y="125234"/>
                </a:lnTo>
                <a:lnTo>
                  <a:pt x="13329" y="126476"/>
                </a:lnTo>
                <a:lnTo>
                  <a:pt x="13329" y="127364"/>
                </a:lnTo>
              </a:path>
            </a:pathLst>
          </a:custGeom>
          <a:ln w="1944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4194199" y="1578378"/>
            <a:ext cx="13805" cy="242480"/>
          </a:xfrm>
          <a:custGeom>
            <a:avLst/>
            <a:gdLst/>
            <a:ahLst/>
            <a:cxnLst/>
            <a:rect l="l" t="t" r="r" b="b"/>
            <a:pathLst>
              <a:path w="13805" h="242480">
                <a:moveTo>
                  <a:pt x="0" y="0"/>
                </a:moveTo>
                <a:lnTo>
                  <a:pt x="0" y="887"/>
                </a:lnTo>
                <a:lnTo>
                  <a:pt x="476" y="1686"/>
                </a:lnTo>
                <a:lnTo>
                  <a:pt x="476" y="2751"/>
                </a:lnTo>
                <a:lnTo>
                  <a:pt x="476" y="3816"/>
                </a:lnTo>
                <a:lnTo>
                  <a:pt x="476" y="4704"/>
                </a:lnTo>
                <a:lnTo>
                  <a:pt x="476" y="5591"/>
                </a:lnTo>
                <a:lnTo>
                  <a:pt x="793" y="6656"/>
                </a:lnTo>
                <a:lnTo>
                  <a:pt x="793" y="7455"/>
                </a:lnTo>
                <a:lnTo>
                  <a:pt x="793" y="8609"/>
                </a:lnTo>
                <a:lnTo>
                  <a:pt x="793" y="9674"/>
                </a:lnTo>
                <a:lnTo>
                  <a:pt x="1110" y="10473"/>
                </a:lnTo>
                <a:lnTo>
                  <a:pt x="1110" y="11360"/>
                </a:lnTo>
                <a:lnTo>
                  <a:pt x="1110" y="12425"/>
                </a:lnTo>
                <a:lnTo>
                  <a:pt x="1110" y="13313"/>
                </a:lnTo>
                <a:lnTo>
                  <a:pt x="1110" y="14555"/>
                </a:lnTo>
                <a:lnTo>
                  <a:pt x="1586" y="15443"/>
                </a:lnTo>
                <a:lnTo>
                  <a:pt x="1586" y="16508"/>
                </a:lnTo>
                <a:lnTo>
                  <a:pt x="1586" y="17396"/>
                </a:lnTo>
                <a:lnTo>
                  <a:pt x="1586" y="18461"/>
                </a:lnTo>
                <a:lnTo>
                  <a:pt x="1586" y="19259"/>
                </a:lnTo>
                <a:lnTo>
                  <a:pt x="1904" y="20325"/>
                </a:lnTo>
                <a:lnTo>
                  <a:pt x="1904" y="21478"/>
                </a:lnTo>
                <a:lnTo>
                  <a:pt x="1904" y="22543"/>
                </a:lnTo>
                <a:lnTo>
                  <a:pt x="1904" y="23342"/>
                </a:lnTo>
                <a:lnTo>
                  <a:pt x="1904" y="24407"/>
                </a:lnTo>
                <a:lnTo>
                  <a:pt x="1904" y="25472"/>
                </a:lnTo>
                <a:lnTo>
                  <a:pt x="1904" y="26360"/>
                </a:lnTo>
                <a:lnTo>
                  <a:pt x="1904" y="27425"/>
                </a:lnTo>
                <a:lnTo>
                  <a:pt x="1904" y="28490"/>
                </a:lnTo>
                <a:lnTo>
                  <a:pt x="2380" y="29555"/>
                </a:lnTo>
                <a:lnTo>
                  <a:pt x="2380" y="30620"/>
                </a:lnTo>
                <a:lnTo>
                  <a:pt x="2380" y="31685"/>
                </a:lnTo>
                <a:lnTo>
                  <a:pt x="2380" y="32573"/>
                </a:lnTo>
                <a:lnTo>
                  <a:pt x="2380" y="33638"/>
                </a:lnTo>
                <a:lnTo>
                  <a:pt x="2697" y="34703"/>
                </a:lnTo>
                <a:lnTo>
                  <a:pt x="2697" y="35768"/>
                </a:lnTo>
                <a:lnTo>
                  <a:pt x="2697" y="36833"/>
                </a:lnTo>
                <a:lnTo>
                  <a:pt x="2697" y="37987"/>
                </a:lnTo>
                <a:lnTo>
                  <a:pt x="2697" y="39052"/>
                </a:lnTo>
                <a:lnTo>
                  <a:pt x="3015" y="40117"/>
                </a:lnTo>
                <a:lnTo>
                  <a:pt x="3015" y="41182"/>
                </a:lnTo>
                <a:lnTo>
                  <a:pt x="3015" y="41981"/>
                </a:lnTo>
                <a:lnTo>
                  <a:pt x="3015" y="43135"/>
                </a:lnTo>
                <a:lnTo>
                  <a:pt x="3015" y="44200"/>
                </a:lnTo>
                <a:lnTo>
                  <a:pt x="3491" y="45265"/>
                </a:lnTo>
                <a:lnTo>
                  <a:pt x="3491" y="46330"/>
                </a:lnTo>
                <a:lnTo>
                  <a:pt x="3491" y="47573"/>
                </a:lnTo>
                <a:lnTo>
                  <a:pt x="3491" y="48638"/>
                </a:lnTo>
                <a:lnTo>
                  <a:pt x="3808" y="49703"/>
                </a:lnTo>
                <a:lnTo>
                  <a:pt x="3808" y="50856"/>
                </a:lnTo>
                <a:lnTo>
                  <a:pt x="3808" y="51922"/>
                </a:lnTo>
                <a:lnTo>
                  <a:pt x="3808" y="52987"/>
                </a:lnTo>
                <a:lnTo>
                  <a:pt x="3808" y="54052"/>
                </a:lnTo>
                <a:lnTo>
                  <a:pt x="3808" y="55117"/>
                </a:lnTo>
                <a:lnTo>
                  <a:pt x="3808" y="56182"/>
                </a:lnTo>
                <a:lnTo>
                  <a:pt x="3808" y="57247"/>
                </a:lnTo>
                <a:lnTo>
                  <a:pt x="3808" y="58312"/>
                </a:lnTo>
                <a:lnTo>
                  <a:pt x="3808" y="59377"/>
                </a:lnTo>
                <a:lnTo>
                  <a:pt x="4284" y="60708"/>
                </a:lnTo>
                <a:lnTo>
                  <a:pt x="4284" y="61773"/>
                </a:lnTo>
                <a:lnTo>
                  <a:pt x="4284" y="62838"/>
                </a:lnTo>
                <a:lnTo>
                  <a:pt x="4284" y="64081"/>
                </a:lnTo>
                <a:lnTo>
                  <a:pt x="4284" y="65146"/>
                </a:lnTo>
                <a:lnTo>
                  <a:pt x="4601" y="66211"/>
                </a:lnTo>
                <a:lnTo>
                  <a:pt x="4601" y="67543"/>
                </a:lnTo>
                <a:lnTo>
                  <a:pt x="4601" y="68608"/>
                </a:lnTo>
                <a:lnTo>
                  <a:pt x="4601" y="69673"/>
                </a:lnTo>
                <a:lnTo>
                  <a:pt x="4919" y="70738"/>
                </a:lnTo>
                <a:lnTo>
                  <a:pt x="4919" y="72069"/>
                </a:lnTo>
                <a:lnTo>
                  <a:pt x="4919" y="73134"/>
                </a:lnTo>
                <a:lnTo>
                  <a:pt x="4919" y="74199"/>
                </a:lnTo>
                <a:lnTo>
                  <a:pt x="4919" y="75442"/>
                </a:lnTo>
                <a:lnTo>
                  <a:pt x="5395" y="76507"/>
                </a:lnTo>
                <a:lnTo>
                  <a:pt x="5395" y="77572"/>
                </a:lnTo>
                <a:lnTo>
                  <a:pt x="5395" y="78903"/>
                </a:lnTo>
                <a:lnTo>
                  <a:pt x="5395" y="79968"/>
                </a:lnTo>
                <a:lnTo>
                  <a:pt x="5395" y="81033"/>
                </a:lnTo>
                <a:lnTo>
                  <a:pt x="5712" y="82365"/>
                </a:lnTo>
                <a:lnTo>
                  <a:pt x="5712" y="83430"/>
                </a:lnTo>
                <a:lnTo>
                  <a:pt x="5712" y="84672"/>
                </a:lnTo>
                <a:lnTo>
                  <a:pt x="5712" y="85737"/>
                </a:lnTo>
                <a:lnTo>
                  <a:pt x="5712" y="87069"/>
                </a:lnTo>
                <a:lnTo>
                  <a:pt x="6188" y="88134"/>
                </a:lnTo>
                <a:lnTo>
                  <a:pt x="6188" y="89376"/>
                </a:lnTo>
                <a:lnTo>
                  <a:pt x="6188" y="90441"/>
                </a:lnTo>
                <a:lnTo>
                  <a:pt x="6188" y="91773"/>
                </a:lnTo>
                <a:lnTo>
                  <a:pt x="6188" y="92838"/>
                </a:lnTo>
                <a:lnTo>
                  <a:pt x="6188" y="94169"/>
                </a:lnTo>
                <a:lnTo>
                  <a:pt x="6188" y="95234"/>
                </a:lnTo>
                <a:lnTo>
                  <a:pt x="6188" y="96477"/>
                </a:lnTo>
                <a:lnTo>
                  <a:pt x="6188" y="97808"/>
                </a:lnTo>
                <a:lnTo>
                  <a:pt x="6506" y="98873"/>
                </a:lnTo>
                <a:lnTo>
                  <a:pt x="6506" y="100116"/>
                </a:lnTo>
                <a:lnTo>
                  <a:pt x="6506" y="101447"/>
                </a:lnTo>
                <a:lnTo>
                  <a:pt x="6506" y="102512"/>
                </a:lnTo>
                <a:lnTo>
                  <a:pt x="6506" y="103755"/>
                </a:lnTo>
                <a:lnTo>
                  <a:pt x="6982" y="105086"/>
                </a:lnTo>
                <a:lnTo>
                  <a:pt x="6982" y="106151"/>
                </a:lnTo>
                <a:lnTo>
                  <a:pt x="6982" y="107394"/>
                </a:lnTo>
                <a:lnTo>
                  <a:pt x="6982" y="108725"/>
                </a:lnTo>
                <a:lnTo>
                  <a:pt x="6982" y="109968"/>
                </a:lnTo>
                <a:lnTo>
                  <a:pt x="7299" y="111033"/>
                </a:lnTo>
                <a:lnTo>
                  <a:pt x="7299" y="112364"/>
                </a:lnTo>
                <a:lnTo>
                  <a:pt x="7299" y="113607"/>
                </a:lnTo>
                <a:lnTo>
                  <a:pt x="7299" y="114938"/>
                </a:lnTo>
                <a:lnTo>
                  <a:pt x="7616" y="116003"/>
                </a:lnTo>
                <a:lnTo>
                  <a:pt x="7616" y="117246"/>
                </a:lnTo>
                <a:lnTo>
                  <a:pt x="7616" y="118400"/>
                </a:lnTo>
                <a:lnTo>
                  <a:pt x="7616" y="119642"/>
                </a:lnTo>
                <a:lnTo>
                  <a:pt x="7616" y="120973"/>
                </a:lnTo>
                <a:lnTo>
                  <a:pt x="8093" y="122216"/>
                </a:lnTo>
                <a:lnTo>
                  <a:pt x="8093" y="123459"/>
                </a:lnTo>
                <a:lnTo>
                  <a:pt x="8093" y="124790"/>
                </a:lnTo>
                <a:lnTo>
                  <a:pt x="8093" y="126032"/>
                </a:lnTo>
                <a:lnTo>
                  <a:pt x="8093" y="127364"/>
                </a:lnTo>
                <a:lnTo>
                  <a:pt x="8093" y="128606"/>
                </a:lnTo>
                <a:lnTo>
                  <a:pt x="8093" y="129938"/>
                </a:lnTo>
                <a:lnTo>
                  <a:pt x="8093" y="131180"/>
                </a:lnTo>
                <a:lnTo>
                  <a:pt x="8093" y="132512"/>
                </a:lnTo>
                <a:lnTo>
                  <a:pt x="8093" y="133754"/>
                </a:lnTo>
                <a:lnTo>
                  <a:pt x="8410" y="134908"/>
                </a:lnTo>
                <a:lnTo>
                  <a:pt x="8410" y="136151"/>
                </a:lnTo>
                <a:lnTo>
                  <a:pt x="8410" y="137482"/>
                </a:lnTo>
                <a:lnTo>
                  <a:pt x="8410" y="138725"/>
                </a:lnTo>
                <a:lnTo>
                  <a:pt x="8886" y="140056"/>
                </a:lnTo>
                <a:lnTo>
                  <a:pt x="8886" y="141298"/>
                </a:lnTo>
                <a:lnTo>
                  <a:pt x="8886" y="142807"/>
                </a:lnTo>
                <a:lnTo>
                  <a:pt x="8886" y="144050"/>
                </a:lnTo>
                <a:lnTo>
                  <a:pt x="8886" y="145381"/>
                </a:lnTo>
                <a:lnTo>
                  <a:pt x="9203" y="146624"/>
                </a:lnTo>
                <a:lnTo>
                  <a:pt x="9203" y="147955"/>
                </a:lnTo>
                <a:lnTo>
                  <a:pt x="9203" y="149020"/>
                </a:lnTo>
                <a:lnTo>
                  <a:pt x="9203" y="150529"/>
                </a:lnTo>
                <a:lnTo>
                  <a:pt x="9203" y="151772"/>
                </a:lnTo>
                <a:lnTo>
                  <a:pt x="9521" y="153103"/>
                </a:lnTo>
                <a:lnTo>
                  <a:pt x="9521" y="154346"/>
                </a:lnTo>
                <a:lnTo>
                  <a:pt x="9521" y="155854"/>
                </a:lnTo>
                <a:lnTo>
                  <a:pt x="9521" y="157186"/>
                </a:lnTo>
                <a:lnTo>
                  <a:pt x="9521" y="158428"/>
                </a:lnTo>
                <a:lnTo>
                  <a:pt x="9997" y="159760"/>
                </a:lnTo>
                <a:lnTo>
                  <a:pt x="9997" y="161002"/>
                </a:lnTo>
                <a:lnTo>
                  <a:pt x="9997" y="162334"/>
                </a:lnTo>
                <a:lnTo>
                  <a:pt x="9997" y="163842"/>
                </a:lnTo>
                <a:lnTo>
                  <a:pt x="10314" y="165085"/>
                </a:lnTo>
                <a:lnTo>
                  <a:pt x="10314" y="166416"/>
                </a:lnTo>
                <a:lnTo>
                  <a:pt x="10314" y="167925"/>
                </a:lnTo>
                <a:lnTo>
                  <a:pt x="10314" y="169168"/>
                </a:lnTo>
                <a:lnTo>
                  <a:pt x="10314" y="170499"/>
                </a:lnTo>
                <a:lnTo>
                  <a:pt x="10314" y="171742"/>
                </a:lnTo>
                <a:lnTo>
                  <a:pt x="10314" y="173250"/>
                </a:lnTo>
                <a:lnTo>
                  <a:pt x="10314" y="174493"/>
                </a:lnTo>
                <a:lnTo>
                  <a:pt x="10314" y="176002"/>
                </a:lnTo>
                <a:lnTo>
                  <a:pt x="10314" y="177333"/>
                </a:lnTo>
                <a:lnTo>
                  <a:pt x="10790" y="178576"/>
                </a:lnTo>
                <a:lnTo>
                  <a:pt x="10790" y="179907"/>
                </a:lnTo>
                <a:lnTo>
                  <a:pt x="10790" y="181416"/>
                </a:lnTo>
                <a:lnTo>
                  <a:pt x="10790" y="182659"/>
                </a:lnTo>
                <a:lnTo>
                  <a:pt x="10790" y="184167"/>
                </a:lnTo>
                <a:lnTo>
                  <a:pt x="11108" y="185499"/>
                </a:lnTo>
                <a:lnTo>
                  <a:pt x="11108" y="187008"/>
                </a:lnTo>
                <a:lnTo>
                  <a:pt x="11108" y="188250"/>
                </a:lnTo>
                <a:lnTo>
                  <a:pt x="11108" y="189582"/>
                </a:lnTo>
                <a:lnTo>
                  <a:pt x="11584" y="191002"/>
                </a:lnTo>
                <a:lnTo>
                  <a:pt x="11584" y="192510"/>
                </a:lnTo>
                <a:lnTo>
                  <a:pt x="11584" y="193842"/>
                </a:lnTo>
                <a:lnTo>
                  <a:pt x="11584" y="195084"/>
                </a:lnTo>
                <a:lnTo>
                  <a:pt x="11584" y="196593"/>
                </a:lnTo>
                <a:lnTo>
                  <a:pt x="11901" y="197925"/>
                </a:lnTo>
                <a:lnTo>
                  <a:pt x="11901" y="199433"/>
                </a:lnTo>
                <a:lnTo>
                  <a:pt x="11901" y="200942"/>
                </a:lnTo>
                <a:lnTo>
                  <a:pt x="11901" y="202185"/>
                </a:lnTo>
                <a:lnTo>
                  <a:pt x="11901" y="203516"/>
                </a:lnTo>
                <a:lnTo>
                  <a:pt x="12218" y="205025"/>
                </a:lnTo>
                <a:lnTo>
                  <a:pt x="12218" y="206445"/>
                </a:lnTo>
                <a:lnTo>
                  <a:pt x="12218" y="207954"/>
                </a:lnTo>
                <a:lnTo>
                  <a:pt x="12218" y="209285"/>
                </a:lnTo>
                <a:lnTo>
                  <a:pt x="12218" y="210528"/>
                </a:lnTo>
                <a:lnTo>
                  <a:pt x="12218" y="212037"/>
                </a:lnTo>
                <a:lnTo>
                  <a:pt x="12218" y="213546"/>
                </a:lnTo>
                <a:lnTo>
                  <a:pt x="12218" y="215054"/>
                </a:lnTo>
                <a:lnTo>
                  <a:pt x="12218" y="216386"/>
                </a:lnTo>
                <a:lnTo>
                  <a:pt x="12694" y="217806"/>
                </a:lnTo>
                <a:lnTo>
                  <a:pt x="12694" y="219315"/>
                </a:lnTo>
                <a:lnTo>
                  <a:pt x="12694" y="220823"/>
                </a:lnTo>
                <a:lnTo>
                  <a:pt x="12694" y="222332"/>
                </a:lnTo>
                <a:lnTo>
                  <a:pt x="12694" y="223664"/>
                </a:lnTo>
                <a:lnTo>
                  <a:pt x="13012" y="225173"/>
                </a:lnTo>
                <a:lnTo>
                  <a:pt x="13012" y="226681"/>
                </a:lnTo>
                <a:lnTo>
                  <a:pt x="13012" y="228101"/>
                </a:lnTo>
                <a:lnTo>
                  <a:pt x="13012" y="229433"/>
                </a:lnTo>
                <a:lnTo>
                  <a:pt x="13012" y="230942"/>
                </a:lnTo>
                <a:lnTo>
                  <a:pt x="13488" y="232450"/>
                </a:lnTo>
                <a:lnTo>
                  <a:pt x="13488" y="233959"/>
                </a:lnTo>
                <a:lnTo>
                  <a:pt x="13488" y="235202"/>
                </a:lnTo>
                <a:lnTo>
                  <a:pt x="13488" y="236711"/>
                </a:lnTo>
                <a:lnTo>
                  <a:pt x="13488" y="238220"/>
                </a:lnTo>
                <a:lnTo>
                  <a:pt x="13805" y="239728"/>
                </a:lnTo>
                <a:lnTo>
                  <a:pt x="13805" y="241237"/>
                </a:lnTo>
                <a:lnTo>
                  <a:pt x="13805" y="242480"/>
                </a:lnTo>
              </a:path>
            </a:pathLst>
          </a:custGeom>
          <a:ln w="1951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4208005" y="1820859"/>
            <a:ext cx="13488" cy="336206"/>
          </a:xfrm>
          <a:custGeom>
            <a:avLst/>
            <a:gdLst/>
            <a:ahLst/>
            <a:cxnLst/>
            <a:rect l="l" t="t" r="r" b="b"/>
            <a:pathLst>
              <a:path w="13488" h="336206">
                <a:moveTo>
                  <a:pt x="0" y="0"/>
                </a:moveTo>
                <a:lnTo>
                  <a:pt x="0" y="1508"/>
                </a:lnTo>
                <a:lnTo>
                  <a:pt x="317" y="3283"/>
                </a:lnTo>
                <a:lnTo>
                  <a:pt x="317" y="4526"/>
                </a:lnTo>
                <a:lnTo>
                  <a:pt x="317" y="6035"/>
                </a:lnTo>
                <a:lnTo>
                  <a:pt x="317" y="7544"/>
                </a:lnTo>
                <a:lnTo>
                  <a:pt x="317" y="9053"/>
                </a:lnTo>
                <a:lnTo>
                  <a:pt x="317" y="10561"/>
                </a:lnTo>
                <a:lnTo>
                  <a:pt x="317" y="12070"/>
                </a:lnTo>
                <a:lnTo>
                  <a:pt x="317" y="13579"/>
                </a:lnTo>
                <a:lnTo>
                  <a:pt x="317" y="14999"/>
                </a:lnTo>
                <a:lnTo>
                  <a:pt x="317" y="16508"/>
                </a:lnTo>
                <a:lnTo>
                  <a:pt x="793" y="18017"/>
                </a:lnTo>
                <a:lnTo>
                  <a:pt x="793" y="19526"/>
                </a:lnTo>
                <a:lnTo>
                  <a:pt x="793" y="21035"/>
                </a:lnTo>
                <a:lnTo>
                  <a:pt x="793" y="22543"/>
                </a:lnTo>
                <a:lnTo>
                  <a:pt x="793" y="24052"/>
                </a:lnTo>
                <a:lnTo>
                  <a:pt x="1110" y="25561"/>
                </a:lnTo>
                <a:lnTo>
                  <a:pt x="1110" y="27070"/>
                </a:lnTo>
                <a:lnTo>
                  <a:pt x="1110" y="28579"/>
                </a:lnTo>
                <a:lnTo>
                  <a:pt x="1110" y="30265"/>
                </a:lnTo>
                <a:lnTo>
                  <a:pt x="1586" y="31774"/>
                </a:lnTo>
                <a:lnTo>
                  <a:pt x="1586" y="33017"/>
                </a:lnTo>
                <a:lnTo>
                  <a:pt x="1586" y="34792"/>
                </a:lnTo>
                <a:lnTo>
                  <a:pt x="1586" y="36301"/>
                </a:lnTo>
                <a:lnTo>
                  <a:pt x="1586" y="37809"/>
                </a:lnTo>
                <a:lnTo>
                  <a:pt x="1904" y="39229"/>
                </a:lnTo>
                <a:lnTo>
                  <a:pt x="1904" y="41005"/>
                </a:lnTo>
                <a:lnTo>
                  <a:pt x="1904" y="42513"/>
                </a:lnTo>
                <a:lnTo>
                  <a:pt x="1904" y="44022"/>
                </a:lnTo>
                <a:lnTo>
                  <a:pt x="1904" y="45442"/>
                </a:lnTo>
                <a:lnTo>
                  <a:pt x="2380" y="47217"/>
                </a:lnTo>
                <a:lnTo>
                  <a:pt x="2380" y="48460"/>
                </a:lnTo>
                <a:lnTo>
                  <a:pt x="2380" y="50235"/>
                </a:lnTo>
                <a:lnTo>
                  <a:pt x="2380" y="51744"/>
                </a:lnTo>
                <a:lnTo>
                  <a:pt x="2380" y="53164"/>
                </a:lnTo>
                <a:lnTo>
                  <a:pt x="2697" y="54939"/>
                </a:lnTo>
                <a:lnTo>
                  <a:pt x="2697" y="56448"/>
                </a:lnTo>
                <a:lnTo>
                  <a:pt x="2697" y="57957"/>
                </a:lnTo>
                <a:lnTo>
                  <a:pt x="2697" y="59466"/>
                </a:lnTo>
                <a:lnTo>
                  <a:pt x="2697" y="61152"/>
                </a:lnTo>
                <a:lnTo>
                  <a:pt x="2697" y="62661"/>
                </a:lnTo>
                <a:lnTo>
                  <a:pt x="2697" y="64170"/>
                </a:lnTo>
                <a:lnTo>
                  <a:pt x="2697" y="65856"/>
                </a:lnTo>
                <a:lnTo>
                  <a:pt x="2697" y="67365"/>
                </a:lnTo>
                <a:lnTo>
                  <a:pt x="3015" y="68874"/>
                </a:lnTo>
                <a:lnTo>
                  <a:pt x="3015" y="70560"/>
                </a:lnTo>
                <a:lnTo>
                  <a:pt x="3015" y="72069"/>
                </a:lnTo>
                <a:lnTo>
                  <a:pt x="3015" y="73755"/>
                </a:lnTo>
                <a:lnTo>
                  <a:pt x="3015" y="75264"/>
                </a:lnTo>
                <a:lnTo>
                  <a:pt x="3491" y="76773"/>
                </a:lnTo>
                <a:lnTo>
                  <a:pt x="3491" y="78548"/>
                </a:lnTo>
                <a:lnTo>
                  <a:pt x="3491" y="80235"/>
                </a:lnTo>
                <a:lnTo>
                  <a:pt x="3491" y="81477"/>
                </a:lnTo>
                <a:lnTo>
                  <a:pt x="3491" y="83252"/>
                </a:lnTo>
                <a:lnTo>
                  <a:pt x="3808" y="84939"/>
                </a:lnTo>
                <a:lnTo>
                  <a:pt x="3808" y="86447"/>
                </a:lnTo>
                <a:lnTo>
                  <a:pt x="3808" y="88134"/>
                </a:lnTo>
                <a:lnTo>
                  <a:pt x="3808" y="89643"/>
                </a:lnTo>
                <a:lnTo>
                  <a:pt x="4284" y="91152"/>
                </a:lnTo>
                <a:lnTo>
                  <a:pt x="4284" y="92838"/>
                </a:lnTo>
                <a:lnTo>
                  <a:pt x="4284" y="94347"/>
                </a:lnTo>
                <a:lnTo>
                  <a:pt x="4284" y="96122"/>
                </a:lnTo>
                <a:lnTo>
                  <a:pt x="4284" y="97808"/>
                </a:lnTo>
                <a:lnTo>
                  <a:pt x="4601" y="99317"/>
                </a:lnTo>
                <a:lnTo>
                  <a:pt x="4601" y="101003"/>
                </a:lnTo>
                <a:lnTo>
                  <a:pt x="4601" y="102512"/>
                </a:lnTo>
                <a:lnTo>
                  <a:pt x="4601" y="104199"/>
                </a:lnTo>
                <a:lnTo>
                  <a:pt x="4601" y="105974"/>
                </a:lnTo>
                <a:lnTo>
                  <a:pt x="4601" y="107483"/>
                </a:lnTo>
                <a:lnTo>
                  <a:pt x="4601" y="109169"/>
                </a:lnTo>
                <a:lnTo>
                  <a:pt x="4601" y="110855"/>
                </a:lnTo>
                <a:lnTo>
                  <a:pt x="4601" y="112364"/>
                </a:lnTo>
                <a:lnTo>
                  <a:pt x="4601" y="114139"/>
                </a:lnTo>
                <a:lnTo>
                  <a:pt x="4919" y="115559"/>
                </a:lnTo>
                <a:lnTo>
                  <a:pt x="4919" y="117334"/>
                </a:lnTo>
                <a:lnTo>
                  <a:pt x="4919" y="119021"/>
                </a:lnTo>
                <a:lnTo>
                  <a:pt x="4919" y="120530"/>
                </a:lnTo>
                <a:lnTo>
                  <a:pt x="5395" y="122216"/>
                </a:lnTo>
                <a:lnTo>
                  <a:pt x="5395" y="123991"/>
                </a:lnTo>
                <a:lnTo>
                  <a:pt x="5395" y="125500"/>
                </a:lnTo>
                <a:lnTo>
                  <a:pt x="5395" y="127364"/>
                </a:lnTo>
                <a:lnTo>
                  <a:pt x="5395" y="128873"/>
                </a:lnTo>
                <a:lnTo>
                  <a:pt x="5712" y="130648"/>
                </a:lnTo>
                <a:lnTo>
                  <a:pt x="5712" y="132157"/>
                </a:lnTo>
                <a:lnTo>
                  <a:pt x="5712" y="133843"/>
                </a:lnTo>
                <a:lnTo>
                  <a:pt x="5712" y="135529"/>
                </a:lnTo>
                <a:lnTo>
                  <a:pt x="5712" y="137216"/>
                </a:lnTo>
                <a:lnTo>
                  <a:pt x="6188" y="138991"/>
                </a:lnTo>
                <a:lnTo>
                  <a:pt x="6188" y="140500"/>
                </a:lnTo>
                <a:lnTo>
                  <a:pt x="6188" y="142186"/>
                </a:lnTo>
                <a:lnTo>
                  <a:pt x="6188" y="143872"/>
                </a:lnTo>
                <a:lnTo>
                  <a:pt x="6188" y="145647"/>
                </a:lnTo>
                <a:lnTo>
                  <a:pt x="6506" y="147334"/>
                </a:lnTo>
                <a:lnTo>
                  <a:pt x="6506" y="148843"/>
                </a:lnTo>
                <a:lnTo>
                  <a:pt x="6506" y="150795"/>
                </a:lnTo>
                <a:lnTo>
                  <a:pt x="6506" y="152304"/>
                </a:lnTo>
                <a:lnTo>
                  <a:pt x="6982" y="153991"/>
                </a:lnTo>
                <a:lnTo>
                  <a:pt x="6982" y="155677"/>
                </a:lnTo>
                <a:lnTo>
                  <a:pt x="6982" y="157452"/>
                </a:lnTo>
                <a:lnTo>
                  <a:pt x="6982" y="159138"/>
                </a:lnTo>
                <a:lnTo>
                  <a:pt x="6982" y="160825"/>
                </a:lnTo>
                <a:lnTo>
                  <a:pt x="6982" y="162600"/>
                </a:lnTo>
                <a:lnTo>
                  <a:pt x="6982" y="164020"/>
                </a:lnTo>
                <a:lnTo>
                  <a:pt x="6982" y="165973"/>
                </a:lnTo>
                <a:lnTo>
                  <a:pt x="6982" y="167481"/>
                </a:lnTo>
                <a:lnTo>
                  <a:pt x="6982" y="169168"/>
                </a:lnTo>
                <a:lnTo>
                  <a:pt x="7299" y="171120"/>
                </a:lnTo>
                <a:lnTo>
                  <a:pt x="7299" y="172629"/>
                </a:lnTo>
                <a:lnTo>
                  <a:pt x="7299" y="174582"/>
                </a:lnTo>
                <a:lnTo>
                  <a:pt x="7299" y="176091"/>
                </a:lnTo>
                <a:lnTo>
                  <a:pt x="7299" y="178043"/>
                </a:lnTo>
                <a:lnTo>
                  <a:pt x="7616" y="179463"/>
                </a:lnTo>
                <a:lnTo>
                  <a:pt x="7616" y="181416"/>
                </a:lnTo>
                <a:lnTo>
                  <a:pt x="7616" y="182925"/>
                </a:lnTo>
                <a:lnTo>
                  <a:pt x="7616" y="184877"/>
                </a:lnTo>
                <a:lnTo>
                  <a:pt x="8093" y="186386"/>
                </a:lnTo>
                <a:lnTo>
                  <a:pt x="8093" y="188250"/>
                </a:lnTo>
                <a:lnTo>
                  <a:pt x="8093" y="190025"/>
                </a:lnTo>
                <a:lnTo>
                  <a:pt x="8093" y="191712"/>
                </a:lnTo>
                <a:lnTo>
                  <a:pt x="8093" y="193398"/>
                </a:lnTo>
                <a:lnTo>
                  <a:pt x="8410" y="195173"/>
                </a:lnTo>
                <a:lnTo>
                  <a:pt x="8410" y="196859"/>
                </a:lnTo>
                <a:lnTo>
                  <a:pt x="8410" y="198546"/>
                </a:lnTo>
                <a:lnTo>
                  <a:pt x="8410" y="200498"/>
                </a:lnTo>
                <a:lnTo>
                  <a:pt x="8410" y="202007"/>
                </a:lnTo>
                <a:lnTo>
                  <a:pt x="8886" y="203960"/>
                </a:lnTo>
                <a:lnTo>
                  <a:pt x="8886" y="205646"/>
                </a:lnTo>
                <a:lnTo>
                  <a:pt x="8886" y="207333"/>
                </a:lnTo>
                <a:lnTo>
                  <a:pt x="8886" y="209108"/>
                </a:lnTo>
                <a:lnTo>
                  <a:pt x="8886" y="211060"/>
                </a:lnTo>
                <a:lnTo>
                  <a:pt x="8886" y="212480"/>
                </a:lnTo>
                <a:lnTo>
                  <a:pt x="8886" y="214433"/>
                </a:lnTo>
                <a:lnTo>
                  <a:pt x="8886" y="216208"/>
                </a:lnTo>
                <a:lnTo>
                  <a:pt x="8886" y="217895"/>
                </a:lnTo>
                <a:lnTo>
                  <a:pt x="9203" y="219581"/>
                </a:lnTo>
                <a:lnTo>
                  <a:pt x="9203" y="221534"/>
                </a:lnTo>
                <a:lnTo>
                  <a:pt x="9203" y="223042"/>
                </a:lnTo>
                <a:lnTo>
                  <a:pt x="9203" y="224995"/>
                </a:lnTo>
                <a:lnTo>
                  <a:pt x="9203" y="226681"/>
                </a:lnTo>
                <a:lnTo>
                  <a:pt x="9521" y="228634"/>
                </a:lnTo>
                <a:lnTo>
                  <a:pt x="9521" y="230320"/>
                </a:lnTo>
                <a:lnTo>
                  <a:pt x="9521" y="232007"/>
                </a:lnTo>
                <a:lnTo>
                  <a:pt x="9521" y="233782"/>
                </a:lnTo>
                <a:lnTo>
                  <a:pt x="9521" y="235646"/>
                </a:lnTo>
                <a:lnTo>
                  <a:pt x="9997" y="237421"/>
                </a:lnTo>
                <a:lnTo>
                  <a:pt x="9997" y="239285"/>
                </a:lnTo>
                <a:lnTo>
                  <a:pt x="9997" y="240794"/>
                </a:lnTo>
                <a:lnTo>
                  <a:pt x="9997" y="242746"/>
                </a:lnTo>
                <a:lnTo>
                  <a:pt x="9997" y="244432"/>
                </a:lnTo>
                <a:lnTo>
                  <a:pt x="10314" y="246385"/>
                </a:lnTo>
                <a:lnTo>
                  <a:pt x="10314" y="248160"/>
                </a:lnTo>
                <a:lnTo>
                  <a:pt x="10314" y="250024"/>
                </a:lnTo>
                <a:lnTo>
                  <a:pt x="10314" y="251799"/>
                </a:lnTo>
                <a:lnTo>
                  <a:pt x="10790" y="253663"/>
                </a:lnTo>
                <a:lnTo>
                  <a:pt x="10790" y="255172"/>
                </a:lnTo>
                <a:lnTo>
                  <a:pt x="10790" y="257125"/>
                </a:lnTo>
                <a:lnTo>
                  <a:pt x="10790" y="258811"/>
                </a:lnTo>
                <a:lnTo>
                  <a:pt x="10790" y="260764"/>
                </a:lnTo>
                <a:lnTo>
                  <a:pt x="11108" y="262450"/>
                </a:lnTo>
                <a:lnTo>
                  <a:pt x="11108" y="264403"/>
                </a:lnTo>
                <a:lnTo>
                  <a:pt x="11108" y="266089"/>
                </a:lnTo>
                <a:lnTo>
                  <a:pt x="11108" y="267864"/>
                </a:lnTo>
                <a:lnTo>
                  <a:pt x="11108" y="269817"/>
                </a:lnTo>
                <a:lnTo>
                  <a:pt x="11108" y="271503"/>
                </a:lnTo>
                <a:lnTo>
                  <a:pt x="11108" y="273456"/>
                </a:lnTo>
                <a:lnTo>
                  <a:pt x="11108" y="275142"/>
                </a:lnTo>
                <a:lnTo>
                  <a:pt x="11108" y="277095"/>
                </a:lnTo>
                <a:lnTo>
                  <a:pt x="11108" y="278781"/>
                </a:lnTo>
                <a:lnTo>
                  <a:pt x="11425" y="280734"/>
                </a:lnTo>
                <a:lnTo>
                  <a:pt x="11425" y="282420"/>
                </a:lnTo>
                <a:lnTo>
                  <a:pt x="11425" y="284550"/>
                </a:lnTo>
                <a:lnTo>
                  <a:pt x="11425" y="286325"/>
                </a:lnTo>
                <a:lnTo>
                  <a:pt x="11901" y="288012"/>
                </a:lnTo>
                <a:lnTo>
                  <a:pt x="11901" y="289964"/>
                </a:lnTo>
                <a:lnTo>
                  <a:pt x="11901" y="291650"/>
                </a:lnTo>
                <a:lnTo>
                  <a:pt x="11901" y="293603"/>
                </a:lnTo>
                <a:lnTo>
                  <a:pt x="11901" y="295289"/>
                </a:lnTo>
                <a:lnTo>
                  <a:pt x="12218" y="297242"/>
                </a:lnTo>
                <a:lnTo>
                  <a:pt x="12218" y="298928"/>
                </a:lnTo>
                <a:lnTo>
                  <a:pt x="12218" y="301059"/>
                </a:lnTo>
                <a:lnTo>
                  <a:pt x="12218" y="302834"/>
                </a:lnTo>
                <a:lnTo>
                  <a:pt x="12218" y="304520"/>
                </a:lnTo>
                <a:lnTo>
                  <a:pt x="12694" y="306473"/>
                </a:lnTo>
                <a:lnTo>
                  <a:pt x="12694" y="308159"/>
                </a:lnTo>
                <a:lnTo>
                  <a:pt x="12694" y="310289"/>
                </a:lnTo>
                <a:lnTo>
                  <a:pt x="12694" y="311976"/>
                </a:lnTo>
                <a:lnTo>
                  <a:pt x="12694" y="313928"/>
                </a:lnTo>
                <a:lnTo>
                  <a:pt x="13012" y="315703"/>
                </a:lnTo>
                <a:lnTo>
                  <a:pt x="13012" y="317567"/>
                </a:lnTo>
                <a:lnTo>
                  <a:pt x="13012" y="319520"/>
                </a:lnTo>
                <a:lnTo>
                  <a:pt x="13012" y="321206"/>
                </a:lnTo>
                <a:lnTo>
                  <a:pt x="13012" y="323159"/>
                </a:lnTo>
                <a:lnTo>
                  <a:pt x="13012" y="325111"/>
                </a:lnTo>
                <a:lnTo>
                  <a:pt x="13012" y="327064"/>
                </a:lnTo>
                <a:lnTo>
                  <a:pt x="13012" y="328750"/>
                </a:lnTo>
                <a:lnTo>
                  <a:pt x="13012" y="330437"/>
                </a:lnTo>
                <a:lnTo>
                  <a:pt x="13488" y="332567"/>
                </a:lnTo>
                <a:lnTo>
                  <a:pt x="13488" y="334342"/>
                </a:lnTo>
                <a:lnTo>
                  <a:pt x="13488" y="336206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4221493" y="2157065"/>
            <a:ext cx="13647" cy="399311"/>
          </a:xfrm>
          <a:custGeom>
            <a:avLst/>
            <a:gdLst/>
            <a:ahLst/>
            <a:cxnLst/>
            <a:rect l="l" t="t" r="r" b="b"/>
            <a:pathLst>
              <a:path w="13647" h="399311">
                <a:moveTo>
                  <a:pt x="0" y="0"/>
                </a:moveTo>
                <a:lnTo>
                  <a:pt x="0" y="1952"/>
                </a:lnTo>
                <a:lnTo>
                  <a:pt x="0" y="3727"/>
                </a:lnTo>
                <a:lnTo>
                  <a:pt x="317" y="5591"/>
                </a:lnTo>
                <a:lnTo>
                  <a:pt x="317" y="7544"/>
                </a:lnTo>
                <a:lnTo>
                  <a:pt x="317" y="9496"/>
                </a:lnTo>
                <a:lnTo>
                  <a:pt x="317" y="11360"/>
                </a:lnTo>
                <a:lnTo>
                  <a:pt x="317" y="13135"/>
                </a:lnTo>
                <a:lnTo>
                  <a:pt x="634" y="15088"/>
                </a:lnTo>
                <a:lnTo>
                  <a:pt x="634" y="16952"/>
                </a:lnTo>
                <a:lnTo>
                  <a:pt x="634" y="18904"/>
                </a:lnTo>
                <a:lnTo>
                  <a:pt x="634" y="20857"/>
                </a:lnTo>
                <a:lnTo>
                  <a:pt x="634" y="22543"/>
                </a:lnTo>
                <a:lnTo>
                  <a:pt x="1110" y="24674"/>
                </a:lnTo>
                <a:lnTo>
                  <a:pt x="1110" y="26449"/>
                </a:lnTo>
                <a:lnTo>
                  <a:pt x="1110" y="28313"/>
                </a:lnTo>
                <a:lnTo>
                  <a:pt x="1110" y="30265"/>
                </a:lnTo>
                <a:lnTo>
                  <a:pt x="1428" y="32218"/>
                </a:lnTo>
                <a:lnTo>
                  <a:pt x="1428" y="34170"/>
                </a:lnTo>
                <a:lnTo>
                  <a:pt x="1428" y="35857"/>
                </a:lnTo>
                <a:lnTo>
                  <a:pt x="1428" y="37987"/>
                </a:lnTo>
                <a:lnTo>
                  <a:pt x="1428" y="39673"/>
                </a:lnTo>
                <a:lnTo>
                  <a:pt x="1904" y="41626"/>
                </a:lnTo>
                <a:lnTo>
                  <a:pt x="1904" y="43579"/>
                </a:lnTo>
                <a:lnTo>
                  <a:pt x="1904" y="45531"/>
                </a:lnTo>
                <a:lnTo>
                  <a:pt x="1904" y="47395"/>
                </a:lnTo>
                <a:lnTo>
                  <a:pt x="1904" y="49348"/>
                </a:lnTo>
                <a:lnTo>
                  <a:pt x="1904" y="51300"/>
                </a:lnTo>
                <a:lnTo>
                  <a:pt x="1904" y="53253"/>
                </a:lnTo>
                <a:lnTo>
                  <a:pt x="1904" y="55117"/>
                </a:lnTo>
                <a:lnTo>
                  <a:pt x="1904" y="56892"/>
                </a:lnTo>
                <a:lnTo>
                  <a:pt x="1904" y="59022"/>
                </a:lnTo>
                <a:lnTo>
                  <a:pt x="2221" y="60975"/>
                </a:lnTo>
                <a:lnTo>
                  <a:pt x="2221" y="62838"/>
                </a:lnTo>
                <a:lnTo>
                  <a:pt x="2221" y="64791"/>
                </a:lnTo>
                <a:lnTo>
                  <a:pt x="2221" y="66477"/>
                </a:lnTo>
                <a:lnTo>
                  <a:pt x="2538" y="68696"/>
                </a:lnTo>
                <a:lnTo>
                  <a:pt x="2538" y="70560"/>
                </a:lnTo>
                <a:lnTo>
                  <a:pt x="2538" y="72335"/>
                </a:lnTo>
                <a:lnTo>
                  <a:pt x="2538" y="74465"/>
                </a:lnTo>
                <a:lnTo>
                  <a:pt x="2538" y="76329"/>
                </a:lnTo>
                <a:lnTo>
                  <a:pt x="3015" y="78104"/>
                </a:lnTo>
                <a:lnTo>
                  <a:pt x="3015" y="80235"/>
                </a:lnTo>
                <a:lnTo>
                  <a:pt x="3015" y="82187"/>
                </a:lnTo>
                <a:lnTo>
                  <a:pt x="3015" y="84051"/>
                </a:lnTo>
                <a:lnTo>
                  <a:pt x="3015" y="86004"/>
                </a:lnTo>
                <a:lnTo>
                  <a:pt x="3332" y="87956"/>
                </a:lnTo>
                <a:lnTo>
                  <a:pt x="3332" y="89909"/>
                </a:lnTo>
                <a:lnTo>
                  <a:pt x="3332" y="91773"/>
                </a:lnTo>
                <a:lnTo>
                  <a:pt x="3332" y="93725"/>
                </a:lnTo>
                <a:lnTo>
                  <a:pt x="3332" y="95856"/>
                </a:lnTo>
                <a:lnTo>
                  <a:pt x="3808" y="97808"/>
                </a:lnTo>
                <a:lnTo>
                  <a:pt x="3808" y="99495"/>
                </a:lnTo>
                <a:lnTo>
                  <a:pt x="3808" y="101713"/>
                </a:lnTo>
                <a:lnTo>
                  <a:pt x="3808" y="103577"/>
                </a:lnTo>
                <a:lnTo>
                  <a:pt x="3808" y="105530"/>
                </a:lnTo>
                <a:lnTo>
                  <a:pt x="3808" y="107660"/>
                </a:lnTo>
                <a:lnTo>
                  <a:pt x="3808" y="109435"/>
                </a:lnTo>
                <a:lnTo>
                  <a:pt x="3808" y="111299"/>
                </a:lnTo>
                <a:lnTo>
                  <a:pt x="3808" y="113429"/>
                </a:lnTo>
                <a:lnTo>
                  <a:pt x="4125" y="115382"/>
                </a:lnTo>
                <a:lnTo>
                  <a:pt x="4125" y="117334"/>
                </a:lnTo>
                <a:lnTo>
                  <a:pt x="4125" y="119287"/>
                </a:lnTo>
                <a:lnTo>
                  <a:pt x="4125" y="121151"/>
                </a:lnTo>
                <a:lnTo>
                  <a:pt x="4125" y="123104"/>
                </a:lnTo>
                <a:lnTo>
                  <a:pt x="4601" y="125234"/>
                </a:lnTo>
                <a:lnTo>
                  <a:pt x="4601" y="127186"/>
                </a:lnTo>
                <a:lnTo>
                  <a:pt x="4601" y="129139"/>
                </a:lnTo>
                <a:lnTo>
                  <a:pt x="4601" y="131269"/>
                </a:lnTo>
                <a:lnTo>
                  <a:pt x="4601" y="132955"/>
                </a:lnTo>
                <a:lnTo>
                  <a:pt x="4919" y="134908"/>
                </a:lnTo>
                <a:lnTo>
                  <a:pt x="4919" y="137038"/>
                </a:lnTo>
                <a:lnTo>
                  <a:pt x="4919" y="138991"/>
                </a:lnTo>
                <a:lnTo>
                  <a:pt x="4919" y="140943"/>
                </a:lnTo>
                <a:lnTo>
                  <a:pt x="5236" y="143074"/>
                </a:lnTo>
                <a:lnTo>
                  <a:pt x="5236" y="145026"/>
                </a:lnTo>
                <a:lnTo>
                  <a:pt x="5236" y="146890"/>
                </a:lnTo>
                <a:lnTo>
                  <a:pt x="5236" y="149020"/>
                </a:lnTo>
                <a:lnTo>
                  <a:pt x="5236" y="150973"/>
                </a:lnTo>
                <a:lnTo>
                  <a:pt x="5712" y="152925"/>
                </a:lnTo>
                <a:lnTo>
                  <a:pt x="5712" y="154878"/>
                </a:lnTo>
                <a:lnTo>
                  <a:pt x="5712" y="157008"/>
                </a:lnTo>
                <a:lnTo>
                  <a:pt x="5712" y="158961"/>
                </a:lnTo>
                <a:lnTo>
                  <a:pt x="5712" y="160825"/>
                </a:lnTo>
                <a:lnTo>
                  <a:pt x="5712" y="163044"/>
                </a:lnTo>
                <a:lnTo>
                  <a:pt x="5712" y="164907"/>
                </a:lnTo>
                <a:lnTo>
                  <a:pt x="5712" y="166860"/>
                </a:lnTo>
                <a:lnTo>
                  <a:pt x="5712" y="168990"/>
                </a:lnTo>
                <a:lnTo>
                  <a:pt x="5712" y="170943"/>
                </a:lnTo>
                <a:lnTo>
                  <a:pt x="6030" y="172895"/>
                </a:lnTo>
                <a:lnTo>
                  <a:pt x="6030" y="175026"/>
                </a:lnTo>
                <a:lnTo>
                  <a:pt x="6030" y="176978"/>
                </a:lnTo>
                <a:lnTo>
                  <a:pt x="6030" y="178842"/>
                </a:lnTo>
                <a:lnTo>
                  <a:pt x="6506" y="180795"/>
                </a:lnTo>
                <a:lnTo>
                  <a:pt x="6506" y="182925"/>
                </a:lnTo>
                <a:lnTo>
                  <a:pt x="6506" y="184877"/>
                </a:lnTo>
                <a:lnTo>
                  <a:pt x="6506" y="186830"/>
                </a:lnTo>
                <a:lnTo>
                  <a:pt x="6506" y="188960"/>
                </a:lnTo>
                <a:lnTo>
                  <a:pt x="6823" y="190913"/>
                </a:lnTo>
                <a:lnTo>
                  <a:pt x="6823" y="192777"/>
                </a:lnTo>
                <a:lnTo>
                  <a:pt x="6823" y="194907"/>
                </a:lnTo>
                <a:lnTo>
                  <a:pt x="6823" y="197126"/>
                </a:lnTo>
                <a:lnTo>
                  <a:pt x="6823" y="198990"/>
                </a:lnTo>
                <a:lnTo>
                  <a:pt x="7140" y="200942"/>
                </a:lnTo>
                <a:lnTo>
                  <a:pt x="7140" y="203072"/>
                </a:lnTo>
                <a:lnTo>
                  <a:pt x="7140" y="205025"/>
                </a:lnTo>
                <a:lnTo>
                  <a:pt x="7140" y="206978"/>
                </a:lnTo>
                <a:lnTo>
                  <a:pt x="7140" y="209108"/>
                </a:lnTo>
                <a:lnTo>
                  <a:pt x="7616" y="211060"/>
                </a:lnTo>
                <a:lnTo>
                  <a:pt x="7616" y="213191"/>
                </a:lnTo>
                <a:lnTo>
                  <a:pt x="7616" y="215143"/>
                </a:lnTo>
                <a:lnTo>
                  <a:pt x="7616" y="217273"/>
                </a:lnTo>
                <a:lnTo>
                  <a:pt x="7934" y="219137"/>
                </a:lnTo>
                <a:lnTo>
                  <a:pt x="7934" y="221090"/>
                </a:lnTo>
                <a:lnTo>
                  <a:pt x="7934" y="223220"/>
                </a:lnTo>
                <a:lnTo>
                  <a:pt x="7934" y="225439"/>
                </a:lnTo>
                <a:lnTo>
                  <a:pt x="7934" y="227303"/>
                </a:lnTo>
                <a:lnTo>
                  <a:pt x="7934" y="229255"/>
                </a:lnTo>
                <a:lnTo>
                  <a:pt x="7934" y="231385"/>
                </a:lnTo>
                <a:lnTo>
                  <a:pt x="7934" y="233338"/>
                </a:lnTo>
                <a:lnTo>
                  <a:pt x="7934" y="235468"/>
                </a:lnTo>
                <a:lnTo>
                  <a:pt x="7934" y="237598"/>
                </a:lnTo>
                <a:lnTo>
                  <a:pt x="8410" y="239551"/>
                </a:lnTo>
                <a:lnTo>
                  <a:pt x="8410" y="241504"/>
                </a:lnTo>
                <a:lnTo>
                  <a:pt x="8410" y="243634"/>
                </a:lnTo>
                <a:lnTo>
                  <a:pt x="8410" y="245764"/>
                </a:lnTo>
                <a:lnTo>
                  <a:pt x="8410" y="247716"/>
                </a:lnTo>
                <a:lnTo>
                  <a:pt x="8727" y="249669"/>
                </a:lnTo>
                <a:lnTo>
                  <a:pt x="8727" y="251799"/>
                </a:lnTo>
                <a:lnTo>
                  <a:pt x="8727" y="253929"/>
                </a:lnTo>
                <a:lnTo>
                  <a:pt x="8727" y="255882"/>
                </a:lnTo>
                <a:lnTo>
                  <a:pt x="9203" y="258012"/>
                </a:lnTo>
                <a:lnTo>
                  <a:pt x="9203" y="259876"/>
                </a:lnTo>
                <a:lnTo>
                  <a:pt x="9203" y="262095"/>
                </a:lnTo>
                <a:lnTo>
                  <a:pt x="9203" y="263959"/>
                </a:lnTo>
                <a:lnTo>
                  <a:pt x="9203" y="266178"/>
                </a:lnTo>
                <a:lnTo>
                  <a:pt x="9521" y="268308"/>
                </a:lnTo>
                <a:lnTo>
                  <a:pt x="9521" y="270172"/>
                </a:lnTo>
                <a:lnTo>
                  <a:pt x="9521" y="272391"/>
                </a:lnTo>
                <a:lnTo>
                  <a:pt x="9521" y="274254"/>
                </a:lnTo>
                <a:lnTo>
                  <a:pt x="9521" y="276473"/>
                </a:lnTo>
                <a:lnTo>
                  <a:pt x="9838" y="278603"/>
                </a:lnTo>
                <a:lnTo>
                  <a:pt x="9838" y="280467"/>
                </a:lnTo>
                <a:lnTo>
                  <a:pt x="9838" y="282420"/>
                </a:lnTo>
                <a:lnTo>
                  <a:pt x="9838" y="284816"/>
                </a:lnTo>
                <a:lnTo>
                  <a:pt x="9838" y="286680"/>
                </a:lnTo>
                <a:lnTo>
                  <a:pt x="9838" y="288633"/>
                </a:lnTo>
                <a:lnTo>
                  <a:pt x="9838" y="290763"/>
                </a:lnTo>
                <a:lnTo>
                  <a:pt x="9838" y="292982"/>
                </a:lnTo>
                <a:lnTo>
                  <a:pt x="9838" y="295112"/>
                </a:lnTo>
                <a:lnTo>
                  <a:pt x="10314" y="296976"/>
                </a:lnTo>
                <a:lnTo>
                  <a:pt x="10314" y="298928"/>
                </a:lnTo>
                <a:lnTo>
                  <a:pt x="10314" y="301325"/>
                </a:lnTo>
                <a:lnTo>
                  <a:pt x="10314" y="303277"/>
                </a:lnTo>
                <a:lnTo>
                  <a:pt x="10314" y="305408"/>
                </a:lnTo>
                <a:lnTo>
                  <a:pt x="10631" y="307271"/>
                </a:lnTo>
                <a:lnTo>
                  <a:pt x="10631" y="309490"/>
                </a:lnTo>
                <a:lnTo>
                  <a:pt x="10631" y="311621"/>
                </a:lnTo>
                <a:lnTo>
                  <a:pt x="10631" y="313484"/>
                </a:lnTo>
                <a:lnTo>
                  <a:pt x="10631" y="315703"/>
                </a:lnTo>
                <a:lnTo>
                  <a:pt x="11108" y="317833"/>
                </a:lnTo>
                <a:lnTo>
                  <a:pt x="11108" y="319964"/>
                </a:lnTo>
                <a:lnTo>
                  <a:pt x="11108" y="321916"/>
                </a:lnTo>
                <a:lnTo>
                  <a:pt x="11108" y="323780"/>
                </a:lnTo>
                <a:lnTo>
                  <a:pt x="11108" y="326176"/>
                </a:lnTo>
                <a:lnTo>
                  <a:pt x="11425" y="328129"/>
                </a:lnTo>
                <a:lnTo>
                  <a:pt x="11425" y="330259"/>
                </a:lnTo>
                <a:lnTo>
                  <a:pt x="11425" y="332212"/>
                </a:lnTo>
                <a:lnTo>
                  <a:pt x="11425" y="334342"/>
                </a:lnTo>
                <a:lnTo>
                  <a:pt x="11742" y="336472"/>
                </a:lnTo>
                <a:lnTo>
                  <a:pt x="11742" y="338602"/>
                </a:lnTo>
                <a:lnTo>
                  <a:pt x="11742" y="340555"/>
                </a:lnTo>
                <a:lnTo>
                  <a:pt x="11742" y="342685"/>
                </a:lnTo>
                <a:lnTo>
                  <a:pt x="11742" y="344815"/>
                </a:lnTo>
                <a:lnTo>
                  <a:pt x="12218" y="346945"/>
                </a:lnTo>
                <a:lnTo>
                  <a:pt x="12218" y="348898"/>
                </a:lnTo>
                <a:lnTo>
                  <a:pt x="12218" y="351028"/>
                </a:lnTo>
                <a:lnTo>
                  <a:pt x="12218" y="353158"/>
                </a:lnTo>
                <a:lnTo>
                  <a:pt x="12218" y="355377"/>
                </a:lnTo>
                <a:lnTo>
                  <a:pt x="12218" y="357241"/>
                </a:lnTo>
                <a:lnTo>
                  <a:pt x="12218" y="359371"/>
                </a:lnTo>
                <a:lnTo>
                  <a:pt x="12218" y="361590"/>
                </a:lnTo>
                <a:lnTo>
                  <a:pt x="12218" y="363720"/>
                </a:lnTo>
                <a:lnTo>
                  <a:pt x="12218" y="365673"/>
                </a:lnTo>
                <a:lnTo>
                  <a:pt x="12536" y="367803"/>
                </a:lnTo>
                <a:lnTo>
                  <a:pt x="12536" y="369933"/>
                </a:lnTo>
                <a:lnTo>
                  <a:pt x="12536" y="372063"/>
                </a:lnTo>
                <a:lnTo>
                  <a:pt x="12536" y="374193"/>
                </a:lnTo>
                <a:lnTo>
                  <a:pt x="13012" y="376146"/>
                </a:lnTo>
                <a:lnTo>
                  <a:pt x="13012" y="378276"/>
                </a:lnTo>
                <a:lnTo>
                  <a:pt x="13012" y="380406"/>
                </a:lnTo>
                <a:lnTo>
                  <a:pt x="13012" y="382536"/>
                </a:lnTo>
                <a:lnTo>
                  <a:pt x="13012" y="384755"/>
                </a:lnTo>
                <a:lnTo>
                  <a:pt x="13329" y="386619"/>
                </a:lnTo>
                <a:lnTo>
                  <a:pt x="13329" y="388749"/>
                </a:lnTo>
                <a:lnTo>
                  <a:pt x="13329" y="390968"/>
                </a:lnTo>
                <a:lnTo>
                  <a:pt x="13329" y="393098"/>
                </a:lnTo>
                <a:lnTo>
                  <a:pt x="13329" y="395051"/>
                </a:lnTo>
                <a:lnTo>
                  <a:pt x="13647" y="397181"/>
                </a:lnTo>
                <a:lnTo>
                  <a:pt x="13647" y="399311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4235140" y="2556377"/>
            <a:ext cx="13488" cy="426293"/>
          </a:xfrm>
          <a:custGeom>
            <a:avLst/>
            <a:gdLst/>
            <a:ahLst/>
            <a:cxnLst/>
            <a:rect l="l" t="t" r="r" b="b"/>
            <a:pathLst>
              <a:path w="13488" h="426293">
                <a:moveTo>
                  <a:pt x="0" y="0"/>
                </a:moveTo>
                <a:lnTo>
                  <a:pt x="0" y="2130"/>
                </a:lnTo>
                <a:lnTo>
                  <a:pt x="0" y="4260"/>
                </a:lnTo>
                <a:lnTo>
                  <a:pt x="0" y="6390"/>
                </a:lnTo>
                <a:lnTo>
                  <a:pt x="476" y="8343"/>
                </a:lnTo>
                <a:lnTo>
                  <a:pt x="476" y="10739"/>
                </a:lnTo>
                <a:lnTo>
                  <a:pt x="476" y="12603"/>
                </a:lnTo>
                <a:lnTo>
                  <a:pt x="476" y="14822"/>
                </a:lnTo>
                <a:lnTo>
                  <a:pt x="476" y="16952"/>
                </a:lnTo>
                <a:lnTo>
                  <a:pt x="476" y="18816"/>
                </a:lnTo>
                <a:lnTo>
                  <a:pt x="476" y="21212"/>
                </a:lnTo>
                <a:lnTo>
                  <a:pt x="476" y="23342"/>
                </a:lnTo>
                <a:lnTo>
                  <a:pt x="476" y="25295"/>
                </a:lnTo>
                <a:lnTo>
                  <a:pt x="793" y="27425"/>
                </a:lnTo>
                <a:lnTo>
                  <a:pt x="793" y="29555"/>
                </a:lnTo>
                <a:lnTo>
                  <a:pt x="793" y="31685"/>
                </a:lnTo>
                <a:lnTo>
                  <a:pt x="793" y="33904"/>
                </a:lnTo>
                <a:lnTo>
                  <a:pt x="793" y="36034"/>
                </a:lnTo>
                <a:lnTo>
                  <a:pt x="1269" y="37898"/>
                </a:lnTo>
                <a:lnTo>
                  <a:pt x="1269" y="40117"/>
                </a:lnTo>
                <a:lnTo>
                  <a:pt x="1269" y="42425"/>
                </a:lnTo>
                <a:lnTo>
                  <a:pt x="1269" y="44377"/>
                </a:lnTo>
                <a:lnTo>
                  <a:pt x="1269" y="46507"/>
                </a:lnTo>
                <a:lnTo>
                  <a:pt x="1586" y="48638"/>
                </a:lnTo>
                <a:lnTo>
                  <a:pt x="1586" y="50768"/>
                </a:lnTo>
                <a:lnTo>
                  <a:pt x="1586" y="52987"/>
                </a:lnTo>
                <a:lnTo>
                  <a:pt x="1586" y="55117"/>
                </a:lnTo>
                <a:lnTo>
                  <a:pt x="2062" y="56981"/>
                </a:lnTo>
                <a:lnTo>
                  <a:pt x="2062" y="59200"/>
                </a:lnTo>
                <a:lnTo>
                  <a:pt x="2062" y="61507"/>
                </a:lnTo>
                <a:lnTo>
                  <a:pt x="2062" y="63637"/>
                </a:lnTo>
                <a:lnTo>
                  <a:pt x="2062" y="65590"/>
                </a:lnTo>
                <a:lnTo>
                  <a:pt x="2380" y="67720"/>
                </a:lnTo>
                <a:lnTo>
                  <a:pt x="2380" y="69850"/>
                </a:lnTo>
                <a:lnTo>
                  <a:pt x="2380" y="72069"/>
                </a:lnTo>
                <a:lnTo>
                  <a:pt x="2380" y="74199"/>
                </a:lnTo>
                <a:lnTo>
                  <a:pt x="2380" y="76329"/>
                </a:lnTo>
                <a:lnTo>
                  <a:pt x="2697" y="78459"/>
                </a:lnTo>
                <a:lnTo>
                  <a:pt x="2697" y="80412"/>
                </a:lnTo>
                <a:lnTo>
                  <a:pt x="2697" y="82720"/>
                </a:lnTo>
                <a:lnTo>
                  <a:pt x="2697" y="84939"/>
                </a:lnTo>
                <a:lnTo>
                  <a:pt x="2697" y="87069"/>
                </a:lnTo>
                <a:lnTo>
                  <a:pt x="2697" y="88933"/>
                </a:lnTo>
                <a:lnTo>
                  <a:pt x="2697" y="91152"/>
                </a:lnTo>
                <a:lnTo>
                  <a:pt x="2697" y="93282"/>
                </a:lnTo>
                <a:lnTo>
                  <a:pt x="2697" y="95589"/>
                </a:lnTo>
                <a:lnTo>
                  <a:pt x="3173" y="97542"/>
                </a:lnTo>
                <a:lnTo>
                  <a:pt x="3173" y="99672"/>
                </a:lnTo>
                <a:lnTo>
                  <a:pt x="3173" y="101802"/>
                </a:lnTo>
                <a:lnTo>
                  <a:pt x="3173" y="104021"/>
                </a:lnTo>
                <a:lnTo>
                  <a:pt x="3173" y="106151"/>
                </a:lnTo>
                <a:lnTo>
                  <a:pt x="3491" y="108281"/>
                </a:lnTo>
                <a:lnTo>
                  <a:pt x="3491" y="110411"/>
                </a:lnTo>
                <a:lnTo>
                  <a:pt x="3491" y="112542"/>
                </a:lnTo>
                <a:lnTo>
                  <a:pt x="3491" y="114494"/>
                </a:lnTo>
                <a:lnTo>
                  <a:pt x="3491" y="116802"/>
                </a:lnTo>
                <a:lnTo>
                  <a:pt x="3967" y="119021"/>
                </a:lnTo>
                <a:lnTo>
                  <a:pt x="3967" y="121151"/>
                </a:lnTo>
                <a:lnTo>
                  <a:pt x="3967" y="123281"/>
                </a:lnTo>
                <a:lnTo>
                  <a:pt x="3967" y="125234"/>
                </a:lnTo>
                <a:lnTo>
                  <a:pt x="3967" y="127541"/>
                </a:lnTo>
                <a:lnTo>
                  <a:pt x="4284" y="129671"/>
                </a:lnTo>
                <a:lnTo>
                  <a:pt x="4284" y="131890"/>
                </a:lnTo>
                <a:lnTo>
                  <a:pt x="4284" y="134020"/>
                </a:lnTo>
                <a:lnTo>
                  <a:pt x="4284" y="135884"/>
                </a:lnTo>
                <a:lnTo>
                  <a:pt x="4601" y="138103"/>
                </a:lnTo>
                <a:lnTo>
                  <a:pt x="4601" y="140411"/>
                </a:lnTo>
                <a:lnTo>
                  <a:pt x="4601" y="142541"/>
                </a:lnTo>
                <a:lnTo>
                  <a:pt x="4601" y="144760"/>
                </a:lnTo>
                <a:lnTo>
                  <a:pt x="4601" y="146624"/>
                </a:lnTo>
                <a:lnTo>
                  <a:pt x="4601" y="148754"/>
                </a:lnTo>
                <a:lnTo>
                  <a:pt x="4601" y="151150"/>
                </a:lnTo>
                <a:lnTo>
                  <a:pt x="4601" y="153280"/>
                </a:lnTo>
                <a:lnTo>
                  <a:pt x="4601" y="155411"/>
                </a:lnTo>
                <a:lnTo>
                  <a:pt x="4601" y="157363"/>
                </a:lnTo>
                <a:lnTo>
                  <a:pt x="5077" y="159493"/>
                </a:lnTo>
                <a:lnTo>
                  <a:pt x="5077" y="161890"/>
                </a:lnTo>
                <a:lnTo>
                  <a:pt x="5077" y="164020"/>
                </a:lnTo>
                <a:lnTo>
                  <a:pt x="5077" y="166150"/>
                </a:lnTo>
                <a:lnTo>
                  <a:pt x="5077" y="168280"/>
                </a:lnTo>
                <a:lnTo>
                  <a:pt x="5395" y="170233"/>
                </a:lnTo>
                <a:lnTo>
                  <a:pt x="5395" y="172363"/>
                </a:lnTo>
                <a:lnTo>
                  <a:pt x="5395" y="174759"/>
                </a:lnTo>
                <a:lnTo>
                  <a:pt x="5395" y="176889"/>
                </a:lnTo>
                <a:lnTo>
                  <a:pt x="5871" y="179020"/>
                </a:lnTo>
                <a:lnTo>
                  <a:pt x="5871" y="181150"/>
                </a:lnTo>
                <a:lnTo>
                  <a:pt x="5871" y="183102"/>
                </a:lnTo>
                <a:lnTo>
                  <a:pt x="5871" y="185499"/>
                </a:lnTo>
                <a:lnTo>
                  <a:pt x="5871" y="187629"/>
                </a:lnTo>
                <a:lnTo>
                  <a:pt x="6188" y="189759"/>
                </a:lnTo>
                <a:lnTo>
                  <a:pt x="6188" y="191889"/>
                </a:lnTo>
                <a:lnTo>
                  <a:pt x="6188" y="194019"/>
                </a:lnTo>
                <a:lnTo>
                  <a:pt x="6188" y="195972"/>
                </a:lnTo>
                <a:lnTo>
                  <a:pt x="6188" y="198368"/>
                </a:lnTo>
                <a:lnTo>
                  <a:pt x="6664" y="200498"/>
                </a:lnTo>
                <a:lnTo>
                  <a:pt x="6664" y="202629"/>
                </a:lnTo>
                <a:lnTo>
                  <a:pt x="6664" y="204759"/>
                </a:lnTo>
                <a:lnTo>
                  <a:pt x="6664" y="206889"/>
                </a:lnTo>
                <a:lnTo>
                  <a:pt x="6664" y="209019"/>
                </a:lnTo>
                <a:lnTo>
                  <a:pt x="6982" y="211149"/>
                </a:lnTo>
                <a:lnTo>
                  <a:pt x="6982" y="213368"/>
                </a:lnTo>
                <a:lnTo>
                  <a:pt x="6982" y="215498"/>
                </a:lnTo>
                <a:lnTo>
                  <a:pt x="6982" y="217628"/>
                </a:lnTo>
                <a:lnTo>
                  <a:pt x="6982" y="219758"/>
                </a:lnTo>
                <a:lnTo>
                  <a:pt x="6982" y="221889"/>
                </a:lnTo>
                <a:lnTo>
                  <a:pt x="6982" y="224285"/>
                </a:lnTo>
                <a:lnTo>
                  <a:pt x="6982" y="226238"/>
                </a:lnTo>
                <a:lnTo>
                  <a:pt x="6982" y="228368"/>
                </a:lnTo>
                <a:lnTo>
                  <a:pt x="7299" y="230498"/>
                </a:lnTo>
                <a:lnTo>
                  <a:pt x="7299" y="232628"/>
                </a:lnTo>
                <a:lnTo>
                  <a:pt x="7299" y="235024"/>
                </a:lnTo>
                <a:lnTo>
                  <a:pt x="7299" y="237155"/>
                </a:lnTo>
                <a:lnTo>
                  <a:pt x="7299" y="239285"/>
                </a:lnTo>
                <a:lnTo>
                  <a:pt x="7775" y="241415"/>
                </a:lnTo>
                <a:lnTo>
                  <a:pt x="7775" y="243367"/>
                </a:lnTo>
                <a:lnTo>
                  <a:pt x="7775" y="245675"/>
                </a:lnTo>
                <a:lnTo>
                  <a:pt x="7775" y="247894"/>
                </a:lnTo>
                <a:lnTo>
                  <a:pt x="7775" y="250024"/>
                </a:lnTo>
                <a:lnTo>
                  <a:pt x="8093" y="252154"/>
                </a:lnTo>
                <a:lnTo>
                  <a:pt x="8093" y="254284"/>
                </a:lnTo>
                <a:lnTo>
                  <a:pt x="8093" y="256415"/>
                </a:lnTo>
                <a:lnTo>
                  <a:pt x="8093" y="258545"/>
                </a:lnTo>
                <a:lnTo>
                  <a:pt x="8569" y="260764"/>
                </a:lnTo>
                <a:lnTo>
                  <a:pt x="8569" y="262894"/>
                </a:lnTo>
                <a:lnTo>
                  <a:pt x="8569" y="265024"/>
                </a:lnTo>
                <a:lnTo>
                  <a:pt x="8569" y="267154"/>
                </a:lnTo>
                <a:lnTo>
                  <a:pt x="8569" y="269284"/>
                </a:lnTo>
                <a:lnTo>
                  <a:pt x="8886" y="271680"/>
                </a:lnTo>
                <a:lnTo>
                  <a:pt x="8886" y="273811"/>
                </a:lnTo>
                <a:lnTo>
                  <a:pt x="8886" y="275941"/>
                </a:lnTo>
                <a:lnTo>
                  <a:pt x="8886" y="277893"/>
                </a:lnTo>
                <a:lnTo>
                  <a:pt x="8886" y="280024"/>
                </a:lnTo>
                <a:lnTo>
                  <a:pt x="8886" y="282154"/>
                </a:lnTo>
                <a:lnTo>
                  <a:pt x="8886" y="284550"/>
                </a:lnTo>
                <a:lnTo>
                  <a:pt x="8886" y="286680"/>
                </a:lnTo>
                <a:lnTo>
                  <a:pt x="8886" y="288810"/>
                </a:lnTo>
                <a:lnTo>
                  <a:pt x="8886" y="290940"/>
                </a:lnTo>
                <a:lnTo>
                  <a:pt x="9203" y="293071"/>
                </a:lnTo>
                <a:lnTo>
                  <a:pt x="9203" y="295289"/>
                </a:lnTo>
                <a:lnTo>
                  <a:pt x="9203" y="297420"/>
                </a:lnTo>
                <a:lnTo>
                  <a:pt x="9203" y="299550"/>
                </a:lnTo>
                <a:lnTo>
                  <a:pt x="9679" y="301680"/>
                </a:lnTo>
                <a:lnTo>
                  <a:pt x="9679" y="303810"/>
                </a:lnTo>
                <a:lnTo>
                  <a:pt x="9679" y="305940"/>
                </a:lnTo>
                <a:lnTo>
                  <a:pt x="9679" y="308070"/>
                </a:lnTo>
                <a:lnTo>
                  <a:pt x="9679" y="310467"/>
                </a:lnTo>
                <a:lnTo>
                  <a:pt x="9997" y="312597"/>
                </a:lnTo>
                <a:lnTo>
                  <a:pt x="9997" y="314549"/>
                </a:lnTo>
                <a:lnTo>
                  <a:pt x="9997" y="316680"/>
                </a:lnTo>
                <a:lnTo>
                  <a:pt x="9997" y="318810"/>
                </a:lnTo>
                <a:lnTo>
                  <a:pt x="9997" y="321206"/>
                </a:lnTo>
                <a:lnTo>
                  <a:pt x="10473" y="323336"/>
                </a:lnTo>
                <a:lnTo>
                  <a:pt x="10473" y="325466"/>
                </a:lnTo>
                <a:lnTo>
                  <a:pt x="10473" y="327597"/>
                </a:lnTo>
                <a:lnTo>
                  <a:pt x="10473" y="329727"/>
                </a:lnTo>
                <a:lnTo>
                  <a:pt x="10473" y="331946"/>
                </a:lnTo>
                <a:lnTo>
                  <a:pt x="10790" y="334076"/>
                </a:lnTo>
                <a:lnTo>
                  <a:pt x="10790" y="336206"/>
                </a:lnTo>
                <a:lnTo>
                  <a:pt x="10790" y="338336"/>
                </a:lnTo>
                <a:lnTo>
                  <a:pt x="10790" y="340466"/>
                </a:lnTo>
                <a:lnTo>
                  <a:pt x="11266" y="342596"/>
                </a:lnTo>
                <a:lnTo>
                  <a:pt x="11266" y="344815"/>
                </a:lnTo>
                <a:lnTo>
                  <a:pt x="11266" y="347123"/>
                </a:lnTo>
                <a:lnTo>
                  <a:pt x="11266" y="349075"/>
                </a:lnTo>
                <a:lnTo>
                  <a:pt x="11266" y="351206"/>
                </a:lnTo>
                <a:lnTo>
                  <a:pt x="11266" y="353336"/>
                </a:lnTo>
                <a:lnTo>
                  <a:pt x="11266" y="355466"/>
                </a:lnTo>
                <a:lnTo>
                  <a:pt x="11266" y="357862"/>
                </a:lnTo>
                <a:lnTo>
                  <a:pt x="11266" y="359992"/>
                </a:lnTo>
                <a:lnTo>
                  <a:pt x="11266" y="362122"/>
                </a:lnTo>
                <a:lnTo>
                  <a:pt x="11584" y="364253"/>
                </a:lnTo>
                <a:lnTo>
                  <a:pt x="11584" y="366205"/>
                </a:lnTo>
                <a:lnTo>
                  <a:pt x="11584" y="368335"/>
                </a:lnTo>
                <a:lnTo>
                  <a:pt x="11584" y="370732"/>
                </a:lnTo>
                <a:lnTo>
                  <a:pt x="11584" y="372862"/>
                </a:lnTo>
                <a:lnTo>
                  <a:pt x="11901" y="374992"/>
                </a:lnTo>
                <a:lnTo>
                  <a:pt x="11901" y="377122"/>
                </a:lnTo>
                <a:lnTo>
                  <a:pt x="11901" y="379341"/>
                </a:lnTo>
                <a:lnTo>
                  <a:pt x="11901" y="381471"/>
                </a:lnTo>
                <a:lnTo>
                  <a:pt x="12377" y="383601"/>
                </a:lnTo>
                <a:lnTo>
                  <a:pt x="12377" y="385731"/>
                </a:lnTo>
                <a:lnTo>
                  <a:pt x="12377" y="387862"/>
                </a:lnTo>
                <a:lnTo>
                  <a:pt x="12377" y="389992"/>
                </a:lnTo>
                <a:lnTo>
                  <a:pt x="12377" y="392122"/>
                </a:lnTo>
                <a:lnTo>
                  <a:pt x="12694" y="394341"/>
                </a:lnTo>
                <a:lnTo>
                  <a:pt x="12694" y="396471"/>
                </a:lnTo>
                <a:lnTo>
                  <a:pt x="12694" y="398424"/>
                </a:lnTo>
                <a:lnTo>
                  <a:pt x="12694" y="400554"/>
                </a:lnTo>
                <a:lnTo>
                  <a:pt x="12694" y="402684"/>
                </a:lnTo>
                <a:lnTo>
                  <a:pt x="13170" y="404991"/>
                </a:lnTo>
                <a:lnTo>
                  <a:pt x="13170" y="407210"/>
                </a:lnTo>
                <a:lnTo>
                  <a:pt x="13170" y="409340"/>
                </a:lnTo>
                <a:lnTo>
                  <a:pt x="13170" y="411471"/>
                </a:lnTo>
                <a:lnTo>
                  <a:pt x="13170" y="413423"/>
                </a:lnTo>
                <a:lnTo>
                  <a:pt x="13170" y="415731"/>
                </a:lnTo>
                <a:lnTo>
                  <a:pt x="13170" y="417861"/>
                </a:lnTo>
                <a:lnTo>
                  <a:pt x="13170" y="420080"/>
                </a:lnTo>
                <a:lnTo>
                  <a:pt x="13170" y="422210"/>
                </a:lnTo>
                <a:lnTo>
                  <a:pt x="13488" y="424340"/>
                </a:lnTo>
                <a:lnTo>
                  <a:pt x="13488" y="426293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4248629" y="2982670"/>
            <a:ext cx="13805" cy="415731"/>
          </a:xfrm>
          <a:custGeom>
            <a:avLst/>
            <a:gdLst/>
            <a:ahLst/>
            <a:cxnLst/>
            <a:rect l="l" t="t" r="r" b="b"/>
            <a:pathLst>
              <a:path w="13805" h="415731">
                <a:moveTo>
                  <a:pt x="0" y="0"/>
                </a:moveTo>
                <a:lnTo>
                  <a:pt x="0" y="2307"/>
                </a:lnTo>
                <a:lnTo>
                  <a:pt x="0" y="4437"/>
                </a:lnTo>
                <a:lnTo>
                  <a:pt x="0" y="6656"/>
                </a:lnTo>
                <a:lnTo>
                  <a:pt x="317" y="8786"/>
                </a:lnTo>
                <a:lnTo>
                  <a:pt x="317" y="10916"/>
                </a:lnTo>
                <a:lnTo>
                  <a:pt x="317" y="13047"/>
                </a:lnTo>
                <a:lnTo>
                  <a:pt x="317" y="15177"/>
                </a:lnTo>
                <a:lnTo>
                  <a:pt x="317" y="17307"/>
                </a:lnTo>
                <a:lnTo>
                  <a:pt x="793" y="19437"/>
                </a:lnTo>
                <a:lnTo>
                  <a:pt x="793" y="21656"/>
                </a:lnTo>
                <a:lnTo>
                  <a:pt x="793" y="23786"/>
                </a:lnTo>
                <a:lnTo>
                  <a:pt x="793" y="25916"/>
                </a:lnTo>
                <a:lnTo>
                  <a:pt x="793" y="28046"/>
                </a:lnTo>
                <a:lnTo>
                  <a:pt x="1110" y="30176"/>
                </a:lnTo>
                <a:lnTo>
                  <a:pt x="1110" y="32307"/>
                </a:lnTo>
                <a:lnTo>
                  <a:pt x="1110" y="34525"/>
                </a:lnTo>
                <a:lnTo>
                  <a:pt x="1110" y="36656"/>
                </a:lnTo>
                <a:lnTo>
                  <a:pt x="1586" y="38786"/>
                </a:lnTo>
                <a:lnTo>
                  <a:pt x="1586" y="40916"/>
                </a:lnTo>
                <a:lnTo>
                  <a:pt x="1586" y="43046"/>
                </a:lnTo>
                <a:lnTo>
                  <a:pt x="1586" y="45176"/>
                </a:lnTo>
                <a:lnTo>
                  <a:pt x="1586" y="47129"/>
                </a:lnTo>
                <a:lnTo>
                  <a:pt x="1586" y="49525"/>
                </a:lnTo>
                <a:lnTo>
                  <a:pt x="1586" y="51655"/>
                </a:lnTo>
                <a:lnTo>
                  <a:pt x="1586" y="53785"/>
                </a:lnTo>
                <a:lnTo>
                  <a:pt x="1586" y="55916"/>
                </a:lnTo>
                <a:lnTo>
                  <a:pt x="1586" y="57868"/>
                </a:lnTo>
                <a:lnTo>
                  <a:pt x="1904" y="60176"/>
                </a:lnTo>
                <a:lnTo>
                  <a:pt x="1904" y="62395"/>
                </a:lnTo>
                <a:lnTo>
                  <a:pt x="1904" y="64525"/>
                </a:lnTo>
                <a:lnTo>
                  <a:pt x="1904" y="66655"/>
                </a:lnTo>
                <a:lnTo>
                  <a:pt x="1904" y="68608"/>
                </a:lnTo>
                <a:lnTo>
                  <a:pt x="2221" y="70915"/>
                </a:lnTo>
                <a:lnTo>
                  <a:pt x="2221" y="73045"/>
                </a:lnTo>
                <a:lnTo>
                  <a:pt x="2221" y="75264"/>
                </a:lnTo>
                <a:lnTo>
                  <a:pt x="2221" y="77128"/>
                </a:lnTo>
                <a:lnTo>
                  <a:pt x="2221" y="79258"/>
                </a:lnTo>
                <a:lnTo>
                  <a:pt x="2697" y="81477"/>
                </a:lnTo>
                <a:lnTo>
                  <a:pt x="2697" y="83785"/>
                </a:lnTo>
                <a:lnTo>
                  <a:pt x="2697" y="85737"/>
                </a:lnTo>
                <a:lnTo>
                  <a:pt x="2697" y="87868"/>
                </a:lnTo>
                <a:lnTo>
                  <a:pt x="3015" y="89998"/>
                </a:lnTo>
                <a:lnTo>
                  <a:pt x="3015" y="92128"/>
                </a:lnTo>
                <a:lnTo>
                  <a:pt x="3015" y="94524"/>
                </a:lnTo>
                <a:lnTo>
                  <a:pt x="3015" y="96477"/>
                </a:lnTo>
                <a:lnTo>
                  <a:pt x="3015" y="98607"/>
                </a:lnTo>
                <a:lnTo>
                  <a:pt x="3491" y="100737"/>
                </a:lnTo>
                <a:lnTo>
                  <a:pt x="3491" y="102690"/>
                </a:lnTo>
                <a:lnTo>
                  <a:pt x="3491" y="104997"/>
                </a:lnTo>
                <a:lnTo>
                  <a:pt x="3491" y="107216"/>
                </a:lnTo>
                <a:lnTo>
                  <a:pt x="3491" y="109346"/>
                </a:lnTo>
                <a:lnTo>
                  <a:pt x="3808" y="111210"/>
                </a:lnTo>
                <a:lnTo>
                  <a:pt x="3808" y="113429"/>
                </a:lnTo>
                <a:lnTo>
                  <a:pt x="3808" y="115737"/>
                </a:lnTo>
                <a:lnTo>
                  <a:pt x="3808" y="117867"/>
                </a:lnTo>
                <a:lnTo>
                  <a:pt x="3808" y="119820"/>
                </a:lnTo>
                <a:lnTo>
                  <a:pt x="3808" y="121950"/>
                </a:lnTo>
                <a:lnTo>
                  <a:pt x="3808" y="124080"/>
                </a:lnTo>
                <a:lnTo>
                  <a:pt x="3808" y="126299"/>
                </a:lnTo>
                <a:lnTo>
                  <a:pt x="3808" y="128429"/>
                </a:lnTo>
                <a:lnTo>
                  <a:pt x="4284" y="130559"/>
                </a:lnTo>
                <a:lnTo>
                  <a:pt x="4284" y="132512"/>
                </a:lnTo>
                <a:lnTo>
                  <a:pt x="4284" y="134642"/>
                </a:lnTo>
                <a:lnTo>
                  <a:pt x="4284" y="136949"/>
                </a:lnTo>
                <a:lnTo>
                  <a:pt x="4284" y="139168"/>
                </a:lnTo>
                <a:lnTo>
                  <a:pt x="4601" y="141032"/>
                </a:lnTo>
                <a:lnTo>
                  <a:pt x="4601" y="143162"/>
                </a:lnTo>
                <a:lnTo>
                  <a:pt x="4601" y="145381"/>
                </a:lnTo>
                <a:lnTo>
                  <a:pt x="4601" y="147511"/>
                </a:lnTo>
                <a:lnTo>
                  <a:pt x="4601" y="149641"/>
                </a:lnTo>
                <a:lnTo>
                  <a:pt x="4919" y="151772"/>
                </a:lnTo>
                <a:lnTo>
                  <a:pt x="4919" y="153724"/>
                </a:lnTo>
                <a:lnTo>
                  <a:pt x="4919" y="155854"/>
                </a:lnTo>
                <a:lnTo>
                  <a:pt x="4919" y="158251"/>
                </a:lnTo>
                <a:lnTo>
                  <a:pt x="4919" y="160115"/>
                </a:lnTo>
                <a:lnTo>
                  <a:pt x="5395" y="162245"/>
                </a:lnTo>
                <a:lnTo>
                  <a:pt x="5395" y="164197"/>
                </a:lnTo>
                <a:lnTo>
                  <a:pt x="5395" y="166594"/>
                </a:lnTo>
                <a:lnTo>
                  <a:pt x="5395" y="168724"/>
                </a:lnTo>
                <a:lnTo>
                  <a:pt x="5712" y="170677"/>
                </a:lnTo>
                <a:lnTo>
                  <a:pt x="5712" y="172807"/>
                </a:lnTo>
                <a:lnTo>
                  <a:pt x="5712" y="174937"/>
                </a:lnTo>
                <a:lnTo>
                  <a:pt x="5712" y="177067"/>
                </a:lnTo>
                <a:lnTo>
                  <a:pt x="5712" y="179197"/>
                </a:lnTo>
                <a:lnTo>
                  <a:pt x="5712" y="181150"/>
                </a:lnTo>
                <a:lnTo>
                  <a:pt x="5712" y="183280"/>
                </a:lnTo>
                <a:lnTo>
                  <a:pt x="5712" y="185410"/>
                </a:lnTo>
                <a:lnTo>
                  <a:pt x="5712" y="187629"/>
                </a:lnTo>
                <a:lnTo>
                  <a:pt x="5712" y="189759"/>
                </a:lnTo>
                <a:lnTo>
                  <a:pt x="6188" y="191889"/>
                </a:lnTo>
                <a:lnTo>
                  <a:pt x="6188" y="193842"/>
                </a:lnTo>
                <a:lnTo>
                  <a:pt x="6188" y="195972"/>
                </a:lnTo>
                <a:lnTo>
                  <a:pt x="6188" y="198102"/>
                </a:lnTo>
                <a:lnTo>
                  <a:pt x="6188" y="200232"/>
                </a:lnTo>
                <a:lnTo>
                  <a:pt x="6506" y="202185"/>
                </a:lnTo>
                <a:lnTo>
                  <a:pt x="6506" y="204315"/>
                </a:lnTo>
                <a:lnTo>
                  <a:pt x="6506" y="206711"/>
                </a:lnTo>
                <a:lnTo>
                  <a:pt x="6506" y="208575"/>
                </a:lnTo>
                <a:lnTo>
                  <a:pt x="6823" y="210705"/>
                </a:lnTo>
                <a:lnTo>
                  <a:pt x="6823" y="212658"/>
                </a:lnTo>
                <a:lnTo>
                  <a:pt x="6823" y="214788"/>
                </a:lnTo>
                <a:lnTo>
                  <a:pt x="6823" y="216918"/>
                </a:lnTo>
                <a:lnTo>
                  <a:pt x="6823" y="219137"/>
                </a:lnTo>
                <a:lnTo>
                  <a:pt x="7299" y="221001"/>
                </a:lnTo>
                <a:lnTo>
                  <a:pt x="7299" y="223220"/>
                </a:lnTo>
                <a:lnTo>
                  <a:pt x="7299" y="225350"/>
                </a:lnTo>
                <a:lnTo>
                  <a:pt x="7299" y="227480"/>
                </a:lnTo>
                <a:lnTo>
                  <a:pt x="7299" y="229610"/>
                </a:lnTo>
                <a:lnTo>
                  <a:pt x="7616" y="231563"/>
                </a:lnTo>
                <a:lnTo>
                  <a:pt x="7616" y="233871"/>
                </a:lnTo>
                <a:lnTo>
                  <a:pt x="7616" y="235823"/>
                </a:lnTo>
                <a:lnTo>
                  <a:pt x="7616" y="237953"/>
                </a:lnTo>
                <a:lnTo>
                  <a:pt x="7616" y="239906"/>
                </a:lnTo>
                <a:lnTo>
                  <a:pt x="8093" y="242036"/>
                </a:lnTo>
                <a:lnTo>
                  <a:pt x="8093" y="244166"/>
                </a:lnTo>
                <a:lnTo>
                  <a:pt x="8093" y="246296"/>
                </a:lnTo>
                <a:lnTo>
                  <a:pt x="8093" y="248249"/>
                </a:lnTo>
                <a:lnTo>
                  <a:pt x="8093" y="250379"/>
                </a:lnTo>
                <a:lnTo>
                  <a:pt x="8093" y="252598"/>
                </a:lnTo>
                <a:lnTo>
                  <a:pt x="8093" y="254462"/>
                </a:lnTo>
                <a:lnTo>
                  <a:pt x="8093" y="256592"/>
                </a:lnTo>
                <a:lnTo>
                  <a:pt x="8093" y="258545"/>
                </a:lnTo>
                <a:lnTo>
                  <a:pt x="8410" y="260941"/>
                </a:lnTo>
                <a:lnTo>
                  <a:pt x="8410" y="262805"/>
                </a:lnTo>
                <a:lnTo>
                  <a:pt x="8410" y="265024"/>
                </a:lnTo>
                <a:lnTo>
                  <a:pt x="8410" y="266888"/>
                </a:lnTo>
                <a:lnTo>
                  <a:pt x="8410" y="269284"/>
                </a:lnTo>
                <a:lnTo>
                  <a:pt x="8886" y="271237"/>
                </a:lnTo>
                <a:lnTo>
                  <a:pt x="8886" y="273101"/>
                </a:lnTo>
                <a:lnTo>
                  <a:pt x="8886" y="275319"/>
                </a:lnTo>
                <a:lnTo>
                  <a:pt x="8886" y="277450"/>
                </a:lnTo>
                <a:lnTo>
                  <a:pt x="8886" y="279580"/>
                </a:lnTo>
                <a:lnTo>
                  <a:pt x="9203" y="281532"/>
                </a:lnTo>
                <a:lnTo>
                  <a:pt x="9203" y="283396"/>
                </a:lnTo>
                <a:lnTo>
                  <a:pt x="9203" y="285793"/>
                </a:lnTo>
                <a:lnTo>
                  <a:pt x="9203" y="287745"/>
                </a:lnTo>
                <a:lnTo>
                  <a:pt x="9521" y="289875"/>
                </a:lnTo>
                <a:lnTo>
                  <a:pt x="9521" y="291828"/>
                </a:lnTo>
                <a:lnTo>
                  <a:pt x="9521" y="293958"/>
                </a:lnTo>
                <a:lnTo>
                  <a:pt x="9521" y="296088"/>
                </a:lnTo>
                <a:lnTo>
                  <a:pt x="9521" y="298041"/>
                </a:lnTo>
                <a:lnTo>
                  <a:pt x="9997" y="299905"/>
                </a:lnTo>
                <a:lnTo>
                  <a:pt x="9997" y="302301"/>
                </a:lnTo>
                <a:lnTo>
                  <a:pt x="9997" y="304254"/>
                </a:lnTo>
                <a:lnTo>
                  <a:pt x="9997" y="306206"/>
                </a:lnTo>
                <a:lnTo>
                  <a:pt x="9997" y="308337"/>
                </a:lnTo>
                <a:lnTo>
                  <a:pt x="9997" y="310467"/>
                </a:lnTo>
                <a:lnTo>
                  <a:pt x="9997" y="312419"/>
                </a:lnTo>
                <a:lnTo>
                  <a:pt x="9997" y="314549"/>
                </a:lnTo>
                <a:lnTo>
                  <a:pt x="9997" y="316413"/>
                </a:lnTo>
                <a:lnTo>
                  <a:pt x="9997" y="318632"/>
                </a:lnTo>
                <a:lnTo>
                  <a:pt x="10314" y="320762"/>
                </a:lnTo>
                <a:lnTo>
                  <a:pt x="10314" y="322715"/>
                </a:lnTo>
                <a:lnTo>
                  <a:pt x="10314" y="324845"/>
                </a:lnTo>
                <a:lnTo>
                  <a:pt x="10314" y="326975"/>
                </a:lnTo>
                <a:lnTo>
                  <a:pt x="10790" y="328928"/>
                </a:lnTo>
                <a:lnTo>
                  <a:pt x="10790" y="330792"/>
                </a:lnTo>
                <a:lnTo>
                  <a:pt x="10790" y="332922"/>
                </a:lnTo>
                <a:lnTo>
                  <a:pt x="10790" y="335141"/>
                </a:lnTo>
                <a:lnTo>
                  <a:pt x="10790" y="337005"/>
                </a:lnTo>
                <a:lnTo>
                  <a:pt x="11108" y="338957"/>
                </a:lnTo>
                <a:lnTo>
                  <a:pt x="11108" y="341087"/>
                </a:lnTo>
                <a:lnTo>
                  <a:pt x="11108" y="343218"/>
                </a:lnTo>
                <a:lnTo>
                  <a:pt x="11108" y="345170"/>
                </a:lnTo>
                <a:lnTo>
                  <a:pt x="11108" y="347123"/>
                </a:lnTo>
                <a:lnTo>
                  <a:pt x="11425" y="349253"/>
                </a:lnTo>
                <a:lnTo>
                  <a:pt x="11425" y="351383"/>
                </a:lnTo>
                <a:lnTo>
                  <a:pt x="11425" y="353336"/>
                </a:lnTo>
                <a:lnTo>
                  <a:pt x="11425" y="355466"/>
                </a:lnTo>
                <a:lnTo>
                  <a:pt x="11425" y="357418"/>
                </a:lnTo>
                <a:lnTo>
                  <a:pt x="11901" y="359371"/>
                </a:lnTo>
                <a:lnTo>
                  <a:pt x="11901" y="361501"/>
                </a:lnTo>
                <a:lnTo>
                  <a:pt x="11901" y="363631"/>
                </a:lnTo>
                <a:lnTo>
                  <a:pt x="11901" y="365584"/>
                </a:lnTo>
                <a:lnTo>
                  <a:pt x="12218" y="367448"/>
                </a:lnTo>
                <a:lnTo>
                  <a:pt x="12218" y="369667"/>
                </a:lnTo>
                <a:lnTo>
                  <a:pt x="12218" y="371531"/>
                </a:lnTo>
                <a:lnTo>
                  <a:pt x="12218" y="373749"/>
                </a:lnTo>
                <a:lnTo>
                  <a:pt x="12218" y="375613"/>
                </a:lnTo>
                <a:lnTo>
                  <a:pt x="12218" y="377743"/>
                </a:lnTo>
                <a:lnTo>
                  <a:pt x="12218" y="379696"/>
                </a:lnTo>
                <a:lnTo>
                  <a:pt x="12218" y="381649"/>
                </a:lnTo>
                <a:lnTo>
                  <a:pt x="12218" y="383779"/>
                </a:lnTo>
                <a:lnTo>
                  <a:pt x="12218" y="385731"/>
                </a:lnTo>
                <a:lnTo>
                  <a:pt x="12694" y="387684"/>
                </a:lnTo>
                <a:lnTo>
                  <a:pt x="12694" y="389548"/>
                </a:lnTo>
                <a:lnTo>
                  <a:pt x="12694" y="391944"/>
                </a:lnTo>
                <a:lnTo>
                  <a:pt x="12694" y="393897"/>
                </a:lnTo>
                <a:lnTo>
                  <a:pt x="12694" y="395761"/>
                </a:lnTo>
                <a:lnTo>
                  <a:pt x="13012" y="397980"/>
                </a:lnTo>
                <a:lnTo>
                  <a:pt x="13012" y="399844"/>
                </a:lnTo>
                <a:lnTo>
                  <a:pt x="13012" y="401796"/>
                </a:lnTo>
                <a:lnTo>
                  <a:pt x="13012" y="403926"/>
                </a:lnTo>
                <a:lnTo>
                  <a:pt x="13488" y="405879"/>
                </a:lnTo>
                <a:lnTo>
                  <a:pt x="13488" y="407832"/>
                </a:lnTo>
                <a:lnTo>
                  <a:pt x="13488" y="409695"/>
                </a:lnTo>
                <a:lnTo>
                  <a:pt x="13488" y="411914"/>
                </a:lnTo>
                <a:lnTo>
                  <a:pt x="13488" y="413778"/>
                </a:lnTo>
                <a:lnTo>
                  <a:pt x="13805" y="415731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4262435" y="3398401"/>
            <a:ext cx="13012" cy="367954"/>
          </a:xfrm>
          <a:custGeom>
            <a:avLst/>
            <a:gdLst/>
            <a:ahLst/>
            <a:cxnLst/>
            <a:rect l="l" t="t" r="r" b="b"/>
            <a:pathLst>
              <a:path w="13012" h="367954">
                <a:moveTo>
                  <a:pt x="0" y="0"/>
                </a:moveTo>
                <a:lnTo>
                  <a:pt x="0" y="2130"/>
                </a:lnTo>
                <a:lnTo>
                  <a:pt x="0" y="4082"/>
                </a:lnTo>
                <a:lnTo>
                  <a:pt x="0" y="6035"/>
                </a:lnTo>
                <a:lnTo>
                  <a:pt x="0" y="8165"/>
                </a:lnTo>
                <a:lnTo>
                  <a:pt x="317" y="10118"/>
                </a:lnTo>
                <a:lnTo>
                  <a:pt x="317" y="11982"/>
                </a:lnTo>
                <a:lnTo>
                  <a:pt x="317" y="14112"/>
                </a:lnTo>
                <a:lnTo>
                  <a:pt x="317" y="16064"/>
                </a:lnTo>
                <a:lnTo>
                  <a:pt x="317" y="18017"/>
                </a:lnTo>
                <a:lnTo>
                  <a:pt x="317" y="19970"/>
                </a:lnTo>
                <a:lnTo>
                  <a:pt x="317" y="22100"/>
                </a:lnTo>
                <a:lnTo>
                  <a:pt x="317" y="24052"/>
                </a:lnTo>
                <a:lnTo>
                  <a:pt x="317" y="25916"/>
                </a:lnTo>
                <a:lnTo>
                  <a:pt x="793" y="28135"/>
                </a:lnTo>
                <a:lnTo>
                  <a:pt x="793" y="29999"/>
                </a:lnTo>
                <a:lnTo>
                  <a:pt x="793" y="31774"/>
                </a:lnTo>
                <a:lnTo>
                  <a:pt x="793" y="33904"/>
                </a:lnTo>
                <a:lnTo>
                  <a:pt x="793" y="35768"/>
                </a:lnTo>
                <a:lnTo>
                  <a:pt x="1110" y="37721"/>
                </a:lnTo>
                <a:lnTo>
                  <a:pt x="1110" y="39851"/>
                </a:lnTo>
                <a:lnTo>
                  <a:pt x="1110" y="41803"/>
                </a:lnTo>
                <a:lnTo>
                  <a:pt x="1110" y="43756"/>
                </a:lnTo>
                <a:lnTo>
                  <a:pt x="1110" y="45886"/>
                </a:lnTo>
                <a:lnTo>
                  <a:pt x="1586" y="47573"/>
                </a:lnTo>
                <a:lnTo>
                  <a:pt x="1586" y="49525"/>
                </a:lnTo>
                <a:lnTo>
                  <a:pt x="1586" y="51655"/>
                </a:lnTo>
                <a:lnTo>
                  <a:pt x="1586" y="53608"/>
                </a:lnTo>
                <a:lnTo>
                  <a:pt x="1586" y="55561"/>
                </a:lnTo>
                <a:lnTo>
                  <a:pt x="1904" y="57691"/>
                </a:lnTo>
                <a:lnTo>
                  <a:pt x="1904" y="59377"/>
                </a:lnTo>
                <a:lnTo>
                  <a:pt x="1904" y="61330"/>
                </a:lnTo>
                <a:lnTo>
                  <a:pt x="1904" y="63460"/>
                </a:lnTo>
                <a:lnTo>
                  <a:pt x="2221" y="65412"/>
                </a:lnTo>
                <a:lnTo>
                  <a:pt x="2221" y="67099"/>
                </a:lnTo>
                <a:lnTo>
                  <a:pt x="2221" y="69229"/>
                </a:lnTo>
                <a:lnTo>
                  <a:pt x="2221" y="71182"/>
                </a:lnTo>
                <a:lnTo>
                  <a:pt x="2221" y="73134"/>
                </a:lnTo>
                <a:lnTo>
                  <a:pt x="2697" y="75087"/>
                </a:lnTo>
                <a:lnTo>
                  <a:pt x="2697" y="76951"/>
                </a:lnTo>
                <a:lnTo>
                  <a:pt x="2697" y="79081"/>
                </a:lnTo>
                <a:lnTo>
                  <a:pt x="2697" y="81033"/>
                </a:lnTo>
                <a:lnTo>
                  <a:pt x="2697" y="82808"/>
                </a:lnTo>
                <a:lnTo>
                  <a:pt x="2697" y="84939"/>
                </a:lnTo>
                <a:lnTo>
                  <a:pt x="2697" y="86803"/>
                </a:lnTo>
                <a:lnTo>
                  <a:pt x="2697" y="88578"/>
                </a:lnTo>
                <a:lnTo>
                  <a:pt x="2697" y="90708"/>
                </a:lnTo>
                <a:lnTo>
                  <a:pt x="2697" y="92660"/>
                </a:lnTo>
                <a:lnTo>
                  <a:pt x="3015" y="94347"/>
                </a:lnTo>
                <a:lnTo>
                  <a:pt x="3015" y="96477"/>
                </a:lnTo>
                <a:lnTo>
                  <a:pt x="3015" y="98429"/>
                </a:lnTo>
                <a:lnTo>
                  <a:pt x="3015" y="100382"/>
                </a:lnTo>
                <a:lnTo>
                  <a:pt x="3491" y="102246"/>
                </a:lnTo>
                <a:lnTo>
                  <a:pt x="3491" y="104199"/>
                </a:lnTo>
                <a:lnTo>
                  <a:pt x="3491" y="106151"/>
                </a:lnTo>
                <a:lnTo>
                  <a:pt x="3491" y="108104"/>
                </a:lnTo>
                <a:lnTo>
                  <a:pt x="3491" y="109968"/>
                </a:lnTo>
                <a:lnTo>
                  <a:pt x="3808" y="111920"/>
                </a:lnTo>
                <a:lnTo>
                  <a:pt x="3808" y="113873"/>
                </a:lnTo>
                <a:lnTo>
                  <a:pt x="3808" y="115559"/>
                </a:lnTo>
                <a:lnTo>
                  <a:pt x="3808" y="117689"/>
                </a:lnTo>
                <a:lnTo>
                  <a:pt x="3808" y="119465"/>
                </a:lnTo>
                <a:lnTo>
                  <a:pt x="4125" y="121595"/>
                </a:lnTo>
                <a:lnTo>
                  <a:pt x="4125" y="123281"/>
                </a:lnTo>
                <a:lnTo>
                  <a:pt x="4125" y="125234"/>
                </a:lnTo>
                <a:lnTo>
                  <a:pt x="4125" y="127364"/>
                </a:lnTo>
                <a:lnTo>
                  <a:pt x="4125" y="129050"/>
                </a:lnTo>
                <a:lnTo>
                  <a:pt x="4601" y="131003"/>
                </a:lnTo>
                <a:lnTo>
                  <a:pt x="4601" y="132955"/>
                </a:lnTo>
                <a:lnTo>
                  <a:pt x="4601" y="134908"/>
                </a:lnTo>
                <a:lnTo>
                  <a:pt x="4601" y="136772"/>
                </a:lnTo>
                <a:lnTo>
                  <a:pt x="4601" y="138725"/>
                </a:lnTo>
                <a:lnTo>
                  <a:pt x="4601" y="140411"/>
                </a:lnTo>
                <a:lnTo>
                  <a:pt x="4601" y="142364"/>
                </a:lnTo>
                <a:lnTo>
                  <a:pt x="4601" y="144316"/>
                </a:lnTo>
                <a:lnTo>
                  <a:pt x="4601" y="146269"/>
                </a:lnTo>
                <a:lnTo>
                  <a:pt x="4919" y="148133"/>
                </a:lnTo>
                <a:lnTo>
                  <a:pt x="4919" y="149908"/>
                </a:lnTo>
                <a:lnTo>
                  <a:pt x="4919" y="152038"/>
                </a:lnTo>
                <a:lnTo>
                  <a:pt x="4919" y="153724"/>
                </a:lnTo>
                <a:lnTo>
                  <a:pt x="4919" y="155677"/>
                </a:lnTo>
                <a:lnTo>
                  <a:pt x="5395" y="157629"/>
                </a:lnTo>
                <a:lnTo>
                  <a:pt x="5395" y="159316"/>
                </a:lnTo>
                <a:lnTo>
                  <a:pt x="5395" y="161446"/>
                </a:lnTo>
                <a:lnTo>
                  <a:pt x="5395" y="163221"/>
                </a:lnTo>
                <a:lnTo>
                  <a:pt x="5395" y="165085"/>
                </a:lnTo>
                <a:lnTo>
                  <a:pt x="5712" y="167038"/>
                </a:lnTo>
                <a:lnTo>
                  <a:pt x="5712" y="168724"/>
                </a:lnTo>
                <a:lnTo>
                  <a:pt x="5712" y="170677"/>
                </a:lnTo>
                <a:lnTo>
                  <a:pt x="5712" y="172629"/>
                </a:lnTo>
                <a:lnTo>
                  <a:pt x="6188" y="174582"/>
                </a:lnTo>
                <a:lnTo>
                  <a:pt x="6188" y="176268"/>
                </a:lnTo>
                <a:lnTo>
                  <a:pt x="6188" y="178221"/>
                </a:lnTo>
                <a:lnTo>
                  <a:pt x="6188" y="180085"/>
                </a:lnTo>
                <a:lnTo>
                  <a:pt x="6188" y="181860"/>
                </a:lnTo>
                <a:lnTo>
                  <a:pt x="6506" y="183724"/>
                </a:lnTo>
                <a:lnTo>
                  <a:pt x="6506" y="185676"/>
                </a:lnTo>
                <a:lnTo>
                  <a:pt x="6506" y="187629"/>
                </a:lnTo>
                <a:lnTo>
                  <a:pt x="6506" y="189315"/>
                </a:lnTo>
                <a:lnTo>
                  <a:pt x="6506" y="191268"/>
                </a:lnTo>
                <a:lnTo>
                  <a:pt x="6506" y="193220"/>
                </a:lnTo>
                <a:lnTo>
                  <a:pt x="6506" y="194907"/>
                </a:lnTo>
                <a:lnTo>
                  <a:pt x="6506" y="196859"/>
                </a:lnTo>
                <a:lnTo>
                  <a:pt x="6506" y="198546"/>
                </a:lnTo>
                <a:lnTo>
                  <a:pt x="6506" y="200498"/>
                </a:lnTo>
                <a:lnTo>
                  <a:pt x="6823" y="202185"/>
                </a:lnTo>
                <a:lnTo>
                  <a:pt x="6823" y="204137"/>
                </a:lnTo>
                <a:lnTo>
                  <a:pt x="6823" y="206090"/>
                </a:lnTo>
                <a:lnTo>
                  <a:pt x="6823" y="207776"/>
                </a:lnTo>
                <a:lnTo>
                  <a:pt x="7299" y="209729"/>
                </a:lnTo>
                <a:lnTo>
                  <a:pt x="7299" y="211415"/>
                </a:lnTo>
                <a:lnTo>
                  <a:pt x="7299" y="213368"/>
                </a:lnTo>
                <a:lnTo>
                  <a:pt x="7299" y="215054"/>
                </a:lnTo>
                <a:lnTo>
                  <a:pt x="7299" y="217185"/>
                </a:lnTo>
                <a:lnTo>
                  <a:pt x="7616" y="218960"/>
                </a:lnTo>
                <a:lnTo>
                  <a:pt x="7616" y="220646"/>
                </a:lnTo>
                <a:lnTo>
                  <a:pt x="7616" y="222599"/>
                </a:lnTo>
                <a:lnTo>
                  <a:pt x="7616" y="224285"/>
                </a:lnTo>
                <a:lnTo>
                  <a:pt x="7616" y="226238"/>
                </a:lnTo>
                <a:lnTo>
                  <a:pt x="8093" y="227924"/>
                </a:lnTo>
                <a:lnTo>
                  <a:pt x="8093" y="229877"/>
                </a:lnTo>
                <a:lnTo>
                  <a:pt x="8093" y="231563"/>
                </a:lnTo>
                <a:lnTo>
                  <a:pt x="8093" y="233516"/>
                </a:lnTo>
                <a:lnTo>
                  <a:pt x="8093" y="235202"/>
                </a:lnTo>
                <a:lnTo>
                  <a:pt x="8410" y="237155"/>
                </a:lnTo>
                <a:lnTo>
                  <a:pt x="8410" y="238841"/>
                </a:lnTo>
                <a:lnTo>
                  <a:pt x="8410" y="240794"/>
                </a:lnTo>
                <a:lnTo>
                  <a:pt x="8410" y="242480"/>
                </a:lnTo>
                <a:lnTo>
                  <a:pt x="8727" y="244432"/>
                </a:lnTo>
                <a:lnTo>
                  <a:pt x="8727" y="246119"/>
                </a:lnTo>
                <a:lnTo>
                  <a:pt x="8727" y="247894"/>
                </a:lnTo>
                <a:lnTo>
                  <a:pt x="8727" y="249847"/>
                </a:lnTo>
                <a:lnTo>
                  <a:pt x="8727" y="251533"/>
                </a:lnTo>
                <a:lnTo>
                  <a:pt x="8727" y="253486"/>
                </a:lnTo>
                <a:lnTo>
                  <a:pt x="8727" y="254994"/>
                </a:lnTo>
                <a:lnTo>
                  <a:pt x="8727" y="256858"/>
                </a:lnTo>
                <a:lnTo>
                  <a:pt x="8727" y="258633"/>
                </a:lnTo>
                <a:lnTo>
                  <a:pt x="8727" y="260497"/>
                </a:lnTo>
                <a:lnTo>
                  <a:pt x="9203" y="262272"/>
                </a:lnTo>
                <a:lnTo>
                  <a:pt x="9203" y="264136"/>
                </a:lnTo>
                <a:lnTo>
                  <a:pt x="9203" y="265911"/>
                </a:lnTo>
                <a:lnTo>
                  <a:pt x="9203" y="267598"/>
                </a:lnTo>
                <a:lnTo>
                  <a:pt x="9203" y="269284"/>
                </a:lnTo>
                <a:lnTo>
                  <a:pt x="9521" y="271237"/>
                </a:lnTo>
                <a:lnTo>
                  <a:pt x="9521" y="272923"/>
                </a:lnTo>
                <a:lnTo>
                  <a:pt x="9521" y="274876"/>
                </a:lnTo>
                <a:lnTo>
                  <a:pt x="9521" y="276385"/>
                </a:lnTo>
                <a:lnTo>
                  <a:pt x="9997" y="278337"/>
                </a:lnTo>
                <a:lnTo>
                  <a:pt x="9997" y="280024"/>
                </a:lnTo>
                <a:lnTo>
                  <a:pt x="9997" y="281976"/>
                </a:lnTo>
                <a:lnTo>
                  <a:pt x="9997" y="283485"/>
                </a:lnTo>
                <a:lnTo>
                  <a:pt x="9997" y="285438"/>
                </a:lnTo>
                <a:lnTo>
                  <a:pt x="10314" y="287124"/>
                </a:lnTo>
                <a:lnTo>
                  <a:pt x="10314" y="289077"/>
                </a:lnTo>
                <a:lnTo>
                  <a:pt x="10314" y="290585"/>
                </a:lnTo>
                <a:lnTo>
                  <a:pt x="10314" y="292449"/>
                </a:lnTo>
                <a:lnTo>
                  <a:pt x="10314" y="294224"/>
                </a:lnTo>
                <a:lnTo>
                  <a:pt x="10790" y="295911"/>
                </a:lnTo>
                <a:lnTo>
                  <a:pt x="10790" y="297624"/>
                </a:lnTo>
                <a:lnTo>
                  <a:pt x="10790" y="299550"/>
                </a:lnTo>
                <a:lnTo>
                  <a:pt x="10790" y="301050"/>
                </a:lnTo>
                <a:lnTo>
                  <a:pt x="10790" y="302985"/>
                </a:lnTo>
                <a:lnTo>
                  <a:pt x="10790" y="304485"/>
                </a:lnTo>
                <a:lnTo>
                  <a:pt x="10790" y="306411"/>
                </a:lnTo>
                <a:lnTo>
                  <a:pt x="10790" y="308132"/>
                </a:lnTo>
                <a:lnTo>
                  <a:pt x="10790" y="309845"/>
                </a:lnTo>
                <a:lnTo>
                  <a:pt x="11108" y="311558"/>
                </a:lnTo>
                <a:lnTo>
                  <a:pt x="11108" y="313271"/>
                </a:lnTo>
                <a:lnTo>
                  <a:pt x="11108" y="315206"/>
                </a:lnTo>
                <a:lnTo>
                  <a:pt x="11108" y="316706"/>
                </a:lnTo>
                <a:lnTo>
                  <a:pt x="11108" y="318632"/>
                </a:lnTo>
                <a:lnTo>
                  <a:pt x="11425" y="320354"/>
                </a:lnTo>
                <a:lnTo>
                  <a:pt x="11425" y="322067"/>
                </a:lnTo>
                <a:lnTo>
                  <a:pt x="11425" y="323780"/>
                </a:lnTo>
                <a:lnTo>
                  <a:pt x="11425" y="325502"/>
                </a:lnTo>
                <a:lnTo>
                  <a:pt x="11425" y="327002"/>
                </a:lnTo>
                <a:lnTo>
                  <a:pt x="11901" y="328928"/>
                </a:lnTo>
                <a:lnTo>
                  <a:pt x="11901" y="330641"/>
                </a:lnTo>
                <a:lnTo>
                  <a:pt x="11901" y="332363"/>
                </a:lnTo>
                <a:lnTo>
                  <a:pt x="11901" y="334076"/>
                </a:lnTo>
                <a:lnTo>
                  <a:pt x="11901" y="335789"/>
                </a:lnTo>
                <a:lnTo>
                  <a:pt x="12218" y="337502"/>
                </a:lnTo>
                <a:lnTo>
                  <a:pt x="12218" y="339010"/>
                </a:lnTo>
                <a:lnTo>
                  <a:pt x="12218" y="340936"/>
                </a:lnTo>
                <a:lnTo>
                  <a:pt x="12218" y="342436"/>
                </a:lnTo>
                <a:lnTo>
                  <a:pt x="12694" y="344371"/>
                </a:lnTo>
                <a:lnTo>
                  <a:pt x="12694" y="345871"/>
                </a:lnTo>
                <a:lnTo>
                  <a:pt x="12694" y="347584"/>
                </a:lnTo>
                <a:lnTo>
                  <a:pt x="12694" y="349510"/>
                </a:lnTo>
                <a:lnTo>
                  <a:pt x="12694" y="351010"/>
                </a:lnTo>
                <a:lnTo>
                  <a:pt x="13012" y="352732"/>
                </a:lnTo>
                <a:lnTo>
                  <a:pt x="13012" y="354445"/>
                </a:lnTo>
                <a:lnTo>
                  <a:pt x="13012" y="356158"/>
                </a:lnTo>
                <a:lnTo>
                  <a:pt x="13012" y="357658"/>
                </a:lnTo>
                <a:lnTo>
                  <a:pt x="13012" y="359380"/>
                </a:lnTo>
                <a:lnTo>
                  <a:pt x="13012" y="361306"/>
                </a:lnTo>
                <a:lnTo>
                  <a:pt x="13012" y="362806"/>
                </a:lnTo>
                <a:lnTo>
                  <a:pt x="13012" y="364519"/>
                </a:lnTo>
                <a:lnTo>
                  <a:pt x="13012" y="366028"/>
                </a:lnTo>
                <a:lnTo>
                  <a:pt x="13012" y="367954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4275447" y="3766355"/>
            <a:ext cx="13805" cy="287115"/>
          </a:xfrm>
          <a:custGeom>
            <a:avLst/>
            <a:gdLst/>
            <a:ahLst/>
            <a:cxnLst/>
            <a:rect l="l" t="t" r="r" b="b"/>
            <a:pathLst>
              <a:path w="13805" h="287115">
                <a:moveTo>
                  <a:pt x="0" y="0"/>
                </a:moveTo>
                <a:lnTo>
                  <a:pt x="317" y="1499"/>
                </a:lnTo>
                <a:lnTo>
                  <a:pt x="317" y="3212"/>
                </a:lnTo>
                <a:lnTo>
                  <a:pt x="317" y="4934"/>
                </a:lnTo>
                <a:lnTo>
                  <a:pt x="317" y="6434"/>
                </a:lnTo>
                <a:lnTo>
                  <a:pt x="793" y="8147"/>
                </a:lnTo>
                <a:lnTo>
                  <a:pt x="793" y="9860"/>
                </a:lnTo>
                <a:lnTo>
                  <a:pt x="793" y="11582"/>
                </a:lnTo>
                <a:lnTo>
                  <a:pt x="793" y="13295"/>
                </a:lnTo>
                <a:lnTo>
                  <a:pt x="793" y="14795"/>
                </a:lnTo>
                <a:lnTo>
                  <a:pt x="1110" y="16508"/>
                </a:lnTo>
                <a:lnTo>
                  <a:pt x="1110" y="18008"/>
                </a:lnTo>
                <a:lnTo>
                  <a:pt x="1110" y="19730"/>
                </a:lnTo>
                <a:lnTo>
                  <a:pt x="1110" y="21443"/>
                </a:lnTo>
                <a:lnTo>
                  <a:pt x="1110" y="22943"/>
                </a:lnTo>
                <a:lnTo>
                  <a:pt x="1586" y="24656"/>
                </a:lnTo>
                <a:lnTo>
                  <a:pt x="1586" y="26378"/>
                </a:lnTo>
                <a:lnTo>
                  <a:pt x="1586" y="27878"/>
                </a:lnTo>
                <a:lnTo>
                  <a:pt x="1586" y="29591"/>
                </a:lnTo>
                <a:lnTo>
                  <a:pt x="1586" y="31091"/>
                </a:lnTo>
                <a:lnTo>
                  <a:pt x="1904" y="32804"/>
                </a:lnTo>
                <a:lnTo>
                  <a:pt x="1904" y="34525"/>
                </a:lnTo>
                <a:lnTo>
                  <a:pt x="1904" y="36025"/>
                </a:lnTo>
                <a:lnTo>
                  <a:pt x="1904" y="37738"/>
                </a:lnTo>
                <a:lnTo>
                  <a:pt x="1904" y="39238"/>
                </a:lnTo>
                <a:lnTo>
                  <a:pt x="1904" y="40951"/>
                </a:lnTo>
                <a:lnTo>
                  <a:pt x="1904" y="42673"/>
                </a:lnTo>
                <a:lnTo>
                  <a:pt x="1904" y="44173"/>
                </a:lnTo>
                <a:lnTo>
                  <a:pt x="1904" y="45886"/>
                </a:lnTo>
                <a:lnTo>
                  <a:pt x="2380" y="47599"/>
                </a:lnTo>
                <a:lnTo>
                  <a:pt x="2380" y="48886"/>
                </a:lnTo>
                <a:lnTo>
                  <a:pt x="2380" y="50608"/>
                </a:lnTo>
                <a:lnTo>
                  <a:pt x="2380" y="52321"/>
                </a:lnTo>
                <a:lnTo>
                  <a:pt x="2380" y="53821"/>
                </a:lnTo>
                <a:lnTo>
                  <a:pt x="2697" y="55534"/>
                </a:lnTo>
                <a:lnTo>
                  <a:pt x="2697" y="57034"/>
                </a:lnTo>
                <a:lnTo>
                  <a:pt x="2697" y="58534"/>
                </a:lnTo>
                <a:lnTo>
                  <a:pt x="2697" y="60256"/>
                </a:lnTo>
                <a:lnTo>
                  <a:pt x="2697" y="61756"/>
                </a:lnTo>
                <a:lnTo>
                  <a:pt x="3015" y="63469"/>
                </a:lnTo>
                <a:lnTo>
                  <a:pt x="3015" y="64969"/>
                </a:lnTo>
                <a:lnTo>
                  <a:pt x="3015" y="66469"/>
                </a:lnTo>
                <a:lnTo>
                  <a:pt x="3015" y="68190"/>
                </a:lnTo>
                <a:lnTo>
                  <a:pt x="3491" y="69903"/>
                </a:lnTo>
                <a:lnTo>
                  <a:pt x="3491" y="71190"/>
                </a:lnTo>
                <a:lnTo>
                  <a:pt x="3491" y="72903"/>
                </a:lnTo>
                <a:lnTo>
                  <a:pt x="3491" y="74616"/>
                </a:lnTo>
                <a:lnTo>
                  <a:pt x="3491" y="75903"/>
                </a:lnTo>
                <a:lnTo>
                  <a:pt x="3808" y="77625"/>
                </a:lnTo>
                <a:lnTo>
                  <a:pt x="3808" y="79338"/>
                </a:lnTo>
                <a:lnTo>
                  <a:pt x="3808" y="80625"/>
                </a:lnTo>
                <a:lnTo>
                  <a:pt x="3808" y="82338"/>
                </a:lnTo>
                <a:lnTo>
                  <a:pt x="3808" y="83838"/>
                </a:lnTo>
                <a:lnTo>
                  <a:pt x="4284" y="85338"/>
                </a:lnTo>
                <a:lnTo>
                  <a:pt x="4284" y="87060"/>
                </a:lnTo>
                <a:lnTo>
                  <a:pt x="4284" y="88560"/>
                </a:lnTo>
                <a:lnTo>
                  <a:pt x="4284" y="90060"/>
                </a:lnTo>
                <a:lnTo>
                  <a:pt x="4284" y="91560"/>
                </a:lnTo>
                <a:lnTo>
                  <a:pt x="4284" y="93273"/>
                </a:lnTo>
                <a:lnTo>
                  <a:pt x="4284" y="94773"/>
                </a:lnTo>
                <a:lnTo>
                  <a:pt x="4284" y="96273"/>
                </a:lnTo>
                <a:lnTo>
                  <a:pt x="4284" y="97773"/>
                </a:lnTo>
                <a:lnTo>
                  <a:pt x="4284" y="99495"/>
                </a:lnTo>
                <a:lnTo>
                  <a:pt x="4601" y="100782"/>
                </a:lnTo>
                <a:lnTo>
                  <a:pt x="4601" y="102494"/>
                </a:lnTo>
                <a:lnTo>
                  <a:pt x="4601" y="103994"/>
                </a:lnTo>
                <a:lnTo>
                  <a:pt x="4601" y="105494"/>
                </a:lnTo>
                <a:lnTo>
                  <a:pt x="4919" y="106994"/>
                </a:lnTo>
                <a:lnTo>
                  <a:pt x="4919" y="108494"/>
                </a:lnTo>
                <a:lnTo>
                  <a:pt x="4919" y="110216"/>
                </a:lnTo>
                <a:lnTo>
                  <a:pt x="4919" y="111503"/>
                </a:lnTo>
                <a:lnTo>
                  <a:pt x="4919" y="113003"/>
                </a:lnTo>
                <a:lnTo>
                  <a:pt x="5395" y="114716"/>
                </a:lnTo>
                <a:lnTo>
                  <a:pt x="5395" y="116003"/>
                </a:lnTo>
                <a:lnTo>
                  <a:pt x="5395" y="117503"/>
                </a:lnTo>
                <a:lnTo>
                  <a:pt x="5395" y="119216"/>
                </a:lnTo>
                <a:lnTo>
                  <a:pt x="5395" y="120716"/>
                </a:lnTo>
                <a:lnTo>
                  <a:pt x="5712" y="122003"/>
                </a:lnTo>
                <a:lnTo>
                  <a:pt x="5712" y="123512"/>
                </a:lnTo>
                <a:lnTo>
                  <a:pt x="5712" y="125225"/>
                </a:lnTo>
                <a:lnTo>
                  <a:pt x="5712" y="126725"/>
                </a:lnTo>
                <a:lnTo>
                  <a:pt x="5712" y="128012"/>
                </a:lnTo>
                <a:lnTo>
                  <a:pt x="6188" y="129512"/>
                </a:lnTo>
                <a:lnTo>
                  <a:pt x="6188" y="131225"/>
                </a:lnTo>
                <a:lnTo>
                  <a:pt x="6188" y="132725"/>
                </a:lnTo>
                <a:lnTo>
                  <a:pt x="6188" y="134012"/>
                </a:lnTo>
                <a:lnTo>
                  <a:pt x="6188" y="135512"/>
                </a:lnTo>
                <a:lnTo>
                  <a:pt x="6188" y="137020"/>
                </a:lnTo>
                <a:lnTo>
                  <a:pt x="6188" y="138520"/>
                </a:lnTo>
                <a:lnTo>
                  <a:pt x="6188" y="140020"/>
                </a:lnTo>
                <a:lnTo>
                  <a:pt x="6188" y="141520"/>
                </a:lnTo>
                <a:lnTo>
                  <a:pt x="6506" y="143020"/>
                </a:lnTo>
                <a:lnTo>
                  <a:pt x="6506" y="144520"/>
                </a:lnTo>
                <a:lnTo>
                  <a:pt x="6506" y="145807"/>
                </a:lnTo>
                <a:lnTo>
                  <a:pt x="6506" y="147307"/>
                </a:lnTo>
                <a:lnTo>
                  <a:pt x="6506" y="148807"/>
                </a:lnTo>
                <a:lnTo>
                  <a:pt x="6823" y="150307"/>
                </a:lnTo>
                <a:lnTo>
                  <a:pt x="6823" y="151594"/>
                </a:lnTo>
                <a:lnTo>
                  <a:pt x="6823" y="153094"/>
                </a:lnTo>
                <a:lnTo>
                  <a:pt x="6823" y="154603"/>
                </a:lnTo>
                <a:lnTo>
                  <a:pt x="6823" y="156103"/>
                </a:lnTo>
                <a:lnTo>
                  <a:pt x="7299" y="157390"/>
                </a:lnTo>
                <a:lnTo>
                  <a:pt x="7299" y="158890"/>
                </a:lnTo>
                <a:lnTo>
                  <a:pt x="7299" y="160390"/>
                </a:lnTo>
                <a:lnTo>
                  <a:pt x="7299" y="161890"/>
                </a:lnTo>
                <a:lnTo>
                  <a:pt x="7616" y="163390"/>
                </a:lnTo>
                <a:lnTo>
                  <a:pt x="7616" y="164677"/>
                </a:lnTo>
                <a:lnTo>
                  <a:pt x="7616" y="166177"/>
                </a:lnTo>
                <a:lnTo>
                  <a:pt x="7616" y="167464"/>
                </a:lnTo>
                <a:lnTo>
                  <a:pt x="7616" y="168964"/>
                </a:lnTo>
                <a:lnTo>
                  <a:pt x="8093" y="170464"/>
                </a:lnTo>
                <a:lnTo>
                  <a:pt x="8093" y="171751"/>
                </a:lnTo>
                <a:lnTo>
                  <a:pt x="8093" y="173250"/>
                </a:lnTo>
                <a:lnTo>
                  <a:pt x="8093" y="174759"/>
                </a:lnTo>
                <a:lnTo>
                  <a:pt x="8093" y="176037"/>
                </a:lnTo>
                <a:lnTo>
                  <a:pt x="8410" y="177546"/>
                </a:lnTo>
                <a:lnTo>
                  <a:pt x="8410" y="178833"/>
                </a:lnTo>
                <a:lnTo>
                  <a:pt x="8410" y="180333"/>
                </a:lnTo>
                <a:lnTo>
                  <a:pt x="8410" y="181620"/>
                </a:lnTo>
                <a:lnTo>
                  <a:pt x="8410" y="183120"/>
                </a:lnTo>
                <a:lnTo>
                  <a:pt x="8410" y="184620"/>
                </a:lnTo>
                <a:lnTo>
                  <a:pt x="8410" y="185907"/>
                </a:lnTo>
                <a:lnTo>
                  <a:pt x="8410" y="187194"/>
                </a:lnTo>
                <a:lnTo>
                  <a:pt x="8410" y="188694"/>
                </a:lnTo>
                <a:lnTo>
                  <a:pt x="8886" y="190194"/>
                </a:lnTo>
                <a:lnTo>
                  <a:pt x="8886" y="191481"/>
                </a:lnTo>
                <a:lnTo>
                  <a:pt x="8886" y="192768"/>
                </a:lnTo>
                <a:lnTo>
                  <a:pt x="8886" y="194268"/>
                </a:lnTo>
                <a:lnTo>
                  <a:pt x="8886" y="195555"/>
                </a:lnTo>
                <a:lnTo>
                  <a:pt x="9203" y="197055"/>
                </a:lnTo>
                <a:lnTo>
                  <a:pt x="9203" y="198342"/>
                </a:lnTo>
                <a:lnTo>
                  <a:pt x="9203" y="199842"/>
                </a:lnTo>
                <a:lnTo>
                  <a:pt x="9203" y="201129"/>
                </a:lnTo>
                <a:lnTo>
                  <a:pt x="9203" y="202416"/>
                </a:lnTo>
                <a:lnTo>
                  <a:pt x="9521" y="203703"/>
                </a:lnTo>
                <a:lnTo>
                  <a:pt x="9521" y="205203"/>
                </a:lnTo>
                <a:lnTo>
                  <a:pt x="9521" y="206489"/>
                </a:lnTo>
                <a:lnTo>
                  <a:pt x="9521" y="207989"/>
                </a:lnTo>
                <a:lnTo>
                  <a:pt x="9521" y="209276"/>
                </a:lnTo>
                <a:lnTo>
                  <a:pt x="9997" y="210563"/>
                </a:lnTo>
                <a:lnTo>
                  <a:pt x="9997" y="211850"/>
                </a:lnTo>
                <a:lnTo>
                  <a:pt x="9997" y="213350"/>
                </a:lnTo>
                <a:lnTo>
                  <a:pt x="9997" y="214637"/>
                </a:lnTo>
                <a:lnTo>
                  <a:pt x="10314" y="216137"/>
                </a:lnTo>
                <a:lnTo>
                  <a:pt x="10314" y="217424"/>
                </a:lnTo>
                <a:lnTo>
                  <a:pt x="10314" y="218711"/>
                </a:lnTo>
                <a:lnTo>
                  <a:pt x="10314" y="219998"/>
                </a:lnTo>
                <a:lnTo>
                  <a:pt x="10314" y="221285"/>
                </a:lnTo>
                <a:lnTo>
                  <a:pt x="10314" y="222572"/>
                </a:lnTo>
                <a:lnTo>
                  <a:pt x="10314" y="224072"/>
                </a:lnTo>
                <a:lnTo>
                  <a:pt x="10314" y="225359"/>
                </a:lnTo>
                <a:lnTo>
                  <a:pt x="10314" y="226646"/>
                </a:lnTo>
                <a:lnTo>
                  <a:pt x="10314" y="227933"/>
                </a:lnTo>
                <a:lnTo>
                  <a:pt x="10790" y="229433"/>
                </a:lnTo>
                <a:lnTo>
                  <a:pt x="10790" y="230720"/>
                </a:lnTo>
                <a:lnTo>
                  <a:pt x="10790" y="231794"/>
                </a:lnTo>
                <a:lnTo>
                  <a:pt x="10790" y="233081"/>
                </a:lnTo>
                <a:lnTo>
                  <a:pt x="10790" y="234581"/>
                </a:lnTo>
                <a:lnTo>
                  <a:pt x="11108" y="235868"/>
                </a:lnTo>
                <a:lnTo>
                  <a:pt x="11108" y="237155"/>
                </a:lnTo>
                <a:lnTo>
                  <a:pt x="11108" y="238441"/>
                </a:lnTo>
                <a:lnTo>
                  <a:pt x="11108" y="239728"/>
                </a:lnTo>
                <a:lnTo>
                  <a:pt x="11425" y="241015"/>
                </a:lnTo>
                <a:lnTo>
                  <a:pt x="11425" y="242515"/>
                </a:lnTo>
                <a:lnTo>
                  <a:pt x="11425" y="243589"/>
                </a:lnTo>
                <a:lnTo>
                  <a:pt x="11425" y="244867"/>
                </a:lnTo>
                <a:lnTo>
                  <a:pt x="11425" y="246154"/>
                </a:lnTo>
                <a:lnTo>
                  <a:pt x="11901" y="247441"/>
                </a:lnTo>
                <a:lnTo>
                  <a:pt x="11901" y="248728"/>
                </a:lnTo>
                <a:lnTo>
                  <a:pt x="11901" y="250015"/>
                </a:lnTo>
                <a:lnTo>
                  <a:pt x="11901" y="251302"/>
                </a:lnTo>
                <a:lnTo>
                  <a:pt x="11901" y="252589"/>
                </a:lnTo>
                <a:lnTo>
                  <a:pt x="12218" y="253876"/>
                </a:lnTo>
                <a:lnTo>
                  <a:pt x="12218" y="255163"/>
                </a:lnTo>
                <a:lnTo>
                  <a:pt x="12218" y="256450"/>
                </a:lnTo>
                <a:lnTo>
                  <a:pt x="12218" y="257737"/>
                </a:lnTo>
                <a:lnTo>
                  <a:pt x="12218" y="259024"/>
                </a:lnTo>
                <a:lnTo>
                  <a:pt x="12694" y="260098"/>
                </a:lnTo>
                <a:lnTo>
                  <a:pt x="12694" y="261385"/>
                </a:lnTo>
                <a:lnTo>
                  <a:pt x="12694" y="262459"/>
                </a:lnTo>
                <a:lnTo>
                  <a:pt x="12694" y="263737"/>
                </a:lnTo>
                <a:lnTo>
                  <a:pt x="12694" y="265024"/>
                </a:lnTo>
                <a:lnTo>
                  <a:pt x="12694" y="266311"/>
                </a:lnTo>
                <a:lnTo>
                  <a:pt x="12694" y="267598"/>
                </a:lnTo>
                <a:lnTo>
                  <a:pt x="12694" y="268885"/>
                </a:lnTo>
                <a:lnTo>
                  <a:pt x="12694" y="269959"/>
                </a:lnTo>
                <a:lnTo>
                  <a:pt x="13012" y="271246"/>
                </a:lnTo>
                <a:lnTo>
                  <a:pt x="13012" y="272533"/>
                </a:lnTo>
                <a:lnTo>
                  <a:pt x="13012" y="273819"/>
                </a:lnTo>
                <a:lnTo>
                  <a:pt x="13012" y="274893"/>
                </a:lnTo>
                <a:lnTo>
                  <a:pt x="13012" y="276180"/>
                </a:lnTo>
                <a:lnTo>
                  <a:pt x="13488" y="277467"/>
                </a:lnTo>
                <a:lnTo>
                  <a:pt x="13488" y="278754"/>
                </a:lnTo>
                <a:lnTo>
                  <a:pt x="13488" y="279819"/>
                </a:lnTo>
                <a:lnTo>
                  <a:pt x="13488" y="281106"/>
                </a:lnTo>
                <a:lnTo>
                  <a:pt x="13488" y="282393"/>
                </a:lnTo>
                <a:lnTo>
                  <a:pt x="13805" y="283467"/>
                </a:lnTo>
                <a:lnTo>
                  <a:pt x="13805" y="284754"/>
                </a:lnTo>
                <a:lnTo>
                  <a:pt x="13805" y="285828"/>
                </a:lnTo>
                <a:lnTo>
                  <a:pt x="13805" y="287115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4289253" y="4053471"/>
            <a:ext cx="13329" cy="181398"/>
          </a:xfrm>
          <a:custGeom>
            <a:avLst/>
            <a:gdLst/>
            <a:ahLst/>
            <a:cxnLst/>
            <a:rect l="l" t="t" r="r" b="b"/>
            <a:pathLst>
              <a:path w="13329" h="181398">
                <a:moveTo>
                  <a:pt x="0" y="0"/>
                </a:moveTo>
                <a:lnTo>
                  <a:pt x="317" y="1286"/>
                </a:lnTo>
                <a:lnTo>
                  <a:pt x="317" y="2360"/>
                </a:lnTo>
                <a:lnTo>
                  <a:pt x="317" y="3638"/>
                </a:lnTo>
                <a:lnTo>
                  <a:pt x="317" y="4712"/>
                </a:lnTo>
                <a:lnTo>
                  <a:pt x="317" y="5999"/>
                </a:lnTo>
                <a:lnTo>
                  <a:pt x="793" y="7073"/>
                </a:lnTo>
                <a:lnTo>
                  <a:pt x="793" y="8360"/>
                </a:lnTo>
                <a:lnTo>
                  <a:pt x="793" y="9434"/>
                </a:lnTo>
                <a:lnTo>
                  <a:pt x="793" y="10721"/>
                </a:lnTo>
                <a:lnTo>
                  <a:pt x="793" y="11795"/>
                </a:lnTo>
                <a:lnTo>
                  <a:pt x="793" y="13073"/>
                </a:lnTo>
                <a:lnTo>
                  <a:pt x="793" y="14147"/>
                </a:lnTo>
                <a:lnTo>
                  <a:pt x="793" y="15221"/>
                </a:lnTo>
                <a:lnTo>
                  <a:pt x="793" y="16508"/>
                </a:lnTo>
                <a:lnTo>
                  <a:pt x="793" y="17582"/>
                </a:lnTo>
                <a:lnTo>
                  <a:pt x="1110" y="18656"/>
                </a:lnTo>
                <a:lnTo>
                  <a:pt x="1110" y="19943"/>
                </a:lnTo>
                <a:lnTo>
                  <a:pt x="1110" y="21008"/>
                </a:lnTo>
                <a:lnTo>
                  <a:pt x="1110" y="22082"/>
                </a:lnTo>
                <a:lnTo>
                  <a:pt x="1586" y="23369"/>
                </a:lnTo>
                <a:lnTo>
                  <a:pt x="1586" y="24443"/>
                </a:lnTo>
                <a:lnTo>
                  <a:pt x="1586" y="25517"/>
                </a:lnTo>
                <a:lnTo>
                  <a:pt x="1586" y="26591"/>
                </a:lnTo>
                <a:lnTo>
                  <a:pt x="1586" y="27869"/>
                </a:lnTo>
                <a:lnTo>
                  <a:pt x="1904" y="28943"/>
                </a:lnTo>
                <a:lnTo>
                  <a:pt x="1904" y="30017"/>
                </a:lnTo>
                <a:lnTo>
                  <a:pt x="1904" y="31091"/>
                </a:lnTo>
                <a:lnTo>
                  <a:pt x="1904" y="32378"/>
                </a:lnTo>
                <a:lnTo>
                  <a:pt x="1904" y="33451"/>
                </a:lnTo>
                <a:lnTo>
                  <a:pt x="2221" y="34517"/>
                </a:lnTo>
                <a:lnTo>
                  <a:pt x="2221" y="35591"/>
                </a:lnTo>
                <a:lnTo>
                  <a:pt x="2221" y="36877"/>
                </a:lnTo>
                <a:lnTo>
                  <a:pt x="2221" y="37951"/>
                </a:lnTo>
                <a:lnTo>
                  <a:pt x="2221" y="39025"/>
                </a:lnTo>
                <a:lnTo>
                  <a:pt x="2697" y="40099"/>
                </a:lnTo>
                <a:lnTo>
                  <a:pt x="2697" y="41164"/>
                </a:lnTo>
                <a:lnTo>
                  <a:pt x="2697" y="42238"/>
                </a:lnTo>
                <a:lnTo>
                  <a:pt x="2697" y="43312"/>
                </a:lnTo>
                <a:lnTo>
                  <a:pt x="2697" y="44386"/>
                </a:lnTo>
                <a:lnTo>
                  <a:pt x="2697" y="45451"/>
                </a:lnTo>
                <a:lnTo>
                  <a:pt x="2697" y="46525"/>
                </a:lnTo>
                <a:lnTo>
                  <a:pt x="2697" y="47599"/>
                </a:lnTo>
                <a:lnTo>
                  <a:pt x="2697" y="48673"/>
                </a:lnTo>
                <a:lnTo>
                  <a:pt x="3015" y="49747"/>
                </a:lnTo>
                <a:lnTo>
                  <a:pt x="3015" y="51034"/>
                </a:lnTo>
                <a:lnTo>
                  <a:pt x="3015" y="52099"/>
                </a:lnTo>
                <a:lnTo>
                  <a:pt x="3015" y="53173"/>
                </a:lnTo>
                <a:lnTo>
                  <a:pt x="3015" y="54247"/>
                </a:lnTo>
                <a:lnTo>
                  <a:pt x="3491" y="55321"/>
                </a:lnTo>
                <a:lnTo>
                  <a:pt x="3491" y="56173"/>
                </a:lnTo>
                <a:lnTo>
                  <a:pt x="3491" y="57247"/>
                </a:lnTo>
                <a:lnTo>
                  <a:pt x="3491" y="58321"/>
                </a:lnTo>
                <a:lnTo>
                  <a:pt x="3491" y="59395"/>
                </a:lnTo>
                <a:lnTo>
                  <a:pt x="3808" y="60469"/>
                </a:lnTo>
                <a:lnTo>
                  <a:pt x="3808" y="61534"/>
                </a:lnTo>
                <a:lnTo>
                  <a:pt x="3808" y="62608"/>
                </a:lnTo>
                <a:lnTo>
                  <a:pt x="3808" y="63682"/>
                </a:lnTo>
                <a:lnTo>
                  <a:pt x="4284" y="64543"/>
                </a:lnTo>
                <a:lnTo>
                  <a:pt x="4284" y="65608"/>
                </a:lnTo>
                <a:lnTo>
                  <a:pt x="4284" y="66682"/>
                </a:lnTo>
                <a:lnTo>
                  <a:pt x="4284" y="67756"/>
                </a:lnTo>
                <a:lnTo>
                  <a:pt x="4284" y="68616"/>
                </a:lnTo>
                <a:lnTo>
                  <a:pt x="4601" y="69903"/>
                </a:lnTo>
                <a:lnTo>
                  <a:pt x="4601" y="70755"/>
                </a:lnTo>
                <a:lnTo>
                  <a:pt x="4601" y="71829"/>
                </a:lnTo>
                <a:lnTo>
                  <a:pt x="4601" y="72903"/>
                </a:lnTo>
                <a:lnTo>
                  <a:pt x="4601" y="73755"/>
                </a:lnTo>
                <a:lnTo>
                  <a:pt x="4919" y="74829"/>
                </a:lnTo>
                <a:lnTo>
                  <a:pt x="4919" y="75690"/>
                </a:lnTo>
                <a:lnTo>
                  <a:pt x="4919" y="76977"/>
                </a:lnTo>
                <a:lnTo>
                  <a:pt x="4919" y="77829"/>
                </a:lnTo>
                <a:lnTo>
                  <a:pt x="4919" y="78903"/>
                </a:lnTo>
                <a:lnTo>
                  <a:pt x="4919" y="79764"/>
                </a:lnTo>
                <a:lnTo>
                  <a:pt x="4919" y="80838"/>
                </a:lnTo>
                <a:lnTo>
                  <a:pt x="4919" y="81690"/>
                </a:lnTo>
                <a:lnTo>
                  <a:pt x="4919" y="82764"/>
                </a:lnTo>
                <a:lnTo>
                  <a:pt x="5395" y="83838"/>
                </a:lnTo>
                <a:lnTo>
                  <a:pt x="5395" y="84699"/>
                </a:lnTo>
                <a:lnTo>
                  <a:pt x="5395" y="85764"/>
                </a:lnTo>
                <a:lnTo>
                  <a:pt x="5395" y="86625"/>
                </a:lnTo>
                <a:lnTo>
                  <a:pt x="5395" y="87486"/>
                </a:lnTo>
                <a:lnTo>
                  <a:pt x="5712" y="88773"/>
                </a:lnTo>
                <a:lnTo>
                  <a:pt x="5712" y="89625"/>
                </a:lnTo>
                <a:lnTo>
                  <a:pt x="5712" y="90486"/>
                </a:lnTo>
                <a:lnTo>
                  <a:pt x="5712" y="91560"/>
                </a:lnTo>
                <a:lnTo>
                  <a:pt x="5712" y="92412"/>
                </a:lnTo>
                <a:lnTo>
                  <a:pt x="6188" y="93486"/>
                </a:lnTo>
                <a:lnTo>
                  <a:pt x="6188" y="94347"/>
                </a:lnTo>
                <a:lnTo>
                  <a:pt x="6188" y="95421"/>
                </a:lnTo>
                <a:lnTo>
                  <a:pt x="6188" y="96273"/>
                </a:lnTo>
                <a:lnTo>
                  <a:pt x="6188" y="97134"/>
                </a:lnTo>
                <a:lnTo>
                  <a:pt x="6506" y="98208"/>
                </a:lnTo>
                <a:lnTo>
                  <a:pt x="6506" y="99060"/>
                </a:lnTo>
                <a:lnTo>
                  <a:pt x="6506" y="99921"/>
                </a:lnTo>
                <a:lnTo>
                  <a:pt x="6506" y="100995"/>
                </a:lnTo>
                <a:lnTo>
                  <a:pt x="6823" y="101847"/>
                </a:lnTo>
                <a:lnTo>
                  <a:pt x="6823" y="102921"/>
                </a:lnTo>
                <a:lnTo>
                  <a:pt x="6823" y="103781"/>
                </a:lnTo>
                <a:lnTo>
                  <a:pt x="6823" y="104634"/>
                </a:lnTo>
                <a:lnTo>
                  <a:pt x="6823" y="105494"/>
                </a:lnTo>
                <a:lnTo>
                  <a:pt x="6823" y="106568"/>
                </a:lnTo>
                <a:lnTo>
                  <a:pt x="6823" y="107420"/>
                </a:lnTo>
                <a:lnTo>
                  <a:pt x="6823" y="108281"/>
                </a:lnTo>
                <a:lnTo>
                  <a:pt x="6823" y="109142"/>
                </a:lnTo>
                <a:lnTo>
                  <a:pt x="6823" y="109994"/>
                </a:lnTo>
                <a:lnTo>
                  <a:pt x="7299" y="111068"/>
                </a:lnTo>
                <a:lnTo>
                  <a:pt x="7299" y="111929"/>
                </a:lnTo>
                <a:lnTo>
                  <a:pt x="7299" y="112781"/>
                </a:lnTo>
                <a:lnTo>
                  <a:pt x="7299" y="113642"/>
                </a:lnTo>
                <a:lnTo>
                  <a:pt x="7299" y="114716"/>
                </a:lnTo>
                <a:lnTo>
                  <a:pt x="7616" y="115355"/>
                </a:lnTo>
                <a:lnTo>
                  <a:pt x="7616" y="116216"/>
                </a:lnTo>
                <a:lnTo>
                  <a:pt x="7616" y="117077"/>
                </a:lnTo>
                <a:lnTo>
                  <a:pt x="7616" y="118142"/>
                </a:lnTo>
                <a:lnTo>
                  <a:pt x="8093" y="119003"/>
                </a:lnTo>
                <a:lnTo>
                  <a:pt x="8093" y="119642"/>
                </a:lnTo>
                <a:lnTo>
                  <a:pt x="8093" y="120716"/>
                </a:lnTo>
                <a:lnTo>
                  <a:pt x="8093" y="121577"/>
                </a:lnTo>
                <a:lnTo>
                  <a:pt x="8093" y="122438"/>
                </a:lnTo>
                <a:lnTo>
                  <a:pt x="8410" y="123077"/>
                </a:lnTo>
                <a:lnTo>
                  <a:pt x="8410" y="124151"/>
                </a:lnTo>
                <a:lnTo>
                  <a:pt x="8410" y="125003"/>
                </a:lnTo>
                <a:lnTo>
                  <a:pt x="8410" y="125864"/>
                </a:lnTo>
                <a:lnTo>
                  <a:pt x="8410" y="126512"/>
                </a:lnTo>
                <a:lnTo>
                  <a:pt x="8727" y="127577"/>
                </a:lnTo>
                <a:lnTo>
                  <a:pt x="8727" y="128225"/>
                </a:lnTo>
                <a:lnTo>
                  <a:pt x="8727" y="129077"/>
                </a:lnTo>
                <a:lnTo>
                  <a:pt x="8727" y="130151"/>
                </a:lnTo>
                <a:lnTo>
                  <a:pt x="8727" y="130799"/>
                </a:lnTo>
                <a:lnTo>
                  <a:pt x="9203" y="131651"/>
                </a:lnTo>
                <a:lnTo>
                  <a:pt x="9203" y="132512"/>
                </a:lnTo>
                <a:lnTo>
                  <a:pt x="9203" y="133373"/>
                </a:lnTo>
                <a:lnTo>
                  <a:pt x="9203" y="134012"/>
                </a:lnTo>
                <a:lnTo>
                  <a:pt x="9203" y="134873"/>
                </a:lnTo>
                <a:lnTo>
                  <a:pt x="9203" y="135725"/>
                </a:lnTo>
                <a:lnTo>
                  <a:pt x="9203" y="136586"/>
                </a:lnTo>
                <a:lnTo>
                  <a:pt x="9203" y="137225"/>
                </a:lnTo>
                <a:lnTo>
                  <a:pt x="9203" y="138299"/>
                </a:lnTo>
                <a:lnTo>
                  <a:pt x="9521" y="138946"/>
                </a:lnTo>
                <a:lnTo>
                  <a:pt x="9521" y="139585"/>
                </a:lnTo>
                <a:lnTo>
                  <a:pt x="9521" y="140659"/>
                </a:lnTo>
                <a:lnTo>
                  <a:pt x="9521" y="141307"/>
                </a:lnTo>
                <a:lnTo>
                  <a:pt x="9521" y="141946"/>
                </a:lnTo>
                <a:lnTo>
                  <a:pt x="9997" y="143020"/>
                </a:lnTo>
                <a:lnTo>
                  <a:pt x="9997" y="143659"/>
                </a:lnTo>
                <a:lnTo>
                  <a:pt x="9997" y="144307"/>
                </a:lnTo>
                <a:lnTo>
                  <a:pt x="9997" y="145381"/>
                </a:lnTo>
                <a:lnTo>
                  <a:pt x="9997" y="146020"/>
                </a:lnTo>
                <a:lnTo>
                  <a:pt x="10314" y="146668"/>
                </a:lnTo>
                <a:lnTo>
                  <a:pt x="10314" y="147520"/>
                </a:lnTo>
                <a:lnTo>
                  <a:pt x="10314" y="148381"/>
                </a:lnTo>
                <a:lnTo>
                  <a:pt x="10314" y="149020"/>
                </a:lnTo>
                <a:lnTo>
                  <a:pt x="10790" y="149881"/>
                </a:lnTo>
                <a:lnTo>
                  <a:pt x="10790" y="150520"/>
                </a:lnTo>
                <a:lnTo>
                  <a:pt x="10790" y="151381"/>
                </a:lnTo>
                <a:lnTo>
                  <a:pt x="10790" y="152020"/>
                </a:lnTo>
                <a:lnTo>
                  <a:pt x="10790" y="152668"/>
                </a:lnTo>
                <a:lnTo>
                  <a:pt x="11108" y="153742"/>
                </a:lnTo>
                <a:lnTo>
                  <a:pt x="11108" y="154381"/>
                </a:lnTo>
                <a:lnTo>
                  <a:pt x="11108" y="155029"/>
                </a:lnTo>
                <a:lnTo>
                  <a:pt x="11108" y="155881"/>
                </a:lnTo>
                <a:lnTo>
                  <a:pt x="11108" y="156529"/>
                </a:lnTo>
                <a:lnTo>
                  <a:pt x="11108" y="157168"/>
                </a:lnTo>
                <a:lnTo>
                  <a:pt x="11108" y="158029"/>
                </a:lnTo>
                <a:lnTo>
                  <a:pt x="11108" y="158668"/>
                </a:lnTo>
                <a:lnTo>
                  <a:pt x="11108" y="159529"/>
                </a:lnTo>
                <a:lnTo>
                  <a:pt x="11108" y="160177"/>
                </a:lnTo>
                <a:lnTo>
                  <a:pt x="11425" y="160816"/>
                </a:lnTo>
                <a:lnTo>
                  <a:pt x="11425" y="161455"/>
                </a:lnTo>
                <a:lnTo>
                  <a:pt x="11425" y="162103"/>
                </a:lnTo>
                <a:lnTo>
                  <a:pt x="11425" y="162964"/>
                </a:lnTo>
                <a:lnTo>
                  <a:pt x="11901" y="163603"/>
                </a:lnTo>
                <a:lnTo>
                  <a:pt x="11901" y="164251"/>
                </a:lnTo>
                <a:lnTo>
                  <a:pt x="11901" y="165103"/>
                </a:lnTo>
                <a:lnTo>
                  <a:pt x="11901" y="165751"/>
                </a:lnTo>
                <a:lnTo>
                  <a:pt x="11901" y="166390"/>
                </a:lnTo>
                <a:lnTo>
                  <a:pt x="12218" y="167038"/>
                </a:lnTo>
                <a:lnTo>
                  <a:pt x="12218" y="167890"/>
                </a:lnTo>
                <a:lnTo>
                  <a:pt x="12218" y="168538"/>
                </a:lnTo>
                <a:lnTo>
                  <a:pt x="12218" y="168964"/>
                </a:lnTo>
                <a:lnTo>
                  <a:pt x="12218" y="169825"/>
                </a:lnTo>
                <a:lnTo>
                  <a:pt x="12694" y="170464"/>
                </a:lnTo>
                <a:lnTo>
                  <a:pt x="12694" y="171111"/>
                </a:lnTo>
                <a:lnTo>
                  <a:pt x="12694" y="171751"/>
                </a:lnTo>
                <a:lnTo>
                  <a:pt x="12694" y="172611"/>
                </a:lnTo>
                <a:lnTo>
                  <a:pt x="12694" y="173037"/>
                </a:lnTo>
                <a:lnTo>
                  <a:pt x="13012" y="173685"/>
                </a:lnTo>
                <a:lnTo>
                  <a:pt x="13012" y="174537"/>
                </a:lnTo>
                <a:lnTo>
                  <a:pt x="13012" y="174963"/>
                </a:lnTo>
                <a:lnTo>
                  <a:pt x="13012" y="175824"/>
                </a:lnTo>
                <a:lnTo>
                  <a:pt x="13329" y="176250"/>
                </a:lnTo>
                <a:lnTo>
                  <a:pt x="13329" y="177111"/>
                </a:lnTo>
                <a:lnTo>
                  <a:pt x="13329" y="177537"/>
                </a:lnTo>
                <a:lnTo>
                  <a:pt x="13329" y="178398"/>
                </a:lnTo>
                <a:lnTo>
                  <a:pt x="13329" y="178824"/>
                </a:lnTo>
                <a:lnTo>
                  <a:pt x="13329" y="179685"/>
                </a:lnTo>
                <a:lnTo>
                  <a:pt x="13329" y="180111"/>
                </a:lnTo>
                <a:lnTo>
                  <a:pt x="13329" y="180759"/>
                </a:lnTo>
                <a:lnTo>
                  <a:pt x="13329" y="181398"/>
                </a:lnTo>
              </a:path>
            </a:pathLst>
          </a:custGeom>
          <a:ln w="194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4302582" y="4234870"/>
            <a:ext cx="13805" cy="60256"/>
          </a:xfrm>
          <a:custGeom>
            <a:avLst/>
            <a:gdLst/>
            <a:ahLst/>
            <a:cxnLst/>
            <a:rect l="l" t="t" r="r" b="b"/>
            <a:pathLst>
              <a:path w="13805" h="60256">
                <a:moveTo>
                  <a:pt x="0" y="0"/>
                </a:moveTo>
                <a:lnTo>
                  <a:pt x="0" y="647"/>
                </a:lnTo>
                <a:lnTo>
                  <a:pt x="476" y="1286"/>
                </a:lnTo>
                <a:lnTo>
                  <a:pt x="476" y="1721"/>
                </a:lnTo>
                <a:lnTo>
                  <a:pt x="476" y="2360"/>
                </a:lnTo>
                <a:lnTo>
                  <a:pt x="476" y="2999"/>
                </a:lnTo>
                <a:lnTo>
                  <a:pt x="476" y="3647"/>
                </a:lnTo>
                <a:lnTo>
                  <a:pt x="793" y="4073"/>
                </a:lnTo>
                <a:lnTo>
                  <a:pt x="793" y="4721"/>
                </a:lnTo>
                <a:lnTo>
                  <a:pt x="793" y="5360"/>
                </a:lnTo>
                <a:lnTo>
                  <a:pt x="793" y="6008"/>
                </a:lnTo>
                <a:lnTo>
                  <a:pt x="1269" y="6647"/>
                </a:lnTo>
                <a:lnTo>
                  <a:pt x="1269" y="7073"/>
                </a:lnTo>
                <a:lnTo>
                  <a:pt x="1269" y="7721"/>
                </a:lnTo>
                <a:lnTo>
                  <a:pt x="1269" y="8360"/>
                </a:lnTo>
                <a:lnTo>
                  <a:pt x="1269" y="9008"/>
                </a:lnTo>
                <a:lnTo>
                  <a:pt x="1586" y="9434"/>
                </a:lnTo>
                <a:lnTo>
                  <a:pt x="1586" y="10082"/>
                </a:lnTo>
                <a:lnTo>
                  <a:pt x="1586" y="10508"/>
                </a:lnTo>
                <a:lnTo>
                  <a:pt x="1586" y="11147"/>
                </a:lnTo>
                <a:lnTo>
                  <a:pt x="1586" y="11582"/>
                </a:lnTo>
                <a:lnTo>
                  <a:pt x="2062" y="12221"/>
                </a:lnTo>
                <a:lnTo>
                  <a:pt x="2062" y="12656"/>
                </a:lnTo>
                <a:lnTo>
                  <a:pt x="2062" y="13295"/>
                </a:lnTo>
                <a:lnTo>
                  <a:pt x="2062" y="13721"/>
                </a:lnTo>
                <a:lnTo>
                  <a:pt x="2062" y="14369"/>
                </a:lnTo>
                <a:lnTo>
                  <a:pt x="2062" y="14795"/>
                </a:lnTo>
                <a:lnTo>
                  <a:pt x="2062" y="15443"/>
                </a:lnTo>
                <a:lnTo>
                  <a:pt x="2062" y="16082"/>
                </a:lnTo>
                <a:lnTo>
                  <a:pt x="2062" y="16508"/>
                </a:lnTo>
                <a:lnTo>
                  <a:pt x="2380" y="17156"/>
                </a:lnTo>
                <a:lnTo>
                  <a:pt x="2380" y="17582"/>
                </a:lnTo>
                <a:lnTo>
                  <a:pt x="2380" y="18230"/>
                </a:lnTo>
                <a:lnTo>
                  <a:pt x="2380" y="18656"/>
                </a:lnTo>
                <a:lnTo>
                  <a:pt x="2380" y="19082"/>
                </a:lnTo>
                <a:lnTo>
                  <a:pt x="2697" y="19517"/>
                </a:lnTo>
                <a:lnTo>
                  <a:pt x="2697" y="20156"/>
                </a:lnTo>
                <a:lnTo>
                  <a:pt x="2697" y="20804"/>
                </a:lnTo>
                <a:lnTo>
                  <a:pt x="2697" y="21017"/>
                </a:lnTo>
                <a:lnTo>
                  <a:pt x="2697" y="21656"/>
                </a:lnTo>
                <a:lnTo>
                  <a:pt x="3173" y="22091"/>
                </a:lnTo>
                <a:lnTo>
                  <a:pt x="3173" y="22730"/>
                </a:lnTo>
                <a:lnTo>
                  <a:pt x="3173" y="23156"/>
                </a:lnTo>
                <a:lnTo>
                  <a:pt x="3173" y="23591"/>
                </a:lnTo>
                <a:lnTo>
                  <a:pt x="3173" y="24230"/>
                </a:lnTo>
                <a:lnTo>
                  <a:pt x="3491" y="24443"/>
                </a:lnTo>
                <a:lnTo>
                  <a:pt x="3491" y="25091"/>
                </a:lnTo>
                <a:lnTo>
                  <a:pt x="3491" y="25517"/>
                </a:lnTo>
                <a:lnTo>
                  <a:pt x="3491" y="25943"/>
                </a:lnTo>
                <a:lnTo>
                  <a:pt x="3967" y="26591"/>
                </a:lnTo>
                <a:lnTo>
                  <a:pt x="3967" y="26804"/>
                </a:lnTo>
                <a:lnTo>
                  <a:pt x="3967" y="27452"/>
                </a:lnTo>
                <a:lnTo>
                  <a:pt x="3967" y="27878"/>
                </a:lnTo>
                <a:lnTo>
                  <a:pt x="3967" y="28304"/>
                </a:lnTo>
                <a:lnTo>
                  <a:pt x="4284" y="28739"/>
                </a:lnTo>
                <a:lnTo>
                  <a:pt x="4284" y="29165"/>
                </a:lnTo>
                <a:lnTo>
                  <a:pt x="4284" y="29591"/>
                </a:lnTo>
                <a:lnTo>
                  <a:pt x="4284" y="30026"/>
                </a:lnTo>
                <a:lnTo>
                  <a:pt x="4284" y="30452"/>
                </a:lnTo>
                <a:lnTo>
                  <a:pt x="4284" y="30878"/>
                </a:lnTo>
                <a:lnTo>
                  <a:pt x="4284" y="31304"/>
                </a:lnTo>
                <a:lnTo>
                  <a:pt x="4284" y="31739"/>
                </a:lnTo>
                <a:lnTo>
                  <a:pt x="4284" y="32165"/>
                </a:lnTo>
                <a:lnTo>
                  <a:pt x="4284" y="32591"/>
                </a:lnTo>
                <a:lnTo>
                  <a:pt x="4601" y="33025"/>
                </a:lnTo>
                <a:lnTo>
                  <a:pt x="4601" y="33451"/>
                </a:lnTo>
                <a:lnTo>
                  <a:pt x="4601" y="33665"/>
                </a:lnTo>
                <a:lnTo>
                  <a:pt x="4601" y="34312"/>
                </a:lnTo>
                <a:lnTo>
                  <a:pt x="5077" y="34738"/>
                </a:lnTo>
                <a:lnTo>
                  <a:pt x="5077" y="34951"/>
                </a:lnTo>
                <a:lnTo>
                  <a:pt x="5077" y="35377"/>
                </a:lnTo>
                <a:lnTo>
                  <a:pt x="5077" y="36025"/>
                </a:lnTo>
                <a:lnTo>
                  <a:pt x="5077" y="36238"/>
                </a:lnTo>
                <a:lnTo>
                  <a:pt x="5395" y="36664"/>
                </a:lnTo>
                <a:lnTo>
                  <a:pt x="5395" y="37099"/>
                </a:lnTo>
                <a:lnTo>
                  <a:pt x="5395" y="37312"/>
                </a:lnTo>
                <a:lnTo>
                  <a:pt x="5395" y="37738"/>
                </a:lnTo>
                <a:lnTo>
                  <a:pt x="5395" y="38173"/>
                </a:lnTo>
                <a:lnTo>
                  <a:pt x="5871" y="38386"/>
                </a:lnTo>
                <a:lnTo>
                  <a:pt x="5871" y="38812"/>
                </a:lnTo>
                <a:lnTo>
                  <a:pt x="5871" y="39238"/>
                </a:lnTo>
                <a:lnTo>
                  <a:pt x="5871" y="39673"/>
                </a:lnTo>
                <a:lnTo>
                  <a:pt x="5871" y="39886"/>
                </a:lnTo>
                <a:lnTo>
                  <a:pt x="6188" y="40312"/>
                </a:lnTo>
                <a:lnTo>
                  <a:pt x="6188" y="40738"/>
                </a:lnTo>
                <a:lnTo>
                  <a:pt x="6188" y="40960"/>
                </a:lnTo>
                <a:lnTo>
                  <a:pt x="6188" y="41386"/>
                </a:lnTo>
                <a:lnTo>
                  <a:pt x="6188" y="41812"/>
                </a:lnTo>
                <a:lnTo>
                  <a:pt x="6188" y="42025"/>
                </a:lnTo>
                <a:lnTo>
                  <a:pt x="6188" y="42460"/>
                </a:lnTo>
                <a:lnTo>
                  <a:pt x="6188" y="42886"/>
                </a:lnTo>
                <a:lnTo>
                  <a:pt x="6188" y="43099"/>
                </a:lnTo>
                <a:lnTo>
                  <a:pt x="6664" y="43312"/>
                </a:lnTo>
                <a:lnTo>
                  <a:pt x="6664" y="43747"/>
                </a:lnTo>
                <a:lnTo>
                  <a:pt x="6664" y="44173"/>
                </a:lnTo>
                <a:lnTo>
                  <a:pt x="6664" y="44386"/>
                </a:lnTo>
                <a:lnTo>
                  <a:pt x="6664" y="44599"/>
                </a:lnTo>
                <a:lnTo>
                  <a:pt x="6982" y="45034"/>
                </a:lnTo>
                <a:lnTo>
                  <a:pt x="6982" y="45460"/>
                </a:lnTo>
                <a:lnTo>
                  <a:pt x="6982" y="45886"/>
                </a:lnTo>
                <a:lnTo>
                  <a:pt x="6982" y="46321"/>
                </a:lnTo>
                <a:lnTo>
                  <a:pt x="7299" y="46534"/>
                </a:lnTo>
                <a:lnTo>
                  <a:pt x="7299" y="46747"/>
                </a:lnTo>
                <a:lnTo>
                  <a:pt x="7299" y="47173"/>
                </a:lnTo>
                <a:lnTo>
                  <a:pt x="7299" y="47386"/>
                </a:lnTo>
                <a:lnTo>
                  <a:pt x="7299" y="47821"/>
                </a:lnTo>
                <a:lnTo>
                  <a:pt x="7775" y="47821"/>
                </a:lnTo>
                <a:lnTo>
                  <a:pt x="7775" y="48247"/>
                </a:lnTo>
                <a:lnTo>
                  <a:pt x="7775" y="48460"/>
                </a:lnTo>
                <a:lnTo>
                  <a:pt x="7775" y="48886"/>
                </a:lnTo>
                <a:lnTo>
                  <a:pt x="8093" y="49108"/>
                </a:lnTo>
                <a:lnTo>
                  <a:pt x="8093" y="49321"/>
                </a:lnTo>
                <a:lnTo>
                  <a:pt x="8093" y="49534"/>
                </a:lnTo>
                <a:lnTo>
                  <a:pt x="8093" y="49960"/>
                </a:lnTo>
                <a:lnTo>
                  <a:pt x="8093" y="50173"/>
                </a:lnTo>
                <a:lnTo>
                  <a:pt x="8569" y="50173"/>
                </a:lnTo>
                <a:lnTo>
                  <a:pt x="8569" y="50608"/>
                </a:lnTo>
                <a:lnTo>
                  <a:pt x="8569" y="50821"/>
                </a:lnTo>
                <a:lnTo>
                  <a:pt x="8569" y="51247"/>
                </a:lnTo>
                <a:lnTo>
                  <a:pt x="8569" y="51460"/>
                </a:lnTo>
                <a:lnTo>
                  <a:pt x="8569" y="51682"/>
                </a:lnTo>
                <a:lnTo>
                  <a:pt x="8569" y="52108"/>
                </a:lnTo>
                <a:lnTo>
                  <a:pt x="8569" y="52321"/>
                </a:lnTo>
                <a:lnTo>
                  <a:pt x="8569" y="52534"/>
                </a:lnTo>
                <a:lnTo>
                  <a:pt x="8886" y="52534"/>
                </a:lnTo>
                <a:lnTo>
                  <a:pt x="8886" y="52960"/>
                </a:lnTo>
                <a:lnTo>
                  <a:pt x="8886" y="53182"/>
                </a:lnTo>
                <a:lnTo>
                  <a:pt x="8886" y="53395"/>
                </a:lnTo>
                <a:lnTo>
                  <a:pt x="9203" y="53608"/>
                </a:lnTo>
                <a:lnTo>
                  <a:pt x="9203" y="53821"/>
                </a:lnTo>
                <a:lnTo>
                  <a:pt x="9203" y="54034"/>
                </a:lnTo>
                <a:lnTo>
                  <a:pt x="9203" y="54469"/>
                </a:lnTo>
                <a:lnTo>
                  <a:pt x="9679" y="54682"/>
                </a:lnTo>
                <a:lnTo>
                  <a:pt x="9679" y="54895"/>
                </a:lnTo>
                <a:lnTo>
                  <a:pt x="9679" y="55108"/>
                </a:lnTo>
                <a:lnTo>
                  <a:pt x="9679" y="55321"/>
                </a:lnTo>
                <a:lnTo>
                  <a:pt x="9997" y="55534"/>
                </a:lnTo>
                <a:lnTo>
                  <a:pt x="9997" y="55756"/>
                </a:lnTo>
                <a:lnTo>
                  <a:pt x="9997" y="55969"/>
                </a:lnTo>
                <a:lnTo>
                  <a:pt x="9997" y="56182"/>
                </a:lnTo>
                <a:lnTo>
                  <a:pt x="10473" y="56182"/>
                </a:lnTo>
                <a:lnTo>
                  <a:pt x="10473" y="56395"/>
                </a:lnTo>
                <a:lnTo>
                  <a:pt x="10473" y="56608"/>
                </a:lnTo>
                <a:lnTo>
                  <a:pt x="10473" y="56821"/>
                </a:lnTo>
                <a:lnTo>
                  <a:pt x="10473" y="57043"/>
                </a:lnTo>
                <a:lnTo>
                  <a:pt x="10473" y="57256"/>
                </a:lnTo>
                <a:lnTo>
                  <a:pt x="10473" y="57469"/>
                </a:lnTo>
                <a:lnTo>
                  <a:pt x="10790" y="57469"/>
                </a:lnTo>
                <a:lnTo>
                  <a:pt x="10790" y="57682"/>
                </a:lnTo>
                <a:lnTo>
                  <a:pt x="10790" y="57895"/>
                </a:lnTo>
                <a:lnTo>
                  <a:pt x="10790" y="58108"/>
                </a:lnTo>
                <a:lnTo>
                  <a:pt x="11108" y="58321"/>
                </a:lnTo>
                <a:lnTo>
                  <a:pt x="11108" y="58321"/>
                </a:lnTo>
                <a:lnTo>
                  <a:pt x="11108" y="58543"/>
                </a:lnTo>
                <a:lnTo>
                  <a:pt x="11584" y="58756"/>
                </a:lnTo>
                <a:lnTo>
                  <a:pt x="11584" y="58969"/>
                </a:lnTo>
                <a:lnTo>
                  <a:pt x="11901" y="59182"/>
                </a:lnTo>
                <a:lnTo>
                  <a:pt x="11901" y="59395"/>
                </a:lnTo>
                <a:lnTo>
                  <a:pt x="12377" y="59608"/>
                </a:lnTo>
                <a:lnTo>
                  <a:pt x="12377" y="59830"/>
                </a:lnTo>
                <a:lnTo>
                  <a:pt x="12694" y="60043"/>
                </a:lnTo>
                <a:lnTo>
                  <a:pt x="13170" y="60043"/>
                </a:lnTo>
                <a:lnTo>
                  <a:pt x="13170" y="60256"/>
                </a:lnTo>
                <a:lnTo>
                  <a:pt x="13488" y="60256"/>
                </a:lnTo>
                <a:lnTo>
                  <a:pt x="13805" y="60256"/>
                </a:lnTo>
              </a:path>
            </a:pathLst>
          </a:custGeom>
          <a:ln w="191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4316388" y="4229509"/>
            <a:ext cx="13488" cy="65617"/>
          </a:xfrm>
          <a:custGeom>
            <a:avLst/>
            <a:gdLst/>
            <a:ahLst/>
            <a:cxnLst/>
            <a:rect l="l" t="t" r="r" b="b"/>
            <a:pathLst>
              <a:path w="13488" h="65617">
                <a:moveTo>
                  <a:pt x="0" y="65617"/>
                </a:moveTo>
                <a:lnTo>
                  <a:pt x="0" y="65404"/>
                </a:lnTo>
                <a:lnTo>
                  <a:pt x="476" y="65404"/>
                </a:lnTo>
                <a:lnTo>
                  <a:pt x="793" y="65404"/>
                </a:lnTo>
                <a:lnTo>
                  <a:pt x="793" y="65191"/>
                </a:lnTo>
                <a:lnTo>
                  <a:pt x="793" y="64969"/>
                </a:lnTo>
                <a:lnTo>
                  <a:pt x="1269" y="64969"/>
                </a:lnTo>
                <a:lnTo>
                  <a:pt x="1269" y="64756"/>
                </a:lnTo>
                <a:lnTo>
                  <a:pt x="1269" y="64543"/>
                </a:lnTo>
                <a:lnTo>
                  <a:pt x="1586" y="64543"/>
                </a:lnTo>
                <a:lnTo>
                  <a:pt x="1586" y="64330"/>
                </a:lnTo>
                <a:lnTo>
                  <a:pt x="1586" y="64117"/>
                </a:lnTo>
                <a:lnTo>
                  <a:pt x="1904" y="64117"/>
                </a:lnTo>
                <a:lnTo>
                  <a:pt x="1904" y="63904"/>
                </a:lnTo>
                <a:lnTo>
                  <a:pt x="1904" y="63682"/>
                </a:lnTo>
                <a:lnTo>
                  <a:pt x="2380" y="63682"/>
                </a:lnTo>
                <a:lnTo>
                  <a:pt x="2380" y="63469"/>
                </a:lnTo>
                <a:lnTo>
                  <a:pt x="2380" y="63256"/>
                </a:lnTo>
                <a:lnTo>
                  <a:pt x="2380" y="63043"/>
                </a:lnTo>
                <a:lnTo>
                  <a:pt x="2697" y="62830"/>
                </a:lnTo>
                <a:lnTo>
                  <a:pt x="2697" y="62830"/>
                </a:lnTo>
                <a:lnTo>
                  <a:pt x="2697" y="62182"/>
                </a:lnTo>
                <a:lnTo>
                  <a:pt x="2697" y="61969"/>
                </a:lnTo>
                <a:lnTo>
                  <a:pt x="2697" y="61756"/>
                </a:lnTo>
                <a:lnTo>
                  <a:pt x="3173" y="61543"/>
                </a:lnTo>
                <a:lnTo>
                  <a:pt x="3173" y="61330"/>
                </a:lnTo>
                <a:lnTo>
                  <a:pt x="3173" y="61117"/>
                </a:lnTo>
                <a:lnTo>
                  <a:pt x="3491" y="60895"/>
                </a:lnTo>
                <a:lnTo>
                  <a:pt x="3491" y="60682"/>
                </a:lnTo>
                <a:lnTo>
                  <a:pt x="3491" y="60469"/>
                </a:lnTo>
                <a:lnTo>
                  <a:pt x="3491" y="60256"/>
                </a:lnTo>
                <a:lnTo>
                  <a:pt x="3967" y="60043"/>
                </a:lnTo>
                <a:lnTo>
                  <a:pt x="3967" y="59830"/>
                </a:lnTo>
                <a:lnTo>
                  <a:pt x="3967" y="59395"/>
                </a:lnTo>
                <a:lnTo>
                  <a:pt x="3967" y="59182"/>
                </a:lnTo>
                <a:lnTo>
                  <a:pt x="4284" y="58969"/>
                </a:lnTo>
                <a:lnTo>
                  <a:pt x="4284" y="58756"/>
                </a:lnTo>
                <a:lnTo>
                  <a:pt x="4284" y="58543"/>
                </a:lnTo>
                <a:lnTo>
                  <a:pt x="4284" y="58321"/>
                </a:lnTo>
                <a:lnTo>
                  <a:pt x="4601" y="57895"/>
                </a:lnTo>
                <a:lnTo>
                  <a:pt x="4601" y="57682"/>
                </a:lnTo>
                <a:lnTo>
                  <a:pt x="4601" y="57469"/>
                </a:lnTo>
                <a:lnTo>
                  <a:pt x="4601" y="57256"/>
                </a:lnTo>
                <a:lnTo>
                  <a:pt x="5077" y="56821"/>
                </a:lnTo>
                <a:lnTo>
                  <a:pt x="5077" y="56608"/>
                </a:lnTo>
                <a:lnTo>
                  <a:pt x="5077" y="56182"/>
                </a:lnTo>
                <a:lnTo>
                  <a:pt x="5077" y="55969"/>
                </a:lnTo>
                <a:lnTo>
                  <a:pt x="5077" y="55756"/>
                </a:lnTo>
                <a:lnTo>
                  <a:pt x="5077" y="55534"/>
                </a:lnTo>
                <a:lnTo>
                  <a:pt x="5077" y="55321"/>
                </a:lnTo>
                <a:lnTo>
                  <a:pt x="5077" y="54895"/>
                </a:lnTo>
                <a:lnTo>
                  <a:pt x="5077" y="54682"/>
                </a:lnTo>
                <a:lnTo>
                  <a:pt x="5395" y="54469"/>
                </a:lnTo>
                <a:lnTo>
                  <a:pt x="5395" y="54247"/>
                </a:lnTo>
                <a:lnTo>
                  <a:pt x="5395" y="53821"/>
                </a:lnTo>
                <a:lnTo>
                  <a:pt x="5395" y="53608"/>
                </a:lnTo>
                <a:lnTo>
                  <a:pt x="5871" y="53182"/>
                </a:lnTo>
                <a:lnTo>
                  <a:pt x="5871" y="52747"/>
                </a:lnTo>
                <a:lnTo>
                  <a:pt x="5871" y="52534"/>
                </a:lnTo>
                <a:lnTo>
                  <a:pt x="5871" y="52108"/>
                </a:lnTo>
                <a:lnTo>
                  <a:pt x="6188" y="52108"/>
                </a:lnTo>
                <a:lnTo>
                  <a:pt x="6188" y="51682"/>
                </a:lnTo>
                <a:lnTo>
                  <a:pt x="6188" y="51247"/>
                </a:lnTo>
                <a:lnTo>
                  <a:pt x="6188" y="51034"/>
                </a:lnTo>
                <a:lnTo>
                  <a:pt x="6188" y="50821"/>
                </a:lnTo>
                <a:lnTo>
                  <a:pt x="6506" y="50395"/>
                </a:lnTo>
                <a:lnTo>
                  <a:pt x="6506" y="49960"/>
                </a:lnTo>
                <a:lnTo>
                  <a:pt x="6506" y="49747"/>
                </a:lnTo>
                <a:lnTo>
                  <a:pt x="6506" y="49534"/>
                </a:lnTo>
                <a:lnTo>
                  <a:pt x="6506" y="49108"/>
                </a:lnTo>
                <a:lnTo>
                  <a:pt x="6982" y="48673"/>
                </a:lnTo>
                <a:lnTo>
                  <a:pt x="6982" y="48460"/>
                </a:lnTo>
                <a:lnTo>
                  <a:pt x="6982" y="48247"/>
                </a:lnTo>
                <a:lnTo>
                  <a:pt x="6982" y="47821"/>
                </a:lnTo>
                <a:lnTo>
                  <a:pt x="6982" y="47386"/>
                </a:lnTo>
                <a:lnTo>
                  <a:pt x="6982" y="47173"/>
                </a:lnTo>
                <a:lnTo>
                  <a:pt x="6982" y="46747"/>
                </a:lnTo>
                <a:lnTo>
                  <a:pt x="6982" y="46321"/>
                </a:lnTo>
                <a:lnTo>
                  <a:pt x="6982" y="46099"/>
                </a:lnTo>
                <a:lnTo>
                  <a:pt x="7299" y="45886"/>
                </a:lnTo>
                <a:lnTo>
                  <a:pt x="7299" y="45460"/>
                </a:lnTo>
                <a:lnTo>
                  <a:pt x="7299" y="45034"/>
                </a:lnTo>
                <a:lnTo>
                  <a:pt x="7299" y="44812"/>
                </a:lnTo>
                <a:lnTo>
                  <a:pt x="7299" y="44386"/>
                </a:lnTo>
                <a:lnTo>
                  <a:pt x="7775" y="43960"/>
                </a:lnTo>
                <a:lnTo>
                  <a:pt x="7775" y="43747"/>
                </a:lnTo>
                <a:lnTo>
                  <a:pt x="7775" y="43099"/>
                </a:lnTo>
                <a:lnTo>
                  <a:pt x="7775" y="42673"/>
                </a:lnTo>
                <a:lnTo>
                  <a:pt x="7775" y="42460"/>
                </a:lnTo>
                <a:lnTo>
                  <a:pt x="8093" y="42025"/>
                </a:lnTo>
                <a:lnTo>
                  <a:pt x="8093" y="41599"/>
                </a:lnTo>
                <a:lnTo>
                  <a:pt x="8093" y="41386"/>
                </a:lnTo>
                <a:lnTo>
                  <a:pt x="8093" y="40960"/>
                </a:lnTo>
                <a:lnTo>
                  <a:pt x="8569" y="40525"/>
                </a:lnTo>
                <a:lnTo>
                  <a:pt x="8569" y="40099"/>
                </a:lnTo>
                <a:lnTo>
                  <a:pt x="8569" y="39673"/>
                </a:lnTo>
                <a:lnTo>
                  <a:pt x="8569" y="39238"/>
                </a:lnTo>
                <a:lnTo>
                  <a:pt x="8569" y="39025"/>
                </a:lnTo>
                <a:lnTo>
                  <a:pt x="8886" y="38386"/>
                </a:lnTo>
                <a:lnTo>
                  <a:pt x="8886" y="37951"/>
                </a:lnTo>
                <a:lnTo>
                  <a:pt x="8886" y="37738"/>
                </a:lnTo>
                <a:lnTo>
                  <a:pt x="8886" y="37099"/>
                </a:lnTo>
                <a:lnTo>
                  <a:pt x="8886" y="36664"/>
                </a:lnTo>
                <a:lnTo>
                  <a:pt x="9203" y="36451"/>
                </a:lnTo>
                <a:lnTo>
                  <a:pt x="9203" y="35812"/>
                </a:lnTo>
                <a:lnTo>
                  <a:pt x="9203" y="35599"/>
                </a:lnTo>
                <a:lnTo>
                  <a:pt x="9203" y="35164"/>
                </a:lnTo>
                <a:lnTo>
                  <a:pt x="9203" y="34525"/>
                </a:lnTo>
                <a:lnTo>
                  <a:pt x="9203" y="34312"/>
                </a:lnTo>
                <a:lnTo>
                  <a:pt x="9203" y="33665"/>
                </a:lnTo>
                <a:lnTo>
                  <a:pt x="9203" y="33238"/>
                </a:lnTo>
                <a:lnTo>
                  <a:pt x="9203" y="32812"/>
                </a:lnTo>
                <a:lnTo>
                  <a:pt x="9679" y="32378"/>
                </a:lnTo>
                <a:lnTo>
                  <a:pt x="9679" y="31952"/>
                </a:lnTo>
                <a:lnTo>
                  <a:pt x="9679" y="31525"/>
                </a:lnTo>
                <a:lnTo>
                  <a:pt x="9679" y="30878"/>
                </a:lnTo>
                <a:lnTo>
                  <a:pt x="9679" y="30452"/>
                </a:lnTo>
                <a:lnTo>
                  <a:pt x="9997" y="30026"/>
                </a:lnTo>
                <a:lnTo>
                  <a:pt x="9997" y="29591"/>
                </a:lnTo>
                <a:lnTo>
                  <a:pt x="9997" y="29165"/>
                </a:lnTo>
                <a:lnTo>
                  <a:pt x="9997" y="28517"/>
                </a:lnTo>
                <a:lnTo>
                  <a:pt x="9997" y="28091"/>
                </a:lnTo>
                <a:lnTo>
                  <a:pt x="10473" y="27665"/>
                </a:lnTo>
                <a:lnTo>
                  <a:pt x="10473" y="27230"/>
                </a:lnTo>
                <a:lnTo>
                  <a:pt x="10473" y="26591"/>
                </a:lnTo>
                <a:lnTo>
                  <a:pt x="10473" y="26165"/>
                </a:lnTo>
                <a:lnTo>
                  <a:pt x="10473" y="25730"/>
                </a:lnTo>
                <a:lnTo>
                  <a:pt x="10790" y="25091"/>
                </a:lnTo>
                <a:lnTo>
                  <a:pt x="10790" y="24665"/>
                </a:lnTo>
                <a:lnTo>
                  <a:pt x="10790" y="24017"/>
                </a:lnTo>
                <a:lnTo>
                  <a:pt x="10790" y="23804"/>
                </a:lnTo>
                <a:lnTo>
                  <a:pt x="11108" y="23156"/>
                </a:lnTo>
                <a:lnTo>
                  <a:pt x="11108" y="22517"/>
                </a:lnTo>
                <a:lnTo>
                  <a:pt x="11108" y="22091"/>
                </a:lnTo>
                <a:lnTo>
                  <a:pt x="11108" y="21443"/>
                </a:lnTo>
                <a:lnTo>
                  <a:pt x="11108" y="21017"/>
                </a:lnTo>
                <a:lnTo>
                  <a:pt x="11108" y="20369"/>
                </a:lnTo>
                <a:lnTo>
                  <a:pt x="11108" y="19943"/>
                </a:lnTo>
                <a:lnTo>
                  <a:pt x="11108" y="19304"/>
                </a:lnTo>
                <a:lnTo>
                  <a:pt x="11108" y="18869"/>
                </a:lnTo>
                <a:lnTo>
                  <a:pt x="11108" y="18230"/>
                </a:lnTo>
                <a:lnTo>
                  <a:pt x="11584" y="17795"/>
                </a:lnTo>
                <a:lnTo>
                  <a:pt x="11584" y="17156"/>
                </a:lnTo>
                <a:lnTo>
                  <a:pt x="11584" y="16730"/>
                </a:lnTo>
                <a:lnTo>
                  <a:pt x="11584" y="16082"/>
                </a:lnTo>
                <a:lnTo>
                  <a:pt x="11584" y="15443"/>
                </a:lnTo>
                <a:lnTo>
                  <a:pt x="11901" y="15008"/>
                </a:lnTo>
                <a:lnTo>
                  <a:pt x="11901" y="14369"/>
                </a:lnTo>
                <a:lnTo>
                  <a:pt x="11901" y="13943"/>
                </a:lnTo>
                <a:lnTo>
                  <a:pt x="11901" y="13295"/>
                </a:lnTo>
                <a:lnTo>
                  <a:pt x="12377" y="12869"/>
                </a:lnTo>
                <a:lnTo>
                  <a:pt x="12377" y="12008"/>
                </a:lnTo>
                <a:lnTo>
                  <a:pt x="12377" y="11582"/>
                </a:lnTo>
                <a:lnTo>
                  <a:pt x="12377" y="10934"/>
                </a:lnTo>
                <a:lnTo>
                  <a:pt x="12377" y="10508"/>
                </a:lnTo>
                <a:lnTo>
                  <a:pt x="12694" y="9869"/>
                </a:lnTo>
                <a:lnTo>
                  <a:pt x="12694" y="9221"/>
                </a:lnTo>
                <a:lnTo>
                  <a:pt x="12694" y="8582"/>
                </a:lnTo>
                <a:lnTo>
                  <a:pt x="12694" y="8147"/>
                </a:lnTo>
                <a:lnTo>
                  <a:pt x="12694" y="7295"/>
                </a:lnTo>
                <a:lnTo>
                  <a:pt x="13012" y="6860"/>
                </a:lnTo>
                <a:lnTo>
                  <a:pt x="13012" y="6221"/>
                </a:lnTo>
                <a:lnTo>
                  <a:pt x="13012" y="5573"/>
                </a:lnTo>
                <a:lnTo>
                  <a:pt x="13012" y="4934"/>
                </a:lnTo>
                <a:lnTo>
                  <a:pt x="13012" y="4508"/>
                </a:lnTo>
                <a:lnTo>
                  <a:pt x="13488" y="3647"/>
                </a:lnTo>
                <a:lnTo>
                  <a:pt x="13488" y="3221"/>
                </a:lnTo>
                <a:lnTo>
                  <a:pt x="13488" y="2360"/>
                </a:lnTo>
                <a:lnTo>
                  <a:pt x="13488" y="1934"/>
                </a:lnTo>
                <a:lnTo>
                  <a:pt x="13488" y="1286"/>
                </a:lnTo>
                <a:lnTo>
                  <a:pt x="13488" y="647"/>
                </a:lnTo>
                <a:lnTo>
                  <a:pt x="13488" y="0"/>
                </a:lnTo>
              </a:path>
            </a:pathLst>
          </a:custGeom>
          <a:ln w="191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4329876" y="4045110"/>
            <a:ext cx="13805" cy="184398"/>
          </a:xfrm>
          <a:custGeom>
            <a:avLst/>
            <a:gdLst/>
            <a:ahLst/>
            <a:cxnLst/>
            <a:rect l="l" t="t" r="r" b="b"/>
            <a:pathLst>
              <a:path w="13805" h="184398">
                <a:moveTo>
                  <a:pt x="0" y="184398"/>
                </a:moveTo>
                <a:lnTo>
                  <a:pt x="0" y="183759"/>
                </a:lnTo>
                <a:lnTo>
                  <a:pt x="0" y="183111"/>
                </a:lnTo>
                <a:lnTo>
                  <a:pt x="317" y="182472"/>
                </a:lnTo>
                <a:lnTo>
                  <a:pt x="317" y="181824"/>
                </a:lnTo>
                <a:lnTo>
                  <a:pt x="317" y="181185"/>
                </a:lnTo>
                <a:lnTo>
                  <a:pt x="317" y="180537"/>
                </a:lnTo>
                <a:lnTo>
                  <a:pt x="317" y="179685"/>
                </a:lnTo>
                <a:lnTo>
                  <a:pt x="793" y="179250"/>
                </a:lnTo>
                <a:lnTo>
                  <a:pt x="793" y="178611"/>
                </a:lnTo>
                <a:lnTo>
                  <a:pt x="793" y="177750"/>
                </a:lnTo>
                <a:lnTo>
                  <a:pt x="793" y="177324"/>
                </a:lnTo>
                <a:lnTo>
                  <a:pt x="793" y="176463"/>
                </a:lnTo>
                <a:lnTo>
                  <a:pt x="1110" y="175824"/>
                </a:lnTo>
                <a:lnTo>
                  <a:pt x="1110" y="174963"/>
                </a:lnTo>
                <a:lnTo>
                  <a:pt x="1110" y="174537"/>
                </a:lnTo>
                <a:lnTo>
                  <a:pt x="1110" y="173890"/>
                </a:lnTo>
                <a:lnTo>
                  <a:pt x="1586" y="173037"/>
                </a:lnTo>
                <a:lnTo>
                  <a:pt x="1586" y="172390"/>
                </a:lnTo>
                <a:lnTo>
                  <a:pt x="1586" y="171751"/>
                </a:lnTo>
                <a:lnTo>
                  <a:pt x="1586" y="171103"/>
                </a:lnTo>
                <a:lnTo>
                  <a:pt x="1586" y="170251"/>
                </a:lnTo>
                <a:lnTo>
                  <a:pt x="1904" y="169603"/>
                </a:lnTo>
                <a:lnTo>
                  <a:pt x="1904" y="168964"/>
                </a:lnTo>
                <a:lnTo>
                  <a:pt x="1904" y="168103"/>
                </a:lnTo>
                <a:lnTo>
                  <a:pt x="1904" y="167464"/>
                </a:lnTo>
                <a:lnTo>
                  <a:pt x="1904" y="166816"/>
                </a:lnTo>
                <a:lnTo>
                  <a:pt x="1904" y="165964"/>
                </a:lnTo>
                <a:lnTo>
                  <a:pt x="1904" y="165316"/>
                </a:lnTo>
                <a:lnTo>
                  <a:pt x="1904" y="164464"/>
                </a:lnTo>
                <a:lnTo>
                  <a:pt x="1904" y="163816"/>
                </a:lnTo>
                <a:lnTo>
                  <a:pt x="1904" y="163177"/>
                </a:lnTo>
                <a:lnTo>
                  <a:pt x="2221" y="162316"/>
                </a:lnTo>
                <a:lnTo>
                  <a:pt x="2221" y="161668"/>
                </a:lnTo>
                <a:lnTo>
                  <a:pt x="2221" y="160816"/>
                </a:lnTo>
                <a:lnTo>
                  <a:pt x="2221" y="160168"/>
                </a:lnTo>
                <a:lnTo>
                  <a:pt x="2697" y="159529"/>
                </a:lnTo>
                <a:lnTo>
                  <a:pt x="2697" y="158668"/>
                </a:lnTo>
                <a:lnTo>
                  <a:pt x="2697" y="158029"/>
                </a:lnTo>
                <a:lnTo>
                  <a:pt x="2697" y="157381"/>
                </a:lnTo>
                <a:lnTo>
                  <a:pt x="2697" y="156307"/>
                </a:lnTo>
                <a:lnTo>
                  <a:pt x="3015" y="155668"/>
                </a:lnTo>
                <a:lnTo>
                  <a:pt x="3015" y="155029"/>
                </a:lnTo>
                <a:lnTo>
                  <a:pt x="3015" y="154168"/>
                </a:lnTo>
                <a:lnTo>
                  <a:pt x="3015" y="153520"/>
                </a:lnTo>
                <a:lnTo>
                  <a:pt x="3015" y="152668"/>
                </a:lnTo>
                <a:lnTo>
                  <a:pt x="3491" y="151807"/>
                </a:lnTo>
                <a:lnTo>
                  <a:pt x="3491" y="151168"/>
                </a:lnTo>
                <a:lnTo>
                  <a:pt x="3491" y="150307"/>
                </a:lnTo>
                <a:lnTo>
                  <a:pt x="3491" y="149446"/>
                </a:lnTo>
                <a:lnTo>
                  <a:pt x="3491" y="148807"/>
                </a:lnTo>
                <a:lnTo>
                  <a:pt x="3808" y="147946"/>
                </a:lnTo>
                <a:lnTo>
                  <a:pt x="3808" y="147094"/>
                </a:lnTo>
                <a:lnTo>
                  <a:pt x="3808" y="146446"/>
                </a:lnTo>
                <a:lnTo>
                  <a:pt x="3808" y="145585"/>
                </a:lnTo>
                <a:lnTo>
                  <a:pt x="3808" y="144733"/>
                </a:lnTo>
                <a:lnTo>
                  <a:pt x="3808" y="143872"/>
                </a:lnTo>
                <a:lnTo>
                  <a:pt x="3808" y="143233"/>
                </a:lnTo>
                <a:lnTo>
                  <a:pt x="3808" y="142372"/>
                </a:lnTo>
                <a:lnTo>
                  <a:pt x="3808" y="141511"/>
                </a:lnTo>
                <a:lnTo>
                  <a:pt x="4125" y="140872"/>
                </a:lnTo>
                <a:lnTo>
                  <a:pt x="4125" y="139798"/>
                </a:lnTo>
                <a:lnTo>
                  <a:pt x="4125" y="139159"/>
                </a:lnTo>
                <a:lnTo>
                  <a:pt x="4125" y="138299"/>
                </a:lnTo>
                <a:lnTo>
                  <a:pt x="4125" y="137225"/>
                </a:lnTo>
                <a:lnTo>
                  <a:pt x="4601" y="136586"/>
                </a:lnTo>
                <a:lnTo>
                  <a:pt x="4601" y="135725"/>
                </a:lnTo>
                <a:lnTo>
                  <a:pt x="4601" y="134873"/>
                </a:lnTo>
                <a:lnTo>
                  <a:pt x="4601" y="134012"/>
                </a:lnTo>
                <a:lnTo>
                  <a:pt x="4601" y="133151"/>
                </a:lnTo>
                <a:lnTo>
                  <a:pt x="4919" y="132512"/>
                </a:lnTo>
                <a:lnTo>
                  <a:pt x="4919" y="131438"/>
                </a:lnTo>
                <a:lnTo>
                  <a:pt x="4919" y="130577"/>
                </a:lnTo>
                <a:lnTo>
                  <a:pt x="4919" y="129938"/>
                </a:lnTo>
                <a:lnTo>
                  <a:pt x="5395" y="129077"/>
                </a:lnTo>
                <a:lnTo>
                  <a:pt x="5395" y="128003"/>
                </a:lnTo>
                <a:lnTo>
                  <a:pt x="5395" y="127151"/>
                </a:lnTo>
                <a:lnTo>
                  <a:pt x="5395" y="126503"/>
                </a:lnTo>
                <a:lnTo>
                  <a:pt x="5395" y="125438"/>
                </a:lnTo>
                <a:lnTo>
                  <a:pt x="5712" y="124577"/>
                </a:lnTo>
                <a:lnTo>
                  <a:pt x="5712" y="123716"/>
                </a:lnTo>
                <a:lnTo>
                  <a:pt x="5712" y="122864"/>
                </a:lnTo>
                <a:lnTo>
                  <a:pt x="5712" y="122003"/>
                </a:lnTo>
                <a:lnTo>
                  <a:pt x="5712" y="121142"/>
                </a:lnTo>
                <a:lnTo>
                  <a:pt x="6188" y="120290"/>
                </a:lnTo>
                <a:lnTo>
                  <a:pt x="6188" y="119429"/>
                </a:lnTo>
                <a:lnTo>
                  <a:pt x="6188" y="118355"/>
                </a:lnTo>
                <a:lnTo>
                  <a:pt x="6188" y="117503"/>
                </a:lnTo>
                <a:lnTo>
                  <a:pt x="6188" y="116642"/>
                </a:lnTo>
                <a:lnTo>
                  <a:pt x="6188" y="115781"/>
                </a:lnTo>
                <a:lnTo>
                  <a:pt x="6188" y="114929"/>
                </a:lnTo>
                <a:lnTo>
                  <a:pt x="6188" y="113855"/>
                </a:lnTo>
                <a:lnTo>
                  <a:pt x="6188" y="112994"/>
                </a:lnTo>
                <a:lnTo>
                  <a:pt x="6506" y="112142"/>
                </a:lnTo>
                <a:lnTo>
                  <a:pt x="6506" y="111281"/>
                </a:lnTo>
                <a:lnTo>
                  <a:pt x="6506" y="110207"/>
                </a:lnTo>
                <a:lnTo>
                  <a:pt x="6506" y="109355"/>
                </a:lnTo>
                <a:lnTo>
                  <a:pt x="6506" y="108494"/>
                </a:lnTo>
                <a:lnTo>
                  <a:pt x="6823" y="107633"/>
                </a:lnTo>
                <a:lnTo>
                  <a:pt x="6823" y="106568"/>
                </a:lnTo>
                <a:lnTo>
                  <a:pt x="6823" y="105707"/>
                </a:lnTo>
                <a:lnTo>
                  <a:pt x="6823" y="104847"/>
                </a:lnTo>
                <a:lnTo>
                  <a:pt x="6823" y="103781"/>
                </a:lnTo>
                <a:lnTo>
                  <a:pt x="7299" y="102921"/>
                </a:lnTo>
                <a:lnTo>
                  <a:pt x="7299" y="101847"/>
                </a:lnTo>
                <a:lnTo>
                  <a:pt x="7299" y="100986"/>
                </a:lnTo>
                <a:lnTo>
                  <a:pt x="7299" y="100134"/>
                </a:lnTo>
                <a:lnTo>
                  <a:pt x="7299" y="99060"/>
                </a:lnTo>
                <a:lnTo>
                  <a:pt x="7616" y="98199"/>
                </a:lnTo>
                <a:lnTo>
                  <a:pt x="7616" y="97134"/>
                </a:lnTo>
                <a:lnTo>
                  <a:pt x="7616" y="96273"/>
                </a:lnTo>
                <a:lnTo>
                  <a:pt x="7616" y="95199"/>
                </a:lnTo>
                <a:lnTo>
                  <a:pt x="7616" y="94347"/>
                </a:lnTo>
                <a:lnTo>
                  <a:pt x="8093" y="93486"/>
                </a:lnTo>
                <a:lnTo>
                  <a:pt x="8093" y="92412"/>
                </a:lnTo>
                <a:lnTo>
                  <a:pt x="8093" y="91338"/>
                </a:lnTo>
                <a:lnTo>
                  <a:pt x="8093" y="90486"/>
                </a:lnTo>
                <a:lnTo>
                  <a:pt x="8093" y="89412"/>
                </a:lnTo>
                <a:lnTo>
                  <a:pt x="8093" y="88551"/>
                </a:lnTo>
                <a:lnTo>
                  <a:pt x="8093" y="87477"/>
                </a:lnTo>
                <a:lnTo>
                  <a:pt x="8093" y="86412"/>
                </a:lnTo>
                <a:lnTo>
                  <a:pt x="8093" y="85338"/>
                </a:lnTo>
                <a:lnTo>
                  <a:pt x="8410" y="84477"/>
                </a:lnTo>
                <a:lnTo>
                  <a:pt x="8410" y="83403"/>
                </a:lnTo>
                <a:lnTo>
                  <a:pt x="8410" y="82551"/>
                </a:lnTo>
                <a:lnTo>
                  <a:pt x="8410" y="81477"/>
                </a:lnTo>
                <a:lnTo>
                  <a:pt x="8410" y="80616"/>
                </a:lnTo>
                <a:lnTo>
                  <a:pt x="8727" y="79329"/>
                </a:lnTo>
                <a:lnTo>
                  <a:pt x="8727" y="78477"/>
                </a:lnTo>
                <a:lnTo>
                  <a:pt x="8727" y="77403"/>
                </a:lnTo>
                <a:lnTo>
                  <a:pt x="8727" y="76542"/>
                </a:lnTo>
                <a:lnTo>
                  <a:pt x="8727" y="75477"/>
                </a:lnTo>
                <a:lnTo>
                  <a:pt x="9203" y="74403"/>
                </a:lnTo>
                <a:lnTo>
                  <a:pt x="9203" y="73542"/>
                </a:lnTo>
                <a:lnTo>
                  <a:pt x="9203" y="72255"/>
                </a:lnTo>
                <a:lnTo>
                  <a:pt x="9203" y="71182"/>
                </a:lnTo>
                <a:lnTo>
                  <a:pt x="9521" y="70329"/>
                </a:lnTo>
                <a:lnTo>
                  <a:pt x="9521" y="69256"/>
                </a:lnTo>
                <a:lnTo>
                  <a:pt x="9521" y="68182"/>
                </a:lnTo>
                <a:lnTo>
                  <a:pt x="9521" y="67330"/>
                </a:lnTo>
                <a:lnTo>
                  <a:pt x="9521" y="66256"/>
                </a:lnTo>
                <a:lnTo>
                  <a:pt x="9997" y="65182"/>
                </a:lnTo>
                <a:lnTo>
                  <a:pt x="9997" y="64108"/>
                </a:lnTo>
                <a:lnTo>
                  <a:pt x="9997" y="63034"/>
                </a:lnTo>
                <a:lnTo>
                  <a:pt x="9997" y="61969"/>
                </a:lnTo>
                <a:lnTo>
                  <a:pt x="9997" y="60895"/>
                </a:lnTo>
                <a:lnTo>
                  <a:pt x="10314" y="59821"/>
                </a:lnTo>
                <a:lnTo>
                  <a:pt x="10314" y="58747"/>
                </a:lnTo>
                <a:lnTo>
                  <a:pt x="10314" y="57673"/>
                </a:lnTo>
                <a:lnTo>
                  <a:pt x="10314" y="56821"/>
                </a:lnTo>
                <a:lnTo>
                  <a:pt x="10314" y="55747"/>
                </a:lnTo>
                <a:lnTo>
                  <a:pt x="10314" y="54673"/>
                </a:lnTo>
                <a:lnTo>
                  <a:pt x="10314" y="53386"/>
                </a:lnTo>
                <a:lnTo>
                  <a:pt x="10314" y="52312"/>
                </a:lnTo>
                <a:lnTo>
                  <a:pt x="10314" y="51247"/>
                </a:lnTo>
                <a:lnTo>
                  <a:pt x="10790" y="50173"/>
                </a:lnTo>
                <a:lnTo>
                  <a:pt x="10790" y="49099"/>
                </a:lnTo>
                <a:lnTo>
                  <a:pt x="10790" y="48025"/>
                </a:lnTo>
                <a:lnTo>
                  <a:pt x="10790" y="46951"/>
                </a:lnTo>
                <a:lnTo>
                  <a:pt x="10790" y="45886"/>
                </a:lnTo>
                <a:lnTo>
                  <a:pt x="11108" y="44812"/>
                </a:lnTo>
                <a:lnTo>
                  <a:pt x="11108" y="43738"/>
                </a:lnTo>
                <a:lnTo>
                  <a:pt x="11108" y="42664"/>
                </a:lnTo>
                <a:lnTo>
                  <a:pt x="11108" y="41590"/>
                </a:lnTo>
                <a:lnTo>
                  <a:pt x="11108" y="40525"/>
                </a:lnTo>
                <a:lnTo>
                  <a:pt x="11425" y="39238"/>
                </a:lnTo>
                <a:lnTo>
                  <a:pt x="11425" y="38164"/>
                </a:lnTo>
                <a:lnTo>
                  <a:pt x="11425" y="36877"/>
                </a:lnTo>
                <a:lnTo>
                  <a:pt x="11425" y="35804"/>
                </a:lnTo>
                <a:lnTo>
                  <a:pt x="11425" y="34730"/>
                </a:lnTo>
                <a:lnTo>
                  <a:pt x="11901" y="33665"/>
                </a:lnTo>
                <a:lnTo>
                  <a:pt x="11901" y="32378"/>
                </a:lnTo>
                <a:lnTo>
                  <a:pt x="11901" y="31304"/>
                </a:lnTo>
                <a:lnTo>
                  <a:pt x="11901" y="30230"/>
                </a:lnTo>
                <a:lnTo>
                  <a:pt x="12218" y="29156"/>
                </a:lnTo>
                <a:lnTo>
                  <a:pt x="12218" y="27869"/>
                </a:lnTo>
                <a:lnTo>
                  <a:pt x="12218" y="26795"/>
                </a:lnTo>
                <a:lnTo>
                  <a:pt x="12218" y="25730"/>
                </a:lnTo>
                <a:lnTo>
                  <a:pt x="12218" y="24656"/>
                </a:lnTo>
                <a:lnTo>
                  <a:pt x="12218" y="23369"/>
                </a:lnTo>
                <a:lnTo>
                  <a:pt x="12218" y="22295"/>
                </a:lnTo>
                <a:lnTo>
                  <a:pt x="12218" y="21221"/>
                </a:lnTo>
                <a:lnTo>
                  <a:pt x="12218" y="19934"/>
                </a:lnTo>
                <a:lnTo>
                  <a:pt x="12218" y="18869"/>
                </a:lnTo>
                <a:lnTo>
                  <a:pt x="12694" y="17582"/>
                </a:lnTo>
                <a:lnTo>
                  <a:pt x="12694" y="16508"/>
                </a:lnTo>
                <a:lnTo>
                  <a:pt x="12694" y="15434"/>
                </a:lnTo>
                <a:lnTo>
                  <a:pt x="12694" y="14147"/>
                </a:lnTo>
                <a:lnTo>
                  <a:pt x="12694" y="13073"/>
                </a:lnTo>
                <a:lnTo>
                  <a:pt x="13012" y="11786"/>
                </a:lnTo>
                <a:lnTo>
                  <a:pt x="13012" y="10721"/>
                </a:lnTo>
                <a:lnTo>
                  <a:pt x="13012" y="9434"/>
                </a:lnTo>
                <a:lnTo>
                  <a:pt x="13012" y="8360"/>
                </a:lnTo>
                <a:lnTo>
                  <a:pt x="13329" y="7073"/>
                </a:lnTo>
                <a:lnTo>
                  <a:pt x="13329" y="5999"/>
                </a:lnTo>
                <a:lnTo>
                  <a:pt x="13329" y="4712"/>
                </a:lnTo>
                <a:lnTo>
                  <a:pt x="13329" y="3638"/>
                </a:lnTo>
                <a:lnTo>
                  <a:pt x="13329" y="2352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4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4343682" y="3759069"/>
            <a:ext cx="13329" cy="286041"/>
          </a:xfrm>
          <a:custGeom>
            <a:avLst/>
            <a:gdLst/>
            <a:ahLst/>
            <a:cxnLst/>
            <a:rect l="l" t="t" r="r" b="b"/>
            <a:pathLst>
              <a:path w="13329" h="286041">
                <a:moveTo>
                  <a:pt x="0" y="286041"/>
                </a:moveTo>
                <a:lnTo>
                  <a:pt x="0" y="284754"/>
                </a:lnTo>
                <a:lnTo>
                  <a:pt x="0" y="283680"/>
                </a:lnTo>
                <a:lnTo>
                  <a:pt x="0" y="282393"/>
                </a:lnTo>
                <a:lnTo>
                  <a:pt x="317" y="281106"/>
                </a:lnTo>
                <a:lnTo>
                  <a:pt x="317" y="280032"/>
                </a:lnTo>
                <a:lnTo>
                  <a:pt x="317" y="278745"/>
                </a:lnTo>
                <a:lnTo>
                  <a:pt x="317" y="277458"/>
                </a:lnTo>
                <a:lnTo>
                  <a:pt x="317" y="276172"/>
                </a:lnTo>
                <a:lnTo>
                  <a:pt x="793" y="275106"/>
                </a:lnTo>
                <a:lnTo>
                  <a:pt x="793" y="273819"/>
                </a:lnTo>
                <a:lnTo>
                  <a:pt x="793" y="272533"/>
                </a:lnTo>
                <a:lnTo>
                  <a:pt x="793" y="271246"/>
                </a:lnTo>
                <a:lnTo>
                  <a:pt x="793" y="270172"/>
                </a:lnTo>
                <a:lnTo>
                  <a:pt x="793" y="268885"/>
                </a:lnTo>
                <a:lnTo>
                  <a:pt x="793" y="267598"/>
                </a:lnTo>
                <a:lnTo>
                  <a:pt x="793" y="266311"/>
                </a:lnTo>
                <a:lnTo>
                  <a:pt x="793" y="265024"/>
                </a:lnTo>
                <a:lnTo>
                  <a:pt x="1110" y="263950"/>
                </a:lnTo>
                <a:lnTo>
                  <a:pt x="1110" y="262663"/>
                </a:lnTo>
                <a:lnTo>
                  <a:pt x="1110" y="261589"/>
                </a:lnTo>
                <a:lnTo>
                  <a:pt x="1110" y="260311"/>
                </a:lnTo>
                <a:lnTo>
                  <a:pt x="1110" y="259024"/>
                </a:lnTo>
                <a:lnTo>
                  <a:pt x="1586" y="257737"/>
                </a:lnTo>
                <a:lnTo>
                  <a:pt x="1586" y="256450"/>
                </a:lnTo>
                <a:lnTo>
                  <a:pt x="1586" y="255163"/>
                </a:lnTo>
                <a:lnTo>
                  <a:pt x="1586" y="253876"/>
                </a:lnTo>
                <a:lnTo>
                  <a:pt x="1586" y="252589"/>
                </a:lnTo>
                <a:lnTo>
                  <a:pt x="1904" y="251302"/>
                </a:lnTo>
                <a:lnTo>
                  <a:pt x="1904" y="250015"/>
                </a:lnTo>
                <a:lnTo>
                  <a:pt x="1904" y="248728"/>
                </a:lnTo>
                <a:lnTo>
                  <a:pt x="1904" y="247441"/>
                </a:lnTo>
                <a:lnTo>
                  <a:pt x="2221" y="246154"/>
                </a:lnTo>
                <a:lnTo>
                  <a:pt x="2221" y="245080"/>
                </a:lnTo>
                <a:lnTo>
                  <a:pt x="2221" y="243793"/>
                </a:lnTo>
                <a:lnTo>
                  <a:pt x="2221" y="242506"/>
                </a:lnTo>
                <a:lnTo>
                  <a:pt x="2221" y="241220"/>
                </a:lnTo>
                <a:lnTo>
                  <a:pt x="2697" y="239720"/>
                </a:lnTo>
                <a:lnTo>
                  <a:pt x="2697" y="238433"/>
                </a:lnTo>
                <a:lnTo>
                  <a:pt x="2697" y="237146"/>
                </a:lnTo>
                <a:lnTo>
                  <a:pt x="2697" y="235859"/>
                </a:lnTo>
                <a:lnTo>
                  <a:pt x="2697" y="234572"/>
                </a:lnTo>
                <a:lnTo>
                  <a:pt x="2697" y="233294"/>
                </a:lnTo>
                <a:lnTo>
                  <a:pt x="2697" y="232007"/>
                </a:lnTo>
                <a:lnTo>
                  <a:pt x="2697" y="230720"/>
                </a:lnTo>
                <a:lnTo>
                  <a:pt x="2697" y="229433"/>
                </a:lnTo>
                <a:lnTo>
                  <a:pt x="2697" y="228146"/>
                </a:lnTo>
                <a:lnTo>
                  <a:pt x="3015" y="226646"/>
                </a:lnTo>
                <a:lnTo>
                  <a:pt x="3015" y="225359"/>
                </a:lnTo>
                <a:lnTo>
                  <a:pt x="3015" y="224072"/>
                </a:lnTo>
                <a:lnTo>
                  <a:pt x="3015" y="222785"/>
                </a:lnTo>
                <a:lnTo>
                  <a:pt x="3491" y="221285"/>
                </a:lnTo>
                <a:lnTo>
                  <a:pt x="3491" y="220211"/>
                </a:lnTo>
                <a:lnTo>
                  <a:pt x="3491" y="218924"/>
                </a:lnTo>
                <a:lnTo>
                  <a:pt x="3491" y="217424"/>
                </a:lnTo>
                <a:lnTo>
                  <a:pt x="3491" y="216137"/>
                </a:lnTo>
                <a:lnTo>
                  <a:pt x="3808" y="214637"/>
                </a:lnTo>
                <a:lnTo>
                  <a:pt x="3808" y="213350"/>
                </a:lnTo>
                <a:lnTo>
                  <a:pt x="3808" y="212063"/>
                </a:lnTo>
                <a:lnTo>
                  <a:pt x="3808" y="210776"/>
                </a:lnTo>
                <a:lnTo>
                  <a:pt x="3808" y="209489"/>
                </a:lnTo>
                <a:lnTo>
                  <a:pt x="4125" y="207989"/>
                </a:lnTo>
                <a:lnTo>
                  <a:pt x="4125" y="206702"/>
                </a:lnTo>
                <a:lnTo>
                  <a:pt x="4125" y="205203"/>
                </a:lnTo>
                <a:lnTo>
                  <a:pt x="4125" y="203916"/>
                </a:lnTo>
                <a:lnTo>
                  <a:pt x="4125" y="202416"/>
                </a:lnTo>
                <a:lnTo>
                  <a:pt x="4601" y="201342"/>
                </a:lnTo>
                <a:lnTo>
                  <a:pt x="4601" y="199842"/>
                </a:lnTo>
                <a:lnTo>
                  <a:pt x="4601" y="198555"/>
                </a:lnTo>
                <a:lnTo>
                  <a:pt x="4601" y="197055"/>
                </a:lnTo>
                <a:lnTo>
                  <a:pt x="4919" y="195768"/>
                </a:lnTo>
                <a:lnTo>
                  <a:pt x="4919" y="194268"/>
                </a:lnTo>
                <a:lnTo>
                  <a:pt x="4919" y="192981"/>
                </a:lnTo>
                <a:lnTo>
                  <a:pt x="4919" y="191694"/>
                </a:lnTo>
                <a:lnTo>
                  <a:pt x="4919" y="190194"/>
                </a:lnTo>
                <a:lnTo>
                  <a:pt x="4919" y="188907"/>
                </a:lnTo>
                <a:lnTo>
                  <a:pt x="4919" y="187398"/>
                </a:lnTo>
                <a:lnTo>
                  <a:pt x="4919" y="185898"/>
                </a:lnTo>
                <a:lnTo>
                  <a:pt x="4919" y="184833"/>
                </a:lnTo>
                <a:lnTo>
                  <a:pt x="4919" y="183324"/>
                </a:lnTo>
                <a:lnTo>
                  <a:pt x="5395" y="181824"/>
                </a:lnTo>
                <a:lnTo>
                  <a:pt x="5395" y="180537"/>
                </a:lnTo>
                <a:lnTo>
                  <a:pt x="5395" y="179037"/>
                </a:lnTo>
                <a:lnTo>
                  <a:pt x="5395" y="177750"/>
                </a:lnTo>
                <a:lnTo>
                  <a:pt x="5395" y="176250"/>
                </a:lnTo>
                <a:lnTo>
                  <a:pt x="5712" y="174963"/>
                </a:lnTo>
                <a:lnTo>
                  <a:pt x="5712" y="173463"/>
                </a:lnTo>
                <a:lnTo>
                  <a:pt x="5712" y="171964"/>
                </a:lnTo>
                <a:lnTo>
                  <a:pt x="5712" y="170677"/>
                </a:lnTo>
                <a:lnTo>
                  <a:pt x="6030" y="169390"/>
                </a:lnTo>
                <a:lnTo>
                  <a:pt x="6030" y="167890"/>
                </a:lnTo>
                <a:lnTo>
                  <a:pt x="6030" y="166390"/>
                </a:lnTo>
                <a:lnTo>
                  <a:pt x="6030" y="164890"/>
                </a:lnTo>
                <a:lnTo>
                  <a:pt x="6030" y="163603"/>
                </a:lnTo>
                <a:lnTo>
                  <a:pt x="6506" y="162103"/>
                </a:lnTo>
                <a:lnTo>
                  <a:pt x="6506" y="160603"/>
                </a:lnTo>
                <a:lnTo>
                  <a:pt x="6506" y="159316"/>
                </a:lnTo>
                <a:lnTo>
                  <a:pt x="6506" y="157816"/>
                </a:lnTo>
                <a:lnTo>
                  <a:pt x="6506" y="156529"/>
                </a:lnTo>
                <a:lnTo>
                  <a:pt x="6823" y="155029"/>
                </a:lnTo>
                <a:lnTo>
                  <a:pt x="6823" y="153520"/>
                </a:lnTo>
                <a:lnTo>
                  <a:pt x="6823" y="152020"/>
                </a:lnTo>
                <a:lnTo>
                  <a:pt x="6823" y="150520"/>
                </a:lnTo>
                <a:lnTo>
                  <a:pt x="6823" y="149233"/>
                </a:lnTo>
                <a:lnTo>
                  <a:pt x="6823" y="147733"/>
                </a:lnTo>
                <a:lnTo>
                  <a:pt x="6823" y="146233"/>
                </a:lnTo>
                <a:lnTo>
                  <a:pt x="6823" y="144733"/>
                </a:lnTo>
                <a:lnTo>
                  <a:pt x="6823" y="143446"/>
                </a:lnTo>
                <a:lnTo>
                  <a:pt x="7299" y="141946"/>
                </a:lnTo>
                <a:lnTo>
                  <a:pt x="7299" y="140446"/>
                </a:lnTo>
                <a:lnTo>
                  <a:pt x="7299" y="138946"/>
                </a:lnTo>
                <a:lnTo>
                  <a:pt x="7299" y="137438"/>
                </a:lnTo>
                <a:lnTo>
                  <a:pt x="7299" y="135938"/>
                </a:lnTo>
                <a:lnTo>
                  <a:pt x="7616" y="134438"/>
                </a:lnTo>
                <a:lnTo>
                  <a:pt x="7616" y="132938"/>
                </a:lnTo>
                <a:lnTo>
                  <a:pt x="7616" y="131651"/>
                </a:lnTo>
                <a:lnTo>
                  <a:pt x="7616" y="130151"/>
                </a:lnTo>
                <a:lnTo>
                  <a:pt x="7616" y="128651"/>
                </a:lnTo>
                <a:lnTo>
                  <a:pt x="8093" y="127151"/>
                </a:lnTo>
                <a:lnTo>
                  <a:pt x="8093" y="125651"/>
                </a:lnTo>
                <a:lnTo>
                  <a:pt x="8093" y="124151"/>
                </a:lnTo>
                <a:lnTo>
                  <a:pt x="8093" y="122651"/>
                </a:lnTo>
                <a:lnTo>
                  <a:pt x="8093" y="121142"/>
                </a:lnTo>
                <a:lnTo>
                  <a:pt x="8410" y="119855"/>
                </a:lnTo>
                <a:lnTo>
                  <a:pt x="8410" y="118142"/>
                </a:lnTo>
                <a:lnTo>
                  <a:pt x="8410" y="116642"/>
                </a:lnTo>
                <a:lnTo>
                  <a:pt x="8410" y="115142"/>
                </a:lnTo>
                <a:lnTo>
                  <a:pt x="8727" y="113855"/>
                </a:lnTo>
                <a:lnTo>
                  <a:pt x="8727" y="112142"/>
                </a:lnTo>
                <a:lnTo>
                  <a:pt x="8727" y="110642"/>
                </a:lnTo>
                <a:lnTo>
                  <a:pt x="8727" y="109133"/>
                </a:lnTo>
                <a:lnTo>
                  <a:pt x="8727" y="107633"/>
                </a:lnTo>
                <a:lnTo>
                  <a:pt x="9203" y="106133"/>
                </a:lnTo>
                <a:lnTo>
                  <a:pt x="9203" y="104634"/>
                </a:lnTo>
                <a:lnTo>
                  <a:pt x="9203" y="103134"/>
                </a:lnTo>
                <a:lnTo>
                  <a:pt x="9203" y="101634"/>
                </a:lnTo>
                <a:lnTo>
                  <a:pt x="9203" y="99921"/>
                </a:lnTo>
                <a:lnTo>
                  <a:pt x="9203" y="98634"/>
                </a:lnTo>
                <a:lnTo>
                  <a:pt x="9203" y="97134"/>
                </a:lnTo>
                <a:lnTo>
                  <a:pt x="9203" y="95412"/>
                </a:lnTo>
                <a:lnTo>
                  <a:pt x="9203" y="93912"/>
                </a:lnTo>
                <a:lnTo>
                  <a:pt x="9203" y="92412"/>
                </a:lnTo>
                <a:lnTo>
                  <a:pt x="9521" y="90912"/>
                </a:lnTo>
                <a:lnTo>
                  <a:pt x="9521" y="89199"/>
                </a:lnTo>
                <a:lnTo>
                  <a:pt x="9521" y="87912"/>
                </a:lnTo>
                <a:lnTo>
                  <a:pt x="9521" y="86190"/>
                </a:lnTo>
                <a:lnTo>
                  <a:pt x="9997" y="84690"/>
                </a:lnTo>
                <a:lnTo>
                  <a:pt x="9997" y="83190"/>
                </a:lnTo>
                <a:lnTo>
                  <a:pt x="9997" y="81690"/>
                </a:lnTo>
                <a:lnTo>
                  <a:pt x="9997" y="79977"/>
                </a:lnTo>
                <a:lnTo>
                  <a:pt x="9997" y="78477"/>
                </a:lnTo>
                <a:lnTo>
                  <a:pt x="10314" y="76977"/>
                </a:lnTo>
                <a:lnTo>
                  <a:pt x="10314" y="75477"/>
                </a:lnTo>
                <a:lnTo>
                  <a:pt x="10314" y="73755"/>
                </a:lnTo>
                <a:lnTo>
                  <a:pt x="10314" y="72468"/>
                </a:lnTo>
                <a:lnTo>
                  <a:pt x="10314" y="70755"/>
                </a:lnTo>
                <a:lnTo>
                  <a:pt x="10631" y="69043"/>
                </a:lnTo>
                <a:lnTo>
                  <a:pt x="10631" y="67756"/>
                </a:lnTo>
                <a:lnTo>
                  <a:pt x="10631" y="66043"/>
                </a:lnTo>
                <a:lnTo>
                  <a:pt x="10631" y="64321"/>
                </a:lnTo>
                <a:lnTo>
                  <a:pt x="10631" y="63034"/>
                </a:lnTo>
                <a:lnTo>
                  <a:pt x="11108" y="61321"/>
                </a:lnTo>
                <a:lnTo>
                  <a:pt x="11108" y="59608"/>
                </a:lnTo>
                <a:lnTo>
                  <a:pt x="11108" y="58321"/>
                </a:lnTo>
                <a:lnTo>
                  <a:pt x="11108" y="56608"/>
                </a:lnTo>
                <a:lnTo>
                  <a:pt x="11108" y="54886"/>
                </a:lnTo>
                <a:lnTo>
                  <a:pt x="11108" y="53386"/>
                </a:lnTo>
                <a:lnTo>
                  <a:pt x="11108" y="51886"/>
                </a:lnTo>
                <a:lnTo>
                  <a:pt x="11108" y="50173"/>
                </a:lnTo>
                <a:lnTo>
                  <a:pt x="11108" y="48673"/>
                </a:lnTo>
                <a:lnTo>
                  <a:pt x="11425" y="46951"/>
                </a:lnTo>
                <a:lnTo>
                  <a:pt x="11425" y="45451"/>
                </a:lnTo>
                <a:lnTo>
                  <a:pt x="11425" y="43951"/>
                </a:lnTo>
                <a:lnTo>
                  <a:pt x="11425" y="42238"/>
                </a:lnTo>
                <a:lnTo>
                  <a:pt x="11425" y="40738"/>
                </a:lnTo>
                <a:lnTo>
                  <a:pt x="11901" y="39025"/>
                </a:lnTo>
                <a:lnTo>
                  <a:pt x="11901" y="37517"/>
                </a:lnTo>
                <a:lnTo>
                  <a:pt x="11901" y="36017"/>
                </a:lnTo>
                <a:lnTo>
                  <a:pt x="11901" y="34304"/>
                </a:lnTo>
                <a:lnTo>
                  <a:pt x="11901" y="32591"/>
                </a:lnTo>
                <a:lnTo>
                  <a:pt x="12218" y="31091"/>
                </a:lnTo>
                <a:lnTo>
                  <a:pt x="12218" y="29369"/>
                </a:lnTo>
                <a:lnTo>
                  <a:pt x="12218" y="27656"/>
                </a:lnTo>
                <a:lnTo>
                  <a:pt x="12218" y="26156"/>
                </a:lnTo>
                <a:lnTo>
                  <a:pt x="12694" y="24443"/>
                </a:lnTo>
                <a:lnTo>
                  <a:pt x="12694" y="22943"/>
                </a:lnTo>
                <a:lnTo>
                  <a:pt x="12694" y="21221"/>
                </a:lnTo>
                <a:lnTo>
                  <a:pt x="12694" y="19721"/>
                </a:lnTo>
                <a:lnTo>
                  <a:pt x="12694" y="18221"/>
                </a:lnTo>
                <a:lnTo>
                  <a:pt x="13012" y="16508"/>
                </a:lnTo>
                <a:lnTo>
                  <a:pt x="13012" y="14795"/>
                </a:lnTo>
                <a:lnTo>
                  <a:pt x="13012" y="13286"/>
                </a:lnTo>
                <a:lnTo>
                  <a:pt x="13012" y="11573"/>
                </a:lnTo>
                <a:lnTo>
                  <a:pt x="13012" y="10073"/>
                </a:lnTo>
                <a:lnTo>
                  <a:pt x="13012" y="8147"/>
                </a:lnTo>
                <a:lnTo>
                  <a:pt x="13012" y="6425"/>
                </a:lnTo>
                <a:lnTo>
                  <a:pt x="13012" y="4925"/>
                </a:lnTo>
                <a:lnTo>
                  <a:pt x="13012" y="3212"/>
                </a:lnTo>
                <a:lnTo>
                  <a:pt x="13012" y="1712"/>
                </a:lnTo>
                <a:lnTo>
                  <a:pt x="13329" y="0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4357012" y="3398224"/>
            <a:ext cx="13805" cy="360844"/>
          </a:xfrm>
          <a:custGeom>
            <a:avLst/>
            <a:gdLst/>
            <a:ahLst/>
            <a:cxnLst/>
            <a:rect l="l" t="t" r="r" b="b"/>
            <a:pathLst>
              <a:path w="13805" h="360844">
                <a:moveTo>
                  <a:pt x="0" y="360844"/>
                </a:moveTo>
                <a:lnTo>
                  <a:pt x="0" y="359123"/>
                </a:lnTo>
                <a:lnTo>
                  <a:pt x="0" y="357623"/>
                </a:lnTo>
                <a:lnTo>
                  <a:pt x="0" y="355910"/>
                </a:lnTo>
                <a:lnTo>
                  <a:pt x="476" y="354410"/>
                </a:lnTo>
                <a:lnTo>
                  <a:pt x="476" y="352697"/>
                </a:lnTo>
                <a:lnTo>
                  <a:pt x="476" y="350762"/>
                </a:lnTo>
                <a:lnTo>
                  <a:pt x="476" y="349262"/>
                </a:lnTo>
                <a:lnTo>
                  <a:pt x="476" y="347549"/>
                </a:lnTo>
                <a:lnTo>
                  <a:pt x="793" y="346049"/>
                </a:lnTo>
                <a:lnTo>
                  <a:pt x="793" y="344327"/>
                </a:lnTo>
                <a:lnTo>
                  <a:pt x="793" y="342614"/>
                </a:lnTo>
                <a:lnTo>
                  <a:pt x="793" y="340901"/>
                </a:lnTo>
                <a:lnTo>
                  <a:pt x="793" y="339188"/>
                </a:lnTo>
                <a:lnTo>
                  <a:pt x="1269" y="337679"/>
                </a:lnTo>
                <a:lnTo>
                  <a:pt x="1269" y="335966"/>
                </a:lnTo>
                <a:lnTo>
                  <a:pt x="1269" y="334253"/>
                </a:lnTo>
                <a:lnTo>
                  <a:pt x="1269" y="332540"/>
                </a:lnTo>
                <a:lnTo>
                  <a:pt x="1269" y="330818"/>
                </a:lnTo>
                <a:lnTo>
                  <a:pt x="1586" y="329105"/>
                </a:lnTo>
                <a:lnTo>
                  <a:pt x="1586" y="327392"/>
                </a:lnTo>
                <a:lnTo>
                  <a:pt x="1586" y="325892"/>
                </a:lnTo>
                <a:lnTo>
                  <a:pt x="1586" y="323958"/>
                </a:lnTo>
                <a:lnTo>
                  <a:pt x="1904" y="322458"/>
                </a:lnTo>
                <a:lnTo>
                  <a:pt x="1904" y="320745"/>
                </a:lnTo>
                <a:lnTo>
                  <a:pt x="1904" y="318810"/>
                </a:lnTo>
                <a:lnTo>
                  <a:pt x="1904" y="317310"/>
                </a:lnTo>
                <a:lnTo>
                  <a:pt x="1904" y="315597"/>
                </a:lnTo>
                <a:lnTo>
                  <a:pt x="1904" y="313884"/>
                </a:lnTo>
                <a:lnTo>
                  <a:pt x="1904" y="312171"/>
                </a:lnTo>
                <a:lnTo>
                  <a:pt x="1904" y="310662"/>
                </a:lnTo>
                <a:lnTo>
                  <a:pt x="1904" y="308736"/>
                </a:lnTo>
                <a:lnTo>
                  <a:pt x="1904" y="307023"/>
                </a:lnTo>
                <a:lnTo>
                  <a:pt x="2380" y="305301"/>
                </a:lnTo>
                <a:lnTo>
                  <a:pt x="2380" y="303588"/>
                </a:lnTo>
                <a:lnTo>
                  <a:pt x="2380" y="301875"/>
                </a:lnTo>
                <a:lnTo>
                  <a:pt x="2380" y="300162"/>
                </a:lnTo>
                <a:lnTo>
                  <a:pt x="2380" y="298662"/>
                </a:lnTo>
                <a:lnTo>
                  <a:pt x="2697" y="296710"/>
                </a:lnTo>
                <a:lnTo>
                  <a:pt x="2697" y="295201"/>
                </a:lnTo>
                <a:lnTo>
                  <a:pt x="2697" y="293337"/>
                </a:lnTo>
                <a:lnTo>
                  <a:pt x="2697" y="291828"/>
                </a:lnTo>
                <a:lnTo>
                  <a:pt x="3173" y="289875"/>
                </a:lnTo>
                <a:lnTo>
                  <a:pt x="3173" y="288189"/>
                </a:lnTo>
                <a:lnTo>
                  <a:pt x="3173" y="286414"/>
                </a:lnTo>
                <a:lnTo>
                  <a:pt x="3173" y="284728"/>
                </a:lnTo>
                <a:lnTo>
                  <a:pt x="3173" y="283041"/>
                </a:lnTo>
                <a:lnTo>
                  <a:pt x="3491" y="281089"/>
                </a:lnTo>
                <a:lnTo>
                  <a:pt x="3491" y="279580"/>
                </a:lnTo>
                <a:lnTo>
                  <a:pt x="3491" y="277627"/>
                </a:lnTo>
                <a:lnTo>
                  <a:pt x="3491" y="276118"/>
                </a:lnTo>
                <a:lnTo>
                  <a:pt x="3491" y="274254"/>
                </a:lnTo>
                <a:lnTo>
                  <a:pt x="3967" y="272479"/>
                </a:lnTo>
                <a:lnTo>
                  <a:pt x="3967" y="270793"/>
                </a:lnTo>
                <a:lnTo>
                  <a:pt x="3967" y="269107"/>
                </a:lnTo>
                <a:lnTo>
                  <a:pt x="3967" y="267154"/>
                </a:lnTo>
                <a:lnTo>
                  <a:pt x="3967" y="265645"/>
                </a:lnTo>
                <a:lnTo>
                  <a:pt x="3967" y="263692"/>
                </a:lnTo>
                <a:lnTo>
                  <a:pt x="3967" y="262184"/>
                </a:lnTo>
                <a:lnTo>
                  <a:pt x="3967" y="260320"/>
                </a:lnTo>
                <a:lnTo>
                  <a:pt x="3967" y="258545"/>
                </a:lnTo>
                <a:lnTo>
                  <a:pt x="4284" y="256592"/>
                </a:lnTo>
                <a:lnTo>
                  <a:pt x="4284" y="255172"/>
                </a:lnTo>
                <a:lnTo>
                  <a:pt x="4284" y="253219"/>
                </a:lnTo>
                <a:lnTo>
                  <a:pt x="4284" y="251444"/>
                </a:lnTo>
                <a:lnTo>
                  <a:pt x="4284" y="249758"/>
                </a:lnTo>
                <a:lnTo>
                  <a:pt x="4601" y="248071"/>
                </a:lnTo>
                <a:lnTo>
                  <a:pt x="4601" y="246119"/>
                </a:lnTo>
                <a:lnTo>
                  <a:pt x="4601" y="244432"/>
                </a:lnTo>
                <a:lnTo>
                  <a:pt x="4601" y="242657"/>
                </a:lnTo>
                <a:lnTo>
                  <a:pt x="4601" y="240971"/>
                </a:lnTo>
                <a:lnTo>
                  <a:pt x="5077" y="239018"/>
                </a:lnTo>
                <a:lnTo>
                  <a:pt x="5077" y="237332"/>
                </a:lnTo>
                <a:lnTo>
                  <a:pt x="5077" y="235379"/>
                </a:lnTo>
                <a:lnTo>
                  <a:pt x="5077" y="233871"/>
                </a:lnTo>
                <a:lnTo>
                  <a:pt x="5077" y="232007"/>
                </a:lnTo>
                <a:lnTo>
                  <a:pt x="5395" y="230232"/>
                </a:lnTo>
                <a:lnTo>
                  <a:pt x="5395" y="228368"/>
                </a:lnTo>
                <a:lnTo>
                  <a:pt x="5395" y="226593"/>
                </a:lnTo>
                <a:lnTo>
                  <a:pt x="5395" y="224640"/>
                </a:lnTo>
                <a:lnTo>
                  <a:pt x="5871" y="223220"/>
                </a:lnTo>
                <a:lnTo>
                  <a:pt x="5871" y="221267"/>
                </a:lnTo>
                <a:lnTo>
                  <a:pt x="5871" y="219492"/>
                </a:lnTo>
                <a:lnTo>
                  <a:pt x="5871" y="217628"/>
                </a:lnTo>
                <a:lnTo>
                  <a:pt x="5871" y="215853"/>
                </a:lnTo>
                <a:lnTo>
                  <a:pt x="6188" y="213989"/>
                </a:lnTo>
                <a:lnTo>
                  <a:pt x="6188" y="212214"/>
                </a:lnTo>
                <a:lnTo>
                  <a:pt x="6188" y="210350"/>
                </a:lnTo>
                <a:lnTo>
                  <a:pt x="6188" y="208575"/>
                </a:lnTo>
                <a:lnTo>
                  <a:pt x="6188" y="206711"/>
                </a:lnTo>
                <a:lnTo>
                  <a:pt x="6188" y="204936"/>
                </a:lnTo>
                <a:lnTo>
                  <a:pt x="6188" y="203250"/>
                </a:lnTo>
                <a:lnTo>
                  <a:pt x="6188" y="201564"/>
                </a:lnTo>
                <a:lnTo>
                  <a:pt x="6188" y="199611"/>
                </a:lnTo>
                <a:lnTo>
                  <a:pt x="6188" y="197836"/>
                </a:lnTo>
                <a:lnTo>
                  <a:pt x="6506" y="196149"/>
                </a:lnTo>
                <a:lnTo>
                  <a:pt x="6506" y="194197"/>
                </a:lnTo>
                <a:lnTo>
                  <a:pt x="6506" y="192510"/>
                </a:lnTo>
                <a:lnTo>
                  <a:pt x="6506" y="190558"/>
                </a:lnTo>
                <a:lnTo>
                  <a:pt x="6982" y="188871"/>
                </a:lnTo>
                <a:lnTo>
                  <a:pt x="6982" y="186741"/>
                </a:lnTo>
                <a:lnTo>
                  <a:pt x="6982" y="185055"/>
                </a:lnTo>
                <a:lnTo>
                  <a:pt x="6982" y="183102"/>
                </a:lnTo>
                <a:lnTo>
                  <a:pt x="6982" y="181327"/>
                </a:lnTo>
                <a:lnTo>
                  <a:pt x="7299" y="179641"/>
                </a:lnTo>
                <a:lnTo>
                  <a:pt x="7299" y="177688"/>
                </a:lnTo>
                <a:lnTo>
                  <a:pt x="7299" y="176002"/>
                </a:lnTo>
                <a:lnTo>
                  <a:pt x="7299" y="174049"/>
                </a:lnTo>
                <a:lnTo>
                  <a:pt x="7299" y="172363"/>
                </a:lnTo>
                <a:lnTo>
                  <a:pt x="7775" y="170410"/>
                </a:lnTo>
                <a:lnTo>
                  <a:pt x="7775" y="168724"/>
                </a:lnTo>
                <a:lnTo>
                  <a:pt x="7775" y="166771"/>
                </a:lnTo>
                <a:lnTo>
                  <a:pt x="7775" y="164819"/>
                </a:lnTo>
                <a:lnTo>
                  <a:pt x="7775" y="163132"/>
                </a:lnTo>
                <a:lnTo>
                  <a:pt x="8093" y="161180"/>
                </a:lnTo>
                <a:lnTo>
                  <a:pt x="8093" y="159493"/>
                </a:lnTo>
                <a:lnTo>
                  <a:pt x="8093" y="157541"/>
                </a:lnTo>
                <a:lnTo>
                  <a:pt x="8093" y="155854"/>
                </a:lnTo>
                <a:lnTo>
                  <a:pt x="8093" y="153724"/>
                </a:lnTo>
                <a:lnTo>
                  <a:pt x="8093" y="151949"/>
                </a:lnTo>
                <a:lnTo>
                  <a:pt x="8093" y="150085"/>
                </a:lnTo>
                <a:lnTo>
                  <a:pt x="8093" y="148310"/>
                </a:lnTo>
                <a:lnTo>
                  <a:pt x="8093" y="146446"/>
                </a:lnTo>
                <a:lnTo>
                  <a:pt x="8410" y="144494"/>
                </a:lnTo>
                <a:lnTo>
                  <a:pt x="8410" y="142807"/>
                </a:lnTo>
                <a:lnTo>
                  <a:pt x="8410" y="140855"/>
                </a:lnTo>
                <a:lnTo>
                  <a:pt x="8410" y="139168"/>
                </a:lnTo>
                <a:lnTo>
                  <a:pt x="8410" y="136949"/>
                </a:lnTo>
                <a:lnTo>
                  <a:pt x="8886" y="135263"/>
                </a:lnTo>
                <a:lnTo>
                  <a:pt x="8886" y="133577"/>
                </a:lnTo>
                <a:lnTo>
                  <a:pt x="8886" y="131624"/>
                </a:lnTo>
                <a:lnTo>
                  <a:pt x="8886" y="129671"/>
                </a:lnTo>
                <a:lnTo>
                  <a:pt x="8886" y="127719"/>
                </a:lnTo>
                <a:lnTo>
                  <a:pt x="9203" y="126032"/>
                </a:lnTo>
                <a:lnTo>
                  <a:pt x="9203" y="124080"/>
                </a:lnTo>
                <a:lnTo>
                  <a:pt x="9203" y="122216"/>
                </a:lnTo>
                <a:lnTo>
                  <a:pt x="9203" y="120441"/>
                </a:lnTo>
                <a:lnTo>
                  <a:pt x="9203" y="118577"/>
                </a:lnTo>
                <a:lnTo>
                  <a:pt x="9679" y="116624"/>
                </a:lnTo>
                <a:lnTo>
                  <a:pt x="9679" y="114672"/>
                </a:lnTo>
                <a:lnTo>
                  <a:pt x="9679" y="112985"/>
                </a:lnTo>
                <a:lnTo>
                  <a:pt x="9679" y="111033"/>
                </a:lnTo>
                <a:lnTo>
                  <a:pt x="9997" y="109080"/>
                </a:lnTo>
                <a:lnTo>
                  <a:pt x="9997" y="107216"/>
                </a:lnTo>
                <a:lnTo>
                  <a:pt x="9997" y="105264"/>
                </a:lnTo>
                <a:lnTo>
                  <a:pt x="9997" y="103489"/>
                </a:lnTo>
                <a:lnTo>
                  <a:pt x="9997" y="101625"/>
                </a:lnTo>
                <a:lnTo>
                  <a:pt x="10473" y="99672"/>
                </a:lnTo>
                <a:lnTo>
                  <a:pt x="10473" y="97719"/>
                </a:lnTo>
                <a:lnTo>
                  <a:pt x="10473" y="95856"/>
                </a:lnTo>
                <a:lnTo>
                  <a:pt x="10473" y="94080"/>
                </a:lnTo>
                <a:lnTo>
                  <a:pt x="10473" y="92128"/>
                </a:lnTo>
                <a:lnTo>
                  <a:pt x="10473" y="90264"/>
                </a:lnTo>
                <a:lnTo>
                  <a:pt x="10473" y="88311"/>
                </a:lnTo>
                <a:lnTo>
                  <a:pt x="10473" y="86359"/>
                </a:lnTo>
                <a:lnTo>
                  <a:pt x="10473" y="84406"/>
                </a:lnTo>
                <a:lnTo>
                  <a:pt x="10473" y="82720"/>
                </a:lnTo>
                <a:lnTo>
                  <a:pt x="10790" y="80767"/>
                </a:lnTo>
                <a:lnTo>
                  <a:pt x="10790" y="78903"/>
                </a:lnTo>
                <a:lnTo>
                  <a:pt x="10790" y="76951"/>
                </a:lnTo>
                <a:lnTo>
                  <a:pt x="10790" y="74998"/>
                </a:lnTo>
                <a:lnTo>
                  <a:pt x="11108" y="73312"/>
                </a:lnTo>
                <a:lnTo>
                  <a:pt x="11108" y="71182"/>
                </a:lnTo>
                <a:lnTo>
                  <a:pt x="11108" y="69406"/>
                </a:lnTo>
                <a:lnTo>
                  <a:pt x="11108" y="67276"/>
                </a:lnTo>
                <a:lnTo>
                  <a:pt x="11108" y="65590"/>
                </a:lnTo>
                <a:lnTo>
                  <a:pt x="11584" y="63637"/>
                </a:lnTo>
                <a:lnTo>
                  <a:pt x="11584" y="61507"/>
                </a:lnTo>
                <a:lnTo>
                  <a:pt x="11584" y="59821"/>
                </a:lnTo>
                <a:lnTo>
                  <a:pt x="11584" y="57868"/>
                </a:lnTo>
                <a:lnTo>
                  <a:pt x="11584" y="55916"/>
                </a:lnTo>
                <a:lnTo>
                  <a:pt x="11901" y="53963"/>
                </a:lnTo>
                <a:lnTo>
                  <a:pt x="11901" y="52099"/>
                </a:lnTo>
                <a:lnTo>
                  <a:pt x="11901" y="50146"/>
                </a:lnTo>
                <a:lnTo>
                  <a:pt x="11901" y="48194"/>
                </a:lnTo>
                <a:lnTo>
                  <a:pt x="11901" y="46241"/>
                </a:lnTo>
                <a:lnTo>
                  <a:pt x="12377" y="44377"/>
                </a:lnTo>
                <a:lnTo>
                  <a:pt x="12377" y="42602"/>
                </a:lnTo>
                <a:lnTo>
                  <a:pt x="12377" y="40472"/>
                </a:lnTo>
                <a:lnTo>
                  <a:pt x="12377" y="38519"/>
                </a:lnTo>
                <a:lnTo>
                  <a:pt x="12377" y="36656"/>
                </a:lnTo>
                <a:lnTo>
                  <a:pt x="12377" y="34703"/>
                </a:lnTo>
                <a:lnTo>
                  <a:pt x="12377" y="33017"/>
                </a:lnTo>
                <a:lnTo>
                  <a:pt x="12377" y="30886"/>
                </a:lnTo>
                <a:lnTo>
                  <a:pt x="12377" y="28934"/>
                </a:lnTo>
                <a:lnTo>
                  <a:pt x="12694" y="27159"/>
                </a:lnTo>
                <a:lnTo>
                  <a:pt x="12694" y="25029"/>
                </a:lnTo>
                <a:lnTo>
                  <a:pt x="12694" y="23165"/>
                </a:lnTo>
                <a:lnTo>
                  <a:pt x="12694" y="21390"/>
                </a:lnTo>
                <a:lnTo>
                  <a:pt x="12694" y="19259"/>
                </a:lnTo>
                <a:lnTo>
                  <a:pt x="13012" y="17307"/>
                </a:lnTo>
                <a:lnTo>
                  <a:pt x="13012" y="15443"/>
                </a:lnTo>
                <a:lnTo>
                  <a:pt x="13012" y="13490"/>
                </a:lnTo>
                <a:lnTo>
                  <a:pt x="13012" y="11538"/>
                </a:lnTo>
                <a:lnTo>
                  <a:pt x="13012" y="9585"/>
                </a:lnTo>
                <a:lnTo>
                  <a:pt x="13488" y="7721"/>
                </a:lnTo>
                <a:lnTo>
                  <a:pt x="13488" y="5769"/>
                </a:lnTo>
                <a:lnTo>
                  <a:pt x="13488" y="3638"/>
                </a:lnTo>
                <a:lnTo>
                  <a:pt x="13488" y="1863"/>
                </a:lnTo>
                <a:lnTo>
                  <a:pt x="13805" y="0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4370817" y="2994829"/>
            <a:ext cx="13012" cy="403394"/>
          </a:xfrm>
          <a:custGeom>
            <a:avLst/>
            <a:gdLst/>
            <a:ahLst/>
            <a:cxnLst/>
            <a:rect l="l" t="t" r="r" b="b"/>
            <a:pathLst>
              <a:path w="13012" h="403394">
                <a:moveTo>
                  <a:pt x="0" y="403394"/>
                </a:moveTo>
                <a:lnTo>
                  <a:pt x="0" y="401175"/>
                </a:lnTo>
                <a:lnTo>
                  <a:pt x="0" y="399311"/>
                </a:lnTo>
                <a:lnTo>
                  <a:pt x="0" y="397536"/>
                </a:lnTo>
                <a:lnTo>
                  <a:pt x="0" y="395406"/>
                </a:lnTo>
                <a:lnTo>
                  <a:pt x="476" y="393453"/>
                </a:lnTo>
                <a:lnTo>
                  <a:pt x="476" y="391589"/>
                </a:lnTo>
                <a:lnTo>
                  <a:pt x="476" y="389459"/>
                </a:lnTo>
                <a:lnTo>
                  <a:pt x="476" y="387684"/>
                </a:lnTo>
                <a:lnTo>
                  <a:pt x="476" y="385820"/>
                </a:lnTo>
                <a:lnTo>
                  <a:pt x="793" y="383601"/>
                </a:lnTo>
                <a:lnTo>
                  <a:pt x="793" y="381737"/>
                </a:lnTo>
                <a:lnTo>
                  <a:pt x="793" y="379785"/>
                </a:lnTo>
                <a:lnTo>
                  <a:pt x="793" y="377832"/>
                </a:lnTo>
                <a:lnTo>
                  <a:pt x="793" y="375880"/>
                </a:lnTo>
                <a:lnTo>
                  <a:pt x="793" y="374016"/>
                </a:lnTo>
                <a:lnTo>
                  <a:pt x="793" y="371797"/>
                </a:lnTo>
                <a:lnTo>
                  <a:pt x="793" y="369933"/>
                </a:lnTo>
                <a:lnTo>
                  <a:pt x="793" y="367980"/>
                </a:lnTo>
                <a:lnTo>
                  <a:pt x="1269" y="366028"/>
                </a:lnTo>
                <a:lnTo>
                  <a:pt x="1269" y="364164"/>
                </a:lnTo>
                <a:lnTo>
                  <a:pt x="1269" y="362211"/>
                </a:lnTo>
                <a:lnTo>
                  <a:pt x="1269" y="360081"/>
                </a:lnTo>
                <a:lnTo>
                  <a:pt x="1269" y="358128"/>
                </a:lnTo>
                <a:lnTo>
                  <a:pt x="1586" y="356176"/>
                </a:lnTo>
                <a:lnTo>
                  <a:pt x="1586" y="354046"/>
                </a:lnTo>
                <a:lnTo>
                  <a:pt x="1586" y="352359"/>
                </a:lnTo>
                <a:lnTo>
                  <a:pt x="1586" y="350407"/>
                </a:lnTo>
                <a:lnTo>
                  <a:pt x="1586" y="348277"/>
                </a:lnTo>
                <a:lnTo>
                  <a:pt x="1904" y="346324"/>
                </a:lnTo>
                <a:lnTo>
                  <a:pt x="1904" y="344371"/>
                </a:lnTo>
                <a:lnTo>
                  <a:pt x="1904" y="342241"/>
                </a:lnTo>
                <a:lnTo>
                  <a:pt x="1904" y="340289"/>
                </a:lnTo>
                <a:lnTo>
                  <a:pt x="1904" y="338425"/>
                </a:lnTo>
                <a:lnTo>
                  <a:pt x="2380" y="336206"/>
                </a:lnTo>
                <a:lnTo>
                  <a:pt x="2380" y="334342"/>
                </a:lnTo>
                <a:lnTo>
                  <a:pt x="2380" y="332389"/>
                </a:lnTo>
                <a:lnTo>
                  <a:pt x="2380" y="330437"/>
                </a:lnTo>
                <a:lnTo>
                  <a:pt x="2697" y="328484"/>
                </a:lnTo>
                <a:lnTo>
                  <a:pt x="2697" y="326620"/>
                </a:lnTo>
                <a:lnTo>
                  <a:pt x="2697" y="324490"/>
                </a:lnTo>
                <a:lnTo>
                  <a:pt x="2697" y="322537"/>
                </a:lnTo>
                <a:lnTo>
                  <a:pt x="2697" y="320585"/>
                </a:lnTo>
                <a:lnTo>
                  <a:pt x="2697" y="318455"/>
                </a:lnTo>
                <a:lnTo>
                  <a:pt x="2697" y="316502"/>
                </a:lnTo>
                <a:lnTo>
                  <a:pt x="2697" y="314549"/>
                </a:lnTo>
                <a:lnTo>
                  <a:pt x="2697" y="312686"/>
                </a:lnTo>
                <a:lnTo>
                  <a:pt x="2697" y="310555"/>
                </a:lnTo>
                <a:lnTo>
                  <a:pt x="3173" y="308603"/>
                </a:lnTo>
                <a:lnTo>
                  <a:pt x="3173" y="306650"/>
                </a:lnTo>
                <a:lnTo>
                  <a:pt x="3173" y="304520"/>
                </a:lnTo>
                <a:lnTo>
                  <a:pt x="3173" y="302567"/>
                </a:lnTo>
                <a:lnTo>
                  <a:pt x="3173" y="300615"/>
                </a:lnTo>
                <a:lnTo>
                  <a:pt x="3491" y="298485"/>
                </a:lnTo>
                <a:lnTo>
                  <a:pt x="3491" y="296621"/>
                </a:lnTo>
                <a:lnTo>
                  <a:pt x="3491" y="294668"/>
                </a:lnTo>
                <a:lnTo>
                  <a:pt x="3491" y="292538"/>
                </a:lnTo>
                <a:lnTo>
                  <a:pt x="3808" y="290585"/>
                </a:lnTo>
                <a:lnTo>
                  <a:pt x="3808" y="288633"/>
                </a:lnTo>
                <a:lnTo>
                  <a:pt x="3808" y="286503"/>
                </a:lnTo>
                <a:lnTo>
                  <a:pt x="3808" y="284550"/>
                </a:lnTo>
                <a:lnTo>
                  <a:pt x="3808" y="282420"/>
                </a:lnTo>
                <a:lnTo>
                  <a:pt x="4284" y="280467"/>
                </a:lnTo>
                <a:lnTo>
                  <a:pt x="4284" y="278337"/>
                </a:lnTo>
                <a:lnTo>
                  <a:pt x="4284" y="276385"/>
                </a:lnTo>
                <a:lnTo>
                  <a:pt x="4284" y="274521"/>
                </a:lnTo>
                <a:lnTo>
                  <a:pt x="4284" y="272391"/>
                </a:lnTo>
                <a:lnTo>
                  <a:pt x="4601" y="270438"/>
                </a:lnTo>
                <a:lnTo>
                  <a:pt x="4601" y="268485"/>
                </a:lnTo>
                <a:lnTo>
                  <a:pt x="4601" y="266533"/>
                </a:lnTo>
                <a:lnTo>
                  <a:pt x="4601" y="264403"/>
                </a:lnTo>
                <a:lnTo>
                  <a:pt x="4601" y="262450"/>
                </a:lnTo>
                <a:lnTo>
                  <a:pt x="4601" y="260586"/>
                </a:lnTo>
                <a:lnTo>
                  <a:pt x="4601" y="258190"/>
                </a:lnTo>
                <a:lnTo>
                  <a:pt x="4601" y="256237"/>
                </a:lnTo>
                <a:lnTo>
                  <a:pt x="4601" y="254373"/>
                </a:lnTo>
                <a:lnTo>
                  <a:pt x="5077" y="252421"/>
                </a:lnTo>
                <a:lnTo>
                  <a:pt x="5077" y="250290"/>
                </a:lnTo>
                <a:lnTo>
                  <a:pt x="5077" y="248338"/>
                </a:lnTo>
                <a:lnTo>
                  <a:pt x="5077" y="246385"/>
                </a:lnTo>
                <a:lnTo>
                  <a:pt x="5077" y="244255"/>
                </a:lnTo>
                <a:lnTo>
                  <a:pt x="5395" y="242302"/>
                </a:lnTo>
                <a:lnTo>
                  <a:pt x="5395" y="240172"/>
                </a:lnTo>
                <a:lnTo>
                  <a:pt x="5395" y="238220"/>
                </a:lnTo>
                <a:lnTo>
                  <a:pt x="5395" y="236089"/>
                </a:lnTo>
                <a:lnTo>
                  <a:pt x="5395" y="234137"/>
                </a:lnTo>
                <a:lnTo>
                  <a:pt x="5871" y="232273"/>
                </a:lnTo>
                <a:lnTo>
                  <a:pt x="5871" y="230143"/>
                </a:lnTo>
                <a:lnTo>
                  <a:pt x="5871" y="227924"/>
                </a:lnTo>
                <a:lnTo>
                  <a:pt x="5871" y="226060"/>
                </a:lnTo>
                <a:lnTo>
                  <a:pt x="5871" y="224107"/>
                </a:lnTo>
                <a:lnTo>
                  <a:pt x="6188" y="221977"/>
                </a:lnTo>
                <a:lnTo>
                  <a:pt x="6188" y="220025"/>
                </a:lnTo>
                <a:lnTo>
                  <a:pt x="6188" y="218072"/>
                </a:lnTo>
                <a:lnTo>
                  <a:pt x="6188" y="215764"/>
                </a:lnTo>
                <a:lnTo>
                  <a:pt x="6506" y="213812"/>
                </a:lnTo>
                <a:lnTo>
                  <a:pt x="6506" y="211859"/>
                </a:lnTo>
                <a:lnTo>
                  <a:pt x="6506" y="209729"/>
                </a:lnTo>
                <a:lnTo>
                  <a:pt x="6506" y="207776"/>
                </a:lnTo>
                <a:lnTo>
                  <a:pt x="6506" y="205646"/>
                </a:lnTo>
                <a:lnTo>
                  <a:pt x="6982" y="203694"/>
                </a:lnTo>
                <a:lnTo>
                  <a:pt x="6982" y="201564"/>
                </a:lnTo>
                <a:lnTo>
                  <a:pt x="6982" y="199700"/>
                </a:lnTo>
                <a:lnTo>
                  <a:pt x="6982" y="197747"/>
                </a:lnTo>
                <a:lnTo>
                  <a:pt x="6982" y="195617"/>
                </a:lnTo>
                <a:lnTo>
                  <a:pt x="6982" y="193398"/>
                </a:lnTo>
                <a:lnTo>
                  <a:pt x="6982" y="191534"/>
                </a:lnTo>
                <a:lnTo>
                  <a:pt x="6982" y="189582"/>
                </a:lnTo>
                <a:lnTo>
                  <a:pt x="6982" y="187451"/>
                </a:lnTo>
                <a:lnTo>
                  <a:pt x="6982" y="185321"/>
                </a:lnTo>
                <a:lnTo>
                  <a:pt x="7299" y="183369"/>
                </a:lnTo>
                <a:lnTo>
                  <a:pt x="7299" y="181416"/>
                </a:lnTo>
                <a:lnTo>
                  <a:pt x="7299" y="179108"/>
                </a:lnTo>
                <a:lnTo>
                  <a:pt x="7299" y="177156"/>
                </a:lnTo>
                <a:lnTo>
                  <a:pt x="7775" y="175203"/>
                </a:lnTo>
                <a:lnTo>
                  <a:pt x="7775" y="173250"/>
                </a:lnTo>
                <a:lnTo>
                  <a:pt x="7775" y="170943"/>
                </a:lnTo>
                <a:lnTo>
                  <a:pt x="7775" y="168990"/>
                </a:lnTo>
                <a:lnTo>
                  <a:pt x="7775" y="167038"/>
                </a:lnTo>
                <a:lnTo>
                  <a:pt x="8093" y="164907"/>
                </a:lnTo>
                <a:lnTo>
                  <a:pt x="8093" y="162777"/>
                </a:lnTo>
                <a:lnTo>
                  <a:pt x="8093" y="160825"/>
                </a:lnTo>
                <a:lnTo>
                  <a:pt x="8093" y="158872"/>
                </a:lnTo>
                <a:lnTo>
                  <a:pt x="8093" y="156742"/>
                </a:lnTo>
                <a:lnTo>
                  <a:pt x="8410" y="154612"/>
                </a:lnTo>
                <a:lnTo>
                  <a:pt x="8410" y="152659"/>
                </a:lnTo>
                <a:lnTo>
                  <a:pt x="8410" y="150795"/>
                </a:lnTo>
                <a:lnTo>
                  <a:pt x="8410" y="148399"/>
                </a:lnTo>
                <a:lnTo>
                  <a:pt x="8410" y="146446"/>
                </a:lnTo>
                <a:lnTo>
                  <a:pt x="8886" y="144582"/>
                </a:lnTo>
                <a:lnTo>
                  <a:pt x="8886" y="142630"/>
                </a:lnTo>
                <a:lnTo>
                  <a:pt x="8886" y="140233"/>
                </a:lnTo>
                <a:lnTo>
                  <a:pt x="8886" y="138370"/>
                </a:lnTo>
                <a:lnTo>
                  <a:pt x="8886" y="136417"/>
                </a:lnTo>
                <a:lnTo>
                  <a:pt x="8886" y="134287"/>
                </a:lnTo>
                <a:lnTo>
                  <a:pt x="8886" y="132157"/>
                </a:lnTo>
                <a:lnTo>
                  <a:pt x="8886" y="130204"/>
                </a:lnTo>
                <a:lnTo>
                  <a:pt x="8886" y="128074"/>
                </a:lnTo>
                <a:lnTo>
                  <a:pt x="9203" y="125855"/>
                </a:lnTo>
                <a:lnTo>
                  <a:pt x="9203" y="123991"/>
                </a:lnTo>
                <a:lnTo>
                  <a:pt x="9203" y="121861"/>
                </a:lnTo>
                <a:lnTo>
                  <a:pt x="9203" y="119908"/>
                </a:lnTo>
                <a:lnTo>
                  <a:pt x="9203" y="117778"/>
                </a:lnTo>
                <a:lnTo>
                  <a:pt x="9679" y="115559"/>
                </a:lnTo>
                <a:lnTo>
                  <a:pt x="9679" y="113695"/>
                </a:lnTo>
                <a:lnTo>
                  <a:pt x="9679" y="111743"/>
                </a:lnTo>
                <a:lnTo>
                  <a:pt x="9679" y="109346"/>
                </a:lnTo>
                <a:lnTo>
                  <a:pt x="9679" y="107483"/>
                </a:lnTo>
                <a:lnTo>
                  <a:pt x="9997" y="105530"/>
                </a:lnTo>
                <a:lnTo>
                  <a:pt x="9997" y="103400"/>
                </a:lnTo>
                <a:lnTo>
                  <a:pt x="9997" y="101270"/>
                </a:lnTo>
                <a:lnTo>
                  <a:pt x="9997" y="99317"/>
                </a:lnTo>
                <a:lnTo>
                  <a:pt x="10314" y="97187"/>
                </a:lnTo>
                <a:lnTo>
                  <a:pt x="10314" y="95234"/>
                </a:lnTo>
                <a:lnTo>
                  <a:pt x="10314" y="93104"/>
                </a:lnTo>
                <a:lnTo>
                  <a:pt x="10314" y="90974"/>
                </a:lnTo>
                <a:lnTo>
                  <a:pt x="10314" y="89021"/>
                </a:lnTo>
                <a:lnTo>
                  <a:pt x="10790" y="87069"/>
                </a:lnTo>
                <a:lnTo>
                  <a:pt x="10790" y="84761"/>
                </a:lnTo>
                <a:lnTo>
                  <a:pt x="10790" y="82808"/>
                </a:lnTo>
                <a:lnTo>
                  <a:pt x="10790" y="80856"/>
                </a:lnTo>
                <a:lnTo>
                  <a:pt x="10790" y="78726"/>
                </a:lnTo>
                <a:lnTo>
                  <a:pt x="11108" y="76596"/>
                </a:lnTo>
                <a:lnTo>
                  <a:pt x="11108" y="74465"/>
                </a:lnTo>
                <a:lnTo>
                  <a:pt x="11108" y="72513"/>
                </a:lnTo>
                <a:lnTo>
                  <a:pt x="11108" y="70560"/>
                </a:lnTo>
                <a:lnTo>
                  <a:pt x="11108" y="68253"/>
                </a:lnTo>
                <a:lnTo>
                  <a:pt x="11108" y="66300"/>
                </a:lnTo>
                <a:lnTo>
                  <a:pt x="11108" y="64347"/>
                </a:lnTo>
                <a:lnTo>
                  <a:pt x="11108" y="62217"/>
                </a:lnTo>
                <a:lnTo>
                  <a:pt x="11108" y="60087"/>
                </a:lnTo>
                <a:lnTo>
                  <a:pt x="11584" y="57957"/>
                </a:lnTo>
                <a:lnTo>
                  <a:pt x="11584" y="56004"/>
                </a:lnTo>
                <a:lnTo>
                  <a:pt x="11584" y="54052"/>
                </a:lnTo>
                <a:lnTo>
                  <a:pt x="11584" y="51744"/>
                </a:lnTo>
                <a:lnTo>
                  <a:pt x="11584" y="49791"/>
                </a:lnTo>
                <a:lnTo>
                  <a:pt x="11901" y="47839"/>
                </a:lnTo>
                <a:lnTo>
                  <a:pt x="11901" y="45709"/>
                </a:lnTo>
                <a:lnTo>
                  <a:pt x="11901" y="43579"/>
                </a:lnTo>
                <a:lnTo>
                  <a:pt x="11901" y="41448"/>
                </a:lnTo>
                <a:lnTo>
                  <a:pt x="11901" y="39496"/>
                </a:lnTo>
                <a:lnTo>
                  <a:pt x="12377" y="37366"/>
                </a:lnTo>
                <a:lnTo>
                  <a:pt x="12377" y="35235"/>
                </a:lnTo>
                <a:lnTo>
                  <a:pt x="12377" y="33283"/>
                </a:lnTo>
                <a:lnTo>
                  <a:pt x="12377" y="31153"/>
                </a:lnTo>
                <a:lnTo>
                  <a:pt x="12377" y="29200"/>
                </a:lnTo>
                <a:lnTo>
                  <a:pt x="12694" y="27070"/>
                </a:lnTo>
                <a:lnTo>
                  <a:pt x="12694" y="24940"/>
                </a:lnTo>
                <a:lnTo>
                  <a:pt x="12694" y="22987"/>
                </a:lnTo>
                <a:lnTo>
                  <a:pt x="12694" y="20857"/>
                </a:lnTo>
                <a:lnTo>
                  <a:pt x="13012" y="18727"/>
                </a:lnTo>
                <a:lnTo>
                  <a:pt x="13012" y="16774"/>
                </a:lnTo>
                <a:lnTo>
                  <a:pt x="13012" y="14644"/>
                </a:lnTo>
                <a:lnTo>
                  <a:pt x="13012" y="12692"/>
                </a:lnTo>
                <a:lnTo>
                  <a:pt x="13012" y="10295"/>
                </a:lnTo>
                <a:lnTo>
                  <a:pt x="13012" y="8431"/>
                </a:lnTo>
                <a:lnTo>
                  <a:pt x="13012" y="6479"/>
                </a:lnTo>
                <a:lnTo>
                  <a:pt x="13012" y="4349"/>
                </a:lnTo>
                <a:lnTo>
                  <a:pt x="13012" y="2130"/>
                </a:lnTo>
                <a:lnTo>
                  <a:pt x="13012" y="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4383830" y="2586198"/>
            <a:ext cx="13805" cy="408630"/>
          </a:xfrm>
          <a:custGeom>
            <a:avLst/>
            <a:gdLst/>
            <a:ahLst/>
            <a:cxnLst/>
            <a:rect l="l" t="t" r="r" b="b"/>
            <a:pathLst>
              <a:path w="13805" h="408630">
                <a:moveTo>
                  <a:pt x="0" y="408630"/>
                </a:moveTo>
                <a:lnTo>
                  <a:pt x="476" y="406767"/>
                </a:lnTo>
                <a:lnTo>
                  <a:pt x="476" y="404548"/>
                </a:lnTo>
                <a:lnTo>
                  <a:pt x="476" y="402418"/>
                </a:lnTo>
                <a:lnTo>
                  <a:pt x="476" y="400554"/>
                </a:lnTo>
                <a:lnTo>
                  <a:pt x="476" y="398335"/>
                </a:lnTo>
                <a:lnTo>
                  <a:pt x="793" y="396471"/>
                </a:lnTo>
                <a:lnTo>
                  <a:pt x="793" y="394074"/>
                </a:lnTo>
                <a:lnTo>
                  <a:pt x="793" y="392122"/>
                </a:lnTo>
                <a:lnTo>
                  <a:pt x="793" y="389992"/>
                </a:lnTo>
                <a:lnTo>
                  <a:pt x="1269" y="388039"/>
                </a:lnTo>
                <a:lnTo>
                  <a:pt x="1269" y="385909"/>
                </a:lnTo>
                <a:lnTo>
                  <a:pt x="1269" y="383779"/>
                </a:lnTo>
                <a:lnTo>
                  <a:pt x="1269" y="381826"/>
                </a:lnTo>
                <a:lnTo>
                  <a:pt x="1269" y="379696"/>
                </a:lnTo>
                <a:lnTo>
                  <a:pt x="1586" y="377566"/>
                </a:lnTo>
                <a:lnTo>
                  <a:pt x="1586" y="375613"/>
                </a:lnTo>
                <a:lnTo>
                  <a:pt x="1586" y="373483"/>
                </a:lnTo>
                <a:lnTo>
                  <a:pt x="1586" y="371531"/>
                </a:lnTo>
                <a:lnTo>
                  <a:pt x="1586" y="369400"/>
                </a:lnTo>
                <a:lnTo>
                  <a:pt x="1904" y="367270"/>
                </a:lnTo>
                <a:lnTo>
                  <a:pt x="1904" y="365140"/>
                </a:lnTo>
                <a:lnTo>
                  <a:pt x="1904" y="363454"/>
                </a:lnTo>
                <a:lnTo>
                  <a:pt x="1904" y="361235"/>
                </a:lnTo>
                <a:lnTo>
                  <a:pt x="1904" y="359105"/>
                </a:lnTo>
                <a:lnTo>
                  <a:pt x="2380" y="357241"/>
                </a:lnTo>
                <a:lnTo>
                  <a:pt x="2380" y="355022"/>
                </a:lnTo>
                <a:lnTo>
                  <a:pt x="2380" y="352892"/>
                </a:lnTo>
                <a:lnTo>
                  <a:pt x="2380" y="350762"/>
                </a:lnTo>
                <a:lnTo>
                  <a:pt x="2380" y="348809"/>
                </a:lnTo>
                <a:lnTo>
                  <a:pt x="2380" y="346945"/>
                </a:lnTo>
                <a:lnTo>
                  <a:pt x="2380" y="344549"/>
                </a:lnTo>
                <a:lnTo>
                  <a:pt x="2380" y="342596"/>
                </a:lnTo>
                <a:lnTo>
                  <a:pt x="2380" y="340466"/>
                </a:lnTo>
                <a:lnTo>
                  <a:pt x="2697" y="338513"/>
                </a:lnTo>
                <a:lnTo>
                  <a:pt x="2697" y="336206"/>
                </a:lnTo>
                <a:lnTo>
                  <a:pt x="2697" y="334253"/>
                </a:lnTo>
                <a:lnTo>
                  <a:pt x="2697" y="332301"/>
                </a:lnTo>
                <a:lnTo>
                  <a:pt x="2697" y="330170"/>
                </a:lnTo>
                <a:lnTo>
                  <a:pt x="3173" y="328040"/>
                </a:lnTo>
                <a:lnTo>
                  <a:pt x="3173" y="325910"/>
                </a:lnTo>
                <a:lnTo>
                  <a:pt x="3173" y="323958"/>
                </a:lnTo>
                <a:lnTo>
                  <a:pt x="3173" y="321827"/>
                </a:lnTo>
                <a:lnTo>
                  <a:pt x="3173" y="319697"/>
                </a:lnTo>
                <a:lnTo>
                  <a:pt x="3491" y="317745"/>
                </a:lnTo>
                <a:lnTo>
                  <a:pt x="3491" y="315615"/>
                </a:lnTo>
                <a:lnTo>
                  <a:pt x="3491" y="313662"/>
                </a:lnTo>
                <a:lnTo>
                  <a:pt x="3491" y="311532"/>
                </a:lnTo>
                <a:lnTo>
                  <a:pt x="3967" y="309402"/>
                </a:lnTo>
                <a:lnTo>
                  <a:pt x="3967" y="307271"/>
                </a:lnTo>
                <a:lnTo>
                  <a:pt x="3967" y="305319"/>
                </a:lnTo>
                <a:lnTo>
                  <a:pt x="3967" y="303189"/>
                </a:lnTo>
                <a:lnTo>
                  <a:pt x="3967" y="301059"/>
                </a:lnTo>
                <a:lnTo>
                  <a:pt x="4284" y="299106"/>
                </a:lnTo>
                <a:lnTo>
                  <a:pt x="4284" y="296976"/>
                </a:lnTo>
                <a:lnTo>
                  <a:pt x="4284" y="295023"/>
                </a:lnTo>
                <a:lnTo>
                  <a:pt x="4284" y="292893"/>
                </a:lnTo>
                <a:lnTo>
                  <a:pt x="4284" y="290763"/>
                </a:lnTo>
                <a:lnTo>
                  <a:pt x="4284" y="288810"/>
                </a:lnTo>
                <a:lnTo>
                  <a:pt x="4284" y="286680"/>
                </a:lnTo>
                <a:lnTo>
                  <a:pt x="4284" y="284550"/>
                </a:lnTo>
                <a:lnTo>
                  <a:pt x="4284" y="282331"/>
                </a:lnTo>
                <a:lnTo>
                  <a:pt x="4284" y="280467"/>
                </a:lnTo>
                <a:lnTo>
                  <a:pt x="4601" y="278248"/>
                </a:lnTo>
                <a:lnTo>
                  <a:pt x="4601" y="276118"/>
                </a:lnTo>
                <a:lnTo>
                  <a:pt x="4601" y="274254"/>
                </a:lnTo>
                <a:lnTo>
                  <a:pt x="4601" y="272035"/>
                </a:lnTo>
                <a:lnTo>
                  <a:pt x="5077" y="270172"/>
                </a:lnTo>
                <a:lnTo>
                  <a:pt x="5077" y="267953"/>
                </a:lnTo>
                <a:lnTo>
                  <a:pt x="5077" y="265823"/>
                </a:lnTo>
                <a:lnTo>
                  <a:pt x="5077" y="263959"/>
                </a:lnTo>
                <a:lnTo>
                  <a:pt x="5077" y="261740"/>
                </a:lnTo>
                <a:lnTo>
                  <a:pt x="5395" y="259610"/>
                </a:lnTo>
                <a:lnTo>
                  <a:pt x="5395" y="257480"/>
                </a:lnTo>
                <a:lnTo>
                  <a:pt x="5395" y="255527"/>
                </a:lnTo>
                <a:lnTo>
                  <a:pt x="5395" y="253663"/>
                </a:lnTo>
                <a:lnTo>
                  <a:pt x="5395" y="251267"/>
                </a:lnTo>
                <a:lnTo>
                  <a:pt x="5871" y="249314"/>
                </a:lnTo>
                <a:lnTo>
                  <a:pt x="5871" y="247184"/>
                </a:lnTo>
                <a:lnTo>
                  <a:pt x="5871" y="245231"/>
                </a:lnTo>
                <a:lnTo>
                  <a:pt x="5871" y="243101"/>
                </a:lnTo>
                <a:lnTo>
                  <a:pt x="5871" y="240971"/>
                </a:lnTo>
                <a:lnTo>
                  <a:pt x="6188" y="239018"/>
                </a:lnTo>
                <a:lnTo>
                  <a:pt x="6188" y="237155"/>
                </a:lnTo>
                <a:lnTo>
                  <a:pt x="6188" y="234758"/>
                </a:lnTo>
                <a:lnTo>
                  <a:pt x="6188" y="232806"/>
                </a:lnTo>
                <a:lnTo>
                  <a:pt x="6506" y="230675"/>
                </a:lnTo>
                <a:lnTo>
                  <a:pt x="6506" y="228723"/>
                </a:lnTo>
                <a:lnTo>
                  <a:pt x="6506" y="226593"/>
                </a:lnTo>
                <a:lnTo>
                  <a:pt x="6506" y="224462"/>
                </a:lnTo>
                <a:lnTo>
                  <a:pt x="6506" y="222510"/>
                </a:lnTo>
                <a:lnTo>
                  <a:pt x="6506" y="220380"/>
                </a:lnTo>
                <a:lnTo>
                  <a:pt x="6506" y="218250"/>
                </a:lnTo>
                <a:lnTo>
                  <a:pt x="6506" y="216297"/>
                </a:lnTo>
                <a:lnTo>
                  <a:pt x="6506" y="214167"/>
                </a:lnTo>
                <a:lnTo>
                  <a:pt x="6506" y="212214"/>
                </a:lnTo>
                <a:lnTo>
                  <a:pt x="6982" y="210084"/>
                </a:lnTo>
                <a:lnTo>
                  <a:pt x="6982" y="207954"/>
                </a:lnTo>
                <a:lnTo>
                  <a:pt x="6982" y="206001"/>
                </a:lnTo>
                <a:lnTo>
                  <a:pt x="6982" y="203871"/>
                </a:lnTo>
                <a:lnTo>
                  <a:pt x="6982" y="201741"/>
                </a:lnTo>
                <a:lnTo>
                  <a:pt x="7299" y="199788"/>
                </a:lnTo>
                <a:lnTo>
                  <a:pt x="7299" y="197658"/>
                </a:lnTo>
                <a:lnTo>
                  <a:pt x="7299" y="195706"/>
                </a:lnTo>
                <a:lnTo>
                  <a:pt x="7299" y="193576"/>
                </a:lnTo>
                <a:lnTo>
                  <a:pt x="7775" y="191445"/>
                </a:lnTo>
                <a:lnTo>
                  <a:pt x="7775" y="189493"/>
                </a:lnTo>
                <a:lnTo>
                  <a:pt x="7775" y="187363"/>
                </a:lnTo>
                <a:lnTo>
                  <a:pt x="7775" y="185232"/>
                </a:lnTo>
                <a:lnTo>
                  <a:pt x="7775" y="183280"/>
                </a:lnTo>
                <a:lnTo>
                  <a:pt x="8093" y="181150"/>
                </a:lnTo>
                <a:lnTo>
                  <a:pt x="8093" y="179197"/>
                </a:lnTo>
                <a:lnTo>
                  <a:pt x="8093" y="177067"/>
                </a:lnTo>
                <a:lnTo>
                  <a:pt x="8093" y="174937"/>
                </a:lnTo>
                <a:lnTo>
                  <a:pt x="8093" y="172984"/>
                </a:lnTo>
                <a:lnTo>
                  <a:pt x="8569" y="170854"/>
                </a:lnTo>
                <a:lnTo>
                  <a:pt x="8569" y="168724"/>
                </a:lnTo>
                <a:lnTo>
                  <a:pt x="8569" y="166771"/>
                </a:lnTo>
                <a:lnTo>
                  <a:pt x="8569" y="164819"/>
                </a:lnTo>
                <a:lnTo>
                  <a:pt x="8569" y="162689"/>
                </a:lnTo>
                <a:lnTo>
                  <a:pt x="8569" y="160558"/>
                </a:lnTo>
                <a:lnTo>
                  <a:pt x="8569" y="158606"/>
                </a:lnTo>
                <a:lnTo>
                  <a:pt x="8569" y="156476"/>
                </a:lnTo>
                <a:lnTo>
                  <a:pt x="8569" y="154346"/>
                </a:lnTo>
                <a:lnTo>
                  <a:pt x="8886" y="152393"/>
                </a:lnTo>
                <a:lnTo>
                  <a:pt x="8886" y="150529"/>
                </a:lnTo>
                <a:lnTo>
                  <a:pt x="8886" y="148310"/>
                </a:lnTo>
                <a:lnTo>
                  <a:pt x="8886" y="146180"/>
                </a:lnTo>
                <a:lnTo>
                  <a:pt x="8886" y="144316"/>
                </a:lnTo>
                <a:lnTo>
                  <a:pt x="9203" y="142097"/>
                </a:lnTo>
                <a:lnTo>
                  <a:pt x="9203" y="140233"/>
                </a:lnTo>
                <a:lnTo>
                  <a:pt x="9203" y="138014"/>
                </a:lnTo>
                <a:lnTo>
                  <a:pt x="9203" y="135884"/>
                </a:lnTo>
                <a:lnTo>
                  <a:pt x="9203" y="134020"/>
                </a:lnTo>
                <a:lnTo>
                  <a:pt x="9679" y="132068"/>
                </a:lnTo>
                <a:lnTo>
                  <a:pt x="9679" y="129938"/>
                </a:lnTo>
                <a:lnTo>
                  <a:pt x="9679" y="127808"/>
                </a:lnTo>
                <a:lnTo>
                  <a:pt x="9679" y="125855"/>
                </a:lnTo>
                <a:lnTo>
                  <a:pt x="9679" y="123725"/>
                </a:lnTo>
                <a:lnTo>
                  <a:pt x="9997" y="121506"/>
                </a:lnTo>
                <a:lnTo>
                  <a:pt x="9997" y="119642"/>
                </a:lnTo>
                <a:lnTo>
                  <a:pt x="9997" y="117689"/>
                </a:lnTo>
                <a:lnTo>
                  <a:pt x="9997" y="115559"/>
                </a:lnTo>
                <a:lnTo>
                  <a:pt x="10473" y="113429"/>
                </a:lnTo>
                <a:lnTo>
                  <a:pt x="10473" y="111477"/>
                </a:lnTo>
                <a:lnTo>
                  <a:pt x="10473" y="109524"/>
                </a:lnTo>
                <a:lnTo>
                  <a:pt x="10473" y="107394"/>
                </a:lnTo>
                <a:lnTo>
                  <a:pt x="10473" y="105264"/>
                </a:lnTo>
                <a:lnTo>
                  <a:pt x="10790" y="103311"/>
                </a:lnTo>
                <a:lnTo>
                  <a:pt x="10790" y="101181"/>
                </a:lnTo>
                <a:lnTo>
                  <a:pt x="10790" y="99228"/>
                </a:lnTo>
                <a:lnTo>
                  <a:pt x="10790" y="97098"/>
                </a:lnTo>
                <a:lnTo>
                  <a:pt x="10790" y="95146"/>
                </a:lnTo>
                <a:lnTo>
                  <a:pt x="10790" y="93015"/>
                </a:lnTo>
                <a:lnTo>
                  <a:pt x="10790" y="91063"/>
                </a:lnTo>
                <a:lnTo>
                  <a:pt x="10790" y="88933"/>
                </a:lnTo>
                <a:lnTo>
                  <a:pt x="10790" y="86980"/>
                </a:lnTo>
                <a:lnTo>
                  <a:pt x="10790" y="84850"/>
                </a:lnTo>
                <a:lnTo>
                  <a:pt x="11108" y="82986"/>
                </a:lnTo>
                <a:lnTo>
                  <a:pt x="11108" y="80767"/>
                </a:lnTo>
                <a:lnTo>
                  <a:pt x="11108" y="78903"/>
                </a:lnTo>
                <a:lnTo>
                  <a:pt x="11108" y="76773"/>
                </a:lnTo>
                <a:lnTo>
                  <a:pt x="11108" y="74820"/>
                </a:lnTo>
                <a:lnTo>
                  <a:pt x="11584" y="72868"/>
                </a:lnTo>
                <a:lnTo>
                  <a:pt x="11584" y="70471"/>
                </a:lnTo>
                <a:lnTo>
                  <a:pt x="11584" y="68608"/>
                </a:lnTo>
                <a:lnTo>
                  <a:pt x="11584" y="66655"/>
                </a:lnTo>
                <a:lnTo>
                  <a:pt x="11901" y="64702"/>
                </a:lnTo>
                <a:lnTo>
                  <a:pt x="11901" y="62572"/>
                </a:lnTo>
                <a:lnTo>
                  <a:pt x="11901" y="60442"/>
                </a:lnTo>
                <a:lnTo>
                  <a:pt x="11901" y="58489"/>
                </a:lnTo>
                <a:lnTo>
                  <a:pt x="11901" y="56359"/>
                </a:lnTo>
                <a:lnTo>
                  <a:pt x="12377" y="54407"/>
                </a:lnTo>
                <a:lnTo>
                  <a:pt x="12377" y="52543"/>
                </a:lnTo>
                <a:lnTo>
                  <a:pt x="12377" y="50590"/>
                </a:lnTo>
                <a:lnTo>
                  <a:pt x="12377" y="48194"/>
                </a:lnTo>
                <a:lnTo>
                  <a:pt x="12377" y="46241"/>
                </a:lnTo>
                <a:lnTo>
                  <a:pt x="12694" y="44377"/>
                </a:lnTo>
                <a:lnTo>
                  <a:pt x="12694" y="42247"/>
                </a:lnTo>
                <a:lnTo>
                  <a:pt x="12694" y="40295"/>
                </a:lnTo>
                <a:lnTo>
                  <a:pt x="12694" y="38342"/>
                </a:lnTo>
                <a:lnTo>
                  <a:pt x="12694" y="36389"/>
                </a:lnTo>
                <a:lnTo>
                  <a:pt x="12694" y="34082"/>
                </a:lnTo>
                <a:lnTo>
                  <a:pt x="12694" y="32129"/>
                </a:lnTo>
                <a:lnTo>
                  <a:pt x="12694" y="30176"/>
                </a:lnTo>
                <a:lnTo>
                  <a:pt x="12694" y="28046"/>
                </a:lnTo>
                <a:lnTo>
                  <a:pt x="13012" y="26094"/>
                </a:lnTo>
                <a:lnTo>
                  <a:pt x="13012" y="24230"/>
                </a:lnTo>
                <a:lnTo>
                  <a:pt x="13012" y="22011"/>
                </a:lnTo>
                <a:lnTo>
                  <a:pt x="13012" y="20147"/>
                </a:lnTo>
                <a:lnTo>
                  <a:pt x="13012" y="18017"/>
                </a:lnTo>
                <a:lnTo>
                  <a:pt x="13488" y="16064"/>
                </a:lnTo>
                <a:lnTo>
                  <a:pt x="13488" y="13934"/>
                </a:lnTo>
                <a:lnTo>
                  <a:pt x="13488" y="11982"/>
                </a:lnTo>
                <a:lnTo>
                  <a:pt x="13488" y="10029"/>
                </a:lnTo>
                <a:lnTo>
                  <a:pt x="13488" y="7899"/>
                </a:lnTo>
                <a:lnTo>
                  <a:pt x="13805" y="5946"/>
                </a:lnTo>
                <a:lnTo>
                  <a:pt x="13805" y="4082"/>
                </a:lnTo>
                <a:lnTo>
                  <a:pt x="13805" y="2130"/>
                </a:lnTo>
                <a:lnTo>
                  <a:pt x="13805" y="0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4397635" y="2207922"/>
            <a:ext cx="13488" cy="378276"/>
          </a:xfrm>
          <a:custGeom>
            <a:avLst/>
            <a:gdLst/>
            <a:ahLst/>
            <a:cxnLst/>
            <a:rect l="l" t="t" r="r" b="b"/>
            <a:pathLst>
              <a:path w="13488" h="378276">
                <a:moveTo>
                  <a:pt x="0" y="378276"/>
                </a:moveTo>
                <a:lnTo>
                  <a:pt x="0" y="376323"/>
                </a:lnTo>
                <a:lnTo>
                  <a:pt x="476" y="374371"/>
                </a:lnTo>
                <a:lnTo>
                  <a:pt x="476" y="372241"/>
                </a:lnTo>
                <a:lnTo>
                  <a:pt x="476" y="370288"/>
                </a:lnTo>
                <a:lnTo>
                  <a:pt x="476" y="368158"/>
                </a:lnTo>
                <a:lnTo>
                  <a:pt x="793" y="366205"/>
                </a:lnTo>
                <a:lnTo>
                  <a:pt x="793" y="364075"/>
                </a:lnTo>
                <a:lnTo>
                  <a:pt x="793" y="362122"/>
                </a:lnTo>
                <a:lnTo>
                  <a:pt x="793" y="360259"/>
                </a:lnTo>
                <a:lnTo>
                  <a:pt x="793" y="358128"/>
                </a:lnTo>
                <a:lnTo>
                  <a:pt x="793" y="356176"/>
                </a:lnTo>
                <a:lnTo>
                  <a:pt x="793" y="354223"/>
                </a:lnTo>
                <a:lnTo>
                  <a:pt x="793" y="352093"/>
                </a:lnTo>
                <a:lnTo>
                  <a:pt x="793" y="350140"/>
                </a:lnTo>
                <a:lnTo>
                  <a:pt x="793" y="348188"/>
                </a:lnTo>
                <a:lnTo>
                  <a:pt x="1269" y="346058"/>
                </a:lnTo>
                <a:lnTo>
                  <a:pt x="1269" y="344194"/>
                </a:lnTo>
                <a:lnTo>
                  <a:pt x="1269" y="342241"/>
                </a:lnTo>
                <a:lnTo>
                  <a:pt x="1269" y="340289"/>
                </a:lnTo>
                <a:lnTo>
                  <a:pt x="1269" y="338158"/>
                </a:lnTo>
                <a:lnTo>
                  <a:pt x="1586" y="336206"/>
                </a:lnTo>
                <a:lnTo>
                  <a:pt x="1586" y="334253"/>
                </a:lnTo>
                <a:lnTo>
                  <a:pt x="1586" y="332123"/>
                </a:lnTo>
                <a:lnTo>
                  <a:pt x="1586" y="330170"/>
                </a:lnTo>
                <a:lnTo>
                  <a:pt x="1904" y="328484"/>
                </a:lnTo>
                <a:lnTo>
                  <a:pt x="1904" y="326354"/>
                </a:lnTo>
                <a:lnTo>
                  <a:pt x="1904" y="324401"/>
                </a:lnTo>
                <a:lnTo>
                  <a:pt x="1904" y="322537"/>
                </a:lnTo>
                <a:lnTo>
                  <a:pt x="1904" y="320319"/>
                </a:lnTo>
                <a:lnTo>
                  <a:pt x="2380" y="318455"/>
                </a:lnTo>
                <a:lnTo>
                  <a:pt x="2380" y="316502"/>
                </a:lnTo>
                <a:lnTo>
                  <a:pt x="2380" y="314372"/>
                </a:lnTo>
                <a:lnTo>
                  <a:pt x="2380" y="312419"/>
                </a:lnTo>
                <a:lnTo>
                  <a:pt x="2380" y="310467"/>
                </a:lnTo>
                <a:lnTo>
                  <a:pt x="2697" y="308337"/>
                </a:lnTo>
                <a:lnTo>
                  <a:pt x="2697" y="306384"/>
                </a:lnTo>
                <a:lnTo>
                  <a:pt x="2697" y="304698"/>
                </a:lnTo>
                <a:lnTo>
                  <a:pt x="2697" y="302567"/>
                </a:lnTo>
                <a:lnTo>
                  <a:pt x="2697" y="300615"/>
                </a:lnTo>
                <a:lnTo>
                  <a:pt x="3173" y="298662"/>
                </a:lnTo>
                <a:lnTo>
                  <a:pt x="3173" y="296532"/>
                </a:lnTo>
                <a:lnTo>
                  <a:pt x="3173" y="294579"/>
                </a:lnTo>
                <a:lnTo>
                  <a:pt x="3173" y="292716"/>
                </a:lnTo>
                <a:lnTo>
                  <a:pt x="3173" y="290585"/>
                </a:lnTo>
                <a:lnTo>
                  <a:pt x="3173" y="288810"/>
                </a:lnTo>
                <a:lnTo>
                  <a:pt x="3173" y="286858"/>
                </a:lnTo>
                <a:lnTo>
                  <a:pt x="3173" y="284728"/>
                </a:lnTo>
                <a:lnTo>
                  <a:pt x="3173" y="282864"/>
                </a:lnTo>
                <a:lnTo>
                  <a:pt x="3491" y="280911"/>
                </a:lnTo>
                <a:lnTo>
                  <a:pt x="3491" y="278781"/>
                </a:lnTo>
                <a:lnTo>
                  <a:pt x="3491" y="277006"/>
                </a:lnTo>
                <a:lnTo>
                  <a:pt x="3491" y="275142"/>
                </a:lnTo>
                <a:lnTo>
                  <a:pt x="3491" y="272923"/>
                </a:lnTo>
                <a:lnTo>
                  <a:pt x="3808" y="271059"/>
                </a:lnTo>
                <a:lnTo>
                  <a:pt x="3808" y="269107"/>
                </a:lnTo>
                <a:lnTo>
                  <a:pt x="3808" y="267154"/>
                </a:lnTo>
                <a:lnTo>
                  <a:pt x="3808" y="265201"/>
                </a:lnTo>
                <a:lnTo>
                  <a:pt x="3808" y="263337"/>
                </a:lnTo>
                <a:lnTo>
                  <a:pt x="4284" y="261207"/>
                </a:lnTo>
                <a:lnTo>
                  <a:pt x="4284" y="259432"/>
                </a:lnTo>
                <a:lnTo>
                  <a:pt x="4284" y="257480"/>
                </a:lnTo>
                <a:lnTo>
                  <a:pt x="4284" y="255349"/>
                </a:lnTo>
                <a:lnTo>
                  <a:pt x="4601" y="253486"/>
                </a:lnTo>
                <a:lnTo>
                  <a:pt x="4601" y="251710"/>
                </a:lnTo>
                <a:lnTo>
                  <a:pt x="4601" y="249580"/>
                </a:lnTo>
                <a:lnTo>
                  <a:pt x="4601" y="247628"/>
                </a:lnTo>
                <a:lnTo>
                  <a:pt x="4601" y="245764"/>
                </a:lnTo>
                <a:lnTo>
                  <a:pt x="5077" y="243811"/>
                </a:lnTo>
                <a:lnTo>
                  <a:pt x="5077" y="241859"/>
                </a:lnTo>
                <a:lnTo>
                  <a:pt x="5077" y="239906"/>
                </a:lnTo>
                <a:lnTo>
                  <a:pt x="5077" y="238042"/>
                </a:lnTo>
                <a:lnTo>
                  <a:pt x="5077" y="236089"/>
                </a:lnTo>
                <a:lnTo>
                  <a:pt x="5077" y="233959"/>
                </a:lnTo>
                <a:lnTo>
                  <a:pt x="5077" y="232007"/>
                </a:lnTo>
                <a:lnTo>
                  <a:pt x="5077" y="230320"/>
                </a:lnTo>
                <a:lnTo>
                  <a:pt x="5077" y="228190"/>
                </a:lnTo>
                <a:lnTo>
                  <a:pt x="5077" y="226238"/>
                </a:lnTo>
                <a:lnTo>
                  <a:pt x="5395" y="224462"/>
                </a:lnTo>
                <a:lnTo>
                  <a:pt x="5395" y="222332"/>
                </a:lnTo>
                <a:lnTo>
                  <a:pt x="5395" y="220646"/>
                </a:lnTo>
                <a:lnTo>
                  <a:pt x="5395" y="218516"/>
                </a:lnTo>
                <a:lnTo>
                  <a:pt x="5871" y="216563"/>
                </a:lnTo>
                <a:lnTo>
                  <a:pt x="5871" y="214877"/>
                </a:lnTo>
                <a:lnTo>
                  <a:pt x="5871" y="212747"/>
                </a:lnTo>
                <a:lnTo>
                  <a:pt x="5871" y="210794"/>
                </a:lnTo>
                <a:lnTo>
                  <a:pt x="5871" y="209019"/>
                </a:lnTo>
                <a:lnTo>
                  <a:pt x="6188" y="206889"/>
                </a:lnTo>
                <a:lnTo>
                  <a:pt x="6188" y="205203"/>
                </a:lnTo>
                <a:lnTo>
                  <a:pt x="6188" y="203250"/>
                </a:lnTo>
                <a:lnTo>
                  <a:pt x="6188" y="201120"/>
                </a:lnTo>
                <a:lnTo>
                  <a:pt x="6188" y="199433"/>
                </a:lnTo>
                <a:lnTo>
                  <a:pt x="6506" y="197303"/>
                </a:lnTo>
                <a:lnTo>
                  <a:pt x="6506" y="195528"/>
                </a:lnTo>
                <a:lnTo>
                  <a:pt x="6506" y="193664"/>
                </a:lnTo>
                <a:lnTo>
                  <a:pt x="6506" y="191712"/>
                </a:lnTo>
                <a:lnTo>
                  <a:pt x="6506" y="189759"/>
                </a:lnTo>
                <a:lnTo>
                  <a:pt x="6982" y="187806"/>
                </a:lnTo>
                <a:lnTo>
                  <a:pt x="6982" y="185943"/>
                </a:lnTo>
                <a:lnTo>
                  <a:pt x="6982" y="184167"/>
                </a:lnTo>
                <a:lnTo>
                  <a:pt x="6982" y="182037"/>
                </a:lnTo>
                <a:lnTo>
                  <a:pt x="7299" y="180085"/>
                </a:lnTo>
                <a:lnTo>
                  <a:pt x="7299" y="178398"/>
                </a:lnTo>
                <a:lnTo>
                  <a:pt x="7299" y="176446"/>
                </a:lnTo>
                <a:lnTo>
                  <a:pt x="7299" y="174582"/>
                </a:lnTo>
                <a:lnTo>
                  <a:pt x="7299" y="172629"/>
                </a:lnTo>
                <a:lnTo>
                  <a:pt x="7299" y="170677"/>
                </a:lnTo>
                <a:lnTo>
                  <a:pt x="7299" y="168990"/>
                </a:lnTo>
                <a:lnTo>
                  <a:pt x="7299" y="166860"/>
                </a:lnTo>
                <a:lnTo>
                  <a:pt x="7299" y="165085"/>
                </a:lnTo>
                <a:lnTo>
                  <a:pt x="7299" y="163132"/>
                </a:lnTo>
                <a:lnTo>
                  <a:pt x="7775" y="161268"/>
                </a:lnTo>
                <a:lnTo>
                  <a:pt x="7775" y="159316"/>
                </a:lnTo>
                <a:lnTo>
                  <a:pt x="7775" y="157363"/>
                </a:lnTo>
                <a:lnTo>
                  <a:pt x="7775" y="155677"/>
                </a:lnTo>
                <a:lnTo>
                  <a:pt x="7775" y="153724"/>
                </a:lnTo>
                <a:lnTo>
                  <a:pt x="8093" y="151772"/>
                </a:lnTo>
                <a:lnTo>
                  <a:pt x="8093" y="149908"/>
                </a:lnTo>
                <a:lnTo>
                  <a:pt x="8093" y="147955"/>
                </a:lnTo>
                <a:lnTo>
                  <a:pt x="8093" y="146269"/>
                </a:lnTo>
                <a:lnTo>
                  <a:pt x="8410" y="144050"/>
                </a:lnTo>
                <a:lnTo>
                  <a:pt x="8410" y="142364"/>
                </a:lnTo>
                <a:lnTo>
                  <a:pt x="8410" y="140411"/>
                </a:lnTo>
                <a:lnTo>
                  <a:pt x="8410" y="138547"/>
                </a:lnTo>
                <a:lnTo>
                  <a:pt x="8410" y="136772"/>
                </a:lnTo>
                <a:lnTo>
                  <a:pt x="8886" y="134642"/>
                </a:lnTo>
                <a:lnTo>
                  <a:pt x="8886" y="132955"/>
                </a:lnTo>
                <a:lnTo>
                  <a:pt x="8886" y="131269"/>
                </a:lnTo>
                <a:lnTo>
                  <a:pt x="8886" y="129050"/>
                </a:lnTo>
                <a:lnTo>
                  <a:pt x="8886" y="127364"/>
                </a:lnTo>
                <a:lnTo>
                  <a:pt x="9203" y="125411"/>
                </a:lnTo>
                <a:lnTo>
                  <a:pt x="9203" y="123725"/>
                </a:lnTo>
                <a:lnTo>
                  <a:pt x="9203" y="121772"/>
                </a:lnTo>
                <a:lnTo>
                  <a:pt x="9203" y="119820"/>
                </a:lnTo>
                <a:lnTo>
                  <a:pt x="9203" y="118133"/>
                </a:lnTo>
                <a:lnTo>
                  <a:pt x="9203" y="116003"/>
                </a:lnTo>
                <a:lnTo>
                  <a:pt x="9203" y="114317"/>
                </a:lnTo>
                <a:lnTo>
                  <a:pt x="9203" y="112364"/>
                </a:lnTo>
                <a:lnTo>
                  <a:pt x="9203" y="110678"/>
                </a:lnTo>
                <a:lnTo>
                  <a:pt x="9679" y="108725"/>
                </a:lnTo>
                <a:lnTo>
                  <a:pt x="9679" y="106773"/>
                </a:lnTo>
                <a:lnTo>
                  <a:pt x="9679" y="105086"/>
                </a:lnTo>
                <a:lnTo>
                  <a:pt x="9679" y="103134"/>
                </a:lnTo>
                <a:lnTo>
                  <a:pt x="9679" y="101447"/>
                </a:lnTo>
                <a:lnTo>
                  <a:pt x="9997" y="99317"/>
                </a:lnTo>
                <a:lnTo>
                  <a:pt x="9997" y="97542"/>
                </a:lnTo>
                <a:lnTo>
                  <a:pt x="9997" y="95856"/>
                </a:lnTo>
                <a:lnTo>
                  <a:pt x="9997" y="93903"/>
                </a:lnTo>
                <a:lnTo>
                  <a:pt x="9997" y="92217"/>
                </a:lnTo>
                <a:lnTo>
                  <a:pt x="10473" y="90264"/>
                </a:lnTo>
                <a:lnTo>
                  <a:pt x="10473" y="88311"/>
                </a:lnTo>
                <a:lnTo>
                  <a:pt x="10473" y="86447"/>
                </a:lnTo>
                <a:lnTo>
                  <a:pt x="10473" y="84672"/>
                </a:lnTo>
                <a:lnTo>
                  <a:pt x="10473" y="82808"/>
                </a:lnTo>
                <a:lnTo>
                  <a:pt x="10790" y="81033"/>
                </a:lnTo>
                <a:lnTo>
                  <a:pt x="10790" y="79347"/>
                </a:lnTo>
                <a:lnTo>
                  <a:pt x="10790" y="77394"/>
                </a:lnTo>
                <a:lnTo>
                  <a:pt x="10790" y="75708"/>
                </a:lnTo>
                <a:lnTo>
                  <a:pt x="11108" y="73578"/>
                </a:lnTo>
                <a:lnTo>
                  <a:pt x="11108" y="71803"/>
                </a:lnTo>
                <a:lnTo>
                  <a:pt x="11108" y="69939"/>
                </a:lnTo>
                <a:lnTo>
                  <a:pt x="11108" y="68164"/>
                </a:lnTo>
                <a:lnTo>
                  <a:pt x="11108" y="66300"/>
                </a:lnTo>
                <a:lnTo>
                  <a:pt x="11584" y="64525"/>
                </a:lnTo>
                <a:lnTo>
                  <a:pt x="11584" y="62838"/>
                </a:lnTo>
                <a:lnTo>
                  <a:pt x="11584" y="60886"/>
                </a:lnTo>
                <a:lnTo>
                  <a:pt x="11584" y="59200"/>
                </a:lnTo>
                <a:lnTo>
                  <a:pt x="11584" y="57247"/>
                </a:lnTo>
                <a:lnTo>
                  <a:pt x="11584" y="55561"/>
                </a:lnTo>
                <a:lnTo>
                  <a:pt x="11584" y="53608"/>
                </a:lnTo>
                <a:lnTo>
                  <a:pt x="11584" y="51922"/>
                </a:lnTo>
                <a:lnTo>
                  <a:pt x="11584" y="49969"/>
                </a:lnTo>
                <a:lnTo>
                  <a:pt x="11584" y="48283"/>
                </a:lnTo>
                <a:lnTo>
                  <a:pt x="11901" y="46330"/>
                </a:lnTo>
                <a:lnTo>
                  <a:pt x="11901" y="44644"/>
                </a:lnTo>
                <a:lnTo>
                  <a:pt x="11901" y="42691"/>
                </a:lnTo>
                <a:lnTo>
                  <a:pt x="11901" y="40916"/>
                </a:lnTo>
                <a:lnTo>
                  <a:pt x="12377" y="39052"/>
                </a:lnTo>
                <a:lnTo>
                  <a:pt x="12377" y="37543"/>
                </a:lnTo>
                <a:lnTo>
                  <a:pt x="12377" y="35591"/>
                </a:lnTo>
                <a:lnTo>
                  <a:pt x="12377" y="33904"/>
                </a:lnTo>
                <a:lnTo>
                  <a:pt x="12377" y="31952"/>
                </a:lnTo>
                <a:lnTo>
                  <a:pt x="12694" y="30265"/>
                </a:lnTo>
                <a:lnTo>
                  <a:pt x="12694" y="28490"/>
                </a:lnTo>
                <a:lnTo>
                  <a:pt x="12694" y="26626"/>
                </a:lnTo>
                <a:lnTo>
                  <a:pt x="12694" y="24851"/>
                </a:lnTo>
                <a:lnTo>
                  <a:pt x="12694" y="22898"/>
                </a:lnTo>
                <a:lnTo>
                  <a:pt x="13012" y="21478"/>
                </a:lnTo>
                <a:lnTo>
                  <a:pt x="13012" y="19526"/>
                </a:lnTo>
                <a:lnTo>
                  <a:pt x="13012" y="17839"/>
                </a:lnTo>
                <a:lnTo>
                  <a:pt x="13012" y="15887"/>
                </a:lnTo>
                <a:lnTo>
                  <a:pt x="13012" y="14112"/>
                </a:lnTo>
                <a:lnTo>
                  <a:pt x="13488" y="12425"/>
                </a:lnTo>
                <a:lnTo>
                  <a:pt x="13488" y="10739"/>
                </a:lnTo>
                <a:lnTo>
                  <a:pt x="13488" y="8786"/>
                </a:lnTo>
                <a:lnTo>
                  <a:pt x="13488" y="7100"/>
                </a:lnTo>
                <a:lnTo>
                  <a:pt x="13488" y="5147"/>
                </a:lnTo>
                <a:lnTo>
                  <a:pt x="13488" y="3638"/>
                </a:lnTo>
                <a:lnTo>
                  <a:pt x="13488" y="1686"/>
                </a:lnTo>
                <a:lnTo>
                  <a:pt x="13488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4411124" y="1893550"/>
            <a:ext cx="13805" cy="314372"/>
          </a:xfrm>
          <a:custGeom>
            <a:avLst/>
            <a:gdLst/>
            <a:ahLst/>
            <a:cxnLst/>
            <a:rect l="l" t="t" r="r" b="b"/>
            <a:pathLst>
              <a:path w="13805" h="314372">
                <a:moveTo>
                  <a:pt x="0" y="314372"/>
                </a:moveTo>
                <a:lnTo>
                  <a:pt x="0" y="312419"/>
                </a:lnTo>
                <a:lnTo>
                  <a:pt x="317" y="310910"/>
                </a:lnTo>
                <a:lnTo>
                  <a:pt x="317" y="309047"/>
                </a:lnTo>
                <a:lnTo>
                  <a:pt x="317" y="307271"/>
                </a:lnTo>
                <a:lnTo>
                  <a:pt x="317" y="305585"/>
                </a:lnTo>
                <a:lnTo>
                  <a:pt x="317" y="303899"/>
                </a:lnTo>
                <a:lnTo>
                  <a:pt x="793" y="301946"/>
                </a:lnTo>
                <a:lnTo>
                  <a:pt x="793" y="300437"/>
                </a:lnTo>
                <a:lnTo>
                  <a:pt x="793" y="298485"/>
                </a:lnTo>
                <a:lnTo>
                  <a:pt x="793" y="296798"/>
                </a:lnTo>
                <a:lnTo>
                  <a:pt x="793" y="295112"/>
                </a:lnTo>
                <a:lnTo>
                  <a:pt x="1110" y="293337"/>
                </a:lnTo>
                <a:lnTo>
                  <a:pt x="1110" y="291384"/>
                </a:lnTo>
                <a:lnTo>
                  <a:pt x="1110" y="289698"/>
                </a:lnTo>
                <a:lnTo>
                  <a:pt x="1110" y="288012"/>
                </a:lnTo>
                <a:lnTo>
                  <a:pt x="1428" y="286325"/>
                </a:lnTo>
                <a:lnTo>
                  <a:pt x="1428" y="284550"/>
                </a:lnTo>
                <a:lnTo>
                  <a:pt x="1428" y="282864"/>
                </a:lnTo>
                <a:lnTo>
                  <a:pt x="1428" y="281177"/>
                </a:lnTo>
                <a:lnTo>
                  <a:pt x="1428" y="279225"/>
                </a:lnTo>
                <a:lnTo>
                  <a:pt x="1904" y="277716"/>
                </a:lnTo>
                <a:lnTo>
                  <a:pt x="1904" y="275763"/>
                </a:lnTo>
                <a:lnTo>
                  <a:pt x="1904" y="274254"/>
                </a:lnTo>
                <a:lnTo>
                  <a:pt x="1904" y="272302"/>
                </a:lnTo>
                <a:lnTo>
                  <a:pt x="1904" y="270882"/>
                </a:lnTo>
                <a:lnTo>
                  <a:pt x="2221" y="268929"/>
                </a:lnTo>
                <a:lnTo>
                  <a:pt x="2221" y="267243"/>
                </a:lnTo>
                <a:lnTo>
                  <a:pt x="2221" y="265468"/>
                </a:lnTo>
                <a:lnTo>
                  <a:pt x="2221" y="263781"/>
                </a:lnTo>
                <a:lnTo>
                  <a:pt x="2221" y="262095"/>
                </a:lnTo>
                <a:lnTo>
                  <a:pt x="2221" y="260320"/>
                </a:lnTo>
                <a:lnTo>
                  <a:pt x="2221" y="258811"/>
                </a:lnTo>
                <a:lnTo>
                  <a:pt x="2221" y="256947"/>
                </a:lnTo>
                <a:lnTo>
                  <a:pt x="2221" y="255438"/>
                </a:lnTo>
                <a:lnTo>
                  <a:pt x="2697" y="253486"/>
                </a:lnTo>
                <a:lnTo>
                  <a:pt x="2697" y="251977"/>
                </a:lnTo>
                <a:lnTo>
                  <a:pt x="2697" y="250024"/>
                </a:lnTo>
                <a:lnTo>
                  <a:pt x="2697" y="248338"/>
                </a:lnTo>
                <a:lnTo>
                  <a:pt x="2697" y="246829"/>
                </a:lnTo>
                <a:lnTo>
                  <a:pt x="3015" y="244876"/>
                </a:lnTo>
                <a:lnTo>
                  <a:pt x="3015" y="243367"/>
                </a:lnTo>
                <a:lnTo>
                  <a:pt x="3015" y="241681"/>
                </a:lnTo>
                <a:lnTo>
                  <a:pt x="3015" y="239995"/>
                </a:lnTo>
                <a:lnTo>
                  <a:pt x="3015" y="238220"/>
                </a:lnTo>
                <a:lnTo>
                  <a:pt x="3491" y="236533"/>
                </a:lnTo>
                <a:lnTo>
                  <a:pt x="3491" y="234847"/>
                </a:lnTo>
                <a:lnTo>
                  <a:pt x="3491" y="233072"/>
                </a:lnTo>
                <a:lnTo>
                  <a:pt x="3491" y="231563"/>
                </a:lnTo>
                <a:lnTo>
                  <a:pt x="3491" y="229877"/>
                </a:lnTo>
                <a:lnTo>
                  <a:pt x="3808" y="228190"/>
                </a:lnTo>
                <a:lnTo>
                  <a:pt x="3808" y="226415"/>
                </a:lnTo>
                <a:lnTo>
                  <a:pt x="3808" y="224729"/>
                </a:lnTo>
                <a:lnTo>
                  <a:pt x="3808" y="223220"/>
                </a:lnTo>
                <a:lnTo>
                  <a:pt x="4125" y="221356"/>
                </a:lnTo>
                <a:lnTo>
                  <a:pt x="4125" y="219847"/>
                </a:lnTo>
                <a:lnTo>
                  <a:pt x="4125" y="218072"/>
                </a:lnTo>
                <a:lnTo>
                  <a:pt x="4125" y="216563"/>
                </a:lnTo>
                <a:lnTo>
                  <a:pt x="4125" y="214877"/>
                </a:lnTo>
                <a:lnTo>
                  <a:pt x="4125" y="212924"/>
                </a:lnTo>
                <a:lnTo>
                  <a:pt x="4125" y="211415"/>
                </a:lnTo>
                <a:lnTo>
                  <a:pt x="4125" y="209729"/>
                </a:lnTo>
                <a:lnTo>
                  <a:pt x="4125" y="208220"/>
                </a:lnTo>
                <a:lnTo>
                  <a:pt x="4125" y="206534"/>
                </a:lnTo>
                <a:lnTo>
                  <a:pt x="4601" y="204759"/>
                </a:lnTo>
                <a:lnTo>
                  <a:pt x="4601" y="203339"/>
                </a:lnTo>
                <a:lnTo>
                  <a:pt x="4601" y="201564"/>
                </a:lnTo>
                <a:lnTo>
                  <a:pt x="4601" y="199877"/>
                </a:lnTo>
                <a:lnTo>
                  <a:pt x="4601" y="198191"/>
                </a:lnTo>
                <a:lnTo>
                  <a:pt x="4919" y="196416"/>
                </a:lnTo>
                <a:lnTo>
                  <a:pt x="4919" y="194907"/>
                </a:lnTo>
                <a:lnTo>
                  <a:pt x="4919" y="193220"/>
                </a:lnTo>
                <a:lnTo>
                  <a:pt x="4919" y="191712"/>
                </a:lnTo>
                <a:lnTo>
                  <a:pt x="5395" y="190025"/>
                </a:lnTo>
                <a:lnTo>
                  <a:pt x="5395" y="188250"/>
                </a:lnTo>
                <a:lnTo>
                  <a:pt x="5395" y="186830"/>
                </a:lnTo>
                <a:lnTo>
                  <a:pt x="5395" y="185055"/>
                </a:lnTo>
                <a:lnTo>
                  <a:pt x="5395" y="183369"/>
                </a:lnTo>
                <a:lnTo>
                  <a:pt x="5712" y="181860"/>
                </a:lnTo>
                <a:lnTo>
                  <a:pt x="5712" y="180173"/>
                </a:lnTo>
                <a:lnTo>
                  <a:pt x="5712" y="178665"/>
                </a:lnTo>
                <a:lnTo>
                  <a:pt x="5712" y="176889"/>
                </a:lnTo>
                <a:lnTo>
                  <a:pt x="5712" y="175203"/>
                </a:lnTo>
                <a:lnTo>
                  <a:pt x="6030" y="173694"/>
                </a:lnTo>
                <a:lnTo>
                  <a:pt x="6030" y="172185"/>
                </a:lnTo>
                <a:lnTo>
                  <a:pt x="6030" y="170499"/>
                </a:lnTo>
                <a:lnTo>
                  <a:pt x="6030" y="168990"/>
                </a:lnTo>
                <a:lnTo>
                  <a:pt x="6030" y="167304"/>
                </a:lnTo>
                <a:lnTo>
                  <a:pt x="6506" y="165795"/>
                </a:lnTo>
                <a:lnTo>
                  <a:pt x="6506" y="164020"/>
                </a:lnTo>
                <a:lnTo>
                  <a:pt x="6506" y="162334"/>
                </a:lnTo>
                <a:lnTo>
                  <a:pt x="6506" y="160825"/>
                </a:lnTo>
                <a:lnTo>
                  <a:pt x="6506" y="159316"/>
                </a:lnTo>
                <a:lnTo>
                  <a:pt x="6506" y="157629"/>
                </a:lnTo>
                <a:lnTo>
                  <a:pt x="6506" y="156121"/>
                </a:lnTo>
                <a:lnTo>
                  <a:pt x="6506" y="154434"/>
                </a:lnTo>
                <a:lnTo>
                  <a:pt x="6506" y="152659"/>
                </a:lnTo>
                <a:lnTo>
                  <a:pt x="6823" y="151417"/>
                </a:lnTo>
                <a:lnTo>
                  <a:pt x="6823" y="149730"/>
                </a:lnTo>
                <a:lnTo>
                  <a:pt x="6823" y="147955"/>
                </a:lnTo>
                <a:lnTo>
                  <a:pt x="6823" y="146446"/>
                </a:lnTo>
                <a:lnTo>
                  <a:pt x="6823" y="144937"/>
                </a:lnTo>
                <a:lnTo>
                  <a:pt x="7299" y="143251"/>
                </a:lnTo>
                <a:lnTo>
                  <a:pt x="7299" y="141742"/>
                </a:lnTo>
                <a:lnTo>
                  <a:pt x="7299" y="140233"/>
                </a:lnTo>
                <a:lnTo>
                  <a:pt x="7299" y="138547"/>
                </a:lnTo>
                <a:lnTo>
                  <a:pt x="7299" y="137038"/>
                </a:lnTo>
                <a:lnTo>
                  <a:pt x="7616" y="135529"/>
                </a:lnTo>
                <a:lnTo>
                  <a:pt x="7616" y="133843"/>
                </a:lnTo>
                <a:lnTo>
                  <a:pt x="7616" y="132334"/>
                </a:lnTo>
                <a:lnTo>
                  <a:pt x="7616" y="130825"/>
                </a:lnTo>
                <a:lnTo>
                  <a:pt x="8093" y="129139"/>
                </a:lnTo>
                <a:lnTo>
                  <a:pt x="8093" y="127808"/>
                </a:lnTo>
                <a:lnTo>
                  <a:pt x="8093" y="126121"/>
                </a:lnTo>
                <a:lnTo>
                  <a:pt x="8093" y="124435"/>
                </a:lnTo>
                <a:lnTo>
                  <a:pt x="8093" y="123104"/>
                </a:lnTo>
                <a:lnTo>
                  <a:pt x="8410" y="121417"/>
                </a:lnTo>
                <a:lnTo>
                  <a:pt x="8410" y="119908"/>
                </a:lnTo>
                <a:lnTo>
                  <a:pt x="8410" y="118400"/>
                </a:lnTo>
                <a:lnTo>
                  <a:pt x="8410" y="116891"/>
                </a:lnTo>
                <a:lnTo>
                  <a:pt x="8410" y="115204"/>
                </a:lnTo>
                <a:lnTo>
                  <a:pt x="8410" y="113695"/>
                </a:lnTo>
                <a:lnTo>
                  <a:pt x="8410" y="112187"/>
                </a:lnTo>
                <a:lnTo>
                  <a:pt x="8410" y="110678"/>
                </a:lnTo>
                <a:lnTo>
                  <a:pt x="8410" y="108991"/>
                </a:lnTo>
                <a:lnTo>
                  <a:pt x="8410" y="107660"/>
                </a:lnTo>
                <a:lnTo>
                  <a:pt x="8727" y="105974"/>
                </a:lnTo>
                <a:lnTo>
                  <a:pt x="8727" y="104465"/>
                </a:lnTo>
                <a:lnTo>
                  <a:pt x="8727" y="102956"/>
                </a:lnTo>
                <a:lnTo>
                  <a:pt x="8727" y="101447"/>
                </a:lnTo>
                <a:lnTo>
                  <a:pt x="9203" y="99938"/>
                </a:lnTo>
                <a:lnTo>
                  <a:pt x="9203" y="98429"/>
                </a:lnTo>
                <a:lnTo>
                  <a:pt x="9203" y="96921"/>
                </a:lnTo>
                <a:lnTo>
                  <a:pt x="9203" y="95412"/>
                </a:lnTo>
                <a:lnTo>
                  <a:pt x="9203" y="93725"/>
                </a:lnTo>
                <a:lnTo>
                  <a:pt x="9521" y="92483"/>
                </a:lnTo>
                <a:lnTo>
                  <a:pt x="9521" y="90708"/>
                </a:lnTo>
                <a:lnTo>
                  <a:pt x="9521" y="89199"/>
                </a:lnTo>
                <a:lnTo>
                  <a:pt x="9521" y="87690"/>
                </a:lnTo>
                <a:lnTo>
                  <a:pt x="9521" y="86447"/>
                </a:lnTo>
                <a:lnTo>
                  <a:pt x="9997" y="84761"/>
                </a:lnTo>
                <a:lnTo>
                  <a:pt x="9997" y="83252"/>
                </a:lnTo>
                <a:lnTo>
                  <a:pt x="9997" y="81921"/>
                </a:lnTo>
                <a:lnTo>
                  <a:pt x="9997" y="80412"/>
                </a:lnTo>
                <a:lnTo>
                  <a:pt x="9997" y="78726"/>
                </a:lnTo>
                <a:lnTo>
                  <a:pt x="10314" y="77217"/>
                </a:lnTo>
                <a:lnTo>
                  <a:pt x="10314" y="75974"/>
                </a:lnTo>
                <a:lnTo>
                  <a:pt x="10314" y="74465"/>
                </a:lnTo>
                <a:lnTo>
                  <a:pt x="10314" y="72690"/>
                </a:lnTo>
                <a:lnTo>
                  <a:pt x="10314" y="71182"/>
                </a:lnTo>
                <a:lnTo>
                  <a:pt x="10314" y="69939"/>
                </a:lnTo>
                <a:lnTo>
                  <a:pt x="10314" y="68430"/>
                </a:lnTo>
                <a:lnTo>
                  <a:pt x="10314" y="66921"/>
                </a:lnTo>
                <a:lnTo>
                  <a:pt x="10314" y="65412"/>
                </a:lnTo>
                <a:lnTo>
                  <a:pt x="10631" y="64170"/>
                </a:lnTo>
                <a:lnTo>
                  <a:pt x="10631" y="62661"/>
                </a:lnTo>
                <a:lnTo>
                  <a:pt x="10631" y="60886"/>
                </a:lnTo>
                <a:lnTo>
                  <a:pt x="10631" y="59466"/>
                </a:lnTo>
                <a:lnTo>
                  <a:pt x="10631" y="58134"/>
                </a:lnTo>
                <a:lnTo>
                  <a:pt x="11108" y="56626"/>
                </a:lnTo>
                <a:lnTo>
                  <a:pt x="11108" y="55117"/>
                </a:lnTo>
                <a:lnTo>
                  <a:pt x="11108" y="53608"/>
                </a:lnTo>
                <a:lnTo>
                  <a:pt x="11108" y="52365"/>
                </a:lnTo>
                <a:lnTo>
                  <a:pt x="11108" y="50856"/>
                </a:lnTo>
                <a:lnTo>
                  <a:pt x="11425" y="49348"/>
                </a:lnTo>
                <a:lnTo>
                  <a:pt x="11425" y="47839"/>
                </a:lnTo>
                <a:lnTo>
                  <a:pt x="11425" y="46596"/>
                </a:lnTo>
                <a:lnTo>
                  <a:pt x="11425" y="45087"/>
                </a:lnTo>
                <a:lnTo>
                  <a:pt x="11901" y="43579"/>
                </a:lnTo>
                <a:lnTo>
                  <a:pt x="11901" y="42070"/>
                </a:lnTo>
                <a:lnTo>
                  <a:pt x="11901" y="40561"/>
                </a:lnTo>
                <a:lnTo>
                  <a:pt x="11901" y="39496"/>
                </a:lnTo>
                <a:lnTo>
                  <a:pt x="11901" y="37987"/>
                </a:lnTo>
                <a:lnTo>
                  <a:pt x="12218" y="36478"/>
                </a:lnTo>
                <a:lnTo>
                  <a:pt x="12218" y="34969"/>
                </a:lnTo>
                <a:lnTo>
                  <a:pt x="12218" y="33460"/>
                </a:lnTo>
                <a:lnTo>
                  <a:pt x="12218" y="32218"/>
                </a:lnTo>
                <a:lnTo>
                  <a:pt x="12218" y="30709"/>
                </a:lnTo>
                <a:lnTo>
                  <a:pt x="12694" y="29378"/>
                </a:lnTo>
                <a:lnTo>
                  <a:pt x="12694" y="27869"/>
                </a:lnTo>
                <a:lnTo>
                  <a:pt x="12694" y="26360"/>
                </a:lnTo>
                <a:lnTo>
                  <a:pt x="12694" y="25117"/>
                </a:lnTo>
                <a:lnTo>
                  <a:pt x="12694" y="23608"/>
                </a:lnTo>
                <a:lnTo>
                  <a:pt x="12694" y="22366"/>
                </a:lnTo>
                <a:lnTo>
                  <a:pt x="12694" y="20857"/>
                </a:lnTo>
                <a:lnTo>
                  <a:pt x="12694" y="19348"/>
                </a:lnTo>
                <a:lnTo>
                  <a:pt x="12694" y="18017"/>
                </a:lnTo>
                <a:lnTo>
                  <a:pt x="12694" y="16774"/>
                </a:lnTo>
                <a:lnTo>
                  <a:pt x="13012" y="15265"/>
                </a:lnTo>
                <a:lnTo>
                  <a:pt x="13012" y="13757"/>
                </a:lnTo>
                <a:lnTo>
                  <a:pt x="13012" y="12425"/>
                </a:lnTo>
                <a:lnTo>
                  <a:pt x="13012" y="11005"/>
                </a:lnTo>
                <a:lnTo>
                  <a:pt x="13329" y="9674"/>
                </a:lnTo>
                <a:lnTo>
                  <a:pt x="13329" y="8431"/>
                </a:lnTo>
                <a:lnTo>
                  <a:pt x="13329" y="6922"/>
                </a:lnTo>
                <a:lnTo>
                  <a:pt x="13329" y="5591"/>
                </a:lnTo>
                <a:lnTo>
                  <a:pt x="13329" y="4082"/>
                </a:lnTo>
                <a:lnTo>
                  <a:pt x="13805" y="2840"/>
                </a:lnTo>
                <a:lnTo>
                  <a:pt x="13805" y="1508"/>
                </a:lnTo>
                <a:lnTo>
                  <a:pt x="13805" y="0"/>
                </a:lnTo>
              </a:path>
            </a:pathLst>
          </a:custGeom>
          <a:ln w="195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4424929" y="1670329"/>
            <a:ext cx="13329" cy="223220"/>
          </a:xfrm>
          <a:custGeom>
            <a:avLst/>
            <a:gdLst/>
            <a:ahLst/>
            <a:cxnLst/>
            <a:rect l="l" t="t" r="r" b="b"/>
            <a:pathLst>
              <a:path w="13329" h="223220">
                <a:moveTo>
                  <a:pt x="0" y="223220"/>
                </a:moveTo>
                <a:lnTo>
                  <a:pt x="0" y="221977"/>
                </a:lnTo>
                <a:lnTo>
                  <a:pt x="0" y="220468"/>
                </a:lnTo>
                <a:lnTo>
                  <a:pt x="317" y="219137"/>
                </a:lnTo>
                <a:lnTo>
                  <a:pt x="317" y="217628"/>
                </a:lnTo>
                <a:lnTo>
                  <a:pt x="317" y="216563"/>
                </a:lnTo>
                <a:lnTo>
                  <a:pt x="317" y="215054"/>
                </a:lnTo>
                <a:lnTo>
                  <a:pt x="317" y="213812"/>
                </a:lnTo>
                <a:lnTo>
                  <a:pt x="793" y="212303"/>
                </a:lnTo>
                <a:lnTo>
                  <a:pt x="793" y="211060"/>
                </a:lnTo>
                <a:lnTo>
                  <a:pt x="793" y="209552"/>
                </a:lnTo>
                <a:lnTo>
                  <a:pt x="793" y="208220"/>
                </a:lnTo>
                <a:lnTo>
                  <a:pt x="793" y="207155"/>
                </a:lnTo>
                <a:lnTo>
                  <a:pt x="793" y="205646"/>
                </a:lnTo>
                <a:lnTo>
                  <a:pt x="793" y="204404"/>
                </a:lnTo>
                <a:lnTo>
                  <a:pt x="793" y="202895"/>
                </a:lnTo>
                <a:lnTo>
                  <a:pt x="793" y="201564"/>
                </a:lnTo>
                <a:lnTo>
                  <a:pt x="1110" y="200321"/>
                </a:lnTo>
                <a:lnTo>
                  <a:pt x="1110" y="198812"/>
                </a:lnTo>
                <a:lnTo>
                  <a:pt x="1110" y="197747"/>
                </a:lnTo>
                <a:lnTo>
                  <a:pt x="1110" y="196416"/>
                </a:lnTo>
                <a:lnTo>
                  <a:pt x="1110" y="195173"/>
                </a:lnTo>
                <a:lnTo>
                  <a:pt x="1428" y="193664"/>
                </a:lnTo>
                <a:lnTo>
                  <a:pt x="1428" y="192333"/>
                </a:lnTo>
                <a:lnTo>
                  <a:pt x="1428" y="191090"/>
                </a:lnTo>
                <a:lnTo>
                  <a:pt x="1428" y="189759"/>
                </a:lnTo>
                <a:lnTo>
                  <a:pt x="1428" y="188339"/>
                </a:lnTo>
                <a:lnTo>
                  <a:pt x="1904" y="187008"/>
                </a:lnTo>
                <a:lnTo>
                  <a:pt x="1904" y="185943"/>
                </a:lnTo>
                <a:lnTo>
                  <a:pt x="1904" y="184611"/>
                </a:lnTo>
                <a:lnTo>
                  <a:pt x="1904" y="183369"/>
                </a:lnTo>
                <a:lnTo>
                  <a:pt x="2221" y="181860"/>
                </a:lnTo>
                <a:lnTo>
                  <a:pt x="2221" y="180617"/>
                </a:lnTo>
                <a:lnTo>
                  <a:pt x="2221" y="179286"/>
                </a:lnTo>
                <a:lnTo>
                  <a:pt x="2221" y="178043"/>
                </a:lnTo>
                <a:lnTo>
                  <a:pt x="2221" y="176712"/>
                </a:lnTo>
                <a:lnTo>
                  <a:pt x="2697" y="175469"/>
                </a:lnTo>
                <a:lnTo>
                  <a:pt x="2697" y="174138"/>
                </a:lnTo>
                <a:lnTo>
                  <a:pt x="2697" y="172895"/>
                </a:lnTo>
                <a:lnTo>
                  <a:pt x="2697" y="171742"/>
                </a:lnTo>
                <a:lnTo>
                  <a:pt x="2697" y="170499"/>
                </a:lnTo>
                <a:lnTo>
                  <a:pt x="3015" y="169168"/>
                </a:lnTo>
                <a:lnTo>
                  <a:pt x="3015" y="167925"/>
                </a:lnTo>
                <a:lnTo>
                  <a:pt x="3015" y="166683"/>
                </a:lnTo>
                <a:lnTo>
                  <a:pt x="3015" y="165351"/>
                </a:lnTo>
                <a:lnTo>
                  <a:pt x="3015" y="164109"/>
                </a:lnTo>
                <a:lnTo>
                  <a:pt x="3015" y="162777"/>
                </a:lnTo>
                <a:lnTo>
                  <a:pt x="3015" y="161535"/>
                </a:lnTo>
                <a:lnTo>
                  <a:pt x="3015" y="160203"/>
                </a:lnTo>
                <a:lnTo>
                  <a:pt x="3015" y="158961"/>
                </a:lnTo>
                <a:lnTo>
                  <a:pt x="3332" y="157629"/>
                </a:lnTo>
                <a:lnTo>
                  <a:pt x="3332" y="156387"/>
                </a:lnTo>
                <a:lnTo>
                  <a:pt x="3332" y="155056"/>
                </a:lnTo>
                <a:lnTo>
                  <a:pt x="3332" y="153991"/>
                </a:lnTo>
                <a:lnTo>
                  <a:pt x="3332" y="152659"/>
                </a:lnTo>
                <a:lnTo>
                  <a:pt x="3808" y="151594"/>
                </a:lnTo>
                <a:lnTo>
                  <a:pt x="3808" y="150352"/>
                </a:lnTo>
                <a:lnTo>
                  <a:pt x="3808" y="149020"/>
                </a:lnTo>
                <a:lnTo>
                  <a:pt x="3808" y="147778"/>
                </a:lnTo>
                <a:lnTo>
                  <a:pt x="3808" y="146713"/>
                </a:lnTo>
                <a:lnTo>
                  <a:pt x="4125" y="145381"/>
                </a:lnTo>
                <a:lnTo>
                  <a:pt x="4125" y="144139"/>
                </a:lnTo>
                <a:lnTo>
                  <a:pt x="4125" y="142807"/>
                </a:lnTo>
                <a:lnTo>
                  <a:pt x="4125" y="141742"/>
                </a:lnTo>
                <a:lnTo>
                  <a:pt x="4125" y="140500"/>
                </a:lnTo>
                <a:lnTo>
                  <a:pt x="4601" y="139168"/>
                </a:lnTo>
                <a:lnTo>
                  <a:pt x="4601" y="138103"/>
                </a:lnTo>
                <a:lnTo>
                  <a:pt x="4601" y="136861"/>
                </a:lnTo>
                <a:lnTo>
                  <a:pt x="4601" y="135529"/>
                </a:lnTo>
                <a:lnTo>
                  <a:pt x="4919" y="134464"/>
                </a:lnTo>
                <a:lnTo>
                  <a:pt x="4919" y="133222"/>
                </a:lnTo>
                <a:lnTo>
                  <a:pt x="4919" y="131890"/>
                </a:lnTo>
                <a:lnTo>
                  <a:pt x="4919" y="130825"/>
                </a:lnTo>
                <a:lnTo>
                  <a:pt x="4919" y="129583"/>
                </a:lnTo>
                <a:lnTo>
                  <a:pt x="4919" y="128429"/>
                </a:lnTo>
                <a:lnTo>
                  <a:pt x="4919" y="127186"/>
                </a:lnTo>
                <a:lnTo>
                  <a:pt x="4919" y="126121"/>
                </a:lnTo>
                <a:lnTo>
                  <a:pt x="4919" y="124790"/>
                </a:lnTo>
                <a:lnTo>
                  <a:pt x="4919" y="123547"/>
                </a:lnTo>
                <a:lnTo>
                  <a:pt x="5395" y="122482"/>
                </a:lnTo>
                <a:lnTo>
                  <a:pt x="5395" y="121151"/>
                </a:lnTo>
                <a:lnTo>
                  <a:pt x="5395" y="120086"/>
                </a:lnTo>
                <a:lnTo>
                  <a:pt x="5395" y="119021"/>
                </a:lnTo>
                <a:lnTo>
                  <a:pt x="5395" y="117778"/>
                </a:lnTo>
                <a:lnTo>
                  <a:pt x="5712" y="116713"/>
                </a:lnTo>
                <a:lnTo>
                  <a:pt x="5712" y="115382"/>
                </a:lnTo>
                <a:lnTo>
                  <a:pt x="5712" y="114317"/>
                </a:lnTo>
                <a:lnTo>
                  <a:pt x="5712" y="113074"/>
                </a:lnTo>
                <a:lnTo>
                  <a:pt x="6030" y="111920"/>
                </a:lnTo>
                <a:lnTo>
                  <a:pt x="6030" y="110855"/>
                </a:lnTo>
                <a:lnTo>
                  <a:pt x="6030" y="109613"/>
                </a:lnTo>
                <a:lnTo>
                  <a:pt x="6030" y="108548"/>
                </a:lnTo>
                <a:lnTo>
                  <a:pt x="6030" y="107483"/>
                </a:lnTo>
                <a:lnTo>
                  <a:pt x="6506" y="106151"/>
                </a:lnTo>
                <a:lnTo>
                  <a:pt x="6506" y="105086"/>
                </a:lnTo>
                <a:lnTo>
                  <a:pt x="6506" y="104021"/>
                </a:lnTo>
                <a:lnTo>
                  <a:pt x="6506" y="102956"/>
                </a:lnTo>
                <a:lnTo>
                  <a:pt x="6506" y="101625"/>
                </a:lnTo>
                <a:lnTo>
                  <a:pt x="6823" y="100560"/>
                </a:lnTo>
                <a:lnTo>
                  <a:pt x="6823" y="99495"/>
                </a:lnTo>
                <a:lnTo>
                  <a:pt x="6823" y="98429"/>
                </a:lnTo>
                <a:lnTo>
                  <a:pt x="6823" y="97364"/>
                </a:lnTo>
                <a:lnTo>
                  <a:pt x="6823" y="96122"/>
                </a:lnTo>
                <a:lnTo>
                  <a:pt x="7299" y="95057"/>
                </a:lnTo>
                <a:lnTo>
                  <a:pt x="7299" y="93725"/>
                </a:lnTo>
                <a:lnTo>
                  <a:pt x="7299" y="92660"/>
                </a:lnTo>
                <a:lnTo>
                  <a:pt x="7299" y="91595"/>
                </a:lnTo>
                <a:lnTo>
                  <a:pt x="7299" y="90530"/>
                </a:lnTo>
                <a:lnTo>
                  <a:pt x="7299" y="89465"/>
                </a:lnTo>
                <a:lnTo>
                  <a:pt x="7299" y="88400"/>
                </a:lnTo>
                <a:lnTo>
                  <a:pt x="7299" y="87335"/>
                </a:lnTo>
                <a:lnTo>
                  <a:pt x="7299" y="86004"/>
                </a:lnTo>
                <a:lnTo>
                  <a:pt x="7616" y="84939"/>
                </a:lnTo>
                <a:lnTo>
                  <a:pt x="7616" y="83874"/>
                </a:lnTo>
                <a:lnTo>
                  <a:pt x="7616" y="82808"/>
                </a:lnTo>
                <a:lnTo>
                  <a:pt x="7616" y="81743"/>
                </a:lnTo>
                <a:lnTo>
                  <a:pt x="7616" y="80678"/>
                </a:lnTo>
                <a:lnTo>
                  <a:pt x="7934" y="79613"/>
                </a:lnTo>
                <a:lnTo>
                  <a:pt x="7934" y="78548"/>
                </a:lnTo>
                <a:lnTo>
                  <a:pt x="7934" y="77394"/>
                </a:lnTo>
                <a:lnTo>
                  <a:pt x="7934" y="76329"/>
                </a:lnTo>
                <a:lnTo>
                  <a:pt x="7934" y="75264"/>
                </a:lnTo>
                <a:lnTo>
                  <a:pt x="8410" y="74199"/>
                </a:lnTo>
                <a:lnTo>
                  <a:pt x="8410" y="73134"/>
                </a:lnTo>
                <a:lnTo>
                  <a:pt x="8410" y="72069"/>
                </a:lnTo>
                <a:lnTo>
                  <a:pt x="8410" y="71004"/>
                </a:lnTo>
                <a:lnTo>
                  <a:pt x="8727" y="70116"/>
                </a:lnTo>
                <a:lnTo>
                  <a:pt x="8727" y="68874"/>
                </a:lnTo>
                <a:lnTo>
                  <a:pt x="8727" y="67809"/>
                </a:lnTo>
                <a:lnTo>
                  <a:pt x="8727" y="66744"/>
                </a:lnTo>
                <a:lnTo>
                  <a:pt x="8727" y="65679"/>
                </a:lnTo>
                <a:lnTo>
                  <a:pt x="9203" y="64791"/>
                </a:lnTo>
                <a:lnTo>
                  <a:pt x="9203" y="63726"/>
                </a:lnTo>
                <a:lnTo>
                  <a:pt x="9203" y="62661"/>
                </a:lnTo>
                <a:lnTo>
                  <a:pt x="9203" y="61596"/>
                </a:lnTo>
                <a:lnTo>
                  <a:pt x="9203" y="60708"/>
                </a:lnTo>
                <a:lnTo>
                  <a:pt x="9203" y="59466"/>
                </a:lnTo>
                <a:lnTo>
                  <a:pt x="9203" y="58312"/>
                </a:lnTo>
                <a:lnTo>
                  <a:pt x="9203" y="57513"/>
                </a:lnTo>
                <a:lnTo>
                  <a:pt x="9203" y="56448"/>
                </a:lnTo>
                <a:lnTo>
                  <a:pt x="9203" y="55561"/>
                </a:lnTo>
                <a:lnTo>
                  <a:pt x="9521" y="54495"/>
                </a:lnTo>
                <a:lnTo>
                  <a:pt x="9521" y="53430"/>
                </a:lnTo>
                <a:lnTo>
                  <a:pt x="9521" y="52365"/>
                </a:lnTo>
                <a:lnTo>
                  <a:pt x="9521" y="51300"/>
                </a:lnTo>
                <a:lnTo>
                  <a:pt x="9997" y="50413"/>
                </a:lnTo>
                <a:lnTo>
                  <a:pt x="9997" y="49348"/>
                </a:lnTo>
                <a:lnTo>
                  <a:pt x="9997" y="48460"/>
                </a:lnTo>
                <a:lnTo>
                  <a:pt x="9997" y="47395"/>
                </a:lnTo>
                <a:lnTo>
                  <a:pt x="9997" y="46596"/>
                </a:lnTo>
                <a:lnTo>
                  <a:pt x="10314" y="45265"/>
                </a:lnTo>
                <a:lnTo>
                  <a:pt x="10314" y="44377"/>
                </a:lnTo>
                <a:lnTo>
                  <a:pt x="10314" y="43312"/>
                </a:lnTo>
                <a:lnTo>
                  <a:pt x="10314" y="42513"/>
                </a:lnTo>
                <a:lnTo>
                  <a:pt x="10314" y="41448"/>
                </a:lnTo>
                <a:lnTo>
                  <a:pt x="10631" y="40561"/>
                </a:lnTo>
                <a:lnTo>
                  <a:pt x="10631" y="39496"/>
                </a:lnTo>
                <a:lnTo>
                  <a:pt x="10631" y="38431"/>
                </a:lnTo>
                <a:lnTo>
                  <a:pt x="10631" y="37543"/>
                </a:lnTo>
                <a:lnTo>
                  <a:pt x="10631" y="36656"/>
                </a:lnTo>
                <a:lnTo>
                  <a:pt x="11108" y="35591"/>
                </a:lnTo>
                <a:lnTo>
                  <a:pt x="11108" y="34792"/>
                </a:lnTo>
                <a:lnTo>
                  <a:pt x="11108" y="33727"/>
                </a:lnTo>
                <a:lnTo>
                  <a:pt x="11108" y="32662"/>
                </a:lnTo>
                <a:lnTo>
                  <a:pt x="11425" y="31774"/>
                </a:lnTo>
                <a:lnTo>
                  <a:pt x="11425" y="30886"/>
                </a:lnTo>
                <a:lnTo>
                  <a:pt x="11425" y="30088"/>
                </a:lnTo>
                <a:lnTo>
                  <a:pt x="11425" y="28756"/>
                </a:lnTo>
                <a:lnTo>
                  <a:pt x="11425" y="27869"/>
                </a:lnTo>
                <a:lnTo>
                  <a:pt x="11425" y="27070"/>
                </a:lnTo>
                <a:lnTo>
                  <a:pt x="11425" y="26182"/>
                </a:lnTo>
                <a:lnTo>
                  <a:pt x="11425" y="25295"/>
                </a:lnTo>
                <a:lnTo>
                  <a:pt x="11425" y="24052"/>
                </a:lnTo>
                <a:lnTo>
                  <a:pt x="11425" y="23165"/>
                </a:lnTo>
                <a:lnTo>
                  <a:pt x="11901" y="22366"/>
                </a:lnTo>
                <a:lnTo>
                  <a:pt x="11901" y="21478"/>
                </a:lnTo>
                <a:lnTo>
                  <a:pt x="11901" y="20591"/>
                </a:lnTo>
                <a:lnTo>
                  <a:pt x="11901" y="19526"/>
                </a:lnTo>
                <a:lnTo>
                  <a:pt x="11901" y="18727"/>
                </a:lnTo>
                <a:lnTo>
                  <a:pt x="12218" y="17839"/>
                </a:lnTo>
                <a:lnTo>
                  <a:pt x="12218" y="16952"/>
                </a:lnTo>
                <a:lnTo>
                  <a:pt x="12218" y="15887"/>
                </a:lnTo>
                <a:lnTo>
                  <a:pt x="12218" y="14999"/>
                </a:lnTo>
                <a:lnTo>
                  <a:pt x="12536" y="14200"/>
                </a:lnTo>
                <a:lnTo>
                  <a:pt x="12536" y="13313"/>
                </a:lnTo>
                <a:lnTo>
                  <a:pt x="12536" y="12248"/>
                </a:lnTo>
                <a:lnTo>
                  <a:pt x="12536" y="11360"/>
                </a:lnTo>
                <a:lnTo>
                  <a:pt x="12536" y="10561"/>
                </a:lnTo>
                <a:lnTo>
                  <a:pt x="13012" y="9674"/>
                </a:lnTo>
                <a:lnTo>
                  <a:pt x="13012" y="8786"/>
                </a:lnTo>
                <a:lnTo>
                  <a:pt x="13012" y="7721"/>
                </a:lnTo>
                <a:lnTo>
                  <a:pt x="13012" y="7100"/>
                </a:lnTo>
                <a:lnTo>
                  <a:pt x="13012" y="6212"/>
                </a:lnTo>
                <a:lnTo>
                  <a:pt x="13329" y="5147"/>
                </a:lnTo>
                <a:lnTo>
                  <a:pt x="13329" y="4349"/>
                </a:lnTo>
                <a:lnTo>
                  <a:pt x="13329" y="3461"/>
                </a:lnTo>
                <a:lnTo>
                  <a:pt x="13329" y="2840"/>
                </a:lnTo>
                <a:lnTo>
                  <a:pt x="13329" y="1775"/>
                </a:lnTo>
                <a:lnTo>
                  <a:pt x="13329" y="887"/>
                </a:lnTo>
                <a:lnTo>
                  <a:pt x="13329" y="0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4438259" y="1556899"/>
            <a:ext cx="13805" cy="113429"/>
          </a:xfrm>
          <a:custGeom>
            <a:avLst/>
            <a:gdLst/>
            <a:ahLst/>
            <a:cxnLst/>
            <a:rect l="l" t="t" r="r" b="b"/>
            <a:pathLst>
              <a:path w="13805" h="113429">
                <a:moveTo>
                  <a:pt x="0" y="113429"/>
                </a:moveTo>
                <a:lnTo>
                  <a:pt x="0" y="112808"/>
                </a:lnTo>
                <a:lnTo>
                  <a:pt x="0" y="111743"/>
                </a:lnTo>
                <a:lnTo>
                  <a:pt x="476" y="110855"/>
                </a:lnTo>
                <a:lnTo>
                  <a:pt x="476" y="110234"/>
                </a:lnTo>
                <a:lnTo>
                  <a:pt x="476" y="109169"/>
                </a:lnTo>
                <a:lnTo>
                  <a:pt x="476" y="108281"/>
                </a:lnTo>
                <a:lnTo>
                  <a:pt x="476" y="107660"/>
                </a:lnTo>
                <a:lnTo>
                  <a:pt x="793" y="106773"/>
                </a:lnTo>
                <a:lnTo>
                  <a:pt x="793" y="105707"/>
                </a:lnTo>
                <a:lnTo>
                  <a:pt x="793" y="105086"/>
                </a:lnTo>
                <a:lnTo>
                  <a:pt x="793" y="104199"/>
                </a:lnTo>
                <a:lnTo>
                  <a:pt x="793" y="103400"/>
                </a:lnTo>
                <a:lnTo>
                  <a:pt x="1269" y="102512"/>
                </a:lnTo>
                <a:lnTo>
                  <a:pt x="1269" y="101891"/>
                </a:lnTo>
                <a:lnTo>
                  <a:pt x="1269" y="100826"/>
                </a:lnTo>
                <a:lnTo>
                  <a:pt x="1269" y="100205"/>
                </a:lnTo>
                <a:lnTo>
                  <a:pt x="1269" y="99317"/>
                </a:lnTo>
                <a:lnTo>
                  <a:pt x="1586" y="98429"/>
                </a:lnTo>
                <a:lnTo>
                  <a:pt x="1586" y="97631"/>
                </a:lnTo>
                <a:lnTo>
                  <a:pt x="1586" y="96921"/>
                </a:lnTo>
                <a:lnTo>
                  <a:pt x="1586" y="96122"/>
                </a:lnTo>
                <a:lnTo>
                  <a:pt x="1904" y="95234"/>
                </a:lnTo>
                <a:lnTo>
                  <a:pt x="1904" y="94613"/>
                </a:lnTo>
                <a:lnTo>
                  <a:pt x="1904" y="93725"/>
                </a:lnTo>
                <a:lnTo>
                  <a:pt x="1904" y="92838"/>
                </a:lnTo>
                <a:lnTo>
                  <a:pt x="1904" y="92217"/>
                </a:lnTo>
                <a:lnTo>
                  <a:pt x="1904" y="91418"/>
                </a:lnTo>
                <a:lnTo>
                  <a:pt x="1904" y="90530"/>
                </a:lnTo>
                <a:lnTo>
                  <a:pt x="1904" y="89909"/>
                </a:lnTo>
                <a:lnTo>
                  <a:pt x="1904" y="89021"/>
                </a:lnTo>
                <a:lnTo>
                  <a:pt x="1904" y="88134"/>
                </a:lnTo>
                <a:lnTo>
                  <a:pt x="2380" y="87513"/>
                </a:lnTo>
                <a:lnTo>
                  <a:pt x="2380" y="86625"/>
                </a:lnTo>
                <a:lnTo>
                  <a:pt x="2380" y="86004"/>
                </a:lnTo>
                <a:lnTo>
                  <a:pt x="2380" y="85116"/>
                </a:lnTo>
                <a:lnTo>
                  <a:pt x="2380" y="84317"/>
                </a:lnTo>
                <a:lnTo>
                  <a:pt x="2697" y="83696"/>
                </a:lnTo>
                <a:lnTo>
                  <a:pt x="2697" y="82986"/>
                </a:lnTo>
                <a:lnTo>
                  <a:pt x="2697" y="82187"/>
                </a:lnTo>
                <a:lnTo>
                  <a:pt x="2697" y="81477"/>
                </a:lnTo>
                <a:lnTo>
                  <a:pt x="3173" y="80856"/>
                </a:lnTo>
                <a:lnTo>
                  <a:pt x="3173" y="79968"/>
                </a:lnTo>
                <a:lnTo>
                  <a:pt x="3173" y="79170"/>
                </a:lnTo>
                <a:lnTo>
                  <a:pt x="3173" y="78548"/>
                </a:lnTo>
                <a:lnTo>
                  <a:pt x="3173" y="77661"/>
                </a:lnTo>
                <a:lnTo>
                  <a:pt x="3491" y="77039"/>
                </a:lnTo>
                <a:lnTo>
                  <a:pt x="3491" y="76152"/>
                </a:lnTo>
                <a:lnTo>
                  <a:pt x="3491" y="75531"/>
                </a:lnTo>
                <a:lnTo>
                  <a:pt x="3491" y="74820"/>
                </a:lnTo>
                <a:lnTo>
                  <a:pt x="3491" y="74199"/>
                </a:lnTo>
                <a:lnTo>
                  <a:pt x="3808" y="73578"/>
                </a:lnTo>
                <a:lnTo>
                  <a:pt x="3808" y="72690"/>
                </a:lnTo>
                <a:lnTo>
                  <a:pt x="3808" y="72069"/>
                </a:lnTo>
                <a:lnTo>
                  <a:pt x="3808" y="71448"/>
                </a:lnTo>
                <a:lnTo>
                  <a:pt x="3808" y="70560"/>
                </a:lnTo>
                <a:lnTo>
                  <a:pt x="4284" y="69939"/>
                </a:lnTo>
                <a:lnTo>
                  <a:pt x="4284" y="69051"/>
                </a:lnTo>
                <a:lnTo>
                  <a:pt x="4284" y="68430"/>
                </a:lnTo>
                <a:lnTo>
                  <a:pt x="4284" y="67809"/>
                </a:lnTo>
                <a:lnTo>
                  <a:pt x="4284" y="67188"/>
                </a:lnTo>
                <a:lnTo>
                  <a:pt x="4284" y="66477"/>
                </a:lnTo>
                <a:lnTo>
                  <a:pt x="4284" y="65679"/>
                </a:lnTo>
                <a:lnTo>
                  <a:pt x="4284" y="65235"/>
                </a:lnTo>
                <a:lnTo>
                  <a:pt x="4284" y="64347"/>
                </a:lnTo>
                <a:lnTo>
                  <a:pt x="4601" y="63726"/>
                </a:lnTo>
                <a:lnTo>
                  <a:pt x="4601" y="63105"/>
                </a:lnTo>
                <a:lnTo>
                  <a:pt x="4601" y="62395"/>
                </a:lnTo>
                <a:lnTo>
                  <a:pt x="4601" y="61773"/>
                </a:lnTo>
                <a:lnTo>
                  <a:pt x="4601" y="60886"/>
                </a:lnTo>
                <a:lnTo>
                  <a:pt x="5077" y="60531"/>
                </a:lnTo>
                <a:lnTo>
                  <a:pt x="5077" y="59643"/>
                </a:lnTo>
                <a:lnTo>
                  <a:pt x="5077" y="59200"/>
                </a:lnTo>
                <a:lnTo>
                  <a:pt x="5077" y="58312"/>
                </a:lnTo>
                <a:lnTo>
                  <a:pt x="5077" y="57691"/>
                </a:lnTo>
                <a:lnTo>
                  <a:pt x="5395" y="57247"/>
                </a:lnTo>
                <a:lnTo>
                  <a:pt x="5395" y="56448"/>
                </a:lnTo>
                <a:lnTo>
                  <a:pt x="5395" y="56004"/>
                </a:lnTo>
                <a:lnTo>
                  <a:pt x="5395" y="55117"/>
                </a:lnTo>
                <a:lnTo>
                  <a:pt x="5712" y="54673"/>
                </a:lnTo>
                <a:lnTo>
                  <a:pt x="5712" y="53874"/>
                </a:lnTo>
                <a:lnTo>
                  <a:pt x="5712" y="53430"/>
                </a:lnTo>
                <a:lnTo>
                  <a:pt x="5712" y="52543"/>
                </a:lnTo>
                <a:lnTo>
                  <a:pt x="5712" y="52099"/>
                </a:lnTo>
                <a:lnTo>
                  <a:pt x="6188" y="51478"/>
                </a:lnTo>
                <a:lnTo>
                  <a:pt x="6188" y="50856"/>
                </a:lnTo>
                <a:lnTo>
                  <a:pt x="6188" y="50235"/>
                </a:lnTo>
                <a:lnTo>
                  <a:pt x="6188" y="49525"/>
                </a:lnTo>
                <a:lnTo>
                  <a:pt x="6188" y="48904"/>
                </a:lnTo>
                <a:lnTo>
                  <a:pt x="6188" y="48460"/>
                </a:lnTo>
                <a:lnTo>
                  <a:pt x="6188" y="47839"/>
                </a:lnTo>
                <a:lnTo>
                  <a:pt x="6188" y="47217"/>
                </a:lnTo>
                <a:lnTo>
                  <a:pt x="6188" y="46596"/>
                </a:lnTo>
                <a:lnTo>
                  <a:pt x="6188" y="46152"/>
                </a:lnTo>
                <a:lnTo>
                  <a:pt x="6506" y="45531"/>
                </a:lnTo>
                <a:lnTo>
                  <a:pt x="6506" y="44821"/>
                </a:lnTo>
                <a:lnTo>
                  <a:pt x="6506" y="44200"/>
                </a:lnTo>
                <a:lnTo>
                  <a:pt x="6506" y="43756"/>
                </a:lnTo>
                <a:lnTo>
                  <a:pt x="6982" y="43135"/>
                </a:lnTo>
                <a:lnTo>
                  <a:pt x="6982" y="42513"/>
                </a:lnTo>
                <a:lnTo>
                  <a:pt x="6982" y="41803"/>
                </a:lnTo>
                <a:lnTo>
                  <a:pt x="6982" y="41448"/>
                </a:lnTo>
                <a:lnTo>
                  <a:pt x="6982" y="40738"/>
                </a:lnTo>
                <a:lnTo>
                  <a:pt x="7299" y="40383"/>
                </a:lnTo>
                <a:lnTo>
                  <a:pt x="7299" y="39673"/>
                </a:lnTo>
                <a:lnTo>
                  <a:pt x="7299" y="39229"/>
                </a:lnTo>
                <a:lnTo>
                  <a:pt x="7299" y="38608"/>
                </a:lnTo>
                <a:lnTo>
                  <a:pt x="7299" y="38164"/>
                </a:lnTo>
                <a:lnTo>
                  <a:pt x="7775" y="37543"/>
                </a:lnTo>
                <a:lnTo>
                  <a:pt x="7775" y="37099"/>
                </a:lnTo>
                <a:lnTo>
                  <a:pt x="7775" y="36478"/>
                </a:lnTo>
                <a:lnTo>
                  <a:pt x="7775" y="36034"/>
                </a:lnTo>
                <a:lnTo>
                  <a:pt x="7775" y="35413"/>
                </a:lnTo>
                <a:lnTo>
                  <a:pt x="8093" y="34792"/>
                </a:lnTo>
                <a:lnTo>
                  <a:pt x="8093" y="34348"/>
                </a:lnTo>
                <a:lnTo>
                  <a:pt x="8093" y="33727"/>
                </a:lnTo>
                <a:lnTo>
                  <a:pt x="8093" y="33283"/>
                </a:lnTo>
                <a:lnTo>
                  <a:pt x="8410" y="32662"/>
                </a:lnTo>
                <a:lnTo>
                  <a:pt x="8410" y="32218"/>
                </a:lnTo>
                <a:lnTo>
                  <a:pt x="8410" y="31508"/>
                </a:lnTo>
                <a:lnTo>
                  <a:pt x="8410" y="31330"/>
                </a:lnTo>
                <a:lnTo>
                  <a:pt x="8410" y="30709"/>
                </a:lnTo>
                <a:lnTo>
                  <a:pt x="8410" y="30088"/>
                </a:lnTo>
                <a:lnTo>
                  <a:pt x="8410" y="29644"/>
                </a:lnTo>
                <a:lnTo>
                  <a:pt x="8410" y="28934"/>
                </a:lnTo>
                <a:lnTo>
                  <a:pt x="8410" y="28756"/>
                </a:lnTo>
                <a:lnTo>
                  <a:pt x="8410" y="28135"/>
                </a:lnTo>
                <a:lnTo>
                  <a:pt x="8886" y="27691"/>
                </a:lnTo>
                <a:lnTo>
                  <a:pt x="8886" y="27247"/>
                </a:lnTo>
                <a:lnTo>
                  <a:pt x="8886" y="26626"/>
                </a:lnTo>
                <a:lnTo>
                  <a:pt x="8886" y="26182"/>
                </a:lnTo>
                <a:lnTo>
                  <a:pt x="8886" y="25739"/>
                </a:lnTo>
                <a:lnTo>
                  <a:pt x="9203" y="25295"/>
                </a:lnTo>
                <a:lnTo>
                  <a:pt x="9203" y="24674"/>
                </a:lnTo>
                <a:lnTo>
                  <a:pt x="9203" y="24230"/>
                </a:lnTo>
                <a:lnTo>
                  <a:pt x="9203" y="23875"/>
                </a:lnTo>
                <a:lnTo>
                  <a:pt x="9679" y="23431"/>
                </a:lnTo>
                <a:lnTo>
                  <a:pt x="9679" y="22987"/>
                </a:lnTo>
                <a:lnTo>
                  <a:pt x="9679" y="22543"/>
                </a:lnTo>
                <a:lnTo>
                  <a:pt x="9679" y="21922"/>
                </a:lnTo>
                <a:lnTo>
                  <a:pt x="9679" y="21656"/>
                </a:lnTo>
                <a:lnTo>
                  <a:pt x="9997" y="21035"/>
                </a:lnTo>
                <a:lnTo>
                  <a:pt x="9997" y="20591"/>
                </a:lnTo>
                <a:lnTo>
                  <a:pt x="9997" y="20147"/>
                </a:lnTo>
                <a:lnTo>
                  <a:pt x="9997" y="19792"/>
                </a:lnTo>
                <a:lnTo>
                  <a:pt x="9997" y="19348"/>
                </a:lnTo>
                <a:lnTo>
                  <a:pt x="10314" y="18904"/>
                </a:lnTo>
                <a:lnTo>
                  <a:pt x="10314" y="18283"/>
                </a:lnTo>
                <a:lnTo>
                  <a:pt x="10314" y="18017"/>
                </a:lnTo>
                <a:lnTo>
                  <a:pt x="10314" y="17573"/>
                </a:lnTo>
                <a:lnTo>
                  <a:pt x="10314" y="16952"/>
                </a:lnTo>
                <a:lnTo>
                  <a:pt x="10314" y="16774"/>
                </a:lnTo>
                <a:lnTo>
                  <a:pt x="10314" y="16331"/>
                </a:lnTo>
                <a:lnTo>
                  <a:pt x="10314" y="15887"/>
                </a:lnTo>
                <a:lnTo>
                  <a:pt x="10314" y="15443"/>
                </a:lnTo>
                <a:lnTo>
                  <a:pt x="10790" y="14999"/>
                </a:lnTo>
                <a:lnTo>
                  <a:pt x="10790" y="14644"/>
                </a:lnTo>
                <a:lnTo>
                  <a:pt x="10790" y="14378"/>
                </a:lnTo>
                <a:lnTo>
                  <a:pt x="10790" y="13757"/>
                </a:lnTo>
                <a:lnTo>
                  <a:pt x="10790" y="13579"/>
                </a:lnTo>
                <a:lnTo>
                  <a:pt x="11108" y="13135"/>
                </a:lnTo>
                <a:lnTo>
                  <a:pt x="11108" y="12692"/>
                </a:lnTo>
                <a:lnTo>
                  <a:pt x="11108" y="12248"/>
                </a:lnTo>
                <a:lnTo>
                  <a:pt x="11108" y="12070"/>
                </a:lnTo>
                <a:lnTo>
                  <a:pt x="11108" y="11360"/>
                </a:lnTo>
                <a:lnTo>
                  <a:pt x="11584" y="11183"/>
                </a:lnTo>
                <a:lnTo>
                  <a:pt x="11584" y="10739"/>
                </a:lnTo>
                <a:lnTo>
                  <a:pt x="11584" y="10295"/>
                </a:lnTo>
                <a:lnTo>
                  <a:pt x="11584" y="9851"/>
                </a:lnTo>
                <a:lnTo>
                  <a:pt x="11584" y="9674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609"/>
                </a:lnTo>
                <a:lnTo>
                  <a:pt x="11901" y="8165"/>
                </a:lnTo>
                <a:lnTo>
                  <a:pt x="12377" y="7721"/>
                </a:lnTo>
                <a:lnTo>
                  <a:pt x="12377" y="7544"/>
                </a:lnTo>
                <a:lnTo>
                  <a:pt x="12377" y="7100"/>
                </a:lnTo>
                <a:lnTo>
                  <a:pt x="12377" y="6922"/>
                </a:lnTo>
                <a:lnTo>
                  <a:pt x="12377" y="6479"/>
                </a:lnTo>
                <a:lnTo>
                  <a:pt x="12694" y="6212"/>
                </a:lnTo>
                <a:lnTo>
                  <a:pt x="12694" y="5857"/>
                </a:lnTo>
                <a:lnTo>
                  <a:pt x="12694" y="5414"/>
                </a:lnTo>
                <a:lnTo>
                  <a:pt x="12694" y="5147"/>
                </a:lnTo>
                <a:lnTo>
                  <a:pt x="12694" y="4970"/>
                </a:lnTo>
                <a:lnTo>
                  <a:pt x="12694" y="4526"/>
                </a:lnTo>
                <a:lnTo>
                  <a:pt x="12694" y="4082"/>
                </a:lnTo>
                <a:lnTo>
                  <a:pt x="12694" y="3905"/>
                </a:lnTo>
                <a:lnTo>
                  <a:pt x="12694" y="3638"/>
                </a:lnTo>
                <a:lnTo>
                  <a:pt x="12694" y="3283"/>
                </a:lnTo>
                <a:lnTo>
                  <a:pt x="13012" y="2840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1952"/>
                </a:lnTo>
                <a:lnTo>
                  <a:pt x="13488" y="1775"/>
                </a:lnTo>
                <a:lnTo>
                  <a:pt x="13488" y="1508"/>
                </a:lnTo>
                <a:lnTo>
                  <a:pt x="13488" y="1065"/>
                </a:lnTo>
                <a:lnTo>
                  <a:pt x="13488" y="887"/>
                </a:lnTo>
                <a:lnTo>
                  <a:pt x="13488" y="443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4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4452065" y="1544474"/>
            <a:ext cx="13488" cy="17396"/>
          </a:xfrm>
          <a:custGeom>
            <a:avLst/>
            <a:gdLst/>
            <a:ahLst/>
            <a:cxnLst/>
            <a:rect l="l" t="t" r="r" b="b"/>
            <a:pathLst>
              <a:path w="13488" h="17396">
                <a:moveTo>
                  <a:pt x="0" y="12425"/>
                </a:moveTo>
                <a:lnTo>
                  <a:pt x="0" y="12248"/>
                </a:lnTo>
                <a:lnTo>
                  <a:pt x="0" y="11804"/>
                </a:lnTo>
                <a:lnTo>
                  <a:pt x="476" y="11360"/>
                </a:lnTo>
                <a:lnTo>
                  <a:pt x="476" y="11183"/>
                </a:lnTo>
                <a:lnTo>
                  <a:pt x="476" y="10739"/>
                </a:lnTo>
                <a:lnTo>
                  <a:pt x="476" y="10561"/>
                </a:lnTo>
                <a:lnTo>
                  <a:pt x="476" y="10295"/>
                </a:lnTo>
                <a:lnTo>
                  <a:pt x="793" y="10118"/>
                </a:lnTo>
                <a:lnTo>
                  <a:pt x="793" y="9851"/>
                </a:lnTo>
                <a:lnTo>
                  <a:pt x="793" y="9496"/>
                </a:lnTo>
                <a:lnTo>
                  <a:pt x="793" y="9230"/>
                </a:lnTo>
                <a:lnTo>
                  <a:pt x="793" y="8786"/>
                </a:lnTo>
                <a:lnTo>
                  <a:pt x="793" y="8609"/>
                </a:lnTo>
                <a:lnTo>
                  <a:pt x="793" y="8343"/>
                </a:lnTo>
                <a:lnTo>
                  <a:pt x="793" y="8165"/>
                </a:lnTo>
                <a:lnTo>
                  <a:pt x="1110" y="7988"/>
                </a:lnTo>
                <a:lnTo>
                  <a:pt x="1110" y="7721"/>
                </a:lnTo>
                <a:lnTo>
                  <a:pt x="1110" y="7544"/>
                </a:lnTo>
                <a:lnTo>
                  <a:pt x="1110" y="7277"/>
                </a:lnTo>
                <a:lnTo>
                  <a:pt x="1110" y="7100"/>
                </a:lnTo>
                <a:lnTo>
                  <a:pt x="1586" y="7100"/>
                </a:lnTo>
                <a:lnTo>
                  <a:pt x="1586" y="6656"/>
                </a:lnTo>
                <a:lnTo>
                  <a:pt x="1586" y="6479"/>
                </a:lnTo>
                <a:lnTo>
                  <a:pt x="1586" y="6212"/>
                </a:lnTo>
                <a:lnTo>
                  <a:pt x="1586" y="6035"/>
                </a:lnTo>
                <a:lnTo>
                  <a:pt x="1904" y="5769"/>
                </a:lnTo>
                <a:lnTo>
                  <a:pt x="1904" y="5591"/>
                </a:lnTo>
                <a:lnTo>
                  <a:pt x="1904" y="5414"/>
                </a:lnTo>
                <a:lnTo>
                  <a:pt x="1904" y="5147"/>
                </a:lnTo>
                <a:lnTo>
                  <a:pt x="2380" y="4970"/>
                </a:lnTo>
                <a:lnTo>
                  <a:pt x="2380" y="4704"/>
                </a:lnTo>
                <a:lnTo>
                  <a:pt x="2380" y="4526"/>
                </a:lnTo>
                <a:lnTo>
                  <a:pt x="2697" y="4349"/>
                </a:lnTo>
                <a:lnTo>
                  <a:pt x="2697" y="4082"/>
                </a:lnTo>
                <a:lnTo>
                  <a:pt x="2697" y="3905"/>
                </a:lnTo>
                <a:lnTo>
                  <a:pt x="2697" y="3638"/>
                </a:lnTo>
                <a:lnTo>
                  <a:pt x="3173" y="3461"/>
                </a:lnTo>
                <a:lnTo>
                  <a:pt x="3173" y="3195"/>
                </a:lnTo>
                <a:lnTo>
                  <a:pt x="3173" y="3017"/>
                </a:lnTo>
                <a:lnTo>
                  <a:pt x="3173" y="2840"/>
                </a:lnTo>
                <a:lnTo>
                  <a:pt x="3173" y="2573"/>
                </a:lnTo>
                <a:lnTo>
                  <a:pt x="3173" y="2396"/>
                </a:lnTo>
                <a:lnTo>
                  <a:pt x="3491" y="2396"/>
                </a:lnTo>
                <a:lnTo>
                  <a:pt x="3491" y="2130"/>
                </a:lnTo>
                <a:lnTo>
                  <a:pt x="3491" y="1952"/>
                </a:lnTo>
                <a:lnTo>
                  <a:pt x="3808" y="1775"/>
                </a:lnTo>
                <a:lnTo>
                  <a:pt x="3808" y="1508"/>
                </a:lnTo>
                <a:lnTo>
                  <a:pt x="3808" y="1331"/>
                </a:lnTo>
                <a:lnTo>
                  <a:pt x="4284" y="1065"/>
                </a:lnTo>
                <a:lnTo>
                  <a:pt x="4284" y="887"/>
                </a:lnTo>
                <a:lnTo>
                  <a:pt x="4601" y="887"/>
                </a:lnTo>
                <a:lnTo>
                  <a:pt x="4601" y="621"/>
                </a:lnTo>
                <a:lnTo>
                  <a:pt x="5077" y="443"/>
                </a:lnTo>
                <a:lnTo>
                  <a:pt x="5077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506" y="0"/>
                </a:lnTo>
                <a:lnTo>
                  <a:pt x="6982" y="0"/>
                </a:lnTo>
                <a:lnTo>
                  <a:pt x="7299" y="0"/>
                </a:lnTo>
                <a:lnTo>
                  <a:pt x="7299" y="266"/>
                </a:lnTo>
                <a:lnTo>
                  <a:pt x="7299" y="443"/>
                </a:lnTo>
                <a:lnTo>
                  <a:pt x="7775" y="621"/>
                </a:lnTo>
                <a:lnTo>
                  <a:pt x="7775" y="887"/>
                </a:lnTo>
                <a:lnTo>
                  <a:pt x="8093" y="1065"/>
                </a:lnTo>
                <a:lnTo>
                  <a:pt x="8093" y="1331"/>
                </a:lnTo>
                <a:lnTo>
                  <a:pt x="8410" y="1331"/>
                </a:lnTo>
                <a:lnTo>
                  <a:pt x="8410" y="1508"/>
                </a:lnTo>
                <a:lnTo>
                  <a:pt x="8410" y="1775"/>
                </a:lnTo>
                <a:lnTo>
                  <a:pt x="8886" y="1952"/>
                </a:lnTo>
                <a:lnTo>
                  <a:pt x="8886" y="2130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573"/>
                </a:lnTo>
                <a:lnTo>
                  <a:pt x="9203" y="2840"/>
                </a:lnTo>
                <a:lnTo>
                  <a:pt x="9203" y="3017"/>
                </a:lnTo>
                <a:lnTo>
                  <a:pt x="9203" y="3195"/>
                </a:lnTo>
                <a:lnTo>
                  <a:pt x="9203" y="3461"/>
                </a:lnTo>
                <a:lnTo>
                  <a:pt x="9679" y="3638"/>
                </a:lnTo>
                <a:lnTo>
                  <a:pt x="9679" y="3905"/>
                </a:lnTo>
                <a:lnTo>
                  <a:pt x="9679" y="4082"/>
                </a:lnTo>
                <a:lnTo>
                  <a:pt x="9679" y="4349"/>
                </a:lnTo>
                <a:lnTo>
                  <a:pt x="9679" y="4526"/>
                </a:lnTo>
                <a:lnTo>
                  <a:pt x="9997" y="4526"/>
                </a:lnTo>
                <a:lnTo>
                  <a:pt x="9997" y="4704"/>
                </a:lnTo>
                <a:lnTo>
                  <a:pt x="9997" y="4970"/>
                </a:lnTo>
                <a:lnTo>
                  <a:pt x="10314" y="5147"/>
                </a:lnTo>
                <a:lnTo>
                  <a:pt x="10314" y="5414"/>
                </a:lnTo>
                <a:lnTo>
                  <a:pt x="10314" y="5591"/>
                </a:lnTo>
                <a:lnTo>
                  <a:pt x="10314" y="5769"/>
                </a:lnTo>
                <a:lnTo>
                  <a:pt x="10790" y="6035"/>
                </a:lnTo>
                <a:lnTo>
                  <a:pt x="10790" y="6212"/>
                </a:lnTo>
                <a:lnTo>
                  <a:pt x="10790" y="6656"/>
                </a:lnTo>
                <a:lnTo>
                  <a:pt x="10790" y="6922"/>
                </a:lnTo>
                <a:lnTo>
                  <a:pt x="10790" y="7100"/>
                </a:lnTo>
                <a:lnTo>
                  <a:pt x="11108" y="7100"/>
                </a:lnTo>
                <a:lnTo>
                  <a:pt x="11108" y="7277"/>
                </a:lnTo>
                <a:lnTo>
                  <a:pt x="11108" y="7544"/>
                </a:lnTo>
                <a:lnTo>
                  <a:pt x="11108" y="7721"/>
                </a:lnTo>
                <a:lnTo>
                  <a:pt x="11108" y="8165"/>
                </a:lnTo>
                <a:lnTo>
                  <a:pt x="11108" y="8343"/>
                </a:lnTo>
                <a:lnTo>
                  <a:pt x="11108" y="8609"/>
                </a:lnTo>
                <a:lnTo>
                  <a:pt x="11108" y="9053"/>
                </a:lnTo>
                <a:lnTo>
                  <a:pt x="11584" y="9230"/>
                </a:lnTo>
                <a:lnTo>
                  <a:pt x="11584" y="9496"/>
                </a:lnTo>
                <a:lnTo>
                  <a:pt x="11584" y="9674"/>
                </a:lnTo>
                <a:lnTo>
                  <a:pt x="11584" y="9851"/>
                </a:lnTo>
                <a:lnTo>
                  <a:pt x="11584" y="10118"/>
                </a:lnTo>
                <a:lnTo>
                  <a:pt x="11901" y="10561"/>
                </a:lnTo>
                <a:lnTo>
                  <a:pt x="11901" y="10916"/>
                </a:lnTo>
                <a:lnTo>
                  <a:pt x="11901" y="11183"/>
                </a:lnTo>
                <a:lnTo>
                  <a:pt x="11901" y="11360"/>
                </a:lnTo>
                <a:lnTo>
                  <a:pt x="12218" y="11804"/>
                </a:lnTo>
                <a:lnTo>
                  <a:pt x="12218" y="12248"/>
                </a:lnTo>
                <a:lnTo>
                  <a:pt x="12218" y="12425"/>
                </a:lnTo>
                <a:lnTo>
                  <a:pt x="12218" y="12869"/>
                </a:lnTo>
                <a:lnTo>
                  <a:pt x="12694" y="12869"/>
                </a:lnTo>
                <a:lnTo>
                  <a:pt x="12694" y="13313"/>
                </a:lnTo>
                <a:lnTo>
                  <a:pt x="12694" y="13490"/>
                </a:lnTo>
                <a:lnTo>
                  <a:pt x="12694" y="13934"/>
                </a:lnTo>
                <a:lnTo>
                  <a:pt x="13012" y="14200"/>
                </a:lnTo>
                <a:lnTo>
                  <a:pt x="13012" y="14378"/>
                </a:lnTo>
                <a:lnTo>
                  <a:pt x="13012" y="14822"/>
                </a:lnTo>
                <a:lnTo>
                  <a:pt x="13012" y="15265"/>
                </a:lnTo>
                <a:lnTo>
                  <a:pt x="13488" y="15709"/>
                </a:lnTo>
                <a:lnTo>
                  <a:pt x="13488" y="16064"/>
                </a:lnTo>
                <a:lnTo>
                  <a:pt x="13488" y="16331"/>
                </a:lnTo>
                <a:lnTo>
                  <a:pt x="13488" y="16508"/>
                </a:lnTo>
                <a:lnTo>
                  <a:pt x="13488" y="16952"/>
                </a:lnTo>
                <a:lnTo>
                  <a:pt x="13488" y="17396"/>
                </a:lnTo>
              </a:path>
            </a:pathLst>
          </a:custGeom>
          <a:ln w="1630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4465553" y="1561870"/>
            <a:ext cx="13805" cy="120707"/>
          </a:xfrm>
          <a:custGeom>
            <a:avLst/>
            <a:gdLst/>
            <a:ahLst/>
            <a:cxnLst/>
            <a:rect l="l" t="t" r="r" b="b"/>
            <a:pathLst>
              <a:path w="13805" h="120707">
                <a:moveTo>
                  <a:pt x="0" y="0"/>
                </a:moveTo>
                <a:lnTo>
                  <a:pt x="0" y="177"/>
                </a:lnTo>
                <a:lnTo>
                  <a:pt x="0" y="443"/>
                </a:lnTo>
                <a:lnTo>
                  <a:pt x="0" y="887"/>
                </a:lnTo>
                <a:lnTo>
                  <a:pt x="0" y="1242"/>
                </a:lnTo>
                <a:lnTo>
                  <a:pt x="317" y="1508"/>
                </a:lnTo>
                <a:lnTo>
                  <a:pt x="317" y="1952"/>
                </a:lnTo>
                <a:lnTo>
                  <a:pt x="317" y="2130"/>
                </a:lnTo>
                <a:lnTo>
                  <a:pt x="317" y="2573"/>
                </a:lnTo>
                <a:lnTo>
                  <a:pt x="793" y="2751"/>
                </a:lnTo>
                <a:lnTo>
                  <a:pt x="793" y="3195"/>
                </a:lnTo>
                <a:lnTo>
                  <a:pt x="793" y="3638"/>
                </a:lnTo>
                <a:lnTo>
                  <a:pt x="793" y="3816"/>
                </a:lnTo>
                <a:lnTo>
                  <a:pt x="793" y="4260"/>
                </a:lnTo>
                <a:lnTo>
                  <a:pt x="1110" y="4704"/>
                </a:lnTo>
                <a:lnTo>
                  <a:pt x="1110" y="4881"/>
                </a:lnTo>
                <a:lnTo>
                  <a:pt x="1110" y="5325"/>
                </a:lnTo>
                <a:lnTo>
                  <a:pt x="1110" y="5769"/>
                </a:lnTo>
                <a:lnTo>
                  <a:pt x="1110" y="6212"/>
                </a:lnTo>
                <a:lnTo>
                  <a:pt x="1428" y="6390"/>
                </a:lnTo>
                <a:lnTo>
                  <a:pt x="1428" y="6834"/>
                </a:lnTo>
                <a:lnTo>
                  <a:pt x="1428" y="7277"/>
                </a:lnTo>
                <a:lnTo>
                  <a:pt x="1428" y="7721"/>
                </a:lnTo>
                <a:lnTo>
                  <a:pt x="1428" y="8165"/>
                </a:lnTo>
                <a:lnTo>
                  <a:pt x="1904" y="8609"/>
                </a:lnTo>
                <a:lnTo>
                  <a:pt x="1904" y="8786"/>
                </a:lnTo>
                <a:lnTo>
                  <a:pt x="1904" y="9230"/>
                </a:lnTo>
                <a:lnTo>
                  <a:pt x="1904" y="9674"/>
                </a:lnTo>
                <a:lnTo>
                  <a:pt x="1904" y="10029"/>
                </a:lnTo>
                <a:lnTo>
                  <a:pt x="1904" y="10473"/>
                </a:lnTo>
                <a:lnTo>
                  <a:pt x="1904" y="10916"/>
                </a:lnTo>
                <a:lnTo>
                  <a:pt x="1904" y="11183"/>
                </a:lnTo>
                <a:lnTo>
                  <a:pt x="1904" y="11804"/>
                </a:lnTo>
                <a:lnTo>
                  <a:pt x="2221" y="11982"/>
                </a:lnTo>
                <a:lnTo>
                  <a:pt x="2221" y="12425"/>
                </a:lnTo>
                <a:lnTo>
                  <a:pt x="2221" y="13047"/>
                </a:lnTo>
                <a:lnTo>
                  <a:pt x="2221" y="13313"/>
                </a:lnTo>
                <a:lnTo>
                  <a:pt x="2221" y="13757"/>
                </a:lnTo>
                <a:lnTo>
                  <a:pt x="2697" y="14378"/>
                </a:lnTo>
                <a:lnTo>
                  <a:pt x="2697" y="14555"/>
                </a:lnTo>
                <a:lnTo>
                  <a:pt x="2697" y="15177"/>
                </a:lnTo>
                <a:lnTo>
                  <a:pt x="2697" y="15620"/>
                </a:lnTo>
                <a:lnTo>
                  <a:pt x="2697" y="15887"/>
                </a:lnTo>
                <a:lnTo>
                  <a:pt x="3015" y="16508"/>
                </a:lnTo>
                <a:lnTo>
                  <a:pt x="3015" y="16686"/>
                </a:lnTo>
                <a:lnTo>
                  <a:pt x="3015" y="17396"/>
                </a:lnTo>
                <a:lnTo>
                  <a:pt x="3015" y="17751"/>
                </a:lnTo>
                <a:lnTo>
                  <a:pt x="3332" y="18194"/>
                </a:lnTo>
                <a:lnTo>
                  <a:pt x="3332" y="18638"/>
                </a:lnTo>
                <a:lnTo>
                  <a:pt x="3332" y="19082"/>
                </a:lnTo>
                <a:lnTo>
                  <a:pt x="3332" y="19703"/>
                </a:lnTo>
                <a:lnTo>
                  <a:pt x="3332" y="20147"/>
                </a:lnTo>
                <a:lnTo>
                  <a:pt x="3808" y="20591"/>
                </a:lnTo>
                <a:lnTo>
                  <a:pt x="3808" y="21035"/>
                </a:lnTo>
                <a:lnTo>
                  <a:pt x="3808" y="21656"/>
                </a:lnTo>
                <a:lnTo>
                  <a:pt x="3808" y="22100"/>
                </a:lnTo>
                <a:lnTo>
                  <a:pt x="3808" y="22543"/>
                </a:lnTo>
                <a:lnTo>
                  <a:pt x="4125" y="22898"/>
                </a:lnTo>
                <a:lnTo>
                  <a:pt x="4125" y="23608"/>
                </a:lnTo>
                <a:lnTo>
                  <a:pt x="4125" y="23964"/>
                </a:lnTo>
                <a:lnTo>
                  <a:pt x="4125" y="24407"/>
                </a:lnTo>
                <a:lnTo>
                  <a:pt x="4125" y="25117"/>
                </a:lnTo>
                <a:lnTo>
                  <a:pt x="4125" y="25472"/>
                </a:lnTo>
                <a:lnTo>
                  <a:pt x="4125" y="25916"/>
                </a:lnTo>
                <a:lnTo>
                  <a:pt x="4125" y="26360"/>
                </a:lnTo>
                <a:lnTo>
                  <a:pt x="4125" y="26981"/>
                </a:lnTo>
                <a:lnTo>
                  <a:pt x="4601" y="27425"/>
                </a:lnTo>
                <a:lnTo>
                  <a:pt x="4601" y="28046"/>
                </a:lnTo>
                <a:lnTo>
                  <a:pt x="4601" y="28756"/>
                </a:lnTo>
                <a:lnTo>
                  <a:pt x="4601" y="28934"/>
                </a:lnTo>
                <a:lnTo>
                  <a:pt x="4601" y="29555"/>
                </a:lnTo>
                <a:lnTo>
                  <a:pt x="4919" y="29999"/>
                </a:lnTo>
                <a:lnTo>
                  <a:pt x="4919" y="30620"/>
                </a:lnTo>
                <a:lnTo>
                  <a:pt x="4919" y="31064"/>
                </a:lnTo>
                <a:lnTo>
                  <a:pt x="4919" y="31685"/>
                </a:lnTo>
                <a:lnTo>
                  <a:pt x="4919" y="32129"/>
                </a:lnTo>
                <a:lnTo>
                  <a:pt x="5395" y="32839"/>
                </a:lnTo>
                <a:lnTo>
                  <a:pt x="5395" y="33460"/>
                </a:lnTo>
                <a:lnTo>
                  <a:pt x="5395" y="33904"/>
                </a:lnTo>
                <a:lnTo>
                  <a:pt x="5395" y="34525"/>
                </a:lnTo>
                <a:lnTo>
                  <a:pt x="5395" y="34969"/>
                </a:lnTo>
                <a:lnTo>
                  <a:pt x="5712" y="35591"/>
                </a:lnTo>
                <a:lnTo>
                  <a:pt x="5712" y="36034"/>
                </a:lnTo>
                <a:lnTo>
                  <a:pt x="5712" y="36656"/>
                </a:lnTo>
                <a:lnTo>
                  <a:pt x="5712" y="37277"/>
                </a:lnTo>
                <a:lnTo>
                  <a:pt x="6030" y="37987"/>
                </a:lnTo>
                <a:lnTo>
                  <a:pt x="6030" y="38342"/>
                </a:lnTo>
                <a:lnTo>
                  <a:pt x="6030" y="39052"/>
                </a:lnTo>
                <a:lnTo>
                  <a:pt x="6030" y="39407"/>
                </a:lnTo>
                <a:lnTo>
                  <a:pt x="6030" y="40117"/>
                </a:lnTo>
                <a:lnTo>
                  <a:pt x="6030" y="40738"/>
                </a:lnTo>
                <a:lnTo>
                  <a:pt x="6030" y="41360"/>
                </a:lnTo>
                <a:lnTo>
                  <a:pt x="6030" y="41803"/>
                </a:lnTo>
                <a:lnTo>
                  <a:pt x="6030" y="42425"/>
                </a:lnTo>
                <a:lnTo>
                  <a:pt x="6030" y="42868"/>
                </a:lnTo>
                <a:lnTo>
                  <a:pt x="6506" y="43756"/>
                </a:lnTo>
                <a:lnTo>
                  <a:pt x="6506" y="44200"/>
                </a:lnTo>
                <a:lnTo>
                  <a:pt x="6506" y="44821"/>
                </a:lnTo>
                <a:lnTo>
                  <a:pt x="6506" y="45442"/>
                </a:lnTo>
                <a:lnTo>
                  <a:pt x="6506" y="46064"/>
                </a:lnTo>
                <a:lnTo>
                  <a:pt x="6823" y="46507"/>
                </a:lnTo>
                <a:lnTo>
                  <a:pt x="6823" y="47395"/>
                </a:lnTo>
                <a:lnTo>
                  <a:pt x="6823" y="47839"/>
                </a:lnTo>
                <a:lnTo>
                  <a:pt x="6823" y="48638"/>
                </a:lnTo>
                <a:lnTo>
                  <a:pt x="7299" y="49081"/>
                </a:lnTo>
                <a:lnTo>
                  <a:pt x="7299" y="49703"/>
                </a:lnTo>
                <a:lnTo>
                  <a:pt x="7299" y="50413"/>
                </a:lnTo>
                <a:lnTo>
                  <a:pt x="7299" y="51034"/>
                </a:lnTo>
                <a:lnTo>
                  <a:pt x="7299" y="51655"/>
                </a:lnTo>
                <a:lnTo>
                  <a:pt x="7616" y="52277"/>
                </a:lnTo>
                <a:lnTo>
                  <a:pt x="7616" y="52987"/>
                </a:lnTo>
                <a:lnTo>
                  <a:pt x="7616" y="53342"/>
                </a:lnTo>
                <a:lnTo>
                  <a:pt x="7616" y="54229"/>
                </a:lnTo>
                <a:lnTo>
                  <a:pt x="7616" y="54850"/>
                </a:lnTo>
                <a:lnTo>
                  <a:pt x="7934" y="55561"/>
                </a:lnTo>
                <a:lnTo>
                  <a:pt x="7934" y="56182"/>
                </a:lnTo>
                <a:lnTo>
                  <a:pt x="7934" y="56803"/>
                </a:lnTo>
                <a:lnTo>
                  <a:pt x="7934" y="57424"/>
                </a:lnTo>
                <a:lnTo>
                  <a:pt x="7934" y="58134"/>
                </a:lnTo>
                <a:lnTo>
                  <a:pt x="8410" y="58756"/>
                </a:lnTo>
                <a:lnTo>
                  <a:pt x="8410" y="59377"/>
                </a:lnTo>
                <a:lnTo>
                  <a:pt x="8410" y="60265"/>
                </a:lnTo>
                <a:lnTo>
                  <a:pt x="8410" y="60708"/>
                </a:lnTo>
                <a:lnTo>
                  <a:pt x="8410" y="61507"/>
                </a:lnTo>
                <a:lnTo>
                  <a:pt x="8410" y="62217"/>
                </a:lnTo>
                <a:lnTo>
                  <a:pt x="8410" y="62838"/>
                </a:lnTo>
                <a:lnTo>
                  <a:pt x="8410" y="63460"/>
                </a:lnTo>
                <a:lnTo>
                  <a:pt x="8410" y="64081"/>
                </a:lnTo>
                <a:lnTo>
                  <a:pt x="8727" y="64969"/>
                </a:lnTo>
                <a:lnTo>
                  <a:pt x="8727" y="65590"/>
                </a:lnTo>
                <a:lnTo>
                  <a:pt x="8727" y="66211"/>
                </a:lnTo>
                <a:lnTo>
                  <a:pt x="8727" y="66921"/>
                </a:lnTo>
                <a:lnTo>
                  <a:pt x="8727" y="67543"/>
                </a:lnTo>
                <a:lnTo>
                  <a:pt x="9203" y="68430"/>
                </a:lnTo>
                <a:lnTo>
                  <a:pt x="9203" y="69051"/>
                </a:lnTo>
                <a:lnTo>
                  <a:pt x="9203" y="69850"/>
                </a:lnTo>
                <a:lnTo>
                  <a:pt x="9203" y="70560"/>
                </a:lnTo>
                <a:lnTo>
                  <a:pt x="9203" y="71182"/>
                </a:lnTo>
                <a:lnTo>
                  <a:pt x="9521" y="72069"/>
                </a:lnTo>
                <a:lnTo>
                  <a:pt x="9521" y="72690"/>
                </a:lnTo>
                <a:lnTo>
                  <a:pt x="9521" y="73578"/>
                </a:lnTo>
                <a:lnTo>
                  <a:pt x="9521" y="74199"/>
                </a:lnTo>
                <a:lnTo>
                  <a:pt x="9997" y="74820"/>
                </a:lnTo>
                <a:lnTo>
                  <a:pt x="9997" y="75708"/>
                </a:lnTo>
                <a:lnTo>
                  <a:pt x="9997" y="76329"/>
                </a:lnTo>
                <a:lnTo>
                  <a:pt x="9997" y="76951"/>
                </a:lnTo>
                <a:lnTo>
                  <a:pt x="9997" y="77838"/>
                </a:lnTo>
                <a:lnTo>
                  <a:pt x="10314" y="78459"/>
                </a:lnTo>
                <a:lnTo>
                  <a:pt x="10314" y="79347"/>
                </a:lnTo>
                <a:lnTo>
                  <a:pt x="10314" y="79968"/>
                </a:lnTo>
                <a:lnTo>
                  <a:pt x="10314" y="80590"/>
                </a:lnTo>
                <a:lnTo>
                  <a:pt x="10314" y="81477"/>
                </a:lnTo>
                <a:lnTo>
                  <a:pt x="10314" y="82098"/>
                </a:lnTo>
                <a:lnTo>
                  <a:pt x="10314" y="82986"/>
                </a:lnTo>
                <a:lnTo>
                  <a:pt x="10314" y="83874"/>
                </a:lnTo>
                <a:lnTo>
                  <a:pt x="10314" y="84495"/>
                </a:lnTo>
                <a:lnTo>
                  <a:pt x="10314" y="85294"/>
                </a:lnTo>
                <a:lnTo>
                  <a:pt x="10631" y="86004"/>
                </a:lnTo>
                <a:lnTo>
                  <a:pt x="10631" y="86803"/>
                </a:lnTo>
                <a:lnTo>
                  <a:pt x="10631" y="87690"/>
                </a:lnTo>
                <a:lnTo>
                  <a:pt x="10631" y="88311"/>
                </a:lnTo>
                <a:lnTo>
                  <a:pt x="11108" y="89199"/>
                </a:lnTo>
                <a:lnTo>
                  <a:pt x="11108" y="90086"/>
                </a:lnTo>
                <a:lnTo>
                  <a:pt x="11108" y="90708"/>
                </a:lnTo>
                <a:lnTo>
                  <a:pt x="11108" y="91595"/>
                </a:lnTo>
                <a:lnTo>
                  <a:pt x="11108" y="92394"/>
                </a:lnTo>
                <a:lnTo>
                  <a:pt x="11425" y="93015"/>
                </a:lnTo>
                <a:lnTo>
                  <a:pt x="11425" y="93903"/>
                </a:lnTo>
                <a:lnTo>
                  <a:pt x="11425" y="94791"/>
                </a:lnTo>
                <a:lnTo>
                  <a:pt x="11425" y="95412"/>
                </a:lnTo>
                <a:lnTo>
                  <a:pt x="11425" y="96299"/>
                </a:lnTo>
                <a:lnTo>
                  <a:pt x="11901" y="97098"/>
                </a:lnTo>
                <a:lnTo>
                  <a:pt x="11901" y="97986"/>
                </a:lnTo>
                <a:lnTo>
                  <a:pt x="11901" y="98607"/>
                </a:lnTo>
                <a:lnTo>
                  <a:pt x="11901" y="99495"/>
                </a:lnTo>
                <a:lnTo>
                  <a:pt x="11901" y="100382"/>
                </a:lnTo>
                <a:lnTo>
                  <a:pt x="12218" y="101181"/>
                </a:lnTo>
                <a:lnTo>
                  <a:pt x="12218" y="101802"/>
                </a:lnTo>
                <a:lnTo>
                  <a:pt x="12218" y="102956"/>
                </a:lnTo>
                <a:lnTo>
                  <a:pt x="12218" y="103577"/>
                </a:lnTo>
                <a:lnTo>
                  <a:pt x="12536" y="104376"/>
                </a:lnTo>
                <a:lnTo>
                  <a:pt x="12536" y="105264"/>
                </a:lnTo>
                <a:lnTo>
                  <a:pt x="12536" y="106151"/>
                </a:lnTo>
                <a:lnTo>
                  <a:pt x="12536" y="106950"/>
                </a:lnTo>
                <a:lnTo>
                  <a:pt x="12536" y="107838"/>
                </a:lnTo>
                <a:lnTo>
                  <a:pt x="12536" y="108725"/>
                </a:lnTo>
                <a:lnTo>
                  <a:pt x="12536" y="109524"/>
                </a:lnTo>
                <a:lnTo>
                  <a:pt x="12536" y="110234"/>
                </a:lnTo>
                <a:lnTo>
                  <a:pt x="12536" y="111299"/>
                </a:lnTo>
                <a:lnTo>
                  <a:pt x="12536" y="112098"/>
                </a:lnTo>
                <a:lnTo>
                  <a:pt x="13012" y="112985"/>
                </a:lnTo>
                <a:lnTo>
                  <a:pt x="13012" y="113607"/>
                </a:lnTo>
                <a:lnTo>
                  <a:pt x="13012" y="114672"/>
                </a:lnTo>
                <a:lnTo>
                  <a:pt x="13012" y="115559"/>
                </a:lnTo>
                <a:lnTo>
                  <a:pt x="13012" y="116447"/>
                </a:lnTo>
                <a:lnTo>
                  <a:pt x="13329" y="117246"/>
                </a:lnTo>
                <a:lnTo>
                  <a:pt x="13329" y="118133"/>
                </a:lnTo>
                <a:lnTo>
                  <a:pt x="13329" y="119021"/>
                </a:lnTo>
                <a:lnTo>
                  <a:pt x="13329" y="119820"/>
                </a:lnTo>
                <a:lnTo>
                  <a:pt x="13805" y="120707"/>
                </a:lnTo>
              </a:path>
            </a:pathLst>
          </a:custGeom>
          <a:ln w="194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4479359" y="1682577"/>
            <a:ext cx="13329" cy="224285"/>
          </a:xfrm>
          <a:custGeom>
            <a:avLst/>
            <a:gdLst/>
            <a:ahLst/>
            <a:cxnLst/>
            <a:rect l="l" t="t" r="r" b="b"/>
            <a:pathLst>
              <a:path w="13329" h="224285">
                <a:moveTo>
                  <a:pt x="0" y="0"/>
                </a:moveTo>
                <a:lnTo>
                  <a:pt x="0" y="1065"/>
                </a:lnTo>
                <a:lnTo>
                  <a:pt x="0" y="1686"/>
                </a:lnTo>
                <a:lnTo>
                  <a:pt x="0" y="2573"/>
                </a:lnTo>
                <a:lnTo>
                  <a:pt x="0" y="3638"/>
                </a:lnTo>
                <a:lnTo>
                  <a:pt x="317" y="4526"/>
                </a:lnTo>
                <a:lnTo>
                  <a:pt x="317" y="5325"/>
                </a:lnTo>
                <a:lnTo>
                  <a:pt x="317" y="6212"/>
                </a:lnTo>
                <a:lnTo>
                  <a:pt x="317" y="7100"/>
                </a:lnTo>
                <a:lnTo>
                  <a:pt x="317" y="8165"/>
                </a:lnTo>
                <a:lnTo>
                  <a:pt x="634" y="9053"/>
                </a:lnTo>
                <a:lnTo>
                  <a:pt x="634" y="9851"/>
                </a:lnTo>
                <a:lnTo>
                  <a:pt x="634" y="10739"/>
                </a:lnTo>
                <a:lnTo>
                  <a:pt x="634" y="11804"/>
                </a:lnTo>
                <a:lnTo>
                  <a:pt x="634" y="12692"/>
                </a:lnTo>
                <a:lnTo>
                  <a:pt x="634" y="13490"/>
                </a:lnTo>
                <a:lnTo>
                  <a:pt x="634" y="14378"/>
                </a:lnTo>
                <a:lnTo>
                  <a:pt x="634" y="15443"/>
                </a:lnTo>
                <a:lnTo>
                  <a:pt x="634" y="16508"/>
                </a:lnTo>
                <a:lnTo>
                  <a:pt x="1110" y="17396"/>
                </a:lnTo>
                <a:lnTo>
                  <a:pt x="1110" y="18194"/>
                </a:lnTo>
                <a:lnTo>
                  <a:pt x="1110" y="19082"/>
                </a:lnTo>
                <a:lnTo>
                  <a:pt x="1110" y="20147"/>
                </a:lnTo>
                <a:lnTo>
                  <a:pt x="1110" y="21035"/>
                </a:lnTo>
                <a:lnTo>
                  <a:pt x="1428" y="21833"/>
                </a:lnTo>
                <a:lnTo>
                  <a:pt x="1428" y="22987"/>
                </a:lnTo>
                <a:lnTo>
                  <a:pt x="1428" y="23786"/>
                </a:lnTo>
                <a:lnTo>
                  <a:pt x="1428" y="24851"/>
                </a:lnTo>
                <a:lnTo>
                  <a:pt x="1428" y="25739"/>
                </a:lnTo>
                <a:lnTo>
                  <a:pt x="1904" y="26804"/>
                </a:lnTo>
                <a:lnTo>
                  <a:pt x="1904" y="27691"/>
                </a:lnTo>
                <a:lnTo>
                  <a:pt x="1904" y="28490"/>
                </a:lnTo>
                <a:lnTo>
                  <a:pt x="1904" y="29555"/>
                </a:lnTo>
                <a:lnTo>
                  <a:pt x="1904" y="30709"/>
                </a:lnTo>
                <a:lnTo>
                  <a:pt x="2221" y="31508"/>
                </a:lnTo>
                <a:lnTo>
                  <a:pt x="2221" y="32573"/>
                </a:lnTo>
                <a:lnTo>
                  <a:pt x="2221" y="33460"/>
                </a:lnTo>
                <a:lnTo>
                  <a:pt x="2221" y="34348"/>
                </a:lnTo>
                <a:lnTo>
                  <a:pt x="2221" y="35413"/>
                </a:lnTo>
                <a:lnTo>
                  <a:pt x="2697" y="36478"/>
                </a:lnTo>
                <a:lnTo>
                  <a:pt x="2697" y="37543"/>
                </a:lnTo>
                <a:lnTo>
                  <a:pt x="2697" y="38431"/>
                </a:lnTo>
                <a:lnTo>
                  <a:pt x="2697" y="39229"/>
                </a:lnTo>
                <a:lnTo>
                  <a:pt x="2697" y="40295"/>
                </a:lnTo>
                <a:lnTo>
                  <a:pt x="2697" y="41360"/>
                </a:lnTo>
                <a:lnTo>
                  <a:pt x="2697" y="42425"/>
                </a:lnTo>
                <a:lnTo>
                  <a:pt x="2697" y="43312"/>
                </a:lnTo>
                <a:lnTo>
                  <a:pt x="2697" y="44377"/>
                </a:lnTo>
                <a:lnTo>
                  <a:pt x="3015" y="45265"/>
                </a:lnTo>
                <a:lnTo>
                  <a:pt x="3015" y="46330"/>
                </a:lnTo>
                <a:lnTo>
                  <a:pt x="3015" y="47395"/>
                </a:lnTo>
                <a:lnTo>
                  <a:pt x="3015" y="48460"/>
                </a:lnTo>
                <a:lnTo>
                  <a:pt x="3015" y="49525"/>
                </a:lnTo>
                <a:lnTo>
                  <a:pt x="3332" y="50413"/>
                </a:lnTo>
                <a:lnTo>
                  <a:pt x="3332" y="51478"/>
                </a:lnTo>
                <a:lnTo>
                  <a:pt x="3332" y="52543"/>
                </a:lnTo>
                <a:lnTo>
                  <a:pt x="3332" y="53430"/>
                </a:lnTo>
                <a:lnTo>
                  <a:pt x="3332" y="54495"/>
                </a:lnTo>
                <a:lnTo>
                  <a:pt x="3808" y="55561"/>
                </a:lnTo>
                <a:lnTo>
                  <a:pt x="3808" y="56626"/>
                </a:lnTo>
                <a:lnTo>
                  <a:pt x="3808" y="57691"/>
                </a:lnTo>
                <a:lnTo>
                  <a:pt x="3808" y="58756"/>
                </a:lnTo>
                <a:lnTo>
                  <a:pt x="4125" y="59643"/>
                </a:lnTo>
                <a:lnTo>
                  <a:pt x="4125" y="60708"/>
                </a:lnTo>
                <a:lnTo>
                  <a:pt x="4125" y="61773"/>
                </a:lnTo>
                <a:lnTo>
                  <a:pt x="4125" y="62838"/>
                </a:lnTo>
                <a:lnTo>
                  <a:pt x="4125" y="63726"/>
                </a:lnTo>
                <a:lnTo>
                  <a:pt x="4601" y="64969"/>
                </a:lnTo>
                <a:lnTo>
                  <a:pt x="4601" y="66034"/>
                </a:lnTo>
                <a:lnTo>
                  <a:pt x="4601" y="67099"/>
                </a:lnTo>
                <a:lnTo>
                  <a:pt x="4601" y="68164"/>
                </a:lnTo>
                <a:lnTo>
                  <a:pt x="4601" y="69229"/>
                </a:lnTo>
                <a:lnTo>
                  <a:pt x="4919" y="70116"/>
                </a:lnTo>
                <a:lnTo>
                  <a:pt x="4919" y="71182"/>
                </a:lnTo>
                <a:lnTo>
                  <a:pt x="4919" y="72247"/>
                </a:lnTo>
                <a:lnTo>
                  <a:pt x="4919" y="73312"/>
                </a:lnTo>
                <a:lnTo>
                  <a:pt x="4919" y="74377"/>
                </a:lnTo>
                <a:lnTo>
                  <a:pt x="4919" y="75708"/>
                </a:lnTo>
                <a:lnTo>
                  <a:pt x="4919" y="76773"/>
                </a:lnTo>
                <a:lnTo>
                  <a:pt x="4919" y="77838"/>
                </a:lnTo>
                <a:lnTo>
                  <a:pt x="4919" y="78903"/>
                </a:lnTo>
                <a:lnTo>
                  <a:pt x="5236" y="79968"/>
                </a:lnTo>
                <a:lnTo>
                  <a:pt x="5236" y="81033"/>
                </a:lnTo>
                <a:lnTo>
                  <a:pt x="5236" y="82098"/>
                </a:lnTo>
                <a:lnTo>
                  <a:pt x="5236" y="83164"/>
                </a:lnTo>
                <a:lnTo>
                  <a:pt x="5236" y="84317"/>
                </a:lnTo>
                <a:lnTo>
                  <a:pt x="5712" y="85382"/>
                </a:lnTo>
                <a:lnTo>
                  <a:pt x="5712" y="86447"/>
                </a:lnTo>
                <a:lnTo>
                  <a:pt x="5712" y="87513"/>
                </a:lnTo>
                <a:lnTo>
                  <a:pt x="5712" y="88578"/>
                </a:lnTo>
                <a:lnTo>
                  <a:pt x="5712" y="89820"/>
                </a:lnTo>
                <a:lnTo>
                  <a:pt x="6030" y="90885"/>
                </a:lnTo>
                <a:lnTo>
                  <a:pt x="6030" y="92217"/>
                </a:lnTo>
                <a:lnTo>
                  <a:pt x="6030" y="93282"/>
                </a:lnTo>
                <a:lnTo>
                  <a:pt x="6030" y="94347"/>
                </a:lnTo>
                <a:lnTo>
                  <a:pt x="6030" y="95412"/>
                </a:lnTo>
                <a:lnTo>
                  <a:pt x="6506" y="96477"/>
                </a:lnTo>
                <a:lnTo>
                  <a:pt x="6506" y="97542"/>
                </a:lnTo>
                <a:lnTo>
                  <a:pt x="6506" y="98873"/>
                </a:lnTo>
                <a:lnTo>
                  <a:pt x="6506" y="99938"/>
                </a:lnTo>
                <a:lnTo>
                  <a:pt x="6823" y="101003"/>
                </a:lnTo>
                <a:lnTo>
                  <a:pt x="6823" y="102068"/>
                </a:lnTo>
                <a:lnTo>
                  <a:pt x="6823" y="103400"/>
                </a:lnTo>
                <a:lnTo>
                  <a:pt x="6823" y="104465"/>
                </a:lnTo>
                <a:lnTo>
                  <a:pt x="6823" y="105530"/>
                </a:lnTo>
                <a:lnTo>
                  <a:pt x="6823" y="106595"/>
                </a:lnTo>
                <a:lnTo>
                  <a:pt x="6823" y="107838"/>
                </a:lnTo>
                <a:lnTo>
                  <a:pt x="6823" y="108903"/>
                </a:lnTo>
                <a:lnTo>
                  <a:pt x="6823" y="109968"/>
                </a:lnTo>
                <a:lnTo>
                  <a:pt x="6823" y="111299"/>
                </a:lnTo>
                <a:lnTo>
                  <a:pt x="7299" y="112364"/>
                </a:lnTo>
                <a:lnTo>
                  <a:pt x="7299" y="113607"/>
                </a:lnTo>
                <a:lnTo>
                  <a:pt x="7299" y="114761"/>
                </a:lnTo>
                <a:lnTo>
                  <a:pt x="7299" y="115826"/>
                </a:lnTo>
                <a:lnTo>
                  <a:pt x="7299" y="117068"/>
                </a:lnTo>
                <a:lnTo>
                  <a:pt x="7616" y="118133"/>
                </a:lnTo>
                <a:lnTo>
                  <a:pt x="7616" y="119465"/>
                </a:lnTo>
                <a:lnTo>
                  <a:pt x="7616" y="120530"/>
                </a:lnTo>
                <a:lnTo>
                  <a:pt x="7616" y="121772"/>
                </a:lnTo>
                <a:lnTo>
                  <a:pt x="7934" y="122837"/>
                </a:lnTo>
                <a:lnTo>
                  <a:pt x="7934" y="124169"/>
                </a:lnTo>
                <a:lnTo>
                  <a:pt x="7934" y="125234"/>
                </a:lnTo>
                <a:lnTo>
                  <a:pt x="7934" y="126476"/>
                </a:lnTo>
                <a:lnTo>
                  <a:pt x="7934" y="127630"/>
                </a:lnTo>
                <a:lnTo>
                  <a:pt x="8410" y="128873"/>
                </a:lnTo>
                <a:lnTo>
                  <a:pt x="8410" y="129938"/>
                </a:lnTo>
                <a:lnTo>
                  <a:pt x="8410" y="131269"/>
                </a:lnTo>
                <a:lnTo>
                  <a:pt x="8410" y="132334"/>
                </a:lnTo>
                <a:lnTo>
                  <a:pt x="8410" y="133577"/>
                </a:lnTo>
                <a:lnTo>
                  <a:pt x="8727" y="134908"/>
                </a:lnTo>
                <a:lnTo>
                  <a:pt x="8727" y="135973"/>
                </a:lnTo>
                <a:lnTo>
                  <a:pt x="8727" y="137216"/>
                </a:lnTo>
                <a:lnTo>
                  <a:pt x="8727" y="138547"/>
                </a:lnTo>
                <a:lnTo>
                  <a:pt x="8727" y="139612"/>
                </a:lnTo>
                <a:lnTo>
                  <a:pt x="9203" y="140855"/>
                </a:lnTo>
                <a:lnTo>
                  <a:pt x="9203" y="142186"/>
                </a:lnTo>
                <a:lnTo>
                  <a:pt x="9203" y="143251"/>
                </a:lnTo>
                <a:lnTo>
                  <a:pt x="9203" y="144494"/>
                </a:lnTo>
                <a:lnTo>
                  <a:pt x="9203" y="145825"/>
                </a:lnTo>
                <a:lnTo>
                  <a:pt x="9203" y="146890"/>
                </a:lnTo>
                <a:lnTo>
                  <a:pt x="9203" y="148133"/>
                </a:lnTo>
                <a:lnTo>
                  <a:pt x="9203" y="149464"/>
                </a:lnTo>
                <a:lnTo>
                  <a:pt x="9203" y="150707"/>
                </a:lnTo>
                <a:lnTo>
                  <a:pt x="9521" y="152038"/>
                </a:lnTo>
                <a:lnTo>
                  <a:pt x="9521" y="153103"/>
                </a:lnTo>
                <a:lnTo>
                  <a:pt x="9521" y="154434"/>
                </a:lnTo>
                <a:lnTo>
                  <a:pt x="9521" y="155677"/>
                </a:lnTo>
                <a:lnTo>
                  <a:pt x="9521" y="156919"/>
                </a:lnTo>
                <a:lnTo>
                  <a:pt x="9838" y="158251"/>
                </a:lnTo>
                <a:lnTo>
                  <a:pt x="9838" y="159493"/>
                </a:lnTo>
                <a:lnTo>
                  <a:pt x="9838" y="160647"/>
                </a:lnTo>
                <a:lnTo>
                  <a:pt x="9838" y="161890"/>
                </a:lnTo>
                <a:lnTo>
                  <a:pt x="9838" y="162955"/>
                </a:lnTo>
                <a:lnTo>
                  <a:pt x="10314" y="164286"/>
                </a:lnTo>
                <a:lnTo>
                  <a:pt x="10314" y="165529"/>
                </a:lnTo>
                <a:lnTo>
                  <a:pt x="10314" y="166860"/>
                </a:lnTo>
                <a:lnTo>
                  <a:pt x="10314" y="168103"/>
                </a:lnTo>
                <a:lnTo>
                  <a:pt x="10631" y="169434"/>
                </a:lnTo>
                <a:lnTo>
                  <a:pt x="10631" y="170677"/>
                </a:lnTo>
                <a:lnTo>
                  <a:pt x="10631" y="172008"/>
                </a:lnTo>
                <a:lnTo>
                  <a:pt x="10631" y="173250"/>
                </a:lnTo>
                <a:lnTo>
                  <a:pt x="10631" y="174582"/>
                </a:lnTo>
                <a:lnTo>
                  <a:pt x="11108" y="175824"/>
                </a:lnTo>
                <a:lnTo>
                  <a:pt x="11108" y="177156"/>
                </a:lnTo>
                <a:lnTo>
                  <a:pt x="11108" y="178398"/>
                </a:lnTo>
                <a:lnTo>
                  <a:pt x="11108" y="179463"/>
                </a:lnTo>
                <a:lnTo>
                  <a:pt x="11108" y="180795"/>
                </a:lnTo>
                <a:lnTo>
                  <a:pt x="11108" y="182037"/>
                </a:lnTo>
                <a:lnTo>
                  <a:pt x="11108" y="183369"/>
                </a:lnTo>
                <a:lnTo>
                  <a:pt x="11108" y="184611"/>
                </a:lnTo>
                <a:lnTo>
                  <a:pt x="11108" y="185943"/>
                </a:lnTo>
                <a:lnTo>
                  <a:pt x="11108" y="187451"/>
                </a:lnTo>
                <a:lnTo>
                  <a:pt x="11425" y="188694"/>
                </a:lnTo>
                <a:lnTo>
                  <a:pt x="11425" y="190025"/>
                </a:lnTo>
                <a:lnTo>
                  <a:pt x="11425" y="191268"/>
                </a:lnTo>
                <a:lnTo>
                  <a:pt x="11425" y="192599"/>
                </a:lnTo>
                <a:lnTo>
                  <a:pt x="11901" y="193664"/>
                </a:lnTo>
                <a:lnTo>
                  <a:pt x="11901" y="195173"/>
                </a:lnTo>
                <a:lnTo>
                  <a:pt x="11901" y="196416"/>
                </a:lnTo>
                <a:lnTo>
                  <a:pt x="11901" y="197747"/>
                </a:lnTo>
                <a:lnTo>
                  <a:pt x="11901" y="198990"/>
                </a:lnTo>
                <a:lnTo>
                  <a:pt x="12218" y="200498"/>
                </a:lnTo>
                <a:lnTo>
                  <a:pt x="12218" y="201741"/>
                </a:lnTo>
                <a:lnTo>
                  <a:pt x="12218" y="203072"/>
                </a:lnTo>
                <a:lnTo>
                  <a:pt x="12218" y="204315"/>
                </a:lnTo>
                <a:lnTo>
                  <a:pt x="12218" y="205646"/>
                </a:lnTo>
                <a:lnTo>
                  <a:pt x="12536" y="206889"/>
                </a:lnTo>
                <a:lnTo>
                  <a:pt x="12536" y="208220"/>
                </a:lnTo>
                <a:lnTo>
                  <a:pt x="12536" y="209729"/>
                </a:lnTo>
                <a:lnTo>
                  <a:pt x="12536" y="210972"/>
                </a:lnTo>
                <a:lnTo>
                  <a:pt x="12536" y="212303"/>
                </a:lnTo>
                <a:lnTo>
                  <a:pt x="13012" y="213812"/>
                </a:lnTo>
                <a:lnTo>
                  <a:pt x="13012" y="214877"/>
                </a:lnTo>
                <a:lnTo>
                  <a:pt x="13012" y="216119"/>
                </a:lnTo>
                <a:lnTo>
                  <a:pt x="13012" y="217628"/>
                </a:lnTo>
                <a:lnTo>
                  <a:pt x="13329" y="218960"/>
                </a:lnTo>
                <a:lnTo>
                  <a:pt x="13329" y="220468"/>
                </a:lnTo>
                <a:lnTo>
                  <a:pt x="13329" y="221711"/>
                </a:lnTo>
                <a:lnTo>
                  <a:pt x="13329" y="223220"/>
                </a:lnTo>
                <a:lnTo>
                  <a:pt x="13329" y="224285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4492689" y="1906863"/>
            <a:ext cx="13488" cy="306384"/>
          </a:xfrm>
          <a:custGeom>
            <a:avLst/>
            <a:gdLst/>
            <a:ahLst/>
            <a:cxnLst/>
            <a:rect l="l" t="t" r="r" b="b"/>
            <a:pathLst>
              <a:path w="13488" h="306384">
                <a:moveTo>
                  <a:pt x="0" y="0"/>
                </a:moveTo>
                <a:lnTo>
                  <a:pt x="0" y="1508"/>
                </a:lnTo>
                <a:lnTo>
                  <a:pt x="0" y="2751"/>
                </a:lnTo>
                <a:lnTo>
                  <a:pt x="0" y="4260"/>
                </a:lnTo>
                <a:lnTo>
                  <a:pt x="0" y="5591"/>
                </a:lnTo>
                <a:lnTo>
                  <a:pt x="0" y="7100"/>
                </a:lnTo>
                <a:lnTo>
                  <a:pt x="476" y="8343"/>
                </a:lnTo>
                <a:lnTo>
                  <a:pt x="476" y="9674"/>
                </a:lnTo>
                <a:lnTo>
                  <a:pt x="476" y="10916"/>
                </a:lnTo>
                <a:lnTo>
                  <a:pt x="476" y="12425"/>
                </a:lnTo>
                <a:lnTo>
                  <a:pt x="476" y="13757"/>
                </a:lnTo>
                <a:lnTo>
                  <a:pt x="793" y="15265"/>
                </a:lnTo>
                <a:lnTo>
                  <a:pt x="793" y="16508"/>
                </a:lnTo>
                <a:lnTo>
                  <a:pt x="793" y="17839"/>
                </a:lnTo>
                <a:lnTo>
                  <a:pt x="793" y="19348"/>
                </a:lnTo>
                <a:lnTo>
                  <a:pt x="1110" y="20591"/>
                </a:lnTo>
                <a:lnTo>
                  <a:pt x="1110" y="22100"/>
                </a:lnTo>
                <a:lnTo>
                  <a:pt x="1110" y="23608"/>
                </a:lnTo>
                <a:lnTo>
                  <a:pt x="1110" y="24851"/>
                </a:lnTo>
                <a:lnTo>
                  <a:pt x="1110" y="26182"/>
                </a:lnTo>
                <a:lnTo>
                  <a:pt x="1586" y="27691"/>
                </a:lnTo>
                <a:lnTo>
                  <a:pt x="1586" y="28934"/>
                </a:lnTo>
                <a:lnTo>
                  <a:pt x="1586" y="30443"/>
                </a:lnTo>
                <a:lnTo>
                  <a:pt x="1586" y="31952"/>
                </a:lnTo>
                <a:lnTo>
                  <a:pt x="1586" y="33283"/>
                </a:lnTo>
                <a:lnTo>
                  <a:pt x="1904" y="34525"/>
                </a:lnTo>
                <a:lnTo>
                  <a:pt x="1904" y="36034"/>
                </a:lnTo>
                <a:lnTo>
                  <a:pt x="1904" y="37543"/>
                </a:lnTo>
                <a:lnTo>
                  <a:pt x="1904" y="39052"/>
                </a:lnTo>
                <a:lnTo>
                  <a:pt x="1904" y="40295"/>
                </a:lnTo>
                <a:lnTo>
                  <a:pt x="1904" y="41626"/>
                </a:lnTo>
                <a:lnTo>
                  <a:pt x="1904" y="43135"/>
                </a:lnTo>
                <a:lnTo>
                  <a:pt x="1904" y="44644"/>
                </a:lnTo>
                <a:lnTo>
                  <a:pt x="1904" y="46152"/>
                </a:lnTo>
                <a:lnTo>
                  <a:pt x="2380" y="47395"/>
                </a:lnTo>
                <a:lnTo>
                  <a:pt x="2380" y="48638"/>
                </a:lnTo>
                <a:lnTo>
                  <a:pt x="2380" y="50146"/>
                </a:lnTo>
                <a:lnTo>
                  <a:pt x="2380" y="51655"/>
                </a:lnTo>
                <a:lnTo>
                  <a:pt x="2380" y="53164"/>
                </a:lnTo>
                <a:lnTo>
                  <a:pt x="2697" y="54495"/>
                </a:lnTo>
                <a:lnTo>
                  <a:pt x="2697" y="56004"/>
                </a:lnTo>
                <a:lnTo>
                  <a:pt x="2697" y="57513"/>
                </a:lnTo>
                <a:lnTo>
                  <a:pt x="2697" y="58756"/>
                </a:lnTo>
                <a:lnTo>
                  <a:pt x="2697" y="60265"/>
                </a:lnTo>
                <a:lnTo>
                  <a:pt x="3015" y="61507"/>
                </a:lnTo>
                <a:lnTo>
                  <a:pt x="3015" y="63016"/>
                </a:lnTo>
                <a:lnTo>
                  <a:pt x="3015" y="64525"/>
                </a:lnTo>
                <a:lnTo>
                  <a:pt x="3015" y="66034"/>
                </a:lnTo>
                <a:lnTo>
                  <a:pt x="3015" y="67365"/>
                </a:lnTo>
                <a:lnTo>
                  <a:pt x="3491" y="68874"/>
                </a:lnTo>
                <a:lnTo>
                  <a:pt x="3491" y="70383"/>
                </a:lnTo>
                <a:lnTo>
                  <a:pt x="3491" y="71803"/>
                </a:lnTo>
                <a:lnTo>
                  <a:pt x="3491" y="73312"/>
                </a:lnTo>
                <a:lnTo>
                  <a:pt x="3808" y="74643"/>
                </a:lnTo>
                <a:lnTo>
                  <a:pt x="3808" y="76152"/>
                </a:lnTo>
                <a:lnTo>
                  <a:pt x="3808" y="77661"/>
                </a:lnTo>
                <a:lnTo>
                  <a:pt x="3808" y="79170"/>
                </a:lnTo>
                <a:lnTo>
                  <a:pt x="3808" y="80590"/>
                </a:lnTo>
                <a:lnTo>
                  <a:pt x="4284" y="82098"/>
                </a:lnTo>
                <a:lnTo>
                  <a:pt x="4284" y="83607"/>
                </a:lnTo>
                <a:lnTo>
                  <a:pt x="4284" y="85116"/>
                </a:lnTo>
                <a:lnTo>
                  <a:pt x="4284" y="86447"/>
                </a:lnTo>
                <a:lnTo>
                  <a:pt x="4284" y="87956"/>
                </a:lnTo>
                <a:lnTo>
                  <a:pt x="4284" y="89465"/>
                </a:lnTo>
                <a:lnTo>
                  <a:pt x="4284" y="90885"/>
                </a:lnTo>
                <a:lnTo>
                  <a:pt x="4284" y="92394"/>
                </a:lnTo>
                <a:lnTo>
                  <a:pt x="4284" y="93903"/>
                </a:lnTo>
                <a:lnTo>
                  <a:pt x="4284" y="95412"/>
                </a:lnTo>
                <a:lnTo>
                  <a:pt x="4601" y="96921"/>
                </a:lnTo>
                <a:lnTo>
                  <a:pt x="4601" y="98252"/>
                </a:lnTo>
                <a:lnTo>
                  <a:pt x="4601" y="99938"/>
                </a:lnTo>
                <a:lnTo>
                  <a:pt x="4601" y="101447"/>
                </a:lnTo>
                <a:lnTo>
                  <a:pt x="5077" y="102690"/>
                </a:lnTo>
                <a:lnTo>
                  <a:pt x="5077" y="104199"/>
                </a:lnTo>
                <a:lnTo>
                  <a:pt x="5077" y="105974"/>
                </a:lnTo>
                <a:lnTo>
                  <a:pt x="5077" y="107394"/>
                </a:lnTo>
                <a:lnTo>
                  <a:pt x="5077" y="108725"/>
                </a:lnTo>
                <a:lnTo>
                  <a:pt x="5395" y="110234"/>
                </a:lnTo>
                <a:lnTo>
                  <a:pt x="5395" y="111920"/>
                </a:lnTo>
                <a:lnTo>
                  <a:pt x="5395" y="113429"/>
                </a:lnTo>
                <a:lnTo>
                  <a:pt x="5395" y="114761"/>
                </a:lnTo>
                <a:lnTo>
                  <a:pt x="5395" y="116447"/>
                </a:lnTo>
                <a:lnTo>
                  <a:pt x="5712" y="117956"/>
                </a:lnTo>
                <a:lnTo>
                  <a:pt x="5712" y="119465"/>
                </a:lnTo>
                <a:lnTo>
                  <a:pt x="5712" y="120973"/>
                </a:lnTo>
                <a:lnTo>
                  <a:pt x="5712" y="122482"/>
                </a:lnTo>
                <a:lnTo>
                  <a:pt x="5712" y="123902"/>
                </a:lnTo>
                <a:lnTo>
                  <a:pt x="6188" y="125411"/>
                </a:lnTo>
                <a:lnTo>
                  <a:pt x="6188" y="126920"/>
                </a:lnTo>
                <a:lnTo>
                  <a:pt x="6188" y="128695"/>
                </a:lnTo>
                <a:lnTo>
                  <a:pt x="6188" y="129938"/>
                </a:lnTo>
                <a:lnTo>
                  <a:pt x="6188" y="131624"/>
                </a:lnTo>
                <a:lnTo>
                  <a:pt x="6188" y="133133"/>
                </a:lnTo>
                <a:lnTo>
                  <a:pt x="6188" y="134642"/>
                </a:lnTo>
                <a:lnTo>
                  <a:pt x="6188" y="136151"/>
                </a:lnTo>
                <a:lnTo>
                  <a:pt x="6188" y="137659"/>
                </a:lnTo>
                <a:lnTo>
                  <a:pt x="6506" y="139346"/>
                </a:lnTo>
                <a:lnTo>
                  <a:pt x="6506" y="140677"/>
                </a:lnTo>
                <a:lnTo>
                  <a:pt x="6506" y="142364"/>
                </a:lnTo>
                <a:lnTo>
                  <a:pt x="6506" y="143872"/>
                </a:lnTo>
                <a:lnTo>
                  <a:pt x="6506" y="145381"/>
                </a:lnTo>
                <a:lnTo>
                  <a:pt x="6982" y="146890"/>
                </a:lnTo>
                <a:lnTo>
                  <a:pt x="6982" y="148576"/>
                </a:lnTo>
                <a:lnTo>
                  <a:pt x="6982" y="150085"/>
                </a:lnTo>
                <a:lnTo>
                  <a:pt x="6982" y="151594"/>
                </a:lnTo>
                <a:lnTo>
                  <a:pt x="6982" y="153280"/>
                </a:lnTo>
                <a:lnTo>
                  <a:pt x="7299" y="154789"/>
                </a:lnTo>
                <a:lnTo>
                  <a:pt x="7299" y="156298"/>
                </a:lnTo>
                <a:lnTo>
                  <a:pt x="7299" y="157807"/>
                </a:lnTo>
                <a:lnTo>
                  <a:pt x="7299" y="159582"/>
                </a:lnTo>
                <a:lnTo>
                  <a:pt x="7616" y="160825"/>
                </a:lnTo>
                <a:lnTo>
                  <a:pt x="7616" y="162511"/>
                </a:lnTo>
                <a:lnTo>
                  <a:pt x="7616" y="164286"/>
                </a:lnTo>
                <a:lnTo>
                  <a:pt x="7616" y="165529"/>
                </a:lnTo>
                <a:lnTo>
                  <a:pt x="7616" y="167215"/>
                </a:lnTo>
                <a:lnTo>
                  <a:pt x="8093" y="168990"/>
                </a:lnTo>
                <a:lnTo>
                  <a:pt x="8093" y="170233"/>
                </a:lnTo>
                <a:lnTo>
                  <a:pt x="8093" y="172008"/>
                </a:lnTo>
                <a:lnTo>
                  <a:pt x="8093" y="173694"/>
                </a:lnTo>
                <a:lnTo>
                  <a:pt x="8093" y="174937"/>
                </a:lnTo>
                <a:lnTo>
                  <a:pt x="8410" y="176712"/>
                </a:lnTo>
                <a:lnTo>
                  <a:pt x="8410" y="178398"/>
                </a:lnTo>
                <a:lnTo>
                  <a:pt x="8410" y="179730"/>
                </a:lnTo>
                <a:lnTo>
                  <a:pt x="8410" y="181416"/>
                </a:lnTo>
                <a:lnTo>
                  <a:pt x="8410" y="183102"/>
                </a:lnTo>
                <a:lnTo>
                  <a:pt x="8410" y="184611"/>
                </a:lnTo>
                <a:lnTo>
                  <a:pt x="8410" y="186120"/>
                </a:lnTo>
                <a:lnTo>
                  <a:pt x="8410" y="187806"/>
                </a:lnTo>
                <a:lnTo>
                  <a:pt x="8410" y="189315"/>
                </a:lnTo>
                <a:lnTo>
                  <a:pt x="8886" y="191090"/>
                </a:lnTo>
                <a:lnTo>
                  <a:pt x="8886" y="192599"/>
                </a:lnTo>
                <a:lnTo>
                  <a:pt x="8886" y="194019"/>
                </a:lnTo>
                <a:lnTo>
                  <a:pt x="8886" y="195794"/>
                </a:lnTo>
                <a:lnTo>
                  <a:pt x="8886" y="197303"/>
                </a:lnTo>
                <a:lnTo>
                  <a:pt x="9203" y="198990"/>
                </a:lnTo>
                <a:lnTo>
                  <a:pt x="9203" y="200676"/>
                </a:lnTo>
                <a:lnTo>
                  <a:pt x="9203" y="202007"/>
                </a:lnTo>
                <a:lnTo>
                  <a:pt x="9203" y="203694"/>
                </a:lnTo>
                <a:lnTo>
                  <a:pt x="9203" y="205469"/>
                </a:lnTo>
                <a:lnTo>
                  <a:pt x="9679" y="206889"/>
                </a:lnTo>
                <a:lnTo>
                  <a:pt x="9679" y="208664"/>
                </a:lnTo>
                <a:lnTo>
                  <a:pt x="9679" y="210350"/>
                </a:lnTo>
                <a:lnTo>
                  <a:pt x="9679" y="211859"/>
                </a:lnTo>
                <a:lnTo>
                  <a:pt x="9679" y="213546"/>
                </a:lnTo>
                <a:lnTo>
                  <a:pt x="9997" y="215054"/>
                </a:lnTo>
                <a:lnTo>
                  <a:pt x="9997" y="216563"/>
                </a:lnTo>
                <a:lnTo>
                  <a:pt x="9997" y="218250"/>
                </a:lnTo>
                <a:lnTo>
                  <a:pt x="9997" y="219758"/>
                </a:lnTo>
                <a:lnTo>
                  <a:pt x="10314" y="221534"/>
                </a:lnTo>
                <a:lnTo>
                  <a:pt x="10314" y="223220"/>
                </a:lnTo>
                <a:lnTo>
                  <a:pt x="10314" y="224729"/>
                </a:lnTo>
                <a:lnTo>
                  <a:pt x="10314" y="226415"/>
                </a:lnTo>
                <a:lnTo>
                  <a:pt x="10314" y="227924"/>
                </a:lnTo>
                <a:lnTo>
                  <a:pt x="10314" y="229699"/>
                </a:lnTo>
                <a:lnTo>
                  <a:pt x="10314" y="231385"/>
                </a:lnTo>
                <a:lnTo>
                  <a:pt x="10314" y="232894"/>
                </a:lnTo>
                <a:lnTo>
                  <a:pt x="10314" y="234581"/>
                </a:lnTo>
                <a:lnTo>
                  <a:pt x="10314" y="236267"/>
                </a:lnTo>
                <a:lnTo>
                  <a:pt x="10790" y="237776"/>
                </a:lnTo>
                <a:lnTo>
                  <a:pt x="10790" y="239551"/>
                </a:lnTo>
                <a:lnTo>
                  <a:pt x="10790" y="241060"/>
                </a:lnTo>
                <a:lnTo>
                  <a:pt x="10790" y="242746"/>
                </a:lnTo>
                <a:lnTo>
                  <a:pt x="10790" y="244432"/>
                </a:lnTo>
                <a:lnTo>
                  <a:pt x="11108" y="246208"/>
                </a:lnTo>
                <a:lnTo>
                  <a:pt x="11108" y="247894"/>
                </a:lnTo>
                <a:lnTo>
                  <a:pt x="11108" y="249403"/>
                </a:lnTo>
                <a:lnTo>
                  <a:pt x="11108" y="251089"/>
                </a:lnTo>
                <a:lnTo>
                  <a:pt x="11584" y="252776"/>
                </a:lnTo>
                <a:lnTo>
                  <a:pt x="11584" y="254284"/>
                </a:lnTo>
                <a:lnTo>
                  <a:pt x="11584" y="256059"/>
                </a:lnTo>
                <a:lnTo>
                  <a:pt x="11584" y="257568"/>
                </a:lnTo>
                <a:lnTo>
                  <a:pt x="11584" y="259255"/>
                </a:lnTo>
                <a:lnTo>
                  <a:pt x="11901" y="260941"/>
                </a:lnTo>
                <a:lnTo>
                  <a:pt x="11901" y="262716"/>
                </a:lnTo>
                <a:lnTo>
                  <a:pt x="11901" y="264403"/>
                </a:lnTo>
                <a:lnTo>
                  <a:pt x="11901" y="265911"/>
                </a:lnTo>
                <a:lnTo>
                  <a:pt x="11901" y="267598"/>
                </a:lnTo>
                <a:lnTo>
                  <a:pt x="12218" y="269284"/>
                </a:lnTo>
                <a:lnTo>
                  <a:pt x="12218" y="271059"/>
                </a:lnTo>
                <a:lnTo>
                  <a:pt x="12218" y="272746"/>
                </a:lnTo>
                <a:lnTo>
                  <a:pt x="12218" y="274254"/>
                </a:lnTo>
                <a:lnTo>
                  <a:pt x="12218" y="275941"/>
                </a:lnTo>
                <a:lnTo>
                  <a:pt x="12218" y="277716"/>
                </a:lnTo>
                <a:lnTo>
                  <a:pt x="12218" y="279402"/>
                </a:lnTo>
                <a:lnTo>
                  <a:pt x="12218" y="281089"/>
                </a:lnTo>
                <a:lnTo>
                  <a:pt x="12218" y="282597"/>
                </a:lnTo>
                <a:lnTo>
                  <a:pt x="12694" y="284550"/>
                </a:lnTo>
                <a:lnTo>
                  <a:pt x="12694" y="286059"/>
                </a:lnTo>
                <a:lnTo>
                  <a:pt x="12694" y="287745"/>
                </a:lnTo>
                <a:lnTo>
                  <a:pt x="12694" y="289520"/>
                </a:lnTo>
                <a:lnTo>
                  <a:pt x="12694" y="291207"/>
                </a:lnTo>
                <a:lnTo>
                  <a:pt x="13012" y="292893"/>
                </a:lnTo>
                <a:lnTo>
                  <a:pt x="13012" y="294402"/>
                </a:lnTo>
                <a:lnTo>
                  <a:pt x="13012" y="296355"/>
                </a:lnTo>
                <a:lnTo>
                  <a:pt x="13012" y="297863"/>
                </a:lnTo>
                <a:lnTo>
                  <a:pt x="13012" y="299550"/>
                </a:lnTo>
                <a:lnTo>
                  <a:pt x="13488" y="301236"/>
                </a:lnTo>
                <a:lnTo>
                  <a:pt x="13488" y="303011"/>
                </a:lnTo>
                <a:lnTo>
                  <a:pt x="13488" y="304698"/>
                </a:lnTo>
                <a:lnTo>
                  <a:pt x="13488" y="306384"/>
                </a:lnTo>
              </a:path>
            </a:pathLst>
          </a:custGeom>
          <a:ln w="195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4506177" y="2213247"/>
            <a:ext cx="13805" cy="359637"/>
          </a:xfrm>
          <a:custGeom>
            <a:avLst/>
            <a:gdLst/>
            <a:ahLst/>
            <a:cxnLst/>
            <a:rect l="l" t="t" r="r" b="b"/>
            <a:pathLst>
              <a:path w="13805" h="359637">
                <a:moveTo>
                  <a:pt x="0" y="0"/>
                </a:moveTo>
                <a:lnTo>
                  <a:pt x="0" y="1775"/>
                </a:lnTo>
                <a:lnTo>
                  <a:pt x="317" y="3283"/>
                </a:lnTo>
                <a:lnTo>
                  <a:pt x="317" y="5147"/>
                </a:lnTo>
                <a:lnTo>
                  <a:pt x="317" y="6656"/>
                </a:lnTo>
                <a:lnTo>
                  <a:pt x="317" y="8431"/>
                </a:lnTo>
                <a:lnTo>
                  <a:pt x="793" y="10118"/>
                </a:lnTo>
                <a:lnTo>
                  <a:pt x="793" y="11804"/>
                </a:lnTo>
                <a:lnTo>
                  <a:pt x="793" y="13757"/>
                </a:lnTo>
                <a:lnTo>
                  <a:pt x="793" y="15265"/>
                </a:lnTo>
                <a:lnTo>
                  <a:pt x="793" y="17218"/>
                </a:lnTo>
                <a:lnTo>
                  <a:pt x="1110" y="18727"/>
                </a:lnTo>
                <a:lnTo>
                  <a:pt x="1110" y="20413"/>
                </a:lnTo>
                <a:lnTo>
                  <a:pt x="1110" y="22100"/>
                </a:lnTo>
                <a:lnTo>
                  <a:pt x="1110" y="23875"/>
                </a:lnTo>
                <a:lnTo>
                  <a:pt x="1110" y="25561"/>
                </a:lnTo>
                <a:lnTo>
                  <a:pt x="1110" y="27247"/>
                </a:lnTo>
                <a:lnTo>
                  <a:pt x="1110" y="29023"/>
                </a:lnTo>
                <a:lnTo>
                  <a:pt x="1110" y="30709"/>
                </a:lnTo>
                <a:lnTo>
                  <a:pt x="1110" y="32662"/>
                </a:lnTo>
                <a:lnTo>
                  <a:pt x="1110" y="34170"/>
                </a:lnTo>
                <a:lnTo>
                  <a:pt x="1428" y="36034"/>
                </a:lnTo>
                <a:lnTo>
                  <a:pt x="1428" y="37543"/>
                </a:lnTo>
                <a:lnTo>
                  <a:pt x="1428" y="39496"/>
                </a:lnTo>
                <a:lnTo>
                  <a:pt x="1428" y="41005"/>
                </a:lnTo>
                <a:lnTo>
                  <a:pt x="1904" y="42957"/>
                </a:lnTo>
                <a:lnTo>
                  <a:pt x="1904" y="44377"/>
                </a:lnTo>
                <a:lnTo>
                  <a:pt x="1904" y="46330"/>
                </a:lnTo>
                <a:lnTo>
                  <a:pt x="1904" y="48105"/>
                </a:lnTo>
                <a:lnTo>
                  <a:pt x="1904" y="49791"/>
                </a:lnTo>
                <a:lnTo>
                  <a:pt x="2221" y="51478"/>
                </a:lnTo>
                <a:lnTo>
                  <a:pt x="2221" y="53253"/>
                </a:lnTo>
                <a:lnTo>
                  <a:pt x="2221" y="54939"/>
                </a:lnTo>
                <a:lnTo>
                  <a:pt x="2221" y="56626"/>
                </a:lnTo>
                <a:lnTo>
                  <a:pt x="2221" y="58578"/>
                </a:lnTo>
                <a:lnTo>
                  <a:pt x="2697" y="60265"/>
                </a:lnTo>
                <a:lnTo>
                  <a:pt x="2697" y="62040"/>
                </a:lnTo>
                <a:lnTo>
                  <a:pt x="2697" y="63726"/>
                </a:lnTo>
                <a:lnTo>
                  <a:pt x="2697" y="65412"/>
                </a:lnTo>
                <a:lnTo>
                  <a:pt x="2697" y="67188"/>
                </a:lnTo>
                <a:lnTo>
                  <a:pt x="3015" y="69051"/>
                </a:lnTo>
                <a:lnTo>
                  <a:pt x="3015" y="70560"/>
                </a:lnTo>
                <a:lnTo>
                  <a:pt x="3015" y="72513"/>
                </a:lnTo>
                <a:lnTo>
                  <a:pt x="3015" y="74199"/>
                </a:lnTo>
                <a:lnTo>
                  <a:pt x="3015" y="75974"/>
                </a:lnTo>
                <a:lnTo>
                  <a:pt x="3015" y="77661"/>
                </a:lnTo>
                <a:lnTo>
                  <a:pt x="3015" y="79613"/>
                </a:lnTo>
                <a:lnTo>
                  <a:pt x="3015" y="81122"/>
                </a:lnTo>
                <a:lnTo>
                  <a:pt x="3015" y="82986"/>
                </a:lnTo>
                <a:lnTo>
                  <a:pt x="3332" y="84761"/>
                </a:lnTo>
                <a:lnTo>
                  <a:pt x="3332" y="86625"/>
                </a:lnTo>
                <a:lnTo>
                  <a:pt x="3332" y="88134"/>
                </a:lnTo>
                <a:lnTo>
                  <a:pt x="3332" y="90086"/>
                </a:lnTo>
                <a:lnTo>
                  <a:pt x="3332" y="91773"/>
                </a:lnTo>
                <a:lnTo>
                  <a:pt x="3808" y="93548"/>
                </a:lnTo>
                <a:lnTo>
                  <a:pt x="3808" y="95234"/>
                </a:lnTo>
                <a:lnTo>
                  <a:pt x="3808" y="97187"/>
                </a:lnTo>
                <a:lnTo>
                  <a:pt x="3808" y="98873"/>
                </a:lnTo>
                <a:lnTo>
                  <a:pt x="3808" y="100560"/>
                </a:lnTo>
                <a:lnTo>
                  <a:pt x="4125" y="102335"/>
                </a:lnTo>
                <a:lnTo>
                  <a:pt x="4125" y="104287"/>
                </a:lnTo>
                <a:lnTo>
                  <a:pt x="4125" y="105974"/>
                </a:lnTo>
                <a:lnTo>
                  <a:pt x="4125" y="107660"/>
                </a:lnTo>
                <a:lnTo>
                  <a:pt x="4125" y="109435"/>
                </a:lnTo>
                <a:lnTo>
                  <a:pt x="4601" y="111299"/>
                </a:lnTo>
                <a:lnTo>
                  <a:pt x="4601" y="113074"/>
                </a:lnTo>
                <a:lnTo>
                  <a:pt x="4601" y="114938"/>
                </a:lnTo>
                <a:lnTo>
                  <a:pt x="4601" y="116447"/>
                </a:lnTo>
                <a:lnTo>
                  <a:pt x="4919" y="118400"/>
                </a:lnTo>
                <a:lnTo>
                  <a:pt x="4919" y="120086"/>
                </a:lnTo>
                <a:lnTo>
                  <a:pt x="4919" y="122038"/>
                </a:lnTo>
                <a:lnTo>
                  <a:pt x="4919" y="123725"/>
                </a:lnTo>
                <a:lnTo>
                  <a:pt x="4919" y="125677"/>
                </a:lnTo>
                <a:lnTo>
                  <a:pt x="5236" y="127186"/>
                </a:lnTo>
                <a:lnTo>
                  <a:pt x="5236" y="129139"/>
                </a:lnTo>
                <a:lnTo>
                  <a:pt x="5236" y="130825"/>
                </a:lnTo>
                <a:lnTo>
                  <a:pt x="5236" y="132778"/>
                </a:lnTo>
                <a:lnTo>
                  <a:pt x="5236" y="134464"/>
                </a:lnTo>
                <a:lnTo>
                  <a:pt x="5236" y="136417"/>
                </a:lnTo>
                <a:lnTo>
                  <a:pt x="5236" y="138103"/>
                </a:lnTo>
                <a:lnTo>
                  <a:pt x="5236" y="139878"/>
                </a:lnTo>
                <a:lnTo>
                  <a:pt x="5236" y="141565"/>
                </a:lnTo>
                <a:lnTo>
                  <a:pt x="5236" y="143517"/>
                </a:lnTo>
                <a:lnTo>
                  <a:pt x="5712" y="145204"/>
                </a:lnTo>
                <a:lnTo>
                  <a:pt x="5712" y="147156"/>
                </a:lnTo>
                <a:lnTo>
                  <a:pt x="5712" y="148843"/>
                </a:lnTo>
                <a:lnTo>
                  <a:pt x="5712" y="150795"/>
                </a:lnTo>
                <a:lnTo>
                  <a:pt x="6030" y="152482"/>
                </a:lnTo>
                <a:lnTo>
                  <a:pt x="6030" y="154168"/>
                </a:lnTo>
                <a:lnTo>
                  <a:pt x="6030" y="156121"/>
                </a:lnTo>
                <a:lnTo>
                  <a:pt x="6030" y="157807"/>
                </a:lnTo>
                <a:lnTo>
                  <a:pt x="6030" y="159760"/>
                </a:lnTo>
                <a:lnTo>
                  <a:pt x="6506" y="161535"/>
                </a:lnTo>
                <a:lnTo>
                  <a:pt x="6506" y="163221"/>
                </a:lnTo>
                <a:lnTo>
                  <a:pt x="6506" y="164907"/>
                </a:lnTo>
                <a:lnTo>
                  <a:pt x="6506" y="166860"/>
                </a:lnTo>
                <a:lnTo>
                  <a:pt x="6506" y="168546"/>
                </a:lnTo>
                <a:lnTo>
                  <a:pt x="6823" y="170499"/>
                </a:lnTo>
                <a:lnTo>
                  <a:pt x="6823" y="172185"/>
                </a:lnTo>
                <a:lnTo>
                  <a:pt x="6823" y="174138"/>
                </a:lnTo>
                <a:lnTo>
                  <a:pt x="6823" y="175824"/>
                </a:lnTo>
                <a:lnTo>
                  <a:pt x="6823" y="177777"/>
                </a:lnTo>
                <a:lnTo>
                  <a:pt x="7299" y="179463"/>
                </a:lnTo>
                <a:lnTo>
                  <a:pt x="7299" y="181416"/>
                </a:lnTo>
                <a:lnTo>
                  <a:pt x="7299" y="183191"/>
                </a:lnTo>
                <a:lnTo>
                  <a:pt x="7299" y="184877"/>
                </a:lnTo>
                <a:lnTo>
                  <a:pt x="7299" y="186830"/>
                </a:lnTo>
                <a:lnTo>
                  <a:pt x="7299" y="188516"/>
                </a:lnTo>
                <a:lnTo>
                  <a:pt x="7299" y="190469"/>
                </a:lnTo>
                <a:lnTo>
                  <a:pt x="7299" y="192155"/>
                </a:lnTo>
                <a:lnTo>
                  <a:pt x="7299" y="194286"/>
                </a:lnTo>
                <a:lnTo>
                  <a:pt x="7616" y="196061"/>
                </a:lnTo>
                <a:lnTo>
                  <a:pt x="7616" y="197925"/>
                </a:lnTo>
                <a:lnTo>
                  <a:pt x="7616" y="199700"/>
                </a:lnTo>
                <a:lnTo>
                  <a:pt x="7616" y="201386"/>
                </a:lnTo>
                <a:lnTo>
                  <a:pt x="7616" y="203339"/>
                </a:lnTo>
                <a:lnTo>
                  <a:pt x="7934" y="205025"/>
                </a:lnTo>
                <a:lnTo>
                  <a:pt x="7934" y="206978"/>
                </a:lnTo>
                <a:lnTo>
                  <a:pt x="7934" y="208664"/>
                </a:lnTo>
                <a:lnTo>
                  <a:pt x="7934" y="210617"/>
                </a:lnTo>
                <a:lnTo>
                  <a:pt x="7934" y="212303"/>
                </a:lnTo>
                <a:lnTo>
                  <a:pt x="8410" y="214256"/>
                </a:lnTo>
                <a:lnTo>
                  <a:pt x="8410" y="215942"/>
                </a:lnTo>
                <a:lnTo>
                  <a:pt x="8410" y="217895"/>
                </a:lnTo>
                <a:lnTo>
                  <a:pt x="8410" y="219847"/>
                </a:lnTo>
                <a:lnTo>
                  <a:pt x="8727" y="221534"/>
                </a:lnTo>
                <a:lnTo>
                  <a:pt x="8727" y="223486"/>
                </a:lnTo>
                <a:lnTo>
                  <a:pt x="8727" y="225173"/>
                </a:lnTo>
                <a:lnTo>
                  <a:pt x="8727" y="227125"/>
                </a:lnTo>
                <a:lnTo>
                  <a:pt x="8727" y="228812"/>
                </a:lnTo>
                <a:lnTo>
                  <a:pt x="9203" y="230764"/>
                </a:lnTo>
                <a:lnTo>
                  <a:pt x="9203" y="232717"/>
                </a:lnTo>
                <a:lnTo>
                  <a:pt x="9203" y="234581"/>
                </a:lnTo>
                <a:lnTo>
                  <a:pt x="9203" y="236356"/>
                </a:lnTo>
                <a:lnTo>
                  <a:pt x="9203" y="238042"/>
                </a:lnTo>
                <a:lnTo>
                  <a:pt x="9521" y="239995"/>
                </a:lnTo>
                <a:lnTo>
                  <a:pt x="9521" y="241681"/>
                </a:lnTo>
                <a:lnTo>
                  <a:pt x="9521" y="243811"/>
                </a:lnTo>
                <a:lnTo>
                  <a:pt x="9521" y="245586"/>
                </a:lnTo>
                <a:lnTo>
                  <a:pt x="9521" y="247450"/>
                </a:lnTo>
                <a:lnTo>
                  <a:pt x="9521" y="249225"/>
                </a:lnTo>
                <a:lnTo>
                  <a:pt x="9521" y="251089"/>
                </a:lnTo>
                <a:lnTo>
                  <a:pt x="9521" y="252864"/>
                </a:lnTo>
                <a:lnTo>
                  <a:pt x="9521" y="254728"/>
                </a:lnTo>
                <a:lnTo>
                  <a:pt x="9838" y="256681"/>
                </a:lnTo>
                <a:lnTo>
                  <a:pt x="9838" y="258456"/>
                </a:lnTo>
                <a:lnTo>
                  <a:pt x="9838" y="260320"/>
                </a:lnTo>
                <a:lnTo>
                  <a:pt x="9838" y="262095"/>
                </a:lnTo>
                <a:lnTo>
                  <a:pt x="9838" y="263959"/>
                </a:lnTo>
                <a:lnTo>
                  <a:pt x="10314" y="265911"/>
                </a:lnTo>
                <a:lnTo>
                  <a:pt x="10314" y="267598"/>
                </a:lnTo>
                <a:lnTo>
                  <a:pt x="10314" y="269550"/>
                </a:lnTo>
                <a:lnTo>
                  <a:pt x="10314" y="271503"/>
                </a:lnTo>
                <a:lnTo>
                  <a:pt x="10314" y="273456"/>
                </a:lnTo>
                <a:lnTo>
                  <a:pt x="10631" y="275142"/>
                </a:lnTo>
                <a:lnTo>
                  <a:pt x="10631" y="277095"/>
                </a:lnTo>
                <a:lnTo>
                  <a:pt x="10631" y="278958"/>
                </a:lnTo>
                <a:lnTo>
                  <a:pt x="10631" y="280734"/>
                </a:lnTo>
                <a:lnTo>
                  <a:pt x="10631" y="282686"/>
                </a:lnTo>
                <a:lnTo>
                  <a:pt x="11108" y="284373"/>
                </a:lnTo>
                <a:lnTo>
                  <a:pt x="11108" y="286503"/>
                </a:lnTo>
                <a:lnTo>
                  <a:pt x="11108" y="288189"/>
                </a:lnTo>
                <a:lnTo>
                  <a:pt x="11108" y="289964"/>
                </a:lnTo>
                <a:lnTo>
                  <a:pt x="11425" y="291828"/>
                </a:lnTo>
                <a:lnTo>
                  <a:pt x="11425" y="293781"/>
                </a:lnTo>
                <a:lnTo>
                  <a:pt x="11425" y="295733"/>
                </a:lnTo>
                <a:lnTo>
                  <a:pt x="11425" y="297420"/>
                </a:lnTo>
                <a:lnTo>
                  <a:pt x="11425" y="299372"/>
                </a:lnTo>
                <a:lnTo>
                  <a:pt x="11425" y="301325"/>
                </a:lnTo>
                <a:lnTo>
                  <a:pt x="11425" y="303011"/>
                </a:lnTo>
                <a:lnTo>
                  <a:pt x="11425" y="304964"/>
                </a:lnTo>
                <a:lnTo>
                  <a:pt x="11425" y="306916"/>
                </a:lnTo>
                <a:lnTo>
                  <a:pt x="11425" y="308780"/>
                </a:lnTo>
                <a:lnTo>
                  <a:pt x="11901" y="310555"/>
                </a:lnTo>
                <a:lnTo>
                  <a:pt x="11901" y="312419"/>
                </a:lnTo>
                <a:lnTo>
                  <a:pt x="11901" y="314372"/>
                </a:lnTo>
                <a:lnTo>
                  <a:pt x="11901" y="316058"/>
                </a:lnTo>
                <a:lnTo>
                  <a:pt x="11901" y="318277"/>
                </a:lnTo>
                <a:lnTo>
                  <a:pt x="12218" y="319964"/>
                </a:lnTo>
                <a:lnTo>
                  <a:pt x="12218" y="321916"/>
                </a:lnTo>
                <a:lnTo>
                  <a:pt x="12218" y="323780"/>
                </a:lnTo>
                <a:lnTo>
                  <a:pt x="12218" y="325555"/>
                </a:lnTo>
                <a:lnTo>
                  <a:pt x="12536" y="327419"/>
                </a:lnTo>
                <a:lnTo>
                  <a:pt x="12536" y="329372"/>
                </a:lnTo>
                <a:lnTo>
                  <a:pt x="12536" y="331324"/>
                </a:lnTo>
                <a:lnTo>
                  <a:pt x="12536" y="333011"/>
                </a:lnTo>
                <a:lnTo>
                  <a:pt x="12536" y="334963"/>
                </a:lnTo>
                <a:lnTo>
                  <a:pt x="13012" y="336916"/>
                </a:lnTo>
                <a:lnTo>
                  <a:pt x="13012" y="338602"/>
                </a:lnTo>
                <a:lnTo>
                  <a:pt x="13012" y="340732"/>
                </a:lnTo>
                <a:lnTo>
                  <a:pt x="13012" y="342507"/>
                </a:lnTo>
                <a:lnTo>
                  <a:pt x="13012" y="344371"/>
                </a:lnTo>
                <a:lnTo>
                  <a:pt x="13329" y="346324"/>
                </a:lnTo>
                <a:lnTo>
                  <a:pt x="13329" y="348010"/>
                </a:lnTo>
                <a:lnTo>
                  <a:pt x="13329" y="350229"/>
                </a:lnTo>
                <a:lnTo>
                  <a:pt x="13329" y="351916"/>
                </a:lnTo>
                <a:lnTo>
                  <a:pt x="13329" y="353868"/>
                </a:lnTo>
                <a:lnTo>
                  <a:pt x="13805" y="355732"/>
                </a:lnTo>
                <a:lnTo>
                  <a:pt x="13805" y="357507"/>
                </a:lnTo>
                <a:lnTo>
                  <a:pt x="13805" y="359637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4519983" y="2572885"/>
            <a:ext cx="13329" cy="379519"/>
          </a:xfrm>
          <a:custGeom>
            <a:avLst/>
            <a:gdLst/>
            <a:ahLst/>
            <a:cxnLst/>
            <a:rect l="l" t="t" r="r" b="b"/>
            <a:pathLst>
              <a:path w="13329" h="379519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0" y="5591"/>
                </a:lnTo>
                <a:lnTo>
                  <a:pt x="0" y="7277"/>
                </a:lnTo>
                <a:lnTo>
                  <a:pt x="0" y="9408"/>
                </a:lnTo>
                <a:lnTo>
                  <a:pt x="0" y="11094"/>
                </a:lnTo>
                <a:lnTo>
                  <a:pt x="317" y="13047"/>
                </a:lnTo>
                <a:lnTo>
                  <a:pt x="317" y="14999"/>
                </a:lnTo>
                <a:lnTo>
                  <a:pt x="317" y="16686"/>
                </a:lnTo>
                <a:lnTo>
                  <a:pt x="317" y="18816"/>
                </a:lnTo>
                <a:lnTo>
                  <a:pt x="317" y="20591"/>
                </a:lnTo>
                <a:lnTo>
                  <a:pt x="634" y="22543"/>
                </a:lnTo>
                <a:lnTo>
                  <a:pt x="634" y="24407"/>
                </a:lnTo>
                <a:lnTo>
                  <a:pt x="634" y="26182"/>
                </a:lnTo>
                <a:lnTo>
                  <a:pt x="634" y="28313"/>
                </a:lnTo>
                <a:lnTo>
                  <a:pt x="634" y="29999"/>
                </a:lnTo>
                <a:lnTo>
                  <a:pt x="1110" y="31952"/>
                </a:lnTo>
                <a:lnTo>
                  <a:pt x="1110" y="33904"/>
                </a:lnTo>
                <a:lnTo>
                  <a:pt x="1110" y="35591"/>
                </a:lnTo>
                <a:lnTo>
                  <a:pt x="1110" y="37721"/>
                </a:lnTo>
                <a:lnTo>
                  <a:pt x="1428" y="39407"/>
                </a:lnTo>
                <a:lnTo>
                  <a:pt x="1428" y="41360"/>
                </a:lnTo>
                <a:lnTo>
                  <a:pt x="1428" y="43312"/>
                </a:lnTo>
                <a:lnTo>
                  <a:pt x="1428" y="45265"/>
                </a:lnTo>
                <a:lnTo>
                  <a:pt x="1428" y="47129"/>
                </a:lnTo>
                <a:lnTo>
                  <a:pt x="1904" y="49081"/>
                </a:lnTo>
                <a:lnTo>
                  <a:pt x="1904" y="50768"/>
                </a:lnTo>
                <a:lnTo>
                  <a:pt x="1904" y="52987"/>
                </a:lnTo>
                <a:lnTo>
                  <a:pt x="1904" y="54673"/>
                </a:lnTo>
                <a:lnTo>
                  <a:pt x="1904" y="56803"/>
                </a:lnTo>
                <a:lnTo>
                  <a:pt x="1904" y="58489"/>
                </a:lnTo>
                <a:lnTo>
                  <a:pt x="1904" y="60265"/>
                </a:lnTo>
                <a:lnTo>
                  <a:pt x="1904" y="62395"/>
                </a:lnTo>
                <a:lnTo>
                  <a:pt x="1904" y="64081"/>
                </a:lnTo>
                <a:lnTo>
                  <a:pt x="1904" y="66211"/>
                </a:lnTo>
                <a:lnTo>
                  <a:pt x="2221" y="67986"/>
                </a:lnTo>
                <a:lnTo>
                  <a:pt x="2221" y="69850"/>
                </a:lnTo>
                <a:lnTo>
                  <a:pt x="2221" y="71803"/>
                </a:lnTo>
                <a:lnTo>
                  <a:pt x="2221" y="73755"/>
                </a:lnTo>
                <a:lnTo>
                  <a:pt x="2697" y="75708"/>
                </a:lnTo>
                <a:lnTo>
                  <a:pt x="2697" y="77572"/>
                </a:lnTo>
                <a:lnTo>
                  <a:pt x="2697" y="79347"/>
                </a:lnTo>
                <a:lnTo>
                  <a:pt x="2697" y="81477"/>
                </a:lnTo>
                <a:lnTo>
                  <a:pt x="2697" y="83164"/>
                </a:lnTo>
                <a:lnTo>
                  <a:pt x="3015" y="85116"/>
                </a:lnTo>
                <a:lnTo>
                  <a:pt x="3015" y="87069"/>
                </a:lnTo>
                <a:lnTo>
                  <a:pt x="3015" y="88933"/>
                </a:lnTo>
                <a:lnTo>
                  <a:pt x="3015" y="90885"/>
                </a:lnTo>
                <a:lnTo>
                  <a:pt x="3015" y="92838"/>
                </a:lnTo>
                <a:lnTo>
                  <a:pt x="3332" y="94524"/>
                </a:lnTo>
                <a:lnTo>
                  <a:pt x="3332" y="96654"/>
                </a:lnTo>
                <a:lnTo>
                  <a:pt x="3332" y="98429"/>
                </a:lnTo>
                <a:lnTo>
                  <a:pt x="3332" y="100293"/>
                </a:lnTo>
                <a:lnTo>
                  <a:pt x="3332" y="102246"/>
                </a:lnTo>
                <a:lnTo>
                  <a:pt x="3808" y="104199"/>
                </a:lnTo>
                <a:lnTo>
                  <a:pt x="3808" y="106151"/>
                </a:lnTo>
                <a:lnTo>
                  <a:pt x="3808" y="108015"/>
                </a:lnTo>
                <a:lnTo>
                  <a:pt x="3808" y="109790"/>
                </a:lnTo>
                <a:lnTo>
                  <a:pt x="4125" y="111920"/>
                </a:lnTo>
                <a:lnTo>
                  <a:pt x="4125" y="113607"/>
                </a:lnTo>
                <a:lnTo>
                  <a:pt x="4125" y="115737"/>
                </a:lnTo>
                <a:lnTo>
                  <a:pt x="4125" y="117512"/>
                </a:lnTo>
                <a:lnTo>
                  <a:pt x="4125" y="119376"/>
                </a:lnTo>
                <a:lnTo>
                  <a:pt x="4125" y="121595"/>
                </a:lnTo>
                <a:lnTo>
                  <a:pt x="4125" y="123281"/>
                </a:lnTo>
                <a:lnTo>
                  <a:pt x="4125" y="125234"/>
                </a:lnTo>
                <a:lnTo>
                  <a:pt x="4125" y="127098"/>
                </a:lnTo>
                <a:lnTo>
                  <a:pt x="4125" y="129050"/>
                </a:lnTo>
                <a:lnTo>
                  <a:pt x="4601" y="131003"/>
                </a:lnTo>
                <a:lnTo>
                  <a:pt x="4601" y="132955"/>
                </a:lnTo>
                <a:lnTo>
                  <a:pt x="4601" y="134642"/>
                </a:lnTo>
                <a:lnTo>
                  <a:pt x="4601" y="136772"/>
                </a:lnTo>
                <a:lnTo>
                  <a:pt x="4601" y="138547"/>
                </a:lnTo>
                <a:lnTo>
                  <a:pt x="4919" y="140677"/>
                </a:lnTo>
                <a:lnTo>
                  <a:pt x="4919" y="142364"/>
                </a:lnTo>
                <a:lnTo>
                  <a:pt x="4919" y="144316"/>
                </a:lnTo>
                <a:lnTo>
                  <a:pt x="4919" y="146180"/>
                </a:lnTo>
                <a:lnTo>
                  <a:pt x="5236" y="148133"/>
                </a:lnTo>
                <a:lnTo>
                  <a:pt x="5236" y="150085"/>
                </a:lnTo>
                <a:lnTo>
                  <a:pt x="5236" y="152038"/>
                </a:lnTo>
                <a:lnTo>
                  <a:pt x="5236" y="153902"/>
                </a:lnTo>
                <a:lnTo>
                  <a:pt x="5236" y="155854"/>
                </a:lnTo>
                <a:lnTo>
                  <a:pt x="5712" y="157807"/>
                </a:lnTo>
                <a:lnTo>
                  <a:pt x="5712" y="159493"/>
                </a:lnTo>
                <a:lnTo>
                  <a:pt x="5712" y="161623"/>
                </a:lnTo>
                <a:lnTo>
                  <a:pt x="5712" y="163399"/>
                </a:lnTo>
                <a:lnTo>
                  <a:pt x="5712" y="165262"/>
                </a:lnTo>
                <a:lnTo>
                  <a:pt x="6030" y="167215"/>
                </a:lnTo>
                <a:lnTo>
                  <a:pt x="6030" y="169168"/>
                </a:lnTo>
                <a:lnTo>
                  <a:pt x="6030" y="171298"/>
                </a:lnTo>
                <a:lnTo>
                  <a:pt x="6030" y="172984"/>
                </a:lnTo>
                <a:lnTo>
                  <a:pt x="6030" y="174937"/>
                </a:lnTo>
                <a:lnTo>
                  <a:pt x="6030" y="176889"/>
                </a:lnTo>
                <a:lnTo>
                  <a:pt x="6030" y="178842"/>
                </a:lnTo>
                <a:lnTo>
                  <a:pt x="6030" y="180706"/>
                </a:lnTo>
                <a:lnTo>
                  <a:pt x="6030" y="182659"/>
                </a:lnTo>
                <a:lnTo>
                  <a:pt x="6506" y="184434"/>
                </a:lnTo>
                <a:lnTo>
                  <a:pt x="6506" y="186564"/>
                </a:lnTo>
                <a:lnTo>
                  <a:pt x="6506" y="188428"/>
                </a:lnTo>
                <a:lnTo>
                  <a:pt x="6506" y="190203"/>
                </a:lnTo>
                <a:lnTo>
                  <a:pt x="6506" y="192333"/>
                </a:lnTo>
                <a:lnTo>
                  <a:pt x="6823" y="194019"/>
                </a:lnTo>
                <a:lnTo>
                  <a:pt x="6823" y="195972"/>
                </a:lnTo>
                <a:lnTo>
                  <a:pt x="6823" y="197925"/>
                </a:lnTo>
                <a:lnTo>
                  <a:pt x="6823" y="199788"/>
                </a:lnTo>
                <a:lnTo>
                  <a:pt x="6823" y="202007"/>
                </a:lnTo>
                <a:lnTo>
                  <a:pt x="7140" y="203694"/>
                </a:lnTo>
                <a:lnTo>
                  <a:pt x="7140" y="205646"/>
                </a:lnTo>
                <a:lnTo>
                  <a:pt x="7140" y="207510"/>
                </a:lnTo>
                <a:lnTo>
                  <a:pt x="7140" y="209463"/>
                </a:lnTo>
                <a:lnTo>
                  <a:pt x="7140" y="211415"/>
                </a:lnTo>
                <a:lnTo>
                  <a:pt x="7616" y="213368"/>
                </a:lnTo>
                <a:lnTo>
                  <a:pt x="7616" y="215054"/>
                </a:lnTo>
                <a:lnTo>
                  <a:pt x="7616" y="217185"/>
                </a:lnTo>
                <a:lnTo>
                  <a:pt x="7616" y="219137"/>
                </a:lnTo>
                <a:lnTo>
                  <a:pt x="7934" y="220823"/>
                </a:lnTo>
                <a:lnTo>
                  <a:pt x="7934" y="222954"/>
                </a:lnTo>
                <a:lnTo>
                  <a:pt x="7934" y="224729"/>
                </a:lnTo>
                <a:lnTo>
                  <a:pt x="7934" y="226859"/>
                </a:lnTo>
                <a:lnTo>
                  <a:pt x="7934" y="228545"/>
                </a:lnTo>
                <a:lnTo>
                  <a:pt x="7934" y="230498"/>
                </a:lnTo>
                <a:lnTo>
                  <a:pt x="7934" y="232450"/>
                </a:lnTo>
                <a:lnTo>
                  <a:pt x="7934" y="234314"/>
                </a:lnTo>
                <a:lnTo>
                  <a:pt x="7934" y="236267"/>
                </a:lnTo>
                <a:lnTo>
                  <a:pt x="7934" y="238220"/>
                </a:lnTo>
                <a:lnTo>
                  <a:pt x="8410" y="240172"/>
                </a:lnTo>
                <a:lnTo>
                  <a:pt x="8410" y="242036"/>
                </a:lnTo>
                <a:lnTo>
                  <a:pt x="8410" y="243989"/>
                </a:lnTo>
                <a:lnTo>
                  <a:pt x="8410" y="245675"/>
                </a:lnTo>
                <a:lnTo>
                  <a:pt x="8410" y="247894"/>
                </a:lnTo>
                <a:lnTo>
                  <a:pt x="8727" y="249758"/>
                </a:lnTo>
                <a:lnTo>
                  <a:pt x="8727" y="251533"/>
                </a:lnTo>
                <a:lnTo>
                  <a:pt x="8727" y="253663"/>
                </a:lnTo>
                <a:lnTo>
                  <a:pt x="8727" y="255349"/>
                </a:lnTo>
                <a:lnTo>
                  <a:pt x="9203" y="257480"/>
                </a:lnTo>
                <a:lnTo>
                  <a:pt x="9203" y="259255"/>
                </a:lnTo>
                <a:lnTo>
                  <a:pt x="9203" y="261119"/>
                </a:lnTo>
                <a:lnTo>
                  <a:pt x="9203" y="263071"/>
                </a:lnTo>
                <a:lnTo>
                  <a:pt x="9203" y="265024"/>
                </a:lnTo>
                <a:lnTo>
                  <a:pt x="9521" y="266976"/>
                </a:lnTo>
                <a:lnTo>
                  <a:pt x="9521" y="268840"/>
                </a:lnTo>
                <a:lnTo>
                  <a:pt x="9521" y="270793"/>
                </a:lnTo>
                <a:lnTo>
                  <a:pt x="9521" y="272746"/>
                </a:lnTo>
                <a:lnTo>
                  <a:pt x="9521" y="274698"/>
                </a:lnTo>
                <a:lnTo>
                  <a:pt x="9838" y="276385"/>
                </a:lnTo>
                <a:lnTo>
                  <a:pt x="9838" y="278515"/>
                </a:lnTo>
                <a:lnTo>
                  <a:pt x="9838" y="280201"/>
                </a:lnTo>
                <a:lnTo>
                  <a:pt x="9838" y="282154"/>
                </a:lnTo>
                <a:lnTo>
                  <a:pt x="9838" y="284284"/>
                </a:lnTo>
                <a:lnTo>
                  <a:pt x="10314" y="286059"/>
                </a:lnTo>
                <a:lnTo>
                  <a:pt x="10314" y="288189"/>
                </a:lnTo>
                <a:lnTo>
                  <a:pt x="10314" y="289875"/>
                </a:lnTo>
                <a:lnTo>
                  <a:pt x="10314" y="291828"/>
                </a:lnTo>
                <a:lnTo>
                  <a:pt x="10314" y="293781"/>
                </a:lnTo>
                <a:lnTo>
                  <a:pt x="10314" y="295644"/>
                </a:lnTo>
                <a:lnTo>
                  <a:pt x="10314" y="297597"/>
                </a:lnTo>
                <a:lnTo>
                  <a:pt x="10314" y="299550"/>
                </a:lnTo>
                <a:lnTo>
                  <a:pt x="10314" y="301502"/>
                </a:lnTo>
                <a:lnTo>
                  <a:pt x="10631" y="303366"/>
                </a:lnTo>
                <a:lnTo>
                  <a:pt x="10631" y="305319"/>
                </a:lnTo>
                <a:lnTo>
                  <a:pt x="10631" y="307005"/>
                </a:lnTo>
                <a:lnTo>
                  <a:pt x="10631" y="309224"/>
                </a:lnTo>
                <a:lnTo>
                  <a:pt x="10631" y="310910"/>
                </a:lnTo>
                <a:lnTo>
                  <a:pt x="11108" y="313041"/>
                </a:lnTo>
                <a:lnTo>
                  <a:pt x="11108" y="314727"/>
                </a:lnTo>
                <a:lnTo>
                  <a:pt x="11108" y="316680"/>
                </a:lnTo>
                <a:lnTo>
                  <a:pt x="11108" y="318632"/>
                </a:lnTo>
                <a:lnTo>
                  <a:pt x="11108" y="320585"/>
                </a:lnTo>
                <a:lnTo>
                  <a:pt x="11425" y="322449"/>
                </a:lnTo>
                <a:lnTo>
                  <a:pt x="11425" y="324401"/>
                </a:lnTo>
                <a:lnTo>
                  <a:pt x="11425" y="326088"/>
                </a:lnTo>
                <a:lnTo>
                  <a:pt x="11425" y="328307"/>
                </a:lnTo>
                <a:lnTo>
                  <a:pt x="11742" y="330170"/>
                </a:lnTo>
                <a:lnTo>
                  <a:pt x="11742" y="331946"/>
                </a:lnTo>
                <a:lnTo>
                  <a:pt x="11742" y="334076"/>
                </a:lnTo>
                <a:lnTo>
                  <a:pt x="11742" y="335762"/>
                </a:lnTo>
                <a:lnTo>
                  <a:pt x="11742" y="337715"/>
                </a:lnTo>
                <a:lnTo>
                  <a:pt x="12218" y="339667"/>
                </a:lnTo>
                <a:lnTo>
                  <a:pt x="12218" y="341531"/>
                </a:lnTo>
                <a:lnTo>
                  <a:pt x="12218" y="343484"/>
                </a:lnTo>
                <a:lnTo>
                  <a:pt x="12218" y="345436"/>
                </a:lnTo>
                <a:lnTo>
                  <a:pt x="12218" y="347123"/>
                </a:lnTo>
                <a:lnTo>
                  <a:pt x="12218" y="349253"/>
                </a:lnTo>
                <a:lnTo>
                  <a:pt x="12218" y="351028"/>
                </a:lnTo>
                <a:lnTo>
                  <a:pt x="12218" y="353158"/>
                </a:lnTo>
                <a:lnTo>
                  <a:pt x="12218" y="354844"/>
                </a:lnTo>
                <a:lnTo>
                  <a:pt x="12218" y="356797"/>
                </a:lnTo>
                <a:lnTo>
                  <a:pt x="12536" y="358750"/>
                </a:lnTo>
                <a:lnTo>
                  <a:pt x="12536" y="360614"/>
                </a:lnTo>
                <a:lnTo>
                  <a:pt x="12536" y="362566"/>
                </a:lnTo>
                <a:lnTo>
                  <a:pt x="12536" y="364519"/>
                </a:lnTo>
                <a:lnTo>
                  <a:pt x="13012" y="366205"/>
                </a:lnTo>
                <a:lnTo>
                  <a:pt x="13012" y="368335"/>
                </a:lnTo>
                <a:lnTo>
                  <a:pt x="13012" y="370110"/>
                </a:lnTo>
                <a:lnTo>
                  <a:pt x="13012" y="371974"/>
                </a:lnTo>
                <a:lnTo>
                  <a:pt x="13012" y="373927"/>
                </a:lnTo>
                <a:lnTo>
                  <a:pt x="13329" y="375880"/>
                </a:lnTo>
                <a:lnTo>
                  <a:pt x="13329" y="377832"/>
                </a:lnTo>
                <a:lnTo>
                  <a:pt x="13329" y="379519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4533312" y="2952404"/>
            <a:ext cx="13488" cy="366028"/>
          </a:xfrm>
          <a:custGeom>
            <a:avLst/>
            <a:gdLst/>
            <a:ahLst/>
            <a:cxnLst/>
            <a:rect l="l" t="t" r="r" b="b"/>
            <a:pathLst>
              <a:path w="13488" h="366028">
                <a:moveTo>
                  <a:pt x="0" y="0"/>
                </a:moveTo>
                <a:lnTo>
                  <a:pt x="0" y="1952"/>
                </a:lnTo>
                <a:lnTo>
                  <a:pt x="0" y="3816"/>
                </a:lnTo>
                <a:lnTo>
                  <a:pt x="476" y="5591"/>
                </a:lnTo>
                <a:lnTo>
                  <a:pt x="476" y="7721"/>
                </a:lnTo>
                <a:lnTo>
                  <a:pt x="476" y="9408"/>
                </a:lnTo>
                <a:lnTo>
                  <a:pt x="476" y="11360"/>
                </a:lnTo>
                <a:lnTo>
                  <a:pt x="476" y="13313"/>
                </a:lnTo>
                <a:lnTo>
                  <a:pt x="793" y="15265"/>
                </a:lnTo>
                <a:lnTo>
                  <a:pt x="793" y="17129"/>
                </a:lnTo>
                <a:lnTo>
                  <a:pt x="793" y="18904"/>
                </a:lnTo>
                <a:lnTo>
                  <a:pt x="793" y="20768"/>
                </a:lnTo>
                <a:lnTo>
                  <a:pt x="1110" y="22721"/>
                </a:lnTo>
                <a:lnTo>
                  <a:pt x="1110" y="24674"/>
                </a:lnTo>
                <a:lnTo>
                  <a:pt x="1110" y="26626"/>
                </a:lnTo>
                <a:lnTo>
                  <a:pt x="1110" y="28490"/>
                </a:lnTo>
                <a:lnTo>
                  <a:pt x="1110" y="30265"/>
                </a:lnTo>
                <a:lnTo>
                  <a:pt x="1110" y="32395"/>
                </a:lnTo>
                <a:lnTo>
                  <a:pt x="1110" y="34082"/>
                </a:lnTo>
                <a:lnTo>
                  <a:pt x="1110" y="36212"/>
                </a:lnTo>
                <a:lnTo>
                  <a:pt x="1110" y="37987"/>
                </a:lnTo>
                <a:lnTo>
                  <a:pt x="1110" y="39673"/>
                </a:lnTo>
                <a:lnTo>
                  <a:pt x="1586" y="41803"/>
                </a:lnTo>
                <a:lnTo>
                  <a:pt x="1586" y="43490"/>
                </a:lnTo>
                <a:lnTo>
                  <a:pt x="1586" y="45709"/>
                </a:lnTo>
                <a:lnTo>
                  <a:pt x="1586" y="47395"/>
                </a:lnTo>
                <a:lnTo>
                  <a:pt x="1586" y="49348"/>
                </a:lnTo>
                <a:lnTo>
                  <a:pt x="1904" y="51211"/>
                </a:lnTo>
                <a:lnTo>
                  <a:pt x="1904" y="52987"/>
                </a:lnTo>
                <a:lnTo>
                  <a:pt x="1904" y="55117"/>
                </a:lnTo>
                <a:lnTo>
                  <a:pt x="1904" y="56803"/>
                </a:lnTo>
                <a:lnTo>
                  <a:pt x="2380" y="58756"/>
                </a:lnTo>
                <a:lnTo>
                  <a:pt x="2380" y="60708"/>
                </a:lnTo>
                <a:lnTo>
                  <a:pt x="2380" y="62572"/>
                </a:lnTo>
                <a:lnTo>
                  <a:pt x="2380" y="64525"/>
                </a:lnTo>
                <a:lnTo>
                  <a:pt x="2380" y="66211"/>
                </a:lnTo>
                <a:lnTo>
                  <a:pt x="2697" y="68164"/>
                </a:lnTo>
                <a:lnTo>
                  <a:pt x="2697" y="70116"/>
                </a:lnTo>
                <a:lnTo>
                  <a:pt x="2697" y="72069"/>
                </a:lnTo>
                <a:lnTo>
                  <a:pt x="2697" y="73933"/>
                </a:lnTo>
                <a:lnTo>
                  <a:pt x="2697" y="75708"/>
                </a:lnTo>
                <a:lnTo>
                  <a:pt x="3015" y="77661"/>
                </a:lnTo>
                <a:lnTo>
                  <a:pt x="3015" y="79525"/>
                </a:lnTo>
                <a:lnTo>
                  <a:pt x="3015" y="81300"/>
                </a:lnTo>
                <a:lnTo>
                  <a:pt x="3015" y="83430"/>
                </a:lnTo>
                <a:lnTo>
                  <a:pt x="3015" y="85116"/>
                </a:lnTo>
                <a:lnTo>
                  <a:pt x="3015" y="87069"/>
                </a:lnTo>
                <a:lnTo>
                  <a:pt x="3015" y="89021"/>
                </a:lnTo>
                <a:lnTo>
                  <a:pt x="3015" y="90708"/>
                </a:lnTo>
                <a:lnTo>
                  <a:pt x="3015" y="92838"/>
                </a:lnTo>
                <a:lnTo>
                  <a:pt x="3491" y="94524"/>
                </a:lnTo>
                <a:lnTo>
                  <a:pt x="3491" y="96477"/>
                </a:lnTo>
                <a:lnTo>
                  <a:pt x="3491" y="98429"/>
                </a:lnTo>
                <a:lnTo>
                  <a:pt x="3491" y="100116"/>
                </a:lnTo>
                <a:lnTo>
                  <a:pt x="3491" y="102068"/>
                </a:lnTo>
                <a:lnTo>
                  <a:pt x="3808" y="104021"/>
                </a:lnTo>
                <a:lnTo>
                  <a:pt x="3808" y="105885"/>
                </a:lnTo>
                <a:lnTo>
                  <a:pt x="3808" y="107660"/>
                </a:lnTo>
                <a:lnTo>
                  <a:pt x="3808" y="109524"/>
                </a:lnTo>
                <a:lnTo>
                  <a:pt x="3808" y="111477"/>
                </a:lnTo>
                <a:lnTo>
                  <a:pt x="4284" y="113252"/>
                </a:lnTo>
                <a:lnTo>
                  <a:pt x="4284" y="115382"/>
                </a:lnTo>
                <a:lnTo>
                  <a:pt x="4284" y="117068"/>
                </a:lnTo>
                <a:lnTo>
                  <a:pt x="4284" y="118755"/>
                </a:lnTo>
                <a:lnTo>
                  <a:pt x="4284" y="120973"/>
                </a:lnTo>
                <a:lnTo>
                  <a:pt x="4601" y="122660"/>
                </a:lnTo>
                <a:lnTo>
                  <a:pt x="4601" y="124612"/>
                </a:lnTo>
                <a:lnTo>
                  <a:pt x="4601" y="126476"/>
                </a:lnTo>
                <a:lnTo>
                  <a:pt x="4601" y="128251"/>
                </a:lnTo>
                <a:lnTo>
                  <a:pt x="5077" y="130115"/>
                </a:lnTo>
                <a:lnTo>
                  <a:pt x="5077" y="132068"/>
                </a:lnTo>
                <a:lnTo>
                  <a:pt x="5077" y="134020"/>
                </a:lnTo>
                <a:lnTo>
                  <a:pt x="5077" y="135707"/>
                </a:lnTo>
                <a:lnTo>
                  <a:pt x="5077" y="137659"/>
                </a:lnTo>
                <a:lnTo>
                  <a:pt x="5395" y="139612"/>
                </a:lnTo>
                <a:lnTo>
                  <a:pt x="5395" y="141298"/>
                </a:lnTo>
                <a:lnTo>
                  <a:pt x="5395" y="143251"/>
                </a:lnTo>
                <a:lnTo>
                  <a:pt x="5395" y="144937"/>
                </a:lnTo>
                <a:lnTo>
                  <a:pt x="5395" y="147068"/>
                </a:lnTo>
                <a:lnTo>
                  <a:pt x="5395" y="148843"/>
                </a:lnTo>
                <a:lnTo>
                  <a:pt x="5395" y="150707"/>
                </a:lnTo>
                <a:lnTo>
                  <a:pt x="5395" y="152659"/>
                </a:lnTo>
                <a:lnTo>
                  <a:pt x="5395" y="154346"/>
                </a:lnTo>
                <a:lnTo>
                  <a:pt x="5395" y="156298"/>
                </a:lnTo>
                <a:lnTo>
                  <a:pt x="5712" y="157985"/>
                </a:lnTo>
                <a:lnTo>
                  <a:pt x="5712" y="159937"/>
                </a:lnTo>
                <a:lnTo>
                  <a:pt x="5712" y="161890"/>
                </a:lnTo>
                <a:lnTo>
                  <a:pt x="5712" y="163576"/>
                </a:lnTo>
                <a:lnTo>
                  <a:pt x="5712" y="165529"/>
                </a:lnTo>
                <a:lnTo>
                  <a:pt x="6188" y="167215"/>
                </a:lnTo>
                <a:lnTo>
                  <a:pt x="6188" y="169434"/>
                </a:lnTo>
                <a:lnTo>
                  <a:pt x="6188" y="171120"/>
                </a:lnTo>
                <a:lnTo>
                  <a:pt x="6188" y="173073"/>
                </a:lnTo>
                <a:lnTo>
                  <a:pt x="6506" y="174759"/>
                </a:lnTo>
                <a:lnTo>
                  <a:pt x="6506" y="176712"/>
                </a:lnTo>
                <a:lnTo>
                  <a:pt x="6506" y="178576"/>
                </a:lnTo>
                <a:lnTo>
                  <a:pt x="6506" y="180351"/>
                </a:lnTo>
                <a:lnTo>
                  <a:pt x="6506" y="182215"/>
                </a:lnTo>
                <a:lnTo>
                  <a:pt x="6982" y="183990"/>
                </a:lnTo>
                <a:lnTo>
                  <a:pt x="6982" y="185943"/>
                </a:lnTo>
                <a:lnTo>
                  <a:pt x="6982" y="187806"/>
                </a:lnTo>
                <a:lnTo>
                  <a:pt x="6982" y="189759"/>
                </a:lnTo>
                <a:lnTo>
                  <a:pt x="6982" y="191445"/>
                </a:lnTo>
                <a:lnTo>
                  <a:pt x="7299" y="193220"/>
                </a:lnTo>
                <a:lnTo>
                  <a:pt x="7299" y="195084"/>
                </a:lnTo>
                <a:lnTo>
                  <a:pt x="7299" y="196859"/>
                </a:lnTo>
                <a:lnTo>
                  <a:pt x="7299" y="198990"/>
                </a:lnTo>
                <a:lnTo>
                  <a:pt x="7299" y="200676"/>
                </a:lnTo>
                <a:lnTo>
                  <a:pt x="7299" y="202629"/>
                </a:lnTo>
                <a:lnTo>
                  <a:pt x="7299" y="204315"/>
                </a:lnTo>
                <a:lnTo>
                  <a:pt x="7299" y="206268"/>
                </a:lnTo>
                <a:lnTo>
                  <a:pt x="7299" y="207954"/>
                </a:lnTo>
                <a:lnTo>
                  <a:pt x="7616" y="209729"/>
                </a:lnTo>
                <a:lnTo>
                  <a:pt x="7616" y="211593"/>
                </a:lnTo>
                <a:lnTo>
                  <a:pt x="7616" y="213546"/>
                </a:lnTo>
                <a:lnTo>
                  <a:pt x="7616" y="215498"/>
                </a:lnTo>
                <a:lnTo>
                  <a:pt x="7616" y="217185"/>
                </a:lnTo>
                <a:lnTo>
                  <a:pt x="8093" y="219137"/>
                </a:lnTo>
                <a:lnTo>
                  <a:pt x="8093" y="220823"/>
                </a:lnTo>
                <a:lnTo>
                  <a:pt x="8093" y="222776"/>
                </a:lnTo>
                <a:lnTo>
                  <a:pt x="8093" y="224462"/>
                </a:lnTo>
                <a:lnTo>
                  <a:pt x="8093" y="226238"/>
                </a:lnTo>
                <a:lnTo>
                  <a:pt x="8410" y="228101"/>
                </a:lnTo>
                <a:lnTo>
                  <a:pt x="8410" y="229877"/>
                </a:lnTo>
                <a:lnTo>
                  <a:pt x="8410" y="231829"/>
                </a:lnTo>
                <a:lnTo>
                  <a:pt x="8410" y="233693"/>
                </a:lnTo>
                <a:lnTo>
                  <a:pt x="8410" y="235646"/>
                </a:lnTo>
                <a:lnTo>
                  <a:pt x="8886" y="237332"/>
                </a:lnTo>
                <a:lnTo>
                  <a:pt x="8886" y="239285"/>
                </a:lnTo>
                <a:lnTo>
                  <a:pt x="8886" y="240971"/>
                </a:lnTo>
                <a:lnTo>
                  <a:pt x="8886" y="242746"/>
                </a:lnTo>
                <a:lnTo>
                  <a:pt x="9203" y="244699"/>
                </a:lnTo>
                <a:lnTo>
                  <a:pt x="9203" y="246385"/>
                </a:lnTo>
                <a:lnTo>
                  <a:pt x="9203" y="248338"/>
                </a:lnTo>
                <a:lnTo>
                  <a:pt x="9203" y="250024"/>
                </a:lnTo>
                <a:lnTo>
                  <a:pt x="9203" y="251977"/>
                </a:lnTo>
                <a:lnTo>
                  <a:pt x="9521" y="253663"/>
                </a:lnTo>
                <a:lnTo>
                  <a:pt x="9521" y="255616"/>
                </a:lnTo>
                <a:lnTo>
                  <a:pt x="9521" y="257302"/>
                </a:lnTo>
                <a:lnTo>
                  <a:pt x="9521" y="259255"/>
                </a:lnTo>
                <a:lnTo>
                  <a:pt x="9521" y="260941"/>
                </a:lnTo>
                <a:lnTo>
                  <a:pt x="9521" y="262894"/>
                </a:lnTo>
                <a:lnTo>
                  <a:pt x="9521" y="264580"/>
                </a:lnTo>
                <a:lnTo>
                  <a:pt x="9521" y="266533"/>
                </a:lnTo>
                <a:lnTo>
                  <a:pt x="9521" y="268219"/>
                </a:lnTo>
                <a:lnTo>
                  <a:pt x="9521" y="269994"/>
                </a:lnTo>
                <a:lnTo>
                  <a:pt x="9997" y="271858"/>
                </a:lnTo>
                <a:lnTo>
                  <a:pt x="9997" y="273633"/>
                </a:lnTo>
                <a:lnTo>
                  <a:pt x="9997" y="275497"/>
                </a:lnTo>
                <a:lnTo>
                  <a:pt x="9997" y="277272"/>
                </a:lnTo>
                <a:lnTo>
                  <a:pt x="10314" y="278958"/>
                </a:lnTo>
                <a:lnTo>
                  <a:pt x="10314" y="280645"/>
                </a:lnTo>
                <a:lnTo>
                  <a:pt x="10314" y="282597"/>
                </a:lnTo>
                <a:lnTo>
                  <a:pt x="10314" y="284284"/>
                </a:lnTo>
                <a:lnTo>
                  <a:pt x="10314" y="286236"/>
                </a:lnTo>
                <a:lnTo>
                  <a:pt x="10790" y="288012"/>
                </a:lnTo>
                <a:lnTo>
                  <a:pt x="10790" y="289875"/>
                </a:lnTo>
                <a:lnTo>
                  <a:pt x="10790" y="291650"/>
                </a:lnTo>
                <a:lnTo>
                  <a:pt x="10790" y="293514"/>
                </a:lnTo>
                <a:lnTo>
                  <a:pt x="10790" y="295289"/>
                </a:lnTo>
                <a:lnTo>
                  <a:pt x="11108" y="297153"/>
                </a:lnTo>
                <a:lnTo>
                  <a:pt x="11108" y="298662"/>
                </a:lnTo>
                <a:lnTo>
                  <a:pt x="11108" y="300615"/>
                </a:lnTo>
                <a:lnTo>
                  <a:pt x="11108" y="302301"/>
                </a:lnTo>
                <a:lnTo>
                  <a:pt x="11108" y="304254"/>
                </a:lnTo>
                <a:lnTo>
                  <a:pt x="11584" y="305940"/>
                </a:lnTo>
                <a:lnTo>
                  <a:pt x="11584" y="307715"/>
                </a:lnTo>
                <a:lnTo>
                  <a:pt x="11584" y="309668"/>
                </a:lnTo>
                <a:lnTo>
                  <a:pt x="11584" y="311354"/>
                </a:lnTo>
                <a:lnTo>
                  <a:pt x="11584" y="313041"/>
                </a:lnTo>
                <a:lnTo>
                  <a:pt x="11584" y="314816"/>
                </a:lnTo>
                <a:lnTo>
                  <a:pt x="11584" y="316680"/>
                </a:lnTo>
                <a:lnTo>
                  <a:pt x="11584" y="318455"/>
                </a:lnTo>
                <a:lnTo>
                  <a:pt x="11584" y="320141"/>
                </a:lnTo>
                <a:lnTo>
                  <a:pt x="11901" y="321827"/>
                </a:lnTo>
                <a:lnTo>
                  <a:pt x="11901" y="323780"/>
                </a:lnTo>
                <a:lnTo>
                  <a:pt x="11901" y="325466"/>
                </a:lnTo>
                <a:lnTo>
                  <a:pt x="11901" y="327419"/>
                </a:lnTo>
                <a:lnTo>
                  <a:pt x="11901" y="328928"/>
                </a:lnTo>
                <a:lnTo>
                  <a:pt x="12218" y="330880"/>
                </a:lnTo>
                <a:lnTo>
                  <a:pt x="12218" y="332567"/>
                </a:lnTo>
                <a:lnTo>
                  <a:pt x="12218" y="334519"/>
                </a:lnTo>
                <a:lnTo>
                  <a:pt x="12218" y="336028"/>
                </a:lnTo>
                <a:lnTo>
                  <a:pt x="12218" y="337892"/>
                </a:lnTo>
                <a:lnTo>
                  <a:pt x="12694" y="339667"/>
                </a:lnTo>
                <a:lnTo>
                  <a:pt x="12694" y="341531"/>
                </a:lnTo>
                <a:lnTo>
                  <a:pt x="12694" y="343040"/>
                </a:lnTo>
                <a:lnTo>
                  <a:pt x="12694" y="344993"/>
                </a:lnTo>
                <a:lnTo>
                  <a:pt x="13012" y="346679"/>
                </a:lnTo>
                <a:lnTo>
                  <a:pt x="13012" y="348632"/>
                </a:lnTo>
                <a:lnTo>
                  <a:pt x="13012" y="350407"/>
                </a:lnTo>
                <a:lnTo>
                  <a:pt x="13012" y="352093"/>
                </a:lnTo>
                <a:lnTo>
                  <a:pt x="13012" y="353779"/>
                </a:lnTo>
                <a:lnTo>
                  <a:pt x="13488" y="355555"/>
                </a:lnTo>
                <a:lnTo>
                  <a:pt x="13488" y="357418"/>
                </a:lnTo>
                <a:lnTo>
                  <a:pt x="13488" y="359194"/>
                </a:lnTo>
                <a:lnTo>
                  <a:pt x="13488" y="360880"/>
                </a:lnTo>
                <a:lnTo>
                  <a:pt x="13488" y="362566"/>
                </a:lnTo>
                <a:lnTo>
                  <a:pt x="13488" y="364519"/>
                </a:lnTo>
                <a:lnTo>
                  <a:pt x="13488" y="366028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4546801" y="3318432"/>
            <a:ext cx="13805" cy="320141"/>
          </a:xfrm>
          <a:custGeom>
            <a:avLst/>
            <a:gdLst/>
            <a:ahLst/>
            <a:cxnLst/>
            <a:rect l="l" t="t" r="r" b="b"/>
            <a:pathLst>
              <a:path w="13805" h="320141">
                <a:moveTo>
                  <a:pt x="0" y="0"/>
                </a:moveTo>
                <a:lnTo>
                  <a:pt x="0" y="1952"/>
                </a:lnTo>
                <a:lnTo>
                  <a:pt x="0" y="3638"/>
                </a:lnTo>
                <a:lnTo>
                  <a:pt x="0" y="5325"/>
                </a:lnTo>
                <a:lnTo>
                  <a:pt x="317" y="7100"/>
                </a:lnTo>
                <a:lnTo>
                  <a:pt x="317" y="8786"/>
                </a:lnTo>
                <a:lnTo>
                  <a:pt x="317" y="10473"/>
                </a:lnTo>
                <a:lnTo>
                  <a:pt x="317" y="12425"/>
                </a:lnTo>
                <a:lnTo>
                  <a:pt x="634" y="13934"/>
                </a:lnTo>
                <a:lnTo>
                  <a:pt x="634" y="15887"/>
                </a:lnTo>
                <a:lnTo>
                  <a:pt x="634" y="17396"/>
                </a:lnTo>
                <a:lnTo>
                  <a:pt x="634" y="19259"/>
                </a:lnTo>
                <a:lnTo>
                  <a:pt x="634" y="20768"/>
                </a:lnTo>
                <a:lnTo>
                  <a:pt x="1110" y="22721"/>
                </a:lnTo>
                <a:lnTo>
                  <a:pt x="1110" y="24407"/>
                </a:lnTo>
                <a:lnTo>
                  <a:pt x="1110" y="26182"/>
                </a:lnTo>
                <a:lnTo>
                  <a:pt x="1110" y="27869"/>
                </a:lnTo>
                <a:lnTo>
                  <a:pt x="1110" y="29555"/>
                </a:lnTo>
                <a:lnTo>
                  <a:pt x="1428" y="31508"/>
                </a:lnTo>
                <a:lnTo>
                  <a:pt x="1428" y="33017"/>
                </a:lnTo>
                <a:lnTo>
                  <a:pt x="1428" y="34969"/>
                </a:lnTo>
                <a:lnTo>
                  <a:pt x="1428" y="36478"/>
                </a:lnTo>
                <a:lnTo>
                  <a:pt x="1428" y="38342"/>
                </a:lnTo>
                <a:lnTo>
                  <a:pt x="1904" y="39851"/>
                </a:lnTo>
                <a:lnTo>
                  <a:pt x="1904" y="41803"/>
                </a:lnTo>
                <a:lnTo>
                  <a:pt x="1904" y="43312"/>
                </a:lnTo>
                <a:lnTo>
                  <a:pt x="1904" y="45265"/>
                </a:lnTo>
                <a:lnTo>
                  <a:pt x="2221" y="46774"/>
                </a:lnTo>
                <a:lnTo>
                  <a:pt x="2221" y="48638"/>
                </a:lnTo>
                <a:lnTo>
                  <a:pt x="2221" y="50413"/>
                </a:lnTo>
                <a:lnTo>
                  <a:pt x="2221" y="52099"/>
                </a:lnTo>
                <a:lnTo>
                  <a:pt x="2221" y="53785"/>
                </a:lnTo>
                <a:lnTo>
                  <a:pt x="2221" y="55294"/>
                </a:lnTo>
                <a:lnTo>
                  <a:pt x="2221" y="57247"/>
                </a:lnTo>
                <a:lnTo>
                  <a:pt x="2221" y="58756"/>
                </a:lnTo>
                <a:lnTo>
                  <a:pt x="2221" y="60708"/>
                </a:lnTo>
                <a:lnTo>
                  <a:pt x="2221" y="62217"/>
                </a:lnTo>
                <a:lnTo>
                  <a:pt x="2697" y="63904"/>
                </a:lnTo>
                <a:lnTo>
                  <a:pt x="2697" y="65856"/>
                </a:lnTo>
                <a:lnTo>
                  <a:pt x="2697" y="67276"/>
                </a:lnTo>
                <a:lnTo>
                  <a:pt x="2697" y="69229"/>
                </a:lnTo>
                <a:lnTo>
                  <a:pt x="2697" y="70738"/>
                </a:lnTo>
                <a:lnTo>
                  <a:pt x="3015" y="72424"/>
                </a:lnTo>
                <a:lnTo>
                  <a:pt x="3015" y="74199"/>
                </a:lnTo>
                <a:lnTo>
                  <a:pt x="3015" y="75886"/>
                </a:lnTo>
                <a:lnTo>
                  <a:pt x="3015" y="77572"/>
                </a:lnTo>
                <a:lnTo>
                  <a:pt x="3332" y="79347"/>
                </a:lnTo>
                <a:lnTo>
                  <a:pt x="3332" y="81033"/>
                </a:lnTo>
                <a:lnTo>
                  <a:pt x="3332" y="82542"/>
                </a:lnTo>
                <a:lnTo>
                  <a:pt x="3332" y="84495"/>
                </a:lnTo>
                <a:lnTo>
                  <a:pt x="3332" y="86004"/>
                </a:lnTo>
                <a:lnTo>
                  <a:pt x="3808" y="87690"/>
                </a:lnTo>
                <a:lnTo>
                  <a:pt x="3808" y="89376"/>
                </a:lnTo>
                <a:lnTo>
                  <a:pt x="3808" y="91152"/>
                </a:lnTo>
                <a:lnTo>
                  <a:pt x="3808" y="92838"/>
                </a:lnTo>
                <a:lnTo>
                  <a:pt x="3808" y="94347"/>
                </a:lnTo>
                <a:lnTo>
                  <a:pt x="4125" y="96033"/>
                </a:lnTo>
                <a:lnTo>
                  <a:pt x="4125" y="97808"/>
                </a:lnTo>
                <a:lnTo>
                  <a:pt x="4125" y="99495"/>
                </a:lnTo>
                <a:lnTo>
                  <a:pt x="4125" y="101181"/>
                </a:lnTo>
                <a:lnTo>
                  <a:pt x="4125" y="102690"/>
                </a:lnTo>
                <a:lnTo>
                  <a:pt x="4125" y="104642"/>
                </a:lnTo>
                <a:lnTo>
                  <a:pt x="4125" y="106151"/>
                </a:lnTo>
                <a:lnTo>
                  <a:pt x="4125" y="107838"/>
                </a:lnTo>
                <a:lnTo>
                  <a:pt x="4125" y="109346"/>
                </a:lnTo>
                <a:lnTo>
                  <a:pt x="4601" y="111033"/>
                </a:lnTo>
                <a:lnTo>
                  <a:pt x="4601" y="112985"/>
                </a:lnTo>
                <a:lnTo>
                  <a:pt x="4601" y="114494"/>
                </a:lnTo>
                <a:lnTo>
                  <a:pt x="4601" y="116181"/>
                </a:lnTo>
                <a:lnTo>
                  <a:pt x="4601" y="117689"/>
                </a:lnTo>
                <a:lnTo>
                  <a:pt x="4919" y="119465"/>
                </a:lnTo>
                <a:lnTo>
                  <a:pt x="4919" y="121151"/>
                </a:lnTo>
                <a:lnTo>
                  <a:pt x="4919" y="122660"/>
                </a:lnTo>
                <a:lnTo>
                  <a:pt x="4919" y="124612"/>
                </a:lnTo>
                <a:lnTo>
                  <a:pt x="4919" y="126032"/>
                </a:lnTo>
                <a:lnTo>
                  <a:pt x="5236" y="127808"/>
                </a:lnTo>
                <a:lnTo>
                  <a:pt x="5236" y="129494"/>
                </a:lnTo>
                <a:lnTo>
                  <a:pt x="5236" y="131003"/>
                </a:lnTo>
                <a:lnTo>
                  <a:pt x="5236" y="132689"/>
                </a:lnTo>
                <a:lnTo>
                  <a:pt x="5236" y="134198"/>
                </a:lnTo>
                <a:lnTo>
                  <a:pt x="5712" y="135973"/>
                </a:lnTo>
                <a:lnTo>
                  <a:pt x="5712" y="137659"/>
                </a:lnTo>
                <a:lnTo>
                  <a:pt x="5712" y="139168"/>
                </a:lnTo>
                <a:lnTo>
                  <a:pt x="5712" y="140855"/>
                </a:lnTo>
                <a:lnTo>
                  <a:pt x="6030" y="142364"/>
                </a:lnTo>
                <a:lnTo>
                  <a:pt x="6030" y="144050"/>
                </a:lnTo>
                <a:lnTo>
                  <a:pt x="6030" y="145825"/>
                </a:lnTo>
                <a:lnTo>
                  <a:pt x="6030" y="147334"/>
                </a:lnTo>
                <a:lnTo>
                  <a:pt x="6030" y="149020"/>
                </a:lnTo>
                <a:lnTo>
                  <a:pt x="6506" y="150707"/>
                </a:lnTo>
                <a:lnTo>
                  <a:pt x="6506" y="152215"/>
                </a:lnTo>
                <a:lnTo>
                  <a:pt x="6506" y="153991"/>
                </a:lnTo>
                <a:lnTo>
                  <a:pt x="6506" y="155411"/>
                </a:lnTo>
                <a:lnTo>
                  <a:pt x="6506" y="157186"/>
                </a:lnTo>
                <a:lnTo>
                  <a:pt x="6506" y="158872"/>
                </a:lnTo>
                <a:lnTo>
                  <a:pt x="6506" y="160381"/>
                </a:lnTo>
                <a:lnTo>
                  <a:pt x="6506" y="162067"/>
                </a:lnTo>
                <a:lnTo>
                  <a:pt x="6506" y="163842"/>
                </a:lnTo>
                <a:lnTo>
                  <a:pt x="6506" y="165351"/>
                </a:lnTo>
                <a:lnTo>
                  <a:pt x="6823" y="167038"/>
                </a:lnTo>
                <a:lnTo>
                  <a:pt x="6823" y="168546"/>
                </a:lnTo>
                <a:lnTo>
                  <a:pt x="6823" y="170233"/>
                </a:lnTo>
                <a:lnTo>
                  <a:pt x="6823" y="171742"/>
                </a:lnTo>
                <a:lnTo>
                  <a:pt x="7299" y="173250"/>
                </a:lnTo>
                <a:lnTo>
                  <a:pt x="7299" y="174937"/>
                </a:lnTo>
                <a:lnTo>
                  <a:pt x="7299" y="176712"/>
                </a:lnTo>
                <a:lnTo>
                  <a:pt x="7299" y="178221"/>
                </a:lnTo>
                <a:lnTo>
                  <a:pt x="7299" y="179907"/>
                </a:lnTo>
                <a:lnTo>
                  <a:pt x="7616" y="181416"/>
                </a:lnTo>
                <a:lnTo>
                  <a:pt x="7616" y="182925"/>
                </a:lnTo>
                <a:lnTo>
                  <a:pt x="7616" y="184611"/>
                </a:lnTo>
                <a:lnTo>
                  <a:pt x="7616" y="186120"/>
                </a:lnTo>
                <a:lnTo>
                  <a:pt x="7616" y="187806"/>
                </a:lnTo>
                <a:lnTo>
                  <a:pt x="7934" y="189582"/>
                </a:lnTo>
                <a:lnTo>
                  <a:pt x="7934" y="190824"/>
                </a:lnTo>
                <a:lnTo>
                  <a:pt x="7934" y="192510"/>
                </a:lnTo>
                <a:lnTo>
                  <a:pt x="7934" y="194286"/>
                </a:lnTo>
                <a:lnTo>
                  <a:pt x="7934" y="195794"/>
                </a:lnTo>
                <a:lnTo>
                  <a:pt x="8410" y="197303"/>
                </a:lnTo>
                <a:lnTo>
                  <a:pt x="8410" y="198990"/>
                </a:lnTo>
                <a:lnTo>
                  <a:pt x="8410" y="200498"/>
                </a:lnTo>
                <a:lnTo>
                  <a:pt x="8410" y="202185"/>
                </a:lnTo>
                <a:lnTo>
                  <a:pt x="8410" y="203694"/>
                </a:lnTo>
                <a:lnTo>
                  <a:pt x="8410" y="205203"/>
                </a:lnTo>
                <a:lnTo>
                  <a:pt x="8410" y="206889"/>
                </a:lnTo>
                <a:lnTo>
                  <a:pt x="8410" y="208398"/>
                </a:lnTo>
                <a:lnTo>
                  <a:pt x="8410" y="209907"/>
                </a:lnTo>
                <a:lnTo>
                  <a:pt x="8727" y="211593"/>
                </a:lnTo>
                <a:lnTo>
                  <a:pt x="8727" y="213102"/>
                </a:lnTo>
                <a:lnTo>
                  <a:pt x="8727" y="214611"/>
                </a:lnTo>
                <a:lnTo>
                  <a:pt x="8727" y="216386"/>
                </a:lnTo>
                <a:lnTo>
                  <a:pt x="8727" y="217806"/>
                </a:lnTo>
                <a:lnTo>
                  <a:pt x="9203" y="219315"/>
                </a:lnTo>
                <a:lnTo>
                  <a:pt x="9203" y="220823"/>
                </a:lnTo>
                <a:lnTo>
                  <a:pt x="9203" y="222599"/>
                </a:lnTo>
                <a:lnTo>
                  <a:pt x="9203" y="224107"/>
                </a:lnTo>
                <a:lnTo>
                  <a:pt x="9203" y="225528"/>
                </a:lnTo>
                <a:lnTo>
                  <a:pt x="9521" y="227303"/>
                </a:lnTo>
                <a:lnTo>
                  <a:pt x="9521" y="228545"/>
                </a:lnTo>
                <a:lnTo>
                  <a:pt x="9521" y="230320"/>
                </a:lnTo>
                <a:lnTo>
                  <a:pt x="9521" y="231740"/>
                </a:lnTo>
                <a:lnTo>
                  <a:pt x="9838" y="233249"/>
                </a:lnTo>
                <a:lnTo>
                  <a:pt x="9838" y="235024"/>
                </a:lnTo>
                <a:lnTo>
                  <a:pt x="9838" y="236533"/>
                </a:lnTo>
                <a:lnTo>
                  <a:pt x="9838" y="238220"/>
                </a:lnTo>
                <a:lnTo>
                  <a:pt x="9838" y="239462"/>
                </a:lnTo>
                <a:lnTo>
                  <a:pt x="10314" y="241237"/>
                </a:lnTo>
                <a:lnTo>
                  <a:pt x="10314" y="242746"/>
                </a:lnTo>
                <a:lnTo>
                  <a:pt x="10314" y="243989"/>
                </a:lnTo>
                <a:lnTo>
                  <a:pt x="10314" y="245764"/>
                </a:lnTo>
                <a:lnTo>
                  <a:pt x="10314" y="247184"/>
                </a:lnTo>
                <a:lnTo>
                  <a:pt x="10631" y="248693"/>
                </a:lnTo>
                <a:lnTo>
                  <a:pt x="10631" y="250202"/>
                </a:lnTo>
                <a:lnTo>
                  <a:pt x="10631" y="251977"/>
                </a:lnTo>
                <a:lnTo>
                  <a:pt x="10631" y="253397"/>
                </a:lnTo>
                <a:lnTo>
                  <a:pt x="10631" y="254728"/>
                </a:lnTo>
                <a:lnTo>
                  <a:pt x="10631" y="256415"/>
                </a:lnTo>
                <a:lnTo>
                  <a:pt x="10631" y="257923"/>
                </a:lnTo>
                <a:lnTo>
                  <a:pt x="10631" y="259432"/>
                </a:lnTo>
                <a:lnTo>
                  <a:pt x="10631" y="260941"/>
                </a:lnTo>
                <a:lnTo>
                  <a:pt x="11108" y="262450"/>
                </a:lnTo>
                <a:lnTo>
                  <a:pt x="11108" y="264136"/>
                </a:lnTo>
                <a:lnTo>
                  <a:pt x="11108" y="265468"/>
                </a:lnTo>
                <a:lnTo>
                  <a:pt x="11108" y="266976"/>
                </a:lnTo>
                <a:lnTo>
                  <a:pt x="11108" y="268663"/>
                </a:lnTo>
                <a:lnTo>
                  <a:pt x="11425" y="269994"/>
                </a:lnTo>
                <a:lnTo>
                  <a:pt x="11425" y="271414"/>
                </a:lnTo>
                <a:lnTo>
                  <a:pt x="11425" y="273189"/>
                </a:lnTo>
                <a:lnTo>
                  <a:pt x="11425" y="274698"/>
                </a:lnTo>
                <a:lnTo>
                  <a:pt x="11425" y="275941"/>
                </a:lnTo>
                <a:lnTo>
                  <a:pt x="11742" y="277450"/>
                </a:lnTo>
                <a:lnTo>
                  <a:pt x="11742" y="279136"/>
                </a:lnTo>
                <a:lnTo>
                  <a:pt x="11742" y="280645"/>
                </a:lnTo>
                <a:lnTo>
                  <a:pt x="11742" y="281976"/>
                </a:lnTo>
                <a:lnTo>
                  <a:pt x="11742" y="283485"/>
                </a:lnTo>
                <a:lnTo>
                  <a:pt x="12218" y="284994"/>
                </a:lnTo>
                <a:lnTo>
                  <a:pt x="12218" y="286503"/>
                </a:lnTo>
                <a:lnTo>
                  <a:pt x="12218" y="287923"/>
                </a:lnTo>
                <a:lnTo>
                  <a:pt x="12218" y="289432"/>
                </a:lnTo>
                <a:lnTo>
                  <a:pt x="12536" y="290940"/>
                </a:lnTo>
                <a:lnTo>
                  <a:pt x="12536" y="292449"/>
                </a:lnTo>
                <a:lnTo>
                  <a:pt x="12536" y="293958"/>
                </a:lnTo>
                <a:lnTo>
                  <a:pt x="12536" y="295467"/>
                </a:lnTo>
                <a:lnTo>
                  <a:pt x="12536" y="296976"/>
                </a:lnTo>
                <a:lnTo>
                  <a:pt x="12536" y="298218"/>
                </a:lnTo>
                <a:lnTo>
                  <a:pt x="12536" y="299727"/>
                </a:lnTo>
                <a:lnTo>
                  <a:pt x="12536" y="301236"/>
                </a:lnTo>
                <a:lnTo>
                  <a:pt x="12536" y="302745"/>
                </a:lnTo>
                <a:lnTo>
                  <a:pt x="12536" y="304254"/>
                </a:lnTo>
                <a:lnTo>
                  <a:pt x="13012" y="305585"/>
                </a:lnTo>
                <a:lnTo>
                  <a:pt x="13012" y="307005"/>
                </a:lnTo>
                <a:lnTo>
                  <a:pt x="13012" y="308514"/>
                </a:lnTo>
                <a:lnTo>
                  <a:pt x="13012" y="310023"/>
                </a:lnTo>
                <a:lnTo>
                  <a:pt x="13012" y="311532"/>
                </a:lnTo>
                <a:lnTo>
                  <a:pt x="13329" y="313041"/>
                </a:lnTo>
                <a:lnTo>
                  <a:pt x="13329" y="314549"/>
                </a:lnTo>
                <a:lnTo>
                  <a:pt x="13329" y="316058"/>
                </a:lnTo>
                <a:lnTo>
                  <a:pt x="13329" y="317301"/>
                </a:lnTo>
                <a:lnTo>
                  <a:pt x="13805" y="318810"/>
                </a:lnTo>
                <a:lnTo>
                  <a:pt x="13805" y="320141"/>
                </a:lnTo>
              </a:path>
            </a:pathLst>
          </a:custGeom>
          <a:ln w="195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4560606" y="3638574"/>
            <a:ext cx="13329" cy="246785"/>
          </a:xfrm>
          <a:custGeom>
            <a:avLst/>
            <a:gdLst/>
            <a:ahLst/>
            <a:cxnLst/>
            <a:rect l="l" t="t" r="r" b="b"/>
            <a:pathLst>
              <a:path w="13329" h="246785">
                <a:moveTo>
                  <a:pt x="0" y="0"/>
                </a:moveTo>
                <a:lnTo>
                  <a:pt x="0" y="1508"/>
                </a:lnTo>
                <a:lnTo>
                  <a:pt x="0" y="3017"/>
                </a:lnTo>
                <a:lnTo>
                  <a:pt x="0" y="4260"/>
                </a:lnTo>
                <a:lnTo>
                  <a:pt x="317" y="5769"/>
                </a:lnTo>
                <a:lnTo>
                  <a:pt x="317" y="7277"/>
                </a:lnTo>
                <a:lnTo>
                  <a:pt x="317" y="8786"/>
                </a:lnTo>
                <a:lnTo>
                  <a:pt x="317" y="10029"/>
                </a:lnTo>
                <a:lnTo>
                  <a:pt x="317" y="11538"/>
                </a:lnTo>
                <a:lnTo>
                  <a:pt x="634" y="13047"/>
                </a:lnTo>
                <a:lnTo>
                  <a:pt x="634" y="14555"/>
                </a:lnTo>
                <a:lnTo>
                  <a:pt x="634" y="15887"/>
                </a:lnTo>
                <a:lnTo>
                  <a:pt x="634" y="17129"/>
                </a:lnTo>
                <a:lnTo>
                  <a:pt x="634" y="18638"/>
                </a:lnTo>
                <a:lnTo>
                  <a:pt x="1110" y="20147"/>
                </a:lnTo>
                <a:lnTo>
                  <a:pt x="1110" y="21656"/>
                </a:lnTo>
                <a:lnTo>
                  <a:pt x="1110" y="23165"/>
                </a:lnTo>
                <a:lnTo>
                  <a:pt x="1110" y="24230"/>
                </a:lnTo>
                <a:lnTo>
                  <a:pt x="1110" y="25739"/>
                </a:lnTo>
                <a:lnTo>
                  <a:pt x="1110" y="27247"/>
                </a:lnTo>
                <a:lnTo>
                  <a:pt x="1110" y="28756"/>
                </a:lnTo>
                <a:lnTo>
                  <a:pt x="1110" y="29999"/>
                </a:lnTo>
                <a:lnTo>
                  <a:pt x="1110" y="31330"/>
                </a:lnTo>
                <a:lnTo>
                  <a:pt x="1428" y="32750"/>
                </a:lnTo>
                <a:lnTo>
                  <a:pt x="1428" y="34259"/>
                </a:lnTo>
                <a:lnTo>
                  <a:pt x="1428" y="35591"/>
                </a:lnTo>
                <a:lnTo>
                  <a:pt x="1428" y="37099"/>
                </a:lnTo>
                <a:lnTo>
                  <a:pt x="1428" y="38342"/>
                </a:lnTo>
                <a:lnTo>
                  <a:pt x="1904" y="39673"/>
                </a:lnTo>
                <a:lnTo>
                  <a:pt x="1904" y="41182"/>
                </a:lnTo>
                <a:lnTo>
                  <a:pt x="1904" y="42691"/>
                </a:lnTo>
                <a:lnTo>
                  <a:pt x="1904" y="43934"/>
                </a:lnTo>
                <a:lnTo>
                  <a:pt x="1904" y="45442"/>
                </a:lnTo>
                <a:lnTo>
                  <a:pt x="2221" y="46685"/>
                </a:lnTo>
                <a:lnTo>
                  <a:pt x="2221" y="48016"/>
                </a:lnTo>
                <a:lnTo>
                  <a:pt x="2221" y="49525"/>
                </a:lnTo>
                <a:lnTo>
                  <a:pt x="2221" y="50768"/>
                </a:lnTo>
                <a:lnTo>
                  <a:pt x="2538" y="52277"/>
                </a:lnTo>
                <a:lnTo>
                  <a:pt x="2538" y="53608"/>
                </a:lnTo>
                <a:lnTo>
                  <a:pt x="2538" y="54850"/>
                </a:lnTo>
                <a:lnTo>
                  <a:pt x="2538" y="56182"/>
                </a:lnTo>
                <a:lnTo>
                  <a:pt x="2538" y="57664"/>
                </a:lnTo>
                <a:lnTo>
                  <a:pt x="3015" y="59164"/>
                </a:lnTo>
                <a:lnTo>
                  <a:pt x="3015" y="60451"/>
                </a:lnTo>
                <a:lnTo>
                  <a:pt x="3015" y="61951"/>
                </a:lnTo>
                <a:lnTo>
                  <a:pt x="3015" y="63238"/>
                </a:lnTo>
                <a:lnTo>
                  <a:pt x="3015" y="64312"/>
                </a:lnTo>
                <a:lnTo>
                  <a:pt x="3015" y="65812"/>
                </a:lnTo>
                <a:lnTo>
                  <a:pt x="3015" y="67099"/>
                </a:lnTo>
                <a:lnTo>
                  <a:pt x="3015" y="68599"/>
                </a:lnTo>
                <a:lnTo>
                  <a:pt x="3015" y="69886"/>
                </a:lnTo>
                <a:lnTo>
                  <a:pt x="3015" y="71386"/>
                </a:lnTo>
                <a:lnTo>
                  <a:pt x="3332" y="72673"/>
                </a:lnTo>
                <a:lnTo>
                  <a:pt x="3332" y="73960"/>
                </a:lnTo>
                <a:lnTo>
                  <a:pt x="3332" y="75247"/>
                </a:lnTo>
                <a:lnTo>
                  <a:pt x="3332" y="76533"/>
                </a:lnTo>
                <a:lnTo>
                  <a:pt x="3808" y="78033"/>
                </a:lnTo>
                <a:lnTo>
                  <a:pt x="3808" y="79320"/>
                </a:lnTo>
                <a:lnTo>
                  <a:pt x="3808" y="80607"/>
                </a:lnTo>
                <a:lnTo>
                  <a:pt x="3808" y="82107"/>
                </a:lnTo>
                <a:lnTo>
                  <a:pt x="3808" y="83181"/>
                </a:lnTo>
                <a:lnTo>
                  <a:pt x="4125" y="84468"/>
                </a:lnTo>
                <a:lnTo>
                  <a:pt x="4125" y="85968"/>
                </a:lnTo>
                <a:lnTo>
                  <a:pt x="4125" y="87255"/>
                </a:lnTo>
                <a:lnTo>
                  <a:pt x="4125" y="88542"/>
                </a:lnTo>
                <a:lnTo>
                  <a:pt x="4125" y="89829"/>
                </a:lnTo>
                <a:lnTo>
                  <a:pt x="4601" y="91329"/>
                </a:lnTo>
                <a:lnTo>
                  <a:pt x="4601" y="92616"/>
                </a:lnTo>
                <a:lnTo>
                  <a:pt x="4601" y="93903"/>
                </a:lnTo>
                <a:lnTo>
                  <a:pt x="4601" y="95190"/>
                </a:lnTo>
                <a:lnTo>
                  <a:pt x="4601" y="96477"/>
                </a:lnTo>
                <a:lnTo>
                  <a:pt x="4919" y="97764"/>
                </a:lnTo>
                <a:lnTo>
                  <a:pt x="4919" y="99051"/>
                </a:lnTo>
                <a:lnTo>
                  <a:pt x="4919" y="100338"/>
                </a:lnTo>
                <a:lnTo>
                  <a:pt x="4919" y="101625"/>
                </a:lnTo>
                <a:lnTo>
                  <a:pt x="5236" y="102912"/>
                </a:lnTo>
                <a:lnTo>
                  <a:pt x="5236" y="104412"/>
                </a:lnTo>
                <a:lnTo>
                  <a:pt x="5236" y="105699"/>
                </a:lnTo>
                <a:lnTo>
                  <a:pt x="5236" y="106986"/>
                </a:lnTo>
                <a:lnTo>
                  <a:pt x="5236" y="108051"/>
                </a:lnTo>
                <a:lnTo>
                  <a:pt x="5236" y="109338"/>
                </a:lnTo>
                <a:lnTo>
                  <a:pt x="5236" y="110625"/>
                </a:lnTo>
                <a:lnTo>
                  <a:pt x="5236" y="111911"/>
                </a:lnTo>
                <a:lnTo>
                  <a:pt x="5236" y="113198"/>
                </a:lnTo>
                <a:lnTo>
                  <a:pt x="5236" y="114485"/>
                </a:lnTo>
                <a:lnTo>
                  <a:pt x="5712" y="115772"/>
                </a:lnTo>
                <a:lnTo>
                  <a:pt x="5712" y="117059"/>
                </a:lnTo>
                <a:lnTo>
                  <a:pt x="5712" y="118346"/>
                </a:lnTo>
                <a:lnTo>
                  <a:pt x="5712" y="119633"/>
                </a:lnTo>
                <a:lnTo>
                  <a:pt x="5712" y="120920"/>
                </a:lnTo>
                <a:lnTo>
                  <a:pt x="6030" y="122207"/>
                </a:lnTo>
                <a:lnTo>
                  <a:pt x="6030" y="123494"/>
                </a:lnTo>
                <a:lnTo>
                  <a:pt x="6030" y="124568"/>
                </a:lnTo>
                <a:lnTo>
                  <a:pt x="6030" y="125855"/>
                </a:lnTo>
                <a:lnTo>
                  <a:pt x="6506" y="127142"/>
                </a:lnTo>
                <a:lnTo>
                  <a:pt x="6506" y="128420"/>
                </a:lnTo>
                <a:lnTo>
                  <a:pt x="6506" y="129707"/>
                </a:lnTo>
                <a:lnTo>
                  <a:pt x="6506" y="130994"/>
                </a:lnTo>
                <a:lnTo>
                  <a:pt x="6506" y="132281"/>
                </a:lnTo>
                <a:lnTo>
                  <a:pt x="6823" y="133355"/>
                </a:lnTo>
                <a:lnTo>
                  <a:pt x="6823" y="134642"/>
                </a:lnTo>
                <a:lnTo>
                  <a:pt x="6823" y="135929"/>
                </a:lnTo>
                <a:lnTo>
                  <a:pt x="6823" y="137216"/>
                </a:lnTo>
                <a:lnTo>
                  <a:pt x="6823" y="138503"/>
                </a:lnTo>
                <a:lnTo>
                  <a:pt x="7140" y="139790"/>
                </a:lnTo>
                <a:lnTo>
                  <a:pt x="7140" y="140864"/>
                </a:lnTo>
                <a:lnTo>
                  <a:pt x="7140" y="142151"/>
                </a:lnTo>
                <a:lnTo>
                  <a:pt x="7140" y="143437"/>
                </a:lnTo>
                <a:lnTo>
                  <a:pt x="7140" y="144724"/>
                </a:lnTo>
                <a:lnTo>
                  <a:pt x="7140" y="145789"/>
                </a:lnTo>
                <a:lnTo>
                  <a:pt x="7140" y="147076"/>
                </a:lnTo>
                <a:lnTo>
                  <a:pt x="7140" y="148150"/>
                </a:lnTo>
                <a:lnTo>
                  <a:pt x="7140" y="149437"/>
                </a:lnTo>
                <a:lnTo>
                  <a:pt x="7140" y="150511"/>
                </a:lnTo>
                <a:lnTo>
                  <a:pt x="7616" y="151798"/>
                </a:lnTo>
                <a:lnTo>
                  <a:pt x="7616" y="153085"/>
                </a:lnTo>
                <a:lnTo>
                  <a:pt x="7616" y="154159"/>
                </a:lnTo>
                <a:lnTo>
                  <a:pt x="7616" y="155446"/>
                </a:lnTo>
                <a:lnTo>
                  <a:pt x="7934" y="156724"/>
                </a:lnTo>
                <a:lnTo>
                  <a:pt x="7934" y="157798"/>
                </a:lnTo>
                <a:lnTo>
                  <a:pt x="7934" y="159085"/>
                </a:lnTo>
                <a:lnTo>
                  <a:pt x="7934" y="160159"/>
                </a:lnTo>
                <a:lnTo>
                  <a:pt x="7934" y="161446"/>
                </a:lnTo>
                <a:lnTo>
                  <a:pt x="8410" y="162733"/>
                </a:lnTo>
                <a:lnTo>
                  <a:pt x="8410" y="163807"/>
                </a:lnTo>
                <a:lnTo>
                  <a:pt x="8410" y="165094"/>
                </a:lnTo>
                <a:lnTo>
                  <a:pt x="8410" y="166159"/>
                </a:lnTo>
                <a:lnTo>
                  <a:pt x="8410" y="167446"/>
                </a:lnTo>
                <a:lnTo>
                  <a:pt x="8727" y="168520"/>
                </a:lnTo>
                <a:lnTo>
                  <a:pt x="8727" y="169807"/>
                </a:lnTo>
                <a:lnTo>
                  <a:pt x="8727" y="170881"/>
                </a:lnTo>
                <a:lnTo>
                  <a:pt x="8727" y="172168"/>
                </a:lnTo>
                <a:lnTo>
                  <a:pt x="8727" y="173242"/>
                </a:lnTo>
                <a:lnTo>
                  <a:pt x="9203" y="174529"/>
                </a:lnTo>
                <a:lnTo>
                  <a:pt x="9203" y="175594"/>
                </a:lnTo>
                <a:lnTo>
                  <a:pt x="9203" y="176881"/>
                </a:lnTo>
                <a:lnTo>
                  <a:pt x="9203" y="177955"/>
                </a:lnTo>
                <a:lnTo>
                  <a:pt x="9203" y="179028"/>
                </a:lnTo>
                <a:lnTo>
                  <a:pt x="9203" y="180315"/>
                </a:lnTo>
                <a:lnTo>
                  <a:pt x="9203" y="181389"/>
                </a:lnTo>
                <a:lnTo>
                  <a:pt x="9203" y="182676"/>
                </a:lnTo>
                <a:lnTo>
                  <a:pt x="9203" y="183741"/>
                </a:lnTo>
                <a:lnTo>
                  <a:pt x="9521" y="184815"/>
                </a:lnTo>
                <a:lnTo>
                  <a:pt x="9521" y="186102"/>
                </a:lnTo>
                <a:lnTo>
                  <a:pt x="9521" y="187176"/>
                </a:lnTo>
                <a:lnTo>
                  <a:pt x="9521" y="188463"/>
                </a:lnTo>
                <a:lnTo>
                  <a:pt x="9521" y="189537"/>
                </a:lnTo>
                <a:lnTo>
                  <a:pt x="9838" y="190824"/>
                </a:lnTo>
                <a:lnTo>
                  <a:pt x="9838" y="191898"/>
                </a:lnTo>
                <a:lnTo>
                  <a:pt x="9838" y="192963"/>
                </a:lnTo>
                <a:lnTo>
                  <a:pt x="9838" y="194250"/>
                </a:lnTo>
                <a:lnTo>
                  <a:pt x="9838" y="195324"/>
                </a:lnTo>
                <a:lnTo>
                  <a:pt x="10314" y="196398"/>
                </a:lnTo>
                <a:lnTo>
                  <a:pt x="10314" y="197472"/>
                </a:lnTo>
                <a:lnTo>
                  <a:pt x="10314" y="198537"/>
                </a:lnTo>
                <a:lnTo>
                  <a:pt x="10314" y="199824"/>
                </a:lnTo>
                <a:lnTo>
                  <a:pt x="10631" y="200898"/>
                </a:lnTo>
                <a:lnTo>
                  <a:pt x="10631" y="201972"/>
                </a:lnTo>
                <a:lnTo>
                  <a:pt x="10631" y="203046"/>
                </a:lnTo>
                <a:lnTo>
                  <a:pt x="10631" y="204120"/>
                </a:lnTo>
                <a:lnTo>
                  <a:pt x="10631" y="205185"/>
                </a:lnTo>
                <a:lnTo>
                  <a:pt x="10631" y="206259"/>
                </a:lnTo>
                <a:lnTo>
                  <a:pt x="10631" y="207546"/>
                </a:lnTo>
                <a:lnTo>
                  <a:pt x="10631" y="208620"/>
                </a:lnTo>
                <a:lnTo>
                  <a:pt x="10631" y="209694"/>
                </a:lnTo>
                <a:lnTo>
                  <a:pt x="10631" y="210767"/>
                </a:lnTo>
                <a:lnTo>
                  <a:pt x="11108" y="212046"/>
                </a:lnTo>
                <a:lnTo>
                  <a:pt x="11108" y="213120"/>
                </a:lnTo>
                <a:lnTo>
                  <a:pt x="11108" y="214193"/>
                </a:lnTo>
                <a:lnTo>
                  <a:pt x="11108" y="215267"/>
                </a:lnTo>
                <a:lnTo>
                  <a:pt x="11108" y="216341"/>
                </a:lnTo>
                <a:lnTo>
                  <a:pt x="11425" y="217406"/>
                </a:lnTo>
                <a:lnTo>
                  <a:pt x="11425" y="218480"/>
                </a:lnTo>
                <a:lnTo>
                  <a:pt x="11425" y="219554"/>
                </a:lnTo>
                <a:lnTo>
                  <a:pt x="11425" y="220628"/>
                </a:lnTo>
                <a:lnTo>
                  <a:pt x="11425" y="221702"/>
                </a:lnTo>
                <a:lnTo>
                  <a:pt x="11425" y="222554"/>
                </a:lnTo>
                <a:lnTo>
                  <a:pt x="11425" y="223841"/>
                </a:lnTo>
                <a:lnTo>
                  <a:pt x="11425" y="224915"/>
                </a:lnTo>
                <a:lnTo>
                  <a:pt x="11425" y="225989"/>
                </a:lnTo>
                <a:lnTo>
                  <a:pt x="11742" y="227063"/>
                </a:lnTo>
                <a:lnTo>
                  <a:pt x="11742" y="228128"/>
                </a:lnTo>
                <a:lnTo>
                  <a:pt x="11742" y="229202"/>
                </a:lnTo>
                <a:lnTo>
                  <a:pt x="11742" y="230276"/>
                </a:lnTo>
                <a:lnTo>
                  <a:pt x="11742" y="231137"/>
                </a:lnTo>
                <a:lnTo>
                  <a:pt x="12218" y="232202"/>
                </a:lnTo>
                <a:lnTo>
                  <a:pt x="12218" y="233276"/>
                </a:lnTo>
                <a:lnTo>
                  <a:pt x="12218" y="234350"/>
                </a:lnTo>
                <a:lnTo>
                  <a:pt x="12218" y="235424"/>
                </a:lnTo>
                <a:lnTo>
                  <a:pt x="12218" y="236498"/>
                </a:lnTo>
                <a:lnTo>
                  <a:pt x="12536" y="237563"/>
                </a:lnTo>
                <a:lnTo>
                  <a:pt x="12536" y="238637"/>
                </a:lnTo>
                <a:lnTo>
                  <a:pt x="12536" y="239498"/>
                </a:lnTo>
                <a:lnTo>
                  <a:pt x="12536" y="240572"/>
                </a:lnTo>
                <a:lnTo>
                  <a:pt x="13012" y="241637"/>
                </a:lnTo>
                <a:lnTo>
                  <a:pt x="13012" y="242711"/>
                </a:lnTo>
                <a:lnTo>
                  <a:pt x="13012" y="243785"/>
                </a:lnTo>
                <a:lnTo>
                  <a:pt x="13012" y="244859"/>
                </a:lnTo>
                <a:lnTo>
                  <a:pt x="13012" y="245711"/>
                </a:lnTo>
                <a:lnTo>
                  <a:pt x="13329" y="246785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4573936" y="3885359"/>
            <a:ext cx="13012" cy="152890"/>
          </a:xfrm>
          <a:custGeom>
            <a:avLst/>
            <a:gdLst/>
            <a:ahLst/>
            <a:cxnLst/>
            <a:rect l="l" t="t" r="r" b="b"/>
            <a:pathLst>
              <a:path w="13012" h="152890">
                <a:moveTo>
                  <a:pt x="0" y="0"/>
                </a:moveTo>
                <a:lnTo>
                  <a:pt x="0" y="1073"/>
                </a:lnTo>
                <a:lnTo>
                  <a:pt x="0" y="1934"/>
                </a:lnTo>
                <a:lnTo>
                  <a:pt x="0" y="2999"/>
                </a:lnTo>
                <a:lnTo>
                  <a:pt x="0" y="4073"/>
                </a:lnTo>
                <a:lnTo>
                  <a:pt x="0" y="5147"/>
                </a:lnTo>
                <a:lnTo>
                  <a:pt x="0" y="6008"/>
                </a:lnTo>
                <a:lnTo>
                  <a:pt x="0" y="7073"/>
                </a:lnTo>
                <a:lnTo>
                  <a:pt x="0" y="7934"/>
                </a:lnTo>
                <a:lnTo>
                  <a:pt x="0" y="9008"/>
                </a:lnTo>
                <a:lnTo>
                  <a:pt x="476" y="10082"/>
                </a:lnTo>
                <a:lnTo>
                  <a:pt x="476" y="11147"/>
                </a:lnTo>
                <a:lnTo>
                  <a:pt x="476" y="12008"/>
                </a:lnTo>
                <a:lnTo>
                  <a:pt x="476" y="13082"/>
                </a:lnTo>
                <a:lnTo>
                  <a:pt x="793" y="13943"/>
                </a:lnTo>
                <a:lnTo>
                  <a:pt x="793" y="15008"/>
                </a:lnTo>
                <a:lnTo>
                  <a:pt x="793" y="16082"/>
                </a:lnTo>
                <a:lnTo>
                  <a:pt x="793" y="16943"/>
                </a:lnTo>
                <a:lnTo>
                  <a:pt x="793" y="18017"/>
                </a:lnTo>
                <a:lnTo>
                  <a:pt x="1110" y="18869"/>
                </a:lnTo>
                <a:lnTo>
                  <a:pt x="1110" y="19730"/>
                </a:lnTo>
                <a:lnTo>
                  <a:pt x="1110" y="20804"/>
                </a:lnTo>
                <a:lnTo>
                  <a:pt x="1110" y="21869"/>
                </a:lnTo>
                <a:lnTo>
                  <a:pt x="1110" y="22730"/>
                </a:lnTo>
                <a:lnTo>
                  <a:pt x="1586" y="23804"/>
                </a:lnTo>
                <a:lnTo>
                  <a:pt x="1586" y="24656"/>
                </a:lnTo>
                <a:lnTo>
                  <a:pt x="1586" y="25517"/>
                </a:lnTo>
                <a:lnTo>
                  <a:pt x="1586" y="26591"/>
                </a:lnTo>
                <a:lnTo>
                  <a:pt x="1586" y="27665"/>
                </a:lnTo>
                <a:lnTo>
                  <a:pt x="1904" y="28517"/>
                </a:lnTo>
                <a:lnTo>
                  <a:pt x="1904" y="29378"/>
                </a:lnTo>
                <a:lnTo>
                  <a:pt x="1904" y="30239"/>
                </a:lnTo>
                <a:lnTo>
                  <a:pt x="1904" y="31304"/>
                </a:lnTo>
                <a:lnTo>
                  <a:pt x="2380" y="32378"/>
                </a:lnTo>
                <a:lnTo>
                  <a:pt x="2380" y="33238"/>
                </a:lnTo>
                <a:lnTo>
                  <a:pt x="2380" y="34091"/>
                </a:lnTo>
                <a:lnTo>
                  <a:pt x="2380" y="34951"/>
                </a:lnTo>
                <a:lnTo>
                  <a:pt x="2380" y="36025"/>
                </a:lnTo>
                <a:lnTo>
                  <a:pt x="2380" y="36886"/>
                </a:lnTo>
                <a:lnTo>
                  <a:pt x="2380" y="37738"/>
                </a:lnTo>
                <a:lnTo>
                  <a:pt x="2380" y="38812"/>
                </a:lnTo>
                <a:lnTo>
                  <a:pt x="2380" y="39673"/>
                </a:lnTo>
                <a:lnTo>
                  <a:pt x="2380" y="40738"/>
                </a:lnTo>
                <a:lnTo>
                  <a:pt x="2697" y="41599"/>
                </a:lnTo>
                <a:lnTo>
                  <a:pt x="2697" y="42460"/>
                </a:lnTo>
                <a:lnTo>
                  <a:pt x="2697" y="43312"/>
                </a:lnTo>
                <a:lnTo>
                  <a:pt x="2697" y="44386"/>
                </a:lnTo>
                <a:lnTo>
                  <a:pt x="2697" y="45247"/>
                </a:lnTo>
                <a:lnTo>
                  <a:pt x="3015" y="46099"/>
                </a:lnTo>
                <a:lnTo>
                  <a:pt x="3015" y="46960"/>
                </a:lnTo>
                <a:lnTo>
                  <a:pt x="3015" y="47821"/>
                </a:lnTo>
                <a:lnTo>
                  <a:pt x="3015" y="48886"/>
                </a:lnTo>
                <a:lnTo>
                  <a:pt x="3491" y="49534"/>
                </a:lnTo>
                <a:lnTo>
                  <a:pt x="3491" y="50395"/>
                </a:lnTo>
                <a:lnTo>
                  <a:pt x="3491" y="51460"/>
                </a:lnTo>
                <a:lnTo>
                  <a:pt x="3491" y="52321"/>
                </a:lnTo>
                <a:lnTo>
                  <a:pt x="3491" y="53182"/>
                </a:lnTo>
                <a:lnTo>
                  <a:pt x="3808" y="54034"/>
                </a:lnTo>
                <a:lnTo>
                  <a:pt x="3808" y="54895"/>
                </a:lnTo>
                <a:lnTo>
                  <a:pt x="3808" y="55756"/>
                </a:lnTo>
                <a:lnTo>
                  <a:pt x="3808" y="56608"/>
                </a:lnTo>
                <a:lnTo>
                  <a:pt x="3808" y="57469"/>
                </a:lnTo>
                <a:lnTo>
                  <a:pt x="4284" y="58543"/>
                </a:lnTo>
                <a:lnTo>
                  <a:pt x="4284" y="59395"/>
                </a:lnTo>
                <a:lnTo>
                  <a:pt x="4284" y="60043"/>
                </a:lnTo>
                <a:lnTo>
                  <a:pt x="4284" y="60895"/>
                </a:lnTo>
                <a:lnTo>
                  <a:pt x="4284" y="61969"/>
                </a:lnTo>
                <a:lnTo>
                  <a:pt x="4284" y="62830"/>
                </a:lnTo>
                <a:lnTo>
                  <a:pt x="4284" y="63469"/>
                </a:lnTo>
                <a:lnTo>
                  <a:pt x="4284" y="64330"/>
                </a:lnTo>
                <a:lnTo>
                  <a:pt x="4284" y="65404"/>
                </a:lnTo>
                <a:lnTo>
                  <a:pt x="4601" y="66043"/>
                </a:lnTo>
                <a:lnTo>
                  <a:pt x="4601" y="66903"/>
                </a:lnTo>
                <a:lnTo>
                  <a:pt x="4601" y="67756"/>
                </a:lnTo>
                <a:lnTo>
                  <a:pt x="4601" y="68616"/>
                </a:lnTo>
                <a:lnTo>
                  <a:pt x="4601" y="69477"/>
                </a:lnTo>
                <a:lnTo>
                  <a:pt x="4919" y="70329"/>
                </a:lnTo>
                <a:lnTo>
                  <a:pt x="4919" y="71190"/>
                </a:lnTo>
                <a:lnTo>
                  <a:pt x="4919" y="71829"/>
                </a:lnTo>
                <a:lnTo>
                  <a:pt x="4919" y="72690"/>
                </a:lnTo>
                <a:lnTo>
                  <a:pt x="4919" y="73551"/>
                </a:lnTo>
                <a:lnTo>
                  <a:pt x="5395" y="74403"/>
                </a:lnTo>
                <a:lnTo>
                  <a:pt x="5395" y="75051"/>
                </a:lnTo>
                <a:lnTo>
                  <a:pt x="5395" y="76125"/>
                </a:lnTo>
                <a:lnTo>
                  <a:pt x="5395" y="76764"/>
                </a:lnTo>
                <a:lnTo>
                  <a:pt x="5395" y="77625"/>
                </a:lnTo>
                <a:lnTo>
                  <a:pt x="5712" y="78477"/>
                </a:lnTo>
                <a:lnTo>
                  <a:pt x="5712" y="79338"/>
                </a:lnTo>
                <a:lnTo>
                  <a:pt x="5712" y="79977"/>
                </a:lnTo>
                <a:lnTo>
                  <a:pt x="5712" y="80838"/>
                </a:lnTo>
                <a:lnTo>
                  <a:pt x="6188" y="81699"/>
                </a:lnTo>
                <a:lnTo>
                  <a:pt x="6188" y="82338"/>
                </a:lnTo>
                <a:lnTo>
                  <a:pt x="6188" y="83199"/>
                </a:lnTo>
                <a:lnTo>
                  <a:pt x="6188" y="84060"/>
                </a:lnTo>
                <a:lnTo>
                  <a:pt x="6188" y="84699"/>
                </a:lnTo>
                <a:lnTo>
                  <a:pt x="6506" y="85560"/>
                </a:lnTo>
                <a:lnTo>
                  <a:pt x="6506" y="86412"/>
                </a:lnTo>
                <a:lnTo>
                  <a:pt x="6506" y="87060"/>
                </a:lnTo>
                <a:lnTo>
                  <a:pt x="6506" y="87912"/>
                </a:lnTo>
                <a:lnTo>
                  <a:pt x="6506" y="88773"/>
                </a:lnTo>
                <a:lnTo>
                  <a:pt x="6506" y="89412"/>
                </a:lnTo>
                <a:lnTo>
                  <a:pt x="6506" y="90273"/>
                </a:lnTo>
                <a:lnTo>
                  <a:pt x="6506" y="91134"/>
                </a:lnTo>
                <a:lnTo>
                  <a:pt x="6506" y="91773"/>
                </a:lnTo>
                <a:lnTo>
                  <a:pt x="6506" y="92634"/>
                </a:lnTo>
                <a:lnTo>
                  <a:pt x="6982" y="93273"/>
                </a:lnTo>
                <a:lnTo>
                  <a:pt x="6982" y="93921"/>
                </a:lnTo>
                <a:lnTo>
                  <a:pt x="6982" y="94773"/>
                </a:lnTo>
                <a:lnTo>
                  <a:pt x="6982" y="95634"/>
                </a:lnTo>
                <a:lnTo>
                  <a:pt x="7299" y="96282"/>
                </a:lnTo>
                <a:lnTo>
                  <a:pt x="7299" y="97134"/>
                </a:lnTo>
                <a:lnTo>
                  <a:pt x="7299" y="97782"/>
                </a:lnTo>
                <a:lnTo>
                  <a:pt x="7299" y="98634"/>
                </a:lnTo>
                <a:lnTo>
                  <a:pt x="7299" y="99282"/>
                </a:lnTo>
                <a:lnTo>
                  <a:pt x="7616" y="99921"/>
                </a:lnTo>
                <a:lnTo>
                  <a:pt x="7616" y="100782"/>
                </a:lnTo>
                <a:lnTo>
                  <a:pt x="7616" y="101421"/>
                </a:lnTo>
                <a:lnTo>
                  <a:pt x="7616" y="102281"/>
                </a:lnTo>
                <a:lnTo>
                  <a:pt x="7616" y="102921"/>
                </a:lnTo>
                <a:lnTo>
                  <a:pt x="8093" y="103568"/>
                </a:lnTo>
                <a:lnTo>
                  <a:pt x="8093" y="104429"/>
                </a:lnTo>
                <a:lnTo>
                  <a:pt x="8093" y="105068"/>
                </a:lnTo>
                <a:lnTo>
                  <a:pt x="8093" y="105716"/>
                </a:lnTo>
                <a:lnTo>
                  <a:pt x="8093" y="106568"/>
                </a:lnTo>
                <a:lnTo>
                  <a:pt x="8410" y="107216"/>
                </a:lnTo>
                <a:lnTo>
                  <a:pt x="8410" y="108068"/>
                </a:lnTo>
                <a:lnTo>
                  <a:pt x="8410" y="108716"/>
                </a:lnTo>
                <a:lnTo>
                  <a:pt x="8410" y="109355"/>
                </a:lnTo>
                <a:lnTo>
                  <a:pt x="8410" y="110003"/>
                </a:lnTo>
                <a:lnTo>
                  <a:pt x="8410" y="110642"/>
                </a:lnTo>
                <a:lnTo>
                  <a:pt x="8410" y="111503"/>
                </a:lnTo>
                <a:lnTo>
                  <a:pt x="8410" y="112142"/>
                </a:lnTo>
                <a:lnTo>
                  <a:pt x="8410" y="112790"/>
                </a:lnTo>
                <a:lnTo>
                  <a:pt x="8886" y="113429"/>
                </a:lnTo>
                <a:lnTo>
                  <a:pt x="8886" y="114077"/>
                </a:lnTo>
                <a:lnTo>
                  <a:pt x="8886" y="114929"/>
                </a:lnTo>
                <a:lnTo>
                  <a:pt x="8886" y="115577"/>
                </a:lnTo>
                <a:lnTo>
                  <a:pt x="8886" y="116216"/>
                </a:lnTo>
                <a:lnTo>
                  <a:pt x="9203" y="116864"/>
                </a:lnTo>
                <a:lnTo>
                  <a:pt x="9203" y="117503"/>
                </a:lnTo>
                <a:lnTo>
                  <a:pt x="9203" y="118151"/>
                </a:lnTo>
                <a:lnTo>
                  <a:pt x="9203" y="118790"/>
                </a:lnTo>
                <a:lnTo>
                  <a:pt x="9203" y="119651"/>
                </a:lnTo>
                <a:lnTo>
                  <a:pt x="9521" y="120077"/>
                </a:lnTo>
                <a:lnTo>
                  <a:pt x="9521" y="120938"/>
                </a:lnTo>
                <a:lnTo>
                  <a:pt x="9521" y="121364"/>
                </a:lnTo>
                <a:lnTo>
                  <a:pt x="9521" y="122225"/>
                </a:lnTo>
                <a:lnTo>
                  <a:pt x="9997" y="122864"/>
                </a:lnTo>
                <a:lnTo>
                  <a:pt x="9997" y="123512"/>
                </a:lnTo>
                <a:lnTo>
                  <a:pt x="9997" y="124151"/>
                </a:lnTo>
                <a:lnTo>
                  <a:pt x="9997" y="124586"/>
                </a:lnTo>
                <a:lnTo>
                  <a:pt x="9997" y="125438"/>
                </a:lnTo>
                <a:lnTo>
                  <a:pt x="10314" y="125864"/>
                </a:lnTo>
                <a:lnTo>
                  <a:pt x="10314" y="126725"/>
                </a:lnTo>
                <a:lnTo>
                  <a:pt x="10314" y="127151"/>
                </a:lnTo>
                <a:lnTo>
                  <a:pt x="10314" y="128012"/>
                </a:lnTo>
                <a:lnTo>
                  <a:pt x="10314" y="128438"/>
                </a:lnTo>
                <a:lnTo>
                  <a:pt x="10790" y="129299"/>
                </a:lnTo>
                <a:lnTo>
                  <a:pt x="10790" y="129725"/>
                </a:lnTo>
                <a:lnTo>
                  <a:pt x="10790" y="130373"/>
                </a:lnTo>
                <a:lnTo>
                  <a:pt x="10790" y="131012"/>
                </a:lnTo>
                <a:lnTo>
                  <a:pt x="10790" y="131660"/>
                </a:lnTo>
                <a:lnTo>
                  <a:pt x="10790" y="132299"/>
                </a:lnTo>
                <a:lnTo>
                  <a:pt x="10790" y="132947"/>
                </a:lnTo>
                <a:lnTo>
                  <a:pt x="10790" y="133373"/>
                </a:lnTo>
                <a:lnTo>
                  <a:pt x="10790" y="134020"/>
                </a:lnTo>
                <a:lnTo>
                  <a:pt x="11108" y="134660"/>
                </a:lnTo>
                <a:lnTo>
                  <a:pt x="11108" y="135299"/>
                </a:lnTo>
                <a:lnTo>
                  <a:pt x="11108" y="135733"/>
                </a:lnTo>
                <a:lnTo>
                  <a:pt x="11108" y="136373"/>
                </a:lnTo>
                <a:lnTo>
                  <a:pt x="11108" y="137020"/>
                </a:lnTo>
                <a:lnTo>
                  <a:pt x="11584" y="137659"/>
                </a:lnTo>
                <a:lnTo>
                  <a:pt x="11584" y="138094"/>
                </a:lnTo>
                <a:lnTo>
                  <a:pt x="11584" y="138733"/>
                </a:lnTo>
                <a:lnTo>
                  <a:pt x="11584" y="139381"/>
                </a:lnTo>
                <a:lnTo>
                  <a:pt x="11584" y="140020"/>
                </a:lnTo>
                <a:lnTo>
                  <a:pt x="11901" y="140446"/>
                </a:lnTo>
                <a:lnTo>
                  <a:pt x="11901" y="141094"/>
                </a:lnTo>
                <a:lnTo>
                  <a:pt x="11901" y="141520"/>
                </a:lnTo>
                <a:lnTo>
                  <a:pt x="11901" y="142168"/>
                </a:lnTo>
                <a:lnTo>
                  <a:pt x="11901" y="142594"/>
                </a:lnTo>
                <a:lnTo>
                  <a:pt x="12218" y="143455"/>
                </a:lnTo>
                <a:lnTo>
                  <a:pt x="12218" y="143881"/>
                </a:lnTo>
                <a:lnTo>
                  <a:pt x="12218" y="144520"/>
                </a:lnTo>
                <a:lnTo>
                  <a:pt x="12218" y="144955"/>
                </a:lnTo>
                <a:lnTo>
                  <a:pt x="12694" y="145594"/>
                </a:lnTo>
                <a:lnTo>
                  <a:pt x="12694" y="146020"/>
                </a:lnTo>
                <a:lnTo>
                  <a:pt x="12694" y="146668"/>
                </a:lnTo>
                <a:lnTo>
                  <a:pt x="12694" y="147094"/>
                </a:lnTo>
                <a:lnTo>
                  <a:pt x="12694" y="147742"/>
                </a:lnTo>
                <a:lnTo>
                  <a:pt x="12694" y="148168"/>
                </a:lnTo>
                <a:lnTo>
                  <a:pt x="12694" y="148594"/>
                </a:lnTo>
                <a:lnTo>
                  <a:pt x="12694" y="149242"/>
                </a:lnTo>
                <a:lnTo>
                  <a:pt x="12694" y="149668"/>
                </a:lnTo>
                <a:lnTo>
                  <a:pt x="12694" y="150316"/>
                </a:lnTo>
                <a:lnTo>
                  <a:pt x="13012" y="150742"/>
                </a:lnTo>
                <a:lnTo>
                  <a:pt x="13012" y="151381"/>
                </a:lnTo>
                <a:lnTo>
                  <a:pt x="13012" y="151816"/>
                </a:lnTo>
                <a:lnTo>
                  <a:pt x="13012" y="152455"/>
                </a:lnTo>
                <a:lnTo>
                  <a:pt x="13012" y="152890"/>
                </a:lnTo>
              </a:path>
            </a:pathLst>
          </a:custGeom>
          <a:ln w="1948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4586948" y="4038249"/>
            <a:ext cx="13805" cy="47599"/>
          </a:xfrm>
          <a:custGeom>
            <a:avLst/>
            <a:gdLst/>
            <a:ahLst/>
            <a:cxnLst/>
            <a:rect l="l" t="t" r="r" b="b"/>
            <a:pathLst>
              <a:path w="13805" h="47599">
                <a:moveTo>
                  <a:pt x="0" y="0"/>
                </a:moveTo>
                <a:lnTo>
                  <a:pt x="476" y="426"/>
                </a:lnTo>
                <a:lnTo>
                  <a:pt x="476" y="1065"/>
                </a:lnTo>
                <a:lnTo>
                  <a:pt x="476" y="1499"/>
                </a:lnTo>
                <a:lnTo>
                  <a:pt x="476" y="2139"/>
                </a:lnTo>
                <a:lnTo>
                  <a:pt x="793" y="2352"/>
                </a:lnTo>
                <a:lnTo>
                  <a:pt x="793" y="2999"/>
                </a:lnTo>
                <a:lnTo>
                  <a:pt x="793" y="3638"/>
                </a:lnTo>
                <a:lnTo>
                  <a:pt x="793" y="3851"/>
                </a:lnTo>
                <a:lnTo>
                  <a:pt x="793" y="4499"/>
                </a:lnTo>
                <a:lnTo>
                  <a:pt x="1110" y="4925"/>
                </a:lnTo>
                <a:lnTo>
                  <a:pt x="1110" y="5351"/>
                </a:lnTo>
                <a:lnTo>
                  <a:pt x="1110" y="5999"/>
                </a:lnTo>
                <a:lnTo>
                  <a:pt x="1110" y="6425"/>
                </a:lnTo>
                <a:lnTo>
                  <a:pt x="1110" y="6860"/>
                </a:lnTo>
                <a:lnTo>
                  <a:pt x="1586" y="7286"/>
                </a:lnTo>
                <a:lnTo>
                  <a:pt x="1586" y="7712"/>
                </a:lnTo>
                <a:lnTo>
                  <a:pt x="1586" y="8360"/>
                </a:lnTo>
                <a:lnTo>
                  <a:pt x="1586" y="8786"/>
                </a:lnTo>
                <a:lnTo>
                  <a:pt x="1586" y="9212"/>
                </a:lnTo>
                <a:lnTo>
                  <a:pt x="1586" y="9647"/>
                </a:lnTo>
                <a:lnTo>
                  <a:pt x="1586" y="10073"/>
                </a:lnTo>
                <a:lnTo>
                  <a:pt x="1586" y="10712"/>
                </a:lnTo>
                <a:lnTo>
                  <a:pt x="1586" y="10934"/>
                </a:lnTo>
                <a:lnTo>
                  <a:pt x="1904" y="11360"/>
                </a:lnTo>
                <a:lnTo>
                  <a:pt x="1904" y="11786"/>
                </a:lnTo>
                <a:lnTo>
                  <a:pt x="1904" y="12221"/>
                </a:lnTo>
                <a:lnTo>
                  <a:pt x="1904" y="12860"/>
                </a:lnTo>
                <a:lnTo>
                  <a:pt x="1904" y="13073"/>
                </a:lnTo>
                <a:lnTo>
                  <a:pt x="2380" y="13721"/>
                </a:lnTo>
                <a:lnTo>
                  <a:pt x="2380" y="14147"/>
                </a:lnTo>
                <a:lnTo>
                  <a:pt x="2380" y="14360"/>
                </a:lnTo>
                <a:lnTo>
                  <a:pt x="2380" y="15008"/>
                </a:lnTo>
                <a:lnTo>
                  <a:pt x="2380" y="15434"/>
                </a:lnTo>
                <a:lnTo>
                  <a:pt x="2697" y="15647"/>
                </a:lnTo>
                <a:lnTo>
                  <a:pt x="2697" y="16295"/>
                </a:lnTo>
                <a:lnTo>
                  <a:pt x="2697" y="16508"/>
                </a:lnTo>
                <a:lnTo>
                  <a:pt x="2697" y="16934"/>
                </a:lnTo>
                <a:lnTo>
                  <a:pt x="2697" y="17360"/>
                </a:lnTo>
                <a:lnTo>
                  <a:pt x="3173" y="17795"/>
                </a:lnTo>
                <a:lnTo>
                  <a:pt x="3173" y="18221"/>
                </a:lnTo>
                <a:lnTo>
                  <a:pt x="3173" y="18647"/>
                </a:lnTo>
                <a:lnTo>
                  <a:pt x="3173" y="18860"/>
                </a:lnTo>
                <a:lnTo>
                  <a:pt x="3491" y="19295"/>
                </a:lnTo>
                <a:lnTo>
                  <a:pt x="3491" y="19934"/>
                </a:lnTo>
                <a:lnTo>
                  <a:pt x="3491" y="20147"/>
                </a:lnTo>
                <a:lnTo>
                  <a:pt x="3491" y="20582"/>
                </a:lnTo>
                <a:lnTo>
                  <a:pt x="3491" y="21008"/>
                </a:lnTo>
                <a:lnTo>
                  <a:pt x="3808" y="21221"/>
                </a:lnTo>
                <a:lnTo>
                  <a:pt x="3808" y="21656"/>
                </a:lnTo>
                <a:lnTo>
                  <a:pt x="3808" y="22082"/>
                </a:lnTo>
                <a:lnTo>
                  <a:pt x="3808" y="22508"/>
                </a:lnTo>
                <a:lnTo>
                  <a:pt x="3808" y="22721"/>
                </a:lnTo>
                <a:lnTo>
                  <a:pt x="3808" y="23156"/>
                </a:lnTo>
                <a:lnTo>
                  <a:pt x="3808" y="23582"/>
                </a:lnTo>
                <a:lnTo>
                  <a:pt x="3808" y="23795"/>
                </a:lnTo>
                <a:lnTo>
                  <a:pt x="3808" y="24221"/>
                </a:lnTo>
                <a:lnTo>
                  <a:pt x="3808" y="24656"/>
                </a:lnTo>
                <a:lnTo>
                  <a:pt x="4284" y="24869"/>
                </a:lnTo>
                <a:lnTo>
                  <a:pt x="4284" y="25295"/>
                </a:lnTo>
                <a:lnTo>
                  <a:pt x="4284" y="25730"/>
                </a:lnTo>
                <a:lnTo>
                  <a:pt x="4284" y="25943"/>
                </a:lnTo>
                <a:lnTo>
                  <a:pt x="4601" y="26369"/>
                </a:lnTo>
                <a:lnTo>
                  <a:pt x="4601" y="26795"/>
                </a:lnTo>
                <a:lnTo>
                  <a:pt x="4601" y="27230"/>
                </a:lnTo>
                <a:lnTo>
                  <a:pt x="4601" y="27656"/>
                </a:lnTo>
                <a:lnTo>
                  <a:pt x="5077" y="28082"/>
                </a:lnTo>
                <a:lnTo>
                  <a:pt x="5077" y="28295"/>
                </a:lnTo>
                <a:lnTo>
                  <a:pt x="5077" y="28730"/>
                </a:lnTo>
                <a:lnTo>
                  <a:pt x="5077" y="28943"/>
                </a:lnTo>
                <a:lnTo>
                  <a:pt x="5077" y="29369"/>
                </a:lnTo>
                <a:lnTo>
                  <a:pt x="5395" y="29582"/>
                </a:lnTo>
                <a:lnTo>
                  <a:pt x="5395" y="30017"/>
                </a:lnTo>
                <a:lnTo>
                  <a:pt x="5395" y="30230"/>
                </a:lnTo>
                <a:lnTo>
                  <a:pt x="5395" y="30656"/>
                </a:lnTo>
                <a:lnTo>
                  <a:pt x="5395" y="30869"/>
                </a:lnTo>
                <a:lnTo>
                  <a:pt x="5712" y="31091"/>
                </a:lnTo>
                <a:lnTo>
                  <a:pt x="5712" y="31517"/>
                </a:lnTo>
                <a:lnTo>
                  <a:pt x="5712" y="31943"/>
                </a:lnTo>
                <a:lnTo>
                  <a:pt x="5712" y="32378"/>
                </a:lnTo>
                <a:lnTo>
                  <a:pt x="5712" y="32591"/>
                </a:lnTo>
                <a:lnTo>
                  <a:pt x="5712" y="33017"/>
                </a:lnTo>
                <a:lnTo>
                  <a:pt x="5712" y="33230"/>
                </a:lnTo>
                <a:lnTo>
                  <a:pt x="5712" y="33443"/>
                </a:lnTo>
                <a:lnTo>
                  <a:pt x="6188" y="33878"/>
                </a:lnTo>
                <a:lnTo>
                  <a:pt x="6188" y="34091"/>
                </a:lnTo>
                <a:lnTo>
                  <a:pt x="6188" y="34304"/>
                </a:lnTo>
                <a:lnTo>
                  <a:pt x="6188" y="34517"/>
                </a:lnTo>
                <a:lnTo>
                  <a:pt x="6188" y="34943"/>
                </a:lnTo>
                <a:lnTo>
                  <a:pt x="6506" y="35164"/>
                </a:lnTo>
                <a:lnTo>
                  <a:pt x="6506" y="35591"/>
                </a:lnTo>
                <a:lnTo>
                  <a:pt x="6506" y="35804"/>
                </a:lnTo>
                <a:lnTo>
                  <a:pt x="6506" y="36230"/>
                </a:lnTo>
                <a:lnTo>
                  <a:pt x="6982" y="36451"/>
                </a:lnTo>
                <a:lnTo>
                  <a:pt x="6982" y="36664"/>
                </a:lnTo>
                <a:lnTo>
                  <a:pt x="6982" y="36877"/>
                </a:lnTo>
                <a:lnTo>
                  <a:pt x="6982" y="37090"/>
                </a:lnTo>
                <a:lnTo>
                  <a:pt x="7299" y="37517"/>
                </a:lnTo>
                <a:lnTo>
                  <a:pt x="7299" y="37730"/>
                </a:lnTo>
                <a:lnTo>
                  <a:pt x="7299" y="37951"/>
                </a:lnTo>
                <a:lnTo>
                  <a:pt x="7299" y="38377"/>
                </a:lnTo>
                <a:lnTo>
                  <a:pt x="7616" y="38590"/>
                </a:lnTo>
                <a:lnTo>
                  <a:pt x="7616" y="38803"/>
                </a:lnTo>
                <a:lnTo>
                  <a:pt x="7616" y="39016"/>
                </a:lnTo>
                <a:lnTo>
                  <a:pt x="7616" y="39238"/>
                </a:lnTo>
                <a:lnTo>
                  <a:pt x="7616" y="39451"/>
                </a:lnTo>
                <a:lnTo>
                  <a:pt x="8093" y="39664"/>
                </a:lnTo>
                <a:lnTo>
                  <a:pt x="8093" y="39877"/>
                </a:lnTo>
                <a:lnTo>
                  <a:pt x="8093" y="40090"/>
                </a:lnTo>
                <a:lnTo>
                  <a:pt x="8093" y="40303"/>
                </a:lnTo>
                <a:lnTo>
                  <a:pt x="8093" y="40525"/>
                </a:lnTo>
                <a:lnTo>
                  <a:pt x="8093" y="40951"/>
                </a:lnTo>
                <a:lnTo>
                  <a:pt x="8093" y="41164"/>
                </a:lnTo>
                <a:lnTo>
                  <a:pt x="8093" y="41377"/>
                </a:lnTo>
                <a:lnTo>
                  <a:pt x="8410" y="41377"/>
                </a:lnTo>
                <a:lnTo>
                  <a:pt x="8410" y="41590"/>
                </a:lnTo>
                <a:lnTo>
                  <a:pt x="8410" y="41812"/>
                </a:lnTo>
                <a:lnTo>
                  <a:pt x="8410" y="42025"/>
                </a:lnTo>
                <a:lnTo>
                  <a:pt x="8410" y="42238"/>
                </a:lnTo>
                <a:lnTo>
                  <a:pt x="8886" y="42451"/>
                </a:lnTo>
                <a:lnTo>
                  <a:pt x="8886" y="42664"/>
                </a:lnTo>
                <a:lnTo>
                  <a:pt x="8886" y="42877"/>
                </a:lnTo>
                <a:lnTo>
                  <a:pt x="9203" y="43090"/>
                </a:lnTo>
                <a:lnTo>
                  <a:pt x="9203" y="43312"/>
                </a:lnTo>
                <a:lnTo>
                  <a:pt x="9203" y="43525"/>
                </a:lnTo>
                <a:lnTo>
                  <a:pt x="9203" y="43738"/>
                </a:lnTo>
                <a:lnTo>
                  <a:pt x="9679" y="43738"/>
                </a:lnTo>
                <a:lnTo>
                  <a:pt x="9679" y="43951"/>
                </a:lnTo>
                <a:lnTo>
                  <a:pt x="9679" y="44164"/>
                </a:lnTo>
                <a:lnTo>
                  <a:pt x="9679" y="44377"/>
                </a:lnTo>
                <a:lnTo>
                  <a:pt x="9997" y="44599"/>
                </a:lnTo>
                <a:lnTo>
                  <a:pt x="9997" y="44812"/>
                </a:lnTo>
                <a:lnTo>
                  <a:pt x="9997" y="45025"/>
                </a:lnTo>
                <a:lnTo>
                  <a:pt x="9997" y="45238"/>
                </a:lnTo>
                <a:lnTo>
                  <a:pt x="9997" y="45451"/>
                </a:lnTo>
                <a:lnTo>
                  <a:pt x="10314" y="45664"/>
                </a:lnTo>
                <a:lnTo>
                  <a:pt x="10314" y="45886"/>
                </a:lnTo>
                <a:lnTo>
                  <a:pt x="10314" y="46099"/>
                </a:lnTo>
                <a:lnTo>
                  <a:pt x="10790" y="46099"/>
                </a:lnTo>
                <a:lnTo>
                  <a:pt x="10790" y="46312"/>
                </a:lnTo>
                <a:lnTo>
                  <a:pt x="10790" y="46525"/>
                </a:lnTo>
                <a:lnTo>
                  <a:pt x="11108" y="46525"/>
                </a:lnTo>
                <a:lnTo>
                  <a:pt x="11108" y="46738"/>
                </a:lnTo>
                <a:lnTo>
                  <a:pt x="11584" y="46951"/>
                </a:lnTo>
                <a:lnTo>
                  <a:pt x="11584" y="47164"/>
                </a:lnTo>
                <a:lnTo>
                  <a:pt x="11901" y="47164"/>
                </a:lnTo>
                <a:lnTo>
                  <a:pt x="11901" y="47386"/>
                </a:lnTo>
                <a:lnTo>
                  <a:pt x="12218" y="47386"/>
                </a:lnTo>
                <a:lnTo>
                  <a:pt x="12218" y="47599"/>
                </a:lnTo>
                <a:lnTo>
                  <a:pt x="12694" y="47599"/>
                </a:lnTo>
                <a:lnTo>
                  <a:pt x="13012" y="47599"/>
                </a:lnTo>
                <a:lnTo>
                  <a:pt x="13488" y="47599"/>
                </a:lnTo>
                <a:lnTo>
                  <a:pt x="13805" y="47599"/>
                </a:lnTo>
                <a:lnTo>
                  <a:pt x="13805" y="47386"/>
                </a:lnTo>
              </a:path>
            </a:pathLst>
          </a:custGeom>
          <a:ln w="188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4600754" y="4026241"/>
            <a:ext cx="13488" cy="59395"/>
          </a:xfrm>
          <a:custGeom>
            <a:avLst/>
            <a:gdLst/>
            <a:ahLst/>
            <a:cxnLst/>
            <a:rect l="l" t="t" r="r" b="b"/>
            <a:pathLst>
              <a:path w="13488" h="59395">
                <a:moveTo>
                  <a:pt x="0" y="59395"/>
                </a:moveTo>
                <a:lnTo>
                  <a:pt x="476" y="59395"/>
                </a:lnTo>
                <a:lnTo>
                  <a:pt x="476" y="59173"/>
                </a:lnTo>
                <a:lnTo>
                  <a:pt x="793" y="58960"/>
                </a:lnTo>
                <a:lnTo>
                  <a:pt x="793" y="58747"/>
                </a:lnTo>
                <a:lnTo>
                  <a:pt x="1110" y="58747"/>
                </a:lnTo>
                <a:lnTo>
                  <a:pt x="1110" y="58534"/>
                </a:lnTo>
                <a:lnTo>
                  <a:pt x="1110" y="58321"/>
                </a:lnTo>
                <a:lnTo>
                  <a:pt x="1586" y="58321"/>
                </a:lnTo>
                <a:lnTo>
                  <a:pt x="1586" y="58108"/>
                </a:lnTo>
                <a:lnTo>
                  <a:pt x="1904" y="57895"/>
                </a:lnTo>
                <a:lnTo>
                  <a:pt x="1904" y="57673"/>
                </a:lnTo>
                <a:lnTo>
                  <a:pt x="1904" y="57460"/>
                </a:lnTo>
                <a:lnTo>
                  <a:pt x="2380" y="57247"/>
                </a:lnTo>
                <a:lnTo>
                  <a:pt x="2380" y="57034"/>
                </a:lnTo>
                <a:lnTo>
                  <a:pt x="2697" y="56821"/>
                </a:lnTo>
                <a:lnTo>
                  <a:pt x="2697" y="56608"/>
                </a:lnTo>
                <a:lnTo>
                  <a:pt x="2697" y="56386"/>
                </a:lnTo>
                <a:lnTo>
                  <a:pt x="2697" y="56173"/>
                </a:lnTo>
                <a:lnTo>
                  <a:pt x="2697" y="55960"/>
                </a:lnTo>
                <a:lnTo>
                  <a:pt x="2697" y="55747"/>
                </a:lnTo>
                <a:lnTo>
                  <a:pt x="3015" y="55534"/>
                </a:lnTo>
                <a:lnTo>
                  <a:pt x="3015" y="55321"/>
                </a:lnTo>
                <a:lnTo>
                  <a:pt x="3015" y="55099"/>
                </a:lnTo>
                <a:lnTo>
                  <a:pt x="3015" y="54886"/>
                </a:lnTo>
                <a:lnTo>
                  <a:pt x="3015" y="54673"/>
                </a:lnTo>
                <a:lnTo>
                  <a:pt x="3491" y="54673"/>
                </a:lnTo>
                <a:lnTo>
                  <a:pt x="3491" y="54460"/>
                </a:lnTo>
                <a:lnTo>
                  <a:pt x="3491" y="54247"/>
                </a:lnTo>
                <a:lnTo>
                  <a:pt x="3491" y="54034"/>
                </a:lnTo>
                <a:lnTo>
                  <a:pt x="3808" y="53821"/>
                </a:lnTo>
                <a:lnTo>
                  <a:pt x="3808" y="53599"/>
                </a:lnTo>
                <a:lnTo>
                  <a:pt x="3808" y="53386"/>
                </a:lnTo>
                <a:lnTo>
                  <a:pt x="4284" y="53173"/>
                </a:lnTo>
                <a:lnTo>
                  <a:pt x="4284" y="52960"/>
                </a:lnTo>
                <a:lnTo>
                  <a:pt x="4284" y="52534"/>
                </a:lnTo>
                <a:lnTo>
                  <a:pt x="4284" y="52312"/>
                </a:lnTo>
                <a:lnTo>
                  <a:pt x="4601" y="52099"/>
                </a:lnTo>
                <a:lnTo>
                  <a:pt x="4601" y="51886"/>
                </a:lnTo>
                <a:lnTo>
                  <a:pt x="4601" y="51673"/>
                </a:lnTo>
                <a:lnTo>
                  <a:pt x="4601" y="51460"/>
                </a:lnTo>
                <a:lnTo>
                  <a:pt x="4601" y="51247"/>
                </a:lnTo>
                <a:lnTo>
                  <a:pt x="4601" y="51025"/>
                </a:lnTo>
                <a:lnTo>
                  <a:pt x="4601" y="50812"/>
                </a:lnTo>
                <a:lnTo>
                  <a:pt x="4601" y="50599"/>
                </a:lnTo>
                <a:lnTo>
                  <a:pt x="4601" y="50386"/>
                </a:lnTo>
                <a:lnTo>
                  <a:pt x="4601" y="49960"/>
                </a:lnTo>
                <a:lnTo>
                  <a:pt x="5077" y="49960"/>
                </a:lnTo>
                <a:lnTo>
                  <a:pt x="5077" y="49738"/>
                </a:lnTo>
                <a:lnTo>
                  <a:pt x="5077" y="49525"/>
                </a:lnTo>
                <a:lnTo>
                  <a:pt x="5077" y="49099"/>
                </a:lnTo>
                <a:lnTo>
                  <a:pt x="5395" y="48886"/>
                </a:lnTo>
                <a:lnTo>
                  <a:pt x="5395" y="48673"/>
                </a:lnTo>
                <a:lnTo>
                  <a:pt x="5395" y="48460"/>
                </a:lnTo>
                <a:lnTo>
                  <a:pt x="5395" y="48238"/>
                </a:lnTo>
                <a:lnTo>
                  <a:pt x="5395" y="48025"/>
                </a:lnTo>
                <a:lnTo>
                  <a:pt x="5712" y="47599"/>
                </a:lnTo>
                <a:lnTo>
                  <a:pt x="5712" y="47173"/>
                </a:lnTo>
                <a:lnTo>
                  <a:pt x="5712" y="46951"/>
                </a:lnTo>
                <a:lnTo>
                  <a:pt x="5712" y="46525"/>
                </a:lnTo>
                <a:lnTo>
                  <a:pt x="6188" y="46312"/>
                </a:lnTo>
                <a:lnTo>
                  <a:pt x="6188" y="46099"/>
                </a:lnTo>
                <a:lnTo>
                  <a:pt x="6188" y="45886"/>
                </a:lnTo>
                <a:lnTo>
                  <a:pt x="6188" y="45451"/>
                </a:lnTo>
                <a:lnTo>
                  <a:pt x="6188" y="45238"/>
                </a:lnTo>
                <a:lnTo>
                  <a:pt x="6506" y="45025"/>
                </a:lnTo>
                <a:lnTo>
                  <a:pt x="6506" y="44812"/>
                </a:lnTo>
                <a:lnTo>
                  <a:pt x="6506" y="44386"/>
                </a:lnTo>
                <a:lnTo>
                  <a:pt x="6506" y="44164"/>
                </a:lnTo>
                <a:lnTo>
                  <a:pt x="6982" y="43951"/>
                </a:lnTo>
                <a:lnTo>
                  <a:pt x="6982" y="43525"/>
                </a:lnTo>
                <a:lnTo>
                  <a:pt x="6982" y="43312"/>
                </a:lnTo>
                <a:lnTo>
                  <a:pt x="6982" y="42877"/>
                </a:lnTo>
                <a:lnTo>
                  <a:pt x="6982" y="42451"/>
                </a:lnTo>
                <a:lnTo>
                  <a:pt x="6982" y="42025"/>
                </a:lnTo>
                <a:lnTo>
                  <a:pt x="6982" y="41590"/>
                </a:lnTo>
                <a:lnTo>
                  <a:pt x="6982" y="41164"/>
                </a:lnTo>
                <a:lnTo>
                  <a:pt x="7299" y="40738"/>
                </a:lnTo>
                <a:lnTo>
                  <a:pt x="7299" y="40303"/>
                </a:lnTo>
                <a:lnTo>
                  <a:pt x="7299" y="39877"/>
                </a:lnTo>
                <a:lnTo>
                  <a:pt x="7299" y="39451"/>
                </a:lnTo>
                <a:lnTo>
                  <a:pt x="7616" y="39238"/>
                </a:lnTo>
                <a:lnTo>
                  <a:pt x="7616" y="38803"/>
                </a:lnTo>
                <a:lnTo>
                  <a:pt x="7616" y="38590"/>
                </a:lnTo>
                <a:lnTo>
                  <a:pt x="7616" y="38164"/>
                </a:lnTo>
                <a:lnTo>
                  <a:pt x="8093" y="37951"/>
                </a:lnTo>
                <a:lnTo>
                  <a:pt x="8093" y="37517"/>
                </a:lnTo>
                <a:lnTo>
                  <a:pt x="8093" y="37090"/>
                </a:lnTo>
                <a:lnTo>
                  <a:pt x="8093" y="36877"/>
                </a:lnTo>
                <a:lnTo>
                  <a:pt x="8093" y="36451"/>
                </a:lnTo>
                <a:lnTo>
                  <a:pt x="8410" y="36017"/>
                </a:lnTo>
                <a:lnTo>
                  <a:pt x="8410" y="35591"/>
                </a:lnTo>
                <a:lnTo>
                  <a:pt x="8410" y="35377"/>
                </a:lnTo>
                <a:lnTo>
                  <a:pt x="8410" y="34951"/>
                </a:lnTo>
                <a:lnTo>
                  <a:pt x="8410" y="34517"/>
                </a:lnTo>
                <a:lnTo>
                  <a:pt x="8886" y="34304"/>
                </a:lnTo>
                <a:lnTo>
                  <a:pt x="8886" y="33878"/>
                </a:lnTo>
                <a:lnTo>
                  <a:pt x="8886" y="33443"/>
                </a:lnTo>
                <a:lnTo>
                  <a:pt x="8886" y="33230"/>
                </a:lnTo>
                <a:lnTo>
                  <a:pt x="8886" y="32804"/>
                </a:lnTo>
                <a:lnTo>
                  <a:pt x="8886" y="32378"/>
                </a:lnTo>
                <a:lnTo>
                  <a:pt x="8886" y="32156"/>
                </a:lnTo>
                <a:lnTo>
                  <a:pt x="8886" y="31730"/>
                </a:lnTo>
                <a:lnTo>
                  <a:pt x="8886" y="31091"/>
                </a:lnTo>
                <a:lnTo>
                  <a:pt x="9203" y="30869"/>
                </a:lnTo>
                <a:lnTo>
                  <a:pt x="9203" y="30443"/>
                </a:lnTo>
                <a:lnTo>
                  <a:pt x="9203" y="30017"/>
                </a:lnTo>
                <a:lnTo>
                  <a:pt x="9203" y="29804"/>
                </a:lnTo>
                <a:lnTo>
                  <a:pt x="9203" y="29369"/>
                </a:lnTo>
                <a:lnTo>
                  <a:pt x="9521" y="28730"/>
                </a:lnTo>
                <a:lnTo>
                  <a:pt x="9521" y="28517"/>
                </a:lnTo>
                <a:lnTo>
                  <a:pt x="9521" y="28082"/>
                </a:lnTo>
                <a:lnTo>
                  <a:pt x="9521" y="27656"/>
                </a:lnTo>
                <a:lnTo>
                  <a:pt x="9521" y="27230"/>
                </a:lnTo>
                <a:lnTo>
                  <a:pt x="9997" y="26795"/>
                </a:lnTo>
                <a:lnTo>
                  <a:pt x="9997" y="26369"/>
                </a:lnTo>
                <a:lnTo>
                  <a:pt x="9997" y="25943"/>
                </a:lnTo>
                <a:lnTo>
                  <a:pt x="9997" y="25517"/>
                </a:lnTo>
                <a:lnTo>
                  <a:pt x="9997" y="25082"/>
                </a:lnTo>
                <a:lnTo>
                  <a:pt x="10314" y="24656"/>
                </a:lnTo>
                <a:lnTo>
                  <a:pt x="10314" y="24230"/>
                </a:lnTo>
                <a:lnTo>
                  <a:pt x="10314" y="23795"/>
                </a:lnTo>
                <a:lnTo>
                  <a:pt x="10314" y="23369"/>
                </a:lnTo>
                <a:lnTo>
                  <a:pt x="10790" y="22943"/>
                </a:lnTo>
                <a:lnTo>
                  <a:pt x="10790" y="22508"/>
                </a:lnTo>
                <a:lnTo>
                  <a:pt x="10790" y="22082"/>
                </a:lnTo>
                <a:lnTo>
                  <a:pt x="10790" y="21443"/>
                </a:lnTo>
                <a:lnTo>
                  <a:pt x="10790" y="21221"/>
                </a:lnTo>
                <a:lnTo>
                  <a:pt x="10790" y="20582"/>
                </a:lnTo>
                <a:lnTo>
                  <a:pt x="10790" y="20369"/>
                </a:lnTo>
                <a:lnTo>
                  <a:pt x="10790" y="19721"/>
                </a:lnTo>
                <a:lnTo>
                  <a:pt x="10790" y="19295"/>
                </a:lnTo>
                <a:lnTo>
                  <a:pt x="10790" y="18869"/>
                </a:lnTo>
                <a:lnTo>
                  <a:pt x="11108" y="18434"/>
                </a:lnTo>
                <a:lnTo>
                  <a:pt x="11108" y="18008"/>
                </a:lnTo>
                <a:lnTo>
                  <a:pt x="11108" y="17360"/>
                </a:lnTo>
                <a:lnTo>
                  <a:pt x="11108" y="16934"/>
                </a:lnTo>
                <a:lnTo>
                  <a:pt x="11108" y="16508"/>
                </a:lnTo>
                <a:lnTo>
                  <a:pt x="11584" y="15860"/>
                </a:lnTo>
                <a:lnTo>
                  <a:pt x="11584" y="15647"/>
                </a:lnTo>
                <a:lnTo>
                  <a:pt x="11584" y="15008"/>
                </a:lnTo>
                <a:lnTo>
                  <a:pt x="11584" y="14360"/>
                </a:lnTo>
                <a:lnTo>
                  <a:pt x="11901" y="14147"/>
                </a:lnTo>
                <a:lnTo>
                  <a:pt x="11901" y="13508"/>
                </a:lnTo>
                <a:lnTo>
                  <a:pt x="11901" y="13073"/>
                </a:lnTo>
                <a:lnTo>
                  <a:pt x="11901" y="12647"/>
                </a:lnTo>
                <a:lnTo>
                  <a:pt x="11901" y="12008"/>
                </a:lnTo>
                <a:lnTo>
                  <a:pt x="12218" y="11573"/>
                </a:lnTo>
                <a:lnTo>
                  <a:pt x="12218" y="10934"/>
                </a:lnTo>
                <a:lnTo>
                  <a:pt x="12218" y="10499"/>
                </a:lnTo>
                <a:lnTo>
                  <a:pt x="12218" y="10073"/>
                </a:lnTo>
                <a:lnTo>
                  <a:pt x="12218" y="9647"/>
                </a:lnTo>
                <a:lnTo>
                  <a:pt x="12694" y="8999"/>
                </a:lnTo>
                <a:lnTo>
                  <a:pt x="12694" y="8573"/>
                </a:lnTo>
                <a:lnTo>
                  <a:pt x="12694" y="7934"/>
                </a:lnTo>
                <a:lnTo>
                  <a:pt x="12694" y="7286"/>
                </a:lnTo>
                <a:lnTo>
                  <a:pt x="12694" y="6860"/>
                </a:lnTo>
                <a:lnTo>
                  <a:pt x="13012" y="6425"/>
                </a:lnTo>
                <a:lnTo>
                  <a:pt x="13012" y="5999"/>
                </a:lnTo>
                <a:lnTo>
                  <a:pt x="13012" y="5360"/>
                </a:lnTo>
                <a:lnTo>
                  <a:pt x="13012" y="4925"/>
                </a:lnTo>
                <a:lnTo>
                  <a:pt x="13012" y="4286"/>
                </a:lnTo>
                <a:lnTo>
                  <a:pt x="13012" y="3851"/>
                </a:lnTo>
                <a:lnTo>
                  <a:pt x="13012" y="3212"/>
                </a:lnTo>
                <a:lnTo>
                  <a:pt x="13012" y="2573"/>
                </a:lnTo>
                <a:lnTo>
                  <a:pt x="13012" y="2139"/>
                </a:lnTo>
                <a:lnTo>
                  <a:pt x="13488" y="1499"/>
                </a:lnTo>
                <a:lnTo>
                  <a:pt x="13488" y="1065"/>
                </a:lnTo>
                <a:lnTo>
                  <a:pt x="13488" y="426"/>
                </a:lnTo>
                <a:lnTo>
                  <a:pt x="13488" y="0"/>
                </a:lnTo>
              </a:path>
            </a:pathLst>
          </a:custGeom>
          <a:ln w="191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4614242" y="3867137"/>
            <a:ext cx="13805" cy="159103"/>
          </a:xfrm>
          <a:custGeom>
            <a:avLst/>
            <a:gdLst/>
            <a:ahLst/>
            <a:cxnLst/>
            <a:rect l="l" t="t" r="r" b="b"/>
            <a:pathLst>
              <a:path w="13805" h="159103">
                <a:moveTo>
                  <a:pt x="0" y="159103"/>
                </a:moveTo>
                <a:lnTo>
                  <a:pt x="0" y="158242"/>
                </a:lnTo>
                <a:lnTo>
                  <a:pt x="317" y="157816"/>
                </a:lnTo>
                <a:lnTo>
                  <a:pt x="317" y="157168"/>
                </a:lnTo>
                <a:lnTo>
                  <a:pt x="317" y="156742"/>
                </a:lnTo>
                <a:lnTo>
                  <a:pt x="317" y="156094"/>
                </a:lnTo>
                <a:lnTo>
                  <a:pt x="317" y="155668"/>
                </a:lnTo>
                <a:lnTo>
                  <a:pt x="634" y="155029"/>
                </a:lnTo>
                <a:lnTo>
                  <a:pt x="634" y="154381"/>
                </a:lnTo>
                <a:lnTo>
                  <a:pt x="634" y="153742"/>
                </a:lnTo>
                <a:lnTo>
                  <a:pt x="634" y="153307"/>
                </a:lnTo>
                <a:lnTo>
                  <a:pt x="1110" y="152668"/>
                </a:lnTo>
                <a:lnTo>
                  <a:pt x="1110" y="152242"/>
                </a:lnTo>
                <a:lnTo>
                  <a:pt x="1110" y="151381"/>
                </a:lnTo>
                <a:lnTo>
                  <a:pt x="1110" y="150955"/>
                </a:lnTo>
                <a:lnTo>
                  <a:pt x="1110" y="150307"/>
                </a:lnTo>
                <a:lnTo>
                  <a:pt x="1428" y="149668"/>
                </a:lnTo>
                <a:lnTo>
                  <a:pt x="1428" y="149020"/>
                </a:lnTo>
                <a:lnTo>
                  <a:pt x="1428" y="148594"/>
                </a:lnTo>
                <a:lnTo>
                  <a:pt x="1428" y="147733"/>
                </a:lnTo>
                <a:lnTo>
                  <a:pt x="1428" y="147307"/>
                </a:lnTo>
                <a:lnTo>
                  <a:pt x="1428" y="146659"/>
                </a:lnTo>
                <a:lnTo>
                  <a:pt x="1428" y="146020"/>
                </a:lnTo>
                <a:lnTo>
                  <a:pt x="1428" y="145372"/>
                </a:lnTo>
                <a:lnTo>
                  <a:pt x="1428" y="144733"/>
                </a:lnTo>
                <a:lnTo>
                  <a:pt x="1428" y="144085"/>
                </a:lnTo>
                <a:lnTo>
                  <a:pt x="1904" y="143659"/>
                </a:lnTo>
                <a:lnTo>
                  <a:pt x="1904" y="142807"/>
                </a:lnTo>
                <a:lnTo>
                  <a:pt x="1904" y="142372"/>
                </a:lnTo>
                <a:lnTo>
                  <a:pt x="1904" y="141733"/>
                </a:lnTo>
                <a:lnTo>
                  <a:pt x="2221" y="141085"/>
                </a:lnTo>
                <a:lnTo>
                  <a:pt x="2221" y="140446"/>
                </a:lnTo>
                <a:lnTo>
                  <a:pt x="2221" y="139798"/>
                </a:lnTo>
                <a:lnTo>
                  <a:pt x="2221" y="139159"/>
                </a:lnTo>
                <a:lnTo>
                  <a:pt x="2221" y="138512"/>
                </a:lnTo>
                <a:lnTo>
                  <a:pt x="2697" y="137872"/>
                </a:lnTo>
                <a:lnTo>
                  <a:pt x="2697" y="137012"/>
                </a:lnTo>
                <a:lnTo>
                  <a:pt x="2697" y="136586"/>
                </a:lnTo>
                <a:lnTo>
                  <a:pt x="2697" y="135725"/>
                </a:lnTo>
                <a:lnTo>
                  <a:pt x="2697" y="135299"/>
                </a:lnTo>
                <a:lnTo>
                  <a:pt x="3015" y="134651"/>
                </a:lnTo>
                <a:lnTo>
                  <a:pt x="3015" y="133799"/>
                </a:lnTo>
                <a:lnTo>
                  <a:pt x="3015" y="133373"/>
                </a:lnTo>
                <a:lnTo>
                  <a:pt x="3015" y="132512"/>
                </a:lnTo>
                <a:lnTo>
                  <a:pt x="3015" y="131864"/>
                </a:lnTo>
                <a:lnTo>
                  <a:pt x="3332" y="131225"/>
                </a:lnTo>
                <a:lnTo>
                  <a:pt x="3332" y="130577"/>
                </a:lnTo>
                <a:lnTo>
                  <a:pt x="3332" y="129938"/>
                </a:lnTo>
                <a:lnTo>
                  <a:pt x="3332" y="129299"/>
                </a:lnTo>
                <a:lnTo>
                  <a:pt x="3808" y="128651"/>
                </a:lnTo>
                <a:lnTo>
                  <a:pt x="3808" y="127790"/>
                </a:lnTo>
                <a:lnTo>
                  <a:pt x="3808" y="127151"/>
                </a:lnTo>
                <a:lnTo>
                  <a:pt x="3808" y="126290"/>
                </a:lnTo>
                <a:lnTo>
                  <a:pt x="3808" y="125864"/>
                </a:lnTo>
                <a:lnTo>
                  <a:pt x="3808" y="125225"/>
                </a:lnTo>
                <a:lnTo>
                  <a:pt x="3808" y="124364"/>
                </a:lnTo>
                <a:lnTo>
                  <a:pt x="3808" y="123716"/>
                </a:lnTo>
                <a:lnTo>
                  <a:pt x="3808" y="122864"/>
                </a:lnTo>
                <a:lnTo>
                  <a:pt x="3808" y="122216"/>
                </a:lnTo>
                <a:lnTo>
                  <a:pt x="4125" y="121577"/>
                </a:lnTo>
                <a:lnTo>
                  <a:pt x="4125" y="120929"/>
                </a:lnTo>
                <a:lnTo>
                  <a:pt x="4125" y="120290"/>
                </a:lnTo>
                <a:lnTo>
                  <a:pt x="4125" y="119429"/>
                </a:lnTo>
                <a:lnTo>
                  <a:pt x="4125" y="118790"/>
                </a:lnTo>
                <a:lnTo>
                  <a:pt x="4601" y="118142"/>
                </a:lnTo>
                <a:lnTo>
                  <a:pt x="4601" y="117290"/>
                </a:lnTo>
                <a:lnTo>
                  <a:pt x="4601" y="116642"/>
                </a:lnTo>
                <a:lnTo>
                  <a:pt x="4601" y="115790"/>
                </a:lnTo>
                <a:lnTo>
                  <a:pt x="4919" y="115142"/>
                </a:lnTo>
                <a:lnTo>
                  <a:pt x="4919" y="114503"/>
                </a:lnTo>
                <a:lnTo>
                  <a:pt x="4919" y="113642"/>
                </a:lnTo>
                <a:lnTo>
                  <a:pt x="4919" y="112994"/>
                </a:lnTo>
                <a:lnTo>
                  <a:pt x="4919" y="112142"/>
                </a:lnTo>
                <a:lnTo>
                  <a:pt x="5236" y="111494"/>
                </a:lnTo>
                <a:lnTo>
                  <a:pt x="5236" y="110855"/>
                </a:lnTo>
                <a:lnTo>
                  <a:pt x="5236" y="109994"/>
                </a:lnTo>
                <a:lnTo>
                  <a:pt x="5236" y="109142"/>
                </a:lnTo>
                <a:lnTo>
                  <a:pt x="5236" y="108494"/>
                </a:lnTo>
                <a:lnTo>
                  <a:pt x="5712" y="107633"/>
                </a:lnTo>
                <a:lnTo>
                  <a:pt x="5712" y="106994"/>
                </a:lnTo>
                <a:lnTo>
                  <a:pt x="5712" y="106133"/>
                </a:lnTo>
                <a:lnTo>
                  <a:pt x="5712" y="105494"/>
                </a:lnTo>
                <a:lnTo>
                  <a:pt x="5712" y="104634"/>
                </a:lnTo>
                <a:lnTo>
                  <a:pt x="5712" y="103781"/>
                </a:lnTo>
                <a:lnTo>
                  <a:pt x="5712" y="103134"/>
                </a:lnTo>
                <a:lnTo>
                  <a:pt x="5712" y="102494"/>
                </a:lnTo>
                <a:lnTo>
                  <a:pt x="5712" y="101634"/>
                </a:lnTo>
                <a:lnTo>
                  <a:pt x="6030" y="100773"/>
                </a:lnTo>
                <a:lnTo>
                  <a:pt x="6030" y="100134"/>
                </a:lnTo>
                <a:lnTo>
                  <a:pt x="6030" y="99273"/>
                </a:lnTo>
                <a:lnTo>
                  <a:pt x="6030" y="98421"/>
                </a:lnTo>
                <a:lnTo>
                  <a:pt x="6030" y="97773"/>
                </a:lnTo>
                <a:lnTo>
                  <a:pt x="6506" y="96921"/>
                </a:lnTo>
                <a:lnTo>
                  <a:pt x="6506" y="96060"/>
                </a:lnTo>
                <a:lnTo>
                  <a:pt x="6506" y="95412"/>
                </a:lnTo>
                <a:lnTo>
                  <a:pt x="6506" y="94560"/>
                </a:lnTo>
                <a:lnTo>
                  <a:pt x="6506" y="93699"/>
                </a:lnTo>
                <a:lnTo>
                  <a:pt x="6823" y="93060"/>
                </a:lnTo>
                <a:lnTo>
                  <a:pt x="6823" y="92199"/>
                </a:lnTo>
                <a:lnTo>
                  <a:pt x="6823" y="91338"/>
                </a:lnTo>
                <a:lnTo>
                  <a:pt x="6823" y="90699"/>
                </a:lnTo>
                <a:lnTo>
                  <a:pt x="6823" y="89625"/>
                </a:lnTo>
                <a:lnTo>
                  <a:pt x="7299" y="88986"/>
                </a:lnTo>
                <a:lnTo>
                  <a:pt x="7299" y="88125"/>
                </a:lnTo>
                <a:lnTo>
                  <a:pt x="7299" y="87264"/>
                </a:lnTo>
                <a:lnTo>
                  <a:pt x="7299" y="86412"/>
                </a:lnTo>
                <a:lnTo>
                  <a:pt x="7616" y="85764"/>
                </a:lnTo>
                <a:lnTo>
                  <a:pt x="7616" y="84912"/>
                </a:lnTo>
                <a:lnTo>
                  <a:pt x="7616" y="84051"/>
                </a:lnTo>
                <a:lnTo>
                  <a:pt x="7616" y="83190"/>
                </a:lnTo>
                <a:lnTo>
                  <a:pt x="7616" y="82551"/>
                </a:lnTo>
                <a:lnTo>
                  <a:pt x="7934" y="81477"/>
                </a:lnTo>
                <a:lnTo>
                  <a:pt x="7934" y="80838"/>
                </a:lnTo>
                <a:lnTo>
                  <a:pt x="7934" y="79977"/>
                </a:lnTo>
                <a:lnTo>
                  <a:pt x="7934" y="79116"/>
                </a:lnTo>
                <a:lnTo>
                  <a:pt x="7934" y="78264"/>
                </a:lnTo>
                <a:lnTo>
                  <a:pt x="7934" y="77403"/>
                </a:lnTo>
                <a:lnTo>
                  <a:pt x="7934" y="76764"/>
                </a:lnTo>
                <a:lnTo>
                  <a:pt x="7934" y="75690"/>
                </a:lnTo>
                <a:lnTo>
                  <a:pt x="7934" y="74829"/>
                </a:lnTo>
                <a:lnTo>
                  <a:pt x="7934" y="74190"/>
                </a:lnTo>
                <a:lnTo>
                  <a:pt x="8410" y="73116"/>
                </a:lnTo>
                <a:lnTo>
                  <a:pt x="8410" y="72255"/>
                </a:lnTo>
                <a:lnTo>
                  <a:pt x="8410" y="71403"/>
                </a:lnTo>
                <a:lnTo>
                  <a:pt x="8410" y="70755"/>
                </a:lnTo>
                <a:lnTo>
                  <a:pt x="8727" y="69682"/>
                </a:lnTo>
                <a:lnTo>
                  <a:pt x="8727" y="68829"/>
                </a:lnTo>
                <a:lnTo>
                  <a:pt x="8727" y="67969"/>
                </a:lnTo>
                <a:lnTo>
                  <a:pt x="8727" y="67330"/>
                </a:lnTo>
                <a:lnTo>
                  <a:pt x="8727" y="66256"/>
                </a:lnTo>
                <a:lnTo>
                  <a:pt x="9203" y="65395"/>
                </a:lnTo>
                <a:lnTo>
                  <a:pt x="9203" y="64543"/>
                </a:lnTo>
                <a:lnTo>
                  <a:pt x="9203" y="63682"/>
                </a:lnTo>
                <a:lnTo>
                  <a:pt x="9203" y="62821"/>
                </a:lnTo>
                <a:lnTo>
                  <a:pt x="9203" y="61969"/>
                </a:lnTo>
                <a:lnTo>
                  <a:pt x="9521" y="61108"/>
                </a:lnTo>
                <a:lnTo>
                  <a:pt x="9521" y="60247"/>
                </a:lnTo>
                <a:lnTo>
                  <a:pt x="9521" y="59182"/>
                </a:lnTo>
                <a:lnTo>
                  <a:pt x="9521" y="58321"/>
                </a:lnTo>
                <a:lnTo>
                  <a:pt x="9521" y="57460"/>
                </a:lnTo>
                <a:lnTo>
                  <a:pt x="9838" y="56608"/>
                </a:lnTo>
                <a:lnTo>
                  <a:pt x="9838" y="55534"/>
                </a:lnTo>
                <a:lnTo>
                  <a:pt x="9838" y="54673"/>
                </a:lnTo>
                <a:lnTo>
                  <a:pt x="9838" y="53821"/>
                </a:lnTo>
                <a:lnTo>
                  <a:pt x="9838" y="52960"/>
                </a:lnTo>
                <a:lnTo>
                  <a:pt x="9838" y="51886"/>
                </a:lnTo>
                <a:lnTo>
                  <a:pt x="9838" y="51034"/>
                </a:lnTo>
                <a:lnTo>
                  <a:pt x="9838" y="50173"/>
                </a:lnTo>
                <a:lnTo>
                  <a:pt x="9838" y="49312"/>
                </a:lnTo>
                <a:lnTo>
                  <a:pt x="10314" y="48460"/>
                </a:lnTo>
                <a:lnTo>
                  <a:pt x="10314" y="47386"/>
                </a:lnTo>
                <a:lnTo>
                  <a:pt x="10314" y="46525"/>
                </a:lnTo>
                <a:lnTo>
                  <a:pt x="10314" y="45673"/>
                </a:lnTo>
                <a:lnTo>
                  <a:pt x="10314" y="44812"/>
                </a:lnTo>
                <a:lnTo>
                  <a:pt x="10631" y="43738"/>
                </a:lnTo>
                <a:lnTo>
                  <a:pt x="10631" y="42877"/>
                </a:lnTo>
                <a:lnTo>
                  <a:pt x="10631" y="42025"/>
                </a:lnTo>
                <a:lnTo>
                  <a:pt x="10631" y="41164"/>
                </a:lnTo>
                <a:lnTo>
                  <a:pt x="10631" y="40090"/>
                </a:lnTo>
                <a:lnTo>
                  <a:pt x="11108" y="39025"/>
                </a:lnTo>
                <a:lnTo>
                  <a:pt x="11108" y="38164"/>
                </a:lnTo>
                <a:lnTo>
                  <a:pt x="11108" y="37303"/>
                </a:lnTo>
                <a:lnTo>
                  <a:pt x="11108" y="36451"/>
                </a:lnTo>
                <a:lnTo>
                  <a:pt x="11108" y="35377"/>
                </a:lnTo>
                <a:lnTo>
                  <a:pt x="11425" y="34304"/>
                </a:lnTo>
                <a:lnTo>
                  <a:pt x="11425" y="33443"/>
                </a:lnTo>
                <a:lnTo>
                  <a:pt x="11425" y="32591"/>
                </a:lnTo>
                <a:lnTo>
                  <a:pt x="11425" y="31517"/>
                </a:lnTo>
                <a:lnTo>
                  <a:pt x="11742" y="30656"/>
                </a:lnTo>
                <a:lnTo>
                  <a:pt x="11742" y="29591"/>
                </a:lnTo>
                <a:lnTo>
                  <a:pt x="11742" y="28730"/>
                </a:lnTo>
                <a:lnTo>
                  <a:pt x="11742" y="27656"/>
                </a:lnTo>
                <a:lnTo>
                  <a:pt x="11742" y="26804"/>
                </a:lnTo>
                <a:lnTo>
                  <a:pt x="12218" y="25943"/>
                </a:lnTo>
                <a:lnTo>
                  <a:pt x="12218" y="24656"/>
                </a:lnTo>
                <a:lnTo>
                  <a:pt x="12218" y="23795"/>
                </a:lnTo>
                <a:lnTo>
                  <a:pt x="12218" y="22943"/>
                </a:lnTo>
                <a:lnTo>
                  <a:pt x="12218" y="21869"/>
                </a:lnTo>
                <a:lnTo>
                  <a:pt x="12218" y="21008"/>
                </a:lnTo>
                <a:lnTo>
                  <a:pt x="12218" y="19934"/>
                </a:lnTo>
                <a:lnTo>
                  <a:pt x="12218" y="18869"/>
                </a:lnTo>
                <a:lnTo>
                  <a:pt x="12218" y="17795"/>
                </a:lnTo>
                <a:lnTo>
                  <a:pt x="12218" y="16934"/>
                </a:lnTo>
                <a:lnTo>
                  <a:pt x="12536" y="16082"/>
                </a:lnTo>
                <a:lnTo>
                  <a:pt x="12536" y="15008"/>
                </a:lnTo>
                <a:lnTo>
                  <a:pt x="12536" y="14147"/>
                </a:lnTo>
                <a:lnTo>
                  <a:pt x="12536" y="12860"/>
                </a:lnTo>
                <a:lnTo>
                  <a:pt x="13012" y="12008"/>
                </a:lnTo>
                <a:lnTo>
                  <a:pt x="13012" y="10934"/>
                </a:lnTo>
                <a:lnTo>
                  <a:pt x="13012" y="10073"/>
                </a:lnTo>
                <a:lnTo>
                  <a:pt x="13012" y="8999"/>
                </a:lnTo>
                <a:lnTo>
                  <a:pt x="13012" y="8147"/>
                </a:lnTo>
                <a:lnTo>
                  <a:pt x="13329" y="7073"/>
                </a:lnTo>
                <a:lnTo>
                  <a:pt x="13329" y="5786"/>
                </a:lnTo>
                <a:lnTo>
                  <a:pt x="13329" y="4925"/>
                </a:lnTo>
                <a:lnTo>
                  <a:pt x="13329" y="3860"/>
                </a:lnTo>
                <a:lnTo>
                  <a:pt x="13329" y="2999"/>
                </a:lnTo>
                <a:lnTo>
                  <a:pt x="13805" y="1925"/>
                </a:lnTo>
                <a:lnTo>
                  <a:pt x="13805" y="852"/>
                </a:lnTo>
                <a:lnTo>
                  <a:pt x="13805" y="0"/>
                </a:lnTo>
              </a:path>
            </a:pathLst>
          </a:custGeom>
          <a:ln w="1947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4628048" y="3625083"/>
            <a:ext cx="13329" cy="242054"/>
          </a:xfrm>
          <a:custGeom>
            <a:avLst/>
            <a:gdLst/>
            <a:ahLst/>
            <a:cxnLst/>
            <a:rect l="l" t="t" r="r" b="b"/>
            <a:pathLst>
              <a:path w="13329" h="242054">
                <a:moveTo>
                  <a:pt x="0" y="242054"/>
                </a:moveTo>
                <a:lnTo>
                  <a:pt x="0" y="240767"/>
                </a:lnTo>
                <a:lnTo>
                  <a:pt x="0" y="239693"/>
                </a:lnTo>
                <a:lnTo>
                  <a:pt x="317" y="238832"/>
                </a:lnTo>
                <a:lnTo>
                  <a:pt x="317" y="237767"/>
                </a:lnTo>
                <a:lnTo>
                  <a:pt x="317" y="236693"/>
                </a:lnTo>
                <a:lnTo>
                  <a:pt x="317" y="235832"/>
                </a:lnTo>
                <a:lnTo>
                  <a:pt x="317" y="234758"/>
                </a:lnTo>
                <a:lnTo>
                  <a:pt x="317" y="233693"/>
                </a:lnTo>
                <a:lnTo>
                  <a:pt x="317" y="232619"/>
                </a:lnTo>
                <a:lnTo>
                  <a:pt x="317" y="231545"/>
                </a:lnTo>
                <a:lnTo>
                  <a:pt x="317" y="230471"/>
                </a:lnTo>
                <a:lnTo>
                  <a:pt x="634" y="229397"/>
                </a:lnTo>
                <a:lnTo>
                  <a:pt x="634" y="228332"/>
                </a:lnTo>
                <a:lnTo>
                  <a:pt x="634" y="227258"/>
                </a:lnTo>
                <a:lnTo>
                  <a:pt x="634" y="226397"/>
                </a:lnTo>
                <a:lnTo>
                  <a:pt x="634" y="225323"/>
                </a:lnTo>
                <a:lnTo>
                  <a:pt x="1110" y="224258"/>
                </a:lnTo>
                <a:lnTo>
                  <a:pt x="1110" y="223184"/>
                </a:lnTo>
                <a:lnTo>
                  <a:pt x="1110" y="221897"/>
                </a:lnTo>
                <a:lnTo>
                  <a:pt x="1110" y="220823"/>
                </a:lnTo>
                <a:lnTo>
                  <a:pt x="1110" y="219963"/>
                </a:lnTo>
                <a:lnTo>
                  <a:pt x="1428" y="218898"/>
                </a:lnTo>
                <a:lnTo>
                  <a:pt x="1428" y="217824"/>
                </a:lnTo>
                <a:lnTo>
                  <a:pt x="1428" y="216750"/>
                </a:lnTo>
                <a:lnTo>
                  <a:pt x="1428" y="215676"/>
                </a:lnTo>
                <a:lnTo>
                  <a:pt x="1904" y="214602"/>
                </a:lnTo>
                <a:lnTo>
                  <a:pt x="1904" y="213537"/>
                </a:lnTo>
                <a:lnTo>
                  <a:pt x="1904" y="212463"/>
                </a:lnTo>
                <a:lnTo>
                  <a:pt x="1904" y="211389"/>
                </a:lnTo>
                <a:lnTo>
                  <a:pt x="1904" y="210102"/>
                </a:lnTo>
                <a:lnTo>
                  <a:pt x="2221" y="209028"/>
                </a:lnTo>
                <a:lnTo>
                  <a:pt x="2221" y="207954"/>
                </a:lnTo>
                <a:lnTo>
                  <a:pt x="2221" y="206889"/>
                </a:lnTo>
                <a:lnTo>
                  <a:pt x="2221" y="205815"/>
                </a:lnTo>
                <a:lnTo>
                  <a:pt x="2221" y="204741"/>
                </a:lnTo>
                <a:lnTo>
                  <a:pt x="2538" y="203667"/>
                </a:lnTo>
                <a:lnTo>
                  <a:pt x="2538" y="202593"/>
                </a:lnTo>
                <a:lnTo>
                  <a:pt x="2538" y="201528"/>
                </a:lnTo>
                <a:lnTo>
                  <a:pt x="2538" y="200454"/>
                </a:lnTo>
                <a:lnTo>
                  <a:pt x="2538" y="199380"/>
                </a:lnTo>
                <a:lnTo>
                  <a:pt x="2538" y="198093"/>
                </a:lnTo>
                <a:lnTo>
                  <a:pt x="2538" y="197019"/>
                </a:lnTo>
                <a:lnTo>
                  <a:pt x="2538" y="195954"/>
                </a:lnTo>
                <a:lnTo>
                  <a:pt x="2538" y="194880"/>
                </a:lnTo>
                <a:lnTo>
                  <a:pt x="3015" y="193593"/>
                </a:lnTo>
                <a:lnTo>
                  <a:pt x="3015" y="192519"/>
                </a:lnTo>
                <a:lnTo>
                  <a:pt x="3015" y="191445"/>
                </a:lnTo>
                <a:lnTo>
                  <a:pt x="3015" y="190158"/>
                </a:lnTo>
                <a:lnTo>
                  <a:pt x="3015" y="189084"/>
                </a:lnTo>
                <a:lnTo>
                  <a:pt x="3332" y="188019"/>
                </a:lnTo>
                <a:lnTo>
                  <a:pt x="3332" y="186945"/>
                </a:lnTo>
                <a:lnTo>
                  <a:pt x="3332" y="185872"/>
                </a:lnTo>
                <a:lnTo>
                  <a:pt x="3332" y="184585"/>
                </a:lnTo>
                <a:lnTo>
                  <a:pt x="3332" y="183511"/>
                </a:lnTo>
                <a:lnTo>
                  <a:pt x="3808" y="182446"/>
                </a:lnTo>
                <a:lnTo>
                  <a:pt x="3808" y="181372"/>
                </a:lnTo>
                <a:lnTo>
                  <a:pt x="3808" y="180085"/>
                </a:lnTo>
                <a:lnTo>
                  <a:pt x="3808" y="179011"/>
                </a:lnTo>
                <a:lnTo>
                  <a:pt x="3808" y="177937"/>
                </a:lnTo>
                <a:lnTo>
                  <a:pt x="4125" y="176650"/>
                </a:lnTo>
                <a:lnTo>
                  <a:pt x="4125" y="175576"/>
                </a:lnTo>
                <a:lnTo>
                  <a:pt x="4125" y="174511"/>
                </a:lnTo>
                <a:lnTo>
                  <a:pt x="4125" y="173224"/>
                </a:lnTo>
                <a:lnTo>
                  <a:pt x="4601" y="172150"/>
                </a:lnTo>
                <a:lnTo>
                  <a:pt x="4601" y="171076"/>
                </a:lnTo>
                <a:lnTo>
                  <a:pt x="4601" y="169789"/>
                </a:lnTo>
                <a:lnTo>
                  <a:pt x="4601" y="168715"/>
                </a:lnTo>
                <a:lnTo>
                  <a:pt x="4601" y="167428"/>
                </a:lnTo>
                <a:lnTo>
                  <a:pt x="4601" y="166363"/>
                </a:lnTo>
                <a:lnTo>
                  <a:pt x="4601" y="165289"/>
                </a:lnTo>
                <a:lnTo>
                  <a:pt x="4601" y="164002"/>
                </a:lnTo>
                <a:lnTo>
                  <a:pt x="4601" y="162928"/>
                </a:lnTo>
                <a:lnTo>
                  <a:pt x="4601" y="161641"/>
                </a:lnTo>
                <a:lnTo>
                  <a:pt x="4919" y="160567"/>
                </a:lnTo>
                <a:lnTo>
                  <a:pt x="4919" y="159280"/>
                </a:lnTo>
                <a:lnTo>
                  <a:pt x="4919" y="158215"/>
                </a:lnTo>
                <a:lnTo>
                  <a:pt x="4919" y="156928"/>
                </a:lnTo>
                <a:lnTo>
                  <a:pt x="4919" y="155854"/>
                </a:lnTo>
                <a:lnTo>
                  <a:pt x="5236" y="154567"/>
                </a:lnTo>
                <a:lnTo>
                  <a:pt x="5236" y="153493"/>
                </a:lnTo>
                <a:lnTo>
                  <a:pt x="5236" y="152207"/>
                </a:lnTo>
                <a:lnTo>
                  <a:pt x="5236" y="151133"/>
                </a:lnTo>
                <a:lnTo>
                  <a:pt x="5712" y="149846"/>
                </a:lnTo>
                <a:lnTo>
                  <a:pt x="5712" y="148781"/>
                </a:lnTo>
                <a:lnTo>
                  <a:pt x="5712" y="147494"/>
                </a:lnTo>
                <a:lnTo>
                  <a:pt x="5712" y="146207"/>
                </a:lnTo>
                <a:lnTo>
                  <a:pt x="5712" y="145133"/>
                </a:lnTo>
                <a:lnTo>
                  <a:pt x="6030" y="143846"/>
                </a:lnTo>
                <a:lnTo>
                  <a:pt x="6030" y="142772"/>
                </a:lnTo>
                <a:lnTo>
                  <a:pt x="6030" y="141485"/>
                </a:lnTo>
                <a:lnTo>
                  <a:pt x="6030" y="140198"/>
                </a:lnTo>
                <a:lnTo>
                  <a:pt x="6030" y="139124"/>
                </a:lnTo>
                <a:lnTo>
                  <a:pt x="6506" y="137837"/>
                </a:lnTo>
                <a:lnTo>
                  <a:pt x="6506" y="136559"/>
                </a:lnTo>
                <a:lnTo>
                  <a:pt x="6506" y="135485"/>
                </a:lnTo>
                <a:lnTo>
                  <a:pt x="6506" y="134198"/>
                </a:lnTo>
                <a:lnTo>
                  <a:pt x="6506" y="132911"/>
                </a:lnTo>
                <a:lnTo>
                  <a:pt x="6506" y="131837"/>
                </a:lnTo>
                <a:lnTo>
                  <a:pt x="6506" y="130550"/>
                </a:lnTo>
                <a:lnTo>
                  <a:pt x="6506" y="129263"/>
                </a:lnTo>
                <a:lnTo>
                  <a:pt x="6506" y="127976"/>
                </a:lnTo>
                <a:lnTo>
                  <a:pt x="6823" y="126902"/>
                </a:lnTo>
                <a:lnTo>
                  <a:pt x="6823" y="125615"/>
                </a:lnTo>
                <a:lnTo>
                  <a:pt x="6823" y="124328"/>
                </a:lnTo>
                <a:lnTo>
                  <a:pt x="6823" y="123050"/>
                </a:lnTo>
                <a:lnTo>
                  <a:pt x="6823" y="121976"/>
                </a:lnTo>
                <a:lnTo>
                  <a:pt x="7140" y="120689"/>
                </a:lnTo>
                <a:lnTo>
                  <a:pt x="7140" y="119402"/>
                </a:lnTo>
                <a:lnTo>
                  <a:pt x="7140" y="118115"/>
                </a:lnTo>
                <a:lnTo>
                  <a:pt x="7140" y="116829"/>
                </a:lnTo>
                <a:lnTo>
                  <a:pt x="7140" y="115755"/>
                </a:lnTo>
                <a:lnTo>
                  <a:pt x="7616" y="114468"/>
                </a:lnTo>
                <a:lnTo>
                  <a:pt x="7616" y="113394"/>
                </a:lnTo>
                <a:lnTo>
                  <a:pt x="7616" y="112107"/>
                </a:lnTo>
                <a:lnTo>
                  <a:pt x="7616" y="110820"/>
                </a:lnTo>
                <a:lnTo>
                  <a:pt x="7616" y="109533"/>
                </a:lnTo>
                <a:lnTo>
                  <a:pt x="7934" y="108255"/>
                </a:lnTo>
                <a:lnTo>
                  <a:pt x="7934" y="106968"/>
                </a:lnTo>
                <a:lnTo>
                  <a:pt x="7934" y="105681"/>
                </a:lnTo>
                <a:lnTo>
                  <a:pt x="7934" y="104394"/>
                </a:lnTo>
                <a:lnTo>
                  <a:pt x="8410" y="103107"/>
                </a:lnTo>
                <a:lnTo>
                  <a:pt x="8410" y="102033"/>
                </a:lnTo>
                <a:lnTo>
                  <a:pt x="8410" y="100746"/>
                </a:lnTo>
                <a:lnTo>
                  <a:pt x="8410" y="99459"/>
                </a:lnTo>
                <a:lnTo>
                  <a:pt x="8410" y="98172"/>
                </a:lnTo>
                <a:lnTo>
                  <a:pt x="8727" y="96885"/>
                </a:lnTo>
                <a:lnTo>
                  <a:pt x="8727" y="95598"/>
                </a:lnTo>
                <a:lnTo>
                  <a:pt x="8727" y="94311"/>
                </a:lnTo>
                <a:lnTo>
                  <a:pt x="8727" y="93237"/>
                </a:lnTo>
                <a:lnTo>
                  <a:pt x="8727" y="91950"/>
                </a:lnTo>
                <a:lnTo>
                  <a:pt x="8727" y="90663"/>
                </a:lnTo>
                <a:lnTo>
                  <a:pt x="8727" y="89385"/>
                </a:lnTo>
                <a:lnTo>
                  <a:pt x="8727" y="87876"/>
                </a:lnTo>
                <a:lnTo>
                  <a:pt x="8727" y="86589"/>
                </a:lnTo>
                <a:lnTo>
                  <a:pt x="8727" y="85311"/>
                </a:lnTo>
                <a:lnTo>
                  <a:pt x="9203" y="84024"/>
                </a:lnTo>
                <a:lnTo>
                  <a:pt x="9203" y="82737"/>
                </a:lnTo>
                <a:lnTo>
                  <a:pt x="9203" y="81451"/>
                </a:lnTo>
                <a:lnTo>
                  <a:pt x="9203" y="80164"/>
                </a:lnTo>
                <a:lnTo>
                  <a:pt x="9521" y="79090"/>
                </a:lnTo>
                <a:lnTo>
                  <a:pt x="9521" y="77803"/>
                </a:lnTo>
                <a:lnTo>
                  <a:pt x="9521" y="76516"/>
                </a:lnTo>
                <a:lnTo>
                  <a:pt x="9521" y="75016"/>
                </a:lnTo>
                <a:lnTo>
                  <a:pt x="9521" y="73729"/>
                </a:lnTo>
                <a:lnTo>
                  <a:pt x="9838" y="72442"/>
                </a:lnTo>
                <a:lnTo>
                  <a:pt x="9838" y="71155"/>
                </a:lnTo>
                <a:lnTo>
                  <a:pt x="9838" y="69850"/>
                </a:lnTo>
                <a:lnTo>
                  <a:pt x="9838" y="68608"/>
                </a:lnTo>
                <a:lnTo>
                  <a:pt x="9838" y="67276"/>
                </a:lnTo>
                <a:lnTo>
                  <a:pt x="10314" y="66034"/>
                </a:lnTo>
                <a:lnTo>
                  <a:pt x="10314" y="64702"/>
                </a:lnTo>
                <a:lnTo>
                  <a:pt x="10314" y="63460"/>
                </a:lnTo>
                <a:lnTo>
                  <a:pt x="10314" y="61951"/>
                </a:lnTo>
                <a:lnTo>
                  <a:pt x="10314" y="60620"/>
                </a:lnTo>
                <a:lnTo>
                  <a:pt x="10631" y="59377"/>
                </a:lnTo>
                <a:lnTo>
                  <a:pt x="10631" y="58046"/>
                </a:lnTo>
                <a:lnTo>
                  <a:pt x="10631" y="56537"/>
                </a:lnTo>
                <a:lnTo>
                  <a:pt x="10631" y="55472"/>
                </a:lnTo>
                <a:lnTo>
                  <a:pt x="10631" y="54229"/>
                </a:lnTo>
                <a:lnTo>
                  <a:pt x="10631" y="52720"/>
                </a:lnTo>
                <a:lnTo>
                  <a:pt x="10631" y="51389"/>
                </a:lnTo>
                <a:lnTo>
                  <a:pt x="10631" y="50146"/>
                </a:lnTo>
                <a:lnTo>
                  <a:pt x="10631" y="48638"/>
                </a:lnTo>
                <a:lnTo>
                  <a:pt x="11108" y="47395"/>
                </a:lnTo>
                <a:lnTo>
                  <a:pt x="11108" y="46064"/>
                </a:lnTo>
                <a:lnTo>
                  <a:pt x="11108" y="44821"/>
                </a:lnTo>
                <a:lnTo>
                  <a:pt x="11108" y="43490"/>
                </a:lnTo>
                <a:lnTo>
                  <a:pt x="11108" y="42247"/>
                </a:lnTo>
                <a:lnTo>
                  <a:pt x="11425" y="40738"/>
                </a:lnTo>
                <a:lnTo>
                  <a:pt x="11425" y="39407"/>
                </a:lnTo>
                <a:lnTo>
                  <a:pt x="11425" y="37898"/>
                </a:lnTo>
                <a:lnTo>
                  <a:pt x="11425" y="36656"/>
                </a:lnTo>
                <a:lnTo>
                  <a:pt x="11425" y="35324"/>
                </a:lnTo>
                <a:lnTo>
                  <a:pt x="11742" y="34082"/>
                </a:lnTo>
                <a:lnTo>
                  <a:pt x="11742" y="32750"/>
                </a:lnTo>
                <a:lnTo>
                  <a:pt x="11742" y="31241"/>
                </a:lnTo>
                <a:lnTo>
                  <a:pt x="11742" y="29999"/>
                </a:lnTo>
                <a:lnTo>
                  <a:pt x="12218" y="28490"/>
                </a:lnTo>
                <a:lnTo>
                  <a:pt x="12218" y="27159"/>
                </a:lnTo>
                <a:lnTo>
                  <a:pt x="12218" y="25916"/>
                </a:lnTo>
                <a:lnTo>
                  <a:pt x="12218" y="24585"/>
                </a:lnTo>
                <a:lnTo>
                  <a:pt x="12218" y="23165"/>
                </a:lnTo>
                <a:lnTo>
                  <a:pt x="12536" y="21833"/>
                </a:lnTo>
                <a:lnTo>
                  <a:pt x="12536" y="20325"/>
                </a:lnTo>
                <a:lnTo>
                  <a:pt x="12536" y="19082"/>
                </a:lnTo>
                <a:lnTo>
                  <a:pt x="12536" y="17751"/>
                </a:lnTo>
                <a:lnTo>
                  <a:pt x="12536" y="16508"/>
                </a:lnTo>
                <a:lnTo>
                  <a:pt x="13012" y="14999"/>
                </a:lnTo>
                <a:lnTo>
                  <a:pt x="13012" y="13668"/>
                </a:lnTo>
                <a:lnTo>
                  <a:pt x="13012" y="12159"/>
                </a:lnTo>
                <a:lnTo>
                  <a:pt x="13012" y="10916"/>
                </a:lnTo>
                <a:lnTo>
                  <a:pt x="13012" y="9408"/>
                </a:lnTo>
                <a:lnTo>
                  <a:pt x="13012" y="8076"/>
                </a:lnTo>
                <a:lnTo>
                  <a:pt x="13012" y="6834"/>
                </a:lnTo>
                <a:lnTo>
                  <a:pt x="13012" y="5325"/>
                </a:lnTo>
                <a:lnTo>
                  <a:pt x="13012" y="4082"/>
                </a:lnTo>
                <a:lnTo>
                  <a:pt x="13329" y="2573"/>
                </a:lnTo>
                <a:lnTo>
                  <a:pt x="13329" y="1065"/>
                </a:lnTo>
                <a:lnTo>
                  <a:pt x="13329" y="0"/>
                </a:lnTo>
              </a:path>
            </a:pathLst>
          </a:custGeom>
          <a:ln w="195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4641378" y="3323314"/>
            <a:ext cx="13805" cy="301769"/>
          </a:xfrm>
          <a:custGeom>
            <a:avLst/>
            <a:gdLst/>
            <a:ahLst/>
            <a:cxnLst/>
            <a:rect l="l" t="t" r="r" b="b"/>
            <a:pathLst>
              <a:path w="13805" h="301769">
                <a:moveTo>
                  <a:pt x="0" y="301769"/>
                </a:moveTo>
                <a:lnTo>
                  <a:pt x="0" y="300260"/>
                </a:lnTo>
                <a:lnTo>
                  <a:pt x="0" y="298751"/>
                </a:lnTo>
                <a:lnTo>
                  <a:pt x="317" y="297420"/>
                </a:lnTo>
                <a:lnTo>
                  <a:pt x="317" y="295911"/>
                </a:lnTo>
                <a:lnTo>
                  <a:pt x="317" y="294668"/>
                </a:lnTo>
                <a:lnTo>
                  <a:pt x="317" y="293337"/>
                </a:lnTo>
                <a:lnTo>
                  <a:pt x="317" y="291828"/>
                </a:lnTo>
                <a:lnTo>
                  <a:pt x="793" y="290408"/>
                </a:lnTo>
                <a:lnTo>
                  <a:pt x="793" y="288899"/>
                </a:lnTo>
                <a:lnTo>
                  <a:pt x="793" y="287568"/>
                </a:lnTo>
                <a:lnTo>
                  <a:pt x="793" y="286325"/>
                </a:lnTo>
                <a:lnTo>
                  <a:pt x="793" y="284816"/>
                </a:lnTo>
                <a:lnTo>
                  <a:pt x="1110" y="283485"/>
                </a:lnTo>
                <a:lnTo>
                  <a:pt x="1110" y="281976"/>
                </a:lnTo>
                <a:lnTo>
                  <a:pt x="1110" y="280467"/>
                </a:lnTo>
                <a:lnTo>
                  <a:pt x="1110" y="279225"/>
                </a:lnTo>
                <a:lnTo>
                  <a:pt x="1586" y="277716"/>
                </a:lnTo>
                <a:lnTo>
                  <a:pt x="1586" y="276473"/>
                </a:lnTo>
                <a:lnTo>
                  <a:pt x="1586" y="274964"/>
                </a:lnTo>
                <a:lnTo>
                  <a:pt x="1586" y="273456"/>
                </a:lnTo>
                <a:lnTo>
                  <a:pt x="1586" y="272124"/>
                </a:lnTo>
                <a:lnTo>
                  <a:pt x="1586" y="270615"/>
                </a:lnTo>
                <a:lnTo>
                  <a:pt x="1586" y="269373"/>
                </a:lnTo>
                <a:lnTo>
                  <a:pt x="1586" y="267864"/>
                </a:lnTo>
                <a:lnTo>
                  <a:pt x="1586" y="266355"/>
                </a:lnTo>
                <a:lnTo>
                  <a:pt x="1586" y="265113"/>
                </a:lnTo>
                <a:lnTo>
                  <a:pt x="1904" y="263604"/>
                </a:lnTo>
                <a:lnTo>
                  <a:pt x="1904" y="262095"/>
                </a:lnTo>
                <a:lnTo>
                  <a:pt x="1904" y="260586"/>
                </a:lnTo>
                <a:lnTo>
                  <a:pt x="1904" y="259255"/>
                </a:lnTo>
                <a:lnTo>
                  <a:pt x="1904" y="258012"/>
                </a:lnTo>
                <a:lnTo>
                  <a:pt x="2380" y="256503"/>
                </a:lnTo>
                <a:lnTo>
                  <a:pt x="2380" y="254994"/>
                </a:lnTo>
                <a:lnTo>
                  <a:pt x="2380" y="253486"/>
                </a:lnTo>
                <a:lnTo>
                  <a:pt x="2380" y="252243"/>
                </a:lnTo>
                <a:lnTo>
                  <a:pt x="2697" y="250734"/>
                </a:lnTo>
                <a:lnTo>
                  <a:pt x="2697" y="249225"/>
                </a:lnTo>
                <a:lnTo>
                  <a:pt x="2697" y="247716"/>
                </a:lnTo>
                <a:lnTo>
                  <a:pt x="2697" y="246208"/>
                </a:lnTo>
                <a:lnTo>
                  <a:pt x="2697" y="244876"/>
                </a:lnTo>
                <a:lnTo>
                  <a:pt x="3015" y="243456"/>
                </a:lnTo>
                <a:lnTo>
                  <a:pt x="3015" y="241947"/>
                </a:lnTo>
                <a:lnTo>
                  <a:pt x="3015" y="240438"/>
                </a:lnTo>
                <a:lnTo>
                  <a:pt x="3015" y="239107"/>
                </a:lnTo>
                <a:lnTo>
                  <a:pt x="3015" y="237598"/>
                </a:lnTo>
                <a:lnTo>
                  <a:pt x="3491" y="236089"/>
                </a:lnTo>
                <a:lnTo>
                  <a:pt x="3491" y="234581"/>
                </a:lnTo>
                <a:lnTo>
                  <a:pt x="3491" y="233338"/>
                </a:lnTo>
                <a:lnTo>
                  <a:pt x="3491" y="231829"/>
                </a:lnTo>
                <a:lnTo>
                  <a:pt x="3491" y="230320"/>
                </a:lnTo>
                <a:lnTo>
                  <a:pt x="3808" y="228812"/>
                </a:lnTo>
                <a:lnTo>
                  <a:pt x="3808" y="227303"/>
                </a:lnTo>
                <a:lnTo>
                  <a:pt x="3808" y="226060"/>
                </a:lnTo>
                <a:lnTo>
                  <a:pt x="3808" y="224551"/>
                </a:lnTo>
                <a:lnTo>
                  <a:pt x="3808" y="223042"/>
                </a:lnTo>
                <a:lnTo>
                  <a:pt x="3808" y="221534"/>
                </a:lnTo>
                <a:lnTo>
                  <a:pt x="3808" y="220291"/>
                </a:lnTo>
                <a:lnTo>
                  <a:pt x="3808" y="218782"/>
                </a:lnTo>
                <a:lnTo>
                  <a:pt x="3808" y="217007"/>
                </a:lnTo>
                <a:lnTo>
                  <a:pt x="4284" y="215498"/>
                </a:lnTo>
                <a:lnTo>
                  <a:pt x="4284" y="214256"/>
                </a:lnTo>
                <a:lnTo>
                  <a:pt x="4284" y="212747"/>
                </a:lnTo>
                <a:lnTo>
                  <a:pt x="4284" y="211238"/>
                </a:lnTo>
                <a:lnTo>
                  <a:pt x="4284" y="209729"/>
                </a:lnTo>
                <a:lnTo>
                  <a:pt x="4601" y="208486"/>
                </a:lnTo>
                <a:lnTo>
                  <a:pt x="4601" y="206978"/>
                </a:lnTo>
                <a:lnTo>
                  <a:pt x="4601" y="205203"/>
                </a:lnTo>
                <a:lnTo>
                  <a:pt x="4601" y="203782"/>
                </a:lnTo>
                <a:lnTo>
                  <a:pt x="4601" y="202451"/>
                </a:lnTo>
                <a:lnTo>
                  <a:pt x="4919" y="200942"/>
                </a:lnTo>
                <a:lnTo>
                  <a:pt x="4919" y="199433"/>
                </a:lnTo>
                <a:lnTo>
                  <a:pt x="4919" y="197747"/>
                </a:lnTo>
                <a:lnTo>
                  <a:pt x="4919" y="196416"/>
                </a:lnTo>
                <a:lnTo>
                  <a:pt x="5395" y="194996"/>
                </a:lnTo>
                <a:lnTo>
                  <a:pt x="5395" y="193487"/>
                </a:lnTo>
                <a:lnTo>
                  <a:pt x="5395" y="191978"/>
                </a:lnTo>
                <a:lnTo>
                  <a:pt x="5395" y="190469"/>
                </a:lnTo>
                <a:lnTo>
                  <a:pt x="5395" y="188960"/>
                </a:lnTo>
                <a:lnTo>
                  <a:pt x="5712" y="187451"/>
                </a:lnTo>
                <a:lnTo>
                  <a:pt x="5712" y="185943"/>
                </a:lnTo>
                <a:lnTo>
                  <a:pt x="5712" y="184434"/>
                </a:lnTo>
                <a:lnTo>
                  <a:pt x="5712" y="182925"/>
                </a:lnTo>
                <a:lnTo>
                  <a:pt x="5712" y="181416"/>
                </a:lnTo>
                <a:lnTo>
                  <a:pt x="5712" y="180173"/>
                </a:lnTo>
                <a:lnTo>
                  <a:pt x="5712" y="178398"/>
                </a:lnTo>
                <a:lnTo>
                  <a:pt x="5712" y="176978"/>
                </a:lnTo>
                <a:lnTo>
                  <a:pt x="5712" y="175469"/>
                </a:lnTo>
                <a:lnTo>
                  <a:pt x="5712" y="173961"/>
                </a:lnTo>
                <a:lnTo>
                  <a:pt x="6188" y="172452"/>
                </a:lnTo>
                <a:lnTo>
                  <a:pt x="6188" y="170943"/>
                </a:lnTo>
                <a:lnTo>
                  <a:pt x="6188" y="169434"/>
                </a:lnTo>
                <a:lnTo>
                  <a:pt x="6188" y="167925"/>
                </a:lnTo>
                <a:lnTo>
                  <a:pt x="6506" y="166416"/>
                </a:lnTo>
                <a:lnTo>
                  <a:pt x="6506" y="164730"/>
                </a:lnTo>
                <a:lnTo>
                  <a:pt x="6506" y="163399"/>
                </a:lnTo>
                <a:lnTo>
                  <a:pt x="6506" y="161890"/>
                </a:lnTo>
                <a:lnTo>
                  <a:pt x="6506" y="160203"/>
                </a:lnTo>
                <a:lnTo>
                  <a:pt x="6982" y="158961"/>
                </a:lnTo>
                <a:lnTo>
                  <a:pt x="6982" y="157452"/>
                </a:lnTo>
                <a:lnTo>
                  <a:pt x="6982" y="155677"/>
                </a:lnTo>
                <a:lnTo>
                  <a:pt x="6982" y="154168"/>
                </a:lnTo>
                <a:lnTo>
                  <a:pt x="6982" y="152748"/>
                </a:lnTo>
                <a:lnTo>
                  <a:pt x="7299" y="151239"/>
                </a:lnTo>
                <a:lnTo>
                  <a:pt x="7299" y="149730"/>
                </a:lnTo>
                <a:lnTo>
                  <a:pt x="7299" y="148221"/>
                </a:lnTo>
                <a:lnTo>
                  <a:pt x="7299" y="146713"/>
                </a:lnTo>
                <a:lnTo>
                  <a:pt x="7299" y="145026"/>
                </a:lnTo>
                <a:lnTo>
                  <a:pt x="7616" y="143517"/>
                </a:lnTo>
                <a:lnTo>
                  <a:pt x="7616" y="142009"/>
                </a:lnTo>
                <a:lnTo>
                  <a:pt x="7616" y="140500"/>
                </a:lnTo>
                <a:lnTo>
                  <a:pt x="7616" y="138991"/>
                </a:lnTo>
                <a:lnTo>
                  <a:pt x="8093" y="137482"/>
                </a:lnTo>
                <a:lnTo>
                  <a:pt x="8093" y="135973"/>
                </a:lnTo>
                <a:lnTo>
                  <a:pt x="8093" y="134287"/>
                </a:lnTo>
                <a:lnTo>
                  <a:pt x="8093" y="132778"/>
                </a:lnTo>
                <a:lnTo>
                  <a:pt x="8093" y="131269"/>
                </a:lnTo>
                <a:lnTo>
                  <a:pt x="8093" y="129760"/>
                </a:lnTo>
                <a:lnTo>
                  <a:pt x="8093" y="128074"/>
                </a:lnTo>
                <a:lnTo>
                  <a:pt x="8093" y="126743"/>
                </a:lnTo>
                <a:lnTo>
                  <a:pt x="8093" y="125056"/>
                </a:lnTo>
                <a:lnTo>
                  <a:pt x="8093" y="123547"/>
                </a:lnTo>
                <a:lnTo>
                  <a:pt x="8410" y="122038"/>
                </a:lnTo>
                <a:lnTo>
                  <a:pt x="8410" y="120530"/>
                </a:lnTo>
                <a:lnTo>
                  <a:pt x="8410" y="118843"/>
                </a:lnTo>
                <a:lnTo>
                  <a:pt x="8410" y="117512"/>
                </a:lnTo>
                <a:lnTo>
                  <a:pt x="8410" y="115826"/>
                </a:lnTo>
                <a:lnTo>
                  <a:pt x="8886" y="114317"/>
                </a:lnTo>
                <a:lnTo>
                  <a:pt x="8886" y="112808"/>
                </a:lnTo>
                <a:lnTo>
                  <a:pt x="8886" y="111122"/>
                </a:lnTo>
                <a:lnTo>
                  <a:pt x="8886" y="109613"/>
                </a:lnTo>
                <a:lnTo>
                  <a:pt x="9203" y="108104"/>
                </a:lnTo>
                <a:lnTo>
                  <a:pt x="9203" y="106595"/>
                </a:lnTo>
                <a:lnTo>
                  <a:pt x="9203" y="104909"/>
                </a:lnTo>
                <a:lnTo>
                  <a:pt x="9203" y="103400"/>
                </a:lnTo>
                <a:lnTo>
                  <a:pt x="9203" y="101891"/>
                </a:lnTo>
                <a:lnTo>
                  <a:pt x="9521" y="100205"/>
                </a:lnTo>
                <a:lnTo>
                  <a:pt x="9521" y="98696"/>
                </a:lnTo>
                <a:lnTo>
                  <a:pt x="9521" y="97187"/>
                </a:lnTo>
                <a:lnTo>
                  <a:pt x="9521" y="95501"/>
                </a:lnTo>
                <a:lnTo>
                  <a:pt x="9521" y="93992"/>
                </a:lnTo>
                <a:lnTo>
                  <a:pt x="9997" y="92483"/>
                </a:lnTo>
                <a:lnTo>
                  <a:pt x="9997" y="90974"/>
                </a:lnTo>
                <a:lnTo>
                  <a:pt x="9997" y="89199"/>
                </a:lnTo>
                <a:lnTo>
                  <a:pt x="9997" y="87779"/>
                </a:lnTo>
                <a:lnTo>
                  <a:pt x="9997" y="86270"/>
                </a:lnTo>
                <a:lnTo>
                  <a:pt x="9997" y="84495"/>
                </a:lnTo>
                <a:lnTo>
                  <a:pt x="9997" y="82986"/>
                </a:lnTo>
                <a:lnTo>
                  <a:pt x="9997" y="81566"/>
                </a:lnTo>
                <a:lnTo>
                  <a:pt x="9997" y="79791"/>
                </a:lnTo>
                <a:lnTo>
                  <a:pt x="10314" y="78282"/>
                </a:lnTo>
                <a:lnTo>
                  <a:pt x="10314" y="76773"/>
                </a:lnTo>
                <a:lnTo>
                  <a:pt x="10314" y="75087"/>
                </a:lnTo>
                <a:lnTo>
                  <a:pt x="10314" y="73578"/>
                </a:lnTo>
                <a:lnTo>
                  <a:pt x="10314" y="72069"/>
                </a:lnTo>
                <a:lnTo>
                  <a:pt x="10790" y="70383"/>
                </a:lnTo>
                <a:lnTo>
                  <a:pt x="10790" y="68874"/>
                </a:lnTo>
                <a:lnTo>
                  <a:pt x="10790" y="67188"/>
                </a:lnTo>
                <a:lnTo>
                  <a:pt x="10790" y="65679"/>
                </a:lnTo>
                <a:lnTo>
                  <a:pt x="10790" y="64170"/>
                </a:lnTo>
                <a:lnTo>
                  <a:pt x="11108" y="62395"/>
                </a:lnTo>
                <a:lnTo>
                  <a:pt x="11108" y="60975"/>
                </a:lnTo>
                <a:lnTo>
                  <a:pt x="11108" y="59466"/>
                </a:lnTo>
                <a:lnTo>
                  <a:pt x="11108" y="57691"/>
                </a:lnTo>
                <a:lnTo>
                  <a:pt x="11108" y="56004"/>
                </a:lnTo>
                <a:lnTo>
                  <a:pt x="11584" y="54495"/>
                </a:lnTo>
                <a:lnTo>
                  <a:pt x="11584" y="52987"/>
                </a:lnTo>
                <a:lnTo>
                  <a:pt x="11584" y="51300"/>
                </a:lnTo>
                <a:lnTo>
                  <a:pt x="11584" y="49791"/>
                </a:lnTo>
                <a:lnTo>
                  <a:pt x="11901" y="48105"/>
                </a:lnTo>
                <a:lnTo>
                  <a:pt x="11901" y="46596"/>
                </a:lnTo>
                <a:lnTo>
                  <a:pt x="11901" y="45087"/>
                </a:lnTo>
                <a:lnTo>
                  <a:pt x="11901" y="43312"/>
                </a:lnTo>
                <a:lnTo>
                  <a:pt x="11901" y="41892"/>
                </a:lnTo>
                <a:lnTo>
                  <a:pt x="11901" y="40117"/>
                </a:lnTo>
                <a:lnTo>
                  <a:pt x="11901" y="38608"/>
                </a:lnTo>
                <a:lnTo>
                  <a:pt x="11901" y="37099"/>
                </a:lnTo>
                <a:lnTo>
                  <a:pt x="11901" y="35413"/>
                </a:lnTo>
                <a:lnTo>
                  <a:pt x="11901" y="33727"/>
                </a:lnTo>
                <a:lnTo>
                  <a:pt x="12218" y="32218"/>
                </a:lnTo>
                <a:lnTo>
                  <a:pt x="12218" y="30709"/>
                </a:lnTo>
                <a:lnTo>
                  <a:pt x="12218" y="29023"/>
                </a:lnTo>
                <a:lnTo>
                  <a:pt x="12218" y="27514"/>
                </a:lnTo>
                <a:lnTo>
                  <a:pt x="12218" y="25739"/>
                </a:lnTo>
                <a:lnTo>
                  <a:pt x="12694" y="24230"/>
                </a:lnTo>
                <a:lnTo>
                  <a:pt x="12694" y="22543"/>
                </a:lnTo>
                <a:lnTo>
                  <a:pt x="12694" y="20857"/>
                </a:lnTo>
                <a:lnTo>
                  <a:pt x="12694" y="19526"/>
                </a:lnTo>
                <a:lnTo>
                  <a:pt x="12694" y="17839"/>
                </a:lnTo>
                <a:lnTo>
                  <a:pt x="13012" y="16153"/>
                </a:lnTo>
                <a:lnTo>
                  <a:pt x="13012" y="14644"/>
                </a:lnTo>
                <a:lnTo>
                  <a:pt x="13012" y="12869"/>
                </a:lnTo>
                <a:lnTo>
                  <a:pt x="13012" y="11183"/>
                </a:lnTo>
                <a:lnTo>
                  <a:pt x="13488" y="9674"/>
                </a:lnTo>
                <a:lnTo>
                  <a:pt x="13488" y="7988"/>
                </a:lnTo>
                <a:lnTo>
                  <a:pt x="13488" y="6479"/>
                </a:lnTo>
                <a:lnTo>
                  <a:pt x="13488" y="4970"/>
                </a:lnTo>
                <a:lnTo>
                  <a:pt x="13488" y="3283"/>
                </a:lnTo>
                <a:lnTo>
                  <a:pt x="13805" y="1775"/>
                </a:lnTo>
                <a:lnTo>
                  <a:pt x="13805" y="0"/>
                </a:lnTo>
              </a:path>
            </a:pathLst>
          </a:custGeom>
          <a:ln w="195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4655184" y="2990569"/>
            <a:ext cx="13488" cy="332744"/>
          </a:xfrm>
          <a:custGeom>
            <a:avLst/>
            <a:gdLst/>
            <a:ahLst/>
            <a:cxnLst/>
            <a:rect l="l" t="t" r="r" b="b"/>
            <a:pathLst>
              <a:path w="13488" h="332744">
                <a:moveTo>
                  <a:pt x="0" y="332744"/>
                </a:moveTo>
                <a:lnTo>
                  <a:pt x="0" y="331058"/>
                </a:lnTo>
                <a:lnTo>
                  <a:pt x="0" y="329549"/>
                </a:lnTo>
                <a:lnTo>
                  <a:pt x="0" y="327863"/>
                </a:lnTo>
                <a:lnTo>
                  <a:pt x="317" y="326354"/>
                </a:lnTo>
                <a:lnTo>
                  <a:pt x="317" y="324668"/>
                </a:lnTo>
                <a:lnTo>
                  <a:pt x="317" y="322892"/>
                </a:lnTo>
                <a:lnTo>
                  <a:pt x="317" y="321384"/>
                </a:lnTo>
                <a:lnTo>
                  <a:pt x="317" y="319697"/>
                </a:lnTo>
                <a:lnTo>
                  <a:pt x="317" y="318011"/>
                </a:lnTo>
                <a:lnTo>
                  <a:pt x="317" y="316502"/>
                </a:lnTo>
                <a:lnTo>
                  <a:pt x="317" y="314816"/>
                </a:lnTo>
                <a:lnTo>
                  <a:pt x="317" y="313307"/>
                </a:lnTo>
                <a:lnTo>
                  <a:pt x="793" y="311532"/>
                </a:lnTo>
                <a:lnTo>
                  <a:pt x="793" y="309845"/>
                </a:lnTo>
                <a:lnTo>
                  <a:pt x="793" y="308514"/>
                </a:lnTo>
                <a:lnTo>
                  <a:pt x="793" y="306828"/>
                </a:lnTo>
                <a:lnTo>
                  <a:pt x="793" y="305141"/>
                </a:lnTo>
                <a:lnTo>
                  <a:pt x="1110" y="303632"/>
                </a:lnTo>
                <a:lnTo>
                  <a:pt x="1110" y="301946"/>
                </a:lnTo>
                <a:lnTo>
                  <a:pt x="1110" y="300171"/>
                </a:lnTo>
                <a:lnTo>
                  <a:pt x="1110" y="298662"/>
                </a:lnTo>
                <a:lnTo>
                  <a:pt x="1110" y="296976"/>
                </a:lnTo>
                <a:lnTo>
                  <a:pt x="1586" y="295467"/>
                </a:lnTo>
                <a:lnTo>
                  <a:pt x="1586" y="293514"/>
                </a:lnTo>
                <a:lnTo>
                  <a:pt x="1586" y="292006"/>
                </a:lnTo>
                <a:lnTo>
                  <a:pt x="1586" y="290319"/>
                </a:lnTo>
                <a:lnTo>
                  <a:pt x="1586" y="288633"/>
                </a:lnTo>
                <a:lnTo>
                  <a:pt x="1904" y="287124"/>
                </a:lnTo>
                <a:lnTo>
                  <a:pt x="1904" y="285438"/>
                </a:lnTo>
                <a:lnTo>
                  <a:pt x="1904" y="283662"/>
                </a:lnTo>
                <a:lnTo>
                  <a:pt x="1904" y="282154"/>
                </a:lnTo>
                <a:lnTo>
                  <a:pt x="2221" y="280467"/>
                </a:lnTo>
                <a:lnTo>
                  <a:pt x="2221" y="278958"/>
                </a:lnTo>
                <a:lnTo>
                  <a:pt x="2221" y="277272"/>
                </a:lnTo>
                <a:lnTo>
                  <a:pt x="2221" y="275497"/>
                </a:lnTo>
                <a:lnTo>
                  <a:pt x="2221" y="274077"/>
                </a:lnTo>
                <a:lnTo>
                  <a:pt x="2221" y="272302"/>
                </a:lnTo>
                <a:lnTo>
                  <a:pt x="2221" y="270793"/>
                </a:lnTo>
                <a:lnTo>
                  <a:pt x="2221" y="269107"/>
                </a:lnTo>
                <a:lnTo>
                  <a:pt x="2221" y="267420"/>
                </a:lnTo>
                <a:lnTo>
                  <a:pt x="2221" y="265911"/>
                </a:lnTo>
                <a:lnTo>
                  <a:pt x="2697" y="264136"/>
                </a:lnTo>
                <a:lnTo>
                  <a:pt x="2697" y="262450"/>
                </a:lnTo>
                <a:lnTo>
                  <a:pt x="2697" y="260764"/>
                </a:lnTo>
                <a:lnTo>
                  <a:pt x="2697" y="258988"/>
                </a:lnTo>
                <a:lnTo>
                  <a:pt x="2697" y="257480"/>
                </a:lnTo>
                <a:lnTo>
                  <a:pt x="3015" y="255793"/>
                </a:lnTo>
                <a:lnTo>
                  <a:pt x="3015" y="254284"/>
                </a:lnTo>
                <a:lnTo>
                  <a:pt x="3015" y="252598"/>
                </a:lnTo>
                <a:lnTo>
                  <a:pt x="3015" y="250912"/>
                </a:lnTo>
                <a:lnTo>
                  <a:pt x="3491" y="249403"/>
                </a:lnTo>
                <a:lnTo>
                  <a:pt x="3491" y="247450"/>
                </a:lnTo>
                <a:lnTo>
                  <a:pt x="3491" y="245941"/>
                </a:lnTo>
                <a:lnTo>
                  <a:pt x="3491" y="244255"/>
                </a:lnTo>
                <a:lnTo>
                  <a:pt x="3491" y="242480"/>
                </a:lnTo>
                <a:lnTo>
                  <a:pt x="3808" y="240971"/>
                </a:lnTo>
                <a:lnTo>
                  <a:pt x="3808" y="239285"/>
                </a:lnTo>
                <a:lnTo>
                  <a:pt x="3808" y="237776"/>
                </a:lnTo>
                <a:lnTo>
                  <a:pt x="3808" y="236089"/>
                </a:lnTo>
                <a:lnTo>
                  <a:pt x="3808" y="234137"/>
                </a:lnTo>
                <a:lnTo>
                  <a:pt x="4284" y="232628"/>
                </a:lnTo>
                <a:lnTo>
                  <a:pt x="4284" y="230942"/>
                </a:lnTo>
                <a:lnTo>
                  <a:pt x="4284" y="229433"/>
                </a:lnTo>
                <a:lnTo>
                  <a:pt x="4284" y="227746"/>
                </a:lnTo>
                <a:lnTo>
                  <a:pt x="4284" y="225971"/>
                </a:lnTo>
                <a:lnTo>
                  <a:pt x="4601" y="224285"/>
                </a:lnTo>
                <a:lnTo>
                  <a:pt x="4601" y="222599"/>
                </a:lnTo>
                <a:lnTo>
                  <a:pt x="4601" y="221090"/>
                </a:lnTo>
                <a:lnTo>
                  <a:pt x="4601" y="219315"/>
                </a:lnTo>
                <a:lnTo>
                  <a:pt x="4601" y="217628"/>
                </a:lnTo>
                <a:lnTo>
                  <a:pt x="4601" y="216119"/>
                </a:lnTo>
                <a:lnTo>
                  <a:pt x="4601" y="214167"/>
                </a:lnTo>
                <a:lnTo>
                  <a:pt x="4601" y="212747"/>
                </a:lnTo>
                <a:lnTo>
                  <a:pt x="4601" y="210972"/>
                </a:lnTo>
                <a:lnTo>
                  <a:pt x="4919" y="209285"/>
                </a:lnTo>
                <a:lnTo>
                  <a:pt x="4919" y="207776"/>
                </a:lnTo>
                <a:lnTo>
                  <a:pt x="4919" y="206090"/>
                </a:lnTo>
                <a:lnTo>
                  <a:pt x="4919" y="204315"/>
                </a:lnTo>
                <a:lnTo>
                  <a:pt x="4919" y="202629"/>
                </a:lnTo>
                <a:lnTo>
                  <a:pt x="5395" y="201120"/>
                </a:lnTo>
                <a:lnTo>
                  <a:pt x="5395" y="199433"/>
                </a:lnTo>
                <a:lnTo>
                  <a:pt x="5395" y="197658"/>
                </a:lnTo>
                <a:lnTo>
                  <a:pt x="5395" y="195972"/>
                </a:lnTo>
                <a:lnTo>
                  <a:pt x="5395" y="194286"/>
                </a:lnTo>
                <a:lnTo>
                  <a:pt x="5712" y="192777"/>
                </a:lnTo>
                <a:lnTo>
                  <a:pt x="5712" y="191090"/>
                </a:lnTo>
                <a:lnTo>
                  <a:pt x="5712" y="189315"/>
                </a:lnTo>
                <a:lnTo>
                  <a:pt x="5712" y="187629"/>
                </a:lnTo>
                <a:lnTo>
                  <a:pt x="6188" y="185943"/>
                </a:lnTo>
                <a:lnTo>
                  <a:pt x="6188" y="184434"/>
                </a:lnTo>
                <a:lnTo>
                  <a:pt x="6188" y="182659"/>
                </a:lnTo>
                <a:lnTo>
                  <a:pt x="6188" y="180972"/>
                </a:lnTo>
                <a:lnTo>
                  <a:pt x="6188" y="179286"/>
                </a:lnTo>
                <a:lnTo>
                  <a:pt x="6506" y="177511"/>
                </a:lnTo>
                <a:lnTo>
                  <a:pt x="6506" y="176002"/>
                </a:lnTo>
                <a:lnTo>
                  <a:pt x="6506" y="174138"/>
                </a:lnTo>
                <a:lnTo>
                  <a:pt x="6506" y="172629"/>
                </a:lnTo>
                <a:lnTo>
                  <a:pt x="6506" y="170854"/>
                </a:lnTo>
                <a:lnTo>
                  <a:pt x="6506" y="169168"/>
                </a:lnTo>
                <a:lnTo>
                  <a:pt x="6506" y="167481"/>
                </a:lnTo>
                <a:lnTo>
                  <a:pt x="6506" y="165706"/>
                </a:lnTo>
                <a:lnTo>
                  <a:pt x="6506" y="164286"/>
                </a:lnTo>
                <a:lnTo>
                  <a:pt x="6506" y="162511"/>
                </a:lnTo>
                <a:lnTo>
                  <a:pt x="6823" y="160825"/>
                </a:lnTo>
                <a:lnTo>
                  <a:pt x="6823" y="159138"/>
                </a:lnTo>
                <a:lnTo>
                  <a:pt x="6823" y="157363"/>
                </a:lnTo>
                <a:lnTo>
                  <a:pt x="6823" y="155854"/>
                </a:lnTo>
                <a:lnTo>
                  <a:pt x="7299" y="153991"/>
                </a:lnTo>
                <a:lnTo>
                  <a:pt x="7299" y="152482"/>
                </a:lnTo>
                <a:lnTo>
                  <a:pt x="7299" y="150707"/>
                </a:lnTo>
                <a:lnTo>
                  <a:pt x="7299" y="149020"/>
                </a:lnTo>
                <a:lnTo>
                  <a:pt x="7299" y="147334"/>
                </a:lnTo>
                <a:lnTo>
                  <a:pt x="7616" y="145559"/>
                </a:lnTo>
                <a:lnTo>
                  <a:pt x="7616" y="144050"/>
                </a:lnTo>
                <a:lnTo>
                  <a:pt x="7616" y="142186"/>
                </a:lnTo>
                <a:lnTo>
                  <a:pt x="7616" y="140677"/>
                </a:lnTo>
                <a:lnTo>
                  <a:pt x="7616" y="138991"/>
                </a:lnTo>
                <a:lnTo>
                  <a:pt x="8093" y="137216"/>
                </a:lnTo>
                <a:lnTo>
                  <a:pt x="8093" y="135529"/>
                </a:lnTo>
                <a:lnTo>
                  <a:pt x="8093" y="133843"/>
                </a:lnTo>
                <a:lnTo>
                  <a:pt x="8093" y="132334"/>
                </a:lnTo>
                <a:lnTo>
                  <a:pt x="8093" y="130382"/>
                </a:lnTo>
                <a:lnTo>
                  <a:pt x="8410" y="128873"/>
                </a:lnTo>
                <a:lnTo>
                  <a:pt x="8410" y="127186"/>
                </a:lnTo>
                <a:lnTo>
                  <a:pt x="8410" y="125411"/>
                </a:lnTo>
                <a:lnTo>
                  <a:pt x="8410" y="123725"/>
                </a:lnTo>
                <a:lnTo>
                  <a:pt x="8886" y="122038"/>
                </a:lnTo>
                <a:lnTo>
                  <a:pt x="8886" y="120263"/>
                </a:lnTo>
                <a:lnTo>
                  <a:pt x="8886" y="118577"/>
                </a:lnTo>
                <a:lnTo>
                  <a:pt x="8886" y="117068"/>
                </a:lnTo>
                <a:lnTo>
                  <a:pt x="8886" y="115382"/>
                </a:lnTo>
                <a:lnTo>
                  <a:pt x="8886" y="113607"/>
                </a:lnTo>
                <a:lnTo>
                  <a:pt x="8886" y="111920"/>
                </a:lnTo>
                <a:lnTo>
                  <a:pt x="8886" y="110234"/>
                </a:lnTo>
                <a:lnTo>
                  <a:pt x="8886" y="108459"/>
                </a:lnTo>
                <a:lnTo>
                  <a:pt x="8886" y="106773"/>
                </a:lnTo>
                <a:lnTo>
                  <a:pt x="9203" y="105264"/>
                </a:lnTo>
                <a:lnTo>
                  <a:pt x="9203" y="103311"/>
                </a:lnTo>
                <a:lnTo>
                  <a:pt x="9203" y="101891"/>
                </a:lnTo>
                <a:lnTo>
                  <a:pt x="9203" y="100116"/>
                </a:lnTo>
                <a:lnTo>
                  <a:pt x="9203" y="98429"/>
                </a:lnTo>
                <a:lnTo>
                  <a:pt x="9521" y="96743"/>
                </a:lnTo>
                <a:lnTo>
                  <a:pt x="9521" y="94968"/>
                </a:lnTo>
                <a:lnTo>
                  <a:pt x="9521" y="93282"/>
                </a:lnTo>
                <a:lnTo>
                  <a:pt x="9521" y="91595"/>
                </a:lnTo>
                <a:lnTo>
                  <a:pt x="9997" y="90086"/>
                </a:lnTo>
                <a:lnTo>
                  <a:pt x="9997" y="88134"/>
                </a:lnTo>
                <a:lnTo>
                  <a:pt x="9997" y="86625"/>
                </a:lnTo>
                <a:lnTo>
                  <a:pt x="9997" y="84939"/>
                </a:lnTo>
                <a:lnTo>
                  <a:pt x="9997" y="82986"/>
                </a:lnTo>
                <a:lnTo>
                  <a:pt x="10314" y="81477"/>
                </a:lnTo>
                <a:lnTo>
                  <a:pt x="10314" y="79791"/>
                </a:lnTo>
                <a:lnTo>
                  <a:pt x="10314" y="78016"/>
                </a:lnTo>
                <a:lnTo>
                  <a:pt x="10314" y="76329"/>
                </a:lnTo>
                <a:lnTo>
                  <a:pt x="10314" y="74820"/>
                </a:lnTo>
                <a:lnTo>
                  <a:pt x="10790" y="72868"/>
                </a:lnTo>
                <a:lnTo>
                  <a:pt x="10790" y="71182"/>
                </a:lnTo>
                <a:lnTo>
                  <a:pt x="10790" y="69673"/>
                </a:lnTo>
                <a:lnTo>
                  <a:pt x="10790" y="67720"/>
                </a:lnTo>
                <a:lnTo>
                  <a:pt x="10790" y="66300"/>
                </a:lnTo>
                <a:lnTo>
                  <a:pt x="10790" y="64525"/>
                </a:lnTo>
                <a:lnTo>
                  <a:pt x="10790" y="62838"/>
                </a:lnTo>
                <a:lnTo>
                  <a:pt x="10790" y="61152"/>
                </a:lnTo>
                <a:lnTo>
                  <a:pt x="10790" y="59377"/>
                </a:lnTo>
                <a:lnTo>
                  <a:pt x="11108" y="57691"/>
                </a:lnTo>
                <a:lnTo>
                  <a:pt x="11108" y="56004"/>
                </a:lnTo>
                <a:lnTo>
                  <a:pt x="11108" y="54229"/>
                </a:lnTo>
                <a:lnTo>
                  <a:pt x="11108" y="52543"/>
                </a:lnTo>
                <a:lnTo>
                  <a:pt x="11108" y="51034"/>
                </a:lnTo>
                <a:lnTo>
                  <a:pt x="11425" y="49081"/>
                </a:lnTo>
                <a:lnTo>
                  <a:pt x="11425" y="47573"/>
                </a:lnTo>
                <a:lnTo>
                  <a:pt x="11425" y="45886"/>
                </a:lnTo>
                <a:lnTo>
                  <a:pt x="11425" y="43934"/>
                </a:lnTo>
                <a:lnTo>
                  <a:pt x="11425" y="42425"/>
                </a:lnTo>
                <a:lnTo>
                  <a:pt x="11901" y="40738"/>
                </a:lnTo>
                <a:lnTo>
                  <a:pt x="11901" y="39052"/>
                </a:lnTo>
                <a:lnTo>
                  <a:pt x="11901" y="37277"/>
                </a:lnTo>
                <a:lnTo>
                  <a:pt x="11901" y="35591"/>
                </a:lnTo>
                <a:lnTo>
                  <a:pt x="11901" y="33904"/>
                </a:lnTo>
                <a:lnTo>
                  <a:pt x="12218" y="32129"/>
                </a:lnTo>
                <a:lnTo>
                  <a:pt x="12218" y="30443"/>
                </a:lnTo>
                <a:lnTo>
                  <a:pt x="12218" y="28756"/>
                </a:lnTo>
                <a:lnTo>
                  <a:pt x="12218" y="27247"/>
                </a:lnTo>
                <a:lnTo>
                  <a:pt x="12694" y="25295"/>
                </a:lnTo>
                <a:lnTo>
                  <a:pt x="12694" y="23786"/>
                </a:lnTo>
                <a:lnTo>
                  <a:pt x="12694" y="22100"/>
                </a:lnTo>
                <a:lnTo>
                  <a:pt x="12694" y="20413"/>
                </a:lnTo>
                <a:lnTo>
                  <a:pt x="12694" y="18638"/>
                </a:lnTo>
                <a:lnTo>
                  <a:pt x="13012" y="16952"/>
                </a:lnTo>
                <a:lnTo>
                  <a:pt x="13012" y="15265"/>
                </a:lnTo>
                <a:lnTo>
                  <a:pt x="13012" y="13490"/>
                </a:lnTo>
                <a:lnTo>
                  <a:pt x="13012" y="11804"/>
                </a:lnTo>
                <a:lnTo>
                  <a:pt x="13012" y="10118"/>
                </a:lnTo>
                <a:lnTo>
                  <a:pt x="13012" y="8609"/>
                </a:lnTo>
                <a:lnTo>
                  <a:pt x="13012" y="6656"/>
                </a:lnTo>
                <a:lnTo>
                  <a:pt x="13012" y="5147"/>
                </a:lnTo>
                <a:lnTo>
                  <a:pt x="13012" y="3195"/>
                </a:lnTo>
                <a:lnTo>
                  <a:pt x="13012" y="1508"/>
                </a:lnTo>
                <a:lnTo>
                  <a:pt x="13488" y="0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4668672" y="2656670"/>
            <a:ext cx="13647" cy="333898"/>
          </a:xfrm>
          <a:custGeom>
            <a:avLst/>
            <a:gdLst/>
            <a:ahLst/>
            <a:cxnLst/>
            <a:rect l="l" t="t" r="r" b="b"/>
            <a:pathLst>
              <a:path w="13647" h="333898">
                <a:moveTo>
                  <a:pt x="0" y="333898"/>
                </a:moveTo>
                <a:lnTo>
                  <a:pt x="0" y="331946"/>
                </a:lnTo>
                <a:lnTo>
                  <a:pt x="0" y="330437"/>
                </a:lnTo>
                <a:lnTo>
                  <a:pt x="0" y="328750"/>
                </a:lnTo>
                <a:lnTo>
                  <a:pt x="317" y="327064"/>
                </a:lnTo>
                <a:lnTo>
                  <a:pt x="317" y="325289"/>
                </a:lnTo>
                <a:lnTo>
                  <a:pt x="317" y="323603"/>
                </a:lnTo>
                <a:lnTo>
                  <a:pt x="317" y="321916"/>
                </a:lnTo>
                <a:lnTo>
                  <a:pt x="317" y="320141"/>
                </a:lnTo>
                <a:lnTo>
                  <a:pt x="634" y="318455"/>
                </a:lnTo>
                <a:lnTo>
                  <a:pt x="634" y="316768"/>
                </a:lnTo>
                <a:lnTo>
                  <a:pt x="634" y="315259"/>
                </a:lnTo>
                <a:lnTo>
                  <a:pt x="634" y="313307"/>
                </a:lnTo>
                <a:lnTo>
                  <a:pt x="634" y="311798"/>
                </a:lnTo>
                <a:lnTo>
                  <a:pt x="1110" y="310112"/>
                </a:lnTo>
                <a:lnTo>
                  <a:pt x="1110" y="308425"/>
                </a:lnTo>
                <a:lnTo>
                  <a:pt x="1110" y="306650"/>
                </a:lnTo>
                <a:lnTo>
                  <a:pt x="1110" y="304698"/>
                </a:lnTo>
                <a:lnTo>
                  <a:pt x="1110" y="303277"/>
                </a:lnTo>
                <a:lnTo>
                  <a:pt x="1428" y="301502"/>
                </a:lnTo>
                <a:lnTo>
                  <a:pt x="1428" y="299816"/>
                </a:lnTo>
                <a:lnTo>
                  <a:pt x="1428" y="298130"/>
                </a:lnTo>
                <a:lnTo>
                  <a:pt x="1428" y="296355"/>
                </a:lnTo>
                <a:lnTo>
                  <a:pt x="1428" y="294668"/>
                </a:lnTo>
                <a:lnTo>
                  <a:pt x="1428" y="293159"/>
                </a:lnTo>
                <a:lnTo>
                  <a:pt x="1428" y="291650"/>
                </a:lnTo>
                <a:lnTo>
                  <a:pt x="1428" y="289698"/>
                </a:lnTo>
                <a:lnTo>
                  <a:pt x="1428" y="288189"/>
                </a:lnTo>
                <a:lnTo>
                  <a:pt x="1904" y="286325"/>
                </a:lnTo>
                <a:lnTo>
                  <a:pt x="1904" y="284550"/>
                </a:lnTo>
                <a:lnTo>
                  <a:pt x="1904" y="283041"/>
                </a:lnTo>
                <a:lnTo>
                  <a:pt x="1904" y="281177"/>
                </a:lnTo>
                <a:lnTo>
                  <a:pt x="1904" y="279668"/>
                </a:lnTo>
                <a:lnTo>
                  <a:pt x="2221" y="277893"/>
                </a:lnTo>
                <a:lnTo>
                  <a:pt x="2221" y="276207"/>
                </a:lnTo>
                <a:lnTo>
                  <a:pt x="2221" y="274521"/>
                </a:lnTo>
                <a:lnTo>
                  <a:pt x="2221" y="272746"/>
                </a:lnTo>
                <a:lnTo>
                  <a:pt x="2221" y="271059"/>
                </a:lnTo>
                <a:lnTo>
                  <a:pt x="2538" y="269373"/>
                </a:lnTo>
                <a:lnTo>
                  <a:pt x="2538" y="267598"/>
                </a:lnTo>
                <a:lnTo>
                  <a:pt x="2538" y="265911"/>
                </a:lnTo>
                <a:lnTo>
                  <a:pt x="2538" y="264403"/>
                </a:lnTo>
                <a:lnTo>
                  <a:pt x="3015" y="262539"/>
                </a:lnTo>
                <a:lnTo>
                  <a:pt x="3015" y="261030"/>
                </a:lnTo>
                <a:lnTo>
                  <a:pt x="3015" y="259255"/>
                </a:lnTo>
                <a:lnTo>
                  <a:pt x="3015" y="257568"/>
                </a:lnTo>
                <a:lnTo>
                  <a:pt x="3015" y="255882"/>
                </a:lnTo>
                <a:lnTo>
                  <a:pt x="3332" y="254107"/>
                </a:lnTo>
                <a:lnTo>
                  <a:pt x="3332" y="252421"/>
                </a:lnTo>
                <a:lnTo>
                  <a:pt x="3332" y="250734"/>
                </a:lnTo>
                <a:lnTo>
                  <a:pt x="3332" y="249225"/>
                </a:lnTo>
                <a:lnTo>
                  <a:pt x="3332" y="247273"/>
                </a:lnTo>
                <a:lnTo>
                  <a:pt x="3808" y="245764"/>
                </a:lnTo>
                <a:lnTo>
                  <a:pt x="3808" y="243811"/>
                </a:lnTo>
                <a:lnTo>
                  <a:pt x="3808" y="242125"/>
                </a:lnTo>
                <a:lnTo>
                  <a:pt x="3808" y="240616"/>
                </a:lnTo>
                <a:lnTo>
                  <a:pt x="3808" y="238663"/>
                </a:lnTo>
                <a:lnTo>
                  <a:pt x="3808" y="237155"/>
                </a:lnTo>
                <a:lnTo>
                  <a:pt x="3808" y="235468"/>
                </a:lnTo>
                <a:lnTo>
                  <a:pt x="3808" y="233782"/>
                </a:lnTo>
                <a:lnTo>
                  <a:pt x="3808" y="232007"/>
                </a:lnTo>
                <a:lnTo>
                  <a:pt x="4125" y="230320"/>
                </a:lnTo>
                <a:lnTo>
                  <a:pt x="4125" y="228634"/>
                </a:lnTo>
                <a:lnTo>
                  <a:pt x="4125" y="226859"/>
                </a:lnTo>
                <a:lnTo>
                  <a:pt x="4125" y="225439"/>
                </a:lnTo>
                <a:lnTo>
                  <a:pt x="4125" y="223486"/>
                </a:lnTo>
                <a:lnTo>
                  <a:pt x="4443" y="221977"/>
                </a:lnTo>
                <a:lnTo>
                  <a:pt x="4443" y="220291"/>
                </a:lnTo>
                <a:lnTo>
                  <a:pt x="4443" y="218516"/>
                </a:lnTo>
                <a:lnTo>
                  <a:pt x="4443" y="216829"/>
                </a:lnTo>
                <a:lnTo>
                  <a:pt x="4443" y="215143"/>
                </a:lnTo>
                <a:lnTo>
                  <a:pt x="4919" y="213368"/>
                </a:lnTo>
                <a:lnTo>
                  <a:pt x="4919" y="211682"/>
                </a:lnTo>
                <a:lnTo>
                  <a:pt x="4919" y="210173"/>
                </a:lnTo>
                <a:lnTo>
                  <a:pt x="4919" y="208220"/>
                </a:lnTo>
                <a:lnTo>
                  <a:pt x="4919" y="206711"/>
                </a:lnTo>
                <a:lnTo>
                  <a:pt x="5236" y="205025"/>
                </a:lnTo>
                <a:lnTo>
                  <a:pt x="5236" y="203072"/>
                </a:lnTo>
                <a:lnTo>
                  <a:pt x="5236" y="201564"/>
                </a:lnTo>
                <a:lnTo>
                  <a:pt x="5236" y="199877"/>
                </a:lnTo>
                <a:lnTo>
                  <a:pt x="5712" y="198368"/>
                </a:lnTo>
                <a:lnTo>
                  <a:pt x="5712" y="196416"/>
                </a:lnTo>
                <a:lnTo>
                  <a:pt x="5712" y="194996"/>
                </a:lnTo>
                <a:lnTo>
                  <a:pt x="5712" y="193220"/>
                </a:lnTo>
                <a:lnTo>
                  <a:pt x="5712" y="191268"/>
                </a:lnTo>
                <a:lnTo>
                  <a:pt x="5712" y="189848"/>
                </a:lnTo>
                <a:lnTo>
                  <a:pt x="5712" y="188073"/>
                </a:lnTo>
                <a:lnTo>
                  <a:pt x="5712" y="186386"/>
                </a:lnTo>
                <a:lnTo>
                  <a:pt x="5712" y="184700"/>
                </a:lnTo>
                <a:lnTo>
                  <a:pt x="5712" y="183191"/>
                </a:lnTo>
                <a:lnTo>
                  <a:pt x="6030" y="181416"/>
                </a:lnTo>
                <a:lnTo>
                  <a:pt x="6030" y="179552"/>
                </a:lnTo>
                <a:lnTo>
                  <a:pt x="6030" y="178043"/>
                </a:lnTo>
                <a:lnTo>
                  <a:pt x="6030" y="176268"/>
                </a:lnTo>
                <a:lnTo>
                  <a:pt x="6030" y="174582"/>
                </a:lnTo>
                <a:lnTo>
                  <a:pt x="6506" y="172895"/>
                </a:lnTo>
                <a:lnTo>
                  <a:pt x="6506" y="171387"/>
                </a:lnTo>
                <a:lnTo>
                  <a:pt x="6506" y="169434"/>
                </a:lnTo>
                <a:lnTo>
                  <a:pt x="6506" y="167748"/>
                </a:lnTo>
                <a:lnTo>
                  <a:pt x="6823" y="166239"/>
                </a:lnTo>
                <a:lnTo>
                  <a:pt x="6823" y="164464"/>
                </a:lnTo>
                <a:lnTo>
                  <a:pt x="6823" y="162777"/>
                </a:lnTo>
                <a:lnTo>
                  <a:pt x="6823" y="161091"/>
                </a:lnTo>
                <a:lnTo>
                  <a:pt x="6823" y="159582"/>
                </a:lnTo>
                <a:lnTo>
                  <a:pt x="7140" y="157896"/>
                </a:lnTo>
                <a:lnTo>
                  <a:pt x="7140" y="155943"/>
                </a:lnTo>
                <a:lnTo>
                  <a:pt x="7140" y="154434"/>
                </a:lnTo>
                <a:lnTo>
                  <a:pt x="7140" y="152748"/>
                </a:lnTo>
                <a:lnTo>
                  <a:pt x="7140" y="151239"/>
                </a:lnTo>
                <a:lnTo>
                  <a:pt x="7616" y="149286"/>
                </a:lnTo>
                <a:lnTo>
                  <a:pt x="7616" y="147778"/>
                </a:lnTo>
                <a:lnTo>
                  <a:pt x="7616" y="146091"/>
                </a:lnTo>
                <a:lnTo>
                  <a:pt x="7616" y="144139"/>
                </a:lnTo>
                <a:lnTo>
                  <a:pt x="7616" y="142630"/>
                </a:lnTo>
                <a:lnTo>
                  <a:pt x="7616" y="140943"/>
                </a:lnTo>
                <a:lnTo>
                  <a:pt x="7616" y="139435"/>
                </a:lnTo>
                <a:lnTo>
                  <a:pt x="7616" y="137659"/>
                </a:lnTo>
                <a:lnTo>
                  <a:pt x="7616" y="135973"/>
                </a:lnTo>
                <a:lnTo>
                  <a:pt x="7934" y="134287"/>
                </a:lnTo>
                <a:lnTo>
                  <a:pt x="7934" y="132512"/>
                </a:lnTo>
                <a:lnTo>
                  <a:pt x="7934" y="131092"/>
                </a:lnTo>
                <a:lnTo>
                  <a:pt x="7934" y="129139"/>
                </a:lnTo>
                <a:lnTo>
                  <a:pt x="7934" y="127630"/>
                </a:lnTo>
                <a:lnTo>
                  <a:pt x="8410" y="125944"/>
                </a:lnTo>
                <a:lnTo>
                  <a:pt x="8410" y="124169"/>
                </a:lnTo>
                <a:lnTo>
                  <a:pt x="8410" y="122482"/>
                </a:lnTo>
                <a:lnTo>
                  <a:pt x="8410" y="120796"/>
                </a:lnTo>
                <a:lnTo>
                  <a:pt x="8410" y="119287"/>
                </a:lnTo>
                <a:lnTo>
                  <a:pt x="8727" y="117512"/>
                </a:lnTo>
                <a:lnTo>
                  <a:pt x="8727" y="115826"/>
                </a:lnTo>
                <a:lnTo>
                  <a:pt x="8727" y="114139"/>
                </a:lnTo>
                <a:lnTo>
                  <a:pt x="8727" y="112364"/>
                </a:lnTo>
                <a:lnTo>
                  <a:pt x="8727" y="110855"/>
                </a:lnTo>
                <a:lnTo>
                  <a:pt x="9045" y="109169"/>
                </a:lnTo>
                <a:lnTo>
                  <a:pt x="9045" y="107483"/>
                </a:lnTo>
                <a:lnTo>
                  <a:pt x="9045" y="105707"/>
                </a:lnTo>
                <a:lnTo>
                  <a:pt x="9045" y="104021"/>
                </a:lnTo>
                <a:lnTo>
                  <a:pt x="9521" y="102512"/>
                </a:lnTo>
                <a:lnTo>
                  <a:pt x="9521" y="100826"/>
                </a:lnTo>
                <a:lnTo>
                  <a:pt x="9521" y="99317"/>
                </a:lnTo>
                <a:lnTo>
                  <a:pt x="9521" y="97364"/>
                </a:lnTo>
                <a:lnTo>
                  <a:pt x="9521" y="95678"/>
                </a:lnTo>
                <a:lnTo>
                  <a:pt x="9838" y="94169"/>
                </a:lnTo>
                <a:lnTo>
                  <a:pt x="9838" y="92483"/>
                </a:lnTo>
                <a:lnTo>
                  <a:pt x="9838" y="90974"/>
                </a:lnTo>
                <a:lnTo>
                  <a:pt x="9838" y="89199"/>
                </a:lnTo>
                <a:lnTo>
                  <a:pt x="9838" y="87513"/>
                </a:lnTo>
                <a:lnTo>
                  <a:pt x="9838" y="85826"/>
                </a:lnTo>
                <a:lnTo>
                  <a:pt x="9838" y="84051"/>
                </a:lnTo>
                <a:lnTo>
                  <a:pt x="9838" y="82631"/>
                </a:lnTo>
                <a:lnTo>
                  <a:pt x="9838" y="80856"/>
                </a:lnTo>
                <a:lnTo>
                  <a:pt x="9838" y="79170"/>
                </a:lnTo>
                <a:lnTo>
                  <a:pt x="10314" y="77483"/>
                </a:lnTo>
                <a:lnTo>
                  <a:pt x="10314" y="75708"/>
                </a:lnTo>
                <a:lnTo>
                  <a:pt x="10314" y="74199"/>
                </a:lnTo>
                <a:lnTo>
                  <a:pt x="10314" y="72513"/>
                </a:lnTo>
                <a:lnTo>
                  <a:pt x="10631" y="71004"/>
                </a:lnTo>
                <a:lnTo>
                  <a:pt x="10631" y="69318"/>
                </a:lnTo>
                <a:lnTo>
                  <a:pt x="10631" y="67543"/>
                </a:lnTo>
                <a:lnTo>
                  <a:pt x="10631" y="66122"/>
                </a:lnTo>
                <a:lnTo>
                  <a:pt x="10631" y="64170"/>
                </a:lnTo>
                <a:lnTo>
                  <a:pt x="11108" y="62661"/>
                </a:lnTo>
                <a:lnTo>
                  <a:pt x="11108" y="60975"/>
                </a:lnTo>
                <a:lnTo>
                  <a:pt x="11108" y="59200"/>
                </a:lnTo>
                <a:lnTo>
                  <a:pt x="11108" y="57691"/>
                </a:lnTo>
                <a:lnTo>
                  <a:pt x="11108" y="56004"/>
                </a:lnTo>
                <a:lnTo>
                  <a:pt x="11425" y="54495"/>
                </a:lnTo>
                <a:lnTo>
                  <a:pt x="11425" y="52809"/>
                </a:lnTo>
                <a:lnTo>
                  <a:pt x="11425" y="51034"/>
                </a:lnTo>
                <a:lnTo>
                  <a:pt x="11425" y="49348"/>
                </a:lnTo>
                <a:lnTo>
                  <a:pt x="11425" y="47661"/>
                </a:lnTo>
                <a:lnTo>
                  <a:pt x="11742" y="46152"/>
                </a:lnTo>
                <a:lnTo>
                  <a:pt x="11742" y="44466"/>
                </a:lnTo>
                <a:lnTo>
                  <a:pt x="11742" y="42691"/>
                </a:lnTo>
                <a:lnTo>
                  <a:pt x="11742" y="41182"/>
                </a:lnTo>
                <a:lnTo>
                  <a:pt x="11742" y="39496"/>
                </a:lnTo>
                <a:lnTo>
                  <a:pt x="11742" y="37809"/>
                </a:lnTo>
                <a:lnTo>
                  <a:pt x="11742" y="36301"/>
                </a:lnTo>
                <a:lnTo>
                  <a:pt x="11742" y="34525"/>
                </a:lnTo>
                <a:lnTo>
                  <a:pt x="11742" y="33105"/>
                </a:lnTo>
                <a:lnTo>
                  <a:pt x="12218" y="31330"/>
                </a:lnTo>
                <a:lnTo>
                  <a:pt x="12218" y="29644"/>
                </a:lnTo>
                <a:lnTo>
                  <a:pt x="12218" y="28135"/>
                </a:lnTo>
                <a:lnTo>
                  <a:pt x="12218" y="26449"/>
                </a:lnTo>
                <a:lnTo>
                  <a:pt x="12218" y="24940"/>
                </a:lnTo>
                <a:lnTo>
                  <a:pt x="12536" y="22987"/>
                </a:lnTo>
                <a:lnTo>
                  <a:pt x="12536" y="21301"/>
                </a:lnTo>
                <a:lnTo>
                  <a:pt x="12536" y="19792"/>
                </a:lnTo>
                <a:lnTo>
                  <a:pt x="12536" y="18017"/>
                </a:lnTo>
                <a:lnTo>
                  <a:pt x="12536" y="16508"/>
                </a:lnTo>
                <a:lnTo>
                  <a:pt x="13012" y="14822"/>
                </a:lnTo>
                <a:lnTo>
                  <a:pt x="13012" y="13135"/>
                </a:lnTo>
                <a:lnTo>
                  <a:pt x="13012" y="11626"/>
                </a:lnTo>
                <a:lnTo>
                  <a:pt x="13012" y="9940"/>
                </a:lnTo>
                <a:lnTo>
                  <a:pt x="13329" y="8431"/>
                </a:lnTo>
                <a:lnTo>
                  <a:pt x="13329" y="6656"/>
                </a:lnTo>
                <a:lnTo>
                  <a:pt x="13329" y="4970"/>
                </a:lnTo>
                <a:lnTo>
                  <a:pt x="13329" y="3461"/>
                </a:lnTo>
                <a:lnTo>
                  <a:pt x="13329" y="1775"/>
                </a:lnTo>
                <a:lnTo>
                  <a:pt x="13647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4682319" y="2351795"/>
            <a:ext cx="13170" cy="304875"/>
          </a:xfrm>
          <a:custGeom>
            <a:avLst/>
            <a:gdLst/>
            <a:ahLst/>
            <a:cxnLst/>
            <a:rect l="l" t="t" r="r" b="b"/>
            <a:pathLst>
              <a:path w="13170" h="304875">
                <a:moveTo>
                  <a:pt x="0" y="304875"/>
                </a:moveTo>
                <a:lnTo>
                  <a:pt x="0" y="303455"/>
                </a:lnTo>
                <a:lnTo>
                  <a:pt x="0" y="301680"/>
                </a:lnTo>
                <a:lnTo>
                  <a:pt x="0" y="300171"/>
                </a:lnTo>
                <a:lnTo>
                  <a:pt x="0" y="298662"/>
                </a:lnTo>
                <a:lnTo>
                  <a:pt x="476" y="296976"/>
                </a:lnTo>
                <a:lnTo>
                  <a:pt x="476" y="295467"/>
                </a:lnTo>
                <a:lnTo>
                  <a:pt x="476" y="293781"/>
                </a:lnTo>
                <a:lnTo>
                  <a:pt x="476" y="292094"/>
                </a:lnTo>
                <a:lnTo>
                  <a:pt x="476" y="290585"/>
                </a:lnTo>
                <a:lnTo>
                  <a:pt x="476" y="288810"/>
                </a:lnTo>
                <a:lnTo>
                  <a:pt x="476" y="287301"/>
                </a:lnTo>
                <a:lnTo>
                  <a:pt x="476" y="285615"/>
                </a:lnTo>
                <a:lnTo>
                  <a:pt x="476" y="283929"/>
                </a:lnTo>
                <a:lnTo>
                  <a:pt x="476" y="282420"/>
                </a:lnTo>
                <a:lnTo>
                  <a:pt x="793" y="280645"/>
                </a:lnTo>
                <a:lnTo>
                  <a:pt x="793" y="278958"/>
                </a:lnTo>
                <a:lnTo>
                  <a:pt x="793" y="277450"/>
                </a:lnTo>
                <a:lnTo>
                  <a:pt x="793" y="275941"/>
                </a:lnTo>
                <a:lnTo>
                  <a:pt x="1269" y="274254"/>
                </a:lnTo>
                <a:lnTo>
                  <a:pt x="1269" y="272746"/>
                </a:lnTo>
                <a:lnTo>
                  <a:pt x="1269" y="271059"/>
                </a:lnTo>
                <a:lnTo>
                  <a:pt x="1269" y="269550"/>
                </a:lnTo>
                <a:lnTo>
                  <a:pt x="1269" y="267864"/>
                </a:lnTo>
                <a:lnTo>
                  <a:pt x="1586" y="266089"/>
                </a:lnTo>
                <a:lnTo>
                  <a:pt x="1586" y="264580"/>
                </a:lnTo>
                <a:lnTo>
                  <a:pt x="1586" y="262894"/>
                </a:lnTo>
                <a:lnTo>
                  <a:pt x="1586" y="261385"/>
                </a:lnTo>
                <a:lnTo>
                  <a:pt x="1586" y="259876"/>
                </a:lnTo>
                <a:lnTo>
                  <a:pt x="2062" y="258190"/>
                </a:lnTo>
                <a:lnTo>
                  <a:pt x="2062" y="256415"/>
                </a:lnTo>
                <a:lnTo>
                  <a:pt x="2062" y="254994"/>
                </a:lnTo>
                <a:lnTo>
                  <a:pt x="2062" y="253219"/>
                </a:lnTo>
                <a:lnTo>
                  <a:pt x="2062" y="251710"/>
                </a:lnTo>
                <a:lnTo>
                  <a:pt x="2380" y="250202"/>
                </a:lnTo>
                <a:lnTo>
                  <a:pt x="2380" y="248515"/>
                </a:lnTo>
                <a:lnTo>
                  <a:pt x="2380" y="247006"/>
                </a:lnTo>
                <a:lnTo>
                  <a:pt x="2380" y="245320"/>
                </a:lnTo>
                <a:lnTo>
                  <a:pt x="2380" y="243634"/>
                </a:lnTo>
                <a:lnTo>
                  <a:pt x="2380" y="242302"/>
                </a:lnTo>
                <a:lnTo>
                  <a:pt x="2380" y="240616"/>
                </a:lnTo>
                <a:lnTo>
                  <a:pt x="2380" y="238841"/>
                </a:lnTo>
                <a:lnTo>
                  <a:pt x="2380" y="237332"/>
                </a:lnTo>
                <a:lnTo>
                  <a:pt x="2697" y="235646"/>
                </a:lnTo>
                <a:lnTo>
                  <a:pt x="2697" y="234137"/>
                </a:lnTo>
                <a:lnTo>
                  <a:pt x="2697" y="232628"/>
                </a:lnTo>
                <a:lnTo>
                  <a:pt x="2697" y="230942"/>
                </a:lnTo>
                <a:lnTo>
                  <a:pt x="2697" y="229433"/>
                </a:lnTo>
                <a:lnTo>
                  <a:pt x="3173" y="227924"/>
                </a:lnTo>
                <a:lnTo>
                  <a:pt x="3173" y="226238"/>
                </a:lnTo>
                <a:lnTo>
                  <a:pt x="3173" y="224729"/>
                </a:lnTo>
                <a:lnTo>
                  <a:pt x="3173" y="223042"/>
                </a:lnTo>
                <a:lnTo>
                  <a:pt x="3173" y="221267"/>
                </a:lnTo>
                <a:lnTo>
                  <a:pt x="3491" y="220025"/>
                </a:lnTo>
                <a:lnTo>
                  <a:pt x="3491" y="218250"/>
                </a:lnTo>
                <a:lnTo>
                  <a:pt x="3491" y="216563"/>
                </a:lnTo>
                <a:lnTo>
                  <a:pt x="3491" y="215321"/>
                </a:lnTo>
                <a:lnTo>
                  <a:pt x="3967" y="213546"/>
                </a:lnTo>
                <a:lnTo>
                  <a:pt x="3967" y="211859"/>
                </a:lnTo>
                <a:lnTo>
                  <a:pt x="3967" y="210350"/>
                </a:lnTo>
                <a:lnTo>
                  <a:pt x="3967" y="208841"/>
                </a:lnTo>
                <a:lnTo>
                  <a:pt x="3967" y="207155"/>
                </a:lnTo>
                <a:lnTo>
                  <a:pt x="4284" y="205646"/>
                </a:lnTo>
                <a:lnTo>
                  <a:pt x="4284" y="204137"/>
                </a:lnTo>
                <a:lnTo>
                  <a:pt x="4284" y="202451"/>
                </a:lnTo>
                <a:lnTo>
                  <a:pt x="4284" y="200942"/>
                </a:lnTo>
                <a:lnTo>
                  <a:pt x="4284" y="199433"/>
                </a:lnTo>
                <a:lnTo>
                  <a:pt x="4601" y="197747"/>
                </a:lnTo>
                <a:lnTo>
                  <a:pt x="4601" y="196238"/>
                </a:lnTo>
                <a:lnTo>
                  <a:pt x="4601" y="194729"/>
                </a:lnTo>
                <a:lnTo>
                  <a:pt x="4601" y="192954"/>
                </a:lnTo>
                <a:lnTo>
                  <a:pt x="4601" y="191445"/>
                </a:lnTo>
                <a:lnTo>
                  <a:pt x="4601" y="190025"/>
                </a:lnTo>
                <a:lnTo>
                  <a:pt x="4601" y="188250"/>
                </a:lnTo>
                <a:lnTo>
                  <a:pt x="4601" y="186741"/>
                </a:lnTo>
                <a:lnTo>
                  <a:pt x="4601" y="185232"/>
                </a:lnTo>
                <a:lnTo>
                  <a:pt x="5077" y="183546"/>
                </a:lnTo>
                <a:lnTo>
                  <a:pt x="5077" y="182304"/>
                </a:lnTo>
                <a:lnTo>
                  <a:pt x="5077" y="180528"/>
                </a:lnTo>
                <a:lnTo>
                  <a:pt x="5077" y="178842"/>
                </a:lnTo>
                <a:lnTo>
                  <a:pt x="5077" y="177511"/>
                </a:lnTo>
                <a:lnTo>
                  <a:pt x="5395" y="175824"/>
                </a:lnTo>
                <a:lnTo>
                  <a:pt x="5395" y="174316"/>
                </a:lnTo>
                <a:lnTo>
                  <a:pt x="5395" y="172629"/>
                </a:lnTo>
                <a:lnTo>
                  <a:pt x="5395" y="171120"/>
                </a:lnTo>
                <a:lnTo>
                  <a:pt x="5395" y="169612"/>
                </a:lnTo>
                <a:lnTo>
                  <a:pt x="5871" y="167925"/>
                </a:lnTo>
                <a:lnTo>
                  <a:pt x="5871" y="166594"/>
                </a:lnTo>
                <a:lnTo>
                  <a:pt x="5871" y="164907"/>
                </a:lnTo>
                <a:lnTo>
                  <a:pt x="5871" y="163399"/>
                </a:lnTo>
                <a:lnTo>
                  <a:pt x="5871" y="161890"/>
                </a:lnTo>
                <a:lnTo>
                  <a:pt x="6188" y="160381"/>
                </a:lnTo>
                <a:lnTo>
                  <a:pt x="6188" y="158695"/>
                </a:lnTo>
                <a:lnTo>
                  <a:pt x="6188" y="157363"/>
                </a:lnTo>
                <a:lnTo>
                  <a:pt x="6188" y="155677"/>
                </a:lnTo>
                <a:lnTo>
                  <a:pt x="6664" y="154168"/>
                </a:lnTo>
                <a:lnTo>
                  <a:pt x="6664" y="152659"/>
                </a:lnTo>
                <a:lnTo>
                  <a:pt x="6664" y="151150"/>
                </a:lnTo>
                <a:lnTo>
                  <a:pt x="6664" y="149464"/>
                </a:lnTo>
                <a:lnTo>
                  <a:pt x="6664" y="147955"/>
                </a:lnTo>
                <a:lnTo>
                  <a:pt x="6664" y="146446"/>
                </a:lnTo>
                <a:lnTo>
                  <a:pt x="6664" y="144937"/>
                </a:lnTo>
                <a:lnTo>
                  <a:pt x="6664" y="143251"/>
                </a:lnTo>
                <a:lnTo>
                  <a:pt x="6664" y="141920"/>
                </a:lnTo>
                <a:lnTo>
                  <a:pt x="6664" y="140233"/>
                </a:lnTo>
                <a:lnTo>
                  <a:pt x="6982" y="138725"/>
                </a:lnTo>
                <a:lnTo>
                  <a:pt x="6982" y="137216"/>
                </a:lnTo>
                <a:lnTo>
                  <a:pt x="6982" y="135707"/>
                </a:lnTo>
                <a:lnTo>
                  <a:pt x="6982" y="134020"/>
                </a:lnTo>
                <a:lnTo>
                  <a:pt x="6982" y="132512"/>
                </a:lnTo>
                <a:lnTo>
                  <a:pt x="7299" y="131269"/>
                </a:lnTo>
                <a:lnTo>
                  <a:pt x="7299" y="129494"/>
                </a:lnTo>
                <a:lnTo>
                  <a:pt x="7299" y="127985"/>
                </a:lnTo>
                <a:lnTo>
                  <a:pt x="7299" y="126476"/>
                </a:lnTo>
                <a:lnTo>
                  <a:pt x="7775" y="125056"/>
                </a:lnTo>
                <a:lnTo>
                  <a:pt x="7775" y="123547"/>
                </a:lnTo>
                <a:lnTo>
                  <a:pt x="7775" y="122038"/>
                </a:lnTo>
                <a:lnTo>
                  <a:pt x="7775" y="120530"/>
                </a:lnTo>
                <a:lnTo>
                  <a:pt x="7775" y="118755"/>
                </a:lnTo>
                <a:lnTo>
                  <a:pt x="8093" y="117334"/>
                </a:lnTo>
                <a:lnTo>
                  <a:pt x="8093" y="116003"/>
                </a:lnTo>
                <a:lnTo>
                  <a:pt x="8093" y="114317"/>
                </a:lnTo>
                <a:lnTo>
                  <a:pt x="8093" y="112808"/>
                </a:lnTo>
                <a:lnTo>
                  <a:pt x="8093" y="111299"/>
                </a:lnTo>
                <a:lnTo>
                  <a:pt x="8569" y="109790"/>
                </a:lnTo>
                <a:lnTo>
                  <a:pt x="8569" y="108281"/>
                </a:lnTo>
                <a:lnTo>
                  <a:pt x="8569" y="106773"/>
                </a:lnTo>
                <a:lnTo>
                  <a:pt x="8569" y="105264"/>
                </a:lnTo>
                <a:lnTo>
                  <a:pt x="8569" y="103755"/>
                </a:lnTo>
                <a:lnTo>
                  <a:pt x="8886" y="102246"/>
                </a:lnTo>
                <a:lnTo>
                  <a:pt x="8886" y="100826"/>
                </a:lnTo>
                <a:lnTo>
                  <a:pt x="8886" y="99317"/>
                </a:lnTo>
                <a:lnTo>
                  <a:pt x="8886" y="97808"/>
                </a:lnTo>
                <a:lnTo>
                  <a:pt x="8886" y="96299"/>
                </a:lnTo>
                <a:lnTo>
                  <a:pt x="8886" y="94791"/>
                </a:lnTo>
                <a:lnTo>
                  <a:pt x="8886" y="93282"/>
                </a:lnTo>
                <a:lnTo>
                  <a:pt x="8886" y="91773"/>
                </a:lnTo>
                <a:lnTo>
                  <a:pt x="8886" y="90264"/>
                </a:lnTo>
                <a:lnTo>
                  <a:pt x="9203" y="88755"/>
                </a:lnTo>
                <a:lnTo>
                  <a:pt x="9203" y="87246"/>
                </a:lnTo>
                <a:lnTo>
                  <a:pt x="9203" y="85737"/>
                </a:lnTo>
                <a:lnTo>
                  <a:pt x="9203" y="84317"/>
                </a:lnTo>
                <a:lnTo>
                  <a:pt x="9203" y="82808"/>
                </a:lnTo>
                <a:lnTo>
                  <a:pt x="9679" y="81300"/>
                </a:lnTo>
                <a:lnTo>
                  <a:pt x="9679" y="79791"/>
                </a:lnTo>
                <a:lnTo>
                  <a:pt x="9679" y="78282"/>
                </a:lnTo>
                <a:lnTo>
                  <a:pt x="9679" y="76951"/>
                </a:lnTo>
                <a:lnTo>
                  <a:pt x="9679" y="75264"/>
                </a:lnTo>
                <a:lnTo>
                  <a:pt x="9997" y="73755"/>
                </a:lnTo>
                <a:lnTo>
                  <a:pt x="9997" y="72247"/>
                </a:lnTo>
                <a:lnTo>
                  <a:pt x="9997" y="71004"/>
                </a:lnTo>
                <a:lnTo>
                  <a:pt x="9997" y="69495"/>
                </a:lnTo>
                <a:lnTo>
                  <a:pt x="10473" y="67986"/>
                </a:lnTo>
                <a:lnTo>
                  <a:pt x="10473" y="66477"/>
                </a:lnTo>
                <a:lnTo>
                  <a:pt x="10473" y="64969"/>
                </a:lnTo>
                <a:lnTo>
                  <a:pt x="10473" y="63460"/>
                </a:lnTo>
                <a:lnTo>
                  <a:pt x="10473" y="61951"/>
                </a:lnTo>
                <a:lnTo>
                  <a:pt x="10790" y="60442"/>
                </a:lnTo>
                <a:lnTo>
                  <a:pt x="10790" y="59200"/>
                </a:lnTo>
                <a:lnTo>
                  <a:pt x="10790" y="57691"/>
                </a:lnTo>
                <a:lnTo>
                  <a:pt x="10790" y="56182"/>
                </a:lnTo>
                <a:lnTo>
                  <a:pt x="10790" y="54673"/>
                </a:lnTo>
                <a:lnTo>
                  <a:pt x="10790" y="53430"/>
                </a:lnTo>
                <a:lnTo>
                  <a:pt x="10790" y="51922"/>
                </a:lnTo>
                <a:lnTo>
                  <a:pt x="10790" y="50146"/>
                </a:lnTo>
                <a:lnTo>
                  <a:pt x="10790" y="48638"/>
                </a:lnTo>
                <a:lnTo>
                  <a:pt x="10790" y="47395"/>
                </a:lnTo>
                <a:lnTo>
                  <a:pt x="11108" y="45886"/>
                </a:lnTo>
                <a:lnTo>
                  <a:pt x="11108" y="44377"/>
                </a:lnTo>
                <a:lnTo>
                  <a:pt x="11108" y="42868"/>
                </a:lnTo>
                <a:lnTo>
                  <a:pt x="11108" y="41626"/>
                </a:lnTo>
                <a:lnTo>
                  <a:pt x="11584" y="40117"/>
                </a:lnTo>
                <a:lnTo>
                  <a:pt x="11584" y="38608"/>
                </a:lnTo>
                <a:lnTo>
                  <a:pt x="11584" y="37099"/>
                </a:lnTo>
                <a:lnTo>
                  <a:pt x="11584" y="35857"/>
                </a:lnTo>
                <a:lnTo>
                  <a:pt x="11584" y="34348"/>
                </a:lnTo>
                <a:lnTo>
                  <a:pt x="11901" y="32839"/>
                </a:lnTo>
                <a:lnTo>
                  <a:pt x="11901" y="31330"/>
                </a:lnTo>
                <a:lnTo>
                  <a:pt x="11901" y="29821"/>
                </a:lnTo>
                <a:lnTo>
                  <a:pt x="11901" y="28490"/>
                </a:lnTo>
                <a:lnTo>
                  <a:pt x="11901" y="26981"/>
                </a:lnTo>
                <a:lnTo>
                  <a:pt x="12377" y="25561"/>
                </a:lnTo>
                <a:lnTo>
                  <a:pt x="12377" y="24230"/>
                </a:lnTo>
                <a:lnTo>
                  <a:pt x="12377" y="22721"/>
                </a:lnTo>
                <a:lnTo>
                  <a:pt x="12377" y="21478"/>
                </a:lnTo>
                <a:lnTo>
                  <a:pt x="12377" y="19970"/>
                </a:lnTo>
                <a:lnTo>
                  <a:pt x="12694" y="18461"/>
                </a:lnTo>
                <a:lnTo>
                  <a:pt x="12694" y="16952"/>
                </a:lnTo>
                <a:lnTo>
                  <a:pt x="12694" y="15620"/>
                </a:lnTo>
                <a:lnTo>
                  <a:pt x="12694" y="14200"/>
                </a:lnTo>
                <a:lnTo>
                  <a:pt x="13170" y="12692"/>
                </a:lnTo>
                <a:lnTo>
                  <a:pt x="13170" y="11183"/>
                </a:lnTo>
                <a:lnTo>
                  <a:pt x="13170" y="9851"/>
                </a:lnTo>
                <a:lnTo>
                  <a:pt x="13170" y="8609"/>
                </a:lnTo>
                <a:lnTo>
                  <a:pt x="13170" y="7100"/>
                </a:lnTo>
                <a:lnTo>
                  <a:pt x="13170" y="5591"/>
                </a:lnTo>
                <a:lnTo>
                  <a:pt x="13170" y="4082"/>
                </a:lnTo>
                <a:lnTo>
                  <a:pt x="13170" y="2573"/>
                </a:lnTo>
                <a:lnTo>
                  <a:pt x="13170" y="1508"/>
                </a:lnTo>
                <a:lnTo>
                  <a:pt x="13170" y="0"/>
                </a:lnTo>
              </a:path>
            </a:pathLst>
          </a:custGeom>
          <a:ln w="195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4695490" y="2101593"/>
            <a:ext cx="13647" cy="250202"/>
          </a:xfrm>
          <a:custGeom>
            <a:avLst/>
            <a:gdLst/>
            <a:ahLst/>
            <a:cxnLst/>
            <a:rect l="l" t="t" r="r" b="b"/>
            <a:pathLst>
              <a:path w="13647" h="250202">
                <a:moveTo>
                  <a:pt x="0" y="250202"/>
                </a:moveTo>
                <a:lnTo>
                  <a:pt x="317" y="248693"/>
                </a:lnTo>
                <a:lnTo>
                  <a:pt x="317" y="247184"/>
                </a:lnTo>
                <a:lnTo>
                  <a:pt x="317" y="245675"/>
                </a:lnTo>
                <a:lnTo>
                  <a:pt x="317" y="244610"/>
                </a:lnTo>
                <a:lnTo>
                  <a:pt x="317" y="243101"/>
                </a:lnTo>
                <a:lnTo>
                  <a:pt x="634" y="241592"/>
                </a:lnTo>
                <a:lnTo>
                  <a:pt x="634" y="240172"/>
                </a:lnTo>
                <a:lnTo>
                  <a:pt x="634" y="238841"/>
                </a:lnTo>
                <a:lnTo>
                  <a:pt x="634" y="237598"/>
                </a:lnTo>
                <a:lnTo>
                  <a:pt x="1110" y="236089"/>
                </a:lnTo>
                <a:lnTo>
                  <a:pt x="1110" y="234758"/>
                </a:lnTo>
                <a:lnTo>
                  <a:pt x="1110" y="233249"/>
                </a:lnTo>
                <a:lnTo>
                  <a:pt x="1110" y="231740"/>
                </a:lnTo>
                <a:lnTo>
                  <a:pt x="1110" y="230498"/>
                </a:lnTo>
                <a:lnTo>
                  <a:pt x="1428" y="229167"/>
                </a:lnTo>
                <a:lnTo>
                  <a:pt x="1428" y="227658"/>
                </a:lnTo>
                <a:lnTo>
                  <a:pt x="1428" y="226149"/>
                </a:lnTo>
                <a:lnTo>
                  <a:pt x="1428" y="224906"/>
                </a:lnTo>
                <a:lnTo>
                  <a:pt x="1428" y="223397"/>
                </a:lnTo>
                <a:lnTo>
                  <a:pt x="1904" y="222155"/>
                </a:lnTo>
                <a:lnTo>
                  <a:pt x="1904" y="220823"/>
                </a:lnTo>
                <a:lnTo>
                  <a:pt x="1904" y="219315"/>
                </a:lnTo>
                <a:lnTo>
                  <a:pt x="1904" y="218072"/>
                </a:lnTo>
                <a:lnTo>
                  <a:pt x="1904" y="216563"/>
                </a:lnTo>
                <a:lnTo>
                  <a:pt x="1904" y="215054"/>
                </a:lnTo>
                <a:lnTo>
                  <a:pt x="1904" y="213989"/>
                </a:lnTo>
                <a:lnTo>
                  <a:pt x="1904" y="212480"/>
                </a:lnTo>
                <a:lnTo>
                  <a:pt x="1904" y="211149"/>
                </a:lnTo>
                <a:lnTo>
                  <a:pt x="2221" y="209640"/>
                </a:lnTo>
                <a:lnTo>
                  <a:pt x="2221" y="208220"/>
                </a:lnTo>
                <a:lnTo>
                  <a:pt x="2221" y="206889"/>
                </a:lnTo>
                <a:lnTo>
                  <a:pt x="2221" y="205646"/>
                </a:lnTo>
                <a:lnTo>
                  <a:pt x="2221" y="204315"/>
                </a:lnTo>
                <a:lnTo>
                  <a:pt x="2538" y="202806"/>
                </a:lnTo>
                <a:lnTo>
                  <a:pt x="2538" y="201564"/>
                </a:lnTo>
                <a:lnTo>
                  <a:pt x="2538" y="200055"/>
                </a:lnTo>
                <a:lnTo>
                  <a:pt x="2538" y="198723"/>
                </a:lnTo>
                <a:lnTo>
                  <a:pt x="2538" y="197481"/>
                </a:lnTo>
                <a:lnTo>
                  <a:pt x="3015" y="196149"/>
                </a:lnTo>
                <a:lnTo>
                  <a:pt x="3015" y="194641"/>
                </a:lnTo>
                <a:lnTo>
                  <a:pt x="3015" y="193398"/>
                </a:lnTo>
                <a:lnTo>
                  <a:pt x="3015" y="191889"/>
                </a:lnTo>
                <a:lnTo>
                  <a:pt x="3015" y="190558"/>
                </a:lnTo>
                <a:lnTo>
                  <a:pt x="3332" y="189138"/>
                </a:lnTo>
                <a:lnTo>
                  <a:pt x="3332" y="187984"/>
                </a:lnTo>
                <a:lnTo>
                  <a:pt x="3332" y="186564"/>
                </a:lnTo>
                <a:lnTo>
                  <a:pt x="3332" y="185232"/>
                </a:lnTo>
                <a:lnTo>
                  <a:pt x="3808" y="183990"/>
                </a:lnTo>
                <a:lnTo>
                  <a:pt x="3808" y="182481"/>
                </a:lnTo>
                <a:lnTo>
                  <a:pt x="3808" y="181150"/>
                </a:lnTo>
                <a:lnTo>
                  <a:pt x="3808" y="179641"/>
                </a:lnTo>
                <a:lnTo>
                  <a:pt x="3808" y="178576"/>
                </a:lnTo>
                <a:lnTo>
                  <a:pt x="3808" y="177333"/>
                </a:lnTo>
                <a:lnTo>
                  <a:pt x="3808" y="175824"/>
                </a:lnTo>
                <a:lnTo>
                  <a:pt x="3808" y="174493"/>
                </a:lnTo>
                <a:lnTo>
                  <a:pt x="3808" y="173250"/>
                </a:lnTo>
                <a:lnTo>
                  <a:pt x="3808" y="171742"/>
                </a:lnTo>
                <a:lnTo>
                  <a:pt x="4125" y="170410"/>
                </a:lnTo>
                <a:lnTo>
                  <a:pt x="4125" y="169168"/>
                </a:lnTo>
                <a:lnTo>
                  <a:pt x="4125" y="167836"/>
                </a:lnTo>
                <a:lnTo>
                  <a:pt x="4125" y="166594"/>
                </a:lnTo>
                <a:lnTo>
                  <a:pt x="4125" y="165262"/>
                </a:lnTo>
                <a:lnTo>
                  <a:pt x="4601" y="163754"/>
                </a:lnTo>
                <a:lnTo>
                  <a:pt x="4601" y="162511"/>
                </a:lnTo>
                <a:lnTo>
                  <a:pt x="4601" y="161180"/>
                </a:lnTo>
                <a:lnTo>
                  <a:pt x="4601" y="159937"/>
                </a:lnTo>
                <a:lnTo>
                  <a:pt x="4919" y="158428"/>
                </a:lnTo>
                <a:lnTo>
                  <a:pt x="4919" y="157186"/>
                </a:lnTo>
                <a:lnTo>
                  <a:pt x="4919" y="156032"/>
                </a:lnTo>
                <a:lnTo>
                  <a:pt x="4919" y="154789"/>
                </a:lnTo>
                <a:lnTo>
                  <a:pt x="4919" y="153280"/>
                </a:lnTo>
                <a:lnTo>
                  <a:pt x="5236" y="152038"/>
                </a:lnTo>
                <a:lnTo>
                  <a:pt x="5236" y="150707"/>
                </a:lnTo>
                <a:lnTo>
                  <a:pt x="5236" y="149464"/>
                </a:lnTo>
                <a:lnTo>
                  <a:pt x="5236" y="148133"/>
                </a:lnTo>
                <a:lnTo>
                  <a:pt x="5236" y="146624"/>
                </a:lnTo>
                <a:lnTo>
                  <a:pt x="5712" y="145381"/>
                </a:lnTo>
                <a:lnTo>
                  <a:pt x="5712" y="144316"/>
                </a:lnTo>
                <a:lnTo>
                  <a:pt x="5712" y="142985"/>
                </a:lnTo>
                <a:lnTo>
                  <a:pt x="5712" y="141742"/>
                </a:lnTo>
                <a:lnTo>
                  <a:pt x="5712" y="140411"/>
                </a:lnTo>
                <a:lnTo>
                  <a:pt x="6030" y="139168"/>
                </a:lnTo>
                <a:lnTo>
                  <a:pt x="6030" y="137659"/>
                </a:lnTo>
                <a:lnTo>
                  <a:pt x="6030" y="136328"/>
                </a:lnTo>
                <a:lnTo>
                  <a:pt x="6030" y="135086"/>
                </a:lnTo>
                <a:lnTo>
                  <a:pt x="6030" y="133754"/>
                </a:lnTo>
                <a:lnTo>
                  <a:pt x="6030" y="132512"/>
                </a:lnTo>
                <a:lnTo>
                  <a:pt x="6030" y="131180"/>
                </a:lnTo>
                <a:lnTo>
                  <a:pt x="6030" y="130115"/>
                </a:lnTo>
                <a:lnTo>
                  <a:pt x="6030" y="128873"/>
                </a:lnTo>
                <a:lnTo>
                  <a:pt x="6506" y="127541"/>
                </a:lnTo>
                <a:lnTo>
                  <a:pt x="6506" y="126299"/>
                </a:lnTo>
                <a:lnTo>
                  <a:pt x="6506" y="124967"/>
                </a:lnTo>
                <a:lnTo>
                  <a:pt x="6506" y="123725"/>
                </a:lnTo>
                <a:lnTo>
                  <a:pt x="6506" y="122394"/>
                </a:lnTo>
                <a:lnTo>
                  <a:pt x="6823" y="121151"/>
                </a:lnTo>
                <a:lnTo>
                  <a:pt x="6823" y="119820"/>
                </a:lnTo>
                <a:lnTo>
                  <a:pt x="6823" y="118577"/>
                </a:lnTo>
                <a:lnTo>
                  <a:pt x="6823" y="117246"/>
                </a:lnTo>
                <a:lnTo>
                  <a:pt x="6823" y="116003"/>
                </a:lnTo>
                <a:lnTo>
                  <a:pt x="7140" y="114672"/>
                </a:lnTo>
                <a:lnTo>
                  <a:pt x="7140" y="113607"/>
                </a:lnTo>
                <a:lnTo>
                  <a:pt x="7140" y="112364"/>
                </a:lnTo>
                <a:lnTo>
                  <a:pt x="7140" y="111033"/>
                </a:lnTo>
                <a:lnTo>
                  <a:pt x="7616" y="109790"/>
                </a:lnTo>
                <a:lnTo>
                  <a:pt x="7616" y="108459"/>
                </a:lnTo>
                <a:lnTo>
                  <a:pt x="7616" y="107394"/>
                </a:lnTo>
                <a:lnTo>
                  <a:pt x="7616" y="106151"/>
                </a:lnTo>
                <a:lnTo>
                  <a:pt x="7616" y="104820"/>
                </a:lnTo>
                <a:lnTo>
                  <a:pt x="7934" y="103577"/>
                </a:lnTo>
                <a:lnTo>
                  <a:pt x="7934" y="102246"/>
                </a:lnTo>
                <a:lnTo>
                  <a:pt x="7934" y="101003"/>
                </a:lnTo>
                <a:lnTo>
                  <a:pt x="7934" y="99672"/>
                </a:lnTo>
                <a:lnTo>
                  <a:pt x="7934" y="98607"/>
                </a:lnTo>
                <a:lnTo>
                  <a:pt x="7934" y="97364"/>
                </a:lnTo>
                <a:lnTo>
                  <a:pt x="7934" y="96033"/>
                </a:lnTo>
                <a:lnTo>
                  <a:pt x="7934" y="94791"/>
                </a:lnTo>
                <a:lnTo>
                  <a:pt x="7934" y="93459"/>
                </a:lnTo>
                <a:lnTo>
                  <a:pt x="7934" y="92394"/>
                </a:lnTo>
                <a:lnTo>
                  <a:pt x="8410" y="91063"/>
                </a:lnTo>
                <a:lnTo>
                  <a:pt x="8410" y="89998"/>
                </a:lnTo>
                <a:lnTo>
                  <a:pt x="8410" y="88755"/>
                </a:lnTo>
                <a:lnTo>
                  <a:pt x="8410" y="87690"/>
                </a:lnTo>
                <a:lnTo>
                  <a:pt x="8727" y="86359"/>
                </a:lnTo>
                <a:lnTo>
                  <a:pt x="8727" y="85116"/>
                </a:lnTo>
                <a:lnTo>
                  <a:pt x="8727" y="83785"/>
                </a:lnTo>
                <a:lnTo>
                  <a:pt x="8727" y="82720"/>
                </a:lnTo>
                <a:lnTo>
                  <a:pt x="8727" y="81477"/>
                </a:lnTo>
                <a:lnTo>
                  <a:pt x="9203" y="80146"/>
                </a:lnTo>
                <a:lnTo>
                  <a:pt x="9203" y="79081"/>
                </a:lnTo>
                <a:lnTo>
                  <a:pt x="9203" y="77838"/>
                </a:lnTo>
                <a:lnTo>
                  <a:pt x="9203" y="76507"/>
                </a:lnTo>
                <a:lnTo>
                  <a:pt x="9203" y="75442"/>
                </a:lnTo>
                <a:lnTo>
                  <a:pt x="9521" y="74199"/>
                </a:lnTo>
                <a:lnTo>
                  <a:pt x="9521" y="72868"/>
                </a:lnTo>
                <a:lnTo>
                  <a:pt x="9521" y="71803"/>
                </a:lnTo>
                <a:lnTo>
                  <a:pt x="9521" y="70560"/>
                </a:lnTo>
                <a:lnTo>
                  <a:pt x="9521" y="69406"/>
                </a:lnTo>
                <a:lnTo>
                  <a:pt x="9838" y="68164"/>
                </a:lnTo>
                <a:lnTo>
                  <a:pt x="9838" y="67099"/>
                </a:lnTo>
                <a:lnTo>
                  <a:pt x="9838" y="65767"/>
                </a:lnTo>
                <a:lnTo>
                  <a:pt x="9838" y="64525"/>
                </a:lnTo>
                <a:lnTo>
                  <a:pt x="10314" y="63460"/>
                </a:lnTo>
                <a:lnTo>
                  <a:pt x="10314" y="62128"/>
                </a:lnTo>
                <a:lnTo>
                  <a:pt x="10314" y="61063"/>
                </a:lnTo>
                <a:lnTo>
                  <a:pt x="10314" y="59821"/>
                </a:lnTo>
                <a:lnTo>
                  <a:pt x="10314" y="58756"/>
                </a:lnTo>
                <a:lnTo>
                  <a:pt x="10314" y="57424"/>
                </a:lnTo>
                <a:lnTo>
                  <a:pt x="10314" y="56359"/>
                </a:lnTo>
                <a:lnTo>
                  <a:pt x="10314" y="55117"/>
                </a:lnTo>
                <a:lnTo>
                  <a:pt x="10314" y="54052"/>
                </a:lnTo>
                <a:lnTo>
                  <a:pt x="10314" y="52720"/>
                </a:lnTo>
                <a:lnTo>
                  <a:pt x="10631" y="51655"/>
                </a:lnTo>
                <a:lnTo>
                  <a:pt x="10631" y="50590"/>
                </a:lnTo>
                <a:lnTo>
                  <a:pt x="10631" y="49259"/>
                </a:lnTo>
                <a:lnTo>
                  <a:pt x="10631" y="48194"/>
                </a:lnTo>
                <a:lnTo>
                  <a:pt x="10631" y="46951"/>
                </a:lnTo>
                <a:lnTo>
                  <a:pt x="11108" y="45886"/>
                </a:lnTo>
                <a:lnTo>
                  <a:pt x="11108" y="44821"/>
                </a:lnTo>
                <a:lnTo>
                  <a:pt x="11108" y="43490"/>
                </a:lnTo>
                <a:lnTo>
                  <a:pt x="11108" y="42425"/>
                </a:lnTo>
                <a:lnTo>
                  <a:pt x="11425" y="41182"/>
                </a:lnTo>
                <a:lnTo>
                  <a:pt x="11425" y="40028"/>
                </a:lnTo>
                <a:lnTo>
                  <a:pt x="11425" y="38963"/>
                </a:lnTo>
                <a:lnTo>
                  <a:pt x="11425" y="37721"/>
                </a:lnTo>
                <a:lnTo>
                  <a:pt x="11425" y="36656"/>
                </a:lnTo>
                <a:lnTo>
                  <a:pt x="11742" y="35591"/>
                </a:lnTo>
                <a:lnTo>
                  <a:pt x="11742" y="34525"/>
                </a:lnTo>
                <a:lnTo>
                  <a:pt x="11742" y="33194"/>
                </a:lnTo>
                <a:lnTo>
                  <a:pt x="11742" y="32129"/>
                </a:lnTo>
                <a:lnTo>
                  <a:pt x="11742" y="30886"/>
                </a:lnTo>
                <a:lnTo>
                  <a:pt x="12218" y="29821"/>
                </a:lnTo>
                <a:lnTo>
                  <a:pt x="12218" y="28490"/>
                </a:lnTo>
                <a:lnTo>
                  <a:pt x="12218" y="27425"/>
                </a:lnTo>
                <a:lnTo>
                  <a:pt x="12218" y="26360"/>
                </a:lnTo>
                <a:lnTo>
                  <a:pt x="12218" y="25295"/>
                </a:lnTo>
                <a:lnTo>
                  <a:pt x="12218" y="23964"/>
                </a:lnTo>
                <a:lnTo>
                  <a:pt x="12218" y="22898"/>
                </a:lnTo>
                <a:lnTo>
                  <a:pt x="12218" y="21833"/>
                </a:lnTo>
                <a:lnTo>
                  <a:pt x="12218" y="20768"/>
                </a:lnTo>
                <a:lnTo>
                  <a:pt x="12536" y="19703"/>
                </a:lnTo>
                <a:lnTo>
                  <a:pt x="12536" y="18372"/>
                </a:lnTo>
                <a:lnTo>
                  <a:pt x="12536" y="17307"/>
                </a:lnTo>
                <a:lnTo>
                  <a:pt x="12536" y="16242"/>
                </a:lnTo>
                <a:lnTo>
                  <a:pt x="12536" y="15177"/>
                </a:lnTo>
                <a:lnTo>
                  <a:pt x="13012" y="14112"/>
                </a:lnTo>
                <a:lnTo>
                  <a:pt x="13012" y="13047"/>
                </a:lnTo>
                <a:lnTo>
                  <a:pt x="13012" y="11982"/>
                </a:lnTo>
                <a:lnTo>
                  <a:pt x="13012" y="10916"/>
                </a:lnTo>
                <a:lnTo>
                  <a:pt x="13012" y="9585"/>
                </a:lnTo>
                <a:lnTo>
                  <a:pt x="13329" y="8520"/>
                </a:lnTo>
                <a:lnTo>
                  <a:pt x="13329" y="7455"/>
                </a:lnTo>
                <a:lnTo>
                  <a:pt x="13329" y="6390"/>
                </a:lnTo>
                <a:lnTo>
                  <a:pt x="13329" y="5325"/>
                </a:lnTo>
                <a:lnTo>
                  <a:pt x="13329" y="4082"/>
                </a:lnTo>
                <a:lnTo>
                  <a:pt x="13647" y="3017"/>
                </a:lnTo>
                <a:lnTo>
                  <a:pt x="13647" y="1863"/>
                </a:lnTo>
                <a:lnTo>
                  <a:pt x="13647" y="1065"/>
                </a:lnTo>
                <a:lnTo>
                  <a:pt x="13647" y="0"/>
                </a:lnTo>
              </a:path>
            </a:pathLst>
          </a:custGeom>
          <a:ln w="195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4709137" y="1926567"/>
            <a:ext cx="13488" cy="175026"/>
          </a:xfrm>
          <a:custGeom>
            <a:avLst/>
            <a:gdLst/>
            <a:ahLst/>
            <a:cxnLst/>
            <a:rect l="l" t="t" r="r" b="b"/>
            <a:pathLst>
              <a:path w="13488" h="175026">
                <a:moveTo>
                  <a:pt x="0" y="175026"/>
                </a:moveTo>
                <a:lnTo>
                  <a:pt x="476" y="173961"/>
                </a:lnTo>
                <a:lnTo>
                  <a:pt x="476" y="172895"/>
                </a:lnTo>
                <a:lnTo>
                  <a:pt x="476" y="171742"/>
                </a:lnTo>
                <a:lnTo>
                  <a:pt x="476" y="170499"/>
                </a:lnTo>
                <a:lnTo>
                  <a:pt x="476" y="169434"/>
                </a:lnTo>
                <a:lnTo>
                  <a:pt x="793" y="168369"/>
                </a:lnTo>
                <a:lnTo>
                  <a:pt x="793" y="167304"/>
                </a:lnTo>
                <a:lnTo>
                  <a:pt x="793" y="166239"/>
                </a:lnTo>
                <a:lnTo>
                  <a:pt x="793" y="165174"/>
                </a:lnTo>
                <a:lnTo>
                  <a:pt x="793" y="164109"/>
                </a:lnTo>
                <a:lnTo>
                  <a:pt x="793" y="163221"/>
                </a:lnTo>
                <a:lnTo>
                  <a:pt x="793" y="162156"/>
                </a:lnTo>
                <a:lnTo>
                  <a:pt x="793" y="161091"/>
                </a:lnTo>
                <a:lnTo>
                  <a:pt x="793" y="159760"/>
                </a:lnTo>
                <a:lnTo>
                  <a:pt x="793" y="158695"/>
                </a:lnTo>
                <a:lnTo>
                  <a:pt x="1269" y="157629"/>
                </a:lnTo>
                <a:lnTo>
                  <a:pt x="1269" y="156742"/>
                </a:lnTo>
                <a:lnTo>
                  <a:pt x="1269" y="155677"/>
                </a:lnTo>
                <a:lnTo>
                  <a:pt x="1269" y="154612"/>
                </a:lnTo>
                <a:lnTo>
                  <a:pt x="1586" y="153547"/>
                </a:lnTo>
                <a:lnTo>
                  <a:pt x="1586" y="152659"/>
                </a:lnTo>
                <a:lnTo>
                  <a:pt x="1586" y="151594"/>
                </a:lnTo>
                <a:lnTo>
                  <a:pt x="1586" y="150352"/>
                </a:lnTo>
                <a:lnTo>
                  <a:pt x="1586" y="149286"/>
                </a:lnTo>
                <a:lnTo>
                  <a:pt x="2062" y="148399"/>
                </a:lnTo>
                <a:lnTo>
                  <a:pt x="2062" y="147334"/>
                </a:lnTo>
                <a:lnTo>
                  <a:pt x="2062" y="146269"/>
                </a:lnTo>
                <a:lnTo>
                  <a:pt x="2062" y="145381"/>
                </a:lnTo>
                <a:lnTo>
                  <a:pt x="2062" y="144316"/>
                </a:lnTo>
                <a:lnTo>
                  <a:pt x="2380" y="143251"/>
                </a:lnTo>
                <a:lnTo>
                  <a:pt x="2380" y="142186"/>
                </a:lnTo>
                <a:lnTo>
                  <a:pt x="2380" y="141121"/>
                </a:lnTo>
                <a:lnTo>
                  <a:pt x="2380" y="140233"/>
                </a:lnTo>
                <a:lnTo>
                  <a:pt x="2380" y="139168"/>
                </a:lnTo>
                <a:lnTo>
                  <a:pt x="2697" y="138103"/>
                </a:lnTo>
                <a:lnTo>
                  <a:pt x="2697" y="137304"/>
                </a:lnTo>
                <a:lnTo>
                  <a:pt x="2697" y="136151"/>
                </a:lnTo>
                <a:lnTo>
                  <a:pt x="2697" y="135086"/>
                </a:lnTo>
                <a:lnTo>
                  <a:pt x="2697" y="134020"/>
                </a:lnTo>
                <a:lnTo>
                  <a:pt x="2697" y="133222"/>
                </a:lnTo>
                <a:lnTo>
                  <a:pt x="2697" y="132157"/>
                </a:lnTo>
                <a:lnTo>
                  <a:pt x="2697" y="131003"/>
                </a:lnTo>
                <a:lnTo>
                  <a:pt x="2697" y="130204"/>
                </a:lnTo>
                <a:lnTo>
                  <a:pt x="3173" y="129139"/>
                </a:lnTo>
                <a:lnTo>
                  <a:pt x="3173" y="128074"/>
                </a:lnTo>
                <a:lnTo>
                  <a:pt x="3173" y="127186"/>
                </a:lnTo>
                <a:lnTo>
                  <a:pt x="3173" y="126121"/>
                </a:lnTo>
                <a:lnTo>
                  <a:pt x="3173" y="125234"/>
                </a:lnTo>
                <a:lnTo>
                  <a:pt x="3491" y="124169"/>
                </a:lnTo>
                <a:lnTo>
                  <a:pt x="3491" y="123281"/>
                </a:lnTo>
                <a:lnTo>
                  <a:pt x="3491" y="122038"/>
                </a:lnTo>
                <a:lnTo>
                  <a:pt x="3491" y="121151"/>
                </a:lnTo>
                <a:lnTo>
                  <a:pt x="3491" y="120352"/>
                </a:lnTo>
                <a:lnTo>
                  <a:pt x="3967" y="119287"/>
                </a:lnTo>
                <a:lnTo>
                  <a:pt x="3967" y="118400"/>
                </a:lnTo>
                <a:lnTo>
                  <a:pt x="3967" y="117334"/>
                </a:lnTo>
                <a:lnTo>
                  <a:pt x="3967" y="116269"/>
                </a:lnTo>
                <a:lnTo>
                  <a:pt x="3967" y="115382"/>
                </a:lnTo>
                <a:lnTo>
                  <a:pt x="4284" y="114317"/>
                </a:lnTo>
                <a:lnTo>
                  <a:pt x="4284" y="113429"/>
                </a:lnTo>
                <a:lnTo>
                  <a:pt x="4284" y="112630"/>
                </a:lnTo>
                <a:lnTo>
                  <a:pt x="4284" y="111565"/>
                </a:lnTo>
                <a:lnTo>
                  <a:pt x="4601" y="110500"/>
                </a:lnTo>
                <a:lnTo>
                  <a:pt x="4601" y="109613"/>
                </a:lnTo>
                <a:lnTo>
                  <a:pt x="4601" y="108725"/>
                </a:lnTo>
                <a:lnTo>
                  <a:pt x="4601" y="107660"/>
                </a:lnTo>
                <a:lnTo>
                  <a:pt x="4601" y="106773"/>
                </a:lnTo>
                <a:lnTo>
                  <a:pt x="5077" y="105707"/>
                </a:lnTo>
                <a:lnTo>
                  <a:pt x="5077" y="104909"/>
                </a:lnTo>
                <a:lnTo>
                  <a:pt x="5077" y="104021"/>
                </a:lnTo>
                <a:lnTo>
                  <a:pt x="5077" y="102956"/>
                </a:lnTo>
                <a:lnTo>
                  <a:pt x="5077" y="102068"/>
                </a:lnTo>
                <a:lnTo>
                  <a:pt x="5077" y="101003"/>
                </a:lnTo>
                <a:lnTo>
                  <a:pt x="5077" y="100205"/>
                </a:lnTo>
                <a:lnTo>
                  <a:pt x="5077" y="99317"/>
                </a:lnTo>
                <a:lnTo>
                  <a:pt x="5077" y="98429"/>
                </a:lnTo>
                <a:lnTo>
                  <a:pt x="5077" y="97364"/>
                </a:lnTo>
                <a:lnTo>
                  <a:pt x="5395" y="96299"/>
                </a:lnTo>
                <a:lnTo>
                  <a:pt x="5395" y="95412"/>
                </a:lnTo>
                <a:lnTo>
                  <a:pt x="5395" y="94613"/>
                </a:lnTo>
                <a:lnTo>
                  <a:pt x="5395" y="93725"/>
                </a:lnTo>
                <a:lnTo>
                  <a:pt x="5871" y="92660"/>
                </a:lnTo>
                <a:lnTo>
                  <a:pt x="5871" y="91773"/>
                </a:lnTo>
                <a:lnTo>
                  <a:pt x="5871" y="90974"/>
                </a:lnTo>
                <a:lnTo>
                  <a:pt x="5871" y="90086"/>
                </a:lnTo>
                <a:lnTo>
                  <a:pt x="5871" y="89021"/>
                </a:lnTo>
                <a:lnTo>
                  <a:pt x="6188" y="88134"/>
                </a:lnTo>
                <a:lnTo>
                  <a:pt x="6188" y="87335"/>
                </a:lnTo>
                <a:lnTo>
                  <a:pt x="6188" y="86447"/>
                </a:lnTo>
                <a:lnTo>
                  <a:pt x="6188" y="85560"/>
                </a:lnTo>
                <a:lnTo>
                  <a:pt x="6188" y="84495"/>
                </a:lnTo>
                <a:lnTo>
                  <a:pt x="6664" y="83696"/>
                </a:lnTo>
                <a:lnTo>
                  <a:pt x="6664" y="82808"/>
                </a:lnTo>
                <a:lnTo>
                  <a:pt x="6664" y="81921"/>
                </a:lnTo>
                <a:lnTo>
                  <a:pt x="6664" y="80856"/>
                </a:lnTo>
                <a:lnTo>
                  <a:pt x="6664" y="79968"/>
                </a:lnTo>
                <a:lnTo>
                  <a:pt x="6982" y="79170"/>
                </a:lnTo>
                <a:lnTo>
                  <a:pt x="6982" y="78282"/>
                </a:lnTo>
                <a:lnTo>
                  <a:pt x="6982" y="77394"/>
                </a:lnTo>
                <a:lnTo>
                  <a:pt x="6982" y="76596"/>
                </a:lnTo>
                <a:lnTo>
                  <a:pt x="6982" y="75708"/>
                </a:lnTo>
                <a:lnTo>
                  <a:pt x="6982" y="74820"/>
                </a:lnTo>
                <a:lnTo>
                  <a:pt x="6982" y="73755"/>
                </a:lnTo>
                <a:lnTo>
                  <a:pt x="6982" y="72957"/>
                </a:lnTo>
                <a:lnTo>
                  <a:pt x="6982" y="72335"/>
                </a:lnTo>
                <a:lnTo>
                  <a:pt x="7299" y="71182"/>
                </a:lnTo>
                <a:lnTo>
                  <a:pt x="7299" y="70383"/>
                </a:lnTo>
                <a:lnTo>
                  <a:pt x="7299" y="69495"/>
                </a:lnTo>
                <a:lnTo>
                  <a:pt x="7299" y="68874"/>
                </a:lnTo>
                <a:lnTo>
                  <a:pt x="7299" y="67809"/>
                </a:lnTo>
                <a:lnTo>
                  <a:pt x="7775" y="66921"/>
                </a:lnTo>
                <a:lnTo>
                  <a:pt x="7775" y="66034"/>
                </a:lnTo>
                <a:lnTo>
                  <a:pt x="7775" y="65412"/>
                </a:lnTo>
                <a:lnTo>
                  <a:pt x="7775" y="64347"/>
                </a:lnTo>
                <a:lnTo>
                  <a:pt x="7775" y="63460"/>
                </a:lnTo>
                <a:lnTo>
                  <a:pt x="8093" y="62838"/>
                </a:lnTo>
                <a:lnTo>
                  <a:pt x="8093" y="61773"/>
                </a:lnTo>
                <a:lnTo>
                  <a:pt x="8093" y="60886"/>
                </a:lnTo>
                <a:lnTo>
                  <a:pt x="8093" y="60265"/>
                </a:lnTo>
                <a:lnTo>
                  <a:pt x="8569" y="59466"/>
                </a:lnTo>
                <a:lnTo>
                  <a:pt x="8569" y="58312"/>
                </a:lnTo>
                <a:lnTo>
                  <a:pt x="8569" y="57691"/>
                </a:lnTo>
                <a:lnTo>
                  <a:pt x="8569" y="56892"/>
                </a:lnTo>
                <a:lnTo>
                  <a:pt x="8569" y="56004"/>
                </a:lnTo>
                <a:lnTo>
                  <a:pt x="8886" y="55117"/>
                </a:lnTo>
                <a:lnTo>
                  <a:pt x="8886" y="54495"/>
                </a:lnTo>
                <a:lnTo>
                  <a:pt x="8886" y="53608"/>
                </a:lnTo>
                <a:lnTo>
                  <a:pt x="8886" y="52809"/>
                </a:lnTo>
                <a:lnTo>
                  <a:pt x="8886" y="51922"/>
                </a:lnTo>
                <a:lnTo>
                  <a:pt x="8886" y="51300"/>
                </a:lnTo>
                <a:lnTo>
                  <a:pt x="8886" y="50235"/>
                </a:lnTo>
                <a:lnTo>
                  <a:pt x="8886" y="49525"/>
                </a:lnTo>
                <a:lnTo>
                  <a:pt x="8886" y="48726"/>
                </a:lnTo>
                <a:lnTo>
                  <a:pt x="8886" y="47839"/>
                </a:lnTo>
                <a:lnTo>
                  <a:pt x="9203" y="46951"/>
                </a:lnTo>
                <a:lnTo>
                  <a:pt x="9203" y="46330"/>
                </a:lnTo>
                <a:lnTo>
                  <a:pt x="9203" y="45265"/>
                </a:lnTo>
                <a:lnTo>
                  <a:pt x="9203" y="44644"/>
                </a:lnTo>
                <a:lnTo>
                  <a:pt x="9679" y="44022"/>
                </a:lnTo>
                <a:lnTo>
                  <a:pt x="9679" y="42957"/>
                </a:lnTo>
                <a:lnTo>
                  <a:pt x="9679" y="42247"/>
                </a:lnTo>
                <a:lnTo>
                  <a:pt x="9679" y="41448"/>
                </a:lnTo>
                <a:lnTo>
                  <a:pt x="9679" y="40561"/>
                </a:lnTo>
                <a:lnTo>
                  <a:pt x="9997" y="39940"/>
                </a:lnTo>
                <a:lnTo>
                  <a:pt x="9997" y="39052"/>
                </a:lnTo>
                <a:lnTo>
                  <a:pt x="9997" y="38164"/>
                </a:lnTo>
                <a:lnTo>
                  <a:pt x="9997" y="37543"/>
                </a:lnTo>
                <a:lnTo>
                  <a:pt x="9997" y="36922"/>
                </a:lnTo>
                <a:lnTo>
                  <a:pt x="10473" y="35857"/>
                </a:lnTo>
                <a:lnTo>
                  <a:pt x="10473" y="35235"/>
                </a:lnTo>
                <a:lnTo>
                  <a:pt x="10473" y="34525"/>
                </a:lnTo>
                <a:lnTo>
                  <a:pt x="10473" y="33460"/>
                </a:lnTo>
                <a:lnTo>
                  <a:pt x="10473" y="32839"/>
                </a:lnTo>
                <a:lnTo>
                  <a:pt x="10790" y="32218"/>
                </a:lnTo>
                <a:lnTo>
                  <a:pt x="10790" y="31330"/>
                </a:lnTo>
                <a:lnTo>
                  <a:pt x="10790" y="30709"/>
                </a:lnTo>
                <a:lnTo>
                  <a:pt x="10790" y="29821"/>
                </a:lnTo>
                <a:lnTo>
                  <a:pt x="11266" y="28934"/>
                </a:lnTo>
                <a:lnTo>
                  <a:pt x="11266" y="28313"/>
                </a:lnTo>
                <a:lnTo>
                  <a:pt x="11266" y="27691"/>
                </a:lnTo>
                <a:lnTo>
                  <a:pt x="11266" y="26804"/>
                </a:lnTo>
                <a:lnTo>
                  <a:pt x="11266" y="26182"/>
                </a:lnTo>
                <a:lnTo>
                  <a:pt x="11266" y="25295"/>
                </a:lnTo>
                <a:lnTo>
                  <a:pt x="11266" y="24674"/>
                </a:lnTo>
                <a:lnTo>
                  <a:pt x="11266" y="23875"/>
                </a:lnTo>
                <a:lnTo>
                  <a:pt x="11266" y="22987"/>
                </a:lnTo>
                <a:lnTo>
                  <a:pt x="11266" y="22366"/>
                </a:lnTo>
                <a:lnTo>
                  <a:pt x="11584" y="21656"/>
                </a:lnTo>
                <a:lnTo>
                  <a:pt x="11584" y="20857"/>
                </a:lnTo>
                <a:lnTo>
                  <a:pt x="11584" y="20147"/>
                </a:lnTo>
                <a:lnTo>
                  <a:pt x="11584" y="19348"/>
                </a:lnTo>
                <a:lnTo>
                  <a:pt x="11584" y="18727"/>
                </a:lnTo>
                <a:lnTo>
                  <a:pt x="11901" y="18017"/>
                </a:lnTo>
                <a:lnTo>
                  <a:pt x="11901" y="17218"/>
                </a:lnTo>
                <a:lnTo>
                  <a:pt x="11901" y="16508"/>
                </a:lnTo>
                <a:lnTo>
                  <a:pt x="11901" y="15887"/>
                </a:lnTo>
                <a:lnTo>
                  <a:pt x="12377" y="14999"/>
                </a:lnTo>
                <a:lnTo>
                  <a:pt x="12377" y="14644"/>
                </a:lnTo>
                <a:lnTo>
                  <a:pt x="12377" y="13757"/>
                </a:lnTo>
                <a:lnTo>
                  <a:pt x="12377" y="13135"/>
                </a:lnTo>
                <a:lnTo>
                  <a:pt x="12377" y="12248"/>
                </a:lnTo>
                <a:lnTo>
                  <a:pt x="12694" y="11626"/>
                </a:lnTo>
                <a:lnTo>
                  <a:pt x="12694" y="11005"/>
                </a:lnTo>
                <a:lnTo>
                  <a:pt x="12694" y="10118"/>
                </a:lnTo>
                <a:lnTo>
                  <a:pt x="12694" y="9496"/>
                </a:lnTo>
                <a:lnTo>
                  <a:pt x="12694" y="8786"/>
                </a:lnTo>
                <a:lnTo>
                  <a:pt x="13170" y="8165"/>
                </a:lnTo>
                <a:lnTo>
                  <a:pt x="13170" y="7544"/>
                </a:lnTo>
                <a:lnTo>
                  <a:pt x="13170" y="6656"/>
                </a:lnTo>
                <a:lnTo>
                  <a:pt x="13170" y="6035"/>
                </a:lnTo>
                <a:lnTo>
                  <a:pt x="13170" y="5414"/>
                </a:lnTo>
                <a:lnTo>
                  <a:pt x="13170" y="4704"/>
                </a:lnTo>
                <a:lnTo>
                  <a:pt x="13170" y="4082"/>
                </a:lnTo>
                <a:lnTo>
                  <a:pt x="13170" y="3283"/>
                </a:lnTo>
                <a:lnTo>
                  <a:pt x="13170" y="2840"/>
                </a:lnTo>
                <a:lnTo>
                  <a:pt x="13488" y="1952"/>
                </a:lnTo>
                <a:lnTo>
                  <a:pt x="13488" y="1331"/>
                </a:lnTo>
                <a:lnTo>
                  <a:pt x="13488" y="710"/>
                </a:lnTo>
                <a:lnTo>
                  <a:pt x="13488" y="0"/>
                </a:lnTo>
              </a:path>
            </a:pathLst>
          </a:custGeom>
          <a:ln w="194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4722625" y="1840385"/>
            <a:ext cx="13805" cy="86181"/>
          </a:xfrm>
          <a:custGeom>
            <a:avLst/>
            <a:gdLst/>
            <a:ahLst/>
            <a:cxnLst/>
            <a:rect l="l" t="t" r="r" b="b"/>
            <a:pathLst>
              <a:path w="13805" h="86181">
                <a:moveTo>
                  <a:pt x="0" y="86181"/>
                </a:moveTo>
                <a:lnTo>
                  <a:pt x="0" y="85382"/>
                </a:lnTo>
                <a:lnTo>
                  <a:pt x="317" y="84939"/>
                </a:lnTo>
                <a:lnTo>
                  <a:pt x="317" y="84317"/>
                </a:lnTo>
                <a:lnTo>
                  <a:pt x="317" y="83607"/>
                </a:lnTo>
                <a:lnTo>
                  <a:pt x="317" y="82986"/>
                </a:lnTo>
                <a:lnTo>
                  <a:pt x="317" y="82098"/>
                </a:lnTo>
                <a:lnTo>
                  <a:pt x="793" y="81743"/>
                </a:lnTo>
                <a:lnTo>
                  <a:pt x="793" y="80856"/>
                </a:lnTo>
                <a:lnTo>
                  <a:pt x="793" y="80412"/>
                </a:lnTo>
                <a:lnTo>
                  <a:pt x="793" y="79525"/>
                </a:lnTo>
                <a:lnTo>
                  <a:pt x="793" y="79170"/>
                </a:lnTo>
                <a:lnTo>
                  <a:pt x="1110" y="78282"/>
                </a:lnTo>
                <a:lnTo>
                  <a:pt x="1110" y="77838"/>
                </a:lnTo>
                <a:lnTo>
                  <a:pt x="1110" y="77217"/>
                </a:lnTo>
                <a:lnTo>
                  <a:pt x="1110" y="76596"/>
                </a:lnTo>
                <a:lnTo>
                  <a:pt x="1586" y="75886"/>
                </a:lnTo>
                <a:lnTo>
                  <a:pt x="1586" y="75264"/>
                </a:lnTo>
                <a:lnTo>
                  <a:pt x="1586" y="74643"/>
                </a:lnTo>
                <a:lnTo>
                  <a:pt x="1586" y="74022"/>
                </a:lnTo>
                <a:lnTo>
                  <a:pt x="1586" y="73312"/>
                </a:lnTo>
                <a:lnTo>
                  <a:pt x="1904" y="72690"/>
                </a:lnTo>
                <a:lnTo>
                  <a:pt x="1904" y="72247"/>
                </a:lnTo>
                <a:lnTo>
                  <a:pt x="1904" y="71448"/>
                </a:lnTo>
                <a:lnTo>
                  <a:pt x="1904" y="71004"/>
                </a:lnTo>
                <a:lnTo>
                  <a:pt x="1904" y="70383"/>
                </a:lnTo>
                <a:lnTo>
                  <a:pt x="1904" y="69673"/>
                </a:lnTo>
                <a:lnTo>
                  <a:pt x="1904" y="69051"/>
                </a:lnTo>
                <a:lnTo>
                  <a:pt x="1904" y="68608"/>
                </a:lnTo>
                <a:lnTo>
                  <a:pt x="1904" y="67809"/>
                </a:lnTo>
                <a:lnTo>
                  <a:pt x="1904" y="67365"/>
                </a:lnTo>
                <a:lnTo>
                  <a:pt x="2221" y="66744"/>
                </a:lnTo>
                <a:lnTo>
                  <a:pt x="2221" y="66034"/>
                </a:lnTo>
                <a:lnTo>
                  <a:pt x="2221" y="65412"/>
                </a:lnTo>
                <a:lnTo>
                  <a:pt x="2221" y="64969"/>
                </a:lnTo>
                <a:lnTo>
                  <a:pt x="2697" y="64347"/>
                </a:lnTo>
                <a:lnTo>
                  <a:pt x="2697" y="63904"/>
                </a:lnTo>
                <a:lnTo>
                  <a:pt x="2697" y="63016"/>
                </a:lnTo>
                <a:lnTo>
                  <a:pt x="2697" y="62661"/>
                </a:lnTo>
                <a:lnTo>
                  <a:pt x="2697" y="61951"/>
                </a:lnTo>
                <a:lnTo>
                  <a:pt x="3015" y="61596"/>
                </a:lnTo>
                <a:lnTo>
                  <a:pt x="3015" y="60886"/>
                </a:lnTo>
                <a:lnTo>
                  <a:pt x="3015" y="60442"/>
                </a:lnTo>
                <a:lnTo>
                  <a:pt x="3015" y="59643"/>
                </a:lnTo>
                <a:lnTo>
                  <a:pt x="3015" y="59200"/>
                </a:lnTo>
                <a:lnTo>
                  <a:pt x="3491" y="58578"/>
                </a:lnTo>
                <a:lnTo>
                  <a:pt x="3491" y="58134"/>
                </a:lnTo>
                <a:lnTo>
                  <a:pt x="3491" y="57513"/>
                </a:lnTo>
                <a:lnTo>
                  <a:pt x="3491" y="57069"/>
                </a:lnTo>
                <a:lnTo>
                  <a:pt x="3491" y="56448"/>
                </a:lnTo>
                <a:lnTo>
                  <a:pt x="3808" y="56004"/>
                </a:lnTo>
                <a:lnTo>
                  <a:pt x="3808" y="55294"/>
                </a:lnTo>
                <a:lnTo>
                  <a:pt x="3808" y="54673"/>
                </a:lnTo>
                <a:lnTo>
                  <a:pt x="3808" y="54229"/>
                </a:lnTo>
                <a:lnTo>
                  <a:pt x="3808" y="53608"/>
                </a:lnTo>
                <a:lnTo>
                  <a:pt x="3808" y="53164"/>
                </a:lnTo>
                <a:lnTo>
                  <a:pt x="3808" y="52543"/>
                </a:lnTo>
                <a:lnTo>
                  <a:pt x="3808" y="52099"/>
                </a:lnTo>
                <a:lnTo>
                  <a:pt x="3808" y="51478"/>
                </a:lnTo>
                <a:lnTo>
                  <a:pt x="4284" y="51034"/>
                </a:lnTo>
                <a:lnTo>
                  <a:pt x="4284" y="50413"/>
                </a:lnTo>
                <a:lnTo>
                  <a:pt x="4284" y="49969"/>
                </a:lnTo>
                <a:lnTo>
                  <a:pt x="4284" y="49525"/>
                </a:lnTo>
                <a:lnTo>
                  <a:pt x="4284" y="48904"/>
                </a:lnTo>
                <a:lnTo>
                  <a:pt x="4601" y="48460"/>
                </a:lnTo>
                <a:lnTo>
                  <a:pt x="4601" y="47839"/>
                </a:lnTo>
                <a:lnTo>
                  <a:pt x="4601" y="47395"/>
                </a:lnTo>
                <a:lnTo>
                  <a:pt x="4601" y="46774"/>
                </a:lnTo>
                <a:lnTo>
                  <a:pt x="4601" y="46507"/>
                </a:lnTo>
                <a:lnTo>
                  <a:pt x="4919" y="45886"/>
                </a:lnTo>
                <a:lnTo>
                  <a:pt x="4919" y="45265"/>
                </a:lnTo>
                <a:lnTo>
                  <a:pt x="4919" y="44821"/>
                </a:lnTo>
                <a:lnTo>
                  <a:pt x="4919" y="44200"/>
                </a:lnTo>
                <a:lnTo>
                  <a:pt x="5395" y="43934"/>
                </a:lnTo>
                <a:lnTo>
                  <a:pt x="5395" y="43312"/>
                </a:lnTo>
                <a:lnTo>
                  <a:pt x="5395" y="42868"/>
                </a:lnTo>
                <a:lnTo>
                  <a:pt x="5395" y="42513"/>
                </a:lnTo>
                <a:lnTo>
                  <a:pt x="5395" y="41803"/>
                </a:lnTo>
                <a:lnTo>
                  <a:pt x="5712" y="41360"/>
                </a:lnTo>
                <a:lnTo>
                  <a:pt x="5712" y="41005"/>
                </a:lnTo>
                <a:lnTo>
                  <a:pt x="5712" y="40561"/>
                </a:lnTo>
                <a:lnTo>
                  <a:pt x="5712" y="39940"/>
                </a:lnTo>
                <a:lnTo>
                  <a:pt x="5712" y="39496"/>
                </a:lnTo>
                <a:lnTo>
                  <a:pt x="6188" y="39052"/>
                </a:lnTo>
                <a:lnTo>
                  <a:pt x="6188" y="38431"/>
                </a:lnTo>
                <a:lnTo>
                  <a:pt x="6188" y="38164"/>
                </a:lnTo>
                <a:lnTo>
                  <a:pt x="6188" y="37543"/>
                </a:lnTo>
                <a:lnTo>
                  <a:pt x="6188" y="37099"/>
                </a:lnTo>
                <a:lnTo>
                  <a:pt x="6188" y="36656"/>
                </a:lnTo>
                <a:lnTo>
                  <a:pt x="6188" y="36212"/>
                </a:lnTo>
                <a:lnTo>
                  <a:pt x="6188" y="35857"/>
                </a:lnTo>
                <a:lnTo>
                  <a:pt x="6188" y="35413"/>
                </a:lnTo>
                <a:lnTo>
                  <a:pt x="6506" y="34792"/>
                </a:lnTo>
                <a:lnTo>
                  <a:pt x="6506" y="34525"/>
                </a:lnTo>
                <a:lnTo>
                  <a:pt x="6506" y="33904"/>
                </a:lnTo>
                <a:lnTo>
                  <a:pt x="6506" y="33460"/>
                </a:lnTo>
                <a:lnTo>
                  <a:pt x="6506" y="33017"/>
                </a:lnTo>
                <a:lnTo>
                  <a:pt x="6823" y="32573"/>
                </a:lnTo>
                <a:lnTo>
                  <a:pt x="6823" y="32218"/>
                </a:lnTo>
                <a:lnTo>
                  <a:pt x="6823" y="31774"/>
                </a:lnTo>
                <a:lnTo>
                  <a:pt x="6823" y="31330"/>
                </a:lnTo>
                <a:lnTo>
                  <a:pt x="6823" y="30886"/>
                </a:lnTo>
                <a:lnTo>
                  <a:pt x="7299" y="30443"/>
                </a:lnTo>
                <a:lnTo>
                  <a:pt x="7299" y="29999"/>
                </a:lnTo>
                <a:lnTo>
                  <a:pt x="7299" y="29644"/>
                </a:lnTo>
                <a:lnTo>
                  <a:pt x="7299" y="29200"/>
                </a:lnTo>
                <a:lnTo>
                  <a:pt x="7299" y="28756"/>
                </a:lnTo>
                <a:lnTo>
                  <a:pt x="7616" y="28313"/>
                </a:lnTo>
                <a:lnTo>
                  <a:pt x="7616" y="27869"/>
                </a:lnTo>
                <a:lnTo>
                  <a:pt x="7616" y="27691"/>
                </a:lnTo>
                <a:lnTo>
                  <a:pt x="7616" y="27070"/>
                </a:lnTo>
                <a:lnTo>
                  <a:pt x="8093" y="26626"/>
                </a:lnTo>
                <a:lnTo>
                  <a:pt x="8093" y="26360"/>
                </a:lnTo>
                <a:lnTo>
                  <a:pt x="8093" y="25916"/>
                </a:lnTo>
                <a:lnTo>
                  <a:pt x="8093" y="25561"/>
                </a:lnTo>
                <a:lnTo>
                  <a:pt x="8093" y="25117"/>
                </a:lnTo>
                <a:lnTo>
                  <a:pt x="8093" y="24674"/>
                </a:lnTo>
                <a:lnTo>
                  <a:pt x="8093" y="24230"/>
                </a:lnTo>
                <a:lnTo>
                  <a:pt x="8093" y="24052"/>
                </a:lnTo>
                <a:lnTo>
                  <a:pt x="8093" y="23608"/>
                </a:lnTo>
                <a:lnTo>
                  <a:pt x="8093" y="23165"/>
                </a:lnTo>
                <a:lnTo>
                  <a:pt x="8410" y="22721"/>
                </a:lnTo>
                <a:lnTo>
                  <a:pt x="8410" y="22277"/>
                </a:lnTo>
                <a:lnTo>
                  <a:pt x="8410" y="21922"/>
                </a:lnTo>
                <a:lnTo>
                  <a:pt x="8410" y="21656"/>
                </a:lnTo>
                <a:lnTo>
                  <a:pt x="8410" y="21212"/>
                </a:lnTo>
                <a:lnTo>
                  <a:pt x="8886" y="20857"/>
                </a:lnTo>
                <a:lnTo>
                  <a:pt x="8886" y="20591"/>
                </a:lnTo>
                <a:lnTo>
                  <a:pt x="8886" y="20147"/>
                </a:lnTo>
                <a:lnTo>
                  <a:pt x="8886" y="19703"/>
                </a:lnTo>
                <a:lnTo>
                  <a:pt x="9203" y="19348"/>
                </a:lnTo>
                <a:lnTo>
                  <a:pt x="9203" y="19082"/>
                </a:lnTo>
                <a:lnTo>
                  <a:pt x="9203" y="18638"/>
                </a:lnTo>
                <a:lnTo>
                  <a:pt x="9203" y="18283"/>
                </a:lnTo>
                <a:lnTo>
                  <a:pt x="9203" y="18017"/>
                </a:lnTo>
                <a:lnTo>
                  <a:pt x="9521" y="17573"/>
                </a:lnTo>
                <a:lnTo>
                  <a:pt x="9521" y="17129"/>
                </a:lnTo>
                <a:lnTo>
                  <a:pt x="9521" y="16952"/>
                </a:lnTo>
                <a:lnTo>
                  <a:pt x="9521" y="16508"/>
                </a:lnTo>
                <a:lnTo>
                  <a:pt x="9521" y="16331"/>
                </a:lnTo>
                <a:lnTo>
                  <a:pt x="9997" y="15887"/>
                </a:lnTo>
                <a:lnTo>
                  <a:pt x="9997" y="15709"/>
                </a:lnTo>
                <a:lnTo>
                  <a:pt x="9997" y="15265"/>
                </a:lnTo>
                <a:lnTo>
                  <a:pt x="9997" y="14822"/>
                </a:lnTo>
                <a:lnTo>
                  <a:pt x="9997" y="14555"/>
                </a:lnTo>
                <a:lnTo>
                  <a:pt x="10314" y="14200"/>
                </a:lnTo>
                <a:lnTo>
                  <a:pt x="10314" y="13934"/>
                </a:lnTo>
                <a:lnTo>
                  <a:pt x="10314" y="13490"/>
                </a:lnTo>
                <a:lnTo>
                  <a:pt x="10314" y="13313"/>
                </a:lnTo>
                <a:lnTo>
                  <a:pt x="10314" y="12869"/>
                </a:lnTo>
                <a:lnTo>
                  <a:pt x="10314" y="12692"/>
                </a:lnTo>
                <a:lnTo>
                  <a:pt x="10314" y="12248"/>
                </a:lnTo>
                <a:lnTo>
                  <a:pt x="10314" y="11982"/>
                </a:lnTo>
                <a:lnTo>
                  <a:pt x="10314" y="11804"/>
                </a:lnTo>
                <a:lnTo>
                  <a:pt x="10790" y="11360"/>
                </a:lnTo>
                <a:lnTo>
                  <a:pt x="10790" y="11183"/>
                </a:lnTo>
                <a:lnTo>
                  <a:pt x="10790" y="10739"/>
                </a:lnTo>
                <a:lnTo>
                  <a:pt x="10790" y="10561"/>
                </a:lnTo>
                <a:lnTo>
                  <a:pt x="10790" y="10118"/>
                </a:lnTo>
                <a:lnTo>
                  <a:pt x="11108" y="9851"/>
                </a:lnTo>
                <a:lnTo>
                  <a:pt x="11108" y="9674"/>
                </a:lnTo>
                <a:lnTo>
                  <a:pt x="11108" y="9230"/>
                </a:lnTo>
                <a:lnTo>
                  <a:pt x="11108" y="9053"/>
                </a:lnTo>
                <a:lnTo>
                  <a:pt x="11108" y="8786"/>
                </a:lnTo>
                <a:lnTo>
                  <a:pt x="11425" y="8609"/>
                </a:lnTo>
                <a:lnTo>
                  <a:pt x="11425" y="8165"/>
                </a:lnTo>
                <a:lnTo>
                  <a:pt x="11425" y="7988"/>
                </a:lnTo>
                <a:lnTo>
                  <a:pt x="11425" y="7544"/>
                </a:lnTo>
                <a:lnTo>
                  <a:pt x="11901" y="7544"/>
                </a:lnTo>
                <a:lnTo>
                  <a:pt x="11901" y="7100"/>
                </a:lnTo>
                <a:lnTo>
                  <a:pt x="11901" y="6834"/>
                </a:lnTo>
                <a:lnTo>
                  <a:pt x="11901" y="6479"/>
                </a:lnTo>
                <a:lnTo>
                  <a:pt x="12218" y="6035"/>
                </a:lnTo>
                <a:lnTo>
                  <a:pt x="12218" y="5769"/>
                </a:lnTo>
                <a:lnTo>
                  <a:pt x="12218" y="5414"/>
                </a:lnTo>
                <a:lnTo>
                  <a:pt x="12218" y="5147"/>
                </a:lnTo>
                <a:lnTo>
                  <a:pt x="12218" y="4704"/>
                </a:lnTo>
                <a:lnTo>
                  <a:pt x="12218" y="4526"/>
                </a:lnTo>
                <a:lnTo>
                  <a:pt x="12218" y="4260"/>
                </a:lnTo>
                <a:lnTo>
                  <a:pt x="12218" y="4082"/>
                </a:lnTo>
                <a:lnTo>
                  <a:pt x="12218" y="3905"/>
                </a:lnTo>
                <a:lnTo>
                  <a:pt x="12694" y="3638"/>
                </a:lnTo>
                <a:lnTo>
                  <a:pt x="12694" y="3195"/>
                </a:lnTo>
                <a:lnTo>
                  <a:pt x="12694" y="3017"/>
                </a:lnTo>
                <a:lnTo>
                  <a:pt x="12694" y="2840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686"/>
                </a:lnTo>
                <a:lnTo>
                  <a:pt x="13488" y="1508"/>
                </a:lnTo>
                <a:lnTo>
                  <a:pt x="13488" y="1331"/>
                </a:lnTo>
                <a:lnTo>
                  <a:pt x="13488" y="1065"/>
                </a:lnTo>
                <a:lnTo>
                  <a:pt x="13488" y="887"/>
                </a:lnTo>
                <a:lnTo>
                  <a:pt x="13488" y="62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4736431" y="1832219"/>
            <a:ext cx="13329" cy="15709"/>
          </a:xfrm>
          <a:custGeom>
            <a:avLst/>
            <a:gdLst/>
            <a:ahLst/>
            <a:cxnLst/>
            <a:rect l="l" t="t" r="r" b="b"/>
            <a:pathLst>
              <a:path w="13329" h="15709">
                <a:moveTo>
                  <a:pt x="0" y="8165"/>
                </a:moveTo>
                <a:lnTo>
                  <a:pt x="0" y="7988"/>
                </a:lnTo>
                <a:lnTo>
                  <a:pt x="0" y="7721"/>
                </a:lnTo>
                <a:lnTo>
                  <a:pt x="317" y="7544"/>
                </a:lnTo>
                <a:lnTo>
                  <a:pt x="317" y="7277"/>
                </a:lnTo>
                <a:lnTo>
                  <a:pt x="317" y="7100"/>
                </a:lnTo>
                <a:lnTo>
                  <a:pt x="793" y="6922"/>
                </a:lnTo>
                <a:lnTo>
                  <a:pt x="793" y="6656"/>
                </a:lnTo>
                <a:lnTo>
                  <a:pt x="793" y="6479"/>
                </a:lnTo>
                <a:lnTo>
                  <a:pt x="793" y="6212"/>
                </a:lnTo>
                <a:lnTo>
                  <a:pt x="793" y="6035"/>
                </a:lnTo>
                <a:lnTo>
                  <a:pt x="793" y="5857"/>
                </a:lnTo>
                <a:lnTo>
                  <a:pt x="793" y="5591"/>
                </a:lnTo>
                <a:lnTo>
                  <a:pt x="793" y="5414"/>
                </a:lnTo>
                <a:lnTo>
                  <a:pt x="1110" y="5147"/>
                </a:lnTo>
                <a:lnTo>
                  <a:pt x="1110" y="4970"/>
                </a:lnTo>
                <a:lnTo>
                  <a:pt x="1110" y="4792"/>
                </a:lnTo>
                <a:lnTo>
                  <a:pt x="1110" y="4526"/>
                </a:lnTo>
                <a:lnTo>
                  <a:pt x="1586" y="4526"/>
                </a:lnTo>
                <a:lnTo>
                  <a:pt x="1586" y="4349"/>
                </a:lnTo>
                <a:lnTo>
                  <a:pt x="1586" y="4082"/>
                </a:lnTo>
                <a:lnTo>
                  <a:pt x="1586" y="3905"/>
                </a:lnTo>
                <a:lnTo>
                  <a:pt x="1904" y="3905"/>
                </a:lnTo>
                <a:lnTo>
                  <a:pt x="1904" y="3638"/>
                </a:lnTo>
                <a:lnTo>
                  <a:pt x="1904" y="3461"/>
                </a:lnTo>
                <a:lnTo>
                  <a:pt x="2221" y="3283"/>
                </a:lnTo>
                <a:lnTo>
                  <a:pt x="2221" y="3017"/>
                </a:lnTo>
                <a:lnTo>
                  <a:pt x="2221" y="2840"/>
                </a:lnTo>
                <a:lnTo>
                  <a:pt x="2221" y="2573"/>
                </a:lnTo>
                <a:lnTo>
                  <a:pt x="2697" y="2573"/>
                </a:lnTo>
                <a:lnTo>
                  <a:pt x="2697" y="2396"/>
                </a:lnTo>
                <a:lnTo>
                  <a:pt x="2697" y="1775"/>
                </a:lnTo>
                <a:lnTo>
                  <a:pt x="3015" y="1775"/>
                </a:lnTo>
                <a:lnTo>
                  <a:pt x="3015" y="1508"/>
                </a:lnTo>
                <a:lnTo>
                  <a:pt x="3015" y="1508"/>
                </a:lnTo>
                <a:lnTo>
                  <a:pt x="3491" y="1331"/>
                </a:lnTo>
                <a:lnTo>
                  <a:pt x="3491" y="1065"/>
                </a:lnTo>
                <a:lnTo>
                  <a:pt x="3808" y="887"/>
                </a:lnTo>
                <a:lnTo>
                  <a:pt x="3808" y="710"/>
                </a:lnTo>
                <a:lnTo>
                  <a:pt x="4125" y="710"/>
                </a:lnTo>
                <a:lnTo>
                  <a:pt x="4125" y="443"/>
                </a:lnTo>
                <a:lnTo>
                  <a:pt x="4601" y="443"/>
                </a:lnTo>
                <a:lnTo>
                  <a:pt x="4601" y="266"/>
                </a:lnTo>
                <a:lnTo>
                  <a:pt x="4919" y="266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188" y="266"/>
                </a:lnTo>
                <a:lnTo>
                  <a:pt x="6506" y="266"/>
                </a:lnTo>
                <a:lnTo>
                  <a:pt x="6823" y="266"/>
                </a:lnTo>
                <a:lnTo>
                  <a:pt x="6823" y="443"/>
                </a:lnTo>
                <a:lnTo>
                  <a:pt x="6823" y="710"/>
                </a:lnTo>
                <a:lnTo>
                  <a:pt x="7299" y="710"/>
                </a:lnTo>
                <a:lnTo>
                  <a:pt x="7299" y="887"/>
                </a:lnTo>
                <a:lnTo>
                  <a:pt x="7616" y="1065"/>
                </a:lnTo>
                <a:lnTo>
                  <a:pt x="7616" y="1331"/>
                </a:lnTo>
                <a:lnTo>
                  <a:pt x="8093" y="1508"/>
                </a:lnTo>
                <a:lnTo>
                  <a:pt x="8093" y="1775"/>
                </a:lnTo>
                <a:lnTo>
                  <a:pt x="8410" y="1775"/>
                </a:lnTo>
                <a:lnTo>
                  <a:pt x="8410" y="1952"/>
                </a:lnTo>
                <a:lnTo>
                  <a:pt x="8410" y="2218"/>
                </a:lnTo>
                <a:lnTo>
                  <a:pt x="8727" y="2218"/>
                </a:lnTo>
                <a:lnTo>
                  <a:pt x="8727" y="2396"/>
                </a:lnTo>
                <a:lnTo>
                  <a:pt x="8727" y="2573"/>
                </a:lnTo>
                <a:lnTo>
                  <a:pt x="8727" y="2840"/>
                </a:lnTo>
                <a:lnTo>
                  <a:pt x="8727" y="3017"/>
                </a:lnTo>
                <a:lnTo>
                  <a:pt x="8727" y="3283"/>
                </a:lnTo>
                <a:lnTo>
                  <a:pt x="9203" y="3283"/>
                </a:lnTo>
                <a:lnTo>
                  <a:pt x="9203" y="3461"/>
                </a:lnTo>
                <a:lnTo>
                  <a:pt x="9203" y="3638"/>
                </a:lnTo>
                <a:lnTo>
                  <a:pt x="9203" y="3905"/>
                </a:lnTo>
                <a:lnTo>
                  <a:pt x="9521" y="3905"/>
                </a:lnTo>
                <a:lnTo>
                  <a:pt x="9521" y="4082"/>
                </a:lnTo>
                <a:lnTo>
                  <a:pt x="9521" y="4349"/>
                </a:lnTo>
                <a:lnTo>
                  <a:pt x="9997" y="4526"/>
                </a:lnTo>
                <a:lnTo>
                  <a:pt x="9997" y="4792"/>
                </a:lnTo>
                <a:lnTo>
                  <a:pt x="9997" y="4970"/>
                </a:lnTo>
                <a:lnTo>
                  <a:pt x="10314" y="5147"/>
                </a:lnTo>
                <a:lnTo>
                  <a:pt x="10314" y="5414"/>
                </a:lnTo>
                <a:lnTo>
                  <a:pt x="10314" y="5591"/>
                </a:lnTo>
                <a:lnTo>
                  <a:pt x="10314" y="5857"/>
                </a:lnTo>
                <a:lnTo>
                  <a:pt x="10314" y="6035"/>
                </a:lnTo>
                <a:lnTo>
                  <a:pt x="10790" y="6212"/>
                </a:lnTo>
                <a:lnTo>
                  <a:pt x="10790" y="6479"/>
                </a:lnTo>
                <a:lnTo>
                  <a:pt x="10790" y="6656"/>
                </a:lnTo>
                <a:lnTo>
                  <a:pt x="10790" y="6922"/>
                </a:lnTo>
                <a:lnTo>
                  <a:pt x="11108" y="7100"/>
                </a:lnTo>
                <a:lnTo>
                  <a:pt x="11108" y="7277"/>
                </a:lnTo>
                <a:lnTo>
                  <a:pt x="11108" y="7544"/>
                </a:lnTo>
                <a:lnTo>
                  <a:pt x="11108" y="7721"/>
                </a:lnTo>
                <a:lnTo>
                  <a:pt x="11108" y="7988"/>
                </a:lnTo>
                <a:lnTo>
                  <a:pt x="11108" y="8165"/>
                </a:lnTo>
                <a:lnTo>
                  <a:pt x="11108" y="8431"/>
                </a:lnTo>
                <a:lnTo>
                  <a:pt x="11108" y="8609"/>
                </a:lnTo>
                <a:lnTo>
                  <a:pt x="11425" y="8609"/>
                </a:lnTo>
                <a:lnTo>
                  <a:pt x="11425" y="8786"/>
                </a:lnTo>
                <a:lnTo>
                  <a:pt x="11425" y="9053"/>
                </a:lnTo>
                <a:lnTo>
                  <a:pt x="11425" y="9230"/>
                </a:lnTo>
                <a:lnTo>
                  <a:pt x="11425" y="9674"/>
                </a:lnTo>
                <a:lnTo>
                  <a:pt x="11901" y="9851"/>
                </a:lnTo>
                <a:lnTo>
                  <a:pt x="11901" y="10118"/>
                </a:lnTo>
                <a:lnTo>
                  <a:pt x="11901" y="10295"/>
                </a:lnTo>
                <a:lnTo>
                  <a:pt x="11901" y="10739"/>
                </a:lnTo>
                <a:lnTo>
                  <a:pt x="12218" y="11005"/>
                </a:lnTo>
                <a:lnTo>
                  <a:pt x="12218" y="11183"/>
                </a:lnTo>
                <a:lnTo>
                  <a:pt x="12218" y="11626"/>
                </a:lnTo>
                <a:lnTo>
                  <a:pt x="12694" y="11804"/>
                </a:lnTo>
                <a:lnTo>
                  <a:pt x="12694" y="12070"/>
                </a:lnTo>
                <a:lnTo>
                  <a:pt x="12694" y="12248"/>
                </a:lnTo>
                <a:lnTo>
                  <a:pt x="12694" y="12425"/>
                </a:lnTo>
                <a:lnTo>
                  <a:pt x="12694" y="12692"/>
                </a:lnTo>
                <a:lnTo>
                  <a:pt x="13012" y="13135"/>
                </a:lnTo>
                <a:lnTo>
                  <a:pt x="13012" y="13313"/>
                </a:lnTo>
                <a:lnTo>
                  <a:pt x="13012" y="13757"/>
                </a:lnTo>
                <a:lnTo>
                  <a:pt x="13012" y="13934"/>
                </a:lnTo>
                <a:lnTo>
                  <a:pt x="13012" y="14200"/>
                </a:lnTo>
                <a:lnTo>
                  <a:pt x="13012" y="14644"/>
                </a:lnTo>
                <a:lnTo>
                  <a:pt x="13012" y="14999"/>
                </a:lnTo>
                <a:lnTo>
                  <a:pt x="13012" y="15265"/>
                </a:lnTo>
                <a:lnTo>
                  <a:pt x="13329" y="15709"/>
                </a:lnTo>
              </a:path>
            </a:pathLst>
          </a:custGeom>
          <a:ln w="1593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4749761" y="1847929"/>
            <a:ext cx="13805" cy="97986"/>
          </a:xfrm>
          <a:custGeom>
            <a:avLst/>
            <a:gdLst/>
            <a:ahLst/>
            <a:cxnLst/>
            <a:rect l="l" t="t" r="r" b="b"/>
            <a:pathLst>
              <a:path w="13805" h="97986">
                <a:moveTo>
                  <a:pt x="0" y="0"/>
                </a:moveTo>
                <a:lnTo>
                  <a:pt x="0" y="443"/>
                </a:lnTo>
                <a:lnTo>
                  <a:pt x="0" y="621"/>
                </a:lnTo>
                <a:lnTo>
                  <a:pt x="476" y="1065"/>
                </a:lnTo>
                <a:lnTo>
                  <a:pt x="476" y="1242"/>
                </a:lnTo>
                <a:lnTo>
                  <a:pt x="476" y="1508"/>
                </a:lnTo>
                <a:lnTo>
                  <a:pt x="476" y="1686"/>
                </a:lnTo>
                <a:lnTo>
                  <a:pt x="476" y="2130"/>
                </a:lnTo>
                <a:lnTo>
                  <a:pt x="793" y="2307"/>
                </a:lnTo>
                <a:lnTo>
                  <a:pt x="793" y="2573"/>
                </a:lnTo>
                <a:lnTo>
                  <a:pt x="793" y="3017"/>
                </a:lnTo>
                <a:lnTo>
                  <a:pt x="793" y="3195"/>
                </a:lnTo>
                <a:lnTo>
                  <a:pt x="793" y="3638"/>
                </a:lnTo>
                <a:lnTo>
                  <a:pt x="1269" y="3816"/>
                </a:lnTo>
                <a:lnTo>
                  <a:pt x="1269" y="4082"/>
                </a:lnTo>
                <a:lnTo>
                  <a:pt x="1269" y="4437"/>
                </a:lnTo>
                <a:lnTo>
                  <a:pt x="1269" y="4704"/>
                </a:lnTo>
                <a:lnTo>
                  <a:pt x="1269" y="4881"/>
                </a:lnTo>
                <a:lnTo>
                  <a:pt x="1586" y="5325"/>
                </a:lnTo>
                <a:lnTo>
                  <a:pt x="1586" y="5769"/>
                </a:lnTo>
                <a:lnTo>
                  <a:pt x="1586" y="5946"/>
                </a:lnTo>
                <a:lnTo>
                  <a:pt x="1586" y="6212"/>
                </a:lnTo>
                <a:lnTo>
                  <a:pt x="2062" y="6656"/>
                </a:lnTo>
                <a:lnTo>
                  <a:pt x="2062" y="7011"/>
                </a:lnTo>
                <a:lnTo>
                  <a:pt x="2062" y="7277"/>
                </a:lnTo>
                <a:lnTo>
                  <a:pt x="2062" y="7455"/>
                </a:lnTo>
                <a:lnTo>
                  <a:pt x="2062" y="7899"/>
                </a:lnTo>
                <a:lnTo>
                  <a:pt x="2062" y="8343"/>
                </a:lnTo>
                <a:lnTo>
                  <a:pt x="2062" y="8520"/>
                </a:lnTo>
                <a:lnTo>
                  <a:pt x="2062" y="8964"/>
                </a:lnTo>
                <a:lnTo>
                  <a:pt x="2062" y="9408"/>
                </a:lnTo>
                <a:lnTo>
                  <a:pt x="2062" y="9585"/>
                </a:lnTo>
                <a:lnTo>
                  <a:pt x="2380" y="9851"/>
                </a:lnTo>
                <a:lnTo>
                  <a:pt x="2380" y="10295"/>
                </a:lnTo>
                <a:lnTo>
                  <a:pt x="2380" y="10739"/>
                </a:lnTo>
                <a:lnTo>
                  <a:pt x="2380" y="10916"/>
                </a:lnTo>
                <a:lnTo>
                  <a:pt x="2380" y="11360"/>
                </a:lnTo>
                <a:lnTo>
                  <a:pt x="2697" y="11804"/>
                </a:lnTo>
                <a:lnTo>
                  <a:pt x="2697" y="11982"/>
                </a:lnTo>
                <a:lnTo>
                  <a:pt x="2697" y="12425"/>
                </a:lnTo>
                <a:lnTo>
                  <a:pt x="2697" y="12869"/>
                </a:lnTo>
                <a:lnTo>
                  <a:pt x="3173" y="13047"/>
                </a:lnTo>
                <a:lnTo>
                  <a:pt x="3173" y="13490"/>
                </a:lnTo>
                <a:lnTo>
                  <a:pt x="3173" y="13934"/>
                </a:lnTo>
                <a:lnTo>
                  <a:pt x="3173" y="14112"/>
                </a:lnTo>
                <a:lnTo>
                  <a:pt x="3173" y="14555"/>
                </a:lnTo>
                <a:lnTo>
                  <a:pt x="3491" y="14999"/>
                </a:lnTo>
                <a:lnTo>
                  <a:pt x="3491" y="15443"/>
                </a:lnTo>
                <a:lnTo>
                  <a:pt x="3491" y="15620"/>
                </a:lnTo>
                <a:lnTo>
                  <a:pt x="3491" y="16064"/>
                </a:lnTo>
                <a:lnTo>
                  <a:pt x="3491" y="16508"/>
                </a:lnTo>
                <a:lnTo>
                  <a:pt x="3967" y="16952"/>
                </a:lnTo>
                <a:lnTo>
                  <a:pt x="3967" y="17307"/>
                </a:lnTo>
                <a:lnTo>
                  <a:pt x="3967" y="17751"/>
                </a:lnTo>
                <a:lnTo>
                  <a:pt x="3967" y="18017"/>
                </a:lnTo>
                <a:lnTo>
                  <a:pt x="3967" y="18372"/>
                </a:lnTo>
                <a:lnTo>
                  <a:pt x="3967" y="18816"/>
                </a:lnTo>
                <a:lnTo>
                  <a:pt x="3967" y="19259"/>
                </a:lnTo>
                <a:lnTo>
                  <a:pt x="3967" y="19703"/>
                </a:lnTo>
                <a:lnTo>
                  <a:pt x="3967" y="20147"/>
                </a:lnTo>
                <a:lnTo>
                  <a:pt x="4284" y="20325"/>
                </a:lnTo>
                <a:lnTo>
                  <a:pt x="4284" y="20946"/>
                </a:lnTo>
                <a:lnTo>
                  <a:pt x="4284" y="21212"/>
                </a:lnTo>
                <a:lnTo>
                  <a:pt x="4284" y="21656"/>
                </a:lnTo>
                <a:lnTo>
                  <a:pt x="4284" y="22100"/>
                </a:lnTo>
                <a:lnTo>
                  <a:pt x="4601" y="22455"/>
                </a:lnTo>
                <a:lnTo>
                  <a:pt x="4601" y="22898"/>
                </a:lnTo>
                <a:lnTo>
                  <a:pt x="4601" y="23342"/>
                </a:lnTo>
                <a:lnTo>
                  <a:pt x="4601" y="23786"/>
                </a:lnTo>
                <a:lnTo>
                  <a:pt x="4601" y="24230"/>
                </a:lnTo>
                <a:lnTo>
                  <a:pt x="5077" y="24674"/>
                </a:lnTo>
                <a:lnTo>
                  <a:pt x="5077" y="25029"/>
                </a:lnTo>
                <a:lnTo>
                  <a:pt x="5077" y="25472"/>
                </a:lnTo>
                <a:lnTo>
                  <a:pt x="5077" y="25916"/>
                </a:lnTo>
                <a:lnTo>
                  <a:pt x="5077" y="26360"/>
                </a:lnTo>
                <a:lnTo>
                  <a:pt x="5395" y="26804"/>
                </a:lnTo>
                <a:lnTo>
                  <a:pt x="5395" y="27247"/>
                </a:lnTo>
                <a:lnTo>
                  <a:pt x="5395" y="27602"/>
                </a:lnTo>
                <a:lnTo>
                  <a:pt x="5395" y="28313"/>
                </a:lnTo>
                <a:lnTo>
                  <a:pt x="5871" y="28490"/>
                </a:lnTo>
                <a:lnTo>
                  <a:pt x="5871" y="29111"/>
                </a:lnTo>
                <a:lnTo>
                  <a:pt x="5871" y="29555"/>
                </a:lnTo>
                <a:lnTo>
                  <a:pt x="5871" y="29999"/>
                </a:lnTo>
                <a:lnTo>
                  <a:pt x="5871" y="30443"/>
                </a:lnTo>
                <a:lnTo>
                  <a:pt x="6188" y="30886"/>
                </a:lnTo>
                <a:lnTo>
                  <a:pt x="6188" y="31241"/>
                </a:lnTo>
                <a:lnTo>
                  <a:pt x="6188" y="31952"/>
                </a:lnTo>
                <a:lnTo>
                  <a:pt x="6188" y="32129"/>
                </a:lnTo>
                <a:lnTo>
                  <a:pt x="6188" y="32750"/>
                </a:lnTo>
                <a:lnTo>
                  <a:pt x="6188" y="33017"/>
                </a:lnTo>
                <a:lnTo>
                  <a:pt x="6188" y="33638"/>
                </a:lnTo>
                <a:lnTo>
                  <a:pt x="6188" y="34259"/>
                </a:lnTo>
                <a:lnTo>
                  <a:pt x="6188" y="34525"/>
                </a:lnTo>
                <a:lnTo>
                  <a:pt x="6188" y="35147"/>
                </a:lnTo>
                <a:lnTo>
                  <a:pt x="6506" y="35591"/>
                </a:lnTo>
                <a:lnTo>
                  <a:pt x="6506" y="36034"/>
                </a:lnTo>
                <a:lnTo>
                  <a:pt x="6506" y="36656"/>
                </a:lnTo>
                <a:lnTo>
                  <a:pt x="6506" y="37099"/>
                </a:lnTo>
                <a:lnTo>
                  <a:pt x="6982" y="37454"/>
                </a:lnTo>
                <a:lnTo>
                  <a:pt x="6982" y="37898"/>
                </a:lnTo>
                <a:lnTo>
                  <a:pt x="6982" y="38608"/>
                </a:lnTo>
                <a:lnTo>
                  <a:pt x="6982" y="38963"/>
                </a:lnTo>
                <a:lnTo>
                  <a:pt x="6982" y="39407"/>
                </a:lnTo>
                <a:lnTo>
                  <a:pt x="7299" y="40028"/>
                </a:lnTo>
                <a:lnTo>
                  <a:pt x="7299" y="40472"/>
                </a:lnTo>
                <a:lnTo>
                  <a:pt x="7299" y="40916"/>
                </a:lnTo>
                <a:lnTo>
                  <a:pt x="7299" y="41360"/>
                </a:lnTo>
                <a:lnTo>
                  <a:pt x="7299" y="41981"/>
                </a:lnTo>
                <a:lnTo>
                  <a:pt x="7775" y="42425"/>
                </a:lnTo>
                <a:lnTo>
                  <a:pt x="7775" y="43046"/>
                </a:lnTo>
                <a:lnTo>
                  <a:pt x="7775" y="43756"/>
                </a:lnTo>
                <a:lnTo>
                  <a:pt x="7775" y="43934"/>
                </a:lnTo>
                <a:lnTo>
                  <a:pt x="7775" y="44555"/>
                </a:lnTo>
                <a:lnTo>
                  <a:pt x="8093" y="44999"/>
                </a:lnTo>
                <a:lnTo>
                  <a:pt x="8093" y="45620"/>
                </a:lnTo>
                <a:lnTo>
                  <a:pt x="8093" y="46064"/>
                </a:lnTo>
                <a:lnTo>
                  <a:pt x="8093" y="46685"/>
                </a:lnTo>
                <a:lnTo>
                  <a:pt x="8093" y="47129"/>
                </a:lnTo>
                <a:lnTo>
                  <a:pt x="8093" y="47750"/>
                </a:lnTo>
                <a:lnTo>
                  <a:pt x="8093" y="48460"/>
                </a:lnTo>
                <a:lnTo>
                  <a:pt x="8093" y="48904"/>
                </a:lnTo>
                <a:lnTo>
                  <a:pt x="8093" y="49525"/>
                </a:lnTo>
                <a:lnTo>
                  <a:pt x="8569" y="49969"/>
                </a:lnTo>
                <a:lnTo>
                  <a:pt x="8569" y="50590"/>
                </a:lnTo>
                <a:lnTo>
                  <a:pt x="8569" y="51034"/>
                </a:lnTo>
                <a:lnTo>
                  <a:pt x="8569" y="51655"/>
                </a:lnTo>
                <a:lnTo>
                  <a:pt x="8569" y="52099"/>
                </a:lnTo>
                <a:lnTo>
                  <a:pt x="8886" y="52720"/>
                </a:lnTo>
                <a:lnTo>
                  <a:pt x="8886" y="53164"/>
                </a:lnTo>
                <a:lnTo>
                  <a:pt x="8886" y="53785"/>
                </a:lnTo>
                <a:lnTo>
                  <a:pt x="8886" y="54229"/>
                </a:lnTo>
                <a:lnTo>
                  <a:pt x="8886" y="54850"/>
                </a:lnTo>
                <a:lnTo>
                  <a:pt x="9203" y="55472"/>
                </a:lnTo>
                <a:lnTo>
                  <a:pt x="9203" y="55916"/>
                </a:lnTo>
                <a:lnTo>
                  <a:pt x="9203" y="56626"/>
                </a:lnTo>
                <a:lnTo>
                  <a:pt x="9203" y="56981"/>
                </a:lnTo>
                <a:lnTo>
                  <a:pt x="9679" y="57691"/>
                </a:lnTo>
                <a:lnTo>
                  <a:pt x="9679" y="58312"/>
                </a:lnTo>
                <a:lnTo>
                  <a:pt x="9679" y="58933"/>
                </a:lnTo>
                <a:lnTo>
                  <a:pt x="9679" y="59377"/>
                </a:lnTo>
                <a:lnTo>
                  <a:pt x="9679" y="59998"/>
                </a:lnTo>
                <a:lnTo>
                  <a:pt x="9997" y="60442"/>
                </a:lnTo>
                <a:lnTo>
                  <a:pt x="9997" y="61330"/>
                </a:lnTo>
                <a:lnTo>
                  <a:pt x="9997" y="61685"/>
                </a:lnTo>
                <a:lnTo>
                  <a:pt x="9997" y="62395"/>
                </a:lnTo>
                <a:lnTo>
                  <a:pt x="9997" y="62838"/>
                </a:lnTo>
                <a:lnTo>
                  <a:pt x="9997" y="63637"/>
                </a:lnTo>
                <a:lnTo>
                  <a:pt x="9997" y="64081"/>
                </a:lnTo>
                <a:lnTo>
                  <a:pt x="9997" y="64702"/>
                </a:lnTo>
                <a:lnTo>
                  <a:pt x="9997" y="65146"/>
                </a:lnTo>
                <a:lnTo>
                  <a:pt x="9997" y="66034"/>
                </a:lnTo>
                <a:lnTo>
                  <a:pt x="10473" y="66477"/>
                </a:lnTo>
                <a:lnTo>
                  <a:pt x="10473" y="67099"/>
                </a:lnTo>
                <a:lnTo>
                  <a:pt x="10473" y="67720"/>
                </a:lnTo>
                <a:lnTo>
                  <a:pt x="10473" y="68341"/>
                </a:lnTo>
                <a:lnTo>
                  <a:pt x="10790" y="68785"/>
                </a:lnTo>
                <a:lnTo>
                  <a:pt x="10790" y="69673"/>
                </a:lnTo>
                <a:lnTo>
                  <a:pt x="10790" y="70116"/>
                </a:lnTo>
                <a:lnTo>
                  <a:pt x="10790" y="70738"/>
                </a:lnTo>
                <a:lnTo>
                  <a:pt x="10790" y="71359"/>
                </a:lnTo>
                <a:lnTo>
                  <a:pt x="11108" y="71980"/>
                </a:lnTo>
                <a:lnTo>
                  <a:pt x="11108" y="72690"/>
                </a:lnTo>
                <a:lnTo>
                  <a:pt x="11108" y="73134"/>
                </a:lnTo>
                <a:lnTo>
                  <a:pt x="11108" y="73933"/>
                </a:lnTo>
                <a:lnTo>
                  <a:pt x="11108" y="74377"/>
                </a:lnTo>
                <a:lnTo>
                  <a:pt x="11584" y="75264"/>
                </a:lnTo>
                <a:lnTo>
                  <a:pt x="11584" y="75708"/>
                </a:lnTo>
                <a:lnTo>
                  <a:pt x="11584" y="76507"/>
                </a:lnTo>
                <a:lnTo>
                  <a:pt x="11584" y="76951"/>
                </a:lnTo>
                <a:lnTo>
                  <a:pt x="11584" y="77838"/>
                </a:lnTo>
                <a:lnTo>
                  <a:pt x="11901" y="78282"/>
                </a:lnTo>
                <a:lnTo>
                  <a:pt x="11901" y="79081"/>
                </a:lnTo>
                <a:lnTo>
                  <a:pt x="11901" y="79525"/>
                </a:lnTo>
                <a:lnTo>
                  <a:pt x="11901" y="80412"/>
                </a:lnTo>
                <a:lnTo>
                  <a:pt x="12377" y="81033"/>
                </a:lnTo>
                <a:lnTo>
                  <a:pt x="12377" y="81477"/>
                </a:lnTo>
                <a:lnTo>
                  <a:pt x="12377" y="82276"/>
                </a:lnTo>
                <a:lnTo>
                  <a:pt x="12377" y="82720"/>
                </a:lnTo>
                <a:lnTo>
                  <a:pt x="12377" y="83607"/>
                </a:lnTo>
                <a:lnTo>
                  <a:pt x="12377" y="84229"/>
                </a:lnTo>
                <a:lnTo>
                  <a:pt x="12377" y="84850"/>
                </a:lnTo>
                <a:lnTo>
                  <a:pt x="12377" y="85560"/>
                </a:lnTo>
                <a:lnTo>
                  <a:pt x="12377" y="86181"/>
                </a:lnTo>
                <a:lnTo>
                  <a:pt x="12377" y="86803"/>
                </a:lnTo>
                <a:lnTo>
                  <a:pt x="12694" y="87424"/>
                </a:lnTo>
                <a:lnTo>
                  <a:pt x="12694" y="88311"/>
                </a:lnTo>
                <a:lnTo>
                  <a:pt x="12694" y="88755"/>
                </a:lnTo>
                <a:lnTo>
                  <a:pt x="12694" y="89643"/>
                </a:lnTo>
                <a:lnTo>
                  <a:pt x="12694" y="90264"/>
                </a:lnTo>
                <a:lnTo>
                  <a:pt x="13170" y="90885"/>
                </a:lnTo>
                <a:lnTo>
                  <a:pt x="13170" y="91507"/>
                </a:lnTo>
                <a:lnTo>
                  <a:pt x="13170" y="92217"/>
                </a:lnTo>
                <a:lnTo>
                  <a:pt x="13170" y="93015"/>
                </a:lnTo>
                <a:lnTo>
                  <a:pt x="13488" y="93637"/>
                </a:lnTo>
                <a:lnTo>
                  <a:pt x="13488" y="94347"/>
                </a:lnTo>
                <a:lnTo>
                  <a:pt x="13488" y="94968"/>
                </a:lnTo>
                <a:lnTo>
                  <a:pt x="13488" y="95589"/>
                </a:lnTo>
                <a:lnTo>
                  <a:pt x="13488" y="96477"/>
                </a:lnTo>
                <a:lnTo>
                  <a:pt x="13805" y="97098"/>
                </a:lnTo>
                <a:lnTo>
                  <a:pt x="13805" y="97986"/>
                </a:lnTo>
              </a:path>
            </a:pathLst>
          </a:custGeom>
          <a:ln w="1937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4763566" y="1945915"/>
            <a:ext cx="13488" cy="176268"/>
          </a:xfrm>
          <a:custGeom>
            <a:avLst/>
            <a:gdLst/>
            <a:ahLst/>
            <a:cxnLst/>
            <a:rect l="l" t="t" r="r" b="b"/>
            <a:pathLst>
              <a:path w="13488" h="176268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0" y="1952"/>
                </a:lnTo>
                <a:lnTo>
                  <a:pt x="476" y="2573"/>
                </a:lnTo>
                <a:lnTo>
                  <a:pt x="476" y="3372"/>
                </a:lnTo>
                <a:lnTo>
                  <a:pt x="476" y="4082"/>
                </a:lnTo>
                <a:lnTo>
                  <a:pt x="476" y="4704"/>
                </a:lnTo>
                <a:lnTo>
                  <a:pt x="476" y="5591"/>
                </a:lnTo>
                <a:lnTo>
                  <a:pt x="476" y="6212"/>
                </a:lnTo>
                <a:lnTo>
                  <a:pt x="476" y="7100"/>
                </a:lnTo>
                <a:lnTo>
                  <a:pt x="476" y="7721"/>
                </a:lnTo>
                <a:lnTo>
                  <a:pt x="476" y="8343"/>
                </a:lnTo>
                <a:lnTo>
                  <a:pt x="793" y="9230"/>
                </a:lnTo>
                <a:lnTo>
                  <a:pt x="793" y="9851"/>
                </a:lnTo>
                <a:lnTo>
                  <a:pt x="793" y="10739"/>
                </a:lnTo>
                <a:lnTo>
                  <a:pt x="793" y="11360"/>
                </a:lnTo>
                <a:lnTo>
                  <a:pt x="793" y="11982"/>
                </a:lnTo>
                <a:lnTo>
                  <a:pt x="1269" y="12869"/>
                </a:lnTo>
                <a:lnTo>
                  <a:pt x="1269" y="13490"/>
                </a:lnTo>
                <a:lnTo>
                  <a:pt x="1269" y="14112"/>
                </a:lnTo>
                <a:lnTo>
                  <a:pt x="1269" y="14999"/>
                </a:lnTo>
                <a:lnTo>
                  <a:pt x="1269" y="15620"/>
                </a:lnTo>
                <a:lnTo>
                  <a:pt x="1586" y="16508"/>
                </a:lnTo>
                <a:lnTo>
                  <a:pt x="1586" y="17307"/>
                </a:lnTo>
                <a:lnTo>
                  <a:pt x="1586" y="18017"/>
                </a:lnTo>
                <a:lnTo>
                  <a:pt x="1586" y="18816"/>
                </a:lnTo>
                <a:lnTo>
                  <a:pt x="1586" y="19526"/>
                </a:lnTo>
                <a:lnTo>
                  <a:pt x="1904" y="20147"/>
                </a:lnTo>
                <a:lnTo>
                  <a:pt x="1904" y="21035"/>
                </a:lnTo>
                <a:lnTo>
                  <a:pt x="1904" y="21833"/>
                </a:lnTo>
                <a:lnTo>
                  <a:pt x="1904" y="22455"/>
                </a:lnTo>
                <a:lnTo>
                  <a:pt x="2380" y="23342"/>
                </a:lnTo>
                <a:lnTo>
                  <a:pt x="2380" y="23964"/>
                </a:lnTo>
                <a:lnTo>
                  <a:pt x="2380" y="24851"/>
                </a:lnTo>
                <a:lnTo>
                  <a:pt x="2380" y="25739"/>
                </a:lnTo>
                <a:lnTo>
                  <a:pt x="2380" y="26360"/>
                </a:lnTo>
                <a:lnTo>
                  <a:pt x="2697" y="27247"/>
                </a:lnTo>
                <a:lnTo>
                  <a:pt x="2697" y="27869"/>
                </a:lnTo>
                <a:lnTo>
                  <a:pt x="2697" y="28756"/>
                </a:lnTo>
                <a:lnTo>
                  <a:pt x="2697" y="29555"/>
                </a:lnTo>
                <a:lnTo>
                  <a:pt x="2697" y="30176"/>
                </a:lnTo>
                <a:lnTo>
                  <a:pt x="2697" y="31064"/>
                </a:lnTo>
                <a:lnTo>
                  <a:pt x="2697" y="31952"/>
                </a:lnTo>
                <a:lnTo>
                  <a:pt x="2697" y="32573"/>
                </a:lnTo>
                <a:lnTo>
                  <a:pt x="2697" y="33460"/>
                </a:lnTo>
                <a:lnTo>
                  <a:pt x="2697" y="34259"/>
                </a:lnTo>
                <a:lnTo>
                  <a:pt x="3173" y="34969"/>
                </a:lnTo>
                <a:lnTo>
                  <a:pt x="3173" y="35768"/>
                </a:lnTo>
                <a:lnTo>
                  <a:pt x="3173" y="36656"/>
                </a:lnTo>
                <a:lnTo>
                  <a:pt x="3173" y="37277"/>
                </a:lnTo>
                <a:lnTo>
                  <a:pt x="3491" y="38164"/>
                </a:lnTo>
                <a:lnTo>
                  <a:pt x="3491" y="38963"/>
                </a:lnTo>
                <a:lnTo>
                  <a:pt x="3491" y="39851"/>
                </a:lnTo>
                <a:lnTo>
                  <a:pt x="3491" y="40472"/>
                </a:lnTo>
                <a:lnTo>
                  <a:pt x="3491" y="41360"/>
                </a:lnTo>
                <a:lnTo>
                  <a:pt x="3967" y="42247"/>
                </a:lnTo>
                <a:lnTo>
                  <a:pt x="3967" y="43046"/>
                </a:lnTo>
                <a:lnTo>
                  <a:pt x="3967" y="43756"/>
                </a:lnTo>
                <a:lnTo>
                  <a:pt x="3967" y="44821"/>
                </a:lnTo>
                <a:lnTo>
                  <a:pt x="3967" y="45442"/>
                </a:lnTo>
                <a:lnTo>
                  <a:pt x="4284" y="46330"/>
                </a:lnTo>
                <a:lnTo>
                  <a:pt x="4284" y="47129"/>
                </a:lnTo>
                <a:lnTo>
                  <a:pt x="4284" y="48016"/>
                </a:lnTo>
                <a:lnTo>
                  <a:pt x="4284" y="48638"/>
                </a:lnTo>
                <a:lnTo>
                  <a:pt x="4284" y="49525"/>
                </a:lnTo>
                <a:lnTo>
                  <a:pt x="4601" y="50413"/>
                </a:lnTo>
                <a:lnTo>
                  <a:pt x="4601" y="51211"/>
                </a:lnTo>
                <a:lnTo>
                  <a:pt x="4601" y="51833"/>
                </a:lnTo>
                <a:lnTo>
                  <a:pt x="4601" y="52987"/>
                </a:lnTo>
                <a:lnTo>
                  <a:pt x="4601" y="53785"/>
                </a:lnTo>
                <a:lnTo>
                  <a:pt x="4601" y="54407"/>
                </a:lnTo>
                <a:lnTo>
                  <a:pt x="4601" y="55472"/>
                </a:lnTo>
                <a:lnTo>
                  <a:pt x="4601" y="56182"/>
                </a:lnTo>
                <a:lnTo>
                  <a:pt x="4601" y="56981"/>
                </a:lnTo>
                <a:lnTo>
                  <a:pt x="5077" y="57868"/>
                </a:lnTo>
                <a:lnTo>
                  <a:pt x="5077" y="58756"/>
                </a:lnTo>
                <a:lnTo>
                  <a:pt x="5077" y="59555"/>
                </a:lnTo>
                <a:lnTo>
                  <a:pt x="5077" y="60442"/>
                </a:lnTo>
                <a:lnTo>
                  <a:pt x="5077" y="61330"/>
                </a:lnTo>
                <a:lnTo>
                  <a:pt x="5395" y="62128"/>
                </a:lnTo>
                <a:lnTo>
                  <a:pt x="5395" y="63016"/>
                </a:lnTo>
                <a:lnTo>
                  <a:pt x="5395" y="63904"/>
                </a:lnTo>
                <a:lnTo>
                  <a:pt x="5395" y="64702"/>
                </a:lnTo>
                <a:lnTo>
                  <a:pt x="5395" y="65590"/>
                </a:lnTo>
                <a:lnTo>
                  <a:pt x="5871" y="66477"/>
                </a:lnTo>
                <a:lnTo>
                  <a:pt x="5871" y="67276"/>
                </a:lnTo>
                <a:lnTo>
                  <a:pt x="5871" y="68164"/>
                </a:lnTo>
                <a:lnTo>
                  <a:pt x="5871" y="69051"/>
                </a:lnTo>
                <a:lnTo>
                  <a:pt x="6188" y="69850"/>
                </a:lnTo>
                <a:lnTo>
                  <a:pt x="6188" y="70915"/>
                </a:lnTo>
                <a:lnTo>
                  <a:pt x="6188" y="71803"/>
                </a:lnTo>
                <a:lnTo>
                  <a:pt x="6188" y="72424"/>
                </a:lnTo>
                <a:lnTo>
                  <a:pt x="6188" y="73312"/>
                </a:lnTo>
                <a:lnTo>
                  <a:pt x="6506" y="74377"/>
                </a:lnTo>
                <a:lnTo>
                  <a:pt x="6506" y="75264"/>
                </a:lnTo>
                <a:lnTo>
                  <a:pt x="6506" y="76063"/>
                </a:lnTo>
                <a:lnTo>
                  <a:pt x="6506" y="76951"/>
                </a:lnTo>
                <a:lnTo>
                  <a:pt x="6506" y="78016"/>
                </a:lnTo>
                <a:lnTo>
                  <a:pt x="6982" y="78903"/>
                </a:lnTo>
                <a:lnTo>
                  <a:pt x="6982" y="79525"/>
                </a:lnTo>
                <a:lnTo>
                  <a:pt x="6982" y="80412"/>
                </a:lnTo>
                <a:lnTo>
                  <a:pt x="6982" y="81477"/>
                </a:lnTo>
                <a:lnTo>
                  <a:pt x="6982" y="82276"/>
                </a:lnTo>
                <a:lnTo>
                  <a:pt x="6982" y="83164"/>
                </a:lnTo>
                <a:lnTo>
                  <a:pt x="6982" y="84051"/>
                </a:lnTo>
                <a:lnTo>
                  <a:pt x="6982" y="85116"/>
                </a:lnTo>
                <a:lnTo>
                  <a:pt x="6982" y="86004"/>
                </a:lnTo>
                <a:lnTo>
                  <a:pt x="6982" y="86803"/>
                </a:lnTo>
                <a:lnTo>
                  <a:pt x="7299" y="87690"/>
                </a:lnTo>
                <a:lnTo>
                  <a:pt x="7299" y="88578"/>
                </a:lnTo>
                <a:lnTo>
                  <a:pt x="7299" y="89643"/>
                </a:lnTo>
                <a:lnTo>
                  <a:pt x="7299" y="90441"/>
                </a:lnTo>
                <a:lnTo>
                  <a:pt x="7775" y="91329"/>
                </a:lnTo>
                <a:lnTo>
                  <a:pt x="7775" y="92217"/>
                </a:lnTo>
                <a:lnTo>
                  <a:pt x="7775" y="93282"/>
                </a:lnTo>
                <a:lnTo>
                  <a:pt x="7775" y="94080"/>
                </a:lnTo>
                <a:lnTo>
                  <a:pt x="7775" y="94968"/>
                </a:lnTo>
                <a:lnTo>
                  <a:pt x="8093" y="95856"/>
                </a:lnTo>
                <a:lnTo>
                  <a:pt x="8093" y="96921"/>
                </a:lnTo>
                <a:lnTo>
                  <a:pt x="8093" y="97986"/>
                </a:lnTo>
                <a:lnTo>
                  <a:pt x="8093" y="98873"/>
                </a:lnTo>
                <a:lnTo>
                  <a:pt x="8093" y="99672"/>
                </a:lnTo>
                <a:lnTo>
                  <a:pt x="8410" y="100560"/>
                </a:lnTo>
                <a:lnTo>
                  <a:pt x="8410" y="101625"/>
                </a:lnTo>
                <a:lnTo>
                  <a:pt x="8410" y="102512"/>
                </a:lnTo>
                <a:lnTo>
                  <a:pt x="8410" y="103311"/>
                </a:lnTo>
                <a:lnTo>
                  <a:pt x="8410" y="104376"/>
                </a:lnTo>
                <a:lnTo>
                  <a:pt x="8886" y="105264"/>
                </a:lnTo>
                <a:lnTo>
                  <a:pt x="8886" y="106329"/>
                </a:lnTo>
                <a:lnTo>
                  <a:pt x="8886" y="107216"/>
                </a:lnTo>
                <a:lnTo>
                  <a:pt x="8886" y="108015"/>
                </a:lnTo>
                <a:lnTo>
                  <a:pt x="8886" y="109080"/>
                </a:lnTo>
                <a:lnTo>
                  <a:pt x="8886" y="109968"/>
                </a:lnTo>
                <a:lnTo>
                  <a:pt x="8886" y="111033"/>
                </a:lnTo>
                <a:lnTo>
                  <a:pt x="8886" y="111920"/>
                </a:lnTo>
                <a:lnTo>
                  <a:pt x="8886" y="112808"/>
                </a:lnTo>
                <a:lnTo>
                  <a:pt x="9203" y="113873"/>
                </a:lnTo>
                <a:lnTo>
                  <a:pt x="9203" y="114672"/>
                </a:lnTo>
                <a:lnTo>
                  <a:pt x="9203" y="115737"/>
                </a:lnTo>
                <a:lnTo>
                  <a:pt x="9203" y="116802"/>
                </a:lnTo>
                <a:lnTo>
                  <a:pt x="9203" y="117689"/>
                </a:lnTo>
                <a:lnTo>
                  <a:pt x="9679" y="118577"/>
                </a:lnTo>
                <a:lnTo>
                  <a:pt x="9679" y="119642"/>
                </a:lnTo>
                <a:lnTo>
                  <a:pt x="9679" y="120530"/>
                </a:lnTo>
                <a:lnTo>
                  <a:pt x="9679" y="121595"/>
                </a:lnTo>
                <a:lnTo>
                  <a:pt x="9679" y="122660"/>
                </a:lnTo>
                <a:lnTo>
                  <a:pt x="9997" y="123459"/>
                </a:lnTo>
                <a:lnTo>
                  <a:pt x="9997" y="124346"/>
                </a:lnTo>
                <a:lnTo>
                  <a:pt x="9997" y="125411"/>
                </a:lnTo>
                <a:lnTo>
                  <a:pt x="9997" y="126299"/>
                </a:lnTo>
                <a:lnTo>
                  <a:pt x="10473" y="127364"/>
                </a:lnTo>
                <a:lnTo>
                  <a:pt x="10473" y="128429"/>
                </a:lnTo>
                <a:lnTo>
                  <a:pt x="10473" y="129316"/>
                </a:lnTo>
                <a:lnTo>
                  <a:pt x="10473" y="130382"/>
                </a:lnTo>
                <a:lnTo>
                  <a:pt x="10473" y="131180"/>
                </a:lnTo>
                <a:lnTo>
                  <a:pt x="10790" y="132245"/>
                </a:lnTo>
                <a:lnTo>
                  <a:pt x="10790" y="133310"/>
                </a:lnTo>
                <a:lnTo>
                  <a:pt x="10790" y="134198"/>
                </a:lnTo>
                <a:lnTo>
                  <a:pt x="10790" y="135263"/>
                </a:lnTo>
                <a:lnTo>
                  <a:pt x="10790" y="136151"/>
                </a:lnTo>
                <a:lnTo>
                  <a:pt x="11108" y="137216"/>
                </a:lnTo>
                <a:lnTo>
                  <a:pt x="11108" y="138103"/>
                </a:lnTo>
                <a:lnTo>
                  <a:pt x="11108" y="139346"/>
                </a:lnTo>
                <a:lnTo>
                  <a:pt x="11108" y="140233"/>
                </a:lnTo>
                <a:lnTo>
                  <a:pt x="11108" y="141298"/>
                </a:lnTo>
                <a:lnTo>
                  <a:pt x="11108" y="142186"/>
                </a:lnTo>
                <a:lnTo>
                  <a:pt x="11108" y="143251"/>
                </a:lnTo>
                <a:lnTo>
                  <a:pt x="11108" y="144050"/>
                </a:lnTo>
                <a:lnTo>
                  <a:pt x="11108" y="145115"/>
                </a:lnTo>
                <a:lnTo>
                  <a:pt x="11584" y="146446"/>
                </a:lnTo>
                <a:lnTo>
                  <a:pt x="11584" y="147245"/>
                </a:lnTo>
                <a:lnTo>
                  <a:pt x="11584" y="148399"/>
                </a:lnTo>
                <a:lnTo>
                  <a:pt x="11584" y="149198"/>
                </a:lnTo>
                <a:lnTo>
                  <a:pt x="11584" y="150263"/>
                </a:lnTo>
                <a:lnTo>
                  <a:pt x="11901" y="151150"/>
                </a:lnTo>
                <a:lnTo>
                  <a:pt x="11901" y="152393"/>
                </a:lnTo>
                <a:lnTo>
                  <a:pt x="11901" y="153547"/>
                </a:lnTo>
                <a:lnTo>
                  <a:pt x="11901" y="154346"/>
                </a:lnTo>
                <a:lnTo>
                  <a:pt x="11901" y="155411"/>
                </a:lnTo>
                <a:lnTo>
                  <a:pt x="12377" y="156476"/>
                </a:lnTo>
                <a:lnTo>
                  <a:pt x="12377" y="157363"/>
                </a:lnTo>
                <a:lnTo>
                  <a:pt x="12377" y="158428"/>
                </a:lnTo>
                <a:lnTo>
                  <a:pt x="12377" y="159493"/>
                </a:lnTo>
                <a:lnTo>
                  <a:pt x="12377" y="160558"/>
                </a:lnTo>
                <a:lnTo>
                  <a:pt x="12694" y="161623"/>
                </a:lnTo>
                <a:lnTo>
                  <a:pt x="12694" y="162689"/>
                </a:lnTo>
                <a:lnTo>
                  <a:pt x="12694" y="163576"/>
                </a:lnTo>
                <a:lnTo>
                  <a:pt x="12694" y="164641"/>
                </a:lnTo>
                <a:lnTo>
                  <a:pt x="13012" y="165706"/>
                </a:lnTo>
                <a:lnTo>
                  <a:pt x="13012" y="166771"/>
                </a:lnTo>
                <a:lnTo>
                  <a:pt x="13012" y="167659"/>
                </a:lnTo>
                <a:lnTo>
                  <a:pt x="13012" y="168990"/>
                </a:lnTo>
                <a:lnTo>
                  <a:pt x="13012" y="170055"/>
                </a:lnTo>
                <a:lnTo>
                  <a:pt x="13012" y="171120"/>
                </a:lnTo>
                <a:lnTo>
                  <a:pt x="13012" y="171919"/>
                </a:lnTo>
                <a:lnTo>
                  <a:pt x="13012" y="172984"/>
                </a:lnTo>
                <a:lnTo>
                  <a:pt x="13012" y="174049"/>
                </a:lnTo>
                <a:lnTo>
                  <a:pt x="13012" y="175203"/>
                </a:lnTo>
                <a:lnTo>
                  <a:pt x="13488" y="176268"/>
                </a:lnTo>
              </a:path>
            </a:pathLst>
          </a:custGeom>
          <a:ln w="194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4777055" y="2122184"/>
            <a:ext cx="13805" cy="236888"/>
          </a:xfrm>
          <a:custGeom>
            <a:avLst/>
            <a:gdLst/>
            <a:ahLst/>
            <a:cxnLst/>
            <a:rect l="l" t="t" r="r" b="b"/>
            <a:pathLst>
              <a:path w="13805" h="236888">
                <a:moveTo>
                  <a:pt x="0" y="0"/>
                </a:moveTo>
                <a:lnTo>
                  <a:pt x="0" y="1065"/>
                </a:lnTo>
                <a:lnTo>
                  <a:pt x="0" y="2130"/>
                </a:lnTo>
                <a:lnTo>
                  <a:pt x="0" y="3195"/>
                </a:lnTo>
                <a:lnTo>
                  <a:pt x="0" y="4260"/>
                </a:lnTo>
                <a:lnTo>
                  <a:pt x="317" y="5325"/>
                </a:lnTo>
                <a:lnTo>
                  <a:pt x="317" y="6390"/>
                </a:lnTo>
                <a:lnTo>
                  <a:pt x="317" y="7455"/>
                </a:lnTo>
                <a:lnTo>
                  <a:pt x="317" y="8520"/>
                </a:lnTo>
                <a:lnTo>
                  <a:pt x="793" y="9408"/>
                </a:lnTo>
                <a:lnTo>
                  <a:pt x="793" y="10473"/>
                </a:lnTo>
                <a:lnTo>
                  <a:pt x="793" y="11538"/>
                </a:lnTo>
                <a:lnTo>
                  <a:pt x="793" y="12603"/>
                </a:lnTo>
                <a:lnTo>
                  <a:pt x="793" y="13934"/>
                </a:lnTo>
                <a:lnTo>
                  <a:pt x="1110" y="14999"/>
                </a:lnTo>
                <a:lnTo>
                  <a:pt x="1110" y="16064"/>
                </a:lnTo>
                <a:lnTo>
                  <a:pt x="1110" y="17129"/>
                </a:lnTo>
                <a:lnTo>
                  <a:pt x="1110" y="18194"/>
                </a:lnTo>
                <a:lnTo>
                  <a:pt x="1110" y="19259"/>
                </a:lnTo>
                <a:lnTo>
                  <a:pt x="1586" y="20325"/>
                </a:lnTo>
                <a:lnTo>
                  <a:pt x="1586" y="21390"/>
                </a:lnTo>
                <a:lnTo>
                  <a:pt x="1586" y="22455"/>
                </a:lnTo>
                <a:lnTo>
                  <a:pt x="1586" y="23520"/>
                </a:lnTo>
                <a:lnTo>
                  <a:pt x="1586" y="24585"/>
                </a:lnTo>
                <a:lnTo>
                  <a:pt x="1904" y="25739"/>
                </a:lnTo>
                <a:lnTo>
                  <a:pt x="1904" y="26804"/>
                </a:lnTo>
                <a:lnTo>
                  <a:pt x="1904" y="28046"/>
                </a:lnTo>
                <a:lnTo>
                  <a:pt x="1904" y="29111"/>
                </a:lnTo>
                <a:lnTo>
                  <a:pt x="1904" y="30176"/>
                </a:lnTo>
                <a:lnTo>
                  <a:pt x="1904" y="31241"/>
                </a:lnTo>
                <a:lnTo>
                  <a:pt x="1904" y="32307"/>
                </a:lnTo>
                <a:lnTo>
                  <a:pt x="1904" y="33460"/>
                </a:lnTo>
                <a:lnTo>
                  <a:pt x="1904" y="34525"/>
                </a:lnTo>
                <a:lnTo>
                  <a:pt x="2221" y="35591"/>
                </a:lnTo>
                <a:lnTo>
                  <a:pt x="2221" y="36656"/>
                </a:lnTo>
                <a:lnTo>
                  <a:pt x="2221" y="37721"/>
                </a:lnTo>
                <a:lnTo>
                  <a:pt x="2221" y="38963"/>
                </a:lnTo>
                <a:lnTo>
                  <a:pt x="2221" y="40028"/>
                </a:lnTo>
                <a:lnTo>
                  <a:pt x="2697" y="41093"/>
                </a:lnTo>
                <a:lnTo>
                  <a:pt x="2697" y="42247"/>
                </a:lnTo>
                <a:lnTo>
                  <a:pt x="2697" y="43312"/>
                </a:lnTo>
                <a:lnTo>
                  <a:pt x="2697" y="44555"/>
                </a:lnTo>
                <a:lnTo>
                  <a:pt x="2697" y="45620"/>
                </a:lnTo>
                <a:lnTo>
                  <a:pt x="3015" y="46951"/>
                </a:lnTo>
                <a:lnTo>
                  <a:pt x="3015" y="48016"/>
                </a:lnTo>
                <a:lnTo>
                  <a:pt x="3015" y="49081"/>
                </a:lnTo>
                <a:lnTo>
                  <a:pt x="3015" y="50146"/>
                </a:lnTo>
                <a:lnTo>
                  <a:pt x="3491" y="51211"/>
                </a:lnTo>
                <a:lnTo>
                  <a:pt x="3491" y="52543"/>
                </a:lnTo>
                <a:lnTo>
                  <a:pt x="3491" y="53608"/>
                </a:lnTo>
                <a:lnTo>
                  <a:pt x="3491" y="54673"/>
                </a:lnTo>
                <a:lnTo>
                  <a:pt x="3491" y="55738"/>
                </a:lnTo>
                <a:lnTo>
                  <a:pt x="3808" y="56803"/>
                </a:lnTo>
                <a:lnTo>
                  <a:pt x="3808" y="58046"/>
                </a:lnTo>
                <a:lnTo>
                  <a:pt x="3808" y="59111"/>
                </a:lnTo>
                <a:lnTo>
                  <a:pt x="3808" y="60265"/>
                </a:lnTo>
                <a:lnTo>
                  <a:pt x="3808" y="61330"/>
                </a:lnTo>
                <a:lnTo>
                  <a:pt x="3808" y="62572"/>
                </a:lnTo>
                <a:lnTo>
                  <a:pt x="3808" y="63637"/>
                </a:lnTo>
                <a:lnTo>
                  <a:pt x="3808" y="64702"/>
                </a:lnTo>
                <a:lnTo>
                  <a:pt x="3808" y="66034"/>
                </a:lnTo>
                <a:lnTo>
                  <a:pt x="3808" y="67099"/>
                </a:lnTo>
                <a:lnTo>
                  <a:pt x="4125" y="68164"/>
                </a:lnTo>
                <a:lnTo>
                  <a:pt x="4125" y="69406"/>
                </a:lnTo>
                <a:lnTo>
                  <a:pt x="4125" y="70471"/>
                </a:lnTo>
                <a:lnTo>
                  <a:pt x="4125" y="71803"/>
                </a:lnTo>
                <a:lnTo>
                  <a:pt x="4601" y="72868"/>
                </a:lnTo>
                <a:lnTo>
                  <a:pt x="4601" y="74199"/>
                </a:lnTo>
                <a:lnTo>
                  <a:pt x="4601" y="75264"/>
                </a:lnTo>
                <a:lnTo>
                  <a:pt x="4601" y="76507"/>
                </a:lnTo>
                <a:lnTo>
                  <a:pt x="4601" y="77572"/>
                </a:lnTo>
                <a:lnTo>
                  <a:pt x="4919" y="78637"/>
                </a:lnTo>
                <a:lnTo>
                  <a:pt x="4919" y="79968"/>
                </a:lnTo>
                <a:lnTo>
                  <a:pt x="4919" y="81033"/>
                </a:lnTo>
                <a:lnTo>
                  <a:pt x="4919" y="82276"/>
                </a:lnTo>
                <a:lnTo>
                  <a:pt x="4919" y="83341"/>
                </a:lnTo>
                <a:lnTo>
                  <a:pt x="5395" y="84495"/>
                </a:lnTo>
                <a:lnTo>
                  <a:pt x="5395" y="85737"/>
                </a:lnTo>
                <a:lnTo>
                  <a:pt x="5395" y="86803"/>
                </a:lnTo>
                <a:lnTo>
                  <a:pt x="5395" y="88134"/>
                </a:lnTo>
                <a:lnTo>
                  <a:pt x="5395" y="89199"/>
                </a:lnTo>
                <a:lnTo>
                  <a:pt x="5712" y="90441"/>
                </a:lnTo>
                <a:lnTo>
                  <a:pt x="5712" y="91507"/>
                </a:lnTo>
                <a:lnTo>
                  <a:pt x="5712" y="92572"/>
                </a:lnTo>
                <a:lnTo>
                  <a:pt x="5712" y="93903"/>
                </a:lnTo>
                <a:lnTo>
                  <a:pt x="5712" y="94968"/>
                </a:lnTo>
                <a:lnTo>
                  <a:pt x="5712" y="96211"/>
                </a:lnTo>
                <a:lnTo>
                  <a:pt x="5712" y="97276"/>
                </a:lnTo>
                <a:lnTo>
                  <a:pt x="5712" y="98607"/>
                </a:lnTo>
                <a:lnTo>
                  <a:pt x="5712" y="99672"/>
                </a:lnTo>
                <a:lnTo>
                  <a:pt x="6188" y="101003"/>
                </a:lnTo>
                <a:lnTo>
                  <a:pt x="6188" y="102068"/>
                </a:lnTo>
                <a:lnTo>
                  <a:pt x="6188" y="103311"/>
                </a:lnTo>
                <a:lnTo>
                  <a:pt x="6188" y="104642"/>
                </a:lnTo>
                <a:lnTo>
                  <a:pt x="6188" y="105707"/>
                </a:lnTo>
                <a:lnTo>
                  <a:pt x="6506" y="106950"/>
                </a:lnTo>
                <a:lnTo>
                  <a:pt x="6506" y="108015"/>
                </a:lnTo>
                <a:lnTo>
                  <a:pt x="6506" y="109346"/>
                </a:lnTo>
                <a:lnTo>
                  <a:pt x="6506" y="110411"/>
                </a:lnTo>
                <a:lnTo>
                  <a:pt x="6506" y="111654"/>
                </a:lnTo>
                <a:lnTo>
                  <a:pt x="6823" y="112719"/>
                </a:lnTo>
                <a:lnTo>
                  <a:pt x="6823" y="114050"/>
                </a:lnTo>
                <a:lnTo>
                  <a:pt x="6823" y="115293"/>
                </a:lnTo>
                <a:lnTo>
                  <a:pt x="6823" y="116358"/>
                </a:lnTo>
                <a:lnTo>
                  <a:pt x="7299" y="117689"/>
                </a:lnTo>
                <a:lnTo>
                  <a:pt x="7299" y="118932"/>
                </a:lnTo>
                <a:lnTo>
                  <a:pt x="7299" y="120086"/>
                </a:lnTo>
                <a:lnTo>
                  <a:pt x="7299" y="121328"/>
                </a:lnTo>
                <a:lnTo>
                  <a:pt x="7299" y="122394"/>
                </a:lnTo>
                <a:lnTo>
                  <a:pt x="7616" y="123725"/>
                </a:lnTo>
                <a:lnTo>
                  <a:pt x="7616" y="124790"/>
                </a:lnTo>
                <a:lnTo>
                  <a:pt x="7616" y="126032"/>
                </a:lnTo>
                <a:lnTo>
                  <a:pt x="7616" y="127098"/>
                </a:lnTo>
                <a:lnTo>
                  <a:pt x="7616" y="128429"/>
                </a:lnTo>
                <a:lnTo>
                  <a:pt x="8093" y="129494"/>
                </a:lnTo>
                <a:lnTo>
                  <a:pt x="8093" y="130737"/>
                </a:lnTo>
                <a:lnTo>
                  <a:pt x="8093" y="132068"/>
                </a:lnTo>
                <a:lnTo>
                  <a:pt x="8093" y="133310"/>
                </a:lnTo>
                <a:lnTo>
                  <a:pt x="8093" y="134376"/>
                </a:lnTo>
                <a:lnTo>
                  <a:pt x="8093" y="135707"/>
                </a:lnTo>
                <a:lnTo>
                  <a:pt x="8093" y="136949"/>
                </a:lnTo>
                <a:lnTo>
                  <a:pt x="8093" y="138014"/>
                </a:lnTo>
                <a:lnTo>
                  <a:pt x="8093" y="139346"/>
                </a:lnTo>
                <a:lnTo>
                  <a:pt x="8410" y="140588"/>
                </a:lnTo>
                <a:lnTo>
                  <a:pt x="8410" y="141920"/>
                </a:lnTo>
                <a:lnTo>
                  <a:pt x="8410" y="142985"/>
                </a:lnTo>
                <a:lnTo>
                  <a:pt x="8410" y="144316"/>
                </a:lnTo>
                <a:lnTo>
                  <a:pt x="8410" y="145559"/>
                </a:lnTo>
                <a:lnTo>
                  <a:pt x="8727" y="146890"/>
                </a:lnTo>
                <a:lnTo>
                  <a:pt x="8727" y="147955"/>
                </a:lnTo>
                <a:lnTo>
                  <a:pt x="8727" y="149198"/>
                </a:lnTo>
                <a:lnTo>
                  <a:pt x="8727" y="150529"/>
                </a:lnTo>
                <a:lnTo>
                  <a:pt x="8727" y="151772"/>
                </a:lnTo>
                <a:lnTo>
                  <a:pt x="9203" y="153103"/>
                </a:lnTo>
                <a:lnTo>
                  <a:pt x="9203" y="154168"/>
                </a:lnTo>
                <a:lnTo>
                  <a:pt x="9203" y="155411"/>
                </a:lnTo>
                <a:lnTo>
                  <a:pt x="9203" y="156742"/>
                </a:lnTo>
                <a:lnTo>
                  <a:pt x="9203" y="157985"/>
                </a:lnTo>
                <a:lnTo>
                  <a:pt x="9521" y="159050"/>
                </a:lnTo>
                <a:lnTo>
                  <a:pt x="9521" y="160381"/>
                </a:lnTo>
                <a:lnTo>
                  <a:pt x="9521" y="161623"/>
                </a:lnTo>
                <a:lnTo>
                  <a:pt x="9521" y="162689"/>
                </a:lnTo>
                <a:lnTo>
                  <a:pt x="9997" y="164020"/>
                </a:lnTo>
                <a:lnTo>
                  <a:pt x="9997" y="165262"/>
                </a:lnTo>
                <a:lnTo>
                  <a:pt x="9997" y="166594"/>
                </a:lnTo>
                <a:lnTo>
                  <a:pt x="9997" y="167836"/>
                </a:lnTo>
                <a:lnTo>
                  <a:pt x="9997" y="169168"/>
                </a:lnTo>
                <a:lnTo>
                  <a:pt x="9997" y="170410"/>
                </a:lnTo>
                <a:lnTo>
                  <a:pt x="9997" y="171742"/>
                </a:lnTo>
                <a:lnTo>
                  <a:pt x="9997" y="172807"/>
                </a:lnTo>
                <a:lnTo>
                  <a:pt x="9997" y="174049"/>
                </a:lnTo>
                <a:lnTo>
                  <a:pt x="9997" y="175381"/>
                </a:lnTo>
                <a:lnTo>
                  <a:pt x="10314" y="176623"/>
                </a:lnTo>
                <a:lnTo>
                  <a:pt x="10314" y="177955"/>
                </a:lnTo>
                <a:lnTo>
                  <a:pt x="10314" y="179197"/>
                </a:lnTo>
                <a:lnTo>
                  <a:pt x="10314" y="180262"/>
                </a:lnTo>
                <a:lnTo>
                  <a:pt x="10314" y="181594"/>
                </a:lnTo>
                <a:lnTo>
                  <a:pt x="10631" y="182836"/>
                </a:lnTo>
                <a:lnTo>
                  <a:pt x="10631" y="184167"/>
                </a:lnTo>
                <a:lnTo>
                  <a:pt x="10631" y="185410"/>
                </a:lnTo>
                <a:lnTo>
                  <a:pt x="10631" y="186741"/>
                </a:lnTo>
                <a:lnTo>
                  <a:pt x="11108" y="187984"/>
                </a:lnTo>
                <a:lnTo>
                  <a:pt x="11108" y="189315"/>
                </a:lnTo>
                <a:lnTo>
                  <a:pt x="11108" y="190558"/>
                </a:lnTo>
                <a:lnTo>
                  <a:pt x="11108" y="191889"/>
                </a:lnTo>
                <a:lnTo>
                  <a:pt x="11108" y="193132"/>
                </a:lnTo>
                <a:lnTo>
                  <a:pt x="11425" y="194463"/>
                </a:lnTo>
                <a:lnTo>
                  <a:pt x="11425" y="195706"/>
                </a:lnTo>
                <a:lnTo>
                  <a:pt x="11425" y="196771"/>
                </a:lnTo>
                <a:lnTo>
                  <a:pt x="11425" y="198102"/>
                </a:lnTo>
                <a:lnTo>
                  <a:pt x="11425" y="199345"/>
                </a:lnTo>
                <a:lnTo>
                  <a:pt x="11901" y="200676"/>
                </a:lnTo>
                <a:lnTo>
                  <a:pt x="11901" y="201919"/>
                </a:lnTo>
                <a:lnTo>
                  <a:pt x="11901" y="203250"/>
                </a:lnTo>
                <a:lnTo>
                  <a:pt x="11901" y="204492"/>
                </a:lnTo>
                <a:lnTo>
                  <a:pt x="11901" y="205824"/>
                </a:lnTo>
                <a:lnTo>
                  <a:pt x="12218" y="207066"/>
                </a:lnTo>
                <a:lnTo>
                  <a:pt x="12218" y="208398"/>
                </a:lnTo>
                <a:lnTo>
                  <a:pt x="12218" y="209640"/>
                </a:lnTo>
                <a:lnTo>
                  <a:pt x="12218" y="210972"/>
                </a:lnTo>
                <a:lnTo>
                  <a:pt x="12218" y="212214"/>
                </a:lnTo>
                <a:lnTo>
                  <a:pt x="12218" y="213546"/>
                </a:lnTo>
                <a:lnTo>
                  <a:pt x="12218" y="214788"/>
                </a:lnTo>
                <a:lnTo>
                  <a:pt x="12218" y="216119"/>
                </a:lnTo>
                <a:lnTo>
                  <a:pt x="12218" y="217362"/>
                </a:lnTo>
                <a:lnTo>
                  <a:pt x="12694" y="218693"/>
                </a:lnTo>
                <a:lnTo>
                  <a:pt x="12694" y="219936"/>
                </a:lnTo>
                <a:lnTo>
                  <a:pt x="12694" y="221267"/>
                </a:lnTo>
                <a:lnTo>
                  <a:pt x="12694" y="222510"/>
                </a:lnTo>
                <a:lnTo>
                  <a:pt x="12694" y="224019"/>
                </a:lnTo>
                <a:lnTo>
                  <a:pt x="13012" y="225084"/>
                </a:lnTo>
                <a:lnTo>
                  <a:pt x="13012" y="226415"/>
                </a:lnTo>
                <a:lnTo>
                  <a:pt x="13012" y="227658"/>
                </a:lnTo>
                <a:lnTo>
                  <a:pt x="13012" y="228989"/>
                </a:lnTo>
                <a:lnTo>
                  <a:pt x="13012" y="230232"/>
                </a:lnTo>
                <a:lnTo>
                  <a:pt x="13329" y="231740"/>
                </a:lnTo>
                <a:lnTo>
                  <a:pt x="13329" y="233072"/>
                </a:lnTo>
                <a:lnTo>
                  <a:pt x="13329" y="234314"/>
                </a:lnTo>
                <a:lnTo>
                  <a:pt x="13329" y="235646"/>
                </a:lnTo>
                <a:lnTo>
                  <a:pt x="13805" y="236888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4790861" y="2359073"/>
            <a:ext cx="13012" cy="274521"/>
          </a:xfrm>
          <a:custGeom>
            <a:avLst/>
            <a:gdLst/>
            <a:ahLst/>
            <a:cxnLst/>
            <a:rect l="l" t="t" r="r" b="b"/>
            <a:pathLst>
              <a:path w="13012" h="274521">
                <a:moveTo>
                  <a:pt x="0" y="0"/>
                </a:moveTo>
                <a:lnTo>
                  <a:pt x="0" y="1331"/>
                </a:lnTo>
                <a:lnTo>
                  <a:pt x="0" y="2573"/>
                </a:lnTo>
                <a:lnTo>
                  <a:pt x="0" y="3905"/>
                </a:lnTo>
                <a:lnTo>
                  <a:pt x="0" y="5147"/>
                </a:lnTo>
                <a:lnTo>
                  <a:pt x="317" y="6479"/>
                </a:lnTo>
                <a:lnTo>
                  <a:pt x="317" y="7988"/>
                </a:lnTo>
                <a:lnTo>
                  <a:pt x="317" y="9230"/>
                </a:lnTo>
                <a:lnTo>
                  <a:pt x="317" y="10561"/>
                </a:lnTo>
                <a:lnTo>
                  <a:pt x="317" y="11804"/>
                </a:lnTo>
                <a:lnTo>
                  <a:pt x="317" y="13135"/>
                </a:lnTo>
                <a:lnTo>
                  <a:pt x="317" y="14378"/>
                </a:lnTo>
                <a:lnTo>
                  <a:pt x="317" y="15709"/>
                </a:lnTo>
                <a:lnTo>
                  <a:pt x="317" y="16952"/>
                </a:lnTo>
                <a:lnTo>
                  <a:pt x="317" y="18461"/>
                </a:lnTo>
                <a:lnTo>
                  <a:pt x="793" y="19703"/>
                </a:lnTo>
                <a:lnTo>
                  <a:pt x="793" y="21035"/>
                </a:lnTo>
                <a:lnTo>
                  <a:pt x="793" y="22277"/>
                </a:lnTo>
                <a:lnTo>
                  <a:pt x="793" y="23786"/>
                </a:lnTo>
                <a:lnTo>
                  <a:pt x="1110" y="24851"/>
                </a:lnTo>
                <a:lnTo>
                  <a:pt x="1110" y="26182"/>
                </a:lnTo>
                <a:lnTo>
                  <a:pt x="1110" y="27691"/>
                </a:lnTo>
                <a:lnTo>
                  <a:pt x="1110" y="28934"/>
                </a:lnTo>
                <a:lnTo>
                  <a:pt x="1110" y="30265"/>
                </a:lnTo>
                <a:lnTo>
                  <a:pt x="1428" y="31508"/>
                </a:lnTo>
                <a:lnTo>
                  <a:pt x="1428" y="33017"/>
                </a:lnTo>
                <a:lnTo>
                  <a:pt x="1428" y="34348"/>
                </a:lnTo>
                <a:lnTo>
                  <a:pt x="1428" y="35591"/>
                </a:lnTo>
                <a:lnTo>
                  <a:pt x="1428" y="36922"/>
                </a:lnTo>
                <a:lnTo>
                  <a:pt x="1904" y="38164"/>
                </a:lnTo>
                <a:lnTo>
                  <a:pt x="1904" y="39496"/>
                </a:lnTo>
                <a:lnTo>
                  <a:pt x="1904" y="41005"/>
                </a:lnTo>
                <a:lnTo>
                  <a:pt x="1904" y="42247"/>
                </a:lnTo>
                <a:lnTo>
                  <a:pt x="1904" y="43756"/>
                </a:lnTo>
                <a:lnTo>
                  <a:pt x="2221" y="45087"/>
                </a:lnTo>
                <a:lnTo>
                  <a:pt x="2221" y="46152"/>
                </a:lnTo>
                <a:lnTo>
                  <a:pt x="2221" y="47661"/>
                </a:lnTo>
                <a:lnTo>
                  <a:pt x="2221" y="48904"/>
                </a:lnTo>
                <a:lnTo>
                  <a:pt x="2697" y="50235"/>
                </a:lnTo>
                <a:lnTo>
                  <a:pt x="2697" y="51655"/>
                </a:lnTo>
                <a:lnTo>
                  <a:pt x="2697" y="52987"/>
                </a:lnTo>
                <a:lnTo>
                  <a:pt x="2697" y="54495"/>
                </a:lnTo>
                <a:lnTo>
                  <a:pt x="2697" y="55561"/>
                </a:lnTo>
                <a:lnTo>
                  <a:pt x="2697" y="56803"/>
                </a:lnTo>
                <a:lnTo>
                  <a:pt x="2697" y="58312"/>
                </a:lnTo>
                <a:lnTo>
                  <a:pt x="2697" y="59643"/>
                </a:lnTo>
                <a:lnTo>
                  <a:pt x="2697" y="61152"/>
                </a:lnTo>
                <a:lnTo>
                  <a:pt x="2697" y="62395"/>
                </a:lnTo>
                <a:lnTo>
                  <a:pt x="3015" y="63726"/>
                </a:lnTo>
                <a:lnTo>
                  <a:pt x="3015" y="64969"/>
                </a:lnTo>
                <a:lnTo>
                  <a:pt x="3015" y="66300"/>
                </a:lnTo>
                <a:lnTo>
                  <a:pt x="3015" y="67809"/>
                </a:lnTo>
                <a:lnTo>
                  <a:pt x="3015" y="69051"/>
                </a:lnTo>
                <a:lnTo>
                  <a:pt x="3491" y="70560"/>
                </a:lnTo>
                <a:lnTo>
                  <a:pt x="3491" y="71892"/>
                </a:lnTo>
                <a:lnTo>
                  <a:pt x="3491" y="73312"/>
                </a:lnTo>
                <a:lnTo>
                  <a:pt x="3491" y="74465"/>
                </a:lnTo>
                <a:lnTo>
                  <a:pt x="3808" y="75708"/>
                </a:lnTo>
                <a:lnTo>
                  <a:pt x="3808" y="77217"/>
                </a:lnTo>
                <a:lnTo>
                  <a:pt x="3808" y="78459"/>
                </a:lnTo>
                <a:lnTo>
                  <a:pt x="3808" y="79968"/>
                </a:lnTo>
                <a:lnTo>
                  <a:pt x="3808" y="81300"/>
                </a:lnTo>
                <a:lnTo>
                  <a:pt x="4125" y="82808"/>
                </a:lnTo>
                <a:lnTo>
                  <a:pt x="4125" y="84051"/>
                </a:lnTo>
                <a:lnTo>
                  <a:pt x="4125" y="85382"/>
                </a:lnTo>
                <a:lnTo>
                  <a:pt x="4125" y="86625"/>
                </a:lnTo>
                <a:lnTo>
                  <a:pt x="4125" y="88134"/>
                </a:lnTo>
                <a:lnTo>
                  <a:pt x="4601" y="89465"/>
                </a:lnTo>
                <a:lnTo>
                  <a:pt x="4601" y="90974"/>
                </a:lnTo>
                <a:lnTo>
                  <a:pt x="4601" y="92217"/>
                </a:lnTo>
                <a:lnTo>
                  <a:pt x="4601" y="93548"/>
                </a:lnTo>
                <a:lnTo>
                  <a:pt x="4601" y="94791"/>
                </a:lnTo>
                <a:lnTo>
                  <a:pt x="4601" y="96299"/>
                </a:lnTo>
                <a:lnTo>
                  <a:pt x="4601" y="97542"/>
                </a:lnTo>
                <a:lnTo>
                  <a:pt x="4601" y="99051"/>
                </a:lnTo>
                <a:lnTo>
                  <a:pt x="4601" y="100560"/>
                </a:lnTo>
                <a:lnTo>
                  <a:pt x="4919" y="101625"/>
                </a:lnTo>
                <a:lnTo>
                  <a:pt x="4919" y="103134"/>
                </a:lnTo>
                <a:lnTo>
                  <a:pt x="4919" y="104465"/>
                </a:lnTo>
                <a:lnTo>
                  <a:pt x="4919" y="105974"/>
                </a:lnTo>
                <a:lnTo>
                  <a:pt x="4919" y="107216"/>
                </a:lnTo>
                <a:lnTo>
                  <a:pt x="5395" y="108725"/>
                </a:lnTo>
                <a:lnTo>
                  <a:pt x="5395" y="110056"/>
                </a:lnTo>
                <a:lnTo>
                  <a:pt x="5395" y="111299"/>
                </a:lnTo>
                <a:lnTo>
                  <a:pt x="5395" y="112808"/>
                </a:lnTo>
                <a:lnTo>
                  <a:pt x="5395" y="114050"/>
                </a:lnTo>
                <a:lnTo>
                  <a:pt x="5712" y="115559"/>
                </a:lnTo>
                <a:lnTo>
                  <a:pt x="5712" y="116891"/>
                </a:lnTo>
                <a:lnTo>
                  <a:pt x="5712" y="118133"/>
                </a:lnTo>
                <a:lnTo>
                  <a:pt x="5712" y="119465"/>
                </a:lnTo>
                <a:lnTo>
                  <a:pt x="5712" y="120973"/>
                </a:lnTo>
                <a:lnTo>
                  <a:pt x="6030" y="122482"/>
                </a:lnTo>
                <a:lnTo>
                  <a:pt x="6030" y="123725"/>
                </a:lnTo>
                <a:lnTo>
                  <a:pt x="6030" y="125234"/>
                </a:lnTo>
                <a:lnTo>
                  <a:pt x="6030" y="126565"/>
                </a:lnTo>
                <a:lnTo>
                  <a:pt x="6506" y="127808"/>
                </a:lnTo>
                <a:lnTo>
                  <a:pt x="6506" y="129316"/>
                </a:lnTo>
                <a:lnTo>
                  <a:pt x="6506" y="130559"/>
                </a:lnTo>
                <a:lnTo>
                  <a:pt x="6506" y="132068"/>
                </a:lnTo>
                <a:lnTo>
                  <a:pt x="6506" y="133577"/>
                </a:lnTo>
                <a:lnTo>
                  <a:pt x="6823" y="134642"/>
                </a:lnTo>
                <a:lnTo>
                  <a:pt x="6823" y="136151"/>
                </a:lnTo>
                <a:lnTo>
                  <a:pt x="6823" y="137659"/>
                </a:lnTo>
                <a:lnTo>
                  <a:pt x="6823" y="138991"/>
                </a:lnTo>
                <a:lnTo>
                  <a:pt x="6823" y="140500"/>
                </a:lnTo>
                <a:lnTo>
                  <a:pt x="6823" y="141742"/>
                </a:lnTo>
                <a:lnTo>
                  <a:pt x="6823" y="143074"/>
                </a:lnTo>
                <a:lnTo>
                  <a:pt x="6823" y="144582"/>
                </a:lnTo>
                <a:lnTo>
                  <a:pt x="6823" y="145825"/>
                </a:lnTo>
                <a:lnTo>
                  <a:pt x="6823" y="147334"/>
                </a:lnTo>
                <a:lnTo>
                  <a:pt x="7299" y="148843"/>
                </a:lnTo>
                <a:lnTo>
                  <a:pt x="7299" y="150085"/>
                </a:lnTo>
                <a:lnTo>
                  <a:pt x="7299" y="151417"/>
                </a:lnTo>
                <a:lnTo>
                  <a:pt x="7299" y="152925"/>
                </a:lnTo>
                <a:lnTo>
                  <a:pt x="7616" y="154168"/>
                </a:lnTo>
                <a:lnTo>
                  <a:pt x="7616" y="155677"/>
                </a:lnTo>
                <a:lnTo>
                  <a:pt x="7616" y="157186"/>
                </a:lnTo>
                <a:lnTo>
                  <a:pt x="7616" y="158251"/>
                </a:lnTo>
                <a:lnTo>
                  <a:pt x="7616" y="159760"/>
                </a:lnTo>
                <a:lnTo>
                  <a:pt x="8093" y="161268"/>
                </a:lnTo>
                <a:lnTo>
                  <a:pt x="8093" y="162777"/>
                </a:lnTo>
                <a:lnTo>
                  <a:pt x="8093" y="164020"/>
                </a:lnTo>
                <a:lnTo>
                  <a:pt x="8093" y="165351"/>
                </a:lnTo>
                <a:lnTo>
                  <a:pt x="8093" y="166860"/>
                </a:lnTo>
                <a:lnTo>
                  <a:pt x="8410" y="168103"/>
                </a:lnTo>
                <a:lnTo>
                  <a:pt x="8410" y="169612"/>
                </a:lnTo>
                <a:lnTo>
                  <a:pt x="8410" y="171120"/>
                </a:lnTo>
                <a:lnTo>
                  <a:pt x="8410" y="172629"/>
                </a:lnTo>
                <a:lnTo>
                  <a:pt x="8410" y="173694"/>
                </a:lnTo>
                <a:lnTo>
                  <a:pt x="8727" y="175203"/>
                </a:lnTo>
                <a:lnTo>
                  <a:pt x="8727" y="176712"/>
                </a:lnTo>
                <a:lnTo>
                  <a:pt x="8727" y="177955"/>
                </a:lnTo>
                <a:lnTo>
                  <a:pt x="8727" y="179463"/>
                </a:lnTo>
                <a:lnTo>
                  <a:pt x="8727" y="180795"/>
                </a:lnTo>
                <a:lnTo>
                  <a:pt x="8727" y="182304"/>
                </a:lnTo>
                <a:lnTo>
                  <a:pt x="8727" y="183546"/>
                </a:lnTo>
                <a:lnTo>
                  <a:pt x="8727" y="185055"/>
                </a:lnTo>
                <a:lnTo>
                  <a:pt x="8727" y="186564"/>
                </a:lnTo>
                <a:lnTo>
                  <a:pt x="9203" y="187895"/>
                </a:lnTo>
                <a:lnTo>
                  <a:pt x="9203" y="189138"/>
                </a:lnTo>
                <a:lnTo>
                  <a:pt x="9203" y="190647"/>
                </a:lnTo>
                <a:lnTo>
                  <a:pt x="9203" y="192155"/>
                </a:lnTo>
                <a:lnTo>
                  <a:pt x="9203" y="193664"/>
                </a:lnTo>
                <a:lnTo>
                  <a:pt x="9521" y="194907"/>
                </a:lnTo>
                <a:lnTo>
                  <a:pt x="9521" y="196238"/>
                </a:lnTo>
                <a:lnTo>
                  <a:pt x="9521" y="197747"/>
                </a:lnTo>
                <a:lnTo>
                  <a:pt x="9521" y="199256"/>
                </a:lnTo>
                <a:lnTo>
                  <a:pt x="9521" y="200676"/>
                </a:lnTo>
                <a:lnTo>
                  <a:pt x="9997" y="202007"/>
                </a:lnTo>
                <a:lnTo>
                  <a:pt x="9997" y="203250"/>
                </a:lnTo>
                <a:lnTo>
                  <a:pt x="9997" y="204759"/>
                </a:lnTo>
                <a:lnTo>
                  <a:pt x="9997" y="206268"/>
                </a:lnTo>
                <a:lnTo>
                  <a:pt x="9997" y="207599"/>
                </a:lnTo>
                <a:lnTo>
                  <a:pt x="10314" y="209108"/>
                </a:lnTo>
                <a:lnTo>
                  <a:pt x="10314" y="210350"/>
                </a:lnTo>
                <a:lnTo>
                  <a:pt x="10314" y="211859"/>
                </a:lnTo>
                <a:lnTo>
                  <a:pt x="10314" y="213368"/>
                </a:lnTo>
                <a:lnTo>
                  <a:pt x="10631" y="214699"/>
                </a:lnTo>
                <a:lnTo>
                  <a:pt x="10631" y="216119"/>
                </a:lnTo>
                <a:lnTo>
                  <a:pt x="10631" y="217451"/>
                </a:lnTo>
                <a:lnTo>
                  <a:pt x="10631" y="218960"/>
                </a:lnTo>
                <a:lnTo>
                  <a:pt x="10631" y="220468"/>
                </a:lnTo>
                <a:lnTo>
                  <a:pt x="11108" y="221977"/>
                </a:lnTo>
                <a:lnTo>
                  <a:pt x="11108" y="223220"/>
                </a:lnTo>
                <a:lnTo>
                  <a:pt x="11108" y="224551"/>
                </a:lnTo>
                <a:lnTo>
                  <a:pt x="11108" y="226060"/>
                </a:lnTo>
                <a:lnTo>
                  <a:pt x="11108" y="227480"/>
                </a:lnTo>
                <a:lnTo>
                  <a:pt x="11108" y="228989"/>
                </a:lnTo>
                <a:lnTo>
                  <a:pt x="11108" y="230320"/>
                </a:lnTo>
                <a:lnTo>
                  <a:pt x="11108" y="231563"/>
                </a:lnTo>
                <a:lnTo>
                  <a:pt x="11108" y="233072"/>
                </a:lnTo>
                <a:lnTo>
                  <a:pt x="11108" y="234581"/>
                </a:lnTo>
                <a:lnTo>
                  <a:pt x="11425" y="236089"/>
                </a:lnTo>
                <a:lnTo>
                  <a:pt x="11425" y="237421"/>
                </a:lnTo>
                <a:lnTo>
                  <a:pt x="11425" y="238663"/>
                </a:lnTo>
                <a:lnTo>
                  <a:pt x="11425" y="240172"/>
                </a:lnTo>
                <a:lnTo>
                  <a:pt x="11901" y="241681"/>
                </a:lnTo>
                <a:lnTo>
                  <a:pt x="11901" y="243190"/>
                </a:lnTo>
                <a:lnTo>
                  <a:pt x="11901" y="244432"/>
                </a:lnTo>
                <a:lnTo>
                  <a:pt x="11901" y="245941"/>
                </a:lnTo>
                <a:lnTo>
                  <a:pt x="11901" y="247450"/>
                </a:lnTo>
                <a:lnTo>
                  <a:pt x="12218" y="248782"/>
                </a:lnTo>
                <a:lnTo>
                  <a:pt x="12218" y="250290"/>
                </a:lnTo>
                <a:lnTo>
                  <a:pt x="12218" y="251533"/>
                </a:lnTo>
                <a:lnTo>
                  <a:pt x="12218" y="253042"/>
                </a:lnTo>
                <a:lnTo>
                  <a:pt x="12218" y="254551"/>
                </a:lnTo>
                <a:lnTo>
                  <a:pt x="12536" y="256059"/>
                </a:lnTo>
                <a:lnTo>
                  <a:pt x="12536" y="257568"/>
                </a:lnTo>
                <a:lnTo>
                  <a:pt x="12536" y="258811"/>
                </a:lnTo>
                <a:lnTo>
                  <a:pt x="12536" y="260142"/>
                </a:lnTo>
                <a:lnTo>
                  <a:pt x="12536" y="261651"/>
                </a:lnTo>
                <a:lnTo>
                  <a:pt x="13012" y="263160"/>
                </a:lnTo>
                <a:lnTo>
                  <a:pt x="13012" y="264580"/>
                </a:lnTo>
                <a:lnTo>
                  <a:pt x="13012" y="265911"/>
                </a:lnTo>
                <a:lnTo>
                  <a:pt x="13012" y="267420"/>
                </a:lnTo>
                <a:lnTo>
                  <a:pt x="13012" y="268929"/>
                </a:lnTo>
                <a:lnTo>
                  <a:pt x="13012" y="270172"/>
                </a:lnTo>
                <a:lnTo>
                  <a:pt x="13012" y="271680"/>
                </a:lnTo>
                <a:lnTo>
                  <a:pt x="13012" y="273012"/>
                </a:lnTo>
                <a:lnTo>
                  <a:pt x="13012" y="274521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4803873" y="2633594"/>
            <a:ext cx="13805" cy="286414"/>
          </a:xfrm>
          <a:custGeom>
            <a:avLst/>
            <a:gdLst/>
            <a:ahLst/>
            <a:cxnLst/>
            <a:rect l="l" t="t" r="r" b="b"/>
            <a:pathLst>
              <a:path w="13805" h="286414">
                <a:moveTo>
                  <a:pt x="0" y="0"/>
                </a:moveTo>
                <a:lnTo>
                  <a:pt x="317" y="1420"/>
                </a:lnTo>
                <a:lnTo>
                  <a:pt x="317" y="2928"/>
                </a:lnTo>
                <a:lnTo>
                  <a:pt x="317" y="4260"/>
                </a:lnTo>
                <a:lnTo>
                  <a:pt x="317" y="5769"/>
                </a:lnTo>
                <a:lnTo>
                  <a:pt x="317" y="7277"/>
                </a:lnTo>
                <a:lnTo>
                  <a:pt x="793" y="8520"/>
                </a:lnTo>
                <a:lnTo>
                  <a:pt x="793" y="10029"/>
                </a:lnTo>
                <a:lnTo>
                  <a:pt x="793" y="11360"/>
                </a:lnTo>
                <a:lnTo>
                  <a:pt x="793" y="12780"/>
                </a:lnTo>
                <a:lnTo>
                  <a:pt x="793" y="14289"/>
                </a:lnTo>
                <a:lnTo>
                  <a:pt x="1110" y="15798"/>
                </a:lnTo>
                <a:lnTo>
                  <a:pt x="1110" y="17307"/>
                </a:lnTo>
                <a:lnTo>
                  <a:pt x="1110" y="18638"/>
                </a:lnTo>
                <a:lnTo>
                  <a:pt x="1110" y="20147"/>
                </a:lnTo>
                <a:lnTo>
                  <a:pt x="1586" y="21656"/>
                </a:lnTo>
                <a:lnTo>
                  <a:pt x="1586" y="23076"/>
                </a:lnTo>
                <a:lnTo>
                  <a:pt x="1586" y="24407"/>
                </a:lnTo>
                <a:lnTo>
                  <a:pt x="1586" y="25650"/>
                </a:lnTo>
                <a:lnTo>
                  <a:pt x="1586" y="27159"/>
                </a:lnTo>
                <a:lnTo>
                  <a:pt x="1904" y="28668"/>
                </a:lnTo>
                <a:lnTo>
                  <a:pt x="1904" y="30176"/>
                </a:lnTo>
                <a:lnTo>
                  <a:pt x="1904" y="31508"/>
                </a:lnTo>
                <a:lnTo>
                  <a:pt x="1904" y="33017"/>
                </a:lnTo>
                <a:lnTo>
                  <a:pt x="1904" y="34525"/>
                </a:lnTo>
                <a:lnTo>
                  <a:pt x="1904" y="35946"/>
                </a:lnTo>
                <a:lnTo>
                  <a:pt x="1904" y="37277"/>
                </a:lnTo>
                <a:lnTo>
                  <a:pt x="1904" y="38786"/>
                </a:lnTo>
                <a:lnTo>
                  <a:pt x="1904" y="40295"/>
                </a:lnTo>
                <a:lnTo>
                  <a:pt x="1904" y="41803"/>
                </a:lnTo>
                <a:lnTo>
                  <a:pt x="2221" y="43046"/>
                </a:lnTo>
                <a:lnTo>
                  <a:pt x="2221" y="44377"/>
                </a:lnTo>
                <a:lnTo>
                  <a:pt x="2221" y="45886"/>
                </a:lnTo>
                <a:lnTo>
                  <a:pt x="2221" y="47306"/>
                </a:lnTo>
                <a:lnTo>
                  <a:pt x="2697" y="48815"/>
                </a:lnTo>
                <a:lnTo>
                  <a:pt x="2697" y="50324"/>
                </a:lnTo>
                <a:lnTo>
                  <a:pt x="2697" y="51655"/>
                </a:lnTo>
                <a:lnTo>
                  <a:pt x="2697" y="53164"/>
                </a:lnTo>
                <a:lnTo>
                  <a:pt x="2697" y="54673"/>
                </a:lnTo>
                <a:lnTo>
                  <a:pt x="3015" y="56182"/>
                </a:lnTo>
                <a:lnTo>
                  <a:pt x="3015" y="57424"/>
                </a:lnTo>
                <a:lnTo>
                  <a:pt x="3015" y="58933"/>
                </a:lnTo>
                <a:lnTo>
                  <a:pt x="3015" y="60442"/>
                </a:lnTo>
                <a:lnTo>
                  <a:pt x="3015" y="61951"/>
                </a:lnTo>
                <a:lnTo>
                  <a:pt x="3491" y="63194"/>
                </a:lnTo>
                <a:lnTo>
                  <a:pt x="3491" y="64702"/>
                </a:lnTo>
                <a:lnTo>
                  <a:pt x="3491" y="66211"/>
                </a:lnTo>
                <a:lnTo>
                  <a:pt x="3491" y="67543"/>
                </a:lnTo>
                <a:lnTo>
                  <a:pt x="3491" y="68963"/>
                </a:lnTo>
                <a:lnTo>
                  <a:pt x="3808" y="70471"/>
                </a:lnTo>
                <a:lnTo>
                  <a:pt x="3808" y="71803"/>
                </a:lnTo>
                <a:lnTo>
                  <a:pt x="3808" y="73312"/>
                </a:lnTo>
                <a:lnTo>
                  <a:pt x="3808" y="74820"/>
                </a:lnTo>
                <a:lnTo>
                  <a:pt x="4125" y="76329"/>
                </a:lnTo>
                <a:lnTo>
                  <a:pt x="4125" y="77572"/>
                </a:lnTo>
                <a:lnTo>
                  <a:pt x="4125" y="79081"/>
                </a:lnTo>
                <a:lnTo>
                  <a:pt x="4125" y="80590"/>
                </a:lnTo>
                <a:lnTo>
                  <a:pt x="4125" y="82098"/>
                </a:lnTo>
                <a:lnTo>
                  <a:pt x="4125" y="83341"/>
                </a:lnTo>
                <a:lnTo>
                  <a:pt x="4125" y="84850"/>
                </a:lnTo>
                <a:lnTo>
                  <a:pt x="4125" y="86359"/>
                </a:lnTo>
                <a:lnTo>
                  <a:pt x="4125" y="87868"/>
                </a:lnTo>
                <a:lnTo>
                  <a:pt x="4125" y="89376"/>
                </a:lnTo>
                <a:lnTo>
                  <a:pt x="4601" y="90619"/>
                </a:lnTo>
                <a:lnTo>
                  <a:pt x="4601" y="92128"/>
                </a:lnTo>
                <a:lnTo>
                  <a:pt x="4601" y="93637"/>
                </a:lnTo>
                <a:lnTo>
                  <a:pt x="4601" y="95146"/>
                </a:lnTo>
                <a:lnTo>
                  <a:pt x="4601" y="96477"/>
                </a:lnTo>
                <a:lnTo>
                  <a:pt x="4919" y="97986"/>
                </a:lnTo>
                <a:lnTo>
                  <a:pt x="4919" y="99495"/>
                </a:lnTo>
                <a:lnTo>
                  <a:pt x="4919" y="100737"/>
                </a:lnTo>
                <a:lnTo>
                  <a:pt x="4919" y="102246"/>
                </a:lnTo>
                <a:lnTo>
                  <a:pt x="5395" y="103489"/>
                </a:lnTo>
                <a:lnTo>
                  <a:pt x="5395" y="104997"/>
                </a:lnTo>
                <a:lnTo>
                  <a:pt x="5395" y="106506"/>
                </a:lnTo>
                <a:lnTo>
                  <a:pt x="5395" y="108015"/>
                </a:lnTo>
                <a:lnTo>
                  <a:pt x="5395" y="109346"/>
                </a:lnTo>
                <a:lnTo>
                  <a:pt x="5712" y="110855"/>
                </a:lnTo>
                <a:lnTo>
                  <a:pt x="5712" y="112275"/>
                </a:lnTo>
                <a:lnTo>
                  <a:pt x="5712" y="113784"/>
                </a:lnTo>
                <a:lnTo>
                  <a:pt x="5712" y="115293"/>
                </a:lnTo>
                <a:lnTo>
                  <a:pt x="5712" y="116624"/>
                </a:lnTo>
                <a:lnTo>
                  <a:pt x="6188" y="118133"/>
                </a:lnTo>
                <a:lnTo>
                  <a:pt x="6188" y="119642"/>
                </a:lnTo>
                <a:lnTo>
                  <a:pt x="6188" y="121151"/>
                </a:lnTo>
                <a:lnTo>
                  <a:pt x="6188" y="122394"/>
                </a:lnTo>
                <a:lnTo>
                  <a:pt x="6188" y="123902"/>
                </a:lnTo>
                <a:lnTo>
                  <a:pt x="6188" y="125411"/>
                </a:lnTo>
                <a:lnTo>
                  <a:pt x="6188" y="126920"/>
                </a:lnTo>
                <a:lnTo>
                  <a:pt x="6188" y="128163"/>
                </a:lnTo>
                <a:lnTo>
                  <a:pt x="6188" y="129671"/>
                </a:lnTo>
                <a:lnTo>
                  <a:pt x="6506" y="131180"/>
                </a:lnTo>
                <a:lnTo>
                  <a:pt x="6506" y="132689"/>
                </a:lnTo>
                <a:lnTo>
                  <a:pt x="6506" y="134198"/>
                </a:lnTo>
                <a:lnTo>
                  <a:pt x="6506" y="135441"/>
                </a:lnTo>
                <a:lnTo>
                  <a:pt x="6506" y="136949"/>
                </a:lnTo>
                <a:lnTo>
                  <a:pt x="6823" y="138458"/>
                </a:lnTo>
                <a:lnTo>
                  <a:pt x="6823" y="139967"/>
                </a:lnTo>
                <a:lnTo>
                  <a:pt x="6823" y="141298"/>
                </a:lnTo>
                <a:lnTo>
                  <a:pt x="6823" y="142541"/>
                </a:lnTo>
                <a:lnTo>
                  <a:pt x="6823" y="144050"/>
                </a:lnTo>
                <a:lnTo>
                  <a:pt x="7299" y="145559"/>
                </a:lnTo>
                <a:lnTo>
                  <a:pt x="7299" y="147068"/>
                </a:lnTo>
                <a:lnTo>
                  <a:pt x="7299" y="148310"/>
                </a:lnTo>
                <a:lnTo>
                  <a:pt x="7299" y="149819"/>
                </a:lnTo>
                <a:lnTo>
                  <a:pt x="7299" y="151328"/>
                </a:lnTo>
                <a:lnTo>
                  <a:pt x="7616" y="152837"/>
                </a:lnTo>
                <a:lnTo>
                  <a:pt x="7616" y="154346"/>
                </a:lnTo>
                <a:lnTo>
                  <a:pt x="7616" y="155588"/>
                </a:lnTo>
                <a:lnTo>
                  <a:pt x="7616" y="157097"/>
                </a:lnTo>
                <a:lnTo>
                  <a:pt x="8093" y="158606"/>
                </a:lnTo>
                <a:lnTo>
                  <a:pt x="8093" y="160115"/>
                </a:lnTo>
                <a:lnTo>
                  <a:pt x="8093" y="161446"/>
                </a:lnTo>
                <a:lnTo>
                  <a:pt x="8093" y="162955"/>
                </a:lnTo>
                <a:lnTo>
                  <a:pt x="8093" y="164464"/>
                </a:lnTo>
                <a:lnTo>
                  <a:pt x="8410" y="165884"/>
                </a:lnTo>
                <a:lnTo>
                  <a:pt x="8410" y="167215"/>
                </a:lnTo>
                <a:lnTo>
                  <a:pt x="8410" y="168724"/>
                </a:lnTo>
                <a:lnTo>
                  <a:pt x="8410" y="170233"/>
                </a:lnTo>
                <a:lnTo>
                  <a:pt x="8410" y="171742"/>
                </a:lnTo>
                <a:lnTo>
                  <a:pt x="8410" y="173250"/>
                </a:lnTo>
                <a:lnTo>
                  <a:pt x="8410" y="174493"/>
                </a:lnTo>
                <a:lnTo>
                  <a:pt x="8410" y="176002"/>
                </a:lnTo>
                <a:lnTo>
                  <a:pt x="8410" y="177511"/>
                </a:lnTo>
                <a:lnTo>
                  <a:pt x="8410" y="179020"/>
                </a:lnTo>
                <a:lnTo>
                  <a:pt x="8727" y="180262"/>
                </a:lnTo>
                <a:lnTo>
                  <a:pt x="8727" y="181594"/>
                </a:lnTo>
                <a:lnTo>
                  <a:pt x="8727" y="183102"/>
                </a:lnTo>
                <a:lnTo>
                  <a:pt x="8727" y="184611"/>
                </a:lnTo>
                <a:lnTo>
                  <a:pt x="9203" y="186120"/>
                </a:lnTo>
                <a:lnTo>
                  <a:pt x="9203" y="187363"/>
                </a:lnTo>
                <a:lnTo>
                  <a:pt x="9203" y="188871"/>
                </a:lnTo>
                <a:lnTo>
                  <a:pt x="9203" y="190380"/>
                </a:lnTo>
                <a:lnTo>
                  <a:pt x="9203" y="191889"/>
                </a:lnTo>
                <a:lnTo>
                  <a:pt x="9521" y="193132"/>
                </a:lnTo>
                <a:lnTo>
                  <a:pt x="9521" y="194641"/>
                </a:lnTo>
                <a:lnTo>
                  <a:pt x="9521" y="196149"/>
                </a:lnTo>
                <a:lnTo>
                  <a:pt x="9521" y="197658"/>
                </a:lnTo>
                <a:lnTo>
                  <a:pt x="9521" y="199167"/>
                </a:lnTo>
                <a:lnTo>
                  <a:pt x="9997" y="200410"/>
                </a:lnTo>
                <a:lnTo>
                  <a:pt x="9997" y="201919"/>
                </a:lnTo>
                <a:lnTo>
                  <a:pt x="9997" y="203427"/>
                </a:lnTo>
                <a:lnTo>
                  <a:pt x="9997" y="204936"/>
                </a:lnTo>
                <a:lnTo>
                  <a:pt x="9997" y="206268"/>
                </a:lnTo>
                <a:lnTo>
                  <a:pt x="10314" y="207776"/>
                </a:lnTo>
                <a:lnTo>
                  <a:pt x="10314" y="209019"/>
                </a:lnTo>
                <a:lnTo>
                  <a:pt x="10314" y="210528"/>
                </a:lnTo>
                <a:lnTo>
                  <a:pt x="10314" y="212037"/>
                </a:lnTo>
                <a:lnTo>
                  <a:pt x="10314" y="213279"/>
                </a:lnTo>
                <a:lnTo>
                  <a:pt x="10314" y="214788"/>
                </a:lnTo>
                <a:lnTo>
                  <a:pt x="10314" y="216297"/>
                </a:lnTo>
                <a:lnTo>
                  <a:pt x="10314" y="217806"/>
                </a:lnTo>
                <a:lnTo>
                  <a:pt x="10314" y="219137"/>
                </a:lnTo>
                <a:lnTo>
                  <a:pt x="10790" y="220557"/>
                </a:lnTo>
                <a:lnTo>
                  <a:pt x="10790" y="222066"/>
                </a:lnTo>
                <a:lnTo>
                  <a:pt x="10790" y="223575"/>
                </a:lnTo>
                <a:lnTo>
                  <a:pt x="10790" y="225084"/>
                </a:lnTo>
                <a:lnTo>
                  <a:pt x="10790" y="226415"/>
                </a:lnTo>
                <a:lnTo>
                  <a:pt x="11108" y="227924"/>
                </a:lnTo>
                <a:lnTo>
                  <a:pt x="11108" y="229433"/>
                </a:lnTo>
                <a:lnTo>
                  <a:pt x="11108" y="230675"/>
                </a:lnTo>
                <a:lnTo>
                  <a:pt x="11108" y="232184"/>
                </a:lnTo>
                <a:lnTo>
                  <a:pt x="11108" y="233427"/>
                </a:lnTo>
                <a:lnTo>
                  <a:pt x="11425" y="234936"/>
                </a:lnTo>
                <a:lnTo>
                  <a:pt x="11425" y="236444"/>
                </a:lnTo>
                <a:lnTo>
                  <a:pt x="11425" y="237953"/>
                </a:lnTo>
                <a:lnTo>
                  <a:pt x="11425" y="239285"/>
                </a:lnTo>
                <a:lnTo>
                  <a:pt x="11901" y="240794"/>
                </a:lnTo>
                <a:lnTo>
                  <a:pt x="11901" y="242302"/>
                </a:lnTo>
                <a:lnTo>
                  <a:pt x="11901" y="243722"/>
                </a:lnTo>
                <a:lnTo>
                  <a:pt x="11901" y="245231"/>
                </a:lnTo>
                <a:lnTo>
                  <a:pt x="11901" y="246563"/>
                </a:lnTo>
                <a:lnTo>
                  <a:pt x="12218" y="247805"/>
                </a:lnTo>
                <a:lnTo>
                  <a:pt x="12218" y="249314"/>
                </a:lnTo>
                <a:lnTo>
                  <a:pt x="12218" y="250823"/>
                </a:lnTo>
                <a:lnTo>
                  <a:pt x="12218" y="252332"/>
                </a:lnTo>
                <a:lnTo>
                  <a:pt x="12218" y="253663"/>
                </a:lnTo>
                <a:lnTo>
                  <a:pt x="12694" y="255083"/>
                </a:lnTo>
                <a:lnTo>
                  <a:pt x="12694" y="256592"/>
                </a:lnTo>
                <a:lnTo>
                  <a:pt x="12694" y="258101"/>
                </a:lnTo>
                <a:lnTo>
                  <a:pt x="12694" y="259432"/>
                </a:lnTo>
                <a:lnTo>
                  <a:pt x="12694" y="260941"/>
                </a:lnTo>
                <a:lnTo>
                  <a:pt x="12694" y="262450"/>
                </a:lnTo>
                <a:lnTo>
                  <a:pt x="12694" y="263692"/>
                </a:lnTo>
                <a:lnTo>
                  <a:pt x="12694" y="265201"/>
                </a:lnTo>
                <a:lnTo>
                  <a:pt x="12694" y="266444"/>
                </a:lnTo>
                <a:lnTo>
                  <a:pt x="13012" y="267953"/>
                </a:lnTo>
                <a:lnTo>
                  <a:pt x="13012" y="269462"/>
                </a:lnTo>
                <a:lnTo>
                  <a:pt x="13012" y="270970"/>
                </a:lnTo>
                <a:lnTo>
                  <a:pt x="13012" y="272302"/>
                </a:lnTo>
                <a:lnTo>
                  <a:pt x="13012" y="273811"/>
                </a:lnTo>
                <a:lnTo>
                  <a:pt x="13329" y="275053"/>
                </a:lnTo>
                <a:lnTo>
                  <a:pt x="13329" y="276562"/>
                </a:lnTo>
                <a:lnTo>
                  <a:pt x="13329" y="278071"/>
                </a:lnTo>
                <a:lnTo>
                  <a:pt x="13329" y="279313"/>
                </a:lnTo>
                <a:lnTo>
                  <a:pt x="13329" y="280822"/>
                </a:lnTo>
                <a:lnTo>
                  <a:pt x="13805" y="282331"/>
                </a:lnTo>
                <a:lnTo>
                  <a:pt x="13805" y="283840"/>
                </a:lnTo>
                <a:lnTo>
                  <a:pt x="13805" y="285349"/>
                </a:lnTo>
                <a:lnTo>
                  <a:pt x="13805" y="286414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4817679" y="2920008"/>
            <a:ext cx="13329" cy="272746"/>
          </a:xfrm>
          <a:custGeom>
            <a:avLst/>
            <a:gdLst/>
            <a:ahLst/>
            <a:cxnLst/>
            <a:rect l="l" t="t" r="r" b="b"/>
            <a:pathLst>
              <a:path w="13329" h="272746">
                <a:moveTo>
                  <a:pt x="0" y="0"/>
                </a:moveTo>
                <a:lnTo>
                  <a:pt x="0" y="1508"/>
                </a:lnTo>
                <a:lnTo>
                  <a:pt x="317" y="3017"/>
                </a:lnTo>
                <a:lnTo>
                  <a:pt x="317" y="4526"/>
                </a:lnTo>
                <a:lnTo>
                  <a:pt x="317" y="6035"/>
                </a:lnTo>
                <a:lnTo>
                  <a:pt x="317" y="7277"/>
                </a:lnTo>
                <a:lnTo>
                  <a:pt x="793" y="8786"/>
                </a:lnTo>
                <a:lnTo>
                  <a:pt x="793" y="10118"/>
                </a:lnTo>
                <a:lnTo>
                  <a:pt x="793" y="11626"/>
                </a:lnTo>
                <a:lnTo>
                  <a:pt x="793" y="13135"/>
                </a:lnTo>
                <a:lnTo>
                  <a:pt x="793" y="14378"/>
                </a:lnTo>
                <a:lnTo>
                  <a:pt x="793" y="15887"/>
                </a:lnTo>
                <a:lnTo>
                  <a:pt x="793" y="17396"/>
                </a:lnTo>
                <a:lnTo>
                  <a:pt x="793" y="18638"/>
                </a:lnTo>
                <a:lnTo>
                  <a:pt x="793" y="20147"/>
                </a:lnTo>
                <a:lnTo>
                  <a:pt x="793" y="21478"/>
                </a:lnTo>
                <a:lnTo>
                  <a:pt x="1110" y="22987"/>
                </a:lnTo>
                <a:lnTo>
                  <a:pt x="1110" y="24496"/>
                </a:lnTo>
                <a:lnTo>
                  <a:pt x="1110" y="25916"/>
                </a:lnTo>
                <a:lnTo>
                  <a:pt x="1110" y="27247"/>
                </a:lnTo>
                <a:lnTo>
                  <a:pt x="1110" y="28490"/>
                </a:lnTo>
                <a:lnTo>
                  <a:pt x="1586" y="29999"/>
                </a:lnTo>
                <a:lnTo>
                  <a:pt x="1586" y="31330"/>
                </a:lnTo>
                <a:lnTo>
                  <a:pt x="1586" y="32839"/>
                </a:lnTo>
                <a:lnTo>
                  <a:pt x="1586" y="34348"/>
                </a:lnTo>
                <a:lnTo>
                  <a:pt x="1904" y="35591"/>
                </a:lnTo>
                <a:lnTo>
                  <a:pt x="1904" y="36922"/>
                </a:lnTo>
                <a:lnTo>
                  <a:pt x="1904" y="38431"/>
                </a:lnTo>
                <a:lnTo>
                  <a:pt x="1904" y="39940"/>
                </a:lnTo>
                <a:lnTo>
                  <a:pt x="1904" y="41360"/>
                </a:lnTo>
                <a:lnTo>
                  <a:pt x="2221" y="42691"/>
                </a:lnTo>
                <a:lnTo>
                  <a:pt x="2221" y="43934"/>
                </a:lnTo>
                <a:lnTo>
                  <a:pt x="2221" y="45442"/>
                </a:lnTo>
                <a:lnTo>
                  <a:pt x="2221" y="46951"/>
                </a:lnTo>
                <a:lnTo>
                  <a:pt x="2221" y="48460"/>
                </a:lnTo>
                <a:lnTo>
                  <a:pt x="2697" y="49791"/>
                </a:lnTo>
                <a:lnTo>
                  <a:pt x="2697" y="51034"/>
                </a:lnTo>
                <a:lnTo>
                  <a:pt x="2697" y="52543"/>
                </a:lnTo>
                <a:lnTo>
                  <a:pt x="2697" y="54052"/>
                </a:lnTo>
                <a:lnTo>
                  <a:pt x="2697" y="55294"/>
                </a:lnTo>
                <a:lnTo>
                  <a:pt x="3015" y="56803"/>
                </a:lnTo>
                <a:lnTo>
                  <a:pt x="3015" y="58134"/>
                </a:lnTo>
                <a:lnTo>
                  <a:pt x="3015" y="59643"/>
                </a:lnTo>
                <a:lnTo>
                  <a:pt x="3015" y="61152"/>
                </a:lnTo>
                <a:lnTo>
                  <a:pt x="3015" y="62395"/>
                </a:lnTo>
                <a:lnTo>
                  <a:pt x="3015" y="63904"/>
                </a:lnTo>
                <a:lnTo>
                  <a:pt x="3015" y="65235"/>
                </a:lnTo>
                <a:lnTo>
                  <a:pt x="3015" y="66744"/>
                </a:lnTo>
                <a:lnTo>
                  <a:pt x="3015" y="67986"/>
                </a:lnTo>
                <a:lnTo>
                  <a:pt x="3491" y="69495"/>
                </a:lnTo>
                <a:lnTo>
                  <a:pt x="3491" y="71004"/>
                </a:lnTo>
                <a:lnTo>
                  <a:pt x="3491" y="72247"/>
                </a:lnTo>
                <a:lnTo>
                  <a:pt x="3491" y="73578"/>
                </a:lnTo>
                <a:lnTo>
                  <a:pt x="3491" y="75087"/>
                </a:lnTo>
                <a:lnTo>
                  <a:pt x="3808" y="76596"/>
                </a:lnTo>
                <a:lnTo>
                  <a:pt x="3808" y="78104"/>
                </a:lnTo>
                <a:lnTo>
                  <a:pt x="3808" y="79170"/>
                </a:lnTo>
                <a:lnTo>
                  <a:pt x="3808" y="80678"/>
                </a:lnTo>
                <a:lnTo>
                  <a:pt x="3808" y="82098"/>
                </a:lnTo>
                <a:lnTo>
                  <a:pt x="4125" y="83430"/>
                </a:lnTo>
                <a:lnTo>
                  <a:pt x="4125" y="84939"/>
                </a:lnTo>
                <a:lnTo>
                  <a:pt x="4125" y="86181"/>
                </a:lnTo>
                <a:lnTo>
                  <a:pt x="4125" y="87690"/>
                </a:lnTo>
                <a:lnTo>
                  <a:pt x="4601" y="89021"/>
                </a:lnTo>
                <a:lnTo>
                  <a:pt x="4601" y="90530"/>
                </a:lnTo>
                <a:lnTo>
                  <a:pt x="4601" y="92039"/>
                </a:lnTo>
                <a:lnTo>
                  <a:pt x="4601" y="93282"/>
                </a:lnTo>
                <a:lnTo>
                  <a:pt x="4601" y="94613"/>
                </a:lnTo>
                <a:lnTo>
                  <a:pt x="4919" y="96033"/>
                </a:lnTo>
                <a:lnTo>
                  <a:pt x="4919" y="97364"/>
                </a:lnTo>
                <a:lnTo>
                  <a:pt x="4919" y="98873"/>
                </a:lnTo>
                <a:lnTo>
                  <a:pt x="4919" y="100382"/>
                </a:lnTo>
                <a:lnTo>
                  <a:pt x="4919" y="101625"/>
                </a:lnTo>
                <a:lnTo>
                  <a:pt x="4919" y="102956"/>
                </a:lnTo>
                <a:lnTo>
                  <a:pt x="4919" y="104465"/>
                </a:lnTo>
                <a:lnTo>
                  <a:pt x="4919" y="105974"/>
                </a:lnTo>
                <a:lnTo>
                  <a:pt x="4919" y="107216"/>
                </a:lnTo>
                <a:lnTo>
                  <a:pt x="4919" y="108725"/>
                </a:lnTo>
                <a:lnTo>
                  <a:pt x="5395" y="110056"/>
                </a:lnTo>
                <a:lnTo>
                  <a:pt x="5395" y="111299"/>
                </a:lnTo>
                <a:lnTo>
                  <a:pt x="5395" y="112808"/>
                </a:lnTo>
                <a:lnTo>
                  <a:pt x="5395" y="114050"/>
                </a:lnTo>
                <a:lnTo>
                  <a:pt x="5712" y="115559"/>
                </a:lnTo>
                <a:lnTo>
                  <a:pt x="5712" y="116891"/>
                </a:lnTo>
                <a:lnTo>
                  <a:pt x="5712" y="118133"/>
                </a:lnTo>
                <a:lnTo>
                  <a:pt x="5712" y="119642"/>
                </a:lnTo>
                <a:lnTo>
                  <a:pt x="5712" y="121151"/>
                </a:lnTo>
                <a:lnTo>
                  <a:pt x="6030" y="122482"/>
                </a:lnTo>
                <a:lnTo>
                  <a:pt x="6030" y="123991"/>
                </a:lnTo>
                <a:lnTo>
                  <a:pt x="6030" y="125234"/>
                </a:lnTo>
                <a:lnTo>
                  <a:pt x="6030" y="126565"/>
                </a:lnTo>
                <a:lnTo>
                  <a:pt x="6030" y="127985"/>
                </a:lnTo>
                <a:lnTo>
                  <a:pt x="6506" y="129316"/>
                </a:lnTo>
                <a:lnTo>
                  <a:pt x="6506" y="130825"/>
                </a:lnTo>
                <a:lnTo>
                  <a:pt x="6506" y="132334"/>
                </a:lnTo>
                <a:lnTo>
                  <a:pt x="6506" y="133577"/>
                </a:lnTo>
                <a:lnTo>
                  <a:pt x="6506" y="134908"/>
                </a:lnTo>
                <a:lnTo>
                  <a:pt x="6823" y="136151"/>
                </a:lnTo>
                <a:lnTo>
                  <a:pt x="6823" y="137659"/>
                </a:lnTo>
                <a:lnTo>
                  <a:pt x="6823" y="139168"/>
                </a:lnTo>
                <a:lnTo>
                  <a:pt x="6823" y="140500"/>
                </a:lnTo>
                <a:lnTo>
                  <a:pt x="6823" y="141742"/>
                </a:lnTo>
                <a:lnTo>
                  <a:pt x="6823" y="143074"/>
                </a:lnTo>
                <a:lnTo>
                  <a:pt x="6823" y="144494"/>
                </a:lnTo>
                <a:lnTo>
                  <a:pt x="6823" y="146003"/>
                </a:lnTo>
                <a:lnTo>
                  <a:pt x="6823" y="147334"/>
                </a:lnTo>
                <a:lnTo>
                  <a:pt x="7299" y="148843"/>
                </a:lnTo>
                <a:lnTo>
                  <a:pt x="7299" y="150085"/>
                </a:lnTo>
                <a:lnTo>
                  <a:pt x="7299" y="151417"/>
                </a:lnTo>
                <a:lnTo>
                  <a:pt x="7299" y="152659"/>
                </a:lnTo>
                <a:lnTo>
                  <a:pt x="7299" y="154168"/>
                </a:lnTo>
                <a:lnTo>
                  <a:pt x="7616" y="155499"/>
                </a:lnTo>
                <a:lnTo>
                  <a:pt x="7616" y="157008"/>
                </a:lnTo>
                <a:lnTo>
                  <a:pt x="7616" y="158251"/>
                </a:lnTo>
                <a:lnTo>
                  <a:pt x="7616" y="159582"/>
                </a:lnTo>
                <a:lnTo>
                  <a:pt x="7616" y="161091"/>
                </a:lnTo>
                <a:lnTo>
                  <a:pt x="8093" y="162334"/>
                </a:lnTo>
                <a:lnTo>
                  <a:pt x="8093" y="163842"/>
                </a:lnTo>
                <a:lnTo>
                  <a:pt x="8093" y="165085"/>
                </a:lnTo>
                <a:lnTo>
                  <a:pt x="8093" y="166594"/>
                </a:lnTo>
                <a:lnTo>
                  <a:pt x="8410" y="167659"/>
                </a:lnTo>
                <a:lnTo>
                  <a:pt x="8410" y="169168"/>
                </a:lnTo>
                <a:lnTo>
                  <a:pt x="8410" y="170499"/>
                </a:lnTo>
                <a:lnTo>
                  <a:pt x="8410" y="172008"/>
                </a:lnTo>
                <a:lnTo>
                  <a:pt x="8410" y="173250"/>
                </a:lnTo>
                <a:lnTo>
                  <a:pt x="8727" y="174759"/>
                </a:lnTo>
                <a:lnTo>
                  <a:pt x="8727" y="176091"/>
                </a:lnTo>
                <a:lnTo>
                  <a:pt x="8727" y="177333"/>
                </a:lnTo>
                <a:lnTo>
                  <a:pt x="8727" y="178665"/>
                </a:lnTo>
                <a:lnTo>
                  <a:pt x="8727" y="180173"/>
                </a:lnTo>
                <a:lnTo>
                  <a:pt x="9203" y="181416"/>
                </a:lnTo>
                <a:lnTo>
                  <a:pt x="9203" y="182747"/>
                </a:lnTo>
                <a:lnTo>
                  <a:pt x="9203" y="184167"/>
                </a:lnTo>
                <a:lnTo>
                  <a:pt x="9203" y="185499"/>
                </a:lnTo>
                <a:lnTo>
                  <a:pt x="9203" y="186741"/>
                </a:lnTo>
                <a:lnTo>
                  <a:pt x="9203" y="188073"/>
                </a:lnTo>
                <a:lnTo>
                  <a:pt x="9203" y="189582"/>
                </a:lnTo>
                <a:lnTo>
                  <a:pt x="9203" y="190824"/>
                </a:lnTo>
                <a:lnTo>
                  <a:pt x="9203" y="192333"/>
                </a:lnTo>
                <a:lnTo>
                  <a:pt x="9521" y="193664"/>
                </a:lnTo>
                <a:lnTo>
                  <a:pt x="9521" y="194907"/>
                </a:lnTo>
                <a:lnTo>
                  <a:pt x="9521" y="196238"/>
                </a:lnTo>
                <a:lnTo>
                  <a:pt x="9521" y="197481"/>
                </a:lnTo>
                <a:lnTo>
                  <a:pt x="9521" y="198990"/>
                </a:lnTo>
                <a:lnTo>
                  <a:pt x="9997" y="200321"/>
                </a:lnTo>
                <a:lnTo>
                  <a:pt x="9997" y="201830"/>
                </a:lnTo>
                <a:lnTo>
                  <a:pt x="9997" y="203072"/>
                </a:lnTo>
                <a:lnTo>
                  <a:pt x="9997" y="204404"/>
                </a:lnTo>
                <a:lnTo>
                  <a:pt x="9997" y="205646"/>
                </a:lnTo>
                <a:lnTo>
                  <a:pt x="10314" y="206978"/>
                </a:lnTo>
                <a:lnTo>
                  <a:pt x="10314" y="208220"/>
                </a:lnTo>
                <a:lnTo>
                  <a:pt x="10314" y="209729"/>
                </a:lnTo>
                <a:lnTo>
                  <a:pt x="10314" y="210972"/>
                </a:lnTo>
                <a:lnTo>
                  <a:pt x="10314" y="212480"/>
                </a:lnTo>
                <a:lnTo>
                  <a:pt x="10631" y="213812"/>
                </a:lnTo>
                <a:lnTo>
                  <a:pt x="10631" y="215054"/>
                </a:lnTo>
                <a:lnTo>
                  <a:pt x="10631" y="216386"/>
                </a:lnTo>
                <a:lnTo>
                  <a:pt x="10631" y="217628"/>
                </a:lnTo>
                <a:lnTo>
                  <a:pt x="10631" y="218960"/>
                </a:lnTo>
                <a:lnTo>
                  <a:pt x="11108" y="220468"/>
                </a:lnTo>
                <a:lnTo>
                  <a:pt x="11108" y="221711"/>
                </a:lnTo>
                <a:lnTo>
                  <a:pt x="11108" y="223042"/>
                </a:lnTo>
                <a:lnTo>
                  <a:pt x="11108" y="224551"/>
                </a:lnTo>
                <a:lnTo>
                  <a:pt x="11108" y="225616"/>
                </a:lnTo>
                <a:lnTo>
                  <a:pt x="11108" y="226859"/>
                </a:lnTo>
                <a:lnTo>
                  <a:pt x="11108" y="228368"/>
                </a:lnTo>
                <a:lnTo>
                  <a:pt x="11108" y="229699"/>
                </a:lnTo>
                <a:lnTo>
                  <a:pt x="11108" y="230942"/>
                </a:lnTo>
                <a:lnTo>
                  <a:pt x="11425" y="232450"/>
                </a:lnTo>
                <a:lnTo>
                  <a:pt x="11425" y="233693"/>
                </a:lnTo>
                <a:lnTo>
                  <a:pt x="11425" y="235024"/>
                </a:lnTo>
                <a:lnTo>
                  <a:pt x="11425" y="236267"/>
                </a:lnTo>
                <a:lnTo>
                  <a:pt x="11425" y="237598"/>
                </a:lnTo>
                <a:lnTo>
                  <a:pt x="11901" y="238841"/>
                </a:lnTo>
                <a:lnTo>
                  <a:pt x="11901" y="240172"/>
                </a:lnTo>
                <a:lnTo>
                  <a:pt x="11901" y="241681"/>
                </a:lnTo>
                <a:lnTo>
                  <a:pt x="11901" y="242924"/>
                </a:lnTo>
                <a:lnTo>
                  <a:pt x="11901" y="244255"/>
                </a:lnTo>
                <a:lnTo>
                  <a:pt x="12218" y="245498"/>
                </a:lnTo>
                <a:lnTo>
                  <a:pt x="12218" y="246829"/>
                </a:lnTo>
                <a:lnTo>
                  <a:pt x="12218" y="248071"/>
                </a:lnTo>
                <a:lnTo>
                  <a:pt x="12218" y="249403"/>
                </a:lnTo>
                <a:lnTo>
                  <a:pt x="12694" y="250645"/>
                </a:lnTo>
                <a:lnTo>
                  <a:pt x="12694" y="252154"/>
                </a:lnTo>
                <a:lnTo>
                  <a:pt x="12694" y="253486"/>
                </a:lnTo>
                <a:lnTo>
                  <a:pt x="12694" y="254728"/>
                </a:lnTo>
                <a:lnTo>
                  <a:pt x="12694" y="256059"/>
                </a:lnTo>
                <a:lnTo>
                  <a:pt x="13012" y="257302"/>
                </a:lnTo>
                <a:lnTo>
                  <a:pt x="13012" y="258633"/>
                </a:lnTo>
                <a:lnTo>
                  <a:pt x="13012" y="259876"/>
                </a:lnTo>
                <a:lnTo>
                  <a:pt x="13012" y="261207"/>
                </a:lnTo>
                <a:lnTo>
                  <a:pt x="13012" y="262450"/>
                </a:lnTo>
                <a:lnTo>
                  <a:pt x="13329" y="263781"/>
                </a:lnTo>
                <a:lnTo>
                  <a:pt x="13329" y="265024"/>
                </a:lnTo>
                <a:lnTo>
                  <a:pt x="13329" y="266533"/>
                </a:lnTo>
                <a:lnTo>
                  <a:pt x="13329" y="267864"/>
                </a:lnTo>
                <a:lnTo>
                  <a:pt x="13329" y="269107"/>
                </a:lnTo>
                <a:lnTo>
                  <a:pt x="13329" y="270438"/>
                </a:lnTo>
                <a:lnTo>
                  <a:pt x="13329" y="271680"/>
                </a:lnTo>
                <a:lnTo>
                  <a:pt x="13329" y="272746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4831008" y="3192754"/>
            <a:ext cx="13805" cy="235912"/>
          </a:xfrm>
          <a:custGeom>
            <a:avLst/>
            <a:gdLst/>
            <a:ahLst/>
            <a:cxnLst/>
            <a:rect l="l" t="t" r="r" b="b"/>
            <a:pathLst>
              <a:path w="13805" h="235912">
                <a:moveTo>
                  <a:pt x="0" y="0"/>
                </a:moveTo>
                <a:lnTo>
                  <a:pt x="0" y="1508"/>
                </a:lnTo>
                <a:lnTo>
                  <a:pt x="476" y="2840"/>
                </a:lnTo>
                <a:lnTo>
                  <a:pt x="476" y="4082"/>
                </a:lnTo>
                <a:lnTo>
                  <a:pt x="476" y="5414"/>
                </a:lnTo>
                <a:lnTo>
                  <a:pt x="476" y="6656"/>
                </a:lnTo>
                <a:lnTo>
                  <a:pt x="476" y="7988"/>
                </a:lnTo>
                <a:lnTo>
                  <a:pt x="793" y="9230"/>
                </a:lnTo>
                <a:lnTo>
                  <a:pt x="793" y="10561"/>
                </a:lnTo>
                <a:lnTo>
                  <a:pt x="793" y="11804"/>
                </a:lnTo>
                <a:lnTo>
                  <a:pt x="793" y="13135"/>
                </a:lnTo>
                <a:lnTo>
                  <a:pt x="793" y="14378"/>
                </a:lnTo>
                <a:lnTo>
                  <a:pt x="1269" y="15709"/>
                </a:lnTo>
                <a:lnTo>
                  <a:pt x="1269" y="16952"/>
                </a:lnTo>
                <a:lnTo>
                  <a:pt x="1269" y="18283"/>
                </a:lnTo>
                <a:lnTo>
                  <a:pt x="1269" y="19526"/>
                </a:lnTo>
                <a:lnTo>
                  <a:pt x="1269" y="20857"/>
                </a:lnTo>
                <a:lnTo>
                  <a:pt x="1586" y="22100"/>
                </a:lnTo>
                <a:lnTo>
                  <a:pt x="1586" y="23431"/>
                </a:lnTo>
                <a:lnTo>
                  <a:pt x="1586" y="24674"/>
                </a:lnTo>
                <a:lnTo>
                  <a:pt x="1586" y="26005"/>
                </a:lnTo>
                <a:lnTo>
                  <a:pt x="1904" y="27247"/>
                </a:lnTo>
                <a:lnTo>
                  <a:pt x="1904" y="28579"/>
                </a:lnTo>
                <a:lnTo>
                  <a:pt x="1904" y="29644"/>
                </a:lnTo>
                <a:lnTo>
                  <a:pt x="1904" y="30886"/>
                </a:lnTo>
                <a:lnTo>
                  <a:pt x="1904" y="32218"/>
                </a:lnTo>
                <a:lnTo>
                  <a:pt x="1904" y="33460"/>
                </a:lnTo>
                <a:lnTo>
                  <a:pt x="1904" y="34792"/>
                </a:lnTo>
                <a:lnTo>
                  <a:pt x="1904" y="36034"/>
                </a:lnTo>
                <a:lnTo>
                  <a:pt x="1904" y="37366"/>
                </a:lnTo>
                <a:lnTo>
                  <a:pt x="1904" y="38608"/>
                </a:lnTo>
                <a:lnTo>
                  <a:pt x="2380" y="39940"/>
                </a:lnTo>
                <a:lnTo>
                  <a:pt x="2380" y="41182"/>
                </a:lnTo>
                <a:lnTo>
                  <a:pt x="2380" y="42513"/>
                </a:lnTo>
                <a:lnTo>
                  <a:pt x="2380" y="43756"/>
                </a:lnTo>
                <a:lnTo>
                  <a:pt x="2380" y="45087"/>
                </a:lnTo>
                <a:lnTo>
                  <a:pt x="2697" y="46152"/>
                </a:lnTo>
                <a:lnTo>
                  <a:pt x="2697" y="47395"/>
                </a:lnTo>
                <a:lnTo>
                  <a:pt x="2697" y="48726"/>
                </a:lnTo>
                <a:lnTo>
                  <a:pt x="2697" y="49969"/>
                </a:lnTo>
                <a:lnTo>
                  <a:pt x="3173" y="51300"/>
                </a:lnTo>
                <a:lnTo>
                  <a:pt x="3173" y="52543"/>
                </a:lnTo>
                <a:lnTo>
                  <a:pt x="3173" y="53874"/>
                </a:lnTo>
                <a:lnTo>
                  <a:pt x="3173" y="55117"/>
                </a:lnTo>
                <a:lnTo>
                  <a:pt x="3173" y="56182"/>
                </a:lnTo>
                <a:lnTo>
                  <a:pt x="3491" y="57513"/>
                </a:lnTo>
                <a:lnTo>
                  <a:pt x="3491" y="58756"/>
                </a:lnTo>
                <a:lnTo>
                  <a:pt x="3491" y="60087"/>
                </a:lnTo>
                <a:lnTo>
                  <a:pt x="3491" y="61330"/>
                </a:lnTo>
                <a:lnTo>
                  <a:pt x="3491" y="62661"/>
                </a:lnTo>
                <a:lnTo>
                  <a:pt x="3967" y="63904"/>
                </a:lnTo>
                <a:lnTo>
                  <a:pt x="3967" y="64969"/>
                </a:lnTo>
                <a:lnTo>
                  <a:pt x="3967" y="66300"/>
                </a:lnTo>
                <a:lnTo>
                  <a:pt x="3967" y="67365"/>
                </a:lnTo>
                <a:lnTo>
                  <a:pt x="3967" y="68608"/>
                </a:lnTo>
                <a:lnTo>
                  <a:pt x="4284" y="69939"/>
                </a:lnTo>
                <a:lnTo>
                  <a:pt x="4284" y="71182"/>
                </a:lnTo>
                <a:lnTo>
                  <a:pt x="4284" y="72513"/>
                </a:lnTo>
                <a:lnTo>
                  <a:pt x="4284" y="73578"/>
                </a:lnTo>
                <a:lnTo>
                  <a:pt x="4284" y="74820"/>
                </a:lnTo>
                <a:lnTo>
                  <a:pt x="4284" y="76152"/>
                </a:lnTo>
                <a:lnTo>
                  <a:pt x="4284" y="77394"/>
                </a:lnTo>
                <a:lnTo>
                  <a:pt x="4284" y="78726"/>
                </a:lnTo>
                <a:lnTo>
                  <a:pt x="4284" y="79791"/>
                </a:lnTo>
                <a:lnTo>
                  <a:pt x="4601" y="81033"/>
                </a:lnTo>
                <a:lnTo>
                  <a:pt x="4601" y="82365"/>
                </a:lnTo>
                <a:lnTo>
                  <a:pt x="4601" y="83607"/>
                </a:lnTo>
                <a:lnTo>
                  <a:pt x="4601" y="84672"/>
                </a:lnTo>
                <a:lnTo>
                  <a:pt x="4601" y="86004"/>
                </a:lnTo>
                <a:lnTo>
                  <a:pt x="5077" y="87246"/>
                </a:lnTo>
                <a:lnTo>
                  <a:pt x="5077" y="88578"/>
                </a:lnTo>
                <a:lnTo>
                  <a:pt x="5077" y="89643"/>
                </a:lnTo>
                <a:lnTo>
                  <a:pt x="5077" y="90974"/>
                </a:lnTo>
                <a:lnTo>
                  <a:pt x="5077" y="92217"/>
                </a:lnTo>
                <a:lnTo>
                  <a:pt x="5395" y="93282"/>
                </a:lnTo>
                <a:lnTo>
                  <a:pt x="5395" y="94613"/>
                </a:lnTo>
                <a:lnTo>
                  <a:pt x="5395" y="95678"/>
                </a:lnTo>
                <a:lnTo>
                  <a:pt x="5395" y="96921"/>
                </a:lnTo>
                <a:lnTo>
                  <a:pt x="5871" y="97986"/>
                </a:lnTo>
                <a:lnTo>
                  <a:pt x="5871" y="99317"/>
                </a:lnTo>
                <a:lnTo>
                  <a:pt x="5871" y="100560"/>
                </a:lnTo>
                <a:lnTo>
                  <a:pt x="5871" y="101625"/>
                </a:lnTo>
                <a:lnTo>
                  <a:pt x="5871" y="102956"/>
                </a:lnTo>
                <a:lnTo>
                  <a:pt x="6188" y="104199"/>
                </a:lnTo>
                <a:lnTo>
                  <a:pt x="6188" y="105264"/>
                </a:lnTo>
                <a:lnTo>
                  <a:pt x="6188" y="106595"/>
                </a:lnTo>
                <a:lnTo>
                  <a:pt x="6188" y="107838"/>
                </a:lnTo>
                <a:lnTo>
                  <a:pt x="6188" y="108903"/>
                </a:lnTo>
                <a:lnTo>
                  <a:pt x="6188" y="110234"/>
                </a:lnTo>
                <a:lnTo>
                  <a:pt x="6188" y="111477"/>
                </a:lnTo>
                <a:lnTo>
                  <a:pt x="6188" y="112630"/>
                </a:lnTo>
                <a:lnTo>
                  <a:pt x="6188" y="113873"/>
                </a:lnTo>
                <a:lnTo>
                  <a:pt x="6188" y="114938"/>
                </a:lnTo>
                <a:lnTo>
                  <a:pt x="6506" y="116269"/>
                </a:lnTo>
                <a:lnTo>
                  <a:pt x="6506" y="117512"/>
                </a:lnTo>
                <a:lnTo>
                  <a:pt x="6506" y="118577"/>
                </a:lnTo>
                <a:lnTo>
                  <a:pt x="6506" y="119908"/>
                </a:lnTo>
                <a:lnTo>
                  <a:pt x="6982" y="120973"/>
                </a:lnTo>
                <a:lnTo>
                  <a:pt x="6982" y="122216"/>
                </a:lnTo>
                <a:lnTo>
                  <a:pt x="6982" y="123281"/>
                </a:lnTo>
                <a:lnTo>
                  <a:pt x="6982" y="124612"/>
                </a:lnTo>
                <a:lnTo>
                  <a:pt x="6982" y="125855"/>
                </a:lnTo>
                <a:lnTo>
                  <a:pt x="7299" y="126920"/>
                </a:lnTo>
                <a:lnTo>
                  <a:pt x="7299" y="128251"/>
                </a:lnTo>
                <a:lnTo>
                  <a:pt x="7299" y="129316"/>
                </a:lnTo>
                <a:lnTo>
                  <a:pt x="7299" y="130559"/>
                </a:lnTo>
                <a:lnTo>
                  <a:pt x="7299" y="131713"/>
                </a:lnTo>
                <a:lnTo>
                  <a:pt x="7775" y="132955"/>
                </a:lnTo>
                <a:lnTo>
                  <a:pt x="7775" y="134020"/>
                </a:lnTo>
                <a:lnTo>
                  <a:pt x="7775" y="135352"/>
                </a:lnTo>
                <a:lnTo>
                  <a:pt x="7775" y="136417"/>
                </a:lnTo>
                <a:lnTo>
                  <a:pt x="7775" y="137659"/>
                </a:lnTo>
                <a:lnTo>
                  <a:pt x="8093" y="138725"/>
                </a:lnTo>
                <a:lnTo>
                  <a:pt x="8093" y="140056"/>
                </a:lnTo>
                <a:lnTo>
                  <a:pt x="8093" y="141121"/>
                </a:lnTo>
                <a:lnTo>
                  <a:pt x="8093" y="142186"/>
                </a:lnTo>
                <a:lnTo>
                  <a:pt x="8410" y="143429"/>
                </a:lnTo>
                <a:lnTo>
                  <a:pt x="8410" y="144582"/>
                </a:lnTo>
                <a:lnTo>
                  <a:pt x="8410" y="145825"/>
                </a:lnTo>
                <a:lnTo>
                  <a:pt x="8410" y="146890"/>
                </a:lnTo>
                <a:lnTo>
                  <a:pt x="8410" y="148221"/>
                </a:lnTo>
                <a:lnTo>
                  <a:pt x="8410" y="149286"/>
                </a:lnTo>
                <a:lnTo>
                  <a:pt x="8410" y="150352"/>
                </a:lnTo>
                <a:lnTo>
                  <a:pt x="8410" y="151594"/>
                </a:lnTo>
                <a:lnTo>
                  <a:pt x="8410" y="152659"/>
                </a:lnTo>
                <a:lnTo>
                  <a:pt x="8410" y="153724"/>
                </a:lnTo>
                <a:lnTo>
                  <a:pt x="8886" y="155056"/>
                </a:lnTo>
                <a:lnTo>
                  <a:pt x="8886" y="156121"/>
                </a:lnTo>
                <a:lnTo>
                  <a:pt x="8886" y="157363"/>
                </a:lnTo>
                <a:lnTo>
                  <a:pt x="8886" y="158517"/>
                </a:lnTo>
                <a:lnTo>
                  <a:pt x="8886" y="159582"/>
                </a:lnTo>
                <a:lnTo>
                  <a:pt x="9203" y="160825"/>
                </a:lnTo>
                <a:lnTo>
                  <a:pt x="9203" y="161890"/>
                </a:lnTo>
                <a:lnTo>
                  <a:pt x="9203" y="162955"/>
                </a:lnTo>
                <a:lnTo>
                  <a:pt x="9203" y="164286"/>
                </a:lnTo>
                <a:lnTo>
                  <a:pt x="9679" y="165351"/>
                </a:lnTo>
                <a:lnTo>
                  <a:pt x="9679" y="166594"/>
                </a:lnTo>
                <a:lnTo>
                  <a:pt x="9679" y="167659"/>
                </a:lnTo>
                <a:lnTo>
                  <a:pt x="9679" y="168990"/>
                </a:lnTo>
                <a:lnTo>
                  <a:pt x="9679" y="170055"/>
                </a:lnTo>
                <a:lnTo>
                  <a:pt x="9997" y="171120"/>
                </a:lnTo>
                <a:lnTo>
                  <a:pt x="9997" y="172452"/>
                </a:lnTo>
                <a:lnTo>
                  <a:pt x="9997" y="173517"/>
                </a:lnTo>
                <a:lnTo>
                  <a:pt x="9997" y="174582"/>
                </a:lnTo>
                <a:lnTo>
                  <a:pt x="9997" y="175647"/>
                </a:lnTo>
                <a:lnTo>
                  <a:pt x="10473" y="176889"/>
                </a:lnTo>
                <a:lnTo>
                  <a:pt x="10473" y="177955"/>
                </a:lnTo>
                <a:lnTo>
                  <a:pt x="10473" y="179020"/>
                </a:lnTo>
                <a:lnTo>
                  <a:pt x="10473" y="180173"/>
                </a:lnTo>
                <a:lnTo>
                  <a:pt x="10473" y="181238"/>
                </a:lnTo>
                <a:lnTo>
                  <a:pt x="10473" y="182481"/>
                </a:lnTo>
                <a:lnTo>
                  <a:pt x="10473" y="183546"/>
                </a:lnTo>
                <a:lnTo>
                  <a:pt x="10473" y="184611"/>
                </a:lnTo>
                <a:lnTo>
                  <a:pt x="10473" y="185676"/>
                </a:lnTo>
                <a:lnTo>
                  <a:pt x="10790" y="186741"/>
                </a:lnTo>
                <a:lnTo>
                  <a:pt x="10790" y="187895"/>
                </a:lnTo>
                <a:lnTo>
                  <a:pt x="10790" y="189138"/>
                </a:lnTo>
                <a:lnTo>
                  <a:pt x="10790" y="190203"/>
                </a:lnTo>
                <a:lnTo>
                  <a:pt x="10790" y="191534"/>
                </a:lnTo>
                <a:lnTo>
                  <a:pt x="11108" y="192599"/>
                </a:lnTo>
                <a:lnTo>
                  <a:pt x="11108" y="193664"/>
                </a:lnTo>
                <a:lnTo>
                  <a:pt x="11108" y="194729"/>
                </a:lnTo>
                <a:lnTo>
                  <a:pt x="11108" y="195794"/>
                </a:lnTo>
                <a:lnTo>
                  <a:pt x="11108" y="196859"/>
                </a:lnTo>
                <a:lnTo>
                  <a:pt x="11584" y="198102"/>
                </a:lnTo>
                <a:lnTo>
                  <a:pt x="11584" y="199256"/>
                </a:lnTo>
                <a:lnTo>
                  <a:pt x="11584" y="200321"/>
                </a:lnTo>
                <a:lnTo>
                  <a:pt x="11584" y="201386"/>
                </a:lnTo>
                <a:lnTo>
                  <a:pt x="11584" y="202451"/>
                </a:lnTo>
                <a:lnTo>
                  <a:pt x="11901" y="203516"/>
                </a:lnTo>
                <a:lnTo>
                  <a:pt x="11901" y="204581"/>
                </a:lnTo>
                <a:lnTo>
                  <a:pt x="11901" y="205646"/>
                </a:lnTo>
                <a:lnTo>
                  <a:pt x="11901" y="206711"/>
                </a:lnTo>
                <a:lnTo>
                  <a:pt x="12377" y="208043"/>
                </a:lnTo>
                <a:lnTo>
                  <a:pt x="12377" y="209108"/>
                </a:lnTo>
                <a:lnTo>
                  <a:pt x="12377" y="210173"/>
                </a:lnTo>
                <a:lnTo>
                  <a:pt x="12377" y="211238"/>
                </a:lnTo>
                <a:lnTo>
                  <a:pt x="12377" y="212303"/>
                </a:lnTo>
                <a:lnTo>
                  <a:pt x="12694" y="213368"/>
                </a:lnTo>
                <a:lnTo>
                  <a:pt x="12694" y="214433"/>
                </a:lnTo>
                <a:lnTo>
                  <a:pt x="12694" y="215498"/>
                </a:lnTo>
                <a:lnTo>
                  <a:pt x="12694" y="216563"/>
                </a:lnTo>
                <a:lnTo>
                  <a:pt x="12694" y="217628"/>
                </a:lnTo>
                <a:lnTo>
                  <a:pt x="12694" y="218693"/>
                </a:lnTo>
                <a:lnTo>
                  <a:pt x="12694" y="219758"/>
                </a:lnTo>
                <a:lnTo>
                  <a:pt x="12694" y="220912"/>
                </a:lnTo>
                <a:lnTo>
                  <a:pt x="12694" y="222155"/>
                </a:lnTo>
                <a:lnTo>
                  <a:pt x="12694" y="223220"/>
                </a:lnTo>
                <a:lnTo>
                  <a:pt x="13012" y="224107"/>
                </a:lnTo>
                <a:lnTo>
                  <a:pt x="13012" y="225173"/>
                </a:lnTo>
                <a:lnTo>
                  <a:pt x="13012" y="226238"/>
                </a:lnTo>
                <a:lnTo>
                  <a:pt x="13012" y="227303"/>
                </a:lnTo>
                <a:lnTo>
                  <a:pt x="13488" y="228368"/>
                </a:lnTo>
                <a:lnTo>
                  <a:pt x="13488" y="229433"/>
                </a:lnTo>
                <a:lnTo>
                  <a:pt x="13488" y="230498"/>
                </a:lnTo>
                <a:lnTo>
                  <a:pt x="13488" y="231563"/>
                </a:lnTo>
                <a:lnTo>
                  <a:pt x="13488" y="232628"/>
                </a:lnTo>
                <a:lnTo>
                  <a:pt x="13805" y="233782"/>
                </a:lnTo>
                <a:lnTo>
                  <a:pt x="13805" y="234847"/>
                </a:lnTo>
                <a:lnTo>
                  <a:pt x="13805" y="235912"/>
                </a:lnTo>
              </a:path>
            </a:pathLst>
          </a:custGeom>
          <a:ln w="195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4844814" y="3428667"/>
            <a:ext cx="13488" cy="178842"/>
          </a:xfrm>
          <a:custGeom>
            <a:avLst/>
            <a:gdLst/>
            <a:ahLst/>
            <a:cxnLst/>
            <a:rect l="l" t="t" r="r" b="b"/>
            <a:pathLst>
              <a:path w="13488" h="178842">
                <a:moveTo>
                  <a:pt x="0" y="0"/>
                </a:moveTo>
                <a:lnTo>
                  <a:pt x="0" y="1065"/>
                </a:lnTo>
                <a:lnTo>
                  <a:pt x="0" y="2130"/>
                </a:lnTo>
                <a:lnTo>
                  <a:pt x="476" y="2928"/>
                </a:lnTo>
                <a:lnTo>
                  <a:pt x="476" y="4082"/>
                </a:lnTo>
                <a:lnTo>
                  <a:pt x="476" y="5147"/>
                </a:lnTo>
                <a:lnTo>
                  <a:pt x="476" y="6212"/>
                </a:lnTo>
                <a:lnTo>
                  <a:pt x="476" y="7277"/>
                </a:lnTo>
                <a:lnTo>
                  <a:pt x="793" y="8343"/>
                </a:lnTo>
                <a:lnTo>
                  <a:pt x="793" y="9408"/>
                </a:lnTo>
                <a:lnTo>
                  <a:pt x="793" y="10473"/>
                </a:lnTo>
                <a:lnTo>
                  <a:pt x="793" y="11360"/>
                </a:lnTo>
                <a:lnTo>
                  <a:pt x="793" y="12425"/>
                </a:lnTo>
                <a:lnTo>
                  <a:pt x="793" y="13490"/>
                </a:lnTo>
                <a:lnTo>
                  <a:pt x="793" y="14555"/>
                </a:lnTo>
                <a:lnTo>
                  <a:pt x="793" y="15620"/>
                </a:lnTo>
                <a:lnTo>
                  <a:pt x="793" y="16686"/>
                </a:lnTo>
                <a:lnTo>
                  <a:pt x="1269" y="17751"/>
                </a:lnTo>
                <a:lnTo>
                  <a:pt x="1269" y="18638"/>
                </a:lnTo>
                <a:lnTo>
                  <a:pt x="1269" y="19703"/>
                </a:lnTo>
                <a:lnTo>
                  <a:pt x="1269" y="20768"/>
                </a:lnTo>
                <a:lnTo>
                  <a:pt x="1269" y="21656"/>
                </a:lnTo>
                <a:lnTo>
                  <a:pt x="1586" y="22721"/>
                </a:lnTo>
                <a:lnTo>
                  <a:pt x="1586" y="23964"/>
                </a:lnTo>
                <a:lnTo>
                  <a:pt x="1586" y="24851"/>
                </a:lnTo>
                <a:lnTo>
                  <a:pt x="1586" y="25916"/>
                </a:lnTo>
                <a:lnTo>
                  <a:pt x="1586" y="26804"/>
                </a:lnTo>
                <a:lnTo>
                  <a:pt x="1904" y="27869"/>
                </a:lnTo>
                <a:lnTo>
                  <a:pt x="1904" y="28934"/>
                </a:lnTo>
                <a:lnTo>
                  <a:pt x="1904" y="29733"/>
                </a:lnTo>
                <a:lnTo>
                  <a:pt x="1904" y="31064"/>
                </a:lnTo>
                <a:lnTo>
                  <a:pt x="2380" y="31952"/>
                </a:lnTo>
                <a:lnTo>
                  <a:pt x="2380" y="33017"/>
                </a:lnTo>
                <a:lnTo>
                  <a:pt x="2380" y="33815"/>
                </a:lnTo>
                <a:lnTo>
                  <a:pt x="2380" y="34880"/>
                </a:lnTo>
                <a:lnTo>
                  <a:pt x="2380" y="36034"/>
                </a:lnTo>
                <a:lnTo>
                  <a:pt x="2697" y="36833"/>
                </a:lnTo>
                <a:lnTo>
                  <a:pt x="2697" y="38164"/>
                </a:lnTo>
                <a:lnTo>
                  <a:pt x="2697" y="38963"/>
                </a:lnTo>
                <a:lnTo>
                  <a:pt x="2697" y="40028"/>
                </a:lnTo>
                <a:lnTo>
                  <a:pt x="2697" y="40916"/>
                </a:lnTo>
                <a:lnTo>
                  <a:pt x="2697" y="41981"/>
                </a:lnTo>
                <a:lnTo>
                  <a:pt x="2697" y="42868"/>
                </a:lnTo>
                <a:lnTo>
                  <a:pt x="2697" y="44111"/>
                </a:lnTo>
                <a:lnTo>
                  <a:pt x="2697" y="44999"/>
                </a:lnTo>
                <a:lnTo>
                  <a:pt x="2697" y="45886"/>
                </a:lnTo>
                <a:lnTo>
                  <a:pt x="3173" y="46951"/>
                </a:lnTo>
                <a:lnTo>
                  <a:pt x="3173" y="47750"/>
                </a:lnTo>
                <a:lnTo>
                  <a:pt x="3173" y="48815"/>
                </a:lnTo>
                <a:lnTo>
                  <a:pt x="3173" y="49969"/>
                </a:lnTo>
                <a:lnTo>
                  <a:pt x="3491" y="51034"/>
                </a:lnTo>
                <a:lnTo>
                  <a:pt x="3491" y="51833"/>
                </a:lnTo>
                <a:lnTo>
                  <a:pt x="3491" y="52720"/>
                </a:lnTo>
                <a:lnTo>
                  <a:pt x="3491" y="53785"/>
                </a:lnTo>
                <a:lnTo>
                  <a:pt x="3491" y="54673"/>
                </a:lnTo>
                <a:lnTo>
                  <a:pt x="3808" y="55738"/>
                </a:lnTo>
                <a:lnTo>
                  <a:pt x="3808" y="56803"/>
                </a:lnTo>
                <a:lnTo>
                  <a:pt x="3808" y="57691"/>
                </a:lnTo>
                <a:lnTo>
                  <a:pt x="3808" y="58756"/>
                </a:lnTo>
                <a:lnTo>
                  <a:pt x="3808" y="59555"/>
                </a:lnTo>
                <a:lnTo>
                  <a:pt x="4284" y="60620"/>
                </a:lnTo>
                <a:lnTo>
                  <a:pt x="4284" y="61685"/>
                </a:lnTo>
                <a:lnTo>
                  <a:pt x="4284" y="62572"/>
                </a:lnTo>
                <a:lnTo>
                  <a:pt x="4284" y="63460"/>
                </a:lnTo>
                <a:lnTo>
                  <a:pt x="4284" y="64259"/>
                </a:lnTo>
                <a:lnTo>
                  <a:pt x="4601" y="65412"/>
                </a:lnTo>
                <a:lnTo>
                  <a:pt x="4601" y="66477"/>
                </a:lnTo>
                <a:lnTo>
                  <a:pt x="4601" y="67276"/>
                </a:lnTo>
                <a:lnTo>
                  <a:pt x="4601" y="68164"/>
                </a:lnTo>
                <a:lnTo>
                  <a:pt x="5077" y="69229"/>
                </a:lnTo>
                <a:lnTo>
                  <a:pt x="5077" y="70116"/>
                </a:lnTo>
                <a:lnTo>
                  <a:pt x="5077" y="71182"/>
                </a:lnTo>
                <a:lnTo>
                  <a:pt x="5077" y="71980"/>
                </a:lnTo>
                <a:lnTo>
                  <a:pt x="5077" y="73045"/>
                </a:lnTo>
                <a:lnTo>
                  <a:pt x="5077" y="73933"/>
                </a:lnTo>
                <a:lnTo>
                  <a:pt x="5077" y="74820"/>
                </a:lnTo>
                <a:lnTo>
                  <a:pt x="5077" y="75886"/>
                </a:lnTo>
                <a:lnTo>
                  <a:pt x="5077" y="76773"/>
                </a:lnTo>
                <a:lnTo>
                  <a:pt x="5077" y="77838"/>
                </a:lnTo>
                <a:lnTo>
                  <a:pt x="5395" y="78637"/>
                </a:lnTo>
                <a:lnTo>
                  <a:pt x="5395" y="79525"/>
                </a:lnTo>
                <a:lnTo>
                  <a:pt x="5395" y="80590"/>
                </a:lnTo>
                <a:lnTo>
                  <a:pt x="5395" y="81477"/>
                </a:lnTo>
                <a:lnTo>
                  <a:pt x="5395" y="82276"/>
                </a:lnTo>
                <a:lnTo>
                  <a:pt x="5871" y="83164"/>
                </a:lnTo>
                <a:lnTo>
                  <a:pt x="5871" y="84229"/>
                </a:lnTo>
                <a:lnTo>
                  <a:pt x="5871" y="85294"/>
                </a:lnTo>
                <a:lnTo>
                  <a:pt x="5871" y="86181"/>
                </a:lnTo>
                <a:lnTo>
                  <a:pt x="6188" y="87069"/>
                </a:lnTo>
                <a:lnTo>
                  <a:pt x="6188" y="87868"/>
                </a:lnTo>
                <a:lnTo>
                  <a:pt x="6188" y="88933"/>
                </a:lnTo>
                <a:lnTo>
                  <a:pt x="6188" y="89820"/>
                </a:lnTo>
                <a:lnTo>
                  <a:pt x="6188" y="90708"/>
                </a:lnTo>
                <a:lnTo>
                  <a:pt x="6506" y="91507"/>
                </a:lnTo>
                <a:lnTo>
                  <a:pt x="6506" y="92394"/>
                </a:lnTo>
                <a:lnTo>
                  <a:pt x="6506" y="93459"/>
                </a:lnTo>
                <a:lnTo>
                  <a:pt x="6506" y="94347"/>
                </a:lnTo>
                <a:lnTo>
                  <a:pt x="6506" y="95146"/>
                </a:lnTo>
                <a:lnTo>
                  <a:pt x="6982" y="96033"/>
                </a:lnTo>
                <a:lnTo>
                  <a:pt x="6982" y="97098"/>
                </a:lnTo>
                <a:lnTo>
                  <a:pt x="6982" y="97986"/>
                </a:lnTo>
                <a:lnTo>
                  <a:pt x="6982" y="98785"/>
                </a:lnTo>
                <a:lnTo>
                  <a:pt x="6982" y="99672"/>
                </a:lnTo>
                <a:lnTo>
                  <a:pt x="6982" y="100737"/>
                </a:lnTo>
                <a:lnTo>
                  <a:pt x="6982" y="101625"/>
                </a:lnTo>
                <a:lnTo>
                  <a:pt x="6982" y="102423"/>
                </a:lnTo>
                <a:lnTo>
                  <a:pt x="6982" y="103311"/>
                </a:lnTo>
                <a:lnTo>
                  <a:pt x="7299" y="104199"/>
                </a:lnTo>
                <a:lnTo>
                  <a:pt x="7299" y="104997"/>
                </a:lnTo>
                <a:lnTo>
                  <a:pt x="7299" y="105885"/>
                </a:lnTo>
                <a:lnTo>
                  <a:pt x="7299" y="106773"/>
                </a:lnTo>
                <a:lnTo>
                  <a:pt x="7299" y="107838"/>
                </a:lnTo>
                <a:lnTo>
                  <a:pt x="7775" y="108725"/>
                </a:lnTo>
                <a:lnTo>
                  <a:pt x="7775" y="109524"/>
                </a:lnTo>
                <a:lnTo>
                  <a:pt x="7775" y="110411"/>
                </a:lnTo>
                <a:lnTo>
                  <a:pt x="7775" y="111299"/>
                </a:lnTo>
                <a:lnTo>
                  <a:pt x="7775" y="112098"/>
                </a:lnTo>
                <a:lnTo>
                  <a:pt x="8093" y="112985"/>
                </a:lnTo>
                <a:lnTo>
                  <a:pt x="8093" y="113873"/>
                </a:lnTo>
                <a:lnTo>
                  <a:pt x="8093" y="114938"/>
                </a:lnTo>
                <a:lnTo>
                  <a:pt x="8093" y="115559"/>
                </a:lnTo>
                <a:lnTo>
                  <a:pt x="8093" y="116447"/>
                </a:lnTo>
                <a:lnTo>
                  <a:pt x="8410" y="117246"/>
                </a:lnTo>
                <a:lnTo>
                  <a:pt x="8410" y="118311"/>
                </a:lnTo>
                <a:lnTo>
                  <a:pt x="8410" y="118932"/>
                </a:lnTo>
                <a:lnTo>
                  <a:pt x="8410" y="119820"/>
                </a:lnTo>
                <a:lnTo>
                  <a:pt x="8886" y="120707"/>
                </a:lnTo>
                <a:lnTo>
                  <a:pt x="8886" y="121772"/>
                </a:lnTo>
                <a:lnTo>
                  <a:pt x="8886" y="122394"/>
                </a:lnTo>
                <a:lnTo>
                  <a:pt x="8886" y="123281"/>
                </a:lnTo>
                <a:lnTo>
                  <a:pt x="8886" y="124346"/>
                </a:lnTo>
                <a:lnTo>
                  <a:pt x="9203" y="124967"/>
                </a:lnTo>
                <a:lnTo>
                  <a:pt x="9203" y="125855"/>
                </a:lnTo>
                <a:lnTo>
                  <a:pt x="9203" y="126654"/>
                </a:lnTo>
                <a:lnTo>
                  <a:pt x="9203" y="127541"/>
                </a:lnTo>
                <a:lnTo>
                  <a:pt x="9203" y="128429"/>
                </a:lnTo>
                <a:lnTo>
                  <a:pt x="9203" y="129228"/>
                </a:lnTo>
                <a:lnTo>
                  <a:pt x="9203" y="130115"/>
                </a:lnTo>
                <a:lnTo>
                  <a:pt x="9203" y="131003"/>
                </a:lnTo>
                <a:lnTo>
                  <a:pt x="9203" y="131802"/>
                </a:lnTo>
                <a:lnTo>
                  <a:pt x="9203" y="132689"/>
                </a:lnTo>
                <a:lnTo>
                  <a:pt x="9679" y="133577"/>
                </a:lnTo>
                <a:lnTo>
                  <a:pt x="9679" y="134198"/>
                </a:lnTo>
                <a:lnTo>
                  <a:pt x="9679" y="135086"/>
                </a:lnTo>
                <a:lnTo>
                  <a:pt x="9679" y="135884"/>
                </a:lnTo>
                <a:lnTo>
                  <a:pt x="9997" y="136772"/>
                </a:lnTo>
                <a:lnTo>
                  <a:pt x="9997" y="137659"/>
                </a:lnTo>
                <a:lnTo>
                  <a:pt x="9997" y="138458"/>
                </a:lnTo>
                <a:lnTo>
                  <a:pt x="9997" y="139346"/>
                </a:lnTo>
                <a:lnTo>
                  <a:pt x="9997" y="139967"/>
                </a:lnTo>
                <a:lnTo>
                  <a:pt x="10314" y="140855"/>
                </a:lnTo>
                <a:lnTo>
                  <a:pt x="10314" y="141742"/>
                </a:lnTo>
                <a:lnTo>
                  <a:pt x="10314" y="142541"/>
                </a:lnTo>
                <a:lnTo>
                  <a:pt x="10314" y="143162"/>
                </a:lnTo>
                <a:lnTo>
                  <a:pt x="10314" y="144316"/>
                </a:lnTo>
                <a:lnTo>
                  <a:pt x="10790" y="144937"/>
                </a:lnTo>
                <a:lnTo>
                  <a:pt x="10790" y="145559"/>
                </a:lnTo>
                <a:lnTo>
                  <a:pt x="10790" y="146624"/>
                </a:lnTo>
                <a:lnTo>
                  <a:pt x="10790" y="147245"/>
                </a:lnTo>
                <a:lnTo>
                  <a:pt x="10790" y="148133"/>
                </a:lnTo>
                <a:lnTo>
                  <a:pt x="11108" y="149020"/>
                </a:lnTo>
                <a:lnTo>
                  <a:pt x="11108" y="149819"/>
                </a:lnTo>
                <a:lnTo>
                  <a:pt x="11108" y="150529"/>
                </a:lnTo>
                <a:lnTo>
                  <a:pt x="11108" y="151328"/>
                </a:lnTo>
                <a:lnTo>
                  <a:pt x="11108" y="152215"/>
                </a:lnTo>
                <a:lnTo>
                  <a:pt x="11108" y="152837"/>
                </a:lnTo>
                <a:lnTo>
                  <a:pt x="11108" y="153724"/>
                </a:lnTo>
                <a:lnTo>
                  <a:pt x="11108" y="154612"/>
                </a:lnTo>
                <a:lnTo>
                  <a:pt x="11108" y="155233"/>
                </a:lnTo>
                <a:lnTo>
                  <a:pt x="11584" y="156032"/>
                </a:lnTo>
                <a:lnTo>
                  <a:pt x="11584" y="156919"/>
                </a:lnTo>
                <a:lnTo>
                  <a:pt x="11584" y="157541"/>
                </a:lnTo>
                <a:lnTo>
                  <a:pt x="11584" y="158428"/>
                </a:lnTo>
                <a:lnTo>
                  <a:pt x="11584" y="159316"/>
                </a:lnTo>
                <a:lnTo>
                  <a:pt x="11901" y="159937"/>
                </a:lnTo>
                <a:lnTo>
                  <a:pt x="11901" y="160825"/>
                </a:lnTo>
                <a:lnTo>
                  <a:pt x="11901" y="161446"/>
                </a:lnTo>
                <a:lnTo>
                  <a:pt x="11901" y="162334"/>
                </a:lnTo>
                <a:lnTo>
                  <a:pt x="11901" y="163132"/>
                </a:lnTo>
                <a:lnTo>
                  <a:pt x="12377" y="163754"/>
                </a:lnTo>
                <a:lnTo>
                  <a:pt x="12377" y="164464"/>
                </a:lnTo>
                <a:lnTo>
                  <a:pt x="12377" y="165529"/>
                </a:lnTo>
                <a:lnTo>
                  <a:pt x="12377" y="166150"/>
                </a:lnTo>
                <a:lnTo>
                  <a:pt x="12377" y="166771"/>
                </a:lnTo>
                <a:lnTo>
                  <a:pt x="12694" y="167659"/>
                </a:lnTo>
                <a:lnTo>
                  <a:pt x="12694" y="168280"/>
                </a:lnTo>
                <a:lnTo>
                  <a:pt x="12694" y="169168"/>
                </a:lnTo>
                <a:lnTo>
                  <a:pt x="12694" y="169967"/>
                </a:lnTo>
                <a:lnTo>
                  <a:pt x="13012" y="170677"/>
                </a:lnTo>
                <a:lnTo>
                  <a:pt x="13012" y="171475"/>
                </a:lnTo>
                <a:lnTo>
                  <a:pt x="13012" y="172185"/>
                </a:lnTo>
                <a:lnTo>
                  <a:pt x="13012" y="172807"/>
                </a:lnTo>
                <a:lnTo>
                  <a:pt x="13012" y="173694"/>
                </a:lnTo>
                <a:lnTo>
                  <a:pt x="13488" y="174316"/>
                </a:lnTo>
                <a:lnTo>
                  <a:pt x="13488" y="175114"/>
                </a:lnTo>
                <a:lnTo>
                  <a:pt x="13488" y="175824"/>
                </a:lnTo>
                <a:lnTo>
                  <a:pt x="13488" y="176623"/>
                </a:lnTo>
                <a:lnTo>
                  <a:pt x="13488" y="177511"/>
                </a:lnTo>
                <a:lnTo>
                  <a:pt x="13488" y="178132"/>
                </a:lnTo>
                <a:lnTo>
                  <a:pt x="13488" y="178842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4858302" y="3607509"/>
            <a:ext cx="13805" cy="108459"/>
          </a:xfrm>
          <a:custGeom>
            <a:avLst/>
            <a:gdLst/>
            <a:ahLst/>
            <a:cxnLst/>
            <a:rect l="l" t="t" r="r" b="b"/>
            <a:pathLst>
              <a:path w="13805" h="108459">
                <a:moveTo>
                  <a:pt x="0" y="0"/>
                </a:moveTo>
                <a:lnTo>
                  <a:pt x="0" y="798"/>
                </a:lnTo>
                <a:lnTo>
                  <a:pt x="0" y="1420"/>
                </a:lnTo>
                <a:lnTo>
                  <a:pt x="0" y="2130"/>
                </a:lnTo>
                <a:lnTo>
                  <a:pt x="317" y="2928"/>
                </a:lnTo>
                <a:lnTo>
                  <a:pt x="317" y="3638"/>
                </a:lnTo>
                <a:lnTo>
                  <a:pt x="317" y="4437"/>
                </a:lnTo>
                <a:lnTo>
                  <a:pt x="317" y="5147"/>
                </a:lnTo>
                <a:lnTo>
                  <a:pt x="793" y="5769"/>
                </a:lnTo>
                <a:lnTo>
                  <a:pt x="793" y="6390"/>
                </a:lnTo>
                <a:lnTo>
                  <a:pt x="793" y="7011"/>
                </a:lnTo>
                <a:lnTo>
                  <a:pt x="793" y="7899"/>
                </a:lnTo>
                <a:lnTo>
                  <a:pt x="793" y="8520"/>
                </a:lnTo>
                <a:lnTo>
                  <a:pt x="1110" y="9141"/>
                </a:lnTo>
                <a:lnTo>
                  <a:pt x="1110" y="10029"/>
                </a:lnTo>
                <a:lnTo>
                  <a:pt x="1110" y="10650"/>
                </a:lnTo>
                <a:lnTo>
                  <a:pt x="1110" y="11538"/>
                </a:lnTo>
                <a:lnTo>
                  <a:pt x="1110" y="12159"/>
                </a:lnTo>
                <a:lnTo>
                  <a:pt x="1428" y="12780"/>
                </a:lnTo>
                <a:lnTo>
                  <a:pt x="1428" y="13490"/>
                </a:lnTo>
                <a:lnTo>
                  <a:pt x="1428" y="14112"/>
                </a:lnTo>
                <a:lnTo>
                  <a:pt x="1428" y="14999"/>
                </a:lnTo>
                <a:lnTo>
                  <a:pt x="1428" y="15620"/>
                </a:lnTo>
                <a:lnTo>
                  <a:pt x="1904" y="16242"/>
                </a:lnTo>
                <a:lnTo>
                  <a:pt x="1904" y="16863"/>
                </a:lnTo>
                <a:lnTo>
                  <a:pt x="1904" y="17573"/>
                </a:lnTo>
                <a:lnTo>
                  <a:pt x="1904" y="18372"/>
                </a:lnTo>
                <a:lnTo>
                  <a:pt x="1904" y="19082"/>
                </a:lnTo>
                <a:lnTo>
                  <a:pt x="1904" y="19703"/>
                </a:lnTo>
                <a:lnTo>
                  <a:pt x="1904" y="20325"/>
                </a:lnTo>
                <a:lnTo>
                  <a:pt x="1904" y="20946"/>
                </a:lnTo>
                <a:lnTo>
                  <a:pt x="1904" y="21833"/>
                </a:lnTo>
                <a:lnTo>
                  <a:pt x="2221" y="22277"/>
                </a:lnTo>
                <a:lnTo>
                  <a:pt x="2221" y="23076"/>
                </a:lnTo>
                <a:lnTo>
                  <a:pt x="2221" y="23786"/>
                </a:lnTo>
                <a:lnTo>
                  <a:pt x="2221" y="24407"/>
                </a:lnTo>
                <a:lnTo>
                  <a:pt x="2221" y="25029"/>
                </a:lnTo>
                <a:lnTo>
                  <a:pt x="2697" y="25650"/>
                </a:lnTo>
                <a:lnTo>
                  <a:pt x="2697" y="26360"/>
                </a:lnTo>
                <a:lnTo>
                  <a:pt x="2697" y="26981"/>
                </a:lnTo>
                <a:lnTo>
                  <a:pt x="2697" y="27869"/>
                </a:lnTo>
                <a:lnTo>
                  <a:pt x="2697" y="28224"/>
                </a:lnTo>
                <a:lnTo>
                  <a:pt x="3015" y="29111"/>
                </a:lnTo>
                <a:lnTo>
                  <a:pt x="3015" y="29733"/>
                </a:lnTo>
                <a:lnTo>
                  <a:pt x="3015" y="30443"/>
                </a:lnTo>
                <a:lnTo>
                  <a:pt x="3015" y="31064"/>
                </a:lnTo>
                <a:lnTo>
                  <a:pt x="3491" y="31685"/>
                </a:lnTo>
                <a:lnTo>
                  <a:pt x="3491" y="32307"/>
                </a:lnTo>
                <a:lnTo>
                  <a:pt x="3491" y="33017"/>
                </a:lnTo>
                <a:lnTo>
                  <a:pt x="3491" y="33638"/>
                </a:lnTo>
                <a:lnTo>
                  <a:pt x="3491" y="34082"/>
                </a:lnTo>
                <a:lnTo>
                  <a:pt x="3808" y="34880"/>
                </a:lnTo>
                <a:lnTo>
                  <a:pt x="3808" y="35324"/>
                </a:lnTo>
                <a:lnTo>
                  <a:pt x="3808" y="36212"/>
                </a:lnTo>
                <a:lnTo>
                  <a:pt x="3808" y="36656"/>
                </a:lnTo>
                <a:lnTo>
                  <a:pt x="3808" y="37454"/>
                </a:lnTo>
                <a:lnTo>
                  <a:pt x="4125" y="37898"/>
                </a:lnTo>
                <a:lnTo>
                  <a:pt x="4125" y="38786"/>
                </a:lnTo>
                <a:lnTo>
                  <a:pt x="4125" y="39229"/>
                </a:lnTo>
                <a:lnTo>
                  <a:pt x="4125" y="40028"/>
                </a:lnTo>
                <a:lnTo>
                  <a:pt x="4125" y="40472"/>
                </a:lnTo>
                <a:lnTo>
                  <a:pt x="4125" y="41093"/>
                </a:lnTo>
                <a:lnTo>
                  <a:pt x="4125" y="41803"/>
                </a:lnTo>
                <a:lnTo>
                  <a:pt x="4125" y="42425"/>
                </a:lnTo>
                <a:lnTo>
                  <a:pt x="4125" y="43046"/>
                </a:lnTo>
                <a:lnTo>
                  <a:pt x="4601" y="43490"/>
                </a:lnTo>
                <a:lnTo>
                  <a:pt x="4601" y="44377"/>
                </a:lnTo>
                <a:lnTo>
                  <a:pt x="4601" y="44732"/>
                </a:lnTo>
                <a:lnTo>
                  <a:pt x="4601" y="45442"/>
                </a:lnTo>
                <a:lnTo>
                  <a:pt x="4601" y="46064"/>
                </a:lnTo>
                <a:lnTo>
                  <a:pt x="4919" y="46685"/>
                </a:lnTo>
                <a:lnTo>
                  <a:pt x="4919" y="47129"/>
                </a:lnTo>
                <a:lnTo>
                  <a:pt x="4919" y="47750"/>
                </a:lnTo>
                <a:lnTo>
                  <a:pt x="4919" y="48460"/>
                </a:lnTo>
                <a:lnTo>
                  <a:pt x="4919" y="49081"/>
                </a:lnTo>
                <a:lnTo>
                  <a:pt x="5395" y="49525"/>
                </a:lnTo>
                <a:lnTo>
                  <a:pt x="5395" y="50324"/>
                </a:lnTo>
                <a:lnTo>
                  <a:pt x="5395" y="50768"/>
                </a:lnTo>
                <a:lnTo>
                  <a:pt x="5395" y="51389"/>
                </a:lnTo>
                <a:lnTo>
                  <a:pt x="5395" y="51833"/>
                </a:lnTo>
                <a:lnTo>
                  <a:pt x="5712" y="52720"/>
                </a:lnTo>
                <a:lnTo>
                  <a:pt x="5712" y="53164"/>
                </a:lnTo>
                <a:lnTo>
                  <a:pt x="5712" y="53785"/>
                </a:lnTo>
                <a:lnTo>
                  <a:pt x="5712" y="54229"/>
                </a:lnTo>
                <a:lnTo>
                  <a:pt x="6030" y="54850"/>
                </a:lnTo>
                <a:lnTo>
                  <a:pt x="6030" y="55294"/>
                </a:lnTo>
                <a:lnTo>
                  <a:pt x="6030" y="56093"/>
                </a:lnTo>
                <a:lnTo>
                  <a:pt x="6030" y="56537"/>
                </a:lnTo>
                <a:lnTo>
                  <a:pt x="6030" y="57247"/>
                </a:lnTo>
                <a:lnTo>
                  <a:pt x="6030" y="57602"/>
                </a:lnTo>
                <a:lnTo>
                  <a:pt x="6030" y="58312"/>
                </a:lnTo>
                <a:lnTo>
                  <a:pt x="6030" y="58933"/>
                </a:lnTo>
                <a:lnTo>
                  <a:pt x="6030" y="59377"/>
                </a:lnTo>
                <a:lnTo>
                  <a:pt x="6030" y="59998"/>
                </a:lnTo>
                <a:lnTo>
                  <a:pt x="6506" y="60620"/>
                </a:lnTo>
                <a:lnTo>
                  <a:pt x="6506" y="61241"/>
                </a:lnTo>
                <a:lnTo>
                  <a:pt x="6506" y="61685"/>
                </a:lnTo>
                <a:lnTo>
                  <a:pt x="6506" y="62395"/>
                </a:lnTo>
                <a:lnTo>
                  <a:pt x="6506" y="62750"/>
                </a:lnTo>
                <a:lnTo>
                  <a:pt x="6823" y="63460"/>
                </a:lnTo>
                <a:lnTo>
                  <a:pt x="6823" y="63815"/>
                </a:lnTo>
                <a:lnTo>
                  <a:pt x="6823" y="64525"/>
                </a:lnTo>
                <a:lnTo>
                  <a:pt x="6823" y="64969"/>
                </a:lnTo>
                <a:lnTo>
                  <a:pt x="7299" y="65590"/>
                </a:lnTo>
                <a:lnTo>
                  <a:pt x="7299" y="66034"/>
                </a:lnTo>
                <a:lnTo>
                  <a:pt x="7299" y="66655"/>
                </a:lnTo>
                <a:lnTo>
                  <a:pt x="7299" y="67099"/>
                </a:lnTo>
                <a:lnTo>
                  <a:pt x="7299" y="67720"/>
                </a:lnTo>
                <a:lnTo>
                  <a:pt x="7616" y="68164"/>
                </a:lnTo>
                <a:lnTo>
                  <a:pt x="7616" y="68608"/>
                </a:lnTo>
                <a:lnTo>
                  <a:pt x="7616" y="69229"/>
                </a:lnTo>
                <a:lnTo>
                  <a:pt x="7616" y="69673"/>
                </a:lnTo>
                <a:lnTo>
                  <a:pt x="7616" y="70294"/>
                </a:lnTo>
                <a:lnTo>
                  <a:pt x="8093" y="70738"/>
                </a:lnTo>
                <a:lnTo>
                  <a:pt x="8093" y="71359"/>
                </a:lnTo>
                <a:lnTo>
                  <a:pt x="8093" y="71803"/>
                </a:lnTo>
                <a:lnTo>
                  <a:pt x="8093" y="72247"/>
                </a:lnTo>
                <a:lnTo>
                  <a:pt x="8093" y="72868"/>
                </a:lnTo>
                <a:lnTo>
                  <a:pt x="8093" y="73312"/>
                </a:lnTo>
                <a:lnTo>
                  <a:pt x="8093" y="73933"/>
                </a:lnTo>
                <a:lnTo>
                  <a:pt x="8093" y="74377"/>
                </a:lnTo>
                <a:lnTo>
                  <a:pt x="8093" y="74998"/>
                </a:lnTo>
                <a:lnTo>
                  <a:pt x="8410" y="75442"/>
                </a:lnTo>
                <a:lnTo>
                  <a:pt x="8410" y="75886"/>
                </a:lnTo>
                <a:lnTo>
                  <a:pt x="8410" y="76507"/>
                </a:lnTo>
                <a:lnTo>
                  <a:pt x="8410" y="76951"/>
                </a:lnTo>
                <a:lnTo>
                  <a:pt x="8410" y="77394"/>
                </a:lnTo>
                <a:lnTo>
                  <a:pt x="8727" y="77749"/>
                </a:lnTo>
                <a:lnTo>
                  <a:pt x="8727" y="78459"/>
                </a:lnTo>
                <a:lnTo>
                  <a:pt x="8727" y="78903"/>
                </a:lnTo>
                <a:lnTo>
                  <a:pt x="8727" y="79258"/>
                </a:lnTo>
                <a:lnTo>
                  <a:pt x="8727" y="79968"/>
                </a:lnTo>
                <a:lnTo>
                  <a:pt x="9203" y="80146"/>
                </a:lnTo>
                <a:lnTo>
                  <a:pt x="9203" y="80767"/>
                </a:lnTo>
                <a:lnTo>
                  <a:pt x="9203" y="81211"/>
                </a:lnTo>
                <a:lnTo>
                  <a:pt x="9203" y="81655"/>
                </a:lnTo>
                <a:lnTo>
                  <a:pt x="9203" y="82276"/>
                </a:lnTo>
                <a:lnTo>
                  <a:pt x="9521" y="82720"/>
                </a:lnTo>
                <a:lnTo>
                  <a:pt x="9521" y="83164"/>
                </a:lnTo>
                <a:lnTo>
                  <a:pt x="9521" y="83607"/>
                </a:lnTo>
                <a:lnTo>
                  <a:pt x="9521" y="84051"/>
                </a:lnTo>
                <a:lnTo>
                  <a:pt x="9997" y="84672"/>
                </a:lnTo>
                <a:lnTo>
                  <a:pt x="9997" y="85116"/>
                </a:lnTo>
                <a:lnTo>
                  <a:pt x="9997" y="85471"/>
                </a:lnTo>
                <a:lnTo>
                  <a:pt x="9997" y="85915"/>
                </a:lnTo>
                <a:lnTo>
                  <a:pt x="9997" y="86359"/>
                </a:lnTo>
                <a:lnTo>
                  <a:pt x="10314" y="86980"/>
                </a:lnTo>
                <a:lnTo>
                  <a:pt x="10314" y="87246"/>
                </a:lnTo>
                <a:lnTo>
                  <a:pt x="10314" y="87868"/>
                </a:lnTo>
                <a:lnTo>
                  <a:pt x="10314" y="88302"/>
                </a:lnTo>
                <a:lnTo>
                  <a:pt x="10314" y="88728"/>
                </a:lnTo>
                <a:lnTo>
                  <a:pt x="10314" y="89155"/>
                </a:lnTo>
                <a:lnTo>
                  <a:pt x="10314" y="89589"/>
                </a:lnTo>
                <a:lnTo>
                  <a:pt x="10314" y="90015"/>
                </a:lnTo>
                <a:lnTo>
                  <a:pt x="10314" y="90654"/>
                </a:lnTo>
                <a:lnTo>
                  <a:pt x="10314" y="90876"/>
                </a:lnTo>
                <a:lnTo>
                  <a:pt x="10631" y="91302"/>
                </a:lnTo>
                <a:lnTo>
                  <a:pt x="10631" y="91941"/>
                </a:lnTo>
                <a:lnTo>
                  <a:pt x="10631" y="92163"/>
                </a:lnTo>
                <a:lnTo>
                  <a:pt x="10631" y="92802"/>
                </a:lnTo>
                <a:lnTo>
                  <a:pt x="11108" y="93015"/>
                </a:lnTo>
                <a:lnTo>
                  <a:pt x="11108" y="93450"/>
                </a:lnTo>
                <a:lnTo>
                  <a:pt x="11108" y="94089"/>
                </a:lnTo>
                <a:lnTo>
                  <a:pt x="11108" y="94302"/>
                </a:lnTo>
                <a:lnTo>
                  <a:pt x="11108" y="94728"/>
                </a:lnTo>
                <a:lnTo>
                  <a:pt x="11425" y="95376"/>
                </a:lnTo>
                <a:lnTo>
                  <a:pt x="11425" y="95589"/>
                </a:lnTo>
                <a:lnTo>
                  <a:pt x="11425" y="96015"/>
                </a:lnTo>
                <a:lnTo>
                  <a:pt x="11425" y="96663"/>
                </a:lnTo>
                <a:lnTo>
                  <a:pt x="11425" y="96876"/>
                </a:lnTo>
                <a:lnTo>
                  <a:pt x="11901" y="97302"/>
                </a:lnTo>
                <a:lnTo>
                  <a:pt x="11901" y="97737"/>
                </a:lnTo>
                <a:lnTo>
                  <a:pt x="11901" y="98163"/>
                </a:lnTo>
                <a:lnTo>
                  <a:pt x="11901" y="98589"/>
                </a:lnTo>
                <a:lnTo>
                  <a:pt x="11901" y="99024"/>
                </a:lnTo>
                <a:lnTo>
                  <a:pt x="12218" y="99237"/>
                </a:lnTo>
                <a:lnTo>
                  <a:pt x="12218" y="99663"/>
                </a:lnTo>
                <a:lnTo>
                  <a:pt x="12218" y="100089"/>
                </a:lnTo>
                <a:lnTo>
                  <a:pt x="12218" y="100524"/>
                </a:lnTo>
                <a:lnTo>
                  <a:pt x="12218" y="100950"/>
                </a:lnTo>
                <a:lnTo>
                  <a:pt x="12218" y="101376"/>
                </a:lnTo>
                <a:lnTo>
                  <a:pt x="12218" y="101598"/>
                </a:lnTo>
                <a:lnTo>
                  <a:pt x="12218" y="102024"/>
                </a:lnTo>
                <a:lnTo>
                  <a:pt x="12218" y="102450"/>
                </a:lnTo>
                <a:lnTo>
                  <a:pt x="12536" y="102885"/>
                </a:lnTo>
                <a:lnTo>
                  <a:pt x="12536" y="103311"/>
                </a:lnTo>
                <a:lnTo>
                  <a:pt x="12536" y="103737"/>
                </a:lnTo>
                <a:lnTo>
                  <a:pt x="12536" y="103950"/>
                </a:lnTo>
                <a:lnTo>
                  <a:pt x="12536" y="104385"/>
                </a:lnTo>
                <a:lnTo>
                  <a:pt x="13012" y="104811"/>
                </a:lnTo>
                <a:lnTo>
                  <a:pt x="13012" y="105024"/>
                </a:lnTo>
                <a:lnTo>
                  <a:pt x="13012" y="105450"/>
                </a:lnTo>
                <a:lnTo>
                  <a:pt x="13012" y="105885"/>
                </a:lnTo>
                <a:lnTo>
                  <a:pt x="13012" y="106098"/>
                </a:lnTo>
                <a:lnTo>
                  <a:pt x="13329" y="106524"/>
                </a:lnTo>
                <a:lnTo>
                  <a:pt x="13329" y="106959"/>
                </a:lnTo>
                <a:lnTo>
                  <a:pt x="13329" y="107172"/>
                </a:lnTo>
                <a:lnTo>
                  <a:pt x="13329" y="107598"/>
                </a:lnTo>
                <a:lnTo>
                  <a:pt x="13805" y="108024"/>
                </a:lnTo>
                <a:lnTo>
                  <a:pt x="13805" y="108459"/>
                </a:lnTo>
              </a:path>
            </a:pathLst>
          </a:custGeom>
          <a:ln w="194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4872108" y="3715969"/>
            <a:ext cx="13329" cy="31517"/>
          </a:xfrm>
          <a:custGeom>
            <a:avLst/>
            <a:gdLst/>
            <a:ahLst/>
            <a:cxnLst/>
            <a:rect l="l" t="t" r="r" b="b"/>
            <a:pathLst>
              <a:path w="13329" h="31517">
                <a:moveTo>
                  <a:pt x="0" y="0"/>
                </a:moveTo>
                <a:lnTo>
                  <a:pt x="0" y="213"/>
                </a:lnTo>
                <a:lnTo>
                  <a:pt x="0" y="639"/>
                </a:lnTo>
                <a:lnTo>
                  <a:pt x="0" y="1065"/>
                </a:lnTo>
                <a:lnTo>
                  <a:pt x="317" y="1286"/>
                </a:lnTo>
                <a:lnTo>
                  <a:pt x="317" y="1712"/>
                </a:lnTo>
                <a:lnTo>
                  <a:pt x="317" y="2139"/>
                </a:lnTo>
                <a:lnTo>
                  <a:pt x="317" y="2352"/>
                </a:lnTo>
                <a:lnTo>
                  <a:pt x="317" y="2573"/>
                </a:lnTo>
                <a:lnTo>
                  <a:pt x="793" y="2999"/>
                </a:lnTo>
                <a:lnTo>
                  <a:pt x="793" y="3425"/>
                </a:lnTo>
                <a:lnTo>
                  <a:pt x="793" y="3638"/>
                </a:lnTo>
                <a:lnTo>
                  <a:pt x="793" y="4073"/>
                </a:lnTo>
                <a:lnTo>
                  <a:pt x="793" y="4499"/>
                </a:lnTo>
                <a:lnTo>
                  <a:pt x="793" y="4712"/>
                </a:lnTo>
                <a:lnTo>
                  <a:pt x="793" y="4925"/>
                </a:lnTo>
                <a:lnTo>
                  <a:pt x="793" y="5360"/>
                </a:lnTo>
                <a:lnTo>
                  <a:pt x="793" y="5786"/>
                </a:lnTo>
                <a:lnTo>
                  <a:pt x="1110" y="5786"/>
                </a:lnTo>
                <a:lnTo>
                  <a:pt x="1110" y="6212"/>
                </a:lnTo>
                <a:lnTo>
                  <a:pt x="1110" y="6647"/>
                </a:lnTo>
                <a:lnTo>
                  <a:pt x="1110" y="7073"/>
                </a:lnTo>
                <a:lnTo>
                  <a:pt x="1428" y="7499"/>
                </a:lnTo>
                <a:lnTo>
                  <a:pt x="1428" y="7934"/>
                </a:lnTo>
                <a:lnTo>
                  <a:pt x="1428" y="8147"/>
                </a:lnTo>
                <a:lnTo>
                  <a:pt x="1428" y="8360"/>
                </a:lnTo>
                <a:lnTo>
                  <a:pt x="1428" y="8786"/>
                </a:lnTo>
                <a:lnTo>
                  <a:pt x="1904" y="8999"/>
                </a:lnTo>
                <a:lnTo>
                  <a:pt x="1904" y="9434"/>
                </a:lnTo>
                <a:lnTo>
                  <a:pt x="1904" y="9647"/>
                </a:lnTo>
                <a:lnTo>
                  <a:pt x="1904" y="9860"/>
                </a:lnTo>
                <a:lnTo>
                  <a:pt x="1904" y="10286"/>
                </a:lnTo>
                <a:lnTo>
                  <a:pt x="2221" y="10499"/>
                </a:lnTo>
                <a:lnTo>
                  <a:pt x="2221" y="10721"/>
                </a:lnTo>
                <a:lnTo>
                  <a:pt x="2221" y="11147"/>
                </a:lnTo>
                <a:lnTo>
                  <a:pt x="2221" y="11360"/>
                </a:lnTo>
                <a:lnTo>
                  <a:pt x="2697" y="11786"/>
                </a:lnTo>
                <a:lnTo>
                  <a:pt x="2697" y="12221"/>
                </a:lnTo>
                <a:lnTo>
                  <a:pt x="2697" y="12434"/>
                </a:lnTo>
                <a:lnTo>
                  <a:pt x="2697" y="12860"/>
                </a:lnTo>
                <a:lnTo>
                  <a:pt x="2697" y="13073"/>
                </a:lnTo>
                <a:lnTo>
                  <a:pt x="2697" y="13295"/>
                </a:lnTo>
                <a:lnTo>
                  <a:pt x="2697" y="13508"/>
                </a:lnTo>
                <a:lnTo>
                  <a:pt x="2697" y="13934"/>
                </a:lnTo>
                <a:lnTo>
                  <a:pt x="2697" y="14147"/>
                </a:lnTo>
                <a:lnTo>
                  <a:pt x="3015" y="14360"/>
                </a:lnTo>
                <a:lnTo>
                  <a:pt x="3015" y="14573"/>
                </a:lnTo>
                <a:lnTo>
                  <a:pt x="3015" y="14795"/>
                </a:lnTo>
                <a:lnTo>
                  <a:pt x="3015" y="15221"/>
                </a:lnTo>
                <a:lnTo>
                  <a:pt x="3015" y="15434"/>
                </a:lnTo>
                <a:lnTo>
                  <a:pt x="3332" y="15647"/>
                </a:lnTo>
                <a:lnTo>
                  <a:pt x="3332" y="15860"/>
                </a:lnTo>
                <a:lnTo>
                  <a:pt x="3332" y="16082"/>
                </a:lnTo>
                <a:lnTo>
                  <a:pt x="3332" y="16508"/>
                </a:lnTo>
                <a:lnTo>
                  <a:pt x="3808" y="16508"/>
                </a:lnTo>
                <a:lnTo>
                  <a:pt x="3808" y="16721"/>
                </a:lnTo>
                <a:lnTo>
                  <a:pt x="3808" y="17147"/>
                </a:lnTo>
                <a:lnTo>
                  <a:pt x="3808" y="17369"/>
                </a:lnTo>
                <a:lnTo>
                  <a:pt x="3808" y="17582"/>
                </a:lnTo>
                <a:lnTo>
                  <a:pt x="4125" y="17795"/>
                </a:lnTo>
                <a:lnTo>
                  <a:pt x="4125" y="18008"/>
                </a:lnTo>
                <a:lnTo>
                  <a:pt x="4125" y="18221"/>
                </a:lnTo>
                <a:lnTo>
                  <a:pt x="4125" y="18434"/>
                </a:lnTo>
                <a:lnTo>
                  <a:pt x="4125" y="18869"/>
                </a:lnTo>
                <a:lnTo>
                  <a:pt x="4601" y="18869"/>
                </a:lnTo>
                <a:lnTo>
                  <a:pt x="4601" y="19082"/>
                </a:lnTo>
                <a:lnTo>
                  <a:pt x="4601" y="19295"/>
                </a:lnTo>
                <a:lnTo>
                  <a:pt x="4601" y="19721"/>
                </a:lnTo>
                <a:lnTo>
                  <a:pt x="4601" y="19934"/>
                </a:lnTo>
                <a:lnTo>
                  <a:pt x="4919" y="20156"/>
                </a:lnTo>
                <a:lnTo>
                  <a:pt x="4919" y="20369"/>
                </a:lnTo>
                <a:lnTo>
                  <a:pt x="4919" y="20582"/>
                </a:lnTo>
                <a:lnTo>
                  <a:pt x="4919" y="20795"/>
                </a:lnTo>
                <a:lnTo>
                  <a:pt x="4919" y="21221"/>
                </a:lnTo>
                <a:lnTo>
                  <a:pt x="4919" y="21443"/>
                </a:lnTo>
                <a:lnTo>
                  <a:pt x="4919" y="21656"/>
                </a:lnTo>
                <a:lnTo>
                  <a:pt x="5395" y="21869"/>
                </a:lnTo>
                <a:lnTo>
                  <a:pt x="5395" y="22082"/>
                </a:lnTo>
                <a:lnTo>
                  <a:pt x="5395" y="22295"/>
                </a:lnTo>
                <a:lnTo>
                  <a:pt x="5395" y="22508"/>
                </a:lnTo>
                <a:lnTo>
                  <a:pt x="5712" y="22730"/>
                </a:lnTo>
                <a:lnTo>
                  <a:pt x="5712" y="22943"/>
                </a:lnTo>
                <a:lnTo>
                  <a:pt x="5712" y="23156"/>
                </a:lnTo>
                <a:lnTo>
                  <a:pt x="5712" y="23369"/>
                </a:lnTo>
                <a:lnTo>
                  <a:pt x="5712" y="23582"/>
                </a:lnTo>
                <a:lnTo>
                  <a:pt x="6030" y="23582"/>
                </a:lnTo>
                <a:lnTo>
                  <a:pt x="6030" y="23795"/>
                </a:lnTo>
                <a:lnTo>
                  <a:pt x="6030" y="24008"/>
                </a:lnTo>
                <a:lnTo>
                  <a:pt x="6030" y="24230"/>
                </a:lnTo>
                <a:lnTo>
                  <a:pt x="6506" y="24443"/>
                </a:lnTo>
                <a:lnTo>
                  <a:pt x="6506" y="24656"/>
                </a:lnTo>
                <a:lnTo>
                  <a:pt x="6506" y="24869"/>
                </a:lnTo>
                <a:lnTo>
                  <a:pt x="6506" y="25082"/>
                </a:lnTo>
                <a:lnTo>
                  <a:pt x="6823" y="25082"/>
                </a:lnTo>
                <a:lnTo>
                  <a:pt x="6823" y="25295"/>
                </a:lnTo>
                <a:lnTo>
                  <a:pt x="6823" y="25517"/>
                </a:lnTo>
                <a:lnTo>
                  <a:pt x="6823" y="25730"/>
                </a:lnTo>
                <a:lnTo>
                  <a:pt x="6823" y="25943"/>
                </a:lnTo>
                <a:lnTo>
                  <a:pt x="6823" y="26156"/>
                </a:lnTo>
                <a:lnTo>
                  <a:pt x="6823" y="26369"/>
                </a:lnTo>
                <a:lnTo>
                  <a:pt x="6823" y="26582"/>
                </a:lnTo>
                <a:lnTo>
                  <a:pt x="7299" y="26582"/>
                </a:lnTo>
                <a:lnTo>
                  <a:pt x="7299" y="26804"/>
                </a:lnTo>
                <a:lnTo>
                  <a:pt x="7299" y="27017"/>
                </a:lnTo>
                <a:lnTo>
                  <a:pt x="7299" y="27230"/>
                </a:lnTo>
                <a:lnTo>
                  <a:pt x="7616" y="27230"/>
                </a:lnTo>
                <a:lnTo>
                  <a:pt x="7616" y="27443"/>
                </a:lnTo>
                <a:lnTo>
                  <a:pt x="7616" y="27656"/>
                </a:lnTo>
                <a:lnTo>
                  <a:pt x="7934" y="27869"/>
                </a:lnTo>
                <a:lnTo>
                  <a:pt x="7934" y="28082"/>
                </a:lnTo>
                <a:lnTo>
                  <a:pt x="7934" y="28304"/>
                </a:lnTo>
                <a:lnTo>
                  <a:pt x="8410" y="28304"/>
                </a:lnTo>
                <a:lnTo>
                  <a:pt x="8410" y="28517"/>
                </a:lnTo>
                <a:lnTo>
                  <a:pt x="8410" y="28730"/>
                </a:lnTo>
                <a:lnTo>
                  <a:pt x="8727" y="28943"/>
                </a:lnTo>
                <a:lnTo>
                  <a:pt x="8727" y="29156"/>
                </a:lnTo>
                <a:lnTo>
                  <a:pt x="9203" y="29369"/>
                </a:lnTo>
                <a:lnTo>
                  <a:pt x="9203" y="29591"/>
                </a:lnTo>
                <a:lnTo>
                  <a:pt x="9203" y="29804"/>
                </a:lnTo>
                <a:lnTo>
                  <a:pt x="9203" y="30017"/>
                </a:lnTo>
                <a:lnTo>
                  <a:pt x="9521" y="30017"/>
                </a:lnTo>
                <a:lnTo>
                  <a:pt x="9521" y="30230"/>
                </a:lnTo>
                <a:lnTo>
                  <a:pt x="9521" y="30443"/>
                </a:lnTo>
                <a:lnTo>
                  <a:pt x="9997" y="30443"/>
                </a:lnTo>
                <a:lnTo>
                  <a:pt x="9997" y="30656"/>
                </a:lnTo>
                <a:lnTo>
                  <a:pt x="10314" y="30656"/>
                </a:lnTo>
                <a:lnTo>
                  <a:pt x="10314" y="30878"/>
                </a:lnTo>
                <a:lnTo>
                  <a:pt x="10631" y="30878"/>
                </a:lnTo>
                <a:lnTo>
                  <a:pt x="10631" y="30878"/>
                </a:lnTo>
                <a:lnTo>
                  <a:pt x="10631" y="31091"/>
                </a:lnTo>
                <a:lnTo>
                  <a:pt x="11108" y="31091"/>
                </a:lnTo>
                <a:lnTo>
                  <a:pt x="11108" y="31304"/>
                </a:lnTo>
                <a:lnTo>
                  <a:pt x="11425" y="31304"/>
                </a:lnTo>
                <a:lnTo>
                  <a:pt x="11901" y="31517"/>
                </a:lnTo>
                <a:lnTo>
                  <a:pt x="12218" y="31517"/>
                </a:lnTo>
                <a:lnTo>
                  <a:pt x="12218" y="31304"/>
                </a:lnTo>
                <a:lnTo>
                  <a:pt x="12536" y="31304"/>
                </a:lnTo>
                <a:lnTo>
                  <a:pt x="13012" y="31304"/>
                </a:lnTo>
                <a:lnTo>
                  <a:pt x="13012" y="31091"/>
                </a:lnTo>
                <a:lnTo>
                  <a:pt x="13329" y="31091"/>
                </a:lnTo>
                <a:lnTo>
                  <a:pt x="13329" y="30878"/>
                </a:lnTo>
              </a:path>
            </a:pathLst>
          </a:custGeom>
          <a:ln w="182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4885438" y="3700738"/>
            <a:ext cx="13488" cy="46108"/>
          </a:xfrm>
          <a:custGeom>
            <a:avLst/>
            <a:gdLst/>
            <a:ahLst/>
            <a:cxnLst/>
            <a:rect l="l" t="t" r="r" b="b"/>
            <a:pathLst>
              <a:path w="13488" h="46108">
                <a:moveTo>
                  <a:pt x="0" y="46108"/>
                </a:moveTo>
                <a:lnTo>
                  <a:pt x="0" y="45886"/>
                </a:lnTo>
                <a:lnTo>
                  <a:pt x="0" y="45886"/>
                </a:lnTo>
                <a:lnTo>
                  <a:pt x="476" y="45886"/>
                </a:lnTo>
                <a:lnTo>
                  <a:pt x="793" y="45673"/>
                </a:lnTo>
                <a:lnTo>
                  <a:pt x="793" y="45460"/>
                </a:lnTo>
                <a:lnTo>
                  <a:pt x="1110" y="45460"/>
                </a:lnTo>
                <a:lnTo>
                  <a:pt x="1110" y="45247"/>
                </a:lnTo>
                <a:lnTo>
                  <a:pt x="1110" y="45034"/>
                </a:lnTo>
                <a:lnTo>
                  <a:pt x="1586" y="45034"/>
                </a:lnTo>
                <a:lnTo>
                  <a:pt x="1586" y="44821"/>
                </a:lnTo>
                <a:lnTo>
                  <a:pt x="1904" y="44821"/>
                </a:lnTo>
                <a:lnTo>
                  <a:pt x="1904" y="44599"/>
                </a:lnTo>
                <a:lnTo>
                  <a:pt x="1904" y="44386"/>
                </a:lnTo>
                <a:lnTo>
                  <a:pt x="1904" y="44173"/>
                </a:lnTo>
                <a:lnTo>
                  <a:pt x="1904" y="43960"/>
                </a:lnTo>
                <a:lnTo>
                  <a:pt x="1904" y="43747"/>
                </a:lnTo>
                <a:lnTo>
                  <a:pt x="2380" y="43747"/>
                </a:lnTo>
                <a:lnTo>
                  <a:pt x="2380" y="43534"/>
                </a:lnTo>
                <a:lnTo>
                  <a:pt x="2380" y="43312"/>
                </a:lnTo>
                <a:lnTo>
                  <a:pt x="2697" y="43312"/>
                </a:lnTo>
                <a:lnTo>
                  <a:pt x="2697" y="43099"/>
                </a:lnTo>
                <a:lnTo>
                  <a:pt x="2697" y="42886"/>
                </a:lnTo>
                <a:lnTo>
                  <a:pt x="2697" y="42673"/>
                </a:lnTo>
                <a:lnTo>
                  <a:pt x="3173" y="42673"/>
                </a:lnTo>
                <a:lnTo>
                  <a:pt x="3173" y="42460"/>
                </a:lnTo>
                <a:lnTo>
                  <a:pt x="3173" y="42247"/>
                </a:lnTo>
                <a:lnTo>
                  <a:pt x="3491" y="42034"/>
                </a:lnTo>
                <a:lnTo>
                  <a:pt x="3491" y="41812"/>
                </a:lnTo>
                <a:lnTo>
                  <a:pt x="3491" y="41599"/>
                </a:lnTo>
                <a:lnTo>
                  <a:pt x="3808" y="41386"/>
                </a:lnTo>
                <a:lnTo>
                  <a:pt x="3808" y="41173"/>
                </a:lnTo>
                <a:lnTo>
                  <a:pt x="3808" y="40960"/>
                </a:lnTo>
                <a:lnTo>
                  <a:pt x="3808" y="40747"/>
                </a:lnTo>
                <a:lnTo>
                  <a:pt x="3808" y="40525"/>
                </a:lnTo>
                <a:lnTo>
                  <a:pt x="3808" y="40312"/>
                </a:lnTo>
                <a:lnTo>
                  <a:pt x="3808" y="40099"/>
                </a:lnTo>
                <a:lnTo>
                  <a:pt x="4284" y="40099"/>
                </a:lnTo>
                <a:lnTo>
                  <a:pt x="4284" y="39886"/>
                </a:lnTo>
                <a:lnTo>
                  <a:pt x="4284" y="39673"/>
                </a:lnTo>
                <a:lnTo>
                  <a:pt x="4284" y="39460"/>
                </a:lnTo>
                <a:lnTo>
                  <a:pt x="4284" y="39238"/>
                </a:lnTo>
                <a:lnTo>
                  <a:pt x="4601" y="39025"/>
                </a:lnTo>
                <a:lnTo>
                  <a:pt x="4601" y="38812"/>
                </a:lnTo>
                <a:lnTo>
                  <a:pt x="4601" y="38599"/>
                </a:lnTo>
                <a:lnTo>
                  <a:pt x="5077" y="38386"/>
                </a:lnTo>
                <a:lnTo>
                  <a:pt x="5077" y="38173"/>
                </a:lnTo>
                <a:lnTo>
                  <a:pt x="5077" y="37960"/>
                </a:lnTo>
                <a:lnTo>
                  <a:pt x="5077" y="37738"/>
                </a:lnTo>
                <a:lnTo>
                  <a:pt x="5395" y="37525"/>
                </a:lnTo>
                <a:lnTo>
                  <a:pt x="5395" y="37312"/>
                </a:lnTo>
                <a:lnTo>
                  <a:pt x="5395" y="37099"/>
                </a:lnTo>
                <a:lnTo>
                  <a:pt x="5395" y="36886"/>
                </a:lnTo>
                <a:lnTo>
                  <a:pt x="5395" y="36673"/>
                </a:lnTo>
                <a:lnTo>
                  <a:pt x="5712" y="36451"/>
                </a:lnTo>
                <a:lnTo>
                  <a:pt x="5712" y="36238"/>
                </a:lnTo>
                <a:lnTo>
                  <a:pt x="5712" y="35812"/>
                </a:lnTo>
                <a:lnTo>
                  <a:pt x="5712" y="35599"/>
                </a:lnTo>
                <a:lnTo>
                  <a:pt x="6188" y="35386"/>
                </a:lnTo>
                <a:lnTo>
                  <a:pt x="6188" y="35164"/>
                </a:lnTo>
                <a:lnTo>
                  <a:pt x="6188" y="34951"/>
                </a:lnTo>
                <a:lnTo>
                  <a:pt x="6188" y="34525"/>
                </a:lnTo>
                <a:lnTo>
                  <a:pt x="6188" y="34312"/>
                </a:lnTo>
                <a:lnTo>
                  <a:pt x="6188" y="34099"/>
                </a:lnTo>
                <a:lnTo>
                  <a:pt x="6188" y="33878"/>
                </a:lnTo>
                <a:lnTo>
                  <a:pt x="6506" y="33451"/>
                </a:lnTo>
                <a:lnTo>
                  <a:pt x="6506" y="33238"/>
                </a:lnTo>
                <a:lnTo>
                  <a:pt x="6506" y="33025"/>
                </a:lnTo>
                <a:lnTo>
                  <a:pt x="6506" y="32599"/>
                </a:lnTo>
                <a:lnTo>
                  <a:pt x="6982" y="32378"/>
                </a:lnTo>
                <a:lnTo>
                  <a:pt x="6982" y="32165"/>
                </a:lnTo>
                <a:lnTo>
                  <a:pt x="6982" y="31952"/>
                </a:lnTo>
                <a:lnTo>
                  <a:pt x="6982" y="31739"/>
                </a:lnTo>
                <a:lnTo>
                  <a:pt x="6982" y="31525"/>
                </a:lnTo>
                <a:lnTo>
                  <a:pt x="7299" y="31312"/>
                </a:lnTo>
                <a:lnTo>
                  <a:pt x="7299" y="30878"/>
                </a:lnTo>
                <a:lnTo>
                  <a:pt x="7299" y="30665"/>
                </a:lnTo>
                <a:lnTo>
                  <a:pt x="7299" y="30452"/>
                </a:lnTo>
                <a:lnTo>
                  <a:pt x="7775" y="30239"/>
                </a:lnTo>
                <a:lnTo>
                  <a:pt x="7775" y="30026"/>
                </a:lnTo>
                <a:lnTo>
                  <a:pt x="7775" y="29591"/>
                </a:lnTo>
                <a:lnTo>
                  <a:pt x="7775" y="29378"/>
                </a:lnTo>
                <a:lnTo>
                  <a:pt x="7775" y="29165"/>
                </a:lnTo>
                <a:lnTo>
                  <a:pt x="8093" y="28952"/>
                </a:lnTo>
                <a:lnTo>
                  <a:pt x="8093" y="28739"/>
                </a:lnTo>
                <a:lnTo>
                  <a:pt x="8093" y="28304"/>
                </a:lnTo>
                <a:lnTo>
                  <a:pt x="8093" y="27878"/>
                </a:lnTo>
                <a:lnTo>
                  <a:pt x="8093" y="27665"/>
                </a:lnTo>
                <a:lnTo>
                  <a:pt x="8093" y="27239"/>
                </a:lnTo>
                <a:lnTo>
                  <a:pt x="8093" y="27017"/>
                </a:lnTo>
                <a:lnTo>
                  <a:pt x="8093" y="26804"/>
                </a:lnTo>
                <a:lnTo>
                  <a:pt x="8093" y="26591"/>
                </a:lnTo>
                <a:lnTo>
                  <a:pt x="8410" y="26165"/>
                </a:lnTo>
                <a:lnTo>
                  <a:pt x="8410" y="25952"/>
                </a:lnTo>
                <a:lnTo>
                  <a:pt x="8410" y="25730"/>
                </a:lnTo>
                <a:lnTo>
                  <a:pt x="8410" y="25304"/>
                </a:lnTo>
                <a:lnTo>
                  <a:pt x="8886" y="25091"/>
                </a:lnTo>
                <a:lnTo>
                  <a:pt x="8886" y="24665"/>
                </a:lnTo>
                <a:lnTo>
                  <a:pt x="8886" y="24230"/>
                </a:lnTo>
                <a:lnTo>
                  <a:pt x="8886" y="24017"/>
                </a:lnTo>
                <a:lnTo>
                  <a:pt x="9203" y="23591"/>
                </a:lnTo>
                <a:lnTo>
                  <a:pt x="9203" y="23378"/>
                </a:lnTo>
                <a:lnTo>
                  <a:pt x="9203" y="23165"/>
                </a:lnTo>
                <a:lnTo>
                  <a:pt x="9203" y="22730"/>
                </a:lnTo>
                <a:lnTo>
                  <a:pt x="9203" y="22304"/>
                </a:lnTo>
                <a:lnTo>
                  <a:pt x="9679" y="22304"/>
                </a:lnTo>
                <a:lnTo>
                  <a:pt x="9679" y="21878"/>
                </a:lnTo>
                <a:lnTo>
                  <a:pt x="9679" y="21443"/>
                </a:lnTo>
                <a:lnTo>
                  <a:pt x="9679" y="21230"/>
                </a:lnTo>
                <a:lnTo>
                  <a:pt x="9679" y="21017"/>
                </a:lnTo>
                <a:lnTo>
                  <a:pt x="9997" y="20591"/>
                </a:lnTo>
                <a:lnTo>
                  <a:pt x="9997" y="20156"/>
                </a:lnTo>
                <a:lnTo>
                  <a:pt x="9997" y="19943"/>
                </a:lnTo>
                <a:lnTo>
                  <a:pt x="9997" y="19730"/>
                </a:lnTo>
                <a:lnTo>
                  <a:pt x="10314" y="19304"/>
                </a:lnTo>
                <a:lnTo>
                  <a:pt x="10314" y="18869"/>
                </a:lnTo>
                <a:lnTo>
                  <a:pt x="10314" y="18656"/>
                </a:lnTo>
                <a:lnTo>
                  <a:pt x="10314" y="18443"/>
                </a:lnTo>
                <a:lnTo>
                  <a:pt x="10314" y="18017"/>
                </a:lnTo>
                <a:lnTo>
                  <a:pt x="10314" y="17582"/>
                </a:lnTo>
                <a:lnTo>
                  <a:pt x="10314" y="17369"/>
                </a:lnTo>
                <a:lnTo>
                  <a:pt x="10314" y="16943"/>
                </a:lnTo>
                <a:lnTo>
                  <a:pt x="10314" y="16730"/>
                </a:lnTo>
                <a:lnTo>
                  <a:pt x="10314" y="16295"/>
                </a:lnTo>
                <a:lnTo>
                  <a:pt x="10790" y="16082"/>
                </a:lnTo>
                <a:lnTo>
                  <a:pt x="10790" y="15656"/>
                </a:lnTo>
                <a:lnTo>
                  <a:pt x="10790" y="15230"/>
                </a:lnTo>
                <a:lnTo>
                  <a:pt x="10790" y="15008"/>
                </a:lnTo>
                <a:lnTo>
                  <a:pt x="10790" y="14582"/>
                </a:lnTo>
                <a:lnTo>
                  <a:pt x="11108" y="14156"/>
                </a:lnTo>
                <a:lnTo>
                  <a:pt x="11108" y="13943"/>
                </a:lnTo>
                <a:lnTo>
                  <a:pt x="11108" y="13508"/>
                </a:lnTo>
                <a:lnTo>
                  <a:pt x="11108" y="13082"/>
                </a:lnTo>
                <a:lnTo>
                  <a:pt x="11584" y="12869"/>
                </a:lnTo>
                <a:lnTo>
                  <a:pt x="11584" y="12656"/>
                </a:lnTo>
                <a:lnTo>
                  <a:pt x="11584" y="12221"/>
                </a:lnTo>
                <a:lnTo>
                  <a:pt x="11584" y="11795"/>
                </a:lnTo>
                <a:lnTo>
                  <a:pt x="11584" y="11582"/>
                </a:lnTo>
                <a:lnTo>
                  <a:pt x="11901" y="11156"/>
                </a:lnTo>
                <a:lnTo>
                  <a:pt x="11901" y="10721"/>
                </a:lnTo>
                <a:lnTo>
                  <a:pt x="11901" y="10508"/>
                </a:lnTo>
                <a:lnTo>
                  <a:pt x="11901" y="9869"/>
                </a:lnTo>
                <a:lnTo>
                  <a:pt x="11901" y="9434"/>
                </a:lnTo>
                <a:lnTo>
                  <a:pt x="12377" y="9221"/>
                </a:lnTo>
                <a:lnTo>
                  <a:pt x="12377" y="8795"/>
                </a:lnTo>
                <a:lnTo>
                  <a:pt x="12377" y="8369"/>
                </a:lnTo>
                <a:lnTo>
                  <a:pt x="12377" y="8147"/>
                </a:lnTo>
                <a:lnTo>
                  <a:pt x="12377" y="7721"/>
                </a:lnTo>
                <a:lnTo>
                  <a:pt x="12377" y="7295"/>
                </a:lnTo>
                <a:lnTo>
                  <a:pt x="12377" y="6860"/>
                </a:lnTo>
                <a:lnTo>
                  <a:pt x="12377" y="6647"/>
                </a:lnTo>
                <a:lnTo>
                  <a:pt x="12377" y="6221"/>
                </a:lnTo>
                <a:lnTo>
                  <a:pt x="12694" y="5795"/>
                </a:lnTo>
                <a:lnTo>
                  <a:pt x="12694" y="5360"/>
                </a:lnTo>
                <a:lnTo>
                  <a:pt x="12694" y="4934"/>
                </a:lnTo>
                <a:lnTo>
                  <a:pt x="12694" y="4508"/>
                </a:lnTo>
                <a:lnTo>
                  <a:pt x="12694" y="4295"/>
                </a:lnTo>
                <a:lnTo>
                  <a:pt x="13012" y="3647"/>
                </a:lnTo>
                <a:lnTo>
                  <a:pt x="13012" y="3434"/>
                </a:lnTo>
                <a:lnTo>
                  <a:pt x="13012" y="3008"/>
                </a:lnTo>
                <a:lnTo>
                  <a:pt x="13012" y="2573"/>
                </a:lnTo>
                <a:lnTo>
                  <a:pt x="13012" y="2147"/>
                </a:lnTo>
                <a:lnTo>
                  <a:pt x="13488" y="1721"/>
                </a:lnTo>
                <a:lnTo>
                  <a:pt x="13488" y="1286"/>
                </a:lnTo>
                <a:lnTo>
                  <a:pt x="13488" y="1073"/>
                </a:lnTo>
                <a:lnTo>
                  <a:pt x="13488" y="434"/>
                </a:lnTo>
                <a:lnTo>
                  <a:pt x="13488" y="0"/>
                </a:lnTo>
              </a:path>
            </a:pathLst>
          </a:custGeom>
          <a:ln w="1886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4898926" y="3584699"/>
            <a:ext cx="13329" cy="116039"/>
          </a:xfrm>
          <a:custGeom>
            <a:avLst/>
            <a:gdLst/>
            <a:ahLst/>
            <a:cxnLst/>
            <a:rect l="l" t="t" r="r" b="b"/>
            <a:pathLst>
              <a:path w="13329" h="116039">
                <a:moveTo>
                  <a:pt x="0" y="116039"/>
                </a:moveTo>
                <a:lnTo>
                  <a:pt x="317" y="115826"/>
                </a:lnTo>
                <a:lnTo>
                  <a:pt x="317" y="115400"/>
                </a:lnTo>
                <a:lnTo>
                  <a:pt x="317" y="114752"/>
                </a:lnTo>
                <a:lnTo>
                  <a:pt x="317" y="114539"/>
                </a:lnTo>
                <a:lnTo>
                  <a:pt x="793" y="114113"/>
                </a:lnTo>
                <a:lnTo>
                  <a:pt x="793" y="113465"/>
                </a:lnTo>
                <a:lnTo>
                  <a:pt x="793" y="113252"/>
                </a:lnTo>
                <a:lnTo>
                  <a:pt x="793" y="112826"/>
                </a:lnTo>
                <a:lnTo>
                  <a:pt x="793" y="112400"/>
                </a:lnTo>
                <a:lnTo>
                  <a:pt x="1110" y="111965"/>
                </a:lnTo>
                <a:lnTo>
                  <a:pt x="1110" y="111326"/>
                </a:lnTo>
                <a:lnTo>
                  <a:pt x="1110" y="111113"/>
                </a:lnTo>
                <a:lnTo>
                  <a:pt x="1110" y="110678"/>
                </a:lnTo>
                <a:lnTo>
                  <a:pt x="1110" y="110056"/>
                </a:lnTo>
                <a:lnTo>
                  <a:pt x="1110" y="109790"/>
                </a:lnTo>
                <a:lnTo>
                  <a:pt x="1110" y="109169"/>
                </a:lnTo>
                <a:lnTo>
                  <a:pt x="1110" y="108725"/>
                </a:lnTo>
                <a:lnTo>
                  <a:pt x="1110" y="108281"/>
                </a:lnTo>
                <a:lnTo>
                  <a:pt x="1110" y="107926"/>
                </a:lnTo>
                <a:lnTo>
                  <a:pt x="1428" y="107483"/>
                </a:lnTo>
                <a:lnTo>
                  <a:pt x="1428" y="107039"/>
                </a:lnTo>
                <a:lnTo>
                  <a:pt x="1428" y="106417"/>
                </a:lnTo>
                <a:lnTo>
                  <a:pt x="1428" y="106151"/>
                </a:lnTo>
                <a:lnTo>
                  <a:pt x="1904" y="105530"/>
                </a:lnTo>
                <a:lnTo>
                  <a:pt x="1904" y="105352"/>
                </a:lnTo>
                <a:lnTo>
                  <a:pt x="1904" y="104642"/>
                </a:lnTo>
                <a:lnTo>
                  <a:pt x="1904" y="104287"/>
                </a:lnTo>
                <a:lnTo>
                  <a:pt x="1904" y="103844"/>
                </a:lnTo>
                <a:lnTo>
                  <a:pt x="2221" y="103400"/>
                </a:lnTo>
                <a:lnTo>
                  <a:pt x="2221" y="102956"/>
                </a:lnTo>
                <a:lnTo>
                  <a:pt x="2221" y="102335"/>
                </a:lnTo>
                <a:lnTo>
                  <a:pt x="2221" y="101891"/>
                </a:lnTo>
                <a:lnTo>
                  <a:pt x="2221" y="101447"/>
                </a:lnTo>
                <a:lnTo>
                  <a:pt x="2697" y="101003"/>
                </a:lnTo>
                <a:lnTo>
                  <a:pt x="2697" y="100560"/>
                </a:lnTo>
                <a:lnTo>
                  <a:pt x="2697" y="99938"/>
                </a:lnTo>
                <a:lnTo>
                  <a:pt x="2697" y="99495"/>
                </a:lnTo>
                <a:lnTo>
                  <a:pt x="2697" y="99140"/>
                </a:lnTo>
                <a:lnTo>
                  <a:pt x="3015" y="98429"/>
                </a:lnTo>
                <a:lnTo>
                  <a:pt x="3015" y="98252"/>
                </a:lnTo>
                <a:lnTo>
                  <a:pt x="3015" y="97631"/>
                </a:lnTo>
                <a:lnTo>
                  <a:pt x="3015" y="96921"/>
                </a:lnTo>
                <a:lnTo>
                  <a:pt x="3015" y="96743"/>
                </a:lnTo>
                <a:lnTo>
                  <a:pt x="3015" y="96122"/>
                </a:lnTo>
                <a:lnTo>
                  <a:pt x="3015" y="95678"/>
                </a:lnTo>
                <a:lnTo>
                  <a:pt x="3015" y="95057"/>
                </a:lnTo>
                <a:lnTo>
                  <a:pt x="3015" y="94613"/>
                </a:lnTo>
                <a:lnTo>
                  <a:pt x="3332" y="94169"/>
                </a:lnTo>
                <a:lnTo>
                  <a:pt x="3332" y="93548"/>
                </a:lnTo>
                <a:lnTo>
                  <a:pt x="3332" y="93104"/>
                </a:lnTo>
                <a:lnTo>
                  <a:pt x="3332" y="92660"/>
                </a:lnTo>
                <a:lnTo>
                  <a:pt x="3332" y="92217"/>
                </a:lnTo>
                <a:lnTo>
                  <a:pt x="3808" y="91595"/>
                </a:lnTo>
                <a:lnTo>
                  <a:pt x="3808" y="91152"/>
                </a:lnTo>
                <a:lnTo>
                  <a:pt x="3808" y="90530"/>
                </a:lnTo>
                <a:lnTo>
                  <a:pt x="3808" y="90086"/>
                </a:lnTo>
                <a:lnTo>
                  <a:pt x="3808" y="89643"/>
                </a:lnTo>
                <a:lnTo>
                  <a:pt x="4125" y="89021"/>
                </a:lnTo>
                <a:lnTo>
                  <a:pt x="4125" y="88578"/>
                </a:lnTo>
                <a:lnTo>
                  <a:pt x="4125" y="87956"/>
                </a:lnTo>
                <a:lnTo>
                  <a:pt x="4125" y="87513"/>
                </a:lnTo>
                <a:lnTo>
                  <a:pt x="4601" y="86891"/>
                </a:lnTo>
                <a:lnTo>
                  <a:pt x="4601" y="86447"/>
                </a:lnTo>
                <a:lnTo>
                  <a:pt x="4601" y="86004"/>
                </a:lnTo>
                <a:lnTo>
                  <a:pt x="4601" y="85382"/>
                </a:lnTo>
                <a:lnTo>
                  <a:pt x="4601" y="84939"/>
                </a:lnTo>
                <a:lnTo>
                  <a:pt x="4919" y="84317"/>
                </a:lnTo>
                <a:lnTo>
                  <a:pt x="4919" y="83874"/>
                </a:lnTo>
                <a:lnTo>
                  <a:pt x="4919" y="83252"/>
                </a:lnTo>
                <a:lnTo>
                  <a:pt x="4919" y="82808"/>
                </a:lnTo>
                <a:lnTo>
                  <a:pt x="4919" y="82187"/>
                </a:lnTo>
                <a:lnTo>
                  <a:pt x="5395" y="81743"/>
                </a:lnTo>
                <a:lnTo>
                  <a:pt x="5395" y="81122"/>
                </a:lnTo>
                <a:lnTo>
                  <a:pt x="5395" y="80412"/>
                </a:lnTo>
                <a:lnTo>
                  <a:pt x="5395" y="80057"/>
                </a:lnTo>
                <a:lnTo>
                  <a:pt x="5395" y="79347"/>
                </a:lnTo>
                <a:lnTo>
                  <a:pt x="5395" y="78903"/>
                </a:lnTo>
                <a:lnTo>
                  <a:pt x="5395" y="78282"/>
                </a:lnTo>
                <a:lnTo>
                  <a:pt x="5395" y="77838"/>
                </a:lnTo>
                <a:lnTo>
                  <a:pt x="5395" y="77217"/>
                </a:lnTo>
                <a:lnTo>
                  <a:pt x="5712" y="76773"/>
                </a:lnTo>
                <a:lnTo>
                  <a:pt x="5712" y="76152"/>
                </a:lnTo>
                <a:lnTo>
                  <a:pt x="5712" y="75708"/>
                </a:lnTo>
                <a:lnTo>
                  <a:pt x="5712" y="75087"/>
                </a:lnTo>
                <a:lnTo>
                  <a:pt x="5712" y="74643"/>
                </a:lnTo>
                <a:lnTo>
                  <a:pt x="6030" y="73844"/>
                </a:lnTo>
                <a:lnTo>
                  <a:pt x="6030" y="73400"/>
                </a:lnTo>
                <a:lnTo>
                  <a:pt x="6030" y="72690"/>
                </a:lnTo>
                <a:lnTo>
                  <a:pt x="6030" y="72335"/>
                </a:lnTo>
                <a:lnTo>
                  <a:pt x="6030" y="71625"/>
                </a:lnTo>
                <a:lnTo>
                  <a:pt x="6506" y="71004"/>
                </a:lnTo>
                <a:lnTo>
                  <a:pt x="6506" y="70560"/>
                </a:lnTo>
                <a:lnTo>
                  <a:pt x="6506" y="69939"/>
                </a:lnTo>
                <a:lnTo>
                  <a:pt x="6506" y="69318"/>
                </a:lnTo>
                <a:lnTo>
                  <a:pt x="6506" y="68696"/>
                </a:lnTo>
                <a:lnTo>
                  <a:pt x="6823" y="68253"/>
                </a:lnTo>
                <a:lnTo>
                  <a:pt x="6823" y="67543"/>
                </a:lnTo>
                <a:lnTo>
                  <a:pt x="6823" y="66921"/>
                </a:lnTo>
                <a:lnTo>
                  <a:pt x="6823" y="66300"/>
                </a:lnTo>
                <a:lnTo>
                  <a:pt x="7299" y="65856"/>
                </a:lnTo>
                <a:lnTo>
                  <a:pt x="7299" y="65235"/>
                </a:lnTo>
                <a:lnTo>
                  <a:pt x="7299" y="64791"/>
                </a:lnTo>
                <a:lnTo>
                  <a:pt x="7299" y="63904"/>
                </a:lnTo>
                <a:lnTo>
                  <a:pt x="7299" y="63549"/>
                </a:lnTo>
                <a:lnTo>
                  <a:pt x="7299" y="62838"/>
                </a:lnTo>
                <a:lnTo>
                  <a:pt x="7299" y="62217"/>
                </a:lnTo>
                <a:lnTo>
                  <a:pt x="7299" y="61596"/>
                </a:lnTo>
                <a:lnTo>
                  <a:pt x="7299" y="61152"/>
                </a:lnTo>
                <a:lnTo>
                  <a:pt x="7299" y="60531"/>
                </a:lnTo>
                <a:lnTo>
                  <a:pt x="7616" y="59821"/>
                </a:lnTo>
                <a:lnTo>
                  <a:pt x="7616" y="59200"/>
                </a:lnTo>
                <a:lnTo>
                  <a:pt x="7616" y="58756"/>
                </a:lnTo>
                <a:lnTo>
                  <a:pt x="7616" y="58134"/>
                </a:lnTo>
                <a:lnTo>
                  <a:pt x="7616" y="57513"/>
                </a:lnTo>
                <a:lnTo>
                  <a:pt x="7934" y="56892"/>
                </a:lnTo>
                <a:lnTo>
                  <a:pt x="7934" y="56182"/>
                </a:lnTo>
                <a:lnTo>
                  <a:pt x="7934" y="55827"/>
                </a:lnTo>
                <a:lnTo>
                  <a:pt x="7934" y="54939"/>
                </a:lnTo>
                <a:lnTo>
                  <a:pt x="8410" y="54495"/>
                </a:lnTo>
                <a:lnTo>
                  <a:pt x="8410" y="53874"/>
                </a:lnTo>
                <a:lnTo>
                  <a:pt x="8410" y="53253"/>
                </a:lnTo>
                <a:lnTo>
                  <a:pt x="8410" y="52543"/>
                </a:lnTo>
                <a:lnTo>
                  <a:pt x="8410" y="51922"/>
                </a:lnTo>
                <a:lnTo>
                  <a:pt x="8727" y="51300"/>
                </a:lnTo>
                <a:lnTo>
                  <a:pt x="8727" y="50679"/>
                </a:lnTo>
                <a:lnTo>
                  <a:pt x="8727" y="49969"/>
                </a:lnTo>
                <a:lnTo>
                  <a:pt x="8727" y="49348"/>
                </a:lnTo>
                <a:lnTo>
                  <a:pt x="8727" y="48726"/>
                </a:lnTo>
                <a:lnTo>
                  <a:pt x="9203" y="48105"/>
                </a:lnTo>
                <a:lnTo>
                  <a:pt x="9203" y="47395"/>
                </a:lnTo>
                <a:lnTo>
                  <a:pt x="9203" y="46774"/>
                </a:lnTo>
                <a:lnTo>
                  <a:pt x="9203" y="46152"/>
                </a:lnTo>
                <a:lnTo>
                  <a:pt x="9203" y="45531"/>
                </a:lnTo>
                <a:lnTo>
                  <a:pt x="9521" y="45087"/>
                </a:lnTo>
                <a:lnTo>
                  <a:pt x="9521" y="44200"/>
                </a:lnTo>
                <a:lnTo>
                  <a:pt x="9521" y="43756"/>
                </a:lnTo>
                <a:lnTo>
                  <a:pt x="9521" y="42957"/>
                </a:lnTo>
                <a:lnTo>
                  <a:pt x="9521" y="42513"/>
                </a:lnTo>
                <a:lnTo>
                  <a:pt x="9521" y="41626"/>
                </a:lnTo>
                <a:lnTo>
                  <a:pt x="9521" y="41005"/>
                </a:lnTo>
                <a:lnTo>
                  <a:pt x="9521" y="40383"/>
                </a:lnTo>
                <a:lnTo>
                  <a:pt x="9521" y="39673"/>
                </a:lnTo>
                <a:lnTo>
                  <a:pt x="9997" y="39052"/>
                </a:lnTo>
                <a:lnTo>
                  <a:pt x="9997" y="38431"/>
                </a:lnTo>
                <a:lnTo>
                  <a:pt x="9997" y="37809"/>
                </a:lnTo>
                <a:lnTo>
                  <a:pt x="9997" y="37099"/>
                </a:lnTo>
                <a:lnTo>
                  <a:pt x="9997" y="36478"/>
                </a:lnTo>
                <a:lnTo>
                  <a:pt x="10314" y="35591"/>
                </a:lnTo>
                <a:lnTo>
                  <a:pt x="10314" y="35235"/>
                </a:lnTo>
                <a:lnTo>
                  <a:pt x="10314" y="34348"/>
                </a:lnTo>
                <a:lnTo>
                  <a:pt x="10314" y="33727"/>
                </a:lnTo>
                <a:lnTo>
                  <a:pt x="10314" y="33283"/>
                </a:lnTo>
                <a:lnTo>
                  <a:pt x="10631" y="32395"/>
                </a:lnTo>
                <a:lnTo>
                  <a:pt x="10631" y="31774"/>
                </a:lnTo>
                <a:lnTo>
                  <a:pt x="10631" y="31153"/>
                </a:lnTo>
                <a:lnTo>
                  <a:pt x="10631" y="30443"/>
                </a:lnTo>
                <a:lnTo>
                  <a:pt x="11108" y="29644"/>
                </a:lnTo>
                <a:lnTo>
                  <a:pt x="11108" y="29023"/>
                </a:lnTo>
                <a:lnTo>
                  <a:pt x="11108" y="28579"/>
                </a:lnTo>
                <a:lnTo>
                  <a:pt x="11108" y="27691"/>
                </a:lnTo>
                <a:lnTo>
                  <a:pt x="11108" y="27070"/>
                </a:lnTo>
                <a:lnTo>
                  <a:pt x="11425" y="26182"/>
                </a:lnTo>
                <a:lnTo>
                  <a:pt x="11425" y="25739"/>
                </a:lnTo>
                <a:lnTo>
                  <a:pt x="11425" y="24940"/>
                </a:lnTo>
                <a:lnTo>
                  <a:pt x="11425" y="24230"/>
                </a:lnTo>
                <a:lnTo>
                  <a:pt x="11425" y="23608"/>
                </a:lnTo>
                <a:lnTo>
                  <a:pt x="11425" y="22810"/>
                </a:lnTo>
                <a:lnTo>
                  <a:pt x="11425" y="22366"/>
                </a:lnTo>
                <a:lnTo>
                  <a:pt x="11425" y="21478"/>
                </a:lnTo>
                <a:lnTo>
                  <a:pt x="11425" y="20857"/>
                </a:lnTo>
                <a:lnTo>
                  <a:pt x="11425" y="20236"/>
                </a:lnTo>
                <a:lnTo>
                  <a:pt x="11901" y="19348"/>
                </a:lnTo>
                <a:lnTo>
                  <a:pt x="11901" y="18727"/>
                </a:lnTo>
                <a:lnTo>
                  <a:pt x="11901" y="18017"/>
                </a:lnTo>
                <a:lnTo>
                  <a:pt x="11901" y="17396"/>
                </a:lnTo>
                <a:lnTo>
                  <a:pt x="12218" y="16774"/>
                </a:lnTo>
                <a:lnTo>
                  <a:pt x="12218" y="15887"/>
                </a:lnTo>
                <a:lnTo>
                  <a:pt x="12218" y="15265"/>
                </a:lnTo>
                <a:lnTo>
                  <a:pt x="12218" y="14378"/>
                </a:lnTo>
                <a:lnTo>
                  <a:pt x="12218" y="13757"/>
                </a:lnTo>
                <a:lnTo>
                  <a:pt x="12536" y="13135"/>
                </a:lnTo>
                <a:lnTo>
                  <a:pt x="12536" y="12248"/>
                </a:lnTo>
                <a:lnTo>
                  <a:pt x="12536" y="11626"/>
                </a:lnTo>
                <a:lnTo>
                  <a:pt x="12536" y="10739"/>
                </a:lnTo>
                <a:lnTo>
                  <a:pt x="12536" y="10118"/>
                </a:lnTo>
                <a:lnTo>
                  <a:pt x="13012" y="9496"/>
                </a:lnTo>
                <a:lnTo>
                  <a:pt x="13012" y="8609"/>
                </a:lnTo>
                <a:lnTo>
                  <a:pt x="13012" y="8165"/>
                </a:lnTo>
                <a:lnTo>
                  <a:pt x="13012" y="7366"/>
                </a:lnTo>
                <a:lnTo>
                  <a:pt x="13012" y="6656"/>
                </a:lnTo>
                <a:lnTo>
                  <a:pt x="13329" y="6035"/>
                </a:lnTo>
                <a:lnTo>
                  <a:pt x="13329" y="4970"/>
                </a:lnTo>
                <a:lnTo>
                  <a:pt x="13329" y="4349"/>
                </a:lnTo>
                <a:lnTo>
                  <a:pt x="13329" y="3727"/>
                </a:lnTo>
                <a:lnTo>
                  <a:pt x="13329" y="2840"/>
                </a:lnTo>
                <a:lnTo>
                  <a:pt x="13329" y="2218"/>
                </a:lnTo>
                <a:lnTo>
                  <a:pt x="13329" y="1331"/>
                </a:lnTo>
                <a:lnTo>
                  <a:pt x="13329" y="710"/>
                </a:lnTo>
                <a:lnTo>
                  <a:pt x="13329" y="0"/>
                </a:lnTo>
              </a:path>
            </a:pathLst>
          </a:custGeom>
          <a:ln w="194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4912256" y="3411448"/>
            <a:ext cx="13805" cy="173250"/>
          </a:xfrm>
          <a:custGeom>
            <a:avLst/>
            <a:gdLst/>
            <a:ahLst/>
            <a:cxnLst/>
            <a:rect l="l" t="t" r="r" b="b"/>
            <a:pathLst>
              <a:path w="13805" h="173250">
                <a:moveTo>
                  <a:pt x="0" y="173250"/>
                </a:moveTo>
                <a:lnTo>
                  <a:pt x="476" y="172452"/>
                </a:lnTo>
                <a:lnTo>
                  <a:pt x="476" y="171830"/>
                </a:lnTo>
                <a:lnTo>
                  <a:pt x="476" y="171120"/>
                </a:lnTo>
                <a:lnTo>
                  <a:pt x="476" y="170322"/>
                </a:lnTo>
                <a:lnTo>
                  <a:pt x="476" y="169612"/>
                </a:lnTo>
                <a:lnTo>
                  <a:pt x="793" y="168813"/>
                </a:lnTo>
                <a:lnTo>
                  <a:pt x="793" y="167925"/>
                </a:lnTo>
                <a:lnTo>
                  <a:pt x="793" y="167304"/>
                </a:lnTo>
                <a:lnTo>
                  <a:pt x="793" y="166416"/>
                </a:lnTo>
                <a:lnTo>
                  <a:pt x="793" y="165795"/>
                </a:lnTo>
                <a:lnTo>
                  <a:pt x="1269" y="165174"/>
                </a:lnTo>
                <a:lnTo>
                  <a:pt x="1269" y="164286"/>
                </a:lnTo>
                <a:lnTo>
                  <a:pt x="1269" y="163399"/>
                </a:lnTo>
                <a:lnTo>
                  <a:pt x="1269" y="162777"/>
                </a:lnTo>
                <a:lnTo>
                  <a:pt x="1586" y="161890"/>
                </a:lnTo>
                <a:lnTo>
                  <a:pt x="1586" y="161268"/>
                </a:lnTo>
                <a:lnTo>
                  <a:pt x="1586" y="160381"/>
                </a:lnTo>
                <a:lnTo>
                  <a:pt x="1586" y="159582"/>
                </a:lnTo>
                <a:lnTo>
                  <a:pt x="1586" y="158961"/>
                </a:lnTo>
                <a:lnTo>
                  <a:pt x="1904" y="158073"/>
                </a:lnTo>
                <a:lnTo>
                  <a:pt x="1904" y="157452"/>
                </a:lnTo>
                <a:lnTo>
                  <a:pt x="1904" y="156742"/>
                </a:lnTo>
                <a:lnTo>
                  <a:pt x="1904" y="155677"/>
                </a:lnTo>
                <a:lnTo>
                  <a:pt x="1904" y="155056"/>
                </a:lnTo>
                <a:lnTo>
                  <a:pt x="2380" y="154434"/>
                </a:lnTo>
                <a:lnTo>
                  <a:pt x="2380" y="153369"/>
                </a:lnTo>
                <a:lnTo>
                  <a:pt x="2380" y="152748"/>
                </a:lnTo>
                <a:lnTo>
                  <a:pt x="2380" y="152038"/>
                </a:lnTo>
                <a:lnTo>
                  <a:pt x="2380" y="151239"/>
                </a:lnTo>
                <a:lnTo>
                  <a:pt x="2380" y="150352"/>
                </a:lnTo>
                <a:lnTo>
                  <a:pt x="2380" y="149730"/>
                </a:lnTo>
                <a:lnTo>
                  <a:pt x="2380" y="148843"/>
                </a:lnTo>
                <a:lnTo>
                  <a:pt x="2380" y="147955"/>
                </a:lnTo>
                <a:lnTo>
                  <a:pt x="2380" y="147334"/>
                </a:lnTo>
                <a:lnTo>
                  <a:pt x="2697" y="146446"/>
                </a:lnTo>
                <a:lnTo>
                  <a:pt x="2697" y="145647"/>
                </a:lnTo>
                <a:lnTo>
                  <a:pt x="2697" y="145026"/>
                </a:lnTo>
                <a:lnTo>
                  <a:pt x="2697" y="144139"/>
                </a:lnTo>
                <a:lnTo>
                  <a:pt x="3173" y="143251"/>
                </a:lnTo>
                <a:lnTo>
                  <a:pt x="3173" y="142630"/>
                </a:lnTo>
                <a:lnTo>
                  <a:pt x="3173" y="141565"/>
                </a:lnTo>
                <a:lnTo>
                  <a:pt x="3173" y="140943"/>
                </a:lnTo>
                <a:lnTo>
                  <a:pt x="3173" y="140233"/>
                </a:lnTo>
                <a:lnTo>
                  <a:pt x="3491" y="139168"/>
                </a:lnTo>
                <a:lnTo>
                  <a:pt x="3491" y="138547"/>
                </a:lnTo>
                <a:lnTo>
                  <a:pt x="3491" y="137659"/>
                </a:lnTo>
                <a:lnTo>
                  <a:pt x="3491" y="136861"/>
                </a:lnTo>
                <a:lnTo>
                  <a:pt x="3491" y="135973"/>
                </a:lnTo>
                <a:lnTo>
                  <a:pt x="3808" y="135352"/>
                </a:lnTo>
                <a:lnTo>
                  <a:pt x="3808" y="134464"/>
                </a:lnTo>
                <a:lnTo>
                  <a:pt x="3808" y="133665"/>
                </a:lnTo>
                <a:lnTo>
                  <a:pt x="3808" y="132955"/>
                </a:lnTo>
                <a:lnTo>
                  <a:pt x="3808" y="132157"/>
                </a:lnTo>
                <a:lnTo>
                  <a:pt x="4284" y="131269"/>
                </a:lnTo>
                <a:lnTo>
                  <a:pt x="4284" y="130382"/>
                </a:lnTo>
                <a:lnTo>
                  <a:pt x="4284" y="129760"/>
                </a:lnTo>
                <a:lnTo>
                  <a:pt x="4284" y="128695"/>
                </a:lnTo>
                <a:lnTo>
                  <a:pt x="4284" y="128074"/>
                </a:lnTo>
                <a:lnTo>
                  <a:pt x="4284" y="127186"/>
                </a:lnTo>
                <a:lnTo>
                  <a:pt x="4284" y="126121"/>
                </a:lnTo>
                <a:lnTo>
                  <a:pt x="4284" y="125500"/>
                </a:lnTo>
                <a:lnTo>
                  <a:pt x="4284" y="124612"/>
                </a:lnTo>
                <a:lnTo>
                  <a:pt x="4601" y="123725"/>
                </a:lnTo>
                <a:lnTo>
                  <a:pt x="4601" y="122926"/>
                </a:lnTo>
                <a:lnTo>
                  <a:pt x="4601" y="122216"/>
                </a:lnTo>
                <a:lnTo>
                  <a:pt x="4601" y="121417"/>
                </a:lnTo>
                <a:lnTo>
                  <a:pt x="4601" y="120530"/>
                </a:lnTo>
                <a:lnTo>
                  <a:pt x="5077" y="119642"/>
                </a:lnTo>
                <a:lnTo>
                  <a:pt x="5077" y="118843"/>
                </a:lnTo>
                <a:lnTo>
                  <a:pt x="5077" y="117956"/>
                </a:lnTo>
                <a:lnTo>
                  <a:pt x="5077" y="117068"/>
                </a:lnTo>
                <a:lnTo>
                  <a:pt x="5077" y="116447"/>
                </a:lnTo>
                <a:lnTo>
                  <a:pt x="5395" y="115648"/>
                </a:lnTo>
                <a:lnTo>
                  <a:pt x="5395" y="114494"/>
                </a:lnTo>
                <a:lnTo>
                  <a:pt x="5395" y="113873"/>
                </a:lnTo>
                <a:lnTo>
                  <a:pt x="5395" y="113074"/>
                </a:lnTo>
                <a:lnTo>
                  <a:pt x="5712" y="111920"/>
                </a:lnTo>
                <a:lnTo>
                  <a:pt x="5712" y="111299"/>
                </a:lnTo>
                <a:lnTo>
                  <a:pt x="5712" y="110500"/>
                </a:lnTo>
                <a:lnTo>
                  <a:pt x="5712" y="109613"/>
                </a:lnTo>
                <a:lnTo>
                  <a:pt x="5712" y="108725"/>
                </a:lnTo>
                <a:lnTo>
                  <a:pt x="6188" y="107926"/>
                </a:lnTo>
                <a:lnTo>
                  <a:pt x="6188" y="107039"/>
                </a:lnTo>
                <a:lnTo>
                  <a:pt x="6188" y="106151"/>
                </a:lnTo>
                <a:lnTo>
                  <a:pt x="6188" y="105352"/>
                </a:lnTo>
                <a:lnTo>
                  <a:pt x="6188" y="104465"/>
                </a:lnTo>
                <a:lnTo>
                  <a:pt x="6506" y="103577"/>
                </a:lnTo>
                <a:lnTo>
                  <a:pt x="6506" y="102779"/>
                </a:lnTo>
                <a:lnTo>
                  <a:pt x="6506" y="101891"/>
                </a:lnTo>
                <a:lnTo>
                  <a:pt x="6506" y="101003"/>
                </a:lnTo>
                <a:lnTo>
                  <a:pt x="6506" y="100205"/>
                </a:lnTo>
                <a:lnTo>
                  <a:pt x="6506" y="99317"/>
                </a:lnTo>
                <a:lnTo>
                  <a:pt x="6506" y="98429"/>
                </a:lnTo>
                <a:lnTo>
                  <a:pt x="6506" y="97631"/>
                </a:lnTo>
                <a:lnTo>
                  <a:pt x="6506" y="96743"/>
                </a:lnTo>
                <a:lnTo>
                  <a:pt x="6982" y="95856"/>
                </a:lnTo>
                <a:lnTo>
                  <a:pt x="6982" y="95057"/>
                </a:lnTo>
                <a:lnTo>
                  <a:pt x="6982" y="94169"/>
                </a:lnTo>
                <a:lnTo>
                  <a:pt x="6982" y="93104"/>
                </a:lnTo>
                <a:lnTo>
                  <a:pt x="6982" y="92217"/>
                </a:lnTo>
                <a:lnTo>
                  <a:pt x="7299" y="91418"/>
                </a:lnTo>
                <a:lnTo>
                  <a:pt x="7299" y="90708"/>
                </a:lnTo>
                <a:lnTo>
                  <a:pt x="7299" y="89643"/>
                </a:lnTo>
                <a:lnTo>
                  <a:pt x="7299" y="88844"/>
                </a:lnTo>
                <a:lnTo>
                  <a:pt x="7299" y="87956"/>
                </a:lnTo>
                <a:lnTo>
                  <a:pt x="7775" y="87069"/>
                </a:lnTo>
                <a:lnTo>
                  <a:pt x="7775" y="86004"/>
                </a:lnTo>
                <a:lnTo>
                  <a:pt x="7775" y="85382"/>
                </a:lnTo>
                <a:lnTo>
                  <a:pt x="7775" y="84495"/>
                </a:lnTo>
                <a:lnTo>
                  <a:pt x="7775" y="83696"/>
                </a:lnTo>
                <a:lnTo>
                  <a:pt x="8093" y="82631"/>
                </a:lnTo>
                <a:lnTo>
                  <a:pt x="8093" y="81743"/>
                </a:lnTo>
                <a:lnTo>
                  <a:pt x="8093" y="80856"/>
                </a:lnTo>
                <a:lnTo>
                  <a:pt x="8093" y="80057"/>
                </a:lnTo>
                <a:lnTo>
                  <a:pt x="8410" y="78903"/>
                </a:lnTo>
                <a:lnTo>
                  <a:pt x="8410" y="78104"/>
                </a:lnTo>
                <a:lnTo>
                  <a:pt x="8410" y="77217"/>
                </a:lnTo>
                <a:lnTo>
                  <a:pt x="8410" y="76329"/>
                </a:lnTo>
                <a:lnTo>
                  <a:pt x="8410" y="75531"/>
                </a:lnTo>
                <a:lnTo>
                  <a:pt x="8410" y="74643"/>
                </a:lnTo>
                <a:lnTo>
                  <a:pt x="8410" y="73755"/>
                </a:lnTo>
                <a:lnTo>
                  <a:pt x="8410" y="72957"/>
                </a:lnTo>
                <a:lnTo>
                  <a:pt x="8410" y="71892"/>
                </a:lnTo>
                <a:lnTo>
                  <a:pt x="8410" y="71004"/>
                </a:lnTo>
                <a:lnTo>
                  <a:pt x="8886" y="70116"/>
                </a:lnTo>
                <a:lnTo>
                  <a:pt x="8886" y="69318"/>
                </a:lnTo>
                <a:lnTo>
                  <a:pt x="8886" y="68430"/>
                </a:lnTo>
                <a:lnTo>
                  <a:pt x="8886" y="67365"/>
                </a:lnTo>
                <a:lnTo>
                  <a:pt x="8886" y="66477"/>
                </a:lnTo>
                <a:lnTo>
                  <a:pt x="9203" y="65679"/>
                </a:lnTo>
                <a:lnTo>
                  <a:pt x="9203" y="64791"/>
                </a:lnTo>
                <a:lnTo>
                  <a:pt x="9203" y="63726"/>
                </a:lnTo>
                <a:lnTo>
                  <a:pt x="9203" y="62838"/>
                </a:lnTo>
                <a:lnTo>
                  <a:pt x="9679" y="62040"/>
                </a:lnTo>
                <a:lnTo>
                  <a:pt x="9679" y="61152"/>
                </a:lnTo>
                <a:lnTo>
                  <a:pt x="9679" y="60087"/>
                </a:lnTo>
                <a:lnTo>
                  <a:pt x="9679" y="59022"/>
                </a:lnTo>
                <a:lnTo>
                  <a:pt x="9679" y="58134"/>
                </a:lnTo>
                <a:lnTo>
                  <a:pt x="9997" y="57247"/>
                </a:lnTo>
                <a:lnTo>
                  <a:pt x="9997" y="56448"/>
                </a:lnTo>
                <a:lnTo>
                  <a:pt x="9997" y="55383"/>
                </a:lnTo>
                <a:lnTo>
                  <a:pt x="9997" y="54495"/>
                </a:lnTo>
                <a:lnTo>
                  <a:pt x="9997" y="53608"/>
                </a:lnTo>
                <a:lnTo>
                  <a:pt x="10314" y="52809"/>
                </a:lnTo>
                <a:lnTo>
                  <a:pt x="10314" y="51744"/>
                </a:lnTo>
                <a:lnTo>
                  <a:pt x="10314" y="50856"/>
                </a:lnTo>
                <a:lnTo>
                  <a:pt x="10314" y="49791"/>
                </a:lnTo>
                <a:lnTo>
                  <a:pt x="10314" y="48904"/>
                </a:lnTo>
                <a:lnTo>
                  <a:pt x="10790" y="48105"/>
                </a:lnTo>
                <a:lnTo>
                  <a:pt x="10790" y="46951"/>
                </a:lnTo>
                <a:lnTo>
                  <a:pt x="10790" y="46152"/>
                </a:lnTo>
                <a:lnTo>
                  <a:pt x="10790" y="45265"/>
                </a:lnTo>
                <a:lnTo>
                  <a:pt x="10790" y="44377"/>
                </a:lnTo>
                <a:lnTo>
                  <a:pt x="10790" y="43312"/>
                </a:lnTo>
                <a:lnTo>
                  <a:pt x="10790" y="42247"/>
                </a:lnTo>
                <a:lnTo>
                  <a:pt x="10790" y="41448"/>
                </a:lnTo>
                <a:lnTo>
                  <a:pt x="10790" y="40561"/>
                </a:lnTo>
                <a:lnTo>
                  <a:pt x="11108" y="39673"/>
                </a:lnTo>
                <a:lnTo>
                  <a:pt x="11108" y="38874"/>
                </a:lnTo>
                <a:lnTo>
                  <a:pt x="11108" y="37543"/>
                </a:lnTo>
                <a:lnTo>
                  <a:pt x="11108" y="36744"/>
                </a:lnTo>
                <a:lnTo>
                  <a:pt x="11108" y="35857"/>
                </a:lnTo>
                <a:lnTo>
                  <a:pt x="11584" y="34969"/>
                </a:lnTo>
                <a:lnTo>
                  <a:pt x="11584" y="33904"/>
                </a:lnTo>
                <a:lnTo>
                  <a:pt x="11584" y="32839"/>
                </a:lnTo>
                <a:lnTo>
                  <a:pt x="11584" y="31952"/>
                </a:lnTo>
                <a:lnTo>
                  <a:pt x="11584" y="31153"/>
                </a:lnTo>
                <a:lnTo>
                  <a:pt x="11901" y="30265"/>
                </a:lnTo>
                <a:lnTo>
                  <a:pt x="11901" y="29200"/>
                </a:lnTo>
                <a:lnTo>
                  <a:pt x="11901" y="28135"/>
                </a:lnTo>
                <a:lnTo>
                  <a:pt x="11901" y="27247"/>
                </a:lnTo>
                <a:lnTo>
                  <a:pt x="12377" y="26182"/>
                </a:lnTo>
                <a:lnTo>
                  <a:pt x="12377" y="25295"/>
                </a:lnTo>
                <a:lnTo>
                  <a:pt x="12377" y="24496"/>
                </a:lnTo>
                <a:lnTo>
                  <a:pt x="12377" y="23431"/>
                </a:lnTo>
                <a:lnTo>
                  <a:pt x="12377" y="22366"/>
                </a:lnTo>
                <a:lnTo>
                  <a:pt x="12694" y="21478"/>
                </a:lnTo>
                <a:lnTo>
                  <a:pt x="12694" y="20591"/>
                </a:lnTo>
                <a:lnTo>
                  <a:pt x="12694" y="19526"/>
                </a:lnTo>
                <a:lnTo>
                  <a:pt x="12694" y="18727"/>
                </a:lnTo>
                <a:lnTo>
                  <a:pt x="12694" y="17662"/>
                </a:lnTo>
                <a:lnTo>
                  <a:pt x="12694" y="16508"/>
                </a:lnTo>
                <a:lnTo>
                  <a:pt x="12694" y="15709"/>
                </a:lnTo>
                <a:lnTo>
                  <a:pt x="12694" y="14822"/>
                </a:lnTo>
                <a:lnTo>
                  <a:pt x="12694" y="13757"/>
                </a:lnTo>
                <a:lnTo>
                  <a:pt x="12694" y="12869"/>
                </a:lnTo>
                <a:lnTo>
                  <a:pt x="13012" y="11804"/>
                </a:lnTo>
                <a:lnTo>
                  <a:pt x="13012" y="10739"/>
                </a:lnTo>
                <a:lnTo>
                  <a:pt x="13012" y="9940"/>
                </a:lnTo>
                <a:lnTo>
                  <a:pt x="13012" y="9053"/>
                </a:lnTo>
                <a:lnTo>
                  <a:pt x="13488" y="7988"/>
                </a:lnTo>
                <a:lnTo>
                  <a:pt x="13488" y="6922"/>
                </a:lnTo>
                <a:lnTo>
                  <a:pt x="13488" y="5857"/>
                </a:lnTo>
                <a:lnTo>
                  <a:pt x="13488" y="4970"/>
                </a:lnTo>
                <a:lnTo>
                  <a:pt x="13488" y="4082"/>
                </a:lnTo>
                <a:lnTo>
                  <a:pt x="13805" y="3017"/>
                </a:lnTo>
                <a:lnTo>
                  <a:pt x="13805" y="2218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4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4926061" y="3198790"/>
            <a:ext cx="13488" cy="212658"/>
          </a:xfrm>
          <a:custGeom>
            <a:avLst/>
            <a:gdLst/>
            <a:ahLst/>
            <a:cxnLst/>
            <a:rect l="l" t="t" r="r" b="b"/>
            <a:pathLst>
              <a:path w="13488" h="212658">
                <a:moveTo>
                  <a:pt x="0" y="212658"/>
                </a:moveTo>
                <a:lnTo>
                  <a:pt x="0" y="211593"/>
                </a:lnTo>
                <a:lnTo>
                  <a:pt x="476" y="210794"/>
                </a:lnTo>
                <a:lnTo>
                  <a:pt x="476" y="209907"/>
                </a:lnTo>
                <a:lnTo>
                  <a:pt x="476" y="208841"/>
                </a:lnTo>
                <a:lnTo>
                  <a:pt x="476" y="207776"/>
                </a:lnTo>
                <a:lnTo>
                  <a:pt x="476" y="206711"/>
                </a:lnTo>
                <a:lnTo>
                  <a:pt x="793" y="205824"/>
                </a:lnTo>
                <a:lnTo>
                  <a:pt x="793" y="204759"/>
                </a:lnTo>
                <a:lnTo>
                  <a:pt x="793" y="203871"/>
                </a:lnTo>
                <a:lnTo>
                  <a:pt x="793" y="202806"/>
                </a:lnTo>
                <a:lnTo>
                  <a:pt x="1110" y="202007"/>
                </a:lnTo>
                <a:lnTo>
                  <a:pt x="1110" y="200676"/>
                </a:lnTo>
                <a:lnTo>
                  <a:pt x="1110" y="199788"/>
                </a:lnTo>
                <a:lnTo>
                  <a:pt x="1110" y="198723"/>
                </a:lnTo>
                <a:lnTo>
                  <a:pt x="1110" y="197925"/>
                </a:lnTo>
                <a:lnTo>
                  <a:pt x="1110" y="196859"/>
                </a:lnTo>
                <a:lnTo>
                  <a:pt x="1110" y="195972"/>
                </a:lnTo>
                <a:lnTo>
                  <a:pt x="1110" y="194907"/>
                </a:lnTo>
                <a:lnTo>
                  <a:pt x="1110" y="193842"/>
                </a:lnTo>
                <a:lnTo>
                  <a:pt x="1110" y="192777"/>
                </a:lnTo>
                <a:lnTo>
                  <a:pt x="1586" y="191889"/>
                </a:lnTo>
                <a:lnTo>
                  <a:pt x="1586" y="190824"/>
                </a:lnTo>
                <a:lnTo>
                  <a:pt x="1586" y="189937"/>
                </a:lnTo>
                <a:lnTo>
                  <a:pt x="1586" y="188871"/>
                </a:lnTo>
                <a:lnTo>
                  <a:pt x="1586" y="187806"/>
                </a:lnTo>
                <a:lnTo>
                  <a:pt x="1904" y="186741"/>
                </a:lnTo>
                <a:lnTo>
                  <a:pt x="1904" y="185676"/>
                </a:lnTo>
                <a:lnTo>
                  <a:pt x="1904" y="184789"/>
                </a:lnTo>
                <a:lnTo>
                  <a:pt x="1904" y="183724"/>
                </a:lnTo>
                <a:lnTo>
                  <a:pt x="2380" y="182925"/>
                </a:lnTo>
                <a:lnTo>
                  <a:pt x="2380" y="181860"/>
                </a:lnTo>
                <a:lnTo>
                  <a:pt x="2380" y="180528"/>
                </a:lnTo>
                <a:lnTo>
                  <a:pt x="2380" y="179641"/>
                </a:lnTo>
                <a:lnTo>
                  <a:pt x="2380" y="178576"/>
                </a:lnTo>
                <a:lnTo>
                  <a:pt x="2697" y="177777"/>
                </a:lnTo>
                <a:lnTo>
                  <a:pt x="2697" y="176712"/>
                </a:lnTo>
                <a:lnTo>
                  <a:pt x="2697" y="175558"/>
                </a:lnTo>
                <a:lnTo>
                  <a:pt x="2697" y="174759"/>
                </a:lnTo>
                <a:lnTo>
                  <a:pt x="2697" y="173428"/>
                </a:lnTo>
                <a:lnTo>
                  <a:pt x="3173" y="172363"/>
                </a:lnTo>
                <a:lnTo>
                  <a:pt x="3173" y="171564"/>
                </a:lnTo>
                <a:lnTo>
                  <a:pt x="3173" y="170410"/>
                </a:lnTo>
                <a:lnTo>
                  <a:pt x="3173" y="169345"/>
                </a:lnTo>
                <a:lnTo>
                  <a:pt x="3173" y="168546"/>
                </a:lnTo>
                <a:lnTo>
                  <a:pt x="3173" y="167481"/>
                </a:lnTo>
                <a:lnTo>
                  <a:pt x="3173" y="166416"/>
                </a:lnTo>
                <a:lnTo>
                  <a:pt x="3173" y="165262"/>
                </a:lnTo>
                <a:lnTo>
                  <a:pt x="3173" y="164197"/>
                </a:lnTo>
                <a:lnTo>
                  <a:pt x="3491" y="163132"/>
                </a:lnTo>
                <a:lnTo>
                  <a:pt x="3491" y="162334"/>
                </a:lnTo>
                <a:lnTo>
                  <a:pt x="3491" y="161268"/>
                </a:lnTo>
                <a:lnTo>
                  <a:pt x="3491" y="160203"/>
                </a:lnTo>
                <a:lnTo>
                  <a:pt x="3491" y="159316"/>
                </a:lnTo>
                <a:lnTo>
                  <a:pt x="3808" y="158251"/>
                </a:lnTo>
                <a:lnTo>
                  <a:pt x="3808" y="156919"/>
                </a:lnTo>
                <a:lnTo>
                  <a:pt x="3808" y="156121"/>
                </a:lnTo>
                <a:lnTo>
                  <a:pt x="3808" y="155056"/>
                </a:lnTo>
                <a:lnTo>
                  <a:pt x="3808" y="153902"/>
                </a:lnTo>
                <a:lnTo>
                  <a:pt x="4284" y="152837"/>
                </a:lnTo>
                <a:lnTo>
                  <a:pt x="4284" y="152038"/>
                </a:lnTo>
                <a:lnTo>
                  <a:pt x="4284" y="150973"/>
                </a:lnTo>
                <a:lnTo>
                  <a:pt x="4284" y="149908"/>
                </a:lnTo>
                <a:lnTo>
                  <a:pt x="4284" y="148754"/>
                </a:lnTo>
                <a:lnTo>
                  <a:pt x="4601" y="147689"/>
                </a:lnTo>
                <a:lnTo>
                  <a:pt x="4601" y="146624"/>
                </a:lnTo>
                <a:lnTo>
                  <a:pt x="4601" y="145559"/>
                </a:lnTo>
                <a:lnTo>
                  <a:pt x="4601" y="144494"/>
                </a:lnTo>
                <a:lnTo>
                  <a:pt x="5077" y="143606"/>
                </a:lnTo>
                <a:lnTo>
                  <a:pt x="5077" y="142541"/>
                </a:lnTo>
                <a:lnTo>
                  <a:pt x="5077" y="141476"/>
                </a:lnTo>
                <a:lnTo>
                  <a:pt x="5077" y="140411"/>
                </a:lnTo>
                <a:lnTo>
                  <a:pt x="5077" y="139346"/>
                </a:lnTo>
                <a:lnTo>
                  <a:pt x="5077" y="138281"/>
                </a:lnTo>
                <a:lnTo>
                  <a:pt x="5077" y="137216"/>
                </a:lnTo>
                <a:lnTo>
                  <a:pt x="5077" y="136151"/>
                </a:lnTo>
                <a:lnTo>
                  <a:pt x="5077" y="135086"/>
                </a:lnTo>
                <a:lnTo>
                  <a:pt x="5077" y="134020"/>
                </a:lnTo>
                <a:lnTo>
                  <a:pt x="5395" y="133133"/>
                </a:lnTo>
                <a:lnTo>
                  <a:pt x="5395" y="132068"/>
                </a:lnTo>
                <a:lnTo>
                  <a:pt x="5395" y="131003"/>
                </a:lnTo>
                <a:lnTo>
                  <a:pt x="5395" y="129938"/>
                </a:lnTo>
                <a:lnTo>
                  <a:pt x="5395" y="128606"/>
                </a:lnTo>
                <a:lnTo>
                  <a:pt x="5712" y="127541"/>
                </a:lnTo>
                <a:lnTo>
                  <a:pt x="5712" y="126743"/>
                </a:lnTo>
                <a:lnTo>
                  <a:pt x="5712" y="125677"/>
                </a:lnTo>
                <a:lnTo>
                  <a:pt x="5712" y="124524"/>
                </a:lnTo>
                <a:lnTo>
                  <a:pt x="6188" y="123459"/>
                </a:lnTo>
                <a:lnTo>
                  <a:pt x="6188" y="122394"/>
                </a:lnTo>
                <a:lnTo>
                  <a:pt x="6188" y="121328"/>
                </a:lnTo>
                <a:lnTo>
                  <a:pt x="6188" y="120263"/>
                </a:lnTo>
                <a:lnTo>
                  <a:pt x="6188" y="119198"/>
                </a:lnTo>
                <a:lnTo>
                  <a:pt x="6506" y="118133"/>
                </a:lnTo>
                <a:lnTo>
                  <a:pt x="6506" y="117068"/>
                </a:lnTo>
                <a:lnTo>
                  <a:pt x="6506" y="116003"/>
                </a:lnTo>
                <a:lnTo>
                  <a:pt x="6506" y="114938"/>
                </a:lnTo>
                <a:lnTo>
                  <a:pt x="6506" y="113873"/>
                </a:lnTo>
                <a:lnTo>
                  <a:pt x="6982" y="112808"/>
                </a:lnTo>
                <a:lnTo>
                  <a:pt x="6982" y="111743"/>
                </a:lnTo>
                <a:lnTo>
                  <a:pt x="6982" y="110589"/>
                </a:lnTo>
                <a:lnTo>
                  <a:pt x="6982" y="109790"/>
                </a:lnTo>
                <a:lnTo>
                  <a:pt x="6982" y="108725"/>
                </a:lnTo>
                <a:lnTo>
                  <a:pt x="7299" y="107394"/>
                </a:lnTo>
                <a:lnTo>
                  <a:pt x="7299" y="106329"/>
                </a:lnTo>
                <a:lnTo>
                  <a:pt x="7299" y="105264"/>
                </a:lnTo>
                <a:lnTo>
                  <a:pt x="7299" y="104199"/>
                </a:lnTo>
                <a:lnTo>
                  <a:pt x="7299" y="103134"/>
                </a:lnTo>
                <a:lnTo>
                  <a:pt x="7299" y="102068"/>
                </a:lnTo>
                <a:lnTo>
                  <a:pt x="7299" y="101003"/>
                </a:lnTo>
                <a:lnTo>
                  <a:pt x="7299" y="99938"/>
                </a:lnTo>
                <a:lnTo>
                  <a:pt x="7299" y="98873"/>
                </a:lnTo>
                <a:lnTo>
                  <a:pt x="7775" y="97719"/>
                </a:lnTo>
                <a:lnTo>
                  <a:pt x="7775" y="96654"/>
                </a:lnTo>
                <a:lnTo>
                  <a:pt x="7775" y="95589"/>
                </a:lnTo>
                <a:lnTo>
                  <a:pt x="7775" y="94347"/>
                </a:lnTo>
                <a:lnTo>
                  <a:pt x="7775" y="93282"/>
                </a:lnTo>
                <a:lnTo>
                  <a:pt x="8093" y="92217"/>
                </a:lnTo>
                <a:lnTo>
                  <a:pt x="8093" y="91152"/>
                </a:lnTo>
                <a:lnTo>
                  <a:pt x="8093" y="90086"/>
                </a:lnTo>
                <a:lnTo>
                  <a:pt x="8093" y="88933"/>
                </a:lnTo>
                <a:lnTo>
                  <a:pt x="8093" y="87868"/>
                </a:lnTo>
                <a:lnTo>
                  <a:pt x="8410" y="86803"/>
                </a:lnTo>
                <a:lnTo>
                  <a:pt x="8410" y="85737"/>
                </a:lnTo>
                <a:lnTo>
                  <a:pt x="8410" y="84672"/>
                </a:lnTo>
                <a:lnTo>
                  <a:pt x="8410" y="83607"/>
                </a:lnTo>
                <a:lnTo>
                  <a:pt x="8886" y="82542"/>
                </a:lnTo>
                <a:lnTo>
                  <a:pt x="8886" y="81477"/>
                </a:lnTo>
                <a:lnTo>
                  <a:pt x="8886" y="80146"/>
                </a:lnTo>
                <a:lnTo>
                  <a:pt x="8886" y="79081"/>
                </a:lnTo>
                <a:lnTo>
                  <a:pt x="8886" y="78016"/>
                </a:lnTo>
                <a:lnTo>
                  <a:pt x="9203" y="76951"/>
                </a:lnTo>
                <a:lnTo>
                  <a:pt x="9203" y="75886"/>
                </a:lnTo>
                <a:lnTo>
                  <a:pt x="9203" y="74820"/>
                </a:lnTo>
                <a:lnTo>
                  <a:pt x="9203" y="73755"/>
                </a:lnTo>
                <a:lnTo>
                  <a:pt x="9203" y="72690"/>
                </a:lnTo>
                <a:lnTo>
                  <a:pt x="9203" y="71625"/>
                </a:lnTo>
                <a:lnTo>
                  <a:pt x="9203" y="70560"/>
                </a:lnTo>
                <a:lnTo>
                  <a:pt x="9203" y="69495"/>
                </a:lnTo>
                <a:lnTo>
                  <a:pt x="9203" y="68430"/>
                </a:lnTo>
                <a:lnTo>
                  <a:pt x="9203" y="67276"/>
                </a:lnTo>
                <a:lnTo>
                  <a:pt x="9679" y="66034"/>
                </a:lnTo>
                <a:lnTo>
                  <a:pt x="9679" y="64969"/>
                </a:lnTo>
                <a:lnTo>
                  <a:pt x="9679" y="63904"/>
                </a:lnTo>
                <a:lnTo>
                  <a:pt x="9679" y="62838"/>
                </a:lnTo>
                <a:lnTo>
                  <a:pt x="9997" y="61773"/>
                </a:lnTo>
                <a:lnTo>
                  <a:pt x="9997" y="60442"/>
                </a:lnTo>
                <a:lnTo>
                  <a:pt x="9997" y="59377"/>
                </a:lnTo>
                <a:lnTo>
                  <a:pt x="9997" y="58312"/>
                </a:lnTo>
                <a:lnTo>
                  <a:pt x="9997" y="57247"/>
                </a:lnTo>
                <a:lnTo>
                  <a:pt x="10314" y="56182"/>
                </a:lnTo>
                <a:lnTo>
                  <a:pt x="10314" y="55117"/>
                </a:lnTo>
                <a:lnTo>
                  <a:pt x="10314" y="54052"/>
                </a:lnTo>
                <a:lnTo>
                  <a:pt x="10314" y="52987"/>
                </a:lnTo>
                <a:lnTo>
                  <a:pt x="10314" y="51833"/>
                </a:lnTo>
                <a:lnTo>
                  <a:pt x="10790" y="50768"/>
                </a:lnTo>
                <a:lnTo>
                  <a:pt x="10790" y="49525"/>
                </a:lnTo>
                <a:lnTo>
                  <a:pt x="10790" y="48460"/>
                </a:lnTo>
                <a:lnTo>
                  <a:pt x="10790" y="47129"/>
                </a:lnTo>
                <a:lnTo>
                  <a:pt x="10790" y="46064"/>
                </a:lnTo>
                <a:lnTo>
                  <a:pt x="11108" y="44999"/>
                </a:lnTo>
                <a:lnTo>
                  <a:pt x="11108" y="43934"/>
                </a:lnTo>
                <a:lnTo>
                  <a:pt x="11108" y="42868"/>
                </a:lnTo>
                <a:lnTo>
                  <a:pt x="11108" y="41803"/>
                </a:lnTo>
                <a:lnTo>
                  <a:pt x="11584" y="40472"/>
                </a:lnTo>
                <a:lnTo>
                  <a:pt x="11584" y="39407"/>
                </a:lnTo>
                <a:lnTo>
                  <a:pt x="11584" y="38342"/>
                </a:lnTo>
                <a:lnTo>
                  <a:pt x="11584" y="37277"/>
                </a:lnTo>
                <a:lnTo>
                  <a:pt x="11584" y="36212"/>
                </a:lnTo>
                <a:lnTo>
                  <a:pt x="11584" y="35147"/>
                </a:lnTo>
                <a:lnTo>
                  <a:pt x="11584" y="34082"/>
                </a:lnTo>
                <a:lnTo>
                  <a:pt x="11584" y="32750"/>
                </a:lnTo>
                <a:lnTo>
                  <a:pt x="11584" y="31685"/>
                </a:lnTo>
                <a:lnTo>
                  <a:pt x="11584" y="30620"/>
                </a:lnTo>
                <a:lnTo>
                  <a:pt x="11901" y="29555"/>
                </a:lnTo>
                <a:lnTo>
                  <a:pt x="11901" y="28313"/>
                </a:lnTo>
                <a:lnTo>
                  <a:pt x="11901" y="27247"/>
                </a:lnTo>
                <a:lnTo>
                  <a:pt x="11901" y="25916"/>
                </a:lnTo>
                <a:lnTo>
                  <a:pt x="11901" y="24851"/>
                </a:lnTo>
                <a:lnTo>
                  <a:pt x="12218" y="23786"/>
                </a:lnTo>
                <a:lnTo>
                  <a:pt x="12218" y="22721"/>
                </a:lnTo>
                <a:lnTo>
                  <a:pt x="12218" y="21656"/>
                </a:lnTo>
                <a:lnTo>
                  <a:pt x="12218" y="20325"/>
                </a:lnTo>
                <a:lnTo>
                  <a:pt x="12694" y="19259"/>
                </a:lnTo>
                <a:lnTo>
                  <a:pt x="12694" y="18194"/>
                </a:lnTo>
                <a:lnTo>
                  <a:pt x="12694" y="17129"/>
                </a:lnTo>
                <a:lnTo>
                  <a:pt x="12694" y="16064"/>
                </a:lnTo>
                <a:lnTo>
                  <a:pt x="12694" y="14822"/>
                </a:lnTo>
                <a:lnTo>
                  <a:pt x="13012" y="13668"/>
                </a:lnTo>
                <a:lnTo>
                  <a:pt x="13012" y="12603"/>
                </a:lnTo>
                <a:lnTo>
                  <a:pt x="13012" y="11538"/>
                </a:lnTo>
                <a:lnTo>
                  <a:pt x="13012" y="10295"/>
                </a:lnTo>
                <a:lnTo>
                  <a:pt x="13012" y="9230"/>
                </a:lnTo>
                <a:lnTo>
                  <a:pt x="13488" y="8165"/>
                </a:lnTo>
                <a:lnTo>
                  <a:pt x="13488" y="7100"/>
                </a:lnTo>
                <a:lnTo>
                  <a:pt x="13488" y="5769"/>
                </a:lnTo>
                <a:lnTo>
                  <a:pt x="13488" y="4704"/>
                </a:lnTo>
                <a:lnTo>
                  <a:pt x="13488" y="3372"/>
                </a:lnTo>
                <a:lnTo>
                  <a:pt x="13488" y="2307"/>
                </a:lnTo>
                <a:lnTo>
                  <a:pt x="13488" y="1242"/>
                </a:lnTo>
                <a:lnTo>
                  <a:pt x="13488" y="0"/>
                </a:lnTo>
              </a:path>
            </a:pathLst>
          </a:custGeom>
          <a:ln w="1950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4939550" y="2967404"/>
            <a:ext cx="13805" cy="231385"/>
          </a:xfrm>
          <a:custGeom>
            <a:avLst/>
            <a:gdLst/>
            <a:ahLst/>
            <a:cxnLst/>
            <a:rect l="l" t="t" r="r" b="b"/>
            <a:pathLst>
              <a:path w="13805" h="231385">
                <a:moveTo>
                  <a:pt x="0" y="231385"/>
                </a:moveTo>
                <a:lnTo>
                  <a:pt x="0" y="230320"/>
                </a:lnTo>
                <a:lnTo>
                  <a:pt x="317" y="229255"/>
                </a:lnTo>
                <a:lnTo>
                  <a:pt x="317" y="228190"/>
                </a:lnTo>
                <a:lnTo>
                  <a:pt x="317" y="226859"/>
                </a:lnTo>
                <a:lnTo>
                  <a:pt x="317" y="225794"/>
                </a:lnTo>
                <a:lnTo>
                  <a:pt x="317" y="224729"/>
                </a:lnTo>
                <a:lnTo>
                  <a:pt x="793" y="223664"/>
                </a:lnTo>
                <a:lnTo>
                  <a:pt x="793" y="222332"/>
                </a:lnTo>
                <a:lnTo>
                  <a:pt x="793" y="221267"/>
                </a:lnTo>
                <a:lnTo>
                  <a:pt x="793" y="220202"/>
                </a:lnTo>
                <a:lnTo>
                  <a:pt x="793" y="218960"/>
                </a:lnTo>
                <a:lnTo>
                  <a:pt x="1110" y="217895"/>
                </a:lnTo>
                <a:lnTo>
                  <a:pt x="1110" y="216829"/>
                </a:lnTo>
                <a:lnTo>
                  <a:pt x="1110" y="215676"/>
                </a:lnTo>
                <a:lnTo>
                  <a:pt x="1110" y="214433"/>
                </a:lnTo>
                <a:lnTo>
                  <a:pt x="1110" y="213368"/>
                </a:lnTo>
                <a:lnTo>
                  <a:pt x="1428" y="212303"/>
                </a:lnTo>
                <a:lnTo>
                  <a:pt x="1428" y="210972"/>
                </a:lnTo>
                <a:lnTo>
                  <a:pt x="1428" y="209907"/>
                </a:lnTo>
                <a:lnTo>
                  <a:pt x="1428" y="208841"/>
                </a:lnTo>
                <a:lnTo>
                  <a:pt x="1904" y="207776"/>
                </a:lnTo>
                <a:lnTo>
                  <a:pt x="1904" y="206534"/>
                </a:lnTo>
                <a:lnTo>
                  <a:pt x="1904" y="205469"/>
                </a:lnTo>
                <a:lnTo>
                  <a:pt x="1904" y="204137"/>
                </a:lnTo>
                <a:lnTo>
                  <a:pt x="1904" y="203072"/>
                </a:lnTo>
                <a:lnTo>
                  <a:pt x="2221" y="201741"/>
                </a:lnTo>
                <a:lnTo>
                  <a:pt x="2221" y="200676"/>
                </a:lnTo>
                <a:lnTo>
                  <a:pt x="2221" y="199433"/>
                </a:lnTo>
                <a:lnTo>
                  <a:pt x="2221" y="198368"/>
                </a:lnTo>
                <a:lnTo>
                  <a:pt x="2221" y="197303"/>
                </a:lnTo>
                <a:lnTo>
                  <a:pt x="2221" y="195972"/>
                </a:lnTo>
                <a:lnTo>
                  <a:pt x="2221" y="194907"/>
                </a:lnTo>
                <a:lnTo>
                  <a:pt x="2221" y="193842"/>
                </a:lnTo>
                <a:lnTo>
                  <a:pt x="2221" y="192599"/>
                </a:lnTo>
                <a:lnTo>
                  <a:pt x="2221" y="191445"/>
                </a:lnTo>
                <a:lnTo>
                  <a:pt x="2697" y="190380"/>
                </a:lnTo>
                <a:lnTo>
                  <a:pt x="2697" y="189138"/>
                </a:lnTo>
                <a:lnTo>
                  <a:pt x="2697" y="188073"/>
                </a:lnTo>
                <a:lnTo>
                  <a:pt x="2697" y="187008"/>
                </a:lnTo>
                <a:lnTo>
                  <a:pt x="3015" y="185676"/>
                </a:lnTo>
                <a:lnTo>
                  <a:pt x="3015" y="184611"/>
                </a:lnTo>
                <a:lnTo>
                  <a:pt x="3015" y="183546"/>
                </a:lnTo>
                <a:lnTo>
                  <a:pt x="3015" y="182304"/>
                </a:lnTo>
                <a:lnTo>
                  <a:pt x="3015" y="181238"/>
                </a:lnTo>
                <a:lnTo>
                  <a:pt x="3332" y="180085"/>
                </a:lnTo>
                <a:lnTo>
                  <a:pt x="3332" y="178842"/>
                </a:lnTo>
                <a:lnTo>
                  <a:pt x="3332" y="177777"/>
                </a:lnTo>
                <a:lnTo>
                  <a:pt x="3332" y="176712"/>
                </a:lnTo>
                <a:lnTo>
                  <a:pt x="3332" y="175381"/>
                </a:lnTo>
                <a:lnTo>
                  <a:pt x="3808" y="174316"/>
                </a:lnTo>
                <a:lnTo>
                  <a:pt x="3808" y="173250"/>
                </a:lnTo>
                <a:lnTo>
                  <a:pt x="3808" y="172008"/>
                </a:lnTo>
                <a:lnTo>
                  <a:pt x="3808" y="170943"/>
                </a:lnTo>
                <a:lnTo>
                  <a:pt x="3808" y="169612"/>
                </a:lnTo>
                <a:lnTo>
                  <a:pt x="4125" y="168546"/>
                </a:lnTo>
                <a:lnTo>
                  <a:pt x="4125" y="167481"/>
                </a:lnTo>
                <a:lnTo>
                  <a:pt x="4125" y="166150"/>
                </a:lnTo>
                <a:lnTo>
                  <a:pt x="4125" y="165085"/>
                </a:lnTo>
                <a:lnTo>
                  <a:pt x="4125" y="164020"/>
                </a:lnTo>
                <a:lnTo>
                  <a:pt x="4125" y="162777"/>
                </a:lnTo>
                <a:lnTo>
                  <a:pt x="4125" y="161712"/>
                </a:lnTo>
                <a:lnTo>
                  <a:pt x="4125" y="160381"/>
                </a:lnTo>
                <a:lnTo>
                  <a:pt x="4125" y="159316"/>
                </a:lnTo>
                <a:lnTo>
                  <a:pt x="4601" y="158073"/>
                </a:lnTo>
                <a:lnTo>
                  <a:pt x="4601" y="157008"/>
                </a:lnTo>
                <a:lnTo>
                  <a:pt x="4601" y="155677"/>
                </a:lnTo>
                <a:lnTo>
                  <a:pt x="4601" y="154612"/>
                </a:lnTo>
                <a:lnTo>
                  <a:pt x="4601" y="153280"/>
                </a:lnTo>
                <a:lnTo>
                  <a:pt x="4919" y="152215"/>
                </a:lnTo>
                <a:lnTo>
                  <a:pt x="4919" y="150973"/>
                </a:lnTo>
                <a:lnTo>
                  <a:pt x="4919" y="149908"/>
                </a:lnTo>
                <a:lnTo>
                  <a:pt x="4919" y="148576"/>
                </a:lnTo>
                <a:lnTo>
                  <a:pt x="4919" y="147511"/>
                </a:lnTo>
                <a:lnTo>
                  <a:pt x="5395" y="146446"/>
                </a:lnTo>
                <a:lnTo>
                  <a:pt x="5395" y="145204"/>
                </a:lnTo>
                <a:lnTo>
                  <a:pt x="5395" y="144139"/>
                </a:lnTo>
                <a:lnTo>
                  <a:pt x="5395" y="142807"/>
                </a:lnTo>
                <a:lnTo>
                  <a:pt x="5395" y="141742"/>
                </a:lnTo>
                <a:lnTo>
                  <a:pt x="5712" y="140677"/>
                </a:lnTo>
                <a:lnTo>
                  <a:pt x="5712" y="139346"/>
                </a:lnTo>
                <a:lnTo>
                  <a:pt x="5712" y="138281"/>
                </a:lnTo>
                <a:lnTo>
                  <a:pt x="5712" y="137038"/>
                </a:lnTo>
                <a:lnTo>
                  <a:pt x="6030" y="135973"/>
                </a:lnTo>
                <a:lnTo>
                  <a:pt x="6030" y="134908"/>
                </a:lnTo>
                <a:lnTo>
                  <a:pt x="6030" y="133577"/>
                </a:lnTo>
                <a:lnTo>
                  <a:pt x="6030" y="132512"/>
                </a:lnTo>
                <a:lnTo>
                  <a:pt x="6030" y="131269"/>
                </a:lnTo>
                <a:lnTo>
                  <a:pt x="6506" y="130204"/>
                </a:lnTo>
                <a:lnTo>
                  <a:pt x="6506" y="128873"/>
                </a:lnTo>
                <a:lnTo>
                  <a:pt x="6506" y="127808"/>
                </a:lnTo>
                <a:lnTo>
                  <a:pt x="6506" y="126743"/>
                </a:lnTo>
                <a:lnTo>
                  <a:pt x="6506" y="125411"/>
                </a:lnTo>
                <a:lnTo>
                  <a:pt x="6506" y="124346"/>
                </a:lnTo>
                <a:lnTo>
                  <a:pt x="6506" y="123104"/>
                </a:lnTo>
                <a:lnTo>
                  <a:pt x="6506" y="122038"/>
                </a:lnTo>
                <a:lnTo>
                  <a:pt x="6506" y="120707"/>
                </a:lnTo>
                <a:lnTo>
                  <a:pt x="6506" y="119642"/>
                </a:lnTo>
                <a:lnTo>
                  <a:pt x="6823" y="118400"/>
                </a:lnTo>
                <a:lnTo>
                  <a:pt x="6823" y="117334"/>
                </a:lnTo>
                <a:lnTo>
                  <a:pt x="6823" y="116269"/>
                </a:lnTo>
                <a:lnTo>
                  <a:pt x="6823" y="114938"/>
                </a:lnTo>
                <a:lnTo>
                  <a:pt x="7299" y="113873"/>
                </a:lnTo>
                <a:lnTo>
                  <a:pt x="7299" y="112542"/>
                </a:lnTo>
                <a:lnTo>
                  <a:pt x="7299" y="111477"/>
                </a:lnTo>
                <a:lnTo>
                  <a:pt x="7299" y="110234"/>
                </a:lnTo>
                <a:lnTo>
                  <a:pt x="7299" y="109169"/>
                </a:lnTo>
                <a:lnTo>
                  <a:pt x="7616" y="108104"/>
                </a:lnTo>
                <a:lnTo>
                  <a:pt x="7616" y="106773"/>
                </a:lnTo>
                <a:lnTo>
                  <a:pt x="7616" y="105707"/>
                </a:lnTo>
                <a:lnTo>
                  <a:pt x="7616" y="104465"/>
                </a:lnTo>
                <a:lnTo>
                  <a:pt x="7616" y="103400"/>
                </a:lnTo>
                <a:lnTo>
                  <a:pt x="7934" y="102068"/>
                </a:lnTo>
                <a:lnTo>
                  <a:pt x="7934" y="101003"/>
                </a:lnTo>
                <a:lnTo>
                  <a:pt x="7934" y="99672"/>
                </a:lnTo>
                <a:lnTo>
                  <a:pt x="7934" y="98607"/>
                </a:lnTo>
                <a:lnTo>
                  <a:pt x="7934" y="97364"/>
                </a:lnTo>
                <a:lnTo>
                  <a:pt x="8410" y="96299"/>
                </a:lnTo>
                <a:lnTo>
                  <a:pt x="8410" y="95234"/>
                </a:lnTo>
                <a:lnTo>
                  <a:pt x="8410" y="93903"/>
                </a:lnTo>
                <a:lnTo>
                  <a:pt x="8410" y="92838"/>
                </a:lnTo>
                <a:lnTo>
                  <a:pt x="8410" y="91595"/>
                </a:lnTo>
                <a:lnTo>
                  <a:pt x="8410" y="90530"/>
                </a:lnTo>
                <a:lnTo>
                  <a:pt x="8410" y="89199"/>
                </a:lnTo>
                <a:lnTo>
                  <a:pt x="8410" y="88134"/>
                </a:lnTo>
                <a:lnTo>
                  <a:pt x="8410" y="86891"/>
                </a:lnTo>
                <a:lnTo>
                  <a:pt x="8727" y="85737"/>
                </a:lnTo>
                <a:lnTo>
                  <a:pt x="8727" y="84495"/>
                </a:lnTo>
                <a:lnTo>
                  <a:pt x="8727" y="83430"/>
                </a:lnTo>
                <a:lnTo>
                  <a:pt x="8727" y="82098"/>
                </a:lnTo>
                <a:lnTo>
                  <a:pt x="8727" y="81033"/>
                </a:lnTo>
                <a:lnTo>
                  <a:pt x="9203" y="79791"/>
                </a:lnTo>
                <a:lnTo>
                  <a:pt x="9203" y="78726"/>
                </a:lnTo>
                <a:lnTo>
                  <a:pt x="9203" y="77661"/>
                </a:lnTo>
                <a:lnTo>
                  <a:pt x="9203" y="76329"/>
                </a:lnTo>
                <a:lnTo>
                  <a:pt x="9203" y="75264"/>
                </a:lnTo>
                <a:lnTo>
                  <a:pt x="9521" y="74022"/>
                </a:lnTo>
                <a:lnTo>
                  <a:pt x="9521" y="72868"/>
                </a:lnTo>
                <a:lnTo>
                  <a:pt x="9521" y="71625"/>
                </a:lnTo>
                <a:lnTo>
                  <a:pt x="9521" y="70560"/>
                </a:lnTo>
                <a:lnTo>
                  <a:pt x="9997" y="69229"/>
                </a:lnTo>
                <a:lnTo>
                  <a:pt x="9997" y="68164"/>
                </a:lnTo>
                <a:lnTo>
                  <a:pt x="9997" y="66921"/>
                </a:lnTo>
                <a:lnTo>
                  <a:pt x="9997" y="65856"/>
                </a:lnTo>
                <a:lnTo>
                  <a:pt x="9997" y="64525"/>
                </a:lnTo>
                <a:lnTo>
                  <a:pt x="10314" y="63460"/>
                </a:lnTo>
                <a:lnTo>
                  <a:pt x="10314" y="62217"/>
                </a:lnTo>
                <a:lnTo>
                  <a:pt x="10314" y="61152"/>
                </a:lnTo>
                <a:lnTo>
                  <a:pt x="10314" y="59821"/>
                </a:lnTo>
                <a:lnTo>
                  <a:pt x="10314" y="58756"/>
                </a:lnTo>
                <a:lnTo>
                  <a:pt x="10631" y="57513"/>
                </a:lnTo>
                <a:lnTo>
                  <a:pt x="10631" y="56359"/>
                </a:lnTo>
                <a:lnTo>
                  <a:pt x="10631" y="55117"/>
                </a:lnTo>
                <a:lnTo>
                  <a:pt x="10631" y="54052"/>
                </a:lnTo>
                <a:lnTo>
                  <a:pt x="10631" y="52987"/>
                </a:lnTo>
                <a:lnTo>
                  <a:pt x="10631" y="51655"/>
                </a:lnTo>
                <a:lnTo>
                  <a:pt x="10631" y="50590"/>
                </a:lnTo>
                <a:lnTo>
                  <a:pt x="10631" y="49348"/>
                </a:lnTo>
                <a:lnTo>
                  <a:pt x="10631" y="48283"/>
                </a:lnTo>
                <a:lnTo>
                  <a:pt x="11108" y="46951"/>
                </a:lnTo>
                <a:lnTo>
                  <a:pt x="11108" y="45886"/>
                </a:lnTo>
                <a:lnTo>
                  <a:pt x="11108" y="44644"/>
                </a:lnTo>
                <a:lnTo>
                  <a:pt x="11108" y="43579"/>
                </a:lnTo>
                <a:lnTo>
                  <a:pt x="11108" y="42247"/>
                </a:lnTo>
                <a:lnTo>
                  <a:pt x="11425" y="41182"/>
                </a:lnTo>
                <a:lnTo>
                  <a:pt x="11425" y="39851"/>
                </a:lnTo>
                <a:lnTo>
                  <a:pt x="11425" y="38786"/>
                </a:lnTo>
                <a:lnTo>
                  <a:pt x="11425" y="37543"/>
                </a:lnTo>
                <a:lnTo>
                  <a:pt x="11425" y="36478"/>
                </a:lnTo>
                <a:lnTo>
                  <a:pt x="11901" y="35147"/>
                </a:lnTo>
                <a:lnTo>
                  <a:pt x="11901" y="34082"/>
                </a:lnTo>
                <a:lnTo>
                  <a:pt x="11901" y="32839"/>
                </a:lnTo>
                <a:lnTo>
                  <a:pt x="11901" y="31774"/>
                </a:lnTo>
                <a:lnTo>
                  <a:pt x="11901" y="30443"/>
                </a:lnTo>
                <a:lnTo>
                  <a:pt x="12218" y="29378"/>
                </a:lnTo>
                <a:lnTo>
                  <a:pt x="12218" y="28135"/>
                </a:lnTo>
                <a:lnTo>
                  <a:pt x="12218" y="26981"/>
                </a:lnTo>
                <a:lnTo>
                  <a:pt x="12218" y="25739"/>
                </a:lnTo>
                <a:lnTo>
                  <a:pt x="12536" y="24674"/>
                </a:lnTo>
                <a:lnTo>
                  <a:pt x="12536" y="23342"/>
                </a:lnTo>
                <a:lnTo>
                  <a:pt x="12536" y="22277"/>
                </a:lnTo>
                <a:lnTo>
                  <a:pt x="12536" y="21035"/>
                </a:lnTo>
                <a:lnTo>
                  <a:pt x="12536" y="19970"/>
                </a:lnTo>
                <a:lnTo>
                  <a:pt x="12536" y="18638"/>
                </a:lnTo>
                <a:lnTo>
                  <a:pt x="12536" y="17573"/>
                </a:lnTo>
                <a:lnTo>
                  <a:pt x="12536" y="16508"/>
                </a:lnTo>
                <a:lnTo>
                  <a:pt x="12536" y="15265"/>
                </a:lnTo>
                <a:lnTo>
                  <a:pt x="12536" y="14200"/>
                </a:lnTo>
                <a:lnTo>
                  <a:pt x="13012" y="12869"/>
                </a:lnTo>
                <a:lnTo>
                  <a:pt x="13012" y="11804"/>
                </a:lnTo>
                <a:lnTo>
                  <a:pt x="13012" y="10473"/>
                </a:lnTo>
                <a:lnTo>
                  <a:pt x="13012" y="9408"/>
                </a:lnTo>
                <a:lnTo>
                  <a:pt x="13012" y="8165"/>
                </a:lnTo>
                <a:lnTo>
                  <a:pt x="13329" y="7100"/>
                </a:lnTo>
                <a:lnTo>
                  <a:pt x="13329" y="5769"/>
                </a:lnTo>
                <a:lnTo>
                  <a:pt x="13329" y="4704"/>
                </a:lnTo>
                <a:lnTo>
                  <a:pt x="13329" y="3461"/>
                </a:lnTo>
                <a:lnTo>
                  <a:pt x="13805" y="2396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4953356" y="2737971"/>
            <a:ext cx="13329" cy="229433"/>
          </a:xfrm>
          <a:custGeom>
            <a:avLst/>
            <a:gdLst/>
            <a:ahLst/>
            <a:cxnLst/>
            <a:rect l="l" t="t" r="r" b="b"/>
            <a:pathLst>
              <a:path w="13329" h="229433">
                <a:moveTo>
                  <a:pt x="0" y="229433"/>
                </a:moveTo>
                <a:lnTo>
                  <a:pt x="0" y="228190"/>
                </a:lnTo>
                <a:lnTo>
                  <a:pt x="0" y="227125"/>
                </a:lnTo>
                <a:lnTo>
                  <a:pt x="317" y="225794"/>
                </a:lnTo>
                <a:lnTo>
                  <a:pt x="317" y="224729"/>
                </a:lnTo>
                <a:lnTo>
                  <a:pt x="317" y="223397"/>
                </a:lnTo>
                <a:lnTo>
                  <a:pt x="317" y="222332"/>
                </a:lnTo>
                <a:lnTo>
                  <a:pt x="317" y="221090"/>
                </a:lnTo>
                <a:lnTo>
                  <a:pt x="634" y="220025"/>
                </a:lnTo>
                <a:lnTo>
                  <a:pt x="634" y="218693"/>
                </a:lnTo>
                <a:lnTo>
                  <a:pt x="634" y="217628"/>
                </a:lnTo>
                <a:lnTo>
                  <a:pt x="634" y="216386"/>
                </a:lnTo>
                <a:lnTo>
                  <a:pt x="634" y="215054"/>
                </a:lnTo>
                <a:lnTo>
                  <a:pt x="634" y="213989"/>
                </a:lnTo>
                <a:lnTo>
                  <a:pt x="634" y="212924"/>
                </a:lnTo>
                <a:lnTo>
                  <a:pt x="634" y="211859"/>
                </a:lnTo>
                <a:lnTo>
                  <a:pt x="634" y="210528"/>
                </a:lnTo>
                <a:lnTo>
                  <a:pt x="1110" y="209463"/>
                </a:lnTo>
                <a:lnTo>
                  <a:pt x="1110" y="208220"/>
                </a:lnTo>
                <a:lnTo>
                  <a:pt x="1110" y="207155"/>
                </a:lnTo>
                <a:lnTo>
                  <a:pt x="1110" y="205824"/>
                </a:lnTo>
                <a:lnTo>
                  <a:pt x="1110" y="204759"/>
                </a:lnTo>
                <a:lnTo>
                  <a:pt x="1428" y="203516"/>
                </a:lnTo>
                <a:lnTo>
                  <a:pt x="1428" y="202451"/>
                </a:lnTo>
                <a:lnTo>
                  <a:pt x="1428" y="201120"/>
                </a:lnTo>
                <a:lnTo>
                  <a:pt x="1428" y="200055"/>
                </a:lnTo>
                <a:lnTo>
                  <a:pt x="1428" y="198812"/>
                </a:lnTo>
                <a:lnTo>
                  <a:pt x="1904" y="197747"/>
                </a:lnTo>
                <a:lnTo>
                  <a:pt x="1904" y="196416"/>
                </a:lnTo>
                <a:lnTo>
                  <a:pt x="1904" y="195351"/>
                </a:lnTo>
                <a:lnTo>
                  <a:pt x="1904" y="194019"/>
                </a:lnTo>
                <a:lnTo>
                  <a:pt x="1904" y="192954"/>
                </a:lnTo>
                <a:lnTo>
                  <a:pt x="2221" y="191889"/>
                </a:lnTo>
                <a:lnTo>
                  <a:pt x="2221" y="190647"/>
                </a:lnTo>
                <a:lnTo>
                  <a:pt x="2221" y="189582"/>
                </a:lnTo>
                <a:lnTo>
                  <a:pt x="2221" y="188250"/>
                </a:lnTo>
                <a:lnTo>
                  <a:pt x="2697" y="187185"/>
                </a:lnTo>
                <a:lnTo>
                  <a:pt x="2697" y="185943"/>
                </a:lnTo>
                <a:lnTo>
                  <a:pt x="2697" y="184877"/>
                </a:lnTo>
                <a:lnTo>
                  <a:pt x="2697" y="183546"/>
                </a:lnTo>
                <a:lnTo>
                  <a:pt x="2697" y="182481"/>
                </a:lnTo>
                <a:lnTo>
                  <a:pt x="3015" y="181238"/>
                </a:lnTo>
                <a:lnTo>
                  <a:pt x="3015" y="180085"/>
                </a:lnTo>
                <a:lnTo>
                  <a:pt x="3015" y="178842"/>
                </a:lnTo>
                <a:lnTo>
                  <a:pt x="3015" y="177777"/>
                </a:lnTo>
                <a:lnTo>
                  <a:pt x="3015" y="176712"/>
                </a:lnTo>
                <a:lnTo>
                  <a:pt x="3015" y="175381"/>
                </a:lnTo>
                <a:lnTo>
                  <a:pt x="3015" y="174316"/>
                </a:lnTo>
                <a:lnTo>
                  <a:pt x="3015" y="173073"/>
                </a:lnTo>
                <a:lnTo>
                  <a:pt x="3015" y="172008"/>
                </a:lnTo>
                <a:lnTo>
                  <a:pt x="3015" y="170677"/>
                </a:lnTo>
                <a:lnTo>
                  <a:pt x="3332" y="169612"/>
                </a:lnTo>
                <a:lnTo>
                  <a:pt x="3332" y="168369"/>
                </a:lnTo>
                <a:lnTo>
                  <a:pt x="3332" y="167215"/>
                </a:lnTo>
                <a:lnTo>
                  <a:pt x="3332" y="166150"/>
                </a:lnTo>
                <a:lnTo>
                  <a:pt x="3808" y="164907"/>
                </a:lnTo>
                <a:lnTo>
                  <a:pt x="3808" y="163842"/>
                </a:lnTo>
                <a:lnTo>
                  <a:pt x="3808" y="162511"/>
                </a:lnTo>
                <a:lnTo>
                  <a:pt x="3808" y="161446"/>
                </a:lnTo>
                <a:lnTo>
                  <a:pt x="3808" y="160203"/>
                </a:lnTo>
                <a:lnTo>
                  <a:pt x="4125" y="159138"/>
                </a:lnTo>
                <a:lnTo>
                  <a:pt x="4125" y="157807"/>
                </a:lnTo>
                <a:lnTo>
                  <a:pt x="4125" y="156742"/>
                </a:lnTo>
                <a:lnTo>
                  <a:pt x="4125" y="155677"/>
                </a:lnTo>
                <a:lnTo>
                  <a:pt x="4125" y="154434"/>
                </a:lnTo>
                <a:lnTo>
                  <a:pt x="4601" y="153280"/>
                </a:lnTo>
                <a:lnTo>
                  <a:pt x="4601" y="152038"/>
                </a:lnTo>
                <a:lnTo>
                  <a:pt x="4601" y="150973"/>
                </a:lnTo>
                <a:lnTo>
                  <a:pt x="4601" y="149641"/>
                </a:lnTo>
                <a:lnTo>
                  <a:pt x="4601" y="148576"/>
                </a:lnTo>
                <a:lnTo>
                  <a:pt x="4919" y="147511"/>
                </a:lnTo>
                <a:lnTo>
                  <a:pt x="4919" y="146269"/>
                </a:lnTo>
                <a:lnTo>
                  <a:pt x="4919" y="145204"/>
                </a:lnTo>
                <a:lnTo>
                  <a:pt x="4919" y="143872"/>
                </a:lnTo>
                <a:lnTo>
                  <a:pt x="4919" y="142807"/>
                </a:lnTo>
                <a:lnTo>
                  <a:pt x="4919" y="141565"/>
                </a:lnTo>
                <a:lnTo>
                  <a:pt x="4919" y="140411"/>
                </a:lnTo>
                <a:lnTo>
                  <a:pt x="4919" y="139346"/>
                </a:lnTo>
                <a:lnTo>
                  <a:pt x="4919" y="138103"/>
                </a:lnTo>
                <a:lnTo>
                  <a:pt x="5236" y="137038"/>
                </a:lnTo>
                <a:lnTo>
                  <a:pt x="5236" y="135707"/>
                </a:lnTo>
                <a:lnTo>
                  <a:pt x="5236" y="134642"/>
                </a:lnTo>
                <a:lnTo>
                  <a:pt x="5236" y="133577"/>
                </a:lnTo>
                <a:lnTo>
                  <a:pt x="5236" y="132334"/>
                </a:lnTo>
                <a:lnTo>
                  <a:pt x="5712" y="131269"/>
                </a:lnTo>
                <a:lnTo>
                  <a:pt x="5712" y="129938"/>
                </a:lnTo>
                <a:lnTo>
                  <a:pt x="5712" y="128873"/>
                </a:lnTo>
                <a:lnTo>
                  <a:pt x="5712" y="127808"/>
                </a:lnTo>
                <a:lnTo>
                  <a:pt x="5712" y="126476"/>
                </a:lnTo>
                <a:lnTo>
                  <a:pt x="6030" y="125411"/>
                </a:lnTo>
                <a:lnTo>
                  <a:pt x="6030" y="124169"/>
                </a:lnTo>
                <a:lnTo>
                  <a:pt x="6030" y="123104"/>
                </a:lnTo>
                <a:lnTo>
                  <a:pt x="6030" y="121772"/>
                </a:lnTo>
                <a:lnTo>
                  <a:pt x="6506" y="120707"/>
                </a:lnTo>
                <a:lnTo>
                  <a:pt x="6506" y="119465"/>
                </a:lnTo>
                <a:lnTo>
                  <a:pt x="6506" y="118400"/>
                </a:lnTo>
                <a:lnTo>
                  <a:pt x="6506" y="117068"/>
                </a:lnTo>
                <a:lnTo>
                  <a:pt x="6506" y="116003"/>
                </a:lnTo>
                <a:lnTo>
                  <a:pt x="6823" y="114761"/>
                </a:lnTo>
                <a:lnTo>
                  <a:pt x="6823" y="113695"/>
                </a:lnTo>
                <a:lnTo>
                  <a:pt x="6823" y="112542"/>
                </a:lnTo>
                <a:lnTo>
                  <a:pt x="6823" y="111299"/>
                </a:lnTo>
                <a:lnTo>
                  <a:pt x="6823" y="110234"/>
                </a:lnTo>
                <a:lnTo>
                  <a:pt x="7299" y="108903"/>
                </a:lnTo>
                <a:lnTo>
                  <a:pt x="7299" y="107838"/>
                </a:lnTo>
                <a:lnTo>
                  <a:pt x="7299" y="106773"/>
                </a:lnTo>
                <a:lnTo>
                  <a:pt x="7299" y="105530"/>
                </a:lnTo>
                <a:lnTo>
                  <a:pt x="7299" y="104465"/>
                </a:lnTo>
                <a:lnTo>
                  <a:pt x="7299" y="103400"/>
                </a:lnTo>
                <a:lnTo>
                  <a:pt x="7299" y="102068"/>
                </a:lnTo>
                <a:lnTo>
                  <a:pt x="7299" y="101003"/>
                </a:lnTo>
                <a:lnTo>
                  <a:pt x="7299" y="99672"/>
                </a:lnTo>
                <a:lnTo>
                  <a:pt x="7616" y="98607"/>
                </a:lnTo>
                <a:lnTo>
                  <a:pt x="7616" y="97542"/>
                </a:lnTo>
                <a:lnTo>
                  <a:pt x="7616" y="96299"/>
                </a:lnTo>
                <a:lnTo>
                  <a:pt x="7616" y="95234"/>
                </a:lnTo>
                <a:lnTo>
                  <a:pt x="7616" y="94169"/>
                </a:lnTo>
                <a:lnTo>
                  <a:pt x="7934" y="92838"/>
                </a:lnTo>
                <a:lnTo>
                  <a:pt x="7934" y="91773"/>
                </a:lnTo>
                <a:lnTo>
                  <a:pt x="7934" y="90708"/>
                </a:lnTo>
                <a:lnTo>
                  <a:pt x="7934" y="89465"/>
                </a:lnTo>
                <a:lnTo>
                  <a:pt x="7934" y="88311"/>
                </a:lnTo>
                <a:lnTo>
                  <a:pt x="8410" y="87246"/>
                </a:lnTo>
                <a:lnTo>
                  <a:pt x="8410" y="86004"/>
                </a:lnTo>
                <a:lnTo>
                  <a:pt x="8410" y="84939"/>
                </a:lnTo>
                <a:lnTo>
                  <a:pt x="8410" y="83874"/>
                </a:lnTo>
                <a:lnTo>
                  <a:pt x="8410" y="82542"/>
                </a:lnTo>
                <a:lnTo>
                  <a:pt x="8727" y="81477"/>
                </a:lnTo>
                <a:lnTo>
                  <a:pt x="8727" y="80412"/>
                </a:lnTo>
                <a:lnTo>
                  <a:pt x="8727" y="79170"/>
                </a:lnTo>
                <a:lnTo>
                  <a:pt x="8727" y="78016"/>
                </a:lnTo>
                <a:lnTo>
                  <a:pt x="9203" y="76951"/>
                </a:lnTo>
                <a:lnTo>
                  <a:pt x="9203" y="75708"/>
                </a:lnTo>
                <a:lnTo>
                  <a:pt x="9203" y="74643"/>
                </a:lnTo>
                <a:lnTo>
                  <a:pt x="9203" y="73578"/>
                </a:lnTo>
                <a:lnTo>
                  <a:pt x="9203" y="72247"/>
                </a:lnTo>
                <a:lnTo>
                  <a:pt x="9203" y="71182"/>
                </a:lnTo>
                <a:lnTo>
                  <a:pt x="9203" y="69939"/>
                </a:lnTo>
                <a:lnTo>
                  <a:pt x="9203" y="68874"/>
                </a:lnTo>
                <a:lnTo>
                  <a:pt x="9203" y="67543"/>
                </a:lnTo>
                <a:lnTo>
                  <a:pt x="9203" y="66477"/>
                </a:lnTo>
                <a:lnTo>
                  <a:pt x="9521" y="65412"/>
                </a:lnTo>
                <a:lnTo>
                  <a:pt x="9521" y="64081"/>
                </a:lnTo>
                <a:lnTo>
                  <a:pt x="9521" y="63016"/>
                </a:lnTo>
                <a:lnTo>
                  <a:pt x="9521" y="61951"/>
                </a:lnTo>
                <a:lnTo>
                  <a:pt x="9521" y="60708"/>
                </a:lnTo>
                <a:lnTo>
                  <a:pt x="9838" y="59643"/>
                </a:lnTo>
                <a:lnTo>
                  <a:pt x="9838" y="58578"/>
                </a:lnTo>
                <a:lnTo>
                  <a:pt x="9838" y="57513"/>
                </a:lnTo>
                <a:lnTo>
                  <a:pt x="9838" y="56182"/>
                </a:lnTo>
                <a:lnTo>
                  <a:pt x="10314" y="55117"/>
                </a:lnTo>
                <a:lnTo>
                  <a:pt x="10314" y="54052"/>
                </a:lnTo>
                <a:lnTo>
                  <a:pt x="10314" y="52987"/>
                </a:lnTo>
                <a:lnTo>
                  <a:pt x="10314" y="51655"/>
                </a:lnTo>
                <a:lnTo>
                  <a:pt x="10314" y="50590"/>
                </a:lnTo>
                <a:lnTo>
                  <a:pt x="10631" y="49525"/>
                </a:lnTo>
                <a:lnTo>
                  <a:pt x="10631" y="48460"/>
                </a:lnTo>
                <a:lnTo>
                  <a:pt x="10631" y="47217"/>
                </a:lnTo>
                <a:lnTo>
                  <a:pt x="10631" y="46152"/>
                </a:lnTo>
                <a:lnTo>
                  <a:pt x="10631" y="44999"/>
                </a:lnTo>
                <a:lnTo>
                  <a:pt x="11108" y="43934"/>
                </a:lnTo>
                <a:lnTo>
                  <a:pt x="11108" y="42691"/>
                </a:lnTo>
                <a:lnTo>
                  <a:pt x="11108" y="41626"/>
                </a:lnTo>
                <a:lnTo>
                  <a:pt x="11108" y="40295"/>
                </a:lnTo>
                <a:lnTo>
                  <a:pt x="11108" y="39229"/>
                </a:lnTo>
                <a:lnTo>
                  <a:pt x="11425" y="37987"/>
                </a:lnTo>
                <a:lnTo>
                  <a:pt x="11425" y="36922"/>
                </a:lnTo>
                <a:lnTo>
                  <a:pt x="11425" y="35857"/>
                </a:lnTo>
                <a:lnTo>
                  <a:pt x="11425" y="34703"/>
                </a:lnTo>
                <a:lnTo>
                  <a:pt x="11425" y="33460"/>
                </a:lnTo>
                <a:lnTo>
                  <a:pt x="11425" y="32395"/>
                </a:lnTo>
                <a:lnTo>
                  <a:pt x="11425" y="31330"/>
                </a:lnTo>
                <a:lnTo>
                  <a:pt x="11425" y="30265"/>
                </a:lnTo>
                <a:lnTo>
                  <a:pt x="11425" y="29200"/>
                </a:lnTo>
                <a:lnTo>
                  <a:pt x="11901" y="27869"/>
                </a:lnTo>
                <a:lnTo>
                  <a:pt x="11901" y="26804"/>
                </a:lnTo>
                <a:lnTo>
                  <a:pt x="11901" y="25739"/>
                </a:lnTo>
                <a:lnTo>
                  <a:pt x="11901" y="24674"/>
                </a:lnTo>
                <a:lnTo>
                  <a:pt x="11901" y="23608"/>
                </a:lnTo>
                <a:lnTo>
                  <a:pt x="12218" y="22277"/>
                </a:lnTo>
                <a:lnTo>
                  <a:pt x="12218" y="21212"/>
                </a:lnTo>
                <a:lnTo>
                  <a:pt x="12218" y="20147"/>
                </a:lnTo>
                <a:lnTo>
                  <a:pt x="12218" y="19082"/>
                </a:lnTo>
                <a:lnTo>
                  <a:pt x="12218" y="18017"/>
                </a:lnTo>
                <a:lnTo>
                  <a:pt x="12536" y="16774"/>
                </a:lnTo>
                <a:lnTo>
                  <a:pt x="12536" y="15620"/>
                </a:lnTo>
                <a:lnTo>
                  <a:pt x="12536" y="14378"/>
                </a:lnTo>
                <a:lnTo>
                  <a:pt x="12536" y="13313"/>
                </a:lnTo>
                <a:lnTo>
                  <a:pt x="13012" y="12248"/>
                </a:lnTo>
                <a:lnTo>
                  <a:pt x="13012" y="11183"/>
                </a:lnTo>
                <a:lnTo>
                  <a:pt x="13012" y="9851"/>
                </a:lnTo>
                <a:lnTo>
                  <a:pt x="13012" y="8786"/>
                </a:lnTo>
                <a:lnTo>
                  <a:pt x="13012" y="7721"/>
                </a:lnTo>
                <a:lnTo>
                  <a:pt x="13329" y="6656"/>
                </a:lnTo>
                <a:lnTo>
                  <a:pt x="13329" y="5591"/>
                </a:lnTo>
                <a:lnTo>
                  <a:pt x="13329" y="4526"/>
                </a:lnTo>
                <a:lnTo>
                  <a:pt x="13329" y="3195"/>
                </a:lnTo>
                <a:lnTo>
                  <a:pt x="13329" y="2130"/>
                </a:lnTo>
                <a:lnTo>
                  <a:pt x="13329" y="1065"/>
                </a:lnTo>
                <a:lnTo>
                  <a:pt x="13329" y="0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4966685" y="2530637"/>
            <a:ext cx="13805" cy="207333"/>
          </a:xfrm>
          <a:custGeom>
            <a:avLst/>
            <a:gdLst/>
            <a:ahLst/>
            <a:cxnLst/>
            <a:rect l="l" t="t" r="r" b="b"/>
            <a:pathLst>
              <a:path w="13805" h="207333">
                <a:moveTo>
                  <a:pt x="0" y="207333"/>
                </a:moveTo>
                <a:lnTo>
                  <a:pt x="0" y="206268"/>
                </a:lnTo>
                <a:lnTo>
                  <a:pt x="0" y="205203"/>
                </a:lnTo>
                <a:lnTo>
                  <a:pt x="0" y="204137"/>
                </a:lnTo>
                <a:lnTo>
                  <a:pt x="476" y="202806"/>
                </a:lnTo>
                <a:lnTo>
                  <a:pt x="476" y="201741"/>
                </a:lnTo>
                <a:lnTo>
                  <a:pt x="476" y="200498"/>
                </a:lnTo>
                <a:lnTo>
                  <a:pt x="476" y="199433"/>
                </a:lnTo>
                <a:lnTo>
                  <a:pt x="793" y="198368"/>
                </a:lnTo>
                <a:lnTo>
                  <a:pt x="793" y="197303"/>
                </a:lnTo>
                <a:lnTo>
                  <a:pt x="793" y="196149"/>
                </a:lnTo>
                <a:lnTo>
                  <a:pt x="793" y="195084"/>
                </a:lnTo>
                <a:lnTo>
                  <a:pt x="793" y="194019"/>
                </a:lnTo>
                <a:lnTo>
                  <a:pt x="1110" y="192954"/>
                </a:lnTo>
                <a:lnTo>
                  <a:pt x="1110" y="191712"/>
                </a:lnTo>
                <a:lnTo>
                  <a:pt x="1110" y="190647"/>
                </a:lnTo>
                <a:lnTo>
                  <a:pt x="1110" y="189582"/>
                </a:lnTo>
                <a:lnTo>
                  <a:pt x="1110" y="188428"/>
                </a:lnTo>
                <a:lnTo>
                  <a:pt x="1586" y="187363"/>
                </a:lnTo>
                <a:lnTo>
                  <a:pt x="1586" y="186298"/>
                </a:lnTo>
                <a:lnTo>
                  <a:pt x="1586" y="185232"/>
                </a:lnTo>
                <a:lnTo>
                  <a:pt x="1586" y="183990"/>
                </a:lnTo>
                <a:lnTo>
                  <a:pt x="1586" y="182925"/>
                </a:lnTo>
                <a:lnTo>
                  <a:pt x="1904" y="181860"/>
                </a:lnTo>
                <a:lnTo>
                  <a:pt x="1904" y="180795"/>
                </a:lnTo>
                <a:lnTo>
                  <a:pt x="1904" y="179641"/>
                </a:lnTo>
                <a:lnTo>
                  <a:pt x="1904" y="178576"/>
                </a:lnTo>
                <a:lnTo>
                  <a:pt x="2380" y="177511"/>
                </a:lnTo>
                <a:lnTo>
                  <a:pt x="2380" y="176268"/>
                </a:lnTo>
                <a:lnTo>
                  <a:pt x="2380" y="175203"/>
                </a:lnTo>
                <a:lnTo>
                  <a:pt x="2380" y="174138"/>
                </a:lnTo>
                <a:lnTo>
                  <a:pt x="2380" y="173073"/>
                </a:lnTo>
                <a:lnTo>
                  <a:pt x="2380" y="171919"/>
                </a:lnTo>
                <a:lnTo>
                  <a:pt x="2380" y="170854"/>
                </a:lnTo>
                <a:lnTo>
                  <a:pt x="2380" y="169789"/>
                </a:lnTo>
                <a:lnTo>
                  <a:pt x="2380" y="168724"/>
                </a:lnTo>
                <a:lnTo>
                  <a:pt x="2380" y="167481"/>
                </a:lnTo>
                <a:lnTo>
                  <a:pt x="2697" y="166416"/>
                </a:lnTo>
                <a:lnTo>
                  <a:pt x="2697" y="165351"/>
                </a:lnTo>
                <a:lnTo>
                  <a:pt x="2697" y="164197"/>
                </a:lnTo>
                <a:lnTo>
                  <a:pt x="2697" y="163132"/>
                </a:lnTo>
                <a:lnTo>
                  <a:pt x="2697" y="162067"/>
                </a:lnTo>
                <a:lnTo>
                  <a:pt x="3015" y="161002"/>
                </a:lnTo>
                <a:lnTo>
                  <a:pt x="3015" y="159937"/>
                </a:lnTo>
                <a:lnTo>
                  <a:pt x="3015" y="158872"/>
                </a:lnTo>
                <a:lnTo>
                  <a:pt x="3015" y="157807"/>
                </a:lnTo>
                <a:lnTo>
                  <a:pt x="3491" y="156742"/>
                </a:lnTo>
                <a:lnTo>
                  <a:pt x="3491" y="155677"/>
                </a:lnTo>
                <a:lnTo>
                  <a:pt x="3491" y="154346"/>
                </a:lnTo>
                <a:lnTo>
                  <a:pt x="3491" y="153280"/>
                </a:lnTo>
                <a:lnTo>
                  <a:pt x="3491" y="152215"/>
                </a:lnTo>
                <a:lnTo>
                  <a:pt x="3808" y="151150"/>
                </a:lnTo>
                <a:lnTo>
                  <a:pt x="3808" y="150263"/>
                </a:lnTo>
                <a:lnTo>
                  <a:pt x="3808" y="149198"/>
                </a:lnTo>
                <a:lnTo>
                  <a:pt x="3808" y="148133"/>
                </a:lnTo>
                <a:lnTo>
                  <a:pt x="3808" y="147068"/>
                </a:lnTo>
                <a:lnTo>
                  <a:pt x="4284" y="146003"/>
                </a:lnTo>
                <a:lnTo>
                  <a:pt x="4284" y="144937"/>
                </a:lnTo>
                <a:lnTo>
                  <a:pt x="4284" y="143872"/>
                </a:lnTo>
                <a:lnTo>
                  <a:pt x="4284" y="142541"/>
                </a:lnTo>
                <a:lnTo>
                  <a:pt x="4284" y="141476"/>
                </a:lnTo>
                <a:lnTo>
                  <a:pt x="4284" y="140411"/>
                </a:lnTo>
                <a:lnTo>
                  <a:pt x="4284" y="139346"/>
                </a:lnTo>
                <a:lnTo>
                  <a:pt x="4284" y="138281"/>
                </a:lnTo>
                <a:lnTo>
                  <a:pt x="4284" y="137216"/>
                </a:lnTo>
                <a:lnTo>
                  <a:pt x="4601" y="136151"/>
                </a:lnTo>
                <a:lnTo>
                  <a:pt x="4601" y="135263"/>
                </a:lnTo>
                <a:lnTo>
                  <a:pt x="4601" y="134198"/>
                </a:lnTo>
                <a:lnTo>
                  <a:pt x="4601" y="133133"/>
                </a:lnTo>
                <a:lnTo>
                  <a:pt x="4601" y="132068"/>
                </a:lnTo>
                <a:lnTo>
                  <a:pt x="5077" y="130825"/>
                </a:lnTo>
                <a:lnTo>
                  <a:pt x="5077" y="129760"/>
                </a:lnTo>
                <a:lnTo>
                  <a:pt x="5077" y="128606"/>
                </a:lnTo>
                <a:lnTo>
                  <a:pt x="5077" y="127541"/>
                </a:lnTo>
                <a:lnTo>
                  <a:pt x="5077" y="126476"/>
                </a:lnTo>
                <a:lnTo>
                  <a:pt x="5395" y="125677"/>
                </a:lnTo>
                <a:lnTo>
                  <a:pt x="5395" y="124612"/>
                </a:lnTo>
                <a:lnTo>
                  <a:pt x="5395" y="123459"/>
                </a:lnTo>
                <a:lnTo>
                  <a:pt x="5395" y="122394"/>
                </a:lnTo>
                <a:lnTo>
                  <a:pt x="5395" y="121328"/>
                </a:lnTo>
                <a:lnTo>
                  <a:pt x="5712" y="120263"/>
                </a:lnTo>
                <a:lnTo>
                  <a:pt x="5712" y="119198"/>
                </a:lnTo>
                <a:lnTo>
                  <a:pt x="5712" y="118133"/>
                </a:lnTo>
                <a:lnTo>
                  <a:pt x="5712" y="117068"/>
                </a:lnTo>
                <a:lnTo>
                  <a:pt x="5712" y="116003"/>
                </a:lnTo>
                <a:lnTo>
                  <a:pt x="6188" y="114938"/>
                </a:lnTo>
                <a:lnTo>
                  <a:pt x="6188" y="113873"/>
                </a:lnTo>
                <a:lnTo>
                  <a:pt x="6188" y="112985"/>
                </a:lnTo>
                <a:lnTo>
                  <a:pt x="6188" y="111920"/>
                </a:lnTo>
                <a:lnTo>
                  <a:pt x="6188" y="110855"/>
                </a:lnTo>
                <a:lnTo>
                  <a:pt x="6188" y="109524"/>
                </a:lnTo>
                <a:lnTo>
                  <a:pt x="6188" y="108459"/>
                </a:lnTo>
                <a:lnTo>
                  <a:pt x="6188" y="107660"/>
                </a:lnTo>
                <a:lnTo>
                  <a:pt x="6188" y="106595"/>
                </a:lnTo>
                <a:lnTo>
                  <a:pt x="6506" y="105530"/>
                </a:lnTo>
                <a:lnTo>
                  <a:pt x="6506" y="104376"/>
                </a:lnTo>
                <a:lnTo>
                  <a:pt x="6506" y="103311"/>
                </a:lnTo>
                <a:lnTo>
                  <a:pt x="6506" y="102512"/>
                </a:lnTo>
                <a:lnTo>
                  <a:pt x="6506" y="101447"/>
                </a:lnTo>
                <a:lnTo>
                  <a:pt x="6982" y="100116"/>
                </a:lnTo>
                <a:lnTo>
                  <a:pt x="6982" y="99051"/>
                </a:lnTo>
                <a:lnTo>
                  <a:pt x="6982" y="98163"/>
                </a:lnTo>
                <a:lnTo>
                  <a:pt x="6982" y="97098"/>
                </a:lnTo>
                <a:lnTo>
                  <a:pt x="6982" y="96033"/>
                </a:lnTo>
                <a:lnTo>
                  <a:pt x="7299" y="94968"/>
                </a:lnTo>
                <a:lnTo>
                  <a:pt x="7299" y="94080"/>
                </a:lnTo>
                <a:lnTo>
                  <a:pt x="7299" y="93015"/>
                </a:lnTo>
                <a:lnTo>
                  <a:pt x="7299" y="91950"/>
                </a:lnTo>
                <a:lnTo>
                  <a:pt x="7616" y="90708"/>
                </a:lnTo>
                <a:lnTo>
                  <a:pt x="7616" y="89820"/>
                </a:lnTo>
                <a:lnTo>
                  <a:pt x="7616" y="88755"/>
                </a:lnTo>
                <a:lnTo>
                  <a:pt x="7616" y="87690"/>
                </a:lnTo>
                <a:lnTo>
                  <a:pt x="7616" y="86803"/>
                </a:lnTo>
                <a:lnTo>
                  <a:pt x="8093" y="85737"/>
                </a:lnTo>
                <a:lnTo>
                  <a:pt x="8093" y="84672"/>
                </a:lnTo>
                <a:lnTo>
                  <a:pt x="8093" y="83607"/>
                </a:lnTo>
                <a:lnTo>
                  <a:pt x="8093" y="82542"/>
                </a:lnTo>
                <a:lnTo>
                  <a:pt x="8093" y="81477"/>
                </a:lnTo>
                <a:lnTo>
                  <a:pt x="8410" y="80412"/>
                </a:lnTo>
                <a:lnTo>
                  <a:pt x="8410" y="79525"/>
                </a:lnTo>
                <a:lnTo>
                  <a:pt x="8410" y="78459"/>
                </a:lnTo>
                <a:lnTo>
                  <a:pt x="8410" y="77394"/>
                </a:lnTo>
                <a:lnTo>
                  <a:pt x="8410" y="76507"/>
                </a:lnTo>
                <a:lnTo>
                  <a:pt x="8410" y="75264"/>
                </a:lnTo>
                <a:lnTo>
                  <a:pt x="8410" y="74199"/>
                </a:lnTo>
                <a:lnTo>
                  <a:pt x="8410" y="73312"/>
                </a:lnTo>
                <a:lnTo>
                  <a:pt x="8410" y="72247"/>
                </a:lnTo>
                <a:lnTo>
                  <a:pt x="8886" y="71359"/>
                </a:lnTo>
                <a:lnTo>
                  <a:pt x="8886" y="70294"/>
                </a:lnTo>
                <a:lnTo>
                  <a:pt x="8886" y="69229"/>
                </a:lnTo>
                <a:lnTo>
                  <a:pt x="8886" y="68164"/>
                </a:lnTo>
                <a:lnTo>
                  <a:pt x="8886" y="67099"/>
                </a:lnTo>
                <a:lnTo>
                  <a:pt x="9203" y="66034"/>
                </a:lnTo>
                <a:lnTo>
                  <a:pt x="9203" y="65146"/>
                </a:lnTo>
                <a:lnTo>
                  <a:pt x="9203" y="64081"/>
                </a:lnTo>
                <a:lnTo>
                  <a:pt x="9203" y="63282"/>
                </a:lnTo>
                <a:lnTo>
                  <a:pt x="9203" y="62217"/>
                </a:lnTo>
                <a:lnTo>
                  <a:pt x="9679" y="61063"/>
                </a:lnTo>
                <a:lnTo>
                  <a:pt x="9679" y="59998"/>
                </a:lnTo>
                <a:lnTo>
                  <a:pt x="9679" y="58933"/>
                </a:lnTo>
                <a:lnTo>
                  <a:pt x="9679" y="58134"/>
                </a:lnTo>
                <a:lnTo>
                  <a:pt x="9679" y="57069"/>
                </a:lnTo>
                <a:lnTo>
                  <a:pt x="9997" y="56182"/>
                </a:lnTo>
                <a:lnTo>
                  <a:pt x="9997" y="55117"/>
                </a:lnTo>
                <a:lnTo>
                  <a:pt x="9997" y="54052"/>
                </a:lnTo>
                <a:lnTo>
                  <a:pt x="9997" y="52987"/>
                </a:lnTo>
                <a:lnTo>
                  <a:pt x="10314" y="51922"/>
                </a:lnTo>
                <a:lnTo>
                  <a:pt x="10314" y="51034"/>
                </a:lnTo>
                <a:lnTo>
                  <a:pt x="10314" y="49969"/>
                </a:lnTo>
                <a:lnTo>
                  <a:pt x="10314" y="49081"/>
                </a:lnTo>
                <a:lnTo>
                  <a:pt x="10314" y="48016"/>
                </a:lnTo>
                <a:lnTo>
                  <a:pt x="10314" y="46951"/>
                </a:lnTo>
                <a:lnTo>
                  <a:pt x="10314" y="45886"/>
                </a:lnTo>
                <a:lnTo>
                  <a:pt x="10314" y="44999"/>
                </a:lnTo>
                <a:lnTo>
                  <a:pt x="10314" y="43934"/>
                </a:lnTo>
                <a:lnTo>
                  <a:pt x="10314" y="43135"/>
                </a:lnTo>
                <a:lnTo>
                  <a:pt x="10790" y="41981"/>
                </a:lnTo>
                <a:lnTo>
                  <a:pt x="10790" y="41182"/>
                </a:lnTo>
                <a:lnTo>
                  <a:pt x="10790" y="39851"/>
                </a:lnTo>
                <a:lnTo>
                  <a:pt x="10790" y="39052"/>
                </a:lnTo>
                <a:lnTo>
                  <a:pt x="10790" y="37987"/>
                </a:lnTo>
                <a:lnTo>
                  <a:pt x="11108" y="37099"/>
                </a:lnTo>
                <a:lnTo>
                  <a:pt x="11108" y="36034"/>
                </a:lnTo>
                <a:lnTo>
                  <a:pt x="11108" y="35147"/>
                </a:lnTo>
                <a:lnTo>
                  <a:pt x="11108" y="34082"/>
                </a:lnTo>
                <a:lnTo>
                  <a:pt x="11584" y="33017"/>
                </a:lnTo>
                <a:lnTo>
                  <a:pt x="11584" y="32129"/>
                </a:lnTo>
                <a:lnTo>
                  <a:pt x="11584" y="31064"/>
                </a:lnTo>
                <a:lnTo>
                  <a:pt x="11584" y="30265"/>
                </a:lnTo>
                <a:lnTo>
                  <a:pt x="11584" y="29111"/>
                </a:lnTo>
                <a:lnTo>
                  <a:pt x="11901" y="28046"/>
                </a:lnTo>
                <a:lnTo>
                  <a:pt x="11901" y="26981"/>
                </a:lnTo>
                <a:lnTo>
                  <a:pt x="11901" y="26182"/>
                </a:lnTo>
                <a:lnTo>
                  <a:pt x="11901" y="25295"/>
                </a:lnTo>
                <a:lnTo>
                  <a:pt x="11901" y="24230"/>
                </a:lnTo>
                <a:lnTo>
                  <a:pt x="12218" y="23342"/>
                </a:lnTo>
                <a:lnTo>
                  <a:pt x="12218" y="22277"/>
                </a:lnTo>
                <a:lnTo>
                  <a:pt x="12218" y="21212"/>
                </a:lnTo>
                <a:lnTo>
                  <a:pt x="12218" y="20325"/>
                </a:lnTo>
                <a:lnTo>
                  <a:pt x="12218" y="19259"/>
                </a:lnTo>
                <a:lnTo>
                  <a:pt x="12694" y="18461"/>
                </a:lnTo>
                <a:lnTo>
                  <a:pt x="12694" y="17573"/>
                </a:lnTo>
                <a:lnTo>
                  <a:pt x="12694" y="16331"/>
                </a:lnTo>
                <a:lnTo>
                  <a:pt x="12694" y="15443"/>
                </a:lnTo>
                <a:lnTo>
                  <a:pt x="12694" y="14555"/>
                </a:lnTo>
                <a:lnTo>
                  <a:pt x="12694" y="13490"/>
                </a:lnTo>
                <a:lnTo>
                  <a:pt x="12694" y="12603"/>
                </a:lnTo>
                <a:lnTo>
                  <a:pt x="12694" y="11538"/>
                </a:lnTo>
                <a:lnTo>
                  <a:pt x="12694" y="10473"/>
                </a:lnTo>
                <a:lnTo>
                  <a:pt x="13012" y="9674"/>
                </a:lnTo>
                <a:lnTo>
                  <a:pt x="13012" y="8786"/>
                </a:lnTo>
                <a:lnTo>
                  <a:pt x="13012" y="7721"/>
                </a:lnTo>
                <a:lnTo>
                  <a:pt x="13012" y="6834"/>
                </a:lnTo>
                <a:lnTo>
                  <a:pt x="13012" y="5769"/>
                </a:lnTo>
                <a:lnTo>
                  <a:pt x="13488" y="4704"/>
                </a:lnTo>
                <a:lnTo>
                  <a:pt x="13488" y="3816"/>
                </a:lnTo>
                <a:lnTo>
                  <a:pt x="13488" y="3017"/>
                </a:lnTo>
                <a:lnTo>
                  <a:pt x="13488" y="2130"/>
                </a:lnTo>
                <a:lnTo>
                  <a:pt x="13488" y="1065"/>
                </a:lnTo>
                <a:lnTo>
                  <a:pt x="13805" y="0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4980491" y="2362978"/>
            <a:ext cx="13488" cy="167659"/>
          </a:xfrm>
          <a:custGeom>
            <a:avLst/>
            <a:gdLst/>
            <a:ahLst/>
            <a:cxnLst/>
            <a:rect l="l" t="t" r="r" b="b"/>
            <a:pathLst>
              <a:path w="13488" h="167659">
                <a:moveTo>
                  <a:pt x="0" y="167659"/>
                </a:moveTo>
                <a:lnTo>
                  <a:pt x="0" y="166771"/>
                </a:lnTo>
                <a:lnTo>
                  <a:pt x="0" y="165706"/>
                </a:lnTo>
                <a:lnTo>
                  <a:pt x="0" y="164907"/>
                </a:lnTo>
                <a:lnTo>
                  <a:pt x="476" y="164020"/>
                </a:lnTo>
                <a:lnTo>
                  <a:pt x="476" y="162955"/>
                </a:lnTo>
                <a:lnTo>
                  <a:pt x="476" y="162067"/>
                </a:lnTo>
                <a:lnTo>
                  <a:pt x="476" y="161002"/>
                </a:lnTo>
                <a:lnTo>
                  <a:pt x="476" y="160115"/>
                </a:lnTo>
                <a:lnTo>
                  <a:pt x="793" y="159050"/>
                </a:lnTo>
                <a:lnTo>
                  <a:pt x="793" y="158251"/>
                </a:lnTo>
                <a:lnTo>
                  <a:pt x="793" y="157186"/>
                </a:lnTo>
                <a:lnTo>
                  <a:pt x="793" y="156298"/>
                </a:lnTo>
                <a:lnTo>
                  <a:pt x="793" y="155411"/>
                </a:lnTo>
                <a:lnTo>
                  <a:pt x="793" y="154346"/>
                </a:lnTo>
                <a:lnTo>
                  <a:pt x="793" y="153458"/>
                </a:lnTo>
                <a:lnTo>
                  <a:pt x="793" y="152659"/>
                </a:lnTo>
                <a:lnTo>
                  <a:pt x="793" y="151594"/>
                </a:lnTo>
                <a:lnTo>
                  <a:pt x="793" y="150707"/>
                </a:lnTo>
                <a:lnTo>
                  <a:pt x="1110" y="149641"/>
                </a:lnTo>
                <a:lnTo>
                  <a:pt x="1110" y="148754"/>
                </a:lnTo>
                <a:lnTo>
                  <a:pt x="1110" y="147955"/>
                </a:lnTo>
                <a:lnTo>
                  <a:pt x="1110" y="147068"/>
                </a:lnTo>
                <a:lnTo>
                  <a:pt x="1586" y="146003"/>
                </a:lnTo>
                <a:lnTo>
                  <a:pt x="1586" y="144937"/>
                </a:lnTo>
                <a:lnTo>
                  <a:pt x="1586" y="144050"/>
                </a:lnTo>
                <a:lnTo>
                  <a:pt x="1586" y="143251"/>
                </a:lnTo>
                <a:lnTo>
                  <a:pt x="1586" y="142364"/>
                </a:lnTo>
                <a:lnTo>
                  <a:pt x="1904" y="141476"/>
                </a:lnTo>
                <a:lnTo>
                  <a:pt x="1904" y="140411"/>
                </a:lnTo>
                <a:lnTo>
                  <a:pt x="1904" y="139523"/>
                </a:lnTo>
                <a:lnTo>
                  <a:pt x="1904" y="138725"/>
                </a:lnTo>
                <a:lnTo>
                  <a:pt x="1904" y="137837"/>
                </a:lnTo>
                <a:lnTo>
                  <a:pt x="2380" y="136772"/>
                </a:lnTo>
                <a:lnTo>
                  <a:pt x="2380" y="135707"/>
                </a:lnTo>
                <a:lnTo>
                  <a:pt x="2380" y="134819"/>
                </a:lnTo>
                <a:lnTo>
                  <a:pt x="2380" y="134020"/>
                </a:lnTo>
                <a:lnTo>
                  <a:pt x="2380" y="133133"/>
                </a:lnTo>
                <a:lnTo>
                  <a:pt x="2697" y="132068"/>
                </a:lnTo>
                <a:lnTo>
                  <a:pt x="2697" y="131180"/>
                </a:lnTo>
                <a:lnTo>
                  <a:pt x="2697" y="130382"/>
                </a:lnTo>
                <a:lnTo>
                  <a:pt x="2697" y="129494"/>
                </a:lnTo>
                <a:lnTo>
                  <a:pt x="3015" y="128429"/>
                </a:lnTo>
                <a:lnTo>
                  <a:pt x="3015" y="127541"/>
                </a:lnTo>
                <a:lnTo>
                  <a:pt x="3015" y="126654"/>
                </a:lnTo>
                <a:lnTo>
                  <a:pt x="3015" y="125855"/>
                </a:lnTo>
                <a:lnTo>
                  <a:pt x="3015" y="124967"/>
                </a:lnTo>
                <a:lnTo>
                  <a:pt x="3015" y="123902"/>
                </a:lnTo>
                <a:lnTo>
                  <a:pt x="3015" y="123015"/>
                </a:lnTo>
                <a:lnTo>
                  <a:pt x="3015" y="122216"/>
                </a:lnTo>
                <a:lnTo>
                  <a:pt x="3015" y="121328"/>
                </a:lnTo>
                <a:lnTo>
                  <a:pt x="3015" y="120263"/>
                </a:lnTo>
                <a:lnTo>
                  <a:pt x="3491" y="119376"/>
                </a:lnTo>
                <a:lnTo>
                  <a:pt x="3491" y="118577"/>
                </a:lnTo>
                <a:lnTo>
                  <a:pt x="3491" y="117689"/>
                </a:lnTo>
                <a:lnTo>
                  <a:pt x="3491" y="116624"/>
                </a:lnTo>
                <a:lnTo>
                  <a:pt x="3491" y="115737"/>
                </a:lnTo>
                <a:lnTo>
                  <a:pt x="3808" y="114938"/>
                </a:lnTo>
                <a:lnTo>
                  <a:pt x="3808" y="114050"/>
                </a:lnTo>
                <a:lnTo>
                  <a:pt x="3808" y="113163"/>
                </a:lnTo>
                <a:lnTo>
                  <a:pt x="3808" y="112364"/>
                </a:lnTo>
                <a:lnTo>
                  <a:pt x="4284" y="111477"/>
                </a:lnTo>
                <a:lnTo>
                  <a:pt x="4284" y="110589"/>
                </a:lnTo>
                <a:lnTo>
                  <a:pt x="4284" y="109524"/>
                </a:lnTo>
                <a:lnTo>
                  <a:pt x="4284" y="108725"/>
                </a:lnTo>
                <a:lnTo>
                  <a:pt x="4284" y="107838"/>
                </a:lnTo>
                <a:lnTo>
                  <a:pt x="4601" y="106950"/>
                </a:lnTo>
                <a:lnTo>
                  <a:pt x="4601" y="106151"/>
                </a:lnTo>
                <a:lnTo>
                  <a:pt x="4601" y="105264"/>
                </a:lnTo>
                <a:lnTo>
                  <a:pt x="4601" y="104376"/>
                </a:lnTo>
                <a:lnTo>
                  <a:pt x="4601" y="103577"/>
                </a:lnTo>
                <a:lnTo>
                  <a:pt x="4919" y="102423"/>
                </a:lnTo>
                <a:lnTo>
                  <a:pt x="4919" y="101625"/>
                </a:lnTo>
                <a:lnTo>
                  <a:pt x="4919" y="100737"/>
                </a:lnTo>
                <a:lnTo>
                  <a:pt x="4919" y="99850"/>
                </a:lnTo>
                <a:lnTo>
                  <a:pt x="4919" y="99051"/>
                </a:lnTo>
                <a:lnTo>
                  <a:pt x="4919" y="98163"/>
                </a:lnTo>
                <a:lnTo>
                  <a:pt x="4919" y="97364"/>
                </a:lnTo>
                <a:lnTo>
                  <a:pt x="4919" y="96477"/>
                </a:lnTo>
                <a:lnTo>
                  <a:pt x="4919" y="95412"/>
                </a:lnTo>
                <a:lnTo>
                  <a:pt x="5395" y="94791"/>
                </a:lnTo>
                <a:lnTo>
                  <a:pt x="5395" y="93903"/>
                </a:lnTo>
                <a:lnTo>
                  <a:pt x="5395" y="93015"/>
                </a:lnTo>
                <a:lnTo>
                  <a:pt x="5395" y="91950"/>
                </a:lnTo>
                <a:lnTo>
                  <a:pt x="5395" y="91329"/>
                </a:lnTo>
                <a:lnTo>
                  <a:pt x="5712" y="90441"/>
                </a:lnTo>
                <a:lnTo>
                  <a:pt x="5712" y="89643"/>
                </a:lnTo>
                <a:lnTo>
                  <a:pt x="5712" y="88489"/>
                </a:lnTo>
                <a:lnTo>
                  <a:pt x="5712" y="87868"/>
                </a:lnTo>
                <a:lnTo>
                  <a:pt x="5712" y="87069"/>
                </a:lnTo>
                <a:lnTo>
                  <a:pt x="6188" y="85915"/>
                </a:lnTo>
                <a:lnTo>
                  <a:pt x="6188" y="85116"/>
                </a:lnTo>
                <a:lnTo>
                  <a:pt x="6188" y="84495"/>
                </a:lnTo>
                <a:lnTo>
                  <a:pt x="6188" y="83607"/>
                </a:lnTo>
                <a:lnTo>
                  <a:pt x="6188" y="82542"/>
                </a:lnTo>
                <a:lnTo>
                  <a:pt x="6506" y="81921"/>
                </a:lnTo>
                <a:lnTo>
                  <a:pt x="6506" y="81033"/>
                </a:lnTo>
                <a:lnTo>
                  <a:pt x="6506" y="80146"/>
                </a:lnTo>
                <a:lnTo>
                  <a:pt x="6506" y="79347"/>
                </a:lnTo>
                <a:lnTo>
                  <a:pt x="6982" y="78459"/>
                </a:lnTo>
                <a:lnTo>
                  <a:pt x="6982" y="77572"/>
                </a:lnTo>
                <a:lnTo>
                  <a:pt x="6982" y="76773"/>
                </a:lnTo>
                <a:lnTo>
                  <a:pt x="6982" y="75886"/>
                </a:lnTo>
                <a:lnTo>
                  <a:pt x="6982" y="74998"/>
                </a:lnTo>
                <a:lnTo>
                  <a:pt x="7299" y="74199"/>
                </a:lnTo>
                <a:lnTo>
                  <a:pt x="7299" y="73312"/>
                </a:lnTo>
                <a:lnTo>
                  <a:pt x="7299" y="72424"/>
                </a:lnTo>
                <a:lnTo>
                  <a:pt x="7299" y="71803"/>
                </a:lnTo>
                <a:lnTo>
                  <a:pt x="7299" y="70738"/>
                </a:lnTo>
                <a:lnTo>
                  <a:pt x="7299" y="70116"/>
                </a:lnTo>
                <a:lnTo>
                  <a:pt x="7299" y="69229"/>
                </a:lnTo>
                <a:lnTo>
                  <a:pt x="7299" y="68164"/>
                </a:lnTo>
                <a:lnTo>
                  <a:pt x="7299" y="67543"/>
                </a:lnTo>
                <a:lnTo>
                  <a:pt x="7299" y="66655"/>
                </a:lnTo>
                <a:lnTo>
                  <a:pt x="7616" y="65767"/>
                </a:lnTo>
                <a:lnTo>
                  <a:pt x="7616" y="64969"/>
                </a:lnTo>
                <a:lnTo>
                  <a:pt x="7616" y="64259"/>
                </a:lnTo>
                <a:lnTo>
                  <a:pt x="7616" y="63460"/>
                </a:lnTo>
                <a:lnTo>
                  <a:pt x="8093" y="62572"/>
                </a:lnTo>
                <a:lnTo>
                  <a:pt x="8093" y="61685"/>
                </a:lnTo>
                <a:lnTo>
                  <a:pt x="8093" y="60886"/>
                </a:lnTo>
                <a:lnTo>
                  <a:pt x="8093" y="59998"/>
                </a:lnTo>
                <a:lnTo>
                  <a:pt x="8093" y="59111"/>
                </a:lnTo>
                <a:lnTo>
                  <a:pt x="8410" y="58489"/>
                </a:lnTo>
                <a:lnTo>
                  <a:pt x="8410" y="57691"/>
                </a:lnTo>
                <a:lnTo>
                  <a:pt x="8410" y="56803"/>
                </a:lnTo>
                <a:lnTo>
                  <a:pt x="8410" y="55916"/>
                </a:lnTo>
                <a:lnTo>
                  <a:pt x="8410" y="55294"/>
                </a:lnTo>
                <a:lnTo>
                  <a:pt x="8886" y="54407"/>
                </a:lnTo>
                <a:lnTo>
                  <a:pt x="8886" y="53608"/>
                </a:lnTo>
                <a:lnTo>
                  <a:pt x="8886" y="52898"/>
                </a:lnTo>
                <a:lnTo>
                  <a:pt x="8886" y="51833"/>
                </a:lnTo>
                <a:lnTo>
                  <a:pt x="8886" y="51211"/>
                </a:lnTo>
                <a:lnTo>
                  <a:pt x="9203" y="50324"/>
                </a:lnTo>
                <a:lnTo>
                  <a:pt x="9203" y="49525"/>
                </a:lnTo>
                <a:lnTo>
                  <a:pt x="9203" y="48638"/>
                </a:lnTo>
                <a:lnTo>
                  <a:pt x="9203" y="48016"/>
                </a:lnTo>
                <a:lnTo>
                  <a:pt x="9203" y="47129"/>
                </a:lnTo>
                <a:lnTo>
                  <a:pt x="9203" y="46330"/>
                </a:lnTo>
                <a:lnTo>
                  <a:pt x="9203" y="45620"/>
                </a:lnTo>
                <a:lnTo>
                  <a:pt x="9203" y="44555"/>
                </a:lnTo>
                <a:lnTo>
                  <a:pt x="9203" y="43934"/>
                </a:lnTo>
                <a:lnTo>
                  <a:pt x="9521" y="43312"/>
                </a:lnTo>
                <a:lnTo>
                  <a:pt x="9521" y="42247"/>
                </a:lnTo>
                <a:lnTo>
                  <a:pt x="9521" y="41537"/>
                </a:lnTo>
                <a:lnTo>
                  <a:pt x="9521" y="40916"/>
                </a:lnTo>
                <a:lnTo>
                  <a:pt x="9521" y="39851"/>
                </a:lnTo>
                <a:lnTo>
                  <a:pt x="9997" y="39229"/>
                </a:lnTo>
                <a:lnTo>
                  <a:pt x="9997" y="38608"/>
                </a:lnTo>
                <a:lnTo>
                  <a:pt x="9997" y="37454"/>
                </a:lnTo>
                <a:lnTo>
                  <a:pt x="9997" y="36833"/>
                </a:lnTo>
                <a:lnTo>
                  <a:pt x="9997" y="36212"/>
                </a:lnTo>
                <a:lnTo>
                  <a:pt x="10314" y="35147"/>
                </a:lnTo>
                <a:lnTo>
                  <a:pt x="10314" y="34525"/>
                </a:lnTo>
                <a:lnTo>
                  <a:pt x="10314" y="33815"/>
                </a:lnTo>
                <a:lnTo>
                  <a:pt x="10314" y="32750"/>
                </a:lnTo>
                <a:lnTo>
                  <a:pt x="10790" y="32129"/>
                </a:lnTo>
                <a:lnTo>
                  <a:pt x="10790" y="31508"/>
                </a:lnTo>
                <a:lnTo>
                  <a:pt x="10790" y="30620"/>
                </a:lnTo>
                <a:lnTo>
                  <a:pt x="10790" y="29733"/>
                </a:lnTo>
                <a:lnTo>
                  <a:pt x="10790" y="29111"/>
                </a:lnTo>
                <a:lnTo>
                  <a:pt x="11108" y="28313"/>
                </a:lnTo>
                <a:lnTo>
                  <a:pt x="11108" y="27602"/>
                </a:lnTo>
                <a:lnTo>
                  <a:pt x="11108" y="26804"/>
                </a:lnTo>
                <a:lnTo>
                  <a:pt x="11108" y="25916"/>
                </a:lnTo>
                <a:lnTo>
                  <a:pt x="11108" y="25295"/>
                </a:lnTo>
                <a:lnTo>
                  <a:pt x="11584" y="24674"/>
                </a:lnTo>
                <a:lnTo>
                  <a:pt x="11584" y="23520"/>
                </a:lnTo>
                <a:lnTo>
                  <a:pt x="11584" y="22898"/>
                </a:lnTo>
                <a:lnTo>
                  <a:pt x="11584" y="22277"/>
                </a:lnTo>
                <a:lnTo>
                  <a:pt x="11584" y="21390"/>
                </a:lnTo>
                <a:lnTo>
                  <a:pt x="11584" y="20768"/>
                </a:lnTo>
                <a:lnTo>
                  <a:pt x="11584" y="19881"/>
                </a:lnTo>
                <a:lnTo>
                  <a:pt x="11584" y="19082"/>
                </a:lnTo>
                <a:lnTo>
                  <a:pt x="11584" y="18372"/>
                </a:lnTo>
                <a:lnTo>
                  <a:pt x="11901" y="17573"/>
                </a:lnTo>
                <a:lnTo>
                  <a:pt x="11901" y="16952"/>
                </a:lnTo>
                <a:lnTo>
                  <a:pt x="11901" y="16242"/>
                </a:lnTo>
                <a:lnTo>
                  <a:pt x="11901" y="15443"/>
                </a:lnTo>
                <a:lnTo>
                  <a:pt x="11901" y="14733"/>
                </a:lnTo>
                <a:lnTo>
                  <a:pt x="12218" y="13934"/>
                </a:lnTo>
                <a:lnTo>
                  <a:pt x="12218" y="13047"/>
                </a:lnTo>
                <a:lnTo>
                  <a:pt x="12218" y="12425"/>
                </a:lnTo>
                <a:lnTo>
                  <a:pt x="12218" y="11538"/>
                </a:lnTo>
                <a:lnTo>
                  <a:pt x="12218" y="10916"/>
                </a:lnTo>
                <a:lnTo>
                  <a:pt x="12694" y="10295"/>
                </a:lnTo>
                <a:lnTo>
                  <a:pt x="12694" y="9408"/>
                </a:lnTo>
                <a:lnTo>
                  <a:pt x="12694" y="8786"/>
                </a:lnTo>
                <a:lnTo>
                  <a:pt x="12694" y="8076"/>
                </a:lnTo>
                <a:lnTo>
                  <a:pt x="12694" y="7277"/>
                </a:lnTo>
                <a:lnTo>
                  <a:pt x="13012" y="6656"/>
                </a:lnTo>
                <a:lnTo>
                  <a:pt x="13012" y="5769"/>
                </a:lnTo>
                <a:lnTo>
                  <a:pt x="13012" y="5147"/>
                </a:lnTo>
                <a:lnTo>
                  <a:pt x="13012" y="4437"/>
                </a:lnTo>
                <a:lnTo>
                  <a:pt x="13488" y="3638"/>
                </a:lnTo>
                <a:lnTo>
                  <a:pt x="13488" y="3017"/>
                </a:lnTo>
                <a:lnTo>
                  <a:pt x="13488" y="2130"/>
                </a:lnTo>
                <a:lnTo>
                  <a:pt x="13488" y="1508"/>
                </a:lnTo>
                <a:lnTo>
                  <a:pt x="13488" y="798"/>
                </a:lnTo>
                <a:lnTo>
                  <a:pt x="13488" y="0"/>
                </a:lnTo>
              </a:path>
            </a:pathLst>
          </a:custGeom>
          <a:ln w="1948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4993979" y="2247773"/>
            <a:ext cx="13329" cy="115204"/>
          </a:xfrm>
          <a:custGeom>
            <a:avLst/>
            <a:gdLst/>
            <a:ahLst/>
            <a:cxnLst/>
            <a:rect l="l" t="t" r="r" b="b"/>
            <a:pathLst>
              <a:path w="13329" h="115204">
                <a:moveTo>
                  <a:pt x="0" y="115204"/>
                </a:moveTo>
                <a:lnTo>
                  <a:pt x="0" y="114494"/>
                </a:lnTo>
                <a:lnTo>
                  <a:pt x="0" y="113873"/>
                </a:lnTo>
                <a:lnTo>
                  <a:pt x="0" y="113074"/>
                </a:lnTo>
                <a:lnTo>
                  <a:pt x="0" y="112364"/>
                </a:lnTo>
                <a:lnTo>
                  <a:pt x="317" y="111565"/>
                </a:lnTo>
                <a:lnTo>
                  <a:pt x="317" y="110855"/>
                </a:lnTo>
                <a:lnTo>
                  <a:pt x="317" y="110234"/>
                </a:lnTo>
                <a:lnTo>
                  <a:pt x="317" y="109346"/>
                </a:lnTo>
                <a:lnTo>
                  <a:pt x="317" y="108991"/>
                </a:lnTo>
                <a:lnTo>
                  <a:pt x="634" y="108104"/>
                </a:lnTo>
                <a:lnTo>
                  <a:pt x="634" y="107483"/>
                </a:lnTo>
                <a:lnTo>
                  <a:pt x="634" y="106595"/>
                </a:lnTo>
                <a:lnTo>
                  <a:pt x="634" y="105974"/>
                </a:lnTo>
                <a:lnTo>
                  <a:pt x="1110" y="105352"/>
                </a:lnTo>
                <a:lnTo>
                  <a:pt x="1110" y="104465"/>
                </a:lnTo>
                <a:lnTo>
                  <a:pt x="1110" y="103844"/>
                </a:lnTo>
                <a:lnTo>
                  <a:pt x="1110" y="103134"/>
                </a:lnTo>
                <a:lnTo>
                  <a:pt x="1110" y="102512"/>
                </a:lnTo>
                <a:lnTo>
                  <a:pt x="1428" y="101891"/>
                </a:lnTo>
                <a:lnTo>
                  <a:pt x="1428" y="101003"/>
                </a:lnTo>
                <a:lnTo>
                  <a:pt x="1428" y="100382"/>
                </a:lnTo>
                <a:lnTo>
                  <a:pt x="1428" y="99495"/>
                </a:lnTo>
                <a:lnTo>
                  <a:pt x="1428" y="99051"/>
                </a:lnTo>
                <a:lnTo>
                  <a:pt x="1904" y="98429"/>
                </a:lnTo>
                <a:lnTo>
                  <a:pt x="1904" y="97631"/>
                </a:lnTo>
                <a:lnTo>
                  <a:pt x="1904" y="96921"/>
                </a:lnTo>
                <a:lnTo>
                  <a:pt x="1904" y="96299"/>
                </a:lnTo>
                <a:lnTo>
                  <a:pt x="1904" y="95678"/>
                </a:lnTo>
                <a:lnTo>
                  <a:pt x="1904" y="94791"/>
                </a:lnTo>
                <a:lnTo>
                  <a:pt x="1904" y="94169"/>
                </a:lnTo>
                <a:lnTo>
                  <a:pt x="1904" y="93725"/>
                </a:lnTo>
                <a:lnTo>
                  <a:pt x="1904" y="92838"/>
                </a:lnTo>
                <a:lnTo>
                  <a:pt x="2221" y="92217"/>
                </a:lnTo>
                <a:lnTo>
                  <a:pt x="2221" y="91418"/>
                </a:lnTo>
                <a:lnTo>
                  <a:pt x="2221" y="90974"/>
                </a:lnTo>
                <a:lnTo>
                  <a:pt x="2221" y="90086"/>
                </a:lnTo>
                <a:lnTo>
                  <a:pt x="2221" y="89465"/>
                </a:lnTo>
                <a:lnTo>
                  <a:pt x="2697" y="89021"/>
                </a:lnTo>
                <a:lnTo>
                  <a:pt x="2697" y="88134"/>
                </a:lnTo>
                <a:lnTo>
                  <a:pt x="2697" y="87513"/>
                </a:lnTo>
                <a:lnTo>
                  <a:pt x="2697" y="86891"/>
                </a:lnTo>
                <a:lnTo>
                  <a:pt x="2697" y="86270"/>
                </a:lnTo>
                <a:lnTo>
                  <a:pt x="3015" y="85382"/>
                </a:lnTo>
                <a:lnTo>
                  <a:pt x="3015" y="84939"/>
                </a:lnTo>
                <a:lnTo>
                  <a:pt x="3015" y="84317"/>
                </a:lnTo>
                <a:lnTo>
                  <a:pt x="3015" y="83430"/>
                </a:lnTo>
                <a:lnTo>
                  <a:pt x="3015" y="82986"/>
                </a:lnTo>
                <a:lnTo>
                  <a:pt x="3332" y="82187"/>
                </a:lnTo>
                <a:lnTo>
                  <a:pt x="3332" y="81743"/>
                </a:lnTo>
                <a:lnTo>
                  <a:pt x="3332" y="80856"/>
                </a:lnTo>
                <a:lnTo>
                  <a:pt x="3332" y="80235"/>
                </a:lnTo>
                <a:lnTo>
                  <a:pt x="3808" y="79613"/>
                </a:lnTo>
                <a:lnTo>
                  <a:pt x="3808" y="78903"/>
                </a:lnTo>
                <a:lnTo>
                  <a:pt x="3808" y="78282"/>
                </a:lnTo>
                <a:lnTo>
                  <a:pt x="3808" y="77661"/>
                </a:lnTo>
                <a:lnTo>
                  <a:pt x="3808" y="77217"/>
                </a:lnTo>
                <a:lnTo>
                  <a:pt x="4125" y="76329"/>
                </a:lnTo>
                <a:lnTo>
                  <a:pt x="4125" y="75974"/>
                </a:lnTo>
                <a:lnTo>
                  <a:pt x="4125" y="75087"/>
                </a:lnTo>
                <a:lnTo>
                  <a:pt x="4125" y="74643"/>
                </a:lnTo>
                <a:lnTo>
                  <a:pt x="4125" y="73755"/>
                </a:lnTo>
                <a:lnTo>
                  <a:pt x="4125" y="73400"/>
                </a:lnTo>
                <a:lnTo>
                  <a:pt x="4125" y="72513"/>
                </a:lnTo>
                <a:lnTo>
                  <a:pt x="4125" y="72069"/>
                </a:lnTo>
                <a:lnTo>
                  <a:pt x="4125" y="71182"/>
                </a:lnTo>
                <a:lnTo>
                  <a:pt x="4125" y="70826"/>
                </a:lnTo>
                <a:lnTo>
                  <a:pt x="4601" y="70116"/>
                </a:lnTo>
                <a:lnTo>
                  <a:pt x="4601" y="69495"/>
                </a:lnTo>
                <a:lnTo>
                  <a:pt x="4601" y="68874"/>
                </a:lnTo>
                <a:lnTo>
                  <a:pt x="4601" y="68253"/>
                </a:lnTo>
                <a:lnTo>
                  <a:pt x="4919" y="67543"/>
                </a:lnTo>
                <a:lnTo>
                  <a:pt x="4919" y="66921"/>
                </a:lnTo>
                <a:lnTo>
                  <a:pt x="4919" y="66477"/>
                </a:lnTo>
                <a:lnTo>
                  <a:pt x="4919" y="65679"/>
                </a:lnTo>
                <a:lnTo>
                  <a:pt x="4919" y="65235"/>
                </a:lnTo>
                <a:lnTo>
                  <a:pt x="5236" y="64347"/>
                </a:lnTo>
                <a:lnTo>
                  <a:pt x="5236" y="63904"/>
                </a:lnTo>
                <a:lnTo>
                  <a:pt x="5236" y="63282"/>
                </a:lnTo>
                <a:lnTo>
                  <a:pt x="5236" y="62661"/>
                </a:lnTo>
                <a:lnTo>
                  <a:pt x="5236" y="62040"/>
                </a:lnTo>
                <a:lnTo>
                  <a:pt x="5712" y="61596"/>
                </a:lnTo>
                <a:lnTo>
                  <a:pt x="5712" y="60708"/>
                </a:lnTo>
                <a:lnTo>
                  <a:pt x="5712" y="60265"/>
                </a:lnTo>
                <a:lnTo>
                  <a:pt x="5712" y="59643"/>
                </a:lnTo>
                <a:lnTo>
                  <a:pt x="5712" y="59022"/>
                </a:lnTo>
                <a:lnTo>
                  <a:pt x="6030" y="58312"/>
                </a:lnTo>
                <a:lnTo>
                  <a:pt x="6030" y="57957"/>
                </a:lnTo>
                <a:lnTo>
                  <a:pt x="6030" y="57069"/>
                </a:lnTo>
                <a:lnTo>
                  <a:pt x="6030" y="56626"/>
                </a:lnTo>
                <a:lnTo>
                  <a:pt x="6030" y="56004"/>
                </a:lnTo>
                <a:lnTo>
                  <a:pt x="6030" y="55561"/>
                </a:lnTo>
                <a:lnTo>
                  <a:pt x="6030" y="54673"/>
                </a:lnTo>
                <a:lnTo>
                  <a:pt x="6030" y="54318"/>
                </a:lnTo>
                <a:lnTo>
                  <a:pt x="6030" y="53608"/>
                </a:lnTo>
                <a:lnTo>
                  <a:pt x="6506" y="53164"/>
                </a:lnTo>
                <a:lnTo>
                  <a:pt x="6506" y="52365"/>
                </a:lnTo>
                <a:lnTo>
                  <a:pt x="6506" y="51922"/>
                </a:lnTo>
                <a:lnTo>
                  <a:pt x="6506" y="51300"/>
                </a:lnTo>
                <a:lnTo>
                  <a:pt x="6506" y="50856"/>
                </a:lnTo>
                <a:lnTo>
                  <a:pt x="6823" y="49969"/>
                </a:lnTo>
                <a:lnTo>
                  <a:pt x="6823" y="49525"/>
                </a:lnTo>
                <a:lnTo>
                  <a:pt x="6823" y="48904"/>
                </a:lnTo>
                <a:lnTo>
                  <a:pt x="6823" y="48460"/>
                </a:lnTo>
                <a:lnTo>
                  <a:pt x="6823" y="47839"/>
                </a:lnTo>
                <a:lnTo>
                  <a:pt x="7140" y="47395"/>
                </a:lnTo>
                <a:lnTo>
                  <a:pt x="7140" y="46596"/>
                </a:lnTo>
                <a:lnTo>
                  <a:pt x="7140" y="46152"/>
                </a:lnTo>
                <a:lnTo>
                  <a:pt x="7140" y="45531"/>
                </a:lnTo>
                <a:lnTo>
                  <a:pt x="7140" y="45087"/>
                </a:lnTo>
                <a:lnTo>
                  <a:pt x="7616" y="44377"/>
                </a:lnTo>
                <a:lnTo>
                  <a:pt x="7616" y="44022"/>
                </a:lnTo>
                <a:lnTo>
                  <a:pt x="7616" y="43312"/>
                </a:lnTo>
                <a:lnTo>
                  <a:pt x="7616" y="42957"/>
                </a:lnTo>
                <a:lnTo>
                  <a:pt x="7934" y="42247"/>
                </a:lnTo>
                <a:lnTo>
                  <a:pt x="7934" y="41626"/>
                </a:lnTo>
                <a:lnTo>
                  <a:pt x="7934" y="41005"/>
                </a:lnTo>
                <a:lnTo>
                  <a:pt x="7934" y="40561"/>
                </a:lnTo>
                <a:lnTo>
                  <a:pt x="7934" y="39940"/>
                </a:lnTo>
                <a:lnTo>
                  <a:pt x="8410" y="39496"/>
                </a:lnTo>
                <a:lnTo>
                  <a:pt x="8410" y="38874"/>
                </a:lnTo>
                <a:lnTo>
                  <a:pt x="8410" y="38164"/>
                </a:lnTo>
                <a:lnTo>
                  <a:pt x="8410" y="37809"/>
                </a:lnTo>
                <a:lnTo>
                  <a:pt x="8410" y="37099"/>
                </a:lnTo>
                <a:lnTo>
                  <a:pt x="8410" y="36656"/>
                </a:lnTo>
                <a:lnTo>
                  <a:pt x="8410" y="36034"/>
                </a:lnTo>
                <a:lnTo>
                  <a:pt x="8410" y="35591"/>
                </a:lnTo>
                <a:lnTo>
                  <a:pt x="8410" y="34969"/>
                </a:lnTo>
                <a:lnTo>
                  <a:pt x="8410" y="34525"/>
                </a:lnTo>
                <a:lnTo>
                  <a:pt x="8727" y="33904"/>
                </a:lnTo>
                <a:lnTo>
                  <a:pt x="8727" y="33460"/>
                </a:lnTo>
                <a:lnTo>
                  <a:pt x="8727" y="32839"/>
                </a:lnTo>
                <a:lnTo>
                  <a:pt x="8727" y="32395"/>
                </a:lnTo>
                <a:lnTo>
                  <a:pt x="9203" y="31774"/>
                </a:lnTo>
                <a:lnTo>
                  <a:pt x="9203" y="31330"/>
                </a:lnTo>
                <a:lnTo>
                  <a:pt x="9203" y="30886"/>
                </a:lnTo>
                <a:lnTo>
                  <a:pt x="9203" y="30265"/>
                </a:lnTo>
                <a:lnTo>
                  <a:pt x="9203" y="29821"/>
                </a:lnTo>
                <a:lnTo>
                  <a:pt x="9521" y="29200"/>
                </a:lnTo>
                <a:lnTo>
                  <a:pt x="9521" y="28756"/>
                </a:lnTo>
                <a:lnTo>
                  <a:pt x="9521" y="28135"/>
                </a:lnTo>
                <a:lnTo>
                  <a:pt x="9521" y="27691"/>
                </a:lnTo>
                <a:lnTo>
                  <a:pt x="9521" y="27070"/>
                </a:lnTo>
                <a:lnTo>
                  <a:pt x="9838" y="26626"/>
                </a:lnTo>
                <a:lnTo>
                  <a:pt x="9838" y="26182"/>
                </a:lnTo>
                <a:lnTo>
                  <a:pt x="9838" y="25561"/>
                </a:lnTo>
                <a:lnTo>
                  <a:pt x="9838" y="25117"/>
                </a:lnTo>
                <a:lnTo>
                  <a:pt x="9838" y="24496"/>
                </a:lnTo>
                <a:lnTo>
                  <a:pt x="10314" y="24052"/>
                </a:lnTo>
                <a:lnTo>
                  <a:pt x="10314" y="23608"/>
                </a:lnTo>
                <a:lnTo>
                  <a:pt x="10314" y="22987"/>
                </a:lnTo>
                <a:lnTo>
                  <a:pt x="10314" y="22543"/>
                </a:lnTo>
                <a:lnTo>
                  <a:pt x="10314" y="21922"/>
                </a:lnTo>
                <a:lnTo>
                  <a:pt x="10314" y="21656"/>
                </a:lnTo>
                <a:lnTo>
                  <a:pt x="10314" y="21035"/>
                </a:lnTo>
                <a:lnTo>
                  <a:pt x="10314" y="20413"/>
                </a:lnTo>
                <a:lnTo>
                  <a:pt x="10314" y="19970"/>
                </a:lnTo>
                <a:lnTo>
                  <a:pt x="10631" y="19526"/>
                </a:lnTo>
                <a:lnTo>
                  <a:pt x="10631" y="19082"/>
                </a:lnTo>
                <a:lnTo>
                  <a:pt x="10631" y="18461"/>
                </a:lnTo>
                <a:lnTo>
                  <a:pt x="10631" y="18017"/>
                </a:lnTo>
                <a:lnTo>
                  <a:pt x="10631" y="17573"/>
                </a:lnTo>
                <a:lnTo>
                  <a:pt x="11108" y="16952"/>
                </a:lnTo>
                <a:lnTo>
                  <a:pt x="11108" y="16508"/>
                </a:lnTo>
                <a:lnTo>
                  <a:pt x="11108" y="16153"/>
                </a:lnTo>
                <a:lnTo>
                  <a:pt x="11108" y="15709"/>
                </a:lnTo>
                <a:lnTo>
                  <a:pt x="11108" y="14999"/>
                </a:lnTo>
                <a:lnTo>
                  <a:pt x="11425" y="14644"/>
                </a:lnTo>
                <a:lnTo>
                  <a:pt x="11425" y="14200"/>
                </a:lnTo>
                <a:lnTo>
                  <a:pt x="11425" y="13579"/>
                </a:lnTo>
                <a:lnTo>
                  <a:pt x="11425" y="13313"/>
                </a:lnTo>
                <a:lnTo>
                  <a:pt x="11742" y="12692"/>
                </a:lnTo>
                <a:lnTo>
                  <a:pt x="11742" y="12248"/>
                </a:lnTo>
                <a:lnTo>
                  <a:pt x="11742" y="11804"/>
                </a:lnTo>
                <a:lnTo>
                  <a:pt x="11742" y="11183"/>
                </a:lnTo>
                <a:lnTo>
                  <a:pt x="11742" y="11005"/>
                </a:lnTo>
                <a:lnTo>
                  <a:pt x="12218" y="10295"/>
                </a:lnTo>
                <a:lnTo>
                  <a:pt x="12218" y="9851"/>
                </a:lnTo>
                <a:lnTo>
                  <a:pt x="12218" y="9496"/>
                </a:lnTo>
                <a:lnTo>
                  <a:pt x="12218" y="9053"/>
                </a:lnTo>
                <a:lnTo>
                  <a:pt x="12218" y="8609"/>
                </a:lnTo>
                <a:lnTo>
                  <a:pt x="12536" y="8165"/>
                </a:lnTo>
                <a:lnTo>
                  <a:pt x="12536" y="7544"/>
                </a:lnTo>
                <a:lnTo>
                  <a:pt x="12536" y="7100"/>
                </a:lnTo>
                <a:lnTo>
                  <a:pt x="12536" y="6656"/>
                </a:lnTo>
                <a:lnTo>
                  <a:pt x="12536" y="6212"/>
                </a:lnTo>
                <a:lnTo>
                  <a:pt x="12536" y="5857"/>
                </a:lnTo>
                <a:lnTo>
                  <a:pt x="12536" y="5147"/>
                </a:lnTo>
                <a:lnTo>
                  <a:pt x="12536" y="4970"/>
                </a:lnTo>
                <a:lnTo>
                  <a:pt x="12536" y="4526"/>
                </a:lnTo>
                <a:lnTo>
                  <a:pt x="13012" y="3905"/>
                </a:lnTo>
                <a:lnTo>
                  <a:pt x="13012" y="3638"/>
                </a:lnTo>
                <a:lnTo>
                  <a:pt x="13012" y="3017"/>
                </a:lnTo>
                <a:lnTo>
                  <a:pt x="13012" y="2840"/>
                </a:lnTo>
                <a:lnTo>
                  <a:pt x="13012" y="2218"/>
                </a:lnTo>
                <a:lnTo>
                  <a:pt x="13329" y="1775"/>
                </a:lnTo>
                <a:lnTo>
                  <a:pt x="13329" y="1508"/>
                </a:lnTo>
                <a:lnTo>
                  <a:pt x="13329" y="887"/>
                </a:lnTo>
                <a:lnTo>
                  <a:pt x="13329" y="443"/>
                </a:lnTo>
                <a:lnTo>
                  <a:pt x="13329" y="0"/>
                </a:lnTo>
              </a:path>
            </a:pathLst>
          </a:custGeom>
          <a:ln w="194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5007309" y="2192922"/>
            <a:ext cx="13805" cy="54850"/>
          </a:xfrm>
          <a:custGeom>
            <a:avLst/>
            <a:gdLst/>
            <a:ahLst/>
            <a:cxnLst/>
            <a:rect l="l" t="t" r="r" b="b"/>
            <a:pathLst>
              <a:path w="13805" h="54850">
                <a:moveTo>
                  <a:pt x="0" y="54850"/>
                </a:moveTo>
                <a:lnTo>
                  <a:pt x="476" y="54495"/>
                </a:lnTo>
                <a:lnTo>
                  <a:pt x="476" y="54052"/>
                </a:lnTo>
                <a:lnTo>
                  <a:pt x="476" y="53608"/>
                </a:lnTo>
                <a:lnTo>
                  <a:pt x="476" y="53164"/>
                </a:lnTo>
                <a:lnTo>
                  <a:pt x="476" y="52987"/>
                </a:lnTo>
                <a:lnTo>
                  <a:pt x="793" y="52277"/>
                </a:lnTo>
                <a:lnTo>
                  <a:pt x="793" y="51922"/>
                </a:lnTo>
                <a:lnTo>
                  <a:pt x="793" y="51655"/>
                </a:lnTo>
                <a:lnTo>
                  <a:pt x="793" y="51034"/>
                </a:lnTo>
                <a:lnTo>
                  <a:pt x="1110" y="50590"/>
                </a:lnTo>
                <a:lnTo>
                  <a:pt x="1110" y="50413"/>
                </a:lnTo>
                <a:lnTo>
                  <a:pt x="1110" y="49703"/>
                </a:lnTo>
                <a:lnTo>
                  <a:pt x="1110" y="49348"/>
                </a:lnTo>
                <a:lnTo>
                  <a:pt x="1110" y="49081"/>
                </a:lnTo>
                <a:lnTo>
                  <a:pt x="1110" y="48638"/>
                </a:lnTo>
                <a:lnTo>
                  <a:pt x="1110" y="48194"/>
                </a:lnTo>
                <a:lnTo>
                  <a:pt x="1110" y="47839"/>
                </a:lnTo>
                <a:lnTo>
                  <a:pt x="1110" y="47395"/>
                </a:lnTo>
                <a:lnTo>
                  <a:pt x="1110" y="46951"/>
                </a:lnTo>
                <a:lnTo>
                  <a:pt x="1586" y="46774"/>
                </a:lnTo>
                <a:lnTo>
                  <a:pt x="1586" y="46064"/>
                </a:lnTo>
                <a:lnTo>
                  <a:pt x="1586" y="45886"/>
                </a:lnTo>
                <a:lnTo>
                  <a:pt x="1586" y="45442"/>
                </a:lnTo>
                <a:lnTo>
                  <a:pt x="1586" y="44999"/>
                </a:lnTo>
                <a:lnTo>
                  <a:pt x="1904" y="44555"/>
                </a:lnTo>
                <a:lnTo>
                  <a:pt x="1904" y="44200"/>
                </a:lnTo>
                <a:lnTo>
                  <a:pt x="1904" y="43756"/>
                </a:lnTo>
                <a:lnTo>
                  <a:pt x="1904" y="43490"/>
                </a:lnTo>
                <a:lnTo>
                  <a:pt x="2380" y="43046"/>
                </a:lnTo>
                <a:lnTo>
                  <a:pt x="2380" y="42691"/>
                </a:lnTo>
                <a:lnTo>
                  <a:pt x="2380" y="42247"/>
                </a:lnTo>
                <a:lnTo>
                  <a:pt x="2380" y="41981"/>
                </a:lnTo>
                <a:lnTo>
                  <a:pt x="2380" y="41626"/>
                </a:lnTo>
                <a:lnTo>
                  <a:pt x="2697" y="41182"/>
                </a:lnTo>
                <a:lnTo>
                  <a:pt x="2697" y="40738"/>
                </a:lnTo>
                <a:lnTo>
                  <a:pt x="2697" y="40295"/>
                </a:lnTo>
                <a:lnTo>
                  <a:pt x="2697" y="39851"/>
                </a:lnTo>
                <a:lnTo>
                  <a:pt x="2697" y="39673"/>
                </a:lnTo>
                <a:lnTo>
                  <a:pt x="3015" y="39229"/>
                </a:lnTo>
                <a:lnTo>
                  <a:pt x="3015" y="38786"/>
                </a:lnTo>
                <a:lnTo>
                  <a:pt x="3015" y="38608"/>
                </a:lnTo>
                <a:lnTo>
                  <a:pt x="3015" y="38164"/>
                </a:lnTo>
                <a:lnTo>
                  <a:pt x="3015" y="37721"/>
                </a:lnTo>
                <a:lnTo>
                  <a:pt x="3491" y="37543"/>
                </a:lnTo>
                <a:lnTo>
                  <a:pt x="3491" y="37099"/>
                </a:lnTo>
                <a:lnTo>
                  <a:pt x="3491" y="36656"/>
                </a:lnTo>
                <a:lnTo>
                  <a:pt x="3491" y="36478"/>
                </a:lnTo>
                <a:lnTo>
                  <a:pt x="3491" y="36034"/>
                </a:lnTo>
                <a:lnTo>
                  <a:pt x="3491" y="35591"/>
                </a:lnTo>
                <a:lnTo>
                  <a:pt x="3491" y="35147"/>
                </a:lnTo>
                <a:lnTo>
                  <a:pt x="3491" y="34969"/>
                </a:lnTo>
                <a:lnTo>
                  <a:pt x="3491" y="34525"/>
                </a:lnTo>
                <a:lnTo>
                  <a:pt x="3808" y="34082"/>
                </a:lnTo>
                <a:lnTo>
                  <a:pt x="3808" y="33904"/>
                </a:lnTo>
                <a:lnTo>
                  <a:pt x="3808" y="33638"/>
                </a:lnTo>
                <a:lnTo>
                  <a:pt x="3808" y="33194"/>
                </a:lnTo>
                <a:lnTo>
                  <a:pt x="3808" y="32839"/>
                </a:lnTo>
                <a:lnTo>
                  <a:pt x="4284" y="32573"/>
                </a:lnTo>
                <a:lnTo>
                  <a:pt x="4284" y="32129"/>
                </a:lnTo>
                <a:lnTo>
                  <a:pt x="4284" y="31685"/>
                </a:lnTo>
                <a:lnTo>
                  <a:pt x="4284" y="31508"/>
                </a:lnTo>
                <a:lnTo>
                  <a:pt x="4284" y="31064"/>
                </a:lnTo>
                <a:lnTo>
                  <a:pt x="4601" y="30886"/>
                </a:lnTo>
                <a:lnTo>
                  <a:pt x="4601" y="30443"/>
                </a:lnTo>
                <a:lnTo>
                  <a:pt x="4601" y="30265"/>
                </a:lnTo>
                <a:lnTo>
                  <a:pt x="4601" y="29821"/>
                </a:lnTo>
                <a:lnTo>
                  <a:pt x="5077" y="29378"/>
                </a:lnTo>
                <a:lnTo>
                  <a:pt x="5077" y="29111"/>
                </a:lnTo>
                <a:lnTo>
                  <a:pt x="5077" y="28934"/>
                </a:lnTo>
                <a:lnTo>
                  <a:pt x="5077" y="28490"/>
                </a:lnTo>
                <a:lnTo>
                  <a:pt x="5077" y="28046"/>
                </a:lnTo>
                <a:lnTo>
                  <a:pt x="5395" y="27869"/>
                </a:lnTo>
                <a:lnTo>
                  <a:pt x="5395" y="27691"/>
                </a:lnTo>
                <a:lnTo>
                  <a:pt x="5395" y="27247"/>
                </a:lnTo>
                <a:lnTo>
                  <a:pt x="5395" y="26981"/>
                </a:lnTo>
                <a:lnTo>
                  <a:pt x="5395" y="26537"/>
                </a:lnTo>
                <a:lnTo>
                  <a:pt x="5395" y="26360"/>
                </a:lnTo>
                <a:lnTo>
                  <a:pt x="5395" y="25916"/>
                </a:lnTo>
                <a:lnTo>
                  <a:pt x="5395" y="25739"/>
                </a:lnTo>
                <a:lnTo>
                  <a:pt x="5395" y="25472"/>
                </a:lnTo>
                <a:lnTo>
                  <a:pt x="5395" y="25117"/>
                </a:lnTo>
                <a:lnTo>
                  <a:pt x="5712" y="24674"/>
                </a:lnTo>
                <a:lnTo>
                  <a:pt x="5712" y="24230"/>
                </a:lnTo>
                <a:lnTo>
                  <a:pt x="5712" y="23786"/>
                </a:lnTo>
                <a:lnTo>
                  <a:pt x="6188" y="23608"/>
                </a:lnTo>
                <a:lnTo>
                  <a:pt x="6188" y="23342"/>
                </a:lnTo>
                <a:lnTo>
                  <a:pt x="6188" y="22898"/>
                </a:lnTo>
                <a:lnTo>
                  <a:pt x="6188" y="22721"/>
                </a:lnTo>
                <a:lnTo>
                  <a:pt x="6188" y="22277"/>
                </a:lnTo>
                <a:lnTo>
                  <a:pt x="6506" y="22277"/>
                </a:lnTo>
                <a:lnTo>
                  <a:pt x="6506" y="21833"/>
                </a:lnTo>
                <a:lnTo>
                  <a:pt x="6506" y="21390"/>
                </a:lnTo>
                <a:lnTo>
                  <a:pt x="6506" y="21212"/>
                </a:lnTo>
                <a:lnTo>
                  <a:pt x="6506" y="21035"/>
                </a:lnTo>
                <a:lnTo>
                  <a:pt x="6982" y="20768"/>
                </a:lnTo>
                <a:lnTo>
                  <a:pt x="6982" y="20325"/>
                </a:lnTo>
                <a:lnTo>
                  <a:pt x="6982" y="20147"/>
                </a:lnTo>
                <a:lnTo>
                  <a:pt x="6982" y="19970"/>
                </a:lnTo>
                <a:lnTo>
                  <a:pt x="6982" y="19703"/>
                </a:lnTo>
                <a:lnTo>
                  <a:pt x="7299" y="19259"/>
                </a:lnTo>
                <a:lnTo>
                  <a:pt x="7299" y="18816"/>
                </a:lnTo>
                <a:lnTo>
                  <a:pt x="7299" y="18638"/>
                </a:lnTo>
                <a:lnTo>
                  <a:pt x="7616" y="18194"/>
                </a:lnTo>
                <a:lnTo>
                  <a:pt x="7616" y="18017"/>
                </a:lnTo>
                <a:lnTo>
                  <a:pt x="7616" y="17573"/>
                </a:lnTo>
                <a:lnTo>
                  <a:pt x="7616" y="17129"/>
                </a:lnTo>
                <a:lnTo>
                  <a:pt x="7616" y="16952"/>
                </a:lnTo>
                <a:lnTo>
                  <a:pt x="7616" y="16508"/>
                </a:lnTo>
                <a:lnTo>
                  <a:pt x="7616" y="16242"/>
                </a:lnTo>
                <a:lnTo>
                  <a:pt x="7616" y="15887"/>
                </a:lnTo>
                <a:lnTo>
                  <a:pt x="8093" y="15620"/>
                </a:lnTo>
                <a:lnTo>
                  <a:pt x="8093" y="15177"/>
                </a:lnTo>
                <a:lnTo>
                  <a:pt x="8093" y="14999"/>
                </a:lnTo>
                <a:lnTo>
                  <a:pt x="8093" y="14555"/>
                </a:lnTo>
                <a:lnTo>
                  <a:pt x="8410" y="14378"/>
                </a:lnTo>
                <a:lnTo>
                  <a:pt x="8410" y="14112"/>
                </a:lnTo>
                <a:lnTo>
                  <a:pt x="8410" y="13934"/>
                </a:lnTo>
                <a:lnTo>
                  <a:pt x="8410" y="13757"/>
                </a:lnTo>
                <a:lnTo>
                  <a:pt x="8886" y="13490"/>
                </a:lnTo>
                <a:lnTo>
                  <a:pt x="8886" y="13047"/>
                </a:lnTo>
                <a:lnTo>
                  <a:pt x="8886" y="12869"/>
                </a:lnTo>
                <a:lnTo>
                  <a:pt x="8886" y="12425"/>
                </a:lnTo>
                <a:lnTo>
                  <a:pt x="9203" y="12248"/>
                </a:lnTo>
                <a:lnTo>
                  <a:pt x="9203" y="11982"/>
                </a:lnTo>
                <a:lnTo>
                  <a:pt x="9203" y="11804"/>
                </a:lnTo>
                <a:lnTo>
                  <a:pt x="9203" y="11538"/>
                </a:lnTo>
                <a:lnTo>
                  <a:pt x="9203" y="11360"/>
                </a:lnTo>
                <a:lnTo>
                  <a:pt x="9521" y="11183"/>
                </a:lnTo>
                <a:lnTo>
                  <a:pt x="9521" y="10916"/>
                </a:lnTo>
                <a:lnTo>
                  <a:pt x="9521" y="10739"/>
                </a:lnTo>
                <a:lnTo>
                  <a:pt x="9521" y="10473"/>
                </a:lnTo>
                <a:lnTo>
                  <a:pt x="9521" y="10295"/>
                </a:lnTo>
                <a:lnTo>
                  <a:pt x="9521" y="10029"/>
                </a:lnTo>
                <a:lnTo>
                  <a:pt x="9521" y="9851"/>
                </a:lnTo>
                <a:lnTo>
                  <a:pt x="9521" y="9674"/>
                </a:lnTo>
                <a:lnTo>
                  <a:pt x="9521" y="9408"/>
                </a:lnTo>
                <a:lnTo>
                  <a:pt x="9997" y="9230"/>
                </a:lnTo>
                <a:lnTo>
                  <a:pt x="9997" y="8964"/>
                </a:lnTo>
                <a:lnTo>
                  <a:pt x="9997" y="8786"/>
                </a:lnTo>
                <a:lnTo>
                  <a:pt x="9997" y="8609"/>
                </a:lnTo>
                <a:lnTo>
                  <a:pt x="9997" y="8343"/>
                </a:lnTo>
                <a:lnTo>
                  <a:pt x="10314" y="8165"/>
                </a:lnTo>
                <a:lnTo>
                  <a:pt x="10314" y="7899"/>
                </a:lnTo>
                <a:lnTo>
                  <a:pt x="10314" y="7721"/>
                </a:lnTo>
                <a:lnTo>
                  <a:pt x="10314" y="7277"/>
                </a:lnTo>
                <a:lnTo>
                  <a:pt x="10790" y="7100"/>
                </a:lnTo>
                <a:lnTo>
                  <a:pt x="10790" y="6834"/>
                </a:lnTo>
                <a:lnTo>
                  <a:pt x="10790" y="6656"/>
                </a:lnTo>
                <a:lnTo>
                  <a:pt x="10790" y="6390"/>
                </a:lnTo>
                <a:lnTo>
                  <a:pt x="11108" y="6212"/>
                </a:lnTo>
                <a:lnTo>
                  <a:pt x="11108" y="6035"/>
                </a:lnTo>
                <a:lnTo>
                  <a:pt x="11108" y="5769"/>
                </a:lnTo>
                <a:lnTo>
                  <a:pt x="11584" y="5591"/>
                </a:lnTo>
                <a:lnTo>
                  <a:pt x="11584" y="5325"/>
                </a:lnTo>
                <a:lnTo>
                  <a:pt x="11584" y="5147"/>
                </a:lnTo>
                <a:lnTo>
                  <a:pt x="11584" y="4881"/>
                </a:lnTo>
                <a:lnTo>
                  <a:pt x="11584" y="4704"/>
                </a:lnTo>
                <a:lnTo>
                  <a:pt x="11584" y="4526"/>
                </a:lnTo>
                <a:lnTo>
                  <a:pt x="11584" y="4260"/>
                </a:lnTo>
                <a:lnTo>
                  <a:pt x="11584" y="4082"/>
                </a:lnTo>
                <a:lnTo>
                  <a:pt x="11901" y="3816"/>
                </a:lnTo>
                <a:lnTo>
                  <a:pt x="11901" y="3638"/>
                </a:lnTo>
                <a:lnTo>
                  <a:pt x="11901" y="3461"/>
                </a:lnTo>
                <a:lnTo>
                  <a:pt x="11901" y="3195"/>
                </a:lnTo>
                <a:lnTo>
                  <a:pt x="12218" y="3195"/>
                </a:lnTo>
                <a:lnTo>
                  <a:pt x="12218" y="3017"/>
                </a:lnTo>
                <a:lnTo>
                  <a:pt x="12218" y="2751"/>
                </a:lnTo>
                <a:lnTo>
                  <a:pt x="12218" y="2573"/>
                </a:lnTo>
                <a:lnTo>
                  <a:pt x="12694" y="2307"/>
                </a:lnTo>
                <a:lnTo>
                  <a:pt x="12694" y="2130"/>
                </a:lnTo>
                <a:lnTo>
                  <a:pt x="12694" y="1952"/>
                </a:lnTo>
                <a:lnTo>
                  <a:pt x="13012" y="1686"/>
                </a:lnTo>
                <a:lnTo>
                  <a:pt x="13012" y="1508"/>
                </a:lnTo>
                <a:lnTo>
                  <a:pt x="13012" y="1242"/>
                </a:lnTo>
                <a:lnTo>
                  <a:pt x="13012" y="1065"/>
                </a:lnTo>
                <a:lnTo>
                  <a:pt x="13488" y="1065"/>
                </a:lnTo>
                <a:lnTo>
                  <a:pt x="13488" y="887"/>
                </a:lnTo>
                <a:lnTo>
                  <a:pt x="13488" y="621"/>
                </a:lnTo>
                <a:lnTo>
                  <a:pt x="13805" y="443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190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5021115" y="2188662"/>
            <a:ext cx="13488" cy="11982"/>
          </a:xfrm>
          <a:custGeom>
            <a:avLst/>
            <a:gdLst/>
            <a:ahLst/>
            <a:cxnLst/>
            <a:rect l="l" t="t" r="r" b="b"/>
            <a:pathLst>
              <a:path w="13488" h="11982">
                <a:moveTo>
                  <a:pt x="0" y="4260"/>
                </a:moveTo>
                <a:lnTo>
                  <a:pt x="0" y="3994"/>
                </a:lnTo>
                <a:lnTo>
                  <a:pt x="0" y="3816"/>
                </a:lnTo>
                <a:lnTo>
                  <a:pt x="317" y="3638"/>
                </a:lnTo>
                <a:lnTo>
                  <a:pt x="317" y="3372"/>
                </a:lnTo>
                <a:lnTo>
                  <a:pt x="317" y="3195"/>
                </a:lnTo>
                <a:lnTo>
                  <a:pt x="793" y="3195"/>
                </a:lnTo>
                <a:lnTo>
                  <a:pt x="793" y="2928"/>
                </a:lnTo>
                <a:lnTo>
                  <a:pt x="793" y="2751"/>
                </a:lnTo>
                <a:lnTo>
                  <a:pt x="1110" y="2751"/>
                </a:lnTo>
                <a:lnTo>
                  <a:pt x="1110" y="2573"/>
                </a:lnTo>
                <a:lnTo>
                  <a:pt x="1110" y="2307"/>
                </a:lnTo>
                <a:lnTo>
                  <a:pt x="1586" y="2307"/>
                </a:lnTo>
                <a:lnTo>
                  <a:pt x="1586" y="2130"/>
                </a:lnTo>
                <a:lnTo>
                  <a:pt x="1586" y="1863"/>
                </a:lnTo>
                <a:lnTo>
                  <a:pt x="1904" y="1863"/>
                </a:lnTo>
                <a:lnTo>
                  <a:pt x="1904" y="1242"/>
                </a:lnTo>
                <a:lnTo>
                  <a:pt x="2380" y="1242"/>
                </a:lnTo>
                <a:lnTo>
                  <a:pt x="2380" y="1065"/>
                </a:lnTo>
                <a:lnTo>
                  <a:pt x="2697" y="798"/>
                </a:lnTo>
                <a:lnTo>
                  <a:pt x="2697" y="621"/>
                </a:lnTo>
                <a:lnTo>
                  <a:pt x="3015" y="621"/>
                </a:lnTo>
                <a:lnTo>
                  <a:pt x="3491" y="621"/>
                </a:lnTo>
                <a:lnTo>
                  <a:pt x="3491" y="621"/>
                </a:lnTo>
                <a:lnTo>
                  <a:pt x="3491" y="355"/>
                </a:lnTo>
                <a:lnTo>
                  <a:pt x="3808" y="355"/>
                </a:lnTo>
                <a:lnTo>
                  <a:pt x="3808" y="177"/>
                </a:lnTo>
                <a:lnTo>
                  <a:pt x="4284" y="177"/>
                </a:lnTo>
                <a:lnTo>
                  <a:pt x="4284" y="0"/>
                </a:lnTo>
                <a:lnTo>
                  <a:pt x="4601" y="0"/>
                </a:lnTo>
                <a:lnTo>
                  <a:pt x="4919" y="0"/>
                </a:lnTo>
                <a:lnTo>
                  <a:pt x="5395" y="0"/>
                </a:lnTo>
                <a:lnTo>
                  <a:pt x="5712" y="0"/>
                </a:lnTo>
                <a:lnTo>
                  <a:pt x="5712" y="0"/>
                </a:lnTo>
                <a:lnTo>
                  <a:pt x="6188" y="177"/>
                </a:lnTo>
                <a:lnTo>
                  <a:pt x="6188" y="355"/>
                </a:lnTo>
                <a:lnTo>
                  <a:pt x="6506" y="355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299" y="621"/>
                </a:lnTo>
                <a:lnTo>
                  <a:pt x="7299" y="798"/>
                </a:lnTo>
                <a:lnTo>
                  <a:pt x="7616" y="1065"/>
                </a:lnTo>
                <a:lnTo>
                  <a:pt x="8093" y="1242"/>
                </a:lnTo>
                <a:lnTo>
                  <a:pt x="8093" y="1420"/>
                </a:lnTo>
                <a:lnTo>
                  <a:pt x="8410" y="1686"/>
                </a:lnTo>
                <a:lnTo>
                  <a:pt x="8410" y="1863"/>
                </a:lnTo>
                <a:lnTo>
                  <a:pt x="8410" y="2130"/>
                </a:lnTo>
                <a:lnTo>
                  <a:pt x="8886" y="2307"/>
                </a:lnTo>
                <a:lnTo>
                  <a:pt x="8886" y="2573"/>
                </a:lnTo>
                <a:lnTo>
                  <a:pt x="8886" y="2751"/>
                </a:lnTo>
                <a:lnTo>
                  <a:pt x="9203" y="2751"/>
                </a:lnTo>
                <a:lnTo>
                  <a:pt x="9203" y="2928"/>
                </a:lnTo>
                <a:lnTo>
                  <a:pt x="9521" y="3195"/>
                </a:lnTo>
                <a:lnTo>
                  <a:pt x="9521" y="3372"/>
                </a:lnTo>
                <a:lnTo>
                  <a:pt x="9521" y="3638"/>
                </a:lnTo>
                <a:lnTo>
                  <a:pt x="9997" y="3638"/>
                </a:lnTo>
                <a:lnTo>
                  <a:pt x="9997" y="3816"/>
                </a:lnTo>
                <a:lnTo>
                  <a:pt x="9997" y="3994"/>
                </a:lnTo>
                <a:lnTo>
                  <a:pt x="10314" y="3994"/>
                </a:lnTo>
                <a:lnTo>
                  <a:pt x="10314" y="4260"/>
                </a:lnTo>
                <a:lnTo>
                  <a:pt x="10314" y="4437"/>
                </a:lnTo>
                <a:lnTo>
                  <a:pt x="10314" y="4704"/>
                </a:lnTo>
                <a:lnTo>
                  <a:pt x="10314" y="4881"/>
                </a:lnTo>
                <a:lnTo>
                  <a:pt x="10314" y="5147"/>
                </a:lnTo>
                <a:lnTo>
                  <a:pt x="10314" y="5325"/>
                </a:lnTo>
                <a:lnTo>
                  <a:pt x="10790" y="5325"/>
                </a:lnTo>
                <a:lnTo>
                  <a:pt x="10790" y="5502"/>
                </a:lnTo>
                <a:lnTo>
                  <a:pt x="10790" y="5769"/>
                </a:lnTo>
                <a:lnTo>
                  <a:pt x="11108" y="5946"/>
                </a:lnTo>
                <a:lnTo>
                  <a:pt x="11108" y="6212"/>
                </a:lnTo>
                <a:lnTo>
                  <a:pt x="11108" y="6390"/>
                </a:lnTo>
                <a:lnTo>
                  <a:pt x="11425" y="6567"/>
                </a:lnTo>
                <a:lnTo>
                  <a:pt x="11425" y="6834"/>
                </a:lnTo>
                <a:lnTo>
                  <a:pt x="11425" y="7011"/>
                </a:lnTo>
                <a:lnTo>
                  <a:pt x="11425" y="7277"/>
                </a:lnTo>
                <a:lnTo>
                  <a:pt x="11901" y="7455"/>
                </a:lnTo>
                <a:lnTo>
                  <a:pt x="11901" y="7721"/>
                </a:lnTo>
                <a:lnTo>
                  <a:pt x="11901" y="7899"/>
                </a:lnTo>
                <a:lnTo>
                  <a:pt x="12218" y="8076"/>
                </a:lnTo>
                <a:lnTo>
                  <a:pt x="12218" y="8343"/>
                </a:lnTo>
                <a:lnTo>
                  <a:pt x="12218" y="8520"/>
                </a:lnTo>
                <a:lnTo>
                  <a:pt x="12218" y="8786"/>
                </a:lnTo>
                <a:lnTo>
                  <a:pt x="12694" y="8786"/>
                </a:lnTo>
                <a:lnTo>
                  <a:pt x="12694" y="8964"/>
                </a:lnTo>
                <a:lnTo>
                  <a:pt x="12694" y="9141"/>
                </a:lnTo>
                <a:lnTo>
                  <a:pt x="12694" y="9408"/>
                </a:lnTo>
                <a:lnTo>
                  <a:pt x="12694" y="9585"/>
                </a:lnTo>
                <a:lnTo>
                  <a:pt x="12694" y="9851"/>
                </a:lnTo>
                <a:lnTo>
                  <a:pt x="12694" y="10029"/>
                </a:lnTo>
                <a:lnTo>
                  <a:pt x="12694" y="10295"/>
                </a:lnTo>
                <a:lnTo>
                  <a:pt x="12694" y="10473"/>
                </a:lnTo>
                <a:lnTo>
                  <a:pt x="13012" y="10650"/>
                </a:lnTo>
                <a:lnTo>
                  <a:pt x="13012" y="10916"/>
                </a:lnTo>
                <a:lnTo>
                  <a:pt x="13012" y="11094"/>
                </a:lnTo>
                <a:lnTo>
                  <a:pt x="13488" y="11360"/>
                </a:lnTo>
                <a:lnTo>
                  <a:pt x="13488" y="11538"/>
                </a:lnTo>
                <a:lnTo>
                  <a:pt x="13488" y="11715"/>
                </a:lnTo>
                <a:lnTo>
                  <a:pt x="13488" y="11982"/>
                </a:lnTo>
              </a:path>
            </a:pathLst>
          </a:custGeom>
          <a:ln w="147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5034603" y="2200644"/>
            <a:ext cx="13805" cy="66211"/>
          </a:xfrm>
          <a:custGeom>
            <a:avLst/>
            <a:gdLst/>
            <a:ahLst/>
            <a:cxnLst/>
            <a:rect l="l" t="t" r="r" b="b"/>
            <a:pathLst>
              <a:path w="13805" h="66211">
                <a:moveTo>
                  <a:pt x="0" y="0"/>
                </a:moveTo>
                <a:lnTo>
                  <a:pt x="0" y="177"/>
                </a:lnTo>
                <a:lnTo>
                  <a:pt x="317" y="443"/>
                </a:lnTo>
                <a:lnTo>
                  <a:pt x="317" y="621"/>
                </a:lnTo>
                <a:lnTo>
                  <a:pt x="317" y="887"/>
                </a:lnTo>
                <a:lnTo>
                  <a:pt x="317" y="1065"/>
                </a:lnTo>
                <a:lnTo>
                  <a:pt x="634" y="1242"/>
                </a:lnTo>
                <a:lnTo>
                  <a:pt x="634" y="1508"/>
                </a:lnTo>
                <a:lnTo>
                  <a:pt x="634" y="1952"/>
                </a:lnTo>
                <a:lnTo>
                  <a:pt x="634" y="2130"/>
                </a:lnTo>
                <a:lnTo>
                  <a:pt x="1110" y="2307"/>
                </a:lnTo>
                <a:lnTo>
                  <a:pt x="1110" y="2573"/>
                </a:lnTo>
                <a:lnTo>
                  <a:pt x="1110" y="2751"/>
                </a:lnTo>
                <a:lnTo>
                  <a:pt x="1110" y="3195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816"/>
                </a:lnTo>
                <a:lnTo>
                  <a:pt x="1428" y="4260"/>
                </a:lnTo>
                <a:lnTo>
                  <a:pt x="1428" y="4526"/>
                </a:lnTo>
                <a:lnTo>
                  <a:pt x="1428" y="4704"/>
                </a:lnTo>
                <a:lnTo>
                  <a:pt x="1428" y="4881"/>
                </a:lnTo>
                <a:lnTo>
                  <a:pt x="1428" y="5147"/>
                </a:lnTo>
                <a:lnTo>
                  <a:pt x="1904" y="5325"/>
                </a:lnTo>
                <a:lnTo>
                  <a:pt x="1904" y="5591"/>
                </a:lnTo>
                <a:lnTo>
                  <a:pt x="1904" y="5769"/>
                </a:lnTo>
                <a:lnTo>
                  <a:pt x="1904" y="6212"/>
                </a:lnTo>
                <a:lnTo>
                  <a:pt x="2221" y="6390"/>
                </a:lnTo>
                <a:lnTo>
                  <a:pt x="2221" y="6834"/>
                </a:lnTo>
                <a:lnTo>
                  <a:pt x="2221" y="7100"/>
                </a:lnTo>
                <a:lnTo>
                  <a:pt x="2221" y="7277"/>
                </a:lnTo>
                <a:lnTo>
                  <a:pt x="2538" y="7455"/>
                </a:lnTo>
                <a:lnTo>
                  <a:pt x="2538" y="7721"/>
                </a:lnTo>
                <a:lnTo>
                  <a:pt x="2538" y="7899"/>
                </a:lnTo>
                <a:lnTo>
                  <a:pt x="2538" y="8343"/>
                </a:lnTo>
                <a:lnTo>
                  <a:pt x="2538" y="8520"/>
                </a:lnTo>
                <a:lnTo>
                  <a:pt x="3015" y="8520"/>
                </a:lnTo>
                <a:lnTo>
                  <a:pt x="3015" y="8964"/>
                </a:lnTo>
                <a:lnTo>
                  <a:pt x="3015" y="9230"/>
                </a:lnTo>
                <a:lnTo>
                  <a:pt x="3015" y="9408"/>
                </a:lnTo>
                <a:lnTo>
                  <a:pt x="3015" y="9851"/>
                </a:lnTo>
                <a:lnTo>
                  <a:pt x="3015" y="10295"/>
                </a:lnTo>
                <a:lnTo>
                  <a:pt x="3015" y="10473"/>
                </a:lnTo>
                <a:lnTo>
                  <a:pt x="3015" y="10916"/>
                </a:lnTo>
                <a:lnTo>
                  <a:pt x="3332" y="11094"/>
                </a:lnTo>
                <a:lnTo>
                  <a:pt x="3332" y="11538"/>
                </a:lnTo>
                <a:lnTo>
                  <a:pt x="3332" y="11804"/>
                </a:lnTo>
                <a:lnTo>
                  <a:pt x="3332" y="12248"/>
                </a:lnTo>
                <a:lnTo>
                  <a:pt x="3808" y="12248"/>
                </a:lnTo>
                <a:lnTo>
                  <a:pt x="3808" y="12603"/>
                </a:lnTo>
                <a:lnTo>
                  <a:pt x="3808" y="12869"/>
                </a:lnTo>
                <a:lnTo>
                  <a:pt x="3808" y="13313"/>
                </a:lnTo>
                <a:lnTo>
                  <a:pt x="4125" y="13668"/>
                </a:lnTo>
                <a:lnTo>
                  <a:pt x="4125" y="13934"/>
                </a:lnTo>
                <a:lnTo>
                  <a:pt x="4125" y="14378"/>
                </a:lnTo>
                <a:lnTo>
                  <a:pt x="4125" y="14555"/>
                </a:lnTo>
                <a:lnTo>
                  <a:pt x="4125" y="14822"/>
                </a:lnTo>
                <a:lnTo>
                  <a:pt x="4601" y="15177"/>
                </a:lnTo>
                <a:lnTo>
                  <a:pt x="4601" y="15443"/>
                </a:lnTo>
                <a:lnTo>
                  <a:pt x="4601" y="15620"/>
                </a:lnTo>
                <a:lnTo>
                  <a:pt x="4601" y="15887"/>
                </a:lnTo>
                <a:lnTo>
                  <a:pt x="4601" y="16242"/>
                </a:lnTo>
                <a:lnTo>
                  <a:pt x="4919" y="16686"/>
                </a:lnTo>
                <a:lnTo>
                  <a:pt x="4919" y="16952"/>
                </a:lnTo>
                <a:lnTo>
                  <a:pt x="4919" y="17129"/>
                </a:lnTo>
                <a:lnTo>
                  <a:pt x="4919" y="17396"/>
                </a:lnTo>
                <a:lnTo>
                  <a:pt x="5236" y="17751"/>
                </a:lnTo>
                <a:lnTo>
                  <a:pt x="5236" y="18017"/>
                </a:lnTo>
                <a:lnTo>
                  <a:pt x="5236" y="18194"/>
                </a:lnTo>
                <a:lnTo>
                  <a:pt x="5236" y="18638"/>
                </a:lnTo>
                <a:lnTo>
                  <a:pt x="5236" y="19082"/>
                </a:lnTo>
                <a:lnTo>
                  <a:pt x="5236" y="19259"/>
                </a:lnTo>
                <a:lnTo>
                  <a:pt x="5236" y="19526"/>
                </a:lnTo>
                <a:lnTo>
                  <a:pt x="5236" y="19970"/>
                </a:lnTo>
                <a:lnTo>
                  <a:pt x="5236" y="20325"/>
                </a:lnTo>
                <a:lnTo>
                  <a:pt x="5712" y="20768"/>
                </a:lnTo>
                <a:lnTo>
                  <a:pt x="5712" y="21212"/>
                </a:lnTo>
                <a:lnTo>
                  <a:pt x="5712" y="21390"/>
                </a:lnTo>
                <a:lnTo>
                  <a:pt x="5712" y="21656"/>
                </a:lnTo>
                <a:lnTo>
                  <a:pt x="5712" y="22100"/>
                </a:lnTo>
                <a:lnTo>
                  <a:pt x="6030" y="22543"/>
                </a:lnTo>
                <a:lnTo>
                  <a:pt x="6030" y="22721"/>
                </a:lnTo>
                <a:lnTo>
                  <a:pt x="6030" y="22898"/>
                </a:lnTo>
                <a:lnTo>
                  <a:pt x="6030" y="23342"/>
                </a:lnTo>
                <a:lnTo>
                  <a:pt x="6506" y="23786"/>
                </a:lnTo>
                <a:lnTo>
                  <a:pt x="6506" y="23964"/>
                </a:lnTo>
                <a:lnTo>
                  <a:pt x="6506" y="24230"/>
                </a:lnTo>
                <a:lnTo>
                  <a:pt x="6506" y="24674"/>
                </a:lnTo>
                <a:lnTo>
                  <a:pt x="6506" y="25117"/>
                </a:lnTo>
                <a:lnTo>
                  <a:pt x="6823" y="25295"/>
                </a:lnTo>
                <a:lnTo>
                  <a:pt x="6823" y="25739"/>
                </a:lnTo>
                <a:lnTo>
                  <a:pt x="6823" y="25916"/>
                </a:lnTo>
                <a:lnTo>
                  <a:pt x="6823" y="26360"/>
                </a:lnTo>
                <a:lnTo>
                  <a:pt x="6823" y="26537"/>
                </a:lnTo>
                <a:lnTo>
                  <a:pt x="7140" y="26981"/>
                </a:lnTo>
                <a:lnTo>
                  <a:pt x="7140" y="27425"/>
                </a:lnTo>
                <a:lnTo>
                  <a:pt x="7140" y="27691"/>
                </a:lnTo>
                <a:lnTo>
                  <a:pt x="7140" y="28046"/>
                </a:lnTo>
                <a:lnTo>
                  <a:pt x="7140" y="28490"/>
                </a:lnTo>
                <a:lnTo>
                  <a:pt x="7140" y="28756"/>
                </a:lnTo>
                <a:lnTo>
                  <a:pt x="7140" y="28934"/>
                </a:lnTo>
                <a:lnTo>
                  <a:pt x="7140" y="29378"/>
                </a:lnTo>
                <a:lnTo>
                  <a:pt x="7140" y="29821"/>
                </a:lnTo>
                <a:lnTo>
                  <a:pt x="7616" y="29999"/>
                </a:lnTo>
                <a:lnTo>
                  <a:pt x="7616" y="30443"/>
                </a:lnTo>
                <a:lnTo>
                  <a:pt x="7616" y="30886"/>
                </a:lnTo>
                <a:lnTo>
                  <a:pt x="7616" y="31064"/>
                </a:lnTo>
                <a:lnTo>
                  <a:pt x="7616" y="31508"/>
                </a:lnTo>
                <a:lnTo>
                  <a:pt x="7934" y="31952"/>
                </a:lnTo>
                <a:lnTo>
                  <a:pt x="7934" y="32129"/>
                </a:lnTo>
                <a:lnTo>
                  <a:pt x="7934" y="32573"/>
                </a:lnTo>
                <a:lnTo>
                  <a:pt x="7934" y="33017"/>
                </a:lnTo>
                <a:lnTo>
                  <a:pt x="7934" y="33460"/>
                </a:lnTo>
                <a:lnTo>
                  <a:pt x="8410" y="33638"/>
                </a:lnTo>
                <a:lnTo>
                  <a:pt x="8410" y="34082"/>
                </a:lnTo>
                <a:lnTo>
                  <a:pt x="8410" y="34525"/>
                </a:lnTo>
                <a:lnTo>
                  <a:pt x="8410" y="34703"/>
                </a:lnTo>
                <a:lnTo>
                  <a:pt x="8410" y="35147"/>
                </a:lnTo>
                <a:lnTo>
                  <a:pt x="8727" y="35591"/>
                </a:lnTo>
                <a:lnTo>
                  <a:pt x="8727" y="35768"/>
                </a:lnTo>
                <a:lnTo>
                  <a:pt x="8727" y="36212"/>
                </a:lnTo>
                <a:lnTo>
                  <a:pt x="8727" y="36656"/>
                </a:lnTo>
                <a:lnTo>
                  <a:pt x="9203" y="36833"/>
                </a:lnTo>
                <a:lnTo>
                  <a:pt x="9203" y="37277"/>
                </a:lnTo>
                <a:lnTo>
                  <a:pt x="9203" y="37721"/>
                </a:lnTo>
                <a:lnTo>
                  <a:pt x="9203" y="38164"/>
                </a:lnTo>
                <a:lnTo>
                  <a:pt x="9203" y="38608"/>
                </a:lnTo>
                <a:lnTo>
                  <a:pt x="9521" y="39052"/>
                </a:lnTo>
                <a:lnTo>
                  <a:pt x="9521" y="39229"/>
                </a:lnTo>
                <a:lnTo>
                  <a:pt x="9521" y="39673"/>
                </a:lnTo>
                <a:lnTo>
                  <a:pt x="9521" y="40117"/>
                </a:lnTo>
                <a:lnTo>
                  <a:pt x="9521" y="40472"/>
                </a:lnTo>
                <a:lnTo>
                  <a:pt x="9521" y="40738"/>
                </a:lnTo>
                <a:lnTo>
                  <a:pt x="9521" y="41360"/>
                </a:lnTo>
                <a:lnTo>
                  <a:pt x="9521" y="41626"/>
                </a:lnTo>
                <a:lnTo>
                  <a:pt x="9521" y="41981"/>
                </a:lnTo>
                <a:lnTo>
                  <a:pt x="9521" y="42425"/>
                </a:lnTo>
                <a:lnTo>
                  <a:pt x="9838" y="42868"/>
                </a:lnTo>
                <a:lnTo>
                  <a:pt x="9838" y="43312"/>
                </a:lnTo>
                <a:lnTo>
                  <a:pt x="9838" y="43756"/>
                </a:lnTo>
                <a:lnTo>
                  <a:pt x="9838" y="43934"/>
                </a:lnTo>
                <a:lnTo>
                  <a:pt x="10314" y="44377"/>
                </a:lnTo>
                <a:lnTo>
                  <a:pt x="10314" y="44821"/>
                </a:lnTo>
                <a:lnTo>
                  <a:pt x="10314" y="45265"/>
                </a:lnTo>
                <a:lnTo>
                  <a:pt x="10314" y="45620"/>
                </a:lnTo>
                <a:lnTo>
                  <a:pt x="10314" y="46064"/>
                </a:lnTo>
                <a:lnTo>
                  <a:pt x="10631" y="46330"/>
                </a:lnTo>
                <a:lnTo>
                  <a:pt x="10631" y="46951"/>
                </a:lnTo>
                <a:lnTo>
                  <a:pt x="10631" y="47395"/>
                </a:lnTo>
                <a:lnTo>
                  <a:pt x="10631" y="47573"/>
                </a:lnTo>
                <a:lnTo>
                  <a:pt x="10631" y="48016"/>
                </a:lnTo>
                <a:lnTo>
                  <a:pt x="11108" y="48638"/>
                </a:lnTo>
                <a:lnTo>
                  <a:pt x="11108" y="48904"/>
                </a:lnTo>
                <a:lnTo>
                  <a:pt x="11108" y="49348"/>
                </a:lnTo>
                <a:lnTo>
                  <a:pt x="11108" y="49969"/>
                </a:lnTo>
                <a:lnTo>
                  <a:pt x="11108" y="50146"/>
                </a:lnTo>
                <a:lnTo>
                  <a:pt x="11425" y="50590"/>
                </a:lnTo>
                <a:lnTo>
                  <a:pt x="11425" y="51034"/>
                </a:lnTo>
                <a:lnTo>
                  <a:pt x="11425" y="51478"/>
                </a:lnTo>
                <a:lnTo>
                  <a:pt x="11425" y="51922"/>
                </a:lnTo>
                <a:lnTo>
                  <a:pt x="11425" y="52277"/>
                </a:lnTo>
                <a:lnTo>
                  <a:pt x="11425" y="52720"/>
                </a:lnTo>
                <a:lnTo>
                  <a:pt x="11425" y="53164"/>
                </a:lnTo>
                <a:lnTo>
                  <a:pt x="11425" y="53608"/>
                </a:lnTo>
                <a:lnTo>
                  <a:pt x="11425" y="54052"/>
                </a:lnTo>
                <a:lnTo>
                  <a:pt x="11742" y="54673"/>
                </a:lnTo>
                <a:lnTo>
                  <a:pt x="11742" y="54850"/>
                </a:lnTo>
                <a:lnTo>
                  <a:pt x="11742" y="55294"/>
                </a:lnTo>
                <a:lnTo>
                  <a:pt x="11742" y="55738"/>
                </a:lnTo>
                <a:lnTo>
                  <a:pt x="11742" y="56182"/>
                </a:lnTo>
                <a:lnTo>
                  <a:pt x="12218" y="56803"/>
                </a:lnTo>
                <a:lnTo>
                  <a:pt x="12218" y="56981"/>
                </a:lnTo>
                <a:lnTo>
                  <a:pt x="12218" y="57691"/>
                </a:lnTo>
                <a:lnTo>
                  <a:pt x="12218" y="58134"/>
                </a:lnTo>
                <a:lnTo>
                  <a:pt x="12218" y="58312"/>
                </a:lnTo>
                <a:lnTo>
                  <a:pt x="12536" y="58933"/>
                </a:lnTo>
                <a:lnTo>
                  <a:pt x="12536" y="59377"/>
                </a:lnTo>
                <a:lnTo>
                  <a:pt x="12536" y="59821"/>
                </a:lnTo>
                <a:lnTo>
                  <a:pt x="12536" y="60265"/>
                </a:lnTo>
                <a:lnTo>
                  <a:pt x="13012" y="60708"/>
                </a:lnTo>
                <a:lnTo>
                  <a:pt x="13012" y="61063"/>
                </a:lnTo>
                <a:lnTo>
                  <a:pt x="13012" y="61773"/>
                </a:lnTo>
                <a:lnTo>
                  <a:pt x="13012" y="61951"/>
                </a:lnTo>
                <a:lnTo>
                  <a:pt x="13012" y="62572"/>
                </a:lnTo>
                <a:lnTo>
                  <a:pt x="13329" y="62838"/>
                </a:lnTo>
                <a:lnTo>
                  <a:pt x="13329" y="63460"/>
                </a:lnTo>
                <a:lnTo>
                  <a:pt x="13329" y="64081"/>
                </a:lnTo>
                <a:lnTo>
                  <a:pt x="13329" y="64347"/>
                </a:lnTo>
                <a:lnTo>
                  <a:pt x="13329" y="64969"/>
                </a:lnTo>
                <a:lnTo>
                  <a:pt x="13805" y="65146"/>
                </a:lnTo>
                <a:lnTo>
                  <a:pt x="13805" y="65856"/>
                </a:lnTo>
                <a:lnTo>
                  <a:pt x="13805" y="66211"/>
                </a:lnTo>
              </a:path>
            </a:pathLst>
          </a:custGeom>
          <a:ln w="191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048409" y="2266856"/>
            <a:ext cx="13329" cy="116713"/>
          </a:xfrm>
          <a:custGeom>
            <a:avLst/>
            <a:gdLst/>
            <a:ahLst/>
            <a:cxnLst/>
            <a:rect l="l" t="t" r="r" b="b"/>
            <a:pathLst>
              <a:path w="13329" h="116713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0" y="1331"/>
                </a:lnTo>
                <a:lnTo>
                  <a:pt x="0" y="1952"/>
                </a:lnTo>
                <a:lnTo>
                  <a:pt x="0" y="2396"/>
                </a:lnTo>
                <a:lnTo>
                  <a:pt x="0" y="2840"/>
                </a:lnTo>
                <a:lnTo>
                  <a:pt x="317" y="3461"/>
                </a:lnTo>
                <a:lnTo>
                  <a:pt x="317" y="3905"/>
                </a:lnTo>
                <a:lnTo>
                  <a:pt x="317" y="4349"/>
                </a:lnTo>
                <a:lnTo>
                  <a:pt x="317" y="4970"/>
                </a:lnTo>
                <a:lnTo>
                  <a:pt x="317" y="5147"/>
                </a:lnTo>
                <a:lnTo>
                  <a:pt x="634" y="5857"/>
                </a:lnTo>
                <a:lnTo>
                  <a:pt x="634" y="6212"/>
                </a:lnTo>
                <a:lnTo>
                  <a:pt x="634" y="6656"/>
                </a:lnTo>
                <a:lnTo>
                  <a:pt x="634" y="7366"/>
                </a:lnTo>
                <a:lnTo>
                  <a:pt x="634" y="7721"/>
                </a:lnTo>
                <a:lnTo>
                  <a:pt x="1110" y="8165"/>
                </a:lnTo>
                <a:lnTo>
                  <a:pt x="1110" y="8609"/>
                </a:lnTo>
                <a:lnTo>
                  <a:pt x="1110" y="9230"/>
                </a:lnTo>
                <a:lnTo>
                  <a:pt x="1110" y="9674"/>
                </a:lnTo>
                <a:lnTo>
                  <a:pt x="1110" y="10118"/>
                </a:lnTo>
                <a:lnTo>
                  <a:pt x="1428" y="10739"/>
                </a:lnTo>
                <a:lnTo>
                  <a:pt x="1428" y="11183"/>
                </a:lnTo>
                <a:lnTo>
                  <a:pt x="1428" y="11626"/>
                </a:lnTo>
                <a:lnTo>
                  <a:pt x="1428" y="12070"/>
                </a:lnTo>
                <a:lnTo>
                  <a:pt x="1904" y="12692"/>
                </a:lnTo>
                <a:lnTo>
                  <a:pt x="1904" y="13313"/>
                </a:lnTo>
                <a:lnTo>
                  <a:pt x="1904" y="13579"/>
                </a:lnTo>
                <a:lnTo>
                  <a:pt x="1904" y="14200"/>
                </a:lnTo>
                <a:lnTo>
                  <a:pt x="1904" y="14644"/>
                </a:lnTo>
                <a:lnTo>
                  <a:pt x="1904" y="15265"/>
                </a:lnTo>
                <a:lnTo>
                  <a:pt x="1904" y="15709"/>
                </a:lnTo>
                <a:lnTo>
                  <a:pt x="1904" y="16153"/>
                </a:lnTo>
                <a:lnTo>
                  <a:pt x="1904" y="16774"/>
                </a:lnTo>
                <a:lnTo>
                  <a:pt x="1904" y="17218"/>
                </a:lnTo>
                <a:lnTo>
                  <a:pt x="2221" y="17839"/>
                </a:lnTo>
                <a:lnTo>
                  <a:pt x="2221" y="18283"/>
                </a:lnTo>
                <a:lnTo>
                  <a:pt x="2221" y="18727"/>
                </a:lnTo>
                <a:lnTo>
                  <a:pt x="2221" y="19082"/>
                </a:lnTo>
                <a:lnTo>
                  <a:pt x="2221" y="19792"/>
                </a:lnTo>
                <a:lnTo>
                  <a:pt x="2538" y="20413"/>
                </a:lnTo>
                <a:lnTo>
                  <a:pt x="2538" y="20857"/>
                </a:lnTo>
                <a:lnTo>
                  <a:pt x="2538" y="21478"/>
                </a:lnTo>
                <a:lnTo>
                  <a:pt x="2538" y="21922"/>
                </a:lnTo>
                <a:lnTo>
                  <a:pt x="3015" y="22543"/>
                </a:lnTo>
                <a:lnTo>
                  <a:pt x="3015" y="22721"/>
                </a:lnTo>
                <a:lnTo>
                  <a:pt x="3015" y="23431"/>
                </a:lnTo>
                <a:lnTo>
                  <a:pt x="3015" y="23875"/>
                </a:lnTo>
                <a:lnTo>
                  <a:pt x="3015" y="24496"/>
                </a:lnTo>
                <a:lnTo>
                  <a:pt x="3332" y="25117"/>
                </a:lnTo>
                <a:lnTo>
                  <a:pt x="3332" y="25561"/>
                </a:lnTo>
                <a:lnTo>
                  <a:pt x="3332" y="26182"/>
                </a:lnTo>
                <a:lnTo>
                  <a:pt x="3332" y="26626"/>
                </a:lnTo>
                <a:lnTo>
                  <a:pt x="3332" y="27247"/>
                </a:lnTo>
                <a:lnTo>
                  <a:pt x="3808" y="27691"/>
                </a:lnTo>
                <a:lnTo>
                  <a:pt x="3808" y="28313"/>
                </a:lnTo>
                <a:lnTo>
                  <a:pt x="3808" y="28756"/>
                </a:lnTo>
                <a:lnTo>
                  <a:pt x="3808" y="29378"/>
                </a:lnTo>
                <a:lnTo>
                  <a:pt x="3808" y="29821"/>
                </a:lnTo>
                <a:lnTo>
                  <a:pt x="4125" y="30443"/>
                </a:lnTo>
                <a:lnTo>
                  <a:pt x="4125" y="30886"/>
                </a:lnTo>
                <a:lnTo>
                  <a:pt x="4125" y="31597"/>
                </a:lnTo>
                <a:lnTo>
                  <a:pt x="4125" y="32218"/>
                </a:lnTo>
                <a:lnTo>
                  <a:pt x="4125" y="32662"/>
                </a:lnTo>
                <a:lnTo>
                  <a:pt x="4125" y="33283"/>
                </a:lnTo>
                <a:lnTo>
                  <a:pt x="4125" y="33727"/>
                </a:lnTo>
                <a:lnTo>
                  <a:pt x="4125" y="34348"/>
                </a:lnTo>
                <a:lnTo>
                  <a:pt x="4125" y="34792"/>
                </a:lnTo>
                <a:lnTo>
                  <a:pt x="4443" y="35413"/>
                </a:lnTo>
                <a:lnTo>
                  <a:pt x="4443" y="35857"/>
                </a:lnTo>
                <a:lnTo>
                  <a:pt x="4443" y="36478"/>
                </a:lnTo>
                <a:lnTo>
                  <a:pt x="4443" y="36922"/>
                </a:lnTo>
                <a:lnTo>
                  <a:pt x="4443" y="37543"/>
                </a:lnTo>
                <a:lnTo>
                  <a:pt x="4919" y="37987"/>
                </a:lnTo>
                <a:lnTo>
                  <a:pt x="4919" y="38608"/>
                </a:lnTo>
                <a:lnTo>
                  <a:pt x="4919" y="39229"/>
                </a:lnTo>
                <a:lnTo>
                  <a:pt x="4919" y="39673"/>
                </a:lnTo>
                <a:lnTo>
                  <a:pt x="4919" y="40383"/>
                </a:lnTo>
                <a:lnTo>
                  <a:pt x="5236" y="41005"/>
                </a:lnTo>
                <a:lnTo>
                  <a:pt x="5236" y="41626"/>
                </a:lnTo>
                <a:lnTo>
                  <a:pt x="5236" y="42070"/>
                </a:lnTo>
                <a:lnTo>
                  <a:pt x="5236" y="42691"/>
                </a:lnTo>
                <a:lnTo>
                  <a:pt x="5712" y="43135"/>
                </a:lnTo>
                <a:lnTo>
                  <a:pt x="5712" y="43756"/>
                </a:lnTo>
                <a:lnTo>
                  <a:pt x="5712" y="44200"/>
                </a:lnTo>
                <a:lnTo>
                  <a:pt x="5712" y="45087"/>
                </a:lnTo>
                <a:lnTo>
                  <a:pt x="5712" y="45531"/>
                </a:lnTo>
                <a:lnTo>
                  <a:pt x="6030" y="46152"/>
                </a:lnTo>
                <a:lnTo>
                  <a:pt x="6030" y="46596"/>
                </a:lnTo>
                <a:lnTo>
                  <a:pt x="6030" y="47217"/>
                </a:lnTo>
                <a:lnTo>
                  <a:pt x="6030" y="47839"/>
                </a:lnTo>
                <a:lnTo>
                  <a:pt x="6030" y="48460"/>
                </a:lnTo>
                <a:lnTo>
                  <a:pt x="6030" y="48904"/>
                </a:lnTo>
                <a:lnTo>
                  <a:pt x="6030" y="49525"/>
                </a:lnTo>
                <a:lnTo>
                  <a:pt x="6030" y="49969"/>
                </a:lnTo>
                <a:lnTo>
                  <a:pt x="6030" y="50856"/>
                </a:lnTo>
                <a:lnTo>
                  <a:pt x="6030" y="51300"/>
                </a:lnTo>
                <a:lnTo>
                  <a:pt x="6506" y="51922"/>
                </a:lnTo>
                <a:lnTo>
                  <a:pt x="6506" y="52365"/>
                </a:lnTo>
                <a:lnTo>
                  <a:pt x="6506" y="52987"/>
                </a:lnTo>
                <a:lnTo>
                  <a:pt x="6506" y="53608"/>
                </a:lnTo>
                <a:lnTo>
                  <a:pt x="6823" y="54318"/>
                </a:lnTo>
                <a:lnTo>
                  <a:pt x="6823" y="54673"/>
                </a:lnTo>
                <a:lnTo>
                  <a:pt x="6823" y="55561"/>
                </a:lnTo>
                <a:lnTo>
                  <a:pt x="6823" y="56004"/>
                </a:lnTo>
                <a:lnTo>
                  <a:pt x="6823" y="56626"/>
                </a:lnTo>
                <a:lnTo>
                  <a:pt x="7140" y="57069"/>
                </a:lnTo>
                <a:lnTo>
                  <a:pt x="7140" y="57957"/>
                </a:lnTo>
                <a:lnTo>
                  <a:pt x="7140" y="58312"/>
                </a:lnTo>
                <a:lnTo>
                  <a:pt x="7140" y="59022"/>
                </a:lnTo>
                <a:lnTo>
                  <a:pt x="7140" y="59643"/>
                </a:lnTo>
                <a:lnTo>
                  <a:pt x="7616" y="60265"/>
                </a:lnTo>
                <a:lnTo>
                  <a:pt x="7616" y="60708"/>
                </a:lnTo>
                <a:lnTo>
                  <a:pt x="7616" y="61596"/>
                </a:lnTo>
                <a:lnTo>
                  <a:pt x="7616" y="62040"/>
                </a:lnTo>
                <a:lnTo>
                  <a:pt x="7616" y="62661"/>
                </a:lnTo>
                <a:lnTo>
                  <a:pt x="7934" y="63282"/>
                </a:lnTo>
                <a:lnTo>
                  <a:pt x="7934" y="63904"/>
                </a:lnTo>
                <a:lnTo>
                  <a:pt x="7934" y="64347"/>
                </a:lnTo>
                <a:lnTo>
                  <a:pt x="7934" y="65235"/>
                </a:lnTo>
                <a:lnTo>
                  <a:pt x="8410" y="65679"/>
                </a:lnTo>
                <a:lnTo>
                  <a:pt x="8410" y="66300"/>
                </a:lnTo>
                <a:lnTo>
                  <a:pt x="8410" y="66921"/>
                </a:lnTo>
                <a:lnTo>
                  <a:pt x="8410" y="67543"/>
                </a:lnTo>
                <a:lnTo>
                  <a:pt x="8410" y="68253"/>
                </a:lnTo>
                <a:lnTo>
                  <a:pt x="8410" y="68608"/>
                </a:lnTo>
                <a:lnTo>
                  <a:pt x="8410" y="69318"/>
                </a:lnTo>
                <a:lnTo>
                  <a:pt x="8410" y="69939"/>
                </a:lnTo>
                <a:lnTo>
                  <a:pt x="8410" y="70560"/>
                </a:lnTo>
                <a:lnTo>
                  <a:pt x="8410" y="71182"/>
                </a:lnTo>
                <a:lnTo>
                  <a:pt x="8727" y="71892"/>
                </a:lnTo>
                <a:lnTo>
                  <a:pt x="8727" y="72335"/>
                </a:lnTo>
                <a:lnTo>
                  <a:pt x="8727" y="73134"/>
                </a:lnTo>
                <a:lnTo>
                  <a:pt x="8727" y="73578"/>
                </a:lnTo>
                <a:lnTo>
                  <a:pt x="8727" y="74465"/>
                </a:lnTo>
                <a:lnTo>
                  <a:pt x="9045" y="74909"/>
                </a:lnTo>
                <a:lnTo>
                  <a:pt x="9045" y="75708"/>
                </a:lnTo>
                <a:lnTo>
                  <a:pt x="9045" y="76152"/>
                </a:lnTo>
                <a:lnTo>
                  <a:pt x="9045" y="77039"/>
                </a:lnTo>
                <a:lnTo>
                  <a:pt x="9521" y="77483"/>
                </a:lnTo>
                <a:lnTo>
                  <a:pt x="9521" y="78104"/>
                </a:lnTo>
                <a:lnTo>
                  <a:pt x="9521" y="78726"/>
                </a:lnTo>
                <a:lnTo>
                  <a:pt x="9521" y="79347"/>
                </a:lnTo>
                <a:lnTo>
                  <a:pt x="9521" y="79968"/>
                </a:lnTo>
                <a:lnTo>
                  <a:pt x="9838" y="80678"/>
                </a:lnTo>
                <a:lnTo>
                  <a:pt x="9838" y="81300"/>
                </a:lnTo>
                <a:lnTo>
                  <a:pt x="9838" y="81921"/>
                </a:lnTo>
                <a:lnTo>
                  <a:pt x="9838" y="82542"/>
                </a:lnTo>
                <a:lnTo>
                  <a:pt x="9838" y="83252"/>
                </a:lnTo>
                <a:lnTo>
                  <a:pt x="10314" y="83874"/>
                </a:lnTo>
                <a:lnTo>
                  <a:pt x="10314" y="84495"/>
                </a:lnTo>
                <a:lnTo>
                  <a:pt x="10314" y="85116"/>
                </a:lnTo>
                <a:lnTo>
                  <a:pt x="10314" y="85826"/>
                </a:lnTo>
                <a:lnTo>
                  <a:pt x="10314" y="86447"/>
                </a:lnTo>
                <a:lnTo>
                  <a:pt x="10314" y="87069"/>
                </a:lnTo>
                <a:lnTo>
                  <a:pt x="10314" y="87690"/>
                </a:lnTo>
                <a:lnTo>
                  <a:pt x="10314" y="88400"/>
                </a:lnTo>
                <a:lnTo>
                  <a:pt x="10314" y="89021"/>
                </a:lnTo>
                <a:lnTo>
                  <a:pt x="10314" y="89643"/>
                </a:lnTo>
                <a:lnTo>
                  <a:pt x="10631" y="90264"/>
                </a:lnTo>
                <a:lnTo>
                  <a:pt x="10631" y="91152"/>
                </a:lnTo>
                <a:lnTo>
                  <a:pt x="10631" y="91595"/>
                </a:lnTo>
                <a:lnTo>
                  <a:pt x="10631" y="92483"/>
                </a:lnTo>
                <a:lnTo>
                  <a:pt x="11108" y="93104"/>
                </a:lnTo>
                <a:lnTo>
                  <a:pt x="11108" y="93548"/>
                </a:lnTo>
                <a:lnTo>
                  <a:pt x="11108" y="94347"/>
                </a:lnTo>
                <a:lnTo>
                  <a:pt x="11108" y="94791"/>
                </a:lnTo>
                <a:lnTo>
                  <a:pt x="11108" y="95678"/>
                </a:lnTo>
                <a:lnTo>
                  <a:pt x="11425" y="96299"/>
                </a:lnTo>
                <a:lnTo>
                  <a:pt x="11425" y="96921"/>
                </a:lnTo>
                <a:lnTo>
                  <a:pt x="11425" y="97631"/>
                </a:lnTo>
                <a:lnTo>
                  <a:pt x="11425" y="98252"/>
                </a:lnTo>
                <a:lnTo>
                  <a:pt x="11425" y="98873"/>
                </a:lnTo>
                <a:lnTo>
                  <a:pt x="11742" y="99495"/>
                </a:lnTo>
                <a:lnTo>
                  <a:pt x="11742" y="100382"/>
                </a:lnTo>
                <a:lnTo>
                  <a:pt x="11742" y="100826"/>
                </a:lnTo>
                <a:lnTo>
                  <a:pt x="11742" y="101713"/>
                </a:lnTo>
                <a:lnTo>
                  <a:pt x="11742" y="102335"/>
                </a:lnTo>
                <a:lnTo>
                  <a:pt x="12218" y="102956"/>
                </a:lnTo>
                <a:lnTo>
                  <a:pt x="12218" y="103577"/>
                </a:lnTo>
                <a:lnTo>
                  <a:pt x="12218" y="104199"/>
                </a:lnTo>
                <a:lnTo>
                  <a:pt x="12218" y="105086"/>
                </a:lnTo>
                <a:lnTo>
                  <a:pt x="12218" y="105530"/>
                </a:lnTo>
                <a:lnTo>
                  <a:pt x="12218" y="106417"/>
                </a:lnTo>
                <a:lnTo>
                  <a:pt x="12218" y="107039"/>
                </a:lnTo>
                <a:lnTo>
                  <a:pt x="12218" y="107660"/>
                </a:lnTo>
                <a:lnTo>
                  <a:pt x="12218" y="108281"/>
                </a:lnTo>
                <a:lnTo>
                  <a:pt x="12536" y="108991"/>
                </a:lnTo>
                <a:lnTo>
                  <a:pt x="12536" y="109790"/>
                </a:lnTo>
                <a:lnTo>
                  <a:pt x="12536" y="110500"/>
                </a:lnTo>
                <a:lnTo>
                  <a:pt x="12536" y="111122"/>
                </a:lnTo>
                <a:lnTo>
                  <a:pt x="12536" y="111743"/>
                </a:lnTo>
                <a:lnTo>
                  <a:pt x="13012" y="112364"/>
                </a:lnTo>
                <a:lnTo>
                  <a:pt x="13012" y="113252"/>
                </a:lnTo>
                <a:lnTo>
                  <a:pt x="13012" y="113873"/>
                </a:lnTo>
                <a:lnTo>
                  <a:pt x="13012" y="114494"/>
                </a:lnTo>
                <a:lnTo>
                  <a:pt x="13012" y="115204"/>
                </a:lnTo>
                <a:lnTo>
                  <a:pt x="13329" y="116003"/>
                </a:lnTo>
                <a:lnTo>
                  <a:pt x="13329" y="116713"/>
                </a:lnTo>
              </a:path>
            </a:pathLst>
          </a:custGeom>
          <a:ln w="194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061738" y="2383569"/>
            <a:ext cx="13805" cy="153902"/>
          </a:xfrm>
          <a:custGeom>
            <a:avLst/>
            <a:gdLst/>
            <a:ahLst/>
            <a:cxnLst/>
            <a:rect l="l" t="t" r="r" b="b"/>
            <a:pathLst>
              <a:path w="13805" h="153902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317" y="1863"/>
                </a:lnTo>
                <a:lnTo>
                  <a:pt x="317" y="2751"/>
                </a:lnTo>
                <a:lnTo>
                  <a:pt x="317" y="3372"/>
                </a:lnTo>
                <a:lnTo>
                  <a:pt x="317" y="4082"/>
                </a:lnTo>
                <a:lnTo>
                  <a:pt x="317" y="4881"/>
                </a:lnTo>
                <a:lnTo>
                  <a:pt x="793" y="5325"/>
                </a:lnTo>
                <a:lnTo>
                  <a:pt x="793" y="6212"/>
                </a:lnTo>
                <a:lnTo>
                  <a:pt x="793" y="6834"/>
                </a:lnTo>
                <a:lnTo>
                  <a:pt x="793" y="7455"/>
                </a:lnTo>
                <a:lnTo>
                  <a:pt x="793" y="8343"/>
                </a:lnTo>
                <a:lnTo>
                  <a:pt x="1110" y="8964"/>
                </a:lnTo>
                <a:lnTo>
                  <a:pt x="1110" y="9851"/>
                </a:lnTo>
                <a:lnTo>
                  <a:pt x="1110" y="10473"/>
                </a:lnTo>
                <a:lnTo>
                  <a:pt x="1110" y="11094"/>
                </a:lnTo>
                <a:lnTo>
                  <a:pt x="1110" y="11715"/>
                </a:lnTo>
                <a:lnTo>
                  <a:pt x="1110" y="12425"/>
                </a:lnTo>
                <a:lnTo>
                  <a:pt x="1110" y="13224"/>
                </a:lnTo>
                <a:lnTo>
                  <a:pt x="1110" y="13934"/>
                </a:lnTo>
                <a:lnTo>
                  <a:pt x="1110" y="14555"/>
                </a:lnTo>
                <a:lnTo>
                  <a:pt x="1586" y="15443"/>
                </a:lnTo>
                <a:lnTo>
                  <a:pt x="1586" y="16064"/>
                </a:lnTo>
                <a:lnTo>
                  <a:pt x="1586" y="16863"/>
                </a:lnTo>
                <a:lnTo>
                  <a:pt x="1586" y="17573"/>
                </a:lnTo>
                <a:lnTo>
                  <a:pt x="1586" y="18194"/>
                </a:lnTo>
                <a:lnTo>
                  <a:pt x="1904" y="19082"/>
                </a:lnTo>
                <a:lnTo>
                  <a:pt x="1904" y="19703"/>
                </a:lnTo>
                <a:lnTo>
                  <a:pt x="1904" y="20591"/>
                </a:lnTo>
                <a:lnTo>
                  <a:pt x="1904" y="20946"/>
                </a:lnTo>
                <a:lnTo>
                  <a:pt x="1904" y="21656"/>
                </a:lnTo>
                <a:lnTo>
                  <a:pt x="2380" y="22455"/>
                </a:lnTo>
                <a:lnTo>
                  <a:pt x="2380" y="23165"/>
                </a:lnTo>
                <a:lnTo>
                  <a:pt x="2380" y="23964"/>
                </a:lnTo>
                <a:lnTo>
                  <a:pt x="2380" y="24585"/>
                </a:lnTo>
                <a:lnTo>
                  <a:pt x="2380" y="25295"/>
                </a:lnTo>
                <a:lnTo>
                  <a:pt x="2697" y="26094"/>
                </a:lnTo>
                <a:lnTo>
                  <a:pt x="2697" y="26804"/>
                </a:lnTo>
                <a:lnTo>
                  <a:pt x="2697" y="27602"/>
                </a:lnTo>
                <a:lnTo>
                  <a:pt x="2697" y="28313"/>
                </a:lnTo>
                <a:lnTo>
                  <a:pt x="3015" y="28934"/>
                </a:lnTo>
                <a:lnTo>
                  <a:pt x="3015" y="29733"/>
                </a:lnTo>
                <a:lnTo>
                  <a:pt x="3015" y="30443"/>
                </a:lnTo>
                <a:lnTo>
                  <a:pt x="3015" y="31241"/>
                </a:lnTo>
                <a:lnTo>
                  <a:pt x="3015" y="32129"/>
                </a:lnTo>
                <a:lnTo>
                  <a:pt x="3015" y="32750"/>
                </a:lnTo>
                <a:lnTo>
                  <a:pt x="3015" y="33372"/>
                </a:lnTo>
                <a:lnTo>
                  <a:pt x="3015" y="34259"/>
                </a:lnTo>
                <a:lnTo>
                  <a:pt x="3015" y="34880"/>
                </a:lnTo>
                <a:lnTo>
                  <a:pt x="3015" y="35768"/>
                </a:lnTo>
                <a:lnTo>
                  <a:pt x="3491" y="36389"/>
                </a:lnTo>
                <a:lnTo>
                  <a:pt x="3491" y="37099"/>
                </a:lnTo>
                <a:lnTo>
                  <a:pt x="3491" y="37898"/>
                </a:lnTo>
                <a:lnTo>
                  <a:pt x="3491" y="38519"/>
                </a:lnTo>
                <a:lnTo>
                  <a:pt x="3491" y="39407"/>
                </a:lnTo>
                <a:lnTo>
                  <a:pt x="3808" y="40028"/>
                </a:lnTo>
                <a:lnTo>
                  <a:pt x="3808" y="40738"/>
                </a:lnTo>
                <a:lnTo>
                  <a:pt x="3808" y="41803"/>
                </a:lnTo>
                <a:lnTo>
                  <a:pt x="3808" y="42425"/>
                </a:lnTo>
                <a:lnTo>
                  <a:pt x="4284" y="43046"/>
                </a:lnTo>
                <a:lnTo>
                  <a:pt x="4284" y="43934"/>
                </a:lnTo>
                <a:lnTo>
                  <a:pt x="4284" y="44555"/>
                </a:lnTo>
                <a:lnTo>
                  <a:pt x="4284" y="45176"/>
                </a:lnTo>
                <a:lnTo>
                  <a:pt x="4284" y="46064"/>
                </a:lnTo>
                <a:lnTo>
                  <a:pt x="4601" y="46685"/>
                </a:lnTo>
                <a:lnTo>
                  <a:pt x="4601" y="47573"/>
                </a:lnTo>
                <a:lnTo>
                  <a:pt x="4601" y="48460"/>
                </a:lnTo>
                <a:lnTo>
                  <a:pt x="4601" y="49081"/>
                </a:lnTo>
                <a:lnTo>
                  <a:pt x="4601" y="49969"/>
                </a:lnTo>
                <a:lnTo>
                  <a:pt x="4919" y="50590"/>
                </a:lnTo>
                <a:lnTo>
                  <a:pt x="4919" y="51211"/>
                </a:lnTo>
                <a:lnTo>
                  <a:pt x="4919" y="52099"/>
                </a:lnTo>
                <a:lnTo>
                  <a:pt x="4919" y="52898"/>
                </a:lnTo>
                <a:lnTo>
                  <a:pt x="4919" y="53608"/>
                </a:lnTo>
                <a:lnTo>
                  <a:pt x="5395" y="54407"/>
                </a:lnTo>
                <a:lnTo>
                  <a:pt x="5395" y="55028"/>
                </a:lnTo>
                <a:lnTo>
                  <a:pt x="5395" y="55916"/>
                </a:lnTo>
                <a:lnTo>
                  <a:pt x="5395" y="56537"/>
                </a:lnTo>
                <a:lnTo>
                  <a:pt x="5395" y="57424"/>
                </a:lnTo>
                <a:lnTo>
                  <a:pt x="5395" y="58312"/>
                </a:lnTo>
                <a:lnTo>
                  <a:pt x="5395" y="58933"/>
                </a:lnTo>
                <a:lnTo>
                  <a:pt x="5395" y="59555"/>
                </a:lnTo>
                <a:lnTo>
                  <a:pt x="5395" y="60442"/>
                </a:lnTo>
                <a:lnTo>
                  <a:pt x="5712" y="61330"/>
                </a:lnTo>
                <a:lnTo>
                  <a:pt x="5712" y="61951"/>
                </a:lnTo>
                <a:lnTo>
                  <a:pt x="5712" y="62750"/>
                </a:lnTo>
                <a:lnTo>
                  <a:pt x="5712" y="63460"/>
                </a:lnTo>
                <a:lnTo>
                  <a:pt x="5712" y="64259"/>
                </a:lnTo>
                <a:lnTo>
                  <a:pt x="6188" y="65146"/>
                </a:lnTo>
                <a:lnTo>
                  <a:pt x="6188" y="65767"/>
                </a:lnTo>
                <a:lnTo>
                  <a:pt x="6188" y="66655"/>
                </a:lnTo>
                <a:lnTo>
                  <a:pt x="6188" y="67543"/>
                </a:lnTo>
                <a:lnTo>
                  <a:pt x="6188" y="68164"/>
                </a:lnTo>
                <a:lnTo>
                  <a:pt x="6506" y="69051"/>
                </a:lnTo>
                <a:lnTo>
                  <a:pt x="6506" y="69673"/>
                </a:lnTo>
                <a:lnTo>
                  <a:pt x="6506" y="70471"/>
                </a:lnTo>
                <a:lnTo>
                  <a:pt x="6506" y="71359"/>
                </a:lnTo>
                <a:lnTo>
                  <a:pt x="6823" y="71980"/>
                </a:lnTo>
                <a:lnTo>
                  <a:pt x="6823" y="72868"/>
                </a:lnTo>
                <a:lnTo>
                  <a:pt x="6823" y="73755"/>
                </a:lnTo>
                <a:lnTo>
                  <a:pt x="6823" y="74377"/>
                </a:lnTo>
                <a:lnTo>
                  <a:pt x="6823" y="74998"/>
                </a:lnTo>
                <a:lnTo>
                  <a:pt x="7299" y="76063"/>
                </a:lnTo>
                <a:lnTo>
                  <a:pt x="7299" y="76773"/>
                </a:lnTo>
                <a:lnTo>
                  <a:pt x="7299" y="77394"/>
                </a:lnTo>
                <a:lnTo>
                  <a:pt x="7299" y="78459"/>
                </a:lnTo>
                <a:lnTo>
                  <a:pt x="7299" y="79081"/>
                </a:lnTo>
                <a:lnTo>
                  <a:pt x="7299" y="79702"/>
                </a:lnTo>
                <a:lnTo>
                  <a:pt x="7299" y="80767"/>
                </a:lnTo>
                <a:lnTo>
                  <a:pt x="7299" y="81477"/>
                </a:lnTo>
                <a:lnTo>
                  <a:pt x="7299" y="82098"/>
                </a:lnTo>
                <a:lnTo>
                  <a:pt x="7299" y="83164"/>
                </a:lnTo>
                <a:lnTo>
                  <a:pt x="7616" y="83785"/>
                </a:lnTo>
                <a:lnTo>
                  <a:pt x="7616" y="84406"/>
                </a:lnTo>
                <a:lnTo>
                  <a:pt x="7616" y="85560"/>
                </a:lnTo>
                <a:lnTo>
                  <a:pt x="7616" y="86181"/>
                </a:lnTo>
                <a:lnTo>
                  <a:pt x="8093" y="86803"/>
                </a:lnTo>
                <a:lnTo>
                  <a:pt x="8093" y="87868"/>
                </a:lnTo>
                <a:lnTo>
                  <a:pt x="8093" y="88489"/>
                </a:lnTo>
                <a:lnTo>
                  <a:pt x="8093" y="89199"/>
                </a:lnTo>
                <a:lnTo>
                  <a:pt x="8093" y="90264"/>
                </a:lnTo>
                <a:lnTo>
                  <a:pt x="8410" y="90885"/>
                </a:lnTo>
                <a:lnTo>
                  <a:pt x="8410" y="91773"/>
                </a:lnTo>
                <a:lnTo>
                  <a:pt x="8410" y="92572"/>
                </a:lnTo>
                <a:lnTo>
                  <a:pt x="8410" y="93282"/>
                </a:lnTo>
                <a:lnTo>
                  <a:pt x="8410" y="94080"/>
                </a:lnTo>
                <a:lnTo>
                  <a:pt x="8886" y="94968"/>
                </a:lnTo>
                <a:lnTo>
                  <a:pt x="8886" y="95856"/>
                </a:lnTo>
                <a:lnTo>
                  <a:pt x="8886" y="96477"/>
                </a:lnTo>
                <a:lnTo>
                  <a:pt x="8886" y="97276"/>
                </a:lnTo>
                <a:lnTo>
                  <a:pt x="8886" y="98163"/>
                </a:lnTo>
                <a:lnTo>
                  <a:pt x="9203" y="98785"/>
                </a:lnTo>
                <a:lnTo>
                  <a:pt x="9203" y="99672"/>
                </a:lnTo>
                <a:lnTo>
                  <a:pt x="9203" y="100560"/>
                </a:lnTo>
                <a:lnTo>
                  <a:pt x="9203" y="101181"/>
                </a:lnTo>
                <a:lnTo>
                  <a:pt x="9521" y="102068"/>
                </a:lnTo>
                <a:lnTo>
                  <a:pt x="9521" y="102867"/>
                </a:lnTo>
                <a:lnTo>
                  <a:pt x="9521" y="103755"/>
                </a:lnTo>
                <a:lnTo>
                  <a:pt x="9521" y="104376"/>
                </a:lnTo>
                <a:lnTo>
                  <a:pt x="9521" y="105441"/>
                </a:lnTo>
                <a:lnTo>
                  <a:pt x="9521" y="106062"/>
                </a:lnTo>
                <a:lnTo>
                  <a:pt x="9521" y="106950"/>
                </a:lnTo>
                <a:lnTo>
                  <a:pt x="9521" y="107838"/>
                </a:lnTo>
                <a:lnTo>
                  <a:pt x="9521" y="108459"/>
                </a:lnTo>
                <a:lnTo>
                  <a:pt x="9521" y="109346"/>
                </a:lnTo>
                <a:lnTo>
                  <a:pt x="9997" y="110145"/>
                </a:lnTo>
                <a:lnTo>
                  <a:pt x="9997" y="111033"/>
                </a:lnTo>
                <a:lnTo>
                  <a:pt x="9997" y="111654"/>
                </a:lnTo>
                <a:lnTo>
                  <a:pt x="9997" y="112542"/>
                </a:lnTo>
                <a:lnTo>
                  <a:pt x="9997" y="113429"/>
                </a:lnTo>
                <a:lnTo>
                  <a:pt x="10314" y="114228"/>
                </a:lnTo>
                <a:lnTo>
                  <a:pt x="10314" y="114938"/>
                </a:lnTo>
                <a:lnTo>
                  <a:pt x="10314" y="116003"/>
                </a:lnTo>
                <a:lnTo>
                  <a:pt x="10314" y="116624"/>
                </a:lnTo>
                <a:lnTo>
                  <a:pt x="10790" y="117512"/>
                </a:lnTo>
                <a:lnTo>
                  <a:pt x="10790" y="118311"/>
                </a:lnTo>
                <a:lnTo>
                  <a:pt x="10790" y="119198"/>
                </a:lnTo>
                <a:lnTo>
                  <a:pt x="10790" y="119820"/>
                </a:lnTo>
                <a:lnTo>
                  <a:pt x="10790" y="120885"/>
                </a:lnTo>
                <a:lnTo>
                  <a:pt x="11108" y="121506"/>
                </a:lnTo>
                <a:lnTo>
                  <a:pt x="11108" y="122394"/>
                </a:lnTo>
                <a:lnTo>
                  <a:pt x="11108" y="123281"/>
                </a:lnTo>
                <a:lnTo>
                  <a:pt x="11108" y="124080"/>
                </a:lnTo>
                <a:lnTo>
                  <a:pt x="11108" y="124790"/>
                </a:lnTo>
                <a:lnTo>
                  <a:pt x="11425" y="125589"/>
                </a:lnTo>
                <a:lnTo>
                  <a:pt x="11425" y="126654"/>
                </a:lnTo>
                <a:lnTo>
                  <a:pt x="11425" y="127364"/>
                </a:lnTo>
                <a:lnTo>
                  <a:pt x="11425" y="128163"/>
                </a:lnTo>
                <a:lnTo>
                  <a:pt x="11425" y="129050"/>
                </a:lnTo>
                <a:lnTo>
                  <a:pt x="11425" y="129938"/>
                </a:lnTo>
                <a:lnTo>
                  <a:pt x="11425" y="130559"/>
                </a:lnTo>
                <a:lnTo>
                  <a:pt x="11425" y="131447"/>
                </a:lnTo>
                <a:lnTo>
                  <a:pt x="11425" y="132245"/>
                </a:lnTo>
                <a:lnTo>
                  <a:pt x="11901" y="133133"/>
                </a:lnTo>
                <a:lnTo>
                  <a:pt x="11901" y="134020"/>
                </a:lnTo>
                <a:lnTo>
                  <a:pt x="11901" y="134819"/>
                </a:lnTo>
                <a:lnTo>
                  <a:pt x="11901" y="135707"/>
                </a:lnTo>
                <a:lnTo>
                  <a:pt x="11901" y="136328"/>
                </a:lnTo>
                <a:lnTo>
                  <a:pt x="12218" y="137393"/>
                </a:lnTo>
                <a:lnTo>
                  <a:pt x="12218" y="138014"/>
                </a:lnTo>
                <a:lnTo>
                  <a:pt x="12218" y="138902"/>
                </a:lnTo>
                <a:lnTo>
                  <a:pt x="12218" y="139790"/>
                </a:lnTo>
                <a:lnTo>
                  <a:pt x="12218" y="140588"/>
                </a:lnTo>
                <a:lnTo>
                  <a:pt x="12694" y="141476"/>
                </a:lnTo>
                <a:lnTo>
                  <a:pt x="12694" y="142097"/>
                </a:lnTo>
                <a:lnTo>
                  <a:pt x="12694" y="143162"/>
                </a:lnTo>
                <a:lnTo>
                  <a:pt x="12694" y="144050"/>
                </a:lnTo>
                <a:lnTo>
                  <a:pt x="12694" y="144671"/>
                </a:lnTo>
                <a:lnTo>
                  <a:pt x="13012" y="145736"/>
                </a:lnTo>
                <a:lnTo>
                  <a:pt x="13012" y="146624"/>
                </a:lnTo>
                <a:lnTo>
                  <a:pt x="13012" y="147245"/>
                </a:lnTo>
                <a:lnTo>
                  <a:pt x="13012" y="148133"/>
                </a:lnTo>
                <a:lnTo>
                  <a:pt x="13488" y="149020"/>
                </a:lnTo>
                <a:lnTo>
                  <a:pt x="13488" y="149819"/>
                </a:lnTo>
                <a:lnTo>
                  <a:pt x="13488" y="150707"/>
                </a:lnTo>
                <a:lnTo>
                  <a:pt x="13488" y="151594"/>
                </a:lnTo>
                <a:lnTo>
                  <a:pt x="13488" y="152393"/>
                </a:lnTo>
                <a:lnTo>
                  <a:pt x="13805" y="153280"/>
                </a:lnTo>
                <a:lnTo>
                  <a:pt x="13805" y="153902"/>
                </a:lnTo>
              </a:path>
            </a:pathLst>
          </a:custGeom>
          <a:ln w="194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5075544" y="2537472"/>
            <a:ext cx="13329" cy="176712"/>
          </a:xfrm>
          <a:custGeom>
            <a:avLst/>
            <a:gdLst/>
            <a:ahLst/>
            <a:cxnLst/>
            <a:rect l="l" t="t" r="r" b="b"/>
            <a:pathLst>
              <a:path w="13329" h="176712">
                <a:moveTo>
                  <a:pt x="0" y="0"/>
                </a:moveTo>
                <a:lnTo>
                  <a:pt x="0" y="1065"/>
                </a:lnTo>
                <a:lnTo>
                  <a:pt x="0" y="1952"/>
                </a:lnTo>
                <a:lnTo>
                  <a:pt x="0" y="2573"/>
                </a:lnTo>
                <a:lnTo>
                  <a:pt x="0" y="3638"/>
                </a:lnTo>
                <a:lnTo>
                  <a:pt x="0" y="4526"/>
                </a:lnTo>
                <a:lnTo>
                  <a:pt x="0" y="5147"/>
                </a:lnTo>
                <a:lnTo>
                  <a:pt x="0" y="6035"/>
                </a:lnTo>
                <a:lnTo>
                  <a:pt x="0" y="7100"/>
                </a:lnTo>
                <a:lnTo>
                  <a:pt x="317" y="7721"/>
                </a:lnTo>
                <a:lnTo>
                  <a:pt x="317" y="8609"/>
                </a:lnTo>
                <a:lnTo>
                  <a:pt x="317" y="9496"/>
                </a:lnTo>
                <a:lnTo>
                  <a:pt x="317" y="10295"/>
                </a:lnTo>
                <a:lnTo>
                  <a:pt x="793" y="11183"/>
                </a:lnTo>
                <a:lnTo>
                  <a:pt x="793" y="12070"/>
                </a:lnTo>
                <a:lnTo>
                  <a:pt x="793" y="12869"/>
                </a:lnTo>
                <a:lnTo>
                  <a:pt x="793" y="13757"/>
                </a:lnTo>
                <a:lnTo>
                  <a:pt x="793" y="14644"/>
                </a:lnTo>
                <a:lnTo>
                  <a:pt x="1110" y="15443"/>
                </a:lnTo>
                <a:lnTo>
                  <a:pt x="1110" y="16331"/>
                </a:lnTo>
                <a:lnTo>
                  <a:pt x="1110" y="17129"/>
                </a:lnTo>
                <a:lnTo>
                  <a:pt x="1110" y="18017"/>
                </a:lnTo>
                <a:lnTo>
                  <a:pt x="1110" y="18904"/>
                </a:lnTo>
                <a:lnTo>
                  <a:pt x="1586" y="19703"/>
                </a:lnTo>
                <a:lnTo>
                  <a:pt x="1586" y="20591"/>
                </a:lnTo>
                <a:lnTo>
                  <a:pt x="1586" y="21478"/>
                </a:lnTo>
                <a:lnTo>
                  <a:pt x="1586" y="22277"/>
                </a:lnTo>
                <a:lnTo>
                  <a:pt x="1586" y="23165"/>
                </a:lnTo>
                <a:lnTo>
                  <a:pt x="1904" y="24052"/>
                </a:lnTo>
                <a:lnTo>
                  <a:pt x="1904" y="24851"/>
                </a:lnTo>
                <a:lnTo>
                  <a:pt x="1904" y="25739"/>
                </a:lnTo>
                <a:lnTo>
                  <a:pt x="1904" y="26626"/>
                </a:lnTo>
                <a:lnTo>
                  <a:pt x="1904" y="27425"/>
                </a:lnTo>
                <a:lnTo>
                  <a:pt x="1904" y="28313"/>
                </a:lnTo>
                <a:lnTo>
                  <a:pt x="1904" y="29200"/>
                </a:lnTo>
                <a:lnTo>
                  <a:pt x="1904" y="29999"/>
                </a:lnTo>
                <a:lnTo>
                  <a:pt x="1904" y="30886"/>
                </a:lnTo>
                <a:lnTo>
                  <a:pt x="2221" y="31774"/>
                </a:lnTo>
                <a:lnTo>
                  <a:pt x="2221" y="32573"/>
                </a:lnTo>
                <a:lnTo>
                  <a:pt x="2221" y="33460"/>
                </a:lnTo>
                <a:lnTo>
                  <a:pt x="2221" y="34348"/>
                </a:lnTo>
                <a:lnTo>
                  <a:pt x="2221" y="35413"/>
                </a:lnTo>
                <a:lnTo>
                  <a:pt x="2697" y="36034"/>
                </a:lnTo>
                <a:lnTo>
                  <a:pt x="2697" y="36922"/>
                </a:lnTo>
                <a:lnTo>
                  <a:pt x="2697" y="37721"/>
                </a:lnTo>
                <a:lnTo>
                  <a:pt x="2697" y="38874"/>
                </a:lnTo>
                <a:lnTo>
                  <a:pt x="2697" y="39496"/>
                </a:lnTo>
                <a:lnTo>
                  <a:pt x="3015" y="40295"/>
                </a:lnTo>
                <a:lnTo>
                  <a:pt x="3015" y="41360"/>
                </a:lnTo>
                <a:lnTo>
                  <a:pt x="3015" y="42247"/>
                </a:lnTo>
                <a:lnTo>
                  <a:pt x="3015" y="43135"/>
                </a:lnTo>
                <a:lnTo>
                  <a:pt x="3491" y="43756"/>
                </a:lnTo>
                <a:lnTo>
                  <a:pt x="3491" y="44821"/>
                </a:lnTo>
                <a:lnTo>
                  <a:pt x="3491" y="45709"/>
                </a:lnTo>
                <a:lnTo>
                  <a:pt x="3491" y="46507"/>
                </a:lnTo>
                <a:lnTo>
                  <a:pt x="3491" y="47395"/>
                </a:lnTo>
                <a:lnTo>
                  <a:pt x="3808" y="48283"/>
                </a:lnTo>
                <a:lnTo>
                  <a:pt x="3808" y="49081"/>
                </a:lnTo>
                <a:lnTo>
                  <a:pt x="3808" y="49969"/>
                </a:lnTo>
                <a:lnTo>
                  <a:pt x="3808" y="50856"/>
                </a:lnTo>
                <a:lnTo>
                  <a:pt x="3808" y="51922"/>
                </a:lnTo>
                <a:lnTo>
                  <a:pt x="3808" y="52543"/>
                </a:lnTo>
                <a:lnTo>
                  <a:pt x="3808" y="53430"/>
                </a:lnTo>
                <a:lnTo>
                  <a:pt x="3808" y="54229"/>
                </a:lnTo>
                <a:lnTo>
                  <a:pt x="3808" y="55383"/>
                </a:lnTo>
                <a:lnTo>
                  <a:pt x="3808" y="56182"/>
                </a:lnTo>
                <a:lnTo>
                  <a:pt x="4284" y="57069"/>
                </a:lnTo>
                <a:lnTo>
                  <a:pt x="4284" y="57957"/>
                </a:lnTo>
                <a:lnTo>
                  <a:pt x="4284" y="58756"/>
                </a:lnTo>
                <a:lnTo>
                  <a:pt x="4284" y="59643"/>
                </a:lnTo>
                <a:lnTo>
                  <a:pt x="4601" y="60531"/>
                </a:lnTo>
                <a:lnTo>
                  <a:pt x="4601" y="61330"/>
                </a:lnTo>
                <a:lnTo>
                  <a:pt x="4601" y="62395"/>
                </a:lnTo>
                <a:lnTo>
                  <a:pt x="4601" y="63016"/>
                </a:lnTo>
                <a:lnTo>
                  <a:pt x="4601" y="63904"/>
                </a:lnTo>
                <a:lnTo>
                  <a:pt x="4919" y="64969"/>
                </a:lnTo>
                <a:lnTo>
                  <a:pt x="4919" y="65856"/>
                </a:lnTo>
                <a:lnTo>
                  <a:pt x="4919" y="66744"/>
                </a:lnTo>
                <a:lnTo>
                  <a:pt x="4919" y="67543"/>
                </a:lnTo>
                <a:lnTo>
                  <a:pt x="4919" y="68430"/>
                </a:lnTo>
                <a:lnTo>
                  <a:pt x="5395" y="69318"/>
                </a:lnTo>
                <a:lnTo>
                  <a:pt x="5395" y="70116"/>
                </a:lnTo>
                <a:lnTo>
                  <a:pt x="5395" y="71004"/>
                </a:lnTo>
                <a:lnTo>
                  <a:pt x="5395" y="72069"/>
                </a:lnTo>
                <a:lnTo>
                  <a:pt x="5395" y="72957"/>
                </a:lnTo>
                <a:lnTo>
                  <a:pt x="5712" y="73755"/>
                </a:lnTo>
                <a:lnTo>
                  <a:pt x="5712" y="74643"/>
                </a:lnTo>
                <a:lnTo>
                  <a:pt x="5712" y="75708"/>
                </a:lnTo>
                <a:lnTo>
                  <a:pt x="5712" y="76329"/>
                </a:lnTo>
                <a:lnTo>
                  <a:pt x="6188" y="77217"/>
                </a:lnTo>
                <a:lnTo>
                  <a:pt x="6188" y="78104"/>
                </a:lnTo>
                <a:lnTo>
                  <a:pt x="6188" y="79170"/>
                </a:lnTo>
                <a:lnTo>
                  <a:pt x="6188" y="79968"/>
                </a:lnTo>
                <a:lnTo>
                  <a:pt x="6188" y="80856"/>
                </a:lnTo>
                <a:lnTo>
                  <a:pt x="6188" y="81743"/>
                </a:lnTo>
                <a:lnTo>
                  <a:pt x="6188" y="82808"/>
                </a:lnTo>
                <a:lnTo>
                  <a:pt x="6188" y="83607"/>
                </a:lnTo>
                <a:lnTo>
                  <a:pt x="6188" y="84317"/>
                </a:lnTo>
                <a:lnTo>
                  <a:pt x="6188" y="85116"/>
                </a:lnTo>
                <a:lnTo>
                  <a:pt x="6506" y="86181"/>
                </a:lnTo>
                <a:lnTo>
                  <a:pt x="6506" y="87069"/>
                </a:lnTo>
                <a:lnTo>
                  <a:pt x="6506" y="87956"/>
                </a:lnTo>
                <a:lnTo>
                  <a:pt x="6506" y="88755"/>
                </a:lnTo>
                <a:lnTo>
                  <a:pt x="6506" y="89820"/>
                </a:lnTo>
                <a:lnTo>
                  <a:pt x="6823" y="90708"/>
                </a:lnTo>
                <a:lnTo>
                  <a:pt x="6823" y="91595"/>
                </a:lnTo>
                <a:lnTo>
                  <a:pt x="6823" y="92394"/>
                </a:lnTo>
                <a:lnTo>
                  <a:pt x="6823" y="93282"/>
                </a:lnTo>
                <a:lnTo>
                  <a:pt x="7299" y="94169"/>
                </a:lnTo>
                <a:lnTo>
                  <a:pt x="7299" y="94968"/>
                </a:lnTo>
                <a:lnTo>
                  <a:pt x="7299" y="95856"/>
                </a:lnTo>
                <a:lnTo>
                  <a:pt x="7299" y="96921"/>
                </a:lnTo>
                <a:lnTo>
                  <a:pt x="7299" y="97808"/>
                </a:lnTo>
                <a:lnTo>
                  <a:pt x="7616" y="98696"/>
                </a:lnTo>
                <a:lnTo>
                  <a:pt x="7616" y="99495"/>
                </a:lnTo>
                <a:lnTo>
                  <a:pt x="7616" y="100382"/>
                </a:lnTo>
                <a:lnTo>
                  <a:pt x="7616" y="101447"/>
                </a:lnTo>
                <a:lnTo>
                  <a:pt x="7616" y="102335"/>
                </a:lnTo>
                <a:lnTo>
                  <a:pt x="8093" y="103134"/>
                </a:lnTo>
                <a:lnTo>
                  <a:pt x="8093" y="104021"/>
                </a:lnTo>
                <a:lnTo>
                  <a:pt x="8093" y="105086"/>
                </a:lnTo>
                <a:lnTo>
                  <a:pt x="8093" y="105974"/>
                </a:lnTo>
                <a:lnTo>
                  <a:pt x="8093" y="106773"/>
                </a:lnTo>
                <a:lnTo>
                  <a:pt x="8093" y="107483"/>
                </a:lnTo>
                <a:lnTo>
                  <a:pt x="8093" y="108548"/>
                </a:lnTo>
                <a:lnTo>
                  <a:pt x="8093" y="109346"/>
                </a:lnTo>
                <a:lnTo>
                  <a:pt x="8093" y="110234"/>
                </a:lnTo>
                <a:lnTo>
                  <a:pt x="8410" y="111122"/>
                </a:lnTo>
                <a:lnTo>
                  <a:pt x="8410" y="112187"/>
                </a:lnTo>
                <a:lnTo>
                  <a:pt x="8410" y="112985"/>
                </a:lnTo>
                <a:lnTo>
                  <a:pt x="8410" y="113873"/>
                </a:lnTo>
                <a:lnTo>
                  <a:pt x="8410" y="114761"/>
                </a:lnTo>
                <a:lnTo>
                  <a:pt x="8727" y="115826"/>
                </a:lnTo>
                <a:lnTo>
                  <a:pt x="8727" y="116624"/>
                </a:lnTo>
                <a:lnTo>
                  <a:pt x="8727" y="117512"/>
                </a:lnTo>
                <a:lnTo>
                  <a:pt x="8727" y="118400"/>
                </a:lnTo>
                <a:lnTo>
                  <a:pt x="8727" y="119198"/>
                </a:lnTo>
                <a:lnTo>
                  <a:pt x="9203" y="120352"/>
                </a:lnTo>
                <a:lnTo>
                  <a:pt x="9203" y="121151"/>
                </a:lnTo>
                <a:lnTo>
                  <a:pt x="9203" y="122038"/>
                </a:lnTo>
                <a:lnTo>
                  <a:pt x="9203" y="122926"/>
                </a:lnTo>
                <a:lnTo>
                  <a:pt x="9203" y="123991"/>
                </a:lnTo>
                <a:lnTo>
                  <a:pt x="9521" y="124790"/>
                </a:lnTo>
                <a:lnTo>
                  <a:pt x="9521" y="125677"/>
                </a:lnTo>
                <a:lnTo>
                  <a:pt x="9521" y="126565"/>
                </a:lnTo>
                <a:lnTo>
                  <a:pt x="9521" y="127630"/>
                </a:lnTo>
                <a:lnTo>
                  <a:pt x="9997" y="128429"/>
                </a:lnTo>
                <a:lnTo>
                  <a:pt x="9997" y="129316"/>
                </a:lnTo>
                <a:lnTo>
                  <a:pt x="9997" y="130204"/>
                </a:lnTo>
                <a:lnTo>
                  <a:pt x="9997" y="131003"/>
                </a:lnTo>
                <a:lnTo>
                  <a:pt x="9997" y="132068"/>
                </a:lnTo>
                <a:lnTo>
                  <a:pt x="10314" y="132955"/>
                </a:lnTo>
                <a:lnTo>
                  <a:pt x="10314" y="133843"/>
                </a:lnTo>
                <a:lnTo>
                  <a:pt x="10314" y="134642"/>
                </a:lnTo>
                <a:lnTo>
                  <a:pt x="10314" y="135707"/>
                </a:lnTo>
                <a:lnTo>
                  <a:pt x="10314" y="136594"/>
                </a:lnTo>
                <a:lnTo>
                  <a:pt x="10314" y="137482"/>
                </a:lnTo>
                <a:lnTo>
                  <a:pt x="10314" y="138281"/>
                </a:lnTo>
                <a:lnTo>
                  <a:pt x="10314" y="139435"/>
                </a:lnTo>
                <a:lnTo>
                  <a:pt x="10314" y="140233"/>
                </a:lnTo>
                <a:lnTo>
                  <a:pt x="10314" y="141121"/>
                </a:lnTo>
                <a:lnTo>
                  <a:pt x="10790" y="142009"/>
                </a:lnTo>
                <a:lnTo>
                  <a:pt x="10790" y="142807"/>
                </a:lnTo>
                <a:lnTo>
                  <a:pt x="10790" y="143872"/>
                </a:lnTo>
                <a:lnTo>
                  <a:pt x="10790" y="144760"/>
                </a:lnTo>
                <a:lnTo>
                  <a:pt x="11108" y="145647"/>
                </a:lnTo>
                <a:lnTo>
                  <a:pt x="11108" y="146446"/>
                </a:lnTo>
                <a:lnTo>
                  <a:pt x="11108" y="147511"/>
                </a:lnTo>
                <a:lnTo>
                  <a:pt x="11108" y="148399"/>
                </a:lnTo>
                <a:lnTo>
                  <a:pt x="11108" y="149286"/>
                </a:lnTo>
                <a:lnTo>
                  <a:pt x="11425" y="150085"/>
                </a:lnTo>
                <a:lnTo>
                  <a:pt x="11425" y="151150"/>
                </a:lnTo>
                <a:lnTo>
                  <a:pt x="11425" y="152038"/>
                </a:lnTo>
                <a:lnTo>
                  <a:pt x="11425" y="152925"/>
                </a:lnTo>
                <a:lnTo>
                  <a:pt x="11425" y="153724"/>
                </a:lnTo>
                <a:lnTo>
                  <a:pt x="11901" y="154612"/>
                </a:lnTo>
                <a:lnTo>
                  <a:pt x="11901" y="155677"/>
                </a:lnTo>
                <a:lnTo>
                  <a:pt x="11901" y="156564"/>
                </a:lnTo>
                <a:lnTo>
                  <a:pt x="11901" y="157363"/>
                </a:lnTo>
                <a:lnTo>
                  <a:pt x="11901" y="158251"/>
                </a:lnTo>
                <a:lnTo>
                  <a:pt x="12218" y="159316"/>
                </a:lnTo>
                <a:lnTo>
                  <a:pt x="12218" y="160203"/>
                </a:lnTo>
                <a:lnTo>
                  <a:pt x="12218" y="161091"/>
                </a:lnTo>
                <a:lnTo>
                  <a:pt x="12218" y="161890"/>
                </a:lnTo>
                <a:lnTo>
                  <a:pt x="12218" y="162955"/>
                </a:lnTo>
                <a:lnTo>
                  <a:pt x="12218" y="163842"/>
                </a:lnTo>
                <a:lnTo>
                  <a:pt x="12218" y="164730"/>
                </a:lnTo>
                <a:lnTo>
                  <a:pt x="12218" y="165529"/>
                </a:lnTo>
                <a:lnTo>
                  <a:pt x="12218" y="166594"/>
                </a:lnTo>
                <a:lnTo>
                  <a:pt x="12694" y="167481"/>
                </a:lnTo>
                <a:lnTo>
                  <a:pt x="12694" y="168369"/>
                </a:lnTo>
                <a:lnTo>
                  <a:pt x="12694" y="169168"/>
                </a:lnTo>
                <a:lnTo>
                  <a:pt x="12694" y="170055"/>
                </a:lnTo>
                <a:lnTo>
                  <a:pt x="12694" y="171120"/>
                </a:lnTo>
                <a:lnTo>
                  <a:pt x="13012" y="172008"/>
                </a:lnTo>
                <a:lnTo>
                  <a:pt x="13012" y="172807"/>
                </a:lnTo>
                <a:lnTo>
                  <a:pt x="13012" y="173694"/>
                </a:lnTo>
                <a:lnTo>
                  <a:pt x="13012" y="174759"/>
                </a:lnTo>
                <a:lnTo>
                  <a:pt x="13012" y="175647"/>
                </a:lnTo>
                <a:lnTo>
                  <a:pt x="13329" y="176712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5088874" y="2714184"/>
            <a:ext cx="13488" cy="182037"/>
          </a:xfrm>
          <a:custGeom>
            <a:avLst/>
            <a:gdLst/>
            <a:ahLst/>
            <a:cxnLst/>
            <a:rect l="l" t="t" r="r" b="b"/>
            <a:pathLst>
              <a:path w="13488" h="182037">
                <a:moveTo>
                  <a:pt x="0" y="0"/>
                </a:moveTo>
                <a:lnTo>
                  <a:pt x="0" y="887"/>
                </a:lnTo>
                <a:lnTo>
                  <a:pt x="0" y="1686"/>
                </a:lnTo>
                <a:lnTo>
                  <a:pt x="0" y="2751"/>
                </a:lnTo>
                <a:lnTo>
                  <a:pt x="0" y="3638"/>
                </a:lnTo>
                <a:lnTo>
                  <a:pt x="476" y="4526"/>
                </a:lnTo>
                <a:lnTo>
                  <a:pt x="476" y="5325"/>
                </a:lnTo>
                <a:lnTo>
                  <a:pt x="476" y="6390"/>
                </a:lnTo>
                <a:lnTo>
                  <a:pt x="476" y="7277"/>
                </a:lnTo>
                <a:lnTo>
                  <a:pt x="793" y="8165"/>
                </a:lnTo>
                <a:lnTo>
                  <a:pt x="793" y="8964"/>
                </a:lnTo>
                <a:lnTo>
                  <a:pt x="793" y="9851"/>
                </a:lnTo>
                <a:lnTo>
                  <a:pt x="793" y="10916"/>
                </a:lnTo>
                <a:lnTo>
                  <a:pt x="793" y="11804"/>
                </a:lnTo>
                <a:lnTo>
                  <a:pt x="1269" y="12603"/>
                </a:lnTo>
                <a:lnTo>
                  <a:pt x="1269" y="13490"/>
                </a:lnTo>
                <a:lnTo>
                  <a:pt x="1269" y="14555"/>
                </a:lnTo>
                <a:lnTo>
                  <a:pt x="1269" y="15443"/>
                </a:lnTo>
                <a:lnTo>
                  <a:pt x="1269" y="16331"/>
                </a:lnTo>
                <a:lnTo>
                  <a:pt x="1269" y="17129"/>
                </a:lnTo>
                <a:lnTo>
                  <a:pt x="1269" y="18194"/>
                </a:lnTo>
                <a:lnTo>
                  <a:pt x="1269" y="19259"/>
                </a:lnTo>
                <a:lnTo>
                  <a:pt x="1269" y="20147"/>
                </a:lnTo>
                <a:lnTo>
                  <a:pt x="1269" y="21035"/>
                </a:lnTo>
                <a:lnTo>
                  <a:pt x="1586" y="21833"/>
                </a:lnTo>
                <a:lnTo>
                  <a:pt x="1586" y="22898"/>
                </a:lnTo>
                <a:lnTo>
                  <a:pt x="1586" y="23786"/>
                </a:lnTo>
                <a:lnTo>
                  <a:pt x="1586" y="24674"/>
                </a:lnTo>
                <a:lnTo>
                  <a:pt x="2062" y="25472"/>
                </a:lnTo>
                <a:lnTo>
                  <a:pt x="2062" y="26360"/>
                </a:lnTo>
                <a:lnTo>
                  <a:pt x="2062" y="27425"/>
                </a:lnTo>
                <a:lnTo>
                  <a:pt x="2062" y="28313"/>
                </a:lnTo>
                <a:lnTo>
                  <a:pt x="2062" y="29111"/>
                </a:lnTo>
                <a:lnTo>
                  <a:pt x="2380" y="29999"/>
                </a:lnTo>
                <a:lnTo>
                  <a:pt x="2380" y="31064"/>
                </a:lnTo>
                <a:lnTo>
                  <a:pt x="2380" y="31952"/>
                </a:lnTo>
                <a:lnTo>
                  <a:pt x="2380" y="32839"/>
                </a:lnTo>
                <a:lnTo>
                  <a:pt x="2380" y="33638"/>
                </a:lnTo>
                <a:lnTo>
                  <a:pt x="2697" y="34703"/>
                </a:lnTo>
                <a:lnTo>
                  <a:pt x="2697" y="35768"/>
                </a:lnTo>
                <a:lnTo>
                  <a:pt x="2697" y="36656"/>
                </a:lnTo>
                <a:lnTo>
                  <a:pt x="2697" y="37543"/>
                </a:lnTo>
                <a:lnTo>
                  <a:pt x="2697" y="38342"/>
                </a:lnTo>
                <a:lnTo>
                  <a:pt x="3173" y="39407"/>
                </a:lnTo>
                <a:lnTo>
                  <a:pt x="3173" y="40295"/>
                </a:lnTo>
                <a:lnTo>
                  <a:pt x="3173" y="41182"/>
                </a:lnTo>
                <a:lnTo>
                  <a:pt x="3173" y="41981"/>
                </a:lnTo>
                <a:lnTo>
                  <a:pt x="3173" y="42868"/>
                </a:lnTo>
                <a:lnTo>
                  <a:pt x="3173" y="43934"/>
                </a:lnTo>
                <a:lnTo>
                  <a:pt x="3173" y="44821"/>
                </a:lnTo>
                <a:lnTo>
                  <a:pt x="3173" y="45709"/>
                </a:lnTo>
                <a:lnTo>
                  <a:pt x="3173" y="46507"/>
                </a:lnTo>
                <a:lnTo>
                  <a:pt x="3491" y="47573"/>
                </a:lnTo>
                <a:lnTo>
                  <a:pt x="3491" y="48638"/>
                </a:lnTo>
                <a:lnTo>
                  <a:pt x="3491" y="49525"/>
                </a:lnTo>
                <a:lnTo>
                  <a:pt x="3491" y="50413"/>
                </a:lnTo>
                <a:lnTo>
                  <a:pt x="3491" y="51211"/>
                </a:lnTo>
                <a:lnTo>
                  <a:pt x="3967" y="52277"/>
                </a:lnTo>
                <a:lnTo>
                  <a:pt x="3967" y="53164"/>
                </a:lnTo>
                <a:lnTo>
                  <a:pt x="3967" y="54052"/>
                </a:lnTo>
                <a:lnTo>
                  <a:pt x="3967" y="54850"/>
                </a:lnTo>
                <a:lnTo>
                  <a:pt x="3967" y="55916"/>
                </a:lnTo>
                <a:lnTo>
                  <a:pt x="4284" y="56803"/>
                </a:lnTo>
                <a:lnTo>
                  <a:pt x="4284" y="57691"/>
                </a:lnTo>
                <a:lnTo>
                  <a:pt x="4284" y="58489"/>
                </a:lnTo>
                <a:lnTo>
                  <a:pt x="4284" y="59377"/>
                </a:lnTo>
                <a:lnTo>
                  <a:pt x="4601" y="60442"/>
                </a:lnTo>
                <a:lnTo>
                  <a:pt x="4601" y="61330"/>
                </a:lnTo>
                <a:lnTo>
                  <a:pt x="4601" y="62395"/>
                </a:lnTo>
                <a:lnTo>
                  <a:pt x="4601" y="63282"/>
                </a:lnTo>
                <a:lnTo>
                  <a:pt x="4601" y="64081"/>
                </a:lnTo>
                <a:lnTo>
                  <a:pt x="5077" y="65146"/>
                </a:lnTo>
                <a:lnTo>
                  <a:pt x="5077" y="66034"/>
                </a:lnTo>
                <a:lnTo>
                  <a:pt x="5077" y="66921"/>
                </a:lnTo>
                <a:lnTo>
                  <a:pt x="5077" y="67720"/>
                </a:lnTo>
                <a:lnTo>
                  <a:pt x="5077" y="68785"/>
                </a:lnTo>
                <a:lnTo>
                  <a:pt x="5395" y="69673"/>
                </a:lnTo>
                <a:lnTo>
                  <a:pt x="5395" y="70560"/>
                </a:lnTo>
                <a:lnTo>
                  <a:pt x="5395" y="71359"/>
                </a:lnTo>
                <a:lnTo>
                  <a:pt x="5395" y="72424"/>
                </a:lnTo>
                <a:lnTo>
                  <a:pt x="5395" y="73312"/>
                </a:lnTo>
                <a:lnTo>
                  <a:pt x="5395" y="74199"/>
                </a:lnTo>
                <a:lnTo>
                  <a:pt x="5395" y="74998"/>
                </a:lnTo>
                <a:lnTo>
                  <a:pt x="5395" y="76152"/>
                </a:lnTo>
                <a:lnTo>
                  <a:pt x="5395" y="77217"/>
                </a:lnTo>
                <a:lnTo>
                  <a:pt x="5871" y="78016"/>
                </a:lnTo>
                <a:lnTo>
                  <a:pt x="5871" y="78903"/>
                </a:lnTo>
                <a:lnTo>
                  <a:pt x="5871" y="79791"/>
                </a:lnTo>
                <a:lnTo>
                  <a:pt x="5871" y="80856"/>
                </a:lnTo>
                <a:lnTo>
                  <a:pt x="5871" y="81655"/>
                </a:lnTo>
                <a:lnTo>
                  <a:pt x="6188" y="82542"/>
                </a:lnTo>
                <a:lnTo>
                  <a:pt x="6188" y="83430"/>
                </a:lnTo>
                <a:lnTo>
                  <a:pt x="6188" y="84229"/>
                </a:lnTo>
                <a:lnTo>
                  <a:pt x="6188" y="85294"/>
                </a:lnTo>
                <a:lnTo>
                  <a:pt x="6188" y="86181"/>
                </a:lnTo>
                <a:lnTo>
                  <a:pt x="6664" y="87069"/>
                </a:lnTo>
                <a:lnTo>
                  <a:pt x="6664" y="87868"/>
                </a:lnTo>
                <a:lnTo>
                  <a:pt x="6664" y="89021"/>
                </a:lnTo>
                <a:lnTo>
                  <a:pt x="6664" y="90086"/>
                </a:lnTo>
                <a:lnTo>
                  <a:pt x="6664" y="90885"/>
                </a:lnTo>
                <a:lnTo>
                  <a:pt x="6982" y="91773"/>
                </a:lnTo>
                <a:lnTo>
                  <a:pt x="6982" y="92660"/>
                </a:lnTo>
                <a:lnTo>
                  <a:pt x="6982" y="93725"/>
                </a:lnTo>
                <a:lnTo>
                  <a:pt x="6982" y="94524"/>
                </a:lnTo>
                <a:lnTo>
                  <a:pt x="7299" y="95412"/>
                </a:lnTo>
                <a:lnTo>
                  <a:pt x="7299" y="96299"/>
                </a:lnTo>
                <a:lnTo>
                  <a:pt x="7299" y="97364"/>
                </a:lnTo>
                <a:lnTo>
                  <a:pt x="7299" y="98163"/>
                </a:lnTo>
                <a:lnTo>
                  <a:pt x="7299" y="99051"/>
                </a:lnTo>
                <a:lnTo>
                  <a:pt x="7299" y="99938"/>
                </a:lnTo>
                <a:lnTo>
                  <a:pt x="7299" y="100737"/>
                </a:lnTo>
                <a:lnTo>
                  <a:pt x="7299" y="101802"/>
                </a:lnTo>
                <a:lnTo>
                  <a:pt x="7299" y="102690"/>
                </a:lnTo>
                <a:lnTo>
                  <a:pt x="7299" y="103577"/>
                </a:lnTo>
                <a:lnTo>
                  <a:pt x="7775" y="104376"/>
                </a:lnTo>
                <a:lnTo>
                  <a:pt x="7775" y="105530"/>
                </a:lnTo>
                <a:lnTo>
                  <a:pt x="7775" y="106595"/>
                </a:lnTo>
                <a:lnTo>
                  <a:pt x="7775" y="107394"/>
                </a:lnTo>
                <a:lnTo>
                  <a:pt x="7775" y="108281"/>
                </a:lnTo>
                <a:lnTo>
                  <a:pt x="8093" y="109169"/>
                </a:lnTo>
                <a:lnTo>
                  <a:pt x="8093" y="110234"/>
                </a:lnTo>
                <a:lnTo>
                  <a:pt x="8093" y="111033"/>
                </a:lnTo>
                <a:lnTo>
                  <a:pt x="8093" y="111920"/>
                </a:lnTo>
                <a:lnTo>
                  <a:pt x="8569" y="112808"/>
                </a:lnTo>
                <a:lnTo>
                  <a:pt x="8569" y="113873"/>
                </a:lnTo>
                <a:lnTo>
                  <a:pt x="8569" y="114672"/>
                </a:lnTo>
                <a:lnTo>
                  <a:pt x="8569" y="115559"/>
                </a:lnTo>
                <a:lnTo>
                  <a:pt x="8569" y="116447"/>
                </a:lnTo>
                <a:lnTo>
                  <a:pt x="8886" y="117246"/>
                </a:lnTo>
                <a:lnTo>
                  <a:pt x="8886" y="118311"/>
                </a:lnTo>
                <a:lnTo>
                  <a:pt x="8886" y="119198"/>
                </a:lnTo>
                <a:lnTo>
                  <a:pt x="8886" y="120086"/>
                </a:lnTo>
                <a:lnTo>
                  <a:pt x="8886" y="120885"/>
                </a:lnTo>
                <a:lnTo>
                  <a:pt x="9203" y="122038"/>
                </a:lnTo>
                <a:lnTo>
                  <a:pt x="9203" y="122837"/>
                </a:lnTo>
                <a:lnTo>
                  <a:pt x="9203" y="123725"/>
                </a:lnTo>
                <a:lnTo>
                  <a:pt x="9203" y="124790"/>
                </a:lnTo>
                <a:lnTo>
                  <a:pt x="9203" y="125677"/>
                </a:lnTo>
                <a:lnTo>
                  <a:pt x="9679" y="126743"/>
                </a:lnTo>
                <a:lnTo>
                  <a:pt x="9679" y="127541"/>
                </a:lnTo>
                <a:lnTo>
                  <a:pt x="9679" y="128429"/>
                </a:lnTo>
                <a:lnTo>
                  <a:pt x="9679" y="129316"/>
                </a:lnTo>
                <a:lnTo>
                  <a:pt x="9679" y="130382"/>
                </a:lnTo>
                <a:lnTo>
                  <a:pt x="9679" y="131180"/>
                </a:lnTo>
                <a:lnTo>
                  <a:pt x="9679" y="132068"/>
                </a:lnTo>
                <a:lnTo>
                  <a:pt x="9679" y="132955"/>
                </a:lnTo>
                <a:lnTo>
                  <a:pt x="9679" y="133754"/>
                </a:lnTo>
                <a:lnTo>
                  <a:pt x="9997" y="134908"/>
                </a:lnTo>
                <a:lnTo>
                  <a:pt x="9997" y="135707"/>
                </a:lnTo>
                <a:lnTo>
                  <a:pt x="9997" y="136594"/>
                </a:lnTo>
                <a:lnTo>
                  <a:pt x="9997" y="137482"/>
                </a:lnTo>
                <a:lnTo>
                  <a:pt x="9997" y="138547"/>
                </a:lnTo>
                <a:lnTo>
                  <a:pt x="10473" y="139346"/>
                </a:lnTo>
                <a:lnTo>
                  <a:pt x="10473" y="140233"/>
                </a:lnTo>
                <a:lnTo>
                  <a:pt x="10473" y="141121"/>
                </a:lnTo>
                <a:lnTo>
                  <a:pt x="10473" y="142186"/>
                </a:lnTo>
                <a:lnTo>
                  <a:pt x="10473" y="142985"/>
                </a:lnTo>
                <a:lnTo>
                  <a:pt x="10790" y="143872"/>
                </a:lnTo>
                <a:lnTo>
                  <a:pt x="10790" y="144760"/>
                </a:lnTo>
                <a:lnTo>
                  <a:pt x="10790" y="145559"/>
                </a:lnTo>
                <a:lnTo>
                  <a:pt x="10790" y="146624"/>
                </a:lnTo>
                <a:lnTo>
                  <a:pt x="11108" y="147511"/>
                </a:lnTo>
                <a:lnTo>
                  <a:pt x="11108" y="148399"/>
                </a:lnTo>
                <a:lnTo>
                  <a:pt x="11108" y="149198"/>
                </a:lnTo>
                <a:lnTo>
                  <a:pt x="11108" y="150263"/>
                </a:lnTo>
                <a:lnTo>
                  <a:pt x="11108" y="151150"/>
                </a:lnTo>
                <a:lnTo>
                  <a:pt x="11584" y="152038"/>
                </a:lnTo>
                <a:lnTo>
                  <a:pt x="11584" y="152837"/>
                </a:lnTo>
                <a:lnTo>
                  <a:pt x="11584" y="153991"/>
                </a:lnTo>
                <a:lnTo>
                  <a:pt x="11584" y="154789"/>
                </a:lnTo>
                <a:lnTo>
                  <a:pt x="11584" y="155677"/>
                </a:lnTo>
                <a:lnTo>
                  <a:pt x="11584" y="156564"/>
                </a:lnTo>
                <a:lnTo>
                  <a:pt x="11584" y="157629"/>
                </a:lnTo>
                <a:lnTo>
                  <a:pt x="11584" y="158428"/>
                </a:lnTo>
                <a:lnTo>
                  <a:pt x="11584" y="159316"/>
                </a:lnTo>
                <a:lnTo>
                  <a:pt x="11584" y="160203"/>
                </a:lnTo>
                <a:lnTo>
                  <a:pt x="11901" y="161002"/>
                </a:lnTo>
                <a:lnTo>
                  <a:pt x="11901" y="162067"/>
                </a:lnTo>
                <a:lnTo>
                  <a:pt x="11901" y="162955"/>
                </a:lnTo>
                <a:lnTo>
                  <a:pt x="11901" y="163842"/>
                </a:lnTo>
                <a:lnTo>
                  <a:pt x="12377" y="164641"/>
                </a:lnTo>
                <a:lnTo>
                  <a:pt x="12377" y="165706"/>
                </a:lnTo>
                <a:lnTo>
                  <a:pt x="12377" y="166594"/>
                </a:lnTo>
                <a:lnTo>
                  <a:pt x="12377" y="167481"/>
                </a:lnTo>
                <a:lnTo>
                  <a:pt x="12377" y="168280"/>
                </a:lnTo>
                <a:lnTo>
                  <a:pt x="12694" y="169345"/>
                </a:lnTo>
                <a:lnTo>
                  <a:pt x="12694" y="170233"/>
                </a:lnTo>
                <a:lnTo>
                  <a:pt x="12694" y="171120"/>
                </a:lnTo>
                <a:lnTo>
                  <a:pt x="12694" y="171919"/>
                </a:lnTo>
                <a:lnTo>
                  <a:pt x="12694" y="172807"/>
                </a:lnTo>
                <a:lnTo>
                  <a:pt x="13170" y="173872"/>
                </a:lnTo>
                <a:lnTo>
                  <a:pt x="13170" y="174759"/>
                </a:lnTo>
                <a:lnTo>
                  <a:pt x="13170" y="175647"/>
                </a:lnTo>
                <a:lnTo>
                  <a:pt x="13170" y="176446"/>
                </a:lnTo>
                <a:lnTo>
                  <a:pt x="13170" y="177511"/>
                </a:lnTo>
                <a:lnTo>
                  <a:pt x="13488" y="178398"/>
                </a:lnTo>
                <a:lnTo>
                  <a:pt x="13488" y="179286"/>
                </a:lnTo>
                <a:lnTo>
                  <a:pt x="13488" y="180085"/>
                </a:lnTo>
                <a:lnTo>
                  <a:pt x="13488" y="181150"/>
                </a:lnTo>
                <a:lnTo>
                  <a:pt x="13488" y="182037"/>
                </a:lnTo>
              </a:path>
            </a:pathLst>
          </a:custGeom>
          <a:ln w="194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5102362" y="2896222"/>
            <a:ext cx="13329" cy="171564"/>
          </a:xfrm>
          <a:custGeom>
            <a:avLst/>
            <a:gdLst/>
            <a:ahLst/>
            <a:cxnLst/>
            <a:rect l="l" t="t" r="r" b="b"/>
            <a:pathLst>
              <a:path w="13329" h="171564">
                <a:moveTo>
                  <a:pt x="0" y="0"/>
                </a:moveTo>
                <a:lnTo>
                  <a:pt x="0" y="887"/>
                </a:lnTo>
                <a:lnTo>
                  <a:pt x="0" y="1686"/>
                </a:lnTo>
                <a:lnTo>
                  <a:pt x="0" y="2573"/>
                </a:lnTo>
                <a:lnTo>
                  <a:pt x="0" y="3638"/>
                </a:lnTo>
                <a:lnTo>
                  <a:pt x="317" y="4526"/>
                </a:lnTo>
                <a:lnTo>
                  <a:pt x="317" y="5325"/>
                </a:lnTo>
                <a:lnTo>
                  <a:pt x="317" y="6212"/>
                </a:lnTo>
                <a:lnTo>
                  <a:pt x="317" y="7277"/>
                </a:lnTo>
                <a:lnTo>
                  <a:pt x="317" y="8165"/>
                </a:lnTo>
                <a:lnTo>
                  <a:pt x="793" y="8964"/>
                </a:lnTo>
                <a:lnTo>
                  <a:pt x="793" y="9851"/>
                </a:lnTo>
                <a:lnTo>
                  <a:pt x="793" y="10916"/>
                </a:lnTo>
                <a:lnTo>
                  <a:pt x="793" y="11804"/>
                </a:lnTo>
                <a:lnTo>
                  <a:pt x="793" y="12692"/>
                </a:lnTo>
                <a:lnTo>
                  <a:pt x="1110" y="13313"/>
                </a:lnTo>
                <a:lnTo>
                  <a:pt x="1110" y="14378"/>
                </a:lnTo>
                <a:lnTo>
                  <a:pt x="1110" y="15265"/>
                </a:lnTo>
                <a:lnTo>
                  <a:pt x="1110" y="16064"/>
                </a:lnTo>
                <a:lnTo>
                  <a:pt x="1586" y="16952"/>
                </a:lnTo>
                <a:lnTo>
                  <a:pt x="1586" y="18017"/>
                </a:lnTo>
                <a:lnTo>
                  <a:pt x="1586" y="18904"/>
                </a:lnTo>
                <a:lnTo>
                  <a:pt x="1586" y="19703"/>
                </a:lnTo>
                <a:lnTo>
                  <a:pt x="1586" y="20591"/>
                </a:lnTo>
                <a:lnTo>
                  <a:pt x="1904" y="21478"/>
                </a:lnTo>
                <a:lnTo>
                  <a:pt x="1904" y="22543"/>
                </a:lnTo>
                <a:lnTo>
                  <a:pt x="1904" y="23342"/>
                </a:lnTo>
                <a:lnTo>
                  <a:pt x="1904" y="24230"/>
                </a:lnTo>
                <a:lnTo>
                  <a:pt x="1904" y="25117"/>
                </a:lnTo>
                <a:lnTo>
                  <a:pt x="2221" y="26182"/>
                </a:lnTo>
                <a:lnTo>
                  <a:pt x="2221" y="26804"/>
                </a:lnTo>
                <a:lnTo>
                  <a:pt x="2221" y="27691"/>
                </a:lnTo>
                <a:lnTo>
                  <a:pt x="2221" y="28490"/>
                </a:lnTo>
                <a:lnTo>
                  <a:pt x="2221" y="29555"/>
                </a:lnTo>
                <a:lnTo>
                  <a:pt x="2221" y="30443"/>
                </a:lnTo>
                <a:lnTo>
                  <a:pt x="2221" y="31330"/>
                </a:lnTo>
                <a:lnTo>
                  <a:pt x="2221" y="32129"/>
                </a:lnTo>
                <a:lnTo>
                  <a:pt x="2221" y="33194"/>
                </a:lnTo>
                <a:lnTo>
                  <a:pt x="2697" y="34082"/>
                </a:lnTo>
                <a:lnTo>
                  <a:pt x="2697" y="34969"/>
                </a:lnTo>
                <a:lnTo>
                  <a:pt x="2697" y="35768"/>
                </a:lnTo>
                <a:lnTo>
                  <a:pt x="2697" y="36656"/>
                </a:lnTo>
                <a:lnTo>
                  <a:pt x="2697" y="37543"/>
                </a:lnTo>
                <a:lnTo>
                  <a:pt x="3015" y="38342"/>
                </a:lnTo>
                <a:lnTo>
                  <a:pt x="3015" y="39229"/>
                </a:lnTo>
                <a:lnTo>
                  <a:pt x="3015" y="40295"/>
                </a:lnTo>
                <a:lnTo>
                  <a:pt x="3015" y="41182"/>
                </a:lnTo>
                <a:lnTo>
                  <a:pt x="3015" y="42070"/>
                </a:lnTo>
                <a:lnTo>
                  <a:pt x="3491" y="42868"/>
                </a:lnTo>
                <a:lnTo>
                  <a:pt x="3491" y="43934"/>
                </a:lnTo>
                <a:lnTo>
                  <a:pt x="3491" y="44644"/>
                </a:lnTo>
                <a:lnTo>
                  <a:pt x="3491" y="45442"/>
                </a:lnTo>
                <a:lnTo>
                  <a:pt x="3491" y="46330"/>
                </a:lnTo>
                <a:lnTo>
                  <a:pt x="3808" y="47395"/>
                </a:lnTo>
                <a:lnTo>
                  <a:pt x="3808" y="48283"/>
                </a:lnTo>
                <a:lnTo>
                  <a:pt x="3808" y="49081"/>
                </a:lnTo>
                <a:lnTo>
                  <a:pt x="3808" y="49969"/>
                </a:lnTo>
                <a:lnTo>
                  <a:pt x="4284" y="51034"/>
                </a:lnTo>
                <a:lnTo>
                  <a:pt x="4284" y="51655"/>
                </a:lnTo>
                <a:lnTo>
                  <a:pt x="4284" y="52543"/>
                </a:lnTo>
                <a:lnTo>
                  <a:pt x="4284" y="53430"/>
                </a:lnTo>
                <a:lnTo>
                  <a:pt x="4284" y="54495"/>
                </a:lnTo>
                <a:lnTo>
                  <a:pt x="4284" y="55117"/>
                </a:lnTo>
                <a:lnTo>
                  <a:pt x="4284" y="56004"/>
                </a:lnTo>
                <a:lnTo>
                  <a:pt x="4284" y="56803"/>
                </a:lnTo>
                <a:lnTo>
                  <a:pt x="4284" y="57691"/>
                </a:lnTo>
                <a:lnTo>
                  <a:pt x="4284" y="58578"/>
                </a:lnTo>
                <a:lnTo>
                  <a:pt x="4601" y="59377"/>
                </a:lnTo>
                <a:lnTo>
                  <a:pt x="4601" y="60442"/>
                </a:lnTo>
                <a:lnTo>
                  <a:pt x="4601" y="61330"/>
                </a:lnTo>
                <a:lnTo>
                  <a:pt x="4601" y="62217"/>
                </a:lnTo>
                <a:lnTo>
                  <a:pt x="4601" y="63016"/>
                </a:lnTo>
                <a:lnTo>
                  <a:pt x="4919" y="63904"/>
                </a:lnTo>
                <a:lnTo>
                  <a:pt x="4919" y="64791"/>
                </a:lnTo>
                <a:lnTo>
                  <a:pt x="4919" y="65590"/>
                </a:lnTo>
                <a:lnTo>
                  <a:pt x="4919" y="66477"/>
                </a:lnTo>
                <a:lnTo>
                  <a:pt x="5395" y="67543"/>
                </a:lnTo>
                <a:lnTo>
                  <a:pt x="5395" y="68430"/>
                </a:lnTo>
                <a:lnTo>
                  <a:pt x="5395" y="69051"/>
                </a:lnTo>
                <a:lnTo>
                  <a:pt x="5395" y="69939"/>
                </a:lnTo>
                <a:lnTo>
                  <a:pt x="5395" y="71004"/>
                </a:lnTo>
                <a:lnTo>
                  <a:pt x="5712" y="71803"/>
                </a:lnTo>
                <a:lnTo>
                  <a:pt x="5712" y="72690"/>
                </a:lnTo>
                <a:lnTo>
                  <a:pt x="5712" y="73578"/>
                </a:lnTo>
                <a:lnTo>
                  <a:pt x="5712" y="74377"/>
                </a:lnTo>
                <a:lnTo>
                  <a:pt x="5712" y="75264"/>
                </a:lnTo>
                <a:lnTo>
                  <a:pt x="6188" y="76152"/>
                </a:lnTo>
                <a:lnTo>
                  <a:pt x="6188" y="76951"/>
                </a:lnTo>
                <a:lnTo>
                  <a:pt x="6188" y="77838"/>
                </a:lnTo>
                <a:lnTo>
                  <a:pt x="6188" y="78726"/>
                </a:lnTo>
                <a:lnTo>
                  <a:pt x="6188" y="79525"/>
                </a:lnTo>
                <a:lnTo>
                  <a:pt x="6506" y="80590"/>
                </a:lnTo>
                <a:lnTo>
                  <a:pt x="6506" y="81477"/>
                </a:lnTo>
                <a:lnTo>
                  <a:pt x="6506" y="82098"/>
                </a:lnTo>
                <a:lnTo>
                  <a:pt x="6506" y="82986"/>
                </a:lnTo>
                <a:lnTo>
                  <a:pt x="6506" y="84051"/>
                </a:lnTo>
                <a:lnTo>
                  <a:pt x="6506" y="84939"/>
                </a:lnTo>
                <a:lnTo>
                  <a:pt x="6506" y="85560"/>
                </a:lnTo>
                <a:lnTo>
                  <a:pt x="6506" y="86447"/>
                </a:lnTo>
                <a:lnTo>
                  <a:pt x="6506" y="87513"/>
                </a:lnTo>
                <a:lnTo>
                  <a:pt x="6823" y="88311"/>
                </a:lnTo>
                <a:lnTo>
                  <a:pt x="6823" y="89199"/>
                </a:lnTo>
                <a:lnTo>
                  <a:pt x="6823" y="90086"/>
                </a:lnTo>
                <a:lnTo>
                  <a:pt x="6823" y="90885"/>
                </a:lnTo>
                <a:lnTo>
                  <a:pt x="6823" y="91773"/>
                </a:lnTo>
                <a:lnTo>
                  <a:pt x="7299" y="92660"/>
                </a:lnTo>
                <a:lnTo>
                  <a:pt x="7299" y="93459"/>
                </a:lnTo>
                <a:lnTo>
                  <a:pt x="7299" y="94347"/>
                </a:lnTo>
                <a:lnTo>
                  <a:pt x="7299" y="95234"/>
                </a:lnTo>
                <a:lnTo>
                  <a:pt x="7299" y="96033"/>
                </a:lnTo>
                <a:lnTo>
                  <a:pt x="7616" y="96921"/>
                </a:lnTo>
                <a:lnTo>
                  <a:pt x="7616" y="97808"/>
                </a:lnTo>
                <a:lnTo>
                  <a:pt x="7616" y="98607"/>
                </a:lnTo>
                <a:lnTo>
                  <a:pt x="7616" y="99495"/>
                </a:lnTo>
                <a:lnTo>
                  <a:pt x="8093" y="100382"/>
                </a:lnTo>
                <a:lnTo>
                  <a:pt x="8093" y="101181"/>
                </a:lnTo>
                <a:lnTo>
                  <a:pt x="8093" y="102068"/>
                </a:lnTo>
                <a:lnTo>
                  <a:pt x="8093" y="102956"/>
                </a:lnTo>
                <a:lnTo>
                  <a:pt x="8093" y="103755"/>
                </a:lnTo>
                <a:lnTo>
                  <a:pt x="8410" y="104642"/>
                </a:lnTo>
                <a:lnTo>
                  <a:pt x="8410" y="105530"/>
                </a:lnTo>
                <a:lnTo>
                  <a:pt x="8410" y="106329"/>
                </a:lnTo>
                <a:lnTo>
                  <a:pt x="8410" y="107216"/>
                </a:lnTo>
                <a:lnTo>
                  <a:pt x="8410" y="108104"/>
                </a:lnTo>
                <a:lnTo>
                  <a:pt x="8410" y="108903"/>
                </a:lnTo>
                <a:lnTo>
                  <a:pt x="8410" y="109790"/>
                </a:lnTo>
                <a:lnTo>
                  <a:pt x="8410" y="110678"/>
                </a:lnTo>
                <a:lnTo>
                  <a:pt x="8410" y="111477"/>
                </a:lnTo>
                <a:lnTo>
                  <a:pt x="8410" y="112364"/>
                </a:lnTo>
                <a:lnTo>
                  <a:pt x="8886" y="113252"/>
                </a:lnTo>
                <a:lnTo>
                  <a:pt x="8886" y="114050"/>
                </a:lnTo>
                <a:lnTo>
                  <a:pt x="8886" y="114761"/>
                </a:lnTo>
                <a:lnTo>
                  <a:pt x="8886" y="115826"/>
                </a:lnTo>
                <a:lnTo>
                  <a:pt x="9203" y="116624"/>
                </a:lnTo>
                <a:lnTo>
                  <a:pt x="9203" y="117334"/>
                </a:lnTo>
                <a:lnTo>
                  <a:pt x="9203" y="118400"/>
                </a:lnTo>
                <a:lnTo>
                  <a:pt x="9203" y="119198"/>
                </a:lnTo>
                <a:lnTo>
                  <a:pt x="9203" y="119820"/>
                </a:lnTo>
                <a:lnTo>
                  <a:pt x="9521" y="120707"/>
                </a:lnTo>
                <a:lnTo>
                  <a:pt x="9521" y="121772"/>
                </a:lnTo>
                <a:lnTo>
                  <a:pt x="9521" y="122394"/>
                </a:lnTo>
                <a:lnTo>
                  <a:pt x="9521" y="123281"/>
                </a:lnTo>
                <a:lnTo>
                  <a:pt x="9521" y="124169"/>
                </a:lnTo>
                <a:lnTo>
                  <a:pt x="9997" y="124967"/>
                </a:lnTo>
                <a:lnTo>
                  <a:pt x="9997" y="125855"/>
                </a:lnTo>
                <a:lnTo>
                  <a:pt x="9997" y="126743"/>
                </a:lnTo>
                <a:lnTo>
                  <a:pt x="9997" y="127541"/>
                </a:lnTo>
                <a:lnTo>
                  <a:pt x="9997" y="128429"/>
                </a:lnTo>
                <a:lnTo>
                  <a:pt x="10314" y="129050"/>
                </a:lnTo>
                <a:lnTo>
                  <a:pt x="10314" y="130115"/>
                </a:lnTo>
                <a:lnTo>
                  <a:pt x="10314" y="131003"/>
                </a:lnTo>
                <a:lnTo>
                  <a:pt x="10314" y="131624"/>
                </a:lnTo>
                <a:lnTo>
                  <a:pt x="10790" y="132512"/>
                </a:lnTo>
                <a:lnTo>
                  <a:pt x="10790" y="133577"/>
                </a:lnTo>
                <a:lnTo>
                  <a:pt x="10790" y="134198"/>
                </a:lnTo>
                <a:lnTo>
                  <a:pt x="10790" y="135086"/>
                </a:lnTo>
                <a:lnTo>
                  <a:pt x="10790" y="135973"/>
                </a:lnTo>
                <a:lnTo>
                  <a:pt x="10790" y="136772"/>
                </a:lnTo>
                <a:lnTo>
                  <a:pt x="10790" y="137659"/>
                </a:lnTo>
                <a:lnTo>
                  <a:pt x="10790" y="138281"/>
                </a:lnTo>
                <a:lnTo>
                  <a:pt x="10790" y="139346"/>
                </a:lnTo>
                <a:lnTo>
                  <a:pt x="10790" y="140056"/>
                </a:lnTo>
                <a:lnTo>
                  <a:pt x="11108" y="140855"/>
                </a:lnTo>
                <a:lnTo>
                  <a:pt x="11108" y="141920"/>
                </a:lnTo>
                <a:lnTo>
                  <a:pt x="11108" y="142630"/>
                </a:lnTo>
                <a:lnTo>
                  <a:pt x="11108" y="143429"/>
                </a:lnTo>
                <a:lnTo>
                  <a:pt x="11108" y="144316"/>
                </a:lnTo>
                <a:lnTo>
                  <a:pt x="11425" y="145204"/>
                </a:lnTo>
                <a:lnTo>
                  <a:pt x="11425" y="146003"/>
                </a:lnTo>
                <a:lnTo>
                  <a:pt x="11425" y="146624"/>
                </a:lnTo>
                <a:lnTo>
                  <a:pt x="11425" y="147778"/>
                </a:lnTo>
                <a:lnTo>
                  <a:pt x="11901" y="148399"/>
                </a:lnTo>
                <a:lnTo>
                  <a:pt x="11901" y="149198"/>
                </a:lnTo>
                <a:lnTo>
                  <a:pt x="11901" y="150085"/>
                </a:lnTo>
                <a:lnTo>
                  <a:pt x="11901" y="150973"/>
                </a:lnTo>
                <a:lnTo>
                  <a:pt x="11901" y="151594"/>
                </a:lnTo>
                <a:lnTo>
                  <a:pt x="12218" y="152659"/>
                </a:lnTo>
                <a:lnTo>
                  <a:pt x="12218" y="153547"/>
                </a:lnTo>
                <a:lnTo>
                  <a:pt x="12218" y="154168"/>
                </a:lnTo>
                <a:lnTo>
                  <a:pt x="12218" y="155056"/>
                </a:lnTo>
                <a:lnTo>
                  <a:pt x="12218" y="155854"/>
                </a:lnTo>
                <a:lnTo>
                  <a:pt x="12694" y="156742"/>
                </a:lnTo>
                <a:lnTo>
                  <a:pt x="12694" y="157363"/>
                </a:lnTo>
                <a:lnTo>
                  <a:pt x="12694" y="158428"/>
                </a:lnTo>
                <a:lnTo>
                  <a:pt x="12694" y="159138"/>
                </a:lnTo>
                <a:lnTo>
                  <a:pt x="12694" y="159937"/>
                </a:lnTo>
                <a:lnTo>
                  <a:pt x="12694" y="160825"/>
                </a:lnTo>
                <a:lnTo>
                  <a:pt x="12694" y="161712"/>
                </a:lnTo>
                <a:lnTo>
                  <a:pt x="12694" y="162334"/>
                </a:lnTo>
                <a:lnTo>
                  <a:pt x="12694" y="163221"/>
                </a:lnTo>
                <a:lnTo>
                  <a:pt x="13012" y="164020"/>
                </a:lnTo>
                <a:lnTo>
                  <a:pt x="13012" y="164907"/>
                </a:lnTo>
                <a:lnTo>
                  <a:pt x="13012" y="165529"/>
                </a:lnTo>
                <a:lnTo>
                  <a:pt x="13012" y="166594"/>
                </a:lnTo>
                <a:lnTo>
                  <a:pt x="13012" y="167215"/>
                </a:lnTo>
                <a:lnTo>
                  <a:pt x="13329" y="168103"/>
                </a:lnTo>
                <a:lnTo>
                  <a:pt x="13329" y="168990"/>
                </a:lnTo>
                <a:lnTo>
                  <a:pt x="13329" y="169789"/>
                </a:lnTo>
                <a:lnTo>
                  <a:pt x="13329" y="170499"/>
                </a:lnTo>
                <a:lnTo>
                  <a:pt x="13329" y="171564"/>
                </a:lnTo>
              </a:path>
            </a:pathLst>
          </a:custGeom>
          <a:ln w="1949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115692" y="3067786"/>
            <a:ext cx="13805" cy="146446"/>
          </a:xfrm>
          <a:custGeom>
            <a:avLst/>
            <a:gdLst/>
            <a:ahLst/>
            <a:cxnLst/>
            <a:rect l="l" t="t" r="r" b="b"/>
            <a:pathLst>
              <a:path w="13805" h="146446">
                <a:moveTo>
                  <a:pt x="0" y="0"/>
                </a:moveTo>
                <a:lnTo>
                  <a:pt x="476" y="621"/>
                </a:lnTo>
                <a:lnTo>
                  <a:pt x="476" y="1508"/>
                </a:lnTo>
                <a:lnTo>
                  <a:pt x="476" y="2307"/>
                </a:lnTo>
                <a:lnTo>
                  <a:pt x="476" y="3017"/>
                </a:lnTo>
                <a:lnTo>
                  <a:pt x="476" y="3816"/>
                </a:lnTo>
                <a:lnTo>
                  <a:pt x="793" y="4704"/>
                </a:lnTo>
                <a:lnTo>
                  <a:pt x="793" y="5591"/>
                </a:lnTo>
                <a:lnTo>
                  <a:pt x="793" y="6212"/>
                </a:lnTo>
                <a:lnTo>
                  <a:pt x="793" y="7011"/>
                </a:lnTo>
                <a:lnTo>
                  <a:pt x="793" y="7899"/>
                </a:lnTo>
                <a:lnTo>
                  <a:pt x="1269" y="8786"/>
                </a:lnTo>
                <a:lnTo>
                  <a:pt x="1269" y="9408"/>
                </a:lnTo>
                <a:lnTo>
                  <a:pt x="1269" y="10295"/>
                </a:lnTo>
                <a:lnTo>
                  <a:pt x="1269" y="11094"/>
                </a:lnTo>
                <a:lnTo>
                  <a:pt x="1586" y="11804"/>
                </a:lnTo>
                <a:lnTo>
                  <a:pt x="1586" y="12869"/>
                </a:lnTo>
                <a:lnTo>
                  <a:pt x="1586" y="13490"/>
                </a:lnTo>
                <a:lnTo>
                  <a:pt x="1586" y="14112"/>
                </a:lnTo>
                <a:lnTo>
                  <a:pt x="1586" y="15177"/>
                </a:lnTo>
                <a:lnTo>
                  <a:pt x="1586" y="15887"/>
                </a:lnTo>
                <a:lnTo>
                  <a:pt x="1586" y="16686"/>
                </a:lnTo>
                <a:lnTo>
                  <a:pt x="1586" y="17573"/>
                </a:lnTo>
                <a:lnTo>
                  <a:pt x="1586" y="18194"/>
                </a:lnTo>
                <a:lnTo>
                  <a:pt x="1586" y="19082"/>
                </a:lnTo>
                <a:lnTo>
                  <a:pt x="2062" y="19881"/>
                </a:lnTo>
                <a:lnTo>
                  <a:pt x="2062" y="20768"/>
                </a:lnTo>
                <a:lnTo>
                  <a:pt x="2062" y="21390"/>
                </a:lnTo>
                <a:lnTo>
                  <a:pt x="2062" y="22277"/>
                </a:lnTo>
                <a:lnTo>
                  <a:pt x="2062" y="23165"/>
                </a:lnTo>
                <a:lnTo>
                  <a:pt x="2380" y="23786"/>
                </a:lnTo>
                <a:lnTo>
                  <a:pt x="2380" y="24674"/>
                </a:lnTo>
                <a:lnTo>
                  <a:pt x="2380" y="25472"/>
                </a:lnTo>
                <a:lnTo>
                  <a:pt x="2380" y="26094"/>
                </a:lnTo>
                <a:lnTo>
                  <a:pt x="2697" y="26981"/>
                </a:lnTo>
                <a:lnTo>
                  <a:pt x="2697" y="27869"/>
                </a:lnTo>
                <a:lnTo>
                  <a:pt x="2697" y="28490"/>
                </a:lnTo>
                <a:lnTo>
                  <a:pt x="2697" y="29378"/>
                </a:lnTo>
                <a:lnTo>
                  <a:pt x="2697" y="30176"/>
                </a:lnTo>
                <a:lnTo>
                  <a:pt x="3173" y="30886"/>
                </a:lnTo>
                <a:lnTo>
                  <a:pt x="3173" y="31685"/>
                </a:lnTo>
                <a:lnTo>
                  <a:pt x="3173" y="32573"/>
                </a:lnTo>
                <a:lnTo>
                  <a:pt x="3173" y="33194"/>
                </a:lnTo>
                <a:lnTo>
                  <a:pt x="3173" y="34082"/>
                </a:lnTo>
                <a:lnTo>
                  <a:pt x="3491" y="34969"/>
                </a:lnTo>
                <a:lnTo>
                  <a:pt x="3491" y="35591"/>
                </a:lnTo>
                <a:lnTo>
                  <a:pt x="3491" y="36389"/>
                </a:lnTo>
                <a:lnTo>
                  <a:pt x="3491" y="37099"/>
                </a:lnTo>
                <a:lnTo>
                  <a:pt x="3491" y="37898"/>
                </a:lnTo>
                <a:lnTo>
                  <a:pt x="3491" y="38786"/>
                </a:lnTo>
                <a:lnTo>
                  <a:pt x="3491" y="39407"/>
                </a:lnTo>
                <a:lnTo>
                  <a:pt x="3491" y="40295"/>
                </a:lnTo>
                <a:lnTo>
                  <a:pt x="3491" y="41182"/>
                </a:lnTo>
                <a:lnTo>
                  <a:pt x="3967" y="41803"/>
                </a:lnTo>
                <a:lnTo>
                  <a:pt x="3967" y="42425"/>
                </a:lnTo>
                <a:lnTo>
                  <a:pt x="3967" y="43490"/>
                </a:lnTo>
                <a:lnTo>
                  <a:pt x="3967" y="44111"/>
                </a:lnTo>
                <a:lnTo>
                  <a:pt x="3967" y="44821"/>
                </a:lnTo>
                <a:lnTo>
                  <a:pt x="4284" y="45620"/>
                </a:lnTo>
                <a:lnTo>
                  <a:pt x="4284" y="46507"/>
                </a:lnTo>
                <a:lnTo>
                  <a:pt x="4284" y="47129"/>
                </a:lnTo>
                <a:lnTo>
                  <a:pt x="4284" y="48016"/>
                </a:lnTo>
                <a:lnTo>
                  <a:pt x="4284" y="48638"/>
                </a:lnTo>
                <a:lnTo>
                  <a:pt x="4601" y="49525"/>
                </a:lnTo>
                <a:lnTo>
                  <a:pt x="4601" y="50324"/>
                </a:lnTo>
                <a:lnTo>
                  <a:pt x="4601" y="51034"/>
                </a:lnTo>
                <a:lnTo>
                  <a:pt x="4601" y="51833"/>
                </a:lnTo>
                <a:lnTo>
                  <a:pt x="4601" y="52543"/>
                </a:lnTo>
                <a:lnTo>
                  <a:pt x="5077" y="53342"/>
                </a:lnTo>
                <a:lnTo>
                  <a:pt x="5077" y="54229"/>
                </a:lnTo>
                <a:lnTo>
                  <a:pt x="5077" y="54850"/>
                </a:lnTo>
                <a:lnTo>
                  <a:pt x="5077" y="55472"/>
                </a:lnTo>
                <a:lnTo>
                  <a:pt x="5395" y="56359"/>
                </a:lnTo>
                <a:lnTo>
                  <a:pt x="5395" y="57247"/>
                </a:lnTo>
                <a:lnTo>
                  <a:pt x="5395" y="57868"/>
                </a:lnTo>
                <a:lnTo>
                  <a:pt x="5395" y="58756"/>
                </a:lnTo>
                <a:lnTo>
                  <a:pt x="5395" y="59377"/>
                </a:lnTo>
                <a:lnTo>
                  <a:pt x="5871" y="60265"/>
                </a:lnTo>
                <a:lnTo>
                  <a:pt x="5871" y="61063"/>
                </a:lnTo>
                <a:lnTo>
                  <a:pt x="5871" y="61773"/>
                </a:lnTo>
                <a:lnTo>
                  <a:pt x="5871" y="62572"/>
                </a:lnTo>
                <a:lnTo>
                  <a:pt x="5871" y="63194"/>
                </a:lnTo>
                <a:lnTo>
                  <a:pt x="5871" y="63904"/>
                </a:lnTo>
                <a:lnTo>
                  <a:pt x="5871" y="64702"/>
                </a:lnTo>
                <a:lnTo>
                  <a:pt x="5871" y="65412"/>
                </a:lnTo>
                <a:lnTo>
                  <a:pt x="5871" y="66211"/>
                </a:lnTo>
                <a:lnTo>
                  <a:pt x="5871" y="67099"/>
                </a:lnTo>
                <a:lnTo>
                  <a:pt x="6188" y="67720"/>
                </a:lnTo>
                <a:lnTo>
                  <a:pt x="6188" y="68341"/>
                </a:lnTo>
                <a:lnTo>
                  <a:pt x="6188" y="69229"/>
                </a:lnTo>
                <a:lnTo>
                  <a:pt x="6188" y="69850"/>
                </a:lnTo>
                <a:lnTo>
                  <a:pt x="6664" y="70738"/>
                </a:lnTo>
                <a:lnTo>
                  <a:pt x="6664" y="71359"/>
                </a:lnTo>
                <a:lnTo>
                  <a:pt x="6664" y="71980"/>
                </a:lnTo>
                <a:lnTo>
                  <a:pt x="6664" y="73134"/>
                </a:lnTo>
                <a:lnTo>
                  <a:pt x="6664" y="73755"/>
                </a:lnTo>
                <a:lnTo>
                  <a:pt x="6982" y="74377"/>
                </a:lnTo>
                <a:lnTo>
                  <a:pt x="6982" y="75264"/>
                </a:lnTo>
                <a:lnTo>
                  <a:pt x="6982" y="75886"/>
                </a:lnTo>
                <a:lnTo>
                  <a:pt x="6982" y="76773"/>
                </a:lnTo>
                <a:lnTo>
                  <a:pt x="6982" y="77394"/>
                </a:lnTo>
                <a:lnTo>
                  <a:pt x="7299" y="78016"/>
                </a:lnTo>
                <a:lnTo>
                  <a:pt x="7299" y="78903"/>
                </a:lnTo>
                <a:lnTo>
                  <a:pt x="7299" y="79525"/>
                </a:lnTo>
                <a:lnTo>
                  <a:pt x="7299" y="80146"/>
                </a:lnTo>
                <a:lnTo>
                  <a:pt x="7299" y="81033"/>
                </a:lnTo>
                <a:lnTo>
                  <a:pt x="7775" y="81655"/>
                </a:lnTo>
                <a:lnTo>
                  <a:pt x="7775" y="82542"/>
                </a:lnTo>
                <a:lnTo>
                  <a:pt x="7775" y="83430"/>
                </a:lnTo>
                <a:lnTo>
                  <a:pt x="7775" y="84051"/>
                </a:lnTo>
                <a:lnTo>
                  <a:pt x="7775" y="84850"/>
                </a:lnTo>
                <a:lnTo>
                  <a:pt x="7775" y="85560"/>
                </a:lnTo>
                <a:lnTo>
                  <a:pt x="7775" y="86181"/>
                </a:lnTo>
                <a:lnTo>
                  <a:pt x="7775" y="87069"/>
                </a:lnTo>
                <a:lnTo>
                  <a:pt x="7775" y="87690"/>
                </a:lnTo>
                <a:lnTo>
                  <a:pt x="8093" y="88489"/>
                </a:lnTo>
                <a:lnTo>
                  <a:pt x="8093" y="89199"/>
                </a:lnTo>
                <a:lnTo>
                  <a:pt x="8093" y="89820"/>
                </a:lnTo>
                <a:lnTo>
                  <a:pt x="8093" y="90708"/>
                </a:lnTo>
                <a:lnTo>
                  <a:pt x="8093" y="91329"/>
                </a:lnTo>
                <a:lnTo>
                  <a:pt x="8569" y="91950"/>
                </a:lnTo>
                <a:lnTo>
                  <a:pt x="8569" y="92838"/>
                </a:lnTo>
                <a:lnTo>
                  <a:pt x="8569" y="93459"/>
                </a:lnTo>
                <a:lnTo>
                  <a:pt x="8569" y="94347"/>
                </a:lnTo>
                <a:lnTo>
                  <a:pt x="8569" y="94791"/>
                </a:lnTo>
                <a:lnTo>
                  <a:pt x="8886" y="95589"/>
                </a:lnTo>
                <a:lnTo>
                  <a:pt x="8886" y="96211"/>
                </a:lnTo>
                <a:lnTo>
                  <a:pt x="8886" y="96921"/>
                </a:lnTo>
                <a:lnTo>
                  <a:pt x="8886" y="97719"/>
                </a:lnTo>
                <a:lnTo>
                  <a:pt x="9203" y="98429"/>
                </a:lnTo>
                <a:lnTo>
                  <a:pt x="9203" y="99051"/>
                </a:lnTo>
                <a:lnTo>
                  <a:pt x="9203" y="99938"/>
                </a:lnTo>
                <a:lnTo>
                  <a:pt x="9203" y="100560"/>
                </a:lnTo>
                <a:lnTo>
                  <a:pt x="9203" y="101358"/>
                </a:lnTo>
                <a:lnTo>
                  <a:pt x="9679" y="102068"/>
                </a:lnTo>
                <a:lnTo>
                  <a:pt x="9679" y="102690"/>
                </a:lnTo>
                <a:lnTo>
                  <a:pt x="9679" y="103577"/>
                </a:lnTo>
                <a:lnTo>
                  <a:pt x="9679" y="104199"/>
                </a:lnTo>
                <a:lnTo>
                  <a:pt x="9679" y="104820"/>
                </a:lnTo>
                <a:lnTo>
                  <a:pt x="9679" y="105441"/>
                </a:lnTo>
                <a:lnTo>
                  <a:pt x="9679" y="106151"/>
                </a:lnTo>
                <a:lnTo>
                  <a:pt x="9679" y="106950"/>
                </a:lnTo>
                <a:lnTo>
                  <a:pt x="9679" y="107660"/>
                </a:lnTo>
                <a:lnTo>
                  <a:pt x="9679" y="108459"/>
                </a:lnTo>
                <a:lnTo>
                  <a:pt x="9997" y="109080"/>
                </a:lnTo>
                <a:lnTo>
                  <a:pt x="9997" y="109790"/>
                </a:lnTo>
                <a:lnTo>
                  <a:pt x="9997" y="110589"/>
                </a:lnTo>
                <a:lnTo>
                  <a:pt x="9997" y="111033"/>
                </a:lnTo>
                <a:lnTo>
                  <a:pt x="10473" y="111920"/>
                </a:lnTo>
                <a:lnTo>
                  <a:pt x="10473" y="112542"/>
                </a:lnTo>
                <a:lnTo>
                  <a:pt x="10473" y="113163"/>
                </a:lnTo>
                <a:lnTo>
                  <a:pt x="10473" y="114050"/>
                </a:lnTo>
                <a:lnTo>
                  <a:pt x="10473" y="114672"/>
                </a:lnTo>
                <a:lnTo>
                  <a:pt x="10790" y="115293"/>
                </a:lnTo>
                <a:lnTo>
                  <a:pt x="10790" y="116003"/>
                </a:lnTo>
                <a:lnTo>
                  <a:pt x="10790" y="116802"/>
                </a:lnTo>
                <a:lnTo>
                  <a:pt x="10790" y="117512"/>
                </a:lnTo>
                <a:lnTo>
                  <a:pt x="10790" y="118133"/>
                </a:lnTo>
                <a:lnTo>
                  <a:pt x="11266" y="118755"/>
                </a:lnTo>
                <a:lnTo>
                  <a:pt x="11266" y="119376"/>
                </a:lnTo>
                <a:lnTo>
                  <a:pt x="11266" y="120263"/>
                </a:lnTo>
                <a:lnTo>
                  <a:pt x="11266" y="120885"/>
                </a:lnTo>
                <a:lnTo>
                  <a:pt x="11266" y="121595"/>
                </a:lnTo>
                <a:lnTo>
                  <a:pt x="11584" y="122216"/>
                </a:lnTo>
                <a:lnTo>
                  <a:pt x="11584" y="122837"/>
                </a:lnTo>
                <a:lnTo>
                  <a:pt x="11584" y="123725"/>
                </a:lnTo>
                <a:lnTo>
                  <a:pt x="11584" y="124346"/>
                </a:lnTo>
                <a:lnTo>
                  <a:pt x="11901" y="124967"/>
                </a:lnTo>
                <a:lnTo>
                  <a:pt x="11901" y="125589"/>
                </a:lnTo>
                <a:lnTo>
                  <a:pt x="11901" y="126299"/>
                </a:lnTo>
                <a:lnTo>
                  <a:pt x="11901" y="127098"/>
                </a:lnTo>
                <a:lnTo>
                  <a:pt x="11901" y="127541"/>
                </a:lnTo>
                <a:lnTo>
                  <a:pt x="11901" y="128429"/>
                </a:lnTo>
                <a:lnTo>
                  <a:pt x="11901" y="129050"/>
                </a:lnTo>
                <a:lnTo>
                  <a:pt x="11901" y="129671"/>
                </a:lnTo>
                <a:lnTo>
                  <a:pt x="11901" y="130382"/>
                </a:lnTo>
                <a:lnTo>
                  <a:pt x="11901" y="131003"/>
                </a:lnTo>
                <a:lnTo>
                  <a:pt x="12377" y="131802"/>
                </a:lnTo>
                <a:lnTo>
                  <a:pt x="12377" y="132512"/>
                </a:lnTo>
                <a:lnTo>
                  <a:pt x="12377" y="133133"/>
                </a:lnTo>
                <a:lnTo>
                  <a:pt x="12377" y="133754"/>
                </a:lnTo>
                <a:lnTo>
                  <a:pt x="12377" y="134376"/>
                </a:lnTo>
                <a:lnTo>
                  <a:pt x="12694" y="135086"/>
                </a:lnTo>
                <a:lnTo>
                  <a:pt x="12694" y="135707"/>
                </a:lnTo>
                <a:lnTo>
                  <a:pt x="12694" y="136594"/>
                </a:lnTo>
                <a:lnTo>
                  <a:pt x="12694" y="136949"/>
                </a:lnTo>
                <a:lnTo>
                  <a:pt x="13170" y="137837"/>
                </a:lnTo>
                <a:lnTo>
                  <a:pt x="13170" y="138458"/>
                </a:lnTo>
                <a:lnTo>
                  <a:pt x="13170" y="139168"/>
                </a:lnTo>
                <a:lnTo>
                  <a:pt x="13170" y="139790"/>
                </a:lnTo>
                <a:lnTo>
                  <a:pt x="13170" y="140411"/>
                </a:lnTo>
                <a:lnTo>
                  <a:pt x="13488" y="141032"/>
                </a:lnTo>
                <a:lnTo>
                  <a:pt x="13488" y="141742"/>
                </a:lnTo>
                <a:lnTo>
                  <a:pt x="13488" y="142364"/>
                </a:lnTo>
                <a:lnTo>
                  <a:pt x="13488" y="142985"/>
                </a:lnTo>
                <a:lnTo>
                  <a:pt x="13488" y="143872"/>
                </a:lnTo>
                <a:lnTo>
                  <a:pt x="13805" y="144316"/>
                </a:lnTo>
                <a:lnTo>
                  <a:pt x="13805" y="145115"/>
                </a:lnTo>
                <a:lnTo>
                  <a:pt x="13805" y="145825"/>
                </a:lnTo>
                <a:lnTo>
                  <a:pt x="13805" y="146446"/>
                </a:lnTo>
              </a:path>
            </a:pathLst>
          </a:custGeom>
          <a:ln w="1946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129498" y="3214233"/>
            <a:ext cx="13488" cy="109790"/>
          </a:xfrm>
          <a:custGeom>
            <a:avLst/>
            <a:gdLst/>
            <a:ahLst/>
            <a:cxnLst/>
            <a:rect l="l" t="t" r="r" b="b"/>
            <a:pathLst>
              <a:path w="13488" h="109790">
                <a:moveTo>
                  <a:pt x="0" y="0"/>
                </a:moveTo>
                <a:lnTo>
                  <a:pt x="0" y="621"/>
                </a:lnTo>
                <a:lnTo>
                  <a:pt x="0" y="1065"/>
                </a:lnTo>
                <a:lnTo>
                  <a:pt x="0" y="1952"/>
                </a:lnTo>
                <a:lnTo>
                  <a:pt x="0" y="2573"/>
                </a:lnTo>
                <a:lnTo>
                  <a:pt x="0" y="3195"/>
                </a:lnTo>
                <a:lnTo>
                  <a:pt x="476" y="3816"/>
                </a:lnTo>
                <a:lnTo>
                  <a:pt x="476" y="4526"/>
                </a:lnTo>
                <a:lnTo>
                  <a:pt x="476" y="5147"/>
                </a:lnTo>
                <a:lnTo>
                  <a:pt x="476" y="5769"/>
                </a:lnTo>
                <a:lnTo>
                  <a:pt x="476" y="6390"/>
                </a:lnTo>
                <a:lnTo>
                  <a:pt x="793" y="7100"/>
                </a:lnTo>
                <a:lnTo>
                  <a:pt x="793" y="7721"/>
                </a:lnTo>
                <a:lnTo>
                  <a:pt x="793" y="8165"/>
                </a:lnTo>
                <a:lnTo>
                  <a:pt x="793" y="8964"/>
                </a:lnTo>
                <a:lnTo>
                  <a:pt x="793" y="9585"/>
                </a:lnTo>
                <a:lnTo>
                  <a:pt x="1269" y="10295"/>
                </a:lnTo>
                <a:lnTo>
                  <a:pt x="1269" y="10916"/>
                </a:lnTo>
                <a:lnTo>
                  <a:pt x="1269" y="11538"/>
                </a:lnTo>
                <a:lnTo>
                  <a:pt x="1269" y="12159"/>
                </a:lnTo>
                <a:lnTo>
                  <a:pt x="1269" y="12869"/>
                </a:lnTo>
                <a:lnTo>
                  <a:pt x="1586" y="13490"/>
                </a:lnTo>
                <a:lnTo>
                  <a:pt x="1586" y="14112"/>
                </a:lnTo>
                <a:lnTo>
                  <a:pt x="1586" y="14733"/>
                </a:lnTo>
                <a:lnTo>
                  <a:pt x="1586" y="15177"/>
                </a:lnTo>
                <a:lnTo>
                  <a:pt x="1904" y="15887"/>
                </a:lnTo>
                <a:lnTo>
                  <a:pt x="1904" y="16508"/>
                </a:lnTo>
                <a:lnTo>
                  <a:pt x="1904" y="17129"/>
                </a:lnTo>
                <a:lnTo>
                  <a:pt x="1904" y="17751"/>
                </a:lnTo>
                <a:lnTo>
                  <a:pt x="1904" y="18461"/>
                </a:lnTo>
                <a:lnTo>
                  <a:pt x="2380" y="19082"/>
                </a:lnTo>
                <a:lnTo>
                  <a:pt x="2380" y="19703"/>
                </a:lnTo>
                <a:lnTo>
                  <a:pt x="2380" y="20325"/>
                </a:lnTo>
                <a:lnTo>
                  <a:pt x="2380" y="21035"/>
                </a:lnTo>
                <a:lnTo>
                  <a:pt x="2380" y="21390"/>
                </a:lnTo>
                <a:lnTo>
                  <a:pt x="2380" y="22277"/>
                </a:lnTo>
                <a:lnTo>
                  <a:pt x="2380" y="22721"/>
                </a:lnTo>
                <a:lnTo>
                  <a:pt x="2380" y="23608"/>
                </a:lnTo>
                <a:lnTo>
                  <a:pt x="2380" y="23964"/>
                </a:lnTo>
                <a:lnTo>
                  <a:pt x="2380" y="24674"/>
                </a:lnTo>
                <a:lnTo>
                  <a:pt x="2697" y="25295"/>
                </a:lnTo>
                <a:lnTo>
                  <a:pt x="2697" y="25916"/>
                </a:lnTo>
                <a:lnTo>
                  <a:pt x="2697" y="26537"/>
                </a:lnTo>
                <a:lnTo>
                  <a:pt x="2697" y="26981"/>
                </a:lnTo>
                <a:lnTo>
                  <a:pt x="3173" y="27602"/>
                </a:lnTo>
                <a:lnTo>
                  <a:pt x="3173" y="28313"/>
                </a:lnTo>
                <a:lnTo>
                  <a:pt x="3173" y="28934"/>
                </a:lnTo>
                <a:lnTo>
                  <a:pt x="3173" y="29378"/>
                </a:lnTo>
                <a:lnTo>
                  <a:pt x="3173" y="30176"/>
                </a:lnTo>
                <a:lnTo>
                  <a:pt x="3491" y="30620"/>
                </a:lnTo>
                <a:lnTo>
                  <a:pt x="3491" y="31241"/>
                </a:lnTo>
                <a:lnTo>
                  <a:pt x="3491" y="31952"/>
                </a:lnTo>
                <a:lnTo>
                  <a:pt x="3491" y="32573"/>
                </a:lnTo>
                <a:lnTo>
                  <a:pt x="3491" y="33017"/>
                </a:lnTo>
                <a:lnTo>
                  <a:pt x="3967" y="33815"/>
                </a:lnTo>
                <a:lnTo>
                  <a:pt x="3967" y="34259"/>
                </a:lnTo>
                <a:lnTo>
                  <a:pt x="3967" y="34969"/>
                </a:lnTo>
                <a:lnTo>
                  <a:pt x="3967" y="35591"/>
                </a:lnTo>
                <a:lnTo>
                  <a:pt x="3967" y="36212"/>
                </a:lnTo>
                <a:lnTo>
                  <a:pt x="4284" y="36656"/>
                </a:lnTo>
                <a:lnTo>
                  <a:pt x="4284" y="37277"/>
                </a:lnTo>
                <a:lnTo>
                  <a:pt x="4284" y="37898"/>
                </a:lnTo>
                <a:lnTo>
                  <a:pt x="4284" y="38608"/>
                </a:lnTo>
                <a:lnTo>
                  <a:pt x="4284" y="38963"/>
                </a:lnTo>
                <a:lnTo>
                  <a:pt x="4284" y="39851"/>
                </a:lnTo>
                <a:lnTo>
                  <a:pt x="4284" y="40295"/>
                </a:lnTo>
                <a:lnTo>
                  <a:pt x="4284" y="40916"/>
                </a:lnTo>
                <a:lnTo>
                  <a:pt x="4284" y="41360"/>
                </a:lnTo>
                <a:lnTo>
                  <a:pt x="4601" y="41981"/>
                </a:lnTo>
                <a:lnTo>
                  <a:pt x="4601" y="42691"/>
                </a:lnTo>
                <a:lnTo>
                  <a:pt x="4601" y="43312"/>
                </a:lnTo>
                <a:lnTo>
                  <a:pt x="4601" y="43756"/>
                </a:lnTo>
                <a:lnTo>
                  <a:pt x="4601" y="44377"/>
                </a:lnTo>
                <a:lnTo>
                  <a:pt x="5077" y="44999"/>
                </a:lnTo>
                <a:lnTo>
                  <a:pt x="5077" y="45620"/>
                </a:lnTo>
                <a:lnTo>
                  <a:pt x="5077" y="46064"/>
                </a:lnTo>
                <a:lnTo>
                  <a:pt x="5077" y="46685"/>
                </a:lnTo>
                <a:lnTo>
                  <a:pt x="5077" y="47129"/>
                </a:lnTo>
                <a:lnTo>
                  <a:pt x="5395" y="48016"/>
                </a:lnTo>
                <a:lnTo>
                  <a:pt x="5395" y="48460"/>
                </a:lnTo>
                <a:lnTo>
                  <a:pt x="5395" y="49081"/>
                </a:lnTo>
                <a:lnTo>
                  <a:pt x="5395" y="49525"/>
                </a:lnTo>
                <a:lnTo>
                  <a:pt x="5871" y="50146"/>
                </a:lnTo>
                <a:lnTo>
                  <a:pt x="5871" y="50590"/>
                </a:lnTo>
                <a:lnTo>
                  <a:pt x="5871" y="51211"/>
                </a:lnTo>
                <a:lnTo>
                  <a:pt x="5871" y="51833"/>
                </a:lnTo>
                <a:lnTo>
                  <a:pt x="5871" y="52543"/>
                </a:lnTo>
                <a:lnTo>
                  <a:pt x="6188" y="52987"/>
                </a:lnTo>
                <a:lnTo>
                  <a:pt x="6188" y="53608"/>
                </a:lnTo>
                <a:lnTo>
                  <a:pt x="6188" y="54229"/>
                </a:lnTo>
                <a:lnTo>
                  <a:pt x="6188" y="54673"/>
                </a:lnTo>
                <a:lnTo>
                  <a:pt x="6188" y="55294"/>
                </a:lnTo>
                <a:lnTo>
                  <a:pt x="6506" y="55738"/>
                </a:lnTo>
                <a:lnTo>
                  <a:pt x="6506" y="56626"/>
                </a:lnTo>
                <a:lnTo>
                  <a:pt x="6506" y="56981"/>
                </a:lnTo>
                <a:lnTo>
                  <a:pt x="6506" y="57691"/>
                </a:lnTo>
                <a:lnTo>
                  <a:pt x="6506" y="58046"/>
                </a:lnTo>
                <a:lnTo>
                  <a:pt x="6506" y="58756"/>
                </a:lnTo>
                <a:lnTo>
                  <a:pt x="6506" y="59200"/>
                </a:lnTo>
                <a:lnTo>
                  <a:pt x="6506" y="59821"/>
                </a:lnTo>
                <a:lnTo>
                  <a:pt x="6506" y="60265"/>
                </a:lnTo>
                <a:lnTo>
                  <a:pt x="6982" y="60886"/>
                </a:lnTo>
                <a:lnTo>
                  <a:pt x="6982" y="61330"/>
                </a:lnTo>
                <a:lnTo>
                  <a:pt x="6982" y="61951"/>
                </a:lnTo>
                <a:lnTo>
                  <a:pt x="6982" y="62395"/>
                </a:lnTo>
                <a:lnTo>
                  <a:pt x="6982" y="63016"/>
                </a:lnTo>
                <a:lnTo>
                  <a:pt x="7299" y="63637"/>
                </a:lnTo>
                <a:lnTo>
                  <a:pt x="7299" y="64081"/>
                </a:lnTo>
                <a:lnTo>
                  <a:pt x="7299" y="64702"/>
                </a:lnTo>
                <a:lnTo>
                  <a:pt x="7299" y="65146"/>
                </a:lnTo>
                <a:lnTo>
                  <a:pt x="7299" y="65767"/>
                </a:lnTo>
                <a:lnTo>
                  <a:pt x="7775" y="66211"/>
                </a:lnTo>
                <a:lnTo>
                  <a:pt x="7775" y="66921"/>
                </a:lnTo>
                <a:lnTo>
                  <a:pt x="7775" y="67276"/>
                </a:lnTo>
                <a:lnTo>
                  <a:pt x="7775" y="67986"/>
                </a:lnTo>
                <a:lnTo>
                  <a:pt x="7775" y="68341"/>
                </a:lnTo>
                <a:lnTo>
                  <a:pt x="8093" y="69051"/>
                </a:lnTo>
                <a:lnTo>
                  <a:pt x="8093" y="69495"/>
                </a:lnTo>
                <a:lnTo>
                  <a:pt x="8093" y="70116"/>
                </a:lnTo>
                <a:lnTo>
                  <a:pt x="8093" y="70738"/>
                </a:lnTo>
                <a:lnTo>
                  <a:pt x="8569" y="71182"/>
                </a:lnTo>
                <a:lnTo>
                  <a:pt x="8569" y="71803"/>
                </a:lnTo>
                <a:lnTo>
                  <a:pt x="8569" y="72247"/>
                </a:lnTo>
                <a:lnTo>
                  <a:pt x="8569" y="72868"/>
                </a:lnTo>
                <a:lnTo>
                  <a:pt x="8569" y="73312"/>
                </a:lnTo>
                <a:lnTo>
                  <a:pt x="8569" y="73755"/>
                </a:lnTo>
                <a:lnTo>
                  <a:pt x="8569" y="74199"/>
                </a:lnTo>
                <a:lnTo>
                  <a:pt x="8569" y="74820"/>
                </a:lnTo>
                <a:lnTo>
                  <a:pt x="8569" y="75442"/>
                </a:lnTo>
                <a:lnTo>
                  <a:pt x="8569" y="75886"/>
                </a:lnTo>
                <a:lnTo>
                  <a:pt x="8886" y="76507"/>
                </a:lnTo>
                <a:lnTo>
                  <a:pt x="8886" y="76951"/>
                </a:lnTo>
                <a:lnTo>
                  <a:pt x="8886" y="77572"/>
                </a:lnTo>
                <a:lnTo>
                  <a:pt x="8886" y="78016"/>
                </a:lnTo>
                <a:lnTo>
                  <a:pt x="8886" y="78459"/>
                </a:lnTo>
                <a:lnTo>
                  <a:pt x="9203" y="78903"/>
                </a:lnTo>
                <a:lnTo>
                  <a:pt x="9203" y="79525"/>
                </a:lnTo>
                <a:lnTo>
                  <a:pt x="9203" y="80146"/>
                </a:lnTo>
                <a:lnTo>
                  <a:pt x="9203" y="80590"/>
                </a:lnTo>
                <a:lnTo>
                  <a:pt x="9679" y="81211"/>
                </a:lnTo>
                <a:lnTo>
                  <a:pt x="9679" y="81477"/>
                </a:lnTo>
                <a:lnTo>
                  <a:pt x="9679" y="82098"/>
                </a:lnTo>
                <a:lnTo>
                  <a:pt x="9679" y="82542"/>
                </a:lnTo>
                <a:lnTo>
                  <a:pt x="9679" y="83164"/>
                </a:lnTo>
                <a:lnTo>
                  <a:pt x="9997" y="83785"/>
                </a:lnTo>
                <a:lnTo>
                  <a:pt x="9997" y="84051"/>
                </a:lnTo>
                <a:lnTo>
                  <a:pt x="9997" y="84672"/>
                </a:lnTo>
                <a:lnTo>
                  <a:pt x="9997" y="85116"/>
                </a:lnTo>
                <a:lnTo>
                  <a:pt x="9997" y="85737"/>
                </a:lnTo>
                <a:lnTo>
                  <a:pt x="10473" y="86181"/>
                </a:lnTo>
                <a:lnTo>
                  <a:pt x="10473" y="86625"/>
                </a:lnTo>
                <a:lnTo>
                  <a:pt x="10473" y="87246"/>
                </a:lnTo>
                <a:lnTo>
                  <a:pt x="10473" y="87690"/>
                </a:lnTo>
                <a:lnTo>
                  <a:pt x="10473" y="88311"/>
                </a:lnTo>
                <a:lnTo>
                  <a:pt x="10790" y="88578"/>
                </a:lnTo>
                <a:lnTo>
                  <a:pt x="10790" y="89199"/>
                </a:lnTo>
                <a:lnTo>
                  <a:pt x="10790" y="89643"/>
                </a:lnTo>
                <a:lnTo>
                  <a:pt x="10790" y="89998"/>
                </a:lnTo>
                <a:lnTo>
                  <a:pt x="10790" y="90708"/>
                </a:lnTo>
                <a:lnTo>
                  <a:pt x="10790" y="91152"/>
                </a:lnTo>
                <a:lnTo>
                  <a:pt x="10790" y="91773"/>
                </a:lnTo>
                <a:lnTo>
                  <a:pt x="10790" y="91950"/>
                </a:lnTo>
                <a:lnTo>
                  <a:pt x="10790" y="92572"/>
                </a:lnTo>
                <a:lnTo>
                  <a:pt x="11108" y="93282"/>
                </a:lnTo>
                <a:lnTo>
                  <a:pt x="11108" y="93459"/>
                </a:lnTo>
                <a:lnTo>
                  <a:pt x="11108" y="94080"/>
                </a:lnTo>
                <a:lnTo>
                  <a:pt x="11108" y="94524"/>
                </a:lnTo>
                <a:lnTo>
                  <a:pt x="11108" y="94968"/>
                </a:lnTo>
                <a:lnTo>
                  <a:pt x="11584" y="95589"/>
                </a:lnTo>
                <a:lnTo>
                  <a:pt x="11584" y="96033"/>
                </a:lnTo>
                <a:lnTo>
                  <a:pt x="11584" y="96477"/>
                </a:lnTo>
                <a:lnTo>
                  <a:pt x="11584" y="96921"/>
                </a:lnTo>
                <a:lnTo>
                  <a:pt x="11584" y="97364"/>
                </a:lnTo>
                <a:lnTo>
                  <a:pt x="11901" y="97986"/>
                </a:lnTo>
                <a:lnTo>
                  <a:pt x="11901" y="98429"/>
                </a:lnTo>
                <a:lnTo>
                  <a:pt x="11901" y="98873"/>
                </a:lnTo>
                <a:lnTo>
                  <a:pt x="11901" y="99228"/>
                </a:lnTo>
                <a:lnTo>
                  <a:pt x="12377" y="99938"/>
                </a:lnTo>
                <a:lnTo>
                  <a:pt x="12377" y="100293"/>
                </a:lnTo>
                <a:lnTo>
                  <a:pt x="12377" y="100737"/>
                </a:lnTo>
                <a:lnTo>
                  <a:pt x="12377" y="101181"/>
                </a:lnTo>
                <a:lnTo>
                  <a:pt x="12377" y="101625"/>
                </a:lnTo>
                <a:lnTo>
                  <a:pt x="12694" y="102068"/>
                </a:lnTo>
                <a:lnTo>
                  <a:pt x="12694" y="102690"/>
                </a:lnTo>
                <a:lnTo>
                  <a:pt x="12694" y="102867"/>
                </a:lnTo>
                <a:lnTo>
                  <a:pt x="12694" y="103577"/>
                </a:lnTo>
                <a:lnTo>
                  <a:pt x="12694" y="103932"/>
                </a:lnTo>
                <a:lnTo>
                  <a:pt x="12694" y="104376"/>
                </a:lnTo>
                <a:lnTo>
                  <a:pt x="12694" y="105086"/>
                </a:lnTo>
                <a:lnTo>
                  <a:pt x="12694" y="105264"/>
                </a:lnTo>
                <a:lnTo>
                  <a:pt x="12694" y="105885"/>
                </a:lnTo>
                <a:lnTo>
                  <a:pt x="12694" y="106151"/>
                </a:lnTo>
                <a:lnTo>
                  <a:pt x="13170" y="106773"/>
                </a:lnTo>
                <a:lnTo>
                  <a:pt x="13170" y="107216"/>
                </a:lnTo>
                <a:lnTo>
                  <a:pt x="13170" y="107660"/>
                </a:lnTo>
                <a:lnTo>
                  <a:pt x="13170" y="108015"/>
                </a:lnTo>
                <a:lnTo>
                  <a:pt x="13488" y="108459"/>
                </a:lnTo>
                <a:lnTo>
                  <a:pt x="13488" y="108903"/>
                </a:lnTo>
                <a:lnTo>
                  <a:pt x="13488" y="109524"/>
                </a:lnTo>
                <a:lnTo>
                  <a:pt x="13488" y="109790"/>
                </a:lnTo>
              </a:path>
            </a:pathLst>
          </a:custGeom>
          <a:ln w="1941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142986" y="3324024"/>
            <a:ext cx="13805" cy="65767"/>
          </a:xfrm>
          <a:custGeom>
            <a:avLst/>
            <a:gdLst/>
            <a:ahLst/>
            <a:cxnLst/>
            <a:rect l="l" t="t" r="r" b="b"/>
            <a:pathLst>
              <a:path w="13805" h="65767">
                <a:moveTo>
                  <a:pt x="0" y="0"/>
                </a:moveTo>
                <a:lnTo>
                  <a:pt x="0" y="621"/>
                </a:lnTo>
                <a:lnTo>
                  <a:pt x="317" y="1065"/>
                </a:lnTo>
                <a:lnTo>
                  <a:pt x="317" y="1242"/>
                </a:lnTo>
                <a:lnTo>
                  <a:pt x="317" y="1863"/>
                </a:lnTo>
                <a:lnTo>
                  <a:pt x="317" y="2307"/>
                </a:lnTo>
                <a:lnTo>
                  <a:pt x="317" y="2751"/>
                </a:lnTo>
                <a:lnTo>
                  <a:pt x="793" y="3195"/>
                </a:lnTo>
                <a:lnTo>
                  <a:pt x="793" y="3638"/>
                </a:lnTo>
                <a:lnTo>
                  <a:pt x="793" y="4082"/>
                </a:lnTo>
                <a:lnTo>
                  <a:pt x="793" y="4437"/>
                </a:lnTo>
                <a:lnTo>
                  <a:pt x="793" y="4881"/>
                </a:lnTo>
                <a:lnTo>
                  <a:pt x="1110" y="5325"/>
                </a:lnTo>
                <a:lnTo>
                  <a:pt x="1110" y="5769"/>
                </a:lnTo>
                <a:lnTo>
                  <a:pt x="1110" y="6212"/>
                </a:lnTo>
                <a:lnTo>
                  <a:pt x="1110" y="6656"/>
                </a:lnTo>
                <a:lnTo>
                  <a:pt x="1110" y="7011"/>
                </a:lnTo>
                <a:lnTo>
                  <a:pt x="1110" y="7455"/>
                </a:lnTo>
                <a:lnTo>
                  <a:pt x="1110" y="7899"/>
                </a:lnTo>
                <a:lnTo>
                  <a:pt x="1110" y="8343"/>
                </a:lnTo>
                <a:lnTo>
                  <a:pt x="1110" y="8786"/>
                </a:lnTo>
                <a:lnTo>
                  <a:pt x="1586" y="9230"/>
                </a:lnTo>
                <a:lnTo>
                  <a:pt x="1586" y="9585"/>
                </a:lnTo>
                <a:lnTo>
                  <a:pt x="1586" y="10029"/>
                </a:lnTo>
                <a:lnTo>
                  <a:pt x="1586" y="10473"/>
                </a:lnTo>
                <a:lnTo>
                  <a:pt x="1586" y="10916"/>
                </a:lnTo>
                <a:lnTo>
                  <a:pt x="1904" y="11360"/>
                </a:lnTo>
                <a:lnTo>
                  <a:pt x="1904" y="11804"/>
                </a:lnTo>
                <a:lnTo>
                  <a:pt x="1904" y="11982"/>
                </a:lnTo>
                <a:lnTo>
                  <a:pt x="1904" y="12603"/>
                </a:lnTo>
                <a:lnTo>
                  <a:pt x="1904" y="12869"/>
                </a:lnTo>
                <a:lnTo>
                  <a:pt x="2221" y="13313"/>
                </a:lnTo>
                <a:lnTo>
                  <a:pt x="2221" y="13668"/>
                </a:lnTo>
                <a:lnTo>
                  <a:pt x="2221" y="14112"/>
                </a:lnTo>
                <a:lnTo>
                  <a:pt x="2221" y="14555"/>
                </a:lnTo>
                <a:lnTo>
                  <a:pt x="2221" y="14999"/>
                </a:lnTo>
                <a:lnTo>
                  <a:pt x="2697" y="15177"/>
                </a:lnTo>
                <a:lnTo>
                  <a:pt x="2697" y="15798"/>
                </a:lnTo>
                <a:lnTo>
                  <a:pt x="2697" y="16242"/>
                </a:lnTo>
                <a:lnTo>
                  <a:pt x="2697" y="16508"/>
                </a:lnTo>
                <a:lnTo>
                  <a:pt x="3015" y="16952"/>
                </a:lnTo>
                <a:lnTo>
                  <a:pt x="3015" y="17573"/>
                </a:lnTo>
                <a:lnTo>
                  <a:pt x="3015" y="17751"/>
                </a:lnTo>
                <a:lnTo>
                  <a:pt x="3015" y="18194"/>
                </a:lnTo>
                <a:lnTo>
                  <a:pt x="3015" y="18638"/>
                </a:lnTo>
                <a:lnTo>
                  <a:pt x="3491" y="18816"/>
                </a:lnTo>
                <a:lnTo>
                  <a:pt x="3491" y="19259"/>
                </a:lnTo>
                <a:lnTo>
                  <a:pt x="3491" y="19881"/>
                </a:lnTo>
                <a:lnTo>
                  <a:pt x="3491" y="20147"/>
                </a:lnTo>
                <a:lnTo>
                  <a:pt x="3491" y="20591"/>
                </a:lnTo>
                <a:lnTo>
                  <a:pt x="3491" y="20946"/>
                </a:lnTo>
                <a:lnTo>
                  <a:pt x="3491" y="21212"/>
                </a:lnTo>
                <a:lnTo>
                  <a:pt x="3491" y="21656"/>
                </a:lnTo>
                <a:lnTo>
                  <a:pt x="3491" y="22100"/>
                </a:lnTo>
                <a:lnTo>
                  <a:pt x="3491" y="22455"/>
                </a:lnTo>
                <a:lnTo>
                  <a:pt x="3808" y="22898"/>
                </a:lnTo>
                <a:lnTo>
                  <a:pt x="3808" y="23342"/>
                </a:lnTo>
                <a:lnTo>
                  <a:pt x="3808" y="23520"/>
                </a:lnTo>
                <a:lnTo>
                  <a:pt x="3808" y="23964"/>
                </a:lnTo>
                <a:lnTo>
                  <a:pt x="4125" y="24407"/>
                </a:lnTo>
                <a:lnTo>
                  <a:pt x="4125" y="24674"/>
                </a:lnTo>
                <a:lnTo>
                  <a:pt x="4125" y="25029"/>
                </a:lnTo>
                <a:lnTo>
                  <a:pt x="4125" y="25472"/>
                </a:lnTo>
                <a:lnTo>
                  <a:pt x="4125" y="25916"/>
                </a:lnTo>
                <a:lnTo>
                  <a:pt x="4601" y="26094"/>
                </a:lnTo>
                <a:lnTo>
                  <a:pt x="4601" y="26537"/>
                </a:lnTo>
                <a:lnTo>
                  <a:pt x="4601" y="26981"/>
                </a:lnTo>
                <a:lnTo>
                  <a:pt x="4601" y="27425"/>
                </a:lnTo>
                <a:lnTo>
                  <a:pt x="4601" y="27869"/>
                </a:lnTo>
                <a:lnTo>
                  <a:pt x="4919" y="28313"/>
                </a:lnTo>
                <a:lnTo>
                  <a:pt x="4919" y="28490"/>
                </a:lnTo>
                <a:lnTo>
                  <a:pt x="4919" y="28934"/>
                </a:lnTo>
                <a:lnTo>
                  <a:pt x="4919" y="29378"/>
                </a:lnTo>
                <a:lnTo>
                  <a:pt x="4919" y="29555"/>
                </a:lnTo>
                <a:lnTo>
                  <a:pt x="5395" y="29999"/>
                </a:lnTo>
                <a:lnTo>
                  <a:pt x="5395" y="30443"/>
                </a:lnTo>
                <a:lnTo>
                  <a:pt x="5395" y="30620"/>
                </a:lnTo>
                <a:lnTo>
                  <a:pt x="5395" y="31064"/>
                </a:lnTo>
                <a:lnTo>
                  <a:pt x="5395" y="31241"/>
                </a:lnTo>
                <a:lnTo>
                  <a:pt x="5395" y="31685"/>
                </a:lnTo>
                <a:lnTo>
                  <a:pt x="5395" y="31952"/>
                </a:lnTo>
                <a:lnTo>
                  <a:pt x="5395" y="32395"/>
                </a:lnTo>
                <a:lnTo>
                  <a:pt x="5395" y="32750"/>
                </a:lnTo>
                <a:lnTo>
                  <a:pt x="5712" y="33017"/>
                </a:lnTo>
                <a:lnTo>
                  <a:pt x="5712" y="33460"/>
                </a:lnTo>
                <a:lnTo>
                  <a:pt x="5712" y="33815"/>
                </a:lnTo>
                <a:lnTo>
                  <a:pt x="5712" y="34082"/>
                </a:lnTo>
                <a:lnTo>
                  <a:pt x="5712" y="34525"/>
                </a:lnTo>
                <a:lnTo>
                  <a:pt x="6188" y="34969"/>
                </a:lnTo>
                <a:lnTo>
                  <a:pt x="6188" y="35324"/>
                </a:lnTo>
                <a:lnTo>
                  <a:pt x="6188" y="35591"/>
                </a:lnTo>
                <a:lnTo>
                  <a:pt x="6188" y="35768"/>
                </a:lnTo>
                <a:lnTo>
                  <a:pt x="6188" y="36212"/>
                </a:lnTo>
                <a:lnTo>
                  <a:pt x="6506" y="36389"/>
                </a:lnTo>
                <a:lnTo>
                  <a:pt x="6506" y="36833"/>
                </a:lnTo>
                <a:lnTo>
                  <a:pt x="6506" y="37277"/>
                </a:lnTo>
                <a:lnTo>
                  <a:pt x="6506" y="37721"/>
                </a:lnTo>
                <a:lnTo>
                  <a:pt x="6823" y="37898"/>
                </a:lnTo>
                <a:lnTo>
                  <a:pt x="6823" y="38164"/>
                </a:lnTo>
                <a:lnTo>
                  <a:pt x="6823" y="38608"/>
                </a:lnTo>
                <a:lnTo>
                  <a:pt x="6823" y="38786"/>
                </a:lnTo>
                <a:lnTo>
                  <a:pt x="6823" y="39229"/>
                </a:lnTo>
                <a:lnTo>
                  <a:pt x="7299" y="39673"/>
                </a:lnTo>
                <a:lnTo>
                  <a:pt x="7299" y="39851"/>
                </a:lnTo>
                <a:lnTo>
                  <a:pt x="7299" y="40028"/>
                </a:lnTo>
                <a:lnTo>
                  <a:pt x="7299" y="40472"/>
                </a:lnTo>
                <a:lnTo>
                  <a:pt x="7299" y="40916"/>
                </a:lnTo>
                <a:lnTo>
                  <a:pt x="7616" y="41182"/>
                </a:lnTo>
                <a:lnTo>
                  <a:pt x="7616" y="41360"/>
                </a:lnTo>
                <a:lnTo>
                  <a:pt x="7616" y="41803"/>
                </a:lnTo>
                <a:lnTo>
                  <a:pt x="7616" y="42247"/>
                </a:lnTo>
                <a:lnTo>
                  <a:pt x="7616" y="42425"/>
                </a:lnTo>
                <a:lnTo>
                  <a:pt x="7616" y="42602"/>
                </a:lnTo>
                <a:lnTo>
                  <a:pt x="7616" y="43046"/>
                </a:lnTo>
                <a:lnTo>
                  <a:pt x="7616" y="43490"/>
                </a:lnTo>
                <a:lnTo>
                  <a:pt x="7616" y="43756"/>
                </a:lnTo>
                <a:lnTo>
                  <a:pt x="8093" y="43934"/>
                </a:lnTo>
                <a:lnTo>
                  <a:pt x="8093" y="44377"/>
                </a:lnTo>
                <a:lnTo>
                  <a:pt x="8093" y="44821"/>
                </a:lnTo>
                <a:lnTo>
                  <a:pt x="8093" y="45176"/>
                </a:lnTo>
                <a:lnTo>
                  <a:pt x="8410" y="45620"/>
                </a:lnTo>
                <a:lnTo>
                  <a:pt x="8410" y="45886"/>
                </a:lnTo>
                <a:lnTo>
                  <a:pt x="8410" y="46064"/>
                </a:lnTo>
                <a:lnTo>
                  <a:pt x="8410" y="46507"/>
                </a:lnTo>
                <a:lnTo>
                  <a:pt x="8410" y="46685"/>
                </a:lnTo>
                <a:lnTo>
                  <a:pt x="8727" y="47129"/>
                </a:lnTo>
                <a:lnTo>
                  <a:pt x="8727" y="47395"/>
                </a:lnTo>
                <a:lnTo>
                  <a:pt x="8727" y="47573"/>
                </a:lnTo>
                <a:lnTo>
                  <a:pt x="8727" y="48016"/>
                </a:lnTo>
                <a:lnTo>
                  <a:pt x="8727" y="48194"/>
                </a:lnTo>
                <a:lnTo>
                  <a:pt x="9203" y="48460"/>
                </a:lnTo>
                <a:lnTo>
                  <a:pt x="9203" y="48904"/>
                </a:lnTo>
                <a:lnTo>
                  <a:pt x="9203" y="49081"/>
                </a:lnTo>
                <a:lnTo>
                  <a:pt x="9203" y="49525"/>
                </a:lnTo>
                <a:lnTo>
                  <a:pt x="9521" y="49703"/>
                </a:lnTo>
                <a:lnTo>
                  <a:pt x="9521" y="49969"/>
                </a:lnTo>
                <a:lnTo>
                  <a:pt x="9521" y="50324"/>
                </a:lnTo>
                <a:lnTo>
                  <a:pt x="9521" y="50590"/>
                </a:lnTo>
                <a:lnTo>
                  <a:pt x="9521" y="50768"/>
                </a:lnTo>
                <a:lnTo>
                  <a:pt x="9521" y="51034"/>
                </a:lnTo>
                <a:lnTo>
                  <a:pt x="9521" y="51478"/>
                </a:lnTo>
                <a:lnTo>
                  <a:pt x="9521" y="51833"/>
                </a:lnTo>
                <a:lnTo>
                  <a:pt x="9521" y="52277"/>
                </a:lnTo>
                <a:lnTo>
                  <a:pt x="9997" y="52543"/>
                </a:lnTo>
                <a:lnTo>
                  <a:pt x="9997" y="52898"/>
                </a:lnTo>
                <a:lnTo>
                  <a:pt x="9997" y="53342"/>
                </a:lnTo>
                <a:lnTo>
                  <a:pt x="9997" y="53608"/>
                </a:lnTo>
                <a:lnTo>
                  <a:pt x="10314" y="54052"/>
                </a:lnTo>
                <a:lnTo>
                  <a:pt x="10314" y="54229"/>
                </a:lnTo>
                <a:lnTo>
                  <a:pt x="10314" y="54407"/>
                </a:lnTo>
                <a:lnTo>
                  <a:pt x="10314" y="54673"/>
                </a:lnTo>
                <a:lnTo>
                  <a:pt x="10790" y="55117"/>
                </a:lnTo>
                <a:lnTo>
                  <a:pt x="10790" y="55294"/>
                </a:lnTo>
                <a:lnTo>
                  <a:pt x="10790" y="55738"/>
                </a:lnTo>
                <a:lnTo>
                  <a:pt x="10790" y="55916"/>
                </a:lnTo>
                <a:lnTo>
                  <a:pt x="11108" y="56359"/>
                </a:lnTo>
                <a:lnTo>
                  <a:pt x="11108" y="56626"/>
                </a:lnTo>
                <a:lnTo>
                  <a:pt x="11108" y="56803"/>
                </a:lnTo>
                <a:lnTo>
                  <a:pt x="11108" y="56981"/>
                </a:lnTo>
                <a:lnTo>
                  <a:pt x="11108" y="57247"/>
                </a:lnTo>
                <a:lnTo>
                  <a:pt x="11425" y="57691"/>
                </a:lnTo>
                <a:lnTo>
                  <a:pt x="11425" y="58046"/>
                </a:lnTo>
                <a:lnTo>
                  <a:pt x="11425" y="58312"/>
                </a:lnTo>
                <a:lnTo>
                  <a:pt x="11425" y="58489"/>
                </a:lnTo>
                <a:lnTo>
                  <a:pt x="11901" y="58933"/>
                </a:lnTo>
                <a:lnTo>
                  <a:pt x="11901" y="59200"/>
                </a:lnTo>
                <a:lnTo>
                  <a:pt x="11901" y="59555"/>
                </a:lnTo>
                <a:lnTo>
                  <a:pt x="11901" y="59821"/>
                </a:lnTo>
                <a:lnTo>
                  <a:pt x="11901" y="59998"/>
                </a:lnTo>
                <a:lnTo>
                  <a:pt x="11901" y="60265"/>
                </a:lnTo>
                <a:lnTo>
                  <a:pt x="11901" y="60442"/>
                </a:lnTo>
                <a:lnTo>
                  <a:pt x="11901" y="60620"/>
                </a:lnTo>
                <a:lnTo>
                  <a:pt x="12218" y="61063"/>
                </a:lnTo>
                <a:lnTo>
                  <a:pt x="12218" y="61330"/>
                </a:lnTo>
                <a:lnTo>
                  <a:pt x="12218" y="61685"/>
                </a:lnTo>
                <a:lnTo>
                  <a:pt x="12218" y="61951"/>
                </a:lnTo>
                <a:lnTo>
                  <a:pt x="12694" y="62128"/>
                </a:lnTo>
                <a:lnTo>
                  <a:pt x="12694" y="62395"/>
                </a:lnTo>
                <a:lnTo>
                  <a:pt x="12694" y="62572"/>
                </a:lnTo>
                <a:lnTo>
                  <a:pt x="12694" y="62838"/>
                </a:lnTo>
                <a:lnTo>
                  <a:pt x="12694" y="63016"/>
                </a:lnTo>
                <a:lnTo>
                  <a:pt x="13012" y="63194"/>
                </a:lnTo>
                <a:lnTo>
                  <a:pt x="13012" y="63637"/>
                </a:lnTo>
                <a:lnTo>
                  <a:pt x="13012" y="63904"/>
                </a:lnTo>
                <a:lnTo>
                  <a:pt x="13329" y="64081"/>
                </a:lnTo>
                <a:lnTo>
                  <a:pt x="13329" y="64259"/>
                </a:lnTo>
                <a:lnTo>
                  <a:pt x="13329" y="64702"/>
                </a:lnTo>
                <a:lnTo>
                  <a:pt x="13329" y="64969"/>
                </a:lnTo>
                <a:lnTo>
                  <a:pt x="13805" y="65146"/>
                </a:lnTo>
                <a:lnTo>
                  <a:pt x="13805" y="65412"/>
                </a:lnTo>
                <a:lnTo>
                  <a:pt x="13805" y="65767"/>
                </a:lnTo>
              </a:path>
            </a:pathLst>
          </a:custGeom>
          <a:ln w="1917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156792" y="3389792"/>
            <a:ext cx="13329" cy="18017"/>
          </a:xfrm>
          <a:custGeom>
            <a:avLst/>
            <a:gdLst/>
            <a:ahLst/>
            <a:cxnLst/>
            <a:rect l="l" t="t" r="r" b="b"/>
            <a:pathLst>
              <a:path w="13329" h="18017">
                <a:moveTo>
                  <a:pt x="0" y="0"/>
                </a:moveTo>
                <a:lnTo>
                  <a:pt x="0" y="266"/>
                </a:lnTo>
                <a:lnTo>
                  <a:pt x="0" y="443"/>
                </a:lnTo>
                <a:lnTo>
                  <a:pt x="0" y="710"/>
                </a:lnTo>
                <a:lnTo>
                  <a:pt x="0" y="887"/>
                </a:lnTo>
                <a:lnTo>
                  <a:pt x="0" y="1065"/>
                </a:lnTo>
                <a:lnTo>
                  <a:pt x="0" y="1508"/>
                </a:lnTo>
                <a:lnTo>
                  <a:pt x="317" y="1508"/>
                </a:lnTo>
                <a:lnTo>
                  <a:pt x="317" y="1775"/>
                </a:lnTo>
                <a:lnTo>
                  <a:pt x="317" y="1952"/>
                </a:lnTo>
                <a:lnTo>
                  <a:pt x="317" y="2218"/>
                </a:lnTo>
                <a:lnTo>
                  <a:pt x="793" y="2396"/>
                </a:lnTo>
                <a:lnTo>
                  <a:pt x="793" y="2573"/>
                </a:lnTo>
                <a:lnTo>
                  <a:pt x="793" y="2840"/>
                </a:lnTo>
                <a:lnTo>
                  <a:pt x="793" y="3017"/>
                </a:lnTo>
                <a:lnTo>
                  <a:pt x="1110" y="3283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905"/>
                </a:lnTo>
                <a:lnTo>
                  <a:pt x="1586" y="4082"/>
                </a:lnTo>
                <a:lnTo>
                  <a:pt x="1586" y="4526"/>
                </a:lnTo>
                <a:lnTo>
                  <a:pt x="1586" y="4792"/>
                </a:lnTo>
                <a:lnTo>
                  <a:pt x="1586" y="4970"/>
                </a:lnTo>
                <a:lnTo>
                  <a:pt x="1904" y="4970"/>
                </a:lnTo>
                <a:lnTo>
                  <a:pt x="1904" y="5147"/>
                </a:lnTo>
                <a:lnTo>
                  <a:pt x="1904" y="5414"/>
                </a:lnTo>
                <a:lnTo>
                  <a:pt x="1904" y="5591"/>
                </a:lnTo>
                <a:lnTo>
                  <a:pt x="2221" y="5857"/>
                </a:lnTo>
                <a:lnTo>
                  <a:pt x="2221" y="6035"/>
                </a:lnTo>
                <a:lnTo>
                  <a:pt x="2221" y="6212"/>
                </a:lnTo>
                <a:lnTo>
                  <a:pt x="2221" y="6479"/>
                </a:lnTo>
                <a:lnTo>
                  <a:pt x="2221" y="6656"/>
                </a:lnTo>
                <a:lnTo>
                  <a:pt x="2221" y="6922"/>
                </a:lnTo>
                <a:lnTo>
                  <a:pt x="2221" y="7100"/>
                </a:lnTo>
                <a:lnTo>
                  <a:pt x="2221" y="7366"/>
                </a:lnTo>
                <a:lnTo>
                  <a:pt x="2697" y="7544"/>
                </a:lnTo>
                <a:lnTo>
                  <a:pt x="2697" y="7721"/>
                </a:lnTo>
                <a:lnTo>
                  <a:pt x="2697" y="7988"/>
                </a:lnTo>
                <a:lnTo>
                  <a:pt x="2697" y="8165"/>
                </a:lnTo>
                <a:lnTo>
                  <a:pt x="3015" y="8431"/>
                </a:lnTo>
                <a:lnTo>
                  <a:pt x="3015" y="8609"/>
                </a:lnTo>
                <a:lnTo>
                  <a:pt x="3491" y="8786"/>
                </a:lnTo>
                <a:lnTo>
                  <a:pt x="3491" y="9053"/>
                </a:lnTo>
                <a:lnTo>
                  <a:pt x="3491" y="9230"/>
                </a:lnTo>
                <a:lnTo>
                  <a:pt x="3491" y="9496"/>
                </a:lnTo>
                <a:lnTo>
                  <a:pt x="3808" y="9674"/>
                </a:lnTo>
                <a:lnTo>
                  <a:pt x="3808" y="9940"/>
                </a:lnTo>
                <a:lnTo>
                  <a:pt x="3808" y="10118"/>
                </a:lnTo>
                <a:lnTo>
                  <a:pt x="4125" y="10295"/>
                </a:lnTo>
                <a:lnTo>
                  <a:pt x="4125" y="10561"/>
                </a:lnTo>
                <a:lnTo>
                  <a:pt x="4125" y="10739"/>
                </a:lnTo>
                <a:lnTo>
                  <a:pt x="4125" y="11005"/>
                </a:lnTo>
                <a:lnTo>
                  <a:pt x="4125" y="11183"/>
                </a:lnTo>
                <a:lnTo>
                  <a:pt x="4125" y="11360"/>
                </a:lnTo>
                <a:lnTo>
                  <a:pt x="4601" y="11626"/>
                </a:lnTo>
                <a:lnTo>
                  <a:pt x="4601" y="11804"/>
                </a:lnTo>
                <a:lnTo>
                  <a:pt x="4601" y="12070"/>
                </a:lnTo>
                <a:lnTo>
                  <a:pt x="4919" y="12070"/>
                </a:lnTo>
                <a:lnTo>
                  <a:pt x="4919" y="12248"/>
                </a:lnTo>
                <a:lnTo>
                  <a:pt x="4919" y="12514"/>
                </a:lnTo>
                <a:lnTo>
                  <a:pt x="4919" y="12692"/>
                </a:lnTo>
                <a:lnTo>
                  <a:pt x="5395" y="12692"/>
                </a:lnTo>
                <a:lnTo>
                  <a:pt x="5395" y="12869"/>
                </a:lnTo>
                <a:lnTo>
                  <a:pt x="5395" y="13135"/>
                </a:lnTo>
                <a:lnTo>
                  <a:pt x="5395" y="13313"/>
                </a:lnTo>
                <a:lnTo>
                  <a:pt x="5712" y="13313"/>
                </a:lnTo>
                <a:lnTo>
                  <a:pt x="5712" y="13313"/>
                </a:lnTo>
                <a:lnTo>
                  <a:pt x="5712" y="13579"/>
                </a:lnTo>
                <a:lnTo>
                  <a:pt x="6030" y="13757"/>
                </a:lnTo>
                <a:lnTo>
                  <a:pt x="6030" y="13934"/>
                </a:lnTo>
                <a:lnTo>
                  <a:pt x="6030" y="14200"/>
                </a:lnTo>
                <a:lnTo>
                  <a:pt x="6506" y="14200"/>
                </a:lnTo>
                <a:lnTo>
                  <a:pt x="6506" y="14378"/>
                </a:lnTo>
                <a:lnTo>
                  <a:pt x="6506" y="14644"/>
                </a:lnTo>
                <a:lnTo>
                  <a:pt x="6506" y="14822"/>
                </a:lnTo>
                <a:lnTo>
                  <a:pt x="6506" y="15088"/>
                </a:lnTo>
                <a:lnTo>
                  <a:pt x="6823" y="15088"/>
                </a:lnTo>
                <a:lnTo>
                  <a:pt x="6823" y="15265"/>
                </a:lnTo>
                <a:lnTo>
                  <a:pt x="6823" y="15443"/>
                </a:lnTo>
                <a:lnTo>
                  <a:pt x="7299" y="15443"/>
                </a:lnTo>
                <a:lnTo>
                  <a:pt x="7299" y="15709"/>
                </a:lnTo>
                <a:lnTo>
                  <a:pt x="7616" y="15709"/>
                </a:lnTo>
                <a:lnTo>
                  <a:pt x="7616" y="15887"/>
                </a:lnTo>
                <a:lnTo>
                  <a:pt x="7616" y="16153"/>
                </a:lnTo>
                <a:lnTo>
                  <a:pt x="8093" y="16153"/>
                </a:lnTo>
                <a:lnTo>
                  <a:pt x="8093" y="16331"/>
                </a:lnTo>
                <a:lnTo>
                  <a:pt x="8093" y="16508"/>
                </a:lnTo>
                <a:lnTo>
                  <a:pt x="8410" y="16508"/>
                </a:lnTo>
                <a:lnTo>
                  <a:pt x="8410" y="16774"/>
                </a:lnTo>
                <a:lnTo>
                  <a:pt x="8410" y="16952"/>
                </a:lnTo>
                <a:lnTo>
                  <a:pt x="8727" y="16952"/>
                </a:lnTo>
                <a:lnTo>
                  <a:pt x="8727" y="17218"/>
                </a:lnTo>
                <a:lnTo>
                  <a:pt x="9203" y="17218"/>
                </a:lnTo>
                <a:lnTo>
                  <a:pt x="9203" y="17396"/>
                </a:lnTo>
                <a:lnTo>
                  <a:pt x="9521" y="17396"/>
                </a:lnTo>
                <a:lnTo>
                  <a:pt x="9521" y="17573"/>
                </a:lnTo>
                <a:lnTo>
                  <a:pt x="9997" y="17573"/>
                </a:lnTo>
                <a:lnTo>
                  <a:pt x="9997" y="17573"/>
                </a:lnTo>
                <a:lnTo>
                  <a:pt x="9997" y="17839"/>
                </a:lnTo>
                <a:lnTo>
                  <a:pt x="10314" y="17839"/>
                </a:lnTo>
                <a:lnTo>
                  <a:pt x="10314" y="18017"/>
                </a:lnTo>
                <a:lnTo>
                  <a:pt x="10631" y="18017"/>
                </a:lnTo>
                <a:lnTo>
                  <a:pt x="11108" y="18017"/>
                </a:lnTo>
                <a:lnTo>
                  <a:pt x="11425" y="18017"/>
                </a:lnTo>
                <a:lnTo>
                  <a:pt x="11901" y="18017"/>
                </a:lnTo>
                <a:lnTo>
                  <a:pt x="12218" y="18017"/>
                </a:lnTo>
                <a:lnTo>
                  <a:pt x="12694" y="18017"/>
                </a:lnTo>
                <a:lnTo>
                  <a:pt x="13012" y="18017"/>
                </a:lnTo>
                <a:lnTo>
                  <a:pt x="13012" y="17839"/>
                </a:lnTo>
                <a:lnTo>
                  <a:pt x="13329" y="17839"/>
                </a:lnTo>
              </a:path>
            </a:pathLst>
          </a:custGeom>
          <a:ln w="164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5170121" y="3378254"/>
            <a:ext cx="13805" cy="29378"/>
          </a:xfrm>
          <a:custGeom>
            <a:avLst/>
            <a:gdLst/>
            <a:ahLst/>
            <a:cxnLst/>
            <a:rect l="l" t="t" r="r" b="b"/>
            <a:pathLst>
              <a:path w="13805" h="29378">
                <a:moveTo>
                  <a:pt x="0" y="29378"/>
                </a:moveTo>
                <a:lnTo>
                  <a:pt x="0" y="29111"/>
                </a:lnTo>
                <a:lnTo>
                  <a:pt x="476" y="29111"/>
                </a:lnTo>
                <a:lnTo>
                  <a:pt x="476" y="28934"/>
                </a:lnTo>
                <a:lnTo>
                  <a:pt x="793" y="28934"/>
                </a:lnTo>
                <a:lnTo>
                  <a:pt x="793" y="28756"/>
                </a:lnTo>
                <a:lnTo>
                  <a:pt x="793" y="28756"/>
                </a:lnTo>
                <a:lnTo>
                  <a:pt x="1269" y="28756"/>
                </a:lnTo>
                <a:lnTo>
                  <a:pt x="1269" y="28313"/>
                </a:lnTo>
                <a:lnTo>
                  <a:pt x="1586" y="28313"/>
                </a:lnTo>
                <a:lnTo>
                  <a:pt x="1586" y="28046"/>
                </a:lnTo>
                <a:lnTo>
                  <a:pt x="1904" y="28046"/>
                </a:lnTo>
                <a:lnTo>
                  <a:pt x="1904" y="27869"/>
                </a:lnTo>
                <a:lnTo>
                  <a:pt x="1904" y="27691"/>
                </a:lnTo>
                <a:lnTo>
                  <a:pt x="2380" y="27691"/>
                </a:lnTo>
                <a:lnTo>
                  <a:pt x="2380" y="27425"/>
                </a:lnTo>
                <a:lnTo>
                  <a:pt x="2380" y="27247"/>
                </a:lnTo>
                <a:lnTo>
                  <a:pt x="2697" y="27247"/>
                </a:lnTo>
                <a:lnTo>
                  <a:pt x="3173" y="26981"/>
                </a:lnTo>
                <a:lnTo>
                  <a:pt x="3173" y="26804"/>
                </a:lnTo>
                <a:lnTo>
                  <a:pt x="3173" y="26626"/>
                </a:lnTo>
                <a:lnTo>
                  <a:pt x="3491" y="26626"/>
                </a:lnTo>
                <a:lnTo>
                  <a:pt x="3491" y="25739"/>
                </a:lnTo>
                <a:lnTo>
                  <a:pt x="3967" y="25739"/>
                </a:lnTo>
                <a:lnTo>
                  <a:pt x="3967" y="25472"/>
                </a:lnTo>
                <a:lnTo>
                  <a:pt x="3967" y="25295"/>
                </a:lnTo>
                <a:lnTo>
                  <a:pt x="4284" y="25117"/>
                </a:lnTo>
                <a:lnTo>
                  <a:pt x="4284" y="24851"/>
                </a:lnTo>
                <a:lnTo>
                  <a:pt x="4601" y="24851"/>
                </a:lnTo>
                <a:lnTo>
                  <a:pt x="4601" y="24674"/>
                </a:lnTo>
                <a:lnTo>
                  <a:pt x="4601" y="24407"/>
                </a:lnTo>
                <a:lnTo>
                  <a:pt x="4601" y="24230"/>
                </a:lnTo>
                <a:lnTo>
                  <a:pt x="5077" y="24230"/>
                </a:lnTo>
                <a:lnTo>
                  <a:pt x="5077" y="24052"/>
                </a:lnTo>
                <a:lnTo>
                  <a:pt x="5077" y="23786"/>
                </a:lnTo>
                <a:lnTo>
                  <a:pt x="5077" y="23608"/>
                </a:lnTo>
                <a:lnTo>
                  <a:pt x="5395" y="23608"/>
                </a:lnTo>
                <a:lnTo>
                  <a:pt x="5395" y="23342"/>
                </a:lnTo>
                <a:lnTo>
                  <a:pt x="5395" y="23165"/>
                </a:lnTo>
                <a:lnTo>
                  <a:pt x="5395" y="22898"/>
                </a:lnTo>
                <a:lnTo>
                  <a:pt x="5395" y="22721"/>
                </a:lnTo>
                <a:lnTo>
                  <a:pt x="5395" y="22543"/>
                </a:lnTo>
                <a:lnTo>
                  <a:pt x="5871" y="22543"/>
                </a:lnTo>
                <a:lnTo>
                  <a:pt x="5871" y="22277"/>
                </a:lnTo>
                <a:lnTo>
                  <a:pt x="5871" y="22100"/>
                </a:lnTo>
                <a:lnTo>
                  <a:pt x="6188" y="21833"/>
                </a:lnTo>
                <a:lnTo>
                  <a:pt x="6188" y="21656"/>
                </a:lnTo>
                <a:lnTo>
                  <a:pt x="6188" y="21478"/>
                </a:lnTo>
                <a:lnTo>
                  <a:pt x="6188" y="21212"/>
                </a:lnTo>
                <a:lnTo>
                  <a:pt x="6506" y="21212"/>
                </a:lnTo>
                <a:lnTo>
                  <a:pt x="6506" y="21035"/>
                </a:lnTo>
                <a:lnTo>
                  <a:pt x="6506" y="20768"/>
                </a:lnTo>
                <a:lnTo>
                  <a:pt x="6506" y="20591"/>
                </a:lnTo>
                <a:lnTo>
                  <a:pt x="6982" y="20325"/>
                </a:lnTo>
                <a:lnTo>
                  <a:pt x="6982" y="20147"/>
                </a:lnTo>
                <a:lnTo>
                  <a:pt x="7299" y="19970"/>
                </a:lnTo>
                <a:lnTo>
                  <a:pt x="7299" y="19703"/>
                </a:lnTo>
                <a:lnTo>
                  <a:pt x="7299" y="19526"/>
                </a:lnTo>
                <a:lnTo>
                  <a:pt x="7299" y="19259"/>
                </a:lnTo>
                <a:lnTo>
                  <a:pt x="7299" y="19082"/>
                </a:lnTo>
                <a:lnTo>
                  <a:pt x="7775" y="19082"/>
                </a:lnTo>
                <a:lnTo>
                  <a:pt x="7775" y="18904"/>
                </a:lnTo>
                <a:lnTo>
                  <a:pt x="7775" y="18638"/>
                </a:lnTo>
                <a:lnTo>
                  <a:pt x="7775" y="18461"/>
                </a:lnTo>
                <a:lnTo>
                  <a:pt x="7775" y="18194"/>
                </a:lnTo>
                <a:lnTo>
                  <a:pt x="7775" y="18017"/>
                </a:lnTo>
                <a:lnTo>
                  <a:pt x="7775" y="17751"/>
                </a:lnTo>
                <a:lnTo>
                  <a:pt x="8093" y="17573"/>
                </a:lnTo>
                <a:lnTo>
                  <a:pt x="8093" y="17396"/>
                </a:lnTo>
                <a:lnTo>
                  <a:pt x="8093" y="17129"/>
                </a:lnTo>
                <a:lnTo>
                  <a:pt x="8093" y="16952"/>
                </a:lnTo>
                <a:lnTo>
                  <a:pt x="8569" y="16686"/>
                </a:lnTo>
                <a:lnTo>
                  <a:pt x="8569" y="16508"/>
                </a:lnTo>
                <a:lnTo>
                  <a:pt x="8569" y="16331"/>
                </a:lnTo>
                <a:lnTo>
                  <a:pt x="8569" y="16064"/>
                </a:lnTo>
                <a:lnTo>
                  <a:pt x="8886" y="15887"/>
                </a:lnTo>
                <a:lnTo>
                  <a:pt x="8886" y="15620"/>
                </a:lnTo>
                <a:lnTo>
                  <a:pt x="8886" y="15443"/>
                </a:lnTo>
                <a:lnTo>
                  <a:pt x="8886" y="15177"/>
                </a:lnTo>
                <a:lnTo>
                  <a:pt x="9203" y="14999"/>
                </a:lnTo>
                <a:lnTo>
                  <a:pt x="9203" y="14822"/>
                </a:lnTo>
                <a:lnTo>
                  <a:pt x="9203" y="14555"/>
                </a:lnTo>
                <a:lnTo>
                  <a:pt x="9203" y="14378"/>
                </a:lnTo>
                <a:lnTo>
                  <a:pt x="9203" y="14112"/>
                </a:lnTo>
                <a:lnTo>
                  <a:pt x="9679" y="14112"/>
                </a:lnTo>
                <a:lnTo>
                  <a:pt x="9679" y="13934"/>
                </a:lnTo>
                <a:lnTo>
                  <a:pt x="9679" y="13757"/>
                </a:lnTo>
                <a:lnTo>
                  <a:pt x="9679" y="13490"/>
                </a:lnTo>
                <a:lnTo>
                  <a:pt x="9679" y="13313"/>
                </a:lnTo>
                <a:lnTo>
                  <a:pt x="9679" y="13047"/>
                </a:lnTo>
                <a:lnTo>
                  <a:pt x="9679" y="12869"/>
                </a:lnTo>
                <a:lnTo>
                  <a:pt x="9679" y="12603"/>
                </a:lnTo>
                <a:lnTo>
                  <a:pt x="9679" y="12425"/>
                </a:lnTo>
                <a:lnTo>
                  <a:pt x="9997" y="12248"/>
                </a:lnTo>
                <a:lnTo>
                  <a:pt x="9997" y="11982"/>
                </a:lnTo>
                <a:lnTo>
                  <a:pt x="9997" y="11804"/>
                </a:lnTo>
                <a:lnTo>
                  <a:pt x="9997" y="11538"/>
                </a:lnTo>
                <a:lnTo>
                  <a:pt x="10473" y="11360"/>
                </a:lnTo>
                <a:lnTo>
                  <a:pt x="10473" y="11183"/>
                </a:lnTo>
                <a:lnTo>
                  <a:pt x="10473" y="10739"/>
                </a:lnTo>
                <a:lnTo>
                  <a:pt x="10473" y="10473"/>
                </a:lnTo>
                <a:lnTo>
                  <a:pt x="10790" y="10295"/>
                </a:lnTo>
                <a:lnTo>
                  <a:pt x="10790" y="10029"/>
                </a:lnTo>
                <a:lnTo>
                  <a:pt x="10790" y="9851"/>
                </a:lnTo>
                <a:lnTo>
                  <a:pt x="10790" y="9408"/>
                </a:lnTo>
                <a:lnTo>
                  <a:pt x="11108" y="9408"/>
                </a:lnTo>
                <a:lnTo>
                  <a:pt x="11108" y="9230"/>
                </a:lnTo>
                <a:lnTo>
                  <a:pt x="11108" y="8964"/>
                </a:lnTo>
                <a:lnTo>
                  <a:pt x="11108" y="8786"/>
                </a:lnTo>
                <a:lnTo>
                  <a:pt x="11108" y="8343"/>
                </a:lnTo>
                <a:lnTo>
                  <a:pt x="11584" y="8343"/>
                </a:lnTo>
                <a:lnTo>
                  <a:pt x="11584" y="8165"/>
                </a:lnTo>
                <a:lnTo>
                  <a:pt x="11584" y="7899"/>
                </a:lnTo>
                <a:lnTo>
                  <a:pt x="11584" y="7721"/>
                </a:lnTo>
                <a:lnTo>
                  <a:pt x="11584" y="7277"/>
                </a:lnTo>
                <a:lnTo>
                  <a:pt x="11901" y="7100"/>
                </a:lnTo>
                <a:lnTo>
                  <a:pt x="11901" y="6834"/>
                </a:lnTo>
                <a:lnTo>
                  <a:pt x="11901" y="6390"/>
                </a:lnTo>
                <a:lnTo>
                  <a:pt x="11901" y="6212"/>
                </a:lnTo>
                <a:lnTo>
                  <a:pt x="11901" y="6035"/>
                </a:lnTo>
                <a:lnTo>
                  <a:pt x="11901" y="5769"/>
                </a:lnTo>
                <a:lnTo>
                  <a:pt x="11901" y="5591"/>
                </a:lnTo>
                <a:lnTo>
                  <a:pt x="11901" y="5325"/>
                </a:lnTo>
                <a:lnTo>
                  <a:pt x="12377" y="5147"/>
                </a:lnTo>
                <a:lnTo>
                  <a:pt x="12377" y="4704"/>
                </a:lnTo>
                <a:lnTo>
                  <a:pt x="12377" y="4526"/>
                </a:lnTo>
                <a:lnTo>
                  <a:pt x="12377" y="4082"/>
                </a:lnTo>
                <a:lnTo>
                  <a:pt x="12694" y="3816"/>
                </a:lnTo>
                <a:lnTo>
                  <a:pt x="12694" y="3638"/>
                </a:lnTo>
                <a:lnTo>
                  <a:pt x="12694" y="3461"/>
                </a:lnTo>
                <a:lnTo>
                  <a:pt x="12694" y="3195"/>
                </a:lnTo>
                <a:lnTo>
                  <a:pt x="12694" y="3017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1952"/>
                </a:lnTo>
                <a:lnTo>
                  <a:pt x="13012" y="1686"/>
                </a:lnTo>
                <a:lnTo>
                  <a:pt x="13488" y="1242"/>
                </a:lnTo>
                <a:lnTo>
                  <a:pt x="13488" y="1065"/>
                </a:lnTo>
                <a:lnTo>
                  <a:pt x="13488" y="62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798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5183927" y="3307515"/>
            <a:ext cx="13488" cy="70738"/>
          </a:xfrm>
          <a:custGeom>
            <a:avLst/>
            <a:gdLst/>
            <a:ahLst/>
            <a:cxnLst/>
            <a:rect l="l" t="t" r="r" b="b"/>
            <a:pathLst>
              <a:path w="13488" h="70738">
                <a:moveTo>
                  <a:pt x="0" y="70738"/>
                </a:moveTo>
                <a:lnTo>
                  <a:pt x="0" y="70560"/>
                </a:lnTo>
                <a:lnTo>
                  <a:pt x="0" y="70116"/>
                </a:lnTo>
                <a:lnTo>
                  <a:pt x="0" y="69850"/>
                </a:lnTo>
                <a:lnTo>
                  <a:pt x="0" y="69406"/>
                </a:lnTo>
                <a:lnTo>
                  <a:pt x="0" y="69051"/>
                </a:lnTo>
                <a:lnTo>
                  <a:pt x="0" y="68785"/>
                </a:lnTo>
                <a:lnTo>
                  <a:pt x="476" y="68341"/>
                </a:lnTo>
                <a:lnTo>
                  <a:pt x="476" y="68164"/>
                </a:lnTo>
                <a:lnTo>
                  <a:pt x="476" y="67720"/>
                </a:lnTo>
                <a:lnTo>
                  <a:pt x="476" y="67543"/>
                </a:lnTo>
                <a:lnTo>
                  <a:pt x="793" y="67099"/>
                </a:lnTo>
                <a:lnTo>
                  <a:pt x="793" y="66655"/>
                </a:lnTo>
                <a:lnTo>
                  <a:pt x="793" y="66477"/>
                </a:lnTo>
                <a:lnTo>
                  <a:pt x="1269" y="66034"/>
                </a:lnTo>
                <a:lnTo>
                  <a:pt x="1269" y="65767"/>
                </a:lnTo>
                <a:lnTo>
                  <a:pt x="1269" y="65590"/>
                </a:lnTo>
                <a:lnTo>
                  <a:pt x="1269" y="65146"/>
                </a:lnTo>
                <a:lnTo>
                  <a:pt x="1269" y="64969"/>
                </a:lnTo>
                <a:lnTo>
                  <a:pt x="1586" y="64702"/>
                </a:lnTo>
                <a:lnTo>
                  <a:pt x="1586" y="64525"/>
                </a:lnTo>
                <a:lnTo>
                  <a:pt x="1586" y="64081"/>
                </a:lnTo>
                <a:lnTo>
                  <a:pt x="1586" y="63904"/>
                </a:lnTo>
                <a:lnTo>
                  <a:pt x="1586" y="63637"/>
                </a:lnTo>
                <a:lnTo>
                  <a:pt x="1904" y="63194"/>
                </a:lnTo>
                <a:lnTo>
                  <a:pt x="1904" y="63016"/>
                </a:lnTo>
                <a:lnTo>
                  <a:pt x="1904" y="62572"/>
                </a:lnTo>
                <a:lnTo>
                  <a:pt x="1904" y="62395"/>
                </a:lnTo>
                <a:lnTo>
                  <a:pt x="1904" y="62128"/>
                </a:lnTo>
                <a:lnTo>
                  <a:pt x="1904" y="61951"/>
                </a:lnTo>
                <a:lnTo>
                  <a:pt x="1904" y="61507"/>
                </a:lnTo>
                <a:lnTo>
                  <a:pt x="1904" y="61330"/>
                </a:lnTo>
                <a:lnTo>
                  <a:pt x="1904" y="61063"/>
                </a:lnTo>
                <a:lnTo>
                  <a:pt x="2380" y="60620"/>
                </a:lnTo>
                <a:lnTo>
                  <a:pt x="2380" y="60265"/>
                </a:lnTo>
                <a:lnTo>
                  <a:pt x="2380" y="59998"/>
                </a:lnTo>
                <a:lnTo>
                  <a:pt x="2380" y="59821"/>
                </a:lnTo>
                <a:lnTo>
                  <a:pt x="2380" y="59377"/>
                </a:lnTo>
                <a:lnTo>
                  <a:pt x="2697" y="59111"/>
                </a:lnTo>
                <a:lnTo>
                  <a:pt x="2697" y="58933"/>
                </a:lnTo>
                <a:lnTo>
                  <a:pt x="2697" y="58489"/>
                </a:lnTo>
                <a:lnTo>
                  <a:pt x="2697" y="58312"/>
                </a:lnTo>
                <a:lnTo>
                  <a:pt x="2697" y="57868"/>
                </a:lnTo>
                <a:lnTo>
                  <a:pt x="3173" y="57691"/>
                </a:lnTo>
                <a:lnTo>
                  <a:pt x="3173" y="57424"/>
                </a:lnTo>
                <a:lnTo>
                  <a:pt x="3173" y="56981"/>
                </a:lnTo>
                <a:lnTo>
                  <a:pt x="3173" y="56537"/>
                </a:lnTo>
                <a:lnTo>
                  <a:pt x="3491" y="56182"/>
                </a:lnTo>
                <a:lnTo>
                  <a:pt x="3491" y="55738"/>
                </a:lnTo>
                <a:lnTo>
                  <a:pt x="3491" y="55472"/>
                </a:lnTo>
                <a:lnTo>
                  <a:pt x="3491" y="55294"/>
                </a:lnTo>
                <a:lnTo>
                  <a:pt x="3808" y="54850"/>
                </a:lnTo>
                <a:lnTo>
                  <a:pt x="3808" y="54407"/>
                </a:lnTo>
                <a:lnTo>
                  <a:pt x="3808" y="54229"/>
                </a:lnTo>
                <a:lnTo>
                  <a:pt x="3808" y="53963"/>
                </a:lnTo>
                <a:lnTo>
                  <a:pt x="3808" y="53608"/>
                </a:lnTo>
                <a:lnTo>
                  <a:pt x="4284" y="53164"/>
                </a:lnTo>
                <a:lnTo>
                  <a:pt x="4284" y="52898"/>
                </a:lnTo>
                <a:lnTo>
                  <a:pt x="4284" y="52720"/>
                </a:lnTo>
                <a:lnTo>
                  <a:pt x="4284" y="52277"/>
                </a:lnTo>
                <a:lnTo>
                  <a:pt x="4284" y="51833"/>
                </a:lnTo>
                <a:lnTo>
                  <a:pt x="4284" y="51655"/>
                </a:lnTo>
                <a:lnTo>
                  <a:pt x="4284" y="51478"/>
                </a:lnTo>
                <a:lnTo>
                  <a:pt x="4284" y="51034"/>
                </a:lnTo>
                <a:lnTo>
                  <a:pt x="4284" y="50590"/>
                </a:lnTo>
                <a:lnTo>
                  <a:pt x="4284" y="50324"/>
                </a:lnTo>
                <a:lnTo>
                  <a:pt x="4601" y="49969"/>
                </a:lnTo>
                <a:lnTo>
                  <a:pt x="4601" y="49703"/>
                </a:lnTo>
                <a:lnTo>
                  <a:pt x="4601" y="49525"/>
                </a:lnTo>
                <a:lnTo>
                  <a:pt x="4601" y="49081"/>
                </a:lnTo>
                <a:lnTo>
                  <a:pt x="5077" y="48638"/>
                </a:lnTo>
                <a:lnTo>
                  <a:pt x="5077" y="48194"/>
                </a:lnTo>
                <a:lnTo>
                  <a:pt x="5077" y="48016"/>
                </a:lnTo>
                <a:lnTo>
                  <a:pt x="5077" y="47573"/>
                </a:lnTo>
                <a:lnTo>
                  <a:pt x="5077" y="47395"/>
                </a:lnTo>
                <a:lnTo>
                  <a:pt x="5395" y="47129"/>
                </a:lnTo>
                <a:lnTo>
                  <a:pt x="5395" y="46685"/>
                </a:lnTo>
                <a:lnTo>
                  <a:pt x="5395" y="46330"/>
                </a:lnTo>
                <a:lnTo>
                  <a:pt x="5395" y="45886"/>
                </a:lnTo>
                <a:lnTo>
                  <a:pt x="5395" y="45620"/>
                </a:lnTo>
                <a:lnTo>
                  <a:pt x="5871" y="45176"/>
                </a:lnTo>
                <a:lnTo>
                  <a:pt x="5871" y="44821"/>
                </a:lnTo>
                <a:lnTo>
                  <a:pt x="5871" y="44377"/>
                </a:lnTo>
                <a:lnTo>
                  <a:pt x="5871" y="43934"/>
                </a:lnTo>
                <a:lnTo>
                  <a:pt x="6188" y="43490"/>
                </a:lnTo>
                <a:lnTo>
                  <a:pt x="6188" y="43312"/>
                </a:lnTo>
                <a:lnTo>
                  <a:pt x="6188" y="42868"/>
                </a:lnTo>
                <a:lnTo>
                  <a:pt x="6188" y="42425"/>
                </a:lnTo>
                <a:lnTo>
                  <a:pt x="6188" y="42247"/>
                </a:lnTo>
                <a:lnTo>
                  <a:pt x="6188" y="41803"/>
                </a:lnTo>
                <a:lnTo>
                  <a:pt x="6188" y="41360"/>
                </a:lnTo>
                <a:lnTo>
                  <a:pt x="6188" y="41182"/>
                </a:lnTo>
                <a:lnTo>
                  <a:pt x="6188" y="40738"/>
                </a:lnTo>
                <a:lnTo>
                  <a:pt x="6506" y="40295"/>
                </a:lnTo>
                <a:lnTo>
                  <a:pt x="6506" y="40028"/>
                </a:lnTo>
                <a:lnTo>
                  <a:pt x="6506" y="39673"/>
                </a:lnTo>
                <a:lnTo>
                  <a:pt x="6506" y="39229"/>
                </a:lnTo>
                <a:lnTo>
                  <a:pt x="6506" y="38786"/>
                </a:lnTo>
                <a:lnTo>
                  <a:pt x="6982" y="38608"/>
                </a:lnTo>
                <a:lnTo>
                  <a:pt x="6982" y="38164"/>
                </a:lnTo>
                <a:lnTo>
                  <a:pt x="6982" y="37721"/>
                </a:lnTo>
                <a:lnTo>
                  <a:pt x="6982" y="37454"/>
                </a:lnTo>
                <a:lnTo>
                  <a:pt x="6982" y="37099"/>
                </a:lnTo>
                <a:lnTo>
                  <a:pt x="7299" y="36656"/>
                </a:lnTo>
                <a:lnTo>
                  <a:pt x="7299" y="36389"/>
                </a:lnTo>
                <a:lnTo>
                  <a:pt x="7299" y="36034"/>
                </a:lnTo>
                <a:lnTo>
                  <a:pt x="7299" y="35591"/>
                </a:lnTo>
                <a:lnTo>
                  <a:pt x="7775" y="35324"/>
                </a:lnTo>
                <a:lnTo>
                  <a:pt x="7775" y="34880"/>
                </a:lnTo>
                <a:lnTo>
                  <a:pt x="7775" y="34525"/>
                </a:lnTo>
                <a:lnTo>
                  <a:pt x="7775" y="34082"/>
                </a:lnTo>
                <a:lnTo>
                  <a:pt x="7775" y="33815"/>
                </a:lnTo>
                <a:lnTo>
                  <a:pt x="8093" y="33460"/>
                </a:lnTo>
                <a:lnTo>
                  <a:pt x="8093" y="33017"/>
                </a:lnTo>
                <a:lnTo>
                  <a:pt x="8093" y="32750"/>
                </a:lnTo>
                <a:lnTo>
                  <a:pt x="8093" y="32307"/>
                </a:lnTo>
                <a:lnTo>
                  <a:pt x="8093" y="31685"/>
                </a:lnTo>
                <a:lnTo>
                  <a:pt x="8410" y="31508"/>
                </a:lnTo>
                <a:lnTo>
                  <a:pt x="8410" y="31064"/>
                </a:lnTo>
                <a:lnTo>
                  <a:pt x="8410" y="30620"/>
                </a:lnTo>
                <a:lnTo>
                  <a:pt x="8410" y="30443"/>
                </a:lnTo>
                <a:lnTo>
                  <a:pt x="8410" y="29999"/>
                </a:lnTo>
                <a:lnTo>
                  <a:pt x="8410" y="29555"/>
                </a:lnTo>
                <a:lnTo>
                  <a:pt x="8410" y="29378"/>
                </a:lnTo>
                <a:lnTo>
                  <a:pt x="8410" y="28934"/>
                </a:lnTo>
                <a:lnTo>
                  <a:pt x="8410" y="28313"/>
                </a:lnTo>
                <a:lnTo>
                  <a:pt x="8886" y="28046"/>
                </a:lnTo>
                <a:lnTo>
                  <a:pt x="8886" y="27602"/>
                </a:lnTo>
                <a:lnTo>
                  <a:pt x="8886" y="27247"/>
                </a:lnTo>
                <a:lnTo>
                  <a:pt x="8886" y="26981"/>
                </a:lnTo>
                <a:lnTo>
                  <a:pt x="8886" y="26537"/>
                </a:lnTo>
                <a:lnTo>
                  <a:pt x="9203" y="25916"/>
                </a:lnTo>
                <a:lnTo>
                  <a:pt x="9203" y="25739"/>
                </a:lnTo>
                <a:lnTo>
                  <a:pt x="9203" y="25295"/>
                </a:lnTo>
                <a:lnTo>
                  <a:pt x="9203" y="24851"/>
                </a:lnTo>
                <a:lnTo>
                  <a:pt x="9203" y="24674"/>
                </a:lnTo>
                <a:lnTo>
                  <a:pt x="9679" y="24230"/>
                </a:lnTo>
                <a:lnTo>
                  <a:pt x="9679" y="23520"/>
                </a:lnTo>
                <a:lnTo>
                  <a:pt x="9679" y="23342"/>
                </a:lnTo>
                <a:lnTo>
                  <a:pt x="9679" y="22898"/>
                </a:lnTo>
                <a:lnTo>
                  <a:pt x="9679" y="22455"/>
                </a:lnTo>
                <a:lnTo>
                  <a:pt x="9997" y="22100"/>
                </a:lnTo>
                <a:lnTo>
                  <a:pt x="9997" y="21656"/>
                </a:lnTo>
                <a:lnTo>
                  <a:pt x="9997" y="21212"/>
                </a:lnTo>
                <a:lnTo>
                  <a:pt x="9997" y="20946"/>
                </a:lnTo>
                <a:lnTo>
                  <a:pt x="10473" y="20591"/>
                </a:lnTo>
                <a:lnTo>
                  <a:pt x="10473" y="19881"/>
                </a:lnTo>
                <a:lnTo>
                  <a:pt x="10473" y="19703"/>
                </a:lnTo>
                <a:lnTo>
                  <a:pt x="10473" y="19259"/>
                </a:lnTo>
                <a:lnTo>
                  <a:pt x="10473" y="18816"/>
                </a:lnTo>
                <a:lnTo>
                  <a:pt x="10473" y="18372"/>
                </a:lnTo>
                <a:lnTo>
                  <a:pt x="10473" y="18017"/>
                </a:lnTo>
                <a:lnTo>
                  <a:pt x="10473" y="17573"/>
                </a:lnTo>
                <a:lnTo>
                  <a:pt x="10473" y="17129"/>
                </a:lnTo>
                <a:lnTo>
                  <a:pt x="10473" y="16686"/>
                </a:lnTo>
                <a:lnTo>
                  <a:pt x="10790" y="16508"/>
                </a:lnTo>
                <a:lnTo>
                  <a:pt x="10790" y="16064"/>
                </a:lnTo>
                <a:lnTo>
                  <a:pt x="10790" y="15443"/>
                </a:lnTo>
                <a:lnTo>
                  <a:pt x="10790" y="15177"/>
                </a:lnTo>
                <a:lnTo>
                  <a:pt x="10790" y="14733"/>
                </a:lnTo>
                <a:lnTo>
                  <a:pt x="11108" y="14112"/>
                </a:lnTo>
                <a:lnTo>
                  <a:pt x="11108" y="13934"/>
                </a:lnTo>
                <a:lnTo>
                  <a:pt x="11108" y="13490"/>
                </a:lnTo>
                <a:lnTo>
                  <a:pt x="11108" y="12869"/>
                </a:lnTo>
                <a:lnTo>
                  <a:pt x="11584" y="12603"/>
                </a:lnTo>
                <a:lnTo>
                  <a:pt x="11584" y="12159"/>
                </a:lnTo>
                <a:lnTo>
                  <a:pt x="11584" y="11804"/>
                </a:lnTo>
                <a:lnTo>
                  <a:pt x="11584" y="11360"/>
                </a:lnTo>
                <a:lnTo>
                  <a:pt x="11584" y="10916"/>
                </a:lnTo>
                <a:lnTo>
                  <a:pt x="11901" y="10473"/>
                </a:lnTo>
                <a:lnTo>
                  <a:pt x="11901" y="10029"/>
                </a:lnTo>
                <a:lnTo>
                  <a:pt x="11901" y="9585"/>
                </a:lnTo>
                <a:lnTo>
                  <a:pt x="11901" y="9230"/>
                </a:lnTo>
                <a:lnTo>
                  <a:pt x="11901" y="8786"/>
                </a:lnTo>
                <a:lnTo>
                  <a:pt x="12377" y="8076"/>
                </a:lnTo>
                <a:lnTo>
                  <a:pt x="12377" y="7899"/>
                </a:lnTo>
                <a:lnTo>
                  <a:pt x="12377" y="7455"/>
                </a:lnTo>
                <a:lnTo>
                  <a:pt x="12377" y="7011"/>
                </a:lnTo>
                <a:lnTo>
                  <a:pt x="12377" y="6656"/>
                </a:lnTo>
                <a:lnTo>
                  <a:pt x="12694" y="5946"/>
                </a:lnTo>
                <a:lnTo>
                  <a:pt x="12694" y="5769"/>
                </a:lnTo>
                <a:lnTo>
                  <a:pt x="12694" y="5325"/>
                </a:lnTo>
                <a:lnTo>
                  <a:pt x="12694" y="4704"/>
                </a:lnTo>
                <a:lnTo>
                  <a:pt x="12694" y="4437"/>
                </a:lnTo>
                <a:lnTo>
                  <a:pt x="12694" y="3816"/>
                </a:lnTo>
                <a:lnTo>
                  <a:pt x="12694" y="3372"/>
                </a:lnTo>
                <a:lnTo>
                  <a:pt x="12694" y="3017"/>
                </a:lnTo>
                <a:lnTo>
                  <a:pt x="12694" y="2573"/>
                </a:lnTo>
                <a:lnTo>
                  <a:pt x="13012" y="2307"/>
                </a:lnTo>
                <a:lnTo>
                  <a:pt x="13012" y="1686"/>
                </a:lnTo>
                <a:lnTo>
                  <a:pt x="13012" y="1242"/>
                </a:lnTo>
                <a:lnTo>
                  <a:pt x="13012" y="798"/>
                </a:lnTo>
                <a:lnTo>
                  <a:pt x="13012" y="443"/>
                </a:lnTo>
                <a:lnTo>
                  <a:pt x="13488" y="0"/>
                </a:lnTo>
              </a:path>
            </a:pathLst>
          </a:custGeom>
          <a:ln w="1924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5197415" y="3202873"/>
            <a:ext cx="13329" cy="104642"/>
          </a:xfrm>
          <a:custGeom>
            <a:avLst/>
            <a:gdLst/>
            <a:ahLst/>
            <a:cxnLst/>
            <a:rect l="l" t="t" r="r" b="b"/>
            <a:pathLst>
              <a:path w="13329" h="104642">
                <a:moveTo>
                  <a:pt x="0" y="104642"/>
                </a:moveTo>
                <a:lnTo>
                  <a:pt x="0" y="104199"/>
                </a:lnTo>
                <a:lnTo>
                  <a:pt x="0" y="103577"/>
                </a:lnTo>
                <a:lnTo>
                  <a:pt x="0" y="103311"/>
                </a:lnTo>
                <a:lnTo>
                  <a:pt x="0" y="102690"/>
                </a:lnTo>
                <a:lnTo>
                  <a:pt x="317" y="102246"/>
                </a:lnTo>
                <a:lnTo>
                  <a:pt x="317" y="101802"/>
                </a:lnTo>
                <a:lnTo>
                  <a:pt x="317" y="101358"/>
                </a:lnTo>
                <a:lnTo>
                  <a:pt x="317" y="101003"/>
                </a:lnTo>
                <a:lnTo>
                  <a:pt x="793" y="100560"/>
                </a:lnTo>
                <a:lnTo>
                  <a:pt x="793" y="99938"/>
                </a:lnTo>
                <a:lnTo>
                  <a:pt x="793" y="99672"/>
                </a:lnTo>
                <a:lnTo>
                  <a:pt x="793" y="99051"/>
                </a:lnTo>
                <a:lnTo>
                  <a:pt x="793" y="98607"/>
                </a:lnTo>
                <a:lnTo>
                  <a:pt x="1110" y="98163"/>
                </a:lnTo>
                <a:lnTo>
                  <a:pt x="1110" y="97719"/>
                </a:lnTo>
                <a:lnTo>
                  <a:pt x="1110" y="97364"/>
                </a:lnTo>
                <a:lnTo>
                  <a:pt x="1110" y="96654"/>
                </a:lnTo>
                <a:lnTo>
                  <a:pt x="1110" y="96211"/>
                </a:lnTo>
                <a:lnTo>
                  <a:pt x="1110" y="95856"/>
                </a:lnTo>
                <a:lnTo>
                  <a:pt x="1110" y="95412"/>
                </a:lnTo>
                <a:lnTo>
                  <a:pt x="1110" y="94968"/>
                </a:lnTo>
                <a:lnTo>
                  <a:pt x="1110" y="94524"/>
                </a:lnTo>
                <a:lnTo>
                  <a:pt x="1110" y="93903"/>
                </a:lnTo>
                <a:lnTo>
                  <a:pt x="1428" y="93459"/>
                </a:lnTo>
                <a:lnTo>
                  <a:pt x="1428" y="93015"/>
                </a:lnTo>
                <a:lnTo>
                  <a:pt x="1428" y="92572"/>
                </a:lnTo>
                <a:lnTo>
                  <a:pt x="1428" y="92217"/>
                </a:lnTo>
                <a:lnTo>
                  <a:pt x="1904" y="91507"/>
                </a:lnTo>
                <a:lnTo>
                  <a:pt x="1904" y="91063"/>
                </a:lnTo>
                <a:lnTo>
                  <a:pt x="1904" y="90708"/>
                </a:lnTo>
                <a:lnTo>
                  <a:pt x="1904" y="90264"/>
                </a:lnTo>
                <a:lnTo>
                  <a:pt x="1904" y="89820"/>
                </a:lnTo>
                <a:lnTo>
                  <a:pt x="2221" y="89199"/>
                </a:lnTo>
                <a:lnTo>
                  <a:pt x="2221" y="88755"/>
                </a:lnTo>
                <a:lnTo>
                  <a:pt x="2221" y="88311"/>
                </a:lnTo>
                <a:lnTo>
                  <a:pt x="2221" y="87868"/>
                </a:lnTo>
                <a:lnTo>
                  <a:pt x="2221" y="87246"/>
                </a:lnTo>
                <a:lnTo>
                  <a:pt x="2697" y="86803"/>
                </a:lnTo>
                <a:lnTo>
                  <a:pt x="2697" y="86359"/>
                </a:lnTo>
                <a:lnTo>
                  <a:pt x="2697" y="86004"/>
                </a:lnTo>
                <a:lnTo>
                  <a:pt x="2697" y="85560"/>
                </a:lnTo>
                <a:lnTo>
                  <a:pt x="2697" y="84850"/>
                </a:lnTo>
                <a:lnTo>
                  <a:pt x="3015" y="84495"/>
                </a:lnTo>
                <a:lnTo>
                  <a:pt x="3015" y="84051"/>
                </a:lnTo>
                <a:lnTo>
                  <a:pt x="3015" y="83430"/>
                </a:lnTo>
                <a:lnTo>
                  <a:pt x="3015" y="82986"/>
                </a:lnTo>
                <a:lnTo>
                  <a:pt x="3491" y="82542"/>
                </a:lnTo>
                <a:lnTo>
                  <a:pt x="3491" y="82098"/>
                </a:lnTo>
                <a:lnTo>
                  <a:pt x="3491" y="81477"/>
                </a:lnTo>
                <a:lnTo>
                  <a:pt x="3491" y="81033"/>
                </a:lnTo>
                <a:lnTo>
                  <a:pt x="3491" y="80590"/>
                </a:lnTo>
                <a:lnTo>
                  <a:pt x="3491" y="79968"/>
                </a:lnTo>
                <a:lnTo>
                  <a:pt x="3491" y="79702"/>
                </a:lnTo>
                <a:lnTo>
                  <a:pt x="3491" y="79081"/>
                </a:lnTo>
                <a:lnTo>
                  <a:pt x="3491" y="78459"/>
                </a:lnTo>
                <a:lnTo>
                  <a:pt x="3491" y="78016"/>
                </a:lnTo>
                <a:lnTo>
                  <a:pt x="3808" y="77572"/>
                </a:lnTo>
                <a:lnTo>
                  <a:pt x="3808" y="77128"/>
                </a:lnTo>
                <a:lnTo>
                  <a:pt x="3808" y="76507"/>
                </a:lnTo>
                <a:lnTo>
                  <a:pt x="3808" y="76063"/>
                </a:lnTo>
                <a:lnTo>
                  <a:pt x="3808" y="75708"/>
                </a:lnTo>
                <a:lnTo>
                  <a:pt x="4125" y="74998"/>
                </a:lnTo>
                <a:lnTo>
                  <a:pt x="4125" y="74554"/>
                </a:lnTo>
                <a:lnTo>
                  <a:pt x="4125" y="73933"/>
                </a:lnTo>
                <a:lnTo>
                  <a:pt x="4125" y="73755"/>
                </a:lnTo>
                <a:lnTo>
                  <a:pt x="4601" y="73134"/>
                </a:lnTo>
                <a:lnTo>
                  <a:pt x="4601" y="72690"/>
                </a:lnTo>
                <a:lnTo>
                  <a:pt x="4601" y="71980"/>
                </a:lnTo>
                <a:lnTo>
                  <a:pt x="4601" y="71625"/>
                </a:lnTo>
                <a:lnTo>
                  <a:pt x="4601" y="71182"/>
                </a:lnTo>
                <a:lnTo>
                  <a:pt x="4919" y="70560"/>
                </a:lnTo>
                <a:lnTo>
                  <a:pt x="4919" y="70116"/>
                </a:lnTo>
                <a:lnTo>
                  <a:pt x="4919" y="69406"/>
                </a:lnTo>
                <a:lnTo>
                  <a:pt x="4919" y="69051"/>
                </a:lnTo>
                <a:lnTo>
                  <a:pt x="4919" y="68608"/>
                </a:lnTo>
                <a:lnTo>
                  <a:pt x="5395" y="67986"/>
                </a:lnTo>
                <a:lnTo>
                  <a:pt x="5395" y="67543"/>
                </a:lnTo>
                <a:lnTo>
                  <a:pt x="5395" y="66832"/>
                </a:lnTo>
                <a:lnTo>
                  <a:pt x="5395" y="66655"/>
                </a:lnTo>
                <a:lnTo>
                  <a:pt x="5395" y="66034"/>
                </a:lnTo>
                <a:lnTo>
                  <a:pt x="5395" y="65590"/>
                </a:lnTo>
                <a:lnTo>
                  <a:pt x="5395" y="64969"/>
                </a:lnTo>
                <a:lnTo>
                  <a:pt x="5395" y="64347"/>
                </a:lnTo>
                <a:lnTo>
                  <a:pt x="5395" y="63904"/>
                </a:lnTo>
                <a:lnTo>
                  <a:pt x="5395" y="63460"/>
                </a:lnTo>
                <a:lnTo>
                  <a:pt x="5712" y="63016"/>
                </a:lnTo>
                <a:lnTo>
                  <a:pt x="5712" y="62395"/>
                </a:lnTo>
                <a:lnTo>
                  <a:pt x="5712" y="61951"/>
                </a:lnTo>
                <a:lnTo>
                  <a:pt x="5712" y="61330"/>
                </a:lnTo>
                <a:lnTo>
                  <a:pt x="6030" y="60886"/>
                </a:lnTo>
                <a:lnTo>
                  <a:pt x="6030" y="60265"/>
                </a:lnTo>
                <a:lnTo>
                  <a:pt x="6030" y="59555"/>
                </a:lnTo>
                <a:lnTo>
                  <a:pt x="6030" y="59377"/>
                </a:lnTo>
                <a:lnTo>
                  <a:pt x="6030" y="58756"/>
                </a:lnTo>
                <a:lnTo>
                  <a:pt x="6506" y="58312"/>
                </a:lnTo>
                <a:lnTo>
                  <a:pt x="6506" y="57691"/>
                </a:lnTo>
                <a:lnTo>
                  <a:pt x="6506" y="57247"/>
                </a:lnTo>
                <a:lnTo>
                  <a:pt x="6506" y="56626"/>
                </a:lnTo>
                <a:lnTo>
                  <a:pt x="6506" y="56182"/>
                </a:lnTo>
                <a:lnTo>
                  <a:pt x="6823" y="55472"/>
                </a:lnTo>
                <a:lnTo>
                  <a:pt x="6823" y="54850"/>
                </a:lnTo>
                <a:lnTo>
                  <a:pt x="6823" y="54407"/>
                </a:lnTo>
                <a:lnTo>
                  <a:pt x="6823" y="54052"/>
                </a:lnTo>
                <a:lnTo>
                  <a:pt x="6823" y="53608"/>
                </a:lnTo>
                <a:lnTo>
                  <a:pt x="7299" y="52898"/>
                </a:lnTo>
                <a:lnTo>
                  <a:pt x="7299" y="52543"/>
                </a:lnTo>
                <a:lnTo>
                  <a:pt x="7299" y="51833"/>
                </a:lnTo>
                <a:lnTo>
                  <a:pt x="7299" y="51478"/>
                </a:lnTo>
                <a:lnTo>
                  <a:pt x="7616" y="50768"/>
                </a:lnTo>
                <a:lnTo>
                  <a:pt x="7616" y="50146"/>
                </a:lnTo>
                <a:lnTo>
                  <a:pt x="7616" y="49703"/>
                </a:lnTo>
                <a:lnTo>
                  <a:pt x="7616" y="49081"/>
                </a:lnTo>
                <a:lnTo>
                  <a:pt x="7616" y="48638"/>
                </a:lnTo>
                <a:lnTo>
                  <a:pt x="7616" y="48016"/>
                </a:lnTo>
                <a:lnTo>
                  <a:pt x="7616" y="47573"/>
                </a:lnTo>
                <a:lnTo>
                  <a:pt x="7616" y="46951"/>
                </a:lnTo>
                <a:lnTo>
                  <a:pt x="7616" y="46507"/>
                </a:lnTo>
                <a:lnTo>
                  <a:pt x="7616" y="45886"/>
                </a:lnTo>
                <a:lnTo>
                  <a:pt x="8093" y="45442"/>
                </a:lnTo>
                <a:lnTo>
                  <a:pt x="8093" y="44821"/>
                </a:lnTo>
                <a:lnTo>
                  <a:pt x="8093" y="44377"/>
                </a:lnTo>
                <a:lnTo>
                  <a:pt x="8093" y="43756"/>
                </a:lnTo>
                <a:lnTo>
                  <a:pt x="8093" y="43046"/>
                </a:lnTo>
                <a:lnTo>
                  <a:pt x="8410" y="42602"/>
                </a:lnTo>
                <a:lnTo>
                  <a:pt x="8410" y="41981"/>
                </a:lnTo>
                <a:lnTo>
                  <a:pt x="8410" y="41537"/>
                </a:lnTo>
                <a:lnTo>
                  <a:pt x="8410" y="40916"/>
                </a:lnTo>
                <a:lnTo>
                  <a:pt x="8727" y="40472"/>
                </a:lnTo>
                <a:lnTo>
                  <a:pt x="8727" y="39851"/>
                </a:lnTo>
                <a:lnTo>
                  <a:pt x="8727" y="39407"/>
                </a:lnTo>
                <a:lnTo>
                  <a:pt x="8727" y="38786"/>
                </a:lnTo>
                <a:lnTo>
                  <a:pt x="8727" y="38342"/>
                </a:lnTo>
                <a:lnTo>
                  <a:pt x="9203" y="37721"/>
                </a:lnTo>
                <a:lnTo>
                  <a:pt x="9203" y="37277"/>
                </a:lnTo>
                <a:lnTo>
                  <a:pt x="9203" y="36656"/>
                </a:lnTo>
                <a:lnTo>
                  <a:pt x="9203" y="36034"/>
                </a:lnTo>
                <a:lnTo>
                  <a:pt x="9203" y="35591"/>
                </a:lnTo>
                <a:lnTo>
                  <a:pt x="9521" y="34969"/>
                </a:lnTo>
                <a:lnTo>
                  <a:pt x="9521" y="34525"/>
                </a:lnTo>
                <a:lnTo>
                  <a:pt x="9521" y="33815"/>
                </a:lnTo>
                <a:lnTo>
                  <a:pt x="9521" y="33460"/>
                </a:lnTo>
                <a:lnTo>
                  <a:pt x="9521" y="32750"/>
                </a:lnTo>
                <a:lnTo>
                  <a:pt x="9521" y="32395"/>
                </a:lnTo>
                <a:lnTo>
                  <a:pt x="9521" y="31685"/>
                </a:lnTo>
                <a:lnTo>
                  <a:pt x="9521" y="31064"/>
                </a:lnTo>
                <a:lnTo>
                  <a:pt x="9521" y="30443"/>
                </a:lnTo>
                <a:lnTo>
                  <a:pt x="9997" y="29999"/>
                </a:lnTo>
                <a:lnTo>
                  <a:pt x="9997" y="29378"/>
                </a:lnTo>
                <a:lnTo>
                  <a:pt x="9997" y="28934"/>
                </a:lnTo>
                <a:lnTo>
                  <a:pt x="9997" y="28313"/>
                </a:lnTo>
                <a:lnTo>
                  <a:pt x="9997" y="27869"/>
                </a:lnTo>
                <a:lnTo>
                  <a:pt x="10314" y="27247"/>
                </a:lnTo>
                <a:lnTo>
                  <a:pt x="10314" y="26537"/>
                </a:lnTo>
                <a:lnTo>
                  <a:pt x="10314" y="26094"/>
                </a:lnTo>
                <a:lnTo>
                  <a:pt x="10314" y="25472"/>
                </a:lnTo>
                <a:lnTo>
                  <a:pt x="10314" y="24851"/>
                </a:lnTo>
                <a:lnTo>
                  <a:pt x="10631" y="24230"/>
                </a:lnTo>
                <a:lnTo>
                  <a:pt x="10631" y="23786"/>
                </a:lnTo>
                <a:lnTo>
                  <a:pt x="10631" y="23165"/>
                </a:lnTo>
                <a:lnTo>
                  <a:pt x="10631" y="22721"/>
                </a:lnTo>
                <a:lnTo>
                  <a:pt x="10631" y="22100"/>
                </a:lnTo>
                <a:lnTo>
                  <a:pt x="11108" y="21656"/>
                </a:lnTo>
                <a:lnTo>
                  <a:pt x="11108" y="20768"/>
                </a:lnTo>
                <a:lnTo>
                  <a:pt x="11108" y="20325"/>
                </a:lnTo>
                <a:lnTo>
                  <a:pt x="11108" y="19703"/>
                </a:lnTo>
                <a:lnTo>
                  <a:pt x="11425" y="19259"/>
                </a:lnTo>
                <a:lnTo>
                  <a:pt x="11425" y="18638"/>
                </a:lnTo>
                <a:lnTo>
                  <a:pt x="11425" y="18194"/>
                </a:lnTo>
                <a:lnTo>
                  <a:pt x="11425" y="17573"/>
                </a:lnTo>
                <a:lnTo>
                  <a:pt x="11425" y="16952"/>
                </a:lnTo>
                <a:lnTo>
                  <a:pt x="11425" y="16242"/>
                </a:lnTo>
                <a:lnTo>
                  <a:pt x="11425" y="15887"/>
                </a:lnTo>
                <a:lnTo>
                  <a:pt x="11425" y="15177"/>
                </a:lnTo>
                <a:lnTo>
                  <a:pt x="11425" y="14733"/>
                </a:lnTo>
                <a:lnTo>
                  <a:pt x="11425" y="13934"/>
                </a:lnTo>
                <a:lnTo>
                  <a:pt x="11901" y="13490"/>
                </a:lnTo>
                <a:lnTo>
                  <a:pt x="11901" y="12869"/>
                </a:lnTo>
                <a:lnTo>
                  <a:pt x="11901" y="12425"/>
                </a:lnTo>
                <a:lnTo>
                  <a:pt x="11901" y="11804"/>
                </a:lnTo>
                <a:lnTo>
                  <a:pt x="11901" y="11360"/>
                </a:lnTo>
                <a:lnTo>
                  <a:pt x="12218" y="10473"/>
                </a:lnTo>
                <a:lnTo>
                  <a:pt x="12218" y="10029"/>
                </a:lnTo>
                <a:lnTo>
                  <a:pt x="12218" y="9408"/>
                </a:lnTo>
                <a:lnTo>
                  <a:pt x="12218" y="8964"/>
                </a:lnTo>
                <a:lnTo>
                  <a:pt x="12694" y="8165"/>
                </a:lnTo>
                <a:lnTo>
                  <a:pt x="12694" y="7721"/>
                </a:lnTo>
                <a:lnTo>
                  <a:pt x="12694" y="7011"/>
                </a:lnTo>
                <a:lnTo>
                  <a:pt x="12694" y="6390"/>
                </a:lnTo>
                <a:lnTo>
                  <a:pt x="12694" y="5946"/>
                </a:lnTo>
                <a:lnTo>
                  <a:pt x="13012" y="5325"/>
                </a:lnTo>
                <a:lnTo>
                  <a:pt x="13012" y="4704"/>
                </a:lnTo>
                <a:lnTo>
                  <a:pt x="13012" y="4082"/>
                </a:lnTo>
                <a:lnTo>
                  <a:pt x="13012" y="3638"/>
                </a:lnTo>
                <a:lnTo>
                  <a:pt x="13012" y="3017"/>
                </a:lnTo>
                <a:lnTo>
                  <a:pt x="13329" y="2307"/>
                </a:lnTo>
                <a:lnTo>
                  <a:pt x="13329" y="1686"/>
                </a:lnTo>
                <a:lnTo>
                  <a:pt x="13329" y="1242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5210745" y="3075686"/>
            <a:ext cx="13488" cy="127186"/>
          </a:xfrm>
          <a:custGeom>
            <a:avLst/>
            <a:gdLst/>
            <a:ahLst/>
            <a:cxnLst/>
            <a:rect l="l" t="t" r="r" b="b"/>
            <a:pathLst>
              <a:path w="13488" h="127186">
                <a:moveTo>
                  <a:pt x="0" y="127186"/>
                </a:moveTo>
                <a:lnTo>
                  <a:pt x="476" y="126476"/>
                </a:lnTo>
                <a:lnTo>
                  <a:pt x="476" y="126121"/>
                </a:lnTo>
                <a:lnTo>
                  <a:pt x="476" y="125411"/>
                </a:lnTo>
                <a:lnTo>
                  <a:pt x="476" y="124790"/>
                </a:lnTo>
                <a:lnTo>
                  <a:pt x="476" y="124169"/>
                </a:lnTo>
                <a:lnTo>
                  <a:pt x="476" y="123547"/>
                </a:lnTo>
                <a:lnTo>
                  <a:pt x="476" y="123104"/>
                </a:lnTo>
                <a:lnTo>
                  <a:pt x="476" y="122482"/>
                </a:lnTo>
                <a:lnTo>
                  <a:pt x="476" y="121772"/>
                </a:lnTo>
                <a:lnTo>
                  <a:pt x="793" y="121151"/>
                </a:lnTo>
                <a:lnTo>
                  <a:pt x="793" y="120707"/>
                </a:lnTo>
                <a:lnTo>
                  <a:pt x="793" y="120086"/>
                </a:lnTo>
                <a:lnTo>
                  <a:pt x="793" y="119465"/>
                </a:lnTo>
                <a:lnTo>
                  <a:pt x="793" y="118843"/>
                </a:lnTo>
                <a:lnTo>
                  <a:pt x="1269" y="118400"/>
                </a:lnTo>
                <a:lnTo>
                  <a:pt x="1269" y="117512"/>
                </a:lnTo>
                <a:lnTo>
                  <a:pt x="1269" y="117068"/>
                </a:lnTo>
                <a:lnTo>
                  <a:pt x="1269" y="116447"/>
                </a:lnTo>
                <a:lnTo>
                  <a:pt x="1269" y="115826"/>
                </a:lnTo>
                <a:lnTo>
                  <a:pt x="1586" y="115116"/>
                </a:lnTo>
                <a:lnTo>
                  <a:pt x="1586" y="114761"/>
                </a:lnTo>
                <a:lnTo>
                  <a:pt x="1586" y="114050"/>
                </a:lnTo>
                <a:lnTo>
                  <a:pt x="1586" y="113429"/>
                </a:lnTo>
                <a:lnTo>
                  <a:pt x="1904" y="112808"/>
                </a:lnTo>
                <a:lnTo>
                  <a:pt x="1904" y="112364"/>
                </a:lnTo>
                <a:lnTo>
                  <a:pt x="1904" y="111477"/>
                </a:lnTo>
                <a:lnTo>
                  <a:pt x="1904" y="111122"/>
                </a:lnTo>
                <a:lnTo>
                  <a:pt x="1904" y="110234"/>
                </a:lnTo>
                <a:lnTo>
                  <a:pt x="2380" y="109790"/>
                </a:lnTo>
                <a:lnTo>
                  <a:pt x="2380" y="109169"/>
                </a:lnTo>
                <a:lnTo>
                  <a:pt x="2380" y="108548"/>
                </a:lnTo>
                <a:lnTo>
                  <a:pt x="2380" y="107838"/>
                </a:lnTo>
                <a:lnTo>
                  <a:pt x="2380" y="107394"/>
                </a:lnTo>
                <a:lnTo>
                  <a:pt x="2380" y="106595"/>
                </a:lnTo>
                <a:lnTo>
                  <a:pt x="2380" y="106151"/>
                </a:lnTo>
                <a:lnTo>
                  <a:pt x="2380" y="105530"/>
                </a:lnTo>
                <a:lnTo>
                  <a:pt x="2380" y="104820"/>
                </a:lnTo>
                <a:lnTo>
                  <a:pt x="2380" y="104199"/>
                </a:lnTo>
                <a:lnTo>
                  <a:pt x="2697" y="103577"/>
                </a:lnTo>
                <a:lnTo>
                  <a:pt x="2697" y="102956"/>
                </a:lnTo>
                <a:lnTo>
                  <a:pt x="2697" y="102512"/>
                </a:lnTo>
                <a:lnTo>
                  <a:pt x="2697" y="101891"/>
                </a:lnTo>
                <a:lnTo>
                  <a:pt x="3173" y="101181"/>
                </a:lnTo>
                <a:lnTo>
                  <a:pt x="3173" y="100560"/>
                </a:lnTo>
                <a:lnTo>
                  <a:pt x="3173" y="99938"/>
                </a:lnTo>
                <a:lnTo>
                  <a:pt x="3173" y="99495"/>
                </a:lnTo>
                <a:lnTo>
                  <a:pt x="3173" y="98607"/>
                </a:lnTo>
                <a:lnTo>
                  <a:pt x="3491" y="98252"/>
                </a:lnTo>
                <a:lnTo>
                  <a:pt x="3491" y="97364"/>
                </a:lnTo>
                <a:lnTo>
                  <a:pt x="3491" y="96921"/>
                </a:lnTo>
                <a:lnTo>
                  <a:pt x="3491" y="96299"/>
                </a:lnTo>
                <a:lnTo>
                  <a:pt x="3491" y="95678"/>
                </a:lnTo>
                <a:lnTo>
                  <a:pt x="3808" y="94968"/>
                </a:lnTo>
                <a:lnTo>
                  <a:pt x="3808" y="94347"/>
                </a:lnTo>
                <a:lnTo>
                  <a:pt x="3808" y="93725"/>
                </a:lnTo>
                <a:lnTo>
                  <a:pt x="3808" y="93282"/>
                </a:lnTo>
                <a:lnTo>
                  <a:pt x="3808" y="92394"/>
                </a:lnTo>
                <a:lnTo>
                  <a:pt x="4284" y="92039"/>
                </a:lnTo>
                <a:lnTo>
                  <a:pt x="4284" y="91152"/>
                </a:lnTo>
                <a:lnTo>
                  <a:pt x="4284" y="90708"/>
                </a:lnTo>
                <a:lnTo>
                  <a:pt x="4284" y="90086"/>
                </a:lnTo>
                <a:lnTo>
                  <a:pt x="4601" y="89465"/>
                </a:lnTo>
                <a:lnTo>
                  <a:pt x="4601" y="88755"/>
                </a:lnTo>
                <a:lnTo>
                  <a:pt x="4601" y="88134"/>
                </a:lnTo>
                <a:lnTo>
                  <a:pt x="4601" y="87690"/>
                </a:lnTo>
                <a:lnTo>
                  <a:pt x="4601" y="86891"/>
                </a:lnTo>
                <a:lnTo>
                  <a:pt x="4601" y="86447"/>
                </a:lnTo>
                <a:lnTo>
                  <a:pt x="4601" y="85560"/>
                </a:lnTo>
                <a:lnTo>
                  <a:pt x="4601" y="85116"/>
                </a:lnTo>
                <a:lnTo>
                  <a:pt x="4601" y="84317"/>
                </a:lnTo>
                <a:lnTo>
                  <a:pt x="4601" y="83874"/>
                </a:lnTo>
                <a:lnTo>
                  <a:pt x="5077" y="82986"/>
                </a:lnTo>
                <a:lnTo>
                  <a:pt x="5077" y="82542"/>
                </a:lnTo>
                <a:lnTo>
                  <a:pt x="5077" y="81743"/>
                </a:lnTo>
                <a:lnTo>
                  <a:pt x="5077" y="81300"/>
                </a:lnTo>
                <a:lnTo>
                  <a:pt x="5077" y="80590"/>
                </a:lnTo>
                <a:lnTo>
                  <a:pt x="5395" y="79968"/>
                </a:lnTo>
                <a:lnTo>
                  <a:pt x="5395" y="79347"/>
                </a:lnTo>
                <a:lnTo>
                  <a:pt x="5395" y="78726"/>
                </a:lnTo>
                <a:lnTo>
                  <a:pt x="5395" y="78282"/>
                </a:lnTo>
                <a:lnTo>
                  <a:pt x="5871" y="77394"/>
                </a:lnTo>
                <a:lnTo>
                  <a:pt x="5871" y="76951"/>
                </a:lnTo>
                <a:lnTo>
                  <a:pt x="5871" y="76152"/>
                </a:lnTo>
                <a:lnTo>
                  <a:pt x="5871" y="75708"/>
                </a:lnTo>
                <a:lnTo>
                  <a:pt x="5871" y="74820"/>
                </a:lnTo>
                <a:lnTo>
                  <a:pt x="6188" y="74377"/>
                </a:lnTo>
                <a:lnTo>
                  <a:pt x="6188" y="73578"/>
                </a:lnTo>
                <a:lnTo>
                  <a:pt x="6188" y="72957"/>
                </a:lnTo>
                <a:lnTo>
                  <a:pt x="6188" y="72247"/>
                </a:lnTo>
                <a:lnTo>
                  <a:pt x="6188" y="71625"/>
                </a:lnTo>
                <a:lnTo>
                  <a:pt x="6506" y="71182"/>
                </a:lnTo>
                <a:lnTo>
                  <a:pt x="6506" y="70383"/>
                </a:lnTo>
                <a:lnTo>
                  <a:pt x="6506" y="69939"/>
                </a:lnTo>
                <a:lnTo>
                  <a:pt x="6506" y="69051"/>
                </a:lnTo>
                <a:lnTo>
                  <a:pt x="6506" y="68608"/>
                </a:lnTo>
                <a:lnTo>
                  <a:pt x="6506" y="67809"/>
                </a:lnTo>
                <a:lnTo>
                  <a:pt x="6506" y="67365"/>
                </a:lnTo>
                <a:lnTo>
                  <a:pt x="6506" y="66477"/>
                </a:lnTo>
                <a:lnTo>
                  <a:pt x="6506" y="66034"/>
                </a:lnTo>
                <a:lnTo>
                  <a:pt x="6982" y="65235"/>
                </a:lnTo>
                <a:lnTo>
                  <a:pt x="6982" y="64791"/>
                </a:lnTo>
                <a:lnTo>
                  <a:pt x="6982" y="64081"/>
                </a:lnTo>
                <a:lnTo>
                  <a:pt x="6982" y="63460"/>
                </a:lnTo>
                <a:lnTo>
                  <a:pt x="6982" y="62838"/>
                </a:lnTo>
                <a:lnTo>
                  <a:pt x="7299" y="61951"/>
                </a:lnTo>
                <a:lnTo>
                  <a:pt x="7299" y="61507"/>
                </a:lnTo>
                <a:lnTo>
                  <a:pt x="7299" y="60708"/>
                </a:lnTo>
                <a:lnTo>
                  <a:pt x="7299" y="60265"/>
                </a:lnTo>
                <a:lnTo>
                  <a:pt x="7299" y="59377"/>
                </a:lnTo>
                <a:lnTo>
                  <a:pt x="7775" y="58933"/>
                </a:lnTo>
                <a:lnTo>
                  <a:pt x="7775" y="58134"/>
                </a:lnTo>
                <a:lnTo>
                  <a:pt x="7775" y="57691"/>
                </a:lnTo>
                <a:lnTo>
                  <a:pt x="7775" y="57069"/>
                </a:lnTo>
                <a:lnTo>
                  <a:pt x="7775" y="56182"/>
                </a:lnTo>
                <a:lnTo>
                  <a:pt x="8093" y="55738"/>
                </a:lnTo>
                <a:lnTo>
                  <a:pt x="8093" y="54939"/>
                </a:lnTo>
                <a:lnTo>
                  <a:pt x="8093" y="54495"/>
                </a:lnTo>
                <a:lnTo>
                  <a:pt x="8093" y="53608"/>
                </a:lnTo>
                <a:lnTo>
                  <a:pt x="8410" y="53164"/>
                </a:lnTo>
                <a:lnTo>
                  <a:pt x="8410" y="52365"/>
                </a:lnTo>
                <a:lnTo>
                  <a:pt x="8410" y="51655"/>
                </a:lnTo>
                <a:lnTo>
                  <a:pt x="8410" y="51034"/>
                </a:lnTo>
                <a:lnTo>
                  <a:pt x="8410" y="50413"/>
                </a:lnTo>
                <a:lnTo>
                  <a:pt x="8886" y="49791"/>
                </a:lnTo>
                <a:lnTo>
                  <a:pt x="8886" y="49081"/>
                </a:lnTo>
                <a:lnTo>
                  <a:pt x="8886" y="48460"/>
                </a:lnTo>
                <a:lnTo>
                  <a:pt x="8886" y="47839"/>
                </a:lnTo>
                <a:lnTo>
                  <a:pt x="8886" y="47217"/>
                </a:lnTo>
                <a:lnTo>
                  <a:pt x="8886" y="46507"/>
                </a:lnTo>
                <a:lnTo>
                  <a:pt x="8886" y="45886"/>
                </a:lnTo>
                <a:lnTo>
                  <a:pt x="8886" y="44999"/>
                </a:lnTo>
                <a:lnTo>
                  <a:pt x="8886" y="44644"/>
                </a:lnTo>
                <a:lnTo>
                  <a:pt x="8886" y="43934"/>
                </a:lnTo>
                <a:lnTo>
                  <a:pt x="9203" y="43312"/>
                </a:lnTo>
                <a:lnTo>
                  <a:pt x="9203" y="42691"/>
                </a:lnTo>
                <a:lnTo>
                  <a:pt x="9203" y="41803"/>
                </a:lnTo>
                <a:lnTo>
                  <a:pt x="9203" y="41360"/>
                </a:lnTo>
                <a:lnTo>
                  <a:pt x="9679" y="40561"/>
                </a:lnTo>
                <a:lnTo>
                  <a:pt x="9679" y="39851"/>
                </a:lnTo>
                <a:lnTo>
                  <a:pt x="9679" y="39229"/>
                </a:lnTo>
                <a:lnTo>
                  <a:pt x="9679" y="38608"/>
                </a:lnTo>
                <a:lnTo>
                  <a:pt x="9679" y="37987"/>
                </a:lnTo>
                <a:lnTo>
                  <a:pt x="9997" y="37277"/>
                </a:lnTo>
                <a:lnTo>
                  <a:pt x="9997" y="36656"/>
                </a:lnTo>
                <a:lnTo>
                  <a:pt x="9997" y="36034"/>
                </a:lnTo>
                <a:lnTo>
                  <a:pt x="9997" y="35413"/>
                </a:lnTo>
                <a:lnTo>
                  <a:pt x="9997" y="34525"/>
                </a:lnTo>
                <a:lnTo>
                  <a:pt x="10473" y="34082"/>
                </a:lnTo>
                <a:lnTo>
                  <a:pt x="10473" y="33283"/>
                </a:lnTo>
                <a:lnTo>
                  <a:pt x="10473" y="32573"/>
                </a:lnTo>
                <a:lnTo>
                  <a:pt x="10473" y="32129"/>
                </a:lnTo>
                <a:lnTo>
                  <a:pt x="10473" y="31330"/>
                </a:lnTo>
                <a:lnTo>
                  <a:pt x="10790" y="30886"/>
                </a:lnTo>
                <a:lnTo>
                  <a:pt x="10790" y="29999"/>
                </a:lnTo>
                <a:lnTo>
                  <a:pt x="10790" y="29378"/>
                </a:lnTo>
                <a:lnTo>
                  <a:pt x="10790" y="28756"/>
                </a:lnTo>
                <a:lnTo>
                  <a:pt x="10790" y="28135"/>
                </a:lnTo>
                <a:lnTo>
                  <a:pt x="10790" y="27425"/>
                </a:lnTo>
                <a:lnTo>
                  <a:pt x="10790" y="26804"/>
                </a:lnTo>
                <a:lnTo>
                  <a:pt x="10790" y="26182"/>
                </a:lnTo>
                <a:lnTo>
                  <a:pt x="10790" y="25295"/>
                </a:lnTo>
                <a:lnTo>
                  <a:pt x="11108" y="24851"/>
                </a:lnTo>
                <a:lnTo>
                  <a:pt x="11108" y="24052"/>
                </a:lnTo>
                <a:lnTo>
                  <a:pt x="11108" y="23342"/>
                </a:lnTo>
                <a:lnTo>
                  <a:pt x="11108" y="22721"/>
                </a:lnTo>
                <a:lnTo>
                  <a:pt x="11108" y="22100"/>
                </a:lnTo>
                <a:lnTo>
                  <a:pt x="11584" y="21478"/>
                </a:lnTo>
                <a:lnTo>
                  <a:pt x="11584" y="20768"/>
                </a:lnTo>
                <a:lnTo>
                  <a:pt x="11584" y="20147"/>
                </a:lnTo>
                <a:lnTo>
                  <a:pt x="11584" y="19348"/>
                </a:lnTo>
                <a:lnTo>
                  <a:pt x="11584" y="18904"/>
                </a:lnTo>
                <a:lnTo>
                  <a:pt x="11901" y="18017"/>
                </a:lnTo>
                <a:lnTo>
                  <a:pt x="11901" y="17396"/>
                </a:lnTo>
                <a:lnTo>
                  <a:pt x="11901" y="16774"/>
                </a:lnTo>
                <a:lnTo>
                  <a:pt x="11901" y="16064"/>
                </a:lnTo>
                <a:lnTo>
                  <a:pt x="12377" y="15443"/>
                </a:lnTo>
                <a:lnTo>
                  <a:pt x="12377" y="14555"/>
                </a:lnTo>
                <a:lnTo>
                  <a:pt x="12377" y="14200"/>
                </a:lnTo>
                <a:lnTo>
                  <a:pt x="12377" y="13313"/>
                </a:lnTo>
                <a:lnTo>
                  <a:pt x="12377" y="12692"/>
                </a:lnTo>
                <a:lnTo>
                  <a:pt x="12694" y="11982"/>
                </a:lnTo>
                <a:lnTo>
                  <a:pt x="12694" y="11360"/>
                </a:lnTo>
                <a:lnTo>
                  <a:pt x="12694" y="10739"/>
                </a:lnTo>
                <a:lnTo>
                  <a:pt x="12694" y="10118"/>
                </a:lnTo>
                <a:lnTo>
                  <a:pt x="12694" y="9408"/>
                </a:lnTo>
                <a:lnTo>
                  <a:pt x="13012" y="8609"/>
                </a:lnTo>
                <a:lnTo>
                  <a:pt x="13012" y="7988"/>
                </a:lnTo>
                <a:lnTo>
                  <a:pt x="13012" y="7277"/>
                </a:lnTo>
                <a:lnTo>
                  <a:pt x="13012" y="6656"/>
                </a:lnTo>
                <a:lnTo>
                  <a:pt x="13012" y="6035"/>
                </a:lnTo>
                <a:lnTo>
                  <a:pt x="13012" y="5414"/>
                </a:lnTo>
                <a:lnTo>
                  <a:pt x="13012" y="4704"/>
                </a:lnTo>
                <a:lnTo>
                  <a:pt x="13012" y="3905"/>
                </a:lnTo>
                <a:lnTo>
                  <a:pt x="13012" y="3195"/>
                </a:lnTo>
                <a:lnTo>
                  <a:pt x="13488" y="2573"/>
                </a:lnTo>
                <a:lnTo>
                  <a:pt x="13488" y="1952"/>
                </a:lnTo>
                <a:lnTo>
                  <a:pt x="13488" y="1331"/>
                </a:lnTo>
                <a:lnTo>
                  <a:pt x="13488" y="621"/>
                </a:lnTo>
                <a:lnTo>
                  <a:pt x="13488" y="0"/>
                </a:lnTo>
              </a:path>
            </a:pathLst>
          </a:custGeom>
          <a:ln w="1944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5224233" y="2938026"/>
            <a:ext cx="13805" cy="137659"/>
          </a:xfrm>
          <a:custGeom>
            <a:avLst/>
            <a:gdLst/>
            <a:ahLst/>
            <a:cxnLst/>
            <a:rect l="l" t="t" r="r" b="b"/>
            <a:pathLst>
              <a:path w="13805" h="137659">
                <a:moveTo>
                  <a:pt x="0" y="137659"/>
                </a:moveTo>
                <a:lnTo>
                  <a:pt x="317" y="136772"/>
                </a:lnTo>
                <a:lnTo>
                  <a:pt x="317" y="136151"/>
                </a:lnTo>
                <a:lnTo>
                  <a:pt x="317" y="135529"/>
                </a:lnTo>
                <a:lnTo>
                  <a:pt x="317" y="134908"/>
                </a:lnTo>
                <a:lnTo>
                  <a:pt x="317" y="134198"/>
                </a:lnTo>
                <a:lnTo>
                  <a:pt x="793" y="133399"/>
                </a:lnTo>
                <a:lnTo>
                  <a:pt x="793" y="132955"/>
                </a:lnTo>
                <a:lnTo>
                  <a:pt x="793" y="132068"/>
                </a:lnTo>
                <a:lnTo>
                  <a:pt x="793" y="131447"/>
                </a:lnTo>
                <a:lnTo>
                  <a:pt x="793" y="130825"/>
                </a:lnTo>
                <a:lnTo>
                  <a:pt x="1110" y="130204"/>
                </a:lnTo>
                <a:lnTo>
                  <a:pt x="1110" y="129494"/>
                </a:lnTo>
                <a:lnTo>
                  <a:pt x="1110" y="128695"/>
                </a:lnTo>
                <a:lnTo>
                  <a:pt x="1110" y="127985"/>
                </a:lnTo>
                <a:lnTo>
                  <a:pt x="1586" y="127364"/>
                </a:lnTo>
                <a:lnTo>
                  <a:pt x="1586" y="126743"/>
                </a:lnTo>
                <a:lnTo>
                  <a:pt x="1586" y="126121"/>
                </a:lnTo>
                <a:lnTo>
                  <a:pt x="1586" y="125234"/>
                </a:lnTo>
                <a:lnTo>
                  <a:pt x="1586" y="124790"/>
                </a:lnTo>
                <a:lnTo>
                  <a:pt x="1586" y="123902"/>
                </a:lnTo>
                <a:lnTo>
                  <a:pt x="1586" y="123281"/>
                </a:lnTo>
                <a:lnTo>
                  <a:pt x="1586" y="122660"/>
                </a:lnTo>
                <a:lnTo>
                  <a:pt x="1586" y="122038"/>
                </a:lnTo>
                <a:lnTo>
                  <a:pt x="1586" y="121417"/>
                </a:lnTo>
                <a:lnTo>
                  <a:pt x="1904" y="120530"/>
                </a:lnTo>
                <a:lnTo>
                  <a:pt x="1904" y="119908"/>
                </a:lnTo>
                <a:lnTo>
                  <a:pt x="1904" y="119198"/>
                </a:lnTo>
                <a:lnTo>
                  <a:pt x="1904" y="118577"/>
                </a:lnTo>
                <a:lnTo>
                  <a:pt x="1904" y="117956"/>
                </a:lnTo>
                <a:lnTo>
                  <a:pt x="2221" y="117068"/>
                </a:lnTo>
                <a:lnTo>
                  <a:pt x="2221" y="116624"/>
                </a:lnTo>
                <a:lnTo>
                  <a:pt x="2221" y="115826"/>
                </a:lnTo>
                <a:lnTo>
                  <a:pt x="2221" y="115116"/>
                </a:lnTo>
                <a:lnTo>
                  <a:pt x="2697" y="114317"/>
                </a:lnTo>
                <a:lnTo>
                  <a:pt x="2697" y="113873"/>
                </a:lnTo>
                <a:lnTo>
                  <a:pt x="2697" y="113252"/>
                </a:lnTo>
                <a:lnTo>
                  <a:pt x="2697" y="112364"/>
                </a:lnTo>
                <a:lnTo>
                  <a:pt x="2697" y="111743"/>
                </a:lnTo>
                <a:lnTo>
                  <a:pt x="3015" y="110855"/>
                </a:lnTo>
                <a:lnTo>
                  <a:pt x="3015" y="110411"/>
                </a:lnTo>
                <a:lnTo>
                  <a:pt x="3015" y="109613"/>
                </a:lnTo>
                <a:lnTo>
                  <a:pt x="3015" y="108903"/>
                </a:lnTo>
                <a:lnTo>
                  <a:pt x="3015" y="108281"/>
                </a:lnTo>
                <a:lnTo>
                  <a:pt x="3491" y="107660"/>
                </a:lnTo>
                <a:lnTo>
                  <a:pt x="3491" y="107039"/>
                </a:lnTo>
                <a:lnTo>
                  <a:pt x="3491" y="106151"/>
                </a:lnTo>
                <a:lnTo>
                  <a:pt x="3491" y="105530"/>
                </a:lnTo>
                <a:lnTo>
                  <a:pt x="3491" y="104820"/>
                </a:lnTo>
                <a:lnTo>
                  <a:pt x="3808" y="104199"/>
                </a:lnTo>
                <a:lnTo>
                  <a:pt x="3808" y="103577"/>
                </a:lnTo>
                <a:lnTo>
                  <a:pt x="3808" y="102690"/>
                </a:lnTo>
                <a:lnTo>
                  <a:pt x="3808" y="102068"/>
                </a:lnTo>
                <a:lnTo>
                  <a:pt x="3808" y="101181"/>
                </a:lnTo>
                <a:lnTo>
                  <a:pt x="3808" y="100826"/>
                </a:lnTo>
                <a:lnTo>
                  <a:pt x="3808" y="100116"/>
                </a:lnTo>
                <a:lnTo>
                  <a:pt x="3808" y="99317"/>
                </a:lnTo>
                <a:lnTo>
                  <a:pt x="3808" y="98607"/>
                </a:lnTo>
                <a:lnTo>
                  <a:pt x="4125" y="97808"/>
                </a:lnTo>
                <a:lnTo>
                  <a:pt x="4125" y="97364"/>
                </a:lnTo>
                <a:lnTo>
                  <a:pt x="4125" y="96477"/>
                </a:lnTo>
                <a:lnTo>
                  <a:pt x="4125" y="95856"/>
                </a:lnTo>
                <a:lnTo>
                  <a:pt x="4125" y="95234"/>
                </a:lnTo>
                <a:lnTo>
                  <a:pt x="4601" y="94347"/>
                </a:lnTo>
                <a:lnTo>
                  <a:pt x="4601" y="93903"/>
                </a:lnTo>
                <a:lnTo>
                  <a:pt x="4601" y="93104"/>
                </a:lnTo>
                <a:lnTo>
                  <a:pt x="4601" y="92394"/>
                </a:lnTo>
                <a:lnTo>
                  <a:pt x="4601" y="91773"/>
                </a:lnTo>
                <a:lnTo>
                  <a:pt x="4919" y="90885"/>
                </a:lnTo>
                <a:lnTo>
                  <a:pt x="4919" y="90530"/>
                </a:lnTo>
                <a:lnTo>
                  <a:pt x="4919" y="89643"/>
                </a:lnTo>
                <a:lnTo>
                  <a:pt x="4919" y="89021"/>
                </a:lnTo>
                <a:lnTo>
                  <a:pt x="5395" y="88311"/>
                </a:lnTo>
                <a:lnTo>
                  <a:pt x="5395" y="87513"/>
                </a:lnTo>
                <a:lnTo>
                  <a:pt x="5395" y="87069"/>
                </a:lnTo>
                <a:lnTo>
                  <a:pt x="5395" y="86181"/>
                </a:lnTo>
                <a:lnTo>
                  <a:pt x="5395" y="85560"/>
                </a:lnTo>
                <a:lnTo>
                  <a:pt x="5712" y="84672"/>
                </a:lnTo>
                <a:lnTo>
                  <a:pt x="5712" y="84051"/>
                </a:lnTo>
                <a:lnTo>
                  <a:pt x="5712" y="83607"/>
                </a:lnTo>
                <a:lnTo>
                  <a:pt x="5712" y="82808"/>
                </a:lnTo>
                <a:lnTo>
                  <a:pt x="5712" y="82098"/>
                </a:lnTo>
                <a:lnTo>
                  <a:pt x="5712" y="81300"/>
                </a:lnTo>
                <a:lnTo>
                  <a:pt x="5712" y="80590"/>
                </a:lnTo>
                <a:lnTo>
                  <a:pt x="5712" y="79968"/>
                </a:lnTo>
                <a:lnTo>
                  <a:pt x="5712" y="79347"/>
                </a:lnTo>
                <a:lnTo>
                  <a:pt x="5712" y="78726"/>
                </a:lnTo>
                <a:lnTo>
                  <a:pt x="6030" y="77838"/>
                </a:lnTo>
                <a:lnTo>
                  <a:pt x="6030" y="77217"/>
                </a:lnTo>
                <a:lnTo>
                  <a:pt x="6030" y="76596"/>
                </a:lnTo>
                <a:lnTo>
                  <a:pt x="6030" y="75886"/>
                </a:lnTo>
                <a:lnTo>
                  <a:pt x="6506" y="75264"/>
                </a:lnTo>
                <a:lnTo>
                  <a:pt x="6506" y="74377"/>
                </a:lnTo>
                <a:lnTo>
                  <a:pt x="6506" y="73755"/>
                </a:lnTo>
                <a:lnTo>
                  <a:pt x="6506" y="72957"/>
                </a:lnTo>
                <a:lnTo>
                  <a:pt x="6506" y="72247"/>
                </a:lnTo>
                <a:lnTo>
                  <a:pt x="6823" y="71803"/>
                </a:lnTo>
                <a:lnTo>
                  <a:pt x="6823" y="71004"/>
                </a:lnTo>
                <a:lnTo>
                  <a:pt x="6823" y="70383"/>
                </a:lnTo>
                <a:lnTo>
                  <a:pt x="6823" y="69495"/>
                </a:lnTo>
                <a:lnTo>
                  <a:pt x="6823" y="68874"/>
                </a:lnTo>
                <a:lnTo>
                  <a:pt x="7299" y="68164"/>
                </a:lnTo>
                <a:lnTo>
                  <a:pt x="7299" y="67543"/>
                </a:lnTo>
                <a:lnTo>
                  <a:pt x="7299" y="66921"/>
                </a:lnTo>
                <a:lnTo>
                  <a:pt x="7299" y="66034"/>
                </a:lnTo>
                <a:lnTo>
                  <a:pt x="7299" y="65412"/>
                </a:lnTo>
                <a:lnTo>
                  <a:pt x="7616" y="64791"/>
                </a:lnTo>
                <a:lnTo>
                  <a:pt x="7616" y="63904"/>
                </a:lnTo>
                <a:lnTo>
                  <a:pt x="7616" y="63460"/>
                </a:lnTo>
                <a:lnTo>
                  <a:pt x="7616" y="62661"/>
                </a:lnTo>
                <a:lnTo>
                  <a:pt x="7616" y="61951"/>
                </a:lnTo>
                <a:lnTo>
                  <a:pt x="7616" y="61152"/>
                </a:lnTo>
                <a:lnTo>
                  <a:pt x="7616" y="60442"/>
                </a:lnTo>
                <a:lnTo>
                  <a:pt x="7616" y="59821"/>
                </a:lnTo>
                <a:lnTo>
                  <a:pt x="7616" y="59200"/>
                </a:lnTo>
                <a:lnTo>
                  <a:pt x="8093" y="58578"/>
                </a:lnTo>
                <a:lnTo>
                  <a:pt x="8093" y="57691"/>
                </a:lnTo>
                <a:lnTo>
                  <a:pt x="8093" y="57069"/>
                </a:lnTo>
                <a:lnTo>
                  <a:pt x="8093" y="56359"/>
                </a:lnTo>
                <a:lnTo>
                  <a:pt x="8093" y="55561"/>
                </a:lnTo>
                <a:lnTo>
                  <a:pt x="8410" y="55117"/>
                </a:lnTo>
                <a:lnTo>
                  <a:pt x="8410" y="54229"/>
                </a:lnTo>
                <a:lnTo>
                  <a:pt x="8410" y="53608"/>
                </a:lnTo>
                <a:lnTo>
                  <a:pt x="8410" y="52987"/>
                </a:lnTo>
                <a:lnTo>
                  <a:pt x="8410" y="52099"/>
                </a:lnTo>
                <a:lnTo>
                  <a:pt x="8727" y="51478"/>
                </a:lnTo>
                <a:lnTo>
                  <a:pt x="8727" y="50856"/>
                </a:lnTo>
                <a:lnTo>
                  <a:pt x="8727" y="50146"/>
                </a:lnTo>
                <a:lnTo>
                  <a:pt x="8727" y="49348"/>
                </a:lnTo>
                <a:lnTo>
                  <a:pt x="8727" y="48726"/>
                </a:lnTo>
                <a:lnTo>
                  <a:pt x="9203" y="48016"/>
                </a:lnTo>
                <a:lnTo>
                  <a:pt x="9203" y="47217"/>
                </a:lnTo>
                <a:lnTo>
                  <a:pt x="9203" y="46507"/>
                </a:lnTo>
                <a:lnTo>
                  <a:pt x="9203" y="45886"/>
                </a:lnTo>
                <a:lnTo>
                  <a:pt x="9521" y="45265"/>
                </a:lnTo>
                <a:lnTo>
                  <a:pt x="9521" y="44644"/>
                </a:lnTo>
                <a:lnTo>
                  <a:pt x="9521" y="43756"/>
                </a:lnTo>
                <a:lnTo>
                  <a:pt x="9521" y="43135"/>
                </a:lnTo>
                <a:lnTo>
                  <a:pt x="9521" y="42247"/>
                </a:lnTo>
                <a:lnTo>
                  <a:pt x="9997" y="41803"/>
                </a:lnTo>
                <a:lnTo>
                  <a:pt x="9997" y="41182"/>
                </a:lnTo>
                <a:lnTo>
                  <a:pt x="9997" y="40295"/>
                </a:lnTo>
                <a:lnTo>
                  <a:pt x="9997" y="39673"/>
                </a:lnTo>
                <a:lnTo>
                  <a:pt x="9997" y="38786"/>
                </a:lnTo>
                <a:lnTo>
                  <a:pt x="9997" y="38164"/>
                </a:lnTo>
                <a:lnTo>
                  <a:pt x="9997" y="37543"/>
                </a:lnTo>
                <a:lnTo>
                  <a:pt x="9997" y="36922"/>
                </a:lnTo>
                <a:lnTo>
                  <a:pt x="9997" y="36212"/>
                </a:lnTo>
                <a:lnTo>
                  <a:pt x="9997" y="35413"/>
                </a:lnTo>
                <a:lnTo>
                  <a:pt x="10314" y="34703"/>
                </a:lnTo>
                <a:lnTo>
                  <a:pt x="10314" y="34082"/>
                </a:lnTo>
                <a:lnTo>
                  <a:pt x="10314" y="33283"/>
                </a:lnTo>
                <a:lnTo>
                  <a:pt x="10314" y="32839"/>
                </a:lnTo>
                <a:lnTo>
                  <a:pt x="10631" y="31952"/>
                </a:lnTo>
                <a:lnTo>
                  <a:pt x="10631" y="31330"/>
                </a:lnTo>
                <a:lnTo>
                  <a:pt x="10631" y="30443"/>
                </a:lnTo>
                <a:lnTo>
                  <a:pt x="10631" y="29821"/>
                </a:lnTo>
                <a:lnTo>
                  <a:pt x="10631" y="29200"/>
                </a:lnTo>
                <a:lnTo>
                  <a:pt x="11108" y="28313"/>
                </a:lnTo>
                <a:lnTo>
                  <a:pt x="11108" y="27869"/>
                </a:lnTo>
                <a:lnTo>
                  <a:pt x="11108" y="27070"/>
                </a:lnTo>
                <a:lnTo>
                  <a:pt x="11108" y="26360"/>
                </a:lnTo>
                <a:lnTo>
                  <a:pt x="11108" y="25739"/>
                </a:lnTo>
                <a:lnTo>
                  <a:pt x="11425" y="24851"/>
                </a:lnTo>
                <a:lnTo>
                  <a:pt x="11425" y="24230"/>
                </a:lnTo>
                <a:lnTo>
                  <a:pt x="11425" y="23608"/>
                </a:lnTo>
                <a:lnTo>
                  <a:pt x="11425" y="22987"/>
                </a:lnTo>
                <a:lnTo>
                  <a:pt x="11425" y="22277"/>
                </a:lnTo>
                <a:lnTo>
                  <a:pt x="11901" y="21478"/>
                </a:lnTo>
                <a:lnTo>
                  <a:pt x="11901" y="20768"/>
                </a:lnTo>
                <a:lnTo>
                  <a:pt x="11901" y="19970"/>
                </a:lnTo>
                <a:lnTo>
                  <a:pt x="11901" y="19348"/>
                </a:lnTo>
                <a:lnTo>
                  <a:pt x="11901" y="18638"/>
                </a:lnTo>
                <a:lnTo>
                  <a:pt x="11901" y="18017"/>
                </a:lnTo>
                <a:lnTo>
                  <a:pt x="11901" y="17396"/>
                </a:lnTo>
                <a:lnTo>
                  <a:pt x="11901" y="16508"/>
                </a:lnTo>
                <a:lnTo>
                  <a:pt x="11901" y="15887"/>
                </a:lnTo>
                <a:lnTo>
                  <a:pt x="12218" y="14999"/>
                </a:lnTo>
                <a:lnTo>
                  <a:pt x="12218" y="14555"/>
                </a:lnTo>
                <a:lnTo>
                  <a:pt x="12218" y="13934"/>
                </a:lnTo>
                <a:lnTo>
                  <a:pt x="12218" y="13313"/>
                </a:lnTo>
                <a:lnTo>
                  <a:pt x="12218" y="12692"/>
                </a:lnTo>
                <a:lnTo>
                  <a:pt x="12694" y="11804"/>
                </a:lnTo>
                <a:lnTo>
                  <a:pt x="12694" y="11183"/>
                </a:lnTo>
                <a:lnTo>
                  <a:pt x="12694" y="10295"/>
                </a:lnTo>
                <a:lnTo>
                  <a:pt x="12694" y="9851"/>
                </a:lnTo>
                <a:lnTo>
                  <a:pt x="12694" y="9230"/>
                </a:lnTo>
                <a:lnTo>
                  <a:pt x="13012" y="8343"/>
                </a:lnTo>
                <a:lnTo>
                  <a:pt x="13012" y="7721"/>
                </a:lnTo>
                <a:lnTo>
                  <a:pt x="13012" y="6834"/>
                </a:lnTo>
                <a:lnTo>
                  <a:pt x="13012" y="6212"/>
                </a:lnTo>
                <a:lnTo>
                  <a:pt x="13329" y="5591"/>
                </a:lnTo>
                <a:lnTo>
                  <a:pt x="13329" y="4970"/>
                </a:lnTo>
                <a:lnTo>
                  <a:pt x="13329" y="4260"/>
                </a:lnTo>
                <a:lnTo>
                  <a:pt x="13329" y="3461"/>
                </a:lnTo>
                <a:lnTo>
                  <a:pt x="13329" y="2840"/>
                </a:lnTo>
                <a:lnTo>
                  <a:pt x="13805" y="2130"/>
                </a:lnTo>
                <a:lnTo>
                  <a:pt x="13805" y="1331"/>
                </a:lnTo>
                <a:lnTo>
                  <a:pt x="13805" y="887"/>
                </a:lnTo>
                <a:lnTo>
                  <a:pt x="13805" y="0"/>
                </a:lnTo>
              </a:path>
            </a:pathLst>
          </a:custGeom>
          <a:ln w="1945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5238039" y="2802318"/>
            <a:ext cx="13329" cy="135707"/>
          </a:xfrm>
          <a:custGeom>
            <a:avLst/>
            <a:gdLst/>
            <a:ahLst/>
            <a:cxnLst/>
            <a:rect l="l" t="t" r="r" b="b"/>
            <a:pathLst>
              <a:path w="13329" h="135707">
                <a:moveTo>
                  <a:pt x="0" y="135707"/>
                </a:moveTo>
                <a:lnTo>
                  <a:pt x="0" y="135086"/>
                </a:lnTo>
                <a:lnTo>
                  <a:pt x="317" y="134198"/>
                </a:lnTo>
                <a:lnTo>
                  <a:pt x="317" y="133577"/>
                </a:lnTo>
                <a:lnTo>
                  <a:pt x="317" y="132955"/>
                </a:lnTo>
                <a:lnTo>
                  <a:pt x="317" y="132245"/>
                </a:lnTo>
                <a:lnTo>
                  <a:pt x="317" y="131624"/>
                </a:lnTo>
                <a:lnTo>
                  <a:pt x="317" y="130825"/>
                </a:lnTo>
                <a:lnTo>
                  <a:pt x="317" y="130115"/>
                </a:lnTo>
                <a:lnTo>
                  <a:pt x="317" y="129494"/>
                </a:lnTo>
                <a:lnTo>
                  <a:pt x="317" y="128606"/>
                </a:lnTo>
                <a:lnTo>
                  <a:pt x="793" y="128251"/>
                </a:lnTo>
                <a:lnTo>
                  <a:pt x="793" y="127364"/>
                </a:lnTo>
                <a:lnTo>
                  <a:pt x="793" y="126743"/>
                </a:lnTo>
                <a:lnTo>
                  <a:pt x="793" y="126032"/>
                </a:lnTo>
                <a:lnTo>
                  <a:pt x="793" y="125234"/>
                </a:lnTo>
                <a:lnTo>
                  <a:pt x="1110" y="124524"/>
                </a:lnTo>
                <a:lnTo>
                  <a:pt x="1110" y="123902"/>
                </a:lnTo>
                <a:lnTo>
                  <a:pt x="1110" y="123281"/>
                </a:lnTo>
                <a:lnTo>
                  <a:pt x="1110" y="122394"/>
                </a:lnTo>
                <a:lnTo>
                  <a:pt x="1110" y="121772"/>
                </a:lnTo>
                <a:lnTo>
                  <a:pt x="1428" y="121151"/>
                </a:lnTo>
                <a:lnTo>
                  <a:pt x="1428" y="120263"/>
                </a:lnTo>
                <a:lnTo>
                  <a:pt x="1428" y="119820"/>
                </a:lnTo>
                <a:lnTo>
                  <a:pt x="1428" y="119021"/>
                </a:lnTo>
                <a:lnTo>
                  <a:pt x="1428" y="118311"/>
                </a:lnTo>
                <a:lnTo>
                  <a:pt x="1904" y="117689"/>
                </a:lnTo>
                <a:lnTo>
                  <a:pt x="1904" y="116891"/>
                </a:lnTo>
                <a:lnTo>
                  <a:pt x="1904" y="116181"/>
                </a:lnTo>
                <a:lnTo>
                  <a:pt x="1904" y="115559"/>
                </a:lnTo>
                <a:lnTo>
                  <a:pt x="2221" y="114938"/>
                </a:lnTo>
                <a:lnTo>
                  <a:pt x="2221" y="114317"/>
                </a:lnTo>
                <a:lnTo>
                  <a:pt x="2221" y="113429"/>
                </a:lnTo>
                <a:lnTo>
                  <a:pt x="2221" y="112808"/>
                </a:lnTo>
                <a:lnTo>
                  <a:pt x="2221" y="111920"/>
                </a:lnTo>
                <a:lnTo>
                  <a:pt x="2221" y="111477"/>
                </a:lnTo>
                <a:lnTo>
                  <a:pt x="2221" y="110589"/>
                </a:lnTo>
                <a:lnTo>
                  <a:pt x="2221" y="109968"/>
                </a:lnTo>
                <a:lnTo>
                  <a:pt x="2221" y="109346"/>
                </a:lnTo>
                <a:lnTo>
                  <a:pt x="2221" y="108459"/>
                </a:lnTo>
                <a:lnTo>
                  <a:pt x="2697" y="107838"/>
                </a:lnTo>
                <a:lnTo>
                  <a:pt x="2697" y="107216"/>
                </a:lnTo>
                <a:lnTo>
                  <a:pt x="2697" y="106595"/>
                </a:lnTo>
                <a:lnTo>
                  <a:pt x="2697" y="105885"/>
                </a:lnTo>
                <a:lnTo>
                  <a:pt x="2697" y="105086"/>
                </a:lnTo>
                <a:lnTo>
                  <a:pt x="3015" y="104376"/>
                </a:lnTo>
                <a:lnTo>
                  <a:pt x="3015" y="103577"/>
                </a:lnTo>
                <a:lnTo>
                  <a:pt x="3015" y="103134"/>
                </a:lnTo>
                <a:lnTo>
                  <a:pt x="3015" y="102512"/>
                </a:lnTo>
                <a:lnTo>
                  <a:pt x="3491" y="101625"/>
                </a:lnTo>
                <a:lnTo>
                  <a:pt x="3491" y="101003"/>
                </a:lnTo>
                <a:lnTo>
                  <a:pt x="3491" y="100116"/>
                </a:lnTo>
                <a:lnTo>
                  <a:pt x="3491" y="99672"/>
                </a:lnTo>
                <a:lnTo>
                  <a:pt x="3491" y="98873"/>
                </a:lnTo>
                <a:lnTo>
                  <a:pt x="3808" y="98163"/>
                </a:lnTo>
                <a:lnTo>
                  <a:pt x="3808" y="97542"/>
                </a:lnTo>
                <a:lnTo>
                  <a:pt x="3808" y="96654"/>
                </a:lnTo>
                <a:lnTo>
                  <a:pt x="3808" y="96299"/>
                </a:lnTo>
                <a:lnTo>
                  <a:pt x="3808" y="95412"/>
                </a:lnTo>
                <a:lnTo>
                  <a:pt x="4125" y="94791"/>
                </a:lnTo>
                <a:lnTo>
                  <a:pt x="4125" y="94080"/>
                </a:lnTo>
                <a:lnTo>
                  <a:pt x="4125" y="93282"/>
                </a:lnTo>
                <a:lnTo>
                  <a:pt x="4125" y="92660"/>
                </a:lnTo>
                <a:lnTo>
                  <a:pt x="4125" y="91950"/>
                </a:lnTo>
                <a:lnTo>
                  <a:pt x="4601" y="91329"/>
                </a:lnTo>
                <a:lnTo>
                  <a:pt x="4601" y="90708"/>
                </a:lnTo>
                <a:lnTo>
                  <a:pt x="4601" y="89820"/>
                </a:lnTo>
                <a:lnTo>
                  <a:pt x="4601" y="89199"/>
                </a:lnTo>
                <a:lnTo>
                  <a:pt x="4601" y="88578"/>
                </a:lnTo>
                <a:lnTo>
                  <a:pt x="4601" y="87868"/>
                </a:lnTo>
                <a:lnTo>
                  <a:pt x="4601" y="87069"/>
                </a:lnTo>
                <a:lnTo>
                  <a:pt x="4601" y="86359"/>
                </a:lnTo>
                <a:lnTo>
                  <a:pt x="4601" y="85737"/>
                </a:lnTo>
                <a:lnTo>
                  <a:pt x="4919" y="85116"/>
                </a:lnTo>
                <a:lnTo>
                  <a:pt x="4919" y="84495"/>
                </a:lnTo>
                <a:lnTo>
                  <a:pt x="4919" y="83607"/>
                </a:lnTo>
                <a:lnTo>
                  <a:pt x="4919" y="82986"/>
                </a:lnTo>
                <a:lnTo>
                  <a:pt x="4919" y="82365"/>
                </a:lnTo>
                <a:lnTo>
                  <a:pt x="5395" y="81655"/>
                </a:lnTo>
                <a:lnTo>
                  <a:pt x="5395" y="81033"/>
                </a:lnTo>
                <a:lnTo>
                  <a:pt x="5395" y="80146"/>
                </a:lnTo>
                <a:lnTo>
                  <a:pt x="5395" y="79525"/>
                </a:lnTo>
                <a:lnTo>
                  <a:pt x="5395" y="78903"/>
                </a:lnTo>
                <a:lnTo>
                  <a:pt x="5712" y="78282"/>
                </a:lnTo>
                <a:lnTo>
                  <a:pt x="5712" y="77572"/>
                </a:lnTo>
                <a:lnTo>
                  <a:pt x="5712" y="76773"/>
                </a:lnTo>
                <a:lnTo>
                  <a:pt x="5712" y="76063"/>
                </a:lnTo>
                <a:lnTo>
                  <a:pt x="6030" y="75442"/>
                </a:lnTo>
                <a:lnTo>
                  <a:pt x="6030" y="74820"/>
                </a:lnTo>
                <a:lnTo>
                  <a:pt x="6030" y="74199"/>
                </a:lnTo>
                <a:lnTo>
                  <a:pt x="6030" y="73312"/>
                </a:lnTo>
                <a:lnTo>
                  <a:pt x="6030" y="72690"/>
                </a:lnTo>
                <a:lnTo>
                  <a:pt x="6506" y="72069"/>
                </a:lnTo>
                <a:lnTo>
                  <a:pt x="6506" y="71359"/>
                </a:lnTo>
                <a:lnTo>
                  <a:pt x="6506" y="70560"/>
                </a:lnTo>
                <a:lnTo>
                  <a:pt x="6506" y="69850"/>
                </a:lnTo>
                <a:lnTo>
                  <a:pt x="6506" y="69229"/>
                </a:lnTo>
                <a:lnTo>
                  <a:pt x="6506" y="68608"/>
                </a:lnTo>
                <a:lnTo>
                  <a:pt x="6506" y="67986"/>
                </a:lnTo>
                <a:lnTo>
                  <a:pt x="6506" y="67099"/>
                </a:lnTo>
                <a:lnTo>
                  <a:pt x="6506" y="66477"/>
                </a:lnTo>
                <a:lnTo>
                  <a:pt x="6506" y="65856"/>
                </a:lnTo>
                <a:lnTo>
                  <a:pt x="6823" y="65146"/>
                </a:lnTo>
                <a:lnTo>
                  <a:pt x="6823" y="64525"/>
                </a:lnTo>
                <a:lnTo>
                  <a:pt x="6823" y="63637"/>
                </a:lnTo>
                <a:lnTo>
                  <a:pt x="6823" y="63282"/>
                </a:lnTo>
                <a:lnTo>
                  <a:pt x="7299" y="62395"/>
                </a:lnTo>
                <a:lnTo>
                  <a:pt x="7299" y="61773"/>
                </a:lnTo>
                <a:lnTo>
                  <a:pt x="7299" y="61063"/>
                </a:lnTo>
                <a:lnTo>
                  <a:pt x="7299" y="60442"/>
                </a:lnTo>
                <a:lnTo>
                  <a:pt x="7299" y="59821"/>
                </a:lnTo>
                <a:lnTo>
                  <a:pt x="7616" y="58933"/>
                </a:lnTo>
                <a:lnTo>
                  <a:pt x="7616" y="58312"/>
                </a:lnTo>
                <a:lnTo>
                  <a:pt x="7616" y="57424"/>
                </a:lnTo>
                <a:lnTo>
                  <a:pt x="7616" y="56981"/>
                </a:lnTo>
                <a:lnTo>
                  <a:pt x="7616" y="56359"/>
                </a:lnTo>
                <a:lnTo>
                  <a:pt x="7934" y="55561"/>
                </a:lnTo>
                <a:lnTo>
                  <a:pt x="7934" y="54850"/>
                </a:lnTo>
                <a:lnTo>
                  <a:pt x="7934" y="54229"/>
                </a:lnTo>
                <a:lnTo>
                  <a:pt x="7934" y="53608"/>
                </a:lnTo>
                <a:lnTo>
                  <a:pt x="7934" y="52720"/>
                </a:lnTo>
                <a:lnTo>
                  <a:pt x="8410" y="52099"/>
                </a:lnTo>
                <a:lnTo>
                  <a:pt x="8410" y="51655"/>
                </a:lnTo>
                <a:lnTo>
                  <a:pt x="8410" y="50768"/>
                </a:lnTo>
                <a:lnTo>
                  <a:pt x="8410" y="50146"/>
                </a:lnTo>
                <a:lnTo>
                  <a:pt x="8727" y="49525"/>
                </a:lnTo>
                <a:lnTo>
                  <a:pt x="8727" y="48904"/>
                </a:lnTo>
                <a:lnTo>
                  <a:pt x="8727" y="48016"/>
                </a:lnTo>
                <a:lnTo>
                  <a:pt x="8727" y="47395"/>
                </a:lnTo>
                <a:lnTo>
                  <a:pt x="8727" y="46951"/>
                </a:lnTo>
                <a:lnTo>
                  <a:pt x="8727" y="46064"/>
                </a:lnTo>
                <a:lnTo>
                  <a:pt x="8727" y="45442"/>
                </a:lnTo>
                <a:lnTo>
                  <a:pt x="8727" y="44555"/>
                </a:lnTo>
                <a:lnTo>
                  <a:pt x="8727" y="44200"/>
                </a:lnTo>
                <a:lnTo>
                  <a:pt x="8727" y="43312"/>
                </a:lnTo>
                <a:lnTo>
                  <a:pt x="9203" y="42691"/>
                </a:lnTo>
                <a:lnTo>
                  <a:pt x="9203" y="41981"/>
                </a:lnTo>
                <a:lnTo>
                  <a:pt x="9203" y="41360"/>
                </a:lnTo>
                <a:lnTo>
                  <a:pt x="9203" y="40738"/>
                </a:lnTo>
                <a:lnTo>
                  <a:pt x="9203" y="39851"/>
                </a:lnTo>
                <a:lnTo>
                  <a:pt x="9521" y="39407"/>
                </a:lnTo>
                <a:lnTo>
                  <a:pt x="9521" y="38608"/>
                </a:lnTo>
                <a:lnTo>
                  <a:pt x="9521" y="37898"/>
                </a:lnTo>
                <a:lnTo>
                  <a:pt x="9521" y="37277"/>
                </a:lnTo>
                <a:lnTo>
                  <a:pt x="9997" y="36656"/>
                </a:lnTo>
                <a:lnTo>
                  <a:pt x="9997" y="36034"/>
                </a:lnTo>
                <a:lnTo>
                  <a:pt x="9997" y="35147"/>
                </a:lnTo>
                <a:lnTo>
                  <a:pt x="9997" y="34703"/>
                </a:lnTo>
                <a:lnTo>
                  <a:pt x="9997" y="33904"/>
                </a:lnTo>
                <a:lnTo>
                  <a:pt x="10314" y="33194"/>
                </a:lnTo>
                <a:lnTo>
                  <a:pt x="10314" y="32573"/>
                </a:lnTo>
                <a:lnTo>
                  <a:pt x="10314" y="31952"/>
                </a:lnTo>
                <a:lnTo>
                  <a:pt x="10314" y="31330"/>
                </a:lnTo>
                <a:lnTo>
                  <a:pt x="10314" y="30443"/>
                </a:lnTo>
                <a:lnTo>
                  <a:pt x="10631" y="29999"/>
                </a:lnTo>
                <a:lnTo>
                  <a:pt x="10631" y="29111"/>
                </a:lnTo>
                <a:lnTo>
                  <a:pt x="10631" y="28490"/>
                </a:lnTo>
                <a:lnTo>
                  <a:pt x="10631" y="28046"/>
                </a:lnTo>
                <a:lnTo>
                  <a:pt x="10631" y="27247"/>
                </a:lnTo>
                <a:lnTo>
                  <a:pt x="10631" y="26537"/>
                </a:lnTo>
                <a:lnTo>
                  <a:pt x="10631" y="25739"/>
                </a:lnTo>
                <a:lnTo>
                  <a:pt x="10631" y="25295"/>
                </a:lnTo>
                <a:lnTo>
                  <a:pt x="10631" y="24407"/>
                </a:lnTo>
                <a:lnTo>
                  <a:pt x="11108" y="23786"/>
                </a:lnTo>
                <a:lnTo>
                  <a:pt x="11108" y="23342"/>
                </a:lnTo>
                <a:lnTo>
                  <a:pt x="11108" y="22543"/>
                </a:lnTo>
                <a:lnTo>
                  <a:pt x="11108" y="21833"/>
                </a:lnTo>
                <a:lnTo>
                  <a:pt x="11108" y="21212"/>
                </a:lnTo>
                <a:lnTo>
                  <a:pt x="11425" y="20591"/>
                </a:lnTo>
                <a:lnTo>
                  <a:pt x="11425" y="19703"/>
                </a:lnTo>
                <a:lnTo>
                  <a:pt x="11425" y="19259"/>
                </a:lnTo>
                <a:lnTo>
                  <a:pt x="11425" y="18638"/>
                </a:lnTo>
                <a:lnTo>
                  <a:pt x="11425" y="17751"/>
                </a:lnTo>
                <a:lnTo>
                  <a:pt x="11901" y="17396"/>
                </a:lnTo>
                <a:lnTo>
                  <a:pt x="11901" y="16508"/>
                </a:lnTo>
                <a:lnTo>
                  <a:pt x="11901" y="15887"/>
                </a:lnTo>
                <a:lnTo>
                  <a:pt x="11901" y="15177"/>
                </a:lnTo>
                <a:lnTo>
                  <a:pt x="11901" y="14555"/>
                </a:lnTo>
                <a:lnTo>
                  <a:pt x="12218" y="13934"/>
                </a:lnTo>
                <a:lnTo>
                  <a:pt x="12218" y="13313"/>
                </a:lnTo>
                <a:lnTo>
                  <a:pt x="12218" y="12603"/>
                </a:lnTo>
                <a:lnTo>
                  <a:pt x="12218" y="11804"/>
                </a:lnTo>
                <a:lnTo>
                  <a:pt x="12536" y="11360"/>
                </a:lnTo>
                <a:lnTo>
                  <a:pt x="12536" y="10473"/>
                </a:lnTo>
                <a:lnTo>
                  <a:pt x="12536" y="9851"/>
                </a:lnTo>
                <a:lnTo>
                  <a:pt x="12536" y="9230"/>
                </a:lnTo>
                <a:lnTo>
                  <a:pt x="12536" y="8520"/>
                </a:lnTo>
                <a:lnTo>
                  <a:pt x="12536" y="7899"/>
                </a:lnTo>
                <a:lnTo>
                  <a:pt x="12536" y="7277"/>
                </a:lnTo>
                <a:lnTo>
                  <a:pt x="12536" y="6656"/>
                </a:lnTo>
                <a:lnTo>
                  <a:pt x="12536" y="5946"/>
                </a:lnTo>
                <a:lnTo>
                  <a:pt x="12536" y="5325"/>
                </a:lnTo>
                <a:lnTo>
                  <a:pt x="13012" y="4526"/>
                </a:lnTo>
                <a:lnTo>
                  <a:pt x="13012" y="4082"/>
                </a:lnTo>
                <a:lnTo>
                  <a:pt x="13012" y="3195"/>
                </a:lnTo>
                <a:lnTo>
                  <a:pt x="13012" y="2573"/>
                </a:lnTo>
                <a:lnTo>
                  <a:pt x="13012" y="2130"/>
                </a:lnTo>
                <a:lnTo>
                  <a:pt x="13329" y="1242"/>
                </a:lnTo>
                <a:lnTo>
                  <a:pt x="13329" y="887"/>
                </a:lnTo>
                <a:lnTo>
                  <a:pt x="13329" y="0"/>
                </a:lnTo>
              </a:path>
            </a:pathLst>
          </a:custGeom>
          <a:ln w="1945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5251369" y="2680279"/>
            <a:ext cx="13805" cy="122038"/>
          </a:xfrm>
          <a:custGeom>
            <a:avLst/>
            <a:gdLst/>
            <a:ahLst/>
            <a:cxnLst/>
            <a:rect l="l" t="t" r="r" b="b"/>
            <a:pathLst>
              <a:path w="13805" h="122038">
                <a:moveTo>
                  <a:pt x="0" y="122038"/>
                </a:moveTo>
                <a:lnTo>
                  <a:pt x="0" y="121417"/>
                </a:lnTo>
                <a:lnTo>
                  <a:pt x="476" y="120707"/>
                </a:lnTo>
                <a:lnTo>
                  <a:pt x="476" y="120086"/>
                </a:lnTo>
                <a:lnTo>
                  <a:pt x="476" y="119465"/>
                </a:lnTo>
                <a:lnTo>
                  <a:pt x="476" y="118843"/>
                </a:lnTo>
                <a:lnTo>
                  <a:pt x="476" y="118133"/>
                </a:lnTo>
                <a:lnTo>
                  <a:pt x="793" y="117512"/>
                </a:lnTo>
                <a:lnTo>
                  <a:pt x="793" y="116891"/>
                </a:lnTo>
                <a:lnTo>
                  <a:pt x="793" y="116003"/>
                </a:lnTo>
                <a:lnTo>
                  <a:pt x="793" y="115559"/>
                </a:lnTo>
                <a:lnTo>
                  <a:pt x="793" y="114761"/>
                </a:lnTo>
                <a:lnTo>
                  <a:pt x="1269" y="114317"/>
                </a:lnTo>
                <a:lnTo>
                  <a:pt x="1269" y="113429"/>
                </a:lnTo>
                <a:lnTo>
                  <a:pt x="1269" y="112808"/>
                </a:lnTo>
                <a:lnTo>
                  <a:pt x="1269" y="112364"/>
                </a:lnTo>
                <a:lnTo>
                  <a:pt x="1269" y="111477"/>
                </a:lnTo>
                <a:lnTo>
                  <a:pt x="1586" y="111122"/>
                </a:lnTo>
                <a:lnTo>
                  <a:pt x="1586" y="110234"/>
                </a:lnTo>
                <a:lnTo>
                  <a:pt x="1586" y="109790"/>
                </a:lnTo>
                <a:lnTo>
                  <a:pt x="1586" y="108903"/>
                </a:lnTo>
                <a:lnTo>
                  <a:pt x="1586" y="108281"/>
                </a:lnTo>
                <a:lnTo>
                  <a:pt x="1586" y="107660"/>
                </a:lnTo>
                <a:lnTo>
                  <a:pt x="1586" y="107039"/>
                </a:lnTo>
                <a:lnTo>
                  <a:pt x="1586" y="106329"/>
                </a:lnTo>
                <a:lnTo>
                  <a:pt x="1586" y="105707"/>
                </a:lnTo>
                <a:lnTo>
                  <a:pt x="1904" y="105264"/>
                </a:lnTo>
                <a:lnTo>
                  <a:pt x="1904" y="104465"/>
                </a:lnTo>
                <a:lnTo>
                  <a:pt x="1904" y="103844"/>
                </a:lnTo>
                <a:lnTo>
                  <a:pt x="1904" y="103134"/>
                </a:lnTo>
                <a:lnTo>
                  <a:pt x="1904" y="102512"/>
                </a:lnTo>
                <a:lnTo>
                  <a:pt x="2380" y="101891"/>
                </a:lnTo>
                <a:lnTo>
                  <a:pt x="2380" y="101270"/>
                </a:lnTo>
                <a:lnTo>
                  <a:pt x="2380" y="100560"/>
                </a:lnTo>
                <a:lnTo>
                  <a:pt x="2380" y="99938"/>
                </a:lnTo>
                <a:lnTo>
                  <a:pt x="2380" y="99317"/>
                </a:lnTo>
                <a:lnTo>
                  <a:pt x="2697" y="98696"/>
                </a:lnTo>
                <a:lnTo>
                  <a:pt x="2697" y="97986"/>
                </a:lnTo>
                <a:lnTo>
                  <a:pt x="2697" y="97364"/>
                </a:lnTo>
                <a:lnTo>
                  <a:pt x="2697" y="96743"/>
                </a:lnTo>
                <a:lnTo>
                  <a:pt x="3173" y="96122"/>
                </a:lnTo>
                <a:lnTo>
                  <a:pt x="3173" y="95412"/>
                </a:lnTo>
                <a:lnTo>
                  <a:pt x="3173" y="94791"/>
                </a:lnTo>
                <a:lnTo>
                  <a:pt x="3173" y="94169"/>
                </a:lnTo>
                <a:lnTo>
                  <a:pt x="3173" y="93548"/>
                </a:lnTo>
                <a:lnTo>
                  <a:pt x="3491" y="92838"/>
                </a:lnTo>
                <a:lnTo>
                  <a:pt x="3491" y="92217"/>
                </a:lnTo>
                <a:lnTo>
                  <a:pt x="3491" y="91595"/>
                </a:lnTo>
                <a:lnTo>
                  <a:pt x="3491" y="90974"/>
                </a:lnTo>
                <a:lnTo>
                  <a:pt x="3491" y="90264"/>
                </a:lnTo>
                <a:lnTo>
                  <a:pt x="3491" y="89820"/>
                </a:lnTo>
                <a:lnTo>
                  <a:pt x="3491" y="89021"/>
                </a:lnTo>
                <a:lnTo>
                  <a:pt x="3491" y="88578"/>
                </a:lnTo>
                <a:lnTo>
                  <a:pt x="3491" y="87690"/>
                </a:lnTo>
                <a:lnTo>
                  <a:pt x="3491" y="87069"/>
                </a:lnTo>
                <a:lnTo>
                  <a:pt x="3808" y="86447"/>
                </a:lnTo>
                <a:lnTo>
                  <a:pt x="3808" y="85826"/>
                </a:lnTo>
                <a:lnTo>
                  <a:pt x="3808" y="85116"/>
                </a:lnTo>
                <a:lnTo>
                  <a:pt x="3808" y="84495"/>
                </a:lnTo>
                <a:lnTo>
                  <a:pt x="4284" y="83874"/>
                </a:lnTo>
                <a:lnTo>
                  <a:pt x="4284" y="83430"/>
                </a:lnTo>
                <a:lnTo>
                  <a:pt x="4284" y="82808"/>
                </a:lnTo>
                <a:lnTo>
                  <a:pt x="4284" y="82098"/>
                </a:lnTo>
                <a:lnTo>
                  <a:pt x="4284" y="81477"/>
                </a:lnTo>
                <a:lnTo>
                  <a:pt x="4601" y="80856"/>
                </a:lnTo>
                <a:lnTo>
                  <a:pt x="4601" y="80235"/>
                </a:lnTo>
                <a:lnTo>
                  <a:pt x="4601" y="79613"/>
                </a:lnTo>
                <a:lnTo>
                  <a:pt x="4601" y="78903"/>
                </a:lnTo>
                <a:lnTo>
                  <a:pt x="4601" y="78282"/>
                </a:lnTo>
                <a:lnTo>
                  <a:pt x="5077" y="77661"/>
                </a:lnTo>
                <a:lnTo>
                  <a:pt x="5077" y="77039"/>
                </a:lnTo>
                <a:lnTo>
                  <a:pt x="5077" y="76329"/>
                </a:lnTo>
                <a:lnTo>
                  <a:pt x="5077" y="75708"/>
                </a:lnTo>
                <a:lnTo>
                  <a:pt x="5077" y="75087"/>
                </a:lnTo>
                <a:lnTo>
                  <a:pt x="5395" y="74465"/>
                </a:lnTo>
                <a:lnTo>
                  <a:pt x="5395" y="73755"/>
                </a:lnTo>
                <a:lnTo>
                  <a:pt x="5395" y="73312"/>
                </a:lnTo>
                <a:lnTo>
                  <a:pt x="5395" y="72690"/>
                </a:lnTo>
                <a:lnTo>
                  <a:pt x="5871" y="72069"/>
                </a:lnTo>
                <a:lnTo>
                  <a:pt x="5871" y="71448"/>
                </a:lnTo>
                <a:lnTo>
                  <a:pt x="5871" y="70738"/>
                </a:lnTo>
                <a:lnTo>
                  <a:pt x="5871" y="70116"/>
                </a:lnTo>
                <a:lnTo>
                  <a:pt x="5871" y="69495"/>
                </a:lnTo>
                <a:lnTo>
                  <a:pt x="5871" y="68874"/>
                </a:lnTo>
                <a:lnTo>
                  <a:pt x="5871" y="68164"/>
                </a:lnTo>
                <a:lnTo>
                  <a:pt x="5871" y="67543"/>
                </a:lnTo>
                <a:lnTo>
                  <a:pt x="5871" y="67099"/>
                </a:lnTo>
                <a:lnTo>
                  <a:pt x="5871" y="66300"/>
                </a:lnTo>
                <a:lnTo>
                  <a:pt x="6188" y="65856"/>
                </a:lnTo>
                <a:lnTo>
                  <a:pt x="6188" y="64969"/>
                </a:lnTo>
                <a:lnTo>
                  <a:pt x="6188" y="64525"/>
                </a:lnTo>
                <a:lnTo>
                  <a:pt x="6188" y="63904"/>
                </a:lnTo>
                <a:lnTo>
                  <a:pt x="6188" y="63282"/>
                </a:lnTo>
                <a:lnTo>
                  <a:pt x="6506" y="62661"/>
                </a:lnTo>
                <a:lnTo>
                  <a:pt x="6506" y="61951"/>
                </a:lnTo>
                <a:lnTo>
                  <a:pt x="6506" y="61596"/>
                </a:lnTo>
                <a:lnTo>
                  <a:pt x="6506" y="60708"/>
                </a:lnTo>
                <a:lnTo>
                  <a:pt x="6982" y="60265"/>
                </a:lnTo>
                <a:lnTo>
                  <a:pt x="6982" y="59643"/>
                </a:lnTo>
                <a:lnTo>
                  <a:pt x="6982" y="59022"/>
                </a:lnTo>
                <a:lnTo>
                  <a:pt x="6982" y="58312"/>
                </a:lnTo>
                <a:lnTo>
                  <a:pt x="6982" y="57691"/>
                </a:lnTo>
                <a:lnTo>
                  <a:pt x="7299" y="57069"/>
                </a:lnTo>
                <a:lnTo>
                  <a:pt x="7299" y="56626"/>
                </a:lnTo>
                <a:lnTo>
                  <a:pt x="7299" y="55738"/>
                </a:lnTo>
                <a:lnTo>
                  <a:pt x="7299" y="55383"/>
                </a:lnTo>
                <a:lnTo>
                  <a:pt x="7299" y="54673"/>
                </a:lnTo>
                <a:lnTo>
                  <a:pt x="7775" y="54052"/>
                </a:lnTo>
                <a:lnTo>
                  <a:pt x="7775" y="53430"/>
                </a:lnTo>
                <a:lnTo>
                  <a:pt x="7775" y="52809"/>
                </a:lnTo>
                <a:lnTo>
                  <a:pt x="7775" y="52099"/>
                </a:lnTo>
                <a:lnTo>
                  <a:pt x="7775" y="51655"/>
                </a:lnTo>
                <a:lnTo>
                  <a:pt x="7775" y="50856"/>
                </a:lnTo>
                <a:lnTo>
                  <a:pt x="7775" y="50413"/>
                </a:lnTo>
                <a:lnTo>
                  <a:pt x="7775" y="49791"/>
                </a:lnTo>
                <a:lnTo>
                  <a:pt x="7775" y="49081"/>
                </a:lnTo>
                <a:lnTo>
                  <a:pt x="8093" y="48460"/>
                </a:lnTo>
                <a:lnTo>
                  <a:pt x="8093" y="48016"/>
                </a:lnTo>
                <a:lnTo>
                  <a:pt x="8093" y="47395"/>
                </a:lnTo>
                <a:lnTo>
                  <a:pt x="8093" y="46774"/>
                </a:lnTo>
                <a:lnTo>
                  <a:pt x="8093" y="46152"/>
                </a:lnTo>
                <a:lnTo>
                  <a:pt x="8410" y="45442"/>
                </a:lnTo>
                <a:lnTo>
                  <a:pt x="8410" y="45087"/>
                </a:lnTo>
                <a:lnTo>
                  <a:pt x="8410" y="44377"/>
                </a:lnTo>
                <a:lnTo>
                  <a:pt x="8410" y="43756"/>
                </a:lnTo>
                <a:lnTo>
                  <a:pt x="8410" y="43135"/>
                </a:lnTo>
                <a:lnTo>
                  <a:pt x="8886" y="42691"/>
                </a:lnTo>
                <a:lnTo>
                  <a:pt x="8886" y="41803"/>
                </a:lnTo>
                <a:lnTo>
                  <a:pt x="8886" y="41360"/>
                </a:lnTo>
                <a:lnTo>
                  <a:pt x="8886" y="40738"/>
                </a:lnTo>
                <a:lnTo>
                  <a:pt x="8886" y="40117"/>
                </a:lnTo>
                <a:lnTo>
                  <a:pt x="9203" y="39496"/>
                </a:lnTo>
                <a:lnTo>
                  <a:pt x="9203" y="39052"/>
                </a:lnTo>
                <a:lnTo>
                  <a:pt x="9203" y="38164"/>
                </a:lnTo>
                <a:lnTo>
                  <a:pt x="9203" y="37721"/>
                </a:lnTo>
                <a:lnTo>
                  <a:pt x="9203" y="37099"/>
                </a:lnTo>
                <a:lnTo>
                  <a:pt x="9679" y="36656"/>
                </a:lnTo>
                <a:lnTo>
                  <a:pt x="9679" y="35857"/>
                </a:lnTo>
                <a:lnTo>
                  <a:pt x="9679" y="35413"/>
                </a:lnTo>
                <a:lnTo>
                  <a:pt x="9679" y="34792"/>
                </a:lnTo>
                <a:lnTo>
                  <a:pt x="9997" y="34082"/>
                </a:lnTo>
                <a:lnTo>
                  <a:pt x="9997" y="33460"/>
                </a:lnTo>
                <a:lnTo>
                  <a:pt x="9997" y="33017"/>
                </a:lnTo>
                <a:lnTo>
                  <a:pt x="9997" y="32395"/>
                </a:lnTo>
                <a:lnTo>
                  <a:pt x="9997" y="31774"/>
                </a:lnTo>
                <a:lnTo>
                  <a:pt x="9997" y="31153"/>
                </a:lnTo>
                <a:lnTo>
                  <a:pt x="9997" y="30709"/>
                </a:lnTo>
                <a:lnTo>
                  <a:pt x="9997" y="29999"/>
                </a:lnTo>
                <a:lnTo>
                  <a:pt x="9997" y="29378"/>
                </a:lnTo>
                <a:lnTo>
                  <a:pt x="9997" y="28756"/>
                </a:lnTo>
                <a:lnTo>
                  <a:pt x="10314" y="28313"/>
                </a:lnTo>
                <a:lnTo>
                  <a:pt x="10314" y="27691"/>
                </a:lnTo>
                <a:lnTo>
                  <a:pt x="10314" y="27070"/>
                </a:lnTo>
                <a:lnTo>
                  <a:pt x="10314" y="26360"/>
                </a:lnTo>
                <a:lnTo>
                  <a:pt x="10314" y="26005"/>
                </a:lnTo>
                <a:lnTo>
                  <a:pt x="10790" y="25295"/>
                </a:lnTo>
                <a:lnTo>
                  <a:pt x="10790" y="24674"/>
                </a:lnTo>
                <a:lnTo>
                  <a:pt x="10790" y="24052"/>
                </a:lnTo>
                <a:lnTo>
                  <a:pt x="10790" y="23608"/>
                </a:lnTo>
                <a:lnTo>
                  <a:pt x="11108" y="22987"/>
                </a:lnTo>
                <a:lnTo>
                  <a:pt x="11108" y="22277"/>
                </a:lnTo>
                <a:lnTo>
                  <a:pt x="11108" y="21656"/>
                </a:lnTo>
                <a:lnTo>
                  <a:pt x="11108" y="21212"/>
                </a:lnTo>
                <a:lnTo>
                  <a:pt x="11108" y="20591"/>
                </a:lnTo>
                <a:lnTo>
                  <a:pt x="11584" y="20147"/>
                </a:lnTo>
                <a:lnTo>
                  <a:pt x="11584" y="19348"/>
                </a:lnTo>
                <a:lnTo>
                  <a:pt x="11584" y="18904"/>
                </a:lnTo>
                <a:lnTo>
                  <a:pt x="11584" y="18283"/>
                </a:lnTo>
                <a:lnTo>
                  <a:pt x="11584" y="17839"/>
                </a:lnTo>
                <a:lnTo>
                  <a:pt x="11901" y="17129"/>
                </a:lnTo>
                <a:lnTo>
                  <a:pt x="11901" y="16508"/>
                </a:lnTo>
                <a:lnTo>
                  <a:pt x="11901" y="15887"/>
                </a:lnTo>
                <a:lnTo>
                  <a:pt x="11901" y="15443"/>
                </a:lnTo>
                <a:lnTo>
                  <a:pt x="11901" y="14822"/>
                </a:lnTo>
                <a:lnTo>
                  <a:pt x="11901" y="14200"/>
                </a:lnTo>
                <a:lnTo>
                  <a:pt x="11901" y="13757"/>
                </a:lnTo>
                <a:lnTo>
                  <a:pt x="11901" y="13135"/>
                </a:lnTo>
                <a:lnTo>
                  <a:pt x="11901" y="12425"/>
                </a:lnTo>
                <a:lnTo>
                  <a:pt x="12377" y="11804"/>
                </a:lnTo>
                <a:lnTo>
                  <a:pt x="12377" y="11360"/>
                </a:lnTo>
                <a:lnTo>
                  <a:pt x="12377" y="10739"/>
                </a:lnTo>
                <a:lnTo>
                  <a:pt x="12377" y="10295"/>
                </a:lnTo>
                <a:lnTo>
                  <a:pt x="12377" y="9496"/>
                </a:lnTo>
                <a:lnTo>
                  <a:pt x="12694" y="9053"/>
                </a:lnTo>
                <a:lnTo>
                  <a:pt x="12694" y="8343"/>
                </a:lnTo>
                <a:lnTo>
                  <a:pt x="12694" y="7988"/>
                </a:lnTo>
                <a:lnTo>
                  <a:pt x="12694" y="7277"/>
                </a:lnTo>
                <a:lnTo>
                  <a:pt x="12694" y="6922"/>
                </a:lnTo>
                <a:lnTo>
                  <a:pt x="13012" y="6212"/>
                </a:lnTo>
                <a:lnTo>
                  <a:pt x="13012" y="5591"/>
                </a:lnTo>
                <a:lnTo>
                  <a:pt x="13012" y="4970"/>
                </a:lnTo>
                <a:lnTo>
                  <a:pt x="13012" y="4526"/>
                </a:lnTo>
                <a:lnTo>
                  <a:pt x="13012" y="3905"/>
                </a:lnTo>
                <a:lnTo>
                  <a:pt x="13488" y="3461"/>
                </a:lnTo>
                <a:lnTo>
                  <a:pt x="13488" y="2840"/>
                </a:lnTo>
                <a:lnTo>
                  <a:pt x="13488" y="2396"/>
                </a:lnTo>
                <a:lnTo>
                  <a:pt x="13488" y="1775"/>
                </a:lnTo>
                <a:lnTo>
                  <a:pt x="13805" y="133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4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5265174" y="2581672"/>
            <a:ext cx="13488" cy="98607"/>
          </a:xfrm>
          <a:custGeom>
            <a:avLst/>
            <a:gdLst/>
            <a:ahLst/>
            <a:cxnLst/>
            <a:rect l="l" t="t" r="r" b="b"/>
            <a:pathLst>
              <a:path w="13488" h="98607">
                <a:moveTo>
                  <a:pt x="0" y="98607"/>
                </a:moveTo>
                <a:lnTo>
                  <a:pt x="0" y="97986"/>
                </a:lnTo>
                <a:lnTo>
                  <a:pt x="0" y="97542"/>
                </a:lnTo>
                <a:lnTo>
                  <a:pt x="476" y="96921"/>
                </a:lnTo>
                <a:lnTo>
                  <a:pt x="476" y="96299"/>
                </a:lnTo>
                <a:lnTo>
                  <a:pt x="476" y="95856"/>
                </a:lnTo>
                <a:lnTo>
                  <a:pt x="476" y="95234"/>
                </a:lnTo>
                <a:lnTo>
                  <a:pt x="476" y="94791"/>
                </a:lnTo>
                <a:lnTo>
                  <a:pt x="476" y="94080"/>
                </a:lnTo>
                <a:lnTo>
                  <a:pt x="476" y="93725"/>
                </a:lnTo>
                <a:lnTo>
                  <a:pt x="476" y="93015"/>
                </a:lnTo>
                <a:lnTo>
                  <a:pt x="476" y="92660"/>
                </a:lnTo>
                <a:lnTo>
                  <a:pt x="476" y="91773"/>
                </a:lnTo>
                <a:lnTo>
                  <a:pt x="793" y="91329"/>
                </a:lnTo>
                <a:lnTo>
                  <a:pt x="793" y="90708"/>
                </a:lnTo>
                <a:lnTo>
                  <a:pt x="793" y="90264"/>
                </a:lnTo>
                <a:lnTo>
                  <a:pt x="793" y="89643"/>
                </a:lnTo>
                <a:lnTo>
                  <a:pt x="1110" y="89199"/>
                </a:lnTo>
                <a:lnTo>
                  <a:pt x="1110" y="88578"/>
                </a:lnTo>
                <a:lnTo>
                  <a:pt x="1110" y="88134"/>
                </a:lnTo>
                <a:lnTo>
                  <a:pt x="1110" y="87513"/>
                </a:lnTo>
                <a:lnTo>
                  <a:pt x="1110" y="86803"/>
                </a:lnTo>
                <a:lnTo>
                  <a:pt x="1586" y="86447"/>
                </a:lnTo>
                <a:lnTo>
                  <a:pt x="1586" y="85737"/>
                </a:lnTo>
                <a:lnTo>
                  <a:pt x="1586" y="85294"/>
                </a:lnTo>
                <a:lnTo>
                  <a:pt x="1586" y="84672"/>
                </a:lnTo>
                <a:lnTo>
                  <a:pt x="1586" y="84229"/>
                </a:lnTo>
                <a:lnTo>
                  <a:pt x="1904" y="83607"/>
                </a:lnTo>
                <a:lnTo>
                  <a:pt x="1904" y="83164"/>
                </a:lnTo>
                <a:lnTo>
                  <a:pt x="1904" y="82542"/>
                </a:lnTo>
                <a:lnTo>
                  <a:pt x="1904" y="82098"/>
                </a:lnTo>
                <a:lnTo>
                  <a:pt x="1904" y="81477"/>
                </a:lnTo>
                <a:lnTo>
                  <a:pt x="2380" y="81033"/>
                </a:lnTo>
                <a:lnTo>
                  <a:pt x="2380" y="80412"/>
                </a:lnTo>
                <a:lnTo>
                  <a:pt x="2380" y="79791"/>
                </a:lnTo>
                <a:lnTo>
                  <a:pt x="2380" y="79347"/>
                </a:lnTo>
                <a:lnTo>
                  <a:pt x="2380" y="78726"/>
                </a:lnTo>
                <a:lnTo>
                  <a:pt x="2380" y="78282"/>
                </a:lnTo>
                <a:lnTo>
                  <a:pt x="2380" y="77572"/>
                </a:lnTo>
                <a:lnTo>
                  <a:pt x="2380" y="77217"/>
                </a:lnTo>
                <a:lnTo>
                  <a:pt x="2380" y="76507"/>
                </a:lnTo>
                <a:lnTo>
                  <a:pt x="2697" y="76152"/>
                </a:lnTo>
                <a:lnTo>
                  <a:pt x="2697" y="75442"/>
                </a:lnTo>
                <a:lnTo>
                  <a:pt x="2697" y="74998"/>
                </a:lnTo>
                <a:lnTo>
                  <a:pt x="2697" y="74377"/>
                </a:lnTo>
                <a:lnTo>
                  <a:pt x="2697" y="73933"/>
                </a:lnTo>
                <a:lnTo>
                  <a:pt x="3173" y="73578"/>
                </a:lnTo>
                <a:lnTo>
                  <a:pt x="3173" y="72868"/>
                </a:lnTo>
                <a:lnTo>
                  <a:pt x="3173" y="72424"/>
                </a:lnTo>
                <a:lnTo>
                  <a:pt x="3173" y="71803"/>
                </a:lnTo>
                <a:lnTo>
                  <a:pt x="3173" y="71359"/>
                </a:lnTo>
                <a:lnTo>
                  <a:pt x="3491" y="70738"/>
                </a:lnTo>
                <a:lnTo>
                  <a:pt x="3491" y="70294"/>
                </a:lnTo>
                <a:lnTo>
                  <a:pt x="3491" y="69673"/>
                </a:lnTo>
                <a:lnTo>
                  <a:pt x="3491" y="69229"/>
                </a:lnTo>
                <a:lnTo>
                  <a:pt x="3808" y="68608"/>
                </a:lnTo>
                <a:lnTo>
                  <a:pt x="3808" y="67986"/>
                </a:lnTo>
                <a:lnTo>
                  <a:pt x="3808" y="67720"/>
                </a:lnTo>
                <a:lnTo>
                  <a:pt x="3808" y="67099"/>
                </a:lnTo>
                <a:lnTo>
                  <a:pt x="3808" y="66655"/>
                </a:lnTo>
                <a:lnTo>
                  <a:pt x="4284" y="66034"/>
                </a:lnTo>
                <a:lnTo>
                  <a:pt x="4284" y="65590"/>
                </a:lnTo>
                <a:lnTo>
                  <a:pt x="4284" y="64969"/>
                </a:lnTo>
                <a:lnTo>
                  <a:pt x="4284" y="64525"/>
                </a:lnTo>
                <a:lnTo>
                  <a:pt x="4284" y="63904"/>
                </a:lnTo>
                <a:lnTo>
                  <a:pt x="4601" y="63282"/>
                </a:lnTo>
                <a:lnTo>
                  <a:pt x="4601" y="63016"/>
                </a:lnTo>
                <a:lnTo>
                  <a:pt x="4601" y="62395"/>
                </a:lnTo>
                <a:lnTo>
                  <a:pt x="4601" y="61951"/>
                </a:lnTo>
                <a:lnTo>
                  <a:pt x="4601" y="61330"/>
                </a:lnTo>
                <a:lnTo>
                  <a:pt x="4601" y="60886"/>
                </a:lnTo>
                <a:lnTo>
                  <a:pt x="4601" y="60265"/>
                </a:lnTo>
                <a:lnTo>
                  <a:pt x="4601" y="59821"/>
                </a:lnTo>
                <a:lnTo>
                  <a:pt x="4601" y="59377"/>
                </a:lnTo>
                <a:lnTo>
                  <a:pt x="5077" y="58756"/>
                </a:lnTo>
                <a:lnTo>
                  <a:pt x="5077" y="58312"/>
                </a:lnTo>
                <a:lnTo>
                  <a:pt x="5077" y="57691"/>
                </a:lnTo>
                <a:lnTo>
                  <a:pt x="5077" y="57247"/>
                </a:lnTo>
                <a:lnTo>
                  <a:pt x="5077" y="56626"/>
                </a:lnTo>
                <a:lnTo>
                  <a:pt x="5395" y="56182"/>
                </a:lnTo>
                <a:lnTo>
                  <a:pt x="5395" y="55738"/>
                </a:lnTo>
                <a:lnTo>
                  <a:pt x="5395" y="55117"/>
                </a:lnTo>
                <a:lnTo>
                  <a:pt x="5395" y="54673"/>
                </a:lnTo>
                <a:lnTo>
                  <a:pt x="5395" y="54052"/>
                </a:lnTo>
                <a:lnTo>
                  <a:pt x="5712" y="53785"/>
                </a:lnTo>
                <a:lnTo>
                  <a:pt x="5712" y="53164"/>
                </a:lnTo>
                <a:lnTo>
                  <a:pt x="5712" y="52720"/>
                </a:lnTo>
                <a:lnTo>
                  <a:pt x="5712" y="52099"/>
                </a:lnTo>
                <a:lnTo>
                  <a:pt x="5712" y="51478"/>
                </a:lnTo>
                <a:lnTo>
                  <a:pt x="6188" y="51211"/>
                </a:lnTo>
                <a:lnTo>
                  <a:pt x="6188" y="50590"/>
                </a:lnTo>
                <a:lnTo>
                  <a:pt x="6188" y="50146"/>
                </a:lnTo>
                <a:lnTo>
                  <a:pt x="6188" y="49525"/>
                </a:lnTo>
                <a:lnTo>
                  <a:pt x="6506" y="49081"/>
                </a:lnTo>
                <a:lnTo>
                  <a:pt x="6506" y="48638"/>
                </a:lnTo>
                <a:lnTo>
                  <a:pt x="6506" y="48016"/>
                </a:lnTo>
                <a:lnTo>
                  <a:pt x="6506" y="47573"/>
                </a:lnTo>
                <a:lnTo>
                  <a:pt x="6506" y="47129"/>
                </a:lnTo>
                <a:lnTo>
                  <a:pt x="6506" y="46774"/>
                </a:lnTo>
                <a:lnTo>
                  <a:pt x="6506" y="46064"/>
                </a:lnTo>
                <a:lnTo>
                  <a:pt x="6506" y="45620"/>
                </a:lnTo>
                <a:lnTo>
                  <a:pt x="6506" y="45265"/>
                </a:lnTo>
                <a:lnTo>
                  <a:pt x="6506" y="44555"/>
                </a:lnTo>
                <a:lnTo>
                  <a:pt x="6982" y="44200"/>
                </a:lnTo>
                <a:lnTo>
                  <a:pt x="6982" y="43490"/>
                </a:lnTo>
                <a:lnTo>
                  <a:pt x="6982" y="43312"/>
                </a:lnTo>
                <a:lnTo>
                  <a:pt x="6982" y="42691"/>
                </a:lnTo>
                <a:lnTo>
                  <a:pt x="6982" y="41981"/>
                </a:lnTo>
                <a:lnTo>
                  <a:pt x="7299" y="41803"/>
                </a:lnTo>
                <a:lnTo>
                  <a:pt x="7299" y="41182"/>
                </a:lnTo>
                <a:lnTo>
                  <a:pt x="7299" y="40738"/>
                </a:lnTo>
                <a:lnTo>
                  <a:pt x="7299" y="40295"/>
                </a:lnTo>
                <a:lnTo>
                  <a:pt x="7775" y="39673"/>
                </a:lnTo>
                <a:lnTo>
                  <a:pt x="7775" y="39229"/>
                </a:lnTo>
                <a:lnTo>
                  <a:pt x="7775" y="38608"/>
                </a:lnTo>
                <a:lnTo>
                  <a:pt x="7775" y="38342"/>
                </a:lnTo>
                <a:lnTo>
                  <a:pt x="7775" y="37721"/>
                </a:lnTo>
                <a:lnTo>
                  <a:pt x="8093" y="37277"/>
                </a:lnTo>
                <a:lnTo>
                  <a:pt x="8093" y="36833"/>
                </a:lnTo>
                <a:lnTo>
                  <a:pt x="8093" y="36212"/>
                </a:lnTo>
                <a:lnTo>
                  <a:pt x="8093" y="35768"/>
                </a:lnTo>
                <a:lnTo>
                  <a:pt x="8093" y="35413"/>
                </a:lnTo>
                <a:lnTo>
                  <a:pt x="8410" y="34969"/>
                </a:lnTo>
                <a:lnTo>
                  <a:pt x="8410" y="34259"/>
                </a:lnTo>
                <a:lnTo>
                  <a:pt x="8410" y="33904"/>
                </a:lnTo>
                <a:lnTo>
                  <a:pt x="8410" y="33460"/>
                </a:lnTo>
                <a:lnTo>
                  <a:pt x="8410" y="33017"/>
                </a:lnTo>
                <a:lnTo>
                  <a:pt x="8410" y="32573"/>
                </a:lnTo>
                <a:lnTo>
                  <a:pt x="8410" y="31952"/>
                </a:lnTo>
                <a:lnTo>
                  <a:pt x="8410" y="31508"/>
                </a:lnTo>
                <a:lnTo>
                  <a:pt x="8410" y="31064"/>
                </a:lnTo>
                <a:lnTo>
                  <a:pt x="8886" y="30443"/>
                </a:lnTo>
                <a:lnTo>
                  <a:pt x="8886" y="30265"/>
                </a:lnTo>
                <a:lnTo>
                  <a:pt x="8886" y="29555"/>
                </a:lnTo>
                <a:lnTo>
                  <a:pt x="8886" y="29111"/>
                </a:lnTo>
                <a:lnTo>
                  <a:pt x="8886" y="28756"/>
                </a:lnTo>
                <a:lnTo>
                  <a:pt x="9203" y="28046"/>
                </a:lnTo>
                <a:lnTo>
                  <a:pt x="9203" y="27869"/>
                </a:lnTo>
                <a:lnTo>
                  <a:pt x="9203" y="27247"/>
                </a:lnTo>
                <a:lnTo>
                  <a:pt x="9203" y="26804"/>
                </a:lnTo>
                <a:lnTo>
                  <a:pt x="9203" y="26360"/>
                </a:lnTo>
                <a:lnTo>
                  <a:pt x="9679" y="25916"/>
                </a:lnTo>
                <a:lnTo>
                  <a:pt x="9679" y="25472"/>
                </a:lnTo>
                <a:lnTo>
                  <a:pt x="9679" y="24851"/>
                </a:lnTo>
                <a:lnTo>
                  <a:pt x="9679" y="24407"/>
                </a:lnTo>
                <a:lnTo>
                  <a:pt x="9679" y="23964"/>
                </a:lnTo>
                <a:lnTo>
                  <a:pt x="9997" y="23608"/>
                </a:lnTo>
                <a:lnTo>
                  <a:pt x="9997" y="23165"/>
                </a:lnTo>
                <a:lnTo>
                  <a:pt x="9997" y="22721"/>
                </a:lnTo>
                <a:lnTo>
                  <a:pt x="9997" y="22100"/>
                </a:lnTo>
                <a:lnTo>
                  <a:pt x="10314" y="21833"/>
                </a:lnTo>
                <a:lnTo>
                  <a:pt x="10314" y="21212"/>
                </a:lnTo>
                <a:lnTo>
                  <a:pt x="10314" y="20768"/>
                </a:lnTo>
                <a:lnTo>
                  <a:pt x="10314" y="20325"/>
                </a:lnTo>
                <a:lnTo>
                  <a:pt x="10314" y="19703"/>
                </a:lnTo>
                <a:lnTo>
                  <a:pt x="10790" y="19526"/>
                </a:lnTo>
                <a:lnTo>
                  <a:pt x="10790" y="18816"/>
                </a:lnTo>
                <a:lnTo>
                  <a:pt x="10790" y="18461"/>
                </a:lnTo>
                <a:lnTo>
                  <a:pt x="10790" y="18017"/>
                </a:lnTo>
                <a:lnTo>
                  <a:pt x="10790" y="17573"/>
                </a:lnTo>
                <a:lnTo>
                  <a:pt x="10790" y="17129"/>
                </a:lnTo>
                <a:lnTo>
                  <a:pt x="10790" y="16686"/>
                </a:lnTo>
                <a:lnTo>
                  <a:pt x="10790" y="16064"/>
                </a:lnTo>
                <a:lnTo>
                  <a:pt x="10790" y="15887"/>
                </a:lnTo>
                <a:lnTo>
                  <a:pt x="10790" y="15177"/>
                </a:lnTo>
                <a:lnTo>
                  <a:pt x="11108" y="14822"/>
                </a:lnTo>
                <a:lnTo>
                  <a:pt x="11108" y="14378"/>
                </a:lnTo>
                <a:lnTo>
                  <a:pt x="11108" y="13934"/>
                </a:lnTo>
                <a:lnTo>
                  <a:pt x="11108" y="13757"/>
                </a:lnTo>
                <a:lnTo>
                  <a:pt x="11584" y="13047"/>
                </a:lnTo>
                <a:lnTo>
                  <a:pt x="11584" y="12603"/>
                </a:lnTo>
                <a:lnTo>
                  <a:pt x="11584" y="12248"/>
                </a:lnTo>
                <a:lnTo>
                  <a:pt x="11584" y="11804"/>
                </a:lnTo>
                <a:lnTo>
                  <a:pt x="11584" y="11360"/>
                </a:lnTo>
                <a:lnTo>
                  <a:pt x="11901" y="10916"/>
                </a:lnTo>
                <a:lnTo>
                  <a:pt x="11901" y="10295"/>
                </a:lnTo>
                <a:lnTo>
                  <a:pt x="11901" y="10029"/>
                </a:lnTo>
                <a:lnTo>
                  <a:pt x="11901" y="9674"/>
                </a:lnTo>
                <a:lnTo>
                  <a:pt x="11901" y="8964"/>
                </a:lnTo>
                <a:lnTo>
                  <a:pt x="12218" y="8786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277"/>
                </a:lnTo>
                <a:lnTo>
                  <a:pt x="12218" y="6834"/>
                </a:lnTo>
                <a:lnTo>
                  <a:pt x="12694" y="6656"/>
                </a:lnTo>
                <a:lnTo>
                  <a:pt x="12694" y="6035"/>
                </a:lnTo>
                <a:lnTo>
                  <a:pt x="12694" y="5591"/>
                </a:lnTo>
                <a:lnTo>
                  <a:pt x="12694" y="5325"/>
                </a:lnTo>
                <a:lnTo>
                  <a:pt x="12694" y="4704"/>
                </a:lnTo>
                <a:lnTo>
                  <a:pt x="12694" y="4260"/>
                </a:lnTo>
                <a:lnTo>
                  <a:pt x="12694" y="3816"/>
                </a:lnTo>
                <a:lnTo>
                  <a:pt x="12694" y="3461"/>
                </a:lnTo>
                <a:lnTo>
                  <a:pt x="12694" y="3017"/>
                </a:lnTo>
                <a:lnTo>
                  <a:pt x="13012" y="2573"/>
                </a:lnTo>
                <a:lnTo>
                  <a:pt x="13012" y="2130"/>
                </a:lnTo>
                <a:lnTo>
                  <a:pt x="13012" y="1952"/>
                </a:lnTo>
                <a:lnTo>
                  <a:pt x="13012" y="1242"/>
                </a:lnTo>
                <a:lnTo>
                  <a:pt x="13012" y="887"/>
                </a:lnTo>
                <a:lnTo>
                  <a:pt x="13488" y="621"/>
                </a:lnTo>
                <a:lnTo>
                  <a:pt x="13488" y="0"/>
                </a:lnTo>
              </a:path>
            </a:pathLst>
          </a:custGeom>
          <a:ln w="1938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5278663" y="2513863"/>
            <a:ext cx="13805" cy="67809"/>
          </a:xfrm>
          <a:custGeom>
            <a:avLst/>
            <a:gdLst/>
            <a:ahLst/>
            <a:cxnLst/>
            <a:rect l="l" t="t" r="r" b="b"/>
            <a:pathLst>
              <a:path w="13805" h="67809">
                <a:moveTo>
                  <a:pt x="0" y="67809"/>
                </a:moveTo>
                <a:lnTo>
                  <a:pt x="0" y="67365"/>
                </a:lnTo>
                <a:lnTo>
                  <a:pt x="0" y="67188"/>
                </a:lnTo>
                <a:lnTo>
                  <a:pt x="0" y="66477"/>
                </a:lnTo>
                <a:lnTo>
                  <a:pt x="317" y="66122"/>
                </a:lnTo>
                <a:lnTo>
                  <a:pt x="317" y="65856"/>
                </a:lnTo>
                <a:lnTo>
                  <a:pt x="317" y="65235"/>
                </a:lnTo>
                <a:lnTo>
                  <a:pt x="317" y="64969"/>
                </a:lnTo>
                <a:lnTo>
                  <a:pt x="793" y="64614"/>
                </a:lnTo>
                <a:lnTo>
                  <a:pt x="793" y="63904"/>
                </a:lnTo>
                <a:lnTo>
                  <a:pt x="793" y="63726"/>
                </a:lnTo>
                <a:lnTo>
                  <a:pt x="793" y="63282"/>
                </a:lnTo>
                <a:lnTo>
                  <a:pt x="793" y="62838"/>
                </a:lnTo>
                <a:lnTo>
                  <a:pt x="1110" y="62483"/>
                </a:lnTo>
                <a:lnTo>
                  <a:pt x="1110" y="62040"/>
                </a:lnTo>
                <a:lnTo>
                  <a:pt x="1110" y="61596"/>
                </a:lnTo>
                <a:lnTo>
                  <a:pt x="1110" y="61330"/>
                </a:lnTo>
                <a:lnTo>
                  <a:pt x="1110" y="60708"/>
                </a:lnTo>
                <a:lnTo>
                  <a:pt x="1428" y="60265"/>
                </a:lnTo>
                <a:lnTo>
                  <a:pt x="1428" y="60087"/>
                </a:lnTo>
                <a:lnTo>
                  <a:pt x="1428" y="59643"/>
                </a:lnTo>
                <a:lnTo>
                  <a:pt x="1428" y="59022"/>
                </a:lnTo>
                <a:lnTo>
                  <a:pt x="1428" y="58756"/>
                </a:lnTo>
                <a:lnTo>
                  <a:pt x="1428" y="58401"/>
                </a:lnTo>
                <a:lnTo>
                  <a:pt x="1428" y="57957"/>
                </a:lnTo>
                <a:lnTo>
                  <a:pt x="1428" y="57513"/>
                </a:lnTo>
                <a:lnTo>
                  <a:pt x="1428" y="57069"/>
                </a:lnTo>
                <a:lnTo>
                  <a:pt x="1904" y="56626"/>
                </a:lnTo>
                <a:lnTo>
                  <a:pt x="1904" y="56448"/>
                </a:lnTo>
                <a:lnTo>
                  <a:pt x="1904" y="56004"/>
                </a:lnTo>
                <a:lnTo>
                  <a:pt x="1904" y="55561"/>
                </a:lnTo>
                <a:lnTo>
                  <a:pt x="1904" y="55117"/>
                </a:lnTo>
                <a:lnTo>
                  <a:pt x="2221" y="54762"/>
                </a:lnTo>
                <a:lnTo>
                  <a:pt x="2221" y="54318"/>
                </a:lnTo>
                <a:lnTo>
                  <a:pt x="2221" y="54052"/>
                </a:lnTo>
                <a:lnTo>
                  <a:pt x="2221" y="53430"/>
                </a:lnTo>
                <a:lnTo>
                  <a:pt x="2221" y="53253"/>
                </a:lnTo>
                <a:lnTo>
                  <a:pt x="2697" y="52809"/>
                </a:lnTo>
                <a:lnTo>
                  <a:pt x="2697" y="52365"/>
                </a:lnTo>
                <a:lnTo>
                  <a:pt x="2697" y="51922"/>
                </a:lnTo>
                <a:lnTo>
                  <a:pt x="2697" y="51744"/>
                </a:lnTo>
                <a:lnTo>
                  <a:pt x="2697" y="51034"/>
                </a:lnTo>
                <a:lnTo>
                  <a:pt x="3015" y="50856"/>
                </a:lnTo>
                <a:lnTo>
                  <a:pt x="3015" y="50413"/>
                </a:lnTo>
                <a:lnTo>
                  <a:pt x="3015" y="49969"/>
                </a:lnTo>
                <a:lnTo>
                  <a:pt x="3015" y="49614"/>
                </a:lnTo>
                <a:lnTo>
                  <a:pt x="3332" y="49348"/>
                </a:lnTo>
                <a:lnTo>
                  <a:pt x="3332" y="48904"/>
                </a:lnTo>
                <a:lnTo>
                  <a:pt x="3332" y="48460"/>
                </a:lnTo>
                <a:lnTo>
                  <a:pt x="3332" y="48105"/>
                </a:lnTo>
                <a:lnTo>
                  <a:pt x="3332" y="47661"/>
                </a:lnTo>
                <a:lnTo>
                  <a:pt x="3332" y="47217"/>
                </a:lnTo>
                <a:lnTo>
                  <a:pt x="3332" y="47040"/>
                </a:lnTo>
                <a:lnTo>
                  <a:pt x="3332" y="46596"/>
                </a:lnTo>
                <a:lnTo>
                  <a:pt x="3332" y="46152"/>
                </a:lnTo>
                <a:lnTo>
                  <a:pt x="3332" y="45886"/>
                </a:lnTo>
                <a:lnTo>
                  <a:pt x="3808" y="45531"/>
                </a:lnTo>
                <a:lnTo>
                  <a:pt x="3808" y="45087"/>
                </a:lnTo>
                <a:lnTo>
                  <a:pt x="3808" y="44644"/>
                </a:lnTo>
                <a:lnTo>
                  <a:pt x="3808" y="44200"/>
                </a:lnTo>
                <a:lnTo>
                  <a:pt x="3808" y="43756"/>
                </a:lnTo>
                <a:lnTo>
                  <a:pt x="4125" y="43579"/>
                </a:lnTo>
                <a:lnTo>
                  <a:pt x="4125" y="43135"/>
                </a:lnTo>
                <a:lnTo>
                  <a:pt x="4125" y="42691"/>
                </a:lnTo>
                <a:lnTo>
                  <a:pt x="4125" y="42513"/>
                </a:lnTo>
                <a:lnTo>
                  <a:pt x="4601" y="42070"/>
                </a:lnTo>
                <a:lnTo>
                  <a:pt x="4601" y="41626"/>
                </a:lnTo>
                <a:lnTo>
                  <a:pt x="4601" y="41448"/>
                </a:lnTo>
                <a:lnTo>
                  <a:pt x="4601" y="41005"/>
                </a:lnTo>
                <a:lnTo>
                  <a:pt x="4601" y="40561"/>
                </a:lnTo>
                <a:lnTo>
                  <a:pt x="4919" y="40117"/>
                </a:lnTo>
                <a:lnTo>
                  <a:pt x="4919" y="39940"/>
                </a:lnTo>
                <a:lnTo>
                  <a:pt x="4919" y="39496"/>
                </a:lnTo>
                <a:lnTo>
                  <a:pt x="4919" y="39052"/>
                </a:lnTo>
                <a:lnTo>
                  <a:pt x="4919" y="38874"/>
                </a:lnTo>
                <a:lnTo>
                  <a:pt x="5395" y="38431"/>
                </a:lnTo>
                <a:lnTo>
                  <a:pt x="5395" y="37987"/>
                </a:lnTo>
                <a:lnTo>
                  <a:pt x="5395" y="37809"/>
                </a:lnTo>
                <a:lnTo>
                  <a:pt x="5395" y="37366"/>
                </a:lnTo>
                <a:lnTo>
                  <a:pt x="5395" y="36922"/>
                </a:lnTo>
                <a:lnTo>
                  <a:pt x="5712" y="36744"/>
                </a:lnTo>
                <a:lnTo>
                  <a:pt x="5712" y="36301"/>
                </a:lnTo>
                <a:lnTo>
                  <a:pt x="5712" y="35857"/>
                </a:lnTo>
                <a:lnTo>
                  <a:pt x="5712" y="35413"/>
                </a:lnTo>
                <a:lnTo>
                  <a:pt x="5712" y="35235"/>
                </a:lnTo>
                <a:lnTo>
                  <a:pt x="5712" y="34792"/>
                </a:lnTo>
                <a:lnTo>
                  <a:pt x="5712" y="34348"/>
                </a:lnTo>
                <a:lnTo>
                  <a:pt x="5712" y="34170"/>
                </a:lnTo>
                <a:lnTo>
                  <a:pt x="5712" y="33727"/>
                </a:lnTo>
                <a:lnTo>
                  <a:pt x="6030" y="33283"/>
                </a:lnTo>
                <a:lnTo>
                  <a:pt x="6030" y="33105"/>
                </a:lnTo>
                <a:lnTo>
                  <a:pt x="6030" y="32839"/>
                </a:lnTo>
                <a:lnTo>
                  <a:pt x="6030" y="32395"/>
                </a:lnTo>
                <a:lnTo>
                  <a:pt x="6030" y="31952"/>
                </a:lnTo>
                <a:lnTo>
                  <a:pt x="6506" y="31774"/>
                </a:lnTo>
                <a:lnTo>
                  <a:pt x="6506" y="31330"/>
                </a:lnTo>
                <a:lnTo>
                  <a:pt x="6506" y="30886"/>
                </a:lnTo>
                <a:lnTo>
                  <a:pt x="6506" y="30709"/>
                </a:lnTo>
                <a:lnTo>
                  <a:pt x="6506" y="30265"/>
                </a:lnTo>
                <a:lnTo>
                  <a:pt x="6823" y="29821"/>
                </a:lnTo>
                <a:lnTo>
                  <a:pt x="6823" y="29644"/>
                </a:lnTo>
                <a:lnTo>
                  <a:pt x="6823" y="29378"/>
                </a:lnTo>
                <a:lnTo>
                  <a:pt x="6823" y="29023"/>
                </a:lnTo>
                <a:lnTo>
                  <a:pt x="7299" y="28579"/>
                </a:lnTo>
                <a:lnTo>
                  <a:pt x="7299" y="28313"/>
                </a:lnTo>
                <a:lnTo>
                  <a:pt x="7299" y="27958"/>
                </a:lnTo>
                <a:lnTo>
                  <a:pt x="7299" y="27514"/>
                </a:lnTo>
                <a:lnTo>
                  <a:pt x="7299" y="27247"/>
                </a:lnTo>
                <a:lnTo>
                  <a:pt x="7616" y="27070"/>
                </a:lnTo>
                <a:lnTo>
                  <a:pt x="7616" y="26626"/>
                </a:lnTo>
                <a:lnTo>
                  <a:pt x="7616" y="26182"/>
                </a:lnTo>
                <a:lnTo>
                  <a:pt x="7616" y="26005"/>
                </a:lnTo>
                <a:lnTo>
                  <a:pt x="7616" y="25561"/>
                </a:lnTo>
                <a:lnTo>
                  <a:pt x="7616" y="25117"/>
                </a:lnTo>
                <a:lnTo>
                  <a:pt x="7616" y="24940"/>
                </a:lnTo>
                <a:lnTo>
                  <a:pt x="7616" y="24674"/>
                </a:lnTo>
                <a:lnTo>
                  <a:pt x="7616" y="24230"/>
                </a:lnTo>
                <a:lnTo>
                  <a:pt x="7616" y="23875"/>
                </a:lnTo>
                <a:lnTo>
                  <a:pt x="7934" y="23608"/>
                </a:lnTo>
                <a:lnTo>
                  <a:pt x="7934" y="23431"/>
                </a:lnTo>
                <a:lnTo>
                  <a:pt x="7934" y="22987"/>
                </a:lnTo>
                <a:lnTo>
                  <a:pt x="7934" y="22543"/>
                </a:lnTo>
                <a:lnTo>
                  <a:pt x="8410" y="22366"/>
                </a:lnTo>
                <a:lnTo>
                  <a:pt x="8410" y="21922"/>
                </a:lnTo>
                <a:lnTo>
                  <a:pt x="8410" y="21656"/>
                </a:lnTo>
                <a:lnTo>
                  <a:pt x="8410" y="21301"/>
                </a:lnTo>
                <a:lnTo>
                  <a:pt x="8410" y="21035"/>
                </a:lnTo>
                <a:lnTo>
                  <a:pt x="8727" y="20591"/>
                </a:lnTo>
                <a:lnTo>
                  <a:pt x="8727" y="20413"/>
                </a:lnTo>
                <a:lnTo>
                  <a:pt x="8727" y="20236"/>
                </a:lnTo>
                <a:lnTo>
                  <a:pt x="8727" y="19792"/>
                </a:lnTo>
                <a:lnTo>
                  <a:pt x="8727" y="19348"/>
                </a:lnTo>
                <a:lnTo>
                  <a:pt x="9203" y="19082"/>
                </a:lnTo>
                <a:lnTo>
                  <a:pt x="9203" y="18904"/>
                </a:lnTo>
                <a:lnTo>
                  <a:pt x="9203" y="18461"/>
                </a:lnTo>
                <a:lnTo>
                  <a:pt x="9203" y="18283"/>
                </a:lnTo>
                <a:lnTo>
                  <a:pt x="9203" y="17839"/>
                </a:lnTo>
                <a:lnTo>
                  <a:pt x="9521" y="17662"/>
                </a:lnTo>
                <a:lnTo>
                  <a:pt x="9521" y="17218"/>
                </a:lnTo>
                <a:lnTo>
                  <a:pt x="9521" y="16952"/>
                </a:lnTo>
                <a:lnTo>
                  <a:pt x="9521" y="16597"/>
                </a:lnTo>
                <a:lnTo>
                  <a:pt x="9997" y="16331"/>
                </a:lnTo>
                <a:lnTo>
                  <a:pt x="9997" y="16153"/>
                </a:lnTo>
                <a:lnTo>
                  <a:pt x="9997" y="15709"/>
                </a:lnTo>
                <a:lnTo>
                  <a:pt x="9997" y="15443"/>
                </a:lnTo>
                <a:lnTo>
                  <a:pt x="9997" y="15265"/>
                </a:lnTo>
                <a:lnTo>
                  <a:pt x="9997" y="14822"/>
                </a:lnTo>
                <a:lnTo>
                  <a:pt x="9997" y="14378"/>
                </a:lnTo>
                <a:lnTo>
                  <a:pt x="9997" y="14200"/>
                </a:lnTo>
                <a:lnTo>
                  <a:pt x="9997" y="14023"/>
                </a:lnTo>
                <a:lnTo>
                  <a:pt x="9997" y="13579"/>
                </a:lnTo>
                <a:lnTo>
                  <a:pt x="10314" y="13313"/>
                </a:lnTo>
                <a:lnTo>
                  <a:pt x="10314" y="13135"/>
                </a:lnTo>
                <a:lnTo>
                  <a:pt x="10314" y="12692"/>
                </a:lnTo>
                <a:lnTo>
                  <a:pt x="10314" y="12514"/>
                </a:lnTo>
                <a:lnTo>
                  <a:pt x="10314" y="12070"/>
                </a:lnTo>
                <a:lnTo>
                  <a:pt x="10631" y="11804"/>
                </a:lnTo>
                <a:lnTo>
                  <a:pt x="10631" y="11626"/>
                </a:lnTo>
                <a:lnTo>
                  <a:pt x="10631" y="11183"/>
                </a:lnTo>
                <a:lnTo>
                  <a:pt x="10631" y="11005"/>
                </a:lnTo>
                <a:lnTo>
                  <a:pt x="10631" y="10561"/>
                </a:lnTo>
                <a:lnTo>
                  <a:pt x="11108" y="10561"/>
                </a:lnTo>
                <a:lnTo>
                  <a:pt x="11108" y="10118"/>
                </a:lnTo>
                <a:lnTo>
                  <a:pt x="11108" y="9674"/>
                </a:lnTo>
                <a:lnTo>
                  <a:pt x="11108" y="9496"/>
                </a:lnTo>
                <a:lnTo>
                  <a:pt x="11425" y="9230"/>
                </a:lnTo>
                <a:lnTo>
                  <a:pt x="11425" y="9053"/>
                </a:lnTo>
                <a:lnTo>
                  <a:pt x="11425" y="8609"/>
                </a:lnTo>
                <a:lnTo>
                  <a:pt x="11425" y="8431"/>
                </a:lnTo>
                <a:lnTo>
                  <a:pt x="11425" y="8165"/>
                </a:lnTo>
                <a:lnTo>
                  <a:pt x="11901" y="7988"/>
                </a:lnTo>
                <a:lnTo>
                  <a:pt x="11901" y="7544"/>
                </a:lnTo>
                <a:lnTo>
                  <a:pt x="11901" y="7100"/>
                </a:lnTo>
                <a:lnTo>
                  <a:pt x="11901" y="6656"/>
                </a:lnTo>
                <a:lnTo>
                  <a:pt x="11901" y="6479"/>
                </a:lnTo>
                <a:lnTo>
                  <a:pt x="11901" y="6035"/>
                </a:lnTo>
                <a:lnTo>
                  <a:pt x="11901" y="5857"/>
                </a:lnTo>
                <a:lnTo>
                  <a:pt x="11901" y="5591"/>
                </a:lnTo>
                <a:lnTo>
                  <a:pt x="11901" y="5414"/>
                </a:lnTo>
                <a:lnTo>
                  <a:pt x="12218" y="4970"/>
                </a:lnTo>
                <a:lnTo>
                  <a:pt x="12218" y="4792"/>
                </a:lnTo>
                <a:lnTo>
                  <a:pt x="12218" y="4526"/>
                </a:lnTo>
                <a:lnTo>
                  <a:pt x="12218" y="4349"/>
                </a:lnTo>
                <a:lnTo>
                  <a:pt x="12536" y="3905"/>
                </a:lnTo>
                <a:lnTo>
                  <a:pt x="12536" y="3727"/>
                </a:lnTo>
                <a:lnTo>
                  <a:pt x="12536" y="3461"/>
                </a:lnTo>
                <a:lnTo>
                  <a:pt x="12536" y="3283"/>
                </a:lnTo>
                <a:lnTo>
                  <a:pt x="12536" y="2840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2218"/>
                </a:lnTo>
                <a:lnTo>
                  <a:pt x="13012" y="1952"/>
                </a:lnTo>
                <a:lnTo>
                  <a:pt x="13012" y="1508"/>
                </a:lnTo>
                <a:lnTo>
                  <a:pt x="13329" y="1331"/>
                </a:lnTo>
                <a:lnTo>
                  <a:pt x="13329" y="1153"/>
                </a:lnTo>
                <a:lnTo>
                  <a:pt x="13329" y="887"/>
                </a:lnTo>
                <a:lnTo>
                  <a:pt x="13329" y="710"/>
                </a:lnTo>
                <a:lnTo>
                  <a:pt x="13329" y="266"/>
                </a:lnTo>
                <a:lnTo>
                  <a:pt x="13805" y="0"/>
                </a:lnTo>
              </a:path>
            </a:pathLst>
          </a:custGeom>
          <a:ln w="1919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5292469" y="2481112"/>
            <a:ext cx="13329" cy="32750"/>
          </a:xfrm>
          <a:custGeom>
            <a:avLst/>
            <a:gdLst/>
            <a:ahLst/>
            <a:cxnLst/>
            <a:rect l="l" t="t" r="r" b="b"/>
            <a:pathLst>
              <a:path w="13329" h="32750">
                <a:moveTo>
                  <a:pt x="0" y="32750"/>
                </a:moveTo>
                <a:lnTo>
                  <a:pt x="0" y="32573"/>
                </a:lnTo>
                <a:lnTo>
                  <a:pt x="0" y="32395"/>
                </a:lnTo>
                <a:lnTo>
                  <a:pt x="0" y="32129"/>
                </a:lnTo>
                <a:lnTo>
                  <a:pt x="317" y="31685"/>
                </a:lnTo>
                <a:lnTo>
                  <a:pt x="317" y="31508"/>
                </a:lnTo>
                <a:lnTo>
                  <a:pt x="317" y="31330"/>
                </a:lnTo>
                <a:lnTo>
                  <a:pt x="317" y="31064"/>
                </a:lnTo>
                <a:lnTo>
                  <a:pt x="317" y="30886"/>
                </a:lnTo>
                <a:lnTo>
                  <a:pt x="317" y="30443"/>
                </a:lnTo>
                <a:lnTo>
                  <a:pt x="317" y="30176"/>
                </a:lnTo>
                <a:lnTo>
                  <a:pt x="317" y="29821"/>
                </a:lnTo>
                <a:lnTo>
                  <a:pt x="317" y="29555"/>
                </a:lnTo>
                <a:lnTo>
                  <a:pt x="793" y="29378"/>
                </a:lnTo>
                <a:lnTo>
                  <a:pt x="793" y="29111"/>
                </a:lnTo>
                <a:lnTo>
                  <a:pt x="793" y="28934"/>
                </a:lnTo>
                <a:lnTo>
                  <a:pt x="793" y="28756"/>
                </a:lnTo>
                <a:lnTo>
                  <a:pt x="793" y="28313"/>
                </a:lnTo>
                <a:lnTo>
                  <a:pt x="1110" y="28046"/>
                </a:lnTo>
                <a:lnTo>
                  <a:pt x="1110" y="27602"/>
                </a:lnTo>
                <a:lnTo>
                  <a:pt x="1110" y="27425"/>
                </a:lnTo>
                <a:lnTo>
                  <a:pt x="1428" y="27247"/>
                </a:lnTo>
                <a:lnTo>
                  <a:pt x="1428" y="26804"/>
                </a:lnTo>
                <a:lnTo>
                  <a:pt x="1428" y="26537"/>
                </a:lnTo>
                <a:lnTo>
                  <a:pt x="1428" y="26360"/>
                </a:lnTo>
                <a:lnTo>
                  <a:pt x="1904" y="25916"/>
                </a:lnTo>
                <a:lnTo>
                  <a:pt x="1904" y="25739"/>
                </a:lnTo>
                <a:lnTo>
                  <a:pt x="1904" y="25472"/>
                </a:lnTo>
                <a:lnTo>
                  <a:pt x="1904" y="25117"/>
                </a:lnTo>
                <a:lnTo>
                  <a:pt x="2221" y="24851"/>
                </a:lnTo>
                <a:lnTo>
                  <a:pt x="2221" y="24674"/>
                </a:lnTo>
                <a:lnTo>
                  <a:pt x="2221" y="24407"/>
                </a:lnTo>
                <a:lnTo>
                  <a:pt x="2221" y="24230"/>
                </a:lnTo>
                <a:lnTo>
                  <a:pt x="2221" y="23964"/>
                </a:lnTo>
                <a:lnTo>
                  <a:pt x="2221" y="23786"/>
                </a:lnTo>
                <a:lnTo>
                  <a:pt x="2221" y="23608"/>
                </a:lnTo>
                <a:lnTo>
                  <a:pt x="2221" y="23342"/>
                </a:lnTo>
                <a:lnTo>
                  <a:pt x="2221" y="23165"/>
                </a:lnTo>
                <a:lnTo>
                  <a:pt x="2697" y="22898"/>
                </a:lnTo>
                <a:lnTo>
                  <a:pt x="2697" y="22721"/>
                </a:lnTo>
                <a:lnTo>
                  <a:pt x="2697" y="22543"/>
                </a:lnTo>
                <a:lnTo>
                  <a:pt x="2697" y="22277"/>
                </a:lnTo>
                <a:lnTo>
                  <a:pt x="2697" y="22100"/>
                </a:lnTo>
                <a:lnTo>
                  <a:pt x="3015" y="21833"/>
                </a:lnTo>
                <a:lnTo>
                  <a:pt x="3015" y="21656"/>
                </a:lnTo>
                <a:lnTo>
                  <a:pt x="3015" y="21390"/>
                </a:lnTo>
                <a:lnTo>
                  <a:pt x="3015" y="21212"/>
                </a:lnTo>
                <a:lnTo>
                  <a:pt x="3015" y="21035"/>
                </a:lnTo>
                <a:lnTo>
                  <a:pt x="3332" y="20768"/>
                </a:lnTo>
                <a:lnTo>
                  <a:pt x="3332" y="20591"/>
                </a:lnTo>
                <a:lnTo>
                  <a:pt x="3332" y="20325"/>
                </a:lnTo>
                <a:lnTo>
                  <a:pt x="3332" y="20147"/>
                </a:lnTo>
                <a:lnTo>
                  <a:pt x="3332" y="19970"/>
                </a:lnTo>
                <a:lnTo>
                  <a:pt x="3808" y="19703"/>
                </a:lnTo>
                <a:lnTo>
                  <a:pt x="3808" y="19259"/>
                </a:lnTo>
                <a:lnTo>
                  <a:pt x="3808" y="19082"/>
                </a:lnTo>
                <a:lnTo>
                  <a:pt x="4125" y="18816"/>
                </a:lnTo>
                <a:lnTo>
                  <a:pt x="4125" y="18638"/>
                </a:lnTo>
                <a:lnTo>
                  <a:pt x="4125" y="18461"/>
                </a:lnTo>
                <a:lnTo>
                  <a:pt x="4125" y="18194"/>
                </a:lnTo>
                <a:lnTo>
                  <a:pt x="4125" y="18017"/>
                </a:lnTo>
                <a:lnTo>
                  <a:pt x="4125" y="17751"/>
                </a:lnTo>
                <a:lnTo>
                  <a:pt x="4125" y="17573"/>
                </a:lnTo>
                <a:lnTo>
                  <a:pt x="4125" y="17396"/>
                </a:lnTo>
                <a:lnTo>
                  <a:pt x="4601" y="17129"/>
                </a:lnTo>
                <a:lnTo>
                  <a:pt x="4601" y="16686"/>
                </a:lnTo>
                <a:lnTo>
                  <a:pt x="4601" y="16508"/>
                </a:lnTo>
                <a:lnTo>
                  <a:pt x="4601" y="16242"/>
                </a:lnTo>
                <a:lnTo>
                  <a:pt x="4919" y="16064"/>
                </a:lnTo>
                <a:lnTo>
                  <a:pt x="4919" y="15887"/>
                </a:lnTo>
                <a:lnTo>
                  <a:pt x="4919" y="15620"/>
                </a:lnTo>
                <a:lnTo>
                  <a:pt x="4919" y="15443"/>
                </a:lnTo>
                <a:lnTo>
                  <a:pt x="5236" y="15177"/>
                </a:lnTo>
                <a:lnTo>
                  <a:pt x="5236" y="14999"/>
                </a:lnTo>
                <a:lnTo>
                  <a:pt x="5236" y="14822"/>
                </a:lnTo>
                <a:lnTo>
                  <a:pt x="5236" y="14555"/>
                </a:lnTo>
                <a:lnTo>
                  <a:pt x="5712" y="14378"/>
                </a:lnTo>
                <a:lnTo>
                  <a:pt x="5712" y="14112"/>
                </a:lnTo>
                <a:lnTo>
                  <a:pt x="5712" y="13934"/>
                </a:lnTo>
                <a:lnTo>
                  <a:pt x="5712" y="13668"/>
                </a:lnTo>
                <a:lnTo>
                  <a:pt x="6030" y="13490"/>
                </a:lnTo>
                <a:lnTo>
                  <a:pt x="6030" y="13313"/>
                </a:lnTo>
                <a:lnTo>
                  <a:pt x="6030" y="13047"/>
                </a:lnTo>
                <a:lnTo>
                  <a:pt x="6030" y="12869"/>
                </a:lnTo>
                <a:lnTo>
                  <a:pt x="6506" y="12603"/>
                </a:lnTo>
                <a:lnTo>
                  <a:pt x="6506" y="12425"/>
                </a:lnTo>
                <a:lnTo>
                  <a:pt x="6506" y="12248"/>
                </a:lnTo>
                <a:lnTo>
                  <a:pt x="6506" y="11982"/>
                </a:lnTo>
                <a:lnTo>
                  <a:pt x="6506" y="11804"/>
                </a:lnTo>
                <a:lnTo>
                  <a:pt x="6506" y="11538"/>
                </a:lnTo>
                <a:lnTo>
                  <a:pt x="6506" y="11360"/>
                </a:lnTo>
                <a:lnTo>
                  <a:pt x="6823" y="11360"/>
                </a:lnTo>
                <a:lnTo>
                  <a:pt x="6823" y="11094"/>
                </a:lnTo>
                <a:lnTo>
                  <a:pt x="6823" y="10916"/>
                </a:lnTo>
                <a:lnTo>
                  <a:pt x="6823" y="10739"/>
                </a:lnTo>
                <a:lnTo>
                  <a:pt x="6823" y="10473"/>
                </a:lnTo>
                <a:lnTo>
                  <a:pt x="7299" y="10295"/>
                </a:lnTo>
                <a:lnTo>
                  <a:pt x="7299" y="10029"/>
                </a:lnTo>
                <a:lnTo>
                  <a:pt x="7299" y="9851"/>
                </a:lnTo>
                <a:lnTo>
                  <a:pt x="7616" y="9674"/>
                </a:lnTo>
                <a:lnTo>
                  <a:pt x="7616" y="9408"/>
                </a:lnTo>
                <a:lnTo>
                  <a:pt x="7616" y="9230"/>
                </a:lnTo>
                <a:lnTo>
                  <a:pt x="7934" y="9230"/>
                </a:lnTo>
                <a:lnTo>
                  <a:pt x="7934" y="8964"/>
                </a:lnTo>
                <a:lnTo>
                  <a:pt x="7934" y="8786"/>
                </a:lnTo>
                <a:lnTo>
                  <a:pt x="7934" y="8520"/>
                </a:lnTo>
                <a:lnTo>
                  <a:pt x="7934" y="8343"/>
                </a:lnTo>
                <a:lnTo>
                  <a:pt x="8410" y="8343"/>
                </a:lnTo>
                <a:lnTo>
                  <a:pt x="8410" y="8165"/>
                </a:lnTo>
                <a:lnTo>
                  <a:pt x="8410" y="7899"/>
                </a:lnTo>
                <a:lnTo>
                  <a:pt x="8410" y="7721"/>
                </a:lnTo>
                <a:lnTo>
                  <a:pt x="8410" y="7455"/>
                </a:lnTo>
                <a:lnTo>
                  <a:pt x="8410" y="7277"/>
                </a:lnTo>
                <a:lnTo>
                  <a:pt x="8410" y="7100"/>
                </a:lnTo>
                <a:lnTo>
                  <a:pt x="8727" y="6834"/>
                </a:lnTo>
                <a:lnTo>
                  <a:pt x="8727" y="6656"/>
                </a:lnTo>
                <a:lnTo>
                  <a:pt x="9203" y="6390"/>
                </a:lnTo>
                <a:lnTo>
                  <a:pt x="9203" y="6212"/>
                </a:lnTo>
                <a:lnTo>
                  <a:pt x="9203" y="5946"/>
                </a:lnTo>
                <a:lnTo>
                  <a:pt x="9203" y="5769"/>
                </a:lnTo>
                <a:lnTo>
                  <a:pt x="9521" y="5769"/>
                </a:lnTo>
                <a:lnTo>
                  <a:pt x="9521" y="5591"/>
                </a:lnTo>
                <a:lnTo>
                  <a:pt x="9521" y="5325"/>
                </a:lnTo>
                <a:lnTo>
                  <a:pt x="9838" y="5147"/>
                </a:lnTo>
                <a:lnTo>
                  <a:pt x="9838" y="4881"/>
                </a:lnTo>
                <a:lnTo>
                  <a:pt x="9838" y="4704"/>
                </a:lnTo>
                <a:lnTo>
                  <a:pt x="9838" y="4526"/>
                </a:lnTo>
                <a:lnTo>
                  <a:pt x="10314" y="4526"/>
                </a:lnTo>
                <a:lnTo>
                  <a:pt x="10314" y="4260"/>
                </a:lnTo>
                <a:lnTo>
                  <a:pt x="10631" y="4082"/>
                </a:lnTo>
                <a:lnTo>
                  <a:pt x="10631" y="3816"/>
                </a:lnTo>
                <a:lnTo>
                  <a:pt x="10631" y="3638"/>
                </a:lnTo>
                <a:lnTo>
                  <a:pt x="10631" y="3372"/>
                </a:lnTo>
                <a:lnTo>
                  <a:pt x="10631" y="3195"/>
                </a:lnTo>
                <a:lnTo>
                  <a:pt x="11108" y="3017"/>
                </a:lnTo>
                <a:lnTo>
                  <a:pt x="11108" y="2751"/>
                </a:lnTo>
                <a:lnTo>
                  <a:pt x="11108" y="2573"/>
                </a:lnTo>
                <a:lnTo>
                  <a:pt x="11425" y="2573"/>
                </a:lnTo>
                <a:lnTo>
                  <a:pt x="11425" y="2307"/>
                </a:lnTo>
                <a:lnTo>
                  <a:pt x="11425" y="2130"/>
                </a:lnTo>
                <a:lnTo>
                  <a:pt x="11901" y="2130"/>
                </a:lnTo>
                <a:lnTo>
                  <a:pt x="11901" y="1952"/>
                </a:lnTo>
                <a:lnTo>
                  <a:pt x="11901" y="1686"/>
                </a:lnTo>
                <a:lnTo>
                  <a:pt x="12218" y="1686"/>
                </a:lnTo>
                <a:lnTo>
                  <a:pt x="12218" y="1508"/>
                </a:lnTo>
                <a:lnTo>
                  <a:pt x="12218" y="1242"/>
                </a:lnTo>
                <a:lnTo>
                  <a:pt x="12218" y="1242"/>
                </a:lnTo>
                <a:lnTo>
                  <a:pt x="12536" y="1065"/>
                </a:lnTo>
                <a:lnTo>
                  <a:pt x="12536" y="621"/>
                </a:lnTo>
                <a:lnTo>
                  <a:pt x="13012" y="443"/>
                </a:lnTo>
                <a:lnTo>
                  <a:pt x="13012" y="177"/>
                </a:lnTo>
                <a:lnTo>
                  <a:pt x="13329" y="0"/>
                </a:lnTo>
              </a:path>
            </a:pathLst>
          </a:custGeom>
          <a:ln w="1831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5305798" y="2478272"/>
            <a:ext cx="13488" cy="6035"/>
          </a:xfrm>
          <a:custGeom>
            <a:avLst/>
            <a:gdLst/>
            <a:ahLst/>
            <a:cxnLst/>
            <a:rect l="l" t="t" r="r" b="b"/>
            <a:pathLst>
              <a:path w="13488" h="6035">
                <a:moveTo>
                  <a:pt x="0" y="2840"/>
                </a:moveTo>
                <a:lnTo>
                  <a:pt x="0" y="2573"/>
                </a:lnTo>
                <a:lnTo>
                  <a:pt x="0" y="2573"/>
                </a:lnTo>
                <a:lnTo>
                  <a:pt x="476" y="2573"/>
                </a:lnTo>
                <a:lnTo>
                  <a:pt x="476" y="2396"/>
                </a:lnTo>
                <a:lnTo>
                  <a:pt x="793" y="2218"/>
                </a:lnTo>
                <a:lnTo>
                  <a:pt x="793" y="1952"/>
                </a:lnTo>
                <a:lnTo>
                  <a:pt x="1110" y="1952"/>
                </a:lnTo>
                <a:lnTo>
                  <a:pt x="1110" y="1775"/>
                </a:lnTo>
                <a:lnTo>
                  <a:pt x="1110" y="1775"/>
                </a:lnTo>
                <a:lnTo>
                  <a:pt x="1586" y="1508"/>
                </a:lnTo>
                <a:lnTo>
                  <a:pt x="1586" y="1331"/>
                </a:lnTo>
                <a:lnTo>
                  <a:pt x="1904" y="1331"/>
                </a:lnTo>
                <a:lnTo>
                  <a:pt x="1904" y="1153"/>
                </a:lnTo>
                <a:lnTo>
                  <a:pt x="2380" y="1153"/>
                </a:lnTo>
                <a:lnTo>
                  <a:pt x="2380" y="887"/>
                </a:lnTo>
                <a:lnTo>
                  <a:pt x="2697" y="710"/>
                </a:lnTo>
                <a:lnTo>
                  <a:pt x="3173" y="443"/>
                </a:lnTo>
                <a:lnTo>
                  <a:pt x="3491" y="443"/>
                </a:lnTo>
                <a:lnTo>
                  <a:pt x="3491" y="266"/>
                </a:lnTo>
                <a:lnTo>
                  <a:pt x="3808" y="266"/>
                </a:lnTo>
                <a:lnTo>
                  <a:pt x="4284" y="266"/>
                </a:lnTo>
                <a:lnTo>
                  <a:pt x="4284" y="0"/>
                </a:lnTo>
                <a:lnTo>
                  <a:pt x="4601" y="0"/>
                </a:lnTo>
                <a:lnTo>
                  <a:pt x="5077" y="0"/>
                </a:lnTo>
                <a:lnTo>
                  <a:pt x="5395" y="0"/>
                </a:lnTo>
                <a:lnTo>
                  <a:pt x="5712" y="0"/>
                </a:lnTo>
                <a:lnTo>
                  <a:pt x="6188" y="0"/>
                </a:lnTo>
                <a:lnTo>
                  <a:pt x="6506" y="0"/>
                </a:lnTo>
                <a:lnTo>
                  <a:pt x="6506" y="266"/>
                </a:lnTo>
                <a:lnTo>
                  <a:pt x="6982" y="266"/>
                </a:lnTo>
                <a:lnTo>
                  <a:pt x="7299" y="266"/>
                </a:lnTo>
                <a:lnTo>
                  <a:pt x="7616" y="266"/>
                </a:lnTo>
                <a:lnTo>
                  <a:pt x="7616" y="443"/>
                </a:lnTo>
                <a:lnTo>
                  <a:pt x="8093" y="710"/>
                </a:lnTo>
                <a:lnTo>
                  <a:pt x="8410" y="887"/>
                </a:lnTo>
                <a:lnTo>
                  <a:pt x="8886" y="887"/>
                </a:lnTo>
                <a:lnTo>
                  <a:pt x="8886" y="1153"/>
                </a:lnTo>
                <a:lnTo>
                  <a:pt x="9203" y="1331"/>
                </a:lnTo>
                <a:lnTo>
                  <a:pt x="9679" y="1331"/>
                </a:lnTo>
                <a:lnTo>
                  <a:pt x="9679" y="1508"/>
                </a:lnTo>
                <a:lnTo>
                  <a:pt x="9679" y="1775"/>
                </a:lnTo>
                <a:lnTo>
                  <a:pt x="9997" y="1952"/>
                </a:lnTo>
                <a:lnTo>
                  <a:pt x="9997" y="2218"/>
                </a:lnTo>
                <a:lnTo>
                  <a:pt x="10314" y="2396"/>
                </a:lnTo>
                <a:lnTo>
                  <a:pt x="10314" y="2573"/>
                </a:lnTo>
                <a:lnTo>
                  <a:pt x="10790" y="2573"/>
                </a:lnTo>
                <a:lnTo>
                  <a:pt x="10790" y="2840"/>
                </a:lnTo>
                <a:lnTo>
                  <a:pt x="11108" y="2840"/>
                </a:lnTo>
                <a:lnTo>
                  <a:pt x="11108" y="3017"/>
                </a:lnTo>
                <a:lnTo>
                  <a:pt x="11584" y="3283"/>
                </a:lnTo>
                <a:lnTo>
                  <a:pt x="11584" y="3461"/>
                </a:lnTo>
                <a:lnTo>
                  <a:pt x="11584" y="3727"/>
                </a:lnTo>
                <a:lnTo>
                  <a:pt x="11901" y="3727"/>
                </a:lnTo>
                <a:lnTo>
                  <a:pt x="11901" y="3905"/>
                </a:lnTo>
                <a:lnTo>
                  <a:pt x="11901" y="4082"/>
                </a:lnTo>
                <a:lnTo>
                  <a:pt x="11901" y="4349"/>
                </a:lnTo>
                <a:lnTo>
                  <a:pt x="12218" y="4526"/>
                </a:lnTo>
                <a:lnTo>
                  <a:pt x="12218" y="4792"/>
                </a:lnTo>
                <a:lnTo>
                  <a:pt x="12218" y="4970"/>
                </a:lnTo>
                <a:lnTo>
                  <a:pt x="12694" y="4970"/>
                </a:lnTo>
                <a:lnTo>
                  <a:pt x="12694" y="5147"/>
                </a:lnTo>
                <a:lnTo>
                  <a:pt x="13012" y="5147"/>
                </a:lnTo>
                <a:lnTo>
                  <a:pt x="13012" y="5414"/>
                </a:lnTo>
                <a:lnTo>
                  <a:pt x="13012" y="5591"/>
                </a:lnTo>
                <a:lnTo>
                  <a:pt x="13012" y="5857"/>
                </a:lnTo>
                <a:lnTo>
                  <a:pt x="13488" y="5857"/>
                </a:lnTo>
                <a:lnTo>
                  <a:pt x="13488" y="6035"/>
                </a:lnTo>
              </a:path>
            </a:pathLst>
          </a:custGeom>
          <a:ln w="1236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5319287" y="2484307"/>
            <a:ext cx="13329" cy="37543"/>
          </a:xfrm>
          <a:custGeom>
            <a:avLst/>
            <a:gdLst/>
            <a:ahLst/>
            <a:cxnLst/>
            <a:rect l="l" t="t" r="r" b="b"/>
            <a:pathLst>
              <a:path w="13329" h="37543">
                <a:moveTo>
                  <a:pt x="0" y="0"/>
                </a:moveTo>
                <a:lnTo>
                  <a:pt x="317" y="177"/>
                </a:lnTo>
                <a:lnTo>
                  <a:pt x="317" y="443"/>
                </a:lnTo>
                <a:lnTo>
                  <a:pt x="317" y="621"/>
                </a:lnTo>
                <a:lnTo>
                  <a:pt x="317" y="887"/>
                </a:lnTo>
                <a:lnTo>
                  <a:pt x="317" y="1065"/>
                </a:lnTo>
                <a:lnTo>
                  <a:pt x="317" y="1331"/>
                </a:lnTo>
                <a:lnTo>
                  <a:pt x="793" y="1331"/>
                </a:lnTo>
                <a:lnTo>
                  <a:pt x="793" y="1508"/>
                </a:lnTo>
                <a:lnTo>
                  <a:pt x="793" y="1686"/>
                </a:lnTo>
                <a:lnTo>
                  <a:pt x="1110" y="1952"/>
                </a:lnTo>
                <a:lnTo>
                  <a:pt x="1110" y="2130"/>
                </a:lnTo>
                <a:lnTo>
                  <a:pt x="1110" y="2396"/>
                </a:lnTo>
                <a:lnTo>
                  <a:pt x="1428" y="2396"/>
                </a:lnTo>
                <a:lnTo>
                  <a:pt x="1428" y="2573"/>
                </a:lnTo>
                <a:lnTo>
                  <a:pt x="1428" y="2751"/>
                </a:lnTo>
                <a:lnTo>
                  <a:pt x="1428" y="3017"/>
                </a:lnTo>
                <a:lnTo>
                  <a:pt x="1904" y="3017"/>
                </a:lnTo>
                <a:lnTo>
                  <a:pt x="1904" y="3195"/>
                </a:lnTo>
                <a:lnTo>
                  <a:pt x="1904" y="3461"/>
                </a:lnTo>
                <a:lnTo>
                  <a:pt x="2221" y="3638"/>
                </a:lnTo>
                <a:lnTo>
                  <a:pt x="2221" y="3905"/>
                </a:lnTo>
                <a:lnTo>
                  <a:pt x="2221" y="4082"/>
                </a:lnTo>
                <a:lnTo>
                  <a:pt x="2697" y="4260"/>
                </a:lnTo>
                <a:lnTo>
                  <a:pt x="2697" y="4526"/>
                </a:lnTo>
                <a:lnTo>
                  <a:pt x="2697" y="4704"/>
                </a:lnTo>
                <a:lnTo>
                  <a:pt x="2697" y="4970"/>
                </a:lnTo>
                <a:lnTo>
                  <a:pt x="2697" y="5147"/>
                </a:lnTo>
                <a:lnTo>
                  <a:pt x="2697" y="5325"/>
                </a:lnTo>
                <a:lnTo>
                  <a:pt x="2697" y="5591"/>
                </a:lnTo>
                <a:lnTo>
                  <a:pt x="3015" y="5591"/>
                </a:lnTo>
                <a:lnTo>
                  <a:pt x="3015" y="5769"/>
                </a:lnTo>
                <a:lnTo>
                  <a:pt x="3015" y="6035"/>
                </a:lnTo>
                <a:lnTo>
                  <a:pt x="3332" y="6212"/>
                </a:lnTo>
                <a:lnTo>
                  <a:pt x="3332" y="6479"/>
                </a:lnTo>
                <a:lnTo>
                  <a:pt x="3332" y="6656"/>
                </a:lnTo>
                <a:lnTo>
                  <a:pt x="3332" y="6834"/>
                </a:lnTo>
                <a:lnTo>
                  <a:pt x="3808" y="7100"/>
                </a:lnTo>
                <a:lnTo>
                  <a:pt x="3808" y="7277"/>
                </a:lnTo>
                <a:lnTo>
                  <a:pt x="3808" y="7544"/>
                </a:lnTo>
                <a:lnTo>
                  <a:pt x="4125" y="7721"/>
                </a:lnTo>
                <a:lnTo>
                  <a:pt x="4125" y="7899"/>
                </a:lnTo>
                <a:lnTo>
                  <a:pt x="4125" y="8165"/>
                </a:lnTo>
                <a:lnTo>
                  <a:pt x="4125" y="8343"/>
                </a:lnTo>
                <a:lnTo>
                  <a:pt x="4601" y="8343"/>
                </a:lnTo>
                <a:lnTo>
                  <a:pt x="4601" y="8609"/>
                </a:lnTo>
                <a:lnTo>
                  <a:pt x="4601" y="8786"/>
                </a:lnTo>
                <a:lnTo>
                  <a:pt x="4601" y="9053"/>
                </a:lnTo>
                <a:lnTo>
                  <a:pt x="4601" y="9408"/>
                </a:lnTo>
                <a:lnTo>
                  <a:pt x="4601" y="9674"/>
                </a:lnTo>
                <a:lnTo>
                  <a:pt x="4919" y="9851"/>
                </a:lnTo>
                <a:lnTo>
                  <a:pt x="4919" y="10118"/>
                </a:lnTo>
                <a:lnTo>
                  <a:pt x="4919" y="10295"/>
                </a:lnTo>
                <a:lnTo>
                  <a:pt x="4919" y="10473"/>
                </a:lnTo>
                <a:lnTo>
                  <a:pt x="4919" y="10739"/>
                </a:lnTo>
                <a:lnTo>
                  <a:pt x="5395" y="10739"/>
                </a:lnTo>
                <a:lnTo>
                  <a:pt x="5395" y="10916"/>
                </a:lnTo>
                <a:lnTo>
                  <a:pt x="5395" y="11183"/>
                </a:lnTo>
                <a:lnTo>
                  <a:pt x="5395" y="11360"/>
                </a:lnTo>
                <a:lnTo>
                  <a:pt x="5395" y="11626"/>
                </a:lnTo>
                <a:lnTo>
                  <a:pt x="5712" y="11626"/>
                </a:lnTo>
                <a:lnTo>
                  <a:pt x="5712" y="11804"/>
                </a:lnTo>
                <a:lnTo>
                  <a:pt x="5712" y="11982"/>
                </a:lnTo>
                <a:lnTo>
                  <a:pt x="6030" y="12248"/>
                </a:lnTo>
                <a:lnTo>
                  <a:pt x="6030" y="12425"/>
                </a:lnTo>
                <a:lnTo>
                  <a:pt x="6030" y="12692"/>
                </a:lnTo>
                <a:lnTo>
                  <a:pt x="6030" y="12869"/>
                </a:lnTo>
                <a:lnTo>
                  <a:pt x="6030" y="13047"/>
                </a:lnTo>
                <a:lnTo>
                  <a:pt x="6506" y="13047"/>
                </a:lnTo>
                <a:lnTo>
                  <a:pt x="6506" y="13313"/>
                </a:lnTo>
                <a:lnTo>
                  <a:pt x="6506" y="13490"/>
                </a:lnTo>
                <a:lnTo>
                  <a:pt x="6506" y="13757"/>
                </a:lnTo>
                <a:lnTo>
                  <a:pt x="6506" y="13934"/>
                </a:lnTo>
                <a:lnTo>
                  <a:pt x="6823" y="14200"/>
                </a:lnTo>
                <a:lnTo>
                  <a:pt x="6823" y="14378"/>
                </a:lnTo>
                <a:lnTo>
                  <a:pt x="6823" y="14555"/>
                </a:lnTo>
                <a:lnTo>
                  <a:pt x="6823" y="14822"/>
                </a:lnTo>
                <a:lnTo>
                  <a:pt x="6823" y="14999"/>
                </a:lnTo>
                <a:lnTo>
                  <a:pt x="6823" y="15443"/>
                </a:lnTo>
                <a:lnTo>
                  <a:pt x="6823" y="15620"/>
                </a:lnTo>
                <a:lnTo>
                  <a:pt x="7299" y="15887"/>
                </a:lnTo>
                <a:lnTo>
                  <a:pt x="7299" y="16064"/>
                </a:lnTo>
                <a:lnTo>
                  <a:pt x="7299" y="16331"/>
                </a:lnTo>
                <a:lnTo>
                  <a:pt x="7299" y="16508"/>
                </a:lnTo>
                <a:lnTo>
                  <a:pt x="7616" y="16774"/>
                </a:lnTo>
                <a:lnTo>
                  <a:pt x="7616" y="16952"/>
                </a:lnTo>
                <a:lnTo>
                  <a:pt x="7616" y="17129"/>
                </a:lnTo>
                <a:lnTo>
                  <a:pt x="7616" y="17396"/>
                </a:lnTo>
                <a:lnTo>
                  <a:pt x="7616" y="17573"/>
                </a:lnTo>
                <a:lnTo>
                  <a:pt x="7934" y="17839"/>
                </a:lnTo>
                <a:lnTo>
                  <a:pt x="7934" y="18017"/>
                </a:lnTo>
                <a:lnTo>
                  <a:pt x="7934" y="18194"/>
                </a:lnTo>
                <a:lnTo>
                  <a:pt x="7934" y="18461"/>
                </a:lnTo>
                <a:lnTo>
                  <a:pt x="7934" y="18638"/>
                </a:lnTo>
                <a:lnTo>
                  <a:pt x="8410" y="18904"/>
                </a:lnTo>
                <a:lnTo>
                  <a:pt x="8410" y="19082"/>
                </a:lnTo>
                <a:lnTo>
                  <a:pt x="8410" y="19526"/>
                </a:lnTo>
                <a:lnTo>
                  <a:pt x="8727" y="19703"/>
                </a:lnTo>
                <a:lnTo>
                  <a:pt x="8727" y="19970"/>
                </a:lnTo>
                <a:lnTo>
                  <a:pt x="8727" y="20147"/>
                </a:lnTo>
                <a:lnTo>
                  <a:pt x="8727" y="20413"/>
                </a:lnTo>
                <a:lnTo>
                  <a:pt x="8727" y="20591"/>
                </a:lnTo>
                <a:lnTo>
                  <a:pt x="8727" y="21035"/>
                </a:lnTo>
                <a:lnTo>
                  <a:pt x="8727" y="21212"/>
                </a:lnTo>
                <a:lnTo>
                  <a:pt x="8727" y="21478"/>
                </a:lnTo>
                <a:lnTo>
                  <a:pt x="9203" y="21656"/>
                </a:lnTo>
                <a:lnTo>
                  <a:pt x="9203" y="22100"/>
                </a:lnTo>
                <a:lnTo>
                  <a:pt x="9203" y="22277"/>
                </a:lnTo>
                <a:lnTo>
                  <a:pt x="9203" y="22543"/>
                </a:lnTo>
                <a:lnTo>
                  <a:pt x="9521" y="22721"/>
                </a:lnTo>
                <a:lnTo>
                  <a:pt x="9521" y="23165"/>
                </a:lnTo>
                <a:lnTo>
                  <a:pt x="9521" y="23342"/>
                </a:lnTo>
                <a:lnTo>
                  <a:pt x="9521" y="23608"/>
                </a:lnTo>
                <a:lnTo>
                  <a:pt x="9838" y="23608"/>
                </a:lnTo>
                <a:lnTo>
                  <a:pt x="9838" y="23786"/>
                </a:lnTo>
                <a:lnTo>
                  <a:pt x="9838" y="24230"/>
                </a:lnTo>
                <a:lnTo>
                  <a:pt x="9838" y="24407"/>
                </a:lnTo>
                <a:lnTo>
                  <a:pt x="9838" y="24674"/>
                </a:lnTo>
                <a:lnTo>
                  <a:pt x="10314" y="24851"/>
                </a:lnTo>
                <a:lnTo>
                  <a:pt x="10314" y="25117"/>
                </a:lnTo>
                <a:lnTo>
                  <a:pt x="10314" y="25295"/>
                </a:lnTo>
                <a:lnTo>
                  <a:pt x="10314" y="25561"/>
                </a:lnTo>
                <a:lnTo>
                  <a:pt x="10314" y="25739"/>
                </a:lnTo>
                <a:lnTo>
                  <a:pt x="10631" y="25916"/>
                </a:lnTo>
                <a:lnTo>
                  <a:pt x="10631" y="26182"/>
                </a:lnTo>
                <a:lnTo>
                  <a:pt x="10631" y="26360"/>
                </a:lnTo>
                <a:lnTo>
                  <a:pt x="10631" y="26804"/>
                </a:lnTo>
                <a:lnTo>
                  <a:pt x="10631" y="26981"/>
                </a:lnTo>
                <a:lnTo>
                  <a:pt x="11108" y="27247"/>
                </a:lnTo>
                <a:lnTo>
                  <a:pt x="11108" y="27691"/>
                </a:lnTo>
                <a:lnTo>
                  <a:pt x="11108" y="27869"/>
                </a:lnTo>
                <a:lnTo>
                  <a:pt x="11108" y="28135"/>
                </a:lnTo>
                <a:lnTo>
                  <a:pt x="11108" y="28313"/>
                </a:lnTo>
                <a:lnTo>
                  <a:pt x="11108" y="28490"/>
                </a:lnTo>
                <a:lnTo>
                  <a:pt x="11108" y="28756"/>
                </a:lnTo>
                <a:lnTo>
                  <a:pt x="11108" y="29200"/>
                </a:lnTo>
                <a:lnTo>
                  <a:pt x="11425" y="29378"/>
                </a:lnTo>
                <a:lnTo>
                  <a:pt x="11425" y="29555"/>
                </a:lnTo>
                <a:lnTo>
                  <a:pt x="11425" y="29821"/>
                </a:lnTo>
                <a:lnTo>
                  <a:pt x="11425" y="29999"/>
                </a:lnTo>
                <a:lnTo>
                  <a:pt x="11425" y="30265"/>
                </a:lnTo>
                <a:lnTo>
                  <a:pt x="11901" y="30709"/>
                </a:lnTo>
                <a:lnTo>
                  <a:pt x="11901" y="30886"/>
                </a:lnTo>
                <a:lnTo>
                  <a:pt x="11901" y="31330"/>
                </a:lnTo>
                <a:lnTo>
                  <a:pt x="11901" y="31508"/>
                </a:lnTo>
                <a:lnTo>
                  <a:pt x="12218" y="31774"/>
                </a:lnTo>
                <a:lnTo>
                  <a:pt x="12218" y="31952"/>
                </a:lnTo>
                <a:lnTo>
                  <a:pt x="12218" y="32129"/>
                </a:lnTo>
                <a:lnTo>
                  <a:pt x="12218" y="32573"/>
                </a:lnTo>
                <a:lnTo>
                  <a:pt x="12536" y="32839"/>
                </a:lnTo>
                <a:lnTo>
                  <a:pt x="12536" y="33017"/>
                </a:lnTo>
                <a:lnTo>
                  <a:pt x="12536" y="33283"/>
                </a:lnTo>
                <a:lnTo>
                  <a:pt x="12536" y="33460"/>
                </a:lnTo>
                <a:lnTo>
                  <a:pt x="12536" y="33638"/>
                </a:lnTo>
                <a:lnTo>
                  <a:pt x="13012" y="34082"/>
                </a:lnTo>
                <a:lnTo>
                  <a:pt x="13012" y="34348"/>
                </a:lnTo>
                <a:lnTo>
                  <a:pt x="13012" y="34525"/>
                </a:lnTo>
                <a:lnTo>
                  <a:pt x="13012" y="34703"/>
                </a:lnTo>
                <a:lnTo>
                  <a:pt x="13012" y="35147"/>
                </a:lnTo>
                <a:lnTo>
                  <a:pt x="13012" y="35413"/>
                </a:lnTo>
                <a:lnTo>
                  <a:pt x="13012" y="35857"/>
                </a:lnTo>
                <a:lnTo>
                  <a:pt x="13012" y="36034"/>
                </a:lnTo>
                <a:lnTo>
                  <a:pt x="13012" y="36478"/>
                </a:lnTo>
                <a:lnTo>
                  <a:pt x="13329" y="36656"/>
                </a:lnTo>
                <a:lnTo>
                  <a:pt x="13329" y="36922"/>
                </a:lnTo>
                <a:lnTo>
                  <a:pt x="13329" y="37099"/>
                </a:lnTo>
                <a:lnTo>
                  <a:pt x="13329" y="37543"/>
                </a:lnTo>
              </a:path>
            </a:pathLst>
          </a:custGeom>
          <a:ln w="1857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5332616" y="2521851"/>
            <a:ext cx="13805" cy="66211"/>
          </a:xfrm>
          <a:custGeom>
            <a:avLst/>
            <a:gdLst/>
            <a:ahLst/>
            <a:cxnLst/>
            <a:rect l="l" t="t" r="r" b="b"/>
            <a:pathLst>
              <a:path w="13805" h="66211">
                <a:moveTo>
                  <a:pt x="0" y="0"/>
                </a:moveTo>
                <a:lnTo>
                  <a:pt x="476" y="177"/>
                </a:lnTo>
                <a:lnTo>
                  <a:pt x="476" y="621"/>
                </a:lnTo>
                <a:lnTo>
                  <a:pt x="476" y="887"/>
                </a:lnTo>
                <a:lnTo>
                  <a:pt x="476" y="1242"/>
                </a:lnTo>
                <a:lnTo>
                  <a:pt x="793" y="1508"/>
                </a:lnTo>
                <a:lnTo>
                  <a:pt x="793" y="1686"/>
                </a:lnTo>
                <a:lnTo>
                  <a:pt x="793" y="1952"/>
                </a:lnTo>
                <a:lnTo>
                  <a:pt x="793" y="2307"/>
                </a:lnTo>
                <a:lnTo>
                  <a:pt x="793" y="2573"/>
                </a:lnTo>
                <a:lnTo>
                  <a:pt x="1110" y="2751"/>
                </a:lnTo>
                <a:lnTo>
                  <a:pt x="1110" y="3017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816"/>
                </a:lnTo>
                <a:lnTo>
                  <a:pt x="1586" y="4082"/>
                </a:lnTo>
                <a:lnTo>
                  <a:pt x="1586" y="4526"/>
                </a:lnTo>
                <a:lnTo>
                  <a:pt x="1586" y="4881"/>
                </a:lnTo>
                <a:lnTo>
                  <a:pt x="1586" y="5147"/>
                </a:lnTo>
                <a:lnTo>
                  <a:pt x="1904" y="5325"/>
                </a:lnTo>
                <a:lnTo>
                  <a:pt x="1904" y="5591"/>
                </a:lnTo>
                <a:lnTo>
                  <a:pt x="1904" y="6035"/>
                </a:lnTo>
                <a:lnTo>
                  <a:pt x="1904" y="6212"/>
                </a:lnTo>
                <a:lnTo>
                  <a:pt x="1904" y="6390"/>
                </a:lnTo>
                <a:lnTo>
                  <a:pt x="1904" y="6656"/>
                </a:lnTo>
                <a:lnTo>
                  <a:pt x="1904" y="7100"/>
                </a:lnTo>
                <a:lnTo>
                  <a:pt x="1904" y="7455"/>
                </a:lnTo>
                <a:lnTo>
                  <a:pt x="1904" y="7899"/>
                </a:lnTo>
                <a:lnTo>
                  <a:pt x="2380" y="8165"/>
                </a:lnTo>
                <a:lnTo>
                  <a:pt x="2380" y="8609"/>
                </a:lnTo>
                <a:lnTo>
                  <a:pt x="2380" y="8964"/>
                </a:lnTo>
                <a:lnTo>
                  <a:pt x="2380" y="9408"/>
                </a:lnTo>
                <a:lnTo>
                  <a:pt x="2697" y="9674"/>
                </a:lnTo>
                <a:lnTo>
                  <a:pt x="2697" y="9851"/>
                </a:lnTo>
                <a:lnTo>
                  <a:pt x="2697" y="10029"/>
                </a:lnTo>
                <a:lnTo>
                  <a:pt x="2697" y="10473"/>
                </a:lnTo>
                <a:lnTo>
                  <a:pt x="3173" y="10916"/>
                </a:lnTo>
                <a:lnTo>
                  <a:pt x="3173" y="11360"/>
                </a:lnTo>
                <a:lnTo>
                  <a:pt x="3173" y="11538"/>
                </a:lnTo>
                <a:lnTo>
                  <a:pt x="3173" y="11982"/>
                </a:lnTo>
                <a:lnTo>
                  <a:pt x="3491" y="12248"/>
                </a:lnTo>
                <a:lnTo>
                  <a:pt x="3491" y="12425"/>
                </a:lnTo>
                <a:lnTo>
                  <a:pt x="3491" y="12869"/>
                </a:lnTo>
                <a:lnTo>
                  <a:pt x="3491" y="13313"/>
                </a:lnTo>
                <a:lnTo>
                  <a:pt x="3808" y="13668"/>
                </a:lnTo>
                <a:lnTo>
                  <a:pt x="3808" y="14112"/>
                </a:lnTo>
                <a:lnTo>
                  <a:pt x="3808" y="14378"/>
                </a:lnTo>
                <a:lnTo>
                  <a:pt x="3808" y="14555"/>
                </a:lnTo>
                <a:lnTo>
                  <a:pt x="3808" y="14999"/>
                </a:lnTo>
                <a:lnTo>
                  <a:pt x="3808" y="15177"/>
                </a:lnTo>
                <a:lnTo>
                  <a:pt x="3808" y="15620"/>
                </a:lnTo>
                <a:lnTo>
                  <a:pt x="3808" y="15887"/>
                </a:lnTo>
                <a:lnTo>
                  <a:pt x="3808" y="16064"/>
                </a:lnTo>
                <a:lnTo>
                  <a:pt x="4284" y="16508"/>
                </a:lnTo>
                <a:lnTo>
                  <a:pt x="4284" y="16952"/>
                </a:lnTo>
                <a:lnTo>
                  <a:pt x="4284" y="17396"/>
                </a:lnTo>
                <a:lnTo>
                  <a:pt x="4284" y="17751"/>
                </a:lnTo>
                <a:lnTo>
                  <a:pt x="4601" y="18017"/>
                </a:lnTo>
                <a:lnTo>
                  <a:pt x="4601" y="18194"/>
                </a:lnTo>
                <a:lnTo>
                  <a:pt x="4601" y="18638"/>
                </a:lnTo>
                <a:lnTo>
                  <a:pt x="4601" y="19082"/>
                </a:lnTo>
                <a:lnTo>
                  <a:pt x="4601" y="19259"/>
                </a:lnTo>
                <a:lnTo>
                  <a:pt x="5077" y="19526"/>
                </a:lnTo>
                <a:lnTo>
                  <a:pt x="5077" y="19970"/>
                </a:lnTo>
                <a:lnTo>
                  <a:pt x="5077" y="20325"/>
                </a:lnTo>
                <a:lnTo>
                  <a:pt x="5077" y="20768"/>
                </a:lnTo>
                <a:lnTo>
                  <a:pt x="5395" y="21212"/>
                </a:lnTo>
                <a:lnTo>
                  <a:pt x="5395" y="21656"/>
                </a:lnTo>
                <a:lnTo>
                  <a:pt x="5395" y="22100"/>
                </a:lnTo>
                <a:lnTo>
                  <a:pt x="5712" y="22543"/>
                </a:lnTo>
                <a:lnTo>
                  <a:pt x="5712" y="22721"/>
                </a:lnTo>
                <a:lnTo>
                  <a:pt x="5712" y="22898"/>
                </a:lnTo>
                <a:lnTo>
                  <a:pt x="5712" y="23342"/>
                </a:lnTo>
                <a:lnTo>
                  <a:pt x="5712" y="23786"/>
                </a:lnTo>
                <a:lnTo>
                  <a:pt x="5712" y="23964"/>
                </a:lnTo>
                <a:lnTo>
                  <a:pt x="5712" y="24230"/>
                </a:lnTo>
                <a:lnTo>
                  <a:pt x="5712" y="24674"/>
                </a:lnTo>
                <a:lnTo>
                  <a:pt x="5712" y="25117"/>
                </a:lnTo>
                <a:lnTo>
                  <a:pt x="5712" y="25295"/>
                </a:lnTo>
                <a:lnTo>
                  <a:pt x="6188" y="25739"/>
                </a:lnTo>
                <a:lnTo>
                  <a:pt x="6188" y="25916"/>
                </a:lnTo>
                <a:lnTo>
                  <a:pt x="6188" y="26360"/>
                </a:lnTo>
                <a:lnTo>
                  <a:pt x="6188" y="26537"/>
                </a:lnTo>
                <a:lnTo>
                  <a:pt x="6188" y="26981"/>
                </a:lnTo>
                <a:lnTo>
                  <a:pt x="6506" y="27425"/>
                </a:lnTo>
                <a:lnTo>
                  <a:pt x="6506" y="27691"/>
                </a:lnTo>
                <a:lnTo>
                  <a:pt x="6506" y="27869"/>
                </a:lnTo>
                <a:lnTo>
                  <a:pt x="6506" y="28313"/>
                </a:lnTo>
                <a:lnTo>
                  <a:pt x="6982" y="28756"/>
                </a:lnTo>
                <a:lnTo>
                  <a:pt x="6982" y="28934"/>
                </a:lnTo>
                <a:lnTo>
                  <a:pt x="6982" y="29378"/>
                </a:lnTo>
                <a:lnTo>
                  <a:pt x="6982" y="29821"/>
                </a:lnTo>
                <a:lnTo>
                  <a:pt x="7299" y="30265"/>
                </a:lnTo>
                <a:lnTo>
                  <a:pt x="7299" y="30620"/>
                </a:lnTo>
                <a:lnTo>
                  <a:pt x="7299" y="31064"/>
                </a:lnTo>
                <a:lnTo>
                  <a:pt x="7299" y="31330"/>
                </a:lnTo>
                <a:lnTo>
                  <a:pt x="7299" y="31685"/>
                </a:lnTo>
                <a:lnTo>
                  <a:pt x="7775" y="31952"/>
                </a:lnTo>
                <a:lnTo>
                  <a:pt x="7775" y="32129"/>
                </a:lnTo>
                <a:lnTo>
                  <a:pt x="7775" y="32573"/>
                </a:lnTo>
                <a:lnTo>
                  <a:pt x="7775" y="33017"/>
                </a:lnTo>
                <a:lnTo>
                  <a:pt x="7775" y="33460"/>
                </a:lnTo>
                <a:lnTo>
                  <a:pt x="8093" y="33638"/>
                </a:lnTo>
                <a:lnTo>
                  <a:pt x="8093" y="34082"/>
                </a:lnTo>
                <a:lnTo>
                  <a:pt x="8093" y="34525"/>
                </a:lnTo>
                <a:lnTo>
                  <a:pt x="8093" y="34703"/>
                </a:lnTo>
                <a:lnTo>
                  <a:pt x="8093" y="34969"/>
                </a:lnTo>
                <a:lnTo>
                  <a:pt x="8093" y="35324"/>
                </a:lnTo>
                <a:lnTo>
                  <a:pt x="8093" y="35768"/>
                </a:lnTo>
                <a:lnTo>
                  <a:pt x="8093" y="36034"/>
                </a:lnTo>
                <a:lnTo>
                  <a:pt x="8093" y="36478"/>
                </a:lnTo>
                <a:lnTo>
                  <a:pt x="8410" y="36833"/>
                </a:lnTo>
                <a:lnTo>
                  <a:pt x="8410" y="37099"/>
                </a:lnTo>
                <a:lnTo>
                  <a:pt x="8410" y="37543"/>
                </a:lnTo>
                <a:lnTo>
                  <a:pt x="8410" y="37898"/>
                </a:lnTo>
                <a:lnTo>
                  <a:pt x="8410" y="38164"/>
                </a:lnTo>
                <a:lnTo>
                  <a:pt x="8886" y="38608"/>
                </a:lnTo>
                <a:lnTo>
                  <a:pt x="8886" y="39052"/>
                </a:lnTo>
                <a:lnTo>
                  <a:pt x="8886" y="39229"/>
                </a:lnTo>
                <a:lnTo>
                  <a:pt x="8886" y="39407"/>
                </a:lnTo>
                <a:lnTo>
                  <a:pt x="8886" y="39851"/>
                </a:lnTo>
                <a:lnTo>
                  <a:pt x="9203" y="40295"/>
                </a:lnTo>
                <a:lnTo>
                  <a:pt x="9203" y="40472"/>
                </a:lnTo>
                <a:lnTo>
                  <a:pt x="9203" y="40916"/>
                </a:lnTo>
                <a:lnTo>
                  <a:pt x="9203" y="41360"/>
                </a:lnTo>
                <a:lnTo>
                  <a:pt x="9679" y="41626"/>
                </a:lnTo>
                <a:lnTo>
                  <a:pt x="9679" y="41981"/>
                </a:lnTo>
                <a:lnTo>
                  <a:pt x="9679" y="42425"/>
                </a:lnTo>
                <a:lnTo>
                  <a:pt x="9679" y="42868"/>
                </a:lnTo>
                <a:lnTo>
                  <a:pt x="9679" y="43046"/>
                </a:lnTo>
                <a:lnTo>
                  <a:pt x="9997" y="43490"/>
                </a:lnTo>
                <a:lnTo>
                  <a:pt x="9997" y="43934"/>
                </a:lnTo>
                <a:lnTo>
                  <a:pt x="9997" y="44200"/>
                </a:lnTo>
                <a:lnTo>
                  <a:pt x="9997" y="44555"/>
                </a:lnTo>
                <a:lnTo>
                  <a:pt x="9997" y="44999"/>
                </a:lnTo>
                <a:lnTo>
                  <a:pt x="9997" y="45265"/>
                </a:lnTo>
                <a:lnTo>
                  <a:pt x="9997" y="45620"/>
                </a:lnTo>
                <a:lnTo>
                  <a:pt x="9997" y="46064"/>
                </a:lnTo>
                <a:lnTo>
                  <a:pt x="9997" y="46330"/>
                </a:lnTo>
                <a:lnTo>
                  <a:pt x="9997" y="46774"/>
                </a:lnTo>
                <a:lnTo>
                  <a:pt x="10314" y="47129"/>
                </a:lnTo>
                <a:lnTo>
                  <a:pt x="10314" y="47573"/>
                </a:lnTo>
                <a:lnTo>
                  <a:pt x="10314" y="47839"/>
                </a:lnTo>
                <a:lnTo>
                  <a:pt x="10314" y="48194"/>
                </a:lnTo>
                <a:lnTo>
                  <a:pt x="10790" y="48638"/>
                </a:lnTo>
                <a:lnTo>
                  <a:pt x="10790" y="48904"/>
                </a:lnTo>
                <a:lnTo>
                  <a:pt x="10790" y="49348"/>
                </a:lnTo>
                <a:lnTo>
                  <a:pt x="10790" y="49703"/>
                </a:lnTo>
                <a:lnTo>
                  <a:pt x="10790" y="49969"/>
                </a:lnTo>
                <a:lnTo>
                  <a:pt x="11108" y="50413"/>
                </a:lnTo>
                <a:lnTo>
                  <a:pt x="11108" y="50768"/>
                </a:lnTo>
                <a:lnTo>
                  <a:pt x="11108" y="51034"/>
                </a:lnTo>
                <a:lnTo>
                  <a:pt x="11108" y="51478"/>
                </a:lnTo>
                <a:lnTo>
                  <a:pt x="11108" y="52099"/>
                </a:lnTo>
                <a:lnTo>
                  <a:pt x="11584" y="52277"/>
                </a:lnTo>
                <a:lnTo>
                  <a:pt x="11584" y="52720"/>
                </a:lnTo>
                <a:lnTo>
                  <a:pt x="11584" y="53164"/>
                </a:lnTo>
                <a:lnTo>
                  <a:pt x="11584" y="53342"/>
                </a:lnTo>
                <a:lnTo>
                  <a:pt x="11584" y="53785"/>
                </a:lnTo>
                <a:lnTo>
                  <a:pt x="11901" y="54229"/>
                </a:lnTo>
                <a:lnTo>
                  <a:pt x="11901" y="54673"/>
                </a:lnTo>
                <a:lnTo>
                  <a:pt x="11901" y="54850"/>
                </a:lnTo>
                <a:lnTo>
                  <a:pt x="11901" y="55294"/>
                </a:lnTo>
                <a:lnTo>
                  <a:pt x="12218" y="55738"/>
                </a:lnTo>
                <a:lnTo>
                  <a:pt x="12218" y="55916"/>
                </a:lnTo>
                <a:lnTo>
                  <a:pt x="12218" y="56359"/>
                </a:lnTo>
                <a:lnTo>
                  <a:pt x="12218" y="56981"/>
                </a:lnTo>
                <a:lnTo>
                  <a:pt x="12218" y="57247"/>
                </a:lnTo>
                <a:lnTo>
                  <a:pt x="12218" y="57691"/>
                </a:lnTo>
                <a:lnTo>
                  <a:pt x="12218" y="58134"/>
                </a:lnTo>
                <a:lnTo>
                  <a:pt x="12218" y="58312"/>
                </a:lnTo>
                <a:lnTo>
                  <a:pt x="12218" y="58756"/>
                </a:lnTo>
                <a:lnTo>
                  <a:pt x="12218" y="59200"/>
                </a:lnTo>
                <a:lnTo>
                  <a:pt x="12694" y="59377"/>
                </a:lnTo>
                <a:lnTo>
                  <a:pt x="12694" y="59998"/>
                </a:lnTo>
                <a:lnTo>
                  <a:pt x="12694" y="60442"/>
                </a:lnTo>
                <a:lnTo>
                  <a:pt x="12694" y="60708"/>
                </a:lnTo>
                <a:lnTo>
                  <a:pt x="12694" y="61063"/>
                </a:lnTo>
                <a:lnTo>
                  <a:pt x="13012" y="61507"/>
                </a:lnTo>
                <a:lnTo>
                  <a:pt x="13012" y="61773"/>
                </a:lnTo>
                <a:lnTo>
                  <a:pt x="13012" y="62128"/>
                </a:lnTo>
                <a:lnTo>
                  <a:pt x="13012" y="62572"/>
                </a:lnTo>
                <a:lnTo>
                  <a:pt x="13488" y="63016"/>
                </a:lnTo>
                <a:lnTo>
                  <a:pt x="13488" y="63460"/>
                </a:lnTo>
                <a:lnTo>
                  <a:pt x="13488" y="63904"/>
                </a:lnTo>
                <a:lnTo>
                  <a:pt x="13488" y="64081"/>
                </a:lnTo>
                <a:lnTo>
                  <a:pt x="13488" y="64525"/>
                </a:lnTo>
                <a:lnTo>
                  <a:pt x="13805" y="64969"/>
                </a:lnTo>
                <a:lnTo>
                  <a:pt x="13805" y="65412"/>
                </a:lnTo>
                <a:lnTo>
                  <a:pt x="13805" y="65856"/>
                </a:lnTo>
                <a:lnTo>
                  <a:pt x="13805" y="66211"/>
                </a:lnTo>
              </a:path>
            </a:pathLst>
          </a:custGeom>
          <a:ln w="191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5346422" y="2588062"/>
            <a:ext cx="13488" cy="88134"/>
          </a:xfrm>
          <a:custGeom>
            <a:avLst/>
            <a:gdLst/>
            <a:ahLst/>
            <a:cxnLst/>
            <a:rect l="l" t="t" r="r" b="b"/>
            <a:pathLst>
              <a:path w="13488" h="88134">
                <a:moveTo>
                  <a:pt x="0" y="0"/>
                </a:moveTo>
                <a:lnTo>
                  <a:pt x="0" y="266"/>
                </a:lnTo>
                <a:lnTo>
                  <a:pt x="476" y="710"/>
                </a:lnTo>
                <a:lnTo>
                  <a:pt x="476" y="1065"/>
                </a:lnTo>
                <a:lnTo>
                  <a:pt x="476" y="1508"/>
                </a:lnTo>
                <a:lnTo>
                  <a:pt x="476" y="1952"/>
                </a:lnTo>
                <a:lnTo>
                  <a:pt x="476" y="2396"/>
                </a:lnTo>
                <a:lnTo>
                  <a:pt x="476" y="2573"/>
                </a:lnTo>
                <a:lnTo>
                  <a:pt x="476" y="3017"/>
                </a:lnTo>
                <a:lnTo>
                  <a:pt x="476" y="3638"/>
                </a:lnTo>
                <a:lnTo>
                  <a:pt x="476" y="3905"/>
                </a:lnTo>
                <a:lnTo>
                  <a:pt x="476" y="4349"/>
                </a:lnTo>
                <a:lnTo>
                  <a:pt x="793" y="4792"/>
                </a:lnTo>
                <a:lnTo>
                  <a:pt x="793" y="5147"/>
                </a:lnTo>
                <a:lnTo>
                  <a:pt x="793" y="5591"/>
                </a:lnTo>
                <a:lnTo>
                  <a:pt x="793" y="6035"/>
                </a:lnTo>
                <a:lnTo>
                  <a:pt x="1110" y="6212"/>
                </a:lnTo>
                <a:lnTo>
                  <a:pt x="1110" y="6656"/>
                </a:lnTo>
                <a:lnTo>
                  <a:pt x="1110" y="7366"/>
                </a:lnTo>
                <a:lnTo>
                  <a:pt x="1110" y="7544"/>
                </a:lnTo>
                <a:lnTo>
                  <a:pt x="1110" y="7988"/>
                </a:lnTo>
                <a:lnTo>
                  <a:pt x="1586" y="8431"/>
                </a:lnTo>
                <a:lnTo>
                  <a:pt x="1586" y="8786"/>
                </a:lnTo>
                <a:lnTo>
                  <a:pt x="1586" y="9230"/>
                </a:lnTo>
                <a:lnTo>
                  <a:pt x="1586" y="9674"/>
                </a:lnTo>
                <a:lnTo>
                  <a:pt x="1586" y="9940"/>
                </a:lnTo>
                <a:lnTo>
                  <a:pt x="1904" y="10561"/>
                </a:lnTo>
                <a:lnTo>
                  <a:pt x="1904" y="10739"/>
                </a:lnTo>
                <a:lnTo>
                  <a:pt x="1904" y="11183"/>
                </a:lnTo>
                <a:lnTo>
                  <a:pt x="1904" y="11626"/>
                </a:lnTo>
                <a:lnTo>
                  <a:pt x="1904" y="12070"/>
                </a:lnTo>
                <a:lnTo>
                  <a:pt x="2380" y="12425"/>
                </a:lnTo>
                <a:lnTo>
                  <a:pt x="2380" y="12869"/>
                </a:lnTo>
                <a:lnTo>
                  <a:pt x="2380" y="13135"/>
                </a:lnTo>
                <a:lnTo>
                  <a:pt x="2380" y="13757"/>
                </a:lnTo>
                <a:lnTo>
                  <a:pt x="2697" y="14200"/>
                </a:lnTo>
                <a:lnTo>
                  <a:pt x="2697" y="14378"/>
                </a:lnTo>
                <a:lnTo>
                  <a:pt x="2697" y="14999"/>
                </a:lnTo>
                <a:lnTo>
                  <a:pt x="2697" y="15443"/>
                </a:lnTo>
                <a:lnTo>
                  <a:pt x="2697" y="15709"/>
                </a:lnTo>
                <a:lnTo>
                  <a:pt x="2697" y="16153"/>
                </a:lnTo>
                <a:lnTo>
                  <a:pt x="2697" y="16774"/>
                </a:lnTo>
                <a:lnTo>
                  <a:pt x="2697" y="16952"/>
                </a:lnTo>
                <a:lnTo>
                  <a:pt x="2697" y="17396"/>
                </a:lnTo>
                <a:lnTo>
                  <a:pt x="2697" y="17839"/>
                </a:lnTo>
                <a:lnTo>
                  <a:pt x="3015" y="18283"/>
                </a:lnTo>
                <a:lnTo>
                  <a:pt x="3015" y="18727"/>
                </a:lnTo>
                <a:lnTo>
                  <a:pt x="3015" y="19082"/>
                </a:lnTo>
                <a:lnTo>
                  <a:pt x="3015" y="19526"/>
                </a:lnTo>
                <a:lnTo>
                  <a:pt x="3015" y="19970"/>
                </a:lnTo>
                <a:lnTo>
                  <a:pt x="3491" y="20413"/>
                </a:lnTo>
                <a:lnTo>
                  <a:pt x="3491" y="20857"/>
                </a:lnTo>
                <a:lnTo>
                  <a:pt x="3491" y="21301"/>
                </a:lnTo>
                <a:lnTo>
                  <a:pt x="3491" y="21656"/>
                </a:lnTo>
                <a:lnTo>
                  <a:pt x="3808" y="22100"/>
                </a:lnTo>
                <a:lnTo>
                  <a:pt x="3808" y="22543"/>
                </a:lnTo>
                <a:lnTo>
                  <a:pt x="3808" y="22987"/>
                </a:lnTo>
                <a:lnTo>
                  <a:pt x="3808" y="23431"/>
                </a:lnTo>
                <a:lnTo>
                  <a:pt x="3808" y="23875"/>
                </a:lnTo>
                <a:lnTo>
                  <a:pt x="4284" y="24230"/>
                </a:lnTo>
                <a:lnTo>
                  <a:pt x="4284" y="24674"/>
                </a:lnTo>
                <a:lnTo>
                  <a:pt x="4284" y="25117"/>
                </a:lnTo>
                <a:lnTo>
                  <a:pt x="4284" y="25561"/>
                </a:lnTo>
                <a:lnTo>
                  <a:pt x="4284" y="26005"/>
                </a:lnTo>
                <a:lnTo>
                  <a:pt x="4601" y="26182"/>
                </a:lnTo>
                <a:lnTo>
                  <a:pt x="4601" y="26804"/>
                </a:lnTo>
                <a:lnTo>
                  <a:pt x="4601" y="27247"/>
                </a:lnTo>
                <a:lnTo>
                  <a:pt x="4601" y="27514"/>
                </a:lnTo>
                <a:lnTo>
                  <a:pt x="4601" y="28135"/>
                </a:lnTo>
                <a:lnTo>
                  <a:pt x="4601" y="28579"/>
                </a:lnTo>
                <a:lnTo>
                  <a:pt x="4601" y="29023"/>
                </a:lnTo>
                <a:lnTo>
                  <a:pt x="4601" y="29378"/>
                </a:lnTo>
                <a:lnTo>
                  <a:pt x="4601" y="29821"/>
                </a:lnTo>
                <a:lnTo>
                  <a:pt x="5077" y="30265"/>
                </a:lnTo>
                <a:lnTo>
                  <a:pt x="5077" y="30709"/>
                </a:lnTo>
                <a:lnTo>
                  <a:pt x="5077" y="31153"/>
                </a:lnTo>
                <a:lnTo>
                  <a:pt x="5077" y="31597"/>
                </a:lnTo>
                <a:lnTo>
                  <a:pt x="5077" y="31952"/>
                </a:lnTo>
                <a:lnTo>
                  <a:pt x="5395" y="32395"/>
                </a:lnTo>
                <a:lnTo>
                  <a:pt x="5395" y="32839"/>
                </a:lnTo>
                <a:lnTo>
                  <a:pt x="5395" y="33283"/>
                </a:lnTo>
                <a:lnTo>
                  <a:pt x="5395" y="33727"/>
                </a:lnTo>
                <a:lnTo>
                  <a:pt x="5395" y="34170"/>
                </a:lnTo>
                <a:lnTo>
                  <a:pt x="5712" y="34525"/>
                </a:lnTo>
                <a:lnTo>
                  <a:pt x="5712" y="34969"/>
                </a:lnTo>
                <a:lnTo>
                  <a:pt x="5712" y="35591"/>
                </a:lnTo>
                <a:lnTo>
                  <a:pt x="5712" y="35857"/>
                </a:lnTo>
                <a:lnTo>
                  <a:pt x="5712" y="36301"/>
                </a:lnTo>
                <a:lnTo>
                  <a:pt x="6188" y="36922"/>
                </a:lnTo>
                <a:lnTo>
                  <a:pt x="6188" y="37099"/>
                </a:lnTo>
                <a:lnTo>
                  <a:pt x="6188" y="37809"/>
                </a:lnTo>
                <a:lnTo>
                  <a:pt x="6188" y="37987"/>
                </a:lnTo>
                <a:lnTo>
                  <a:pt x="6506" y="38608"/>
                </a:lnTo>
                <a:lnTo>
                  <a:pt x="6506" y="39052"/>
                </a:lnTo>
                <a:lnTo>
                  <a:pt x="6506" y="39229"/>
                </a:lnTo>
                <a:lnTo>
                  <a:pt x="6506" y="39940"/>
                </a:lnTo>
                <a:lnTo>
                  <a:pt x="6506" y="40383"/>
                </a:lnTo>
                <a:lnTo>
                  <a:pt x="6982" y="40738"/>
                </a:lnTo>
                <a:lnTo>
                  <a:pt x="6982" y="41182"/>
                </a:lnTo>
                <a:lnTo>
                  <a:pt x="6982" y="41626"/>
                </a:lnTo>
                <a:lnTo>
                  <a:pt x="6982" y="42070"/>
                </a:lnTo>
                <a:lnTo>
                  <a:pt x="6982" y="42691"/>
                </a:lnTo>
                <a:lnTo>
                  <a:pt x="6982" y="42957"/>
                </a:lnTo>
                <a:lnTo>
                  <a:pt x="6982" y="43312"/>
                </a:lnTo>
                <a:lnTo>
                  <a:pt x="6982" y="44022"/>
                </a:lnTo>
                <a:lnTo>
                  <a:pt x="6982" y="44200"/>
                </a:lnTo>
                <a:lnTo>
                  <a:pt x="6982" y="44821"/>
                </a:lnTo>
                <a:lnTo>
                  <a:pt x="7299" y="45087"/>
                </a:lnTo>
                <a:lnTo>
                  <a:pt x="7299" y="45709"/>
                </a:lnTo>
                <a:lnTo>
                  <a:pt x="7299" y="46152"/>
                </a:lnTo>
                <a:lnTo>
                  <a:pt x="7299" y="46596"/>
                </a:lnTo>
                <a:lnTo>
                  <a:pt x="7616" y="46951"/>
                </a:lnTo>
                <a:lnTo>
                  <a:pt x="7616" y="47395"/>
                </a:lnTo>
                <a:lnTo>
                  <a:pt x="7616" y="47839"/>
                </a:lnTo>
                <a:lnTo>
                  <a:pt x="7616" y="48460"/>
                </a:lnTo>
                <a:lnTo>
                  <a:pt x="7616" y="48726"/>
                </a:lnTo>
                <a:lnTo>
                  <a:pt x="8093" y="49348"/>
                </a:lnTo>
                <a:lnTo>
                  <a:pt x="8093" y="49791"/>
                </a:lnTo>
                <a:lnTo>
                  <a:pt x="8093" y="50235"/>
                </a:lnTo>
                <a:lnTo>
                  <a:pt x="8093" y="50679"/>
                </a:lnTo>
                <a:lnTo>
                  <a:pt x="8093" y="51034"/>
                </a:lnTo>
                <a:lnTo>
                  <a:pt x="8410" y="51478"/>
                </a:lnTo>
                <a:lnTo>
                  <a:pt x="8410" y="52099"/>
                </a:lnTo>
                <a:lnTo>
                  <a:pt x="8410" y="52365"/>
                </a:lnTo>
                <a:lnTo>
                  <a:pt x="8410" y="52987"/>
                </a:lnTo>
                <a:lnTo>
                  <a:pt x="8410" y="53430"/>
                </a:lnTo>
                <a:lnTo>
                  <a:pt x="8886" y="53874"/>
                </a:lnTo>
                <a:lnTo>
                  <a:pt x="8886" y="54318"/>
                </a:lnTo>
                <a:lnTo>
                  <a:pt x="8886" y="54673"/>
                </a:lnTo>
                <a:lnTo>
                  <a:pt x="8886" y="55117"/>
                </a:lnTo>
                <a:lnTo>
                  <a:pt x="8886" y="55827"/>
                </a:lnTo>
                <a:lnTo>
                  <a:pt x="8886" y="56004"/>
                </a:lnTo>
                <a:lnTo>
                  <a:pt x="8886" y="56626"/>
                </a:lnTo>
                <a:lnTo>
                  <a:pt x="8886" y="56892"/>
                </a:lnTo>
                <a:lnTo>
                  <a:pt x="8886" y="57513"/>
                </a:lnTo>
                <a:lnTo>
                  <a:pt x="9203" y="58134"/>
                </a:lnTo>
                <a:lnTo>
                  <a:pt x="9203" y="58312"/>
                </a:lnTo>
                <a:lnTo>
                  <a:pt x="9203" y="59022"/>
                </a:lnTo>
                <a:lnTo>
                  <a:pt x="9203" y="59200"/>
                </a:lnTo>
                <a:lnTo>
                  <a:pt x="9203" y="59821"/>
                </a:lnTo>
                <a:lnTo>
                  <a:pt x="9679" y="60265"/>
                </a:lnTo>
                <a:lnTo>
                  <a:pt x="9679" y="60708"/>
                </a:lnTo>
                <a:lnTo>
                  <a:pt x="9679" y="61152"/>
                </a:lnTo>
                <a:lnTo>
                  <a:pt x="9679" y="61596"/>
                </a:lnTo>
                <a:lnTo>
                  <a:pt x="9679" y="62217"/>
                </a:lnTo>
                <a:lnTo>
                  <a:pt x="9997" y="62661"/>
                </a:lnTo>
                <a:lnTo>
                  <a:pt x="9997" y="63105"/>
                </a:lnTo>
                <a:lnTo>
                  <a:pt x="9997" y="63460"/>
                </a:lnTo>
                <a:lnTo>
                  <a:pt x="9997" y="63904"/>
                </a:lnTo>
                <a:lnTo>
                  <a:pt x="10314" y="64347"/>
                </a:lnTo>
                <a:lnTo>
                  <a:pt x="10314" y="64969"/>
                </a:lnTo>
                <a:lnTo>
                  <a:pt x="10314" y="65235"/>
                </a:lnTo>
                <a:lnTo>
                  <a:pt x="10314" y="65856"/>
                </a:lnTo>
                <a:lnTo>
                  <a:pt x="10314" y="66300"/>
                </a:lnTo>
                <a:lnTo>
                  <a:pt x="10790" y="66744"/>
                </a:lnTo>
                <a:lnTo>
                  <a:pt x="10790" y="67365"/>
                </a:lnTo>
                <a:lnTo>
                  <a:pt x="10790" y="67543"/>
                </a:lnTo>
                <a:lnTo>
                  <a:pt x="10790" y="68253"/>
                </a:lnTo>
                <a:lnTo>
                  <a:pt x="10790" y="68608"/>
                </a:lnTo>
                <a:lnTo>
                  <a:pt x="10790" y="69051"/>
                </a:lnTo>
                <a:lnTo>
                  <a:pt x="10790" y="69761"/>
                </a:lnTo>
                <a:lnTo>
                  <a:pt x="10790" y="69939"/>
                </a:lnTo>
                <a:lnTo>
                  <a:pt x="10790" y="70560"/>
                </a:lnTo>
                <a:lnTo>
                  <a:pt x="10790" y="71004"/>
                </a:lnTo>
                <a:lnTo>
                  <a:pt x="11108" y="71448"/>
                </a:lnTo>
                <a:lnTo>
                  <a:pt x="11108" y="72069"/>
                </a:lnTo>
                <a:lnTo>
                  <a:pt x="11108" y="72335"/>
                </a:lnTo>
                <a:lnTo>
                  <a:pt x="11108" y="72957"/>
                </a:lnTo>
                <a:lnTo>
                  <a:pt x="11584" y="73400"/>
                </a:lnTo>
                <a:lnTo>
                  <a:pt x="11584" y="73755"/>
                </a:lnTo>
                <a:lnTo>
                  <a:pt x="11584" y="74465"/>
                </a:lnTo>
                <a:lnTo>
                  <a:pt x="11584" y="74643"/>
                </a:lnTo>
                <a:lnTo>
                  <a:pt x="11584" y="75264"/>
                </a:lnTo>
                <a:lnTo>
                  <a:pt x="11901" y="75708"/>
                </a:lnTo>
                <a:lnTo>
                  <a:pt x="11901" y="76152"/>
                </a:lnTo>
                <a:lnTo>
                  <a:pt x="11901" y="76773"/>
                </a:lnTo>
                <a:lnTo>
                  <a:pt x="11901" y="77217"/>
                </a:lnTo>
                <a:lnTo>
                  <a:pt x="11901" y="77661"/>
                </a:lnTo>
                <a:lnTo>
                  <a:pt x="12218" y="78104"/>
                </a:lnTo>
                <a:lnTo>
                  <a:pt x="12218" y="78548"/>
                </a:lnTo>
                <a:lnTo>
                  <a:pt x="12218" y="79170"/>
                </a:lnTo>
                <a:lnTo>
                  <a:pt x="12218" y="79613"/>
                </a:lnTo>
                <a:lnTo>
                  <a:pt x="12218" y="80057"/>
                </a:lnTo>
                <a:lnTo>
                  <a:pt x="12694" y="80412"/>
                </a:lnTo>
                <a:lnTo>
                  <a:pt x="12694" y="81122"/>
                </a:lnTo>
                <a:lnTo>
                  <a:pt x="12694" y="81477"/>
                </a:lnTo>
                <a:lnTo>
                  <a:pt x="12694" y="81921"/>
                </a:lnTo>
                <a:lnTo>
                  <a:pt x="13012" y="82542"/>
                </a:lnTo>
                <a:lnTo>
                  <a:pt x="13012" y="82808"/>
                </a:lnTo>
                <a:lnTo>
                  <a:pt x="13012" y="83430"/>
                </a:lnTo>
                <a:lnTo>
                  <a:pt x="13012" y="84051"/>
                </a:lnTo>
                <a:lnTo>
                  <a:pt x="13012" y="84317"/>
                </a:lnTo>
                <a:lnTo>
                  <a:pt x="13012" y="84939"/>
                </a:lnTo>
                <a:lnTo>
                  <a:pt x="13012" y="85116"/>
                </a:lnTo>
                <a:lnTo>
                  <a:pt x="13012" y="85826"/>
                </a:lnTo>
                <a:lnTo>
                  <a:pt x="13012" y="86447"/>
                </a:lnTo>
                <a:lnTo>
                  <a:pt x="13012" y="86625"/>
                </a:lnTo>
                <a:lnTo>
                  <a:pt x="13488" y="87335"/>
                </a:lnTo>
                <a:lnTo>
                  <a:pt x="13488" y="87690"/>
                </a:lnTo>
                <a:lnTo>
                  <a:pt x="13488" y="88134"/>
                </a:lnTo>
              </a:path>
            </a:pathLst>
          </a:custGeom>
          <a:ln w="1934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5359910" y="2676197"/>
            <a:ext cx="13805" cy="101891"/>
          </a:xfrm>
          <a:custGeom>
            <a:avLst/>
            <a:gdLst/>
            <a:ahLst/>
            <a:cxnLst/>
            <a:rect l="l" t="t" r="r" b="b"/>
            <a:pathLst>
              <a:path w="13805" h="101891">
                <a:moveTo>
                  <a:pt x="0" y="0"/>
                </a:moveTo>
                <a:lnTo>
                  <a:pt x="0" y="710"/>
                </a:lnTo>
                <a:lnTo>
                  <a:pt x="0" y="1065"/>
                </a:lnTo>
                <a:lnTo>
                  <a:pt x="317" y="1775"/>
                </a:lnTo>
                <a:lnTo>
                  <a:pt x="317" y="1952"/>
                </a:lnTo>
                <a:lnTo>
                  <a:pt x="317" y="2573"/>
                </a:lnTo>
                <a:lnTo>
                  <a:pt x="317" y="3017"/>
                </a:lnTo>
                <a:lnTo>
                  <a:pt x="634" y="3461"/>
                </a:lnTo>
                <a:lnTo>
                  <a:pt x="634" y="4082"/>
                </a:lnTo>
                <a:lnTo>
                  <a:pt x="634" y="4526"/>
                </a:lnTo>
                <a:lnTo>
                  <a:pt x="634" y="4970"/>
                </a:lnTo>
                <a:lnTo>
                  <a:pt x="634" y="5414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922"/>
                </a:lnTo>
                <a:lnTo>
                  <a:pt x="1110" y="7544"/>
                </a:lnTo>
                <a:lnTo>
                  <a:pt x="1110" y="7721"/>
                </a:lnTo>
                <a:lnTo>
                  <a:pt x="1428" y="8431"/>
                </a:lnTo>
                <a:lnTo>
                  <a:pt x="1428" y="8786"/>
                </a:lnTo>
                <a:lnTo>
                  <a:pt x="1428" y="9496"/>
                </a:lnTo>
                <a:lnTo>
                  <a:pt x="1428" y="9851"/>
                </a:lnTo>
                <a:lnTo>
                  <a:pt x="1428" y="10295"/>
                </a:lnTo>
                <a:lnTo>
                  <a:pt x="1428" y="11005"/>
                </a:lnTo>
                <a:lnTo>
                  <a:pt x="1428" y="11183"/>
                </a:lnTo>
                <a:lnTo>
                  <a:pt x="1428" y="11804"/>
                </a:lnTo>
                <a:lnTo>
                  <a:pt x="1428" y="12425"/>
                </a:lnTo>
                <a:lnTo>
                  <a:pt x="1904" y="12869"/>
                </a:lnTo>
                <a:lnTo>
                  <a:pt x="1904" y="13313"/>
                </a:lnTo>
                <a:lnTo>
                  <a:pt x="1904" y="13757"/>
                </a:lnTo>
                <a:lnTo>
                  <a:pt x="1904" y="14378"/>
                </a:lnTo>
                <a:lnTo>
                  <a:pt x="1904" y="14822"/>
                </a:lnTo>
                <a:lnTo>
                  <a:pt x="2221" y="15265"/>
                </a:lnTo>
                <a:lnTo>
                  <a:pt x="2221" y="15887"/>
                </a:lnTo>
                <a:lnTo>
                  <a:pt x="2221" y="16331"/>
                </a:lnTo>
                <a:lnTo>
                  <a:pt x="2221" y="16774"/>
                </a:lnTo>
                <a:lnTo>
                  <a:pt x="2221" y="17218"/>
                </a:lnTo>
                <a:lnTo>
                  <a:pt x="2697" y="17839"/>
                </a:lnTo>
                <a:lnTo>
                  <a:pt x="2697" y="18283"/>
                </a:lnTo>
                <a:lnTo>
                  <a:pt x="2697" y="18638"/>
                </a:lnTo>
                <a:lnTo>
                  <a:pt x="2697" y="19348"/>
                </a:lnTo>
                <a:lnTo>
                  <a:pt x="2697" y="19792"/>
                </a:lnTo>
                <a:lnTo>
                  <a:pt x="3015" y="20413"/>
                </a:lnTo>
                <a:lnTo>
                  <a:pt x="3015" y="20591"/>
                </a:lnTo>
                <a:lnTo>
                  <a:pt x="3015" y="21212"/>
                </a:lnTo>
                <a:lnTo>
                  <a:pt x="3015" y="21922"/>
                </a:lnTo>
                <a:lnTo>
                  <a:pt x="3332" y="22366"/>
                </a:lnTo>
                <a:lnTo>
                  <a:pt x="3332" y="22721"/>
                </a:lnTo>
                <a:lnTo>
                  <a:pt x="3332" y="23165"/>
                </a:lnTo>
                <a:lnTo>
                  <a:pt x="3332" y="23786"/>
                </a:lnTo>
                <a:lnTo>
                  <a:pt x="3332" y="24230"/>
                </a:lnTo>
                <a:lnTo>
                  <a:pt x="3808" y="24674"/>
                </a:lnTo>
                <a:lnTo>
                  <a:pt x="3808" y="25295"/>
                </a:lnTo>
                <a:lnTo>
                  <a:pt x="3808" y="25739"/>
                </a:lnTo>
                <a:lnTo>
                  <a:pt x="3808" y="26360"/>
                </a:lnTo>
                <a:lnTo>
                  <a:pt x="3808" y="26626"/>
                </a:lnTo>
                <a:lnTo>
                  <a:pt x="3808" y="27247"/>
                </a:lnTo>
                <a:lnTo>
                  <a:pt x="3808" y="27869"/>
                </a:lnTo>
                <a:lnTo>
                  <a:pt x="3808" y="28313"/>
                </a:lnTo>
                <a:lnTo>
                  <a:pt x="3808" y="28756"/>
                </a:lnTo>
                <a:lnTo>
                  <a:pt x="3808" y="29200"/>
                </a:lnTo>
                <a:lnTo>
                  <a:pt x="4125" y="29821"/>
                </a:lnTo>
                <a:lnTo>
                  <a:pt x="4125" y="30265"/>
                </a:lnTo>
                <a:lnTo>
                  <a:pt x="4125" y="30886"/>
                </a:lnTo>
                <a:lnTo>
                  <a:pt x="4125" y="31330"/>
                </a:lnTo>
                <a:lnTo>
                  <a:pt x="4601" y="31774"/>
                </a:lnTo>
                <a:lnTo>
                  <a:pt x="4601" y="32395"/>
                </a:lnTo>
                <a:lnTo>
                  <a:pt x="4601" y="32839"/>
                </a:lnTo>
                <a:lnTo>
                  <a:pt x="4601" y="33283"/>
                </a:lnTo>
                <a:lnTo>
                  <a:pt x="4601" y="33727"/>
                </a:lnTo>
                <a:lnTo>
                  <a:pt x="4919" y="34348"/>
                </a:lnTo>
                <a:lnTo>
                  <a:pt x="4919" y="34969"/>
                </a:lnTo>
                <a:lnTo>
                  <a:pt x="4919" y="35413"/>
                </a:lnTo>
                <a:lnTo>
                  <a:pt x="4919" y="35857"/>
                </a:lnTo>
                <a:lnTo>
                  <a:pt x="4919" y="36301"/>
                </a:lnTo>
                <a:lnTo>
                  <a:pt x="5236" y="36922"/>
                </a:lnTo>
                <a:lnTo>
                  <a:pt x="5236" y="37366"/>
                </a:lnTo>
                <a:lnTo>
                  <a:pt x="5236" y="37987"/>
                </a:lnTo>
                <a:lnTo>
                  <a:pt x="5236" y="38431"/>
                </a:lnTo>
                <a:lnTo>
                  <a:pt x="5236" y="38874"/>
                </a:lnTo>
                <a:lnTo>
                  <a:pt x="5712" y="39496"/>
                </a:lnTo>
                <a:lnTo>
                  <a:pt x="5712" y="39940"/>
                </a:lnTo>
                <a:lnTo>
                  <a:pt x="5712" y="40561"/>
                </a:lnTo>
                <a:lnTo>
                  <a:pt x="5712" y="40738"/>
                </a:lnTo>
                <a:lnTo>
                  <a:pt x="5712" y="41448"/>
                </a:lnTo>
                <a:lnTo>
                  <a:pt x="5712" y="42070"/>
                </a:lnTo>
                <a:lnTo>
                  <a:pt x="5712" y="42513"/>
                </a:lnTo>
                <a:lnTo>
                  <a:pt x="5712" y="43135"/>
                </a:lnTo>
                <a:lnTo>
                  <a:pt x="5712" y="43312"/>
                </a:lnTo>
                <a:lnTo>
                  <a:pt x="6030" y="44022"/>
                </a:lnTo>
                <a:lnTo>
                  <a:pt x="6030" y="44377"/>
                </a:lnTo>
                <a:lnTo>
                  <a:pt x="6030" y="45087"/>
                </a:lnTo>
                <a:lnTo>
                  <a:pt x="6030" y="45442"/>
                </a:lnTo>
                <a:lnTo>
                  <a:pt x="6030" y="45886"/>
                </a:lnTo>
                <a:lnTo>
                  <a:pt x="6506" y="46596"/>
                </a:lnTo>
                <a:lnTo>
                  <a:pt x="6506" y="46951"/>
                </a:lnTo>
                <a:lnTo>
                  <a:pt x="6506" y="47661"/>
                </a:lnTo>
                <a:lnTo>
                  <a:pt x="6506" y="48016"/>
                </a:lnTo>
                <a:lnTo>
                  <a:pt x="6506" y="48726"/>
                </a:lnTo>
                <a:lnTo>
                  <a:pt x="6823" y="49170"/>
                </a:lnTo>
                <a:lnTo>
                  <a:pt x="6823" y="49525"/>
                </a:lnTo>
                <a:lnTo>
                  <a:pt x="6823" y="50235"/>
                </a:lnTo>
                <a:lnTo>
                  <a:pt x="6823" y="50590"/>
                </a:lnTo>
                <a:lnTo>
                  <a:pt x="7299" y="51300"/>
                </a:lnTo>
                <a:lnTo>
                  <a:pt x="7299" y="51744"/>
                </a:lnTo>
                <a:lnTo>
                  <a:pt x="7299" y="52099"/>
                </a:lnTo>
                <a:lnTo>
                  <a:pt x="7299" y="52543"/>
                </a:lnTo>
                <a:lnTo>
                  <a:pt x="7299" y="53164"/>
                </a:lnTo>
                <a:lnTo>
                  <a:pt x="7616" y="53874"/>
                </a:lnTo>
                <a:lnTo>
                  <a:pt x="7616" y="54318"/>
                </a:lnTo>
                <a:lnTo>
                  <a:pt x="7616" y="54939"/>
                </a:lnTo>
                <a:lnTo>
                  <a:pt x="7616" y="55117"/>
                </a:lnTo>
                <a:lnTo>
                  <a:pt x="7616" y="55738"/>
                </a:lnTo>
                <a:lnTo>
                  <a:pt x="7934" y="56182"/>
                </a:lnTo>
                <a:lnTo>
                  <a:pt x="7934" y="56892"/>
                </a:lnTo>
                <a:lnTo>
                  <a:pt x="7934" y="57247"/>
                </a:lnTo>
                <a:lnTo>
                  <a:pt x="7934" y="57957"/>
                </a:lnTo>
                <a:lnTo>
                  <a:pt x="7934" y="58312"/>
                </a:lnTo>
                <a:lnTo>
                  <a:pt x="7934" y="58756"/>
                </a:lnTo>
                <a:lnTo>
                  <a:pt x="7934" y="59466"/>
                </a:lnTo>
                <a:lnTo>
                  <a:pt x="7934" y="59821"/>
                </a:lnTo>
                <a:lnTo>
                  <a:pt x="7934" y="60531"/>
                </a:lnTo>
                <a:lnTo>
                  <a:pt x="8410" y="60886"/>
                </a:lnTo>
                <a:lnTo>
                  <a:pt x="8410" y="61596"/>
                </a:lnTo>
                <a:lnTo>
                  <a:pt x="8410" y="61951"/>
                </a:lnTo>
                <a:lnTo>
                  <a:pt x="8410" y="62395"/>
                </a:lnTo>
                <a:lnTo>
                  <a:pt x="8410" y="63105"/>
                </a:lnTo>
                <a:lnTo>
                  <a:pt x="8727" y="63460"/>
                </a:lnTo>
                <a:lnTo>
                  <a:pt x="8727" y="64170"/>
                </a:lnTo>
                <a:lnTo>
                  <a:pt x="8727" y="64525"/>
                </a:lnTo>
                <a:lnTo>
                  <a:pt x="8727" y="65235"/>
                </a:lnTo>
                <a:lnTo>
                  <a:pt x="8727" y="65679"/>
                </a:lnTo>
                <a:lnTo>
                  <a:pt x="9203" y="66034"/>
                </a:lnTo>
                <a:lnTo>
                  <a:pt x="9203" y="66744"/>
                </a:lnTo>
                <a:lnTo>
                  <a:pt x="9203" y="67099"/>
                </a:lnTo>
                <a:lnTo>
                  <a:pt x="9203" y="67809"/>
                </a:lnTo>
                <a:lnTo>
                  <a:pt x="9203" y="68253"/>
                </a:lnTo>
                <a:lnTo>
                  <a:pt x="9521" y="68874"/>
                </a:lnTo>
                <a:lnTo>
                  <a:pt x="9521" y="69051"/>
                </a:lnTo>
                <a:lnTo>
                  <a:pt x="9521" y="69673"/>
                </a:lnTo>
                <a:lnTo>
                  <a:pt x="9521" y="70383"/>
                </a:lnTo>
                <a:lnTo>
                  <a:pt x="9838" y="70826"/>
                </a:lnTo>
                <a:lnTo>
                  <a:pt x="9838" y="71448"/>
                </a:lnTo>
                <a:lnTo>
                  <a:pt x="9838" y="71892"/>
                </a:lnTo>
                <a:lnTo>
                  <a:pt x="9838" y="72513"/>
                </a:lnTo>
                <a:lnTo>
                  <a:pt x="9838" y="72957"/>
                </a:lnTo>
                <a:lnTo>
                  <a:pt x="9838" y="73400"/>
                </a:lnTo>
                <a:lnTo>
                  <a:pt x="9838" y="73755"/>
                </a:lnTo>
                <a:lnTo>
                  <a:pt x="9838" y="74465"/>
                </a:lnTo>
                <a:lnTo>
                  <a:pt x="9838" y="75087"/>
                </a:lnTo>
                <a:lnTo>
                  <a:pt x="9838" y="75531"/>
                </a:lnTo>
                <a:lnTo>
                  <a:pt x="10314" y="76152"/>
                </a:lnTo>
                <a:lnTo>
                  <a:pt x="10314" y="76596"/>
                </a:lnTo>
                <a:lnTo>
                  <a:pt x="10314" y="77217"/>
                </a:lnTo>
                <a:lnTo>
                  <a:pt x="10314" y="77394"/>
                </a:lnTo>
                <a:lnTo>
                  <a:pt x="10314" y="78104"/>
                </a:lnTo>
                <a:lnTo>
                  <a:pt x="10631" y="78548"/>
                </a:lnTo>
                <a:lnTo>
                  <a:pt x="10631" y="79170"/>
                </a:lnTo>
                <a:lnTo>
                  <a:pt x="10631" y="79791"/>
                </a:lnTo>
                <a:lnTo>
                  <a:pt x="10631" y="80235"/>
                </a:lnTo>
                <a:lnTo>
                  <a:pt x="11108" y="80856"/>
                </a:lnTo>
                <a:lnTo>
                  <a:pt x="11108" y="81300"/>
                </a:lnTo>
                <a:lnTo>
                  <a:pt x="11108" y="81921"/>
                </a:lnTo>
                <a:lnTo>
                  <a:pt x="11108" y="82187"/>
                </a:lnTo>
                <a:lnTo>
                  <a:pt x="11108" y="82808"/>
                </a:lnTo>
                <a:lnTo>
                  <a:pt x="11425" y="83252"/>
                </a:lnTo>
                <a:lnTo>
                  <a:pt x="11425" y="83874"/>
                </a:lnTo>
                <a:lnTo>
                  <a:pt x="11425" y="84495"/>
                </a:lnTo>
                <a:lnTo>
                  <a:pt x="11425" y="84939"/>
                </a:lnTo>
                <a:lnTo>
                  <a:pt x="11425" y="85560"/>
                </a:lnTo>
                <a:lnTo>
                  <a:pt x="11901" y="86004"/>
                </a:lnTo>
                <a:lnTo>
                  <a:pt x="11901" y="86625"/>
                </a:lnTo>
                <a:lnTo>
                  <a:pt x="11901" y="86891"/>
                </a:lnTo>
                <a:lnTo>
                  <a:pt x="11901" y="87513"/>
                </a:lnTo>
                <a:lnTo>
                  <a:pt x="11901" y="87956"/>
                </a:lnTo>
                <a:lnTo>
                  <a:pt x="12218" y="88578"/>
                </a:lnTo>
                <a:lnTo>
                  <a:pt x="12218" y="89199"/>
                </a:lnTo>
                <a:lnTo>
                  <a:pt x="12218" y="89643"/>
                </a:lnTo>
                <a:lnTo>
                  <a:pt x="12218" y="90264"/>
                </a:lnTo>
                <a:lnTo>
                  <a:pt x="12218" y="90708"/>
                </a:lnTo>
                <a:lnTo>
                  <a:pt x="12218" y="91329"/>
                </a:lnTo>
                <a:lnTo>
                  <a:pt x="12218" y="91773"/>
                </a:lnTo>
                <a:lnTo>
                  <a:pt x="12218" y="92217"/>
                </a:lnTo>
                <a:lnTo>
                  <a:pt x="12218" y="92660"/>
                </a:lnTo>
                <a:lnTo>
                  <a:pt x="12536" y="93282"/>
                </a:lnTo>
                <a:lnTo>
                  <a:pt x="12536" y="93903"/>
                </a:lnTo>
                <a:lnTo>
                  <a:pt x="12536" y="94347"/>
                </a:lnTo>
                <a:lnTo>
                  <a:pt x="12536" y="95057"/>
                </a:lnTo>
                <a:lnTo>
                  <a:pt x="12536" y="95412"/>
                </a:lnTo>
                <a:lnTo>
                  <a:pt x="13012" y="96122"/>
                </a:lnTo>
                <a:lnTo>
                  <a:pt x="13012" y="96477"/>
                </a:lnTo>
                <a:lnTo>
                  <a:pt x="13012" y="97187"/>
                </a:lnTo>
                <a:lnTo>
                  <a:pt x="13012" y="97631"/>
                </a:lnTo>
                <a:lnTo>
                  <a:pt x="13012" y="97986"/>
                </a:lnTo>
                <a:lnTo>
                  <a:pt x="13329" y="98696"/>
                </a:lnTo>
                <a:lnTo>
                  <a:pt x="13329" y="99051"/>
                </a:lnTo>
                <a:lnTo>
                  <a:pt x="13329" y="99761"/>
                </a:lnTo>
                <a:lnTo>
                  <a:pt x="13329" y="100205"/>
                </a:lnTo>
                <a:lnTo>
                  <a:pt x="13805" y="100826"/>
                </a:lnTo>
                <a:lnTo>
                  <a:pt x="13805" y="101270"/>
                </a:lnTo>
                <a:lnTo>
                  <a:pt x="13805" y="101891"/>
                </a:lnTo>
              </a:path>
            </a:pathLst>
          </a:custGeom>
          <a:ln w="1938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5373716" y="2778088"/>
            <a:ext cx="13329" cy="105707"/>
          </a:xfrm>
          <a:custGeom>
            <a:avLst/>
            <a:gdLst/>
            <a:ahLst/>
            <a:cxnLst/>
            <a:rect l="l" t="t" r="r" b="b"/>
            <a:pathLst>
              <a:path w="13329" h="105707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317" y="1508"/>
                </a:lnTo>
                <a:lnTo>
                  <a:pt x="317" y="2130"/>
                </a:lnTo>
                <a:lnTo>
                  <a:pt x="317" y="2573"/>
                </a:lnTo>
                <a:lnTo>
                  <a:pt x="317" y="3017"/>
                </a:lnTo>
                <a:lnTo>
                  <a:pt x="317" y="3638"/>
                </a:lnTo>
                <a:lnTo>
                  <a:pt x="317" y="4082"/>
                </a:lnTo>
                <a:lnTo>
                  <a:pt x="317" y="4704"/>
                </a:lnTo>
                <a:lnTo>
                  <a:pt x="317" y="5147"/>
                </a:lnTo>
                <a:lnTo>
                  <a:pt x="317" y="5769"/>
                </a:lnTo>
                <a:lnTo>
                  <a:pt x="317" y="6212"/>
                </a:lnTo>
                <a:lnTo>
                  <a:pt x="634" y="6834"/>
                </a:lnTo>
                <a:lnTo>
                  <a:pt x="634" y="7455"/>
                </a:lnTo>
                <a:lnTo>
                  <a:pt x="634" y="7899"/>
                </a:lnTo>
                <a:lnTo>
                  <a:pt x="634" y="8520"/>
                </a:lnTo>
                <a:lnTo>
                  <a:pt x="1110" y="8964"/>
                </a:lnTo>
                <a:lnTo>
                  <a:pt x="1110" y="9408"/>
                </a:lnTo>
                <a:lnTo>
                  <a:pt x="1110" y="9851"/>
                </a:lnTo>
                <a:lnTo>
                  <a:pt x="1110" y="10473"/>
                </a:lnTo>
                <a:lnTo>
                  <a:pt x="1110" y="10916"/>
                </a:lnTo>
                <a:lnTo>
                  <a:pt x="1428" y="11538"/>
                </a:lnTo>
                <a:lnTo>
                  <a:pt x="1428" y="12248"/>
                </a:lnTo>
                <a:lnTo>
                  <a:pt x="1428" y="12603"/>
                </a:lnTo>
                <a:lnTo>
                  <a:pt x="1428" y="13313"/>
                </a:lnTo>
                <a:lnTo>
                  <a:pt x="1428" y="13668"/>
                </a:lnTo>
                <a:lnTo>
                  <a:pt x="1904" y="14378"/>
                </a:lnTo>
                <a:lnTo>
                  <a:pt x="1904" y="14822"/>
                </a:lnTo>
                <a:lnTo>
                  <a:pt x="1904" y="15443"/>
                </a:lnTo>
                <a:lnTo>
                  <a:pt x="1904" y="15887"/>
                </a:lnTo>
                <a:lnTo>
                  <a:pt x="1904" y="16508"/>
                </a:lnTo>
                <a:lnTo>
                  <a:pt x="2221" y="16952"/>
                </a:lnTo>
                <a:lnTo>
                  <a:pt x="2221" y="17396"/>
                </a:lnTo>
                <a:lnTo>
                  <a:pt x="2221" y="18017"/>
                </a:lnTo>
                <a:lnTo>
                  <a:pt x="2221" y="18461"/>
                </a:lnTo>
                <a:lnTo>
                  <a:pt x="2221" y="19082"/>
                </a:lnTo>
                <a:lnTo>
                  <a:pt x="2538" y="19526"/>
                </a:lnTo>
                <a:lnTo>
                  <a:pt x="2538" y="20147"/>
                </a:lnTo>
                <a:lnTo>
                  <a:pt x="2538" y="20591"/>
                </a:lnTo>
                <a:lnTo>
                  <a:pt x="2538" y="21212"/>
                </a:lnTo>
                <a:lnTo>
                  <a:pt x="2538" y="21656"/>
                </a:lnTo>
                <a:lnTo>
                  <a:pt x="2538" y="22277"/>
                </a:lnTo>
                <a:lnTo>
                  <a:pt x="2538" y="22721"/>
                </a:lnTo>
                <a:lnTo>
                  <a:pt x="2538" y="23342"/>
                </a:lnTo>
                <a:lnTo>
                  <a:pt x="2538" y="23964"/>
                </a:lnTo>
                <a:lnTo>
                  <a:pt x="3015" y="24407"/>
                </a:lnTo>
                <a:lnTo>
                  <a:pt x="3015" y="25117"/>
                </a:lnTo>
                <a:lnTo>
                  <a:pt x="3015" y="25295"/>
                </a:lnTo>
                <a:lnTo>
                  <a:pt x="3015" y="25916"/>
                </a:lnTo>
                <a:lnTo>
                  <a:pt x="3015" y="26360"/>
                </a:lnTo>
                <a:lnTo>
                  <a:pt x="3332" y="26981"/>
                </a:lnTo>
                <a:lnTo>
                  <a:pt x="3332" y="27425"/>
                </a:lnTo>
                <a:lnTo>
                  <a:pt x="3332" y="28046"/>
                </a:lnTo>
                <a:lnTo>
                  <a:pt x="3332" y="28756"/>
                </a:lnTo>
                <a:lnTo>
                  <a:pt x="3332" y="29111"/>
                </a:lnTo>
                <a:lnTo>
                  <a:pt x="3808" y="29821"/>
                </a:lnTo>
                <a:lnTo>
                  <a:pt x="3808" y="30176"/>
                </a:lnTo>
                <a:lnTo>
                  <a:pt x="3808" y="30886"/>
                </a:lnTo>
                <a:lnTo>
                  <a:pt x="3808" y="31330"/>
                </a:lnTo>
                <a:lnTo>
                  <a:pt x="4125" y="31952"/>
                </a:lnTo>
                <a:lnTo>
                  <a:pt x="4125" y="32395"/>
                </a:lnTo>
                <a:lnTo>
                  <a:pt x="4125" y="33017"/>
                </a:lnTo>
                <a:lnTo>
                  <a:pt x="4125" y="33460"/>
                </a:lnTo>
                <a:lnTo>
                  <a:pt x="4125" y="33904"/>
                </a:lnTo>
                <a:lnTo>
                  <a:pt x="4601" y="34525"/>
                </a:lnTo>
                <a:lnTo>
                  <a:pt x="4601" y="34969"/>
                </a:lnTo>
                <a:lnTo>
                  <a:pt x="4601" y="35591"/>
                </a:lnTo>
                <a:lnTo>
                  <a:pt x="4601" y="36034"/>
                </a:lnTo>
                <a:lnTo>
                  <a:pt x="4601" y="36656"/>
                </a:lnTo>
                <a:lnTo>
                  <a:pt x="4601" y="37099"/>
                </a:lnTo>
                <a:lnTo>
                  <a:pt x="4601" y="37721"/>
                </a:lnTo>
                <a:lnTo>
                  <a:pt x="4601" y="38164"/>
                </a:lnTo>
                <a:lnTo>
                  <a:pt x="4601" y="38786"/>
                </a:lnTo>
                <a:lnTo>
                  <a:pt x="4601" y="39229"/>
                </a:lnTo>
                <a:lnTo>
                  <a:pt x="4919" y="39851"/>
                </a:lnTo>
                <a:lnTo>
                  <a:pt x="4919" y="40472"/>
                </a:lnTo>
                <a:lnTo>
                  <a:pt x="4919" y="40916"/>
                </a:lnTo>
                <a:lnTo>
                  <a:pt x="4919" y="41626"/>
                </a:lnTo>
                <a:lnTo>
                  <a:pt x="5236" y="41981"/>
                </a:lnTo>
                <a:lnTo>
                  <a:pt x="5236" y="42691"/>
                </a:lnTo>
                <a:lnTo>
                  <a:pt x="5236" y="42868"/>
                </a:lnTo>
                <a:lnTo>
                  <a:pt x="5236" y="43490"/>
                </a:lnTo>
                <a:lnTo>
                  <a:pt x="5236" y="43934"/>
                </a:lnTo>
                <a:lnTo>
                  <a:pt x="5712" y="44555"/>
                </a:lnTo>
                <a:lnTo>
                  <a:pt x="5712" y="45265"/>
                </a:lnTo>
                <a:lnTo>
                  <a:pt x="5712" y="45620"/>
                </a:lnTo>
                <a:lnTo>
                  <a:pt x="5712" y="46330"/>
                </a:lnTo>
                <a:lnTo>
                  <a:pt x="5712" y="46774"/>
                </a:lnTo>
                <a:lnTo>
                  <a:pt x="6030" y="47395"/>
                </a:lnTo>
                <a:lnTo>
                  <a:pt x="6030" y="47839"/>
                </a:lnTo>
                <a:lnTo>
                  <a:pt x="6030" y="48460"/>
                </a:lnTo>
                <a:lnTo>
                  <a:pt x="6030" y="48904"/>
                </a:lnTo>
                <a:lnTo>
                  <a:pt x="6030" y="49525"/>
                </a:lnTo>
                <a:lnTo>
                  <a:pt x="6506" y="49969"/>
                </a:lnTo>
                <a:lnTo>
                  <a:pt x="6506" y="50590"/>
                </a:lnTo>
                <a:lnTo>
                  <a:pt x="6506" y="51034"/>
                </a:lnTo>
                <a:lnTo>
                  <a:pt x="6506" y="51655"/>
                </a:lnTo>
                <a:lnTo>
                  <a:pt x="6506" y="52099"/>
                </a:lnTo>
                <a:lnTo>
                  <a:pt x="6506" y="52543"/>
                </a:lnTo>
                <a:lnTo>
                  <a:pt x="6506" y="53164"/>
                </a:lnTo>
                <a:lnTo>
                  <a:pt x="6506" y="53608"/>
                </a:lnTo>
                <a:lnTo>
                  <a:pt x="6506" y="54229"/>
                </a:lnTo>
                <a:lnTo>
                  <a:pt x="6823" y="54673"/>
                </a:lnTo>
                <a:lnTo>
                  <a:pt x="6823" y="55294"/>
                </a:lnTo>
                <a:lnTo>
                  <a:pt x="6823" y="55738"/>
                </a:lnTo>
                <a:lnTo>
                  <a:pt x="6823" y="56359"/>
                </a:lnTo>
                <a:lnTo>
                  <a:pt x="6823" y="56981"/>
                </a:lnTo>
                <a:lnTo>
                  <a:pt x="7140" y="57424"/>
                </a:lnTo>
                <a:lnTo>
                  <a:pt x="7140" y="58134"/>
                </a:lnTo>
                <a:lnTo>
                  <a:pt x="7140" y="58489"/>
                </a:lnTo>
                <a:lnTo>
                  <a:pt x="7140" y="59200"/>
                </a:lnTo>
                <a:lnTo>
                  <a:pt x="7140" y="59555"/>
                </a:lnTo>
                <a:lnTo>
                  <a:pt x="7616" y="60265"/>
                </a:lnTo>
                <a:lnTo>
                  <a:pt x="7616" y="60708"/>
                </a:lnTo>
                <a:lnTo>
                  <a:pt x="7616" y="61063"/>
                </a:lnTo>
                <a:lnTo>
                  <a:pt x="7616" y="61773"/>
                </a:lnTo>
                <a:lnTo>
                  <a:pt x="7934" y="62128"/>
                </a:lnTo>
                <a:lnTo>
                  <a:pt x="7934" y="62838"/>
                </a:lnTo>
                <a:lnTo>
                  <a:pt x="7934" y="63282"/>
                </a:lnTo>
                <a:lnTo>
                  <a:pt x="7934" y="63904"/>
                </a:lnTo>
                <a:lnTo>
                  <a:pt x="7934" y="64347"/>
                </a:lnTo>
                <a:lnTo>
                  <a:pt x="8410" y="64969"/>
                </a:lnTo>
                <a:lnTo>
                  <a:pt x="8410" y="65412"/>
                </a:lnTo>
                <a:lnTo>
                  <a:pt x="8410" y="66034"/>
                </a:lnTo>
                <a:lnTo>
                  <a:pt x="8410" y="66477"/>
                </a:lnTo>
                <a:lnTo>
                  <a:pt x="8410" y="67099"/>
                </a:lnTo>
                <a:lnTo>
                  <a:pt x="8727" y="67543"/>
                </a:lnTo>
                <a:lnTo>
                  <a:pt x="8727" y="68164"/>
                </a:lnTo>
                <a:lnTo>
                  <a:pt x="8727" y="68785"/>
                </a:lnTo>
                <a:lnTo>
                  <a:pt x="8727" y="69229"/>
                </a:lnTo>
                <a:lnTo>
                  <a:pt x="8727" y="69673"/>
                </a:lnTo>
                <a:lnTo>
                  <a:pt x="8727" y="70116"/>
                </a:lnTo>
                <a:lnTo>
                  <a:pt x="8727" y="70738"/>
                </a:lnTo>
                <a:lnTo>
                  <a:pt x="8727" y="71182"/>
                </a:lnTo>
                <a:lnTo>
                  <a:pt x="8727" y="71803"/>
                </a:lnTo>
                <a:lnTo>
                  <a:pt x="9203" y="72247"/>
                </a:lnTo>
                <a:lnTo>
                  <a:pt x="9203" y="72868"/>
                </a:lnTo>
                <a:lnTo>
                  <a:pt x="9203" y="73578"/>
                </a:lnTo>
                <a:lnTo>
                  <a:pt x="9203" y="73933"/>
                </a:lnTo>
                <a:lnTo>
                  <a:pt x="9203" y="74643"/>
                </a:lnTo>
                <a:lnTo>
                  <a:pt x="9521" y="74998"/>
                </a:lnTo>
                <a:lnTo>
                  <a:pt x="9521" y="75708"/>
                </a:lnTo>
                <a:lnTo>
                  <a:pt x="9521" y="76063"/>
                </a:lnTo>
                <a:lnTo>
                  <a:pt x="9521" y="76773"/>
                </a:lnTo>
                <a:lnTo>
                  <a:pt x="9521" y="77217"/>
                </a:lnTo>
                <a:lnTo>
                  <a:pt x="9838" y="77572"/>
                </a:lnTo>
                <a:lnTo>
                  <a:pt x="9838" y="78282"/>
                </a:lnTo>
                <a:lnTo>
                  <a:pt x="9838" y="78637"/>
                </a:lnTo>
                <a:lnTo>
                  <a:pt x="9838" y="79347"/>
                </a:lnTo>
                <a:lnTo>
                  <a:pt x="9838" y="79791"/>
                </a:lnTo>
                <a:lnTo>
                  <a:pt x="10314" y="80412"/>
                </a:lnTo>
                <a:lnTo>
                  <a:pt x="10314" y="80856"/>
                </a:lnTo>
                <a:lnTo>
                  <a:pt x="10314" y="81477"/>
                </a:lnTo>
                <a:lnTo>
                  <a:pt x="10314" y="81921"/>
                </a:lnTo>
                <a:lnTo>
                  <a:pt x="10631" y="82542"/>
                </a:lnTo>
                <a:lnTo>
                  <a:pt x="10631" y="82986"/>
                </a:lnTo>
                <a:lnTo>
                  <a:pt x="10631" y="83607"/>
                </a:lnTo>
                <a:lnTo>
                  <a:pt x="10631" y="84051"/>
                </a:lnTo>
                <a:lnTo>
                  <a:pt x="10631" y="84672"/>
                </a:lnTo>
                <a:lnTo>
                  <a:pt x="10631" y="85116"/>
                </a:lnTo>
                <a:lnTo>
                  <a:pt x="10631" y="85560"/>
                </a:lnTo>
                <a:lnTo>
                  <a:pt x="10631" y="86181"/>
                </a:lnTo>
                <a:lnTo>
                  <a:pt x="10631" y="86625"/>
                </a:lnTo>
                <a:lnTo>
                  <a:pt x="10631" y="87246"/>
                </a:lnTo>
                <a:lnTo>
                  <a:pt x="11108" y="87690"/>
                </a:lnTo>
                <a:lnTo>
                  <a:pt x="11108" y="88311"/>
                </a:lnTo>
                <a:lnTo>
                  <a:pt x="11108" y="88755"/>
                </a:lnTo>
                <a:lnTo>
                  <a:pt x="11108" y="89376"/>
                </a:lnTo>
                <a:lnTo>
                  <a:pt x="11108" y="90086"/>
                </a:lnTo>
                <a:lnTo>
                  <a:pt x="11425" y="90441"/>
                </a:lnTo>
                <a:lnTo>
                  <a:pt x="11425" y="91152"/>
                </a:lnTo>
                <a:lnTo>
                  <a:pt x="11425" y="91507"/>
                </a:lnTo>
                <a:lnTo>
                  <a:pt x="11425" y="91950"/>
                </a:lnTo>
                <a:lnTo>
                  <a:pt x="11742" y="92394"/>
                </a:lnTo>
                <a:lnTo>
                  <a:pt x="11742" y="93015"/>
                </a:lnTo>
                <a:lnTo>
                  <a:pt x="11742" y="93725"/>
                </a:lnTo>
                <a:lnTo>
                  <a:pt x="11742" y="94080"/>
                </a:lnTo>
                <a:lnTo>
                  <a:pt x="11742" y="94791"/>
                </a:lnTo>
                <a:lnTo>
                  <a:pt x="12218" y="95234"/>
                </a:lnTo>
                <a:lnTo>
                  <a:pt x="12218" y="95856"/>
                </a:lnTo>
                <a:lnTo>
                  <a:pt x="12218" y="96299"/>
                </a:lnTo>
                <a:lnTo>
                  <a:pt x="12218" y="96921"/>
                </a:lnTo>
                <a:lnTo>
                  <a:pt x="12218" y="97364"/>
                </a:lnTo>
                <a:lnTo>
                  <a:pt x="12536" y="97986"/>
                </a:lnTo>
                <a:lnTo>
                  <a:pt x="12536" y="98429"/>
                </a:lnTo>
                <a:lnTo>
                  <a:pt x="12536" y="98873"/>
                </a:lnTo>
                <a:lnTo>
                  <a:pt x="12536" y="99495"/>
                </a:lnTo>
                <a:lnTo>
                  <a:pt x="12536" y="99938"/>
                </a:lnTo>
                <a:lnTo>
                  <a:pt x="13012" y="100560"/>
                </a:lnTo>
                <a:lnTo>
                  <a:pt x="13012" y="101003"/>
                </a:lnTo>
                <a:lnTo>
                  <a:pt x="13012" y="101625"/>
                </a:lnTo>
                <a:lnTo>
                  <a:pt x="13012" y="102068"/>
                </a:lnTo>
                <a:lnTo>
                  <a:pt x="13012" y="102690"/>
                </a:lnTo>
                <a:lnTo>
                  <a:pt x="13012" y="103134"/>
                </a:lnTo>
                <a:lnTo>
                  <a:pt x="13012" y="103755"/>
                </a:lnTo>
                <a:lnTo>
                  <a:pt x="13012" y="104199"/>
                </a:lnTo>
                <a:lnTo>
                  <a:pt x="13012" y="104642"/>
                </a:lnTo>
                <a:lnTo>
                  <a:pt x="13329" y="105264"/>
                </a:lnTo>
                <a:lnTo>
                  <a:pt x="13329" y="105707"/>
                </a:lnTo>
              </a:path>
            </a:pathLst>
          </a:custGeom>
          <a:ln w="1940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5387046" y="2883796"/>
            <a:ext cx="13805" cy="100737"/>
          </a:xfrm>
          <a:custGeom>
            <a:avLst/>
            <a:gdLst/>
            <a:ahLst/>
            <a:cxnLst/>
            <a:rect l="l" t="t" r="r" b="b"/>
            <a:pathLst>
              <a:path w="13805" h="100737">
                <a:moveTo>
                  <a:pt x="0" y="0"/>
                </a:moveTo>
                <a:lnTo>
                  <a:pt x="0" y="621"/>
                </a:lnTo>
                <a:lnTo>
                  <a:pt x="0" y="1065"/>
                </a:lnTo>
                <a:lnTo>
                  <a:pt x="0" y="1686"/>
                </a:lnTo>
                <a:lnTo>
                  <a:pt x="476" y="2130"/>
                </a:lnTo>
                <a:lnTo>
                  <a:pt x="476" y="2751"/>
                </a:lnTo>
                <a:lnTo>
                  <a:pt x="476" y="3195"/>
                </a:lnTo>
                <a:lnTo>
                  <a:pt x="476" y="3638"/>
                </a:lnTo>
                <a:lnTo>
                  <a:pt x="476" y="4260"/>
                </a:lnTo>
                <a:lnTo>
                  <a:pt x="793" y="4704"/>
                </a:lnTo>
                <a:lnTo>
                  <a:pt x="793" y="5325"/>
                </a:lnTo>
                <a:lnTo>
                  <a:pt x="793" y="5769"/>
                </a:lnTo>
                <a:lnTo>
                  <a:pt x="793" y="6390"/>
                </a:lnTo>
                <a:lnTo>
                  <a:pt x="1110" y="6834"/>
                </a:lnTo>
                <a:lnTo>
                  <a:pt x="1110" y="7455"/>
                </a:lnTo>
                <a:lnTo>
                  <a:pt x="1110" y="7899"/>
                </a:lnTo>
                <a:lnTo>
                  <a:pt x="1110" y="8343"/>
                </a:lnTo>
                <a:lnTo>
                  <a:pt x="1110" y="8964"/>
                </a:lnTo>
                <a:lnTo>
                  <a:pt x="1586" y="9408"/>
                </a:lnTo>
                <a:lnTo>
                  <a:pt x="1586" y="10029"/>
                </a:lnTo>
                <a:lnTo>
                  <a:pt x="1586" y="10473"/>
                </a:lnTo>
                <a:lnTo>
                  <a:pt x="1586" y="11183"/>
                </a:lnTo>
                <a:lnTo>
                  <a:pt x="1586" y="11538"/>
                </a:lnTo>
                <a:lnTo>
                  <a:pt x="1586" y="12248"/>
                </a:lnTo>
                <a:lnTo>
                  <a:pt x="1586" y="12603"/>
                </a:lnTo>
                <a:lnTo>
                  <a:pt x="1586" y="13047"/>
                </a:lnTo>
                <a:lnTo>
                  <a:pt x="1586" y="13757"/>
                </a:lnTo>
                <a:lnTo>
                  <a:pt x="1586" y="14112"/>
                </a:lnTo>
                <a:lnTo>
                  <a:pt x="1904" y="14822"/>
                </a:lnTo>
                <a:lnTo>
                  <a:pt x="1904" y="15177"/>
                </a:lnTo>
                <a:lnTo>
                  <a:pt x="1904" y="15887"/>
                </a:lnTo>
                <a:lnTo>
                  <a:pt x="1904" y="16242"/>
                </a:lnTo>
                <a:lnTo>
                  <a:pt x="2380" y="16952"/>
                </a:lnTo>
                <a:lnTo>
                  <a:pt x="2380" y="17396"/>
                </a:lnTo>
                <a:lnTo>
                  <a:pt x="2380" y="17751"/>
                </a:lnTo>
                <a:lnTo>
                  <a:pt x="2380" y="18461"/>
                </a:lnTo>
                <a:lnTo>
                  <a:pt x="2380" y="18816"/>
                </a:lnTo>
                <a:lnTo>
                  <a:pt x="2697" y="19526"/>
                </a:lnTo>
                <a:lnTo>
                  <a:pt x="2697" y="19970"/>
                </a:lnTo>
                <a:lnTo>
                  <a:pt x="2697" y="20591"/>
                </a:lnTo>
                <a:lnTo>
                  <a:pt x="2697" y="21035"/>
                </a:lnTo>
                <a:lnTo>
                  <a:pt x="2697" y="21390"/>
                </a:lnTo>
                <a:lnTo>
                  <a:pt x="3015" y="22100"/>
                </a:lnTo>
                <a:lnTo>
                  <a:pt x="3015" y="22543"/>
                </a:lnTo>
                <a:lnTo>
                  <a:pt x="3015" y="23165"/>
                </a:lnTo>
                <a:lnTo>
                  <a:pt x="3015" y="23608"/>
                </a:lnTo>
                <a:lnTo>
                  <a:pt x="3015" y="24230"/>
                </a:lnTo>
                <a:lnTo>
                  <a:pt x="3491" y="24674"/>
                </a:lnTo>
                <a:lnTo>
                  <a:pt x="3491" y="25295"/>
                </a:lnTo>
                <a:lnTo>
                  <a:pt x="3491" y="25739"/>
                </a:lnTo>
                <a:lnTo>
                  <a:pt x="3491" y="26182"/>
                </a:lnTo>
                <a:lnTo>
                  <a:pt x="3808" y="26804"/>
                </a:lnTo>
                <a:lnTo>
                  <a:pt x="3808" y="27247"/>
                </a:lnTo>
                <a:lnTo>
                  <a:pt x="3808" y="27869"/>
                </a:lnTo>
                <a:lnTo>
                  <a:pt x="3808" y="28313"/>
                </a:lnTo>
                <a:lnTo>
                  <a:pt x="3808" y="28934"/>
                </a:lnTo>
                <a:lnTo>
                  <a:pt x="3808" y="29111"/>
                </a:lnTo>
                <a:lnTo>
                  <a:pt x="3808" y="29821"/>
                </a:lnTo>
                <a:lnTo>
                  <a:pt x="3808" y="30443"/>
                </a:lnTo>
                <a:lnTo>
                  <a:pt x="3808" y="30886"/>
                </a:lnTo>
                <a:lnTo>
                  <a:pt x="3808" y="31508"/>
                </a:lnTo>
                <a:lnTo>
                  <a:pt x="4284" y="31952"/>
                </a:lnTo>
                <a:lnTo>
                  <a:pt x="4284" y="32395"/>
                </a:lnTo>
                <a:lnTo>
                  <a:pt x="4284" y="32839"/>
                </a:lnTo>
                <a:lnTo>
                  <a:pt x="4284" y="33460"/>
                </a:lnTo>
                <a:lnTo>
                  <a:pt x="4284" y="33904"/>
                </a:lnTo>
                <a:lnTo>
                  <a:pt x="4601" y="34525"/>
                </a:lnTo>
                <a:lnTo>
                  <a:pt x="4601" y="35147"/>
                </a:lnTo>
                <a:lnTo>
                  <a:pt x="4601" y="35591"/>
                </a:lnTo>
                <a:lnTo>
                  <a:pt x="4601" y="36034"/>
                </a:lnTo>
                <a:lnTo>
                  <a:pt x="4919" y="36478"/>
                </a:lnTo>
                <a:lnTo>
                  <a:pt x="4919" y="37099"/>
                </a:lnTo>
                <a:lnTo>
                  <a:pt x="4919" y="37543"/>
                </a:lnTo>
                <a:lnTo>
                  <a:pt x="4919" y="38164"/>
                </a:lnTo>
                <a:lnTo>
                  <a:pt x="4919" y="38608"/>
                </a:lnTo>
                <a:lnTo>
                  <a:pt x="5395" y="39052"/>
                </a:lnTo>
                <a:lnTo>
                  <a:pt x="5395" y="39673"/>
                </a:lnTo>
                <a:lnTo>
                  <a:pt x="5395" y="40117"/>
                </a:lnTo>
                <a:lnTo>
                  <a:pt x="5395" y="40738"/>
                </a:lnTo>
                <a:lnTo>
                  <a:pt x="5395" y="41182"/>
                </a:lnTo>
                <a:lnTo>
                  <a:pt x="5712" y="41803"/>
                </a:lnTo>
                <a:lnTo>
                  <a:pt x="5712" y="42247"/>
                </a:lnTo>
                <a:lnTo>
                  <a:pt x="5712" y="42691"/>
                </a:lnTo>
                <a:lnTo>
                  <a:pt x="5712" y="43312"/>
                </a:lnTo>
                <a:lnTo>
                  <a:pt x="5712" y="43756"/>
                </a:lnTo>
                <a:lnTo>
                  <a:pt x="5712" y="44377"/>
                </a:lnTo>
                <a:lnTo>
                  <a:pt x="5712" y="44555"/>
                </a:lnTo>
                <a:lnTo>
                  <a:pt x="5712" y="45265"/>
                </a:lnTo>
                <a:lnTo>
                  <a:pt x="5712" y="45620"/>
                </a:lnTo>
                <a:lnTo>
                  <a:pt x="6188" y="46330"/>
                </a:lnTo>
                <a:lnTo>
                  <a:pt x="6188" y="46951"/>
                </a:lnTo>
                <a:lnTo>
                  <a:pt x="6188" y="47395"/>
                </a:lnTo>
                <a:lnTo>
                  <a:pt x="6188" y="47839"/>
                </a:lnTo>
                <a:lnTo>
                  <a:pt x="6188" y="48194"/>
                </a:lnTo>
                <a:lnTo>
                  <a:pt x="6506" y="48904"/>
                </a:lnTo>
                <a:lnTo>
                  <a:pt x="6506" y="49348"/>
                </a:lnTo>
                <a:lnTo>
                  <a:pt x="6506" y="49969"/>
                </a:lnTo>
                <a:lnTo>
                  <a:pt x="6506" y="50413"/>
                </a:lnTo>
                <a:lnTo>
                  <a:pt x="6506" y="50768"/>
                </a:lnTo>
                <a:lnTo>
                  <a:pt x="6982" y="51478"/>
                </a:lnTo>
                <a:lnTo>
                  <a:pt x="6982" y="51922"/>
                </a:lnTo>
                <a:lnTo>
                  <a:pt x="6982" y="52543"/>
                </a:lnTo>
                <a:lnTo>
                  <a:pt x="6982" y="52720"/>
                </a:lnTo>
                <a:lnTo>
                  <a:pt x="6982" y="53342"/>
                </a:lnTo>
                <a:lnTo>
                  <a:pt x="7299" y="54052"/>
                </a:lnTo>
                <a:lnTo>
                  <a:pt x="7299" y="54495"/>
                </a:lnTo>
                <a:lnTo>
                  <a:pt x="7299" y="55117"/>
                </a:lnTo>
                <a:lnTo>
                  <a:pt x="7299" y="55294"/>
                </a:lnTo>
                <a:lnTo>
                  <a:pt x="7616" y="55916"/>
                </a:lnTo>
                <a:lnTo>
                  <a:pt x="7616" y="56359"/>
                </a:lnTo>
                <a:lnTo>
                  <a:pt x="7616" y="57069"/>
                </a:lnTo>
                <a:lnTo>
                  <a:pt x="7616" y="57424"/>
                </a:lnTo>
                <a:lnTo>
                  <a:pt x="7616" y="57868"/>
                </a:lnTo>
                <a:lnTo>
                  <a:pt x="8093" y="58489"/>
                </a:lnTo>
                <a:lnTo>
                  <a:pt x="8093" y="58933"/>
                </a:lnTo>
                <a:lnTo>
                  <a:pt x="8093" y="59643"/>
                </a:lnTo>
                <a:lnTo>
                  <a:pt x="8093" y="59821"/>
                </a:lnTo>
                <a:lnTo>
                  <a:pt x="8093" y="60442"/>
                </a:lnTo>
                <a:lnTo>
                  <a:pt x="8093" y="61063"/>
                </a:lnTo>
                <a:lnTo>
                  <a:pt x="8093" y="61507"/>
                </a:lnTo>
                <a:lnTo>
                  <a:pt x="8093" y="62128"/>
                </a:lnTo>
                <a:lnTo>
                  <a:pt x="8093" y="62395"/>
                </a:lnTo>
                <a:lnTo>
                  <a:pt x="8093" y="63016"/>
                </a:lnTo>
                <a:lnTo>
                  <a:pt x="8410" y="63460"/>
                </a:lnTo>
                <a:lnTo>
                  <a:pt x="8410" y="64081"/>
                </a:lnTo>
                <a:lnTo>
                  <a:pt x="8410" y="64525"/>
                </a:lnTo>
                <a:lnTo>
                  <a:pt x="8410" y="64969"/>
                </a:lnTo>
                <a:lnTo>
                  <a:pt x="8886" y="65590"/>
                </a:lnTo>
                <a:lnTo>
                  <a:pt x="8886" y="66034"/>
                </a:lnTo>
                <a:lnTo>
                  <a:pt x="8886" y="66477"/>
                </a:lnTo>
                <a:lnTo>
                  <a:pt x="8886" y="66921"/>
                </a:lnTo>
                <a:lnTo>
                  <a:pt x="8886" y="67543"/>
                </a:lnTo>
                <a:lnTo>
                  <a:pt x="9203" y="67986"/>
                </a:lnTo>
                <a:lnTo>
                  <a:pt x="9203" y="68164"/>
                </a:lnTo>
                <a:lnTo>
                  <a:pt x="9203" y="68785"/>
                </a:lnTo>
                <a:lnTo>
                  <a:pt x="9203" y="69229"/>
                </a:lnTo>
                <a:lnTo>
                  <a:pt x="9203" y="69850"/>
                </a:lnTo>
                <a:lnTo>
                  <a:pt x="9521" y="70294"/>
                </a:lnTo>
                <a:lnTo>
                  <a:pt x="9521" y="70738"/>
                </a:lnTo>
                <a:lnTo>
                  <a:pt x="9521" y="71359"/>
                </a:lnTo>
                <a:lnTo>
                  <a:pt x="9521" y="71803"/>
                </a:lnTo>
                <a:lnTo>
                  <a:pt x="9521" y="72247"/>
                </a:lnTo>
                <a:lnTo>
                  <a:pt x="9997" y="72868"/>
                </a:lnTo>
                <a:lnTo>
                  <a:pt x="9997" y="73312"/>
                </a:lnTo>
                <a:lnTo>
                  <a:pt x="9997" y="73933"/>
                </a:lnTo>
                <a:lnTo>
                  <a:pt x="9997" y="74199"/>
                </a:lnTo>
                <a:lnTo>
                  <a:pt x="9997" y="74820"/>
                </a:lnTo>
                <a:lnTo>
                  <a:pt x="9997" y="75264"/>
                </a:lnTo>
                <a:lnTo>
                  <a:pt x="9997" y="75886"/>
                </a:lnTo>
                <a:lnTo>
                  <a:pt x="9997" y="76329"/>
                </a:lnTo>
                <a:lnTo>
                  <a:pt x="9997" y="76773"/>
                </a:lnTo>
                <a:lnTo>
                  <a:pt x="10314" y="77394"/>
                </a:lnTo>
                <a:lnTo>
                  <a:pt x="10314" y="77838"/>
                </a:lnTo>
                <a:lnTo>
                  <a:pt x="10314" y="78282"/>
                </a:lnTo>
                <a:lnTo>
                  <a:pt x="10314" y="78903"/>
                </a:lnTo>
                <a:lnTo>
                  <a:pt x="10314" y="79347"/>
                </a:lnTo>
                <a:lnTo>
                  <a:pt x="10790" y="79791"/>
                </a:lnTo>
                <a:lnTo>
                  <a:pt x="10790" y="80146"/>
                </a:lnTo>
                <a:lnTo>
                  <a:pt x="10790" y="80856"/>
                </a:lnTo>
                <a:lnTo>
                  <a:pt x="10790" y="81300"/>
                </a:lnTo>
                <a:lnTo>
                  <a:pt x="10790" y="81655"/>
                </a:lnTo>
                <a:lnTo>
                  <a:pt x="11108" y="82365"/>
                </a:lnTo>
                <a:lnTo>
                  <a:pt x="11108" y="82720"/>
                </a:lnTo>
                <a:lnTo>
                  <a:pt x="11108" y="83164"/>
                </a:lnTo>
                <a:lnTo>
                  <a:pt x="11108" y="83607"/>
                </a:lnTo>
                <a:lnTo>
                  <a:pt x="11584" y="84229"/>
                </a:lnTo>
                <a:lnTo>
                  <a:pt x="11584" y="84672"/>
                </a:lnTo>
                <a:lnTo>
                  <a:pt x="11584" y="85116"/>
                </a:lnTo>
                <a:lnTo>
                  <a:pt x="11584" y="85737"/>
                </a:lnTo>
                <a:lnTo>
                  <a:pt x="11584" y="86181"/>
                </a:lnTo>
                <a:lnTo>
                  <a:pt x="11901" y="86625"/>
                </a:lnTo>
                <a:lnTo>
                  <a:pt x="11901" y="87069"/>
                </a:lnTo>
                <a:lnTo>
                  <a:pt x="11901" y="87690"/>
                </a:lnTo>
                <a:lnTo>
                  <a:pt x="11901" y="88134"/>
                </a:lnTo>
                <a:lnTo>
                  <a:pt x="11901" y="88578"/>
                </a:lnTo>
                <a:lnTo>
                  <a:pt x="12218" y="89199"/>
                </a:lnTo>
                <a:lnTo>
                  <a:pt x="12218" y="89376"/>
                </a:lnTo>
                <a:lnTo>
                  <a:pt x="12218" y="90086"/>
                </a:lnTo>
                <a:lnTo>
                  <a:pt x="12218" y="90708"/>
                </a:lnTo>
                <a:lnTo>
                  <a:pt x="12218" y="90885"/>
                </a:lnTo>
                <a:lnTo>
                  <a:pt x="12218" y="91507"/>
                </a:lnTo>
                <a:lnTo>
                  <a:pt x="12218" y="91950"/>
                </a:lnTo>
                <a:lnTo>
                  <a:pt x="12218" y="92394"/>
                </a:lnTo>
                <a:lnTo>
                  <a:pt x="12218" y="93015"/>
                </a:lnTo>
                <a:lnTo>
                  <a:pt x="12694" y="93459"/>
                </a:lnTo>
                <a:lnTo>
                  <a:pt x="12694" y="94080"/>
                </a:lnTo>
                <a:lnTo>
                  <a:pt x="12694" y="94347"/>
                </a:lnTo>
                <a:lnTo>
                  <a:pt x="12694" y="94968"/>
                </a:lnTo>
                <a:lnTo>
                  <a:pt x="12694" y="95412"/>
                </a:lnTo>
                <a:lnTo>
                  <a:pt x="13012" y="95856"/>
                </a:lnTo>
                <a:lnTo>
                  <a:pt x="13012" y="96477"/>
                </a:lnTo>
                <a:lnTo>
                  <a:pt x="13012" y="96654"/>
                </a:lnTo>
                <a:lnTo>
                  <a:pt x="13012" y="97364"/>
                </a:lnTo>
                <a:lnTo>
                  <a:pt x="13012" y="97808"/>
                </a:lnTo>
                <a:lnTo>
                  <a:pt x="13488" y="98163"/>
                </a:lnTo>
                <a:lnTo>
                  <a:pt x="13488" y="98873"/>
                </a:lnTo>
                <a:lnTo>
                  <a:pt x="13488" y="99228"/>
                </a:lnTo>
                <a:lnTo>
                  <a:pt x="13488" y="99672"/>
                </a:lnTo>
                <a:lnTo>
                  <a:pt x="13488" y="100116"/>
                </a:lnTo>
                <a:lnTo>
                  <a:pt x="13805" y="100737"/>
                </a:lnTo>
              </a:path>
            </a:pathLst>
          </a:custGeom>
          <a:ln w="193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5400851" y="2984534"/>
            <a:ext cx="13488" cy="87513"/>
          </a:xfrm>
          <a:custGeom>
            <a:avLst/>
            <a:gdLst/>
            <a:ahLst/>
            <a:cxnLst/>
            <a:rect l="l" t="t" r="r" b="b"/>
            <a:pathLst>
              <a:path w="13488" h="87513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0" y="1508"/>
                </a:lnTo>
                <a:lnTo>
                  <a:pt x="317" y="1775"/>
                </a:lnTo>
                <a:lnTo>
                  <a:pt x="317" y="2396"/>
                </a:lnTo>
                <a:lnTo>
                  <a:pt x="317" y="2840"/>
                </a:lnTo>
                <a:lnTo>
                  <a:pt x="317" y="3283"/>
                </a:lnTo>
                <a:lnTo>
                  <a:pt x="317" y="3905"/>
                </a:lnTo>
                <a:lnTo>
                  <a:pt x="317" y="4082"/>
                </a:lnTo>
                <a:lnTo>
                  <a:pt x="317" y="4792"/>
                </a:lnTo>
                <a:lnTo>
                  <a:pt x="317" y="5147"/>
                </a:lnTo>
                <a:lnTo>
                  <a:pt x="317" y="5591"/>
                </a:lnTo>
                <a:lnTo>
                  <a:pt x="317" y="6212"/>
                </a:lnTo>
                <a:lnTo>
                  <a:pt x="793" y="6479"/>
                </a:lnTo>
                <a:lnTo>
                  <a:pt x="793" y="7100"/>
                </a:lnTo>
                <a:lnTo>
                  <a:pt x="793" y="7544"/>
                </a:lnTo>
                <a:lnTo>
                  <a:pt x="793" y="7988"/>
                </a:lnTo>
                <a:lnTo>
                  <a:pt x="793" y="8609"/>
                </a:lnTo>
                <a:lnTo>
                  <a:pt x="1110" y="9053"/>
                </a:lnTo>
                <a:lnTo>
                  <a:pt x="1110" y="9496"/>
                </a:lnTo>
                <a:lnTo>
                  <a:pt x="1110" y="9851"/>
                </a:lnTo>
                <a:lnTo>
                  <a:pt x="1110" y="10295"/>
                </a:lnTo>
                <a:lnTo>
                  <a:pt x="1586" y="11005"/>
                </a:lnTo>
                <a:lnTo>
                  <a:pt x="1586" y="11360"/>
                </a:lnTo>
                <a:lnTo>
                  <a:pt x="1586" y="11804"/>
                </a:lnTo>
                <a:lnTo>
                  <a:pt x="1586" y="12248"/>
                </a:lnTo>
                <a:lnTo>
                  <a:pt x="1586" y="12692"/>
                </a:lnTo>
                <a:lnTo>
                  <a:pt x="1904" y="13313"/>
                </a:lnTo>
                <a:lnTo>
                  <a:pt x="1904" y="13757"/>
                </a:lnTo>
                <a:lnTo>
                  <a:pt x="1904" y="14200"/>
                </a:lnTo>
                <a:lnTo>
                  <a:pt x="1904" y="14644"/>
                </a:lnTo>
                <a:lnTo>
                  <a:pt x="1904" y="14999"/>
                </a:lnTo>
                <a:lnTo>
                  <a:pt x="2380" y="15709"/>
                </a:lnTo>
                <a:lnTo>
                  <a:pt x="2380" y="15887"/>
                </a:lnTo>
                <a:lnTo>
                  <a:pt x="2380" y="16508"/>
                </a:lnTo>
                <a:lnTo>
                  <a:pt x="2380" y="16952"/>
                </a:lnTo>
                <a:lnTo>
                  <a:pt x="2380" y="17396"/>
                </a:lnTo>
                <a:lnTo>
                  <a:pt x="2380" y="18017"/>
                </a:lnTo>
                <a:lnTo>
                  <a:pt x="2380" y="18283"/>
                </a:lnTo>
                <a:lnTo>
                  <a:pt x="2380" y="18904"/>
                </a:lnTo>
                <a:lnTo>
                  <a:pt x="2380" y="19348"/>
                </a:lnTo>
                <a:lnTo>
                  <a:pt x="2697" y="19792"/>
                </a:lnTo>
                <a:lnTo>
                  <a:pt x="2697" y="20413"/>
                </a:lnTo>
                <a:lnTo>
                  <a:pt x="2697" y="20591"/>
                </a:lnTo>
                <a:lnTo>
                  <a:pt x="2697" y="21301"/>
                </a:lnTo>
                <a:lnTo>
                  <a:pt x="2697" y="21656"/>
                </a:lnTo>
                <a:lnTo>
                  <a:pt x="3015" y="22100"/>
                </a:lnTo>
                <a:lnTo>
                  <a:pt x="3015" y="22543"/>
                </a:lnTo>
                <a:lnTo>
                  <a:pt x="3015" y="22987"/>
                </a:lnTo>
                <a:lnTo>
                  <a:pt x="3015" y="23431"/>
                </a:lnTo>
                <a:lnTo>
                  <a:pt x="3015" y="24052"/>
                </a:lnTo>
                <a:lnTo>
                  <a:pt x="3491" y="24230"/>
                </a:lnTo>
                <a:lnTo>
                  <a:pt x="3491" y="24940"/>
                </a:lnTo>
                <a:lnTo>
                  <a:pt x="3491" y="25295"/>
                </a:lnTo>
                <a:lnTo>
                  <a:pt x="3491" y="25739"/>
                </a:lnTo>
                <a:lnTo>
                  <a:pt x="3491" y="26449"/>
                </a:lnTo>
                <a:lnTo>
                  <a:pt x="3808" y="26626"/>
                </a:lnTo>
                <a:lnTo>
                  <a:pt x="3808" y="27247"/>
                </a:lnTo>
                <a:lnTo>
                  <a:pt x="3808" y="27691"/>
                </a:lnTo>
                <a:lnTo>
                  <a:pt x="3808" y="28135"/>
                </a:lnTo>
                <a:lnTo>
                  <a:pt x="3808" y="28579"/>
                </a:lnTo>
                <a:lnTo>
                  <a:pt x="4284" y="29023"/>
                </a:lnTo>
                <a:lnTo>
                  <a:pt x="4284" y="29378"/>
                </a:lnTo>
                <a:lnTo>
                  <a:pt x="4284" y="30088"/>
                </a:lnTo>
                <a:lnTo>
                  <a:pt x="4284" y="30265"/>
                </a:lnTo>
                <a:lnTo>
                  <a:pt x="4601" y="30886"/>
                </a:lnTo>
                <a:lnTo>
                  <a:pt x="4601" y="31153"/>
                </a:lnTo>
                <a:lnTo>
                  <a:pt x="4601" y="31774"/>
                </a:lnTo>
                <a:lnTo>
                  <a:pt x="4601" y="32218"/>
                </a:lnTo>
                <a:lnTo>
                  <a:pt x="4601" y="32662"/>
                </a:lnTo>
                <a:lnTo>
                  <a:pt x="4601" y="33017"/>
                </a:lnTo>
                <a:lnTo>
                  <a:pt x="4601" y="33460"/>
                </a:lnTo>
                <a:lnTo>
                  <a:pt x="4601" y="33904"/>
                </a:lnTo>
                <a:lnTo>
                  <a:pt x="4601" y="34525"/>
                </a:lnTo>
                <a:lnTo>
                  <a:pt x="4601" y="34792"/>
                </a:lnTo>
                <a:lnTo>
                  <a:pt x="4919" y="35413"/>
                </a:lnTo>
                <a:lnTo>
                  <a:pt x="4919" y="35857"/>
                </a:lnTo>
                <a:lnTo>
                  <a:pt x="4919" y="36301"/>
                </a:lnTo>
                <a:lnTo>
                  <a:pt x="4919" y="36656"/>
                </a:lnTo>
                <a:lnTo>
                  <a:pt x="4919" y="37099"/>
                </a:lnTo>
                <a:lnTo>
                  <a:pt x="5395" y="37543"/>
                </a:lnTo>
                <a:lnTo>
                  <a:pt x="5395" y="38164"/>
                </a:lnTo>
                <a:lnTo>
                  <a:pt x="5395" y="38431"/>
                </a:lnTo>
                <a:lnTo>
                  <a:pt x="5395" y="39052"/>
                </a:lnTo>
                <a:lnTo>
                  <a:pt x="5712" y="39496"/>
                </a:lnTo>
                <a:lnTo>
                  <a:pt x="5712" y="39673"/>
                </a:lnTo>
                <a:lnTo>
                  <a:pt x="5712" y="40383"/>
                </a:lnTo>
                <a:lnTo>
                  <a:pt x="5712" y="40561"/>
                </a:lnTo>
                <a:lnTo>
                  <a:pt x="5712" y="41182"/>
                </a:lnTo>
                <a:lnTo>
                  <a:pt x="6188" y="41626"/>
                </a:lnTo>
                <a:lnTo>
                  <a:pt x="6188" y="42070"/>
                </a:lnTo>
                <a:lnTo>
                  <a:pt x="6188" y="42513"/>
                </a:lnTo>
                <a:lnTo>
                  <a:pt x="6188" y="42957"/>
                </a:lnTo>
                <a:lnTo>
                  <a:pt x="6188" y="43312"/>
                </a:lnTo>
                <a:lnTo>
                  <a:pt x="6506" y="44022"/>
                </a:lnTo>
                <a:lnTo>
                  <a:pt x="6506" y="44200"/>
                </a:lnTo>
                <a:lnTo>
                  <a:pt x="6506" y="44644"/>
                </a:lnTo>
                <a:lnTo>
                  <a:pt x="6506" y="45265"/>
                </a:lnTo>
                <a:lnTo>
                  <a:pt x="6506" y="45531"/>
                </a:lnTo>
                <a:lnTo>
                  <a:pt x="6506" y="46152"/>
                </a:lnTo>
                <a:lnTo>
                  <a:pt x="6506" y="46596"/>
                </a:lnTo>
                <a:lnTo>
                  <a:pt x="6506" y="46951"/>
                </a:lnTo>
                <a:lnTo>
                  <a:pt x="6506" y="47395"/>
                </a:lnTo>
                <a:lnTo>
                  <a:pt x="6982" y="47661"/>
                </a:lnTo>
                <a:lnTo>
                  <a:pt x="6982" y="48283"/>
                </a:lnTo>
                <a:lnTo>
                  <a:pt x="6982" y="48726"/>
                </a:lnTo>
                <a:lnTo>
                  <a:pt x="6982" y="49170"/>
                </a:lnTo>
                <a:lnTo>
                  <a:pt x="6982" y="49525"/>
                </a:lnTo>
                <a:lnTo>
                  <a:pt x="7299" y="49969"/>
                </a:lnTo>
                <a:lnTo>
                  <a:pt x="7299" y="50413"/>
                </a:lnTo>
                <a:lnTo>
                  <a:pt x="7299" y="50856"/>
                </a:lnTo>
                <a:lnTo>
                  <a:pt x="7299" y="51300"/>
                </a:lnTo>
                <a:lnTo>
                  <a:pt x="7299" y="51744"/>
                </a:lnTo>
                <a:lnTo>
                  <a:pt x="7616" y="52099"/>
                </a:lnTo>
                <a:lnTo>
                  <a:pt x="7616" y="52543"/>
                </a:lnTo>
                <a:lnTo>
                  <a:pt x="7616" y="52987"/>
                </a:lnTo>
                <a:lnTo>
                  <a:pt x="7616" y="53608"/>
                </a:lnTo>
                <a:lnTo>
                  <a:pt x="7616" y="53874"/>
                </a:lnTo>
                <a:lnTo>
                  <a:pt x="8093" y="54318"/>
                </a:lnTo>
                <a:lnTo>
                  <a:pt x="8093" y="54673"/>
                </a:lnTo>
                <a:lnTo>
                  <a:pt x="8093" y="55117"/>
                </a:lnTo>
                <a:lnTo>
                  <a:pt x="8093" y="55738"/>
                </a:lnTo>
                <a:lnTo>
                  <a:pt x="8410" y="56004"/>
                </a:lnTo>
                <a:lnTo>
                  <a:pt x="8410" y="56448"/>
                </a:lnTo>
                <a:lnTo>
                  <a:pt x="8410" y="57069"/>
                </a:lnTo>
                <a:lnTo>
                  <a:pt x="8410" y="57247"/>
                </a:lnTo>
                <a:lnTo>
                  <a:pt x="8410" y="57691"/>
                </a:lnTo>
                <a:lnTo>
                  <a:pt x="8886" y="58312"/>
                </a:lnTo>
                <a:lnTo>
                  <a:pt x="8886" y="58578"/>
                </a:lnTo>
                <a:lnTo>
                  <a:pt x="8886" y="59200"/>
                </a:lnTo>
                <a:lnTo>
                  <a:pt x="8886" y="59643"/>
                </a:lnTo>
                <a:lnTo>
                  <a:pt x="8886" y="59821"/>
                </a:lnTo>
                <a:lnTo>
                  <a:pt x="8886" y="60531"/>
                </a:lnTo>
                <a:lnTo>
                  <a:pt x="8886" y="60708"/>
                </a:lnTo>
                <a:lnTo>
                  <a:pt x="8886" y="61152"/>
                </a:lnTo>
                <a:lnTo>
                  <a:pt x="8886" y="61773"/>
                </a:lnTo>
                <a:lnTo>
                  <a:pt x="8886" y="62040"/>
                </a:lnTo>
                <a:lnTo>
                  <a:pt x="9203" y="62395"/>
                </a:lnTo>
                <a:lnTo>
                  <a:pt x="9203" y="63105"/>
                </a:lnTo>
                <a:lnTo>
                  <a:pt x="9203" y="63282"/>
                </a:lnTo>
                <a:lnTo>
                  <a:pt x="9203" y="63726"/>
                </a:lnTo>
                <a:lnTo>
                  <a:pt x="9521" y="64347"/>
                </a:lnTo>
                <a:lnTo>
                  <a:pt x="9521" y="64614"/>
                </a:lnTo>
                <a:lnTo>
                  <a:pt x="9521" y="64969"/>
                </a:lnTo>
                <a:lnTo>
                  <a:pt x="9521" y="65412"/>
                </a:lnTo>
                <a:lnTo>
                  <a:pt x="9521" y="65856"/>
                </a:lnTo>
                <a:lnTo>
                  <a:pt x="9997" y="66300"/>
                </a:lnTo>
                <a:lnTo>
                  <a:pt x="9997" y="66744"/>
                </a:lnTo>
                <a:lnTo>
                  <a:pt x="9997" y="67188"/>
                </a:lnTo>
                <a:lnTo>
                  <a:pt x="9997" y="67543"/>
                </a:lnTo>
                <a:lnTo>
                  <a:pt x="9997" y="67809"/>
                </a:lnTo>
                <a:lnTo>
                  <a:pt x="10314" y="68430"/>
                </a:lnTo>
                <a:lnTo>
                  <a:pt x="10314" y="68874"/>
                </a:lnTo>
                <a:lnTo>
                  <a:pt x="10314" y="69051"/>
                </a:lnTo>
                <a:lnTo>
                  <a:pt x="10314" y="69761"/>
                </a:lnTo>
                <a:lnTo>
                  <a:pt x="10314" y="70116"/>
                </a:lnTo>
                <a:lnTo>
                  <a:pt x="10790" y="70383"/>
                </a:lnTo>
                <a:lnTo>
                  <a:pt x="10790" y="70826"/>
                </a:lnTo>
                <a:lnTo>
                  <a:pt x="10790" y="71448"/>
                </a:lnTo>
                <a:lnTo>
                  <a:pt x="10790" y="71625"/>
                </a:lnTo>
                <a:lnTo>
                  <a:pt x="10790" y="72069"/>
                </a:lnTo>
                <a:lnTo>
                  <a:pt x="10790" y="72513"/>
                </a:lnTo>
                <a:lnTo>
                  <a:pt x="10790" y="72957"/>
                </a:lnTo>
                <a:lnTo>
                  <a:pt x="10790" y="73400"/>
                </a:lnTo>
                <a:lnTo>
                  <a:pt x="10790" y="73755"/>
                </a:lnTo>
                <a:lnTo>
                  <a:pt x="11108" y="74199"/>
                </a:lnTo>
                <a:lnTo>
                  <a:pt x="11108" y="74643"/>
                </a:lnTo>
                <a:lnTo>
                  <a:pt x="11108" y="74909"/>
                </a:lnTo>
                <a:lnTo>
                  <a:pt x="11108" y="75264"/>
                </a:lnTo>
                <a:lnTo>
                  <a:pt x="11108" y="75974"/>
                </a:lnTo>
                <a:lnTo>
                  <a:pt x="11425" y="76152"/>
                </a:lnTo>
                <a:lnTo>
                  <a:pt x="11425" y="76596"/>
                </a:lnTo>
                <a:lnTo>
                  <a:pt x="11425" y="77039"/>
                </a:lnTo>
                <a:lnTo>
                  <a:pt x="11425" y="77394"/>
                </a:lnTo>
                <a:lnTo>
                  <a:pt x="11425" y="77838"/>
                </a:lnTo>
                <a:lnTo>
                  <a:pt x="11901" y="78282"/>
                </a:lnTo>
                <a:lnTo>
                  <a:pt x="11901" y="78548"/>
                </a:lnTo>
                <a:lnTo>
                  <a:pt x="11901" y="79170"/>
                </a:lnTo>
                <a:lnTo>
                  <a:pt x="11901" y="79613"/>
                </a:lnTo>
                <a:lnTo>
                  <a:pt x="12218" y="79791"/>
                </a:lnTo>
                <a:lnTo>
                  <a:pt x="12218" y="80235"/>
                </a:lnTo>
                <a:lnTo>
                  <a:pt x="12218" y="80856"/>
                </a:lnTo>
                <a:lnTo>
                  <a:pt x="12218" y="81122"/>
                </a:lnTo>
                <a:lnTo>
                  <a:pt x="12218" y="81477"/>
                </a:lnTo>
                <a:lnTo>
                  <a:pt x="12694" y="81921"/>
                </a:lnTo>
                <a:lnTo>
                  <a:pt x="12694" y="82187"/>
                </a:lnTo>
                <a:lnTo>
                  <a:pt x="12694" y="82808"/>
                </a:lnTo>
                <a:lnTo>
                  <a:pt x="12694" y="83252"/>
                </a:lnTo>
                <a:lnTo>
                  <a:pt x="12694" y="83430"/>
                </a:lnTo>
                <a:lnTo>
                  <a:pt x="13012" y="83874"/>
                </a:lnTo>
                <a:lnTo>
                  <a:pt x="13012" y="84317"/>
                </a:lnTo>
                <a:lnTo>
                  <a:pt x="13012" y="84761"/>
                </a:lnTo>
                <a:lnTo>
                  <a:pt x="13012" y="85116"/>
                </a:lnTo>
                <a:lnTo>
                  <a:pt x="13012" y="85560"/>
                </a:lnTo>
                <a:lnTo>
                  <a:pt x="13012" y="85826"/>
                </a:lnTo>
                <a:lnTo>
                  <a:pt x="13012" y="86270"/>
                </a:lnTo>
                <a:lnTo>
                  <a:pt x="13012" y="86625"/>
                </a:lnTo>
                <a:lnTo>
                  <a:pt x="13012" y="87069"/>
                </a:lnTo>
                <a:lnTo>
                  <a:pt x="13488" y="87513"/>
                </a:lnTo>
              </a:path>
            </a:pathLst>
          </a:custGeom>
          <a:ln w="1934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5414340" y="3072047"/>
            <a:ext cx="13329" cy="67365"/>
          </a:xfrm>
          <a:custGeom>
            <a:avLst/>
            <a:gdLst/>
            <a:ahLst/>
            <a:cxnLst/>
            <a:rect l="l" t="t" r="r" b="b"/>
            <a:pathLst>
              <a:path w="13329" h="67365">
                <a:moveTo>
                  <a:pt x="0" y="0"/>
                </a:moveTo>
                <a:lnTo>
                  <a:pt x="0" y="443"/>
                </a:lnTo>
                <a:lnTo>
                  <a:pt x="0" y="621"/>
                </a:lnTo>
                <a:lnTo>
                  <a:pt x="0" y="1065"/>
                </a:lnTo>
                <a:lnTo>
                  <a:pt x="0" y="1508"/>
                </a:lnTo>
                <a:lnTo>
                  <a:pt x="317" y="1952"/>
                </a:lnTo>
                <a:lnTo>
                  <a:pt x="317" y="2396"/>
                </a:lnTo>
                <a:lnTo>
                  <a:pt x="317" y="2751"/>
                </a:lnTo>
                <a:lnTo>
                  <a:pt x="317" y="3017"/>
                </a:lnTo>
                <a:lnTo>
                  <a:pt x="317" y="3461"/>
                </a:lnTo>
                <a:lnTo>
                  <a:pt x="634" y="3905"/>
                </a:lnTo>
                <a:lnTo>
                  <a:pt x="634" y="4260"/>
                </a:lnTo>
                <a:lnTo>
                  <a:pt x="634" y="4704"/>
                </a:lnTo>
                <a:lnTo>
                  <a:pt x="634" y="5147"/>
                </a:lnTo>
                <a:lnTo>
                  <a:pt x="634" y="5325"/>
                </a:lnTo>
                <a:lnTo>
                  <a:pt x="1110" y="5769"/>
                </a:lnTo>
                <a:lnTo>
                  <a:pt x="1110" y="6212"/>
                </a:lnTo>
                <a:lnTo>
                  <a:pt x="1110" y="6479"/>
                </a:lnTo>
                <a:lnTo>
                  <a:pt x="1110" y="6834"/>
                </a:lnTo>
                <a:lnTo>
                  <a:pt x="1428" y="7544"/>
                </a:lnTo>
                <a:lnTo>
                  <a:pt x="1428" y="7721"/>
                </a:lnTo>
                <a:lnTo>
                  <a:pt x="1428" y="8165"/>
                </a:lnTo>
                <a:lnTo>
                  <a:pt x="1428" y="8609"/>
                </a:lnTo>
                <a:lnTo>
                  <a:pt x="1428" y="8786"/>
                </a:lnTo>
                <a:lnTo>
                  <a:pt x="1428" y="9230"/>
                </a:lnTo>
                <a:lnTo>
                  <a:pt x="1428" y="9674"/>
                </a:lnTo>
                <a:lnTo>
                  <a:pt x="1428" y="9851"/>
                </a:lnTo>
                <a:lnTo>
                  <a:pt x="1428" y="10295"/>
                </a:lnTo>
                <a:lnTo>
                  <a:pt x="1428" y="10739"/>
                </a:lnTo>
                <a:lnTo>
                  <a:pt x="1904" y="11183"/>
                </a:lnTo>
                <a:lnTo>
                  <a:pt x="1904" y="11626"/>
                </a:lnTo>
                <a:lnTo>
                  <a:pt x="1904" y="11982"/>
                </a:lnTo>
                <a:lnTo>
                  <a:pt x="1904" y="12248"/>
                </a:lnTo>
                <a:lnTo>
                  <a:pt x="1904" y="12692"/>
                </a:lnTo>
                <a:lnTo>
                  <a:pt x="2221" y="13047"/>
                </a:lnTo>
                <a:lnTo>
                  <a:pt x="2221" y="13313"/>
                </a:lnTo>
                <a:lnTo>
                  <a:pt x="2221" y="13757"/>
                </a:lnTo>
                <a:lnTo>
                  <a:pt x="2221" y="14112"/>
                </a:lnTo>
                <a:lnTo>
                  <a:pt x="2538" y="14555"/>
                </a:lnTo>
                <a:lnTo>
                  <a:pt x="2538" y="14822"/>
                </a:lnTo>
                <a:lnTo>
                  <a:pt x="2538" y="15265"/>
                </a:lnTo>
                <a:lnTo>
                  <a:pt x="2538" y="15620"/>
                </a:lnTo>
                <a:lnTo>
                  <a:pt x="2538" y="15887"/>
                </a:lnTo>
                <a:lnTo>
                  <a:pt x="3015" y="16508"/>
                </a:lnTo>
                <a:lnTo>
                  <a:pt x="3015" y="16952"/>
                </a:lnTo>
                <a:lnTo>
                  <a:pt x="3015" y="17129"/>
                </a:lnTo>
                <a:lnTo>
                  <a:pt x="3015" y="17573"/>
                </a:lnTo>
                <a:lnTo>
                  <a:pt x="3015" y="18017"/>
                </a:lnTo>
                <a:lnTo>
                  <a:pt x="3332" y="18194"/>
                </a:lnTo>
                <a:lnTo>
                  <a:pt x="3332" y="18638"/>
                </a:lnTo>
                <a:lnTo>
                  <a:pt x="3332" y="19082"/>
                </a:lnTo>
                <a:lnTo>
                  <a:pt x="3332" y="19259"/>
                </a:lnTo>
                <a:lnTo>
                  <a:pt x="3332" y="19703"/>
                </a:lnTo>
                <a:lnTo>
                  <a:pt x="3808" y="20147"/>
                </a:lnTo>
                <a:lnTo>
                  <a:pt x="3808" y="20413"/>
                </a:lnTo>
                <a:lnTo>
                  <a:pt x="3808" y="20768"/>
                </a:lnTo>
                <a:lnTo>
                  <a:pt x="3808" y="21212"/>
                </a:lnTo>
                <a:lnTo>
                  <a:pt x="3808" y="21656"/>
                </a:lnTo>
                <a:lnTo>
                  <a:pt x="3808" y="21833"/>
                </a:lnTo>
                <a:lnTo>
                  <a:pt x="3808" y="22277"/>
                </a:lnTo>
                <a:lnTo>
                  <a:pt x="3808" y="22721"/>
                </a:lnTo>
                <a:lnTo>
                  <a:pt x="3808" y="22987"/>
                </a:lnTo>
                <a:lnTo>
                  <a:pt x="4125" y="23342"/>
                </a:lnTo>
                <a:lnTo>
                  <a:pt x="4125" y="23786"/>
                </a:lnTo>
                <a:lnTo>
                  <a:pt x="4125" y="24052"/>
                </a:lnTo>
                <a:lnTo>
                  <a:pt x="4125" y="24407"/>
                </a:lnTo>
                <a:lnTo>
                  <a:pt x="4125" y="24851"/>
                </a:lnTo>
                <a:lnTo>
                  <a:pt x="4601" y="25117"/>
                </a:lnTo>
                <a:lnTo>
                  <a:pt x="4601" y="25561"/>
                </a:lnTo>
                <a:lnTo>
                  <a:pt x="4601" y="25916"/>
                </a:lnTo>
                <a:lnTo>
                  <a:pt x="4601" y="26360"/>
                </a:lnTo>
                <a:lnTo>
                  <a:pt x="4601" y="26626"/>
                </a:lnTo>
                <a:lnTo>
                  <a:pt x="4919" y="26981"/>
                </a:lnTo>
                <a:lnTo>
                  <a:pt x="4919" y="27425"/>
                </a:lnTo>
                <a:lnTo>
                  <a:pt x="4919" y="27869"/>
                </a:lnTo>
                <a:lnTo>
                  <a:pt x="5236" y="28313"/>
                </a:lnTo>
                <a:lnTo>
                  <a:pt x="5236" y="28756"/>
                </a:lnTo>
                <a:lnTo>
                  <a:pt x="5236" y="28934"/>
                </a:lnTo>
                <a:lnTo>
                  <a:pt x="5236" y="29378"/>
                </a:lnTo>
                <a:lnTo>
                  <a:pt x="5236" y="29821"/>
                </a:lnTo>
                <a:lnTo>
                  <a:pt x="5712" y="29999"/>
                </a:lnTo>
                <a:lnTo>
                  <a:pt x="5712" y="30443"/>
                </a:lnTo>
                <a:lnTo>
                  <a:pt x="5712" y="30886"/>
                </a:lnTo>
                <a:lnTo>
                  <a:pt x="5712" y="31064"/>
                </a:lnTo>
                <a:lnTo>
                  <a:pt x="5712" y="31508"/>
                </a:lnTo>
                <a:lnTo>
                  <a:pt x="5712" y="31952"/>
                </a:lnTo>
                <a:lnTo>
                  <a:pt x="5712" y="32129"/>
                </a:lnTo>
                <a:lnTo>
                  <a:pt x="5712" y="32395"/>
                </a:lnTo>
                <a:lnTo>
                  <a:pt x="5712" y="32839"/>
                </a:lnTo>
                <a:lnTo>
                  <a:pt x="5712" y="33283"/>
                </a:lnTo>
                <a:lnTo>
                  <a:pt x="6030" y="33460"/>
                </a:lnTo>
                <a:lnTo>
                  <a:pt x="6030" y="33904"/>
                </a:lnTo>
                <a:lnTo>
                  <a:pt x="6030" y="34348"/>
                </a:lnTo>
                <a:lnTo>
                  <a:pt x="6030" y="34525"/>
                </a:lnTo>
                <a:lnTo>
                  <a:pt x="6506" y="34969"/>
                </a:lnTo>
                <a:lnTo>
                  <a:pt x="6506" y="35413"/>
                </a:lnTo>
                <a:lnTo>
                  <a:pt x="6506" y="35768"/>
                </a:lnTo>
                <a:lnTo>
                  <a:pt x="6506" y="36212"/>
                </a:lnTo>
                <a:lnTo>
                  <a:pt x="6823" y="36656"/>
                </a:lnTo>
                <a:lnTo>
                  <a:pt x="6823" y="36922"/>
                </a:lnTo>
                <a:lnTo>
                  <a:pt x="6823" y="37277"/>
                </a:lnTo>
                <a:lnTo>
                  <a:pt x="6823" y="37721"/>
                </a:lnTo>
                <a:lnTo>
                  <a:pt x="6823" y="38164"/>
                </a:lnTo>
                <a:lnTo>
                  <a:pt x="7140" y="38164"/>
                </a:lnTo>
                <a:lnTo>
                  <a:pt x="7140" y="38608"/>
                </a:lnTo>
                <a:lnTo>
                  <a:pt x="7140" y="39052"/>
                </a:lnTo>
                <a:lnTo>
                  <a:pt x="7140" y="39229"/>
                </a:lnTo>
                <a:lnTo>
                  <a:pt x="7140" y="39673"/>
                </a:lnTo>
                <a:lnTo>
                  <a:pt x="7616" y="40117"/>
                </a:lnTo>
                <a:lnTo>
                  <a:pt x="7616" y="40295"/>
                </a:lnTo>
                <a:lnTo>
                  <a:pt x="7616" y="40561"/>
                </a:lnTo>
                <a:lnTo>
                  <a:pt x="7616" y="40916"/>
                </a:lnTo>
                <a:lnTo>
                  <a:pt x="7616" y="41360"/>
                </a:lnTo>
                <a:lnTo>
                  <a:pt x="7616" y="41626"/>
                </a:lnTo>
                <a:lnTo>
                  <a:pt x="7616" y="42070"/>
                </a:lnTo>
                <a:lnTo>
                  <a:pt x="7616" y="42247"/>
                </a:lnTo>
                <a:lnTo>
                  <a:pt x="7616" y="42691"/>
                </a:lnTo>
                <a:lnTo>
                  <a:pt x="7934" y="42868"/>
                </a:lnTo>
                <a:lnTo>
                  <a:pt x="7934" y="43312"/>
                </a:lnTo>
                <a:lnTo>
                  <a:pt x="7934" y="43756"/>
                </a:lnTo>
                <a:lnTo>
                  <a:pt x="7934" y="43934"/>
                </a:lnTo>
                <a:lnTo>
                  <a:pt x="7934" y="44200"/>
                </a:lnTo>
                <a:lnTo>
                  <a:pt x="8410" y="44644"/>
                </a:lnTo>
                <a:lnTo>
                  <a:pt x="8410" y="44999"/>
                </a:lnTo>
                <a:lnTo>
                  <a:pt x="8410" y="45265"/>
                </a:lnTo>
                <a:lnTo>
                  <a:pt x="8410" y="45442"/>
                </a:lnTo>
                <a:lnTo>
                  <a:pt x="8410" y="45886"/>
                </a:lnTo>
                <a:lnTo>
                  <a:pt x="8727" y="46330"/>
                </a:lnTo>
                <a:lnTo>
                  <a:pt x="8727" y="46507"/>
                </a:lnTo>
                <a:lnTo>
                  <a:pt x="8727" y="46951"/>
                </a:lnTo>
                <a:lnTo>
                  <a:pt x="8727" y="47217"/>
                </a:lnTo>
                <a:lnTo>
                  <a:pt x="9203" y="47573"/>
                </a:lnTo>
                <a:lnTo>
                  <a:pt x="9203" y="47839"/>
                </a:lnTo>
                <a:lnTo>
                  <a:pt x="9203" y="48283"/>
                </a:lnTo>
                <a:lnTo>
                  <a:pt x="9203" y="48460"/>
                </a:lnTo>
                <a:lnTo>
                  <a:pt x="9203" y="48638"/>
                </a:lnTo>
                <a:lnTo>
                  <a:pt x="9521" y="49081"/>
                </a:lnTo>
                <a:lnTo>
                  <a:pt x="9521" y="49525"/>
                </a:lnTo>
                <a:lnTo>
                  <a:pt x="9521" y="49791"/>
                </a:lnTo>
                <a:lnTo>
                  <a:pt x="9521" y="49969"/>
                </a:lnTo>
                <a:lnTo>
                  <a:pt x="9521" y="50413"/>
                </a:lnTo>
                <a:lnTo>
                  <a:pt x="9838" y="50590"/>
                </a:lnTo>
                <a:lnTo>
                  <a:pt x="9838" y="51034"/>
                </a:lnTo>
                <a:lnTo>
                  <a:pt x="9838" y="51211"/>
                </a:lnTo>
                <a:lnTo>
                  <a:pt x="9838" y="51655"/>
                </a:lnTo>
                <a:lnTo>
                  <a:pt x="9838" y="51922"/>
                </a:lnTo>
                <a:lnTo>
                  <a:pt x="9838" y="52365"/>
                </a:lnTo>
                <a:lnTo>
                  <a:pt x="9838" y="52543"/>
                </a:lnTo>
                <a:lnTo>
                  <a:pt x="9838" y="52987"/>
                </a:lnTo>
                <a:lnTo>
                  <a:pt x="9838" y="53164"/>
                </a:lnTo>
                <a:lnTo>
                  <a:pt x="10314" y="53430"/>
                </a:lnTo>
                <a:lnTo>
                  <a:pt x="10314" y="53785"/>
                </a:lnTo>
                <a:lnTo>
                  <a:pt x="10314" y="54052"/>
                </a:lnTo>
                <a:lnTo>
                  <a:pt x="10314" y="54495"/>
                </a:lnTo>
                <a:lnTo>
                  <a:pt x="10314" y="54673"/>
                </a:lnTo>
                <a:lnTo>
                  <a:pt x="10631" y="54939"/>
                </a:lnTo>
                <a:lnTo>
                  <a:pt x="10631" y="55294"/>
                </a:lnTo>
                <a:lnTo>
                  <a:pt x="10631" y="55738"/>
                </a:lnTo>
                <a:lnTo>
                  <a:pt x="10631" y="56004"/>
                </a:lnTo>
                <a:lnTo>
                  <a:pt x="10631" y="56182"/>
                </a:lnTo>
                <a:lnTo>
                  <a:pt x="11108" y="56626"/>
                </a:lnTo>
                <a:lnTo>
                  <a:pt x="11108" y="56803"/>
                </a:lnTo>
                <a:lnTo>
                  <a:pt x="11108" y="57069"/>
                </a:lnTo>
                <a:lnTo>
                  <a:pt x="11108" y="57513"/>
                </a:lnTo>
                <a:lnTo>
                  <a:pt x="11108" y="57691"/>
                </a:lnTo>
                <a:lnTo>
                  <a:pt x="11425" y="58134"/>
                </a:lnTo>
                <a:lnTo>
                  <a:pt x="11425" y="58312"/>
                </a:lnTo>
                <a:lnTo>
                  <a:pt x="11425" y="58578"/>
                </a:lnTo>
                <a:lnTo>
                  <a:pt x="11425" y="58933"/>
                </a:lnTo>
                <a:lnTo>
                  <a:pt x="11742" y="59377"/>
                </a:lnTo>
                <a:lnTo>
                  <a:pt x="11742" y="59821"/>
                </a:lnTo>
                <a:lnTo>
                  <a:pt x="11742" y="59998"/>
                </a:lnTo>
                <a:lnTo>
                  <a:pt x="11742" y="60442"/>
                </a:lnTo>
                <a:lnTo>
                  <a:pt x="11742" y="60708"/>
                </a:lnTo>
                <a:lnTo>
                  <a:pt x="11742" y="60886"/>
                </a:lnTo>
                <a:lnTo>
                  <a:pt x="11742" y="61330"/>
                </a:lnTo>
                <a:lnTo>
                  <a:pt x="11742" y="61773"/>
                </a:lnTo>
                <a:lnTo>
                  <a:pt x="12218" y="62217"/>
                </a:lnTo>
                <a:lnTo>
                  <a:pt x="12218" y="62395"/>
                </a:lnTo>
                <a:lnTo>
                  <a:pt x="12218" y="62838"/>
                </a:lnTo>
                <a:lnTo>
                  <a:pt x="12218" y="63016"/>
                </a:lnTo>
                <a:lnTo>
                  <a:pt x="12218" y="63282"/>
                </a:lnTo>
                <a:lnTo>
                  <a:pt x="12536" y="63726"/>
                </a:lnTo>
                <a:lnTo>
                  <a:pt x="12536" y="63904"/>
                </a:lnTo>
                <a:lnTo>
                  <a:pt x="12536" y="64081"/>
                </a:lnTo>
                <a:lnTo>
                  <a:pt x="12536" y="64347"/>
                </a:lnTo>
                <a:lnTo>
                  <a:pt x="13012" y="64791"/>
                </a:lnTo>
                <a:lnTo>
                  <a:pt x="13012" y="65146"/>
                </a:lnTo>
                <a:lnTo>
                  <a:pt x="13012" y="65412"/>
                </a:lnTo>
                <a:lnTo>
                  <a:pt x="13012" y="65590"/>
                </a:lnTo>
                <a:lnTo>
                  <a:pt x="13012" y="65856"/>
                </a:lnTo>
                <a:lnTo>
                  <a:pt x="13329" y="66300"/>
                </a:lnTo>
                <a:lnTo>
                  <a:pt x="13329" y="66477"/>
                </a:lnTo>
                <a:lnTo>
                  <a:pt x="13329" y="66655"/>
                </a:lnTo>
                <a:lnTo>
                  <a:pt x="13329" y="66921"/>
                </a:lnTo>
                <a:lnTo>
                  <a:pt x="13329" y="67365"/>
                </a:lnTo>
              </a:path>
            </a:pathLst>
          </a:custGeom>
          <a:ln w="192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5427669" y="3139412"/>
            <a:ext cx="13488" cy="42247"/>
          </a:xfrm>
          <a:custGeom>
            <a:avLst/>
            <a:gdLst/>
            <a:ahLst/>
            <a:cxnLst/>
            <a:rect l="l" t="t" r="r" b="b"/>
            <a:pathLst>
              <a:path w="13488" h="42247">
                <a:moveTo>
                  <a:pt x="0" y="0"/>
                </a:moveTo>
                <a:lnTo>
                  <a:pt x="317" y="177"/>
                </a:lnTo>
                <a:lnTo>
                  <a:pt x="317" y="355"/>
                </a:lnTo>
                <a:lnTo>
                  <a:pt x="317" y="798"/>
                </a:lnTo>
                <a:lnTo>
                  <a:pt x="317" y="1065"/>
                </a:lnTo>
                <a:lnTo>
                  <a:pt x="317" y="1508"/>
                </a:lnTo>
                <a:lnTo>
                  <a:pt x="793" y="1508"/>
                </a:lnTo>
                <a:lnTo>
                  <a:pt x="793" y="1863"/>
                </a:lnTo>
                <a:lnTo>
                  <a:pt x="793" y="2130"/>
                </a:lnTo>
                <a:lnTo>
                  <a:pt x="793" y="2573"/>
                </a:lnTo>
                <a:lnTo>
                  <a:pt x="793" y="2751"/>
                </a:lnTo>
                <a:lnTo>
                  <a:pt x="793" y="2928"/>
                </a:lnTo>
                <a:lnTo>
                  <a:pt x="793" y="3195"/>
                </a:lnTo>
                <a:lnTo>
                  <a:pt x="793" y="3638"/>
                </a:lnTo>
                <a:lnTo>
                  <a:pt x="793" y="3816"/>
                </a:lnTo>
                <a:lnTo>
                  <a:pt x="1110" y="4082"/>
                </a:lnTo>
                <a:lnTo>
                  <a:pt x="1110" y="4260"/>
                </a:lnTo>
                <a:lnTo>
                  <a:pt x="1110" y="4704"/>
                </a:lnTo>
                <a:lnTo>
                  <a:pt x="1110" y="4881"/>
                </a:lnTo>
                <a:lnTo>
                  <a:pt x="1110" y="5147"/>
                </a:lnTo>
                <a:lnTo>
                  <a:pt x="1586" y="5325"/>
                </a:lnTo>
                <a:lnTo>
                  <a:pt x="1586" y="5502"/>
                </a:lnTo>
                <a:lnTo>
                  <a:pt x="1586" y="5946"/>
                </a:lnTo>
                <a:lnTo>
                  <a:pt x="1586" y="6212"/>
                </a:lnTo>
                <a:lnTo>
                  <a:pt x="1586" y="6390"/>
                </a:lnTo>
                <a:lnTo>
                  <a:pt x="1904" y="6656"/>
                </a:lnTo>
                <a:lnTo>
                  <a:pt x="1904" y="7011"/>
                </a:lnTo>
                <a:lnTo>
                  <a:pt x="1904" y="7277"/>
                </a:lnTo>
                <a:lnTo>
                  <a:pt x="1904" y="7455"/>
                </a:lnTo>
                <a:lnTo>
                  <a:pt x="2380" y="7721"/>
                </a:lnTo>
                <a:lnTo>
                  <a:pt x="2380" y="7899"/>
                </a:lnTo>
                <a:lnTo>
                  <a:pt x="2380" y="8343"/>
                </a:lnTo>
                <a:lnTo>
                  <a:pt x="2380" y="8520"/>
                </a:lnTo>
                <a:lnTo>
                  <a:pt x="2380" y="8786"/>
                </a:lnTo>
                <a:lnTo>
                  <a:pt x="2697" y="8964"/>
                </a:lnTo>
                <a:lnTo>
                  <a:pt x="2697" y="9408"/>
                </a:lnTo>
                <a:lnTo>
                  <a:pt x="2697" y="9585"/>
                </a:lnTo>
                <a:lnTo>
                  <a:pt x="2697" y="9851"/>
                </a:lnTo>
                <a:lnTo>
                  <a:pt x="2697" y="10029"/>
                </a:lnTo>
                <a:lnTo>
                  <a:pt x="2697" y="10295"/>
                </a:lnTo>
                <a:lnTo>
                  <a:pt x="2697" y="10650"/>
                </a:lnTo>
                <a:lnTo>
                  <a:pt x="2697" y="10916"/>
                </a:lnTo>
                <a:lnTo>
                  <a:pt x="2697" y="11360"/>
                </a:lnTo>
                <a:lnTo>
                  <a:pt x="3015" y="11538"/>
                </a:lnTo>
                <a:lnTo>
                  <a:pt x="3015" y="11804"/>
                </a:lnTo>
                <a:lnTo>
                  <a:pt x="3015" y="12159"/>
                </a:lnTo>
                <a:lnTo>
                  <a:pt x="3491" y="12603"/>
                </a:lnTo>
                <a:lnTo>
                  <a:pt x="3491" y="12869"/>
                </a:lnTo>
                <a:lnTo>
                  <a:pt x="3491" y="13047"/>
                </a:lnTo>
                <a:lnTo>
                  <a:pt x="3491" y="13224"/>
                </a:lnTo>
                <a:lnTo>
                  <a:pt x="3491" y="13490"/>
                </a:lnTo>
                <a:lnTo>
                  <a:pt x="3808" y="13668"/>
                </a:lnTo>
                <a:lnTo>
                  <a:pt x="3808" y="14112"/>
                </a:lnTo>
                <a:lnTo>
                  <a:pt x="3808" y="14289"/>
                </a:lnTo>
                <a:lnTo>
                  <a:pt x="3808" y="14555"/>
                </a:lnTo>
                <a:lnTo>
                  <a:pt x="3808" y="14733"/>
                </a:lnTo>
                <a:lnTo>
                  <a:pt x="4284" y="14999"/>
                </a:lnTo>
                <a:lnTo>
                  <a:pt x="4284" y="15177"/>
                </a:lnTo>
                <a:lnTo>
                  <a:pt x="4284" y="15620"/>
                </a:lnTo>
                <a:lnTo>
                  <a:pt x="4284" y="15798"/>
                </a:lnTo>
                <a:lnTo>
                  <a:pt x="4601" y="16242"/>
                </a:lnTo>
                <a:lnTo>
                  <a:pt x="4601" y="16508"/>
                </a:lnTo>
                <a:lnTo>
                  <a:pt x="4601" y="16686"/>
                </a:lnTo>
                <a:lnTo>
                  <a:pt x="4601" y="16863"/>
                </a:lnTo>
                <a:lnTo>
                  <a:pt x="4919" y="17129"/>
                </a:lnTo>
                <a:lnTo>
                  <a:pt x="4919" y="17307"/>
                </a:lnTo>
                <a:lnTo>
                  <a:pt x="4919" y="17573"/>
                </a:lnTo>
                <a:lnTo>
                  <a:pt x="4919" y="18017"/>
                </a:lnTo>
                <a:lnTo>
                  <a:pt x="4919" y="18194"/>
                </a:lnTo>
                <a:lnTo>
                  <a:pt x="4919" y="18638"/>
                </a:lnTo>
                <a:lnTo>
                  <a:pt x="4919" y="18816"/>
                </a:lnTo>
                <a:lnTo>
                  <a:pt x="4919" y="19082"/>
                </a:lnTo>
                <a:lnTo>
                  <a:pt x="4919" y="19259"/>
                </a:lnTo>
                <a:lnTo>
                  <a:pt x="5395" y="19437"/>
                </a:lnTo>
                <a:lnTo>
                  <a:pt x="5395" y="19703"/>
                </a:lnTo>
                <a:lnTo>
                  <a:pt x="5395" y="19881"/>
                </a:lnTo>
                <a:lnTo>
                  <a:pt x="5395" y="20147"/>
                </a:lnTo>
                <a:lnTo>
                  <a:pt x="5395" y="20325"/>
                </a:lnTo>
                <a:lnTo>
                  <a:pt x="5712" y="20591"/>
                </a:lnTo>
                <a:lnTo>
                  <a:pt x="5712" y="20768"/>
                </a:lnTo>
                <a:lnTo>
                  <a:pt x="5712" y="20946"/>
                </a:lnTo>
                <a:lnTo>
                  <a:pt x="5712" y="21390"/>
                </a:lnTo>
                <a:lnTo>
                  <a:pt x="5712" y="21656"/>
                </a:lnTo>
                <a:lnTo>
                  <a:pt x="6188" y="21656"/>
                </a:lnTo>
                <a:lnTo>
                  <a:pt x="6188" y="21833"/>
                </a:lnTo>
                <a:lnTo>
                  <a:pt x="6188" y="22011"/>
                </a:lnTo>
                <a:lnTo>
                  <a:pt x="6188" y="22455"/>
                </a:lnTo>
                <a:lnTo>
                  <a:pt x="6506" y="22721"/>
                </a:lnTo>
                <a:lnTo>
                  <a:pt x="6506" y="22898"/>
                </a:lnTo>
                <a:lnTo>
                  <a:pt x="6506" y="23342"/>
                </a:lnTo>
                <a:lnTo>
                  <a:pt x="6506" y="23520"/>
                </a:lnTo>
                <a:lnTo>
                  <a:pt x="6982" y="23786"/>
                </a:lnTo>
                <a:lnTo>
                  <a:pt x="6982" y="23964"/>
                </a:lnTo>
                <a:lnTo>
                  <a:pt x="6982" y="24230"/>
                </a:lnTo>
                <a:lnTo>
                  <a:pt x="6982" y="24585"/>
                </a:lnTo>
                <a:lnTo>
                  <a:pt x="6982" y="24851"/>
                </a:lnTo>
                <a:lnTo>
                  <a:pt x="6982" y="25029"/>
                </a:lnTo>
                <a:lnTo>
                  <a:pt x="6982" y="25295"/>
                </a:lnTo>
                <a:lnTo>
                  <a:pt x="6982" y="25472"/>
                </a:lnTo>
                <a:lnTo>
                  <a:pt x="7299" y="25916"/>
                </a:lnTo>
                <a:lnTo>
                  <a:pt x="7299" y="26094"/>
                </a:lnTo>
                <a:lnTo>
                  <a:pt x="7299" y="26360"/>
                </a:lnTo>
                <a:lnTo>
                  <a:pt x="7616" y="26537"/>
                </a:lnTo>
                <a:lnTo>
                  <a:pt x="7616" y="26804"/>
                </a:lnTo>
                <a:lnTo>
                  <a:pt x="7616" y="26981"/>
                </a:lnTo>
                <a:lnTo>
                  <a:pt x="7616" y="27425"/>
                </a:lnTo>
                <a:lnTo>
                  <a:pt x="8093" y="27602"/>
                </a:lnTo>
                <a:lnTo>
                  <a:pt x="8093" y="27869"/>
                </a:lnTo>
                <a:lnTo>
                  <a:pt x="8093" y="28046"/>
                </a:lnTo>
                <a:lnTo>
                  <a:pt x="8093" y="28313"/>
                </a:lnTo>
                <a:lnTo>
                  <a:pt x="8093" y="28490"/>
                </a:lnTo>
                <a:lnTo>
                  <a:pt x="8410" y="28668"/>
                </a:lnTo>
                <a:lnTo>
                  <a:pt x="8410" y="29111"/>
                </a:lnTo>
                <a:lnTo>
                  <a:pt x="8410" y="29378"/>
                </a:lnTo>
                <a:lnTo>
                  <a:pt x="8410" y="29555"/>
                </a:lnTo>
                <a:lnTo>
                  <a:pt x="8886" y="29733"/>
                </a:lnTo>
                <a:lnTo>
                  <a:pt x="8886" y="29999"/>
                </a:lnTo>
                <a:lnTo>
                  <a:pt x="8886" y="30176"/>
                </a:lnTo>
                <a:lnTo>
                  <a:pt x="9203" y="30443"/>
                </a:lnTo>
                <a:lnTo>
                  <a:pt x="9203" y="30620"/>
                </a:lnTo>
                <a:lnTo>
                  <a:pt x="9203" y="30886"/>
                </a:lnTo>
                <a:lnTo>
                  <a:pt x="9203" y="31064"/>
                </a:lnTo>
                <a:lnTo>
                  <a:pt x="9203" y="31241"/>
                </a:lnTo>
                <a:lnTo>
                  <a:pt x="9203" y="31508"/>
                </a:lnTo>
                <a:lnTo>
                  <a:pt x="9203" y="31685"/>
                </a:lnTo>
                <a:lnTo>
                  <a:pt x="9203" y="31952"/>
                </a:lnTo>
                <a:lnTo>
                  <a:pt x="9203" y="32129"/>
                </a:lnTo>
                <a:lnTo>
                  <a:pt x="9521" y="32307"/>
                </a:lnTo>
                <a:lnTo>
                  <a:pt x="9521" y="32573"/>
                </a:lnTo>
                <a:lnTo>
                  <a:pt x="9521" y="32750"/>
                </a:lnTo>
                <a:lnTo>
                  <a:pt x="9521" y="33017"/>
                </a:lnTo>
                <a:lnTo>
                  <a:pt x="9521" y="33194"/>
                </a:lnTo>
                <a:lnTo>
                  <a:pt x="9997" y="33460"/>
                </a:lnTo>
                <a:lnTo>
                  <a:pt x="9997" y="33638"/>
                </a:lnTo>
                <a:lnTo>
                  <a:pt x="9997" y="33815"/>
                </a:lnTo>
                <a:lnTo>
                  <a:pt x="10314" y="34082"/>
                </a:lnTo>
                <a:lnTo>
                  <a:pt x="10314" y="34259"/>
                </a:lnTo>
                <a:lnTo>
                  <a:pt x="10314" y="34525"/>
                </a:lnTo>
                <a:lnTo>
                  <a:pt x="10314" y="34703"/>
                </a:lnTo>
                <a:lnTo>
                  <a:pt x="10790" y="34880"/>
                </a:lnTo>
                <a:lnTo>
                  <a:pt x="10790" y="35147"/>
                </a:lnTo>
                <a:lnTo>
                  <a:pt x="10790" y="35324"/>
                </a:lnTo>
                <a:lnTo>
                  <a:pt x="10790" y="35591"/>
                </a:lnTo>
                <a:lnTo>
                  <a:pt x="11108" y="35768"/>
                </a:lnTo>
                <a:lnTo>
                  <a:pt x="11108" y="36034"/>
                </a:lnTo>
                <a:lnTo>
                  <a:pt x="11108" y="36212"/>
                </a:lnTo>
                <a:lnTo>
                  <a:pt x="11108" y="36389"/>
                </a:lnTo>
                <a:lnTo>
                  <a:pt x="11108" y="36656"/>
                </a:lnTo>
                <a:lnTo>
                  <a:pt x="11108" y="36833"/>
                </a:lnTo>
                <a:lnTo>
                  <a:pt x="11108" y="37099"/>
                </a:lnTo>
                <a:lnTo>
                  <a:pt x="11584" y="37277"/>
                </a:lnTo>
                <a:lnTo>
                  <a:pt x="11584" y="37454"/>
                </a:lnTo>
                <a:lnTo>
                  <a:pt x="11584" y="37721"/>
                </a:lnTo>
                <a:lnTo>
                  <a:pt x="11584" y="37898"/>
                </a:lnTo>
                <a:lnTo>
                  <a:pt x="11901" y="38164"/>
                </a:lnTo>
                <a:lnTo>
                  <a:pt x="11901" y="38342"/>
                </a:lnTo>
                <a:lnTo>
                  <a:pt x="11901" y="38519"/>
                </a:lnTo>
                <a:lnTo>
                  <a:pt x="11901" y="38786"/>
                </a:lnTo>
                <a:lnTo>
                  <a:pt x="12218" y="38963"/>
                </a:lnTo>
                <a:lnTo>
                  <a:pt x="12218" y="39229"/>
                </a:lnTo>
                <a:lnTo>
                  <a:pt x="12218" y="39407"/>
                </a:lnTo>
                <a:lnTo>
                  <a:pt x="12694" y="39673"/>
                </a:lnTo>
                <a:lnTo>
                  <a:pt x="12694" y="39851"/>
                </a:lnTo>
                <a:lnTo>
                  <a:pt x="12694" y="40028"/>
                </a:lnTo>
                <a:lnTo>
                  <a:pt x="12694" y="40295"/>
                </a:lnTo>
                <a:lnTo>
                  <a:pt x="13012" y="40472"/>
                </a:lnTo>
                <a:lnTo>
                  <a:pt x="13012" y="40738"/>
                </a:lnTo>
                <a:lnTo>
                  <a:pt x="13012" y="40916"/>
                </a:lnTo>
                <a:lnTo>
                  <a:pt x="13488" y="41093"/>
                </a:lnTo>
                <a:lnTo>
                  <a:pt x="13488" y="41360"/>
                </a:lnTo>
                <a:lnTo>
                  <a:pt x="13488" y="41537"/>
                </a:lnTo>
                <a:lnTo>
                  <a:pt x="13488" y="41803"/>
                </a:lnTo>
                <a:lnTo>
                  <a:pt x="13488" y="41981"/>
                </a:lnTo>
                <a:lnTo>
                  <a:pt x="13488" y="42247"/>
                </a:lnTo>
              </a:path>
            </a:pathLst>
          </a:custGeom>
          <a:ln w="1874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5441158" y="3181660"/>
            <a:ext cx="13805" cy="14733"/>
          </a:xfrm>
          <a:custGeom>
            <a:avLst/>
            <a:gdLst/>
            <a:ahLst/>
            <a:cxnLst/>
            <a:rect l="l" t="t" r="r" b="b"/>
            <a:pathLst>
              <a:path w="13805" h="14733">
                <a:moveTo>
                  <a:pt x="0" y="0"/>
                </a:moveTo>
                <a:lnTo>
                  <a:pt x="0" y="177"/>
                </a:lnTo>
                <a:lnTo>
                  <a:pt x="317" y="355"/>
                </a:lnTo>
                <a:lnTo>
                  <a:pt x="317" y="621"/>
                </a:lnTo>
                <a:lnTo>
                  <a:pt x="634" y="798"/>
                </a:lnTo>
                <a:lnTo>
                  <a:pt x="634" y="1065"/>
                </a:lnTo>
                <a:lnTo>
                  <a:pt x="634" y="1242"/>
                </a:lnTo>
                <a:lnTo>
                  <a:pt x="634" y="1420"/>
                </a:lnTo>
                <a:lnTo>
                  <a:pt x="1110" y="1686"/>
                </a:lnTo>
                <a:lnTo>
                  <a:pt x="1110" y="1863"/>
                </a:lnTo>
                <a:lnTo>
                  <a:pt x="1110" y="2130"/>
                </a:lnTo>
                <a:lnTo>
                  <a:pt x="1428" y="2307"/>
                </a:lnTo>
                <a:lnTo>
                  <a:pt x="1428" y="2573"/>
                </a:lnTo>
                <a:lnTo>
                  <a:pt x="1428" y="2751"/>
                </a:lnTo>
                <a:lnTo>
                  <a:pt x="1904" y="2928"/>
                </a:lnTo>
                <a:lnTo>
                  <a:pt x="1904" y="3195"/>
                </a:lnTo>
                <a:lnTo>
                  <a:pt x="1904" y="3372"/>
                </a:lnTo>
                <a:lnTo>
                  <a:pt x="1904" y="3638"/>
                </a:lnTo>
                <a:lnTo>
                  <a:pt x="1904" y="3816"/>
                </a:lnTo>
                <a:lnTo>
                  <a:pt x="1904" y="3994"/>
                </a:lnTo>
                <a:lnTo>
                  <a:pt x="2221" y="3994"/>
                </a:lnTo>
                <a:lnTo>
                  <a:pt x="2221" y="4260"/>
                </a:lnTo>
                <a:lnTo>
                  <a:pt x="2221" y="4437"/>
                </a:lnTo>
                <a:lnTo>
                  <a:pt x="2538" y="4704"/>
                </a:lnTo>
                <a:lnTo>
                  <a:pt x="2538" y="4881"/>
                </a:lnTo>
                <a:lnTo>
                  <a:pt x="2538" y="5147"/>
                </a:lnTo>
                <a:lnTo>
                  <a:pt x="3015" y="5325"/>
                </a:lnTo>
                <a:lnTo>
                  <a:pt x="3015" y="5502"/>
                </a:lnTo>
                <a:lnTo>
                  <a:pt x="3332" y="5769"/>
                </a:lnTo>
                <a:lnTo>
                  <a:pt x="3332" y="5946"/>
                </a:lnTo>
                <a:lnTo>
                  <a:pt x="3332" y="6212"/>
                </a:lnTo>
                <a:lnTo>
                  <a:pt x="3808" y="6390"/>
                </a:lnTo>
                <a:lnTo>
                  <a:pt x="3808" y="6390"/>
                </a:lnTo>
                <a:lnTo>
                  <a:pt x="3808" y="6567"/>
                </a:lnTo>
                <a:lnTo>
                  <a:pt x="3808" y="6834"/>
                </a:lnTo>
                <a:lnTo>
                  <a:pt x="3808" y="7011"/>
                </a:lnTo>
                <a:lnTo>
                  <a:pt x="3808" y="7277"/>
                </a:lnTo>
                <a:lnTo>
                  <a:pt x="4125" y="7455"/>
                </a:lnTo>
                <a:lnTo>
                  <a:pt x="4125" y="7721"/>
                </a:lnTo>
                <a:lnTo>
                  <a:pt x="4601" y="7721"/>
                </a:lnTo>
                <a:lnTo>
                  <a:pt x="4601" y="7899"/>
                </a:lnTo>
                <a:lnTo>
                  <a:pt x="4601" y="8076"/>
                </a:lnTo>
                <a:lnTo>
                  <a:pt x="4919" y="8343"/>
                </a:lnTo>
                <a:lnTo>
                  <a:pt x="4919" y="8520"/>
                </a:lnTo>
                <a:lnTo>
                  <a:pt x="4919" y="8786"/>
                </a:lnTo>
                <a:lnTo>
                  <a:pt x="5236" y="8786"/>
                </a:lnTo>
                <a:lnTo>
                  <a:pt x="5236" y="8786"/>
                </a:lnTo>
                <a:lnTo>
                  <a:pt x="5236" y="8964"/>
                </a:lnTo>
                <a:lnTo>
                  <a:pt x="5712" y="9141"/>
                </a:lnTo>
                <a:lnTo>
                  <a:pt x="5712" y="9408"/>
                </a:lnTo>
                <a:lnTo>
                  <a:pt x="6030" y="9585"/>
                </a:lnTo>
                <a:lnTo>
                  <a:pt x="6030" y="9851"/>
                </a:lnTo>
                <a:lnTo>
                  <a:pt x="6030" y="10029"/>
                </a:lnTo>
                <a:lnTo>
                  <a:pt x="6030" y="10295"/>
                </a:lnTo>
                <a:lnTo>
                  <a:pt x="6506" y="10295"/>
                </a:lnTo>
                <a:lnTo>
                  <a:pt x="6506" y="10473"/>
                </a:lnTo>
                <a:lnTo>
                  <a:pt x="6506" y="10650"/>
                </a:lnTo>
                <a:lnTo>
                  <a:pt x="6823" y="10650"/>
                </a:lnTo>
                <a:lnTo>
                  <a:pt x="6823" y="10916"/>
                </a:lnTo>
                <a:lnTo>
                  <a:pt x="6823" y="11094"/>
                </a:lnTo>
                <a:lnTo>
                  <a:pt x="7140" y="11094"/>
                </a:lnTo>
                <a:lnTo>
                  <a:pt x="7140" y="11360"/>
                </a:lnTo>
                <a:lnTo>
                  <a:pt x="7616" y="11360"/>
                </a:lnTo>
                <a:lnTo>
                  <a:pt x="7616" y="11538"/>
                </a:lnTo>
                <a:lnTo>
                  <a:pt x="7934" y="11715"/>
                </a:lnTo>
                <a:lnTo>
                  <a:pt x="7934" y="11982"/>
                </a:lnTo>
                <a:lnTo>
                  <a:pt x="7934" y="12159"/>
                </a:lnTo>
                <a:lnTo>
                  <a:pt x="7934" y="12425"/>
                </a:lnTo>
                <a:lnTo>
                  <a:pt x="8410" y="12425"/>
                </a:lnTo>
                <a:lnTo>
                  <a:pt x="8727" y="12425"/>
                </a:lnTo>
                <a:lnTo>
                  <a:pt x="8727" y="12603"/>
                </a:lnTo>
                <a:lnTo>
                  <a:pt x="8727" y="12869"/>
                </a:lnTo>
                <a:lnTo>
                  <a:pt x="9203" y="12869"/>
                </a:lnTo>
                <a:lnTo>
                  <a:pt x="9203" y="13047"/>
                </a:lnTo>
                <a:lnTo>
                  <a:pt x="9521" y="13047"/>
                </a:lnTo>
                <a:lnTo>
                  <a:pt x="9521" y="13224"/>
                </a:lnTo>
                <a:lnTo>
                  <a:pt x="9838" y="13224"/>
                </a:lnTo>
                <a:lnTo>
                  <a:pt x="9838" y="13490"/>
                </a:lnTo>
                <a:lnTo>
                  <a:pt x="10314" y="13490"/>
                </a:lnTo>
                <a:lnTo>
                  <a:pt x="10314" y="13668"/>
                </a:lnTo>
                <a:lnTo>
                  <a:pt x="10314" y="13934"/>
                </a:lnTo>
                <a:lnTo>
                  <a:pt x="10631" y="13934"/>
                </a:lnTo>
                <a:lnTo>
                  <a:pt x="11108" y="14112"/>
                </a:lnTo>
                <a:lnTo>
                  <a:pt x="11425" y="14112"/>
                </a:lnTo>
                <a:lnTo>
                  <a:pt x="11425" y="14289"/>
                </a:lnTo>
                <a:lnTo>
                  <a:pt x="11742" y="14289"/>
                </a:lnTo>
                <a:lnTo>
                  <a:pt x="11742" y="14289"/>
                </a:lnTo>
                <a:lnTo>
                  <a:pt x="11742" y="14555"/>
                </a:lnTo>
                <a:lnTo>
                  <a:pt x="12218" y="14555"/>
                </a:lnTo>
                <a:lnTo>
                  <a:pt x="12218" y="14733"/>
                </a:lnTo>
                <a:lnTo>
                  <a:pt x="12536" y="14733"/>
                </a:lnTo>
                <a:lnTo>
                  <a:pt x="13012" y="14733"/>
                </a:lnTo>
                <a:lnTo>
                  <a:pt x="13329" y="14733"/>
                </a:lnTo>
                <a:lnTo>
                  <a:pt x="13805" y="14733"/>
                </a:lnTo>
              </a:path>
            </a:pathLst>
          </a:custGeom>
          <a:ln w="1551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5454964" y="3183346"/>
            <a:ext cx="13329" cy="13047"/>
          </a:xfrm>
          <a:custGeom>
            <a:avLst/>
            <a:gdLst/>
            <a:ahLst/>
            <a:cxnLst/>
            <a:rect l="l" t="t" r="r" b="b"/>
            <a:pathLst>
              <a:path w="13329" h="13047">
                <a:moveTo>
                  <a:pt x="0" y="13047"/>
                </a:moveTo>
                <a:lnTo>
                  <a:pt x="317" y="13047"/>
                </a:lnTo>
                <a:lnTo>
                  <a:pt x="634" y="13047"/>
                </a:lnTo>
                <a:lnTo>
                  <a:pt x="1110" y="13047"/>
                </a:lnTo>
                <a:lnTo>
                  <a:pt x="1428" y="13047"/>
                </a:lnTo>
                <a:lnTo>
                  <a:pt x="1904" y="13047"/>
                </a:lnTo>
                <a:lnTo>
                  <a:pt x="1904" y="12869"/>
                </a:lnTo>
                <a:lnTo>
                  <a:pt x="2221" y="12869"/>
                </a:lnTo>
                <a:lnTo>
                  <a:pt x="2538" y="12869"/>
                </a:lnTo>
                <a:lnTo>
                  <a:pt x="2538" y="12603"/>
                </a:lnTo>
                <a:lnTo>
                  <a:pt x="3015" y="12603"/>
                </a:lnTo>
                <a:lnTo>
                  <a:pt x="3015" y="12425"/>
                </a:lnTo>
                <a:lnTo>
                  <a:pt x="3332" y="12425"/>
                </a:lnTo>
                <a:lnTo>
                  <a:pt x="3332" y="12248"/>
                </a:lnTo>
                <a:lnTo>
                  <a:pt x="3808" y="12248"/>
                </a:lnTo>
                <a:lnTo>
                  <a:pt x="3808" y="11982"/>
                </a:lnTo>
                <a:lnTo>
                  <a:pt x="4125" y="11982"/>
                </a:lnTo>
                <a:lnTo>
                  <a:pt x="4125" y="11804"/>
                </a:lnTo>
                <a:lnTo>
                  <a:pt x="4443" y="11804"/>
                </a:lnTo>
                <a:lnTo>
                  <a:pt x="4919" y="11804"/>
                </a:lnTo>
                <a:lnTo>
                  <a:pt x="4919" y="11538"/>
                </a:lnTo>
                <a:lnTo>
                  <a:pt x="4919" y="11360"/>
                </a:lnTo>
                <a:lnTo>
                  <a:pt x="5236" y="11183"/>
                </a:lnTo>
                <a:lnTo>
                  <a:pt x="5236" y="10916"/>
                </a:lnTo>
                <a:lnTo>
                  <a:pt x="5712" y="10916"/>
                </a:lnTo>
                <a:lnTo>
                  <a:pt x="5712" y="10739"/>
                </a:lnTo>
                <a:lnTo>
                  <a:pt x="6030" y="10739"/>
                </a:lnTo>
                <a:lnTo>
                  <a:pt x="6030" y="10473"/>
                </a:lnTo>
                <a:lnTo>
                  <a:pt x="6506" y="10473"/>
                </a:lnTo>
                <a:lnTo>
                  <a:pt x="6506" y="10295"/>
                </a:lnTo>
                <a:lnTo>
                  <a:pt x="6506" y="10295"/>
                </a:lnTo>
                <a:lnTo>
                  <a:pt x="6823" y="10029"/>
                </a:lnTo>
                <a:lnTo>
                  <a:pt x="6823" y="9408"/>
                </a:lnTo>
                <a:lnTo>
                  <a:pt x="7140" y="9408"/>
                </a:lnTo>
                <a:lnTo>
                  <a:pt x="7140" y="9230"/>
                </a:lnTo>
                <a:lnTo>
                  <a:pt x="7616" y="8964"/>
                </a:lnTo>
                <a:lnTo>
                  <a:pt x="7616" y="8786"/>
                </a:lnTo>
                <a:lnTo>
                  <a:pt x="7934" y="8786"/>
                </a:lnTo>
                <a:lnTo>
                  <a:pt x="7934" y="8609"/>
                </a:lnTo>
                <a:lnTo>
                  <a:pt x="7934" y="8343"/>
                </a:lnTo>
                <a:lnTo>
                  <a:pt x="7934" y="8343"/>
                </a:lnTo>
                <a:lnTo>
                  <a:pt x="8410" y="8343"/>
                </a:lnTo>
                <a:lnTo>
                  <a:pt x="8410" y="8165"/>
                </a:lnTo>
                <a:lnTo>
                  <a:pt x="8727" y="7899"/>
                </a:lnTo>
                <a:lnTo>
                  <a:pt x="8727" y="7899"/>
                </a:lnTo>
                <a:lnTo>
                  <a:pt x="8727" y="7100"/>
                </a:lnTo>
                <a:lnTo>
                  <a:pt x="9045" y="7100"/>
                </a:lnTo>
                <a:lnTo>
                  <a:pt x="9045" y="6834"/>
                </a:lnTo>
                <a:lnTo>
                  <a:pt x="9521" y="6656"/>
                </a:lnTo>
                <a:lnTo>
                  <a:pt x="9521" y="6390"/>
                </a:lnTo>
                <a:lnTo>
                  <a:pt x="9521" y="6212"/>
                </a:lnTo>
                <a:lnTo>
                  <a:pt x="9838" y="6212"/>
                </a:lnTo>
                <a:lnTo>
                  <a:pt x="9838" y="6035"/>
                </a:lnTo>
                <a:lnTo>
                  <a:pt x="10314" y="5769"/>
                </a:lnTo>
                <a:lnTo>
                  <a:pt x="10314" y="5591"/>
                </a:lnTo>
                <a:lnTo>
                  <a:pt x="10314" y="5325"/>
                </a:lnTo>
                <a:lnTo>
                  <a:pt x="10631" y="5325"/>
                </a:lnTo>
                <a:lnTo>
                  <a:pt x="10631" y="5147"/>
                </a:lnTo>
                <a:lnTo>
                  <a:pt x="10631" y="4881"/>
                </a:lnTo>
                <a:lnTo>
                  <a:pt x="11108" y="4704"/>
                </a:lnTo>
                <a:lnTo>
                  <a:pt x="11108" y="4526"/>
                </a:lnTo>
                <a:lnTo>
                  <a:pt x="11108" y="4260"/>
                </a:lnTo>
                <a:lnTo>
                  <a:pt x="11108" y="4082"/>
                </a:lnTo>
                <a:lnTo>
                  <a:pt x="11108" y="3816"/>
                </a:lnTo>
                <a:lnTo>
                  <a:pt x="11425" y="3638"/>
                </a:lnTo>
                <a:lnTo>
                  <a:pt x="11425" y="3461"/>
                </a:lnTo>
                <a:lnTo>
                  <a:pt x="11742" y="3195"/>
                </a:lnTo>
                <a:lnTo>
                  <a:pt x="11742" y="3017"/>
                </a:lnTo>
                <a:lnTo>
                  <a:pt x="11742" y="2751"/>
                </a:lnTo>
                <a:lnTo>
                  <a:pt x="12218" y="2573"/>
                </a:lnTo>
                <a:lnTo>
                  <a:pt x="12218" y="2307"/>
                </a:lnTo>
                <a:lnTo>
                  <a:pt x="12218" y="2130"/>
                </a:lnTo>
                <a:lnTo>
                  <a:pt x="12536" y="2130"/>
                </a:lnTo>
                <a:lnTo>
                  <a:pt x="12536" y="1952"/>
                </a:lnTo>
                <a:lnTo>
                  <a:pt x="12536" y="1686"/>
                </a:lnTo>
                <a:lnTo>
                  <a:pt x="12536" y="1508"/>
                </a:lnTo>
                <a:lnTo>
                  <a:pt x="13012" y="1242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621"/>
                </a:lnTo>
                <a:lnTo>
                  <a:pt x="13012" y="443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1514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5468293" y="3144560"/>
            <a:ext cx="13805" cy="38786"/>
          </a:xfrm>
          <a:custGeom>
            <a:avLst/>
            <a:gdLst/>
            <a:ahLst/>
            <a:cxnLst/>
            <a:rect l="l" t="t" r="r" b="b"/>
            <a:pathLst>
              <a:path w="13805" h="38786">
                <a:moveTo>
                  <a:pt x="0" y="38786"/>
                </a:moveTo>
                <a:lnTo>
                  <a:pt x="0" y="38519"/>
                </a:lnTo>
                <a:lnTo>
                  <a:pt x="317" y="38342"/>
                </a:lnTo>
                <a:lnTo>
                  <a:pt x="317" y="38164"/>
                </a:lnTo>
                <a:lnTo>
                  <a:pt x="317" y="37898"/>
                </a:lnTo>
                <a:lnTo>
                  <a:pt x="317" y="37721"/>
                </a:lnTo>
                <a:lnTo>
                  <a:pt x="793" y="37721"/>
                </a:lnTo>
                <a:lnTo>
                  <a:pt x="793" y="37454"/>
                </a:lnTo>
                <a:lnTo>
                  <a:pt x="793" y="37277"/>
                </a:lnTo>
                <a:lnTo>
                  <a:pt x="1110" y="37099"/>
                </a:lnTo>
                <a:lnTo>
                  <a:pt x="1110" y="36833"/>
                </a:lnTo>
                <a:lnTo>
                  <a:pt x="1110" y="36656"/>
                </a:lnTo>
                <a:lnTo>
                  <a:pt x="1110" y="36389"/>
                </a:lnTo>
                <a:lnTo>
                  <a:pt x="1586" y="36389"/>
                </a:lnTo>
                <a:lnTo>
                  <a:pt x="1586" y="36212"/>
                </a:lnTo>
                <a:lnTo>
                  <a:pt x="1586" y="35946"/>
                </a:lnTo>
                <a:lnTo>
                  <a:pt x="1586" y="35768"/>
                </a:lnTo>
                <a:lnTo>
                  <a:pt x="1904" y="35591"/>
                </a:lnTo>
                <a:lnTo>
                  <a:pt x="1904" y="35324"/>
                </a:lnTo>
                <a:lnTo>
                  <a:pt x="1904" y="35147"/>
                </a:lnTo>
                <a:lnTo>
                  <a:pt x="1904" y="34880"/>
                </a:lnTo>
                <a:lnTo>
                  <a:pt x="1904" y="34703"/>
                </a:lnTo>
                <a:lnTo>
                  <a:pt x="1904" y="34525"/>
                </a:lnTo>
                <a:lnTo>
                  <a:pt x="2380" y="34259"/>
                </a:lnTo>
                <a:lnTo>
                  <a:pt x="2380" y="34082"/>
                </a:lnTo>
                <a:lnTo>
                  <a:pt x="2380" y="33815"/>
                </a:lnTo>
                <a:lnTo>
                  <a:pt x="2697" y="33638"/>
                </a:lnTo>
                <a:lnTo>
                  <a:pt x="2697" y="33372"/>
                </a:lnTo>
                <a:lnTo>
                  <a:pt x="2697" y="33194"/>
                </a:lnTo>
                <a:lnTo>
                  <a:pt x="2697" y="33017"/>
                </a:lnTo>
                <a:lnTo>
                  <a:pt x="3015" y="32750"/>
                </a:lnTo>
                <a:lnTo>
                  <a:pt x="3015" y="32573"/>
                </a:lnTo>
                <a:lnTo>
                  <a:pt x="3015" y="32307"/>
                </a:lnTo>
                <a:lnTo>
                  <a:pt x="3015" y="32129"/>
                </a:lnTo>
                <a:lnTo>
                  <a:pt x="3491" y="31952"/>
                </a:lnTo>
                <a:lnTo>
                  <a:pt x="3491" y="31685"/>
                </a:lnTo>
                <a:lnTo>
                  <a:pt x="3491" y="31508"/>
                </a:lnTo>
                <a:lnTo>
                  <a:pt x="3808" y="31241"/>
                </a:lnTo>
                <a:lnTo>
                  <a:pt x="3808" y="31064"/>
                </a:lnTo>
                <a:lnTo>
                  <a:pt x="3808" y="30886"/>
                </a:lnTo>
                <a:lnTo>
                  <a:pt x="3808" y="30620"/>
                </a:lnTo>
                <a:lnTo>
                  <a:pt x="3808" y="30443"/>
                </a:lnTo>
                <a:lnTo>
                  <a:pt x="3808" y="30176"/>
                </a:lnTo>
                <a:lnTo>
                  <a:pt x="3808" y="29999"/>
                </a:lnTo>
                <a:lnTo>
                  <a:pt x="3808" y="29733"/>
                </a:lnTo>
                <a:lnTo>
                  <a:pt x="4284" y="29555"/>
                </a:lnTo>
                <a:lnTo>
                  <a:pt x="4284" y="29378"/>
                </a:lnTo>
                <a:lnTo>
                  <a:pt x="4284" y="29111"/>
                </a:lnTo>
                <a:lnTo>
                  <a:pt x="4284" y="28934"/>
                </a:lnTo>
                <a:lnTo>
                  <a:pt x="4601" y="28668"/>
                </a:lnTo>
                <a:lnTo>
                  <a:pt x="4601" y="28490"/>
                </a:lnTo>
                <a:lnTo>
                  <a:pt x="4601" y="28313"/>
                </a:lnTo>
                <a:lnTo>
                  <a:pt x="4919" y="28046"/>
                </a:lnTo>
                <a:lnTo>
                  <a:pt x="4919" y="27869"/>
                </a:lnTo>
                <a:lnTo>
                  <a:pt x="4919" y="27602"/>
                </a:lnTo>
                <a:lnTo>
                  <a:pt x="4919" y="27425"/>
                </a:lnTo>
                <a:lnTo>
                  <a:pt x="4919" y="27159"/>
                </a:lnTo>
                <a:lnTo>
                  <a:pt x="5395" y="26981"/>
                </a:lnTo>
                <a:lnTo>
                  <a:pt x="5395" y="26804"/>
                </a:lnTo>
                <a:lnTo>
                  <a:pt x="5395" y="26537"/>
                </a:lnTo>
                <a:lnTo>
                  <a:pt x="5395" y="26360"/>
                </a:lnTo>
                <a:lnTo>
                  <a:pt x="5712" y="26094"/>
                </a:lnTo>
                <a:lnTo>
                  <a:pt x="5712" y="25916"/>
                </a:lnTo>
                <a:lnTo>
                  <a:pt x="5712" y="25739"/>
                </a:lnTo>
                <a:lnTo>
                  <a:pt x="5712" y="25472"/>
                </a:lnTo>
                <a:lnTo>
                  <a:pt x="6188" y="25295"/>
                </a:lnTo>
                <a:lnTo>
                  <a:pt x="6188" y="25029"/>
                </a:lnTo>
                <a:lnTo>
                  <a:pt x="6188" y="24851"/>
                </a:lnTo>
                <a:lnTo>
                  <a:pt x="6188" y="24585"/>
                </a:lnTo>
                <a:lnTo>
                  <a:pt x="6188" y="24407"/>
                </a:lnTo>
                <a:lnTo>
                  <a:pt x="6188" y="24230"/>
                </a:lnTo>
                <a:lnTo>
                  <a:pt x="6188" y="23964"/>
                </a:lnTo>
                <a:lnTo>
                  <a:pt x="6188" y="23786"/>
                </a:lnTo>
                <a:lnTo>
                  <a:pt x="6506" y="23520"/>
                </a:lnTo>
                <a:lnTo>
                  <a:pt x="6506" y="23342"/>
                </a:lnTo>
                <a:lnTo>
                  <a:pt x="6506" y="23165"/>
                </a:lnTo>
                <a:lnTo>
                  <a:pt x="6506" y="22898"/>
                </a:lnTo>
                <a:lnTo>
                  <a:pt x="6823" y="22721"/>
                </a:lnTo>
                <a:lnTo>
                  <a:pt x="6823" y="22455"/>
                </a:lnTo>
                <a:lnTo>
                  <a:pt x="6823" y="22277"/>
                </a:lnTo>
                <a:lnTo>
                  <a:pt x="6823" y="22011"/>
                </a:lnTo>
                <a:lnTo>
                  <a:pt x="6823" y="21833"/>
                </a:lnTo>
                <a:lnTo>
                  <a:pt x="7299" y="21656"/>
                </a:lnTo>
                <a:lnTo>
                  <a:pt x="7299" y="21390"/>
                </a:lnTo>
                <a:lnTo>
                  <a:pt x="7299" y="21212"/>
                </a:lnTo>
                <a:lnTo>
                  <a:pt x="7616" y="20946"/>
                </a:lnTo>
                <a:lnTo>
                  <a:pt x="7616" y="20768"/>
                </a:lnTo>
                <a:lnTo>
                  <a:pt x="7616" y="20591"/>
                </a:lnTo>
                <a:lnTo>
                  <a:pt x="7616" y="20147"/>
                </a:lnTo>
                <a:lnTo>
                  <a:pt x="7616" y="19881"/>
                </a:lnTo>
                <a:lnTo>
                  <a:pt x="8093" y="19881"/>
                </a:lnTo>
                <a:lnTo>
                  <a:pt x="8093" y="19703"/>
                </a:lnTo>
                <a:lnTo>
                  <a:pt x="8093" y="19437"/>
                </a:lnTo>
                <a:lnTo>
                  <a:pt x="8093" y="19259"/>
                </a:lnTo>
                <a:lnTo>
                  <a:pt x="8093" y="19082"/>
                </a:lnTo>
                <a:lnTo>
                  <a:pt x="8093" y="18816"/>
                </a:lnTo>
                <a:lnTo>
                  <a:pt x="8093" y="18638"/>
                </a:lnTo>
                <a:lnTo>
                  <a:pt x="8093" y="18372"/>
                </a:lnTo>
                <a:lnTo>
                  <a:pt x="8093" y="18194"/>
                </a:lnTo>
                <a:lnTo>
                  <a:pt x="8093" y="18017"/>
                </a:lnTo>
                <a:lnTo>
                  <a:pt x="8410" y="17751"/>
                </a:lnTo>
                <a:lnTo>
                  <a:pt x="8410" y="17573"/>
                </a:lnTo>
                <a:lnTo>
                  <a:pt x="8410" y="17307"/>
                </a:lnTo>
                <a:lnTo>
                  <a:pt x="8410" y="17129"/>
                </a:lnTo>
                <a:lnTo>
                  <a:pt x="8886" y="16863"/>
                </a:lnTo>
                <a:lnTo>
                  <a:pt x="8886" y="16686"/>
                </a:lnTo>
                <a:lnTo>
                  <a:pt x="8886" y="16508"/>
                </a:lnTo>
                <a:lnTo>
                  <a:pt x="8886" y="16064"/>
                </a:lnTo>
                <a:lnTo>
                  <a:pt x="9203" y="15798"/>
                </a:lnTo>
                <a:lnTo>
                  <a:pt x="9203" y="15620"/>
                </a:lnTo>
                <a:lnTo>
                  <a:pt x="9203" y="15443"/>
                </a:lnTo>
                <a:lnTo>
                  <a:pt x="9203" y="15177"/>
                </a:lnTo>
                <a:lnTo>
                  <a:pt x="9203" y="14999"/>
                </a:lnTo>
                <a:lnTo>
                  <a:pt x="9521" y="14733"/>
                </a:lnTo>
                <a:lnTo>
                  <a:pt x="9521" y="14555"/>
                </a:lnTo>
                <a:lnTo>
                  <a:pt x="9521" y="14289"/>
                </a:lnTo>
                <a:lnTo>
                  <a:pt x="9521" y="14112"/>
                </a:lnTo>
                <a:lnTo>
                  <a:pt x="9521" y="13934"/>
                </a:lnTo>
                <a:lnTo>
                  <a:pt x="9997" y="13668"/>
                </a:lnTo>
                <a:lnTo>
                  <a:pt x="9997" y="13490"/>
                </a:lnTo>
                <a:lnTo>
                  <a:pt x="9997" y="13224"/>
                </a:lnTo>
                <a:lnTo>
                  <a:pt x="9997" y="13047"/>
                </a:lnTo>
                <a:lnTo>
                  <a:pt x="10314" y="12869"/>
                </a:lnTo>
                <a:lnTo>
                  <a:pt x="10314" y="12603"/>
                </a:lnTo>
                <a:lnTo>
                  <a:pt x="10314" y="12425"/>
                </a:lnTo>
                <a:lnTo>
                  <a:pt x="10314" y="12159"/>
                </a:lnTo>
                <a:lnTo>
                  <a:pt x="10314" y="11715"/>
                </a:lnTo>
                <a:lnTo>
                  <a:pt x="10314" y="11538"/>
                </a:lnTo>
                <a:lnTo>
                  <a:pt x="10314" y="11360"/>
                </a:lnTo>
                <a:lnTo>
                  <a:pt x="10314" y="10916"/>
                </a:lnTo>
                <a:lnTo>
                  <a:pt x="10314" y="10650"/>
                </a:lnTo>
                <a:lnTo>
                  <a:pt x="10790" y="10473"/>
                </a:lnTo>
                <a:lnTo>
                  <a:pt x="10790" y="10029"/>
                </a:lnTo>
                <a:lnTo>
                  <a:pt x="10790" y="9851"/>
                </a:lnTo>
                <a:lnTo>
                  <a:pt x="10790" y="9585"/>
                </a:lnTo>
                <a:lnTo>
                  <a:pt x="11108" y="9408"/>
                </a:lnTo>
                <a:lnTo>
                  <a:pt x="11108" y="9141"/>
                </a:lnTo>
                <a:lnTo>
                  <a:pt x="11108" y="8964"/>
                </a:lnTo>
                <a:lnTo>
                  <a:pt x="11108" y="8786"/>
                </a:lnTo>
                <a:lnTo>
                  <a:pt x="11425" y="8343"/>
                </a:lnTo>
                <a:lnTo>
                  <a:pt x="11425" y="8076"/>
                </a:lnTo>
                <a:lnTo>
                  <a:pt x="11425" y="7721"/>
                </a:lnTo>
                <a:lnTo>
                  <a:pt x="11425" y="7455"/>
                </a:lnTo>
                <a:lnTo>
                  <a:pt x="11901" y="7277"/>
                </a:lnTo>
                <a:lnTo>
                  <a:pt x="11901" y="7011"/>
                </a:lnTo>
                <a:lnTo>
                  <a:pt x="11901" y="6834"/>
                </a:lnTo>
                <a:lnTo>
                  <a:pt x="11901" y="6656"/>
                </a:lnTo>
                <a:lnTo>
                  <a:pt x="11901" y="6390"/>
                </a:lnTo>
                <a:lnTo>
                  <a:pt x="12218" y="5946"/>
                </a:lnTo>
                <a:lnTo>
                  <a:pt x="12218" y="5769"/>
                </a:lnTo>
                <a:lnTo>
                  <a:pt x="12218" y="5325"/>
                </a:lnTo>
                <a:lnTo>
                  <a:pt x="12218" y="5147"/>
                </a:lnTo>
                <a:lnTo>
                  <a:pt x="12218" y="4881"/>
                </a:lnTo>
                <a:lnTo>
                  <a:pt x="12218" y="4704"/>
                </a:lnTo>
                <a:lnTo>
                  <a:pt x="12218" y="4437"/>
                </a:lnTo>
                <a:lnTo>
                  <a:pt x="12218" y="4260"/>
                </a:lnTo>
                <a:lnTo>
                  <a:pt x="12694" y="3816"/>
                </a:lnTo>
                <a:lnTo>
                  <a:pt x="12694" y="3638"/>
                </a:lnTo>
                <a:lnTo>
                  <a:pt x="12694" y="3372"/>
                </a:lnTo>
                <a:lnTo>
                  <a:pt x="12694" y="3195"/>
                </a:lnTo>
                <a:lnTo>
                  <a:pt x="12694" y="2928"/>
                </a:lnTo>
                <a:lnTo>
                  <a:pt x="13012" y="2573"/>
                </a:lnTo>
                <a:lnTo>
                  <a:pt x="13012" y="2307"/>
                </a:lnTo>
                <a:lnTo>
                  <a:pt x="13012" y="1863"/>
                </a:lnTo>
                <a:lnTo>
                  <a:pt x="13012" y="1686"/>
                </a:lnTo>
                <a:lnTo>
                  <a:pt x="13488" y="1508"/>
                </a:lnTo>
                <a:lnTo>
                  <a:pt x="13488" y="1065"/>
                </a:lnTo>
                <a:lnTo>
                  <a:pt x="13488" y="621"/>
                </a:lnTo>
                <a:lnTo>
                  <a:pt x="13488" y="355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185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5482099" y="3083851"/>
            <a:ext cx="13329" cy="60708"/>
          </a:xfrm>
          <a:custGeom>
            <a:avLst/>
            <a:gdLst/>
            <a:ahLst/>
            <a:cxnLst/>
            <a:rect l="l" t="t" r="r" b="b"/>
            <a:pathLst>
              <a:path w="13329" h="60708">
                <a:moveTo>
                  <a:pt x="0" y="60708"/>
                </a:moveTo>
                <a:lnTo>
                  <a:pt x="0" y="60442"/>
                </a:lnTo>
                <a:lnTo>
                  <a:pt x="0" y="59998"/>
                </a:lnTo>
                <a:lnTo>
                  <a:pt x="317" y="59821"/>
                </a:lnTo>
                <a:lnTo>
                  <a:pt x="317" y="59643"/>
                </a:lnTo>
                <a:lnTo>
                  <a:pt x="317" y="59377"/>
                </a:lnTo>
                <a:lnTo>
                  <a:pt x="317" y="59200"/>
                </a:lnTo>
                <a:lnTo>
                  <a:pt x="317" y="58756"/>
                </a:lnTo>
                <a:lnTo>
                  <a:pt x="793" y="58489"/>
                </a:lnTo>
                <a:lnTo>
                  <a:pt x="793" y="58312"/>
                </a:lnTo>
                <a:lnTo>
                  <a:pt x="793" y="58134"/>
                </a:lnTo>
                <a:lnTo>
                  <a:pt x="793" y="57868"/>
                </a:lnTo>
                <a:lnTo>
                  <a:pt x="793" y="57424"/>
                </a:lnTo>
                <a:lnTo>
                  <a:pt x="793" y="57247"/>
                </a:lnTo>
                <a:lnTo>
                  <a:pt x="793" y="57069"/>
                </a:lnTo>
                <a:lnTo>
                  <a:pt x="793" y="56803"/>
                </a:lnTo>
                <a:lnTo>
                  <a:pt x="793" y="56359"/>
                </a:lnTo>
                <a:lnTo>
                  <a:pt x="793" y="56182"/>
                </a:lnTo>
                <a:lnTo>
                  <a:pt x="1110" y="55916"/>
                </a:lnTo>
                <a:lnTo>
                  <a:pt x="1110" y="55738"/>
                </a:lnTo>
                <a:lnTo>
                  <a:pt x="1110" y="55561"/>
                </a:lnTo>
                <a:lnTo>
                  <a:pt x="1110" y="55117"/>
                </a:lnTo>
                <a:lnTo>
                  <a:pt x="1586" y="54850"/>
                </a:lnTo>
                <a:lnTo>
                  <a:pt x="1586" y="54673"/>
                </a:lnTo>
                <a:lnTo>
                  <a:pt x="1586" y="54495"/>
                </a:lnTo>
                <a:lnTo>
                  <a:pt x="1586" y="54052"/>
                </a:lnTo>
                <a:lnTo>
                  <a:pt x="1586" y="53785"/>
                </a:lnTo>
                <a:lnTo>
                  <a:pt x="1904" y="53608"/>
                </a:lnTo>
                <a:lnTo>
                  <a:pt x="1904" y="53342"/>
                </a:lnTo>
                <a:lnTo>
                  <a:pt x="1904" y="52987"/>
                </a:lnTo>
                <a:lnTo>
                  <a:pt x="1904" y="52720"/>
                </a:lnTo>
                <a:lnTo>
                  <a:pt x="1904" y="52277"/>
                </a:lnTo>
                <a:lnTo>
                  <a:pt x="2221" y="52277"/>
                </a:lnTo>
                <a:lnTo>
                  <a:pt x="2221" y="51922"/>
                </a:lnTo>
                <a:lnTo>
                  <a:pt x="2221" y="51655"/>
                </a:lnTo>
                <a:lnTo>
                  <a:pt x="2221" y="51211"/>
                </a:lnTo>
                <a:lnTo>
                  <a:pt x="2697" y="50768"/>
                </a:lnTo>
                <a:lnTo>
                  <a:pt x="2697" y="50590"/>
                </a:lnTo>
                <a:lnTo>
                  <a:pt x="2697" y="50146"/>
                </a:lnTo>
                <a:lnTo>
                  <a:pt x="2697" y="49969"/>
                </a:lnTo>
                <a:lnTo>
                  <a:pt x="2697" y="49703"/>
                </a:lnTo>
                <a:lnTo>
                  <a:pt x="2697" y="49525"/>
                </a:lnTo>
                <a:lnTo>
                  <a:pt x="2697" y="49081"/>
                </a:lnTo>
                <a:lnTo>
                  <a:pt x="2697" y="48904"/>
                </a:lnTo>
                <a:lnTo>
                  <a:pt x="2697" y="48638"/>
                </a:lnTo>
                <a:lnTo>
                  <a:pt x="3015" y="48460"/>
                </a:lnTo>
                <a:lnTo>
                  <a:pt x="3015" y="48016"/>
                </a:lnTo>
                <a:lnTo>
                  <a:pt x="3015" y="47839"/>
                </a:lnTo>
                <a:lnTo>
                  <a:pt x="3015" y="47573"/>
                </a:lnTo>
                <a:lnTo>
                  <a:pt x="3015" y="47129"/>
                </a:lnTo>
                <a:lnTo>
                  <a:pt x="3491" y="46951"/>
                </a:lnTo>
                <a:lnTo>
                  <a:pt x="3491" y="46507"/>
                </a:lnTo>
                <a:lnTo>
                  <a:pt x="3491" y="46064"/>
                </a:lnTo>
                <a:lnTo>
                  <a:pt x="3491" y="45886"/>
                </a:lnTo>
                <a:lnTo>
                  <a:pt x="3808" y="45442"/>
                </a:lnTo>
                <a:lnTo>
                  <a:pt x="3808" y="45265"/>
                </a:lnTo>
                <a:lnTo>
                  <a:pt x="3808" y="44999"/>
                </a:lnTo>
                <a:lnTo>
                  <a:pt x="3808" y="44555"/>
                </a:lnTo>
                <a:lnTo>
                  <a:pt x="4284" y="44377"/>
                </a:lnTo>
                <a:lnTo>
                  <a:pt x="4284" y="44200"/>
                </a:lnTo>
                <a:lnTo>
                  <a:pt x="4284" y="43934"/>
                </a:lnTo>
                <a:lnTo>
                  <a:pt x="4284" y="43490"/>
                </a:lnTo>
                <a:lnTo>
                  <a:pt x="4284" y="43135"/>
                </a:lnTo>
                <a:lnTo>
                  <a:pt x="4601" y="42868"/>
                </a:lnTo>
                <a:lnTo>
                  <a:pt x="4601" y="42691"/>
                </a:lnTo>
                <a:lnTo>
                  <a:pt x="4601" y="42425"/>
                </a:lnTo>
                <a:lnTo>
                  <a:pt x="4601" y="41981"/>
                </a:lnTo>
                <a:lnTo>
                  <a:pt x="4601" y="41626"/>
                </a:lnTo>
                <a:lnTo>
                  <a:pt x="4601" y="41182"/>
                </a:lnTo>
                <a:lnTo>
                  <a:pt x="4601" y="40916"/>
                </a:lnTo>
                <a:lnTo>
                  <a:pt x="4601" y="40561"/>
                </a:lnTo>
                <a:lnTo>
                  <a:pt x="4601" y="40295"/>
                </a:lnTo>
                <a:lnTo>
                  <a:pt x="4919" y="40117"/>
                </a:lnTo>
                <a:lnTo>
                  <a:pt x="4919" y="39673"/>
                </a:lnTo>
                <a:lnTo>
                  <a:pt x="4919" y="39407"/>
                </a:lnTo>
                <a:lnTo>
                  <a:pt x="4919" y="39229"/>
                </a:lnTo>
                <a:lnTo>
                  <a:pt x="5395" y="38786"/>
                </a:lnTo>
                <a:lnTo>
                  <a:pt x="5395" y="38608"/>
                </a:lnTo>
                <a:lnTo>
                  <a:pt x="5395" y="38164"/>
                </a:lnTo>
                <a:lnTo>
                  <a:pt x="5395" y="37987"/>
                </a:lnTo>
                <a:lnTo>
                  <a:pt x="5395" y="37721"/>
                </a:lnTo>
                <a:lnTo>
                  <a:pt x="5712" y="37277"/>
                </a:lnTo>
                <a:lnTo>
                  <a:pt x="5712" y="36833"/>
                </a:lnTo>
                <a:lnTo>
                  <a:pt x="5712" y="36478"/>
                </a:lnTo>
                <a:lnTo>
                  <a:pt x="5712" y="36212"/>
                </a:lnTo>
                <a:lnTo>
                  <a:pt x="6188" y="35768"/>
                </a:lnTo>
                <a:lnTo>
                  <a:pt x="6188" y="35591"/>
                </a:lnTo>
                <a:lnTo>
                  <a:pt x="6188" y="35413"/>
                </a:lnTo>
                <a:lnTo>
                  <a:pt x="6188" y="34969"/>
                </a:lnTo>
                <a:lnTo>
                  <a:pt x="6188" y="34525"/>
                </a:lnTo>
                <a:lnTo>
                  <a:pt x="6506" y="34525"/>
                </a:lnTo>
                <a:lnTo>
                  <a:pt x="6506" y="34082"/>
                </a:lnTo>
                <a:lnTo>
                  <a:pt x="6506" y="33638"/>
                </a:lnTo>
                <a:lnTo>
                  <a:pt x="6506" y="33460"/>
                </a:lnTo>
                <a:lnTo>
                  <a:pt x="6823" y="33194"/>
                </a:lnTo>
                <a:lnTo>
                  <a:pt x="6823" y="32839"/>
                </a:lnTo>
                <a:lnTo>
                  <a:pt x="6823" y="32395"/>
                </a:lnTo>
                <a:lnTo>
                  <a:pt x="6823" y="32129"/>
                </a:lnTo>
                <a:lnTo>
                  <a:pt x="6823" y="31952"/>
                </a:lnTo>
                <a:lnTo>
                  <a:pt x="6823" y="31508"/>
                </a:lnTo>
                <a:lnTo>
                  <a:pt x="6823" y="31330"/>
                </a:lnTo>
                <a:lnTo>
                  <a:pt x="6823" y="31064"/>
                </a:lnTo>
                <a:lnTo>
                  <a:pt x="6823" y="30620"/>
                </a:lnTo>
                <a:lnTo>
                  <a:pt x="6823" y="30443"/>
                </a:lnTo>
                <a:lnTo>
                  <a:pt x="7299" y="29999"/>
                </a:lnTo>
                <a:lnTo>
                  <a:pt x="7299" y="29821"/>
                </a:lnTo>
                <a:lnTo>
                  <a:pt x="7299" y="29378"/>
                </a:lnTo>
                <a:lnTo>
                  <a:pt x="7299" y="29111"/>
                </a:lnTo>
                <a:lnTo>
                  <a:pt x="7299" y="28756"/>
                </a:lnTo>
                <a:lnTo>
                  <a:pt x="7616" y="28490"/>
                </a:lnTo>
                <a:lnTo>
                  <a:pt x="7616" y="28313"/>
                </a:lnTo>
                <a:lnTo>
                  <a:pt x="7616" y="27869"/>
                </a:lnTo>
                <a:lnTo>
                  <a:pt x="7616" y="27425"/>
                </a:lnTo>
                <a:lnTo>
                  <a:pt x="8093" y="27247"/>
                </a:lnTo>
                <a:lnTo>
                  <a:pt x="8093" y="26981"/>
                </a:lnTo>
                <a:lnTo>
                  <a:pt x="8093" y="26537"/>
                </a:lnTo>
                <a:lnTo>
                  <a:pt x="8093" y="26360"/>
                </a:lnTo>
                <a:lnTo>
                  <a:pt x="8093" y="25916"/>
                </a:lnTo>
                <a:lnTo>
                  <a:pt x="8410" y="25739"/>
                </a:lnTo>
                <a:lnTo>
                  <a:pt x="8410" y="25295"/>
                </a:lnTo>
                <a:lnTo>
                  <a:pt x="8410" y="25117"/>
                </a:lnTo>
                <a:lnTo>
                  <a:pt x="8410" y="24674"/>
                </a:lnTo>
                <a:lnTo>
                  <a:pt x="8410" y="24407"/>
                </a:lnTo>
                <a:lnTo>
                  <a:pt x="8727" y="23964"/>
                </a:lnTo>
                <a:lnTo>
                  <a:pt x="8727" y="23786"/>
                </a:lnTo>
                <a:lnTo>
                  <a:pt x="8727" y="23342"/>
                </a:lnTo>
                <a:lnTo>
                  <a:pt x="8727" y="23165"/>
                </a:lnTo>
                <a:lnTo>
                  <a:pt x="8727" y="22721"/>
                </a:lnTo>
                <a:lnTo>
                  <a:pt x="8727" y="22543"/>
                </a:lnTo>
                <a:lnTo>
                  <a:pt x="8727" y="22100"/>
                </a:lnTo>
                <a:lnTo>
                  <a:pt x="8727" y="21833"/>
                </a:lnTo>
                <a:lnTo>
                  <a:pt x="8727" y="21656"/>
                </a:lnTo>
                <a:lnTo>
                  <a:pt x="9203" y="21212"/>
                </a:lnTo>
                <a:lnTo>
                  <a:pt x="9203" y="20768"/>
                </a:lnTo>
                <a:lnTo>
                  <a:pt x="9203" y="20325"/>
                </a:lnTo>
                <a:lnTo>
                  <a:pt x="9203" y="19970"/>
                </a:lnTo>
                <a:lnTo>
                  <a:pt x="9521" y="19526"/>
                </a:lnTo>
                <a:lnTo>
                  <a:pt x="9521" y="19259"/>
                </a:lnTo>
                <a:lnTo>
                  <a:pt x="9521" y="18904"/>
                </a:lnTo>
                <a:lnTo>
                  <a:pt x="9521" y="18638"/>
                </a:lnTo>
                <a:lnTo>
                  <a:pt x="9521" y="18194"/>
                </a:lnTo>
                <a:lnTo>
                  <a:pt x="9997" y="18017"/>
                </a:lnTo>
                <a:lnTo>
                  <a:pt x="9997" y="17573"/>
                </a:lnTo>
                <a:lnTo>
                  <a:pt x="9997" y="17129"/>
                </a:lnTo>
                <a:lnTo>
                  <a:pt x="9997" y="16952"/>
                </a:lnTo>
                <a:lnTo>
                  <a:pt x="9997" y="16686"/>
                </a:lnTo>
                <a:lnTo>
                  <a:pt x="10314" y="16331"/>
                </a:lnTo>
                <a:lnTo>
                  <a:pt x="10314" y="15887"/>
                </a:lnTo>
                <a:lnTo>
                  <a:pt x="10314" y="15620"/>
                </a:lnTo>
                <a:lnTo>
                  <a:pt x="10314" y="15443"/>
                </a:lnTo>
                <a:lnTo>
                  <a:pt x="10314" y="14999"/>
                </a:lnTo>
                <a:lnTo>
                  <a:pt x="10790" y="14555"/>
                </a:lnTo>
                <a:lnTo>
                  <a:pt x="10790" y="14378"/>
                </a:lnTo>
                <a:lnTo>
                  <a:pt x="10790" y="13934"/>
                </a:lnTo>
                <a:lnTo>
                  <a:pt x="10790" y="13490"/>
                </a:lnTo>
                <a:lnTo>
                  <a:pt x="11108" y="13313"/>
                </a:lnTo>
                <a:lnTo>
                  <a:pt x="11108" y="13047"/>
                </a:lnTo>
                <a:lnTo>
                  <a:pt x="11108" y="12603"/>
                </a:lnTo>
                <a:lnTo>
                  <a:pt x="11108" y="12248"/>
                </a:lnTo>
                <a:lnTo>
                  <a:pt x="11108" y="11982"/>
                </a:lnTo>
                <a:lnTo>
                  <a:pt x="11108" y="11538"/>
                </a:lnTo>
                <a:lnTo>
                  <a:pt x="11108" y="11183"/>
                </a:lnTo>
                <a:lnTo>
                  <a:pt x="11108" y="10916"/>
                </a:lnTo>
                <a:lnTo>
                  <a:pt x="11108" y="10739"/>
                </a:lnTo>
                <a:lnTo>
                  <a:pt x="11108" y="10295"/>
                </a:lnTo>
                <a:lnTo>
                  <a:pt x="11425" y="9851"/>
                </a:lnTo>
                <a:lnTo>
                  <a:pt x="11425" y="9674"/>
                </a:lnTo>
                <a:lnTo>
                  <a:pt x="11425" y="9230"/>
                </a:lnTo>
                <a:lnTo>
                  <a:pt x="11425" y="8786"/>
                </a:lnTo>
                <a:lnTo>
                  <a:pt x="11425" y="8609"/>
                </a:lnTo>
                <a:lnTo>
                  <a:pt x="11901" y="8343"/>
                </a:lnTo>
                <a:lnTo>
                  <a:pt x="11901" y="7899"/>
                </a:lnTo>
                <a:lnTo>
                  <a:pt x="11901" y="7455"/>
                </a:lnTo>
                <a:lnTo>
                  <a:pt x="11901" y="7277"/>
                </a:lnTo>
                <a:lnTo>
                  <a:pt x="12218" y="6834"/>
                </a:lnTo>
                <a:lnTo>
                  <a:pt x="12218" y="6390"/>
                </a:lnTo>
                <a:lnTo>
                  <a:pt x="12218" y="6212"/>
                </a:lnTo>
                <a:lnTo>
                  <a:pt x="12218" y="5769"/>
                </a:lnTo>
                <a:lnTo>
                  <a:pt x="12218" y="5591"/>
                </a:lnTo>
                <a:lnTo>
                  <a:pt x="12694" y="5147"/>
                </a:lnTo>
                <a:lnTo>
                  <a:pt x="12694" y="4881"/>
                </a:lnTo>
                <a:lnTo>
                  <a:pt x="12694" y="4526"/>
                </a:lnTo>
                <a:lnTo>
                  <a:pt x="12694" y="4082"/>
                </a:lnTo>
                <a:lnTo>
                  <a:pt x="12694" y="3816"/>
                </a:lnTo>
                <a:lnTo>
                  <a:pt x="13012" y="3461"/>
                </a:lnTo>
                <a:lnTo>
                  <a:pt x="13012" y="3017"/>
                </a:lnTo>
                <a:lnTo>
                  <a:pt x="13012" y="2751"/>
                </a:lnTo>
                <a:lnTo>
                  <a:pt x="13012" y="2307"/>
                </a:lnTo>
                <a:lnTo>
                  <a:pt x="13012" y="2130"/>
                </a:lnTo>
                <a:lnTo>
                  <a:pt x="13012" y="1686"/>
                </a:lnTo>
                <a:lnTo>
                  <a:pt x="13012" y="1508"/>
                </a:lnTo>
                <a:lnTo>
                  <a:pt x="13012" y="1065"/>
                </a:lnTo>
                <a:lnTo>
                  <a:pt x="13012" y="621"/>
                </a:lnTo>
                <a:lnTo>
                  <a:pt x="13329" y="443"/>
                </a:lnTo>
                <a:lnTo>
                  <a:pt x="13329" y="0"/>
                </a:lnTo>
              </a:path>
            </a:pathLst>
          </a:custGeom>
          <a:ln w="1914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5495429" y="3007078"/>
            <a:ext cx="13805" cy="76773"/>
          </a:xfrm>
          <a:custGeom>
            <a:avLst/>
            <a:gdLst/>
            <a:ahLst/>
            <a:cxnLst/>
            <a:rect l="l" t="t" r="r" b="b"/>
            <a:pathLst>
              <a:path w="13805" h="76773">
                <a:moveTo>
                  <a:pt x="0" y="76773"/>
                </a:moveTo>
                <a:lnTo>
                  <a:pt x="0" y="76329"/>
                </a:lnTo>
                <a:lnTo>
                  <a:pt x="0" y="75886"/>
                </a:lnTo>
                <a:lnTo>
                  <a:pt x="0" y="75708"/>
                </a:lnTo>
                <a:lnTo>
                  <a:pt x="476" y="75264"/>
                </a:lnTo>
                <a:lnTo>
                  <a:pt x="476" y="74820"/>
                </a:lnTo>
                <a:lnTo>
                  <a:pt x="476" y="74643"/>
                </a:lnTo>
                <a:lnTo>
                  <a:pt x="476" y="74199"/>
                </a:lnTo>
                <a:lnTo>
                  <a:pt x="476" y="73755"/>
                </a:lnTo>
                <a:lnTo>
                  <a:pt x="793" y="73578"/>
                </a:lnTo>
                <a:lnTo>
                  <a:pt x="793" y="73312"/>
                </a:lnTo>
                <a:lnTo>
                  <a:pt x="793" y="72868"/>
                </a:lnTo>
                <a:lnTo>
                  <a:pt x="793" y="72513"/>
                </a:lnTo>
                <a:lnTo>
                  <a:pt x="793" y="72247"/>
                </a:lnTo>
                <a:lnTo>
                  <a:pt x="1269" y="71803"/>
                </a:lnTo>
                <a:lnTo>
                  <a:pt x="1269" y="71448"/>
                </a:lnTo>
                <a:lnTo>
                  <a:pt x="1269" y="71182"/>
                </a:lnTo>
                <a:lnTo>
                  <a:pt x="1269" y="70738"/>
                </a:lnTo>
                <a:lnTo>
                  <a:pt x="1586" y="70294"/>
                </a:lnTo>
                <a:lnTo>
                  <a:pt x="1586" y="70116"/>
                </a:lnTo>
                <a:lnTo>
                  <a:pt x="1586" y="69673"/>
                </a:lnTo>
                <a:lnTo>
                  <a:pt x="1586" y="69229"/>
                </a:lnTo>
                <a:lnTo>
                  <a:pt x="1586" y="68874"/>
                </a:lnTo>
                <a:lnTo>
                  <a:pt x="2062" y="68608"/>
                </a:lnTo>
                <a:lnTo>
                  <a:pt x="2062" y="68164"/>
                </a:lnTo>
                <a:lnTo>
                  <a:pt x="2062" y="67720"/>
                </a:lnTo>
                <a:lnTo>
                  <a:pt x="2062" y="67543"/>
                </a:lnTo>
                <a:lnTo>
                  <a:pt x="2062" y="67099"/>
                </a:lnTo>
                <a:lnTo>
                  <a:pt x="2062" y="66655"/>
                </a:lnTo>
                <a:lnTo>
                  <a:pt x="2062" y="66477"/>
                </a:lnTo>
                <a:lnTo>
                  <a:pt x="2062" y="66034"/>
                </a:lnTo>
                <a:lnTo>
                  <a:pt x="2062" y="65590"/>
                </a:lnTo>
                <a:lnTo>
                  <a:pt x="2062" y="65412"/>
                </a:lnTo>
                <a:lnTo>
                  <a:pt x="2380" y="64969"/>
                </a:lnTo>
                <a:lnTo>
                  <a:pt x="2380" y="64525"/>
                </a:lnTo>
                <a:lnTo>
                  <a:pt x="2380" y="64081"/>
                </a:lnTo>
                <a:lnTo>
                  <a:pt x="2380" y="63904"/>
                </a:lnTo>
                <a:lnTo>
                  <a:pt x="2697" y="63460"/>
                </a:lnTo>
                <a:lnTo>
                  <a:pt x="2697" y="63016"/>
                </a:lnTo>
                <a:lnTo>
                  <a:pt x="2697" y="62838"/>
                </a:lnTo>
                <a:lnTo>
                  <a:pt x="2697" y="62395"/>
                </a:lnTo>
                <a:lnTo>
                  <a:pt x="2697" y="61951"/>
                </a:lnTo>
                <a:lnTo>
                  <a:pt x="3173" y="61773"/>
                </a:lnTo>
                <a:lnTo>
                  <a:pt x="3173" y="61330"/>
                </a:lnTo>
                <a:lnTo>
                  <a:pt x="3173" y="60886"/>
                </a:lnTo>
                <a:lnTo>
                  <a:pt x="3173" y="60708"/>
                </a:lnTo>
                <a:lnTo>
                  <a:pt x="3173" y="60265"/>
                </a:lnTo>
                <a:lnTo>
                  <a:pt x="3491" y="59821"/>
                </a:lnTo>
                <a:lnTo>
                  <a:pt x="3491" y="59377"/>
                </a:lnTo>
                <a:lnTo>
                  <a:pt x="3491" y="59200"/>
                </a:lnTo>
                <a:lnTo>
                  <a:pt x="3491" y="58756"/>
                </a:lnTo>
                <a:lnTo>
                  <a:pt x="3491" y="58312"/>
                </a:lnTo>
                <a:lnTo>
                  <a:pt x="3967" y="58134"/>
                </a:lnTo>
                <a:lnTo>
                  <a:pt x="3967" y="57691"/>
                </a:lnTo>
                <a:lnTo>
                  <a:pt x="3967" y="57069"/>
                </a:lnTo>
                <a:lnTo>
                  <a:pt x="3967" y="56803"/>
                </a:lnTo>
                <a:lnTo>
                  <a:pt x="3967" y="56359"/>
                </a:lnTo>
                <a:lnTo>
                  <a:pt x="3967" y="56004"/>
                </a:lnTo>
                <a:lnTo>
                  <a:pt x="3967" y="55738"/>
                </a:lnTo>
                <a:lnTo>
                  <a:pt x="3967" y="55294"/>
                </a:lnTo>
                <a:lnTo>
                  <a:pt x="3967" y="54850"/>
                </a:lnTo>
                <a:lnTo>
                  <a:pt x="4284" y="54673"/>
                </a:lnTo>
                <a:lnTo>
                  <a:pt x="4284" y="54229"/>
                </a:lnTo>
                <a:lnTo>
                  <a:pt x="4284" y="53785"/>
                </a:lnTo>
                <a:lnTo>
                  <a:pt x="4284" y="53608"/>
                </a:lnTo>
                <a:lnTo>
                  <a:pt x="4284" y="53164"/>
                </a:lnTo>
                <a:lnTo>
                  <a:pt x="4601" y="52720"/>
                </a:lnTo>
                <a:lnTo>
                  <a:pt x="4601" y="52365"/>
                </a:lnTo>
                <a:lnTo>
                  <a:pt x="4601" y="52099"/>
                </a:lnTo>
                <a:lnTo>
                  <a:pt x="4601" y="51655"/>
                </a:lnTo>
                <a:lnTo>
                  <a:pt x="4601" y="51211"/>
                </a:lnTo>
                <a:lnTo>
                  <a:pt x="5077" y="50856"/>
                </a:lnTo>
                <a:lnTo>
                  <a:pt x="5077" y="50413"/>
                </a:lnTo>
                <a:lnTo>
                  <a:pt x="5077" y="49969"/>
                </a:lnTo>
                <a:lnTo>
                  <a:pt x="5077" y="49791"/>
                </a:lnTo>
                <a:lnTo>
                  <a:pt x="5395" y="49348"/>
                </a:lnTo>
                <a:lnTo>
                  <a:pt x="5395" y="48904"/>
                </a:lnTo>
                <a:lnTo>
                  <a:pt x="5395" y="48638"/>
                </a:lnTo>
                <a:lnTo>
                  <a:pt x="5395" y="48283"/>
                </a:lnTo>
                <a:lnTo>
                  <a:pt x="5395" y="47839"/>
                </a:lnTo>
                <a:lnTo>
                  <a:pt x="5871" y="47573"/>
                </a:lnTo>
                <a:lnTo>
                  <a:pt x="5871" y="47217"/>
                </a:lnTo>
                <a:lnTo>
                  <a:pt x="5871" y="46507"/>
                </a:lnTo>
                <a:lnTo>
                  <a:pt x="5871" y="46330"/>
                </a:lnTo>
                <a:lnTo>
                  <a:pt x="5871" y="45886"/>
                </a:lnTo>
                <a:lnTo>
                  <a:pt x="6188" y="45442"/>
                </a:lnTo>
                <a:lnTo>
                  <a:pt x="6188" y="45265"/>
                </a:lnTo>
                <a:lnTo>
                  <a:pt x="6188" y="44821"/>
                </a:lnTo>
                <a:lnTo>
                  <a:pt x="6188" y="44377"/>
                </a:lnTo>
                <a:lnTo>
                  <a:pt x="6188" y="44200"/>
                </a:lnTo>
                <a:lnTo>
                  <a:pt x="6188" y="43756"/>
                </a:lnTo>
                <a:lnTo>
                  <a:pt x="6188" y="43135"/>
                </a:lnTo>
                <a:lnTo>
                  <a:pt x="6188" y="42868"/>
                </a:lnTo>
                <a:lnTo>
                  <a:pt x="6188" y="42425"/>
                </a:lnTo>
                <a:lnTo>
                  <a:pt x="6664" y="42070"/>
                </a:lnTo>
                <a:lnTo>
                  <a:pt x="6664" y="41803"/>
                </a:lnTo>
                <a:lnTo>
                  <a:pt x="6664" y="41360"/>
                </a:lnTo>
                <a:lnTo>
                  <a:pt x="6664" y="40916"/>
                </a:lnTo>
                <a:lnTo>
                  <a:pt x="6664" y="40561"/>
                </a:lnTo>
                <a:lnTo>
                  <a:pt x="6982" y="40117"/>
                </a:lnTo>
                <a:lnTo>
                  <a:pt x="6982" y="39673"/>
                </a:lnTo>
                <a:lnTo>
                  <a:pt x="6982" y="39496"/>
                </a:lnTo>
                <a:lnTo>
                  <a:pt x="6982" y="39052"/>
                </a:lnTo>
                <a:lnTo>
                  <a:pt x="6982" y="38608"/>
                </a:lnTo>
                <a:lnTo>
                  <a:pt x="7299" y="38164"/>
                </a:lnTo>
                <a:lnTo>
                  <a:pt x="7299" y="37987"/>
                </a:lnTo>
                <a:lnTo>
                  <a:pt x="7299" y="37277"/>
                </a:lnTo>
                <a:lnTo>
                  <a:pt x="7299" y="37099"/>
                </a:lnTo>
                <a:lnTo>
                  <a:pt x="7299" y="36656"/>
                </a:lnTo>
                <a:lnTo>
                  <a:pt x="7775" y="36212"/>
                </a:lnTo>
                <a:lnTo>
                  <a:pt x="7775" y="35768"/>
                </a:lnTo>
                <a:lnTo>
                  <a:pt x="7775" y="35591"/>
                </a:lnTo>
                <a:lnTo>
                  <a:pt x="7775" y="35147"/>
                </a:lnTo>
                <a:lnTo>
                  <a:pt x="8093" y="34703"/>
                </a:lnTo>
                <a:lnTo>
                  <a:pt x="8093" y="34348"/>
                </a:lnTo>
                <a:lnTo>
                  <a:pt x="8093" y="33904"/>
                </a:lnTo>
                <a:lnTo>
                  <a:pt x="8093" y="33460"/>
                </a:lnTo>
                <a:lnTo>
                  <a:pt x="8093" y="33194"/>
                </a:lnTo>
                <a:lnTo>
                  <a:pt x="8093" y="32839"/>
                </a:lnTo>
                <a:lnTo>
                  <a:pt x="8093" y="32129"/>
                </a:lnTo>
                <a:lnTo>
                  <a:pt x="8093" y="31952"/>
                </a:lnTo>
                <a:lnTo>
                  <a:pt x="8093" y="31508"/>
                </a:lnTo>
                <a:lnTo>
                  <a:pt x="8093" y="31064"/>
                </a:lnTo>
                <a:lnTo>
                  <a:pt x="8569" y="30886"/>
                </a:lnTo>
                <a:lnTo>
                  <a:pt x="8569" y="30443"/>
                </a:lnTo>
                <a:lnTo>
                  <a:pt x="8569" y="29821"/>
                </a:lnTo>
                <a:lnTo>
                  <a:pt x="8569" y="29555"/>
                </a:lnTo>
                <a:lnTo>
                  <a:pt x="8569" y="29200"/>
                </a:lnTo>
                <a:lnTo>
                  <a:pt x="8886" y="28756"/>
                </a:lnTo>
                <a:lnTo>
                  <a:pt x="8886" y="28490"/>
                </a:lnTo>
                <a:lnTo>
                  <a:pt x="8886" y="27869"/>
                </a:lnTo>
                <a:lnTo>
                  <a:pt x="8886" y="27425"/>
                </a:lnTo>
                <a:lnTo>
                  <a:pt x="9203" y="27247"/>
                </a:lnTo>
                <a:lnTo>
                  <a:pt x="9203" y="26804"/>
                </a:lnTo>
                <a:lnTo>
                  <a:pt x="9203" y="26360"/>
                </a:lnTo>
                <a:lnTo>
                  <a:pt x="9203" y="26182"/>
                </a:lnTo>
                <a:lnTo>
                  <a:pt x="9203" y="25561"/>
                </a:lnTo>
                <a:lnTo>
                  <a:pt x="9679" y="25117"/>
                </a:lnTo>
                <a:lnTo>
                  <a:pt x="9679" y="24851"/>
                </a:lnTo>
                <a:lnTo>
                  <a:pt x="9679" y="24407"/>
                </a:lnTo>
                <a:lnTo>
                  <a:pt x="9679" y="24052"/>
                </a:lnTo>
                <a:lnTo>
                  <a:pt x="9679" y="23608"/>
                </a:lnTo>
                <a:lnTo>
                  <a:pt x="9997" y="23165"/>
                </a:lnTo>
                <a:lnTo>
                  <a:pt x="9997" y="22721"/>
                </a:lnTo>
                <a:lnTo>
                  <a:pt x="9997" y="22543"/>
                </a:lnTo>
                <a:lnTo>
                  <a:pt x="9997" y="22100"/>
                </a:lnTo>
                <a:lnTo>
                  <a:pt x="9997" y="21656"/>
                </a:lnTo>
                <a:lnTo>
                  <a:pt x="10473" y="21212"/>
                </a:lnTo>
                <a:lnTo>
                  <a:pt x="10473" y="20768"/>
                </a:lnTo>
                <a:lnTo>
                  <a:pt x="10473" y="20413"/>
                </a:lnTo>
                <a:lnTo>
                  <a:pt x="10473" y="19970"/>
                </a:lnTo>
                <a:lnTo>
                  <a:pt x="10473" y="19526"/>
                </a:lnTo>
                <a:lnTo>
                  <a:pt x="10473" y="19259"/>
                </a:lnTo>
                <a:lnTo>
                  <a:pt x="10473" y="18904"/>
                </a:lnTo>
                <a:lnTo>
                  <a:pt x="10473" y="18461"/>
                </a:lnTo>
                <a:lnTo>
                  <a:pt x="10473" y="18017"/>
                </a:lnTo>
                <a:lnTo>
                  <a:pt x="10790" y="17573"/>
                </a:lnTo>
                <a:lnTo>
                  <a:pt x="10790" y="17129"/>
                </a:lnTo>
                <a:lnTo>
                  <a:pt x="10790" y="16952"/>
                </a:lnTo>
                <a:lnTo>
                  <a:pt x="10790" y="16331"/>
                </a:lnTo>
                <a:lnTo>
                  <a:pt x="10790" y="15887"/>
                </a:lnTo>
                <a:lnTo>
                  <a:pt x="11108" y="15620"/>
                </a:lnTo>
                <a:lnTo>
                  <a:pt x="11108" y="15265"/>
                </a:lnTo>
                <a:lnTo>
                  <a:pt x="11108" y="14822"/>
                </a:lnTo>
                <a:lnTo>
                  <a:pt x="11108" y="14378"/>
                </a:lnTo>
                <a:lnTo>
                  <a:pt x="11108" y="13934"/>
                </a:lnTo>
                <a:lnTo>
                  <a:pt x="11584" y="13490"/>
                </a:lnTo>
                <a:lnTo>
                  <a:pt x="11584" y="13313"/>
                </a:lnTo>
                <a:lnTo>
                  <a:pt x="11584" y="12692"/>
                </a:lnTo>
                <a:lnTo>
                  <a:pt x="11584" y="12248"/>
                </a:lnTo>
                <a:lnTo>
                  <a:pt x="11901" y="11982"/>
                </a:lnTo>
                <a:lnTo>
                  <a:pt x="11901" y="11538"/>
                </a:lnTo>
                <a:lnTo>
                  <a:pt x="11901" y="10916"/>
                </a:lnTo>
                <a:lnTo>
                  <a:pt x="11901" y="10739"/>
                </a:lnTo>
                <a:lnTo>
                  <a:pt x="11901" y="10295"/>
                </a:lnTo>
                <a:lnTo>
                  <a:pt x="12377" y="9851"/>
                </a:lnTo>
                <a:lnTo>
                  <a:pt x="12377" y="9408"/>
                </a:lnTo>
                <a:lnTo>
                  <a:pt x="12377" y="8964"/>
                </a:lnTo>
                <a:lnTo>
                  <a:pt x="12377" y="8609"/>
                </a:lnTo>
                <a:lnTo>
                  <a:pt x="12377" y="8343"/>
                </a:lnTo>
                <a:lnTo>
                  <a:pt x="12377" y="7721"/>
                </a:lnTo>
                <a:lnTo>
                  <a:pt x="12377" y="7544"/>
                </a:lnTo>
                <a:lnTo>
                  <a:pt x="12377" y="7100"/>
                </a:lnTo>
                <a:lnTo>
                  <a:pt x="12377" y="6479"/>
                </a:lnTo>
                <a:lnTo>
                  <a:pt x="12377" y="6212"/>
                </a:lnTo>
                <a:lnTo>
                  <a:pt x="12694" y="5769"/>
                </a:lnTo>
                <a:lnTo>
                  <a:pt x="12694" y="5325"/>
                </a:lnTo>
                <a:lnTo>
                  <a:pt x="12694" y="4970"/>
                </a:lnTo>
                <a:lnTo>
                  <a:pt x="12694" y="4526"/>
                </a:lnTo>
                <a:lnTo>
                  <a:pt x="13170" y="4082"/>
                </a:lnTo>
                <a:lnTo>
                  <a:pt x="13170" y="3905"/>
                </a:lnTo>
                <a:lnTo>
                  <a:pt x="13170" y="3195"/>
                </a:lnTo>
                <a:lnTo>
                  <a:pt x="13170" y="2751"/>
                </a:lnTo>
                <a:lnTo>
                  <a:pt x="13170" y="2573"/>
                </a:lnTo>
                <a:lnTo>
                  <a:pt x="13488" y="1952"/>
                </a:lnTo>
                <a:lnTo>
                  <a:pt x="13488" y="1508"/>
                </a:lnTo>
                <a:lnTo>
                  <a:pt x="13488" y="1331"/>
                </a:lnTo>
                <a:lnTo>
                  <a:pt x="13488" y="887"/>
                </a:lnTo>
                <a:lnTo>
                  <a:pt x="13488" y="443"/>
                </a:lnTo>
                <a:lnTo>
                  <a:pt x="13805" y="0"/>
                </a:lnTo>
              </a:path>
            </a:pathLst>
          </a:custGeom>
          <a:ln w="1927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5509234" y="2921340"/>
            <a:ext cx="13012" cy="85737"/>
          </a:xfrm>
          <a:custGeom>
            <a:avLst/>
            <a:gdLst/>
            <a:ahLst/>
            <a:cxnLst/>
            <a:rect l="l" t="t" r="r" b="b"/>
            <a:pathLst>
              <a:path w="13012" h="85737">
                <a:moveTo>
                  <a:pt x="0" y="85737"/>
                </a:moveTo>
                <a:lnTo>
                  <a:pt x="0" y="85294"/>
                </a:lnTo>
                <a:lnTo>
                  <a:pt x="0" y="84850"/>
                </a:lnTo>
                <a:lnTo>
                  <a:pt x="0" y="84495"/>
                </a:lnTo>
                <a:lnTo>
                  <a:pt x="0" y="84051"/>
                </a:lnTo>
                <a:lnTo>
                  <a:pt x="476" y="83785"/>
                </a:lnTo>
                <a:lnTo>
                  <a:pt x="476" y="83164"/>
                </a:lnTo>
                <a:lnTo>
                  <a:pt x="476" y="82720"/>
                </a:lnTo>
                <a:lnTo>
                  <a:pt x="476" y="82542"/>
                </a:lnTo>
                <a:lnTo>
                  <a:pt x="476" y="81921"/>
                </a:lnTo>
                <a:lnTo>
                  <a:pt x="476" y="81477"/>
                </a:lnTo>
                <a:lnTo>
                  <a:pt x="476" y="81211"/>
                </a:lnTo>
                <a:lnTo>
                  <a:pt x="476" y="80590"/>
                </a:lnTo>
                <a:lnTo>
                  <a:pt x="476" y="80146"/>
                </a:lnTo>
                <a:lnTo>
                  <a:pt x="793" y="79968"/>
                </a:lnTo>
                <a:lnTo>
                  <a:pt x="793" y="79525"/>
                </a:lnTo>
                <a:lnTo>
                  <a:pt x="793" y="79081"/>
                </a:lnTo>
                <a:lnTo>
                  <a:pt x="793" y="78637"/>
                </a:lnTo>
                <a:lnTo>
                  <a:pt x="793" y="78193"/>
                </a:lnTo>
                <a:lnTo>
                  <a:pt x="1269" y="77838"/>
                </a:lnTo>
                <a:lnTo>
                  <a:pt x="1269" y="77394"/>
                </a:lnTo>
                <a:lnTo>
                  <a:pt x="1269" y="76951"/>
                </a:lnTo>
                <a:lnTo>
                  <a:pt x="1269" y="76507"/>
                </a:lnTo>
                <a:lnTo>
                  <a:pt x="1269" y="76063"/>
                </a:lnTo>
                <a:lnTo>
                  <a:pt x="1586" y="75619"/>
                </a:lnTo>
                <a:lnTo>
                  <a:pt x="1586" y="75264"/>
                </a:lnTo>
                <a:lnTo>
                  <a:pt x="1586" y="74820"/>
                </a:lnTo>
                <a:lnTo>
                  <a:pt x="1586" y="74377"/>
                </a:lnTo>
                <a:lnTo>
                  <a:pt x="1904" y="74199"/>
                </a:lnTo>
                <a:lnTo>
                  <a:pt x="1904" y="73489"/>
                </a:lnTo>
                <a:lnTo>
                  <a:pt x="1904" y="73045"/>
                </a:lnTo>
                <a:lnTo>
                  <a:pt x="1904" y="72868"/>
                </a:lnTo>
                <a:lnTo>
                  <a:pt x="1904" y="72247"/>
                </a:lnTo>
                <a:lnTo>
                  <a:pt x="2380" y="71980"/>
                </a:lnTo>
                <a:lnTo>
                  <a:pt x="2380" y="71625"/>
                </a:lnTo>
                <a:lnTo>
                  <a:pt x="2380" y="70915"/>
                </a:lnTo>
                <a:lnTo>
                  <a:pt x="2380" y="70738"/>
                </a:lnTo>
                <a:lnTo>
                  <a:pt x="2380" y="70294"/>
                </a:lnTo>
                <a:lnTo>
                  <a:pt x="2697" y="69673"/>
                </a:lnTo>
                <a:lnTo>
                  <a:pt x="2697" y="69406"/>
                </a:lnTo>
                <a:lnTo>
                  <a:pt x="2697" y="69051"/>
                </a:lnTo>
                <a:lnTo>
                  <a:pt x="2697" y="68341"/>
                </a:lnTo>
                <a:lnTo>
                  <a:pt x="2697" y="68164"/>
                </a:lnTo>
                <a:lnTo>
                  <a:pt x="2697" y="67720"/>
                </a:lnTo>
                <a:lnTo>
                  <a:pt x="2697" y="67276"/>
                </a:lnTo>
                <a:lnTo>
                  <a:pt x="2697" y="66832"/>
                </a:lnTo>
                <a:lnTo>
                  <a:pt x="2697" y="66477"/>
                </a:lnTo>
                <a:lnTo>
                  <a:pt x="3173" y="66034"/>
                </a:lnTo>
                <a:lnTo>
                  <a:pt x="3173" y="65590"/>
                </a:lnTo>
                <a:lnTo>
                  <a:pt x="3173" y="64969"/>
                </a:lnTo>
                <a:lnTo>
                  <a:pt x="3173" y="64702"/>
                </a:lnTo>
                <a:lnTo>
                  <a:pt x="3173" y="64259"/>
                </a:lnTo>
                <a:lnTo>
                  <a:pt x="3491" y="63637"/>
                </a:lnTo>
                <a:lnTo>
                  <a:pt x="3491" y="63460"/>
                </a:lnTo>
                <a:lnTo>
                  <a:pt x="3491" y="63016"/>
                </a:lnTo>
                <a:lnTo>
                  <a:pt x="3491" y="62572"/>
                </a:lnTo>
                <a:lnTo>
                  <a:pt x="3491" y="62128"/>
                </a:lnTo>
                <a:lnTo>
                  <a:pt x="3967" y="61685"/>
                </a:lnTo>
                <a:lnTo>
                  <a:pt x="3967" y="61330"/>
                </a:lnTo>
                <a:lnTo>
                  <a:pt x="3967" y="60886"/>
                </a:lnTo>
                <a:lnTo>
                  <a:pt x="3967" y="60442"/>
                </a:lnTo>
                <a:lnTo>
                  <a:pt x="3967" y="59998"/>
                </a:lnTo>
                <a:lnTo>
                  <a:pt x="4284" y="59555"/>
                </a:lnTo>
                <a:lnTo>
                  <a:pt x="4284" y="59111"/>
                </a:lnTo>
                <a:lnTo>
                  <a:pt x="4284" y="58756"/>
                </a:lnTo>
                <a:lnTo>
                  <a:pt x="4284" y="58312"/>
                </a:lnTo>
                <a:lnTo>
                  <a:pt x="4601" y="57868"/>
                </a:lnTo>
                <a:lnTo>
                  <a:pt x="4601" y="57424"/>
                </a:lnTo>
                <a:lnTo>
                  <a:pt x="4601" y="56981"/>
                </a:lnTo>
                <a:lnTo>
                  <a:pt x="4601" y="56537"/>
                </a:lnTo>
                <a:lnTo>
                  <a:pt x="4601" y="56182"/>
                </a:lnTo>
                <a:lnTo>
                  <a:pt x="4601" y="55738"/>
                </a:lnTo>
                <a:lnTo>
                  <a:pt x="4601" y="55294"/>
                </a:lnTo>
                <a:lnTo>
                  <a:pt x="4601" y="54850"/>
                </a:lnTo>
                <a:lnTo>
                  <a:pt x="4601" y="54407"/>
                </a:lnTo>
                <a:lnTo>
                  <a:pt x="4601" y="53963"/>
                </a:lnTo>
                <a:lnTo>
                  <a:pt x="5077" y="53608"/>
                </a:lnTo>
                <a:lnTo>
                  <a:pt x="5077" y="53164"/>
                </a:lnTo>
                <a:lnTo>
                  <a:pt x="5077" y="52720"/>
                </a:lnTo>
                <a:lnTo>
                  <a:pt x="5077" y="52277"/>
                </a:lnTo>
                <a:lnTo>
                  <a:pt x="5077" y="51833"/>
                </a:lnTo>
                <a:lnTo>
                  <a:pt x="5395" y="51389"/>
                </a:lnTo>
                <a:lnTo>
                  <a:pt x="5395" y="51034"/>
                </a:lnTo>
                <a:lnTo>
                  <a:pt x="5395" y="50590"/>
                </a:lnTo>
                <a:lnTo>
                  <a:pt x="5395" y="50146"/>
                </a:lnTo>
                <a:lnTo>
                  <a:pt x="5871" y="49525"/>
                </a:lnTo>
                <a:lnTo>
                  <a:pt x="5871" y="49259"/>
                </a:lnTo>
                <a:lnTo>
                  <a:pt x="5871" y="48815"/>
                </a:lnTo>
                <a:lnTo>
                  <a:pt x="5871" y="48460"/>
                </a:lnTo>
                <a:lnTo>
                  <a:pt x="5871" y="48016"/>
                </a:lnTo>
                <a:lnTo>
                  <a:pt x="6188" y="47573"/>
                </a:lnTo>
                <a:lnTo>
                  <a:pt x="6188" y="47129"/>
                </a:lnTo>
                <a:lnTo>
                  <a:pt x="6188" y="46685"/>
                </a:lnTo>
                <a:lnTo>
                  <a:pt x="6188" y="46064"/>
                </a:lnTo>
                <a:lnTo>
                  <a:pt x="6188" y="45886"/>
                </a:lnTo>
                <a:lnTo>
                  <a:pt x="6506" y="45442"/>
                </a:lnTo>
                <a:lnTo>
                  <a:pt x="6506" y="44821"/>
                </a:lnTo>
                <a:lnTo>
                  <a:pt x="6506" y="44555"/>
                </a:lnTo>
                <a:lnTo>
                  <a:pt x="6506" y="43934"/>
                </a:lnTo>
                <a:lnTo>
                  <a:pt x="6506" y="43756"/>
                </a:lnTo>
                <a:lnTo>
                  <a:pt x="6982" y="43312"/>
                </a:lnTo>
                <a:lnTo>
                  <a:pt x="6982" y="42602"/>
                </a:lnTo>
                <a:lnTo>
                  <a:pt x="6982" y="42425"/>
                </a:lnTo>
                <a:lnTo>
                  <a:pt x="6982" y="41803"/>
                </a:lnTo>
                <a:lnTo>
                  <a:pt x="6982" y="41360"/>
                </a:lnTo>
                <a:lnTo>
                  <a:pt x="6982" y="41182"/>
                </a:lnTo>
                <a:lnTo>
                  <a:pt x="6982" y="40472"/>
                </a:lnTo>
                <a:lnTo>
                  <a:pt x="6982" y="40028"/>
                </a:lnTo>
                <a:lnTo>
                  <a:pt x="6982" y="39673"/>
                </a:lnTo>
                <a:lnTo>
                  <a:pt x="7299" y="39229"/>
                </a:lnTo>
                <a:lnTo>
                  <a:pt x="7299" y="38963"/>
                </a:lnTo>
                <a:lnTo>
                  <a:pt x="7299" y="38342"/>
                </a:lnTo>
                <a:lnTo>
                  <a:pt x="7299" y="37898"/>
                </a:lnTo>
                <a:lnTo>
                  <a:pt x="7299" y="37454"/>
                </a:lnTo>
                <a:lnTo>
                  <a:pt x="7775" y="37099"/>
                </a:lnTo>
                <a:lnTo>
                  <a:pt x="7775" y="36656"/>
                </a:lnTo>
                <a:lnTo>
                  <a:pt x="7775" y="36212"/>
                </a:lnTo>
                <a:lnTo>
                  <a:pt x="7775" y="35768"/>
                </a:lnTo>
                <a:lnTo>
                  <a:pt x="7775" y="35324"/>
                </a:lnTo>
                <a:lnTo>
                  <a:pt x="8093" y="34880"/>
                </a:lnTo>
                <a:lnTo>
                  <a:pt x="8093" y="34525"/>
                </a:lnTo>
                <a:lnTo>
                  <a:pt x="8093" y="34082"/>
                </a:lnTo>
                <a:lnTo>
                  <a:pt x="8093" y="33638"/>
                </a:lnTo>
                <a:lnTo>
                  <a:pt x="8569" y="33017"/>
                </a:lnTo>
                <a:lnTo>
                  <a:pt x="8569" y="32750"/>
                </a:lnTo>
                <a:lnTo>
                  <a:pt x="8569" y="32307"/>
                </a:lnTo>
                <a:lnTo>
                  <a:pt x="8569" y="31685"/>
                </a:lnTo>
                <a:lnTo>
                  <a:pt x="8569" y="31508"/>
                </a:lnTo>
                <a:lnTo>
                  <a:pt x="8886" y="30886"/>
                </a:lnTo>
                <a:lnTo>
                  <a:pt x="8886" y="30620"/>
                </a:lnTo>
                <a:lnTo>
                  <a:pt x="8886" y="30176"/>
                </a:lnTo>
                <a:lnTo>
                  <a:pt x="8886" y="29733"/>
                </a:lnTo>
                <a:lnTo>
                  <a:pt x="8886" y="29378"/>
                </a:lnTo>
                <a:lnTo>
                  <a:pt x="8886" y="28934"/>
                </a:lnTo>
                <a:lnTo>
                  <a:pt x="8886" y="28490"/>
                </a:lnTo>
                <a:lnTo>
                  <a:pt x="8886" y="28046"/>
                </a:lnTo>
                <a:lnTo>
                  <a:pt x="8886" y="27602"/>
                </a:lnTo>
                <a:lnTo>
                  <a:pt x="8886" y="27159"/>
                </a:lnTo>
                <a:lnTo>
                  <a:pt x="9203" y="26804"/>
                </a:lnTo>
                <a:lnTo>
                  <a:pt x="9203" y="26360"/>
                </a:lnTo>
                <a:lnTo>
                  <a:pt x="9203" y="25916"/>
                </a:lnTo>
                <a:lnTo>
                  <a:pt x="9203" y="25472"/>
                </a:lnTo>
                <a:lnTo>
                  <a:pt x="9679" y="25029"/>
                </a:lnTo>
                <a:lnTo>
                  <a:pt x="9679" y="24585"/>
                </a:lnTo>
                <a:lnTo>
                  <a:pt x="9679" y="24230"/>
                </a:lnTo>
                <a:lnTo>
                  <a:pt x="9679" y="23520"/>
                </a:lnTo>
                <a:lnTo>
                  <a:pt x="9679" y="23342"/>
                </a:lnTo>
                <a:lnTo>
                  <a:pt x="9997" y="22721"/>
                </a:lnTo>
                <a:lnTo>
                  <a:pt x="9997" y="22277"/>
                </a:lnTo>
                <a:lnTo>
                  <a:pt x="9997" y="22100"/>
                </a:lnTo>
                <a:lnTo>
                  <a:pt x="9997" y="21390"/>
                </a:lnTo>
                <a:lnTo>
                  <a:pt x="9997" y="21212"/>
                </a:lnTo>
                <a:lnTo>
                  <a:pt x="10473" y="20591"/>
                </a:lnTo>
                <a:lnTo>
                  <a:pt x="10473" y="20147"/>
                </a:lnTo>
                <a:lnTo>
                  <a:pt x="10473" y="19703"/>
                </a:lnTo>
                <a:lnTo>
                  <a:pt x="10473" y="19259"/>
                </a:lnTo>
                <a:lnTo>
                  <a:pt x="10473" y="18816"/>
                </a:lnTo>
                <a:lnTo>
                  <a:pt x="10790" y="18372"/>
                </a:lnTo>
                <a:lnTo>
                  <a:pt x="10790" y="18017"/>
                </a:lnTo>
                <a:lnTo>
                  <a:pt x="10790" y="17573"/>
                </a:lnTo>
                <a:lnTo>
                  <a:pt x="10790" y="17129"/>
                </a:lnTo>
                <a:lnTo>
                  <a:pt x="11108" y="16508"/>
                </a:lnTo>
                <a:lnTo>
                  <a:pt x="11108" y="16242"/>
                </a:lnTo>
                <a:lnTo>
                  <a:pt x="11108" y="15798"/>
                </a:lnTo>
                <a:lnTo>
                  <a:pt x="11108" y="15177"/>
                </a:lnTo>
                <a:lnTo>
                  <a:pt x="11108" y="14999"/>
                </a:lnTo>
                <a:lnTo>
                  <a:pt x="11108" y="14378"/>
                </a:lnTo>
                <a:lnTo>
                  <a:pt x="11108" y="14112"/>
                </a:lnTo>
                <a:lnTo>
                  <a:pt x="11108" y="13490"/>
                </a:lnTo>
                <a:lnTo>
                  <a:pt x="11108" y="13047"/>
                </a:lnTo>
                <a:lnTo>
                  <a:pt x="11108" y="12869"/>
                </a:lnTo>
                <a:lnTo>
                  <a:pt x="11584" y="12159"/>
                </a:lnTo>
                <a:lnTo>
                  <a:pt x="11584" y="11804"/>
                </a:lnTo>
                <a:lnTo>
                  <a:pt x="11584" y="11360"/>
                </a:lnTo>
                <a:lnTo>
                  <a:pt x="11584" y="10916"/>
                </a:lnTo>
                <a:lnTo>
                  <a:pt x="11584" y="10473"/>
                </a:lnTo>
                <a:lnTo>
                  <a:pt x="11901" y="10029"/>
                </a:lnTo>
                <a:lnTo>
                  <a:pt x="11901" y="9585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076"/>
                </a:lnTo>
                <a:lnTo>
                  <a:pt x="12377" y="7899"/>
                </a:lnTo>
                <a:lnTo>
                  <a:pt x="12377" y="7277"/>
                </a:lnTo>
                <a:lnTo>
                  <a:pt x="12377" y="7011"/>
                </a:lnTo>
                <a:lnTo>
                  <a:pt x="12377" y="6390"/>
                </a:lnTo>
                <a:lnTo>
                  <a:pt x="12694" y="5946"/>
                </a:lnTo>
                <a:lnTo>
                  <a:pt x="12694" y="5769"/>
                </a:lnTo>
                <a:lnTo>
                  <a:pt x="12694" y="5147"/>
                </a:lnTo>
                <a:lnTo>
                  <a:pt x="12694" y="4704"/>
                </a:lnTo>
                <a:lnTo>
                  <a:pt x="12694" y="4260"/>
                </a:lnTo>
                <a:lnTo>
                  <a:pt x="13012" y="3816"/>
                </a:lnTo>
                <a:lnTo>
                  <a:pt x="13012" y="3372"/>
                </a:lnTo>
                <a:lnTo>
                  <a:pt x="13012" y="2928"/>
                </a:lnTo>
                <a:lnTo>
                  <a:pt x="13012" y="2307"/>
                </a:lnTo>
                <a:lnTo>
                  <a:pt x="13012" y="2130"/>
                </a:lnTo>
                <a:lnTo>
                  <a:pt x="13012" y="1686"/>
                </a:lnTo>
                <a:lnTo>
                  <a:pt x="13012" y="1065"/>
                </a:lnTo>
                <a:lnTo>
                  <a:pt x="13012" y="798"/>
                </a:lnTo>
                <a:lnTo>
                  <a:pt x="13012" y="177"/>
                </a:lnTo>
                <a:lnTo>
                  <a:pt x="13012" y="0"/>
                </a:lnTo>
              </a:path>
            </a:pathLst>
          </a:custGeom>
          <a:ln w="1934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5522247" y="2833205"/>
            <a:ext cx="13805" cy="88134"/>
          </a:xfrm>
          <a:custGeom>
            <a:avLst/>
            <a:gdLst/>
            <a:ahLst/>
            <a:cxnLst/>
            <a:rect l="l" t="t" r="r" b="b"/>
            <a:pathLst>
              <a:path w="13805" h="88134">
                <a:moveTo>
                  <a:pt x="0" y="88134"/>
                </a:moveTo>
                <a:lnTo>
                  <a:pt x="476" y="87424"/>
                </a:lnTo>
                <a:lnTo>
                  <a:pt x="476" y="87069"/>
                </a:lnTo>
                <a:lnTo>
                  <a:pt x="476" y="86625"/>
                </a:lnTo>
                <a:lnTo>
                  <a:pt x="476" y="86181"/>
                </a:lnTo>
                <a:lnTo>
                  <a:pt x="793" y="85737"/>
                </a:lnTo>
                <a:lnTo>
                  <a:pt x="793" y="85294"/>
                </a:lnTo>
                <a:lnTo>
                  <a:pt x="793" y="84850"/>
                </a:lnTo>
                <a:lnTo>
                  <a:pt x="793" y="84495"/>
                </a:lnTo>
                <a:lnTo>
                  <a:pt x="793" y="84051"/>
                </a:lnTo>
                <a:lnTo>
                  <a:pt x="1269" y="83430"/>
                </a:lnTo>
                <a:lnTo>
                  <a:pt x="1269" y="83164"/>
                </a:lnTo>
                <a:lnTo>
                  <a:pt x="1269" y="82542"/>
                </a:lnTo>
                <a:lnTo>
                  <a:pt x="1269" y="82098"/>
                </a:lnTo>
                <a:lnTo>
                  <a:pt x="1269" y="81921"/>
                </a:lnTo>
                <a:lnTo>
                  <a:pt x="1586" y="81211"/>
                </a:lnTo>
                <a:lnTo>
                  <a:pt x="1586" y="81033"/>
                </a:lnTo>
                <a:lnTo>
                  <a:pt x="1586" y="80412"/>
                </a:lnTo>
                <a:lnTo>
                  <a:pt x="1586" y="79968"/>
                </a:lnTo>
                <a:lnTo>
                  <a:pt x="1586" y="79525"/>
                </a:lnTo>
                <a:lnTo>
                  <a:pt x="2062" y="79081"/>
                </a:lnTo>
                <a:lnTo>
                  <a:pt x="2062" y="78637"/>
                </a:lnTo>
                <a:lnTo>
                  <a:pt x="2062" y="78282"/>
                </a:lnTo>
                <a:lnTo>
                  <a:pt x="2062" y="77838"/>
                </a:lnTo>
                <a:lnTo>
                  <a:pt x="2380" y="77394"/>
                </a:lnTo>
                <a:lnTo>
                  <a:pt x="2380" y="76951"/>
                </a:lnTo>
                <a:lnTo>
                  <a:pt x="2380" y="76329"/>
                </a:lnTo>
                <a:lnTo>
                  <a:pt x="2380" y="76063"/>
                </a:lnTo>
                <a:lnTo>
                  <a:pt x="2380" y="75442"/>
                </a:lnTo>
                <a:lnTo>
                  <a:pt x="2380" y="74998"/>
                </a:lnTo>
                <a:lnTo>
                  <a:pt x="2380" y="74554"/>
                </a:lnTo>
                <a:lnTo>
                  <a:pt x="2380" y="74199"/>
                </a:lnTo>
                <a:lnTo>
                  <a:pt x="2380" y="73755"/>
                </a:lnTo>
                <a:lnTo>
                  <a:pt x="2380" y="73312"/>
                </a:lnTo>
                <a:lnTo>
                  <a:pt x="2697" y="72868"/>
                </a:lnTo>
                <a:lnTo>
                  <a:pt x="2697" y="72424"/>
                </a:lnTo>
                <a:lnTo>
                  <a:pt x="2697" y="71980"/>
                </a:lnTo>
                <a:lnTo>
                  <a:pt x="2697" y="71625"/>
                </a:lnTo>
                <a:lnTo>
                  <a:pt x="2697" y="71182"/>
                </a:lnTo>
                <a:lnTo>
                  <a:pt x="3173" y="70560"/>
                </a:lnTo>
                <a:lnTo>
                  <a:pt x="3173" y="70294"/>
                </a:lnTo>
                <a:lnTo>
                  <a:pt x="3173" y="69673"/>
                </a:lnTo>
                <a:lnTo>
                  <a:pt x="3173" y="69229"/>
                </a:lnTo>
                <a:lnTo>
                  <a:pt x="3491" y="69051"/>
                </a:lnTo>
                <a:lnTo>
                  <a:pt x="3491" y="68341"/>
                </a:lnTo>
                <a:lnTo>
                  <a:pt x="3491" y="67986"/>
                </a:lnTo>
                <a:lnTo>
                  <a:pt x="3491" y="67543"/>
                </a:lnTo>
                <a:lnTo>
                  <a:pt x="3491" y="67099"/>
                </a:lnTo>
                <a:lnTo>
                  <a:pt x="3967" y="66655"/>
                </a:lnTo>
                <a:lnTo>
                  <a:pt x="3967" y="66211"/>
                </a:lnTo>
                <a:lnTo>
                  <a:pt x="3967" y="65590"/>
                </a:lnTo>
                <a:lnTo>
                  <a:pt x="3967" y="65412"/>
                </a:lnTo>
                <a:lnTo>
                  <a:pt x="3967" y="64702"/>
                </a:lnTo>
                <a:lnTo>
                  <a:pt x="4284" y="64525"/>
                </a:lnTo>
                <a:lnTo>
                  <a:pt x="4284" y="64081"/>
                </a:lnTo>
                <a:lnTo>
                  <a:pt x="4284" y="63460"/>
                </a:lnTo>
                <a:lnTo>
                  <a:pt x="4284" y="63194"/>
                </a:lnTo>
                <a:lnTo>
                  <a:pt x="4284" y="62572"/>
                </a:lnTo>
                <a:lnTo>
                  <a:pt x="4284" y="62128"/>
                </a:lnTo>
                <a:lnTo>
                  <a:pt x="4284" y="61773"/>
                </a:lnTo>
                <a:lnTo>
                  <a:pt x="4284" y="61330"/>
                </a:lnTo>
                <a:lnTo>
                  <a:pt x="4284" y="60886"/>
                </a:lnTo>
                <a:lnTo>
                  <a:pt x="4601" y="60442"/>
                </a:lnTo>
                <a:lnTo>
                  <a:pt x="4601" y="59821"/>
                </a:lnTo>
                <a:lnTo>
                  <a:pt x="4601" y="59555"/>
                </a:lnTo>
                <a:lnTo>
                  <a:pt x="4601" y="59200"/>
                </a:lnTo>
                <a:lnTo>
                  <a:pt x="4601" y="58489"/>
                </a:lnTo>
                <a:lnTo>
                  <a:pt x="5077" y="58312"/>
                </a:lnTo>
                <a:lnTo>
                  <a:pt x="5077" y="57691"/>
                </a:lnTo>
                <a:lnTo>
                  <a:pt x="5077" y="57424"/>
                </a:lnTo>
                <a:lnTo>
                  <a:pt x="5077" y="56803"/>
                </a:lnTo>
                <a:lnTo>
                  <a:pt x="5077" y="56359"/>
                </a:lnTo>
                <a:lnTo>
                  <a:pt x="5395" y="55916"/>
                </a:lnTo>
                <a:lnTo>
                  <a:pt x="5395" y="55472"/>
                </a:lnTo>
                <a:lnTo>
                  <a:pt x="5395" y="55117"/>
                </a:lnTo>
                <a:lnTo>
                  <a:pt x="5395" y="54673"/>
                </a:lnTo>
                <a:lnTo>
                  <a:pt x="5395" y="54229"/>
                </a:lnTo>
                <a:lnTo>
                  <a:pt x="5871" y="53785"/>
                </a:lnTo>
                <a:lnTo>
                  <a:pt x="5871" y="53342"/>
                </a:lnTo>
                <a:lnTo>
                  <a:pt x="5871" y="52720"/>
                </a:lnTo>
                <a:lnTo>
                  <a:pt x="5871" y="52543"/>
                </a:lnTo>
                <a:lnTo>
                  <a:pt x="6188" y="51833"/>
                </a:lnTo>
                <a:lnTo>
                  <a:pt x="6188" y="51478"/>
                </a:lnTo>
                <a:lnTo>
                  <a:pt x="6188" y="51034"/>
                </a:lnTo>
                <a:lnTo>
                  <a:pt x="6188" y="50590"/>
                </a:lnTo>
                <a:lnTo>
                  <a:pt x="6188" y="50324"/>
                </a:lnTo>
                <a:lnTo>
                  <a:pt x="6188" y="49703"/>
                </a:lnTo>
                <a:lnTo>
                  <a:pt x="6188" y="49259"/>
                </a:lnTo>
                <a:lnTo>
                  <a:pt x="6188" y="48904"/>
                </a:lnTo>
                <a:lnTo>
                  <a:pt x="6188" y="48460"/>
                </a:lnTo>
                <a:lnTo>
                  <a:pt x="6188" y="48016"/>
                </a:lnTo>
                <a:lnTo>
                  <a:pt x="6664" y="47573"/>
                </a:lnTo>
                <a:lnTo>
                  <a:pt x="6664" y="46951"/>
                </a:lnTo>
                <a:lnTo>
                  <a:pt x="6664" y="46685"/>
                </a:lnTo>
                <a:lnTo>
                  <a:pt x="6664" y="46330"/>
                </a:lnTo>
                <a:lnTo>
                  <a:pt x="6664" y="45620"/>
                </a:lnTo>
                <a:lnTo>
                  <a:pt x="6982" y="45442"/>
                </a:lnTo>
                <a:lnTo>
                  <a:pt x="6982" y="44821"/>
                </a:lnTo>
                <a:lnTo>
                  <a:pt x="6982" y="44377"/>
                </a:lnTo>
                <a:lnTo>
                  <a:pt x="6982" y="43934"/>
                </a:lnTo>
                <a:lnTo>
                  <a:pt x="7299" y="43490"/>
                </a:lnTo>
                <a:lnTo>
                  <a:pt x="7299" y="43046"/>
                </a:lnTo>
                <a:lnTo>
                  <a:pt x="7299" y="42691"/>
                </a:lnTo>
                <a:lnTo>
                  <a:pt x="7299" y="42247"/>
                </a:lnTo>
                <a:lnTo>
                  <a:pt x="7299" y="41803"/>
                </a:lnTo>
                <a:lnTo>
                  <a:pt x="7775" y="41360"/>
                </a:lnTo>
                <a:lnTo>
                  <a:pt x="7775" y="40916"/>
                </a:lnTo>
                <a:lnTo>
                  <a:pt x="7775" y="40472"/>
                </a:lnTo>
                <a:lnTo>
                  <a:pt x="7775" y="39851"/>
                </a:lnTo>
                <a:lnTo>
                  <a:pt x="7775" y="39673"/>
                </a:lnTo>
                <a:lnTo>
                  <a:pt x="8093" y="38963"/>
                </a:lnTo>
                <a:lnTo>
                  <a:pt x="8093" y="38608"/>
                </a:lnTo>
                <a:lnTo>
                  <a:pt x="8093" y="38342"/>
                </a:lnTo>
                <a:lnTo>
                  <a:pt x="8093" y="37721"/>
                </a:lnTo>
                <a:lnTo>
                  <a:pt x="8093" y="37277"/>
                </a:lnTo>
                <a:lnTo>
                  <a:pt x="8569" y="36833"/>
                </a:lnTo>
                <a:lnTo>
                  <a:pt x="8569" y="36389"/>
                </a:lnTo>
                <a:lnTo>
                  <a:pt x="8569" y="36034"/>
                </a:lnTo>
                <a:lnTo>
                  <a:pt x="8569" y="35591"/>
                </a:lnTo>
                <a:lnTo>
                  <a:pt x="8569" y="34969"/>
                </a:lnTo>
                <a:lnTo>
                  <a:pt x="8569" y="34703"/>
                </a:lnTo>
                <a:lnTo>
                  <a:pt x="8569" y="34259"/>
                </a:lnTo>
                <a:lnTo>
                  <a:pt x="8569" y="33638"/>
                </a:lnTo>
                <a:lnTo>
                  <a:pt x="8569" y="33460"/>
                </a:lnTo>
                <a:lnTo>
                  <a:pt x="8886" y="32750"/>
                </a:lnTo>
                <a:lnTo>
                  <a:pt x="8886" y="32573"/>
                </a:lnTo>
                <a:lnTo>
                  <a:pt x="8886" y="31952"/>
                </a:lnTo>
                <a:lnTo>
                  <a:pt x="8886" y="31508"/>
                </a:lnTo>
                <a:lnTo>
                  <a:pt x="8886" y="31064"/>
                </a:lnTo>
                <a:lnTo>
                  <a:pt x="9203" y="30620"/>
                </a:lnTo>
                <a:lnTo>
                  <a:pt x="9203" y="30176"/>
                </a:lnTo>
                <a:lnTo>
                  <a:pt x="9203" y="29821"/>
                </a:lnTo>
                <a:lnTo>
                  <a:pt x="9203" y="29378"/>
                </a:lnTo>
                <a:lnTo>
                  <a:pt x="9203" y="28934"/>
                </a:lnTo>
                <a:lnTo>
                  <a:pt x="9679" y="28490"/>
                </a:lnTo>
                <a:lnTo>
                  <a:pt x="9679" y="27869"/>
                </a:lnTo>
                <a:lnTo>
                  <a:pt x="9679" y="27602"/>
                </a:lnTo>
                <a:lnTo>
                  <a:pt x="9679" y="27247"/>
                </a:lnTo>
                <a:lnTo>
                  <a:pt x="9997" y="26537"/>
                </a:lnTo>
                <a:lnTo>
                  <a:pt x="9997" y="26360"/>
                </a:lnTo>
                <a:lnTo>
                  <a:pt x="9997" y="25739"/>
                </a:lnTo>
                <a:lnTo>
                  <a:pt x="9997" y="25472"/>
                </a:lnTo>
                <a:lnTo>
                  <a:pt x="9997" y="24851"/>
                </a:lnTo>
                <a:lnTo>
                  <a:pt x="10473" y="24407"/>
                </a:lnTo>
                <a:lnTo>
                  <a:pt x="10473" y="24230"/>
                </a:lnTo>
                <a:lnTo>
                  <a:pt x="10473" y="23520"/>
                </a:lnTo>
                <a:lnTo>
                  <a:pt x="10473" y="23165"/>
                </a:lnTo>
                <a:lnTo>
                  <a:pt x="10473" y="22721"/>
                </a:lnTo>
                <a:lnTo>
                  <a:pt x="10473" y="22277"/>
                </a:lnTo>
                <a:lnTo>
                  <a:pt x="10473" y="21833"/>
                </a:lnTo>
                <a:lnTo>
                  <a:pt x="10473" y="21390"/>
                </a:lnTo>
                <a:lnTo>
                  <a:pt x="10473" y="20946"/>
                </a:lnTo>
                <a:lnTo>
                  <a:pt x="10473" y="20591"/>
                </a:lnTo>
                <a:lnTo>
                  <a:pt x="10790" y="20147"/>
                </a:lnTo>
                <a:lnTo>
                  <a:pt x="10790" y="19526"/>
                </a:lnTo>
                <a:lnTo>
                  <a:pt x="10790" y="19259"/>
                </a:lnTo>
                <a:lnTo>
                  <a:pt x="10790" y="18638"/>
                </a:lnTo>
                <a:lnTo>
                  <a:pt x="11266" y="18461"/>
                </a:lnTo>
                <a:lnTo>
                  <a:pt x="11266" y="18017"/>
                </a:lnTo>
                <a:lnTo>
                  <a:pt x="11266" y="17307"/>
                </a:lnTo>
                <a:lnTo>
                  <a:pt x="11266" y="17129"/>
                </a:lnTo>
                <a:lnTo>
                  <a:pt x="11266" y="16508"/>
                </a:lnTo>
                <a:lnTo>
                  <a:pt x="11584" y="16064"/>
                </a:lnTo>
                <a:lnTo>
                  <a:pt x="11584" y="15620"/>
                </a:lnTo>
                <a:lnTo>
                  <a:pt x="11584" y="15177"/>
                </a:lnTo>
                <a:lnTo>
                  <a:pt x="11584" y="14733"/>
                </a:lnTo>
                <a:lnTo>
                  <a:pt x="11584" y="14378"/>
                </a:lnTo>
                <a:lnTo>
                  <a:pt x="11901" y="13934"/>
                </a:lnTo>
                <a:lnTo>
                  <a:pt x="11901" y="13490"/>
                </a:lnTo>
                <a:lnTo>
                  <a:pt x="11901" y="13047"/>
                </a:lnTo>
                <a:lnTo>
                  <a:pt x="11901" y="12603"/>
                </a:lnTo>
                <a:lnTo>
                  <a:pt x="11901" y="12159"/>
                </a:lnTo>
                <a:lnTo>
                  <a:pt x="12377" y="11804"/>
                </a:lnTo>
                <a:lnTo>
                  <a:pt x="12377" y="11360"/>
                </a:lnTo>
                <a:lnTo>
                  <a:pt x="12377" y="10916"/>
                </a:lnTo>
                <a:lnTo>
                  <a:pt x="12377" y="10473"/>
                </a:lnTo>
                <a:lnTo>
                  <a:pt x="12694" y="10029"/>
                </a:lnTo>
                <a:lnTo>
                  <a:pt x="12694" y="9585"/>
                </a:lnTo>
                <a:lnTo>
                  <a:pt x="12694" y="8964"/>
                </a:lnTo>
                <a:lnTo>
                  <a:pt x="12694" y="8786"/>
                </a:lnTo>
                <a:lnTo>
                  <a:pt x="12694" y="8165"/>
                </a:lnTo>
                <a:lnTo>
                  <a:pt x="12694" y="7721"/>
                </a:lnTo>
                <a:lnTo>
                  <a:pt x="12694" y="7455"/>
                </a:lnTo>
                <a:lnTo>
                  <a:pt x="12694" y="6834"/>
                </a:lnTo>
                <a:lnTo>
                  <a:pt x="12694" y="6656"/>
                </a:lnTo>
                <a:lnTo>
                  <a:pt x="12694" y="5946"/>
                </a:lnTo>
                <a:lnTo>
                  <a:pt x="13170" y="5591"/>
                </a:lnTo>
                <a:lnTo>
                  <a:pt x="13170" y="5325"/>
                </a:lnTo>
                <a:lnTo>
                  <a:pt x="13170" y="4704"/>
                </a:lnTo>
                <a:lnTo>
                  <a:pt x="13170" y="4260"/>
                </a:lnTo>
                <a:lnTo>
                  <a:pt x="13170" y="3816"/>
                </a:lnTo>
                <a:lnTo>
                  <a:pt x="13488" y="3372"/>
                </a:lnTo>
                <a:lnTo>
                  <a:pt x="13488" y="3017"/>
                </a:lnTo>
                <a:lnTo>
                  <a:pt x="13488" y="2573"/>
                </a:lnTo>
                <a:lnTo>
                  <a:pt x="13488" y="2130"/>
                </a:lnTo>
                <a:lnTo>
                  <a:pt x="13805" y="1686"/>
                </a:lnTo>
                <a:lnTo>
                  <a:pt x="13805" y="1242"/>
                </a:lnTo>
                <a:lnTo>
                  <a:pt x="13805" y="798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5536052" y="2750396"/>
            <a:ext cx="13488" cy="82808"/>
          </a:xfrm>
          <a:custGeom>
            <a:avLst/>
            <a:gdLst/>
            <a:ahLst/>
            <a:cxnLst/>
            <a:rect l="l" t="t" r="r" b="b"/>
            <a:pathLst>
              <a:path w="13488" h="82808">
                <a:moveTo>
                  <a:pt x="0" y="82808"/>
                </a:moveTo>
                <a:lnTo>
                  <a:pt x="476" y="82365"/>
                </a:lnTo>
                <a:lnTo>
                  <a:pt x="476" y="81921"/>
                </a:lnTo>
                <a:lnTo>
                  <a:pt x="476" y="81477"/>
                </a:lnTo>
                <a:lnTo>
                  <a:pt x="476" y="81033"/>
                </a:lnTo>
                <a:lnTo>
                  <a:pt x="476" y="80678"/>
                </a:lnTo>
                <a:lnTo>
                  <a:pt x="793" y="79968"/>
                </a:lnTo>
                <a:lnTo>
                  <a:pt x="793" y="79791"/>
                </a:lnTo>
                <a:lnTo>
                  <a:pt x="793" y="79347"/>
                </a:lnTo>
                <a:lnTo>
                  <a:pt x="793" y="78726"/>
                </a:lnTo>
                <a:lnTo>
                  <a:pt x="793" y="78459"/>
                </a:lnTo>
                <a:lnTo>
                  <a:pt x="793" y="77838"/>
                </a:lnTo>
                <a:lnTo>
                  <a:pt x="793" y="77661"/>
                </a:lnTo>
                <a:lnTo>
                  <a:pt x="793" y="77217"/>
                </a:lnTo>
                <a:lnTo>
                  <a:pt x="793" y="76596"/>
                </a:lnTo>
                <a:lnTo>
                  <a:pt x="1269" y="76329"/>
                </a:lnTo>
                <a:lnTo>
                  <a:pt x="1269" y="75886"/>
                </a:lnTo>
                <a:lnTo>
                  <a:pt x="1269" y="75264"/>
                </a:lnTo>
                <a:lnTo>
                  <a:pt x="1269" y="75087"/>
                </a:lnTo>
                <a:lnTo>
                  <a:pt x="1269" y="74465"/>
                </a:lnTo>
                <a:lnTo>
                  <a:pt x="1586" y="74022"/>
                </a:lnTo>
                <a:lnTo>
                  <a:pt x="1586" y="73755"/>
                </a:lnTo>
                <a:lnTo>
                  <a:pt x="1586" y="73134"/>
                </a:lnTo>
                <a:lnTo>
                  <a:pt x="1586" y="72957"/>
                </a:lnTo>
                <a:lnTo>
                  <a:pt x="1586" y="72513"/>
                </a:lnTo>
                <a:lnTo>
                  <a:pt x="2062" y="71892"/>
                </a:lnTo>
                <a:lnTo>
                  <a:pt x="2062" y="71625"/>
                </a:lnTo>
                <a:lnTo>
                  <a:pt x="2062" y="71004"/>
                </a:lnTo>
                <a:lnTo>
                  <a:pt x="2062" y="70560"/>
                </a:lnTo>
                <a:lnTo>
                  <a:pt x="2062" y="70383"/>
                </a:lnTo>
                <a:lnTo>
                  <a:pt x="2380" y="69673"/>
                </a:lnTo>
                <a:lnTo>
                  <a:pt x="2380" y="69318"/>
                </a:lnTo>
                <a:lnTo>
                  <a:pt x="2380" y="69051"/>
                </a:lnTo>
                <a:lnTo>
                  <a:pt x="2380" y="68430"/>
                </a:lnTo>
                <a:lnTo>
                  <a:pt x="2697" y="68164"/>
                </a:lnTo>
                <a:lnTo>
                  <a:pt x="2697" y="67543"/>
                </a:lnTo>
                <a:lnTo>
                  <a:pt x="2697" y="67099"/>
                </a:lnTo>
                <a:lnTo>
                  <a:pt x="2697" y="66921"/>
                </a:lnTo>
                <a:lnTo>
                  <a:pt x="2697" y="66300"/>
                </a:lnTo>
                <a:lnTo>
                  <a:pt x="3173" y="65856"/>
                </a:lnTo>
                <a:lnTo>
                  <a:pt x="3173" y="65590"/>
                </a:lnTo>
                <a:lnTo>
                  <a:pt x="3173" y="64969"/>
                </a:lnTo>
                <a:lnTo>
                  <a:pt x="3173" y="64525"/>
                </a:lnTo>
                <a:lnTo>
                  <a:pt x="3173" y="64347"/>
                </a:lnTo>
                <a:lnTo>
                  <a:pt x="3173" y="63726"/>
                </a:lnTo>
                <a:lnTo>
                  <a:pt x="3173" y="63460"/>
                </a:lnTo>
                <a:lnTo>
                  <a:pt x="3173" y="62838"/>
                </a:lnTo>
                <a:lnTo>
                  <a:pt x="3173" y="62395"/>
                </a:lnTo>
                <a:lnTo>
                  <a:pt x="3173" y="62217"/>
                </a:lnTo>
                <a:lnTo>
                  <a:pt x="3491" y="61596"/>
                </a:lnTo>
                <a:lnTo>
                  <a:pt x="3491" y="61152"/>
                </a:lnTo>
                <a:lnTo>
                  <a:pt x="3491" y="60886"/>
                </a:lnTo>
                <a:lnTo>
                  <a:pt x="3491" y="60265"/>
                </a:lnTo>
                <a:lnTo>
                  <a:pt x="3967" y="59821"/>
                </a:lnTo>
                <a:lnTo>
                  <a:pt x="3967" y="59643"/>
                </a:lnTo>
                <a:lnTo>
                  <a:pt x="3967" y="59022"/>
                </a:lnTo>
                <a:lnTo>
                  <a:pt x="3967" y="58756"/>
                </a:lnTo>
                <a:lnTo>
                  <a:pt x="3967" y="58312"/>
                </a:lnTo>
                <a:lnTo>
                  <a:pt x="4284" y="57691"/>
                </a:lnTo>
                <a:lnTo>
                  <a:pt x="4284" y="57513"/>
                </a:lnTo>
                <a:lnTo>
                  <a:pt x="4284" y="57069"/>
                </a:lnTo>
                <a:lnTo>
                  <a:pt x="4284" y="56448"/>
                </a:lnTo>
                <a:lnTo>
                  <a:pt x="4284" y="56182"/>
                </a:lnTo>
                <a:lnTo>
                  <a:pt x="4601" y="55738"/>
                </a:lnTo>
                <a:lnTo>
                  <a:pt x="4601" y="55117"/>
                </a:lnTo>
                <a:lnTo>
                  <a:pt x="4601" y="54939"/>
                </a:lnTo>
                <a:lnTo>
                  <a:pt x="4601" y="54495"/>
                </a:lnTo>
                <a:lnTo>
                  <a:pt x="4601" y="54052"/>
                </a:lnTo>
                <a:lnTo>
                  <a:pt x="5077" y="53608"/>
                </a:lnTo>
                <a:lnTo>
                  <a:pt x="5077" y="53164"/>
                </a:lnTo>
                <a:lnTo>
                  <a:pt x="5077" y="52809"/>
                </a:lnTo>
                <a:lnTo>
                  <a:pt x="5077" y="52365"/>
                </a:lnTo>
                <a:lnTo>
                  <a:pt x="5077" y="51922"/>
                </a:lnTo>
                <a:lnTo>
                  <a:pt x="5077" y="51478"/>
                </a:lnTo>
                <a:lnTo>
                  <a:pt x="5077" y="51034"/>
                </a:lnTo>
                <a:lnTo>
                  <a:pt x="5077" y="50590"/>
                </a:lnTo>
                <a:lnTo>
                  <a:pt x="5077" y="50235"/>
                </a:lnTo>
                <a:lnTo>
                  <a:pt x="5395" y="49791"/>
                </a:lnTo>
                <a:lnTo>
                  <a:pt x="5395" y="49348"/>
                </a:lnTo>
                <a:lnTo>
                  <a:pt x="5395" y="48904"/>
                </a:lnTo>
                <a:lnTo>
                  <a:pt x="5395" y="48460"/>
                </a:lnTo>
                <a:lnTo>
                  <a:pt x="5395" y="48016"/>
                </a:lnTo>
                <a:lnTo>
                  <a:pt x="5871" y="47661"/>
                </a:lnTo>
                <a:lnTo>
                  <a:pt x="5871" y="47217"/>
                </a:lnTo>
                <a:lnTo>
                  <a:pt x="5871" y="46951"/>
                </a:lnTo>
                <a:lnTo>
                  <a:pt x="5871" y="46330"/>
                </a:lnTo>
                <a:lnTo>
                  <a:pt x="5871" y="45886"/>
                </a:lnTo>
                <a:lnTo>
                  <a:pt x="6188" y="45709"/>
                </a:lnTo>
                <a:lnTo>
                  <a:pt x="6188" y="45087"/>
                </a:lnTo>
                <a:lnTo>
                  <a:pt x="6188" y="44644"/>
                </a:lnTo>
                <a:lnTo>
                  <a:pt x="6188" y="44377"/>
                </a:lnTo>
                <a:lnTo>
                  <a:pt x="6506" y="43934"/>
                </a:lnTo>
                <a:lnTo>
                  <a:pt x="6506" y="43312"/>
                </a:lnTo>
                <a:lnTo>
                  <a:pt x="6506" y="43135"/>
                </a:lnTo>
                <a:lnTo>
                  <a:pt x="6506" y="42691"/>
                </a:lnTo>
                <a:lnTo>
                  <a:pt x="6506" y="42247"/>
                </a:lnTo>
                <a:lnTo>
                  <a:pt x="6982" y="41803"/>
                </a:lnTo>
                <a:lnTo>
                  <a:pt x="6982" y="41360"/>
                </a:lnTo>
                <a:lnTo>
                  <a:pt x="6982" y="41005"/>
                </a:lnTo>
                <a:lnTo>
                  <a:pt x="6982" y="40561"/>
                </a:lnTo>
                <a:lnTo>
                  <a:pt x="6982" y="40117"/>
                </a:lnTo>
                <a:lnTo>
                  <a:pt x="7299" y="39940"/>
                </a:lnTo>
                <a:lnTo>
                  <a:pt x="7299" y="39229"/>
                </a:lnTo>
                <a:lnTo>
                  <a:pt x="7299" y="38786"/>
                </a:lnTo>
                <a:lnTo>
                  <a:pt x="7299" y="38608"/>
                </a:lnTo>
                <a:lnTo>
                  <a:pt x="7299" y="37987"/>
                </a:lnTo>
                <a:lnTo>
                  <a:pt x="7299" y="37543"/>
                </a:lnTo>
                <a:lnTo>
                  <a:pt x="7299" y="37366"/>
                </a:lnTo>
                <a:lnTo>
                  <a:pt x="7299" y="36922"/>
                </a:lnTo>
                <a:lnTo>
                  <a:pt x="7299" y="36212"/>
                </a:lnTo>
                <a:lnTo>
                  <a:pt x="7775" y="36034"/>
                </a:lnTo>
                <a:lnTo>
                  <a:pt x="7775" y="35591"/>
                </a:lnTo>
                <a:lnTo>
                  <a:pt x="7775" y="35147"/>
                </a:lnTo>
                <a:lnTo>
                  <a:pt x="7775" y="34792"/>
                </a:lnTo>
                <a:lnTo>
                  <a:pt x="7775" y="34348"/>
                </a:lnTo>
                <a:lnTo>
                  <a:pt x="8093" y="33904"/>
                </a:lnTo>
                <a:lnTo>
                  <a:pt x="8093" y="33460"/>
                </a:lnTo>
                <a:lnTo>
                  <a:pt x="8093" y="33017"/>
                </a:lnTo>
                <a:lnTo>
                  <a:pt x="8093" y="32573"/>
                </a:lnTo>
                <a:lnTo>
                  <a:pt x="8093" y="32218"/>
                </a:lnTo>
                <a:lnTo>
                  <a:pt x="8569" y="31774"/>
                </a:lnTo>
                <a:lnTo>
                  <a:pt x="8569" y="31508"/>
                </a:lnTo>
                <a:lnTo>
                  <a:pt x="8569" y="31153"/>
                </a:lnTo>
                <a:lnTo>
                  <a:pt x="8569" y="30443"/>
                </a:lnTo>
                <a:lnTo>
                  <a:pt x="8569" y="30265"/>
                </a:lnTo>
                <a:lnTo>
                  <a:pt x="8886" y="29821"/>
                </a:lnTo>
                <a:lnTo>
                  <a:pt x="8886" y="29378"/>
                </a:lnTo>
                <a:lnTo>
                  <a:pt x="8886" y="28934"/>
                </a:lnTo>
                <a:lnTo>
                  <a:pt x="8886" y="28579"/>
                </a:lnTo>
                <a:lnTo>
                  <a:pt x="9203" y="28135"/>
                </a:lnTo>
                <a:lnTo>
                  <a:pt x="9203" y="27869"/>
                </a:lnTo>
                <a:lnTo>
                  <a:pt x="9203" y="27247"/>
                </a:lnTo>
                <a:lnTo>
                  <a:pt x="9203" y="26804"/>
                </a:lnTo>
                <a:lnTo>
                  <a:pt x="9203" y="26626"/>
                </a:lnTo>
                <a:lnTo>
                  <a:pt x="9203" y="26182"/>
                </a:lnTo>
                <a:lnTo>
                  <a:pt x="9203" y="25561"/>
                </a:lnTo>
                <a:lnTo>
                  <a:pt x="9203" y="25295"/>
                </a:lnTo>
                <a:lnTo>
                  <a:pt x="9203" y="24851"/>
                </a:lnTo>
                <a:lnTo>
                  <a:pt x="9203" y="24496"/>
                </a:lnTo>
                <a:lnTo>
                  <a:pt x="9679" y="24052"/>
                </a:lnTo>
                <a:lnTo>
                  <a:pt x="9679" y="23608"/>
                </a:lnTo>
                <a:lnTo>
                  <a:pt x="9679" y="23165"/>
                </a:lnTo>
                <a:lnTo>
                  <a:pt x="9679" y="22987"/>
                </a:lnTo>
                <a:lnTo>
                  <a:pt x="9679" y="22277"/>
                </a:lnTo>
                <a:lnTo>
                  <a:pt x="9997" y="22100"/>
                </a:lnTo>
                <a:lnTo>
                  <a:pt x="9997" y="21656"/>
                </a:lnTo>
                <a:lnTo>
                  <a:pt x="9997" y="21212"/>
                </a:lnTo>
                <a:lnTo>
                  <a:pt x="9997" y="20857"/>
                </a:lnTo>
                <a:lnTo>
                  <a:pt x="10473" y="20413"/>
                </a:lnTo>
                <a:lnTo>
                  <a:pt x="10473" y="19970"/>
                </a:lnTo>
                <a:lnTo>
                  <a:pt x="10473" y="19703"/>
                </a:lnTo>
                <a:lnTo>
                  <a:pt x="10473" y="19082"/>
                </a:lnTo>
                <a:lnTo>
                  <a:pt x="10473" y="18638"/>
                </a:lnTo>
                <a:lnTo>
                  <a:pt x="10790" y="18461"/>
                </a:lnTo>
                <a:lnTo>
                  <a:pt x="10790" y="18017"/>
                </a:lnTo>
                <a:lnTo>
                  <a:pt x="10790" y="17573"/>
                </a:lnTo>
                <a:lnTo>
                  <a:pt x="10790" y="17129"/>
                </a:lnTo>
                <a:lnTo>
                  <a:pt x="10790" y="16774"/>
                </a:lnTo>
                <a:lnTo>
                  <a:pt x="11108" y="16331"/>
                </a:lnTo>
                <a:lnTo>
                  <a:pt x="11108" y="16064"/>
                </a:lnTo>
                <a:lnTo>
                  <a:pt x="11108" y="15709"/>
                </a:lnTo>
                <a:lnTo>
                  <a:pt x="11108" y="14999"/>
                </a:lnTo>
                <a:lnTo>
                  <a:pt x="11108" y="14822"/>
                </a:lnTo>
                <a:lnTo>
                  <a:pt x="11584" y="14378"/>
                </a:lnTo>
                <a:lnTo>
                  <a:pt x="11584" y="13934"/>
                </a:lnTo>
                <a:lnTo>
                  <a:pt x="11584" y="13490"/>
                </a:lnTo>
                <a:lnTo>
                  <a:pt x="11584" y="13135"/>
                </a:lnTo>
                <a:lnTo>
                  <a:pt x="11584" y="12692"/>
                </a:lnTo>
                <a:lnTo>
                  <a:pt x="11584" y="12425"/>
                </a:lnTo>
                <a:lnTo>
                  <a:pt x="11584" y="11982"/>
                </a:lnTo>
                <a:lnTo>
                  <a:pt x="11584" y="11360"/>
                </a:lnTo>
                <a:lnTo>
                  <a:pt x="11584" y="11183"/>
                </a:lnTo>
                <a:lnTo>
                  <a:pt x="11901" y="10739"/>
                </a:lnTo>
                <a:lnTo>
                  <a:pt x="11901" y="10295"/>
                </a:lnTo>
                <a:lnTo>
                  <a:pt x="11901" y="10118"/>
                </a:lnTo>
                <a:lnTo>
                  <a:pt x="11901" y="9674"/>
                </a:lnTo>
                <a:lnTo>
                  <a:pt x="11901" y="9053"/>
                </a:lnTo>
                <a:lnTo>
                  <a:pt x="12377" y="8786"/>
                </a:lnTo>
                <a:lnTo>
                  <a:pt x="12377" y="8343"/>
                </a:lnTo>
                <a:lnTo>
                  <a:pt x="12377" y="7988"/>
                </a:lnTo>
                <a:lnTo>
                  <a:pt x="12377" y="7721"/>
                </a:lnTo>
                <a:lnTo>
                  <a:pt x="12377" y="7100"/>
                </a:lnTo>
                <a:lnTo>
                  <a:pt x="12694" y="6656"/>
                </a:lnTo>
                <a:lnTo>
                  <a:pt x="12694" y="6479"/>
                </a:lnTo>
                <a:lnTo>
                  <a:pt x="12694" y="6035"/>
                </a:lnTo>
                <a:lnTo>
                  <a:pt x="12694" y="5591"/>
                </a:lnTo>
                <a:lnTo>
                  <a:pt x="13170" y="5414"/>
                </a:lnTo>
                <a:lnTo>
                  <a:pt x="13170" y="4704"/>
                </a:lnTo>
                <a:lnTo>
                  <a:pt x="13170" y="4349"/>
                </a:lnTo>
                <a:lnTo>
                  <a:pt x="13170" y="4082"/>
                </a:lnTo>
                <a:lnTo>
                  <a:pt x="13170" y="3638"/>
                </a:lnTo>
                <a:lnTo>
                  <a:pt x="13488" y="3195"/>
                </a:lnTo>
                <a:lnTo>
                  <a:pt x="13488" y="3017"/>
                </a:lnTo>
                <a:lnTo>
                  <a:pt x="13488" y="2396"/>
                </a:lnTo>
                <a:lnTo>
                  <a:pt x="13488" y="1952"/>
                </a:lnTo>
                <a:lnTo>
                  <a:pt x="13488" y="1775"/>
                </a:lnTo>
                <a:lnTo>
                  <a:pt x="13488" y="1331"/>
                </a:lnTo>
                <a:lnTo>
                  <a:pt x="13488" y="887"/>
                </a:lnTo>
                <a:lnTo>
                  <a:pt x="13488" y="621"/>
                </a:lnTo>
                <a:lnTo>
                  <a:pt x="13488" y="0"/>
                </a:lnTo>
              </a:path>
            </a:pathLst>
          </a:custGeom>
          <a:ln w="193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5549541" y="2680102"/>
            <a:ext cx="13805" cy="70294"/>
          </a:xfrm>
          <a:custGeom>
            <a:avLst/>
            <a:gdLst/>
            <a:ahLst/>
            <a:cxnLst/>
            <a:rect l="l" t="t" r="r" b="b"/>
            <a:pathLst>
              <a:path w="13805" h="70294">
                <a:moveTo>
                  <a:pt x="0" y="70294"/>
                </a:moveTo>
                <a:lnTo>
                  <a:pt x="0" y="69850"/>
                </a:lnTo>
                <a:lnTo>
                  <a:pt x="317" y="69673"/>
                </a:lnTo>
                <a:lnTo>
                  <a:pt x="317" y="69229"/>
                </a:lnTo>
                <a:lnTo>
                  <a:pt x="317" y="68785"/>
                </a:lnTo>
                <a:lnTo>
                  <a:pt x="317" y="68608"/>
                </a:lnTo>
                <a:lnTo>
                  <a:pt x="317" y="68164"/>
                </a:lnTo>
                <a:lnTo>
                  <a:pt x="793" y="67543"/>
                </a:lnTo>
                <a:lnTo>
                  <a:pt x="793" y="67276"/>
                </a:lnTo>
                <a:lnTo>
                  <a:pt x="793" y="66921"/>
                </a:lnTo>
                <a:lnTo>
                  <a:pt x="793" y="66477"/>
                </a:lnTo>
                <a:lnTo>
                  <a:pt x="1110" y="66211"/>
                </a:lnTo>
                <a:lnTo>
                  <a:pt x="1110" y="65767"/>
                </a:lnTo>
                <a:lnTo>
                  <a:pt x="1110" y="65412"/>
                </a:lnTo>
                <a:lnTo>
                  <a:pt x="1110" y="65146"/>
                </a:lnTo>
                <a:lnTo>
                  <a:pt x="1110" y="64525"/>
                </a:lnTo>
                <a:lnTo>
                  <a:pt x="1586" y="64081"/>
                </a:lnTo>
                <a:lnTo>
                  <a:pt x="1586" y="63904"/>
                </a:lnTo>
                <a:lnTo>
                  <a:pt x="1586" y="63460"/>
                </a:lnTo>
                <a:lnTo>
                  <a:pt x="1586" y="63016"/>
                </a:lnTo>
                <a:lnTo>
                  <a:pt x="1586" y="62838"/>
                </a:lnTo>
                <a:lnTo>
                  <a:pt x="1904" y="62395"/>
                </a:lnTo>
                <a:lnTo>
                  <a:pt x="1904" y="61951"/>
                </a:lnTo>
                <a:lnTo>
                  <a:pt x="1904" y="61507"/>
                </a:lnTo>
                <a:lnTo>
                  <a:pt x="1904" y="61063"/>
                </a:lnTo>
                <a:lnTo>
                  <a:pt x="1904" y="60620"/>
                </a:lnTo>
                <a:lnTo>
                  <a:pt x="1904" y="60442"/>
                </a:lnTo>
                <a:lnTo>
                  <a:pt x="1904" y="59998"/>
                </a:lnTo>
                <a:lnTo>
                  <a:pt x="1904" y="59555"/>
                </a:lnTo>
                <a:lnTo>
                  <a:pt x="1904" y="59377"/>
                </a:lnTo>
                <a:lnTo>
                  <a:pt x="2221" y="58933"/>
                </a:lnTo>
                <a:lnTo>
                  <a:pt x="2221" y="58489"/>
                </a:lnTo>
                <a:lnTo>
                  <a:pt x="2221" y="58046"/>
                </a:lnTo>
                <a:lnTo>
                  <a:pt x="2221" y="57868"/>
                </a:lnTo>
                <a:lnTo>
                  <a:pt x="2221" y="57247"/>
                </a:lnTo>
                <a:lnTo>
                  <a:pt x="2697" y="56981"/>
                </a:lnTo>
                <a:lnTo>
                  <a:pt x="2697" y="56626"/>
                </a:lnTo>
                <a:lnTo>
                  <a:pt x="2697" y="56182"/>
                </a:lnTo>
                <a:lnTo>
                  <a:pt x="2697" y="55738"/>
                </a:lnTo>
                <a:lnTo>
                  <a:pt x="2697" y="55561"/>
                </a:lnTo>
                <a:lnTo>
                  <a:pt x="3015" y="55117"/>
                </a:lnTo>
                <a:lnTo>
                  <a:pt x="3015" y="54673"/>
                </a:lnTo>
                <a:lnTo>
                  <a:pt x="3015" y="54407"/>
                </a:lnTo>
                <a:lnTo>
                  <a:pt x="3015" y="54052"/>
                </a:lnTo>
                <a:lnTo>
                  <a:pt x="3015" y="53608"/>
                </a:lnTo>
                <a:lnTo>
                  <a:pt x="3491" y="53342"/>
                </a:lnTo>
                <a:lnTo>
                  <a:pt x="3491" y="52720"/>
                </a:lnTo>
                <a:lnTo>
                  <a:pt x="3491" y="52277"/>
                </a:lnTo>
                <a:lnTo>
                  <a:pt x="3491" y="52099"/>
                </a:lnTo>
                <a:lnTo>
                  <a:pt x="3808" y="51655"/>
                </a:lnTo>
                <a:lnTo>
                  <a:pt x="3808" y="51211"/>
                </a:lnTo>
                <a:lnTo>
                  <a:pt x="3808" y="51034"/>
                </a:lnTo>
                <a:lnTo>
                  <a:pt x="3808" y="50590"/>
                </a:lnTo>
                <a:lnTo>
                  <a:pt x="3808" y="50146"/>
                </a:lnTo>
                <a:lnTo>
                  <a:pt x="4284" y="49969"/>
                </a:lnTo>
                <a:lnTo>
                  <a:pt x="4284" y="49525"/>
                </a:lnTo>
                <a:lnTo>
                  <a:pt x="4284" y="49081"/>
                </a:lnTo>
                <a:lnTo>
                  <a:pt x="4284" y="48638"/>
                </a:lnTo>
                <a:lnTo>
                  <a:pt x="4284" y="48460"/>
                </a:lnTo>
                <a:lnTo>
                  <a:pt x="4284" y="48016"/>
                </a:lnTo>
                <a:lnTo>
                  <a:pt x="4284" y="47573"/>
                </a:lnTo>
                <a:lnTo>
                  <a:pt x="4284" y="47395"/>
                </a:lnTo>
                <a:lnTo>
                  <a:pt x="4284" y="46951"/>
                </a:lnTo>
                <a:lnTo>
                  <a:pt x="4284" y="46507"/>
                </a:lnTo>
                <a:lnTo>
                  <a:pt x="4601" y="46330"/>
                </a:lnTo>
                <a:lnTo>
                  <a:pt x="4601" y="45886"/>
                </a:lnTo>
                <a:lnTo>
                  <a:pt x="4601" y="45442"/>
                </a:lnTo>
                <a:lnTo>
                  <a:pt x="4601" y="45265"/>
                </a:lnTo>
                <a:lnTo>
                  <a:pt x="4919" y="44821"/>
                </a:lnTo>
                <a:lnTo>
                  <a:pt x="4919" y="44111"/>
                </a:lnTo>
                <a:lnTo>
                  <a:pt x="4919" y="43934"/>
                </a:lnTo>
                <a:lnTo>
                  <a:pt x="4919" y="43490"/>
                </a:lnTo>
                <a:lnTo>
                  <a:pt x="4919" y="43046"/>
                </a:lnTo>
                <a:lnTo>
                  <a:pt x="5395" y="42868"/>
                </a:lnTo>
                <a:lnTo>
                  <a:pt x="5395" y="42425"/>
                </a:lnTo>
                <a:lnTo>
                  <a:pt x="5395" y="41981"/>
                </a:lnTo>
                <a:lnTo>
                  <a:pt x="5395" y="41537"/>
                </a:lnTo>
                <a:lnTo>
                  <a:pt x="5395" y="41360"/>
                </a:lnTo>
                <a:lnTo>
                  <a:pt x="5712" y="40916"/>
                </a:lnTo>
                <a:lnTo>
                  <a:pt x="5712" y="40472"/>
                </a:lnTo>
                <a:lnTo>
                  <a:pt x="5712" y="40295"/>
                </a:lnTo>
                <a:lnTo>
                  <a:pt x="5712" y="39851"/>
                </a:lnTo>
                <a:lnTo>
                  <a:pt x="5712" y="39407"/>
                </a:lnTo>
                <a:lnTo>
                  <a:pt x="6188" y="39229"/>
                </a:lnTo>
                <a:lnTo>
                  <a:pt x="6188" y="38786"/>
                </a:lnTo>
                <a:lnTo>
                  <a:pt x="6188" y="38342"/>
                </a:lnTo>
                <a:lnTo>
                  <a:pt x="6188" y="38164"/>
                </a:lnTo>
                <a:lnTo>
                  <a:pt x="6188" y="37721"/>
                </a:lnTo>
                <a:lnTo>
                  <a:pt x="6188" y="37277"/>
                </a:lnTo>
                <a:lnTo>
                  <a:pt x="6188" y="36833"/>
                </a:lnTo>
                <a:lnTo>
                  <a:pt x="6188" y="36656"/>
                </a:lnTo>
                <a:lnTo>
                  <a:pt x="6188" y="36389"/>
                </a:lnTo>
                <a:lnTo>
                  <a:pt x="6506" y="36034"/>
                </a:lnTo>
                <a:lnTo>
                  <a:pt x="6506" y="35768"/>
                </a:lnTo>
                <a:lnTo>
                  <a:pt x="6506" y="35324"/>
                </a:lnTo>
                <a:lnTo>
                  <a:pt x="6506" y="34969"/>
                </a:lnTo>
                <a:lnTo>
                  <a:pt x="6506" y="34525"/>
                </a:lnTo>
                <a:lnTo>
                  <a:pt x="6823" y="34259"/>
                </a:lnTo>
                <a:lnTo>
                  <a:pt x="6823" y="33904"/>
                </a:lnTo>
                <a:lnTo>
                  <a:pt x="6823" y="33460"/>
                </a:lnTo>
                <a:lnTo>
                  <a:pt x="6823" y="33194"/>
                </a:lnTo>
                <a:lnTo>
                  <a:pt x="6823" y="32750"/>
                </a:lnTo>
                <a:lnTo>
                  <a:pt x="7299" y="32395"/>
                </a:lnTo>
                <a:lnTo>
                  <a:pt x="7299" y="32129"/>
                </a:lnTo>
                <a:lnTo>
                  <a:pt x="7299" y="31685"/>
                </a:lnTo>
                <a:lnTo>
                  <a:pt x="7299" y="31330"/>
                </a:lnTo>
                <a:lnTo>
                  <a:pt x="7616" y="31064"/>
                </a:lnTo>
                <a:lnTo>
                  <a:pt x="7616" y="30620"/>
                </a:lnTo>
                <a:lnTo>
                  <a:pt x="7616" y="30176"/>
                </a:lnTo>
                <a:lnTo>
                  <a:pt x="7616" y="29821"/>
                </a:lnTo>
                <a:lnTo>
                  <a:pt x="7616" y="29555"/>
                </a:lnTo>
                <a:lnTo>
                  <a:pt x="8093" y="29111"/>
                </a:lnTo>
                <a:lnTo>
                  <a:pt x="8093" y="28756"/>
                </a:lnTo>
                <a:lnTo>
                  <a:pt x="8093" y="28313"/>
                </a:lnTo>
                <a:lnTo>
                  <a:pt x="8093" y="27869"/>
                </a:lnTo>
                <a:lnTo>
                  <a:pt x="8410" y="27425"/>
                </a:lnTo>
                <a:lnTo>
                  <a:pt x="8410" y="27247"/>
                </a:lnTo>
                <a:lnTo>
                  <a:pt x="8410" y="26804"/>
                </a:lnTo>
                <a:lnTo>
                  <a:pt x="8410" y="26360"/>
                </a:lnTo>
                <a:lnTo>
                  <a:pt x="8410" y="26182"/>
                </a:lnTo>
                <a:lnTo>
                  <a:pt x="8410" y="25739"/>
                </a:lnTo>
                <a:lnTo>
                  <a:pt x="8410" y="25295"/>
                </a:lnTo>
                <a:lnTo>
                  <a:pt x="8410" y="25029"/>
                </a:lnTo>
                <a:lnTo>
                  <a:pt x="8410" y="24674"/>
                </a:lnTo>
                <a:lnTo>
                  <a:pt x="8727" y="24407"/>
                </a:lnTo>
                <a:lnTo>
                  <a:pt x="8727" y="23964"/>
                </a:lnTo>
                <a:lnTo>
                  <a:pt x="8727" y="23786"/>
                </a:lnTo>
                <a:lnTo>
                  <a:pt x="8727" y="23342"/>
                </a:lnTo>
                <a:lnTo>
                  <a:pt x="8727" y="22898"/>
                </a:lnTo>
                <a:lnTo>
                  <a:pt x="9203" y="22721"/>
                </a:lnTo>
                <a:lnTo>
                  <a:pt x="9203" y="22277"/>
                </a:lnTo>
                <a:lnTo>
                  <a:pt x="9203" y="21833"/>
                </a:lnTo>
                <a:lnTo>
                  <a:pt x="9203" y="21656"/>
                </a:lnTo>
                <a:lnTo>
                  <a:pt x="9203" y="21390"/>
                </a:lnTo>
                <a:lnTo>
                  <a:pt x="9521" y="21035"/>
                </a:lnTo>
                <a:lnTo>
                  <a:pt x="9521" y="20591"/>
                </a:lnTo>
                <a:lnTo>
                  <a:pt x="9521" y="20325"/>
                </a:lnTo>
                <a:lnTo>
                  <a:pt x="9521" y="19881"/>
                </a:lnTo>
                <a:lnTo>
                  <a:pt x="9521" y="19526"/>
                </a:lnTo>
                <a:lnTo>
                  <a:pt x="9997" y="19259"/>
                </a:lnTo>
                <a:lnTo>
                  <a:pt x="9997" y="18816"/>
                </a:lnTo>
                <a:lnTo>
                  <a:pt x="9997" y="18638"/>
                </a:lnTo>
                <a:lnTo>
                  <a:pt x="9997" y="18194"/>
                </a:lnTo>
                <a:lnTo>
                  <a:pt x="10314" y="18017"/>
                </a:lnTo>
                <a:lnTo>
                  <a:pt x="10314" y="17573"/>
                </a:lnTo>
                <a:lnTo>
                  <a:pt x="10314" y="17129"/>
                </a:lnTo>
                <a:lnTo>
                  <a:pt x="10314" y="16686"/>
                </a:lnTo>
                <a:lnTo>
                  <a:pt x="10314" y="16508"/>
                </a:lnTo>
                <a:lnTo>
                  <a:pt x="10314" y="16242"/>
                </a:lnTo>
                <a:lnTo>
                  <a:pt x="10314" y="15887"/>
                </a:lnTo>
                <a:lnTo>
                  <a:pt x="10314" y="15620"/>
                </a:lnTo>
                <a:lnTo>
                  <a:pt x="10314" y="15177"/>
                </a:lnTo>
                <a:lnTo>
                  <a:pt x="10314" y="14733"/>
                </a:lnTo>
                <a:lnTo>
                  <a:pt x="10790" y="14378"/>
                </a:lnTo>
                <a:lnTo>
                  <a:pt x="10790" y="13934"/>
                </a:lnTo>
                <a:lnTo>
                  <a:pt x="10790" y="13490"/>
                </a:lnTo>
                <a:lnTo>
                  <a:pt x="10790" y="13313"/>
                </a:lnTo>
                <a:lnTo>
                  <a:pt x="11108" y="12869"/>
                </a:lnTo>
                <a:lnTo>
                  <a:pt x="11108" y="12425"/>
                </a:lnTo>
                <a:lnTo>
                  <a:pt x="11108" y="12159"/>
                </a:lnTo>
                <a:lnTo>
                  <a:pt x="11108" y="11982"/>
                </a:lnTo>
                <a:lnTo>
                  <a:pt x="11425" y="11538"/>
                </a:lnTo>
                <a:lnTo>
                  <a:pt x="11425" y="11094"/>
                </a:lnTo>
                <a:lnTo>
                  <a:pt x="11425" y="10916"/>
                </a:lnTo>
                <a:lnTo>
                  <a:pt x="11425" y="10473"/>
                </a:lnTo>
                <a:lnTo>
                  <a:pt x="11425" y="10295"/>
                </a:lnTo>
                <a:lnTo>
                  <a:pt x="11901" y="9851"/>
                </a:lnTo>
                <a:lnTo>
                  <a:pt x="11901" y="9674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520"/>
                </a:lnTo>
                <a:lnTo>
                  <a:pt x="12218" y="8343"/>
                </a:lnTo>
                <a:lnTo>
                  <a:pt x="12218" y="7899"/>
                </a:lnTo>
                <a:lnTo>
                  <a:pt x="12218" y="7455"/>
                </a:lnTo>
                <a:lnTo>
                  <a:pt x="12218" y="7277"/>
                </a:lnTo>
                <a:lnTo>
                  <a:pt x="12218" y="7100"/>
                </a:lnTo>
                <a:lnTo>
                  <a:pt x="12694" y="6656"/>
                </a:lnTo>
                <a:lnTo>
                  <a:pt x="12694" y="6212"/>
                </a:lnTo>
                <a:lnTo>
                  <a:pt x="12694" y="5946"/>
                </a:lnTo>
                <a:lnTo>
                  <a:pt x="12694" y="5769"/>
                </a:lnTo>
                <a:lnTo>
                  <a:pt x="12694" y="5325"/>
                </a:lnTo>
                <a:lnTo>
                  <a:pt x="12694" y="4881"/>
                </a:lnTo>
                <a:lnTo>
                  <a:pt x="12694" y="4704"/>
                </a:lnTo>
                <a:lnTo>
                  <a:pt x="12694" y="4526"/>
                </a:lnTo>
                <a:lnTo>
                  <a:pt x="12694" y="4082"/>
                </a:lnTo>
                <a:lnTo>
                  <a:pt x="13012" y="3816"/>
                </a:lnTo>
                <a:lnTo>
                  <a:pt x="13012" y="3372"/>
                </a:lnTo>
                <a:lnTo>
                  <a:pt x="13012" y="3195"/>
                </a:lnTo>
                <a:lnTo>
                  <a:pt x="13012" y="2751"/>
                </a:lnTo>
                <a:lnTo>
                  <a:pt x="13012" y="2573"/>
                </a:lnTo>
                <a:lnTo>
                  <a:pt x="13329" y="2130"/>
                </a:lnTo>
                <a:lnTo>
                  <a:pt x="13329" y="1952"/>
                </a:lnTo>
                <a:lnTo>
                  <a:pt x="13329" y="1508"/>
                </a:lnTo>
                <a:lnTo>
                  <a:pt x="13329" y="1242"/>
                </a:lnTo>
                <a:lnTo>
                  <a:pt x="13329" y="798"/>
                </a:lnTo>
                <a:lnTo>
                  <a:pt x="13805" y="621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192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5563346" y="2627292"/>
            <a:ext cx="13329" cy="52809"/>
          </a:xfrm>
          <a:custGeom>
            <a:avLst/>
            <a:gdLst/>
            <a:ahLst/>
            <a:cxnLst/>
            <a:rect l="l" t="t" r="r" b="b"/>
            <a:pathLst>
              <a:path w="13329" h="52809">
                <a:moveTo>
                  <a:pt x="0" y="52809"/>
                </a:moveTo>
                <a:lnTo>
                  <a:pt x="0" y="52365"/>
                </a:lnTo>
                <a:lnTo>
                  <a:pt x="317" y="52188"/>
                </a:lnTo>
                <a:lnTo>
                  <a:pt x="317" y="51922"/>
                </a:lnTo>
                <a:lnTo>
                  <a:pt x="317" y="51478"/>
                </a:lnTo>
                <a:lnTo>
                  <a:pt x="317" y="51300"/>
                </a:lnTo>
                <a:lnTo>
                  <a:pt x="317" y="50856"/>
                </a:lnTo>
                <a:lnTo>
                  <a:pt x="793" y="50679"/>
                </a:lnTo>
                <a:lnTo>
                  <a:pt x="793" y="50235"/>
                </a:lnTo>
                <a:lnTo>
                  <a:pt x="793" y="49969"/>
                </a:lnTo>
                <a:lnTo>
                  <a:pt x="793" y="49614"/>
                </a:lnTo>
                <a:lnTo>
                  <a:pt x="793" y="49348"/>
                </a:lnTo>
                <a:lnTo>
                  <a:pt x="793" y="49170"/>
                </a:lnTo>
                <a:lnTo>
                  <a:pt x="793" y="48726"/>
                </a:lnTo>
                <a:lnTo>
                  <a:pt x="793" y="48283"/>
                </a:lnTo>
                <a:lnTo>
                  <a:pt x="793" y="48105"/>
                </a:lnTo>
                <a:lnTo>
                  <a:pt x="793" y="47839"/>
                </a:lnTo>
                <a:lnTo>
                  <a:pt x="1110" y="47395"/>
                </a:lnTo>
                <a:lnTo>
                  <a:pt x="1110" y="47217"/>
                </a:lnTo>
                <a:lnTo>
                  <a:pt x="1110" y="47040"/>
                </a:lnTo>
                <a:lnTo>
                  <a:pt x="1110" y="46596"/>
                </a:lnTo>
                <a:lnTo>
                  <a:pt x="1586" y="46152"/>
                </a:lnTo>
                <a:lnTo>
                  <a:pt x="1586" y="45886"/>
                </a:lnTo>
                <a:lnTo>
                  <a:pt x="1586" y="45709"/>
                </a:lnTo>
                <a:lnTo>
                  <a:pt x="1586" y="45265"/>
                </a:lnTo>
                <a:lnTo>
                  <a:pt x="1586" y="45087"/>
                </a:lnTo>
                <a:lnTo>
                  <a:pt x="1904" y="44821"/>
                </a:lnTo>
                <a:lnTo>
                  <a:pt x="1904" y="44466"/>
                </a:lnTo>
                <a:lnTo>
                  <a:pt x="1904" y="44200"/>
                </a:lnTo>
                <a:lnTo>
                  <a:pt x="1904" y="43756"/>
                </a:lnTo>
                <a:lnTo>
                  <a:pt x="1904" y="43579"/>
                </a:lnTo>
                <a:lnTo>
                  <a:pt x="2221" y="43312"/>
                </a:lnTo>
                <a:lnTo>
                  <a:pt x="2221" y="42957"/>
                </a:lnTo>
                <a:lnTo>
                  <a:pt x="2221" y="42513"/>
                </a:lnTo>
                <a:lnTo>
                  <a:pt x="2221" y="42070"/>
                </a:lnTo>
                <a:lnTo>
                  <a:pt x="2697" y="41892"/>
                </a:lnTo>
                <a:lnTo>
                  <a:pt x="2697" y="41448"/>
                </a:lnTo>
                <a:lnTo>
                  <a:pt x="2697" y="41182"/>
                </a:lnTo>
                <a:lnTo>
                  <a:pt x="2697" y="41005"/>
                </a:lnTo>
                <a:lnTo>
                  <a:pt x="3015" y="40561"/>
                </a:lnTo>
                <a:lnTo>
                  <a:pt x="3015" y="40117"/>
                </a:lnTo>
                <a:lnTo>
                  <a:pt x="3015" y="39673"/>
                </a:lnTo>
                <a:lnTo>
                  <a:pt x="3015" y="39496"/>
                </a:lnTo>
                <a:lnTo>
                  <a:pt x="3015" y="39052"/>
                </a:lnTo>
                <a:lnTo>
                  <a:pt x="3015" y="38874"/>
                </a:lnTo>
                <a:lnTo>
                  <a:pt x="3015" y="38608"/>
                </a:lnTo>
                <a:lnTo>
                  <a:pt x="3015" y="38253"/>
                </a:lnTo>
                <a:lnTo>
                  <a:pt x="3015" y="37987"/>
                </a:lnTo>
                <a:lnTo>
                  <a:pt x="3491" y="37809"/>
                </a:lnTo>
                <a:lnTo>
                  <a:pt x="3491" y="37366"/>
                </a:lnTo>
                <a:lnTo>
                  <a:pt x="3491" y="37099"/>
                </a:lnTo>
                <a:lnTo>
                  <a:pt x="3491" y="36744"/>
                </a:lnTo>
                <a:lnTo>
                  <a:pt x="3491" y="36478"/>
                </a:lnTo>
                <a:lnTo>
                  <a:pt x="3808" y="36301"/>
                </a:lnTo>
                <a:lnTo>
                  <a:pt x="3808" y="35857"/>
                </a:lnTo>
                <a:lnTo>
                  <a:pt x="3808" y="35679"/>
                </a:lnTo>
                <a:lnTo>
                  <a:pt x="3808" y="35413"/>
                </a:lnTo>
                <a:lnTo>
                  <a:pt x="4125" y="35235"/>
                </a:lnTo>
                <a:lnTo>
                  <a:pt x="4125" y="34792"/>
                </a:lnTo>
                <a:lnTo>
                  <a:pt x="4125" y="34525"/>
                </a:lnTo>
                <a:lnTo>
                  <a:pt x="4125" y="34170"/>
                </a:lnTo>
                <a:lnTo>
                  <a:pt x="4125" y="33904"/>
                </a:lnTo>
                <a:lnTo>
                  <a:pt x="4601" y="33727"/>
                </a:lnTo>
                <a:lnTo>
                  <a:pt x="4601" y="33283"/>
                </a:lnTo>
                <a:lnTo>
                  <a:pt x="4601" y="33105"/>
                </a:lnTo>
                <a:lnTo>
                  <a:pt x="4601" y="32839"/>
                </a:lnTo>
                <a:lnTo>
                  <a:pt x="4601" y="32662"/>
                </a:lnTo>
                <a:lnTo>
                  <a:pt x="4919" y="32218"/>
                </a:lnTo>
                <a:lnTo>
                  <a:pt x="4919" y="31952"/>
                </a:lnTo>
                <a:lnTo>
                  <a:pt x="4919" y="31774"/>
                </a:lnTo>
                <a:lnTo>
                  <a:pt x="4919" y="31330"/>
                </a:lnTo>
                <a:lnTo>
                  <a:pt x="4919" y="31153"/>
                </a:lnTo>
                <a:lnTo>
                  <a:pt x="4919" y="30709"/>
                </a:lnTo>
                <a:lnTo>
                  <a:pt x="4919" y="30265"/>
                </a:lnTo>
                <a:lnTo>
                  <a:pt x="4919" y="30088"/>
                </a:lnTo>
                <a:lnTo>
                  <a:pt x="5395" y="29644"/>
                </a:lnTo>
                <a:lnTo>
                  <a:pt x="5395" y="29378"/>
                </a:lnTo>
                <a:lnTo>
                  <a:pt x="5395" y="29200"/>
                </a:lnTo>
                <a:lnTo>
                  <a:pt x="5395" y="29023"/>
                </a:lnTo>
                <a:lnTo>
                  <a:pt x="5395" y="28579"/>
                </a:lnTo>
                <a:lnTo>
                  <a:pt x="5712" y="28313"/>
                </a:lnTo>
                <a:lnTo>
                  <a:pt x="5712" y="28135"/>
                </a:lnTo>
                <a:lnTo>
                  <a:pt x="5712" y="27958"/>
                </a:lnTo>
                <a:lnTo>
                  <a:pt x="5712" y="27514"/>
                </a:lnTo>
                <a:lnTo>
                  <a:pt x="5712" y="27247"/>
                </a:lnTo>
                <a:lnTo>
                  <a:pt x="6188" y="27070"/>
                </a:lnTo>
                <a:lnTo>
                  <a:pt x="6188" y="26804"/>
                </a:lnTo>
                <a:lnTo>
                  <a:pt x="6188" y="26449"/>
                </a:lnTo>
                <a:lnTo>
                  <a:pt x="6188" y="26182"/>
                </a:lnTo>
                <a:lnTo>
                  <a:pt x="6188" y="26005"/>
                </a:lnTo>
                <a:lnTo>
                  <a:pt x="6506" y="25739"/>
                </a:lnTo>
                <a:lnTo>
                  <a:pt x="6506" y="25384"/>
                </a:lnTo>
                <a:lnTo>
                  <a:pt x="6506" y="25117"/>
                </a:lnTo>
                <a:lnTo>
                  <a:pt x="6506" y="24674"/>
                </a:lnTo>
                <a:lnTo>
                  <a:pt x="6823" y="24674"/>
                </a:lnTo>
                <a:lnTo>
                  <a:pt x="6823" y="24230"/>
                </a:lnTo>
                <a:lnTo>
                  <a:pt x="6823" y="24052"/>
                </a:lnTo>
                <a:lnTo>
                  <a:pt x="6823" y="23608"/>
                </a:lnTo>
                <a:lnTo>
                  <a:pt x="6823" y="23431"/>
                </a:lnTo>
                <a:lnTo>
                  <a:pt x="6823" y="22987"/>
                </a:lnTo>
                <a:lnTo>
                  <a:pt x="6823" y="22810"/>
                </a:lnTo>
                <a:lnTo>
                  <a:pt x="6823" y="22366"/>
                </a:lnTo>
                <a:lnTo>
                  <a:pt x="7299" y="21922"/>
                </a:lnTo>
                <a:lnTo>
                  <a:pt x="7299" y="21656"/>
                </a:lnTo>
                <a:lnTo>
                  <a:pt x="7299" y="21301"/>
                </a:lnTo>
                <a:lnTo>
                  <a:pt x="7299" y="21035"/>
                </a:lnTo>
                <a:lnTo>
                  <a:pt x="7616" y="20591"/>
                </a:lnTo>
                <a:lnTo>
                  <a:pt x="7616" y="20413"/>
                </a:lnTo>
                <a:lnTo>
                  <a:pt x="7616" y="19970"/>
                </a:lnTo>
                <a:lnTo>
                  <a:pt x="8093" y="19526"/>
                </a:lnTo>
                <a:lnTo>
                  <a:pt x="8093" y="19348"/>
                </a:lnTo>
                <a:lnTo>
                  <a:pt x="8093" y="19082"/>
                </a:lnTo>
                <a:lnTo>
                  <a:pt x="8093" y="18904"/>
                </a:lnTo>
                <a:lnTo>
                  <a:pt x="8093" y="18727"/>
                </a:lnTo>
                <a:lnTo>
                  <a:pt x="8410" y="18283"/>
                </a:lnTo>
                <a:lnTo>
                  <a:pt x="8410" y="18017"/>
                </a:lnTo>
                <a:lnTo>
                  <a:pt x="8410" y="17839"/>
                </a:lnTo>
                <a:lnTo>
                  <a:pt x="8410" y="17662"/>
                </a:lnTo>
                <a:lnTo>
                  <a:pt x="8410" y="17396"/>
                </a:lnTo>
                <a:lnTo>
                  <a:pt x="8727" y="16952"/>
                </a:lnTo>
                <a:lnTo>
                  <a:pt x="8727" y="16774"/>
                </a:lnTo>
                <a:lnTo>
                  <a:pt x="8727" y="16597"/>
                </a:lnTo>
                <a:lnTo>
                  <a:pt x="8727" y="16331"/>
                </a:lnTo>
                <a:lnTo>
                  <a:pt x="8727" y="16153"/>
                </a:lnTo>
                <a:lnTo>
                  <a:pt x="9203" y="15887"/>
                </a:lnTo>
                <a:lnTo>
                  <a:pt x="9203" y="15443"/>
                </a:lnTo>
                <a:lnTo>
                  <a:pt x="9203" y="15265"/>
                </a:lnTo>
                <a:lnTo>
                  <a:pt x="9203" y="15088"/>
                </a:lnTo>
                <a:lnTo>
                  <a:pt x="9203" y="14822"/>
                </a:lnTo>
                <a:lnTo>
                  <a:pt x="9203" y="14644"/>
                </a:lnTo>
                <a:lnTo>
                  <a:pt x="9203" y="14200"/>
                </a:lnTo>
                <a:lnTo>
                  <a:pt x="9203" y="14023"/>
                </a:lnTo>
                <a:lnTo>
                  <a:pt x="9521" y="13579"/>
                </a:lnTo>
                <a:lnTo>
                  <a:pt x="9521" y="13313"/>
                </a:lnTo>
                <a:lnTo>
                  <a:pt x="9521" y="13135"/>
                </a:lnTo>
                <a:lnTo>
                  <a:pt x="9521" y="12869"/>
                </a:lnTo>
                <a:lnTo>
                  <a:pt x="9521" y="12692"/>
                </a:lnTo>
                <a:lnTo>
                  <a:pt x="9997" y="12514"/>
                </a:lnTo>
                <a:lnTo>
                  <a:pt x="9997" y="12070"/>
                </a:lnTo>
                <a:lnTo>
                  <a:pt x="9997" y="11804"/>
                </a:lnTo>
                <a:lnTo>
                  <a:pt x="9997" y="11449"/>
                </a:lnTo>
                <a:lnTo>
                  <a:pt x="10314" y="11183"/>
                </a:lnTo>
                <a:lnTo>
                  <a:pt x="10314" y="11005"/>
                </a:lnTo>
                <a:lnTo>
                  <a:pt x="10314" y="10561"/>
                </a:lnTo>
                <a:lnTo>
                  <a:pt x="10631" y="10295"/>
                </a:lnTo>
                <a:lnTo>
                  <a:pt x="10631" y="9940"/>
                </a:lnTo>
                <a:lnTo>
                  <a:pt x="10631" y="9674"/>
                </a:lnTo>
                <a:lnTo>
                  <a:pt x="10631" y="9496"/>
                </a:lnTo>
                <a:lnTo>
                  <a:pt x="11108" y="9053"/>
                </a:lnTo>
                <a:lnTo>
                  <a:pt x="11108" y="8875"/>
                </a:lnTo>
                <a:lnTo>
                  <a:pt x="11108" y="8609"/>
                </a:lnTo>
                <a:lnTo>
                  <a:pt x="11108" y="8165"/>
                </a:lnTo>
                <a:lnTo>
                  <a:pt x="11108" y="7988"/>
                </a:lnTo>
                <a:lnTo>
                  <a:pt x="11108" y="7721"/>
                </a:lnTo>
                <a:lnTo>
                  <a:pt x="11108" y="7366"/>
                </a:lnTo>
                <a:lnTo>
                  <a:pt x="11108" y="7100"/>
                </a:lnTo>
                <a:lnTo>
                  <a:pt x="11425" y="6922"/>
                </a:lnTo>
                <a:lnTo>
                  <a:pt x="11425" y="6479"/>
                </a:lnTo>
                <a:lnTo>
                  <a:pt x="11425" y="6301"/>
                </a:lnTo>
                <a:lnTo>
                  <a:pt x="11425" y="6035"/>
                </a:lnTo>
                <a:lnTo>
                  <a:pt x="11901" y="5857"/>
                </a:lnTo>
                <a:lnTo>
                  <a:pt x="11901" y="5591"/>
                </a:lnTo>
                <a:lnTo>
                  <a:pt x="11901" y="5414"/>
                </a:lnTo>
                <a:lnTo>
                  <a:pt x="11901" y="5147"/>
                </a:lnTo>
                <a:lnTo>
                  <a:pt x="11901" y="4970"/>
                </a:lnTo>
                <a:lnTo>
                  <a:pt x="12218" y="4792"/>
                </a:lnTo>
                <a:lnTo>
                  <a:pt x="12218" y="4526"/>
                </a:lnTo>
                <a:lnTo>
                  <a:pt x="12218" y="4349"/>
                </a:lnTo>
                <a:lnTo>
                  <a:pt x="12218" y="4082"/>
                </a:lnTo>
                <a:lnTo>
                  <a:pt x="12218" y="3727"/>
                </a:lnTo>
                <a:lnTo>
                  <a:pt x="12694" y="3461"/>
                </a:lnTo>
                <a:lnTo>
                  <a:pt x="12694" y="3283"/>
                </a:lnTo>
                <a:lnTo>
                  <a:pt x="12694" y="3017"/>
                </a:lnTo>
                <a:lnTo>
                  <a:pt x="12694" y="2573"/>
                </a:lnTo>
                <a:lnTo>
                  <a:pt x="13012" y="2396"/>
                </a:lnTo>
                <a:lnTo>
                  <a:pt x="13012" y="2218"/>
                </a:lnTo>
                <a:lnTo>
                  <a:pt x="13012" y="1952"/>
                </a:lnTo>
                <a:lnTo>
                  <a:pt x="13329" y="1508"/>
                </a:lnTo>
                <a:lnTo>
                  <a:pt x="13329" y="1331"/>
                </a:lnTo>
                <a:lnTo>
                  <a:pt x="13329" y="1153"/>
                </a:lnTo>
                <a:lnTo>
                  <a:pt x="13329" y="887"/>
                </a:lnTo>
                <a:lnTo>
                  <a:pt x="13329" y="710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1902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5576676" y="2596849"/>
            <a:ext cx="13805" cy="30443"/>
          </a:xfrm>
          <a:custGeom>
            <a:avLst/>
            <a:gdLst/>
            <a:ahLst/>
            <a:cxnLst/>
            <a:rect l="l" t="t" r="r" b="b"/>
            <a:pathLst>
              <a:path w="13805" h="30443">
                <a:moveTo>
                  <a:pt x="0" y="30443"/>
                </a:moveTo>
                <a:lnTo>
                  <a:pt x="0" y="30265"/>
                </a:lnTo>
                <a:lnTo>
                  <a:pt x="476" y="30088"/>
                </a:lnTo>
                <a:lnTo>
                  <a:pt x="476" y="29821"/>
                </a:lnTo>
                <a:lnTo>
                  <a:pt x="476" y="29378"/>
                </a:lnTo>
                <a:lnTo>
                  <a:pt x="476" y="29200"/>
                </a:lnTo>
                <a:lnTo>
                  <a:pt x="793" y="29023"/>
                </a:lnTo>
                <a:lnTo>
                  <a:pt x="793" y="28756"/>
                </a:lnTo>
                <a:lnTo>
                  <a:pt x="793" y="28579"/>
                </a:lnTo>
                <a:lnTo>
                  <a:pt x="793" y="28313"/>
                </a:lnTo>
                <a:lnTo>
                  <a:pt x="1269" y="28135"/>
                </a:lnTo>
                <a:lnTo>
                  <a:pt x="1269" y="27869"/>
                </a:lnTo>
                <a:lnTo>
                  <a:pt x="1269" y="27691"/>
                </a:lnTo>
                <a:lnTo>
                  <a:pt x="1269" y="27514"/>
                </a:lnTo>
                <a:lnTo>
                  <a:pt x="1269" y="27247"/>
                </a:lnTo>
                <a:lnTo>
                  <a:pt x="1586" y="27070"/>
                </a:lnTo>
                <a:lnTo>
                  <a:pt x="1586" y="26804"/>
                </a:lnTo>
                <a:lnTo>
                  <a:pt x="1586" y="26449"/>
                </a:lnTo>
                <a:lnTo>
                  <a:pt x="1586" y="26182"/>
                </a:lnTo>
                <a:lnTo>
                  <a:pt x="1904" y="26005"/>
                </a:lnTo>
                <a:lnTo>
                  <a:pt x="1904" y="25739"/>
                </a:lnTo>
                <a:lnTo>
                  <a:pt x="1904" y="25561"/>
                </a:lnTo>
                <a:lnTo>
                  <a:pt x="1904" y="25384"/>
                </a:lnTo>
                <a:lnTo>
                  <a:pt x="1904" y="25117"/>
                </a:lnTo>
                <a:lnTo>
                  <a:pt x="1904" y="24940"/>
                </a:lnTo>
                <a:lnTo>
                  <a:pt x="1904" y="24674"/>
                </a:lnTo>
                <a:lnTo>
                  <a:pt x="1904" y="24496"/>
                </a:lnTo>
                <a:lnTo>
                  <a:pt x="2380" y="24052"/>
                </a:lnTo>
                <a:lnTo>
                  <a:pt x="2380" y="23875"/>
                </a:lnTo>
                <a:lnTo>
                  <a:pt x="2380" y="23608"/>
                </a:lnTo>
                <a:lnTo>
                  <a:pt x="2380" y="23431"/>
                </a:lnTo>
                <a:lnTo>
                  <a:pt x="2697" y="23431"/>
                </a:lnTo>
                <a:lnTo>
                  <a:pt x="2697" y="23165"/>
                </a:lnTo>
                <a:lnTo>
                  <a:pt x="2697" y="22987"/>
                </a:lnTo>
                <a:lnTo>
                  <a:pt x="2697" y="22810"/>
                </a:lnTo>
                <a:lnTo>
                  <a:pt x="2697" y="22543"/>
                </a:lnTo>
                <a:lnTo>
                  <a:pt x="3173" y="22366"/>
                </a:lnTo>
                <a:lnTo>
                  <a:pt x="3173" y="22100"/>
                </a:lnTo>
                <a:lnTo>
                  <a:pt x="3173" y="21922"/>
                </a:lnTo>
                <a:lnTo>
                  <a:pt x="3173" y="21656"/>
                </a:lnTo>
                <a:lnTo>
                  <a:pt x="3491" y="21478"/>
                </a:lnTo>
                <a:lnTo>
                  <a:pt x="3491" y="21301"/>
                </a:lnTo>
                <a:lnTo>
                  <a:pt x="3491" y="21035"/>
                </a:lnTo>
                <a:lnTo>
                  <a:pt x="3491" y="20857"/>
                </a:lnTo>
                <a:lnTo>
                  <a:pt x="3967" y="20591"/>
                </a:lnTo>
                <a:lnTo>
                  <a:pt x="3967" y="20413"/>
                </a:lnTo>
                <a:lnTo>
                  <a:pt x="3967" y="20236"/>
                </a:lnTo>
                <a:lnTo>
                  <a:pt x="3967" y="19970"/>
                </a:lnTo>
                <a:lnTo>
                  <a:pt x="4284" y="19792"/>
                </a:lnTo>
                <a:lnTo>
                  <a:pt x="4284" y="19526"/>
                </a:lnTo>
                <a:lnTo>
                  <a:pt x="4284" y="19348"/>
                </a:lnTo>
                <a:lnTo>
                  <a:pt x="4284" y="19082"/>
                </a:lnTo>
                <a:lnTo>
                  <a:pt x="4284" y="18904"/>
                </a:lnTo>
                <a:lnTo>
                  <a:pt x="4284" y="18727"/>
                </a:lnTo>
                <a:lnTo>
                  <a:pt x="4284" y="18461"/>
                </a:lnTo>
                <a:lnTo>
                  <a:pt x="4284" y="18283"/>
                </a:lnTo>
                <a:lnTo>
                  <a:pt x="4601" y="18017"/>
                </a:lnTo>
                <a:lnTo>
                  <a:pt x="4601" y="17839"/>
                </a:lnTo>
                <a:lnTo>
                  <a:pt x="4601" y="17662"/>
                </a:lnTo>
                <a:lnTo>
                  <a:pt x="4601" y="17396"/>
                </a:lnTo>
                <a:lnTo>
                  <a:pt x="5077" y="17218"/>
                </a:lnTo>
                <a:lnTo>
                  <a:pt x="5077" y="16952"/>
                </a:lnTo>
                <a:lnTo>
                  <a:pt x="5077" y="16774"/>
                </a:lnTo>
                <a:lnTo>
                  <a:pt x="5077" y="16508"/>
                </a:lnTo>
                <a:lnTo>
                  <a:pt x="5395" y="16331"/>
                </a:lnTo>
                <a:lnTo>
                  <a:pt x="5395" y="16153"/>
                </a:lnTo>
                <a:lnTo>
                  <a:pt x="5395" y="15887"/>
                </a:lnTo>
                <a:lnTo>
                  <a:pt x="5871" y="15709"/>
                </a:lnTo>
                <a:lnTo>
                  <a:pt x="5871" y="15443"/>
                </a:lnTo>
                <a:lnTo>
                  <a:pt x="5871" y="15265"/>
                </a:lnTo>
                <a:lnTo>
                  <a:pt x="5871" y="15088"/>
                </a:lnTo>
                <a:lnTo>
                  <a:pt x="6188" y="14822"/>
                </a:lnTo>
                <a:lnTo>
                  <a:pt x="6188" y="14644"/>
                </a:lnTo>
                <a:lnTo>
                  <a:pt x="6188" y="14378"/>
                </a:lnTo>
                <a:lnTo>
                  <a:pt x="6188" y="14200"/>
                </a:lnTo>
                <a:lnTo>
                  <a:pt x="6188" y="13934"/>
                </a:lnTo>
                <a:lnTo>
                  <a:pt x="6188" y="13757"/>
                </a:lnTo>
                <a:lnTo>
                  <a:pt x="6188" y="13579"/>
                </a:lnTo>
                <a:lnTo>
                  <a:pt x="6506" y="13313"/>
                </a:lnTo>
                <a:lnTo>
                  <a:pt x="6506" y="13135"/>
                </a:lnTo>
                <a:lnTo>
                  <a:pt x="6506" y="12869"/>
                </a:lnTo>
                <a:lnTo>
                  <a:pt x="6506" y="12692"/>
                </a:lnTo>
                <a:lnTo>
                  <a:pt x="6982" y="12692"/>
                </a:lnTo>
                <a:lnTo>
                  <a:pt x="6982" y="12514"/>
                </a:lnTo>
                <a:lnTo>
                  <a:pt x="6982" y="12248"/>
                </a:lnTo>
                <a:lnTo>
                  <a:pt x="6982" y="12070"/>
                </a:lnTo>
                <a:lnTo>
                  <a:pt x="7299" y="11804"/>
                </a:lnTo>
                <a:lnTo>
                  <a:pt x="7299" y="11626"/>
                </a:lnTo>
                <a:lnTo>
                  <a:pt x="7299" y="11360"/>
                </a:lnTo>
                <a:lnTo>
                  <a:pt x="7299" y="11183"/>
                </a:lnTo>
                <a:lnTo>
                  <a:pt x="7775" y="11183"/>
                </a:lnTo>
                <a:lnTo>
                  <a:pt x="7775" y="11005"/>
                </a:lnTo>
                <a:lnTo>
                  <a:pt x="7775" y="10739"/>
                </a:lnTo>
                <a:lnTo>
                  <a:pt x="7775" y="10561"/>
                </a:lnTo>
                <a:lnTo>
                  <a:pt x="8093" y="10295"/>
                </a:lnTo>
                <a:lnTo>
                  <a:pt x="8093" y="10118"/>
                </a:lnTo>
                <a:lnTo>
                  <a:pt x="8093" y="9940"/>
                </a:lnTo>
                <a:lnTo>
                  <a:pt x="8569" y="9674"/>
                </a:lnTo>
                <a:lnTo>
                  <a:pt x="8569" y="9496"/>
                </a:lnTo>
                <a:lnTo>
                  <a:pt x="8569" y="9230"/>
                </a:lnTo>
                <a:lnTo>
                  <a:pt x="8569" y="9053"/>
                </a:lnTo>
                <a:lnTo>
                  <a:pt x="8569" y="8786"/>
                </a:lnTo>
                <a:lnTo>
                  <a:pt x="8569" y="8609"/>
                </a:lnTo>
                <a:lnTo>
                  <a:pt x="8569" y="8431"/>
                </a:lnTo>
                <a:lnTo>
                  <a:pt x="8886" y="8431"/>
                </a:lnTo>
                <a:lnTo>
                  <a:pt x="8886" y="8165"/>
                </a:lnTo>
                <a:lnTo>
                  <a:pt x="8886" y="7988"/>
                </a:lnTo>
                <a:lnTo>
                  <a:pt x="9203" y="7988"/>
                </a:lnTo>
                <a:lnTo>
                  <a:pt x="9203" y="7721"/>
                </a:lnTo>
                <a:lnTo>
                  <a:pt x="9203" y="7544"/>
                </a:lnTo>
                <a:lnTo>
                  <a:pt x="9203" y="7366"/>
                </a:lnTo>
                <a:lnTo>
                  <a:pt x="9679" y="7100"/>
                </a:lnTo>
                <a:lnTo>
                  <a:pt x="9679" y="6922"/>
                </a:lnTo>
                <a:lnTo>
                  <a:pt x="9679" y="6656"/>
                </a:lnTo>
                <a:lnTo>
                  <a:pt x="9997" y="6479"/>
                </a:lnTo>
                <a:lnTo>
                  <a:pt x="9997" y="6212"/>
                </a:lnTo>
                <a:lnTo>
                  <a:pt x="9997" y="6035"/>
                </a:lnTo>
                <a:lnTo>
                  <a:pt x="10473" y="5857"/>
                </a:lnTo>
                <a:lnTo>
                  <a:pt x="10473" y="5591"/>
                </a:lnTo>
                <a:lnTo>
                  <a:pt x="10473" y="5414"/>
                </a:lnTo>
                <a:lnTo>
                  <a:pt x="10473" y="5147"/>
                </a:lnTo>
                <a:lnTo>
                  <a:pt x="10473" y="4970"/>
                </a:lnTo>
                <a:lnTo>
                  <a:pt x="10473" y="4792"/>
                </a:lnTo>
                <a:lnTo>
                  <a:pt x="10790" y="4792"/>
                </a:lnTo>
                <a:lnTo>
                  <a:pt x="10790" y="4526"/>
                </a:lnTo>
                <a:lnTo>
                  <a:pt x="10790" y="4349"/>
                </a:lnTo>
                <a:lnTo>
                  <a:pt x="11108" y="4349"/>
                </a:lnTo>
                <a:lnTo>
                  <a:pt x="11108" y="4082"/>
                </a:lnTo>
                <a:lnTo>
                  <a:pt x="11108" y="3905"/>
                </a:lnTo>
                <a:lnTo>
                  <a:pt x="11108" y="3638"/>
                </a:lnTo>
                <a:lnTo>
                  <a:pt x="11584" y="3461"/>
                </a:lnTo>
                <a:lnTo>
                  <a:pt x="11584" y="3283"/>
                </a:lnTo>
                <a:lnTo>
                  <a:pt x="11901" y="3283"/>
                </a:lnTo>
                <a:lnTo>
                  <a:pt x="11901" y="3017"/>
                </a:lnTo>
                <a:lnTo>
                  <a:pt x="11901" y="2840"/>
                </a:lnTo>
                <a:lnTo>
                  <a:pt x="11901" y="2573"/>
                </a:lnTo>
                <a:lnTo>
                  <a:pt x="12377" y="2573"/>
                </a:lnTo>
                <a:lnTo>
                  <a:pt x="12377" y="2396"/>
                </a:lnTo>
                <a:lnTo>
                  <a:pt x="12377" y="2218"/>
                </a:lnTo>
                <a:lnTo>
                  <a:pt x="12377" y="1952"/>
                </a:lnTo>
                <a:lnTo>
                  <a:pt x="12694" y="1952"/>
                </a:lnTo>
                <a:lnTo>
                  <a:pt x="12694" y="1775"/>
                </a:lnTo>
                <a:lnTo>
                  <a:pt x="12694" y="1508"/>
                </a:lnTo>
                <a:lnTo>
                  <a:pt x="12694" y="1331"/>
                </a:lnTo>
                <a:lnTo>
                  <a:pt x="12694" y="1153"/>
                </a:lnTo>
                <a:lnTo>
                  <a:pt x="13012" y="1153"/>
                </a:lnTo>
                <a:lnTo>
                  <a:pt x="13012" y="887"/>
                </a:lnTo>
                <a:lnTo>
                  <a:pt x="13488" y="710"/>
                </a:lnTo>
                <a:lnTo>
                  <a:pt x="13488" y="443"/>
                </a:lnTo>
                <a:lnTo>
                  <a:pt x="13488" y="266"/>
                </a:lnTo>
                <a:lnTo>
                  <a:pt x="13805" y="0"/>
                </a:lnTo>
              </a:path>
            </a:pathLst>
          </a:custGeom>
          <a:ln w="180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5590482" y="2590015"/>
            <a:ext cx="13488" cy="6834"/>
          </a:xfrm>
          <a:custGeom>
            <a:avLst/>
            <a:gdLst/>
            <a:ahLst/>
            <a:cxnLst/>
            <a:rect l="l" t="t" r="r" b="b"/>
            <a:pathLst>
              <a:path w="13488" h="6834">
                <a:moveTo>
                  <a:pt x="0" y="6834"/>
                </a:moveTo>
                <a:lnTo>
                  <a:pt x="0" y="6656"/>
                </a:lnTo>
                <a:lnTo>
                  <a:pt x="0" y="6479"/>
                </a:lnTo>
                <a:lnTo>
                  <a:pt x="476" y="6479"/>
                </a:lnTo>
                <a:lnTo>
                  <a:pt x="476" y="6212"/>
                </a:lnTo>
                <a:lnTo>
                  <a:pt x="793" y="6212"/>
                </a:lnTo>
                <a:lnTo>
                  <a:pt x="793" y="5414"/>
                </a:lnTo>
                <a:lnTo>
                  <a:pt x="1269" y="5414"/>
                </a:lnTo>
                <a:lnTo>
                  <a:pt x="1269" y="5147"/>
                </a:lnTo>
                <a:lnTo>
                  <a:pt x="1269" y="4970"/>
                </a:lnTo>
                <a:lnTo>
                  <a:pt x="1586" y="4970"/>
                </a:lnTo>
                <a:lnTo>
                  <a:pt x="1586" y="4704"/>
                </a:lnTo>
                <a:lnTo>
                  <a:pt x="1904" y="4526"/>
                </a:lnTo>
                <a:lnTo>
                  <a:pt x="1904" y="4260"/>
                </a:lnTo>
                <a:lnTo>
                  <a:pt x="2380" y="4082"/>
                </a:lnTo>
                <a:lnTo>
                  <a:pt x="2697" y="3905"/>
                </a:lnTo>
                <a:lnTo>
                  <a:pt x="2697" y="3638"/>
                </a:lnTo>
                <a:lnTo>
                  <a:pt x="2697" y="3195"/>
                </a:lnTo>
                <a:lnTo>
                  <a:pt x="3173" y="3195"/>
                </a:lnTo>
                <a:lnTo>
                  <a:pt x="3173" y="3017"/>
                </a:lnTo>
                <a:lnTo>
                  <a:pt x="3491" y="3017"/>
                </a:lnTo>
                <a:lnTo>
                  <a:pt x="3491" y="2840"/>
                </a:lnTo>
                <a:lnTo>
                  <a:pt x="3808" y="2840"/>
                </a:lnTo>
                <a:lnTo>
                  <a:pt x="3808" y="2573"/>
                </a:lnTo>
                <a:lnTo>
                  <a:pt x="3808" y="2396"/>
                </a:lnTo>
                <a:lnTo>
                  <a:pt x="4284" y="2396"/>
                </a:lnTo>
                <a:lnTo>
                  <a:pt x="4284" y="2130"/>
                </a:lnTo>
                <a:lnTo>
                  <a:pt x="4601" y="2130"/>
                </a:lnTo>
                <a:lnTo>
                  <a:pt x="4601" y="1952"/>
                </a:lnTo>
                <a:lnTo>
                  <a:pt x="5077" y="1686"/>
                </a:lnTo>
                <a:lnTo>
                  <a:pt x="5077" y="1508"/>
                </a:lnTo>
                <a:lnTo>
                  <a:pt x="5395" y="1508"/>
                </a:lnTo>
                <a:lnTo>
                  <a:pt x="5395" y="1331"/>
                </a:lnTo>
                <a:lnTo>
                  <a:pt x="5871" y="1331"/>
                </a:lnTo>
                <a:lnTo>
                  <a:pt x="5871" y="1065"/>
                </a:lnTo>
                <a:lnTo>
                  <a:pt x="6188" y="1065"/>
                </a:lnTo>
                <a:lnTo>
                  <a:pt x="6188" y="887"/>
                </a:lnTo>
                <a:lnTo>
                  <a:pt x="6506" y="887"/>
                </a:lnTo>
                <a:lnTo>
                  <a:pt x="6506" y="621"/>
                </a:lnTo>
                <a:lnTo>
                  <a:pt x="6982" y="621"/>
                </a:lnTo>
                <a:lnTo>
                  <a:pt x="7299" y="621"/>
                </a:lnTo>
                <a:lnTo>
                  <a:pt x="7299" y="443"/>
                </a:lnTo>
                <a:lnTo>
                  <a:pt x="7775" y="443"/>
                </a:lnTo>
                <a:lnTo>
                  <a:pt x="8093" y="266"/>
                </a:lnTo>
                <a:lnTo>
                  <a:pt x="8410" y="266"/>
                </a:lnTo>
                <a:lnTo>
                  <a:pt x="8886" y="266"/>
                </a:lnTo>
                <a:lnTo>
                  <a:pt x="8886" y="0"/>
                </a:lnTo>
                <a:lnTo>
                  <a:pt x="9203" y="0"/>
                </a:lnTo>
                <a:lnTo>
                  <a:pt x="9679" y="0"/>
                </a:lnTo>
                <a:lnTo>
                  <a:pt x="9997" y="0"/>
                </a:lnTo>
                <a:lnTo>
                  <a:pt x="10473" y="0"/>
                </a:lnTo>
                <a:lnTo>
                  <a:pt x="10790" y="0"/>
                </a:lnTo>
                <a:lnTo>
                  <a:pt x="11108" y="0"/>
                </a:lnTo>
                <a:lnTo>
                  <a:pt x="11108" y="0"/>
                </a:lnTo>
                <a:lnTo>
                  <a:pt x="11108" y="266"/>
                </a:lnTo>
                <a:lnTo>
                  <a:pt x="11584" y="266"/>
                </a:lnTo>
                <a:lnTo>
                  <a:pt x="11901" y="266"/>
                </a:lnTo>
                <a:lnTo>
                  <a:pt x="11901" y="443"/>
                </a:lnTo>
                <a:lnTo>
                  <a:pt x="12377" y="443"/>
                </a:lnTo>
                <a:lnTo>
                  <a:pt x="12694" y="443"/>
                </a:lnTo>
                <a:lnTo>
                  <a:pt x="12694" y="621"/>
                </a:lnTo>
                <a:lnTo>
                  <a:pt x="13012" y="621"/>
                </a:lnTo>
                <a:lnTo>
                  <a:pt x="13488" y="621"/>
                </a:lnTo>
                <a:lnTo>
                  <a:pt x="13488" y="887"/>
                </a:lnTo>
              </a:path>
            </a:pathLst>
          </a:custGeom>
          <a:ln w="126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5603970" y="2590902"/>
            <a:ext cx="13805" cy="18816"/>
          </a:xfrm>
          <a:custGeom>
            <a:avLst/>
            <a:gdLst/>
            <a:ahLst/>
            <a:cxnLst/>
            <a:rect l="l" t="t" r="r" b="b"/>
            <a:pathLst>
              <a:path w="13805" h="18816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621"/>
                </a:lnTo>
                <a:lnTo>
                  <a:pt x="1428" y="798"/>
                </a:lnTo>
                <a:lnTo>
                  <a:pt x="1904" y="798"/>
                </a:lnTo>
                <a:lnTo>
                  <a:pt x="1904" y="1065"/>
                </a:lnTo>
                <a:lnTo>
                  <a:pt x="1904" y="1242"/>
                </a:lnTo>
                <a:lnTo>
                  <a:pt x="2221" y="1508"/>
                </a:lnTo>
                <a:lnTo>
                  <a:pt x="2221" y="1686"/>
                </a:lnTo>
                <a:lnTo>
                  <a:pt x="2697" y="1686"/>
                </a:lnTo>
                <a:lnTo>
                  <a:pt x="2697" y="1952"/>
                </a:lnTo>
                <a:lnTo>
                  <a:pt x="3015" y="1952"/>
                </a:lnTo>
                <a:lnTo>
                  <a:pt x="3015" y="2130"/>
                </a:lnTo>
                <a:lnTo>
                  <a:pt x="3491" y="2130"/>
                </a:lnTo>
                <a:lnTo>
                  <a:pt x="3491" y="2307"/>
                </a:lnTo>
                <a:lnTo>
                  <a:pt x="3491" y="2573"/>
                </a:lnTo>
                <a:lnTo>
                  <a:pt x="3808" y="2573"/>
                </a:lnTo>
                <a:lnTo>
                  <a:pt x="3808" y="2751"/>
                </a:lnTo>
                <a:lnTo>
                  <a:pt x="4125" y="3017"/>
                </a:lnTo>
                <a:lnTo>
                  <a:pt x="4125" y="3195"/>
                </a:lnTo>
                <a:lnTo>
                  <a:pt x="4125" y="3372"/>
                </a:lnTo>
                <a:lnTo>
                  <a:pt x="4601" y="3372"/>
                </a:lnTo>
                <a:lnTo>
                  <a:pt x="4601" y="3638"/>
                </a:lnTo>
                <a:lnTo>
                  <a:pt x="4601" y="3816"/>
                </a:lnTo>
                <a:lnTo>
                  <a:pt x="4919" y="3816"/>
                </a:lnTo>
                <a:lnTo>
                  <a:pt x="4919" y="4082"/>
                </a:lnTo>
                <a:lnTo>
                  <a:pt x="4919" y="4260"/>
                </a:lnTo>
                <a:lnTo>
                  <a:pt x="5395" y="4526"/>
                </a:lnTo>
                <a:lnTo>
                  <a:pt x="5712" y="4526"/>
                </a:lnTo>
                <a:lnTo>
                  <a:pt x="5712" y="4704"/>
                </a:lnTo>
                <a:lnTo>
                  <a:pt x="5712" y="4881"/>
                </a:lnTo>
                <a:lnTo>
                  <a:pt x="6030" y="5147"/>
                </a:lnTo>
                <a:lnTo>
                  <a:pt x="6030" y="5325"/>
                </a:lnTo>
                <a:lnTo>
                  <a:pt x="6030" y="5591"/>
                </a:lnTo>
                <a:lnTo>
                  <a:pt x="6030" y="5769"/>
                </a:lnTo>
                <a:lnTo>
                  <a:pt x="6506" y="5946"/>
                </a:lnTo>
                <a:lnTo>
                  <a:pt x="6506" y="6212"/>
                </a:lnTo>
                <a:lnTo>
                  <a:pt x="6823" y="6390"/>
                </a:lnTo>
                <a:lnTo>
                  <a:pt x="6823" y="6656"/>
                </a:lnTo>
                <a:lnTo>
                  <a:pt x="6823" y="6834"/>
                </a:lnTo>
                <a:lnTo>
                  <a:pt x="7299" y="6834"/>
                </a:lnTo>
                <a:lnTo>
                  <a:pt x="7299" y="7100"/>
                </a:lnTo>
                <a:lnTo>
                  <a:pt x="7299" y="7277"/>
                </a:lnTo>
                <a:lnTo>
                  <a:pt x="7616" y="7277"/>
                </a:lnTo>
                <a:lnTo>
                  <a:pt x="7616" y="7455"/>
                </a:lnTo>
                <a:lnTo>
                  <a:pt x="7616" y="7721"/>
                </a:lnTo>
                <a:lnTo>
                  <a:pt x="8093" y="7899"/>
                </a:lnTo>
                <a:lnTo>
                  <a:pt x="8093" y="8165"/>
                </a:lnTo>
                <a:lnTo>
                  <a:pt x="8410" y="8165"/>
                </a:lnTo>
                <a:lnTo>
                  <a:pt x="8410" y="8520"/>
                </a:lnTo>
                <a:lnTo>
                  <a:pt x="8410" y="8786"/>
                </a:lnTo>
                <a:lnTo>
                  <a:pt x="8410" y="8964"/>
                </a:lnTo>
                <a:lnTo>
                  <a:pt x="8410" y="9230"/>
                </a:lnTo>
                <a:lnTo>
                  <a:pt x="8727" y="9230"/>
                </a:lnTo>
                <a:lnTo>
                  <a:pt x="8727" y="9408"/>
                </a:lnTo>
                <a:lnTo>
                  <a:pt x="8727" y="9585"/>
                </a:lnTo>
                <a:lnTo>
                  <a:pt x="8727" y="9851"/>
                </a:lnTo>
                <a:lnTo>
                  <a:pt x="9203" y="10029"/>
                </a:lnTo>
                <a:lnTo>
                  <a:pt x="9203" y="10295"/>
                </a:lnTo>
                <a:lnTo>
                  <a:pt x="9521" y="10295"/>
                </a:lnTo>
                <a:lnTo>
                  <a:pt x="9521" y="10473"/>
                </a:lnTo>
                <a:lnTo>
                  <a:pt x="9521" y="10739"/>
                </a:lnTo>
                <a:lnTo>
                  <a:pt x="9521" y="10916"/>
                </a:lnTo>
                <a:lnTo>
                  <a:pt x="9997" y="10916"/>
                </a:lnTo>
                <a:lnTo>
                  <a:pt x="9997" y="11094"/>
                </a:lnTo>
                <a:lnTo>
                  <a:pt x="9997" y="11360"/>
                </a:lnTo>
                <a:lnTo>
                  <a:pt x="9997" y="11538"/>
                </a:lnTo>
                <a:lnTo>
                  <a:pt x="10314" y="11538"/>
                </a:lnTo>
                <a:lnTo>
                  <a:pt x="10314" y="11804"/>
                </a:lnTo>
                <a:lnTo>
                  <a:pt x="10314" y="11982"/>
                </a:lnTo>
                <a:lnTo>
                  <a:pt x="10314" y="12159"/>
                </a:lnTo>
                <a:lnTo>
                  <a:pt x="10314" y="12425"/>
                </a:lnTo>
                <a:lnTo>
                  <a:pt x="10314" y="12603"/>
                </a:lnTo>
                <a:lnTo>
                  <a:pt x="10631" y="12603"/>
                </a:lnTo>
                <a:lnTo>
                  <a:pt x="10631" y="12869"/>
                </a:lnTo>
                <a:lnTo>
                  <a:pt x="10631" y="13047"/>
                </a:lnTo>
                <a:lnTo>
                  <a:pt x="10631" y="13313"/>
                </a:lnTo>
                <a:lnTo>
                  <a:pt x="11108" y="13490"/>
                </a:lnTo>
                <a:lnTo>
                  <a:pt x="11108" y="13668"/>
                </a:lnTo>
                <a:lnTo>
                  <a:pt x="11108" y="13934"/>
                </a:lnTo>
                <a:lnTo>
                  <a:pt x="11425" y="14112"/>
                </a:lnTo>
                <a:lnTo>
                  <a:pt x="11425" y="14378"/>
                </a:lnTo>
                <a:lnTo>
                  <a:pt x="11425" y="14555"/>
                </a:lnTo>
                <a:lnTo>
                  <a:pt x="11425" y="14733"/>
                </a:lnTo>
                <a:lnTo>
                  <a:pt x="11901" y="14733"/>
                </a:lnTo>
                <a:lnTo>
                  <a:pt x="11901" y="14999"/>
                </a:lnTo>
                <a:lnTo>
                  <a:pt x="11901" y="15177"/>
                </a:lnTo>
                <a:lnTo>
                  <a:pt x="12218" y="15177"/>
                </a:lnTo>
                <a:lnTo>
                  <a:pt x="12218" y="15443"/>
                </a:lnTo>
                <a:lnTo>
                  <a:pt x="12218" y="15620"/>
                </a:lnTo>
                <a:lnTo>
                  <a:pt x="12218" y="15887"/>
                </a:lnTo>
                <a:lnTo>
                  <a:pt x="12218" y="16064"/>
                </a:lnTo>
                <a:lnTo>
                  <a:pt x="12218" y="16242"/>
                </a:lnTo>
                <a:lnTo>
                  <a:pt x="12218" y="16508"/>
                </a:lnTo>
                <a:lnTo>
                  <a:pt x="12218" y="16686"/>
                </a:lnTo>
                <a:lnTo>
                  <a:pt x="12694" y="16686"/>
                </a:lnTo>
                <a:lnTo>
                  <a:pt x="12694" y="16952"/>
                </a:lnTo>
                <a:lnTo>
                  <a:pt x="12694" y="17129"/>
                </a:lnTo>
                <a:lnTo>
                  <a:pt x="12694" y="17307"/>
                </a:lnTo>
                <a:lnTo>
                  <a:pt x="13012" y="17573"/>
                </a:lnTo>
                <a:lnTo>
                  <a:pt x="13012" y="17751"/>
                </a:lnTo>
                <a:lnTo>
                  <a:pt x="13012" y="18017"/>
                </a:lnTo>
                <a:lnTo>
                  <a:pt x="13329" y="18194"/>
                </a:lnTo>
                <a:lnTo>
                  <a:pt x="13329" y="18461"/>
                </a:lnTo>
                <a:lnTo>
                  <a:pt x="13329" y="18638"/>
                </a:lnTo>
                <a:lnTo>
                  <a:pt x="13805" y="18816"/>
                </a:lnTo>
              </a:path>
            </a:pathLst>
          </a:custGeom>
          <a:ln w="16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5617776" y="2609719"/>
            <a:ext cx="13329" cy="42513"/>
          </a:xfrm>
          <a:custGeom>
            <a:avLst/>
            <a:gdLst/>
            <a:ahLst/>
            <a:cxnLst/>
            <a:rect l="l" t="t" r="r" b="b"/>
            <a:pathLst>
              <a:path w="13329" h="42513">
                <a:moveTo>
                  <a:pt x="0" y="0"/>
                </a:moveTo>
                <a:lnTo>
                  <a:pt x="0" y="266"/>
                </a:lnTo>
                <a:lnTo>
                  <a:pt x="0" y="443"/>
                </a:lnTo>
                <a:lnTo>
                  <a:pt x="0" y="710"/>
                </a:lnTo>
                <a:lnTo>
                  <a:pt x="0" y="887"/>
                </a:lnTo>
                <a:lnTo>
                  <a:pt x="317" y="887"/>
                </a:lnTo>
                <a:lnTo>
                  <a:pt x="317" y="1065"/>
                </a:lnTo>
                <a:lnTo>
                  <a:pt x="317" y="1331"/>
                </a:lnTo>
                <a:lnTo>
                  <a:pt x="317" y="1508"/>
                </a:lnTo>
                <a:lnTo>
                  <a:pt x="793" y="1775"/>
                </a:lnTo>
                <a:lnTo>
                  <a:pt x="793" y="1952"/>
                </a:lnTo>
                <a:lnTo>
                  <a:pt x="793" y="2218"/>
                </a:lnTo>
                <a:lnTo>
                  <a:pt x="793" y="2396"/>
                </a:lnTo>
                <a:lnTo>
                  <a:pt x="793" y="2573"/>
                </a:lnTo>
                <a:lnTo>
                  <a:pt x="793" y="2840"/>
                </a:lnTo>
                <a:lnTo>
                  <a:pt x="793" y="3017"/>
                </a:lnTo>
                <a:lnTo>
                  <a:pt x="1110" y="3283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905"/>
                </a:lnTo>
                <a:lnTo>
                  <a:pt x="1428" y="4082"/>
                </a:lnTo>
                <a:lnTo>
                  <a:pt x="1428" y="4349"/>
                </a:lnTo>
                <a:lnTo>
                  <a:pt x="1428" y="4526"/>
                </a:lnTo>
                <a:lnTo>
                  <a:pt x="1428" y="4792"/>
                </a:lnTo>
                <a:lnTo>
                  <a:pt x="1904" y="4970"/>
                </a:lnTo>
                <a:lnTo>
                  <a:pt x="1904" y="5147"/>
                </a:lnTo>
                <a:lnTo>
                  <a:pt x="1904" y="5414"/>
                </a:lnTo>
                <a:lnTo>
                  <a:pt x="2221" y="5591"/>
                </a:lnTo>
                <a:lnTo>
                  <a:pt x="2221" y="5857"/>
                </a:lnTo>
                <a:lnTo>
                  <a:pt x="2221" y="6035"/>
                </a:lnTo>
                <a:lnTo>
                  <a:pt x="2221" y="6212"/>
                </a:lnTo>
                <a:lnTo>
                  <a:pt x="2697" y="6479"/>
                </a:lnTo>
                <a:lnTo>
                  <a:pt x="2697" y="6656"/>
                </a:lnTo>
                <a:lnTo>
                  <a:pt x="2697" y="6922"/>
                </a:lnTo>
                <a:lnTo>
                  <a:pt x="2697" y="7100"/>
                </a:lnTo>
                <a:lnTo>
                  <a:pt x="2697" y="7366"/>
                </a:lnTo>
                <a:lnTo>
                  <a:pt x="2697" y="7544"/>
                </a:lnTo>
                <a:lnTo>
                  <a:pt x="2697" y="7721"/>
                </a:lnTo>
                <a:lnTo>
                  <a:pt x="2697" y="7988"/>
                </a:lnTo>
                <a:lnTo>
                  <a:pt x="2697" y="8165"/>
                </a:lnTo>
                <a:lnTo>
                  <a:pt x="3015" y="8165"/>
                </a:lnTo>
                <a:lnTo>
                  <a:pt x="3015" y="8431"/>
                </a:lnTo>
                <a:lnTo>
                  <a:pt x="3015" y="8609"/>
                </a:lnTo>
                <a:lnTo>
                  <a:pt x="3015" y="8786"/>
                </a:lnTo>
                <a:lnTo>
                  <a:pt x="3332" y="9053"/>
                </a:lnTo>
                <a:lnTo>
                  <a:pt x="3332" y="9230"/>
                </a:lnTo>
                <a:lnTo>
                  <a:pt x="3332" y="9496"/>
                </a:lnTo>
                <a:lnTo>
                  <a:pt x="3332" y="9674"/>
                </a:lnTo>
                <a:lnTo>
                  <a:pt x="3332" y="9940"/>
                </a:lnTo>
                <a:lnTo>
                  <a:pt x="3808" y="10118"/>
                </a:lnTo>
                <a:lnTo>
                  <a:pt x="3808" y="10295"/>
                </a:lnTo>
                <a:lnTo>
                  <a:pt x="3808" y="10561"/>
                </a:lnTo>
                <a:lnTo>
                  <a:pt x="3808" y="10739"/>
                </a:lnTo>
                <a:lnTo>
                  <a:pt x="4125" y="11005"/>
                </a:lnTo>
                <a:lnTo>
                  <a:pt x="4125" y="11183"/>
                </a:lnTo>
                <a:lnTo>
                  <a:pt x="4125" y="11360"/>
                </a:lnTo>
                <a:lnTo>
                  <a:pt x="4125" y="11626"/>
                </a:lnTo>
                <a:lnTo>
                  <a:pt x="4601" y="11804"/>
                </a:lnTo>
                <a:lnTo>
                  <a:pt x="4601" y="12070"/>
                </a:lnTo>
                <a:lnTo>
                  <a:pt x="4601" y="12248"/>
                </a:lnTo>
                <a:lnTo>
                  <a:pt x="4601" y="12514"/>
                </a:lnTo>
                <a:lnTo>
                  <a:pt x="4919" y="12869"/>
                </a:lnTo>
                <a:lnTo>
                  <a:pt x="4919" y="13135"/>
                </a:lnTo>
                <a:lnTo>
                  <a:pt x="4919" y="13313"/>
                </a:lnTo>
                <a:lnTo>
                  <a:pt x="4919" y="13579"/>
                </a:lnTo>
                <a:lnTo>
                  <a:pt x="4919" y="13757"/>
                </a:lnTo>
                <a:lnTo>
                  <a:pt x="4919" y="13934"/>
                </a:lnTo>
                <a:lnTo>
                  <a:pt x="4919" y="14200"/>
                </a:lnTo>
                <a:lnTo>
                  <a:pt x="4919" y="14644"/>
                </a:lnTo>
                <a:lnTo>
                  <a:pt x="5395" y="14822"/>
                </a:lnTo>
                <a:lnTo>
                  <a:pt x="5395" y="14999"/>
                </a:lnTo>
                <a:lnTo>
                  <a:pt x="5395" y="15265"/>
                </a:lnTo>
                <a:lnTo>
                  <a:pt x="5395" y="15443"/>
                </a:lnTo>
                <a:lnTo>
                  <a:pt x="5712" y="15709"/>
                </a:lnTo>
                <a:lnTo>
                  <a:pt x="5712" y="15887"/>
                </a:lnTo>
                <a:lnTo>
                  <a:pt x="5712" y="16331"/>
                </a:lnTo>
                <a:lnTo>
                  <a:pt x="6030" y="16508"/>
                </a:lnTo>
                <a:lnTo>
                  <a:pt x="6030" y="16774"/>
                </a:lnTo>
                <a:lnTo>
                  <a:pt x="6030" y="16952"/>
                </a:lnTo>
                <a:lnTo>
                  <a:pt x="6030" y="17218"/>
                </a:lnTo>
                <a:lnTo>
                  <a:pt x="6030" y="17396"/>
                </a:lnTo>
                <a:lnTo>
                  <a:pt x="6506" y="17573"/>
                </a:lnTo>
                <a:lnTo>
                  <a:pt x="6506" y="17839"/>
                </a:lnTo>
                <a:lnTo>
                  <a:pt x="6506" y="18017"/>
                </a:lnTo>
                <a:lnTo>
                  <a:pt x="6506" y="18283"/>
                </a:lnTo>
                <a:lnTo>
                  <a:pt x="6506" y="18461"/>
                </a:lnTo>
                <a:lnTo>
                  <a:pt x="6823" y="18727"/>
                </a:lnTo>
                <a:lnTo>
                  <a:pt x="6823" y="18904"/>
                </a:lnTo>
                <a:lnTo>
                  <a:pt x="6823" y="19082"/>
                </a:lnTo>
                <a:lnTo>
                  <a:pt x="6823" y="19348"/>
                </a:lnTo>
                <a:lnTo>
                  <a:pt x="6823" y="19526"/>
                </a:lnTo>
                <a:lnTo>
                  <a:pt x="6823" y="19792"/>
                </a:lnTo>
                <a:lnTo>
                  <a:pt x="6823" y="19970"/>
                </a:lnTo>
                <a:lnTo>
                  <a:pt x="6823" y="20147"/>
                </a:lnTo>
                <a:lnTo>
                  <a:pt x="6823" y="20413"/>
                </a:lnTo>
                <a:lnTo>
                  <a:pt x="7299" y="20591"/>
                </a:lnTo>
                <a:lnTo>
                  <a:pt x="7299" y="20857"/>
                </a:lnTo>
                <a:lnTo>
                  <a:pt x="7299" y="21035"/>
                </a:lnTo>
                <a:lnTo>
                  <a:pt x="7299" y="21301"/>
                </a:lnTo>
                <a:lnTo>
                  <a:pt x="7299" y="21478"/>
                </a:lnTo>
                <a:lnTo>
                  <a:pt x="7616" y="21656"/>
                </a:lnTo>
                <a:lnTo>
                  <a:pt x="7616" y="22100"/>
                </a:lnTo>
                <a:lnTo>
                  <a:pt x="7616" y="22366"/>
                </a:lnTo>
                <a:lnTo>
                  <a:pt x="7616" y="22543"/>
                </a:lnTo>
                <a:lnTo>
                  <a:pt x="7934" y="22987"/>
                </a:lnTo>
                <a:lnTo>
                  <a:pt x="7934" y="23165"/>
                </a:lnTo>
                <a:lnTo>
                  <a:pt x="7934" y="23431"/>
                </a:lnTo>
                <a:lnTo>
                  <a:pt x="7934" y="23608"/>
                </a:lnTo>
                <a:lnTo>
                  <a:pt x="8410" y="24052"/>
                </a:lnTo>
                <a:lnTo>
                  <a:pt x="8410" y="24230"/>
                </a:lnTo>
                <a:lnTo>
                  <a:pt x="8410" y="24496"/>
                </a:lnTo>
                <a:lnTo>
                  <a:pt x="8410" y="24674"/>
                </a:lnTo>
                <a:lnTo>
                  <a:pt x="8727" y="24940"/>
                </a:lnTo>
                <a:lnTo>
                  <a:pt x="8727" y="25117"/>
                </a:lnTo>
                <a:lnTo>
                  <a:pt x="8727" y="25295"/>
                </a:lnTo>
                <a:lnTo>
                  <a:pt x="8727" y="25739"/>
                </a:lnTo>
                <a:lnTo>
                  <a:pt x="9203" y="26005"/>
                </a:lnTo>
                <a:lnTo>
                  <a:pt x="9203" y="26182"/>
                </a:lnTo>
                <a:lnTo>
                  <a:pt x="9203" y="26626"/>
                </a:lnTo>
                <a:lnTo>
                  <a:pt x="9203" y="26804"/>
                </a:lnTo>
                <a:lnTo>
                  <a:pt x="9203" y="27070"/>
                </a:lnTo>
                <a:lnTo>
                  <a:pt x="9203" y="27247"/>
                </a:lnTo>
                <a:lnTo>
                  <a:pt x="9203" y="27514"/>
                </a:lnTo>
                <a:lnTo>
                  <a:pt x="9203" y="27691"/>
                </a:lnTo>
                <a:lnTo>
                  <a:pt x="9203" y="28135"/>
                </a:lnTo>
                <a:lnTo>
                  <a:pt x="9521" y="28313"/>
                </a:lnTo>
                <a:lnTo>
                  <a:pt x="9521" y="28579"/>
                </a:lnTo>
                <a:lnTo>
                  <a:pt x="9521" y="29023"/>
                </a:lnTo>
                <a:lnTo>
                  <a:pt x="9521" y="29200"/>
                </a:lnTo>
                <a:lnTo>
                  <a:pt x="9997" y="29378"/>
                </a:lnTo>
                <a:lnTo>
                  <a:pt x="9997" y="29644"/>
                </a:lnTo>
                <a:lnTo>
                  <a:pt x="9997" y="29821"/>
                </a:lnTo>
                <a:lnTo>
                  <a:pt x="9997" y="30088"/>
                </a:lnTo>
                <a:lnTo>
                  <a:pt x="9997" y="30443"/>
                </a:lnTo>
                <a:lnTo>
                  <a:pt x="10314" y="30443"/>
                </a:lnTo>
                <a:lnTo>
                  <a:pt x="10314" y="30709"/>
                </a:lnTo>
                <a:lnTo>
                  <a:pt x="10314" y="31153"/>
                </a:lnTo>
                <a:lnTo>
                  <a:pt x="10314" y="31330"/>
                </a:lnTo>
                <a:lnTo>
                  <a:pt x="10314" y="31597"/>
                </a:lnTo>
                <a:lnTo>
                  <a:pt x="10631" y="31774"/>
                </a:lnTo>
                <a:lnTo>
                  <a:pt x="10631" y="31952"/>
                </a:lnTo>
                <a:lnTo>
                  <a:pt x="10631" y="32218"/>
                </a:lnTo>
                <a:lnTo>
                  <a:pt x="10631" y="32662"/>
                </a:lnTo>
                <a:lnTo>
                  <a:pt x="10631" y="32839"/>
                </a:lnTo>
                <a:lnTo>
                  <a:pt x="11108" y="33017"/>
                </a:lnTo>
                <a:lnTo>
                  <a:pt x="11108" y="33283"/>
                </a:lnTo>
                <a:lnTo>
                  <a:pt x="11108" y="33460"/>
                </a:lnTo>
                <a:lnTo>
                  <a:pt x="11108" y="33904"/>
                </a:lnTo>
                <a:lnTo>
                  <a:pt x="11108" y="34170"/>
                </a:lnTo>
                <a:lnTo>
                  <a:pt x="11108" y="34525"/>
                </a:lnTo>
                <a:lnTo>
                  <a:pt x="11108" y="34792"/>
                </a:lnTo>
                <a:lnTo>
                  <a:pt x="11108" y="35235"/>
                </a:lnTo>
                <a:lnTo>
                  <a:pt x="11425" y="35235"/>
                </a:lnTo>
                <a:lnTo>
                  <a:pt x="11425" y="35413"/>
                </a:lnTo>
                <a:lnTo>
                  <a:pt x="11425" y="35857"/>
                </a:lnTo>
                <a:lnTo>
                  <a:pt x="11425" y="36034"/>
                </a:lnTo>
                <a:lnTo>
                  <a:pt x="11425" y="36478"/>
                </a:lnTo>
                <a:lnTo>
                  <a:pt x="11901" y="36478"/>
                </a:lnTo>
                <a:lnTo>
                  <a:pt x="11901" y="36656"/>
                </a:lnTo>
                <a:lnTo>
                  <a:pt x="11901" y="37099"/>
                </a:lnTo>
                <a:lnTo>
                  <a:pt x="11901" y="37366"/>
                </a:lnTo>
                <a:lnTo>
                  <a:pt x="11901" y="37543"/>
                </a:lnTo>
                <a:lnTo>
                  <a:pt x="12218" y="37809"/>
                </a:lnTo>
                <a:lnTo>
                  <a:pt x="12218" y="37987"/>
                </a:lnTo>
                <a:lnTo>
                  <a:pt x="12218" y="38431"/>
                </a:lnTo>
                <a:lnTo>
                  <a:pt x="12218" y="38608"/>
                </a:lnTo>
                <a:lnTo>
                  <a:pt x="12536" y="38874"/>
                </a:lnTo>
                <a:lnTo>
                  <a:pt x="12536" y="39052"/>
                </a:lnTo>
                <a:lnTo>
                  <a:pt x="12536" y="39496"/>
                </a:lnTo>
                <a:lnTo>
                  <a:pt x="12536" y="39673"/>
                </a:lnTo>
                <a:lnTo>
                  <a:pt x="12536" y="39940"/>
                </a:lnTo>
                <a:lnTo>
                  <a:pt x="13012" y="40117"/>
                </a:lnTo>
                <a:lnTo>
                  <a:pt x="13012" y="40383"/>
                </a:lnTo>
                <a:lnTo>
                  <a:pt x="13012" y="40738"/>
                </a:lnTo>
                <a:lnTo>
                  <a:pt x="13012" y="41005"/>
                </a:lnTo>
                <a:lnTo>
                  <a:pt x="13012" y="41182"/>
                </a:lnTo>
                <a:lnTo>
                  <a:pt x="13329" y="41448"/>
                </a:lnTo>
                <a:lnTo>
                  <a:pt x="13329" y="41803"/>
                </a:lnTo>
                <a:lnTo>
                  <a:pt x="13329" y="42070"/>
                </a:lnTo>
                <a:lnTo>
                  <a:pt x="13329" y="42247"/>
                </a:lnTo>
                <a:lnTo>
                  <a:pt x="13329" y="42513"/>
                </a:lnTo>
              </a:path>
            </a:pathLst>
          </a:custGeom>
          <a:ln w="1877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5631106" y="2652233"/>
            <a:ext cx="13488" cy="62572"/>
          </a:xfrm>
          <a:custGeom>
            <a:avLst/>
            <a:gdLst/>
            <a:ahLst/>
            <a:cxnLst/>
            <a:rect l="l" t="t" r="r" b="b"/>
            <a:pathLst>
              <a:path w="13488" h="62572">
                <a:moveTo>
                  <a:pt x="0" y="0"/>
                </a:moveTo>
                <a:lnTo>
                  <a:pt x="0" y="443"/>
                </a:lnTo>
                <a:lnTo>
                  <a:pt x="0" y="621"/>
                </a:lnTo>
                <a:lnTo>
                  <a:pt x="0" y="1065"/>
                </a:lnTo>
                <a:lnTo>
                  <a:pt x="476" y="1508"/>
                </a:lnTo>
                <a:lnTo>
                  <a:pt x="476" y="1686"/>
                </a:lnTo>
                <a:lnTo>
                  <a:pt x="476" y="2130"/>
                </a:lnTo>
                <a:lnTo>
                  <a:pt x="476" y="2573"/>
                </a:lnTo>
                <a:lnTo>
                  <a:pt x="793" y="2751"/>
                </a:lnTo>
                <a:lnTo>
                  <a:pt x="793" y="3195"/>
                </a:lnTo>
                <a:lnTo>
                  <a:pt x="793" y="3372"/>
                </a:lnTo>
                <a:lnTo>
                  <a:pt x="793" y="3638"/>
                </a:lnTo>
                <a:lnTo>
                  <a:pt x="793" y="3816"/>
                </a:lnTo>
                <a:lnTo>
                  <a:pt x="1269" y="4260"/>
                </a:lnTo>
                <a:lnTo>
                  <a:pt x="1269" y="4437"/>
                </a:lnTo>
                <a:lnTo>
                  <a:pt x="1269" y="4704"/>
                </a:lnTo>
                <a:lnTo>
                  <a:pt x="1269" y="4881"/>
                </a:lnTo>
                <a:lnTo>
                  <a:pt x="1269" y="5325"/>
                </a:lnTo>
                <a:lnTo>
                  <a:pt x="1586" y="5591"/>
                </a:lnTo>
                <a:lnTo>
                  <a:pt x="1586" y="5769"/>
                </a:lnTo>
                <a:lnTo>
                  <a:pt x="1586" y="5946"/>
                </a:lnTo>
                <a:lnTo>
                  <a:pt x="1586" y="6390"/>
                </a:lnTo>
                <a:lnTo>
                  <a:pt x="1904" y="6656"/>
                </a:lnTo>
                <a:lnTo>
                  <a:pt x="1904" y="6834"/>
                </a:lnTo>
                <a:lnTo>
                  <a:pt x="1904" y="7011"/>
                </a:lnTo>
                <a:lnTo>
                  <a:pt x="1904" y="7455"/>
                </a:lnTo>
                <a:lnTo>
                  <a:pt x="1904" y="7721"/>
                </a:lnTo>
                <a:lnTo>
                  <a:pt x="1904" y="8165"/>
                </a:lnTo>
                <a:lnTo>
                  <a:pt x="1904" y="8343"/>
                </a:lnTo>
                <a:lnTo>
                  <a:pt x="1904" y="8520"/>
                </a:lnTo>
                <a:lnTo>
                  <a:pt x="1904" y="8964"/>
                </a:lnTo>
                <a:lnTo>
                  <a:pt x="1904" y="9230"/>
                </a:lnTo>
                <a:lnTo>
                  <a:pt x="2380" y="9408"/>
                </a:lnTo>
                <a:lnTo>
                  <a:pt x="2380" y="9585"/>
                </a:lnTo>
                <a:lnTo>
                  <a:pt x="2380" y="10029"/>
                </a:lnTo>
                <a:lnTo>
                  <a:pt x="2380" y="10473"/>
                </a:lnTo>
                <a:lnTo>
                  <a:pt x="2697" y="10916"/>
                </a:lnTo>
                <a:lnTo>
                  <a:pt x="2697" y="11094"/>
                </a:lnTo>
                <a:lnTo>
                  <a:pt x="2697" y="11538"/>
                </a:lnTo>
                <a:lnTo>
                  <a:pt x="3173" y="11982"/>
                </a:lnTo>
                <a:lnTo>
                  <a:pt x="3173" y="12425"/>
                </a:lnTo>
                <a:lnTo>
                  <a:pt x="3173" y="12603"/>
                </a:lnTo>
                <a:lnTo>
                  <a:pt x="3173" y="12869"/>
                </a:lnTo>
                <a:lnTo>
                  <a:pt x="3173" y="13047"/>
                </a:lnTo>
                <a:lnTo>
                  <a:pt x="3491" y="13490"/>
                </a:lnTo>
                <a:lnTo>
                  <a:pt x="3491" y="13934"/>
                </a:lnTo>
                <a:lnTo>
                  <a:pt x="3491" y="14378"/>
                </a:lnTo>
                <a:lnTo>
                  <a:pt x="3491" y="14555"/>
                </a:lnTo>
                <a:lnTo>
                  <a:pt x="3808" y="14999"/>
                </a:lnTo>
                <a:lnTo>
                  <a:pt x="3808" y="15177"/>
                </a:lnTo>
                <a:lnTo>
                  <a:pt x="3808" y="15443"/>
                </a:lnTo>
                <a:lnTo>
                  <a:pt x="3808" y="15887"/>
                </a:lnTo>
                <a:lnTo>
                  <a:pt x="3808" y="16242"/>
                </a:lnTo>
                <a:lnTo>
                  <a:pt x="3808" y="16686"/>
                </a:lnTo>
                <a:lnTo>
                  <a:pt x="3808" y="16952"/>
                </a:lnTo>
                <a:lnTo>
                  <a:pt x="3808" y="17307"/>
                </a:lnTo>
                <a:lnTo>
                  <a:pt x="4284" y="17573"/>
                </a:lnTo>
                <a:lnTo>
                  <a:pt x="4284" y="17751"/>
                </a:lnTo>
                <a:lnTo>
                  <a:pt x="4284" y="18194"/>
                </a:lnTo>
                <a:lnTo>
                  <a:pt x="4284" y="18638"/>
                </a:lnTo>
                <a:lnTo>
                  <a:pt x="4601" y="19082"/>
                </a:lnTo>
                <a:lnTo>
                  <a:pt x="4601" y="19526"/>
                </a:lnTo>
                <a:lnTo>
                  <a:pt x="4601" y="19703"/>
                </a:lnTo>
                <a:lnTo>
                  <a:pt x="4601" y="19881"/>
                </a:lnTo>
                <a:lnTo>
                  <a:pt x="4601" y="20325"/>
                </a:lnTo>
                <a:lnTo>
                  <a:pt x="5077" y="20591"/>
                </a:lnTo>
                <a:lnTo>
                  <a:pt x="5077" y="20946"/>
                </a:lnTo>
                <a:lnTo>
                  <a:pt x="5077" y="21212"/>
                </a:lnTo>
                <a:lnTo>
                  <a:pt x="5077" y="21390"/>
                </a:lnTo>
                <a:lnTo>
                  <a:pt x="5077" y="21833"/>
                </a:lnTo>
                <a:lnTo>
                  <a:pt x="5395" y="22277"/>
                </a:lnTo>
                <a:lnTo>
                  <a:pt x="5395" y="22721"/>
                </a:lnTo>
                <a:lnTo>
                  <a:pt x="5395" y="23165"/>
                </a:lnTo>
                <a:lnTo>
                  <a:pt x="5395" y="23342"/>
                </a:lnTo>
                <a:lnTo>
                  <a:pt x="5712" y="23520"/>
                </a:lnTo>
                <a:lnTo>
                  <a:pt x="5712" y="23964"/>
                </a:lnTo>
                <a:lnTo>
                  <a:pt x="5712" y="24407"/>
                </a:lnTo>
                <a:lnTo>
                  <a:pt x="5712" y="24674"/>
                </a:lnTo>
                <a:lnTo>
                  <a:pt x="6188" y="24851"/>
                </a:lnTo>
                <a:lnTo>
                  <a:pt x="6188" y="25295"/>
                </a:lnTo>
                <a:lnTo>
                  <a:pt x="6188" y="25472"/>
                </a:lnTo>
                <a:lnTo>
                  <a:pt x="6188" y="25739"/>
                </a:lnTo>
                <a:lnTo>
                  <a:pt x="6188" y="26094"/>
                </a:lnTo>
                <a:lnTo>
                  <a:pt x="6188" y="26360"/>
                </a:lnTo>
                <a:lnTo>
                  <a:pt x="6188" y="26804"/>
                </a:lnTo>
                <a:lnTo>
                  <a:pt x="6188" y="26981"/>
                </a:lnTo>
                <a:lnTo>
                  <a:pt x="6188" y="27425"/>
                </a:lnTo>
                <a:lnTo>
                  <a:pt x="6188" y="27602"/>
                </a:lnTo>
                <a:lnTo>
                  <a:pt x="6506" y="28046"/>
                </a:lnTo>
                <a:lnTo>
                  <a:pt x="6506" y="28313"/>
                </a:lnTo>
                <a:lnTo>
                  <a:pt x="6506" y="28668"/>
                </a:lnTo>
                <a:lnTo>
                  <a:pt x="6506" y="28934"/>
                </a:lnTo>
                <a:lnTo>
                  <a:pt x="6506" y="29378"/>
                </a:lnTo>
                <a:lnTo>
                  <a:pt x="6982" y="29555"/>
                </a:lnTo>
                <a:lnTo>
                  <a:pt x="6982" y="29821"/>
                </a:lnTo>
                <a:lnTo>
                  <a:pt x="6982" y="30176"/>
                </a:lnTo>
                <a:lnTo>
                  <a:pt x="6982" y="30443"/>
                </a:lnTo>
                <a:lnTo>
                  <a:pt x="7299" y="30886"/>
                </a:lnTo>
                <a:lnTo>
                  <a:pt x="7299" y="31064"/>
                </a:lnTo>
                <a:lnTo>
                  <a:pt x="7299" y="31508"/>
                </a:lnTo>
                <a:lnTo>
                  <a:pt x="7299" y="31685"/>
                </a:lnTo>
                <a:lnTo>
                  <a:pt x="7299" y="32129"/>
                </a:lnTo>
                <a:lnTo>
                  <a:pt x="7775" y="32573"/>
                </a:lnTo>
                <a:lnTo>
                  <a:pt x="7775" y="32750"/>
                </a:lnTo>
                <a:lnTo>
                  <a:pt x="7775" y="33017"/>
                </a:lnTo>
                <a:lnTo>
                  <a:pt x="7775" y="33460"/>
                </a:lnTo>
                <a:lnTo>
                  <a:pt x="7775" y="33815"/>
                </a:lnTo>
                <a:lnTo>
                  <a:pt x="8093" y="34082"/>
                </a:lnTo>
                <a:lnTo>
                  <a:pt x="8093" y="34259"/>
                </a:lnTo>
                <a:lnTo>
                  <a:pt x="8093" y="34703"/>
                </a:lnTo>
                <a:lnTo>
                  <a:pt x="8093" y="35147"/>
                </a:lnTo>
                <a:lnTo>
                  <a:pt x="8093" y="35591"/>
                </a:lnTo>
                <a:lnTo>
                  <a:pt x="8093" y="36034"/>
                </a:lnTo>
                <a:lnTo>
                  <a:pt x="8093" y="36389"/>
                </a:lnTo>
                <a:lnTo>
                  <a:pt x="8093" y="36656"/>
                </a:lnTo>
                <a:lnTo>
                  <a:pt x="8410" y="36833"/>
                </a:lnTo>
                <a:lnTo>
                  <a:pt x="8410" y="37277"/>
                </a:lnTo>
                <a:lnTo>
                  <a:pt x="8410" y="37543"/>
                </a:lnTo>
                <a:lnTo>
                  <a:pt x="8410" y="37898"/>
                </a:lnTo>
                <a:lnTo>
                  <a:pt x="8410" y="38342"/>
                </a:lnTo>
                <a:lnTo>
                  <a:pt x="8886" y="38608"/>
                </a:lnTo>
                <a:lnTo>
                  <a:pt x="8886" y="38786"/>
                </a:lnTo>
                <a:lnTo>
                  <a:pt x="8886" y="39229"/>
                </a:lnTo>
                <a:lnTo>
                  <a:pt x="8886" y="39673"/>
                </a:lnTo>
                <a:lnTo>
                  <a:pt x="8886" y="39851"/>
                </a:lnTo>
                <a:lnTo>
                  <a:pt x="9203" y="40295"/>
                </a:lnTo>
                <a:lnTo>
                  <a:pt x="9203" y="40472"/>
                </a:lnTo>
                <a:lnTo>
                  <a:pt x="9203" y="40916"/>
                </a:lnTo>
                <a:lnTo>
                  <a:pt x="9203" y="41182"/>
                </a:lnTo>
                <a:lnTo>
                  <a:pt x="9203" y="41537"/>
                </a:lnTo>
                <a:lnTo>
                  <a:pt x="9679" y="41981"/>
                </a:lnTo>
                <a:lnTo>
                  <a:pt x="9679" y="42247"/>
                </a:lnTo>
                <a:lnTo>
                  <a:pt x="9679" y="42425"/>
                </a:lnTo>
                <a:lnTo>
                  <a:pt x="9679" y="42868"/>
                </a:lnTo>
                <a:lnTo>
                  <a:pt x="9997" y="43312"/>
                </a:lnTo>
                <a:lnTo>
                  <a:pt x="9997" y="43490"/>
                </a:lnTo>
                <a:lnTo>
                  <a:pt x="9997" y="43934"/>
                </a:lnTo>
                <a:lnTo>
                  <a:pt x="9997" y="44377"/>
                </a:lnTo>
                <a:lnTo>
                  <a:pt x="9997" y="44555"/>
                </a:lnTo>
                <a:lnTo>
                  <a:pt x="10314" y="44821"/>
                </a:lnTo>
                <a:lnTo>
                  <a:pt x="10314" y="45176"/>
                </a:lnTo>
                <a:lnTo>
                  <a:pt x="10314" y="45620"/>
                </a:lnTo>
                <a:lnTo>
                  <a:pt x="10314" y="45886"/>
                </a:lnTo>
                <a:lnTo>
                  <a:pt x="10314" y="46330"/>
                </a:lnTo>
                <a:lnTo>
                  <a:pt x="10314" y="46685"/>
                </a:lnTo>
                <a:lnTo>
                  <a:pt x="10314" y="46951"/>
                </a:lnTo>
                <a:lnTo>
                  <a:pt x="10314" y="47129"/>
                </a:lnTo>
                <a:lnTo>
                  <a:pt x="10314" y="47573"/>
                </a:lnTo>
                <a:lnTo>
                  <a:pt x="10314" y="48016"/>
                </a:lnTo>
                <a:lnTo>
                  <a:pt x="10790" y="48194"/>
                </a:lnTo>
                <a:lnTo>
                  <a:pt x="10790" y="48638"/>
                </a:lnTo>
                <a:lnTo>
                  <a:pt x="10790" y="49081"/>
                </a:lnTo>
                <a:lnTo>
                  <a:pt x="10790" y="49525"/>
                </a:lnTo>
                <a:lnTo>
                  <a:pt x="11108" y="49525"/>
                </a:lnTo>
                <a:lnTo>
                  <a:pt x="11108" y="49969"/>
                </a:lnTo>
                <a:lnTo>
                  <a:pt x="11108" y="50324"/>
                </a:lnTo>
                <a:lnTo>
                  <a:pt x="11108" y="50590"/>
                </a:lnTo>
                <a:lnTo>
                  <a:pt x="11108" y="51034"/>
                </a:lnTo>
                <a:lnTo>
                  <a:pt x="11584" y="51478"/>
                </a:lnTo>
                <a:lnTo>
                  <a:pt x="11584" y="51833"/>
                </a:lnTo>
                <a:lnTo>
                  <a:pt x="11584" y="52099"/>
                </a:lnTo>
                <a:lnTo>
                  <a:pt x="11584" y="52543"/>
                </a:lnTo>
                <a:lnTo>
                  <a:pt x="11584" y="52898"/>
                </a:lnTo>
                <a:lnTo>
                  <a:pt x="11901" y="52898"/>
                </a:lnTo>
                <a:lnTo>
                  <a:pt x="11901" y="53342"/>
                </a:lnTo>
                <a:lnTo>
                  <a:pt x="11901" y="53785"/>
                </a:lnTo>
                <a:lnTo>
                  <a:pt x="11901" y="54229"/>
                </a:lnTo>
                <a:lnTo>
                  <a:pt x="11901" y="54407"/>
                </a:lnTo>
                <a:lnTo>
                  <a:pt x="12377" y="54850"/>
                </a:lnTo>
                <a:lnTo>
                  <a:pt x="12377" y="55294"/>
                </a:lnTo>
                <a:lnTo>
                  <a:pt x="12377" y="55472"/>
                </a:lnTo>
                <a:lnTo>
                  <a:pt x="12377" y="55916"/>
                </a:lnTo>
                <a:lnTo>
                  <a:pt x="12377" y="56359"/>
                </a:lnTo>
                <a:lnTo>
                  <a:pt x="12377" y="56626"/>
                </a:lnTo>
                <a:lnTo>
                  <a:pt x="12377" y="56981"/>
                </a:lnTo>
                <a:lnTo>
                  <a:pt x="12377" y="57247"/>
                </a:lnTo>
                <a:lnTo>
                  <a:pt x="12377" y="57691"/>
                </a:lnTo>
                <a:lnTo>
                  <a:pt x="12694" y="57868"/>
                </a:lnTo>
                <a:lnTo>
                  <a:pt x="12694" y="58312"/>
                </a:lnTo>
                <a:lnTo>
                  <a:pt x="12694" y="58756"/>
                </a:lnTo>
                <a:lnTo>
                  <a:pt x="12694" y="58933"/>
                </a:lnTo>
                <a:lnTo>
                  <a:pt x="12694" y="59377"/>
                </a:lnTo>
                <a:lnTo>
                  <a:pt x="13012" y="59821"/>
                </a:lnTo>
                <a:lnTo>
                  <a:pt x="13012" y="59998"/>
                </a:lnTo>
                <a:lnTo>
                  <a:pt x="13012" y="60442"/>
                </a:lnTo>
                <a:lnTo>
                  <a:pt x="13012" y="60886"/>
                </a:lnTo>
                <a:lnTo>
                  <a:pt x="13012" y="61330"/>
                </a:lnTo>
                <a:lnTo>
                  <a:pt x="13488" y="61507"/>
                </a:lnTo>
                <a:lnTo>
                  <a:pt x="13488" y="61951"/>
                </a:lnTo>
                <a:lnTo>
                  <a:pt x="13488" y="62395"/>
                </a:lnTo>
                <a:lnTo>
                  <a:pt x="13488" y="62572"/>
                </a:lnTo>
              </a:path>
            </a:pathLst>
          </a:custGeom>
          <a:ln w="1915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5644594" y="2714805"/>
            <a:ext cx="13329" cy="77661"/>
          </a:xfrm>
          <a:custGeom>
            <a:avLst/>
            <a:gdLst/>
            <a:ahLst/>
            <a:cxnLst/>
            <a:rect l="l" t="t" r="r" b="b"/>
            <a:pathLst>
              <a:path w="13329" h="77661">
                <a:moveTo>
                  <a:pt x="0" y="0"/>
                </a:moveTo>
                <a:lnTo>
                  <a:pt x="317" y="443"/>
                </a:lnTo>
                <a:lnTo>
                  <a:pt x="317" y="887"/>
                </a:lnTo>
                <a:lnTo>
                  <a:pt x="317" y="1065"/>
                </a:lnTo>
                <a:lnTo>
                  <a:pt x="317" y="1508"/>
                </a:lnTo>
                <a:lnTo>
                  <a:pt x="317" y="1952"/>
                </a:lnTo>
                <a:lnTo>
                  <a:pt x="793" y="2130"/>
                </a:lnTo>
                <a:lnTo>
                  <a:pt x="793" y="2573"/>
                </a:lnTo>
                <a:lnTo>
                  <a:pt x="793" y="3017"/>
                </a:lnTo>
                <a:lnTo>
                  <a:pt x="793" y="3461"/>
                </a:lnTo>
                <a:lnTo>
                  <a:pt x="793" y="3638"/>
                </a:lnTo>
                <a:lnTo>
                  <a:pt x="1110" y="3905"/>
                </a:lnTo>
                <a:lnTo>
                  <a:pt x="1110" y="4260"/>
                </a:lnTo>
                <a:lnTo>
                  <a:pt x="1110" y="4526"/>
                </a:lnTo>
                <a:lnTo>
                  <a:pt x="1110" y="4970"/>
                </a:lnTo>
                <a:lnTo>
                  <a:pt x="1110" y="5414"/>
                </a:lnTo>
                <a:lnTo>
                  <a:pt x="1110" y="5769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834"/>
                </a:lnTo>
                <a:lnTo>
                  <a:pt x="1428" y="7100"/>
                </a:lnTo>
                <a:lnTo>
                  <a:pt x="1428" y="7544"/>
                </a:lnTo>
                <a:lnTo>
                  <a:pt x="1428" y="8165"/>
                </a:lnTo>
                <a:lnTo>
                  <a:pt x="1428" y="8343"/>
                </a:lnTo>
                <a:lnTo>
                  <a:pt x="1428" y="8786"/>
                </a:lnTo>
                <a:lnTo>
                  <a:pt x="1904" y="9230"/>
                </a:lnTo>
                <a:lnTo>
                  <a:pt x="1904" y="9408"/>
                </a:lnTo>
                <a:lnTo>
                  <a:pt x="1904" y="9851"/>
                </a:lnTo>
                <a:lnTo>
                  <a:pt x="1904" y="10295"/>
                </a:lnTo>
                <a:lnTo>
                  <a:pt x="1904" y="10561"/>
                </a:lnTo>
                <a:lnTo>
                  <a:pt x="2221" y="10916"/>
                </a:lnTo>
                <a:lnTo>
                  <a:pt x="2221" y="11360"/>
                </a:lnTo>
                <a:lnTo>
                  <a:pt x="2221" y="11626"/>
                </a:lnTo>
                <a:lnTo>
                  <a:pt x="2221" y="11982"/>
                </a:lnTo>
                <a:lnTo>
                  <a:pt x="2221" y="12425"/>
                </a:lnTo>
                <a:lnTo>
                  <a:pt x="2697" y="12869"/>
                </a:lnTo>
                <a:lnTo>
                  <a:pt x="2697" y="13135"/>
                </a:lnTo>
                <a:lnTo>
                  <a:pt x="2697" y="13490"/>
                </a:lnTo>
                <a:lnTo>
                  <a:pt x="2697" y="13934"/>
                </a:lnTo>
                <a:lnTo>
                  <a:pt x="3015" y="14200"/>
                </a:lnTo>
                <a:lnTo>
                  <a:pt x="3015" y="14555"/>
                </a:lnTo>
                <a:lnTo>
                  <a:pt x="3015" y="14999"/>
                </a:lnTo>
                <a:lnTo>
                  <a:pt x="3015" y="15265"/>
                </a:lnTo>
                <a:lnTo>
                  <a:pt x="3015" y="15709"/>
                </a:lnTo>
                <a:lnTo>
                  <a:pt x="3015" y="16064"/>
                </a:lnTo>
                <a:lnTo>
                  <a:pt x="3015" y="16331"/>
                </a:lnTo>
                <a:lnTo>
                  <a:pt x="3015" y="16774"/>
                </a:lnTo>
                <a:lnTo>
                  <a:pt x="3015" y="17129"/>
                </a:lnTo>
                <a:lnTo>
                  <a:pt x="3015" y="17573"/>
                </a:lnTo>
                <a:lnTo>
                  <a:pt x="3491" y="18017"/>
                </a:lnTo>
                <a:lnTo>
                  <a:pt x="3491" y="18461"/>
                </a:lnTo>
                <a:lnTo>
                  <a:pt x="3491" y="18638"/>
                </a:lnTo>
                <a:lnTo>
                  <a:pt x="3491" y="19082"/>
                </a:lnTo>
                <a:lnTo>
                  <a:pt x="3491" y="19526"/>
                </a:lnTo>
                <a:lnTo>
                  <a:pt x="3808" y="19970"/>
                </a:lnTo>
                <a:lnTo>
                  <a:pt x="3808" y="20147"/>
                </a:lnTo>
                <a:lnTo>
                  <a:pt x="3808" y="20591"/>
                </a:lnTo>
                <a:lnTo>
                  <a:pt x="3808" y="21035"/>
                </a:lnTo>
                <a:lnTo>
                  <a:pt x="4125" y="21212"/>
                </a:lnTo>
                <a:lnTo>
                  <a:pt x="4125" y="21656"/>
                </a:lnTo>
                <a:lnTo>
                  <a:pt x="4125" y="22100"/>
                </a:lnTo>
                <a:lnTo>
                  <a:pt x="4125" y="22277"/>
                </a:lnTo>
                <a:lnTo>
                  <a:pt x="4125" y="22987"/>
                </a:lnTo>
                <a:lnTo>
                  <a:pt x="4601" y="23342"/>
                </a:lnTo>
                <a:lnTo>
                  <a:pt x="4601" y="23608"/>
                </a:lnTo>
                <a:lnTo>
                  <a:pt x="4601" y="24052"/>
                </a:lnTo>
                <a:lnTo>
                  <a:pt x="4601" y="24496"/>
                </a:lnTo>
                <a:lnTo>
                  <a:pt x="4601" y="24674"/>
                </a:lnTo>
                <a:lnTo>
                  <a:pt x="4919" y="25117"/>
                </a:lnTo>
                <a:lnTo>
                  <a:pt x="4919" y="25561"/>
                </a:lnTo>
                <a:lnTo>
                  <a:pt x="4919" y="25739"/>
                </a:lnTo>
                <a:lnTo>
                  <a:pt x="4919" y="26182"/>
                </a:lnTo>
                <a:lnTo>
                  <a:pt x="4919" y="26804"/>
                </a:lnTo>
                <a:lnTo>
                  <a:pt x="5395" y="27070"/>
                </a:lnTo>
                <a:lnTo>
                  <a:pt x="5395" y="27425"/>
                </a:lnTo>
                <a:lnTo>
                  <a:pt x="5395" y="27869"/>
                </a:lnTo>
                <a:lnTo>
                  <a:pt x="5395" y="28135"/>
                </a:lnTo>
                <a:lnTo>
                  <a:pt x="5395" y="28490"/>
                </a:lnTo>
                <a:lnTo>
                  <a:pt x="5395" y="28934"/>
                </a:lnTo>
                <a:lnTo>
                  <a:pt x="5395" y="29378"/>
                </a:lnTo>
                <a:lnTo>
                  <a:pt x="5395" y="29644"/>
                </a:lnTo>
                <a:lnTo>
                  <a:pt x="5395" y="30265"/>
                </a:lnTo>
                <a:lnTo>
                  <a:pt x="5712" y="30443"/>
                </a:lnTo>
                <a:lnTo>
                  <a:pt x="5712" y="30886"/>
                </a:lnTo>
                <a:lnTo>
                  <a:pt x="5712" y="31330"/>
                </a:lnTo>
                <a:lnTo>
                  <a:pt x="5712" y="31774"/>
                </a:lnTo>
                <a:lnTo>
                  <a:pt x="5712" y="31952"/>
                </a:lnTo>
                <a:lnTo>
                  <a:pt x="6030" y="32395"/>
                </a:lnTo>
                <a:lnTo>
                  <a:pt x="6030" y="32839"/>
                </a:lnTo>
                <a:lnTo>
                  <a:pt x="6030" y="33283"/>
                </a:lnTo>
                <a:lnTo>
                  <a:pt x="6030" y="33638"/>
                </a:lnTo>
                <a:lnTo>
                  <a:pt x="6030" y="34082"/>
                </a:lnTo>
                <a:lnTo>
                  <a:pt x="6506" y="34348"/>
                </a:lnTo>
                <a:lnTo>
                  <a:pt x="6506" y="34792"/>
                </a:lnTo>
                <a:lnTo>
                  <a:pt x="6506" y="35147"/>
                </a:lnTo>
                <a:lnTo>
                  <a:pt x="6506" y="35413"/>
                </a:lnTo>
                <a:lnTo>
                  <a:pt x="6823" y="36034"/>
                </a:lnTo>
                <a:lnTo>
                  <a:pt x="6823" y="36478"/>
                </a:lnTo>
                <a:lnTo>
                  <a:pt x="6823" y="36656"/>
                </a:lnTo>
                <a:lnTo>
                  <a:pt x="6823" y="37099"/>
                </a:lnTo>
                <a:lnTo>
                  <a:pt x="6823" y="37543"/>
                </a:lnTo>
                <a:lnTo>
                  <a:pt x="7299" y="37721"/>
                </a:lnTo>
                <a:lnTo>
                  <a:pt x="7299" y="38431"/>
                </a:lnTo>
                <a:lnTo>
                  <a:pt x="7299" y="38786"/>
                </a:lnTo>
                <a:lnTo>
                  <a:pt x="7299" y="39052"/>
                </a:lnTo>
                <a:lnTo>
                  <a:pt x="7299" y="39496"/>
                </a:lnTo>
                <a:lnTo>
                  <a:pt x="7299" y="39940"/>
                </a:lnTo>
                <a:lnTo>
                  <a:pt x="7299" y="40117"/>
                </a:lnTo>
                <a:lnTo>
                  <a:pt x="7299" y="40738"/>
                </a:lnTo>
                <a:lnTo>
                  <a:pt x="7299" y="41182"/>
                </a:lnTo>
                <a:lnTo>
                  <a:pt x="7299" y="41360"/>
                </a:lnTo>
                <a:lnTo>
                  <a:pt x="7616" y="41803"/>
                </a:lnTo>
                <a:lnTo>
                  <a:pt x="7616" y="42247"/>
                </a:lnTo>
                <a:lnTo>
                  <a:pt x="7616" y="42513"/>
                </a:lnTo>
                <a:lnTo>
                  <a:pt x="7616" y="43135"/>
                </a:lnTo>
                <a:lnTo>
                  <a:pt x="8093" y="43579"/>
                </a:lnTo>
                <a:lnTo>
                  <a:pt x="8093" y="43756"/>
                </a:lnTo>
                <a:lnTo>
                  <a:pt x="8093" y="44200"/>
                </a:lnTo>
                <a:lnTo>
                  <a:pt x="8093" y="44644"/>
                </a:lnTo>
                <a:lnTo>
                  <a:pt x="8093" y="45087"/>
                </a:lnTo>
                <a:lnTo>
                  <a:pt x="8410" y="45442"/>
                </a:lnTo>
                <a:lnTo>
                  <a:pt x="8410" y="45886"/>
                </a:lnTo>
                <a:lnTo>
                  <a:pt x="8410" y="46152"/>
                </a:lnTo>
                <a:lnTo>
                  <a:pt x="8410" y="46507"/>
                </a:lnTo>
                <a:lnTo>
                  <a:pt x="8410" y="46951"/>
                </a:lnTo>
                <a:lnTo>
                  <a:pt x="8727" y="47395"/>
                </a:lnTo>
                <a:lnTo>
                  <a:pt x="8727" y="47839"/>
                </a:lnTo>
                <a:lnTo>
                  <a:pt x="8727" y="48283"/>
                </a:lnTo>
                <a:lnTo>
                  <a:pt x="8727" y="48460"/>
                </a:lnTo>
                <a:lnTo>
                  <a:pt x="8727" y="48904"/>
                </a:lnTo>
                <a:lnTo>
                  <a:pt x="9203" y="49348"/>
                </a:lnTo>
                <a:lnTo>
                  <a:pt x="9203" y="49791"/>
                </a:lnTo>
                <a:lnTo>
                  <a:pt x="9203" y="50146"/>
                </a:lnTo>
                <a:lnTo>
                  <a:pt x="9203" y="50590"/>
                </a:lnTo>
                <a:lnTo>
                  <a:pt x="9521" y="51034"/>
                </a:lnTo>
                <a:lnTo>
                  <a:pt x="9521" y="51478"/>
                </a:lnTo>
                <a:lnTo>
                  <a:pt x="9521" y="51655"/>
                </a:lnTo>
                <a:lnTo>
                  <a:pt x="9521" y="52099"/>
                </a:lnTo>
                <a:lnTo>
                  <a:pt x="9521" y="52543"/>
                </a:lnTo>
                <a:lnTo>
                  <a:pt x="9521" y="52987"/>
                </a:lnTo>
                <a:lnTo>
                  <a:pt x="9521" y="53430"/>
                </a:lnTo>
                <a:lnTo>
                  <a:pt x="9521" y="53874"/>
                </a:lnTo>
                <a:lnTo>
                  <a:pt x="9521" y="54052"/>
                </a:lnTo>
                <a:lnTo>
                  <a:pt x="9521" y="54495"/>
                </a:lnTo>
                <a:lnTo>
                  <a:pt x="9997" y="55117"/>
                </a:lnTo>
                <a:lnTo>
                  <a:pt x="9997" y="55294"/>
                </a:lnTo>
                <a:lnTo>
                  <a:pt x="9997" y="55738"/>
                </a:lnTo>
                <a:lnTo>
                  <a:pt x="9997" y="56182"/>
                </a:lnTo>
                <a:lnTo>
                  <a:pt x="9997" y="56626"/>
                </a:lnTo>
                <a:lnTo>
                  <a:pt x="10314" y="57069"/>
                </a:lnTo>
                <a:lnTo>
                  <a:pt x="10314" y="57513"/>
                </a:lnTo>
                <a:lnTo>
                  <a:pt x="10314" y="57691"/>
                </a:lnTo>
                <a:lnTo>
                  <a:pt x="10314" y="58312"/>
                </a:lnTo>
                <a:lnTo>
                  <a:pt x="10631" y="58756"/>
                </a:lnTo>
                <a:lnTo>
                  <a:pt x="10631" y="59022"/>
                </a:lnTo>
                <a:lnTo>
                  <a:pt x="10631" y="59377"/>
                </a:lnTo>
                <a:lnTo>
                  <a:pt x="10631" y="60087"/>
                </a:lnTo>
                <a:lnTo>
                  <a:pt x="10631" y="60265"/>
                </a:lnTo>
                <a:lnTo>
                  <a:pt x="11108" y="60708"/>
                </a:lnTo>
                <a:lnTo>
                  <a:pt x="11108" y="61152"/>
                </a:lnTo>
                <a:lnTo>
                  <a:pt x="11108" y="61596"/>
                </a:lnTo>
                <a:lnTo>
                  <a:pt x="11108" y="61951"/>
                </a:lnTo>
                <a:lnTo>
                  <a:pt x="11108" y="62395"/>
                </a:lnTo>
                <a:lnTo>
                  <a:pt x="11425" y="62661"/>
                </a:lnTo>
                <a:lnTo>
                  <a:pt x="11425" y="63282"/>
                </a:lnTo>
                <a:lnTo>
                  <a:pt x="11425" y="63460"/>
                </a:lnTo>
                <a:lnTo>
                  <a:pt x="11425" y="63904"/>
                </a:lnTo>
                <a:lnTo>
                  <a:pt x="11425" y="64347"/>
                </a:lnTo>
                <a:lnTo>
                  <a:pt x="11425" y="64791"/>
                </a:lnTo>
                <a:lnTo>
                  <a:pt x="11425" y="65235"/>
                </a:lnTo>
                <a:lnTo>
                  <a:pt x="11425" y="65590"/>
                </a:lnTo>
                <a:lnTo>
                  <a:pt x="11425" y="65856"/>
                </a:lnTo>
                <a:lnTo>
                  <a:pt x="11901" y="66477"/>
                </a:lnTo>
                <a:lnTo>
                  <a:pt x="11901" y="66921"/>
                </a:lnTo>
                <a:lnTo>
                  <a:pt x="11901" y="67099"/>
                </a:lnTo>
                <a:lnTo>
                  <a:pt x="11901" y="67543"/>
                </a:lnTo>
                <a:lnTo>
                  <a:pt x="11901" y="68164"/>
                </a:lnTo>
                <a:lnTo>
                  <a:pt x="12218" y="68430"/>
                </a:lnTo>
                <a:lnTo>
                  <a:pt x="12218" y="68874"/>
                </a:lnTo>
                <a:lnTo>
                  <a:pt x="12218" y="69495"/>
                </a:lnTo>
                <a:lnTo>
                  <a:pt x="12218" y="69673"/>
                </a:lnTo>
                <a:lnTo>
                  <a:pt x="12218" y="70116"/>
                </a:lnTo>
                <a:lnTo>
                  <a:pt x="12536" y="70560"/>
                </a:lnTo>
                <a:lnTo>
                  <a:pt x="12536" y="71004"/>
                </a:lnTo>
                <a:lnTo>
                  <a:pt x="12536" y="71448"/>
                </a:lnTo>
                <a:lnTo>
                  <a:pt x="12536" y="71803"/>
                </a:lnTo>
                <a:lnTo>
                  <a:pt x="12536" y="72069"/>
                </a:lnTo>
                <a:lnTo>
                  <a:pt x="13012" y="72690"/>
                </a:lnTo>
                <a:lnTo>
                  <a:pt x="13012" y="73134"/>
                </a:lnTo>
                <a:lnTo>
                  <a:pt x="13012" y="73312"/>
                </a:lnTo>
                <a:lnTo>
                  <a:pt x="13012" y="74022"/>
                </a:lnTo>
                <a:lnTo>
                  <a:pt x="13329" y="74199"/>
                </a:lnTo>
                <a:lnTo>
                  <a:pt x="13329" y="74643"/>
                </a:lnTo>
                <a:lnTo>
                  <a:pt x="13329" y="75264"/>
                </a:lnTo>
                <a:lnTo>
                  <a:pt x="13329" y="75531"/>
                </a:lnTo>
                <a:lnTo>
                  <a:pt x="13329" y="75886"/>
                </a:lnTo>
                <a:lnTo>
                  <a:pt x="13329" y="76329"/>
                </a:lnTo>
                <a:lnTo>
                  <a:pt x="13329" y="76773"/>
                </a:lnTo>
                <a:lnTo>
                  <a:pt x="13329" y="77217"/>
                </a:lnTo>
                <a:lnTo>
                  <a:pt x="13329" y="77661"/>
                </a:lnTo>
              </a:path>
            </a:pathLst>
          </a:custGeom>
          <a:ln w="1929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5657924" y="2792467"/>
            <a:ext cx="13805" cy="86359"/>
          </a:xfrm>
          <a:custGeom>
            <a:avLst/>
            <a:gdLst/>
            <a:ahLst/>
            <a:cxnLst/>
            <a:rect l="l" t="t" r="r" b="b"/>
            <a:pathLst>
              <a:path w="13805" h="86359">
                <a:moveTo>
                  <a:pt x="0" y="0"/>
                </a:moveTo>
                <a:lnTo>
                  <a:pt x="0" y="443"/>
                </a:lnTo>
                <a:lnTo>
                  <a:pt x="476" y="798"/>
                </a:lnTo>
                <a:lnTo>
                  <a:pt x="476" y="1242"/>
                </a:lnTo>
                <a:lnTo>
                  <a:pt x="476" y="1686"/>
                </a:lnTo>
                <a:lnTo>
                  <a:pt x="476" y="2130"/>
                </a:lnTo>
                <a:lnTo>
                  <a:pt x="476" y="2573"/>
                </a:lnTo>
                <a:lnTo>
                  <a:pt x="793" y="2751"/>
                </a:lnTo>
                <a:lnTo>
                  <a:pt x="793" y="3372"/>
                </a:lnTo>
                <a:lnTo>
                  <a:pt x="793" y="3638"/>
                </a:lnTo>
                <a:lnTo>
                  <a:pt x="793" y="4082"/>
                </a:lnTo>
                <a:lnTo>
                  <a:pt x="1269" y="4704"/>
                </a:lnTo>
                <a:lnTo>
                  <a:pt x="1269" y="4881"/>
                </a:lnTo>
                <a:lnTo>
                  <a:pt x="1269" y="5325"/>
                </a:lnTo>
                <a:lnTo>
                  <a:pt x="1269" y="5946"/>
                </a:lnTo>
                <a:lnTo>
                  <a:pt x="1269" y="6212"/>
                </a:lnTo>
                <a:lnTo>
                  <a:pt x="1586" y="6656"/>
                </a:lnTo>
                <a:lnTo>
                  <a:pt x="1586" y="7277"/>
                </a:lnTo>
                <a:lnTo>
                  <a:pt x="1586" y="7455"/>
                </a:lnTo>
                <a:lnTo>
                  <a:pt x="1586" y="7899"/>
                </a:lnTo>
                <a:lnTo>
                  <a:pt x="1586" y="8343"/>
                </a:lnTo>
                <a:lnTo>
                  <a:pt x="1904" y="8786"/>
                </a:lnTo>
                <a:lnTo>
                  <a:pt x="1904" y="9230"/>
                </a:lnTo>
                <a:lnTo>
                  <a:pt x="1904" y="9585"/>
                </a:lnTo>
                <a:lnTo>
                  <a:pt x="1904" y="10029"/>
                </a:lnTo>
                <a:lnTo>
                  <a:pt x="1904" y="10473"/>
                </a:lnTo>
                <a:lnTo>
                  <a:pt x="2380" y="10916"/>
                </a:lnTo>
                <a:lnTo>
                  <a:pt x="2380" y="11360"/>
                </a:lnTo>
                <a:lnTo>
                  <a:pt x="2380" y="11804"/>
                </a:lnTo>
                <a:lnTo>
                  <a:pt x="2380" y="12159"/>
                </a:lnTo>
                <a:lnTo>
                  <a:pt x="2380" y="12603"/>
                </a:lnTo>
                <a:lnTo>
                  <a:pt x="2380" y="13047"/>
                </a:lnTo>
                <a:lnTo>
                  <a:pt x="2380" y="13490"/>
                </a:lnTo>
                <a:lnTo>
                  <a:pt x="2380" y="13934"/>
                </a:lnTo>
                <a:lnTo>
                  <a:pt x="2380" y="14378"/>
                </a:lnTo>
                <a:lnTo>
                  <a:pt x="2697" y="14733"/>
                </a:lnTo>
                <a:lnTo>
                  <a:pt x="2697" y="15177"/>
                </a:lnTo>
                <a:lnTo>
                  <a:pt x="2697" y="15443"/>
                </a:lnTo>
                <a:lnTo>
                  <a:pt x="2697" y="16064"/>
                </a:lnTo>
                <a:lnTo>
                  <a:pt x="2697" y="16508"/>
                </a:lnTo>
                <a:lnTo>
                  <a:pt x="3173" y="16686"/>
                </a:lnTo>
                <a:lnTo>
                  <a:pt x="3173" y="17307"/>
                </a:lnTo>
                <a:lnTo>
                  <a:pt x="3173" y="17751"/>
                </a:lnTo>
                <a:lnTo>
                  <a:pt x="3173" y="18017"/>
                </a:lnTo>
                <a:lnTo>
                  <a:pt x="3173" y="18638"/>
                </a:lnTo>
                <a:lnTo>
                  <a:pt x="3491" y="19082"/>
                </a:lnTo>
                <a:lnTo>
                  <a:pt x="3491" y="19259"/>
                </a:lnTo>
                <a:lnTo>
                  <a:pt x="3491" y="19881"/>
                </a:lnTo>
                <a:lnTo>
                  <a:pt x="3491" y="20147"/>
                </a:lnTo>
                <a:lnTo>
                  <a:pt x="3808" y="20591"/>
                </a:lnTo>
                <a:lnTo>
                  <a:pt x="3808" y="21212"/>
                </a:lnTo>
                <a:lnTo>
                  <a:pt x="3808" y="21390"/>
                </a:lnTo>
                <a:lnTo>
                  <a:pt x="3808" y="21833"/>
                </a:lnTo>
                <a:lnTo>
                  <a:pt x="3808" y="22455"/>
                </a:lnTo>
                <a:lnTo>
                  <a:pt x="4284" y="22721"/>
                </a:lnTo>
                <a:lnTo>
                  <a:pt x="4284" y="23342"/>
                </a:lnTo>
                <a:lnTo>
                  <a:pt x="4284" y="23786"/>
                </a:lnTo>
                <a:lnTo>
                  <a:pt x="4284" y="23964"/>
                </a:lnTo>
                <a:lnTo>
                  <a:pt x="4284" y="24674"/>
                </a:lnTo>
                <a:lnTo>
                  <a:pt x="4284" y="24851"/>
                </a:lnTo>
                <a:lnTo>
                  <a:pt x="4284" y="25295"/>
                </a:lnTo>
                <a:lnTo>
                  <a:pt x="4284" y="25916"/>
                </a:lnTo>
                <a:lnTo>
                  <a:pt x="4284" y="26094"/>
                </a:lnTo>
                <a:lnTo>
                  <a:pt x="4284" y="26537"/>
                </a:lnTo>
                <a:lnTo>
                  <a:pt x="4601" y="27247"/>
                </a:lnTo>
                <a:lnTo>
                  <a:pt x="4601" y="27425"/>
                </a:lnTo>
                <a:lnTo>
                  <a:pt x="4601" y="28046"/>
                </a:lnTo>
                <a:lnTo>
                  <a:pt x="4601" y="28490"/>
                </a:lnTo>
                <a:lnTo>
                  <a:pt x="5077" y="28668"/>
                </a:lnTo>
                <a:lnTo>
                  <a:pt x="5077" y="29378"/>
                </a:lnTo>
                <a:lnTo>
                  <a:pt x="5077" y="29555"/>
                </a:lnTo>
                <a:lnTo>
                  <a:pt x="5077" y="29999"/>
                </a:lnTo>
                <a:lnTo>
                  <a:pt x="5077" y="30620"/>
                </a:lnTo>
                <a:lnTo>
                  <a:pt x="5395" y="30886"/>
                </a:lnTo>
                <a:lnTo>
                  <a:pt x="5395" y="31508"/>
                </a:lnTo>
                <a:lnTo>
                  <a:pt x="5395" y="31952"/>
                </a:lnTo>
                <a:lnTo>
                  <a:pt x="5395" y="32129"/>
                </a:lnTo>
                <a:lnTo>
                  <a:pt x="5395" y="32750"/>
                </a:lnTo>
                <a:lnTo>
                  <a:pt x="5871" y="33194"/>
                </a:lnTo>
                <a:lnTo>
                  <a:pt x="5871" y="33460"/>
                </a:lnTo>
                <a:lnTo>
                  <a:pt x="5871" y="34082"/>
                </a:lnTo>
                <a:lnTo>
                  <a:pt x="5871" y="34259"/>
                </a:lnTo>
                <a:lnTo>
                  <a:pt x="5871" y="34969"/>
                </a:lnTo>
                <a:lnTo>
                  <a:pt x="6188" y="35324"/>
                </a:lnTo>
                <a:lnTo>
                  <a:pt x="6188" y="35591"/>
                </a:lnTo>
                <a:lnTo>
                  <a:pt x="6188" y="36212"/>
                </a:lnTo>
                <a:lnTo>
                  <a:pt x="6188" y="36656"/>
                </a:lnTo>
                <a:lnTo>
                  <a:pt x="6506" y="37099"/>
                </a:lnTo>
                <a:lnTo>
                  <a:pt x="6506" y="37543"/>
                </a:lnTo>
                <a:lnTo>
                  <a:pt x="6506" y="37898"/>
                </a:lnTo>
                <a:lnTo>
                  <a:pt x="6506" y="38342"/>
                </a:lnTo>
                <a:lnTo>
                  <a:pt x="6506" y="38786"/>
                </a:lnTo>
                <a:lnTo>
                  <a:pt x="6506" y="39229"/>
                </a:lnTo>
                <a:lnTo>
                  <a:pt x="6506" y="39673"/>
                </a:lnTo>
                <a:lnTo>
                  <a:pt x="6506" y="40028"/>
                </a:lnTo>
                <a:lnTo>
                  <a:pt x="6506" y="40472"/>
                </a:lnTo>
                <a:lnTo>
                  <a:pt x="6506" y="40916"/>
                </a:lnTo>
                <a:lnTo>
                  <a:pt x="6982" y="41360"/>
                </a:lnTo>
                <a:lnTo>
                  <a:pt x="6982" y="41803"/>
                </a:lnTo>
                <a:lnTo>
                  <a:pt x="6982" y="42247"/>
                </a:lnTo>
                <a:lnTo>
                  <a:pt x="6982" y="42602"/>
                </a:lnTo>
                <a:lnTo>
                  <a:pt x="6982" y="43046"/>
                </a:lnTo>
                <a:lnTo>
                  <a:pt x="7299" y="43756"/>
                </a:lnTo>
                <a:lnTo>
                  <a:pt x="7299" y="43934"/>
                </a:lnTo>
                <a:lnTo>
                  <a:pt x="7299" y="44377"/>
                </a:lnTo>
                <a:lnTo>
                  <a:pt x="7299" y="44999"/>
                </a:lnTo>
                <a:lnTo>
                  <a:pt x="7299" y="45176"/>
                </a:lnTo>
                <a:lnTo>
                  <a:pt x="7775" y="45886"/>
                </a:lnTo>
                <a:lnTo>
                  <a:pt x="7775" y="46064"/>
                </a:lnTo>
                <a:lnTo>
                  <a:pt x="7775" y="46507"/>
                </a:lnTo>
                <a:lnTo>
                  <a:pt x="7775" y="47129"/>
                </a:lnTo>
                <a:lnTo>
                  <a:pt x="8093" y="47395"/>
                </a:lnTo>
                <a:lnTo>
                  <a:pt x="8093" y="48016"/>
                </a:lnTo>
                <a:lnTo>
                  <a:pt x="8093" y="48460"/>
                </a:lnTo>
                <a:lnTo>
                  <a:pt x="8093" y="48638"/>
                </a:lnTo>
                <a:lnTo>
                  <a:pt x="8093" y="49259"/>
                </a:lnTo>
                <a:lnTo>
                  <a:pt x="8410" y="49703"/>
                </a:lnTo>
                <a:lnTo>
                  <a:pt x="8410" y="50146"/>
                </a:lnTo>
                <a:lnTo>
                  <a:pt x="8410" y="50590"/>
                </a:lnTo>
                <a:lnTo>
                  <a:pt x="8410" y="50768"/>
                </a:lnTo>
                <a:lnTo>
                  <a:pt x="8410" y="51478"/>
                </a:lnTo>
                <a:lnTo>
                  <a:pt x="8410" y="51833"/>
                </a:lnTo>
                <a:lnTo>
                  <a:pt x="8410" y="52277"/>
                </a:lnTo>
                <a:lnTo>
                  <a:pt x="8410" y="52720"/>
                </a:lnTo>
                <a:lnTo>
                  <a:pt x="8410" y="53164"/>
                </a:lnTo>
                <a:lnTo>
                  <a:pt x="8410" y="53608"/>
                </a:lnTo>
                <a:lnTo>
                  <a:pt x="8886" y="54052"/>
                </a:lnTo>
                <a:lnTo>
                  <a:pt x="8886" y="54407"/>
                </a:lnTo>
                <a:lnTo>
                  <a:pt x="8886" y="54850"/>
                </a:lnTo>
                <a:lnTo>
                  <a:pt x="8886" y="55472"/>
                </a:lnTo>
                <a:lnTo>
                  <a:pt x="9203" y="55738"/>
                </a:lnTo>
                <a:lnTo>
                  <a:pt x="9203" y="56182"/>
                </a:lnTo>
                <a:lnTo>
                  <a:pt x="9203" y="56803"/>
                </a:lnTo>
                <a:lnTo>
                  <a:pt x="9203" y="56981"/>
                </a:lnTo>
                <a:lnTo>
                  <a:pt x="9203" y="57691"/>
                </a:lnTo>
                <a:lnTo>
                  <a:pt x="9679" y="57868"/>
                </a:lnTo>
                <a:lnTo>
                  <a:pt x="9679" y="58489"/>
                </a:lnTo>
                <a:lnTo>
                  <a:pt x="9679" y="58933"/>
                </a:lnTo>
                <a:lnTo>
                  <a:pt x="9679" y="59200"/>
                </a:lnTo>
                <a:lnTo>
                  <a:pt x="9679" y="59821"/>
                </a:lnTo>
                <a:lnTo>
                  <a:pt x="9997" y="60265"/>
                </a:lnTo>
                <a:lnTo>
                  <a:pt x="9997" y="60620"/>
                </a:lnTo>
                <a:lnTo>
                  <a:pt x="9997" y="61063"/>
                </a:lnTo>
                <a:lnTo>
                  <a:pt x="9997" y="61507"/>
                </a:lnTo>
                <a:lnTo>
                  <a:pt x="9997" y="61951"/>
                </a:lnTo>
                <a:lnTo>
                  <a:pt x="10473" y="62395"/>
                </a:lnTo>
                <a:lnTo>
                  <a:pt x="10473" y="62838"/>
                </a:lnTo>
                <a:lnTo>
                  <a:pt x="10473" y="63194"/>
                </a:lnTo>
                <a:lnTo>
                  <a:pt x="10473" y="63904"/>
                </a:lnTo>
                <a:lnTo>
                  <a:pt x="10790" y="64081"/>
                </a:lnTo>
                <a:lnTo>
                  <a:pt x="10790" y="64525"/>
                </a:lnTo>
                <a:lnTo>
                  <a:pt x="10790" y="64969"/>
                </a:lnTo>
                <a:lnTo>
                  <a:pt x="10790" y="65412"/>
                </a:lnTo>
                <a:lnTo>
                  <a:pt x="10790" y="66034"/>
                </a:lnTo>
                <a:lnTo>
                  <a:pt x="10790" y="66211"/>
                </a:lnTo>
                <a:lnTo>
                  <a:pt x="10790" y="66832"/>
                </a:lnTo>
                <a:lnTo>
                  <a:pt x="10790" y="67276"/>
                </a:lnTo>
                <a:lnTo>
                  <a:pt x="10790" y="67543"/>
                </a:lnTo>
                <a:lnTo>
                  <a:pt x="10790" y="68164"/>
                </a:lnTo>
                <a:lnTo>
                  <a:pt x="11108" y="68608"/>
                </a:lnTo>
                <a:lnTo>
                  <a:pt x="11108" y="69051"/>
                </a:lnTo>
                <a:lnTo>
                  <a:pt x="11108" y="69406"/>
                </a:lnTo>
                <a:lnTo>
                  <a:pt x="11108" y="69850"/>
                </a:lnTo>
                <a:lnTo>
                  <a:pt x="11108" y="70294"/>
                </a:lnTo>
                <a:lnTo>
                  <a:pt x="11584" y="70915"/>
                </a:lnTo>
                <a:lnTo>
                  <a:pt x="11584" y="71182"/>
                </a:lnTo>
                <a:lnTo>
                  <a:pt x="11584" y="71625"/>
                </a:lnTo>
                <a:lnTo>
                  <a:pt x="11584" y="71980"/>
                </a:lnTo>
                <a:lnTo>
                  <a:pt x="11901" y="72424"/>
                </a:lnTo>
                <a:lnTo>
                  <a:pt x="11901" y="73134"/>
                </a:lnTo>
                <a:lnTo>
                  <a:pt x="11901" y="73312"/>
                </a:lnTo>
                <a:lnTo>
                  <a:pt x="11901" y="73933"/>
                </a:lnTo>
                <a:lnTo>
                  <a:pt x="11901" y="74377"/>
                </a:lnTo>
                <a:lnTo>
                  <a:pt x="12377" y="74554"/>
                </a:lnTo>
                <a:lnTo>
                  <a:pt x="12377" y="75264"/>
                </a:lnTo>
                <a:lnTo>
                  <a:pt x="12377" y="75708"/>
                </a:lnTo>
                <a:lnTo>
                  <a:pt x="12377" y="76063"/>
                </a:lnTo>
                <a:lnTo>
                  <a:pt x="12377" y="76507"/>
                </a:lnTo>
                <a:lnTo>
                  <a:pt x="12694" y="76951"/>
                </a:lnTo>
                <a:lnTo>
                  <a:pt x="12694" y="77394"/>
                </a:lnTo>
                <a:lnTo>
                  <a:pt x="12694" y="78016"/>
                </a:lnTo>
                <a:lnTo>
                  <a:pt x="12694" y="78282"/>
                </a:lnTo>
                <a:lnTo>
                  <a:pt x="12694" y="78637"/>
                </a:lnTo>
                <a:lnTo>
                  <a:pt x="12694" y="79347"/>
                </a:lnTo>
                <a:lnTo>
                  <a:pt x="12694" y="79525"/>
                </a:lnTo>
                <a:lnTo>
                  <a:pt x="12694" y="80146"/>
                </a:lnTo>
                <a:lnTo>
                  <a:pt x="12694" y="80412"/>
                </a:lnTo>
                <a:lnTo>
                  <a:pt x="13012" y="81033"/>
                </a:lnTo>
                <a:lnTo>
                  <a:pt x="13012" y="81477"/>
                </a:lnTo>
                <a:lnTo>
                  <a:pt x="13012" y="81921"/>
                </a:lnTo>
                <a:lnTo>
                  <a:pt x="13012" y="82276"/>
                </a:lnTo>
                <a:lnTo>
                  <a:pt x="13012" y="82720"/>
                </a:lnTo>
                <a:lnTo>
                  <a:pt x="13488" y="83164"/>
                </a:lnTo>
                <a:lnTo>
                  <a:pt x="13488" y="83607"/>
                </a:lnTo>
                <a:lnTo>
                  <a:pt x="13488" y="84051"/>
                </a:lnTo>
                <a:lnTo>
                  <a:pt x="13488" y="84495"/>
                </a:lnTo>
                <a:lnTo>
                  <a:pt x="13488" y="85116"/>
                </a:lnTo>
                <a:lnTo>
                  <a:pt x="13805" y="85294"/>
                </a:lnTo>
                <a:lnTo>
                  <a:pt x="13805" y="85915"/>
                </a:lnTo>
                <a:lnTo>
                  <a:pt x="13805" y="86359"/>
                </a:lnTo>
              </a:path>
            </a:pathLst>
          </a:custGeom>
          <a:ln w="193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5671729" y="2878826"/>
            <a:ext cx="13488" cy="87690"/>
          </a:xfrm>
          <a:custGeom>
            <a:avLst/>
            <a:gdLst/>
            <a:ahLst/>
            <a:cxnLst/>
            <a:rect l="l" t="t" r="r" b="b"/>
            <a:pathLst>
              <a:path w="13488" h="87690">
                <a:moveTo>
                  <a:pt x="0" y="0"/>
                </a:moveTo>
                <a:lnTo>
                  <a:pt x="0" y="266"/>
                </a:lnTo>
                <a:lnTo>
                  <a:pt x="0" y="887"/>
                </a:lnTo>
                <a:lnTo>
                  <a:pt x="476" y="1065"/>
                </a:lnTo>
                <a:lnTo>
                  <a:pt x="476" y="1775"/>
                </a:lnTo>
                <a:lnTo>
                  <a:pt x="476" y="2130"/>
                </a:lnTo>
                <a:lnTo>
                  <a:pt x="476" y="2573"/>
                </a:lnTo>
                <a:lnTo>
                  <a:pt x="793" y="3017"/>
                </a:lnTo>
                <a:lnTo>
                  <a:pt x="793" y="3461"/>
                </a:lnTo>
                <a:lnTo>
                  <a:pt x="793" y="3905"/>
                </a:lnTo>
                <a:lnTo>
                  <a:pt x="793" y="4349"/>
                </a:lnTo>
                <a:lnTo>
                  <a:pt x="793" y="4704"/>
                </a:lnTo>
                <a:lnTo>
                  <a:pt x="1110" y="5147"/>
                </a:lnTo>
                <a:lnTo>
                  <a:pt x="1110" y="5857"/>
                </a:lnTo>
                <a:lnTo>
                  <a:pt x="1110" y="6035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544"/>
                </a:lnTo>
                <a:lnTo>
                  <a:pt x="1110" y="7988"/>
                </a:lnTo>
                <a:lnTo>
                  <a:pt x="1110" y="8431"/>
                </a:lnTo>
                <a:lnTo>
                  <a:pt x="1110" y="8786"/>
                </a:lnTo>
                <a:lnTo>
                  <a:pt x="1110" y="9230"/>
                </a:lnTo>
                <a:lnTo>
                  <a:pt x="1586" y="9674"/>
                </a:lnTo>
                <a:lnTo>
                  <a:pt x="1586" y="10118"/>
                </a:lnTo>
                <a:lnTo>
                  <a:pt x="1586" y="10561"/>
                </a:lnTo>
                <a:lnTo>
                  <a:pt x="1586" y="11005"/>
                </a:lnTo>
                <a:lnTo>
                  <a:pt x="1904" y="11626"/>
                </a:lnTo>
                <a:lnTo>
                  <a:pt x="1904" y="11804"/>
                </a:lnTo>
                <a:lnTo>
                  <a:pt x="1904" y="12425"/>
                </a:lnTo>
                <a:lnTo>
                  <a:pt x="1904" y="12869"/>
                </a:lnTo>
                <a:lnTo>
                  <a:pt x="1904" y="13135"/>
                </a:lnTo>
                <a:lnTo>
                  <a:pt x="2380" y="13757"/>
                </a:lnTo>
                <a:lnTo>
                  <a:pt x="2380" y="14200"/>
                </a:lnTo>
                <a:lnTo>
                  <a:pt x="2380" y="14644"/>
                </a:lnTo>
                <a:lnTo>
                  <a:pt x="2380" y="14999"/>
                </a:lnTo>
                <a:lnTo>
                  <a:pt x="2380" y="15443"/>
                </a:lnTo>
                <a:lnTo>
                  <a:pt x="2697" y="15887"/>
                </a:lnTo>
                <a:lnTo>
                  <a:pt x="2697" y="16508"/>
                </a:lnTo>
                <a:lnTo>
                  <a:pt x="2697" y="16774"/>
                </a:lnTo>
                <a:lnTo>
                  <a:pt x="2697" y="17396"/>
                </a:lnTo>
                <a:lnTo>
                  <a:pt x="2697" y="17573"/>
                </a:lnTo>
                <a:lnTo>
                  <a:pt x="3173" y="18017"/>
                </a:lnTo>
                <a:lnTo>
                  <a:pt x="3173" y="18727"/>
                </a:lnTo>
                <a:lnTo>
                  <a:pt x="3173" y="18904"/>
                </a:lnTo>
                <a:lnTo>
                  <a:pt x="3173" y="19526"/>
                </a:lnTo>
                <a:lnTo>
                  <a:pt x="3173" y="19970"/>
                </a:lnTo>
                <a:lnTo>
                  <a:pt x="3173" y="20413"/>
                </a:lnTo>
                <a:lnTo>
                  <a:pt x="3173" y="20857"/>
                </a:lnTo>
                <a:lnTo>
                  <a:pt x="3173" y="21212"/>
                </a:lnTo>
                <a:lnTo>
                  <a:pt x="3173" y="21656"/>
                </a:lnTo>
                <a:lnTo>
                  <a:pt x="3491" y="22366"/>
                </a:lnTo>
                <a:lnTo>
                  <a:pt x="3491" y="22543"/>
                </a:lnTo>
                <a:lnTo>
                  <a:pt x="3491" y="22987"/>
                </a:lnTo>
                <a:lnTo>
                  <a:pt x="3491" y="23608"/>
                </a:lnTo>
                <a:lnTo>
                  <a:pt x="3491" y="23786"/>
                </a:lnTo>
                <a:lnTo>
                  <a:pt x="3808" y="24496"/>
                </a:lnTo>
                <a:lnTo>
                  <a:pt x="3808" y="24674"/>
                </a:lnTo>
                <a:lnTo>
                  <a:pt x="3808" y="25295"/>
                </a:lnTo>
                <a:lnTo>
                  <a:pt x="3808" y="25739"/>
                </a:lnTo>
                <a:lnTo>
                  <a:pt x="3808" y="26182"/>
                </a:lnTo>
                <a:lnTo>
                  <a:pt x="4284" y="26626"/>
                </a:lnTo>
                <a:lnTo>
                  <a:pt x="4284" y="27070"/>
                </a:lnTo>
                <a:lnTo>
                  <a:pt x="4284" y="27514"/>
                </a:lnTo>
                <a:lnTo>
                  <a:pt x="4284" y="27869"/>
                </a:lnTo>
                <a:lnTo>
                  <a:pt x="4601" y="28313"/>
                </a:lnTo>
                <a:lnTo>
                  <a:pt x="4601" y="28756"/>
                </a:lnTo>
                <a:lnTo>
                  <a:pt x="4601" y="29378"/>
                </a:lnTo>
                <a:lnTo>
                  <a:pt x="4601" y="29644"/>
                </a:lnTo>
                <a:lnTo>
                  <a:pt x="4601" y="30265"/>
                </a:lnTo>
                <a:lnTo>
                  <a:pt x="5077" y="30709"/>
                </a:lnTo>
                <a:lnTo>
                  <a:pt x="5077" y="31153"/>
                </a:lnTo>
                <a:lnTo>
                  <a:pt x="5077" y="31508"/>
                </a:lnTo>
                <a:lnTo>
                  <a:pt x="5077" y="31774"/>
                </a:lnTo>
                <a:lnTo>
                  <a:pt x="5077" y="32395"/>
                </a:lnTo>
                <a:lnTo>
                  <a:pt x="5077" y="32839"/>
                </a:lnTo>
                <a:lnTo>
                  <a:pt x="5077" y="33283"/>
                </a:lnTo>
                <a:lnTo>
                  <a:pt x="5077" y="33727"/>
                </a:lnTo>
                <a:lnTo>
                  <a:pt x="5077" y="34082"/>
                </a:lnTo>
                <a:lnTo>
                  <a:pt x="5077" y="34525"/>
                </a:lnTo>
                <a:lnTo>
                  <a:pt x="5395" y="35235"/>
                </a:lnTo>
                <a:lnTo>
                  <a:pt x="5395" y="35413"/>
                </a:lnTo>
                <a:lnTo>
                  <a:pt x="5395" y="35857"/>
                </a:lnTo>
                <a:lnTo>
                  <a:pt x="5395" y="36478"/>
                </a:lnTo>
                <a:lnTo>
                  <a:pt x="5712" y="36656"/>
                </a:lnTo>
                <a:lnTo>
                  <a:pt x="5712" y="37366"/>
                </a:lnTo>
                <a:lnTo>
                  <a:pt x="5712" y="37809"/>
                </a:lnTo>
                <a:lnTo>
                  <a:pt x="5712" y="38164"/>
                </a:lnTo>
                <a:lnTo>
                  <a:pt x="5712" y="38608"/>
                </a:lnTo>
                <a:lnTo>
                  <a:pt x="6188" y="39052"/>
                </a:lnTo>
                <a:lnTo>
                  <a:pt x="6188" y="39496"/>
                </a:lnTo>
                <a:lnTo>
                  <a:pt x="6188" y="39940"/>
                </a:lnTo>
                <a:lnTo>
                  <a:pt x="6188" y="40383"/>
                </a:lnTo>
                <a:lnTo>
                  <a:pt x="6188" y="40738"/>
                </a:lnTo>
                <a:lnTo>
                  <a:pt x="6506" y="41182"/>
                </a:lnTo>
                <a:lnTo>
                  <a:pt x="6506" y="41626"/>
                </a:lnTo>
                <a:lnTo>
                  <a:pt x="6506" y="42247"/>
                </a:lnTo>
                <a:lnTo>
                  <a:pt x="6506" y="42513"/>
                </a:lnTo>
                <a:lnTo>
                  <a:pt x="6506" y="43135"/>
                </a:lnTo>
                <a:lnTo>
                  <a:pt x="6982" y="43579"/>
                </a:lnTo>
                <a:lnTo>
                  <a:pt x="6982" y="43756"/>
                </a:lnTo>
                <a:lnTo>
                  <a:pt x="6982" y="44377"/>
                </a:lnTo>
                <a:lnTo>
                  <a:pt x="6982" y="44821"/>
                </a:lnTo>
                <a:lnTo>
                  <a:pt x="7299" y="45265"/>
                </a:lnTo>
                <a:lnTo>
                  <a:pt x="7299" y="45709"/>
                </a:lnTo>
                <a:lnTo>
                  <a:pt x="7299" y="46152"/>
                </a:lnTo>
                <a:lnTo>
                  <a:pt x="7299" y="46596"/>
                </a:lnTo>
                <a:lnTo>
                  <a:pt x="7299" y="47217"/>
                </a:lnTo>
                <a:lnTo>
                  <a:pt x="7299" y="47395"/>
                </a:lnTo>
                <a:lnTo>
                  <a:pt x="7299" y="47839"/>
                </a:lnTo>
                <a:lnTo>
                  <a:pt x="7299" y="48283"/>
                </a:lnTo>
                <a:lnTo>
                  <a:pt x="7299" y="48726"/>
                </a:lnTo>
                <a:lnTo>
                  <a:pt x="7299" y="49348"/>
                </a:lnTo>
                <a:lnTo>
                  <a:pt x="7775" y="49525"/>
                </a:lnTo>
                <a:lnTo>
                  <a:pt x="7775" y="50235"/>
                </a:lnTo>
                <a:lnTo>
                  <a:pt x="7775" y="50590"/>
                </a:lnTo>
                <a:lnTo>
                  <a:pt x="7775" y="51034"/>
                </a:lnTo>
                <a:lnTo>
                  <a:pt x="7775" y="51478"/>
                </a:lnTo>
                <a:lnTo>
                  <a:pt x="8093" y="51922"/>
                </a:lnTo>
                <a:lnTo>
                  <a:pt x="8093" y="52365"/>
                </a:lnTo>
                <a:lnTo>
                  <a:pt x="8093" y="52809"/>
                </a:lnTo>
                <a:lnTo>
                  <a:pt x="8093" y="53164"/>
                </a:lnTo>
                <a:lnTo>
                  <a:pt x="8410" y="53608"/>
                </a:lnTo>
                <a:lnTo>
                  <a:pt x="8410" y="54318"/>
                </a:lnTo>
                <a:lnTo>
                  <a:pt x="8410" y="54495"/>
                </a:lnTo>
                <a:lnTo>
                  <a:pt x="8410" y="54939"/>
                </a:lnTo>
                <a:lnTo>
                  <a:pt x="8410" y="55383"/>
                </a:lnTo>
                <a:lnTo>
                  <a:pt x="8886" y="55738"/>
                </a:lnTo>
                <a:lnTo>
                  <a:pt x="8886" y="56448"/>
                </a:lnTo>
                <a:lnTo>
                  <a:pt x="8886" y="56626"/>
                </a:lnTo>
                <a:lnTo>
                  <a:pt x="8886" y="57247"/>
                </a:lnTo>
                <a:lnTo>
                  <a:pt x="8886" y="57691"/>
                </a:lnTo>
                <a:lnTo>
                  <a:pt x="9203" y="58134"/>
                </a:lnTo>
                <a:lnTo>
                  <a:pt x="9203" y="58578"/>
                </a:lnTo>
                <a:lnTo>
                  <a:pt x="9203" y="59022"/>
                </a:lnTo>
                <a:lnTo>
                  <a:pt x="9203" y="59466"/>
                </a:lnTo>
                <a:lnTo>
                  <a:pt x="9203" y="59821"/>
                </a:lnTo>
                <a:lnTo>
                  <a:pt x="9203" y="60265"/>
                </a:lnTo>
                <a:lnTo>
                  <a:pt x="9203" y="60708"/>
                </a:lnTo>
                <a:lnTo>
                  <a:pt x="9203" y="61330"/>
                </a:lnTo>
                <a:lnTo>
                  <a:pt x="9203" y="61596"/>
                </a:lnTo>
                <a:lnTo>
                  <a:pt x="9679" y="62040"/>
                </a:lnTo>
                <a:lnTo>
                  <a:pt x="9679" y="62395"/>
                </a:lnTo>
                <a:lnTo>
                  <a:pt x="9679" y="62838"/>
                </a:lnTo>
                <a:lnTo>
                  <a:pt x="9679" y="63460"/>
                </a:lnTo>
                <a:lnTo>
                  <a:pt x="9679" y="63726"/>
                </a:lnTo>
                <a:lnTo>
                  <a:pt x="9997" y="64170"/>
                </a:lnTo>
                <a:lnTo>
                  <a:pt x="9997" y="64791"/>
                </a:lnTo>
                <a:lnTo>
                  <a:pt x="9997" y="64969"/>
                </a:lnTo>
                <a:lnTo>
                  <a:pt x="9997" y="65679"/>
                </a:lnTo>
                <a:lnTo>
                  <a:pt x="9997" y="66034"/>
                </a:lnTo>
                <a:lnTo>
                  <a:pt x="10314" y="66477"/>
                </a:lnTo>
                <a:lnTo>
                  <a:pt x="10314" y="66921"/>
                </a:lnTo>
                <a:lnTo>
                  <a:pt x="10314" y="67099"/>
                </a:lnTo>
                <a:lnTo>
                  <a:pt x="10314" y="67809"/>
                </a:lnTo>
                <a:lnTo>
                  <a:pt x="10314" y="68253"/>
                </a:lnTo>
                <a:lnTo>
                  <a:pt x="10790" y="68608"/>
                </a:lnTo>
                <a:lnTo>
                  <a:pt x="10790" y="69051"/>
                </a:lnTo>
                <a:lnTo>
                  <a:pt x="10790" y="69495"/>
                </a:lnTo>
                <a:lnTo>
                  <a:pt x="10790" y="69939"/>
                </a:lnTo>
                <a:lnTo>
                  <a:pt x="11108" y="70383"/>
                </a:lnTo>
                <a:lnTo>
                  <a:pt x="11108" y="70826"/>
                </a:lnTo>
                <a:lnTo>
                  <a:pt x="11108" y="71182"/>
                </a:lnTo>
                <a:lnTo>
                  <a:pt x="11108" y="71892"/>
                </a:lnTo>
                <a:lnTo>
                  <a:pt x="11108" y="72069"/>
                </a:lnTo>
                <a:lnTo>
                  <a:pt x="11584" y="72513"/>
                </a:lnTo>
                <a:lnTo>
                  <a:pt x="11584" y="72957"/>
                </a:lnTo>
                <a:lnTo>
                  <a:pt x="11584" y="73134"/>
                </a:lnTo>
                <a:lnTo>
                  <a:pt x="11584" y="73755"/>
                </a:lnTo>
                <a:lnTo>
                  <a:pt x="11584" y="74199"/>
                </a:lnTo>
                <a:lnTo>
                  <a:pt x="11584" y="74643"/>
                </a:lnTo>
                <a:lnTo>
                  <a:pt x="11584" y="75087"/>
                </a:lnTo>
                <a:lnTo>
                  <a:pt x="11584" y="75531"/>
                </a:lnTo>
                <a:lnTo>
                  <a:pt x="11584" y="75974"/>
                </a:lnTo>
                <a:lnTo>
                  <a:pt x="11584" y="76329"/>
                </a:lnTo>
                <a:lnTo>
                  <a:pt x="11901" y="76773"/>
                </a:lnTo>
                <a:lnTo>
                  <a:pt x="11901" y="77217"/>
                </a:lnTo>
                <a:lnTo>
                  <a:pt x="11901" y="77661"/>
                </a:lnTo>
                <a:lnTo>
                  <a:pt x="11901" y="78104"/>
                </a:lnTo>
                <a:lnTo>
                  <a:pt x="12377" y="78548"/>
                </a:lnTo>
                <a:lnTo>
                  <a:pt x="12377" y="79170"/>
                </a:lnTo>
                <a:lnTo>
                  <a:pt x="12377" y="79347"/>
                </a:lnTo>
                <a:lnTo>
                  <a:pt x="12377" y="79791"/>
                </a:lnTo>
                <a:lnTo>
                  <a:pt x="12377" y="80235"/>
                </a:lnTo>
                <a:lnTo>
                  <a:pt x="12694" y="80678"/>
                </a:lnTo>
                <a:lnTo>
                  <a:pt x="12694" y="81300"/>
                </a:lnTo>
                <a:lnTo>
                  <a:pt x="12694" y="81477"/>
                </a:lnTo>
                <a:lnTo>
                  <a:pt x="12694" y="81921"/>
                </a:lnTo>
                <a:lnTo>
                  <a:pt x="12694" y="82542"/>
                </a:lnTo>
                <a:lnTo>
                  <a:pt x="13012" y="82808"/>
                </a:lnTo>
                <a:lnTo>
                  <a:pt x="13012" y="83430"/>
                </a:lnTo>
                <a:lnTo>
                  <a:pt x="13012" y="83874"/>
                </a:lnTo>
                <a:lnTo>
                  <a:pt x="13012" y="84051"/>
                </a:lnTo>
                <a:lnTo>
                  <a:pt x="13012" y="84761"/>
                </a:lnTo>
                <a:lnTo>
                  <a:pt x="13488" y="84939"/>
                </a:lnTo>
                <a:lnTo>
                  <a:pt x="13488" y="85560"/>
                </a:lnTo>
                <a:lnTo>
                  <a:pt x="13488" y="86004"/>
                </a:lnTo>
                <a:lnTo>
                  <a:pt x="13488" y="86270"/>
                </a:lnTo>
                <a:lnTo>
                  <a:pt x="13488" y="86891"/>
                </a:lnTo>
                <a:lnTo>
                  <a:pt x="13488" y="87335"/>
                </a:lnTo>
                <a:lnTo>
                  <a:pt x="13488" y="87690"/>
                </a:lnTo>
              </a:path>
            </a:pathLst>
          </a:custGeom>
          <a:ln w="1934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5685218" y="2966516"/>
            <a:ext cx="13805" cy="82187"/>
          </a:xfrm>
          <a:custGeom>
            <a:avLst/>
            <a:gdLst/>
            <a:ahLst/>
            <a:cxnLst/>
            <a:rect l="l" t="t" r="r" b="b"/>
            <a:pathLst>
              <a:path w="13805" h="82187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317" y="1331"/>
                </a:lnTo>
                <a:lnTo>
                  <a:pt x="317" y="1775"/>
                </a:lnTo>
                <a:lnTo>
                  <a:pt x="317" y="1952"/>
                </a:lnTo>
                <a:lnTo>
                  <a:pt x="317" y="2573"/>
                </a:lnTo>
                <a:lnTo>
                  <a:pt x="317" y="3017"/>
                </a:lnTo>
                <a:lnTo>
                  <a:pt x="793" y="3461"/>
                </a:lnTo>
                <a:lnTo>
                  <a:pt x="793" y="3905"/>
                </a:lnTo>
                <a:lnTo>
                  <a:pt x="793" y="4349"/>
                </a:lnTo>
                <a:lnTo>
                  <a:pt x="793" y="4792"/>
                </a:lnTo>
                <a:lnTo>
                  <a:pt x="793" y="5147"/>
                </a:lnTo>
                <a:lnTo>
                  <a:pt x="1110" y="5591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922"/>
                </a:lnTo>
                <a:lnTo>
                  <a:pt x="1428" y="7366"/>
                </a:lnTo>
                <a:lnTo>
                  <a:pt x="1428" y="7721"/>
                </a:lnTo>
                <a:lnTo>
                  <a:pt x="1428" y="8165"/>
                </a:lnTo>
                <a:lnTo>
                  <a:pt x="1428" y="8609"/>
                </a:lnTo>
                <a:lnTo>
                  <a:pt x="1428" y="9053"/>
                </a:lnTo>
                <a:lnTo>
                  <a:pt x="1904" y="9496"/>
                </a:lnTo>
                <a:lnTo>
                  <a:pt x="1904" y="9940"/>
                </a:lnTo>
                <a:lnTo>
                  <a:pt x="1904" y="10295"/>
                </a:lnTo>
                <a:lnTo>
                  <a:pt x="1904" y="10739"/>
                </a:lnTo>
                <a:lnTo>
                  <a:pt x="1904" y="11183"/>
                </a:lnTo>
                <a:lnTo>
                  <a:pt x="2221" y="11626"/>
                </a:lnTo>
                <a:lnTo>
                  <a:pt x="2221" y="12070"/>
                </a:lnTo>
                <a:lnTo>
                  <a:pt x="2221" y="12514"/>
                </a:lnTo>
                <a:lnTo>
                  <a:pt x="2221" y="12869"/>
                </a:lnTo>
                <a:lnTo>
                  <a:pt x="2221" y="13313"/>
                </a:lnTo>
                <a:lnTo>
                  <a:pt x="2221" y="13757"/>
                </a:lnTo>
                <a:lnTo>
                  <a:pt x="2221" y="14200"/>
                </a:lnTo>
                <a:lnTo>
                  <a:pt x="2221" y="14644"/>
                </a:lnTo>
                <a:lnTo>
                  <a:pt x="2221" y="15088"/>
                </a:lnTo>
                <a:lnTo>
                  <a:pt x="2697" y="15443"/>
                </a:lnTo>
                <a:lnTo>
                  <a:pt x="2697" y="15887"/>
                </a:lnTo>
                <a:lnTo>
                  <a:pt x="2697" y="16331"/>
                </a:lnTo>
                <a:lnTo>
                  <a:pt x="2697" y="16774"/>
                </a:lnTo>
                <a:lnTo>
                  <a:pt x="2697" y="17218"/>
                </a:lnTo>
                <a:lnTo>
                  <a:pt x="3015" y="17662"/>
                </a:lnTo>
                <a:lnTo>
                  <a:pt x="3015" y="18017"/>
                </a:lnTo>
                <a:lnTo>
                  <a:pt x="3015" y="18461"/>
                </a:lnTo>
                <a:lnTo>
                  <a:pt x="3015" y="18904"/>
                </a:lnTo>
                <a:lnTo>
                  <a:pt x="3015" y="19348"/>
                </a:lnTo>
                <a:lnTo>
                  <a:pt x="3332" y="19792"/>
                </a:lnTo>
                <a:lnTo>
                  <a:pt x="3332" y="20236"/>
                </a:lnTo>
                <a:lnTo>
                  <a:pt x="3332" y="20591"/>
                </a:lnTo>
                <a:lnTo>
                  <a:pt x="3332" y="20857"/>
                </a:lnTo>
                <a:lnTo>
                  <a:pt x="3332" y="21478"/>
                </a:lnTo>
                <a:lnTo>
                  <a:pt x="3808" y="21922"/>
                </a:lnTo>
                <a:lnTo>
                  <a:pt x="3808" y="22100"/>
                </a:lnTo>
                <a:lnTo>
                  <a:pt x="3808" y="22810"/>
                </a:lnTo>
                <a:lnTo>
                  <a:pt x="3808" y="23165"/>
                </a:lnTo>
                <a:lnTo>
                  <a:pt x="4125" y="23608"/>
                </a:lnTo>
                <a:lnTo>
                  <a:pt x="4125" y="24052"/>
                </a:lnTo>
                <a:lnTo>
                  <a:pt x="4125" y="24496"/>
                </a:lnTo>
                <a:lnTo>
                  <a:pt x="4125" y="24940"/>
                </a:lnTo>
                <a:lnTo>
                  <a:pt x="4125" y="25295"/>
                </a:lnTo>
                <a:lnTo>
                  <a:pt x="4125" y="25561"/>
                </a:lnTo>
                <a:lnTo>
                  <a:pt x="4125" y="26182"/>
                </a:lnTo>
                <a:lnTo>
                  <a:pt x="4125" y="26626"/>
                </a:lnTo>
                <a:lnTo>
                  <a:pt x="4125" y="26804"/>
                </a:lnTo>
                <a:lnTo>
                  <a:pt x="4125" y="27247"/>
                </a:lnTo>
                <a:lnTo>
                  <a:pt x="4601" y="27869"/>
                </a:lnTo>
                <a:lnTo>
                  <a:pt x="4601" y="28135"/>
                </a:lnTo>
                <a:lnTo>
                  <a:pt x="4601" y="28579"/>
                </a:lnTo>
                <a:lnTo>
                  <a:pt x="4601" y="29200"/>
                </a:lnTo>
                <a:lnTo>
                  <a:pt x="4601" y="29378"/>
                </a:lnTo>
                <a:lnTo>
                  <a:pt x="4919" y="29821"/>
                </a:lnTo>
                <a:lnTo>
                  <a:pt x="4919" y="30265"/>
                </a:lnTo>
                <a:lnTo>
                  <a:pt x="4919" y="30709"/>
                </a:lnTo>
                <a:lnTo>
                  <a:pt x="4919" y="31153"/>
                </a:lnTo>
                <a:lnTo>
                  <a:pt x="5395" y="31597"/>
                </a:lnTo>
                <a:lnTo>
                  <a:pt x="5395" y="31952"/>
                </a:lnTo>
                <a:lnTo>
                  <a:pt x="5395" y="32395"/>
                </a:lnTo>
                <a:lnTo>
                  <a:pt x="5395" y="32839"/>
                </a:lnTo>
                <a:lnTo>
                  <a:pt x="5395" y="33283"/>
                </a:lnTo>
                <a:lnTo>
                  <a:pt x="5712" y="33727"/>
                </a:lnTo>
                <a:lnTo>
                  <a:pt x="5712" y="34170"/>
                </a:lnTo>
                <a:lnTo>
                  <a:pt x="5712" y="34525"/>
                </a:lnTo>
                <a:lnTo>
                  <a:pt x="5712" y="34969"/>
                </a:lnTo>
                <a:lnTo>
                  <a:pt x="5712" y="35235"/>
                </a:lnTo>
                <a:lnTo>
                  <a:pt x="6030" y="35857"/>
                </a:lnTo>
                <a:lnTo>
                  <a:pt x="6030" y="36301"/>
                </a:lnTo>
                <a:lnTo>
                  <a:pt x="6030" y="36478"/>
                </a:lnTo>
                <a:lnTo>
                  <a:pt x="6030" y="37099"/>
                </a:lnTo>
                <a:lnTo>
                  <a:pt x="6030" y="37366"/>
                </a:lnTo>
                <a:lnTo>
                  <a:pt x="6506" y="37809"/>
                </a:lnTo>
                <a:lnTo>
                  <a:pt x="6506" y="38431"/>
                </a:lnTo>
                <a:lnTo>
                  <a:pt x="6506" y="38608"/>
                </a:lnTo>
                <a:lnTo>
                  <a:pt x="6506" y="39052"/>
                </a:lnTo>
                <a:lnTo>
                  <a:pt x="6506" y="39496"/>
                </a:lnTo>
                <a:lnTo>
                  <a:pt x="6506" y="39940"/>
                </a:lnTo>
                <a:lnTo>
                  <a:pt x="6506" y="40383"/>
                </a:lnTo>
                <a:lnTo>
                  <a:pt x="6506" y="40738"/>
                </a:lnTo>
                <a:lnTo>
                  <a:pt x="6506" y="41182"/>
                </a:lnTo>
                <a:lnTo>
                  <a:pt x="6823" y="41626"/>
                </a:lnTo>
                <a:lnTo>
                  <a:pt x="6823" y="42070"/>
                </a:lnTo>
                <a:lnTo>
                  <a:pt x="6823" y="42247"/>
                </a:lnTo>
                <a:lnTo>
                  <a:pt x="6823" y="42957"/>
                </a:lnTo>
                <a:lnTo>
                  <a:pt x="6823" y="43312"/>
                </a:lnTo>
                <a:lnTo>
                  <a:pt x="7299" y="43579"/>
                </a:lnTo>
                <a:lnTo>
                  <a:pt x="7299" y="44200"/>
                </a:lnTo>
                <a:lnTo>
                  <a:pt x="7299" y="44466"/>
                </a:lnTo>
                <a:lnTo>
                  <a:pt x="7299" y="44821"/>
                </a:lnTo>
                <a:lnTo>
                  <a:pt x="7299" y="45265"/>
                </a:lnTo>
                <a:lnTo>
                  <a:pt x="7616" y="45709"/>
                </a:lnTo>
                <a:lnTo>
                  <a:pt x="7616" y="46152"/>
                </a:lnTo>
                <a:lnTo>
                  <a:pt x="7616" y="46596"/>
                </a:lnTo>
                <a:lnTo>
                  <a:pt x="7616" y="46774"/>
                </a:lnTo>
                <a:lnTo>
                  <a:pt x="7934" y="47395"/>
                </a:lnTo>
                <a:lnTo>
                  <a:pt x="7934" y="47839"/>
                </a:lnTo>
                <a:lnTo>
                  <a:pt x="7934" y="48105"/>
                </a:lnTo>
                <a:lnTo>
                  <a:pt x="7934" y="48726"/>
                </a:lnTo>
                <a:lnTo>
                  <a:pt x="7934" y="49170"/>
                </a:lnTo>
                <a:lnTo>
                  <a:pt x="8410" y="49348"/>
                </a:lnTo>
                <a:lnTo>
                  <a:pt x="8410" y="49791"/>
                </a:lnTo>
                <a:lnTo>
                  <a:pt x="8410" y="50413"/>
                </a:lnTo>
                <a:lnTo>
                  <a:pt x="8410" y="50679"/>
                </a:lnTo>
                <a:lnTo>
                  <a:pt x="8410" y="51034"/>
                </a:lnTo>
                <a:lnTo>
                  <a:pt x="8410" y="51478"/>
                </a:lnTo>
                <a:lnTo>
                  <a:pt x="8410" y="51922"/>
                </a:lnTo>
                <a:lnTo>
                  <a:pt x="8410" y="52365"/>
                </a:lnTo>
                <a:lnTo>
                  <a:pt x="8410" y="52809"/>
                </a:lnTo>
                <a:lnTo>
                  <a:pt x="8410" y="52987"/>
                </a:lnTo>
                <a:lnTo>
                  <a:pt x="8727" y="53608"/>
                </a:lnTo>
                <a:lnTo>
                  <a:pt x="8727" y="53874"/>
                </a:lnTo>
                <a:lnTo>
                  <a:pt x="8727" y="54318"/>
                </a:lnTo>
                <a:lnTo>
                  <a:pt x="8727" y="54673"/>
                </a:lnTo>
                <a:lnTo>
                  <a:pt x="8727" y="55117"/>
                </a:lnTo>
                <a:lnTo>
                  <a:pt x="9203" y="55561"/>
                </a:lnTo>
                <a:lnTo>
                  <a:pt x="9203" y="56004"/>
                </a:lnTo>
                <a:lnTo>
                  <a:pt x="9203" y="56182"/>
                </a:lnTo>
                <a:lnTo>
                  <a:pt x="9203" y="56626"/>
                </a:lnTo>
                <a:lnTo>
                  <a:pt x="9521" y="57247"/>
                </a:lnTo>
                <a:lnTo>
                  <a:pt x="9521" y="57513"/>
                </a:lnTo>
                <a:lnTo>
                  <a:pt x="9521" y="57957"/>
                </a:lnTo>
                <a:lnTo>
                  <a:pt x="9521" y="58401"/>
                </a:lnTo>
                <a:lnTo>
                  <a:pt x="9521" y="58756"/>
                </a:lnTo>
                <a:lnTo>
                  <a:pt x="9997" y="59200"/>
                </a:lnTo>
                <a:lnTo>
                  <a:pt x="9997" y="59643"/>
                </a:lnTo>
                <a:lnTo>
                  <a:pt x="9997" y="59821"/>
                </a:lnTo>
                <a:lnTo>
                  <a:pt x="9997" y="60265"/>
                </a:lnTo>
                <a:lnTo>
                  <a:pt x="9997" y="60975"/>
                </a:lnTo>
                <a:lnTo>
                  <a:pt x="10314" y="61152"/>
                </a:lnTo>
                <a:lnTo>
                  <a:pt x="10314" y="61596"/>
                </a:lnTo>
                <a:lnTo>
                  <a:pt x="10314" y="62040"/>
                </a:lnTo>
                <a:lnTo>
                  <a:pt x="10314" y="62395"/>
                </a:lnTo>
                <a:lnTo>
                  <a:pt x="10314" y="62838"/>
                </a:lnTo>
                <a:lnTo>
                  <a:pt x="10631" y="63282"/>
                </a:lnTo>
                <a:lnTo>
                  <a:pt x="10631" y="63549"/>
                </a:lnTo>
                <a:lnTo>
                  <a:pt x="10631" y="63904"/>
                </a:lnTo>
                <a:lnTo>
                  <a:pt x="10631" y="64614"/>
                </a:lnTo>
                <a:lnTo>
                  <a:pt x="10631" y="64791"/>
                </a:lnTo>
                <a:lnTo>
                  <a:pt x="10631" y="65235"/>
                </a:lnTo>
                <a:lnTo>
                  <a:pt x="10631" y="65679"/>
                </a:lnTo>
                <a:lnTo>
                  <a:pt x="10631" y="65856"/>
                </a:lnTo>
                <a:lnTo>
                  <a:pt x="10631" y="66477"/>
                </a:lnTo>
                <a:lnTo>
                  <a:pt x="11108" y="66921"/>
                </a:lnTo>
                <a:lnTo>
                  <a:pt x="11108" y="67188"/>
                </a:lnTo>
                <a:lnTo>
                  <a:pt x="11108" y="67543"/>
                </a:lnTo>
                <a:lnTo>
                  <a:pt x="11108" y="67986"/>
                </a:lnTo>
                <a:lnTo>
                  <a:pt x="11108" y="68430"/>
                </a:lnTo>
                <a:lnTo>
                  <a:pt x="11425" y="68874"/>
                </a:lnTo>
                <a:lnTo>
                  <a:pt x="11425" y="69318"/>
                </a:lnTo>
                <a:lnTo>
                  <a:pt x="11425" y="69495"/>
                </a:lnTo>
                <a:lnTo>
                  <a:pt x="11425" y="69939"/>
                </a:lnTo>
                <a:lnTo>
                  <a:pt x="11425" y="70383"/>
                </a:lnTo>
                <a:lnTo>
                  <a:pt x="11901" y="70826"/>
                </a:lnTo>
                <a:lnTo>
                  <a:pt x="11901" y="71270"/>
                </a:lnTo>
                <a:lnTo>
                  <a:pt x="11901" y="71625"/>
                </a:lnTo>
                <a:lnTo>
                  <a:pt x="11901" y="71892"/>
                </a:lnTo>
                <a:lnTo>
                  <a:pt x="12218" y="72335"/>
                </a:lnTo>
                <a:lnTo>
                  <a:pt x="12218" y="72690"/>
                </a:lnTo>
                <a:lnTo>
                  <a:pt x="12218" y="73134"/>
                </a:lnTo>
                <a:lnTo>
                  <a:pt x="12218" y="73578"/>
                </a:lnTo>
                <a:lnTo>
                  <a:pt x="12218" y="74022"/>
                </a:lnTo>
                <a:lnTo>
                  <a:pt x="12536" y="74199"/>
                </a:lnTo>
                <a:lnTo>
                  <a:pt x="12536" y="74643"/>
                </a:lnTo>
                <a:lnTo>
                  <a:pt x="12536" y="75087"/>
                </a:lnTo>
                <a:lnTo>
                  <a:pt x="12536" y="75531"/>
                </a:lnTo>
                <a:lnTo>
                  <a:pt x="12536" y="75974"/>
                </a:lnTo>
                <a:lnTo>
                  <a:pt x="12536" y="76329"/>
                </a:lnTo>
                <a:lnTo>
                  <a:pt x="12536" y="76596"/>
                </a:lnTo>
                <a:lnTo>
                  <a:pt x="12536" y="77039"/>
                </a:lnTo>
                <a:lnTo>
                  <a:pt x="12536" y="77483"/>
                </a:lnTo>
                <a:lnTo>
                  <a:pt x="12536" y="77661"/>
                </a:lnTo>
                <a:lnTo>
                  <a:pt x="13012" y="78282"/>
                </a:lnTo>
                <a:lnTo>
                  <a:pt x="13012" y="78726"/>
                </a:lnTo>
                <a:lnTo>
                  <a:pt x="13012" y="78903"/>
                </a:lnTo>
                <a:lnTo>
                  <a:pt x="13012" y="79347"/>
                </a:lnTo>
                <a:lnTo>
                  <a:pt x="13329" y="79791"/>
                </a:lnTo>
                <a:lnTo>
                  <a:pt x="13329" y="80057"/>
                </a:lnTo>
                <a:lnTo>
                  <a:pt x="13329" y="80412"/>
                </a:lnTo>
                <a:lnTo>
                  <a:pt x="13329" y="81122"/>
                </a:lnTo>
                <a:lnTo>
                  <a:pt x="13329" y="81300"/>
                </a:lnTo>
                <a:lnTo>
                  <a:pt x="13805" y="81743"/>
                </a:lnTo>
                <a:lnTo>
                  <a:pt x="13805" y="82187"/>
                </a:lnTo>
              </a:path>
            </a:pathLst>
          </a:custGeom>
          <a:ln w="193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5699023" y="3048704"/>
            <a:ext cx="13329" cy="69051"/>
          </a:xfrm>
          <a:custGeom>
            <a:avLst/>
            <a:gdLst/>
            <a:ahLst/>
            <a:cxnLst/>
            <a:rect l="l" t="t" r="r" b="b"/>
            <a:pathLst>
              <a:path w="13329" h="69051">
                <a:moveTo>
                  <a:pt x="0" y="0"/>
                </a:moveTo>
                <a:lnTo>
                  <a:pt x="0" y="177"/>
                </a:lnTo>
                <a:lnTo>
                  <a:pt x="0" y="621"/>
                </a:lnTo>
                <a:lnTo>
                  <a:pt x="0" y="1065"/>
                </a:lnTo>
                <a:lnTo>
                  <a:pt x="317" y="1242"/>
                </a:lnTo>
                <a:lnTo>
                  <a:pt x="317" y="1863"/>
                </a:lnTo>
                <a:lnTo>
                  <a:pt x="317" y="2307"/>
                </a:lnTo>
                <a:lnTo>
                  <a:pt x="317" y="2573"/>
                </a:lnTo>
                <a:lnTo>
                  <a:pt x="317" y="3017"/>
                </a:lnTo>
                <a:lnTo>
                  <a:pt x="793" y="3372"/>
                </a:lnTo>
                <a:lnTo>
                  <a:pt x="793" y="3638"/>
                </a:lnTo>
                <a:lnTo>
                  <a:pt x="793" y="4082"/>
                </a:lnTo>
                <a:lnTo>
                  <a:pt x="793" y="4437"/>
                </a:lnTo>
                <a:lnTo>
                  <a:pt x="793" y="4881"/>
                </a:lnTo>
                <a:lnTo>
                  <a:pt x="793" y="5325"/>
                </a:lnTo>
                <a:lnTo>
                  <a:pt x="793" y="5769"/>
                </a:lnTo>
                <a:lnTo>
                  <a:pt x="793" y="5946"/>
                </a:lnTo>
                <a:lnTo>
                  <a:pt x="793" y="6390"/>
                </a:lnTo>
                <a:lnTo>
                  <a:pt x="1110" y="6834"/>
                </a:lnTo>
                <a:lnTo>
                  <a:pt x="1110" y="7277"/>
                </a:lnTo>
                <a:lnTo>
                  <a:pt x="1110" y="7455"/>
                </a:lnTo>
                <a:lnTo>
                  <a:pt x="1110" y="7899"/>
                </a:lnTo>
                <a:lnTo>
                  <a:pt x="1110" y="8343"/>
                </a:lnTo>
                <a:lnTo>
                  <a:pt x="1428" y="8520"/>
                </a:lnTo>
                <a:lnTo>
                  <a:pt x="1428" y="8964"/>
                </a:lnTo>
                <a:lnTo>
                  <a:pt x="1428" y="9585"/>
                </a:lnTo>
                <a:lnTo>
                  <a:pt x="1428" y="9851"/>
                </a:lnTo>
                <a:lnTo>
                  <a:pt x="1428" y="10295"/>
                </a:lnTo>
                <a:lnTo>
                  <a:pt x="1904" y="10739"/>
                </a:lnTo>
                <a:lnTo>
                  <a:pt x="1904" y="10916"/>
                </a:lnTo>
                <a:lnTo>
                  <a:pt x="1904" y="11360"/>
                </a:lnTo>
                <a:lnTo>
                  <a:pt x="1904" y="11804"/>
                </a:lnTo>
                <a:lnTo>
                  <a:pt x="2221" y="11982"/>
                </a:lnTo>
                <a:lnTo>
                  <a:pt x="2221" y="12425"/>
                </a:lnTo>
                <a:lnTo>
                  <a:pt x="2221" y="12869"/>
                </a:lnTo>
                <a:lnTo>
                  <a:pt x="2221" y="13047"/>
                </a:lnTo>
                <a:lnTo>
                  <a:pt x="2221" y="13490"/>
                </a:lnTo>
                <a:lnTo>
                  <a:pt x="2697" y="13934"/>
                </a:lnTo>
                <a:lnTo>
                  <a:pt x="2697" y="14378"/>
                </a:lnTo>
                <a:lnTo>
                  <a:pt x="2697" y="14555"/>
                </a:lnTo>
                <a:lnTo>
                  <a:pt x="2697" y="15177"/>
                </a:lnTo>
                <a:lnTo>
                  <a:pt x="2697" y="15443"/>
                </a:lnTo>
                <a:lnTo>
                  <a:pt x="3015" y="15798"/>
                </a:lnTo>
                <a:lnTo>
                  <a:pt x="3015" y="16242"/>
                </a:lnTo>
                <a:lnTo>
                  <a:pt x="3015" y="16686"/>
                </a:lnTo>
                <a:lnTo>
                  <a:pt x="3015" y="16952"/>
                </a:lnTo>
                <a:lnTo>
                  <a:pt x="3015" y="17307"/>
                </a:lnTo>
                <a:lnTo>
                  <a:pt x="3015" y="17751"/>
                </a:lnTo>
                <a:lnTo>
                  <a:pt x="3015" y="18017"/>
                </a:lnTo>
                <a:lnTo>
                  <a:pt x="3015" y="18372"/>
                </a:lnTo>
                <a:lnTo>
                  <a:pt x="3015" y="18816"/>
                </a:lnTo>
                <a:lnTo>
                  <a:pt x="3332" y="19082"/>
                </a:lnTo>
                <a:lnTo>
                  <a:pt x="3332" y="19526"/>
                </a:lnTo>
                <a:lnTo>
                  <a:pt x="3332" y="19881"/>
                </a:lnTo>
                <a:lnTo>
                  <a:pt x="3332" y="20147"/>
                </a:lnTo>
                <a:lnTo>
                  <a:pt x="3332" y="20591"/>
                </a:lnTo>
                <a:lnTo>
                  <a:pt x="3808" y="20946"/>
                </a:lnTo>
                <a:lnTo>
                  <a:pt x="3808" y="21390"/>
                </a:lnTo>
                <a:lnTo>
                  <a:pt x="3808" y="21656"/>
                </a:lnTo>
                <a:lnTo>
                  <a:pt x="3808" y="22100"/>
                </a:lnTo>
                <a:lnTo>
                  <a:pt x="3808" y="22455"/>
                </a:lnTo>
                <a:lnTo>
                  <a:pt x="4125" y="22721"/>
                </a:lnTo>
                <a:lnTo>
                  <a:pt x="4125" y="23165"/>
                </a:lnTo>
                <a:lnTo>
                  <a:pt x="4125" y="23520"/>
                </a:lnTo>
                <a:lnTo>
                  <a:pt x="4125" y="23786"/>
                </a:lnTo>
                <a:lnTo>
                  <a:pt x="4125" y="24230"/>
                </a:lnTo>
                <a:lnTo>
                  <a:pt x="4601" y="24674"/>
                </a:lnTo>
                <a:lnTo>
                  <a:pt x="4601" y="24851"/>
                </a:lnTo>
                <a:lnTo>
                  <a:pt x="4601" y="25295"/>
                </a:lnTo>
                <a:lnTo>
                  <a:pt x="4601" y="25739"/>
                </a:lnTo>
                <a:lnTo>
                  <a:pt x="4919" y="26094"/>
                </a:lnTo>
                <a:lnTo>
                  <a:pt x="4919" y="26360"/>
                </a:lnTo>
                <a:lnTo>
                  <a:pt x="4919" y="26804"/>
                </a:lnTo>
                <a:lnTo>
                  <a:pt x="4919" y="27247"/>
                </a:lnTo>
                <a:lnTo>
                  <a:pt x="4919" y="27425"/>
                </a:lnTo>
                <a:lnTo>
                  <a:pt x="4919" y="27869"/>
                </a:lnTo>
                <a:lnTo>
                  <a:pt x="4919" y="28313"/>
                </a:lnTo>
                <a:lnTo>
                  <a:pt x="4919" y="28490"/>
                </a:lnTo>
                <a:lnTo>
                  <a:pt x="4919" y="28934"/>
                </a:lnTo>
                <a:lnTo>
                  <a:pt x="4919" y="29378"/>
                </a:lnTo>
                <a:lnTo>
                  <a:pt x="5236" y="29555"/>
                </a:lnTo>
                <a:lnTo>
                  <a:pt x="5236" y="29999"/>
                </a:lnTo>
                <a:lnTo>
                  <a:pt x="5236" y="30443"/>
                </a:lnTo>
                <a:lnTo>
                  <a:pt x="5236" y="30886"/>
                </a:lnTo>
                <a:lnTo>
                  <a:pt x="5236" y="31064"/>
                </a:lnTo>
                <a:lnTo>
                  <a:pt x="5712" y="31508"/>
                </a:lnTo>
                <a:lnTo>
                  <a:pt x="5712" y="31952"/>
                </a:lnTo>
                <a:lnTo>
                  <a:pt x="5712" y="32129"/>
                </a:lnTo>
                <a:lnTo>
                  <a:pt x="5712" y="32573"/>
                </a:lnTo>
                <a:lnTo>
                  <a:pt x="6030" y="32750"/>
                </a:lnTo>
                <a:lnTo>
                  <a:pt x="6030" y="33194"/>
                </a:lnTo>
                <a:lnTo>
                  <a:pt x="6030" y="33460"/>
                </a:lnTo>
                <a:lnTo>
                  <a:pt x="6030" y="33815"/>
                </a:lnTo>
                <a:lnTo>
                  <a:pt x="6030" y="34259"/>
                </a:lnTo>
                <a:lnTo>
                  <a:pt x="6506" y="34525"/>
                </a:lnTo>
                <a:lnTo>
                  <a:pt x="6506" y="34969"/>
                </a:lnTo>
                <a:lnTo>
                  <a:pt x="6506" y="35324"/>
                </a:lnTo>
                <a:lnTo>
                  <a:pt x="6506" y="35591"/>
                </a:lnTo>
                <a:lnTo>
                  <a:pt x="6506" y="36034"/>
                </a:lnTo>
                <a:lnTo>
                  <a:pt x="6823" y="36389"/>
                </a:lnTo>
                <a:lnTo>
                  <a:pt x="6823" y="36656"/>
                </a:lnTo>
                <a:lnTo>
                  <a:pt x="6823" y="37099"/>
                </a:lnTo>
                <a:lnTo>
                  <a:pt x="6823" y="37454"/>
                </a:lnTo>
                <a:lnTo>
                  <a:pt x="6823" y="37721"/>
                </a:lnTo>
                <a:lnTo>
                  <a:pt x="7299" y="37898"/>
                </a:lnTo>
                <a:lnTo>
                  <a:pt x="7299" y="38342"/>
                </a:lnTo>
                <a:lnTo>
                  <a:pt x="7299" y="38786"/>
                </a:lnTo>
                <a:lnTo>
                  <a:pt x="7299" y="38963"/>
                </a:lnTo>
                <a:lnTo>
                  <a:pt x="7299" y="39407"/>
                </a:lnTo>
                <a:lnTo>
                  <a:pt x="7299" y="39851"/>
                </a:lnTo>
                <a:lnTo>
                  <a:pt x="7299" y="40295"/>
                </a:lnTo>
                <a:lnTo>
                  <a:pt x="7299" y="40472"/>
                </a:lnTo>
                <a:lnTo>
                  <a:pt x="7299" y="40916"/>
                </a:lnTo>
                <a:lnTo>
                  <a:pt x="7616" y="41360"/>
                </a:lnTo>
                <a:lnTo>
                  <a:pt x="7616" y="41803"/>
                </a:lnTo>
                <a:lnTo>
                  <a:pt x="7616" y="42247"/>
                </a:lnTo>
                <a:lnTo>
                  <a:pt x="7616" y="42602"/>
                </a:lnTo>
                <a:lnTo>
                  <a:pt x="7934" y="42868"/>
                </a:lnTo>
                <a:lnTo>
                  <a:pt x="7934" y="43312"/>
                </a:lnTo>
                <a:lnTo>
                  <a:pt x="7934" y="43756"/>
                </a:lnTo>
                <a:lnTo>
                  <a:pt x="7934" y="43934"/>
                </a:lnTo>
                <a:lnTo>
                  <a:pt x="7934" y="44111"/>
                </a:lnTo>
                <a:lnTo>
                  <a:pt x="8410" y="44555"/>
                </a:lnTo>
                <a:lnTo>
                  <a:pt x="8410" y="44999"/>
                </a:lnTo>
                <a:lnTo>
                  <a:pt x="8410" y="45176"/>
                </a:lnTo>
                <a:lnTo>
                  <a:pt x="8410" y="45620"/>
                </a:lnTo>
                <a:lnTo>
                  <a:pt x="8727" y="46064"/>
                </a:lnTo>
                <a:lnTo>
                  <a:pt x="8727" y="46330"/>
                </a:lnTo>
                <a:lnTo>
                  <a:pt x="8727" y="46507"/>
                </a:lnTo>
                <a:lnTo>
                  <a:pt x="8727" y="46951"/>
                </a:lnTo>
                <a:lnTo>
                  <a:pt x="8727" y="47395"/>
                </a:lnTo>
                <a:lnTo>
                  <a:pt x="9203" y="47573"/>
                </a:lnTo>
                <a:lnTo>
                  <a:pt x="9203" y="48016"/>
                </a:lnTo>
                <a:lnTo>
                  <a:pt x="9203" y="48460"/>
                </a:lnTo>
                <a:lnTo>
                  <a:pt x="9203" y="48638"/>
                </a:lnTo>
                <a:lnTo>
                  <a:pt x="9203" y="48904"/>
                </a:lnTo>
                <a:lnTo>
                  <a:pt x="9203" y="49259"/>
                </a:lnTo>
                <a:lnTo>
                  <a:pt x="9203" y="49703"/>
                </a:lnTo>
                <a:lnTo>
                  <a:pt x="9203" y="49969"/>
                </a:lnTo>
                <a:lnTo>
                  <a:pt x="9203" y="50324"/>
                </a:lnTo>
                <a:lnTo>
                  <a:pt x="9203" y="50768"/>
                </a:lnTo>
                <a:lnTo>
                  <a:pt x="9521" y="50768"/>
                </a:lnTo>
                <a:lnTo>
                  <a:pt x="9521" y="51211"/>
                </a:lnTo>
                <a:lnTo>
                  <a:pt x="9521" y="51655"/>
                </a:lnTo>
                <a:lnTo>
                  <a:pt x="9521" y="52099"/>
                </a:lnTo>
                <a:lnTo>
                  <a:pt x="9838" y="52277"/>
                </a:lnTo>
                <a:lnTo>
                  <a:pt x="9838" y="52543"/>
                </a:lnTo>
                <a:lnTo>
                  <a:pt x="9838" y="52898"/>
                </a:lnTo>
                <a:lnTo>
                  <a:pt x="9838" y="53164"/>
                </a:lnTo>
                <a:lnTo>
                  <a:pt x="9838" y="53608"/>
                </a:lnTo>
                <a:lnTo>
                  <a:pt x="10314" y="54052"/>
                </a:lnTo>
                <a:lnTo>
                  <a:pt x="10314" y="54229"/>
                </a:lnTo>
                <a:lnTo>
                  <a:pt x="10314" y="54407"/>
                </a:lnTo>
                <a:lnTo>
                  <a:pt x="10314" y="54850"/>
                </a:lnTo>
                <a:lnTo>
                  <a:pt x="10314" y="55294"/>
                </a:lnTo>
                <a:lnTo>
                  <a:pt x="10631" y="55472"/>
                </a:lnTo>
                <a:lnTo>
                  <a:pt x="10631" y="55738"/>
                </a:lnTo>
                <a:lnTo>
                  <a:pt x="10631" y="56182"/>
                </a:lnTo>
                <a:lnTo>
                  <a:pt x="10631" y="56626"/>
                </a:lnTo>
                <a:lnTo>
                  <a:pt x="10631" y="56803"/>
                </a:lnTo>
                <a:lnTo>
                  <a:pt x="11108" y="57247"/>
                </a:lnTo>
                <a:lnTo>
                  <a:pt x="11108" y="57424"/>
                </a:lnTo>
                <a:lnTo>
                  <a:pt x="11108" y="57868"/>
                </a:lnTo>
                <a:lnTo>
                  <a:pt x="11108" y="58046"/>
                </a:lnTo>
                <a:lnTo>
                  <a:pt x="11425" y="58489"/>
                </a:lnTo>
                <a:lnTo>
                  <a:pt x="11425" y="58756"/>
                </a:lnTo>
                <a:lnTo>
                  <a:pt x="11425" y="59111"/>
                </a:lnTo>
                <a:lnTo>
                  <a:pt x="11425" y="59377"/>
                </a:lnTo>
                <a:lnTo>
                  <a:pt x="11425" y="59821"/>
                </a:lnTo>
                <a:lnTo>
                  <a:pt x="11425" y="59998"/>
                </a:lnTo>
                <a:lnTo>
                  <a:pt x="11425" y="60265"/>
                </a:lnTo>
                <a:lnTo>
                  <a:pt x="11425" y="60620"/>
                </a:lnTo>
                <a:lnTo>
                  <a:pt x="11425" y="61063"/>
                </a:lnTo>
                <a:lnTo>
                  <a:pt x="11425" y="61330"/>
                </a:lnTo>
                <a:lnTo>
                  <a:pt x="11901" y="61507"/>
                </a:lnTo>
                <a:lnTo>
                  <a:pt x="11901" y="61951"/>
                </a:lnTo>
                <a:lnTo>
                  <a:pt x="11901" y="62395"/>
                </a:lnTo>
                <a:lnTo>
                  <a:pt x="11901" y="62572"/>
                </a:lnTo>
                <a:lnTo>
                  <a:pt x="11901" y="62838"/>
                </a:lnTo>
                <a:lnTo>
                  <a:pt x="12218" y="63194"/>
                </a:lnTo>
                <a:lnTo>
                  <a:pt x="12218" y="63637"/>
                </a:lnTo>
                <a:lnTo>
                  <a:pt x="12218" y="63904"/>
                </a:lnTo>
                <a:lnTo>
                  <a:pt x="12218" y="64081"/>
                </a:lnTo>
                <a:lnTo>
                  <a:pt x="12536" y="64525"/>
                </a:lnTo>
                <a:lnTo>
                  <a:pt x="12536" y="64702"/>
                </a:lnTo>
                <a:lnTo>
                  <a:pt x="12536" y="64969"/>
                </a:lnTo>
                <a:lnTo>
                  <a:pt x="12536" y="65412"/>
                </a:lnTo>
                <a:lnTo>
                  <a:pt x="12536" y="65767"/>
                </a:lnTo>
                <a:lnTo>
                  <a:pt x="13012" y="66034"/>
                </a:lnTo>
                <a:lnTo>
                  <a:pt x="13012" y="66211"/>
                </a:lnTo>
                <a:lnTo>
                  <a:pt x="13012" y="66655"/>
                </a:lnTo>
                <a:lnTo>
                  <a:pt x="13012" y="66832"/>
                </a:lnTo>
                <a:lnTo>
                  <a:pt x="13012" y="67276"/>
                </a:lnTo>
                <a:lnTo>
                  <a:pt x="13329" y="67543"/>
                </a:lnTo>
                <a:lnTo>
                  <a:pt x="13329" y="67720"/>
                </a:lnTo>
                <a:lnTo>
                  <a:pt x="13329" y="68164"/>
                </a:lnTo>
                <a:lnTo>
                  <a:pt x="13329" y="68608"/>
                </a:lnTo>
                <a:lnTo>
                  <a:pt x="13329" y="69051"/>
                </a:lnTo>
              </a:path>
            </a:pathLst>
          </a:custGeom>
          <a:ln w="192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5712353" y="3117756"/>
            <a:ext cx="13805" cy="49969"/>
          </a:xfrm>
          <a:custGeom>
            <a:avLst/>
            <a:gdLst/>
            <a:ahLst/>
            <a:cxnLst/>
            <a:rect l="l" t="t" r="r" b="b"/>
            <a:pathLst>
              <a:path w="13805" h="49969">
                <a:moveTo>
                  <a:pt x="0" y="0"/>
                </a:moveTo>
                <a:lnTo>
                  <a:pt x="0" y="355"/>
                </a:lnTo>
                <a:lnTo>
                  <a:pt x="0" y="621"/>
                </a:lnTo>
                <a:lnTo>
                  <a:pt x="0" y="798"/>
                </a:lnTo>
                <a:lnTo>
                  <a:pt x="476" y="1242"/>
                </a:lnTo>
                <a:lnTo>
                  <a:pt x="476" y="1508"/>
                </a:lnTo>
                <a:lnTo>
                  <a:pt x="476" y="1863"/>
                </a:lnTo>
                <a:lnTo>
                  <a:pt x="476" y="2130"/>
                </a:lnTo>
                <a:lnTo>
                  <a:pt x="476" y="2307"/>
                </a:lnTo>
                <a:lnTo>
                  <a:pt x="793" y="2751"/>
                </a:lnTo>
                <a:lnTo>
                  <a:pt x="793" y="2928"/>
                </a:lnTo>
                <a:lnTo>
                  <a:pt x="793" y="3195"/>
                </a:lnTo>
                <a:lnTo>
                  <a:pt x="793" y="3638"/>
                </a:lnTo>
                <a:lnTo>
                  <a:pt x="793" y="4082"/>
                </a:lnTo>
                <a:lnTo>
                  <a:pt x="1110" y="4260"/>
                </a:lnTo>
                <a:lnTo>
                  <a:pt x="1110" y="4437"/>
                </a:lnTo>
                <a:lnTo>
                  <a:pt x="1110" y="4881"/>
                </a:lnTo>
                <a:lnTo>
                  <a:pt x="1110" y="5147"/>
                </a:lnTo>
                <a:lnTo>
                  <a:pt x="1110" y="5325"/>
                </a:lnTo>
                <a:lnTo>
                  <a:pt x="1586" y="5502"/>
                </a:lnTo>
                <a:lnTo>
                  <a:pt x="1586" y="5946"/>
                </a:lnTo>
                <a:lnTo>
                  <a:pt x="1586" y="6390"/>
                </a:lnTo>
                <a:lnTo>
                  <a:pt x="1586" y="6656"/>
                </a:lnTo>
                <a:lnTo>
                  <a:pt x="1904" y="6834"/>
                </a:lnTo>
                <a:lnTo>
                  <a:pt x="1904" y="7277"/>
                </a:lnTo>
                <a:lnTo>
                  <a:pt x="1904" y="7455"/>
                </a:lnTo>
                <a:lnTo>
                  <a:pt x="1904" y="7721"/>
                </a:lnTo>
                <a:lnTo>
                  <a:pt x="1904" y="7899"/>
                </a:lnTo>
                <a:lnTo>
                  <a:pt x="2380" y="8343"/>
                </a:lnTo>
                <a:lnTo>
                  <a:pt x="2380" y="8786"/>
                </a:lnTo>
                <a:lnTo>
                  <a:pt x="2380" y="8964"/>
                </a:lnTo>
                <a:lnTo>
                  <a:pt x="2380" y="9230"/>
                </a:lnTo>
                <a:lnTo>
                  <a:pt x="2380" y="9408"/>
                </a:lnTo>
                <a:lnTo>
                  <a:pt x="2380" y="9851"/>
                </a:lnTo>
                <a:lnTo>
                  <a:pt x="2380" y="10029"/>
                </a:lnTo>
                <a:lnTo>
                  <a:pt x="2380" y="10295"/>
                </a:lnTo>
                <a:lnTo>
                  <a:pt x="2380" y="10650"/>
                </a:lnTo>
                <a:lnTo>
                  <a:pt x="2380" y="10916"/>
                </a:lnTo>
                <a:lnTo>
                  <a:pt x="2697" y="11360"/>
                </a:lnTo>
                <a:lnTo>
                  <a:pt x="2697" y="11804"/>
                </a:lnTo>
                <a:lnTo>
                  <a:pt x="2697" y="11982"/>
                </a:lnTo>
                <a:lnTo>
                  <a:pt x="3173" y="12425"/>
                </a:lnTo>
                <a:lnTo>
                  <a:pt x="3173" y="12603"/>
                </a:lnTo>
                <a:lnTo>
                  <a:pt x="3173" y="12869"/>
                </a:lnTo>
                <a:lnTo>
                  <a:pt x="3173" y="13224"/>
                </a:lnTo>
                <a:lnTo>
                  <a:pt x="3173" y="13490"/>
                </a:lnTo>
                <a:lnTo>
                  <a:pt x="3491" y="13668"/>
                </a:lnTo>
                <a:lnTo>
                  <a:pt x="3491" y="13934"/>
                </a:lnTo>
                <a:lnTo>
                  <a:pt x="3491" y="14289"/>
                </a:lnTo>
                <a:lnTo>
                  <a:pt x="3491" y="14555"/>
                </a:lnTo>
                <a:lnTo>
                  <a:pt x="3491" y="14999"/>
                </a:lnTo>
                <a:lnTo>
                  <a:pt x="3808" y="14999"/>
                </a:lnTo>
                <a:lnTo>
                  <a:pt x="3808" y="15443"/>
                </a:lnTo>
                <a:lnTo>
                  <a:pt x="3808" y="15798"/>
                </a:lnTo>
                <a:lnTo>
                  <a:pt x="3808" y="16064"/>
                </a:lnTo>
                <a:lnTo>
                  <a:pt x="3808" y="16242"/>
                </a:lnTo>
                <a:lnTo>
                  <a:pt x="4284" y="16508"/>
                </a:lnTo>
                <a:lnTo>
                  <a:pt x="4284" y="16863"/>
                </a:lnTo>
                <a:lnTo>
                  <a:pt x="4284" y="17129"/>
                </a:lnTo>
                <a:lnTo>
                  <a:pt x="4284" y="17307"/>
                </a:lnTo>
                <a:lnTo>
                  <a:pt x="4284" y="17573"/>
                </a:lnTo>
                <a:lnTo>
                  <a:pt x="4284" y="18017"/>
                </a:lnTo>
                <a:lnTo>
                  <a:pt x="4284" y="18194"/>
                </a:lnTo>
                <a:lnTo>
                  <a:pt x="4284" y="18372"/>
                </a:lnTo>
                <a:lnTo>
                  <a:pt x="4284" y="18638"/>
                </a:lnTo>
                <a:lnTo>
                  <a:pt x="4601" y="19082"/>
                </a:lnTo>
                <a:lnTo>
                  <a:pt x="4601" y="19259"/>
                </a:lnTo>
                <a:lnTo>
                  <a:pt x="4601" y="19703"/>
                </a:lnTo>
                <a:lnTo>
                  <a:pt x="4601" y="20147"/>
                </a:lnTo>
                <a:lnTo>
                  <a:pt x="5077" y="20325"/>
                </a:lnTo>
                <a:lnTo>
                  <a:pt x="5077" y="20768"/>
                </a:lnTo>
                <a:lnTo>
                  <a:pt x="5077" y="20946"/>
                </a:lnTo>
                <a:lnTo>
                  <a:pt x="5077" y="21390"/>
                </a:lnTo>
                <a:lnTo>
                  <a:pt x="5395" y="21656"/>
                </a:lnTo>
                <a:lnTo>
                  <a:pt x="5395" y="22011"/>
                </a:lnTo>
                <a:lnTo>
                  <a:pt x="5395" y="22455"/>
                </a:lnTo>
                <a:lnTo>
                  <a:pt x="5712" y="22721"/>
                </a:lnTo>
                <a:lnTo>
                  <a:pt x="5712" y="23165"/>
                </a:lnTo>
                <a:lnTo>
                  <a:pt x="5712" y="23520"/>
                </a:lnTo>
                <a:lnTo>
                  <a:pt x="5712" y="23786"/>
                </a:lnTo>
                <a:lnTo>
                  <a:pt x="6188" y="23964"/>
                </a:lnTo>
                <a:lnTo>
                  <a:pt x="6188" y="24407"/>
                </a:lnTo>
                <a:lnTo>
                  <a:pt x="6188" y="24851"/>
                </a:lnTo>
                <a:lnTo>
                  <a:pt x="6188" y="25029"/>
                </a:lnTo>
                <a:lnTo>
                  <a:pt x="6506" y="25472"/>
                </a:lnTo>
                <a:lnTo>
                  <a:pt x="6506" y="25739"/>
                </a:lnTo>
                <a:lnTo>
                  <a:pt x="6506" y="26094"/>
                </a:lnTo>
                <a:lnTo>
                  <a:pt x="6506" y="26360"/>
                </a:lnTo>
                <a:lnTo>
                  <a:pt x="6506" y="26804"/>
                </a:lnTo>
                <a:lnTo>
                  <a:pt x="6506" y="26981"/>
                </a:lnTo>
                <a:lnTo>
                  <a:pt x="6506" y="27425"/>
                </a:lnTo>
                <a:lnTo>
                  <a:pt x="6982" y="27602"/>
                </a:lnTo>
                <a:lnTo>
                  <a:pt x="6982" y="27869"/>
                </a:lnTo>
                <a:lnTo>
                  <a:pt x="6982" y="28046"/>
                </a:lnTo>
                <a:lnTo>
                  <a:pt x="6982" y="28313"/>
                </a:lnTo>
                <a:lnTo>
                  <a:pt x="6982" y="28668"/>
                </a:lnTo>
                <a:lnTo>
                  <a:pt x="7299" y="28934"/>
                </a:lnTo>
                <a:lnTo>
                  <a:pt x="7299" y="29111"/>
                </a:lnTo>
                <a:lnTo>
                  <a:pt x="7299" y="29378"/>
                </a:lnTo>
                <a:lnTo>
                  <a:pt x="7299" y="29555"/>
                </a:lnTo>
                <a:lnTo>
                  <a:pt x="7299" y="29999"/>
                </a:lnTo>
                <a:lnTo>
                  <a:pt x="7616" y="30176"/>
                </a:lnTo>
                <a:lnTo>
                  <a:pt x="7616" y="30620"/>
                </a:lnTo>
                <a:lnTo>
                  <a:pt x="7616" y="30886"/>
                </a:lnTo>
                <a:lnTo>
                  <a:pt x="7616" y="31064"/>
                </a:lnTo>
                <a:lnTo>
                  <a:pt x="8093" y="31508"/>
                </a:lnTo>
                <a:lnTo>
                  <a:pt x="8093" y="31685"/>
                </a:lnTo>
                <a:lnTo>
                  <a:pt x="8093" y="32129"/>
                </a:lnTo>
                <a:lnTo>
                  <a:pt x="8410" y="32307"/>
                </a:lnTo>
                <a:lnTo>
                  <a:pt x="8410" y="32573"/>
                </a:lnTo>
                <a:lnTo>
                  <a:pt x="8410" y="32750"/>
                </a:lnTo>
                <a:lnTo>
                  <a:pt x="8410" y="33017"/>
                </a:lnTo>
                <a:lnTo>
                  <a:pt x="8410" y="33194"/>
                </a:lnTo>
                <a:lnTo>
                  <a:pt x="8410" y="33638"/>
                </a:lnTo>
                <a:lnTo>
                  <a:pt x="8410" y="33815"/>
                </a:lnTo>
                <a:lnTo>
                  <a:pt x="8410" y="34259"/>
                </a:lnTo>
                <a:lnTo>
                  <a:pt x="8410" y="34525"/>
                </a:lnTo>
                <a:lnTo>
                  <a:pt x="8886" y="34703"/>
                </a:lnTo>
                <a:lnTo>
                  <a:pt x="8886" y="34880"/>
                </a:lnTo>
                <a:lnTo>
                  <a:pt x="8886" y="35147"/>
                </a:lnTo>
                <a:lnTo>
                  <a:pt x="8886" y="35324"/>
                </a:lnTo>
                <a:lnTo>
                  <a:pt x="8886" y="35591"/>
                </a:lnTo>
                <a:lnTo>
                  <a:pt x="9203" y="35946"/>
                </a:lnTo>
                <a:lnTo>
                  <a:pt x="9203" y="36212"/>
                </a:lnTo>
                <a:lnTo>
                  <a:pt x="9203" y="36389"/>
                </a:lnTo>
                <a:lnTo>
                  <a:pt x="9679" y="36833"/>
                </a:lnTo>
                <a:lnTo>
                  <a:pt x="9679" y="37099"/>
                </a:lnTo>
                <a:lnTo>
                  <a:pt x="9679" y="37277"/>
                </a:lnTo>
                <a:lnTo>
                  <a:pt x="9679" y="37454"/>
                </a:lnTo>
                <a:lnTo>
                  <a:pt x="9679" y="37721"/>
                </a:lnTo>
                <a:lnTo>
                  <a:pt x="9997" y="37898"/>
                </a:lnTo>
                <a:lnTo>
                  <a:pt x="9997" y="38164"/>
                </a:lnTo>
                <a:lnTo>
                  <a:pt x="9997" y="38519"/>
                </a:lnTo>
                <a:lnTo>
                  <a:pt x="9997" y="38786"/>
                </a:lnTo>
                <a:lnTo>
                  <a:pt x="10314" y="38963"/>
                </a:lnTo>
                <a:lnTo>
                  <a:pt x="10314" y="39407"/>
                </a:lnTo>
                <a:lnTo>
                  <a:pt x="10314" y="39673"/>
                </a:lnTo>
                <a:lnTo>
                  <a:pt x="10314" y="39851"/>
                </a:lnTo>
                <a:lnTo>
                  <a:pt x="10314" y="40028"/>
                </a:lnTo>
                <a:lnTo>
                  <a:pt x="10314" y="40472"/>
                </a:lnTo>
                <a:lnTo>
                  <a:pt x="10314" y="40738"/>
                </a:lnTo>
                <a:lnTo>
                  <a:pt x="10314" y="40916"/>
                </a:lnTo>
                <a:lnTo>
                  <a:pt x="10790" y="41360"/>
                </a:lnTo>
                <a:lnTo>
                  <a:pt x="10790" y="41537"/>
                </a:lnTo>
                <a:lnTo>
                  <a:pt x="10790" y="41803"/>
                </a:lnTo>
                <a:lnTo>
                  <a:pt x="10790" y="41981"/>
                </a:lnTo>
                <a:lnTo>
                  <a:pt x="11108" y="41981"/>
                </a:lnTo>
                <a:lnTo>
                  <a:pt x="11108" y="42425"/>
                </a:lnTo>
                <a:lnTo>
                  <a:pt x="11108" y="42602"/>
                </a:lnTo>
                <a:lnTo>
                  <a:pt x="11108" y="42868"/>
                </a:lnTo>
                <a:lnTo>
                  <a:pt x="11108" y="43046"/>
                </a:lnTo>
                <a:lnTo>
                  <a:pt x="11584" y="43312"/>
                </a:lnTo>
                <a:lnTo>
                  <a:pt x="11584" y="43667"/>
                </a:lnTo>
                <a:lnTo>
                  <a:pt x="11584" y="43934"/>
                </a:lnTo>
                <a:lnTo>
                  <a:pt x="11584" y="44111"/>
                </a:lnTo>
                <a:lnTo>
                  <a:pt x="11901" y="44377"/>
                </a:lnTo>
                <a:lnTo>
                  <a:pt x="11901" y="44555"/>
                </a:lnTo>
                <a:lnTo>
                  <a:pt x="11901" y="44999"/>
                </a:lnTo>
                <a:lnTo>
                  <a:pt x="11901" y="45176"/>
                </a:lnTo>
                <a:lnTo>
                  <a:pt x="12218" y="45442"/>
                </a:lnTo>
                <a:lnTo>
                  <a:pt x="12218" y="45620"/>
                </a:lnTo>
                <a:lnTo>
                  <a:pt x="12218" y="45886"/>
                </a:lnTo>
                <a:lnTo>
                  <a:pt x="12694" y="46064"/>
                </a:lnTo>
                <a:lnTo>
                  <a:pt x="12694" y="46507"/>
                </a:lnTo>
                <a:lnTo>
                  <a:pt x="12694" y="46685"/>
                </a:lnTo>
                <a:lnTo>
                  <a:pt x="12694" y="46951"/>
                </a:lnTo>
                <a:lnTo>
                  <a:pt x="12694" y="47129"/>
                </a:lnTo>
                <a:lnTo>
                  <a:pt x="12694" y="47395"/>
                </a:lnTo>
                <a:lnTo>
                  <a:pt x="12694" y="47573"/>
                </a:lnTo>
                <a:lnTo>
                  <a:pt x="12694" y="47750"/>
                </a:lnTo>
                <a:lnTo>
                  <a:pt x="12694" y="48016"/>
                </a:lnTo>
                <a:lnTo>
                  <a:pt x="13012" y="48194"/>
                </a:lnTo>
                <a:lnTo>
                  <a:pt x="13012" y="48460"/>
                </a:lnTo>
                <a:lnTo>
                  <a:pt x="13012" y="48638"/>
                </a:lnTo>
                <a:lnTo>
                  <a:pt x="13012" y="48815"/>
                </a:lnTo>
                <a:lnTo>
                  <a:pt x="13012" y="49081"/>
                </a:lnTo>
                <a:lnTo>
                  <a:pt x="13488" y="49081"/>
                </a:lnTo>
                <a:lnTo>
                  <a:pt x="13488" y="49259"/>
                </a:lnTo>
                <a:lnTo>
                  <a:pt x="13488" y="49525"/>
                </a:lnTo>
                <a:lnTo>
                  <a:pt x="13488" y="49703"/>
                </a:lnTo>
                <a:lnTo>
                  <a:pt x="13805" y="49969"/>
                </a:lnTo>
              </a:path>
            </a:pathLst>
          </a:custGeom>
          <a:ln w="189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5726159" y="3167725"/>
            <a:ext cx="13488" cy="25916"/>
          </a:xfrm>
          <a:custGeom>
            <a:avLst/>
            <a:gdLst/>
            <a:ahLst/>
            <a:cxnLst/>
            <a:rect l="l" t="t" r="r" b="b"/>
            <a:pathLst>
              <a:path w="13488" h="25916">
                <a:moveTo>
                  <a:pt x="0" y="0"/>
                </a:moveTo>
                <a:lnTo>
                  <a:pt x="0" y="177"/>
                </a:lnTo>
                <a:lnTo>
                  <a:pt x="0" y="355"/>
                </a:lnTo>
                <a:lnTo>
                  <a:pt x="0" y="621"/>
                </a:lnTo>
                <a:lnTo>
                  <a:pt x="0" y="798"/>
                </a:lnTo>
                <a:lnTo>
                  <a:pt x="476" y="1065"/>
                </a:lnTo>
                <a:lnTo>
                  <a:pt x="476" y="1242"/>
                </a:lnTo>
                <a:lnTo>
                  <a:pt x="476" y="1420"/>
                </a:lnTo>
                <a:lnTo>
                  <a:pt x="476" y="1686"/>
                </a:lnTo>
                <a:lnTo>
                  <a:pt x="793" y="1863"/>
                </a:lnTo>
                <a:lnTo>
                  <a:pt x="793" y="2130"/>
                </a:lnTo>
                <a:lnTo>
                  <a:pt x="793" y="2307"/>
                </a:lnTo>
                <a:lnTo>
                  <a:pt x="793" y="2573"/>
                </a:lnTo>
                <a:lnTo>
                  <a:pt x="793" y="2751"/>
                </a:lnTo>
                <a:lnTo>
                  <a:pt x="793" y="2928"/>
                </a:lnTo>
                <a:lnTo>
                  <a:pt x="793" y="3195"/>
                </a:lnTo>
                <a:lnTo>
                  <a:pt x="793" y="3372"/>
                </a:lnTo>
                <a:lnTo>
                  <a:pt x="1110" y="3638"/>
                </a:lnTo>
                <a:lnTo>
                  <a:pt x="1110" y="3816"/>
                </a:lnTo>
                <a:lnTo>
                  <a:pt x="1110" y="3994"/>
                </a:lnTo>
                <a:lnTo>
                  <a:pt x="1110" y="4260"/>
                </a:lnTo>
                <a:lnTo>
                  <a:pt x="1586" y="4437"/>
                </a:lnTo>
                <a:lnTo>
                  <a:pt x="1586" y="4704"/>
                </a:lnTo>
                <a:lnTo>
                  <a:pt x="1586" y="4881"/>
                </a:lnTo>
                <a:lnTo>
                  <a:pt x="1586" y="5147"/>
                </a:lnTo>
                <a:lnTo>
                  <a:pt x="1904" y="5325"/>
                </a:lnTo>
                <a:lnTo>
                  <a:pt x="1904" y="5502"/>
                </a:lnTo>
                <a:lnTo>
                  <a:pt x="1904" y="5769"/>
                </a:lnTo>
                <a:lnTo>
                  <a:pt x="1904" y="5946"/>
                </a:lnTo>
                <a:lnTo>
                  <a:pt x="1904" y="6212"/>
                </a:lnTo>
                <a:lnTo>
                  <a:pt x="2380" y="6212"/>
                </a:lnTo>
                <a:lnTo>
                  <a:pt x="2380" y="6390"/>
                </a:lnTo>
                <a:lnTo>
                  <a:pt x="2380" y="6567"/>
                </a:lnTo>
                <a:lnTo>
                  <a:pt x="2380" y="6834"/>
                </a:lnTo>
                <a:lnTo>
                  <a:pt x="2697" y="6834"/>
                </a:lnTo>
                <a:lnTo>
                  <a:pt x="2697" y="7011"/>
                </a:lnTo>
                <a:lnTo>
                  <a:pt x="2697" y="7277"/>
                </a:lnTo>
                <a:lnTo>
                  <a:pt x="2697" y="7455"/>
                </a:lnTo>
                <a:lnTo>
                  <a:pt x="3015" y="7721"/>
                </a:lnTo>
                <a:lnTo>
                  <a:pt x="3015" y="7899"/>
                </a:lnTo>
                <a:lnTo>
                  <a:pt x="3015" y="8076"/>
                </a:lnTo>
                <a:lnTo>
                  <a:pt x="3015" y="8343"/>
                </a:lnTo>
                <a:lnTo>
                  <a:pt x="3015" y="8520"/>
                </a:lnTo>
                <a:lnTo>
                  <a:pt x="3015" y="8786"/>
                </a:lnTo>
                <a:lnTo>
                  <a:pt x="3015" y="8964"/>
                </a:lnTo>
                <a:lnTo>
                  <a:pt x="3015" y="9141"/>
                </a:lnTo>
                <a:lnTo>
                  <a:pt x="3491" y="9408"/>
                </a:lnTo>
                <a:lnTo>
                  <a:pt x="3491" y="9585"/>
                </a:lnTo>
                <a:lnTo>
                  <a:pt x="3491" y="9851"/>
                </a:lnTo>
                <a:lnTo>
                  <a:pt x="3808" y="10029"/>
                </a:lnTo>
                <a:lnTo>
                  <a:pt x="3808" y="10206"/>
                </a:lnTo>
                <a:lnTo>
                  <a:pt x="3808" y="10473"/>
                </a:lnTo>
                <a:lnTo>
                  <a:pt x="3808" y="10650"/>
                </a:lnTo>
                <a:lnTo>
                  <a:pt x="4284" y="10916"/>
                </a:lnTo>
                <a:lnTo>
                  <a:pt x="4284" y="11094"/>
                </a:lnTo>
                <a:lnTo>
                  <a:pt x="4284" y="11360"/>
                </a:lnTo>
                <a:lnTo>
                  <a:pt x="4601" y="11538"/>
                </a:lnTo>
                <a:lnTo>
                  <a:pt x="4601" y="11715"/>
                </a:lnTo>
                <a:lnTo>
                  <a:pt x="4601" y="11982"/>
                </a:lnTo>
                <a:lnTo>
                  <a:pt x="4601" y="12159"/>
                </a:lnTo>
                <a:lnTo>
                  <a:pt x="5077" y="12159"/>
                </a:lnTo>
                <a:lnTo>
                  <a:pt x="5077" y="12425"/>
                </a:lnTo>
                <a:lnTo>
                  <a:pt x="5077" y="12603"/>
                </a:lnTo>
                <a:lnTo>
                  <a:pt x="5077" y="12780"/>
                </a:lnTo>
                <a:lnTo>
                  <a:pt x="5077" y="13047"/>
                </a:lnTo>
                <a:lnTo>
                  <a:pt x="5077" y="13224"/>
                </a:lnTo>
                <a:lnTo>
                  <a:pt x="5077" y="13490"/>
                </a:lnTo>
                <a:lnTo>
                  <a:pt x="5395" y="13668"/>
                </a:lnTo>
                <a:lnTo>
                  <a:pt x="5395" y="13934"/>
                </a:lnTo>
                <a:lnTo>
                  <a:pt x="5395" y="14112"/>
                </a:lnTo>
                <a:lnTo>
                  <a:pt x="5395" y="14289"/>
                </a:lnTo>
                <a:lnTo>
                  <a:pt x="5712" y="14289"/>
                </a:lnTo>
                <a:lnTo>
                  <a:pt x="5712" y="14555"/>
                </a:lnTo>
                <a:lnTo>
                  <a:pt x="5712" y="14733"/>
                </a:lnTo>
                <a:lnTo>
                  <a:pt x="6188" y="14999"/>
                </a:lnTo>
                <a:lnTo>
                  <a:pt x="6188" y="15177"/>
                </a:lnTo>
                <a:lnTo>
                  <a:pt x="6188" y="15354"/>
                </a:lnTo>
                <a:lnTo>
                  <a:pt x="6506" y="15620"/>
                </a:lnTo>
                <a:lnTo>
                  <a:pt x="6506" y="15798"/>
                </a:lnTo>
                <a:lnTo>
                  <a:pt x="6506" y="16064"/>
                </a:lnTo>
                <a:lnTo>
                  <a:pt x="6982" y="16242"/>
                </a:lnTo>
                <a:lnTo>
                  <a:pt x="6982" y="16508"/>
                </a:lnTo>
                <a:lnTo>
                  <a:pt x="6982" y="16686"/>
                </a:lnTo>
                <a:lnTo>
                  <a:pt x="6982" y="16863"/>
                </a:lnTo>
                <a:lnTo>
                  <a:pt x="7299" y="16863"/>
                </a:lnTo>
                <a:lnTo>
                  <a:pt x="7299" y="17129"/>
                </a:lnTo>
                <a:lnTo>
                  <a:pt x="7299" y="17307"/>
                </a:lnTo>
                <a:lnTo>
                  <a:pt x="7299" y="17573"/>
                </a:lnTo>
                <a:lnTo>
                  <a:pt x="7299" y="17751"/>
                </a:lnTo>
                <a:lnTo>
                  <a:pt x="7299" y="17928"/>
                </a:lnTo>
                <a:lnTo>
                  <a:pt x="7616" y="17928"/>
                </a:lnTo>
                <a:lnTo>
                  <a:pt x="7616" y="18194"/>
                </a:lnTo>
                <a:lnTo>
                  <a:pt x="7616" y="18372"/>
                </a:lnTo>
                <a:lnTo>
                  <a:pt x="8093" y="18638"/>
                </a:lnTo>
                <a:lnTo>
                  <a:pt x="8093" y="18816"/>
                </a:lnTo>
                <a:lnTo>
                  <a:pt x="8093" y="19082"/>
                </a:lnTo>
                <a:lnTo>
                  <a:pt x="8410" y="19259"/>
                </a:lnTo>
                <a:lnTo>
                  <a:pt x="8410" y="19437"/>
                </a:lnTo>
                <a:lnTo>
                  <a:pt x="8886" y="19703"/>
                </a:lnTo>
                <a:lnTo>
                  <a:pt x="8886" y="19881"/>
                </a:lnTo>
                <a:lnTo>
                  <a:pt x="8886" y="20147"/>
                </a:lnTo>
                <a:lnTo>
                  <a:pt x="9203" y="20147"/>
                </a:lnTo>
                <a:lnTo>
                  <a:pt x="9203" y="20325"/>
                </a:lnTo>
                <a:lnTo>
                  <a:pt x="9203" y="20502"/>
                </a:lnTo>
                <a:lnTo>
                  <a:pt x="9203" y="20768"/>
                </a:lnTo>
                <a:lnTo>
                  <a:pt x="9203" y="20946"/>
                </a:lnTo>
                <a:lnTo>
                  <a:pt x="9203" y="21212"/>
                </a:lnTo>
                <a:lnTo>
                  <a:pt x="9521" y="21212"/>
                </a:lnTo>
                <a:lnTo>
                  <a:pt x="9521" y="21390"/>
                </a:lnTo>
                <a:lnTo>
                  <a:pt x="9521" y="21656"/>
                </a:lnTo>
                <a:lnTo>
                  <a:pt x="9997" y="21656"/>
                </a:lnTo>
                <a:lnTo>
                  <a:pt x="9997" y="21833"/>
                </a:lnTo>
                <a:lnTo>
                  <a:pt x="9997" y="22011"/>
                </a:lnTo>
                <a:lnTo>
                  <a:pt x="10314" y="22011"/>
                </a:lnTo>
                <a:lnTo>
                  <a:pt x="10314" y="22277"/>
                </a:lnTo>
                <a:lnTo>
                  <a:pt x="10314" y="22455"/>
                </a:lnTo>
                <a:lnTo>
                  <a:pt x="10790" y="22721"/>
                </a:lnTo>
                <a:lnTo>
                  <a:pt x="10790" y="22898"/>
                </a:lnTo>
                <a:lnTo>
                  <a:pt x="11108" y="22898"/>
                </a:lnTo>
                <a:lnTo>
                  <a:pt x="11108" y="23076"/>
                </a:lnTo>
                <a:lnTo>
                  <a:pt x="11108" y="23342"/>
                </a:lnTo>
                <a:lnTo>
                  <a:pt x="11584" y="23520"/>
                </a:lnTo>
                <a:lnTo>
                  <a:pt x="11584" y="23786"/>
                </a:lnTo>
                <a:lnTo>
                  <a:pt x="11584" y="23964"/>
                </a:lnTo>
                <a:lnTo>
                  <a:pt x="11901" y="24230"/>
                </a:lnTo>
                <a:lnTo>
                  <a:pt x="11901" y="24407"/>
                </a:lnTo>
                <a:lnTo>
                  <a:pt x="12218" y="24585"/>
                </a:lnTo>
                <a:lnTo>
                  <a:pt x="12218" y="24851"/>
                </a:lnTo>
                <a:lnTo>
                  <a:pt x="12694" y="25029"/>
                </a:lnTo>
                <a:lnTo>
                  <a:pt x="13012" y="25029"/>
                </a:lnTo>
                <a:lnTo>
                  <a:pt x="13012" y="25295"/>
                </a:lnTo>
                <a:lnTo>
                  <a:pt x="13012" y="25472"/>
                </a:lnTo>
                <a:lnTo>
                  <a:pt x="13488" y="25472"/>
                </a:lnTo>
                <a:lnTo>
                  <a:pt x="13488" y="25650"/>
                </a:lnTo>
                <a:lnTo>
                  <a:pt x="13488" y="25916"/>
                </a:lnTo>
              </a:path>
            </a:pathLst>
          </a:custGeom>
          <a:ln w="1770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5739647" y="3192311"/>
            <a:ext cx="13329" cy="4082"/>
          </a:xfrm>
          <a:custGeom>
            <a:avLst/>
            <a:gdLst/>
            <a:ahLst/>
            <a:cxnLst/>
            <a:rect l="l" t="t" r="r" b="b"/>
            <a:pathLst>
              <a:path w="13329" h="4082">
                <a:moveTo>
                  <a:pt x="0" y="1331"/>
                </a:moveTo>
                <a:lnTo>
                  <a:pt x="0" y="1331"/>
                </a:lnTo>
                <a:lnTo>
                  <a:pt x="0" y="1508"/>
                </a:lnTo>
                <a:lnTo>
                  <a:pt x="317" y="1775"/>
                </a:lnTo>
                <a:lnTo>
                  <a:pt x="634" y="1775"/>
                </a:lnTo>
                <a:lnTo>
                  <a:pt x="634" y="1952"/>
                </a:lnTo>
                <a:lnTo>
                  <a:pt x="1110" y="2218"/>
                </a:lnTo>
                <a:lnTo>
                  <a:pt x="1110" y="2396"/>
                </a:lnTo>
                <a:lnTo>
                  <a:pt x="1428" y="2396"/>
                </a:lnTo>
                <a:lnTo>
                  <a:pt x="1428" y="2573"/>
                </a:lnTo>
                <a:lnTo>
                  <a:pt x="1904" y="2573"/>
                </a:lnTo>
                <a:lnTo>
                  <a:pt x="1904" y="2840"/>
                </a:lnTo>
                <a:lnTo>
                  <a:pt x="2221" y="2840"/>
                </a:lnTo>
                <a:lnTo>
                  <a:pt x="2221" y="3017"/>
                </a:lnTo>
                <a:lnTo>
                  <a:pt x="2697" y="3017"/>
                </a:lnTo>
                <a:lnTo>
                  <a:pt x="2697" y="3283"/>
                </a:lnTo>
                <a:lnTo>
                  <a:pt x="3015" y="3283"/>
                </a:lnTo>
                <a:lnTo>
                  <a:pt x="3015" y="3461"/>
                </a:lnTo>
                <a:lnTo>
                  <a:pt x="3015" y="3461"/>
                </a:lnTo>
                <a:lnTo>
                  <a:pt x="3332" y="3461"/>
                </a:lnTo>
                <a:lnTo>
                  <a:pt x="3332" y="3638"/>
                </a:lnTo>
                <a:lnTo>
                  <a:pt x="3808" y="3638"/>
                </a:lnTo>
                <a:lnTo>
                  <a:pt x="4125" y="3905"/>
                </a:lnTo>
                <a:lnTo>
                  <a:pt x="4601" y="4082"/>
                </a:lnTo>
                <a:lnTo>
                  <a:pt x="4919" y="4082"/>
                </a:lnTo>
                <a:lnTo>
                  <a:pt x="5236" y="4082"/>
                </a:lnTo>
                <a:lnTo>
                  <a:pt x="5712" y="4082"/>
                </a:lnTo>
                <a:lnTo>
                  <a:pt x="6030" y="4082"/>
                </a:lnTo>
                <a:lnTo>
                  <a:pt x="6506" y="4082"/>
                </a:lnTo>
                <a:lnTo>
                  <a:pt x="6823" y="4082"/>
                </a:lnTo>
                <a:lnTo>
                  <a:pt x="7299" y="4082"/>
                </a:lnTo>
                <a:lnTo>
                  <a:pt x="7616" y="4082"/>
                </a:lnTo>
                <a:lnTo>
                  <a:pt x="7616" y="4082"/>
                </a:lnTo>
                <a:lnTo>
                  <a:pt x="7934" y="3905"/>
                </a:lnTo>
                <a:lnTo>
                  <a:pt x="8410" y="3905"/>
                </a:lnTo>
                <a:lnTo>
                  <a:pt x="8410" y="3638"/>
                </a:lnTo>
                <a:lnTo>
                  <a:pt x="8727" y="3638"/>
                </a:lnTo>
                <a:lnTo>
                  <a:pt x="8727" y="3461"/>
                </a:lnTo>
                <a:lnTo>
                  <a:pt x="9203" y="3461"/>
                </a:lnTo>
                <a:lnTo>
                  <a:pt x="9203" y="3283"/>
                </a:lnTo>
                <a:lnTo>
                  <a:pt x="9521" y="3283"/>
                </a:lnTo>
                <a:lnTo>
                  <a:pt x="9521" y="3017"/>
                </a:lnTo>
                <a:lnTo>
                  <a:pt x="9838" y="3017"/>
                </a:lnTo>
                <a:lnTo>
                  <a:pt x="9838" y="2840"/>
                </a:lnTo>
                <a:lnTo>
                  <a:pt x="10314" y="2840"/>
                </a:lnTo>
                <a:lnTo>
                  <a:pt x="10314" y="2573"/>
                </a:lnTo>
                <a:lnTo>
                  <a:pt x="10631" y="2573"/>
                </a:lnTo>
                <a:lnTo>
                  <a:pt x="10631" y="2396"/>
                </a:lnTo>
                <a:lnTo>
                  <a:pt x="11108" y="2396"/>
                </a:lnTo>
                <a:lnTo>
                  <a:pt x="11108" y="2218"/>
                </a:lnTo>
                <a:lnTo>
                  <a:pt x="11425" y="1952"/>
                </a:lnTo>
                <a:lnTo>
                  <a:pt x="11425" y="1775"/>
                </a:lnTo>
                <a:lnTo>
                  <a:pt x="11742" y="1775"/>
                </a:lnTo>
                <a:lnTo>
                  <a:pt x="11742" y="1508"/>
                </a:lnTo>
                <a:lnTo>
                  <a:pt x="12218" y="1508"/>
                </a:lnTo>
                <a:lnTo>
                  <a:pt x="12218" y="1331"/>
                </a:lnTo>
                <a:lnTo>
                  <a:pt x="12536" y="1065"/>
                </a:lnTo>
                <a:lnTo>
                  <a:pt x="12536" y="887"/>
                </a:lnTo>
                <a:lnTo>
                  <a:pt x="12536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329" y="266"/>
                </a:lnTo>
                <a:lnTo>
                  <a:pt x="13329" y="0"/>
                </a:lnTo>
              </a:path>
            </a:pathLst>
          </a:custGeom>
          <a:ln w="1166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5752977" y="3162933"/>
            <a:ext cx="13805" cy="29378"/>
          </a:xfrm>
          <a:custGeom>
            <a:avLst/>
            <a:gdLst/>
            <a:ahLst/>
            <a:cxnLst/>
            <a:rect l="l" t="t" r="r" b="b"/>
            <a:pathLst>
              <a:path w="13805" h="29378">
                <a:moveTo>
                  <a:pt x="0" y="29378"/>
                </a:moveTo>
                <a:lnTo>
                  <a:pt x="0" y="29200"/>
                </a:lnTo>
                <a:lnTo>
                  <a:pt x="476" y="29200"/>
                </a:lnTo>
                <a:lnTo>
                  <a:pt x="476" y="29023"/>
                </a:lnTo>
                <a:lnTo>
                  <a:pt x="476" y="28756"/>
                </a:lnTo>
                <a:lnTo>
                  <a:pt x="793" y="28756"/>
                </a:lnTo>
                <a:lnTo>
                  <a:pt x="793" y="28579"/>
                </a:lnTo>
                <a:lnTo>
                  <a:pt x="1110" y="28579"/>
                </a:lnTo>
                <a:lnTo>
                  <a:pt x="1110" y="27514"/>
                </a:lnTo>
                <a:lnTo>
                  <a:pt x="1586" y="27514"/>
                </a:lnTo>
                <a:lnTo>
                  <a:pt x="1586" y="27247"/>
                </a:lnTo>
                <a:lnTo>
                  <a:pt x="1904" y="27247"/>
                </a:lnTo>
                <a:lnTo>
                  <a:pt x="1904" y="27070"/>
                </a:lnTo>
                <a:lnTo>
                  <a:pt x="1904" y="26804"/>
                </a:lnTo>
                <a:lnTo>
                  <a:pt x="1904" y="26804"/>
                </a:lnTo>
                <a:lnTo>
                  <a:pt x="2380" y="26626"/>
                </a:lnTo>
                <a:lnTo>
                  <a:pt x="2380" y="26449"/>
                </a:lnTo>
                <a:lnTo>
                  <a:pt x="2697" y="26182"/>
                </a:lnTo>
                <a:lnTo>
                  <a:pt x="2697" y="26005"/>
                </a:lnTo>
                <a:lnTo>
                  <a:pt x="2697" y="25739"/>
                </a:lnTo>
                <a:lnTo>
                  <a:pt x="3015" y="25739"/>
                </a:lnTo>
                <a:lnTo>
                  <a:pt x="3015" y="25561"/>
                </a:lnTo>
                <a:lnTo>
                  <a:pt x="3015" y="25295"/>
                </a:lnTo>
                <a:lnTo>
                  <a:pt x="3491" y="25117"/>
                </a:lnTo>
                <a:lnTo>
                  <a:pt x="3491" y="24940"/>
                </a:lnTo>
                <a:lnTo>
                  <a:pt x="3491" y="24674"/>
                </a:lnTo>
                <a:lnTo>
                  <a:pt x="3491" y="24496"/>
                </a:lnTo>
                <a:lnTo>
                  <a:pt x="3491" y="24230"/>
                </a:lnTo>
                <a:lnTo>
                  <a:pt x="3808" y="24052"/>
                </a:lnTo>
                <a:lnTo>
                  <a:pt x="3808" y="23875"/>
                </a:lnTo>
                <a:lnTo>
                  <a:pt x="3808" y="23608"/>
                </a:lnTo>
                <a:lnTo>
                  <a:pt x="4284" y="23608"/>
                </a:lnTo>
                <a:lnTo>
                  <a:pt x="4284" y="23431"/>
                </a:lnTo>
                <a:lnTo>
                  <a:pt x="4284" y="23165"/>
                </a:lnTo>
                <a:lnTo>
                  <a:pt x="4601" y="22987"/>
                </a:lnTo>
                <a:lnTo>
                  <a:pt x="4601" y="22721"/>
                </a:lnTo>
                <a:lnTo>
                  <a:pt x="4601" y="22543"/>
                </a:lnTo>
                <a:lnTo>
                  <a:pt x="5077" y="22543"/>
                </a:lnTo>
                <a:lnTo>
                  <a:pt x="5077" y="22366"/>
                </a:lnTo>
                <a:lnTo>
                  <a:pt x="5077" y="22100"/>
                </a:lnTo>
                <a:lnTo>
                  <a:pt x="5077" y="21922"/>
                </a:lnTo>
                <a:lnTo>
                  <a:pt x="5395" y="21656"/>
                </a:lnTo>
                <a:lnTo>
                  <a:pt x="5395" y="21478"/>
                </a:lnTo>
                <a:lnTo>
                  <a:pt x="5395" y="21301"/>
                </a:lnTo>
                <a:lnTo>
                  <a:pt x="5395" y="21035"/>
                </a:lnTo>
                <a:lnTo>
                  <a:pt x="5395" y="20857"/>
                </a:lnTo>
                <a:lnTo>
                  <a:pt x="5395" y="20591"/>
                </a:lnTo>
                <a:lnTo>
                  <a:pt x="5712" y="20591"/>
                </a:lnTo>
                <a:lnTo>
                  <a:pt x="5712" y="20413"/>
                </a:lnTo>
                <a:lnTo>
                  <a:pt x="5712" y="20147"/>
                </a:lnTo>
                <a:lnTo>
                  <a:pt x="6188" y="19970"/>
                </a:lnTo>
                <a:lnTo>
                  <a:pt x="6188" y="19792"/>
                </a:lnTo>
                <a:lnTo>
                  <a:pt x="6188" y="19526"/>
                </a:lnTo>
                <a:lnTo>
                  <a:pt x="6188" y="19348"/>
                </a:lnTo>
                <a:lnTo>
                  <a:pt x="6506" y="19348"/>
                </a:lnTo>
                <a:lnTo>
                  <a:pt x="6506" y="19082"/>
                </a:lnTo>
                <a:lnTo>
                  <a:pt x="6506" y="18904"/>
                </a:lnTo>
                <a:lnTo>
                  <a:pt x="6506" y="18727"/>
                </a:lnTo>
                <a:lnTo>
                  <a:pt x="6982" y="18461"/>
                </a:lnTo>
                <a:lnTo>
                  <a:pt x="6982" y="18283"/>
                </a:lnTo>
                <a:lnTo>
                  <a:pt x="6982" y="18017"/>
                </a:lnTo>
                <a:lnTo>
                  <a:pt x="7299" y="18017"/>
                </a:lnTo>
                <a:lnTo>
                  <a:pt x="7299" y="17839"/>
                </a:lnTo>
                <a:lnTo>
                  <a:pt x="7299" y="17573"/>
                </a:lnTo>
                <a:lnTo>
                  <a:pt x="7299" y="17396"/>
                </a:lnTo>
                <a:lnTo>
                  <a:pt x="7616" y="17218"/>
                </a:lnTo>
                <a:lnTo>
                  <a:pt x="7616" y="16952"/>
                </a:lnTo>
                <a:lnTo>
                  <a:pt x="7616" y="16774"/>
                </a:lnTo>
                <a:lnTo>
                  <a:pt x="7616" y="16508"/>
                </a:lnTo>
                <a:lnTo>
                  <a:pt x="7616" y="16331"/>
                </a:lnTo>
                <a:lnTo>
                  <a:pt x="7616" y="16153"/>
                </a:lnTo>
                <a:lnTo>
                  <a:pt x="7616" y="15887"/>
                </a:lnTo>
                <a:lnTo>
                  <a:pt x="7616" y="15709"/>
                </a:lnTo>
                <a:lnTo>
                  <a:pt x="8093" y="15709"/>
                </a:lnTo>
                <a:lnTo>
                  <a:pt x="8093" y="15443"/>
                </a:lnTo>
                <a:lnTo>
                  <a:pt x="8093" y="15265"/>
                </a:lnTo>
                <a:lnTo>
                  <a:pt x="8093" y="14999"/>
                </a:lnTo>
                <a:lnTo>
                  <a:pt x="8410" y="14999"/>
                </a:lnTo>
                <a:lnTo>
                  <a:pt x="8410" y="14822"/>
                </a:lnTo>
                <a:lnTo>
                  <a:pt x="8410" y="14644"/>
                </a:lnTo>
                <a:lnTo>
                  <a:pt x="8410" y="14378"/>
                </a:lnTo>
                <a:lnTo>
                  <a:pt x="8886" y="14200"/>
                </a:lnTo>
                <a:lnTo>
                  <a:pt x="8886" y="13934"/>
                </a:lnTo>
                <a:lnTo>
                  <a:pt x="8886" y="13757"/>
                </a:lnTo>
                <a:lnTo>
                  <a:pt x="8886" y="13579"/>
                </a:lnTo>
                <a:lnTo>
                  <a:pt x="8886" y="13313"/>
                </a:lnTo>
                <a:lnTo>
                  <a:pt x="9203" y="13313"/>
                </a:lnTo>
                <a:lnTo>
                  <a:pt x="9203" y="13135"/>
                </a:lnTo>
                <a:lnTo>
                  <a:pt x="9203" y="12869"/>
                </a:lnTo>
                <a:lnTo>
                  <a:pt x="9203" y="12692"/>
                </a:lnTo>
                <a:lnTo>
                  <a:pt x="9679" y="12514"/>
                </a:lnTo>
                <a:lnTo>
                  <a:pt x="9679" y="12248"/>
                </a:lnTo>
                <a:lnTo>
                  <a:pt x="9679" y="12070"/>
                </a:lnTo>
                <a:lnTo>
                  <a:pt x="9679" y="11804"/>
                </a:lnTo>
                <a:lnTo>
                  <a:pt x="9679" y="11626"/>
                </a:lnTo>
                <a:lnTo>
                  <a:pt x="9679" y="11360"/>
                </a:lnTo>
                <a:lnTo>
                  <a:pt x="9679" y="11183"/>
                </a:lnTo>
                <a:lnTo>
                  <a:pt x="9679" y="11005"/>
                </a:lnTo>
                <a:lnTo>
                  <a:pt x="9997" y="11005"/>
                </a:lnTo>
                <a:lnTo>
                  <a:pt x="9997" y="10739"/>
                </a:lnTo>
                <a:lnTo>
                  <a:pt x="9997" y="10561"/>
                </a:lnTo>
                <a:lnTo>
                  <a:pt x="9997" y="10295"/>
                </a:lnTo>
                <a:lnTo>
                  <a:pt x="9997" y="10118"/>
                </a:lnTo>
                <a:lnTo>
                  <a:pt x="10314" y="9940"/>
                </a:lnTo>
                <a:lnTo>
                  <a:pt x="10314" y="9674"/>
                </a:lnTo>
                <a:lnTo>
                  <a:pt x="10314" y="9496"/>
                </a:lnTo>
                <a:lnTo>
                  <a:pt x="10314" y="9230"/>
                </a:lnTo>
                <a:lnTo>
                  <a:pt x="10790" y="9053"/>
                </a:lnTo>
                <a:lnTo>
                  <a:pt x="10790" y="8786"/>
                </a:lnTo>
                <a:lnTo>
                  <a:pt x="10790" y="8609"/>
                </a:lnTo>
                <a:lnTo>
                  <a:pt x="11108" y="8431"/>
                </a:lnTo>
                <a:lnTo>
                  <a:pt x="11108" y="8165"/>
                </a:lnTo>
                <a:lnTo>
                  <a:pt x="11108" y="7988"/>
                </a:lnTo>
                <a:lnTo>
                  <a:pt x="11108" y="7721"/>
                </a:lnTo>
                <a:lnTo>
                  <a:pt x="11108" y="7544"/>
                </a:lnTo>
                <a:lnTo>
                  <a:pt x="11584" y="7544"/>
                </a:lnTo>
                <a:lnTo>
                  <a:pt x="11584" y="7366"/>
                </a:lnTo>
                <a:lnTo>
                  <a:pt x="11584" y="7100"/>
                </a:lnTo>
                <a:lnTo>
                  <a:pt x="11584" y="6922"/>
                </a:lnTo>
                <a:lnTo>
                  <a:pt x="11584" y="6479"/>
                </a:lnTo>
                <a:lnTo>
                  <a:pt x="11584" y="6212"/>
                </a:lnTo>
                <a:lnTo>
                  <a:pt x="11584" y="6035"/>
                </a:lnTo>
                <a:lnTo>
                  <a:pt x="11584" y="5857"/>
                </a:lnTo>
                <a:lnTo>
                  <a:pt x="11584" y="5591"/>
                </a:lnTo>
                <a:lnTo>
                  <a:pt x="11901" y="5414"/>
                </a:lnTo>
                <a:lnTo>
                  <a:pt x="11901" y="5147"/>
                </a:lnTo>
                <a:lnTo>
                  <a:pt x="11901" y="4970"/>
                </a:lnTo>
                <a:lnTo>
                  <a:pt x="12218" y="4792"/>
                </a:lnTo>
                <a:lnTo>
                  <a:pt x="12218" y="4349"/>
                </a:lnTo>
                <a:lnTo>
                  <a:pt x="12218" y="4082"/>
                </a:lnTo>
                <a:lnTo>
                  <a:pt x="12218" y="3905"/>
                </a:lnTo>
                <a:lnTo>
                  <a:pt x="12694" y="3638"/>
                </a:lnTo>
                <a:lnTo>
                  <a:pt x="12694" y="3461"/>
                </a:lnTo>
                <a:lnTo>
                  <a:pt x="12694" y="3283"/>
                </a:lnTo>
                <a:lnTo>
                  <a:pt x="12694" y="3017"/>
                </a:lnTo>
                <a:lnTo>
                  <a:pt x="12694" y="2840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2218"/>
                </a:lnTo>
                <a:lnTo>
                  <a:pt x="13012" y="1952"/>
                </a:lnTo>
                <a:lnTo>
                  <a:pt x="13012" y="1775"/>
                </a:lnTo>
                <a:lnTo>
                  <a:pt x="13488" y="1508"/>
                </a:lnTo>
                <a:lnTo>
                  <a:pt x="13488" y="1331"/>
                </a:lnTo>
                <a:lnTo>
                  <a:pt x="13488" y="1065"/>
                </a:lnTo>
                <a:lnTo>
                  <a:pt x="13488" y="887"/>
                </a:lnTo>
                <a:lnTo>
                  <a:pt x="13805" y="710"/>
                </a:lnTo>
                <a:lnTo>
                  <a:pt x="13805" y="443"/>
                </a:lnTo>
                <a:lnTo>
                  <a:pt x="13805" y="266"/>
                </a:lnTo>
                <a:lnTo>
                  <a:pt x="13805" y="0"/>
                </a:lnTo>
              </a:path>
            </a:pathLst>
          </a:custGeom>
          <a:ln w="1798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5766783" y="3107194"/>
            <a:ext cx="13488" cy="55738"/>
          </a:xfrm>
          <a:custGeom>
            <a:avLst/>
            <a:gdLst/>
            <a:ahLst/>
            <a:cxnLst/>
            <a:rect l="l" t="t" r="r" b="b"/>
            <a:pathLst>
              <a:path w="13488" h="55738">
                <a:moveTo>
                  <a:pt x="0" y="55738"/>
                </a:moveTo>
                <a:lnTo>
                  <a:pt x="0" y="55561"/>
                </a:lnTo>
                <a:lnTo>
                  <a:pt x="0" y="55383"/>
                </a:lnTo>
                <a:lnTo>
                  <a:pt x="0" y="55117"/>
                </a:lnTo>
                <a:lnTo>
                  <a:pt x="0" y="54939"/>
                </a:lnTo>
                <a:lnTo>
                  <a:pt x="0" y="54673"/>
                </a:lnTo>
                <a:lnTo>
                  <a:pt x="0" y="54495"/>
                </a:lnTo>
                <a:lnTo>
                  <a:pt x="476" y="54229"/>
                </a:lnTo>
                <a:lnTo>
                  <a:pt x="476" y="54052"/>
                </a:lnTo>
                <a:lnTo>
                  <a:pt x="476" y="53874"/>
                </a:lnTo>
                <a:lnTo>
                  <a:pt x="476" y="53608"/>
                </a:lnTo>
                <a:lnTo>
                  <a:pt x="476" y="53430"/>
                </a:lnTo>
                <a:lnTo>
                  <a:pt x="793" y="53164"/>
                </a:lnTo>
                <a:lnTo>
                  <a:pt x="793" y="52809"/>
                </a:lnTo>
                <a:lnTo>
                  <a:pt x="793" y="52543"/>
                </a:lnTo>
                <a:lnTo>
                  <a:pt x="1110" y="52365"/>
                </a:lnTo>
                <a:lnTo>
                  <a:pt x="1110" y="51922"/>
                </a:lnTo>
                <a:lnTo>
                  <a:pt x="1110" y="51655"/>
                </a:lnTo>
                <a:lnTo>
                  <a:pt x="1110" y="51478"/>
                </a:lnTo>
                <a:lnTo>
                  <a:pt x="1586" y="51034"/>
                </a:lnTo>
                <a:lnTo>
                  <a:pt x="1586" y="50856"/>
                </a:lnTo>
                <a:lnTo>
                  <a:pt x="1586" y="50590"/>
                </a:lnTo>
                <a:lnTo>
                  <a:pt x="1586" y="50413"/>
                </a:lnTo>
                <a:lnTo>
                  <a:pt x="1586" y="50235"/>
                </a:lnTo>
                <a:lnTo>
                  <a:pt x="1904" y="49969"/>
                </a:lnTo>
                <a:lnTo>
                  <a:pt x="1904" y="49791"/>
                </a:lnTo>
                <a:lnTo>
                  <a:pt x="1904" y="49348"/>
                </a:lnTo>
                <a:lnTo>
                  <a:pt x="1904" y="49081"/>
                </a:lnTo>
                <a:lnTo>
                  <a:pt x="1904" y="48904"/>
                </a:lnTo>
                <a:lnTo>
                  <a:pt x="1904" y="48460"/>
                </a:lnTo>
                <a:lnTo>
                  <a:pt x="1904" y="48283"/>
                </a:lnTo>
                <a:lnTo>
                  <a:pt x="1904" y="48016"/>
                </a:lnTo>
                <a:lnTo>
                  <a:pt x="2380" y="47839"/>
                </a:lnTo>
                <a:lnTo>
                  <a:pt x="2380" y="47661"/>
                </a:lnTo>
                <a:lnTo>
                  <a:pt x="2380" y="47395"/>
                </a:lnTo>
                <a:lnTo>
                  <a:pt x="2380" y="46951"/>
                </a:lnTo>
                <a:lnTo>
                  <a:pt x="2380" y="46774"/>
                </a:lnTo>
                <a:lnTo>
                  <a:pt x="2697" y="46774"/>
                </a:lnTo>
                <a:lnTo>
                  <a:pt x="2697" y="46330"/>
                </a:lnTo>
                <a:lnTo>
                  <a:pt x="2697" y="46152"/>
                </a:lnTo>
                <a:lnTo>
                  <a:pt x="2697" y="45886"/>
                </a:lnTo>
                <a:lnTo>
                  <a:pt x="2697" y="45442"/>
                </a:lnTo>
                <a:lnTo>
                  <a:pt x="3015" y="45442"/>
                </a:lnTo>
                <a:lnTo>
                  <a:pt x="3015" y="45265"/>
                </a:lnTo>
                <a:lnTo>
                  <a:pt x="3015" y="44821"/>
                </a:lnTo>
                <a:lnTo>
                  <a:pt x="3015" y="44644"/>
                </a:lnTo>
                <a:lnTo>
                  <a:pt x="3015" y="44377"/>
                </a:lnTo>
                <a:lnTo>
                  <a:pt x="3491" y="44200"/>
                </a:lnTo>
                <a:lnTo>
                  <a:pt x="3491" y="44022"/>
                </a:lnTo>
                <a:lnTo>
                  <a:pt x="3491" y="43579"/>
                </a:lnTo>
                <a:lnTo>
                  <a:pt x="3491" y="43312"/>
                </a:lnTo>
                <a:lnTo>
                  <a:pt x="3808" y="43135"/>
                </a:lnTo>
                <a:lnTo>
                  <a:pt x="3808" y="42868"/>
                </a:lnTo>
                <a:lnTo>
                  <a:pt x="3808" y="42691"/>
                </a:lnTo>
                <a:lnTo>
                  <a:pt x="3808" y="42247"/>
                </a:lnTo>
                <a:lnTo>
                  <a:pt x="3808" y="42070"/>
                </a:lnTo>
                <a:lnTo>
                  <a:pt x="4284" y="42070"/>
                </a:lnTo>
                <a:lnTo>
                  <a:pt x="4284" y="41626"/>
                </a:lnTo>
                <a:lnTo>
                  <a:pt x="4284" y="41448"/>
                </a:lnTo>
                <a:lnTo>
                  <a:pt x="4284" y="41005"/>
                </a:lnTo>
                <a:lnTo>
                  <a:pt x="4284" y="40738"/>
                </a:lnTo>
                <a:lnTo>
                  <a:pt x="4284" y="40295"/>
                </a:lnTo>
                <a:lnTo>
                  <a:pt x="4284" y="40117"/>
                </a:lnTo>
                <a:lnTo>
                  <a:pt x="4284" y="39673"/>
                </a:lnTo>
                <a:lnTo>
                  <a:pt x="4601" y="39229"/>
                </a:lnTo>
                <a:lnTo>
                  <a:pt x="4601" y="39052"/>
                </a:lnTo>
                <a:lnTo>
                  <a:pt x="4601" y="38608"/>
                </a:lnTo>
                <a:lnTo>
                  <a:pt x="4601" y="38431"/>
                </a:lnTo>
                <a:lnTo>
                  <a:pt x="4919" y="38431"/>
                </a:lnTo>
                <a:lnTo>
                  <a:pt x="4919" y="37987"/>
                </a:lnTo>
                <a:lnTo>
                  <a:pt x="4919" y="37721"/>
                </a:lnTo>
                <a:lnTo>
                  <a:pt x="4919" y="37366"/>
                </a:lnTo>
                <a:lnTo>
                  <a:pt x="5395" y="36922"/>
                </a:lnTo>
                <a:lnTo>
                  <a:pt x="5395" y="36656"/>
                </a:lnTo>
                <a:lnTo>
                  <a:pt x="5395" y="36301"/>
                </a:lnTo>
                <a:lnTo>
                  <a:pt x="5395" y="36034"/>
                </a:lnTo>
                <a:lnTo>
                  <a:pt x="5395" y="35857"/>
                </a:lnTo>
                <a:lnTo>
                  <a:pt x="5712" y="35591"/>
                </a:lnTo>
                <a:lnTo>
                  <a:pt x="5712" y="35147"/>
                </a:lnTo>
                <a:lnTo>
                  <a:pt x="5712" y="34969"/>
                </a:lnTo>
                <a:lnTo>
                  <a:pt x="5712" y="34792"/>
                </a:lnTo>
                <a:lnTo>
                  <a:pt x="5712" y="34525"/>
                </a:lnTo>
                <a:lnTo>
                  <a:pt x="6188" y="34082"/>
                </a:lnTo>
                <a:lnTo>
                  <a:pt x="6188" y="33904"/>
                </a:lnTo>
                <a:lnTo>
                  <a:pt x="6188" y="33727"/>
                </a:lnTo>
                <a:lnTo>
                  <a:pt x="6188" y="33460"/>
                </a:lnTo>
                <a:lnTo>
                  <a:pt x="6188" y="33017"/>
                </a:lnTo>
                <a:lnTo>
                  <a:pt x="6188" y="32839"/>
                </a:lnTo>
                <a:lnTo>
                  <a:pt x="6188" y="32573"/>
                </a:lnTo>
                <a:lnTo>
                  <a:pt x="6188" y="32395"/>
                </a:lnTo>
                <a:lnTo>
                  <a:pt x="6188" y="31952"/>
                </a:lnTo>
                <a:lnTo>
                  <a:pt x="6506" y="31774"/>
                </a:lnTo>
                <a:lnTo>
                  <a:pt x="6506" y="31330"/>
                </a:lnTo>
                <a:lnTo>
                  <a:pt x="6506" y="31153"/>
                </a:lnTo>
                <a:lnTo>
                  <a:pt x="6506" y="30886"/>
                </a:lnTo>
                <a:lnTo>
                  <a:pt x="6506" y="30443"/>
                </a:lnTo>
                <a:lnTo>
                  <a:pt x="6982" y="30265"/>
                </a:lnTo>
                <a:lnTo>
                  <a:pt x="6982" y="29999"/>
                </a:lnTo>
                <a:lnTo>
                  <a:pt x="6982" y="29821"/>
                </a:lnTo>
                <a:lnTo>
                  <a:pt x="6982" y="29378"/>
                </a:lnTo>
                <a:lnTo>
                  <a:pt x="6982" y="29200"/>
                </a:lnTo>
                <a:lnTo>
                  <a:pt x="7299" y="28934"/>
                </a:lnTo>
                <a:lnTo>
                  <a:pt x="7299" y="28579"/>
                </a:lnTo>
                <a:lnTo>
                  <a:pt x="7299" y="28313"/>
                </a:lnTo>
                <a:lnTo>
                  <a:pt x="7299" y="27869"/>
                </a:lnTo>
                <a:lnTo>
                  <a:pt x="7616" y="27869"/>
                </a:lnTo>
                <a:lnTo>
                  <a:pt x="7616" y="27425"/>
                </a:lnTo>
                <a:lnTo>
                  <a:pt x="7616" y="27070"/>
                </a:lnTo>
                <a:lnTo>
                  <a:pt x="7616" y="26804"/>
                </a:lnTo>
                <a:lnTo>
                  <a:pt x="7616" y="26626"/>
                </a:lnTo>
                <a:lnTo>
                  <a:pt x="8093" y="26360"/>
                </a:lnTo>
                <a:lnTo>
                  <a:pt x="8093" y="26005"/>
                </a:lnTo>
                <a:lnTo>
                  <a:pt x="8093" y="25561"/>
                </a:lnTo>
                <a:lnTo>
                  <a:pt x="8093" y="25117"/>
                </a:lnTo>
                <a:lnTo>
                  <a:pt x="8410" y="24851"/>
                </a:lnTo>
                <a:lnTo>
                  <a:pt x="8410" y="24496"/>
                </a:lnTo>
                <a:lnTo>
                  <a:pt x="8410" y="24230"/>
                </a:lnTo>
                <a:lnTo>
                  <a:pt x="8410" y="24052"/>
                </a:lnTo>
                <a:lnTo>
                  <a:pt x="8410" y="23608"/>
                </a:lnTo>
                <a:lnTo>
                  <a:pt x="8410" y="23165"/>
                </a:lnTo>
                <a:lnTo>
                  <a:pt x="8410" y="22721"/>
                </a:lnTo>
                <a:lnTo>
                  <a:pt x="8410" y="22366"/>
                </a:lnTo>
                <a:lnTo>
                  <a:pt x="8886" y="22100"/>
                </a:lnTo>
                <a:lnTo>
                  <a:pt x="8886" y="21922"/>
                </a:lnTo>
                <a:lnTo>
                  <a:pt x="8886" y="21478"/>
                </a:lnTo>
                <a:lnTo>
                  <a:pt x="8886" y="21212"/>
                </a:lnTo>
                <a:lnTo>
                  <a:pt x="8886" y="20857"/>
                </a:lnTo>
                <a:lnTo>
                  <a:pt x="9203" y="20591"/>
                </a:lnTo>
                <a:lnTo>
                  <a:pt x="9203" y="20413"/>
                </a:lnTo>
                <a:lnTo>
                  <a:pt x="9203" y="19970"/>
                </a:lnTo>
                <a:lnTo>
                  <a:pt x="9203" y="19526"/>
                </a:lnTo>
                <a:lnTo>
                  <a:pt x="9521" y="19082"/>
                </a:lnTo>
                <a:lnTo>
                  <a:pt x="9521" y="18638"/>
                </a:lnTo>
                <a:lnTo>
                  <a:pt x="9521" y="18461"/>
                </a:lnTo>
                <a:lnTo>
                  <a:pt x="9521" y="18283"/>
                </a:lnTo>
                <a:lnTo>
                  <a:pt x="9521" y="17839"/>
                </a:lnTo>
                <a:lnTo>
                  <a:pt x="9997" y="17573"/>
                </a:lnTo>
                <a:lnTo>
                  <a:pt x="9997" y="17218"/>
                </a:lnTo>
                <a:lnTo>
                  <a:pt x="9997" y="16952"/>
                </a:lnTo>
                <a:lnTo>
                  <a:pt x="9997" y="16508"/>
                </a:lnTo>
                <a:lnTo>
                  <a:pt x="10314" y="16331"/>
                </a:lnTo>
                <a:lnTo>
                  <a:pt x="10314" y="15887"/>
                </a:lnTo>
                <a:lnTo>
                  <a:pt x="10314" y="15709"/>
                </a:lnTo>
                <a:lnTo>
                  <a:pt x="10314" y="15443"/>
                </a:lnTo>
                <a:lnTo>
                  <a:pt x="10314" y="14999"/>
                </a:lnTo>
                <a:lnTo>
                  <a:pt x="10314" y="14822"/>
                </a:lnTo>
                <a:lnTo>
                  <a:pt x="10314" y="14378"/>
                </a:lnTo>
                <a:lnTo>
                  <a:pt x="10314" y="14200"/>
                </a:lnTo>
                <a:lnTo>
                  <a:pt x="10314" y="13757"/>
                </a:lnTo>
                <a:lnTo>
                  <a:pt x="10314" y="13490"/>
                </a:lnTo>
                <a:lnTo>
                  <a:pt x="10790" y="13135"/>
                </a:lnTo>
                <a:lnTo>
                  <a:pt x="10790" y="12869"/>
                </a:lnTo>
                <a:lnTo>
                  <a:pt x="10790" y="12425"/>
                </a:lnTo>
                <a:lnTo>
                  <a:pt x="10790" y="12248"/>
                </a:lnTo>
                <a:lnTo>
                  <a:pt x="10790" y="11804"/>
                </a:lnTo>
                <a:lnTo>
                  <a:pt x="11108" y="11626"/>
                </a:lnTo>
                <a:lnTo>
                  <a:pt x="11108" y="11183"/>
                </a:lnTo>
                <a:lnTo>
                  <a:pt x="11108" y="10916"/>
                </a:lnTo>
                <a:lnTo>
                  <a:pt x="11108" y="10561"/>
                </a:lnTo>
                <a:lnTo>
                  <a:pt x="11584" y="10118"/>
                </a:lnTo>
                <a:lnTo>
                  <a:pt x="11584" y="9674"/>
                </a:lnTo>
                <a:lnTo>
                  <a:pt x="11584" y="9230"/>
                </a:lnTo>
                <a:lnTo>
                  <a:pt x="11584" y="8786"/>
                </a:lnTo>
                <a:lnTo>
                  <a:pt x="11901" y="8609"/>
                </a:lnTo>
                <a:lnTo>
                  <a:pt x="11901" y="8343"/>
                </a:lnTo>
                <a:lnTo>
                  <a:pt x="11901" y="7988"/>
                </a:lnTo>
                <a:lnTo>
                  <a:pt x="11901" y="7721"/>
                </a:lnTo>
                <a:lnTo>
                  <a:pt x="11901" y="7277"/>
                </a:lnTo>
                <a:lnTo>
                  <a:pt x="12218" y="6922"/>
                </a:lnTo>
                <a:lnTo>
                  <a:pt x="12218" y="6656"/>
                </a:lnTo>
                <a:lnTo>
                  <a:pt x="12218" y="6479"/>
                </a:lnTo>
                <a:lnTo>
                  <a:pt x="12218" y="6035"/>
                </a:lnTo>
                <a:lnTo>
                  <a:pt x="12218" y="5591"/>
                </a:lnTo>
                <a:lnTo>
                  <a:pt x="12694" y="5414"/>
                </a:lnTo>
                <a:lnTo>
                  <a:pt x="12694" y="4970"/>
                </a:lnTo>
                <a:lnTo>
                  <a:pt x="12694" y="4704"/>
                </a:lnTo>
                <a:lnTo>
                  <a:pt x="12694" y="4349"/>
                </a:lnTo>
                <a:lnTo>
                  <a:pt x="12694" y="4082"/>
                </a:lnTo>
                <a:lnTo>
                  <a:pt x="12694" y="3638"/>
                </a:lnTo>
                <a:lnTo>
                  <a:pt x="12694" y="3195"/>
                </a:lnTo>
                <a:lnTo>
                  <a:pt x="12694" y="3017"/>
                </a:lnTo>
                <a:lnTo>
                  <a:pt x="12694" y="2840"/>
                </a:lnTo>
                <a:lnTo>
                  <a:pt x="13012" y="2396"/>
                </a:lnTo>
                <a:lnTo>
                  <a:pt x="13012" y="1952"/>
                </a:lnTo>
                <a:lnTo>
                  <a:pt x="13012" y="1775"/>
                </a:lnTo>
                <a:lnTo>
                  <a:pt x="13012" y="1331"/>
                </a:lnTo>
                <a:lnTo>
                  <a:pt x="13012" y="887"/>
                </a:lnTo>
                <a:lnTo>
                  <a:pt x="13488" y="621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1906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5780271" y="3028734"/>
            <a:ext cx="13805" cy="78459"/>
          </a:xfrm>
          <a:custGeom>
            <a:avLst/>
            <a:gdLst/>
            <a:ahLst/>
            <a:cxnLst/>
            <a:rect l="l" t="t" r="r" b="b"/>
            <a:pathLst>
              <a:path w="13805" h="78459">
                <a:moveTo>
                  <a:pt x="0" y="78459"/>
                </a:moveTo>
                <a:lnTo>
                  <a:pt x="0" y="78016"/>
                </a:lnTo>
                <a:lnTo>
                  <a:pt x="0" y="77838"/>
                </a:lnTo>
                <a:lnTo>
                  <a:pt x="317" y="77394"/>
                </a:lnTo>
                <a:lnTo>
                  <a:pt x="317" y="76951"/>
                </a:lnTo>
                <a:lnTo>
                  <a:pt x="317" y="76773"/>
                </a:lnTo>
                <a:lnTo>
                  <a:pt x="317" y="76329"/>
                </a:lnTo>
                <a:lnTo>
                  <a:pt x="317" y="75886"/>
                </a:lnTo>
                <a:lnTo>
                  <a:pt x="634" y="75442"/>
                </a:lnTo>
                <a:lnTo>
                  <a:pt x="634" y="75087"/>
                </a:lnTo>
                <a:lnTo>
                  <a:pt x="634" y="74643"/>
                </a:lnTo>
                <a:lnTo>
                  <a:pt x="1110" y="74377"/>
                </a:lnTo>
                <a:lnTo>
                  <a:pt x="1110" y="74022"/>
                </a:lnTo>
                <a:lnTo>
                  <a:pt x="1110" y="73578"/>
                </a:lnTo>
                <a:lnTo>
                  <a:pt x="1110" y="73134"/>
                </a:lnTo>
                <a:lnTo>
                  <a:pt x="1110" y="72868"/>
                </a:lnTo>
                <a:lnTo>
                  <a:pt x="1110" y="72513"/>
                </a:lnTo>
                <a:lnTo>
                  <a:pt x="1110" y="72069"/>
                </a:lnTo>
                <a:lnTo>
                  <a:pt x="1110" y="71803"/>
                </a:lnTo>
                <a:lnTo>
                  <a:pt x="1110" y="71448"/>
                </a:lnTo>
                <a:lnTo>
                  <a:pt x="1110" y="71004"/>
                </a:lnTo>
                <a:lnTo>
                  <a:pt x="1428" y="70738"/>
                </a:lnTo>
                <a:lnTo>
                  <a:pt x="1428" y="70294"/>
                </a:lnTo>
                <a:lnTo>
                  <a:pt x="1428" y="69939"/>
                </a:lnTo>
                <a:lnTo>
                  <a:pt x="1428" y="69673"/>
                </a:lnTo>
                <a:lnTo>
                  <a:pt x="1428" y="69495"/>
                </a:lnTo>
                <a:lnTo>
                  <a:pt x="1904" y="69051"/>
                </a:lnTo>
                <a:lnTo>
                  <a:pt x="1904" y="68608"/>
                </a:lnTo>
                <a:lnTo>
                  <a:pt x="1904" y="68430"/>
                </a:lnTo>
                <a:lnTo>
                  <a:pt x="1904" y="67986"/>
                </a:lnTo>
                <a:lnTo>
                  <a:pt x="2221" y="67543"/>
                </a:lnTo>
                <a:lnTo>
                  <a:pt x="2221" y="67365"/>
                </a:lnTo>
                <a:lnTo>
                  <a:pt x="2221" y="66921"/>
                </a:lnTo>
                <a:lnTo>
                  <a:pt x="2221" y="66477"/>
                </a:lnTo>
                <a:lnTo>
                  <a:pt x="2221" y="66034"/>
                </a:lnTo>
                <a:lnTo>
                  <a:pt x="2697" y="65856"/>
                </a:lnTo>
                <a:lnTo>
                  <a:pt x="2697" y="65412"/>
                </a:lnTo>
                <a:lnTo>
                  <a:pt x="2697" y="64969"/>
                </a:lnTo>
                <a:lnTo>
                  <a:pt x="2697" y="64791"/>
                </a:lnTo>
                <a:lnTo>
                  <a:pt x="2697" y="64347"/>
                </a:lnTo>
                <a:lnTo>
                  <a:pt x="3015" y="63904"/>
                </a:lnTo>
                <a:lnTo>
                  <a:pt x="3015" y="63726"/>
                </a:lnTo>
                <a:lnTo>
                  <a:pt x="3015" y="63282"/>
                </a:lnTo>
                <a:lnTo>
                  <a:pt x="3015" y="62838"/>
                </a:lnTo>
                <a:lnTo>
                  <a:pt x="3015" y="62572"/>
                </a:lnTo>
                <a:lnTo>
                  <a:pt x="3332" y="62217"/>
                </a:lnTo>
                <a:lnTo>
                  <a:pt x="3332" y="61773"/>
                </a:lnTo>
                <a:lnTo>
                  <a:pt x="3332" y="61330"/>
                </a:lnTo>
                <a:lnTo>
                  <a:pt x="3332" y="61152"/>
                </a:lnTo>
                <a:lnTo>
                  <a:pt x="3332" y="60708"/>
                </a:lnTo>
                <a:lnTo>
                  <a:pt x="3332" y="60265"/>
                </a:lnTo>
                <a:lnTo>
                  <a:pt x="3332" y="59821"/>
                </a:lnTo>
                <a:lnTo>
                  <a:pt x="3332" y="59377"/>
                </a:lnTo>
                <a:lnTo>
                  <a:pt x="3332" y="58933"/>
                </a:lnTo>
                <a:lnTo>
                  <a:pt x="3808" y="58756"/>
                </a:lnTo>
                <a:lnTo>
                  <a:pt x="3808" y="58312"/>
                </a:lnTo>
                <a:lnTo>
                  <a:pt x="3808" y="57868"/>
                </a:lnTo>
                <a:lnTo>
                  <a:pt x="3808" y="57691"/>
                </a:lnTo>
                <a:lnTo>
                  <a:pt x="3808" y="57247"/>
                </a:lnTo>
                <a:lnTo>
                  <a:pt x="4125" y="56803"/>
                </a:lnTo>
                <a:lnTo>
                  <a:pt x="4125" y="56626"/>
                </a:lnTo>
                <a:lnTo>
                  <a:pt x="4125" y="56182"/>
                </a:lnTo>
                <a:lnTo>
                  <a:pt x="4125" y="55738"/>
                </a:lnTo>
                <a:lnTo>
                  <a:pt x="4125" y="55561"/>
                </a:lnTo>
                <a:lnTo>
                  <a:pt x="4601" y="55117"/>
                </a:lnTo>
                <a:lnTo>
                  <a:pt x="4601" y="54673"/>
                </a:lnTo>
                <a:lnTo>
                  <a:pt x="4601" y="54229"/>
                </a:lnTo>
                <a:lnTo>
                  <a:pt x="4601" y="53785"/>
                </a:lnTo>
                <a:lnTo>
                  <a:pt x="4919" y="53430"/>
                </a:lnTo>
                <a:lnTo>
                  <a:pt x="4919" y="53164"/>
                </a:lnTo>
                <a:lnTo>
                  <a:pt x="4919" y="52720"/>
                </a:lnTo>
                <a:lnTo>
                  <a:pt x="4919" y="52365"/>
                </a:lnTo>
                <a:lnTo>
                  <a:pt x="4919" y="51922"/>
                </a:lnTo>
                <a:lnTo>
                  <a:pt x="5236" y="51655"/>
                </a:lnTo>
                <a:lnTo>
                  <a:pt x="5236" y="51211"/>
                </a:lnTo>
                <a:lnTo>
                  <a:pt x="5236" y="50856"/>
                </a:lnTo>
                <a:lnTo>
                  <a:pt x="5236" y="50413"/>
                </a:lnTo>
                <a:lnTo>
                  <a:pt x="5236" y="49969"/>
                </a:lnTo>
                <a:lnTo>
                  <a:pt x="5236" y="49525"/>
                </a:lnTo>
                <a:lnTo>
                  <a:pt x="5236" y="49348"/>
                </a:lnTo>
                <a:lnTo>
                  <a:pt x="5236" y="48904"/>
                </a:lnTo>
                <a:lnTo>
                  <a:pt x="5236" y="48460"/>
                </a:lnTo>
                <a:lnTo>
                  <a:pt x="5236" y="48283"/>
                </a:lnTo>
                <a:lnTo>
                  <a:pt x="5712" y="47573"/>
                </a:lnTo>
                <a:lnTo>
                  <a:pt x="5712" y="47217"/>
                </a:lnTo>
                <a:lnTo>
                  <a:pt x="5712" y="46951"/>
                </a:lnTo>
                <a:lnTo>
                  <a:pt x="5712" y="46507"/>
                </a:lnTo>
                <a:lnTo>
                  <a:pt x="6030" y="46064"/>
                </a:lnTo>
                <a:lnTo>
                  <a:pt x="6030" y="45886"/>
                </a:lnTo>
                <a:lnTo>
                  <a:pt x="6030" y="45442"/>
                </a:lnTo>
                <a:lnTo>
                  <a:pt x="6030" y="44821"/>
                </a:lnTo>
                <a:lnTo>
                  <a:pt x="6030" y="44644"/>
                </a:lnTo>
                <a:lnTo>
                  <a:pt x="6506" y="44200"/>
                </a:lnTo>
                <a:lnTo>
                  <a:pt x="6506" y="43756"/>
                </a:lnTo>
                <a:lnTo>
                  <a:pt x="6506" y="43490"/>
                </a:lnTo>
                <a:lnTo>
                  <a:pt x="6506" y="43135"/>
                </a:lnTo>
                <a:lnTo>
                  <a:pt x="6506" y="42425"/>
                </a:lnTo>
                <a:lnTo>
                  <a:pt x="6823" y="42247"/>
                </a:lnTo>
                <a:lnTo>
                  <a:pt x="6823" y="41803"/>
                </a:lnTo>
                <a:lnTo>
                  <a:pt x="6823" y="41360"/>
                </a:lnTo>
                <a:lnTo>
                  <a:pt x="6823" y="41182"/>
                </a:lnTo>
                <a:lnTo>
                  <a:pt x="6823" y="40738"/>
                </a:lnTo>
                <a:lnTo>
                  <a:pt x="7140" y="40117"/>
                </a:lnTo>
                <a:lnTo>
                  <a:pt x="7140" y="39851"/>
                </a:lnTo>
                <a:lnTo>
                  <a:pt x="7140" y="39496"/>
                </a:lnTo>
                <a:lnTo>
                  <a:pt x="7140" y="39052"/>
                </a:lnTo>
                <a:lnTo>
                  <a:pt x="7140" y="38786"/>
                </a:lnTo>
                <a:lnTo>
                  <a:pt x="7140" y="38164"/>
                </a:lnTo>
                <a:lnTo>
                  <a:pt x="7140" y="37721"/>
                </a:lnTo>
                <a:lnTo>
                  <a:pt x="7140" y="37543"/>
                </a:lnTo>
                <a:lnTo>
                  <a:pt x="7140" y="37099"/>
                </a:lnTo>
                <a:lnTo>
                  <a:pt x="7616" y="36656"/>
                </a:lnTo>
                <a:lnTo>
                  <a:pt x="7616" y="36212"/>
                </a:lnTo>
                <a:lnTo>
                  <a:pt x="7616" y="35768"/>
                </a:lnTo>
                <a:lnTo>
                  <a:pt x="7616" y="35413"/>
                </a:lnTo>
                <a:lnTo>
                  <a:pt x="7616" y="35147"/>
                </a:lnTo>
                <a:lnTo>
                  <a:pt x="7934" y="34525"/>
                </a:lnTo>
                <a:lnTo>
                  <a:pt x="7934" y="34348"/>
                </a:lnTo>
                <a:lnTo>
                  <a:pt x="7934" y="33904"/>
                </a:lnTo>
                <a:lnTo>
                  <a:pt x="7934" y="33460"/>
                </a:lnTo>
                <a:lnTo>
                  <a:pt x="7934" y="33017"/>
                </a:lnTo>
                <a:lnTo>
                  <a:pt x="8410" y="32573"/>
                </a:lnTo>
                <a:lnTo>
                  <a:pt x="8410" y="32129"/>
                </a:lnTo>
                <a:lnTo>
                  <a:pt x="8410" y="31952"/>
                </a:lnTo>
                <a:lnTo>
                  <a:pt x="8410" y="31330"/>
                </a:lnTo>
                <a:lnTo>
                  <a:pt x="8727" y="30886"/>
                </a:lnTo>
                <a:lnTo>
                  <a:pt x="8727" y="30709"/>
                </a:lnTo>
                <a:lnTo>
                  <a:pt x="8727" y="30265"/>
                </a:lnTo>
                <a:lnTo>
                  <a:pt x="8727" y="29555"/>
                </a:lnTo>
                <a:lnTo>
                  <a:pt x="8727" y="29378"/>
                </a:lnTo>
                <a:lnTo>
                  <a:pt x="9203" y="28934"/>
                </a:lnTo>
                <a:lnTo>
                  <a:pt x="9203" y="28490"/>
                </a:lnTo>
                <a:lnTo>
                  <a:pt x="9203" y="28135"/>
                </a:lnTo>
                <a:lnTo>
                  <a:pt x="9203" y="27691"/>
                </a:lnTo>
                <a:lnTo>
                  <a:pt x="9203" y="27247"/>
                </a:lnTo>
                <a:lnTo>
                  <a:pt x="9521" y="26804"/>
                </a:lnTo>
                <a:lnTo>
                  <a:pt x="9521" y="26360"/>
                </a:lnTo>
                <a:lnTo>
                  <a:pt x="9521" y="25916"/>
                </a:lnTo>
                <a:lnTo>
                  <a:pt x="9521" y="25739"/>
                </a:lnTo>
                <a:lnTo>
                  <a:pt x="9521" y="25117"/>
                </a:lnTo>
                <a:lnTo>
                  <a:pt x="9521" y="24851"/>
                </a:lnTo>
                <a:lnTo>
                  <a:pt x="9521" y="24407"/>
                </a:lnTo>
                <a:lnTo>
                  <a:pt x="9521" y="23786"/>
                </a:lnTo>
                <a:lnTo>
                  <a:pt x="9521" y="23608"/>
                </a:lnTo>
                <a:lnTo>
                  <a:pt x="9838" y="23165"/>
                </a:lnTo>
                <a:lnTo>
                  <a:pt x="9838" y="22721"/>
                </a:lnTo>
                <a:lnTo>
                  <a:pt x="9838" y="22277"/>
                </a:lnTo>
                <a:lnTo>
                  <a:pt x="9838" y="21833"/>
                </a:lnTo>
                <a:lnTo>
                  <a:pt x="9838" y="21478"/>
                </a:lnTo>
                <a:lnTo>
                  <a:pt x="10314" y="21035"/>
                </a:lnTo>
                <a:lnTo>
                  <a:pt x="10314" y="20591"/>
                </a:lnTo>
                <a:lnTo>
                  <a:pt x="10314" y="20147"/>
                </a:lnTo>
                <a:lnTo>
                  <a:pt x="10314" y="19703"/>
                </a:lnTo>
                <a:lnTo>
                  <a:pt x="10314" y="19259"/>
                </a:lnTo>
                <a:lnTo>
                  <a:pt x="10631" y="18904"/>
                </a:lnTo>
                <a:lnTo>
                  <a:pt x="10631" y="18461"/>
                </a:lnTo>
                <a:lnTo>
                  <a:pt x="10631" y="18017"/>
                </a:lnTo>
                <a:lnTo>
                  <a:pt x="10631" y="17839"/>
                </a:lnTo>
                <a:lnTo>
                  <a:pt x="10631" y="17129"/>
                </a:lnTo>
                <a:lnTo>
                  <a:pt x="11108" y="16686"/>
                </a:lnTo>
                <a:lnTo>
                  <a:pt x="11108" y="16508"/>
                </a:lnTo>
                <a:lnTo>
                  <a:pt x="11108" y="15887"/>
                </a:lnTo>
                <a:lnTo>
                  <a:pt x="11108" y="15443"/>
                </a:lnTo>
                <a:lnTo>
                  <a:pt x="11425" y="15265"/>
                </a:lnTo>
                <a:lnTo>
                  <a:pt x="11425" y="14555"/>
                </a:lnTo>
                <a:lnTo>
                  <a:pt x="11425" y="14112"/>
                </a:lnTo>
                <a:lnTo>
                  <a:pt x="11425" y="13757"/>
                </a:lnTo>
                <a:lnTo>
                  <a:pt x="11425" y="13313"/>
                </a:lnTo>
                <a:lnTo>
                  <a:pt x="11425" y="13047"/>
                </a:lnTo>
                <a:lnTo>
                  <a:pt x="11425" y="12425"/>
                </a:lnTo>
                <a:lnTo>
                  <a:pt x="11425" y="11982"/>
                </a:lnTo>
                <a:lnTo>
                  <a:pt x="11425" y="11804"/>
                </a:lnTo>
                <a:lnTo>
                  <a:pt x="11425" y="11183"/>
                </a:lnTo>
                <a:lnTo>
                  <a:pt x="11742" y="10739"/>
                </a:lnTo>
                <a:lnTo>
                  <a:pt x="11742" y="10473"/>
                </a:lnTo>
                <a:lnTo>
                  <a:pt x="11742" y="9851"/>
                </a:lnTo>
                <a:lnTo>
                  <a:pt x="11742" y="9408"/>
                </a:lnTo>
                <a:lnTo>
                  <a:pt x="11742" y="9053"/>
                </a:lnTo>
                <a:lnTo>
                  <a:pt x="12218" y="8609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277"/>
                </a:lnTo>
                <a:lnTo>
                  <a:pt x="12536" y="6834"/>
                </a:lnTo>
                <a:lnTo>
                  <a:pt x="12536" y="6479"/>
                </a:lnTo>
                <a:lnTo>
                  <a:pt x="12536" y="6035"/>
                </a:lnTo>
                <a:lnTo>
                  <a:pt x="12536" y="5591"/>
                </a:lnTo>
                <a:lnTo>
                  <a:pt x="12536" y="5147"/>
                </a:lnTo>
                <a:lnTo>
                  <a:pt x="13012" y="4704"/>
                </a:lnTo>
                <a:lnTo>
                  <a:pt x="13012" y="4260"/>
                </a:lnTo>
                <a:lnTo>
                  <a:pt x="13012" y="3905"/>
                </a:lnTo>
                <a:lnTo>
                  <a:pt x="13012" y="3461"/>
                </a:lnTo>
                <a:lnTo>
                  <a:pt x="13012" y="3017"/>
                </a:lnTo>
                <a:lnTo>
                  <a:pt x="13329" y="2396"/>
                </a:lnTo>
                <a:lnTo>
                  <a:pt x="13329" y="2130"/>
                </a:lnTo>
                <a:lnTo>
                  <a:pt x="13329" y="1508"/>
                </a:lnTo>
                <a:lnTo>
                  <a:pt x="13329" y="1065"/>
                </a:lnTo>
                <a:lnTo>
                  <a:pt x="13329" y="887"/>
                </a:lnTo>
                <a:lnTo>
                  <a:pt x="13805" y="177"/>
                </a:lnTo>
                <a:lnTo>
                  <a:pt x="13805" y="0"/>
                </a:lnTo>
              </a:path>
            </a:pathLst>
          </a:custGeom>
          <a:ln w="192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5794077" y="2933322"/>
            <a:ext cx="13329" cy="95412"/>
          </a:xfrm>
          <a:custGeom>
            <a:avLst/>
            <a:gdLst/>
            <a:ahLst/>
            <a:cxnLst/>
            <a:rect l="l" t="t" r="r" b="b"/>
            <a:pathLst>
              <a:path w="13329" h="95412">
                <a:moveTo>
                  <a:pt x="0" y="95412"/>
                </a:moveTo>
                <a:lnTo>
                  <a:pt x="0" y="94791"/>
                </a:lnTo>
                <a:lnTo>
                  <a:pt x="0" y="94347"/>
                </a:lnTo>
                <a:lnTo>
                  <a:pt x="0" y="93903"/>
                </a:lnTo>
                <a:lnTo>
                  <a:pt x="0" y="93459"/>
                </a:lnTo>
                <a:lnTo>
                  <a:pt x="0" y="93015"/>
                </a:lnTo>
                <a:lnTo>
                  <a:pt x="0" y="92660"/>
                </a:lnTo>
                <a:lnTo>
                  <a:pt x="0" y="92217"/>
                </a:lnTo>
                <a:lnTo>
                  <a:pt x="317" y="91773"/>
                </a:lnTo>
                <a:lnTo>
                  <a:pt x="317" y="91329"/>
                </a:lnTo>
                <a:lnTo>
                  <a:pt x="317" y="90708"/>
                </a:lnTo>
                <a:lnTo>
                  <a:pt x="317" y="90441"/>
                </a:lnTo>
                <a:lnTo>
                  <a:pt x="317" y="89820"/>
                </a:lnTo>
                <a:lnTo>
                  <a:pt x="634" y="89376"/>
                </a:lnTo>
                <a:lnTo>
                  <a:pt x="634" y="89021"/>
                </a:lnTo>
                <a:lnTo>
                  <a:pt x="634" y="88578"/>
                </a:lnTo>
                <a:lnTo>
                  <a:pt x="634" y="88134"/>
                </a:lnTo>
                <a:lnTo>
                  <a:pt x="634" y="87690"/>
                </a:lnTo>
                <a:lnTo>
                  <a:pt x="1110" y="87069"/>
                </a:lnTo>
                <a:lnTo>
                  <a:pt x="1110" y="86803"/>
                </a:lnTo>
                <a:lnTo>
                  <a:pt x="1110" y="86181"/>
                </a:lnTo>
                <a:lnTo>
                  <a:pt x="1110" y="86004"/>
                </a:lnTo>
                <a:lnTo>
                  <a:pt x="1428" y="85294"/>
                </a:lnTo>
                <a:lnTo>
                  <a:pt x="1428" y="84939"/>
                </a:lnTo>
                <a:lnTo>
                  <a:pt x="1428" y="84495"/>
                </a:lnTo>
                <a:lnTo>
                  <a:pt x="1428" y="84051"/>
                </a:lnTo>
                <a:lnTo>
                  <a:pt x="1428" y="83607"/>
                </a:lnTo>
                <a:lnTo>
                  <a:pt x="1904" y="83164"/>
                </a:lnTo>
                <a:lnTo>
                  <a:pt x="1904" y="82542"/>
                </a:lnTo>
                <a:lnTo>
                  <a:pt x="1904" y="82365"/>
                </a:lnTo>
                <a:lnTo>
                  <a:pt x="1904" y="81655"/>
                </a:lnTo>
                <a:lnTo>
                  <a:pt x="1904" y="81300"/>
                </a:lnTo>
                <a:lnTo>
                  <a:pt x="1904" y="80856"/>
                </a:lnTo>
                <a:lnTo>
                  <a:pt x="1904" y="80412"/>
                </a:lnTo>
                <a:lnTo>
                  <a:pt x="1904" y="79968"/>
                </a:lnTo>
                <a:lnTo>
                  <a:pt x="1904" y="79525"/>
                </a:lnTo>
                <a:lnTo>
                  <a:pt x="1904" y="78903"/>
                </a:lnTo>
                <a:lnTo>
                  <a:pt x="2221" y="78726"/>
                </a:lnTo>
                <a:lnTo>
                  <a:pt x="2221" y="78016"/>
                </a:lnTo>
                <a:lnTo>
                  <a:pt x="2221" y="77661"/>
                </a:lnTo>
                <a:lnTo>
                  <a:pt x="2221" y="77217"/>
                </a:lnTo>
                <a:lnTo>
                  <a:pt x="2538" y="76773"/>
                </a:lnTo>
                <a:lnTo>
                  <a:pt x="2538" y="76329"/>
                </a:lnTo>
                <a:lnTo>
                  <a:pt x="2538" y="75886"/>
                </a:lnTo>
                <a:lnTo>
                  <a:pt x="2538" y="75264"/>
                </a:lnTo>
                <a:lnTo>
                  <a:pt x="2538" y="75087"/>
                </a:lnTo>
                <a:lnTo>
                  <a:pt x="3015" y="74377"/>
                </a:lnTo>
                <a:lnTo>
                  <a:pt x="3015" y="73933"/>
                </a:lnTo>
                <a:lnTo>
                  <a:pt x="3015" y="73578"/>
                </a:lnTo>
                <a:lnTo>
                  <a:pt x="3015" y="72868"/>
                </a:lnTo>
                <a:lnTo>
                  <a:pt x="3015" y="72690"/>
                </a:lnTo>
                <a:lnTo>
                  <a:pt x="3332" y="72069"/>
                </a:lnTo>
                <a:lnTo>
                  <a:pt x="3332" y="71803"/>
                </a:lnTo>
                <a:lnTo>
                  <a:pt x="3332" y="71182"/>
                </a:lnTo>
                <a:lnTo>
                  <a:pt x="3332" y="70738"/>
                </a:lnTo>
                <a:lnTo>
                  <a:pt x="3332" y="70294"/>
                </a:lnTo>
                <a:lnTo>
                  <a:pt x="3808" y="69673"/>
                </a:lnTo>
                <a:lnTo>
                  <a:pt x="3808" y="69495"/>
                </a:lnTo>
                <a:lnTo>
                  <a:pt x="3808" y="68785"/>
                </a:lnTo>
                <a:lnTo>
                  <a:pt x="3808" y="68430"/>
                </a:lnTo>
                <a:lnTo>
                  <a:pt x="4125" y="67986"/>
                </a:lnTo>
                <a:lnTo>
                  <a:pt x="4125" y="67543"/>
                </a:lnTo>
                <a:lnTo>
                  <a:pt x="4125" y="67099"/>
                </a:lnTo>
                <a:lnTo>
                  <a:pt x="4125" y="66477"/>
                </a:lnTo>
                <a:lnTo>
                  <a:pt x="4125" y="66034"/>
                </a:lnTo>
                <a:lnTo>
                  <a:pt x="4125" y="65590"/>
                </a:lnTo>
                <a:lnTo>
                  <a:pt x="4125" y="65146"/>
                </a:lnTo>
                <a:lnTo>
                  <a:pt x="4125" y="64791"/>
                </a:lnTo>
                <a:lnTo>
                  <a:pt x="4125" y="64347"/>
                </a:lnTo>
                <a:lnTo>
                  <a:pt x="4125" y="63637"/>
                </a:lnTo>
                <a:lnTo>
                  <a:pt x="4601" y="63282"/>
                </a:lnTo>
                <a:lnTo>
                  <a:pt x="4601" y="62838"/>
                </a:lnTo>
                <a:lnTo>
                  <a:pt x="4601" y="62395"/>
                </a:lnTo>
                <a:lnTo>
                  <a:pt x="4601" y="61951"/>
                </a:lnTo>
                <a:lnTo>
                  <a:pt x="4601" y="61330"/>
                </a:lnTo>
                <a:lnTo>
                  <a:pt x="4919" y="60886"/>
                </a:lnTo>
                <a:lnTo>
                  <a:pt x="4919" y="60442"/>
                </a:lnTo>
                <a:lnTo>
                  <a:pt x="4919" y="59998"/>
                </a:lnTo>
                <a:lnTo>
                  <a:pt x="4919" y="59643"/>
                </a:lnTo>
                <a:lnTo>
                  <a:pt x="5236" y="58933"/>
                </a:lnTo>
                <a:lnTo>
                  <a:pt x="5236" y="58489"/>
                </a:lnTo>
                <a:lnTo>
                  <a:pt x="5236" y="58134"/>
                </a:lnTo>
                <a:lnTo>
                  <a:pt x="5236" y="57691"/>
                </a:lnTo>
                <a:lnTo>
                  <a:pt x="5236" y="57069"/>
                </a:lnTo>
                <a:lnTo>
                  <a:pt x="5712" y="56626"/>
                </a:lnTo>
                <a:lnTo>
                  <a:pt x="5712" y="56182"/>
                </a:lnTo>
                <a:lnTo>
                  <a:pt x="5712" y="55738"/>
                </a:lnTo>
                <a:lnTo>
                  <a:pt x="5712" y="55294"/>
                </a:lnTo>
                <a:lnTo>
                  <a:pt x="5712" y="54673"/>
                </a:lnTo>
                <a:lnTo>
                  <a:pt x="6030" y="54229"/>
                </a:lnTo>
                <a:lnTo>
                  <a:pt x="6030" y="53785"/>
                </a:lnTo>
                <a:lnTo>
                  <a:pt x="6030" y="53164"/>
                </a:lnTo>
                <a:lnTo>
                  <a:pt x="6030" y="52987"/>
                </a:lnTo>
                <a:lnTo>
                  <a:pt x="6030" y="52277"/>
                </a:lnTo>
                <a:lnTo>
                  <a:pt x="6030" y="51922"/>
                </a:lnTo>
                <a:lnTo>
                  <a:pt x="6030" y="51478"/>
                </a:lnTo>
                <a:lnTo>
                  <a:pt x="6030" y="50856"/>
                </a:lnTo>
                <a:lnTo>
                  <a:pt x="6030" y="50590"/>
                </a:lnTo>
                <a:lnTo>
                  <a:pt x="6506" y="49969"/>
                </a:lnTo>
                <a:lnTo>
                  <a:pt x="6506" y="49348"/>
                </a:lnTo>
                <a:lnTo>
                  <a:pt x="6506" y="49081"/>
                </a:lnTo>
                <a:lnTo>
                  <a:pt x="6506" y="48460"/>
                </a:lnTo>
                <a:lnTo>
                  <a:pt x="6506" y="48016"/>
                </a:lnTo>
                <a:lnTo>
                  <a:pt x="6823" y="47573"/>
                </a:lnTo>
                <a:lnTo>
                  <a:pt x="6823" y="46951"/>
                </a:lnTo>
                <a:lnTo>
                  <a:pt x="6823" y="46507"/>
                </a:lnTo>
                <a:lnTo>
                  <a:pt x="6823" y="46064"/>
                </a:lnTo>
                <a:lnTo>
                  <a:pt x="6823" y="45709"/>
                </a:lnTo>
                <a:lnTo>
                  <a:pt x="7140" y="44999"/>
                </a:lnTo>
                <a:lnTo>
                  <a:pt x="7140" y="44555"/>
                </a:lnTo>
                <a:lnTo>
                  <a:pt x="7140" y="44200"/>
                </a:lnTo>
                <a:lnTo>
                  <a:pt x="7140" y="43490"/>
                </a:lnTo>
                <a:lnTo>
                  <a:pt x="7140" y="43312"/>
                </a:lnTo>
                <a:lnTo>
                  <a:pt x="7616" y="42691"/>
                </a:lnTo>
                <a:lnTo>
                  <a:pt x="7616" y="42247"/>
                </a:lnTo>
                <a:lnTo>
                  <a:pt x="7616" y="41803"/>
                </a:lnTo>
                <a:lnTo>
                  <a:pt x="7616" y="41182"/>
                </a:lnTo>
                <a:lnTo>
                  <a:pt x="7934" y="40738"/>
                </a:lnTo>
                <a:lnTo>
                  <a:pt x="7934" y="40295"/>
                </a:lnTo>
                <a:lnTo>
                  <a:pt x="7934" y="39851"/>
                </a:lnTo>
                <a:lnTo>
                  <a:pt x="7934" y="39229"/>
                </a:lnTo>
                <a:lnTo>
                  <a:pt x="7934" y="38786"/>
                </a:lnTo>
                <a:lnTo>
                  <a:pt x="8410" y="38342"/>
                </a:lnTo>
                <a:lnTo>
                  <a:pt x="8410" y="37721"/>
                </a:lnTo>
                <a:lnTo>
                  <a:pt x="8410" y="37277"/>
                </a:lnTo>
                <a:lnTo>
                  <a:pt x="8410" y="36833"/>
                </a:lnTo>
                <a:lnTo>
                  <a:pt x="8410" y="36478"/>
                </a:lnTo>
                <a:lnTo>
                  <a:pt x="8410" y="35768"/>
                </a:lnTo>
                <a:lnTo>
                  <a:pt x="8410" y="35413"/>
                </a:lnTo>
                <a:lnTo>
                  <a:pt x="8410" y="34969"/>
                </a:lnTo>
                <a:lnTo>
                  <a:pt x="8410" y="34348"/>
                </a:lnTo>
                <a:lnTo>
                  <a:pt x="8410" y="34082"/>
                </a:lnTo>
                <a:lnTo>
                  <a:pt x="8727" y="33460"/>
                </a:lnTo>
                <a:lnTo>
                  <a:pt x="8727" y="32839"/>
                </a:lnTo>
                <a:lnTo>
                  <a:pt x="8727" y="32395"/>
                </a:lnTo>
                <a:lnTo>
                  <a:pt x="8727" y="31952"/>
                </a:lnTo>
                <a:lnTo>
                  <a:pt x="9045" y="31508"/>
                </a:lnTo>
                <a:lnTo>
                  <a:pt x="9045" y="30886"/>
                </a:lnTo>
                <a:lnTo>
                  <a:pt x="9045" y="30443"/>
                </a:lnTo>
                <a:lnTo>
                  <a:pt x="9045" y="29999"/>
                </a:lnTo>
                <a:lnTo>
                  <a:pt x="9045" y="29378"/>
                </a:lnTo>
                <a:lnTo>
                  <a:pt x="9521" y="28934"/>
                </a:lnTo>
                <a:lnTo>
                  <a:pt x="9521" y="28490"/>
                </a:lnTo>
                <a:lnTo>
                  <a:pt x="9521" y="28046"/>
                </a:lnTo>
                <a:lnTo>
                  <a:pt x="9521" y="27425"/>
                </a:lnTo>
                <a:lnTo>
                  <a:pt x="9521" y="26981"/>
                </a:lnTo>
                <a:lnTo>
                  <a:pt x="9838" y="26626"/>
                </a:lnTo>
                <a:lnTo>
                  <a:pt x="9838" y="25916"/>
                </a:lnTo>
                <a:lnTo>
                  <a:pt x="9838" y="25472"/>
                </a:lnTo>
                <a:lnTo>
                  <a:pt x="9838" y="25117"/>
                </a:lnTo>
                <a:lnTo>
                  <a:pt x="9838" y="24674"/>
                </a:lnTo>
                <a:lnTo>
                  <a:pt x="10314" y="24052"/>
                </a:lnTo>
                <a:lnTo>
                  <a:pt x="10314" y="23342"/>
                </a:lnTo>
                <a:lnTo>
                  <a:pt x="10314" y="23165"/>
                </a:lnTo>
                <a:lnTo>
                  <a:pt x="10314" y="22543"/>
                </a:lnTo>
                <a:lnTo>
                  <a:pt x="10314" y="22100"/>
                </a:lnTo>
                <a:lnTo>
                  <a:pt x="10314" y="21478"/>
                </a:lnTo>
                <a:lnTo>
                  <a:pt x="10314" y="21035"/>
                </a:lnTo>
                <a:lnTo>
                  <a:pt x="10314" y="20591"/>
                </a:lnTo>
                <a:lnTo>
                  <a:pt x="10314" y="19970"/>
                </a:lnTo>
                <a:lnTo>
                  <a:pt x="10631" y="19526"/>
                </a:lnTo>
                <a:lnTo>
                  <a:pt x="10631" y="19082"/>
                </a:lnTo>
                <a:lnTo>
                  <a:pt x="10631" y="18638"/>
                </a:lnTo>
                <a:lnTo>
                  <a:pt x="10631" y="18017"/>
                </a:lnTo>
                <a:lnTo>
                  <a:pt x="10631" y="17573"/>
                </a:lnTo>
                <a:lnTo>
                  <a:pt x="11108" y="17396"/>
                </a:lnTo>
                <a:lnTo>
                  <a:pt x="11108" y="16686"/>
                </a:lnTo>
                <a:lnTo>
                  <a:pt x="11108" y="16331"/>
                </a:lnTo>
                <a:lnTo>
                  <a:pt x="11108" y="15620"/>
                </a:lnTo>
                <a:lnTo>
                  <a:pt x="11108" y="15177"/>
                </a:lnTo>
                <a:lnTo>
                  <a:pt x="11425" y="14822"/>
                </a:lnTo>
                <a:lnTo>
                  <a:pt x="11425" y="14112"/>
                </a:lnTo>
                <a:lnTo>
                  <a:pt x="11425" y="13757"/>
                </a:lnTo>
                <a:lnTo>
                  <a:pt x="11425" y="13313"/>
                </a:lnTo>
                <a:lnTo>
                  <a:pt x="11742" y="12603"/>
                </a:lnTo>
                <a:lnTo>
                  <a:pt x="11742" y="12248"/>
                </a:lnTo>
                <a:lnTo>
                  <a:pt x="11742" y="11538"/>
                </a:lnTo>
                <a:lnTo>
                  <a:pt x="11742" y="11183"/>
                </a:lnTo>
                <a:lnTo>
                  <a:pt x="11742" y="10739"/>
                </a:lnTo>
                <a:lnTo>
                  <a:pt x="12218" y="10295"/>
                </a:lnTo>
                <a:lnTo>
                  <a:pt x="12218" y="9674"/>
                </a:lnTo>
                <a:lnTo>
                  <a:pt x="12218" y="9230"/>
                </a:lnTo>
                <a:lnTo>
                  <a:pt x="12218" y="8786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212"/>
                </a:lnTo>
                <a:lnTo>
                  <a:pt x="12218" y="5591"/>
                </a:lnTo>
                <a:lnTo>
                  <a:pt x="12536" y="5147"/>
                </a:lnTo>
                <a:lnTo>
                  <a:pt x="12536" y="4526"/>
                </a:lnTo>
                <a:lnTo>
                  <a:pt x="12536" y="4082"/>
                </a:lnTo>
                <a:lnTo>
                  <a:pt x="12536" y="3638"/>
                </a:lnTo>
                <a:lnTo>
                  <a:pt x="13012" y="3195"/>
                </a:lnTo>
                <a:lnTo>
                  <a:pt x="13012" y="2573"/>
                </a:lnTo>
                <a:lnTo>
                  <a:pt x="13012" y="2130"/>
                </a:lnTo>
                <a:lnTo>
                  <a:pt x="13012" y="1508"/>
                </a:lnTo>
                <a:lnTo>
                  <a:pt x="13012" y="1065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37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5807406" y="2828856"/>
            <a:ext cx="13805" cy="104465"/>
          </a:xfrm>
          <a:custGeom>
            <a:avLst/>
            <a:gdLst/>
            <a:ahLst/>
            <a:cxnLst/>
            <a:rect l="l" t="t" r="r" b="b"/>
            <a:pathLst>
              <a:path w="13805" h="104465">
                <a:moveTo>
                  <a:pt x="0" y="104465"/>
                </a:moveTo>
                <a:lnTo>
                  <a:pt x="0" y="104021"/>
                </a:lnTo>
                <a:lnTo>
                  <a:pt x="0" y="103400"/>
                </a:lnTo>
                <a:lnTo>
                  <a:pt x="0" y="102956"/>
                </a:lnTo>
                <a:lnTo>
                  <a:pt x="317" y="102512"/>
                </a:lnTo>
                <a:lnTo>
                  <a:pt x="317" y="101891"/>
                </a:lnTo>
                <a:lnTo>
                  <a:pt x="317" y="101447"/>
                </a:lnTo>
                <a:lnTo>
                  <a:pt x="317" y="100826"/>
                </a:lnTo>
                <a:lnTo>
                  <a:pt x="317" y="100560"/>
                </a:lnTo>
                <a:lnTo>
                  <a:pt x="793" y="99938"/>
                </a:lnTo>
                <a:lnTo>
                  <a:pt x="793" y="99495"/>
                </a:lnTo>
                <a:lnTo>
                  <a:pt x="793" y="98873"/>
                </a:lnTo>
                <a:lnTo>
                  <a:pt x="793" y="98252"/>
                </a:lnTo>
                <a:lnTo>
                  <a:pt x="1110" y="97808"/>
                </a:lnTo>
                <a:lnTo>
                  <a:pt x="1110" y="97364"/>
                </a:lnTo>
                <a:lnTo>
                  <a:pt x="1110" y="96921"/>
                </a:lnTo>
                <a:lnTo>
                  <a:pt x="1110" y="96299"/>
                </a:lnTo>
                <a:lnTo>
                  <a:pt x="1110" y="95856"/>
                </a:lnTo>
                <a:lnTo>
                  <a:pt x="1110" y="95234"/>
                </a:lnTo>
                <a:lnTo>
                  <a:pt x="1110" y="94791"/>
                </a:lnTo>
                <a:lnTo>
                  <a:pt x="1110" y="94347"/>
                </a:lnTo>
                <a:lnTo>
                  <a:pt x="1110" y="93725"/>
                </a:lnTo>
                <a:lnTo>
                  <a:pt x="1110" y="93282"/>
                </a:lnTo>
                <a:lnTo>
                  <a:pt x="1586" y="92660"/>
                </a:lnTo>
                <a:lnTo>
                  <a:pt x="1586" y="92217"/>
                </a:lnTo>
                <a:lnTo>
                  <a:pt x="1586" y="91595"/>
                </a:lnTo>
                <a:lnTo>
                  <a:pt x="1586" y="91152"/>
                </a:lnTo>
                <a:lnTo>
                  <a:pt x="1586" y="90708"/>
                </a:lnTo>
                <a:lnTo>
                  <a:pt x="1904" y="90086"/>
                </a:lnTo>
                <a:lnTo>
                  <a:pt x="1904" y="89643"/>
                </a:lnTo>
                <a:lnTo>
                  <a:pt x="1904" y="89021"/>
                </a:lnTo>
                <a:lnTo>
                  <a:pt x="1904" y="88578"/>
                </a:lnTo>
                <a:lnTo>
                  <a:pt x="1904" y="88134"/>
                </a:lnTo>
                <a:lnTo>
                  <a:pt x="2380" y="87779"/>
                </a:lnTo>
                <a:lnTo>
                  <a:pt x="2380" y="87069"/>
                </a:lnTo>
                <a:lnTo>
                  <a:pt x="2380" y="86447"/>
                </a:lnTo>
                <a:lnTo>
                  <a:pt x="2380" y="86004"/>
                </a:lnTo>
                <a:lnTo>
                  <a:pt x="2697" y="85382"/>
                </a:lnTo>
                <a:lnTo>
                  <a:pt x="2697" y="84939"/>
                </a:lnTo>
                <a:lnTo>
                  <a:pt x="2697" y="84495"/>
                </a:lnTo>
                <a:lnTo>
                  <a:pt x="2697" y="84051"/>
                </a:lnTo>
                <a:lnTo>
                  <a:pt x="2697" y="83430"/>
                </a:lnTo>
                <a:lnTo>
                  <a:pt x="3015" y="82986"/>
                </a:lnTo>
                <a:lnTo>
                  <a:pt x="3015" y="82365"/>
                </a:lnTo>
                <a:lnTo>
                  <a:pt x="3015" y="81743"/>
                </a:lnTo>
                <a:lnTo>
                  <a:pt x="3015" y="81477"/>
                </a:lnTo>
                <a:lnTo>
                  <a:pt x="3015" y="80856"/>
                </a:lnTo>
                <a:lnTo>
                  <a:pt x="3015" y="80412"/>
                </a:lnTo>
                <a:lnTo>
                  <a:pt x="3015" y="79791"/>
                </a:lnTo>
                <a:lnTo>
                  <a:pt x="3015" y="79347"/>
                </a:lnTo>
                <a:lnTo>
                  <a:pt x="3015" y="78726"/>
                </a:lnTo>
                <a:lnTo>
                  <a:pt x="3015" y="78282"/>
                </a:lnTo>
                <a:lnTo>
                  <a:pt x="3491" y="77661"/>
                </a:lnTo>
                <a:lnTo>
                  <a:pt x="3491" y="77217"/>
                </a:lnTo>
                <a:lnTo>
                  <a:pt x="3491" y="76773"/>
                </a:lnTo>
                <a:lnTo>
                  <a:pt x="3491" y="76152"/>
                </a:lnTo>
                <a:lnTo>
                  <a:pt x="3808" y="75708"/>
                </a:lnTo>
                <a:lnTo>
                  <a:pt x="3808" y="75087"/>
                </a:lnTo>
                <a:lnTo>
                  <a:pt x="3808" y="74643"/>
                </a:lnTo>
                <a:lnTo>
                  <a:pt x="3808" y="74022"/>
                </a:lnTo>
                <a:lnTo>
                  <a:pt x="3808" y="73578"/>
                </a:lnTo>
                <a:lnTo>
                  <a:pt x="4284" y="73134"/>
                </a:lnTo>
                <a:lnTo>
                  <a:pt x="4284" y="72513"/>
                </a:lnTo>
                <a:lnTo>
                  <a:pt x="4284" y="72069"/>
                </a:lnTo>
                <a:lnTo>
                  <a:pt x="4284" y="71448"/>
                </a:lnTo>
                <a:lnTo>
                  <a:pt x="4284" y="71004"/>
                </a:lnTo>
                <a:lnTo>
                  <a:pt x="4601" y="70383"/>
                </a:lnTo>
                <a:lnTo>
                  <a:pt x="4601" y="69939"/>
                </a:lnTo>
                <a:lnTo>
                  <a:pt x="4601" y="69495"/>
                </a:lnTo>
                <a:lnTo>
                  <a:pt x="4601" y="68874"/>
                </a:lnTo>
                <a:lnTo>
                  <a:pt x="4601" y="68430"/>
                </a:lnTo>
                <a:lnTo>
                  <a:pt x="4919" y="67809"/>
                </a:lnTo>
                <a:lnTo>
                  <a:pt x="4919" y="67365"/>
                </a:lnTo>
                <a:lnTo>
                  <a:pt x="4919" y="66744"/>
                </a:lnTo>
                <a:lnTo>
                  <a:pt x="4919" y="66300"/>
                </a:lnTo>
                <a:lnTo>
                  <a:pt x="5395" y="65679"/>
                </a:lnTo>
                <a:lnTo>
                  <a:pt x="5395" y="65235"/>
                </a:lnTo>
                <a:lnTo>
                  <a:pt x="5395" y="64791"/>
                </a:lnTo>
                <a:lnTo>
                  <a:pt x="5395" y="64170"/>
                </a:lnTo>
                <a:lnTo>
                  <a:pt x="5395" y="63726"/>
                </a:lnTo>
                <a:lnTo>
                  <a:pt x="5395" y="63105"/>
                </a:lnTo>
                <a:lnTo>
                  <a:pt x="5395" y="62661"/>
                </a:lnTo>
                <a:lnTo>
                  <a:pt x="5395" y="62040"/>
                </a:lnTo>
                <a:lnTo>
                  <a:pt x="5395" y="61596"/>
                </a:lnTo>
                <a:lnTo>
                  <a:pt x="5395" y="60975"/>
                </a:lnTo>
                <a:lnTo>
                  <a:pt x="5712" y="60531"/>
                </a:lnTo>
                <a:lnTo>
                  <a:pt x="5712" y="60087"/>
                </a:lnTo>
                <a:lnTo>
                  <a:pt x="5712" y="59466"/>
                </a:lnTo>
                <a:lnTo>
                  <a:pt x="5712" y="59022"/>
                </a:lnTo>
                <a:lnTo>
                  <a:pt x="5712" y="58401"/>
                </a:lnTo>
                <a:lnTo>
                  <a:pt x="6188" y="57957"/>
                </a:lnTo>
                <a:lnTo>
                  <a:pt x="6188" y="57247"/>
                </a:lnTo>
                <a:lnTo>
                  <a:pt x="6188" y="56892"/>
                </a:lnTo>
                <a:lnTo>
                  <a:pt x="6188" y="56182"/>
                </a:lnTo>
                <a:lnTo>
                  <a:pt x="6506" y="55827"/>
                </a:lnTo>
                <a:lnTo>
                  <a:pt x="6506" y="55117"/>
                </a:lnTo>
                <a:lnTo>
                  <a:pt x="6506" y="54673"/>
                </a:lnTo>
                <a:lnTo>
                  <a:pt x="6506" y="54318"/>
                </a:lnTo>
                <a:lnTo>
                  <a:pt x="6506" y="53608"/>
                </a:lnTo>
                <a:lnTo>
                  <a:pt x="6982" y="53253"/>
                </a:lnTo>
                <a:lnTo>
                  <a:pt x="6982" y="52543"/>
                </a:lnTo>
                <a:lnTo>
                  <a:pt x="6982" y="52099"/>
                </a:lnTo>
                <a:lnTo>
                  <a:pt x="6982" y="51478"/>
                </a:lnTo>
                <a:lnTo>
                  <a:pt x="6982" y="51034"/>
                </a:lnTo>
                <a:lnTo>
                  <a:pt x="7299" y="50413"/>
                </a:lnTo>
                <a:lnTo>
                  <a:pt x="7299" y="49969"/>
                </a:lnTo>
                <a:lnTo>
                  <a:pt x="7299" y="49348"/>
                </a:lnTo>
                <a:lnTo>
                  <a:pt x="7299" y="48904"/>
                </a:lnTo>
                <a:lnTo>
                  <a:pt x="7299" y="48460"/>
                </a:lnTo>
                <a:lnTo>
                  <a:pt x="7299" y="47839"/>
                </a:lnTo>
                <a:lnTo>
                  <a:pt x="7299" y="47395"/>
                </a:lnTo>
                <a:lnTo>
                  <a:pt x="7299" y="46774"/>
                </a:lnTo>
                <a:lnTo>
                  <a:pt x="7299" y="46330"/>
                </a:lnTo>
                <a:lnTo>
                  <a:pt x="7616" y="45709"/>
                </a:lnTo>
                <a:lnTo>
                  <a:pt x="7616" y="45265"/>
                </a:lnTo>
                <a:lnTo>
                  <a:pt x="7616" y="44644"/>
                </a:lnTo>
                <a:lnTo>
                  <a:pt x="7616" y="44022"/>
                </a:lnTo>
                <a:lnTo>
                  <a:pt x="7616" y="43579"/>
                </a:lnTo>
                <a:lnTo>
                  <a:pt x="8093" y="43135"/>
                </a:lnTo>
                <a:lnTo>
                  <a:pt x="8093" y="42691"/>
                </a:lnTo>
                <a:lnTo>
                  <a:pt x="8093" y="42070"/>
                </a:lnTo>
                <a:lnTo>
                  <a:pt x="8093" y="41626"/>
                </a:lnTo>
                <a:lnTo>
                  <a:pt x="8093" y="41005"/>
                </a:lnTo>
                <a:lnTo>
                  <a:pt x="8410" y="40561"/>
                </a:lnTo>
                <a:lnTo>
                  <a:pt x="8410" y="39940"/>
                </a:lnTo>
                <a:lnTo>
                  <a:pt x="8410" y="39318"/>
                </a:lnTo>
                <a:lnTo>
                  <a:pt x="8410" y="38874"/>
                </a:lnTo>
                <a:lnTo>
                  <a:pt x="8410" y="38164"/>
                </a:lnTo>
                <a:lnTo>
                  <a:pt x="8886" y="37809"/>
                </a:lnTo>
                <a:lnTo>
                  <a:pt x="8886" y="37099"/>
                </a:lnTo>
                <a:lnTo>
                  <a:pt x="8886" y="36744"/>
                </a:lnTo>
                <a:lnTo>
                  <a:pt x="8886" y="36301"/>
                </a:lnTo>
                <a:lnTo>
                  <a:pt x="9203" y="35591"/>
                </a:lnTo>
                <a:lnTo>
                  <a:pt x="9203" y="35235"/>
                </a:lnTo>
                <a:lnTo>
                  <a:pt x="9203" y="34525"/>
                </a:lnTo>
                <a:lnTo>
                  <a:pt x="9203" y="34170"/>
                </a:lnTo>
                <a:lnTo>
                  <a:pt x="9203" y="33460"/>
                </a:lnTo>
                <a:lnTo>
                  <a:pt x="9521" y="33017"/>
                </a:lnTo>
                <a:lnTo>
                  <a:pt x="9521" y="32395"/>
                </a:lnTo>
                <a:lnTo>
                  <a:pt x="9521" y="31952"/>
                </a:lnTo>
                <a:lnTo>
                  <a:pt x="9521" y="31330"/>
                </a:lnTo>
                <a:lnTo>
                  <a:pt x="9521" y="30886"/>
                </a:lnTo>
                <a:lnTo>
                  <a:pt x="9521" y="30265"/>
                </a:lnTo>
                <a:lnTo>
                  <a:pt x="9521" y="29821"/>
                </a:lnTo>
                <a:lnTo>
                  <a:pt x="9521" y="29378"/>
                </a:lnTo>
                <a:lnTo>
                  <a:pt x="9521" y="28756"/>
                </a:lnTo>
                <a:lnTo>
                  <a:pt x="9521" y="28313"/>
                </a:lnTo>
                <a:lnTo>
                  <a:pt x="9997" y="27691"/>
                </a:lnTo>
                <a:lnTo>
                  <a:pt x="9997" y="27247"/>
                </a:lnTo>
                <a:lnTo>
                  <a:pt x="9997" y="26626"/>
                </a:lnTo>
                <a:lnTo>
                  <a:pt x="9997" y="26182"/>
                </a:lnTo>
                <a:lnTo>
                  <a:pt x="10314" y="25561"/>
                </a:lnTo>
                <a:lnTo>
                  <a:pt x="10314" y="25117"/>
                </a:lnTo>
                <a:lnTo>
                  <a:pt x="10314" y="24496"/>
                </a:lnTo>
                <a:lnTo>
                  <a:pt x="10314" y="23875"/>
                </a:lnTo>
                <a:lnTo>
                  <a:pt x="10314" y="23431"/>
                </a:lnTo>
                <a:lnTo>
                  <a:pt x="10790" y="22810"/>
                </a:lnTo>
                <a:lnTo>
                  <a:pt x="10790" y="22366"/>
                </a:lnTo>
                <a:lnTo>
                  <a:pt x="10790" y="21656"/>
                </a:lnTo>
                <a:lnTo>
                  <a:pt x="10790" y="21478"/>
                </a:lnTo>
                <a:lnTo>
                  <a:pt x="10790" y="20857"/>
                </a:lnTo>
                <a:lnTo>
                  <a:pt x="11108" y="20413"/>
                </a:lnTo>
                <a:lnTo>
                  <a:pt x="11108" y="19792"/>
                </a:lnTo>
                <a:lnTo>
                  <a:pt x="11108" y="19082"/>
                </a:lnTo>
                <a:lnTo>
                  <a:pt x="11108" y="18727"/>
                </a:lnTo>
                <a:lnTo>
                  <a:pt x="11108" y="18017"/>
                </a:lnTo>
                <a:lnTo>
                  <a:pt x="11425" y="17662"/>
                </a:lnTo>
                <a:lnTo>
                  <a:pt x="11425" y="16952"/>
                </a:lnTo>
                <a:lnTo>
                  <a:pt x="11425" y="16508"/>
                </a:lnTo>
                <a:lnTo>
                  <a:pt x="11425" y="15887"/>
                </a:lnTo>
                <a:lnTo>
                  <a:pt x="11425" y="15443"/>
                </a:lnTo>
                <a:lnTo>
                  <a:pt x="11425" y="14822"/>
                </a:lnTo>
                <a:lnTo>
                  <a:pt x="11425" y="14378"/>
                </a:lnTo>
                <a:lnTo>
                  <a:pt x="11425" y="13757"/>
                </a:lnTo>
                <a:lnTo>
                  <a:pt x="11425" y="13313"/>
                </a:lnTo>
                <a:lnTo>
                  <a:pt x="11901" y="12869"/>
                </a:lnTo>
                <a:lnTo>
                  <a:pt x="11901" y="12248"/>
                </a:lnTo>
                <a:lnTo>
                  <a:pt x="11901" y="11804"/>
                </a:lnTo>
                <a:lnTo>
                  <a:pt x="11901" y="11183"/>
                </a:lnTo>
                <a:lnTo>
                  <a:pt x="11901" y="10739"/>
                </a:lnTo>
                <a:lnTo>
                  <a:pt x="12218" y="10118"/>
                </a:lnTo>
                <a:lnTo>
                  <a:pt x="12218" y="9674"/>
                </a:lnTo>
                <a:lnTo>
                  <a:pt x="12218" y="9053"/>
                </a:lnTo>
                <a:lnTo>
                  <a:pt x="12218" y="8609"/>
                </a:lnTo>
                <a:lnTo>
                  <a:pt x="12218" y="7988"/>
                </a:lnTo>
                <a:lnTo>
                  <a:pt x="12694" y="7366"/>
                </a:lnTo>
                <a:lnTo>
                  <a:pt x="12694" y="6922"/>
                </a:lnTo>
                <a:lnTo>
                  <a:pt x="12694" y="6212"/>
                </a:lnTo>
                <a:lnTo>
                  <a:pt x="12694" y="5857"/>
                </a:lnTo>
                <a:lnTo>
                  <a:pt x="13012" y="5147"/>
                </a:lnTo>
                <a:lnTo>
                  <a:pt x="13012" y="4792"/>
                </a:lnTo>
                <a:lnTo>
                  <a:pt x="13012" y="4082"/>
                </a:lnTo>
                <a:lnTo>
                  <a:pt x="13012" y="3905"/>
                </a:lnTo>
                <a:lnTo>
                  <a:pt x="13012" y="3283"/>
                </a:lnTo>
                <a:lnTo>
                  <a:pt x="13488" y="2573"/>
                </a:lnTo>
                <a:lnTo>
                  <a:pt x="13488" y="2218"/>
                </a:lnTo>
                <a:lnTo>
                  <a:pt x="13488" y="1508"/>
                </a:lnTo>
                <a:lnTo>
                  <a:pt x="13488" y="1153"/>
                </a:lnTo>
                <a:lnTo>
                  <a:pt x="13488" y="443"/>
                </a:lnTo>
                <a:lnTo>
                  <a:pt x="13805" y="0"/>
                </a:lnTo>
              </a:path>
            </a:pathLst>
          </a:custGeom>
          <a:ln w="193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5821212" y="2724036"/>
            <a:ext cx="13329" cy="104820"/>
          </a:xfrm>
          <a:custGeom>
            <a:avLst/>
            <a:gdLst/>
            <a:ahLst/>
            <a:cxnLst/>
            <a:rect l="l" t="t" r="r" b="b"/>
            <a:pathLst>
              <a:path w="13329" h="104820">
                <a:moveTo>
                  <a:pt x="0" y="104820"/>
                </a:moveTo>
                <a:lnTo>
                  <a:pt x="0" y="104199"/>
                </a:lnTo>
                <a:lnTo>
                  <a:pt x="0" y="103755"/>
                </a:lnTo>
                <a:lnTo>
                  <a:pt x="0" y="103134"/>
                </a:lnTo>
                <a:lnTo>
                  <a:pt x="0" y="102690"/>
                </a:lnTo>
                <a:lnTo>
                  <a:pt x="0" y="102068"/>
                </a:lnTo>
                <a:lnTo>
                  <a:pt x="0" y="101625"/>
                </a:lnTo>
                <a:lnTo>
                  <a:pt x="0" y="101003"/>
                </a:lnTo>
                <a:lnTo>
                  <a:pt x="0" y="100382"/>
                </a:lnTo>
                <a:lnTo>
                  <a:pt x="317" y="99938"/>
                </a:lnTo>
                <a:lnTo>
                  <a:pt x="317" y="99495"/>
                </a:lnTo>
                <a:lnTo>
                  <a:pt x="317" y="99051"/>
                </a:lnTo>
                <a:lnTo>
                  <a:pt x="317" y="98429"/>
                </a:lnTo>
                <a:lnTo>
                  <a:pt x="317" y="97986"/>
                </a:lnTo>
                <a:lnTo>
                  <a:pt x="793" y="97364"/>
                </a:lnTo>
                <a:lnTo>
                  <a:pt x="793" y="96921"/>
                </a:lnTo>
                <a:lnTo>
                  <a:pt x="793" y="96299"/>
                </a:lnTo>
                <a:lnTo>
                  <a:pt x="793" y="95678"/>
                </a:lnTo>
                <a:lnTo>
                  <a:pt x="793" y="95234"/>
                </a:lnTo>
                <a:lnTo>
                  <a:pt x="1110" y="94524"/>
                </a:lnTo>
                <a:lnTo>
                  <a:pt x="1110" y="94169"/>
                </a:lnTo>
                <a:lnTo>
                  <a:pt x="1110" y="93459"/>
                </a:lnTo>
                <a:lnTo>
                  <a:pt x="1110" y="93104"/>
                </a:lnTo>
                <a:lnTo>
                  <a:pt x="1110" y="92394"/>
                </a:lnTo>
                <a:lnTo>
                  <a:pt x="1586" y="91950"/>
                </a:lnTo>
                <a:lnTo>
                  <a:pt x="1586" y="91329"/>
                </a:lnTo>
                <a:lnTo>
                  <a:pt x="1586" y="90885"/>
                </a:lnTo>
                <a:lnTo>
                  <a:pt x="1586" y="90530"/>
                </a:lnTo>
                <a:lnTo>
                  <a:pt x="1904" y="89820"/>
                </a:lnTo>
                <a:lnTo>
                  <a:pt x="1904" y="89376"/>
                </a:lnTo>
                <a:lnTo>
                  <a:pt x="1904" y="88755"/>
                </a:lnTo>
                <a:lnTo>
                  <a:pt x="1904" y="88311"/>
                </a:lnTo>
                <a:lnTo>
                  <a:pt x="1904" y="87690"/>
                </a:lnTo>
                <a:lnTo>
                  <a:pt x="1904" y="87246"/>
                </a:lnTo>
                <a:lnTo>
                  <a:pt x="1904" y="86625"/>
                </a:lnTo>
                <a:lnTo>
                  <a:pt x="1904" y="86181"/>
                </a:lnTo>
                <a:lnTo>
                  <a:pt x="1904" y="85560"/>
                </a:lnTo>
                <a:lnTo>
                  <a:pt x="1904" y="85116"/>
                </a:lnTo>
                <a:lnTo>
                  <a:pt x="2221" y="84495"/>
                </a:lnTo>
                <a:lnTo>
                  <a:pt x="2221" y="83874"/>
                </a:lnTo>
                <a:lnTo>
                  <a:pt x="2221" y="83430"/>
                </a:lnTo>
                <a:lnTo>
                  <a:pt x="2221" y="82808"/>
                </a:lnTo>
                <a:lnTo>
                  <a:pt x="2221" y="82365"/>
                </a:lnTo>
                <a:lnTo>
                  <a:pt x="2697" y="81921"/>
                </a:lnTo>
                <a:lnTo>
                  <a:pt x="2697" y="81477"/>
                </a:lnTo>
                <a:lnTo>
                  <a:pt x="2697" y="80856"/>
                </a:lnTo>
                <a:lnTo>
                  <a:pt x="2697" y="80412"/>
                </a:lnTo>
                <a:lnTo>
                  <a:pt x="3015" y="79791"/>
                </a:lnTo>
                <a:lnTo>
                  <a:pt x="3015" y="79170"/>
                </a:lnTo>
                <a:lnTo>
                  <a:pt x="3015" y="78726"/>
                </a:lnTo>
                <a:lnTo>
                  <a:pt x="3015" y="78016"/>
                </a:lnTo>
                <a:lnTo>
                  <a:pt x="3015" y="77661"/>
                </a:lnTo>
                <a:lnTo>
                  <a:pt x="3491" y="76951"/>
                </a:lnTo>
                <a:lnTo>
                  <a:pt x="3491" y="76596"/>
                </a:lnTo>
                <a:lnTo>
                  <a:pt x="3491" y="75886"/>
                </a:lnTo>
                <a:lnTo>
                  <a:pt x="3491" y="75442"/>
                </a:lnTo>
                <a:lnTo>
                  <a:pt x="3491" y="74820"/>
                </a:lnTo>
                <a:lnTo>
                  <a:pt x="3808" y="74377"/>
                </a:lnTo>
                <a:lnTo>
                  <a:pt x="3808" y="73755"/>
                </a:lnTo>
                <a:lnTo>
                  <a:pt x="3808" y="73312"/>
                </a:lnTo>
                <a:lnTo>
                  <a:pt x="3808" y="72868"/>
                </a:lnTo>
                <a:lnTo>
                  <a:pt x="3808" y="72247"/>
                </a:lnTo>
                <a:lnTo>
                  <a:pt x="4284" y="71803"/>
                </a:lnTo>
                <a:lnTo>
                  <a:pt x="4284" y="71182"/>
                </a:lnTo>
                <a:lnTo>
                  <a:pt x="4284" y="70738"/>
                </a:lnTo>
                <a:lnTo>
                  <a:pt x="4284" y="70116"/>
                </a:lnTo>
                <a:lnTo>
                  <a:pt x="4284" y="69673"/>
                </a:lnTo>
                <a:lnTo>
                  <a:pt x="4284" y="69051"/>
                </a:lnTo>
                <a:lnTo>
                  <a:pt x="4284" y="68608"/>
                </a:lnTo>
                <a:lnTo>
                  <a:pt x="4284" y="67986"/>
                </a:lnTo>
                <a:lnTo>
                  <a:pt x="4284" y="67365"/>
                </a:lnTo>
                <a:lnTo>
                  <a:pt x="4601" y="66921"/>
                </a:lnTo>
                <a:lnTo>
                  <a:pt x="4601" y="66300"/>
                </a:lnTo>
                <a:lnTo>
                  <a:pt x="4601" y="66034"/>
                </a:lnTo>
                <a:lnTo>
                  <a:pt x="4601" y="65412"/>
                </a:lnTo>
                <a:lnTo>
                  <a:pt x="4601" y="64969"/>
                </a:lnTo>
                <a:lnTo>
                  <a:pt x="4919" y="64347"/>
                </a:lnTo>
                <a:lnTo>
                  <a:pt x="4919" y="63904"/>
                </a:lnTo>
                <a:lnTo>
                  <a:pt x="4919" y="63282"/>
                </a:lnTo>
                <a:lnTo>
                  <a:pt x="4919" y="62572"/>
                </a:lnTo>
                <a:lnTo>
                  <a:pt x="4919" y="62217"/>
                </a:lnTo>
                <a:lnTo>
                  <a:pt x="5395" y="61507"/>
                </a:lnTo>
                <a:lnTo>
                  <a:pt x="5395" y="61152"/>
                </a:lnTo>
                <a:lnTo>
                  <a:pt x="5395" y="60442"/>
                </a:lnTo>
                <a:lnTo>
                  <a:pt x="5395" y="60087"/>
                </a:lnTo>
                <a:lnTo>
                  <a:pt x="5712" y="59377"/>
                </a:lnTo>
                <a:lnTo>
                  <a:pt x="5712" y="58933"/>
                </a:lnTo>
                <a:lnTo>
                  <a:pt x="5712" y="58578"/>
                </a:lnTo>
                <a:lnTo>
                  <a:pt x="5712" y="57868"/>
                </a:lnTo>
                <a:lnTo>
                  <a:pt x="5712" y="57513"/>
                </a:lnTo>
                <a:lnTo>
                  <a:pt x="6188" y="56803"/>
                </a:lnTo>
                <a:lnTo>
                  <a:pt x="6188" y="56359"/>
                </a:lnTo>
                <a:lnTo>
                  <a:pt x="6188" y="55738"/>
                </a:lnTo>
                <a:lnTo>
                  <a:pt x="6188" y="55294"/>
                </a:lnTo>
                <a:lnTo>
                  <a:pt x="6188" y="54673"/>
                </a:lnTo>
                <a:lnTo>
                  <a:pt x="6188" y="54229"/>
                </a:lnTo>
                <a:lnTo>
                  <a:pt x="6188" y="53608"/>
                </a:lnTo>
                <a:lnTo>
                  <a:pt x="6188" y="53164"/>
                </a:lnTo>
                <a:lnTo>
                  <a:pt x="6188" y="52543"/>
                </a:lnTo>
                <a:lnTo>
                  <a:pt x="6188" y="52099"/>
                </a:lnTo>
                <a:lnTo>
                  <a:pt x="6506" y="51655"/>
                </a:lnTo>
                <a:lnTo>
                  <a:pt x="6506" y="51034"/>
                </a:lnTo>
                <a:lnTo>
                  <a:pt x="6506" y="50590"/>
                </a:lnTo>
                <a:lnTo>
                  <a:pt x="6506" y="49969"/>
                </a:lnTo>
                <a:lnTo>
                  <a:pt x="6823" y="49525"/>
                </a:lnTo>
                <a:lnTo>
                  <a:pt x="6823" y="48904"/>
                </a:lnTo>
                <a:lnTo>
                  <a:pt x="6823" y="48460"/>
                </a:lnTo>
                <a:lnTo>
                  <a:pt x="6823" y="47839"/>
                </a:lnTo>
                <a:lnTo>
                  <a:pt x="6823" y="47217"/>
                </a:lnTo>
                <a:lnTo>
                  <a:pt x="7299" y="46774"/>
                </a:lnTo>
                <a:lnTo>
                  <a:pt x="7299" y="46330"/>
                </a:lnTo>
                <a:lnTo>
                  <a:pt x="7299" y="45886"/>
                </a:lnTo>
                <a:lnTo>
                  <a:pt x="7299" y="45265"/>
                </a:lnTo>
                <a:lnTo>
                  <a:pt x="7299" y="44821"/>
                </a:lnTo>
                <a:lnTo>
                  <a:pt x="7616" y="44200"/>
                </a:lnTo>
                <a:lnTo>
                  <a:pt x="7616" y="43756"/>
                </a:lnTo>
                <a:lnTo>
                  <a:pt x="7616" y="43135"/>
                </a:lnTo>
                <a:lnTo>
                  <a:pt x="7616" y="42425"/>
                </a:lnTo>
                <a:lnTo>
                  <a:pt x="7616" y="42070"/>
                </a:lnTo>
                <a:lnTo>
                  <a:pt x="8093" y="41360"/>
                </a:lnTo>
                <a:lnTo>
                  <a:pt x="8093" y="40916"/>
                </a:lnTo>
                <a:lnTo>
                  <a:pt x="8093" y="40561"/>
                </a:lnTo>
                <a:lnTo>
                  <a:pt x="8093" y="40117"/>
                </a:lnTo>
                <a:lnTo>
                  <a:pt x="8093" y="39496"/>
                </a:lnTo>
                <a:lnTo>
                  <a:pt x="8093" y="39052"/>
                </a:lnTo>
                <a:lnTo>
                  <a:pt x="8093" y="38342"/>
                </a:lnTo>
                <a:lnTo>
                  <a:pt x="8093" y="37721"/>
                </a:lnTo>
                <a:lnTo>
                  <a:pt x="8093" y="37277"/>
                </a:lnTo>
                <a:lnTo>
                  <a:pt x="8410" y="36656"/>
                </a:lnTo>
                <a:lnTo>
                  <a:pt x="8410" y="36212"/>
                </a:lnTo>
                <a:lnTo>
                  <a:pt x="8410" y="35857"/>
                </a:lnTo>
                <a:lnTo>
                  <a:pt x="8410" y="35413"/>
                </a:lnTo>
                <a:lnTo>
                  <a:pt x="8410" y="34703"/>
                </a:lnTo>
                <a:lnTo>
                  <a:pt x="8886" y="34348"/>
                </a:lnTo>
                <a:lnTo>
                  <a:pt x="8886" y="33638"/>
                </a:lnTo>
                <a:lnTo>
                  <a:pt x="8886" y="33017"/>
                </a:lnTo>
                <a:lnTo>
                  <a:pt x="8886" y="32573"/>
                </a:lnTo>
                <a:lnTo>
                  <a:pt x="8886" y="31952"/>
                </a:lnTo>
                <a:lnTo>
                  <a:pt x="9203" y="31508"/>
                </a:lnTo>
                <a:lnTo>
                  <a:pt x="9203" y="31064"/>
                </a:lnTo>
                <a:lnTo>
                  <a:pt x="9203" y="30709"/>
                </a:lnTo>
                <a:lnTo>
                  <a:pt x="9203" y="29999"/>
                </a:lnTo>
                <a:lnTo>
                  <a:pt x="9521" y="29555"/>
                </a:lnTo>
                <a:lnTo>
                  <a:pt x="9521" y="28934"/>
                </a:lnTo>
                <a:lnTo>
                  <a:pt x="9521" y="28313"/>
                </a:lnTo>
                <a:lnTo>
                  <a:pt x="9521" y="27869"/>
                </a:lnTo>
                <a:lnTo>
                  <a:pt x="9521" y="27247"/>
                </a:lnTo>
                <a:lnTo>
                  <a:pt x="9997" y="26804"/>
                </a:lnTo>
                <a:lnTo>
                  <a:pt x="9997" y="26360"/>
                </a:lnTo>
                <a:lnTo>
                  <a:pt x="9997" y="25916"/>
                </a:lnTo>
                <a:lnTo>
                  <a:pt x="9997" y="25295"/>
                </a:lnTo>
                <a:lnTo>
                  <a:pt x="9997" y="24851"/>
                </a:lnTo>
                <a:lnTo>
                  <a:pt x="10314" y="24230"/>
                </a:lnTo>
                <a:lnTo>
                  <a:pt x="10314" y="23608"/>
                </a:lnTo>
                <a:lnTo>
                  <a:pt x="10314" y="23165"/>
                </a:lnTo>
                <a:lnTo>
                  <a:pt x="10314" y="22543"/>
                </a:lnTo>
                <a:lnTo>
                  <a:pt x="10314" y="22277"/>
                </a:lnTo>
                <a:lnTo>
                  <a:pt x="10314" y="21656"/>
                </a:lnTo>
                <a:lnTo>
                  <a:pt x="10314" y="21212"/>
                </a:lnTo>
                <a:lnTo>
                  <a:pt x="10314" y="20591"/>
                </a:lnTo>
                <a:lnTo>
                  <a:pt x="10314" y="20147"/>
                </a:lnTo>
                <a:lnTo>
                  <a:pt x="10790" y="19526"/>
                </a:lnTo>
                <a:lnTo>
                  <a:pt x="10790" y="18904"/>
                </a:lnTo>
                <a:lnTo>
                  <a:pt x="10790" y="18638"/>
                </a:lnTo>
                <a:lnTo>
                  <a:pt x="10790" y="18017"/>
                </a:lnTo>
                <a:lnTo>
                  <a:pt x="10790" y="17573"/>
                </a:lnTo>
                <a:lnTo>
                  <a:pt x="11108" y="16952"/>
                </a:lnTo>
                <a:lnTo>
                  <a:pt x="11108" y="16508"/>
                </a:lnTo>
                <a:lnTo>
                  <a:pt x="11108" y="15887"/>
                </a:lnTo>
                <a:lnTo>
                  <a:pt x="11108" y="15443"/>
                </a:lnTo>
                <a:lnTo>
                  <a:pt x="11108" y="14999"/>
                </a:lnTo>
                <a:lnTo>
                  <a:pt x="11425" y="14378"/>
                </a:lnTo>
                <a:lnTo>
                  <a:pt x="11425" y="13934"/>
                </a:lnTo>
                <a:lnTo>
                  <a:pt x="11425" y="13313"/>
                </a:lnTo>
                <a:lnTo>
                  <a:pt x="11425" y="12869"/>
                </a:lnTo>
                <a:lnTo>
                  <a:pt x="11425" y="12248"/>
                </a:lnTo>
                <a:lnTo>
                  <a:pt x="11901" y="11804"/>
                </a:lnTo>
                <a:lnTo>
                  <a:pt x="11901" y="11360"/>
                </a:lnTo>
                <a:lnTo>
                  <a:pt x="11901" y="10739"/>
                </a:lnTo>
                <a:lnTo>
                  <a:pt x="11901" y="10295"/>
                </a:lnTo>
                <a:lnTo>
                  <a:pt x="12218" y="9674"/>
                </a:lnTo>
                <a:lnTo>
                  <a:pt x="12218" y="9230"/>
                </a:lnTo>
                <a:lnTo>
                  <a:pt x="12218" y="8609"/>
                </a:lnTo>
                <a:lnTo>
                  <a:pt x="12218" y="8165"/>
                </a:lnTo>
                <a:lnTo>
                  <a:pt x="12218" y="7721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035"/>
                </a:lnTo>
                <a:lnTo>
                  <a:pt x="12218" y="5591"/>
                </a:lnTo>
                <a:lnTo>
                  <a:pt x="12218" y="4970"/>
                </a:lnTo>
                <a:lnTo>
                  <a:pt x="12694" y="4704"/>
                </a:lnTo>
                <a:lnTo>
                  <a:pt x="12694" y="4082"/>
                </a:lnTo>
                <a:lnTo>
                  <a:pt x="12694" y="3638"/>
                </a:lnTo>
                <a:lnTo>
                  <a:pt x="12694" y="3017"/>
                </a:lnTo>
                <a:lnTo>
                  <a:pt x="12694" y="2396"/>
                </a:lnTo>
                <a:lnTo>
                  <a:pt x="13012" y="1952"/>
                </a:lnTo>
                <a:lnTo>
                  <a:pt x="13012" y="1508"/>
                </a:lnTo>
                <a:lnTo>
                  <a:pt x="13012" y="1065"/>
                </a:lnTo>
                <a:lnTo>
                  <a:pt x="13012" y="443"/>
                </a:lnTo>
                <a:lnTo>
                  <a:pt x="13329" y="0"/>
                </a:lnTo>
              </a:path>
            </a:pathLst>
          </a:custGeom>
          <a:ln w="194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5834542" y="2628180"/>
            <a:ext cx="13488" cy="95856"/>
          </a:xfrm>
          <a:custGeom>
            <a:avLst/>
            <a:gdLst/>
            <a:ahLst/>
            <a:cxnLst/>
            <a:rect l="l" t="t" r="r" b="b"/>
            <a:pathLst>
              <a:path w="13488" h="95856">
                <a:moveTo>
                  <a:pt x="0" y="95856"/>
                </a:moveTo>
                <a:lnTo>
                  <a:pt x="0" y="95234"/>
                </a:lnTo>
                <a:lnTo>
                  <a:pt x="0" y="94791"/>
                </a:lnTo>
                <a:lnTo>
                  <a:pt x="0" y="94347"/>
                </a:lnTo>
                <a:lnTo>
                  <a:pt x="0" y="93725"/>
                </a:lnTo>
                <a:lnTo>
                  <a:pt x="476" y="93282"/>
                </a:lnTo>
                <a:lnTo>
                  <a:pt x="476" y="92660"/>
                </a:lnTo>
                <a:lnTo>
                  <a:pt x="476" y="92217"/>
                </a:lnTo>
                <a:lnTo>
                  <a:pt x="476" y="91773"/>
                </a:lnTo>
                <a:lnTo>
                  <a:pt x="476" y="91152"/>
                </a:lnTo>
                <a:lnTo>
                  <a:pt x="793" y="90708"/>
                </a:lnTo>
                <a:lnTo>
                  <a:pt x="793" y="90086"/>
                </a:lnTo>
                <a:lnTo>
                  <a:pt x="793" y="89643"/>
                </a:lnTo>
                <a:lnTo>
                  <a:pt x="793" y="89199"/>
                </a:lnTo>
                <a:lnTo>
                  <a:pt x="793" y="88755"/>
                </a:lnTo>
                <a:lnTo>
                  <a:pt x="1269" y="88134"/>
                </a:lnTo>
                <a:lnTo>
                  <a:pt x="1269" y="87690"/>
                </a:lnTo>
                <a:lnTo>
                  <a:pt x="1269" y="87069"/>
                </a:lnTo>
                <a:lnTo>
                  <a:pt x="1269" y="86625"/>
                </a:lnTo>
                <a:lnTo>
                  <a:pt x="1269" y="86181"/>
                </a:lnTo>
                <a:lnTo>
                  <a:pt x="1269" y="85560"/>
                </a:lnTo>
                <a:lnTo>
                  <a:pt x="1269" y="85116"/>
                </a:lnTo>
                <a:lnTo>
                  <a:pt x="1269" y="84495"/>
                </a:lnTo>
                <a:lnTo>
                  <a:pt x="1269" y="84051"/>
                </a:lnTo>
                <a:lnTo>
                  <a:pt x="1586" y="83607"/>
                </a:lnTo>
                <a:lnTo>
                  <a:pt x="1586" y="82986"/>
                </a:lnTo>
                <a:lnTo>
                  <a:pt x="1586" y="82542"/>
                </a:lnTo>
                <a:lnTo>
                  <a:pt x="1586" y="81921"/>
                </a:lnTo>
                <a:lnTo>
                  <a:pt x="1586" y="81743"/>
                </a:lnTo>
                <a:lnTo>
                  <a:pt x="2062" y="81033"/>
                </a:lnTo>
                <a:lnTo>
                  <a:pt x="2062" y="80678"/>
                </a:lnTo>
                <a:lnTo>
                  <a:pt x="2062" y="79968"/>
                </a:lnTo>
                <a:lnTo>
                  <a:pt x="2062" y="79525"/>
                </a:lnTo>
                <a:lnTo>
                  <a:pt x="2062" y="79170"/>
                </a:lnTo>
                <a:lnTo>
                  <a:pt x="2380" y="78459"/>
                </a:lnTo>
                <a:lnTo>
                  <a:pt x="2380" y="78104"/>
                </a:lnTo>
                <a:lnTo>
                  <a:pt x="2380" y="77394"/>
                </a:lnTo>
                <a:lnTo>
                  <a:pt x="2380" y="76951"/>
                </a:lnTo>
                <a:lnTo>
                  <a:pt x="2697" y="76596"/>
                </a:lnTo>
                <a:lnTo>
                  <a:pt x="2697" y="75886"/>
                </a:lnTo>
                <a:lnTo>
                  <a:pt x="2697" y="75531"/>
                </a:lnTo>
                <a:lnTo>
                  <a:pt x="2697" y="75087"/>
                </a:lnTo>
                <a:lnTo>
                  <a:pt x="2697" y="74643"/>
                </a:lnTo>
                <a:lnTo>
                  <a:pt x="3173" y="74022"/>
                </a:lnTo>
                <a:lnTo>
                  <a:pt x="3173" y="73578"/>
                </a:lnTo>
                <a:lnTo>
                  <a:pt x="3173" y="73134"/>
                </a:lnTo>
                <a:lnTo>
                  <a:pt x="3173" y="72513"/>
                </a:lnTo>
                <a:lnTo>
                  <a:pt x="3173" y="72069"/>
                </a:lnTo>
                <a:lnTo>
                  <a:pt x="3173" y="71448"/>
                </a:lnTo>
                <a:lnTo>
                  <a:pt x="3173" y="71182"/>
                </a:lnTo>
                <a:lnTo>
                  <a:pt x="3173" y="70560"/>
                </a:lnTo>
                <a:lnTo>
                  <a:pt x="3173" y="69939"/>
                </a:lnTo>
                <a:lnTo>
                  <a:pt x="3173" y="69495"/>
                </a:lnTo>
                <a:lnTo>
                  <a:pt x="3491" y="69051"/>
                </a:lnTo>
                <a:lnTo>
                  <a:pt x="3491" y="68608"/>
                </a:lnTo>
                <a:lnTo>
                  <a:pt x="3491" y="67986"/>
                </a:lnTo>
                <a:lnTo>
                  <a:pt x="3491" y="67543"/>
                </a:lnTo>
                <a:lnTo>
                  <a:pt x="3491" y="67099"/>
                </a:lnTo>
                <a:lnTo>
                  <a:pt x="3967" y="66477"/>
                </a:lnTo>
                <a:lnTo>
                  <a:pt x="3967" y="66034"/>
                </a:lnTo>
                <a:lnTo>
                  <a:pt x="3967" y="65412"/>
                </a:lnTo>
                <a:lnTo>
                  <a:pt x="3967" y="65235"/>
                </a:lnTo>
                <a:lnTo>
                  <a:pt x="4284" y="64525"/>
                </a:lnTo>
                <a:lnTo>
                  <a:pt x="4284" y="63904"/>
                </a:lnTo>
                <a:lnTo>
                  <a:pt x="4284" y="63460"/>
                </a:lnTo>
                <a:lnTo>
                  <a:pt x="4284" y="63016"/>
                </a:lnTo>
                <a:lnTo>
                  <a:pt x="4284" y="62661"/>
                </a:lnTo>
                <a:lnTo>
                  <a:pt x="4601" y="61951"/>
                </a:lnTo>
                <a:lnTo>
                  <a:pt x="4601" y="61596"/>
                </a:lnTo>
                <a:lnTo>
                  <a:pt x="4601" y="61152"/>
                </a:lnTo>
                <a:lnTo>
                  <a:pt x="4601" y="60442"/>
                </a:lnTo>
                <a:lnTo>
                  <a:pt x="4601" y="60087"/>
                </a:lnTo>
                <a:lnTo>
                  <a:pt x="5077" y="59643"/>
                </a:lnTo>
                <a:lnTo>
                  <a:pt x="5077" y="59200"/>
                </a:lnTo>
                <a:lnTo>
                  <a:pt x="5077" y="58578"/>
                </a:lnTo>
                <a:lnTo>
                  <a:pt x="5077" y="58134"/>
                </a:lnTo>
                <a:lnTo>
                  <a:pt x="5077" y="57691"/>
                </a:lnTo>
                <a:lnTo>
                  <a:pt x="5395" y="57069"/>
                </a:lnTo>
                <a:lnTo>
                  <a:pt x="5395" y="56626"/>
                </a:lnTo>
                <a:lnTo>
                  <a:pt x="5395" y="56182"/>
                </a:lnTo>
                <a:lnTo>
                  <a:pt x="5395" y="55738"/>
                </a:lnTo>
                <a:lnTo>
                  <a:pt x="5395" y="55117"/>
                </a:lnTo>
                <a:lnTo>
                  <a:pt x="5395" y="54673"/>
                </a:lnTo>
                <a:lnTo>
                  <a:pt x="5395" y="54229"/>
                </a:lnTo>
                <a:lnTo>
                  <a:pt x="5395" y="53608"/>
                </a:lnTo>
                <a:lnTo>
                  <a:pt x="5395" y="53430"/>
                </a:lnTo>
                <a:lnTo>
                  <a:pt x="5871" y="52720"/>
                </a:lnTo>
                <a:lnTo>
                  <a:pt x="5871" y="52099"/>
                </a:lnTo>
                <a:lnTo>
                  <a:pt x="5871" y="51655"/>
                </a:lnTo>
                <a:lnTo>
                  <a:pt x="5871" y="51300"/>
                </a:lnTo>
                <a:lnTo>
                  <a:pt x="5871" y="50856"/>
                </a:lnTo>
                <a:lnTo>
                  <a:pt x="6188" y="50146"/>
                </a:lnTo>
                <a:lnTo>
                  <a:pt x="6188" y="49791"/>
                </a:lnTo>
                <a:lnTo>
                  <a:pt x="6188" y="49348"/>
                </a:lnTo>
                <a:lnTo>
                  <a:pt x="6188" y="48726"/>
                </a:lnTo>
                <a:lnTo>
                  <a:pt x="6188" y="48460"/>
                </a:lnTo>
                <a:lnTo>
                  <a:pt x="6664" y="47839"/>
                </a:lnTo>
                <a:lnTo>
                  <a:pt x="6664" y="47395"/>
                </a:lnTo>
                <a:lnTo>
                  <a:pt x="6664" y="46951"/>
                </a:lnTo>
                <a:lnTo>
                  <a:pt x="6664" y="46330"/>
                </a:lnTo>
                <a:lnTo>
                  <a:pt x="6982" y="45886"/>
                </a:lnTo>
                <a:lnTo>
                  <a:pt x="6982" y="45442"/>
                </a:lnTo>
                <a:lnTo>
                  <a:pt x="6982" y="44999"/>
                </a:lnTo>
                <a:lnTo>
                  <a:pt x="6982" y="44377"/>
                </a:lnTo>
                <a:lnTo>
                  <a:pt x="6982" y="43934"/>
                </a:lnTo>
                <a:lnTo>
                  <a:pt x="7299" y="43579"/>
                </a:lnTo>
                <a:lnTo>
                  <a:pt x="7299" y="42868"/>
                </a:lnTo>
                <a:lnTo>
                  <a:pt x="7299" y="42691"/>
                </a:lnTo>
                <a:lnTo>
                  <a:pt x="7299" y="42070"/>
                </a:lnTo>
                <a:lnTo>
                  <a:pt x="7299" y="41626"/>
                </a:lnTo>
                <a:lnTo>
                  <a:pt x="7299" y="41182"/>
                </a:lnTo>
                <a:lnTo>
                  <a:pt x="7299" y="40561"/>
                </a:lnTo>
                <a:lnTo>
                  <a:pt x="7299" y="40295"/>
                </a:lnTo>
                <a:lnTo>
                  <a:pt x="7299" y="39673"/>
                </a:lnTo>
                <a:lnTo>
                  <a:pt x="7299" y="39229"/>
                </a:lnTo>
                <a:lnTo>
                  <a:pt x="7775" y="38786"/>
                </a:lnTo>
                <a:lnTo>
                  <a:pt x="7775" y="38164"/>
                </a:lnTo>
                <a:lnTo>
                  <a:pt x="7775" y="37721"/>
                </a:lnTo>
                <a:lnTo>
                  <a:pt x="7775" y="37366"/>
                </a:lnTo>
                <a:lnTo>
                  <a:pt x="8093" y="36922"/>
                </a:lnTo>
                <a:lnTo>
                  <a:pt x="8093" y="36212"/>
                </a:lnTo>
                <a:lnTo>
                  <a:pt x="8093" y="35857"/>
                </a:lnTo>
                <a:lnTo>
                  <a:pt x="8093" y="35413"/>
                </a:lnTo>
                <a:lnTo>
                  <a:pt x="8093" y="34969"/>
                </a:lnTo>
                <a:lnTo>
                  <a:pt x="8569" y="34525"/>
                </a:lnTo>
                <a:lnTo>
                  <a:pt x="8569" y="33904"/>
                </a:lnTo>
                <a:lnTo>
                  <a:pt x="8569" y="33460"/>
                </a:lnTo>
                <a:lnTo>
                  <a:pt x="8569" y="33017"/>
                </a:lnTo>
                <a:lnTo>
                  <a:pt x="8569" y="32573"/>
                </a:lnTo>
                <a:lnTo>
                  <a:pt x="8886" y="32218"/>
                </a:lnTo>
                <a:lnTo>
                  <a:pt x="8886" y="31508"/>
                </a:lnTo>
                <a:lnTo>
                  <a:pt x="8886" y="31064"/>
                </a:lnTo>
                <a:lnTo>
                  <a:pt x="8886" y="30709"/>
                </a:lnTo>
                <a:lnTo>
                  <a:pt x="8886" y="30265"/>
                </a:lnTo>
                <a:lnTo>
                  <a:pt x="9203" y="29821"/>
                </a:lnTo>
                <a:lnTo>
                  <a:pt x="9203" y="29200"/>
                </a:lnTo>
                <a:lnTo>
                  <a:pt x="9203" y="28756"/>
                </a:lnTo>
                <a:lnTo>
                  <a:pt x="9203" y="28313"/>
                </a:lnTo>
                <a:lnTo>
                  <a:pt x="9679" y="27869"/>
                </a:lnTo>
                <a:lnTo>
                  <a:pt x="9679" y="27425"/>
                </a:lnTo>
                <a:lnTo>
                  <a:pt x="9679" y="26804"/>
                </a:lnTo>
                <a:lnTo>
                  <a:pt x="9679" y="26360"/>
                </a:lnTo>
                <a:lnTo>
                  <a:pt x="9679" y="25916"/>
                </a:lnTo>
                <a:lnTo>
                  <a:pt x="9679" y="25561"/>
                </a:lnTo>
                <a:lnTo>
                  <a:pt x="9679" y="25117"/>
                </a:lnTo>
                <a:lnTo>
                  <a:pt x="9679" y="24496"/>
                </a:lnTo>
                <a:lnTo>
                  <a:pt x="9679" y="24052"/>
                </a:lnTo>
                <a:lnTo>
                  <a:pt x="9679" y="23608"/>
                </a:lnTo>
                <a:lnTo>
                  <a:pt x="9997" y="23165"/>
                </a:lnTo>
                <a:lnTo>
                  <a:pt x="9997" y="22721"/>
                </a:lnTo>
                <a:lnTo>
                  <a:pt x="9997" y="22277"/>
                </a:lnTo>
                <a:lnTo>
                  <a:pt x="9997" y="21656"/>
                </a:lnTo>
                <a:lnTo>
                  <a:pt x="9997" y="21478"/>
                </a:lnTo>
                <a:lnTo>
                  <a:pt x="10473" y="20768"/>
                </a:lnTo>
                <a:lnTo>
                  <a:pt x="10473" y="20413"/>
                </a:lnTo>
                <a:lnTo>
                  <a:pt x="10473" y="19970"/>
                </a:lnTo>
                <a:lnTo>
                  <a:pt x="10473" y="19348"/>
                </a:lnTo>
                <a:lnTo>
                  <a:pt x="10790" y="19082"/>
                </a:lnTo>
                <a:lnTo>
                  <a:pt x="10790" y="18461"/>
                </a:lnTo>
                <a:lnTo>
                  <a:pt x="10790" y="18017"/>
                </a:lnTo>
                <a:lnTo>
                  <a:pt x="10790" y="17573"/>
                </a:lnTo>
                <a:lnTo>
                  <a:pt x="10790" y="17129"/>
                </a:lnTo>
                <a:lnTo>
                  <a:pt x="11266" y="16774"/>
                </a:lnTo>
                <a:lnTo>
                  <a:pt x="11266" y="16331"/>
                </a:lnTo>
                <a:lnTo>
                  <a:pt x="11266" y="15709"/>
                </a:lnTo>
                <a:lnTo>
                  <a:pt x="11266" y="15265"/>
                </a:lnTo>
                <a:lnTo>
                  <a:pt x="11266" y="14822"/>
                </a:lnTo>
                <a:lnTo>
                  <a:pt x="11584" y="14378"/>
                </a:lnTo>
                <a:lnTo>
                  <a:pt x="11584" y="13934"/>
                </a:lnTo>
                <a:lnTo>
                  <a:pt x="11584" y="13313"/>
                </a:lnTo>
                <a:lnTo>
                  <a:pt x="11584" y="13135"/>
                </a:lnTo>
                <a:lnTo>
                  <a:pt x="11584" y="12425"/>
                </a:lnTo>
                <a:lnTo>
                  <a:pt x="11584" y="11982"/>
                </a:lnTo>
                <a:lnTo>
                  <a:pt x="11584" y="11626"/>
                </a:lnTo>
                <a:lnTo>
                  <a:pt x="11584" y="11183"/>
                </a:lnTo>
                <a:lnTo>
                  <a:pt x="11584" y="10739"/>
                </a:lnTo>
                <a:lnTo>
                  <a:pt x="11901" y="10295"/>
                </a:lnTo>
                <a:lnTo>
                  <a:pt x="11901" y="9674"/>
                </a:lnTo>
                <a:lnTo>
                  <a:pt x="11901" y="9408"/>
                </a:lnTo>
                <a:lnTo>
                  <a:pt x="11901" y="8786"/>
                </a:lnTo>
                <a:lnTo>
                  <a:pt x="11901" y="8609"/>
                </a:lnTo>
                <a:lnTo>
                  <a:pt x="12377" y="7988"/>
                </a:lnTo>
                <a:lnTo>
                  <a:pt x="12377" y="7544"/>
                </a:lnTo>
                <a:lnTo>
                  <a:pt x="12377" y="7100"/>
                </a:lnTo>
                <a:lnTo>
                  <a:pt x="12377" y="6656"/>
                </a:lnTo>
                <a:lnTo>
                  <a:pt x="12377" y="6212"/>
                </a:lnTo>
                <a:lnTo>
                  <a:pt x="12694" y="5769"/>
                </a:lnTo>
                <a:lnTo>
                  <a:pt x="12694" y="5147"/>
                </a:lnTo>
                <a:lnTo>
                  <a:pt x="12694" y="4970"/>
                </a:lnTo>
                <a:lnTo>
                  <a:pt x="12694" y="4526"/>
                </a:lnTo>
                <a:lnTo>
                  <a:pt x="12694" y="3905"/>
                </a:lnTo>
                <a:lnTo>
                  <a:pt x="13170" y="3638"/>
                </a:lnTo>
                <a:lnTo>
                  <a:pt x="13170" y="3017"/>
                </a:lnTo>
                <a:lnTo>
                  <a:pt x="13170" y="2573"/>
                </a:lnTo>
                <a:lnTo>
                  <a:pt x="13170" y="2130"/>
                </a:lnTo>
                <a:lnTo>
                  <a:pt x="13488" y="1686"/>
                </a:lnTo>
                <a:lnTo>
                  <a:pt x="13488" y="1331"/>
                </a:lnTo>
                <a:lnTo>
                  <a:pt x="13488" y="887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1937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5848030" y="2550341"/>
            <a:ext cx="13488" cy="77838"/>
          </a:xfrm>
          <a:custGeom>
            <a:avLst/>
            <a:gdLst/>
            <a:ahLst/>
            <a:cxnLst/>
            <a:rect l="l" t="t" r="r" b="b"/>
            <a:pathLst>
              <a:path w="13488" h="77838">
                <a:moveTo>
                  <a:pt x="0" y="77838"/>
                </a:moveTo>
                <a:lnTo>
                  <a:pt x="0" y="77394"/>
                </a:lnTo>
                <a:lnTo>
                  <a:pt x="0" y="76951"/>
                </a:lnTo>
                <a:lnTo>
                  <a:pt x="0" y="76596"/>
                </a:lnTo>
                <a:lnTo>
                  <a:pt x="0" y="75886"/>
                </a:lnTo>
                <a:lnTo>
                  <a:pt x="0" y="75708"/>
                </a:lnTo>
                <a:lnTo>
                  <a:pt x="317" y="75087"/>
                </a:lnTo>
                <a:lnTo>
                  <a:pt x="317" y="74643"/>
                </a:lnTo>
                <a:lnTo>
                  <a:pt x="317" y="74199"/>
                </a:lnTo>
                <a:lnTo>
                  <a:pt x="317" y="73755"/>
                </a:lnTo>
                <a:lnTo>
                  <a:pt x="317" y="73312"/>
                </a:lnTo>
                <a:lnTo>
                  <a:pt x="793" y="72957"/>
                </a:lnTo>
                <a:lnTo>
                  <a:pt x="793" y="72513"/>
                </a:lnTo>
                <a:lnTo>
                  <a:pt x="793" y="72069"/>
                </a:lnTo>
                <a:lnTo>
                  <a:pt x="793" y="71625"/>
                </a:lnTo>
                <a:lnTo>
                  <a:pt x="1110" y="71182"/>
                </a:lnTo>
                <a:lnTo>
                  <a:pt x="1110" y="70738"/>
                </a:lnTo>
                <a:lnTo>
                  <a:pt x="1110" y="70383"/>
                </a:lnTo>
                <a:lnTo>
                  <a:pt x="1110" y="69939"/>
                </a:lnTo>
                <a:lnTo>
                  <a:pt x="1110" y="69495"/>
                </a:lnTo>
                <a:lnTo>
                  <a:pt x="1586" y="69051"/>
                </a:lnTo>
                <a:lnTo>
                  <a:pt x="1586" y="68608"/>
                </a:lnTo>
                <a:lnTo>
                  <a:pt x="1586" y="68164"/>
                </a:lnTo>
                <a:lnTo>
                  <a:pt x="1586" y="67543"/>
                </a:lnTo>
                <a:lnTo>
                  <a:pt x="1586" y="67365"/>
                </a:lnTo>
                <a:lnTo>
                  <a:pt x="1904" y="66921"/>
                </a:lnTo>
                <a:lnTo>
                  <a:pt x="1904" y="66300"/>
                </a:lnTo>
                <a:lnTo>
                  <a:pt x="1904" y="66034"/>
                </a:lnTo>
                <a:lnTo>
                  <a:pt x="1904" y="65590"/>
                </a:lnTo>
                <a:lnTo>
                  <a:pt x="1904" y="65235"/>
                </a:lnTo>
                <a:lnTo>
                  <a:pt x="2221" y="64791"/>
                </a:lnTo>
                <a:lnTo>
                  <a:pt x="2221" y="64170"/>
                </a:lnTo>
                <a:lnTo>
                  <a:pt x="2221" y="63904"/>
                </a:lnTo>
                <a:lnTo>
                  <a:pt x="2221" y="63460"/>
                </a:lnTo>
                <a:lnTo>
                  <a:pt x="2221" y="62838"/>
                </a:lnTo>
                <a:lnTo>
                  <a:pt x="2221" y="62661"/>
                </a:lnTo>
                <a:lnTo>
                  <a:pt x="2221" y="62217"/>
                </a:lnTo>
                <a:lnTo>
                  <a:pt x="2221" y="61596"/>
                </a:lnTo>
                <a:lnTo>
                  <a:pt x="2221" y="61330"/>
                </a:lnTo>
                <a:lnTo>
                  <a:pt x="2697" y="60886"/>
                </a:lnTo>
                <a:lnTo>
                  <a:pt x="2697" y="60265"/>
                </a:lnTo>
                <a:lnTo>
                  <a:pt x="2697" y="60087"/>
                </a:lnTo>
                <a:lnTo>
                  <a:pt x="2697" y="59643"/>
                </a:lnTo>
                <a:lnTo>
                  <a:pt x="2697" y="59200"/>
                </a:lnTo>
                <a:lnTo>
                  <a:pt x="3015" y="58756"/>
                </a:lnTo>
                <a:lnTo>
                  <a:pt x="3015" y="58312"/>
                </a:lnTo>
                <a:lnTo>
                  <a:pt x="3015" y="57868"/>
                </a:lnTo>
                <a:lnTo>
                  <a:pt x="3015" y="57513"/>
                </a:lnTo>
                <a:lnTo>
                  <a:pt x="3015" y="57069"/>
                </a:lnTo>
                <a:lnTo>
                  <a:pt x="3491" y="56626"/>
                </a:lnTo>
                <a:lnTo>
                  <a:pt x="3491" y="56182"/>
                </a:lnTo>
                <a:lnTo>
                  <a:pt x="3491" y="55738"/>
                </a:lnTo>
                <a:lnTo>
                  <a:pt x="3491" y="55294"/>
                </a:lnTo>
                <a:lnTo>
                  <a:pt x="3808" y="54939"/>
                </a:lnTo>
                <a:lnTo>
                  <a:pt x="3808" y="54495"/>
                </a:lnTo>
                <a:lnTo>
                  <a:pt x="3808" y="54052"/>
                </a:lnTo>
                <a:lnTo>
                  <a:pt x="3808" y="53608"/>
                </a:lnTo>
                <a:lnTo>
                  <a:pt x="3808" y="53164"/>
                </a:lnTo>
                <a:lnTo>
                  <a:pt x="4284" y="52987"/>
                </a:lnTo>
                <a:lnTo>
                  <a:pt x="4284" y="52365"/>
                </a:lnTo>
                <a:lnTo>
                  <a:pt x="4284" y="52099"/>
                </a:lnTo>
                <a:lnTo>
                  <a:pt x="4284" y="51655"/>
                </a:lnTo>
                <a:lnTo>
                  <a:pt x="4284" y="51034"/>
                </a:lnTo>
                <a:lnTo>
                  <a:pt x="4284" y="50856"/>
                </a:lnTo>
                <a:lnTo>
                  <a:pt x="4284" y="50413"/>
                </a:lnTo>
                <a:lnTo>
                  <a:pt x="4284" y="49969"/>
                </a:lnTo>
                <a:lnTo>
                  <a:pt x="4284" y="49525"/>
                </a:lnTo>
                <a:lnTo>
                  <a:pt x="4284" y="49081"/>
                </a:lnTo>
                <a:lnTo>
                  <a:pt x="4601" y="48726"/>
                </a:lnTo>
                <a:lnTo>
                  <a:pt x="4601" y="48460"/>
                </a:lnTo>
                <a:lnTo>
                  <a:pt x="4601" y="47839"/>
                </a:lnTo>
                <a:lnTo>
                  <a:pt x="4601" y="47395"/>
                </a:lnTo>
                <a:lnTo>
                  <a:pt x="4919" y="47217"/>
                </a:lnTo>
                <a:lnTo>
                  <a:pt x="4919" y="46774"/>
                </a:lnTo>
                <a:lnTo>
                  <a:pt x="4919" y="46152"/>
                </a:lnTo>
                <a:lnTo>
                  <a:pt x="4919" y="45886"/>
                </a:lnTo>
                <a:lnTo>
                  <a:pt x="4919" y="45442"/>
                </a:lnTo>
                <a:lnTo>
                  <a:pt x="5395" y="45087"/>
                </a:lnTo>
                <a:lnTo>
                  <a:pt x="5395" y="44644"/>
                </a:lnTo>
                <a:lnTo>
                  <a:pt x="5395" y="44200"/>
                </a:lnTo>
                <a:lnTo>
                  <a:pt x="5395" y="43756"/>
                </a:lnTo>
                <a:lnTo>
                  <a:pt x="5395" y="43579"/>
                </a:lnTo>
                <a:lnTo>
                  <a:pt x="5712" y="43135"/>
                </a:lnTo>
                <a:lnTo>
                  <a:pt x="5712" y="42691"/>
                </a:lnTo>
                <a:lnTo>
                  <a:pt x="5712" y="42247"/>
                </a:lnTo>
                <a:lnTo>
                  <a:pt x="5712" y="41803"/>
                </a:lnTo>
                <a:lnTo>
                  <a:pt x="5712" y="41360"/>
                </a:lnTo>
                <a:lnTo>
                  <a:pt x="6188" y="41005"/>
                </a:lnTo>
                <a:lnTo>
                  <a:pt x="6188" y="40561"/>
                </a:lnTo>
                <a:lnTo>
                  <a:pt x="6188" y="40295"/>
                </a:lnTo>
                <a:lnTo>
                  <a:pt x="6188" y="39940"/>
                </a:lnTo>
                <a:lnTo>
                  <a:pt x="6506" y="39496"/>
                </a:lnTo>
                <a:lnTo>
                  <a:pt x="6506" y="39052"/>
                </a:lnTo>
                <a:lnTo>
                  <a:pt x="6506" y="38608"/>
                </a:lnTo>
                <a:lnTo>
                  <a:pt x="6506" y="38164"/>
                </a:lnTo>
                <a:lnTo>
                  <a:pt x="6506" y="37987"/>
                </a:lnTo>
                <a:lnTo>
                  <a:pt x="6506" y="37543"/>
                </a:lnTo>
                <a:lnTo>
                  <a:pt x="6506" y="37099"/>
                </a:lnTo>
                <a:lnTo>
                  <a:pt x="6506" y="36656"/>
                </a:lnTo>
                <a:lnTo>
                  <a:pt x="6506" y="36212"/>
                </a:lnTo>
                <a:lnTo>
                  <a:pt x="6506" y="35857"/>
                </a:lnTo>
                <a:lnTo>
                  <a:pt x="6823" y="35591"/>
                </a:lnTo>
                <a:lnTo>
                  <a:pt x="6823" y="35147"/>
                </a:lnTo>
                <a:lnTo>
                  <a:pt x="6823" y="34792"/>
                </a:lnTo>
                <a:lnTo>
                  <a:pt x="6823" y="34348"/>
                </a:lnTo>
                <a:lnTo>
                  <a:pt x="6823" y="33904"/>
                </a:lnTo>
                <a:lnTo>
                  <a:pt x="7299" y="33460"/>
                </a:lnTo>
                <a:lnTo>
                  <a:pt x="7299" y="33283"/>
                </a:lnTo>
                <a:lnTo>
                  <a:pt x="7299" y="32839"/>
                </a:lnTo>
                <a:lnTo>
                  <a:pt x="7299" y="32395"/>
                </a:lnTo>
                <a:lnTo>
                  <a:pt x="7616" y="31952"/>
                </a:lnTo>
                <a:lnTo>
                  <a:pt x="7616" y="31508"/>
                </a:lnTo>
                <a:lnTo>
                  <a:pt x="7616" y="31064"/>
                </a:lnTo>
                <a:lnTo>
                  <a:pt x="7616" y="30886"/>
                </a:lnTo>
                <a:lnTo>
                  <a:pt x="7616" y="30443"/>
                </a:lnTo>
                <a:lnTo>
                  <a:pt x="8093" y="29999"/>
                </a:lnTo>
                <a:lnTo>
                  <a:pt x="8093" y="29644"/>
                </a:lnTo>
                <a:lnTo>
                  <a:pt x="8093" y="29378"/>
                </a:lnTo>
                <a:lnTo>
                  <a:pt x="8093" y="28934"/>
                </a:lnTo>
                <a:lnTo>
                  <a:pt x="8093" y="28490"/>
                </a:lnTo>
                <a:lnTo>
                  <a:pt x="8410" y="28135"/>
                </a:lnTo>
                <a:lnTo>
                  <a:pt x="8410" y="27691"/>
                </a:lnTo>
                <a:lnTo>
                  <a:pt x="8410" y="27247"/>
                </a:lnTo>
                <a:lnTo>
                  <a:pt x="8410" y="27070"/>
                </a:lnTo>
                <a:lnTo>
                  <a:pt x="8410" y="26626"/>
                </a:lnTo>
                <a:lnTo>
                  <a:pt x="8410" y="26182"/>
                </a:lnTo>
                <a:lnTo>
                  <a:pt x="8410" y="26005"/>
                </a:lnTo>
                <a:lnTo>
                  <a:pt x="8410" y="25561"/>
                </a:lnTo>
                <a:lnTo>
                  <a:pt x="8410" y="25117"/>
                </a:lnTo>
                <a:lnTo>
                  <a:pt x="8886" y="24851"/>
                </a:lnTo>
                <a:lnTo>
                  <a:pt x="8886" y="24496"/>
                </a:lnTo>
                <a:lnTo>
                  <a:pt x="8886" y="24052"/>
                </a:lnTo>
                <a:lnTo>
                  <a:pt x="8886" y="23608"/>
                </a:lnTo>
                <a:lnTo>
                  <a:pt x="8886" y="23165"/>
                </a:lnTo>
                <a:lnTo>
                  <a:pt x="9203" y="22721"/>
                </a:lnTo>
                <a:lnTo>
                  <a:pt x="9203" y="22543"/>
                </a:lnTo>
                <a:lnTo>
                  <a:pt x="9203" y="22100"/>
                </a:lnTo>
                <a:lnTo>
                  <a:pt x="9203" y="21656"/>
                </a:lnTo>
                <a:lnTo>
                  <a:pt x="9203" y="21478"/>
                </a:lnTo>
                <a:lnTo>
                  <a:pt x="9521" y="21035"/>
                </a:lnTo>
                <a:lnTo>
                  <a:pt x="9521" y="20591"/>
                </a:lnTo>
                <a:lnTo>
                  <a:pt x="9521" y="20147"/>
                </a:lnTo>
                <a:lnTo>
                  <a:pt x="9521" y="19970"/>
                </a:lnTo>
                <a:lnTo>
                  <a:pt x="9521" y="19526"/>
                </a:lnTo>
                <a:lnTo>
                  <a:pt x="9997" y="19082"/>
                </a:lnTo>
                <a:lnTo>
                  <a:pt x="9997" y="18904"/>
                </a:lnTo>
                <a:lnTo>
                  <a:pt x="9997" y="18461"/>
                </a:lnTo>
                <a:lnTo>
                  <a:pt x="9997" y="18017"/>
                </a:lnTo>
                <a:lnTo>
                  <a:pt x="10314" y="17839"/>
                </a:lnTo>
                <a:lnTo>
                  <a:pt x="10314" y="17396"/>
                </a:lnTo>
                <a:lnTo>
                  <a:pt x="10314" y="16952"/>
                </a:lnTo>
                <a:lnTo>
                  <a:pt x="10314" y="16774"/>
                </a:lnTo>
                <a:lnTo>
                  <a:pt x="10314" y="16331"/>
                </a:lnTo>
                <a:lnTo>
                  <a:pt x="10790" y="15887"/>
                </a:lnTo>
                <a:lnTo>
                  <a:pt x="10790" y="15443"/>
                </a:lnTo>
                <a:lnTo>
                  <a:pt x="10790" y="15265"/>
                </a:lnTo>
                <a:lnTo>
                  <a:pt x="10790" y="14822"/>
                </a:lnTo>
                <a:lnTo>
                  <a:pt x="10790" y="14378"/>
                </a:lnTo>
                <a:lnTo>
                  <a:pt x="10790" y="14200"/>
                </a:lnTo>
                <a:lnTo>
                  <a:pt x="10790" y="13757"/>
                </a:lnTo>
                <a:lnTo>
                  <a:pt x="10790" y="13313"/>
                </a:lnTo>
                <a:lnTo>
                  <a:pt x="10790" y="13135"/>
                </a:lnTo>
                <a:lnTo>
                  <a:pt x="10790" y="12692"/>
                </a:lnTo>
                <a:lnTo>
                  <a:pt x="11108" y="12248"/>
                </a:lnTo>
                <a:lnTo>
                  <a:pt x="11108" y="11982"/>
                </a:lnTo>
                <a:lnTo>
                  <a:pt x="11108" y="11626"/>
                </a:lnTo>
                <a:lnTo>
                  <a:pt x="11108" y="11183"/>
                </a:lnTo>
                <a:lnTo>
                  <a:pt x="11425" y="10739"/>
                </a:lnTo>
                <a:lnTo>
                  <a:pt x="11425" y="10561"/>
                </a:lnTo>
                <a:lnTo>
                  <a:pt x="11425" y="10118"/>
                </a:lnTo>
                <a:lnTo>
                  <a:pt x="11425" y="9851"/>
                </a:lnTo>
                <a:lnTo>
                  <a:pt x="11425" y="9674"/>
                </a:lnTo>
                <a:lnTo>
                  <a:pt x="11901" y="9230"/>
                </a:lnTo>
                <a:lnTo>
                  <a:pt x="11901" y="8786"/>
                </a:lnTo>
                <a:lnTo>
                  <a:pt x="11901" y="8343"/>
                </a:lnTo>
                <a:lnTo>
                  <a:pt x="11901" y="8165"/>
                </a:lnTo>
                <a:lnTo>
                  <a:pt x="11901" y="7721"/>
                </a:lnTo>
                <a:lnTo>
                  <a:pt x="12218" y="7277"/>
                </a:lnTo>
                <a:lnTo>
                  <a:pt x="12218" y="7100"/>
                </a:lnTo>
                <a:lnTo>
                  <a:pt x="12218" y="6656"/>
                </a:lnTo>
                <a:lnTo>
                  <a:pt x="12218" y="6212"/>
                </a:lnTo>
                <a:lnTo>
                  <a:pt x="12218" y="6035"/>
                </a:lnTo>
                <a:lnTo>
                  <a:pt x="12694" y="5769"/>
                </a:lnTo>
                <a:lnTo>
                  <a:pt x="12694" y="5414"/>
                </a:lnTo>
                <a:lnTo>
                  <a:pt x="12694" y="4970"/>
                </a:lnTo>
                <a:lnTo>
                  <a:pt x="12694" y="4704"/>
                </a:lnTo>
                <a:lnTo>
                  <a:pt x="12694" y="4260"/>
                </a:lnTo>
                <a:lnTo>
                  <a:pt x="12694" y="3905"/>
                </a:lnTo>
                <a:lnTo>
                  <a:pt x="12694" y="3638"/>
                </a:lnTo>
                <a:lnTo>
                  <a:pt x="12694" y="3195"/>
                </a:lnTo>
                <a:lnTo>
                  <a:pt x="12694" y="3017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1952"/>
                </a:lnTo>
                <a:lnTo>
                  <a:pt x="13012" y="1508"/>
                </a:lnTo>
                <a:lnTo>
                  <a:pt x="13012" y="1331"/>
                </a:lnTo>
                <a:lnTo>
                  <a:pt x="13488" y="887"/>
                </a:lnTo>
                <a:lnTo>
                  <a:pt x="13488" y="621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192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5861518" y="2498508"/>
            <a:ext cx="13647" cy="51833"/>
          </a:xfrm>
          <a:custGeom>
            <a:avLst/>
            <a:gdLst/>
            <a:ahLst/>
            <a:cxnLst/>
            <a:rect l="l" t="t" r="r" b="b"/>
            <a:pathLst>
              <a:path w="13647" h="51833">
                <a:moveTo>
                  <a:pt x="0" y="51833"/>
                </a:moveTo>
                <a:lnTo>
                  <a:pt x="0" y="51389"/>
                </a:lnTo>
                <a:lnTo>
                  <a:pt x="317" y="51034"/>
                </a:lnTo>
                <a:lnTo>
                  <a:pt x="317" y="50768"/>
                </a:lnTo>
                <a:lnTo>
                  <a:pt x="317" y="50590"/>
                </a:lnTo>
                <a:lnTo>
                  <a:pt x="317" y="50146"/>
                </a:lnTo>
                <a:lnTo>
                  <a:pt x="634" y="49703"/>
                </a:lnTo>
                <a:lnTo>
                  <a:pt x="634" y="49525"/>
                </a:lnTo>
                <a:lnTo>
                  <a:pt x="634" y="49081"/>
                </a:lnTo>
                <a:lnTo>
                  <a:pt x="634" y="48815"/>
                </a:lnTo>
                <a:lnTo>
                  <a:pt x="634" y="48460"/>
                </a:lnTo>
                <a:lnTo>
                  <a:pt x="1110" y="48194"/>
                </a:lnTo>
                <a:lnTo>
                  <a:pt x="1110" y="47750"/>
                </a:lnTo>
                <a:lnTo>
                  <a:pt x="1110" y="47573"/>
                </a:lnTo>
                <a:lnTo>
                  <a:pt x="1110" y="47306"/>
                </a:lnTo>
                <a:lnTo>
                  <a:pt x="1110" y="46951"/>
                </a:lnTo>
                <a:lnTo>
                  <a:pt x="1428" y="46507"/>
                </a:lnTo>
                <a:lnTo>
                  <a:pt x="1428" y="46064"/>
                </a:lnTo>
                <a:lnTo>
                  <a:pt x="1428" y="45620"/>
                </a:lnTo>
                <a:lnTo>
                  <a:pt x="1428" y="45176"/>
                </a:lnTo>
                <a:lnTo>
                  <a:pt x="1428" y="44999"/>
                </a:lnTo>
                <a:lnTo>
                  <a:pt x="1428" y="44732"/>
                </a:lnTo>
                <a:lnTo>
                  <a:pt x="1428" y="44377"/>
                </a:lnTo>
                <a:lnTo>
                  <a:pt x="1428" y="43934"/>
                </a:lnTo>
                <a:lnTo>
                  <a:pt x="1904" y="43667"/>
                </a:lnTo>
                <a:lnTo>
                  <a:pt x="1904" y="43490"/>
                </a:lnTo>
                <a:lnTo>
                  <a:pt x="1904" y="43046"/>
                </a:lnTo>
                <a:lnTo>
                  <a:pt x="1904" y="42602"/>
                </a:lnTo>
                <a:lnTo>
                  <a:pt x="1904" y="42425"/>
                </a:lnTo>
                <a:lnTo>
                  <a:pt x="2221" y="42158"/>
                </a:lnTo>
                <a:lnTo>
                  <a:pt x="2221" y="41803"/>
                </a:lnTo>
                <a:lnTo>
                  <a:pt x="2221" y="41360"/>
                </a:lnTo>
                <a:lnTo>
                  <a:pt x="2221" y="40916"/>
                </a:lnTo>
                <a:lnTo>
                  <a:pt x="2538" y="40472"/>
                </a:lnTo>
                <a:lnTo>
                  <a:pt x="2538" y="40295"/>
                </a:lnTo>
                <a:lnTo>
                  <a:pt x="2538" y="40028"/>
                </a:lnTo>
                <a:lnTo>
                  <a:pt x="2538" y="39585"/>
                </a:lnTo>
                <a:lnTo>
                  <a:pt x="2538" y="39229"/>
                </a:lnTo>
                <a:lnTo>
                  <a:pt x="3015" y="38963"/>
                </a:lnTo>
                <a:lnTo>
                  <a:pt x="3015" y="38786"/>
                </a:lnTo>
                <a:lnTo>
                  <a:pt x="3015" y="38342"/>
                </a:lnTo>
                <a:lnTo>
                  <a:pt x="3015" y="38164"/>
                </a:lnTo>
                <a:lnTo>
                  <a:pt x="3332" y="37898"/>
                </a:lnTo>
                <a:lnTo>
                  <a:pt x="3332" y="37454"/>
                </a:lnTo>
                <a:lnTo>
                  <a:pt x="3332" y="37277"/>
                </a:lnTo>
                <a:lnTo>
                  <a:pt x="3332" y="36833"/>
                </a:lnTo>
                <a:lnTo>
                  <a:pt x="3332" y="36656"/>
                </a:lnTo>
                <a:lnTo>
                  <a:pt x="3332" y="36389"/>
                </a:lnTo>
                <a:lnTo>
                  <a:pt x="3332" y="35946"/>
                </a:lnTo>
                <a:lnTo>
                  <a:pt x="3332" y="35768"/>
                </a:lnTo>
                <a:lnTo>
                  <a:pt x="3332" y="35591"/>
                </a:lnTo>
                <a:lnTo>
                  <a:pt x="3332" y="35147"/>
                </a:lnTo>
                <a:lnTo>
                  <a:pt x="3808" y="34880"/>
                </a:lnTo>
                <a:lnTo>
                  <a:pt x="3808" y="34437"/>
                </a:lnTo>
                <a:lnTo>
                  <a:pt x="3808" y="34259"/>
                </a:lnTo>
                <a:lnTo>
                  <a:pt x="3808" y="34082"/>
                </a:lnTo>
                <a:lnTo>
                  <a:pt x="3808" y="33638"/>
                </a:lnTo>
                <a:lnTo>
                  <a:pt x="4125" y="33372"/>
                </a:lnTo>
                <a:lnTo>
                  <a:pt x="4125" y="33194"/>
                </a:lnTo>
                <a:lnTo>
                  <a:pt x="4125" y="32750"/>
                </a:lnTo>
                <a:lnTo>
                  <a:pt x="4125" y="32573"/>
                </a:lnTo>
                <a:lnTo>
                  <a:pt x="4443" y="32129"/>
                </a:lnTo>
                <a:lnTo>
                  <a:pt x="4443" y="31952"/>
                </a:lnTo>
                <a:lnTo>
                  <a:pt x="4443" y="31685"/>
                </a:lnTo>
                <a:lnTo>
                  <a:pt x="4443" y="31241"/>
                </a:lnTo>
                <a:lnTo>
                  <a:pt x="4443" y="31064"/>
                </a:lnTo>
                <a:lnTo>
                  <a:pt x="4919" y="30798"/>
                </a:lnTo>
                <a:lnTo>
                  <a:pt x="4919" y="30620"/>
                </a:lnTo>
                <a:lnTo>
                  <a:pt x="4919" y="30176"/>
                </a:lnTo>
                <a:lnTo>
                  <a:pt x="4919" y="29999"/>
                </a:lnTo>
                <a:lnTo>
                  <a:pt x="4919" y="29555"/>
                </a:lnTo>
                <a:lnTo>
                  <a:pt x="5236" y="29378"/>
                </a:lnTo>
                <a:lnTo>
                  <a:pt x="5236" y="29111"/>
                </a:lnTo>
                <a:lnTo>
                  <a:pt x="5236" y="28668"/>
                </a:lnTo>
                <a:lnTo>
                  <a:pt x="5236" y="28490"/>
                </a:lnTo>
                <a:lnTo>
                  <a:pt x="5236" y="28224"/>
                </a:lnTo>
                <a:lnTo>
                  <a:pt x="5712" y="28046"/>
                </a:lnTo>
                <a:lnTo>
                  <a:pt x="5712" y="27602"/>
                </a:lnTo>
                <a:lnTo>
                  <a:pt x="5712" y="27425"/>
                </a:lnTo>
                <a:lnTo>
                  <a:pt x="5712" y="27159"/>
                </a:lnTo>
                <a:lnTo>
                  <a:pt x="5712" y="26981"/>
                </a:lnTo>
                <a:lnTo>
                  <a:pt x="5712" y="26537"/>
                </a:lnTo>
                <a:lnTo>
                  <a:pt x="5712" y="26360"/>
                </a:lnTo>
                <a:lnTo>
                  <a:pt x="5712" y="25916"/>
                </a:lnTo>
                <a:lnTo>
                  <a:pt x="6030" y="25472"/>
                </a:lnTo>
                <a:lnTo>
                  <a:pt x="6030" y="25295"/>
                </a:lnTo>
                <a:lnTo>
                  <a:pt x="6030" y="24851"/>
                </a:lnTo>
                <a:lnTo>
                  <a:pt x="6030" y="24407"/>
                </a:lnTo>
                <a:lnTo>
                  <a:pt x="6506" y="24230"/>
                </a:lnTo>
                <a:lnTo>
                  <a:pt x="6506" y="23786"/>
                </a:lnTo>
                <a:lnTo>
                  <a:pt x="6506" y="23520"/>
                </a:lnTo>
                <a:lnTo>
                  <a:pt x="6506" y="23342"/>
                </a:lnTo>
                <a:lnTo>
                  <a:pt x="6506" y="23076"/>
                </a:lnTo>
                <a:lnTo>
                  <a:pt x="6823" y="22721"/>
                </a:lnTo>
                <a:lnTo>
                  <a:pt x="6823" y="22455"/>
                </a:lnTo>
                <a:lnTo>
                  <a:pt x="6823" y="22277"/>
                </a:lnTo>
                <a:lnTo>
                  <a:pt x="6823" y="22011"/>
                </a:lnTo>
                <a:lnTo>
                  <a:pt x="6823" y="21833"/>
                </a:lnTo>
                <a:lnTo>
                  <a:pt x="7140" y="21390"/>
                </a:lnTo>
                <a:lnTo>
                  <a:pt x="7140" y="21212"/>
                </a:lnTo>
                <a:lnTo>
                  <a:pt x="7140" y="20946"/>
                </a:lnTo>
                <a:lnTo>
                  <a:pt x="7140" y="20768"/>
                </a:lnTo>
                <a:lnTo>
                  <a:pt x="7616" y="20325"/>
                </a:lnTo>
                <a:lnTo>
                  <a:pt x="7616" y="20147"/>
                </a:lnTo>
                <a:lnTo>
                  <a:pt x="7616" y="19703"/>
                </a:lnTo>
                <a:lnTo>
                  <a:pt x="7616" y="19437"/>
                </a:lnTo>
                <a:lnTo>
                  <a:pt x="7616" y="19082"/>
                </a:lnTo>
                <a:lnTo>
                  <a:pt x="7616" y="18816"/>
                </a:lnTo>
                <a:lnTo>
                  <a:pt x="7616" y="18372"/>
                </a:lnTo>
                <a:lnTo>
                  <a:pt x="7616" y="18194"/>
                </a:lnTo>
                <a:lnTo>
                  <a:pt x="7934" y="17751"/>
                </a:lnTo>
                <a:lnTo>
                  <a:pt x="7934" y="17573"/>
                </a:lnTo>
                <a:lnTo>
                  <a:pt x="7934" y="17129"/>
                </a:lnTo>
                <a:lnTo>
                  <a:pt x="7934" y="16863"/>
                </a:lnTo>
                <a:lnTo>
                  <a:pt x="8410" y="16686"/>
                </a:lnTo>
                <a:lnTo>
                  <a:pt x="8410" y="16508"/>
                </a:lnTo>
                <a:lnTo>
                  <a:pt x="8410" y="16242"/>
                </a:lnTo>
                <a:lnTo>
                  <a:pt x="8410" y="16064"/>
                </a:lnTo>
                <a:lnTo>
                  <a:pt x="8727" y="15620"/>
                </a:lnTo>
                <a:lnTo>
                  <a:pt x="8727" y="15354"/>
                </a:lnTo>
                <a:lnTo>
                  <a:pt x="8727" y="15177"/>
                </a:lnTo>
                <a:lnTo>
                  <a:pt x="8727" y="14999"/>
                </a:lnTo>
                <a:lnTo>
                  <a:pt x="8727" y="14733"/>
                </a:lnTo>
                <a:lnTo>
                  <a:pt x="9045" y="14555"/>
                </a:lnTo>
                <a:lnTo>
                  <a:pt x="9045" y="14112"/>
                </a:lnTo>
                <a:lnTo>
                  <a:pt x="9045" y="13934"/>
                </a:lnTo>
                <a:lnTo>
                  <a:pt x="9045" y="13490"/>
                </a:lnTo>
                <a:lnTo>
                  <a:pt x="9521" y="13224"/>
                </a:lnTo>
                <a:lnTo>
                  <a:pt x="9521" y="13047"/>
                </a:lnTo>
                <a:lnTo>
                  <a:pt x="9521" y="12780"/>
                </a:lnTo>
                <a:lnTo>
                  <a:pt x="9521" y="12603"/>
                </a:lnTo>
                <a:lnTo>
                  <a:pt x="9521" y="12425"/>
                </a:lnTo>
                <a:lnTo>
                  <a:pt x="9521" y="12159"/>
                </a:lnTo>
                <a:lnTo>
                  <a:pt x="9521" y="11715"/>
                </a:lnTo>
                <a:lnTo>
                  <a:pt x="9521" y="11538"/>
                </a:lnTo>
                <a:lnTo>
                  <a:pt x="9838" y="11094"/>
                </a:lnTo>
                <a:lnTo>
                  <a:pt x="9838" y="10916"/>
                </a:lnTo>
                <a:lnTo>
                  <a:pt x="9838" y="10650"/>
                </a:lnTo>
                <a:lnTo>
                  <a:pt x="9838" y="10206"/>
                </a:lnTo>
                <a:lnTo>
                  <a:pt x="10314" y="10029"/>
                </a:lnTo>
                <a:lnTo>
                  <a:pt x="10314" y="9851"/>
                </a:lnTo>
                <a:lnTo>
                  <a:pt x="10314" y="9585"/>
                </a:lnTo>
                <a:lnTo>
                  <a:pt x="10314" y="9408"/>
                </a:lnTo>
                <a:lnTo>
                  <a:pt x="10314" y="9141"/>
                </a:lnTo>
                <a:lnTo>
                  <a:pt x="10631" y="8964"/>
                </a:lnTo>
                <a:lnTo>
                  <a:pt x="10631" y="8786"/>
                </a:lnTo>
                <a:lnTo>
                  <a:pt x="10631" y="8520"/>
                </a:lnTo>
                <a:lnTo>
                  <a:pt x="10631" y="8343"/>
                </a:lnTo>
                <a:lnTo>
                  <a:pt x="10631" y="8076"/>
                </a:lnTo>
                <a:lnTo>
                  <a:pt x="11108" y="7899"/>
                </a:lnTo>
                <a:lnTo>
                  <a:pt x="11108" y="7721"/>
                </a:lnTo>
                <a:lnTo>
                  <a:pt x="11108" y="7455"/>
                </a:lnTo>
                <a:lnTo>
                  <a:pt x="11108" y="7011"/>
                </a:lnTo>
                <a:lnTo>
                  <a:pt x="11425" y="7011"/>
                </a:lnTo>
                <a:lnTo>
                  <a:pt x="11425" y="6834"/>
                </a:lnTo>
                <a:lnTo>
                  <a:pt x="11425" y="6567"/>
                </a:lnTo>
                <a:lnTo>
                  <a:pt x="11425" y="6390"/>
                </a:lnTo>
                <a:lnTo>
                  <a:pt x="11425" y="6212"/>
                </a:lnTo>
                <a:lnTo>
                  <a:pt x="11742" y="5946"/>
                </a:lnTo>
                <a:lnTo>
                  <a:pt x="11742" y="5769"/>
                </a:lnTo>
                <a:lnTo>
                  <a:pt x="11742" y="5502"/>
                </a:lnTo>
                <a:lnTo>
                  <a:pt x="11742" y="5325"/>
                </a:lnTo>
                <a:lnTo>
                  <a:pt x="11742" y="5147"/>
                </a:lnTo>
                <a:lnTo>
                  <a:pt x="11742" y="4881"/>
                </a:lnTo>
                <a:lnTo>
                  <a:pt x="11742" y="4704"/>
                </a:lnTo>
                <a:lnTo>
                  <a:pt x="11742" y="4260"/>
                </a:lnTo>
                <a:lnTo>
                  <a:pt x="11742" y="3994"/>
                </a:lnTo>
                <a:lnTo>
                  <a:pt x="12218" y="3816"/>
                </a:lnTo>
                <a:lnTo>
                  <a:pt x="12218" y="3638"/>
                </a:lnTo>
                <a:lnTo>
                  <a:pt x="12218" y="3372"/>
                </a:lnTo>
                <a:lnTo>
                  <a:pt x="12536" y="3195"/>
                </a:lnTo>
                <a:lnTo>
                  <a:pt x="12536" y="2928"/>
                </a:lnTo>
                <a:lnTo>
                  <a:pt x="12536" y="2751"/>
                </a:lnTo>
                <a:lnTo>
                  <a:pt x="12536" y="2307"/>
                </a:lnTo>
                <a:lnTo>
                  <a:pt x="13012" y="2130"/>
                </a:lnTo>
                <a:lnTo>
                  <a:pt x="13012" y="1863"/>
                </a:lnTo>
                <a:lnTo>
                  <a:pt x="13012" y="1686"/>
                </a:lnTo>
                <a:lnTo>
                  <a:pt x="13012" y="1420"/>
                </a:lnTo>
                <a:lnTo>
                  <a:pt x="13012" y="1242"/>
                </a:lnTo>
                <a:lnTo>
                  <a:pt x="13329" y="1242"/>
                </a:lnTo>
                <a:lnTo>
                  <a:pt x="13329" y="1065"/>
                </a:lnTo>
                <a:lnTo>
                  <a:pt x="13329" y="798"/>
                </a:lnTo>
                <a:lnTo>
                  <a:pt x="13329" y="621"/>
                </a:lnTo>
                <a:lnTo>
                  <a:pt x="13329" y="355"/>
                </a:lnTo>
                <a:lnTo>
                  <a:pt x="13647" y="177"/>
                </a:lnTo>
                <a:lnTo>
                  <a:pt x="13647" y="0"/>
                </a:lnTo>
              </a:path>
            </a:pathLst>
          </a:custGeom>
          <a:ln w="1898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5875165" y="2478272"/>
            <a:ext cx="13488" cy="20236"/>
          </a:xfrm>
          <a:custGeom>
            <a:avLst/>
            <a:gdLst/>
            <a:ahLst/>
            <a:cxnLst/>
            <a:rect l="l" t="t" r="r" b="b"/>
            <a:pathLst>
              <a:path w="13488" h="20236">
                <a:moveTo>
                  <a:pt x="0" y="20236"/>
                </a:moveTo>
                <a:lnTo>
                  <a:pt x="0" y="19970"/>
                </a:lnTo>
                <a:lnTo>
                  <a:pt x="0" y="19792"/>
                </a:lnTo>
                <a:lnTo>
                  <a:pt x="0" y="19526"/>
                </a:lnTo>
                <a:lnTo>
                  <a:pt x="0" y="19348"/>
                </a:lnTo>
                <a:lnTo>
                  <a:pt x="0" y="19082"/>
                </a:lnTo>
                <a:lnTo>
                  <a:pt x="476" y="18904"/>
                </a:lnTo>
                <a:lnTo>
                  <a:pt x="476" y="18727"/>
                </a:lnTo>
                <a:lnTo>
                  <a:pt x="476" y="18461"/>
                </a:lnTo>
                <a:lnTo>
                  <a:pt x="476" y="18283"/>
                </a:lnTo>
                <a:lnTo>
                  <a:pt x="476" y="18017"/>
                </a:lnTo>
                <a:lnTo>
                  <a:pt x="793" y="17839"/>
                </a:lnTo>
                <a:lnTo>
                  <a:pt x="793" y="17662"/>
                </a:lnTo>
                <a:lnTo>
                  <a:pt x="793" y="17396"/>
                </a:lnTo>
                <a:lnTo>
                  <a:pt x="793" y="17218"/>
                </a:lnTo>
                <a:lnTo>
                  <a:pt x="1269" y="16952"/>
                </a:lnTo>
                <a:lnTo>
                  <a:pt x="1269" y="16774"/>
                </a:lnTo>
                <a:lnTo>
                  <a:pt x="1269" y="16508"/>
                </a:lnTo>
                <a:lnTo>
                  <a:pt x="1586" y="16331"/>
                </a:lnTo>
                <a:lnTo>
                  <a:pt x="1586" y="16153"/>
                </a:lnTo>
                <a:lnTo>
                  <a:pt x="1586" y="15887"/>
                </a:lnTo>
                <a:lnTo>
                  <a:pt x="1586" y="15709"/>
                </a:lnTo>
                <a:lnTo>
                  <a:pt x="2062" y="15443"/>
                </a:lnTo>
                <a:lnTo>
                  <a:pt x="2062" y="15265"/>
                </a:lnTo>
                <a:lnTo>
                  <a:pt x="2062" y="15088"/>
                </a:lnTo>
                <a:lnTo>
                  <a:pt x="2062" y="14822"/>
                </a:lnTo>
                <a:lnTo>
                  <a:pt x="2380" y="14644"/>
                </a:lnTo>
                <a:lnTo>
                  <a:pt x="2380" y="14378"/>
                </a:lnTo>
                <a:lnTo>
                  <a:pt x="2380" y="14200"/>
                </a:lnTo>
                <a:lnTo>
                  <a:pt x="2380" y="13934"/>
                </a:lnTo>
                <a:lnTo>
                  <a:pt x="2380" y="13757"/>
                </a:lnTo>
                <a:lnTo>
                  <a:pt x="2380" y="13579"/>
                </a:lnTo>
                <a:lnTo>
                  <a:pt x="2380" y="13313"/>
                </a:lnTo>
                <a:lnTo>
                  <a:pt x="2697" y="13313"/>
                </a:lnTo>
                <a:lnTo>
                  <a:pt x="2697" y="13135"/>
                </a:lnTo>
                <a:lnTo>
                  <a:pt x="2697" y="12869"/>
                </a:lnTo>
                <a:lnTo>
                  <a:pt x="2697" y="12692"/>
                </a:lnTo>
                <a:lnTo>
                  <a:pt x="3173" y="12692"/>
                </a:lnTo>
                <a:lnTo>
                  <a:pt x="3173" y="12514"/>
                </a:lnTo>
                <a:lnTo>
                  <a:pt x="3173" y="12248"/>
                </a:lnTo>
                <a:lnTo>
                  <a:pt x="3173" y="12070"/>
                </a:lnTo>
                <a:lnTo>
                  <a:pt x="3491" y="11804"/>
                </a:lnTo>
                <a:lnTo>
                  <a:pt x="3491" y="11626"/>
                </a:lnTo>
                <a:lnTo>
                  <a:pt x="3491" y="11360"/>
                </a:lnTo>
                <a:lnTo>
                  <a:pt x="3491" y="11183"/>
                </a:lnTo>
                <a:lnTo>
                  <a:pt x="3967" y="11183"/>
                </a:lnTo>
                <a:lnTo>
                  <a:pt x="3967" y="11005"/>
                </a:lnTo>
                <a:lnTo>
                  <a:pt x="3967" y="10739"/>
                </a:lnTo>
                <a:lnTo>
                  <a:pt x="4284" y="10739"/>
                </a:lnTo>
                <a:lnTo>
                  <a:pt x="4284" y="10561"/>
                </a:lnTo>
                <a:lnTo>
                  <a:pt x="4284" y="10295"/>
                </a:lnTo>
                <a:lnTo>
                  <a:pt x="4284" y="10118"/>
                </a:lnTo>
                <a:lnTo>
                  <a:pt x="4284" y="9940"/>
                </a:lnTo>
                <a:lnTo>
                  <a:pt x="4284" y="9674"/>
                </a:lnTo>
                <a:lnTo>
                  <a:pt x="4284" y="9496"/>
                </a:lnTo>
                <a:lnTo>
                  <a:pt x="4601" y="9230"/>
                </a:lnTo>
                <a:lnTo>
                  <a:pt x="4601" y="9053"/>
                </a:lnTo>
                <a:lnTo>
                  <a:pt x="4601" y="8786"/>
                </a:lnTo>
                <a:lnTo>
                  <a:pt x="5077" y="8609"/>
                </a:lnTo>
                <a:lnTo>
                  <a:pt x="5077" y="8431"/>
                </a:lnTo>
                <a:lnTo>
                  <a:pt x="5395" y="8165"/>
                </a:lnTo>
                <a:lnTo>
                  <a:pt x="5395" y="7988"/>
                </a:lnTo>
                <a:lnTo>
                  <a:pt x="5395" y="7721"/>
                </a:lnTo>
                <a:lnTo>
                  <a:pt x="5871" y="7544"/>
                </a:lnTo>
                <a:lnTo>
                  <a:pt x="5871" y="7366"/>
                </a:lnTo>
                <a:lnTo>
                  <a:pt x="5871" y="7100"/>
                </a:lnTo>
                <a:lnTo>
                  <a:pt x="6188" y="7100"/>
                </a:lnTo>
                <a:lnTo>
                  <a:pt x="6188" y="6922"/>
                </a:lnTo>
                <a:lnTo>
                  <a:pt x="6188" y="6656"/>
                </a:lnTo>
                <a:lnTo>
                  <a:pt x="6188" y="6479"/>
                </a:lnTo>
                <a:lnTo>
                  <a:pt x="6664" y="6479"/>
                </a:lnTo>
                <a:lnTo>
                  <a:pt x="6664" y="6212"/>
                </a:lnTo>
                <a:lnTo>
                  <a:pt x="6664" y="6212"/>
                </a:lnTo>
                <a:lnTo>
                  <a:pt x="6664" y="5591"/>
                </a:lnTo>
                <a:lnTo>
                  <a:pt x="6982" y="5591"/>
                </a:lnTo>
                <a:lnTo>
                  <a:pt x="6982" y="5414"/>
                </a:lnTo>
                <a:lnTo>
                  <a:pt x="6982" y="5147"/>
                </a:lnTo>
                <a:lnTo>
                  <a:pt x="6982" y="5147"/>
                </a:lnTo>
                <a:lnTo>
                  <a:pt x="7299" y="4970"/>
                </a:lnTo>
                <a:lnTo>
                  <a:pt x="7299" y="4792"/>
                </a:lnTo>
                <a:lnTo>
                  <a:pt x="7775" y="4526"/>
                </a:lnTo>
                <a:lnTo>
                  <a:pt x="7775" y="4349"/>
                </a:lnTo>
                <a:lnTo>
                  <a:pt x="8093" y="4082"/>
                </a:lnTo>
                <a:lnTo>
                  <a:pt x="8093" y="3905"/>
                </a:lnTo>
                <a:lnTo>
                  <a:pt x="8569" y="3727"/>
                </a:lnTo>
                <a:lnTo>
                  <a:pt x="8569" y="3727"/>
                </a:lnTo>
                <a:lnTo>
                  <a:pt x="8569" y="3017"/>
                </a:lnTo>
                <a:lnTo>
                  <a:pt x="8886" y="3017"/>
                </a:lnTo>
                <a:lnTo>
                  <a:pt x="8886" y="2840"/>
                </a:lnTo>
                <a:lnTo>
                  <a:pt x="9203" y="2573"/>
                </a:lnTo>
                <a:lnTo>
                  <a:pt x="9679" y="2396"/>
                </a:lnTo>
                <a:lnTo>
                  <a:pt x="9679" y="2218"/>
                </a:lnTo>
                <a:lnTo>
                  <a:pt x="9997" y="2218"/>
                </a:lnTo>
                <a:lnTo>
                  <a:pt x="9997" y="1952"/>
                </a:lnTo>
                <a:lnTo>
                  <a:pt x="9997" y="1775"/>
                </a:lnTo>
                <a:lnTo>
                  <a:pt x="10473" y="1775"/>
                </a:lnTo>
                <a:lnTo>
                  <a:pt x="10473" y="1508"/>
                </a:lnTo>
                <a:lnTo>
                  <a:pt x="10790" y="1508"/>
                </a:lnTo>
                <a:lnTo>
                  <a:pt x="10790" y="1331"/>
                </a:lnTo>
                <a:lnTo>
                  <a:pt x="10790" y="1153"/>
                </a:lnTo>
                <a:lnTo>
                  <a:pt x="11108" y="1153"/>
                </a:lnTo>
                <a:lnTo>
                  <a:pt x="11108" y="887"/>
                </a:lnTo>
                <a:lnTo>
                  <a:pt x="11108" y="887"/>
                </a:lnTo>
                <a:lnTo>
                  <a:pt x="11584" y="887"/>
                </a:lnTo>
                <a:lnTo>
                  <a:pt x="11584" y="710"/>
                </a:lnTo>
                <a:lnTo>
                  <a:pt x="11901" y="710"/>
                </a:lnTo>
                <a:lnTo>
                  <a:pt x="11901" y="443"/>
                </a:lnTo>
                <a:lnTo>
                  <a:pt x="12377" y="443"/>
                </a:lnTo>
                <a:lnTo>
                  <a:pt x="12377" y="266"/>
                </a:lnTo>
                <a:lnTo>
                  <a:pt x="12694" y="266"/>
                </a:lnTo>
                <a:lnTo>
                  <a:pt x="13170" y="266"/>
                </a:lnTo>
                <a:lnTo>
                  <a:pt x="13488" y="266"/>
                </a:lnTo>
                <a:lnTo>
                  <a:pt x="13488" y="0"/>
                </a:lnTo>
              </a:path>
            </a:pathLst>
          </a:custGeom>
          <a:ln w="168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5888654" y="2478272"/>
            <a:ext cx="13805" cy="15443"/>
          </a:xfrm>
          <a:custGeom>
            <a:avLst/>
            <a:gdLst/>
            <a:ahLst/>
            <a:cxnLst/>
            <a:rect l="l" t="t" r="r" b="b"/>
            <a:pathLst>
              <a:path w="13805" h="15443">
                <a:moveTo>
                  <a:pt x="0" y="0"/>
                </a:moveTo>
                <a:lnTo>
                  <a:pt x="317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221" y="266"/>
                </a:lnTo>
                <a:lnTo>
                  <a:pt x="2697" y="266"/>
                </a:lnTo>
                <a:lnTo>
                  <a:pt x="3015" y="266"/>
                </a:lnTo>
                <a:lnTo>
                  <a:pt x="3491" y="266"/>
                </a:lnTo>
                <a:lnTo>
                  <a:pt x="3491" y="443"/>
                </a:lnTo>
                <a:lnTo>
                  <a:pt x="3491" y="710"/>
                </a:lnTo>
                <a:lnTo>
                  <a:pt x="3808" y="710"/>
                </a:lnTo>
                <a:lnTo>
                  <a:pt x="3808" y="887"/>
                </a:lnTo>
                <a:lnTo>
                  <a:pt x="4284" y="887"/>
                </a:lnTo>
                <a:lnTo>
                  <a:pt x="4284" y="1153"/>
                </a:lnTo>
                <a:lnTo>
                  <a:pt x="4601" y="1153"/>
                </a:lnTo>
                <a:lnTo>
                  <a:pt x="4601" y="1331"/>
                </a:lnTo>
                <a:lnTo>
                  <a:pt x="4919" y="1331"/>
                </a:lnTo>
                <a:lnTo>
                  <a:pt x="5395" y="1508"/>
                </a:lnTo>
                <a:lnTo>
                  <a:pt x="5395" y="1775"/>
                </a:lnTo>
                <a:lnTo>
                  <a:pt x="5395" y="1952"/>
                </a:lnTo>
                <a:lnTo>
                  <a:pt x="5395" y="2218"/>
                </a:lnTo>
                <a:lnTo>
                  <a:pt x="5712" y="2218"/>
                </a:lnTo>
                <a:lnTo>
                  <a:pt x="5712" y="2396"/>
                </a:lnTo>
                <a:lnTo>
                  <a:pt x="6188" y="2396"/>
                </a:lnTo>
                <a:lnTo>
                  <a:pt x="6188" y="2573"/>
                </a:lnTo>
                <a:lnTo>
                  <a:pt x="6506" y="2573"/>
                </a:lnTo>
                <a:lnTo>
                  <a:pt x="6506" y="2840"/>
                </a:lnTo>
                <a:lnTo>
                  <a:pt x="6506" y="3017"/>
                </a:lnTo>
                <a:lnTo>
                  <a:pt x="6823" y="3017"/>
                </a:lnTo>
                <a:lnTo>
                  <a:pt x="6823" y="3283"/>
                </a:lnTo>
                <a:lnTo>
                  <a:pt x="6823" y="3461"/>
                </a:lnTo>
                <a:lnTo>
                  <a:pt x="7299" y="3461"/>
                </a:lnTo>
                <a:lnTo>
                  <a:pt x="7299" y="3727"/>
                </a:lnTo>
                <a:lnTo>
                  <a:pt x="7616" y="3905"/>
                </a:lnTo>
                <a:lnTo>
                  <a:pt x="7616" y="4082"/>
                </a:lnTo>
                <a:lnTo>
                  <a:pt x="7616" y="4349"/>
                </a:lnTo>
                <a:lnTo>
                  <a:pt x="7616" y="4526"/>
                </a:lnTo>
                <a:lnTo>
                  <a:pt x="7616" y="4792"/>
                </a:lnTo>
                <a:lnTo>
                  <a:pt x="8093" y="4792"/>
                </a:lnTo>
                <a:lnTo>
                  <a:pt x="8093" y="4970"/>
                </a:lnTo>
                <a:lnTo>
                  <a:pt x="8410" y="5147"/>
                </a:lnTo>
                <a:lnTo>
                  <a:pt x="8410" y="5414"/>
                </a:lnTo>
                <a:lnTo>
                  <a:pt x="8410" y="5591"/>
                </a:lnTo>
                <a:lnTo>
                  <a:pt x="8886" y="5857"/>
                </a:lnTo>
                <a:lnTo>
                  <a:pt x="8886" y="6035"/>
                </a:lnTo>
                <a:lnTo>
                  <a:pt x="9203" y="6035"/>
                </a:lnTo>
                <a:lnTo>
                  <a:pt x="9203" y="6212"/>
                </a:lnTo>
                <a:lnTo>
                  <a:pt x="9203" y="6479"/>
                </a:lnTo>
                <a:lnTo>
                  <a:pt x="9521" y="6656"/>
                </a:lnTo>
                <a:lnTo>
                  <a:pt x="9521" y="6922"/>
                </a:lnTo>
                <a:lnTo>
                  <a:pt x="9521" y="7100"/>
                </a:lnTo>
                <a:lnTo>
                  <a:pt x="9521" y="7366"/>
                </a:lnTo>
                <a:lnTo>
                  <a:pt x="9521" y="7544"/>
                </a:lnTo>
                <a:lnTo>
                  <a:pt x="9521" y="7721"/>
                </a:lnTo>
                <a:lnTo>
                  <a:pt x="9997" y="7721"/>
                </a:lnTo>
                <a:lnTo>
                  <a:pt x="9997" y="7988"/>
                </a:lnTo>
                <a:lnTo>
                  <a:pt x="9997" y="8165"/>
                </a:lnTo>
                <a:lnTo>
                  <a:pt x="10314" y="8431"/>
                </a:lnTo>
                <a:lnTo>
                  <a:pt x="10314" y="8609"/>
                </a:lnTo>
                <a:lnTo>
                  <a:pt x="10314" y="8786"/>
                </a:lnTo>
                <a:lnTo>
                  <a:pt x="10790" y="8786"/>
                </a:lnTo>
                <a:lnTo>
                  <a:pt x="10790" y="9053"/>
                </a:lnTo>
                <a:lnTo>
                  <a:pt x="10790" y="9230"/>
                </a:lnTo>
                <a:lnTo>
                  <a:pt x="10790" y="9496"/>
                </a:lnTo>
                <a:lnTo>
                  <a:pt x="11108" y="9674"/>
                </a:lnTo>
                <a:lnTo>
                  <a:pt x="11108" y="9940"/>
                </a:lnTo>
                <a:lnTo>
                  <a:pt x="11108" y="10118"/>
                </a:lnTo>
                <a:lnTo>
                  <a:pt x="11425" y="10295"/>
                </a:lnTo>
                <a:lnTo>
                  <a:pt x="11425" y="10561"/>
                </a:lnTo>
                <a:lnTo>
                  <a:pt x="11425" y="10739"/>
                </a:lnTo>
                <a:lnTo>
                  <a:pt x="11901" y="10739"/>
                </a:lnTo>
                <a:lnTo>
                  <a:pt x="11901" y="11005"/>
                </a:lnTo>
                <a:lnTo>
                  <a:pt x="11901" y="11183"/>
                </a:lnTo>
                <a:lnTo>
                  <a:pt x="11901" y="11360"/>
                </a:lnTo>
                <a:lnTo>
                  <a:pt x="11901" y="11626"/>
                </a:lnTo>
                <a:lnTo>
                  <a:pt x="11901" y="11804"/>
                </a:lnTo>
                <a:lnTo>
                  <a:pt x="11901" y="12070"/>
                </a:lnTo>
                <a:lnTo>
                  <a:pt x="12218" y="12248"/>
                </a:lnTo>
                <a:lnTo>
                  <a:pt x="12218" y="12514"/>
                </a:lnTo>
                <a:lnTo>
                  <a:pt x="12218" y="12692"/>
                </a:lnTo>
                <a:lnTo>
                  <a:pt x="12218" y="12869"/>
                </a:lnTo>
                <a:lnTo>
                  <a:pt x="12694" y="13135"/>
                </a:lnTo>
                <a:lnTo>
                  <a:pt x="12694" y="13313"/>
                </a:lnTo>
                <a:lnTo>
                  <a:pt x="12694" y="13579"/>
                </a:lnTo>
                <a:lnTo>
                  <a:pt x="13012" y="13579"/>
                </a:lnTo>
                <a:lnTo>
                  <a:pt x="13012" y="13757"/>
                </a:lnTo>
                <a:lnTo>
                  <a:pt x="13012" y="13934"/>
                </a:lnTo>
                <a:lnTo>
                  <a:pt x="13012" y="14200"/>
                </a:lnTo>
                <a:lnTo>
                  <a:pt x="13012" y="14378"/>
                </a:lnTo>
                <a:lnTo>
                  <a:pt x="13329" y="14378"/>
                </a:lnTo>
                <a:lnTo>
                  <a:pt x="13329" y="14644"/>
                </a:lnTo>
                <a:lnTo>
                  <a:pt x="13329" y="14822"/>
                </a:lnTo>
                <a:lnTo>
                  <a:pt x="13329" y="15088"/>
                </a:lnTo>
                <a:lnTo>
                  <a:pt x="13805" y="15265"/>
                </a:lnTo>
                <a:lnTo>
                  <a:pt x="13805" y="15443"/>
                </a:lnTo>
              </a:path>
            </a:pathLst>
          </a:custGeom>
          <a:ln w="157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5902459" y="2493715"/>
            <a:ext cx="13329" cy="51300"/>
          </a:xfrm>
          <a:custGeom>
            <a:avLst/>
            <a:gdLst/>
            <a:ahLst/>
            <a:cxnLst/>
            <a:rect l="l" t="t" r="r" b="b"/>
            <a:pathLst>
              <a:path w="13329" h="51300">
                <a:moveTo>
                  <a:pt x="0" y="0"/>
                </a:moveTo>
                <a:lnTo>
                  <a:pt x="0" y="266"/>
                </a:lnTo>
                <a:lnTo>
                  <a:pt x="0" y="443"/>
                </a:lnTo>
                <a:lnTo>
                  <a:pt x="0" y="710"/>
                </a:lnTo>
                <a:lnTo>
                  <a:pt x="0" y="887"/>
                </a:lnTo>
                <a:lnTo>
                  <a:pt x="0" y="1065"/>
                </a:lnTo>
                <a:lnTo>
                  <a:pt x="0" y="1331"/>
                </a:lnTo>
                <a:lnTo>
                  <a:pt x="317" y="1331"/>
                </a:lnTo>
                <a:lnTo>
                  <a:pt x="317" y="1508"/>
                </a:lnTo>
                <a:lnTo>
                  <a:pt x="317" y="1775"/>
                </a:lnTo>
                <a:lnTo>
                  <a:pt x="317" y="1952"/>
                </a:lnTo>
                <a:lnTo>
                  <a:pt x="317" y="2218"/>
                </a:lnTo>
                <a:lnTo>
                  <a:pt x="793" y="2396"/>
                </a:lnTo>
                <a:lnTo>
                  <a:pt x="793" y="2573"/>
                </a:lnTo>
                <a:lnTo>
                  <a:pt x="793" y="2840"/>
                </a:lnTo>
                <a:lnTo>
                  <a:pt x="793" y="3017"/>
                </a:lnTo>
                <a:lnTo>
                  <a:pt x="1110" y="3283"/>
                </a:lnTo>
                <a:lnTo>
                  <a:pt x="1110" y="3461"/>
                </a:lnTo>
                <a:lnTo>
                  <a:pt x="1110" y="3638"/>
                </a:lnTo>
                <a:lnTo>
                  <a:pt x="1110" y="3905"/>
                </a:lnTo>
                <a:lnTo>
                  <a:pt x="1586" y="4082"/>
                </a:lnTo>
                <a:lnTo>
                  <a:pt x="1586" y="4349"/>
                </a:lnTo>
                <a:lnTo>
                  <a:pt x="1586" y="4526"/>
                </a:lnTo>
                <a:lnTo>
                  <a:pt x="1586" y="4792"/>
                </a:lnTo>
                <a:lnTo>
                  <a:pt x="1904" y="4792"/>
                </a:lnTo>
                <a:lnTo>
                  <a:pt x="1904" y="4970"/>
                </a:lnTo>
                <a:lnTo>
                  <a:pt x="1904" y="5147"/>
                </a:lnTo>
                <a:lnTo>
                  <a:pt x="1904" y="5414"/>
                </a:lnTo>
                <a:lnTo>
                  <a:pt x="1904" y="5591"/>
                </a:lnTo>
                <a:lnTo>
                  <a:pt x="2221" y="6035"/>
                </a:lnTo>
                <a:lnTo>
                  <a:pt x="2221" y="6212"/>
                </a:lnTo>
                <a:lnTo>
                  <a:pt x="2221" y="6479"/>
                </a:lnTo>
                <a:lnTo>
                  <a:pt x="2221" y="6656"/>
                </a:lnTo>
                <a:lnTo>
                  <a:pt x="2221" y="6922"/>
                </a:lnTo>
                <a:lnTo>
                  <a:pt x="2221" y="7100"/>
                </a:lnTo>
                <a:lnTo>
                  <a:pt x="2221" y="7366"/>
                </a:lnTo>
                <a:lnTo>
                  <a:pt x="2221" y="7721"/>
                </a:lnTo>
                <a:lnTo>
                  <a:pt x="2697" y="7988"/>
                </a:lnTo>
                <a:lnTo>
                  <a:pt x="2697" y="8165"/>
                </a:lnTo>
                <a:lnTo>
                  <a:pt x="2697" y="8431"/>
                </a:lnTo>
                <a:lnTo>
                  <a:pt x="3015" y="8609"/>
                </a:lnTo>
                <a:lnTo>
                  <a:pt x="3015" y="8786"/>
                </a:lnTo>
                <a:lnTo>
                  <a:pt x="3015" y="9230"/>
                </a:lnTo>
                <a:lnTo>
                  <a:pt x="3015" y="9496"/>
                </a:lnTo>
                <a:lnTo>
                  <a:pt x="3491" y="9674"/>
                </a:lnTo>
                <a:lnTo>
                  <a:pt x="3491" y="9940"/>
                </a:lnTo>
                <a:lnTo>
                  <a:pt x="3491" y="10295"/>
                </a:lnTo>
                <a:lnTo>
                  <a:pt x="3491" y="10561"/>
                </a:lnTo>
                <a:lnTo>
                  <a:pt x="3491" y="10739"/>
                </a:lnTo>
                <a:lnTo>
                  <a:pt x="3808" y="10739"/>
                </a:lnTo>
                <a:lnTo>
                  <a:pt x="3808" y="11005"/>
                </a:lnTo>
                <a:lnTo>
                  <a:pt x="3808" y="11360"/>
                </a:lnTo>
                <a:lnTo>
                  <a:pt x="3808" y="11626"/>
                </a:lnTo>
                <a:lnTo>
                  <a:pt x="3808" y="11804"/>
                </a:lnTo>
                <a:lnTo>
                  <a:pt x="4125" y="11804"/>
                </a:lnTo>
                <a:lnTo>
                  <a:pt x="4125" y="12248"/>
                </a:lnTo>
                <a:lnTo>
                  <a:pt x="4125" y="12514"/>
                </a:lnTo>
                <a:lnTo>
                  <a:pt x="4125" y="12692"/>
                </a:lnTo>
                <a:lnTo>
                  <a:pt x="4125" y="12869"/>
                </a:lnTo>
                <a:lnTo>
                  <a:pt x="4125" y="13135"/>
                </a:lnTo>
                <a:lnTo>
                  <a:pt x="4125" y="13313"/>
                </a:lnTo>
                <a:lnTo>
                  <a:pt x="4125" y="13579"/>
                </a:lnTo>
                <a:lnTo>
                  <a:pt x="4125" y="13757"/>
                </a:lnTo>
                <a:lnTo>
                  <a:pt x="4601" y="14200"/>
                </a:lnTo>
                <a:lnTo>
                  <a:pt x="4601" y="14378"/>
                </a:lnTo>
                <a:lnTo>
                  <a:pt x="4601" y="14644"/>
                </a:lnTo>
                <a:lnTo>
                  <a:pt x="4601" y="14999"/>
                </a:lnTo>
                <a:lnTo>
                  <a:pt x="4919" y="15265"/>
                </a:lnTo>
                <a:lnTo>
                  <a:pt x="4919" y="15443"/>
                </a:lnTo>
                <a:lnTo>
                  <a:pt x="4919" y="15709"/>
                </a:lnTo>
                <a:lnTo>
                  <a:pt x="4919" y="15887"/>
                </a:lnTo>
                <a:lnTo>
                  <a:pt x="4919" y="16153"/>
                </a:lnTo>
                <a:lnTo>
                  <a:pt x="5395" y="16508"/>
                </a:lnTo>
                <a:lnTo>
                  <a:pt x="5395" y="16774"/>
                </a:lnTo>
                <a:lnTo>
                  <a:pt x="5395" y="17218"/>
                </a:lnTo>
                <a:lnTo>
                  <a:pt x="5712" y="17396"/>
                </a:lnTo>
                <a:lnTo>
                  <a:pt x="5712" y="17573"/>
                </a:lnTo>
                <a:lnTo>
                  <a:pt x="5712" y="17839"/>
                </a:lnTo>
                <a:lnTo>
                  <a:pt x="5712" y="18017"/>
                </a:lnTo>
                <a:lnTo>
                  <a:pt x="5712" y="18283"/>
                </a:lnTo>
                <a:lnTo>
                  <a:pt x="6188" y="18727"/>
                </a:lnTo>
                <a:lnTo>
                  <a:pt x="6188" y="18904"/>
                </a:lnTo>
                <a:lnTo>
                  <a:pt x="6188" y="19082"/>
                </a:lnTo>
                <a:lnTo>
                  <a:pt x="6188" y="19348"/>
                </a:lnTo>
                <a:lnTo>
                  <a:pt x="6188" y="19526"/>
                </a:lnTo>
                <a:lnTo>
                  <a:pt x="6506" y="19970"/>
                </a:lnTo>
                <a:lnTo>
                  <a:pt x="6506" y="20147"/>
                </a:lnTo>
                <a:lnTo>
                  <a:pt x="6506" y="20591"/>
                </a:lnTo>
                <a:lnTo>
                  <a:pt x="6506" y="20857"/>
                </a:lnTo>
                <a:lnTo>
                  <a:pt x="6506" y="21301"/>
                </a:lnTo>
                <a:lnTo>
                  <a:pt x="6506" y="21656"/>
                </a:lnTo>
                <a:lnTo>
                  <a:pt x="6506" y="21922"/>
                </a:lnTo>
                <a:lnTo>
                  <a:pt x="6823" y="22100"/>
                </a:lnTo>
                <a:lnTo>
                  <a:pt x="6823" y="22543"/>
                </a:lnTo>
                <a:lnTo>
                  <a:pt x="6823" y="22987"/>
                </a:lnTo>
                <a:lnTo>
                  <a:pt x="6823" y="23165"/>
                </a:lnTo>
                <a:lnTo>
                  <a:pt x="7299" y="23608"/>
                </a:lnTo>
                <a:lnTo>
                  <a:pt x="7299" y="24052"/>
                </a:lnTo>
                <a:lnTo>
                  <a:pt x="7299" y="24230"/>
                </a:lnTo>
                <a:lnTo>
                  <a:pt x="7299" y="24674"/>
                </a:lnTo>
                <a:lnTo>
                  <a:pt x="7616" y="24940"/>
                </a:lnTo>
                <a:lnTo>
                  <a:pt x="7616" y="25117"/>
                </a:lnTo>
                <a:lnTo>
                  <a:pt x="7616" y="25295"/>
                </a:lnTo>
                <a:lnTo>
                  <a:pt x="7616" y="25739"/>
                </a:lnTo>
                <a:lnTo>
                  <a:pt x="7616" y="26005"/>
                </a:lnTo>
                <a:lnTo>
                  <a:pt x="8093" y="26182"/>
                </a:lnTo>
                <a:lnTo>
                  <a:pt x="8093" y="26449"/>
                </a:lnTo>
                <a:lnTo>
                  <a:pt x="8093" y="26804"/>
                </a:lnTo>
                <a:lnTo>
                  <a:pt x="8093" y="27070"/>
                </a:lnTo>
                <a:lnTo>
                  <a:pt x="8410" y="27247"/>
                </a:lnTo>
                <a:lnTo>
                  <a:pt x="8410" y="27514"/>
                </a:lnTo>
                <a:lnTo>
                  <a:pt x="8410" y="27869"/>
                </a:lnTo>
                <a:lnTo>
                  <a:pt x="8410" y="28135"/>
                </a:lnTo>
                <a:lnTo>
                  <a:pt x="8410" y="28313"/>
                </a:lnTo>
                <a:lnTo>
                  <a:pt x="8410" y="28579"/>
                </a:lnTo>
                <a:lnTo>
                  <a:pt x="8410" y="29023"/>
                </a:lnTo>
                <a:lnTo>
                  <a:pt x="8410" y="29378"/>
                </a:lnTo>
                <a:lnTo>
                  <a:pt x="8410" y="29644"/>
                </a:lnTo>
                <a:lnTo>
                  <a:pt x="8410" y="29821"/>
                </a:lnTo>
                <a:lnTo>
                  <a:pt x="8727" y="30088"/>
                </a:lnTo>
                <a:lnTo>
                  <a:pt x="8727" y="30443"/>
                </a:lnTo>
                <a:lnTo>
                  <a:pt x="8727" y="30709"/>
                </a:lnTo>
                <a:lnTo>
                  <a:pt x="8727" y="30886"/>
                </a:lnTo>
                <a:lnTo>
                  <a:pt x="8727" y="31330"/>
                </a:lnTo>
                <a:lnTo>
                  <a:pt x="9203" y="31597"/>
                </a:lnTo>
                <a:lnTo>
                  <a:pt x="9203" y="31952"/>
                </a:lnTo>
                <a:lnTo>
                  <a:pt x="9203" y="32218"/>
                </a:lnTo>
                <a:lnTo>
                  <a:pt x="9203" y="32395"/>
                </a:lnTo>
                <a:lnTo>
                  <a:pt x="9521" y="32839"/>
                </a:lnTo>
                <a:lnTo>
                  <a:pt x="9521" y="33017"/>
                </a:lnTo>
                <a:lnTo>
                  <a:pt x="9521" y="33283"/>
                </a:lnTo>
                <a:lnTo>
                  <a:pt x="9521" y="33727"/>
                </a:lnTo>
                <a:lnTo>
                  <a:pt x="9521" y="33904"/>
                </a:lnTo>
                <a:lnTo>
                  <a:pt x="9997" y="34348"/>
                </a:lnTo>
                <a:lnTo>
                  <a:pt x="9997" y="34525"/>
                </a:lnTo>
                <a:lnTo>
                  <a:pt x="9997" y="34792"/>
                </a:lnTo>
                <a:lnTo>
                  <a:pt x="9997" y="35235"/>
                </a:lnTo>
                <a:lnTo>
                  <a:pt x="9997" y="35591"/>
                </a:lnTo>
                <a:lnTo>
                  <a:pt x="10314" y="35591"/>
                </a:lnTo>
                <a:lnTo>
                  <a:pt x="10314" y="36034"/>
                </a:lnTo>
                <a:lnTo>
                  <a:pt x="10314" y="36478"/>
                </a:lnTo>
                <a:lnTo>
                  <a:pt x="10314" y="36744"/>
                </a:lnTo>
                <a:lnTo>
                  <a:pt x="10314" y="36922"/>
                </a:lnTo>
                <a:lnTo>
                  <a:pt x="10314" y="37366"/>
                </a:lnTo>
                <a:lnTo>
                  <a:pt x="10314" y="37543"/>
                </a:lnTo>
                <a:lnTo>
                  <a:pt x="10314" y="37987"/>
                </a:lnTo>
                <a:lnTo>
                  <a:pt x="10314" y="38164"/>
                </a:lnTo>
                <a:lnTo>
                  <a:pt x="10790" y="38608"/>
                </a:lnTo>
                <a:lnTo>
                  <a:pt x="10790" y="38874"/>
                </a:lnTo>
                <a:lnTo>
                  <a:pt x="10790" y="39052"/>
                </a:lnTo>
                <a:lnTo>
                  <a:pt x="10790" y="39496"/>
                </a:lnTo>
                <a:lnTo>
                  <a:pt x="10790" y="39673"/>
                </a:lnTo>
                <a:lnTo>
                  <a:pt x="11108" y="40117"/>
                </a:lnTo>
                <a:lnTo>
                  <a:pt x="11108" y="40383"/>
                </a:lnTo>
                <a:lnTo>
                  <a:pt x="11108" y="40738"/>
                </a:lnTo>
                <a:lnTo>
                  <a:pt x="11108" y="41005"/>
                </a:lnTo>
                <a:lnTo>
                  <a:pt x="11108" y="41448"/>
                </a:lnTo>
                <a:lnTo>
                  <a:pt x="11425" y="41626"/>
                </a:lnTo>
                <a:lnTo>
                  <a:pt x="11425" y="42070"/>
                </a:lnTo>
                <a:lnTo>
                  <a:pt x="11425" y="42247"/>
                </a:lnTo>
                <a:lnTo>
                  <a:pt x="11425" y="42691"/>
                </a:lnTo>
                <a:lnTo>
                  <a:pt x="11425" y="42957"/>
                </a:lnTo>
                <a:lnTo>
                  <a:pt x="11901" y="43312"/>
                </a:lnTo>
                <a:lnTo>
                  <a:pt x="11901" y="43756"/>
                </a:lnTo>
                <a:lnTo>
                  <a:pt x="11901" y="44200"/>
                </a:lnTo>
                <a:lnTo>
                  <a:pt x="12218" y="44644"/>
                </a:lnTo>
                <a:lnTo>
                  <a:pt x="12218" y="45087"/>
                </a:lnTo>
                <a:lnTo>
                  <a:pt x="12218" y="45265"/>
                </a:lnTo>
                <a:lnTo>
                  <a:pt x="12218" y="45531"/>
                </a:lnTo>
                <a:lnTo>
                  <a:pt x="12218" y="45886"/>
                </a:lnTo>
                <a:lnTo>
                  <a:pt x="12694" y="46152"/>
                </a:lnTo>
                <a:lnTo>
                  <a:pt x="12694" y="46596"/>
                </a:lnTo>
                <a:lnTo>
                  <a:pt x="12694" y="46951"/>
                </a:lnTo>
                <a:lnTo>
                  <a:pt x="12694" y="47395"/>
                </a:lnTo>
                <a:lnTo>
                  <a:pt x="12694" y="47839"/>
                </a:lnTo>
                <a:lnTo>
                  <a:pt x="12694" y="48283"/>
                </a:lnTo>
                <a:lnTo>
                  <a:pt x="12694" y="48460"/>
                </a:lnTo>
                <a:lnTo>
                  <a:pt x="12694" y="48904"/>
                </a:lnTo>
                <a:lnTo>
                  <a:pt x="12694" y="49348"/>
                </a:lnTo>
                <a:lnTo>
                  <a:pt x="13012" y="49791"/>
                </a:lnTo>
                <a:lnTo>
                  <a:pt x="13012" y="49969"/>
                </a:lnTo>
                <a:lnTo>
                  <a:pt x="13012" y="50235"/>
                </a:lnTo>
                <a:lnTo>
                  <a:pt x="13012" y="50679"/>
                </a:lnTo>
                <a:lnTo>
                  <a:pt x="13329" y="50856"/>
                </a:lnTo>
                <a:lnTo>
                  <a:pt x="13329" y="51300"/>
                </a:lnTo>
              </a:path>
            </a:pathLst>
          </a:custGeom>
          <a:ln w="189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5915789" y="2545016"/>
            <a:ext cx="13805" cy="84672"/>
          </a:xfrm>
          <a:custGeom>
            <a:avLst/>
            <a:gdLst/>
            <a:ahLst/>
            <a:cxnLst/>
            <a:rect l="l" t="t" r="r" b="b"/>
            <a:pathLst>
              <a:path w="13805" h="84672">
                <a:moveTo>
                  <a:pt x="0" y="0"/>
                </a:moveTo>
                <a:lnTo>
                  <a:pt x="0" y="443"/>
                </a:lnTo>
                <a:lnTo>
                  <a:pt x="0" y="798"/>
                </a:lnTo>
                <a:lnTo>
                  <a:pt x="0" y="1065"/>
                </a:lnTo>
                <a:lnTo>
                  <a:pt x="476" y="1508"/>
                </a:lnTo>
                <a:lnTo>
                  <a:pt x="476" y="1952"/>
                </a:lnTo>
                <a:lnTo>
                  <a:pt x="476" y="2130"/>
                </a:lnTo>
                <a:lnTo>
                  <a:pt x="476" y="2307"/>
                </a:lnTo>
                <a:lnTo>
                  <a:pt x="476" y="2751"/>
                </a:lnTo>
                <a:lnTo>
                  <a:pt x="793" y="3195"/>
                </a:lnTo>
                <a:lnTo>
                  <a:pt x="793" y="3372"/>
                </a:lnTo>
                <a:lnTo>
                  <a:pt x="793" y="3816"/>
                </a:lnTo>
                <a:lnTo>
                  <a:pt x="793" y="4260"/>
                </a:lnTo>
                <a:lnTo>
                  <a:pt x="793" y="4526"/>
                </a:lnTo>
                <a:lnTo>
                  <a:pt x="1269" y="4881"/>
                </a:lnTo>
                <a:lnTo>
                  <a:pt x="1269" y="5325"/>
                </a:lnTo>
                <a:lnTo>
                  <a:pt x="1269" y="5591"/>
                </a:lnTo>
                <a:lnTo>
                  <a:pt x="1269" y="5946"/>
                </a:lnTo>
                <a:lnTo>
                  <a:pt x="1269" y="6390"/>
                </a:lnTo>
                <a:lnTo>
                  <a:pt x="1269" y="6656"/>
                </a:lnTo>
                <a:lnTo>
                  <a:pt x="1269" y="7100"/>
                </a:lnTo>
                <a:lnTo>
                  <a:pt x="1269" y="7455"/>
                </a:lnTo>
                <a:lnTo>
                  <a:pt x="1269" y="7899"/>
                </a:lnTo>
                <a:lnTo>
                  <a:pt x="1586" y="8165"/>
                </a:lnTo>
                <a:lnTo>
                  <a:pt x="1586" y="8520"/>
                </a:lnTo>
                <a:lnTo>
                  <a:pt x="1586" y="8964"/>
                </a:lnTo>
                <a:lnTo>
                  <a:pt x="1586" y="9230"/>
                </a:lnTo>
                <a:lnTo>
                  <a:pt x="1586" y="9585"/>
                </a:lnTo>
                <a:lnTo>
                  <a:pt x="1904" y="10029"/>
                </a:lnTo>
                <a:lnTo>
                  <a:pt x="1904" y="10295"/>
                </a:lnTo>
                <a:lnTo>
                  <a:pt x="1904" y="10739"/>
                </a:lnTo>
                <a:lnTo>
                  <a:pt x="1904" y="11094"/>
                </a:lnTo>
                <a:lnTo>
                  <a:pt x="1904" y="11360"/>
                </a:lnTo>
                <a:lnTo>
                  <a:pt x="2380" y="11804"/>
                </a:lnTo>
                <a:lnTo>
                  <a:pt x="2380" y="12159"/>
                </a:lnTo>
                <a:lnTo>
                  <a:pt x="2380" y="12603"/>
                </a:lnTo>
                <a:lnTo>
                  <a:pt x="2380" y="12869"/>
                </a:lnTo>
                <a:lnTo>
                  <a:pt x="2697" y="13490"/>
                </a:lnTo>
                <a:lnTo>
                  <a:pt x="2697" y="13668"/>
                </a:lnTo>
                <a:lnTo>
                  <a:pt x="2697" y="14112"/>
                </a:lnTo>
                <a:lnTo>
                  <a:pt x="2697" y="14555"/>
                </a:lnTo>
                <a:lnTo>
                  <a:pt x="2697" y="14999"/>
                </a:lnTo>
                <a:lnTo>
                  <a:pt x="3173" y="15177"/>
                </a:lnTo>
                <a:lnTo>
                  <a:pt x="3173" y="15620"/>
                </a:lnTo>
                <a:lnTo>
                  <a:pt x="3173" y="16064"/>
                </a:lnTo>
                <a:lnTo>
                  <a:pt x="3173" y="16242"/>
                </a:lnTo>
                <a:lnTo>
                  <a:pt x="3173" y="16686"/>
                </a:lnTo>
                <a:lnTo>
                  <a:pt x="3491" y="17129"/>
                </a:lnTo>
                <a:lnTo>
                  <a:pt x="3491" y="17573"/>
                </a:lnTo>
                <a:lnTo>
                  <a:pt x="3491" y="18017"/>
                </a:lnTo>
                <a:lnTo>
                  <a:pt x="3491" y="18461"/>
                </a:lnTo>
                <a:lnTo>
                  <a:pt x="3491" y="18638"/>
                </a:lnTo>
                <a:lnTo>
                  <a:pt x="3491" y="19082"/>
                </a:lnTo>
                <a:lnTo>
                  <a:pt x="3491" y="19526"/>
                </a:lnTo>
                <a:lnTo>
                  <a:pt x="3491" y="19703"/>
                </a:lnTo>
                <a:lnTo>
                  <a:pt x="3491" y="20325"/>
                </a:lnTo>
                <a:lnTo>
                  <a:pt x="3967" y="20768"/>
                </a:lnTo>
                <a:lnTo>
                  <a:pt x="3967" y="21035"/>
                </a:lnTo>
                <a:lnTo>
                  <a:pt x="3967" y="21390"/>
                </a:lnTo>
                <a:lnTo>
                  <a:pt x="3967" y="21833"/>
                </a:lnTo>
                <a:lnTo>
                  <a:pt x="3967" y="22100"/>
                </a:lnTo>
                <a:lnTo>
                  <a:pt x="4284" y="22721"/>
                </a:lnTo>
                <a:lnTo>
                  <a:pt x="4284" y="23165"/>
                </a:lnTo>
                <a:lnTo>
                  <a:pt x="4284" y="23342"/>
                </a:lnTo>
                <a:lnTo>
                  <a:pt x="4284" y="23786"/>
                </a:lnTo>
                <a:lnTo>
                  <a:pt x="4284" y="24230"/>
                </a:lnTo>
                <a:lnTo>
                  <a:pt x="4601" y="24674"/>
                </a:lnTo>
                <a:lnTo>
                  <a:pt x="4601" y="25029"/>
                </a:lnTo>
                <a:lnTo>
                  <a:pt x="4601" y="25472"/>
                </a:lnTo>
                <a:lnTo>
                  <a:pt x="4601" y="25739"/>
                </a:lnTo>
                <a:lnTo>
                  <a:pt x="4601" y="26182"/>
                </a:lnTo>
                <a:lnTo>
                  <a:pt x="5077" y="26804"/>
                </a:lnTo>
                <a:lnTo>
                  <a:pt x="5077" y="26981"/>
                </a:lnTo>
                <a:lnTo>
                  <a:pt x="5077" y="27425"/>
                </a:lnTo>
                <a:lnTo>
                  <a:pt x="5077" y="27869"/>
                </a:lnTo>
                <a:lnTo>
                  <a:pt x="5395" y="28046"/>
                </a:lnTo>
                <a:lnTo>
                  <a:pt x="5395" y="28756"/>
                </a:lnTo>
                <a:lnTo>
                  <a:pt x="5395" y="29111"/>
                </a:lnTo>
                <a:lnTo>
                  <a:pt x="5395" y="29378"/>
                </a:lnTo>
                <a:lnTo>
                  <a:pt x="5395" y="29821"/>
                </a:lnTo>
                <a:lnTo>
                  <a:pt x="5395" y="30176"/>
                </a:lnTo>
                <a:lnTo>
                  <a:pt x="5395" y="30620"/>
                </a:lnTo>
                <a:lnTo>
                  <a:pt x="5395" y="31064"/>
                </a:lnTo>
                <a:lnTo>
                  <a:pt x="5395" y="31508"/>
                </a:lnTo>
                <a:lnTo>
                  <a:pt x="5395" y="31952"/>
                </a:lnTo>
                <a:lnTo>
                  <a:pt x="5871" y="32395"/>
                </a:lnTo>
                <a:lnTo>
                  <a:pt x="5871" y="32573"/>
                </a:lnTo>
                <a:lnTo>
                  <a:pt x="5871" y="33194"/>
                </a:lnTo>
                <a:lnTo>
                  <a:pt x="5871" y="33638"/>
                </a:lnTo>
                <a:lnTo>
                  <a:pt x="5871" y="33815"/>
                </a:lnTo>
                <a:lnTo>
                  <a:pt x="6188" y="34525"/>
                </a:lnTo>
                <a:lnTo>
                  <a:pt x="6188" y="34969"/>
                </a:lnTo>
                <a:lnTo>
                  <a:pt x="6188" y="35147"/>
                </a:lnTo>
                <a:lnTo>
                  <a:pt x="6188" y="35768"/>
                </a:lnTo>
                <a:lnTo>
                  <a:pt x="6506" y="36212"/>
                </a:lnTo>
                <a:lnTo>
                  <a:pt x="6506" y="36389"/>
                </a:lnTo>
                <a:lnTo>
                  <a:pt x="6506" y="37099"/>
                </a:lnTo>
                <a:lnTo>
                  <a:pt x="6506" y="37277"/>
                </a:lnTo>
                <a:lnTo>
                  <a:pt x="6506" y="37721"/>
                </a:lnTo>
                <a:lnTo>
                  <a:pt x="6982" y="38342"/>
                </a:lnTo>
                <a:lnTo>
                  <a:pt x="6982" y="38608"/>
                </a:lnTo>
                <a:lnTo>
                  <a:pt x="6982" y="38963"/>
                </a:lnTo>
                <a:lnTo>
                  <a:pt x="6982" y="39673"/>
                </a:lnTo>
                <a:lnTo>
                  <a:pt x="6982" y="39851"/>
                </a:lnTo>
                <a:lnTo>
                  <a:pt x="7299" y="40295"/>
                </a:lnTo>
                <a:lnTo>
                  <a:pt x="7299" y="40916"/>
                </a:lnTo>
                <a:lnTo>
                  <a:pt x="7299" y="41182"/>
                </a:lnTo>
                <a:lnTo>
                  <a:pt x="7299" y="41537"/>
                </a:lnTo>
                <a:lnTo>
                  <a:pt x="7299" y="41981"/>
                </a:lnTo>
                <a:lnTo>
                  <a:pt x="7775" y="42425"/>
                </a:lnTo>
                <a:lnTo>
                  <a:pt x="7775" y="43046"/>
                </a:lnTo>
                <a:lnTo>
                  <a:pt x="7775" y="43312"/>
                </a:lnTo>
                <a:lnTo>
                  <a:pt x="7775" y="43756"/>
                </a:lnTo>
                <a:lnTo>
                  <a:pt x="7775" y="44377"/>
                </a:lnTo>
                <a:lnTo>
                  <a:pt x="7775" y="44555"/>
                </a:lnTo>
                <a:lnTo>
                  <a:pt x="7775" y="45265"/>
                </a:lnTo>
                <a:lnTo>
                  <a:pt x="7775" y="45620"/>
                </a:lnTo>
                <a:lnTo>
                  <a:pt x="7775" y="45886"/>
                </a:lnTo>
                <a:lnTo>
                  <a:pt x="8093" y="46507"/>
                </a:lnTo>
                <a:lnTo>
                  <a:pt x="8093" y="46685"/>
                </a:lnTo>
                <a:lnTo>
                  <a:pt x="8093" y="47395"/>
                </a:lnTo>
                <a:lnTo>
                  <a:pt x="8093" y="47839"/>
                </a:lnTo>
                <a:lnTo>
                  <a:pt x="8093" y="48194"/>
                </a:lnTo>
                <a:lnTo>
                  <a:pt x="8569" y="48638"/>
                </a:lnTo>
                <a:lnTo>
                  <a:pt x="8569" y="49081"/>
                </a:lnTo>
                <a:lnTo>
                  <a:pt x="8569" y="49525"/>
                </a:lnTo>
                <a:lnTo>
                  <a:pt x="8569" y="49969"/>
                </a:lnTo>
                <a:lnTo>
                  <a:pt x="8569" y="50413"/>
                </a:lnTo>
                <a:lnTo>
                  <a:pt x="8886" y="50768"/>
                </a:lnTo>
                <a:lnTo>
                  <a:pt x="8886" y="51478"/>
                </a:lnTo>
                <a:lnTo>
                  <a:pt x="8886" y="51655"/>
                </a:lnTo>
                <a:lnTo>
                  <a:pt x="8886" y="52277"/>
                </a:lnTo>
                <a:lnTo>
                  <a:pt x="8886" y="52720"/>
                </a:lnTo>
                <a:lnTo>
                  <a:pt x="9203" y="53164"/>
                </a:lnTo>
                <a:lnTo>
                  <a:pt x="9203" y="53608"/>
                </a:lnTo>
                <a:lnTo>
                  <a:pt x="9203" y="54052"/>
                </a:lnTo>
                <a:lnTo>
                  <a:pt x="9203" y="54407"/>
                </a:lnTo>
                <a:lnTo>
                  <a:pt x="9679" y="55117"/>
                </a:lnTo>
                <a:lnTo>
                  <a:pt x="9679" y="55294"/>
                </a:lnTo>
                <a:lnTo>
                  <a:pt x="9679" y="55916"/>
                </a:lnTo>
                <a:lnTo>
                  <a:pt x="9679" y="56182"/>
                </a:lnTo>
                <a:lnTo>
                  <a:pt x="9679" y="56803"/>
                </a:lnTo>
                <a:lnTo>
                  <a:pt x="9679" y="57247"/>
                </a:lnTo>
                <a:lnTo>
                  <a:pt x="9679" y="57691"/>
                </a:lnTo>
                <a:lnTo>
                  <a:pt x="9679" y="58046"/>
                </a:lnTo>
                <a:lnTo>
                  <a:pt x="9679" y="58489"/>
                </a:lnTo>
                <a:lnTo>
                  <a:pt x="9679" y="58933"/>
                </a:lnTo>
                <a:lnTo>
                  <a:pt x="9997" y="59555"/>
                </a:lnTo>
                <a:lnTo>
                  <a:pt x="9997" y="59998"/>
                </a:lnTo>
                <a:lnTo>
                  <a:pt x="9997" y="60442"/>
                </a:lnTo>
                <a:lnTo>
                  <a:pt x="9997" y="60886"/>
                </a:lnTo>
                <a:lnTo>
                  <a:pt x="9997" y="61330"/>
                </a:lnTo>
                <a:lnTo>
                  <a:pt x="10473" y="61951"/>
                </a:lnTo>
                <a:lnTo>
                  <a:pt x="10473" y="62128"/>
                </a:lnTo>
                <a:lnTo>
                  <a:pt x="10473" y="62838"/>
                </a:lnTo>
                <a:lnTo>
                  <a:pt x="10473" y="63194"/>
                </a:lnTo>
                <a:lnTo>
                  <a:pt x="10790" y="63637"/>
                </a:lnTo>
                <a:lnTo>
                  <a:pt x="10790" y="64347"/>
                </a:lnTo>
                <a:lnTo>
                  <a:pt x="10790" y="64525"/>
                </a:lnTo>
                <a:lnTo>
                  <a:pt x="10790" y="65146"/>
                </a:lnTo>
                <a:lnTo>
                  <a:pt x="10790" y="65590"/>
                </a:lnTo>
                <a:lnTo>
                  <a:pt x="11108" y="66034"/>
                </a:lnTo>
                <a:lnTo>
                  <a:pt x="11108" y="66655"/>
                </a:lnTo>
                <a:lnTo>
                  <a:pt x="11108" y="66921"/>
                </a:lnTo>
                <a:lnTo>
                  <a:pt x="11108" y="67543"/>
                </a:lnTo>
                <a:lnTo>
                  <a:pt x="11108" y="67986"/>
                </a:lnTo>
                <a:lnTo>
                  <a:pt x="11584" y="68341"/>
                </a:lnTo>
                <a:lnTo>
                  <a:pt x="11584" y="69051"/>
                </a:lnTo>
                <a:lnTo>
                  <a:pt x="11584" y="69229"/>
                </a:lnTo>
                <a:lnTo>
                  <a:pt x="11584" y="69850"/>
                </a:lnTo>
                <a:lnTo>
                  <a:pt x="11584" y="70560"/>
                </a:lnTo>
                <a:lnTo>
                  <a:pt x="11901" y="70738"/>
                </a:lnTo>
                <a:lnTo>
                  <a:pt x="11901" y="71359"/>
                </a:lnTo>
                <a:lnTo>
                  <a:pt x="11901" y="71803"/>
                </a:lnTo>
                <a:lnTo>
                  <a:pt x="11901" y="72247"/>
                </a:lnTo>
                <a:lnTo>
                  <a:pt x="11901" y="72868"/>
                </a:lnTo>
                <a:lnTo>
                  <a:pt x="11901" y="73312"/>
                </a:lnTo>
                <a:lnTo>
                  <a:pt x="11901" y="73755"/>
                </a:lnTo>
                <a:lnTo>
                  <a:pt x="11901" y="74199"/>
                </a:lnTo>
                <a:lnTo>
                  <a:pt x="11901" y="74820"/>
                </a:lnTo>
                <a:lnTo>
                  <a:pt x="12377" y="75264"/>
                </a:lnTo>
                <a:lnTo>
                  <a:pt x="12377" y="75708"/>
                </a:lnTo>
                <a:lnTo>
                  <a:pt x="12377" y="76329"/>
                </a:lnTo>
                <a:lnTo>
                  <a:pt x="12377" y="76507"/>
                </a:lnTo>
                <a:lnTo>
                  <a:pt x="12377" y="77217"/>
                </a:lnTo>
                <a:lnTo>
                  <a:pt x="12694" y="77572"/>
                </a:lnTo>
                <a:lnTo>
                  <a:pt x="12694" y="78016"/>
                </a:lnTo>
                <a:lnTo>
                  <a:pt x="12694" y="78637"/>
                </a:lnTo>
                <a:lnTo>
                  <a:pt x="12694" y="79081"/>
                </a:lnTo>
                <a:lnTo>
                  <a:pt x="12694" y="79702"/>
                </a:lnTo>
                <a:lnTo>
                  <a:pt x="13170" y="79968"/>
                </a:lnTo>
                <a:lnTo>
                  <a:pt x="13170" y="80590"/>
                </a:lnTo>
                <a:lnTo>
                  <a:pt x="13170" y="81033"/>
                </a:lnTo>
                <a:lnTo>
                  <a:pt x="13170" y="81477"/>
                </a:lnTo>
                <a:lnTo>
                  <a:pt x="13488" y="82098"/>
                </a:lnTo>
                <a:lnTo>
                  <a:pt x="13488" y="82542"/>
                </a:lnTo>
                <a:lnTo>
                  <a:pt x="13488" y="83164"/>
                </a:lnTo>
                <a:lnTo>
                  <a:pt x="13488" y="83430"/>
                </a:lnTo>
                <a:lnTo>
                  <a:pt x="13488" y="84051"/>
                </a:lnTo>
                <a:lnTo>
                  <a:pt x="13805" y="84672"/>
                </a:lnTo>
              </a:path>
            </a:pathLst>
          </a:custGeom>
          <a:ln w="193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5929595" y="2629689"/>
            <a:ext cx="13012" cy="111743"/>
          </a:xfrm>
          <a:custGeom>
            <a:avLst/>
            <a:gdLst/>
            <a:ahLst/>
            <a:cxnLst/>
            <a:rect l="l" t="t" r="r" b="b"/>
            <a:pathLst>
              <a:path w="13012" h="111743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0" y="1331"/>
                </a:lnTo>
                <a:lnTo>
                  <a:pt x="0" y="1952"/>
                </a:lnTo>
                <a:lnTo>
                  <a:pt x="0" y="2396"/>
                </a:lnTo>
                <a:lnTo>
                  <a:pt x="0" y="2751"/>
                </a:lnTo>
                <a:lnTo>
                  <a:pt x="0" y="3461"/>
                </a:lnTo>
                <a:lnTo>
                  <a:pt x="0" y="3905"/>
                </a:lnTo>
                <a:lnTo>
                  <a:pt x="0" y="4526"/>
                </a:lnTo>
                <a:lnTo>
                  <a:pt x="476" y="4970"/>
                </a:lnTo>
                <a:lnTo>
                  <a:pt x="476" y="5325"/>
                </a:lnTo>
                <a:lnTo>
                  <a:pt x="476" y="5769"/>
                </a:lnTo>
                <a:lnTo>
                  <a:pt x="476" y="6479"/>
                </a:lnTo>
                <a:lnTo>
                  <a:pt x="793" y="7100"/>
                </a:lnTo>
                <a:lnTo>
                  <a:pt x="793" y="7544"/>
                </a:lnTo>
                <a:lnTo>
                  <a:pt x="793" y="7899"/>
                </a:lnTo>
                <a:lnTo>
                  <a:pt x="793" y="8343"/>
                </a:lnTo>
                <a:lnTo>
                  <a:pt x="793" y="9053"/>
                </a:lnTo>
                <a:lnTo>
                  <a:pt x="1269" y="9408"/>
                </a:lnTo>
                <a:lnTo>
                  <a:pt x="1269" y="10118"/>
                </a:lnTo>
                <a:lnTo>
                  <a:pt x="1269" y="10473"/>
                </a:lnTo>
                <a:lnTo>
                  <a:pt x="1269" y="10916"/>
                </a:lnTo>
                <a:lnTo>
                  <a:pt x="1269" y="11626"/>
                </a:lnTo>
                <a:lnTo>
                  <a:pt x="1586" y="11982"/>
                </a:lnTo>
                <a:lnTo>
                  <a:pt x="1586" y="12692"/>
                </a:lnTo>
                <a:lnTo>
                  <a:pt x="1586" y="13047"/>
                </a:lnTo>
                <a:lnTo>
                  <a:pt x="1586" y="13757"/>
                </a:lnTo>
                <a:lnTo>
                  <a:pt x="1586" y="14200"/>
                </a:lnTo>
                <a:lnTo>
                  <a:pt x="1904" y="14555"/>
                </a:lnTo>
                <a:lnTo>
                  <a:pt x="1904" y="15265"/>
                </a:lnTo>
                <a:lnTo>
                  <a:pt x="1904" y="15620"/>
                </a:lnTo>
                <a:lnTo>
                  <a:pt x="1904" y="16331"/>
                </a:lnTo>
                <a:lnTo>
                  <a:pt x="2380" y="16686"/>
                </a:lnTo>
                <a:lnTo>
                  <a:pt x="2380" y="17396"/>
                </a:lnTo>
                <a:lnTo>
                  <a:pt x="2380" y="17839"/>
                </a:lnTo>
                <a:lnTo>
                  <a:pt x="2380" y="18194"/>
                </a:lnTo>
                <a:lnTo>
                  <a:pt x="2380" y="18904"/>
                </a:lnTo>
                <a:lnTo>
                  <a:pt x="2380" y="19259"/>
                </a:lnTo>
                <a:lnTo>
                  <a:pt x="2380" y="19970"/>
                </a:lnTo>
                <a:lnTo>
                  <a:pt x="2380" y="20413"/>
                </a:lnTo>
                <a:lnTo>
                  <a:pt x="2380" y="21035"/>
                </a:lnTo>
                <a:lnTo>
                  <a:pt x="2380" y="21478"/>
                </a:lnTo>
                <a:lnTo>
                  <a:pt x="2697" y="22100"/>
                </a:lnTo>
                <a:lnTo>
                  <a:pt x="2697" y="22543"/>
                </a:lnTo>
                <a:lnTo>
                  <a:pt x="2697" y="23165"/>
                </a:lnTo>
                <a:lnTo>
                  <a:pt x="2697" y="23608"/>
                </a:lnTo>
                <a:lnTo>
                  <a:pt x="2697" y="24052"/>
                </a:lnTo>
                <a:lnTo>
                  <a:pt x="3173" y="24674"/>
                </a:lnTo>
                <a:lnTo>
                  <a:pt x="3173" y="25117"/>
                </a:lnTo>
                <a:lnTo>
                  <a:pt x="3173" y="25739"/>
                </a:lnTo>
                <a:lnTo>
                  <a:pt x="3173" y="26182"/>
                </a:lnTo>
                <a:lnTo>
                  <a:pt x="3491" y="26804"/>
                </a:lnTo>
                <a:lnTo>
                  <a:pt x="3491" y="27247"/>
                </a:lnTo>
                <a:lnTo>
                  <a:pt x="3491" y="27869"/>
                </a:lnTo>
                <a:lnTo>
                  <a:pt x="3491" y="28313"/>
                </a:lnTo>
                <a:lnTo>
                  <a:pt x="3491" y="28934"/>
                </a:lnTo>
                <a:lnTo>
                  <a:pt x="3808" y="29378"/>
                </a:lnTo>
                <a:lnTo>
                  <a:pt x="3808" y="29999"/>
                </a:lnTo>
                <a:lnTo>
                  <a:pt x="3808" y="30709"/>
                </a:lnTo>
                <a:lnTo>
                  <a:pt x="3808" y="31064"/>
                </a:lnTo>
                <a:lnTo>
                  <a:pt x="3808" y="31774"/>
                </a:lnTo>
                <a:lnTo>
                  <a:pt x="4284" y="32129"/>
                </a:lnTo>
                <a:lnTo>
                  <a:pt x="4284" y="32839"/>
                </a:lnTo>
                <a:lnTo>
                  <a:pt x="4284" y="33283"/>
                </a:lnTo>
                <a:lnTo>
                  <a:pt x="4284" y="33904"/>
                </a:lnTo>
                <a:lnTo>
                  <a:pt x="4284" y="34348"/>
                </a:lnTo>
                <a:lnTo>
                  <a:pt x="4284" y="34969"/>
                </a:lnTo>
                <a:lnTo>
                  <a:pt x="4284" y="35413"/>
                </a:lnTo>
                <a:lnTo>
                  <a:pt x="4284" y="36034"/>
                </a:lnTo>
                <a:lnTo>
                  <a:pt x="4284" y="36478"/>
                </a:lnTo>
                <a:lnTo>
                  <a:pt x="4601" y="37099"/>
                </a:lnTo>
                <a:lnTo>
                  <a:pt x="4601" y="37721"/>
                </a:lnTo>
                <a:lnTo>
                  <a:pt x="4601" y="38164"/>
                </a:lnTo>
                <a:lnTo>
                  <a:pt x="4601" y="38786"/>
                </a:lnTo>
                <a:lnTo>
                  <a:pt x="4601" y="39229"/>
                </a:lnTo>
                <a:lnTo>
                  <a:pt x="5077" y="39851"/>
                </a:lnTo>
                <a:lnTo>
                  <a:pt x="5077" y="40295"/>
                </a:lnTo>
                <a:lnTo>
                  <a:pt x="5077" y="40916"/>
                </a:lnTo>
                <a:lnTo>
                  <a:pt x="5077" y="41360"/>
                </a:lnTo>
                <a:lnTo>
                  <a:pt x="5077" y="42070"/>
                </a:lnTo>
                <a:lnTo>
                  <a:pt x="5395" y="42425"/>
                </a:lnTo>
                <a:lnTo>
                  <a:pt x="5395" y="43135"/>
                </a:lnTo>
                <a:lnTo>
                  <a:pt x="5395" y="43490"/>
                </a:lnTo>
                <a:lnTo>
                  <a:pt x="5395" y="44200"/>
                </a:lnTo>
                <a:lnTo>
                  <a:pt x="5395" y="44821"/>
                </a:lnTo>
                <a:lnTo>
                  <a:pt x="5871" y="45265"/>
                </a:lnTo>
                <a:lnTo>
                  <a:pt x="5871" y="45886"/>
                </a:lnTo>
                <a:lnTo>
                  <a:pt x="5871" y="46330"/>
                </a:lnTo>
                <a:lnTo>
                  <a:pt x="5871" y="46951"/>
                </a:lnTo>
                <a:lnTo>
                  <a:pt x="6188" y="47573"/>
                </a:lnTo>
                <a:lnTo>
                  <a:pt x="6188" y="48283"/>
                </a:lnTo>
                <a:lnTo>
                  <a:pt x="6188" y="48638"/>
                </a:lnTo>
                <a:lnTo>
                  <a:pt x="6188" y="49348"/>
                </a:lnTo>
                <a:lnTo>
                  <a:pt x="6188" y="49791"/>
                </a:lnTo>
                <a:lnTo>
                  <a:pt x="6188" y="50413"/>
                </a:lnTo>
                <a:lnTo>
                  <a:pt x="6188" y="50856"/>
                </a:lnTo>
                <a:lnTo>
                  <a:pt x="6188" y="51478"/>
                </a:lnTo>
                <a:lnTo>
                  <a:pt x="6188" y="51922"/>
                </a:lnTo>
                <a:lnTo>
                  <a:pt x="6188" y="52543"/>
                </a:lnTo>
                <a:lnTo>
                  <a:pt x="6506" y="52987"/>
                </a:lnTo>
                <a:lnTo>
                  <a:pt x="6506" y="53785"/>
                </a:lnTo>
                <a:lnTo>
                  <a:pt x="6506" y="54229"/>
                </a:lnTo>
                <a:lnTo>
                  <a:pt x="6506" y="54939"/>
                </a:lnTo>
                <a:lnTo>
                  <a:pt x="6506" y="55294"/>
                </a:lnTo>
                <a:lnTo>
                  <a:pt x="6982" y="56004"/>
                </a:lnTo>
                <a:lnTo>
                  <a:pt x="6982" y="56626"/>
                </a:lnTo>
                <a:lnTo>
                  <a:pt x="6982" y="57069"/>
                </a:lnTo>
                <a:lnTo>
                  <a:pt x="6982" y="57691"/>
                </a:lnTo>
                <a:lnTo>
                  <a:pt x="7299" y="58312"/>
                </a:lnTo>
                <a:lnTo>
                  <a:pt x="7299" y="58933"/>
                </a:lnTo>
                <a:lnTo>
                  <a:pt x="7299" y="59377"/>
                </a:lnTo>
                <a:lnTo>
                  <a:pt x="7299" y="60087"/>
                </a:lnTo>
                <a:lnTo>
                  <a:pt x="7299" y="60442"/>
                </a:lnTo>
                <a:lnTo>
                  <a:pt x="7775" y="61152"/>
                </a:lnTo>
                <a:lnTo>
                  <a:pt x="7775" y="61507"/>
                </a:lnTo>
                <a:lnTo>
                  <a:pt x="7775" y="62395"/>
                </a:lnTo>
                <a:lnTo>
                  <a:pt x="7775" y="62838"/>
                </a:lnTo>
                <a:lnTo>
                  <a:pt x="7775" y="63460"/>
                </a:lnTo>
                <a:lnTo>
                  <a:pt x="8093" y="63904"/>
                </a:lnTo>
                <a:lnTo>
                  <a:pt x="8093" y="64525"/>
                </a:lnTo>
                <a:lnTo>
                  <a:pt x="8093" y="64969"/>
                </a:lnTo>
                <a:lnTo>
                  <a:pt x="8093" y="65856"/>
                </a:lnTo>
                <a:lnTo>
                  <a:pt x="8093" y="66300"/>
                </a:lnTo>
                <a:lnTo>
                  <a:pt x="8410" y="66921"/>
                </a:lnTo>
                <a:lnTo>
                  <a:pt x="8410" y="67365"/>
                </a:lnTo>
                <a:lnTo>
                  <a:pt x="8410" y="67986"/>
                </a:lnTo>
                <a:lnTo>
                  <a:pt x="8410" y="68608"/>
                </a:lnTo>
                <a:lnTo>
                  <a:pt x="8410" y="69229"/>
                </a:lnTo>
                <a:lnTo>
                  <a:pt x="8410" y="69673"/>
                </a:lnTo>
                <a:lnTo>
                  <a:pt x="8410" y="70294"/>
                </a:lnTo>
                <a:lnTo>
                  <a:pt x="8410" y="70738"/>
                </a:lnTo>
                <a:lnTo>
                  <a:pt x="8410" y="71625"/>
                </a:lnTo>
                <a:lnTo>
                  <a:pt x="8886" y="72069"/>
                </a:lnTo>
                <a:lnTo>
                  <a:pt x="8886" y="72690"/>
                </a:lnTo>
                <a:lnTo>
                  <a:pt x="8886" y="73134"/>
                </a:lnTo>
                <a:lnTo>
                  <a:pt x="8886" y="73755"/>
                </a:lnTo>
                <a:lnTo>
                  <a:pt x="8886" y="74377"/>
                </a:lnTo>
                <a:lnTo>
                  <a:pt x="9203" y="75087"/>
                </a:lnTo>
                <a:lnTo>
                  <a:pt x="9203" y="75442"/>
                </a:lnTo>
                <a:lnTo>
                  <a:pt x="9203" y="76152"/>
                </a:lnTo>
                <a:lnTo>
                  <a:pt x="9203" y="76773"/>
                </a:lnTo>
                <a:lnTo>
                  <a:pt x="9203" y="77394"/>
                </a:lnTo>
                <a:lnTo>
                  <a:pt x="9679" y="77838"/>
                </a:lnTo>
                <a:lnTo>
                  <a:pt x="9679" y="78459"/>
                </a:lnTo>
                <a:lnTo>
                  <a:pt x="9679" y="79170"/>
                </a:lnTo>
                <a:lnTo>
                  <a:pt x="9679" y="79791"/>
                </a:lnTo>
                <a:lnTo>
                  <a:pt x="9997" y="80235"/>
                </a:lnTo>
                <a:lnTo>
                  <a:pt x="9997" y="80856"/>
                </a:lnTo>
                <a:lnTo>
                  <a:pt x="9997" y="81477"/>
                </a:lnTo>
                <a:lnTo>
                  <a:pt x="9997" y="82098"/>
                </a:lnTo>
                <a:lnTo>
                  <a:pt x="9997" y="82542"/>
                </a:lnTo>
                <a:lnTo>
                  <a:pt x="10473" y="83164"/>
                </a:lnTo>
                <a:lnTo>
                  <a:pt x="10473" y="83874"/>
                </a:lnTo>
                <a:lnTo>
                  <a:pt x="10473" y="84495"/>
                </a:lnTo>
                <a:lnTo>
                  <a:pt x="10473" y="84939"/>
                </a:lnTo>
                <a:lnTo>
                  <a:pt x="10473" y="85737"/>
                </a:lnTo>
                <a:lnTo>
                  <a:pt x="10473" y="86181"/>
                </a:lnTo>
                <a:lnTo>
                  <a:pt x="10473" y="86803"/>
                </a:lnTo>
                <a:lnTo>
                  <a:pt x="10473" y="87246"/>
                </a:lnTo>
                <a:lnTo>
                  <a:pt x="10473" y="88134"/>
                </a:lnTo>
                <a:lnTo>
                  <a:pt x="10473" y="88578"/>
                </a:lnTo>
                <a:lnTo>
                  <a:pt x="10790" y="89199"/>
                </a:lnTo>
                <a:lnTo>
                  <a:pt x="10790" y="89820"/>
                </a:lnTo>
                <a:lnTo>
                  <a:pt x="10790" y="90530"/>
                </a:lnTo>
                <a:lnTo>
                  <a:pt x="10790" y="90885"/>
                </a:lnTo>
                <a:lnTo>
                  <a:pt x="11108" y="91773"/>
                </a:lnTo>
                <a:lnTo>
                  <a:pt x="11108" y="92217"/>
                </a:lnTo>
                <a:lnTo>
                  <a:pt x="11108" y="92838"/>
                </a:lnTo>
                <a:lnTo>
                  <a:pt x="11108" y="93282"/>
                </a:lnTo>
                <a:lnTo>
                  <a:pt x="11108" y="94169"/>
                </a:lnTo>
                <a:lnTo>
                  <a:pt x="11584" y="94524"/>
                </a:lnTo>
                <a:lnTo>
                  <a:pt x="11584" y="95234"/>
                </a:lnTo>
                <a:lnTo>
                  <a:pt x="11584" y="95856"/>
                </a:lnTo>
                <a:lnTo>
                  <a:pt x="11584" y="96477"/>
                </a:lnTo>
                <a:lnTo>
                  <a:pt x="11584" y="96921"/>
                </a:lnTo>
                <a:lnTo>
                  <a:pt x="11901" y="97808"/>
                </a:lnTo>
                <a:lnTo>
                  <a:pt x="11901" y="98252"/>
                </a:lnTo>
                <a:lnTo>
                  <a:pt x="11901" y="98873"/>
                </a:lnTo>
                <a:lnTo>
                  <a:pt x="11901" y="99495"/>
                </a:lnTo>
                <a:lnTo>
                  <a:pt x="11901" y="100116"/>
                </a:lnTo>
                <a:lnTo>
                  <a:pt x="12377" y="100826"/>
                </a:lnTo>
                <a:lnTo>
                  <a:pt x="12377" y="101447"/>
                </a:lnTo>
                <a:lnTo>
                  <a:pt x="12377" y="101891"/>
                </a:lnTo>
                <a:lnTo>
                  <a:pt x="12377" y="102690"/>
                </a:lnTo>
                <a:lnTo>
                  <a:pt x="12694" y="103134"/>
                </a:lnTo>
                <a:lnTo>
                  <a:pt x="12694" y="103755"/>
                </a:lnTo>
                <a:lnTo>
                  <a:pt x="12694" y="104465"/>
                </a:lnTo>
                <a:lnTo>
                  <a:pt x="12694" y="105086"/>
                </a:lnTo>
                <a:lnTo>
                  <a:pt x="12694" y="105530"/>
                </a:lnTo>
                <a:lnTo>
                  <a:pt x="12694" y="106151"/>
                </a:lnTo>
                <a:lnTo>
                  <a:pt x="12694" y="106773"/>
                </a:lnTo>
                <a:lnTo>
                  <a:pt x="12694" y="107394"/>
                </a:lnTo>
                <a:lnTo>
                  <a:pt x="12694" y="108104"/>
                </a:lnTo>
                <a:lnTo>
                  <a:pt x="12694" y="108459"/>
                </a:lnTo>
                <a:lnTo>
                  <a:pt x="13012" y="109346"/>
                </a:lnTo>
                <a:lnTo>
                  <a:pt x="13012" y="109790"/>
                </a:lnTo>
                <a:lnTo>
                  <a:pt x="13012" y="110678"/>
                </a:lnTo>
                <a:lnTo>
                  <a:pt x="13012" y="111033"/>
                </a:lnTo>
                <a:lnTo>
                  <a:pt x="13012" y="111743"/>
                </a:lnTo>
              </a:path>
            </a:pathLst>
          </a:custGeom>
          <a:ln w="194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5942607" y="2741432"/>
            <a:ext cx="13805" cy="130559"/>
          </a:xfrm>
          <a:custGeom>
            <a:avLst/>
            <a:gdLst/>
            <a:ahLst/>
            <a:cxnLst/>
            <a:rect l="l" t="t" r="r" b="b"/>
            <a:pathLst>
              <a:path w="13805" h="130559">
                <a:moveTo>
                  <a:pt x="0" y="0"/>
                </a:moveTo>
                <a:lnTo>
                  <a:pt x="476" y="621"/>
                </a:lnTo>
                <a:lnTo>
                  <a:pt x="476" y="1242"/>
                </a:lnTo>
                <a:lnTo>
                  <a:pt x="476" y="1863"/>
                </a:lnTo>
                <a:lnTo>
                  <a:pt x="476" y="2573"/>
                </a:lnTo>
                <a:lnTo>
                  <a:pt x="793" y="3017"/>
                </a:lnTo>
                <a:lnTo>
                  <a:pt x="793" y="3816"/>
                </a:lnTo>
                <a:lnTo>
                  <a:pt x="793" y="4260"/>
                </a:lnTo>
                <a:lnTo>
                  <a:pt x="793" y="5147"/>
                </a:lnTo>
                <a:lnTo>
                  <a:pt x="793" y="5591"/>
                </a:lnTo>
                <a:lnTo>
                  <a:pt x="1269" y="6212"/>
                </a:lnTo>
                <a:lnTo>
                  <a:pt x="1269" y="6834"/>
                </a:lnTo>
                <a:lnTo>
                  <a:pt x="1269" y="7455"/>
                </a:lnTo>
                <a:lnTo>
                  <a:pt x="1269" y="8165"/>
                </a:lnTo>
                <a:lnTo>
                  <a:pt x="1269" y="8520"/>
                </a:lnTo>
                <a:lnTo>
                  <a:pt x="1586" y="9408"/>
                </a:lnTo>
                <a:lnTo>
                  <a:pt x="1586" y="9851"/>
                </a:lnTo>
                <a:lnTo>
                  <a:pt x="1586" y="10739"/>
                </a:lnTo>
                <a:lnTo>
                  <a:pt x="1586" y="11094"/>
                </a:lnTo>
                <a:lnTo>
                  <a:pt x="1586" y="11804"/>
                </a:lnTo>
                <a:lnTo>
                  <a:pt x="1586" y="12425"/>
                </a:lnTo>
                <a:lnTo>
                  <a:pt x="1586" y="13047"/>
                </a:lnTo>
                <a:lnTo>
                  <a:pt x="1586" y="13668"/>
                </a:lnTo>
                <a:lnTo>
                  <a:pt x="1586" y="14378"/>
                </a:lnTo>
                <a:lnTo>
                  <a:pt x="2062" y="14999"/>
                </a:lnTo>
                <a:lnTo>
                  <a:pt x="2062" y="15620"/>
                </a:lnTo>
                <a:lnTo>
                  <a:pt x="2062" y="16242"/>
                </a:lnTo>
                <a:lnTo>
                  <a:pt x="2062" y="16952"/>
                </a:lnTo>
                <a:lnTo>
                  <a:pt x="2062" y="17573"/>
                </a:lnTo>
                <a:lnTo>
                  <a:pt x="2380" y="18017"/>
                </a:lnTo>
                <a:lnTo>
                  <a:pt x="2380" y="18816"/>
                </a:lnTo>
                <a:lnTo>
                  <a:pt x="2380" y="19259"/>
                </a:lnTo>
                <a:lnTo>
                  <a:pt x="2380" y="19881"/>
                </a:lnTo>
                <a:lnTo>
                  <a:pt x="2380" y="20591"/>
                </a:lnTo>
                <a:lnTo>
                  <a:pt x="2697" y="21212"/>
                </a:lnTo>
                <a:lnTo>
                  <a:pt x="2697" y="21833"/>
                </a:lnTo>
                <a:lnTo>
                  <a:pt x="2697" y="22455"/>
                </a:lnTo>
                <a:lnTo>
                  <a:pt x="2697" y="23165"/>
                </a:lnTo>
                <a:lnTo>
                  <a:pt x="2697" y="23786"/>
                </a:lnTo>
                <a:lnTo>
                  <a:pt x="3173" y="24407"/>
                </a:lnTo>
                <a:lnTo>
                  <a:pt x="3173" y="25029"/>
                </a:lnTo>
                <a:lnTo>
                  <a:pt x="3173" y="25739"/>
                </a:lnTo>
                <a:lnTo>
                  <a:pt x="3173" y="26360"/>
                </a:lnTo>
                <a:lnTo>
                  <a:pt x="3491" y="26981"/>
                </a:lnTo>
                <a:lnTo>
                  <a:pt x="3491" y="27425"/>
                </a:lnTo>
                <a:lnTo>
                  <a:pt x="3491" y="28313"/>
                </a:lnTo>
                <a:lnTo>
                  <a:pt x="3491" y="28668"/>
                </a:lnTo>
                <a:lnTo>
                  <a:pt x="3491" y="29555"/>
                </a:lnTo>
                <a:lnTo>
                  <a:pt x="3967" y="30176"/>
                </a:lnTo>
                <a:lnTo>
                  <a:pt x="3967" y="30886"/>
                </a:lnTo>
                <a:lnTo>
                  <a:pt x="3967" y="31508"/>
                </a:lnTo>
                <a:lnTo>
                  <a:pt x="3967" y="32129"/>
                </a:lnTo>
                <a:lnTo>
                  <a:pt x="3967" y="32750"/>
                </a:lnTo>
                <a:lnTo>
                  <a:pt x="3967" y="33460"/>
                </a:lnTo>
                <a:lnTo>
                  <a:pt x="3967" y="34082"/>
                </a:lnTo>
                <a:lnTo>
                  <a:pt x="3967" y="34525"/>
                </a:lnTo>
                <a:lnTo>
                  <a:pt x="3967" y="35324"/>
                </a:lnTo>
                <a:lnTo>
                  <a:pt x="3967" y="35768"/>
                </a:lnTo>
                <a:lnTo>
                  <a:pt x="4284" y="36656"/>
                </a:lnTo>
                <a:lnTo>
                  <a:pt x="4284" y="37099"/>
                </a:lnTo>
                <a:lnTo>
                  <a:pt x="4284" y="37898"/>
                </a:lnTo>
                <a:lnTo>
                  <a:pt x="4284" y="38342"/>
                </a:lnTo>
                <a:lnTo>
                  <a:pt x="4601" y="39229"/>
                </a:lnTo>
                <a:lnTo>
                  <a:pt x="4601" y="39851"/>
                </a:lnTo>
                <a:lnTo>
                  <a:pt x="4601" y="40472"/>
                </a:lnTo>
                <a:lnTo>
                  <a:pt x="4601" y="41182"/>
                </a:lnTo>
                <a:lnTo>
                  <a:pt x="4601" y="41537"/>
                </a:lnTo>
                <a:lnTo>
                  <a:pt x="5077" y="42425"/>
                </a:lnTo>
                <a:lnTo>
                  <a:pt x="5077" y="42868"/>
                </a:lnTo>
                <a:lnTo>
                  <a:pt x="5077" y="43756"/>
                </a:lnTo>
                <a:lnTo>
                  <a:pt x="5077" y="44111"/>
                </a:lnTo>
                <a:lnTo>
                  <a:pt x="5077" y="44999"/>
                </a:lnTo>
                <a:lnTo>
                  <a:pt x="5395" y="45620"/>
                </a:lnTo>
                <a:lnTo>
                  <a:pt x="5395" y="46330"/>
                </a:lnTo>
                <a:lnTo>
                  <a:pt x="5395" y="46951"/>
                </a:lnTo>
                <a:lnTo>
                  <a:pt x="5395" y="47573"/>
                </a:lnTo>
                <a:lnTo>
                  <a:pt x="5395" y="48194"/>
                </a:lnTo>
                <a:lnTo>
                  <a:pt x="5871" y="48904"/>
                </a:lnTo>
                <a:lnTo>
                  <a:pt x="5871" y="49525"/>
                </a:lnTo>
                <a:lnTo>
                  <a:pt x="5871" y="50146"/>
                </a:lnTo>
                <a:lnTo>
                  <a:pt x="5871" y="50768"/>
                </a:lnTo>
                <a:lnTo>
                  <a:pt x="5871" y="51478"/>
                </a:lnTo>
                <a:lnTo>
                  <a:pt x="5871" y="52099"/>
                </a:lnTo>
                <a:lnTo>
                  <a:pt x="5871" y="52720"/>
                </a:lnTo>
                <a:lnTo>
                  <a:pt x="5871" y="53608"/>
                </a:lnTo>
                <a:lnTo>
                  <a:pt x="5871" y="54052"/>
                </a:lnTo>
                <a:lnTo>
                  <a:pt x="6188" y="54673"/>
                </a:lnTo>
                <a:lnTo>
                  <a:pt x="6188" y="55294"/>
                </a:lnTo>
                <a:lnTo>
                  <a:pt x="6188" y="55916"/>
                </a:lnTo>
                <a:lnTo>
                  <a:pt x="6188" y="56803"/>
                </a:lnTo>
                <a:lnTo>
                  <a:pt x="6188" y="57247"/>
                </a:lnTo>
                <a:lnTo>
                  <a:pt x="6506" y="58046"/>
                </a:lnTo>
                <a:lnTo>
                  <a:pt x="6506" y="58489"/>
                </a:lnTo>
                <a:lnTo>
                  <a:pt x="6506" y="59377"/>
                </a:lnTo>
                <a:lnTo>
                  <a:pt x="6506" y="59998"/>
                </a:lnTo>
                <a:lnTo>
                  <a:pt x="6506" y="60620"/>
                </a:lnTo>
                <a:lnTo>
                  <a:pt x="6982" y="61330"/>
                </a:lnTo>
                <a:lnTo>
                  <a:pt x="6982" y="61951"/>
                </a:lnTo>
                <a:lnTo>
                  <a:pt x="6982" y="62572"/>
                </a:lnTo>
                <a:lnTo>
                  <a:pt x="6982" y="63194"/>
                </a:lnTo>
                <a:lnTo>
                  <a:pt x="7299" y="63904"/>
                </a:lnTo>
                <a:lnTo>
                  <a:pt x="7299" y="64525"/>
                </a:lnTo>
                <a:lnTo>
                  <a:pt x="7299" y="65412"/>
                </a:lnTo>
                <a:lnTo>
                  <a:pt x="7299" y="65767"/>
                </a:lnTo>
                <a:lnTo>
                  <a:pt x="7299" y="66477"/>
                </a:lnTo>
                <a:lnTo>
                  <a:pt x="7775" y="67276"/>
                </a:lnTo>
                <a:lnTo>
                  <a:pt x="7775" y="67720"/>
                </a:lnTo>
                <a:lnTo>
                  <a:pt x="7775" y="68608"/>
                </a:lnTo>
                <a:lnTo>
                  <a:pt x="7775" y="69229"/>
                </a:lnTo>
                <a:lnTo>
                  <a:pt x="7775" y="69850"/>
                </a:lnTo>
                <a:lnTo>
                  <a:pt x="8093" y="70560"/>
                </a:lnTo>
                <a:lnTo>
                  <a:pt x="8093" y="71182"/>
                </a:lnTo>
                <a:lnTo>
                  <a:pt x="8093" y="71803"/>
                </a:lnTo>
                <a:lnTo>
                  <a:pt x="8093" y="72424"/>
                </a:lnTo>
                <a:lnTo>
                  <a:pt x="8093" y="73134"/>
                </a:lnTo>
                <a:lnTo>
                  <a:pt x="8093" y="73755"/>
                </a:lnTo>
                <a:lnTo>
                  <a:pt x="8093" y="74554"/>
                </a:lnTo>
                <a:lnTo>
                  <a:pt x="8093" y="74998"/>
                </a:lnTo>
                <a:lnTo>
                  <a:pt x="8093" y="75886"/>
                </a:lnTo>
                <a:lnTo>
                  <a:pt x="8569" y="76507"/>
                </a:lnTo>
                <a:lnTo>
                  <a:pt x="8569" y="77128"/>
                </a:lnTo>
                <a:lnTo>
                  <a:pt x="8569" y="77838"/>
                </a:lnTo>
                <a:lnTo>
                  <a:pt x="8569" y="78459"/>
                </a:lnTo>
                <a:lnTo>
                  <a:pt x="8569" y="79081"/>
                </a:lnTo>
                <a:lnTo>
                  <a:pt x="8886" y="79702"/>
                </a:lnTo>
                <a:lnTo>
                  <a:pt x="8886" y="80590"/>
                </a:lnTo>
                <a:lnTo>
                  <a:pt x="8886" y="81033"/>
                </a:lnTo>
                <a:lnTo>
                  <a:pt x="8886" y="81921"/>
                </a:lnTo>
                <a:lnTo>
                  <a:pt x="8886" y="82542"/>
                </a:lnTo>
                <a:lnTo>
                  <a:pt x="9203" y="82986"/>
                </a:lnTo>
                <a:lnTo>
                  <a:pt x="9203" y="83785"/>
                </a:lnTo>
                <a:lnTo>
                  <a:pt x="9203" y="84495"/>
                </a:lnTo>
                <a:lnTo>
                  <a:pt x="9203" y="85116"/>
                </a:lnTo>
                <a:lnTo>
                  <a:pt x="9203" y="85737"/>
                </a:lnTo>
                <a:lnTo>
                  <a:pt x="9679" y="86625"/>
                </a:lnTo>
                <a:lnTo>
                  <a:pt x="9679" y="87246"/>
                </a:lnTo>
                <a:lnTo>
                  <a:pt x="9679" y="87690"/>
                </a:lnTo>
                <a:lnTo>
                  <a:pt x="9679" y="88578"/>
                </a:lnTo>
                <a:lnTo>
                  <a:pt x="9997" y="89199"/>
                </a:lnTo>
                <a:lnTo>
                  <a:pt x="9997" y="89820"/>
                </a:lnTo>
                <a:lnTo>
                  <a:pt x="9997" y="90441"/>
                </a:lnTo>
                <a:lnTo>
                  <a:pt x="9997" y="91329"/>
                </a:lnTo>
                <a:lnTo>
                  <a:pt x="9997" y="91773"/>
                </a:lnTo>
                <a:lnTo>
                  <a:pt x="9997" y="92394"/>
                </a:lnTo>
                <a:lnTo>
                  <a:pt x="9997" y="93282"/>
                </a:lnTo>
                <a:lnTo>
                  <a:pt x="9997" y="93637"/>
                </a:lnTo>
                <a:lnTo>
                  <a:pt x="9997" y="94524"/>
                </a:lnTo>
                <a:lnTo>
                  <a:pt x="9997" y="95146"/>
                </a:lnTo>
                <a:lnTo>
                  <a:pt x="10473" y="96033"/>
                </a:lnTo>
                <a:lnTo>
                  <a:pt x="10473" y="96477"/>
                </a:lnTo>
                <a:lnTo>
                  <a:pt x="10473" y="97098"/>
                </a:lnTo>
                <a:lnTo>
                  <a:pt x="10473" y="97986"/>
                </a:lnTo>
                <a:lnTo>
                  <a:pt x="10473" y="98429"/>
                </a:lnTo>
                <a:lnTo>
                  <a:pt x="10790" y="99228"/>
                </a:lnTo>
                <a:lnTo>
                  <a:pt x="10790" y="99938"/>
                </a:lnTo>
                <a:lnTo>
                  <a:pt x="10790" y="100737"/>
                </a:lnTo>
                <a:lnTo>
                  <a:pt x="10790" y="101181"/>
                </a:lnTo>
                <a:lnTo>
                  <a:pt x="10790" y="101802"/>
                </a:lnTo>
                <a:lnTo>
                  <a:pt x="11108" y="102690"/>
                </a:lnTo>
                <a:lnTo>
                  <a:pt x="11108" y="103134"/>
                </a:lnTo>
                <a:lnTo>
                  <a:pt x="11108" y="103932"/>
                </a:lnTo>
                <a:lnTo>
                  <a:pt x="11108" y="104642"/>
                </a:lnTo>
                <a:lnTo>
                  <a:pt x="11584" y="105441"/>
                </a:lnTo>
                <a:lnTo>
                  <a:pt x="11584" y="105885"/>
                </a:lnTo>
                <a:lnTo>
                  <a:pt x="11584" y="106506"/>
                </a:lnTo>
                <a:lnTo>
                  <a:pt x="11584" y="107394"/>
                </a:lnTo>
                <a:lnTo>
                  <a:pt x="11584" y="108015"/>
                </a:lnTo>
                <a:lnTo>
                  <a:pt x="11901" y="108725"/>
                </a:lnTo>
                <a:lnTo>
                  <a:pt x="11901" y="109346"/>
                </a:lnTo>
                <a:lnTo>
                  <a:pt x="11901" y="110234"/>
                </a:lnTo>
                <a:lnTo>
                  <a:pt x="11901" y="110855"/>
                </a:lnTo>
                <a:lnTo>
                  <a:pt x="11901" y="111299"/>
                </a:lnTo>
                <a:lnTo>
                  <a:pt x="11901" y="112098"/>
                </a:lnTo>
                <a:lnTo>
                  <a:pt x="11901" y="112719"/>
                </a:lnTo>
                <a:lnTo>
                  <a:pt x="11901" y="113607"/>
                </a:lnTo>
                <a:lnTo>
                  <a:pt x="11901" y="114050"/>
                </a:lnTo>
                <a:lnTo>
                  <a:pt x="11901" y="114938"/>
                </a:lnTo>
                <a:lnTo>
                  <a:pt x="12377" y="115559"/>
                </a:lnTo>
                <a:lnTo>
                  <a:pt x="12377" y="116181"/>
                </a:lnTo>
                <a:lnTo>
                  <a:pt x="12377" y="116802"/>
                </a:lnTo>
                <a:lnTo>
                  <a:pt x="12377" y="117512"/>
                </a:lnTo>
                <a:lnTo>
                  <a:pt x="12694" y="118311"/>
                </a:lnTo>
                <a:lnTo>
                  <a:pt x="12694" y="119021"/>
                </a:lnTo>
                <a:lnTo>
                  <a:pt x="12694" y="119642"/>
                </a:lnTo>
                <a:lnTo>
                  <a:pt x="12694" y="120263"/>
                </a:lnTo>
                <a:lnTo>
                  <a:pt x="12694" y="120885"/>
                </a:lnTo>
                <a:lnTo>
                  <a:pt x="13170" y="121772"/>
                </a:lnTo>
                <a:lnTo>
                  <a:pt x="13170" y="122216"/>
                </a:lnTo>
                <a:lnTo>
                  <a:pt x="13170" y="123015"/>
                </a:lnTo>
                <a:lnTo>
                  <a:pt x="13170" y="123725"/>
                </a:lnTo>
                <a:lnTo>
                  <a:pt x="13170" y="124346"/>
                </a:lnTo>
                <a:lnTo>
                  <a:pt x="13488" y="124967"/>
                </a:lnTo>
                <a:lnTo>
                  <a:pt x="13488" y="125589"/>
                </a:lnTo>
                <a:lnTo>
                  <a:pt x="13488" y="126476"/>
                </a:lnTo>
                <a:lnTo>
                  <a:pt x="13488" y="127098"/>
                </a:lnTo>
                <a:lnTo>
                  <a:pt x="13488" y="127808"/>
                </a:lnTo>
                <a:lnTo>
                  <a:pt x="13805" y="128429"/>
                </a:lnTo>
                <a:lnTo>
                  <a:pt x="13805" y="129050"/>
                </a:lnTo>
                <a:lnTo>
                  <a:pt x="13805" y="129938"/>
                </a:lnTo>
                <a:lnTo>
                  <a:pt x="13805" y="130559"/>
                </a:lnTo>
              </a:path>
            </a:pathLst>
          </a:custGeom>
          <a:ln w="194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5956413" y="2871992"/>
            <a:ext cx="13488" cy="138103"/>
          </a:xfrm>
          <a:custGeom>
            <a:avLst/>
            <a:gdLst/>
            <a:ahLst/>
            <a:cxnLst/>
            <a:rect l="l" t="t" r="r" b="b"/>
            <a:pathLst>
              <a:path w="13488" h="138103">
                <a:moveTo>
                  <a:pt x="0" y="0"/>
                </a:moveTo>
                <a:lnTo>
                  <a:pt x="476" y="621"/>
                </a:lnTo>
                <a:lnTo>
                  <a:pt x="476" y="1331"/>
                </a:lnTo>
                <a:lnTo>
                  <a:pt x="476" y="2130"/>
                </a:lnTo>
                <a:lnTo>
                  <a:pt x="476" y="2751"/>
                </a:lnTo>
                <a:lnTo>
                  <a:pt x="476" y="3195"/>
                </a:lnTo>
                <a:lnTo>
                  <a:pt x="476" y="4082"/>
                </a:lnTo>
                <a:lnTo>
                  <a:pt x="476" y="4704"/>
                </a:lnTo>
                <a:lnTo>
                  <a:pt x="476" y="5591"/>
                </a:lnTo>
                <a:lnTo>
                  <a:pt x="476" y="6212"/>
                </a:lnTo>
                <a:lnTo>
                  <a:pt x="476" y="6834"/>
                </a:lnTo>
                <a:lnTo>
                  <a:pt x="793" y="7544"/>
                </a:lnTo>
                <a:lnTo>
                  <a:pt x="793" y="8165"/>
                </a:lnTo>
                <a:lnTo>
                  <a:pt x="793" y="8964"/>
                </a:lnTo>
                <a:lnTo>
                  <a:pt x="793" y="9674"/>
                </a:lnTo>
                <a:lnTo>
                  <a:pt x="793" y="10295"/>
                </a:lnTo>
                <a:lnTo>
                  <a:pt x="1269" y="10916"/>
                </a:lnTo>
                <a:lnTo>
                  <a:pt x="1269" y="11538"/>
                </a:lnTo>
                <a:lnTo>
                  <a:pt x="1269" y="12425"/>
                </a:lnTo>
                <a:lnTo>
                  <a:pt x="1269" y="13047"/>
                </a:lnTo>
                <a:lnTo>
                  <a:pt x="1586" y="13757"/>
                </a:lnTo>
                <a:lnTo>
                  <a:pt x="1586" y="14378"/>
                </a:lnTo>
                <a:lnTo>
                  <a:pt x="1586" y="14999"/>
                </a:lnTo>
                <a:lnTo>
                  <a:pt x="1586" y="15887"/>
                </a:lnTo>
                <a:lnTo>
                  <a:pt x="1586" y="16508"/>
                </a:lnTo>
                <a:lnTo>
                  <a:pt x="1904" y="17129"/>
                </a:lnTo>
                <a:lnTo>
                  <a:pt x="1904" y="17839"/>
                </a:lnTo>
                <a:lnTo>
                  <a:pt x="1904" y="18638"/>
                </a:lnTo>
                <a:lnTo>
                  <a:pt x="1904" y="19259"/>
                </a:lnTo>
                <a:lnTo>
                  <a:pt x="1904" y="19970"/>
                </a:lnTo>
                <a:lnTo>
                  <a:pt x="2380" y="20591"/>
                </a:lnTo>
                <a:lnTo>
                  <a:pt x="2380" y="21212"/>
                </a:lnTo>
                <a:lnTo>
                  <a:pt x="2380" y="22100"/>
                </a:lnTo>
                <a:lnTo>
                  <a:pt x="2380" y="22721"/>
                </a:lnTo>
                <a:lnTo>
                  <a:pt x="2380" y="23342"/>
                </a:lnTo>
                <a:lnTo>
                  <a:pt x="2380" y="24052"/>
                </a:lnTo>
                <a:lnTo>
                  <a:pt x="2380" y="24674"/>
                </a:lnTo>
                <a:lnTo>
                  <a:pt x="2380" y="25561"/>
                </a:lnTo>
                <a:lnTo>
                  <a:pt x="2380" y="26182"/>
                </a:lnTo>
                <a:lnTo>
                  <a:pt x="2697" y="26804"/>
                </a:lnTo>
                <a:lnTo>
                  <a:pt x="2697" y="27425"/>
                </a:lnTo>
                <a:lnTo>
                  <a:pt x="2697" y="28046"/>
                </a:lnTo>
                <a:lnTo>
                  <a:pt x="2697" y="28934"/>
                </a:lnTo>
                <a:lnTo>
                  <a:pt x="2697" y="29555"/>
                </a:lnTo>
                <a:lnTo>
                  <a:pt x="3173" y="30443"/>
                </a:lnTo>
                <a:lnTo>
                  <a:pt x="3173" y="30886"/>
                </a:lnTo>
                <a:lnTo>
                  <a:pt x="3173" y="31508"/>
                </a:lnTo>
                <a:lnTo>
                  <a:pt x="3173" y="32395"/>
                </a:lnTo>
                <a:lnTo>
                  <a:pt x="3173" y="33017"/>
                </a:lnTo>
                <a:lnTo>
                  <a:pt x="3491" y="33904"/>
                </a:lnTo>
                <a:lnTo>
                  <a:pt x="3491" y="34525"/>
                </a:lnTo>
                <a:lnTo>
                  <a:pt x="3491" y="35147"/>
                </a:lnTo>
                <a:lnTo>
                  <a:pt x="3491" y="35768"/>
                </a:lnTo>
                <a:lnTo>
                  <a:pt x="3491" y="36478"/>
                </a:lnTo>
                <a:lnTo>
                  <a:pt x="3967" y="37277"/>
                </a:lnTo>
                <a:lnTo>
                  <a:pt x="3967" y="37987"/>
                </a:lnTo>
                <a:lnTo>
                  <a:pt x="3967" y="38608"/>
                </a:lnTo>
                <a:lnTo>
                  <a:pt x="3967" y="39229"/>
                </a:lnTo>
                <a:lnTo>
                  <a:pt x="4284" y="39851"/>
                </a:lnTo>
                <a:lnTo>
                  <a:pt x="4284" y="40738"/>
                </a:lnTo>
                <a:lnTo>
                  <a:pt x="4284" y="41360"/>
                </a:lnTo>
                <a:lnTo>
                  <a:pt x="4284" y="42247"/>
                </a:lnTo>
                <a:lnTo>
                  <a:pt x="4284" y="42691"/>
                </a:lnTo>
                <a:lnTo>
                  <a:pt x="4601" y="43312"/>
                </a:lnTo>
                <a:lnTo>
                  <a:pt x="4601" y="44200"/>
                </a:lnTo>
                <a:lnTo>
                  <a:pt x="4601" y="44821"/>
                </a:lnTo>
                <a:lnTo>
                  <a:pt x="4601" y="45709"/>
                </a:lnTo>
                <a:lnTo>
                  <a:pt x="4601" y="46330"/>
                </a:lnTo>
                <a:lnTo>
                  <a:pt x="4601" y="46951"/>
                </a:lnTo>
                <a:lnTo>
                  <a:pt x="4601" y="47573"/>
                </a:lnTo>
                <a:lnTo>
                  <a:pt x="4601" y="48283"/>
                </a:lnTo>
                <a:lnTo>
                  <a:pt x="4601" y="49081"/>
                </a:lnTo>
                <a:lnTo>
                  <a:pt x="4601" y="49791"/>
                </a:lnTo>
                <a:lnTo>
                  <a:pt x="5077" y="50413"/>
                </a:lnTo>
                <a:lnTo>
                  <a:pt x="5077" y="51034"/>
                </a:lnTo>
                <a:lnTo>
                  <a:pt x="5077" y="51655"/>
                </a:lnTo>
                <a:lnTo>
                  <a:pt x="5077" y="52543"/>
                </a:lnTo>
                <a:lnTo>
                  <a:pt x="5395" y="53164"/>
                </a:lnTo>
                <a:lnTo>
                  <a:pt x="5395" y="54052"/>
                </a:lnTo>
                <a:lnTo>
                  <a:pt x="5395" y="54673"/>
                </a:lnTo>
                <a:lnTo>
                  <a:pt x="5395" y="55117"/>
                </a:lnTo>
                <a:lnTo>
                  <a:pt x="5395" y="56004"/>
                </a:lnTo>
                <a:lnTo>
                  <a:pt x="5871" y="56626"/>
                </a:lnTo>
                <a:lnTo>
                  <a:pt x="5871" y="57424"/>
                </a:lnTo>
                <a:lnTo>
                  <a:pt x="5871" y="58134"/>
                </a:lnTo>
                <a:lnTo>
                  <a:pt x="5871" y="58756"/>
                </a:lnTo>
                <a:lnTo>
                  <a:pt x="5871" y="59643"/>
                </a:lnTo>
                <a:lnTo>
                  <a:pt x="6188" y="59998"/>
                </a:lnTo>
                <a:lnTo>
                  <a:pt x="6188" y="60886"/>
                </a:lnTo>
                <a:lnTo>
                  <a:pt x="6188" y="61507"/>
                </a:lnTo>
                <a:lnTo>
                  <a:pt x="6188" y="62217"/>
                </a:lnTo>
                <a:lnTo>
                  <a:pt x="6188" y="63016"/>
                </a:lnTo>
                <a:lnTo>
                  <a:pt x="6506" y="63726"/>
                </a:lnTo>
                <a:lnTo>
                  <a:pt x="6506" y="64347"/>
                </a:lnTo>
                <a:lnTo>
                  <a:pt x="6506" y="64969"/>
                </a:lnTo>
                <a:lnTo>
                  <a:pt x="6506" y="65856"/>
                </a:lnTo>
                <a:lnTo>
                  <a:pt x="6506" y="66477"/>
                </a:lnTo>
                <a:lnTo>
                  <a:pt x="6506" y="67099"/>
                </a:lnTo>
                <a:lnTo>
                  <a:pt x="6506" y="67986"/>
                </a:lnTo>
                <a:lnTo>
                  <a:pt x="6506" y="68430"/>
                </a:lnTo>
                <a:lnTo>
                  <a:pt x="6506" y="69229"/>
                </a:lnTo>
                <a:lnTo>
                  <a:pt x="6982" y="69939"/>
                </a:lnTo>
                <a:lnTo>
                  <a:pt x="6982" y="70560"/>
                </a:lnTo>
                <a:lnTo>
                  <a:pt x="6982" y="71448"/>
                </a:lnTo>
                <a:lnTo>
                  <a:pt x="6982" y="72069"/>
                </a:lnTo>
                <a:lnTo>
                  <a:pt x="6982" y="72868"/>
                </a:lnTo>
                <a:lnTo>
                  <a:pt x="7299" y="73312"/>
                </a:lnTo>
                <a:lnTo>
                  <a:pt x="7299" y="73933"/>
                </a:lnTo>
                <a:lnTo>
                  <a:pt x="7299" y="74820"/>
                </a:lnTo>
                <a:lnTo>
                  <a:pt x="7299" y="75442"/>
                </a:lnTo>
                <a:lnTo>
                  <a:pt x="7299" y="76329"/>
                </a:lnTo>
                <a:lnTo>
                  <a:pt x="7775" y="76951"/>
                </a:lnTo>
                <a:lnTo>
                  <a:pt x="7775" y="77661"/>
                </a:lnTo>
                <a:lnTo>
                  <a:pt x="7775" y="78282"/>
                </a:lnTo>
                <a:lnTo>
                  <a:pt x="7775" y="78903"/>
                </a:lnTo>
                <a:lnTo>
                  <a:pt x="8093" y="79525"/>
                </a:lnTo>
                <a:lnTo>
                  <a:pt x="8093" y="80235"/>
                </a:lnTo>
                <a:lnTo>
                  <a:pt x="8093" y="81033"/>
                </a:lnTo>
                <a:lnTo>
                  <a:pt x="8093" y="81655"/>
                </a:lnTo>
                <a:lnTo>
                  <a:pt x="8093" y="82365"/>
                </a:lnTo>
                <a:lnTo>
                  <a:pt x="8410" y="82986"/>
                </a:lnTo>
                <a:lnTo>
                  <a:pt x="8410" y="83607"/>
                </a:lnTo>
                <a:lnTo>
                  <a:pt x="8410" y="84495"/>
                </a:lnTo>
                <a:lnTo>
                  <a:pt x="8410" y="85116"/>
                </a:lnTo>
                <a:lnTo>
                  <a:pt x="8410" y="86004"/>
                </a:lnTo>
                <a:lnTo>
                  <a:pt x="8886" y="86447"/>
                </a:lnTo>
                <a:lnTo>
                  <a:pt x="8886" y="87069"/>
                </a:lnTo>
                <a:lnTo>
                  <a:pt x="8886" y="87956"/>
                </a:lnTo>
                <a:lnTo>
                  <a:pt x="8886" y="88578"/>
                </a:lnTo>
                <a:lnTo>
                  <a:pt x="8886" y="89376"/>
                </a:lnTo>
                <a:lnTo>
                  <a:pt x="8886" y="90086"/>
                </a:lnTo>
                <a:lnTo>
                  <a:pt x="8886" y="90708"/>
                </a:lnTo>
                <a:lnTo>
                  <a:pt x="8886" y="91329"/>
                </a:lnTo>
                <a:lnTo>
                  <a:pt x="8886" y="91950"/>
                </a:lnTo>
                <a:lnTo>
                  <a:pt x="9203" y="92838"/>
                </a:lnTo>
                <a:lnTo>
                  <a:pt x="9203" y="93459"/>
                </a:lnTo>
                <a:lnTo>
                  <a:pt x="9203" y="94169"/>
                </a:lnTo>
                <a:lnTo>
                  <a:pt x="9203" y="94968"/>
                </a:lnTo>
                <a:lnTo>
                  <a:pt x="9203" y="95412"/>
                </a:lnTo>
                <a:lnTo>
                  <a:pt x="9679" y="96299"/>
                </a:lnTo>
                <a:lnTo>
                  <a:pt x="9679" y="96921"/>
                </a:lnTo>
                <a:lnTo>
                  <a:pt x="9679" y="97808"/>
                </a:lnTo>
                <a:lnTo>
                  <a:pt x="9679" y="98429"/>
                </a:lnTo>
                <a:lnTo>
                  <a:pt x="9679" y="99051"/>
                </a:lnTo>
                <a:lnTo>
                  <a:pt x="9997" y="99938"/>
                </a:lnTo>
                <a:lnTo>
                  <a:pt x="9997" y="100382"/>
                </a:lnTo>
                <a:lnTo>
                  <a:pt x="9997" y="101181"/>
                </a:lnTo>
                <a:lnTo>
                  <a:pt x="9997" y="101891"/>
                </a:lnTo>
                <a:lnTo>
                  <a:pt x="9997" y="102512"/>
                </a:lnTo>
                <a:lnTo>
                  <a:pt x="10473" y="103311"/>
                </a:lnTo>
                <a:lnTo>
                  <a:pt x="10473" y="104021"/>
                </a:lnTo>
                <a:lnTo>
                  <a:pt x="10473" y="104642"/>
                </a:lnTo>
                <a:lnTo>
                  <a:pt x="10473" y="105264"/>
                </a:lnTo>
                <a:lnTo>
                  <a:pt x="10790" y="105885"/>
                </a:lnTo>
                <a:lnTo>
                  <a:pt x="10790" y="106773"/>
                </a:lnTo>
                <a:lnTo>
                  <a:pt x="10790" y="107394"/>
                </a:lnTo>
                <a:lnTo>
                  <a:pt x="10790" y="108281"/>
                </a:lnTo>
                <a:lnTo>
                  <a:pt x="10790" y="108903"/>
                </a:lnTo>
                <a:lnTo>
                  <a:pt x="10790" y="109613"/>
                </a:lnTo>
                <a:lnTo>
                  <a:pt x="10790" y="110234"/>
                </a:lnTo>
                <a:lnTo>
                  <a:pt x="10790" y="110855"/>
                </a:lnTo>
                <a:lnTo>
                  <a:pt x="10790" y="111743"/>
                </a:lnTo>
                <a:lnTo>
                  <a:pt x="10790" y="112364"/>
                </a:lnTo>
                <a:lnTo>
                  <a:pt x="11108" y="112985"/>
                </a:lnTo>
                <a:lnTo>
                  <a:pt x="11108" y="113607"/>
                </a:lnTo>
                <a:lnTo>
                  <a:pt x="11108" y="114317"/>
                </a:lnTo>
                <a:lnTo>
                  <a:pt x="11108" y="115116"/>
                </a:lnTo>
                <a:lnTo>
                  <a:pt x="11108" y="115826"/>
                </a:lnTo>
                <a:lnTo>
                  <a:pt x="11584" y="116624"/>
                </a:lnTo>
                <a:lnTo>
                  <a:pt x="11584" y="117334"/>
                </a:lnTo>
                <a:lnTo>
                  <a:pt x="11584" y="117689"/>
                </a:lnTo>
                <a:lnTo>
                  <a:pt x="11584" y="118577"/>
                </a:lnTo>
                <a:lnTo>
                  <a:pt x="11901" y="119198"/>
                </a:lnTo>
                <a:lnTo>
                  <a:pt x="11901" y="120086"/>
                </a:lnTo>
                <a:lnTo>
                  <a:pt x="11901" y="120707"/>
                </a:lnTo>
                <a:lnTo>
                  <a:pt x="11901" y="121328"/>
                </a:lnTo>
                <a:lnTo>
                  <a:pt x="11901" y="122216"/>
                </a:lnTo>
                <a:lnTo>
                  <a:pt x="12377" y="122660"/>
                </a:lnTo>
                <a:lnTo>
                  <a:pt x="12377" y="123547"/>
                </a:lnTo>
                <a:lnTo>
                  <a:pt x="12377" y="124169"/>
                </a:lnTo>
                <a:lnTo>
                  <a:pt x="12377" y="124790"/>
                </a:lnTo>
                <a:lnTo>
                  <a:pt x="12377" y="125677"/>
                </a:lnTo>
                <a:lnTo>
                  <a:pt x="12694" y="126299"/>
                </a:lnTo>
                <a:lnTo>
                  <a:pt x="12694" y="126920"/>
                </a:lnTo>
                <a:lnTo>
                  <a:pt x="12694" y="127541"/>
                </a:lnTo>
                <a:lnTo>
                  <a:pt x="12694" y="128429"/>
                </a:lnTo>
                <a:lnTo>
                  <a:pt x="12694" y="129050"/>
                </a:lnTo>
                <a:lnTo>
                  <a:pt x="13012" y="129760"/>
                </a:lnTo>
                <a:lnTo>
                  <a:pt x="13012" y="130559"/>
                </a:lnTo>
                <a:lnTo>
                  <a:pt x="13012" y="131003"/>
                </a:lnTo>
                <a:lnTo>
                  <a:pt x="13012" y="131890"/>
                </a:lnTo>
                <a:lnTo>
                  <a:pt x="13012" y="132512"/>
                </a:lnTo>
                <a:lnTo>
                  <a:pt x="13012" y="133133"/>
                </a:lnTo>
                <a:lnTo>
                  <a:pt x="13012" y="134020"/>
                </a:lnTo>
                <a:lnTo>
                  <a:pt x="13012" y="134642"/>
                </a:lnTo>
                <a:lnTo>
                  <a:pt x="13012" y="135263"/>
                </a:lnTo>
                <a:lnTo>
                  <a:pt x="13488" y="135973"/>
                </a:lnTo>
                <a:lnTo>
                  <a:pt x="13488" y="136594"/>
                </a:lnTo>
                <a:lnTo>
                  <a:pt x="13488" y="137482"/>
                </a:lnTo>
                <a:lnTo>
                  <a:pt x="13488" y="138103"/>
                </a:lnTo>
              </a:path>
            </a:pathLst>
          </a:custGeom>
          <a:ln w="194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5969901" y="3010095"/>
            <a:ext cx="13805" cy="133754"/>
          </a:xfrm>
          <a:custGeom>
            <a:avLst/>
            <a:gdLst/>
            <a:ahLst/>
            <a:cxnLst/>
            <a:rect l="l" t="t" r="r" b="b"/>
            <a:pathLst>
              <a:path w="13805" h="133754">
                <a:moveTo>
                  <a:pt x="0" y="0"/>
                </a:moveTo>
                <a:lnTo>
                  <a:pt x="0" y="621"/>
                </a:lnTo>
                <a:lnTo>
                  <a:pt x="317" y="1242"/>
                </a:lnTo>
                <a:lnTo>
                  <a:pt x="317" y="2130"/>
                </a:lnTo>
                <a:lnTo>
                  <a:pt x="317" y="2751"/>
                </a:lnTo>
                <a:lnTo>
                  <a:pt x="317" y="3461"/>
                </a:lnTo>
                <a:lnTo>
                  <a:pt x="317" y="4260"/>
                </a:lnTo>
                <a:lnTo>
                  <a:pt x="793" y="4704"/>
                </a:lnTo>
                <a:lnTo>
                  <a:pt x="793" y="5591"/>
                </a:lnTo>
                <a:lnTo>
                  <a:pt x="793" y="6212"/>
                </a:lnTo>
                <a:lnTo>
                  <a:pt x="793" y="6834"/>
                </a:lnTo>
                <a:lnTo>
                  <a:pt x="1110" y="7721"/>
                </a:lnTo>
                <a:lnTo>
                  <a:pt x="1110" y="8343"/>
                </a:lnTo>
                <a:lnTo>
                  <a:pt x="1110" y="8964"/>
                </a:lnTo>
                <a:lnTo>
                  <a:pt x="1110" y="9674"/>
                </a:lnTo>
                <a:lnTo>
                  <a:pt x="1110" y="10295"/>
                </a:lnTo>
                <a:lnTo>
                  <a:pt x="1586" y="11094"/>
                </a:lnTo>
                <a:lnTo>
                  <a:pt x="1586" y="11804"/>
                </a:lnTo>
                <a:lnTo>
                  <a:pt x="1586" y="12425"/>
                </a:lnTo>
                <a:lnTo>
                  <a:pt x="1586" y="13047"/>
                </a:lnTo>
                <a:lnTo>
                  <a:pt x="1586" y="13934"/>
                </a:lnTo>
                <a:lnTo>
                  <a:pt x="1586" y="14555"/>
                </a:lnTo>
                <a:lnTo>
                  <a:pt x="1586" y="15177"/>
                </a:lnTo>
                <a:lnTo>
                  <a:pt x="1586" y="15887"/>
                </a:lnTo>
                <a:lnTo>
                  <a:pt x="1586" y="16508"/>
                </a:lnTo>
                <a:lnTo>
                  <a:pt x="1586" y="17396"/>
                </a:lnTo>
                <a:lnTo>
                  <a:pt x="1904" y="18017"/>
                </a:lnTo>
                <a:lnTo>
                  <a:pt x="1904" y="18638"/>
                </a:lnTo>
                <a:lnTo>
                  <a:pt x="1904" y="19526"/>
                </a:lnTo>
                <a:lnTo>
                  <a:pt x="1904" y="19970"/>
                </a:lnTo>
                <a:lnTo>
                  <a:pt x="2221" y="20768"/>
                </a:lnTo>
                <a:lnTo>
                  <a:pt x="2221" y="21390"/>
                </a:lnTo>
                <a:lnTo>
                  <a:pt x="2221" y="22100"/>
                </a:lnTo>
                <a:lnTo>
                  <a:pt x="2221" y="22898"/>
                </a:lnTo>
                <a:lnTo>
                  <a:pt x="2221" y="23342"/>
                </a:lnTo>
                <a:lnTo>
                  <a:pt x="2697" y="24230"/>
                </a:lnTo>
                <a:lnTo>
                  <a:pt x="2697" y="24851"/>
                </a:lnTo>
                <a:lnTo>
                  <a:pt x="2697" y="25739"/>
                </a:lnTo>
                <a:lnTo>
                  <a:pt x="2697" y="26360"/>
                </a:lnTo>
                <a:lnTo>
                  <a:pt x="2697" y="26804"/>
                </a:lnTo>
                <a:lnTo>
                  <a:pt x="3015" y="27691"/>
                </a:lnTo>
                <a:lnTo>
                  <a:pt x="3015" y="28313"/>
                </a:lnTo>
                <a:lnTo>
                  <a:pt x="3015" y="29111"/>
                </a:lnTo>
                <a:lnTo>
                  <a:pt x="3015" y="29821"/>
                </a:lnTo>
                <a:lnTo>
                  <a:pt x="3015" y="30443"/>
                </a:lnTo>
                <a:lnTo>
                  <a:pt x="3491" y="31064"/>
                </a:lnTo>
                <a:lnTo>
                  <a:pt x="3491" y="31685"/>
                </a:lnTo>
                <a:lnTo>
                  <a:pt x="3491" y="32573"/>
                </a:lnTo>
                <a:lnTo>
                  <a:pt x="3491" y="33017"/>
                </a:lnTo>
                <a:lnTo>
                  <a:pt x="3808" y="33904"/>
                </a:lnTo>
                <a:lnTo>
                  <a:pt x="3808" y="34525"/>
                </a:lnTo>
                <a:lnTo>
                  <a:pt x="3808" y="35147"/>
                </a:lnTo>
                <a:lnTo>
                  <a:pt x="3808" y="36034"/>
                </a:lnTo>
                <a:lnTo>
                  <a:pt x="3808" y="36478"/>
                </a:lnTo>
                <a:lnTo>
                  <a:pt x="3808" y="37277"/>
                </a:lnTo>
                <a:lnTo>
                  <a:pt x="3808" y="37898"/>
                </a:lnTo>
                <a:lnTo>
                  <a:pt x="3808" y="38786"/>
                </a:lnTo>
                <a:lnTo>
                  <a:pt x="3808" y="39229"/>
                </a:lnTo>
                <a:lnTo>
                  <a:pt x="3808" y="39851"/>
                </a:lnTo>
                <a:lnTo>
                  <a:pt x="4125" y="40738"/>
                </a:lnTo>
                <a:lnTo>
                  <a:pt x="4125" y="41360"/>
                </a:lnTo>
                <a:lnTo>
                  <a:pt x="4125" y="42247"/>
                </a:lnTo>
                <a:lnTo>
                  <a:pt x="4125" y="42691"/>
                </a:lnTo>
                <a:lnTo>
                  <a:pt x="4125" y="43490"/>
                </a:lnTo>
                <a:lnTo>
                  <a:pt x="4601" y="44200"/>
                </a:lnTo>
                <a:lnTo>
                  <a:pt x="4601" y="44821"/>
                </a:lnTo>
                <a:lnTo>
                  <a:pt x="4601" y="45442"/>
                </a:lnTo>
                <a:lnTo>
                  <a:pt x="4601" y="46064"/>
                </a:lnTo>
                <a:lnTo>
                  <a:pt x="4919" y="46951"/>
                </a:lnTo>
                <a:lnTo>
                  <a:pt x="4919" y="47573"/>
                </a:lnTo>
                <a:lnTo>
                  <a:pt x="4919" y="48194"/>
                </a:lnTo>
                <a:lnTo>
                  <a:pt x="4919" y="48904"/>
                </a:lnTo>
                <a:lnTo>
                  <a:pt x="4919" y="49525"/>
                </a:lnTo>
                <a:lnTo>
                  <a:pt x="5395" y="50413"/>
                </a:lnTo>
                <a:lnTo>
                  <a:pt x="5395" y="51034"/>
                </a:lnTo>
                <a:lnTo>
                  <a:pt x="5395" y="51655"/>
                </a:lnTo>
                <a:lnTo>
                  <a:pt x="5395" y="52277"/>
                </a:lnTo>
                <a:lnTo>
                  <a:pt x="5395" y="52987"/>
                </a:lnTo>
                <a:lnTo>
                  <a:pt x="5712" y="53785"/>
                </a:lnTo>
                <a:lnTo>
                  <a:pt x="5712" y="54229"/>
                </a:lnTo>
                <a:lnTo>
                  <a:pt x="5712" y="55117"/>
                </a:lnTo>
                <a:lnTo>
                  <a:pt x="5712" y="55738"/>
                </a:lnTo>
                <a:lnTo>
                  <a:pt x="5712" y="56359"/>
                </a:lnTo>
                <a:lnTo>
                  <a:pt x="5712" y="56981"/>
                </a:lnTo>
                <a:lnTo>
                  <a:pt x="5712" y="57691"/>
                </a:lnTo>
                <a:lnTo>
                  <a:pt x="5712" y="58489"/>
                </a:lnTo>
                <a:lnTo>
                  <a:pt x="5712" y="59200"/>
                </a:lnTo>
                <a:lnTo>
                  <a:pt x="6188" y="59821"/>
                </a:lnTo>
                <a:lnTo>
                  <a:pt x="6188" y="60442"/>
                </a:lnTo>
                <a:lnTo>
                  <a:pt x="6188" y="61063"/>
                </a:lnTo>
                <a:lnTo>
                  <a:pt x="6188" y="61773"/>
                </a:lnTo>
                <a:lnTo>
                  <a:pt x="6188" y="62395"/>
                </a:lnTo>
                <a:lnTo>
                  <a:pt x="6506" y="63282"/>
                </a:lnTo>
                <a:lnTo>
                  <a:pt x="6506" y="63904"/>
                </a:lnTo>
                <a:lnTo>
                  <a:pt x="6506" y="64525"/>
                </a:lnTo>
                <a:lnTo>
                  <a:pt x="6506" y="65146"/>
                </a:lnTo>
                <a:lnTo>
                  <a:pt x="6506" y="65856"/>
                </a:lnTo>
                <a:lnTo>
                  <a:pt x="6823" y="66655"/>
                </a:lnTo>
                <a:lnTo>
                  <a:pt x="6823" y="67099"/>
                </a:lnTo>
                <a:lnTo>
                  <a:pt x="6823" y="67986"/>
                </a:lnTo>
                <a:lnTo>
                  <a:pt x="6823" y="68608"/>
                </a:lnTo>
                <a:lnTo>
                  <a:pt x="6823" y="69229"/>
                </a:lnTo>
                <a:lnTo>
                  <a:pt x="7299" y="69850"/>
                </a:lnTo>
                <a:lnTo>
                  <a:pt x="7299" y="70560"/>
                </a:lnTo>
                <a:lnTo>
                  <a:pt x="7299" y="71359"/>
                </a:lnTo>
                <a:lnTo>
                  <a:pt x="7299" y="71803"/>
                </a:lnTo>
                <a:lnTo>
                  <a:pt x="7616" y="72690"/>
                </a:lnTo>
                <a:lnTo>
                  <a:pt x="7616" y="73312"/>
                </a:lnTo>
                <a:lnTo>
                  <a:pt x="7616" y="73933"/>
                </a:lnTo>
                <a:lnTo>
                  <a:pt x="7616" y="74643"/>
                </a:lnTo>
                <a:lnTo>
                  <a:pt x="7616" y="75264"/>
                </a:lnTo>
                <a:lnTo>
                  <a:pt x="7616" y="76063"/>
                </a:lnTo>
                <a:lnTo>
                  <a:pt x="7616" y="76507"/>
                </a:lnTo>
                <a:lnTo>
                  <a:pt x="7616" y="77394"/>
                </a:lnTo>
                <a:lnTo>
                  <a:pt x="7616" y="78016"/>
                </a:lnTo>
                <a:lnTo>
                  <a:pt x="7616" y="78637"/>
                </a:lnTo>
                <a:lnTo>
                  <a:pt x="8093" y="79347"/>
                </a:lnTo>
                <a:lnTo>
                  <a:pt x="8093" y="79968"/>
                </a:lnTo>
                <a:lnTo>
                  <a:pt x="8093" y="80590"/>
                </a:lnTo>
                <a:lnTo>
                  <a:pt x="8093" y="81211"/>
                </a:lnTo>
                <a:lnTo>
                  <a:pt x="8093" y="82098"/>
                </a:lnTo>
                <a:lnTo>
                  <a:pt x="8410" y="82720"/>
                </a:lnTo>
                <a:lnTo>
                  <a:pt x="8410" y="83430"/>
                </a:lnTo>
                <a:lnTo>
                  <a:pt x="8410" y="84051"/>
                </a:lnTo>
                <a:lnTo>
                  <a:pt x="8410" y="84672"/>
                </a:lnTo>
                <a:lnTo>
                  <a:pt x="8727" y="85294"/>
                </a:lnTo>
                <a:lnTo>
                  <a:pt x="8727" y="86004"/>
                </a:lnTo>
                <a:lnTo>
                  <a:pt x="8727" y="86803"/>
                </a:lnTo>
                <a:lnTo>
                  <a:pt x="8727" y="87246"/>
                </a:lnTo>
                <a:lnTo>
                  <a:pt x="8727" y="88134"/>
                </a:lnTo>
                <a:lnTo>
                  <a:pt x="9203" y="88755"/>
                </a:lnTo>
                <a:lnTo>
                  <a:pt x="9203" y="89376"/>
                </a:lnTo>
                <a:lnTo>
                  <a:pt x="9203" y="90086"/>
                </a:lnTo>
                <a:lnTo>
                  <a:pt x="9203" y="90708"/>
                </a:lnTo>
                <a:lnTo>
                  <a:pt x="9203" y="91329"/>
                </a:lnTo>
                <a:lnTo>
                  <a:pt x="9521" y="91950"/>
                </a:lnTo>
                <a:lnTo>
                  <a:pt x="9521" y="92838"/>
                </a:lnTo>
                <a:lnTo>
                  <a:pt x="9521" y="93282"/>
                </a:lnTo>
                <a:lnTo>
                  <a:pt x="9521" y="94080"/>
                </a:lnTo>
                <a:lnTo>
                  <a:pt x="9521" y="94791"/>
                </a:lnTo>
                <a:lnTo>
                  <a:pt x="9997" y="95412"/>
                </a:lnTo>
                <a:lnTo>
                  <a:pt x="9997" y="96033"/>
                </a:lnTo>
                <a:lnTo>
                  <a:pt x="9997" y="96654"/>
                </a:lnTo>
                <a:lnTo>
                  <a:pt x="9997" y="97364"/>
                </a:lnTo>
                <a:lnTo>
                  <a:pt x="9997" y="97986"/>
                </a:lnTo>
                <a:lnTo>
                  <a:pt x="9997" y="98607"/>
                </a:lnTo>
                <a:lnTo>
                  <a:pt x="9997" y="99228"/>
                </a:lnTo>
                <a:lnTo>
                  <a:pt x="9997" y="100116"/>
                </a:lnTo>
                <a:lnTo>
                  <a:pt x="9997" y="100560"/>
                </a:lnTo>
                <a:lnTo>
                  <a:pt x="10314" y="101181"/>
                </a:lnTo>
                <a:lnTo>
                  <a:pt x="10314" y="102068"/>
                </a:lnTo>
                <a:lnTo>
                  <a:pt x="10314" y="102512"/>
                </a:lnTo>
                <a:lnTo>
                  <a:pt x="10314" y="103311"/>
                </a:lnTo>
                <a:lnTo>
                  <a:pt x="10314" y="104021"/>
                </a:lnTo>
                <a:lnTo>
                  <a:pt x="10631" y="104642"/>
                </a:lnTo>
                <a:lnTo>
                  <a:pt x="10631" y="105264"/>
                </a:lnTo>
                <a:lnTo>
                  <a:pt x="10631" y="105885"/>
                </a:lnTo>
                <a:lnTo>
                  <a:pt x="10631" y="106595"/>
                </a:lnTo>
                <a:lnTo>
                  <a:pt x="10631" y="107216"/>
                </a:lnTo>
                <a:lnTo>
                  <a:pt x="11108" y="107838"/>
                </a:lnTo>
                <a:lnTo>
                  <a:pt x="11108" y="108459"/>
                </a:lnTo>
                <a:lnTo>
                  <a:pt x="11108" y="109346"/>
                </a:lnTo>
                <a:lnTo>
                  <a:pt x="11108" y="109790"/>
                </a:lnTo>
                <a:lnTo>
                  <a:pt x="11425" y="110589"/>
                </a:lnTo>
                <a:lnTo>
                  <a:pt x="11425" y="111033"/>
                </a:lnTo>
                <a:lnTo>
                  <a:pt x="11425" y="111920"/>
                </a:lnTo>
                <a:lnTo>
                  <a:pt x="11425" y="112542"/>
                </a:lnTo>
                <a:lnTo>
                  <a:pt x="11425" y="112985"/>
                </a:lnTo>
                <a:lnTo>
                  <a:pt x="11901" y="113873"/>
                </a:lnTo>
                <a:lnTo>
                  <a:pt x="11901" y="114317"/>
                </a:lnTo>
                <a:lnTo>
                  <a:pt x="11901" y="115116"/>
                </a:lnTo>
                <a:lnTo>
                  <a:pt x="11901" y="115737"/>
                </a:lnTo>
                <a:lnTo>
                  <a:pt x="11901" y="116447"/>
                </a:lnTo>
                <a:lnTo>
                  <a:pt x="11901" y="117068"/>
                </a:lnTo>
                <a:lnTo>
                  <a:pt x="11901" y="117689"/>
                </a:lnTo>
                <a:lnTo>
                  <a:pt x="11901" y="118311"/>
                </a:lnTo>
                <a:lnTo>
                  <a:pt x="11901" y="119021"/>
                </a:lnTo>
                <a:lnTo>
                  <a:pt x="11901" y="119642"/>
                </a:lnTo>
                <a:lnTo>
                  <a:pt x="12218" y="120263"/>
                </a:lnTo>
                <a:lnTo>
                  <a:pt x="12218" y="120885"/>
                </a:lnTo>
                <a:lnTo>
                  <a:pt x="12218" y="121595"/>
                </a:lnTo>
                <a:lnTo>
                  <a:pt x="12218" y="122216"/>
                </a:lnTo>
                <a:lnTo>
                  <a:pt x="12218" y="122837"/>
                </a:lnTo>
                <a:lnTo>
                  <a:pt x="12694" y="123725"/>
                </a:lnTo>
                <a:lnTo>
                  <a:pt x="12694" y="124169"/>
                </a:lnTo>
                <a:lnTo>
                  <a:pt x="12694" y="124967"/>
                </a:lnTo>
                <a:lnTo>
                  <a:pt x="12694" y="125411"/>
                </a:lnTo>
                <a:lnTo>
                  <a:pt x="13012" y="126032"/>
                </a:lnTo>
                <a:lnTo>
                  <a:pt x="13012" y="126743"/>
                </a:lnTo>
                <a:lnTo>
                  <a:pt x="13012" y="127364"/>
                </a:lnTo>
                <a:lnTo>
                  <a:pt x="13012" y="127985"/>
                </a:lnTo>
                <a:lnTo>
                  <a:pt x="13012" y="128606"/>
                </a:lnTo>
                <a:lnTo>
                  <a:pt x="13329" y="129494"/>
                </a:lnTo>
                <a:lnTo>
                  <a:pt x="13329" y="129938"/>
                </a:lnTo>
                <a:lnTo>
                  <a:pt x="13329" y="130825"/>
                </a:lnTo>
                <a:lnTo>
                  <a:pt x="13329" y="131180"/>
                </a:lnTo>
                <a:lnTo>
                  <a:pt x="13329" y="132068"/>
                </a:lnTo>
                <a:lnTo>
                  <a:pt x="13805" y="132512"/>
                </a:lnTo>
                <a:lnTo>
                  <a:pt x="13805" y="133133"/>
                </a:lnTo>
                <a:lnTo>
                  <a:pt x="13805" y="133754"/>
                </a:lnTo>
              </a:path>
            </a:pathLst>
          </a:custGeom>
          <a:ln w="1945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5983707" y="3143850"/>
            <a:ext cx="13329" cy="117068"/>
          </a:xfrm>
          <a:custGeom>
            <a:avLst/>
            <a:gdLst/>
            <a:ahLst/>
            <a:cxnLst/>
            <a:rect l="l" t="t" r="r" b="b"/>
            <a:pathLst>
              <a:path w="13329" h="117068">
                <a:moveTo>
                  <a:pt x="0" y="0"/>
                </a:moveTo>
                <a:lnTo>
                  <a:pt x="0" y="710"/>
                </a:lnTo>
                <a:lnTo>
                  <a:pt x="0" y="1331"/>
                </a:lnTo>
                <a:lnTo>
                  <a:pt x="317" y="1952"/>
                </a:lnTo>
                <a:lnTo>
                  <a:pt x="317" y="2573"/>
                </a:lnTo>
                <a:lnTo>
                  <a:pt x="317" y="3283"/>
                </a:lnTo>
                <a:lnTo>
                  <a:pt x="317" y="3905"/>
                </a:lnTo>
                <a:lnTo>
                  <a:pt x="317" y="4526"/>
                </a:lnTo>
                <a:lnTo>
                  <a:pt x="317" y="5147"/>
                </a:lnTo>
                <a:lnTo>
                  <a:pt x="317" y="5857"/>
                </a:lnTo>
                <a:lnTo>
                  <a:pt x="317" y="6479"/>
                </a:lnTo>
                <a:lnTo>
                  <a:pt x="317" y="7100"/>
                </a:lnTo>
                <a:lnTo>
                  <a:pt x="793" y="7721"/>
                </a:lnTo>
                <a:lnTo>
                  <a:pt x="793" y="8431"/>
                </a:lnTo>
                <a:lnTo>
                  <a:pt x="793" y="8786"/>
                </a:lnTo>
                <a:lnTo>
                  <a:pt x="793" y="9674"/>
                </a:lnTo>
                <a:lnTo>
                  <a:pt x="793" y="10118"/>
                </a:lnTo>
                <a:lnTo>
                  <a:pt x="1110" y="11005"/>
                </a:lnTo>
                <a:lnTo>
                  <a:pt x="1110" y="11360"/>
                </a:lnTo>
                <a:lnTo>
                  <a:pt x="1110" y="12248"/>
                </a:lnTo>
                <a:lnTo>
                  <a:pt x="1110" y="12692"/>
                </a:lnTo>
                <a:lnTo>
                  <a:pt x="1110" y="13579"/>
                </a:lnTo>
                <a:lnTo>
                  <a:pt x="1428" y="13934"/>
                </a:lnTo>
                <a:lnTo>
                  <a:pt x="1428" y="14822"/>
                </a:lnTo>
                <a:lnTo>
                  <a:pt x="1428" y="15265"/>
                </a:lnTo>
                <a:lnTo>
                  <a:pt x="1428" y="15887"/>
                </a:lnTo>
                <a:lnTo>
                  <a:pt x="1904" y="16508"/>
                </a:lnTo>
                <a:lnTo>
                  <a:pt x="1904" y="17218"/>
                </a:lnTo>
                <a:lnTo>
                  <a:pt x="1904" y="17839"/>
                </a:lnTo>
                <a:lnTo>
                  <a:pt x="1904" y="18461"/>
                </a:lnTo>
                <a:lnTo>
                  <a:pt x="1904" y="19082"/>
                </a:lnTo>
                <a:lnTo>
                  <a:pt x="2221" y="19526"/>
                </a:lnTo>
                <a:lnTo>
                  <a:pt x="2221" y="20413"/>
                </a:lnTo>
                <a:lnTo>
                  <a:pt x="2221" y="20857"/>
                </a:lnTo>
                <a:lnTo>
                  <a:pt x="2221" y="21656"/>
                </a:lnTo>
                <a:lnTo>
                  <a:pt x="2221" y="22100"/>
                </a:lnTo>
                <a:lnTo>
                  <a:pt x="2221" y="22987"/>
                </a:lnTo>
                <a:lnTo>
                  <a:pt x="2221" y="23431"/>
                </a:lnTo>
                <a:lnTo>
                  <a:pt x="2221" y="24230"/>
                </a:lnTo>
                <a:lnTo>
                  <a:pt x="2221" y="24674"/>
                </a:lnTo>
                <a:lnTo>
                  <a:pt x="2221" y="25295"/>
                </a:lnTo>
                <a:lnTo>
                  <a:pt x="2697" y="26005"/>
                </a:lnTo>
                <a:lnTo>
                  <a:pt x="2697" y="26626"/>
                </a:lnTo>
                <a:lnTo>
                  <a:pt x="2697" y="27247"/>
                </a:lnTo>
                <a:lnTo>
                  <a:pt x="2697" y="27691"/>
                </a:lnTo>
                <a:lnTo>
                  <a:pt x="3015" y="28579"/>
                </a:lnTo>
                <a:lnTo>
                  <a:pt x="3015" y="29023"/>
                </a:lnTo>
                <a:lnTo>
                  <a:pt x="3015" y="29644"/>
                </a:lnTo>
                <a:lnTo>
                  <a:pt x="3015" y="30265"/>
                </a:lnTo>
                <a:lnTo>
                  <a:pt x="3015" y="30886"/>
                </a:lnTo>
                <a:lnTo>
                  <a:pt x="3491" y="31597"/>
                </a:lnTo>
                <a:lnTo>
                  <a:pt x="3491" y="32218"/>
                </a:lnTo>
                <a:lnTo>
                  <a:pt x="3491" y="32662"/>
                </a:lnTo>
                <a:lnTo>
                  <a:pt x="3491" y="33460"/>
                </a:lnTo>
                <a:lnTo>
                  <a:pt x="3491" y="33904"/>
                </a:lnTo>
                <a:lnTo>
                  <a:pt x="3808" y="34792"/>
                </a:lnTo>
                <a:lnTo>
                  <a:pt x="3808" y="35235"/>
                </a:lnTo>
                <a:lnTo>
                  <a:pt x="3808" y="35857"/>
                </a:lnTo>
                <a:lnTo>
                  <a:pt x="3808" y="36478"/>
                </a:lnTo>
                <a:lnTo>
                  <a:pt x="3808" y="37099"/>
                </a:lnTo>
                <a:lnTo>
                  <a:pt x="4125" y="37543"/>
                </a:lnTo>
                <a:lnTo>
                  <a:pt x="4125" y="38431"/>
                </a:lnTo>
                <a:lnTo>
                  <a:pt x="4125" y="38874"/>
                </a:lnTo>
                <a:lnTo>
                  <a:pt x="4125" y="39496"/>
                </a:lnTo>
                <a:lnTo>
                  <a:pt x="4601" y="40117"/>
                </a:lnTo>
                <a:lnTo>
                  <a:pt x="4601" y="40738"/>
                </a:lnTo>
                <a:lnTo>
                  <a:pt x="4601" y="41448"/>
                </a:lnTo>
                <a:lnTo>
                  <a:pt x="4601" y="41803"/>
                </a:lnTo>
                <a:lnTo>
                  <a:pt x="4601" y="42513"/>
                </a:lnTo>
                <a:lnTo>
                  <a:pt x="4601" y="43135"/>
                </a:lnTo>
                <a:lnTo>
                  <a:pt x="4601" y="43756"/>
                </a:lnTo>
                <a:lnTo>
                  <a:pt x="4601" y="44200"/>
                </a:lnTo>
                <a:lnTo>
                  <a:pt x="4601" y="45087"/>
                </a:lnTo>
                <a:lnTo>
                  <a:pt x="4601" y="45531"/>
                </a:lnTo>
                <a:lnTo>
                  <a:pt x="4919" y="46152"/>
                </a:lnTo>
                <a:lnTo>
                  <a:pt x="4919" y="46774"/>
                </a:lnTo>
                <a:lnTo>
                  <a:pt x="4919" y="47395"/>
                </a:lnTo>
                <a:lnTo>
                  <a:pt x="4919" y="47839"/>
                </a:lnTo>
                <a:lnTo>
                  <a:pt x="4919" y="48726"/>
                </a:lnTo>
                <a:lnTo>
                  <a:pt x="5395" y="49170"/>
                </a:lnTo>
                <a:lnTo>
                  <a:pt x="5395" y="49791"/>
                </a:lnTo>
                <a:lnTo>
                  <a:pt x="5395" y="50413"/>
                </a:lnTo>
                <a:lnTo>
                  <a:pt x="5395" y="51034"/>
                </a:lnTo>
                <a:lnTo>
                  <a:pt x="5712" y="51478"/>
                </a:lnTo>
                <a:lnTo>
                  <a:pt x="5712" y="52099"/>
                </a:lnTo>
                <a:lnTo>
                  <a:pt x="5712" y="52809"/>
                </a:lnTo>
                <a:lnTo>
                  <a:pt x="5712" y="53430"/>
                </a:lnTo>
                <a:lnTo>
                  <a:pt x="5712" y="53874"/>
                </a:lnTo>
                <a:lnTo>
                  <a:pt x="6030" y="54673"/>
                </a:lnTo>
                <a:lnTo>
                  <a:pt x="6030" y="55117"/>
                </a:lnTo>
                <a:lnTo>
                  <a:pt x="6030" y="55738"/>
                </a:lnTo>
                <a:lnTo>
                  <a:pt x="6030" y="56448"/>
                </a:lnTo>
                <a:lnTo>
                  <a:pt x="6030" y="57069"/>
                </a:lnTo>
                <a:lnTo>
                  <a:pt x="6506" y="57513"/>
                </a:lnTo>
                <a:lnTo>
                  <a:pt x="6506" y="58134"/>
                </a:lnTo>
                <a:lnTo>
                  <a:pt x="6506" y="58756"/>
                </a:lnTo>
                <a:lnTo>
                  <a:pt x="6506" y="59466"/>
                </a:lnTo>
                <a:lnTo>
                  <a:pt x="6506" y="59821"/>
                </a:lnTo>
                <a:lnTo>
                  <a:pt x="6506" y="60531"/>
                </a:lnTo>
                <a:lnTo>
                  <a:pt x="6506" y="61152"/>
                </a:lnTo>
                <a:lnTo>
                  <a:pt x="6506" y="61773"/>
                </a:lnTo>
                <a:lnTo>
                  <a:pt x="6506" y="62217"/>
                </a:lnTo>
                <a:lnTo>
                  <a:pt x="6823" y="62838"/>
                </a:lnTo>
                <a:lnTo>
                  <a:pt x="6823" y="63460"/>
                </a:lnTo>
                <a:lnTo>
                  <a:pt x="6823" y="64170"/>
                </a:lnTo>
                <a:lnTo>
                  <a:pt x="6823" y="64614"/>
                </a:lnTo>
                <a:lnTo>
                  <a:pt x="6823" y="65235"/>
                </a:lnTo>
                <a:lnTo>
                  <a:pt x="7299" y="65856"/>
                </a:lnTo>
                <a:lnTo>
                  <a:pt x="7299" y="66477"/>
                </a:lnTo>
                <a:lnTo>
                  <a:pt x="7299" y="66921"/>
                </a:lnTo>
                <a:lnTo>
                  <a:pt x="7299" y="67543"/>
                </a:lnTo>
                <a:lnTo>
                  <a:pt x="7299" y="67986"/>
                </a:lnTo>
                <a:lnTo>
                  <a:pt x="7616" y="68874"/>
                </a:lnTo>
                <a:lnTo>
                  <a:pt x="7616" y="69318"/>
                </a:lnTo>
                <a:lnTo>
                  <a:pt x="7616" y="69939"/>
                </a:lnTo>
                <a:lnTo>
                  <a:pt x="7616" y="70383"/>
                </a:lnTo>
                <a:lnTo>
                  <a:pt x="7616" y="71004"/>
                </a:lnTo>
                <a:lnTo>
                  <a:pt x="8093" y="71625"/>
                </a:lnTo>
                <a:lnTo>
                  <a:pt x="8093" y="72335"/>
                </a:lnTo>
                <a:lnTo>
                  <a:pt x="8093" y="72690"/>
                </a:lnTo>
                <a:lnTo>
                  <a:pt x="8093" y="73400"/>
                </a:lnTo>
                <a:lnTo>
                  <a:pt x="8410" y="73755"/>
                </a:lnTo>
                <a:lnTo>
                  <a:pt x="8410" y="74643"/>
                </a:lnTo>
                <a:lnTo>
                  <a:pt x="8410" y="75087"/>
                </a:lnTo>
                <a:lnTo>
                  <a:pt x="8410" y="75708"/>
                </a:lnTo>
                <a:lnTo>
                  <a:pt x="8410" y="76152"/>
                </a:lnTo>
                <a:lnTo>
                  <a:pt x="8727" y="76773"/>
                </a:lnTo>
                <a:lnTo>
                  <a:pt x="8727" y="77483"/>
                </a:lnTo>
                <a:lnTo>
                  <a:pt x="8727" y="78104"/>
                </a:lnTo>
                <a:lnTo>
                  <a:pt x="8727" y="78548"/>
                </a:lnTo>
                <a:lnTo>
                  <a:pt x="8727" y="79170"/>
                </a:lnTo>
                <a:lnTo>
                  <a:pt x="8727" y="79791"/>
                </a:lnTo>
                <a:lnTo>
                  <a:pt x="8727" y="80235"/>
                </a:lnTo>
                <a:lnTo>
                  <a:pt x="8727" y="80856"/>
                </a:lnTo>
                <a:lnTo>
                  <a:pt x="8727" y="81300"/>
                </a:lnTo>
                <a:lnTo>
                  <a:pt x="8727" y="82187"/>
                </a:lnTo>
                <a:lnTo>
                  <a:pt x="9203" y="82542"/>
                </a:lnTo>
                <a:lnTo>
                  <a:pt x="9203" y="83252"/>
                </a:lnTo>
                <a:lnTo>
                  <a:pt x="9203" y="83696"/>
                </a:lnTo>
                <a:lnTo>
                  <a:pt x="9203" y="84317"/>
                </a:lnTo>
                <a:lnTo>
                  <a:pt x="9521" y="84761"/>
                </a:lnTo>
                <a:lnTo>
                  <a:pt x="9521" y="85382"/>
                </a:lnTo>
                <a:lnTo>
                  <a:pt x="9521" y="85826"/>
                </a:lnTo>
                <a:lnTo>
                  <a:pt x="9521" y="86625"/>
                </a:lnTo>
                <a:lnTo>
                  <a:pt x="9521" y="87069"/>
                </a:lnTo>
                <a:lnTo>
                  <a:pt x="9997" y="87690"/>
                </a:lnTo>
                <a:lnTo>
                  <a:pt x="9997" y="88134"/>
                </a:lnTo>
                <a:lnTo>
                  <a:pt x="9997" y="88844"/>
                </a:lnTo>
                <a:lnTo>
                  <a:pt x="9997" y="89199"/>
                </a:lnTo>
                <a:lnTo>
                  <a:pt x="9997" y="89909"/>
                </a:lnTo>
                <a:lnTo>
                  <a:pt x="10314" y="90264"/>
                </a:lnTo>
                <a:lnTo>
                  <a:pt x="10314" y="90974"/>
                </a:lnTo>
                <a:lnTo>
                  <a:pt x="10314" y="91595"/>
                </a:lnTo>
                <a:lnTo>
                  <a:pt x="10314" y="92039"/>
                </a:lnTo>
                <a:lnTo>
                  <a:pt x="10314" y="92660"/>
                </a:lnTo>
                <a:lnTo>
                  <a:pt x="10631" y="93282"/>
                </a:lnTo>
                <a:lnTo>
                  <a:pt x="10631" y="93992"/>
                </a:lnTo>
                <a:lnTo>
                  <a:pt x="10631" y="94347"/>
                </a:lnTo>
                <a:lnTo>
                  <a:pt x="10631" y="95057"/>
                </a:lnTo>
                <a:lnTo>
                  <a:pt x="10631" y="95412"/>
                </a:lnTo>
                <a:lnTo>
                  <a:pt x="10631" y="96122"/>
                </a:lnTo>
                <a:lnTo>
                  <a:pt x="10631" y="96566"/>
                </a:lnTo>
                <a:lnTo>
                  <a:pt x="10631" y="97187"/>
                </a:lnTo>
                <a:lnTo>
                  <a:pt x="10631" y="97631"/>
                </a:lnTo>
                <a:lnTo>
                  <a:pt x="11108" y="98252"/>
                </a:lnTo>
                <a:lnTo>
                  <a:pt x="11108" y="98696"/>
                </a:lnTo>
                <a:lnTo>
                  <a:pt x="11108" y="99317"/>
                </a:lnTo>
                <a:lnTo>
                  <a:pt x="11108" y="99761"/>
                </a:lnTo>
                <a:lnTo>
                  <a:pt x="11108" y="100382"/>
                </a:lnTo>
                <a:lnTo>
                  <a:pt x="11425" y="101003"/>
                </a:lnTo>
                <a:lnTo>
                  <a:pt x="11425" y="101447"/>
                </a:lnTo>
                <a:lnTo>
                  <a:pt x="11425" y="102068"/>
                </a:lnTo>
                <a:lnTo>
                  <a:pt x="11425" y="102512"/>
                </a:lnTo>
                <a:lnTo>
                  <a:pt x="11425" y="103134"/>
                </a:lnTo>
                <a:lnTo>
                  <a:pt x="11901" y="103577"/>
                </a:lnTo>
                <a:lnTo>
                  <a:pt x="11901" y="104199"/>
                </a:lnTo>
                <a:lnTo>
                  <a:pt x="11901" y="104642"/>
                </a:lnTo>
                <a:lnTo>
                  <a:pt x="11901" y="105352"/>
                </a:lnTo>
                <a:lnTo>
                  <a:pt x="12218" y="105707"/>
                </a:lnTo>
                <a:lnTo>
                  <a:pt x="12218" y="106417"/>
                </a:lnTo>
                <a:lnTo>
                  <a:pt x="12218" y="106773"/>
                </a:lnTo>
                <a:lnTo>
                  <a:pt x="12218" y="107483"/>
                </a:lnTo>
                <a:lnTo>
                  <a:pt x="12218" y="108104"/>
                </a:lnTo>
                <a:lnTo>
                  <a:pt x="12536" y="108548"/>
                </a:lnTo>
                <a:lnTo>
                  <a:pt x="12536" y="109169"/>
                </a:lnTo>
                <a:lnTo>
                  <a:pt x="12536" y="109613"/>
                </a:lnTo>
                <a:lnTo>
                  <a:pt x="12536" y="110234"/>
                </a:lnTo>
                <a:lnTo>
                  <a:pt x="12536" y="110678"/>
                </a:lnTo>
                <a:lnTo>
                  <a:pt x="13012" y="111122"/>
                </a:lnTo>
                <a:lnTo>
                  <a:pt x="13012" y="111565"/>
                </a:lnTo>
                <a:lnTo>
                  <a:pt x="13012" y="112187"/>
                </a:lnTo>
                <a:lnTo>
                  <a:pt x="13012" y="112808"/>
                </a:lnTo>
                <a:lnTo>
                  <a:pt x="13012" y="113252"/>
                </a:lnTo>
                <a:lnTo>
                  <a:pt x="13012" y="113873"/>
                </a:lnTo>
                <a:lnTo>
                  <a:pt x="13012" y="114317"/>
                </a:lnTo>
                <a:lnTo>
                  <a:pt x="13012" y="114938"/>
                </a:lnTo>
                <a:lnTo>
                  <a:pt x="13012" y="115382"/>
                </a:lnTo>
                <a:lnTo>
                  <a:pt x="13329" y="116003"/>
                </a:lnTo>
                <a:lnTo>
                  <a:pt x="13329" y="116447"/>
                </a:lnTo>
                <a:lnTo>
                  <a:pt x="13329" y="117068"/>
                </a:lnTo>
              </a:path>
            </a:pathLst>
          </a:custGeom>
          <a:ln w="194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5997037" y="3260919"/>
            <a:ext cx="13805" cy="88134"/>
          </a:xfrm>
          <a:custGeom>
            <a:avLst/>
            <a:gdLst/>
            <a:ahLst/>
            <a:cxnLst/>
            <a:rect l="l" t="t" r="r" b="b"/>
            <a:pathLst>
              <a:path w="13805" h="88134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476" y="1508"/>
                </a:lnTo>
                <a:lnTo>
                  <a:pt x="476" y="1952"/>
                </a:lnTo>
                <a:lnTo>
                  <a:pt x="476" y="2573"/>
                </a:lnTo>
                <a:lnTo>
                  <a:pt x="476" y="3017"/>
                </a:lnTo>
                <a:lnTo>
                  <a:pt x="476" y="3727"/>
                </a:lnTo>
                <a:lnTo>
                  <a:pt x="793" y="4082"/>
                </a:lnTo>
                <a:lnTo>
                  <a:pt x="793" y="4526"/>
                </a:lnTo>
                <a:lnTo>
                  <a:pt x="793" y="5147"/>
                </a:lnTo>
                <a:lnTo>
                  <a:pt x="793" y="5591"/>
                </a:lnTo>
                <a:lnTo>
                  <a:pt x="793" y="6301"/>
                </a:lnTo>
                <a:lnTo>
                  <a:pt x="1269" y="6656"/>
                </a:lnTo>
                <a:lnTo>
                  <a:pt x="1269" y="7366"/>
                </a:lnTo>
                <a:lnTo>
                  <a:pt x="1269" y="7544"/>
                </a:lnTo>
                <a:lnTo>
                  <a:pt x="1269" y="8165"/>
                </a:lnTo>
                <a:lnTo>
                  <a:pt x="1586" y="8609"/>
                </a:lnTo>
                <a:lnTo>
                  <a:pt x="1586" y="9230"/>
                </a:lnTo>
                <a:lnTo>
                  <a:pt x="1586" y="9940"/>
                </a:lnTo>
                <a:lnTo>
                  <a:pt x="1586" y="10295"/>
                </a:lnTo>
                <a:lnTo>
                  <a:pt x="1586" y="10739"/>
                </a:lnTo>
                <a:lnTo>
                  <a:pt x="1586" y="11183"/>
                </a:lnTo>
                <a:lnTo>
                  <a:pt x="1586" y="11804"/>
                </a:lnTo>
                <a:lnTo>
                  <a:pt x="1586" y="12248"/>
                </a:lnTo>
                <a:lnTo>
                  <a:pt x="1586" y="12869"/>
                </a:lnTo>
                <a:lnTo>
                  <a:pt x="1586" y="13313"/>
                </a:lnTo>
                <a:lnTo>
                  <a:pt x="1904" y="13757"/>
                </a:lnTo>
                <a:lnTo>
                  <a:pt x="1904" y="14378"/>
                </a:lnTo>
                <a:lnTo>
                  <a:pt x="1904" y="14822"/>
                </a:lnTo>
                <a:lnTo>
                  <a:pt x="1904" y="15265"/>
                </a:lnTo>
                <a:lnTo>
                  <a:pt x="1904" y="15709"/>
                </a:lnTo>
                <a:lnTo>
                  <a:pt x="2380" y="16331"/>
                </a:lnTo>
                <a:lnTo>
                  <a:pt x="2380" y="16952"/>
                </a:lnTo>
                <a:lnTo>
                  <a:pt x="2380" y="17218"/>
                </a:lnTo>
                <a:lnTo>
                  <a:pt x="2380" y="17839"/>
                </a:lnTo>
                <a:lnTo>
                  <a:pt x="2697" y="18283"/>
                </a:lnTo>
                <a:lnTo>
                  <a:pt x="2697" y="18904"/>
                </a:lnTo>
                <a:lnTo>
                  <a:pt x="2697" y="19348"/>
                </a:lnTo>
                <a:lnTo>
                  <a:pt x="2697" y="19792"/>
                </a:lnTo>
                <a:lnTo>
                  <a:pt x="2697" y="20413"/>
                </a:lnTo>
                <a:lnTo>
                  <a:pt x="3173" y="20857"/>
                </a:lnTo>
                <a:lnTo>
                  <a:pt x="3173" y="21301"/>
                </a:lnTo>
                <a:lnTo>
                  <a:pt x="3173" y="21656"/>
                </a:lnTo>
                <a:lnTo>
                  <a:pt x="3173" y="22366"/>
                </a:lnTo>
                <a:lnTo>
                  <a:pt x="3173" y="22810"/>
                </a:lnTo>
                <a:lnTo>
                  <a:pt x="3491" y="23165"/>
                </a:lnTo>
                <a:lnTo>
                  <a:pt x="3491" y="23875"/>
                </a:lnTo>
                <a:lnTo>
                  <a:pt x="3491" y="24230"/>
                </a:lnTo>
                <a:lnTo>
                  <a:pt x="3491" y="24674"/>
                </a:lnTo>
                <a:lnTo>
                  <a:pt x="3491" y="25117"/>
                </a:lnTo>
                <a:lnTo>
                  <a:pt x="3491" y="25739"/>
                </a:lnTo>
                <a:lnTo>
                  <a:pt x="3491" y="26182"/>
                </a:lnTo>
                <a:lnTo>
                  <a:pt x="3491" y="26626"/>
                </a:lnTo>
                <a:lnTo>
                  <a:pt x="3491" y="27247"/>
                </a:lnTo>
                <a:lnTo>
                  <a:pt x="3808" y="27514"/>
                </a:lnTo>
                <a:lnTo>
                  <a:pt x="3808" y="28135"/>
                </a:lnTo>
                <a:lnTo>
                  <a:pt x="3808" y="28756"/>
                </a:lnTo>
                <a:lnTo>
                  <a:pt x="3808" y="29023"/>
                </a:lnTo>
                <a:lnTo>
                  <a:pt x="3808" y="29644"/>
                </a:lnTo>
                <a:lnTo>
                  <a:pt x="4284" y="30088"/>
                </a:lnTo>
                <a:lnTo>
                  <a:pt x="4284" y="30531"/>
                </a:lnTo>
                <a:lnTo>
                  <a:pt x="4284" y="31153"/>
                </a:lnTo>
                <a:lnTo>
                  <a:pt x="4284" y="31330"/>
                </a:lnTo>
                <a:lnTo>
                  <a:pt x="4284" y="31952"/>
                </a:lnTo>
                <a:lnTo>
                  <a:pt x="4601" y="32395"/>
                </a:lnTo>
                <a:lnTo>
                  <a:pt x="4601" y="32839"/>
                </a:lnTo>
                <a:lnTo>
                  <a:pt x="4601" y="33460"/>
                </a:lnTo>
                <a:lnTo>
                  <a:pt x="4601" y="33904"/>
                </a:lnTo>
                <a:lnTo>
                  <a:pt x="4601" y="34348"/>
                </a:lnTo>
                <a:lnTo>
                  <a:pt x="5077" y="34792"/>
                </a:lnTo>
                <a:lnTo>
                  <a:pt x="5077" y="35235"/>
                </a:lnTo>
                <a:lnTo>
                  <a:pt x="5077" y="35857"/>
                </a:lnTo>
                <a:lnTo>
                  <a:pt x="5077" y="36034"/>
                </a:lnTo>
                <a:lnTo>
                  <a:pt x="5395" y="36744"/>
                </a:lnTo>
                <a:lnTo>
                  <a:pt x="5395" y="37099"/>
                </a:lnTo>
                <a:lnTo>
                  <a:pt x="5395" y="37543"/>
                </a:lnTo>
                <a:lnTo>
                  <a:pt x="5395" y="38164"/>
                </a:lnTo>
                <a:lnTo>
                  <a:pt x="5395" y="38431"/>
                </a:lnTo>
                <a:lnTo>
                  <a:pt x="5871" y="39052"/>
                </a:lnTo>
                <a:lnTo>
                  <a:pt x="5871" y="39496"/>
                </a:lnTo>
                <a:lnTo>
                  <a:pt x="5871" y="39940"/>
                </a:lnTo>
                <a:lnTo>
                  <a:pt x="5871" y="40383"/>
                </a:lnTo>
                <a:lnTo>
                  <a:pt x="5871" y="40738"/>
                </a:lnTo>
                <a:lnTo>
                  <a:pt x="5871" y="41448"/>
                </a:lnTo>
                <a:lnTo>
                  <a:pt x="5871" y="41892"/>
                </a:lnTo>
                <a:lnTo>
                  <a:pt x="5871" y="42247"/>
                </a:lnTo>
                <a:lnTo>
                  <a:pt x="5871" y="42691"/>
                </a:lnTo>
                <a:lnTo>
                  <a:pt x="5871" y="43135"/>
                </a:lnTo>
                <a:lnTo>
                  <a:pt x="6188" y="43579"/>
                </a:lnTo>
                <a:lnTo>
                  <a:pt x="6188" y="44200"/>
                </a:lnTo>
                <a:lnTo>
                  <a:pt x="6188" y="44466"/>
                </a:lnTo>
                <a:lnTo>
                  <a:pt x="6188" y="45087"/>
                </a:lnTo>
                <a:lnTo>
                  <a:pt x="6506" y="45265"/>
                </a:lnTo>
                <a:lnTo>
                  <a:pt x="6506" y="45886"/>
                </a:lnTo>
                <a:lnTo>
                  <a:pt x="6506" y="46330"/>
                </a:lnTo>
                <a:lnTo>
                  <a:pt x="6506" y="46774"/>
                </a:lnTo>
                <a:lnTo>
                  <a:pt x="6506" y="47217"/>
                </a:lnTo>
                <a:lnTo>
                  <a:pt x="6982" y="47661"/>
                </a:lnTo>
                <a:lnTo>
                  <a:pt x="6982" y="48105"/>
                </a:lnTo>
                <a:lnTo>
                  <a:pt x="6982" y="48460"/>
                </a:lnTo>
                <a:lnTo>
                  <a:pt x="6982" y="48904"/>
                </a:lnTo>
                <a:lnTo>
                  <a:pt x="6982" y="49348"/>
                </a:lnTo>
                <a:lnTo>
                  <a:pt x="7299" y="49969"/>
                </a:lnTo>
                <a:lnTo>
                  <a:pt x="7299" y="50235"/>
                </a:lnTo>
                <a:lnTo>
                  <a:pt x="7299" y="50856"/>
                </a:lnTo>
                <a:lnTo>
                  <a:pt x="7299" y="51300"/>
                </a:lnTo>
                <a:lnTo>
                  <a:pt x="7299" y="51744"/>
                </a:lnTo>
                <a:lnTo>
                  <a:pt x="7775" y="52188"/>
                </a:lnTo>
                <a:lnTo>
                  <a:pt x="7775" y="52365"/>
                </a:lnTo>
                <a:lnTo>
                  <a:pt x="7775" y="52987"/>
                </a:lnTo>
                <a:lnTo>
                  <a:pt x="7775" y="53430"/>
                </a:lnTo>
                <a:lnTo>
                  <a:pt x="7775" y="53874"/>
                </a:lnTo>
                <a:lnTo>
                  <a:pt x="7775" y="54318"/>
                </a:lnTo>
                <a:lnTo>
                  <a:pt x="7775" y="54673"/>
                </a:lnTo>
                <a:lnTo>
                  <a:pt x="7775" y="55117"/>
                </a:lnTo>
                <a:lnTo>
                  <a:pt x="7775" y="55561"/>
                </a:lnTo>
                <a:lnTo>
                  <a:pt x="8093" y="56004"/>
                </a:lnTo>
                <a:lnTo>
                  <a:pt x="8093" y="56448"/>
                </a:lnTo>
                <a:lnTo>
                  <a:pt x="8093" y="56892"/>
                </a:lnTo>
                <a:lnTo>
                  <a:pt x="8093" y="57247"/>
                </a:lnTo>
                <a:lnTo>
                  <a:pt x="8093" y="57691"/>
                </a:lnTo>
                <a:lnTo>
                  <a:pt x="8410" y="58134"/>
                </a:lnTo>
                <a:lnTo>
                  <a:pt x="8410" y="58578"/>
                </a:lnTo>
                <a:lnTo>
                  <a:pt x="8410" y="59022"/>
                </a:lnTo>
                <a:lnTo>
                  <a:pt x="8410" y="59466"/>
                </a:lnTo>
                <a:lnTo>
                  <a:pt x="8410" y="59821"/>
                </a:lnTo>
                <a:lnTo>
                  <a:pt x="8886" y="60265"/>
                </a:lnTo>
                <a:lnTo>
                  <a:pt x="8886" y="60708"/>
                </a:lnTo>
                <a:lnTo>
                  <a:pt x="8886" y="61152"/>
                </a:lnTo>
                <a:lnTo>
                  <a:pt x="8886" y="61596"/>
                </a:lnTo>
                <a:lnTo>
                  <a:pt x="9203" y="61773"/>
                </a:lnTo>
                <a:lnTo>
                  <a:pt x="9203" y="62395"/>
                </a:lnTo>
                <a:lnTo>
                  <a:pt x="9203" y="62838"/>
                </a:lnTo>
                <a:lnTo>
                  <a:pt x="9203" y="63105"/>
                </a:lnTo>
                <a:lnTo>
                  <a:pt x="9203" y="63549"/>
                </a:lnTo>
                <a:lnTo>
                  <a:pt x="9679" y="64170"/>
                </a:lnTo>
                <a:lnTo>
                  <a:pt x="9679" y="64347"/>
                </a:lnTo>
                <a:lnTo>
                  <a:pt x="9679" y="64791"/>
                </a:lnTo>
                <a:lnTo>
                  <a:pt x="9679" y="65235"/>
                </a:lnTo>
                <a:lnTo>
                  <a:pt x="9679" y="65679"/>
                </a:lnTo>
                <a:lnTo>
                  <a:pt x="9997" y="66122"/>
                </a:lnTo>
                <a:lnTo>
                  <a:pt x="9997" y="66477"/>
                </a:lnTo>
                <a:lnTo>
                  <a:pt x="9997" y="66921"/>
                </a:lnTo>
                <a:lnTo>
                  <a:pt x="9997" y="67365"/>
                </a:lnTo>
                <a:lnTo>
                  <a:pt x="9997" y="67809"/>
                </a:lnTo>
                <a:lnTo>
                  <a:pt x="9997" y="67986"/>
                </a:lnTo>
                <a:lnTo>
                  <a:pt x="9997" y="68430"/>
                </a:lnTo>
                <a:lnTo>
                  <a:pt x="9997" y="68874"/>
                </a:lnTo>
                <a:lnTo>
                  <a:pt x="9997" y="69318"/>
                </a:lnTo>
                <a:lnTo>
                  <a:pt x="10473" y="69761"/>
                </a:lnTo>
                <a:lnTo>
                  <a:pt x="10473" y="70116"/>
                </a:lnTo>
                <a:lnTo>
                  <a:pt x="10473" y="70560"/>
                </a:lnTo>
                <a:lnTo>
                  <a:pt x="10473" y="71004"/>
                </a:lnTo>
                <a:lnTo>
                  <a:pt x="10473" y="71270"/>
                </a:lnTo>
                <a:lnTo>
                  <a:pt x="10790" y="71625"/>
                </a:lnTo>
                <a:lnTo>
                  <a:pt x="10790" y="72069"/>
                </a:lnTo>
                <a:lnTo>
                  <a:pt x="10790" y="72513"/>
                </a:lnTo>
                <a:lnTo>
                  <a:pt x="10790" y="72957"/>
                </a:lnTo>
                <a:lnTo>
                  <a:pt x="10790" y="73400"/>
                </a:lnTo>
                <a:lnTo>
                  <a:pt x="11108" y="73578"/>
                </a:lnTo>
                <a:lnTo>
                  <a:pt x="11108" y="74022"/>
                </a:lnTo>
                <a:lnTo>
                  <a:pt x="11108" y="74465"/>
                </a:lnTo>
                <a:lnTo>
                  <a:pt x="11108" y="74909"/>
                </a:lnTo>
                <a:lnTo>
                  <a:pt x="11108" y="75264"/>
                </a:lnTo>
                <a:lnTo>
                  <a:pt x="11584" y="75708"/>
                </a:lnTo>
                <a:lnTo>
                  <a:pt x="11584" y="75974"/>
                </a:lnTo>
                <a:lnTo>
                  <a:pt x="11584" y="76418"/>
                </a:lnTo>
                <a:lnTo>
                  <a:pt x="11584" y="76773"/>
                </a:lnTo>
                <a:lnTo>
                  <a:pt x="11901" y="77217"/>
                </a:lnTo>
                <a:lnTo>
                  <a:pt x="11901" y="77483"/>
                </a:lnTo>
                <a:lnTo>
                  <a:pt x="11901" y="77838"/>
                </a:lnTo>
                <a:lnTo>
                  <a:pt x="11901" y="78282"/>
                </a:lnTo>
                <a:lnTo>
                  <a:pt x="11901" y="78726"/>
                </a:lnTo>
                <a:lnTo>
                  <a:pt x="11901" y="79170"/>
                </a:lnTo>
                <a:lnTo>
                  <a:pt x="11901" y="79613"/>
                </a:lnTo>
                <a:lnTo>
                  <a:pt x="11901" y="79791"/>
                </a:lnTo>
                <a:lnTo>
                  <a:pt x="11901" y="80235"/>
                </a:lnTo>
                <a:lnTo>
                  <a:pt x="11901" y="80678"/>
                </a:lnTo>
                <a:lnTo>
                  <a:pt x="12377" y="80856"/>
                </a:lnTo>
                <a:lnTo>
                  <a:pt x="12377" y="81300"/>
                </a:lnTo>
                <a:lnTo>
                  <a:pt x="12377" y="81743"/>
                </a:lnTo>
                <a:lnTo>
                  <a:pt x="12377" y="81921"/>
                </a:lnTo>
                <a:lnTo>
                  <a:pt x="12377" y="82365"/>
                </a:lnTo>
                <a:lnTo>
                  <a:pt x="12694" y="82808"/>
                </a:lnTo>
                <a:lnTo>
                  <a:pt x="12694" y="82986"/>
                </a:lnTo>
                <a:lnTo>
                  <a:pt x="12694" y="83430"/>
                </a:lnTo>
                <a:lnTo>
                  <a:pt x="12694" y="83874"/>
                </a:lnTo>
                <a:lnTo>
                  <a:pt x="13012" y="84317"/>
                </a:lnTo>
                <a:lnTo>
                  <a:pt x="13012" y="84495"/>
                </a:lnTo>
                <a:lnTo>
                  <a:pt x="13012" y="84939"/>
                </a:lnTo>
                <a:lnTo>
                  <a:pt x="13012" y="85382"/>
                </a:lnTo>
                <a:lnTo>
                  <a:pt x="13012" y="85560"/>
                </a:lnTo>
                <a:lnTo>
                  <a:pt x="13488" y="86004"/>
                </a:lnTo>
                <a:lnTo>
                  <a:pt x="13488" y="86447"/>
                </a:lnTo>
                <a:lnTo>
                  <a:pt x="13488" y="86625"/>
                </a:lnTo>
                <a:lnTo>
                  <a:pt x="13488" y="87069"/>
                </a:lnTo>
                <a:lnTo>
                  <a:pt x="13488" y="87513"/>
                </a:lnTo>
                <a:lnTo>
                  <a:pt x="13805" y="87779"/>
                </a:lnTo>
                <a:lnTo>
                  <a:pt x="13805" y="88134"/>
                </a:lnTo>
              </a:path>
            </a:pathLst>
          </a:custGeom>
          <a:ln w="193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6010842" y="3349053"/>
            <a:ext cx="13488" cy="50235"/>
          </a:xfrm>
          <a:custGeom>
            <a:avLst/>
            <a:gdLst/>
            <a:ahLst/>
            <a:cxnLst/>
            <a:rect l="l" t="t" r="r" b="b"/>
            <a:pathLst>
              <a:path w="13488" h="50235">
                <a:moveTo>
                  <a:pt x="0" y="0"/>
                </a:moveTo>
                <a:lnTo>
                  <a:pt x="0" y="443"/>
                </a:lnTo>
                <a:lnTo>
                  <a:pt x="0" y="887"/>
                </a:lnTo>
                <a:lnTo>
                  <a:pt x="0" y="1065"/>
                </a:lnTo>
                <a:lnTo>
                  <a:pt x="476" y="1508"/>
                </a:lnTo>
                <a:lnTo>
                  <a:pt x="476" y="1952"/>
                </a:lnTo>
                <a:lnTo>
                  <a:pt x="476" y="2218"/>
                </a:lnTo>
                <a:lnTo>
                  <a:pt x="476" y="2573"/>
                </a:lnTo>
                <a:lnTo>
                  <a:pt x="476" y="3017"/>
                </a:lnTo>
                <a:lnTo>
                  <a:pt x="476" y="3283"/>
                </a:lnTo>
                <a:lnTo>
                  <a:pt x="476" y="3461"/>
                </a:lnTo>
                <a:lnTo>
                  <a:pt x="476" y="3905"/>
                </a:lnTo>
                <a:lnTo>
                  <a:pt x="476" y="4349"/>
                </a:lnTo>
                <a:lnTo>
                  <a:pt x="793" y="4526"/>
                </a:lnTo>
                <a:lnTo>
                  <a:pt x="793" y="4970"/>
                </a:lnTo>
                <a:lnTo>
                  <a:pt x="793" y="5414"/>
                </a:lnTo>
                <a:lnTo>
                  <a:pt x="793" y="5591"/>
                </a:lnTo>
                <a:lnTo>
                  <a:pt x="793" y="6035"/>
                </a:lnTo>
                <a:lnTo>
                  <a:pt x="1269" y="6212"/>
                </a:lnTo>
                <a:lnTo>
                  <a:pt x="1269" y="6656"/>
                </a:lnTo>
                <a:lnTo>
                  <a:pt x="1269" y="6922"/>
                </a:lnTo>
                <a:lnTo>
                  <a:pt x="1269" y="7366"/>
                </a:lnTo>
                <a:lnTo>
                  <a:pt x="1269" y="7721"/>
                </a:lnTo>
                <a:lnTo>
                  <a:pt x="1586" y="7988"/>
                </a:lnTo>
                <a:lnTo>
                  <a:pt x="1586" y="8431"/>
                </a:lnTo>
                <a:lnTo>
                  <a:pt x="1586" y="8609"/>
                </a:lnTo>
                <a:lnTo>
                  <a:pt x="1586" y="9053"/>
                </a:lnTo>
                <a:lnTo>
                  <a:pt x="1586" y="9230"/>
                </a:lnTo>
                <a:lnTo>
                  <a:pt x="1904" y="9674"/>
                </a:lnTo>
                <a:lnTo>
                  <a:pt x="1904" y="10118"/>
                </a:lnTo>
                <a:lnTo>
                  <a:pt x="1904" y="10295"/>
                </a:lnTo>
                <a:lnTo>
                  <a:pt x="1904" y="10561"/>
                </a:lnTo>
                <a:lnTo>
                  <a:pt x="2380" y="11005"/>
                </a:lnTo>
                <a:lnTo>
                  <a:pt x="2380" y="11360"/>
                </a:lnTo>
                <a:lnTo>
                  <a:pt x="2380" y="11804"/>
                </a:lnTo>
                <a:lnTo>
                  <a:pt x="2380" y="12248"/>
                </a:lnTo>
                <a:lnTo>
                  <a:pt x="2380" y="12692"/>
                </a:lnTo>
                <a:lnTo>
                  <a:pt x="2380" y="12869"/>
                </a:lnTo>
                <a:lnTo>
                  <a:pt x="2380" y="13135"/>
                </a:lnTo>
                <a:lnTo>
                  <a:pt x="2380" y="13579"/>
                </a:lnTo>
                <a:lnTo>
                  <a:pt x="2380" y="13757"/>
                </a:lnTo>
                <a:lnTo>
                  <a:pt x="2697" y="13934"/>
                </a:lnTo>
                <a:lnTo>
                  <a:pt x="2697" y="14378"/>
                </a:lnTo>
                <a:lnTo>
                  <a:pt x="2697" y="14822"/>
                </a:lnTo>
                <a:lnTo>
                  <a:pt x="2697" y="14999"/>
                </a:lnTo>
                <a:lnTo>
                  <a:pt x="2697" y="15265"/>
                </a:lnTo>
                <a:lnTo>
                  <a:pt x="3173" y="15709"/>
                </a:lnTo>
                <a:lnTo>
                  <a:pt x="3173" y="16153"/>
                </a:lnTo>
                <a:lnTo>
                  <a:pt x="3173" y="16508"/>
                </a:lnTo>
                <a:lnTo>
                  <a:pt x="3491" y="16952"/>
                </a:lnTo>
                <a:lnTo>
                  <a:pt x="3491" y="17218"/>
                </a:lnTo>
                <a:lnTo>
                  <a:pt x="3491" y="17396"/>
                </a:lnTo>
                <a:lnTo>
                  <a:pt x="3491" y="17839"/>
                </a:lnTo>
                <a:lnTo>
                  <a:pt x="3491" y="18017"/>
                </a:lnTo>
                <a:lnTo>
                  <a:pt x="3808" y="18461"/>
                </a:lnTo>
                <a:lnTo>
                  <a:pt x="3808" y="18727"/>
                </a:lnTo>
                <a:lnTo>
                  <a:pt x="3808" y="18904"/>
                </a:lnTo>
                <a:lnTo>
                  <a:pt x="3808" y="19348"/>
                </a:lnTo>
                <a:lnTo>
                  <a:pt x="3808" y="19792"/>
                </a:lnTo>
                <a:lnTo>
                  <a:pt x="4284" y="19792"/>
                </a:lnTo>
                <a:lnTo>
                  <a:pt x="4284" y="20147"/>
                </a:lnTo>
                <a:lnTo>
                  <a:pt x="4284" y="20413"/>
                </a:lnTo>
                <a:lnTo>
                  <a:pt x="4284" y="20857"/>
                </a:lnTo>
                <a:lnTo>
                  <a:pt x="4284" y="21035"/>
                </a:lnTo>
                <a:lnTo>
                  <a:pt x="4601" y="21301"/>
                </a:lnTo>
                <a:lnTo>
                  <a:pt x="4601" y="21656"/>
                </a:lnTo>
                <a:lnTo>
                  <a:pt x="4601" y="21922"/>
                </a:lnTo>
                <a:lnTo>
                  <a:pt x="4601" y="22100"/>
                </a:lnTo>
                <a:lnTo>
                  <a:pt x="4601" y="22543"/>
                </a:lnTo>
                <a:lnTo>
                  <a:pt x="4601" y="22721"/>
                </a:lnTo>
                <a:lnTo>
                  <a:pt x="4601" y="23165"/>
                </a:lnTo>
                <a:lnTo>
                  <a:pt x="4601" y="23608"/>
                </a:lnTo>
                <a:lnTo>
                  <a:pt x="5077" y="23875"/>
                </a:lnTo>
                <a:lnTo>
                  <a:pt x="5077" y="24230"/>
                </a:lnTo>
                <a:lnTo>
                  <a:pt x="5077" y="24496"/>
                </a:lnTo>
                <a:lnTo>
                  <a:pt x="5077" y="24674"/>
                </a:lnTo>
                <a:lnTo>
                  <a:pt x="5077" y="24940"/>
                </a:lnTo>
                <a:lnTo>
                  <a:pt x="5395" y="25295"/>
                </a:lnTo>
                <a:lnTo>
                  <a:pt x="5395" y="25561"/>
                </a:lnTo>
                <a:lnTo>
                  <a:pt x="5395" y="25739"/>
                </a:lnTo>
                <a:lnTo>
                  <a:pt x="5395" y="26005"/>
                </a:lnTo>
                <a:lnTo>
                  <a:pt x="5395" y="26449"/>
                </a:lnTo>
                <a:lnTo>
                  <a:pt x="5712" y="26626"/>
                </a:lnTo>
                <a:lnTo>
                  <a:pt x="5712" y="26804"/>
                </a:lnTo>
                <a:lnTo>
                  <a:pt x="5712" y="27070"/>
                </a:lnTo>
                <a:lnTo>
                  <a:pt x="5712" y="27514"/>
                </a:lnTo>
                <a:lnTo>
                  <a:pt x="6188" y="27691"/>
                </a:lnTo>
                <a:lnTo>
                  <a:pt x="6188" y="27869"/>
                </a:lnTo>
                <a:lnTo>
                  <a:pt x="6188" y="28135"/>
                </a:lnTo>
                <a:lnTo>
                  <a:pt x="6188" y="28579"/>
                </a:lnTo>
                <a:lnTo>
                  <a:pt x="6188" y="28756"/>
                </a:lnTo>
                <a:lnTo>
                  <a:pt x="6506" y="29023"/>
                </a:lnTo>
                <a:lnTo>
                  <a:pt x="6506" y="29200"/>
                </a:lnTo>
                <a:lnTo>
                  <a:pt x="6506" y="29378"/>
                </a:lnTo>
                <a:lnTo>
                  <a:pt x="6506" y="29821"/>
                </a:lnTo>
                <a:lnTo>
                  <a:pt x="6506" y="30088"/>
                </a:lnTo>
                <a:lnTo>
                  <a:pt x="6506" y="30265"/>
                </a:lnTo>
                <a:lnTo>
                  <a:pt x="6506" y="30443"/>
                </a:lnTo>
                <a:lnTo>
                  <a:pt x="6506" y="30709"/>
                </a:lnTo>
                <a:lnTo>
                  <a:pt x="6506" y="31153"/>
                </a:lnTo>
                <a:lnTo>
                  <a:pt x="6506" y="31330"/>
                </a:lnTo>
                <a:lnTo>
                  <a:pt x="6982" y="31597"/>
                </a:lnTo>
                <a:lnTo>
                  <a:pt x="6982" y="31774"/>
                </a:lnTo>
                <a:lnTo>
                  <a:pt x="6982" y="31952"/>
                </a:lnTo>
                <a:lnTo>
                  <a:pt x="6982" y="32218"/>
                </a:lnTo>
                <a:lnTo>
                  <a:pt x="7299" y="32662"/>
                </a:lnTo>
                <a:lnTo>
                  <a:pt x="7299" y="32839"/>
                </a:lnTo>
                <a:lnTo>
                  <a:pt x="7299" y="33283"/>
                </a:lnTo>
                <a:lnTo>
                  <a:pt x="7299" y="33460"/>
                </a:lnTo>
                <a:lnTo>
                  <a:pt x="7775" y="33727"/>
                </a:lnTo>
                <a:lnTo>
                  <a:pt x="7775" y="33904"/>
                </a:lnTo>
                <a:lnTo>
                  <a:pt x="7775" y="34170"/>
                </a:lnTo>
                <a:lnTo>
                  <a:pt x="7775" y="34348"/>
                </a:lnTo>
                <a:lnTo>
                  <a:pt x="7775" y="34792"/>
                </a:lnTo>
                <a:lnTo>
                  <a:pt x="8093" y="34969"/>
                </a:lnTo>
                <a:lnTo>
                  <a:pt x="8093" y="35235"/>
                </a:lnTo>
                <a:lnTo>
                  <a:pt x="8093" y="35591"/>
                </a:lnTo>
                <a:lnTo>
                  <a:pt x="8093" y="35857"/>
                </a:lnTo>
                <a:lnTo>
                  <a:pt x="8410" y="36034"/>
                </a:lnTo>
                <a:lnTo>
                  <a:pt x="8410" y="36301"/>
                </a:lnTo>
                <a:lnTo>
                  <a:pt x="8410" y="36478"/>
                </a:lnTo>
                <a:lnTo>
                  <a:pt x="8410" y="36656"/>
                </a:lnTo>
                <a:lnTo>
                  <a:pt x="8410" y="36922"/>
                </a:lnTo>
                <a:lnTo>
                  <a:pt x="8410" y="37099"/>
                </a:lnTo>
                <a:lnTo>
                  <a:pt x="8410" y="37543"/>
                </a:lnTo>
                <a:lnTo>
                  <a:pt x="8410" y="37809"/>
                </a:lnTo>
                <a:lnTo>
                  <a:pt x="8886" y="37987"/>
                </a:lnTo>
                <a:lnTo>
                  <a:pt x="8886" y="38164"/>
                </a:lnTo>
                <a:lnTo>
                  <a:pt x="8886" y="38608"/>
                </a:lnTo>
                <a:lnTo>
                  <a:pt x="8886" y="38874"/>
                </a:lnTo>
                <a:lnTo>
                  <a:pt x="9203" y="39052"/>
                </a:lnTo>
                <a:lnTo>
                  <a:pt x="9203" y="39229"/>
                </a:lnTo>
                <a:lnTo>
                  <a:pt x="9203" y="39673"/>
                </a:lnTo>
                <a:lnTo>
                  <a:pt x="9203" y="39940"/>
                </a:lnTo>
                <a:lnTo>
                  <a:pt x="9679" y="40117"/>
                </a:lnTo>
                <a:lnTo>
                  <a:pt x="9679" y="40383"/>
                </a:lnTo>
                <a:lnTo>
                  <a:pt x="9679" y="40561"/>
                </a:lnTo>
                <a:lnTo>
                  <a:pt x="9679" y="40738"/>
                </a:lnTo>
                <a:lnTo>
                  <a:pt x="9997" y="41005"/>
                </a:lnTo>
                <a:lnTo>
                  <a:pt x="9997" y="41182"/>
                </a:lnTo>
                <a:lnTo>
                  <a:pt x="9997" y="41448"/>
                </a:lnTo>
                <a:lnTo>
                  <a:pt x="9997" y="41626"/>
                </a:lnTo>
                <a:lnTo>
                  <a:pt x="9997" y="41803"/>
                </a:lnTo>
                <a:lnTo>
                  <a:pt x="10314" y="42070"/>
                </a:lnTo>
                <a:lnTo>
                  <a:pt x="10314" y="42247"/>
                </a:lnTo>
                <a:lnTo>
                  <a:pt x="10314" y="42513"/>
                </a:lnTo>
                <a:lnTo>
                  <a:pt x="10314" y="42691"/>
                </a:lnTo>
                <a:lnTo>
                  <a:pt x="10790" y="42957"/>
                </a:lnTo>
                <a:lnTo>
                  <a:pt x="10790" y="43135"/>
                </a:lnTo>
                <a:lnTo>
                  <a:pt x="10790" y="43312"/>
                </a:lnTo>
                <a:lnTo>
                  <a:pt x="10790" y="43756"/>
                </a:lnTo>
                <a:lnTo>
                  <a:pt x="10790" y="44022"/>
                </a:lnTo>
                <a:lnTo>
                  <a:pt x="10790" y="44200"/>
                </a:lnTo>
                <a:lnTo>
                  <a:pt x="10790" y="44377"/>
                </a:lnTo>
                <a:lnTo>
                  <a:pt x="10790" y="44644"/>
                </a:lnTo>
                <a:lnTo>
                  <a:pt x="11108" y="44644"/>
                </a:lnTo>
                <a:lnTo>
                  <a:pt x="11108" y="44821"/>
                </a:lnTo>
                <a:lnTo>
                  <a:pt x="11108" y="45087"/>
                </a:lnTo>
                <a:lnTo>
                  <a:pt x="11108" y="45265"/>
                </a:lnTo>
                <a:lnTo>
                  <a:pt x="11108" y="45531"/>
                </a:lnTo>
                <a:lnTo>
                  <a:pt x="11584" y="45531"/>
                </a:lnTo>
                <a:lnTo>
                  <a:pt x="11584" y="45709"/>
                </a:lnTo>
                <a:lnTo>
                  <a:pt x="11584" y="45886"/>
                </a:lnTo>
                <a:lnTo>
                  <a:pt x="11584" y="46152"/>
                </a:lnTo>
                <a:lnTo>
                  <a:pt x="11901" y="46330"/>
                </a:lnTo>
                <a:lnTo>
                  <a:pt x="11901" y="46596"/>
                </a:lnTo>
                <a:lnTo>
                  <a:pt x="11901" y="46774"/>
                </a:lnTo>
                <a:lnTo>
                  <a:pt x="11901" y="46951"/>
                </a:lnTo>
                <a:lnTo>
                  <a:pt x="12377" y="47217"/>
                </a:lnTo>
                <a:lnTo>
                  <a:pt x="12377" y="47395"/>
                </a:lnTo>
                <a:lnTo>
                  <a:pt x="12377" y="47661"/>
                </a:lnTo>
                <a:lnTo>
                  <a:pt x="12377" y="47839"/>
                </a:lnTo>
                <a:lnTo>
                  <a:pt x="12694" y="47839"/>
                </a:lnTo>
                <a:lnTo>
                  <a:pt x="12694" y="48105"/>
                </a:lnTo>
                <a:lnTo>
                  <a:pt x="12694" y="48283"/>
                </a:lnTo>
                <a:lnTo>
                  <a:pt x="12694" y="48460"/>
                </a:lnTo>
                <a:lnTo>
                  <a:pt x="12694" y="48726"/>
                </a:lnTo>
                <a:lnTo>
                  <a:pt x="12694" y="48904"/>
                </a:lnTo>
                <a:lnTo>
                  <a:pt x="12694" y="49170"/>
                </a:lnTo>
                <a:lnTo>
                  <a:pt x="12694" y="49348"/>
                </a:lnTo>
                <a:lnTo>
                  <a:pt x="13012" y="49348"/>
                </a:lnTo>
                <a:lnTo>
                  <a:pt x="13012" y="49525"/>
                </a:lnTo>
                <a:lnTo>
                  <a:pt x="13012" y="49791"/>
                </a:lnTo>
                <a:lnTo>
                  <a:pt x="13012" y="49969"/>
                </a:lnTo>
                <a:lnTo>
                  <a:pt x="13488" y="50235"/>
                </a:lnTo>
              </a:path>
            </a:pathLst>
          </a:custGeom>
          <a:ln w="1896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6024331" y="3399289"/>
            <a:ext cx="13805" cy="8520"/>
          </a:xfrm>
          <a:custGeom>
            <a:avLst/>
            <a:gdLst/>
            <a:ahLst/>
            <a:cxnLst/>
            <a:rect l="l" t="t" r="r" b="b"/>
            <a:pathLst>
              <a:path w="13805" h="8520">
                <a:moveTo>
                  <a:pt x="0" y="0"/>
                </a:moveTo>
                <a:lnTo>
                  <a:pt x="0" y="177"/>
                </a:lnTo>
                <a:lnTo>
                  <a:pt x="317" y="443"/>
                </a:lnTo>
                <a:lnTo>
                  <a:pt x="317" y="621"/>
                </a:lnTo>
                <a:lnTo>
                  <a:pt x="317" y="798"/>
                </a:lnTo>
                <a:lnTo>
                  <a:pt x="317" y="1065"/>
                </a:lnTo>
                <a:lnTo>
                  <a:pt x="793" y="1242"/>
                </a:lnTo>
                <a:lnTo>
                  <a:pt x="793" y="1508"/>
                </a:lnTo>
                <a:lnTo>
                  <a:pt x="793" y="1686"/>
                </a:lnTo>
                <a:lnTo>
                  <a:pt x="1110" y="1686"/>
                </a:lnTo>
                <a:lnTo>
                  <a:pt x="1110" y="1863"/>
                </a:lnTo>
                <a:lnTo>
                  <a:pt x="1110" y="2130"/>
                </a:lnTo>
                <a:lnTo>
                  <a:pt x="1110" y="2307"/>
                </a:lnTo>
                <a:lnTo>
                  <a:pt x="1428" y="2573"/>
                </a:lnTo>
                <a:lnTo>
                  <a:pt x="1428" y="2751"/>
                </a:lnTo>
                <a:lnTo>
                  <a:pt x="1428" y="3017"/>
                </a:lnTo>
                <a:lnTo>
                  <a:pt x="1428" y="3195"/>
                </a:lnTo>
                <a:lnTo>
                  <a:pt x="1428" y="3372"/>
                </a:lnTo>
                <a:lnTo>
                  <a:pt x="1904" y="3372"/>
                </a:lnTo>
                <a:lnTo>
                  <a:pt x="1904" y="3638"/>
                </a:lnTo>
                <a:lnTo>
                  <a:pt x="1904" y="3816"/>
                </a:lnTo>
                <a:lnTo>
                  <a:pt x="2221" y="3816"/>
                </a:lnTo>
                <a:lnTo>
                  <a:pt x="2221" y="4082"/>
                </a:lnTo>
                <a:lnTo>
                  <a:pt x="2221" y="4260"/>
                </a:lnTo>
                <a:lnTo>
                  <a:pt x="2221" y="4437"/>
                </a:lnTo>
                <a:lnTo>
                  <a:pt x="2697" y="4437"/>
                </a:lnTo>
                <a:lnTo>
                  <a:pt x="2697" y="4704"/>
                </a:lnTo>
                <a:lnTo>
                  <a:pt x="2697" y="4881"/>
                </a:lnTo>
                <a:lnTo>
                  <a:pt x="3015" y="4881"/>
                </a:lnTo>
                <a:lnTo>
                  <a:pt x="3015" y="4881"/>
                </a:lnTo>
                <a:lnTo>
                  <a:pt x="3015" y="5147"/>
                </a:lnTo>
                <a:lnTo>
                  <a:pt x="3491" y="5325"/>
                </a:lnTo>
                <a:lnTo>
                  <a:pt x="3491" y="5591"/>
                </a:lnTo>
                <a:lnTo>
                  <a:pt x="3491" y="5769"/>
                </a:lnTo>
                <a:lnTo>
                  <a:pt x="3491" y="5946"/>
                </a:lnTo>
                <a:lnTo>
                  <a:pt x="3491" y="6212"/>
                </a:lnTo>
                <a:lnTo>
                  <a:pt x="3808" y="6212"/>
                </a:lnTo>
                <a:lnTo>
                  <a:pt x="3808" y="6390"/>
                </a:lnTo>
                <a:lnTo>
                  <a:pt x="4125" y="6390"/>
                </a:lnTo>
                <a:lnTo>
                  <a:pt x="4125" y="6656"/>
                </a:lnTo>
                <a:lnTo>
                  <a:pt x="4601" y="6834"/>
                </a:lnTo>
                <a:lnTo>
                  <a:pt x="4601" y="7011"/>
                </a:lnTo>
                <a:lnTo>
                  <a:pt x="4919" y="7277"/>
                </a:lnTo>
                <a:lnTo>
                  <a:pt x="5395" y="7277"/>
                </a:lnTo>
                <a:lnTo>
                  <a:pt x="5395" y="7455"/>
                </a:lnTo>
                <a:lnTo>
                  <a:pt x="5712" y="7455"/>
                </a:lnTo>
                <a:lnTo>
                  <a:pt x="5712" y="7721"/>
                </a:lnTo>
                <a:lnTo>
                  <a:pt x="5712" y="7899"/>
                </a:lnTo>
                <a:lnTo>
                  <a:pt x="6030" y="8076"/>
                </a:lnTo>
                <a:lnTo>
                  <a:pt x="6506" y="8343"/>
                </a:lnTo>
                <a:lnTo>
                  <a:pt x="6823" y="8343"/>
                </a:lnTo>
                <a:lnTo>
                  <a:pt x="6823" y="8520"/>
                </a:lnTo>
                <a:lnTo>
                  <a:pt x="7299" y="8520"/>
                </a:lnTo>
                <a:lnTo>
                  <a:pt x="7616" y="8520"/>
                </a:lnTo>
                <a:lnTo>
                  <a:pt x="7934" y="8520"/>
                </a:lnTo>
                <a:lnTo>
                  <a:pt x="8410" y="8520"/>
                </a:lnTo>
                <a:lnTo>
                  <a:pt x="8727" y="8520"/>
                </a:lnTo>
                <a:lnTo>
                  <a:pt x="9203" y="8520"/>
                </a:lnTo>
                <a:lnTo>
                  <a:pt x="9521" y="8520"/>
                </a:lnTo>
                <a:lnTo>
                  <a:pt x="9997" y="8343"/>
                </a:lnTo>
                <a:lnTo>
                  <a:pt x="9997" y="8076"/>
                </a:lnTo>
                <a:lnTo>
                  <a:pt x="10314" y="8076"/>
                </a:lnTo>
                <a:lnTo>
                  <a:pt x="10314" y="7899"/>
                </a:lnTo>
                <a:lnTo>
                  <a:pt x="10631" y="7899"/>
                </a:lnTo>
                <a:lnTo>
                  <a:pt x="10631" y="7721"/>
                </a:lnTo>
                <a:lnTo>
                  <a:pt x="11108" y="7721"/>
                </a:lnTo>
                <a:lnTo>
                  <a:pt x="11108" y="7455"/>
                </a:lnTo>
                <a:lnTo>
                  <a:pt x="11425" y="7277"/>
                </a:lnTo>
                <a:lnTo>
                  <a:pt x="11901" y="7277"/>
                </a:lnTo>
                <a:lnTo>
                  <a:pt x="11901" y="7011"/>
                </a:lnTo>
                <a:lnTo>
                  <a:pt x="11901" y="6834"/>
                </a:lnTo>
                <a:lnTo>
                  <a:pt x="11901" y="6656"/>
                </a:lnTo>
                <a:lnTo>
                  <a:pt x="11901" y="6656"/>
                </a:lnTo>
                <a:lnTo>
                  <a:pt x="12218" y="6390"/>
                </a:lnTo>
                <a:lnTo>
                  <a:pt x="12218" y="6212"/>
                </a:lnTo>
                <a:lnTo>
                  <a:pt x="12536" y="6212"/>
                </a:lnTo>
                <a:lnTo>
                  <a:pt x="12536" y="5946"/>
                </a:lnTo>
                <a:lnTo>
                  <a:pt x="13012" y="5769"/>
                </a:lnTo>
                <a:lnTo>
                  <a:pt x="13012" y="5591"/>
                </a:lnTo>
                <a:lnTo>
                  <a:pt x="13329" y="5325"/>
                </a:lnTo>
                <a:lnTo>
                  <a:pt x="13329" y="5147"/>
                </a:lnTo>
                <a:lnTo>
                  <a:pt x="13329" y="4881"/>
                </a:lnTo>
                <a:lnTo>
                  <a:pt x="13805" y="4881"/>
                </a:lnTo>
              </a:path>
            </a:pathLst>
          </a:custGeom>
          <a:ln w="133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6038136" y="3361479"/>
            <a:ext cx="13012" cy="42691"/>
          </a:xfrm>
          <a:custGeom>
            <a:avLst/>
            <a:gdLst/>
            <a:ahLst/>
            <a:cxnLst/>
            <a:rect l="l" t="t" r="r" b="b"/>
            <a:pathLst>
              <a:path w="13012" h="42691">
                <a:moveTo>
                  <a:pt x="0" y="42691"/>
                </a:moveTo>
                <a:lnTo>
                  <a:pt x="0" y="42513"/>
                </a:lnTo>
                <a:lnTo>
                  <a:pt x="317" y="42247"/>
                </a:lnTo>
                <a:lnTo>
                  <a:pt x="317" y="42070"/>
                </a:lnTo>
                <a:lnTo>
                  <a:pt x="317" y="41892"/>
                </a:lnTo>
                <a:lnTo>
                  <a:pt x="317" y="41626"/>
                </a:lnTo>
                <a:lnTo>
                  <a:pt x="317" y="41448"/>
                </a:lnTo>
                <a:lnTo>
                  <a:pt x="793" y="41448"/>
                </a:lnTo>
                <a:lnTo>
                  <a:pt x="793" y="41182"/>
                </a:lnTo>
                <a:lnTo>
                  <a:pt x="793" y="41005"/>
                </a:lnTo>
                <a:lnTo>
                  <a:pt x="793" y="40827"/>
                </a:lnTo>
                <a:lnTo>
                  <a:pt x="1110" y="40827"/>
                </a:lnTo>
                <a:lnTo>
                  <a:pt x="1110" y="40561"/>
                </a:lnTo>
                <a:lnTo>
                  <a:pt x="1110" y="40383"/>
                </a:lnTo>
                <a:lnTo>
                  <a:pt x="1428" y="40117"/>
                </a:lnTo>
                <a:lnTo>
                  <a:pt x="1428" y="39940"/>
                </a:lnTo>
                <a:lnTo>
                  <a:pt x="1428" y="39673"/>
                </a:lnTo>
                <a:lnTo>
                  <a:pt x="1904" y="39496"/>
                </a:lnTo>
                <a:lnTo>
                  <a:pt x="1904" y="39318"/>
                </a:lnTo>
                <a:lnTo>
                  <a:pt x="1904" y="39052"/>
                </a:lnTo>
                <a:lnTo>
                  <a:pt x="2221" y="38874"/>
                </a:lnTo>
                <a:lnTo>
                  <a:pt x="2221" y="38608"/>
                </a:lnTo>
                <a:lnTo>
                  <a:pt x="2221" y="38431"/>
                </a:lnTo>
                <a:lnTo>
                  <a:pt x="2221" y="38253"/>
                </a:lnTo>
                <a:lnTo>
                  <a:pt x="2221" y="37987"/>
                </a:lnTo>
                <a:lnTo>
                  <a:pt x="2221" y="37809"/>
                </a:lnTo>
                <a:lnTo>
                  <a:pt x="2697" y="37543"/>
                </a:lnTo>
                <a:lnTo>
                  <a:pt x="2697" y="37366"/>
                </a:lnTo>
                <a:lnTo>
                  <a:pt x="2697" y="37099"/>
                </a:lnTo>
                <a:lnTo>
                  <a:pt x="2697" y="36922"/>
                </a:lnTo>
                <a:lnTo>
                  <a:pt x="3015" y="36922"/>
                </a:lnTo>
                <a:lnTo>
                  <a:pt x="3015" y="36744"/>
                </a:lnTo>
                <a:lnTo>
                  <a:pt x="3015" y="36478"/>
                </a:lnTo>
                <a:lnTo>
                  <a:pt x="3015" y="36301"/>
                </a:lnTo>
                <a:lnTo>
                  <a:pt x="3332" y="36034"/>
                </a:lnTo>
                <a:lnTo>
                  <a:pt x="3332" y="35857"/>
                </a:lnTo>
                <a:lnTo>
                  <a:pt x="3332" y="35679"/>
                </a:lnTo>
                <a:lnTo>
                  <a:pt x="3808" y="35413"/>
                </a:lnTo>
                <a:lnTo>
                  <a:pt x="3808" y="35235"/>
                </a:lnTo>
                <a:lnTo>
                  <a:pt x="3808" y="34969"/>
                </a:lnTo>
                <a:lnTo>
                  <a:pt x="3808" y="34792"/>
                </a:lnTo>
                <a:lnTo>
                  <a:pt x="4125" y="34525"/>
                </a:lnTo>
                <a:lnTo>
                  <a:pt x="4125" y="34348"/>
                </a:lnTo>
                <a:lnTo>
                  <a:pt x="4125" y="34170"/>
                </a:lnTo>
                <a:lnTo>
                  <a:pt x="4125" y="33904"/>
                </a:lnTo>
                <a:lnTo>
                  <a:pt x="4125" y="33727"/>
                </a:lnTo>
                <a:lnTo>
                  <a:pt x="4125" y="33460"/>
                </a:lnTo>
                <a:lnTo>
                  <a:pt x="4125" y="33283"/>
                </a:lnTo>
                <a:lnTo>
                  <a:pt x="4125" y="33105"/>
                </a:lnTo>
                <a:lnTo>
                  <a:pt x="4601" y="32839"/>
                </a:lnTo>
                <a:lnTo>
                  <a:pt x="4601" y="32662"/>
                </a:lnTo>
                <a:lnTo>
                  <a:pt x="4601" y="32395"/>
                </a:lnTo>
                <a:lnTo>
                  <a:pt x="4601" y="32218"/>
                </a:lnTo>
                <a:lnTo>
                  <a:pt x="4919" y="32218"/>
                </a:lnTo>
                <a:lnTo>
                  <a:pt x="4919" y="31952"/>
                </a:lnTo>
                <a:lnTo>
                  <a:pt x="4919" y="31774"/>
                </a:lnTo>
                <a:lnTo>
                  <a:pt x="4919" y="31597"/>
                </a:lnTo>
                <a:lnTo>
                  <a:pt x="4919" y="31330"/>
                </a:lnTo>
                <a:lnTo>
                  <a:pt x="5395" y="31153"/>
                </a:lnTo>
                <a:lnTo>
                  <a:pt x="5395" y="30886"/>
                </a:lnTo>
                <a:lnTo>
                  <a:pt x="5395" y="30531"/>
                </a:lnTo>
                <a:lnTo>
                  <a:pt x="5395" y="30265"/>
                </a:lnTo>
                <a:lnTo>
                  <a:pt x="5712" y="30088"/>
                </a:lnTo>
                <a:lnTo>
                  <a:pt x="5712" y="29821"/>
                </a:lnTo>
                <a:lnTo>
                  <a:pt x="5712" y="29644"/>
                </a:lnTo>
                <a:lnTo>
                  <a:pt x="5712" y="29378"/>
                </a:lnTo>
                <a:lnTo>
                  <a:pt x="6030" y="29200"/>
                </a:lnTo>
                <a:lnTo>
                  <a:pt x="6030" y="29023"/>
                </a:lnTo>
                <a:lnTo>
                  <a:pt x="6030" y="28579"/>
                </a:lnTo>
                <a:lnTo>
                  <a:pt x="6506" y="28313"/>
                </a:lnTo>
                <a:lnTo>
                  <a:pt x="6506" y="28135"/>
                </a:lnTo>
                <a:lnTo>
                  <a:pt x="6506" y="27958"/>
                </a:lnTo>
                <a:lnTo>
                  <a:pt x="6506" y="27691"/>
                </a:lnTo>
                <a:lnTo>
                  <a:pt x="6506" y="27514"/>
                </a:lnTo>
                <a:lnTo>
                  <a:pt x="6506" y="27247"/>
                </a:lnTo>
                <a:lnTo>
                  <a:pt x="6506" y="27070"/>
                </a:lnTo>
                <a:lnTo>
                  <a:pt x="6506" y="26804"/>
                </a:lnTo>
                <a:lnTo>
                  <a:pt x="6506" y="26626"/>
                </a:lnTo>
                <a:lnTo>
                  <a:pt x="6506" y="26182"/>
                </a:lnTo>
                <a:lnTo>
                  <a:pt x="6823" y="26182"/>
                </a:lnTo>
                <a:lnTo>
                  <a:pt x="6823" y="26005"/>
                </a:lnTo>
                <a:lnTo>
                  <a:pt x="6823" y="25739"/>
                </a:lnTo>
                <a:lnTo>
                  <a:pt x="6823" y="25384"/>
                </a:lnTo>
                <a:lnTo>
                  <a:pt x="6823" y="25117"/>
                </a:lnTo>
                <a:lnTo>
                  <a:pt x="7299" y="25117"/>
                </a:lnTo>
                <a:lnTo>
                  <a:pt x="7299" y="24940"/>
                </a:lnTo>
                <a:lnTo>
                  <a:pt x="7299" y="24496"/>
                </a:lnTo>
                <a:lnTo>
                  <a:pt x="7299" y="24230"/>
                </a:lnTo>
                <a:lnTo>
                  <a:pt x="7616" y="24052"/>
                </a:lnTo>
                <a:lnTo>
                  <a:pt x="7616" y="23875"/>
                </a:lnTo>
                <a:lnTo>
                  <a:pt x="7616" y="23608"/>
                </a:lnTo>
                <a:lnTo>
                  <a:pt x="7616" y="23431"/>
                </a:lnTo>
                <a:lnTo>
                  <a:pt x="7616" y="23165"/>
                </a:lnTo>
                <a:lnTo>
                  <a:pt x="7934" y="22810"/>
                </a:lnTo>
                <a:lnTo>
                  <a:pt x="7934" y="22543"/>
                </a:lnTo>
                <a:lnTo>
                  <a:pt x="7934" y="22100"/>
                </a:lnTo>
                <a:lnTo>
                  <a:pt x="7934" y="21922"/>
                </a:lnTo>
                <a:lnTo>
                  <a:pt x="8410" y="21745"/>
                </a:lnTo>
                <a:lnTo>
                  <a:pt x="8410" y="21478"/>
                </a:lnTo>
                <a:lnTo>
                  <a:pt x="8410" y="21301"/>
                </a:lnTo>
                <a:lnTo>
                  <a:pt x="8410" y="21035"/>
                </a:lnTo>
                <a:lnTo>
                  <a:pt x="8410" y="20591"/>
                </a:lnTo>
                <a:lnTo>
                  <a:pt x="8410" y="20413"/>
                </a:lnTo>
                <a:lnTo>
                  <a:pt x="8410" y="20236"/>
                </a:lnTo>
                <a:lnTo>
                  <a:pt x="8410" y="19970"/>
                </a:lnTo>
                <a:lnTo>
                  <a:pt x="8410" y="19792"/>
                </a:lnTo>
                <a:lnTo>
                  <a:pt x="8727" y="19348"/>
                </a:lnTo>
                <a:lnTo>
                  <a:pt x="8727" y="19171"/>
                </a:lnTo>
                <a:lnTo>
                  <a:pt x="8727" y="18904"/>
                </a:lnTo>
                <a:lnTo>
                  <a:pt x="8727" y="18727"/>
                </a:lnTo>
                <a:lnTo>
                  <a:pt x="8727" y="18461"/>
                </a:lnTo>
                <a:lnTo>
                  <a:pt x="9203" y="18017"/>
                </a:lnTo>
                <a:lnTo>
                  <a:pt x="9203" y="17839"/>
                </a:lnTo>
                <a:lnTo>
                  <a:pt x="9203" y="17662"/>
                </a:lnTo>
                <a:lnTo>
                  <a:pt x="9203" y="17396"/>
                </a:lnTo>
                <a:lnTo>
                  <a:pt x="9203" y="16952"/>
                </a:lnTo>
                <a:lnTo>
                  <a:pt x="9521" y="16774"/>
                </a:lnTo>
                <a:lnTo>
                  <a:pt x="9521" y="16597"/>
                </a:lnTo>
                <a:lnTo>
                  <a:pt x="9521" y="16331"/>
                </a:lnTo>
                <a:lnTo>
                  <a:pt x="9521" y="15887"/>
                </a:lnTo>
                <a:lnTo>
                  <a:pt x="9521" y="15709"/>
                </a:lnTo>
                <a:lnTo>
                  <a:pt x="9838" y="15443"/>
                </a:lnTo>
                <a:lnTo>
                  <a:pt x="9838" y="15265"/>
                </a:lnTo>
                <a:lnTo>
                  <a:pt x="9838" y="14822"/>
                </a:lnTo>
                <a:lnTo>
                  <a:pt x="9838" y="14644"/>
                </a:lnTo>
                <a:lnTo>
                  <a:pt x="10314" y="14378"/>
                </a:lnTo>
                <a:lnTo>
                  <a:pt x="10314" y="14200"/>
                </a:lnTo>
                <a:lnTo>
                  <a:pt x="10314" y="13757"/>
                </a:lnTo>
                <a:lnTo>
                  <a:pt x="10314" y="13579"/>
                </a:lnTo>
                <a:lnTo>
                  <a:pt x="10314" y="13135"/>
                </a:lnTo>
                <a:lnTo>
                  <a:pt x="10631" y="12869"/>
                </a:lnTo>
                <a:lnTo>
                  <a:pt x="10631" y="12692"/>
                </a:lnTo>
                <a:lnTo>
                  <a:pt x="10631" y="12248"/>
                </a:lnTo>
                <a:lnTo>
                  <a:pt x="10631" y="12070"/>
                </a:lnTo>
                <a:lnTo>
                  <a:pt x="10631" y="11804"/>
                </a:lnTo>
                <a:lnTo>
                  <a:pt x="10631" y="11626"/>
                </a:lnTo>
                <a:lnTo>
                  <a:pt x="10631" y="11183"/>
                </a:lnTo>
                <a:lnTo>
                  <a:pt x="10631" y="10739"/>
                </a:lnTo>
                <a:lnTo>
                  <a:pt x="10631" y="10295"/>
                </a:lnTo>
                <a:lnTo>
                  <a:pt x="11108" y="9940"/>
                </a:lnTo>
                <a:lnTo>
                  <a:pt x="11108" y="9674"/>
                </a:lnTo>
                <a:lnTo>
                  <a:pt x="11108" y="9496"/>
                </a:lnTo>
                <a:lnTo>
                  <a:pt x="11108" y="9230"/>
                </a:lnTo>
                <a:lnTo>
                  <a:pt x="11425" y="8875"/>
                </a:lnTo>
                <a:lnTo>
                  <a:pt x="11425" y="8431"/>
                </a:lnTo>
                <a:lnTo>
                  <a:pt x="11425" y="7988"/>
                </a:lnTo>
                <a:lnTo>
                  <a:pt x="11425" y="7544"/>
                </a:lnTo>
                <a:lnTo>
                  <a:pt x="11901" y="7366"/>
                </a:lnTo>
                <a:lnTo>
                  <a:pt x="11901" y="7100"/>
                </a:lnTo>
                <a:lnTo>
                  <a:pt x="11901" y="6656"/>
                </a:lnTo>
                <a:lnTo>
                  <a:pt x="11901" y="6301"/>
                </a:lnTo>
                <a:lnTo>
                  <a:pt x="11901" y="6035"/>
                </a:lnTo>
                <a:lnTo>
                  <a:pt x="12218" y="5857"/>
                </a:lnTo>
                <a:lnTo>
                  <a:pt x="12218" y="5414"/>
                </a:lnTo>
                <a:lnTo>
                  <a:pt x="12218" y="4970"/>
                </a:lnTo>
                <a:lnTo>
                  <a:pt x="12218" y="4526"/>
                </a:lnTo>
                <a:lnTo>
                  <a:pt x="12536" y="4082"/>
                </a:lnTo>
                <a:lnTo>
                  <a:pt x="12536" y="3727"/>
                </a:lnTo>
                <a:lnTo>
                  <a:pt x="12536" y="3283"/>
                </a:lnTo>
                <a:lnTo>
                  <a:pt x="12536" y="2840"/>
                </a:lnTo>
                <a:lnTo>
                  <a:pt x="12536" y="2573"/>
                </a:lnTo>
                <a:lnTo>
                  <a:pt x="12536" y="2218"/>
                </a:lnTo>
                <a:lnTo>
                  <a:pt x="12536" y="1952"/>
                </a:lnTo>
                <a:lnTo>
                  <a:pt x="12536" y="1508"/>
                </a:lnTo>
                <a:lnTo>
                  <a:pt x="13012" y="1331"/>
                </a:lnTo>
                <a:lnTo>
                  <a:pt x="13012" y="887"/>
                </a:lnTo>
                <a:lnTo>
                  <a:pt x="13012" y="443"/>
                </a:lnTo>
                <a:lnTo>
                  <a:pt x="13012" y="266"/>
                </a:lnTo>
                <a:lnTo>
                  <a:pt x="13012" y="0"/>
                </a:lnTo>
              </a:path>
            </a:pathLst>
          </a:custGeom>
          <a:ln w="1881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6051149" y="3271924"/>
            <a:ext cx="13805" cy="89554"/>
          </a:xfrm>
          <a:custGeom>
            <a:avLst/>
            <a:gdLst/>
            <a:ahLst/>
            <a:cxnLst/>
            <a:rect l="l" t="t" r="r" b="b"/>
            <a:pathLst>
              <a:path w="13805" h="89554">
                <a:moveTo>
                  <a:pt x="0" y="89554"/>
                </a:moveTo>
                <a:lnTo>
                  <a:pt x="317" y="89199"/>
                </a:lnTo>
                <a:lnTo>
                  <a:pt x="317" y="88755"/>
                </a:lnTo>
                <a:lnTo>
                  <a:pt x="317" y="88489"/>
                </a:lnTo>
                <a:lnTo>
                  <a:pt x="317" y="88134"/>
                </a:lnTo>
                <a:lnTo>
                  <a:pt x="317" y="87690"/>
                </a:lnTo>
                <a:lnTo>
                  <a:pt x="793" y="87424"/>
                </a:lnTo>
                <a:lnTo>
                  <a:pt x="793" y="87246"/>
                </a:lnTo>
                <a:lnTo>
                  <a:pt x="793" y="86803"/>
                </a:lnTo>
                <a:lnTo>
                  <a:pt x="793" y="86359"/>
                </a:lnTo>
                <a:lnTo>
                  <a:pt x="1110" y="86181"/>
                </a:lnTo>
                <a:lnTo>
                  <a:pt x="1110" y="85737"/>
                </a:lnTo>
                <a:lnTo>
                  <a:pt x="1110" y="85294"/>
                </a:lnTo>
                <a:lnTo>
                  <a:pt x="1110" y="85116"/>
                </a:lnTo>
                <a:lnTo>
                  <a:pt x="1110" y="84672"/>
                </a:lnTo>
                <a:lnTo>
                  <a:pt x="1428" y="84229"/>
                </a:lnTo>
                <a:lnTo>
                  <a:pt x="1428" y="83785"/>
                </a:lnTo>
                <a:lnTo>
                  <a:pt x="1428" y="83607"/>
                </a:lnTo>
                <a:lnTo>
                  <a:pt x="1428" y="83164"/>
                </a:lnTo>
                <a:lnTo>
                  <a:pt x="1428" y="82720"/>
                </a:lnTo>
                <a:lnTo>
                  <a:pt x="1904" y="82542"/>
                </a:lnTo>
                <a:lnTo>
                  <a:pt x="1904" y="82098"/>
                </a:lnTo>
                <a:lnTo>
                  <a:pt x="1904" y="81655"/>
                </a:lnTo>
                <a:lnTo>
                  <a:pt x="1904" y="81477"/>
                </a:lnTo>
                <a:lnTo>
                  <a:pt x="1904" y="81033"/>
                </a:lnTo>
                <a:lnTo>
                  <a:pt x="1904" y="80590"/>
                </a:lnTo>
                <a:lnTo>
                  <a:pt x="1904" y="80412"/>
                </a:lnTo>
                <a:lnTo>
                  <a:pt x="1904" y="79968"/>
                </a:lnTo>
                <a:lnTo>
                  <a:pt x="1904" y="79525"/>
                </a:lnTo>
                <a:lnTo>
                  <a:pt x="2221" y="79081"/>
                </a:lnTo>
                <a:lnTo>
                  <a:pt x="2221" y="78903"/>
                </a:lnTo>
                <a:lnTo>
                  <a:pt x="2221" y="78459"/>
                </a:lnTo>
                <a:lnTo>
                  <a:pt x="2221" y="78016"/>
                </a:lnTo>
                <a:lnTo>
                  <a:pt x="2221" y="77838"/>
                </a:lnTo>
                <a:lnTo>
                  <a:pt x="2697" y="77394"/>
                </a:lnTo>
                <a:lnTo>
                  <a:pt x="2697" y="76951"/>
                </a:lnTo>
                <a:lnTo>
                  <a:pt x="2697" y="76773"/>
                </a:lnTo>
                <a:lnTo>
                  <a:pt x="2697" y="76329"/>
                </a:lnTo>
                <a:lnTo>
                  <a:pt x="2697" y="75886"/>
                </a:lnTo>
                <a:lnTo>
                  <a:pt x="3015" y="75619"/>
                </a:lnTo>
                <a:lnTo>
                  <a:pt x="3015" y="75264"/>
                </a:lnTo>
                <a:lnTo>
                  <a:pt x="3015" y="74554"/>
                </a:lnTo>
                <a:lnTo>
                  <a:pt x="3015" y="74377"/>
                </a:lnTo>
                <a:lnTo>
                  <a:pt x="3015" y="73933"/>
                </a:lnTo>
                <a:lnTo>
                  <a:pt x="3491" y="73489"/>
                </a:lnTo>
                <a:lnTo>
                  <a:pt x="3491" y="73312"/>
                </a:lnTo>
                <a:lnTo>
                  <a:pt x="3491" y="72868"/>
                </a:lnTo>
                <a:lnTo>
                  <a:pt x="3491" y="72424"/>
                </a:lnTo>
                <a:lnTo>
                  <a:pt x="3808" y="71980"/>
                </a:lnTo>
                <a:lnTo>
                  <a:pt x="3808" y="71625"/>
                </a:lnTo>
                <a:lnTo>
                  <a:pt x="3808" y="71182"/>
                </a:lnTo>
                <a:lnTo>
                  <a:pt x="3808" y="70915"/>
                </a:lnTo>
                <a:lnTo>
                  <a:pt x="3808" y="70471"/>
                </a:lnTo>
                <a:lnTo>
                  <a:pt x="3808" y="70116"/>
                </a:lnTo>
                <a:lnTo>
                  <a:pt x="3808" y="69673"/>
                </a:lnTo>
                <a:lnTo>
                  <a:pt x="3808" y="69229"/>
                </a:lnTo>
                <a:lnTo>
                  <a:pt x="3808" y="68785"/>
                </a:lnTo>
                <a:lnTo>
                  <a:pt x="3808" y="68608"/>
                </a:lnTo>
                <a:lnTo>
                  <a:pt x="4125" y="68164"/>
                </a:lnTo>
                <a:lnTo>
                  <a:pt x="4125" y="67543"/>
                </a:lnTo>
                <a:lnTo>
                  <a:pt x="4125" y="67276"/>
                </a:lnTo>
                <a:lnTo>
                  <a:pt x="4125" y="66832"/>
                </a:lnTo>
                <a:lnTo>
                  <a:pt x="4125" y="66477"/>
                </a:lnTo>
                <a:lnTo>
                  <a:pt x="4601" y="66034"/>
                </a:lnTo>
                <a:lnTo>
                  <a:pt x="4601" y="65590"/>
                </a:lnTo>
                <a:lnTo>
                  <a:pt x="4601" y="65146"/>
                </a:lnTo>
                <a:lnTo>
                  <a:pt x="4601" y="64969"/>
                </a:lnTo>
                <a:lnTo>
                  <a:pt x="4919" y="64259"/>
                </a:lnTo>
                <a:lnTo>
                  <a:pt x="4919" y="63904"/>
                </a:lnTo>
                <a:lnTo>
                  <a:pt x="4919" y="63637"/>
                </a:lnTo>
                <a:lnTo>
                  <a:pt x="4919" y="63194"/>
                </a:lnTo>
                <a:lnTo>
                  <a:pt x="4919" y="62572"/>
                </a:lnTo>
                <a:lnTo>
                  <a:pt x="5395" y="62395"/>
                </a:lnTo>
                <a:lnTo>
                  <a:pt x="5395" y="61951"/>
                </a:lnTo>
                <a:lnTo>
                  <a:pt x="5395" y="61507"/>
                </a:lnTo>
                <a:lnTo>
                  <a:pt x="5395" y="61063"/>
                </a:lnTo>
                <a:lnTo>
                  <a:pt x="5395" y="60620"/>
                </a:lnTo>
                <a:lnTo>
                  <a:pt x="5712" y="60265"/>
                </a:lnTo>
                <a:lnTo>
                  <a:pt x="5712" y="59821"/>
                </a:lnTo>
                <a:lnTo>
                  <a:pt x="5712" y="59377"/>
                </a:lnTo>
                <a:lnTo>
                  <a:pt x="5712" y="58933"/>
                </a:lnTo>
                <a:lnTo>
                  <a:pt x="5712" y="58489"/>
                </a:lnTo>
                <a:lnTo>
                  <a:pt x="6030" y="58046"/>
                </a:lnTo>
                <a:lnTo>
                  <a:pt x="6030" y="57691"/>
                </a:lnTo>
                <a:lnTo>
                  <a:pt x="6030" y="57247"/>
                </a:lnTo>
                <a:lnTo>
                  <a:pt x="6030" y="56803"/>
                </a:lnTo>
                <a:lnTo>
                  <a:pt x="6030" y="56359"/>
                </a:lnTo>
                <a:lnTo>
                  <a:pt x="6030" y="55916"/>
                </a:lnTo>
                <a:lnTo>
                  <a:pt x="6030" y="55472"/>
                </a:lnTo>
                <a:lnTo>
                  <a:pt x="6030" y="55117"/>
                </a:lnTo>
                <a:lnTo>
                  <a:pt x="6030" y="54407"/>
                </a:lnTo>
                <a:lnTo>
                  <a:pt x="6506" y="54229"/>
                </a:lnTo>
                <a:lnTo>
                  <a:pt x="6506" y="53608"/>
                </a:lnTo>
                <a:lnTo>
                  <a:pt x="6506" y="53164"/>
                </a:lnTo>
                <a:lnTo>
                  <a:pt x="6506" y="52898"/>
                </a:lnTo>
                <a:lnTo>
                  <a:pt x="6506" y="52277"/>
                </a:lnTo>
                <a:lnTo>
                  <a:pt x="6823" y="52099"/>
                </a:lnTo>
                <a:lnTo>
                  <a:pt x="6823" y="51389"/>
                </a:lnTo>
                <a:lnTo>
                  <a:pt x="6823" y="51034"/>
                </a:lnTo>
                <a:lnTo>
                  <a:pt x="6823" y="50590"/>
                </a:lnTo>
                <a:lnTo>
                  <a:pt x="6823" y="50146"/>
                </a:lnTo>
                <a:lnTo>
                  <a:pt x="7299" y="49703"/>
                </a:lnTo>
                <a:lnTo>
                  <a:pt x="7299" y="49259"/>
                </a:lnTo>
                <a:lnTo>
                  <a:pt x="7299" y="48638"/>
                </a:lnTo>
                <a:lnTo>
                  <a:pt x="7299" y="48460"/>
                </a:lnTo>
                <a:lnTo>
                  <a:pt x="7616" y="47750"/>
                </a:lnTo>
                <a:lnTo>
                  <a:pt x="7616" y="47395"/>
                </a:lnTo>
                <a:lnTo>
                  <a:pt x="7616" y="46951"/>
                </a:lnTo>
                <a:lnTo>
                  <a:pt x="7616" y="46507"/>
                </a:lnTo>
                <a:lnTo>
                  <a:pt x="7616" y="46064"/>
                </a:lnTo>
                <a:lnTo>
                  <a:pt x="8093" y="45620"/>
                </a:lnTo>
                <a:lnTo>
                  <a:pt x="8093" y="44999"/>
                </a:lnTo>
                <a:lnTo>
                  <a:pt x="8093" y="44821"/>
                </a:lnTo>
                <a:lnTo>
                  <a:pt x="8093" y="44111"/>
                </a:lnTo>
                <a:lnTo>
                  <a:pt x="8093" y="43667"/>
                </a:lnTo>
                <a:lnTo>
                  <a:pt x="8093" y="43312"/>
                </a:lnTo>
                <a:lnTo>
                  <a:pt x="8093" y="42602"/>
                </a:lnTo>
                <a:lnTo>
                  <a:pt x="8093" y="42425"/>
                </a:lnTo>
                <a:lnTo>
                  <a:pt x="8093" y="41803"/>
                </a:lnTo>
                <a:lnTo>
                  <a:pt x="8093" y="41360"/>
                </a:lnTo>
                <a:lnTo>
                  <a:pt x="8410" y="40916"/>
                </a:lnTo>
                <a:lnTo>
                  <a:pt x="8410" y="40295"/>
                </a:lnTo>
                <a:lnTo>
                  <a:pt x="8410" y="40028"/>
                </a:lnTo>
                <a:lnTo>
                  <a:pt x="8410" y="39407"/>
                </a:lnTo>
                <a:lnTo>
                  <a:pt x="8727" y="38963"/>
                </a:lnTo>
                <a:lnTo>
                  <a:pt x="8727" y="38608"/>
                </a:lnTo>
                <a:lnTo>
                  <a:pt x="8727" y="37898"/>
                </a:lnTo>
                <a:lnTo>
                  <a:pt x="8727" y="37454"/>
                </a:lnTo>
                <a:lnTo>
                  <a:pt x="8727" y="37099"/>
                </a:lnTo>
                <a:lnTo>
                  <a:pt x="9203" y="36656"/>
                </a:lnTo>
                <a:lnTo>
                  <a:pt x="9203" y="36034"/>
                </a:lnTo>
                <a:lnTo>
                  <a:pt x="9203" y="35591"/>
                </a:lnTo>
                <a:lnTo>
                  <a:pt x="9203" y="35147"/>
                </a:lnTo>
                <a:lnTo>
                  <a:pt x="9203" y="34525"/>
                </a:lnTo>
                <a:lnTo>
                  <a:pt x="9521" y="34259"/>
                </a:lnTo>
                <a:lnTo>
                  <a:pt x="9521" y="33638"/>
                </a:lnTo>
                <a:lnTo>
                  <a:pt x="9521" y="33194"/>
                </a:lnTo>
                <a:lnTo>
                  <a:pt x="9521" y="32750"/>
                </a:lnTo>
                <a:lnTo>
                  <a:pt x="9521" y="32129"/>
                </a:lnTo>
                <a:lnTo>
                  <a:pt x="9997" y="31685"/>
                </a:lnTo>
                <a:lnTo>
                  <a:pt x="9997" y="31064"/>
                </a:lnTo>
                <a:lnTo>
                  <a:pt x="9997" y="30886"/>
                </a:lnTo>
                <a:lnTo>
                  <a:pt x="9997" y="30176"/>
                </a:lnTo>
                <a:lnTo>
                  <a:pt x="9997" y="29555"/>
                </a:lnTo>
                <a:lnTo>
                  <a:pt x="9997" y="29378"/>
                </a:lnTo>
                <a:lnTo>
                  <a:pt x="9997" y="28668"/>
                </a:lnTo>
                <a:lnTo>
                  <a:pt x="9997" y="28313"/>
                </a:lnTo>
                <a:lnTo>
                  <a:pt x="9997" y="27602"/>
                </a:lnTo>
                <a:lnTo>
                  <a:pt x="10314" y="27159"/>
                </a:lnTo>
                <a:lnTo>
                  <a:pt x="10314" y="26804"/>
                </a:lnTo>
                <a:lnTo>
                  <a:pt x="10314" y="26094"/>
                </a:lnTo>
                <a:lnTo>
                  <a:pt x="10314" y="25739"/>
                </a:lnTo>
                <a:lnTo>
                  <a:pt x="10314" y="25029"/>
                </a:lnTo>
                <a:lnTo>
                  <a:pt x="10631" y="24585"/>
                </a:lnTo>
                <a:lnTo>
                  <a:pt x="10631" y="24230"/>
                </a:lnTo>
                <a:lnTo>
                  <a:pt x="10631" y="23520"/>
                </a:lnTo>
                <a:lnTo>
                  <a:pt x="10631" y="23165"/>
                </a:lnTo>
                <a:lnTo>
                  <a:pt x="10631" y="22455"/>
                </a:lnTo>
                <a:lnTo>
                  <a:pt x="11108" y="22011"/>
                </a:lnTo>
                <a:lnTo>
                  <a:pt x="11108" y="21656"/>
                </a:lnTo>
                <a:lnTo>
                  <a:pt x="11108" y="21212"/>
                </a:lnTo>
                <a:lnTo>
                  <a:pt x="11108" y="20591"/>
                </a:lnTo>
                <a:lnTo>
                  <a:pt x="11425" y="20147"/>
                </a:lnTo>
                <a:lnTo>
                  <a:pt x="11425" y="19526"/>
                </a:lnTo>
                <a:lnTo>
                  <a:pt x="11425" y="18816"/>
                </a:lnTo>
                <a:lnTo>
                  <a:pt x="11425" y="18372"/>
                </a:lnTo>
                <a:lnTo>
                  <a:pt x="11425" y="17751"/>
                </a:lnTo>
                <a:lnTo>
                  <a:pt x="11901" y="17573"/>
                </a:lnTo>
                <a:lnTo>
                  <a:pt x="11901" y="16952"/>
                </a:lnTo>
                <a:lnTo>
                  <a:pt x="11901" y="16508"/>
                </a:lnTo>
                <a:lnTo>
                  <a:pt x="11901" y="15798"/>
                </a:lnTo>
                <a:lnTo>
                  <a:pt x="11901" y="15443"/>
                </a:lnTo>
                <a:lnTo>
                  <a:pt x="12218" y="14733"/>
                </a:lnTo>
                <a:lnTo>
                  <a:pt x="12218" y="14112"/>
                </a:lnTo>
                <a:lnTo>
                  <a:pt x="12218" y="13668"/>
                </a:lnTo>
                <a:lnTo>
                  <a:pt x="12218" y="13047"/>
                </a:lnTo>
                <a:lnTo>
                  <a:pt x="12218" y="12603"/>
                </a:lnTo>
                <a:lnTo>
                  <a:pt x="12218" y="11982"/>
                </a:lnTo>
                <a:lnTo>
                  <a:pt x="12218" y="11538"/>
                </a:lnTo>
                <a:lnTo>
                  <a:pt x="12218" y="10916"/>
                </a:lnTo>
                <a:lnTo>
                  <a:pt x="12218" y="10650"/>
                </a:lnTo>
                <a:lnTo>
                  <a:pt x="12536" y="10029"/>
                </a:lnTo>
                <a:lnTo>
                  <a:pt x="12536" y="9408"/>
                </a:lnTo>
                <a:lnTo>
                  <a:pt x="12536" y="8964"/>
                </a:lnTo>
                <a:lnTo>
                  <a:pt x="12536" y="8343"/>
                </a:lnTo>
                <a:lnTo>
                  <a:pt x="12536" y="7899"/>
                </a:lnTo>
                <a:lnTo>
                  <a:pt x="13012" y="7277"/>
                </a:lnTo>
                <a:lnTo>
                  <a:pt x="13012" y="6834"/>
                </a:lnTo>
                <a:lnTo>
                  <a:pt x="13012" y="6212"/>
                </a:lnTo>
                <a:lnTo>
                  <a:pt x="13012" y="5769"/>
                </a:lnTo>
                <a:lnTo>
                  <a:pt x="13012" y="5147"/>
                </a:lnTo>
                <a:lnTo>
                  <a:pt x="13329" y="4704"/>
                </a:lnTo>
                <a:lnTo>
                  <a:pt x="13329" y="3816"/>
                </a:lnTo>
                <a:lnTo>
                  <a:pt x="13329" y="3372"/>
                </a:lnTo>
                <a:lnTo>
                  <a:pt x="13329" y="2751"/>
                </a:lnTo>
                <a:lnTo>
                  <a:pt x="13329" y="2307"/>
                </a:lnTo>
                <a:lnTo>
                  <a:pt x="13805" y="1686"/>
                </a:lnTo>
                <a:lnTo>
                  <a:pt x="13805" y="1242"/>
                </a:lnTo>
                <a:lnTo>
                  <a:pt x="13805" y="621"/>
                </a:lnTo>
                <a:lnTo>
                  <a:pt x="13805" y="0"/>
                </a:lnTo>
              </a:path>
            </a:pathLst>
          </a:custGeom>
          <a:ln w="1934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6064954" y="3141986"/>
            <a:ext cx="13329" cy="129938"/>
          </a:xfrm>
          <a:custGeom>
            <a:avLst/>
            <a:gdLst/>
            <a:ahLst/>
            <a:cxnLst/>
            <a:rect l="l" t="t" r="r" b="b"/>
            <a:pathLst>
              <a:path w="13329" h="129938">
                <a:moveTo>
                  <a:pt x="0" y="129938"/>
                </a:moveTo>
                <a:lnTo>
                  <a:pt x="317" y="129494"/>
                </a:lnTo>
                <a:lnTo>
                  <a:pt x="317" y="128873"/>
                </a:lnTo>
                <a:lnTo>
                  <a:pt x="317" y="128429"/>
                </a:lnTo>
                <a:lnTo>
                  <a:pt x="317" y="127719"/>
                </a:lnTo>
                <a:lnTo>
                  <a:pt x="317" y="127364"/>
                </a:lnTo>
                <a:lnTo>
                  <a:pt x="317" y="126654"/>
                </a:lnTo>
                <a:lnTo>
                  <a:pt x="317" y="126032"/>
                </a:lnTo>
                <a:lnTo>
                  <a:pt x="317" y="125411"/>
                </a:lnTo>
                <a:lnTo>
                  <a:pt x="317" y="124967"/>
                </a:lnTo>
                <a:lnTo>
                  <a:pt x="317" y="124346"/>
                </a:lnTo>
                <a:lnTo>
                  <a:pt x="793" y="123902"/>
                </a:lnTo>
                <a:lnTo>
                  <a:pt x="793" y="123281"/>
                </a:lnTo>
                <a:lnTo>
                  <a:pt x="793" y="122837"/>
                </a:lnTo>
                <a:lnTo>
                  <a:pt x="793" y="121950"/>
                </a:lnTo>
                <a:lnTo>
                  <a:pt x="793" y="121506"/>
                </a:lnTo>
                <a:lnTo>
                  <a:pt x="1110" y="120885"/>
                </a:lnTo>
                <a:lnTo>
                  <a:pt x="1110" y="120441"/>
                </a:lnTo>
                <a:lnTo>
                  <a:pt x="1110" y="119820"/>
                </a:lnTo>
                <a:lnTo>
                  <a:pt x="1110" y="119376"/>
                </a:lnTo>
                <a:lnTo>
                  <a:pt x="1428" y="118577"/>
                </a:lnTo>
                <a:lnTo>
                  <a:pt x="1428" y="118133"/>
                </a:lnTo>
                <a:lnTo>
                  <a:pt x="1428" y="117512"/>
                </a:lnTo>
                <a:lnTo>
                  <a:pt x="1428" y="117068"/>
                </a:lnTo>
                <a:lnTo>
                  <a:pt x="1428" y="116358"/>
                </a:lnTo>
                <a:lnTo>
                  <a:pt x="1904" y="115737"/>
                </a:lnTo>
                <a:lnTo>
                  <a:pt x="1904" y="115116"/>
                </a:lnTo>
                <a:lnTo>
                  <a:pt x="1904" y="114672"/>
                </a:lnTo>
                <a:lnTo>
                  <a:pt x="1904" y="114050"/>
                </a:lnTo>
                <a:lnTo>
                  <a:pt x="1904" y="113429"/>
                </a:lnTo>
                <a:lnTo>
                  <a:pt x="2221" y="112719"/>
                </a:lnTo>
                <a:lnTo>
                  <a:pt x="2221" y="112364"/>
                </a:lnTo>
                <a:lnTo>
                  <a:pt x="2221" y="111654"/>
                </a:lnTo>
                <a:lnTo>
                  <a:pt x="2221" y="111033"/>
                </a:lnTo>
                <a:lnTo>
                  <a:pt x="2221" y="110411"/>
                </a:lnTo>
                <a:lnTo>
                  <a:pt x="2697" y="109968"/>
                </a:lnTo>
                <a:lnTo>
                  <a:pt x="2697" y="109346"/>
                </a:lnTo>
                <a:lnTo>
                  <a:pt x="2697" y="108636"/>
                </a:lnTo>
                <a:lnTo>
                  <a:pt x="2697" y="108015"/>
                </a:lnTo>
                <a:lnTo>
                  <a:pt x="2697" y="107571"/>
                </a:lnTo>
                <a:lnTo>
                  <a:pt x="2697" y="106773"/>
                </a:lnTo>
                <a:lnTo>
                  <a:pt x="2697" y="106329"/>
                </a:lnTo>
                <a:lnTo>
                  <a:pt x="2697" y="105707"/>
                </a:lnTo>
                <a:lnTo>
                  <a:pt x="2697" y="105264"/>
                </a:lnTo>
                <a:lnTo>
                  <a:pt x="3015" y="104376"/>
                </a:lnTo>
                <a:lnTo>
                  <a:pt x="3015" y="103932"/>
                </a:lnTo>
                <a:lnTo>
                  <a:pt x="3015" y="103311"/>
                </a:lnTo>
                <a:lnTo>
                  <a:pt x="3015" y="102690"/>
                </a:lnTo>
                <a:lnTo>
                  <a:pt x="3015" y="102068"/>
                </a:lnTo>
                <a:lnTo>
                  <a:pt x="3332" y="101625"/>
                </a:lnTo>
                <a:lnTo>
                  <a:pt x="3332" y="100737"/>
                </a:lnTo>
                <a:lnTo>
                  <a:pt x="3332" y="100293"/>
                </a:lnTo>
                <a:lnTo>
                  <a:pt x="3332" y="99495"/>
                </a:lnTo>
                <a:lnTo>
                  <a:pt x="3332" y="99051"/>
                </a:lnTo>
                <a:lnTo>
                  <a:pt x="3808" y="98429"/>
                </a:lnTo>
                <a:lnTo>
                  <a:pt x="3808" y="97719"/>
                </a:lnTo>
                <a:lnTo>
                  <a:pt x="3808" y="97098"/>
                </a:lnTo>
                <a:lnTo>
                  <a:pt x="3808" y="96654"/>
                </a:lnTo>
                <a:lnTo>
                  <a:pt x="3808" y="95856"/>
                </a:lnTo>
                <a:lnTo>
                  <a:pt x="4125" y="95412"/>
                </a:lnTo>
                <a:lnTo>
                  <a:pt x="4125" y="94524"/>
                </a:lnTo>
                <a:lnTo>
                  <a:pt x="4125" y="94080"/>
                </a:lnTo>
                <a:lnTo>
                  <a:pt x="4125" y="93459"/>
                </a:lnTo>
                <a:lnTo>
                  <a:pt x="4601" y="92838"/>
                </a:lnTo>
                <a:lnTo>
                  <a:pt x="4601" y="92128"/>
                </a:lnTo>
                <a:lnTo>
                  <a:pt x="4601" y="91507"/>
                </a:lnTo>
                <a:lnTo>
                  <a:pt x="4601" y="91063"/>
                </a:lnTo>
                <a:lnTo>
                  <a:pt x="4601" y="90264"/>
                </a:lnTo>
                <a:lnTo>
                  <a:pt x="4601" y="89820"/>
                </a:lnTo>
                <a:lnTo>
                  <a:pt x="4601" y="88933"/>
                </a:lnTo>
                <a:lnTo>
                  <a:pt x="4601" y="88489"/>
                </a:lnTo>
                <a:lnTo>
                  <a:pt x="4601" y="87868"/>
                </a:lnTo>
                <a:lnTo>
                  <a:pt x="4601" y="87246"/>
                </a:lnTo>
                <a:lnTo>
                  <a:pt x="4919" y="86625"/>
                </a:lnTo>
                <a:lnTo>
                  <a:pt x="4919" y="85915"/>
                </a:lnTo>
                <a:lnTo>
                  <a:pt x="4919" y="85294"/>
                </a:lnTo>
                <a:lnTo>
                  <a:pt x="4919" y="84672"/>
                </a:lnTo>
                <a:lnTo>
                  <a:pt x="4919" y="84051"/>
                </a:lnTo>
                <a:lnTo>
                  <a:pt x="5395" y="83341"/>
                </a:lnTo>
                <a:lnTo>
                  <a:pt x="5395" y="82720"/>
                </a:lnTo>
                <a:lnTo>
                  <a:pt x="5395" y="82098"/>
                </a:lnTo>
                <a:lnTo>
                  <a:pt x="5395" y="81655"/>
                </a:lnTo>
                <a:lnTo>
                  <a:pt x="5712" y="80767"/>
                </a:lnTo>
                <a:lnTo>
                  <a:pt x="5712" y="80412"/>
                </a:lnTo>
                <a:lnTo>
                  <a:pt x="5712" y="79525"/>
                </a:lnTo>
                <a:lnTo>
                  <a:pt x="5712" y="78903"/>
                </a:lnTo>
                <a:lnTo>
                  <a:pt x="5712" y="78193"/>
                </a:lnTo>
                <a:lnTo>
                  <a:pt x="6030" y="77572"/>
                </a:lnTo>
                <a:lnTo>
                  <a:pt x="6030" y="76951"/>
                </a:lnTo>
                <a:lnTo>
                  <a:pt x="6030" y="76329"/>
                </a:lnTo>
                <a:lnTo>
                  <a:pt x="6030" y="75619"/>
                </a:lnTo>
                <a:lnTo>
                  <a:pt x="6030" y="74998"/>
                </a:lnTo>
                <a:lnTo>
                  <a:pt x="6506" y="74554"/>
                </a:lnTo>
                <a:lnTo>
                  <a:pt x="6506" y="73755"/>
                </a:lnTo>
                <a:lnTo>
                  <a:pt x="6506" y="73045"/>
                </a:lnTo>
                <a:lnTo>
                  <a:pt x="6506" y="72424"/>
                </a:lnTo>
                <a:lnTo>
                  <a:pt x="6506" y="71803"/>
                </a:lnTo>
                <a:lnTo>
                  <a:pt x="6823" y="71182"/>
                </a:lnTo>
                <a:lnTo>
                  <a:pt x="6823" y="70471"/>
                </a:lnTo>
                <a:lnTo>
                  <a:pt x="6823" y="69850"/>
                </a:lnTo>
                <a:lnTo>
                  <a:pt x="6823" y="69229"/>
                </a:lnTo>
                <a:lnTo>
                  <a:pt x="6823" y="68608"/>
                </a:lnTo>
                <a:lnTo>
                  <a:pt x="6823" y="67720"/>
                </a:lnTo>
                <a:lnTo>
                  <a:pt x="6823" y="67276"/>
                </a:lnTo>
                <a:lnTo>
                  <a:pt x="6823" y="66477"/>
                </a:lnTo>
                <a:lnTo>
                  <a:pt x="6823" y="66034"/>
                </a:lnTo>
                <a:lnTo>
                  <a:pt x="7299" y="65146"/>
                </a:lnTo>
                <a:lnTo>
                  <a:pt x="7299" y="64525"/>
                </a:lnTo>
                <a:lnTo>
                  <a:pt x="7299" y="63904"/>
                </a:lnTo>
                <a:lnTo>
                  <a:pt x="7299" y="63194"/>
                </a:lnTo>
                <a:lnTo>
                  <a:pt x="7299" y="62572"/>
                </a:lnTo>
                <a:lnTo>
                  <a:pt x="7616" y="61951"/>
                </a:lnTo>
                <a:lnTo>
                  <a:pt x="7616" y="61330"/>
                </a:lnTo>
                <a:lnTo>
                  <a:pt x="7616" y="60442"/>
                </a:lnTo>
                <a:lnTo>
                  <a:pt x="7616" y="59998"/>
                </a:lnTo>
                <a:lnTo>
                  <a:pt x="7616" y="59111"/>
                </a:lnTo>
                <a:lnTo>
                  <a:pt x="7934" y="58489"/>
                </a:lnTo>
                <a:lnTo>
                  <a:pt x="7934" y="57868"/>
                </a:lnTo>
                <a:lnTo>
                  <a:pt x="7934" y="57247"/>
                </a:lnTo>
                <a:lnTo>
                  <a:pt x="7934" y="56537"/>
                </a:lnTo>
                <a:lnTo>
                  <a:pt x="8410" y="55738"/>
                </a:lnTo>
                <a:lnTo>
                  <a:pt x="8410" y="55294"/>
                </a:lnTo>
                <a:lnTo>
                  <a:pt x="8410" y="54407"/>
                </a:lnTo>
                <a:lnTo>
                  <a:pt x="8410" y="53785"/>
                </a:lnTo>
                <a:lnTo>
                  <a:pt x="8410" y="53164"/>
                </a:lnTo>
                <a:lnTo>
                  <a:pt x="8727" y="52543"/>
                </a:lnTo>
                <a:lnTo>
                  <a:pt x="8727" y="51833"/>
                </a:lnTo>
                <a:lnTo>
                  <a:pt x="8727" y="51034"/>
                </a:lnTo>
                <a:lnTo>
                  <a:pt x="8727" y="50324"/>
                </a:lnTo>
                <a:lnTo>
                  <a:pt x="8727" y="49703"/>
                </a:lnTo>
                <a:lnTo>
                  <a:pt x="8727" y="49081"/>
                </a:lnTo>
                <a:lnTo>
                  <a:pt x="8727" y="48460"/>
                </a:lnTo>
                <a:lnTo>
                  <a:pt x="8727" y="47573"/>
                </a:lnTo>
                <a:lnTo>
                  <a:pt x="8727" y="47129"/>
                </a:lnTo>
                <a:lnTo>
                  <a:pt x="8727" y="46241"/>
                </a:lnTo>
                <a:lnTo>
                  <a:pt x="9203" y="45620"/>
                </a:lnTo>
                <a:lnTo>
                  <a:pt x="9203" y="44999"/>
                </a:lnTo>
                <a:lnTo>
                  <a:pt x="9203" y="44111"/>
                </a:lnTo>
                <a:lnTo>
                  <a:pt x="9203" y="43667"/>
                </a:lnTo>
                <a:lnTo>
                  <a:pt x="9521" y="42868"/>
                </a:lnTo>
                <a:lnTo>
                  <a:pt x="9521" y="42247"/>
                </a:lnTo>
                <a:lnTo>
                  <a:pt x="9521" y="41360"/>
                </a:lnTo>
                <a:lnTo>
                  <a:pt x="9521" y="40738"/>
                </a:lnTo>
                <a:lnTo>
                  <a:pt x="9521" y="40028"/>
                </a:lnTo>
                <a:lnTo>
                  <a:pt x="9997" y="39407"/>
                </a:lnTo>
                <a:lnTo>
                  <a:pt x="9997" y="38786"/>
                </a:lnTo>
                <a:lnTo>
                  <a:pt x="9997" y="37898"/>
                </a:lnTo>
                <a:lnTo>
                  <a:pt x="9997" y="37277"/>
                </a:lnTo>
                <a:lnTo>
                  <a:pt x="9997" y="36656"/>
                </a:lnTo>
                <a:lnTo>
                  <a:pt x="10314" y="35768"/>
                </a:lnTo>
                <a:lnTo>
                  <a:pt x="10314" y="35324"/>
                </a:lnTo>
                <a:lnTo>
                  <a:pt x="10314" y="34525"/>
                </a:lnTo>
                <a:lnTo>
                  <a:pt x="10314" y="33815"/>
                </a:lnTo>
                <a:lnTo>
                  <a:pt x="10314" y="33194"/>
                </a:lnTo>
                <a:lnTo>
                  <a:pt x="10631" y="32307"/>
                </a:lnTo>
                <a:lnTo>
                  <a:pt x="10631" y="31685"/>
                </a:lnTo>
                <a:lnTo>
                  <a:pt x="10631" y="30886"/>
                </a:lnTo>
                <a:lnTo>
                  <a:pt x="10631" y="30176"/>
                </a:lnTo>
                <a:lnTo>
                  <a:pt x="11108" y="29555"/>
                </a:lnTo>
                <a:lnTo>
                  <a:pt x="11108" y="28934"/>
                </a:lnTo>
                <a:lnTo>
                  <a:pt x="11108" y="28313"/>
                </a:lnTo>
                <a:lnTo>
                  <a:pt x="11108" y="27425"/>
                </a:lnTo>
                <a:lnTo>
                  <a:pt x="11108" y="26804"/>
                </a:lnTo>
                <a:lnTo>
                  <a:pt x="11108" y="26094"/>
                </a:lnTo>
                <a:lnTo>
                  <a:pt x="11108" y="25295"/>
                </a:lnTo>
                <a:lnTo>
                  <a:pt x="11108" y="24585"/>
                </a:lnTo>
                <a:lnTo>
                  <a:pt x="11108" y="23786"/>
                </a:lnTo>
                <a:lnTo>
                  <a:pt x="11108" y="23165"/>
                </a:lnTo>
                <a:lnTo>
                  <a:pt x="11425" y="22455"/>
                </a:lnTo>
                <a:lnTo>
                  <a:pt x="11425" y="21656"/>
                </a:lnTo>
                <a:lnTo>
                  <a:pt x="11425" y="20946"/>
                </a:lnTo>
                <a:lnTo>
                  <a:pt x="11425" y="20147"/>
                </a:lnTo>
                <a:lnTo>
                  <a:pt x="11425" y="19437"/>
                </a:lnTo>
                <a:lnTo>
                  <a:pt x="11901" y="18816"/>
                </a:lnTo>
                <a:lnTo>
                  <a:pt x="11901" y="18017"/>
                </a:lnTo>
                <a:lnTo>
                  <a:pt x="11901" y="17307"/>
                </a:lnTo>
                <a:lnTo>
                  <a:pt x="11901" y="16686"/>
                </a:lnTo>
                <a:lnTo>
                  <a:pt x="12218" y="15798"/>
                </a:lnTo>
                <a:lnTo>
                  <a:pt x="12218" y="15177"/>
                </a:lnTo>
                <a:lnTo>
                  <a:pt x="12218" y="14289"/>
                </a:lnTo>
                <a:lnTo>
                  <a:pt x="12218" y="13668"/>
                </a:lnTo>
                <a:lnTo>
                  <a:pt x="12218" y="13047"/>
                </a:lnTo>
                <a:lnTo>
                  <a:pt x="12536" y="12159"/>
                </a:lnTo>
                <a:lnTo>
                  <a:pt x="12536" y="11538"/>
                </a:lnTo>
                <a:lnTo>
                  <a:pt x="12536" y="10650"/>
                </a:lnTo>
                <a:lnTo>
                  <a:pt x="12536" y="10029"/>
                </a:lnTo>
                <a:lnTo>
                  <a:pt x="12536" y="9408"/>
                </a:lnTo>
                <a:lnTo>
                  <a:pt x="13012" y="8520"/>
                </a:lnTo>
                <a:lnTo>
                  <a:pt x="13012" y="7899"/>
                </a:lnTo>
                <a:lnTo>
                  <a:pt x="13012" y="7277"/>
                </a:lnTo>
                <a:lnTo>
                  <a:pt x="13012" y="6390"/>
                </a:lnTo>
                <a:lnTo>
                  <a:pt x="13012" y="5769"/>
                </a:lnTo>
                <a:lnTo>
                  <a:pt x="13012" y="4881"/>
                </a:lnTo>
                <a:lnTo>
                  <a:pt x="13012" y="4260"/>
                </a:lnTo>
                <a:lnTo>
                  <a:pt x="13012" y="3638"/>
                </a:lnTo>
                <a:lnTo>
                  <a:pt x="13012" y="2751"/>
                </a:lnTo>
                <a:lnTo>
                  <a:pt x="13329" y="2130"/>
                </a:lnTo>
                <a:lnTo>
                  <a:pt x="13329" y="1242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5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6078284" y="2980451"/>
            <a:ext cx="13805" cy="161535"/>
          </a:xfrm>
          <a:custGeom>
            <a:avLst/>
            <a:gdLst/>
            <a:ahLst/>
            <a:cxnLst/>
            <a:rect l="l" t="t" r="r" b="b"/>
            <a:pathLst>
              <a:path w="13805" h="161535">
                <a:moveTo>
                  <a:pt x="0" y="161535"/>
                </a:moveTo>
                <a:lnTo>
                  <a:pt x="0" y="160470"/>
                </a:lnTo>
                <a:lnTo>
                  <a:pt x="476" y="159760"/>
                </a:lnTo>
                <a:lnTo>
                  <a:pt x="476" y="159138"/>
                </a:lnTo>
                <a:lnTo>
                  <a:pt x="476" y="158251"/>
                </a:lnTo>
                <a:lnTo>
                  <a:pt x="476" y="157629"/>
                </a:lnTo>
                <a:lnTo>
                  <a:pt x="476" y="157008"/>
                </a:lnTo>
                <a:lnTo>
                  <a:pt x="793" y="156121"/>
                </a:lnTo>
                <a:lnTo>
                  <a:pt x="793" y="155499"/>
                </a:lnTo>
                <a:lnTo>
                  <a:pt x="793" y="154612"/>
                </a:lnTo>
                <a:lnTo>
                  <a:pt x="793" y="153813"/>
                </a:lnTo>
                <a:lnTo>
                  <a:pt x="793" y="153103"/>
                </a:lnTo>
                <a:lnTo>
                  <a:pt x="1110" y="152304"/>
                </a:lnTo>
                <a:lnTo>
                  <a:pt x="1110" y="151594"/>
                </a:lnTo>
                <a:lnTo>
                  <a:pt x="1110" y="150973"/>
                </a:lnTo>
                <a:lnTo>
                  <a:pt x="1110" y="150174"/>
                </a:lnTo>
                <a:lnTo>
                  <a:pt x="1586" y="149464"/>
                </a:lnTo>
                <a:lnTo>
                  <a:pt x="1586" y="148665"/>
                </a:lnTo>
                <a:lnTo>
                  <a:pt x="1586" y="147778"/>
                </a:lnTo>
                <a:lnTo>
                  <a:pt x="1586" y="147156"/>
                </a:lnTo>
                <a:lnTo>
                  <a:pt x="1586" y="146269"/>
                </a:lnTo>
                <a:lnTo>
                  <a:pt x="1904" y="145647"/>
                </a:lnTo>
                <a:lnTo>
                  <a:pt x="1904" y="145026"/>
                </a:lnTo>
                <a:lnTo>
                  <a:pt x="1904" y="143961"/>
                </a:lnTo>
                <a:lnTo>
                  <a:pt x="1904" y="143251"/>
                </a:lnTo>
                <a:lnTo>
                  <a:pt x="1904" y="142630"/>
                </a:lnTo>
                <a:lnTo>
                  <a:pt x="1904" y="141742"/>
                </a:lnTo>
                <a:lnTo>
                  <a:pt x="1904" y="141121"/>
                </a:lnTo>
                <a:lnTo>
                  <a:pt x="1904" y="140233"/>
                </a:lnTo>
                <a:lnTo>
                  <a:pt x="1904" y="139435"/>
                </a:lnTo>
                <a:lnTo>
                  <a:pt x="1904" y="138813"/>
                </a:lnTo>
                <a:lnTo>
                  <a:pt x="2380" y="137926"/>
                </a:lnTo>
                <a:lnTo>
                  <a:pt x="2380" y="137038"/>
                </a:lnTo>
                <a:lnTo>
                  <a:pt x="2380" y="136417"/>
                </a:lnTo>
                <a:lnTo>
                  <a:pt x="2380" y="135529"/>
                </a:lnTo>
                <a:lnTo>
                  <a:pt x="2697" y="134908"/>
                </a:lnTo>
                <a:lnTo>
                  <a:pt x="2697" y="134287"/>
                </a:lnTo>
                <a:lnTo>
                  <a:pt x="2697" y="133222"/>
                </a:lnTo>
                <a:lnTo>
                  <a:pt x="2697" y="132512"/>
                </a:lnTo>
                <a:lnTo>
                  <a:pt x="2697" y="131890"/>
                </a:lnTo>
                <a:lnTo>
                  <a:pt x="3173" y="131092"/>
                </a:lnTo>
                <a:lnTo>
                  <a:pt x="3173" y="130204"/>
                </a:lnTo>
                <a:lnTo>
                  <a:pt x="3173" y="129583"/>
                </a:lnTo>
                <a:lnTo>
                  <a:pt x="3173" y="128695"/>
                </a:lnTo>
                <a:lnTo>
                  <a:pt x="3173" y="128074"/>
                </a:lnTo>
                <a:lnTo>
                  <a:pt x="3491" y="127186"/>
                </a:lnTo>
                <a:lnTo>
                  <a:pt x="3491" y="126299"/>
                </a:lnTo>
                <a:lnTo>
                  <a:pt x="3491" y="125677"/>
                </a:lnTo>
                <a:lnTo>
                  <a:pt x="3491" y="124879"/>
                </a:lnTo>
                <a:lnTo>
                  <a:pt x="3491" y="123991"/>
                </a:lnTo>
                <a:lnTo>
                  <a:pt x="3808" y="123370"/>
                </a:lnTo>
                <a:lnTo>
                  <a:pt x="3808" y="122660"/>
                </a:lnTo>
                <a:lnTo>
                  <a:pt x="3808" y="121595"/>
                </a:lnTo>
                <a:lnTo>
                  <a:pt x="3808" y="120973"/>
                </a:lnTo>
                <a:lnTo>
                  <a:pt x="3808" y="120352"/>
                </a:lnTo>
                <a:lnTo>
                  <a:pt x="3808" y="119287"/>
                </a:lnTo>
                <a:lnTo>
                  <a:pt x="3808" y="118577"/>
                </a:lnTo>
                <a:lnTo>
                  <a:pt x="3808" y="117956"/>
                </a:lnTo>
                <a:lnTo>
                  <a:pt x="3808" y="116891"/>
                </a:lnTo>
                <a:lnTo>
                  <a:pt x="4284" y="116269"/>
                </a:lnTo>
                <a:lnTo>
                  <a:pt x="4284" y="115648"/>
                </a:lnTo>
                <a:lnTo>
                  <a:pt x="4284" y="114583"/>
                </a:lnTo>
                <a:lnTo>
                  <a:pt x="4284" y="113873"/>
                </a:lnTo>
                <a:lnTo>
                  <a:pt x="4284" y="113252"/>
                </a:lnTo>
                <a:lnTo>
                  <a:pt x="4601" y="112187"/>
                </a:lnTo>
                <a:lnTo>
                  <a:pt x="4601" y="111565"/>
                </a:lnTo>
                <a:lnTo>
                  <a:pt x="4601" y="110855"/>
                </a:lnTo>
                <a:lnTo>
                  <a:pt x="4601" y="109790"/>
                </a:lnTo>
                <a:lnTo>
                  <a:pt x="4601" y="109169"/>
                </a:lnTo>
                <a:lnTo>
                  <a:pt x="5077" y="108281"/>
                </a:lnTo>
                <a:lnTo>
                  <a:pt x="5077" y="107483"/>
                </a:lnTo>
                <a:lnTo>
                  <a:pt x="5077" y="106861"/>
                </a:lnTo>
                <a:lnTo>
                  <a:pt x="5077" y="105974"/>
                </a:lnTo>
                <a:lnTo>
                  <a:pt x="5395" y="105086"/>
                </a:lnTo>
                <a:lnTo>
                  <a:pt x="5395" y="104465"/>
                </a:lnTo>
                <a:lnTo>
                  <a:pt x="5395" y="103577"/>
                </a:lnTo>
                <a:lnTo>
                  <a:pt x="5395" y="102779"/>
                </a:lnTo>
                <a:lnTo>
                  <a:pt x="5395" y="101891"/>
                </a:lnTo>
                <a:lnTo>
                  <a:pt x="5712" y="101270"/>
                </a:lnTo>
                <a:lnTo>
                  <a:pt x="5712" y="100382"/>
                </a:lnTo>
                <a:lnTo>
                  <a:pt x="5712" y="99495"/>
                </a:lnTo>
                <a:lnTo>
                  <a:pt x="5712" y="98873"/>
                </a:lnTo>
                <a:lnTo>
                  <a:pt x="5712" y="97808"/>
                </a:lnTo>
                <a:lnTo>
                  <a:pt x="5712" y="97187"/>
                </a:lnTo>
                <a:lnTo>
                  <a:pt x="5712" y="96566"/>
                </a:lnTo>
                <a:lnTo>
                  <a:pt x="5712" y="95501"/>
                </a:lnTo>
                <a:lnTo>
                  <a:pt x="5712" y="94791"/>
                </a:lnTo>
                <a:lnTo>
                  <a:pt x="5712" y="93992"/>
                </a:lnTo>
                <a:lnTo>
                  <a:pt x="6188" y="93104"/>
                </a:lnTo>
                <a:lnTo>
                  <a:pt x="6188" y="92217"/>
                </a:lnTo>
                <a:lnTo>
                  <a:pt x="6188" y="91595"/>
                </a:lnTo>
                <a:lnTo>
                  <a:pt x="6188" y="90708"/>
                </a:lnTo>
                <a:lnTo>
                  <a:pt x="6506" y="89909"/>
                </a:lnTo>
                <a:lnTo>
                  <a:pt x="6506" y="89199"/>
                </a:lnTo>
                <a:lnTo>
                  <a:pt x="6506" y="88400"/>
                </a:lnTo>
                <a:lnTo>
                  <a:pt x="6506" y="87513"/>
                </a:lnTo>
                <a:lnTo>
                  <a:pt x="6506" y="86625"/>
                </a:lnTo>
                <a:lnTo>
                  <a:pt x="6982" y="86004"/>
                </a:lnTo>
                <a:lnTo>
                  <a:pt x="6982" y="84939"/>
                </a:lnTo>
                <a:lnTo>
                  <a:pt x="6982" y="84317"/>
                </a:lnTo>
                <a:lnTo>
                  <a:pt x="6982" y="83430"/>
                </a:lnTo>
                <a:lnTo>
                  <a:pt x="6982" y="82631"/>
                </a:lnTo>
                <a:lnTo>
                  <a:pt x="7299" y="81743"/>
                </a:lnTo>
                <a:lnTo>
                  <a:pt x="7299" y="81122"/>
                </a:lnTo>
                <a:lnTo>
                  <a:pt x="7299" y="80235"/>
                </a:lnTo>
                <a:lnTo>
                  <a:pt x="7299" y="79347"/>
                </a:lnTo>
                <a:lnTo>
                  <a:pt x="7299" y="78548"/>
                </a:lnTo>
                <a:lnTo>
                  <a:pt x="7775" y="77838"/>
                </a:lnTo>
                <a:lnTo>
                  <a:pt x="7775" y="76773"/>
                </a:lnTo>
                <a:lnTo>
                  <a:pt x="7775" y="76152"/>
                </a:lnTo>
                <a:lnTo>
                  <a:pt x="7775" y="75264"/>
                </a:lnTo>
                <a:lnTo>
                  <a:pt x="8093" y="74465"/>
                </a:lnTo>
                <a:lnTo>
                  <a:pt x="8093" y="73578"/>
                </a:lnTo>
                <a:lnTo>
                  <a:pt x="8093" y="72957"/>
                </a:lnTo>
                <a:lnTo>
                  <a:pt x="8093" y="71892"/>
                </a:lnTo>
                <a:lnTo>
                  <a:pt x="8093" y="71270"/>
                </a:lnTo>
                <a:lnTo>
                  <a:pt x="8093" y="70383"/>
                </a:lnTo>
                <a:lnTo>
                  <a:pt x="8093" y="69495"/>
                </a:lnTo>
                <a:lnTo>
                  <a:pt x="8093" y="68696"/>
                </a:lnTo>
                <a:lnTo>
                  <a:pt x="8093" y="67809"/>
                </a:lnTo>
                <a:lnTo>
                  <a:pt x="8093" y="67188"/>
                </a:lnTo>
                <a:lnTo>
                  <a:pt x="8410" y="66122"/>
                </a:lnTo>
                <a:lnTo>
                  <a:pt x="8410" y="65412"/>
                </a:lnTo>
                <a:lnTo>
                  <a:pt x="8410" y="64614"/>
                </a:lnTo>
                <a:lnTo>
                  <a:pt x="8410" y="63726"/>
                </a:lnTo>
                <a:lnTo>
                  <a:pt x="8410" y="62838"/>
                </a:lnTo>
                <a:lnTo>
                  <a:pt x="8886" y="62217"/>
                </a:lnTo>
                <a:lnTo>
                  <a:pt x="8886" y="61330"/>
                </a:lnTo>
                <a:lnTo>
                  <a:pt x="8886" y="60265"/>
                </a:lnTo>
                <a:lnTo>
                  <a:pt x="8886" y="59643"/>
                </a:lnTo>
                <a:lnTo>
                  <a:pt x="9203" y="58756"/>
                </a:lnTo>
                <a:lnTo>
                  <a:pt x="9203" y="57957"/>
                </a:lnTo>
                <a:lnTo>
                  <a:pt x="9203" y="57069"/>
                </a:lnTo>
                <a:lnTo>
                  <a:pt x="9203" y="56448"/>
                </a:lnTo>
                <a:lnTo>
                  <a:pt x="9203" y="55383"/>
                </a:lnTo>
                <a:lnTo>
                  <a:pt x="9679" y="54495"/>
                </a:lnTo>
                <a:lnTo>
                  <a:pt x="9679" y="53874"/>
                </a:lnTo>
                <a:lnTo>
                  <a:pt x="9679" y="52987"/>
                </a:lnTo>
                <a:lnTo>
                  <a:pt x="9679" y="52188"/>
                </a:lnTo>
                <a:lnTo>
                  <a:pt x="9679" y="51300"/>
                </a:lnTo>
                <a:lnTo>
                  <a:pt x="9997" y="50413"/>
                </a:lnTo>
                <a:lnTo>
                  <a:pt x="9997" y="49614"/>
                </a:lnTo>
                <a:lnTo>
                  <a:pt x="9997" y="48726"/>
                </a:lnTo>
                <a:lnTo>
                  <a:pt x="9997" y="47839"/>
                </a:lnTo>
                <a:lnTo>
                  <a:pt x="9997" y="47040"/>
                </a:lnTo>
                <a:lnTo>
                  <a:pt x="9997" y="46152"/>
                </a:lnTo>
                <a:lnTo>
                  <a:pt x="9997" y="45531"/>
                </a:lnTo>
                <a:lnTo>
                  <a:pt x="9997" y="44644"/>
                </a:lnTo>
                <a:lnTo>
                  <a:pt x="9997" y="43579"/>
                </a:lnTo>
                <a:lnTo>
                  <a:pt x="10314" y="42957"/>
                </a:lnTo>
                <a:lnTo>
                  <a:pt x="10314" y="42070"/>
                </a:lnTo>
                <a:lnTo>
                  <a:pt x="10314" y="41182"/>
                </a:lnTo>
                <a:lnTo>
                  <a:pt x="10314" y="40383"/>
                </a:lnTo>
                <a:lnTo>
                  <a:pt x="10314" y="39496"/>
                </a:lnTo>
                <a:lnTo>
                  <a:pt x="10790" y="38608"/>
                </a:lnTo>
                <a:lnTo>
                  <a:pt x="10790" y="37809"/>
                </a:lnTo>
                <a:lnTo>
                  <a:pt x="10790" y="36922"/>
                </a:lnTo>
                <a:lnTo>
                  <a:pt x="10790" y="36034"/>
                </a:lnTo>
                <a:lnTo>
                  <a:pt x="10790" y="35235"/>
                </a:lnTo>
                <a:lnTo>
                  <a:pt x="11108" y="34348"/>
                </a:lnTo>
                <a:lnTo>
                  <a:pt x="11108" y="33460"/>
                </a:lnTo>
                <a:lnTo>
                  <a:pt x="11108" y="32839"/>
                </a:lnTo>
                <a:lnTo>
                  <a:pt x="11108" y="31774"/>
                </a:lnTo>
                <a:lnTo>
                  <a:pt x="11108" y="30886"/>
                </a:lnTo>
                <a:lnTo>
                  <a:pt x="11584" y="30265"/>
                </a:lnTo>
                <a:lnTo>
                  <a:pt x="11584" y="29378"/>
                </a:lnTo>
                <a:lnTo>
                  <a:pt x="11584" y="28313"/>
                </a:lnTo>
                <a:lnTo>
                  <a:pt x="11584" y="27691"/>
                </a:lnTo>
                <a:lnTo>
                  <a:pt x="11901" y="26804"/>
                </a:lnTo>
                <a:lnTo>
                  <a:pt x="11901" y="25739"/>
                </a:lnTo>
                <a:lnTo>
                  <a:pt x="11901" y="25117"/>
                </a:lnTo>
                <a:lnTo>
                  <a:pt x="11901" y="24230"/>
                </a:lnTo>
                <a:lnTo>
                  <a:pt x="11901" y="23431"/>
                </a:lnTo>
                <a:lnTo>
                  <a:pt x="12377" y="22366"/>
                </a:lnTo>
                <a:lnTo>
                  <a:pt x="12377" y="21656"/>
                </a:lnTo>
                <a:lnTo>
                  <a:pt x="12377" y="20857"/>
                </a:lnTo>
                <a:lnTo>
                  <a:pt x="12377" y="19970"/>
                </a:lnTo>
                <a:lnTo>
                  <a:pt x="12377" y="19082"/>
                </a:lnTo>
                <a:lnTo>
                  <a:pt x="12377" y="18283"/>
                </a:lnTo>
                <a:lnTo>
                  <a:pt x="12377" y="17396"/>
                </a:lnTo>
                <a:lnTo>
                  <a:pt x="12377" y="16331"/>
                </a:lnTo>
                <a:lnTo>
                  <a:pt x="12377" y="15709"/>
                </a:lnTo>
                <a:lnTo>
                  <a:pt x="12377" y="14822"/>
                </a:lnTo>
                <a:lnTo>
                  <a:pt x="12694" y="13934"/>
                </a:lnTo>
                <a:lnTo>
                  <a:pt x="12694" y="12869"/>
                </a:lnTo>
                <a:lnTo>
                  <a:pt x="12694" y="12248"/>
                </a:lnTo>
                <a:lnTo>
                  <a:pt x="12694" y="11360"/>
                </a:lnTo>
                <a:lnTo>
                  <a:pt x="13012" y="10561"/>
                </a:lnTo>
                <a:lnTo>
                  <a:pt x="13012" y="9496"/>
                </a:lnTo>
                <a:lnTo>
                  <a:pt x="13012" y="8875"/>
                </a:lnTo>
                <a:lnTo>
                  <a:pt x="13012" y="7988"/>
                </a:lnTo>
                <a:lnTo>
                  <a:pt x="13012" y="6922"/>
                </a:lnTo>
                <a:lnTo>
                  <a:pt x="13488" y="6035"/>
                </a:lnTo>
                <a:lnTo>
                  <a:pt x="13488" y="5414"/>
                </a:lnTo>
                <a:lnTo>
                  <a:pt x="13488" y="4526"/>
                </a:lnTo>
                <a:lnTo>
                  <a:pt x="13488" y="3461"/>
                </a:lnTo>
                <a:lnTo>
                  <a:pt x="13488" y="2573"/>
                </a:lnTo>
                <a:lnTo>
                  <a:pt x="13805" y="1952"/>
                </a:lnTo>
                <a:lnTo>
                  <a:pt x="13805" y="1153"/>
                </a:lnTo>
                <a:lnTo>
                  <a:pt x="13805" y="0"/>
                </a:lnTo>
              </a:path>
            </a:pathLst>
          </a:custGeom>
          <a:ln w="1947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6092090" y="2801875"/>
            <a:ext cx="13488" cy="178576"/>
          </a:xfrm>
          <a:custGeom>
            <a:avLst/>
            <a:gdLst/>
            <a:ahLst/>
            <a:cxnLst/>
            <a:rect l="l" t="t" r="r" b="b"/>
            <a:pathLst>
              <a:path w="13488" h="178576">
                <a:moveTo>
                  <a:pt x="0" y="178576"/>
                </a:moveTo>
                <a:lnTo>
                  <a:pt x="0" y="177777"/>
                </a:lnTo>
                <a:lnTo>
                  <a:pt x="0" y="177156"/>
                </a:lnTo>
                <a:lnTo>
                  <a:pt x="476" y="176002"/>
                </a:lnTo>
                <a:lnTo>
                  <a:pt x="476" y="175203"/>
                </a:lnTo>
                <a:lnTo>
                  <a:pt x="476" y="174316"/>
                </a:lnTo>
                <a:lnTo>
                  <a:pt x="476" y="173428"/>
                </a:lnTo>
                <a:lnTo>
                  <a:pt x="476" y="172629"/>
                </a:lnTo>
                <a:lnTo>
                  <a:pt x="476" y="171742"/>
                </a:lnTo>
                <a:lnTo>
                  <a:pt x="476" y="170854"/>
                </a:lnTo>
                <a:lnTo>
                  <a:pt x="476" y="170055"/>
                </a:lnTo>
                <a:lnTo>
                  <a:pt x="476" y="168990"/>
                </a:lnTo>
                <a:lnTo>
                  <a:pt x="793" y="168280"/>
                </a:lnTo>
                <a:lnTo>
                  <a:pt x="793" y="167481"/>
                </a:lnTo>
                <a:lnTo>
                  <a:pt x="793" y="166594"/>
                </a:lnTo>
                <a:lnTo>
                  <a:pt x="793" y="165529"/>
                </a:lnTo>
                <a:lnTo>
                  <a:pt x="793" y="164641"/>
                </a:lnTo>
                <a:lnTo>
                  <a:pt x="1110" y="163842"/>
                </a:lnTo>
                <a:lnTo>
                  <a:pt x="1110" y="163221"/>
                </a:lnTo>
                <a:lnTo>
                  <a:pt x="1110" y="162067"/>
                </a:lnTo>
                <a:lnTo>
                  <a:pt x="1110" y="161268"/>
                </a:lnTo>
                <a:lnTo>
                  <a:pt x="1110" y="160381"/>
                </a:lnTo>
                <a:lnTo>
                  <a:pt x="1586" y="159493"/>
                </a:lnTo>
                <a:lnTo>
                  <a:pt x="1586" y="158695"/>
                </a:lnTo>
                <a:lnTo>
                  <a:pt x="1586" y="157807"/>
                </a:lnTo>
                <a:lnTo>
                  <a:pt x="1586" y="156919"/>
                </a:lnTo>
                <a:lnTo>
                  <a:pt x="1904" y="156121"/>
                </a:lnTo>
                <a:lnTo>
                  <a:pt x="1904" y="155056"/>
                </a:lnTo>
                <a:lnTo>
                  <a:pt x="1904" y="154168"/>
                </a:lnTo>
                <a:lnTo>
                  <a:pt x="1904" y="153280"/>
                </a:lnTo>
                <a:lnTo>
                  <a:pt x="1904" y="152482"/>
                </a:lnTo>
                <a:lnTo>
                  <a:pt x="2380" y="151594"/>
                </a:lnTo>
                <a:lnTo>
                  <a:pt x="2380" y="150707"/>
                </a:lnTo>
                <a:lnTo>
                  <a:pt x="2380" y="149908"/>
                </a:lnTo>
                <a:lnTo>
                  <a:pt x="2380" y="149020"/>
                </a:lnTo>
                <a:lnTo>
                  <a:pt x="2380" y="148133"/>
                </a:lnTo>
                <a:lnTo>
                  <a:pt x="2697" y="147511"/>
                </a:lnTo>
                <a:lnTo>
                  <a:pt x="2697" y="146446"/>
                </a:lnTo>
                <a:lnTo>
                  <a:pt x="2697" y="145559"/>
                </a:lnTo>
                <a:lnTo>
                  <a:pt x="2697" y="144760"/>
                </a:lnTo>
                <a:lnTo>
                  <a:pt x="2697" y="143872"/>
                </a:lnTo>
                <a:lnTo>
                  <a:pt x="2697" y="142985"/>
                </a:lnTo>
                <a:lnTo>
                  <a:pt x="2697" y="141920"/>
                </a:lnTo>
                <a:lnTo>
                  <a:pt x="2697" y="141121"/>
                </a:lnTo>
                <a:lnTo>
                  <a:pt x="2697" y="140411"/>
                </a:lnTo>
                <a:lnTo>
                  <a:pt x="3015" y="139346"/>
                </a:lnTo>
                <a:lnTo>
                  <a:pt x="3015" y="138547"/>
                </a:lnTo>
                <a:lnTo>
                  <a:pt x="3015" y="137659"/>
                </a:lnTo>
                <a:lnTo>
                  <a:pt x="3015" y="136772"/>
                </a:lnTo>
                <a:lnTo>
                  <a:pt x="3015" y="135973"/>
                </a:lnTo>
                <a:lnTo>
                  <a:pt x="3491" y="134908"/>
                </a:lnTo>
                <a:lnTo>
                  <a:pt x="3491" y="134020"/>
                </a:lnTo>
                <a:lnTo>
                  <a:pt x="3491" y="133133"/>
                </a:lnTo>
                <a:lnTo>
                  <a:pt x="3491" y="132334"/>
                </a:lnTo>
                <a:lnTo>
                  <a:pt x="3491" y="131447"/>
                </a:lnTo>
                <a:lnTo>
                  <a:pt x="3808" y="130559"/>
                </a:lnTo>
                <a:lnTo>
                  <a:pt x="3808" y="129760"/>
                </a:lnTo>
                <a:lnTo>
                  <a:pt x="3808" y="128873"/>
                </a:lnTo>
                <a:lnTo>
                  <a:pt x="3808" y="127808"/>
                </a:lnTo>
                <a:lnTo>
                  <a:pt x="3808" y="126920"/>
                </a:lnTo>
                <a:lnTo>
                  <a:pt x="4284" y="126121"/>
                </a:lnTo>
                <a:lnTo>
                  <a:pt x="4284" y="125234"/>
                </a:lnTo>
                <a:lnTo>
                  <a:pt x="4284" y="124169"/>
                </a:lnTo>
                <a:lnTo>
                  <a:pt x="4284" y="123547"/>
                </a:lnTo>
                <a:lnTo>
                  <a:pt x="4601" y="122660"/>
                </a:lnTo>
                <a:lnTo>
                  <a:pt x="4601" y="121772"/>
                </a:lnTo>
                <a:lnTo>
                  <a:pt x="4601" y="120707"/>
                </a:lnTo>
                <a:lnTo>
                  <a:pt x="4601" y="119908"/>
                </a:lnTo>
                <a:lnTo>
                  <a:pt x="4601" y="119021"/>
                </a:lnTo>
                <a:lnTo>
                  <a:pt x="4601" y="118133"/>
                </a:lnTo>
                <a:lnTo>
                  <a:pt x="4601" y="117068"/>
                </a:lnTo>
                <a:lnTo>
                  <a:pt x="4601" y="116181"/>
                </a:lnTo>
                <a:lnTo>
                  <a:pt x="4601" y="115382"/>
                </a:lnTo>
                <a:lnTo>
                  <a:pt x="4601" y="114494"/>
                </a:lnTo>
                <a:lnTo>
                  <a:pt x="5077" y="113429"/>
                </a:lnTo>
                <a:lnTo>
                  <a:pt x="5077" y="112542"/>
                </a:lnTo>
                <a:lnTo>
                  <a:pt x="5077" y="111743"/>
                </a:lnTo>
                <a:lnTo>
                  <a:pt x="5077" y="111033"/>
                </a:lnTo>
                <a:lnTo>
                  <a:pt x="5077" y="109968"/>
                </a:lnTo>
                <a:lnTo>
                  <a:pt x="5395" y="109169"/>
                </a:lnTo>
                <a:lnTo>
                  <a:pt x="5395" y="108281"/>
                </a:lnTo>
                <a:lnTo>
                  <a:pt x="5395" y="107394"/>
                </a:lnTo>
                <a:lnTo>
                  <a:pt x="5395" y="106329"/>
                </a:lnTo>
                <a:lnTo>
                  <a:pt x="5395" y="105530"/>
                </a:lnTo>
                <a:lnTo>
                  <a:pt x="5712" y="104642"/>
                </a:lnTo>
                <a:lnTo>
                  <a:pt x="5712" y="103755"/>
                </a:lnTo>
                <a:lnTo>
                  <a:pt x="5712" y="102956"/>
                </a:lnTo>
                <a:lnTo>
                  <a:pt x="5712" y="101891"/>
                </a:lnTo>
                <a:lnTo>
                  <a:pt x="6188" y="101003"/>
                </a:lnTo>
                <a:lnTo>
                  <a:pt x="6188" y="100116"/>
                </a:lnTo>
                <a:lnTo>
                  <a:pt x="6188" y="99317"/>
                </a:lnTo>
                <a:lnTo>
                  <a:pt x="6188" y="98163"/>
                </a:lnTo>
                <a:lnTo>
                  <a:pt x="6188" y="97364"/>
                </a:lnTo>
                <a:lnTo>
                  <a:pt x="6506" y="96477"/>
                </a:lnTo>
                <a:lnTo>
                  <a:pt x="6506" y="95678"/>
                </a:lnTo>
                <a:lnTo>
                  <a:pt x="6506" y="94524"/>
                </a:lnTo>
                <a:lnTo>
                  <a:pt x="6506" y="93725"/>
                </a:lnTo>
                <a:lnTo>
                  <a:pt x="6506" y="92838"/>
                </a:lnTo>
                <a:lnTo>
                  <a:pt x="6982" y="91950"/>
                </a:lnTo>
                <a:lnTo>
                  <a:pt x="6982" y="91152"/>
                </a:lnTo>
                <a:lnTo>
                  <a:pt x="6982" y="90086"/>
                </a:lnTo>
                <a:lnTo>
                  <a:pt x="6982" y="89199"/>
                </a:lnTo>
                <a:lnTo>
                  <a:pt x="6982" y="88578"/>
                </a:lnTo>
                <a:lnTo>
                  <a:pt x="6982" y="87513"/>
                </a:lnTo>
                <a:lnTo>
                  <a:pt x="6982" y="86625"/>
                </a:lnTo>
                <a:lnTo>
                  <a:pt x="6982" y="85737"/>
                </a:lnTo>
                <a:lnTo>
                  <a:pt x="6982" y="84939"/>
                </a:lnTo>
                <a:lnTo>
                  <a:pt x="7299" y="84051"/>
                </a:lnTo>
                <a:lnTo>
                  <a:pt x="7299" y="82986"/>
                </a:lnTo>
                <a:lnTo>
                  <a:pt x="7299" y="82098"/>
                </a:lnTo>
                <a:lnTo>
                  <a:pt x="7299" y="81300"/>
                </a:lnTo>
                <a:lnTo>
                  <a:pt x="7299" y="80412"/>
                </a:lnTo>
                <a:lnTo>
                  <a:pt x="7616" y="79347"/>
                </a:lnTo>
                <a:lnTo>
                  <a:pt x="7616" y="78459"/>
                </a:lnTo>
                <a:lnTo>
                  <a:pt x="7616" y="77661"/>
                </a:lnTo>
                <a:lnTo>
                  <a:pt x="7616" y="76773"/>
                </a:lnTo>
                <a:lnTo>
                  <a:pt x="7616" y="75708"/>
                </a:lnTo>
                <a:lnTo>
                  <a:pt x="8093" y="74820"/>
                </a:lnTo>
                <a:lnTo>
                  <a:pt x="8093" y="74022"/>
                </a:lnTo>
                <a:lnTo>
                  <a:pt x="8093" y="73134"/>
                </a:lnTo>
                <a:lnTo>
                  <a:pt x="8093" y="72247"/>
                </a:lnTo>
                <a:lnTo>
                  <a:pt x="8093" y="71182"/>
                </a:lnTo>
                <a:lnTo>
                  <a:pt x="8410" y="70294"/>
                </a:lnTo>
                <a:lnTo>
                  <a:pt x="8410" y="69495"/>
                </a:lnTo>
                <a:lnTo>
                  <a:pt x="8410" y="68608"/>
                </a:lnTo>
                <a:lnTo>
                  <a:pt x="8410" y="67543"/>
                </a:lnTo>
                <a:lnTo>
                  <a:pt x="8886" y="66655"/>
                </a:lnTo>
                <a:lnTo>
                  <a:pt x="8886" y="65856"/>
                </a:lnTo>
                <a:lnTo>
                  <a:pt x="8886" y="64969"/>
                </a:lnTo>
                <a:lnTo>
                  <a:pt x="8886" y="63904"/>
                </a:lnTo>
                <a:lnTo>
                  <a:pt x="8886" y="63016"/>
                </a:lnTo>
                <a:lnTo>
                  <a:pt x="8886" y="62217"/>
                </a:lnTo>
                <a:lnTo>
                  <a:pt x="8886" y="61330"/>
                </a:lnTo>
                <a:lnTo>
                  <a:pt x="8886" y="60265"/>
                </a:lnTo>
                <a:lnTo>
                  <a:pt x="8886" y="59377"/>
                </a:lnTo>
                <a:lnTo>
                  <a:pt x="8886" y="58578"/>
                </a:lnTo>
                <a:lnTo>
                  <a:pt x="9203" y="57424"/>
                </a:lnTo>
                <a:lnTo>
                  <a:pt x="9203" y="56626"/>
                </a:lnTo>
                <a:lnTo>
                  <a:pt x="9203" y="55561"/>
                </a:lnTo>
                <a:lnTo>
                  <a:pt x="9203" y="54673"/>
                </a:lnTo>
                <a:lnTo>
                  <a:pt x="9203" y="53785"/>
                </a:lnTo>
                <a:lnTo>
                  <a:pt x="9679" y="52987"/>
                </a:lnTo>
                <a:lnTo>
                  <a:pt x="9679" y="52099"/>
                </a:lnTo>
                <a:lnTo>
                  <a:pt x="9679" y="51034"/>
                </a:lnTo>
                <a:lnTo>
                  <a:pt x="9679" y="50146"/>
                </a:lnTo>
                <a:lnTo>
                  <a:pt x="9997" y="49348"/>
                </a:lnTo>
                <a:lnTo>
                  <a:pt x="9997" y="48460"/>
                </a:lnTo>
                <a:lnTo>
                  <a:pt x="9997" y="47395"/>
                </a:lnTo>
                <a:lnTo>
                  <a:pt x="9997" y="46507"/>
                </a:lnTo>
                <a:lnTo>
                  <a:pt x="9997" y="45709"/>
                </a:lnTo>
                <a:lnTo>
                  <a:pt x="10314" y="44821"/>
                </a:lnTo>
                <a:lnTo>
                  <a:pt x="10314" y="43756"/>
                </a:lnTo>
                <a:lnTo>
                  <a:pt x="10314" y="42868"/>
                </a:lnTo>
                <a:lnTo>
                  <a:pt x="10314" y="42070"/>
                </a:lnTo>
                <a:lnTo>
                  <a:pt x="10314" y="41182"/>
                </a:lnTo>
                <a:lnTo>
                  <a:pt x="10790" y="40295"/>
                </a:lnTo>
                <a:lnTo>
                  <a:pt x="10790" y="39229"/>
                </a:lnTo>
                <a:lnTo>
                  <a:pt x="10790" y="38342"/>
                </a:lnTo>
                <a:lnTo>
                  <a:pt x="10790" y="37543"/>
                </a:lnTo>
                <a:lnTo>
                  <a:pt x="10790" y="36656"/>
                </a:lnTo>
                <a:lnTo>
                  <a:pt x="11108" y="35591"/>
                </a:lnTo>
                <a:lnTo>
                  <a:pt x="11108" y="34703"/>
                </a:lnTo>
                <a:lnTo>
                  <a:pt x="11108" y="33904"/>
                </a:lnTo>
                <a:lnTo>
                  <a:pt x="11108" y="33017"/>
                </a:lnTo>
                <a:lnTo>
                  <a:pt x="11108" y="31952"/>
                </a:lnTo>
                <a:lnTo>
                  <a:pt x="11108" y="30886"/>
                </a:lnTo>
                <a:lnTo>
                  <a:pt x="11108" y="29999"/>
                </a:lnTo>
                <a:lnTo>
                  <a:pt x="11108" y="29200"/>
                </a:lnTo>
                <a:lnTo>
                  <a:pt x="11108" y="28313"/>
                </a:lnTo>
                <a:lnTo>
                  <a:pt x="11584" y="27247"/>
                </a:lnTo>
                <a:lnTo>
                  <a:pt x="11584" y="26360"/>
                </a:lnTo>
                <a:lnTo>
                  <a:pt x="11584" y="25561"/>
                </a:lnTo>
                <a:lnTo>
                  <a:pt x="11584" y="24674"/>
                </a:lnTo>
                <a:lnTo>
                  <a:pt x="11584" y="23786"/>
                </a:lnTo>
                <a:lnTo>
                  <a:pt x="11901" y="22721"/>
                </a:lnTo>
                <a:lnTo>
                  <a:pt x="11901" y="21833"/>
                </a:lnTo>
                <a:lnTo>
                  <a:pt x="11901" y="21035"/>
                </a:lnTo>
                <a:lnTo>
                  <a:pt x="11901" y="20147"/>
                </a:lnTo>
                <a:lnTo>
                  <a:pt x="11901" y="19082"/>
                </a:lnTo>
                <a:lnTo>
                  <a:pt x="12218" y="18194"/>
                </a:lnTo>
                <a:lnTo>
                  <a:pt x="12218" y="17396"/>
                </a:lnTo>
                <a:lnTo>
                  <a:pt x="12218" y="16508"/>
                </a:lnTo>
                <a:lnTo>
                  <a:pt x="12218" y="15443"/>
                </a:lnTo>
                <a:lnTo>
                  <a:pt x="12694" y="14555"/>
                </a:lnTo>
                <a:lnTo>
                  <a:pt x="12694" y="13757"/>
                </a:lnTo>
                <a:lnTo>
                  <a:pt x="12694" y="12692"/>
                </a:lnTo>
                <a:lnTo>
                  <a:pt x="12694" y="11804"/>
                </a:lnTo>
                <a:lnTo>
                  <a:pt x="12694" y="10739"/>
                </a:lnTo>
                <a:lnTo>
                  <a:pt x="13012" y="9851"/>
                </a:lnTo>
                <a:lnTo>
                  <a:pt x="13012" y="8964"/>
                </a:lnTo>
                <a:lnTo>
                  <a:pt x="13012" y="8165"/>
                </a:lnTo>
                <a:lnTo>
                  <a:pt x="13012" y="7277"/>
                </a:lnTo>
                <a:lnTo>
                  <a:pt x="13012" y="6212"/>
                </a:lnTo>
                <a:lnTo>
                  <a:pt x="13012" y="5325"/>
                </a:lnTo>
                <a:lnTo>
                  <a:pt x="13012" y="4526"/>
                </a:lnTo>
                <a:lnTo>
                  <a:pt x="13012" y="3638"/>
                </a:lnTo>
                <a:lnTo>
                  <a:pt x="13012" y="2573"/>
                </a:lnTo>
                <a:lnTo>
                  <a:pt x="13012" y="1686"/>
                </a:lnTo>
                <a:lnTo>
                  <a:pt x="13488" y="887"/>
                </a:lnTo>
                <a:lnTo>
                  <a:pt x="13488" y="0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6105578" y="2620458"/>
            <a:ext cx="13805" cy="181416"/>
          </a:xfrm>
          <a:custGeom>
            <a:avLst/>
            <a:gdLst/>
            <a:ahLst/>
            <a:cxnLst/>
            <a:rect l="l" t="t" r="r" b="b"/>
            <a:pathLst>
              <a:path w="13805" h="181416">
                <a:moveTo>
                  <a:pt x="0" y="181416"/>
                </a:moveTo>
                <a:lnTo>
                  <a:pt x="0" y="180351"/>
                </a:lnTo>
                <a:lnTo>
                  <a:pt x="0" y="179286"/>
                </a:lnTo>
                <a:lnTo>
                  <a:pt x="317" y="178398"/>
                </a:lnTo>
                <a:lnTo>
                  <a:pt x="317" y="177600"/>
                </a:lnTo>
                <a:lnTo>
                  <a:pt x="317" y="176712"/>
                </a:lnTo>
                <a:lnTo>
                  <a:pt x="317" y="175647"/>
                </a:lnTo>
                <a:lnTo>
                  <a:pt x="317" y="174759"/>
                </a:lnTo>
                <a:lnTo>
                  <a:pt x="793" y="173872"/>
                </a:lnTo>
                <a:lnTo>
                  <a:pt x="793" y="173073"/>
                </a:lnTo>
                <a:lnTo>
                  <a:pt x="793" y="172185"/>
                </a:lnTo>
                <a:lnTo>
                  <a:pt x="793" y="171120"/>
                </a:lnTo>
                <a:lnTo>
                  <a:pt x="793" y="170233"/>
                </a:lnTo>
                <a:lnTo>
                  <a:pt x="1110" y="169434"/>
                </a:lnTo>
                <a:lnTo>
                  <a:pt x="1110" y="168546"/>
                </a:lnTo>
                <a:lnTo>
                  <a:pt x="1110" y="167481"/>
                </a:lnTo>
                <a:lnTo>
                  <a:pt x="1110" y="166594"/>
                </a:lnTo>
                <a:lnTo>
                  <a:pt x="1110" y="165529"/>
                </a:lnTo>
                <a:lnTo>
                  <a:pt x="1428" y="164730"/>
                </a:lnTo>
                <a:lnTo>
                  <a:pt x="1428" y="163842"/>
                </a:lnTo>
                <a:lnTo>
                  <a:pt x="1428" y="162777"/>
                </a:lnTo>
                <a:lnTo>
                  <a:pt x="1428" y="161890"/>
                </a:lnTo>
                <a:lnTo>
                  <a:pt x="1428" y="161091"/>
                </a:lnTo>
                <a:lnTo>
                  <a:pt x="1428" y="160203"/>
                </a:lnTo>
                <a:lnTo>
                  <a:pt x="1428" y="159138"/>
                </a:lnTo>
                <a:lnTo>
                  <a:pt x="1428" y="158251"/>
                </a:lnTo>
                <a:lnTo>
                  <a:pt x="1428" y="157363"/>
                </a:lnTo>
                <a:lnTo>
                  <a:pt x="1904" y="156564"/>
                </a:lnTo>
                <a:lnTo>
                  <a:pt x="1904" y="155499"/>
                </a:lnTo>
                <a:lnTo>
                  <a:pt x="1904" y="154612"/>
                </a:lnTo>
                <a:lnTo>
                  <a:pt x="1904" y="153724"/>
                </a:lnTo>
                <a:lnTo>
                  <a:pt x="1904" y="152925"/>
                </a:lnTo>
                <a:lnTo>
                  <a:pt x="2221" y="151860"/>
                </a:lnTo>
                <a:lnTo>
                  <a:pt x="2221" y="150795"/>
                </a:lnTo>
                <a:lnTo>
                  <a:pt x="2221" y="149908"/>
                </a:lnTo>
                <a:lnTo>
                  <a:pt x="2221" y="149020"/>
                </a:lnTo>
                <a:lnTo>
                  <a:pt x="2221" y="148221"/>
                </a:lnTo>
                <a:lnTo>
                  <a:pt x="2697" y="147334"/>
                </a:lnTo>
                <a:lnTo>
                  <a:pt x="2697" y="146269"/>
                </a:lnTo>
                <a:lnTo>
                  <a:pt x="2697" y="145381"/>
                </a:lnTo>
                <a:lnTo>
                  <a:pt x="2697" y="144494"/>
                </a:lnTo>
                <a:lnTo>
                  <a:pt x="3015" y="143695"/>
                </a:lnTo>
                <a:lnTo>
                  <a:pt x="3015" y="142630"/>
                </a:lnTo>
                <a:lnTo>
                  <a:pt x="3015" y="141742"/>
                </a:lnTo>
                <a:lnTo>
                  <a:pt x="3015" y="140855"/>
                </a:lnTo>
                <a:lnTo>
                  <a:pt x="3015" y="140056"/>
                </a:lnTo>
                <a:lnTo>
                  <a:pt x="3332" y="138991"/>
                </a:lnTo>
                <a:lnTo>
                  <a:pt x="3332" y="137926"/>
                </a:lnTo>
                <a:lnTo>
                  <a:pt x="3332" y="137038"/>
                </a:lnTo>
                <a:lnTo>
                  <a:pt x="3332" y="136151"/>
                </a:lnTo>
                <a:lnTo>
                  <a:pt x="3332" y="135352"/>
                </a:lnTo>
                <a:lnTo>
                  <a:pt x="3808" y="134287"/>
                </a:lnTo>
                <a:lnTo>
                  <a:pt x="3808" y="133399"/>
                </a:lnTo>
                <a:lnTo>
                  <a:pt x="3808" y="132512"/>
                </a:lnTo>
                <a:lnTo>
                  <a:pt x="3808" y="131713"/>
                </a:lnTo>
                <a:lnTo>
                  <a:pt x="3808" y="130825"/>
                </a:lnTo>
                <a:lnTo>
                  <a:pt x="3808" y="129760"/>
                </a:lnTo>
                <a:lnTo>
                  <a:pt x="3808" y="128873"/>
                </a:lnTo>
                <a:lnTo>
                  <a:pt x="3808" y="127985"/>
                </a:lnTo>
                <a:lnTo>
                  <a:pt x="3808" y="127186"/>
                </a:lnTo>
                <a:lnTo>
                  <a:pt x="4125" y="126121"/>
                </a:lnTo>
                <a:lnTo>
                  <a:pt x="4125" y="125234"/>
                </a:lnTo>
                <a:lnTo>
                  <a:pt x="4125" y="124346"/>
                </a:lnTo>
                <a:lnTo>
                  <a:pt x="4125" y="123281"/>
                </a:lnTo>
                <a:lnTo>
                  <a:pt x="4125" y="122482"/>
                </a:lnTo>
                <a:lnTo>
                  <a:pt x="4601" y="121417"/>
                </a:lnTo>
                <a:lnTo>
                  <a:pt x="4601" y="120530"/>
                </a:lnTo>
                <a:lnTo>
                  <a:pt x="4601" y="119642"/>
                </a:lnTo>
                <a:lnTo>
                  <a:pt x="4601" y="118843"/>
                </a:lnTo>
                <a:lnTo>
                  <a:pt x="4601" y="117689"/>
                </a:lnTo>
                <a:lnTo>
                  <a:pt x="4919" y="116891"/>
                </a:lnTo>
                <a:lnTo>
                  <a:pt x="4919" y="116003"/>
                </a:lnTo>
                <a:lnTo>
                  <a:pt x="4919" y="115204"/>
                </a:lnTo>
                <a:lnTo>
                  <a:pt x="4919" y="114317"/>
                </a:lnTo>
                <a:lnTo>
                  <a:pt x="4919" y="113252"/>
                </a:lnTo>
                <a:lnTo>
                  <a:pt x="5236" y="112364"/>
                </a:lnTo>
                <a:lnTo>
                  <a:pt x="5236" y="111477"/>
                </a:lnTo>
                <a:lnTo>
                  <a:pt x="5236" y="110678"/>
                </a:lnTo>
                <a:lnTo>
                  <a:pt x="5236" y="109613"/>
                </a:lnTo>
                <a:lnTo>
                  <a:pt x="5712" y="108725"/>
                </a:lnTo>
                <a:lnTo>
                  <a:pt x="5712" y="107660"/>
                </a:lnTo>
                <a:lnTo>
                  <a:pt x="5712" y="106773"/>
                </a:lnTo>
                <a:lnTo>
                  <a:pt x="5712" y="105974"/>
                </a:lnTo>
                <a:lnTo>
                  <a:pt x="5712" y="104909"/>
                </a:lnTo>
                <a:lnTo>
                  <a:pt x="5712" y="104021"/>
                </a:lnTo>
                <a:lnTo>
                  <a:pt x="5712" y="103134"/>
                </a:lnTo>
                <a:lnTo>
                  <a:pt x="5712" y="102335"/>
                </a:lnTo>
                <a:lnTo>
                  <a:pt x="5712" y="101181"/>
                </a:lnTo>
                <a:lnTo>
                  <a:pt x="5712" y="100382"/>
                </a:lnTo>
                <a:lnTo>
                  <a:pt x="6030" y="99495"/>
                </a:lnTo>
                <a:lnTo>
                  <a:pt x="6030" y="98607"/>
                </a:lnTo>
                <a:lnTo>
                  <a:pt x="6030" y="97808"/>
                </a:lnTo>
                <a:lnTo>
                  <a:pt x="6030" y="96743"/>
                </a:lnTo>
                <a:lnTo>
                  <a:pt x="6030" y="95856"/>
                </a:lnTo>
                <a:lnTo>
                  <a:pt x="6506" y="94968"/>
                </a:lnTo>
                <a:lnTo>
                  <a:pt x="6506" y="94169"/>
                </a:lnTo>
                <a:lnTo>
                  <a:pt x="6506" y="93104"/>
                </a:lnTo>
                <a:lnTo>
                  <a:pt x="6506" y="92217"/>
                </a:lnTo>
                <a:lnTo>
                  <a:pt x="6823" y="91329"/>
                </a:lnTo>
                <a:lnTo>
                  <a:pt x="6823" y="90530"/>
                </a:lnTo>
                <a:lnTo>
                  <a:pt x="6823" y="89465"/>
                </a:lnTo>
                <a:lnTo>
                  <a:pt x="6823" y="88578"/>
                </a:lnTo>
                <a:lnTo>
                  <a:pt x="6823" y="87513"/>
                </a:lnTo>
                <a:lnTo>
                  <a:pt x="7299" y="86625"/>
                </a:lnTo>
                <a:lnTo>
                  <a:pt x="7299" y="85826"/>
                </a:lnTo>
                <a:lnTo>
                  <a:pt x="7299" y="84672"/>
                </a:lnTo>
                <a:lnTo>
                  <a:pt x="7299" y="83874"/>
                </a:lnTo>
                <a:lnTo>
                  <a:pt x="7299" y="82986"/>
                </a:lnTo>
                <a:lnTo>
                  <a:pt x="7616" y="82098"/>
                </a:lnTo>
                <a:lnTo>
                  <a:pt x="7616" y="81300"/>
                </a:lnTo>
                <a:lnTo>
                  <a:pt x="7616" y="80235"/>
                </a:lnTo>
                <a:lnTo>
                  <a:pt x="7616" y="79347"/>
                </a:lnTo>
                <a:lnTo>
                  <a:pt x="7616" y="78459"/>
                </a:lnTo>
                <a:lnTo>
                  <a:pt x="7934" y="77661"/>
                </a:lnTo>
                <a:lnTo>
                  <a:pt x="7934" y="76596"/>
                </a:lnTo>
                <a:lnTo>
                  <a:pt x="7934" y="75708"/>
                </a:lnTo>
                <a:lnTo>
                  <a:pt x="7934" y="74820"/>
                </a:lnTo>
                <a:lnTo>
                  <a:pt x="7934" y="74022"/>
                </a:lnTo>
                <a:lnTo>
                  <a:pt x="7934" y="72957"/>
                </a:lnTo>
                <a:lnTo>
                  <a:pt x="7934" y="72069"/>
                </a:lnTo>
                <a:lnTo>
                  <a:pt x="7934" y="71182"/>
                </a:lnTo>
                <a:lnTo>
                  <a:pt x="7934" y="70383"/>
                </a:lnTo>
                <a:lnTo>
                  <a:pt x="8410" y="69318"/>
                </a:lnTo>
                <a:lnTo>
                  <a:pt x="8410" y="68430"/>
                </a:lnTo>
                <a:lnTo>
                  <a:pt x="8410" y="67543"/>
                </a:lnTo>
                <a:lnTo>
                  <a:pt x="8410" y="66744"/>
                </a:lnTo>
                <a:lnTo>
                  <a:pt x="8410" y="65856"/>
                </a:lnTo>
                <a:lnTo>
                  <a:pt x="8727" y="64791"/>
                </a:lnTo>
                <a:lnTo>
                  <a:pt x="8727" y="63904"/>
                </a:lnTo>
                <a:lnTo>
                  <a:pt x="8727" y="63016"/>
                </a:lnTo>
                <a:lnTo>
                  <a:pt x="8727" y="62217"/>
                </a:lnTo>
                <a:lnTo>
                  <a:pt x="8727" y="61152"/>
                </a:lnTo>
                <a:lnTo>
                  <a:pt x="9203" y="60265"/>
                </a:lnTo>
                <a:lnTo>
                  <a:pt x="9203" y="59377"/>
                </a:lnTo>
                <a:lnTo>
                  <a:pt x="9203" y="58578"/>
                </a:lnTo>
                <a:lnTo>
                  <a:pt x="9203" y="57513"/>
                </a:lnTo>
                <a:lnTo>
                  <a:pt x="9521" y="56626"/>
                </a:lnTo>
                <a:lnTo>
                  <a:pt x="9521" y="55738"/>
                </a:lnTo>
                <a:lnTo>
                  <a:pt x="9521" y="54939"/>
                </a:lnTo>
                <a:lnTo>
                  <a:pt x="9521" y="54052"/>
                </a:lnTo>
                <a:lnTo>
                  <a:pt x="9521" y="52987"/>
                </a:lnTo>
                <a:lnTo>
                  <a:pt x="9838" y="52099"/>
                </a:lnTo>
                <a:lnTo>
                  <a:pt x="9838" y="51300"/>
                </a:lnTo>
                <a:lnTo>
                  <a:pt x="9838" y="50413"/>
                </a:lnTo>
                <a:lnTo>
                  <a:pt x="9838" y="49348"/>
                </a:lnTo>
                <a:lnTo>
                  <a:pt x="9838" y="48460"/>
                </a:lnTo>
                <a:lnTo>
                  <a:pt x="9838" y="47661"/>
                </a:lnTo>
                <a:lnTo>
                  <a:pt x="9838" y="46774"/>
                </a:lnTo>
                <a:lnTo>
                  <a:pt x="9838" y="45709"/>
                </a:lnTo>
                <a:lnTo>
                  <a:pt x="9838" y="44821"/>
                </a:lnTo>
                <a:lnTo>
                  <a:pt x="9838" y="43934"/>
                </a:lnTo>
                <a:lnTo>
                  <a:pt x="10314" y="43135"/>
                </a:lnTo>
                <a:lnTo>
                  <a:pt x="10314" y="42247"/>
                </a:lnTo>
                <a:lnTo>
                  <a:pt x="10314" y="41182"/>
                </a:lnTo>
                <a:lnTo>
                  <a:pt x="10314" y="40295"/>
                </a:lnTo>
                <a:lnTo>
                  <a:pt x="10631" y="39496"/>
                </a:lnTo>
                <a:lnTo>
                  <a:pt x="10631" y="38608"/>
                </a:lnTo>
                <a:lnTo>
                  <a:pt x="10631" y="37543"/>
                </a:lnTo>
                <a:lnTo>
                  <a:pt x="10631" y="36656"/>
                </a:lnTo>
                <a:lnTo>
                  <a:pt x="10631" y="35857"/>
                </a:lnTo>
                <a:lnTo>
                  <a:pt x="11108" y="34969"/>
                </a:lnTo>
                <a:lnTo>
                  <a:pt x="11108" y="33904"/>
                </a:lnTo>
                <a:lnTo>
                  <a:pt x="11108" y="33017"/>
                </a:lnTo>
                <a:lnTo>
                  <a:pt x="11108" y="32218"/>
                </a:lnTo>
                <a:lnTo>
                  <a:pt x="11108" y="31330"/>
                </a:lnTo>
                <a:lnTo>
                  <a:pt x="11425" y="30443"/>
                </a:lnTo>
                <a:lnTo>
                  <a:pt x="11425" y="29378"/>
                </a:lnTo>
                <a:lnTo>
                  <a:pt x="11425" y="28756"/>
                </a:lnTo>
                <a:lnTo>
                  <a:pt x="11425" y="27869"/>
                </a:lnTo>
                <a:lnTo>
                  <a:pt x="11425" y="26804"/>
                </a:lnTo>
                <a:lnTo>
                  <a:pt x="11901" y="25916"/>
                </a:lnTo>
                <a:lnTo>
                  <a:pt x="11901" y="25117"/>
                </a:lnTo>
                <a:lnTo>
                  <a:pt x="11901" y="24230"/>
                </a:lnTo>
                <a:lnTo>
                  <a:pt x="11901" y="23431"/>
                </a:lnTo>
                <a:lnTo>
                  <a:pt x="12218" y="22277"/>
                </a:lnTo>
                <a:lnTo>
                  <a:pt x="12218" y="21478"/>
                </a:lnTo>
                <a:lnTo>
                  <a:pt x="12218" y="20591"/>
                </a:lnTo>
                <a:lnTo>
                  <a:pt x="12218" y="19703"/>
                </a:lnTo>
                <a:lnTo>
                  <a:pt x="12218" y="18638"/>
                </a:lnTo>
                <a:lnTo>
                  <a:pt x="12218" y="17839"/>
                </a:lnTo>
                <a:lnTo>
                  <a:pt x="12218" y="16952"/>
                </a:lnTo>
                <a:lnTo>
                  <a:pt x="12218" y="16064"/>
                </a:lnTo>
                <a:lnTo>
                  <a:pt x="12218" y="14999"/>
                </a:lnTo>
                <a:lnTo>
                  <a:pt x="12218" y="14200"/>
                </a:lnTo>
                <a:lnTo>
                  <a:pt x="12536" y="13490"/>
                </a:lnTo>
                <a:lnTo>
                  <a:pt x="12536" y="12692"/>
                </a:lnTo>
                <a:lnTo>
                  <a:pt x="12536" y="11626"/>
                </a:lnTo>
                <a:lnTo>
                  <a:pt x="12536" y="10739"/>
                </a:lnTo>
                <a:lnTo>
                  <a:pt x="12536" y="9851"/>
                </a:lnTo>
                <a:lnTo>
                  <a:pt x="13012" y="9053"/>
                </a:lnTo>
                <a:lnTo>
                  <a:pt x="13012" y="7988"/>
                </a:lnTo>
                <a:lnTo>
                  <a:pt x="13012" y="7100"/>
                </a:lnTo>
                <a:lnTo>
                  <a:pt x="13012" y="6212"/>
                </a:lnTo>
                <a:lnTo>
                  <a:pt x="13329" y="5414"/>
                </a:lnTo>
                <a:lnTo>
                  <a:pt x="13329" y="4526"/>
                </a:lnTo>
                <a:lnTo>
                  <a:pt x="13329" y="3461"/>
                </a:lnTo>
                <a:lnTo>
                  <a:pt x="13329" y="2840"/>
                </a:lnTo>
                <a:lnTo>
                  <a:pt x="13329" y="1952"/>
                </a:lnTo>
                <a:lnTo>
                  <a:pt x="13805" y="887"/>
                </a:lnTo>
                <a:lnTo>
                  <a:pt x="13805" y="0"/>
                </a:lnTo>
              </a:path>
            </a:pathLst>
          </a:custGeom>
          <a:ln w="194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6119384" y="2453686"/>
            <a:ext cx="13329" cy="166771"/>
          </a:xfrm>
          <a:custGeom>
            <a:avLst/>
            <a:gdLst/>
            <a:ahLst/>
            <a:cxnLst/>
            <a:rect l="l" t="t" r="r" b="b"/>
            <a:pathLst>
              <a:path w="13329" h="166771">
                <a:moveTo>
                  <a:pt x="0" y="166771"/>
                </a:moveTo>
                <a:lnTo>
                  <a:pt x="0" y="165973"/>
                </a:lnTo>
                <a:lnTo>
                  <a:pt x="0" y="165085"/>
                </a:lnTo>
                <a:lnTo>
                  <a:pt x="0" y="164197"/>
                </a:lnTo>
                <a:lnTo>
                  <a:pt x="317" y="163132"/>
                </a:lnTo>
                <a:lnTo>
                  <a:pt x="317" y="162245"/>
                </a:lnTo>
                <a:lnTo>
                  <a:pt x="317" y="161623"/>
                </a:lnTo>
                <a:lnTo>
                  <a:pt x="317" y="160558"/>
                </a:lnTo>
                <a:lnTo>
                  <a:pt x="317" y="159671"/>
                </a:lnTo>
                <a:lnTo>
                  <a:pt x="317" y="158872"/>
                </a:lnTo>
                <a:lnTo>
                  <a:pt x="317" y="157985"/>
                </a:lnTo>
                <a:lnTo>
                  <a:pt x="317" y="156919"/>
                </a:lnTo>
                <a:lnTo>
                  <a:pt x="317" y="156032"/>
                </a:lnTo>
                <a:lnTo>
                  <a:pt x="634" y="155233"/>
                </a:lnTo>
                <a:lnTo>
                  <a:pt x="634" y="154523"/>
                </a:lnTo>
                <a:lnTo>
                  <a:pt x="634" y="153458"/>
                </a:lnTo>
                <a:lnTo>
                  <a:pt x="634" y="152659"/>
                </a:lnTo>
                <a:lnTo>
                  <a:pt x="634" y="151772"/>
                </a:lnTo>
                <a:lnTo>
                  <a:pt x="1110" y="150884"/>
                </a:lnTo>
                <a:lnTo>
                  <a:pt x="1110" y="149819"/>
                </a:lnTo>
                <a:lnTo>
                  <a:pt x="1110" y="149020"/>
                </a:lnTo>
                <a:lnTo>
                  <a:pt x="1110" y="148133"/>
                </a:lnTo>
                <a:lnTo>
                  <a:pt x="1110" y="147511"/>
                </a:lnTo>
                <a:lnTo>
                  <a:pt x="1428" y="146446"/>
                </a:lnTo>
                <a:lnTo>
                  <a:pt x="1428" y="145559"/>
                </a:lnTo>
                <a:lnTo>
                  <a:pt x="1428" y="144671"/>
                </a:lnTo>
                <a:lnTo>
                  <a:pt x="1428" y="143872"/>
                </a:lnTo>
                <a:lnTo>
                  <a:pt x="1428" y="142807"/>
                </a:lnTo>
                <a:lnTo>
                  <a:pt x="1904" y="142097"/>
                </a:lnTo>
                <a:lnTo>
                  <a:pt x="1904" y="141298"/>
                </a:lnTo>
                <a:lnTo>
                  <a:pt x="1904" y="140411"/>
                </a:lnTo>
                <a:lnTo>
                  <a:pt x="1904" y="139346"/>
                </a:lnTo>
                <a:lnTo>
                  <a:pt x="2221" y="138458"/>
                </a:lnTo>
                <a:lnTo>
                  <a:pt x="2221" y="137659"/>
                </a:lnTo>
                <a:lnTo>
                  <a:pt x="2221" y="136949"/>
                </a:lnTo>
                <a:lnTo>
                  <a:pt x="2221" y="135884"/>
                </a:lnTo>
                <a:lnTo>
                  <a:pt x="2221" y="135086"/>
                </a:lnTo>
                <a:lnTo>
                  <a:pt x="2697" y="134198"/>
                </a:lnTo>
                <a:lnTo>
                  <a:pt x="2697" y="133310"/>
                </a:lnTo>
                <a:lnTo>
                  <a:pt x="2697" y="132512"/>
                </a:lnTo>
                <a:lnTo>
                  <a:pt x="2697" y="131624"/>
                </a:lnTo>
                <a:lnTo>
                  <a:pt x="2697" y="130737"/>
                </a:lnTo>
                <a:lnTo>
                  <a:pt x="2697" y="129938"/>
                </a:lnTo>
                <a:lnTo>
                  <a:pt x="2697" y="128873"/>
                </a:lnTo>
                <a:lnTo>
                  <a:pt x="2697" y="128163"/>
                </a:lnTo>
                <a:lnTo>
                  <a:pt x="2697" y="127364"/>
                </a:lnTo>
                <a:lnTo>
                  <a:pt x="2697" y="126299"/>
                </a:lnTo>
                <a:lnTo>
                  <a:pt x="3015" y="125411"/>
                </a:lnTo>
                <a:lnTo>
                  <a:pt x="3015" y="124524"/>
                </a:lnTo>
                <a:lnTo>
                  <a:pt x="3015" y="123902"/>
                </a:lnTo>
                <a:lnTo>
                  <a:pt x="3015" y="122837"/>
                </a:lnTo>
                <a:lnTo>
                  <a:pt x="3332" y="121950"/>
                </a:lnTo>
                <a:lnTo>
                  <a:pt x="3332" y="121151"/>
                </a:lnTo>
                <a:lnTo>
                  <a:pt x="3332" y="120263"/>
                </a:lnTo>
                <a:lnTo>
                  <a:pt x="3332" y="119376"/>
                </a:lnTo>
                <a:lnTo>
                  <a:pt x="3332" y="118577"/>
                </a:lnTo>
                <a:lnTo>
                  <a:pt x="3808" y="117689"/>
                </a:lnTo>
                <a:lnTo>
                  <a:pt x="3808" y="116802"/>
                </a:lnTo>
                <a:lnTo>
                  <a:pt x="3808" y="116003"/>
                </a:lnTo>
                <a:lnTo>
                  <a:pt x="3808" y="115116"/>
                </a:lnTo>
                <a:lnTo>
                  <a:pt x="3808" y="114228"/>
                </a:lnTo>
                <a:lnTo>
                  <a:pt x="4125" y="113429"/>
                </a:lnTo>
                <a:lnTo>
                  <a:pt x="4125" y="112542"/>
                </a:lnTo>
                <a:lnTo>
                  <a:pt x="4125" y="111654"/>
                </a:lnTo>
                <a:lnTo>
                  <a:pt x="4125" y="110855"/>
                </a:lnTo>
                <a:lnTo>
                  <a:pt x="4125" y="109790"/>
                </a:lnTo>
                <a:lnTo>
                  <a:pt x="4601" y="109080"/>
                </a:lnTo>
                <a:lnTo>
                  <a:pt x="4601" y="108281"/>
                </a:lnTo>
                <a:lnTo>
                  <a:pt x="4601" y="107394"/>
                </a:lnTo>
                <a:lnTo>
                  <a:pt x="4601" y="106329"/>
                </a:lnTo>
                <a:lnTo>
                  <a:pt x="4601" y="105707"/>
                </a:lnTo>
                <a:lnTo>
                  <a:pt x="4601" y="104820"/>
                </a:lnTo>
                <a:lnTo>
                  <a:pt x="4601" y="103932"/>
                </a:lnTo>
                <a:lnTo>
                  <a:pt x="4601" y="103134"/>
                </a:lnTo>
                <a:lnTo>
                  <a:pt x="4601" y="102246"/>
                </a:lnTo>
                <a:lnTo>
                  <a:pt x="4919" y="101358"/>
                </a:lnTo>
                <a:lnTo>
                  <a:pt x="4919" y="100293"/>
                </a:lnTo>
                <a:lnTo>
                  <a:pt x="4919" y="99672"/>
                </a:lnTo>
                <a:lnTo>
                  <a:pt x="4919" y="98785"/>
                </a:lnTo>
                <a:lnTo>
                  <a:pt x="4919" y="97986"/>
                </a:lnTo>
                <a:lnTo>
                  <a:pt x="5236" y="97098"/>
                </a:lnTo>
                <a:lnTo>
                  <a:pt x="5236" y="96211"/>
                </a:lnTo>
                <a:lnTo>
                  <a:pt x="5236" y="95412"/>
                </a:lnTo>
                <a:lnTo>
                  <a:pt x="5236" y="94524"/>
                </a:lnTo>
                <a:lnTo>
                  <a:pt x="5236" y="93637"/>
                </a:lnTo>
                <a:lnTo>
                  <a:pt x="5712" y="92838"/>
                </a:lnTo>
                <a:lnTo>
                  <a:pt x="5712" y="91950"/>
                </a:lnTo>
                <a:lnTo>
                  <a:pt x="5712" y="91063"/>
                </a:lnTo>
                <a:lnTo>
                  <a:pt x="5712" y="90264"/>
                </a:lnTo>
                <a:lnTo>
                  <a:pt x="6030" y="89376"/>
                </a:lnTo>
                <a:lnTo>
                  <a:pt x="6030" y="88489"/>
                </a:lnTo>
                <a:lnTo>
                  <a:pt x="6030" y="87690"/>
                </a:lnTo>
                <a:lnTo>
                  <a:pt x="6030" y="86803"/>
                </a:lnTo>
                <a:lnTo>
                  <a:pt x="6030" y="86181"/>
                </a:lnTo>
                <a:lnTo>
                  <a:pt x="6506" y="85116"/>
                </a:lnTo>
                <a:lnTo>
                  <a:pt x="6506" y="84229"/>
                </a:lnTo>
                <a:lnTo>
                  <a:pt x="6506" y="83607"/>
                </a:lnTo>
                <a:lnTo>
                  <a:pt x="6506" y="82720"/>
                </a:lnTo>
                <a:lnTo>
                  <a:pt x="6506" y="81655"/>
                </a:lnTo>
                <a:lnTo>
                  <a:pt x="6506" y="81033"/>
                </a:lnTo>
                <a:lnTo>
                  <a:pt x="6506" y="80146"/>
                </a:lnTo>
                <a:lnTo>
                  <a:pt x="6506" y="79258"/>
                </a:lnTo>
                <a:lnTo>
                  <a:pt x="6506" y="78459"/>
                </a:lnTo>
                <a:lnTo>
                  <a:pt x="6506" y="77572"/>
                </a:lnTo>
                <a:lnTo>
                  <a:pt x="6823" y="76773"/>
                </a:lnTo>
                <a:lnTo>
                  <a:pt x="6823" y="75886"/>
                </a:lnTo>
                <a:lnTo>
                  <a:pt x="6823" y="74998"/>
                </a:lnTo>
                <a:lnTo>
                  <a:pt x="6823" y="74377"/>
                </a:lnTo>
                <a:lnTo>
                  <a:pt x="6823" y="73312"/>
                </a:lnTo>
                <a:lnTo>
                  <a:pt x="7140" y="72690"/>
                </a:lnTo>
                <a:lnTo>
                  <a:pt x="7140" y="71803"/>
                </a:lnTo>
                <a:lnTo>
                  <a:pt x="7140" y="70738"/>
                </a:lnTo>
                <a:lnTo>
                  <a:pt x="7140" y="70116"/>
                </a:lnTo>
                <a:lnTo>
                  <a:pt x="7616" y="69229"/>
                </a:lnTo>
                <a:lnTo>
                  <a:pt x="7616" y="68341"/>
                </a:lnTo>
                <a:lnTo>
                  <a:pt x="7616" y="67543"/>
                </a:lnTo>
                <a:lnTo>
                  <a:pt x="7616" y="66655"/>
                </a:lnTo>
                <a:lnTo>
                  <a:pt x="7616" y="66034"/>
                </a:lnTo>
                <a:lnTo>
                  <a:pt x="7934" y="64969"/>
                </a:lnTo>
                <a:lnTo>
                  <a:pt x="7934" y="64259"/>
                </a:lnTo>
                <a:lnTo>
                  <a:pt x="7934" y="63460"/>
                </a:lnTo>
                <a:lnTo>
                  <a:pt x="7934" y="62572"/>
                </a:lnTo>
                <a:lnTo>
                  <a:pt x="7934" y="61685"/>
                </a:lnTo>
                <a:lnTo>
                  <a:pt x="8410" y="60886"/>
                </a:lnTo>
                <a:lnTo>
                  <a:pt x="8410" y="60176"/>
                </a:lnTo>
                <a:lnTo>
                  <a:pt x="8410" y="59111"/>
                </a:lnTo>
                <a:lnTo>
                  <a:pt x="8410" y="58489"/>
                </a:lnTo>
                <a:lnTo>
                  <a:pt x="8410" y="57602"/>
                </a:lnTo>
                <a:lnTo>
                  <a:pt x="8727" y="56803"/>
                </a:lnTo>
                <a:lnTo>
                  <a:pt x="8727" y="55916"/>
                </a:lnTo>
                <a:lnTo>
                  <a:pt x="8727" y="55028"/>
                </a:lnTo>
                <a:lnTo>
                  <a:pt x="8727" y="54229"/>
                </a:lnTo>
                <a:lnTo>
                  <a:pt x="8727" y="53342"/>
                </a:lnTo>
                <a:lnTo>
                  <a:pt x="8727" y="52720"/>
                </a:lnTo>
                <a:lnTo>
                  <a:pt x="8727" y="51833"/>
                </a:lnTo>
                <a:lnTo>
                  <a:pt x="8727" y="51034"/>
                </a:lnTo>
                <a:lnTo>
                  <a:pt x="8727" y="50146"/>
                </a:lnTo>
                <a:lnTo>
                  <a:pt x="9203" y="49525"/>
                </a:lnTo>
                <a:lnTo>
                  <a:pt x="9203" y="48460"/>
                </a:lnTo>
                <a:lnTo>
                  <a:pt x="9203" y="47750"/>
                </a:lnTo>
                <a:lnTo>
                  <a:pt x="9203" y="46951"/>
                </a:lnTo>
                <a:lnTo>
                  <a:pt x="9203" y="46064"/>
                </a:lnTo>
                <a:lnTo>
                  <a:pt x="9521" y="45176"/>
                </a:lnTo>
                <a:lnTo>
                  <a:pt x="9521" y="44555"/>
                </a:lnTo>
                <a:lnTo>
                  <a:pt x="9521" y="43667"/>
                </a:lnTo>
                <a:lnTo>
                  <a:pt x="9521" y="42868"/>
                </a:lnTo>
                <a:lnTo>
                  <a:pt x="9521" y="41981"/>
                </a:lnTo>
                <a:lnTo>
                  <a:pt x="9838" y="41360"/>
                </a:lnTo>
                <a:lnTo>
                  <a:pt x="9838" y="40295"/>
                </a:lnTo>
                <a:lnTo>
                  <a:pt x="9838" y="39673"/>
                </a:lnTo>
                <a:lnTo>
                  <a:pt x="9838" y="38786"/>
                </a:lnTo>
                <a:lnTo>
                  <a:pt x="10314" y="37898"/>
                </a:lnTo>
                <a:lnTo>
                  <a:pt x="10314" y="37277"/>
                </a:lnTo>
                <a:lnTo>
                  <a:pt x="10314" y="36389"/>
                </a:lnTo>
                <a:lnTo>
                  <a:pt x="10314" y="35591"/>
                </a:lnTo>
                <a:lnTo>
                  <a:pt x="10314" y="34703"/>
                </a:lnTo>
                <a:lnTo>
                  <a:pt x="10631" y="34082"/>
                </a:lnTo>
                <a:lnTo>
                  <a:pt x="10631" y="33017"/>
                </a:lnTo>
                <a:lnTo>
                  <a:pt x="10631" y="32307"/>
                </a:lnTo>
                <a:lnTo>
                  <a:pt x="10631" y="31508"/>
                </a:lnTo>
                <a:lnTo>
                  <a:pt x="10631" y="30620"/>
                </a:lnTo>
                <a:lnTo>
                  <a:pt x="10631" y="29999"/>
                </a:lnTo>
                <a:lnTo>
                  <a:pt x="10631" y="29111"/>
                </a:lnTo>
                <a:lnTo>
                  <a:pt x="10631" y="28313"/>
                </a:lnTo>
                <a:lnTo>
                  <a:pt x="10631" y="27425"/>
                </a:lnTo>
                <a:lnTo>
                  <a:pt x="10631" y="26804"/>
                </a:lnTo>
                <a:lnTo>
                  <a:pt x="11108" y="25916"/>
                </a:lnTo>
                <a:lnTo>
                  <a:pt x="11108" y="25029"/>
                </a:lnTo>
                <a:lnTo>
                  <a:pt x="11108" y="24407"/>
                </a:lnTo>
                <a:lnTo>
                  <a:pt x="11108" y="23520"/>
                </a:lnTo>
                <a:lnTo>
                  <a:pt x="11425" y="22721"/>
                </a:lnTo>
                <a:lnTo>
                  <a:pt x="11425" y="22011"/>
                </a:lnTo>
                <a:lnTo>
                  <a:pt x="11425" y="21212"/>
                </a:lnTo>
                <a:lnTo>
                  <a:pt x="11425" y="20325"/>
                </a:lnTo>
                <a:lnTo>
                  <a:pt x="11425" y="19437"/>
                </a:lnTo>
                <a:lnTo>
                  <a:pt x="11742" y="18816"/>
                </a:lnTo>
                <a:lnTo>
                  <a:pt x="11742" y="18017"/>
                </a:lnTo>
                <a:lnTo>
                  <a:pt x="11742" y="17129"/>
                </a:lnTo>
                <a:lnTo>
                  <a:pt x="11742" y="16508"/>
                </a:lnTo>
                <a:lnTo>
                  <a:pt x="11742" y="15620"/>
                </a:lnTo>
                <a:lnTo>
                  <a:pt x="12218" y="14733"/>
                </a:lnTo>
                <a:lnTo>
                  <a:pt x="12218" y="14112"/>
                </a:lnTo>
                <a:lnTo>
                  <a:pt x="12218" y="13224"/>
                </a:lnTo>
                <a:lnTo>
                  <a:pt x="12218" y="12425"/>
                </a:lnTo>
                <a:lnTo>
                  <a:pt x="12218" y="11715"/>
                </a:lnTo>
                <a:lnTo>
                  <a:pt x="12536" y="10916"/>
                </a:lnTo>
                <a:lnTo>
                  <a:pt x="12536" y="10029"/>
                </a:lnTo>
                <a:lnTo>
                  <a:pt x="12536" y="9408"/>
                </a:lnTo>
                <a:lnTo>
                  <a:pt x="12536" y="8520"/>
                </a:lnTo>
                <a:lnTo>
                  <a:pt x="13012" y="7721"/>
                </a:lnTo>
                <a:lnTo>
                  <a:pt x="13012" y="7011"/>
                </a:lnTo>
                <a:lnTo>
                  <a:pt x="13012" y="6212"/>
                </a:lnTo>
                <a:lnTo>
                  <a:pt x="13012" y="5325"/>
                </a:lnTo>
                <a:lnTo>
                  <a:pt x="13012" y="4704"/>
                </a:lnTo>
                <a:lnTo>
                  <a:pt x="13012" y="3816"/>
                </a:lnTo>
                <a:lnTo>
                  <a:pt x="13012" y="2928"/>
                </a:lnTo>
                <a:lnTo>
                  <a:pt x="13012" y="2307"/>
                </a:lnTo>
                <a:lnTo>
                  <a:pt x="13012" y="1508"/>
                </a:lnTo>
                <a:lnTo>
                  <a:pt x="13012" y="798"/>
                </a:lnTo>
                <a:lnTo>
                  <a:pt x="13329" y="0"/>
                </a:lnTo>
              </a:path>
            </a:pathLst>
          </a:custGeom>
          <a:ln w="194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6132714" y="2317269"/>
            <a:ext cx="13805" cy="136417"/>
          </a:xfrm>
          <a:custGeom>
            <a:avLst/>
            <a:gdLst/>
            <a:ahLst/>
            <a:cxnLst/>
            <a:rect l="l" t="t" r="r" b="b"/>
            <a:pathLst>
              <a:path w="13805" h="136417">
                <a:moveTo>
                  <a:pt x="0" y="136417"/>
                </a:moveTo>
                <a:lnTo>
                  <a:pt x="0" y="135529"/>
                </a:lnTo>
                <a:lnTo>
                  <a:pt x="0" y="134908"/>
                </a:lnTo>
                <a:lnTo>
                  <a:pt x="0" y="134020"/>
                </a:lnTo>
                <a:lnTo>
                  <a:pt x="0" y="133133"/>
                </a:lnTo>
                <a:lnTo>
                  <a:pt x="476" y="132512"/>
                </a:lnTo>
                <a:lnTo>
                  <a:pt x="476" y="131624"/>
                </a:lnTo>
                <a:lnTo>
                  <a:pt x="476" y="131003"/>
                </a:lnTo>
                <a:lnTo>
                  <a:pt x="476" y="130204"/>
                </a:lnTo>
                <a:lnTo>
                  <a:pt x="793" y="129316"/>
                </a:lnTo>
                <a:lnTo>
                  <a:pt x="793" y="128695"/>
                </a:lnTo>
                <a:lnTo>
                  <a:pt x="793" y="127985"/>
                </a:lnTo>
                <a:lnTo>
                  <a:pt x="793" y="126920"/>
                </a:lnTo>
                <a:lnTo>
                  <a:pt x="793" y="126299"/>
                </a:lnTo>
                <a:lnTo>
                  <a:pt x="1110" y="125677"/>
                </a:lnTo>
                <a:lnTo>
                  <a:pt x="1110" y="124790"/>
                </a:lnTo>
                <a:lnTo>
                  <a:pt x="1110" y="124169"/>
                </a:lnTo>
                <a:lnTo>
                  <a:pt x="1110" y="123281"/>
                </a:lnTo>
                <a:lnTo>
                  <a:pt x="1110" y="122482"/>
                </a:lnTo>
                <a:lnTo>
                  <a:pt x="1586" y="121772"/>
                </a:lnTo>
                <a:lnTo>
                  <a:pt x="1586" y="120973"/>
                </a:lnTo>
                <a:lnTo>
                  <a:pt x="1586" y="120263"/>
                </a:lnTo>
                <a:lnTo>
                  <a:pt x="1586" y="119465"/>
                </a:lnTo>
                <a:lnTo>
                  <a:pt x="1586" y="118577"/>
                </a:lnTo>
                <a:lnTo>
                  <a:pt x="1586" y="117956"/>
                </a:lnTo>
                <a:lnTo>
                  <a:pt x="1586" y="117334"/>
                </a:lnTo>
                <a:lnTo>
                  <a:pt x="1586" y="116447"/>
                </a:lnTo>
                <a:lnTo>
                  <a:pt x="1586" y="115826"/>
                </a:lnTo>
                <a:lnTo>
                  <a:pt x="1904" y="114938"/>
                </a:lnTo>
                <a:lnTo>
                  <a:pt x="1904" y="114050"/>
                </a:lnTo>
                <a:lnTo>
                  <a:pt x="1904" y="113429"/>
                </a:lnTo>
                <a:lnTo>
                  <a:pt x="1904" y="112808"/>
                </a:lnTo>
                <a:lnTo>
                  <a:pt x="1904" y="111920"/>
                </a:lnTo>
                <a:lnTo>
                  <a:pt x="2380" y="111299"/>
                </a:lnTo>
                <a:lnTo>
                  <a:pt x="2380" y="110411"/>
                </a:lnTo>
                <a:lnTo>
                  <a:pt x="2380" y="109790"/>
                </a:lnTo>
                <a:lnTo>
                  <a:pt x="2380" y="108903"/>
                </a:lnTo>
                <a:lnTo>
                  <a:pt x="2380" y="108104"/>
                </a:lnTo>
                <a:lnTo>
                  <a:pt x="2697" y="107394"/>
                </a:lnTo>
                <a:lnTo>
                  <a:pt x="2697" y="106773"/>
                </a:lnTo>
                <a:lnTo>
                  <a:pt x="2697" y="105974"/>
                </a:lnTo>
                <a:lnTo>
                  <a:pt x="2697" y="105264"/>
                </a:lnTo>
                <a:lnTo>
                  <a:pt x="2697" y="104465"/>
                </a:lnTo>
                <a:lnTo>
                  <a:pt x="3015" y="103755"/>
                </a:lnTo>
                <a:lnTo>
                  <a:pt x="3015" y="103134"/>
                </a:lnTo>
                <a:lnTo>
                  <a:pt x="3015" y="102246"/>
                </a:lnTo>
                <a:lnTo>
                  <a:pt x="3015" y="101625"/>
                </a:lnTo>
                <a:lnTo>
                  <a:pt x="3491" y="101003"/>
                </a:lnTo>
                <a:lnTo>
                  <a:pt x="3491" y="99938"/>
                </a:lnTo>
                <a:lnTo>
                  <a:pt x="3491" y="99317"/>
                </a:lnTo>
                <a:lnTo>
                  <a:pt x="3491" y="98607"/>
                </a:lnTo>
                <a:lnTo>
                  <a:pt x="3491" y="97808"/>
                </a:lnTo>
                <a:lnTo>
                  <a:pt x="3808" y="97187"/>
                </a:lnTo>
                <a:lnTo>
                  <a:pt x="3808" y="96299"/>
                </a:lnTo>
                <a:lnTo>
                  <a:pt x="3808" y="95678"/>
                </a:lnTo>
                <a:lnTo>
                  <a:pt x="3808" y="94968"/>
                </a:lnTo>
                <a:lnTo>
                  <a:pt x="3808" y="94169"/>
                </a:lnTo>
                <a:lnTo>
                  <a:pt x="3808" y="93459"/>
                </a:lnTo>
                <a:lnTo>
                  <a:pt x="3808" y="92660"/>
                </a:lnTo>
                <a:lnTo>
                  <a:pt x="3808" y="92039"/>
                </a:lnTo>
                <a:lnTo>
                  <a:pt x="3808" y="91329"/>
                </a:lnTo>
                <a:lnTo>
                  <a:pt x="3808" y="90530"/>
                </a:lnTo>
                <a:lnTo>
                  <a:pt x="4284" y="89820"/>
                </a:lnTo>
                <a:lnTo>
                  <a:pt x="4284" y="89199"/>
                </a:lnTo>
                <a:lnTo>
                  <a:pt x="4284" y="88311"/>
                </a:lnTo>
                <a:lnTo>
                  <a:pt x="4284" y="87690"/>
                </a:lnTo>
                <a:lnTo>
                  <a:pt x="4601" y="86891"/>
                </a:lnTo>
                <a:lnTo>
                  <a:pt x="4601" y="86181"/>
                </a:lnTo>
                <a:lnTo>
                  <a:pt x="4601" y="85560"/>
                </a:lnTo>
                <a:lnTo>
                  <a:pt x="4601" y="84672"/>
                </a:lnTo>
                <a:lnTo>
                  <a:pt x="4601" y="84051"/>
                </a:lnTo>
                <a:lnTo>
                  <a:pt x="5077" y="83430"/>
                </a:lnTo>
                <a:lnTo>
                  <a:pt x="5077" y="82808"/>
                </a:lnTo>
                <a:lnTo>
                  <a:pt x="5077" y="82098"/>
                </a:lnTo>
                <a:lnTo>
                  <a:pt x="5077" y="81300"/>
                </a:lnTo>
                <a:lnTo>
                  <a:pt x="5077" y="80590"/>
                </a:lnTo>
                <a:lnTo>
                  <a:pt x="5395" y="79791"/>
                </a:lnTo>
                <a:lnTo>
                  <a:pt x="5395" y="79170"/>
                </a:lnTo>
                <a:lnTo>
                  <a:pt x="5395" y="78459"/>
                </a:lnTo>
                <a:lnTo>
                  <a:pt x="5395" y="77661"/>
                </a:lnTo>
                <a:lnTo>
                  <a:pt x="5395" y="76951"/>
                </a:lnTo>
                <a:lnTo>
                  <a:pt x="5712" y="76152"/>
                </a:lnTo>
                <a:lnTo>
                  <a:pt x="5712" y="75708"/>
                </a:lnTo>
                <a:lnTo>
                  <a:pt x="5712" y="75087"/>
                </a:lnTo>
                <a:lnTo>
                  <a:pt x="5712" y="74199"/>
                </a:lnTo>
                <a:lnTo>
                  <a:pt x="5712" y="73578"/>
                </a:lnTo>
                <a:lnTo>
                  <a:pt x="5712" y="72690"/>
                </a:lnTo>
                <a:lnTo>
                  <a:pt x="5712" y="72069"/>
                </a:lnTo>
                <a:lnTo>
                  <a:pt x="5712" y="71448"/>
                </a:lnTo>
                <a:lnTo>
                  <a:pt x="5712" y="70560"/>
                </a:lnTo>
                <a:lnTo>
                  <a:pt x="6188" y="70116"/>
                </a:lnTo>
                <a:lnTo>
                  <a:pt x="6188" y="69229"/>
                </a:lnTo>
                <a:lnTo>
                  <a:pt x="6188" y="68608"/>
                </a:lnTo>
                <a:lnTo>
                  <a:pt x="6188" y="67986"/>
                </a:lnTo>
                <a:lnTo>
                  <a:pt x="6188" y="67099"/>
                </a:lnTo>
                <a:lnTo>
                  <a:pt x="6506" y="66477"/>
                </a:lnTo>
                <a:lnTo>
                  <a:pt x="6506" y="65856"/>
                </a:lnTo>
                <a:lnTo>
                  <a:pt x="6506" y="65235"/>
                </a:lnTo>
                <a:lnTo>
                  <a:pt x="6506" y="64347"/>
                </a:lnTo>
                <a:lnTo>
                  <a:pt x="6506" y="63726"/>
                </a:lnTo>
                <a:lnTo>
                  <a:pt x="6982" y="63016"/>
                </a:lnTo>
                <a:lnTo>
                  <a:pt x="6982" y="62395"/>
                </a:lnTo>
                <a:lnTo>
                  <a:pt x="6982" y="61773"/>
                </a:lnTo>
                <a:lnTo>
                  <a:pt x="6982" y="60886"/>
                </a:lnTo>
                <a:lnTo>
                  <a:pt x="7299" y="60265"/>
                </a:lnTo>
                <a:lnTo>
                  <a:pt x="7299" y="59643"/>
                </a:lnTo>
                <a:lnTo>
                  <a:pt x="7299" y="58933"/>
                </a:lnTo>
                <a:lnTo>
                  <a:pt x="7299" y="58312"/>
                </a:lnTo>
                <a:lnTo>
                  <a:pt x="7299" y="57513"/>
                </a:lnTo>
                <a:lnTo>
                  <a:pt x="7616" y="57069"/>
                </a:lnTo>
                <a:lnTo>
                  <a:pt x="7616" y="56182"/>
                </a:lnTo>
                <a:lnTo>
                  <a:pt x="7616" y="55561"/>
                </a:lnTo>
                <a:lnTo>
                  <a:pt x="7616" y="54939"/>
                </a:lnTo>
                <a:lnTo>
                  <a:pt x="7616" y="54229"/>
                </a:lnTo>
                <a:lnTo>
                  <a:pt x="8093" y="53608"/>
                </a:lnTo>
                <a:lnTo>
                  <a:pt x="8093" y="52720"/>
                </a:lnTo>
                <a:lnTo>
                  <a:pt x="8093" y="52099"/>
                </a:lnTo>
                <a:lnTo>
                  <a:pt x="8093" y="51478"/>
                </a:lnTo>
                <a:lnTo>
                  <a:pt x="8093" y="50856"/>
                </a:lnTo>
                <a:lnTo>
                  <a:pt x="8093" y="50146"/>
                </a:lnTo>
                <a:lnTo>
                  <a:pt x="8093" y="49525"/>
                </a:lnTo>
                <a:lnTo>
                  <a:pt x="8093" y="48904"/>
                </a:lnTo>
                <a:lnTo>
                  <a:pt x="8093" y="48016"/>
                </a:lnTo>
                <a:lnTo>
                  <a:pt x="8410" y="47573"/>
                </a:lnTo>
                <a:lnTo>
                  <a:pt x="8410" y="46774"/>
                </a:lnTo>
                <a:lnTo>
                  <a:pt x="8410" y="46152"/>
                </a:lnTo>
                <a:lnTo>
                  <a:pt x="8410" y="45442"/>
                </a:lnTo>
                <a:lnTo>
                  <a:pt x="8410" y="44821"/>
                </a:lnTo>
                <a:lnTo>
                  <a:pt x="8886" y="44200"/>
                </a:lnTo>
                <a:lnTo>
                  <a:pt x="8886" y="43579"/>
                </a:lnTo>
                <a:lnTo>
                  <a:pt x="8886" y="42868"/>
                </a:lnTo>
                <a:lnTo>
                  <a:pt x="8886" y="42247"/>
                </a:lnTo>
                <a:lnTo>
                  <a:pt x="8886" y="41626"/>
                </a:lnTo>
                <a:lnTo>
                  <a:pt x="9203" y="40738"/>
                </a:lnTo>
                <a:lnTo>
                  <a:pt x="9203" y="40295"/>
                </a:lnTo>
                <a:lnTo>
                  <a:pt x="9203" y="39673"/>
                </a:lnTo>
                <a:lnTo>
                  <a:pt x="9203" y="38786"/>
                </a:lnTo>
                <a:lnTo>
                  <a:pt x="9203" y="38431"/>
                </a:lnTo>
                <a:lnTo>
                  <a:pt x="9679" y="37543"/>
                </a:lnTo>
                <a:lnTo>
                  <a:pt x="9679" y="37099"/>
                </a:lnTo>
                <a:lnTo>
                  <a:pt x="9679" y="36212"/>
                </a:lnTo>
                <a:lnTo>
                  <a:pt x="9679" y="35857"/>
                </a:lnTo>
                <a:lnTo>
                  <a:pt x="9997" y="34969"/>
                </a:lnTo>
                <a:lnTo>
                  <a:pt x="9997" y="34348"/>
                </a:lnTo>
                <a:lnTo>
                  <a:pt x="9997" y="33638"/>
                </a:lnTo>
                <a:lnTo>
                  <a:pt x="9997" y="33017"/>
                </a:lnTo>
                <a:lnTo>
                  <a:pt x="9997" y="32395"/>
                </a:lnTo>
                <a:lnTo>
                  <a:pt x="9997" y="31774"/>
                </a:lnTo>
                <a:lnTo>
                  <a:pt x="9997" y="31330"/>
                </a:lnTo>
                <a:lnTo>
                  <a:pt x="9997" y="30443"/>
                </a:lnTo>
                <a:lnTo>
                  <a:pt x="9997" y="29999"/>
                </a:lnTo>
                <a:lnTo>
                  <a:pt x="9997" y="29200"/>
                </a:lnTo>
                <a:lnTo>
                  <a:pt x="10314" y="28756"/>
                </a:lnTo>
                <a:lnTo>
                  <a:pt x="10314" y="27869"/>
                </a:lnTo>
                <a:lnTo>
                  <a:pt x="10314" y="27425"/>
                </a:lnTo>
                <a:lnTo>
                  <a:pt x="10314" y="26626"/>
                </a:lnTo>
                <a:lnTo>
                  <a:pt x="10314" y="26182"/>
                </a:lnTo>
                <a:lnTo>
                  <a:pt x="10790" y="25295"/>
                </a:lnTo>
                <a:lnTo>
                  <a:pt x="10790" y="24851"/>
                </a:lnTo>
                <a:lnTo>
                  <a:pt x="10790" y="24230"/>
                </a:lnTo>
                <a:lnTo>
                  <a:pt x="10790" y="23608"/>
                </a:lnTo>
                <a:lnTo>
                  <a:pt x="11108" y="22987"/>
                </a:lnTo>
                <a:lnTo>
                  <a:pt x="11108" y="22277"/>
                </a:lnTo>
                <a:lnTo>
                  <a:pt x="11108" y="21922"/>
                </a:lnTo>
                <a:lnTo>
                  <a:pt x="11108" y="21035"/>
                </a:lnTo>
                <a:lnTo>
                  <a:pt x="11108" y="20591"/>
                </a:lnTo>
                <a:lnTo>
                  <a:pt x="11584" y="19703"/>
                </a:lnTo>
                <a:lnTo>
                  <a:pt x="11584" y="19348"/>
                </a:lnTo>
                <a:lnTo>
                  <a:pt x="11584" y="18461"/>
                </a:lnTo>
                <a:lnTo>
                  <a:pt x="11584" y="18017"/>
                </a:lnTo>
                <a:lnTo>
                  <a:pt x="11584" y="17396"/>
                </a:lnTo>
                <a:lnTo>
                  <a:pt x="11901" y="16774"/>
                </a:lnTo>
                <a:lnTo>
                  <a:pt x="11901" y="16064"/>
                </a:lnTo>
                <a:lnTo>
                  <a:pt x="11901" y="15620"/>
                </a:lnTo>
                <a:lnTo>
                  <a:pt x="11901" y="14822"/>
                </a:lnTo>
                <a:lnTo>
                  <a:pt x="11901" y="14378"/>
                </a:lnTo>
                <a:lnTo>
                  <a:pt x="12218" y="13490"/>
                </a:lnTo>
                <a:lnTo>
                  <a:pt x="12218" y="13047"/>
                </a:lnTo>
                <a:lnTo>
                  <a:pt x="12218" y="12425"/>
                </a:lnTo>
                <a:lnTo>
                  <a:pt x="12218" y="11804"/>
                </a:lnTo>
                <a:lnTo>
                  <a:pt x="12218" y="11183"/>
                </a:lnTo>
                <a:lnTo>
                  <a:pt x="12218" y="10739"/>
                </a:lnTo>
                <a:lnTo>
                  <a:pt x="12218" y="10118"/>
                </a:lnTo>
                <a:lnTo>
                  <a:pt x="12218" y="9408"/>
                </a:lnTo>
                <a:lnTo>
                  <a:pt x="12218" y="8786"/>
                </a:lnTo>
                <a:lnTo>
                  <a:pt x="12694" y="8165"/>
                </a:lnTo>
                <a:lnTo>
                  <a:pt x="12694" y="7721"/>
                </a:lnTo>
                <a:lnTo>
                  <a:pt x="12694" y="7100"/>
                </a:lnTo>
                <a:lnTo>
                  <a:pt x="12694" y="6479"/>
                </a:lnTo>
                <a:lnTo>
                  <a:pt x="12694" y="5769"/>
                </a:lnTo>
                <a:lnTo>
                  <a:pt x="13012" y="5414"/>
                </a:lnTo>
                <a:lnTo>
                  <a:pt x="13012" y="4704"/>
                </a:lnTo>
                <a:lnTo>
                  <a:pt x="13012" y="4082"/>
                </a:lnTo>
                <a:lnTo>
                  <a:pt x="13012" y="3461"/>
                </a:lnTo>
                <a:lnTo>
                  <a:pt x="13012" y="3017"/>
                </a:lnTo>
                <a:lnTo>
                  <a:pt x="13488" y="2396"/>
                </a:lnTo>
                <a:lnTo>
                  <a:pt x="13488" y="1686"/>
                </a:lnTo>
                <a:lnTo>
                  <a:pt x="13488" y="1065"/>
                </a:lnTo>
                <a:lnTo>
                  <a:pt x="13488" y="621"/>
                </a:lnTo>
                <a:lnTo>
                  <a:pt x="13805" y="0"/>
                </a:lnTo>
              </a:path>
            </a:pathLst>
          </a:custGeom>
          <a:ln w="1945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6146519" y="2225496"/>
            <a:ext cx="13012" cy="91773"/>
          </a:xfrm>
          <a:custGeom>
            <a:avLst/>
            <a:gdLst/>
            <a:ahLst/>
            <a:cxnLst/>
            <a:rect l="l" t="t" r="r" b="b"/>
            <a:pathLst>
              <a:path w="13012" h="91773">
                <a:moveTo>
                  <a:pt x="0" y="91773"/>
                </a:moveTo>
                <a:lnTo>
                  <a:pt x="0" y="91152"/>
                </a:lnTo>
                <a:lnTo>
                  <a:pt x="0" y="90530"/>
                </a:lnTo>
                <a:lnTo>
                  <a:pt x="0" y="90086"/>
                </a:lnTo>
                <a:lnTo>
                  <a:pt x="0" y="89465"/>
                </a:lnTo>
                <a:lnTo>
                  <a:pt x="317" y="88755"/>
                </a:lnTo>
                <a:lnTo>
                  <a:pt x="317" y="88311"/>
                </a:lnTo>
                <a:lnTo>
                  <a:pt x="317" y="87690"/>
                </a:lnTo>
                <a:lnTo>
                  <a:pt x="317" y="87069"/>
                </a:lnTo>
                <a:lnTo>
                  <a:pt x="317" y="86447"/>
                </a:lnTo>
                <a:lnTo>
                  <a:pt x="317" y="86004"/>
                </a:lnTo>
                <a:lnTo>
                  <a:pt x="317" y="85382"/>
                </a:lnTo>
                <a:lnTo>
                  <a:pt x="317" y="84939"/>
                </a:lnTo>
                <a:lnTo>
                  <a:pt x="317" y="84051"/>
                </a:lnTo>
                <a:lnTo>
                  <a:pt x="317" y="83607"/>
                </a:lnTo>
                <a:lnTo>
                  <a:pt x="793" y="82986"/>
                </a:lnTo>
                <a:lnTo>
                  <a:pt x="793" y="82542"/>
                </a:lnTo>
                <a:lnTo>
                  <a:pt x="793" y="81921"/>
                </a:lnTo>
                <a:lnTo>
                  <a:pt x="793" y="81477"/>
                </a:lnTo>
                <a:lnTo>
                  <a:pt x="1110" y="80856"/>
                </a:lnTo>
                <a:lnTo>
                  <a:pt x="1110" y="80412"/>
                </a:lnTo>
                <a:lnTo>
                  <a:pt x="1110" y="79791"/>
                </a:lnTo>
                <a:lnTo>
                  <a:pt x="1110" y="79347"/>
                </a:lnTo>
                <a:lnTo>
                  <a:pt x="1110" y="78459"/>
                </a:lnTo>
                <a:lnTo>
                  <a:pt x="1586" y="78016"/>
                </a:lnTo>
                <a:lnTo>
                  <a:pt x="1586" y="77394"/>
                </a:lnTo>
                <a:lnTo>
                  <a:pt x="1586" y="76951"/>
                </a:lnTo>
                <a:lnTo>
                  <a:pt x="1586" y="76329"/>
                </a:lnTo>
                <a:lnTo>
                  <a:pt x="1586" y="75886"/>
                </a:lnTo>
                <a:lnTo>
                  <a:pt x="1904" y="75264"/>
                </a:lnTo>
                <a:lnTo>
                  <a:pt x="1904" y="74643"/>
                </a:lnTo>
                <a:lnTo>
                  <a:pt x="1904" y="74199"/>
                </a:lnTo>
                <a:lnTo>
                  <a:pt x="1904" y="73578"/>
                </a:lnTo>
                <a:lnTo>
                  <a:pt x="1904" y="73134"/>
                </a:lnTo>
                <a:lnTo>
                  <a:pt x="2380" y="72513"/>
                </a:lnTo>
                <a:lnTo>
                  <a:pt x="2380" y="72069"/>
                </a:lnTo>
                <a:lnTo>
                  <a:pt x="2380" y="71448"/>
                </a:lnTo>
                <a:lnTo>
                  <a:pt x="2380" y="71004"/>
                </a:lnTo>
                <a:lnTo>
                  <a:pt x="2380" y="70383"/>
                </a:lnTo>
                <a:lnTo>
                  <a:pt x="2380" y="69939"/>
                </a:lnTo>
                <a:lnTo>
                  <a:pt x="2380" y="69229"/>
                </a:lnTo>
                <a:lnTo>
                  <a:pt x="2380" y="68874"/>
                </a:lnTo>
                <a:lnTo>
                  <a:pt x="2380" y="68164"/>
                </a:lnTo>
                <a:lnTo>
                  <a:pt x="2697" y="67543"/>
                </a:lnTo>
                <a:lnTo>
                  <a:pt x="2697" y="67099"/>
                </a:lnTo>
                <a:lnTo>
                  <a:pt x="2697" y="66477"/>
                </a:lnTo>
                <a:lnTo>
                  <a:pt x="2697" y="66300"/>
                </a:lnTo>
                <a:lnTo>
                  <a:pt x="2697" y="65590"/>
                </a:lnTo>
                <a:lnTo>
                  <a:pt x="3015" y="65235"/>
                </a:lnTo>
                <a:lnTo>
                  <a:pt x="3015" y="64525"/>
                </a:lnTo>
                <a:lnTo>
                  <a:pt x="3015" y="64081"/>
                </a:lnTo>
                <a:lnTo>
                  <a:pt x="3015" y="63460"/>
                </a:lnTo>
                <a:lnTo>
                  <a:pt x="3015" y="62838"/>
                </a:lnTo>
                <a:lnTo>
                  <a:pt x="3491" y="62395"/>
                </a:lnTo>
                <a:lnTo>
                  <a:pt x="3491" y="61773"/>
                </a:lnTo>
                <a:lnTo>
                  <a:pt x="3491" y="61330"/>
                </a:lnTo>
                <a:lnTo>
                  <a:pt x="3491" y="60886"/>
                </a:lnTo>
                <a:lnTo>
                  <a:pt x="3808" y="60442"/>
                </a:lnTo>
                <a:lnTo>
                  <a:pt x="3808" y="59821"/>
                </a:lnTo>
                <a:lnTo>
                  <a:pt x="3808" y="59377"/>
                </a:lnTo>
                <a:lnTo>
                  <a:pt x="3808" y="58756"/>
                </a:lnTo>
                <a:lnTo>
                  <a:pt x="3808" y="58134"/>
                </a:lnTo>
                <a:lnTo>
                  <a:pt x="4284" y="57868"/>
                </a:lnTo>
                <a:lnTo>
                  <a:pt x="4284" y="57247"/>
                </a:lnTo>
                <a:lnTo>
                  <a:pt x="4284" y="56803"/>
                </a:lnTo>
                <a:lnTo>
                  <a:pt x="4284" y="56182"/>
                </a:lnTo>
                <a:lnTo>
                  <a:pt x="4284" y="55738"/>
                </a:lnTo>
                <a:lnTo>
                  <a:pt x="4601" y="55294"/>
                </a:lnTo>
                <a:lnTo>
                  <a:pt x="4601" y="54673"/>
                </a:lnTo>
                <a:lnTo>
                  <a:pt x="4601" y="54229"/>
                </a:lnTo>
                <a:lnTo>
                  <a:pt x="4601" y="53608"/>
                </a:lnTo>
                <a:lnTo>
                  <a:pt x="4601" y="53430"/>
                </a:lnTo>
                <a:lnTo>
                  <a:pt x="4601" y="52720"/>
                </a:lnTo>
                <a:lnTo>
                  <a:pt x="4601" y="52365"/>
                </a:lnTo>
                <a:lnTo>
                  <a:pt x="4601" y="51655"/>
                </a:lnTo>
                <a:lnTo>
                  <a:pt x="4601" y="51300"/>
                </a:lnTo>
                <a:lnTo>
                  <a:pt x="4919" y="50856"/>
                </a:lnTo>
                <a:lnTo>
                  <a:pt x="4919" y="50146"/>
                </a:lnTo>
                <a:lnTo>
                  <a:pt x="4919" y="49791"/>
                </a:lnTo>
                <a:lnTo>
                  <a:pt x="4919" y="49348"/>
                </a:lnTo>
                <a:lnTo>
                  <a:pt x="4919" y="48726"/>
                </a:lnTo>
                <a:lnTo>
                  <a:pt x="5395" y="48283"/>
                </a:lnTo>
                <a:lnTo>
                  <a:pt x="5395" y="47839"/>
                </a:lnTo>
                <a:lnTo>
                  <a:pt x="5395" y="47395"/>
                </a:lnTo>
                <a:lnTo>
                  <a:pt x="5395" y="46774"/>
                </a:lnTo>
                <a:lnTo>
                  <a:pt x="5395" y="46330"/>
                </a:lnTo>
                <a:lnTo>
                  <a:pt x="5712" y="45886"/>
                </a:lnTo>
                <a:lnTo>
                  <a:pt x="5712" y="45265"/>
                </a:lnTo>
                <a:lnTo>
                  <a:pt x="5712" y="44999"/>
                </a:lnTo>
                <a:lnTo>
                  <a:pt x="5712" y="44377"/>
                </a:lnTo>
                <a:lnTo>
                  <a:pt x="5712" y="43934"/>
                </a:lnTo>
                <a:lnTo>
                  <a:pt x="6188" y="43579"/>
                </a:lnTo>
                <a:lnTo>
                  <a:pt x="6188" y="42868"/>
                </a:lnTo>
                <a:lnTo>
                  <a:pt x="6188" y="42691"/>
                </a:lnTo>
                <a:lnTo>
                  <a:pt x="6188" y="42070"/>
                </a:lnTo>
                <a:lnTo>
                  <a:pt x="6506" y="41626"/>
                </a:lnTo>
                <a:lnTo>
                  <a:pt x="6506" y="41182"/>
                </a:lnTo>
                <a:lnTo>
                  <a:pt x="6506" y="40561"/>
                </a:lnTo>
                <a:lnTo>
                  <a:pt x="6506" y="40295"/>
                </a:lnTo>
                <a:lnTo>
                  <a:pt x="6506" y="39673"/>
                </a:lnTo>
                <a:lnTo>
                  <a:pt x="6506" y="39229"/>
                </a:lnTo>
                <a:lnTo>
                  <a:pt x="6506" y="38786"/>
                </a:lnTo>
                <a:lnTo>
                  <a:pt x="6506" y="38431"/>
                </a:lnTo>
                <a:lnTo>
                  <a:pt x="6506" y="37987"/>
                </a:lnTo>
                <a:lnTo>
                  <a:pt x="6506" y="37543"/>
                </a:lnTo>
                <a:lnTo>
                  <a:pt x="6982" y="36922"/>
                </a:lnTo>
                <a:lnTo>
                  <a:pt x="6982" y="36478"/>
                </a:lnTo>
                <a:lnTo>
                  <a:pt x="6982" y="36034"/>
                </a:lnTo>
                <a:lnTo>
                  <a:pt x="6982" y="35591"/>
                </a:lnTo>
                <a:lnTo>
                  <a:pt x="6982" y="35147"/>
                </a:lnTo>
                <a:lnTo>
                  <a:pt x="7299" y="34703"/>
                </a:lnTo>
                <a:lnTo>
                  <a:pt x="7299" y="34348"/>
                </a:lnTo>
                <a:lnTo>
                  <a:pt x="7299" y="33904"/>
                </a:lnTo>
                <a:lnTo>
                  <a:pt x="7299" y="33283"/>
                </a:lnTo>
                <a:lnTo>
                  <a:pt x="7616" y="33017"/>
                </a:lnTo>
                <a:lnTo>
                  <a:pt x="7616" y="32395"/>
                </a:lnTo>
                <a:lnTo>
                  <a:pt x="7616" y="32129"/>
                </a:lnTo>
                <a:lnTo>
                  <a:pt x="7616" y="31508"/>
                </a:lnTo>
                <a:lnTo>
                  <a:pt x="7616" y="31064"/>
                </a:lnTo>
                <a:lnTo>
                  <a:pt x="8093" y="30709"/>
                </a:lnTo>
                <a:lnTo>
                  <a:pt x="8093" y="30265"/>
                </a:lnTo>
                <a:lnTo>
                  <a:pt x="8093" y="29821"/>
                </a:lnTo>
                <a:lnTo>
                  <a:pt x="8093" y="29378"/>
                </a:lnTo>
                <a:lnTo>
                  <a:pt x="8093" y="28934"/>
                </a:lnTo>
                <a:lnTo>
                  <a:pt x="8410" y="28490"/>
                </a:lnTo>
                <a:lnTo>
                  <a:pt x="8410" y="28135"/>
                </a:lnTo>
                <a:lnTo>
                  <a:pt x="8410" y="27691"/>
                </a:lnTo>
                <a:lnTo>
                  <a:pt x="8410" y="27247"/>
                </a:lnTo>
                <a:lnTo>
                  <a:pt x="8410" y="26804"/>
                </a:lnTo>
                <a:lnTo>
                  <a:pt x="8886" y="26360"/>
                </a:lnTo>
                <a:lnTo>
                  <a:pt x="8886" y="25916"/>
                </a:lnTo>
                <a:lnTo>
                  <a:pt x="8886" y="25561"/>
                </a:lnTo>
                <a:lnTo>
                  <a:pt x="8886" y="25117"/>
                </a:lnTo>
                <a:lnTo>
                  <a:pt x="8886" y="24674"/>
                </a:lnTo>
                <a:lnTo>
                  <a:pt x="8886" y="24230"/>
                </a:lnTo>
                <a:lnTo>
                  <a:pt x="8886" y="23786"/>
                </a:lnTo>
                <a:lnTo>
                  <a:pt x="8886" y="23342"/>
                </a:lnTo>
                <a:lnTo>
                  <a:pt x="8886" y="22987"/>
                </a:lnTo>
                <a:lnTo>
                  <a:pt x="9203" y="22721"/>
                </a:lnTo>
                <a:lnTo>
                  <a:pt x="9203" y="22277"/>
                </a:lnTo>
                <a:lnTo>
                  <a:pt x="9203" y="21656"/>
                </a:lnTo>
                <a:lnTo>
                  <a:pt x="9203" y="21478"/>
                </a:lnTo>
                <a:lnTo>
                  <a:pt x="9203" y="21035"/>
                </a:lnTo>
                <a:lnTo>
                  <a:pt x="9521" y="20591"/>
                </a:lnTo>
                <a:lnTo>
                  <a:pt x="9521" y="20147"/>
                </a:lnTo>
                <a:lnTo>
                  <a:pt x="9521" y="19703"/>
                </a:lnTo>
                <a:lnTo>
                  <a:pt x="9521" y="19348"/>
                </a:lnTo>
                <a:lnTo>
                  <a:pt x="9521" y="19082"/>
                </a:lnTo>
                <a:lnTo>
                  <a:pt x="9997" y="18638"/>
                </a:lnTo>
                <a:lnTo>
                  <a:pt x="9997" y="18017"/>
                </a:lnTo>
                <a:lnTo>
                  <a:pt x="9997" y="17839"/>
                </a:lnTo>
                <a:lnTo>
                  <a:pt x="9997" y="17396"/>
                </a:lnTo>
                <a:lnTo>
                  <a:pt x="9997" y="16952"/>
                </a:lnTo>
                <a:lnTo>
                  <a:pt x="10314" y="16774"/>
                </a:lnTo>
                <a:lnTo>
                  <a:pt x="10314" y="16064"/>
                </a:lnTo>
                <a:lnTo>
                  <a:pt x="10314" y="15620"/>
                </a:lnTo>
                <a:lnTo>
                  <a:pt x="10314" y="15443"/>
                </a:lnTo>
                <a:lnTo>
                  <a:pt x="10790" y="14999"/>
                </a:lnTo>
                <a:lnTo>
                  <a:pt x="10790" y="14555"/>
                </a:lnTo>
                <a:lnTo>
                  <a:pt x="10790" y="14378"/>
                </a:lnTo>
                <a:lnTo>
                  <a:pt x="10790" y="13934"/>
                </a:lnTo>
                <a:lnTo>
                  <a:pt x="10790" y="13313"/>
                </a:lnTo>
                <a:lnTo>
                  <a:pt x="10790" y="13047"/>
                </a:lnTo>
                <a:lnTo>
                  <a:pt x="10790" y="12692"/>
                </a:lnTo>
                <a:lnTo>
                  <a:pt x="10790" y="12248"/>
                </a:lnTo>
                <a:lnTo>
                  <a:pt x="10790" y="11982"/>
                </a:lnTo>
                <a:lnTo>
                  <a:pt x="10790" y="11626"/>
                </a:lnTo>
                <a:lnTo>
                  <a:pt x="11108" y="11183"/>
                </a:lnTo>
                <a:lnTo>
                  <a:pt x="11108" y="10916"/>
                </a:lnTo>
                <a:lnTo>
                  <a:pt x="11108" y="10473"/>
                </a:lnTo>
                <a:lnTo>
                  <a:pt x="11108" y="10118"/>
                </a:lnTo>
                <a:lnTo>
                  <a:pt x="11108" y="9674"/>
                </a:lnTo>
                <a:lnTo>
                  <a:pt x="11584" y="9408"/>
                </a:lnTo>
                <a:lnTo>
                  <a:pt x="11584" y="9053"/>
                </a:lnTo>
                <a:lnTo>
                  <a:pt x="11584" y="8609"/>
                </a:lnTo>
                <a:lnTo>
                  <a:pt x="11584" y="8343"/>
                </a:lnTo>
                <a:lnTo>
                  <a:pt x="11901" y="7899"/>
                </a:lnTo>
                <a:lnTo>
                  <a:pt x="11901" y="7544"/>
                </a:lnTo>
                <a:lnTo>
                  <a:pt x="11901" y="7277"/>
                </a:lnTo>
                <a:lnTo>
                  <a:pt x="11901" y="6834"/>
                </a:lnTo>
                <a:lnTo>
                  <a:pt x="11901" y="6479"/>
                </a:lnTo>
                <a:lnTo>
                  <a:pt x="12218" y="6212"/>
                </a:lnTo>
                <a:lnTo>
                  <a:pt x="12218" y="5769"/>
                </a:lnTo>
                <a:lnTo>
                  <a:pt x="12218" y="5325"/>
                </a:lnTo>
                <a:lnTo>
                  <a:pt x="12218" y="4970"/>
                </a:lnTo>
                <a:lnTo>
                  <a:pt x="12218" y="4704"/>
                </a:lnTo>
                <a:lnTo>
                  <a:pt x="12694" y="4260"/>
                </a:lnTo>
                <a:lnTo>
                  <a:pt x="12694" y="3905"/>
                </a:lnTo>
                <a:lnTo>
                  <a:pt x="12694" y="3638"/>
                </a:lnTo>
                <a:lnTo>
                  <a:pt x="12694" y="3195"/>
                </a:lnTo>
                <a:lnTo>
                  <a:pt x="12694" y="3017"/>
                </a:lnTo>
                <a:lnTo>
                  <a:pt x="13012" y="2573"/>
                </a:lnTo>
                <a:lnTo>
                  <a:pt x="13012" y="2396"/>
                </a:lnTo>
                <a:lnTo>
                  <a:pt x="13012" y="1952"/>
                </a:lnTo>
                <a:lnTo>
                  <a:pt x="13012" y="1508"/>
                </a:lnTo>
                <a:lnTo>
                  <a:pt x="13012" y="1331"/>
                </a:lnTo>
                <a:lnTo>
                  <a:pt x="13012" y="887"/>
                </a:lnTo>
                <a:lnTo>
                  <a:pt x="13012" y="621"/>
                </a:lnTo>
                <a:lnTo>
                  <a:pt x="13012" y="266"/>
                </a:lnTo>
                <a:lnTo>
                  <a:pt x="13012" y="0"/>
                </a:lnTo>
              </a:path>
            </a:pathLst>
          </a:custGeom>
          <a:ln w="1937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6159532" y="2189017"/>
            <a:ext cx="13805" cy="36478"/>
          </a:xfrm>
          <a:custGeom>
            <a:avLst/>
            <a:gdLst/>
            <a:ahLst/>
            <a:cxnLst/>
            <a:rect l="l" t="t" r="r" b="b"/>
            <a:pathLst>
              <a:path w="13805" h="36478">
                <a:moveTo>
                  <a:pt x="0" y="36478"/>
                </a:moveTo>
                <a:lnTo>
                  <a:pt x="476" y="36034"/>
                </a:lnTo>
                <a:lnTo>
                  <a:pt x="476" y="35591"/>
                </a:lnTo>
                <a:lnTo>
                  <a:pt x="476" y="35235"/>
                </a:lnTo>
                <a:lnTo>
                  <a:pt x="476" y="34792"/>
                </a:lnTo>
                <a:lnTo>
                  <a:pt x="793" y="34348"/>
                </a:lnTo>
                <a:lnTo>
                  <a:pt x="793" y="34170"/>
                </a:lnTo>
                <a:lnTo>
                  <a:pt x="793" y="33904"/>
                </a:lnTo>
                <a:lnTo>
                  <a:pt x="793" y="33460"/>
                </a:lnTo>
                <a:lnTo>
                  <a:pt x="793" y="33283"/>
                </a:lnTo>
                <a:lnTo>
                  <a:pt x="1110" y="32839"/>
                </a:lnTo>
                <a:lnTo>
                  <a:pt x="1110" y="32662"/>
                </a:lnTo>
                <a:lnTo>
                  <a:pt x="1110" y="32218"/>
                </a:lnTo>
                <a:lnTo>
                  <a:pt x="1110" y="31952"/>
                </a:lnTo>
                <a:lnTo>
                  <a:pt x="1586" y="31774"/>
                </a:lnTo>
                <a:lnTo>
                  <a:pt x="1586" y="31330"/>
                </a:lnTo>
                <a:lnTo>
                  <a:pt x="1586" y="30886"/>
                </a:lnTo>
                <a:lnTo>
                  <a:pt x="1586" y="30443"/>
                </a:lnTo>
                <a:lnTo>
                  <a:pt x="1904" y="30088"/>
                </a:lnTo>
                <a:lnTo>
                  <a:pt x="1904" y="29821"/>
                </a:lnTo>
                <a:lnTo>
                  <a:pt x="1904" y="29644"/>
                </a:lnTo>
                <a:lnTo>
                  <a:pt x="1904" y="29200"/>
                </a:lnTo>
                <a:lnTo>
                  <a:pt x="1904" y="29023"/>
                </a:lnTo>
                <a:lnTo>
                  <a:pt x="1904" y="28579"/>
                </a:lnTo>
                <a:lnTo>
                  <a:pt x="1904" y="28313"/>
                </a:lnTo>
                <a:lnTo>
                  <a:pt x="1904" y="28135"/>
                </a:lnTo>
                <a:lnTo>
                  <a:pt x="1904" y="27691"/>
                </a:lnTo>
                <a:lnTo>
                  <a:pt x="1904" y="27514"/>
                </a:lnTo>
                <a:lnTo>
                  <a:pt x="2380" y="27247"/>
                </a:lnTo>
                <a:lnTo>
                  <a:pt x="2380" y="26804"/>
                </a:lnTo>
                <a:lnTo>
                  <a:pt x="2380" y="26626"/>
                </a:lnTo>
                <a:lnTo>
                  <a:pt x="2380" y="26182"/>
                </a:lnTo>
                <a:lnTo>
                  <a:pt x="2697" y="26182"/>
                </a:lnTo>
                <a:lnTo>
                  <a:pt x="2697" y="25739"/>
                </a:lnTo>
                <a:lnTo>
                  <a:pt x="2697" y="25561"/>
                </a:lnTo>
                <a:lnTo>
                  <a:pt x="2697" y="25117"/>
                </a:lnTo>
                <a:lnTo>
                  <a:pt x="2697" y="24940"/>
                </a:lnTo>
                <a:lnTo>
                  <a:pt x="3015" y="24674"/>
                </a:lnTo>
                <a:lnTo>
                  <a:pt x="3015" y="24496"/>
                </a:lnTo>
                <a:lnTo>
                  <a:pt x="3015" y="24052"/>
                </a:lnTo>
                <a:lnTo>
                  <a:pt x="3015" y="23875"/>
                </a:lnTo>
                <a:lnTo>
                  <a:pt x="3015" y="23608"/>
                </a:lnTo>
                <a:lnTo>
                  <a:pt x="3491" y="23431"/>
                </a:lnTo>
                <a:lnTo>
                  <a:pt x="3491" y="22987"/>
                </a:lnTo>
                <a:lnTo>
                  <a:pt x="3491" y="22721"/>
                </a:lnTo>
                <a:lnTo>
                  <a:pt x="3491" y="22543"/>
                </a:lnTo>
                <a:lnTo>
                  <a:pt x="3491" y="22366"/>
                </a:lnTo>
                <a:lnTo>
                  <a:pt x="3808" y="21922"/>
                </a:lnTo>
                <a:lnTo>
                  <a:pt x="3808" y="21656"/>
                </a:lnTo>
                <a:lnTo>
                  <a:pt x="3808" y="21478"/>
                </a:lnTo>
                <a:lnTo>
                  <a:pt x="3808" y="21301"/>
                </a:lnTo>
                <a:lnTo>
                  <a:pt x="4284" y="21035"/>
                </a:lnTo>
                <a:lnTo>
                  <a:pt x="4284" y="20591"/>
                </a:lnTo>
                <a:lnTo>
                  <a:pt x="4284" y="20413"/>
                </a:lnTo>
                <a:lnTo>
                  <a:pt x="4284" y="20147"/>
                </a:lnTo>
                <a:lnTo>
                  <a:pt x="4284" y="19970"/>
                </a:lnTo>
                <a:lnTo>
                  <a:pt x="4284" y="19792"/>
                </a:lnTo>
                <a:lnTo>
                  <a:pt x="4284" y="19348"/>
                </a:lnTo>
                <a:lnTo>
                  <a:pt x="4284" y="19082"/>
                </a:lnTo>
                <a:lnTo>
                  <a:pt x="4284" y="18727"/>
                </a:lnTo>
                <a:lnTo>
                  <a:pt x="4601" y="18461"/>
                </a:lnTo>
                <a:lnTo>
                  <a:pt x="4601" y="18283"/>
                </a:lnTo>
                <a:lnTo>
                  <a:pt x="4601" y="18017"/>
                </a:lnTo>
                <a:lnTo>
                  <a:pt x="4601" y="17839"/>
                </a:lnTo>
                <a:lnTo>
                  <a:pt x="4601" y="17662"/>
                </a:lnTo>
                <a:lnTo>
                  <a:pt x="5077" y="17396"/>
                </a:lnTo>
                <a:lnTo>
                  <a:pt x="5077" y="16952"/>
                </a:lnTo>
                <a:lnTo>
                  <a:pt x="5077" y="16774"/>
                </a:lnTo>
                <a:lnTo>
                  <a:pt x="5395" y="16508"/>
                </a:lnTo>
                <a:lnTo>
                  <a:pt x="5395" y="16153"/>
                </a:lnTo>
                <a:lnTo>
                  <a:pt x="5395" y="15887"/>
                </a:lnTo>
                <a:lnTo>
                  <a:pt x="5395" y="15709"/>
                </a:lnTo>
                <a:lnTo>
                  <a:pt x="5395" y="15443"/>
                </a:lnTo>
                <a:lnTo>
                  <a:pt x="5712" y="15265"/>
                </a:lnTo>
                <a:lnTo>
                  <a:pt x="5712" y="15088"/>
                </a:lnTo>
                <a:lnTo>
                  <a:pt x="5712" y="14822"/>
                </a:lnTo>
                <a:lnTo>
                  <a:pt x="5712" y="14644"/>
                </a:lnTo>
                <a:lnTo>
                  <a:pt x="5712" y="14378"/>
                </a:lnTo>
                <a:lnTo>
                  <a:pt x="6188" y="14378"/>
                </a:lnTo>
                <a:lnTo>
                  <a:pt x="6188" y="13934"/>
                </a:lnTo>
                <a:lnTo>
                  <a:pt x="6188" y="13757"/>
                </a:lnTo>
                <a:lnTo>
                  <a:pt x="6188" y="13579"/>
                </a:lnTo>
                <a:lnTo>
                  <a:pt x="6188" y="13313"/>
                </a:lnTo>
                <a:lnTo>
                  <a:pt x="6188" y="13135"/>
                </a:lnTo>
                <a:lnTo>
                  <a:pt x="6188" y="12869"/>
                </a:lnTo>
                <a:lnTo>
                  <a:pt x="6188" y="12692"/>
                </a:lnTo>
                <a:lnTo>
                  <a:pt x="6506" y="12248"/>
                </a:lnTo>
                <a:lnTo>
                  <a:pt x="6506" y="12070"/>
                </a:lnTo>
                <a:lnTo>
                  <a:pt x="6506" y="11804"/>
                </a:lnTo>
                <a:lnTo>
                  <a:pt x="6506" y="11626"/>
                </a:lnTo>
                <a:lnTo>
                  <a:pt x="6982" y="11360"/>
                </a:lnTo>
                <a:lnTo>
                  <a:pt x="6982" y="11183"/>
                </a:lnTo>
                <a:lnTo>
                  <a:pt x="6982" y="11005"/>
                </a:lnTo>
                <a:lnTo>
                  <a:pt x="6982" y="10739"/>
                </a:lnTo>
                <a:lnTo>
                  <a:pt x="7299" y="10561"/>
                </a:lnTo>
                <a:lnTo>
                  <a:pt x="7299" y="10295"/>
                </a:lnTo>
                <a:lnTo>
                  <a:pt x="7299" y="10118"/>
                </a:lnTo>
                <a:lnTo>
                  <a:pt x="7299" y="9940"/>
                </a:lnTo>
                <a:lnTo>
                  <a:pt x="7299" y="9674"/>
                </a:lnTo>
                <a:lnTo>
                  <a:pt x="7616" y="9674"/>
                </a:lnTo>
                <a:lnTo>
                  <a:pt x="7616" y="9496"/>
                </a:lnTo>
                <a:lnTo>
                  <a:pt x="7616" y="9230"/>
                </a:lnTo>
                <a:lnTo>
                  <a:pt x="7616" y="9053"/>
                </a:lnTo>
                <a:lnTo>
                  <a:pt x="8093" y="8786"/>
                </a:lnTo>
                <a:lnTo>
                  <a:pt x="8093" y="8609"/>
                </a:lnTo>
                <a:lnTo>
                  <a:pt x="8093" y="8431"/>
                </a:lnTo>
                <a:lnTo>
                  <a:pt x="8093" y="8165"/>
                </a:lnTo>
                <a:lnTo>
                  <a:pt x="8093" y="7988"/>
                </a:lnTo>
                <a:lnTo>
                  <a:pt x="8093" y="7721"/>
                </a:lnTo>
                <a:lnTo>
                  <a:pt x="8093" y="7544"/>
                </a:lnTo>
                <a:lnTo>
                  <a:pt x="8093" y="7366"/>
                </a:lnTo>
                <a:lnTo>
                  <a:pt x="8410" y="7366"/>
                </a:lnTo>
                <a:lnTo>
                  <a:pt x="8410" y="7100"/>
                </a:lnTo>
                <a:lnTo>
                  <a:pt x="8410" y="6922"/>
                </a:lnTo>
                <a:lnTo>
                  <a:pt x="8410" y="6656"/>
                </a:lnTo>
                <a:lnTo>
                  <a:pt x="8886" y="6479"/>
                </a:lnTo>
                <a:lnTo>
                  <a:pt x="8886" y="6212"/>
                </a:lnTo>
                <a:lnTo>
                  <a:pt x="8886" y="6035"/>
                </a:lnTo>
                <a:lnTo>
                  <a:pt x="9203" y="6035"/>
                </a:lnTo>
                <a:lnTo>
                  <a:pt x="9203" y="5857"/>
                </a:lnTo>
                <a:lnTo>
                  <a:pt x="9203" y="5591"/>
                </a:lnTo>
                <a:lnTo>
                  <a:pt x="9203" y="5414"/>
                </a:lnTo>
                <a:lnTo>
                  <a:pt x="9679" y="5147"/>
                </a:lnTo>
                <a:lnTo>
                  <a:pt x="9679" y="4970"/>
                </a:lnTo>
                <a:lnTo>
                  <a:pt x="9679" y="4792"/>
                </a:lnTo>
                <a:lnTo>
                  <a:pt x="9997" y="4792"/>
                </a:lnTo>
                <a:lnTo>
                  <a:pt x="9997" y="4526"/>
                </a:lnTo>
                <a:lnTo>
                  <a:pt x="9997" y="4349"/>
                </a:lnTo>
                <a:lnTo>
                  <a:pt x="9997" y="4082"/>
                </a:lnTo>
                <a:lnTo>
                  <a:pt x="10314" y="3905"/>
                </a:lnTo>
                <a:lnTo>
                  <a:pt x="10314" y="3905"/>
                </a:lnTo>
                <a:lnTo>
                  <a:pt x="10314" y="3283"/>
                </a:lnTo>
                <a:lnTo>
                  <a:pt x="10790" y="3017"/>
                </a:lnTo>
                <a:lnTo>
                  <a:pt x="10790" y="2840"/>
                </a:lnTo>
                <a:lnTo>
                  <a:pt x="10790" y="2573"/>
                </a:lnTo>
                <a:lnTo>
                  <a:pt x="11108" y="2573"/>
                </a:lnTo>
                <a:lnTo>
                  <a:pt x="11108" y="2396"/>
                </a:lnTo>
                <a:lnTo>
                  <a:pt x="11108" y="2218"/>
                </a:lnTo>
                <a:lnTo>
                  <a:pt x="11584" y="2218"/>
                </a:lnTo>
                <a:lnTo>
                  <a:pt x="11584" y="1952"/>
                </a:lnTo>
                <a:lnTo>
                  <a:pt x="11584" y="1775"/>
                </a:lnTo>
                <a:lnTo>
                  <a:pt x="11901" y="1775"/>
                </a:lnTo>
                <a:lnTo>
                  <a:pt x="11901" y="1508"/>
                </a:lnTo>
                <a:lnTo>
                  <a:pt x="11901" y="1331"/>
                </a:lnTo>
                <a:lnTo>
                  <a:pt x="12218" y="1331"/>
                </a:lnTo>
                <a:lnTo>
                  <a:pt x="12218" y="1065"/>
                </a:lnTo>
                <a:lnTo>
                  <a:pt x="12218" y="710"/>
                </a:lnTo>
                <a:lnTo>
                  <a:pt x="12694" y="710"/>
                </a:lnTo>
                <a:lnTo>
                  <a:pt x="12694" y="443"/>
                </a:lnTo>
                <a:lnTo>
                  <a:pt x="13012" y="443"/>
                </a:lnTo>
                <a:lnTo>
                  <a:pt x="13012" y="266"/>
                </a:lnTo>
                <a:lnTo>
                  <a:pt x="13488" y="266"/>
                </a:lnTo>
                <a:lnTo>
                  <a:pt x="13488" y="0"/>
                </a:lnTo>
                <a:lnTo>
                  <a:pt x="13805" y="0"/>
                </a:lnTo>
              </a:path>
            </a:pathLst>
          </a:custGeom>
          <a:ln w="1846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6173337" y="2188662"/>
            <a:ext cx="13488" cy="25029"/>
          </a:xfrm>
          <a:custGeom>
            <a:avLst/>
            <a:gdLst/>
            <a:ahLst/>
            <a:cxnLst/>
            <a:rect l="l" t="t" r="r" b="b"/>
            <a:pathLst>
              <a:path w="13488" h="25029">
                <a:moveTo>
                  <a:pt x="0" y="355"/>
                </a:moveTo>
                <a:lnTo>
                  <a:pt x="476" y="177"/>
                </a:lnTo>
                <a:lnTo>
                  <a:pt x="793" y="177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904" y="0"/>
                </a:lnTo>
                <a:lnTo>
                  <a:pt x="2380" y="0"/>
                </a:lnTo>
                <a:lnTo>
                  <a:pt x="2380" y="0"/>
                </a:lnTo>
                <a:lnTo>
                  <a:pt x="2380" y="177"/>
                </a:lnTo>
                <a:lnTo>
                  <a:pt x="2697" y="177"/>
                </a:lnTo>
                <a:lnTo>
                  <a:pt x="2697" y="355"/>
                </a:lnTo>
                <a:lnTo>
                  <a:pt x="3015" y="355"/>
                </a:lnTo>
                <a:lnTo>
                  <a:pt x="3015" y="621"/>
                </a:lnTo>
                <a:lnTo>
                  <a:pt x="3491" y="621"/>
                </a:lnTo>
                <a:lnTo>
                  <a:pt x="3808" y="798"/>
                </a:lnTo>
                <a:lnTo>
                  <a:pt x="3808" y="1065"/>
                </a:lnTo>
                <a:lnTo>
                  <a:pt x="4284" y="1065"/>
                </a:lnTo>
                <a:lnTo>
                  <a:pt x="4284" y="1242"/>
                </a:lnTo>
                <a:lnTo>
                  <a:pt x="4284" y="1242"/>
                </a:lnTo>
                <a:lnTo>
                  <a:pt x="4601" y="1420"/>
                </a:lnTo>
                <a:lnTo>
                  <a:pt x="4601" y="1686"/>
                </a:lnTo>
                <a:lnTo>
                  <a:pt x="4919" y="1686"/>
                </a:lnTo>
                <a:lnTo>
                  <a:pt x="4919" y="1863"/>
                </a:lnTo>
                <a:lnTo>
                  <a:pt x="4919" y="2130"/>
                </a:lnTo>
                <a:lnTo>
                  <a:pt x="4919" y="2307"/>
                </a:lnTo>
                <a:lnTo>
                  <a:pt x="4919" y="2573"/>
                </a:lnTo>
                <a:lnTo>
                  <a:pt x="5395" y="2573"/>
                </a:lnTo>
                <a:lnTo>
                  <a:pt x="5395" y="2751"/>
                </a:lnTo>
                <a:lnTo>
                  <a:pt x="5395" y="2928"/>
                </a:lnTo>
                <a:lnTo>
                  <a:pt x="5712" y="2928"/>
                </a:lnTo>
                <a:lnTo>
                  <a:pt x="5712" y="3195"/>
                </a:lnTo>
                <a:lnTo>
                  <a:pt x="6188" y="3372"/>
                </a:lnTo>
                <a:lnTo>
                  <a:pt x="6188" y="3638"/>
                </a:lnTo>
                <a:lnTo>
                  <a:pt x="6188" y="3816"/>
                </a:lnTo>
                <a:lnTo>
                  <a:pt x="6506" y="3994"/>
                </a:lnTo>
                <a:lnTo>
                  <a:pt x="6506" y="4260"/>
                </a:lnTo>
                <a:lnTo>
                  <a:pt x="6506" y="4437"/>
                </a:lnTo>
                <a:lnTo>
                  <a:pt x="6982" y="4437"/>
                </a:lnTo>
                <a:lnTo>
                  <a:pt x="6982" y="4704"/>
                </a:lnTo>
                <a:lnTo>
                  <a:pt x="6982" y="4881"/>
                </a:lnTo>
                <a:lnTo>
                  <a:pt x="6982" y="5147"/>
                </a:lnTo>
                <a:lnTo>
                  <a:pt x="6982" y="5325"/>
                </a:lnTo>
                <a:lnTo>
                  <a:pt x="6982" y="5502"/>
                </a:lnTo>
                <a:lnTo>
                  <a:pt x="7299" y="5769"/>
                </a:lnTo>
                <a:lnTo>
                  <a:pt x="7299" y="5946"/>
                </a:lnTo>
                <a:lnTo>
                  <a:pt x="7299" y="6212"/>
                </a:lnTo>
                <a:lnTo>
                  <a:pt x="7299" y="6390"/>
                </a:lnTo>
                <a:lnTo>
                  <a:pt x="7616" y="6390"/>
                </a:lnTo>
                <a:lnTo>
                  <a:pt x="7616" y="6567"/>
                </a:lnTo>
                <a:lnTo>
                  <a:pt x="7616" y="6834"/>
                </a:lnTo>
                <a:lnTo>
                  <a:pt x="7616" y="7011"/>
                </a:lnTo>
                <a:lnTo>
                  <a:pt x="8093" y="7011"/>
                </a:lnTo>
                <a:lnTo>
                  <a:pt x="8093" y="7277"/>
                </a:lnTo>
                <a:lnTo>
                  <a:pt x="8093" y="7455"/>
                </a:lnTo>
                <a:lnTo>
                  <a:pt x="8093" y="7721"/>
                </a:lnTo>
                <a:lnTo>
                  <a:pt x="8410" y="7721"/>
                </a:lnTo>
                <a:lnTo>
                  <a:pt x="8410" y="7899"/>
                </a:lnTo>
                <a:lnTo>
                  <a:pt x="8410" y="8076"/>
                </a:lnTo>
                <a:lnTo>
                  <a:pt x="8410" y="8343"/>
                </a:lnTo>
                <a:lnTo>
                  <a:pt x="8886" y="8520"/>
                </a:lnTo>
                <a:lnTo>
                  <a:pt x="8886" y="8786"/>
                </a:lnTo>
                <a:lnTo>
                  <a:pt x="8886" y="8964"/>
                </a:lnTo>
                <a:lnTo>
                  <a:pt x="8886" y="9141"/>
                </a:lnTo>
                <a:lnTo>
                  <a:pt x="9203" y="9408"/>
                </a:lnTo>
                <a:lnTo>
                  <a:pt x="9203" y="9585"/>
                </a:lnTo>
                <a:lnTo>
                  <a:pt x="9203" y="9851"/>
                </a:lnTo>
                <a:lnTo>
                  <a:pt x="9203" y="10029"/>
                </a:lnTo>
                <a:lnTo>
                  <a:pt x="9203" y="10295"/>
                </a:lnTo>
                <a:lnTo>
                  <a:pt x="9203" y="10473"/>
                </a:lnTo>
                <a:lnTo>
                  <a:pt x="9203" y="10650"/>
                </a:lnTo>
                <a:lnTo>
                  <a:pt x="9203" y="10916"/>
                </a:lnTo>
                <a:lnTo>
                  <a:pt x="9521" y="11094"/>
                </a:lnTo>
                <a:lnTo>
                  <a:pt x="9521" y="11360"/>
                </a:lnTo>
                <a:lnTo>
                  <a:pt x="9521" y="11538"/>
                </a:lnTo>
                <a:lnTo>
                  <a:pt x="9521" y="11715"/>
                </a:lnTo>
                <a:lnTo>
                  <a:pt x="9997" y="11982"/>
                </a:lnTo>
                <a:lnTo>
                  <a:pt x="9997" y="12159"/>
                </a:lnTo>
                <a:lnTo>
                  <a:pt x="9997" y="12425"/>
                </a:lnTo>
                <a:lnTo>
                  <a:pt x="9997" y="12603"/>
                </a:lnTo>
                <a:lnTo>
                  <a:pt x="10314" y="13047"/>
                </a:lnTo>
                <a:lnTo>
                  <a:pt x="10314" y="13224"/>
                </a:lnTo>
                <a:lnTo>
                  <a:pt x="10314" y="13490"/>
                </a:lnTo>
                <a:lnTo>
                  <a:pt x="10314" y="13668"/>
                </a:lnTo>
                <a:lnTo>
                  <a:pt x="10790" y="13934"/>
                </a:lnTo>
                <a:lnTo>
                  <a:pt x="10790" y="14112"/>
                </a:lnTo>
                <a:lnTo>
                  <a:pt x="10790" y="14555"/>
                </a:lnTo>
                <a:lnTo>
                  <a:pt x="10790" y="14733"/>
                </a:lnTo>
                <a:lnTo>
                  <a:pt x="11108" y="14999"/>
                </a:lnTo>
                <a:lnTo>
                  <a:pt x="11108" y="15177"/>
                </a:lnTo>
                <a:lnTo>
                  <a:pt x="11108" y="15620"/>
                </a:lnTo>
                <a:lnTo>
                  <a:pt x="11108" y="15798"/>
                </a:lnTo>
                <a:lnTo>
                  <a:pt x="11108" y="16064"/>
                </a:lnTo>
                <a:lnTo>
                  <a:pt x="11108" y="16508"/>
                </a:lnTo>
                <a:lnTo>
                  <a:pt x="11108" y="16686"/>
                </a:lnTo>
                <a:lnTo>
                  <a:pt x="11108" y="16863"/>
                </a:lnTo>
                <a:lnTo>
                  <a:pt x="11584" y="17129"/>
                </a:lnTo>
                <a:lnTo>
                  <a:pt x="11584" y="17307"/>
                </a:lnTo>
                <a:lnTo>
                  <a:pt x="11584" y="17573"/>
                </a:lnTo>
                <a:lnTo>
                  <a:pt x="11584" y="17751"/>
                </a:lnTo>
                <a:lnTo>
                  <a:pt x="11584" y="18194"/>
                </a:lnTo>
                <a:lnTo>
                  <a:pt x="11901" y="18194"/>
                </a:lnTo>
                <a:lnTo>
                  <a:pt x="11901" y="18372"/>
                </a:lnTo>
                <a:lnTo>
                  <a:pt x="11901" y="18816"/>
                </a:lnTo>
                <a:lnTo>
                  <a:pt x="11901" y="19082"/>
                </a:lnTo>
                <a:lnTo>
                  <a:pt x="11901" y="19259"/>
                </a:lnTo>
                <a:lnTo>
                  <a:pt x="12218" y="19437"/>
                </a:lnTo>
                <a:lnTo>
                  <a:pt x="12218" y="19703"/>
                </a:lnTo>
                <a:lnTo>
                  <a:pt x="12218" y="20147"/>
                </a:lnTo>
                <a:lnTo>
                  <a:pt x="12218" y="20325"/>
                </a:lnTo>
                <a:lnTo>
                  <a:pt x="12694" y="20502"/>
                </a:lnTo>
                <a:lnTo>
                  <a:pt x="12694" y="20768"/>
                </a:lnTo>
                <a:lnTo>
                  <a:pt x="12694" y="20946"/>
                </a:lnTo>
                <a:lnTo>
                  <a:pt x="12694" y="21390"/>
                </a:lnTo>
                <a:lnTo>
                  <a:pt x="12694" y="21656"/>
                </a:lnTo>
                <a:lnTo>
                  <a:pt x="13012" y="21833"/>
                </a:lnTo>
                <a:lnTo>
                  <a:pt x="13012" y="22011"/>
                </a:lnTo>
                <a:lnTo>
                  <a:pt x="13012" y="22277"/>
                </a:lnTo>
                <a:lnTo>
                  <a:pt x="13012" y="22721"/>
                </a:lnTo>
                <a:lnTo>
                  <a:pt x="13012" y="22898"/>
                </a:lnTo>
                <a:lnTo>
                  <a:pt x="13488" y="23076"/>
                </a:lnTo>
                <a:lnTo>
                  <a:pt x="13488" y="23342"/>
                </a:lnTo>
                <a:lnTo>
                  <a:pt x="13488" y="23786"/>
                </a:lnTo>
                <a:lnTo>
                  <a:pt x="13488" y="23964"/>
                </a:lnTo>
                <a:lnTo>
                  <a:pt x="13488" y="24230"/>
                </a:lnTo>
                <a:lnTo>
                  <a:pt x="13488" y="24407"/>
                </a:lnTo>
                <a:lnTo>
                  <a:pt x="13488" y="24851"/>
                </a:lnTo>
                <a:lnTo>
                  <a:pt x="13488" y="25029"/>
                </a:lnTo>
              </a:path>
            </a:pathLst>
          </a:custGeom>
          <a:ln w="176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6186826" y="2213691"/>
            <a:ext cx="13805" cy="86891"/>
          </a:xfrm>
          <a:custGeom>
            <a:avLst/>
            <a:gdLst/>
            <a:ahLst/>
            <a:cxnLst/>
            <a:rect l="l" t="t" r="r" b="b"/>
            <a:pathLst>
              <a:path w="13805" h="86891">
                <a:moveTo>
                  <a:pt x="0" y="0"/>
                </a:moveTo>
                <a:lnTo>
                  <a:pt x="0" y="266"/>
                </a:lnTo>
                <a:lnTo>
                  <a:pt x="317" y="621"/>
                </a:lnTo>
                <a:lnTo>
                  <a:pt x="317" y="887"/>
                </a:lnTo>
                <a:lnTo>
                  <a:pt x="317" y="1331"/>
                </a:lnTo>
                <a:lnTo>
                  <a:pt x="317" y="1508"/>
                </a:lnTo>
                <a:lnTo>
                  <a:pt x="317" y="1775"/>
                </a:lnTo>
                <a:lnTo>
                  <a:pt x="634" y="2130"/>
                </a:lnTo>
                <a:lnTo>
                  <a:pt x="634" y="2396"/>
                </a:lnTo>
                <a:lnTo>
                  <a:pt x="634" y="2573"/>
                </a:lnTo>
                <a:lnTo>
                  <a:pt x="634" y="2840"/>
                </a:lnTo>
                <a:lnTo>
                  <a:pt x="634" y="3195"/>
                </a:lnTo>
                <a:lnTo>
                  <a:pt x="1110" y="3638"/>
                </a:lnTo>
                <a:lnTo>
                  <a:pt x="1110" y="3905"/>
                </a:lnTo>
                <a:lnTo>
                  <a:pt x="1110" y="4082"/>
                </a:lnTo>
                <a:lnTo>
                  <a:pt x="1110" y="4526"/>
                </a:lnTo>
                <a:lnTo>
                  <a:pt x="1110" y="4970"/>
                </a:lnTo>
                <a:lnTo>
                  <a:pt x="1428" y="4970"/>
                </a:lnTo>
                <a:lnTo>
                  <a:pt x="1428" y="5414"/>
                </a:lnTo>
                <a:lnTo>
                  <a:pt x="1428" y="5769"/>
                </a:lnTo>
                <a:lnTo>
                  <a:pt x="1428" y="6035"/>
                </a:lnTo>
                <a:lnTo>
                  <a:pt x="1904" y="6212"/>
                </a:lnTo>
                <a:lnTo>
                  <a:pt x="1904" y="6656"/>
                </a:lnTo>
                <a:lnTo>
                  <a:pt x="1904" y="7100"/>
                </a:lnTo>
                <a:lnTo>
                  <a:pt x="1904" y="7277"/>
                </a:lnTo>
                <a:lnTo>
                  <a:pt x="1904" y="7544"/>
                </a:lnTo>
                <a:lnTo>
                  <a:pt x="1904" y="7988"/>
                </a:lnTo>
                <a:lnTo>
                  <a:pt x="1904" y="8343"/>
                </a:lnTo>
                <a:lnTo>
                  <a:pt x="1904" y="8609"/>
                </a:lnTo>
                <a:lnTo>
                  <a:pt x="1904" y="8786"/>
                </a:lnTo>
                <a:lnTo>
                  <a:pt x="1904" y="9230"/>
                </a:lnTo>
                <a:lnTo>
                  <a:pt x="2221" y="9674"/>
                </a:lnTo>
                <a:lnTo>
                  <a:pt x="2221" y="9851"/>
                </a:lnTo>
                <a:lnTo>
                  <a:pt x="2221" y="10295"/>
                </a:lnTo>
                <a:lnTo>
                  <a:pt x="2221" y="10561"/>
                </a:lnTo>
                <a:lnTo>
                  <a:pt x="2221" y="10916"/>
                </a:lnTo>
                <a:lnTo>
                  <a:pt x="2697" y="11183"/>
                </a:lnTo>
                <a:lnTo>
                  <a:pt x="2697" y="11626"/>
                </a:lnTo>
                <a:lnTo>
                  <a:pt x="2697" y="12070"/>
                </a:lnTo>
                <a:lnTo>
                  <a:pt x="2697" y="12248"/>
                </a:lnTo>
                <a:lnTo>
                  <a:pt x="3015" y="12692"/>
                </a:lnTo>
                <a:lnTo>
                  <a:pt x="3015" y="13135"/>
                </a:lnTo>
                <a:lnTo>
                  <a:pt x="3015" y="13313"/>
                </a:lnTo>
                <a:lnTo>
                  <a:pt x="3015" y="13490"/>
                </a:lnTo>
                <a:lnTo>
                  <a:pt x="3015" y="13934"/>
                </a:lnTo>
                <a:lnTo>
                  <a:pt x="3332" y="14378"/>
                </a:lnTo>
                <a:lnTo>
                  <a:pt x="3332" y="14644"/>
                </a:lnTo>
                <a:lnTo>
                  <a:pt x="3332" y="14999"/>
                </a:lnTo>
                <a:lnTo>
                  <a:pt x="3332" y="15443"/>
                </a:lnTo>
                <a:lnTo>
                  <a:pt x="3332" y="15709"/>
                </a:lnTo>
                <a:lnTo>
                  <a:pt x="3808" y="16064"/>
                </a:lnTo>
                <a:lnTo>
                  <a:pt x="3808" y="16508"/>
                </a:lnTo>
                <a:lnTo>
                  <a:pt x="3808" y="16774"/>
                </a:lnTo>
                <a:lnTo>
                  <a:pt x="3808" y="17129"/>
                </a:lnTo>
                <a:lnTo>
                  <a:pt x="3808" y="17573"/>
                </a:lnTo>
                <a:lnTo>
                  <a:pt x="3808" y="18017"/>
                </a:lnTo>
                <a:lnTo>
                  <a:pt x="3808" y="18283"/>
                </a:lnTo>
                <a:lnTo>
                  <a:pt x="3808" y="18638"/>
                </a:lnTo>
                <a:lnTo>
                  <a:pt x="3808" y="19082"/>
                </a:lnTo>
                <a:lnTo>
                  <a:pt x="4125" y="19348"/>
                </a:lnTo>
                <a:lnTo>
                  <a:pt x="4125" y="19703"/>
                </a:lnTo>
                <a:lnTo>
                  <a:pt x="4125" y="20413"/>
                </a:lnTo>
                <a:lnTo>
                  <a:pt x="4125" y="20591"/>
                </a:lnTo>
                <a:lnTo>
                  <a:pt x="4125" y="21035"/>
                </a:lnTo>
                <a:lnTo>
                  <a:pt x="4601" y="21478"/>
                </a:lnTo>
                <a:lnTo>
                  <a:pt x="4601" y="21656"/>
                </a:lnTo>
                <a:lnTo>
                  <a:pt x="4601" y="22100"/>
                </a:lnTo>
                <a:lnTo>
                  <a:pt x="4601" y="22543"/>
                </a:lnTo>
                <a:lnTo>
                  <a:pt x="4601" y="22721"/>
                </a:lnTo>
                <a:lnTo>
                  <a:pt x="4919" y="23165"/>
                </a:lnTo>
                <a:lnTo>
                  <a:pt x="4919" y="23786"/>
                </a:lnTo>
                <a:lnTo>
                  <a:pt x="4919" y="24052"/>
                </a:lnTo>
                <a:lnTo>
                  <a:pt x="4919" y="24496"/>
                </a:lnTo>
                <a:lnTo>
                  <a:pt x="4919" y="24851"/>
                </a:lnTo>
                <a:lnTo>
                  <a:pt x="5236" y="25117"/>
                </a:lnTo>
                <a:lnTo>
                  <a:pt x="5236" y="25739"/>
                </a:lnTo>
                <a:lnTo>
                  <a:pt x="5236" y="26182"/>
                </a:lnTo>
                <a:lnTo>
                  <a:pt x="5236" y="26360"/>
                </a:lnTo>
                <a:lnTo>
                  <a:pt x="5712" y="26804"/>
                </a:lnTo>
                <a:lnTo>
                  <a:pt x="5712" y="27247"/>
                </a:lnTo>
                <a:lnTo>
                  <a:pt x="5712" y="27691"/>
                </a:lnTo>
                <a:lnTo>
                  <a:pt x="5712" y="28135"/>
                </a:lnTo>
                <a:lnTo>
                  <a:pt x="5712" y="28579"/>
                </a:lnTo>
                <a:lnTo>
                  <a:pt x="6030" y="28756"/>
                </a:lnTo>
                <a:lnTo>
                  <a:pt x="6030" y="29378"/>
                </a:lnTo>
                <a:lnTo>
                  <a:pt x="6030" y="29821"/>
                </a:lnTo>
                <a:lnTo>
                  <a:pt x="6030" y="29999"/>
                </a:lnTo>
                <a:lnTo>
                  <a:pt x="6030" y="30709"/>
                </a:lnTo>
                <a:lnTo>
                  <a:pt x="6030" y="30886"/>
                </a:lnTo>
                <a:lnTo>
                  <a:pt x="6030" y="31330"/>
                </a:lnTo>
                <a:lnTo>
                  <a:pt x="6030" y="31952"/>
                </a:lnTo>
                <a:lnTo>
                  <a:pt x="6030" y="32218"/>
                </a:lnTo>
                <a:lnTo>
                  <a:pt x="6030" y="32573"/>
                </a:lnTo>
                <a:lnTo>
                  <a:pt x="6506" y="33283"/>
                </a:lnTo>
                <a:lnTo>
                  <a:pt x="6506" y="33460"/>
                </a:lnTo>
                <a:lnTo>
                  <a:pt x="6506" y="33904"/>
                </a:lnTo>
                <a:lnTo>
                  <a:pt x="6506" y="34525"/>
                </a:lnTo>
                <a:lnTo>
                  <a:pt x="6823" y="34792"/>
                </a:lnTo>
                <a:lnTo>
                  <a:pt x="6823" y="35147"/>
                </a:lnTo>
                <a:lnTo>
                  <a:pt x="6823" y="35591"/>
                </a:lnTo>
                <a:lnTo>
                  <a:pt x="6823" y="36034"/>
                </a:lnTo>
                <a:lnTo>
                  <a:pt x="6823" y="36656"/>
                </a:lnTo>
                <a:lnTo>
                  <a:pt x="7140" y="36922"/>
                </a:lnTo>
                <a:lnTo>
                  <a:pt x="7140" y="37543"/>
                </a:lnTo>
                <a:lnTo>
                  <a:pt x="7140" y="37987"/>
                </a:lnTo>
                <a:lnTo>
                  <a:pt x="7140" y="38164"/>
                </a:lnTo>
                <a:lnTo>
                  <a:pt x="7140" y="38874"/>
                </a:lnTo>
                <a:lnTo>
                  <a:pt x="7616" y="39229"/>
                </a:lnTo>
                <a:lnTo>
                  <a:pt x="7616" y="39673"/>
                </a:lnTo>
                <a:lnTo>
                  <a:pt x="7616" y="40117"/>
                </a:lnTo>
                <a:lnTo>
                  <a:pt x="7616" y="40561"/>
                </a:lnTo>
                <a:lnTo>
                  <a:pt x="7616" y="41005"/>
                </a:lnTo>
                <a:lnTo>
                  <a:pt x="7934" y="41626"/>
                </a:lnTo>
                <a:lnTo>
                  <a:pt x="7934" y="41803"/>
                </a:lnTo>
                <a:lnTo>
                  <a:pt x="7934" y="42513"/>
                </a:lnTo>
                <a:lnTo>
                  <a:pt x="7934" y="42691"/>
                </a:lnTo>
                <a:lnTo>
                  <a:pt x="7934" y="43312"/>
                </a:lnTo>
                <a:lnTo>
                  <a:pt x="7934" y="43934"/>
                </a:lnTo>
                <a:lnTo>
                  <a:pt x="7934" y="44200"/>
                </a:lnTo>
                <a:lnTo>
                  <a:pt x="7934" y="44821"/>
                </a:lnTo>
                <a:lnTo>
                  <a:pt x="7934" y="45087"/>
                </a:lnTo>
                <a:lnTo>
                  <a:pt x="8410" y="45709"/>
                </a:lnTo>
                <a:lnTo>
                  <a:pt x="8410" y="46152"/>
                </a:lnTo>
                <a:lnTo>
                  <a:pt x="8410" y="46507"/>
                </a:lnTo>
                <a:lnTo>
                  <a:pt x="8410" y="47217"/>
                </a:lnTo>
                <a:lnTo>
                  <a:pt x="8410" y="47395"/>
                </a:lnTo>
                <a:lnTo>
                  <a:pt x="8727" y="48016"/>
                </a:lnTo>
                <a:lnTo>
                  <a:pt x="8727" y="48726"/>
                </a:lnTo>
                <a:lnTo>
                  <a:pt x="8727" y="48904"/>
                </a:lnTo>
                <a:lnTo>
                  <a:pt x="8727" y="49525"/>
                </a:lnTo>
                <a:lnTo>
                  <a:pt x="8727" y="49791"/>
                </a:lnTo>
                <a:lnTo>
                  <a:pt x="9203" y="50413"/>
                </a:lnTo>
                <a:lnTo>
                  <a:pt x="9203" y="51034"/>
                </a:lnTo>
                <a:lnTo>
                  <a:pt x="9203" y="51478"/>
                </a:lnTo>
                <a:lnTo>
                  <a:pt x="9203" y="51922"/>
                </a:lnTo>
                <a:lnTo>
                  <a:pt x="9521" y="52365"/>
                </a:lnTo>
                <a:lnTo>
                  <a:pt x="9521" y="52987"/>
                </a:lnTo>
                <a:lnTo>
                  <a:pt x="9521" y="53430"/>
                </a:lnTo>
                <a:lnTo>
                  <a:pt x="9521" y="53874"/>
                </a:lnTo>
                <a:lnTo>
                  <a:pt x="9521" y="54495"/>
                </a:lnTo>
                <a:lnTo>
                  <a:pt x="9838" y="54939"/>
                </a:lnTo>
                <a:lnTo>
                  <a:pt x="9838" y="55383"/>
                </a:lnTo>
                <a:lnTo>
                  <a:pt x="9838" y="55738"/>
                </a:lnTo>
                <a:lnTo>
                  <a:pt x="9838" y="56448"/>
                </a:lnTo>
                <a:lnTo>
                  <a:pt x="9838" y="57069"/>
                </a:lnTo>
                <a:lnTo>
                  <a:pt x="10314" y="57247"/>
                </a:lnTo>
                <a:lnTo>
                  <a:pt x="10314" y="57957"/>
                </a:lnTo>
                <a:lnTo>
                  <a:pt x="10314" y="58312"/>
                </a:lnTo>
                <a:lnTo>
                  <a:pt x="10314" y="59022"/>
                </a:lnTo>
                <a:lnTo>
                  <a:pt x="10314" y="59377"/>
                </a:lnTo>
                <a:lnTo>
                  <a:pt x="10314" y="59821"/>
                </a:lnTo>
                <a:lnTo>
                  <a:pt x="10314" y="60531"/>
                </a:lnTo>
                <a:lnTo>
                  <a:pt x="10314" y="60886"/>
                </a:lnTo>
                <a:lnTo>
                  <a:pt x="10314" y="61596"/>
                </a:lnTo>
                <a:lnTo>
                  <a:pt x="10631" y="61951"/>
                </a:lnTo>
                <a:lnTo>
                  <a:pt x="10631" y="62661"/>
                </a:lnTo>
                <a:lnTo>
                  <a:pt x="10631" y="63105"/>
                </a:lnTo>
                <a:lnTo>
                  <a:pt x="10631" y="63726"/>
                </a:lnTo>
                <a:lnTo>
                  <a:pt x="10631" y="64170"/>
                </a:lnTo>
                <a:lnTo>
                  <a:pt x="11108" y="64525"/>
                </a:lnTo>
                <a:lnTo>
                  <a:pt x="11108" y="65235"/>
                </a:lnTo>
                <a:lnTo>
                  <a:pt x="11108" y="65590"/>
                </a:lnTo>
                <a:lnTo>
                  <a:pt x="11108" y="66300"/>
                </a:lnTo>
                <a:lnTo>
                  <a:pt x="11108" y="66744"/>
                </a:lnTo>
                <a:lnTo>
                  <a:pt x="11425" y="67365"/>
                </a:lnTo>
                <a:lnTo>
                  <a:pt x="11425" y="67809"/>
                </a:lnTo>
                <a:lnTo>
                  <a:pt x="11425" y="68430"/>
                </a:lnTo>
                <a:lnTo>
                  <a:pt x="11425" y="68874"/>
                </a:lnTo>
                <a:lnTo>
                  <a:pt x="11425" y="69495"/>
                </a:lnTo>
                <a:lnTo>
                  <a:pt x="11742" y="69939"/>
                </a:lnTo>
                <a:lnTo>
                  <a:pt x="11742" y="70560"/>
                </a:lnTo>
                <a:lnTo>
                  <a:pt x="11742" y="71182"/>
                </a:lnTo>
                <a:lnTo>
                  <a:pt x="11742" y="71625"/>
                </a:lnTo>
                <a:lnTo>
                  <a:pt x="12218" y="72247"/>
                </a:lnTo>
                <a:lnTo>
                  <a:pt x="12218" y="72690"/>
                </a:lnTo>
                <a:lnTo>
                  <a:pt x="12218" y="73312"/>
                </a:lnTo>
                <a:lnTo>
                  <a:pt x="12218" y="73755"/>
                </a:lnTo>
                <a:lnTo>
                  <a:pt x="12218" y="74465"/>
                </a:lnTo>
                <a:lnTo>
                  <a:pt x="12218" y="74820"/>
                </a:lnTo>
                <a:lnTo>
                  <a:pt x="12218" y="75531"/>
                </a:lnTo>
                <a:lnTo>
                  <a:pt x="12218" y="75886"/>
                </a:lnTo>
                <a:lnTo>
                  <a:pt x="12218" y="76596"/>
                </a:lnTo>
                <a:lnTo>
                  <a:pt x="12218" y="77039"/>
                </a:lnTo>
                <a:lnTo>
                  <a:pt x="12536" y="77661"/>
                </a:lnTo>
                <a:lnTo>
                  <a:pt x="12536" y="78282"/>
                </a:lnTo>
                <a:lnTo>
                  <a:pt x="12536" y="78903"/>
                </a:lnTo>
                <a:lnTo>
                  <a:pt x="12536" y="79347"/>
                </a:lnTo>
                <a:lnTo>
                  <a:pt x="12536" y="79968"/>
                </a:lnTo>
                <a:lnTo>
                  <a:pt x="13012" y="80678"/>
                </a:lnTo>
                <a:lnTo>
                  <a:pt x="13012" y="81033"/>
                </a:lnTo>
                <a:lnTo>
                  <a:pt x="13012" y="81743"/>
                </a:lnTo>
                <a:lnTo>
                  <a:pt x="13012" y="82187"/>
                </a:lnTo>
                <a:lnTo>
                  <a:pt x="13329" y="82986"/>
                </a:lnTo>
                <a:lnTo>
                  <a:pt x="13329" y="83430"/>
                </a:lnTo>
                <a:lnTo>
                  <a:pt x="13329" y="84051"/>
                </a:lnTo>
                <a:lnTo>
                  <a:pt x="13329" y="84495"/>
                </a:lnTo>
                <a:lnTo>
                  <a:pt x="13329" y="85116"/>
                </a:lnTo>
                <a:lnTo>
                  <a:pt x="13805" y="85826"/>
                </a:lnTo>
                <a:lnTo>
                  <a:pt x="13805" y="86447"/>
                </a:lnTo>
                <a:lnTo>
                  <a:pt x="13805" y="86891"/>
                </a:lnTo>
              </a:path>
            </a:pathLst>
          </a:custGeom>
          <a:ln w="193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6200631" y="2300583"/>
            <a:ext cx="13329" cy="143872"/>
          </a:xfrm>
          <a:custGeom>
            <a:avLst/>
            <a:gdLst/>
            <a:ahLst/>
            <a:cxnLst/>
            <a:rect l="l" t="t" r="r" b="b"/>
            <a:pathLst>
              <a:path w="13329" h="143872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317" y="1863"/>
                </a:lnTo>
                <a:lnTo>
                  <a:pt x="317" y="2307"/>
                </a:lnTo>
                <a:lnTo>
                  <a:pt x="317" y="2928"/>
                </a:lnTo>
                <a:lnTo>
                  <a:pt x="317" y="3638"/>
                </a:lnTo>
                <a:lnTo>
                  <a:pt x="317" y="4260"/>
                </a:lnTo>
                <a:lnTo>
                  <a:pt x="634" y="4704"/>
                </a:lnTo>
                <a:lnTo>
                  <a:pt x="634" y="5325"/>
                </a:lnTo>
                <a:lnTo>
                  <a:pt x="634" y="5946"/>
                </a:lnTo>
                <a:lnTo>
                  <a:pt x="634" y="6656"/>
                </a:lnTo>
                <a:lnTo>
                  <a:pt x="634" y="7011"/>
                </a:lnTo>
                <a:lnTo>
                  <a:pt x="634" y="7899"/>
                </a:lnTo>
                <a:lnTo>
                  <a:pt x="634" y="8343"/>
                </a:lnTo>
                <a:lnTo>
                  <a:pt x="634" y="8964"/>
                </a:lnTo>
                <a:lnTo>
                  <a:pt x="634" y="9585"/>
                </a:lnTo>
                <a:lnTo>
                  <a:pt x="1110" y="10295"/>
                </a:lnTo>
                <a:lnTo>
                  <a:pt x="1110" y="10650"/>
                </a:lnTo>
                <a:lnTo>
                  <a:pt x="1110" y="11360"/>
                </a:lnTo>
                <a:lnTo>
                  <a:pt x="1110" y="11982"/>
                </a:lnTo>
                <a:lnTo>
                  <a:pt x="1110" y="12603"/>
                </a:lnTo>
                <a:lnTo>
                  <a:pt x="1428" y="13224"/>
                </a:lnTo>
                <a:lnTo>
                  <a:pt x="1428" y="13668"/>
                </a:lnTo>
                <a:lnTo>
                  <a:pt x="1428" y="14555"/>
                </a:lnTo>
                <a:lnTo>
                  <a:pt x="1428" y="14999"/>
                </a:lnTo>
                <a:lnTo>
                  <a:pt x="1428" y="15798"/>
                </a:lnTo>
                <a:lnTo>
                  <a:pt x="1904" y="16242"/>
                </a:lnTo>
                <a:lnTo>
                  <a:pt x="1904" y="17129"/>
                </a:lnTo>
                <a:lnTo>
                  <a:pt x="1904" y="17573"/>
                </a:lnTo>
                <a:lnTo>
                  <a:pt x="1904" y="18372"/>
                </a:lnTo>
                <a:lnTo>
                  <a:pt x="2221" y="18816"/>
                </a:lnTo>
                <a:lnTo>
                  <a:pt x="2221" y="19526"/>
                </a:lnTo>
                <a:lnTo>
                  <a:pt x="2221" y="20147"/>
                </a:lnTo>
                <a:lnTo>
                  <a:pt x="2221" y="20768"/>
                </a:lnTo>
                <a:lnTo>
                  <a:pt x="2221" y="21390"/>
                </a:lnTo>
                <a:lnTo>
                  <a:pt x="2538" y="22100"/>
                </a:lnTo>
                <a:lnTo>
                  <a:pt x="2538" y="22721"/>
                </a:lnTo>
                <a:lnTo>
                  <a:pt x="2538" y="23342"/>
                </a:lnTo>
                <a:lnTo>
                  <a:pt x="2538" y="23964"/>
                </a:lnTo>
                <a:lnTo>
                  <a:pt x="2538" y="24585"/>
                </a:lnTo>
                <a:lnTo>
                  <a:pt x="2538" y="25295"/>
                </a:lnTo>
                <a:lnTo>
                  <a:pt x="2538" y="25916"/>
                </a:lnTo>
                <a:lnTo>
                  <a:pt x="2538" y="26537"/>
                </a:lnTo>
                <a:lnTo>
                  <a:pt x="2538" y="27159"/>
                </a:lnTo>
                <a:lnTo>
                  <a:pt x="2538" y="27869"/>
                </a:lnTo>
                <a:lnTo>
                  <a:pt x="3015" y="28490"/>
                </a:lnTo>
                <a:lnTo>
                  <a:pt x="3015" y="29111"/>
                </a:lnTo>
                <a:lnTo>
                  <a:pt x="3015" y="29733"/>
                </a:lnTo>
                <a:lnTo>
                  <a:pt x="3015" y="30443"/>
                </a:lnTo>
                <a:lnTo>
                  <a:pt x="3332" y="31064"/>
                </a:lnTo>
                <a:lnTo>
                  <a:pt x="3332" y="31685"/>
                </a:lnTo>
                <a:lnTo>
                  <a:pt x="3332" y="32573"/>
                </a:lnTo>
                <a:lnTo>
                  <a:pt x="3332" y="33017"/>
                </a:lnTo>
                <a:lnTo>
                  <a:pt x="3332" y="33815"/>
                </a:lnTo>
                <a:lnTo>
                  <a:pt x="3808" y="34525"/>
                </a:lnTo>
                <a:lnTo>
                  <a:pt x="3808" y="34880"/>
                </a:lnTo>
                <a:lnTo>
                  <a:pt x="3808" y="35768"/>
                </a:lnTo>
                <a:lnTo>
                  <a:pt x="3808" y="36389"/>
                </a:lnTo>
                <a:lnTo>
                  <a:pt x="3808" y="37099"/>
                </a:lnTo>
                <a:lnTo>
                  <a:pt x="4125" y="37721"/>
                </a:lnTo>
                <a:lnTo>
                  <a:pt x="4125" y="38608"/>
                </a:lnTo>
                <a:lnTo>
                  <a:pt x="4125" y="38963"/>
                </a:lnTo>
                <a:lnTo>
                  <a:pt x="4125" y="39673"/>
                </a:lnTo>
                <a:lnTo>
                  <a:pt x="4125" y="40472"/>
                </a:lnTo>
                <a:lnTo>
                  <a:pt x="4601" y="41182"/>
                </a:lnTo>
                <a:lnTo>
                  <a:pt x="4601" y="41803"/>
                </a:lnTo>
                <a:lnTo>
                  <a:pt x="4601" y="42425"/>
                </a:lnTo>
                <a:lnTo>
                  <a:pt x="4601" y="43312"/>
                </a:lnTo>
                <a:lnTo>
                  <a:pt x="4919" y="43934"/>
                </a:lnTo>
                <a:lnTo>
                  <a:pt x="4919" y="44377"/>
                </a:lnTo>
                <a:lnTo>
                  <a:pt x="4919" y="45176"/>
                </a:lnTo>
                <a:lnTo>
                  <a:pt x="4919" y="45886"/>
                </a:lnTo>
                <a:lnTo>
                  <a:pt x="4919" y="46685"/>
                </a:lnTo>
                <a:lnTo>
                  <a:pt x="4919" y="47395"/>
                </a:lnTo>
                <a:lnTo>
                  <a:pt x="4919" y="48016"/>
                </a:lnTo>
                <a:lnTo>
                  <a:pt x="4919" y="48638"/>
                </a:lnTo>
                <a:lnTo>
                  <a:pt x="4919" y="49259"/>
                </a:lnTo>
                <a:lnTo>
                  <a:pt x="4919" y="50146"/>
                </a:lnTo>
                <a:lnTo>
                  <a:pt x="5236" y="50768"/>
                </a:lnTo>
                <a:lnTo>
                  <a:pt x="5236" y="51389"/>
                </a:lnTo>
                <a:lnTo>
                  <a:pt x="5236" y="52099"/>
                </a:lnTo>
                <a:lnTo>
                  <a:pt x="5236" y="52720"/>
                </a:lnTo>
                <a:lnTo>
                  <a:pt x="5236" y="53608"/>
                </a:lnTo>
                <a:lnTo>
                  <a:pt x="5712" y="54229"/>
                </a:lnTo>
                <a:lnTo>
                  <a:pt x="5712" y="55117"/>
                </a:lnTo>
                <a:lnTo>
                  <a:pt x="5712" y="55738"/>
                </a:lnTo>
                <a:lnTo>
                  <a:pt x="5712" y="56359"/>
                </a:lnTo>
                <a:lnTo>
                  <a:pt x="6030" y="57247"/>
                </a:lnTo>
                <a:lnTo>
                  <a:pt x="6030" y="57691"/>
                </a:lnTo>
                <a:lnTo>
                  <a:pt x="6030" y="58489"/>
                </a:lnTo>
                <a:lnTo>
                  <a:pt x="6030" y="59111"/>
                </a:lnTo>
                <a:lnTo>
                  <a:pt x="6030" y="59821"/>
                </a:lnTo>
                <a:lnTo>
                  <a:pt x="6506" y="60620"/>
                </a:lnTo>
                <a:lnTo>
                  <a:pt x="6506" y="61330"/>
                </a:lnTo>
                <a:lnTo>
                  <a:pt x="6506" y="62128"/>
                </a:lnTo>
                <a:lnTo>
                  <a:pt x="6506" y="62838"/>
                </a:lnTo>
                <a:lnTo>
                  <a:pt x="6506" y="63460"/>
                </a:lnTo>
                <a:lnTo>
                  <a:pt x="6823" y="64259"/>
                </a:lnTo>
                <a:lnTo>
                  <a:pt x="6823" y="64969"/>
                </a:lnTo>
                <a:lnTo>
                  <a:pt x="6823" y="65767"/>
                </a:lnTo>
                <a:lnTo>
                  <a:pt x="6823" y="66477"/>
                </a:lnTo>
                <a:lnTo>
                  <a:pt x="6823" y="67099"/>
                </a:lnTo>
                <a:lnTo>
                  <a:pt x="6823" y="67986"/>
                </a:lnTo>
                <a:lnTo>
                  <a:pt x="6823" y="68608"/>
                </a:lnTo>
                <a:lnTo>
                  <a:pt x="6823" y="69229"/>
                </a:lnTo>
                <a:lnTo>
                  <a:pt x="6823" y="70116"/>
                </a:lnTo>
                <a:lnTo>
                  <a:pt x="7140" y="70738"/>
                </a:lnTo>
                <a:lnTo>
                  <a:pt x="7140" y="71625"/>
                </a:lnTo>
                <a:lnTo>
                  <a:pt x="7140" y="72247"/>
                </a:lnTo>
                <a:lnTo>
                  <a:pt x="7140" y="72868"/>
                </a:lnTo>
                <a:lnTo>
                  <a:pt x="7140" y="73755"/>
                </a:lnTo>
                <a:lnTo>
                  <a:pt x="7616" y="74554"/>
                </a:lnTo>
                <a:lnTo>
                  <a:pt x="7616" y="75264"/>
                </a:lnTo>
                <a:lnTo>
                  <a:pt x="7616" y="76063"/>
                </a:lnTo>
                <a:lnTo>
                  <a:pt x="7616" y="76773"/>
                </a:lnTo>
                <a:lnTo>
                  <a:pt x="7616" y="77572"/>
                </a:lnTo>
                <a:lnTo>
                  <a:pt x="7934" y="78193"/>
                </a:lnTo>
                <a:lnTo>
                  <a:pt x="7934" y="78903"/>
                </a:lnTo>
                <a:lnTo>
                  <a:pt x="7934" y="79702"/>
                </a:lnTo>
                <a:lnTo>
                  <a:pt x="7934" y="80412"/>
                </a:lnTo>
                <a:lnTo>
                  <a:pt x="7934" y="81211"/>
                </a:lnTo>
                <a:lnTo>
                  <a:pt x="8410" y="82098"/>
                </a:lnTo>
                <a:lnTo>
                  <a:pt x="8410" y="82720"/>
                </a:lnTo>
                <a:lnTo>
                  <a:pt x="8410" y="83341"/>
                </a:lnTo>
                <a:lnTo>
                  <a:pt x="8410" y="84229"/>
                </a:lnTo>
                <a:lnTo>
                  <a:pt x="8727" y="84850"/>
                </a:lnTo>
                <a:lnTo>
                  <a:pt x="8727" y="85737"/>
                </a:lnTo>
                <a:lnTo>
                  <a:pt x="8727" y="86625"/>
                </a:lnTo>
                <a:lnTo>
                  <a:pt x="8727" y="87246"/>
                </a:lnTo>
                <a:lnTo>
                  <a:pt x="8727" y="88134"/>
                </a:lnTo>
                <a:lnTo>
                  <a:pt x="9045" y="88755"/>
                </a:lnTo>
                <a:lnTo>
                  <a:pt x="9045" y="89643"/>
                </a:lnTo>
                <a:lnTo>
                  <a:pt x="9045" y="90441"/>
                </a:lnTo>
                <a:lnTo>
                  <a:pt x="9045" y="91063"/>
                </a:lnTo>
                <a:lnTo>
                  <a:pt x="9045" y="91773"/>
                </a:lnTo>
                <a:lnTo>
                  <a:pt x="9045" y="92838"/>
                </a:lnTo>
                <a:lnTo>
                  <a:pt x="9045" y="93459"/>
                </a:lnTo>
                <a:lnTo>
                  <a:pt x="9045" y="94080"/>
                </a:lnTo>
                <a:lnTo>
                  <a:pt x="9045" y="94968"/>
                </a:lnTo>
                <a:lnTo>
                  <a:pt x="9045" y="95856"/>
                </a:lnTo>
                <a:lnTo>
                  <a:pt x="9521" y="96477"/>
                </a:lnTo>
                <a:lnTo>
                  <a:pt x="9521" y="97276"/>
                </a:lnTo>
                <a:lnTo>
                  <a:pt x="9521" y="98163"/>
                </a:lnTo>
                <a:lnTo>
                  <a:pt x="9521" y="98785"/>
                </a:lnTo>
                <a:lnTo>
                  <a:pt x="9838" y="99672"/>
                </a:lnTo>
                <a:lnTo>
                  <a:pt x="9838" y="100560"/>
                </a:lnTo>
                <a:lnTo>
                  <a:pt x="9838" y="101181"/>
                </a:lnTo>
                <a:lnTo>
                  <a:pt x="9838" y="102068"/>
                </a:lnTo>
                <a:lnTo>
                  <a:pt x="9838" y="102867"/>
                </a:lnTo>
                <a:lnTo>
                  <a:pt x="10314" y="103577"/>
                </a:lnTo>
                <a:lnTo>
                  <a:pt x="10314" y="104376"/>
                </a:lnTo>
                <a:lnTo>
                  <a:pt x="10314" y="105264"/>
                </a:lnTo>
                <a:lnTo>
                  <a:pt x="10314" y="105885"/>
                </a:lnTo>
                <a:lnTo>
                  <a:pt x="10314" y="106773"/>
                </a:lnTo>
                <a:lnTo>
                  <a:pt x="10631" y="107571"/>
                </a:lnTo>
                <a:lnTo>
                  <a:pt x="10631" y="108281"/>
                </a:lnTo>
                <a:lnTo>
                  <a:pt x="10631" y="109346"/>
                </a:lnTo>
                <a:lnTo>
                  <a:pt x="10631" y="109968"/>
                </a:lnTo>
                <a:lnTo>
                  <a:pt x="10631" y="110589"/>
                </a:lnTo>
                <a:lnTo>
                  <a:pt x="11108" y="111654"/>
                </a:lnTo>
                <a:lnTo>
                  <a:pt x="11108" y="112364"/>
                </a:lnTo>
                <a:lnTo>
                  <a:pt x="11108" y="113163"/>
                </a:lnTo>
                <a:lnTo>
                  <a:pt x="11108" y="114050"/>
                </a:lnTo>
                <a:lnTo>
                  <a:pt x="11108" y="114938"/>
                </a:lnTo>
                <a:lnTo>
                  <a:pt x="11108" y="115559"/>
                </a:lnTo>
                <a:lnTo>
                  <a:pt x="11108" y="116358"/>
                </a:lnTo>
                <a:lnTo>
                  <a:pt x="11108" y="117246"/>
                </a:lnTo>
                <a:lnTo>
                  <a:pt x="11108" y="117867"/>
                </a:lnTo>
                <a:lnTo>
                  <a:pt x="11425" y="118755"/>
                </a:lnTo>
                <a:lnTo>
                  <a:pt x="11425" y="119642"/>
                </a:lnTo>
                <a:lnTo>
                  <a:pt x="11425" y="120441"/>
                </a:lnTo>
                <a:lnTo>
                  <a:pt x="11425" y="121151"/>
                </a:lnTo>
                <a:lnTo>
                  <a:pt x="11425" y="122216"/>
                </a:lnTo>
                <a:lnTo>
                  <a:pt x="11742" y="122837"/>
                </a:lnTo>
                <a:lnTo>
                  <a:pt x="11742" y="123725"/>
                </a:lnTo>
                <a:lnTo>
                  <a:pt x="11742" y="124524"/>
                </a:lnTo>
                <a:lnTo>
                  <a:pt x="11742" y="125411"/>
                </a:lnTo>
                <a:lnTo>
                  <a:pt x="11742" y="126299"/>
                </a:lnTo>
                <a:lnTo>
                  <a:pt x="12218" y="127098"/>
                </a:lnTo>
                <a:lnTo>
                  <a:pt x="12218" y="127985"/>
                </a:lnTo>
                <a:lnTo>
                  <a:pt x="12218" y="128606"/>
                </a:lnTo>
                <a:lnTo>
                  <a:pt x="12218" y="129494"/>
                </a:lnTo>
                <a:lnTo>
                  <a:pt x="12218" y="130382"/>
                </a:lnTo>
                <a:lnTo>
                  <a:pt x="12536" y="131180"/>
                </a:lnTo>
                <a:lnTo>
                  <a:pt x="12536" y="132068"/>
                </a:lnTo>
                <a:lnTo>
                  <a:pt x="12536" y="132955"/>
                </a:lnTo>
                <a:lnTo>
                  <a:pt x="12536" y="133754"/>
                </a:lnTo>
                <a:lnTo>
                  <a:pt x="13012" y="134376"/>
                </a:lnTo>
                <a:lnTo>
                  <a:pt x="13012" y="135263"/>
                </a:lnTo>
                <a:lnTo>
                  <a:pt x="13012" y="136328"/>
                </a:lnTo>
                <a:lnTo>
                  <a:pt x="13012" y="136949"/>
                </a:lnTo>
                <a:lnTo>
                  <a:pt x="13012" y="137837"/>
                </a:lnTo>
                <a:lnTo>
                  <a:pt x="13012" y="138902"/>
                </a:lnTo>
                <a:lnTo>
                  <a:pt x="13012" y="139523"/>
                </a:lnTo>
                <a:lnTo>
                  <a:pt x="13012" y="140411"/>
                </a:lnTo>
                <a:lnTo>
                  <a:pt x="13012" y="141298"/>
                </a:lnTo>
                <a:lnTo>
                  <a:pt x="13012" y="142097"/>
                </a:lnTo>
                <a:lnTo>
                  <a:pt x="13329" y="142985"/>
                </a:lnTo>
                <a:lnTo>
                  <a:pt x="13329" y="143872"/>
                </a:lnTo>
              </a:path>
            </a:pathLst>
          </a:custGeom>
          <a:ln w="1946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6213961" y="2444456"/>
            <a:ext cx="13805" cy="190203"/>
          </a:xfrm>
          <a:custGeom>
            <a:avLst/>
            <a:gdLst/>
            <a:ahLst/>
            <a:cxnLst/>
            <a:rect l="l" t="t" r="r" b="b"/>
            <a:pathLst>
              <a:path w="13805" h="190203">
                <a:moveTo>
                  <a:pt x="0" y="0"/>
                </a:moveTo>
                <a:lnTo>
                  <a:pt x="0" y="798"/>
                </a:lnTo>
                <a:lnTo>
                  <a:pt x="0" y="1686"/>
                </a:lnTo>
                <a:lnTo>
                  <a:pt x="0" y="2573"/>
                </a:lnTo>
                <a:lnTo>
                  <a:pt x="317" y="3372"/>
                </a:lnTo>
                <a:lnTo>
                  <a:pt x="317" y="4260"/>
                </a:lnTo>
                <a:lnTo>
                  <a:pt x="317" y="5147"/>
                </a:lnTo>
                <a:lnTo>
                  <a:pt x="317" y="5769"/>
                </a:lnTo>
                <a:lnTo>
                  <a:pt x="793" y="6834"/>
                </a:lnTo>
                <a:lnTo>
                  <a:pt x="793" y="7721"/>
                </a:lnTo>
                <a:lnTo>
                  <a:pt x="793" y="8520"/>
                </a:lnTo>
                <a:lnTo>
                  <a:pt x="793" y="9230"/>
                </a:lnTo>
                <a:lnTo>
                  <a:pt x="793" y="10295"/>
                </a:lnTo>
                <a:lnTo>
                  <a:pt x="1110" y="11094"/>
                </a:lnTo>
                <a:lnTo>
                  <a:pt x="1110" y="11982"/>
                </a:lnTo>
                <a:lnTo>
                  <a:pt x="1110" y="12869"/>
                </a:lnTo>
                <a:lnTo>
                  <a:pt x="1110" y="13668"/>
                </a:lnTo>
                <a:lnTo>
                  <a:pt x="1110" y="14555"/>
                </a:lnTo>
                <a:lnTo>
                  <a:pt x="1586" y="15443"/>
                </a:lnTo>
                <a:lnTo>
                  <a:pt x="1586" y="16242"/>
                </a:lnTo>
                <a:lnTo>
                  <a:pt x="1586" y="17307"/>
                </a:lnTo>
                <a:lnTo>
                  <a:pt x="1586" y="18017"/>
                </a:lnTo>
                <a:lnTo>
                  <a:pt x="1586" y="18816"/>
                </a:lnTo>
                <a:lnTo>
                  <a:pt x="1904" y="19881"/>
                </a:lnTo>
                <a:lnTo>
                  <a:pt x="1904" y="20768"/>
                </a:lnTo>
                <a:lnTo>
                  <a:pt x="1904" y="21656"/>
                </a:lnTo>
                <a:lnTo>
                  <a:pt x="1904" y="22455"/>
                </a:lnTo>
                <a:lnTo>
                  <a:pt x="1904" y="23342"/>
                </a:lnTo>
                <a:lnTo>
                  <a:pt x="1904" y="24230"/>
                </a:lnTo>
                <a:lnTo>
                  <a:pt x="1904" y="25029"/>
                </a:lnTo>
                <a:lnTo>
                  <a:pt x="1904" y="25916"/>
                </a:lnTo>
                <a:lnTo>
                  <a:pt x="1904" y="26981"/>
                </a:lnTo>
                <a:lnTo>
                  <a:pt x="2380" y="27869"/>
                </a:lnTo>
                <a:lnTo>
                  <a:pt x="2380" y="28668"/>
                </a:lnTo>
                <a:lnTo>
                  <a:pt x="2380" y="29555"/>
                </a:lnTo>
                <a:lnTo>
                  <a:pt x="2380" y="30443"/>
                </a:lnTo>
                <a:lnTo>
                  <a:pt x="2380" y="31241"/>
                </a:lnTo>
                <a:lnTo>
                  <a:pt x="2697" y="32129"/>
                </a:lnTo>
                <a:lnTo>
                  <a:pt x="2697" y="33017"/>
                </a:lnTo>
                <a:lnTo>
                  <a:pt x="2697" y="34082"/>
                </a:lnTo>
                <a:lnTo>
                  <a:pt x="2697" y="34969"/>
                </a:lnTo>
                <a:lnTo>
                  <a:pt x="2697" y="35768"/>
                </a:lnTo>
                <a:lnTo>
                  <a:pt x="3015" y="36656"/>
                </a:lnTo>
                <a:lnTo>
                  <a:pt x="3015" y="37543"/>
                </a:lnTo>
                <a:lnTo>
                  <a:pt x="3015" y="38608"/>
                </a:lnTo>
                <a:lnTo>
                  <a:pt x="3015" y="39407"/>
                </a:lnTo>
                <a:lnTo>
                  <a:pt x="3491" y="40295"/>
                </a:lnTo>
                <a:lnTo>
                  <a:pt x="3491" y="41182"/>
                </a:lnTo>
                <a:lnTo>
                  <a:pt x="3491" y="42247"/>
                </a:lnTo>
                <a:lnTo>
                  <a:pt x="3491" y="43046"/>
                </a:lnTo>
                <a:lnTo>
                  <a:pt x="3491" y="43934"/>
                </a:lnTo>
                <a:lnTo>
                  <a:pt x="3808" y="44821"/>
                </a:lnTo>
                <a:lnTo>
                  <a:pt x="3808" y="45886"/>
                </a:lnTo>
                <a:lnTo>
                  <a:pt x="3808" y="46685"/>
                </a:lnTo>
                <a:lnTo>
                  <a:pt x="3808" y="47573"/>
                </a:lnTo>
                <a:lnTo>
                  <a:pt x="3808" y="48460"/>
                </a:lnTo>
                <a:lnTo>
                  <a:pt x="3808" y="49259"/>
                </a:lnTo>
                <a:lnTo>
                  <a:pt x="3808" y="50324"/>
                </a:lnTo>
                <a:lnTo>
                  <a:pt x="3808" y="51211"/>
                </a:lnTo>
                <a:lnTo>
                  <a:pt x="3808" y="52099"/>
                </a:lnTo>
                <a:lnTo>
                  <a:pt x="3808" y="52898"/>
                </a:lnTo>
                <a:lnTo>
                  <a:pt x="4284" y="54052"/>
                </a:lnTo>
                <a:lnTo>
                  <a:pt x="4284" y="54850"/>
                </a:lnTo>
                <a:lnTo>
                  <a:pt x="4284" y="55738"/>
                </a:lnTo>
                <a:lnTo>
                  <a:pt x="4284" y="56626"/>
                </a:lnTo>
                <a:lnTo>
                  <a:pt x="4601" y="57691"/>
                </a:lnTo>
                <a:lnTo>
                  <a:pt x="4601" y="58489"/>
                </a:lnTo>
                <a:lnTo>
                  <a:pt x="4601" y="59555"/>
                </a:lnTo>
                <a:lnTo>
                  <a:pt x="4601" y="60442"/>
                </a:lnTo>
                <a:lnTo>
                  <a:pt x="4601" y="61330"/>
                </a:lnTo>
                <a:lnTo>
                  <a:pt x="4919" y="62395"/>
                </a:lnTo>
                <a:lnTo>
                  <a:pt x="4919" y="63194"/>
                </a:lnTo>
                <a:lnTo>
                  <a:pt x="4919" y="64081"/>
                </a:lnTo>
                <a:lnTo>
                  <a:pt x="4919" y="64969"/>
                </a:lnTo>
                <a:lnTo>
                  <a:pt x="4919" y="65767"/>
                </a:lnTo>
                <a:lnTo>
                  <a:pt x="5395" y="67099"/>
                </a:lnTo>
                <a:lnTo>
                  <a:pt x="5395" y="67986"/>
                </a:lnTo>
                <a:lnTo>
                  <a:pt x="5395" y="68785"/>
                </a:lnTo>
                <a:lnTo>
                  <a:pt x="5395" y="69673"/>
                </a:lnTo>
                <a:lnTo>
                  <a:pt x="5395" y="70560"/>
                </a:lnTo>
                <a:lnTo>
                  <a:pt x="5712" y="71625"/>
                </a:lnTo>
                <a:lnTo>
                  <a:pt x="5712" y="72690"/>
                </a:lnTo>
                <a:lnTo>
                  <a:pt x="5712" y="73489"/>
                </a:lnTo>
                <a:lnTo>
                  <a:pt x="5712" y="74377"/>
                </a:lnTo>
                <a:lnTo>
                  <a:pt x="6188" y="75264"/>
                </a:lnTo>
                <a:lnTo>
                  <a:pt x="6188" y="76329"/>
                </a:lnTo>
                <a:lnTo>
                  <a:pt x="6188" y="77394"/>
                </a:lnTo>
                <a:lnTo>
                  <a:pt x="6188" y="78282"/>
                </a:lnTo>
                <a:lnTo>
                  <a:pt x="6188" y="79081"/>
                </a:lnTo>
                <a:lnTo>
                  <a:pt x="6188" y="79968"/>
                </a:lnTo>
                <a:lnTo>
                  <a:pt x="6188" y="81033"/>
                </a:lnTo>
                <a:lnTo>
                  <a:pt x="6188" y="82098"/>
                </a:lnTo>
                <a:lnTo>
                  <a:pt x="6188" y="82986"/>
                </a:lnTo>
                <a:lnTo>
                  <a:pt x="6188" y="83785"/>
                </a:lnTo>
                <a:lnTo>
                  <a:pt x="6506" y="84850"/>
                </a:lnTo>
                <a:lnTo>
                  <a:pt x="6506" y="86004"/>
                </a:lnTo>
                <a:lnTo>
                  <a:pt x="6506" y="86803"/>
                </a:lnTo>
                <a:lnTo>
                  <a:pt x="6506" y="87690"/>
                </a:lnTo>
                <a:lnTo>
                  <a:pt x="6506" y="88489"/>
                </a:lnTo>
                <a:lnTo>
                  <a:pt x="6982" y="89643"/>
                </a:lnTo>
                <a:lnTo>
                  <a:pt x="6982" y="90708"/>
                </a:lnTo>
                <a:lnTo>
                  <a:pt x="6982" y="91507"/>
                </a:lnTo>
                <a:lnTo>
                  <a:pt x="6982" y="92572"/>
                </a:lnTo>
                <a:lnTo>
                  <a:pt x="7299" y="93459"/>
                </a:lnTo>
                <a:lnTo>
                  <a:pt x="7299" y="94347"/>
                </a:lnTo>
                <a:lnTo>
                  <a:pt x="7299" y="95412"/>
                </a:lnTo>
                <a:lnTo>
                  <a:pt x="7299" y="96477"/>
                </a:lnTo>
                <a:lnTo>
                  <a:pt x="7299" y="97364"/>
                </a:lnTo>
                <a:lnTo>
                  <a:pt x="7616" y="98163"/>
                </a:lnTo>
                <a:lnTo>
                  <a:pt x="7616" y="99228"/>
                </a:lnTo>
                <a:lnTo>
                  <a:pt x="7616" y="100116"/>
                </a:lnTo>
                <a:lnTo>
                  <a:pt x="7616" y="101181"/>
                </a:lnTo>
                <a:lnTo>
                  <a:pt x="7616" y="102246"/>
                </a:lnTo>
                <a:lnTo>
                  <a:pt x="8093" y="103134"/>
                </a:lnTo>
                <a:lnTo>
                  <a:pt x="8093" y="104199"/>
                </a:lnTo>
                <a:lnTo>
                  <a:pt x="8093" y="105086"/>
                </a:lnTo>
                <a:lnTo>
                  <a:pt x="8093" y="106151"/>
                </a:lnTo>
                <a:lnTo>
                  <a:pt x="8093" y="107216"/>
                </a:lnTo>
                <a:lnTo>
                  <a:pt x="8093" y="108015"/>
                </a:lnTo>
                <a:lnTo>
                  <a:pt x="8093" y="108903"/>
                </a:lnTo>
                <a:lnTo>
                  <a:pt x="8093" y="109968"/>
                </a:lnTo>
                <a:lnTo>
                  <a:pt x="8093" y="110855"/>
                </a:lnTo>
                <a:lnTo>
                  <a:pt x="8410" y="111920"/>
                </a:lnTo>
                <a:lnTo>
                  <a:pt x="8410" y="112985"/>
                </a:lnTo>
                <a:lnTo>
                  <a:pt x="8410" y="113873"/>
                </a:lnTo>
                <a:lnTo>
                  <a:pt x="8410" y="114938"/>
                </a:lnTo>
                <a:lnTo>
                  <a:pt x="8410" y="115737"/>
                </a:lnTo>
                <a:lnTo>
                  <a:pt x="8886" y="116802"/>
                </a:lnTo>
                <a:lnTo>
                  <a:pt x="8886" y="117867"/>
                </a:lnTo>
                <a:lnTo>
                  <a:pt x="8886" y="119021"/>
                </a:lnTo>
                <a:lnTo>
                  <a:pt x="8886" y="119820"/>
                </a:lnTo>
                <a:lnTo>
                  <a:pt x="8886" y="120707"/>
                </a:lnTo>
                <a:lnTo>
                  <a:pt x="9203" y="121772"/>
                </a:lnTo>
                <a:lnTo>
                  <a:pt x="9203" y="122660"/>
                </a:lnTo>
                <a:lnTo>
                  <a:pt x="9203" y="123725"/>
                </a:lnTo>
                <a:lnTo>
                  <a:pt x="9203" y="124790"/>
                </a:lnTo>
                <a:lnTo>
                  <a:pt x="9203" y="125855"/>
                </a:lnTo>
                <a:lnTo>
                  <a:pt x="9521" y="126743"/>
                </a:lnTo>
                <a:lnTo>
                  <a:pt x="9521" y="127808"/>
                </a:lnTo>
                <a:lnTo>
                  <a:pt x="9521" y="128606"/>
                </a:lnTo>
                <a:lnTo>
                  <a:pt x="9521" y="129671"/>
                </a:lnTo>
                <a:lnTo>
                  <a:pt x="9997" y="130737"/>
                </a:lnTo>
                <a:lnTo>
                  <a:pt x="9997" y="131890"/>
                </a:lnTo>
                <a:lnTo>
                  <a:pt x="9997" y="132689"/>
                </a:lnTo>
                <a:lnTo>
                  <a:pt x="9997" y="133754"/>
                </a:lnTo>
                <a:lnTo>
                  <a:pt x="9997" y="134642"/>
                </a:lnTo>
                <a:lnTo>
                  <a:pt x="10314" y="135707"/>
                </a:lnTo>
                <a:lnTo>
                  <a:pt x="10314" y="136772"/>
                </a:lnTo>
                <a:lnTo>
                  <a:pt x="10314" y="137837"/>
                </a:lnTo>
                <a:lnTo>
                  <a:pt x="10314" y="138725"/>
                </a:lnTo>
                <a:lnTo>
                  <a:pt x="10314" y="139790"/>
                </a:lnTo>
                <a:lnTo>
                  <a:pt x="10314" y="140855"/>
                </a:lnTo>
                <a:lnTo>
                  <a:pt x="10314" y="141742"/>
                </a:lnTo>
                <a:lnTo>
                  <a:pt x="10314" y="142807"/>
                </a:lnTo>
                <a:lnTo>
                  <a:pt x="10314" y="143872"/>
                </a:lnTo>
                <a:lnTo>
                  <a:pt x="10314" y="144937"/>
                </a:lnTo>
                <a:lnTo>
                  <a:pt x="10790" y="145825"/>
                </a:lnTo>
                <a:lnTo>
                  <a:pt x="10790" y="146890"/>
                </a:lnTo>
                <a:lnTo>
                  <a:pt x="10790" y="147955"/>
                </a:lnTo>
                <a:lnTo>
                  <a:pt x="10790" y="148754"/>
                </a:lnTo>
                <a:lnTo>
                  <a:pt x="11108" y="149819"/>
                </a:lnTo>
                <a:lnTo>
                  <a:pt x="11108" y="150973"/>
                </a:lnTo>
                <a:lnTo>
                  <a:pt x="11108" y="152038"/>
                </a:lnTo>
                <a:lnTo>
                  <a:pt x="11108" y="153103"/>
                </a:lnTo>
                <a:lnTo>
                  <a:pt x="11108" y="153902"/>
                </a:lnTo>
                <a:lnTo>
                  <a:pt x="11425" y="154967"/>
                </a:lnTo>
                <a:lnTo>
                  <a:pt x="11425" y="155854"/>
                </a:lnTo>
                <a:lnTo>
                  <a:pt x="11425" y="156919"/>
                </a:lnTo>
                <a:lnTo>
                  <a:pt x="11425" y="157985"/>
                </a:lnTo>
                <a:lnTo>
                  <a:pt x="11425" y="159050"/>
                </a:lnTo>
                <a:lnTo>
                  <a:pt x="11901" y="160115"/>
                </a:lnTo>
                <a:lnTo>
                  <a:pt x="11901" y="161180"/>
                </a:lnTo>
                <a:lnTo>
                  <a:pt x="11901" y="162067"/>
                </a:lnTo>
                <a:lnTo>
                  <a:pt x="11901" y="163132"/>
                </a:lnTo>
                <a:lnTo>
                  <a:pt x="11901" y="164197"/>
                </a:lnTo>
                <a:lnTo>
                  <a:pt x="12218" y="165085"/>
                </a:lnTo>
                <a:lnTo>
                  <a:pt x="12218" y="166150"/>
                </a:lnTo>
                <a:lnTo>
                  <a:pt x="12218" y="167481"/>
                </a:lnTo>
                <a:lnTo>
                  <a:pt x="12218" y="168280"/>
                </a:lnTo>
                <a:lnTo>
                  <a:pt x="12218" y="169345"/>
                </a:lnTo>
                <a:lnTo>
                  <a:pt x="12218" y="170410"/>
                </a:lnTo>
                <a:lnTo>
                  <a:pt x="12218" y="171298"/>
                </a:lnTo>
                <a:lnTo>
                  <a:pt x="12218" y="172363"/>
                </a:lnTo>
                <a:lnTo>
                  <a:pt x="12218" y="173428"/>
                </a:lnTo>
                <a:lnTo>
                  <a:pt x="12694" y="174493"/>
                </a:lnTo>
                <a:lnTo>
                  <a:pt x="12694" y="175558"/>
                </a:lnTo>
                <a:lnTo>
                  <a:pt x="12694" y="176623"/>
                </a:lnTo>
                <a:lnTo>
                  <a:pt x="12694" y="177777"/>
                </a:lnTo>
                <a:lnTo>
                  <a:pt x="12694" y="178576"/>
                </a:lnTo>
                <a:lnTo>
                  <a:pt x="13012" y="179641"/>
                </a:lnTo>
                <a:lnTo>
                  <a:pt x="13012" y="180706"/>
                </a:lnTo>
                <a:lnTo>
                  <a:pt x="13012" y="181771"/>
                </a:lnTo>
                <a:lnTo>
                  <a:pt x="13012" y="182836"/>
                </a:lnTo>
                <a:lnTo>
                  <a:pt x="13012" y="183990"/>
                </a:lnTo>
                <a:lnTo>
                  <a:pt x="13488" y="185055"/>
                </a:lnTo>
                <a:lnTo>
                  <a:pt x="13488" y="186120"/>
                </a:lnTo>
                <a:lnTo>
                  <a:pt x="13488" y="186919"/>
                </a:lnTo>
                <a:lnTo>
                  <a:pt x="13488" y="187984"/>
                </a:lnTo>
                <a:lnTo>
                  <a:pt x="13805" y="189138"/>
                </a:lnTo>
                <a:lnTo>
                  <a:pt x="13805" y="190203"/>
                </a:lnTo>
              </a:path>
            </a:pathLst>
          </a:custGeom>
          <a:ln w="194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6227767" y="2634659"/>
            <a:ext cx="13329" cy="221267"/>
          </a:xfrm>
          <a:custGeom>
            <a:avLst/>
            <a:gdLst/>
            <a:ahLst/>
            <a:cxnLst/>
            <a:rect l="l" t="t" r="r" b="b"/>
            <a:pathLst>
              <a:path w="13329" h="221267">
                <a:moveTo>
                  <a:pt x="0" y="0"/>
                </a:moveTo>
                <a:lnTo>
                  <a:pt x="0" y="798"/>
                </a:lnTo>
                <a:lnTo>
                  <a:pt x="0" y="2130"/>
                </a:lnTo>
                <a:lnTo>
                  <a:pt x="0" y="3195"/>
                </a:lnTo>
                <a:lnTo>
                  <a:pt x="317" y="4260"/>
                </a:lnTo>
                <a:lnTo>
                  <a:pt x="317" y="5325"/>
                </a:lnTo>
                <a:lnTo>
                  <a:pt x="317" y="6212"/>
                </a:lnTo>
                <a:lnTo>
                  <a:pt x="317" y="7277"/>
                </a:lnTo>
                <a:lnTo>
                  <a:pt x="317" y="8343"/>
                </a:lnTo>
                <a:lnTo>
                  <a:pt x="793" y="9408"/>
                </a:lnTo>
                <a:lnTo>
                  <a:pt x="793" y="10473"/>
                </a:lnTo>
                <a:lnTo>
                  <a:pt x="793" y="11538"/>
                </a:lnTo>
                <a:lnTo>
                  <a:pt x="793" y="12603"/>
                </a:lnTo>
                <a:lnTo>
                  <a:pt x="793" y="13668"/>
                </a:lnTo>
                <a:lnTo>
                  <a:pt x="793" y="14733"/>
                </a:lnTo>
                <a:lnTo>
                  <a:pt x="793" y="15798"/>
                </a:lnTo>
                <a:lnTo>
                  <a:pt x="793" y="16863"/>
                </a:lnTo>
                <a:lnTo>
                  <a:pt x="793" y="17751"/>
                </a:lnTo>
                <a:lnTo>
                  <a:pt x="1110" y="18816"/>
                </a:lnTo>
                <a:lnTo>
                  <a:pt x="1110" y="19881"/>
                </a:lnTo>
                <a:lnTo>
                  <a:pt x="1110" y="20946"/>
                </a:lnTo>
                <a:lnTo>
                  <a:pt x="1110" y="22011"/>
                </a:lnTo>
                <a:lnTo>
                  <a:pt x="1110" y="23342"/>
                </a:lnTo>
                <a:lnTo>
                  <a:pt x="1586" y="24407"/>
                </a:lnTo>
                <a:lnTo>
                  <a:pt x="1586" y="25295"/>
                </a:lnTo>
                <a:lnTo>
                  <a:pt x="1586" y="26360"/>
                </a:lnTo>
                <a:lnTo>
                  <a:pt x="1586" y="27425"/>
                </a:lnTo>
                <a:lnTo>
                  <a:pt x="1586" y="28490"/>
                </a:lnTo>
                <a:lnTo>
                  <a:pt x="1904" y="29555"/>
                </a:lnTo>
                <a:lnTo>
                  <a:pt x="1904" y="30620"/>
                </a:lnTo>
                <a:lnTo>
                  <a:pt x="1904" y="31685"/>
                </a:lnTo>
                <a:lnTo>
                  <a:pt x="1904" y="32750"/>
                </a:lnTo>
                <a:lnTo>
                  <a:pt x="1904" y="33815"/>
                </a:lnTo>
                <a:lnTo>
                  <a:pt x="2221" y="35147"/>
                </a:lnTo>
                <a:lnTo>
                  <a:pt x="2221" y="35946"/>
                </a:lnTo>
                <a:lnTo>
                  <a:pt x="2221" y="37099"/>
                </a:lnTo>
                <a:lnTo>
                  <a:pt x="2221" y="38164"/>
                </a:lnTo>
                <a:lnTo>
                  <a:pt x="2697" y="39229"/>
                </a:lnTo>
                <a:lnTo>
                  <a:pt x="2697" y="40295"/>
                </a:lnTo>
                <a:lnTo>
                  <a:pt x="2697" y="41360"/>
                </a:lnTo>
                <a:lnTo>
                  <a:pt x="2697" y="42425"/>
                </a:lnTo>
                <a:lnTo>
                  <a:pt x="2697" y="43490"/>
                </a:lnTo>
                <a:lnTo>
                  <a:pt x="2697" y="44555"/>
                </a:lnTo>
                <a:lnTo>
                  <a:pt x="2697" y="45620"/>
                </a:lnTo>
                <a:lnTo>
                  <a:pt x="2697" y="46951"/>
                </a:lnTo>
                <a:lnTo>
                  <a:pt x="2697" y="48016"/>
                </a:lnTo>
                <a:lnTo>
                  <a:pt x="2697" y="49081"/>
                </a:lnTo>
                <a:lnTo>
                  <a:pt x="3015" y="50146"/>
                </a:lnTo>
                <a:lnTo>
                  <a:pt x="3015" y="51211"/>
                </a:lnTo>
                <a:lnTo>
                  <a:pt x="3015" y="52277"/>
                </a:lnTo>
                <a:lnTo>
                  <a:pt x="3015" y="53342"/>
                </a:lnTo>
                <a:lnTo>
                  <a:pt x="3015" y="54407"/>
                </a:lnTo>
                <a:lnTo>
                  <a:pt x="3491" y="55472"/>
                </a:lnTo>
                <a:lnTo>
                  <a:pt x="3491" y="56537"/>
                </a:lnTo>
                <a:lnTo>
                  <a:pt x="3491" y="57602"/>
                </a:lnTo>
                <a:lnTo>
                  <a:pt x="3491" y="58756"/>
                </a:lnTo>
                <a:lnTo>
                  <a:pt x="3808" y="59821"/>
                </a:lnTo>
                <a:lnTo>
                  <a:pt x="3808" y="61063"/>
                </a:lnTo>
                <a:lnTo>
                  <a:pt x="3808" y="62128"/>
                </a:lnTo>
                <a:lnTo>
                  <a:pt x="3808" y="63194"/>
                </a:lnTo>
                <a:lnTo>
                  <a:pt x="3808" y="64259"/>
                </a:lnTo>
                <a:lnTo>
                  <a:pt x="4284" y="65324"/>
                </a:lnTo>
                <a:lnTo>
                  <a:pt x="4284" y="66477"/>
                </a:lnTo>
                <a:lnTo>
                  <a:pt x="4284" y="67543"/>
                </a:lnTo>
                <a:lnTo>
                  <a:pt x="4284" y="68608"/>
                </a:lnTo>
                <a:lnTo>
                  <a:pt x="4284" y="69673"/>
                </a:lnTo>
                <a:lnTo>
                  <a:pt x="4601" y="70738"/>
                </a:lnTo>
                <a:lnTo>
                  <a:pt x="4601" y="71803"/>
                </a:lnTo>
                <a:lnTo>
                  <a:pt x="4601" y="72868"/>
                </a:lnTo>
                <a:lnTo>
                  <a:pt x="4601" y="74199"/>
                </a:lnTo>
                <a:lnTo>
                  <a:pt x="4601" y="75264"/>
                </a:lnTo>
                <a:lnTo>
                  <a:pt x="4601" y="76329"/>
                </a:lnTo>
                <a:lnTo>
                  <a:pt x="4601" y="77394"/>
                </a:lnTo>
                <a:lnTo>
                  <a:pt x="4601" y="78459"/>
                </a:lnTo>
                <a:lnTo>
                  <a:pt x="4601" y="79525"/>
                </a:lnTo>
                <a:lnTo>
                  <a:pt x="4919" y="80590"/>
                </a:lnTo>
                <a:lnTo>
                  <a:pt x="4919" y="81655"/>
                </a:lnTo>
                <a:lnTo>
                  <a:pt x="4919" y="82720"/>
                </a:lnTo>
                <a:lnTo>
                  <a:pt x="4919" y="83785"/>
                </a:lnTo>
                <a:lnTo>
                  <a:pt x="4919" y="85116"/>
                </a:lnTo>
                <a:lnTo>
                  <a:pt x="5395" y="86181"/>
                </a:lnTo>
                <a:lnTo>
                  <a:pt x="5395" y="87246"/>
                </a:lnTo>
                <a:lnTo>
                  <a:pt x="5395" y="88311"/>
                </a:lnTo>
                <a:lnTo>
                  <a:pt x="5395" y="89376"/>
                </a:lnTo>
                <a:lnTo>
                  <a:pt x="5395" y="90708"/>
                </a:lnTo>
                <a:lnTo>
                  <a:pt x="5712" y="91773"/>
                </a:lnTo>
                <a:lnTo>
                  <a:pt x="5712" y="92838"/>
                </a:lnTo>
                <a:lnTo>
                  <a:pt x="5712" y="93903"/>
                </a:lnTo>
                <a:lnTo>
                  <a:pt x="5712" y="94968"/>
                </a:lnTo>
                <a:lnTo>
                  <a:pt x="5712" y="96033"/>
                </a:lnTo>
                <a:lnTo>
                  <a:pt x="6188" y="97276"/>
                </a:lnTo>
                <a:lnTo>
                  <a:pt x="6188" y="98429"/>
                </a:lnTo>
                <a:lnTo>
                  <a:pt x="6188" y="99495"/>
                </a:lnTo>
                <a:lnTo>
                  <a:pt x="6188" y="100560"/>
                </a:lnTo>
                <a:lnTo>
                  <a:pt x="6506" y="101625"/>
                </a:lnTo>
                <a:lnTo>
                  <a:pt x="6506" y="102690"/>
                </a:lnTo>
                <a:lnTo>
                  <a:pt x="6506" y="103755"/>
                </a:lnTo>
                <a:lnTo>
                  <a:pt x="6506" y="104997"/>
                </a:lnTo>
                <a:lnTo>
                  <a:pt x="6506" y="106062"/>
                </a:lnTo>
                <a:lnTo>
                  <a:pt x="6823" y="107216"/>
                </a:lnTo>
                <a:lnTo>
                  <a:pt x="6823" y="108281"/>
                </a:lnTo>
                <a:lnTo>
                  <a:pt x="6823" y="109524"/>
                </a:lnTo>
                <a:lnTo>
                  <a:pt x="6823" y="110589"/>
                </a:lnTo>
                <a:lnTo>
                  <a:pt x="6823" y="111654"/>
                </a:lnTo>
                <a:lnTo>
                  <a:pt x="6823" y="112985"/>
                </a:lnTo>
                <a:lnTo>
                  <a:pt x="6823" y="114050"/>
                </a:lnTo>
                <a:lnTo>
                  <a:pt x="6823" y="115116"/>
                </a:lnTo>
                <a:lnTo>
                  <a:pt x="6823" y="116181"/>
                </a:lnTo>
                <a:lnTo>
                  <a:pt x="6823" y="117246"/>
                </a:lnTo>
                <a:lnTo>
                  <a:pt x="7299" y="118311"/>
                </a:lnTo>
                <a:lnTo>
                  <a:pt x="7299" y="119642"/>
                </a:lnTo>
                <a:lnTo>
                  <a:pt x="7299" y="120707"/>
                </a:lnTo>
                <a:lnTo>
                  <a:pt x="7299" y="121772"/>
                </a:lnTo>
                <a:lnTo>
                  <a:pt x="7616" y="122837"/>
                </a:lnTo>
                <a:lnTo>
                  <a:pt x="7616" y="123902"/>
                </a:lnTo>
                <a:lnTo>
                  <a:pt x="7616" y="125234"/>
                </a:lnTo>
                <a:lnTo>
                  <a:pt x="7616" y="126299"/>
                </a:lnTo>
                <a:lnTo>
                  <a:pt x="7616" y="127364"/>
                </a:lnTo>
                <a:lnTo>
                  <a:pt x="8093" y="128429"/>
                </a:lnTo>
                <a:lnTo>
                  <a:pt x="8093" y="129494"/>
                </a:lnTo>
                <a:lnTo>
                  <a:pt x="8093" y="130737"/>
                </a:lnTo>
                <a:lnTo>
                  <a:pt x="8093" y="131802"/>
                </a:lnTo>
                <a:lnTo>
                  <a:pt x="8093" y="133133"/>
                </a:lnTo>
                <a:lnTo>
                  <a:pt x="8410" y="134198"/>
                </a:lnTo>
                <a:lnTo>
                  <a:pt x="8410" y="135263"/>
                </a:lnTo>
                <a:lnTo>
                  <a:pt x="8410" y="136594"/>
                </a:lnTo>
                <a:lnTo>
                  <a:pt x="8410" y="137659"/>
                </a:lnTo>
                <a:lnTo>
                  <a:pt x="8410" y="138725"/>
                </a:lnTo>
                <a:lnTo>
                  <a:pt x="8886" y="139790"/>
                </a:lnTo>
                <a:lnTo>
                  <a:pt x="8886" y="141032"/>
                </a:lnTo>
                <a:lnTo>
                  <a:pt x="8886" y="142097"/>
                </a:lnTo>
                <a:lnTo>
                  <a:pt x="8886" y="143162"/>
                </a:lnTo>
                <a:lnTo>
                  <a:pt x="8886" y="144316"/>
                </a:lnTo>
                <a:lnTo>
                  <a:pt x="8886" y="145381"/>
                </a:lnTo>
                <a:lnTo>
                  <a:pt x="8886" y="146624"/>
                </a:lnTo>
                <a:lnTo>
                  <a:pt x="8886" y="147689"/>
                </a:lnTo>
                <a:lnTo>
                  <a:pt x="8886" y="148754"/>
                </a:lnTo>
                <a:lnTo>
                  <a:pt x="9203" y="149819"/>
                </a:lnTo>
                <a:lnTo>
                  <a:pt x="9203" y="151150"/>
                </a:lnTo>
                <a:lnTo>
                  <a:pt x="9203" y="152215"/>
                </a:lnTo>
                <a:lnTo>
                  <a:pt x="9203" y="153280"/>
                </a:lnTo>
                <a:lnTo>
                  <a:pt x="9203" y="154346"/>
                </a:lnTo>
                <a:lnTo>
                  <a:pt x="9521" y="155677"/>
                </a:lnTo>
                <a:lnTo>
                  <a:pt x="9521" y="156742"/>
                </a:lnTo>
                <a:lnTo>
                  <a:pt x="9521" y="157985"/>
                </a:lnTo>
                <a:lnTo>
                  <a:pt x="9521" y="159050"/>
                </a:lnTo>
                <a:lnTo>
                  <a:pt x="9521" y="160381"/>
                </a:lnTo>
                <a:lnTo>
                  <a:pt x="9997" y="161446"/>
                </a:lnTo>
                <a:lnTo>
                  <a:pt x="9997" y="162511"/>
                </a:lnTo>
                <a:lnTo>
                  <a:pt x="9997" y="163754"/>
                </a:lnTo>
                <a:lnTo>
                  <a:pt x="9997" y="164819"/>
                </a:lnTo>
                <a:lnTo>
                  <a:pt x="10314" y="165973"/>
                </a:lnTo>
                <a:lnTo>
                  <a:pt x="10314" y="167215"/>
                </a:lnTo>
                <a:lnTo>
                  <a:pt x="10314" y="168280"/>
                </a:lnTo>
                <a:lnTo>
                  <a:pt x="10314" y="169345"/>
                </a:lnTo>
                <a:lnTo>
                  <a:pt x="10314" y="170410"/>
                </a:lnTo>
                <a:lnTo>
                  <a:pt x="10790" y="171742"/>
                </a:lnTo>
                <a:lnTo>
                  <a:pt x="10790" y="172807"/>
                </a:lnTo>
                <a:lnTo>
                  <a:pt x="10790" y="173872"/>
                </a:lnTo>
                <a:lnTo>
                  <a:pt x="10790" y="175114"/>
                </a:lnTo>
                <a:lnTo>
                  <a:pt x="10790" y="176179"/>
                </a:lnTo>
                <a:lnTo>
                  <a:pt x="11108" y="177333"/>
                </a:lnTo>
                <a:lnTo>
                  <a:pt x="11108" y="178576"/>
                </a:lnTo>
                <a:lnTo>
                  <a:pt x="11108" y="179641"/>
                </a:lnTo>
                <a:lnTo>
                  <a:pt x="11108" y="180706"/>
                </a:lnTo>
                <a:lnTo>
                  <a:pt x="11108" y="182037"/>
                </a:lnTo>
                <a:lnTo>
                  <a:pt x="11108" y="183102"/>
                </a:lnTo>
                <a:lnTo>
                  <a:pt x="11108" y="184167"/>
                </a:lnTo>
                <a:lnTo>
                  <a:pt x="11108" y="185232"/>
                </a:lnTo>
                <a:lnTo>
                  <a:pt x="11108" y="186475"/>
                </a:lnTo>
                <a:lnTo>
                  <a:pt x="11425" y="187629"/>
                </a:lnTo>
                <a:lnTo>
                  <a:pt x="11425" y="188694"/>
                </a:lnTo>
                <a:lnTo>
                  <a:pt x="11425" y="189937"/>
                </a:lnTo>
                <a:lnTo>
                  <a:pt x="11425" y="191002"/>
                </a:lnTo>
                <a:lnTo>
                  <a:pt x="11425" y="192067"/>
                </a:lnTo>
                <a:lnTo>
                  <a:pt x="11901" y="193398"/>
                </a:lnTo>
                <a:lnTo>
                  <a:pt x="11901" y="194463"/>
                </a:lnTo>
                <a:lnTo>
                  <a:pt x="11901" y="195706"/>
                </a:lnTo>
                <a:lnTo>
                  <a:pt x="11901" y="196771"/>
                </a:lnTo>
                <a:lnTo>
                  <a:pt x="11901" y="198102"/>
                </a:lnTo>
                <a:lnTo>
                  <a:pt x="12218" y="199167"/>
                </a:lnTo>
                <a:lnTo>
                  <a:pt x="12218" y="200410"/>
                </a:lnTo>
                <a:lnTo>
                  <a:pt x="12218" y="201564"/>
                </a:lnTo>
                <a:lnTo>
                  <a:pt x="12218" y="202806"/>
                </a:lnTo>
                <a:lnTo>
                  <a:pt x="12218" y="203871"/>
                </a:lnTo>
                <a:lnTo>
                  <a:pt x="12694" y="204936"/>
                </a:lnTo>
                <a:lnTo>
                  <a:pt x="12694" y="206268"/>
                </a:lnTo>
                <a:lnTo>
                  <a:pt x="12694" y="207333"/>
                </a:lnTo>
                <a:lnTo>
                  <a:pt x="12694" y="208398"/>
                </a:lnTo>
                <a:lnTo>
                  <a:pt x="13012" y="209640"/>
                </a:lnTo>
                <a:lnTo>
                  <a:pt x="13012" y="210705"/>
                </a:lnTo>
                <a:lnTo>
                  <a:pt x="13012" y="212037"/>
                </a:lnTo>
                <a:lnTo>
                  <a:pt x="13012" y="213102"/>
                </a:lnTo>
                <a:lnTo>
                  <a:pt x="13012" y="214167"/>
                </a:lnTo>
                <a:lnTo>
                  <a:pt x="13012" y="215498"/>
                </a:lnTo>
                <a:lnTo>
                  <a:pt x="13012" y="216563"/>
                </a:lnTo>
                <a:lnTo>
                  <a:pt x="13012" y="217628"/>
                </a:lnTo>
                <a:lnTo>
                  <a:pt x="13012" y="218871"/>
                </a:lnTo>
                <a:lnTo>
                  <a:pt x="13012" y="219936"/>
                </a:lnTo>
                <a:lnTo>
                  <a:pt x="13329" y="221267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6241096" y="2855927"/>
            <a:ext cx="13488" cy="233072"/>
          </a:xfrm>
          <a:custGeom>
            <a:avLst/>
            <a:gdLst/>
            <a:ahLst/>
            <a:cxnLst/>
            <a:rect l="l" t="t" r="r" b="b"/>
            <a:pathLst>
              <a:path w="13488" h="233072">
                <a:moveTo>
                  <a:pt x="0" y="0"/>
                </a:moveTo>
                <a:lnTo>
                  <a:pt x="0" y="1065"/>
                </a:lnTo>
                <a:lnTo>
                  <a:pt x="0" y="2130"/>
                </a:lnTo>
                <a:lnTo>
                  <a:pt x="0" y="3372"/>
                </a:lnTo>
                <a:lnTo>
                  <a:pt x="0" y="4526"/>
                </a:lnTo>
                <a:lnTo>
                  <a:pt x="476" y="5591"/>
                </a:lnTo>
                <a:lnTo>
                  <a:pt x="476" y="6834"/>
                </a:lnTo>
                <a:lnTo>
                  <a:pt x="476" y="7899"/>
                </a:lnTo>
                <a:lnTo>
                  <a:pt x="476" y="9230"/>
                </a:lnTo>
                <a:lnTo>
                  <a:pt x="793" y="10295"/>
                </a:lnTo>
                <a:lnTo>
                  <a:pt x="793" y="11360"/>
                </a:lnTo>
                <a:lnTo>
                  <a:pt x="793" y="12603"/>
                </a:lnTo>
                <a:lnTo>
                  <a:pt x="793" y="13668"/>
                </a:lnTo>
                <a:lnTo>
                  <a:pt x="793" y="14999"/>
                </a:lnTo>
                <a:lnTo>
                  <a:pt x="1269" y="16064"/>
                </a:lnTo>
                <a:lnTo>
                  <a:pt x="1269" y="17396"/>
                </a:lnTo>
                <a:lnTo>
                  <a:pt x="1269" y="18461"/>
                </a:lnTo>
                <a:lnTo>
                  <a:pt x="1269" y="19526"/>
                </a:lnTo>
                <a:lnTo>
                  <a:pt x="1269" y="20768"/>
                </a:lnTo>
                <a:lnTo>
                  <a:pt x="1586" y="21833"/>
                </a:lnTo>
                <a:lnTo>
                  <a:pt x="1586" y="23165"/>
                </a:lnTo>
                <a:lnTo>
                  <a:pt x="1586" y="24230"/>
                </a:lnTo>
                <a:lnTo>
                  <a:pt x="1586" y="25295"/>
                </a:lnTo>
                <a:lnTo>
                  <a:pt x="1586" y="26537"/>
                </a:lnTo>
                <a:lnTo>
                  <a:pt x="2062" y="27602"/>
                </a:lnTo>
                <a:lnTo>
                  <a:pt x="2062" y="28934"/>
                </a:lnTo>
                <a:lnTo>
                  <a:pt x="2062" y="29999"/>
                </a:lnTo>
                <a:lnTo>
                  <a:pt x="2062" y="31330"/>
                </a:lnTo>
                <a:lnTo>
                  <a:pt x="2062" y="32395"/>
                </a:lnTo>
                <a:lnTo>
                  <a:pt x="2062" y="33460"/>
                </a:lnTo>
                <a:lnTo>
                  <a:pt x="2062" y="34703"/>
                </a:lnTo>
                <a:lnTo>
                  <a:pt x="2062" y="35768"/>
                </a:lnTo>
                <a:lnTo>
                  <a:pt x="2062" y="37099"/>
                </a:lnTo>
                <a:lnTo>
                  <a:pt x="2380" y="38164"/>
                </a:lnTo>
                <a:lnTo>
                  <a:pt x="2380" y="39407"/>
                </a:lnTo>
                <a:lnTo>
                  <a:pt x="2380" y="40472"/>
                </a:lnTo>
                <a:lnTo>
                  <a:pt x="2380" y="41803"/>
                </a:lnTo>
                <a:lnTo>
                  <a:pt x="2380" y="42868"/>
                </a:lnTo>
                <a:lnTo>
                  <a:pt x="2697" y="44111"/>
                </a:lnTo>
                <a:lnTo>
                  <a:pt x="2697" y="45265"/>
                </a:lnTo>
                <a:lnTo>
                  <a:pt x="2697" y="46507"/>
                </a:lnTo>
                <a:lnTo>
                  <a:pt x="2697" y="47573"/>
                </a:lnTo>
                <a:lnTo>
                  <a:pt x="2697" y="48904"/>
                </a:lnTo>
                <a:lnTo>
                  <a:pt x="3173" y="49969"/>
                </a:lnTo>
                <a:lnTo>
                  <a:pt x="3173" y="51211"/>
                </a:lnTo>
                <a:lnTo>
                  <a:pt x="3173" y="52277"/>
                </a:lnTo>
                <a:lnTo>
                  <a:pt x="3173" y="53608"/>
                </a:lnTo>
                <a:lnTo>
                  <a:pt x="3173" y="54673"/>
                </a:lnTo>
                <a:lnTo>
                  <a:pt x="3491" y="55916"/>
                </a:lnTo>
                <a:lnTo>
                  <a:pt x="3491" y="56981"/>
                </a:lnTo>
                <a:lnTo>
                  <a:pt x="3491" y="58312"/>
                </a:lnTo>
                <a:lnTo>
                  <a:pt x="3491" y="59377"/>
                </a:lnTo>
                <a:lnTo>
                  <a:pt x="3967" y="60708"/>
                </a:lnTo>
                <a:lnTo>
                  <a:pt x="3967" y="61773"/>
                </a:lnTo>
                <a:lnTo>
                  <a:pt x="3967" y="62838"/>
                </a:lnTo>
                <a:lnTo>
                  <a:pt x="3967" y="64081"/>
                </a:lnTo>
                <a:lnTo>
                  <a:pt x="3967" y="65146"/>
                </a:lnTo>
                <a:lnTo>
                  <a:pt x="3967" y="66477"/>
                </a:lnTo>
                <a:lnTo>
                  <a:pt x="3967" y="67543"/>
                </a:lnTo>
                <a:lnTo>
                  <a:pt x="3967" y="68785"/>
                </a:lnTo>
                <a:lnTo>
                  <a:pt x="3967" y="69850"/>
                </a:lnTo>
                <a:lnTo>
                  <a:pt x="3967" y="71182"/>
                </a:lnTo>
                <a:lnTo>
                  <a:pt x="4284" y="72247"/>
                </a:lnTo>
                <a:lnTo>
                  <a:pt x="4284" y="73489"/>
                </a:lnTo>
                <a:lnTo>
                  <a:pt x="4284" y="74643"/>
                </a:lnTo>
                <a:lnTo>
                  <a:pt x="4284" y="75886"/>
                </a:lnTo>
                <a:lnTo>
                  <a:pt x="4284" y="76951"/>
                </a:lnTo>
                <a:lnTo>
                  <a:pt x="4601" y="78282"/>
                </a:lnTo>
                <a:lnTo>
                  <a:pt x="4601" y="79347"/>
                </a:lnTo>
                <a:lnTo>
                  <a:pt x="4601" y="80412"/>
                </a:lnTo>
                <a:lnTo>
                  <a:pt x="4601" y="81655"/>
                </a:lnTo>
                <a:lnTo>
                  <a:pt x="5077" y="82720"/>
                </a:lnTo>
                <a:lnTo>
                  <a:pt x="5077" y="84051"/>
                </a:lnTo>
                <a:lnTo>
                  <a:pt x="5077" y="85116"/>
                </a:lnTo>
                <a:lnTo>
                  <a:pt x="5077" y="86359"/>
                </a:lnTo>
                <a:lnTo>
                  <a:pt x="5077" y="87513"/>
                </a:lnTo>
                <a:lnTo>
                  <a:pt x="5395" y="88755"/>
                </a:lnTo>
                <a:lnTo>
                  <a:pt x="5395" y="89820"/>
                </a:lnTo>
                <a:lnTo>
                  <a:pt x="5395" y="91152"/>
                </a:lnTo>
                <a:lnTo>
                  <a:pt x="5395" y="92217"/>
                </a:lnTo>
                <a:lnTo>
                  <a:pt x="5395" y="93459"/>
                </a:lnTo>
                <a:lnTo>
                  <a:pt x="5871" y="94524"/>
                </a:lnTo>
                <a:lnTo>
                  <a:pt x="5871" y="95589"/>
                </a:lnTo>
                <a:lnTo>
                  <a:pt x="5871" y="96654"/>
                </a:lnTo>
                <a:lnTo>
                  <a:pt x="5871" y="97986"/>
                </a:lnTo>
                <a:lnTo>
                  <a:pt x="5871" y="99051"/>
                </a:lnTo>
                <a:lnTo>
                  <a:pt x="6188" y="100116"/>
                </a:lnTo>
                <a:lnTo>
                  <a:pt x="6188" y="101447"/>
                </a:lnTo>
                <a:lnTo>
                  <a:pt x="6188" y="102512"/>
                </a:lnTo>
                <a:lnTo>
                  <a:pt x="6188" y="103755"/>
                </a:lnTo>
                <a:lnTo>
                  <a:pt x="6188" y="104820"/>
                </a:lnTo>
                <a:lnTo>
                  <a:pt x="6188" y="106151"/>
                </a:lnTo>
                <a:lnTo>
                  <a:pt x="6188" y="107216"/>
                </a:lnTo>
                <a:lnTo>
                  <a:pt x="6188" y="108459"/>
                </a:lnTo>
                <a:lnTo>
                  <a:pt x="6188" y="109524"/>
                </a:lnTo>
                <a:lnTo>
                  <a:pt x="6664" y="110855"/>
                </a:lnTo>
                <a:lnTo>
                  <a:pt x="6664" y="111920"/>
                </a:lnTo>
                <a:lnTo>
                  <a:pt x="6664" y="113163"/>
                </a:lnTo>
                <a:lnTo>
                  <a:pt x="6664" y="114228"/>
                </a:lnTo>
                <a:lnTo>
                  <a:pt x="6664" y="115559"/>
                </a:lnTo>
                <a:lnTo>
                  <a:pt x="6982" y="116624"/>
                </a:lnTo>
                <a:lnTo>
                  <a:pt x="6982" y="117956"/>
                </a:lnTo>
                <a:lnTo>
                  <a:pt x="6982" y="119021"/>
                </a:lnTo>
                <a:lnTo>
                  <a:pt x="6982" y="120263"/>
                </a:lnTo>
                <a:lnTo>
                  <a:pt x="6982" y="121328"/>
                </a:lnTo>
                <a:lnTo>
                  <a:pt x="7299" y="122660"/>
                </a:lnTo>
                <a:lnTo>
                  <a:pt x="7299" y="123725"/>
                </a:lnTo>
                <a:lnTo>
                  <a:pt x="7299" y="124967"/>
                </a:lnTo>
                <a:lnTo>
                  <a:pt x="7299" y="126032"/>
                </a:lnTo>
                <a:lnTo>
                  <a:pt x="7775" y="127364"/>
                </a:lnTo>
                <a:lnTo>
                  <a:pt x="7775" y="128429"/>
                </a:lnTo>
                <a:lnTo>
                  <a:pt x="7775" y="129671"/>
                </a:lnTo>
                <a:lnTo>
                  <a:pt x="7775" y="130825"/>
                </a:lnTo>
                <a:lnTo>
                  <a:pt x="7775" y="132068"/>
                </a:lnTo>
                <a:lnTo>
                  <a:pt x="8093" y="133133"/>
                </a:lnTo>
                <a:lnTo>
                  <a:pt x="8093" y="134464"/>
                </a:lnTo>
                <a:lnTo>
                  <a:pt x="8093" y="135529"/>
                </a:lnTo>
                <a:lnTo>
                  <a:pt x="8093" y="136594"/>
                </a:lnTo>
                <a:lnTo>
                  <a:pt x="8093" y="137837"/>
                </a:lnTo>
                <a:lnTo>
                  <a:pt x="8093" y="138902"/>
                </a:lnTo>
                <a:lnTo>
                  <a:pt x="8093" y="140233"/>
                </a:lnTo>
                <a:lnTo>
                  <a:pt x="8093" y="141298"/>
                </a:lnTo>
                <a:lnTo>
                  <a:pt x="8093" y="142541"/>
                </a:lnTo>
                <a:lnTo>
                  <a:pt x="8093" y="143606"/>
                </a:lnTo>
                <a:lnTo>
                  <a:pt x="8569" y="144937"/>
                </a:lnTo>
                <a:lnTo>
                  <a:pt x="8569" y="146003"/>
                </a:lnTo>
                <a:lnTo>
                  <a:pt x="8569" y="147334"/>
                </a:lnTo>
                <a:lnTo>
                  <a:pt x="8569" y="148399"/>
                </a:lnTo>
                <a:lnTo>
                  <a:pt x="8886" y="149641"/>
                </a:lnTo>
                <a:lnTo>
                  <a:pt x="8886" y="150707"/>
                </a:lnTo>
                <a:lnTo>
                  <a:pt x="8886" y="152038"/>
                </a:lnTo>
                <a:lnTo>
                  <a:pt x="8886" y="153103"/>
                </a:lnTo>
                <a:lnTo>
                  <a:pt x="8886" y="154346"/>
                </a:lnTo>
                <a:lnTo>
                  <a:pt x="9203" y="155411"/>
                </a:lnTo>
                <a:lnTo>
                  <a:pt x="9203" y="156742"/>
                </a:lnTo>
                <a:lnTo>
                  <a:pt x="9203" y="157807"/>
                </a:lnTo>
                <a:lnTo>
                  <a:pt x="9203" y="159050"/>
                </a:lnTo>
                <a:lnTo>
                  <a:pt x="9203" y="160115"/>
                </a:lnTo>
                <a:lnTo>
                  <a:pt x="9679" y="161446"/>
                </a:lnTo>
                <a:lnTo>
                  <a:pt x="9679" y="162511"/>
                </a:lnTo>
                <a:lnTo>
                  <a:pt x="9679" y="163842"/>
                </a:lnTo>
                <a:lnTo>
                  <a:pt x="9679" y="164907"/>
                </a:lnTo>
                <a:lnTo>
                  <a:pt x="9679" y="166150"/>
                </a:lnTo>
                <a:lnTo>
                  <a:pt x="9997" y="167215"/>
                </a:lnTo>
                <a:lnTo>
                  <a:pt x="9997" y="168546"/>
                </a:lnTo>
                <a:lnTo>
                  <a:pt x="9997" y="169612"/>
                </a:lnTo>
                <a:lnTo>
                  <a:pt x="9997" y="170854"/>
                </a:lnTo>
                <a:lnTo>
                  <a:pt x="10473" y="171919"/>
                </a:lnTo>
                <a:lnTo>
                  <a:pt x="10473" y="172984"/>
                </a:lnTo>
                <a:lnTo>
                  <a:pt x="10473" y="174316"/>
                </a:lnTo>
                <a:lnTo>
                  <a:pt x="10473" y="175381"/>
                </a:lnTo>
                <a:lnTo>
                  <a:pt x="10473" y="176712"/>
                </a:lnTo>
                <a:lnTo>
                  <a:pt x="10473" y="177777"/>
                </a:lnTo>
                <a:lnTo>
                  <a:pt x="10473" y="179020"/>
                </a:lnTo>
                <a:lnTo>
                  <a:pt x="10473" y="180085"/>
                </a:lnTo>
                <a:lnTo>
                  <a:pt x="10473" y="181416"/>
                </a:lnTo>
                <a:lnTo>
                  <a:pt x="10473" y="182481"/>
                </a:lnTo>
                <a:lnTo>
                  <a:pt x="10790" y="183724"/>
                </a:lnTo>
                <a:lnTo>
                  <a:pt x="10790" y="184789"/>
                </a:lnTo>
                <a:lnTo>
                  <a:pt x="10790" y="186120"/>
                </a:lnTo>
                <a:lnTo>
                  <a:pt x="10790" y="187185"/>
                </a:lnTo>
                <a:lnTo>
                  <a:pt x="10790" y="188428"/>
                </a:lnTo>
                <a:lnTo>
                  <a:pt x="11266" y="189493"/>
                </a:lnTo>
                <a:lnTo>
                  <a:pt x="11266" y="190824"/>
                </a:lnTo>
                <a:lnTo>
                  <a:pt x="11266" y="191889"/>
                </a:lnTo>
                <a:lnTo>
                  <a:pt x="11266" y="193220"/>
                </a:lnTo>
                <a:lnTo>
                  <a:pt x="11584" y="194286"/>
                </a:lnTo>
                <a:lnTo>
                  <a:pt x="11584" y="195351"/>
                </a:lnTo>
                <a:lnTo>
                  <a:pt x="11584" y="196593"/>
                </a:lnTo>
                <a:lnTo>
                  <a:pt x="11584" y="197658"/>
                </a:lnTo>
                <a:lnTo>
                  <a:pt x="11584" y="198990"/>
                </a:lnTo>
                <a:lnTo>
                  <a:pt x="11901" y="200055"/>
                </a:lnTo>
                <a:lnTo>
                  <a:pt x="11901" y="201297"/>
                </a:lnTo>
                <a:lnTo>
                  <a:pt x="11901" y="202362"/>
                </a:lnTo>
                <a:lnTo>
                  <a:pt x="11901" y="203694"/>
                </a:lnTo>
                <a:lnTo>
                  <a:pt x="11901" y="204759"/>
                </a:lnTo>
                <a:lnTo>
                  <a:pt x="12377" y="206001"/>
                </a:lnTo>
                <a:lnTo>
                  <a:pt x="12377" y="207155"/>
                </a:lnTo>
                <a:lnTo>
                  <a:pt x="12377" y="208398"/>
                </a:lnTo>
                <a:lnTo>
                  <a:pt x="12377" y="209463"/>
                </a:lnTo>
                <a:lnTo>
                  <a:pt x="12377" y="210528"/>
                </a:lnTo>
                <a:lnTo>
                  <a:pt x="12377" y="211859"/>
                </a:lnTo>
                <a:lnTo>
                  <a:pt x="12377" y="212924"/>
                </a:lnTo>
                <a:lnTo>
                  <a:pt x="12377" y="214167"/>
                </a:lnTo>
                <a:lnTo>
                  <a:pt x="12377" y="215232"/>
                </a:lnTo>
                <a:lnTo>
                  <a:pt x="12694" y="216563"/>
                </a:lnTo>
                <a:lnTo>
                  <a:pt x="12694" y="217628"/>
                </a:lnTo>
                <a:lnTo>
                  <a:pt x="12694" y="218871"/>
                </a:lnTo>
                <a:lnTo>
                  <a:pt x="12694" y="220025"/>
                </a:lnTo>
                <a:lnTo>
                  <a:pt x="12694" y="221267"/>
                </a:lnTo>
                <a:lnTo>
                  <a:pt x="13170" y="222332"/>
                </a:lnTo>
                <a:lnTo>
                  <a:pt x="13170" y="223664"/>
                </a:lnTo>
                <a:lnTo>
                  <a:pt x="13170" y="224729"/>
                </a:lnTo>
                <a:lnTo>
                  <a:pt x="13170" y="225971"/>
                </a:lnTo>
                <a:lnTo>
                  <a:pt x="13170" y="227036"/>
                </a:lnTo>
                <a:lnTo>
                  <a:pt x="13488" y="228368"/>
                </a:lnTo>
                <a:lnTo>
                  <a:pt x="13488" y="229433"/>
                </a:lnTo>
                <a:lnTo>
                  <a:pt x="13488" y="230675"/>
                </a:lnTo>
                <a:lnTo>
                  <a:pt x="13488" y="231740"/>
                </a:lnTo>
                <a:lnTo>
                  <a:pt x="13488" y="233072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6254585" y="3088999"/>
            <a:ext cx="13488" cy="224285"/>
          </a:xfrm>
          <a:custGeom>
            <a:avLst/>
            <a:gdLst/>
            <a:ahLst/>
            <a:cxnLst/>
            <a:rect l="l" t="t" r="r" b="b"/>
            <a:pathLst>
              <a:path w="13488" h="224285">
                <a:moveTo>
                  <a:pt x="0" y="0"/>
                </a:moveTo>
                <a:lnTo>
                  <a:pt x="317" y="1065"/>
                </a:lnTo>
                <a:lnTo>
                  <a:pt x="317" y="2307"/>
                </a:lnTo>
                <a:lnTo>
                  <a:pt x="317" y="3461"/>
                </a:lnTo>
                <a:lnTo>
                  <a:pt x="317" y="4704"/>
                </a:lnTo>
                <a:lnTo>
                  <a:pt x="793" y="5769"/>
                </a:lnTo>
                <a:lnTo>
                  <a:pt x="793" y="7100"/>
                </a:lnTo>
                <a:lnTo>
                  <a:pt x="793" y="8165"/>
                </a:lnTo>
                <a:lnTo>
                  <a:pt x="793" y="9230"/>
                </a:lnTo>
                <a:lnTo>
                  <a:pt x="793" y="10473"/>
                </a:lnTo>
                <a:lnTo>
                  <a:pt x="793" y="11538"/>
                </a:lnTo>
                <a:lnTo>
                  <a:pt x="793" y="12869"/>
                </a:lnTo>
                <a:lnTo>
                  <a:pt x="793" y="13934"/>
                </a:lnTo>
                <a:lnTo>
                  <a:pt x="793" y="14999"/>
                </a:lnTo>
                <a:lnTo>
                  <a:pt x="793" y="16331"/>
                </a:lnTo>
                <a:lnTo>
                  <a:pt x="1110" y="17396"/>
                </a:lnTo>
                <a:lnTo>
                  <a:pt x="1110" y="18638"/>
                </a:lnTo>
                <a:lnTo>
                  <a:pt x="1110" y="19703"/>
                </a:lnTo>
                <a:lnTo>
                  <a:pt x="1110" y="21035"/>
                </a:lnTo>
                <a:lnTo>
                  <a:pt x="1110" y="22100"/>
                </a:lnTo>
                <a:lnTo>
                  <a:pt x="1586" y="23165"/>
                </a:lnTo>
                <a:lnTo>
                  <a:pt x="1586" y="24407"/>
                </a:lnTo>
                <a:lnTo>
                  <a:pt x="1586" y="25472"/>
                </a:lnTo>
                <a:lnTo>
                  <a:pt x="1586" y="26804"/>
                </a:lnTo>
                <a:lnTo>
                  <a:pt x="1904" y="27869"/>
                </a:lnTo>
                <a:lnTo>
                  <a:pt x="1904" y="28934"/>
                </a:lnTo>
                <a:lnTo>
                  <a:pt x="1904" y="30265"/>
                </a:lnTo>
                <a:lnTo>
                  <a:pt x="1904" y="31330"/>
                </a:lnTo>
                <a:lnTo>
                  <a:pt x="1904" y="32573"/>
                </a:lnTo>
                <a:lnTo>
                  <a:pt x="2380" y="33638"/>
                </a:lnTo>
                <a:lnTo>
                  <a:pt x="2380" y="34703"/>
                </a:lnTo>
                <a:lnTo>
                  <a:pt x="2380" y="36034"/>
                </a:lnTo>
                <a:lnTo>
                  <a:pt x="2380" y="37099"/>
                </a:lnTo>
                <a:lnTo>
                  <a:pt x="2380" y="38342"/>
                </a:lnTo>
                <a:lnTo>
                  <a:pt x="2697" y="39407"/>
                </a:lnTo>
                <a:lnTo>
                  <a:pt x="2697" y="40561"/>
                </a:lnTo>
                <a:lnTo>
                  <a:pt x="2697" y="41803"/>
                </a:lnTo>
                <a:lnTo>
                  <a:pt x="2697" y="42868"/>
                </a:lnTo>
                <a:lnTo>
                  <a:pt x="2697" y="43934"/>
                </a:lnTo>
                <a:lnTo>
                  <a:pt x="3015" y="45265"/>
                </a:lnTo>
                <a:lnTo>
                  <a:pt x="3015" y="46330"/>
                </a:lnTo>
                <a:lnTo>
                  <a:pt x="3015" y="47573"/>
                </a:lnTo>
                <a:lnTo>
                  <a:pt x="3015" y="48638"/>
                </a:lnTo>
                <a:lnTo>
                  <a:pt x="3015" y="49703"/>
                </a:lnTo>
                <a:lnTo>
                  <a:pt x="3015" y="51034"/>
                </a:lnTo>
                <a:lnTo>
                  <a:pt x="3015" y="52099"/>
                </a:lnTo>
                <a:lnTo>
                  <a:pt x="3015" y="53164"/>
                </a:lnTo>
                <a:lnTo>
                  <a:pt x="3015" y="54495"/>
                </a:lnTo>
                <a:lnTo>
                  <a:pt x="3491" y="55561"/>
                </a:lnTo>
                <a:lnTo>
                  <a:pt x="3491" y="56626"/>
                </a:lnTo>
                <a:lnTo>
                  <a:pt x="3491" y="57868"/>
                </a:lnTo>
                <a:lnTo>
                  <a:pt x="3491" y="58933"/>
                </a:lnTo>
                <a:lnTo>
                  <a:pt x="3491" y="60265"/>
                </a:lnTo>
                <a:lnTo>
                  <a:pt x="3808" y="61330"/>
                </a:lnTo>
                <a:lnTo>
                  <a:pt x="3808" y="62572"/>
                </a:lnTo>
                <a:lnTo>
                  <a:pt x="3808" y="63637"/>
                </a:lnTo>
                <a:lnTo>
                  <a:pt x="3808" y="64969"/>
                </a:lnTo>
                <a:lnTo>
                  <a:pt x="3808" y="66034"/>
                </a:lnTo>
                <a:lnTo>
                  <a:pt x="4284" y="67276"/>
                </a:lnTo>
                <a:lnTo>
                  <a:pt x="4284" y="68430"/>
                </a:lnTo>
                <a:lnTo>
                  <a:pt x="4284" y="69495"/>
                </a:lnTo>
                <a:lnTo>
                  <a:pt x="4284" y="70738"/>
                </a:lnTo>
                <a:lnTo>
                  <a:pt x="4601" y="71803"/>
                </a:lnTo>
                <a:lnTo>
                  <a:pt x="4601" y="72868"/>
                </a:lnTo>
                <a:lnTo>
                  <a:pt x="4601" y="74199"/>
                </a:lnTo>
                <a:lnTo>
                  <a:pt x="4601" y="75264"/>
                </a:lnTo>
                <a:lnTo>
                  <a:pt x="4601" y="76329"/>
                </a:lnTo>
                <a:lnTo>
                  <a:pt x="4919" y="77572"/>
                </a:lnTo>
                <a:lnTo>
                  <a:pt x="4919" y="78726"/>
                </a:lnTo>
                <a:lnTo>
                  <a:pt x="4919" y="79791"/>
                </a:lnTo>
                <a:lnTo>
                  <a:pt x="4919" y="80856"/>
                </a:lnTo>
                <a:lnTo>
                  <a:pt x="4919" y="82098"/>
                </a:lnTo>
                <a:lnTo>
                  <a:pt x="4919" y="83164"/>
                </a:lnTo>
                <a:lnTo>
                  <a:pt x="4919" y="84229"/>
                </a:lnTo>
                <a:lnTo>
                  <a:pt x="4919" y="85560"/>
                </a:lnTo>
                <a:lnTo>
                  <a:pt x="4919" y="86625"/>
                </a:lnTo>
                <a:lnTo>
                  <a:pt x="4919" y="87690"/>
                </a:lnTo>
                <a:lnTo>
                  <a:pt x="5395" y="88933"/>
                </a:lnTo>
                <a:lnTo>
                  <a:pt x="5395" y="90086"/>
                </a:lnTo>
                <a:lnTo>
                  <a:pt x="5395" y="91152"/>
                </a:lnTo>
                <a:lnTo>
                  <a:pt x="5395" y="92217"/>
                </a:lnTo>
                <a:lnTo>
                  <a:pt x="5712" y="93459"/>
                </a:lnTo>
                <a:lnTo>
                  <a:pt x="5712" y="94524"/>
                </a:lnTo>
                <a:lnTo>
                  <a:pt x="5712" y="95589"/>
                </a:lnTo>
                <a:lnTo>
                  <a:pt x="5712" y="96921"/>
                </a:lnTo>
                <a:lnTo>
                  <a:pt x="5712" y="97986"/>
                </a:lnTo>
                <a:lnTo>
                  <a:pt x="6188" y="99051"/>
                </a:lnTo>
                <a:lnTo>
                  <a:pt x="6188" y="100382"/>
                </a:lnTo>
                <a:lnTo>
                  <a:pt x="6188" y="101447"/>
                </a:lnTo>
                <a:lnTo>
                  <a:pt x="6188" y="102690"/>
                </a:lnTo>
                <a:lnTo>
                  <a:pt x="6188" y="103755"/>
                </a:lnTo>
                <a:lnTo>
                  <a:pt x="6506" y="104820"/>
                </a:lnTo>
                <a:lnTo>
                  <a:pt x="6506" y="106151"/>
                </a:lnTo>
                <a:lnTo>
                  <a:pt x="6506" y="107216"/>
                </a:lnTo>
                <a:lnTo>
                  <a:pt x="6506" y="108281"/>
                </a:lnTo>
                <a:lnTo>
                  <a:pt x="6506" y="109524"/>
                </a:lnTo>
                <a:lnTo>
                  <a:pt x="6823" y="110589"/>
                </a:lnTo>
                <a:lnTo>
                  <a:pt x="6823" y="111743"/>
                </a:lnTo>
                <a:lnTo>
                  <a:pt x="6823" y="112808"/>
                </a:lnTo>
                <a:lnTo>
                  <a:pt x="6823" y="113873"/>
                </a:lnTo>
                <a:lnTo>
                  <a:pt x="7299" y="115116"/>
                </a:lnTo>
                <a:lnTo>
                  <a:pt x="7299" y="116181"/>
                </a:lnTo>
                <a:lnTo>
                  <a:pt x="7299" y="117246"/>
                </a:lnTo>
                <a:lnTo>
                  <a:pt x="7299" y="118311"/>
                </a:lnTo>
                <a:lnTo>
                  <a:pt x="7299" y="119642"/>
                </a:lnTo>
                <a:lnTo>
                  <a:pt x="7299" y="120707"/>
                </a:lnTo>
                <a:lnTo>
                  <a:pt x="7299" y="121772"/>
                </a:lnTo>
                <a:lnTo>
                  <a:pt x="7299" y="122837"/>
                </a:lnTo>
                <a:lnTo>
                  <a:pt x="7299" y="124169"/>
                </a:lnTo>
                <a:lnTo>
                  <a:pt x="7299" y="125234"/>
                </a:lnTo>
                <a:lnTo>
                  <a:pt x="7616" y="126299"/>
                </a:lnTo>
                <a:lnTo>
                  <a:pt x="7616" y="127541"/>
                </a:lnTo>
                <a:lnTo>
                  <a:pt x="7616" y="128606"/>
                </a:lnTo>
                <a:lnTo>
                  <a:pt x="7616" y="129938"/>
                </a:lnTo>
                <a:lnTo>
                  <a:pt x="7616" y="131003"/>
                </a:lnTo>
                <a:lnTo>
                  <a:pt x="8093" y="132068"/>
                </a:lnTo>
                <a:lnTo>
                  <a:pt x="8093" y="133133"/>
                </a:lnTo>
                <a:lnTo>
                  <a:pt x="8093" y="134198"/>
                </a:lnTo>
                <a:lnTo>
                  <a:pt x="8093" y="135529"/>
                </a:lnTo>
                <a:lnTo>
                  <a:pt x="8410" y="136594"/>
                </a:lnTo>
                <a:lnTo>
                  <a:pt x="8410" y="137659"/>
                </a:lnTo>
                <a:lnTo>
                  <a:pt x="8410" y="138725"/>
                </a:lnTo>
                <a:lnTo>
                  <a:pt x="8410" y="139790"/>
                </a:lnTo>
                <a:lnTo>
                  <a:pt x="8410" y="140855"/>
                </a:lnTo>
                <a:lnTo>
                  <a:pt x="8886" y="142186"/>
                </a:lnTo>
                <a:lnTo>
                  <a:pt x="8886" y="143251"/>
                </a:lnTo>
                <a:lnTo>
                  <a:pt x="8886" y="144316"/>
                </a:lnTo>
                <a:lnTo>
                  <a:pt x="8886" y="145381"/>
                </a:lnTo>
                <a:lnTo>
                  <a:pt x="8886" y="146446"/>
                </a:lnTo>
                <a:lnTo>
                  <a:pt x="9203" y="147511"/>
                </a:lnTo>
                <a:lnTo>
                  <a:pt x="9203" y="148843"/>
                </a:lnTo>
                <a:lnTo>
                  <a:pt x="9203" y="149908"/>
                </a:lnTo>
                <a:lnTo>
                  <a:pt x="9203" y="151150"/>
                </a:lnTo>
                <a:lnTo>
                  <a:pt x="9203" y="152215"/>
                </a:lnTo>
                <a:lnTo>
                  <a:pt x="9203" y="153280"/>
                </a:lnTo>
                <a:lnTo>
                  <a:pt x="9203" y="154346"/>
                </a:lnTo>
                <a:lnTo>
                  <a:pt x="9203" y="155411"/>
                </a:lnTo>
                <a:lnTo>
                  <a:pt x="9203" y="156476"/>
                </a:lnTo>
                <a:lnTo>
                  <a:pt x="9521" y="157807"/>
                </a:lnTo>
                <a:lnTo>
                  <a:pt x="9521" y="158872"/>
                </a:lnTo>
                <a:lnTo>
                  <a:pt x="9521" y="159937"/>
                </a:lnTo>
                <a:lnTo>
                  <a:pt x="9521" y="161002"/>
                </a:lnTo>
                <a:lnTo>
                  <a:pt x="9521" y="162067"/>
                </a:lnTo>
                <a:lnTo>
                  <a:pt x="9997" y="163132"/>
                </a:lnTo>
                <a:lnTo>
                  <a:pt x="9997" y="164197"/>
                </a:lnTo>
                <a:lnTo>
                  <a:pt x="9997" y="165351"/>
                </a:lnTo>
                <a:lnTo>
                  <a:pt x="9997" y="166416"/>
                </a:lnTo>
                <a:lnTo>
                  <a:pt x="9997" y="167659"/>
                </a:lnTo>
                <a:lnTo>
                  <a:pt x="10314" y="168724"/>
                </a:lnTo>
                <a:lnTo>
                  <a:pt x="10314" y="170055"/>
                </a:lnTo>
                <a:lnTo>
                  <a:pt x="10314" y="171120"/>
                </a:lnTo>
                <a:lnTo>
                  <a:pt x="10314" y="172185"/>
                </a:lnTo>
                <a:lnTo>
                  <a:pt x="10314" y="173250"/>
                </a:lnTo>
                <a:lnTo>
                  <a:pt x="10790" y="174316"/>
                </a:lnTo>
                <a:lnTo>
                  <a:pt x="10790" y="175381"/>
                </a:lnTo>
                <a:lnTo>
                  <a:pt x="10790" y="176446"/>
                </a:lnTo>
                <a:lnTo>
                  <a:pt x="10790" y="177511"/>
                </a:lnTo>
                <a:lnTo>
                  <a:pt x="11108" y="178576"/>
                </a:lnTo>
                <a:lnTo>
                  <a:pt x="11108" y="179641"/>
                </a:lnTo>
                <a:lnTo>
                  <a:pt x="11108" y="180706"/>
                </a:lnTo>
                <a:lnTo>
                  <a:pt x="11108" y="181860"/>
                </a:lnTo>
                <a:lnTo>
                  <a:pt x="11108" y="183102"/>
                </a:lnTo>
                <a:lnTo>
                  <a:pt x="11425" y="184167"/>
                </a:lnTo>
                <a:lnTo>
                  <a:pt x="11425" y="185232"/>
                </a:lnTo>
                <a:lnTo>
                  <a:pt x="11425" y="186564"/>
                </a:lnTo>
                <a:lnTo>
                  <a:pt x="11425" y="187629"/>
                </a:lnTo>
                <a:lnTo>
                  <a:pt x="11425" y="188694"/>
                </a:lnTo>
                <a:lnTo>
                  <a:pt x="11425" y="189759"/>
                </a:lnTo>
                <a:lnTo>
                  <a:pt x="11425" y="190824"/>
                </a:lnTo>
                <a:lnTo>
                  <a:pt x="11425" y="191889"/>
                </a:lnTo>
                <a:lnTo>
                  <a:pt x="11425" y="192954"/>
                </a:lnTo>
                <a:lnTo>
                  <a:pt x="11425" y="194019"/>
                </a:lnTo>
                <a:lnTo>
                  <a:pt x="11901" y="195084"/>
                </a:lnTo>
                <a:lnTo>
                  <a:pt x="11901" y="196149"/>
                </a:lnTo>
                <a:lnTo>
                  <a:pt x="11901" y="197303"/>
                </a:lnTo>
                <a:lnTo>
                  <a:pt x="11901" y="198368"/>
                </a:lnTo>
                <a:lnTo>
                  <a:pt x="12218" y="199433"/>
                </a:lnTo>
                <a:lnTo>
                  <a:pt x="12218" y="200676"/>
                </a:lnTo>
                <a:lnTo>
                  <a:pt x="12218" y="201741"/>
                </a:lnTo>
                <a:lnTo>
                  <a:pt x="12218" y="202806"/>
                </a:lnTo>
                <a:lnTo>
                  <a:pt x="12218" y="203871"/>
                </a:lnTo>
                <a:lnTo>
                  <a:pt x="12694" y="204936"/>
                </a:lnTo>
                <a:lnTo>
                  <a:pt x="12694" y="206090"/>
                </a:lnTo>
                <a:lnTo>
                  <a:pt x="12694" y="207155"/>
                </a:lnTo>
                <a:lnTo>
                  <a:pt x="12694" y="208220"/>
                </a:lnTo>
                <a:lnTo>
                  <a:pt x="12694" y="209019"/>
                </a:lnTo>
                <a:lnTo>
                  <a:pt x="13012" y="210084"/>
                </a:lnTo>
                <a:lnTo>
                  <a:pt x="13012" y="211415"/>
                </a:lnTo>
                <a:lnTo>
                  <a:pt x="13012" y="212480"/>
                </a:lnTo>
                <a:lnTo>
                  <a:pt x="13012" y="213546"/>
                </a:lnTo>
                <a:lnTo>
                  <a:pt x="13012" y="214611"/>
                </a:lnTo>
                <a:lnTo>
                  <a:pt x="13488" y="215676"/>
                </a:lnTo>
                <a:lnTo>
                  <a:pt x="13488" y="216741"/>
                </a:lnTo>
                <a:lnTo>
                  <a:pt x="13488" y="217806"/>
                </a:lnTo>
                <a:lnTo>
                  <a:pt x="13488" y="218960"/>
                </a:lnTo>
                <a:lnTo>
                  <a:pt x="13488" y="220025"/>
                </a:lnTo>
                <a:lnTo>
                  <a:pt x="13488" y="221090"/>
                </a:lnTo>
                <a:lnTo>
                  <a:pt x="13488" y="222155"/>
                </a:lnTo>
                <a:lnTo>
                  <a:pt x="13488" y="223220"/>
                </a:lnTo>
                <a:lnTo>
                  <a:pt x="13488" y="224285"/>
                </a:lnTo>
              </a:path>
            </a:pathLst>
          </a:custGeom>
          <a:ln w="1951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6268073" y="3313285"/>
            <a:ext cx="13647" cy="194463"/>
          </a:xfrm>
          <a:custGeom>
            <a:avLst/>
            <a:gdLst/>
            <a:ahLst/>
            <a:cxnLst/>
            <a:rect l="l" t="t" r="r" b="b"/>
            <a:pathLst>
              <a:path w="13647" h="194463">
                <a:moveTo>
                  <a:pt x="0" y="0"/>
                </a:moveTo>
                <a:lnTo>
                  <a:pt x="317" y="1065"/>
                </a:lnTo>
                <a:lnTo>
                  <a:pt x="317" y="2130"/>
                </a:lnTo>
                <a:lnTo>
                  <a:pt x="317" y="3195"/>
                </a:lnTo>
                <a:lnTo>
                  <a:pt x="317" y="4260"/>
                </a:lnTo>
                <a:lnTo>
                  <a:pt x="317" y="5325"/>
                </a:lnTo>
                <a:lnTo>
                  <a:pt x="634" y="6390"/>
                </a:lnTo>
                <a:lnTo>
                  <a:pt x="634" y="7455"/>
                </a:lnTo>
                <a:lnTo>
                  <a:pt x="634" y="8343"/>
                </a:lnTo>
                <a:lnTo>
                  <a:pt x="634" y="9408"/>
                </a:lnTo>
                <a:lnTo>
                  <a:pt x="634" y="10739"/>
                </a:lnTo>
                <a:lnTo>
                  <a:pt x="1110" y="11804"/>
                </a:lnTo>
                <a:lnTo>
                  <a:pt x="1110" y="12869"/>
                </a:lnTo>
                <a:lnTo>
                  <a:pt x="1110" y="13934"/>
                </a:lnTo>
                <a:lnTo>
                  <a:pt x="1110" y="14822"/>
                </a:lnTo>
                <a:lnTo>
                  <a:pt x="1428" y="15887"/>
                </a:lnTo>
                <a:lnTo>
                  <a:pt x="1428" y="16952"/>
                </a:lnTo>
                <a:lnTo>
                  <a:pt x="1428" y="18017"/>
                </a:lnTo>
                <a:lnTo>
                  <a:pt x="1428" y="19082"/>
                </a:lnTo>
                <a:lnTo>
                  <a:pt x="1428" y="20147"/>
                </a:lnTo>
                <a:lnTo>
                  <a:pt x="1904" y="21212"/>
                </a:lnTo>
                <a:lnTo>
                  <a:pt x="1904" y="22277"/>
                </a:lnTo>
                <a:lnTo>
                  <a:pt x="1904" y="23342"/>
                </a:lnTo>
                <a:lnTo>
                  <a:pt x="1904" y="24407"/>
                </a:lnTo>
                <a:lnTo>
                  <a:pt x="1904" y="25472"/>
                </a:lnTo>
                <a:lnTo>
                  <a:pt x="2221" y="26360"/>
                </a:lnTo>
                <a:lnTo>
                  <a:pt x="2221" y="27425"/>
                </a:lnTo>
                <a:lnTo>
                  <a:pt x="2221" y="28490"/>
                </a:lnTo>
                <a:lnTo>
                  <a:pt x="2221" y="29555"/>
                </a:lnTo>
                <a:lnTo>
                  <a:pt x="2221" y="30620"/>
                </a:lnTo>
                <a:lnTo>
                  <a:pt x="2221" y="31685"/>
                </a:lnTo>
                <a:lnTo>
                  <a:pt x="2221" y="32839"/>
                </a:lnTo>
                <a:lnTo>
                  <a:pt x="2221" y="33904"/>
                </a:lnTo>
                <a:lnTo>
                  <a:pt x="2221" y="34969"/>
                </a:lnTo>
                <a:lnTo>
                  <a:pt x="2538" y="35768"/>
                </a:lnTo>
                <a:lnTo>
                  <a:pt x="2538" y="36833"/>
                </a:lnTo>
                <a:lnTo>
                  <a:pt x="2538" y="37987"/>
                </a:lnTo>
                <a:lnTo>
                  <a:pt x="2538" y="39052"/>
                </a:lnTo>
                <a:lnTo>
                  <a:pt x="2538" y="40117"/>
                </a:lnTo>
                <a:lnTo>
                  <a:pt x="3015" y="41182"/>
                </a:lnTo>
                <a:lnTo>
                  <a:pt x="3015" y="42247"/>
                </a:lnTo>
                <a:lnTo>
                  <a:pt x="3015" y="43135"/>
                </a:lnTo>
                <a:lnTo>
                  <a:pt x="3015" y="44200"/>
                </a:lnTo>
                <a:lnTo>
                  <a:pt x="3015" y="45265"/>
                </a:lnTo>
                <a:lnTo>
                  <a:pt x="3332" y="46064"/>
                </a:lnTo>
                <a:lnTo>
                  <a:pt x="3332" y="47129"/>
                </a:lnTo>
                <a:lnTo>
                  <a:pt x="3332" y="48460"/>
                </a:lnTo>
                <a:lnTo>
                  <a:pt x="3332" y="49525"/>
                </a:lnTo>
                <a:lnTo>
                  <a:pt x="3332" y="50413"/>
                </a:lnTo>
                <a:lnTo>
                  <a:pt x="3808" y="51478"/>
                </a:lnTo>
                <a:lnTo>
                  <a:pt x="3808" y="52543"/>
                </a:lnTo>
                <a:lnTo>
                  <a:pt x="3808" y="53342"/>
                </a:lnTo>
                <a:lnTo>
                  <a:pt x="3808" y="54495"/>
                </a:lnTo>
                <a:lnTo>
                  <a:pt x="3808" y="55561"/>
                </a:lnTo>
                <a:lnTo>
                  <a:pt x="4125" y="56626"/>
                </a:lnTo>
                <a:lnTo>
                  <a:pt x="4125" y="57691"/>
                </a:lnTo>
                <a:lnTo>
                  <a:pt x="4125" y="58489"/>
                </a:lnTo>
                <a:lnTo>
                  <a:pt x="4125" y="59643"/>
                </a:lnTo>
                <a:lnTo>
                  <a:pt x="4125" y="60708"/>
                </a:lnTo>
                <a:lnTo>
                  <a:pt x="4125" y="61507"/>
                </a:lnTo>
                <a:lnTo>
                  <a:pt x="4125" y="62572"/>
                </a:lnTo>
                <a:lnTo>
                  <a:pt x="4125" y="63637"/>
                </a:lnTo>
                <a:lnTo>
                  <a:pt x="4125" y="64791"/>
                </a:lnTo>
                <a:lnTo>
                  <a:pt x="4601" y="65856"/>
                </a:lnTo>
                <a:lnTo>
                  <a:pt x="4601" y="66655"/>
                </a:lnTo>
                <a:lnTo>
                  <a:pt x="4601" y="67720"/>
                </a:lnTo>
                <a:lnTo>
                  <a:pt x="4601" y="68785"/>
                </a:lnTo>
                <a:lnTo>
                  <a:pt x="4601" y="69673"/>
                </a:lnTo>
                <a:lnTo>
                  <a:pt x="4919" y="71004"/>
                </a:lnTo>
                <a:lnTo>
                  <a:pt x="4919" y="71803"/>
                </a:lnTo>
                <a:lnTo>
                  <a:pt x="4919" y="72868"/>
                </a:lnTo>
                <a:lnTo>
                  <a:pt x="4919" y="73755"/>
                </a:lnTo>
                <a:lnTo>
                  <a:pt x="4919" y="74820"/>
                </a:lnTo>
                <a:lnTo>
                  <a:pt x="5236" y="75886"/>
                </a:lnTo>
                <a:lnTo>
                  <a:pt x="5236" y="76773"/>
                </a:lnTo>
                <a:lnTo>
                  <a:pt x="5236" y="78016"/>
                </a:lnTo>
                <a:lnTo>
                  <a:pt x="5236" y="78903"/>
                </a:lnTo>
                <a:lnTo>
                  <a:pt x="5712" y="79968"/>
                </a:lnTo>
                <a:lnTo>
                  <a:pt x="5712" y="80856"/>
                </a:lnTo>
                <a:lnTo>
                  <a:pt x="5712" y="81921"/>
                </a:lnTo>
                <a:lnTo>
                  <a:pt x="5712" y="82720"/>
                </a:lnTo>
                <a:lnTo>
                  <a:pt x="5712" y="83874"/>
                </a:lnTo>
                <a:lnTo>
                  <a:pt x="6030" y="84939"/>
                </a:lnTo>
                <a:lnTo>
                  <a:pt x="6030" y="86004"/>
                </a:lnTo>
                <a:lnTo>
                  <a:pt x="6030" y="86803"/>
                </a:lnTo>
                <a:lnTo>
                  <a:pt x="6030" y="87868"/>
                </a:lnTo>
                <a:lnTo>
                  <a:pt x="6030" y="88755"/>
                </a:lnTo>
                <a:lnTo>
                  <a:pt x="6030" y="89820"/>
                </a:lnTo>
                <a:lnTo>
                  <a:pt x="6030" y="90885"/>
                </a:lnTo>
                <a:lnTo>
                  <a:pt x="6030" y="91950"/>
                </a:lnTo>
                <a:lnTo>
                  <a:pt x="6030" y="92838"/>
                </a:lnTo>
                <a:lnTo>
                  <a:pt x="6030" y="93903"/>
                </a:lnTo>
                <a:lnTo>
                  <a:pt x="6506" y="94791"/>
                </a:lnTo>
                <a:lnTo>
                  <a:pt x="6506" y="95856"/>
                </a:lnTo>
                <a:lnTo>
                  <a:pt x="6506" y="96921"/>
                </a:lnTo>
                <a:lnTo>
                  <a:pt x="6506" y="97808"/>
                </a:lnTo>
                <a:lnTo>
                  <a:pt x="6823" y="98873"/>
                </a:lnTo>
                <a:lnTo>
                  <a:pt x="6823" y="99672"/>
                </a:lnTo>
                <a:lnTo>
                  <a:pt x="6823" y="100737"/>
                </a:lnTo>
                <a:lnTo>
                  <a:pt x="6823" y="101625"/>
                </a:lnTo>
                <a:lnTo>
                  <a:pt x="6823" y="102690"/>
                </a:lnTo>
                <a:lnTo>
                  <a:pt x="7140" y="103755"/>
                </a:lnTo>
                <a:lnTo>
                  <a:pt x="7140" y="104642"/>
                </a:lnTo>
                <a:lnTo>
                  <a:pt x="7140" y="105707"/>
                </a:lnTo>
                <a:lnTo>
                  <a:pt x="7140" y="106595"/>
                </a:lnTo>
                <a:lnTo>
                  <a:pt x="7140" y="107394"/>
                </a:lnTo>
                <a:lnTo>
                  <a:pt x="7616" y="108725"/>
                </a:lnTo>
                <a:lnTo>
                  <a:pt x="7616" y="109524"/>
                </a:lnTo>
                <a:lnTo>
                  <a:pt x="7616" y="110678"/>
                </a:lnTo>
                <a:lnTo>
                  <a:pt x="7616" y="111477"/>
                </a:lnTo>
                <a:lnTo>
                  <a:pt x="7616" y="112364"/>
                </a:lnTo>
                <a:lnTo>
                  <a:pt x="7934" y="113429"/>
                </a:lnTo>
                <a:lnTo>
                  <a:pt x="7934" y="114494"/>
                </a:lnTo>
                <a:lnTo>
                  <a:pt x="7934" y="115382"/>
                </a:lnTo>
                <a:lnTo>
                  <a:pt x="7934" y="116447"/>
                </a:lnTo>
                <a:lnTo>
                  <a:pt x="8410" y="117246"/>
                </a:lnTo>
                <a:lnTo>
                  <a:pt x="8410" y="118133"/>
                </a:lnTo>
                <a:lnTo>
                  <a:pt x="8410" y="119198"/>
                </a:lnTo>
                <a:lnTo>
                  <a:pt x="8410" y="120263"/>
                </a:lnTo>
                <a:lnTo>
                  <a:pt x="8410" y="121151"/>
                </a:lnTo>
                <a:lnTo>
                  <a:pt x="8410" y="122216"/>
                </a:lnTo>
                <a:lnTo>
                  <a:pt x="8410" y="123104"/>
                </a:lnTo>
                <a:lnTo>
                  <a:pt x="8410" y="123902"/>
                </a:lnTo>
                <a:lnTo>
                  <a:pt x="8410" y="124967"/>
                </a:lnTo>
                <a:lnTo>
                  <a:pt x="8410" y="126032"/>
                </a:lnTo>
                <a:lnTo>
                  <a:pt x="8727" y="126920"/>
                </a:lnTo>
                <a:lnTo>
                  <a:pt x="8727" y="127808"/>
                </a:lnTo>
                <a:lnTo>
                  <a:pt x="8727" y="128606"/>
                </a:lnTo>
                <a:lnTo>
                  <a:pt x="8727" y="129938"/>
                </a:lnTo>
                <a:lnTo>
                  <a:pt x="8727" y="130825"/>
                </a:lnTo>
                <a:lnTo>
                  <a:pt x="9045" y="131624"/>
                </a:lnTo>
                <a:lnTo>
                  <a:pt x="9045" y="132512"/>
                </a:lnTo>
                <a:lnTo>
                  <a:pt x="9045" y="133577"/>
                </a:lnTo>
                <a:lnTo>
                  <a:pt x="9045" y="134642"/>
                </a:lnTo>
                <a:lnTo>
                  <a:pt x="9521" y="135529"/>
                </a:lnTo>
                <a:lnTo>
                  <a:pt x="9521" y="136328"/>
                </a:lnTo>
                <a:lnTo>
                  <a:pt x="9521" y="137216"/>
                </a:lnTo>
                <a:lnTo>
                  <a:pt x="9521" y="138281"/>
                </a:lnTo>
                <a:lnTo>
                  <a:pt x="9521" y="139346"/>
                </a:lnTo>
                <a:lnTo>
                  <a:pt x="9838" y="140233"/>
                </a:lnTo>
                <a:lnTo>
                  <a:pt x="9838" y="141121"/>
                </a:lnTo>
                <a:lnTo>
                  <a:pt x="9838" y="141920"/>
                </a:lnTo>
                <a:lnTo>
                  <a:pt x="9838" y="142807"/>
                </a:lnTo>
                <a:lnTo>
                  <a:pt x="9838" y="144050"/>
                </a:lnTo>
                <a:lnTo>
                  <a:pt x="10314" y="144937"/>
                </a:lnTo>
                <a:lnTo>
                  <a:pt x="10314" y="145825"/>
                </a:lnTo>
                <a:lnTo>
                  <a:pt x="10314" y="146624"/>
                </a:lnTo>
                <a:lnTo>
                  <a:pt x="10314" y="147511"/>
                </a:lnTo>
                <a:lnTo>
                  <a:pt x="10314" y="148576"/>
                </a:lnTo>
                <a:lnTo>
                  <a:pt x="10314" y="149464"/>
                </a:lnTo>
                <a:lnTo>
                  <a:pt x="10314" y="150529"/>
                </a:lnTo>
                <a:lnTo>
                  <a:pt x="10314" y="151417"/>
                </a:lnTo>
                <a:lnTo>
                  <a:pt x="10314" y="152215"/>
                </a:lnTo>
                <a:lnTo>
                  <a:pt x="10631" y="153280"/>
                </a:lnTo>
                <a:lnTo>
                  <a:pt x="10631" y="154168"/>
                </a:lnTo>
                <a:lnTo>
                  <a:pt x="10631" y="155056"/>
                </a:lnTo>
                <a:lnTo>
                  <a:pt x="10631" y="155854"/>
                </a:lnTo>
                <a:lnTo>
                  <a:pt x="10631" y="156919"/>
                </a:lnTo>
                <a:lnTo>
                  <a:pt x="11108" y="157807"/>
                </a:lnTo>
                <a:lnTo>
                  <a:pt x="11108" y="158695"/>
                </a:lnTo>
                <a:lnTo>
                  <a:pt x="11108" y="159493"/>
                </a:lnTo>
                <a:lnTo>
                  <a:pt x="11108" y="160558"/>
                </a:lnTo>
                <a:lnTo>
                  <a:pt x="11108" y="161446"/>
                </a:lnTo>
                <a:lnTo>
                  <a:pt x="11425" y="162334"/>
                </a:lnTo>
                <a:lnTo>
                  <a:pt x="11425" y="163132"/>
                </a:lnTo>
                <a:lnTo>
                  <a:pt x="11425" y="164197"/>
                </a:lnTo>
                <a:lnTo>
                  <a:pt x="11425" y="165085"/>
                </a:lnTo>
                <a:lnTo>
                  <a:pt x="11425" y="165973"/>
                </a:lnTo>
                <a:lnTo>
                  <a:pt x="11742" y="166771"/>
                </a:lnTo>
                <a:lnTo>
                  <a:pt x="11742" y="167659"/>
                </a:lnTo>
                <a:lnTo>
                  <a:pt x="11742" y="168724"/>
                </a:lnTo>
                <a:lnTo>
                  <a:pt x="11742" y="169612"/>
                </a:lnTo>
                <a:lnTo>
                  <a:pt x="12218" y="170499"/>
                </a:lnTo>
                <a:lnTo>
                  <a:pt x="12218" y="171298"/>
                </a:lnTo>
                <a:lnTo>
                  <a:pt x="12218" y="172363"/>
                </a:lnTo>
                <a:lnTo>
                  <a:pt x="12218" y="173250"/>
                </a:lnTo>
                <a:lnTo>
                  <a:pt x="12218" y="174138"/>
                </a:lnTo>
                <a:lnTo>
                  <a:pt x="12536" y="174937"/>
                </a:lnTo>
                <a:lnTo>
                  <a:pt x="12536" y="176002"/>
                </a:lnTo>
                <a:lnTo>
                  <a:pt x="12536" y="176889"/>
                </a:lnTo>
                <a:lnTo>
                  <a:pt x="12536" y="177777"/>
                </a:lnTo>
                <a:lnTo>
                  <a:pt x="12536" y="178576"/>
                </a:lnTo>
                <a:lnTo>
                  <a:pt x="12536" y="179463"/>
                </a:lnTo>
                <a:lnTo>
                  <a:pt x="12536" y="180528"/>
                </a:lnTo>
                <a:lnTo>
                  <a:pt x="12536" y="181416"/>
                </a:lnTo>
                <a:lnTo>
                  <a:pt x="12536" y="182037"/>
                </a:lnTo>
                <a:lnTo>
                  <a:pt x="12536" y="183102"/>
                </a:lnTo>
                <a:lnTo>
                  <a:pt x="13012" y="183990"/>
                </a:lnTo>
                <a:lnTo>
                  <a:pt x="13012" y="184789"/>
                </a:lnTo>
                <a:lnTo>
                  <a:pt x="13012" y="185676"/>
                </a:lnTo>
                <a:lnTo>
                  <a:pt x="13012" y="186564"/>
                </a:lnTo>
                <a:lnTo>
                  <a:pt x="13329" y="187629"/>
                </a:lnTo>
                <a:lnTo>
                  <a:pt x="13329" y="188250"/>
                </a:lnTo>
                <a:lnTo>
                  <a:pt x="13329" y="189138"/>
                </a:lnTo>
                <a:lnTo>
                  <a:pt x="13329" y="190203"/>
                </a:lnTo>
                <a:lnTo>
                  <a:pt x="13329" y="191002"/>
                </a:lnTo>
                <a:lnTo>
                  <a:pt x="13647" y="191889"/>
                </a:lnTo>
                <a:lnTo>
                  <a:pt x="13647" y="192777"/>
                </a:lnTo>
                <a:lnTo>
                  <a:pt x="13647" y="193576"/>
                </a:lnTo>
                <a:lnTo>
                  <a:pt x="13647" y="194463"/>
                </a:lnTo>
              </a:path>
            </a:pathLst>
          </a:custGeom>
          <a:ln w="1950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6281720" y="3507748"/>
            <a:ext cx="13488" cy="145647"/>
          </a:xfrm>
          <a:custGeom>
            <a:avLst/>
            <a:gdLst/>
            <a:ahLst/>
            <a:cxnLst/>
            <a:rect l="l" t="t" r="r" b="b"/>
            <a:pathLst>
              <a:path w="13488" h="145647">
                <a:moveTo>
                  <a:pt x="0" y="0"/>
                </a:moveTo>
                <a:lnTo>
                  <a:pt x="0" y="887"/>
                </a:lnTo>
                <a:lnTo>
                  <a:pt x="476" y="1686"/>
                </a:lnTo>
                <a:lnTo>
                  <a:pt x="476" y="2573"/>
                </a:lnTo>
                <a:lnTo>
                  <a:pt x="476" y="3461"/>
                </a:lnTo>
                <a:lnTo>
                  <a:pt x="476" y="4260"/>
                </a:lnTo>
                <a:lnTo>
                  <a:pt x="476" y="5147"/>
                </a:lnTo>
                <a:lnTo>
                  <a:pt x="793" y="6212"/>
                </a:lnTo>
                <a:lnTo>
                  <a:pt x="793" y="6834"/>
                </a:lnTo>
                <a:lnTo>
                  <a:pt x="793" y="7721"/>
                </a:lnTo>
                <a:lnTo>
                  <a:pt x="793" y="8609"/>
                </a:lnTo>
                <a:lnTo>
                  <a:pt x="793" y="9408"/>
                </a:lnTo>
                <a:lnTo>
                  <a:pt x="793" y="10295"/>
                </a:lnTo>
                <a:lnTo>
                  <a:pt x="793" y="11183"/>
                </a:lnTo>
                <a:lnTo>
                  <a:pt x="793" y="12248"/>
                </a:lnTo>
                <a:lnTo>
                  <a:pt x="793" y="12869"/>
                </a:lnTo>
                <a:lnTo>
                  <a:pt x="1269" y="13757"/>
                </a:lnTo>
                <a:lnTo>
                  <a:pt x="1269" y="14555"/>
                </a:lnTo>
                <a:lnTo>
                  <a:pt x="1269" y="15443"/>
                </a:lnTo>
                <a:lnTo>
                  <a:pt x="1269" y="16331"/>
                </a:lnTo>
                <a:lnTo>
                  <a:pt x="1269" y="17129"/>
                </a:lnTo>
                <a:lnTo>
                  <a:pt x="1586" y="18017"/>
                </a:lnTo>
                <a:lnTo>
                  <a:pt x="1586" y="18904"/>
                </a:lnTo>
                <a:lnTo>
                  <a:pt x="1586" y="19526"/>
                </a:lnTo>
                <a:lnTo>
                  <a:pt x="1586" y="20413"/>
                </a:lnTo>
                <a:lnTo>
                  <a:pt x="1586" y="21478"/>
                </a:lnTo>
                <a:lnTo>
                  <a:pt x="2062" y="22100"/>
                </a:lnTo>
                <a:lnTo>
                  <a:pt x="2062" y="22987"/>
                </a:lnTo>
                <a:lnTo>
                  <a:pt x="2062" y="23786"/>
                </a:lnTo>
                <a:lnTo>
                  <a:pt x="2062" y="24674"/>
                </a:lnTo>
                <a:lnTo>
                  <a:pt x="2380" y="25561"/>
                </a:lnTo>
                <a:lnTo>
                  <a:pt x="2380" y="26360"/>
                </a:lnTo>
                <a:lnTo>
                  <a:pt x="2380" y="27247"/>
                </a:lnTo>
                <a:lnTo>
                  <a:pt x="2380" y="27869"/>
                </a:lnTo>
                <a:lnTo>
                  <a:pt x="2380" y="28756"/>
                </a:lnTo>
                <a:lnTo>
                  <a:pt x="2697" y="29644"/>
                </a:lnTo>
                <a:lnTo>
                  <a:pt x="2697" y="30443"/>
                </a:lnTo>
                <a:lnTo>
                  <a:pt x="2697" y="31330"/>
                </a:lnTo>
                <a:lnTo>
                  <a:pt x="2697" y="32218"/>
                </a:lnTo>
                <a:lnTo>
                  <a:pt x="2697" y="33017"/>
                </a:lnTo>
                <a:lnTo>
                  <a:pt x="3173" y="33638"/>
                </a:lnTo>
                <a:lnTo>
                  <a:pt x="3173" y="34525"/>
                </a:lnTo>
                <a:lnTo>
                  <a:pt x="3173" y="35413"/>
                </a:lnTo>
                <a:lnTo>
                  <a:pt x="3173" y="36212"/>
                </a:lnTo>
                <a:lnTo>
                  <a:pt x="3173" y="36922"/>
                </a:lnTo>
                <a:lnTo>
                  <a:pt x="3173" y="37721"/>
                </a:lnTo>
                <a:lnTo>
                  <a:pt x="3173" y="38608"/>
                </a:lnTo>
                <a:lnTo>
                  <a:pt x="3173" y="39229"/>
                </a:lnTo>
                <a:lnTo>
                  <a:pt x="3173" y="40295"/>
                </a:lnTo>
                <a:lnTo>
                  <a:pt x="3491" y="41005"/>
                </a:lnTo>
                <a:lnTo>
                  <a:pt x="3491" y="41803"/>
                </a:lnTo>
                <a:lnTo>
                  <a:pt x="3491" y="42691"/>
                </a:lnTo>
                <a:lnTo>
                  <a:pt x="3491" y="43579"/>
                </a:lnTo>
                <a:lnTo>
                  <a:pt x="3491" y="44200"/>
                </a:lnTo>
                <a:lnTo>
                  <a:pt x="3967" y="44999"/>
                </a:lnTo>
                <a:lnTo>
                  <a:pt x="3967" y="45886"/>
                </a:lnTo>
                <a:lnTo>
                  <a:pt x="3967" y="46507"/>
                </a:lnTo>
                <a:lnTo>
                  <a:pt x="3967" y="47573"/>
                </a:lnTo>
                <a:lnTo>
                  <a:pt x="3967" y="48283"/>
                </a:lnTo>
                <a:lnTo>
                  <a:pt x="4284" y="48904"/>
                </a:lnTo>
                <a:lnTo>
                  <a:pt x="4284" y="49969"/>
                </a:lnTo>
                <a:lnTo>
                  <a:pt x="4284" y="50590"/>
                </a:lnTo>
                <a:lnTo>
                  <a:pt x="4284" y="51300"/>
                </a:lnTo>
                <a:lnTo>
                  <a:pt x="4284" y="52365"/>
                </a:lnTo>
                <a:lnTo>
                  <a:pt x="4601" y="52987"/>
                </a:lnTo>
                <a:lnTo>
                  <a:pt x="4601" y="53608"/>
                </a:lnTo>
                <a:lnTo>
                  <a:pt x="4601" y="54673"/>
                </a:lnTo>
                <a:lnTo>
                  <a:pt x="4601" y="55294"/>
                </a:lnTo>
                <a:lnTo>
                  <a:pt x="5077" y="56004"/>
                </a:lnTo>
                <a:lnTo>
                  <a:pt x="5077" y="57069"/>
                </a:lnTo>
                <a:lnTo>
                  <a:pt x="5077" y="57691"/>
                </a:lnTo>
                <a:lnTo>
                  <a:pt x="5077" y="58312"/>
                </a:lnTo>
                <a:lnTo>
                  <a:pt x="5077" y="59200"/>
                </a:lnTo>
                <a:lnTo>
                  <a:pt x="5077" y="60087"/>
                </a:lnTo>
                <a:lnTo>
                  <a:pt x="5077" y="60708"/>
                </a:lnTo>
                <a:lnTo>
                  <a:pt x="5077" y="61507"/>
                </a:lnTo>
                <a:lnTo>
                  <a:pt x="5077" y="62217"/>
                </a:lnTo>
                <a:lnTo>
                  <a:pt x="5077" y="63016"/>
                </a:lnTo>
                <a:lnTo>
                  <a:pt x="5395" y="63904"/>
                </a:lnTo>
                <a:lnTo>
                  <a:pt x="5395" y="64525"/>
                </a:lnTo>
                <a:lnTo>
                  <a:pt x="5395" y="65412"/>
                </a:lnTo>
                <a:lnTo>
                  <a:pt x="5395" y="66034"/>
                </a:lnTo>
                <a:lnTo>
                  <a:pt x="5395" y="66921"/>
                </a:lnTo>
                <a:lnTo>
                  <a:pt x="5871" y="67809"/>
                </a:lnTo>
                <a:lnTo>
                  <a:pt x="5871" y="68430"/>
                </a:lnTo>
                <a:lnTo>
                  <a:pt x="5871" y="69051"/>
                </a:lnTo>
                <a:lnTo>
                  <a:pt x="5871" y="69939"/>
                </a:lnTo>
                <a:lnTo>
                  <a:pt x="6188" y="70560"/>
                </a:lnTo>
                <a:lnTo>
                  <a:pt x="6188" y="71448"/>
                </a:lnTo>
                <a:lnTo>
                  <a:pt x="6188" y="72247"/>
                </a:lnTo>
                <a:lnTo>
                  <a:pt x="6188" y="72957"/>
                </a:lnTo>
                <a:lnTo>
                  <a:pt x="6188" y="73578"/>
                </a:lnTo>
                <a:lnTo>
                  <a:pt x="6664" y="74377"/>
                </a:lnTo>
                <a:lnTo>
                  <a:pt x="6664" y="75087"/>
                </a:lnTo>
                <a:lnTo>
                  <a:pt x="6664" y="75886"/>
                </a:lnTo>
                <a:lnTo>
                  <a:pt x="6664" y="76596"/>
                </a:lnTo>
                <a:lnTo>
                  <a:pt x="6664" y="77217"/>
                </a:lnTo>
                <a:lnTo>
                  <a:pt x="6982" y="78104"/>
                </a:lnTo>
                <a:lnTo>
                  <a:pt x="6982" y="78903"/>
                </a:lnTo>
                <a:lnTo>
                  <a:pt x="6982" y="79525"/>
                </a:lnTo>
                <a:lnTo>
                  <a:pt x="6982" y="80412"/>
                </a:lnTo>
                <a:lnTo>
                  <a:pt x="6982" y="81033"/>
                </a:lnTo>
                <a:lnTo>
                  <a:pt x="7299" y="81921"/>
                </a:lnTo>
                <a:lnTo>
                  <a:pt x="7299" y="82542"/>
                </a:lnTo>
                <a:lnTo>
                  <a:pt x="7299" y="83252"/>
                </a:lnTo>
                <a:lnTo>
                  <a:pt x="7299" y="84051"/>
                </a:lnTo>
                <a:lnTo>
                  <a:pt x="7299" y="84672"/>
                </a:lnTo>
                <a:lnTo>
                  <a:pt x="7299" y="85382"/>
                </a:lnTo>
                <a:lnTo>
                  <a:pt x="7299" y="86181"/>
                </a:lnTo>
                <a:lnTo>
                  <a:pt x="7299" y="86891"/>
                </a:lnTo>
                <a:lnTo>
                  <a:pt x="7299" y="87690"/>
                </a:lnTo>
                <a:lnTo>
                  <a:pt x="7775" y="88311"/>
                </a:lnTo>
                <a:lnTo>
                  <a:pt x="7775" y="89021"/>
                </a:lnTo>
                <a:lnTo>
                  <a:pt x="7775" y="89643"/>
                </a:lnTo>
                <a:lnTo>
                  <a:pt x="7775" y="90264"/>
                </a:lnTo>
                <a:lnTo>
                  <a:pt x="7775" y="91152"/>
                </a:lnTo>
                <a:lnTo>
                  <a:pt x="8093" y="91773"/>
                </a:lnTo>
                <a:lnTo>
                  <a:pt x="8093" y="92394"/>
                </a:lnTo>
                <a:lnTo>
                  <a:pt x="8093" y="93282"/>
                </a:lnTo>
                <a:lnTo>
                  <a:pt x="8093" y="93903"/>
                </a:lnTo>
                <a:lnTo>
                  <a:pt x="8093" y="94791"/>
                </a:lnTo>
                <a:lnTo>
                  <a:pt x="8569" y="95412"/>
                </a:lnTo>
                <a:lnTo>
                  <a:pt x="8569" y="96033"/>
                </a:lnTo>
                <a:lnTo>
                  <a:pt x="8569" y="96743"/>
                </a:lnTo>
                <a:lnTo>
                  <a:pt x="8569" y="97364"/>
                </a:lnTo>
                <a:lnTo>
                  <a:pt x="8886" y="98252"/>
                </a:lnTo>
                <a:lnTo>
                  <a:pt x="8886" y="98873"/>
                </a:lnTo>
                <a:lnTo>
                  <a:pt x="8886" y="99495"/>
                </a:lnTo>
                <a:lnTo>
                  <a:pt x="8886" y="100382"/>
                </a:lnTo>
                <a:lnTo>
                  <a:pt x="8886" y="100826"/>
                </a:lnTo>
                <a:lnTo>
                  <a:pt x="9203" y="101625"/>
                </a:lnTo>
                <a:lnTo>
                  <a:pt x="9203" y="102335"/>
                </a:lnTo>
                <a:lnTo>
                  <a:pt x="9203" y="103134"/>
                </a:lnTo>
                <a:lnTo>
                  <a:pt x="9203" y="103755"/>
                </a:lnTo>
                <a:lnTo>
                  <a:pt x="9203" y="104199"/>
                </a:lnTo>
                <a:lnTo>
                  <a:pt x="9203" y="105086"/>
                </a:lnTo>
                <a:lnTo>
                  <a:pt x="9203" y="105707"/>
                </a:lnTo>
                <a:lnTo>
                  <a:pt x="9203" y="106595"/>
                </a:lnTo>
                <a:lnTo>
                  <a:pt x="9203" y="107039"/>
                </a:lnTo>
                <a:lnTo>
                  <a:pt x="9203" y="107838"/>
                </a:lnTo>
                <a:lnTo>
                  <a:pt x="9679" y="108548"/>
                </a:lnTo>
                <a:lnTo>
                  <a:pt x="9679" y="108903"/>
                </a:lnTo>
                <a:lnTo>
                  <a:pt x="9679" y="109790"/>
                </a:lnTo>
                <a:lnTo>
                  <a:pt x="9679" y="110411"/>
                </a:lnTo>
                <a:lnTo>
                  <a:pt x="9997" y="111299"/>
                </a:lnTo>
                <a:lnTo>
                  <a:pt x="9997" y="111743"/>
                </a:lnTo>
                <a:lnTo>
                  <a:pt x="9997" y="112542"/>
                </a:lnTo>
                <a:lnTo>
                  <a:pt x="9997" y="113252"/>
                </a:lnTo>
                <a:lnTo>
                  <a:pt x="9997" y="113695"/>
                </a:lnTo>
                <a:lnTo>
                  <a:pt x="10473" y="114494"/>
                </a:lnTo>
                <a:lnTo>
                  <a:pt x="10473" y="114938"/>
                </a:lnTo>
                <a:lnTo>
                  <a:pt x="10473" y="115826"/>
                </a:lnTo>
                <a:lnTo>
                  <a:pt x="10473" y="116447"/>
                </a:lnTo>
                <a:lnTo>
                  <a:pt x="10473" y="117068"/>
                </a:lnTo>
                <a:lnTo>
                  <a:pt x="10790" y="117689"/>
                </a:lnTo>
                <a:lnTo>
                  <a:pt x="10790" y="118400"/>
                </a:lnTo>
                <a:lnTo>
                  <a:pt x="10790" y="119021"/>
                </a:lnTo>
                <a:lnTo>
                  <a:pt x="10790" y="119642"/>
                </a:lnTo>
                <a:lnTo>
                  <a:pt x="10790" y="120263"/>
                </a:lnTo>
                <a:lnTo>
                  <a:pt x="11108" y="120973"/>
                </a:lnTo>
                <a:lnTo>
                  <a:pt x="11108" y="121595"/>
                </a:lnTo>
                <a:lnTo>
                  <a:pt x="11108" y="122216"/>
                </a:lnTo>
                <a:lnTo>
                  <a:pt x="11108" y="122837"/>
                </a:lnTo>
                <a:lnTo>
                  <a:pt x="11584" y="123547"/>
                </a:lnTo>
                <a:lnTo>
                  <a:pt x="11584" y="124169"/>
                </a:lnTo>
                <a:lnTo>
                  <a:pt x="11584" y="124790"/>
                </a:lnTo>
                <a:lnTo>
                  <a:pt x="11584" y="125411"/>
                </a:lnTo>
                <a:lnTo>
                  <a:pt x="11584" y="126121"/>
                </a:lnTo>
                <a:lnTo>
                  <a:pt x="11584" y="126743"/>
                </a:lnTo>
                <a:lnTo>
                  <a:pt x="11584" y="127364"/>
                </a:lnTo>
                <a:lnTo>
                  <a:pt x="11584" y="127808"/>
                </a:lnTo>
                <a:lnTo>
                  <a:pt x="11584" y="128695"/>
                </a:lnTo>
                <a:lnTo>
                  <a:pt x="11584" y="129139"/>
                </a:lnTo>
                <a:lnTo>
                  <a:pt x="11901" y="129938"/>
                </a:lnTo>
                <a:lnTo>
                  <a:pt x="11901" y="130382"/>
                </a:lnTo>
                <a:lnTo>
                  <a:pt x="11901" y="131003"/>
                </a:lnTo>
                <a:lnTo>
                  <a:pt x="11901" y="131624"/>
                </a:lnTo>
                <a:lnTo>
                  <a:pt x="11901" y="132334"/>
                </a:lnTo>
                <a:lnTo>
                  <a:pt x="12377" y="132955"/>
                </a:lnTo>
                <a:lnTo>
                  <a:pt x="12377" y="133577"/>
                </a:lnTo>
                <a:lnTo>
                  <a:pt x="12377" y="134020"/>
                </a:lnTo>
                <a:lnTo>
                  <a:pt x="12377" y="134908"/>
                </a:lnTo>
                <a:lnTo>
                  <a:pt x="12694" y="135352"/>
                </a:lnTo>
                <a:lnTo>
                  <a:pt x="12694" y="135973"/>
                </a:lnTo>
                <a:lnTo>
                  <a:pt x="12694" y="136594"/>
                </a:lnTo>
                <a:lnTo>
                  <a:pt x="12694" y="137216"/>
                </a:lnTo>
                <a:lnTo>
                  <a:pt x="12694" y="137659"/>
                </a:lnTo>
                <a:lnTo>
                  <a:pt x="13170" y="138547"/>
                </a:lnTo>
                <a:lnTo>
                  <a:pt x="13170" y="138991"/>
                </a:lnTo>
                <a:lnTo>
                  <a:pt x="13170" y="139612"/>
                </a:lnTo>
                <a:lnTo>
                  <a:pt x="13170" y="140233"/>
                </a:lnTo>
                <a:lnTo>
                  <a:pt x="13170" y="140855"/>
                </a:lnTo>
                <a:lnTo>
                  <a:pt x="13488" y="141298"/>
                </a:lnTo>
                <a:lnTo>
                  <a:pt x="13488" y="141920"/>
                </a:lnTo>
                <a:lnTo>
                  <a:pt x="13488" y="142630"/>
                </a:lnTo>
                <a:lnTo>
                  <a:pt x="13488" y="143251"/>
                </a:lnTo>
                <a:lnTo>
                  <a:pt x="13488" y="143695"/>
                </a:lnTo>
                <a:lnTo>
                  <a:pt x="13488" y="144316"/>
                </a:lnTo>
                <a:lnTo>
                  <a:pt x="13488" y="144760"/>
                </a:lnTo>
                <a:lnTo>
                  <a:pt x="13488" y="145647"/>
                </a:lnTo>
              </a:path>
            </a:pathLst>
          </a:custGeom>
          <a:ln w="1946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6295209" y="3653396"/>
            <a:ext cx="13805" cy="80794"/>
          </a:xfrm>
          <a:custGeom>
            <a:avLst/>
            <a:gdLst/>
            <a:ahLst/>
            <a:cxnLst/>
            <a:rect l="l" t="t" r="r" b="b"/>
            <a:pathLst>
              <a:path w="13805" h="80794">
                <a:moveTo>
                  <a:pt x="0" y="0"/>
                </a:moveTo>
                <a:lnTo>
                  <a:pt x="0" y="355"/>
                </a:lnTo>
                <a:lnTo>
                  <a:pt x="317" y="1065"/>
                </a:lnTo>
                <a:lnTo>
                  <a:pt x="317" y="1420"/>
                </a:lnTo>
                <a:lnTo>
                  <a:pt x="317" y="2130"/>
                </a:lnTo>
                <a:lnTo>
                  <a:pt x="317" y="2751"/>
                </a:lnTo>
                <a:lnTo>
                  <a:pt x="317" y="3372"/>
                </a:lnTo>
                <a:lnTo>
                  <a:pt x="793" y="3816"/>
                </a:lnTo>
                <a:lnTo>
                  <a:pt x="793" y="4437"/>
                </a:lnTo>
                <a:lnTo>
                  <a:pt x="793" y="4881"/>
                </a:lnTo>
                <a:lnTo>
                  <a:pt x="793" y="5502"/>
                </a:lnTo>
                <a:lnTo>
                  <a:pt x="793" y="5946"/>
                </a:lnTo>
                <a:lnTo>
                  <a:pt x="1110" y="6567"/>
                </a:lnTo>
                <a:lnTo>
                  <a:pt x="1110" y="7011"/>
                </a:lnTo>
                <a:lnTo>
                  <a:pt x="1110" y="7632"/>
                </a:lnTo>
                <a:lnTo>
                  <a:pt x="1110" y="8343"/>
                </a:lnTo>
                <a:lnTo>
                  <a:pt x="1110" y="8964"/>
                </a:lnTo>
                <a:lnTo>
                  <a:pt x="1586" y="9408"/>
                </a:lnTo>
                <a:lnTo>
                  <a:pt x="1586" y="10029"/>
                </a:lnTo>
                <a:lnTo>
                  <a:pt x="1586" y="10650"/>
                </a:lnTo>
                <a:lnTo>
                  <a:pt x="1586" y="11094"/>
                </a:lnTo>
                <a:lnTo>
                  <a:pt x="1904" y="11715"/>
                </a:lnTo>
                <a:lnTo>
                  <a:pt x="1904" y="12159"/>
                </a:lnTo>
                <a:lnTo>
                  <a:pt x="1904" y="12780"/>
                </a:lnTo>
                <a:lnTo>
                  <a:pt x="1904" y="13224"/>
                </a:lnTo>
                <a:lnTo>
                  <a:pt x="1904" y="13934"/>
                </a:lnTo>
                <a:lnTo>
                  <a:pt x="1904" y="14289"/>
                </a:lnTo>
                <a:lnTo>
                  <a:pt x="1904" y="14999"/>
                </a:lnTo>
                <a:lnTo>
                  <a:pt x="1904" y="15354"/>
                </a:lnTo>
                <a:lnTo>
                  <a:pt x="1904" y="15798"/>
                </a:lnTo>
                <a:lnTo>
                  <a:pt x="1904" y="16508"/>
                </a:lnTo>
                <a:lnTo>
                  <a:pt x="2221" y="16863"/>
                </a:lnTo>
                <a:lnTo>
                  <a:pt x="2221" y="17573"/>
                </a:lnTo>
                <a:lnTo>
                  <a:pt x="2221" y="17928"/>
                </a:lnTo>
                <a:lnTo>
                  <a:pt x="2221" y="18638"/>
                </a:lnTo>
                <a:lnTo>
                  <a:pt x="2221" y="19082"/>
                </a:lnTo>
                <a:lnTo>
                  <a:pt x="2697" y="19703"/>
                </a:lnTo>
                <a:lnTo>
                  <a:pt x="2697" y="20147"/>
                </a:lnTo>
                <a:lnTo>
                  <a:pt x="2697" y="20502"/>
                </a:lnTo>
                <a:lnTo>
                  <a:pt x="2697" y="21212"/>
                </a:lnTo>
                <a:lnTo>
                  <a:pt x="3015" y="21656"/>
                </a:lnTo>
                <a:lnTo>
                  <a:pt x="3015" y="22277"/>
                </a:lnTo>
                <a:lnTo>
                  <a:pt x="3015" y="22721"/>
                </a:lnTo>
                <a:lnTo>
                  <a:pt x="3015" y="23342"/>
                </a:lnTo>
                <a:lnTo>
                  <a:pt x="3015" y="23520"/>
                </a:lnTo>
                <a:lnTo>
                  <a:pt x="3491" y="24230"/>
                </a:lnTo>
                <a:lnTo>
                  <a:pt x="3491" y="24851"/>
                </a:lnTo>
                <a:lnTo>
                  <a:pt x="3491" y="25295"/>
                </a:lnTo>
                <a:lnTo>
                  <a:pt x="3491" y="25650"/>
                </a:lnTo>
                <a:lnTo>
                  <a:pt x="3491" y="26094"/>
                </a:lnTo>
                <a:lnTo>
                  <a:pt x="3808" y="26804"/>
                </a:lnTo>
                <a:lnTo>
                  <a:pt x="3808" y="27159"/>
                </a:lnTo>
                <a:lnTo>
                  <a:pt x="3808" y="27602"/>
                </a:lnTo>
                <a:lnTo>
                  <a:pt x="3808" y="28224"/>
                </a:lnTo>
                <a:lnTo>
                  <a:pt x="3808" y="28668"/>
                </a:lnTo>
                <a:lnTo>
                  <a:pt x="4284" y="29111"/>
                </a:lnTo>
                <a:lnTo>
                  <a:pt x="4284" y="29555"/>
                </a:lnTo>
                <a:lnTo>
                  <a:pt x="4284" y="30176"/>
                </a:lnTo>
                <a:lnTo>
                  <a:pt x="4284" y="30620"/>
                </a:lnTo>
                <a:lnTo>
                  <a:pt x="4284" y="31064"/>
                </a:lnTo>
                <a:lnTo>
                  <a:pt x="4284" y="31685"/>
                </a:lnTo>
                <a:lnTo>
                  <a:pt x="4284" y="31863"/>
                </a:lnTo>
                <a:lnTo>
                  <a:pt x="4284" y="32573"/>
                </a:lnTo>
                <a:lnTo>
                  <a:pt x="4284" y="33017"/>
                </a:lnTo>
                <a:lnTo>
                  <a:pt x="4601" y="33372"/>
                </a:lnTo>
                <a:lnTo>
                  <a:pt x="4601" y="34082"/>
                </a:lnTo>
                <a:lnTo>
                  <a:pt x="4601" y="34259"/>
                </a:lnTo>
                <a:lnTo>
                  <a:pt x="4601" y="34880"/>
                </a:lnTo>
                <a:lnTo>
                  <a:pt x="4601" y="35324"/>
                </a:lnTo>
                <a:lnTo>
                  <a:pt x="4919" y="35768"/>
                </a:lnTo>
                <a:lnTo>
                  <a:pt x="4919" y="36389"/>
                </a:lnTo>
                <a:lnTo>
                  <a:pt x="4919" y="36656"/>
                </a:lnTo>
                <a:lnTo>
                  <a:pt x="4919" y="37277"/>
                </a:lnTo>
                <a:lnTo>
                  <a:pt x="4919" y="37721"/>
                </a:lnTo>
                <a:lnTo>
                  <a:pt x="5395" y="38164"/>
                </a:lnTo>
                <a:lnTo>
                  <a:pt x="5395" y="38519"/>
                </a:lnTo>
                <a:lnTo>
                  <a:pt x="5395" y="38963"/>
                </a:lnTo>
                <a:lnTo>
                  <a:pt x="5395" y="39407"/>
                </a:lnTo>
                <a:lnTo>
                  <a:pt x="5395" y="40028"/>
                </a:lnTo>
                <a:lnTo>
                  <a:pt x="5712" y="40295"/>
                </a:lnTo>
                <a:lnTo>
                  <a:pt x="5712" y="40916"/>
                </a:lnTo>
                <a:lnTo>
                  <a:pt x="5712" y="41360"/>
                </a:lnTo>
                <a:lnTo>
                  <a:pt x="5712" y="41537"/>
                </a:lnTo>
                <a:lnTo>
                  <a:pt x="6188" y="42203"/>
                </a:lnTo>
                <a:lnTo>
                  <a:pt x="6188" y="42416"/>
                </a:lnTo>
                <a:lnTo>
                  <a:pt x="6188" y="43055"/>
                </a:lnTo>
                <a:lnTo>
                  <a:pt x="6188" y="43490"/>
                </a:lnTo>
                <a:lnTo>
                  <a:pt x="6188" y="43703"/>
                </a:lnTo>
                <a:lnTo>
                  <a:pt x="6188" y="44342"/>
                </a:lnTo>
                <a:lnTo>
                  <a:pt x="6188" y="44768"/>
                </a:lnTo>
                <a:lnTo>
                  <a:pt x="6188" y="45203"/>
                </a:lnTo>
                <a:lnTo>
                  <a:pt x="6188" y="45629"/>
                </a:lnTo>
                <a:lnTo>
                  <a:pt x="6188" y="46055"/>
                </a:lnTo>
                <a:lnTo>
                  <a:pt x="6506" y="46490"/>
                </a:lnTo>
                <a:lnTo>
                  <a:pt x="6506" y="46916"/>
                </a:lnTo>
                <a:lnTo>
                  <a:pt x="6506" y="47129"/>
                </a:lnTo>
                <a:lnTo>
                  <a:pt x="6506" y="47564"/>
                </a:lnTo>
                <a:lnTo>
                  <a:pt x="6506" y="48203"/>
                </a:lnTo>
                <a:lnTo>
                  <a:pt x="6823" y="48416"/>
                </a:lnTo>
                <a:lnTo>
                  <a:pt x="6823" y="48842"/>
                </a:lnTo>
                <a:lnTo>
                  <a:pt x="6823" y="49490"/>
                </a:lnTo>
                <a:lnTo>
                  <a:pt x="6823" y="49703"/>
                </a:lnTo>
                <a:lnTo>
                  <a:pt x="7299" y="50129"/>
                </a:lnTo>
                <a:lnTo>
                  <a:pt x="7299" y="50564"/>
                </a:lnTo>
                <a:lnTo>
                  <a:pt x="7299" y="50777"/>
                </a:lnTo>
                <a:lnTo>
                  <a:pt x="7299" y="51416"/>
                </a:lnTo>
                <a:lnTo>
                  <a:pt x="7299" y="51851"/>
                </a:lnTo>
                <a:lnTo>
                  <a:pt x="7616" y="52064"/>
                </a:lnTo>
                <a:lnTo>
                  <a:pt x="7616" y="52490"/>
                </a:lnTo>
                <a:lnTo>
                  <a:pt x="7616" y="52924"/>
                </a:lnTo>
                <a:lnTo>
                  <a:pt x="7616" y="53351"/>
                </a:lnTo>
                <a:lnTo>
                  <a:pt x="7616" y="53777"/>
                </a:lnTo>
                <a:lnTo>
                  <a:pt x="8093" y="54203"/>
                </a:lnTo>
                <a:lnTo>
                  <a:pt x="8093" y="54424"/>
                </a:lnTo>
                <a:lnTo>
                  <a:pt x="8093" y="54850"/>
                </a:lnTo>
                <a:lnTo>
                  <a:pt x="8093" y="55277"/>
                </a:lnTo>
                <a:lnTo>
                  <a:pt x="8093" y="55490"/>
                </a:lnTo>
                <a:lnTo>
                  <a:pt x="8410" y="55924"/>
                </a:lnTo>
                <a:lnTo>
                  <a:pt x="8410" y="56350"/>
                </a:lnTo>
                <a:lnTo>
                  <a:pt x="8410" y="56563"/>
                </a:lnTo>
                <a:lnTo>
                  <a:pt x="8410" y="57211"/>
                </a:lnTo>
                <a:lnTo>
                  <a:pt x="8410" y="57637"/>
                </a:lnTo>
                <a:lnTo>
                  <a:pt x="8410" y="57850"/>
                </a:lnTo>
                <a:lnTo>
                  <a:pt x="8410" y="58276"/>
                </a:lnTo>
                <a:lnTo>
                  <a:pt x="8410" y="58711"/>
                </a:lnTo>
                <a:lnTo>
                  <a:pt x="8410" y="58924"/>
                </a:lnTo>
                <a:lnTo>
                  <a:pt x="8886" y="59350"/>
                </a:lnTo>
                <a:lnTo>
                  <a:pt x="8886" y="59785"/>
                </a:lnTo>
                <a:lnTo>
                  <a:pt x="8886" y="60211"/>
                </a:lnTo>
                <a:lnTo>
                  <a:pt x="8886" y="60424"/>
                </a:lnTo>
                <a:lnTo>
                  <a:pt x="8886" y="60850"/>
                </a:lnTo>
                <a:lnTo>
                  <a:pt x="9203" y="61072"/>
                </a:lnTo>
                <a:lnTo>
                  <a:pt x="9203" y="61285"/>
                </a:lnTo>
                <a:lnTo>
                  <a:pt x="9203" y="61711"/>
                </a:lnTo>
                <a:lnTo>
                  <a:pt x="9203" y="62137"/>
                </a:lnTo>
                <a:lnTo>
                  <a:pt x="9203" y="62572"/>
                </a:lnTo>
                <a:lnTo>
                  <a:pt x="9521" y="62785"/>
                </a:lnTo>
                <a:lnTo>
                  <a:pt x="9521" y="63211"/>
                </a:lnTo>
                <a:lnTo>
                  <a:pt x="9521" y="63637"/>
                </a:lnTo>
                <a:lnTo>
                  <a:pt x="9521" y="63859"/>
                </a:lnTo>
                <a:lnTo>
                  <a:pt x="9997" y="64285"/>
                </a:lnTo>
                <a:lnTo>
                  <a:pt x="9997" y="64498"/>
                </a:lnTo>
                <a:lnTo>
                  <a:pt x="9997" y="64924"/>
                </a:lnTo>
                <a:lnTo>
                  <a:pt x="9997" y="65146"/>
                </a:lnTo>
                <a:lnTo>
                  <a:pt x="9997" y="65572"/>
                </a:lnTo>
                <a:lnTo>
                  <a:pt x="10314" y="65998"/>
                </a:lnTo>
                <a:lnTo>
                  <a:pt x="10314" y="66433"/>
                </a:lnTo>
                <a:lnTo>
                  <a:pt x="10314" y="66859"/>
                </a:lnTo>
                <a:lnTo>
                  <a:pt x="10314" y="67285"/>
                </a:lnTo>
                <a:lnTo>
                  <a:pt x="10314" y="67498"/>
                </a:lnTo>
                <a:lnTo>
                  <a:pt x="10314" y="67711"/>
                </a:lnTo>
                <a:lnTo>
                  <a:pt x="10314" y="68146"/>
                </a:lnTo>
                <a:lnTo>
                  <a:pt x="10314" y="68359"/>
                </a:lnTo>
                <a:lnTo>
                  <a:pt x="10314" y="68572"/>
                </a:lnTo>
                <a:lnTo>
                  <a:pt x="10790" y="68998"/>
                </a:lnTo>
                <a:lnTo>
                  <a:pt x="10790" y="69433"/>
                </a:lnTo>
                <a:lnTo>
                  <a:pt x="10790" y="69646"/>
                </a:lnTo>
                <a:lnTo>
                  <a:pt x="10790" y="69859"/>
                </a:lnTo>
                <a:lnTo>
                  <a:pt x="11108" y="70285"/>
                </a:lnTo>
                <a:lnTo>
                  <a:pt x="11108" y="70720"/>
                </a:lnTo>
                <a:lnTo>
                  <a:pt x="11108" y="71146"/>
                </a:lnTo>
                <a:lnTo>
                  <a:pt x="11108" y="71359"/>
                </a:lnTo>
                <a:lnTo>
                  <a:pt x="11425" y="71785"/>
                </a:lnTo>
                <a:lnTo>
                  <a:pt x="11425" y="72007"/>
                </a:lnTo>
                <a:lnTo>
                  <a:pt x="11425" y="72220"/>
                </a:lnTo>
                <a:lnTo>
                  <a:pt x="11425" y="72646"/>
                </a:lnTo>
                <a:lnTo>
                  <a:pt x="11425" y="72859"/>
                </a:lnTo>
                <a:lnTo>
                  <a:pt x="11901" y="73294"/>
                </a:lnTo>
                <a:lnTo>
                  <a:pt x="11901" y="73720"/>
                </a:lnTo>
                <a:lnTo>
                  <a:pt x="11901" y="74146"/>
                </a:lnTo>
                <a:lnTo>
                  <a:pt x="11901" y="74359"/>
                </a:lnTo>
                <a:lnTo>
                  <a:pt x="12218" y="74581"/>
                </a:lnTo>
                <a:lnTo>
                  <a:pt x="12218" y="74794"/>
                </a:lnTo>
                <a:lnTo>
                  <a:pt x="12218" y="75220"/>
                </a:lnTo>
                <a:lnTo>
                  <a:pt x="12218" y="75433"/>
                </a:lnTo>
                <a:lnTo>
                  <a:pt x="12694" y="75646"/>
                </a:lnTo>
                <a:lnTo>
                  <a:pt x="12694" y="75868"/>
                </a:lnTo>
                <a:lnTo>
                  <a:pt x="12694" y="76081"/>
                </a:lnTo>
                <a:lnTo>
                  <a:pt x="12694" y="76507"/>
                </a:lnTo>
                <a:lnTo>
                  <a:pt x="12694" y="76720"/>
                </a:lnTo>
                <a:lnTo>
                  <a:pt x="12694" y="76933"/>
                </a:lnTo>
                <a:lnTo>
                  <a:pt x="12694" y="77146"/>
                </a:lnTo>
                <a:lnTo>
                  <a:pt x="12694" y="77368"/>
                </a:lnTo>
                <a:lnTo>
                  <a:pt x="12694" y="77794"/>
                </a:lnTo>
                <a:lnTo>
                  <a:pt x="12694" y="78007"/>
                </a:lnTo>
                <a:lnTo>
                  <a:pt x="13012" y="78220"/>
                </a:lnTo>
                <a:lnTo>
                  <a:pt x="13012" y="78433"/>
                </a:lnTo>
                <a:lnTo>
                  <a:pt x="13012" y="78655"/>
                </a:lnTo>
                <a:lnTo>
                  <a:pt x="13012" y="79081"/>
                </a:lnTo>
                <a:lnTo>
                  <a:pt x="13329" y="79294"/>
                </a:lnTo>
                <a:lnTo>
                  <a:pt x="13329" y="79720"/>
                </a:lnTo>
                <a:lnTo>
                  <a:pt x="13329" y="79942"/>
                </a:lnTo>
                <a:lnTo>
                  <a:pt x="13329" y="80155"/>
                </a:lnTo>
                <a:lnTo>
                  <a:pt x="13805" y="80368"/>
                </a:lnTo>
                <a:lnTo>
                  <a:pt x="13805" y="80581"/>
                </a:lnTo>
                <a:lnTo>
                  <a:pt x="13805" y="80794"/>
                </a:lnTo>
              </a:path>
            </a:pathLst>
          </a:custGeom>
          <a:ln w="192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6309014" y="3734190"/>
            <a:ext cx="13329" cy="13295"/>
          </a:xfrm>
          <a:custGeom>
            <a:avLst/>
            <a:gdLst/>
            <a:ahLst/>
            <a:cxnLst/>
            <a:rect l="l" t="t" r="r" b="b"/>
            <a:pathLst>
              <a:path w="13329" h="13295">
                <a:moveTo>
                  <a:pt x="0" y="0"/>
                </a:moveTo>
                <a:lnTo>
                  <a:pt x="0" y="213"/>
                </a:lnTo>
                <a:lnTo>
                  <a:pt x="0" y="426"/>
                </a:lnTo>
                <a:lnTo>
                  <a:pt x="317" y="647"/>
                </a:lnTo>
                <a:lnTo>
                  <a:pt x="317" y="860"/>
                </a:lnTo>
                <a:lnTo>
                  <a:pt x="317" y="1073"/>
                </a:lnTo>
                <a:lnTo>
                  <a:pt x="317" y="1286"/>
                </a:lnTo>
                <a:lnTo>
                  <a:pt x="317" y="1499"/>
                </a:lnTo>
                <a:lnTo>
                  <a:pt x="793" y="1712"/>
                </a:lnTo>
                <a:lnTo>
                  <a:pt x="793" y="1934"/>
                </a:lnTo>
                <a:lnTo>
                  <a:pt x="793" y="2147"/>
                </a:lnTo>
                <a:lnTo>
                  <a:pt x="793" y="2360"/>
                </a:lnTo>
                <a:lnTo>
                  <a:pt x="793" y="2573"/>
                </a:lnTo>
                <a:lnTo>
                  <a:pt x="793" y="2786"/>
                </a:lnTo>
                <a:lnTo>
                  <a:pt x="793" y="2999"/>
                </a:lnTo>
                <a:lnTo>
                  <a:pt x="793" y="3221"/>
                </a:lnTo>
                <a:lnTo>
                  <a:pt x="1110" y="3434"/>
                </a:lnTo>
                <a:lnTo>
                  <a:pt x="1110" y="3860"/>
                </a:lnTo>
                <a:lnTo>
                  <a:pt x="1110" y="4073"/>
                </a:lnTo>
                <a:lnTo>
                  <a:pt x="1110" y="4286"/>
                </a:lnTo>
                <a:lnTo>
                  <a:pt x="1586" y="4508"/>
                </a:lnTo>
                <a:lnTo>
                  <a:pt x="1586" y="4721"/>
                </a:lnTo>
                <a:lnTo>
                  <a:pt x="1586" y="4934"/>
                </a:lnTo>
                <a:lnTo>
                  <a:pt x="1586" y="5147"/>
                </a:lnTo>
                <a:lnTo>
                  <a:pt x="1586" y="5360"/>
                </a:lnTo>
                <a:lnTo>
                  <a:pt x="1904" y="5360"/>
                </a:lnTo>
                <a:lnTo>
                  <a:pt x="1904" y="5573"/>
                </a:lnTo>
                <a:lnTo>
                  <a:pt x="1904" y="5786"/>
                </a:lnTo>
                <a:lnTo>
                  <a:pt x="1904" y="6008"/>
                </a:lnTo>
                <a:lnTo>
                  <a:pt x="2221" y="6221"/>
                </a:lnTo>
                <a:lnTo>
                  <a:pt x="2221" y="6434"/>
                </a:lnTo>
                <a:lnTo>
                  <a:pt x="2221" y="6647"/>
                </a:lnTo>
                <a:lnTo>
                  <a:pt x="2697" y="6860"/>
                </a:lnTo>
                <a:lnTo>
                  <a:pt x="2697" y="7073"/>
                </a:lnTo>
                <a:lnTo>
                  <a:pt x="2697" y="7295"/>
                </a:lnTo>
                <a:lnTo>
                  <a:pt x="2697" y="7508"/>
                </a:lnTo>
                <a:lnTo>
                  <a:pt x="3015" y="7721"/>
                </a:lnTo>
                <a:lnTo>
                  <a:pt x="3015" y="7934"/>
                </a:lnTo>
                <a:lnTo>
                  <a:pt x="3015" y="8147"/>
                </a:lnTo>
                <a:lnTo>
                  <a:pt x="3015" y="8360"/>
                </a:lnTo>
                <a:lnTo>
                  <a:pt x="3015" y="8582"/>
                </a:lnTo>
                <a:lnTo>
                  <a:pt x="3015" y="8795"/>
                </a:lnTo>
                <a:lnTo>
                  <a:pt x="3015" y="9008"/>
                </a:lnTo>
                <a:lnTo>
                  <a:pt x="3491" y="9008"/>
                </a:lnTo>
                <a:lnTo>
                  <a:pt x="3491" y="9221"/>
                </a:lnTo>
                <a:lnTo>
                  <a:pt x="3491" y="9434"/>
                </a:lnTo>
                <a:lnTo>
                  <a:pt x="3808" y="9434"/>
                </a:lnTo>
                <a:lnTo>
                  <a:pt x="3808" y="9647"/>
                </a:lnTo>
                <a:lnTo>
                  <a:pt x="3808" y="9860"/>
                </a:lnTo>
                <a:lnTo>
                  <a:pt x="3808" y="10082"/>
                </a:lnTo>
                <a:lnTo>
                  <a:pt x="4125" y="10082"/>
                </a:lnTo>
                <a:lnTo>
                  <a:pt x="4125" y="10295"/>
                </a:lnTo>
                <a:lnTo>
                  <a:pt x="4125" y="10508"/>
                </a:lnTo>
                <a:lnTo>
                  <a:pt x="4601" y="10508"/>
                </a:lnTo>
                <a:lnTo>
                  <a:pt x="4601" y="10721"/>
                </a:lnTo>
                <a:lnTo>
                  <a:pt x="4601" y="10934"/>
                </a:lnTo>
                <a:lnTo>
                  <a:pt x="4919" y="11147"/>
                </a:lnTo>
                <a:lnTo>
                  <a:pt x="4919" y="11369"/>
                </a:lnTo>
                <a:lnTo>
                  <a:pt x="4919" y="11582"/>
                </a:lnTo>
                <a:lnTo>
                  <a:pt x="4919" y="11795"/>
                </a:lnTo>
                <a:lnTo>
                  <a:pt x="5395" y="11795"/>
                </a:lnTo>
                <a:lnTo>
                  <a:pt x="5395" y="12008"/>
                </a:lnTo>
                <a:lnTo>
                  <a:pt x="5395" y="12221"/>
                </a:lnTo>
                <a:lnTo>
                  <a:pt x="5712" y="12221"/>
                </a:lnTo>
                <a:lnTo>
                  <a:pt x="5712" y="12434"/>
                </a:lnTo>
                <a:lnTo>
                  <a:pt x="6188" y="12434"/>
                </a:lnTo>
                <a:lnTo>
                  <a:pt x="6506" y="12656"/>
                </a:lnTo>
                <a:lnTo>
                  <a:pt x="6506" y="12869"/>
                </a:lnTo>
                <a:lnTo>
                  <a:pt x="6823" y="12869"/>
                </a:lnTo>
                <a:lnTo>
                  <a:pt x="7299" y="13082"/>
                </a:lnTo>
                <a:lnTo>
                  <a:pt x="7616" y="13082"/>
                </a:lnTo>
                <a:lnTo>
                  <a:pt x="7616" y="13295"/>
                </a:lnTo>
                <a:lnTo>
                  <a:pt x="8093" y="13295"/>
                </a:lnTo>
                <a:lnTo>
                  <a:pt x="8093" y="13295"/>
                </a:lnTo>
                <a:lnTo>
                  <a:pt x="8093" y="13082"/>
                </a:lnTo>
                <a:lnTo>
                  <a:pt x="8410" y="13082"/>
                </a:lnTo>
                <a:lnTo>
                  <a:pt x="8727" y="13082"/>
                </a:lnTo>
                <a:lnTo>
                  <a:pt x="9203" y="12869"/>
                </a:lnTo>
                <a:lnTo>
                  <a:pt x="9203" y="12656"/>
                </a:lnTo>
                <a:lnTo>
                  <a:pt x="9521" y="12434"/>
                </a:lnTo>
                <a:lnTo>
                  <a:pt x="9997" y="12434"/>
                </a:lnTo>
                <a:lnTo>
                  <a:pt x="9997" y="12221"/>
                </a:lnTo>
                <a:lnTo>
                  <a:pt x="9997" y="12221"/>
                </a:lnTo>
                <a:lnTo>
                  <a:pt x="10314" y="12008"/>
                </a:lnTo>
                <a:lnTo>
                  <a:pt x="10314" y="11795"/>
                </a:lnTo>
                <a:lnTo>
                  <a:pt x="10790" y="11582"/>
                </a:lnTo>
                <a:lnTo>
                  <a:pt x="10790" y="11369"/>
                </a:lnTo>
                <a:lnTo>
                  <a:pt x="11108" y="11369"/>
                </a:lnTo>
                <a:lnTo>
                  <a:pt x="11108" y="11369"/>
                </a:lnTo>
                <a:lnTo>
                  <a:pt x="11108" y="10508"/>
                </a:lnTo>
                <a:lnTo>
                  <a:pt x="11425" y="10295"/>
                </a:lnTo>
                <a:lnTo>
                  <a:pt x="11425" y="10082"/>
                </a:lnTo>
                <a:lnTo>
                  <a:pt x="11901" y="9860"/>
                </a:lnTo>
                <a:lnTo>
                  <a:pt x="11901" y="9647"/>
                </a:lnTo>
                <a:lnTo>
                  <a:pt x="11901" y="9434"/>
                </a:lnTo>
                <a:lnTo>
                  <a:pt x="12218" y="9221"/>
                </a:lnTo>
                <a:lnTo>
                  <a:pt x="12218" y="9008"/>
                </a:lnTo>
                <a:lnTo>
                  <a:pt x="12218" y="8795"/>
                </a:lnTo>
                <a:lnTo>
                  <a:pt x="12694" y="8795"/>
                </a:lnTo>
                <a:lnTo>
                  <a:pt x="12694" y="8582"/>
                </a:lnTo>
                <a:lnTo>
                  <a:pt x="12694" y="8360"/>
                </a:lnTo>
                <a:lnTo>
                  <a:pt x="12694" y="8147"/>
                </a:lnTo>
                <a:lnTo>
                  <a:pt x="13012" y="8147"/>
                </a:lnTo>
                <a:lnTo>
                  <a:pt x="13012" y="7934"/>
                </a:lnTo>
                <a:lnTo>
                  <a:pt x="13012" y="7721"/>
                </a:lnTo>
                <a:lnTo>
                  <a:pt x="13012" y="7508"/>
                </a:lnTo>
                <a:lnTo>
                  <a:pt x="13329" y="7295"/>
                </a:lnTo>
                <a:lnTo>
                  <a:pt x="13329" y="7073"/>
                </a:lnTo>
                <a:lnTo>
                  <a:pt x="13329" y="6860"/>
                </a:lnTo>
                <a:lnTo>
                  <a:pt x="13329" y="6647"/>
                </a:lnTo>
                <a:lnTo>
                  <a:pt x="13329" y="6434"/>
                </a:lnTo>
              </a:path>
            </a:pathLst>
          </a:custGeom>
          <a:ln w="1522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6322344" y="3668751"/>
            <a:ext cx="13805" cy="71874"/>
          </a:xfrm>
          <a:custGeom>
            <a:avLst/>
            <a:gdLst/>
            <a:ahLst/>
            <a:cxnLst/>
            <a:rect l="l" t="t" r="r" b="b"/>
            <a:pathLst>
              <a:path w="13805" h="71874">
                <a:moveTo>
                  <a:pt x="0" y="71874"/>
                </a:moveTo>
                <a:lnTo>
                  <a:pt x="0" y="71661"/>
                </a:lnTo>
                <a:lnTo>
                  <a:pt x="0" y="71448"/>
                </a:lnTo>
                <a:lnTo>
                  <a:pt x="0" y="71226"/>
                </a:lnTo>
                <a:lnTo>
                  <a:pt x="476" y="71226"/>
                </a:lnTo>
                <a:lnTo>
                  <a:pt x="476" y="71013"/>
                </a:lnTo>
                <a:lnTo>
                  <a:pt x="476" y="70800"/>
                </a:lnTo>
                <a:lnTo>
                  <a:pt x="793" y="70587"/>
                </a:lnTo>
                <a:lnTo>
                  <a:pt x="793" y="70374"/>
                </a:lnTo>
                <a:lnTo>
                  <a:pt x="793" y="70161"/>
                </a:lnTo>
                <a:lnTo>
                  <a:pt x="793" y="69948"/>
                </a:lnTo>
                <a:lnTo>
                  <a:pt x="793" y="69726"/>
                </a:lnTo>
                <a:lnTo>
                  <a:pt x="1269" y="69726"/>
                </a:lnTo>
                <a:lnTo>
                  <a:pt x="1269" y="69513"/>
                </a:lnTo>
                <a:lnTo>
                  <a:pt x="1269" y="69087"/>
                </a:lnTo>
                <a:lnTo>
                  <a:pt x="1269" y="68874"/>
                </a:lnTo>
                <a:lnTo>
                  <a:pt x="1269" y="68661"/>
                </a:lnTo>
                <a:lnTo>
                  <a:pt x="1586" y="68439"/>
                </a:lnTo>
                <a:lnTo>
                  <a:pt x="1586" y="68226"/>
                </a:lnTo>
                <a:lnTo>
                  <a:pt x="1586" y="68013"/>
                </a:lnTo>
                <a:lnTo>
                  <a:pt x="1586" y="67800"/>
                </a:lnTo>
                <a:lnTo>
                  <a:pt x="1904" y="67587"/>
                </a:lnTo>
                <a:lnTo>
                  <a:pt x="1904" y="67374"/>
                </a:lnTo>
                <a:lnTo>
                  <a:pt x="1904" y="67152"/>
                </a:lnTo>
                <a:lnTo>
                  <a:pt x="1904" y="66939"/>
                </a:lnTo>
                <a:lnTo>
                  <a:pt x="1904" y="66726"/>
                </a:lnTo>
                <a:lnTo>
                  <a:pt x="1904" y="66513"/>
                </a:lnTo>
                <a:lnTo>
                  <a:pt x="1904" y="66087"/>
                </a:lnTo>
                <a:lnTo>
                  <a:pt x="1904" y="65865"/>
                </a:lnTo>
                <a:lnTo>
                  <a:pt x="2380" y="65652"/>
                </a:lnTo>
                <a:lnTo>
                  <a:pt x="2380" y="65226"/>
                </a:lnTo>
                <a:lnTo>
                  <a:pt x="2380" y="65013"/>
                </a:lnTo>
                <a:lnTo>
                  <a:pt x="2380" y="64800"/>
                </a:lnTo>
                <a:lnTo>
                  <a:pt x="2697" y="64365"/>
                </a:lnTo>
                <a:lnTo>
                  <a:pt x="2697" y="64152"/>
                </a:lnTo>
                <a:lnTo>
                  <a:pt x="2697" y="63939"/>
                </a:lnTo>
                <a:lnTo>
                  <a:pt x="2697" y="63726"/>
                </a:lnTo>
                <a:lnTo>
                  <a:pt x="2697" y="63513"/>
                </a:lnTo>
                <a:lnTo>
                  <a:pt x="3173" y="63300"/>
                </a:lnTo>
                <a:lnTo>
                  <a:pt x="3173" y="62865"/>
                </a:lnTo>
                <a:lnTo>
                  <a:pt x="3173" y="62652"/>
                </a:lnTo>
                <a:lnTo>
                  <a:pt x="3173" y="62439"/>
                </a:lnTo>
                <a:lnTo>
                  <a:pt x="3491" y="62226"/>
                </a:lnTo>
                <a:lnTo>
                  <a:pt x="3491" y="62013"/>
                </a:lnTo>
                <a:lnTo>
                  <a:pt x="3491" y="61578"/>
                </a:lnTo>
                <a:lnTo>
                  <a:pt x="3491" y="61365"/>
                </a:lnTo>
                <a:lnTo>
                  <a:pt x="3491" y="61152"/>
                </a:lnTo>
                <a:lnTo>
                  <a:pt x="3967" y="60939"/>
                </a:lnTo>
                <a:lnTo>
                  <a:pt x="3967" y="60513"/>
                </a:lnTo>
                <a:lnTo>
                  <a:pt x="3967" y="60291"/>
                </a:lnTo>
                <a:lnTo>
                  <a:pt x="3967" y="60078"/>
                </a:lnTo>
                <a:lnTo>
                  <a:pt x="3967" y="59865"/>
                </a:lnTo>
                <a:lnTo>
                  <a:pt x="4284" y="59439"/>
                </a:lnTo>
                <a:lnTo>
                  <a:pt x="4284" y="59226"/>
                </a:lnTo>
                <a:lnTo>
                  <a:pt x="4284" y="59004"/>
                </a:lnTo>
                <a:lnTo>
                  <a:pt x="4284" y="58791"/>
                </a:lnTo>
                <a:lnTo>
                  <a:pt x="4284" y="58365"/>
                </a:lnTo>
                <a:lnTo>
                  <a:pt x="4284" y="58152"/>
                </a:lnTo>
                <a:lnTo>
                  <a:pt x="4284" y="57939"/>
                </a:lnTo>
                <a:lnTo>
                  <a:pt x="4284" y="57717"/>
                </a:lnTo>
                <a:lnTo>
                  <a:pt x="4284" y="57291"/>
                </a:lnTo>
                <a:lnTo>
                  <a:pt x="4601" y="56865"/>
                </a:lnTo>
                <a:lnTo>
                  <a:pt x="4601" y="56652"/>
                </a:lnTo>
                <a:lnTo>
                  <a:pt x="4601" y="56430"/>
                </a:lnTo>
                <a:lnTo>
                  <a:pt x="4601" y="56004"/>
                </a:lnTo>
                <a:lnTo>
                  <a:pt x="4601" y="55791"/>
                </a:lnTo>
                <a:lnTo>
                  <a:pt x="5077" y="55365"/>
                </a:lnTo>
                <a:lnTo>
                  <a:pt x="5077" y="55152"/>
                </a:lnTo>
                <a:lnTo>
                  <a:pt x="5077" y="54930"/>
                </a:lnTo>
                <a:lnTo>
                  <a:pt x="5077" y="54504"/>
                </a:lnTo>
                <a:lnTo>
                  <a:pt x="5077" y="54291"/>
                </a:lnTo>
                <a:lnTo>
                  <a:pt x="5395" y="54078"/>
                </a:lnTo>
                <a:lnTo>
                  <a:pt x="5395" y="53643"/>
                </a:lnTo>
                <a:lnTo>
                  <a:pt x="5395" y="53217"/>
                </a:lnTo>
                <a:lnTo>
                  <a:pt x="5395" y="53004"/>
                </a:lnTo>
                <a:lnTo>
                  <a:pt x="5395" y="52791"/>
                </a:lnTo>
                <a:lnTo>
                  <a:pt x="5871" y="52356"/>
                </a:lnTo>
                <a:lnTo>
                  <a:pt x="5871" y="51930"/>
                </a:lnTo>
                <a:lnTo>
                  <a:pt x="5871" y="51717"/>
                </a:lnTo>
                <a:lnTo>
                  <a:pt x="5871" y="51504"/>
                </a:lnTo>
                <a:lnTo>
                  <a:pt x="6188" y="51078"/>
                </a:lnTo>
                <a:lnTo>
                  <a:pt x="6188" y="50643"/>
                </a:lnTo>
                <a:lnTo>
                  <a:pt x="6188" y="50430"/>
                </a:lnTo>
                <a:lnTo>
                  <a:pt x="6188" y="50004"/>
                </a:lnTo>
                <a:lnTo>
                  <a:pt x="6188" y="49570"/>
                </a:lnTo>
                <a:lnTo>
                  <a:pt x="6188" y="49357"/>
                </a:lnTo>
                <a:lnTo>
                  <a:pt x="6188" y="49143"/>
                </a:lnTo>
                <a:lnTo>
                  <a:pt x="6188" y="48717"/>
                </a:lnTo>
                <a:lnTo>
                  <a:pt x="6188" y="48283"/>
                </a:lnTo>
                <a:lnTo>
                  <a:pt x="6188" y="48070"/>
                </a:lnTo>
                <a:lnTo>
                  <a:pt x="6506" y="47644"/>
                </a:lnTo>
                <a:lnTo>
                  <a:pt x="6506" y="47217"/>
                </a:lnTo>
                <a:lnTo>
                  <a:pt x="6506" y="46996"/>
                </a:lnTo>
                <a:lnTo>
                  <a:pt x="6506" y="46570"/>
                </a:lnTo>
                <a:lnTo>
                  <a:pt x="6506" y="46144"/>
                </a:lnTo>
                <a:lnTo>
                  <a:pt x="6982" y="45931"/>
                </a:lnTo>
                <a:lnTo>
                  <a:pt x="6982" y="45496"/>
                </a:lnTo>
                <a:lnTo>
                  <a:pt x="6982" y="45070"/>
                </a:lnTo>
                <a:lnTo>
                  <a:pt x="6982" y="44857"/>
                </a:lnTo>
                <a:lnTo>
                  <a:pt x="6982" y="44431"/>
                </a:lnTo>
                <a:lnTo>
                  <a:pt x="7299" y="43996"/>
                </a:lnTo>
                <a:lnTo>
                  <a:pt x="7299" y="43570"/>
                </a:lnTo>
                <a:lnTo>
                  <a:pt x="7299" y="43357"/>
                </a:lnTo>
                <a:lnTo>
                  <a:pt x="7299" y="42922"/>
                </a:lnTo>
                <a:lnTo>
                  <a:pt x="7775" y="42496"/>
                </a:lnTo>
                <a:lnTo>
                  <a:pt x="7775" y="42283"/>
                </a:lnTo>
                <a:lnTo>
                  <a:pt x="7775" y="41857"/>
                </a:lnTo>
                <a:lnTo>
                  <a:pt x="7775" y="41422"/>
                </a:lnTo>
                <a:lnTo>
                  <a:pt x="7775" y="40996"/>
                </a:lnTo>
                <a:lnTo>
                  <a:pt x="8093" y="40570"/>
                </a:lnTo>
                <a:lnTo>
                  <a:pt x="8093" y="40135"/>
                </a:lnTo>
                <a:lnTo>
                  <a:pt x="8093" y="39922"/>
                </a:lnTo>
                <a:lnTo>
                  <a:pt x="8093" y="39496"/>
                </a:lnTo>
                <a:lnTo>
                  <a:pt x="8093" y="39070"/>
                </a:lnTo>
                <a:lnTo>
                  <a:pt x="8569" y="38635"/>
                </a:lnTo>
                <a:lnTo>
                  <a:pt x="8569" y="38209"/>
                </a:lnTo>
                <a:lnTo>
                  <a:pt x="8569" y="37783"/>
                </a:lnTo>
                <a:lnTo>
                  <a:pt x="8569" y="37570"/>
                </a:lnTo>
                <a:lnTo>
                  <a:pt x="8569" y="37135"/>
                </a:lnTo>
                <a:lnTo>
                  <a:pt x="8569" y="36496"/>
                </a:lnTo>
                <a:lnTo>
                  <a:pt x="8569" y="36283"/>
                </a:lnTo>
                <a:lnTo>
                  <a:pt x="8569" y="35848"/>
                </a:lnTo>
                <a:lnTo>
                  <a:pt x="8569" y="35422"/>
                </a:lnTo>
                <a:lnTo>
                  <a:pt x="8886" y="34996"/>
                </a:lnTo>
                <a:lnTo>
                  <a:pt x="8886" y="34561"/>
                </a:lnTo>
                <a:lnTo>
                  <a:pt x="8886" y="34135"/>
                </a:lnTo>
                <a:lnTo>
                  <a:pt x="8886" y="33709"/>
                </a:lnTo>
                <a:lnTo>
                  <a:pt x="8886" y="33274"/>
                </a:lnTo>
                <a:lnTo>
                  <a:pt x="9203" y="33061"/>
                </a:lnTo>
                <a:lnTo>
                  <a:pt x="9203" y="32422"/>
                </a:lnTo>
                <a:lnTo>
                  <a:pt x="9203" y="31987"/>
                </a:lnTo>
                <a:lnTo>
                  <a:pt x="9203" y="31774"/>
                </a:lnTo>
                <a:lnTo>
                  <a:pt x="9203" y="31135"/>
                </a:lnTo>
                <a:lnTo>
                  <a:pt x="9679" y="30700"/>
                </a:lnTo>
                <a:lnTo>
                  <a:pt x="9679" y="30487"/>
                </a:lnTo>
                <a:lnTo>
                  <a:pt x="9679" y="29848"/>
                </a:lnTo>
                <a:lnTo>
                  <a:pt x="9679" y="29413"/>
                </a:lnTo>
                <a:lnTo>
                  <a:pt x="9679" y="28987"/>
                </a:lnTo>
                <a:lnTo>
                  <a:pt x="9997" y="28561"/>
                </a:lnTo>
                <a:lnTo>
                  <a:pt x="9997" y="28135"/>
                </a:lnTo>
                <a:lnTo>
                  <a:pt x="9997" y="27700"/>
                </a:lnTo>
                <a:lnTo>
                  <a:pt x="9997" y="27061"/>
                </a:lnTo>
                <a:lnTo>
                  <a:pt x="10473" y="26848"/>
                </a:lnTo>
                <a:lnTo>
                  <a:pt x="10473" y="26182"/>
                </a:lnTo>
                <a:lnTo>
                  <a:pt x="10473" y="26005"/>
                </a:lnTo>
                <a:lnTo>
                  <a:pt x="10473" y="25384"/>
                </a:lnTo>
                <a:lnTo>
                  <a:pt x="10473" y="24940"/>
                </a:lnTo>
                <a:lnTo>
                  <a:pt x="10473" y="24496"/>
                </a:lnTo>
                <a:lnTo>
                  <a:pt x="10473" y="24052"/>
                </a:lnTo>
                <a:lnTo>
                  <a:pt x="10473" y="23608"/>
                </a:lnTo>
                <a:lnTo>
                  <a:pt x="10473" y="23165"/>
                </a:lnTo>
                <a:lnTo>
                  <a:pt x="10473" y="22543"/>
                </a:lnTo>
                <a:lnTo>
                  <a:pt x="10790" y="22100"/>
                </a:lnTo>
                <a:lnTo>
                  <a:pt x="10790" y="21656"/>
                </a:lnTo>
                <a:lnTo>
                  <a:pt x="10790" y="21301"/>
                </a:lnTo>
                <a:lnTo>
                  <a:pt x="10790" y="20857"/>
                </a:lnTo>
                <a:lnTo>
                  <a:pt x="10790" y="20236"/>
                </a:lnTo>
                <a:lnTo>
                  <a:pt x="11108" y="19792"/>
                </a:lnTo>
                <a:lnTo>
                  <a:pt x="11108" y="19348"/>
                </a:lnTo>
                <a:lnTo>
                  <a:pt x="11108" y="18904"/>
                </a:lnTo>
                <a:lnTo>
                  <a:pt x="11108" y="18283"/>
                </a:lnTo>
                <a:lnTo>
                  <a:pt x="11584" y="17839"/>
                </a:lnTo>
                <a:lnTo>
                  <a:pt x="11584" y="17396"/>
                </a:lnTo>
                <a:lnTo>
                  <a:pt x="11584" y="16774"/>
                </a:lnTo>
                <a:lnTo>
                  <a:pt x="11584" y="16508"/>
                </a:lnTo>
                <a:lnTo>
                  <a:pt x="11584" y="15887"/>
                </a:lnTo>
                <a:lnTo>
                  <a:pt x="11901" y="15265"/>
                </a:lnTo>
                <a:lnTo>
                  <a:pt x="11901" y="14822"/>
                </a:lnTo>
                <a:lnTo>
                  <a:pt x="11901" y="14378"/>
                </a:lnTo>
                <a:lnTo>
                  <a:pt x="11901" y="14023"/>
                </a:lnTo>
                <a:lnTo>
                  <a:pt x="11901" y="13313"/>
                </a:lnTo>
                <a:lnTo>
                  <a:pt x="12377" y="12869"/>
                </a:lnTo>
                <a:lnTo>
                  <a:pt x="12377" y="12248"/>
                </a:lnTo>
                <a:lnTo>
                  <a:pt x="12377" y="11804"/>
                </a:lnTo>
                <a:lnTo>
                  <a:pt x="12377" y="11449"/>
                </a:lnTo>
                <a:lnTo>
                  <a:pt x="12377" y="10739"/>
                </a:lnTo>
                <a:lnTo>
                  <a:pt x="12694" y="10295"/>
                </a:lnTo>
                <a:lnTo>
                  <a:pt x="12694" y="9674"/>
                </a:lnTo>
                <a:lnTo>
                  <a:pt x="12694" y="9230"/>
                </a:lnTo>
                <a:lnTo>
                  <a:pt x="12694" y="8609"/>
                </a:lnTo>
                <a:lnTo>
                  <a:pt x="12694" y="8165"/>
                </a:lnTo>
                <a:lnTo>
                  <a:pt x="12694" y="7721"/>
                </a:lnTo>
                <a:lnTo>
                  <a:pt x="12694" y="7100"/>
                </a:lnTo>
                <a:lnTo>
                  <a:pt x="12694" y="6656"/>
                </a:lnTo>
                <a:lnTo>
                  <a:pt x="12694" y="6035"/>
                </a:lnTo>
                <a:lnTo>
                  <a:pt x="13170" y="5591"/>
                </a:lnTo>
                <a:lnTo>
                  <a:pt x="13170" y="4970"/>
                </a:lnTo>
                <a:lnTo>
                  <a:pt x="13170" y="4526"/>
                </a:lnTo>
                <a:lnTo>
                  <a:pt x="13170" y="3905"/>
                </a:lnTo>
                <a:lnTo>
                  <a:pt x="13170" y="3461"/>
                </a:lnTo>
                <a:lnTo>
                  <a:pt x="13488" y="2840"/>
                </a:lnTo>
                <a:lnTo>
                  <a:pt x="13488" y="2396"/>
                </a:lnTo>
                <a:lnTo>
                  <a:pt x="13488" y="1775"/>
                </a:lnTo>
                <a:lnTo>
                  <a:pt x="13488" y="1153"/>
                </a:lnTo>
                <a:lnTo>
                  <a:pt x="13488" y="710"/>
                </a:lnTo>
                <a:lnTo>
                  <a:pt x="13805" y="0"/>
                </a:lnTo>
              </a:path>
            </a:pathLst>
          </a:custGeom>
          <a:ln w="1923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6336150" y="3522304"/>
            <a:ext cx="13488" cy="146446"/>
          </a:xfrm>
          <a:custGeom>
            <a:avLst/>
            <a:gdLst/>
            <a:ahLst/>
            <a:cxnLst/>
            <a:rect l="l" t="t" r="r" b="b"/>
            <a:pathLst>
              <a:path w="13488" h="146446">
                <a:moveTo>
                  <a:pt x="0" y="146446"/>
                </a:moveTo>
                <a:lnTo>
                  <a:pt x="0" y="146091"/>
                </a:lnTo>
                <a:lnTo>
                  <a:pt x="0" y="145381"/>
                </a:lnTo>
                <a:lnTo>
                  <a:pt x="0" y="145026"/>
                </a:lnTo>
                <a:lnTo>
                  <a:pt x="476" y="144316"/>
                </a:lnTo>
                <a:lnTo>
                  <a:pt x="476" y="143872"/>
                </a:lnTo>
                <a:lnTo>
                  <a:pt x="476" y="143074"/>
                </a:lnTo>
                <a:lnTo>
                  <a:pt x="476" y="142630"/>
                </a:lnTo>
                <a:lnTo>
                  <a:pt x="476" y="142009"/>
                </a:lnTo>
                <a:lnTo>
                  <a:pt x="793" y="141565"/>
                </a:lnTo>
                <a:lnTo>
                  <a:pt x="793" y="140943"/>
                </a:lnTo>
                <a:lnTo>
                  <a:pt x="793" y="140500"/>
                </a:lnTo>
                <a:lnTo>
                  <a:pt x="793" y="139878"/>
                </a:lnTo>
                <a:lnTo>
                  <a:pt x="793" y="139168"/>
                </a:lnTo>
                <a:lnTo>
                  <a:pt x="793" y="138547"/>
                </a:lnTo>
                <a:lnTo>
                  <a:pt x="793" y="138103"/>
                </a:lnTo>
                <a:lnTo>
                  <a:pt x="793" y="137482"/>
                </a:lnTo>
                <a:lnTo>
                  <a:pt x="793" y="137038"/>
                </a:lnTo>
                <a:lnTo>
                  <a:pt x="793" y="136239"/>
                </a:lnTo>
                <a:lnTo>
                  <a:pt x="1269" y="135796"/>
                </a:lnTo>
                <a:lnTo>
                  <a:pt x="1269" y="135086"/>
                </a:lnTo>
                <a:lnTo>
                  <a:pt x="1269" y="134731"/>
                </a:lnTo>
                <a:lnTo>
                  <a:pt x="1269" y="133843"/>
                </a:lnTo>
                <a:lnTo>
                  <a:pt x="1586" y="133399"/>
                </a:lnTo>
                <a:lnTo>
                  <a:pt x="1586" y="132778"/>
                </a:lnTo>
                <a:lnTo>
                  <a:pt x="1586" y="132157"/>
                </a:lnTo>
                <a:lnTo>
                  <a:pt x="1586" y="131447"/>
                </a:lnTo>
                <a:lnTo>
                  <a:pt x="1586" y="131092"/>
                </a:lnTo>
                <a:lnTo>
                  <a:pt x="1904" y="130204"/>
                </a:lnTo>
                <a:lnTo>
                  <a:pt x="1904" y="129760"/>
                </a:lnTo>
                <a:lnTo>
                  <a:pt x="1904" y="129139"/>
                </a:lnTo>
                <a:lnTo>
                  <a:pt x="1904" y="128518"/>
                </a:lnTo>
                <a:lnTo>
                  <a:pt x="1904" y="127808"/>
                </a:lnTo>
                <a:lnTo>
                  <a:pt x="2380" y="127364"/>
                </a:lnTo>
                <a:lnTo>
                  <a:pt x="2380" y="126565"/>
                </a:lnTo>
                <a:lnTo>
                  <a:pt x="2380" y="126121"/>
                </a:lnTo>
                <a:lnTo>
                  <a:pt x="2380" y="125234"/>
                </a:lnTo>
                <a:lnTo>
                  <a:pt x="2380" y="124790"/>
                </a:lnTo>
                <a:lnTo>
                  <a:pt x="2697" y="123991"/>
                </a:lnTo>
                <a:lnTo>
                  <a:pt x="2697" y="123547"/>
                </a:lnTo>
                <a:lnTo>
                  <a:pt x="2697" y="122926"/>
                </a:lnTo>
                <a:lnTo>
                  <a:pt x="2697" y="122216"/>
                </a:lnTo>
                <a:lnTo>
                  <a:pt x="2697" y="121595"/>
                </a:lnTo>
                <a:lnTo>
                  <a:pt x="2697" y="120973"/>
                </a:lnTo>
                <a:lnTo>
                  <a:pt x="2697" y="120530"/>
                </a:lnTo>
                <a:lnTo>
                  <a:pt x="2697" y="119642"/>
                </a:lnTo>
                <a:lnTo>
                  <a:pt x="2697" y="119287"/>
                </a:lnTo>
                <a:lnTo>
                  <a:pt x="3173" y="118400"/>
                </a:lnTo>
                <a:lnTo>
                  <a:pt x="3173" y="117778"/>
                </a:lnTo>
                <a:lnTo>
                  <a:pt x="3173" y="117068"/>
                </a:lnTo>
                <a:lnTo>
                  <a:pt x="3173" y="116447"/>
                </a:lnTo>
                <a:lnTo>
                  <a:pt x="3173" y="115826"/>
                </a:lnTo>
                <a:lnTo>
                  <a:pt x="3491" y="115204"/>
                </a:lnTo>
                <a:lnTo>
                  <a:pt x="3491" y="114583"/>
                </a:lnTo>
                <a:lnTo>
                  <a:pt x="3491" y="113873"/>
                </a:lnTo>
                <a:lnTo>
                  <a:pt x="3491" y="113252"/>
                </a:lnTo>
                <a:lnTo>
                  <a:pt x="3491" y="112630"/>
                </a:lnTo>
                <a:lnTo>
                  <a:pt x="3808" y="112009"/>
                </a:lnTo>
                <a:lnTo>
                  <a:pt x="3808" y="111122"/>
                </a:lnTo>
                <a:lnTo>
                  <a:pt x="3808" y="110678"/>
                </a:lnTo>
                <a:lnTo>
                  <a:pt x="3808" y="109790"/>
                </a:lnTo>
                <a:lnTo>
                  <a:pt x="4284" y="109169"/>
                </a:lnTo>
                <a:lnTo>
                  <a:pt x="4284" y="108548"/>
                </a:lnTo>
                <a:lnTo>
                  <a:pt x="4284" y="107926"/>
                </a:lnTo>
                <a:lnTo>
                  <a:pt x="4284" y="107216"/>
                </a:lnTo>
                <a:lnTo>
                  <a:pt x="4284" y="106595"/>
                </a:lnTo>
                <a:lnTo>
                  <a:pt x="4601" y="105974"/>
                </a:lnTo>
                <a:lnTo>
                  <a:pt x="4601" y="105086"/>
                </a:lnTo>
                <a:lnTo>
                  <a:pt x="4601" y="104465"/>
                </a:lnTo>
                <a:lnTo>
                  <a:pt x="4601" y="103844"/>
                </a:lnTo>
                <a:lnTo>
                  <a:pt x="4601" y="103134"/>
                </a:lnTo>
                <a:lnTo>
                  <a:pt x="5077" y="102512"/>
                </a:lnTo>
                <a:lnTo>
                  <a:pt x="5077" y="101713"/>
                </a:lnTo>
                <a:lnTo>
                  <a:pt x="5077" y="101270"/>
                </a:lnTo>
                <a:lnTo>
                  <a:pt x="5077" y="100382"/>
                </a:lnTo>
                <a:lnTo>
                  <a:pt x="5077" y="99761"/>
                </a:lnTo>
                <a:lnTo>
                  <a:pt x="5077" y="99140"/>
                </a:lnTo>
                <a:lnTo>
                  <a:pt x="5077" y="98252"/>
                </a:lnTo>
                <a:lnTo>
                  <a:pt x="5077" y="97631"/>
                </a:lnTo>
                <a:lnTo>
                  <a:pt x="5077" y="96921"/>
                </a:lnTo>
                <a:lnTo>
                  <a:pt x="5395" y="96299"/>
                </a:lnTo>
                <a:lnTo>
                  <a:pt x="5395" y="95678"/>
                </a:lnTo>
                <a:lnTo>
                  <a:pt x="5395" y="94791"/>
                </a:lnTo>
                <a:lnTo>
                  <a:pt x="5395" y="94169"/>
                </a:lnTo>
                <a:lnTo>
                  <a:pt x="5395" y="93282"/>
                </a:lnTo>
                <a:lnTo>
                  <a:pt x="5871" y="92660"/>
                </a:lnTo>
                <a:lnTo>
                  <a:pt x="5871" y="92039"/>
                </a:lnTo>
                <a:lnTo>
                  <a:pt x="5871" y="91152"/>
                </a:lnTo>
                <a:lnTo>
                  <a:pt x="5871" y="90530"/>
                </a:lnTo>
                <a:lnTo>
                  <a:pt x="5871" y="89643"/>
                </a:lnTo>
                <a:lnTo>
                  <a:pt x="6188" y="89021"/>
                </a:lnTo>
                <a:lnTo>
                  <a:pt x="6188" y="88400"/>
                </a:lnTo>
                <a:lnTo>
                  <a:pt x="6188" y="87513"/>
                </a:lnTo>
                <a:lnTo>
                  <a:pt x="6188" y="86891"/>
                </a:lnTo>
                <a:lnTo>
                  <a:pt x="6188" y="86270"/>
                </a:lnTo>
                <a:lnTo>
                  <a:pt x="6506" y="85382"/>
                </a:lnTo>
                <a:lnTo>
                  <a:pt x="6506" y="84761"/>
                </a:lnTo>
                <a:lnTo>
                  <a:pt x="6506" y="83874"/>
                </a:lnTo>
                <a:lnTo>
                  <a:pt x="6506" y="83252"/>
                </a:lnTo>
                <a:lnTo>
                  <a:pt x="6982" y="82631"/>
                </a:lnTo>
                <a:lnTo>
                  <a:pt x="6982" y="81743"/>
                </a:lnTo>
                <a:lnTo>
                  <a:pt x="6982" y="81122"/>
                </a:lnTo>
                <a:lnTo>
                  <a:pt x="6982" y="80235"/>
                </a:lnTo>
                <a:lnTo>
                  <a:pt x="6982" y="79613"/>
                </a:lnTo>
                <a:lnTo>
                  <a:pt x="6982" y="78903"/>
                </a:lnTo>
                <a:lnTo>
                  <a:pt x="6982" y="78104"/>
                </a:lnTo>
                <a:lnTo>
                  <a:pt x="6982" y="77483"/>
                </a:lnTo>
                <a:lnTo>
                  <a:pt x="6982" y="76596"/>
                </a:lnTo>
                <a:lnTo>
                  <a:pt x="6982" y="75708"/>
                </a:lnTo>
                <a:lnTo>
                  <a:pt x="7299" y="75087"/>
                </a:lnTo>
                <a:lnTo>
                  <a:pt x="7299" y="74465"/>
                </a:lnTo>
                <a:lnTo>
                  <a:pt x="7299" y="73578"/>
                </a:lnTo>
                <a:lnTo>
                  <a:pt x="7299" y="72957"/>
                </a:lnTo>
                <a:lnTo>
                  <a:pt x="7299" y="72069"/>
                </a:lnTo>
                <a:lnTo>
                  <a:pt x="7775" y="71182"/>
                </a:lnTo>
                <a:lnTo>
                  <a:pt x="7775" y="70560"/>
                </a:lnTo>
                <a:lnTo>
                  <a:pt x="7775" y="69761"/>
                </a:lnTo>
                <a:lnTo>
                  <a:pt x="7775" y="69051"/>
                </a:lnTo>
                <a:lnTo>
                  <a:pt x="8093" y="68253"/>
                </a:lnTo>
                <a:lnTo>
                  <a:pt x="8093" y="67365"/>
                </a:lnTo>
                <a:lnTo>
                  <a:pt x="8093" y="66744"/>
                </a:lnTo>
                <a:lnTo>
                  <a:pt x="8093" y="66122"/>
                </a:lnTo>
                <a:lnTo>
                  <a:pt x="8093" y="64969"/>
                </a:lnTo>
                <a:lnTo>
                  <a:pt x="8410" y="64347"/>
                </a:lnTo>
                <a:lnTo>
                  <a:pt x="8410" y="63726"/>
                </a:lnTo>
                <a:lnTo>
                  <a:pt x="8410" y="62661"/>
                </a:lnTo>
                <a:lnTo>
                  <a:pt x="8410" y="62040"/>
                </a:lnTo>
                <a:lnTo>
                  <a:pt x="8410" y="61330"/>
                </a:lnTo>
                <a:lnTo>
                  <a:pt x="8886" y="60265"/>
                </a:lnTo>
                <a:lnTo>
                  <a:pt x="8886" y="59643"/>
                </a:lnTo>
                <a:lnTo>
                  <a:pt x="8886" y="59022"/>
                </a:lnTo>
                <a:lnTo>
                  <a:pt x="8886" y="57957"/>
                </a:lnTo>
                <a:lnTo>
                  <a:pt x="8886" y="57247"/>
                </a:lnTo>
                <a:lnTo>
                  <a:pt x="9203" y="56626"/>
                </a:lnTo>
                <a:lnTo>
                  <a:pt x="9203" y="55561"/>
                </a:lnTo>
                <a:lnTo>
                  <a:pt x="9203" y="54939"/>
                </a:lnTo>
                <a:lnTo>
                  <a:pt x="9203" y="54052"/>
                </a:lnTo>
                <a:lnTo>
                  <a:pt x="9203" y="53253"/>
                </a:lnTo>
                <a:lnTo>
                  <a:pt x="9203" y="52365"/>
                </a:lnTo>
                <a:lnTo>
                  <a:pt x="9203" y="51744"/>
                </a:lnTo>
                <a:lnTo>
                  <a:pt x="9203" y="50856"/>
                </a:lnTo>
                <a:lnTo>
                  <a:pt x="9203" y="49969"/>
                </a:lnTo>
                <a:lnTo>
                  <a:pt x="9679" y="49348"/>
                </a:lnTo>
                <a:lnTo>
                  <a:pt x="9679" y="48460"/>
                </a:lnTo>
                <a:lnTo>
                  <a:pt x="9679" y="47661"/>
                </a:lnTo>
                <a:lnTo>
                  <a:pt x="9679" y="46774"/>
                </a:lnTo>
                <a:lnTo>
                  <a:pt x="9679" y="46152"/>
                </a:lnTo>
                <a:lnTo>
                  <a:pt x="9997" y="45087"/>
                </a:lnTo>
                <a:lnTo>
                  <a:pt x="9997" y="44466"/>
                </a:lnTo>
                <a:lnTo>
                  <a:pt x="9997" y="43579"/>
                </a:lnTo>
                <a:lnTo>
                  <a:pt x="9997" y="42691"/>
                </a:lnTo>
                <a:lnTo>
                  <a:pt x="9997" y="41892"/>
                </a:lnTo>
                <a:lnTo>
                  <a:pt x="10473" y="41005"/>
                </a:lnTo>
                <a:lnTo>
                  <a:pt x="10473" y="40117"/>
                </a:lnTo>
                <a:lnTo>
                  <a:pt x="10473" y="39318"/>
                </a:lnTo>
                <a:lnTo>
                  <a:pt x="10473" y="38608"/>
                </a:lnTo>
                <a:lnTo>
                  <a:pt x="10790" y="37809"/>
                </a:lnTo>
                <a:lnTo>
                  <a:pt x="10790" y="36744"/>
                </a:lnTo>
                <a:lnTo>
                  <a:pt x="10790" y="36034"/>
                </a:lnTo>
                <a:lnTo>
                  <a:pt x="10790" y="35235"/>
                </a:lnTo>
                <a:lnTo>
                  <a:pt x="10790" y="34348"/>
                </a:lnTo>
                <a:lnTo>
                  <a:pt x="11108" y="33460"/>
                </a:lnTo>
                <a:lnTo>
                  <a:pt x="11108" y="32662"/>
                </a:lnTo>
                <a:lnTo>
                  <a:pt x="11108" y="31774"/>
                </a:lnTo>
                <a:lnTo>
                  <a:pt x="11108" y="30886"/>
                </a:lnTo>
                <a:lnTo>
                  <a:pt x="11108" y="30088"/>
                </a:lnTo>
                <a:lnTo>
                  <a:pt x="11108" y="29200"/>
                </a:lnTo>
                <a:lnTo>
                  <a:pt x="11108" y="28313"/>
                </a:lnTo>
                <a:lnTo>
                  <a:pt x="11108" y="27514"/>
                </a:lnTo>
                <a:lnTo>
                  <a:pt x="11108" y="26626"/>
                </a:lnTo>
                <a:lnTo>
                  <a:pt x="11108" y="26005"/>
                </a:lnTo>
                <a:lnTo>
                  <a:pt x="11584" y="24940"/>
                </a:lnTo>
                <a:lnTo>
                  <a:pt x="11584" y="24052"/>
                </a:lnTo>
                <a:lnTo>
                  <a:pt x="11584" y="23165"/>
                </a:lnTo>
                <a:lnTo>
                  <a:pt x="11584" y="22366"/>
                </a:lnTo>
                <a:lnTo>
                  <a:pt x="11901" y="21478"/>
                </a:lnTo>
                <a:lnTo>
                  <a:pt x="11901" y="20591"/>
                </a:lnTo>
                <a:lnTo>
                  <a:pt x="11901" y="19792"/>
                </a:lnTo>
                <a:lnTo>
                  <a:pt x="11901" y="18904"/>
                </a:lnTo>
                <a:lnTo>
                  <a:pt x="11901" y="18017"/>
                </a:lnTo>
                <a:lnTo>
                  <a:pt x="12377" y="17218"/>
                </a:lnTo>
                <a:lnTo>
                  <a:pt x="12377" y="16331"/>
                </a:lnTo>
                <a:lnTo>
                  <a:pt x="12377" y="15265"/>
                </a:lnTo>
                <a:lnTo>
                  <a:pt x="12377" y="14378"/>
                </a:lnTo>
                <a:lnTo>
                  <a:pt x="12377" y="13579"/>
                </a:lnTo>
                <a:lnTo>
                  <a:pt x="12694" y="12692"/>
                </a:lnTo>
                <a:lnTo>
                  <a:pt x="12694" y="11804"/>
                </a:lnTo>
                <a:lnTo>
                  <a:pt x="12694" y="11005"/>
                </a:lnTo>
                <a:lnTo>
                  <a:pt x="12694" y="10118"/>
                </a:lnTo>
                <a:lnTo>
                  <a:pt x="12694" y="9230"/>
                </a:lnTo>
                <a:lnTo>
                  <a:pt x="13012" y="8165"/>
                </a:lnTo>
                <a:lnTo>
                  <a:pt x="13012" y="7366"/>
                </a:lnTo>
                <a:lnTo>
                  <a:pt x="13012" y="6479"/>
                </a:lnTo>
                <a:lnTo>
                  <a:pt x="13012" y="5591"/>
                </a:lnTo>
                <a:lnTo>
                  <a:pt x="13488" y="4792"/>
                </a:lnTo>
                <a:lnTo>
                  <a:pt x="13488" y="3638"/>
                </a:lnTo>
                <a:lnTo>
                  <a:pt x="13488" y="2840"/>
                </a:lnTo>
                <a:lnTo>
                  <a:pt x="13488" y="1952"/>
                </a:lnTo>
                <a:lnTo>
                  <a:pt x="13488" y="1065"/>
                </a:lnTo>
                <a:lnTo>
                  <a:pt x="13488" y="0"/>
                </a:lnTo>
              </a:path>
            </a:pathLst>
          </a:custGeom>
          <a:ln w="1946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6349638" y="3311953"/>
            <a:ext cx="13329" cy="210350"/>
          </a:xfrm>
          <a:custGeom>
            <a:avLst/>
            <a:gdLst/>
            <a:ahLst/>
            <a:cxnLst/>
            <a:rect l="l" t="t" r="r" b="b"/>
            <a:pathLst>
              <a:path w="13329" h="210350">
                <a:moveTo>
                  <a:pt x="0" y="210350"/>
                </a:moveTo>
                <a:lnTo>
                  <a:pt x="0" y="209552"/>
                </a:lnTo>
                <a:lnTo>
                  <a:pt x="0" y="208664"/>
                </a:lnTo>
                <a:lnTo>
                  <a:pt x="0" y="207776"/>
                </a:lnTo>
                <a:lnTo>
                  <a:pt x="0" y="206711"/>
                </a:lnTo>
                <a:lnTo>
                  <a:pt x="317" y="205913"/>
                </a:lnTo>
                <a:lnTo>
                  <a:pt x="317" y="205025"/>
                </a:lnTo>
                <a:lnTo>
                  <a:pt x="317" y="204137"/>
                </a:lnTo>
                <a:lnTo>
                  <a:pt x="317" y="203339"/>
                </a:lnTo>
                <a:lnTo>
                  <a:pt x="317" y="202274"/>
                </a:lnTo>
                <a:lnTo>
                  <a:pt x="793" y="201386"/>
                </a:lnTo>
                <a:lnTo>
                  <a:pt x="793" y="200498"/>
                </a:lnTo>
                <a:lnTo>
                  <a:pt x="793" y="199700"/>
                </a:lnTo>
                <a:lnTo>
                  <a:pt x="793" y="198635"/>
                </a:lnTo>
                <a:lnTo>
                  <a:pt x="1110" y="197481"/>
                </a:lnTo>
                <a:lnTo>
                  <a:pt x="1110" y="196682"/>
                </a:lnTo>
                <a:lnTo>
                  <a:pt x="1110" y="195794"/>
                </a:lnTo>
                <a:lnTo>
                  <a:pt x="1110" y="194907"/>
                </a:lnTo>
                <a:lnTo>
                  <a:pt x="1110" y="193842"/>
                </a:lnTo>
                <a:lnTo>
                  <a:pt x="1586" y="193043"/>
                </a:lnTo>
                <a:lnTo>
                  <a:pt x="1586" y="191978"/>
                </a:lnTo>
                <a:lnTo>
                  <a:pt x="1586" y="191090"/>
                </a:lnTo>
                <a:lnTo>
                  <a:pt x="1586" y="190203"/>
                </a:lnTo>
                <a:lnTo>
                  <a:pt x="1586" y="189138"/>
                </a:lnTo>
                <a:lnTo>
                  <a:pt x="1904" y="188339"/>
                </a:lnTo>
                <a:lnTo>
                  <a:pt x="1904" y="187274"/>
                </a:lnTo>
                <a:lnTo>
                  <a:pt x="1904" y="186386"/>
                </a:lnTo>
                <a:lnTo>
                  <a:pt x="1904" y="185499"/>
                </a:lnTo>
                <a:lnTo>
                  <a:pt x="1904" y="184434"/>
                </a:lnTo>
                <a:lnTo>
                  <a:pt x="1904" y="183369"/>
                </a:lnTo>
                <a:lnTo>
                  <a:pt x="1904" y="182481"/>
                </a:lnTo>
                <a:lnTo>
                  <a:pt x="1904" y="181682"/>
                </a:lnTo>
                <a:lnTo>
                  <a:pt x="1904" y="180617"/>
                </a:lnTo>
                <a:lnTo>
                  <a:pt x="2221" y="179730"/>
                </a:lnTo>
                <a:lnTo>
                  <a:pt x="2221" y="178665"/>
                </a:lnTo>
                <a:lnTo>
                  <a:pt x="2221" y="177777"/>
                </a:lnTo>
                <a:lnTo>
                  <a:pt x="2221" y="176712"/>
                </a:lnTo>
                <a:lnTo>
                  <a:pt x="2221" y="175824"/>
                </a:lnTo>
                <a:lnTo>
                  <a:pt x="2697" y="175026"/>
                </a:lnTo>
                <a:lnTo>
                  <a:pt x="2697" y="173694"/>
                </a:lnTo>
                <a:lnTo>
                  <a:pt x="2697" y="172895"/>
                </a:lnTo>
                <a:lnTo>
                  <a:pt x="2697" y="172008"/>
                </a:lnTo>
                <a:lnTo>
                  <a:pt x="2697" y="170943"/>
                </a:lnTo>
                <a:lnTo>
                  <a:pt x="3015" y="170055"/>
                </a:lnTo>
                <a:lnTo>
                  <a:pt x="3015" y="168990"/>
                </a:lnTo>
                <a:lnTo>
                  <a:pt x="3015" y="167925"/>
                </a:lnTo>
                <a:lnTo>
                  <a:pt x="3015" y="167038"/>
                </a:lnTo>
                <a:lnTo>
                  <a:pt x="3015" y="165973"/>
                </a:lnTo>
                <a:lnTo>
                  <a:pt x="3491" y="165174"/>
                </a:lnTo>
                <a:lnTo>
                  <a:pt x="3491" y="164109"/>
                </a:lnTo>
                <a:lnTo>
                  <a:pt x="3491" y="163221"/>
                </a:lnTo>
                <a:lnTo>
                  <a:pt x="3491" y="161890"/>
                </a:lnTo>
                <a:lnTo>
                  <a:pt x="3808" y="161091"/>
                </a:lnTo>
                <a:lnTo>
                  <a:pt x="3808" y="160203"/>
                </a:lnTo>
                <a:lnTo>
                  <a:pt x="3808" y="159138"/>
                </a:lnTo>
                <a:lnTo>
                  <a:pt x="3808" y="158251"/>
                </a:lnTo>
                <a:lnTo>
                  <a:pt x="3808" y="157186"/>
                </a:lnTo>
                <a:lnTo>
                  <a:pt x="4125" y="156121"/>
                </a:lnTo>
                <a:lnTo>
                  <a:pt x="4125" y="155056"/>
                </a:lnTo>
                <a:lnTo>
                  <a:pt x="4125" y="154168"/>
                </a:lnTo>
                <a:lnTo>
                  <a:pt x="4125" y="153103"/>
                </a:lnTo>
                <a:lnTo>
                  <a:pt x="4125" y="152304"/>
                </a:lnTo>
                <a:lnTo>
                  <a:pt x="4125" y="151239"/>
                </a:lnTo>
                <a:lnTo>
                  <a:pt x="4125" y="150174"/>
                </a:lnTo>
                <a:lnTo>
                  <a:pt x="4125" y="149020"/>
                </a:lnTo>
                <a:lnTo>
                  <a:pt x="4125" y="147955"/>
                </a:lnTo>
                <a:lnTo>
                  <a:pt x="4125" y="147156"/>
                </a:lnTo>
                <a:lnTo>
                  <a:pt x="4601" y="146091"/>
                </a:lnTo>
                <a:lnTo>
                  <a:pt x="4601" y="145204"/>
                </a:lnTo>
                <a:lnTo>
                  <a:pt x="4601" y="144139"/>
                </a:lnTo>
                <a:lnTo>
                  <a:pt x="4601" y="143074"/>
                </a:lnTo>
                <a:lnTo>
                  <a:pt x="4919" y="142009"/>
                </a:lnTo>
                <a:lnTo>
                  <a:pt x="4919" y="140943"/>
                </a:lnTo>
                <a:lnTo>
                  <a:pt x="4919" y="139878"/>
                </a:lnTo>
                <a:lnTo>
                  <a:pt x="4919" y="138991"/>
                </a:lnTo>
                <a:lnTo>
                  <a:pt x="4919" y="137926"/>
                </a:lnTo>
                <a:lnTo>
                  <a:pt x="5395" y="137038"/>
                </a:lnTo>
                <a:lnTo>
                  <a:pt x="5395" y="135973"/>
                </a:lnTo>
                <a:lnTo>
                  <a:pt x="5395" y="134731"/>
                </a:lnTo>
                <a:lnTo>
                  <a:pt x="5395" y="133843"/>
                </a:lnTo>
                <a:lnTo>
                  <a:pt x="5395" y="132778"/>
                </a:lnTo>
                <a:lnTo>
                  <a:pt x="5712" y="131713"/>
                </a:lnTo>
                <a:lnTo>
                  <a:pt x="5712" y="130648"/>
                </a:lnTo>
                <a:lnTo>
                  <a:pt x="5712" y="129760"/>
                </a:lnTo>
                <a:lnTo>
                  <a:pt x="5712" y="128695"/>
                </a:lnTo>
                <a:lnTo>
                  <a:pt x="5712" y="127630"/>
                </a:lnTo>
                <a:lnTo>
                  <a:pt x="6030" y="126565"/>
                </a:lnTo>
                <a:lnTo>
                  <a:pt x="6030" y="125500"/>
                </a:lnTo>
                <a:lnTo>
                  <a:pt x="6030" y="124435"/>
                </a:lnTo>
                <a:lnTo>
                  <a:pt x="6030" y="123370"/>
                </a:lnTo>
                <a:lnTo>
                  <a:pt x="6030" y="122482"/>
                </a:lnTo>
                <a:lnTo>
                  <a:pt x="6030" y="121417"/>
                </a:lnTo>
                <a:lnTo>
                  <a:pt x="6030" y="120352"/>
                </a:lnTo>
                <a:lnTo>
                  <a:pt x="6030" y="119287"/>
                </a:lnTo>
                <a:lnTo>
                  <a:pt x="6030" y="118222"/>
                </a:lnTo>
                <a:lnTo>
                  <a:pt x="6506" y="117157"/>
                </a:lnTo>
                <a:lnTo>
                  <a:pt x="6506" y="116003"/>
                </a:lnTo>
                <a:lnTo>
                  <a:pt x="6506" y="114938"/>
                </a:lnTo>
                <a:lnTo>
                  <a:pt x="6506" y="113873"/>
                </a:lnTo>
                <a:lnTo>
                  <a:pt x="6506" y="112808"/>
                </a:lnTo>
                <a:lnTo>
                  <a:pt x="6823" y="111743"/>
                </a:lnTo>
                <a:lnTo>
                  <a:pt x="6823" y="110855"/>
                </a:lnTo>
                <a:lnTo>
                  <a:pt x="6823" y="109790"/>
                </a:lnTo>
                <a:lnTo>
                  <a:pt x="6823" y="108725"/>
                </a:lnTo>
                <a:lnTo>
                  <a:pt x="6823" y="107660"/>
                </a:lnTo>
                <a:lnTo>
                  <a:pt x="7299" y="106417"/>
                </a:lnTo>
                <a:lnTo>
                  <a:pt x="7299" y="105352"/>
                </a:lnTo>
                <a:lnTo>
                  <a:pt x="7299" y="104287"/>
                </a:lnTo>
                <a:lnTo>
                  <a:pt x="7299" y="103134"/>
                </a:lnTo>
                <a:lnTo>
                  <a:pt x="7616" y="102068"/>
                </a:lnTo>
                <a:lnTo>
                  <a:pt x="7616" y="101003"/>
                </a:lnTo>
                <a:lnTo>
                  <a:pt x="7616" y="100205"/>
                </a:lnTo>
                <a:lnTo>
                  <a:pt x="7616" y="99140"/>
                </a:lnTo>
                <a:lnTo>
                  <a:pt x="7616" y="97986"/>
                </a:lnTo>
                <a:lnTo>
                  <a:pt x="8093" y="96921"/>
                </a:lnTo>
                <a:lnTo>
                  <a:pt x="8093" y="95856"/>
                </a:lnTo>
                <a:lnTo>
                  <a:pt x="8093" y="94613"/>
                </a:lnTo>
                <a:lnTo>
                  <a:pt x="8093" y="93548"/>
                </a:lnTo>
                <a:lnTo>
                  <a:pt x="8093" y="92483"/>
                </a:lnTo>
                <a:lnTo>
                  <a:pt x="8410" y="91418"/>
                </a:lnTo>
                <a:lnTo>
                  <a:pt x="8410" y="90353"/>
                </a:lnTo>
                <a:lnTo>
                  <a:pt x="8410" y="89199"/>
                </a:lnTo>
                <a:lnTo>
                  <a:pt x="8410" y="88134"/>
                </a:lnTo>
                <a:lnTo>
                  <a:pt x="8410" y="87069"/>
                </a:lnTo>
                <a:lnTo>
                  <a:pt x="8410" y="86004"/>
                </a:lnTo>
                <a:lnTo>
                  <a:pt x="8410" y="84939"/>
                </a:lnTo>
                <a:lnTo>
                  <a:pt x="8410" y="83874"/>
                </a:lnTo>
                <a:lnTo>
                  <a:pt x="8410" y="82808"/>
                </a:lnTo>
                <a:lnTo>
                  <a:pt x="8410" y="81477"/>
                </a:lnTo>
                <a:lnTo>
                  <a:pt x="8727" y="80412"/>
                </a:lnTo>
                <a:lnTo>
                  <a:pt x="8727" y="79347"/>
                </a:lnTo>
                <a:lnTo>
                  <a:pt x="8727" y="78104"/>
                </a:lnTo>
                <a:lnTo>
                  <a:pt x="8727" y="77039"/>
                </a:lnTo>
                <a:lnTo>
                  <a:pt x="9203" y="75974"/>
                </a:lnTo>
                <a:lnTo>
                  <a:pt x="9203" y="74909"/>
                </a:lnTo>
                <a:lnTo>
                  <a:pt x="9203" y="73755"/>
                </a:lnTo>
                <a:lnTo>
                  <a:pt x="9203" y="72690"/>
                </a:lnTo>
                <a:lnTo>
                  <a:pt x="9203" y="71625"/>
                </a:lnTo>
                <a:lnTo>
                  <a:pt x="9521" y="70383"/>
                </a:lnTo>
                <a:lnTo>
                  <a:pt x="9521" y="69318"/>
                </a:lnTo>
                <a:lnTo>
                  <a:pt x="9521" y="68253"/>
                </a:lnTo>
                <a:lnTo>
                  <a:pt x="9521" y="67188"/>
                </a:lnTo>
                <a:lnTo>
                  <a:pt x="9521" y="66122"/>
                </a:lnTo>
                <a:lnTo>
                  <a:pt x="9997" y="64969"/>
                </a:lnTo>
                <a:lnTo>
                  <a:pt x="9997" y="63726"/>
                </a:lnTo>
                <a:lnTo>
                  <a:pt x="9997" y="62661"/>
                </a:lnTo>
                <a:lnTo>
                  <a:pt x="9997" y="61596"/>
                </a:lnTo>
                <a:lnTo>
                  <a:pt x="9997" y="60265"/>
                </a:lnTo>
                <a:lnTo>
                  <a:pt x="10314" y="59200"/>
                </a:lnTo>
                <a:lnTo>
                  <a:pt x="10314" y="57957"/>
                </a:lnTo>
                <a:lnTo>
                  <a:pt x="10314" y="56892"/>
                </a:lnTo>
                <a:lnTo>
                  <a:pt x="10314" y="55827"/>
                </a:lnTo>
                <a:lnTo>
                  <a:pt x="10314" y="54673"/>
                </a:lnTo>
                <a:lnTo>
                  <a:pt x="10314" y="53430"/>
                </a:lnTo>
                <a:lnTo>
                  <a:pt x="10314" y="52365"/>
                </a:lnTo>
                <a:lnTo>
                  <a:pt x="10314" y="51300"/>
                </a:lnTo>
                <a:lnTo>
                  <a:pt x="10314" y="50235"/>
                </a:lnTo>
                <a:lnTo>
                  <a:pt x="10631" y="48904"/>
                </a:lnTo>
                <a:lnTo>
                  <a:pt x="10631" y="47839"/>
                </a:lnTo>
                <a:lnTo>
                  <a:pt x="10631" y="46774"/>
                </a:lnTo>
                <a:lnTo>
                  <a:pt x="10631" y="45531"/>
                </a:lnTo>
                <a:lnTo>
                  <a:pt x="10631" y="44466"/>
                </a:lnTo>
                <a:lnTo>
                  <a:pt x="11108" y="43312"/>
                </a:lnTo>
                <a:lnTo>
                  <a:pt x="11108" y="42070"/>
                </a:lnTo>
                <a:lnTo>
                  <a:pt x="11108" y="41005"/>
                </a:lnTo>
                <a:lnTo>
                  <a:pt x="11108" y="39940"/>
                </a:lnTo>
                <a:lnTo>
                  <a:pt x="11108" y="38608"/>
                </a:lnTo>
                <a:lnTo>
                  <a:pt x="11425" y="37543"/>
                </a:lnTo>
                <a:lnTo>
                  <a:pt x="11425" y="36478"/>
                </a:lnTo>
                <a:lnTo>
                  <a:pt x="11425" y="35235"/>
                </a:lnTo>
                <a:lnTo>
                  <a:pt x="11425" y="34170"/>
                </a:lnTo>
                <a:lnTo>
                  <a:pt x="11901" y="33017"/>
                </a:lnTo>
                <a:lnTo>
                  <a:pt x="11901" y="31774"/>
                </a:lnTo>
                <a:lnTo>
                  <a:pt x="11901" y="30709"/>
                </a:lnTo>
                <a:lnTo>
                  <a:pt x="11901" y="29378"/>
                </a:lnTo>
                <a:lnTo>
                  <a:pt x="11901" y="28313"/>
                </a:lnTo>
                <a:lnTo>
                  <a:pt x="12218" y="27247"/>
                </a:lnTo>
                <a:lnTo>
                  <a:pt x="12218" y="26005"/>
                </a:lnTo>
                <a:lnTo>
                  <a:pt x="12218" y="24940"/>
                </a:lnTo>
                <a:lnTo>
                  <a:pt x="12218" y="23608"/>
                </a:lnTo>
                <a:lnTo>
                  <a:pt x="12218" y="22543"/>
                </a:lnTo>
                <a:lnTo>
                  <a:pt x="12218" y="21301"/>
                </a:lnTo>
                <a:lnTo>
                  <a:pt x="12218" y="20236"/>
                </a:lnTo>
                <a:lnTo>
                  <a:pt x="12218" y="18904"/>
                </a:lnTo>
                <a:lnTo>
                  <a:pt x="12218" y="17839"/>
                </a:lnTo>
                <a:lnTo>
                  <a:pt x="12218" y="16774"/>
                </a:lnTo>
                <a:lnTo>
                  <a:pt x="12694" y="15443"/>
                </a:lnTo>
                <a:lnTo>
                  <a:pt x="12694" y="14378"/>
                </a:lnTo>
                <a:lnTo>
                  <a:pt x="12694" y="13135"/>
                </a:lnTo>
                <a:lnTo>
                  <a:pt x="12694" y="12070"/>
                </a:lnTo>
                <a:lnTo>
                  <a:pt x="13012" y="10739"/>
                </a:lnTo>
                <a:lnTo>
                  <a:pt x="13012" y="9674"/>
                </a:lnTo>
                <a:lnTo>
                  <a:pt x="13012" y="8431"/>
                </a:lnTo>
                <a:lnTo>
                  <a:pt x="13012" y="7100"/>
                </a:lnTo>
                <a:lnTo>
                  <a:pt x="13012" y="6035"/>
                </a:lnTo>
                <a:lnTo>
                  <a:pt x="13329" y="4792"/>
                </a:lnTo>
                <a:lnTo>
                  <a:pt x="13329" y="3638"/>
                </a:lnTo>
                <a:lnTo>
                  <a:pt x="13329" y="2396"/>
                </a:lnTo>
                <a:lnTo>
                  <a:pt x="13329" y="1331"/>
                </a:lnTo>
                <a:lnTo>
                  <a:pt x="13329" y="0"/>
                </a:lnTo>
              </a:path>
            </a:pathLst>
          </a:custGeom>
          <a:ln w="1950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6362968" y="3054296"/>
            <a:ext cx="13805" cy="257657"/>
          </a:xfrm>
          <a:custGeom>
            <a:avLst/>
            <a:gdLst/>
            <a:ahLst/>
            <a:cxnLst/>
            <a:rect l="l" t="t" r="r" b="b"/>
            <a:pathLst>
              <a:path w="13805" h="257657">
                <a:moveTo>
                  <a:pt x="0" y="257657"/>
                </a:moveTo>
                <a:lnTo>
                  <a:pt x="476" y="256592"/>
                </a:lnTo>
                <a:lnTo>
                  <a:pt x="476" y="255349"/>
                </a:lnTo>
                <a:lnTo>
                  <a:pt x="476" y="254018"/>
                </a:lnTo>
                <a:lnTo>
                  <a:pt x="476" y="252953"/>
                </a:lnTo>
                <a:lnTo>
                  <a:pt x="476" y="251710"/>
                </a:lnTo>
                <a:lnTo>
                  <a:pt x="793" y="250645"/>
                </a:lnTo>
                <a:lnTo>
                  <a:pt x="793" y="249314"/>
                </a:lnTo>
                <a:lnTo>
                  <a:pt x="793" y="248071"/>
                </a:lnTo>
                <a:lnTo>
                  <a:pt x="793" y="247006"/>
                </a:lnTo>
                <a:lnTo>
                  <a:pt x="1269" y="245675"/>
                </a:lnTo>
                <a:lnTo>
                  <a:pt x="1269" y="244432"/>
                </a:lnTo>
                <a:lnTo>
                  <a:pt x="1269" y="243367"/>
                </a:lnTo>
                <a:lnTo>
                  <a:pt x="1269" y="242036"/>
                </a:lnTo>
                <a:lnTo>
                  <a:pt x="1269" y="240794"/>
                </a:lnTo>
                <a:lnTo>
                  <a:pt x="1269" y="239640"/>
                </a:lnTo>
                <a:lnTo>
                  <a:pt x="1269" y="238397"/>
                </a:lnTo>
                <a:lnTo>
                  <a:pt x="1269" y="237155"/>
                </a:lnTo>
                <a:lnTo>
                  <a:pt x="1269" y="236001"/>
                </a:lnTo>
                <a:lnTo>
                  <a:pt x="1269" y="234758"/>
                </a:lnTo>
                <a:lnTo>
                  <a:pt x="1586" y="233427"/>
                </a:lnTo>
                <a:lnTo>
                  <a:pt x="1586" y="232362"/>
                </a:lnTo>
                <a:lnTo>
                  <a:pt x="1586" y="231119"/>
                </a:lnTo>
                <a:lnTo>
                  <a:pt x="1586" y="229788"/>
                </a:lnTo>
                <a:lnTo>
                  <a:pt x="1586" y="228545"/>
                </a:lnTo>
                <a:lnTo>
                  <a:pt x="1904" y="227480"/>
                </a:lnTo>
                <a:lnTo>
                  <a:pt x="1904" y="226149"/>
                </a:lnTo>
                <a:lnTo>
                  <a:pt x="1904" y="224906"/>
                </a:lnTo>
                <a:lnTo>
                  <a:pt x="1904" y="223841"/>
                </a:lnTo>
                <a:lnTo>
                  <a:pt x="2380" y="222510"/>
                </a:lnTo>
                <a:lnTo>
                  <a:pt x="2380" y="221267"/>
                </a:lnTo>
                <a:lnTo>
                  <a:pt x="2380" y="219936"/>
                </a:lnTo>
                <a:lnTo>
                  <a:pt x="2380" y="218871"/>
                </a:lnTo>
                <a:lnTo>
                  <a:pt x="2380" y="217628"/>
                </a:lnTo>
                <a:lnTo>
                  <a:pt x="2697" y="216563"/>
                </a:lnTo>
                <a:lnTo>
                  <a:pt x="2697" y="215232"/>
                </a:lnTo>
                <a:lnTo>
                  <a:pt x="2697" y="213989"/>
                </a:lnTo>
                <a:lnTo>
                  <a:pt x="2697" y="212658"/>
                </a:lnTo>
                <a:lnTo>
                  <a:pt x="2697" y="211593"/>
                </a:lnTo>
                <a:lnTo>
                  <a:pt x="3173" y="210350"/>
                </a:lnTo>
                <a:lnTo>
                  <a:pt x="3173" y="209019"/>
                </a:lnTo>
                <a:lnTo>
                  <a:pt x="3173" y="207776"/>
                </a:lnTo>
                <a:lnTo>
                  <a:pt x="3173" y="206445"/>
                </a:lnTo>
                <a:lnTo>
                  <a:pt x="3173" y="205203"/>
                </a:lnTo>
                <a:lnTo>
                  <a:pt x="3173" y="204049"/>
                </a:lnTo>
                <a:lnTo>
                  <a:pt x="3173" y="202806"/>
                </a:lnTo>
                <a:lnTo>
                  <a:pt x="3173" y="201475"/>
                </a:lnTo>
                <a:lnTo>
                  <a:pt x="3173" y="200232"/>
                </a:lnTo>
                <a:lnTo>
                  <a:pt x="3491" y="198901"/>
                </a:lnTo>
                <a:lnTo>
                  <a:pt x="3491" y="197658"/>
                </a:lnTo>
                <a:lnTo>
                  <a:pt x="3491" y="196327"/>
                </a:lnTo>
                <a:lnTo>
                  <a:pt x="3491" y="195262"/>
                </a:lnTo>
                <a:lnTo>
                  <a:pt x="3491" y="194019"/>
                </a:lnTo>
                <a:lnTo>
                  <a:pt x="3967" y="192954"/>
                </a:lnTo>
                <a:lnTo>
                  <a:pt x="3967" y="191623"/>
                </a:lnTo>
                <a:lnTo>
                  <a:pt x="3967" y="190380"/>
                </a:lnTo>
                <a:lnTo>
                  <a:pt x="3967" y="189049"/>
                </a:lnTo>
                <a:lnTo>
                  <a:pt x="3967" y="187806"/>
                </a:lnTo>
                <a:lnTo>
                  <a:pt x="4284" y="186475"/>
                </a:lnTo>
                <a:lnTo>
                  <a:pt x="4284" y="185232"/>
                </a:lnTo>
                <a:lnTo>
                  <a:pt x="4284" y="183901"/>
                </a:lnTo>
                <a:lnTo>
                  <a:pt x="4284" y="182659"/>
                </a:lnTo>
                <a:lnTo>
                  <a:pt x="4284" y="181327"/>
                </a:lnTo>
                <a:lnTo>
                  <a:pt x="4601" y="180085"/>
                </a:lnTo>
                <a:lnTo>
                  <a:pt x="4601" y="178753"/>
                </a:lnTo>
                <a:lnTo>
                  <a:pt x="4601" y="177511"/>
                </a:lnTo>
                <a:lnTo>
                  <a:pt x="4601" y="176446"/>
                </a:lnTo>
                <a:lnTo>
                  <a:pt x="5077" y="175114"/>
                </a:lnTo>
                <a:lnTo>
                  <a:pt x="5077" y="173872"/>
                </a:lnTo>
                <a:lnTo>
                  <a:pt x="5077" y="172540"/>
                </a:lnTo>
                <a:lnTo>
                  <a:pt x="5077" y="171298"/>
                </a:lnTo>
                <a:lnTo>
                  <a:pt x="5077" y="169967"/>
                </a:lnTo>
                <a:lnTo>
                  <a:pt x="5395" y="168724"/>
                </a:lnTo>
                <a:lnTo>
                  <a:pt x="5395" y="167393"/>
                </a:lnTo>
                <a:lnTo>
                  <a:pt x="5395" y="166150"/>
                </a:lnTo>
                <a:lnTo>
                  <a:pt x="5395" y="164819"/>
                </a:lnTo>
                <a:lnTo>
                  <a:pt x="5395" y="163576"/>
                </a:lnTo>
                <a:lnTo>
                  <a:pt x="5395" y="162245"/>
                </a:lnTo>
                <a:lnTo>
                  <a:pt x="5395" y="161002"/>
                </a:lnTo>
                <a:lnTo>
                  <a:pt x="5395" y="159937"/>
                </a:lnTo>
                <a:lnTo>
                  <a:pt x="5395" y="158606"/>
                </a:lnTo>
                <a:lnTo>
                  <a:pt x="5395" y="157363"/>
                </a:lnTo>
                <a:lnTo>
                  <a:pt x="5871" y="156032"/>
                </a:lnTo>
                <a:lnTo>
                  <a:pt x="5871" y="154789"/>
                </a:lnTo>
                <a:lnTo>
                  <a:pt x="5871" y="153458"/>
                </a:lnTo>
                <a:lnTo>
                  <a:pt x="5871" y="152215"/>
                </a:lnTo>
                <a:lnTo>
                  <a:pt x="6188" y="150884"/>
                </a:lnTo>
                <a:lnTo>
                  <a:pt x="6188" y="149641"/>
                </a:lnTo>
                <a:lnTo>
                  <a:pt x="6188" y="148310"/>
                </a:lnTo>
                <a:lnTo>
                  <a:pt x="6188" y="146801"/>
                </a:lnTo>
                <a:lnTo>
                  <a:pt x="6188" y="145559"/>
                </a:lnTo>
                <a:lnTo>
                  <a:pt x="6506" y="144494"/>
                </a:lnTo>
                <a:lnTo>
                  <a:pt x="6506" y="143162"/>
                </a:lnTo>
                <a:lnTo>
                  <a:pt x="6506" y="141920"/>
                </a:lnTo>
                <a:lnTo>
                  <a:pt x="6506" y="140588"/>
                </a:lnTo>
                <a:lnTo>
                  <a:pt x="6506" y="139346"/>
                </a:lnTo>
                <a:lnTo>
                  <a:pt x="6982" y="138014"/>
                </a:lnTo>
                <a:lnTo>
                  <a:pt x="6982" y="136506"/>
                </a:lnTo>
                <a:lnTo>
                  <a:pt x="6982" y="135263"/>
                </a:lnTo>
                <a:lnTo>
                  <a:pt x="6982" y="133932"/>
                </a:lnTo>
                <a:lnTo>
                  <a:pt x="6982" y="132689"/>
                </a:lnTo>
                <a:lnTo>
                  <a:pt x="7299" y="131358"/>
                </a:lnTo>
                <a:lnTo>
                  <a:pt x="7299" y="130293"/>
                </a:lnTo>
                <a:lnTo>
                  <a:pt x="7299" y="128784"/>
                </a:lnTo>
                <a:lnTo>
                  <a:pt x="7299" y="127541"/>
                </a:lnTo>
                <a:lnTo>
                  <a:pt x="7299" y="126210"/>
                </a:lnTo>
                <a:lnTo>
                  <a:pt x="7299" y="124967"/>
                </a:lnTo>
                <a:lnTo>
                  <a:pt x="7299" y="123636"/>
                </a:lnTo>
                <a:lnTo>
                  <a:pt x="7299" y="122216"/>
                </a:lnTo>
                <a:lnTo>
                  <a:pt x="7299" y="120885"/>
                </a:lnTo>
                <a:lnTo>
                  <a:pt x="7775" y="119642"/>
                </a:lnTo>
                <a:lnTo>
                  <a:pt x="7775" y="118577"/>
                </a:lnTo>
                <a:lnTo>
                  <a:pt x="7775" y="117246"/>
                </a:lnTo>
                <a:lnTo>
                  <a:pt x="7775" y="115737"/>
                </a:lnTo>
                <a:lnTo>
                  <a:pt x="7775" y="114494"/>
                </a:lnTo>
                <a:lnTo>
                  <a:pt x="8093" y="113163"/>
                </a:lnTo>
                <a:lnTo>
                  <a:pt x="8093" y="111920"/>
                </a:lnTo>
                <a:lnTo>
                  <a:pt x="8093" y="110411"/>
                </a:lnTo>
                <a:lnTo>
                  <a:pt x="8093" y="109080"/>
                </a:lnTo>
                <a:lnTo>
                  <a:pt x="8093" y="107838"/>
                </a:lnTo>
                <a:lnTo>
                  <a:pt x="8569" y="106773"/>
                </a:lnTo>
                <a:lnTo>
                  <a:pt x="8569" y="105264"/>
                </a:lnTo>
                <a:lnTo>
                  <a:pt x="8569" y="103932"/>
                </a:lnTo>
                <a:lnTo>
                  <a:pt x="8569" y="102690"/>
                </a:lnTo>
                <a:lnTo>
                  <a:pt x="8886" y="101181"/>
                </a:lnTo>
                <a:lnTo>
                  <a:pt x="8886" y="99850"/>
                </a:lnTo>
                <a:lnTo>
                  <a:pt x="8886" y="98607"/>
                </a:lnTo>
                <a:lnTo>
                  <a:pt x="8886" y="97276"/>
                </a:lnTo>
                <a:lnTo>
                  <a:pt x="8886" y="96033"/>
                </a:lnTo>
                <a:lnTo>
                  <a:pt x="9203" y="94702"/>
                </a:lnTo>
                <a:lnTo>
                  <a:pt x="9203" y="93459"/>
                </a:lnTo>
                <a:lnTo>
                  <a:pt x="9203" y="91950"/>
                </a:lnTo>
                <a:lnTo>
                  <a:pt x="9203" y="90619"/>
                </a:lnTo>
                <a:lnTo>
                  <a:pt x="9203" y="89376"/>
                </a:lnTo>
                <a:lnTo>
                  <a:pt x="9679" y="87868"/>
                </a:lnTo>
                <a:lnTo>
                  <a:pt x="9679" y="86625"/>
                </a:lnTo>
                <a:lnTo>
                  <a:pt x="9679" y="85471"/>
                </a:lnTo>
                <a:lnTo>
                  <a:pt x="9679" y="84051"/>
                </a:lnTo>
                <a:lnTo>
                  <a:pt x="9679" y="82720"/>
                </a:lnTo>
                <a:lnTo>
                  <a:pt x="9679" y="81477"/>
                </a:lnTo>
                <a:lnTo>
                  <a:pt x="9679" y="79968"/>
                </a:lnTo>
                <a:lnTo>
                  <a:pt x="9679" y="78637"/>
                </a:lnTo>
                <a:lnTo>
                  <a:pt x="9679" y="77394"/>
                </a:lnTo>
                <a:lnTo>
                  <a:pt x="9997" y="76063"/>
                </a:lnTo>
                <a:lnTo>
                  <a:pt x="9997" y="74820"/>
                </a:lnTo>
                <a:lnTo>
                  <a:pt x="9997" y="73312"/>
                </a:lnTo>
                <a:lnTo>
                  <a:pt x="9997" y="71980"/>
                </a:lnTo>
                <a:lnTo>
                  <a:pt x="9997" y="70738"/>
                </a:lnTo>
                <a:lnTo>
                  <a:pt x="10473" y="69229"/>
                </a:lnTo>
                <a:lnTo>
                  <a:pt x="10473" y="67898"/>
                </a:lnTo>
                <a:lnTo>
                  <a:pt x="10473" y="66389"/>
                </a:lnTo>
                <a:lnTo>
                  <a:pt x="10473" y="65324"/>
                </a:lnTo>
                <a:lnTo>
                  <a:pt x="10473" y="64081"/>
                </a:lnTo>
                <a:lnTo>
                  <a:pt x="10790" y="62572"/>
                </a:lnTo>
                <a:lnTo>
                  <a:pt x="10790" y="61241"/>
                </a:lnTo>
                <a:lnTo>
                  <a:pt x="10790" y="59821"/>
                </a:lnTo>
                <a:lnTo>
                  <a:pt x="10790" y="58489"/>
                </a:lnTo>
                <a:lnTo>
                  <a:pt x="10790" y="56981"/>
                </a:lnTo>
                <a:lnTo>
                  <a:pt x="11108" y="55916"/>
                </a:lnTo>
                <a:lnTo>
                  <a:pt x="11108" y="54673"/>
                </a:lnTo>
                <a:lnTo>
                  <a:pt x="11108" y="53164"/>
                </a:lnTo>
                <a:lnTo>
                  <a:pt x="11108" y="51833"/>
                </a:lnTo>
                <a:lnTo>
                  <a:pt x="11584" y="50324"/>
                </a:lnTo>
                <a:lnTo>
                  <a:pt x="11584" y="49081"/>
                </a:lnTo>
                <a:lnTo>
                  <a:pt x="11584" y="47573"/>
                </a:lnTo>
                <a:lnTo>
                  <a:pt x="11584" y="46507"/>
                </a:lnTo>
                <a:lnTo>
                  <a:pt x="11584" y="44999"/>
                </a:lnTo>
                <a:lnTo>
                  <a:pt x="11584" y="43667"/>
                </a:lnTo>
                <a:lnTo>
                  <a:pt x="11584" y="42158"/>
                </a:lnTo>
                <a:lnTo>
                  <a:pt x="11584" y="40916"/>
                </a:lnTo>
                <a:lnTo>
                  <a:pt x="11584" y="39407"/>
                </a:lnTo>
                <a:lnTo>
                  <a:pt x="11584" y="38164"/>
                </a:lnTo>
                <a:lnTo>
                  <a:pt x="11901" y="37011"/>
                </a:lnTo>
                <a:lnTo>
                  <a:pt x="11901" y="35591"/>
                </a:lnTo>
                <a:lnTo>
                  <a:pt x="11901" y="34082"/>
                </a:lnTo>
                <a:lnTo>
                  <a:pt x="11901" y="32750"/>
                </a:lnTo>
                <a:lnTo>
                  <a:pt x="11901" y="31241"/>
                </a:lnTo>
                <a:lnTo>
                  <a:pt x="12377" y="29999"/>
                </a:lnTo>
                <a:lnTo>
                  <a:pt x="12377" y="28668"/>
                </a:lnTo>
                <a:lnTo>
                  <a:pt x="12377" y="27425"/>
                </a:lnTo>
                <a:lnTo>
                  <a:pt x="12377" y="25916"/>
                </a:lnTo>
                <a:lnTo>
                  <a:pt x="12694" y="24585"/>
                </a:lnTo>
                <a:lnTo>
                  <a:pt x="12694" y="23076"/>
                </a:lnTo>
                <a:lnTo>
                  <a:pt x="12694" y="21833"/>
                </a:lnTo>
                <a:lnTo>
                  <a:pt x="12694" y="20502"/>
                </a:lnTo>
                <a:lnTo>
                  <a:pt x="12694" y="19259"/>
                </a:lnTo>
                <a:lnTo>
                  <a:pt x="13012" y="17751"/>
                </a:lnTo>
                <a:lnTo>
                  <a:pt x="13012" y="16508"/>
                </a:lnTo>
                <a:lnTo>
                  <a:pt x="13012" y="14999"/>
                </a:lnTo>
                <a:lnTo>
                  <a:pt x="13012" y="13490"/>
                </a:lnTo>
                <a:lnTo>
                  <a:pt x="13012" y="12159"/>
                </a:lnTo>
                <a:lnTo>
                  <a:pt x="13488" y="10916"/>
                </a:lnTo>
                <a:lnTo>
                  <a:pt x="13488" y="9585"/>
                </a:lnTo>
                <a:lnTo>
                  <a:pt x="13488" y="8076"/>
                </a:lnTo>
                <a:lnTo>
                  <a:pt x="13488" y="6834"/>
                </a:lnTo>
                <a:lnTo>
                  <a:pt x="13488" y="5325"/>
                </a:lnTo>
                <a:lnTo>
                  <a:pt x="13805" y="3994"/>
                </a:lnTo>
                <a:lnTo>
                  <a:pt x="13805" y="2751"/>
                </a:lnTo>
                <a:lnTo>
                  <a:pt x="13805" y="1242"/>
                </a:lnTo>
                <a:lnTo>
                  <a:pt x="13805" y="0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6376773" y="2771254"/>
            <a:ext cx="13488" cy="283041"/>
          </a:xfrm>
          <a:custGeom>
            <a:avLst/>
            <a:gdLst/>
            <a:ahLst/>
            <a:cxnLst/>
            <a:rect l="l" t="t" r="r" b="b"/>
            <a:pathLst>
              <a:path w="13488" h="283041">
                <a:moveTo>
                  <a:pt x="0" y="283041"/>
                </a:moveTo>
                <a:lnTo>
                  <a:pt x="0" y="281532"/>
                </a:lnTo>
                <a:lnTo>
                  <a:pt x="0" y="280024"/>
                </a:lnTo>
                <a:lnTo>
                  <a:pt x="0" y="278692"/>
                </a:lnTo>
                <a:lnTo>
                  <a:pt x="0" y="277450"/>
                </a:lnTo>
                <a:lnTo>
                  <a:pt x="0" y="276118"/>
                </a:lnTo>
                <a:lnTo>
                  <a:pt x="476" y="274609"/>
                </a:lnTo>
                <a:lnTo>
                  <a:pt x="476" y="273101"/>
                </a:lnTo>
                <a:lnTo>
                  <a:pt x="476" y="271858"/>
                </a:lnTo>
                <a:lnTo>
                  <a:pt x="476" y="270527"/>
                </a:lnTo>
                <a:lnTo>
                  <a:pt x="476" y="269018"/>
                </a:lnTo>
                <a:lnTo>
                  <a:pt x="793" y="267775"/>
                </a:lnTo>
                <a:lnTo>
                  <a:pt x="793" y="266266"/>
                </a:lnTo>
                <a:lnTo>
                  <a:pt x="793" y="265024"/>
                </a:lnTo>
                <a:lnTo>
                  <a:pt x="793" y="263515"/>
                </a:lnTo>
                <a:lnTo>
                  <a:pt x="793" y="262184"/>
                </a:lnTo>
                <a:lnTo>
                  <a:pt x="1269" y="260941"/>
                </a:lnTo>
                <a:lnTo>
                  <a:pt x="1269" y="259432"/>
                </a:lnTo>
                <a:lnTo>
                  <a:pt x="1269" y="257923"/>
                </a:lnTo>
                <a:lnTo>
                  <a:pt x="1269" y="256592"/>
                </a:lnTo>
                <a:lnTo>
                  <a:pt x="1586" y="255083"/>
                </a:lnTo>
                <a:lnTo>
                  <a:pt x="1586" y="253841"/>
                </a:lnTo>
                <a:lnTo>
                  <a:pt x="1586" y="252509"/>
                </a:lnTo>
                <a:lnTo>
                  <a:pt x="1586" y="251089"/>
                </a:lnTo>
                <a:lnTo>
                  <a:pt x="1586" y="249580"/>
                </a:lnTo>
                <a:lnTo>
                  <a:pt x="1904" y="248249"/>
                </a:lnTo>
                <a:lnTo>
                  <a:pt x="1904" y="246740"/>
                </a:lnTo>
                <a:lnTo>
                  <a:pt x="1904" y="245498"/>
                </a:lnTo>
                <a:lnTo>
                  <a:pt x="1904" y="244166"/>
                </a:lnTo>
                <a:lnTo>
                  <a:pt x="1904" y="242657"/>
                </a:lnTo>
                <a:lnTo>
                  <a:pt x="1904" y="241149"/>
                </a:lnTo>
                <a:lnTo>
                  <a:pt x="1904" y="239728"/>
                </a:lnTo>
                <a:lnTo>
                  <a:pt x="1904" y="238575"/>
                </a:lnTo>
                <a:lnTo>
                  <a:pt x="1904" y="237155"/>
                </a:lnTo>
                <a:lnTo>
                  <a:pt x="1904" y="235646"/>
                </a:lnTo>
                <a:lnTo>
                  <a:pt x="2380" y="234314"/>
                </a:lnTo>
                <a:lnTo>
                  <a:pt x="2380" y="232806"/>
                </a:lnTo>
                <a:lnTo>
                  <a:pt x="2380" y="231563"/>
                </a:lnTo>
                <a:lnTo>
                  <a:pt x="2380" y="230054"/>
                </a:lnTo>
                <a:lnTo>
                  <a:pt x="2697" y="228723"/>
                </a:lnTo>
                <a:lnTo>
                  <a:pt x="2697" y="227214"/>
                </a:lnTo>
                <a:lnTo>
                  <a:pt x="2697" y="225705"/>
                </a:lnTo>
                <a:lnTo>
                  <a:pt x="2697" y="224462"/>
                </a:lnTo>
                <a:lnTo>
                  <a:pt x="2697" y="223131"/>
                </a:lnTo>
                <a:lnTo>
                  <a:pt x="3173" y="221711"/>
                </a:lnTo>
                <a:lnTo>
                  <a:pt x="3173" y="220202"/>
                </a:lnTo>
                <a:lnTo>
                  <a:pt x="3173" y="218871"/>
                </a:lnTo>
                <a:lnTo>
                  <a:pt x="3173" y="217362"/>
                </a:lnTo>
                <a:lnTo>
                  <a:pt x="3173" y="216119"/>
                </a:lnTo>
                <a:lnTo>
                  <a:pt x="3491" y="214611"/>
                </a:lnTo>
                <a:lnTo>
                  <a:pt x="3491" y="213279"/>
                </a:lnTo>
                <a:lnTo>
                  <a:pt x="3491" y="211770"/>
                </a:lnTo>
                <a:lnTo>
                  <a:pt x="3491" y="210350"/>
                </a:lnTo>
                <a:lnTo>
                  <a:pt x="3491" y="209019"/>
                </a:lnTo>
                <a:lnTo>
                  <a:pt x="3808" y="207510"/>
                </a:lnTo>
                <a:lnTo>
                  <a:pt x="3808" y="206268"/>
                </a:lnTo>
                <a:lnTo>
                  <a:pt x="3808" y="204759"/>
                </a:lnTo>
                <a:lnTo>
                  <a:pt x="3808" y="203250"/>
                </a:lnTo>
                <a:lnTo>
                  <a:pt x="4284" y="201919"/>
                </a:lnTo>
                <a:lnTo>
                  <a:pt x="4284" y="200676"/>
                </a:lnTo>
                <a:lnTo>
                  <a:pt x="4284" y="199167"/>
                </a:lnTo>
                <a:lnTo>
                  <a:pt x="4284" y="197658"/>
                </a:lnTo>
                <a:lnTo>
                  <a:pt x="4284" y="196149"/>
                </a:lnTo>
                <a:lnTo>
                  <a:pt x="4284" y="194907"/>
                </a:lnTo>
                <a:lnTo>
                  <a:pt x="4284" y="193576"/>
                </a:lnTo>
                <a:lnTo>
                  <a:pt x="4284" y="192067"/>
                </a:lnTo>
                <a:lnTo>
                  <a:pt x="4284" y="190558"/>
                </a:lnTo>
                <a:lnTo>
                  <a:pt x="4284" y="189049"/>
                </a:lnTo>
                <a:lnTo>
                  <a:pt x="4601" y="187806"/>
                </a:lnTo>
                <a:lnTo>
                  <a:pt x="4601" y="186475"/>
                </a:lnTo>
                <a:lnTo>
                  <a:pt x="4601" y="184966"/>
                </a:lnTo>
                <a:lnTo>
                  <a:pt x="4601" y="183546"/>
                </a:lnTo>
                <a:lnTo>
                  <a:pt x="4601" y="182037"/>
                </a:lnTo>
                <a:lnTo>
                  <a:pt x="5077" y="180706"/>
                </a:lnTo>
                <a:lnTo>
                  <a:pt x="5077" y="179463"/>
                </a:lnTo>
                <a:lnTo>
                  <a:pt x="5077" y="178132"/>
                </a:lnTo>
                <a:lnTo>
                  <a:pt x="5077" y="176623"/>
                </a:lnTo>
                <a:lnTo>
                  <a:pt x="5395" y="175114"/>
                </a:lnTo>
                <a:lnTo>
                  <a:pt x="5395" y="173606"/>
                </a:lnTo>
                <a:lnTo>
                  <a:pt x="5395" y="172363"/>
                </a:lnTo>
                <a:lnTo>
                  <a:pt x="5395" y="171032"/>
                </a:lnTo>
                <a:lnTo>
                  <a:pt x="5395" y="169612"/>
                </a:lnTo>
                <a:lnTo>
                  <a:pt x="5871" y="168103"/>
                </a:lnTo>
                <a:lnTo>
                  <a:pt x="5871" y="166594"/>
                </a:lnTo>
                <a:lnTo>
                  <a:pt x="5871" y="165262"/>
                </a:lnTo>
                <a:lnTo>
                  <a:pt x="5871" y="164020"/>
                </a:lnTo>
                <a:lnTo>
                  <a:pt x="5871" y="162511"/>
                </a:lnTo>
                <a:lnTo>
                  <a:pt x="6188" y="161002"/>
                </a:lnTo>
                <a:lnTo>
                  <a:pt x="6188" y="159493"/>
                </a:lnTo>
                <a:lnTo>
                  <a:pt x="6188" y="158162"/>
                </a:lnTo>
                <a:lnTo>
                  <a:pt x="6188" y="156742"/>
                </a:lnTo>
                <a:lnTo>
                  <a:pt x="6188" y="155233"/>
                </a:lnTo>
                <a:lnTo>
                  <a:pt x="6188" y="153902"/>
                </a:lnTo>
                <a:lnTo>
                  <a:pt x="6188" y="152393"/>
                </a:lnTo>
                <a:lnTo>
                  <a:pt x="6188" y="151150"/>
                </a:lnTo>
                <a:lnTo>
                  <a:pt x="6188" y="149641"/>
                </a:lnTo>
                <a:lnTo>
                  <a:pt x="6506" y="148133"/>
                </a:lnTo>
                <a:lnTo>
                  <a:pt x="6506" y="146624"/>
                </a:lnTo>
                <a:lnTo>
                  <a:pt x="6506" y="145381"/>
                </a:lnTo>
                <a:lnTo>
                  <a:pt x="6506" y="144050"/>
                </a:lnTo>
                <a:lnTo>
                  <a:pt x="6506" y="142541"/>
                </a:lnTo>
                <a:lnTo>
                  <a:pt x="6982" y="141032"/>
                </a:lnTo>
                <a:lnTo>
                  <a:pt x="6982" y="139523"/>
                </a:lnTo>
                <a:lnTo>
                  <a:pt x="6982" y="138281"/>
                </a:lnTo>
                <a:lnTo>
                  <a:pt x="6982" y="136772"/>
                </a:lnTo>
                <a:lnTo>
                  <a:pt x="6982" y="135263"/>
                </a:lnTo>
                <a:lnTo>
                  <a:pt x="7299" y="133754"/>
                </a:lnTo>
                <a:lnTo>
                  <a:pt x="7299" y="132245"/>
                </a:lnTo>
                <a:lnTo>
                  <a:pt x="7299" y="131180"/>
                </a:lnTo>
                <a:lnTo>
                  <a:pt x="7299" y="129671"/>
                </a:lnTo>
                <a:lnTo>
                  <a:pt x="7299" y="128163"/>
                </a:lnTo>
                <a:lnTo>
                  <a:pt x="7775" y="126654"/>
                </a:lnTo>
                <a:lnTo>
                  <a:pt x="7775" y="125145"/>
                </a:lnTo>
                <a:lnTo>
                  <a:pt x="7775" y="123902"/>
                </a:lnTo>
                <a:lnTo>
                  <a:pt x="7775" y="122394"/>
                </a:lnTo>
                <a:lnTo>
                  <a:pt x="8093" y="120885"/>
                </a:lnTo>
                <a:lnTo>
                  <a:pt x="8093" y="119376"/>
                </a:lnTo>
                <a:lnTo>
                  <a:pt x="8093" y="118133"/>
                </a:lnTo>
                <a:lnTo>
                  <a:pt x="8093" y="116802"/>
                </a:lnTo>
                <a:lnTo>
                  <a:pt x="8093" y="115293"/>
                </a:lnTo>
                <a:lnTo>
                  <a:pt x="8093" y="113784"/>
                </a:lnTo>
                <a:lnTo>
                  <a:pt x="8093" y="112275"/>
                </a:lnTo>
                <a:lnTo>
                  <a:pt x="8093" y="111033"/>
                </a:lnTo>
                <a:lnTo>
                  <a:pt x="8093" y="109524"/>
                </a:lnTo>
                <a:lnTo>
                  <a:pt x="8093" y="108015"/>
                </a:lnTo>
                <a:lnTo>
                  <a:pt x="8410" y="106506"/>
                </a:lnTo>
                <a:lnTo>
                  <a:pt x="8410" y="105264"/>
                </a:lnTo>
                <a:lnTo>
                  <a:pt x="8410" y="103755"/>
                </a:lnTo>
                <a:lnTo>
                  <a:pt x="8410" y="102423"/>
                </a:lnTo>
                <a:lnTo>
                  <a:pt x="8410" y="100915"/>
                </a:lnTo>
                <a:lnTo>
                  <a:pt x="8886" y="99495"/>
                </a:lnTo>
                <a:lnTo>
                  <a:pt x="8886" y="98163"/>
                </a:lnTo>
                <a:lnTo>
                  <a:pt x="8886" y="96654"/>
                </a:lnTo>
                <a:lnTo>
                  <a:pt x="8886" y="95146"/>
                </a:lnTo>
                <a:lnTo>
                  <a:pt x="9203" y="93637"/>
                </a:lnTo>
                <a:lnTo>
                  <a:pt x="9203" y="92128"/>
                </a:lnTo>
                <a:lnTo>
                  <a:pt x="9203" y="90885"/>
                </a:lnTo>
                <a:lnTo>
                  <a:pt x="9203" y="89376"/>
                </a:lnTo>
                <a:lnTo>
                  <a:pt x="9203" y="87868"/>
                </a:lnTo>
                <a:lnTo>
                  <a:pt x="9679" y="86359"/>
                </a:lnTo>
                <a:lnTo>
                  <a:pt x="9679" y="85116"/>
                </a:lnTo>
                <a:lnTo>
                  <a:pt x="9679" y="83785"/>
                </a:lnTo>
                <a:lnTo>
                  <a:pt x="9679" y="82276"/>
                </a:lnTo>
                <a:lnTo>
                  <a:pt x="9679" y="80767"/>
                </a:lnTo>
                <a:lnTo>
                  <a:pt x="9997" y="79258"/>
                </a:lnTo>
                <a:lnTo>
                  <a:pt x="9997" y="78016"/>
                </a:lnTo>
                <a:lnTo>
                  <a:pt x="9997" y="76507"/>
                </a:lnTo>
                <a:lnTo>
                  <a:pt x="9997" y="74998"/>
                </a:lnTo>
                <a:lnTo>
                  <a:pt x="9997" y="73489"/>
                </a:lnTo>
                <a:lnTo>
                  <a:pt x="10473" y="71980"/>
                </a:lnTo>
                <a:lnTo>
                  <a:pt x="10473" y="70738"/>
                </a:lnTo>
                <a:lnTo>
                  <a:pt x="10473" y="69229"/>
                </a:lnTo>
                <a:lnTo>
                  <a:pt x="10473" y="67720"/>
                </a:lnTo>
                <a:lnTo>
                  <a:pt x="10473" y="66211"/>
                </a:lnTo>
                <a:lnTo>
                  <a:pt x="10473" y="64969"/>
                </a:lnTo>
                <a:lnTo>
                  <a:pt x="10473" y="63460"/>
                </a:lnTo>
                <a:lnTo>
                  <a:pt x="10473" y="61951"/>
                </a:lnTo>
                <a:lnTo>
                  <a:pt x="10473" y="60620"/>
                </a:lnTo>
                <a:lnTo>
                  <a:pt x="10790" y="59111"/>
                </a:lnTo>
                <a:lnTo>
                  <a:pt x="10790" y="57868"/>
                </a:lnTo>
                <a:lnTo>
                  <a:pt x="10790" y="56359"/>
                </a:lnTo>
                <a:lnTo>
                  <a:pt x="10790" y="54850"/>
                </a:lnTo>
                <a:lnTo>
                  <a:pt x="10790" y="53342"/>
                </a:lnTo>
                <a:lnTo>
                  <a:pt x="11108" y="52099"/>
                </a:lnTo>
                <a:lnTo>
                  <a:pt x="11108" y="50590"/>
                </a:lnTo>
                <a:lnTo>
                  <a:pt x="11108" y="49081"/>
                </a:lnTo>
                <a:lnTo>
                  <a:pt x="11108" y="47573"/>
                </a:lnTo>
                <a:lnTo>
                  <a:pt x="11108" y="46064"/>
                </a:lnTo>
                <a:lnTo>
                  <a:pt x="11584" y="44732"/>
                </a:lnTo>
                <a:lnTo>
                  <a:pt x="11584" y="43312"/>
                </a:lnTo>
                <a:lnTo>
                  <a:pt x="11584" y="41803"/>
                </a:lnTo>
                <a:lnTo>
                  <a:pt x="11584" y="40295"/>
                </a:lnTo>
                <a:lnTo>
                  <a:pt x="11584" y="38963"/>
                </a:lnTo>
                <a:lnTo>
                  <a:pt x="11901" y="37454"/>
                </a:lnTo>
                <a:lnTo>
                  <a:pt x="11901" y="35946"/>
                </a:lnTo>
                <a:lnTo>
                  <a:pt x="11901" y="34525"/>
                </a:lnTo>
                <a:lnTo>
                  <a:pt x="11901" y="33194"/>
                </a:lnTo>
                <a:lnTo>
                  <a:pt x="12377" y="31685"/>
                </a:lnTo>
                <a:lnTo>
                  <a:pt x="12377" y="30176"/>
                </a:lnTo>
                <a:lnTo>
                  <a:pt x="12377" y="28668"/>
                </a:lnTo>
                <a:lnTo>
                  <a:pt x="12377" y="27425"/>
                </a:lnTo>
                <a:lnTo>
                  <a:pt x="12377" y="26094"/>
                </a:lnTo>
                <a:lnTo>
                  <a:pt x="12377" y="24585"/>
                </a:lnTo>
                <a:lnTo>
                  <a:pt x="12377" y="23076"/>
                </a:lnTo>
                <a:lnTo>
                  <a:pt x="12377" y="21656"/>
                </a:lnTo>
                <a:lnTo>
                  <a:pt x="12377" y="20147"/>
                </a:lnTo>
                <a:lnTo>
                  <a:pt x="12377" y="18816"/>
                </a:lnTo>
                <a:lnTo>
                  <a:pt x="12694" y="17307"/>
                </a:lnTo>
                <a:lnTo>
                  <a:pt x="12694" y="15798"/>
                </a:lnTo>
                <a:lnTo>
                  <a:pt x="12694" y="14289"/>
                </a:lnTo>
                <a:lnTo>
                  <a:pt x="12694" y="13047"/>
                </a:lnTo>
                <a:lnTo>
                  <a:pt x="12694" y="11538"/>
                </a:lnTo>
                <a:lnTo>
                  <a:pt x="13012" y="10029"/>
                </a:lnTo>
                <a:lnTo>
                  <a:pt x="13012" y="8520"/>
                </a:lnTo>
                <a:lnTo>
                  <a:pt x="13012" y="7011"/>
                </a:lnTo>
                <a:lnTo>
                  <a:pt x="13012" y="5769"/>
                </a:lnTo>
                <a:lnTo>
                  <a:pt x="13488" y="4260"/>
                </a:lnTo>
                <a:lnTo>
                  <a:pt x="13488" y="2751"/>
                </a:lnTo>
                <a:lnTo>
                  <a:pt x="13488" y="1242"/>
                </a:lnTo>
                <a:lnTo>
                  <a:pt x="13488" y="0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6390262" y="2487768"/>
            <a:ext cx="13329" cy="283485"/>
          </a:xfrm>
          <a:custGeom>
            <a:avLst/>
            <a:gdLst/>
            <a:ahLst/>
            <a:cxnLst/>
            <a:rect l="l" t="t" r="r" b="b"/>
            <a:pathLst>
              <a:path w="13329" h="283485">
                <a:moveTo>
                  <a:pt x="0" y="283485"/>
                </a:moveTo>
                <a:lnTo>
                  <a:pt x="0" y="281976"/>
                </a:lnTo>
                <a:lnTo>
                  <a:pt x="317" y="280467"/>
                </a:lnTo>
                <a:lnTo>
                  <a:pt x="317" y="278958"/>
                </a:lnTo>
                <a:lnTo>
                  <a:pt x="317" y="277627"/>
                </a:lnTo>
                <a:lnTo>
                  <a:pt x="317" y="276118"/>
                </a:lnTo>
                <a:lnTo>
                  <a:pt x="317" y="274609"/>
                </a:lnTo>
                <a:lnTo>
                  <a:pt x="793" y="273189"/>
                </a:lnTo>
                <a:lnTo>
                  <a:pt x="793" y="271680"/>
                </a:lnTo>
                <a:lnTo>
                  <a:pt x="793" y="270349"/>
                </a:lnTo>
                <a:lnTo>
                  <a:pt x="793" y="269107"/>
                </a:lnTo>
                <a:lnTo>
                  <a:pt x="793" y="267598"/>
                </a:lnTo>
                <a:lnTo>
                  <a:pt x="1110" y="266089"/>
                </a:lnTo>
                <a:lnTo>
                  <a:pt x="1110" y="264580"/>
                </a:lnTo>
                <a:lnTo>
                  <a:pt x="1110" y="263249"/>
                </a:lnTo>
                <a:lnTo>
                  <a:pt x="1110" y="261829"/>
                </a:lnTo>
                <a:lnTo>
                  <a:pt x="1110" y="260320"/>
                </a:lnTo>
                <a:lnTo>
                  <a:pt x="1110" y="258811"/>
                </a:lnTo>
                <a:lnTo>
                  <a:pt x="1110" y="257480"/>
                </a:lnTo>
                <a:lnTo>
                  <a:pt x="1110" y="255971"/>
                </a:lnTo>
                <a:lnTo>
                  <a:pt x="1110" y="254462"/>
                </a:lnTo>
                <a:lnTo>
                  <a:pt x="1428" y="252953"/>
                </a:lnTo>
                <a:lnTo>
                  <a:pt x="1428" y="251710"/>
                </a:lnTo>
                <a:lnTo>
                  <a:pt x="1428" y="250202"/>
                </a:lnTo>
                <a:lnTo>
                  <a:pt x="1428" y="248693"/>
                </a:lnTo>
                <a:lnTo>
                  <a:pt x="1428" y="247184"/>
                </a:lnTo>
                <a:lnTo>
                  <a:pt x="1904" y="245675"/>
                </a:lnTo>
                <a:lnTo>
                  <a:pt x="1904" y="244432"/>
                </a:lnTo>
                <a:lnTo>
                  <a:pt x="1904" y="242924"/>
                </a:lnTo>
                <a:lnTo>
                  <a:pt x="1904" y="241415"/>
                </a:lnTo>
                <a:lnTo>
                  <a:pt x="1904" y="239906"/>
                </a:lnTo>
                <a:lnTo>
                  <a:pt x="2221" y="238663"/>
                </a:lnTo>
                <a:lnTo>
                  <a:pt x="2221" y="237155"/>
                </a:lnTo>
                <a:lnTo>
                  <a:pt x="2221" y="235646"/>
                </a:lnTo>
                <a:lnTo>
                  <a:pt x="2221" y="234137"/>
                </a:lnTo>
                <a:lnTo>
                  <a:pt x="2697" y="232806"/>
                </a:lnTo>
                <a:lnTo>
                  <a:pt x="2697" y="231297"/>
                </a:lnTo>
                <a:lnTo>
                  <a:pt x="2697" y="230054"/>
                </a:lnTo>
                <a:lnTo>
                  <a:pt x="2697" y="228545"/>
                </a:lnTo>
                <a:lnTo>
                  <a:pt x="2697" y="227036"/>
                </a:lnTo>
                <a:lnTo>
                  <a:pt x="3015" y="225794"/>
                </a:lnTo>
                <a:lnTo>
                  <a:pt x="3015" y="224285"/>
                </a:lnTo>
                <a:lnTo>
                  <a:pt x="3015" y="222776"/>
                </a:lnTo>
                <a:lnTo>
                  <a:pt x="3015" y="221267"/>
                </a:lnTo>
                <a:lnTo>
                  <a:pt x="3015" y="219758"/>
                </a:lnTo>
                <a:lnTo>
                  <a:pt x="3015" y="218516"/>
                </a:lnTo>
                <a:lnTo>
                  <a:pt x="3015" y="217007"/>
                </a:lnTo>
                <a:lnTo>
                  <a:pt x="3015" y="215498"/>
                </a:lnTo>
                <a:lnTo>
                  <a:pt x="3015" y="213989"/>
                </a:lnTo>
                <a:lnTo>
                  <a:pt x="3015" y="212658"/>
                </a:lnTo>
                <a:lnTo>
                  <a:pt x="3491" y="211149"/>
                </a:lnTo>
                <a:lnTo>
                  <a:pt x="3491" y="209640"/>
                </a:lnTo>
                <a:lnTo>
                  <a:pt x="3491" y="208220"/>
                </a:lnTo>
                <a:lnTo>
                  <a:pt x="3491" y="206711"/>
                </a:lnTo>
                <a:lnTo>
                  <a:pt x="3808" y="205380"/>
                </a:lnTo>
                <a:lnTo>
                  <a:pt x="3808" y="203871"/>
                </a:lnTo>
                <a:lnTo>
                  <a:pt x="3808" y="202362"/>
                </a:lnTo>
                <a:lnTo>
                  <a:pt x="3808" y="201120"/>
                </a:lnTo>
                <a:lnTo>
                  <a:pt x="3808" y="199611"/>
                </a:lnTo>
                <a:lnTo>
                  <a:pt x="4125" y="198280"/>
                </a:lnTo>
                <a:lnTo>
                  <a:pt x="4125" y="196859"/>
                </a:lnTo>
                <a:lnTo>
                  <a:pt x="4125" y="195351"/>
                </a:lnTo>
                <a:lnTo>
                  <a:pt x="4125" y="193842"/>
                </a:lnTo>
                <a:lnTo>
                  <a:pt x="4125" y="192510"/>
                </a:lnTo>
                <a:lnTo>
                  <a:pt x="4601" y="191002"/>
                </a:lnTo>
                <a:lnTo>
                  <a:pt x="4601" y="189493"/>
                </a:lnTo>
                <a:lnTo>
                  <a:pt x="4601" y="187984"/>
                </a:lnTo>
                <a:lnTo>
                  <a:pt x="4601" y="186741"/>
                </a:lnTo>
                <a:lnTo>
                  <a:pt x="4601" y="185232"/>
                </a:lnTo>
                <a:lnTo>
                  <a:pt x="4919" y="183724"/>
                </a:lnTo>
                <a:lnTo>
                  <a:pt x="4919" y="182215"/>
                </a:lnTo>
                <a:lnTo>
                  <a:pt x="4919" y="180706"/>
                </a:lnTo>
                <a:lnTo>
                  <a:pt x="4919" y="179641"/>
                </a:lnTo>
                <a:lnTo>
                  <a:pt x="5395" y="178132"/>
                </a:lnTo>
                <a:lnTo>
                  <a:pt x="5395" y="176623"/>
                </a:lnTo>
                <a:lnTo>
                  <a:pt x="5395" y="175203"/>
                </a:lnTo>
                <a:lnTo>
                  <a:pt x="5395" y="173694"/>
                </a:lnTo>
                <a:lnTo>
                  <a:pt x="5395" y="172363"/>
                </a:lnTo>
                <a:lnTo>
                  <a:pt x="5395" y="170854"/>
                </a:lnTo>
                <a:lnTo>
                  <a:pt x="5395" y="169345"/>
                </a:lnTo>
                <a:lnTo>
                  <a:pt x="5395" y="167836"/>
                </a:lnTo>
                <a:lnTo>
                  <a:pt x="5395" y="166594"/>
                </a:lnTo>
                <a:lnTo>
                  <a:pt x="5395" y="165085"/>
                </a:lnTo>
                <a:lnTo>
                  <a:pt x="5712" y="163576"/>
                </a:lnTo>
                <a:lnTo>
                  <a:pt x="5712" y="162334"/>
                </a:lnTo>
                <a:lnTo>
                  <a:pt x="5712" y="160825"/>
                </a:lnTo>
                <a:lnTo>
                  <a:pt x="5712" y="159493"/>
                </a:lnTo>
                <a:lnTo>
                  <a:pt x="5712" y="157985"/>
                </a:lnTo>
                <a:lnTo>
                  <a:pt x="6030" y="156476"/>
                </a:lnTo>
                <a:lnTo>
                  <a:pt x="6030" y="154967"/>
                </a:lnTo>
                <a:lnTo>
                  <a:pt x="6030" y="153724"/>
                </a:lnTo>
                <a:lnTo>
                  <a:pt x="6030" y="152215"/>
                </a:lnTo>
                <a:lnTo>
                  <a:pt x="6506" y="150707"/>
                </a:lnTo>
                <a:lnTo>
                  <a:pt x="6506" y="149198"/>
                </a:lnTo>
                <a:lnTo>
                  <a:pt x="6506" y="147955"/>
                </a:lnTo>
                <a:lnTo>
                  <a:pt x="6506" y="146624"/>
                </a:lnTo>
                <a:lnTo>
                  <a:pt x="6506" y="145115"/>
                </a:lnTo>
                <a:lnTo>
                  <a:pt x="6823" y="143606"/>
                </a:lnTo>
                <a:lnTo>
                  <a:pt x="6823" y="142097"/>
                </a:lnTo>
                <a:lnTo>
                  <a:pt x="6823" y="140677"/>
                </a:lnTo>
                <a:lnTo>
                  <a:pt x="6823" y="139346"/>
                </a:lnTo>
                <a:lnTo>
                  <a:pt x="6823" y="137837"/>
                </a:lnTo>
                <a:lnTo>
                  <a:pt x="7299" y="136328"/>
                </a:lnTo>
                <a:lnTo>
                  <a:pt x="7299" y="135086"/>
                </a:lnTo>
                <a:lnTo>
                  <a:pt x="7299" y="133577"/>
                </a:lnTo>
                <a:lnTo>
                  <a:pt x="7299" y="132245"/>
                </a:lnTo>
                <a:lnTo>
                  <a:pt x="7299" y="130737"/>
                </a:lnTo>
                <a:lnTo>
                  <a:pt x="7299" y="129316"/>
                </a:lnTo>
                <a:lnTo>
                  <a:pt x="7299" y="127808"/>
                </a:lnTo>
                <a:lnTo>
                  <a:pt x="7299" y="126476"/>
                </a:lnTo>
                <a:lnTo>
                  <a:pt x="7299" y="125234"/>
                </a:lnTo>
                <a:lnTo>
                  <a:pt x="7616" y="123725"/>
                </a:lnTo>
                <a:lnTo>
                  <a:pt x="7616" y="122216"/>
                </a:lnTo>
                <a:lnTo>
                  <a:pt x="7616" y="120707"/>
                </a:lnTo>
                <a:lnTo>
                  <a:pt x="7616" y="119376"/>
                </a:lnTo>
                <a:lnTo>
                  <a:pt x="7616" y="117867"/>
                </a:lnTo>
                <a:lnTo>
                  <a:pt x="8093" y="116447"/>
                </a:lnTo>
                <a:lnTo>
                  <a:pt x="8093" y="115116"/>
                </a:lnTo>
                <a:lnTo>
                  <a:pt x="8093" y="113607"/>
                </a:lnTo>
                <a:lnTo>
                  <a:pt x="8093" y="112364"/>
                </a:lnTo>
                <a:lnTo>
                  <a:pt x="8093" y="110855"/>
                </a:lnTo>
                <a:lnTo>
                  <a:pt x="8410" y="109346"/>
                </a:lnTo>
                <a:lnTo>
                  <a:pt x="8410" y="107838"/>
                </a:lnTo>
                <a:lnTo>
                  <a:pt x="8410" y="106329"/>
                </a:lnTo>
                <a:lnTo>
                  <a:pt x="8410" y="105264"/>
                </a:lnTo>
                <a:lnTo>
                  <a:pt x="8410" y="103755"/>
                </a:lnTo>
                <a:lnTo>
                  <a:pt x="8727" y="102246"/>
                </a:lnTo>
                <a:lnTo>
                  <a:pt x="8727" y="100737"/>
                </a:lnTo>
                <a:lnTo>
                  <a:pt x="8727" y="99228"/>
                </a:lnTo>
                <a:lnTo>
                  <a:pt x="8727" y="97986"/>
                </a:lnTo>
                <a:lnTo>
                  <a:pt x="9203" y="96654"/>
                </a:lnTo>
                <a:lnTo>
                  <a:pt x="9203" y="95146"/>
                </a:lnTo>
                <a:lnTo>
                  <a:pt x="9203" y="93637"/>
                </a:lnTo>
                <a:lnTo>
                  <a:pt x="9203" y="92217"/>
                </a:lnTo>
                <a:lnTo>
                  <a:pt x="9203" y="90885"/>
                </a:lnTo>
                <a:lnTo>
                  <a:pt x="9521" y="89643"/>
                </a:lnTo>
                <a:lnTo>
                  <a:pt x="9521" y="88134"/>
                </a:lnTo>
                <a:lnTo>
                  <a:pt x="9521" y="86625"/>
                </a:lnTo>
                <a:lnTo>
                  <a:pt x="9521" y="85116"/>
                </a:lnTo>
                <a:lnTo>
                  <a:pt x="9521" y="83785"/>
                </a:lnTo>
                <a:lnTo>
                  <a:pt x="9521" y="82542"/>
                </a:lnTo>
                <a:lnTo>
                  <a:pt x="9521" y="81033"/>
                </a:lnTo>
                <a:lnTo>
                  <a:pt x="9521" y="79525"/>
                </a:lnTo>
                <a:lnTo>
                  <a:pt x="9521" y="78016"/>
                </a:lnTo>
                <a:lnTo>
                  <a:pt x="9521" y="76773"/>
                </a:lnTo>
                <a:lnTo>
                  <a:pt x="9997" y="75442"/>
                </a:lnTo>
                <a:lnTo>
                  <a:pt x="9997" y="73933"/>
                </a:lnTo>
                <a:lnTo>
                  <a:pt x="9997" y="72424"/>
                </a:lnTo>
                <a:lnTo>
                  <a:pt x="9997" y="70915"/>
                </a:lnTo>
                <a:lnTo>
                  <a:pt x="10314" y="69850"/>
                </a:lnTo>
                <a:lnTo>
                  <a:pt x="10314" y="68341"/>
                </a:lnTo>
                <a:lnTo>
                  <a:pt x="10314" y="66832"/>
                </a:lnTo>
                <a:lnTo>
                  <a:pt x="10314" y="65412"/>
                </a:lnTo>
                <a:lnTo>
                  <a:pt x="10314" y="63904"/>
                </a:lnTo>
                <a:lnTo>
                  <a:pt x="10631" y="62838"/>
                </a:lnTo>
                <a:lnTo>
                  <a:pt x="10631" y="61330"/>
                </a:lnTo>
                <a:lnTo>
                  <a:pt x="10631" y="59821"/>
                </a:lnTo>
                <a:lnTo>
                  <a:pt x="10631" y="58312"/>
                </a:lnTo>
                <a:lnTo>
                  <a:pt x="10631" y="56981"/>
                </a:lnTo>
                <a:lnTo>
                  <a:pt x="11108" y="55738"/>
                </a:lnTo>
                <a:lnTo>
                  <a:pt x="11108" y="54229"/>
                </a:lnTo>
                <a:lnTo>
                  <a:pt x="11108" y="52720"/>
                </a:lnTo>
                <a:lnTo>
                  <a:pt x="11108" y="51478"/>
                </a:lnTo>
                <a:lnTo>
                  <a:pt x="11108" y="49969"/>
                </a:lnTo>
                <a:lnTo>
                  <a:pt x="11425" y="48638"/>
                </a:lnTo>
                <a:lnTo>
                  <a:pt x="11425" y="47129"/>
                </a:lnTo>
                <a:lnTo>
                  <a:pt x="11425" y="45886"/>
                </a:lnTo>
                <a:lnTo>
                  <a:pt x="11425" y="44377"/>
                </a:lnTo>
                <a:lnTo>
                  <a:pt x="11425" y="42868"/>
                </a:lnTo>
                <a:lnTo>
                  <a:pt x="11425" y="41537"/>
                </a:lnTo>
                <a:lnTo>
                  <a:pt x="11425" y="40295"/>
                </a:lnTo>
                <a:lnTo>
                  <a:pt x="11425" y="38786"/>
                </a:lnTo>
                <a:lnTo>
                  <a:pt x="11425" y="37277"/>
                </a:lnTo>
                <a:lnTo>
                  <a:pt x="11901" y="36034"/>
                </a:lnTo>
                <a:lnTo>
                  <a:pt x="11901" y="34525"/>
                </a:lnTo>
                <a:lnTo>
                  <a:pt x="11901" y="33194"/>
                </a:lnTo>
                <a:lnTo>
                  <a:pt x="11901" y="31952"/>
                </a:lnTo>
                <a:lnTo>
                  <a:pt x="11901" y="30443"/>
                </a:lnTo>
                <a:lnTo>
                  <a:pt x="12218" y="28934"/>
                </a:lnTo>
                <a:lnTo>
                  <a:pt x="12218" y="27602"/>
                </a:lnTo>
                <a:lnTo>
                  <a:pt x="12218" y="26094"/>
                </a:lnTo>
                <a:lnTo>
                  <a:pt x="12218" y="24851"/>
                </a:lnTo>
                <a:lnTo>
                  <a:pt x="12218" y="23520"/>
                </a:lnTo>
                <a:lnTo>
                  <a:pt x="12694" y="22100"/>
                </a:lnTo>
                <a:lnTo>
                  <a:pt x="12694" y="20591"/>
                </a:lnTo>
                <a:lnTo>
                  <a:pt x="12694" y="19259"/>
                </a:lnTo>
                <a:lnTo>
                  <a:pt x="12694" y="17751"/>
                </a:lnTo>
                <a:lnTo>
                  <a:pt x="13012" y="16508"/>
                </a:lnTo>
                <a:lnTo>
                  <a:pt x="13012" y="15177"/>
                </a:lnTo>
                <a:lnTo>
                  <a:pt x="13012" y="13668"/>
                </a:lnTo>
                <a:lnTo>
                  <a:pt x="13012" y="12159"/>
                </a:lnTo>
                <a:lnTo>
                  <a:pt x="13012" y="10916"/>
                </a:lnTo>
                <a:lnTo>
                  <a:pt x="13329" y="9585"/>
                </a:lnTo>
                <a:lnTo>
                  <a:pt x="13329" y="8165"/>
                </a:lnTo>
                <a:lnTo>
                  <a:pt x="13329" y="6834"/>
                </a:lnTo>
                <a:lnTo>
                  <a:pt x="13329" y="5325"/>
                </a:lnTo>
                <a:lnTo>
                  <a:pt x="13329" y="3816"/>
                </a:lnTo>
                <a:lnTo>
                  <a:pt x="13329" y="2573"/>
                </a:lnTo>
                <a:lnTo>
                  <a:pt x="13329" y="1242"/>
                </a:lnTo>
                <a:lnTo>
                  <a:pt x="13329" y="0"/>
                </a:lnTo>
              </a:path>
            </a:pathLst>
          </a:custGeom>
          <a:ln w="195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6403591" y="2229578"/>
            <a:ext cx="13805" cy="258190"/>
          </a:xfrm>
          <a:custGeom>
            <a:avLst/>
            <a:gdLst/>
            <a:ahLst/>
            <a:cxnLst/>
            <a:rect l="l" t="t" r="r" b="b"/>
            <a:pathLst>
              <a:path w="13805" h="258190">
                <a:moveTo>
                  <a:pt x="0" y="258190"/>
                </a:moveTo>
                <a:lnTo>
                  <a:pt x="0" y="256681"/>
                </a:lnTo>
                <a:lnTo>
                  <a:pt x="0" y="255172"/>
                </a:lnTo>
                <a:lnTo>
                  <a:pt x="476" y="253841"/>
                </a:lnTo>
                <a:lnTo>
                  <a:pt x="476" y="252421"/>
                </a:lnTo>
                <a:lnTo>
                  <a:pt x="476" y="251089"/>
                </a:lnTo>
                <a:lnTo>
                  <a:pt x="476" y="249847"/>
                </a:lnTo>
                <a:lnTo>
                  <a:pt x="793" y="248338"/>
                </a:lnTo>
                <a:lnTo>
                  <a:pt x="793" y="247006"/>
                </a:lnTo>
                <a:lnTo>
                  <a:pt x="793" y="245498"/>
                </a:lnTo>
                <a:lnTo>
                  <a:pt x="793" y="244255"/>
                </a:lnTo>
                <a:lnTo>
                  <a:pt x="793" y="242924"/>
                </a:lnTo>
                <a:lnTo>
                  <a:pt x="1269" y="241415"/>
                </a:lnTo>
                <a:lnTo>
                  <a:pt x="1269" y="240172"/>
                </a:lnTo>
                <a:lnTo>
                  <a:pt x="1269" y="238663"/>
                </a:lnTo>
                <a:lnTo>
                  <a:pt x="1269" y="237332"/>
                </a:lnTo>
                <a:lnTo>
                  <a:pt x="1269" y="235823"/>
                </a:lnTo>
                <a:lnTo>
                  <a:pt x="1586" y="234758"/>
                </a:lnTo>
                <a:lnTo>
                  <a:pt x="1586" y="233249"/>
                </a:lnTo>
                <a:lnTo>
                  <a:pt x="1586" y="231829"/>
                </a:lnTo>
                <a:lnTo>
                  <a:pt x="1586" y="230498"/>
                </a:lnTo>
                <a:lnTo>
                  <a:pt x="1586" y="228989"/>
                </a:lnTo>
                <a:lnTo>
                  <a:pt x="1904" y="227746"/>
                </a:lnTo>
                <a:lnTo>
                  <a:pt x="1904" y="226415"/>
                </a:lnTo>
                <a:lnTo>
                  <a:pt x="1904" y="225173"/>
                </a:lnTo>
                <a:lnTo>
                  <a:pt x="1904" y="223664"/>
                </a:lnTo>
                <a:lnTo>
                  <a:pt x="2380" y="222332"/>
                </a:lnTo>
                <a:lnTo>
                  <a:pt x="2380" y="220823"/>
                </a:lnTo>
                <a:lnTo>
                  <a:pt x="2380" y="219581"/>
                </a:lnTo>
                <a:lnTo>
                  <a:pt x="2380" y="218250"/>
                </a:lnTo>
                <a:lnTo>
                  <a:pt x="2380" y="217007"/>
                </a:lnTo>
                <a:lnTo>
                  <a:pt x="2380" y="215498"/>
                </a:lnTo>
                <a:lnTo>
                  <a:pt x="2380" y="214167"/>
                </a:lnTo>
                <a:lnTo>
                  <a:pt x="2380" y="212747"/>
                </a:lnTo>
                <a:lnTo>
                  <a:pt x="2380" y="211415"/>
                </a:lnTo>
                <a:lnTo>
                  <a:pt x="2380" y="209907"/>
                </a:lnTo>
                <a:lnTo>
                  <a:pt x="2697" y="208664"/>
                </a:lnTo>
                <a:lnTo>
                  <a:pt x="2697" y="207333"/>
                </a:lnTo>
                <a:lnTo>
                  <a:pt x="2697" y="206090"/>
                </a:lnTo>
                <a:lnTo>
                  <a:pt x="2697" y="204581"/>
                </a:lnTo>
                <a:lnTo>
                  <a:pt x="2697" y="203250"/>
                </a:lnTo>
                <a:lnTo>
                  <a:pt x="3173" y="201741"/>
                </a:lnTo>
                <a:lnTo>
                  <a:pt x="3173" y="200498"/>
                </a:lnTo>
                <a:lnTo>
                  <a:pt x="3173" y="199167"/>
                </a:lnTo>
                <a:lnTo>
                  <a:pt x="3173" y="197925"/>
                </a:lnTo>
                <a:lnTo>
                  <a:pt x="3491" y="196593"/>
                </a:lnTo>
                <a:lnTo>
                  <a:pt x="3491" y="195084"/>
                </a:lnTo>
                <a:lnTo>
                  <a:pt x="3491" y="193842"/>
                </a:lnTo>
                <a:lnTo>
                  <a:pt x="3491" y="192333"/>
                </a:lnTo>
                <a:lnTo>
                  <a:pt x="3491" y="191090"/>
                </a:lnTo>
                <a:lnTo>
                  <a:pt x="3808" y="189759"/>
                </a:lnTo>
                <a:lnTo>
                  <a:pt x="3808" y="188516"/>
                </a:lnTo>
                <a:lnTo>
                  <a:pt x="3808" y="187185"/>
                </a:lnTo>
                <a:lnTo>
                  <a:pt x="3808" y="185676"/>
                </a:lnTo>
                <a:lnTo>
                  <a:pt x="3808" y="184434"/>
                </a:lnTo>
                <a:lnTo>
                  <a:pt x="4284" y="182925"/>
                </a:lnTo>
                <a:lnTo>
                  <a:pt x="4284" y="181594"/>
                </a:lnTo>
                <a:lnTo>
                  <a:pt x="4284" y="180351"/>
                </a:lnTo>
                <a:lnTo>
                  <a:pt x="4284" y="179020"/>
                </a:lnTo>
                <a:lnTo>
                  <a:pt x="4284" y="177777"/>
                </a:lnTo>
                <a:lnTo>
                  <a:pt x="4284" y="176446"/>
                </a:lnTo>
                <a:lnTo>
                  <a:pt x="4284" y="174937"/>
                </a:lnTo>
                <a:lnTo>
                  <a:pt x="4284" y="173694"/>
                </a:lnTo>
                <a:lnTo>
                  <a:pt x="4284" y="172185"/>
                </a:lnTo>
                <a:lnTo>
                  <a:pt x="4601" y="170854"/>
                </a:lnTo>
                <a:lnTo>
                  <a:pt x="4601" y="169789"/>
                </a:lnTo>
                <a:lnTo>
                  <a:pt x="4601" y="168280"/>
                </a:lnTo>
                <a:lnTo>
                  <a:pt x="4601" y="167038"/>
                </a:lnTo>
                <a:lnTo>
                  <a:pt x="4601" y="165706"/>
                </a:lnTo>
                <a:lnTo>
                  <a:pt x="5077" y="164286"/>
                </a:lnTo>
                <a:lnTo>
                  <a:pt x="5077" y="162955"/>
                </a:lnTo>
                <a:lnTo>
                  <a:pt x="5077" y="161712"/>
                </a:lnTo>
                <a:lnTo>
                  <a:pt x="5077" y="160381"/>
                </a:lnTo>
                <a:lnTo>
                  <a:pt x="5077" y="159138"/>
                </a:lnTo>
                <a:lnTo>
                  <a:pt x="5395" y="157807"/>
                </a:lnTo>
                <a:lnTo>
                  <a:pt x="5395" y="156564"/>
                </a:lnTo>
                <a:lnTo>
                  <a:pt x="5395" y="155056"/>
                </a:lnTo>
                <a:lnTo>
                  <a:pt x="5395" y="153724"/>
                </a:lnTo>
                <a:lnTo>
                  <a:pt x="5395" y="152482"/>
                </a:lnTo>
                <a:lnTo>
                  <a:pt x="5871" y="150973"/>
                </a:lnTo>
                <a:lnTo>
                  <a:pt x="5871" y="149641"/>
                </a:lnTo>
                <a:lnTo>
                  <a:pt x="5871" y="148576"/>
                </a:lnTo>
                <a:lnTo>
                  <a:pt x="5871" y="147334"/>
                </a:lnTo>
                <a:lnTo>
                  <a:pt x="6188" y="145825"/>
                </a:lnTo>
                <a:lnTo>
                  <a:pt x="6188" y="144494"/>
                </a:lnTo>
                <a:lnTo>
                  <a:pt x="6188" y="143251"/>
                </a:lnTo>
                <a:lnTo>
                  <a:pt x="6188" y="141920"/>
                </a:lnTo>
                <a:lnTo>
                  <a:pt x="6188" y="140411"/>
                </a:lnTo>
                <a:lnTo>
                  <a:pt x="6506" y="139168"/>
                </a:lnTo>
                <a:lnTo>
                  <a:pt x="6506" y="137837"/>
                </a:lnTo>
                <a:lnTo>
                  <a:pt x="6506" y="136772"/>
                </a:lnTo>
                <a:lnTo>
                  <a:pt x="6506" y="135263"/>
                </a:lnTo>
                <a:lnTo>
                  <a:pt x="6506" y="134020"/>
                </a:lnTo>
                <a:lnTo>
                  <a:pt x="6506" y="132689"/>
                </a:lnTo>
                <a:lnTo>
                  <a:pt x="6506" y="131447"/>
                </a:lnTo>
                <a:lnTo>
                  <a:pt x="6506" y="130115"/>
                </a:lnTo>
                <a:lnTo>
                  <a:pt x="6506" y="128695"/>
                </a:lnTo>
                <a:lnTo>
                  <a:pt x="6506" y="127364"/>
                </a:lnTo>
                <a:lnTo>
                  <a:pt x="6982" y="126121"/>
                </a:lnTo>
                <a:lnTo>
                  <a:pt x="6982" y="124790"/>
                </a:lnTo>
                <a:lnTo>
                  <a:pt x="6982" y="123725"/>
                </a:lnTo>
                <a:lnTo>
                  <a:pt x="6982" y="122216"/>
                </a:lnTo>
                <a:lnTo>
                  <a:pt x="7299" y="120973"/>
                </a:lnTo>
                <a:lnTo>
                  <a:pt x="7299" y="119642"/>
                </a:lnTo>
                <a:lnTo>
                  <a:pt x="7299" y="118400"/>
                </a:lnTo>
                <a:lnTo>
                  <a:pt x="7299" y="117068"/>
                </a:lnTo>
                <a:lnTo>
                  <a:pt x="7299" y="115826"/>
                </a:lnTo>
                <a:lnTo>
                  <a:pt x="7775" y="114494"/>
                </a:lnTo>
                <a:lnTo>
                  <a:pt x="7775" y="112985"/>
                </a:lnTo>
                <a:lnTo>
                  <a:pt x="7775" y="111920"/>
                </a:lnTo>
                <a:lnTo>
                  <a:pt x="7775" y="110678"/>
                </a:lnTo>
                <a:lnTo>
                  <a:pt x="7775" y="109346"/>
                </a:lnTo>
                <a:lnTo>
                  <a:pt x="8093" y="108104"/>
                </a:lnTo>
                <a:lnTo>
                  <a:pt x="8093" y="106773"/>
                </a:lnTo>
                <a:lnTo>
                  <a:pt x="8093" y="105530"/>
                </a:lnTo>
                <a:lnTo>
                  <a:pt x="8093" y="104199"/>
                </a:lnTo>
                <a:lnTo>
                  <a:pt x="8093" y="102956"/>
                </a:lnTo>
                <a:lnTo>
                  <a:pt x="8410" y="101447"/>
                </a:lnTo>
                <a:lnTo>
                  <a:pt x="8410" y="100116"/>
                </a:lnTo>
                <a:lnTo>
                  <a:pt x="8410" y="98873"/>
                </a:lnTo>
                <a:lnTo>
                  <a:pt x="8410" y="97808"/>
                </a:lnTo>
                <a:lnTo>
                  <a:pt x="8410" y="96477"/>
                </a:lnTo>
                <a:lnTo>
                  <a:pt x="8410" y="95234"/>
                </a:lnTo>
                <a:lnTo>
                  <a:pt x="8410" y="93903"/>
                </a:lnTo>
                <a:lnTo>
                  <a:pt x="8410" y="92660"/>
                </a:lnTo>
                <a:lnTo>
                  <a:pt x="8410" y="91329"/>
                </a:lnTo>
                <a:lnTo>
                  <a:pt x="8886" y="90086"/>
                </a:lnTo>
                <a:lnTo>
                  <a:pt x="8886" y="88755"/>
                </a:lnTo>
                <a:lnTo>
                  <a:pt x="8886" y="87513"/>
                </a:lnTo>
                <a:lnTo>
                  <a:pt x="8886" y="86181"/>
                </a:lnTo>
                <a:lnTo>
                  <a:pt x="8886" y="84939"/>
                </a:lnTo>
                <a:lnTo>
                  <a:pt x="9203" y="83607"/>
                </a:lnTo>
                <a:lnTo>
                  <a:pt x="9203" y="82365"/>
                </a:lnTo>
                <a:lnTo>
                  <a:pt x="9203" y="81300"/>
                </a:lnTo>
                <a:lnTo>
                  <a:pt x="9203" y="79968"/>
                </a:lnTo>
                <a:lnTo>
                  <a:pt x="9203" y="78726"/>
                </a:lnTo>
                <a:lnTo>
                  <a:pt x="9679" y="77394"/>
                </a:lnTo>
                <a:lnTo>
                  <a:pt x="9679" y="76152"/>
                </a:lnTo>
                <a:lnTo>
                  <a:pt x="9679" y="74820"/>
                </a:lnTo>
                <a:lnTo>
                  <a:pt x="9679" y="73578"/>
                </a:lnTo>
                <a:lnTo>
                  <a:pt x="9997" y="72247"/>
                </a:lnTo>
                <a:lnTo>
                  <a:pt x="9997" y="71004"/>
                </a:lnTo>
                <a:lnTo>
                  <a:pt x="9997" y="69673"/>
                </a:lnTo>
                <a:lnTo>
                  <a:pt x="9997" y="68430"/>
                </a:lnTo>
                <a:lnTo>
                  <a:pt x="9997" y="67099"/>
                </a:lnTo>
                <a:lnTo>
                  <a:pt x="10473" y="66034"/>
                </a:lnTo>
                <a:lnTo>
                  <a:pt x="10473" y="64791"/>
                </a:lnTo>
                <a:lnTo>
                  <a:pt x="10473" y="63460"/>
                </a:lnTo>
                <a:lnTo>
                  <a:pt x="10473" y="62395"/>
                </a:lnTo>
                <a:lnTo>
                  <a:pt x="10473" y="61152"/>
                </a:lnTo>
                <a:lnTo>
                  <a:pt x="10790" y="59821"/>
                </a:lnTo>
                <a:lnTo>
                  <a:pt x="10790" y="58578"/>
                </a:lnTo>
                <a:lnTo>
                  <a:pt x="10790" y="57247"/>
                </a:lnTo>
                <a:lnTo>
                  <a:pt x="10790" y="56004"/>
                </a:lnTo>
                <a:lnTo>
                  <a:pt x="10790" y="54850"/>
                </a:lnTo>
                <a:lnTo>
                  <a:pt x="10790" y="53608"/>
                </a:lnTo>
                <a:lnTo>
                  <a:pt x="10790" y="52277"/>
                </a:lnTo>
                <a:lnTo>
                  <a:pt x="10790" y="51034"/>
                </a:lnTo>
                <a:lnTo>
                  <a:pt x="10790" y="49703"/>
                </a:lnTo>
                <a:lnTo>
                  <a:pt x="11108" y="48460"/>
                </a:lnTo>
                <a:lnTo>
                  <a:pt x="11108" y="47395"/>
                </a:lnTo>
                <a:lnTo>
                  <a:pt x="11108" y="46064"/>
                </a:lnTo>
                <a:lnTo>
                  <a:pt x="11108" y="44821"/>
                </a:lnTo>
                <a:lnTo>
                  <a:pt x="11108" y="43490"/>
                </a:lnTo>
                <a:lnTo>
                  <a:pt x="11584" y="42247"/>
                </a:lnTo>
                <a:lnTo>
                  <a:pt x="11584" y="41182"/>
                </a:lnTo>
                <a:lnTo>
                  <a:pt x="11584" y="39851"/>
                </a:lnTo>
                <a:lnTo>
                  <a:pt x="11584" y="38608"/>
                </a:lnTo>
                <a:lnTo>
                  <a:pt x="11584" y="37543"/>
                </a:lnTo>
                <a:lnTo>
                  <a:pt x="11901" y="36212"/>
                </a:lnTo>
                <a:lnTo>
                  <a:pt x="11901" y="35147"/>
                </a:lnTo>
                <a:lnTo>
                  <a:pt x="11901" y="33904"/>
                </a:lnTo>
                <a:lnTo>
                  <a:pt x="11901" y="32573"/>
                </a:lnTo>
                <a:lnTo>
                  <a:pt x="11901" y="31330"/>
                </a:lnTo>
                <a:lnTo>
                  <a:pt x="12377" y="30265"/>
                </a:lnTo>
                <a:lnTo>
                  <a:pt x="12377" y="28934"/>
                </a:lnTo>
                <a:lnTo>
                  <a:pt x="12377" y="27691"/>
                </a:lnTo>
                <a:lnTo>
                  <a:pt x="12377" y="26626"/>
                </a:lnTo>
                <a:lnTo>
                  <a:pt x="12377" y="25295"/>
                </a:lnTo>
                <a:lnTo>
                  <a:pt x="12694" y="24052"/>
                </a:lnTo>
                <a:lnTo>
                  <a:pt x="12694" y="22721"/>
                </a:lnTo>
                <a:lnTo>
                  <a:pt x="12694" y="21656"/>
                </a:lnTo>
                <a:lnTo>
                  <a:pt x="12694" y="20413"/>
                </a:lnTo>
                <a:lnTo>
                  <a:pt x="12694" y="19082"/>
                </a:lnTo>
                <a:lnTo>
                  <a:pt x="12694" y="18017"/>
                </a:lnTo>
                <a:lnTo>
                  <a:pt x="12694" y="16686"/>
                </a:lnTo>
                <a:lnTo>
                  <a:pt x="12694" y="15443"/>
                </a:lnTo>
                <a:lnTo>
                  <a:pt x="12694" y="14378"/>
                </a:lnTo>
                <a:lnTo>
                  <a:pt x="13012" y="13047"/>
                </a:lnTo>
                <a:lnTo>
                  <a:pt x="13012" y="11982"/>
                </a:lnTo>
                <a:lnTo>
                  <a:pt x="13012" y="10739"/>
                </a:lnTo>
                <a:lnTo>
                  <a:pt x="13012" y="9408"/>
                </a:lnTo>
                <a:lnTo>
                  <a:pt x="13012" y="8343"/>
                </a:lnTo>
                <a:lnTo>
                  <a:pt x="13488" y="7100"/>
                </a:lnTo>
                <a:lnTo>
                  <a:pt x="13488" y="5769"/>
                </a:lnTo>
                <a:lnTo>
                  <a:pt x="13488" y="4704"/>
                </a:lnTo>
                <a:lnTo>
                  <a:pt x="13488" y="3461"/>
                </a:lnTo>
                <a:lnTo>
                  <a:pt x="13488" y="2396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6417397" y="2021624"/>
            <a:ext cx="13488" cy="207954"/>
          </a:xfrm>
          <a:custGeom>
            <a:avLst/>
            <a:gdLst/>
            <a:ahLst/>
            <a:cxnLst/>
            <a:rect l="l" t="t" r="r" b="b"/>
            <a:pathLst>
              <a:path w="13488" h="207954">
                <a:moveTo>
                  <a:pt x="0" y="207954"/>
                </a:moveTo>
                <a:lnTo>
                  <a:pt x="0" y="206711"/>
                </a:lnTo>
                <a:lnTo>
                  <a:pt x="0" y="205380"/>
                </a:lnTo>
                <a:lnTo>
                  <a:pt x="476" y="204315"/>
                </a:lnTo>
                <a:lnTo>
                  <a:pt x="476" y="202984"/>
                </a:lnTo>
                <a:lnTo>
                  <a:pt x="476" y="201919"/>
                </a:lnTo>
                <a:lnTo>
                  <a:pt x="476" y="200676"/>
                </a:lnTo>
                <a:lnTo>
                  <a:pt x="476" y="199611"/>
                </a:lnTo>
                <a:lnTo>
                  <a:pt x="793" y="198280"/>
                </a:lnTo>
                <a:lnTo>
                  <a:pt x="793" y="197215"/>
                </a:lnTo>
                <a:lnTo>
                  <a:pt x="793" y="195972"/>
                </a:lnTo>
                <a:lnTo>
                  <a:pt x="793" y="194907"/>
                </a:lnTo>
                <a:lnTo>
                  <a:pt x="793" y="193576"/>
                </a:lnTo>
                <a:lnTo>
                  <a:pt x="1269" y="192510"/>
                </a:lnTo>
                <a:lnTo>
                  <a:pt x="1269" y="191268"/>
                </a:lnTo>
                <a:lnTo>
                  <a:pt x="1269" y="190114"/>
                </a:lnTo>
                <a:lnTo>
                  <a:pt x="1269" y="189049"/>
                </a:lnTo>
                <a:lnTo>
                  <a:pt x="1269" y="187806"/>
                </a:lnTo>
                <a:lnTo>
                  <a:pt x="1269" y="186741"/>
                </a:lnTo>
                <a:lnTo>
                  <a:pt x="1269" y="185410"/>
                </a:lnTo>
                <a:lnTo>
                  <a:pt x="1269" y="184345"/>
                </a:lnTo>
                <a:lnTo>
                  <a:pt x="1269" y="183102"/>
                </a:lnTo>
                <a:lnTo>
                  <a:pt x="1586" y="182037"/>
                </a:lnTo>
                <a:lnTo>
                  <a:pt x="1586" y="180972"/>
                </a:lnTo>
                <a:lnTo>
                  <a:pt x="1586" y="179641"/>
                </a:lnTo>
                <a:lnTo>
                  <a:pt x="1586" y="178576"/>
                </a:lnTo>
                <a:lnTo>
                  <a:pt x="1586" y="177333"/>
                </a:lnTo>
                <a:lnTo>
                  <a:pt x="1904" y="176179"/>
                </a:lnTo>
                <a:lnTo>
                  <a:pt x="1904" y="175114"/>
                </a:lnTo>
                <a:lnTo>
                  <a:pt x="1904" y="173872"/>
                </a:lnTo>
                <a:lnTo>
                  <a:pt x="1904" y="172807"/>
                </a:lnTo>
                <a:lnTo>
                  <a:pt x="1904" y="171742"/>
                </a:lnTo>
                <a:lnTo>
                  <a:pt x="2380" y="170410"/>
                </a:lnTo>
                <a:lnTo>
                  <a:pt x="2380" y="169345"/>
                </a:lnTo>
                <a:lnTo>
                  <a:pt x="2380" y="168280"/>
                </a:lnTo>
                <a:lnTo>
                  <a:pt x="2380" y="167038"/>
                </a:lnTo>
                <a:lnTo>
                  <a:pt x="2380" y="165884"/>
                </a:lnTo>
                <a:lnTo>
                  <a:pt x="2697" y="164819"/>
                </a:lnTo>
                <a:lnTo>
                  <a:pt x="2697" y="163754"/>
                </a:lnTo>
                <a:lnTo>
                  <a:pt x="2697" y="162511"/>
                </a:lnTo>
                <a:lnTo>
                  <a:pt x="2697" y="161446"/>
                </a:lnTo>
                <a:lnTo>
                  <a:pt x="3173" y="160381"/>
                </a:lnTo>
                <a:lnTo>
                  <a:pt x="3173" y="159050"/>
                </a:lnTo>
                <a:lnTo>
                  <a:pt x="3173" y="157985"/>
                </a:lnTo>
                <a:lnTo>
                  <a:pt x="3173" y="156919"/>
                </a:lnTo>
                <a:lnTo>
                  <a:pt x="3173" y="155677"/>
                </a:lnTo>
                <a:lnTo>
                  <a:pt x="3173" y="154523"/>
                </a:lnTo>
                <a:lnTo>
                  <a:pt x="3173" y="153280"/>
                </a:lnTo>
                <a:lnTo>
                  <a:pt x="3173" y="152215"/>
                </a:lnTo>
                <a:lnTo>
                  <a:pt x="3173" y="151150"/>
                </a:lnTo>
                <a:lnTo>
                  <a:pt x="3173" y="150085"/>
                </a:lnTo>
                <a:lnTo>
                  <a:pt x="3491" y="149020"/>
                </a:lnTo>
                <a:lnTo>
                  <a:pt x="3491" y="147689"/>
                </a:lnTo>
                <a:lnTo>
                  <a:pt x="3491" y="146624"/>
                </a:lnTo>
                <a:lnTo>
                  <a:pt x="3491" y="145559"/>
                </a:lnTo>
                <a:lnTo>
                  <a:pt x="3491" y="144494"/>
                </a:lnTo>
                <a:lnTo>
                  <a:pt x="3808" y="143429"/>
                </a:lnTo>
                <a:lnTo>
                  <a:pt x="3808" y="142364"/>
                </a:lnTo>
                <a:lnTo>
                  <a:pt x="3808" y="141032"/>
                </a:lnTo>
                <a:lnTo>
                  <a:pt x="3808" y="139967"/>
                </a:lnTo>
                <a:lnTo>
                  <a:pt x="4284" y="138902"/>
                </a:lnTo>
                <a:lnTo>
                  <a:pt x="4284" y="137837"/>
                </a:lnTo>
                <a:lnTo>
                  <a:pt x="4284" y="136772"/>
                </a:lnTo>
                <a:lnTo>
                  <a:pt x="4284" y="135707"/>
                </a:lnTo>
                <a:lnTo>
                  <a:pt x="4284" y="134376"/>
                </a:lnTo>
                <a:lnTo>
                  <a:pt x="4601" y="133310"/>
                </a:lnTo>
                <a:lnTo>
                  <a:pt x="4601" y="132245"/>
                </a:lnTo>
                <a:lnTo>
                  <a:pt x="4601" y="131180"/>
                </a:lnTo>
                <a:lnTo>
                  <a:pt x="4601" y="130115"/>
                </a:lnTo>
                <a:lnTo>
                  <a:pt x="4601" y="129050"/>
                </a:lnTo>
                <a:lnTo>
                  <a:pt x="5077" y="127719"/>
                </a:lnTo>
                <a:lnTo>
                  <a:pt x="5077" y="126654"/>
                </a:lnTo>
                <a:lnTo>
                  <a:pt x="5077" y="125589"/>
                </a:lnTo>
                <a:lnTo>
                  <a:pt x="5077" y="124524"/>
                </a:lnTo>
                <a:lnTo>
                  <a:pt x="5077" y="123459"/>
                </a:lnTo>
                <a:lnTo>
                  <a:pt x="5395" y="122394"/>
                </a:lnTo>
                <a:lnTo>
                  <a:pt x="5395" y="121328"/>
                </a:lnTo>
                <a:lnTo>
                  <a:pt x="5395" y="120263"/>
                </a:lnTo>
                <a:lnTo>
                  <a:pt x="5395" y="119198"/>
                </a:lnTo>
                <a:lnTo>
                  <a:pt x="5395" y="118133"/>
                </a:lnTo>
                <a:lnTo>
                  <a:pt x="5395" y="117068"/>
                </a:lnTo>
                <a:lnTo>
                  <a:pt x="5395" y="116003"/>
                </a:lnTo>
                <a:lnTo>
                  <a:pt x="5395" y="114938"/>
                </a:lnTo>
                <a:lnTo>
                  <a:pt x="5395" y="113784"/>
                </a:lnTo>
                <a:lnTo>
                  <a:pt x="5712" y="112719"/>
                </a:lnTo>
                <a:lnTo>
                  <a:pt x="5712" y="111654"/>
                </a:lnTo>
                <a:lnTo>
                  <a:pt x="5712" y="110589"/>
                </a:lnTo>
                <a:lnTo>
                  <a:pt x="5712" y="109524"/>
                </a:lnTo>
                <a:lnTo>
                  <a:pt x="5712" y="108459"/>
                </a:lnTo>
                <a:lnTo>
                  <a:pt x="6188" y="107394"/>
                </a:lnTo>
                <a:lnTo>
                  <a:pt x="6188" y="106329"/>
                </a:lnTo>
                <a:lnTo>
                  <a:pt x="6188" y="105264"/>
                </a:lnTo>
                <a:lnTo>
                  <a:pt x="6188" y="104199"/>
                </a:lnTo>
                <a:lnTo>
                  <a:pt x="6188" y="103134"/>
                </a:lnTo>
                <a:lnTo>
                  <a:pt x="6506" y="102068"/>
                </a:lnTo>
                <a:lnTo>
                  <a:pt x="6506" y="100915"/>
                </a:lnTo>
                <a:lnTo>
                  <a:pt x="6506" y="99850"/>
                </a:lnTo>
                <a:lnTo>
                  <a:pt x="6506" y="99051"/>
                </a:lnTo>
                <a:lnTo>
                  <a:pt x="6982" y="97986"/>
                </a:lnTo>
                <a:lnTo>
                  <a:pt x="6982" y="96654"/>
                </a:lnTo>
                <a:lnTo>
                  <a:pt x="6982" y="95589"/>
                </a:lnTo>
                <a:lnTo>
                  <a:pt x="6982" y="94702"/>
                </a:lnTo>
                <a:lnTo>
                  <a:pt x="6982" y="93637"/>
                </a:lnTo>
                <a:lnTo>
                  <a:pt x="7299" y="92572"/>
                </a:lnTo>
                <a:lnTo>
                  <a:pt x="7299" y="91507"/>
                </a:lnTo>
                <a:lnTo>
                  <a:pt x="7299" y="90441"/>
                </a:lnTo>
                <a:lnTo>
                  <a:pt x="7299" y="89554"/>
                </a:lnTo>
                <a:lnTo>
                  <a:pt x="7299" y="88489"/>
                </a:lnTo>
                <a:lnTo>
                  <a:pt x="7299" y="87246"/>
                </a:lnTo>
                <a:lnTo>
                  <a:pt x="7299" y="86359"/>
                </a:lnTo>
                <a:lnTo>
                  <a:pt x="7299" y="85294"/>
                </a:lnTo>
                <a:lnTo>
                  <a:pt x="7299" y="84229"/>
                </a:lnTo>
                <a:lnTo>
                  <a:pt x="7299" y="83341"/>
                </a:lnTo>
                <a:lnTo>
                  <a:pt x="7775" y="82276"/>
                </a:lnTo>
                <a:lnTo>
                  <a:pt x="7775" y="81211"/>
                </a:lnTo>
                <a:lnTo>
                  <a:pt x="7775" y="80146"/>
                </a:lnTo>
                <a:lnTo>
                  <a:pt x="7775" y="79081"/>
                </a:lnTo>
                <a:lnTo>
                  <a:pt x="8093" y="78016"/>
                </a:lnTo>
                <a:lnTo>
                  <a:pt x="8093" y="77128"/>
                </a:lnTo>
                <a:lnTo>
                  <a:pt x="8093" y="76063"/>
                </a:lnTo>
                <a:lnTo>
                  <a:pt x="8093" y="74998"/>
                </a:lnTo>
                <a:lnTo>
                  <a:pt x="8093" y="74110"/>
                </a:lnTo>
                <a:lnTo>
                  <a:pt x="8410" y="73045"/>
                </a:lnTo>
                <a:lnTo>
                  <a:pt x="8410" y="71980"/>
                </a:lnTo>
                <a:lnTo>
                  <a:pt x="8410" y="70915"/>
                </a:lnTo>
                <a:lnTo>
                  <a:pt x="8410" y="69850"/>
                </a:lnTo>
                <a:lnTo>
                  <a:pt x="8410" y="69051"/>
                </a:lnTo>
                <a:lnTo>
                  <a:pt x="8886" y="67898"/>
                </a:lnTo>
                <a:lnTo>
                  <a:pt x="8886" y="67099"/>
                </a:lnTo>
                <a:lnTo>
                  <a:pt x="8886" y="66034"/>
                </a:lnTo>
                <a:lnTo>
                  <a:pt x="8886" y="64969"/>
                </a:lnTo>
                <a:lnTo>
                  <a:pt x="8886" y="63904"/>
                </a:lnTo>
                <a:lnTo>
                  <a:pt x="9203" y="63016"/>
                </a:lnTo>
                <a:lnTo>
                  <a:pt x="9203" y="61951"/>
                </a:lnTo>
                <a:lnTo>
                  <a:pt x="9203" y="61063"/>
                </a:lnTo>
                <a:lnTo>
                  <a:pt x="9203" y="59998"/>
                </a:lnTo>
                <a:lnTo>
                  <a:pt x="9203" y="58933"/>
                </a:lnTo>
                <a:lnTo>
                  <a:pt x="9203" y="57868"/>
                </a:lnTo>
                <a:lnTo>
                  <a:pt x="9203" y="56981"/>
                </a:lnTo>
                <a:lnTo>
                  <a:pt x="9203" y="55916"/>
                </a:lnTo>
                <a:lnTo>
                  <a:pt x="9203" y="55028"/>
                </a:lnTo>
                <a:lnTo>
                  <a:pt x="9679" y="54229"/>
                </a:lnTo>
                <a:lnTo>
                  <a:pt x="9679" y="52898"/>
                </a:lnTo>
                <a:lnTo>
                  <a:pt x="9679" y="52099"/>
                </a:lnTo>
                <a:lnTo>
                  <a:pt x="9679" y="51034"/>
                </a:lnTo>
                <a:lnTo>
                  <a:pt x="9679" y="50146"/>
                </a:lnTo>
                <a:lnTo>
                  <a:pt x="9997" y="49259"/>
                </a:lnTo>
                <a:lnTo>
                  <a:pt x="9997" y="48194"/>
                </a:lnTo>
                <a:lnTo>
                  <a:pt x="9997" y="47129"/>
                </a:lnTo>
                <a:lnTo>
                  <a:pt x="9997" y="46241"/>
                </a:lnTo>
                <a:lnTo>
                  <a:pt x="9997" y="45176"/>
                </a:lnTo>
                <a:lnTo>
                  <a:pt x="10314" y="44377"/>
                </a:lnTo>
                <a:lnTo>
                  <a:pt x="10314" y="43490"/>
                </a:lnTo>
                <a:lnTo>
                  <a:pt x="10314" y="42425"/>
                </a:lnTo>
                <a:lnTo>
                  <a:pt x="10314" y="41360"/>
                </a:lnTo>
                <a:lnTo>
                  <a:pt x="10790" y="40472"/>
                </a:lnTo>
                <a:lnTo>
                  <a:pt x="10790" y="39407"/>
                </a:lnTo>
                <a:lnTo>
                  <a:pt x="10790" y="38519"/>
                </a:lnTo>
                <a:lnTo>
                  <a:pt x="10790" y="37721"/>
                </a:lnTo>
                <a:lnTo>
                  <a:pt x="10790" y="36656"/>
                </a:lnTo>
                <a:lnTo>
                  <a:pt x="11108" y="35591"/>
                </a:lnTo>
                <a:lnTo>
                  <a:pt x="11108" y="34703"/>
                </a:lnTo>
                <a:lnTo>
                  <a:pt x="11108" y="33815"/>
                </a:lnTo>
                <a:lnTo>
                  <a:pt x="11108" y="33017"/>
                </a:lnTo>
                <a:lnTo>
                  <a:pt x="11108" y="31685"/>
                </a:lnTo>
                <a:lnTo>
                  <a:pt x="11584" y="30798"/>
                </a:lnTo>
                <a:lnTo>
                  <a:pt x="11584" y="29999"/>
                </a:lnTo>
                <a:lnTo>
                  <a:pt x="11584" y="29111"/>
                </a:lnTo>
                <a:lnTo>
                  <a:pt x="11584" y="28224"/>
                </a:lnTo>
                <a:lnTo>
                  <a:pt x="11584" y="27159"/>
                </a:lnTo>
                <a:lnTo>
                  <a:pt x="11584" y="26094"/>
                </a:lnTo>
                <a:lnTo>
                  <a:pt x="11584" y="25295"/>
                </a:lnTo>
                <a:lnTo>
                  <a:pt x="11584" y="24407"/>
                </a:lnTo>
                <a:lnTo>
                  <a:pt x="11584" y="23520"/>
                </a:lnTo>
                <a:lnTo>
                  <a:pt x="11901" y="22455"/>
                </a:lnTo>
                <a:lnTo>
                  <a:pt x="11901" y="21656"/>
                </a:lnTo>
                <a:lnTo>
                  <a:pt x="11901" y="20768"/>
                </a:lnTo>
                <a:lnTo>
                  <a:pt x="11901" y="19881"/>
                </a:lnTo>
                <a:lnTo>
                  <a:pt x="11901" y="18816"/>
                </a:lnTo>
                <a:lnTo>
                  <a:pt x="12377" y="17751"/>
                </a:lnTo>
                <a:lnTo>
                  <a:pt x="12377" y="16863"/>
                </a:lnTo>
                <a:lnTo>
                  <a:pt x="12377" y="16064"/>
                </a:lnTo>
                <a:lnTo>
                  <a:pt x="12377" y="15177"/>
                </a:lnTo>
                <a:lnTo>
                  <a:pt x="12377" y="14112"/>
                </a:lnTo>
                <a:lnTo>
                  <a:pt x="12694" y="13224"/>
                </a:lnTo>
                <a:lnTo>
                  <a:pt x="12694" y="12425"/>
                </a:lnTo>
                <a:lnTo>
                  <a:pt x="12694" y="11538"/>
                </a:lnTo>
                <a:lnTo>
                  <a:pt x="12694" y="10473"/>
                </a:lnTo>
                <a:lnTo>
                  <a:pt x="12694" y="9585"/>
                </a:lnTo>
                <a:lnTo>
                  <a:pt x="13012" y="8786"/>
                </a:lnTo>
                <a:lnTo>
                  <a:pt x="13012" y="7899"/>
                </a:lnTo>
                <a:lnTo>
                  <a:pt x="13012" y="7011"/>
                </a:lnTo>
                <a:lnTo>
                  <a:pt x="13012" y="5946"/>
                </a:lnTo>
                <a:lnTo>
                  <a:pt x="13488" y="5325"/>
                </a:lnTo>
                <a:lnTo>
                  <a:pt x="13488" y="4437"/>
                </a:lnTo>
                <a:lnTo>
                  <a:pt x="13488" y="3372"/>
                </a:lnTo>
                <a:lnTo>
                  <a:pt x="13488" y="2573"/>
                </a:lnTo>
                <a:lnTo>
                  <a:pt x="13488" y="1686"/>
                </a:lnTo>
                <a:lnTo>
                  <a:pt x="13488" y="798"/>
                </a:lnTo>
                <a:lnTo>
                  <a:pt x="13488" y="0"/>
                </a:lnTo>
              </a:path>
            </a:pathLst>
          </a:custGeom>
          <a:ln w="1950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6430886" y="1884141"/>
            <a:ext cx="13805" cy="137482"/>
          </a:xfrm>
          <a:custGeom>
            <a:avLst/>
            <a:gdLst/>
            <a:ahLst/>
            <a:cxnLst/>
            <a:rect l="l" t="t" r="r" b="b"/>
            <a:pathLst>
              <a:path w="13805" h="137482">
                <a:moveTo>
                  <a:pt x="0" y="137482"/>
                </a:moveTo>
                <a:lnTo>
                  <a:pt x="0" y="136417"/>
                </a:lnTo>
                <a:lnTo>
                  <a:pt x="0" y="135529"/>
                </a:lnTo>
                <a:lnTo>
                  <a:pt x="0" y="134908"/>
                </a:lnTo>
                <a:lnTo>
                  <a:pt x="317" y="133843"/>
                </a:lnTo>
                <a:lnTo>
                  <a:pt x="317" y="132955"/>
                </a:lnTo>
                <a:lnTo>
                  <a:pt x="317" y="132068"/>
                </a:lnTo>
                <a:lnTo>
                  <a:pt x="317" y="131269"/>
                </a:lnTo>
                <a:lnTo>
                  <a:pt x="317" y="130382"/>
                </a:lnTo>
                <a:lnTo>
                  <a:pt x="793" y="129494"/>
                </a:lnTo>
                <a:lnTo>
                  <a:pt x="793" y="128695"/>
                </a:lnTo>
                <a:lnTo>
                  <a:pt x="793" y="127808"/>
                </a:lnTo>
                <a:lnTo>
                  <a:pt x="793" y="126920"/>
                </a:lnTo>
                <a:lnTo>
                  <a:pt x="1110" y="126121"/>
                </a:lnTo>
                <a:lnTo>
                  <a:pt x="1110" y="125234"/>
                </a:lnTo>
                <a:lnTo>
                  <a:pt x="1110" y="124346"/>
                </a:lnTo>
                <a:lnTo>
                  <a:pt x="1110" y="123547"/>
                </a:lnTo>
                <a:lnTo>
                  <a:pt x="1110" y="122660"/>
                </a:lnTo>
                <a:lnTo>
                  <a:pt x="1428" y="121772"/>
                </a:lnTo>
                <a:lnTo>
                  <a:pt x="1428" y="120973"/>
                </a:lnTo>
                <a:lnTo>
                  <a:pt x="1428" y="120086"/>
                </a:lnTo>
                <a:lnTo>
                  <a:pt x="1428" y="119198"/>
                </a:lnTo>
                <a:lnTo>
                  <a:pt x="1428" y="118400"/>
                </a:lnTo>
                <a:lnTo>
                  <a:pt x="1904" y="117512"/>
                </a:lnTo>
                <a:lnTo>
                  <a:pt x="1904" y="116624"/>
                </a:lnTo>
                <a:lnTo>
                  <a:pt x="1904" y="116003"/>
                </a:lnTo>
                <a:lnTo>
                  <a:pt x="1904" y="114938"/>
                </a:lnTo>
                <a:lnTo>
                  <a:pt x="1904" y="114050"/>
                </a:lnTo>
                <a:lnTo>
                  <a:pt x="2221" y="113429"/>
                </a:lnTo>
                <a:lnTo>
                  <a:pt x="2221" y="112542"/>
                </a:lnTo>
                <a:lnTo>
                  <a:pt x="2221" y="111743"/>
                </a:lnTo>
                <a:lnTo>
                  <a:pt x="2221" y="110855"/>
                </a:lnTo>
                <a:lnTo>
                  <a:pt x="2221" y="110234"/>
                </a:lnTo>
                <a:lnTo>
                  <a:pt x="2221" y="109169"/>
                </a:lnTo>
                <a:lnTo>
                  <a:pt x="2221" y="108459"/>
                </a:lnTo>
                <a:lnTo>
                  <a:pt x="2221" y="107660"/>
                </a:lnTo>
                <a:lnTo>
                  <a:pt x="2221" y="106773"/>
                </a:lnTo>
                <a:lnTo>
                  <a:pt x="2697" y="105885"/>
                </a:lnTo>
                <a:lnTo>
                  <a:pt x="2697" y="105264"/>
                </a:lnTo>
                <a:lnTo>
                  <a:pt x="2697" y="104199"/>
                </a:lnTo>
                <a:lnTo>
                  <a:pt x="2697" y="103577"/>
                </a:lnTo>
                <a:lnTo>
                  <a:pt x="2697" y="102690"/>
                </a:lnTo>
                <a:lnTo>
                  <a:pt x="3015" y="101891"/>
                </a:lnTo>
                <a:lnTo>
                  <a:pt x="3015" y="101003"/>
                </a:lnTo>
                <a:lnTo>
                  <a:pt x="3015" y="100382"/>
                </a:lnTo>
                <a:lnTo>
                  <a:pt x="3015" y="99495"/>
                </a:lnTo>
                <a:lnTo>
                  <a:pt x="3015" y="98607"/>
                </a:lnTo>
                <a:lnTo>
                  <a:pt x="3491" y="97986"/>
                </a:lnTo>
                <a:lnTo>
                  <a:pt x="3491" y="97098"/>
                </a:lnTo>
                <a:lnTo>
                  <a:pt x="3491" y="96299"/>
                </a:lnTo>
                <a:lnTo>
                  <a:pt x="3491" y="95589"/>
                </a:lnTo>
                <a:lnTo>
                  <a:pt x="3808" y="94791"/>
                </a:lnTo>
                <a:lnTo>
                  <a:pt x="3808" y="93903"/>
                </a:lnTo>
                <a:lnTo>
                  <a:pt x="3808" y="93282"/>
                </a:lnTo>
                <a:lnTo>
                  <a:pt x="3808" y="92394"/>
                </a:lnTo>
                <a:lnTo>
                  <a:pt x="3808" y="91595"/>
                </a:lnTo>
                <a:lnTo>
                  <a:pt x="4125" y="90885"/>
                </a:lnTo>
                <a:lnTo>
                  <a:pt x="4125" y="90086"/>
                </a:lnTo>
                <a:lnTo>
                  <a:pt x="4125" y="89199"/>
                </a:lnTo>
                <a:lnTo>
                  <a:pt x="4125" y="88578"/>
                </a:lnTo>
                <a:lnTo>
                  <a:pt x="4125" y="87690"/>
                </a:lnTo>
                <a:lnTo>
                  <a:pt x="4125" y="86803"/>
                </a:lnTo>
                <a:lnTo>
                  <a:pt x="4125" y="86181"/>
                </a:lnTo>
                <a:lnTo>
                  <a:pt x="4125" y="85382"/>
                </a:lnTo>
                <a:lnTo>
                  <a:pt x="4125" y="84672"/>
                </a:lnTo>
                <a:lnTo>
                  <a:pt x="4125" y="83874"/>
                </a:lnTo>
                <a:lnTo>
                  <a:pt x="4601" y="82986"/>
                </a:lnTo>
                <a:lnTo>
                  <a:pt x="4601" y="82365"/>
                </a:lnTo>
                <a:lnTo>
                  <a:pt x="4601" y="81655"/>
                </a:lnTo>
                <a:lnTo>
                  <a:pt x="4601" y="80856"/>
                </a:lnTo>
                <a:lnTo>
                  <a:pt x="4919" y="80235"/>
                </a:lnTo>
                <a:lnTo>
                  <a:pt x="4919" y="79347"/>
                </a:lnTo>
                <a:lnTo>
                  <a:pt x="4919" y="78459"/>
                </a:lnTo>
                <a:lnTo>
                  <a:pt x="4919" y="77838"/>
                </a:lnTo>
                <a:lnTo>
                  <a:pt x="4919" y="77217"/>
                </a:lnTo>
                <a:lnTo>
                  <a:pt x="5395" y="76329"/>
                </a:lnTo>
                <a:lnTo>
                  <a:pt x="5395" y="75708"/>
                </a:lnTo>
                <a:lnTo>
                  <a:pt x="5395" y="74820"/>
                </a:lnTo>
                <a:lnTo>
                  <a:pt x="5395" y="74199"/>
                </a:lnTo>
                <a:lnTo>
                  <a:pt x="5395" y="73578"/>
                </a:lnTo>
                <a:lnTo>
                  <a:pt x="5712" y="72690"/>
                </a:lnTo>
                <a:lnTo>
                  <a:pt x="5712" y="72069"/>
                </a:lnTo>
                <a:lnTo>
                  <a:pt x="5712" y="71182"/>
                </a:lnTo>
                <a:lnTo>
                  <a:pt x="5712" y="70560"/>
                </a:lnTo>
                <a:lnTo>
                  <a:pt x="5712" y="69939"/>
                </a:lnTo>
                <a:lnTo>
                  <a:pt x="6030" y="69051"/>
                </a:lnTo>
                <a:lnTo>
                  <a:pt x="6030" y="68430"/>
                </a:lnTo>
                <a:lnTo>
                  <a:pt x="6030" y="67720"/>
                </a:lnTo>
                <a:lnTo>
                  <a:pt x="6030" y="66921"/>
                </a:lnTo>
                <a:lnTo>
                  <a:pt x="6506" y="66300"/>
                </a:lnTo>
                <a:lnTo>
                  <a:pt x="6506" y="65412"/>
                </a:lnTo>
                <a:lnTo>
                  <a:pt x="6506" y="64791"/>
                </a:lnTo>
                <a:lnTo>
                  <a:pt x="6506" y="64081"/>
                </a:lnTo>
                <a:lnTo>
                  <a:pt x="6506" y="63282"/>
                </a:lnTo>
                <a:lnTo>
                  <a:pt x="6506" y="62572"/>
                </a:lnTo>
                <a:lnTo>
                  <a:pt x="6506" y="61773"/>
                </a:lnTo>
                <a:lnTo>
                  <a:pt x="6506" y="61330"/>
                </a:lnTo>
                <a:lnTo>
                  <a:pt x="6506" y="60708"/>
                </a:lnTo>
                <a:lnTo>
                  <a:pt x="6506" y="59821"/>
                </a:lnTo>
                <a:lnTo>
                  <a:pt x="6823" y="59200"/>
                </a:lnTo>
                <a:lnTo>
                  <a:pt x="6823" y="58312"/>
                </a:lnTo>
                <a:lnTo>
                  <a:pt x="6823" y="57691"/>
                </a:lnTo>
                <a:lnTo>
                  <a:pt x="6823" y="57069"/>
                </a:lnTo>
                <a:lnTo>
                  <a:pt x="6823" y="56359"/>
                </a:lnTo>
                <a:lnTo>
                  <a:pt x="7299" y="55738"/>
                </a:lnTo>
                <a:lnTo>
                  <a:pt x="7299" y="54850"/>
                </a:lnTo>
                <a:lnTo>
                  <a:pt x="7299" y="54495"/>
                </a:lnTo>
                <a:lnTo>
                  <a:pt x="7299" y="53608"/>
                </a:lnTo>
                <a:lnTo>
                  <a:pt x="7616" y="52987"/>
                </a:lnTo>
                <a:lnTo>
                  <a:pt x="7616" y="52277"/>
                </a:lnTo>
                <a:lnTo>
                  <a:pt x="7616" y="51655"/>
                </a:lnTo>
                <a:lnTo>
                  <a:pt x="7616" y="51034"/>
                </a:lnTo>
                <a:lnTo>
                  <a:pt x="7616" y="50146"/>
                </a:lnTo>
                <a:lnTo>
                  <a:pt x="7934" y="49703"/>
                </a:lnTo>
                <a:lnTo>
                  <a:pt x="7934" y="48904"/>
                </a:lnTo>
                <a:lnTo>
                  <a:pt x="7934" y="48283"/>
                </a:lnTo>
                <a:lnTo>
                  <a:pt x="7934" y="47573"/>
                </a:lnTo>
                <a:lnTo>
                  <a:pt x="7934" y="46951"/>
                </a:lnTo>
                <a:lnTo>
                  <a:pt x="8410" y="46330"/>
                </a:lnTo>
                <a:lnTo>
                  <a:pt x="8410" y="45709"/>
                </a:lnTo>
                <a:lnTo>
                  <a:pt x="8410" y="44999"/>
                </a:lnTo>
                <a:lnTo>
                  <a:pt x="8410" y="44377"/>
                </a:lnTo>
                <a:lnTo>
                  <a:pt x="8410" y="43756"/>
                </a:lnTo>
                <a:lnTo>
                  <a:pt x="8410" y="42868"/>
                </a:lnTo>
                <a:lnTo>
                  <a:pt x="8410" y="42425"/>
                </a:lnTo>
                <a:lnTo>
                  <a:pt x="8410" y="41626"/>
                </a:lnTo>
                <a:lnTo>
                  <a:pt x="8410" y="41182"/>
                </a:lnTo>
                <a:lnTo>
                  <a:pt x="8727" y="40561"/>
                </a:lnTo>
                <a:lnTo>
                  <a:pt x="8727" y="39851"/>
                </a:lnTo>
                <a:lnTo>
                  <a:pt x="8727" y="39229"/>
                </a:lnTo>
                <a:lnTo>
                  <a:pt x="8727" y="38608"/>
                </a:lnTo>
                <a:lnTo>
                  <a:pt x="8727" y="37987"/>
                </a:lnTo>
                <a:lnTo>
                  <a:pt x="9203" y="37277"/>
                </a:lnTo>
                <a:lnTo>
                  <a:pt x="9203" y="36656"/>
                </a:lnTo>
                <a:lnTo>
                  <a:pt x="9203" y="36034"/>
                </a:lnTo>
                <a:lnTo>
                  <a:pt x="9203" y="35591"/>
                </a:lnTo>
                <a:lnTo>
                  <a:pt x="9203" y="34703"/>
                </a:lnTo>
                <a:lnTo>
                  <a:pt x="9521" y="34348"/>
                </a:lnTo>
                <a:lnTo>
                  <a:pt x="9521" y="33460"/>
                </a:lnTo>
                <a:lnTo>
                  <a:pt x="9521" y="33017"/>
                </a:lnTo>
                <a:lnTo>
                  <a:pt x="9521" y="32395"/>
                </a:lnTo>
                <a:lnTo>
                  <a:pt x="9521" y="31774"/>
                </a:lnTo>
                <a:lnTo>
                  <a:pt x="9997" y="31064"/>
                </a:lnTo>
                <a:lnTo>
                  <a:pt x="9997" y="30620"/>
                </a:lnTo>
                <a:lnTo>
                  <a:pt x="9997" y="29821"/>
                </a:lnTo>
                <a:lnTo>
                  <a:pt x="9997" y="29378"/>
                </a:lnTo>
                <a:lnTo>
                  <a:pt x="10314" y="28756"/>
                </a:lnTo>
                <a:lnTo>
                  <a:pt x="10314" y="28046"/>
                </a:lnTo>
                <a:lnTo>
                  <a:pt x="10314" y="27425"/>
                </a:lnTo>
                <a:lnTo>
                  <a:pt x="10314" y="26981"/>
                </a:lnTo>
                <a:lnTo>
                  <a:pt x="10314" y="26360"/>
                </a:lnTo>
                <a:lnTo>
                  <a:pt x="10631" y="25739"/>
                </a:lnTo>
                <a:lnTo>
                  <a:pt x="10631" y="25117"/>
                </a:lnTo>
                <a:lnTo>
                  <a:pt x="10631" y="24674"/>
                </a:lnTo>
                <a:lnTo>
                  <a:pt x="10631" y="24052"/>
                </a:lnTo>
                <a:lnTo>
                  <a:pt x="10631" y="23342"/>
                </a:lnTo>
                <a:lnTo>
                  <a:pt x="10631" y="22721"/>
                </a:lnTo>
                <a:lnTo>
                  <a:pt x="10631" y="22277"/>
                </a:lnTo>
                <a:lnTo>
                  <a:pt x="10631" y="21656"/>
                </a:lnTo>
                <a:lnTo>
                  <a:pt x="10631" y="21212"/>
                </a:lnTo>
                <a:lnTo>
                  <a:pt x="10631" y="20591"/>
                </a:lnTo>
                <a:lnTo>
                  <a:pt x="11108" y="19970"/>
                </a:lnTo>
                <a:lnTo>
                  <a:pt x="11108" y="19259"/>
                </a:lnTo>
                <a:lnTo>
                  <a:pt x="11108" y="18904"/>
                </a:lnTo>
                <a:lnTo>
                  <a:pt x="11108" y="18194"/>
                </a:lnTo>
                <a:lnTo>
                  <a:pt x="11425" y="17839"/>
                </a:lnTo>
                <a:lnTo>
                  <a:pt x="11425" y="17129"/>
                </a:lnTo>
                <a:lnTo>
                  <a:pt x="11425" y="16686"/>
                </a:lnTo>
                <a:lnTo>
                  <a:pt x="11425" y="16064"/>
                </a:lnTo>
                <a:lnTo>
                  <a:pt x="11425" y="15620"/>
                </a:lnTo>
                <a:lnTo>
                  <a:pt x="11901" y="14999"/>
                </a:lnTo>
                <a:lnTo>
                  <a:pt x="11901" y="14555"/>
                </a:lnTo>
                <a:lnTo>
                  <a:pt x="11901" y="13934"/>
                </a:lnTo>
                <a:lnTo>
                  <a:pt x="11901" y="13313"/>
                </a:lnTo>
                <a:lnTo>
                  <a:pt x="11901" y="12869"/>
                </a:lnTo>
                <a:lnTo>
                  <a:pt x="12218" y="12248"/>
                </a:lnTo>
                <a:lnTo>
                  <a:pt x="12218" y="11804"/>
                </a:lnTo>
                <a:lnTo>
                  <a:pt x="12218" y="11183"/>
                </a:lnTo>
                <a:lnTo>
                  <a:pt x="12218" y="10739"/>
                </a:lnTo>
                <a:lnTo>
                  <a:pt x="12218" y="10118"/>
                </a:lnTo>
                <a:lnTo>
                  <a:pt x="12536" y="9674"/>
                </a:lnTo>
                <a:lnTo>
                  <a:pt x="12536" y="8964"/>
                </a:lnTo>
                <a:lnTo>
                  <a:pt x="12536" y="8609"/>
                </a:lnTo>
                <a:lnTo>
                  <a:pt x="12536" y="8165"/>
                </a:lnTo>
                <a:lnTo>
                  <a:pt x="12536" y="7544"/>
                </a:lnTo>
                <a:lnTo>
                  <a:pt x="12536" y="7100"/>
                </a:lnTo>
                <a:lnTo>
                  <a:pt x="12536" y="6390"/>
                </a:lnTo>
                <a:lnTo>
                  <a:pt x="12536" y="6035"/>
                </a:lnTo>
                <a:lnTo>
                  <a:pt x="12536" y="5591"/>
                </a:lnTo>
                <a:lnTo>
                  <a:pt x="13012" y="5147"/>
                </a:lnTo>
                <a:lnTo>
                  <a:pt x="13012" y="4526"/>
                </a:lnTo>
                <a:lnTo>
                  <a:pt x="13012" y="3816"/>
                </a:lnTo>
                <a:lnTo>
                  <a:pt x="13012" y="3461"/>
                </a:lnTo>
                <a:lnTo>
                  <a:pt x="13012" y="3017"/>
                </a:lnTo>
                <a:lnTo>
                  <a:pt x="13329" y="2573"/>
                </a:lnTo>
                <a:lnTo>
                  <a:pt x="13329" y="1952"/>
                </a:lnTo>
                <a:lnTo>
                  <a:pt x="13329" y="1508"/>
                </a:lnTo>
                <a:lnTo>
                  <a:pt x="13329" y="1065"/>
                </a:lnTo>
                <a:lnTo>
                  <a:pt x="13329" y="443"/>
                </a:lnTo>
                <a:lnTo>
                  <a:pt x="13805" y="0"/>
                </a:lnTo>
              </a:path>
            </a:pathLst>
          </a:custGeom>
          <a:ln w="1945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6444691" y="1832486"/>
            <a:ext cx="13329" cy="51655"/>
          </a:xfrm>
          <a:custGeom>
            <a:avLst/>
            <a:gdLst/>
            <a:ahLst/>
            <a:cxnLst/>
            <a:rect l="l" t="t" r="r" b="b"/>
            <a:pathLst>
              <a:path w="13329" h="51655">
                <a:moveTo>
                  <a:pt x="0" y="51655"/>
                </a:moveTo>
                <a:lnTo>
                  <a:pt x="0" y="51211"/>
                </a:lnTo>
                <a:lnTo>
                  <a:pt x="0" y="50768"/>
                </a:lnTo>
                <a:lnTo>
                  <a:pt x="0" y="50146"/>
                </a:lnTo>
                <a:lnTo>
                  <a:pt x="0" y="49703"/>
                </a:lnTo>
                <a:lnTo>
                  <a:pt x="317" y="49259"/>
                </a:lnTo>
                <a:lnTo>
                  <a:pt x="317" y="48904"/>
                </a:lnTo>
                <a:lnTo>
                  <a:pt x="317" y="48460"/>
                </a:lnTo>
                <a:lnTo>
                  <a:pt x="317" y="47839"/>
                </a:lnTo>
                <a:lnTo>
                  <a:pt x="793" y="47395"/>
                </a:lnTo>
                <a:lnTo>
                  <a:pt x="793" y="46951"/>
                </a:lnTo>
                <a:lnTo>
                  <a:pt x="793" y="46507"/>
                </a:lnTo>
                <a:lnTo>
                  <a:pt x="793" y="46064"/>
                </a:lnTo>
                <a:lnTo>
                  <a:pt x="793" y="45620"/>
                </a:lnTo>
                <a:lnTo>
                  <a:pt x="793" y="44999"/>
                </a:lnTo>
                <a:lnTo>
                  <a:pt x="793" y="44821"/>
                </a:lnTo>
                <a:lnTo>
                  <a:pt x="793" y="44111"/>
                </a:lnTo>
                <a:lnTo>
                  <a:pt x="793" y="43756"/>
                </a:lnTo>
                <a:lnTo>
                  <a:pt x="793" y="43312"/>
                </a:lnTo>
                <a:lnTo>
                  <a:pt x="1110" y="42868"/>
                </a:lnTo>
                <a:lnTo>
                  <a:pt x="1110" y="42425"/>
                </a:lnTo>
                <a:lnTo>
                  <a:pt x="1110" y="41981"/>
                </a:lnTo>
                <a:lnTo>
                  <a:pt x="1110" y="41537"/>
                </a:lnTo>
                <a:lnTo>
                  <a:pt x="1110" y="41182"/>
                </a:lnTo>
                <a:lnTo>
                  <a:pt x="1428" y="40738"/>
                </a:lnTo>
                <a:lnTo>
                  <a:pt x="1428" y="40295"/>
                </a:lnTo>
                <a:lnTo>
                  <a:pt x="1428" y="39851"/>
                </a:lnTo>
                <a:lnTo>
                  <a:pt x="1428" y="39407"/>
                </a:lnTo>
                <a:lnTo>
                  <a:pt x="1904" y="38963"/>
                </a:lnTo>
                <a:lnTo>
                  <a:pt x="1904" y="38608"/>
                </a:lnTo>
                <a:lnTo>
                  <a:pt x="1904" y="38164"/>
                </a:lnTo>
                <a:lnTo>
                  <a:pt x="1904" y="37721"/>
                </a:lnTo>
                <a:lnTo>
                  <a:pt x="1904" y="37277"/>
                </a:lnTo>
                <a:lnTo>
                  <a:pt x="2221" y="36833"/>
                </a:lnTo>
                <a:lnTo>
                  <a:pt x="2221" y="36656"/>
                </a:lnTo>
                <a:lnTo>
                  <a:pt x="2221" y="36034"/>
                </a:lnTo>
                <a:lnTo>
                  <a:pt x="2221" y="35591"/>
                </a:lnTo>
                <a:lnTo>
                  <a:pt x="2221" y="35324"/>
                </a:lnTo>
                <a:lnTo>
                  <a:pt x="2697" y="34969"/>
                </a:lnTo>
                <a:lnTo>
                  <a:pt x="2697" y="34259"/>
                </a:lnTo>
                <a:lnTo>
                  <a:pt x="2697" y="34082"/>
                </a:lnTo>
                <a:lnTo>
                  <a:pt x="2697" y="33638"/>
                </a:lnTo>
                <a:lnTo>
                  <a:pt x="2697" y="33194"/>
                </a:lnTo>
                <a:lnTo>
                  <a:pt x="3015" y="33017"/>
                </a:lnTo>
                <a:lnTo>
                  <a:pt x="3015" y="32573"/>
                </a:lnTo>
                <a:lnTo>
                  <a:pt x="3015" y="31952"/>
                </a:lnTo>
                <a:lnTo>
                  <a:pt x="3015" y="31685"/>
                </a:lnTo>
                <a:lnTo>
                  <a:pt x="3015" y="31241"/>
                </a:lnTo>
                <a:lnTo>
                  <a:pt x="3015" y="30886"/>
                </a:lnTo>
                <a:lnTo>
                  <a:pt x="3015" y="30620"/>
                </a:lnTo>
                <a:lnTo>
                  <a:pt x="3015" y="30176"/>
                </a:lnTo>
                <a:lnTo>
                  <a:pt x="3015" y="29821"/>
                </a:lnTo>
                <a:lnTo>
                  <a:pt x="3332" y="29555"/>
                </a:lnTo>
                <a:lnTo>
                  <a:pt x="3332" y="29111"/>
                </a:lnTo>
                <a:lnTo>
                  <a:pt x="3332" y="28756"/>
                </a:lnTo>
                <a:lnTo>
                  <a:pt x="3332" y="28490"/>
                </a:lnTo>
                <a:lnTo>
                  <a:pt x="3332" y="28046"/>
                </a:lnTo>
                <a:lnTo>
                  <a:pt x="3808" y="27602"/>
                </a:lnTo>
                <a:lnTo>
                  <a:pt x="3808" y="27247"/>
                </a:lnTo>
                <a:lnTo>
                  <a:pt x="3808" y="26981"/>
                </a:lnTo>
                <a:lnTo>
                  <a:pt x="3808" y="26537"/>
                </a:lnTo>
                <a:lnTo>
                  <a:pt x="3808" y="26182"/>
                </a:lnTo>
                <a:lnTo>
                  <a:pt x="4125" y="25916"/>
                </a:lnTo>
                <a:lnTo>
                  <a:pt x="4125" y="25472"/>
                </a:lnTo>
                <a:lnTo>
                  <a:pt x="4125" y="25029"/>
                </a:lnTo>
                <a:lnTo>
                  <a:pt x="4125" y="24851"/>
                </a:lnTo>
                <a:lnTo>
                  <a:pt x="4601" y="24674"/>
                </a:lnTo>
                <a:lnTo>
                  <a:pt x="4601" y="24230"/>
                </a:lnTo>
                <a:lnTo>
                  <a:pt x="4601" y="23786"/>
                </a:lnTo>
                <a:lnTo>
                  <a:pt x="4601" y="23608"/>
                </a:lnTo>
                <a:lnTo>
                  <a:pt x="4601" y="23165"/>
                </a:lnTo>
                <a:lnTo>
                  <a:pt x="4919" y="22721"/>
                </a:lnTo>
                <a:lnTo>
                  <a:pt x="4919" y="22455"/>
                </a:lnTo>
                <a:lnTo>
                  <a:pt x="4919" y="22277"/>
                </a:lnTo>
                <a:lnTo>
                  <a:pt x="4919" y="21833"/>
                </a:lnTo>
                <a:lnTo>
                  <a:pt x="4919" y="21390"/>
                </a:lnTo>
                <a:lnTo>
                  <a:pt x="4919" y="21035"/>
                </a:lnTo>
                <a:lnTo>
                  <a:pt x="4919" y="20591"/>
                </a:lnTo>
                <a:lnTo>
                  <a:pt x="4919" y="20147"/>
                </a:lnTo>
                <a:lnTo>
                  <a:pt x="5395" y="19703"/>
                </a:lnTo>
                <a:lnTo>
                  <a:pt x="5395" y="19259"/>
                </a:lnTo>
                <a:lnTo>
                  <a:pt x="5395" y="19082"/>
                </a:lnTo>
                <a:lnTo>
                  <a:pt x="5395" y="18816"/>
                </a:lnTo>
                <a:lnTo>
                  <a:pt x="5712" y="18461"/>
                </a:lnTo>
                <a:lnTo>
                  <a:pt x="5712" y="18194"/>
                </a:lnTo>
                <a:lnTo>
                  <a:pt x="5712" y="17751"/>
                </a:lnTo>
                <a:lnTo>
                  <a:pt x="5712" y="17307"/>
                </a:lnTo>
                <a:lnTo>
                  <a:pt x="6030" y="17129"/>
                </a:lnTo>
                <a:lnTo>
                  <a:pt x="6030" y="16686"/>
                </a:lnTo>
                <a:lnTo>
                  <a:pt x="6030" y="16508"/>
                </a:lnTo>
                <a:lnTo>
                  <a:pt x="6030" y="16242"/>
                </a:lnTo>
                <a:lnTo>
                  <a:pt x="6030" y="15887"/>
                </a:lnTo>
                <a:lnTo>
                  <a:pt x="6506" y="15620"/>
                </a:lnTo>
                <a:lnTo>
                  <a:pt x="6506" y="15443"/>
                </a:lnTo>
                <a:lnTo>
                  <a:pt x="6506" y="15177"/>
                </a:lnTo>
                <a:lnTo>
                  <a:pt x="6506" y="14733"/>
                </a:lnTo>
                <a:lnTo>
                  <a:pt x="6506" y="14555"/>
                </a:lnTo>
                <a:lnTo>
                  <a:pt x="6823" y="14378"/>
                </a:lnTo>
                <a:lnTo>
                  <a:pt x="6823" y="14112"/>
                </a:lnTo>
                <a:lnTo>
                  <a:pt x="6823" y="13934"/>
                </a:lnTo>
                <a:lnTo>
                  <a:pt x="6823" y="13490"/>
                </a:lnTo>
                <a:lnTo>
                  <a:pt x="7299" y="13313"/>
                </a:lnTo>
                <a:lnTo>
                  <a:pt x="7299" y="13047"/>
                </a:lnTo>
                <a:lnTo>
                  <a:pt x="7299" y="12869"/>
                </a:lnTo>
                <a:lnTo>
                  <a:pt x="7299" y="12603"/>
                </a:lnTo>
                <a:lnTo>
                  <a:pt x="7299" y="12159"/>
                </a:lnTo>
                <a:lnTo>
                  <a:pt x="7299" y="11982"/>
                </a:lnTo>
                <a:lnTo>
                  <a:pt x="7299" y="11538"/>
                </a:lnTo>
                <a:lnTo>
                  <a:pt x="7299" y="11360"/>
                </a:lnTo>
                <a:lnTo>
                  <a:pt x="7299" y="11094"/>
                </a:lnTo>
                <a:lnTo>
                  <a:pt x="7616" y="10916"/>
                </a:lnTo>
                <a:lnTo>
                  <a:pt x="7616" y="10739"/>
                </a:lnTo>
                <a:lnTo>
                  <a:pt x="7616" y="10473"/>
                </a:lnTo>
                <a:lnTo>
                  <a:pt x="7616" y="10295"/>
                </a:lnTo>
                <a:lnTo>
                  <a:pt x="7616" y="10029"/>
                </a:lnTo>
                <a:lnTo>
                  <a:pt x="7934" y="9851"/>
                </a:lnTo>
                <a:lnTo>
                  <a:pt x="7934" y="9585"/>
                </a:lnTo>
                <a:lnTo>
                  <a:pt x="7934" y="9408"/>
                </a:lnTo>
                <a:lnTo>
                  <a:pt x="7934" y="9230"/>
                </a:lnTo>
                <a:lnTo>
                  <a:pt x="8410" y="8964"/>
                </a:lnTo>
                <a:lnTo>
                  <a:pt x="8410" y="8786"/>
                </a:lnTo>
                <a:lnTo>
                  <a:pt x="8410" y="8520"/>
                </a:lnTo>
                <a:lnTo>
                  <a:pt x="8410" y="8343"/>
                </a:lnTo>
                <a:lnTo>
                  <a:pt x="8410" y="8165"/>
                </a:lnTo>
                <a:lnTo>
                  <a:pt x="8727" y="7899"/>
                </a:lnTo>
                <a:lnTo>
                  <a:pt x="8727" y="7721"/>
                </a:lnTo>
                <a:lnTo>
                  <a:pt x="8727" y="7455"/>
                </a:lnTo>
                <a:lnTo>
                  <a:pt x="8727" y="7277"/>
                </a:lnTo>
                <a:lnTo>
                  <a:pt x="8727" y="7011"/>
                </a:lnTo>
                <a:lnTo>
                  <a:pt x="9203" y="7011"/>
                </a:lnTo>
                <a:lnTo>
                  <a:pt x="9203" y="6834"/>
                </a:lnTo>
                <a:lnTo>
                  <a:pt x="9203" y="6656"/>
                </a:lnTo>
                <a:lnTo>
                  <a:pt x="9203" y="6390"/>
                </a:lnTo>
                <a:lnTo>
                  <a:pt x="9203" y="6212"/>
                </a:lnTo>
                <a:lnTo>
                  <a:pt x="9203" y="5946"/>
                </a:lnTo>
                <a:lnTo>
                  <a:pt x="9203" y="5769"/>
                </a:lnTo>
                <a:lnTo>
                  <a:pt x="9203" y="5591"/>
                </a:lnTo>
                <a:lnTo>
                  <a:pt x="9521" y="5325"/>
                </a:lnTo>
                <a:lnTo>
                  <a:pt x="9521" y="5147"/>
                </a:lnTo>
                <a:lnTo>
                  <a:pt x="9521" y="4881"/>
                </a:lnTo>
                <a:lnTo>
                  <a:pt x="9521" y="4704"/>
                </a:lnTo>
                <a:lnTo>
                  <a:pt x="9838" y="4704"/>
                </a:lnTo>
                <a:lnTo>
                  <a:pt x="9838" y="4526"/>
                </a:lnTo>
                <a:lnTo>
                  <a:pt x="9838" y="4260"/>
                </a:lnTo>
                <a:lnTo>
                  <a:pt x="9838" y="4082"/>
                </a:lnTo>
                <a:lnTo>
                  <a:pt x="10314" y="3816"/>
                </a:lnTo>
                <a:lnTo>
                  <a:pt x="10314" y="3638"/>
                </a:lnTo>
                <a:lnTo>
                  <a:pt x="10314" y="3372"/>
                </a:lnTo>
                <a:lnTo>
                  <a:pt x="10631" y="3195"/>
                </a:lnTo>
                <a:lnTo>
                  <a:pt x="10631" y="3017"/>
                </a:lnTo>
                <a:lnTo>
                  <a:pt x="10631" y="2751"/>
                </a:lnTo>
                <a:lnTo>
                  <a:pt x="11108" y="2751"/>
                </a:lnTo>
                <a:lnTo>
                  <a:pt x="11108" y="2573"/>
                </a:lnTo>
                <a:lnTo>
                  <a:pt x="11108" y="2307"/>
                </a:lnTo>
                <a:lnTo>
                  <a:pt x="11425" y="2307"/>
                </a:lnTo>
                <a:lnTo>
                  <a:pt x="11425" y="2130"/>
                </a:lnTo>
                <a:lnTo>
                  <a:pt x="11425" y="1242"/>
                </a:lnTo>
                <a:lnTo>
                  <a:pt x="11901" y="1242"/>
                </a:lnTo>
                <a:lnTo>
                  <a:pt x="11901" y="1065"/>
                </a:lnTo>
                <a:lnTo>
                  <a:pt x="12218" y="1065"/>
                </a:lnTo>
                <a:lnTo>
                  <a:pt x="12218" y="798"/>
                </a:lnTo>
                <a:lnTo>
                  <a:pt x="12218" y="621"/>
                </a:lnTo>
                <a:lnTo>
                  <a:pt x="12536" y="621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190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6458021" y="1832219"/>
            <a:ext cx="13488" cy="41626"/>
          </a:xfrm>
          <a:custGeom>
            <a:avLst/>
            <a:gdLst/>
            <a:ahLst/>
            <a:cxnLst/>
            <a:rect l="l" t="t" r="r" b="b"/>
            <a:pathLst>
              <a:path w="13488" h="41626">
                <a:moveTo>
                  <a:pt x="0" y="266"/>
                </a:moveTo>
                <a:lnTo>
                  <a:pt x="476" y="266"/>
                </a:lnTo>
                <a:lnTo>
                  <a:pt x="476" y="0"/>
                </a:lnTo>
                <a:lnTo>
                  <a:pt x="793" y="0"/>
                </a:lnTo>
                <a:lnTo>
                  <a:pt x="1110" y="0"/>
                </a:lnTo>
                <a:lnTo>
                  <a:pt x="1586" y="0"/>
                </a:lnTo>
                <a:lnTo>
                  <a:pt x="1586" y="266"/>
                </a:lnTo>
                <a:lnTo>
                  <a:pt x="1904" y="266"/>
                </a:lnTo>
                <a:lnTo>
                  <a:pt x="2380" y="266"/>
                </a:lnTo>
                <a:lnTo>
                  <a:pt x="2380" y="443"/>
                </a:lnTo>
                <a:lnTo>
                  <a:pt x="2380" y="710"/>
                </a:lnTo>
                <a:lnTo>
                  <a:pt x="2697" y="710"/>
                </a:lnTo>
                <a:lnTo>
                  <a:pt x="2697" y="887"/>
                </a:lnTo>
                <a:lnTo>
                  <a:pt x="2697" y="1065"/>
                </a:lnTo>
                <a:lnTo>
                  <a:pt x="3173" y="1065"/>
                </a:lnTo>
                <a:lnTo>
                  <a:pt x="3173" y="1331"/>
                </a:lnTo>
                <a:lnTo>
                  <a:pt x="3173" y="1508"/>
                </a:lnTo>
                <a:lnTo>
                  <a:pt x="3491" y="1508"/>
                </a:lnTo>
                <a:lnTo>
                  <a:pt x="3491" y="1775"/>
                </a:lnTo>
                <a:lnTo>
                  <a:pt x="3808" y="1952"/>
                </a:lnTo>
                <a:lnTo>
                  <a:pt x="3808" y="2218"/>
                </a:lnTo>
                <a:lnTo>
                  <a:pt x="3808" y="2396"/>
                </a:lnTo>
                <a:lnTo>
                  <a:pt x="4284" y="2396"/>
                </a:lnTo>
                <a:lnTo>
                  <a:pt x="4284" y="2573"/>
                </a:lnTo>
                <a:lnTo>
                  <a:pt x="4284" y="2840"/>
                </a:lnTo>
                <a:lnTo>
                  <a:pt x="4284" y="3017"/>
                </a:lnTo>
                <a:lnTo>
                  <a:pt x="4284" y="3283"/>
                </a:lnTo>
                <a:lnTo>
                  <a:pt x="4284" y="3461"/>
                </a:lnTo>
                <a:lnTo>
                  <a:pt x="4601" y="3638"/>
                </a:lnTo>
                <a:lnTo>
                  <a:pt x="4601" y="3905"/>
                </a:lnTo>
                <a:lnTo>
                  <a:pt x="4601" y="4082"/>
                </a:lnTo>
                <a:lnTo>
                  <a:pt x="5077" y="4082"/>
                </a:lnTo>
                <a:lnTo>
                  <a:pt x="5077" y="4349"/>
                </a:lnTo>
                <a:lnTo>
                  <a:pt x="5077" y="4526"/>
                </a:lnTo>
                <a:lnTo>
                  <a:pt x="5077" y="4792"/>
                </a:lnTo>
                <a:lnTo>
                  <a:pt x="5395" y="4970"/>
                </a:lnTo>
                <a:lnTo>
                  <a:pt x="5395" y="5147"/>
                </a:lnTo>
                <a:lnTo>
                  <a:pt x="5395" y="5414"/>
                </a:lnTo>
                <a:lnTo>
                  <a:pt x="5712" y="5591"/>
                </a:lnTo>
                <a:lnTo>
                  <a:pt x="5712" y="5857"/>
                </a:lnTo>
                <a:lnTo>
                  <a:pt x="5712" y="6035"/>
                </a:lnTo>
                <a:lnTo>
                  <a:pt x="5712" y="6212"/>
                </a:lnTo>
                <a:lnTo>
                  <a:pt x="6188" y="6479"/>
                </a:lnTo>
                <a:lnTo>
                  <a:pt x="6188" y="6656"/>
                </a:lnTo>
                <a:lnTo>
                  <a:pt x="6188" y="6922"/>
                </a:lnTo>
                <a:lnTo>
                  <a:pt x="6188" y="7100"/>
                </a:lnTo>
                <a:lnTo>
                  <a:pt x="6188" y="7277"/>
                </a:lnTo>
                <a:lnTo>
                  <a:pt x="6506" y="7277"/>
                </a:lnTo>
                <a:lnTo>
                  <a:pt x="6506" y="7544"/>
                </a:lnTo>
                <a:lnTo>
                  <a:pt x="6506" y="7721"/>
                </a:lnTo>
                <a:lnTo>
                  <a:pt x="6506" y="7988"/>
                </a:lnTo>
                <a:lnTo>
                  <a:pt x="6506" y="8165"/>
                </a:lnTo>
                <a:lnTo>
                  <a:pt x="6506" y="8431"/>
                </a:lnTo>
                <a:lnTo>
                  <a:pt x="6506" y="8609"/>
                </a:lnTo>
                <a:lnTo>
                  <a:pt x="6506" y="8786"/>
                </a:lnTo>
                <a:lnTo>
                  <a:pt x="6982" y="9230"/>
                </a:lnTo>
                <a:lnTo>
                  <a:pt x="6982" y="9496"/>
                </a:lnTo>
                <a:lnTo>
                  <a:pt x="6982" y="9674"/>
                </a:lnTo>
                <a:lnTo>
                  <a:pt x="6982" y="9851"/>
                </a:lnTo>
                <a:lnTo>
                  <a:pt x="7299" y="10118"/>
                </a:lnTo>
                <a:lnTo>
                  <a:pt x="7299" y="10561"/>
                </a:lnTo>
                <a:lnTo>
                  <a:pt x="7299" y="10739"/>
                </a:lnTo>
                <a:lnTo>
                  <a:pt x="7299" y="11005"/>
                </a:lnTo>
                <a:lnTo>
                  <a:pt x="7775" y="11360"/>
                </a:lnTo>
                <a:lnTo>
                  <a:pt x="7775" y="11626"/>
                </a:lnTo>
                <a:lnTo>
                  <a:pt x="7775" y="11804"/>
                </a:lnTo>
                <a:lnTo>
                  <a:pt x="7775" y="12248"/>
                </a:lnTo>
                <a:lnTo>
                  <a:pt x="8093" y="12248"/>
                </a:lnTo>
                <a:lnTo>
                  <a:pt x="8093" y="12425"/>
                </a:lnTo>
                <a:lnTo>
                  <a:pt x="8093" y="12869"/>
                </a:lnTo>
                <a:lnTo>
                  <a:pt x="8093" y="13135"/>
                </a:lnTo>
                <a:lnTo>
                  <a:pt x="8093" y="13313"/>
                </a:lnTo>
                <a:lnTo>
                  <a:pt x="8410" y="13579"/>
                </a:lnTo>
                <a:lnTo>
                  <a:pt x="8410" y="13757"/>
                </a:lnTo>
                <a:lnTo>
                  <a:pt x="8410" y="14200"/>
                </a:lnTo>
                <a:lnTo>
                  <a:pt x="8410" y="14378"/>
                </a:lnTo>
                <a:lnTo>
                  <a:pt x="8410" y="14644"/>
                </a:lnTo>
                <a:lnTo>
                  <a:pt x="8410" y="14822"/>
                </a:lnTo>
                <a:lnTo>
                  <a:pt x="8410" y="14999"/>
                </a:lnTo>
                <a:lnTo>
                  <a:pt x="8410" y="15443"/>
                </a:lnTo>
                <a:lnTo>
                  <a:pt x="8410" y="15709"/>
                </a:lnTo>
                <a:lnTo>
                  <a:pt x="8410" y="15887"/>
                </a:lnTo>
                <a:lnTo>
                  <a:pt x="8886" y="16153"/>
                </a:lnTo>
                <a:lnTo>
                  <a:pt x="8886" y="16508"/>
                </a:lnTo>
                <a:lnTo>
                  <a:pt x="8886" y="16952"/>
                </a:lnTo>
                <a:lnTo>
                  <a:pt x="9203" y="17396"/>
                </a:lnTo>
                <a:lnTo>
                  <a:pt x="9203" y="17573"/>
                </a:lnTo>
                <a:lnTo>
                  <a:pt x="9203" y="18017"/>
                </a:lnTo>
                <a:lnTo>
                  <a:pt x="9203" y="18461"/>
                </a:lnTo>
                <a:lnTo>
                  <a:pt x="9679" y="18904"/>
                </a:lnTo>
                <a:lnTo>
                  <a:pt x="9679" y="19082"/>
                </a:lnTo>
                <a:lnTo>
                  <a:pt x="9679" y="19348"/>
                </a:lnTo>
                <a:lnTo>
                  <a:pt x="9679" y="19792"/>
                </a:lnTo>
                <a:lnTo>
                  <a:pt x="9679" y="19970"/>
                </a:lnTo>
                <a:lnTo>
                  <a:pt x="9997" y="20413"/>
                </a:lnTo>
                <a:lnTo>
                  <a:pt x="9997" y="20591"/>
                </a:lnTo>
                <a:lnTo>
                  <a:pt x="9997" y="21035"/>
                </a:lnTo>
                <a:lnTo>
                  <a:pt x="9997" y="21301"/>
                </a:lnTo>
                <a:lnTo>
                  <a:pt x="9997" y="21656"/>
                </a:lnTo>
                <a:lnTo>
                  <a:pt x="10314" y="21922"/>
                </a:lnTo>
                <a:lnTo>
                  <a:pt x="10314" y="22366"/>
                </a:lnTo>
                <a:lnTo>
                  <a:pt x="10314" y="22543"/>
                </a:lnTo>
                <a:lnTo>
                  <a:pt x="10314" y="22721"/>
                </a:lnTo>
                <a:lnTo>
                  <a:pt x="10314" y="23165"/>
                </a:lnTo>
                <a:lnTo>
                  <a:pt x="10314" y="23608"/>
                </a:lnTo>
                <a:lnTo>
                  <a:pt x="10314" y="24052"/>
                </a:lnTo>
                <a:lnTo>
                  <a:pt x="10314" y="24230"/>
                </a:lnTo>
                <a:lnTo>
                  <a:pt x="10314" y="24674"/>
                </a:lnTo>
                <a:lnTo>
                  <a:pt x="10790" y="24940"/>
                </a:lnTo>
                <a:lnTo>
                  <a:pt x="10790" y="25117"/>
                </a:lnTo>
                <a:lnTo>
                  <a:pt x="10790" y="25561"/>
                </a:lnTo>
                <a:lnTo>
                  <a:pt x="10790" y="26005"/>
                </a:lnTo>
                <a:lnTo>
                  <a:pt x="10790" y="26449"/>
                </a:lnTo>
                <a:lnTo>
                  <a:pt x="11108" y="26626"/>
                </a:lnTo>
                <a:lnTo>
                  <a:pt x="11108" y="27070"/>
                </a:lnTo>
                <a:lnTo>
                  <a:pt x="11108" y="27514"/>
                </a:lnTo>
                <a:lnTo>
                  <a:pt x="11108" y="27691"/>
                </a:lnTo>
                <a:lnTo>
                  <a:pt x="11108" y="28135"/>
                </a:lnTo>
                <a:lnTo>
                  <a:pt x="11584" y="28579"/>
                </a:lnTo>
                <a:lnTo>
                  <a:pt x="11584" y="28756"/>
                </a:lnTo>
                <a:lnTo>
                  <a:pt x="11584" y="29200"/>
                </a:lnTo>
                <a:lnTo>
                  <a:pt x="11584" y="29644"/>
                </a:lnTo>
                <a:lnTo>
                  <a:pt x="11901" y="29821"/>
                </a:lnTo>
                <a:lnTo>
                  <a:pt x="11901" y="30265"/>
                </a:lnTo>
                <a:lnTo>
                  <a:pt x="11901" y="30709"/>
                </a:lnTo>
                <a:lnTo>
                  <a:pt x="11901" y="31153"/>
                </a:lnTo>
                <a:lnTo>
                  <a:pt x="11901" y="31508"/>
                </a:lnTo>
                <a:lnTo>
                  <a:pt x="12218" y="31952"/>
                </a:lnTo>
                <a:lnTo>
                  <a:pt x="12218" y="32218"/>
                </a:lnTo>
                <a:lnTo>
                  <a:pt x="12218" y="32662"/>
                </a:lnTo>
                <a:lnTo>
                  <a:pt x="12218" y="33017"/>
                </a:lnTo>
                <a:lnTo>
                  <a:pt x="12218" y="33460"/>
                </a:lnTo>
                <a:lnTo>
                  <a:pt x="12694" y="33904"/>
                </a:lnTo>
                <a:lnTo>
                  <a:pt x="12694" y="34348"/>
                </a:lnTo>
                <a:lnTo>
                  <a:pt x="12694" y="34525"/>
                </a:lnTo>
                <a:lnTo>
                  <a:pt x="12694" y="34969"/>
                </a:lnTo>
                <a:lnTo>
                  <a:pt x="12694" y="35591"/>
                </a:lnTo>
                <a:lnTo>
                  <a:pt x="12694" y="35857"/>
                </a:lnTo>
                <a:lnTo>
                  <a:pt x="12694" y="36301"/>
                </a:lnTo>
                <a:lnTo>
                  <a:pt x="12694" y="36922"/>
                </a:lnTo>
                <a:lnTo>
                  <a:pt x="12694" y="37099"/>
                </a:lnTo>
                <a:lnTo>
                  <a:pt x="13012" y="37543"/>
                </a:lnTo>
                <a:lnTo>
                  <a:pt x="13012" y="37987"/>
                </a:lnTo>
                <a:lnTo>
                  <a:pt x="13012" y="38431"/>
                </a:lnTo>
                <a:lnTo>
                  <a:pt x="13012" y="38874"/>
                </a:lnTo>
                <a:lnTo>
                  <a:pt x="13012" y="39229"/>
                </a:lnTo>
                <a:lnTo>
                  <a:pt x="13488" y="39673"/>
                </a:lnTo>
                <a:lnTo>
                  <a:pt x="13488" y="40117"/>
                </a:lnTo>
                <a:lnTo>
                  <a:pt x="13488" y="40561"/>
                </a:lnTo>
                <a:lnTo>
                  <a:pt x="13488" y="41005"/>
                </a:lnTo>
                <a:lnTo>
                  <a:pt x="13488" y="41626"/>
                </a:lnTo>
              </a:path>
            </a:pathLst>
          </a:custGeom>
          <a:ln w="1872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6471509" y="1873846"/>
            <a:ext cx="13805" cy="133399"/>
          </a:xfrm>
          <a:custGeom>
            <a:avLst/>
            <a:gdLst/>
            <a:ahLst/>
            <a:cxnLst/>
            <a:rect l="l" t="t" r="r" b="b"/>
            <a:pathLst>
              <a:path w="13805" h="133399">
                <a:moveTo>
                  <a:pt x="0" y="0"/>
                </a:moveTo>
                <a:lnTo>
                  <a:pt x="317" y="177"/>
                </a:lnTo>
                <a:lnTo>
                  <a:pt x="317" y="887"/>
                </a:lnTo>
                <a:lnTo>
                  <a:pt x="317" y="1331"/>
                </a:lnTo>
                <a:lnTo>
                  <a:pt x="317" y="1508"/>
                </a:lnTo>
                <a:lnTo>
                  <a:pt x="317" y="2130"/>
                </a:lnTo>
                <a:lnTo>
                  <a:pt x="793" y="2396"/>
                </a:lnTo>
                <a:lnTo>
                  <a:pt x="793" y="3017"/>
                </a:lnTo>
                <a:lnTo>
                  <a:pt x="793" y="3638"/>
                </a:lnTo>
                <a:lnTo>
                  <a:pt x="793" y="3905"/>
                </a:lnTo>
                <a:lnTo>
                  <a:pt x="1110" y="4526"/>
                </a:lnTo>
                <a:lnTo>
                  <a:pt x="1110" y="4704"/>
                </a:lnTo>
                <a:lnTo>
                  <a:pt x="1110" y="5325"/>
                </a:lnTo>
                <a:lnTo>
                  <a:pt x="1110" y="5769"/>
                </a:lnTo>
                <a:lnTo>
                  <a:pt x="1110" y="6212"/>
                </a:lnTo>
                <a:lnTo>
                  <a:pt x="1110" y="6834"/>
                </a:lnTo>
                <a:lnTo>
                  <a:pt x="1110" y="7100"/>
                </a:lnTo>
                <a:lnTo>
                  <a:pt x="1110" y="7721"/>
                </a:lnTo>
                <a:lnTo>
                  <a:pt x="1110" y="8343"/>
                </a:lnTo>
                <a:lnTo>
                  <a:pt x="1110" y="8609"/>
                </a:lnTo>
                <a:lnTo>
                  <a:pt x="1428" y="9230"/>
                </a:lnTo>
                <a:lnTo>
                  <a:pt x="1428" y="9674"/>
                </a:lnTo>
                <a:lnTo>
                  <a:pt x="1428" y="10118"/>
                </a:lnTo>
                <a:lnTo>
                  <a:pt x="1428" y="10739"/>
                </a:lnTo>
                <a:lnTo>
                  <a:pt x="1428" y="11183"/>
                </a:lnTo>
                <a:lnTo>
                  <a:pt x="1904" y="11804"/>
                </a:lnTo>
                <a:lnTo>
                  <a:pt x="1904" y="11982"/>
                </a:lnTo>
                <a:lnTo>
                  <a:pt x="1904" y="12692"/>
                </a:lnTo>
                <a:lnTo>
                  <a:pt x="1904" y="13047"/>
                </a:lnTo>
                <a:lnTo>
                  <a:pt x="1904" y="13757"/>
                </a:lnTo>
                <a:lnTo>
                  <a:pt x="2221" y="14112"/>
                </a:lnTo>
                <a:lnTo>
                  <a:pt x="2221" y="14822"/>
                </a:lnTo>
                <a:lnTo>
                  <a:pt x="2221" y="15265"/>
                </a:lnTo>
                <a:lnTo>
                  <a:pt x="2221" y="15620"/>
                </a:lnTo>
                <a:lnTo>
                  <a:pt x="2697" y="16331"/>
                </a:lnTo>
                <a:lnTo>
                  <a:pt x="2697" y="16686"/>
                </a:lnTo>
                <a:lnTo>
                  <a:pt x="2697" y="17396"/>
                </a:lnTo>
                <a:lnTo>
                  <a:pt x="2697" y="17839"/>
                </a:lnTo>
                <a:lnTo>
                  <a:pt x="2697" y="18461"/>
                </a:lnTo>
                <a:lnTo>
                  <a:pt x="3015" y="18904"/>
                </a:lnTo>
                <a:lnTo>
                  <a:pt x="3015" y="19526"/>
                </a:lnTo>
                <a:lnTo>
                  <a:pt x="3015" y="20147"/>
                </a:lnTo>
                <a:lnTo>
                  <a:pt x="3015" y="20591"/>
                </a:lnTo>
                <a:lnTo>
                  <a:pt x="3015" y="21212"/>
                </a:lnTo>
                <a:lnTo>
                  <a:pt x="3332" y="21656"/>
                </a:lnTo>
                <a:lnTo>
                  <a:pt x="3332" y="22277"/>
                </a:lnTo>
                <a:lnTo>
                  <a:pt x="3332" y="22721"/>
                </a:lnTo>
                <a:lnTo>
                  <a:pt x="3332" y="23342"/>
                </a:lnTo>
                <a:lnTo>
                  <a:pt x="3332" y="23786"/>
                </a:lnTo>
                <a:lnTo>
                  <a:pt x="3332" y="24407"/>
                </a:lnTo>
                <a:lnTo>
                  <a:pt x="3332" y="24851"/>
                </a:lnTo>
                <a:lnTo>
                  <a:pt x="3332" y="25561"/>
                </a:lnTo>
                <a:lnTo>
                  <a:pt x="3332" y="25916"/>
                </a:lnTo>
                <a:lnTo>
                  <a:pt x="3808" y="26626"/>
                </a:lnTo>
                <a:lnTo>
                  <a:pt x="3808" y="27247"/>
                </a:lnTo>
                <a:lnTo>
                  <a:pt x="3808" y="27691"/>
                </a:lnTo>
                <a:lnTo>
                  <a:pt x="3808" y="28313"/>
                </a:lnTo>
                <a:lnTo>
                  <a:pt x="3808" y="28934"/>
                </a:lnTo>
                <a:lnTo>
                  <a:pt x="4125" y="29555"/>
                </a:lnTo>
                <a:lnTo>
                  <a:pt x="4125" y="29999"/>
                </a:lnTo>
                <a:lnTo>
                  <a:pt x="4125" y="30709"/>
                </a:lnTo>
                <a:lnTo>
                  <a:pt x="4125" y="31330"/>
                </a:lnTo>
                <a:lnTo>
                  <a:pt x="4125" y="31952"/>
                </a:lnTo>
                <a:lnTo>
                  <a:pt x="4601" y="32395"/>
                </a:lnTo>
                <a:lnTo>
                  <a:pt x="4601" y="33017"/>
                </a:lnTo>
                <a:lnTo>
                  <a:pt x="4601" y="33638"/>
                </a:lnTo>
                <a:lnTo>
                  <a:pt x="4601" y="34348"/>
                </a:lnTo>
                <a:lnTo>
                  <a:pt x="4601" y="34703"/>
                </a:lnTo>
                <a:lnTo>
                  <a:pt x="4919" y="35413"/>
                </a:lnTo>
                <a:lnTo>
                  <a:pt x="4919" y="36034"/>
                </a:lnTo>
                <a:lnTo>
                  <a:pt x="4919" y="36656"/>
                </a:lnTo>
                <a:lnTo>
                  <a:pt x="4919" y="37099"/>
                </a:lnTo>
                <a:lnTo>
                  <a:pt x="5395" y="37721"/>
                </a:lnTo>
                <a:lnTo>
                  <a:pt x="5395" y="38342"/>
                </a:lnTo>
                <a:lnTo>
                  <a:pt x="5395" y="39052"/>
                </a:lnTo>
                <a:lnTo>
                  <a:pt x="5395" y="39673"/>
                </a:lnTo>
                <a:lnTo>
                  <a:pt x="5395" y="40117"/>
                </a:lnTo>
                <a:lnTo>
                  <a:pt x="5395" y="40916"/>
                </a:lnTo>
                <a:lnTo>
                  <a:pt x="5395" y="41360"/>
                </a:lnTo>
                <a:lnTo>
                  <a:pt x="5395" y="42247"/>
                </a:lnTo>
                <a:lnTo>
                  <a:pt x="5395" y="42691"/>
                </a:lnTo>
                <a:lnTo>
                  <a:pt x="5395" y="43490"/>
                </a:lnTo>
                <a:lnTo>
                  <a:pt x="5712" y="43934"/>
                </a:lnTo>
                <a:lnTo>
                  <a:pt x="5712" y="44644"/>
                </a:lnTo>
                <a:lnTo>
                  <a:pt x="5712" y="45265"/>
                </a:lnTo>
                <a:lnTo>
                  <a:pt x="5712" y="46064"/>
                </a:lnTo>
                <a:lnTo>
                  <a:pt x="5712" y="46507"/>
                </a:lnTo>
                <a:lnTo>
                  <a:pt x="6030" y="47217"/>
                </a:lnTo>
                <a:lnTo>
                  <a:pt x="6030" y="47839"/>
                </a:lnTo>
                <a:lnTo>
                  <a:pt x="6030" y="48460"/>
                </a:lnTo>
                <a:lnTo>
                  <a:pt x="6030" y="49081"/>
                </a:lnTo>
                <a:lnTo>
                  <a:pt x="6506" y="49791"/>
                </a:lnTo>
                <a:lnTo>
                  <a:pt x="6506" y="50413"/>
                </a:lnTo>
                <a:lnTo>
                  <a:pt x="6506" y="51034"/>
                </a:lnTo>
                <a:lnTo>
                  <a:pt x="6506" y="51922"/>
                </a:lnTo>
                <a:lnTo>
                  <a:pt x="6506" y="52365"/>
                </a:lnTo>
                <a:lnTo>
                  <a:pt x="6823" y="53164"/>
                </a:lnTo>
                <a:lnTo>
                  <a:pt x="6823" y="53785"/>
                </a:lnTo>
                <a:lnTo>
                  <a:pt x="6823" y="54495"/>
                </a:lnTo>
                <a:lnTo>
                  <a:pt x="6823" y="55117"/>
                </a:lnTo>
                <a:lnTo>
                  <a:pt x="6823" y="55738"/>
                </a:lnTo>
                <a:lnTo>
                  <a:pt x="7299" y="56626"/>
                </a:lnTo>
                <a:lnTo>
                  <a:pt x="7299" y="57069"/>
                </a:lnTo>
                <a:lnTo>
                  <a:pt x="7299" y="57868"/>
                </a:lnTo>
                <a:lnTo>
                  <a:pt x="7299" y="58578"/>
                </a:lnTo>
                <a:lnTo>
                  <a:pt x="7299" y="59200"/>
                </a:lnTo>
                <a:lnTo>
                  <a:pt x="7616" y="59821"/>
                </a:lnTo>
                <a:lnTo>
                  <a:pt x="7616" y="60442"/>
                </a:lnTo>
                <a:lnTo>
                  <a:pt x="7616" y="61330"/>
                </a:lnTo>
                <a:lnTo>
                  <a:pt x="7616" y="61951"/>
                </a:lnTo>
                <a:lnTo>
                  <a:pt x="7616" y="62572"/>
                </a:lnTo>
                <a:lnTo>
                  <a:pt x="7616" y="63282"/>
                </a:lnTo>
                <a:lnTo>
                  <a:pt x="7616" y="63904"/>
                </a:lnTo>
                <a:lnTo>
                  <a:pt x="7616" y="64791"/>
                </a:lnTo>
                <a:lnTo>
                  <a:pt x="7616" y="65412"/>
                </a:lnTo>
                <a:lnTo>
                  <a:pt x="7934" y="66300"/>
                </a:lnTo>
                <a:lnTo>
                  <a:pt x="7934" y="66921"/>
                </a:lnTo>
                <a:lnTo>
                  <a:pt x="7934" y="67543"/>
                </a:lnTo>
                <a:lnTo>
                  <a:pt x="7934" y="68430"/>
                </a:lnTo>
                <a:lnTo>
                  <a:pt x="7934" y="69051"/>
                </a:lnTo>
                <a:lnTo>
                  <a:pt x="8410" y="69673"/>
                </a:lnTo>
                <a:lnTo>
                  <a:pt x="8410" y="70294"/>
                </a:lnTo>
                <a:lnTo>
                  <a:pt x="8410" y="71004"/>
                </a:lnTo>
                <a:lnTo>
                  <a:pt x="8410" y="71803"/>
                </a:lnTo>
                <a:lnTo>
                  <a:pt x="8410" y="72513"/>
                </a:lnTo>
                <a:lnTo>
                  <a:pt x="8727" y="73312"/>
                </a:lnTo>
                <a:lnTo>
                  <a:pt x="8727" y="74022"/>
                </a:lnTo>
                <a:lnTo>
                  <a:pt x="8727" y="74820"/>
                </a:lnTo>
                <a:lnTo>
                  <a:pt x="8727" y="75708"/>
                </a:lnTo>
                <a:lnTo>
                  <a:pt x="9203" y="76329"/>
                </a:lnTo>
                <a:lnTo>
                  <a:pt x="9203" y="76951"/>
                </a:lnTo>
                <a:lnTo>
                  <a:pt x="9203" y="77838"/>
                </a:lnTo>
                <a:lnTo>
                  <a:pt x="9203" y="78459"/>
                </a:lnTo>
                <a:lnTo>
                  <a:pt x="9203" y="79170"/>
                </a:lnTo>
                <a:lnTo>
                  <a:pt x="9521" y="79968"/>
                </a:lnTo>
                <a:lnTo>
                  <a:pt x="9521" y="80590"/>
                </a:lnTo>
                <a:lnTo>
                  <a:pt x="9521" y="81477"/>
                </a:lnTo>
                <a:lnTo>
                  <a:pt x="9521" y="82365"/>
                </a:lnTo>
                <a:lnTo>
                  <a:pt x="9521" y="82986"/>
                </a:lnTo>
                <a:lnTo>
                  <a:pt x="9521" y="83874"/>
                </a:lnTo>
                <a:lnTo>
                  <a:pt x="9521" y="84495"/>
                </a:lnTo>
                <a:lnTo>
                  <a:pt x="9521" y="85116"/>
                </a:lnTo>
                <a:lnTo>
                  <a:pt x="9521" y="86181"/>
                </a:lnTo>
                <a:lnTo>
                  <a:pt x="9521" y="86803"/>
                </a:lnTo>
                <a:lnTo>
                  <a:pt x="9997" y="87513"/>
                </a:lnTo>
                <a:lnTo>
                  <a:pt x="9997" y="88311"/>
                </a:lnTo>
                <a:lnTo>
                  <a:pt x="9997" y="89199"/>
                </a:lnTo>
                <a:lnTo>
                  <a:pt x="9997" y="89820"/>
                </a:lnTo>
                <a:lnTo>
                  <a:pt x="10314" y="90708"/>
                </a:lnTo>
                <a:lnTo>
                  <a:pt x="10314" y="91329"/>
                </a:lnTo>
                <a:lnTo>
                  <a:pt x="10314" y="92217"/>
                </a:lnTo>
                <a:lnTo>
                  <a:pt x="10314" y="93104"/>
                </a:lnTo>
                <a:lnTo>
                  <a:pt x="10314" y="93725"/>
                </a:lnTo>
                <a:lnTo>
                  <a:pt x="10631" y="94524"/>
                </a:lnTo>
                <a:lnTo>
                  <a:pt x="10631" y="95412"/>
                </a:lnTo>
                <a:lnTo>
                  <a:pt x="10631" y="96299"/>
                </a:lnTo>
                <a:lnTo>
                  <a:pt x="10631" y="96921"/>
                </a:lnTo>
                <a:lnTo>
                  <a:pt x="10631" y="97808"/>
                </a:lnTo>
                <a:lnTo>
                  <a:pt x="11108" y="98607"/>
                </a:lnTo>
                <a:lnTo>
                  <a:pt x="11108" y="99317"/>
                </a:lnTo>
                <a:lnTo>
                  <a:pt x="11108" y="100382"/>
                </a:lnTo>
                <a:lnTo>
                  <a:pt x="11108" y="101003"/>
                </a:lnTo>
                <a:lnTo>
                  <a:pt x="11108" y="101891"/>
                </a:lnTo>
                <a:lnTo>
                  <a:pt x="11425" y="102690"/>
                </a:lnTo>
                <a:lnTo>
                  <a:pt x="11425" y="103577"/>
                </a:lnTo>
                <a:lnTo>
                  <a:pt x="11425" y="104199"/>
                </a:lnTo>
                <a:lnTo>
                  <a:pt x="11425" y="105086"/>
                </a:lnTo>
                <a:lnTo>
                  <a:pt x="11901" y="105885"/>
                </a:lnTo>
                <a:lnTo>
                  <a:pt x="11901" y="106773"/>
                </a:lnTo>
                <a:lnTo>
                  <a:pt x="11901" y="107394"/>
                </a:lnTo>
                <a:lnTo>
                  <a:pt x="11901" y="108459"/>
                </a:lnTo>
                <a:lnTo>
                  <a:pt x="11901" y="109169"/>
                </a:lnTo>
                <a:lnTo>
                  <a:pt x="11901" y="109968"/>
                </a:lnTo>
                <a:lnTo>
                  <a:pt x="11901" y="110855"/>
                </a:lnTo>
                <a:lnTo>
                  <a:pt x="11901" y="111743"/>
                </a:lnTo>
                <a:lnTo>
                  <a:pt x="11901" y="112542"/>
                </a:lnTo>
                <a:lnTo>
                  <a:pt x="11901" y="113429"/>
                </a:lnTo>
                <a:lnTo>
                  <a:pt x="12218" y="114317"/>
                </a:lnTo>
                <a:lnTo>
                  <a:pt x="12218" y="115116"/>
                </a:lnTo>
                <a:lnTo>
                  <a:pt x="12218" y="115826"/>
                </a:lnTo>
                <a:lnTo>
                  <a:pt x="12218" y="116891"/>
                </a:lnTo>
                <a:lnTo>
                  <a:pt x="12218" y="117689"/>
                </a:lnTo>
                <a:lnTo>
                  <a:pt x="12536" y="118400"/>
                </a:lnTo>
                <a:lnTo>
                  <a:pt x="12536" y="119198"/>
                </a:lnTo>
                <a:lnTo>
                  <a:pt x="12536" y="120263"/>
                </a:lnTo>
                <a:lnTo>
                  <a:pt x="12536" y="120973"/>
                </a:lnTo>
                <a:lnTo>
                  <a:pt x="13012" y="121772"/>
                </a:lnTo>
                <a:lnTo>
                  <a:pt x="13012" y="122837"/>
                </a:lnTo>
                <a:lnTo>
                  <a:pt x="13012" y="123725"/>
                </a:lnTo>
                <a:lnTo>
                  <a:pt x="13012" y="124612"/>
                </a:lnTo>
                <a:lnTo>
                  <a:pt x="13012" y="125234"/>
                </a:lnTo>
                <a:lnTo>
                  <a:pt x="13329" y="126299"/>
                </a:lnTo>
                <a:lnTo>
                  <a:pt x="13329" y="127186"/>
                </a:lnTo>
                <a:lnTo>
                  <a:pt x="13329" y="127985"/>
                </a:lnTo>
                <a:lnTo>
                  <a:pt x="13329" y="128873"/>
                </a:lnTo>
                <a:lnTo>
                  <a:pt x="13329" y="129760"/>
                </a:lnTo>
                <a:lnTo>
                  <a:pt x="13805" y="130559"/>
                </a:lnTo>
                <a:lnTo>
                  <a:pt x="13805" y="131447"/>
                </a:lnTo>
                <a:lnTo>
                  <a:pt x="13805" y="132334"/>
                </a:lnTo>
                <a:lnTo>
                  <a:pt x="13805" y="133399"/>
                </a:lnTo>
              </a:path>
            </a:pathLst>
          </a:custGeom>
          <a:ln w="1945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6485315" y="2007245"/>
            <a:ext cx="13329" cy="216119"/>
          </a:xfrm>
          <a:custGeom>
            <a:avLst/>
            <a:gdLst/>
            <a:ahLst/>
            <a:cxnLst/>
            <a:rect l="l" t="t" r="r" b="b"/>
            <a:pathLst>
              <a:path w="13329" h="216119">
                <a:moveTo>
                  <a:pt x="0" y="0"/>
                </a:moveTo>
                <a:lnTo>
                  <a:pt x="0" y="798"/>
                </a:lnTo>
                <a:lnTo>
                  <a:pt x="0" y="1686"/>
                </a:lnTo>
                <a:lnTo>
                  <a:pt x="0" y="2573"/>
                </a:lnTo>
                <a:lnTo>
                  <a:pt x="0" y="3638"/>
                </a:lnTo>
                <a:lnTo>
                  <a:pt x="0" y="4437"/>
                </a:lnTo>
                <a:lnTo>
                  <a:pt x="317" y="5325"/>
                </a:lnTo>
                <a:lnTo>
                  <a:pt x="317" y="6212"/>
                </a:lnTo>
                <a:lnTo>
                  <a:pt x="317" y="7277"/>
                </a:lnTo>
                <a:lnTo>
                  <a:pt x="317" y="8165"/>
                </a:lnTo>
                <a:lnTo>
                  <a:pt x="317" y="8964"/>
                </a:lnTo>
                <a:lnTo>
                  <a:pt x="793" y="9851"/>
                </a:lnTo>
                <a:lnTo>
                  <a:pt x="793" y="10739"/>
                </a:lnTo>
                <a:lnTo>
                  <a:pt x="793" y="11804"/>
                </a:lnTo>
                <a:lnTo>
                  <a:pt x="793" y="12603"/>
                </a:lnTo>
                <a:lnTo>
                  <a:pt x="793" y="13490"/>
                </a:lnTo>
                <a:lnTo>
                  <a:pt x="1110" y="14378"/>
                </a:lnTo>
                <a:lnTo>
                  <a:pt x="1110" y="15443"/>
                </a:lnTo>
                <a:lnTo>
                  <a:pt x="1110" y="16242"/>
                </a:lnTo>
                <a:lnTo>
                  <a:pt x="1110" y="17129"/>
                </a:lnTo>
                <a:lnTo>
                  <a:pt x="1110" y="18017"/>
                </a:lnTo>
                <a:lnTo>
                  <a:pt x="1428" y="19082"/>
                </a:lnTo>
                <a:lnTo>
                  <a:pt x="1428" y="20147"/>
                </a:lnTo>
                <a:lnTo>
                  <a:pt x="1428" y="20946"/>
                </a:lnTo>
                <a:lnTo>
                  <a:pt x="1428" y="21833"/>
                </a:lnTo>
                <a:lnTo>
                  <a:pt x="1904" y="22721"/>
                </a:lnTo>
                <a:lnTo>
                  <a:pt x="1904" y="23786"/>
                </a:lnTo>
                <a:lnTo>
                  <a:pt x="1904" y="24851"/>
                </a:lnTo>
                <a:lnTo>
                  <a:pt x="1904" y="25739"/>
                </a:lnTo>
                <a:lnTo>
                  <a:pt x="1904" y="26537"/>
                </a:lnTo>
                <a:lnTo>
                  <a:pt x="2221" y="27425"/>
                </a:lnTo>
                <a:lnTo>
                  <a:pt x="2221" y="28490"/>
                </a:lnTo>
                <a:lnTo>
                  <a:pt x="2221" y="29555"/>
                </a:lnTo>
                <a:lnTo>
                  <a:pt x="2221" y="30443"/>
                </a:lnTo>
                <a:lnTo>
                  <a:pt x="2221" y="31241"/>
                </a:lnTo>
                <a:lnTo>
                  <a:pt x="2221" y="32395"/>
                </a:lnTo>
                <a:lnTo>
                  <a:pt x="2221" y="33194"/>
                </a:lnTo>
                <a:lnTo>
                  <a:pt x="2221" y="34259"/>
                </a:lnTo>
                <a:lnTo>
                  <a:pt x="2221" y="35324"/>
                </a:lnTo>
                <a:lnTo>
                  <a:pt x="2221" y="36212"/>
                </a:lnTo>
                <a:lnTo>
                  <a:pt x="2697" y="37099"/>
                </a:lnTo>
                <a:lnTo>
                  <a:pt x="2697" y="38164"/>
                </a:lnTo>
                <a:lnTo>
                  <a:pt x="2697" y="38963"/>
                </a:lnTo>
                <a:lnTo>
                  <a:pt x="2697" y="40028"/>
                </a:lnTo>
                <a:lnTo>
                  <a:pt x="3015" y="41182"/>
                </a:lnTo>
                <a:lnTo>
                  <a:pt x="3015" y="41981"/>
                </a:lnTo>
                <a:lnTo>
                  <a:pt x="3015" y="43046"/>
                </a:lnTo>
                <a:lnTo>
                  <a:pt x="3015" y="43934"/>
                </a:lnTo>
                <a:lnTo>
                  <a:pt x="3015" y="44999"/>
                </a:lnTo>
                <a:lnTo>
                  <a:pt x="3332" y="46064"/>
                </a:lnTo>
                <a:lnTo>
                  <a:pt x="3332" y="47129"/>
                </a:lnTo>
                <a:lnTo>
                  <a:pt x="3332" y="48016"/>
                </a:lnTo>
                <a:lnTo>
                  <a:pt x="3332" y="48904"/>
                </a:lnTo>
                <a:lnTo>
                  <a:pt x="3332" y="49969"/>
                </a:lnTo>
                <a:lnTo>
                  <a:pt x="3808" y="50768"/>
                </a:lnTo>
                <a:lnTo>
                  <a:pt x="3808" y="52099"/>
                </a:lnTo>
                <a:lnTo>
                  <a:pt x="3808" y="53164"/>
                </a:lnTo>
                <a:lnTo>
                  <a:pt x="3808" y="54052"/>
                </a:lnTo>
                <a:lnTo>
                  <a:pt x="3808" y="55117"/>
                </a:lnTo>
                <a:lnTo>
                  <a:pt x="4125" y="55916"/>
                </a:lnTo>
                <a:lnTo>
                  <a:pt x="4125" y="56981"/>
                </a:lnTo>
                <a:lnTo>
                  <a:pt x="4125" y="57868"/>
                </a:lnTo>
                <a:lnTo>
                  <a:pt x="4125" y="59200"/>
                </a:lnTo>
                <a:lnTo>
                  <a:pt x="4125" y="60265"/>
                </a:lnTo>
                <a:lnTo>
                  <a:pt x="4125" y="61063"/>
                </a:lnTo>
                <a:lnTo>
                  <a:pt x="4125" y="62128"/>
                </a:lnTo>
                <a:lnTo>
                  <a:pt x="4125" y="63016"/>
                </a:lnTo>
                <a:lnTo>
                  <a:pt x="4125" y="64081"/>
                </a:lnTo>
                <a:lnTo>
                  <a:pt x="4601" y="65146"/>
                </a:lnTo>
                <a:lnTo>
                  <a:pt x="4601" y="66211"/>
                </a:lnTo>
                <a:lnTo>
                  <a:pt x="4601" y="67276"/>
                </a:lnTo>
                <a:lnTo>
                  <a:pt x="4601" y="68341"/>
                </a:lnTo>
                <a:lnTo>
                  <a:pt x="4601" y="69406"/>
                </a:lnTo>
                <a:lnTo>
                  <a:pt x="4919" y="70294"/>
                </a:lnTo>
                <a:lnTo>
                  <a:pt x="4919" y="71359"/>
                </a:lnTo>
                <a:lnTo>
                  <a:pt x="4919" y="72424"/>
                </a:lnTo>
                <a:lnTo>
                  <a:pt x="4919" y="73489"/>
                </a:lnTo>
                <a:lnTo>
                  <a:pt x="4919" y="74377"/>
                </a:lnTo>
                <a:lnTo>
                  <a:pt x="5236" y="75708"/>
                </a:lnTo>
                <a:lnTo>
                  <a:pt x="5236" y="76773"/>
                </a:lnTo>
                <a:lnTo>
                  <a:pt x="5236" y="77838"/>
                </a:lnTo>
                <a:lnTo>
                  <a:pt x="5236" y="78637"/>
                </a:lnTo>
                <a:lnTo>
                  <a:pt x="5712" y="79702"/>
                </a:lnTo>
                <a:lnTo>
                  <a:pt x="5712" y="80856"/>
                </a:lnTo>
                <a:lnTo>
                  <a:pt x="5712" y="81921"/>
                </a:lnTo>
                <a:lnTo>
                  <a:pt x="5712" y="82986"/>
                </a:lnTo>
                <a:lnTo>
                  <a:pt x="5712" y="84051"/>
                </a:lnTo>
                <a:lnTo>
                  <a:pt x="6030" y="85116"/>
                </a:lnTo>
                <a:lnTo>
                  <a:pt x="6030" y="86181"/>
                </a:lnTo>
                <a:lnTo>
                  <a:pt x="6030" y="87246"/>
                </a:lnTo>
                <a:lnTo>
                  <a:pt x="6030" y="88311"/>
                </a:lnTo>
                <a:lnTo>
                  <a:pt x="6030" y="89376"/>
                </a:lnTo>
                <a:lnTo>
                  <a:pt x="6030" y="90441"/>
                </a:lnTo>
                <a:lnTo>
                  <a:pt x="6030" y="91507"/>
                </a:lnTo>
                <a:lnTo>
                  <a:pt x="6030" y="92572"/>
                </a:lnTo>
                <a:lnTo>
                  <a:pt x="6030" y="93637"/>
                </a:lnTo>
                <a:lnTo>
                  <a:pt x="6030" y="94791"/>
                </a:lnTo>
                <a:lnTo>
                  <a:pt x="6506" y="95856"/>
                </a:lnTo>
                <a:lnTo>
                  <a:pt x="6506" y="96921"/>
                </a:lnTo>
                <a:lnTo>
                  <a:pt x="6506" y="98163"/>
                </a:lnTo>
                <a:lnTo>
                  <a:pt x="6506" y="99228"/>
                </a:lnTo>
                <a:lnTo>
                  <a:pt x="6823" y="100293"/>
                </a:lnTo>
                <a:lnTo>
                  <a:pt x="6823" y="101358"/>
                </a:lnTo>
                <a:lnTo>
                  <a:pt x="6823" y="102512"/>
                </a:lnTo>
                <a:lnTo>
                  <a:pt x="6823" y="103577"/>
                </a:lnTo>
                <a:lnTo>
                  <a:pt x="6823" y="104642"/>
                </a:lnTo>
                <a:lnTo>
                  <a:pt x="7299" y="105707"/>
                </a:lnTo>
                <a:lnTo>
                  <a:pt x="7299" y="106773"/>
                </a:lnTo>
                <a:lnTo>
                  <a:pt x="7299" y="107838"/>
                </a:lnTo>
                <a:lnTo>
                  <a:pt x="7299" y="108903"/>
                </a:lnTo>
                <a:lnTo>
                  <a:pt x="7299" y="109968"/>
                </a:lnTo>
                <a:lnTo>
                  <a:pt x="7616" y="111299"/>
                </a:lnTo>
                <a:lnTo>
                  <a:pt x="7616" y="112364"/>
                </a:lnTo>
                <a:lnTo>
                  <a:pt x="7616" y="113429"/>
                </a:lnTo>
                <a:lnTo>
                  <a:pt x="7616" y="114672"/>
                </a:lnTo>
                <a:lnTo>
                  <a:pt x="7616" y="115737"/>
                </a:lnTo>
                <a:lnTo>
                  <a:pt x="7934" y="116802"/>
                </a:lnTo>
                <a:lnTo>
                  <a:pt x="7934" y="118133"/>
                </a:lnTo>
                <a:lnTo>
                  <a:pt x="7934" y="119198"/>
                </a:lnTo>
                <a:lnTo>
                  <a:pt x="7934" y="120263"/>
                </a:lnTo>
                <a:lnTo>
                  <a:pt x="8410" y="121328"/>
                </a:lnTo>
                <a:lnTo>
                  <a:pt x="8410" y="122394"/>
                </a:lnTo>
                <a:lnTo>
                  <a:pt x="8410" y="123725"/>
                </a:lnTo>
                <a:lnTo>
                  <a:pt x="8410" y="124790"/>
                </a:lnTo>
                <a:lnTo>
                  <a:pt x="8410" y="125855"/>
                </a:lnTo>
                <a:lnTo>
                  <a:pt x="8410" y="126920"/>
                </a:lnTo>
                <a:lnTo>
                  <a:pt x="8410" y="128163"/>
                </a:lnTo>
                <a:lnTo>
                  <a:pt x="8410" y="129316"/>
                </a:lnTo>
                <a:lnTo>
                  <a:pt x="8410" y="130382"/>
                </a:lnTo>
                <a:lnTo>
                  <a:pt x="8410" y="131624"/>
                </a:lnTo>
                <a:lnTo>
                  <a:pt x="8727" y="132689"/>
                </a:lnTo>
                <a:lnTo>
                  <a:pt x="8727" y="133754"/>
                </a:lnTo>
                <a:lnTo>
                  <a:pt x="8727" y="135086"/>
                </a:lnTo>
                <a:lnTo>
                  <a:pt x="8727" y="136151"/>
                </a:lnTo>
                <a:lnTo>
                  <a:pt x="8727" y="137216"/>
                </a:lnTo>
                <a:lnTo>
                  <a:pt x="9203" y="138458"/>
                </a:lnTo>
                <a:lnTo>
                  <a:pt x="9203" y="139523"/>
                </a:lnTo>
                <a:lnTo>
                  <a:pt x="9203" y="140677"/>
                </a:lnTo>
                <a:lnTo>
                  <a:pt x="9203" y="141920"/>
                </a:lnTo>
                <a:lnTo>
                  <a:pt x="9521" y="142985"/>
                </a:lnTo>
                <a:lnTo>
                  <a:pt x="9521" y="144316"/>
                </a:lnTo>
                <a:lnTo>
                  <a:pt x="9521" y="145381"/>
                </a:lnTo>
                <a:lnTo>
                  <a:pt x="9521" y="146624"/>
                </a:lnTo>
                <a:lnTo>
                  <a:pt x="9521" y="147689"/>
                </a:lnTo>
                <a:lnTo>
                  <a:pt x="9838" y="148754"/>
                </a:lnTo>
                <a:lnTo>
                  <a:pt x="9838" y="150085"/>
                </a:lnTo>
                <a:lnTo>
                  <a:pt x="9838" y="151150"/>
                </a:lnTo>
                <a:lnTo>
                  <a:pt x="9838" y="152393"/>
                </a:lnTo>
                <a:lnTo>
                  <a:pt x="9838" y="153547"/>
                </a:lnTo>
                <a:lnTo>
                  <a:pt x="10314" y="154789"/>
                </a:lnTo>
                <a:lnTo>
                  <a:pt x="10314" y="155854"/>
                </a:lnTo>
                <a:lnTo>
                  <a:pt x="10314" y="157186"/>
                </a:lnTo>
                <a:lnTo>
                  <a:pt x="10314" y="158251"/>
                </a:lnTo>
                <a:lnTo>
                  <a:pt x="10314" y="159493"/>
                </a:lnTo>
                <a:lnTo>
                  <a:pt x="10314" y="160825"/>
                </a:lnTo>
                <a:lnTo>
                  <a:pt x="10314" y="161890"/>
                </a:lnTo>
                <a:lnTo>
                  <a:pt x="10314" y="163132"/>
                </a:lnTo>
                <a:lnTo>
                  <a:pt x="10314" y="164197"/>
                </a:lnTo>
                <a:lnTo>
                  <a:pt x="10631" y="165529"/>
                </a:lnTo>
                <a:lnTo>
                  <a:pt x="10631" y="166771"/>
                </a:lnTo>
                <a:lnTo>
                  <a:pt x="10631" y="167836"/>
                </a:lnTo>
                <a:lnTo>
                  <a:pt x="10631" y="169168"/>
                </a:lnTo>
                <a:lnTo>
                  <a:pt x="10631" y="170233"/>
                </a:lnTo>
                <a:lnTo>
                  <a:pt x="11108" y="171475"/>
                </a:lnTo>
                <a:lnTo>
                  <a:pt x="11108" y="172807"/>
                </a:lnTo>
                <a:lnTo>
                  <a:pt x="11108" y="173872"/>
                </a:lnTo>
                <a:lnTo>
                  <a:pt x="11108" y="175203"/>
                </a:lnTo>
                <a:lnTo>
                  <a:pt x="11108" y="176446"/>
                </a:lnTo>
                <a:lnTo>
                  <a:pt x="11425" y="177511"/>
                </a:lnTo>
                <a:lnTo>
                  <a:pt x="11425" y="178842"/>
                </a:lnTo>
                <a:lnTo>
                  <a:pt x="11425" y="180085"/>
                </a:lnTo>
                <a:lnTo>
                  <a:pt x="11425" y="181416"/>
                </a:lnTo>
                <a:lnTo>
                  <a:pt x="11425" y="182481"/>
                </a:lnTo>
                <a:lnTo>
                  <a:pt x="11901" y="183724"/>
                </a:lnTo>
                <a:lnTo>
                  <a:pt x="11901" y="185055"/>
                </a:lnTo>
                <a:lnTo>
                  <a:pt x="11901" y="186298"/>
                </a:lnTo>
                <a:lnTo>
                  <a:pt x="11901" y="187363"/>
                </a:lnTo>
                <a:lnTo>
                  <a:pt x="12218" y="188694"/>
                </a:lnTo>
                <a:lnTo>
                  <a:pt x="12218" y="189937"/>
                </a:lnTo>
                <a:lnTo>
                  <a:pt x="12218" y="191268"/>
                </a:lnTo>
                <a:lnTo>
                  <a:pt x="12218" y="192510"/>
                </a:lnTo>
                <a:lnTo>
                  <a:pt x="12218" y="193576"/>
                </a:lnTo>
                <a:lnTo>
                  <a:pt x="12536" y="194907"/>
                </a:lnTo>
                <a:lnTo>
                  <a:pt x="12536" y="196149"/>
                </a:lnTo>
                <a:lnTo>
                  <a:pt x="12536" y="197215"/>
                </a:lnTo>
                <a:lnTo>
                  <a:pt x="12536" y="198546"/>
                </a:lnTo>
                <a:lnTo>
                  <a:pt x="12536" y="199788"/>
                </a:lnTo>
                <a:lnTo>
                  <a:pt x="12536" y="200853"/>
                </a:lnTo>
                <a:lnTo>
                  <a:pt x="12536" y="202185"/>
                </a:lnTo>
                <a:lnTo>
                  <a:pt x="12536" y="203427"/>
                </a:lnTo>
                <a:lnTo>
                  <a:pt x="12536" y="204759"/>
                </a:lnTo>
                <a:lnTo>
                  <a:pt x="12536" y="206001"/>
                </a:lnTo>
                <a:lnTo>
                  <a:pt x="13012" y="207333"/>
                </a:lnTo>
                <a:lnTo>
                  <a:pt x="13012" y="208575"/>
                </a:lnTo>
                <a:lnTo>
                  <a:pt x="13012" y="209907"/>
                </a:lnTo>
                <a:lnTo>
                  <a:pt x="13012" y="211149"/>
                </a:lnTo>
                <a:lnTo>
                  <a:pt x="13329" y="212480"/>
                </a:lnTo>
                <a:lnTo>
                  <a:pt x="13329" y="213723"/>
                </a:lnTo>
                <a:lnTo>
                  <a:pt x="13329" y="215054"/>
                </a:lnTo>
                <a:lnTo>
                  <a:pt x="13329" y="216119"/>
                </a:lnTo>
              </a:path>
            </a:pathLst>
          </a:custGeom>
          <a:ln w="1950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6498645" y="2223365"/>
            <a:ext cx="13805" cy="281976"/>
          </a:xfrm>
          <a:custGeom>
            <a:avLst/>
            <a:gdLst/>
            <a:ahLst/>
            <a:cxnLst/>
            <a:rect l="l" t="t" r="r" b="b"/>
            <a:pathLst>
              <a:path w="13805" h="281976">
                <a:moveTo>
                  <a:pt x="0" y="0"/>
                </a:moveTo>
                <a:lnTo>
                  <a:pt x="0" y="1242"/>
                </a:lnTo>
                <a:lnTo>
                  <a:pt x="476" y="2573"/>
                </a:lnTo>
                <a:lnTo>
                  <a:pt x="476" y="3816"/>
                </a:lnTo>
                <a:lnTo>
                  <a:pt x="476" y="5147"/>
                </a:lnTo>
                <a:lnTo>
                  <a:pt x="476" y="6390"/>
                </a:lnTo>
                <a:lnTo>
                  <a:pt x="476" y="7721"/>
                </a:lnTo>
                <a:lnTo>
                  <a:pt x="793" y="8964"/>
                </a:lnTo>
                <a:lnTo>
                  <a:pt x="793" y="10295"/>
                </a:lnTo>
                <a:lnTo>
                  <a:pt x="793" y="11538"/>
                </a:lnTo>
                <a:lnTo>
                  <a:pt x="793" y="12869"/>
                </a:lnTo>
                <a:lnTo>
                  <a:pt x="793" y="14112"/>
                </a:lnTo>
                <a:lnTo>
                  <a:pt x="1110" y="15443"/>
                </a:lnTo>
                <a:lnTo>
                  <a:pt x="1110" y="16508"/>
                </a:lnTo>
                <a:lnTo>
                  <a:pt x="1110" y="18017"/>
                </a:lnTo>
                <a:lnTo>
                  <a:pt x="1110" y="19259"/>
                </a:lnTo>
                <a:lnTo>
                  <a:pt x="1110" y="20591"/>
                </a:lnTo>
                <a:lnTo>
                  <a:pt x="1110" y="21833"/>
                </a:lnTo>
                <a:lnTo>
                  <a:pt x="1110" y="23165"/>
                </a:lnTo>
                <a:lnTo>
                  <a:pt x="1110" y="24407"/>
                </a:lnTo>
                <a:lnTo>
                  <a:pt x="1110" y="25739"/>
                </a:lnTo>
                <a:lnTo>
                  <a:pt x="1586" y="27247"/>
                </a:lnTo>
                <a:lnTo>
                  <a:pt x="1586" y="28313"/>
                </a:lnTo>
                <a:lnTo>
                  <a:pt x="1586" y="29555"/>
                </a:lnTo>
                <a:lnTo>
                  <a:pt x="1586" y="30886"/>
                </a:lnTo>
                <a:lnTo>
                  <a:pt x="1586" y="32129"/>
                </a:lnTo>
                <a:lnTo>
                  <a:pt x="1904" y="33638"/>
                </a:lnTo>
                <a:lnTo>
                  <a:pt x="1904" y="34969"/>
                </a:lnTo>
                <a:lnTo>
                  <a:pt x="1904" y="36212"/>
                </a:lnTo>
                <a:lnTo>
                  <a:pt x="1904" y="37543"/>
                </a:lnTo>
                <a:lnTo>
                  <a:pt x="1904" y="39052"/>
                </a:lnTo>
                <a:lnTo>
                  <a:pt x="2380" y="40117"/>
                </a:lnTo>
                <a:lnTo>
                  <a:pt x="2380" y="41360"/>
                </a:lnTo>
                <a:lnTo>
                  <a:pt x="2380" y="42691"/>
                </a:lnTo>
                <a:lnTo>
                  <a:pt x="2380" y="44200"/>
                </a:lnTo>
                <a:lnTo>
                  <a:pt x="2697" y="45442"/>
                </a:lnTo>
                <a:lnTo>
                  <a:pt x="2697" y="46774"/>
                </a:lnTo>
                <a:lnTo>
                  <a:pt x="2697" y="48283"/>
                </a:lnTo>
                <a:lnTo>
                  <a:pt x="2697" y="49525"/>
                </a:lnTo>
                <a:lnTo>
                  <a:pt x="2697" y="50856"/>
                </a:lnTo>
                <a:lnTo>
                  <a:pt x="3173" y="52099"/>
                </a:lnTo>
                <a:lnTo>
                  <a:pt x="3173" y="53430"/>
                </a:lnTo>
                <a:lnTo>
                  <a:pt x="3173" y="54673"/>
                </a:lnTo>
                <a:lnTo>
                  <a:pt x="3173" y="56182"/>
                </a:lnTo>
                <a:lnTo>
                  <a:pt x="3173" y="57424"/>
                </a:lnTo>
                <a:lnTo>
                  <a:pt x="3491" y="58756"/>
                </a:lnTo>
                <a:lnTo>
                  <a:pt x="3491" y="60265"/>
                </a:lnTo>
                <a:lnTo>
                  <a:pt x="3491" y="61507"/>
                </a:lnTo>
                <a:lnTo>
                  <a:pt x="3491" y="62838"/>
                </a:lnTo>
                <a:lnTo>
                  <a:pt x="3491" y="64081"/>
                </a:lnTo>
                <a:lnTo>
                  <a:pt x="3491" y="65590"/>
                </a:lnTo>
                <a:lnTo>
                  <a:pt x="3491" y="66921"/>
                </a:lnTo>
                <a:lnTo>
                  <a:pt x="3491" y="68164"/>
                </a:lnTo>
                <a:lnTo>
                  <a:pt x="3491" y="69673"/>
                </a:lnTo>
                <a:lnTo>
                  <a:pt x="3491" y="71004"/>
                </a:lnTo>
                <a:lnTo>
                  <a:pt x="3808" y="72247"/>
                </a:lnTo>
                <a:lnTo>
                  <a:pt x="3808" y="73578"/>
                </a:lnTo>
                <a:lnTo>
                  <a:pt x="3808" y="75087"/>
                </a:lnTo>
                <a:lnTo>
                  <a:pt x="3808" y="76329"/>
                </a:lnTo>
                <a:lnTo>
                  <a:pt x="4284" y="77838"/>
                </a:lnTo>
                <a:lnTo>
                  <a:pt x="4284" y="79081"/>
                </a:lnTo>
                <a:lnTo>
                  <a:pt x="4284" y="80412"/>
                </a:lnTo>
                <a:lnTo>
                  <a:pt x="4284" y="81655"/>
                </a:lnTo>
                <a:lnTo>
                  <a:pt x="4284" y="83164"/>
                </a:lnTo>
                <a:lnTo>
                  <a:pt x="4601" y="84495"/>
                </a:lnTo>
                <a:lnTo>
                  <a:pt x="4601" y="86004"/>
                </a:lnTo>
                <a:lnTo>
                  <a:pt x="4601" y="87513"/>
                </a:lnTo>
                <a:lnTo>
                  <a:pt x="4601" y="88578"/>
                </a:lnTo>
                <a:lnTo>
                  <a:pt x="4601" y="90086"/>
                </a:lnTo>
                <a:lnTo>
                  <a:pt x="5077" y="91329"/>
                </a:lnTo>
                <a:lnTo>
                  <a:pt x="5077" y="92838"/>
                </a:lnTo>
                <a:lnTo>
                  <a:pt x="5077" y="94169"/>
                </a:lnTo>
                <a:lnTo>
                  <a:pt x="5077" y="95589"/>
                </a:lnTo>
                <a:lnTo>
                  <a:pt x="5077" y="96921"/>
                </a:lnTo>
                <a:lnTo>
                  <a:pt x="5395" y="98163"/>
                </a:lnTo>
                <a:lnTo>
                  <a:pt x="5395" y="99672"/>
                </a:lnTo>
                <a:lnTo>
                  <a:pt x="5395" y="101181"/>
                </a:lnTo>
                <a:lnTo>
                  <a:pt x="5395" y="102512"/>
                </a:lnTo>
                <a:lnTo>
                  <a:pt x="5395" y="104021"/>
                </a:lnTo>
                <a:lnTo>
                  <a:pt x="5395" y="105264"/>
                </a:lnTo>
                <a:lnTo>
                  <a:pt x="5395" y="106595"/>
                </a:lnTo>
                <a:lnTo>
                  <a:pt x="5395" y="108104"/>
                </a:lnTo>
                <a:lnTo>
                  <a:pt x="5395" y="109524"/>
                </a:lnTo>
                <a:lnTo>
                  <a:pt x="5712" y="110855"/>
                </a:lnTo>
                <a:lnTo>
                  <a:pt x="5712" y="112098"/>
                </a:lnTo>
                <a:lnTo>
                  <a:pt x="5712" y="113607"/>
                </a:lnTo>
                <a:lnTo>
                  <a:pt x="5712" y="114938"/>
                </a:lnTo>
                <a:lnTo>
                  <a:pt x="5712" y="116447"/>
                </a:lnTo>
                <a:lnTo>
                  <a:pt x="6188" y="117956"/>
                </a:lnTo>
                <a:lnTo>
                  <a:pt x="6188" y="119198"/>
                </a:lnTo>
                <a:lnTo>
                  <a:pt x="6188" y="120530"/>
                </a:lnTo>
                <a:lnTo>
                  <a:pt x="6188" y="122038"/>
                </a:lnTo>
                <a:lnTo>
                  <a:pt x="6188" y="123459"/>
                </a:lnTo>
                <a:lnTo>
                  <a:pt x="6506" y="124967"/>
                </a:lnTo>
                <a:lnTo>
                  <a:pt x="6506" y="126299"/>
                </a:lnTo>
                <a:lnTo>
                  <a:pt x="6506" y="127541"/>
                </a:lnTo>
                <a:lnTo>
                  <a:pt x="6506" y="129050"/>
                </a:lnTo>
                <a:lnTo>
                  <a:pt x="6982" y="130559"/>
                </a:lnTo>
                <a:lnTo>
                  <a:pt x="6982" y="132068"/>
                </a:lnTo>
                <a:lnTo>
                  <a:pt x="6982" y="133577"/>
                </a:lnTo>
                <a:lnTo>
                  <a:pt x="6982" y="134642"/>
                </a:lnTo>
                <a:lnTo>
                  <a:pt x="6982" y="136151"/>
                </a:lnTo>
                <a:lnTo>
                  <a:pt x="7299" y="137659"/>
                </a:lnTo>
                <a:lnTo>
                  <a:pt x="7299" y="139168"/>
                </a:lnTo>
                <a:lnTo>
                  <a:pt x="7299" y="140677"/>
                </a:lnTo>
                <a:lnTo>
                  <a:pt x="7299" y="141920"/>
                </a:lnTo>
                <a:lnTo>
                  <a:pt x="7299" y="143429"/>
                </a:lnTo>
                <a:lnTo>
                  <a:pt x="7616" y="144760"/>
                </a:lnTo>
                <a:lnTo>
                  <a:pt x="7616" y="146269"/>
                </a:lnTo>
                <a:lnTo>
                  <a:pt x="7616" y="147689"/>
                </a:lnTo>
                <a:lnTo>
                  <a:pt x="7616" y="149020"/>
                </a:lnTo>
                <a:lnTo>
                  <a:pt x="7616" y="150529"/>
                </a:lnTo>
                <a:lnTo>
                  <a:pt x="7616" y="152038"/>
                </a:lnTo>
                <a:lnTo>
                  <a:pt x="7616" y="153547"/>
                </a:lnTo>
                <a:lnTo>
                  <a:pt x="7616" y="154789"/>
                </a:lnTo>
                <a:lnTo>
                  <a:pt x="7616" y="156298"/>
                </a:lnTo>
                <a:lnTo>
                  <a:pt x="8093" y="157807"/>
                </a:lnTo>
                <a:lnTo>
                  <a:pt x="8093" y="159316"/>
                </a:lnTo>
                <a:lnTo>
                  <a:pt x="8093" y="160558"/>
                </a:lnTo>
                <a:lnTo>
                  <a:pt x="8093" y="162067"/>
                </a:lnTo>
                <a:lnTo>
                  <a:pt x="8093" y="163576"/>
                </a:lnTo>
                <a:lnTo>
                  <a:pt x="8410" y="165085"/>
                </a:lnTo>
                <a:lnTo>
                  <a:pt x="8410" y="166594"/>
                </a:lnTo>
                <a:lnTo>
                  <a:pt x="8410" y="167925"/>
                </a:lnTo>
                <a:lnTo>
                  <a:pt x="8410" y="169345"/>
                </a:lnTo>
                <a:lnTo>
                  <a:pt x="8410" y="170854"/>
                </a:lnTo>
                <a:lnTo>
                  <a:pt x="8886" y="172363"/>
                </a:lnTo>
                <a:lnTo>
                  <a:pt x="8886" y="173694"/>
                </a:lnTo>
                <a:lnTo>
                  <a:pt x="8886" y="175203"/>
                </a:lnTo>
                <a:lnTo>
                  <a:pt x="8886" y="176712"/>
                </a:lnTo>
                <a:lnTo>
                  <a:pt x="8886" y="178221"/>
                </a:lnTo>
                <a:lnTo>
                  <a:pt x="9203" y="179463"/>
                </a:lnTo>
                <a:lnTo>
                  <a:pt x="9203" y="180972"/>
                </a:lnTo>
                <a:lnTo>
                  <a:pt x="9203" y="182481"/>
                </a:lnTo>
                <a:lnTo>
                  <a:pt x="9203" y="183990"/>
                </a:lnTo>
                <a:lnTo>
                  <a:pt x="9679" y="185499"/>
                </a:lnTo>
                <a:lnTo>
                  <a:pt x="9679" y="186741"/>
                </a:lnTo>
                <a:lnTo>
                  <a:pt x="9679" y="188250"/>
                </a:lnTo>
                <a:lnTo>
                  <a:pt x="9679" y="189937"/>
                </a:lnTo>
                <a:lnTo>
                  <a:pt x="9679" y="191268"/>
                </a:lnTo>
                <a:lnTo>
                  <a:pt x="9679" y="192777"/>
                </a:lnTo>
                <a:lnTo>
                  <a:pt x="9679" y="194286"/>
                </a:lnTo>
                <a:lnTo>
                  <a:pt x="9679" y="195794"/>
                </a:lnTo>
                <a:lnTo>
                  <a:pt x="9679" y="197303"/>
                </a:lnTo>
                <a:lnTo>
                  <a:pt x="9679" y="198546"/>
                </a:lnTo>
                <a:lnTo>
                  <a:pt x="9997" y="200055"/>
                </a:lnTo>
                <a:lnTo>
                  <a:pt x="9997" y="201741"/>
                </a:lnTo>
                <a:lnTo>
                  <a:pt x="9997" y="203072"/>
                </a:lnTo>
                <a:lnTo>
                  <a:pt x="9997" y="204581"/>
                </a:lnTo>
                <a:lnTo>
                  <a:pt x="9997" y="206090"/>
                </a:lnTo>
                <a:lnTo>
                  <a:pt x="10314" y="207599"/>
                </a:lnTo>
                <a:lnTo>
                  <a:pt x="10314" y="209019"/>
                </a:lnTo>
                <a:lnTo>
                  <a:pt x="10314" y="210528"/>
                </a:lnTo>
                <a:lnTo>
                  <a:pt x="10314" y="212037"/>
                </a:lnTo>
                <a:lnTo>
                  <a:pt x="10790" y="213546"/>
                </a:lnTo>
                <a:lnTo>
                  <a:pt x="10790" y="214877"/>
                </a:lnTo>
                <a:lnTo>
                  <a:pt x="10790" y="216563"/>
                </a:lnTo>
                <a:lnTo>
                  <a:pt x="10790" y="218072"/>
                </a:lnTo>
                <a:lnTo>
                  <a:pt x="10790" y="219581"/>
                </a:lnTo>
                <a:lnTo>
                  <a:pt x="11108" y="220823"/>
                </a:lnTo>
                <a:lnTo>
                  <a:pt x="11108" y="222599"/>
                </a:lnTo>
                <a:lnTo>
                  <a:pt x="11108" y="224107"/>
                </a:lnTo>
                <a:lnTo>
                  <a:pt x="11108" y="225528"/>
                </a:lnTo>
                <a:lnTo>
                  <a:pt x="11108" y="226859"/>
                </a:lnTo>
                <a:lnTo>
                  <a:pt x="11584" y="228545"/>
                </a:lnTo>
                <a:lnTo>
                  <a:pt x="11584" y="230054"/>
                </a:lnTo>
                <a:lnTo>
                  <a:pt x="11584" y="231563"/>
                </a:lnTo>
                <a:lnTo>
                  <a:pt x="11584" y="233072"/>
                </a:lnTo>
                <a:lnTo>
                  <a:pt x="11584" y="234581"/>
                </a:lnTo>
                <a:lnTo>
                  <a:pt x="11584" y="236089"/>
                </a:lnTo>
                <a:lnTo>
                  <a:pt x="11584" y="237598"/>
                </a:lnTo>
                <a:lnTo>
                  <a:pt x="11584" y="239107"/>
                </a:lnTo>
                <a:lnTo>
                  <a:pt x="11584" y="240616"/>
                </a:lnTo>
                <a:lnTo>
                  <a:pt x="11901" y="242036"/>
                </a:lnTo>
                <a:lnTo>
                  <a:pt x="11901" y="243545"/>
                </a:lnTo>
                <a:lnTo>
                  <a:pt x="11901" y="245054"/>
                </a:lnTo>
                <a:lnTo>
                  <a:pt x="11901" y="246829"/>
                </a:lnTo>
                <a:lnTo>
                  <a:pt x="11901" y="248071"/>
                </a:lnTo>
                <a:lnTo>
                  <a:pt x="12218" y="249580"/>
                </a:lnTo>
                <a:lnTo>
                  <a:pt x="12218" y="251267"/>
                </a:lnTo>
                <a:lnTo>
                  <a:pt x="12218" y="252776"/>
                </a:lnTo>
                <a:lnTo>
                  <a:pt x="12218" y="254284"/>
                </a:lnTo>
                <a:lnTo>
                  <a:pt x="12218" y="255793"/>
                </a:lnTo>
                <a:lnTo>
                  <a:pt x="12694" y="257302"/>
                </a:lnTo>
                <a:lnTo>
                  <a:pt x="12694" y="258811"/>
                </a:lnTo>
                <a:lnTo>
                  <a:pt x="12694" y="260320"/>
                </a:lnTo>
                <a:lnTo>
                  <a:pt x="12694" y="262006"/>
                </a:lnTo>
                <a:lnTo>
                  <a:pt x="12694" y="263337"/>
                </a:lnTo>
                <a:lnTo>
                  <a:pt x="13012" y="264846"/>
                </a:lnTo>
                <a:lnTo>
                  <a:pt x="13012" y="266533"/>
                </a:lnTo>
                <a:lnTo>
                  <a:pt x="13012" y="268041"/>
                </a:lnTo>
                <a:lnTo>
                  <a:pt x="13012" y="269550"/>
                </a:lnTo>
                <a:lnTo>
                  <a:pt x="13488" y="271059"/>
                </a:lnTo>
                <a:lnTo>
                  <a:pt x="13488" y="272746"/>
                </a:lnTo>
                <a:lnTo>
                  <a:pt x="13488" y="273988"/>
                </a:lnTo>
                <a:lnTo>
                  <a:pt x="13488" y="275763"/>
                </a:lnTo>
                <a:lnTo>
                  <a:pt x="13488" y="277272"/>
                </a:lnTo>
                <a:lnTo>
                  <a:pt x="13805" y="278781"/>
                </a:lnTo>
                <a:lnTo>
                  <a:pt x="13805" y="280290"/>
                </a:lnTo>
                <a:lnTo>
                  <a:pt x="13805" y="281976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6512450" y="2505342"/>
            <a:ext cx="13488" cy="323514"/>
          </a:xfrm>
          <a:custGeom>
            <a:avLst/>
            <a:gdLst/>
            <a:ahLst/>
            <a:cxnLst/>
            <a:rect l="l" t="t" r="r" b="b"/>
            <a:pathLst>
              <a:path w="13488" h="323514">
                <a:moveTo>
                  <a:pt x="0" y="0"/>
                </a:moveTo>
                <a:lnTo>
                  <a:pt x="0" y="1508"/>
                </a:lnTo>
                <a:lnTo>
                  <a:pt x="0" y="3017"/>
                </a:lnTo>
                <a:lnTo>
                  <a:pt x="0" y="4526"/>
                </a:lnTo>
                <a:lnTo>
                  <a:pt x="0" y="6212"/>
                </a:lnTo>
                <a:lnTo>
                  <a:pt x="0" y="7455"/>
                </a:lnTo>
                <a:lnTo>
                  <a:pt x="0" y="9230"/>
                </a:lnTo>
                <a:lnTo>
                  <a:pt x="0" y="10739"/>
                </a:lnTo>
                <a:lnTo>
                  <a:pt x="476" y="12248"/>
                </a:lnTo>
                <a:lnTo>
                  <a:pt x="476" y="13668"/>
                </a:lnTo>
                <a:lnTo>
                  <a:pt x="476" y="15443"/>
                </a:lnTo>
                <a:lnTo>
                  <a:pt x="476" y="16952"/>
                </a:lnTo>
                <a:lnTo>
                  <a:pt x="793" y="18461"/>
                </a:lnTo>
                <a:lnTo>
                  <a:pt x="793" y="20147"/>
                </a:lnTo>
                <a:lnTo>
                  <a:pt x="793" y="21656"/>
                </a:lnTo>
                <a:lnTo>
                  <a:pt x="793" y="23165"/>
                </a:lnTo>
                <a:lnTo>
                  <a:pt x="793" y="24851"/>
                </a:lnTo>
                <a:lnTo>
                  <a:pt x="1110" y="26360"/>
                </a:lnTo>
                <a:lnTo>
                  <a:pt x="1110" y="27869"/>
                </a:lnTo>
                <a:lnTo>
                  <a:pt x="1110" y="29378"/>
                </a:lnTo>
                <a:lnTo>
                  <a:pt x="1110" y="31064"/>
                </a:lnTo>
                <a:lnTo>
                  <a:pt x="1110" y="32573"/>
                </a:lnTo>
                <a:lnTo>
                  <a:pt x="1586" y="34082"/>
                </a:lnTo>
                <a:lnTo>
                  <a:pt x="1586" y="35768"/>
                </a:lnTo>
                <a:lnTo>
                  <a:pt x="1586" y="37099"/>
                </a:lnTo>
                <a:lnTo>
                  <a:pt x="1586" y="38786"/>
                </a:lnTo>
                <a:lnTo>
                  <a:pt x="1586" y="40472"/>
                </a:lnTo>
                <a:lnTo>
                  <a:pt x="1904" y="41803"/>
                </a:lnTo>
                <a:lnTo>
                  <a:pt x="1904" y="43490"/>
                </a:lnTo>
                <a:lnTo>
                  <a:pt x="1904" y="45265"/>
                </a:lnTo>
                <a:lnTo>
                  <a:pt x="1904" y="46507"/>
                </a:lnTo>
                <a:lnTo>
                  <a:pt x="1904" y="48194"/>
                </a:lnTo>
                <a:lnTo>
                  <a:pt x="1904" y="49969"/>
                </a:lnTo>
                <a:lnTo>
                  <a:pt x="1904" y="51211"/>
                </a:lnTo>
                <a:lnTo>
                  <a:pt x="1904" y="52987"/>
                </a:lnTo>
                <a:lnTo>
                  <a:pt x="1904" y="54673"/>
                </a:lnTo>
                <a:lnTo>
                  <a:pt x="2380" y="56182"/>
                </a:lnTo>
                <a:lnTo>
                  <a:pt x="2380" y="57691"/>
                </a:lnTo>
                <a:lnTo>
                  <a:pt x="2380" y="59377"/>
                </a:lnTo>
                <a:lnTo>
                  <a:pt x="2380" y="60886"/>
                </a:lnTo>
                <a:lnTo>
                  <a:pt x="2380" y="62395"/>
                </a:lnTo>
                <a:lnTo>
                  <a:pt x="2697" y="64081"/>
                </a:lnTo>
                <a:lnTo>
                  <a:pt x="2697" y="65590"/>
                </a:lnTo>
                <a:lnTo>
                  <a:pt x="2697" y="67276"/>
                </a:lnTo>
                <a:lnTo>
                  <a:pt x="2697" y="68785"/>
                </a:lnTo>
                <a:lnTo>
                  <a:pt x="2697" y="70294"/>
                </a:lnTo>
                <a:lnTo>
                  <a:pt x="3015" y="72069"/>
                </a:lnTo>
                <a:lnTo>
                  <a:pt x="3015" y="73489"/>
                </a:lnTo>
                <a:lnTo>
                  <a:pt x="3015" y="74998"/>
                </a:lnTo>
                <a:lnTo>
                  <a:pt x="3015" y="76773"/>
                </a:lnTo>
                <a:lnTo>
                  <a:pt x="3491" y="78282"/>
                </a:lnTo>
                <a:lnTo>
                  <a:pt x="3491" y="79968"/>
                </a:lnTo>
                <a:lnTo>
                  <a:pt x="3491" y="81477"/>
                </a:lnTo>
                <a:lnTo>
                  <a:pt x="3491" y="82986"/>
                </a:lnTo>
                <a:lnTo>
                  <a:pt x="3491" y="84672"/>
                </a:lnTo>
                <a:lnTo>
                  <a:pt x="3808" y="86359"/>
                </a:lnTo>
                <a:lnTo>
                  <a:pt x="3808" y="87868"/>
                </a:lnTo>
                <a:lnTo>
                  <a:pt x="3808" y="89376"/>
                </a:lnTo>
                <a:lnTo>
                  <a:pt x="3808" y="91152"/>
                </a:lnTo>
                <a:lnTo>
                  <a:pt x="3808" y="92660"/>
                </a:lnTo>
                <a:lnTo>
                  <a:pt x="4284" y="94347"/>
                </a:lnTo>
                <a:lnTo>
                  <a:pt x="4284" y="95856"/>
                </a:lnTo>
                <a:lnTo>
                  <a:pt x="4284" y="97542"/>
                </a:lnTo>
                <a:lnTo>
                  <a:pt x="4284" y="99051"/>
                </a:lnTo>
                <a:lnTo>
                  <a:pt x="4284" y="100560"/>
                </a:lnTo>
                <a:lnTo>
                  <a:pt x="4284" y="102246"/>
                </a:lnTo>
                <a:lnTo>
                  <a:pt x="4284" y="104021"/>
                </a:lnTo>
                <a:lnTo>
                  <a:pt x="4284" y="105441"/>
                </a:lnTo>
                <a:lnTo>
                  <a:pt x="4284" y="107216"/>
                </a:lnTo>
                <a:lnTo>
                  <a:pt x="4601" y="108725"/>
                </a:lnTo>
                <a:lnTo>
                  <a:pt x="4601" y="110234"/>
                </a:lnTo>
                <a:lnTo>
                  <a:pt x="4601" y="111920"/>
                </a:lnTo>
                <a:lnTo>
                  <a:pt x="4601" y="113607"/>
                </a:lnTo>
                <a:lnTo>
                  <a:pt x="4601" y="115116"/>
                </a:lnTo>
                <a:lnTo>
                  <a:pt x="5077" y="116891"/>
                </a:lnTo>
                <a:lnTo>
                  <a:pt x="5077" y="118311"/>
                </a:lnTo>
                <a:lnTo>
                  <a:pt x="5077" y="120086"/>
                </a:lnTo>
                <a:lnTo>
                  <a:pt x="5077" y="121595"/>
                </a:lnTo>
                <a:lnTo>
                  <a:pt x="5077" y="123104"/>
                </a:lnTo>
                <a:lnTo>
                  <a:pt x="5395" y="124790"/>
                </a:lnTo>
                <a:lnTo>
                  <a:pt x="5395" y="126476"/>
                </a:lnTo>
                <a:lnTo>
                  <a:pt x="5395" y="127985"/>
                </a:lnTo>
                <a:lnTo>
                  <a:pt x="5395" y="129671"/>
                </a:lnTo>
                <a:lnTo>
                  <a:pt x="5395" y="131447"/>
                </a:lnTo>
                <a:lnTo>
                  <a:pt x="5712" y="132955"/>
                </a:lnTo>
                <a:lnTo>
                  <a:pt x="5712" y="134642"/>
                </a:lnTo>
                <a:lnTo>
                  <a:pt x="5712" y="136151"/>
                </a:lnTo>
                <a:lnTo>
                  <a:pt x="5712" y="137837"/>
                </a:lnTo>
                <a:lnTo>
                  <a:pt x="6188" y="139612"/>
                </a:lnTo>
                <a:lnTo>
                  <a:pt x="6188" y="141032"/>
                </a:lnTo>
                <a:lnTo>
                  <a:pt x="6188" y="142807"/>
                </a:lnTo>
                <a:lnTo>
                  <a:pt x="6188" y="144316"/>
                </a:lnTo>
                <a:lnTo>
                  <a:pt x="6188" y="145825"/>
                </a:lnTo>
                <a:lnTo>
                  <a:pt x="6188" y="147511"/>
                </a:lnTo>
                <a:lnTo>
                  <a:pt x="6188" y="149020"/>
                </a:lnTo>
                <a:lnTo>
                  <a:pt x="6188" y="150707"/>
                </a:lnTo>
                <a:lnTo>
                  <a:pt x="6188" y="152482"/>
                </a:lnTo>
                <a:lnTo>
                  <a:pt x="6188" y="153902"/>
                </a:lnTo>
                <a:lnTo>
                  <a:pt x="6506" y="155677"/>
                </a:lnTo>
                <a:lnTo>
                  <a:pt x="6506" y="157363"/>
                </a:lnTo>
                <a:lnTo>
                  <a:pt x="6506" y="158872"/>
                </a:lnTo>
                <a:lnTo>
                  <a:pt x="6506" y="160558"/>
                </a:lnTo>
                <a:lnTo>
                  <a:pt x="6506" y="162067"/>
                </a:lnTo>
                <a:lnTo>
                  <a:pt x="6982" y="163842"/>
                </a:lnTo>
                <a:lnTo>
                  <a:pt x="6982" y="165529"/>
                </a:lnTo>
                <a:lnTo>
                  <a:pt x="6982" y="167038"/>
                </a:lnTo>
                <a:lnTo>
                  <a:pt x="6982" y="168724"/>
                </a:lnTo>
                <a:lnTo>
                  <a:pt x="7299" y="170233"/>
                </a:lnTo>
                <a:lnTo>
                  <a:pt x="7299" y="171919"/>
                </a:lnTo>
                <a:lnTo>
                  <a:pt x="7299" y="173694"/>
                </a:lnTo>
                <a:lnTo>
                  <a:pt x="7299" y="175203"/>
                </a:lnTo>
                <a:lnTo>
                  <a:pt x="7299" y="177067"/>
                </a:lnTo>
                <a:lnTo>
                  <a:pt x="7616" y="178576"/>
                </a:lnTo>
                <a:lnTo>
                  <a:pt x="7616" y="180351"/>
                </a:lnTo>
                <a:lnTo>
                  <a:pt x="7616" y="182037"/>
                </a:lnTo>
                <a:lnTo>
                  <a:pt x="7616" y="183546"/>
                </a:lnTo>
                <a:lnTo>
                  <a:pt x="7616" y="185232"/>
                </a:lnTo>
                <a:lnTo>
                  <a:pt x="8093" y="186741"/>
                </a:lnTo>
                <a:lnTo>
                  <a:pt x="8093" y="188428"/>
                </a:lnTo>
                <a:lnTo>
                  <a:pt x="8093" y="190203"/>
                </a:lnTo>
                <a:lnTo>
                  <a:pt x="8093" y="191712"/>
                </a:lnTo>
                <a:lnTo>
                  <a:pt x="8093" y="193398"/>
                </a:lnTo>
                <a:lnTo>
                  <a:pt x="8410" y="195084"/>
                </a:lnTo>
                <a:lnTo>
                  <a:pt x="8410" y="196593"/>
                </a:lnTo>
                <a:lnTo>
                  <a:pt x="8410" y="198368"/>
                </a:lnTo>
                <a:lnTo>
                  <a:pt x="8410" y="199788"/>
                </a:lnTo>
                <a:lnTo>
                  <a:pt x="8410" y="201564"/>
                </a:lnTo>
                <a:lnTo>
                  <a:pt x="8410" y="203516"/>
                </a:lnTo>
                <a:lnTo>
                  <a:pt x="8410" y="204936"/>
                </a:lnTo>
                <a:lnTo>
                  <a:pt x="8410" y="206711"/>
                </a:lnTo>
                <a:lnTo>
                  <a:pt x="8410" y="208220"/>
                </a:lnTo>
                <a:lnTo>
                  <a:pt x="8886" y="209907"/>
                </a:lnTo>
                <a:lnTo>
                  <a:pt x="8886" y="211593"/>
                </a:lnTo>
                <a:lnTo>
                  <a:pt x="8886" y="213102"/>
                </a:lnTo>
                <a:lnTo>
                  <a:pt x="8886" y="214877"/>
                </a:lnTo>
                <a:lnTo>
                  <a:pt x="8886" y="216297"/>
                </a:lnTo>
                <a:lnTo>
                  <a:pt x="9203" y="218250"/>
                </a:lnTo>
                <a:lnTo>
                  <a:pt x="9203" y="220025"/>
                </a:lnTo>
                <a:lnTo>
                  <a:pt x="9203" y="221445"/>
                </a:lnTo>
                <a:lnTo>
                  <a:pt x="9203" y="223220"/>
                </a:lnTo>
                <a:lnTo>
                  <a:pt x="9203" y="224729"/>
                </a:lnTo>
                <a:lnTo>
                  <a:pt x="9521" y="226415"/>
                </a:lnTo>
                <a:lnTo>
                  <a:pt x="9521" y="228101"/>
                </a:lnTo>
                <a:lnTo>
                  <a:pt x="9521" y="229877"/>
                </a:lnTo>
                <a:lnTo>
                  <a:pt x="9521" y="231563"/>
                </a:lnTo>
                <a:lnTo>
                  <a:pt x="9997" y="233072"/>
                </a:lnTo>
                <a:lnTo>
                  <a:pt x="9997" y="234758"/>
                </a:lnTo>
                <a:lnTo>
                  <a:pt x="9997" y="236533"/>
                </a:lnTo>
                <a:lnTo>
                  <a:pt x="9997" y="237953"/>
                </a:lnTo>
                <a:lnTo>
                  <a:pt x="9997" y="239728"/>
                </a:lnTo>
                <a:lnTo>
                  <a:pt x="10314" y="241415"/>
                </a:lnTo>
                <a:lnTo>
                  <a:pt x="10314" y="243101"/>
                </a:lnTo>
                <a:lnTo>
                  <a:pt x="10314" y="244610"/>
                </a:lnTo>
                <a:lnTo>
                  <a:pt x="10314" y="246385"/>
                </a:lnTo>
                <a:lnTo>
                  <a:pt x="10314" y="248071"/>
                </a:lnTo>
                <a:lnTo>
                  <a:pt x="10314" y="249580"/>
                </a:lnTo>
                <a:lnTo>
                  <a:pt x="10314" y="251533"/>
                </a:lnTo>
                <a:lnTo>
                  <a:pt x="10314" y="253042"/>
                </a:lnTo>
                <a:lnTo>
                  <a:pt x="10314" y="254728"/>
                </a:lnTo>
                <a:lnTo>
                  <a:pt x="10314" y="256415"/>
                </a:lnTo>
                <a:lnTo>
                  <a:pt x="10790" y="257923"/>
                </a:lnTo>
                <a:lnTo>
                  <a:pt x="10790" y="259876"/>
                </a:lnTo>
                <a:lnTo>
                  <a:pt x="10790" y="261385"/>
                </a:lnTo>
                <a:lnTo>
                  <a:pt x="10790" y="263071"/>
                </a:lnTo>
                <a:lnTo>
                  <a:pt x="11108" y="264758"/>
                </a:lnTo>
                <a:lnTo>
                  <a:pt x="11108" y="266266"/>
                </a:lnTo>
                <a:lnTo>
                  <a:pt x="11108" y="268219"/>
                </a:lnTo>
                <a:lnTo>
                  <a:pt x="11108" y="269728"/>
                </a:lnTo>
                <a:lnTo>
                  <a:pt x="11108" y="271414"/>
                </a:lnTo>
                <a:lnTo>
                  <a:pt x="11584" y="272923"/>
                </a:lnTo>
                <a:lnTo>
                  <a:pt x="11584" y="274698"/>
                </a:lnTo>
                <a:lnTo>
                  <a:pt x="11584" y="276562"/>
                </a:lnTo>
                <a:lnTo>
                  <a:pt x="11584" y="278071"/>
                </a:lnTo>
                <a:lnTo>
                  <a:pt x="11584" y="279846"/>
                </a:lnTo>
                <a:lnTo>
                  <a:pt x="11901" y="281266"/>
                </a:lnTo>
                <a:lnTo>
                  <a:pt x="11901" y="283219"/>
                </a:lnTo>
                <a:lnTo>
                  <a:pt x="11901" y="284994"/>
                </a:lnTo>
                <a:lnTo>
                  <a:pt x="11901" y="286414"/>
                </a:lnTo>
                <a:lnTo>
                  <a:pt x="11901" y="288189"/>
                </a:lnTo>
                <a:lnTo>
                  <a:pt x="12218" y="289875"/>
                </a:lnTo>
                <a:lnTo>
                  <a:pt x="12218" y="291562"/>
                </a:lnTo>
                <a:lnTo>
                  <a:pt x="12218" y="293071"/>
                </a:lnTo>
                <a:lnTo>
                  <a:pt x="12218" y="294846"/>
                </a:lnTo>
                <a:lnTo>
                  <a:pt x="12694" y="296710"/>
                </a:lnTo>
                <a:lnTo>
                  <a:pt x="12694" y="298218"/>
                </a:lnTo>
                <a:lnTo>
                  <a:pt x="12694" y="299994"/>
                </a:lnTo>
                <a:lnTo>
                  <a:pt x="12694" y="301502"/>
                </a:lnTo>
                <a:lnTo>
                  <a:pt x="12694" y="303366"/>
                </a:lnTo>
                <a:lnTo>
                  <a:pt x="12694" y="304875"/>
                </a:lnTo>
                <a:lnTo>
                  <a:pt x="12694" y="306650"/>
                </a:lnTo>
                <a:lnTo>
                  <a:pt x="12694" y="308337"/>
                </a:lnTo>
                <a:lnTo>
                  <a:pt x="12694" y="310023"/>
                </a:lnTo>
                <a:lnTo>
                  <a:pt x="12694" y="311798"/>
                </a:lnTo>
                <a:lnTo>
                  <a:pt x="13012" y="313218"/>
                </a:lnTo>
                <a:lnTo>
                  <a:pt x="13012" y="314993"/>
                </a:lnTo>
                <a:lnTo>
                  <a:pt x="13012" y="316680"/>
                </a:lnTo>
                <a:lnTo>
                  <a:pt x="13012" y="318366"/>
                </a:lnTo>
                <a:lnTo>
                  <a:pt x="13012" y="320141"/>
                </a:lnTo>
                <a:lnTo>
                  <a:pt x="13488" y="321827"/>
                </a:lnTo>
                <a:lnTo>
                  <a:pt x="13488" y="323514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6525939" y="2828856"/>
            <a:ext cx="13805" cy="336916"/>
          </a:xfrm>
          <a:custGeom>
            <a:avLst/>
            <a:gdLst/>
            <a:ahLst/>
            <a:cxnLst/>
            <a:rect l="l" t="t" r="r" b="b"/>
            <a:pathLst>
              <a:path w="13805" h="336916">
                <a:moveTo>
                  <a:pt x="0" y="0"/>
                </a:moveTo>
                <a:lnTo>
                  <a:pt x="0" y="1508"/>
                </a:lnTo>
                <a:lnTo>
                  <a:pt x="0" y="3283"/>
                </a:lnTo>
                <a:lnTo>
                  <a:pt x="317" y="4970"/>
                </a:lnTo>
                <a:lnTo>
                  <a:pt x="317" y="6656"/>
                </a:lnTo>
                <a:lnTo>
                  <a:pt x="317" y="8431"/>
                </a:lnTo>
                <a:lnTo>
                  <a:pt x="317" y="10118"/>
                </a:lnTo>
                <a:lnTo>
                  <a:pt x="317" y="11804"/>
                </a:lnTo>
                <a:lnTo>
                  <a:pt x="634" y="13313"/>
                </a:lnTo>
                <a:lnTo>
                  <a:pt x="634" y="15265"/>
                </a:lnTo>
                <a:lnTo>
                  <a:pt x="634" y="16774"/>
                </a:lnTo>
                <a:lnTo>
                  <a:pt x="634" y="18461"/>
                </a:lnTo>
                <a:lnTo>
                  <a:pt x="634" y="20236"/>
                </a:lnTo>
                <a:lnTo>
                  <a:pt x="1110" y="21922"/>
                </a:lnTo>
                <a:lnTo>
                  <a:pt x="1110" y="23608"/>
                </a:lnTo>
                <a:lnTo>
                  <a:pt x="1110" y="25117"/>
                </a:lnTo>
                <a:lnTo>
                  <a:pt x="1110" y="27070"/>
                </a:lnTo>
                <a:lnTo>
                  <a:pt x="1110" y="28579"/>
                </a:lnTo>
                <a:lnTo>
                  <a:pt x="1110" y="30265"/>
                </a:lnTo>
                <a:lnTo>
                  <a:pt x="1110" y="32218"/>
                </a:lnTo>
                <a:lnTo>
                  <a:pt x="1110" y="33727"/>
                </a:lnTo>
                <a:lnTo>
                  <a:pt x="1110" y="35413"/>
                </a:lnTo>
                <a:lnTo>
                  <a:pt x="1428" y="37099"/>
                </a:lnTo>
                <a:lnTo>
                  <a:pt x="1428" y="38874"/>
                </a:lnTo>
                <a:lnTo>
                  <a:pt x="1428" y="40561"/>
                </a:lnTo>
                <a:lnTo>
                  <a:pt x="1428" y="42247"/>
                </a:lnTo>
                <a:lnTo>
                  <a:pt x="1428" y="44022"/>
                </a:lnTo>
                <a:lnTo>
                  <a:pt x="1904" y="45531"/>
                </a:lnTo>
                <a:lnTo>
                  <a:pt x="1904" y="47395"/>
                </a:lnTo>
                <a:lnTo>
                  <a:pt x="1904" y="48904"/>
                </a:lnTo>
                <a:lnTo>
                  <a:pt x="1904" y="50679"/>
                </a:lnTo>
                <a:lnTo>
                  <a:pt x="1904" y="52365"/>
                </a:lnTo>
                <a:lnTo>
                  <a:pt x="2221" y="54052"/>
                </a:lnTo>
                <a:lnTo>
                  <a:pt x="2221" y="55827"/>
                </a:lnTo>
                <a:lnTo>
                  <a:pt x="2221" y="57513"/>
                </a:lnTo>
                <a:lnTo>
                  <a:pt x="2221" y="59200"/>
                </a:lnTo>
                <a:lnTo>
                  <a:pt x="2221" y="60708"/>
                </a:lnTo>
                <a:lnTo>
                  <a:pt x="2697" y="62661"/>
                </a:lnTo>
                <a:lnTo>
                  <a:pt x="2697" y="64170"/>
                </a:lnTo>
                <a:lnTo>
                  <a:pt x="2697" y="65856"/>
                </a:lnTo>
                <a:lnTo>
                  <a:pt x="2697" y="67543"/>
                </a:lnTo>
                <a:lnTo>
                  <a:pt x="3015" y="69318"/>
                </a:lnTo>
                <a:lnTo>
                  <a:pt x="3015" y="71004"/>
                </a:lnTo>
                <a:lnTo>
                  <a:pt x="3015" y="72690"/>
                </a:lnTo>
                <a:lnTo>
                  <a:pt x="3015" y="74465"/>
                </a:lnTo>
                <a:lnTo>
                  <a:pt x="3015" y="75974"/>
                </a:lnTo>
                <a:lnTo>
                  <a:pt x="3332" y="77838"/>
                </a:lnTo>
                <a:lnTo>
                  <a:pt x="3332" y="79347"/>
                </a:lnTo>
                <a:lnTo>
                  <a:pt x="3332" y="81122"/>
                </a:lnTo>
                <a:lnTo>
                  <a:pt x="3332" y="82986"/>
                </a:lnTo>
                <a:lnTo>
                  <a:pt x="3332" y="84495"/>
                </a:lnTo>
                <a:lnTo>
                  <a:pt x="3332" y="86270"/>
                </a:lnTo>
                <a:lnTo>
                  <a:pt x="3332" y="87956"/>
                </a:lnTo>
                <a:lnTo>
                  <a:pt x="3332" y="89643"/>
                </a:lnTo>
                <a:lnTo>
                  <a:pt x="3332" y="91418"/>
                </a:lnTo>
                <a:lnTo>
                  <a:pt x="3332" y="93104"/>
                </a:lnTo>
                <a:lnTo>
                  <a:pt x="3808" y="94791"/>
                </a:lnTo>
                <a:lnTo>
                  <a:pt x="3808" y="96566"/>
                </a:lnTo>
                <a:lnTo>
                  <a:pt x="3808" y="98252"/>
                </a:lnTo>
                <a:lnTo>
                  <a:pt x="3808" y="99761"/>
                </a:lnTo>
                <a:lnTo>
                  <a:pt x="4125" y="101713"/>
                </a:lnTo>
                <a:lnTo>
                  <a:pt x="4125" y="103134"/>
                </a:lnTo>
                <a:lnTo>
                  <a:pt x="4125" y="104909"/>
                </a:lnTo>
                <a:lnTo>
                  <a:pt x="4125" y="106595"/>
                </a:lnTo>
                <a:lnTo>
                  <a:pt x="4125" y="108281"/>
                </a:lnTo>
                <a:lnTo>
                  <a:pt x="4601" y="110056"/>
                </a:lnTo>
                <a:lnTo>
                  <a:pt x="4601" y="111743"/>
                </a:lnTo>
                <a:lnTo>
                  <a:pt x="4601" y="113429"/>
                </a:lnTo>
                <a:lnTo>
                  <a:pt x="4601" y="115204"/>
                </a:lnTo>
                <a:lnTo>
                  <a:pt x="4601" y="116891"/>
                </a:lnTo>
                <a:lnTo>
                  <a:pt x="4919" y="118400"/>
                </a:lnTo>
                <a:lnTo>
                  <a:pt x="4919" y="120352"/>
                </a:lnTo>
                <a:lnTo>
                  <a:pt x="4919" y="121861"/>
                </a:lnTo>
                <a:lnTo>
                  <a:pt x="4919" y="123370"/>
                </a:lnTo>
                <a:lnTo>
                  <a:pt x="4919" y="125234"/>
                </a:lnTo>
                <a:lnTo>
                  <a:pt x="5236" y="126743"/>
                </a:lnTo>
                <a:lnTo>
                  <a:pt x="5236" y="128695"/>
                </a:lnTo>
                <a:lnTo>
                  <a:pt x="5236" y="130204"/>
                </a:lnTo>
                <a:lnTo>
                  <a:pt x="5236" y="131890"/>
                </a:lnTo>
                <a:lnTo>
                  <a:pt x="5236" y="133843"/>
                </a:lnTo>
                <a:lnTo>
                  <a:pt x="5236" y="135352"/>
                </a:lnTo>
                <a:lnTo>
                  <a:pt x="5236" y="137038"/>
                </a:lnTo>
                <a:lnTo>
                  <a:pt x="5236" y="138813"/>
                </a:lnTo>
                <a:lnTo>
                  <a:pt x="5236" y="140500"/>
                </a:lnTo>
                <a:lnTo>
                  <a:pt x="5712" y="142009"/>
                </a:lnTo>
                <a:lnTo>
                  <a:pt x="5712" y="143872"/>
                </a:lnTo>
                <a:lnTo>
                  <a:pt x="5712" y="145647"/>
                </a:lnTo>
                <a:lnTo>
                  <a:pt x="5712" y="147334"/>
                </a:lnTo>
                <a:lnTo>
                  <a:pt x="5712" y="149020"/>
                </a:lnTo>
                <a:lnTo>
                  <a:pt x="6030" y="150529"/>
                </a:lnTo>
                <a:lnTo>
                  <a:pt x="6030" y="152482"/>
                </a:lnTo>
                <a:lnTo>
                  <a:pt x="6030" y="153991"/>
                </a:lnTo>
                <a:lnTo>
                  <a:pt x="6030" y="155677"/>
                </a:lnTo>
                <a:lnTo>
                  <a:pt x="6030" y="157452"/>
                </a:lnTo>
                <a:lnTo>
                  <a:pt x="6506" y="159138"/>
                </a:lnTo>
                <a:lnTo>
                  <a:pt x="6506" y="160825"/>
                </a:lnTo>
                <a:lnTo>
                  <a:pt x="6506" y="162600"/>
                </a:lnTo>
                <a:lnTo>
                  <a:pt x="6506" y="164286"/>
                </a:lnTo>
                <a:lnTo>
                  <a:pt x="6506" y="165973"/>
                </a:lnTo>
                <a:lnTo>
                  <a:pt x="6823" y="167748"/>
                </a:lnTo>
                <a:lnTo>
                  <a:pt x="6823" y="169256"/>
                </a:lnTo>
                <a:lnTo>
                  <a:pt x="6823" y="171120"/>
                </a:lnTo>
                <a:lnTo>
                  <a:pt x="6823" y="172629"/>
                </a:lnTo>
                <a:lnTo>
                  <a:pt x="7299" y="174582"/>
                </a:lnTo>
                <a:lnTo>
                  <a:pt x="7299" y="176268"/>
                </a:lnTo>
                <a:lnTo>
                  <a:pt x="7299" y="177777"/>
                </a:lnTo>
                <a:lnTo>
                  <a:pt x="7299" y="179730"/>
                </a:lnTo>
                <a:lnTo>
                  <a:pt x="7299" y="181238"/>
                </a:lnTo>
                <a:lnTo>
                  <a:pt x="7299" y="182925"/>
                </a:lnTo>
                <a:lnTo>
                  <a:pt x="7299" y="184700"/>
                </a:lnTo>
                <a:lnTo>
                  <a:pt x="7299" y="186386"/>
                </a:lnTo>
                <a:lnTo>
                  <a:pt x="7299" y="188073"/>
                </a:lnTo>
                <a:lnTo>
                  <a:pt x="7299" y="189759"/>
                </a:lnTo>
                <a:lnTo>
                  <a:pt x="7616" y="191534"/>
                </a:lnTo>
                <a:lnTo>
                  <a:pt x="7616" y="193220"/>
                </a:lnTo>
                <a:lnTo>
                  <a:pt x="7616" y="194907"/>
                </a:lnTo>
                <a:lnTo>
                  <a:pt x="7616" y="196416"/>
                </a:lnTo>
                <a:lnTo>
                  <a:pt x="7616" y="198368"/>
                </a:lnTo>
                <a:lnTo>
                  <a:pt x="7934" y="199877"/>
                </a:lnTo>
                <a:lnTo>
                  <a:pt x="7934" y="201564"/>
                </a:lnTo>
                <a:lnTo>
                  <a:pt x="7934" y="203339"/>
                </a:lnTo>
                <a:lnTo>
                  <a:pt x="7934" y="205025"/>
                </a:lnTo>
                <a:lnTo>
                  <a:pt x="8410" y="206711"/>
                </a:lnTo>
                <a:lnTo>
                  <a:pt x="8410" y="208486"/>
                </a:lnTo>
                <a:lnTo>
                  <a:pt x="8410" y="210173"/>
                </a:lnTo>
                <a:lnTo>
                  <a:pt x="8410" y="211859"/>
                </a:lnTo>
                <a:lnTo>
                  <a:pt x="8410" y="213634"/>
                </a:lnTo>
                <a:lnTo>
                  <a:pt x="8727" y="215321"/>
                </a:lnTo>
                <a:lnTo>
                  <a:pt x="8727" y="217007"/>
                </a:lnTo>
                <a:lnTo>
                  <a:pt x="8727" y="218782"/>
                </a:lnTo>
                <a:lnTo>
                  <a:pt x="8727" y="220291"/>
                </a:lnTo>
                <a:lnTo>
                  <a:pt x="8727" y="222155"/>
                </a:lnTo>
                <a:lnTo>
                  <a:pt x="9203" y="223664"/>
                </a:lnTo>
                <a:lnTo>
                  <a:pt x="9203" y="225439"/>
                </a:lnTo>
                <a:lnTo>
                  <a:pt x="9203" y="227125"/>
                </a:lnTo>
                <a:lnTo>
                  <a:pt x="9203" y="228812"/>
                </a:lnTo>
                <a:lnTo>
                  <a:pt x="9203" y="230587"/>
                </a:lnTo>
                <a:lnTo>
                  <a:pt x="9521" y="232273"/>
                </a:lnTo>
                <a:lnTo>
                  <a:pt x="9521" y="233959"/>
                </a:lnTo>
                <a:lnTo>
                  <a:pt x="9521" y="235468"/>
                </a:lnTo>
                <a:lnTo>
                  <a:pt x="9521" y="237421"/>
                </a:lnTo>
                <a:lnTo>
                  <a:pt x="9521" y="238930"/>
                </a:lnTo>
                <a:lnTo>
                  <a:pt x="9521" y="240616"/>
                </a:lnTo>
                <a:lnTo>
                  <a:pt x="9521" y="242302"/>
                </a:lnTo>
                <a:lnTo>
                  <a:pt x="9521" y="244077"/>
                </a:lnTo>
                <a:lnTo>
                  <a:pt x="9521" y="245764"/>
                </a:lnTo>
                <a:lnTo>
                  <a:pt x="9838" y="247450"/>
                </a:lnTo>
                <a:lnTo>
                  <a:pt x="9838" y="249225"/>
                </a:lnTo>
                <a:lnTo>
                  <a:pt x="9838" y="250734"/>
                </a:lnTo>
                <a:lnTo>
                  <a:pt x="9838" y="252598"/>
                </a:lnTo>
                <a:lnTo>
                  <a:pt x="9838" y="254107"/>
                </a:lnTo>
                <a:lnTo>
                  <a:pt x="10314" y="255882"/>
                </a:lnTo>
                <a:lnTo>
                  <a:pt x="10314" y="257746"/>
                </a:lnTo>
                <a:lnTo>
                  <a:pt x="10314" y="259255"/>
                </a:lnTo>
                <a:lnTo>
                  <a:pt x="10314" y="261030"/>
                </a:lnTo>
                <a:lnTo>
                  <a:pt x="10314" y="262716"/>
                </a:lnTo>
                <a:lnTo>
                  <a:pt x="10631" y="264403"/>
                </a:lnTo>
                <a:lnTo>
                  <a:pt x="10631" y="265911"/>
                </a:lnTo>
                <a:lnTo>
                  <a:pt x="10631" y="267864"/>
                </a:lnTo>
                <a:lnTo>
                  <a:pt x="10631" y="269550"/>
                </a:lnTo>
                <a:lnTo>
                  <a:pt x="11108" y="271059"/>
                </a:lnTo>
                <a:lnTo>
                  <a:pt x="11108" y="273012"/>
                </a:lnTo>
                <a:lnTo>
                  <a:pt x="11108" y="274521"/>
                </a:lnTo>
                <a:lnTo>
                  <a:pt x="11108" y="276207"/>
                </a:lnTo>
                <a:lnTo>
                  <a:pt x="11108" y="277893"/>
                </a:lnTo>
                <a:lnTo>
                  <a:pt x="11425" y="279668"/>
                </a:lnTo>
                <a:lnTo>
                  <a:pt x="11425" y="281355"/>
                </a:lnTo>
                <a:lnTo>
                  <a:pt x="11425" y="283041"/>
                </a:lnTo>
                <a:lnTo>
                  <a:pt x="11425" y="284816"/>
                </a:lnTo>
                <a:lnTo>
                  <a:pt x="11425" y="286325"/>
                </a:lnTo>
                <a:lnTo>
                  <a:pt x="11425" y="288012"/>
                </a:lnTo>
                <a:lnTo>
                  <a:pt x="11425" y="289698"/>
                </a:lnTo>
                <a:lnTo>
                  <a:pt x="11425" y="291473"/>
                </a:lnTo>
                <a:lnTo>
                  <a:pt x="11425" y="293159"/>
                </a:lnTo>
                <a:lnTo>
                  <a:pt x="11425" y="294846"/>
                </a:lnTo>
                <a:lnTo>
                  <a:pt x="11742" y="296621"/>
                </a:lnTo>
                <a:lnTo>
                  <a:pt x="11742" y="298130"/>
                </a:lnTo>
                <a:lnTo>
                  <a:pt x="11742" y="299994"/>
                </a:lnTo>
                <a:lnTo>
                  <a:pt x="11742" y="301502"/>
                </a:lnTo>
                <a:lnTo>
                  <a:pt x="12218" y="303189"/>
                </a:lnTo>
                <a:lnTo>
                  <a:pt x="12218" y="304964"/>
                </a:lnTo>
                <a:lnTo>
                  <a:pt x="12218" y="306650"/>
                </a:lnTo>
                <a:lnTo>
                  <a:pt x="12218" y="308337"/>
                </a:lnTo>
                <a:lnTo>
                  <a:pt x="12218" y="309845"/>
                </a:lnTo>
                <a:lnTo>
                  <a:pt x="12536" y="311798"/>
                </a:lnTo>
                <a:lnTo>
                  <a:pt x="12536" y="313307"/>
                </a:lnTo>
                <a:lnTo>
                  <a:pt x="12536" y="314993"/>
                </a:lnTo>
                <a:lnTo>
                  <a:pt x="12536" y="316768"/>
                </a:lnTo>
                <a:lnTo>
                  <a:pt x="12536" y="318455"/>
                </a:lnTo>
                <a:lnTo>
                  <a:pt x="13012" y="320141"/>
                </a:lnTo>
                <a:lnTo>
                  <a:pt x="13012" y="321650"/>
                </a:lnTo>
                <a:lnTo>
                  <a:pt x="13012" y="323425"/>
                </a:lnTo>
                <a:lnTo>
                  <a:pt x="13012" y="325111"/>
                </a:lnTo>
                <a:lnTo>
                  <a:pt x="13012" y="326798"/>
                </a:lnTo>
                <a:lnTo>
                  <a:pt x="13329" y="328573"/>
                </a:lnTo>
                <a:lnTo>
                  <a:pt x="13329" y="329993"/>
                </a:lnTo>
                <a:lnTo>
                  <a:pt x="13329" y="331946"/>
                </a:lnTo>
                <a:lnTo>
                  <a:pt x="13329" y="333454"/>
                </a:lnTo>
                <a:lnTo>
                  <a:pt x="13805" y="335141"/>
                </a:lnTo>
                <a:lnTo>
                  <a:pt x="13805" y="336916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6539744" y="3165773"/>
            <a:ext cx="13329" cy="320141"/>
          </a:xfrm>
          <a:custGeom>
            <a:avLst/>
            <a:gdLst/>
            <a:ahLst/>
            <a:cxnLst/>
            <a:rect l="l" t="t" r="r" b="b"/>
            <a:pathLst>
              <a:path w="13329" h="320141">
                <a:moveTo>
                  <a:pt x="0" y="0"/>
                </a:moveTo>
                <a:lnTo>
                  <a:pt x="0" y="1686"/>
                </a:lnTo>
                <a:lnTo>
                  <a:pt x="0" y="3372"/>
                </a:lnTo>
                <a:lnTo>
                  <a:pt x="0" y="4881"/>
                </a:lnTo>
                <a:lnTo>
                  <a:pt x="0" y="6656"/>
                </a:lnTo>
                <a:lnTo>
                  <a:pt x="0" y="8343"/>
                </a:lnTo>
                <a:lnTo>
                  <a:pt x="0" y="10029"/>
                </a:lnTo>
                <a:lnTo>
                  <a:pt x="0" y="11804"/>
                </a:lnTo>
                <a:lnTo>
                  <a:pt x="0" y="13313"/>
                </a:lnTo>
                <a:lnTo>
                  <a:pt x="317" y="15177"/>
                </a:lnTo>
                <a:lnTo>
                  <a:pt x="317" y="16686"/>
                </a:lnTo>
                <a:lnTo>
                  <a:pt x="317" y="18461"/>
                </a:lnTo>
                <a:lnTo>
                  <a:pt x="317" y="19881"/>
                </a:lnTo>
                <a:lnTo>
                  <a:pt x="317" y="21656"/>
                </a:lnTo>
                <a:lnTo>
                  <a:pt x="634" y="23608"/>
                </a:lnTo>
                <a:lnTo>
                  <a:pt x="634" y="25029"/>
                </a:lnTo>
                <a:lnTo>
                  <a:pt x="634" y="26804"/>
                </a:lnTo>
                <a:lnTo>
                  <a:pt x="634" y="28313"/>
                </a:lnTo>
                <a:lnTo>
                  <a:pt x="1110" y="29999"/>
                </a:lnTo>
                <a:lnTo>
                  <a:pt x="1110" y="31685"/>
                </a:lnTo>
                <a:lnTo>
                  <a:pt x="1110" y="33460"/>
                </a:lnTo>
                <a:lnTo>
                  <a:pt x="1110" y="35147"/>
                </a:lnTo>
                <a:lnTo>
                  <a:pt x="1110" y="36656"/>
                </a:lnTo>
                <a:lnTo>
                  <a:pt x="1428" y="38342"/>
                </a:lnTo>
                <a:lnTo>
                  <a:pt x="1428" y="40117"/>
                </a:lnTo>
                <a:lnTo>
                  <a:pt x="1428" y="41803"/>
                </a:lnTo>
                <a:lnTo>
                  <a:pt x="1428" y="43490"/>
                </a:lnTo>
                <a:lnTo>
                  <a:pt x="1428" y="44999"/>
                </a:lnTo>
                <a:lnTo>
                  <a:pt x="1904" y="46685"/>
                </a:lnTo>
                <a:lnTo>
                  <a:pt x="1904" y="48460"/>
                </a:lnTo>
                <a:lnTo>
                  <a:pt x="1904" y="50146"/>
                </a:lnTo>
                <a:lnTo>
                  <a:pt x="1904" y="51833"/>
                </a:lnTo>
                <a:lnTo>
                  <a:pt x="1904" y="53342"/>
                </a:lnTo>
                <a:lnTo>
                  <a:pt x="1904" y="55117"/>
                </a:lnTo>
                <a:lnTo>
                  <a:pt x="1904" y="56626"/>
                </a:lnTo>
                <a:lnTo>
                  <a:pt x="1904" y="58312"/>
                </a:lnTo>
                <a:lnTo>
                  <a:pt x="1904" y="59998"/>
                </a:lnTo>
                <a:lnTo>
                  <a:pt x="2221" y="61773"/>
                </a:lnTo>
                <a:lnTo>
                  <a:pt x="2221" y="63460"/>
                </a:lnTo>
                <a:lnTo>
                  <a:pt x="2221" y="64969"/>
                </a:lnTo>
                <a:lnTo>
                  <a:pt x="2221" y="66655"/>
                </a:lnTo>
                <a:lnTo>
                  <a:pt x="2221" y="68341"/>
                </a:lnTo>
                <a:lnTo>
                  <a:pt x="2538" y="69850"/>
                </a:lnTo>
                <a:lnTo>
                  <a:pt x="2538" y="71625"/>
                </a:lnTo>
                <a:lnTo>
                  <a:pt x="2538" y="73312"/>
                </a:lnTo>
                <a:lnTo>
                  <a:pt x="2538" y="74998"/>
                </a:lnTo>
                <a:lnTo>
                  <a:pt x="2538" y="76773"/>
                </a:lnTo>
                <a:lnTo>
                  <a:pt x="3015" y="78282"/>
                </a:lnTo>
                <a:lnTo>
                  <a:pt x="3015" y="79968"/>
                </a:lnTo>
                <a:lnTo>
                  <a:pt x="3015" y="81477"/>
                </a:lnTo>
                <a:lnTo>
                  <a:pt x="3015" y="83164"/>
                </a:lnTo>
                <a:lnTo>
                  <a:pt x="3015" y="84850"/>
                </a:lnTo>
                <a:lnTo>
                  <a:pt x="3332" y="86359"/>
                </a:lnTo>
                <a:lnTo>
                  <a:pt x="3332" y="88134"/>
                </a:lnTo>
                <a:lnTo>
                  <a:pt x="3332" y="89820"/>
                </a:lnTo>
                <a:lnTo>
                  <a:pt x="3332" y="91507"/>
                </a:lnTo>
                <a:lnTo>
                  <a:pt x="3808" y="93282"/>
                </a:lnTo>
                <a:lnTo>
                  <a:pt x="3808" y="94791"/>
                </a:lnTo>
                <a:lnTo>
                  <a:pt x="3808" y="96477"/>
                </a:lnTo>
                <a:lnTo>
                  <a:pt x="3808" y="97986"/>
                </a:lnTo>
                <a:lnTo>
                  <a:pt x="3808" y="99672"/>
                </a:lnTo>
                <a:lnTo>
                  <a:pt x="4125" y="101447"/>
                </a:lnTo>
                <a:lnTo>
                  <a:pt x="4125" y="102867"/>
                </a:lnTo>
                <a:lnTo>
                  <a:pt x="4125" y="104642"/>
                </a:lnTo>
                <a:lnTo>
                  <a:pt x="4125" y="106151"/>
                </a:lnTo>
                <a:lnTo>
                  <a:pt x="4125" y="107838"/>
                </a:lnTo>
                <a:lnTo>
                  <a:pt x="4125" y="109524"/>
                </a:lnTo>
                <a:lnTo>
                  <a:pt x="4125" y="111033"/>
                </a:lnTo>
                <a:lnTo>
                  <a:pt x="4125" y="112808"/>
                </a:lnTo>
                <a:lnTo>
                  <a:pt x="4125" y="114494"/>
                </a:lnTo>
                <a:lnTo>
                  <a:pt x="4125" y="116003"/>
                </a:lnTo>
                <a:lnTo>
                  <a:pt x="4601" y="117689"/>
                </a:lnTo>
                <a:lnTo>
                  <a:pt x="4601" y="119198"/>
                </a:lnTo>
                <a:lnTo>
                  <a:pt x="4601" y="120885"/>
                </a:lnTo>
                <a:lnTo>
                  <a:pt x="4601" y="122660"/>
                </a:lnTo>
                <a:lnTo>
                  <a:pt x="4919" y="124169"/>
                </a:lnTo>
                <a:lnTo>
                  <a:pt x="4919" y="125855"/>
                </a:lnTo>
                <a:lnTo>
                  <a:pt x="4919" y="127364"/>
                </a:lnTo>
                <a:lnTo>
                  <a:pt x="4919" y="129050"/>
                </a:lnTo>
                <a:lnTo>
                  <a:pt x="4919" y="130737"/>
                </a:lnTo>
                <a:lnTo>
                  <a:pt x="5236" y="132245"/>
                </a:lnTo>
                <a:lnTo>
                  <a:pt x="5236" y="134020"/>
                </a:lnTo>
                <a:lnTo>
                  <a:pt x="5236" y="135707"/>
                </a:lnTo>
                <a:lnTo>
                  <a:pt x="5236" y="137216"/>
                </a:lnTo>
                <a:lnTo>
                  <a:pt x="5236" y="138902"/>
                </a:lnTo>
                <a:lnTo>
                  <a:pt x="5712" y="140411"/>
                </a:lnTo>
                <a:lnTo>
                  <a:pt x="5712" y="142186"/>
                </a:lnTo>
                <a:lnTo>
                  <a:pt x="5712" y="143872"/>
                </a:lnTo>
                <a:lnTo>
                  <a:pt x="5712" y="145381"/>
                </a:lnTo>
                <a:lnTo>
                  <a:pt x="5712" y="147068"/>
                </a:lnTo>
                <a:lnTo>
                  <a:pt x="6030" y="148754"/>
                </a:lnTo>
                <a:lnTo>
                  <a:pt x="6030" y="150263"/>
                </a:lnTo>
                <a:lnTo>
                  <a:pt x="6030" y="152038"/>
                </a:lnTo>
                <a:lnTo>
                  <a:pt x="6030" y="153547"/>
                </a:lnTo>
                <a:lnTo>
                  <a:pt x="6030" y="155233"/>
                </a:lnTo>
                <a:lnTo>
                  <a:pt x="6030" y="156919"/>
                </a:lnTo>
                <a:lnTo>
                  <a:pt x="6030" y="158428"/>
                </a:lnTo>
                <a:lnTo>
                  <a:pt x="6030" y="160115"/>
                </a:lnTo>
                <a:lnTo>
                  <a:pt x="6030" y="161623"/>
                </a:lnTo>
                <a:lnTo>
                  <a:pt x="6506" y="163132"/>
                </a:lnTo>
                <a:lnTo>
                  <a:pt x="6506" y="164907"/>
                </a:lnTo>
                <a:lnTo>
                  <a:pt x="6506" y="166416"/>
                </a:lnTo>
                <a:lnTo>
                  <a:pt x="6506" y="168103"/>
                </a:lnTo>
                <a:lnTo>
                  <a:pt x="6506" y="169789"/>
                </a:lnTo>
                <a:lnTo>
                  <a:pt x="6823" y="171298"/>
                </a:lnTo>
                <a:lnTo>
                  <a:pt x="6823" y="172984"/>
                </a:lnTo>
                <a:lnTo>
                  <a:pt x="6823" y="174759"/>
                </a:lnTo>
                <a:lnTo>
                  <a:pt x="6823" y="176268"/>
                </a:lnTo>
                <a:lnTo>
                  <a:pt x="6823" y="177777"/>
                </a:lnTo>
                <a:lnTo>
                  <a:pt x="7140" y="179463"/>
                </a:lnTo>
                <a:lnTo>
                  <a:pt x="7140" y="180972"/>
                </a:lnTo>
                <a:lnTo>
                  <a:pt x="7140" y="182659"/>
                </a:lnTo>
                <a:lnTo>
                  <a:pt x="7140" y="184167"/>
                </a:lnTo>
                <a:lnTo>
                  <a:pt x="7616" y="185854"/>
                </a:lnTo>
                <a:lnTo>
                  <a:pt x="7616" y="187629"/>
                </a:lnTo>
                <a:lnTo>
                  <a:pt x="7616" y="188871"/>
                </a:lnTo>
                <a:lnTo>
                  <a:pt x="7616" y="190647"/>
                </a:lnTo>
                <a:lnTo>
                  <a:pt x="7616" y="192333"/>
                </a:lnTo>
                <a:lnTo>
                  <a:pt x="7934" y="193842"/>
                </a:lnTo>
                <a:lnTo>
                  <a:pt x="7934" y="195528"/>
                </a:lnTo>
                <a:lnTo>
                  <a:pt x="7934" y="197037"/>
                </a:lnTo>
                <a:lnTo>
                  <a:pt x="7934" y="198546"/>
                </a:lnTo>
                <a:lnTo>
                  <a:pt x="7934" y="200232"/>
                </a:lnTo>
                <a:lnTo>
                  <a:pt x="8410" y="201741"/>
                </a:lnTo>
                <a:lnTo>
                  <a:pt x="8410" y="203427"/>
                </a:lnTo>
                <a:lnTo>
                  <a:pt x="8410" y="204936"/>
                </a:lnTo>
                <a:lnTo>
                  <a:pt x="8410" y="206445"/>
                </a:lnTo>
                <a:lnTo>
                  <a:pt x="8410" y="208220"/>
                </a:lnTo>
                <a:lnTo>
                  <a:pt x="8410" y="209907"/>
                </a:lnTo>
                <a:lnTo>
                  <a:pt x="8410" y="211415"/>
                </a:lnTo>
                <a:lnTo>
                  <a:pt x="8410" y="212924"/>
                </a:lnTo>
                <a:lnTo>
                  <a:pt x="8410" y="214611"/>
                </a:lnTo>
                <a:lnTo>
                  <a:pt x="8727" y="216119"/>
                </a:lnTo>
                <a:lnTo>
                  <a:pt x="8727" y="217806"/>
                </a:lnTo>
                <a:lnTo>
                  <a:pt x="8727" y="219315"/>
                </a:lnTo>
                <a:lnTo>
                  <a:pt x="8727" y="220823"/>
                </a:lnTo>
                <a:lnTo>
                  <a:pt x="8727" y="222510"/>
                </a:lnTo>
                <a:lnTo>
                  <a:pt x="9203" y="224019"/>
                </a:lnTo>
                <a:lnTo>
                  <a:pt x="9203" y="225528"/>
                </a:lnTo>
                <a:lnTo>
                  <a:pt x="9203" y="227303"/>
                </a:lnTo>
                <a:lnTo>
                  <a:pt x="9203" y="228989"/>
                </a:lnTo>
                <a:lnTo>
                  <a:pt x="9203" y="230232"/>
                </a:lnTo>
                <a:lnTo>
                  <a:pt x="9521" y="232007"/>
                </a:lnTo>
                <a:lnTo>
                  <a:pt x="9521" y="233693"/>
                </a:lnTo>
                <a:lnTo>
                  <a:pt x="9521" y="235024"/>
                </a:lnTo>
                <a:lnTo>
                  <a:pt x="9521" y="236711"/>
                </a:lnTo>
                <a:lnTo>
                  <a:pt x="9521" y="238397"/>
                </a:lnTo>
                <a:lnTo>
                  <a:pt x="9838" y="239728"/>
                </a:lnTo>
                <a:lnTo>
                  <a:pt x="9838" y="241415"/>
                </a:lnTo>
                <a:lnTo>
                  <a:pt x="9838" y="243101"/>
                </a:lnTo>
                <a:lnTo>
                  <a:pt x="9838" y="244432"/>
                </a:lnTo>
                <a:lnTo>
                  <a:pt x="10314" y="246119"/>
                </a:lnTo>
                <a:lnTo>
                  <a:pt x="10314" y="247894"/>
                </a:lnTo>
                <a:lnTo>
                  <a:pt x="10314" y="249137"/>
                </a:lnTo>
                <a:lnTo>
                  <a:pt x="10314" y="250823"/>
                </a:lnTo>
                <a:lnTo>
                  <a:pt x="10314" y="252598"/>
                </a:lnTo>
                <a:lnTo>
                  <a:pt x="10314" y="253841"/>
                </a:lnTo>
                <a:lnTo>
                  <a:pt x="10314" y="255616"/>
                </a:lnTo>
                <a:lnTo>
                  <a:pt x="10314" y="257036"/>
                </a:lnTo>
                <a:lnTo>
                  <a:pt x="10314" y="258545"/>
                </a:lnTo>
                <a:lnTo>
                  <a:pt x="10314" y="260320"/>
                </a:lnTo>
                <a:lnTo>
                  <a:pt x="10631" y="261829"/>
                </a:lnTo>
                <a:lnTo>
                  <a:pt x="10631" y="263337"/>
                </a:lnTo>
                <a:lnTo>
                  <a:pt x="10631" y="264758"/>
                </a:lnTo>
                <a:lnTo>
                  <a:pt x="10631" y="266533"/>
                </a:lnTo>
                <a:lnTo>
                  <a:pt x="10631" y="268041"/>
                </a:lnTo>
                <a:lnTo>
                  <a:pt x="11108" y="269550"/>
                </a:lnTo>
                <a:lnTo>
                  <a:pt x="11108" y="271237"/>
                </a:lnTo>
                <a:lnTo>
                  <a:pt x="11108" y="272746"/>
                </a:lnTo>
                <a:lnTo>
                  <a:pt x="11108" y="274254"/>
                </a:lnTo>
                <a:lnTo>
                  <a:pt x="11425" y="275763"/>
                </a:lnTo>
                <a:lnTo>
                  <a:pt x="11425" y="277450"/>
                </a:lnTo>
                <a:lnTo>
                  <a:pt x="11425" y="278692"/>
                </a:lnTo>
                <a:lnTo>
                  <a:pt x="11425" y="280467"/>
                </a:lnTo>
                <a:lnTo>
                  <a:pt x="11425" y="281976"/>
                </a:lnTo>
                <a:lnTo>
                  <a:pt x="11742" y="283485"/>
                </a:lnTo>
                <a:lnTo>
                  <a:pt x="11742" y="284994"/>
                </a:lnTo>
                <a:lnTo>
                  <a:pt x="11742" y="286680"/>
                </a:lnTo>
                <a:lnTo>
                  <a:pt x="11742" y="287923"/>
                </a:lnTo>
                <a:lnTo>
                  <a:pt x="11742" y="289698"/>
                </a:lnTo>
                <a:lnTo>
                  <a:pt x="12218" y="291207"/>
                </a:lnTo>
                <a:lnTo>
                  <a:pt x="12218" y="292627"/>
                </a:lnTo>
                <a:lnTo>
                  <a:pt x="12218" y="294136"/>
                </a:lnTo>
                <a:lnTo>
                  <a:pt x="12218" y="295911"/>
                </a:lnTo>
                <a:lnTo>
                  <a:pt x="12218" y="297420"/>
                </a:lnTo>
                <a:lnTo>
                  <a:pt x="12218" y="298928"/>
                </a:lnTo>
                <a:lnTo>
                  <a:pt x="12218" y="300349"/>
                </a:lnTo>
                <a:lnTo>
                  <a:pt x="12218" y="302124"/>
                </a:lnTo>
                <a:lnTo>
                  <a:pt x="12218" y="303366"/>
                </a:lnTo>
                <a:lnTo>
                  <a:pt x="12536" y="304875"/>
                </a:lnTo>
                <a:lnTo>
                  <a:pt x="12536" y="306650"/>
                </a:lnTo>
                <a:lnTo>
                  <a:pt x="12536" y="308070"/>
                </a:lnTo>
                <a:lnTo>
                  <a:pt x="12536" y="309579"/>
                </a:lnTo>
                <a:lnTo>
                  <a:pt x="12536" y="311088"/>
                </a:lnTo>
                <a:lnTo>
                  <a:pt x="13012" y="312597"/>
                </a:lnTo>
                <a:lnTo>
                  <a:pt x="13012" y="314106"/>
                </a:lnTo>
                <a:lnTo>
                  <a:pt x="13012" y="315615"/>
                </a:lnTo>
                <a:lnTo>
                  <a:pt x="13012" y="317301"/>
                </a:lnTo>
                <a:lnTo>
                  <a:pt x="13012" y="318810"/>
                </a:lnTo>
                <a:lnTo>
                  <a:pt x="13329" y="320141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6553074" y="3485914"/>
            <a:ext cx="13488" cy="274006"/>
          </a:xfrm>
          <a:custGeom>
            <a:avLst/>
            <a:gdLst/>
            <a:ahLst/>
            <a:cxnLst/>
            <a:rect l="l" t="t" r="r" b="b"/>
            <a:pathLst>
              <a:path w="13488" h="274006">
                <a:moveTo>
                  <a:pt x="0" y="0"/>
                </a:moveTo>
                <a:lnTo>
                  <a:pt x="0" y="1686"/>
                </a:lnTo>
                <a:lnTo>
                  <a:pt x="0" y="3195"/>
                </a:lnTo>
                <a:lnTo>
                  <a:pt x="0" y="4437"/>
                </a:lnTo>
                <a:lnTo>
                  <a:pt x="0" y="6212"/>
                </a:lnTo>
                <a:lnTo>
                  <a:pt x="317" y="7721"/>
                </a:lnTo>
                <a:lnTo>
                  <a:pt x="317" y="9230"/>
                </a:lnTo>
                <a:lnTo>
                  <a:pt x="317" y="10739"/>
                </a:lnTo>
                <a:lnTo>
                  <a:pt x="317" y="12159"/>
                </a:lnTo>
                <a:lnTo>
                  <a:pt x="793" y="13668"/>
                </a:lnTo>
                <a:lnTo>
                  <a:pt x="793" y="15177"/>
                </a:lnTo>
                <a:lnTo>
                  <a:pt x="793" y="16686"/>
                </a:lnTo>
                <a:lnTo>
                  <a:pt x="793" y="18194"/>
                </a:lnTo>
                <a:lnTo>
                  <a:pt x="793" y="19703"/>
                </a:lnTo>
                <a:lnTo>
                  <a:pt x="1110" y="21212"/>
                </a:lnTo>
                <a:lnTo>
                  <a:pt x="1110" y="22721"/>
                </a:lnTo>
                <a:lnTo>
                  <a:pt x="1110" y="24230"/>
                </a:lnTo>
                <a:lnTo>
                  <a:pt x="1110" y="25739"/>
                </a:lnTo>
                <a:lnTo>
                  <a:pt x="1110" y="27247"/>
                </a:lnTo>
                <a:lnTo>
                  <a:pt x="1110" y="28668"/>
                </a:lnTo>
                <a:lnTo>
                  <a:pt x="1110" y="30176"/>
                </a:lnTo>
                <a:lnTo>
                  <a:pt x="1110" y="31685"/>
                </a:lnTo>
                <a:lnTo>
                  <a:pt x="1110" y="33194"/>
                </a:lnTo>
                <a:lnTo>
                  <a:pt x="1110" y="34703"/>
                </a:lnTo>
                <a:lnTo>
                  <a:pt x="1586" y="36212"/>
                </a:lnTo>
                <a:lnTo>
                  <a:pt x="1586" y="37454"/>
                </a:lnTo>
                <a:lnTo>
                  <a:pt x="1586" y="38963"/>
                </a:lnTo>
                <a:lnTo>
                  <a:pt x="1586" y="40738"/>
                </a:lnTo>
                <a:lnTo>
                  <a:pt x="1904" y="42247"/>
                </a:lnTo>
                <a:lnTo>
                  <a:pt x="1904" y="43490"/>
                </a:lnTo>
                <a:lnTo>
                  <a:pt x="1904" y="44999"/>
                </a:lnTo>
                <a:lnTo>
                  <a:pt x="1904" y="46507"/>
                </a:lnTo>
                <a:lnTo>
                  <a:pt x="1904" y="48016"/>
                </a:lnTo>
                <a:lnTo>
                  <a:pt x="2380" y="49259"/>
                </a:lnTo>
                <a:lnTo>
                  <a:pt x="2380" y="51034"/>
                </a:lnTo>
                <a:lnTo>
                  <a:pt x="2380" y="52543"/>
                </a:lnTo>
                <a:lnTo>
                  <a:pt x="2380" y="54052"/>
                </a:lnTo>
                <a:lnTo>
                  <a:pt x="2380" y="55294"/>
                </a:lnTo>
                <a:lnTo>
                  <a:pt x="2697" y="56803"/>
                </a:lnTo>
                <a:lnTo>
                  <a:pt x="2697" y="58312"/>
                </a:lnTo>
                <a:lnTo>
                  <a:pt x="2697" y="59821"/>
                </a:lnTo>
                <a:lnTo>
                  <a:pt x="2697" y="61063"/>
                </a:lnTo>
                <a:lnTo>
                  <a:pt x="2697" y="62572"/>
                </a:lnTo>
                <a:lnTo>
                  <a:pt x="3015" y="64081"/>
                </a:lnTo>
                <a:lnTo>
                  <a:pt x="3015" y="65590"/>
                </a:lnTo>
                <a:lnTo>
                  <a:pt x="3015" y="67099"/>
                </a:lnTo>
                <a:lnTo>
                  <a:pt x="3015" y="68608"/>
                </a:lnTo>
                <a:lnTo>
                  <a:pt x="3015" y="70116"/>
                </a:lnTo>
                <a:lnTo>
                  <a:pt x="3015" y="71625"/>
                </a:lnTo>
                <a:lnTo>
                  <a:pt x="3015" y="73134"/>
                </a:lnTo>
                <a:lnTo>
                  <a:pt x="3015" y="74377"/>
                </a:lnTo>
                <a:lnTo>
                  <a:pt x="3015" y="75886"/>
                </a:lnTo>
                <a:lnTo>
                  <a:pt x="3491" y="77394"/>
                </a:lnTo>
                <a:lnTo>
                  <a:pt x="3491" y="78903"/>
                </a:lnTo>
                <a:lnTo>
                  <a:pt x="3491" y="80146"/>
                </a:lnTo>
                <a:lnTo>
                  <a:pt x="3491" y="81655"/>
                </a:lnTo>
                <a:lnTo>
                  <a:pt x="3491" y="83164"/>
                </a:lnTo>
                <a:lnTo>
                  <a:pt x="3808" y="84672"/>
                </a:lnTo>
                <a:lnTo>
                  <a:pt x="3808" y="85915"/>
                </a:lnTo>
                <a:lnTo>
                  <a:pt x="3808" y="87246"/>
                </a:lnTo>
                <a:lnTo>
                  <a:pt x="3808" y="88755"/>
                </a:lnTo>
                <a:lnTo>
                  <a:pt x="3808" y="90264"/>
                </a:lnTo>
                <a:lnTo>
                  <a:pt x="4284" y="91773"/>
                </a:lnTo>
                <a:lnTo>
                  <a:pt x="4284" y="93015"/>
                </a:lnTo>
                <a:lnTo>
                  <a:pt x="4284" y="94524"/>
                </a:lnTo>
                <a:lnTo>
                  <a:pt x="4284" y="96033"/>
                </a:lnTo>
                <a:lnTo>
                  <a:pt x="4601" y="97542"/>
                </a:lnTo>
                <a:lnTo>
                  <a:pt x="4601" y="99051"/>
                </a:lnTo>
                <a:lnTo>
                  <a:pt x="4601" y="100293"/>
                </a:lnTo>
                <a:lnTo>
                  <a:pt x="4601" y="101625"/>
                </a:lnTo>
                <a:lnTo>
                  <a:pt x="4601" y="103134"/>
                </a:lnTo>
                <a:lnTo>
                  <a:pt x="4919" y="104642"/>
                </a:lnTo>
                <a:lnTo>
                  <a:pt x="4919" y="106151"/>
                </a:lnTo>
                <a:lnTo>
                  <a:pt x="4919" y="107394"/>
                </a:lnTo>
                <a:lnTo>
                  <a:pt x="4919" y="108903"/>
                </a:lnTo>
                <a:lnTo>
                  <a:pt x="4919" y="110411"/>
                </a:lnTo>
                <a:lnTo>
                  <a:pt x="5395" y="111654"/>
                </a:lnTo>
                <a:lnTo>
                  <a:pt x="5395" y="113163"/>
                </a:lnTo>
                <a:lnTo>
                  <a:pt x="5395" y="114494"/>
                </a:lnTo>
                <a:lnTo>
                  <a:pt x="5395" y="116003"/>
                </a:lnTo>
                <a:lnTo>
                  <a:pt x="5395" y="117246"/>
                </a:lnTo>
                <a:lnTo>
                  <a:pt x="5395" y="118755"/>
                </a:lnTo>
                <a:lnTo>
                  <a:pt x="5395" y="120263"/>
                </a:lnTo>
                <a:lnTo>
                  <a:pt x="5395" y="121595"/>
                </a:lnTo>
                <a:lnTo>
                  <a:pt x="5395" y="123015"/>
                </a:lnTo>
                <a:lnTo>
                  <a:pt x="5712" y="124346"/>
                </a:lnTo>
                <a:lnTo>
                  <a:pt x="5712" y="125855"/>
                </a:lnTo>
                <a:lnTo>
                  <a:pt x="5712" y="127364"/>
                </a:lnTo>
                <a:lnTo>
                  <a:pt x="5712" y="128429"/>
                </a:lnTo>
                <a:lnTo>
                  <a:pt x="5712" y="129938"/>
                </a:lnTo>
                <a:lnTo>
                  <a:pt x="6188" y="131447"/>
                </a:lnTo>
                <a:lnTo>
                  <a:pt x="6188" y="132955"/>
                </a:lnTo>
                <a:lnTo>
                  <a:pt x="6188" y="134198"/>
                </a:lnTo>
                <a:lnTo>
                  <a:pt x="6188" y="135529"/>
                </a:lnTo>
                <a:lnTo>
                  <a:pt x="6188" y="136949"/>
                </a:lnTo>
                <a:lnTo>
                  <a:pt x="6506" y="138281"/>
                </a:lnTo>
                <a:lnTo>
                  <a:pt x="6506" y="139790"/>
                </a:lnTo>
                <a:lnTo>
                  <a:pt x="6506" y="141032"/>
                </a:lnTo>
                <a:lnTo>
                  <a:pt x="6506" y="142541"/>
                </a:lnTo>
                <a:lnTo>
                  <a:pt x="6506" y="143872"/>
                </a:lnTo>
                <a:lnTo>
                  <a:pt x="6982" y="145115"/>
                </a:lnTo>
                <a:lnTo>
                  <a:pt x="6982" y="146624"/>
                </a:lnTo>
                <a:lnTo>
                  <a:pt x="6982" y="148133"/>
                </a:lnTo>
                <a:lnTo>
                  <a:pt x="6982" y="149464"/>
                </a:lnTo>
                <a:lnTo>
                  <a:pt x="6982" y="150973"/>
                </a:lnTo>
                <a:lnTo>
                  <a:pt x="7299" y="152038"/>
                </a:lnTo>
                <a:lnTo>
                  <a:pt x="7299" y="153458"/>
                </a:lnTo>
                <a:lnTo>
                  <a:pt x="7299" y="154789"/>
                </a:lnTo>
                <a:lnTo>
                  <a:pt x="7299" y="156298"/>
                </a:lnTo>
                <a:lnTo>
                  <a:pt x="7299" y="157807"/>
                </a:lnTo>
                <a:lnTo>
                  <a:pt x="7299" y="159050"/>
                </a:lnTo>
                <a:lnTo>
                  <a:pt x="7299" y="160381"/>
                </a:lnTo>
                <a:lnTo>
                  <a:pt x="7299" y="161623"/>
                </a:lnTo>
                <a:lnTo>
                  <a:pt x="7299" y="163132"/>
                </a:lnTo>
                <a:lnTo>
                  <a:pt x="7616" y="164464"/>
                </a:lnTo>
                <a:lnTo>
                  <a:pt x="7616" y="165973"/>
                </a:lnTo>
                <a:lnTo>
                  <a:pt x="7616" y="167215"/>
                </a:lnTo>
                <a:lnTo>
                  <a:pt x="7616" y="168724"/>
                </a:lnTo>
                <a:lnTo>
                  <a:pt x="7616" y="169789"/>
                </a:lnTo>
                <a:lnTo>
                  <a:pt x="8093" y="171120"/>
                </a:lnTo>
                <a:lnTo>
                  <a:pt x="8093" y="172629"/>
                </a:lnTo>
                <a:lnTo>
                  <a:pt x="8093" y="173872"/>
                </a:lnTo>
                <a:lnTo>
                  <a:pt x="8093" y="175381"/>
                </a:lnTo>
                <a:lnTo>
                  <a:pt x="8093" y="176623"/>
                </a:lnTo>
                <a:lnTo>
                  <a:pt x="8410" y="178132"/>
                </a:lnTo>
                <a:lnTo>
                  <a:pt x="8410" y="179197"/>
                </a:lnTo>
                <a:lnTo>
                  <a:pt x="8410" y="180528"/>
                </a:lnTo>
                <a:lnTo>
                  <a:pt x="8410" y="182037"/>
                </a:lnTo>
                <a:lnTo>
                  <a:pt x="8886" y="183280"/>
                </a:lnTo>
                <a:lnTo>
                  <a:pt x="8886" y="184611"/>
                </a:lnTo>
                <a:lnTo>
                  <a:pt x="8886" y="186120"/>
                </a:lnTo>
                <a:lnTo>
                  <a:pt x="8886" y="187363"/>
                </a:lnTo>
                <a:lnTo>
                  <a:pt x="8886" y="188694"/>
                </a:lnTo>
                <a:lnTo>
                  <a:pt x="9203" y="189937"/>
                </a:lnTo>
                <a:lnTo>
                  <a:pt x="9203" y="191268"/>
                </a:lnTo>
                <a:lnTo>
                  <a:pt x="9203" y="192510"/>
                </a:lnTo>
                <a:lnTo>
                  <a:pt x="9203" y="194019"/>
                </a:lnTo>
                <a:lnTo>
                  <a:pt x="9203" y="195351"/>
                </a:lnTo>
                <a:lnTo>
                  <a:pt x="9521" y="196593"/>
                </a:lnTo>
                <a:lnTo>
                  <a:pt x="9521" y="198102"/>
                </a:lnTo>
                <a:lnTo>
                  <a:pt x="9521" y="199345"/>
                </a:lnTo>
                <a:lnTo>
                  <a:pt x="9521" y="200498"/>
                </a:lnTo>
                <a:lnTo>
                  <a:pt x="9521" y="201741"/>
                </a:lnTo>
                <a:lnTo>
                  <a:pt x="9521" y="203250"/>
                </a:lnTo>
                <a:lnTo>
                  <a:pt x="9521" y="204492"/>
                </a:lnTo>
                <a:lnTo>
                  <a:pt x="9521" y="205824"/>
                </a:lnTo>
                <a:lnTo>
                  <a:pt x="9521" y="207066"/>
                </a:lnTo>
                <a:lnTo>
                  <a:pt x="9997" y="208398"/>
                </a:lnTo>
                <a:lnTo>
                  <a:pt x="9997" y="209898"/>
                </a:lnTo>
                <a:lnTo>
                  <a:pt x="9997" y="211185"/>
                </a:lnTo>
                <a:lnTo>
                  <a:pt x="9997" y="212250"/>
                </a:lnTo>
                <a:lnTo>
                  <a:pt x="9997" y="213537"/>
                </a:lnTo>
                <a:lnTo>
                  <a:pt x="10314" y="214824"/>
                </a:lnTo>
                <a:lnTo>
                  <a:pt x="10314" y="216111"/>
                </a:lnTo>
                <a:lnTo>
                  <a:pt x="10314" y="217611"/>
                </a:lnTo>
                <a:lnTo>
                  <a:pt x="10314" y="218898"/>
                </a:lnTo>
                <a:lnTo>
                  <a:pt x="10314" y="220184"/>
                </a:lnTo>
                <a:lnTo>
                  <a:pt x="10790" y="221471"/>
                </a:lnTo>
                <a:lnTo>
                  <a:pt x="10790" y="222758"/>
                </a:lnTo>
                <a:lnTo>
                  <a:pt x="10790" y="224045"/>
                </a:lnTo>
                <a:lnTo>
                  <a:pt x="10790" y="225332"/>
                </a:lnTo>
                <a:lnTo>
                  <a:pt x="10790" y="226406"/>
                </a:lnTo>
                <a:lnTo>
                  <a:pt x="11108" y="227693"/>
                </a:lnTo>
                <a:lnTo>
                  <a:pt x="11108" y="228980"/>
                </a:lnTo>
                <a:lnTo>
                  <a:pt x="11108" y="230267"/>
                </a:lnTo>
                <a:lnTo>
                  <a:pt x="11108" y="231554"/>
                </a:lnTo>
                <a:lnTo>
                  <a:pt x="11584" y="232841"/>
                </a:lnTo>
                <a:lnTo>
                  <a:pt x="11584" y="234128"/>
                </a:lnTo>
                <a:lnTo>
                  <a:pt x="11584" y="235415"/>
                </a:lnTo>
                <a:lnTo>
                  <a:pt x="11584" y="236702"/>
                </a:lnTo>
                <a:lnTo>
                  <a:pt x="11584" y="237989"/>
                </a:lnTo>
                <a:lnTo>
                  <a:pt x="11584" y="239267"/>
                </a:lnTo>
                <a:lnTo>
                  <a:pt x="11584" y="240554"/>
                </a:lnTo>
                <a:lnTo>
                  <a:pt x="11584" y="241841"/>
                </a:lnTo>
                <a:lnTo>
                  <a:pt x="11584" y="243128"/>
                </a:lnTo>
                <a:lnTo>
                  <a:pt x="11584" y="244202"/>
                </a:lnTo>
                <a:lnTo>
                  <a:pt x="11901" y="245489"/>
                </a:lnTo>
                <a:lnTo>
                  <a:pt x="11901" y="246776"/>
                </a:lnTo>
                <a:lnTo>
                  <a:pt x="11901" y="248063"/>
                </a:lnTo>
                <a:lnTo>
                  <a:pt x="11901" y="249350"/>
                </a:lnTo>
                <a:lnTo>
                  <a:pt x="11901" y="250637"/>
                </a:lnTo>
                <a:lnTo>
                  <a:pt x="12218" y="251923"/>
                </a:lnTo>
                <a:lnTo>
                  <a:pt x="12218" y="253210"/>
                </a:lnTo>
                <a:lnTo>
                  <a:pt x="12218" y="254284"/>
                </a:lnTo>
                <a:lnTo>
                  <a:pt x="12218" y="255571"/>
                </a:lnTo>
                <a:lnTo>
                  <a:pt x="12694" y="256858"/>
                </a:lnTo>
                <a:lnTo>
                  <a:pt x="12694" y="258136"/>
                </a:lnTo>
                <a:lnTo>
                  <a:pt x="12694" y="259423"/>
                </a:lnTo>
                <a:lnTo>
                  <a:pt x="12694" y="260497"/>
                </a:lnTo>
                <a:lnTo>
                  <a:pt x="12694" y="261784"/>
                </a:lnTo>
                <a:lnTo>
                  <a:pt x="13012" y="263071"/>
                </a:lnTo>
                <a:lnTo>
                  <a:pt x="13012" y="264358"/>
                </a:lnTo>
                <a:lnTo>
                  <a:pt x="13012" y="265432"/>
                </a:lnTo>
                <a:lnTo>
                  <a:pt x="13012" y="266719"/>
                </a:lnTo>
                <a:lnTo>
                  <a:pt x="13012" y="267793"/>
                </a:lnTo>
                <a:lnTo>
                  <a:pt x="13488" y="269080"/>
                </a:lnTo>
                <a:lnTo>
                  <a:pt x="13488" y="270367"/>
                </a:lnTo>
                <a:lnTo>
                  <a:pt x="13488" y="271432"/>
                </a:lnTo>
                <a:lnTo>
                  <a:pt x="13488" y="272719"/>
                </a:lnTo>
                <a:lnTo>
                  <a:pt x="13488" y="274006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6566562" y="3759921"/>
            <a:ext cx="13329" cy="201564"/>
          </a:xfrm>
          <a:custGeom>
            <a:avLst/>
            <a:gdLst/>
            <a:ahLst/>
            <a:cxnLst/>
            <a:rect l="l" t="t" r="r" b="b"/>
            <a:pathLst>
              <a:path w="13329" h="201564">
                <a:moveTo>
                  <a:pt x="0" y="0"/>
                </a:moveTo>
                <a:lnTo>
                  <a:pt x="317" y="1073"/>
                </a:lnTo>
                <a:lnTo>
                  <a:pt x="317" y="2360"/>
                </a:lnTo>
                <a:lnTo>
                  <a:pt x="317" y="3647"/>
                </a:lnTo>
                <a:lnTo>
                  <a:pt x="317" y="4721"/>
                </a:lnTo>
                <a:lnTo>
                  <a:pt x="317" y="6008"/>
                </a:lnTo>
                <a:lnTo>
                  <a:pt x="317" y="7295"/>
                </a:lnTo>
                <a:lnTo>
                  <a:pt x="317" y="8360"/>
                </a:lnTo>
                <a:lnTo>
                  <a:pt x="317" y="9647"/>
                </a:lnTo>
                <a:lnTo>
                  <a:pt x="317" y="10721"/>
                </a:lnTo>
                <a:lnTo>
                  <a:pt x="634" y="12008"/>
                </a:lnTo>
                <a:lnTo>
                  <a:pt x="634" y="13295"/>
                </a:lnTo>
                <a:lnTo>
                  <a:pt x="634" y="14369"/>
                </a:lnTo>
                <a:lnTo>
                  <a:pt x="634" y="15656"/>
                </a:lnTo>
                <a:lnTo>
                  <a:pt x="634" y="16730"/>
                </a:lnTo>
                <a:lnTo>
                  <a:pt x="1110" y="18017"/>
                </a:lnTo>
                <a:lnTo>
                  <a:pt x="1110" y="19082"/>
                </a:lnTo>
                <a:lnTo>
                  <a:pt x="1110" y="20369"/>
                </a:lnTo>
                <a:lnTo>
                  <a:pt x="1110" y="21443"/>
                </a:lnTo>
                <a:lnTo>
                  <a:pt x="1110" y="22730"/>
                </a:lnTo>
                <a:lnTo>
                  <a:pt x="1428" y="23804"/>
                </a:lnTo>
                <a:lnTo>
                  <a:pt x="1428" y="25091"/>
                </a:lnTo>
                <a:lnTo>
                  <a:pt x="1428" y="26165"/>
                </a:lnTo>
                <a:lnTo>
                  <a:pt x="1428" y="27452"/>
                </a:lnTo>
                <a:lnTo>
                  <a:pt x="1904" y="28517"/>
                </a:lnTo>
                <a:lnTo>
                  <a:pt x="1904" y="29804"/>
                </a:lnTo>
                <a:lnTo>
                  <a:pt x="1904" y="30878"/>
                </a:lnTo>
                <a:lnTo>
                  <a:pt x="1904" y="32165"/>
                </a:lnTo>
                <a:lnTo>
                  <a:pt x="1904" y="33238"/>
                </a:lnTo>
                <a:lnTo>
                  <a:pt x="2221" y="34312"/>
                </a:lnTo>
                <a:lnTo>
                  <a:pt x="2221" y="35599"/>
                </a:lnTo>
                <a:lnTo>
                  <a:pt x="2221" y="36664"/>
                </a:lnTo>
                <a:lnTo>
                  <a:pt x="2221" y="37738"/>
                </a:lnTo>
                <a:lnTo>
                  <a:pt x="2221" y="39025"/>
                </a:lnTo>
                <a:lnTo>
                  <a:pt x="2221" y="40099"/>
                </a:lnTo>
                <a:lnTo>
                  <a:pt x="2221" y="41386"/>
                </a:lnTo>
                <a:lnTo>
                  <a:pt x="2221" y="42460"/>
                </a:lnTo>
                <a:lnTo>
                  <a:pt x="2221" y="43534"/>
                </a:lnTo>
                <a:lnTo>
                  <a:pt x="2221" y="44599"/>
                </a:lnTo>
                <a:lnTo>
                  <a:pt x="2538" y="45886"/>
                </a:lnTo>
                <a:lnTo>
                  <a:pt x="2538" y="46960"/>
                </a:lnTo>
                <a:lnTo>
                  <a:pt x="2538" y="48034"/>
                </a:lnTo>
                <a:lnTo>
                  <a:pt x="2538" y="49321"/>
                </a:lnTo>
                <a:lnTo>
                  <a:pt x="3015" y="50395"/>
                </a:lnTo>
                <a:lnTo>
                  <a:pt x="3015" y="51682"/>
                </a:lnTo>
                <a:lnTo>
                  <a:pt x="3015" y="52747"/>
                </a:lnTo>
                <a:lnTo>
                  <a:pt x="3015" y="53821"/>
                </a:lnTo>
                <a:lnTo>
                  <a:pt x="3015" y="55108"/>
                </a:lnTo>
                <a:lnTo>
                  <a:pt x="3332" y="56182"/>
                </a:lnTo>
                <a:lnTo>
                  <a:pt x="3332" y="57256"/>
                </a:lnTo>
                <a:lnTo>
                  <a:pt x="3332" y="58321"/>
                </a:lnTo>
                <a:lnTo>
                  <a:pt x="3332" y="59395"/>
                </a:lnTo>
                <a:lnTo>
                  <a:pt x="3332" y="60469"/>
                </a:lnTo>
                <a:lnTo>
                  <a:pt x="3808" y="61756"/>
                </a:lnTo>
                <a:lnTo>
                  <a:pt x="3808" y="62830"/>
                </a:lnTo>
                <a:lnTo>
                  <a:pt x="3808" y="63904"/>
                </a:lnTo>
                <a:lnTo>
                  <a:pt x="3808" y="64969"/>
                </a:lnTo>
                <a:lnTo>
                  <a:pt x="3808" y="66043"/>
                </a:lnTo>
                <a:lnTo>
                  <a:pt x="4125" y="67117"/>
                </a:lnTo>
                <a:lnTo>
                  <a:pt x="4125" y="68190"/>
                </a:lnTo>
                <a:lnTo>
                  <a:pt x="4125" y="69477"/>
                </a:lnTo>
                <a:lnTo>
                  <a:pt x="4125" y="70551"/>
                </a:lnTo>
                <a:lnTo>
                  <a:pt x="4601" y="71616"/>
                </a:lnTo>
                <a:lnTo>
                  <a:pt x="4601" y="72690"/>
                </a:lnTo>
                <a:lnTo>
                  <a:pt x="4601" y="73764"/>
                </a:lnTo>
                <a:lnTo>
                  <a:pt x="4601" y="74838"/>
                </a:lnTo>
                <a:lnTo>
                  <a:pt x="4601" y="75903"/>
                </a:lnTo>
                <a:lnTo>
                  <a:pt x="4601" y="76977"/>
                </a:lnTo>
                <a:lnTo>
                  <a:pt x="4601" y="78051"/>
                </a:lnTo>
                <a:lnTo>
                  <a:pt x="4601" y="79125"/>
                </a:lnTo>
                <a:lnTo>
                  <a:pt x="4601" y="80199"/>
                </a:lnTo>
                <a:lnTo>
                  <a:pt x="4601" y="81264"/>
                </a:lnTo>
                <a:lnTo>
                  <a:pt x="4919" y="82338"/>
                </a:lnTo>
                <a:lnTo>
                  <a:pt x="4919" y="83625"/>
                </a:lnTo>
                <a:lnTo>
                  <a:pt x="4919" y="84699"/>
                </a:lnTo>
                <a:lnTo>
                  <a:pt x="4919" y="85773"/>
                </a:lnTo>
                <a:lnTo>
                  <a:pt x="4919" y="86847"/>
                </a:lnTo>
                <a:lnTo>
                  <a:pt x="5236" y="87912"/>
                </a:lnTo>
                <a:lnTo>
                  <a:pt x="5236" y="88773"/>
                </a:lnTo>
                <a:lnTo>
                  <a:pt x="5236" y="89847"/>
                </a:lnTo>
                <a:lnTo>
                  <a:pt x="5236" y="90921"/>
                </a:lnTo>
                <a:lnTo>
                  <a:pt x="5712" y="91986"/>
                </a:lnTo>
                <a:lnTo>
                  <a:pt x="5712" y="93060"/>
                </a:lnTo>
                <a:lnTo>
                  <a:pt x="5712" y="94134"/>
                </a:lnTo>
                <a:lnTo>
                  <a:pt x="5712" y="95208"/>
                </a:lnTo>
                <a:lnTo>
                  <a:pt x="5712" y="96282"/>
                </a:lnTo>
                <a:lnTo>
                  <a:pt x="6030" y="97347"/>
                </a:lnTo>
                <a:lnTo>
                  <a:pt x="6030" y="98421"/>
                </a:lnTo>
                <a:lnTo>
                  <a:pt x="6030" y="99282"/>
                </a:lnTo>
                <a:lnTo>
                  <a:pt x="6030" y="100355"/>
                </a:lnTo>
                <a:lnTo>
                  <a:pt x="6030" y="101421"/>
                </a:lnTo>
                <a:lnTo>
                  <a:pt x="6506" y="102494"/>
                </a:lnTo>
                <a:lnTo>
                  <a:pt x="6506" y="103568"/>
                </a:lnTo>
                <a:lnTo>
                  <a:pt x="6506" y="104642"/>
                </a:lnTo>
                <a:lnTo>
                  <a:pt x="6506" y="105716"/>
                </a:lnTo>
                <a:lnTo>
                  <a:pt x="6506" y="106568"/>
                </a:lnTo>
                <a:lnTo>
                  <a:pt x="6506" y="107642"/>
                </a:lnTo>
                <a:lnTo>
                  <a:pt x="6506" y="108503"/>
                </a:lnTo>
                <a:lnTo>
                  <a:pt x="6506" y="109568"/>
                </a:lnTo>
                <a:lnTo>
                  <a:pt x="6506" y="110642"/>
                </a:lnTo>
                <a:lnTo>
                  <a:pt x="6823" y="111716"/>
                </a:lnTo>
                <a:lnTo>
                  <a:pt x="6823" y="112790"/>
                </a:lnTo>
                <a:lnTo>
                  <a:pt x="6823" y="113642"/>
                </a:lnTo>
                <a:lnTo>
                  <a:pt x="6823" y="114716"/>
                </a:lnTo>
                <a:lnTo>
                  <a:pt x="6823" y="115790"/>
                </a:lnTo>
                <a:lnTo>
                  <a:pt x="7140" y="116651"/>
                </a:lnTo>
                <a:lnTo>
                  <a:pt x="7140" y="117716"/>
                </a:lnTo>
                <a:lnTo>
                  <a:pt x="7140" y="118790"/>
                </a:lnTo>
                <a:lnTo>
                  <a:pt x="7140" y="119864"/>
                </a:lnTo>
                <a:lnTo>
                  <a:pt x="7140" y="120725"/>
                </a:lnTo>
                <a:lnTo>
                  <a:pt x="7616" y="121799"/>
                </a:lnTo>
                <a:lnTo>
                  <a:pt x="7616" y="122651"/>
                </a:lnTo>
                <a:lnTo>
                  <a:pt x="7616" y="123725"/>
                </a:lnTo>
                <a:lnTo>
                  <a:pt x="7616" y="124799"/>
                </a:lnTo>
                <a:lnTo>
                  <a:pt x="7616" y="125651"/>
                </a:lnTo>
                <a:lnTo>
                  <a:pt x="7934" y="126725"/>
                </a:lnTo>
                <a:lnTo>
                  <a:pt x="7934" y="127586"/>
                </a:lnTo>
                <a:lnTo>
                  <a:pt x="7934" y="128660"/>
                </a:lnTo>
                <a:lnTo>
                  <a:pt x="7934" y="129512"/>
                </a:lnTo>
                <a:lnTo>
                  <a:pt x="8410" y="130586"/>
                </a:lnTo>
                <a:lnTo>
                  <a:pt x="8410" y="131660"/>
                </a:lnTo>
                <a:lnTo>
                  <a:pt x="8410" y="132512"/>
                </a:lnTo>
                <a:lnTo>
                  <a:pt x="8410" y="133586"/>
                </a:lnTo>
                <a:lnTo>
                  <a:pt x="8410" y="134447"/>
                </a:lnTo>
                <a:lnTo>
                  <a:pt x="8410" y="135520"/>
                </a:lnTo>
                <a:lnTo>
                  <a:pt x="8410" y="136586"/>
                </a:lnTo>
                <a:lnTo>
                  <a:pt x="8410" y="137446"/>
                </a:lnTo>
                <a:lnTo>
                  <a:pt x="8410" y="138307"/>
                </a:lnTo>
                <a:lnTo>
                  <a:pt x="8410" y="139159"/>
                </a:lnTo>
                <a:lnTo>
                  <a:pt x="8727" y="140233"/>
                </a:lnTo>
                <a:lnTo>
                  <a:pt x="8727" y="141307"/>
                </a:lnTo>
                <a:lnTo>
                  <a:pt x="8727" y="142168"/>
                </a:lnTo>
                <a:lnTo>
                  <a:pt x="8727" y="143020"/>
                </a:lnTo>
                <a:lnTo>
                  <a:pt x="8727" y="144094"/>
                </a:lnTo>
                <a:lnTo>
                  <a:pt x="9203" y="144955"/>
                </a:lnTo>
                <a:lnTo>
                  <a:pt x="9203" y="146020"/>
                </a:lnTo>
                <a:lnTo>
                  <a:pt x="9203" y="146881"/>
                </a:lnTo>
                <a:lnTo>
                  <a:pt x="9203" y="147742"/>
                </a:lnTo>
                <a:lnTo>
                  <a:pt x="9521" y="148594"/>
                </a:lnTo>
                <a:lnTo>
                  <a:pt x="9521" y="149668"/>
                </a:lnTo>
                <a:lnTo>
                  <a:pt x="9521" y="150742"/>
                </a:lnTo>
                <a:lnTo>
                  <a:pt x="9521" y="151603"/>
                </a:lnTo>
                <a:lnTo>
                  <a:pt x="9521" y="152455"/>
                </a:lnTo>
                <a:lnTo>
                  <a:pt x="9838" y="153316"/>
                </a:lnTo>
                <a:lnTo>
                  <a:pt x="9838" y="154390"/>
                </a:lnTo>
                <a:lnTo>
                  <a:pt x="9838" y="155242"/>
                </a:lnTo>
                <a:lnTo>
                  <a:pt x="9838" y="156103"/>
                </a:lnTo>
                <a:lnTo>
                  <a:pt x="9838" y="156964"/>
                </a:lnTo>
                <a:lnTo>
                  <a:pt x="10314" y="158029"/>
                </a:lnTo>
                <a:lnTo>
                  <a:pt x="10314" y="158890"/>
                </a:lnTo>
                <a:lnTo>
                  <a:pt x="10314" y="159751"/>
                </a:lnTo>
                <a:lnTo>
                  <a:pt x="10314" y="160603"/>
                </a:lnTo>
                <a:lnTo>
                  <a:pt x="10314" y="161464"/>
                </a:lnTo>
                <a:lnTo>
                  <a:pt x="10631" y="162538"/>
                </a:lnTo>
                <a:lnTo>
                  <a:pt x="10631" y="163390"/>
                </a:lnTo>
                <a:lnTo>
                  <a:pt x="10631" y="164251"/>
                </a:lnTo>
                <a:lnTo>
                  <a:pt x="10631" y="165112"/>
                </a:lnTo>
                <a:lnTo>
                  <a:pt x="10631" y="166177"/>
                </a:lnTo>
                <a:lnTo>
                  <a:pt x="10631" y="167038"/>
                </a:lnTo>
                <a:lnTo>
                  <a:pt x="10631" y="167899"/>
                </a:lnTo>
                <a:lnTo>
                  <a:pt x="10631" y="168751"/>
                </a:lnTo>
                <a:lnTo>
                  <a:pt x="10631" y="169612"/>
                </a:lnTo>
                <a:lnTo>
                  <a:pt x="11108" y="170472"/>
                </a:lnTo>
                <a:lnTo>
                  <a:pt x="11108" y="171324"/>
                </a:lnTo>
                <a:lnTo>
                  <a:pt x="11108" y="172185"/>
                </a:lnTo>
                <a:lnTo>
                  <a:pt x="11108" y="173259"/>
                </a:lnTo>
                <a:lnTo>
                  <a:pt x="11108" y="174111"/>
                </a:lnTo>
                <a:lnTo>
                  <a:pt x="11425" y="174759"/>
                </a:lnTo>
                <a:lnTo>
                  <a:pt x="11425" y="175611"/>
                </a:lnTo>
                <a:lnTo>
                  <a:pt x="11425" y="176685"/>
                </a:lnTo>
                <a:lnTo>
                  <a:pt x="11425" y="177546"/>
                </a:lnTo>
                <a:lnTo>
                  <a:pt x="11425" y="178185"/>
                </a:lnTo>
                <a:lnTo>
                  <a:pt x="11742" y="179259"/>
                </a:lnTo>
                <a:lnTo>
                  <a:pt x="11742" y="180120"/>
                </a:lnTo>
                <a:lnTo>
                  <a:pt x="11742" y="180759"/>
                </a:lnTo>
                <a:lnTo>
                  <a:pt x="11742" y="181620"/>
                </a:lnTo>
                <a:lnTo>
                  <a:pt x="12218" y="182694"/>
                </a:lnTo>
                <a:lnTo>
                  <a:pt x="12218" y="183333"/>
                </a:lnTo>
                <a:lnTo>
                  <a:pt x="12218" y="184194"/>
                </a:lnTo>
                <a:lnTo>
                  <a:pt x="12218" y="185046"/>
                </a:lnTo>
                <a:lnTo>
                  <a:pt x="12218" y="185907"/>
                </a:lnTo>
                <a:lnTo>
                  <a:pt x="12536" y="186768"/>
                </a:lnTo>
                <a:lnTo>
                  <a:pt x="12536" y="187620"/>
                </a:lnTo>
                <a:lnTo>
                  <a:pt x="12536" y="188481"/>
                </a:lnTo>
                <a:lnTo>
                  <a:pt x="12536" y="189342"/>
                </a:lnTo>
                <a:lnTo>
                  <a:pt x="12536" y="189981"/>
                </a:lnTo>
                <a:lnTo>
                  <a:pt x="12536" y="191055"/>
                </a:lnTo>
                <a:lnTo>
                  <a:pt x="12536" y="191694"/>
                </a:lnTo>
                <a:lnTo>
                  <a:pt x="12536" y="192555"/>
                </a:lnTo>
                <a:lnTo>
                  <a:pt x="12536" y="193416"/>
                </a:lnTo>
                <a:lnTo>
                  <a:pt x="12536" y="194268"/>
                </a:lnTo>
                <a:lnTo>
                  <a:pt x="13012" y="194916"/>
                </a:lnTo>
                <a:lnTo>
                  <a:pt x="13012" y="195768"/>
                </a:lnTo>
                <a:lnTo>
                  <a:pt x="13012" y="196629"/>
                </a:lnTo>
                <a:lnTo>
                  <a:pt x="13012" y="197490"/>
                </a:lnTo>
                <a:lnTo>
                  <a:pt x="13329" y="198129"/>
                </a:lnTo>
                <a:lnTo>
                  <a:pt x="13329" y="199203"/>
                </a:lnTo>
                <a:lnTo>
                  <a:pt x="13329" y="199842"/>
                </a:lnTo>
                <a:lnTo>
                  <a:pt x="13329" y="200490"/>
                </a:lnTo>
                <a:lnTo>
                  <a:pt x="13329" y="201564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6579892" y="3961485"/>
            <a:ext cx="13805" cy="108707"/>
          </a:xfrm>
          <a:custGeom>
            <a:avLst/>
            <a:gdLst/>
            <a:ahLst/>
            <a:cxnLst/>
            <a:rect l="l" t="t" r="r" b="b"/>
            <a:pathLst>
              <a:path w="13805" h="108707">
                <a:moveTo>
                  <a:pt x="0" y="0"/>
                </a:moveTo>
                <a:lnTo>
                  <a:pt x="476" y="639"/>
                </a:lnTo>
                <a:lnTo>
                  <a:pt x="476" y="1499"/>
                </a:lnTo>
                <a:lnTo>
                  <a:pt x="476" y="2352"/>
                </a:lnTo>
                <a:lnTo>
                  <a:pt x="476" y="2999"/>
                </a:lnTo>
                <a:lnTo>
                  <a:pt x="476" y="3851"/>
                </a:lnTo>
                <a:lnTo>
                  <a:pt x="793" y="4712"/>
                </a:lnTo>
                <a:lnTo>
                  <a:pt x="793" y="5360"/>
                </a:lnTo>
                <a:lnTo>
                  <a:pt x="793" y="5999"/>
                </a:lnTo>
                <a:lnTo>
                  <a:pt x="793" y="7073"/>
                </a:lnTo>
                <a:lnTo>
                  <a:pt x="793" y="7712"/>
                </a:lnTo>
                <a:lnTo>
                  <a:pt x="1110" y="8360"/>
                </a:lnTo>
                <a:lnTo>
                  <a:pt x="1110" y="9212"/>
                </a:lnTo>
                <a:lnTo>
                  <a:pt x="1110" y="10073"/>
                </a:lnTo>
                <a:lnTo>
                  <a:pt x="1110" y="10721"/>
                </a:lnTo>
                <a:lnTo>
                  <a:pt x="1586" y="11573"/>
                </a:lnTo>
                <a:lnTo>
                  <a:pt x="1586" y="12221"/>
                </a:lnTo>
                <a:lnTo>
                  <a:pt x="1586" y="13073"/>
                </a:lnTo>
                <a:lnTo>
                  <a:pt x="1586" y="13721"/>
                </a:lnTo>
                <a:lnTo>
                  <a:pt x="1586" y="14573"/>
                </a:lnTo>
                <a:lnTo>
                  <a:pt x="1586" y="15434"/>
                </a:lnTo>
                <a:lnTo>
                  <a:pt x="1586" y="16082"/>
                </a:lnTo>
                <a:lnTo>
                  <a:pt x="1586" y="16721"/>
                </a:lnTo>
                <a:lnTo>
                  <a:pt x="1586" y="17582"/>
                </a:lnTo>
                <a:lnTo>
                  <a:pt x="1586" y="18221"/>
                </a:lnTo>
                <a:lnTo>
                  <a:pt x="1904" y="18869"/>
                </a:lnTo>
                <a:lnTo>
                  <a:pt x="1904" y="19721"/>
                </a:lnTo>
                <a:lnTo>
                  <a:pt x="1904" y="20369"/>
                </a:lnTo>
                <a:lnTo>
                  <a:pt x="1904" y="21221"/>
                </a:lnTo>
                <a:lnTo>
                  <a:pt x="1904" y="21869"/>
                </a:lnTo>
                <a:lnTo>
                  <a:pt x="2380" y="22508"/>
                </a:lnTo>
                <a:lnTo>
                  <a:pt x="2380" y="23369"/>
                </a:lnTo>
                <a:lnTo>
                  <a:pt x="2380" y="24008"/>
                </a:lnTo>
                <a:lnTo>
                  <a:pt x="2380" y="24869"/>
                </a:lnTo>
                <a:lnTo>
                  <a:pt x="2697" y="25517"/>
                </a:lnTo>
                <a:lnTo>
                  <a:pt x="2697" y="26156"/>
                </a:lnTo>
                <a:lnTo>
                  <a:pt x="2697" y="27017"/>
                </a:lnTo>
                <a:lnTo>
                  <a:pt x="2697" y="27656"/>
                </a:lnTo>
                <a:lnTo>
                  <a:pt x="2697" y="28517"/>
                </a:lnTo>
                <a:lnTo>
                  <a:pt x="3015" y="28943"/>
                </a:lnTo>
                <a:lnTo>
                  <a:pt x="3015" y="29591"/>
                </a:lnTo>
                <a:lnTo>
                  <a:pt x="3015" y="30443"/>
                </a:lnTo>
                <a:lnTo>
                  <a:pt x="3015" y="31091"/>
                </a:lnTo>
                <a:lnTo>
                  <a:pt x="3015" y="31943"/>
                </a:lnTo>
                <a:lnTo>
                  <a:pt x="3491" y="32591"/>
                </a:lnTo>
                <a:lnTo>
                  <a:pt x="3491" y="33230"/>
                </a:lnTo>
                <a:lnTo>
                  <a:pt x="3491" y="33878"/>
                </a:lnTo>
                <a:lnTo>
                  <a:pt x="3491" y="34517"/>
                </a:lnTo>
                <a:lnTo>
                  <a:pt x="3491" y="35377"/>
                </a:lnTo>
                <a:lnTo>
                  <a:pt x="3491" y="35804"/>
                </a:lnTo>
                <a:lnTo>
                  <a:pt x="3491" y="36664"/>
                </a:lnTo>
                <a:lnTo>
                  <a:pt x="3491" y="37303"/>
                </a:lnTo>
                <a:lnTo>
                  <a:pt x="3491" y="37951"/>
                </a:lnTo>
                <a:lnTo>
                  <a:pt x="3808" y="38590"/>
                </a:lnTo>
                <a:lnTo>
                  <a:pt x="3808" y="39238"/>
                </a:lnTo>
                <a:lnTo>
                  <a:pt x="3808" y="39877"/>
                </a:lnTo>
                <a:lnTo>
                  <a:pt x="3808" y="40525"/>
                </a:lnTo>
                <a:lnTo>
                  <a:pt x="3808" y="41377"/>
                </a:lnTo>
                <a:lnTo>
                  <a:pt x="4284" y="41812"/>
                </a:lnTo>
                <a:lnTo>
                  <a:pt x="4284" y="42664"/>
                </a:lnTo>
                <a:lnTo>
                  <a:pt x="4284" y="43099"/>
                </a:lnTo>
                <a:lnTo>
                  <a:pt x="4284" y="43738"/>
                </a:lnTo>
                <a:lnTo>
                  <a:pt x="4284" y="44599"/>
                </a:lnTo>
                <a:lnTo>
                  <a:pt x="4601" y="45025"/>
                </a:lnTo>
                <a:lnTo>
                  <a:pt x="4601" y="45886"/>
                </a:lnTo>
                <a:lnTo>
                  <a:pt x="4601" y="46312"/>
                </a:lnTo>
                <a:lnTo>
                  <a:pt x="4601" y="47173"/>
                </a:lnTo>
                <a:lnTo>
                  <a:pt x="4601" y="47599"/>
                </a:lnTo>
                <a:lnTo>
                  <a:pt x="4919" y="48460"/>
                </a:lnTo>
                <a:lnTo>
                  <a:pt x="4919" y="48886"/>
                </a:lnTo>
                <a:lnTo>
                  <a:pt x="4919" y="49738"/>
                </a:lnTo>
                <a:lnTo>
                  <a:pt x="4919" y="50173"/>
                </a:lnTo>
                <a:lnTo>
                  <a:pt x="5395" y="50812"/>
                </a:lnTo>
                <a:lnTo>
                  <a:pt x="5395" y="51460"/>
                </a:lnTo>
                <a:lnTo>
                  <a:pt x="5395" y="52099"/>
                </a:lnTo>
                <a:lnTo>
                  <a:pt x="5395" y="52747"/>
                </a:lnTo>
                <a:lnTo>
                  <a:pt x="5395" y="53173"/>
                </a:lnTo>
                <a:lnTo>
                  <a:pt x="5712" y="53821"/>
                </a:lnTo>
                <a:lnTo>
                  <a:pt x="5712" y="54460"/>
                </a:lnTo>
                <a:lnTo>
                  <a:pt x="5712" y="55099"/>
                </a:lnTo>
                <a:lnTo>
                  <a:pt x="5712" y="55534"/>
                </a:lnTo>
                <a:lnTo>
                  <a:pt x="5712" y="56173"/>
                </a:lnTo>
                <a:lnTo>
                  <a:pt x="5712" y="56821"/>
                </a:lnTo>
                <a:lnTo>
                  <a:pt x="5712" y="57460"/>
                </a:lnTo>
                <a:lnTo>
                  <a:pt x="5712" y="57895"/>
                </a:lnTo>
                <a:lnTo>
                  <a:pt x="5712" y="58747"/>
                </a:lnTo>
                <a:lnTo>
                  <a:pt x="5712" y="59173"/>
                </a:lnTo>
                <a:lnTo>
                  <a:pt x="6188" y="59821"/>
                </a:lnTo>
                <a:lnTo>
                  <a:pt x="6188" y="60247"/>
                </a:lnTo>
                <a:lnTo>
                  <a:pt x="6188" y="60895"/>
                </a:lnTo>
                <a:lnTo>
                  <a:pt x="6188" y="61534"/>
                </a:lnTo>
                <a:lnTo>
                  <a:pt x="6506" y="62182"/>
                </a:lnTo>
                <a:lnTo>
                  <a:pt x="6506" y="62608"/>
                </a:lnTo>
                <a:lnTo>
                  <a:pt x="6506" y="63256"/>
                </a:lnTo>
                <a:lnTo>
                  <a:pt x="6506" y="63895"/>
                </a:lnTo>
                <a:lnTo>
                  <a:pt x="6506" y="64321"/>
                </a:lnTo>
                <a:lnTo>
                  <a:pt x="6982" y="64969"/>
                </a:lnTo>
                <a:lnTo>
                  <a:pt x="6982" y="65395"/>
                </a:lnTo>
                <a:lnTo>
                  <a:pt x="6982" y="66043"/>
                </a:lnTo>
                <a:lnTo>
                  <a:pt x="6982" y="66469"/>
                </a:lnTo>
                <a:lnTo>
                  <a:pt x="6982" y="67108"/>
                </a:lnTo>
                <a:lnTo>
                  <a:pt x="7299" y="67543"/>
                </a:lnTo>
                <a:lnTo>
                  <a:pt x="7299" y="68182"/>
                </a:lnTo>
                <a:lnTo>
                  <a:pt x="7299" y="68608"/>
                </a:lnTo>
                <a:lnTo>
                  <a:pt x="7299" y="69256"/>
                </a:lnTo>
                <a:lnTo>
                  <a:pt x="7299" y="69682"/>
                </a:lnTo>
                <a:lnTo>
                  <a:pt x="7616" y="70329"/>
                </a:lnTo>
                <a:lnTo>
                  <a:pt x="7616" y="70968"/>
                </a:lnTo>
                <a:lnTo>
                  <a:pt x="7616" y="71403"/>
                </a:lnTo>
                <a:lnTo>
                  <a:pt x="7616" y="72042"/>
                </a:lnTo>
                <a:lnTo>
                  <a:pt x="7616" y="72468"/>
                </a:lnTo>
                <a:lnTo>
                  <a:pt x="7616" y="73116"/>
                </a:lnTo>
                <a:lnTo>
                  <a:pt x="7616" y="73542"/>
                </a:lnTo>
                <a:lnTo>
                  <a:pt x="7616" y="74190"/>
                </a:lnTo>
                <a:lnTo>
                  <a:pt x="7616" y="74403"/>
                </a:lnTo>
                <a:lnTo>
                  <a:pt x="8093" y="75042"/>
                </a:lnTo>
                <a:lnTo>
                  <a:pt x="8093" y="75690"/>
                </a:lnTo>
                <a:lnTo>
                  <a:pt x="8093" y="76116"/>
                </a:lnTo>
                <a:lnTo>
                  <a:pt x="8093" y="76764"/>
                </a:lnTo>
                <a:lnTo>
                  <a:pt x="8093" y="76977"/>
                </a:lnTo>
                <a:lnTo>
                  <a:pt x="8410" y="77616"/>
                </a:lnTo>
                <a:lnTo>
                  <a:pt x="8410" y="78042"/>
                </a:lnTo>
                <a:lnTo>
                  <a:pt x="8410" y="78690"/>
                </a:lnTo>
                <a:lnTo>
                  <a:pt x="8410" y="79116"/>
                </a:lnTo>
                <a:lnTo>
                  <a:pt x="8410" y="79551"/>
                </a:lnTo>
                <a:lnTo>
                  <a:pt x="8886" y="80190"/>
                </a:lnTo>
                <a:lnTo>
                  <a:pt x="8886" y="80403"/>
                </a:lnTo>
                <a:lnTo>
                  <a:pt x="8886" y="81051"/>
                </a:lnTo>
                <a:lnTo>
                  <a:pt x="8886" y="81477"/>
                </a:lnTo>
                <a:lnTo>
                  <a:pt x="8886" y="81903"/>
                </a:lnTo>
                <a:lnTo>
                  <a:pt x="9203" y="82551"/>
                </a:lnTo>
                <a:lnTo>
                  <a:pt x="9203" y="82764"/>
                </a:lnTo>
                <a:lnTo>
                  <a:pt x="9203" y="83403"/>
                </a:lnTo>
                <a:lnTo>
                  <a:pt x="9203" y="83838"/>
                </a:lnTo>
                <a:lnTo>
                  <a:pt x="9521" y="84264"/>
                </a:lnTo>
                <a:lnTo>
                  <a:pt x="9521" y="84912"/>
                </a:lnTo>
                <a:lnTo>
                  <a:pt x="9521" y="85125"/>
                </a:lnTo>
                <a:lnTo>
                  <a:pt x="9521" y="85764"/>
                </a:lnTo>
                <a:lnTo>
                  <a:pt x="9521" y="86199"/>
                </a:lnTo>
                <a:lnTo>
                  <a:pt x="9997" y="86625"/>
                </a:lnTo>
                <a:lnTo>
                  <a:pt x="9997" y="87051"/>
                </a:lnTo>
                <a:lnTo>
                  <a:pt x="9997" y="87477"/>
                </a:lnTo>
                <a:lnTo>
                  <a:pt x="9997" y="87912"/>
                </a:lnTo>
                <a:lnTo>
                  <a:pt x="9997" y="88338"/>
                </a:lnTo>
                <a:lnTo>
                  <a:pt x="9997" y="88764"/>
                </a:lnTo>
                <a:lnTo>
                  <a:pt x="9997" y="89199"/>
                </a:lnTo>
                <a:lnTo>
                  <a:pt x="9997" y="89838"/>
                </a:lnTo>
                <a:lnTo>
                  <a:pt x="9997" y="90051"/>
                </a:lnTo>
                <a:lnTo>
                  <a:pt x="9997" y="90486"/>
                </a:lnTo>
                <a:lnTo>
                  <a:pt x="10314" y="90912"/>
                </a:lnTo>
                <a:lnTo>
                  <a:pt x="10314" y="91338"/>
                </a:lnTo>
                <a:lnTo>
                  <a:pt x="10314" y="91773"/>
                </a:lnTo>
                <a:lnTo>
                  <a:pt x="10314" y="92199"/>
                </a:lnTo>
                <a:lnTo>
                  <a:pt x="10790" y="92625"/>
                </a:lnTo>
                <a:lnTo>
                  <a:pt x="10790" y="93060"/>
                </a:lnTo>
                <a:lnTo>
                  <a:pt x="10790" y="93273"/>
                </a:lnTo>
                <a:lnTo>
                  <a:pt x="10790" y="93912"/>
                </a:lnTo>
                <a:lnTo>
                  <a:pt x="10790" y="94347"/>
                </a:lnTo>
                <a:lnTo>
                  <a:pt x="11108" y="94560"/>
                </a:lnTo>
                <a:lnTo>
                  <a:pt x="11108" y="94986"/>
                </a:lnTo>
                <a:lnTo>
                  <a:pt x="11108" y="95412"/>
                </a:lnTo>
                <a:lnTo>
                  <a:pt x="11108" y="95847"/>
                </a:lnTo>
                <a:lnTo>
                  <a:pt x="11108" y="96273"/>
                </a:lnTo>
                <a:lnTo>
                  <a:pt x="11584" y="96699"/>
                </a:lnTo>
                <a:lnTo>
                  <a:pt x="11584" y="96912"/>
                </a:lnTo>
                <a:lnTo>
                  <a:pt x="11584" y="97347"/>
                </a:lnTo>
                <a:lnTo>
                  <a:pt x="11584" y="97773"/>
                </a:lnTo>
                <a:lnTo>
                  <a:pt x="11584" y="97986"/>
                </a:lnTo>
                <a:lnTo>
                  <a:pt x="11901" y="98421"/>
                </a:lnTo>
                <a:lnTo>
                  <a:pt x="11901" y="98847"/>
                </a:lnTo>
                <a:lnTo>
                  <a:pt x="11901" y="99273"/>
                </a:lnTo>
                <a:lnTo>
                  <a:pt x="11901" y="99486"/>
                </a:lnTo>
                <a:lnTo>
                  <a:pt x="11901" y="99921"/>
                </a:lnTo>
                <a:lnTo>
                  <a:pt x="11901" y="100347"/>
                </a:lnTo>
                <a:lnTo>
                  <a:pt x="11901" y="100560"/>
                </a:lnTo>
                <a:lnTo>
                  <a:pt x="11901" y="100986"/>
                </a:lnTo>
                <a:lnTo>
                  <a:pt x="11901" y="101421"/>
                </a:lnTo>
                <a:lnTo>
                  <a:pt x="12218" y="101634"/>
                </a:lnTo>
                <a:lnTo>
                  <a:pt x="12218" y="102060"/>
                </a:lnTo>
                <a:lnTo>
                  <a:pt x="12218" y="102494"/>
                </a:lnTo>
                <a:lnTo>
                  <a:pt x="12218" y="102708"/>
                </a:lnTo>
                <a:lnTo>
                  <a:pt x="12218" y="103134"/>
                </a:lnTo>
                <a:lnTo>
                  <a:pt x="12694" y="103560"/>
                </a:lnTo>
                <a:lnTo>
                  <a:pt x="12694" y="103781"/>
                </a:lnTo>
                <a:lnTo>
                  <a:pt x="12694" y="103994"/>
                </a:lnTo>
                <a:lnTo>
                  <a:pt x="12694" y="104420"/>
                </a:lnTo>
                <a:lnTo>
                  <a:pt x="12694" y="104847"/>
                </a:lnTo>
                <a:lnTo>
                  <a:pt x="13012" y="105060"/>
                </a:lnTo>
                <a:lnTo>
                  <a:pt x="13012" y="105281"/>
                </a:lnTo>
                <a:lnTo>
                  <a:pt x="13012" y="105707"/>
                </a:lnTo>
                <a:lnTo>
                  <a:pt x="13012" y="106133"/>
                </a:lnTo>
                <a:lnTo>
                  <a:pt x="13488" y="106346"/>
                </a:lnTo>
                <a:lnTo>
                  <a:pt x="13488" y="106568"/>
                </a:lnTo>
                <a:lnTo>
                  <a:pt x="13488" y="106994"/>
                </a:lnTo>
                <a:lnTo>
                  <a:pt x="13488" y="107420"/>
                </a:lnTo>
                <a:lnTo>
                  <a:pt x="13488" y="107633"/>
                </a:lnTo>
                <a:lnTo>
                  <a:pt x="13805" y="107855"/>
                </a:lnTo>
                <a:lnTo>
                  <a:pt x="13805" y="108281"/>
                </a:lnTo>
                <a:lnTo>
                  <a:pt x="13805" y="108494"/>
                </a:lnTo>
                <a:lnTo>
                  <a:pt x="13805" y="108707"/>
                </a:lnTo>
              </a:path>
            </a:pathLst>
          </a:custGeom>
          <a:ln w="194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6593698" y="4070193"/>
            <a:ext cx="13488" cy="15656"/>
          </a:xfrm>
          <a:custGeom>
            <a:avLst/>
            <a:gdLst/>
            <a:ahLst/>
            <a:cxnLst/>
            <a:rect l="l" t="t" r="r" b="b"/>
            <a:pathLst>
              <a:path w="13488" h="15656">
                <a:moveTo>
                  <a:pt x="0" y="0"/>
                </a:moveTo>
                <a:lnTo>
                  <a:pt x="0" y="434"/>
                </a:lnTo>
                <a:lnTo>
                  <a:pt x="317" y="647"/>
                </a:lnTo>
                <a:lnTo>
                  <a:pt x="317" y="1073"/>
                </a:lnTo>
                <a:lnTo>
                  <a:pt x="317" y="1286"/>
                </a:lnTo>
                <a:lnTo>
                  <a:pt x="317" y="1499"/>
                </a:lnTo>
                <a:lnTo>
                  <a:pt x="317" y="1712"/>
                </a:lnTo>
                <a:lnTo>
                  <a:pt x="317" y="2147"/>
                </a:lnTo>
                <a:lnTo>
                  <a:pt x="317" y="2360"/>
                </a:lnTo>
                <a:lnTo>
                  <a:pt x="317" y="2573"/>
                </a:lnTo>
                <a:lnTo>
                  <a:pt x="317" y="2786"/>
                </a:lnTo>
                <a:lnTo>
                  <a:pt x="793" y="3221"/>
                </a:lnTo>
                <a:lnTo>
                  <a:pt x="793" y="3434"/>
                </a:lnTo>
                <a:lnTo>
                  <a:pt x="793" y="3647"/>
                </a:lnTo>
                <a:lnTo>
                  <a:pt x="793" y="3860"/>
                </a:lnTo>
                <a:lnTo>
                  <a:pt x="793" y="4073"/>
                </a:lnTo>
                <a:lnTo>
                  <a:pt x="1110" y="4508"/>
                </a:lnTo>
                <a:lnTo>
                  <a:pt x="1110" y="4721"/>
                </a:lnTo>
                <a:lnTo>
                  <a:pt x="1110" y="5147"/>
                </a:lnTo>
                <a:lnTo>
                  <a:pt x="1110" y="5360"/>
                </a:lnTo>
                <a:lnTo>
                  <a:pt x="1586" y="5573"/>
                </a:lnTo>
                <a:lnTo>
                  <a:pt x="1586" y="6008"/>
                </a:lnTo>
                <a:lnTo>
                  <a:pt x="1586" y="6221"/>
                </a:lnTo>
                <a:lnTo>
                  <a:pt x="1586" y="6434"/>
                </a:lnTo>
                <a:lnTo>
                  <a:pt x="1904" y="6860"/>
                </a:lnTo>
                <a:lnTo>
                  <a:pt x="1904" y="7073"/>
                </a:lnTo>
                <a:lnTo>
                  <a:pt x="1904" y="7295"/>
                </a:lnTo>
                <a:lnTo>
                  <a:pt x="2380" y="7508"/>
                </a:lnTo>
                <a:lnTo>
                  <a:pt x="2380" y="7934"/>
                </a:lnTo>
                <a:lnTo>
                  <a:pt x="2380" y="8147"/>
                </a:lnTo>
                <a:lnTo>
                  <a:pt x="2380" y="8360"/>
                </a:lnTo>
                <a:lnTo>
                  <a:pt x="2380" y="8582"/>
                </a:lnTo>
                <a:lnTo>
                  <a:pt x="2380" y="8795"/>
                </a:lnTo>
                <a:lnTo>
                  <a:pt x="2380" y="9008"/>
                </a:lnTo>
                <a:lnTo>
                  <a:pt x="2380" y="9221"/>
                </a:lnTo>
                <a:lnTo>
                  <a:pt x="2380" y="9434"/>
                </a:lnTo>
                <a:lnTo>
                  <a:pt x="2697" y="9434"/>
                </a:lnTo>
                <a:lnTo>
                  <a:pt x="2697" y="9647"/>
                </a:lnTo>
                <a:lnTo>
                  <a:pt x="2697" y="9869"/>
                </a:lnTo>
                <a:lnTo>
                  <a:pt x="2697" y="10082"/>
                </a:lnTo>
                <a:lnTo>
                  <a:pt x="2697" y="10295"/>
                </a:lnTo>
                <a:lnTo>
                  <a:pt x="3015" y="10508"/>
                </a:lnTo>
                <a:lnTo>
                  <a:pt x="3015" y="10721"/>
                </a:lnTo>
                <a:lnTo>
                  <a:pt x="3015" y="10934"/>
                </a:lnTo>
                <a:lnTo>
                  <a:pt x="3491" y="11147"/>
                </a:lnTo>
                <a:lnTo>
                  <a:pt x="3491" y="11369"/>
                </a:lnTo>
                <a:lnTo>
                  <a:pt x="3491" y="11582"/>
                </a:lnTo>
                <a:lnTo>
                  <a:pt x="3491" y="11795"/>
                </a:lnTo>
                <a:lnTo>
                  <a:pt x="3808" y="11795"/>
                </a:lnTo>
                <a:lnTo>
                  <a:pt x="3808" y="12008"/>
                </a:lnTo>
                <a:lnTo>
                  <a:pt x="3808" y="12221"/>
                </a:lnTo>
                <a:lnTo>
                  <a:pt x="3808" y="12434"/>
                </a:lnTo>
                <a:lnTo>
                  <a:pt x="4284" y="12656"/>
                </a:lnTo>
                <a:lnTo>
                  <a:pt x="4284" y="12869"/>
                </a:lnTo>
                <a:lnTo>
                  <a:pt x="4284" y="13082"/>
                </a:lnTo>
                <a:lnTo>
                  <a:pt x="4284" y="13295"/>
                </a:lnTo>
                <a:lnTo>
                  <a:pt x="4284" y="13508"/>
                </a:lnTo>
                <a:lnTo>
                  <a:pt x="4601" y="13721"/>
                </a:lnTo>
                <a:lnTo>
                  <a:pt x="4601" y="13943"/>
                </a:lnTo>
                <a:lnTo>
                  <a:pt x="4601" y="14156"/>
                </a:lnTo>
                <a:lnTo>
                  <a:pt x="4919" y="14156"/>
                </a:lnTo>
                <a:lnTo>
                  <a:pt x="4919" y="14369"/>
                </a:lnTo>
                <a:lnTo>
                  <a:pt x="5395" y="14582"/>
                </a:lnTo>
                <a:lnTo>
                  <a:pt x="5395" y="14795"/>
                </a:lnTo>
                <a:lnTo>
                  <a:pt x="5395" y="15008"/>
                </a:lnTo>
                <a:lnTo>
                  <a:pt x="5712" y="15008"/>
                </a:lnTo>
                <a:lnTo>
                  <a:pt x="5712" y="15221"/>
                </a:lnTo>
                <a:lnTo>
                  <a:pt x="6188" y="15221"/>
                </a:lnTo>
                <a:lnTo>
                  <a:pt x="6188" y="15443"/>
                </a:lnTo>
                <a:lnTo>
                  <a:pt x="6506" y="15443"/>
                </a:lnTo>
                <a:lnTo>
                  <a:pt x="6506" y="15656"/>
                </a:lnTo>
                <a:lnTo>
                  <a:pt x="6823" y="15656"/>
                </a:lnTo>
                <a:lnTo>
                  <a:pt x="7299" y="15656"/>
                </a:lnTo>
                <a:lnTo>
                  <a:pt x="7616" y="15656"/>
                </a:lnTo>
                <a:lnTo>
                  <a:pt x="8093" y="15656"/>
                </a:lnTo>
                <a:lnTo>
                  <a:pt x="8093" y="15656"/>
                </a:lnTo>
                <a:lnTo>
                  <a:pt x="8093" y="15443"/>
                </a:lnTo>
                <a:lnTo>
                  <a:pt x="8410" y="15443"/>
                </a:lnTo>
                <a:lnTo>
                  <a:pt x="8410" y="15221"/>
                </a:lnTo>
                <a:lnTo>
                  <a:pt x="8886" y="15221"/>
                </a:lnTo>
                <a:lnTo>
                  <a:pt x="8886" y="15008"/>
                </a:lnTo>
                <a:lnTo>
                  <a:pt x="8886" y="14795"/>
                </a:lnTo>
                <a:lnTo>
                  <a:pt x="9203" y="14795"/>
                </a:lnTo>
                <a:lnTo>
                  <a:pt x="9203" y="14582"/>
                </a:lnTo>
                <a:lnTo>
                  <a:pt x="9203" y="14369"/>
                </a:lnTo>
                <a:lnTo>
                  <a:pt x="9521" y="14369"/>
                </a:lnTo>
                <a:lnTo>
                  <a:pt x="9521" y="14156"/>
                </a:lnTo>
                <a:lnTo>
                  <a:pt x="9997" y="13943"/>
                </a:lnTo>
                <a:lnTo>
                  <a:pt x="9997" y="13721"/>
                </a:lnTo>
                <a:lnTo>
                  <a:pt x="9997" y="13508"/>
                </a:lnTo>
                <a:lnTo>
                  <a:pt x="10314" y="13508"/>
                </a:lnTo>
                <a:lnTo>
                  <a:pt x="10314" y="13295"/>
                </a:lnTo>
                <a:lnTo>
                  <a:pt x="10314" y="13082"/>
                </a:lnTo>
                <a:lnTo>
                  <a:pt x="10790" y="12869"/>
                </a:lnTo>
                <a:lnTo>
                  <a:pt x="10790" y="12656"/>
                </a:lnTo>
                <a:lnTo>
                  <a:pt x="10790" y="12434"/>
                </a:lnTo>
                <a:lnTo>
                  <a:pt x="10790" y="12221"/>
                </a:lnTo>
                <a:lnTo>
                  <a:pt x="10790" y="12008"/>
                </a:lnTo>
                <a:lnTo>
                  <a:pt x="10790" y="11795"/>
                </a:lnTo>
                <a:lnTo>
                  <a:pt x="11108" y="11582"/>
                </a:lnTo>
                <a:lnTo>
                  <a:pt x="11108" y="11369"/>
                </a:lnTo>
                <a:lnTo>
                  <a:pt x="11108" y="11147"/>
                </a:lnTo>
                <a:lnTo>
                  <a:pt x="11108" y="10934"/>
                </a:lnTo>
                <a:lnTo>
                  <a:pt x="11425" y="10721"/>
                </a:lnTo>
                <a:lnTo>
                  <a:pt x="11425" y="10508"/>
                </a:lnTo>
                <a:lnTo>
                  <a:pt x="11425" y="10295"/>
                </a:lnTo>
                <a:lnTo>
                  <a:pt x="11425" y="10082"/>
                </a:lnTo>
                <a:lnTo>
                  <a:pt x="11901" y="9869"/>
                </a:lnTo>
                <a:lnTo>
                  <a:pt x="11901" y="9647"/>
                </a:lnTo>
                <a:lnTo>
                  <a:pt x="11901" y="9434"/>
                </a:lnTo>
                <a:lnTo>
                  <a:pt x="11901" y="9221"/>
                </a:lnTo>
                <a:lnTo>
                  <a:pt x="12218" y="9008"/>
                </a:lnTo>
                <a:lnTo>
                  <a:pt x="12218" y="8795"/>
                </a:lnTo>
                <a:lnTo>
                  <a:pt x="12218" y="8582"/>
                </a:lnTo>
                <a:lnTo>
                  <a:pt x="12218" y="8360"/>
                </a:lnTo>
                <a:lnTo>
                  <a:pt x="12694" y="8360"/>
                </a:lnTo>
                <a:lnTo>
                  <a:pt x="12694" y="8147"/>
                </a:lnTo>
                <a:lnTo>
                  <a:pt x="12694" y="7721"/>
                </a:lnTo>
                <a:lnTo>
                  <a:pt x="12694" y="7508"/>
                </a:lnTo>
                <a:lnTo>
                  <a:pt x="12694" y="7295"/>
                </a:lnTo>
                <a:lnTo>
                  <a:pt x="12694" y="7073"/>
                </a:lnTo>
                <a:lnTo>
                  <a:pt x="12694" y="6647"/>
                </a:lnTo>
                <a:lnTo>
                  <a:pt x="12694" y="6434"/>
                </a:lnTo>
                <a:lnTo>
                  <a:pt x="12694" y="6221"/>
                </a:lnTo>
                <a:lnTo>
                  <a:pt x="13012" y="6008"/>
                </a:lnTo>
                <a:lnTo>
                  <a:pt x="13012" y="5786"/>
                </a:lnTo>
                <a:lnTo>
                  <a:pt x="13012" y="5573"/>
                </a:lnTo>
                <a:lnTo>
                  <a:pt x="13012" y="5360"/>
                </a:lnTo>
                <a:lnTo>
                  <a:pt x="13012" y="4934"/>
                </a:lnTo>
                <a:lnTo>
                  <a:pt x="13488" y="4721"/>
                </a:lnTo>
                <a:lnTo>
                  <a:pt x="13488" y="4286"/>
                </a:lnTo>
              </a:path>
            </a:pathLst>
          </a:custGeom>
          <a:ln w="1587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6607186" y="3971345"/>
            <a:ext cx="13647" cy="103134"/>
          </a:xfrm>
          <a:custGeom>
            <a:avLst/>
            <a:gdLst/>
            <a:ahLst/>
            <a:cxnLst/>
            <a:rect l="l" t="t" r="r" b="b"/>
            <a:pathLst>
              <a:path w="13647" h="103134">
                <a:moveTo>
                  <a:pt x="0" y="103134"/>
                </a:moveTo>
                <a:lnTo>
                  <a:pt x="0" y="102921"/>
                </a:lnTo>
                <a:lnTo>
                  <a:pt x="317" y="102708"/>
                </a:lnTo>
                <a:lnTo>
                  <a:pt x="317" y="102494"/>
                </a:lnTo>
                <a:lnTo>
                  <a:pt x="317" y="102281"/>
                </a:lnTo>
                <a:lnTo>
                  <a:pt x="317" y="101847"/>
                </a:lnTo>
                <a:lnTo>
                  <a:pt x="317" y="101634"/>
                </a:lnTo>
                <a:lnTo>
                  <a:pt x="634" y="101208"/>
                </a:lnTo>
                <a:lnTo>
                  <a:pt x="634" y="100782"/>
                </a:lnTo>
                <a:lnTo>
                  <a:pt x="634" y="100560"/>
                </a:lnTo>
                <a:lnTo>
                  <a:pt x="634" y="100134"/>
                </a:lnTo>
                <a:lnTo>
                  <a:pt x="1110" y="100134"/>
                </a:lnTo>
                <a:lnTo>
                  <a:pt x="1110" y="99708"/>
                </a:lnTo>
                <a:lnTo>
                  <a:pt x="1110" y="99495"/>
                </a:lnTo>
                <a:lnTo>
                  <a:pt x="1110" y="99060"/>
                </a:lnTo>
                <a:lnTo>
                  <a:pt x="1110" y="98847"/>
                </a:lnTo>
                <a:lnTo>
                  <a:pt x="1428" y="98634"/>
                </a:lnTo>
                <a:lnTo>
                  <a:pt x="1428" y="98208"/>
                </a:lnTo>
                <a:lnTo>
                  <a:pt x="1428" y="97773"/>
                </a:lnTo>
                <a:lnTo>
                  <a:pt x="1428" y="97347"/>
                </a:lnTo>
                <a:lnTo>
                  <a:pt x="1428" y="96921"/>
                </a:lnTo>
                <a:lnTo>
                  <a:pt x="1428" y="96708"/>
                </a:lnTo>
                <a:lnTo>
                  <a:pt x="1428" y="96486"/>
                </a:lnTo>
                <a:lnTo>
                  <a:pt x="1428" y="96060"/>
                </a:lnTo>
                <a:lnTo>
                  <a:pt x="1904" y="95634"/>
                </a:lnTo>
                <a:lnTo>
                  <a:pt x="1904" y="95421"/>
                </a:lnTo>
                <a:lnTo>
                  <a:pt x="1904" y="95199"/>
                </a:lnTo>
                <a:lnTo>
                  <a:pt x="1904" y="94773"/>
                </a:lnTo>
                <a:lnTo>
                  <a:pt x="1904" y="94347"/>
                </a:lnTo>
                <a:lnTo>
                  <a:pt x="2221" y="94134"/>
                </a:lnTo>
                <a:lnTo>
                  <a:pt x="2221" y="93921"/>
                </a:lnTo>
                <a:lnTo>
                  <a:pt x="2221" y="93486"/>
                </a:lnTo>
                <a:lnTo>
                  <a:pt x="2221" y="93060"/>
                </a:lnTo>
                <a:lnTo>
                  <a:pt x="2221" y="92847"/>
                </a:lnTo>
                <a:lnTo>
                  <a:pt x="2538" y="92412"/>
                </a:lnTo>
                <a:lnTo>
                  <a:pt x="2538" y="91986"/>
                </a:lnTo>
                <a:lnTo>
                  <a:pt x="2538" y="91773"/>
                </a:lnTo>
                <a:lnTo>
                  <a:pt x="2538" y="91347"/>
                </a:lnTo>
                <a:lnTo>
                  <a:pt x="3015" y="90912"/>
                </a:lnTo>
                <a:lnTo>
                  <a:pt x="3015" y="90486"/>
                </a:lnTo>
                <a:lnTo>
                  <a:pt x="3015" y="90273"/>
                </a:lnTo>
                <a:lnTo>
                  <a:pt x="3015" y="89847"/>
                </a:lnTo>
                <a:lnTo>
                  <a:pt x="3015" y="89412"/>
                </a:lnTo>
                <a:lnTo>
                  <a:pt x="3332" y="89199"/>
                </a:lnTo>
                <a:lnTo>
                  <a:pt x="3332" y="88773"/>
                </a:lnTo>
                <a:lnTo>
                  <a:pt x="3332" y="88338"/>
                </a:lnTo>
                <a:lnTo>
                  <a:pt x="3332" y="88125"/>
                </a:lnTo>
                <a:lnTo>
                  <a:pt x="3332" y="87699"/>
                </a:lnTo>
                <a:lnTo>
                  <a:pt x="3332" y="87273"/>
                </a:lnTo>
                <a:lnTo>
                  <a:pt x="3332" y="86838"/>
                </a:lnTo>
                <a:lnTo>
                  <a:pt x="3332" y="86412"/>
                </a:lnTo>
                <a:lnTo>
                  <a:pt x="3332" y="85986"/>
                </a:lnTo>
                <a:lnTo>
                  <a:pt x="3332" y="85764"/>
                </a:lnTo>
                <a:lnTo>
                  <a:pt x="3808" y="85338"/>
                </a:lnTo>
                <a:lnTo>
                  <a:pt x="3808" y="84912"/>
                </a:lnTo>
                <a:lnTo>
                  <a:pt x="3808" y="84486"/>
                </a:lnTo>
                <a:lnTo>
                  <a:pt x="3808" y="84051"/>
                </a:lnTo>
                <a:lnTo>
                  <a:pt x="4125" y="83625"/>
                </a:lnTo>
                <a:lnTo>
                  <a:pt x="4125" y="83412"/>
                </a:lnTo>
                <a:lnTo>
                  <a:pt x="4125" y="82764"/>
                </a:lnTo>
                <a:lnTo>
                  <a:pt x="4125" y="82338"/>
                </a:lnTo>
                <a:lnTo>
                  <a:pt x="4125" y="82125"/>
                </a:lnTo>
                <a:lnTo>
                  <a:pt x="4601" y="81477"/>
                </a:lnTo>
                <a:lnTo>
                  <a:pt x="4601" y="81051"/>
                </a:lnTo>
                <a:lnTo>
                  <a:pt x="4601" y="80838"/>
                </a:lnTo>
                <a:lnTo>
                  <a:pt x="4601" y="80190"/>
                </a:lnTo>
                <a:lnTo>
                  <a:pt x="4601" y="79977"/>
                </a:lnTo>
                <a:lnTo>
                  <a:pt x="4919" y="79338"/>
                </a:lnTo>
                <a:lnTo>
                  <a:pt x="4919" y="78903"/>
                </a:lnTo>
                <a:lnTo>
                  <a:pt x="4919" y="78690"/>
                </a:lnTo>
                <a:lnTo>
                  <a:pt x="4919" y="78051"/>
                </a:lnTo>
                <a:lnTo>
                  <a:pt x="4919" y="77616"/>
                </a:lnTo>
                <a:lnTo>
                  <a:pt x="5236" y="77190"/>
                </a:lnTo>
                <a:lnTo>
                  <a:pt x="5236" y="76764"/>
                </a:lnTo>
                <a:lnTo>
                  <a:pt x="5236" y="76338"/>
                </a:lnTo>
                <a:lnTo>
                  <a:pt x="5236" y="75903"/>
                </a:lnTo>
                <a:lnTo>
                  <a:pt x="5712" y="75264"/>
                </a:lnTo>
                <a:lnTo>
                  <a:pt x="5712" y="75051"/>
                </a:lnTo>
                <a:lnTo>
                  <a:pt x="5712" y="74403"/>
                </a:lnTo>
                <a:lnTo>
                  <a:pt x="5712" y="73977"/>
                </a:lnTo>
                <a:lnTo>
                  <a:pt x="5712" y="73542"/>
                </a:lnTo>
                <a:lnTo>
                  <a:pt x="5712" y="72903"/>
                </a:lnTo>
                <a:lnTo>
                  <a:pt x="5712" y="72690"/>
                </a:lnTo>
                <a:lnTo>
                  <a:pt x="5712" y="72042"/>
                </a:lnTo>
                <a:lnTo>
                  <a:pt x="5712" y="71616"/>
                </a:lnTo>
                <a:lnTo>
                  <a:pt x="5712" y="71190"/>
                </a:lnTo>
                <a:lnTo>
                  <a:pt x="6030" y="70542"/>
                </a:lnTo>
                <a:lnTo>
                  <a:pt x="6030" y="70116"/>
                </a:lnTo>
                <a:lnTo>
                  <a:pt x="6030" y="69469"/>
                </a:lnTo>
                <a:lnTo>
                  <a:pt x="6030" y="69256"/>
                </a:lnTo>
                <a:lnTo>
                  <a:pt x="6030" y="68616"/>
                </a:lnTo>
                <a:lnTo>
                  <a:pt x="6506" y="68182"/>
                </a:lnTo>
                <a:lnTo>
                  <a:pt x="6506" y="67543"/>
                </a:lnTo>
                <a:lnTo>
                  <a:pt x="6506" y="67117"/>
                </a:lnTo>
                <a:lnTo>
                  <a:pt x="6506" y="66682"/>
                </a:lnTo>
                <a:lnTo>
                  <a:pt x="6823" y="66043"/>
                </a:lnTo>
                <a:lnTo>
                  <a:pt x="6823" y="65617"/>
                </a:lnTo>
                <a:lnTo>
                  <a:pt x="6823" y="64969"/>
                </a:lnTo>
                <a:lnTo>
                  <a:pt x="6823" y="64543"/>
                </a:lnTo>
                <a:lnTo>
                  <a:pt x="6823" y="64108"/>
                </a:lnTo>
                <a:lnTo>
                  <a:pt x="7140" y="63469"/>
                </a:lnTo>
                <a:lnTo>
                  <a:pt x="7140" y="63043"/>
                </a:lnTo>
                <a:lnTo>
                  <a:pt x="7140" y="62395"/>
                </a:lnTo>
                <a:lnTo>
                  <a:pt x="7140" y="61969"/>
                </a:lnTo>
                <a:lnTo>
                  <a:pt x="7140" y="61321"/>
                </a:lnTo>
                <a:lnTo>
                  <a:pt x="7616" y="60895"/>
                </a:lnTo>
                <a:lnTo>
                  <a:pt x="7616" y="60256"/>
                </a:lnTo>
                <a:lnTo>
                  <a:pt x="7616" y="59821"/>
                </a:lnTo>
                <a:lnTo>
                  <a:pt x="7616" y="59182"/>
                </a:lnTo>
                <a:lnTo>
                  <a:pt x="7616" y="58747"/>
                </a:lnTo>
                <a:lnTo>
                  <a:pt x="7616" y="58108"/>
                </a:lnTo>
                <a:lnTo>
                  <a:pt x="7616" y="57469"/>
                </a:lnTo>
                <a:lnTo>
                  <a:pt x="7616" y="57034"/>
                </a:lnTo>
                <a:lnTo>
                  <a:pt x="7616" y="56395"/>
                </a:lnTo>
                <a:lnTo>
                  <a:pt x="7934" y="55960"/>
                </a:lnTo>
                <a:lnTo>
                  <a:pt x="7934" y="55321"/>
                </a:lnTo>
                <a:lnTo>
                  <a:pt x="7934" y="54673"/>
                </a:lnTo>
                <a:lnTo>
                  <a:pt x="7934" y="54034"/>
                </a:lnTo>
                <a:lnTo>
                  <a:pt x="7934" y="53608"/>
                </a:lnTo>
                <a:lnTo>
                  <a:pt x="8410" y="52960"/>
                </a:lnTo>
                <a:lnTo>
                  <a:pt x="8410" y="52534"/>
                </a:lnTo>
                <a:lnTo>
                  <a:pt x="8410" y="51886"/>
                </a:lnTo>
                <a:lnTo>
                  <a:pt x="8410" y="51247"/>
                </a:lnTo>
                <a:lnTo>
                  <a:pt x="8410" y="50599"/>
                </a:lnTo>
                <a:lnTo>
                  <a:pt x="8727" y="50173"/>
                </a:lnTo>
                <a:lnTo>
                  <a:pt x="8727" y="49534"/>
                </a:lnTo>
                <a:lnTo>
                  <a:pt x="8727" y="48886"/>
                </a:lnTo>
                <a:lnTo>
                  <a:pt x="8727" y="48247"/>
                </a:lnTo>
                <a:lnTo>
                  <a:pt x="8727" y="47812"/>
                </a:lnTo>
                <a:lnTo>
                  <a:pt x="9203" y="46960"/>
                </a:lnTo>
                <a:lnTo>
                  <a:pt x="9203" y="46525"/>
                </a:lnTo>
                <a:lnTo>
                  <a:pt x="9203" y="45886"/>
                </a:lnTo>
                <a:lnTo>
                  <a:pt x="9203" y="45238"/>
                </a:lnTo>
                <a:lnTo>
                  <a:pt x="9521" y="44599"/>
                </a:lnTo>
                <a:lnTo>
                  <a:pt x="9521" y="44173"/>
                </a:lnTo>
                <a:lnTo>
                  <a:pt x="9521" y="43312"/>
                </a:lnTo>
                <a:lnTo>
                  <a:pt x="9521" y="42886"/>
                </a:lnTo>
                <a:lnTo>
                  <a:pt x="9521" y="42238"/>
                </a:lnTo>
                <a:lnTo>
                  <a:pt x="9521" y="41599"/>
                </a:lnTo>
                <a:lnTo>
                  <a:pt x="9521" y="40951"/>
                </a:lnTo>
                <a:lnTo>
                  <a:pt x="9521" y="40312"/>
                </a:lnTo>
                <a:lnTo>
                  <a:pt x="9521" y="39664"/>
                </a:lnTo>
                <a:lnTo>
                  <a:pt x="9521" y="39025"/>
                </a:lnTo>
                <a:lnTo>
                  <a:pt x="9838" y="38377"/>
                </a:lnTo>
                <a:lnTo>
                  <a:pt x="9838" y="37738"/>
                </a:lnTo>
                <a:lnTo>
                  <a:pt x="9838" y="37090"/>
                </a:lnTo>
                <a:lnTo>
                  <a:pt x="9838" y="36451"/>
                </a:lnTo>
                <a:lnTo>
                  <a:pt x="9838" y="35804"/>
                </a:lnTo>
                <a:lnTo>
                  <a:pt x="10314" y="35164"/>
                </a:lnTo>
                <a:lnTo>
                  <a:pt x="10314" y="34525"/>
                </a:lnTo>
                <a:lnTo>
                  <a:pt x="10314" y="33878"/>
                </a:lnTo>
                <a:lnTo>
                  <a:pt x="10314" y="33238"/>
                </a:lnTo>
                <a:lnTo>
                  <a:pt x="10314" y="32591"/>
                </a:lnTo>
                <a:lnTo>
                  <a:pt x="10631" y="31730"/>
                </a:lnTo>
                <a:lnTo>
                  <a:pt x="10631" y="31304"/>
                </a:lnTo>
                <a:lnTo>
                  <a:pt x="10631" y="30443"/>
                </a:lnTo>
                <a:lnTo>
                  <a:pt x="10631" y="29804"/>
                </a:lnTo>
                <a:lnTo>
                  <a:pt x="11108" y="29165"/>
                </a:lnTo>
                <a:lnTo>
                  <a:pt x="11108" y="28517"/>
                </a:lnTo>
                <a:lnTo>
                  <a:pt x="11108" y="27878"/>
                </a:lnTo>
                <a:lnTo>
                  <a:pt x="11108" y="27017"/>
                </a:lnTo>
                <a:lnTo>
                  <a:pt x="11108" y="26369"/>
                </a:lnTo>
                <a:lnTo>
                  <a:pt x="11425" y="25730"/>
                </a:lnTo>
                <a:lnTo>
                  <a:pt x="11425" y="25091"/>
                </a:lnTo>
                <a:lnTo>
                  <a:pt x="11425" y="24443"/>
                </a:lnTo>
                <a:lnTo>
                  <a:pt x="11425" y="23582"/>
                </a:lnTo>
                <a:lnTo>
                  <a:pt x="11425" y="22943"/>
                </a:lnTo>
                <a:lnTo>
                  <a:pt x="11742" y="22082"/>
                </a:lnTo>
                <a:lnTo>
                  <a:pt x="11742" y="21656"/>
                </a:lnTo>
                <a:lnTo>
                  <a:pt x="11742" y="21017"/>
                </a:lnTo>
                <a:lnTo>
                  <a:pt x="11742" y="20156"/>
                </a:lnTo>
                <a:lnTo>
                  <a:pt x="11742" y="19508"/>
                </a:lnTo>
                <a:lnTo>
                  <a:pt x="11742" y="18656"/>
                </a:lnTo>
                <a:lnTo>
                  <a:pt x="11742" y="18008"/>
                </a:lnTo>
                <a:lnTo>
                  <a:pt x="11742" y="17369"/>
                </a:lnTo>
                <a:lnTo>
                  <a:pt x="11742" y="16508"/>
                </a:lnTo>
                <a:lnTo>
                  <a:pt x="12218" y="15869"/>
                </a:lnTo>
                <a:lnTo>
                  <a:pt x="12218" y="15008"/>
                </a:lnTo>
                <a:lnTo>
                  <a:pt x="12218" y="14369"/>
                </a:lnTo>
                <a:lnTo>
                  <a:pt x="12218" y="13721"/>
                </a:lnTo>
                <a:lnTo>
                  <a:pt x="12218" y="12860"/>
                </a:lnTo>
                <a:lnTo>
                  <a:pt x="12536" y="12221"/>
                </a:lnTo>
                <a:lnTo>
                  <a:pt x="12536" y="11360"/>
                </a:lnTo>
                <a:lnTo>
                  <a:pt x="12536" y="10721"/>
                </a:lnTo>
                <a:lnTo>
                  <a:pt x="12536" y="9860"/>
                </a:lnTo>
                <a:lnTo>
                  <a:pt x="12536" y="9008"/>
                </a:lnTo>
                <a:lnTo>
                  <a:pt x="13012" y="8360"/>
                </a:lnTo>
                <a:lnTo>
                  <a:pt x="13012" y="7721"/>
                </a:lnTo>
                <a:lnTo>
                  <a:pt x="13012" y="6860"/>
                </a:lnTo>
                <a:lnTo>
                  <a:pt x="13012" y="6221"/>
                </a:lnTo>
                <a:lnTo>
                  <a:pt x="13012" y="5360"/>
                </a:lnTo>
                <a:lnTo>
                  <a:pt x="13329" y="4499"/>
                </a:lnTo>
                <a:lnTo>
                  <a:pt x="13329" y="3860"/>
                </a:lnTo>
                <a:lnTo>
                  <a:pt x="13329" y="3212"/>
                </a:lnTo>
                <a:lnTo>
                  <a:pt x="13329" y="2360"/>
                </a:lnTo>
                <a:lnTo>
                  <a:pt x="13647" y="1499"/>
                </a:lnTo>
                <a:lnTo>
                  <a:pt x="13647" y="860"/>
                </a:lnTo>
                <a:lnTo>
                  <a:pt x="13647" y="0"/>
                </a:lnTo>
              </a:path>
            </a:pathLst>
          </a:custGeom>
          <a:ln w="193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6620833" y="3767642"/>
            <a:ext cx="13488" cy="203703"/>
          </a:xfrm>
          <a:custGeom>
            <a:avLst/>
            <a:gdLst/>
            <a:ahLst/>
            <a:cxnLst/>
            <a:rect l="l" t="t" r="r" b="b"/>
            <a:pathLst>
              <a:path w="13488" h="203703">
                <a:moveTo>
                  <a:pt x="0" y="203703"/>
                </a:moveTo>
                <a:lnTo>
                  <a:pt x="0" y="202842"/>
                </a:lnTo>
                <a:lnTo>
                  <a:pt x="0" y="202203"/>
                </a:lnTo>
                <a:lnTo>
                  <a:pt x="0" y="201342"/>
                </a:lnTo>
                <a:lnTo>
                  <a:pt x="0" y="200490"/>
                </a:lnTo>
                <a:lnTo>
                  <a:pt x="0" y="199842"/>
                </a:lnTo>
                <a:lnTo>
                  <a:pt x="0" y="198981"/>
                </a:lnTo>
                <a:lnTo>
                  <a:pt x="0" y="198129"/>
                </a:lnTo>
                <a:lnTo>
                  <a:pt x="476" y="197481"/>
                </a:lnTo>
                <a:lnTo>
                  <a:pt x="476" y="196416"/>
                </a:lnTo>
                <a:lnTo>
                  <a:pt x="476" y="195768"/>
                </a:lnTo>
                <a:lnTo>
                  <a:pt x="476" y="194907"/>
                </a:lnTo>
                <a:lnTo>
                  <a:pt x="476" y="194055"/>
                </a:lnTo>
                <a:lnTo>
                  <a:pt x="793" y="193407"/>
                </a:lnTo>
                <a:lnTo>
                  <a:pt x="793" y="192555"/>
                </a:lnTo>
                <a:lnTo>
                  <a:pt x="793" y="191694"/>
                </a:lnTo>
                <a:lnTo>
                  <a:pt x="793" y="190833"/>
                </a:lnTo>
                <a:lnTo>
                  <a:pt x="1269" y="189981"/>
                </a:lnTo>
                <a:lnTo>
                  <a:pt x="1269" y="189120"/>
                </a:lnTo>
                <a:lnTo>
                  <a:pt x="1269" y="188259"/>
                </a:lnTo>
                <a:lnTo>
                  <a:pt x="1269" y="187620"/>
                </a:lnTo>
                <a:lnTo>
                  <a:pt x="1269" y="186759"/>
                </a:lnTo>
                <a:lnTo>
                  <a:pt x="1586" y="185907"/>
                </a:lnTo>
                <a:lnTo>
                  <a:pt x="1586" y="185046"/>
                </a:lnTo>
                <a:lnTo>
                  <a:pt x="1586" y="184185"/>
                </a:lnTo>
                <a:lnTo>
                  <a:pt x="1586" y="183333"/>
                </a:lnTo>
                <a:lnTo>
                  <a:pt x="1586" y="182472"/>
                </a:lnTo>
                <a:lnTo>
                  <a:pt x="2062" y="181620"/>
                </a:lnTo>
                <a:lnTo>
                  <a:pt x="2062" y="180972"/>
                </a:lnTo>
                <a:lnTo>
                  <a:pt x="2062" y="179898"/>
                </a:lnTo>
                <a:lnTo>
                  <a:pt x="2062" y="179046"/>
                </a:lnTo>
                <a:lnTo>
                  <a:pt x="2062" y="178185"/>
                </a:lnTo>
                <a:lnTo>
                  <a:pt x="2380" y="177324"/>
                </a:lnTo>
                <a:lnTo>
                  <a:pt x="2380" y="176472"/>
                </a:lnTo>
                <a:lnTo>
                  <a:pt x="2380" y="175611"/>
                </a:lnTo>
                <a:lnTo>
                  <a:pt x="2380" y="174750"/>
                </a:lnTo>
                <a:lnTo>
                  <a:pt x="2380" y="173898"/>
                </a:lnTo>
                <a:lnTo>
                  <a:pt x="2380" y="173037"/>
                </a:lnTo>
                <a:lnTo>
                  <a:pt x="2380" y="172185"/>
                </a:lnTo>
                <a:lnTo>
                  <a:pt x="2380" y="171324"/>
                </a:lnTo>
                <a:lnTo>
                  <a:pt x="2380" y="170251"/>
                </a:lnTo>
                <a:lnTo>
                  <a:pt x="2697" y="169398"/>
                </a:lnTo>
                <a:lnTo>
                  <a:pt x="2697" y="168751"/>
                </a:lnTo>
                <a:lnTo>
                  <a:pt x="2697" y="167890"/>
                </a:lnTo>
                <a:lnTo>
                  <a:pt x="2697" y="166825"/>
                </a:lnTo>
                <a:lnTo>
                  <a:pt x="2697" y="165964"/>
                </a:lnTo>
                <a:lnTo>
                  <a:pt x="3173" y="165103"/>
                </a:lnTo>
                <a:lnTo>
                  <a:pt x="3173" y="164251"/>
                </a:lnTo>
                <a:lnTo>
                  <a:pt x="3173" y="163177"/>
                </a:lnTo>
                <a:lnTo>
                  <a:pt x="3173" y="162316"/>
                </a:lnTo>
                <a:lnTo>
                  <a:pt x="3173" y="161464"/>
                </a:lnTo>
                <a:lnTo>
                  <a:pt x="3491" y="160603"/>
                </a:lnTo>
                <a:lnTo>
                  <a:pt x="3491" y="159742"/>
                </a:lnTo>
                <a:lnTo>
                  <a:pt x="3491" y="158677"/>
                </a:lnTo>
                <a:lnTo>
                  <a:pt x="3491" y="157816"/>
                </a:lnTo>
                <a:lnTo>
                  <a:pt x="3967" y="156955"/>
                </a:lnTo>
                <a:lnTo>
                  <a:pt x="3967" y="156103"/>
                </a:lnTo>
                <a:lnTo>
                  <a:pt x="3967" y="155029"/>
                </a:lnTo>
                <a:lnTo>
                  <a:pt x="3967" y="154168"/>
                </a:lnTo>
                <a:lnTo>
                  <a:pt x="3967" y="153094"/>
                </a:lnTo>
                <a:lnTo>
                  <a:pt x="4284" y="152242"/>
                </a:lnTo>
                <a:lnTo>
                  <a:pt x="4284" y="151381"/>
                </a:lnTo>
                <a:lnTo>
                  <a:pt x="4284" y="150307"/>
                </a:lnTo>
                <a:lnTo>
                  <a:pt x="4284" y="149455"/>
                </a:lnTo>
                <a:lnTo>
                  <a:pt x="4284" y="148594"/>
                </a:lnTo>
                <a:lnTo>
                  <a:pt x="4284" y="147733"/>
                </a:lnTo>
                <a:lnTo>
                  <a:pt x="4284" y="146668"/>
                </a:lnTo>
                <a:lnTo>
                  <a:pt x="4284" y="145594"/>
                </a:lnTo>
                <a:lnTo>
                  <a:pt x="4284" y="144733"/>
                </a:lnTo>
                <a:lnTo>
                  <a:pt x="4284" y="143881"/>
                </a:lnTo>
                <a:lnTo>
                  <a:pt x="4601" y="142807"/>
                </a:lnTo>
                <a:lnTo>
                  <a:pt x="4601" y="141946"/>
                </a:lnTo>
                <a:lnTo>
                  <a:pt x="4601" y="140872"/>
                </a:lnTo>
                <a:lnTo>
                  <a:pt x="4601" y="139807"/>
                </a:lnTo>
                <a:lnTo>
                  <a:pt x="5077" y="138946"/>
                </a:lnTo>
                <a:lnTo>
                  <a:pt x="5077" y="138086"/>
                </a:lnTo>
                <a:lnTo>
                  <a:pt x="5077" y="137012"/>
                </a:lnTo>
                <a:lnTo>
                  <a:pt x="5077" y="136160"/>
                </a:lnTo>
                <a:lnTo>
                  <a:pt x="5077" y="135086"/>
                </a:lnTo>
                <a:lnTo>
                  <a:pt x="5395" y="134012"/>
                </a:lnTo>
                <a:lnTo>
                  <a:pt x="5395" y="133160"/>
                </a:lnTo>
                <a:lnTo>
                  <a:pt x="5395" y="132299"/>
                </a:lnTo>
                <a:lnTo>
                  <a:pt x="5395" y="131225"/>
                </a:lnTo>
                <a:lnTo>
                  <a:pt x="5395" y="130151"/>
                </a:lnTo>
                <a:lnTo>
                  <a:pt x="5871" y="129086"/>
                </a:lnTo>
                <a:lnTo>
                  <a:pt x="5871" y="128225"/>
                </a:lnTo>
                <a:lnTo>
                  <a:pt x="5871" y="127151"/>
                </a:lnTo>
                <a:lnTo>
                  <a:pt x="5871" y="126299"/>
                </a:lnTo>
                <a:lnTo>
                  <a:pt x="5871" y="125225"/>
                </a:lnTo>
                <a:lnTo>
                  <a:pt x="6188" y="124151"/>
                </a:lnTo>
                <a:lnTo>
                  <a:pt x="6188" y="123077"/>
                </a:lnTo>
                <a:lnTo>
                  <a:pt x="6188" y="122225"/>
                </a:lnTo>
                <a:lnTo>
                  <a:pt x="6188" y="121151"/>
                </a:lnTo>
                <a:lnTo>
                  <a:pt x="6664" y="120290"/>
                </a:lnTo>
                <a:lnTo>
                  <a:pt x="6664" y="119216"/>
                </a:lnTo>
                <a:lnTo>
                  <a:pt x="6664" y="118151"/>
                </a:lnTo>
                <a:lnTo>
                  <a:pt x="6664" y="117077"/>
                </a:lnTo>
                <a:lnTo>
                  <a:pt x="6664" y="116003"/>
                </a:lnTo>
                <a:lnTo>
                  <a:pt x="6664" y="115142"/>
                </a:lnTo>
                <a:lnTo>
                  <a:pt x="6664" y="114077"/>
                </a:lnTo>
                <a:lnTo>
                  <a:pt x="6664" y="113003"/>
                </a:lnTo>
                <a:lnTo>
                  <a:pt x="6664" y="112142"/>
                </a:lnTo>
                <a:lnTo>
                  <a:pt x="6664" y="111068"/>
                </a:lnTo>
                <a:lnTo>
                  <a:pt x="6982" y="109994"/>
                </a:lnTo>
                <a:lnTo>
                  <a:pt x="6982" y="108929"/>
                </a:lnTo>
                <a:lnTo>
                  <a:pt x="6982" y="107855"/>
                </a:lnTo>
                <a:lnTo>
                  <a:pt x="6982" y="106781"/>
                </a:lnTo>
                <a:lnTo>
                  <a:pt x="6982" y="105707"/>
                </a:lnTo>
                <a:lnTo>
                  <a:pt x="7299" y="104855"/>
                </a:lnTo>
                <a:lnTo>
                  <a:pt x="7299" y="103781"/>
                </a:lnTo>
                <a:lnTo>
                  <a:pt x="7299" y="102708"/>
                </a:lnTo>
                <a:lnTo>
                  <a:pt x="7299" y="101634"/>
                </a:lnTo>
                <a:lnTo>
                  <a:pt x="7775" y="100560"/>
                </a:lnTo>
                <a:lnTo>
                  <a:pt x="7775" y="99495"/>
                </a:lnTo>
                <a:lnTo>
                  <a:pt x="7775" y="98421"/>
                </a:lnTo>
                <a:lnTo>
                  <a:pt x="7775" y="97347"/>
                </a:lnTo>
                <a:lnTo>
                  <a:pt x="7775" y="96273"/>
                </a:lnTo>
                <a:lnTo>
                  <a:pt x="8093" y="95208"/>
                </a:lnTo>
                <a:lnTo>
                  <a:pt x="8093" y="94134"/>
                </a:lnTo>
                <a:lnTo>
                  <a:pt x="8093" y="93060"/>
                </a:lnTo>
                <a:lnTo>
                  <a:pt x="8093" y="91986"/>
                </a:lnTo>
                <a:lnTo>
                  <a:pt x="8093" y="90912"/>
                </a:lnTo>
                <a:lnTo>
                  <a:pt x="8569" y="89847"/>
                </a:lnTo>
                <a:lnTo>
                  <a:pt x="8569" y="88773"/>
                </a:lnTo>
                <a:lnTo>
                  <a:pt x="8569" y="87699"/>
                </a:lnTo>
                <a:lnTo>
                  <a:pt x="8569" y="86625"/>
                </a:lnTo>
                <a:lnTo>
                  <a:pt x="8569" y="85551"/>
                </a:lnTo>
                <a:lnTo>
                  <a:pt x="8569" y="84486"/>
                </a:lnTo>
                <a:lnTo>
                  <a:pt x="8569" y="83199"/>
                </a:lnTo>
                <a:lnTo>
                  <a:pt x="8569" y="82125"/>
                </a:lnTo>
                <a:lnTo>
                  <a:pt x="8569" y="81051"/>
                </a:lnTo>
                <a:lnTo>
                  <a:pt x="8886" y="79977"/>
                </a:lnTo>
                <a:lnTo>
                  <a:pt x="8886" y="78903"/>
                </a:lnTo>
                <a:lnTo>
                  <a:pt x="8886" y="77838"/>
                </a:lnTo>
                <a:lnTo>
                  <a:pt x="8886" y="76764"/>
                </a:lnTo>
                <a:lnTo>
                  <a:pt x="8886" y="75690"/>
                </a:lnTo>
                <a:lnTo>
                  <a:pt x="9203" y="74616"/>
                </a:lnTo>
                <a:lnTo>
                  <a:pt x="9203" y="73542"/>
                </a:lnTo>
                <a:lnTo>
                  <a:pt x="9203" y="72264"/>
                </a:lnTo>
                <a:lnTo>
                  <a:pt x="9203" y="71190"/>
                </a:lnTo>
                <a:lnTo>
                  <a:pt x="9203" y="69903"/>
                </a:lnTo>
                <a:lnTo>
                  <a:pt x="9679" y="68829"/>
                </a:lnTo>
                <a:lnTo>
                  <a:pt x="9679" y="67756"/>
                </a:lnTo>
                <a:lnTo>
                  <a:pt x="9679" y="66682"/>
                </a:lnTo>
                <a:lnTo>
                  <a:pt x="9679" y="65395"/>
                </a:lnTo>
                <a:lnTo>
                  <a:pt x="9679" y="64330"/>
                </a:lnTo>
                <a:lnTo>
                  <a:pt x="9997" y="63256"/>
                </a:lnTo>
                <a:lnTo>
                  <a:pt x="9997" y="62182"/>
                </a:lnTo>
                <a:lnTo>
                  <a:pt x="9997" y="60895"/>
                </a:lnTo>
                <a:lnTo>
                  <a:pt x="9997" y="59821"/>
                </a:lnTo>
                <a:lnTo>
                  <a:pt x="10473" y="58756"/>
                </a:lnTo>
                <a:lnTo>
                  <a:pt x="10473" y="57469"/>
                </a:lnTo>
                <a:lnTo>
                  <a:pt x="10473" y="56395"/>
                </a:lnTo>
                <a:lnTo>
                  <a:pt x="10473" y="55321"/>
                </a:lnTo>
                <a:lnTo>
                  <a:pt x="10473" y="54034"/>
                </a:lnTo>
                <a:lnTo>
                  <a:pt x="10790" y="52960"/>
                </a:lnTo>
                <a:lnTo>
                  <a:pt x="10790" y="51886"/>
                </a:lnTo>
                <a:lnTo>
                  <a:pt x="10790" y="50599"/>
                </a:lnTo>
                <a:lnTo>
                  <a:pt x="10790" y="49534"/>
                </a:lnTo>
                <a:lnTo>
                  <a:pt x="10790" y="48460"/>
                </a:lnTo>
                <a:lnTo>
                  <a:pt x="10790" y="47173"/>
                </a:lnTo>
                <a:lnTo>
                  <a:pt x="10790" y="46099"/>
                </a:lnTo>
                <a:lnTo>
                  <a:pt x="10790" y="44812"/>
                </a:lnTo>
                <a:lnTo>
                  <a:pt x="10790" y="43738"/>
                </a:lnTo>
                <a:lnTo>
                  <a:pt x="10790" y="42451"/>
                </a:lnTo>
                <a:lnTo>
                  <a:pt x="11266" y="41386"/>
                </a:lnTo>
                <a:lnTo>
                  <a:pt x="11266" y="40099"/>
                </a:lnTo>
                <a:lnTo>
                  <a:pt x="11266" y="39025"/>
                </a:lnTo>
                <a:lnTo>
                  <a:pt x="11266" y="37738"/>
                </a:lnTo>
                <a:lnTo>
                  <a:pt x="11584" y="36664"/>
                </a:lnTo>
                <a:lnTo>
                  <a:pt x="11584" y="35377"/>
                </a:lnTo>
                <a:lnTo>
                  <a:pt x="11584" y="34304"/>
                </a:lnTo>
                <a:lnTo>
                  <a:pt x="11584" y="33017"/>
                </a:lnTo>
                <a:lnTo>
                  <a:pt x="11584" y="31730"/>
                </a:lnTo>
                <a:lnTo>
                  <a:pt x="11901" y="30665"/>
                </a:lnTo>
                <a:lnTo>
                  <a:pt x="11901" y="29378"/>
                </a:lnTo>
                <a:lnTo>
                  <a:pt x="11901" y="28304"/>
                </a:lnTo>
                <a:lnTo>
                  <a:pt x="11901" y="27017"/>
                </a:lnTo>
                <a:lnTo>
                  <a:pt x="11901" y="25730"/>
                </a:lnTo>
                <a:lnTo>
                  <a:pt x="12377" y="24656"/>
                </a:lnTo>
                <a:lnTo>
                  <a:pt x="12377" y="23369"/>
                </a:lnTo>
                <a:lnTo>
                  <a:pt x="12377" y="22082"/>
                </a:lnTo>
                <a:lnTo>
                  <a:pt x="12377" y="21017"/>
                </a:lnTo>
                <a:lnTo>
                  <a:pt x="12377" y="19730"/>
                </a:lnTo>
                <a:lnTo>
                  <a:pt x="12694" y="18443"/>
                </a:lnTo>
                <a:lnTo>
                  <a:pt x="12694" y="17156"/>
                </a:lnTo>
                <a:lnTo>
                  <a:pt x="12694" y="16082"/>
                </a:lnTo>
                <a:lnTo>
                  <a:pt x="12694" y="14795"/>
                </a:lnTo>
                <a:lnTo>
                  <a:pt x="12694" y="13508"/>
                </a:lnTo>
                <a:lnTo>
                  <a:pt x="12694" y="12221"/>
                </a:lnTo>
                <a:lnTo>
                  <a:pt x="12694" y="11147"/>
                </a:lnTo>
                <a:lnTo>
                  <a:pt x="12694" y="9860"/>
                </a:lnTo>
                <a:lnTo>
                  <a:pt x="12694" y="8573"/>
                </a:lnTo>
                <a:lnTo>
                  <a:pt x="13170" y="7286"/>
                </a:lnTo>
                <a:lnTo>
                  <a:pt x="13170" y="6221"/>
                </a:lnTo>
                <a:lnTo>
                  <a:pt x="13170" y="4934"/>
                </a:lnTo>
                <a:lnTo>
                  <a:pt x="13170" y="3860"/>
                </a:lnTo>
                <a:lnTo>
                  <a:pt x="13170" y="2573"/>
                </a:lnTo>
                <a:lnTo>
                  <a:pt x="13488" y="1286"/>
                </a:lnTo>
                <a:lnTo>
                  <a:pt x="13488" y="0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6634322" y="3479701"/>
            <a:ext cx="13805" cy="287941"/>
          </a:xfrm>
          <a:custGeom>
            <a:avLst/>
            <a:gdLst/>
            <a:ahLst/>
            <a:cxnLst/>
            <a:rect l="l" t="t" r="r" b="b"/>
            <a:pathLst>
              <a:path w="13805" h="287941">
                <a:moveTo>
                  <a:pt x="0" y="287941"/>
                </a:moveTo>
                <a:lnTo>
                  <a:pt x="0" y="286654"/>
                </a:lnTo>
                <a:lnTo>
                  <a:pt x="0" y="285367"/>
                </a:lnTo>
                <a:lnTo>
                  <a:pt x="0" y="284080"/>
                </a:lnTo>
                <a:lnTo>
                  <a:pt x="317" y="282793"/>
                </a:lnTo>
                <a:lnTo>
                  <a:pt x="317" y="281506"/>
                </a:lnTo>
                <a:lnTo>
                  <a:pt x="317" y="280219"/>
                </a:lnTo>
                <a:lnTo>
                  <a:pt x="317" y="278932"/>
                </a:lnTo>
                <a:lnTo>
                  <a:pt x="793" y="277645"/>
                </a:lnTo>
                <a:lnTo>
                  <a:pt x="793" y="276358"/>
                </a:lnTo>
                <a:lnTo>
                  <a:pt x="793" y="275293"/>
                </a:lnTo>
                <a:lnTo>
                  <a:pt x="793" y="274006"/>
                </a:lnTo>
                <a:lnTo>
                  <a:pt x="793" y="272719"/>
                </a:lnTo>
                <a:lnTo>
                  <a:pt x="1110" y="271432"/>
                </a:lnTo>
                <a:lnTo>
                  <a:pt x="1110" y="270145"/>
                </a:lnTo>
                <a:lnTo>
                  <a:pt x="1110" y="268858"/>
                </a:lnTo>
                <a:lnTo>
                  <a:pt x="1110" y="267571"/>
                </a:lnTo>
                <a:lnTo>
                  <a:pt x="1110" y="266284"/>
                </a:lnTo>
                <a:lnTo>
                  <a:pt x="1586" y="264997"/>
                </a:lnTo>
                <a:lnTo>
                  <a:pt x="1586" y="263710"/>
                </a:lnTo>
                <a:lnTo>
                  <a:pt x="1586" y="262423"/>
                </a:lnTo>
                <a:lnTo>
                  <a:pt x="1586" y="261136"/>
                </a:lnTo>
                <a:lnTo>
                  <a:pt x="1586" y="259849"/>
                </a:lnTo>
                <a:lnTo>
                  <a:pt x="1586" y="258562"/>
                </a:lnTo>
                <a:lnTo>
                  <a:pt x="1586" y="257275"/>
                </a:lnTo>
                <a:lnTo>
                  <a:pt x="1586" y="255988"/>
                </a:lnTo>
                <a:lnTo>
                  <a:pt x="1586" y="254702"/>
                </a:lnTo>
                <a:lnTo>
                  <a:pt x="1904" y="253202"/>
                </a:lnTo>
                <a:lnTo>
                  <a:pt x="1904" y="251915"/>
                </a:lnTo>
                <a:lnTo>
                  <a:pt x="1904" y="250628"/>
                </a:lnTo>
                <a:lnTo>
                  <a:pt x="1904" y="249341"/>
                </a:lnTo>
                <a:lnTo>
                  <a:pt x="1904" y="248054"/>
                </a:lnTo>
                <a:lnTo>
                  <a:pt x="2221" y="246767"/>
                </a:lnTo>
                <a:lnTo>
                  <a:pt x="2221" y="245480"/>
                </a:lnTo>
                <a:lnTo>
                  <a:pt x="2221" y="244202"/>
                </a:lnTo>
                <a:lnTo>
                  <a:pt x="2221" y="242693"/>
                </a:lnTo>
                <a:lnTo>
                  <a:pt x="2221" y="241406"/>
                </a:lnTo>
                <a:lnTo>
                  <a:pt x="2697" y="240128"/>
                </a:lnTo>
                <a:lnTo>
                  <a:pt x="2697" y="238619"/>
                </a:lnTo>
                <a:lnTo>
                  <a:pt x="2697" y="237332"/>
                </a:lnTo>
                <a:lnTo>
                  <a:pt x="2697" y="236267"/>
                </a:lnTo>
                <a:lnTo>
                  <a:pt x="2697" y="234767"/>
                </a:lnTo>
                <a:lnTo>
                  <a:pt x="3015" y="233480"/>
                </a:lnTo>
                <a:lnTo>
                  <a:pt x="3015" y="231971"/>
                </a:lnTo>
                <a:lnTo>
                  <a:pt x="3015" y="230693"/>
                </a:lnTo>
                <a:lnTo>
                  <a:pt x="3015" y="229406"/>
                </a:lnTo>
                <a:lnTo>
                  <a:pt x="3491" y="227897"/>
                </a:lnTo>
                <a:lnTo>
                  <a:pt x="3491" y="226832"/>
                </a:lnTo>
                <a:lnTo>
                  <a:pt x="3491" y="225332"/>
                </a:lnTo>
                <a:lnTo>
                  <a:pt x="3491" y="224045"/>
                </a:lnTo>
                <a:lnTo>
                  <a:pt x="3491" y="222536"/>
                </a:lnTo>
                <a:lnTo>
                  <a:pt x="3491" y="221258"/>
                </a:lnTo>
                <a:lnTo>
                  <a:pt x="3491" y="219750"/>
                </a:lnTo>
                <a:lnTo>
                  <a:pt x="3491" y="218463"/>
                </a:lnTo>
                <a:lnTo>
                  <a:pt x="3491" y="217185"/>
                </a:lnTo>
                <a:lnTo>
                  <a:pt x="3491" y="215898"/>
                </a:lnTo>
                <a:lnTo>
                  <a:pt x="3808" y="214433"/>
                </a:lnTo>
                <a:lnTo>
                  <a:pt x="3808" y="213102"/>
                </a:lnTo>
                <a:lnTo>
                  <a:pt x="3808" y="211593"/>
                </a:lnTo>
                <a:lnTo>
                  <a:pt x="3808" y="210350"/>
                </a:lnTo>
                <a:lnTo>
                  <a:pt x="3808" y="209019"/>
                </a:lnTo>
                <a:lnTo>
                  <a:pt x="4284" y="207510"/>
                </a:lnTo>
                <a:lnTo>
                  <a:pt x="4284" y="206268"/>
                </a:lnTo>
                <a:lnTo>
                  <a:pt x="4284" y="204759"/>
                </a:lnTo>
                <a:lnTo>
                  <a:pt x="4284" y="203427"/>
                </a:lnTo>
                <a:lnTo>
                  <a:pt x="4601" y="201919"/>
                </a:lnTo>
                <a:lnTo>
                  <a:pt x="4601" y="200676"/>
                </a:lnTo>
                <a:lnTo>
                  <a:pt x="4601" y="199345"/>
                </a:lnTo>
                <a:lnTo>
                  <a:pt x="4601" y="197925"/>
                </a:lnTo>
                <a:lnTo>
                  <a:pt x="4601" y="196416"/>
                </a:lnTo>
                <a:lnTo>
                  <a:pt x="4919" y="195084"/>
                </a:lnTo>
                <a:lnTo>
                  <a:pt x="4919" y="193842"/>
                </a:lnTo>
                <a:lnTo>
                  <a:pt x="4919" y="192333"/>
                </a:lnTo>
                <a:lnTo>
                  <a:pt x="4919" y="191002"/>
                </a:lnTo>
                <a:lnTo>
                  <a:pt x="4919" y="189493"/>
                </a:lnTo>
                <a:lnTo>
                  <a:pt x="5395" y="187984"/>
                </a:lnTo>
                <a:lnTo>
                  <a:pt x="5395" y="186741"/>
                </a:lnTo>
                <a:lnTo>
                  <a:pt x="5395" y="185410"/>
                </a:lnTo>
                <a:lnTo>
                  <a:pt x="5395" y="183901"/>
                </a:lnTo>
                <a:lnTo>
                  <a:pt x="5395" y="182481"/>
                </a:lnTo>
                <a:lnTo>
                  <a:pt x="5395" y="180972"/>
                </a:lnTo>
                <a:lnTo>
                  <a:pt x="5395" y="179641"/>
                </a:lnTo>
                <a:lnTo>
                  <a:pt x="5395" y="178398"/>
                </a:lnTo>
                <a:lnTo>
                  <a:pt x="5395" y="176889"/>
                </a:lnTo>
                <a:lnTo>
                  <a:pt x="5712" y="175381"/>
                </a:lnTo>
                <a:lnTo>
                  <a:pt x="5712" y="173872"/>
                </a:lnTo>
                <a:lnTo>
                  <a:pt x="5712" y="172540"/>
                </a:lnTo>
                <a:lnTo>
                  <a:pt x="5712" y="171120"/>
                </a:lnTo>
                <a:lnTo>
                  <a:pt x="5712" y="169612"/>
                </a:lnTo>
                <a:lnTo>
                  <a:pt x="6188" y="168280"/>
                </a:lnTo>
                <a:lnTo>
                  <a:pt x="6188" y="166771"/>
                </a:lnTo>
                <a:lnTo>
                  <a:pt x="6188" y="165529"/>
                </a:lnTo>
                <a:lnTo>
                  <a:pt x="6188" y="164020"/>
                </a:lnTo>
                <a:lnTo>
                  <a:pt x="6188" y="162511"/>
                </a:lnTo>
                <a:lnTo>
                  <a:pt x="6506" y="161002"/>
                </a:lnTo>
                <a:lnTo>
                  <a:pt x="6506" y="159493"/>
                </a:lnTo>
                <a:lnTo>
                  <a:pt x="6506" y="158251"/>
                </a:lnTo>
                <a:lnTo>
                  <a:pt x="6506" y="156742"/>
                </a:lnTo>
                <a:lnTo>
                  <a:pt x="6506" y="155233"/>
                </a:lnTo>
                <a:lnTo>
                  <a:pt x="6823" y="153724"/>
                </a:lnTo>
                <a:lnTo>
                  <a:pt x="6823" y="152393"/>
                </a:lnTo>
                <a:lnTo>
                  <a:pt x="6823" y="150884"/>
                </a:lnTo>
                <a:lnTo>
                  <a:pt x="6823" y="149464"/>
                </a:lnTo>
                <a:lnTo>
                  <a:pt x="7299" y="147955"/>
                </a:lnTo>
                <a:lnTo>
                  <a:pt x="7299" y="146446"/>
                </a:lnTo>
                <a:lnTo>
                  <a:pt x="7299" y="145115"/>
                </a:lnTo>
                <a:lnTo>
                  <a:pt x="7299" y="143606"/>
                </a:lnTo>
                <a:lnTo>
                  <a:pt x="7299" y="142097"/>
                </a:lnTo>
                <a:lnTo>
                  <a:pt x="7616" y="140588"/>
                </a:lnTo>
                <a:lnTo>
                  <a:pt x="7616" y="139346"/>
                </a:lnTo>
                <a:lnTo>
                  <a:pt x="7616" y="137837"/>
                </a:lnTo>
                <a:lnTo>
                  <a:pt x="7616" y="136151"/>
                </a:lnTo>
                <a:lnTo>
                  <a:pt x="7616" y="134642"/>
                </a:lnTo>
                <a:lnTo>
                  <a:pt x="7616" y="133310"/>
                </a:lnTo>
                <a:lnTo>
                  <a:pt x="7616" y="131802"/>
                </a:lnTo>
                <a:lnTo>
                  <a:pt x="7616" y="130382"/>
                </a:lnTo>
                <a:lnTo>
                  <a:pt x="7616" y="128873"/>
                </a:lnTo>
                <a:lnTo>
                  <a:pt x="7616" y="127541"/>
                </a:lnTo>
                <a:lnTo>
                  <a:pt x="8093" y="125855"/>
                </a:lnTo>
                <a:lnTo>
                  <a:pt x="8093" y="124346"/>
                </a:lnTo>
                <a:lnTo>
                  <a:pt x="8093" y="122837"/>
                </a:lnTo>
                <a:lnTo>
                  <a:pt x="8093" y="121506"/>
                </a:lnTo>
                <a:lnTo>
                  <a:pt x="8410" y="120086"/>
                </a:lnTo>
                <a:lnTo>
                  <a:pt x="8410" y="118311"/>
                </a:lnTo>
                <a:lnTo>
                  <a:pt x="8410" y="117068"/>
                </a:lnTo>
                <a:lnTo>
                  <a:pt x="8410" y="115559"/>
                </a:lnTo>
                <a:lnTo>
                  <a:pt x="8410" y="114050"/>
                </a:lnTo>
                <a:lnTo>
                  <a:pt x="8886" y="112364"/>
                </a:lnTo>
                <a:lnTo>
                  <a:pt x="8886" y="111033"/>
                </a:lnTo>
                <a:lnTo>
                  <a:pt x="8886" y="109524"/>
                </a:lnTo>
                <a:lnTo>
                  <a:pt x="8886" y="107838"/>
                </a:lnTo>
                <a:lnTo>
                  <a:pt x="8886" y="106329"/>
                </a:lnTo>
                <a:lnTo>
                  <a:pt x="9203" y="104997"/>
                </a:lnTo>
                <a:lnTo>
                  <a:pt x="9203" y="103311"/>
                </a:lnTo>
                <a:lnTo>
                  <a:pt x="9203" y="101802"/>
                </a:lnTo>
                <a:lnTo>
                  <a:pt x="9203" y="100560"/>
                </a:lnTo>
                <a:lnTo>
                  <a:pt x="9203" y="98785"/>
                </a:lnTo>
                <a:lnTo>
                  <a:pt x="9521" y="97276"/>
                </a:lnTo>
                <a:lnTo>
                  <a:pt x="9521" y="95856"/>
                </a:lnTo>
                <a:lnTo>
                  <a:pt x="9521" y="94347"/>
                </a:lnTo>
                <a:lnTo>
                  <a:pt x="9521" y="92838"/>
                </a:lnTo>
                <a:lnTo>
                  <a:pt x="9521" y="91063"/>
                </a:lnTo>
                <a:lnTo>
                  <a:pt x="9521" y="89820"/>
                </a:lnTo>
                <a:lnTo>
                  <a:pt x="9521" y="88311"/>
                </a:lnTo>
                <a:lnTo>
                  <a:pt x="9521" y="86625"/>
                </a:lnTo>
                <a:lnTo>
                  <a:pt x="9521" y="85116"/>
                </a:lnTo>
                <a:lnTo>
                  <a:pt x="9997" y="83607"/>
                </a:lnTo>
                <a:lnTo>
                  <a:pt x="9997" y="82098"/>
                </a:lnTo>
                <a:lnTo>
                  <a:pt x="9997" y="80412"/>
                </a:lnTo>
                <a:lnTo>
                  <a:pt x="9997" y="79081"/>
                </a:lnTo>
                <a:lnTo>
                  <a:pt x="9997" y="77394"/>
                </a:lnTo>
                <a:lnTo>
                  <a:pt x="10314" y="75886"/>
                </a:lnTo>
                <a:lnTo>
                  <a:pt x="10314" y="74377"/>
                </a:lnTo>
                <a:lnTo>
                  <a:pt x="10314" y="72868"/>
                </a:lnTo>
                <a:lnTo>
                  <a:pt x="10314" y="71182"/>
                </a:lnTo>
                <a:lnTo>
                  <a:pt x="10314" y="69673"/>
                </a:lnTo>
                <a:lnTo>
                  <a:pt x="10790" y="68164"/>
                </a:lnTo>
                <a:lnTo>
                  <a:pt x="10790" y="66655"/>
                </a:lnTo>
                <a:lnTo>
                  <a:pt x="10790" y="64969"/>
                </a:lnTo>
                <a:lnTo>
                  <a:pt x="10790" y="63460"/>
                </a:lnTo>
                <a:lnTo>
                  <a:pt x="11108" y="61951"/>
                </a:lnTo>
                <a:lnTo>
                  <a:pt x="11108" y="60265"/>
                </a:lnTo>
                <a:lnTo>
                  <a:pt x="11108" y="58933"/>
                </a:lnTo>
                <a:lnTo>
                  <a:pt x="11108" y="57247"/>
                </a:lnTo>
                <a:lnTo>
                  <a:pt x="11108" y="55472"/>
                </a:lnTo>
                <a:lnTo>
                  <a:pt x="11425" y="54229"/>
                </a:lnTo>
                <a:lnTo>
                  <a:pt x="11425" y="52543"/>
                </a:lnTo>
                <a:lnTo>
                  <a:pt x="11425" y="51034"/>
                </a:lnTo>
                <a:lnTo>
                  <a:pt x="11425" y="49525"/>
                </a:lnTo>
                <a:lnTo>
                  <a:pt x="11425" y="47750"/>
                </a:lnTo>
                <a:lnTo>
                  <a:pt x="11901" y="46241"/>
                </a:lnTo>
                <a:lnTo>
                  <a:pt x="11901" y="44821"/>
                </a:lnTo>
                <a:lnTo>
                  <a:pt x="11901" y="43046"/>
                </a:lnTo>
                <a:lnTo>
                  <a:pt x="11901" y="41360"/>
                </a:lnTo>
                <a:lnTo>
                  <a:pt x="11901" y="40028"/>
                </a:lnTo>
                <a:lnTo>
                  <a:pt x="11901" y="38342"/>
                </a:lnTo>
                <a:lnTo>
                  <a:pt x="11901" y="36656"/>
                </a:lnTo>
                <a:lnTo>
                  <a:pt x="11901" y="35324"/>
                </a:lnTo>
                <a:lnTo>
                  <a:pt x="11901" y="33638"/>
                </a:lnTo>
                <a:lnTo>
                  <a:pt x="11901" y="31952"/>
                </a:lnTo>
                <a:lnTo>
                  <a:pt x="12218" y="30443"/>
                </a:lnTo>
                <a:lnTo>
                  <a:pt x="12218" y="28934"/>
                </a:lnTo>
                <a:lnTo>
                  <a:pt x="12218" y="27159"/>
                </a:lnTo>
                <a:lnTo>
                  <a:pt x="12218" y="25739"/>
                </a:lnTo>
                <a:lnTo>
                  <a:pt x="12694" y="23964"/>
                </a:lnTo>
                <a:lnTo>
                  <a:pt x="12694" y="22455"/>
                </a:lnTo>
                <a:lnTo>
                  <a:pt x="12694" y="20946"/>
                </a:lnTo>
                <a:lnTo>
                  <a:pt x="12694" y="19259"/>
                </a:lnTo>
                <a:lnTo>
                  <a:pt x="12694" y="17751"/>
                </a:lnTo>
                <a:lnTo>
                  <a:pt x="13012" y="16064"/>
                </a:lnTo>
                <a:lnTo>
                  <a:pt x="13012" y="14378"/>
                </a:lnTo>
                <a:lnTo>
                  <a:pt x="13012" y="12869"/>
                </a:lnTo>
                <a:lnTo>
                  <a:pt x="13012" y="11094"/>
                </a:lnTo>
                <a:lnTo>
                  <a:pt x="13012" y="9585"/>
                </a:lnTo>
                <a:lnTo>
                  <a:pt x="13488" y="8076"/>
                </a:lnTo>
                <a:lnTo>
                  <a:pt x="13488" y="6390"/>
                </a:lnTo>
                <a:lnTo>
                  <a:pt x="13488" y="4881"/>
                </a:lnTo>
                <a:lnTo>
                  <a:pt x="13488" y="3195"/>
                </a:lnTo>
                <a:lnTo>
                  <a:pt x="13488" y="1508"/>
                </a:lnTo>
                <a:lnTo>
                  <a:pt x="13805" y="0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6648127" y="3131691"/>
            <a:ext cx="13329" cy="348010"/>
          </a:xfrm>
          <a:custGeom>
            <a:avLst/>
            <a:gdLst/>
            <a:ahLst/>
            <a:cxnLst/>
            <a:rect l="l" t="t" r="r" b="b"/>
            <a:pathLst>
              <a:path w="13329" h="348010">
                <a:moveTo>
                  <a:pt x="0" y="348010"/>
                </a:moveTo>
                <a:lnTo>
                  <a:pt x="0" y="346235"/>
                </a:lnTo>
                <a:lnTo>
                  <a:pt x="0" y="344549"/>
                </a:lnTo>
                <a:lnTo>
                  <a:pt x="0" y="343040"/>
                </a:lnTo>
                <a:lnTo>
                  <a:pt x="0" y="341354"/>
                </a:lnTo>
                <a:lnTo>
                  <a:pt x="0" y="339845"/>
                </a:lnTo>
                <a:lnTo>
                  <a:pt x="0" y="338158"/>
                </a:lnTo>
                <a:lnTo>
                  <a:pt x="0" y="336383"/>
                </a:lnTo>
                <a:lnTo>
                  <a:pt x="0" y="334874"/>
                </a:lnTo>
                <a:lnTo>
                  <a:pt x="317" y="333188"/>
                </a:lnTo>
                <a:lnTo>
                  <a:pt x="317" y="331502"/>
                </a:lnTo>
                <a:lnTo>
                  <a:pt x="317" y="329993"/>
                </a:lnTo>
                <a:lnTo>
                  <a:pt x="317" y="328218"/>
                </a:lnTo>
                <a:lnTo>
                  <a:pt x="317" y="326709"/>
                </a:lnTo>
                <a:lnTo>
                  <a:pt x="793" y="325023"/>
                </a:lnTo>
                <a:lnTo>
                  <a:pt x="793" y="323336"/>
                </a:lnTo>
                <a:lnTo>
                  <a:pt x="793" y="321827"/>
                </a:lnTo>
                <a:lnTo>
                  <a:pt x="793" y="320141"/>
                </a:lnTo>
                <a:lnTo>
                  <a:pt x="793" y="318632"/>
                </a:lnTo>
                <a:lnTo>
                  <a:pt x="1110" y="316857"/>
                </a:lnTo>
                <a:lnTo>
                  <a:pt x="1110" y="315171"/>
                </a:lnTo>
                <a:lnTo>
                  <a:pt x="1110" y="313662"/>
                </a:lnTo>
                <a:lnTo>
                  <a:pt x="1110" y="311976"/>
                </a:lnTo>
                <a:lnTo>
                  <a:pt x="1586" y="310200"/>
                </a:lnTo>
                <a:lnTo>
                  <a:pt x="1586" y="308514"/>
                </a:lnTo>
                <a:lnTo>
                  <a:pt x="1586" y="306828"/>
                </a:lnTo>
                <a:lnTo>
                  <a:pt x="1586" y="305319"/>
                </a:lnTo>
                <a:lnTo>
                  <a:pt x="1586" y="303632"/>
                </a:lnTo>
                <a:lnTo>
                  <a:pt x="1904" y="302124"/>
                </a:lnTo>
                <a:lnTo>
                  <a:pt x="1904" y="300349"/>
                </a:lnTo>
                <a:lnTo>
                  <a:pt x="1904" y="298662"/>
                </a:lnTo>
                <a:lnTo>
                  <a:pt x="1904" y="296976"/>
                </a:lnTo>
                <a:lnTo>
                  <a:pt x="1904" y="295201"/>
                </a:lnTo>
                <a:lnTo>
                  <a:pt x="2221" y="293692"/>
                </a:lnTo>
                <a:lnTo>
                  <a:pt x="2221" y="292006"/>
                </a:lnTo>
                <a:lnTo>
                  <a:pt x="2221" y="290319"/>
                </a:lnTo>
                <a:lnTo>
                  <a:pt x="2221" y="288544"/>
                </a:lnTo>
                <a:lnTo>
                  <a:pt x="2221" y="286858"/>
                </a:lnTo>
                <a:lnTo>
                  <a:pt x="2221" y="285349"/>
                </a:lnTo>
                <a:lnTo>
                  <a:pt x="2221" y="283662"/>
                </a:lnTo>
                <a:lnTo>
                  <a:pt x="2221" y="281976"/>
                </a:lnTo>
                <a:lnTo>
                  <a:pt x="2221" y="280201"/>
                </a:lnTo>
                <a:lnTo>
                  <a:pt x="2697" y="278515"/>
                </a:lnTo>
                <a:lnTo>
                  <a:pt x="2697" y="277006"/>
                </a:lnTo>
                <a:lnTo>
                  <a:pt x="2697" y="275053"/>
                </a:lnTo>
                <a:lnTo>
                  <a:pt x="2697" y="273544"/>
                </a:lnTo>
                <a:lnTo>
                  <a:pt x="2697" y="271858"/>
                </a:lnTo>
                <a:lnTo>
                  <a:pt x="3015" y="270172"/>
                </a:lnTo>
                <a:lnTo>
                  <a:pt x="3015" y="268397"/>
                </a:lnTo>
                <a:lnTo>
                  <a:pt x="3015" y="266710"/>
                </a:lnTo>
                <a:lnTo>
                  <a:pt x="3015" y="265024"/>
                </a:lnTo>
                <a:lnTo>
                  <a:pt x="3015" y="263249"/>
                </a:lnTo>
                <a:lnTo>
                  <a:pt x="3491" y="261740"/>
                </a:lnTo>
                <a:lnTo>
                  <a:pt x="3491" y="259876"/>
                </a:lnTo>
                <a:lnTo>
                  <a:pt x="3491" y="258367"/>
                </a:lnTo>
                <a:lnTo>
                  <a:pt x="3491" y="256592"/>
                </a:lnTo>
                <a:lnTo>
                  <a:pt x="3491" y="254906"/>
                </a:lnTo>
                <a:lnTo>
                  <a:pt x="3808" y="253219"/>
                </a:lnTo>
                <a:lnTo>
                  <a:pt x="3808" y="251533"/>
                </a:lnTo>
                <a:lnTo>
                  <a:pt x="3808" y="249758"/>
                </a:lnTo>
                <a:lnTo>
                  <a:pt x="3808" y="248071"/>
                </a:lnTo>
                <a:lnTo>
                  <a:pt x="4125" y="246385"/>
                </a:lnTo>
                <a:lnTo>
                  <a:pt x="4125" y="244610"/>
                </a:lnTo>
                <a:lnTo>
                  <a:pt x="4125" y="242924"/>
                </a:lnTo>
                <a:lnTo>
                  <a:pt x="4125" y="241237"/>
                </a:lnTo>
                <a:lnTo>
                  <a:pt x="4125" y="239462"/>
                </a:lnTo>
                <a:lnTo>
                  <a:pt x="4125" y="237776"/>
                </a:lnTo>
                <a:lnTo>
                  <a:pt x="4125" y="236089"/>
                </a:lnTo>
                <a:lnTo>
                  <a:pt x="4125" y="234314"/>
                </a:lnTo>
                <a:lnTo>
                  <a:pt x="4125" y="232628"/>
                </a:lnTo>
                <a:lnTo>
                  <a:pt x="4125" y="230942"/>
                </a:lnTo>
                <a:lnTo>
                  <a:pt x="4601" y="229167"/>
                </a:lnTo>
                <a:lnTo>
                  <a:pt x="4601" y="227658"/>
                </a:lnTo>
                <a:lnTo>
                  <a:pt x="4601" y="225794"/>
                </a:lnTo>
                <a:lnTo>
                  <a:pt x="4601" y="224019"/>
                </a:lnTo>
                <a:lnTo>
                  <a:pt x="4601" y="222332"/>
                </a:lnTo>
                <a:lnTo>
                  <a:pt x="4919" y="220646"/>
                </a:lnTo>
                <a:lnTo>
                  <a:pt x="4919" y="218871"/>
                </a:lnTo>
                <a:lnTo>
                  <a:pt x="4919" y="217007"/>
                </a:lnTo>
                <a:lnTo>
                  <a:pt x="4919" y="215498"/>
                </a:lnTo>
                <a:lnTo>
                  <a:pt x="5395" y="213546"/>
                </a:lnTo>
                <a:lnTo>
                  <a:pt x="5395" y="212037"/>
                </a:lnTo>
                <a:lnTo>
                  <a:pt x="5395" y="210084"/>
                </a:lnTo>
                <a:lnTo>
                  <a:pt x="5395" y="208575"/>
                </a:lnTo>
                <a:lnTo>
                  <a:pt x="5395" y="206711"/>
                </a:lnTo>
                <a:lnTo>
                  <a:pt x="5712" y="205203"/>
                </a:lnTo>
                <a:lnTo>
                  <a:pt x="5712" y="203250"/>
                </a:lnTo>
                <a:lnTo>
                  <a:pt x="5712" y="201564"/>
                </a:lnTo>
                <a:lnTo>
                  <a:pt x="5712" y="199788"/>
                </a:lnTo>
                <a:lnTo>
                  <a:pt x="5712" y="198102"/>
                </a:lnTo>
                <a:lnTo>
                  <a:pt x="6188" y="196416"/>
                </a:lnTo>
                <a:lnTo>
                  <a:pt x="6188" y="194641"/>
                </a:lnTo>
                <a:lnTo>
                  <a:pt x="6188" y="192777"/>
                </a:lnTo>
                <a:lnTo>
                  <a:pt x="6188" y="191002"/>
                </a:lnTo>
                <a:lnTo>
                  <a:pt x="6188" y="189315"/>
                </a:lnTo>
                <a:lnTo>
                  <a:pt x="6506" y="187629"/>
                </a:lnTo>
                <a:lnTo>
                  <a:pt x="6506" y="185854"/>
                </a:lnTo>
                <a:lnTo>
                  <a:pt x="6506" y="183901"/>
                </a:lnTo>
                <a:lnTo>
                  <a:pt x="6506" y="182481"/>
                </a:lnTo>
                <a:lnTo>
                  <a:pt x="6506" y="180528"/>
                </a:lnTo>
                <a:lnTo>
                  <a:pt x="6506" y="178842"/>
                </a:lnTo>
                <a:lnTo>
                  <a:pt x="6506" y="177067"/>
                </a:lnTo>
                <a:lnTo>
                  <a:pt x="6506" y="175381"/>
                </a:lnTo>
                <a:lnTo>
                  <a:pt x="6506" y="173428"/>
                </a:lnTo>
                <a:lnTo>
                  <a:pt x="6823" y="171919"/>
                </a:lnTo>
                <a:lnTo>
                  <a:pt x="6823" y="169967"/>
                </a:lnTo>
                <a:lnTo>
                  <a:pt x="6823" y="168280"/>
                </a:lnTo>
                <a:lnTo>
                  <a:pt x="6823" y="166328"/>
                </a:lnTo>
                <a:lnTo>
                  <a:pt x="6823" y="164819"/>
                </a:lnTo>
                <a:lnTo>
                  <a:pt x="7299" y="162955"/>
                </a:lnTo>
                <a:lnTo>
                  <a:pt x="7299" y="161180"/>
                </a:lnTo>
                <a:lnTo>
                  <a:pt x="7299" y="159493"/>
                </a:lnTo>
                <a:lnTo>
                  <a:pt x="7299" y="157807"/>
                </a:lnTo>
                <a:lnTo>
                  <a:pt x="7299" y="155854"/>
                </a:lnTo>
                <a:lnTo>
                  <a:pt x="7616" y="154168"/>
                </a:lnTo>
                <a:lnTo>
                  <a:pt x="7616" y="152393"/>
                </a:lnTo>
                <a:lnTo>
                  <a:pt x="7616" y="150707"/>
                </a:lnTo>
                <a:lnTo>
                  <a:pt x="7616" y="148754"/>
                </a:lnTo>
                <a:lnTo>
                  <a:pt x="8093" y="147068"/>
                </a:lnTo>
                <a:lnTo>
                  <a:pt x="8093" y="145115"/>
                </a:lnTo>
                <a:lnTo>
                  <a:pt x="8093" y="143606"/>
                </a:lnTo>
                <a:lnTo>
                  <a:pt x="8093" y="141742"/>
                </a:lnTo>
                <a:lnTo>
                  <a:pt x="8093" y="139967"/>
                </a:lnTo>
                <a:lnTo>
                  <a:pt x="8410" y="138014"/>
                </a:lnTo>
                <a:lnTo>
                  <a:pt x="8410" y="136328"/>
                </a:lnTo>
                <a:lnTo>
                  <a:pt x="8410" y="134642"/>
                </a:lnTo>
                <a:lnTo>
                  <a:pt x="8410" y="132955"/>
                </a:lnTo>
                <a:lnTo>
                  <a:pt x="8410" y="131003"/>
                </a:lnTo>
                <a:lnTo>
                  <a:pt x="8410" y="129228"/>
                </a:lnTo>
                <a:lnTo>
                  <a:pt x="8410" y="127364"/>
                </a:lnTo>
                <a:lnTo>
                  <a:pt x="8410" y="125589"/>
                </a:lnTo>
                <a:lnTo>
                  <a:pt x="8410" y="123902"/>
                </a:lnTo>
                <a:lnTo>
                  <a:pt x="8410" y="122216"/>
                </a:lnTo>
                <a:lnTo>
                  <a:pt x="8727" y="120263"/>
                </a:lnTo>
                <a:lnTo>
                  <a:pt x="8727" y="118577"/>
                </a:lnTo>
                <a:lnTo>
                  <a:pt x="8727" y="116624"/>
                </a:lnTo>
                <a:lnTo>
                  <a:pt x="8727" y="114938"/>
                </a:lnTo>
                <a:lnTo>
                  <a:pt x="9203" y="113163"/>
                </a:lnTo>
                <a:lnTo>
                  <a:pt x="9203" y="111299"/>
                </a:lnTo>
                <a:lnTo>
                  <a:pt x="9203" y="109524"/>
                </a:lnTo>
                <a:lnTo>
                  <a:pt x="9203" y="107838"/>
                </a:lnTo>
                <a:lnTo>
                  <a:pt x="9203" y="106151"/>
                </a:lnTo>
                <a:lnTo>
                  <a:pt x="9521" y="104199"/>
                </a:lnTo>
                <a:lnTo>
                  <a:pt x="9521" y="102423"/>
                </a:lnTo>
                <a:lnTo>
                  <a:pt x="9521" y="100560"/>
                </a:lnTo>
                <a:lnTo>
                  <a:pt x="9521" y="98785"/>
                </a:lnTo>
                <a:lnTo>
                  <a:pt x="9521" y="96921"/>
                </a:lnTo>
                <a:lnTo>
                  <a:pt x="9997" y="95146"/>
                </a:lnTo>
                <a:lnTo>
                  <a:pt x="9997" y="93282"/>
                </a:lnTo>
                <a:lnTo>
                  <a:pt x="9997" y="91507"/>
                </a:lnTo>
                <a:lnTo>
                  <a:pt x="9997" y="89643"/>
                </a:lnTo>
                <a:lnTo>
                  <a:pt x="9997" y="87868"/>
                </a:lnTo>
                <a:lnTo>
                  <a:pt x="10314" y="85915"/>
                </a:lnTo>
                <a:lnTo>
                  <a:pt x="10314" y="84229"/>
                </a:lnTo>
                <a:lnTo>
                  <a:pt x="10314" y="82542"/>
                </a:lnTo>
                <a:lnTo>
                  <a:pt x="10314" y="80590"/>
                </a:lnTo>
                <a:lnTo>
                  <a:pt x="10314" y="78903"/>
                </a:lnTo>
                <a:lnTo>
                  <a:pt x="10314" y="76951"/>
                </a:lnTo>
                <a:lnTo>
                  <a:pt x="10314" y="75264"/>
                </a:lnTo>
                <a:lnTo>
                  <a:pt x="10314" y="73312"/>
                </a:lnTo>
                <a:lnTo>
                  <a:pt x="10314" y="71625"/>
                </a:lnTo>
                <a:lnTo>
                  <a:pt x="10790" y="69673"/>
                </a:lnTo>
                <a:lnTo>
                  <a:pt x="10790" y="67898"/>
                </a:lnTo>
                <a:lnTo>
                  <a:pt x="10790" y="66034"/>
                </a:lnTo>
                <a:lnTo>
                  <a:pt x="10790" y="64259"/>
                </a:lnTo>
                <a:lnTo>
                  <a:pt x="10790" y="62395"/>
                </a:lnTo>
                <a:lnTo>
                  <a:pt x="11108" y="60620"/>
                </a:lnTo>
                <a:lnTo>
                  <a:pt x="11108" y="58756"/>
                </a:lnTo>
                <a:lnTo>
                  <a:pt x="11108" y="56981"/>
                </a:lnTo>
                <a:lnTo>
                  <a:pt x="11108" y="55294"/>
                </a:lnTo>
                <a:lnTo>
                  <a:pt x="11108" y="53342"/>
                </a:lnTo>
                <a:lnTo>
                  <a:pt x="11425" y="51655"/>
                </a:lnTo>
                <a:lnTo>
                  <a:pt x="11425" y="49703"/>
                </a:lnTo>
                <a:lnTo>
                  <a:pt x="11425" y="48016"/>
                </a:lnTo>
                <a:lnTo>
                  <a:pt x="11425" y="46064"/>
                </a:lnTo>
                <a:lnTo>
                  <a:pt x="11901" y="44377"/>
                </a:lnTo>
                <a:lnTo>
                  <a:pt x="11901" y="42425"/>
                </a:lnTo>
                <a:lnTo>
                  <a:pt x="11901" y="40472"/>
                </a:lnTo>
                <a:lnTo>
                  <a:pt x="11901" y="38786"/>
                </a:lnTo>
                <a:lnTo>
                  <a:pt x="11901" y="36833"/>
                </a:lnTo>
                <a:lnTo>
                  <a:pt x="12218" y="35147"/>
                </a:lnTo>
                <a:lnTo>
                  <a:pt x="12218" y="33194"/>
                </a:lnTo>
                <a:lnTo>
                  <a:pt x="12218" y="31508"/>
                </a:lnTo>
                <a:lnTo>
                  <a:pt x="12218" y="29555"/>
                </a:lnTo>
                <a:lnTo>
                  <a:pt x="12218" y="27869"/>
                </a:lnTo>
                <a:lnTo>
                  <a:pt x="12694" y="25916"/>
                </a:lnTo>
                <a:lnTo>
                  <a:pt x="12694" y="23964"/>
                </a:lnTo>
                <a:lnTo>
                  <a:pt x="12694" y="22277"/>
                </a:lnTo>
                <a:lnTo>
                  <a:pt x="12694" y="20325"/>
                </a:lnTo>
                <a:lnTo>
                  <a:pt x="12694" y="18638"/>
                </a:lnTo>
                <a:lnTo>
                  <a:pt x="12694" y="16686"/>
                </a:lnTo>
                <a:lnTo>
                  <a:pt x="12694" y="14999"/>
                </a:lnTo>
                <a:lnTo>
                  <a:pt x="12694" y="12869"/>
                </a:lnTo>
                <a:lnTo>
                  <a:pt x="12694" y="11094"/>
                </a:lnTo>
                <a:lnTo>
                  <a:pt x="13012" y="9230"/>
                </a:lnTo>
                <a:lnTo>
                  <a:pt x="13012" y="7455"/>
                </a:lnTo>
                <a:lnTo>
                  <a:pt x="13012" y="5769"/>
                </a:lnTo>
                <a:lnTo>
                  <a:pt x="13012" y="3816"/>
                </a:lnTo>
                <a:lnTo>
                  <a:pt x="13012" y="1863"/>
                </a:lnTo>
                <a:lnTo>
                  <a:pt x="13329" y="0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6661457" y="2754479"/>
            <a:ext cx="13488" cy="377211"/>
          </a:xfrm>
          <a:custGeom>
            <a:avLst/>
            <a:gdLst/>
            <a:ahLst/>
            <a:cxnLst/>
            <a:rect l="l" t="t" r="r" b="b"/>
            <a:pathLst>
              <a:path w="13488" h="377211">
                <a:moveTo>
                  <a:pt x="0" y="377211"/>
                </a:moveTo>
                <a:lnTo>
                  <a:pt x="0" y="375436"/>
                </a:lnTo>
                <a:lnTo>
                  <a:pt x="0" y="373572"/>
                </a:lnTo>
                <a:lnTo>
                  <a:pt x="0" y="371797"/>
                </a:lnTo>
                <a:lnTo>
                  <a:pt x="0" y="369933"/>
                </a:lnTo>
                <a:lnTo>
                  <a:pt x="476" y="367980"/>
                </a:lnTo>
                <a:lnTo>
                  <a:pt x="476" y="366205"/>
                </a:lnTo>
                <a:lnTo>
                  <a:pt x="476" y="364341"/>
                </a:lnTo>
                <a:lnTo>
                  <a:pt x="476" y="362566"/>
                </a:lnTo>
                <a:lnTo>
                  <a:pt x="476" y="360436"/>
                </a:lnTo>
                <a:lnTo>
                  <a:pt x="793" y="358750"/>
                </a:lnTo>
                <a:lnTo>
                  <a:pt x="793" y="356797"/>
                </a:lnTo>
                <a:lnTo>
                  <a:pt x="793" y="355111"/>
                </a:lnTo>
                <a:lnTo>
                  <a:pt x="793" y="353158"/>
                </a:lnTo>
                <a:lnTo>
                  <a:pt x="1269" y="351206"/>
                </a:lnTo>
                <a:lnTo>
                  <a:pt x="1269" y="349519"/>
                </a:lnTo>
                <a:lnTo>
                  <a:pt x="1269" y="347567"/>
                </a:lnTo>
                <a:lnTo>
                  <a:pt x="1269" y="345703"/>
                </a:lnTo>
                <a:lnTo>
                  <a:pt x="1269" y="343928"/>
                </a:lnTo>
                <a:lnTo>
                  <a:pt x="1269" y="341975"/>
                </a:lnTo>
                <a:lnTo>
                  <a:pt x="1269" y="340289"/>
                </a:lnTo>
                <a:lnTo>
                  <a:pt x="1269" y="338158"/>
                </a:lnTo>
                <a:lnTo>
                  <a:pt x="1269" y="336472"/>
                </a:lnTo>
                <a:lnTo>
                  <a:pt x="1269" y="334519"/>
                </a:lnTo>
                <a:lnTo>
                  <a:pt x="1586" y="332567"/>
                </a:lnTo>
                <a:lnTo>
                  <a:pt x="1586" y="330880"/>
                </a:lnTo>
                <a:lnTo>
                  <a:pt x="1586" y="328928"/>
                </a:lnTo>
                <a:lnTo>
                  <a:pt x="1586" y="327241"/>
                </a:lnTo>
                <a:lnTo>
                  <a:pt x="1586" y="325111"/>
                </a:lnTo>
                <a:lnTo>
                  <a:pt x="2062" y="323336"/>
                </a:lnTo>
                <a:lnTo>
                  <a:pt x="2062" y="321472"/>
                </a:lnTo>
                <a:lnTo>
                  <a:pt x="2062" y="319520"/>
                </a:lnTo>
                <a:lnTo>
                  <a:pt x="2062" y="317745"/>
                </a:lnTo>
                <a:lnTo>
                  <a:pt x="2380" y="315881"/>
                </a:lnTo>
                <a:lnTo>
                  <a:pt x="2380" y="313928"/>
                </a:lnTo>
                <a:lnTo>
                  <a:pt x="2380" y="311976"/>
                </a:lnTo>
                <a:lnTo>
                  <a:pt x="2380" y="310289"/>
                </a:lnTo>
                <a:lnTo>
                  <a:pt x="2380" y="308337"/>
                </a:lnTo>
                <a:lnTo>
                  <a:pt x="2697" y="306384"/>
                </a:lnTo>
                <a:lnTo>
                  <a:pt x="2697" y="304698"/>
                </a:lnTo>
                <a:lnTo>
                  <a:pt x="2697" y="302567"/>
                </a:lnTo>
                <a:lnTo>
                  <a:pt x="2697" y="300881"/>
                </a:lnTo>
                <a:lnTo>
                  <a:pt x="2697" y="299106"/>
                </a:lnTo>
                <a:lnTo>
                  <a:pt x="3173" y="296976"/>
                </a:lnTo>
                <a:lnTo>
                  <a:pt x="3173" y="295289"/>
                </a:lnTo>
                <a:lnTo>
                  <a:pt x="3173" y="293337"/>
                </a:lnTo>
                <a:lnTo>
                  <a:pt x="3173" y="291384"/>
                </a:lnTo>
                <a:lnTo>
                  <a:pt x="3173" y="289698"/>
                </a:lnTo>
                <a:lnTo>
                  <a:pt x="3491" y="287745"/>
                </a:lnTo>
                <a:lnTo>
                  <a:pt x="3491" y="285793"/>
                </a:lnTo>
                <a:lnTo>
                  <a:pt x="3491" y="283929"/>
                </a:lnTo>
                <a:lnTo>
                  <a:pt x="3491" y="281976"/>
                </a:lnTo>
                <a:lnTo>
                  <a:pt x="3491" y="280024"/>
                </a:lnTo>
                <a:lnTo>
                  <a:pt x="3491" y="278337"/>
                </a:lnTo>
                <a:lnTo>
                  <a:pt x="3491" y="276385"/>
                </a:lnTo>
                <a:lnTo>
                  <a:pt x="3491" y="274432"/>
                </a:lnTo>
                <a:lnTo>
                  <a:pt x="3491" y="272746"/>
                </a:lnTo>
                <a:lnTo>
                  <a:pt x="3967" y="270615"/>
                </a:lnTo>
                <a:lnTo>
                  <a:pt x="3967" y="268929"/>
                </a:lnTo>
                <a:lnTo>
                  <a:pt x="3967" y="266976"/>
                </a:lnTo>
                <a:lnTo>
                  <a:pt x="3967" y="265024"/>
                </a:lnTo>
                <a:lnTo>
                  <a:pt x="3967" y="263337"/>
                </a:lnTo>
                <a:lnTo>
                  <a:pt x="4284" y="261207"/>
                </a:lnTo>
                <a:lnTo>
                  <a:pt x="4284" y="259432"/>
                </a:lnTo>
                <a:lnTo>
                  <a:pt x="4284" y="257568"/>
                </a:lnTo>
                <a:lnTo>
                  <a:pt x="4284" y="255616"/>
                </a:lnTo>
                <a:lnTo>
                  <a:pt x="4284" y="253929"/>
                </a:lnTo>
                <a:lnTo>
                  <a:pt x="4601" y="251710"/>
                </a:lnTo>
                <a:lnTo>
                  <a:pt x="4601" y="250024"/>
                </a:lnTo>
                <a:lnTo>
                  <a:pt x="4601" y="248071"/>
                </a:lnTo>
                <a:lnTo>
                  <a:pt x="4601" y="246208"/>
                </a:lnTo>
                <a:lnTo>
                  <a:pt x="5077" y="244255"/>
                </a:lnTo>
                <a:lnTo>
                  <a:pt x="5077" y="242302"/>
                </a:lnTo>
                <a:lnTo>
                  <a:pt x="5077" y="240616"/>
                </a:lnTo>
                <a:lnTo>
                  <a:pt x="5077" y="238663"/>
                </a:lnTo>
                <a:lnTo>
                  <a:pt x="5077" y="236711"/>
                </a:lnTo>
                <a:lnTo>
                  <a:pt x="5395" y="234847"/>
                </a:lnTo>
                <a:lnTo>
                  <a:pt x="5395" y="232894"/>
                </a:lnTo>
                <a:lnTo>
                  <a:pt x="5395" y="230942"/>
                </a:lnTo>
                <a:lnTo>
                  <a:pt x="5395" y="229255"/>
                </a:lnTo>
                <a:lnTo>
                  <a:pt x="5395" y="227125"/>
                </a:lnTo>
                <a:lnTo>
                  <a:pt x="5395" y="225350"/>
                </a:lnTo>
                <a:lnTo>
                  <a:pt x="5395" y="223397"/>
                </a:lnTo>
                <a:lnTo>
                  <a:pt x="5395" y="221534"/>
                </a:lnTo>
                <a:lnTo>
                  <a:pt x="5395" y="219758"/>
                </a:lnTo>
                <a:lnTo>
                  <a:pt x="5395" y="217628"/>
                </a:lnTo>
                <a:lnTo>
                  <a:pt x="5871" y="215942"/>
                </a:lnTo>
                <a:lnTo>
                  <a:pt x="5871" y="213989"/>
                </a:lnTo>
                <a:lnTo>
                  <a:pt x="5871" y="212037"/>
                </a:lnTo>
                <a:lnTo>
                  <a:pt x="5871" y="210173"/>
                </a:lnTo>
                <a:lnTo>
                  <a:pt x="6188" y="208220"/>
                </a:lnTo>
                <a:lnTo>
                  <a:pt x="6188" y="206268"/>
                </a:lnTo>
                <a:lnTo>
                  <a:pt x="6188" y="204581"/>
                </a:lnTo>
                <a:lnTo>
                  <a:pt x="6188" y="202451"/>
                </a:lnTo>
                <a:lnTo>
                  <a:pt x="6188" y="200676"/>
                </a:lnTo>
                <a:lnTo>
                  <a:pt x="6506" y="198546"/>
                </a:lnTo>
                <a:lnTo>
                  <a:pt x="6506" y="196859"/>
                </a:lnTo>
                <a:lnTo>
                  <a:pt x="6506" y="195173"/>
                </a:lnTo>
                <a:lnTo>
                  <a:pt x="6506" y="193220"/>
                </a:lnTo>
                <a:lnTo>
                  <a:pt x="6506" y="191268"/>
                </a:lnTo>
                <a:lnTo>
                  <a:pt x="6982" y="189315"/>
                </a:lnTo>
                <a:lnTo>
                  <a:pt x="6982" y="187451"/>
                </a:lnTo>
                <a:lnTo>
                  <a:pt x="6982" y="185676"/>
                </a:lnTo>
                <a:lnTo>
                  <a:pt x="6982" y="183546"/>
                </a:lnTo>
                <a:lnTo>
                  <a:pt x="6982" y="181860"/>
                </a:lnTo>
                <a:lnTo>
                  <a:pt x="7299" y="179730"/>
                </a:lnTo>
                <a:lnTo>
                  <a:pt x="7299" y="177955"/>
                </a:lnTo>
                <a:lnTo>
                  <a:pt x="7299" y="176091"/>
                </a:lnTo>
                <a:lnTo>
                  <a:pt x="7299" y="174138"/>
                </a:lnTo>
                <a:lnTo>
                  <a:pt x="7775" y="172185"/>
                </a:lnTo>
                <a:lnTo>
                  <a:pt x="7775" y="170233"/>
                </a:lnTo>
                <a:lnTo>
                  <a:pt x="7775" y="168369"/>
                </a:lnTo>
                <a:lnTo>
                  <a:pt x="7775" y="166594"/>
                </a:lnTo>
                <a:lnTo>
                  <a:pt x="7775" y="164464"/>
                </a:lnTo>
                <a:lnTo>
                  <a:pt x="7775" y="162777"/>
                </a:lnTo>
                <a:lnTo>
                  <a:pt x="7775" y="160825"/>
                </a:lnTo>
                <a:lnTo>
                  <a:pt x="7775" y="158872"/>
                </a:lnTo>
                <a:lnTo>
                  <a:pt x="7775" y="157008"/>
                </a:lnTo>
                <a:lnTo>
                  <a:pt x="7775" y="155056"/>
                </a:lnTo>
                <a:lnTo>
                  <a:pt x="8093" y="153103"/>
                </a:lnTo>
                <a:lnTo>
                  <a:pt x="8093" y="151417"/>
                </a:lnTo>
                <a:lnTo>
                  <a:pt x="8093" y="149286"/>
                </a:lnTo>
                <a:lnTo>
                  <a:pt x="8093" y="147511"/>
                </a:lnTo>
                <a:lnTo>
                  <a:pt x="8093" y="145559"/>
                </a:lnTo>
                <a:lnTo>
                  <a:pt x="8569" y="143695"/>
                </a:lnTo>
                <a:lnTo>
                  <a:pt x="8569" y="141742"/>
                </a:lnTo>
                <a:lnTo>
                  <a:pt x="8569" y="139790"/>
                </a:lnTo>
                <a:lnTo>
                  <a:pt x="8569" y="137926"/>
                </a:lnTo>
                <a:lnTo>
                  <a:pt x="8886" y="136151"/>
                </a:lnTo>
                <a:lnTo>
                  <a:pt x="8886" y="134020"/>
                </a:lnTo>
                <a:lnTo>
                  <a:pt x="8886" y="132068"/>
                </a:lnTo>
                <a:lnTo>
                  <a:pt x="8886" y="130204"/>
                </a:lnTo>
                <a:lnTo>
                  <a:pt x="8886" y="128251"/>
                </a:lnTo>
                <a:lnTo>
                  <a:pt x="9203" y="126476"/>
                </a:lnTo>
                <a:lnTo>
                  <a:pt x="9203" y="124346"/>
                </a:lnTo>
                <a:lnTo>
                  <a:pt x="9203" y="122660"/>
                </a:lnTo>
                <a:lnTo>
                  <a:pt x="9203" y="120707"/>
                </a:lnTo>
                <a:lnTo>
                  <a:pt x="9203" y="118843"/>
                </a:lnTo>
                <a:lnTo>
                  <a:pt x="9679" y="116891"/>
                </a:lnTo>
                <a:lnTo>
                  <a:pt x="9679" y="114938"/>
                </a:lnTo>
                <a:lnTo>
                  <a:pt x="9679" y="112985"/>
                </a:lnTo>
                <a:lnTo>
                  <a:pt x="9679" y="111299"/>
                </a:lnTo>
                <a:lnTo>
                  <a:pt x="9679" y="109169"/>
                </a:lnTo>
                <a:lnTo>
                  <a:pt x="9679" y="107216"/>
                </a:lnTo>
                <a:lnTo>
                  <a:pt x="9679" y="105264"/>
                </a:lnTo>
                <a:lnTo>
                  <a:pt x="9679" y="103400"/>
                </a:lnTo>
                <a:lnTo>
                  <a:pt x="9679" y="101625"/>
                </a:lnTo>
                <a:lnTo>
                  <a:pt x="9997" y="99495"/>
                </a:lnTo>
                <a:lnTo>
                  <a:pt x="9997" y="97808"/>
                </a:lnTo>
                <a:lnTo>
                  <a:pt x="9997" y="95856"/>
                </a:lnTo>
                <a:lnTo>
                  <a:pt x="9997" y="93903"/>
                </a:lnTo>
                <a:lnTo>
                  <a:pt x="9997" y="92039"/>
                </a:lnTo>
                <a:lnTo>
                  <a:pt x="10473" y="90086"/>
                </a:lnTo>
                <a:lnTo>
                  <a:pt x="10473" y="88134"/>
                </a:lnTo>
                <a:lnTo>
                  <a:pt x="10473" y="86181"/>
                </a:lnTo>
                <a:lnTo>
                  <a:pt x="10473" y="84317"/>
                </a:lnTo>
                <a:lnTo>
                  <a:pt x="10473" y="82365"/>
                </a:lnTo>
                <a:lnTo>
                  <a:pt x="10790" y="80590"/>
                </a:lnTo>
                <a:lnTo>
                  <a:pt x="10790" y="78459"/>
                </a:lnTo>
                <a:lnTo>
                  <a:pt x="10790" y="76773"/>
                </a:lnTo>
                <a:lnTo>
                  <a:pt x="10790" y="74643"/>
                </a:lnTo>
                <a:lnTo>
                  <a:pt x="10790" y="72690"/>
                </a:lnTo>
                <a:lnTo>
                  <a:pt x="11108" y="71004"/>
                </a:lnTo>
                <a:lnTo>
                  <a:pt x="11108" y="68874"/>
                </a:lnTo>
                <a:lnTo>
                  <a:pt x="11108" y="67099"/>
                </a:lnTo>
                <a:lnTo>
                  <a:pt x="11108" y="65235"/>
                </a:lnTo>
                <a:lnTo>
                  <a:pt x="11584" y="63282"/>
                </a:lnTo>
                <a:lnTo>
                  <a:pt x="11584" y="61330"/>
                </a:lnTo>
                <a:lnTo>
                  <a:pt x="11584" y="59377"/>
                </a:lnTo>
                <a:lnTo>
                  <a:pt x="11584" y="57513"/>
                </a:lnTo>
                <a:lnTo>
                  <a:pt x="11584" y="55561"/>
                </a:lnTo>
                <a:lnTo>
                  <a:pt x="11901" y="53608"/>
                </a:lnTo>
                <a:lnTo>
                  <a:pt x="11901" y="51655"/>
                </a:lnTo>
                <a:lnTo>
                  <a:pt x="11901" y="49969"/>
                </a:lnTo>
                <a:lnTo>
                  <a:pt x="11901" y="47839"/>
                </a:lnTo>
                <a:lnTo>
                  <a:pt x="11901" y="46152"/>
                </a:lnTo>
                <a:lnTo>
                  <a:pt x="11901" y="43934"/>
                </a:lnTo>
                <a:lnTo>
                  <a:pt x="11901" y="42070"/>
                </a:lnTo>
                <a:lnTo>
                  <a:pt x="11901" y="40295"/>
                </a:lnTo>
                <a:lnTo>
                  <a:pt x="11901" y="38164"/>
                </a:lnTo>
                <a:lnTo>
                  <a:pt x="11901" y="36478"/>
                </a:lnTo>
                <a:lnTo>
                  <a:pt x="12377" y="34525"/>
                </a:lnTo>
                <a:lnTo>
                  <a:pt x="12377" y="32573"/>
                </a:lnTo>
                <a:lnTo>
                  <a:pt x="12377" y="30709"/>
                </a:lnTo>
                <a:lnTo>
                  <a:pt x="12377" y="28490"/>
                </a:lnTo>
                <a:lnTo>
                  <a:pt x="12694" y="26804"/>
                </a:lnTo>
                <a:lnTo>
                  <a:pt x="12694" y="24851"/>
                </a:lnTo>
                <a:lnTo>
                  <a:pt x="12694" y="22987"/>
                </a:lnTo>
                <a:lnTo>
                  <a:pt x="12694" y="21035"/>
                </a:lnTo>
                <a:lnTo>
                  <a:pt x="12694" y="19082"/>
                </a:lnTo>
                <a:lnTo>
                  <a:pt x="13170" y="17129"/>
                </a:lnTo>
                <a:lnTo>
                  <a:pt x="13170" y="15443"/>
                </a:lnTo>
                <a:lnTo>
                  <a:pt x="13170" y="13313"/>
                </a:lnTo>
                <a:lnTo>
                  <a:pt x="13170" y="11360"/>
                </a:lnTo>
                <a:lnTo>
                  <a:pt x="13170" y="9674"/>
                </a:lnTo>
                <a:lnTo>
                  <a:pt x="13488" y="7544"/>
                </a:lnTo>
                <a:lnTo>
                  <a:pt x="13488" y="5769"/>
                </a:lnTo>
                <a:lnTo>
                  <a:pt x="13488" y="3905"/>
                </a:lnTo>
                <a:lnTo>
                  <a:pt x="13488" y="1952"/>
                </a:lnTo>
                <a:lnTo>
                  <a:pt x="13488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6674945" y="2380995"/>
            <a:ext cx="13329" cy="373483"/>
          </a:xfrm>
          <a:custGeom>
            <a:avLst/>
            <a:gdLst/>
            <a:ahLst/>
            <a:cxnLst/>
            <a:rect l="l" t="t" r="r" b="b"/>
            <a:pathLst>
              <a:path w="13329" h="373483">
                <a:moveTo>
                  <a:pt x="0" y="373483"/>
                </a:moveTo>
                <a:lnTo>
                  <a:pt x="317" y="371531"/>
                </a:lnTo>
                <a:lnTo>
                  <a:pt x="317" y="369667"/>
                </a:lnTo>
                <a:lnTo>
                  <a:pt x="317" y="367714"/>
                </a:lnTo>
                <a:lnTo>
                  <a:pt x="317" y="365761"/>
                </a:lnTo>
                <a:lnTo>
                  <a:pt x="317" y="363809"/>
                </a:lnTo>
                <a:lnTo>
                  <a:pt x="317" y="361945"/>
                </a:lnTo>
                <a:lnTo>
                  <a:pt x="317" y="359992"/>
                </a:lnTo>
                <a:lnTo>
                  <a:pt x="317" y="358306"/>
                </a:lnTo>
                <a:lnTo>
                  <a:pt x="317" y="356087"/>
                </a:lnTo>
                <a:lnTo>
                  <a:pt x="793" y="354401"/>
                </a:lnTo>
                <a:lnTo>
                  <a:pt x="793" y="352448"/>
                </a:lnTo>
                <a:lnTo>
                  <a:pt x="793" y="350318"/>
                </a:lnTo>
                <a:lnTo>
                  <a:pt x="793" y="348632"/>
                </a:lnTo>
                <a:lnTo>
                  <a:pt x="793" y="346679"/>
                </a:lnTo>
                <a:lnTo>
                  <a:pt x="1110" y="344726"/>
                </a:lnTo>
                <a:lnTo>
                  <a:pt x="1110" y="342862"/>
                </a:lnTo>
                <a:lnTo>
                  <a:pt x="1110" y="340910"/>
                </a:lnTo>
                <a:lnTo>
                  <a:pt x="1110" y="338957"/>
                </a:lnTo>
                <a:lnTo>
                  <a:pt x="1110" y="337271"/>
                </a:lnTo>
                <a:lnTo>
                  <a:pt x="1586" y="335141"/>
                </a:lnTo>
                <a:lnTo>
                  <a:pt x="1586" y="333366"/>
                </a:lnTo>
                <a:lnTo>
                  <a:pt x="1586" y="331235"/>
                </a:lnTo>
                <a:lnTo>
                  <a:pt x="1586" y="329549"/>
                </a:lnTo>
                <a:lnTo>
                  <a:pt x="1586" y="327597"/>
                </a:lnTo>
                <a:lnTo>
                  <a:pt x="1904" y="325466"/>
                </a:lnTo>
                <a:lnTo>
                  <a:pt x="1904" y="323780"/>
                </a:lnTo>
                <a:lnTo>
                  <a:pt x="1904" y="321827"/>
                </a:lnTo>
                <a:lnTo>
                  <a:pt x="1904" y="319875"/>
                </a:lnTo>
                <a:lnTo>
                  <a:pt x="2221" y="317922"/>
                </a:lnTo>
                <a:lnTo>
                  <a:pt x="2221" y="316058"/>
                </a:lnTo>
                <a:lnTo>
                  <a:pt x="2221" y="314106"/>
                </a:lnTo>
                <a:lnTo>
                  <a:pt x="2221" y="312419"/>
                </a:lnTo>
                <a:lnTo>
                  <a:pt x="2221" y="310200"/>
                </a:lnTo>
                <a:lnTo>
                  <a:pt x="2697" y="308514"/>
                </a:lnTo>
                <a:lnTo>
                  <a:pt x="2697" y="306384"/>
                </a:lnTo>
                <a:lnTo>
                  <a:pt x="2697" y="304698"/>
                </a:lnTo>
                <a:lnTo>
                  <a:pt x="2697" y="302745"/>
                </a:lnTo>
                <a:lnTo>
                  <a:pt x="2697" y="300792"/>
                </a:lnTo>
                <a:lnTo>
                  <a:pt x="2697" y="298840"/>
                </a:lnTo>
                <a:lnTo>
                  <a:pt x="2697" y="296976"/>
                </a:lnTo>
                <a:lnTo>
                  <a:pt x="2697" y="295023"/>
                </a:lnTo>
                <a:lnTo>
                  <a:pt x="2697" y="293337"/>
                </a:lnTo>
                <a:lnTo>
                  <a:pt x="2697" y="291118"/>
                </a:lnTo>
                <a:lnTo>
                  <a:pt x="3015" y="289254"/>
                </a:lnTo>
                <a:lnTo>
                  <a:pt x="3015" y="287479"/>
                </a:lnTo>
                <a:lnTo>
                  <a:pt x="3015" y="285349"/>
                </a:lnTo>
                <a:lnTo>
                  <a:pt x="3015" y="283662"/>
                </a:lnTo>
                <a:lnTo>
                  <a:pt x="3491" y="281710"/>
                </a:lnTo>
                <a:lnTo>
                  <a:pt x="3491" y="279757"/>
                </a:lnTo>
                <a:lnTo>
                  <a:pt x="3491" y="277893"/>
                </a:lnTo>
                <a:lnTo>
                  <a:pt x="3491" y="275941"/>
                </a:lnTo>
                <a:lnTo>
                  <a:pt x="3491" y="273988"/>
                </a:lnTo>
                <a:lnTo>
                  <a:pt x="3808" y="272302"/>
                </a:lnTo>
                <a:lnTo>
                  <a:pt x="3808" y="270172"/>
                </a:lnTo>
                <a:lnTo>
                  <a:pt x="3808" y="268397"/>
                </a:lnTo>
                <a:lnTo>
                  <a:pt x="3808" y="266533"/>
                </a:lnTo>
                <a:lnTo>
                  <a:pt x="3808" y="264580"/>
                </a:lnTo>
                <a:lnTo>
                  <a:pt x="4284" y="262894"/>
                </a:lnTo>
                <a:lnTo>
                  <a:pt x="4284" y="260675"/>
                </a:lnTo>
                <a:lnTo>
                  <a:pt x="4284" y="258988"/>
                </a:lnTo>
                <a:lnTo>
                  <a:pt x="4284" y="256858"/>
                </a:lnTo>
                <a:lnTo>
                  <a:pt x="4284" y="255172"/>
                </a:lnTo>
                <a:lnTo>
                  <a:pt x="4601" y="253219"/>
                </a:lnTo>
                <a:lnTo>
                  <a:pt x="4601" y="251267"/>
                </a:lnTo>
                <a:lnTo>
                  <a:pt x="4601" y="249314"/>
                </a:lnTo>
                <a:lnTo>
                  <a:pt x="4601" y="247450"/>
                </a:lnTo>
                <a:lnTo>
                  <a:pt x="4601" y="245498"/>
                </a:lnTo>
                <a:lnTo>
                  <a:pt x="4601" y="243722"/>
                </a:lnTo>
                <a:lnTo>
                  <a:pt x="4601" y="241592"/>
                </a:lnTo>
                <a:lnTo>
                  <a:pt x="4601" y="239906"/>
                </a:lnTo>
                <a:lnTo>
                  <a:pt x="4601" y="237953"/>
                </a:lnTo>
                <a:lnTo>
                  <a:pt x="4919" y="236089"/>
                </a:lnTo>
                <a:lnTo>
                  <a:pt x="4919" y="234314"/>
                </a:lnTo>
                <a:lnTo>
                  <a:pt x="4919" y="232184"/>
                </a:lnTo>
                <a:lnTo>
                  <a:pt x="4919" y="230498"/>
                </a:lnTo>
                <a:lnTo>
                  <a:pt x="4919" y="228545"/>
                </a:lnTo>
                <a:lnTo>
                  <a:pt x="5395" y="226593"/>
                </a:lnTo>
                <a:lnTo>
                  <a:pt x="5395" y="224640"/>
                </a:lnTo>
                <a:lnTo>
                  <a:pt x="5395" y="222776"/>
                </a:lnTo>
                <a:lnTo>
                  <a:pt x="5395" y="220823"/>
                </a:lnTo>
                <a:lnTo>
                  <a:pt x="5395" y="219137"/>
                </a:lnTo>
                <a:lnTo>
                  <a:pt x="5712" y="217185"/>
                </a:lnTo>
                <a:lnTo>
                  <a:pt x="5712" y="215232"/>
                </a:lnTo>
                <a:lnTo>
                  <a:pt x="5712" y="213279"/>
                </a:lnTo>
                <a:lnTo>
                  <a:pt x="5712" y="211415"/>
                </a:lnTo>
                <a:lnTo>
                  <a:pt x="6188" y="209640"/>
                </a:lnTo>
                <a:lnTo>
                  <a:pt x="6188" y="207510"/>
                </a:lnTo>
                <a:lnTo>
                  <a:pt x="6188" y="205824"/>
                </a:lnTo>
                <a:lnTo>
                  <a:pt x="6188" y="203871"/>
                </a:lnTo>
                <a:lnTo>
                  <a:pt x="6188" y="201919"/>
                </a:lnTo>
                <a:lnTo>
                  <a:pt x="6506" y="200232"/>
                </a:lnTo>
                <a:lnTo>
                  <a:pt x="6506" y="198102"/>
                </a:lnTo>
                <a:lnTo>
                  <a:pt x="6506" y="196416"/>
                </a:lnTo>
                <a:lnTo>
                  <a:pt x="6506" y="194463"/>
                </a:lnTo>
                <a:lnTo>
                  <a:pt x="6506" y="192510"/>
                </a:lnTo>
                <a:lnTo>
                  <a:pt x="6506" y="190824"/>
                </a:lnTo>
                <a:lnTo>
                  <a:pt x="6506" y="188694"/>
                </a:lnTo>
                <a:lnTo>
                  <a:pt x="6506" y="186919"/>
                </a:lnTo>
                <a:lnTo>
                  <a:pt x="6506" y="185055"/>
                </a:lnTo>
                <a:lnTo>
                  <a:pt x="6506" y="183102"/>
                </a:lnTo>
                <a:lnTo>
                  <a:pt x="6823" y="181327"/>
                </a:lnTo>
                <a:lnTo>
                  <a:pt x="6823" y="179197"/>
                </a:lnTo>
                <a:lnTo>
                  <a:pt x="6823" y="177511"/>
                </a:lnTo>
                <a:lnTo>
                  <a:pt x="6823" y="175558"/>
                </a:lnTo>
                <a:lnTo>
                  <a:pt x="7299" y="173606"/>
                </a:lnTo>
                <a:lnTo>
                  <a:pt x="7299" y="171919"/>
                </a:lnTo>
                <a:lnTo>
                  <a:pt x="7299" y="169967"/>
                </a:lnTo>
                <a:lnTo>
                  <a:pt x="7299" y="168103"/>
                </a:lnTo>
                <a:lnTo>
                  <a:pt x="7299" y="166150"/>
                </a:lnTo>
                <a:lnTo>
                  <a:pt x="7616" y="164464"/>
                </a:lnTo>
                <a:lnTo>
                  <a:pt x="7616" y="162511"/>
                </a:lnTo>
                <a:lnTo>
                  <a:pt x="7616" y="160558"/>
                </a:lnTo>
                <a:lnTo>
                  <a:pt x="7616" y="158872"/>
                </a:lnTo>
                <a:lnTo>
                  <a:pt x="7616" y="156742"/>
                </a:lnTo>
                <a:lnTo>
                  <a:pt x="8093" y="154967"/>
                </a:lnTo>
                <a:lnTo>
                  <a:pt x="8093" y="153103"/>
                </a:lnTo>
                <a:lnTo>
                  <a:pt x="8093" y="151150"/>
                </a:lnTo>
                <a:lnTo>
                  <a:pt x="8093" y="149464"/>
                </a:lnTo>
                <a:lnTo>
                  <a:pt x="8093" y="147511"/>
                </a:lnTo>
                <a:lnTo>
                  <a:pt x="8410" y="145559"/>
                </a:lnTo>
                <a:lnTo>
                  <a:pt x="8410" y="143606"/>
                </a:lnTo>
                <a:lnTo>
                  <a:pt x="8410" y="141920"/>
                </a:lnTo>
                <a:lnTo>
                  <a:pt x="8410" y="139967"/>
                </a:lnTo>
                <a:lnTo>
                  <a:pt x="8727" y="138014"/>
                </a:lnTo>
                <a:lnTo>
                  <a:pt x="8727" y="136328"/>
                </a:lnTo>
                <a:lnTo>
                  <a:pt x="8727" y="134198"/>
                </a:lnTo>
                <a:lnTo>
                  <a:pt x="8727" y="132512"/>
                </a:lnTo>
                <a:lnTo>
                  <a:pt x="8727" y="130559"/>
                </a:lnTo>
                <a:lnTo>
                  <a:pt x="8727" y="128873"/>
                </a:lnTo>
                <a:lnTo>
                  <a:pt x="8727" y="126920"/>
                </a:lnTo>
                <a:lnTo>
                  <a:pt x="8727" y="124967"/>
                </a:lnTo>
                <a:lnTo>
                  <a:pt x="8727" y="123281"/>
                </a:lnTo>
                <a:lnTo>
                  <a:pt x="8727" y="121151"/>
                </a:lnTo>
                <a:lnTo>
                  <a:pt x="9203" y="119376"/>
                </a:lnTo>
                <a:lnTo>
                  <a:pt x="9203" y="117512"/>
                </a:lnTo>
                <a:lnTo>
                  <a:pt x="9203" y="115737"/>
                </a:lnTo>
                <a:lnTo>
                  <a:pt x="9203" y="113784"/>
                </a:lnTo>
                <a:lnTo>
                  <a:pt x="9203" y="111920"/>
                </a:lnTo>
                <a:lnTo>
                  <a:pt x="9521" y="110145"/>
                </a:lnTo>
                <a:lnTo>
                  <a:pt x="9521" y="108281"/>
                </a:lnTo>
                <a:lnTo>
                  <a:pt x="9521" y="106329"/>
                </a:lnTo>
                <a:lnTo>
                  <a:pt x="9521" y="104642"/>
                </a:lnTo>
                <a:lnTo>
                  <a:pt x="9997" y="102690"/>
                </a:lnTo>
                <a:lnTo>
                  <a:pt x="9997" y="101003"/>
                </a:lnTo>
                <a:lnTo>
                  <a:pt x="9997" y="98785"/>
                </a:lnTo>
                <a:lnTo>
                  <a:pt x="9997" y="97098"/>
                </a:lnTo>
                <a:lnTo>
                  <a:pt x="9997" y="95146"/>
                </a:lnTo>
                <a:lnTo>
                  <a:pt x="10314" y="93459"/>
                </a:lnTo>
                <a:lnTo>
                  <a:pt x="10314" y="91507"/>
                </a:lnTo>
                <a:lnTo>
                  <a:pt x="10314" y="89554"/>
                </a:lnTo>
                <a:lnTo>
                  <a:pt x="10314" y="87868"/>
                </a:lnTo>
                <a:lnTo>
                  <a:pt x="10314" y="85915"/>
                </a:lnTo>
                <a:lnTo>
                  <a:pt x="10790" y="84229"/>
                </a:lnTo>
                <a:lnTo>
                  <a:pt x="10790" y="82276"/>
                </a:lnTo>
                <a:lnTo>
                  <a:pt x="10790" y="80412"/>
                </a:lnTo>
                <a:lnTo>
                  <a:pt x="10790" y="78637"/>
                </a:lnTo>
                <a:lnTo>
                  <a:pt x="10790" y="76773"/>
                </a:lnTo>
                <a:lnTo>
                  <a:pt x="10790" y="74998"/>
                </a:lnTo>
                <a:lnTo>
                  <a:pt x="10790" y="73045"/>
                </a:lnTo>
                <a:lnTo>
                  <a:pt x="10790" y="71359"/>
                </a:lnTo>
                <a:lnTo>
                  <a:pt x="10790" y="69229"/>
                </a:lnTo>
                <a:lnTo>
                  <a:pt x="11108" y="67543"/>
                </a:lnTo>
                <a:lnTo>
                  <a:pt x="11108" y="65590"/>
                </a:lnTo>
                <a:lnTo>
                  <a:pt x="11108" y="63904"/>
                </a:lnTo>
                <a:lnTo>
                  <a:pt x="11108" y="62128"/>
                </a:lnTo>
                <a:lnTo>
                  <a:pt x="11108" y="60176"/>
                </a:lnTo>
                <a:lnTo>
                  <a:pt x="11425" y="58489"/>
                </a:lnTo>
                <a:lnTo>
                  <a:pt x="11425" y="56359"/>
                </a:lnTo>
                <a:lnTo>
                  <a:pt x="11425" y="54673"/>
                </a:lnTo>
                <a:lnTo>
                  <a:pt x="11425" y="52720"/>
                </a:lnTo>
                <a:lnTo>
                  <a:pt x="11425" y="51034"/>
                </a:lnTo>
                <a:lnTo>
                  <a:pt x="11901" y="49081"/>
                </a:lnTo>
                <a:lnTo>
                  <a:pt x="11901" y="47395"/>
                </a:lnTo>
                <a:lnTo>
                  <a:pt x="11901" y="45442"/>
                </a:lnTo>
                <a:lnTo>
                  <a:pt x="11901" y="43667"/>
                </a:lnTo>
                <a:lnTo>
                  <a:pt x="11901" y="41981"/>
                </a:lnTo>
                <a:lnTo>
                  <a:pt x="12218" y="39851"/>
                </a:lnTo>
                <a:lnTo>
                  <a:pt x="12218" y="38164"/>
                </a:lnTo>
                <a:lnTo>
                  <a:pt x="12218" y="36212"/>
                </a:lnTo>
                <a:lnTo>
                  <a:pt x="12218" y="34525"/>
                </a:lnTo>
                <a:lnTo>
                  <a:pt x="12694" y="32573"/>
                </a:lnTo>
                <a:lnTo>
                  <a:pt x="12694" y="30886"/>
                </a:lnTo>
                <a:lnTo>
                  <a:pt x="12694" y="28934"/>
                </a:lnTo>
                <a:lnTo>
                  <a:pt x="12694" y="27159"/>
                </a:lnTo>
                <a:lnTo>
                  <a:pt x="12694" y="25472"/>
                </a:lnTo>
                <a:lnTo>
                  <a:pt x="13012" y="23520"/>
                </a:lnTo>
                <a:lnTo>
                  <a:pt x="13012" y="21833"/>
                </a:lnTo>
                <a:lnTo>
                  <a:pt x="13012" y="19881"/>
                </a:lnTo>
                <a:lnTo>
                  <a:pt x="13012" y="18194"/>
                </a:lnTo>
                <a:lnTo>
                  <a:pt x="13012" y="16242"/>
                </a:lnTo>
                <a:lnTo>
                  <a:pt x="13012" y="14555"/>
                </a:lnTo>
                <a:lnTo>
                  <a:pt x="13012" y="12603"/>
                </a:lnTo>
                <a:lnTo>
                  <a:pt x="13012" y="10916"/>
                </a:lnTo>
                <a:lnTo>
                  <a:pt x="13012" y="8964"/>
                </a:lnTo>
                <a:lnTo>
                  <a:pt x="13012" y="7277"/>
                </a:lnTo>
                <a:lnTo>
                  <a:pt x="13329" y="5325"/>
                </a:lnTo>
                <a:lnTo>
                  <a:pt x="13329" y="3638"/>
                </a:lnTo>
                <a:lnTo>
                  <a:pt x="13329" y="1863"/>
                </a:lnTo>
                <a:lnTo>
                  <a:pt x="13329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6688275" y="2045144"/>
            <a:ext cx="13805" cy="335851"/>
          </a:xfrm>
          <a:custGeom>
            <a:avLst/>
            <a:gdLst/>
            <a:ahLst/>
            <a:cxnLst/>
            <a:rect l="l" t="t" r="r" b="b"/>
            <a:pathLst>
              <a:path w="13805" h="335851">
                <a:moveTo>
                  <a:pt x="0" y="335851"/>
                </a:moveTo>
                <a:lnTo>
                  <a:pt x="476" y="334076"/>
                </a:lnTo>
                <a:lnTo>
                  <a:pt x="476" y="332212"/>
                </a:lnTo>
                <a:lnTo>
                  <a:pt x="476" y="330437"/>
                </a:lnTo>
                <a:lnTo>
                  <a:pt x="476" y="328484"/>
                </a:lnTo>
                <a:lnTo>
                  <a:pt x="476" y="326798"/>
                </a:lnTo>
                <a:lnTo>
                  <a:pt x="793" y="324845"/>
                </a:lnTo>
                <a:lnTo>
                  <a:pt x="793" y="323159"/>
                </a:lnTo>
                <a:lnTo>
                  <a:pt x="793" y="321206"/>
                </a:lnTo>
                <a:lnTo>
                  <a:pt x="793" y="319520"/>
                </a:lnTo>
                <a:lnTo>
                  <a:pt x="793" y="317567"/>
                </a:lnTo>
                <a:lnTo>
                  <a:pt x="1269" y="316058"/>
                </a:lnTo>
                <a:lnTo>
                  <a:pt x="1269" y="314194"/>
                </a:lnTo>
                <a:lnTo>
                  <a:pt x="1269" y="312419"/>
                </a:lnTo>
                <a:lnTo>
                  <a:pt x="1269" y="310555"/>
                </a:lnTo>
                <a:lnTo>
                  <a:pt x="1269" y="308780"/>
                </a:lnTo>
                <a:lnTo>
                  <a:pt x="1586" y="306828"/>
                </a:lnTo>
                <a:lnTo>
                  <a:pt x="1586" y="305141"/>
                </a:lnTo>
                <a:lnTo>
                  <a:pt x="1586" y="303455"/>
                </a:lnTo>
                <a:lnTo>
                  <a:pt x="1586" y="301502"/>
                </a:lnTo>
                <a:lnTo>
                  <a:pt x="1586" y="299816"/>
                </a:lnTo>
                <a:lnTo>
                  <a:pt x="1586" y="298041"/>
                </a:lnTo>
                <a:lnTo>
                  <a:pt x="1586" y="296355"/>
                </a:lnTo>
                <a:lnTo>
                  <a:pt x="1586" y="294402"/>
                </a:lnTo>
                <a:lnTo>
                  <a:pt x="1586" y="292716"/>
                </a:lnTo>
                <a:lnTo>
                  <a:pt x="2062" y="290763"/>
                </a:lnTo>
                <a:lnTo>
                  <a:pt x="2062" y="289077"/>
                </a:lnTo>
                <a:lnTo>
                  <a:pt x="2062" y="287390"/>
                </a:lnTo>
                <a:lnTo>
                  <a:pt x="2062" y="285615"/>
                </a:lnTo>
                <a:lnTo>
                  <a:pt x="2062" y="283751"/>
                </a:lnTo>
                <a:lnTo>
                  <a:pt x="2380" y="281976"/>
                </a:lnTo>
                <a:lnTo>
                  <a:pt x="2380" y="280024"/>
                </a:lnTo>
                <a:lnTo>
                  <a:pt x="2380" y="278603"/>
                </a:lnTo>
                <a:lnTo>
                  <a:pt x="2380" y="276651"/>
                </a:lnTo>
                <a:lnTo>
                  <a:pt x="2380" y="274964"/>
                </a:lnTo>
                <a:lnTo>
                  <a:pt x="2697" y="273012"/>
                </a:lnTo>
                <a:lnTo>
                  <a:pt x="2697" y="271503"/>
                </a:lnTo>
                <a:lnTo>
                  <a:pt x="2697" y="269550"/>
                </a:lnTo>
                <a:lnTo>
                  <a:pt x="2697" y="267864"/>
                </a:lnTo>
                <a:lnTo>
                  <a:pt x="3173" y="265911"/>
                </a:lnTo>
                <a:lnTo>
                  <a:pt x="3173" y="264403"/>
                </a:lnTo>
                <a:lnTo>
                  <a:pt x="3173" y="262450"/>
                </a:lnTo>
                <a:lnTo>
                  <a:pt x="3173" y="260764"/>
                </a:lnTo>
                <a:lnTo>
                  <a:pt x="3173" y="258811"/>
                </a:lnTo>
                <a:lnTo>
                  <a:pt x="3491" y="257302"/>
                </a:lnTo>
                <a:lnTo>
                  <a:pt x="3491" y="255438"/>
                </a:lnTo>
                <a:lnTo>
                  <a:pt x="3491" y="253663"/>
                </a:lnTo>
                <a:lnTo>
                  <a:pt x="3491" y="251799"/>
                </a:lnTo>
                <a:lnTo>
                  <a:pt x="3491" y="250290"/>
                </a:lnTo>
                <a:lnTo>
                  <a:pt x="3967" y="248338"/>
                </a:lnTo>
                <a:lnTo>
                  <a:pt x="3967" y="246651"/>
                </a:lnTo>
                <a:lnTo>
                  <a:pt x="3967" y="244876"/>
                </a:lnTo>
                <a:lnTo>
                  <a:pt x="3967" y="243190"/>
                </a:lnTo>
                <a:lnTo>
                  <a:pt x="3967" y="241237"/>
                </a:lnTo>
                <a:lnTo>
                  <a:pt x="3967" y="239728"/>
                </a:lnTo>
                <a:lnTo>
                  <a:pt x="3967" y="237865"/>
                </a:lnTo>
                <a:lnTo>
                  <a:pt x="3967" y="236089"/>
                </a:lnTo>
                <a:lnTo>
                  <a:pt x="3967" y="234403"/>
                </a:lnTo>
                <a:lnTo>
                  <a:pt x="4284" y="232717"/>
                </a:lnTo>
                <a:lnTo>
                  <a:pt x="4284" y="230942"/>
                </a:lnTo>
                <a:lnTo>
                  <a:pt x="4284" y="229078"/>
                </a:lnTo>
                <a:lnTo>
                  <a:pt x="4284" y="227303"/>
                </a:lnTo>
                <a:lnTo>
                  <a:pt x="4284" y="225616"/>
                </a:lnTo>
                <a:lnTo>
                  <a:pt x="4601" y="223930"/>
                </a:lnTo>
                <a:lnTo>
                  <a:pt x="4601" y="222155"/>
                </a:lnTo>
                <a:lnTo>
                  <a:pt x="4601" y="220468"/>
                </a:lnTo>
                <a:lnTo>
                  <a:pt x="4601" y="218516"/>
                </a:lnTo>
                <a:lnTo>
                  <a:pt x="4601" y="217007"/>
                </a:lnTo>
                <a:lnTo>
                  <a:pt x="5077" y="215054"/>
                </a:lnTo>
                <a:lnTo>
                  <a:pt x="5077" y="213634"/>
                </a:lnTo>
                <a:lnTo>
                  <a:pt x="5077" y="211682"/>
                </a:lnTo>
                <a:lnTo>
                  <a:pt x="5077" y="210173"/>
                </a:lnTo>
                <a:lnTo>
                  <a:pt x="5077" y="208220"/>
                </a:lnTo>
                <a:lnTo>
                  <a:pt x="5395" y="206534"/>
                </a:lnTo>
                <a:lnTo>
                  <a:pt x="5395" y="204847"/>
                </a:lnTo>
                <a:lnTo>
                  <a:pt x="5395" y="203072"/>
                </a:lnTo>
                <a:lnTo>
                  <a:pt x="5395" y="201386"/>
                </a:lnTo>
                <a:lnTo>
                  <a:pt x="5871" y="199700"/>
                </a:lnTo>
                <a:lnTo>
                  <a:pt x="5871" y="197925"/>
                </a:lnTo>
                <a:lnTo>
                  <a:pt x="5871" y="196238"/>
                </a:lnTo>
                <a:lnTo>
                  <a:pt x="5871" y="194552"/>
                </a:lnTo>
                <a:lnTo>
                  <a:pt x="5871" y="192777"/>
                </a:lnTo>
                <a:lnTo>
                  <a:pt x="5871" y="191090"/>
                </a:lnTo>
                <a:lnTo>
                  <a:pt x="5871" y="189404"/>
                </a:lnTo>
                <a:lnTo>
                  <a:pt x="5871" y="187629"/>
                </a:lnTo>
                <a:lnTo>
                  <a:pt x="5871" y="185943"/>
                </a:lnTo>
                <a:lnTo>
                  <a:pt x="5871" y="184256"/>
                </a:lnTo>
                <a:lnTo>
                  <a:pt x="6188" y="182481"/>
                </a:lnTo>
                <a:lnTo>
                  <a:pt x="6188" y="180795"/>
                </a:lnTo>
                <a:lnTo>
                  <a:pt x="6188" y="179108"/>
                </a:lnTo>
                <a:lnTo>
                  <a:pt x="6188" y="177333"/>
                </a:lnTo>
                <a:lnTo>
                  <a:pt x="6188" y="175647"/>
                </a:lnTo>
                <a:lnTo>
                  <a:pt x="6664" y="173961"/>
                </a:lnTo>
                <a:lnTo>
                  <a:pt x="6664" y="172452"/>
                </a:lnTo>
                <a:lnTo>
                  <a:pt x="6664" y="170499"/>
                </a:lnTo>
                <a:lnTo>
                  <a:pt x="6664" y="168813"/>
                </a:lnTo>
                <a:lnTo>
                  <a:pt x="6982" y="167038"/>
                </a:lnTo>
                <a:lnTo>
                  <a:pt x="6982" y="165351"/>
                </a:lnTo>
                <a:lnTo>
                  <a:pt x="6982" y="163842"/>
                </a:lnTo>
                <a:lnTo>
                  <a:pt x="6982" y="161890"/>
                </a:lnTo>
                <a:lnTo>
                  <a:pt x="6982" y="160381"/>
                </a:lnTo>
                <a:lnTo>
                  <a:pt x="7299" y="158695"/>
                </a:lnTo>
                <a:lnTo>
                  <a:pt x="7299" y="157008"/>
                </a:lnTo>
                <a:lnTo>
                  <a:pt x="7299" y="155233"/>
                </a:lnTo>
                <a:lnTo>
                  <a:pt x="7299" y="153547"/>
                </a:lnTo>
                <a:lnTo>
                  <a:pt x="7299" y="151860"/>
                </a:lnTo>
                <a:lnTo>
                  <a:pt x="7775" y="150085"/>
                </a:lnTo>
                <a:lnTo>
                  <a:pt x="7775" y="148665"/>
                </a:lnTo>
                <a:lnTo>
                  <a:pt x="7775" y="146890"/>
                </a:lnTo>
                <a:lnTo>
                  <a:pt x="7775" y="145204"/>
                </a:lnTo>
                <a:lnTo>
                  <a:pt x="7775" y="143517"/>
                </a:lnTo>
                <a:lnTo>
                  <a:pt x="8093" y="141742"/>
                </a:lnTo>
                <a:lnTo>
                  <a:pt x="8093" y="140233"/>
                </a:lnTo>
                <a:lnTo>
                  <a:pt x="8093" y="138370"/>
                </a:lnTo>
                <a:lnTo>
                  <a:pt x="8093" y="136861"/>
                </a:lnTo>
                <a:lnTo>
                  <a:pt x="8093" y="135086"/>
                </a:lnTo>
                <a:lnTo>
                  <a:pt x="8093" y="133399"/>
                </a:lnTo>
                <a:lnTo>
                  <a:pt x="8093" y="131890"/>
                </a:lnTo>
                <a:lnTo>
                  <a:pt x="8093" y="129938"/>
                </a:lnTo>
                <a:lnTo>
                  <a:pt x="8093" y="128429"/>
                </a:lnTo>
                <a:lnTo>
                  <a:pt x="8569" y="126743"/>
                </a:lnTo>
                <a:lnTo>
                  <a:pt x="8569" y="125056"/>
                </a:lnTo>
                <a:lnTo>
                  <a:pt x="8569" y="123547"/>
                </a:lnTo>
                <a:lnTo>
                  <a:pt x="8569" y="121861"/>
                </a:lnTo>
                <a:lnTo>
                  <a:pt x="8569" y="120086"/>
                </a:lnTo>
                <a:lnTo>
                  <a:pt x="8886" y="118400"/>
                </a:lnTo>
                <a:lnTo>
                  <a:pt x="8886" y="116891"/>
                </a:lnTo>
                <a:lnTo>
                  <a:pt x="8886" y="115204"/>
                </a:lnTo>
                <a:lnTo>
                  <a:pt x="8886" y="113429"/>
                </a:lnTo>
                <a:lnTo>
                  <a:pt x="8886" y="111920"/>
                </a:lnTo>
                <a:lnTo>
                  <a:pt x="9203" y="110234"/>
                </a:lnTo>
                <a:lnTo>
                  <a:pt x="9203" y="108548"/>
                </a:lnTo>
                <a:lnTo>
                  <a:pt x="9203" y="107039"/>
                </a:lnTo>
                <a:lnTo>
                  <a:pt x="9203" y="105086"/>
                </a:lnTo>
                <a:lnTo>
                  <a:pt x="9679" y="103577"/>
                </a:lnTo>
                <a:lnTo>
                  <a:pt x="9679" y="101891"/>
                </a:lnTo>
                <a:lnTo>
                  <a:pt x="9679" y="100382"/>
                </a:lnTo>
                <a:lnTo>
                  <a:pt x="9679" y="98696"/>
                </a:lnTo>
                <a:lnTo>
                  <a:pt x="9679" y="96921"/>
                </a:lnTo>
                <a:lnTo>
                  <a:pt x="9997" y="95412"/>
                </a:lnTo>
                <a:lnTo>
                  <a:pt x="9997" y="93725"/>
                </a:lnTo>
                <a:lnTo>
                  <a:pt x="9997" y="92039"/>
                </a:lnTo>
                <a:lnTo>
                  <a:pt x="9997" y="90530"/>
                </a:lnTo>
                <a:lnTo>
                  <a:pt x="9997" y="88844"/>
                </a:lnTo>
                <a:lnTo>
                  <a:pt x="9997" y="87335"/>
                </a:lnTo>
                <a:lnTo>
                  <a:pt x="9997" y="85560"/>
                </a:lnTo>
                <a:lnTo>
                  <a:pt x="9997" y="83874"/>
                </a:lnTo>
                <a:lnTo>
                  <a:pt x="9997" y="82365"/>
                </a:lnTo>
                <a:lnTo>
                  <a:pt x="9997" y="80678"/>
                </a:lnTo>
                <a:lnTo>
                  <a:pt x="10473" y="79170"/>
                </a:lnTo>
                <a:lnTo>
                  <a:pt x="10473" y="77661"/>
                </a:lnTo>
                <a:lnTo>
                  <a:pt x="10473" y="75974"/>
                </a:lnTo>
                <a:lnTo>
                  <a:pt x="10473" y="74465"/>
                </a:lnTo>
                <a:lnTo>
                  <a:pt x="10790" y="72690"/>
                </a:lnTo>
                <a:lnTo>
                  <a:pt x="10790" y="71004"/>
                </a:lnTo>
                <a:lnTo>
                  <a:pt x="10790" y="69495"/>
                </a:lnTo>
                <a:lnTo>
                  <a:pt x="10790" y="67809"/>
                </a:lnTo>
                <a:lnTo>
                  <a:pt x="10790" y="66034"/>
                </a:lnTo>
                <a:lnTo>
                  <a:pt x="11108" y="64614"/>
                </a:lnTo>
                <a:lnTo>
                  <a:pt x="11108" y="63105"/>
                </a:lnTo>
                <a:lnTo>
                  <a:pt x="11108" y="61330"/>
                </a:lnTo>
                <a:lnTo>
                  <a:pt x="11108" y="59821"/>
                </a:lnTo>
                <a:lnTo>
                  <a:pt x="11108" y="58134"/>
                </a:lnTo>
                <a:lnTo>
                  <a:pt x="11584" y="56626"/>
                </a:lnTo>
                <a:lnTo>
                  <a:pt x="11584" y="55117"/>
                </a:lnTo>
                <a:lnTo>
                  <a:pt x="11584" y="53430"/>
                </a:lnTo>
                <a:lnTo>
                  <a:pt x="11584" y="51922"/>
                </a:lnTo>
                <a:lnTo>
                  <a:pt x="11584" y="50235"/>
                </a:lnTo>
                <a:lnTo>
                  <a:pt x="11901" y="48460"/>
                </a:lnTo>
                <a:lnTo>
                  <a:pt x="11901" y="47217"/>
                </a:lnTo>
                <a:lnTo>
                  <a:pt x="11901" y="45531"/>
                </a:lnTo>
                <a:lnTo>
                  <a:pt x="11901" y="43756"/>
                </a:lnTo>
                <a:lnTo>
                  <a:pt x="12377" y="42247"/>
                </a:lnTo>
                <a:lnTo>
                  <a:pt x="12377" y="40738"/>
                </a:lnTo>
                <a:lnTo>
                  <a:pt x="12377" y="39052"/>
                </a:lnTo>
                <a:lnTo>
                  <a:pt x="12377" y="37543"/>
                </a:lnTo>
                <a:lnTo>
                  <a:pt x="12377" y="36034"/>
                </a:lnTo>
                <a:lnTo>
                  <a:pt x="12377" y="34348"/>
                </a:lnTo>
                <a:lnTo>
                  <a:pt x="12377" y="32839"/>
                </a:lnTo>
                <a:lnTo>
                  <a:pt x="12377" y="31330"/>
                </a:lnTo>
                <a:lnTo>
                  <a:pt x="12377" y="29644"/>
                </a:lnTo>
                <a:lnTo>
                  <a:pt x="12377" y="28135"/>
                </a:lnTo>
                <a:lnTo>
                  <a:pt x="12694" y="26626"/>
                </a:lnTo>
                <a:lnTo>
                  <a:pt x="12694" y="24940"/>
                </a:lnTo>
                <a:lnTo>
                  <a:pt x="12694" y="23431"/>
                </a:lnTo>
                <a:lnTo>
                  <a:pt x="12694" y="21922"/>
                </a:lnTo>
                <a:lnTo>
                  <a:pt x="12694" y="20147"/>
                </a:lnTo>
                <a:lnTo>
                  <a:pt x="13170" y="18904"/>
                </a:lnTo>
                <a:lnTo>
                  <a:pt x="13170" y="17218"/>
                </a:lnTo>
                <a:lnTo>
                  <a:pt x="13170" y="15443"/>
                </a:lnTo>
                <a:lnTo>
                  <a:pt x="13170" y="14200"/>
                </a:lnTo>
                <a:lnTo>
                  <a:pt x="13488" y="12425"/>
                </a:lnTo>
                <a:lnTo>
                  <a:pt x="13488" y="11005"/>
                </a:lnTo>
                <a:lnTo>
                  <a:pt x="13488" y="9496"/>
                </a:lnTo>
                <a:lnTo>
                  <a:pt x="13488" y="7988"/>
                </a:lnTo>
                <a:lnTo>
                  <a:pt x="13488" y="6212"/>
                </a:lnTo>
                <a:lnTo>
                  <a:pt x="13805" y="4704"/>
                </a:lnTo>
                <a:lnTo>
                  <a:pt x="13805" y="3283"/>
                </a:lnTo>
                <a:lnTo>
                  <a:pt x="13805" y="1775"/>
                </a:lnTo>
                <a:lnTo>
                  <a:pt x="13805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6702081" y="1778433"/>
            <a:ext cx="13488" cy="266710"/>
          </a:xfrm>
          <a:custGeom>
            <a:avLst/>
            <a:gdLst/>
            <a:ahLst/>
            <a:cxnLst/>
            <a:rect l="l" t="t" r="r" b="b"/>
            <a:pathLst>
              <a:path w="13488" h="266710">
                <a:moveTo>
                  <a:pt x="0" y="266710"/>
                </a:moveTo>
                <a:lnTo>
                  <a:pt x="0" y="265468"/>
                </a:lnTo>
                <a:lnTo>
                  <a:pt x="476" y="263781"/>
                </a:lnTo>
                <a:lnTo>
                  <a:pt x="476" y="262272"/>
                </a:lnTo>
                <a:lnTo>
                  <a:pt x="476" y="260764"/>
                </a:lnTo>
                <a:lnTo>
                  <a:pt x="476" y="259255"/>
                </a:lnTo>
                <a:lnTo>
                  <a:pt x="476" y="257480"/>
                </a:lnTo>
                <a:lnTo>
                  <a:pt x="476" y="256059"/>
                </a:lnTo>
                <a:lnTo>
                  <a:pt x="476" y="254728"/>
                </a:lnTo>
                <a:lnTo>
                  <a:pt x="476" y="253042"/>
                </a:lnTo>
                <a:lnTo>
                  <a:pt x="476" y="251533"/>
                </a:lnTo>
                <a:lnTo>
                  <a:pt x="793" y="250202"/>
                </a:lnTo>
                <a:lnTo>
                  <a:pt x="793" y="248515"/>
                </a:lnTo>
                <a:lnTo>
                  <a:pt x="793" y="247006"/>
                </a:lnTo>
                <a:lnTo>
                  <a:pt x="793" y="245498"/>
                </a:lnTo>
                <a:lnTo>
                  <a:pt x="793" y="243989"/>
                </a:lnTo>
                <a:lnTo>
                  <a:pt x="1269" y="242480"/>
                </a:lnTo>
                <a:lnTo>
                  <a:pt x="1269" y="240794"/>
                </a:lnTo>
                <a:lnTo>
                  <a:pt x="1269" y="239551"/>
                </a:lnTo>
                <a:lnTo>
                  <a:pt x="1269" y="238042"/>
                </a:lnTo>
                <a:lnTo>
                  <a:pt x="1269" y="236533"/>
                </a:lnTo>
                <a:lnTo>
                  <a:pt x="1586" y="234758"/>
                </a:lnTo>
                <a:lnTo>
                  <a:pt x="1586" y="233516"/>
                </a:lnTo>
                <a:lnTo>
                  <a:pt x="1586" y="232007"/>
                </a:lnTo>
                <a:lnTo>
                  <a:pt x="1586" y="230498"/>
                </a:lnTo>
                <a:lnTo>
                  <a:pt x="1586" y="228812"/>
                </a:lnTo>
                <a:lnTo>
                  <a:pt x="1904" y="227480"/>
                </a:lnTo>
                <a:lnTo>
                  <a:pt x="1904" y="225971"/>
                </a:lnTo>
                <a:lnTo>
                  <a:pt x="1904" y="224462"/>
                </a:lnTo>
                <a:lnTo>
                  <a:pt x="1904" y="222954"/>
                </a:lnTo>
                <a:lnTo>
                  <a:pt x="1904" y="221534"/>
                </a:lnTo>
                <a:lnTo>
                  <a:pt x="2380" y="220025"/>
                </a:lnTo>
                <a:lnTo>
                  <a:pt x="2380" y="218516"/>
                </a:lnTo>
                <a:lnTo>
                  <a:pt x="2380" y="217007"/>
                </a:lnTo>
                <a:lnTo>
                  <a:pt x="2380" y="215676"/>
                </a:lnTo>
                <a:lnTo>
                  <a:pt x="2380" y="214167"/>
                </a:lnTo>
                <a:lnTo>
                  <a:pt x="2380" y="212480"/>
                </a:lnTo>
                <a:lnTo>
                  <a:pt x="2380" y="211238"/>
                </a:lnTo>
                <a:lnTo>
                  <a:pt x="2380" y="209729"/>
                </a:lnTo>
                <a:lnTo>
                  <a:pt x="2380" y="208220"/>
                </a:lnTo>
                <a:lnTo>
                  <a:pt x="2697" y="206711"/>
                </a:lnTo>
                <a:lnTo>
                  <a:pt x="2697" y="205203"/>
                </a:lnTo>
                <a:lnTo>
                  <a:pt x="2697" y="203871"/>
                </a:lnTo>
                <a:lnTo>
                  <a:pt x="2697" y="202451"/>
                </a:lnTo>
                <a:lnTo>
                  <a:pt x="2697" y="200942"/>
                </a:lnTo>
                <a:lnTo>
                  <a:pt x="3173" y="199433"/>
                </a:lnTo>
                <a:lnTo>
                  <a:pt x="3173" y="198102"/>
                </a:lnTo>
                <a:lnTo>
                  <a:pt x="3173" y="196593"/>
                </a:lnTo>
                <a:lnTo>
                  <a:pt x="3173" y="195084"/>
                </a:lnTo>
                <a:lnTo>
                  <a:pt x="3173" y="193664"/>
                </a:lnTo>
                <a:lnTo>
                  <a:pt x="3491" y="192333"/>
                </a:lnTo>
                <a:lnTo>
                  <a:pt x="3491" y="190824"/>
                </a:lnTo>
                <a:lnTo>
                  <a:pt x="3491" y="189315"/>
                </a:lnTo>
                <a:lnTo>
                  <a:pt x="3491" y="187806"/>
                </a:lnTo>
                <a:lnTo>
                  <a:pt x="3967" y="186298"/>
                </a:lnTo>
                <a:lnTo>
                  <a:pt x="3967" y="185055"/>
                </a:lnTo>
                <a:lnTo>
                  <a:pt x="3967" y="183546"/>
                </a:lnTo>
                <a:lnTo>
                  <a:pt x="3967" y="182037"/>
                </a:lnTo>
                <a:lnTo>
                  <a:pt x="3967" y="180795"/>
                </a:lnTo>
                <a:lnTo>
                  <a:pt x="4284" y="179286"/>
                </a:lnTo>
                <a:lnTo>
                  <a:pt x="4284" y="177955"/>
                </a:lnTo>
                <a:lnTo>
                  <a:pt x="4284" y="176446"/>
                </a:lnTo>
                <a:lnTo>
                  <a:pt x="4284" y="174937"/>
                </a:lnTo>
                <a:lnTo>
                  <a:pt x="4284" y="173428"/>
                </a:lnTo>
                <a:lnTo>
                  <a:pt x="4601" y="172185"/>
                </a:lnTo>
                <a:lnTo>
                  <a:pt x="4601" y="170854"/>
                </a:lnTo>
                <a:lnTo>
                  <a:pt x="4601" y="169434"/>
                </a:lnTo>
                <a:lnTo>
                  <a:pt x="4601" y="167925"/>
                </a:lnTo>
                <a:lnTo>
                  <a:pt x="4601" y="166416"/>
                </a:lnTo>
                <a:lnTo>
                  <a:pt x="4601" y="165085"/>
                </a:lnTo>
                <a:lnTo>
                  <a:pt x="4601" y="163842"/>
                </a:lnTo>
                <a:lnTo>
                  <a:pt x="4601" y="162334"/>
                </a:lnTo>
                <a:lnTo>
                  <a:pt x="4601" y="160825"/>
                </a:lnTo>
                <a:lnTo>
                  <a:pt x="5077" y="159493"/>
                </a:lnTo>
                <a:lnTo>
                  <a:pt x="5077" y="157985"/>
                </a:lnTo>
                <a:lnTo>
                  <a:pt x="5077" y="156742"/>
                </a:lnTo>
                <a:lnTo>
                  <a:pt x="5077" y="155233"/>
                </a:lnTo>
                <a:lnTo>
                  <a:pt x="5077" y="153991"/>
                </a:lnTo>
                <a:lnTo>
                  <a:pt x="5395" y="152482"/>
                </a:lnTo>
                <a:lnTo>
                  <a:pt x="5395" y="150973"/>
                </a:lnTo>
                <a:lnTo>
                  <a:pt x="5395" y="149908"/>
                </a:lnTo>
                <a:lnTo>
                  <a:pt x="5395" y="148399"/>
                </a:lnTo>
                <a:lnTo>
                  <a:pt x="5395" y="146890"/>
                </a:lnTo>
                <a:lnTo>
                  <a:pt x="5871" y="145559"/>
                </a:lnTo>
                <a:lnTo>
                  <a:pt x="5871" y="144050"/>
                </a:lnTo>
                <a:lnTo>
                  <a:pt x="5871" y="142807"/>
                </a:lnTo>
                <a:lnTo>
                  <a:pt x="5871" y="141476"/>
                </a:lnTo>
                <a:lnTo>
                  <a:pt x="5871" y="140233"/>
                </a:lnTo>
                <a:lnTo>
                  <a:pt x="6188" y="138725"/>
                </a:lnTo>
                <a:lnTo>
                  <a:pt x="6188" y="137216"/>
                </a:lnTo>
                <a:lnTo>
                  <a:pt x="6188" y="135973"/>
                </a:lnTo>
                <a:lnTo>
                  <a:pt x="6188" y="134464"/>
                </a:lnTo>
                <a:lnTo>
                  <a:pt x="6506" y="133133"/>
                </a:lnTo>
                <a:lnTo>
                  <a:pt x="6506" y="131890"/>
                </a:lnTo>
                <a:lnTo>
                  <a:pt x="6506" y="130559"/>
                </a:lnTo>
                <a:lnTo>
                  <a:pt x="6506" y="129050"/>
                </a:lnTo>
                <a:lnTo>
                  <a:pt x="6506" y="127808"/>
                </a:lnTo>
                <a:lnTo>
                  <a:pt x="6506" y="126476"/>
                </a:lnTo>
                <a:lnTo>
                  <a:pt x="6506" y="124967"/>
                </a:lnTo>
                <a:lnTo>
                  <a:pt x="6506" y="123725"/>
                </a:lnTo>
                <a:lnTo>
                  <a:pt x="6506" y="122394"/>
                </a:lnTo>
                <a:lnTo>
                  <a:pt x="6506" y="121151"/>
                </a:lnTo>
                <a:lnTo>
                  <a:pt x="6982" y="119642"/>
                </a:lnTo>
                <a:lnTo>
                  <a:pt x="6982" y="118400"/>
                </a:lnTo>
                <a:lnTo>
                  <a:pt x="6982" y="117068"/>
                </a:lnTo>
                <a:lnTo>
                  <a:pt x="6982" y="115559"/>
                </a:lnTo>
                <a:lnTo>
                  <a:pt x="6982" y="114317"/>
                </a:lnTo>
                <a:lnTo>
                  <a:pt x="7299" y="113252"/>
                </a:lnTo>
                <a:lnTo>
                  <a:pt x="7299" y="111743"/>
                </a:lnTo>
                <a:lnTo>
                  <a:pt x="7299" y="110411"/>
                </a:lnTo>
                <a:lnTo>
                  <a:pt x="7299" y="109169"/>
                </a:lnTo>
                <a:lnTo>
                  <a:pt x="7775" y="107660"/>
                </a:lnTo>
                <a:lnTo>
                  <a:pt x="7775" y="106329"/>
                </a:lnTo>
                <a:lnTo>
                  <a:pt x="7775" y="105086"/>
                </a:lnTo>
                <a:lnTo>
                  <a:pt x="7775" y="103755"/>
                </a:lnTo>
                <a:lnTo>
                  <a:pt x="7775" y="102512"/>
                </a:lnTo>
                <a:lnTo>
                  <a:pt x="8093" y="101181"/>
                </a:lnTo>
                <a:lnTo>
                  <a:pt x="8093" y="99938"/>
                </a:lnTo>
                <a:lnTo>
                  <a:pt x="8093" y="98607"/>
                </a:lnTo>
                <a:lnTo>
                  <a:pt x="8093" y="97098"/>
                </a:lnTo>
                <a:lnTo>
                  <a:pt x="8093" y="95856"/>
                </a:lnTo>
                <a:lnTo>
                  <a:pt x="8569" y="94524"/>
                </a:lnTo>
                <a:lnTo>
                  <a:pt x="8569" y="93282"/>
                </a:lnTo>
                <a:lnTo>
                  <a:pt x="8569" y="91950"/>
                </a:lnTo>
                <a:lnTo>
                  <a:pt x="8569" y="90708"/>
                </a:lnTo>
                <a:lnTo>
                  <a:pt x="8569" y="89643"/>
                </a:lnTo>
                <a:lnTo>
                  <a:pt x="8886" y="88134"/>
                </a:lnTo>
                <a:lnTo>
                  <a:pt x="8886" y="86803"/>
                </a:lnTo>
                <a:lnTo>
                  <a:pt x="8886" y="85560"/>
                </a:lnTo>
                <a:lnTo>
                  <a:pt x="8886" y="84229"/>
                </a:lnTo>
                <a:lnTo>
                  <a:pt x="8886" y="82986"/>
                </a:lnTo>
                <a:lnTo>
                  <a:pt x="8886" y="81655"/>
                </a:lnTo>
                <a:lnTo>
                  <a:pt x="8886" y="80412"/>
                </a:lnTo>
                <a:lnTo>
                  <a:pt x="8886" y="79081"/>
                </a:lnTo>
                <a:lnTo>
                  <a:pt x="8886" y="77838"/>
                </a:lnTo>
                <a:lnTo>
                  <a:pt x="9203" y="76507"/>
                </a:lnTo>
                <a:lnTo>
                  <a:pt x="9203" y="75442"/>
                </a:lnTo>
                <a:lnTo>
                  <a:pt x="9203" y="74199"/>
                </a:lnTo>
                <a:lnTo>
                  <a:pt x="9203" y="72868"/>
                </a:lnTo>
                <a:lnTo>
                  <a:pt x="9203" y="71625"/>
                </a:lnTo>
                <a:lnTo>
                  <a:pt x="9679" y="70294"/>
                </a:lnTo>
                <a:lnTo>
                  <a:pt x="9679" y="69051"/>
                </a:lnTo>
                <a:lnTo>
                  <a:pt x="9679" y="67720"/>
                </a:lnTo>
                <a:lnTo>
                  <a:pt x="9679" y="66477"/>
                </a:lnTo>
                <a:lnTo>
                  <a:pt x="9679" y="65412"/>
                </a:lnTo>
                <a:lnTo>
                  <a:pt x="9997" y="64081"/>
                </a:lnTo>
                <a:lnTo>
                  <a:pt x="9997" y="62838"/>
                </a:lnTo>
                <a:lnTo>
                  <a:pt x="9997" y="61507"/>
                </a:lnTo>
                <a:lnTo>
                  <a:pt x="9997" y="60265"/>
                </a:lnTo>
                <a:lnTo>
                  <a:pt x="10473" y="58933"/>
                </a:lnTo>
                <a:lnTo>
                  <a:pt x="10473" y="57691"/>
                </a:lnTo>
                <a:lnTo>
                  <a:pt x="10473" y="56626"/>
                </a:lnTo>
                <a:lnTo>
                  <a:pt x="10473" y="55294"/>
                </a:lnTo>
                <a:lnTo>
                  <a:pt x="10473" y="54052"/>
                </a:lnTo>
                <a:lnTo>
                  <a:pt x="10790" y="52987"/>
                </a:lnTo>
                <a:lnTo>
                  <a:pt x="10790" y="51655"/>
                </a:lnTo>
                <a:lnTo>
                  <a:pt x="10790" y="50590"/>
                </a:lnTo>
                <a:lnTo>
                  <a:pt x="10790" y="49348"/>
                </a:lnTo>
                <a:lnTo>
                  <a:pt x="10790" y="48016"/>
                </a:lnTo>
                <a:lnTo>
                  <a:pt x="10790" y="46951"/>
                </a:lnTo>
                <a:lnTo>
                  <a:pt x="10790" y="45709"/>
                </a:lnTo>
                <a:lnTo>
                  <a:pt x="10790" y="44377"/>
                </a:lnTo>
                <a:lnTo>
                  <a:pt x="10790" y="43312"/>
                </a:lnTo>
                <a:lnTo>
                  <a:pt x="10790" y="41981"/>
                </a:lnTo>
                <a:lnTo>
                  <a:pt x="11108" y="40738"/>
                </a:lnTo>
                <a:lnTo>
                  <a:pt x="11108" y="39673"/>
                </a:lnTo>
                <a:lnTo>
                  <a:pt x="11108" y="38342"/>
                </a:lnTo>
                <a:lnTo>
                  <a:pt x="11108" y="37099"/>
                </a:lnTo>
                <a:lnTo>
                  <a:pt x="11584" y="36034"/>
                </a:lnTo>
                <a:lnTo>
                  <a:pt x="11584" y="34703"/>
                </a:lnTo>
                <a:lnTo>
                  <a:pt x="11584" y="33638"/>
                </a:lnTo>
                <a:lnTo>
                  <a:pt x="11584" y="32395"/>
                </a:lnTo>
                <a:lnTo>
                  <a:pt x="11584" y="31330"/>
                </a:lnTo>
                <a:lnTo>
                  <a:pt x="11901" y="29999"/>
                </a:lnTo>
                <a:lnTo>
                  <a:pt x="11901" y="28934"/>
                </a:lnTo>
                <a:lnTo>
                  <a:pt x="11901" y="27691"/>
                </a:lnTo>
                <a:lnTo>
                  <a:pt x="11901" y="26626"/>
                </a:lnTo>
                <a:lnTo>
                  <a:pt x="11901" y="25295"/>
                </a:lnTo>
                <a:lnTo>
                  <a:pt x="12377" y="24230"/>
                </a:lnTo>
                <a:lnTo>
                  <a:pt x="12377" y="22898"/>
                </a:lnTo>
                <a:lnTo>
                  <a:pt x="12377" y="21833"/>
                </a:lnTo>
                <a:lnTo>
                  <a:pt x="12377" y="20591"/>
                </a:lnTo>
                <a:lnTo>
                  <a:pt x="12377" y="19526"/>
                </a:lnTo>
                <a:lnTo>
                  <a:pt x="12694" y="18194"/>
                </a:lnTo>
                <a:lnTo>
                  <a:pt x="12694" y="17129"/>
                </a:lnTo>
                <a:lnTo>
                  <a:pt x="12694" y="16064"/>
                </a:lnTo>
                <a:lnTo>
                  <a:pt x="12694" y="14822"/>
                </a:lnTo>
                <a:lnTo>
                  <a:pt x="13012" y="13757"/>
                </a:lnTo>
                <a:lnTo>
                  <a:pt x="13012" y="12692"/>
                </a:lnTo>
                <a:lnTo>
                  <a:pt x="13012" y="11360"/>
                </a:lnTo>
                <a:lnTo>
                  <a:pt x="13012" y="10295"/>
                </a:lnTo>
                <a:lnTo>
                  <a:pt x="13012" y="9230"/>
                </a:lnTo>
                <a:lnTo>
                  <a:pt x="13012" y="7899"/>
                </a:lnTo>
                <a:lnTo>
                  <a:pt x="13012" y="6834"/>
                </a:lnTo>
                <a:lnTo>
                  <a:pt x="13012" y="5769"/>
                </a:lnTo>
                <a:lnTo>
                  <a:pt x="13012" y="4526"/>
                </a:lnTo>
                <a:lnTo>
                  <a:pt x="13012" y="3461"/>
                </a:lnTo>
                <a:lnTo>
                  <a:pt x="13488" y="2130"/>
                </a:lnTo>
                <a:lnTo>
                  <a:pt x="13488" y="1065"/>
                </a:lnTo>
                <a:lnTo>
                  <a:pt x="13488" y="0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6715569" y="1605804"/>
            <a:ext cx="13805" cy="172629"/>
          </a:xfrm>
          <a:custGeom>
            <a:avLst/>
            <a:gdLst/>
            <a:ahLst/>
            <a:cxnLst/>
            <a:rect l="l" t="t" r="r" b="b"/>
            <a:pathLst>
              <a:path w="13805" h="172629">
                <a:moveTo>
                  <a:pt x="0" y="172629"/>
                </a:moveTo>
                <a:lnTo>
                  <a:pt x="0" y="171564"/>
                </a:lnTo>
                <a:lnTo>
                  <a:pt x="0" y="170233"/>
                </a:lnTo>
                <a:lnTo>
                  <a:pt x="317" y="169168"/>
                </a:lnTo>
                <a:lnTo>
                  <a:pt x="317" y="168103"/>
                </a:lnTo>
                <a:lnTo>
                  <a:pt x="317" y="167038"/>
                </a:lnTo>
                <a:lnTo>
                  <a:pt x="317" y="165973"/>
                </a:lnTo>
                <a:lnTo>
                  <a:pt x="793" y="164907"/>
                </a:lnTo>
                <a:lnTo>
                  <a:pt x="793" y="163842"/>
                </a:lnTo>
                <a:lnTo>
                  <a:pt x="793" y="162777"/>
                </a:lnTo>
                <a:lnTo>
                  <a:pt x="793" y="161712"/>
                </a:lnTo>
                <a:lnTo>
                  <a:pt x="793" y="160647"/>
                </a:lnTo>
                <a:lnTo>
                  <a:pt x="1110" y="159582"/>
                </a:lnTo>
                <a:lnTo>
                  <a:pt x="1110" y="158251"/>
                </a:lnTo>
                <a:lnTo>
                  <a:pt x="1110" y="157186"/>
                </a:lnTo>
                <a:lnTo>
                  <a:pt x="1110" y="156121"/>
                </a:lnTo>
                <a:lnTo>
                  <a:pt x="1110" y="155056"/>
                </a:lnTo>
                <a:lnTo>
                  <a:pt x="1586" y="153991"/>
                </a:lnTo>
                <a:lnTo>
                  <a:pt x="1586" y="152925"/>
                </a:lnTo>
                <a:lnTo>
                  <a:pt x="1586" y="151860"/>
                </a:lnTo>
                <a:lnTo>
                  <a:pt x="1586" y="150795"/>
                </a:lnTo>
                <a:lnTo>
                  <a:pt x="1586" y="149641"/>
                </a:lnTo>
                <a:lnTo>
                  <a:pt x="1586" y="148576"/>
                </a:lnTo>
                <a:lnTo>
                  <a:pt x="1586" y="147511"/>
                </a:lnTo>
                <a:lnTo>
                  <a:pt x="1586" y="146446"/>
                </a:lnTo>
                <a:lnTo>
                  <a:pt x="1586" y="145204"/>
                </a:lnTo>
                <a:lnTo>
                  <a:pt x="1904" y="144316"/>
                </a:lnTo>
                <a:lnTo>
                  <a:pt x="1904" y="143251"/>
                </a:lnTo>
                <a:lnTo>
                  <a:pt x="1904" y="142186"/>
                </a:lnTo>
                <a:lnTo>
                  <a:pt x="1904" y="141121"/>
                </a:lnTo>
                <a:lnTo>
                  <a:pt x="1904" y="140056"/>
                </a:lnTo>
                <a:lnTo>
                  <a:pt x="2221" y="139168"/>
                </a:lnTo>
                <a:lnTo>
                  <a:pt x="2221" y="138103"/>
                </a:lnTo>
                <a:lnTo>
                  <a:pt x="2221" y="137038"/>
                </a:lnTo>
                <a:lnTo>
                  <a:pt x="2221" y="135707"/>
                </a:lnTo>
                <a:lnTo>
                  <a:pt x="2221" y="134908"/>
                </a:lnTo>
                <a:lnTo>
                  <a:pt x="2697" y="133843"/>
                </a:lnTo>
                <a:lnTo>
                  <a:pt x="2697" y="132778"/>
                </a:lnTo>
                <a:lnTo>
                  <a:pt x="2697" y="131713"/>
                </a:lnTo>
                <a:lnTo>
                  <a:pt x="2697" y="130825"/>
                </a:lnTo>
                <a:lnTo>
                  <a:pt x="2697" y="129760"/>
                </a:lnTo>
                <a:lnTo>
                  <a:pt x="3015" y="128695"/>
                </a:lnTo>
                <a:lnTo>
                  <a:pt x="3015" y="127630"/>
                </a:lnTo>
                <a:lnTo>
                  <a:pt x="3015" y="126565"/>
                </a:lnTo>
                <a:lnTo>
                  <a:pt x="3015" y="125677"/>
                </a:lnTo>
                <a:lnTo>
                  <a:pt x="3491" y="124612"/>
                </a:lnTo>
                <a:lnTo>
                  <a:pt x="3491" y="123725"/>
                </a:lnTo>
                <a:lnTo>
                  <a:pt x="3491" y="122660"/>
                </a:lnTo>
                <a:lnTo>
                  <a:pt x="3491" y="121595"/>
                </a:lnTo>
                <a:lnTo>
                  <a:pt x="3491" y="120530"/>
                </a:lnTo>
                <a:lnTo>
                  <a:pt x="3808" y="119465"/>
                </a:lnTo>
                <a:lnTo>
                  <a:pt x="3808" y="118577"/>
                </a:lnTo>
                <a:lnTo>
                  <a:pt x="3808" y="117512"/>
                </a:lnTo>
                <a:lnTo>
                  <a:pt x="3808" y="116624"/>
                </a:lnTo>
                <a:lnTo>
                  <a:pt x="3808" y="115559"/>
                </a:lnTo>
                <a:lnTo>
                  <a:pt x="3808" y="114494"/>
                </a:lnTo>
                <a:lnTo>
                  <a:pt x="3808" y="113695"/>
                </a:lnTo>
                <a:lnTo>
                  <a:pt x="3808" y="112630"/>
                </a:lnTo>
                <a:lnTo>
                  <a:pt x="3808" y="111743"/>
                </a:lnTo>
                <a:lnTo>
                  <a:pt x="3808" y="110678"/>
                </a:lnTo>
                <a:lnTo>
                  <a:pt x="4125" y="109790"/>
                </a:lnTo>
                <a:lnTo>
                  <a:pt x="4125" y="108725"/>
                </a:lnTo>
                <a:lnTo>
                  <a:pt x="4125" y="107660"/>
                </a:lnTo>
                <a:lnTo>
                  <a:pt x="4125" y="106773"/>
                </a:lnTo>
                <a:lnTo>
                  <a:pt x="4601" y="105974"/>
                </a:lnTo>
                <a:lnTo>
                  <a:pt x="4601" y="104909"/>
                </a:lnTo>
                <a:lnTo>
                  <a:pt x="4601" y="104021"/>
                </a:lnTo>
                <a:lnTo>
                  <a:pt x="4601" y="102956"/>
                </a:lnTo>
                <a:lnTo>
                  <a:pt x="4601" y="102068"/>
                </a:lnTo>
                <a:lnTo>
                  <a:pt x="4919" y="101003"/>
                </a:lnTo>
                <a:lnTo>
                  <a:pt x="4919" y="100116"/>
                </a:lnTo>
                <a:lnTo>
                  <a:pt x="4919" y="99317"/>
                </a:lnTo>
                <a:lnTo>
                  <a:pt x="4919" y="98252"/>
                </a:lnTo>
                <a:lnTo>
                  <a:pt x="4919" y="97187"/>
                </a:lnTo>
                <a:lnTo>
                  <a:pt x="5395" y="96299"/>
                </a:lnTo>
                <a:lnTo>
                  <a:pt x="5395" y="95412"/>
                </a:lnTo>
                <a:lnTo>
                  <a:pt x="5395" y="94613"/>
                </a:lnTo>
                <a:lnTo>
                  <a:pt x="5395" y="93548"/>
                </a:lnTo>
                <a:lnTo>
                  <a:pt x="5395" y="92660"/>
                </a:lnTo>
                <a:lnTo>
                  <a:pt x="5712" y="91773"/>
                </a:lnTo>
                <a:lnTo>
                  <a:pt x="5712" y="90708"/>
                </a:lnTo>
                <a:lnTo>
                  <a:pt x="5712" y="89820"/>
                </a:lnTo>
                <a:lnTo>
                  <a:pt x="5712" y="88755"/>
                </a:lnTo>
                <a:lnTo>
                  <a:pt x="5712" y="87956"/>
                </a:lnTo>
                <a:lnTo>
                  <a:pt x="5712" y="87069"/>
                </a:lnTo>
                <a:lnTo>
                  <a:pt x="5712" y="86181"/>
                </a:lnTo>
                <a:lnTo>
                  <a:pt x="5712" y="85116"/>
                </a:lnTo>
                <a:lnTo>
                  <a:pt x="5712" y="84317"/>
                </a:lnTo>
                <a:lnTo>
                  <a:pt x="6188" y="83430"/>
                </a:lnTo>
                <a:lnTo>
                  <a:pt x="6188" y="82542"/>
                </a:lnTo>
                <a:lnTo>
                  <a:pt x="6188" y="81477"/>
                </a:lnTo>
                <a:lnTo>
                  <a:pt x="6188" y="80678"/>
                </a:lnTo>
                <a:lnTo>
                  <a:pt x="6188" y="79968"/>
                </a:lnTo>
                <a:lnTo>
                  <a:pt x="6506" y="79170"/>
                </a:lnTo>
                <a:lnTo>
                  <a:pt x="6506" y="78104"/>
                </a:lnTo>
                <a:lnTo>
                  <a:pt x="6506" y="77217"/>
                </a:lnTo>
                <a:lnTo>
                  <a:pt x="6506" y="76329"/>
                </a:lnTo>
                <a:lnTo>
                  <a:pt x="6506" y="75531"/>
                </a:lnTo>
                <a:lnTo>
                  <a:pt x="6823" y="74377"/>
                </a:lnTo>
                <a:lnTo>
                  <a:pt x="6823" y="73755"/>
                </a:lnTo>
                <a:lnTo>
                  <a:pt x="6823" y="72957"/>
                </a:lnTo>
                <a:lnTo>
                  <a:pt x="6823" y="72069"/>
                </a:lnTo>
                <a:lnTo>
                  <a:pt x="7299" y="71004"/>
                </a:lnTo>
                <a:lnTo>
                  <a:pt x="7299" y="70116"/>
                </a:lnTo>
                <a:lnTo>
                  <a:pt x="7299" y="69495"/>
                </a:lnTo>
                <a:lnTo>
                  <a:pt x="7299" y="68608"/>
                </a:lnTo>
                <a:lnTo>
                  <a:pt x="7299" y="67543"/>
                </a:lnTo>
                <a:lnTo>
                  <a:pt x="7616" y="66921"/>
                </a:lnTo>
                <a:lnTo>
                  <a:pt x="7616" y="66034"/>
                </a:lnTo>
                <a:lnTo>
                  <a:pt x="7616" y="64969"/>
                </a:lnTo>
                <a:lnTo>
                  <a:pt x="7616" y="64170"/>
                </a:lnTo>
                <a:lnTo>
                  <a:pt x="7616" y="63460"/>
                </a:lnTo>
                <a:lnTo>
                  <a:pt x="7616" y="62661"/>
                </a:lnTo>
                <a:lnTo>
                  <a:pt x="7616" y="61773"/>
                </a:lnTo>
                <a:lnTo>
                  <a:pt x="7616" y="60886"/>
                </a:lnTo>
                <a:lnTo>
                  <a:pt x="7616" y="60087"/>
                </a:lnTo>
                <a:lnTo>
                  <a:pt x="7616" y="59200"/>
                </a:lnTo>
                <a:lnTo>
                  <a:pt x="8093" y="58312"/>
                </a:lnTo>
                <a:lnTo>
                  <a:pt x="8093" y="57691"/>
                </a:lnTo>
                <a:lnTo>
                  <a:pt x="8093" y="56626"/>
                </a:lnTo>
                <a:lnTo>
                  <a:pt x="8093" y="56004"/>
                </a:lnTo>
                <a:lnTo>
                  <a:pt x="8410" y="55117"/>
                </a:lnTo>
                <a:lnTo>
                  <a:pt x="8410" y="54229"/>
                </a:lnTo>
                <a:lnTo>
                  <a:pt x="8410" y="53430"/>
                </a:lnTo>
                <a:lnTo>
                  <a:pt x="8410" y="52720"/>
                </a:lnTo>
                <a:lnTo>
                  <a:pt x="8410" y="51922"/>
                </a:lnTo>
                <a:lnTo>
                  <a:pt x="8727" y="51034"/>
                </a:lnTo>
                <a:lnTo>
                  <a:pt x="8727" y="50413"/>
                </a:lnTo>
                <a:lnTo>
                  <a:pt x="8727" y="49525"/>
                </a:lnTo>
                <a:lnTo>
                  <a:pt x="8727" y="48726"/>
                </a:lnTo>
                <a:lnTo>
                  <a:pt x="8727" y="47839"/>
                </a:lnTo>
                <a:lnTo>
                  <a:pt x="9203" y="47217"/>
                </a:lnTo>
                <a:lnTo>
                  <a:pt x="9203" y="46330"/>
                </a:lnTo>
                <a:lnTo>
                  <a:pt x="9203" y="45442"/>
                </a:lnTo>
                <a:lnTo>
                  <a:pt x="9203" y="44821"/>
                </a:lnTo>
                <a:lnTo>
                  <a:pt x="9203" y="43934"/>
                </a:lnTo>
                <a:lnTo>
                  <a:pt x="9521" y="43312"/>
                </a:lnTo>
                <a:lnTo>
                  <a:pt x="9521" y="42513"/>
                </a:lnTo>
                <a:lnTo>
                  <a:pt x="9521" y="41626"/>
                </a:lnTo>
                <a:lnTo>
                  <a:pt x="9521" y="41005"/>
                </a:lnTo>
                <a:lnTo>
                  <a:pt x="9997" y="40117"/>
                </a:lnTo>
                <a:lnTo>
                  <a:pt x="9997" y="39496"/>
                </a:lnTo>
                <a:lnTo>
                  <a:pt x="9997" y="38608"/>
                </a:lnTo>
                <a:lnTo>
                  <a:pt x="9997" y="37721"/>
                </a:lnTo>
                <a:lnTo>
                  <a:pt x="9997" y="37099"/>
                </a:lnTo>
                <a:lnTo>
                  <a:pt x="9997" y="36478"/>
                </a:lnTo>
                <a:lnTo>
                  <a:pt x="9997" y="35591"/>
                </a:lnTo>
                <a:lnTo>
                  <a:pt x="9997" y="34969"/>
                </a:lnTo>
                <a:lnTo>
                  <a:pt x="9997" y="34348"/>
                </a:lnTo>
                <a:lnTo>
                  <a:pt x="9997" y="33283"/>
                </a:lnTo>
                <a:lnTo>
                  <a:pt x="10314" y="32573"/>
                </a:lnTo>
                <a:lnTo>
                  <a:pt x="10314" y="31952"/>
                </a:lnTo>
                <a:lnTo>
                  <a:pt x="10314" y="31064"/>
                </a:lnTo>
                <a:lnTo>
                  <a:pt x="10314" y="30443"/>
                </a:lnTo>
                <a:lnTo>
                  <a:pt x="10314" y="29644"/>
                </a:lnTo>
                <a:lnTo>
                  <a:pt x="10790" y="28934"/>
                </a:lnTo>
                <a:lnTo>
                  <a:pt x="10790" y="28313"/>
                </a:lnTo>
                <a:lnTo>
                  <a:pt x="10790" y="27425"/>
                </a:lnTo>
                <a:lnTo>
                  <a:pt x="10790" y="27070"/>
                </a:lnTo>
                <a:lnTo>
                  <a:pt x="11108" y="26182"/>
                </a:lnTo>
                <a:lnTo>
                  <a:pt x="11108" y="25561"/>
                </a:lnTo>
                <a:lnTo>
                  <a:pt x="11108" y="24851"/>
                </a:lnTo>
                <a:lnTo>
                  <a:pt x="11108" y="24052"/>
                </a:lnTo>
                <a:lnTo>
                  <a:pt x="11108" y="23431"/>
                </a:lnTo>
                <a:lnTo>
                  <a:pt x="11425" y="22543"/>
                </a:lnTo>
                <a:lnTo>
                  <a:pt x="11425" y="21922"/>
                </a:lnTo>
                <a:lnTo>
                  <a:pt x="11425" y="21212"/>
                </a:lnTo>
                <a:lnTo>
                  <a:pt x="11425" y="20591"/>
                </a:lnTo>
                <a:lnTo>
                  <a:pt x="11425" y="19970"/>
                </a:lnTo>
                <a:lnTo>
                  <a:pt x="11901" y="19082"/>
                </a:lnTo>
                <a:lnTo>
                  <a:pt x="11901" y="18461"/>
                </a:lnTo>
                <a:lnTo>
                  <a:pt x="11901" y="17839"/>
                </a:lnTo>
                <a:lnTo>
                  <a:pt x="11901" y="17129"/>
                </a:lnTo>
                <a:lnTo>
                  <a:pt x="11901" y="16508"/>
                </a:lnTo>
                <a:lnTo>
                  <a:pt x="11901" y="15887"/>
                </a:lnTo>
                <a:lnTo>
                  <a:pt x="11901" y="15265"/>
                </a:lnTo>
                <a:lnTo>
                  <a:pt x="11901" y="14378"/>
                </a:lnTo>
                <a:lnTo>
                  <a:pt x="11901" y="13934"/>
                </a:lnTo>
                <a:lnTo>
                  <a:pt x="12218" y="13135"/>
                </a:lnTo>
                <a:lnTo>
                  <a:pt x="12218" y="12425"/>
                </a:lnTo>
                <a:lnTo>
                  <a:pt x="12218" y="11804"/>
                </a:lnTo>
                <a:lnTo>
                  <a:pt x="12218" y="11183"/>
                </a:lnTo>
                <a:lnTo>
                  <a:pt x="12218" y="10739"/>
                </a:lnTo>
                <a:lnTo>
                  <a:pt x="12694" y="9851"/>
                </a:lnTo>
                <a:lnTo>
                  <a:pt x="12694" y="9230"/>
                </a:lnTo>
                <a:lnTo>
                  <a:pt x="12694" y="8609"/>
                </a:lnTo>
                <a:lnTo>
                  <a:pt x="12694" y="7988"/>
                </a:lnTo>
                <a:lnTo>
                  <a:pt x="12694" y="7277"/>
                </a:lnTo>
                <a:lnTo>
                  <a:pt x="13012" y="6656"/>
                </a:lnTo>
                <a:lnTo>
                  <a:pt x="13012" y="6035"/>
                </a:lnTo>
                <a:lnTo>
                  <a:pt x="13012" y="5591"/>
                </a:lnTo>
                <a:lnTo>
                  <a:pt x="13012" y="4704"/>
                </a:lnTo>
                <a:lnTo>
                  <a:pt x="13012" y="4260"/>
                </a:lnTo>
                <a:lnTo>
                  <a:pt x="13329" y="3638"/>
                </a:lnTo>
                <a:lnTo>
                  <a:pt x="13329" y="3017"/>
                </a:lnTo>
                <a:lnTo>
                  <a:pt x="13329" y="2396"/>
                </a:lnTo>
                <a:lnTo>
                  <a:pt x="13329" y="1775"/>
                </a:lnTo>
                <a:lnTo>
                  <a:pt x="13805" y="1331"/>
                </a:lnTo>
                <a:lnTo>
                  <a:pt x="13805" y="621"/>
                </a:lnTo>
                <a:lnTo>
                  <a:pt x="13805" y="0"/>
                </a:lnTo>
              </a:path>
            </a:pathLst>
          </a:custGeom>
          <a:ln w="1948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6729375" y="1544474"/>
            <a:ext cx="13329" cy="61330"/>
          </a:xfrm>
          <a:custGeom>
            <a:avLst/>
            <a:gdLst/>
            <a:ahLst/>
            <a:cxnLst/>
            <a:rect l="l" t="t" r="r" b="b"/>
            <a:pathLst>
              <a:path w="13329" h="61330">
                <a:moveTo>
                  <a:pt x="0" y="61330"/>
                </a:moveTo>
                <a:lnTo>
                  <a:pt x="0" y="60708"/>
                </a:lnTo>
                <a:lnTo>
                  <a:pt x="0" y="60265"/>
                </a:lnTo>
                <a:lnTo>
                  <a:pt x="317" y="59377"/>
                </a:lnTo>
                <a:lnTo>
                  <a:pt x="317" y="59022"/>
                </a:lnTo>
                <a:lnTo>
                  <a:pt x="317" y="58312"/>
                </a:lnTo>
                <a:lnTo>
                  <a:pt x="317" y="57957"/>
                </a:lnTo>
                <a:lnTo>
                  <a:pt x="317" y="57247"/>
                </a:lnTo>
                <a:lnTo>
                  <a:pt x="317" y="56626"/>
                </a:lnTo>
                <a:lnTo>
                  <a:pt x="317" y="56004"/>
                </a:lnTo>
                <a:lnTo>
                  <a:pt x="317" y="55561"/>
                </a:lnTo>
                <a:lnTo>
                  <a:pt x="317" y="54939"/>
                </a:lnTo>
                <a:lnTo>
                  <a:pt x="317" y="54229"/>
                </a:lnTo>
                <a:lnTo>
                  <a:pt x="793" y="53874"/>
                </a:lnTo>
                <a:lnTo>
                  <a:pt x="793" y="53164"/>
                </a:lnTo>
                <a:lnTo>
                  <a:pt x="793" y="52809"/>
                </a:lnTo>
                <a:lnTo>
                  <a:pt x="793" y="51922"/>
                </a:lnTo>
                <a:lnTo>
                  <a:pt x="1110" y="51478"/>
                </a:lnTo>
                <a:lnTo>
                  <a:pt x="1110" y="50856"/>
                </a:lnTo>
                <a:lnTo>
                  <a:pt x="1110" y="50413"/>
                </a:lnTo>
                <a:lnTo>
                  <a:pt x="1110" y="49791"/>
                </a:lnTo>
                <a:lnTo>
                  <a:pt x="1110" y="49348"/>
                </a:lnTo>
                <a:lnTo>
                  <a:pt x="1586" y="48726"/>
                </a:lnTo>
                <a:lnTo>
                  <a:pt x="1586" y="48460"/>
                </a:lnTo>
                <a:lnTo>
                  <a:pt x="1586" y="47839"/>
                </a:lnTo>
                <a:lnTo>
                  <a:pt x="1586" y="47217"/>
                </a:lnTo>
                <a:lnTo>
                  <a:pt x="1586" y="46774"/>
                </a:lnTo>
                <a:lnTo>
                  <a:pt x="1904" y="46152"/>
                </a:lnTo>
                <a:lnTo>
                  <a:pt x="1904" y="45709"/>
                </a:lnTo>
                <a:lnTo>
                  <a:pt x="1904" y="45087"/>
                </a:lnTo>
                <a:lnTo>
                  <a:pt x="1904" y="44644"/>
                </a:lnTo>
                <a:lnTo>
                  <a:pt x="1904" y="44200"/>
                </a:lnTo>
                <a:lnTo>
                  <a:pt x="2221" y="43756"/>
                </a:lnTo>
                <a:lnTo>
                  <a:pt x="2221" y="43135"/>
                </a:lnTo>
                <a:lnTo>
                  <a:pt x="2221" y="42513"/>
                </a:lnTo>
                <a:lnTo>
                  <a:pt x="2221" y="42070"/>
                </a:lnTo>
                <a:lnTo>
                  <a:pt x="2221" y="41626"/>
                </a:lnTo>
                <a:lnTo>
                  <a:pt x="2221" y="41182"/>
                </a:lnTo>
                <a:lnTo>
                  <a:pt x="2221" y="40561"/>
                </a:lnTo>
                <a:lnTo>
                  <a:pt x="2221" y="40117"/>
                </a:lnTo>
                <a:lnTo>
                  <a:pt x="2221" y="39673"/>
                </a:lnTo>
                <a:lnTo>
                  <a:pt x="2697" y="39052"/>
                </a:lnTo>
                <a:lnTo>
                  <a:pt x="2697" y="38874"/>
                </a:lnTo>
                <a:lnTo>
                  <a:pt x="2697" y="38164"/>
                </a:lnTo>
                <a:lnTo>
                  <a:pt x="2697" y="37721"/>
                </a:lnTo>
                <a:lnTo>
                  <a:pt x="2697" y="37366"/>
                </a:lnTo>
                <a:lnTo>
                  <a:pt x="3015" y="36656"/>
                </a:lnTo>
                <a:lnTo>
                  <a:pt x="3015" y="36478"/>
                </a:lnTo>
                <a:lnTo>
                  <a:pt x="3015" y="35857"/>
                </a:lnTo>
                <a:lnTo>
                  <a:pt x="3015" y="35413"/>
                </a:lnTo>
                <a:lnTo>
                  <a:pt x="3015" y="34969"/>
                </a:lnTo>
                <a:lnTo>
                  <a:pt x="3491" y="34348"/>
                </a:lnTo>
                <a:lnTo>
                  <a:pt x="3491" y="34082"/>
                </a:lnTo>
                <a:lnTo>
                  <a:pt x="3491" y="33727"/>
                </a:lnTo>
                <a:lnTo>
                  <a:pt x="3491" y="33017"/>
                </a:lnTo>
                <a:lnTo>
                  <a:pt x="3491" y="32839"/>
                </a:lnTo>
                <a:lnTo>
                  <a:pt x="3808" y="32218"/>
                </a:lnTo>
                <a:lnTo>
                  <a:pt x="3808" y="31774"/>
                </a:lnTo>
                <a:lnTo>
                  <a:pt x="3808" y="31330"/>
                </a:lnTo>
                <a:lnTo>
                  <a:pt x="3808" y="30886"/>
                </a:lnTo>
                <a:lnTo>
                  <a:pt x="4125" y="30709"/>
                </a:lnTo>
                <a:lnTo>
                  <a:pt x="4125" y="29999"/>
                </a:lnTo>
                <a:lnTo>
                  <a:pt x="4125" y="29644"/>
                </a:lnTo>
                <a:lnTo>
                  <a:pt x="4125" y="29378"/>
                </a:lnTo>
                <a:lnTo>
                  <a:pt x="4125" y="28756"/>
                </a:lnTo>
                <a:lnTo>
                  <a:pt x="4601" y="28313"/>
                </a:lnTo>
                <a:lnTo>
                  <a:pt x="4601" y="28135"/>
                </a:lnTo>
                <a:lnTo>
                  <a:pt x="4601" y="27691"/>
                </a:lnTo>
                <a:lnTo>
                  <a:pt x="4601" y="27070"/>
                </a:lnTo>
                <a:lnTo>
                  <a:pt x="4601" y="26804"/>
                </a:lnTo>
                <a:lnTo>
                  <a:pt x="4601" y="26360"/>
                </a:lnTo>
                <a:lnTo>
                  <a:pt x="4601" y="26005"/>
                </a:lnTo>
                <a:lnTo>
                  <a:pt x="4601" y="25739"/>
                </a:lnTo>
                <a:lnTo>
                  <a:pt x="4601" y="25295"/>
                </a:lnTo>
                <a:lnTo>
                  <a:pt x="4601" y="24674"/>
                </a:lnTo>
                <a:lnTo>
                  <a:pt x="4919" y="24496"/>
                </a:lnTo>
                <a:lnTo>
                  <a:pt x="4919" y="24052"/>
                </a:lnTo>
                <a:lnTo>
                  <a:pt x="4919" y="23608"/>
                </a:lnTo>
                <a:lnTo>
                  <a:pt x="4919" y="23431"/>
                </a:lnTo>
                <a:lnTo>
                  <a:pt x="5395" y="22987"/>
                </a:lnTo>
                <a:lnTo>
                  <a:pt x="5395" y="22543"/>
                </a:lnTo>
                <a:lnTo>
                  <a:pt x="5395" y="22277"/>
                </a:lnTo>
                <a:lnTo>
                  <a:pt x="5395" y="21922"/>
                </a:lnTo>
                <a:lnTo>
                  <a:pt x="5395" y="21478"/>
                </a:lnTo>
                <a:lnTo>
                  <a:pt x="5712" y="21212"/>
                </a:lnTo>
                <a:lnTo>
                  <a:pt x="5712" y="20857"/>
                </a:lnTo>
                <a:lnTo>
                  <a:pt x="5712" y="20413"/>
                </a:lnTo>
                <a:lnTo>
                  <a:pt x="5712" y="19970"/>
                </a:lnTo>
                <a:lnTo>
                  <a:pt x="5712" y="19703"/>
                </a:lnTo>
                <a:lnTo>
                  <a:pt x="6030" y="19348"/>
                </a:lnTo>
                <a:lnTo>
                  <a:pt x="6030" y="19082"/>
                </a:lnTo>
                <a:lnTo>
                  <a:pt x="6030" y="18904"/>
                </a:lnTo>
                <a:lnTo>
                  <a:pt x="6030" y="18461"/>
                </a:lnTo>
                <a:lnTo>
                  <a:pt x="6030" y="18017"/>
                </a:lnTo>
                <a:lnTo>
                  <a:pt x="6506" y="17573"/>
                </a:lnTo>
                <a:lnTo>
                  <a:pt x="6506" y="17396"/>
                </a:lnTo>
                <a:lnTo>
                  <a:pt x="6506" y="17218"/>
                </a:lnTo>
                <a:lnTo>
                  <a:pt x="6506" y="16774"/>
                </a:lnTo>
                <a:lnTo>
                  <a:pt x="6506" y="16508"/>
                </a:lnTo>
                <a:lnTo>
                  <a:pt x="6506" y="16064"/>
                </a:lnTo>
                <a:lnTo>
                  <a:pt x="6506" y="15887"/>
                </a:lnTo>
                <a:lnTo>
                  <a:pt x="6506" y="15443"/>
                </a:lnTo>
                <a:lnTo>
                  <a:pt x="6506" y="15265"/>
                </a:lnTo>
                <a:lnTo>
                  <a:pt x="6823" y="14999"/>
                </a:lnTo>
                <a:lnTo>
                  <a:pt x="6823" y="14644"/>
                </a:lnTo>
                <a:lnTo>
                  <a:pt x="6823" y="14200"/>
                </a:lnTo>
                <a:lnTo>
                  <a:pt x="6823" y="13757"/>
                </a:lnTo>
                <a:lnTo>
                  <a:pt x="7299" y="13490"/>
                </a:lnTo>
                <a:lnTo>
                  <a:pt x="7299" y="13135"/>
                </a:lnTo>
                <a:lnTo>
                  <a:pt x="7299" y="12869"/>
                </a:lnTo>
                <a:lnTo>
                  <a:pt x="7299" y="12692"/>
                </a:lnTo>
                <a:lnTo>
                  <a:pt x="7299" y="12248"/>
                </a:lnTo>
                <a:lnTo>
                  <a:pt x="7616" y="12070"/>
                </a:lnTo>
                <a:lnTo>
                  <a:pt x="7616" y="11804"/>
                </a:lnTo>
                <a:lnTo>
                  <a:pt x="7616" y="11626"/>
                </a:lnTo>
                <a:lnTo>
                  <a:pt x="7616" y="11360"/>
                </a:lnTo>
                <a:lnTo>
                  <a:pt x="8093" y="10916"/>
                </a:lnTo>
                <a:lnTo>
                  <a:pt x="8093" y="10739"/>
                </a:lnTo>
                <a:lnTo>
                  <a:pt x="8093" y="10561"/>
                </a:lnTo>
                <a:lnTo>
                  <a:pt x="8093" y="10295"/>
                </a:lnTo>
                <a:lnTo>
                  <a:pt x="8093" y="10118"/>
                </a:lnTo>
                <a:lnTo>
                  <a:pt x="8410" y="9674"/>
                </a:lnTo>
                <a:lnTo>
                  <a:pt x="8410" y="9496"/>
                </a:lnTo>
                <a:lnTo>
                  <a:pt x="8410" y="9053"/>
                </a:lnTo>
                <a:lnTo>
                  <a:pt x="8410" y="8786"/>
                </a:lnTo>
                <a:lnTo>
                  <a:pt x="8727" y="8609"/>
                </a:lnTo>
                <a:lnTo>
                  <a:pt x="8727" y="8165"/>
                </a:lnTo>
                <a:lnTo>
                  <a:pt x="8727" y="7988"/>
                </a:lnTo>
                <a:lnTo>
                  <a:pt x="8727" y="7721"/>
                </a:lnTo>
                <a:lnTo>
                  <a:pt x="8727" y="7544"/>
                </a:lnTo>
                <a:lnTo>
                  <a:pt x="8727" y="7100"/>
                </a:lnTo>
                <a:lnTo>
                  <a:pt x="8727" y="6922"/>
                </a:lnTo>
                <a:lnTo>
                  <a:pt x="9203" y="6656"/>
                </a:lnTo>
                <a:lnTo>
                  <a:pt x="9203" y="6479"/>
                </a:lnTo>
                <a:lnTo>
                  <a:pt x="9203" y="6212"/>
                </a:lnTo>
                <a:lnTo>
                  <a:pt x="9203" y="6035"/>
                </a:lnTo>
                <a:lnTo>
                  <a:pt x="9203" y="5769"/>
                </a:lnTo>
                <a:lnTo>
                  <a:pt x="9521" y="5769"/>
                </a:lnTo>
                <a:lnTo>
                  <a:pt x="9521" y="5591"/>
                </a:lnTo>
                <a:lnTo>
                  <a:pt x="9521" y="5414"/>
                </a:lnTo>
                <a:lnTo>
                  <a:pt x="9521" y="5147"/>
                </a:lnTo>
                <a:lnTo>
                  <a:pt x="9521" y="4970"/>
                </a:lnTo>
                <a:lnTo>
                  <a:pt x="9997" y="4704"/>
                </a:lnTo>
                <a:lnTo>
                  <a:pt x="9997" y="4526"/>
                </a:lnTo>
                <a:lnTo>
                  <a:pt x="9997" y="4349"/>
                </a:lnTo>
                <a:lnTo>
                  <a:pt x="9997" y="4082"/>
                </a:lnTo>
                <a:lnTo>
                  <a:pt x="10314" y="3905"/>
                </a:lnTo>
                <a:lnTo>
                  <a:pt x="10314" y="3638"/>
                </a:lnTo>
                <a:lnTo>
                  <a:pt x="10314" y="3461"/>
                </a:lnTo>
                <a:lnTo>
                  <a:pt x="10631" y="3461"/>
                </a:lnTo>
                <a:lnTo>
                  <a:pt x="10631" y="3195"/>
                </a:lnTo>
                <a:lnTo>
                  <a:pt x="10631" y="3017"/>
                </a:lnTo>
                <a:lnTo>
                  <a:pt x="10631" y="2840"/>
                </a:lnTo>
                <a:lnTo>
                  <a:pt x="10631" y="2573"/>
                </a:lnTo>
                <a:lnTo>
                  <a:pt x="10631" y="2396"/>
                </a:lnTo>
                <a:lnTo>
                  <a:pt x="10631" y="2130"/>
                </a:lnTo>
                <a:lnTo>
                  <a:pt x="11108" y="2130"/>
                </a:lnTo>
                <a:lnTo>
                  <a:pt x="11108" y="1952"/>
                </a:lnTo>
                <a:lnTo>
                  <a:pt x="11108" y="1775"/>
                </a:lnTo>
                <a:lnTo>
                  <a:pt x="11108" y="1508"/>
                </a:lnTo>
                <a:lnTo>
                  <a:pt x="11425" y="1508"/>
                </a:lnTo>
                <a:lnTo>
                  <a:pt x="11425" y="1331"/>
                </a:lnTo>
                <a:lnTo>
                  <a:pt x="11425" y="1065"/>
                </a:lnTo>
                <a:lnTo>
                  <a:pt x="11901" y="1065"/>
                </a:lnTo>
                <a:lnTo>
                  <a:pt x="11901" y="887"/>
                </a:lnTo>
                <a:lnTo>
                  <a:pt x="12218" y="887"/>
                </a:lnTo>
                <a:lnTo>
                  <a:pt x="12218" y="621"/>
                </a:lnTo>
                <a:lnTo>
                  <a:pt x="12218" y="443"/>
                </a:lnTo>
                <a:lnTo>
                  <a:pt x="12694" y="443"/>
                </a:lnTo>
                <a:lnTo>
                  <a:pt x="12694" y="266"/>
                </a:lnTo>
                <a:lnTo>
                  <a:pt x="13012" y="0"/>
                </a:lnTo>
                <a:lnTo>
                  <a:pt x="13329" y="0"/>
                </a:lnTo>
              </a:path>
            </a:pathLst>
          </a:custGeom>
          <a:ln w="1915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6742704" y="1544474"/>
            <a:ext cx="13805" cy="57069"/>
          </a:xfrm>
          <a:custGeom>
            <a:avLst/>
            <a:gdLst/>
            <a:ahLst/>
            <a:cxnLst/>
            <a:rect l="l" t="t" r="r" b="b"/>
            <a:pathLst>
              <a:path w="13805" h="57069">
                <a:moveTo>
                  <a:pt x="0" y="0"/>
                </a:moveTo>
                <a:lnTo>
                  <a:pt x="476" y="0"/>
                </a:lnTo>
                <a:lnTo>
                  <a:pt x="793" y="0"/>
                </a:lnTo>
                <a:lnTo>
                  <a:pt x="1269" y="0"/>
                </a:lnTo>
                <a:lnTo>
                  <a:pt x="1586" y="0"/>
                </a:lnTo>
                <a:lnTo>
                  <a:pt x="1586" y="266"/>
                </a:lnTo>
                <a:lnTo>
                  <a:pt x="1586" y="443"/>
                </a:lnTo>
                <a:lnTo>
                  <a:pt x="1586" y="621"/>
                </a:lnTo>
                <a:lnTo>
                  <a:pt x="1904" y="621"/>
                </a:lnTo>
                <a:lnTo>
                  <a:pt x="1904" y="887"/>
                </a:lnTo>
                <a:lnTo>
                  <a:pt x="1904" y="1065"/>
                </a:lnTo>
                <a:lnTo>
                  <a:pt x="2380" y="1065"/>
                </a:lnTo>
                <a:lnTo>
                  <a:pt x="2380" y="1065"/>
                </a:lnTo>
                <a:lnTo>
                  <a:pt x="2380" y="1331"/>
                </a:lnTo>
                <a:lnTo>
                  <a:pt x="2697" y="1508"/>
                </a:lnTo>
                <a:lnTo>
                  <a:pt x="2697" y="1775"/>
                </a:lnTo>
                <a:lnTo>
                  <a:pt x="2697" y="1952"/>
                </a:lnTo>
                <a:lnTo>
                  <a:pt x="3173" y="2130"/>
                </a:lnTo>
                <a:lnTo>
                  <a:pt x="3173" y="2396"/>
                </a:lnTo>
                <a:lnTo>
                  <a:pt x="3491" y="2573"/>
                </a:lnTo>
                <a:lnTo>
                  <a:pt x="3491" y="2840"/>
                </a:lnTo>
                <a:lnTo>
                  <a:pt x="3491" y="3017"/>
                </a:lnTo>
                <a:lnTo>
                  <a:pt x="3491" y="3195"/>
                </a:lnTo>
                <a:lnTo>
                  <a:pt x="3491" y="3461"/>
                </a:lnTo>
                <a:lnTo>
                  <a:pt x="3491" y="3638"/>
                </a:lnTo>
                <a:lnTo>
                  <a:pt x="3967" y="3905"/>
                </a:lnTo>
                <a:lnTo>
                  <a:pt x="3967" y="4082"/>
                </a:lnTo>
                <a:lnTo>
                  <a:pt x="3967" y="4349"/>
                </a:lnTo>
                <a:lnTo>
                  <a:pt x="3967" y="4526"/>
                </a:lnTo>
                <a:lnTo>
                  <a:pt x="3967" y="4704"/>
                </a:lnTo>
                <a:lnTo>
                  <a:pt x="4284" y="4704"/>
                </a:lnTo>
                <a:lnTo>
                  <a:pt x="4284" y="4970"/>
                </a:lnTo>
                <a:lnTo>
                  <a:pt x="4284" y="5147"/>
                </a:lnTo>
                <a:lnTo>
                  <a:pt x="4284" y="5414"/>
                </a:lnTo>
                <a:lnTo>
                  <a:pt x="4284" y="5591"/>
                </a:lnTo>
                <a:lnTo>
                  <a:pt x="4601" y="5769"/>
                </a:lnTo>
                <a:lnTo>
                  <a:pt x="4601" y="6035"/>
                </a:lnTo>
                <a:lnTo>
                  <a:pt x="4601" y="6212"/>
                </a:lnTo>
                <a:lnTo>
                  <a:pt x="5077" y="6479"/>
                </a:lnTo>
                <a:lnTo>
                  <a:pt x="5077" y="6656"/>
                </a:lnTo>
                <a:lnTo>
                  <a:pt x="5077" y="6922"/>
                </a:lnTo>
                <a:lnTo>
                  <a:pt x="5077" y="7100"/>
                </a:lnTo>
                <a:lnTo>
                  <a:pt x="5395" y="7544"/>
                </a:lnTo>
                <a:lnTo>
                  <a:pt x="5395" y="7721"/>
                </a:lnTo>
                <a:lnTo>
                  <a:pt x="5395" y="7988"/>
                </a:lnTo>
                <a:lnTo>
                  <a:pt x="5395" y="8165"/>
                </a:lnTo>
                <a:lnTo>
                  <a:pt x="5871" y="8609"/>
                </a:lnTo>
                <a:lnTo>
                  <a:pt x="5871" y="8786"/>
                </a:lnTo>
                <a:lnTo>
                  <a:pt x="5871" y="9053"/>
                </a:lnTo>
                <a:lnTo>
                  <a:pt x="5871" y="9230"/>
                </a:lnTo>
                <a:lnTo>
                  <a:pt x="5871" y="9496"/>
                </a:lnTo>
                <a:lnTo>
                  <a:pt x="5871" y="9674"/>
                </a:lnTo>
                <a:lnTo>
                  <a:pt x="5871" y="10118"/>
                </a:lnTo>
                <a:lnTo>
                  <a:pt x="5871" y="10295"/>
                </a:lnTo>
                <a:lnTo>
                  <a:pt x="5871" y="10561"/>
                </a:lnTo>
                <a:lnTo>
                  <a:pt x="6188" y="10739"/>
                </a:lnTo>
                <a:lnTo>
                  <a:pt x="6188" y="10916"/>
                </a:lnTo>
                <a:lnTo>
                  <a:pt x="6188" y="11360"/>
                </a:lnTo>
                <a:lnTo>
                  <a:pt x="6188" y="11626"/>
                </a:lnTo>
                <a:lnTo>
                  <a:pt x="6188" y="11804"/>
                </a:lnTo>
                <a:lnTo>
                  <a:pt x="6506" y="12070"/>
                </a:lnTo>
                <a:lnTo>
                  <a:pt x="6506" y="12248"/>
                </a:lnTo>
                <a:lnTo>
                  <a:pt x="6506" y="12692"/>
                </a:lnTo>
                <a:lnTo>
                  <a:pt x="6506" y="12869"/>
                </a:lnTo>
                <a:lnTo>
                  <a:pt x="6506" y="13135"/>
                </a:lnTo>
                <a:lnTo>
                  <a:pt x="6982" y="13490"/>
                </a:lnTo>
                <a:lnTo>
                  <a:pt x="6982" y="13757"/>
                </a:lnTo>
                <a:lnTo>
                  <a:pt x="6982" y="14200"/>
                </a:lnTo>
                <a:lnTo>
                  <a:pt x="6982" y="14644"/>
                </a:lnTo>
                <a:lnTo>
                  <a:pt x="7299" y="14999"/>
                </a:lnTo>
                <a:lnTo>
                  <a:pt x="7299" y="15265"/>
                </a:lnTo>
                <a:lnTo>
                  <a:pt x="7299" y="15443"/>
                </a:lnTo>
                <a:lnTo>
                  <a:pt x="7299" y="15887"/>
                </a:lnTo>
                <a:lnTo>
                  <a:pt x="7775" y="16064"/>
                </a:lnTo>
                <a:lnTo>
                  <a:pt x="7775" y="16508"/>
                </a:lnTo>
                <a:lnTo>
                  <a:pt x="7775" y="16774"/>
                </a:lnTo>
                <a:lnTo>
                  <a:pt x="7775" y="17218"/>
                </a:lnTo>
                <a:lnTo>
                  <a:pt x="7775" y="17573"/>
                </a:lnTo>
                <a:lnTo>
                  <a:pt x="7775" y="18017"/>
                </a:lnTo>
                <a:lnTo>
                  <a:pt x="7775" y="18461"/>
                </a:lnTo>
                <a:lnTo>
                  <a:pt x="7775" y="18904"/>
                </a:lnTo>
                <a:lnTo>
                  <a:pt x="7775" y="19082"/>
                </a:lnTo>
                <a:lnTo>
                  <a:pt x="8093" y="19526"/>
                </a:lnTo>
                <a:lnTo>
                  <a:pt x="8093" y="19703"/>
                </a:lnTo>
                <a:lnTo>
                  <a:pt x="8093" y="19970"/>
                </a:lnTo>
                <a:lnTo>
                  <a:pt x="8093" y="20413"/>
                </a:lnTo>
                <a:lnTo>
                  <a:pt x="8093" y="20857"/>
                </a:lnTo>
                <a:lnTo>
                  <a:pt x="8410" y="21212"/>
                </a:lnTo>
                <a:lnTo>
                  <a:pt x="8410" y="21478"/>
                </a:lnTo>
                <a:lnTo>
                  <a:pt x="8410" y="21922"/>
                </a:lnTo>
                <a:lnTo>
                  <a:pt x="8410" y="22277"/>
                </a:lnTo>
                <a:lnTo>
                  <a:pt x="8886" y="22543"/>
                </a:lnTo>
                <a:lnTo>
                  <a:pt x="8886" y="22987"/>
                </a:lnTo>
                <a:lnTo>
                  <a:pt x="8886" y="23431"/>
                </a:lnTo>
                <a:lnTo>
                  <a:pt x="8886" y="23608"/>
                </a:lnTo>
                <a:lnTo>
                  <a:pt x="8886" y="24230"/>
                </a:lnTo>
                <a:lnTo>
                  <a:pt x="9203" y="24674"/>
                </a:lnTo>
                <a:lnTo>
                  <a:pt x="9203" y="24851"/>
                </a:lnTo>
                <a:lnTo>
                  <a:pt x="9203" y="25295"/>
                </a:lnTo>
                <a:lnTo>
                  <a:pt x="9203" y="25739"/>
                </a:lnTo>
                <a:lnTo>
                  <a:pt x="9203" y="26005"/>
                </a:lnTo>
                <a:lnTo>
                  <a:pt x="9679" y="26626"/>
                </a:lnTo>
                <a:lnTo>
                  <a:pt x="9679" y="27070"/>
                </a:lnTo>
                <a:lnTo>
                  <a:pt x="9679" y="27247"/>
                </a:lnTo>
                <a:lnTo>
                  <a:pt x="9679" y="27691"/>
                </a:lnTo>
                <a:lnTo>
                  <a:pt x="9679" y="28135"/>
                </a:lnTo>
                <a:lnTo>
                  <a:pt x="9997" y="28579"/>
                </a:lnTo>
                <a:lnTo>
                  <a:pt x="9997" y="28934"/>
                </a:lnTo>
                <a:lnTo>
                  <a:pt x="9997" y="29378"/>
                </a:lnTo>
                <a:lnTo>
                  <a:pt x="9997" y="29821"/>
                </a:lnTo>
                <a:lnTo>
                  <a:pt x="9997" y="30265"/>
                </a:lnTo>
                <a:lnTo>
                  <a:pt x="9997" y="30709"/>
                </a:lnTo>
                <a:lnTo>
                  <a:pt x="9997" y="31153"/>
                </a:lnTo>
                <a:lnTo>
                  <a:pt x="9997" y="31508"/>
                </a:lnTo>
                <a:lnTo>
                  <a:pt x="9997" y="31952"/>
                </a:lnTo>
                <a:lnTo>
                  <a:pt x="10473" y="32395"/>
                </a:lnTo>
                <a:lnTo>
                  <a:pt x="10473" y="32839"/>
                </a:lnTo>
                <a:lnTo>
                  <a:pt x="10473" y="33283"/>
                </a:lnTo>
                <a:lnTo>
                  <a:pt x="10473" y="33727"/>
                </a:lnTo>
                <a:lnTo>
                  <a:pt x="10473" y="34082"/>
                </a:lnTo>
                <a:lnTo>
                  <a:pt x="10790" y="34525"/>
                </a:lnTo>
                <a:lnTo>
                  <a:pt x="10790" y="35147"/>
                </a:lnTo>
                <a:lnTo>
                  <a:pt x="10790" y="35413"/>
                </a:lnTo>
                <a:lnTo>
                  <a:pt x="10790" y="36034"/>
                </a:lnTo>
                <a:lnTo>
                  <a:pt x="10790" y="36478"/>
                </a:lnTo>
                <a:lnTo>
                  <a:pt x="11108" y="36922"/>
                </a:lnTo>
                <a:lnTo>
                  <a:pt x="11108" y="37543"/>
                </a:lnTo>
                <a:lnTo>
                  <a:pt x="11108" y="37721"/>
                </a:lnTo>
                <a:lnTo>
                  <a:pt x="11108" y="38431"/>
                </a:lnTo>
                <a:lnTo>
                  <a:pt x="11584" y="39052"/>
                </a:lnTo>
                <a:lnTo>
                  <a:pt x="11584" y="39229"/>
                </a:lnTo>
                <a:lnTo>
                  <a:pt x="11584" y="39940"/>
                </a:lnTo>
                <a:lnTo>
                  <a:pt x="11584" y="40295"/>
                </a:lnTo>
                <a:lnTo>
                  <a:pt x="11584" y="40738"/>
                </a:lnTo>
                <a:lnTo>
                  <a:pt x="11901" y="41360"/>
                </a:lnTo>
                <a:lnTo>
                  <a:pt x="11901" y="41803"/>
                </a:lnTo>
                <a:lnTo>
                  <a:pt x="11901" y="42513"/>
                </a:lnTo>
                <a:lnTo>
                  <a:pt x="11901" y="42868"/>
                </a:lnTo>
                <a:lnTo>
                  <a:pt x="11901" y="43312"/>
                </a:lnTo>
                <a:lnTo>
                  <a:pt x="11901" y="43756"/>
                </a:lnTo>
                <a:lnTo>
                  <a:pt x="11901" y="44377"/>
                </a:lnTo>
                <a:lnTo>
                  <a:pt x="11901" y="44821"/>
                </a:lnTo>
                <a:lnTo>
                  <a:pt x="11901" y="45442"/>
                </a:lnTo>
                <a:lnTo>
                  <a:pt x="11901" y="46152"/>
                </a:lnTo>
                <a:lnTo>
                  <a:pt x="12377" y="46507"/>
                </a:lnTo>
                <a:lnTo>
                  <a:pt x="12377" y="46951"/>
                </a:lnTo>
                <a:lnTo>
                  <a:pt x="12377" y="47395"/>
                </a:lnTo>
                <a:lnTo>
                  <a:pt x="12377" y="48016"/>
                </a:lnTo>
                <a:lnTo>
                  <a:pt x="12694" y="48460"/>
                </a:lnTo>
                <a:lnTo>
                  <a:pt x="12694" y="49081"/>
                </a:lnTo>
                <a:lnTo>
                  <a:pt x="12694" y="49525"/>
                </a:lnTo>
                <a:lnTo>
                  <a:pt x="12694" y="50235"/>
                </a:lnTo>
                <a:lnTo>
                  <a:pt x="12694" y="50856"/>
                </a:lnTo>
                <a:lnTo>
                  <a:pt x="13012" y="51300"/>
                </a:lnTo>
                <a:lnTo>
                  <a:pt x="13012" y="51922"/>
                </a:lnTo>
                <a:lnTo>
                  <a:pt x="13012" y="52365"/>
                </a:lnTo>
                <a:lnTo>
                  <a:pt x="13012" y="53164"/>
                </a:lnTo>
                <a:lnTo>
                  <a:pt x="13012" y="53608"/>
                </a:lnTo>
                <a:lnTo>
                  <a:pt x="13488" y="54229"/>
                </a:lnTo>
                <a:lnTo>
                  <a:pt x="13488" y="54673"/>
                </a:lnTo>
                <a:lnTo>
                  <a:pt x="13488" y="55383"/>
                </a:lnTo>
                <a:lnTo>
                  <a:pt x="13488" y="55738"/>
                </a:lnTo>
                <a:lnTo>
                  <a:pt x="13488" y="56626"/>
                </a:lnTo>
                <a:lnTo>
                  <a:pt x="13805" y="57069"/>
                </a:lnTo>
              </a:path>
            </a:pathLst>
          </a:custGeom>
          <a:ln w="1906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6756510" y="1601544"/>
            <a:ext cx="13488" cy="172185"/>
          </a:xfrm>
          <a:custGeom>
            <a:avLst/>
            <a:gdLst/>
            <a:ahLst/>
            <a:cxnLst/>
            <a:rect l="l" t="t" r="r" b="b"/>
            <a:pathLst>
              <a:path w="13488" h="172185">
                <a:moveTo>
                  <a:pt x="0" y="0"/>
                </a:moveTo>
                <a:lnTo>
                  <a:pt x="0" y="621"/>
                </a:lnTo>
                <a:lnTo>
                  <a:pt x="0" y="1065"/>
                </a:lnTo>
                <a:lnTo>
                  <a:pt x="0" y="1686"/>
                </a:lnTo>
                <a:lnTo>
                  <a:pt x="476" y="2307"/>
                </a:lnTo>
                <a:lnTo>
                  <a:pt x="476" y="3017"/>
                </a:lnTo>
                <a:lnTo>
                  <a:pt x="476" y="3461"/>
                </a:lnTo>
                <a:lnTo>
                  <a:pt x="476" y="4260"/>
                </a:lnTo>
                <a:lnTo>
                  <a:pt x="476" y="4704"/>
                </a:lnTo>
                <a:lnTo>
                  <a:pt x="476" y="5325"/>
                </a:lnTo>
                <a:lnTo>
                  <a:pt x="476" y="6035"/>
                </a:lnTo>
                <a:lnTo>
                  <a:pt x="476" y="6656"/>
                </a:lnTo>
                <a:lnTo>
                  <a:pt x="476" y="7100"/>
                </a:lnTo>
                <a:lnTo>
                  <a:pt x="476" y="7899"/>
                </a:lnTo>
                <a:lnTo>
                  <a:pt x="793" y="8343"/>
                </a:lnTo>
                <a:lnTo>
                  <a:pt x="793" y="8964"/>
                </a:lnTo>
                <a:lnTo>
                  <a:pt x="793" y="9674"/>
                </a:lnTo>
                <a:lnTo>
                  <a:pt x="793" y="10295"/>
                </a:lnTo>
                <a:lnTo>
                  <a:pt x="793" y="10916"/>
                </a:lnTo>
                <a:lnTo>
                  <a:pt x="1269" y="11538"/>
                </a:lnTo>
                <a:lnTo>
                  <a:pt x="1269" y="12248"/>
                </a:lnTo>
                <a:lnTo>
                  <a:pt x="1269" y="12869"/>
                </a:lnTo>
                <a:lnTo>
                  <a:pt x="1269" y="13490"/>
                </a:lnTo>
                <a:lnTo>
                  <a:pt x="1586" y="14112"/>
                </a:lnTo>
                <a:lnTo>
                  <a:pt x="1586" y="14999"/>
                </a:lnTo>
                <a:lnTo>
                  <a:pt x="1586" y="15443"/>
                </a:lnTo>
                <a:lnTo>
                  <a:pt x="1586" y="16064"/>
                </a:lnTo>
                <a:lnTo>
                  <a:pt x="1586" y="16686"/>
                </a:lnTo>
                <a:lnTo>
                  <a:pt x="1904" y="17396"/>
                </a:lnTo>
                <a:lnTo>
                  <a:pt x="1904" y="18194"/>
                </a:lnTo>
                <a:lnTo>
                  <a:pt x="1904" y="18638"/>
                </a:lnTo>
                <a:lnTo>
                  <a:pt x="1904" y="19526"/>
                </a:lnTo>
                <a:lnTo>
                  <a:pt x="1904" y="20147"/>
                </a:lnTo>
                <a:lnTo>
                  <a:pt x="2380" y="20768"/>
                </a:lnTo>
                <a:lnTo>
                  <a:pt x="2380" y="21390"/>
                </a:lnTo>
                <a:lnTo>
                  <a:pt x="2380" y="22100"/>
                </a:lnTo>
                <a:lnTo>
                  <a:pt x="2380" y="22898"/>
                </a:lnTo>
                <a:lnTo>
                  <a:pt x="2380" y="23608"/>
                </a:lnTo>
                <a:lnTo>
                  <a:pt x="2380" y="24407"/>
                </a:lnTo>
                <a:lnTo>
                  <a:pt x="2380" y="24851"/>
                </a:lnTo>
                <a:lnTo>
                  <a:pt x="2380" y="25472"/>
                </a:lnTo>
                <a:lnTo>
                  <a:pt x="2380" y="26360"/>
                </a:lnTo>
                <a:lnTo>
                  <a:pt x="2697" y="26981"/>
                </a:lnTo>
                <a:lnTo>
                  <a:pt x="2697" y="27869"/>
                </a:lnTo>
                <a:lnTo>
                  <a:pt x="2697" y="28490"/>
                </a:lnTo>
                <a:lnTo>
                  <a:pt x="2697" y="29111"/>
                </a:lnTo>
                <a:lnTo>
                  <a:pt x="2697" y="29999"/>
                </a:lnTo>
                <a:lnTo>
                  <a:pt x="3173" y="30620"/>
                </a:lnTo>
                <a:lnTo>
                  <a:pt x="3173" y="31508"/>
                </a:lnTo>
                <a:lnTo>
                  <a:pt x="3173" y="32129"/>
                </a:lnTo>
                <a:lnTo>
                  <a:pt x="3173" y="32750"/>
                </a:lnTo>
                <a:lnTo>
                  <a:pt x="3173" y="33638"/>
                </a:lnTo>
                <a:lnTo>
                  <a:pt x="3491" y="34259"/>
                </a:lnTo>
                <a:lnTo>
                  <a:pt x="3491" y="34969"/>
                </a:lnTo>
                <a:lnTo>
                  <a:pt x="3491" y="35768"/>
                </a:lnTo>
                <a:lnTo>
                  <a:pt x="3491" y="36478"/>
                </a:lnTo>
                <a:lnTo>
                  <a:pt x="3491" y="37277"/>
                </a:lnTo>
                <a:lnTo>
                  <a:pt x="3808" y="37898"/>
                </a:lnTo>
                <a:lnTo>
                  <a:pt x="3808" y="38608"/>
                </a:lnTo>
                <a:lnTo>
                  <a:pt x="3808" y="39407"/>
                </a:lnTo>
                <a:lnTo>
                  <a:pt x="3808" y="40295"/>
                </a:lnTo>
                <a:lnTo>
                  <a:pt x="4284" y="40916"/>
                </a:lnTo>
                <a:lnTo>
                  <a:pt x="4284" y="41803"/>
                </a:lnTo>
                <a:lnTo>
                  <a:pt x="4284" y="42425"/>
                </a:lnTo>
                <a:lnTo>
                  <a:pt x="4284" y="43312"/>
                </a:lnTo>
                <a:lnTo>
                  <a:pt x="4284" y="44200"/>
                </a:lnTo>
                <a:lnTo>
                  <a:pt x="4601" y="44821"/>
                </a:lnTo>
                <a:lnTo>
                  <a:pt x="4601" y="45620"/>
                </a:lnTo>
                <a:lnTo>
                  <a:pt x="4601" y="46330"/>
                </a:lnTo>
                <a:lnTo>
                  <a:pt x="4601" y="47129"/>
                </a:lnTo>
                <a:lnTo>
                  <a:pt x="4601" y="48016"/>
                </a:lnTo>
                <a:lnTo>
                  <a:pt x="4601" y="48638"/>
                </a:lnTo>
                <a:lnTo>
                  <a:pt x="4601" y="49525"/>
                </a:lnTo>
                <a:lnTo>
                  <a:pt x="4601" y="50413"/>
                </a:lnTo>
                <a:lnTo>
                  <a:pt x="4601" y="51211"/>
                </a:lnTo>
                <a:lnTo>
                  <a:pt x="4601" y="51922"/>
                </a:lnTo>
                <a:lnTo>
                  <a:pt x="5077" y="52720"/>
                </a:lnTo>
                <a:lnTo>
                  <a:pt x="5077" y="53608"/>
                </a:lnTo>
                <a:lnTo>
                  <a:pt x="5077" y="54229"/>
                </a:lnTo>
                <a:lnTo>
                  <a:pt x="5077" y="55117"/>
                </a:lnTo>
                <a:lnTo>
                  <a:pt x="5077" y="55916"/>
                </a:lnTo>
                <a:lnTo>
                  <a:pt x="5395" y="56803"/>
                </a:lnTo>
                <a:lnTo>
                  <a:pt x="5395" y="57424"/>
                </a:lnTo>
                <a:lnTo>
                  <a:pt x="5395" y="58489"/>
                </a:lnTo>
                <a:lnTo>
                  <a:pt x="5395" y="59200"/>
                </a:lnTo>
                <a:lnTo>
                  <a:pt x="5871" y="59998"/>
                </a:lnTo>
                <a:lnTo>
                  <a:pt x="5871" y="60886"/>
                </a:lnTo>
                <a:lnTo>
                  <a:pt x="5871" y="61773"/>
                </a:lnTo>
                <a:lnTo>
                  <a:pt x="5871" y="62572"/>
                </a:lnTo>
                <a:lnTo>
                  <a:pt x="5871" y="63282"/>
                </a:lnTo>
                <a:lnTo>
                  <a:pt x="6188" y="64347"/>
                </a:lnTo>
                <a:lnTo>
                  <a:pt x="6188" y="64969"/>
                </a:lnTo>
                <a:lnTo>
                  <a:pt x="6188" y="65856"/>
                </a:lnTo>
                <a:lnTo>
                  <a:pt x="6188" y="66921"/>
                </a:lnTo>
                <a:lnTo>
                  <a:pt x="6188" y="67543"/>
                </a:lnTo>
                <a:lnTo>
                  <a:pt x="6506" y="68430"/>
                </a:lnTo>
                <a:lnTo>
                  <a:pt x="6506" y="69229"/>
                </a:lnTo>
                <a:lnTo>
                  <a:pt x="6506" y="70294"/>
                </a:lnTo>
                <a:lnTo>
                  <a:pt x="6506" y="71004"/>
                </a:lnTo>
                <a:lnTo>
                  <a:pt x="6506" y="71803"/>
                </a:lnTo>
                <a:lnTo>
                  <a:pt x="6506" y="72868"/>
                </a:lnTo>
                <a:lnTo>
                  <a:pt x="6506" y="73755"/>
                </a:lnTo>
                <a:lnTo>
                  <a:pt x="6506" y="74643"/>
                </a:lnTo>
                <a:lnTo>
                  <a:pt x="6506" y="75264"/>
                </a:lnTo>
                <a:lnTo>
                  <a:pt x="6982" y="76329"/>
                </a:lnTo>
                <a:lnTo>
                  <a:pt x="6982" y="77217"/>
                </a:lnTo>
                <a:lnTo>
                  <a:pt x="6982" y="78016"/>
                </a:lnTo>
                <a:lnTo>
                  <a:pt x="6982" y="78903"/>
                </a:lnTo>
                <a:lnTo>
                  <a:pt x="6982" y="79968"/>
                </a:lnTo>
                <a:lnTo>
                  <a:pt x="7299" y="80856"/>
                </a:lnTo>
                <a:lnTo>
                  <a:pt x="7299" y="81655"/>
                </a:lnTo>
                <a:lnTo>
                  <a:pt x="7299" y="82542"/>
                </a:lnTo>
                <a:lnTo>
                  <a:pt x="7299" y="83430"/>
                </a:lnTo>
                <a:lnTo>
                  <a:pt x="7299" y="84495"/>
                </a:lnTo>
                <a:lnTo>
                  <a:pt x="7775" y="85294"/>
                </a:lnTo>
                <a:lnTo>
                  <a:pt x="7775" y="86181"/>
                </a:lnTo>
                <a:lnTo>
                  <a:pt x="7775" y="87069"/>
                </a:lnTo>
                <a:lnTo>
                  <a:pt x="7775" y="88134"/>
                </a:lnTo>
                <a:lnTo>
                  <a:pt x="7775" y="88933"/>
                </a:lnTo>
                <a:lnTo>
                  <a:pt x="8093" y="89820"/>
                </a:lnTo>
                <a:lnTo>
                  <a:pt x="8093" y="90708"/>
                </a:lnTo>
                <a:lnTo>
                  <a:pt x="8093" y="91773"/>
                </a:lnTo>
                <a:lnTo>
                  <a:pt x="8093" y="92660"/>
                </a:lnTo>
                <a:lnTo>
                  <a:pt x="8410" y="93459"/>
                </a:lnTo>
                <a:lnTo>
                  <a:pt x="8410" y="94347"/>
                </a:lnTo>
                <a:lnTo>
                  <a:pt x="8410" y="95412"/>
                </a:lnTo>
                <a:lnTo>
                  <a:pt x="8410" y="96477"/>
                </a:lnTo>
                <a:lnTo>
                  <a:pt x="8410" y="97364"/>
                </a:lnTo>
                <a:lnTo>
                  <a:pt x="8410" y="98163"/>
                </a:lnTo>
                <a:lnTo>
                  <a:pt x="8410" y="99051"/>
                </a:lnTo>
                <a:lnTo>
                  <a:pt x="8410" y="100116"/>
                </a:lnTo>
                <a:lnTo>
                  <a:pt x="8410" y="101181"/>
                </a:lnTo>
                <a:lnTo>
                  <a:pt x="8410" y="102068"/>
                </a:lnTo>
                <a:lnTo>
                  <a:pt x="8886" y="102867"/>
                </a:lnTo>
                <a:lnTo>
                  <a:pt x="8886" y="104021"/>
                </a:lnTo>
                <a:lnTo>
                  <a:pt x="8886" y="104820"/>
                </a:lnTo>
                <a:lnTo>
                  <a:pt x="8886" y="105885"/>
                </a:lnTo>
                <a:lnTo>
                  <a:pt x="8886" y="106950"/>
                </a:lnTo>
                <a:lnTo>
                  <a:pt x="9203" y="107838"/>
                </a:lnTo>
                <a:lnTo>
                  <a:pt x="9203" y="108903"/>
                </a:lnTo>
                <a:lnTo>
                  <a:pt x="9203" y="109790"/>
                </a:lnTo>
                <a:lnTo>
                  <a:pt x="9203" y="110589"/>
                </a:lnTo>
                <a:lnTo>
                  <a:pt x="9679" y="111743"/>
                </a:lnTo>
                <a:lnTo>
                  <a:pt x="9679" y="112808"/>
                </a:lnTo>
                <a:lnTo>
                  <a:pt x="9679" y="113873"/>
                </a:lnTo>
                <a:lnTo>
                  <a:pt x="9679" y="114672"/>
                </a:lnTo>
                <a:lnTo>
                  <a:pt x="9679" y="115737"/>
                </a:lnTo>
                <a:lnTo>
                  <a:pt x="9997" y="116624"/>
                </a:lnTo>
                <a:lnTo>
                  <a:pt x="9997" y="117689"/>
                </a:lnTo>
                <a:lnTo>
                  <a:pt x="9997" y="118755"/>
                </a:lnTo>
                <a:lnTo>
                  <a:pt x="9997" y="119820"/>
                </a:lnTo>
                <a:lnTo>
                  <a:pt x="9997" y="120707"/>
                </a:lnTo>
                <a:lnTo>
                  <a:pt x="10314" y="121772"/>
                </a:lnTo>
                <a:lnTo>
                  <a:pt x="10314" y="122660"/>
                </a:lnTo>
                <a:lnTo>
                  <a:pt x="10314" y="123725"/>
                </a:lnTo>
                <a:lnTo>
                  <a:pt x="10314" y="124790"/>
                </a:lnTo>
                <a:lnTo>
                  <a:pt x="10314" y="125855"/>
                </a:lnTo>
                <a:lnTo>
                  <a:pt x="10790" y="126920"/>
                </a:lnTo>
                <a:lnTo>
                  <a:pt x="10790" y="127985"/>
                </a:lnTo>
                <a:lnTo>
                  <a:pt x="10790" y="128873"/>
                </a:lnTo>
                <a:lnTo>
                  <a:pt x="10790" y="129938"/>
                </a:lnTo>
                <a:lnTo>
                  <a:pt x="10790" y="131003"/>
                </a:lnTo>
                <a:lnTo>
                  <a:pt x="10790" y="131890"/>
                </a:lnTo>
                <a:lnTo>
                  <a:pt x="10790" y="132955"/>
                </a:lnTo>
                <a:lnTo>
                  <a:pt x="10790" y="134198"/>
                </a:lnTo>
                <a:lnTo>
                  <a:pt x="10790" y="135263"/>
                </a:lnTo>
                <a:lnTo>
                  <a:pt x="11108" y="136151"/>
                </a:lnTo>
                <a:lnTo>
                  <a:pt x="11108" y="137216"/>
                </a:lnTo>
                <a:lnTo>
                  <a:pt x="11108" y="138281"/>
                </a:lnTo>
                <a:lnTo>
                  <a:pt x="11108" y="139346"/>
                </a:lnTo>
                <a:lnTo>
                  <a:pt x="11108" y="140411"/>
                </a:lnTo>
                <a:lnTo>
                  <a:pt x="11584" y="141298"/>
                </a:lnTo>
                <a:lnTo>
                  <a:pt x="11584" y="142364"/>
                </a:lnTo>
                <a:lnTo>
                  <a:pt x="11584" y="143695"/>
                </a:lnTo>
                <a:lnTo>
                  <a:pt x="11584" y="144760"/>
                </a:lnTo>
                <a:lnTo>
                  <a:pt x="11584" y="145825"/>
                </a:lnTo>
                <a:lnTo>
                  <a:pt x="11901" y="146890"/>
                </a:lnTo>
                <a:lnTo>
                  <a:pt x="11901" y="147955"/>
                </a:lnTo>
                <a:lnTo>
                  <a:pt x="11901" y="149020"/>
                </a:lnTo>
                <a:lnTo>
                  <a:pt x="11901" y="150085"/>
                </a:lnTo>
                <a:lnTo>
                  <a:pt x="12377" y="151150"/>
                </a:lnTo>
                <a:lnTo>
                  <a:pt x="12377" y="152215"/>
                </a:lnTo>
                <a:lnTo>
                  <a:pt x="12377" y="153280"/>
                </a:lnTo>
                <a:lnTo>
                  <a:pt x="12377" y="154346"/>
                </a:lnTo>
                <a:lnTo>
                  <a:pt x="12377" y="155411"/>
                </a:lnTo>
                <a:lnTo>
                  <a:pt x="12694" y="156742"/>
                </a:lnTo>
                <a:lnTo>
                  <a:pt x="12694" y="157807"/>
                </a:lnTo>
                <a:lnTo>
                  <a:pt x="12694" y="158872"/>
                </a:lnTo>
                <a:lnTo>
                  <a:pt x="12694" y="159937"/>
                </a:lnTo>
                <a:lnTo>
                  <a:pt x="12694" y="161002"/>
                </a:lnTo>
                <a:lnTo>
                  <a:pt x="12694" y="162067"/>
                </a:lnTo>
                <a:lnTo>
                  <a:pt x="12694" y="163132"/>
                </a:lnTo>
                <a:lnTo>
                  <a:pt x="12694" y="164464"/>
                </a:lnTo>
                <a:lnTo>
                  <a:pt x="12694" y="165529"/>
                </a:lnTo>
                <a:lnTo>
                  <a:pt x="12694" y="166594"/>
                </a:lnTo>
                <a:lnTo>
                  <a:pt x="13012" y="167659"/>
                </a:lnTo>
                <a:lnTo>
                  <a:pt x="13012" y="168724"/>
                </a:lnTo>
                <a:lnTo>
                  <a:pt x="13012" y="170055"/>
                </a:lnTo>
                <a:lnTo>
                  <a:pt x="13012" y="171120"/>
                </a:lnTo>
                <a:lnTo>
                  <a:pt x="13488" y="172185"/>
                </a:lnTo>
              </a:path>
            </a:pathLst>
          </a:custGeom>
          <a:ln w="194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6769999" y="1773729"/>
            <a:ext cx="13329" cy="273544"/>
          </a:xfrm>
          <a:custGeom>
            <a:avLst/>
            <a:gdLst/>
            <a:ahLst/>
            <a:cxnLst/>
            <a:rect l="l" t="t" r="r" b="b"/>
            <a:pathLst>
              <a:path w="13329" h="273544">
                <a:moveTo>
                  <a:pt x="0" y="0"/>
                </a:moveTo>
                <a:lnTo>
                  <a:pt x="0" y="1065"/>
                </a:lnTo>
                <a:lnTo>
                  <a:pt x="0" y="2307"/>
                </a:lnTo>
                <a:lnTo>
                  <a:pt x="0" y="3372"/>
                </a:lnTo>
                <a:lnTo>
                  <a:pt x="0" y="4526"/>
                </a:lnTo>
                <a:lnTo>
                  <a:pt x="317" y="5769"/>
                </a:lnTo>
                <a:lnTo>
                  <a:pt x="317" y="6834"/>
                </a:lnTo>
                <a:lnTo>
                  <a:pt x="317" y="8165"/>
                </a:lnTo>
                <a:lnTo>
                  <a:pt x="317" y="9230"/>
                </a:lnTo>
                <a:lnTo>
                  <a:pt x="317" y="10473"/>
                </a:lnTo>
                <a:lnTo>
                  <a:pt x="793" y="11538"/>
                </a:lnTo>
                <a:lnTo>
                  <a:pt x="793" y="12869"/>
                </a:lnTo>
                <a:lnTo>
                  <a:pt x="793" y="13934"/>
                </a:lnTo>
                <a:lnTo>
                  <a:pt x="793" y="15177"/>
                </a:lnTo>
                <a:lnTo>
                  <a:pt x="793" y="16242"/>
                </a:lnTo>
                <a:lnTo>
                  <a:pt x="1110" y="17573"/>
                </a:lnTo>
                <a:lnTo>
                  <a:pt x="1110" y="18638"/>
                </a:lnTo>
                <a:lnTo>
                  <a:pt x="1110" y="19881"/>
                </a:lnTo>
                <a:lnTo>
                  <a:pt x="1110" y="21035"/>
                </a:lnTo>
                <a:lnTo>
                  <a:pt x="1428" y="22277"/>
                </a:lnTo>
                <a:lnTo>
                  <a:pt x="1428" y="23342"/>
                </a:lnTo>
                <a:lnTo>
                  <a:pt x="1428" y="24674"/>
                </a:lnTo>
                <a:lnTo>
                  <a:pt x="1428" y="25739"/>
                </a:lnTo>
                <a:lnTo>
                  <a:pt x="1428" y="26981"/>
                </a:lnTo>
                <a:lnTo>
                  <a:pt x="1428" y="28046"/>
                </a:lnTo>
                <a:lnTo>
                  <a:pt x="1428" y="29378"/>
                </a:lnTo>
                <a:lnTo>
                  <a:pt x="1428" y="30443"/>
                </a:lnTo>
                <a:lnTo>
                  <a:pt x="1428" y="31685"/>
                </a:lnTo>
                <a:lnTo>
                  <a:pt x="1428" y="32750"/>
                </a:lnTo>
                <a:lnTo>
                  <a:pt x="1904" y="34082"/>
                </a:lnTo>
                <a:lnTo>
                  <a:pt x="1904" y="35147"/>
                </a:lnTo>
                <a:lnTo>
                  <a:pt x="1904" y="36478"/>
                </a:lnTo>
                <a:lnTo>
                  <a:pt x="1904" y="37721"/>
                </a:lnTo>
                <a:lnTo>
                  <a:pt x="1904" y="38786"/>
                </a:lnTo>
                <a:lnTo>
                  <a:pt x="2221" y="40117"/>
                </a:lnTo>
                <a:lnTo>
                  <a:pt x="2221" y="41360"/>
                </a:lnTo>
                <a:lnTo>
                  <a:pt x="2221" y="42691"/>
                </a:lnTo>
                <a:lnTo>
                  <a:pt x="2221" y="43756"/>
                </a:lnTo>
                <a:lnTo>
                  <a:pt x="2697" y="44999"/>
                </a:lnTo>
                <a:lnTo>
                  <a:pt x="2697" y="46330"/>
                </a:lnTo>
                <a:lnTo>
                  <a:pt x="2697" y="47573"/>
                </a:lnTo>
                <a:lnTo>
                  <a:pt x="2697" y="48904"/>
                </a:lnTo>
                <a:lnTo>
                  <a:pt x="2697" y="49969"/>
                </a:lnTo>
                <a:lnTo>
                  <a:pt x="3015" y="51211"/>
                </a:lnTo>
                <a:lnTo>
                  <a:pt x="3015" y="52543"/>
                </a:lnTo>
                <a:lnTo>
                  <a:pt x="3015" y="53785"/>
                </a:lnTo>
                <a:lnTo>
                  <a:pt x="3015" y="55117"/>
                </a:lnTo>
                <a:lnTo>
                  <a:pt x="3015" y="56359"/>
                </a:lnTo>
                <a:lnTo>
                  <a:pt x="3491" y="57691"/>
                </a:lnTo>
                <a:lnTo>
                  <a:pt x="3491" y="58756"/>
                </a:lnTo>
                <a:lnTo>
                  <a:pt x="3491" y="59998"/>
                </a:lnTo>
                <a:lnTo>
                  <a:pt x="3491" y="61330"/>
                </a:lnTo>
                <a:lnTo>
                  <a:pt x="3491" y="62395"/>
                </a:lnTo>
                <a:lnTo>
                  <a:pt x="3491" y="63637"/>
                </a:lnTo>
                <a:lnTo>
                  <a:pt x="3491" y="64969"/>
                </a:lnTo>
                <a:lnTo>
                  <a:pt x="3491" y="66211"/>
                </a:lnTo>
                <a:lnTo>
                  <a:pt x="3491" y="67720"/>
                </a:lnTo>
                <a:lnTo>
                  <a:pt x="3808" y="69051"/>
                </a:lnTo>
                <a:lnTo>
                  <a:pt x="3808" y="70294"/>
                </a:lnTo>
                <a:lnTo>
                  <a:pt x="3808" y="71625"/>
                </a:lnTo>
                <a:lnTo>
                  <a:pt x="3808" y="72868"/>
                </a:lnTo>
                <a:lnTo>
                  <a:pt x="3808" y="74199"/>
                </a:lnTo>
                <a:lnTo>
                  <a:pt x="4125" y="75442"/>
                </a:lnTo>
                <a:lnTo>
                  <a:pt x="4125" y="76507"/>
                </a:lnTo>
                <a:lnTo>
                  <a:pt x="4125" y="77838"/>
                </a:lnTo>
                <a:lnTo>
                  <a:pt x="4125" y="79081"/>
                </a:lnTo>
                <a:lnTo>
                  <a:pt x="4125" y="80412"/>
                </a:lnTo>
                <a:lnTo>
                  <a:pt x="4601" y="81921"/>
                </a:lnTo>
                <a:lnTo>
                  <a:pt x="4601" y="83164"/>
                </a:lnTo>
                <a:lnTo>
                  <a:pt x="4601" y="84495"/>
                </a:lnTo>
                <a:lnTo>
                  <a:pt x="4601" y="85737"/>
                </a:lnTo>
                <a:lnTo>
                  <a:pt x="4601" y="87069"/>
                </a:lnTo>
                <a:lnTo>
                  <a:pt x="4919" y="88311"/>
                </a:lnTo>
                <a:lnTo>
                  <a:pt x="4919" y="89643"/>
                </a:lnTo>
                <a:lnTo>
                  <a:pt x="4919" y="90885"/>
                </a:lnTo>
                <a:lnTo>
                  <a:pt x="4919" y="92394"/>
                </a:lnTo>
                <a:lnTo>
                  <a:pt x="5395" y="93725"/>
                </a:lnTo>
                <a:lnTo>
                  <a:pt x="5395" y="94968"/>
                </a:lnTo>
                <a:lnTo>
                  <a:pt x="5395" y="96299"/>
                </a:lnTo>
                <a:lnTo>
                  <a:pt x="5395" y="97719"/>
                </a:lnTo>
                <a:lnTo>
                  <a:pt x="5395" y="99051"/>
                </a:lnTo>
                <a:lnTo>
                  <a:pt x="5712" y="100116"/>
                </a:lnTo>
                <a:lnTo>
                  <a:pt x="5712" y="101625"/>
                </a:lnTo>
                <a:lnTo>
                  <a:pt x="5712" y="102867"/>
                </a:lnTo>
                <a:lnTo>
                  <a:pt x="5712" y="104376"/>
                </a:lnTo>
                <a:lnTo>
                  <a:pt x="5712" y="105707"/>
                </a:lnTo>
                <a:lnTo>
                  <a:pt x="5712" y="106950"/>
                </a:lnTo>
                <a:lnTo>
                  <a:pt x="5712" y="108459"/>
                </a:lnTo>
                <a:lnTo>
                  <a:pt x="5712" y="109524"/>
                </a:lnTo>
                <a:lnTo>
                  <a:pt x="5712" y="111033"/>
                </a:lnTo>
                <a:lnTo>
                  <a:pt x="5712" y="112364"/>
                </a:lnTo>
                <a:lnTo>
                  <a:pt x="6030" y="113873"/>
                </a:lnTo>
                <a:lnTo>
                  <a:pt x="6030" y="115116"/>
                </a:lnTo>
                <a:lnTo>
                  <a:pt x="6030" y="116624"/>
                </a:lnTo>
                <a:lnTo>
                  <a:pt x="6030" y="117956"/>
                </a:lnTo>
                <a:lnTo>
                  <a:pt x="6506" y="119198"/>
                </a:lnTo>
                <a:lnTo>
                  <a:pt x="6506" y="120530"/>
                </a:lnTo>
                <a:lnTo>
                  <a:pt x="6506" y="121950"/>
                </a:lnTo>
                <a:lnTo>
                  <a:pt x="6506" y="123459"/>
                </a:lnTo>
                <a:lnTo>
                  <a:pt x="6506" y="124790"/>
                </a:lnTo>
                <a:lnTo>
                  <a:pt x="6823" y="126032"/>
                </a:lnTo>
                <a:lnTo>
                  <a:pt x="6823" y="127364"/>
                </a:lnTo>
                <a:lnTo>
                  <a:pt x="6823" y="128873"/>
                </a:lnTo>
                <a:lnTo>
                  <a:pt x="6823" y="130382"/>
                </a:lnTo>
                <a:lnTo>
                  <a:pt x="6823" y="131624"/>
                </a:lnTo>
                <a:lnTo>
                  <a:pt x="7299" y="133133"/>
                </a:lnTo>
                <a:lnTo>
                  <a:pt x="7299" y="134464"/>
                </a:lnTo>
                <a:lnTo>
                  <a:pt x="7299" y="135707"/>
                </a:lnTo>
                <a:lnTo>
                  <a:pt x="7299" y="137216"/>
                </a:lnTo>
                <a:lnTo>
                  <a:pt x="7299" y="138725"/>
                </a:lnTo>
                <a:lnTo>
                  <a:pt x="7616" y="139967"/>
                </a:lnTo>
                <a:lnTo>
                  <a:pt x="7616" y="141476"/>
                </a:lnTo>
                <a:lnTo>
                  <a:pt x="7616" y="142807"/>
                </a:lnTo>
                <a:lnTo>
                  <a:pt x="7616" y="144316"/>
                </a:lnTo>
                <a:lnTo>
                  <a:pt x="7616" y="145559"/>
                </a:lnTo>
                <a:lnTo>
                  <a:pt x="7616" y="147068"/>
                </a:lnTo>
                <a:lnTo>
                  <a:pt x="7616" y="148576"/>
                </a:lnTo>
                <a:lnTo>
                  <a:pt x="7616" y="149908"/>
                </a:lnTo>
                <a:lnTo>
                  <a:pt x="7616" y="151328"/>
                </a:lnTo>
                <a:lnTo>
                  <a:pt x="8093" y="152837"/>
                </a:lnTo>
                <a:lnTo>
                  <a:pt x="8093" y="154168"/>
                </a:lnTo>
                <a:lnTo>
                  <a:pt x="8093" y="155677"/>
                </a:lnTo>
                <a:lnTo>
                  <a:pt x="8093" y="156919"/>
                </a:lnTo>
                <a:lnTo>
                  <a:pt x="8093" y="158428"/>
                </a:lnTo>
                <a:lnTo>
                  <a:pt x="8410" y="159937"/>
                </a:lnTo>
                <a:lnTo>
                  <a:pt x="8410" y="161446"/>
                </a:lnTo>
                <a:lnTo>
                  <a:pt x="8410" y="162689"/>
                </a:lnTo>
                <a:lnTo>
                  <a:pt x="8410" y="164197"/>
                </a:lnTo>
                <a:lnTo>
                  <a:pt x="8410" y="165706"/>
                </a:lnTo>
                <a:lnTo>
                  <a:pt x="8727" y="167215"/>
                </a:lnTo>
                <a:lnTo>
                  <a:pt x="8727" y="168724"/>
                </a:lnTo>
                <a:lnTo>
                  <a:pt x="8727" y="170055"/>
                </a:lnTo>
                <a:lnTo>
                  <a:pt x="8727" y="171564"/>
                </a:lnTo>
                <a:lnTo>
                  <a:pt x="9203" y="172984"/>
                </a:lnTo>
                <a:lnTo>
                  <a:pt x="9203" y="174493"/>
                </a:lnTo>
                <a:lnTo>
                  <a:pt x="9203" y="175824"/>
                </a:lnTo>
                <a:lnTo>
                  <a:pt x="9203" y="177333"/>
                </a:lnTo>
                <a:lnTo>
                  <a:pt x="9203" y="178842"/>
                </a:lnTo>
                <a:lnTo>
                  <a:pt x="9521" y="180351"/>
                </a:lnTo>
                <a:lnTo>
                  <a:pt x="9521" y="181594"/>
                </a:lnTo>
                <a:lnTo>
                  <a:pt x="9521" y="183102"/>
                </a:lnTo>
                <a:lnTo>
                  <a:pt x="9521" y="184611"/>
                </a:lnTo>
                <a:lnTo>
                  <a:pt x="9521" y="186120"/>
                </a:lnTo>
                <a:lnTo>
                  <a:pt x="9997" y="187629"/>
                </a:lnTo>
                <a:lnTo>
                  <a:pt x="9997" y="188871"/>
                </a:lnTo>
                <a:lnTo>
                  <a:pt x="9997" y="190647"/>
                </a:lnTo>
                <a:lnTo>
                  <a:pt x="9997" y="192067"/>
                </a:lnTo>
                <a:lnTo>
                  <a:pt x="9997" y="193398"/>
                </a:lnTo>
                <a:lnTo>
                  <a:pt x="9997" y="194907"/>
                </a:lnTo>
                <a:lnTo>
                  <a:pt x="9997" y="196416"/>
                </a:lnTo>
                <a:lnTo>
                  <a:pt x="9997" y="198102"/>
                </a:lnTo>
                <a:lnTo>
                  <a:pt x="9997" y="199433"/>
                </a:lnTo>
                <a:lnTo>
                  <a:pt x="10314" y="200942"/>
                </a:lnTo>
                <a:lnTo>
                  <a:pt x="10314" y="202362"/>
                </a:lnTo>
                <a:lnTo>
                  <a:pt x="10314" y="204137"/>
                </a:lnTo>
                <a:lnTo>
                  <a:pt x="10314" y="205380"/>
                </a:lnTo>
                <a:lnTo>
                  <a:pt x="10314" y="206889"/>
                </a:lnTo>
                <a:lnTo>
                  <a:pt x="10631" y="208398"/>
                </a:lnTo>
                <a:lnTo>
                  <a:pt x="10631" y="209907"/>
                </a:lnTo>
                <a:lnTo>
                  <a:pt x="10631" y="211415"/>
                </a:lnTo>
                <a:lnTo>
                  <a:pt x="10631" y="212924"/>
                </a:lnTo>
                <a:lnTo>
                  <a:pt x="10631" y="214611"/>
                </a:lnTo>
                <a:lnTo>
                  <a:pt x="11108" y="215942"/>
                </a:lnTo>
                <a:lnTo>
                  <a:pt x="11108" y="217451"/>
                </a:lnTo>
                <a:lnTo>
                  <a:pt x="11108" y="219137"/>
                </a:lnTo>
                <a:lnTo>
                  <a:pt x="11108" y="220646"/>
                </a:lnTo>
                <a:lnTo>
                  <a:pt x="11108" y="222155"/>
                </a:lnTo>
                <a:lnTo>
                  <a:pt x="11425" y="223664"/>
                </a:lnTo>
                <a:lnTo>
                  <a:pt x="11425" y="225173"/>
                </a:lnTo>
                <a:lnTo>
                  <a:pt x="11425" y="226593"/>
                </a:lnTo>
                <a:lnTo>
                  <a:pt x="11425" y="228101"/>
                </a:lnTo>
                <a:lnTo>
                  <a:pt x="11901" y="229877"/>
                </a:lnTo>
                <a:lnTo>
                  <a:pt x="11901" y="231119"/>
                </a:lnTo>
                <a:lnTo>
                  <a:pt x="11901" y="232806"/>
                </a:lnTo>
                <a:lnTo>
                  <a:pt x="11901" y="234314"/>
                </a:lnTo>
                <a:lnTo>
                  <a:pt x="11901" y="235823"/>
                </a:lnTo>
                <a:lnTo>
                  <a:pt x="11901" y="237332"/>
                </a:lnTo>
                <a:lnTo>
                  <a:pt x="11901" y="239107"/>
                </a:lnTo>
                <a:lnTo>
                  <a:pt x="11901" y="240527"/>
                </a:lnTo>
                <a:lnTo>
                  <a:pt x="11901" y="242036"/>
                </a:lnTo>
                <a:lnTo>
                  <a:pt x="11901" y="243545"/>
                </a:lnTo>
                <a:lnTo>
                  <a:pt x="12218" y="245320"/>
                </a:lnTo>
                <a:lnTo>
                  <a:pt x="12218" y="246829"/>
                </a:lnTo>
                <a:lnTo>
                  <a:pt x="12218" y="248249"/>
                </a:lnTo>
                <a:lnTo>
                  <a:pt x="12218" y="250024"/>
                </a:lnTo>
                <a:lnTo>
                  <a:pt x="12218" y="251267"/>
                </a:lnTo>
                <a:lnTo>
                  <a:pt x="12536" y="253042"/>
                </a:lnTo>
                <a:lnTo>
                  <a:pt x="12536" y="254728"/>
                </a:lnTo>
                <a:lnTo>
                  <a:pt x="12536" y="255971"/>
                </a:lnTo>
                <a:lnTo>
                  <a:pt x="12536" y="257746"/>
                </a:lnTo>
                <a:lnTo>
                  <a:pt x="13012" y="259432"/>
                </a:lnTo>
                <a:lnTo>
                  <a:pt x="13012" y="260764"/>
                </a:lnTo>
                <a:lnTo>
                  <a:pt x="13012" y="262450"/>
                </a:lnTo>
                <a:lnTo>
                  <a:pt x="13012" y="264136"/>
                </a:lnTo>
                <a:lnTo>
                  <a:pt x="13012" y="265645"/>
                </a:lnTo>
                <a:lnTo>
                  <a:pt x="13329" y="267154"/>
                </a:lnTo>
                <a:lnTo>
                  <a:pt x="13329" y="268840"/>
                </a:lnTo>
                <a:lnTo>
                  <a:pt x="13329" y="270349"/>
                </a:lnTo>
                <a:lnTo>
                  <a:pt x="13329" y="272124"/>
                </a:lnTo>
                <a:lnTo>
                  <a:pt x="13329" y="273544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6783328" y="2047274"/>
            <a:ext cx="13488" cy="351472"/>
          </a:xfrm>
          <a:custGeom>
            <a:avLst/>
            <a:gdLst/>
            <a:ahLst/>
            <a:cxnLst/>
            <a:rect l="l" t="t" r="r" b="b"/>
            <a:pathLst>
              <a:path w="13488" h="351472">
                <a:moveTo>
                  <a:pt x="0" y="0"/>
                </a:moveTo>
                <a:lnTo>
                  <a:pt x="476" y="1508"/>
                </a:lnTo>
                <a:lnTo>
                  <a:pt x="476" y="3283"/>
                </a:lnTo>
                <a:lnTo>
                  <a:pt x="476" y="4970"/>
                </a:lnTo>
                <a:lnTo>
                  <a:pt x="476" y="6479"/>
                </a:lnTo>
                <a:lnTo>
                  <a:pt x="476" y="7988"/>
                </a:lnTo>
                <a:lnTo>
                  <a:pt x="793" y="9674"/>
                </a:lnTo>
                <a:lnTo>
                  <a:pt x="793" y="11183"/>
                </a:lnTo>
                <a:lnTo>
                  <a:pt x="793" y="12869"/>
                </a:lnTo>
                <a:lnTo>
                  <a:pt x="793" y="14378"/>
                </a:lnTo>
                <a:lnTo>
                  <a:pt x="793" y="16153"/>
                </a:lnTo>
                <a:lnTo>
                  <a:pt x="793" y="17839"/>
                </a:lnTo>
                <a:lnTo>
                  <a:pt x="793" y="19171"/>
                </a:lnTo>
                <a:lnTo>
                  <a:pt x="793" y="20857"/>
                </a:lnTo>
                <a:lnTo>
                  <a:pt x="793" y="22543"/>
                </a:lnTo>
                <a:lnTo>
                  <a:pt x="1269" y="24052"/>
                </a:lnTo>
                <a:lnTo>
                  <a:pt x="1269" y="25739"/>
                </a:lnTo>
                <a:lnTo>
                  <a:pt x="1269" y="27247"/>
                </a:lnTo>
                <a:lnTo>
                  <a:pt x="1269" y="29023"/>
                </a:lnTo>
                <a:lnTo>
                  <a:pt x="1269" y="30709"/>
                </a:lnTo>
                <a:lnTo>
                  <a:pt x="1586" y="32218"/>
                </a:lnTo>
                <a:lnTo>
                  <a:pt x="1586" y="33904"/>
                </a:lnTo>
                <a:lnTo>
                  <a:pt x="1586" y="35679"/>
                </a:lnTo>
                <a:lnTo>
                  <a:pt x="1586" y="37099"/>
                </a:lnTo>
                <a:lnTo>
                  <a:pt x="1586" y="38874"/>
                </a:lnTo>
                <a:lnTo>
                  <a:pt x="1904" y="40383"/>
                </a:lnTo>
                <a:lnTo>
                  <a:pt x="1904" y="42070"/>
                </a:lnTo>
                <a:lnTo>
                  <a:pt x="1904" y="43756"/>
                </a:lnTo>
                <a:lnTo>
                  <a:pt x="1904" y="45265"/>
                </a:lnTo>
                <a:lnTo>
                  <a:pt x="2380" y="47040"/>
                </a:lnTo>
                <a:lnTo>
                  <a:pt x="2380" y="48726"/>
                </a:lnTo>
                <a:lnTo>
                  <a:pt x="2380" y="50413"/>
                </a:lnTo>
                <a:lnTo>
                  <a:pt x="2380" y="52188"/>
                </a:lnTo>
                <a:lnTo>
                  <a:pt x="2380" y="53608"/>
                </a:lnTo>
                <a:lnTo>
                  <a:pt x="2697" y="55383"/>
                </a:lnTo>
                <a:lnTo>
                  <a:pt x="2697" y="56892"/>
                </a:lnTo>
                <a:lnTo>
                  <a:pt x="2697" y="58578"/>
                </a:lnTo>
                <a:lnTo>
                  <a:pt x="2697" y="60265"/>
                </a:lnTo>
                <a:lnTo>
                  <a:pt x="2697" y="62040"/>
                </a:lnTo>
                <a:lnTo>
                  <a:pt x="2697" y="63726"/>
                </a:lnTo>
                <a:lnTo>
                  <a:pt x="2697" y="65235"/>
                </a:lnTo>
                <a:lnTo>
                  <a:pt x="2697" y="66921"/>
                </a:lnTo>
                <a:lnTo>
                  <a:pt x="2697" y="68696"/>
                </a:lnTo>
                <a:lnTo>
                  <a:pt x="2697" y="70383"/>
                </a:lnTo>
                <a:lnTo>
                  <a:pt x="3173" y="72069"/>
                </a:lnTo>
                <a:lnTo>
                  <a:pt x="3173" y="73578"/>
                </a:lnTo>
                <a:lnTo>
                  <a:pt x="3173" y="75264"/>
                </a:lnTo>
                <a:lnTo>
                  <a:pt x="3173" y="77039"/>
                </a:lnTo>
                <a:lnTo>
                  <a:pt x="3491" y="78726"/>
                </a:lnTo>
                <a:lnTo>
                  <a:pt x="3491" y="80412"/>
                </a:lnTo>
                <a:lnTo>
                  <a:pt x="3491" y="82187"/>
                </a:lnTo>
                <a:lnTo>
                  <a:pt x="3491" y="83874"/>
                </a:lnTo>
                <a:lnTo>
                  <a:pt x="3491" y="85382"/>
                </a:lnTo>
                <a:lnTo>
                  <a:pt x="3808" y="87069"/>
                </a:lnTo>
                <a:lnTo>
                  <a:pt x="3808" y="88844"/>
                </a:lnTo>
                <a:lnTo>
                  <a:pt x="3808" y="90530"/>
                </a:lnTo>
                <a:lnTo>
                  <a:pt x="3808" y="92217"/>
                </a:lnTo>
                <a:lnTo>
                  <a:pt x="3808" y="93992"/>
                </a:lnTo>
                <a:lnTo>
                  <a:pt x="4284" y="95678"/>
                </a:lnTo>
                <a:lnTo>
                  <a:pt x="4284" y="97364"/>
                </a:lnTo>
                <a:lnTo>
                  <a:pt x="4284" y="99140"/>
                </a:lnTo>
                <a:lnTo>
                  <a:pt x="4284" y="100648"/>
                </a:lnTo>
                <a:lnTo>
                  <a:pt x="4284" y="102512"/>
                </a:lnTo>
                <a:lnTo>
                  <a:pt x="4601" y="104021"/>
                </a:lnTo>
                <a:lnTo>
                  <a:pt x="4601" y="105974"/>
                </a:lnTo>
                <a:lnTo>
                  <a:pt x="4601" y="107660"/>
                </a:lnTo>
                <a:lnTo>
                  <a:pt x="4601" y="109435"/>
                </a:lnTo>
                <a:lnTo>
                  <a:pt x="4601" y="111122"/>
                </a:lnTo>
                <a:lnTo>
                  <a:pt x="4601" y="112808"/>
                </a:lnTo>
                <a:lnTo>
                  <a:pt x="4601" y="114583"/>
                </a:lnTo>
                <a:lnTo>
                  <a:pt x="4601" y="116269"/>
                </a:lnTo>
                <a:lnTo>
                  <a:pt x="4601" y="117956"/>
                </a:lnTo>
                <a:lnTo>
                  <a:pt x="5077" y="119731"/>
                </a:lnTo>
                <a:lnTo>
                  <a:pt x="5077" y="121417"/>
                </a:lnTo>
                <a:lnTo>
                  <a:pt x="5077" y="123104"/>
                </a:lnTo>
                <a:lnTo>
                  <a:pt x="5077" y="124879"/>
                </a:lnTo>
                <a:lnTo>
                  <a:pt x="5077" y="126565"/>
                </a:lnTo>
                <a:lnTo>
                  <a:pt x="5395" y="128251"/>
                </a:lnTo>
                <a:lnTo>
                  <a:pt x="5395" y="130026"/>
                </a:lnTo>
                <a:lnTo>
                  <a:pt x="5395" y="131713"/>
                </a:lnTo>
                <a:lnTo>
                  <a:pt x="5395" y="133665"/>
                </a:lnTo>
                <a:lnTo>
                  <a:pt x="5395" y="135352"/>
                </a:lnTo>
                <a:lnTo>
                  <a:pt x="5871" y="137038"/>
                </a:lnTo>
                <a:lnTo>
                  <a:pt x="5871" y="138813"/>
                </a:lnTo>
                <a:lnTo>
                  <a:pt x="5871" y="140500"/>
                </a:lnTo>
                <a:lnTo>
                  <a:pt x="5871" y="142186"/>
                </a:lnTo>
                <a:lnTo>
                  <a:pt x="6188" y="144139"/>
                </a:lnTo>
                <a:lnTo>
                  <a:pt x="6188" y="145647"/>
                </a:lnTo>
                <a:lnTo>
                  <a:pt x="6188" y="147600"/>
                </a:lnTo>
                <a:lnTo>
                  <a:pt x="6188" y="149286"/>
                </a:lnTo>
                <a:lnTo>
                  <a:pt x="6188" y="150973"/>
                </a:lnTo>
                <a:lnTo>
                  <a:pt x="6506" y="152748"/>
                </a:lnTo>
                <a:lnTo>
                  <a:pt x="6506" y="154612"/>
                </a:lnTo>
                <a:lnTo>
                  <a:pt x="6506" y="156121"/>
                </a:lnTo>
                <a:lnTo>
                  <a:pt x="6506" y="158073"/>
                </a:lnTo>
                <a:lnTo>
                  <a:pt x="6506" y="159760"/>
                </a:lnTo>
                <a:lnTo>
                  <a:pt x="6982" y="161712"/>
                </a:lnTo>
                <a:lnTo>
                  <a:pt x="6982" y="163221"/>
                </a:lnTo>
                <a:lnTo>
                  <a:pt x="6982" y="165174"/>
                </a:lnTo>
                <a:lnTo>
                  <a:pt x="6982" y="166860"/>
                </a:lnTo>
                <a:lnTo>
                  <a:pt x="6982" y="168813"/>
                </a:lnTo>
                <a:lnTo>
                  <a:pt x="6982" y="170322"/>
                </a:lnTo>
                <a:lnTo>
                  <a:pt x="6982" y="172185"/>
                </a:lnTo>
                <a:lnTo>
                  <a:pt x="6982" y="173961"/>
                </a:lnTo>
                <a:lnTo>
                  <a:pt x="6982" y="175913"/>
                </a:lnTo>
                <a:lnTo>
                  <a:pt x="6982" y="177600"/>
                </a:lnTo>
                <a:lnTo>
                  <a:pt x="7299" y="179286"/>
                </a:lnTo>
                <a:lnTo>
                  <a:pt x="7299" y="181061"/>
                </a:lnTo>
                <a:lnTo>
                  <a:pt x="7299" y="182925"/>
                </a:lnTo>
                <a:lnTo>
                  <a:pt x="7299" y="184700"/>
                </a:lnTo>
                <a:lnTo>
                  <a:pt x="7775" y="186564"/>
                </a:lnTo>
                <a:lnTo>
                  <a:pt x="7775" y="188339"/>
                </a:lnTo>
                <a:lnTo>
                  <a:pt x="7775" y="190025"/>
                </a:lnTo>
                <a:lnTo>
                  <a:pt x="7775" y="191712"/>
                </a:lnTo>
                <a:lnTo>
                  <a:pt x="7775" y="193664"/>
                </a:lnTo>
                <a:lnTo>
                  <a:pt x="8093" y="195351"/>
                </a:lnTo>
                <a:lnTo>
                  <a:pt x="8093" y="197303"/>
                </a:lnTo>
                <a:lnTo>
                  <a:pt x="8093" y="198990"/>
                </a:lnTo>
                <a:lnTo>
                  <a:pt x="8093" y="200942"/>
                </a:lnTo>
                <a:lnTo>
                  <a:pt x="8093" y="202717"/>
                </a:lnTo>
                <a:lnTo>
                  <a:pt x="8410" y="204404"/>
                </a:lnTo>
                <a:lnTo>
                  <a:pt x="8410" y="206356"/>
                </a:lnTo>
                <a:lnTo>
                  <a:pt x="8410" y="208043"/>
                </a:lnTo>
                <a:lnTo>
                  <a:pt x="8410" y="209995"/>
                </a:lnTo>
                <a:lnTo>
                  <a:pt x="8410" y="211682"/>
                </a:lnTo>
                <a:lnTo>
                  <a:pt x="8886" y="213634"/>
                </a:lnTo>
                <a:lnTo>
                  <a:pt x="8886" y="215321"/>
                </a:lnTo>
                <a:lnTo>
                  <a:pt x="8886" y="217273"/>
                </a:lnTo>
                <a:lnTo>
                  <a:pt x="8886" y="218960"/>
                </a:lnTo>
                <a:lnTo>
                  <a:pt x="8886" y="220912"/>
                </a:lnTo>
                <a:lnTo>
                  <a:pt x="8886" y="222599"/>
                </a:lnTo>
                <a:lnTo>
                  <a:pt x="8886" y="224551"/>
                </a:lnTo>
                <a:lnTo>
                  <a:pt x="8886" y="226238"/>
                </a:lnTo>
                <a:lnTo>
                  <a:pt x="8886" y="228190"/>
                </a:lnTo>
                <a:lnTo>
                  <a:pt x="9203" y="229877"/>
                </a:lnTo>
                <a:lnTo>
                  <a:pt x="9203" y="231652"/>
                </a:lnTo>
                <a:lnTo>
                  <a:pt x="9203" y="233516"/>
                </a:lnTo>
                <a:lnTo>
                  <a:pt x="9203" y="235291"/>
                </a:lnTo>
                <a:lnTo>
                  <a:pt x="9203" y="237155"/>
                </a:lnTo>
                <a:lnTo>
                  <a:pt x="9679" y="238930"/>
                </a:lnTo>
                <a:lnTo>
                  <a:pt x="9679" y="240882"/>
                </a:lnTo>
                <a:lnTo>
                  <a:pt x="9679" y="242569"/>
                </a:lnTo>
                <a:lnTo>
                  <a:pt x="9679" y="244699"/>
                </a:lnTo>
                <a:lnTo>
                  <a:pt x="9679" y="246385"/>
                </a:lnTo>
                <a:lnTo>
                  <a:pt x="9997" y="248160"/>
                </a:lnTo>
                <a:lnTo>
                  <a:pt x="9997" y="250024"/>
                </a:lnTo>
                <a:lnTo>
                  <a:pt x="9997" y="251799"/>
                </a:lnTo>
                <a:lnTo>
                  <a:pt x="9997" y="253663"/>
                </a:lnTo>
                <a:lnTo>
                  <a:pt x="10473" y="255438"/>
                </a:lnTo>
                <a:lnTo>
                  <a:pt x="10473" y="257568"/>
                </a:lnTo>
                <a:lnTo>
                  <a:pt x="10473" y="259255"/>
                </a:lnTo>
                <a:lnTo>
                  <a:pt x="10473" y="261207"/>
                </a:lnTo>
                <a:lnTo>
                  <a:pt x="10473" y="262894"/>
                </a:lnTo>
                <a:lnTo>
                  <a:pt x="10790" y="264669"/>
                </a:lnTo>
                <a:lnTo>
                  <a:pt x="10790" y="266799"/>
                </a:lnTo>
                <a:lnTo>
                  <a:pt x="10790" y="268485"/>
                </a:lnTo>
                <a:lnTo>
                  <a:pt x="10790" y="270438"/>
                </a:lnTo>
                <a:lnTo>
                  <a:pt x="10790" y="272124"/>
                </a:lnTo>
                <a:lnTo>
                  <a:pt x="11108" y="274077"/>
                </a:lnTo>
                <a:lnTo>
                  <a:pt x="11108" y="276029"/>
                </a:lnTo>
                <a:lnTo>
                  <a:pt x="11108" y="277716"/>
                </a:lnTo>
                <a:lnTo>
                  <a:pt x="11108" y="279668"/>
                </a:lnTo>
                <a:lnTo>
                  <a:pt x="11108" y="281621"/>
                </a:lnTo>
                <a:lnTo>
                  <a:pt x="11108" y="283485"/>
                </a:lnTo>
                <a:lnTo>
                  <a:pt x="11108" y="285260"/>
                </a:lnTo>
                <a:lnTo>
                  <a:pt x="11108" y="287124"/>
                </a:lnTo>
                <a:lnTo>
                  <a:pt x="11108" y="289077"/>
                </a:lnTo>
                <a:lnTo>
                  <a:pt x="11584" y="290763"/>
                </a:lnTo>
                <a:lnTo>
                  <a:pt x="11584" y="292716"/>
                </a:lnTo>
                <a:lnTo>
                  <a:pt x="11584" y="294668"/>
                </a:lnTo>
                <a:lnTo>
                  <a:pt x="11584" y="296621"/>
                </a:lnTo>
                <a:lnTo>
                  <a:pt x="11584" y="298307"/>
                </a:lnTo>
                <a:lnTo>
                  <a:pt x="11901" y="300260"/>
                </a:lnTo>
                <a:lnTo>
                  <a:pt x="11901" y="302124"/>
                </a:lnTo>
                <a:lnTo>
                  <a:pt x="11901" y="304076"/>
                </a:lnTo>
                <a:lnTo>
                  <a:pt x="11901" y="306029"/>
                </a:lnTo>
                <a:lnTo>
                  <a:pt x="11901" y="307715"/>
                </a:lnTo>
                <a:lnTo>
                  <a:pt x="12377" y="309668"/>
                </a:lnTo>
                <a:lnTo>
                  <a:pt x="12377" y="311621"/>
                </a:lnTo>
                <a:lnTo>
                  <a:pt x="12377" y="313307"/>
                </a:lnTo>
                <a:lnTo>
                  <a:pt x="12377" y="315437"/>
                </a:lnTo>
                <a:lnTo>
                  <a:pt x="12377" y="317212"/>
                </a:lnTo>
                <a:lnTo>
                  <a:pt x="12694" y="319076"/>
                </a:lnTo>
                <a:lnTo>
                  <a:pt x="12694" y="321029"/>
                </a:lnTo>
                <a:lnTo>
                  <a:pt x="12694" y="322981"/>
                </a:lnTo>
                <a:lnTo>
                  <a:pt x="12694" y="324934"/>
                </a:lnTo>
                <a:lnTo>
                  <a:pt x="13012" y="326620"/>
                </a:lnTo>
                <a:lnTo>
                  <a:pt x="13012" y="328573"/>
                </a:lnTo>
                <a:lnTo>
                  <a:pt x="13012" y="330437"/>
                </a:lnTo>
                <a:lnTo>
                  <a:pt x="13012" y="332389"/>
                </a:lnTo>
                <a:lnTo>
                  <a:pt x="13012" y="334342"/>
                </a:lnTo>
                <a:lnTo>
                  <a:pt x="13012" y="336295"/>
                </a:lnTo>
                <a:lnTo>
                  <a:pt x="13012" y="337981"/>
                </a:lnTo>
                <a:lnTo>
                  <a:pt x="13012" y="340111"/>
                </a:lnTo>
                <a:lnTo>
                  <a:pt x="13012" y="341797"/>
                </a:lnTo>
                <a:lnTo>
                  <a:pt x="13012" y="343750"/>
                </a:lnTo>
                <a:lnTo>
                  <a:pt x="13488" y="345703"/>
                </a:lnTo>
                <a:lnTo>
                  <a:pt x="13488" y="347655"/>
                </a:lnTo>
                <a:lnTo>
                  <a:pt x="13488" y="349519"/>
                </a:lnTo>
                <a:lnTo>
                  <a:pt x="13488" y="351472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6796817" y="2398747"/>
            <a:ext cx="13805" cy="398601"/>
          </a:xfrm>
          <a:custGeom>
            <a:avLst/>
            <a:gdLst/>
            <a:ahLst/>
            <a:cxnLst/>
            <a:rect l="l" t="t" r="r" b="b"/>
            <a:pathLst>
              <a:path w="13805" h="398601">
                <a:moveTo>
                  <a:pt x="0" y="0"/>
                </a:moveTo>
                <a:lnTo>
                  <a:pt x="0" y="1686"/>
                </a:lnTo>
                <a:lnTo>
                  <a:pt x="317" y="3905"/>
                </a:lnTo>
                <a:lnTo>
                  <a:pt x="317" y="5769"/>
                </a:lnTo>
                <a:lnTo>
                  <a:pt x="317" y="7721"/>
                </a:lnTo>
                <a:lnTo>
                  <a:pt x="317" y="9674"/>
                </a:lnTo>
                <a:lnTo>
                  <a:pt x="793" y="11360"/>
                </a:lnTo>
                <a:lnTo>
                  <a:pt x="793" y="13490"/>
                </a:lnTo>
                <a:lnTo>
                  <a:pt x="793" y="15265"/>
                </a:lnTo>
                <a:lnTo>
                  <a:pt x="793" y="17129"/>
                </a:lnTo>
                <a:lnTo>
                  <a:pt x="793" y="19348"/>
                </a:lnTo>
                <a:lnTo>
                  <a:pt x="1110" y="21035"/>
                </a:lnTo>
                <a:lnTo>
                  <a:pt x="1110" y="22987"/>
                </a:lnTo>
                <a:lnTo>
                  <a:pt x="1110" y="24851"/>
                </a:lnTo>
                <a:lnTo>
                  <a:pt x="1110" y="26804"/>
                </a:lnTo>
                <a:lnTo>
                  <a:pt x="1110" y="28934"/>
                </a:lnTo>
                <a:lnTo>
                  <a:pt x="1428" y="30709"/>
                </a:lnTo>
                <a:lnTo>
                  <a:pt x="1428" y="32573"/>
                </a:lnTo>
                <a:lnTo>
                  <a:pt x="1428" y="34792"/>
                </a:lnTo>
                <a:lnTo>
                  <a:pt x="1428" y="36478"/>
                </a:lnTo>
                <a:lnTo>
                  <a:pt x="1428" y="38431"/>
                </a:lnTo>
                <a:lnTo>
                  <a:pt x="1904" y="40561"/>
                </a:lnTo>
                <a:lnTo>
                  <a:pt x="1904" y="42247"/>
                </a:lnTo>
                <a:lnTo>
                  <a:pt x="1904" y="44377"/>
                </a:lnTo>
                <a:lnTo>
                  <a:pt x="1904" y="46330"/>
                </a:lnTo>
                <a:lnTo>
                  <a:pt x="1904" y="48016"/>
                </a:lnTo>
                <a:lnTo>
                  <a:pt x="1904" y="50146"/>
                </a:lnTo>
                <a:lnTo>
                  <a:pt x="1904" y="52099"/>
                </a:lnTo>
                <a:lnTo>
                  <a:pt x="1904" y="54052"/>
                </a:lnTo>
                <a:lnTo>
                  <a:pt x="1904" y="56004"/>
                </a:lnTo>
                <a:lnTo>
                  <a:pt x="2221" y="57868"/>
                </a:lnTo>
                <a:lnTo>
                  <a:pt x="2221" y="59821"/>
                </a:lnTo>
                <a:lnTo>
                  <a:pt x="2221" y="61773"/>
                </a:lnTo>
                <a:lnTo>
                  <a:pt x="2221" y="63726"/>
                </a:lnTo>
                <a:lnTo>
                  <a:pt x="2221" y="65590"/>
                </a:lnTo>
                <a:lnTo>
                  <a:pt x="2697" y="67809"/>
                </a:lnTo>
                <a:lnTo>
                  <a:pt x="2697" y="69495"/>
                </a:lnTo>
                <a:lnTo>
                  <a:pt x="2697" y="71448"/>
                </a:lnTo>
                <a:lnTo>
                  <a:pt x="2697" y="73578"/>
                </a:lnTo>
                <a:lnTo>
                  <a:pt x="2697" y="75531"/>
                </a:lnTo>
                <a:lnTo>
                  <a:pt x="3015" y="77394"/>
                </a:lnTo>
                <a:lnTo>
                  <a:pt x="3015" y="79347"/>
                </a:lnTo>
                <a:lnTo>
                  <a:pt x="3015" y="81300"/>
                </a:lnTo>
                <a:lnTo>
                  <a:pt x="3015" y="83252"/>
                </a:lnTo>
                <a:lnTo>
                  <a:pt x="3491" y="85382"/>
                </a:lnTo>
                <a:lnTo>
                  <a:pt x="3491" y="87246"/>
                </a:lnTo>
                <a:lnTo>
                  <a:pt x="3491" y="89199"/>
                </a:lnTo>
                <a:lnTo>
                  <a:pt x="3491" y="91152"/>
                </a:lnTo>
                <a:lnTo>
                  <a:pt x="3491" y="93104"/>
                </a:lnTo>
                <a:lnTo>
                  <a:pt x="3808" y="94968"/>
                </a:lnTo>
                <a:lnTo>
                  <a:pt x="3808" y="97187"/>
                </a:lnTo>
                <a:lnTo>
                  <a:pt x="3808" y="99051"/>
                </a:lnTo>
                <a:lnTo>
                  <a:pt x="3808" y="101003"/>
                </a:lnTo>
                <a:lnTo>
                  <a:pt x="3808" y="102956"/>
                </a:lnTo>
                <a:lnTo>
                  <a:pt x="3808" y="104909"/>
                </a:lnTo>
                <a:lnTo>
                  <a:pt x="3808" y="106773"/>
                </a:lnTo>
                <a:lnTo>
                  <a:pt x="3808" y="108903"/>
                </a:lnTo>
                <a:lnTo>
                  <a:pt x="3808" y="110855"/>
                </a:lnTo>
                <a:lnTo>
                  <a:pt x="3808" y="112808"/>
                </a:lnTo>
                <a:lnTo>
                  <a:pt x="4125" y="114938"/>
                </a:lnTo>
                <a:lnTo>
                  <a:pt x="4125" y="116624"/>
                </a:lnTo>
                <a:lnTo>
                  <a:pt x="4125" y="118577"/>
                </a:lnTo>
                <a:lnTo>
                  <a:pt x="4125" y="120707"/>
                </a:lnTo>
                <a:lnTo>
                  <a:pt x="4601" y="122660"/>
                </a:lnTo>
                <a:lnTo>
                  <a:pt x="4601" y="124612"/>
                </a:lnTo>
                <a:lnTo>
                  <a:pt x="4601" y="126743"/>
                </a:lnTo>
                <a:lnTo>
                  <a:pt x="4601" y="128695"/>
                </a:lnTo>
                <a:lnTo>
                  <a:pt x="4601" y="130559"/>
                </a:lnTo>
                <a:lnTo>
                  <a:pt x="4919" y="132778"/>
                </a:lnTo>
                <a:lnTo>
                  <a:pt x="4919" y="134642"/>
                </a:lnTo>
                <a:lnTo>
                  <a:pt x="4919" y="136594"/>
                </a:lnTo>
                <a:lnTo>
                  <a:pt x="4919" y="138725"/>
                </a:lnTo>
                <a:lnTo>
                  <a:pt x="4919" y="140677"/>
                </a:lnTo>
                <a:lnTo>
                  <a:pt x="5395" y="142364"/>
                </a:lnTo>
                <a:lnTo>
                  <a:pt x="5395" y="144494"/>
                </a:lnTo>
                <a:lnTo>
                  <a:pt x="5395" y="146446"/>
                </a:lnTo>
                <a:lnTo>
                  <a:pt x="5395" y="148399"/>
                </a:lnTo>
                <a:lnTo>
                  <a:pt x="5395" y="150529"/>
                </a:lnTo>
                <a:lnTo>
                  <a:pt x="5712" y="152482"/>
                </a:lnTo>
                <a:lnTo>
                  <a:pt x="5712" y="154434"/>
                </a:lnTo>
                <a:lnTo>
                  <a:pt x="5712" y="156564"/>
                </a:lnTo>
                <a:lnTo>
                  <a:pt x="5712" y="158428"/>
                </a:lnTo>
                <a:lnTo>
                  <a:pt x="6030" y="160381"/>
                </a:lnTo>
                <a:lnTo>
                  <a:pt x="6030" y="162334"/>
                </a:lnTo>
                <a:lnTo>
                  <a:pt x="6030" y="164464"/>
                </a:lnTo>
                <a:lnTo>
                  <a:pt x="6030" y="166416"/>
                </a:lnTo>
                <a:lnTo>
                  <a:pt x="6030" y="168369"/>
                </a:lnTo>
                <a:lnTo>
                  <a:pt x="6030" y="170499"/>
                </a:lnTo>
                <a:lnTo>
                  <a:pt x="6030" y="172452"/>
                </a:lnTo>
                <a:lnTo>
                  <a:pt x="6030" y="174316"/>
                </a:lnTo>
                <a:lnTo>
                  <a:pt x="6030" y="176446"/>
                </a:lnTo>
                <a:lnTo>
                  <a:pt x="6030" y="178665"/>
                </a:lnTo>
                <a:lnTo>
                  <a:pt x="6506" y="180528"/>
                </a:lnTo>
                <a:lnTo>
                  <a:pt x="6506" y="182481"/>
                </a:lnTo>
                <a:lnTo>
                  <a:pt x="6506" y="184611"/>
                </a:lnTo>
                <a:lnTo>
                  <a:pt x="6506" y="186564"/>
                </a:lnTo>
                <a:lnTo>
                  <a:pt x="6506" y="188516"/>
                </a:lnTo>
                <a:lnTo>
                  <a:pt x="6823" y="190647"/>
                </a:lnTo>
                <a:lnTo>
                  <a:pt x="6823" y="192599"/>
                </a:lnTo>
                <a:lnTo>
                  <a:pt x="6823" y="194463"/>
                </a:lnTo>
                <a:lnTo>
                  <a:pt x="6823" y="196682"/>
                </a:lnTo>
                <a:lnTo>
                  <a:pt x="7299" y="198546"/>
                </a:lnTo>
                <a:lnTo>
                  <a:pt x="7299" y="200498"/>
                </a:lnTo>
                <a:lnTo>
                  <a:pt x="7299" y="202451"/>
                </a:lnTo>
                <a:lnTo>
                  <a:pt x="7299" y="204581"/>
                </a:lnTo>
                <a:lnTo>
                  <a:pt x="7299" y="206711"/>
                </a:lnTo>
                <a:lnTo>
                  <a:pt x="7616" y="208664"/>
                </a:lnTo>
                <a:lnTo>
                  <a:pt x="7616" y="210794"/>
                </a:lnTo>
                <a:lnTo>
                  <a:pt x="7616" y="212747"/>
                </a:lnTo>
                <a:lnTo>
                  <a:pt x="7616" y="214611"/>
                </a:lnTo>
                <a:lnTo>
                  <a:pt x="7616" y="216829"/>
                </a:lnTo>
                <a:lnTo>
                  <a:pt x="8093" y="218693"/>
                </a:lnTo>
                <a:lnTo>
                  <a:pt x="8093" y="220646"/>
                </a:lnTo>
                <a:lnTo>
                  <a:pt x="8093" y="222776"/>
                </a:lnTo>
                <a:lnTo>
                  <a:pt x="8093" y="224906"/>
                </a:lnTo>
                <a:lnTo>
                  <a:pt x="8093" y="226859"/>
                </a:lnTo>
                <a:lnTo>
                  <a:pt x="8093" y="228812"/>
                </a:lnTo>
                <a:lnTo>
                  <a:pt x="8093" y="230942"/>
                </a:lnTo>
                <a:lnTo>
                  <a:pt x="8093" y="232894"/>
                </a:lnTo>
                <a:lnTo>
                  <a:pt x="8093" y="234847"/>
                </a:lnTo>
                <a:lnTo>
                  <a:pt x="8410" y="236977"/>
                </a:lnTo>
                <a:lnTo>
                  <a:pt x="8410" y="239107"/>
                </a:lnTo>
                <a:lnTo>
                  <a:pt x="8410" y="241060"/>
                </a:lnTo>
                <a:lnTo>
                  <a:pt x="8410" y="242924"/>
                </a:lnTo>
                <a:lnTo>
                  <a:pt x="8410" y="245143"/>
                </a:lnTo>
                <a:lnTo>
                  <a:pt x="8727" y="247006"/>
                </a:lnTo>
                <a:lnTo>
                  <a:pt x="8727" y="249137"/>
                </a:lnTo>
                <a:lnTo>
                  <a:pt x="8727" y="251089"/>
                </a:lnTo>
                <a:lnTo>
                  <a:pt x="8727" y="253219"/>
                </a:lnTo>
                <a:lnTo>
                  <a:pt x="8727" y="255172"/>
                </a:lnTo>
                <a:lnTo>
                  <a:pt x="9203" y="257125"/>
                </a:lnTo>
                <a:lnTo>
                  <a:pt x="9203" y="259255"/>
                </a:lnTo>
                <a:lnTo>
                  <a:pt x="9203" y="261385"/>
                </a:lnTo>
                <a:lnTo>
                  <a:pt x="9203" y="263337"/>
                </a:lnTo>
                <a:lnTo>
                  <a:pt x="9203" y="265290"/>
                </a:lnTo>
                <a:lnTo>
                  <a:pt x="9521" y="267420"/>
                </a:lnTo>
                <a:lnTo>
                  <a:pt x="9521" y="269550"/>
                </a:lnTo>
                <a:lnTo>
                  <a:pt x="9521" y="271503"/>
                </a:lnTo>
                <a:lnTo>
                  <a:pt x="9521" y="273367"/>
                </a:lnTo>
                <a:lnTo>
                  <a:pt x="9997" y="275586"/>
                </a:lnTo>
                <a:lnTo>
                  <a:pt x="9997" y="277716"/>
                </a:lnTo>
                <a:lnTo>
                  <a:pt x="9997" y="279580"/>
                </a:lnTo>
                <a:lnTo>
                  <a:pt x="9997" y="281532"/>
                </a:lnTo>
                <a:lnTo>
                  <a:pt x="9997" y="283662"/>
                </a:lnTo>
                <a:lnTo>
                  <a:pt x="10314" y="285615"/>
                </a:lnTo>
                <a:lnTo>
                  <a:pt x="10314" y="287745"/>
                </a:lnTo>
                <a:lnTo>
                  <a:pt x="10314" y="289875"/>
                </a:lnTo>
                <a:lnTo>
                  <a:pt x="10314" y="291828"/>
                </a:lnTo>
                <a:lnTo>
                  <a:pt x="10314" y="293781"/>
                </a:lnTo>
                <a:lnTo>
                  <a:pt x="10314" y="295911"/>
                </a:lnTo>
                <a:lnTo>
                  <a:pt x="10314" y="298041"/>
                </a:lnTo>
                <a:lnTo>
                  <a:pt x="10314" y="299994"/>
                </a:lnTo>
                <a:lnTo>
                  <a:pt x="10314" y="302124"/>
                </a:lnTo>
                <a:lnTo>
                  <a:pt x="10314" y="304076"/>
                </a:lnTo>
                <a:lnTo>
                  <a:pt x="10631" y="306206"/>
                </a:lnTo>
                <a:lnTo>
                  <a:pt x="10631" y="308159"/>
                </a:lnTo>
                <a:lnTo>
                  <a:pt x="10631" y="310289"/>
                </a:lnTo>
                <a:lnTo>
                  <a:pt x="10631" y="312419"/>
                </a:lnTo>
                <a:lnTo>
                  <a:pt x="11108" y="314372"/>
                </a:lnTo>
                <a:lnTo>
                  <a:pt x="11108" y="316325"/>
                </a:lnTo>
                <a:lnTo>
                  <a:pt x="11108" y="318455"/>
                </a:lnTo>
                <a:lnTo>
                  <a:pt x="11108" y="320585"/>
                </a:lnTo>
                <a:lnTo>
                  <a:pt x="11108" y="322537"/>
                </a:lnTo>
                <a:lnTo>
                  <a:pt x="11425" y="324668"/>
                </a:lnTo>
                <a:lnTo>
                  <a:pt x="11425" y="326620"/>
                </a:lnTo>
                <a:lnTo>
                  <a:pt x="11425" y="328750"/>
                </a:lnTo>
                <a:lnTo>
                  <a:pt x="11425" y="330880"/>
                </a:lnTo>
                <a:lnTo>
                  <a:pt x="11425" y="332833"/>
                </a:lnTo>
                <a:lnTo>
                  <a:pt x="11901" y="334697"/>
                </a:lnTo>
                <a:lnTo>
                  <a:pt x="11901" y="336916"/>
                </a:lnTo>
                <a:lnTo>
                  <a:pt x="11901" y="339046"/>
                </a:lnTo>
                <a:lnTo>
                  <a:pt x="11901" y="340910"/>
                </a:lnTo>
                <a:lnTo>
                  <a:pt x="11901" y="343129"/>
                </a:lnTo>
                <a:lnTo>
                  <a:pt x="12218" y="345259"/>
                </a:lnTo>
                <a:lnTo>
                  <a:pt x="12218" y="347123"/>
                </a:lnTo>
                <a:lnTo>
                  <a:pt x="12218" y="349075"/>
                </a:lnTo>
                <a:lnTo>
                  <a:pt x="12218" y="351206"/>
                </a:lnTo>
                <a:lnTo>
                  <a:pt x="12218" y="353424"/>
                </a:lnTo>
                <a:lnTo>
                  <a:pt x="12218" y="355288"/>
                </a:lnTo>
                <a:lnTo>
                  <a:pt x="12218" y="357418"/>
                </a:lnTo>
                <a:lnTo>
                  <a:pt x="12218" y="359637"/>
                </a:lnTo>
                <a:lnTo>
                  <a:pt x="12218" y="361501"/>
                </a:lnTo>
                <a:lnTo>
                  <a:pt x="12694" y="363631"/>
                </a:lnTo>
                <a:lnTo>
                  <a:pt x="12694" y="365584"/>
                </a:lnTo>
                <a:lnTo>
                  <a:pt x="12694" y="367714"/>
                </a:lnTo>
                <a:lnTo>
                  <a:pt x="12694" y="369933"/>
                </a:lnTo>
                <a:lnTo>
                  <a:pt x="12694" y="371797"/>
                </a:lnTo>
                <a:lnTo>
                  <a:pt x="13012" y="373749"/>
                </a:lnTo>
                <a:lnTo>
                  <a:pt x="13012" y="376146"/>
                </a:lnTo>
                <a:lnTo>
                  <a:pt x="13012" y="378010"/>
                </a:lnTo>
                <a:lnTo>
                  <a:pt x="13012" y="379962"/>
                </a:lnTo>
                <a:lnTo>
                  <a:pt x="13012" y="382092"/>
                </a:lnTo>
                <a:lnTo>
                  <a:pt x="13329" y="384223"/>
                </a:lnTo>
                <a:lnTo>
                  <a:pt x="13329" y="386441"/>
                </a:lnTo>
                <a:lnTo>
                  <a:pt x="13329" y="388305"/>
                </a:lnTo>
                <a:lnTo>
                  <a:pt x="13329" y="390258"/>
                </a:lnTo>
                <a:lnTo>
                  <a:pt x="13805" y="392654"/>
                </a:lnTo>
                <a:lnTo>
                  <a:pt x="13805" y="394518"/>
                </a:lnTo>
                <a:lnTo>
                  <a:pt x="13805" y="396471"/>
                </a:lnTo>
                <a:lnTo>
                  <a:pt x="13805" y="398601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6810622" y="2797348"/>
            <a:ext cx="13329" cy="410406"/>
          </a:xfrm>
          <a:custGeom>
            <a:avLst/>
            <a:gdLst/>
            <a:ahLst/>
            <a:cxnLst/>
            <a:rect l="l" t="t" r="r" b="b"/>
            <a:pathLst>
              <a:path w="13329" h="410406">
                <a:moveTo>
                  <a:pt x="0" y="0"/>
                </a:moveTo>
                <a:lnTo>
                  <a:pt x="0" y="2130"/>
                </a:lnTo>
                <a:lnTo>
                  <a:pt x="317" y="4349"/>
                </a:lnTo>
                <a:lnTo>
                  <a:pt x="317" y="6212"/>
                </a:lnTo>
                <a:lnTo>
                  <a:pt x="317" y="8165"/>
                </a:lnTo>
                <a:lnTo>
                  <a:pt x="317" y="10561"/>
                </a:lnTo>
                <a:lnTo>
                  <a:pt x="317" y="12425"/>
                </a:lnTo>
                <a:lnTo>
                  <a:pt x="317" y="14378"/>
                </a:lnTo>
                <a:lnTo>
                  <a:pt x="317" y="16508"/>
                </a:lnTo>
                <a:lnTo>
                  <a:pt x="317" y="18638"/>
                </a:lnTo>
                <a:lnTo>
                  <a:pt x="317" y="20857"/>
                </a:lnTo>
                <a:lnTo>
                  <a:pt x="317" y="22721"/>
                </a:lnTo>
                <a:lnTo>
                  <a:pt x="793" y="24674"/>
                </a:lnTo>
                <a:lnTo>
                  <a:pt x="793" y="27070"/>
                </a:lnTo>
                <a:lnTo>
                  <a:pt x="793" y="28934"/>
                </a:lnTo>
                <a:lnTo>
                  <a:pt x="793" y="31153"/>
                </a:lnTo>
                <a:lnTo>
                  <a:pt x="1110" y="33017"/>
                </a:lnTo>
                <a:lnTo>
                  <a:pt x="1110" y="35147"/>
                </a:lnTo>
                <a:lnTo>
                  <a:pt x="1110" y="37366"/>
                </a:lnTo>
                <a:lnTo>
                  <a:pt x="1110" y="39229"/>
                </a:lnTo>
                <a:lnTo>
                  <a:pt x="1110" y="41448"/>
                </a:lnTo>
                <a:lnTo>
                  <a:pt x="1428" y="43579"/>
                </a:lnTo>
                <a:lnTo>
                  <a:pt x="1428" y="45442"/>
                </a:lnTo>
                <a:lnTo>
                  <a:pt x="1428" y="47661"/>
                </a:lnTo>
                <a:lnTo>
                  <a:pt x="1428" y="49525"/>
                </a:lnTo>
                <a:lnTo>
                  <a:pt x="1428" y="51922"/>
                </a:lnTo>
                <a:lnTo>
                  <a:pt x="1904" y="53874"/>
                </a:lnTo>
                <a:lnTo>
                  <a:pt x="1904" y="55738"/>
                </a:lnTo>
                <a:lnTo>
                  <a:pt x="1904" y="57957"/>
                </a:lnTo>
                <a:lnTo>
                  <a:pt x="1904" y="60087"/>
                </a:lnTo>
                <a:lnTo>
                  <a:pt x="1904" y="62217"/>
                </a:lnTo>
                <a:lnTo>
                  <a:pt x="2221" y="64170"/>
                </a:lnTo>
                <a:lnTo>
                  <a:pt x="2221" y="66034"/>
                </a:lnTo>
                <a:lnTo>
                  <a:pt x="2221" y="68430"/>
                </a:lnTo>
                <a:lnTo>
                  <a:pt x="2221" y="70383"/>
                </a:lnTo>
                <a:lnTo>
                  <a:pt x="2697" y="72513"/>
                </a:lnTo>
                <a:lnTo>
                  <a:pt x="2697" y="74465"/>
                </a:lnTo>
                <a:lnTo>
                  <a:pt x="2697" y="76773"/>
                </a:lnTo>
                <a:lnTo>
                  <a:pt x="2697" y="78726"/>
                </a:lnTo>
                <a:lnTo>
                  <a:pt x="2697" y="80678"/>
                </a:lnTo>
                <a:lnTo>
                  <a:pt x="2697" y="82808"/>
                </a:lnTo>
                <a:lnTo>
                  <a:pt x="2697" y="84939"/>
                </a:lnTo>
                <a:lnTo>
                  <a:pt x="2697" y="87069"/>
                </a:lnTo>
                <a:lnTo>
                  <a:pt x="2697" y="89021"/>
                </a:lnTo>
                <a:lnTo>
                  <a:pt x="2697" y="90974"/>
                </a:lnTo>
                <a:lnTo>
                  <a:pt x="3015" y="93282"/>
                </a:lnTo>
                <a:lnTo>
                  <a:pt x="3015" y="95234"/>
                </a:lnTo>
                <a:lnTo>
                  <a:pt x="3015" y="97364"/>
                </a:lnTo>
                <a:lnTo>
                  <a:pt x="3015" y="99317"/>
                </a:lnTo>
                <a:lnTo>
                  <a:pt x="3015" y="101447"/>
                </a:lnTo>
                <a:lnTo>
                  <a:pt x="3332" y="103577"/>
                </a:lnTo>
                <a:lnTo>
                  <a:pt x="3332" y="105530"/>
                </a:lnTo>
                <a:lnTo>
                  <a:pt x="3332" y="107660"/>
                </a:lnTo>
                <a:lnTo>
                  <a:pt x="3332" y="109790"/>
                </a:lnTo>
                <a:lnTo>
                  <a:pt x="3808" y="111920"/>
                </a:lnTo>
                <a:lnTo>
                  <a:pt x="3808" y="113873"/>
                </a:lnTo>
                <a:lnTo>
                  <a:pt x="3808" y="116003"/>
                </a:lnTo>
                <a:lnTo>
                  <a:pt x="3808" y="117956"/>
                </a:lnTo>
                <a:lnTo>
                  <a:pt x="3808" y="120086"/>
                </a:lnTo>
                <a:lnTo>
                  <a:pt x="4125" y="122216"/>
                </a:lnTo>
                <a:lnTo>
                  <a:pt x="4125" y="124169"/>
                </a:lnTo>
                <a:lnTo>
                  <a:pt x="4125" y="126299"/>
                </a:lnTo>
                <a:lnTo>
                  <a:pt x="4125" y="128429"/>
                </a:lnTo>
                <a:lnTo>
                  <a:pt x="4125" y="130648"/>
                </a:lnTo>
                <a:lnTo>
                  <a:pt x="4601" y="132512"/>
                </a:lnTo>
                <a:lnTo>
                  <a:pt x="4601" y="134464"/>
                </a:lnTo>
                <a:lnTo>
                  <a:pt x="4601" y="136861"/>
                </a:lnTo>
                <a:lnTo>
                  <a:pt x="4601" y="138725"/>
                </a:lnTo>
                <a:lnTo>
                  <a:pt x="4601" y="140943"/>
                </a:lnTo>
                <a:lnTo>
                  <a:pt x="4601" y="142807"/>
                </a:lnTo>
                <a:lnTo>
                  <a:pt x="4601" y="145204"/>
                </a:lnTo>
                <a:lnTo>
                  <a:pt x="4601" y="147156"/>
                </a:lnTo>
                <a:lnTo>
                  <a:pt x="4601" y="149020"/>
                </a:lnTo>
                <a:lnTo>
                  <a:pt x="4919" y="151150"/>
                </a:lnTo>
                <a:lnTo>
                  <a:pt x="4919" y="153369"/>
                </a:lnTo>
                <a:lnTo>
                  <a:pt x="4919" y="155233"/>
                </a:lnTo>
                <a:lnTo>
                  <a:pt x="4919" y="157186"/>
                </a:lnTo>
                <a:lnTo>
                  <a:pt x="4919" y="159316"/>
                </a:lnTo>
                <a:lnTo>
                  <a:pt x="5395" y="161446"/>
                </a:lnTo>
                <a:lnTo>
                  <a:pt x="5395" y="163399"/>
                </a:lnTo>
                <a:lnTo>
                  <a:pt x="5395" y="165529"/>
                </a:lnTo>
                <a:lnTo>
                  <a:pt x="5395" y="167748"/>
                </a:lnTo>
                <a:lnTo>
                  <a:pt x="5395" y="169878"/>
                </a:lnTo>
                <a:lnTo>
                  <a:pt x="5712" y="171742"/>
                </a:lnTo>
                <a:lnTo>
                  <a:pt x="5712" y="173961"/>
                </a:lnTo>
                <a:lnTo>
                  <a:pt x="5712" y="175824"/>
                </a:lnTo>
                <a:lnTo>
                  <a:pt x="5712" y="177955"/>
                </a:lnTo>
                <a:lnTo>
                  <a:pt x="5712" y="180173"/>
                </a:lnTo>
                <a:lnTo>
                  <a:pt x="6030" y="182037"/>
                </a:lnTo>
                <a:lnTo>
                  <a:pt x="6030" y="184256"/>
                </a:lnTo>
                <a:lnTo>
                  <a:pt x="6030" y="186386"/>
                </a:lnTo>
                <a:lnTo>
                  <a:pt x="6030" y="188250"/>
                </a:lnTo>
                <a:lnTo>
                  <a:pt x="6506" y="190469"/>
                </a:lnTo>
                <a:lnTo>
                  <a:pt x="6506" y="192333"/>
                </a:lnTo>
                <a:lnTo>
                  <a:pt x="6506" y="194729"/>
                </a:lnTo>
                <a:lnTo>
                  <a:pt x="6506" y="196682"/>
                </a:lnTo>
                <a:lnTo>
                  <a:pt x="6506" y="198812"/>
                </a:lnTo>
                <a:lnTo>
                  <a:pt x="6823" y="200765"/>
                </a:lnTo>
                <a:lnTo>
                  <a:pt x="6823" y="202895"/>
                </a:lnTo>
                <a:lnTo>
                  <a:pt x="6823" y="205025"/>
                </a:lnTo>
                <a:lnTo>
                  <a:pt x="6823" y="206978"/>
                </a:lnTo>
                <a:lnTo>
                  <a:pt x="6823" y="209108"/>
                </a:lnTo>
                <a:lnTo>
                  <a:pt x="6823" y="211238"/>
                </a:lnTo>
                <a:lnTo>
                  <a:pt x="6823" y="213191"/>
                </a:lnTo>
                <a:lnTo>
                  <a:pt x="6823" y="215321"/>
                </a:lnTo>
                <a:lnTo>
                  <a:pt x="6823" y="217273"/>
                </a:lnTo>
                <a:lnTo>
                  <a:pt x="6823" y="219581"/>
                </a:lnTo>
                <a:lnTo>
                  <a:pt x="7299" y="221534"/>
                </a:lnTo>
                <a:lnTo>
                  <a:pt x="7299" y="223486"/>
                </a:lnTo>
                <a:lnTo>
                  <a:pt x="7299" y="225616"/>
                </a:lnTo>
                <a:lnTo>
                  <a:pt x="7299" y="227746"/>
                </a:lnTo>
                <a:lnTo>
                  <a:pt x="7616" y="229877"/>
                </a:lnTo>
                <a:lnTo>
                  <a:pt x="7616" y="231829"/>
                </a:lnTo>
                <a:lnTo>
                  <a:pt x="7616" y="233782"/>
                </a:lnTo>
                <a:lnTo>
                  <a:pt x="7616" y="236089"/>
                </a:lnTo>
                <a:lnTo>
                  <a:pt x="7616" y="238042"/>
                </a:lnTo>
                <a:lnTo>
                  <a:pt x="7934" y="240172"/>
                </a:lnTo>
                <a:lnTo>
                  <a:pt x="7934" y="242125"/>
                </a:lnTo>
                <a:lnTo>
                  <a:pt x="7934" y="244255"/>
                </a:lnTo>
                <a:lnTo>
                  <a:pt x="7934" y="246385"/>
                </a:lnTo>
                <a:lnTo>
                  <a:pt x="7934" y="248338"/>
                </a:lnTo>
                <a:lnTo>
                  <a:pt x="8410" y="250468"/>
                </a:lnTo>
                <a:lnTo>
                  <a:pt x="8410" y="252598"/>
                </a:lnTo>
                <a:lnTo>
                  <a:pt x="8410" y="254551"/>
                </a:lnTo>
                <a:lnTo>
                  <a:pt x="8410" y="256681"/>
                </a:lnTo>
                <a:lnTo>
                  <a:pt x="8410" y="258633"/>
                </a:lnTo>
                <a:lnTo>
                  <a:pt x="8727" y="260764"/>
                </a:lnTo>
                <a:lnTo>
                  <a:pt x="8727" y="262894"/>
                </a:lnTo>
                <a:lnTo>
                  <a:pt x="8727" y="264846"/>
                </a:lnTo>
                <a:lnTo>
                  <a:pt x="8727" y="266976"/>
                </a:lnTo>
                <a:lnTo>
                  <a:pt x="8727" y="269107"/>
                </a:lnTo>
                <a:lnTo>
                  <a:pt x="8727" y="271059"/>
                </a:lnTo>
                <a:lnTo>
                  <a:pt x="8727" y="273189"/>
                </a:lnTo>
                <a:lnTo>
                  <a:pt x="8727" y="275142"/>
                </a:lnTo>
                <a:lnTo>
                  <a:pt x="8727" y="277272"/>
                </a:lnTo>
                <a:lnTo>
                  <a:pt x="9203" y="279402"/>
                </a:lnTo>
                <a:lnTo>
                  <a:pt x="9203" y="281355"/>
                </a:lnTo>
                <a:lnTo>
                  <a:pt x="9203" y="283485"/>
                </a:lnTo>
                <a:lnTo>
                  <a:pt x="9203" y="285615"/>
                </a:lnTo>
                <a:lnTo>
                  <a:pt x="9203" y="287568"/>
                </a:lnTo>
                <a:lnTo>
                  <a:pt x="9521" y="289698"/>
                </a:lnTo>
                <a:lnTo>
                  <a:pt x="9521" y="291650"/>
                </a:lnTo>
                <a:lnTo>
                  <a:pt x="9521" y="293781"/>
                </a:lnTo>
                <a:lnTo>
                  <a:pt x="9521" y="295911"/>
                </a:lnTo>
                <a:lnTo>
                  <a:pt x="9521" y="297863"/>
                </a:lnTo>
                <a:lnTo>
                  <a:pt x="9997" y="299816"/>
                </a:lnTo>
                <a:lnTo>
                  <a:pt x="9997" y="302124"/>
                </a:lnTo>
                <a:lnTo>
                  <a:pt x="9997" y="304076"/>
                </a:lnTo>
                <a:lnTo>
                  <a:pt x="9997" y="306029"/>
                </a:lnTo>
                <a:lnTo>
                  <a:pt x="9997" y="308159"/>
                </a:lnTo>
                <a:lnTo>
                  <a:pt x="10314" y="310289"/>
                </a:lnTo>
                <a:lnTo>
                  <a:pt x="10314" y="312242"/>
                </a:lnTo>
                <a:lnTo>
                  <a:pt x="10314" y="314372"/>
                </a:lnTo>
                <a:lnTo>
                  <a:pt x="10314" y="316325"/>
                </a:lnTo>
                <a:lnTo>
                  <a:pt x="10631" y="318455"/>
                </a:lnTo>
                <a:lnTo>
                  <a:pt x="10631" y="320585"/>
                </a:lnTo>
                <a:lnTo>
                  <a:pt x="10631" y="322537"/>
                </a:lnTo>
                <a:lnTo>
                  <a:pt x="10631" y="324668"/>
                </a:lnTo>
                <a:lnTo>
                  <a:pt x="10631" y="326798"/>
                </a:lnTo>
                <a:lnTo>
                  <a:pt x="11108" y="328750"/>
                </a:lnTo>
                <a:lnTo>
                  <a:pt x="11108" y="330703"/>
                </a:lnTo>
                <a:lnTo>
                  <a:pt x="11108" y="333011"/>
                </a:lnTo>
                <a:lnTo>
                  <a:pt x="11108" y="334963"/>
                </a:lnTo>
                <a:lnTo>
                  <a:pt x="11108" y="336916"/>
                </a:lnTo>
                <a:lnTo>
                  <a:pt x="11108" y="338780"/>
                </a:lnTo>
                <a:lnTo>
                  <a:pt x="11108" y="341176"/>
                </a:lnTo>
                <a:lnTo>
                  <a:pt x="11108" y="343129"/>
                </a:lnTo>
                <a:lnTo>
                  <a:pt x="11108" y="344993"/>
                </a:lnTo>
                <a:lnTo>
                  <a:pt x="11108" y="347212"/>
                </a:lnTo>
                <a:lnTo>
                  <a:pt x="11425" y="349342"/>
                </a:lnTo>
                <a:lnTo>
                  <a:pt x="11425" y="351294"/>
                </a:lnTo>
                <a:lnTo>
                  <a:pt x="11425" y="353424"/>
                </a:lnTo>
                <a:lnTo>
                  <a:pt x="11425" y="355288"/>
                </a:lnTo>
                <a:lnTo>
                  <a:pt x="11901" y="357507"/>
                </a:lnTo>
                <a:lnTo>
                  <a:pt x="11901" y="359371"/>
                </a:lnTo>
                <a:lnTo>
                  <a:pt x="11901" y="361501"/>
                </a:lnTo>
                <a:lnTo>
                  <a:pt x="11901" y="363720"/>
                </a:lnTo>
                <a:lnTo>
                  <a:pt x="11901" y="365584"/>
                </a:lnTo>
                <a:lnTo>
                  <a:pt x="12218" y="367537"/>
                </a:lnTo>
                <a:lnTo>
                  <a:pt x="12218" y="369667"/>
                </a:lnTo>
                <a:lnTo>
                  <a:pt x="12218" y="371797"/>
                </a:lnTo>
                <a:lnTo>
                  <a:pt x="12218" y="373749"/>
                </a:lnTo>
                <a:lnTo>
                  <a:pt x="12218" y="375702"/>
                </a:lnTo>
                <a:lnTo>
                  <a:pt x="12536" y="377832"/>
                </a:lnTo>
                <a:lnTo>
                  <a:pt x="12536" y="379962"/>
                </a:lnTo>
                <a:lnTo>
                  <a:pt x="12536" y="381915"/>
                </a:lnTo>
                <a:lnTo>
                  <a:pt x="12536" y="383868"/>
                </a:lnTo>
                <a:lnTo>
                  <a:pt x="12536" y="385998"/>
                </a:lnTo>
                <a:lnTo>
                  <a:pt x="13012" y="388128"/>
                </a:lnTo>
                <a:lnTo>
                  <a:pt x="13012" y="390080"/>
                </a:lnTo>
                <a:lnTo>
                  <a:pt x="13012" y="392033"/>
                </a:lnTo>
                <a:lnTo>
                  <a:pt x="13012" y="394341"/>
                </a:lnTo>
                <a:lnTo>
                  <a:pt x="13012" y="396293"/>
                </a:lnTo>
                <a:lnTo>
                  <a:pt x="13012" y="398246"/>
                </a:lnTo>
                <a:lnTo>
                  <a:pt x="13012" y="400110"/>
                </a:lnTo>
                <a:lnTo>
                  <a:pt x="13012" y="402240"/>
                </a:lnTo>
                <a:lnTo>
                  <a:pt x="13012" y="404459"/>
                </a:lnTo>
                <a:lnTo>
                  <a:pt x="13329" y="406323"/>
                </a:lnTo>
                <a:lnTo>
                  <a:pt x="13329" y="408542"/>
                </a:lnTo>
                <a:lnTo>
                  <a:pt x="13329" y="410406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6823952" y="3207754"/>
            <a:ext cx="13805" cy="385554"/>
          </a:xfrm>
          <a:custGeom>
            <a:avLst/>
            <a:gdLst/>
            <a:ahLst/>
            <a:cxnLst/>
            <a:rect l="l" t="t" r="r" b="b"/>
            <a:pathLst>
              <a:path w="13805" h="385554">
                <a:moveTo>
                  <a:pt x="0" y="0"/>
                </a:moveTo>
                <a:lnTo>
                  <a:pt x="0" y="1952"/>
                </a:lnTo>
                <a:lnTo>
                  <a:pt x="0" y="4082"/>
                </a:lnTo>
                <a:lnTo>
                  <a:pt x="476" y="6212"/>
                </a:lnTo>
                <a:lnTo>
                  <a:pt x="476" y="8165"/>
                </a:lnTo>
                <a:lnTo>
                  <a:pt x="476" y="10118"/>
                </a:lnTo>
                <a:lnTo>
                  <a:pt x="476" y="12248"/>
                </a:lnTo>
                <a:lnTo>
                  <a:pt x="476" y="14200"/>
                </a:lnTo>
                <a:lnTo>
                  <a:pt x="793" y="16331"/>
                </a:lnTo>
                <a:lnTo>
                  <a:pt x="793" y="18283"/>
                </a:lnTo>
                <a:lnTo>
                  <a:pt x="793" y="20413"/>
                </a:lnTo>
                <a:lnTo>
                  <a:pt x="793" y="22366"/>
                </a:lnTo>
                <a:lnTo>
                  <a:pt x="1269" y="24230"/>
                </a:lnTo>
                <a:lnTo>
                  <a:pt x="1269" y="26360"/>
                </a:lnTo>
                <a:lnTo>
                  <a:pt x="1269" y="28313"/>
                </a:lnTo>
                <a:lnTo>
                  <a:pt x="1269" y="30443"/>
                </a:lnTo>
                <a:lnTo>
                  <a:pt x="1269" y="32395"/>
                </a:lnTo>
                <a:lnTo>
                  <a:pt x="1586" y="34525"/>
                </a:lnTo>
                <a:lnTo>
                  <a:pt x="1586" y="36478"/>
                </a:lnTo>
                <a:lnTo>
                  <a:pt x="1586" y="38431"/>
                </a:lnTo>
                <a:lnTo>
                  <a:pt x="1586" y="40561"/>
                </a:lnTo>
                <a:lnTo>
                  <a:pt x="1586" y="42513"/>
                </a:lnTo>
                <a:lnTo>
                  <a:pt x="1904" y="44377"/>
                </a:lnTo>
                <a:lnTo>
                  <a:pt x="1904" y="46596"/>
                </a:lnTo>
                <a:lnTo>
                  <a:pt x="1904" y="48726"/>
                </a:lnTo>
                <a:lnTo>
                  <a:pt x="1904" y="50590"/>
                </a:lnTo>
                <a:lnTo>
                  <a:pt x="1904" y="52543"/>
                </a:lnTo>
                <a:lnTo>
                  <a:pt x="1904" y="54673"/>
                </a:lnTo>
                <a:lnTo>
                  <a:pt x="1904" y="56626"/>
                </a:lnTo>
                <a:lnTo>
                  <a:pt x="1904" y="58578"/>
                </a:lnTo>
                <a:lnTo>
                  <a:pt x="1904" y="60708"/>
                </a:lnTo>
                <a:lnTo>
                  <a:pt x="2380" y="62661"/>
                </a:lnTo>
                <a:lnTo>
                  <a:pt x="2380" y="64525"/>
                </a:lnTo>
                <a:lnTo>
                  <a:pt x="2380" y="66477"/>
                </a:lnTo>
                <a:lnTo>
                  <a:pt x="2380" y="68874"/>
                </a:lnTo>
                <a:lnTo>
                  <a:pt x="2380" y="70826"/>
                </a:lnTo>
                <a:lnTo>
                  <a:pt x="2697" y="72690"/>
                </a:lnTo>
                <a:lnTo>
                  <a:pt x="2697" y="74820"/>
                </a:lnTo>
                <a:lnTo>
                  <a:pt x="2697" y="76773"/>
                </a:lnTo>
                <a:lnTo>
                  <a:pt x="2697" y="78726"/>
                </a:lnTo>
                <a:lnTo>
                  <a:pt x="2697" y="80678"/>
                </a:lnTo>
                <a:lnTo>
                  <a:pt x="3173" y="82808"/>
                </a:lnTo>
                <a:lnTo>
                  <a:pt x="3173" y="84761"/>
                </a:lnTo>
                <a:lnTo>
                  <a:pt x="3173" y="86625"/>
                </a:lnTo>
                <a:lnTo>
                  <a:pt x="3173" y="88755"/>
                </a:lnTo>
                <a:lnTo>
                  <a:pt x="3173" y="90708"/>
                </a:lnTo>
                <a:lnTo>
                  <a:pt x="3491" y="92660"/>
                </a:lnTo>
                <a:lnTo>
                  <a:pt x="3491" y="94791"/>
                </a:lnTo>
                <a:lnTo>
                  <a:pt x="3491" y="96743"/>
                </a:lnTo>
                <a:lnTo>
                  <a:pt x="3491" y="98696"/>
                </a:lnTo>
                <a:lnTo>
                  <a:pt x="3808" y="100826"/>
                </a:lnTo>
                <a:lnTo>
                  <a:pt x="3808" y="102779"/>
                </a:lnTo>
                <a:lnTo>
                  <a:pt x="3808" y="104642"/>
                </a:lnTo>
                <a:lnTo>
                  <a:pt x="3808" y="106773"/>
                </a:lnTo>
                <a:lnTo>
                  <a:pt x="3808" y="108725"/>
                </a:lnTo>
                <a:lnTo>
                  <a:pt x="3808" y="110678"/>
                </a:lnTo>
                <a:lnTo>
                  <a:pt x="3808" y="112630"/>
                </a:lnTo>
                <a:lnTo>
                  <a:pt x="3808" y="114761"/>
                </a:lnTo>
                <a:lnTo>
                  <a:pt x="3808" y="116713"/>
                </a:lnTo>
                <a:lnTo>
                  <a:pt x="3808" y="118577"/>
                </a:lnTo>
                <a:lnTo>
                  <a:pt x="4284" y="120530"/>
                </a:lnTo>
                <a:lnTo>
                  <a:pt x="4284" y="122482"/>
                </a:lnTo>
                <a:lnTo>
                  <a:pt x="4284" y="124435"/>
                </a:lnTo>
                <a:lnTo>
                  <a:pt x="4284" y="126565"/>
                </a:lnTo>
                <a:lnTo>
                  <a:pt x="4284" y="128429"/>
                </a:lnTo>
                <a:lnTo>
                  <a:pt x="4601" y="130382"/>
                </a:lnTo>
                <a:lnTo>
                  <a:pt x="4601" y="132512"/>
                </a:lnTo>
                <a:lnTo>
                  <a:pt x="4601" y="134464"/>
                </a:lnTo>
                <a:lnTo>
                  <a:pt x="4601" y="136417"/>
                </a:lnTo>
                <a:lnTo>
                  <a:pt x="5077" y="138547"/>
                </a:lnTo>
                <a:lnTo>
                  <a:pt x="5077" y="140500"/>
                </a:lnTo>
                <a:lnTo>
                  <a:pt x="5077" y="142186"/>
                </a:lnTo>
                <a:lnTo>
                  <a:pt x="5077" y="144316"/>
                </a:lnTo>
                <a:lnTo>
                  <a:pt x="5077" y="146269"/>
                </a:lnTo>
                <a:lnTo>
                  <a:pt x="5395" y="148221"/>
                </a:lnTo>
                <a:lnTo>
                  <a:pt x="5395" y="150352"/>
                </a:lnTo>
                <a:lnTo>
                  <a:pt x="5395" y="152304"/>
                </a:lnTo>
                <a:lnTo>
                  <a:pt x="5395" y="154168"/>
                </a:lnTo>
                <a:lnTo>
                  <a:pt x="5395" y="156121"/>
                </a:lnTo>
                <a:lnTo>
                  <a:pt x="5712" y="158073"/>
                </a:lnTo>
                <a:lnTo>
                  <a:pt x="5712" y="160026"/>
                </a:lnTo>
                <a:lnTo>
                  <a:pt x="5712" y="162156"/>
                </a:lnTo>
                <a:lnTo>
                  <a:pt x="5712" y="164020"/>
                </a:lnTo>
                <a:lnTo>
                  <a:pt x="5712" y="165973"/>
                </a:lnTo>
                <a:lnTo>
                  <a:pt x="5712" y="167925"/>
                </a:lnTo>
                <a:lnTo>
                  <a:pt x="5712" y="169878"/>
                </a:lnTo>
                <a:lnTo>
                  <a:pt x="5712" y="171742"/>
                </a:lnTo>
                <a:lnTo>
                  <a:pt x="5712" y="173961"/>
                </a:lnTo>
                <a:lnTo>
                  <a:pt x="6188" y="175824"/>
                </a:lnTo>
                <a:lnTo>
                  <a:pt x="6188" y="177600"/>
                </a:lnTo>
                <a:lnTo>
                  <a:pt x="6188" y="179730"/>
                </a:lnTo>
                <a:lnTo>
                  <a:pt x="6188" y="181682"/>
                </a:lnTo>
                <a:lnTo>
                  <a:pt x="6188" y="183546"/>
                </a:lnTo>
                <a:lnTo>
                  <a:pt x="6506" y="185499"/>
                </a:lnTo>
                <a:lnTo>
                  <a:pt x="6506" y="187451"/>
                </a:lnTo>
                <a:lnTo>
                  <a:pt x="6506" y="189404"/>
                </a:lnTo>
                <a:lnTo>
                  <a:pt x="6506" y="191534"/>
                </a:lnTo>
                <a:lnTo>
                  <a:pt x="6506" y="193220"/>
                </a:lnTo>
                <a:lnTo>
                  <a:pt x="6982" y="195351"/>
                </a:lnTo>
                <a:lnTo>
                  <a:pt x="6982" y="197303"/>
                </a:lnTo>
                <a:lnTo>
                  <a:pt x="6982" y="199256"/>
                </a:lnTo>
                <a:lnTo>
                  <a:pt x="6982" y="201120"/>
                </a:lnTo>
                <a:lnTo>
                  <a:pt x="6982" y="203072"/>
                </a:lnTo>
                <a:lnTo>
                  <a:pt x="7299" y="205025"/>
                </a:lnTo>
                <a:lnTo>
                  <a:pt x="7299" y="206978"/>
                </a:lnTo>
                <a:lnTo>
                  <a:pt x="7299" y="208841"/>
                </a:lnTo>
                <a:lnTo>
                  <a:pt x="7299" y="210794"/>
                </a:lnTo>
                <a:lnTo>
                  <a:pt x="7775" y="212924"/>
                </a:lnTo>
                <a:lnTo>
                  <a:pt x="7775" y="214699"/>
                </a:lnTo>
                <a:lnTo>
                  <a:pt x="7775" y="216563"/>
                </a:lnTo>
                <a:lnTo>
                  <a:pt x="7775" y="218782"/>
                </a:lnTo>
                <a:lnTo>
                  <a:pt x="7775" y="220468"/>
                </a:lnTo>
                <a:lnTo>
                  <a:pt x="8093" y="222421"/>
                </a:lnTo>
                <a:lnTo>
                  <a:pt x="8093" y="224285"/>
                </a:lnTo>
                <a:lnTo>
                  <a:pt x="8093" y="226238"/>
                </a:lnTo>
                <a:lnTo>
                  <a:pt x="8093" y="228368"/>
                </a:lnTo>
                <a:lnTo>
                  <a:pt x="8093" y="230143"/>
                </a:lnTo>
                <a:lnTo>
                  <a:pt x="8093" y="232007"/>
                </a:lnTo>
                <a:lnTo>
                  <a:pt x="8093" y="234137"/>
                </a:lnTo>
                <a:lnTo>
                  <a:pt x="8093" y="235912"/>
                </a:lnTo>
                <a:lnTo>
                  <a:pt x="8093" y="237865"/>
                </a:lnTo>
                <a:lnTo>
                  <a:pt x="8093" y="239728"/>
                </a:lnTo>
                <a:lnTo>
                  <a:pt x="8410" y="241681"/>
                </a:lnTo>
                <a:lnTo>
                  <a:pt x="8410" y="243634"/>
                </a:lnTo>
                <a:lnTo>
                  <a:pt x="8410" y="245498"/>
                </a:lnTo>
                <a:lnTo>
                  <a:pt x="8410" y="247450"/>
                </a:lnTo>
                <a:lnTo>
                  <a:pt x="8886" y="249403"/>
                </a:lnTo>
                <a:lnTo>
                  <a:pt x="8886" y="251355"/>
                </a:lnTo>
                <a:lnTo>
                  <a:pt x="8886" y="253042"/>
                </a:lnTo>
                <a:lnTo>
                  <a:pt x="8886" y="255172"/>
                </a:lnTo>
                <a:lnTo>
                  <a:pt x="8886" y="256947"/>
                </a:lnTo>
                <a:lnTo>
                  <a:pt x="9203" y="259077"/>
                </a:lnTo>
                <a:lnTo>
                  <a:pt x="9203" y="260764"/>
                </a:lnTo>
                <a:lnTo>
                  <a:pt x="9203" y="262716"/>
                </a:lnTo>
                <a:lnTo>
                  <a:pt x="9203" y="264669"/>
                </a:lnTo>
                <a:lnTo>
                  <a:pt x="9203" y="266533"/>
                </a:lnTo>
                <a:lnTo>
                  <a:pt x="9679" y="268485"/>
                </a:lnTo>
                <a:lnTo>
                  <a:pt x="9679" y="270438"/>
                </a:lnTo>
                <a:lnTo>
                  <a:pt x="9679" y="272124"/>
                </a:lnTo>
                <a:lnTo>
                  <a:pt x="9679" y="274254"/>
                </a:lnTo>
                <a:lnTo>
                  <a:pt x="9679" y="276029"/>
                </a:lnTo>
                <a:lnTo>
                  <a:pt x="9997" y="277893"/>
                </a:lnTo>
                <a:lnTo>
                  <a:pt x="9997" y="279846"/>
                </a:lnTo>
                <a:lnTo>
                  <a:pt x="9997" y="281799"/>
                </a:lnTo>
                <a:lnTo>
                  <a:pt x="9997" y="283751"/>
                </a:lnTo>
                <a:lnTo>
                  <a:pt x="9997" y="285438"/>
                </a:lnTo>
                <a:lnTo>
                  <a:pt x="9997" y="287390"/>
                </a:lnTo>
                <a:lnTo>
                  <a:pt x="9997" y="289254"/>
                </a:lnTo>
                <a:lnTo>
                  <a:pt x="9997" y="291207"/>
                </a:lnTo>
                <a:lnTo>
                  <a:pt x="9997" y="293159"/>
                </a:lnTo>
                <a:lnTo>
                  <a:pt x="10314" y="294846"/>
                </a:lnTo>
                <a:lnTo>
                  <a:pt x="10314" y="296798"/>
                </a:lnTo>
                <a:lnTo>
                  <a:pt x="10314" y="298751"/>
                </a:lnTo>
                <a:lnTo>
                  <a:pt x="10314" y="300615"/>
                </a:lnTo>
                <a:lnTo>
                  <a:pt x="10314" y="302567"/>
                </a:lnTo>
                <a:lnTo>
                  <a:pt x="10790" y="304254"/>
                </a:lnTo>
                <a:lnTo>
                  <a:pt x="10790" y="306206"/>
                </a:lnTo>
                <a:lnTo>
                  <a:pt x="10790" y="308159"/>
                </a:lnTo>
                <a:lnTo>
                  <a:pt x="10790" y="309845"/>
                </a:lnTo>
                <a:lnTo>
                  <a:pt x="10790" y="311976"/>
                </a:lnTo>
                <a:lnTo>
                  <a:pt x="11108" y="313751"/>
                </a:lnTo>
                <a:lnTo>
                  <a:pt x="11108" y="315615"/>
                </a:lnTo>
                <a:lnTo>
                  <a:pt x="11108" y="317390"/>
                </a:lnTo>
                <a:lnTo>
                  <a:pt x="11108" y="319342"/>
                </a:lnTo>
                <a:lnTo>
                  <a:pt x="11584" y="321206"/>
                </a:lnTo>
                <a:lnTo>
                  <a:pt x="11584" y="322981"/>
                </a:lnTo>
                <a:lnTo>
                  <a:pt x="11584" y="325111"/>
                </a:lnTo>
                <a:lnTo>
                  <a:pt x="11584" y="326798"/>
                </a:lnTo>
                <a:lnTo>
                  <a:pt x="11584" y="328750"/>
                </a:lnTo>
                <a:lnTo>
                  <a:pt x="11901" y="330437"/>
                </a:lnTo>
                <a:lnTo>
                  <a:pt x="11901" y="332389"/>
                </a:lnTo>
                <a:lnTo>
                  <a:pt x="11901" y="334342"/>
                </a:lnTo>
                <a:lnTo>
                  <a:pt x="11901" y="336028"/>
                </a:lnTo>
                <a:lnTo>
                  <a:pt x="11901" y="337981"/>
                </a:lnTo>
                <a:lnTo>
                  <a:pt x="12377" y="339667"/>
                </a:lnTo>
                <a:lnTo>
                  <a:pt x="12377" y="341620"/>
                </a:lnTo>
                <a:lnTo>
                  <a:pt x="12377" y="343573"/>
                </a:lnTo>
                <a:lnTo>
                  <a:pt x="12377" y="345259"/>
                </a:lnTo>
                <a:lnTo>
                  <a:pt x="12377" y="347212"/>
                </a:lnTo>
                <a:lnTo>
                  <a:pt x="12377" y="348898"/>
                </a:lnTo>
                <a:lnTo>
                  <a:pt x="12377" y="351028"/>
                </a:lnTo>
                <a:lnTo>
                  <a:pt x="12377" y="352714"/>
                </a:lnTo>
                <a:lnTo>
                  <a:pt x="12377" y="354667"/>
                </a:lnTo>
                <a:lnTo>
                  <a:pt x="12694" y="356442"/>
                </a:lnTo>
                <a:lnTo>
                  <a:pt x="12694" y="358306"/>
                </a:lnTo>
                <a:lnTo>
                  <a:pt x="12694" y="360081"/>
                </a:lnTo>
                <a:lnTo>
                  <a:pt x="12694" y="361767"/>
                </a:lnTo>
                <a:lnTo>
                  <a:pt x="12694" y="363720"/>
                </a:lnTo>
                <a:lnTo>
                  <a:pt x="13012" y="365584"/>
                </a:lnTo>
                <a:lnTo>
                  <a:pt x="13012" y="367537"/>
                </a:lnTo>
                <a:lnTo>
                  <a:pt x="13012" y="369223"/>
                </a:lnTo>
                <a:lnTo>
                  <a:pt x="13012" y="371176"/>
                </a:lnTo>
                <a:lnTo>
                  <a:pt x="13012" y="372951"/>
                </a:lnTo>
                <a:lnTo>
                  <a:pt x="13488" y="374815"/>
                </a:lnTo>
                <a:lnTo>
                  <a:pt x="13488" y="376590"/>
                </a:lnTo>
                <a:lnTo>
                  <a:pt x="13488" y="378276"/>
                </a:lnTo>
                <a:lnTo>
                  <a:pt x="13488" y="380229"/>
                </a:lnTo>
                <a:lnTo>
                  <a:pt x="13488" y="381915"/>
                </a:lnTo>
                <a:lnTo>
                  <a:pt x="13805" y="383868"/>
                </a:lnTo>
                <a:lnTo>
                  <a:pt x="13805" y="385554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6837758" y="3593309"/>
            <a:ext cx="13488" cy="325715"/>
          </a:xfrm>
          <a:custGeom>
            <a:avLst/>
            <a:gdLst/>
            <a:ahLst/>
            <a:cxnLst/>
            <a:rect l="l" t="t" r="r" b="b"/>
            <a:pathLst>
              <a:path w="13488" h="325715">
                <a:moveTo>
                  <a:pt x="0" y="0"/>
                </a:moveTo>
                <a:lnTo>
                  <a:pt x="0" y="1952"/>
                </a:lnTo>
                <a:lnTo>
                  <a:pt x="0" y="3638"/>
                </a:lnTo>
                <a:lnTo>
                  <a:pt x="476" y="5591"/>
                </a:lnTo>
                <a:lnTo>
                  <a:pt x="476" y="7277"/>
                </a:lnTo>
                <a:lnTo>
                  <a:pt x="476" y="9230"/>
                </a:lnTo>
                <a:lnTo>
                  <a:pt x="476" y="10916"/>
                </a:lnTo>
                <a:lnTo>
                  <a:pt x="476" y="12869"/>
                </a:lnTo>
                <a:lnTo>
                  <a:pt x="476" y="14555"/>
                </a:lnTo>
                <a:lnTo>
                  <a:pt x="476" y="16331"/>
                </a:lnTo>
                <a:lnTo>
                  <a:pt x="476" y="18194"/>
                </a:lnTo>
                <a:lnTo>
                  <a:pt x="476" y="19970"/>
                </a:lnTo>
                <a:lnTo>
                  <a:pt x="476" y="21656"/>
                </a:lnTo>
                <a:lnTo>
                  <a:pt x="793" y="23342"/>
                </a:lnTo>
                <a:lnTo>
                  <a:pt x="793" y="25295"/>
                </a:lnTo>
                <a:lnTo>
                  <a:pt x="793" y="26981"/>
                </a:lnTo>
                <a:lnTo>
                  <a:pt x="793" y="28934"/>
                </a:lnTo>
                <a:lnTo>
                  <a:pt x="793" y="30709"/>
                </a:lnTo>
                <a:lnTo>
                  <a:pt x="1110" y="32573"/>
                </a:lnTo>
                <a:lnTo>
                  <a:pt x="1110" y="34348"/>
                </a:lnTo>
                <a:lnTo>
                  <a:pt x="1110" y="36034"/>
                </a:lnTo>
                <a:lnTo>
                  <a:pt x="1110" y="37721"/>
                </a:lnTo>
                <a:lnTo>
                  <a:pt x="1586" y="39673"/>
                </a:lnTo>
                <a:lnTo>
                  <a:pt x="1586" y="41360"/>
                </a:lnTo>
                <a:lnTo>
                  <a:pt x="1586" y="43312"/>
                </a:lnTo>
                <a:lnTo>
                  <a:pt x="1586" y="44821"/>
                </a:lnTo>
                <a:lnTo>
                  <a:pt x="1586" y="46774"/>
                </a:lnTo>
                <a:lnTo>
                  <a:pt x="1904" y="48460"/>
                </a:lnTo>
                <a:lnTo>
                  <a:pt x="1904" y="50413"/>
                </a:lnTo>
                <a:lnTo>
                  <a:pt x="1904" y="51922"/>
                </a:lnTo>
                <a:lnTo>
                  <a:pt x="1904" y="53785"/>
                </a:lnTo>
                <a:lnTo>
                  <a:pt x="1904" y="55561"/>
                </a:lnTo>
                <a:lnTo>
                  <a:pt x="2380" y="57513"/>
                </a:lnTo>
                <a:lnTo>
                  <a:pt x="2380" y="58933"/>
                </a:lnTo>
                <a:lnTo>
                  <a:pt x="2380" y="60886"/>
                </a:lnTo>
                <a:lnTo>
                  <a:pt x="2380" y="62661"/>
                </a:lnTo>
                <a:lnTo>
                  <a:pt x="2380" y="64347"/>
                </a:lnTo>
                <a:lnTo>
                  <a:pt x="2697" y="66034"/>
                </a:lnTo>
                <a:lnTo>
                  <a:pt x="2697" y="67986"/>
                </a:lnTo>
                <a:lnTo>
                  <a:pt x="2697" y="69673"/>
                </a:lnTo>
                <a:lnTo>
                  <a:pt x="2697" y="71448"/>
                </a:lnTo>
                <a:lnTo>
                  <a:pt x="2697" y="73134"/>
                </a:lnTo>
                <a:lnTo>
                  <a:pt x="2697" y="74820"/>
                </a:lnTo>
                <a:lnTo>
                  <a:pt x="2697" y="76596"/>
                </a:lnTo>
                <a:lnTo>
                  <a:pt x="2697" y="78459"/>
                </a:lnTo>
                <a:lnTo>
                  <a:pt x="2697" y="80235"/>
                </a:lnTo>
                <a:lnTo>
                  <a:pt x="3173" y="81921"/>
                </a:lnTo>
                <a:lnTo>
                  <a:pt x="3173" y="83607"/>
                </a:lnTo>
                <a:lnTo>
                  <a:pt x="3173" y="85382"/>
                </a:lnTo>
                <a:lnTo>
                  <a:pt x="3173" y="87246"/>
                </a:lnTo>
                <a:lnTo>
                  <a:pt x="3173" y="88755"/>
                </a:lnTo>
                <a:lnTo>
                  <a:pt x="3491" y="90708"/>
                </a:lnTo>
                <a:lnTo>
                  <a:pt x="3491" y="92217"/>
                </a:lnTo>
                <a:lnTo>
                  <a:pt x="3491" y="94169"/>
                </a:lnTo>
                <a:lnTo>
                  <a:pt x="3491" y="95678"/>
                </a:lnTo>
                <a:lnTo>
                  <a:pt x="3491" y="97542"/>
                </a:lnTo>
                <a:lnTo>
                  <a:pt x="3808" y="99051"/>
                </a:lnTo>
                <a:lnTo>
                  <a:pt x="3808" y="101003"/>
                </a:lnTo>
                <a:lnTo>
                  <a:pt x="3808" y="102503"/>
                </a:lnTo>
                <a:lnTo>
                  <a:pt x="3808" y="104429"/>
                </a:lnTo>
                <a:lnTo>
                  <a:pt x="4284" y="106142"/>
                </a:lnTo>
                <a:lnTo>
                  <a:pt x="4284" y="107864"/>
                </a:lnTo>
                <a:lnTo>
                  <a:pt x="4284" y="109577"/>
                </a:lnTo>
                <a:lnTo>
                  <a:pt x="4284" y="111290"/>
                </a:lnTo>
                <a:lnTo>
                  <a:pt x="4284" y="113012"/>
                </a:lnTo>
                <a:lnTo>
                  <a:pt x="4601" y="114512"/>
                </a:lnTo>
                <a:lnTo>
                  <a:pt x="4601" y="116438"/>
                </a:lnTo>
                <a:lnTo>
                  <a:pt x="4601" y="117938"/>
                </a:lnTo>
                <a:lnTo>
                  <a:pt x="4601" y="119873"/>
                </a:lnTo>
                <a:lnTo>
                  <a:pt x="4601" y="121373"/>
                </a:lnTo>
                <a:lnTo>
                  <a:pt x="4601" y="123086"/>
                </a:lnTo>
                <a:lnTo>
                  <a:pt x="4601" y="125012"/>
                </a:lnTo>
                <a:lnTo>
                  <a:pt x="4601" y="126521"/>
                </a:lnTo>
                <a:lnTo>
                  <a:pt x="4601" y="128234"/>
                </a:lnTo>
                <a:lnTo>
                  <a:pt x="4601" y="129947"/>
                </a:lnTo>
                <a:lnTo>
                  <a:pt x="5077" y="131660"/>
                </a:lnTo>
                <a:lnTo>
                  <a:pt x="5077" y="133381"/>
                </a:lnTo>
                <a:lnTo>
                  <a:pt x="5077" y="135094"/>
                </a:lnTo>
                <a:lnTo>
                  <a:pt x="5077" y="136807"/>
                </a:lnTo>
                <a:lnTo>
                  <a:pt x="5395" y="138307"/>
                </a:lnTo>
                <a:lnTo>
                  <a:pt x="5395" y="140029"/>
                </a:lnTo>
                <a:lnTo>
                  <a:pt x="5395" y="141742"/>
                </a:lnTo>
                <a:lnTo>
                  <a:pt x="5395" y="143455"/>
                </a:lnTo>
                <a:lnTo>
                  <a:pt x="5395" y="145168"/>
                </a:lnTo>
                <a:lnTo>
                  <a:pt x="5712" y="146668"/>
                </a:lnTo>
                <a:lnTo>
                  <a:pt x="5712" y="148603"/>
                </a:lnTo>
                <a:lnTo>
                  <a:pt x="5712" y="150103"/>
                </a:lnTo>
                <a:lnTo>
                  <a:pt x="5712" y="151816"/>
                </a:lnTo>
                <a:lnTo>
                  <a:pt x="5712" y="153316"/>
                </a:lnTo>
                <a:lnTo>
                  <a:pt x="6188" y="155038"/>
                </a:lnTo>
                <a:lnTo>
                  <a:pt x="6188" y="156751"/>
                </a:lnTo>
                <a:lnTo>
                  <a:pt x="6188" y="158464"/>
                </a:lnTo>
                <a:lnTo>
                  <a:pt x="6188" y="160177"/>
                </a:lnTo>
                <a:lnTo>
                  <a:pt x="6188" y="161686"/>
                </a:lnTo>
                <a:lnTo>
                  <a:pt x="6506" y="163399"/>
                </a:lnTo>
                <a:lnTo>
                  <a:pt x="6506" y="165112"/>
                </a:lnTo>
                <a:lnTo>
                  <a:pt x="6506" y="166612"/>
                </a:lnTo>
                <a:lnTo>
                  <a:pt x="6506" y="168333"/>
                </a:lnTo>
                <a:lnTo>
                  <a:pt x="6982" y="169833"/>
                </a:lnTo>
                <a:lnTo>
                  <a:pt x="6982" y="171546"/>
                </a:lnTo>
                <a:lnTo>
                  <a:pt x="6982" y="173259"/>
                </a:lnTo>
                <a:lnTo>
                  <a:pt x="6982" y="174759"/>
                </a:lnTo>
                <a:lnTo>
                  <a:pt x="6982" y="176481"/>
                </a:lnTo>
                <a:lnTo>
                  <a:pt x="6982" y="178194"/>
                </a:lnTo>
                <a:lnTo>
                  <a:pt x="6982" y="179907"/>
                </a:lnTo>
                <a:lnTo>
                  <a:pt x="6982" y="181620"/>
                </a:lnTo>
                <a:lnTo>
                  <a:pt x="6982" y="183120"/>
                </a:lnTo>
                <a:lnTo>
                  <a:pt x="6982" y="184629"/>
                </a:lnTo>
                <a:lnTo>
                  <a:pt x="7299" y="186342"/>
                </a:lnTo>
                <a:lnTo>
                  <a:pt x="7299" y="187842"/>
                </a:lnTo>
                <a:lnTo>
                  <a:pt x="7299" y="189555"/>
                </a:lnTo>
                <a:lnTo>
                  <a:pt x="7299" y="191055"/>
                </a:lnTo>
                <a:lnTo>
                  <a:pt x="7299" y="192777"/>
                </a:lnTo>
                <a:lnTo>
                  <a:pt x="7775" y="194490"/>
                </a:lnTo>
                <a:lnTo>
                  <a:pt x="7775" y="195990"/>
                </a:lnTo>
                <a:lnTo>
                  <a:pt x="7775" y="197703"/>
                </a:lnTo>
                <a:lnTo>
                  <a:pt x="7775" y="199425"/>
                </a:lnTo>
                <a:lnTo>
                  <a:pt x="8093" y="200924"/>
                </a:lnTo>
                <a:lnTo>
                  <a:pt x="8093" y="202637"/>
                </a:lnTo>
                <a:lnTo>
                  <a:pt x="8093" y="204137"/>
                </a:lnTo>
                <a:lnTo>
                  <a:pt x="8093" y="205637"/>
                </a:lnTo>
                <a:lnTo>
                  <a:pt x="8093" y="207350"/>
                </a:lnTo>
                <a:lnTo>
                  <a:pt x="8410" y="208859"/>
                </a:lnTo>
                <a:lnTo>
                  <a:pt x="8410" y="210572"/>
                </a:lnTo>
                <a:lnTo>
                  <a:pt x="8410" y="212072"/>
                </a:lnTo>
                <a:lnTo>
                  <a:pt x="8410" y="213572"/>
                </a:lnTo>
                <a:lnTo>
                  <a:pt x="8410" y="215285"/>
                </a:lnTo>
                <a:lnTo>
                  <a:pt x="8886" y="217007"/>
                </a:lnTo>
                <a:lnTo>
                  <a:pt x="8886" y="218507"/>
                </a:lnTo>
                <a:lnTo>
                  <a:pt x="8886" y="220007"/>
                </a:lnTo>
                <a:lnTo>
                  <a:pt x="8886" y="221720"/>
                </a:lnTo>
                <a:lnTo>
                  <a:pt x="8886" y="223220"/>
                </a:lnTo>
                <a:lnTo>
                  <a:pt x="8886" y="224720"/>
                </a:lnTo>
                <a:lnTo>
                  <a:pt x="8886" y="226442"/>
                </a:lnTo>
                <a:lnTo>
                  <a:pt x="8886" y="227942"/>
                </a:lnTo>
                <a:lnTo>
                  <a:pt x="8886" y="229442"/>
                </a:lnTo>
                <a:lnTo>
                  <a:pt x="9203" y="231155"/>
                </a:lnTo>
                <a:lnTo>
                  <a:pt x="9203" y="232655"/>
                </a:lnTo>
                <a:lnTo>
                  <a:pt x="9203" y="234155"/>
                </a:lnTo>
                <a:lnTo>
                  <a:pt x="9203" y="235876"/>
                </a:lnTo>
                <a:lnTo>
                  <a:pt x="9203" y="237376"/>
                </a:lnTo>
                <a:lnTo>
                  <a:pt x="9679" y="238876"/>
                </a:lnTo>
                <a:lnTo>
                  <a:pt x="9679" y="240589"/>
                </a:lnTo>
                <a:lnTo>
                  <a:pt x="9679" y="241876"/>
                </a:lnTo>
                <a:lnTo>
                  <a:pt x="9679" y="243589"/>
                </a:lnTo>
                <a:lnTo>
                  <a:pt x="9679" y="245311"/>
                </a:lnTo>
                <a:lnTo>
                  <a:pt x="9997" y="246598"/>
                </a:lnTo>
                <a:lnTo>
                  <a:pt x="9997" y="248311"/>
                </a:lnTo>
                <a:lnTo>
                  <a:pt x="9997" y="249811"/>
                </a:lnTo>
                <a:lnTo>
                  <a:pt x="9997" y="251311"/>
                </a:lnTo>
                <a:lnTo>
                  <a:pt x="9997" y="252811"/>
                </a:lnTo>
                <a:lnTo>
                  <a:pt x="10314" y="254524"/>
                </a:lnTo>
                <a:lnTo>
                  <a:pt x="10314" y="256033"/>
                </a:lnTo>
                <a:lnTo>
                  <a:pt x="10314" y="257533"/>
                </a:lnTo>
                <a:lnTo>
                  <a:pt x="10314" y="259033"/>
                </a:lnTo>
                <a:lnTo>
                  <a:pt x="10314" y="260533"/>
                </a:lnTo>
                <a:lnTo>
                  <a:pt x="10790" y="262033"/>
                </a:lnTo>
                <a:lnTo>
                  <a:pt x="10790" y="263533"/>
                </a:lnTo>
                <a:lnTo>
                  <a:pt x="10790" y="265246"/>
                </a:lnTo>
                <a:lnTo>
                  <a:pt x="10790" y="266746"/>
                </a:lnTo>
                <a:lnTo>
                  <a:pt x="11108" y="268033"/>
                </a:lnTo>
                <a:lnTo>
                  <a:pt x="11108" y="269754"/>
                </a:lnTo>
                <a:lnTo>
                  <a:pt x="11108" y="271254"/>
                </a:lnTo>
                <a:lnTo>
                  <a:pt x="11108" y="272754"/>
                </a:lnTo>
                <a:lnTo>
                  <a:pt x="11108" y="274254"/>
                </a:lnTo>
                <a:lnTo>
                  <a:pt x="11108" y="275754"/>
                </a:lnTo>
                <a:lnTo>
                  <a:pt x="11108" y="277254"/>
                </a:lnTo>
                <a:lnTo>
                  <a:pt x="11108" y="278754"/>
                </a:lnTo>
                <a:lnTo>
                  <a:pt x="11108" y="280254"/>
                </a:lnTo>
                <a:lnTo>
                  <a:pt x="11108" y="281763"/>
                </a:lnTo>
                <a:lnTo>
                  <a:pt x="11584" y="283263"/>
                </a:lnTo>
                <a:lnTo>
                  <a:pt x="11584" y="284763"/>
                </a:lnTo>
                <a:lnTo>
                  <a:pt x="11584" y="286263"/>
                </a:lnTo>
                <a:lnTo>
                  <a:pt x="11584" y="287763"/>
                </a:lnTo>
                <a:lnTo>
                  <a:pt x="11584" y="289263"/>
                </a:lnTo>
                <a:lnTo>
                  <a:pt x="11901" y="290763"/>
                </a:lnTo>
                <a:lnTo>
                  <a:pt x="11901" y="292263"/>
                </a:lnTo>
                <a:lnTo>
                  <a:pt x="11901" y="293763"/>
                </a:lnTo>
                <a:lnTo>
                  <a:pt x="11901" y="295050"/>
                </a:lnTo>
                <a:lnTo>
                  <a:pt x="12218" y="296559"/>
                </a:lnTo>
                <a:lnTo>
                  <a:pt x="12218" y="298272"/>
                </a:lnTo>
                <a:lnTo>
                  <a:pt x="12218" y="299772"/>
                </a:lnTo>
                <a:lnTo>
                  <a:pt x="12218" y="301059"/>
                </a:lnTo>
                <a:lnTo>
                  <a:pt x="12218" y="302559"/>
                </a:lnTo>
                <a:lnTo>
                  <a:pt x="12694" y="304059"/>
                </a:lnTo>
                <a:lnTo>
                  <a:pt x="12694" y="305558"/>
                </a:lnTo>
                <a:lnTo>
                  <a:pt x="12694" y="306845"/>
                </a:lnTo>
                <a:lnTo>
                  <a:pt x="12694" y="308345"/>
                </a:lnTo>
                <a:lnTo>
                  <a:pt x="12694" y="309845"/>
                </a:lnTo>
                <a:lnTo>
                  <a:pt x="13012" y="311345"/>
                </a:lnTo>
                <a:lnTo>
                  <a:pt x="13012" y="312854"/>
                </a:lnTo>
                <a:lnTo>
                  <a:pt x="13012" y="314141"/>
                </a:lnTo>
                <a:lnTo>
                  <a:pt x="13012" y="315641"/>
                </a:lnTo>
                <a:lnTo>
                  <a:pt x="13012" y="317141"/>
                </a:lnTo>
                <a:lnTo>
                  <a:pt x="13012" y="318641"/>
                </a:lnTo>
                <a:lnTo>
                  <a:pt x="13012" y="319928"/>
                </a:lnTo>
                <a:lnTo>
                  <a:pt x="13012" y="321428"/>
                </a:lnTo>
                <a:lnTo>
                  <a:pt x="13012" y="322928"/>
                </a:lnTo>
                <a:lnTo>
                  <a:pt x="13488" y="324428"/>
                </a:lnTo>
                <a:lnTo>
                  <a:pt x="13488" y="325715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6851246" y="3919024"/>
            <a:ext cx="13805" cy="236081"/>
          </a:xfrm>
          <a:custGeom>
            <a:avLst/>
            <a:gdLst/>
            <a:ahLst/>
            <a:cxnLst/>
            <a:rect l="l" t="t" r="r" b="b"/>
            <a:pathLst>
              <a:path w="13805" h="236081">
                <a:moveTo>
                  <a:pt x="0" y="0"/>
                </a:moveTo>
                <a:lnTo>
                  <a:pt x="0" y="1499"/>
                </a:lnTo>
                <a:lnTo>
                  <a:pt x="0" y="2999"/>
                </a:lnTo>
                <a:lnTo>
                  <a:pt x="0" y="4508"/>
                </a:lnTo>
                <a:lnTo>
                  <a:pt x="317" y="5786"/>
                </a:lnTo>
                <a:lnTo>
                  <a:pt x="317" y="7073"/>
                </a:lnTo>
                <a:lnTo>
                  <a:pt x="317" y="8582"/>
                </a:lnTo>
                <a:lnTo>
                  <a:pt x="317" y="10082"/>
                </a:lnTo>
                <a:lnTo>
                  <a:pt x="317" y="11582"/>
                </a:lnTo>
                <a:lnTo>
                  <a:pt x="793" y="12869"/>
                </a:lnTo>
                <a:lnTo>
                  <a:pt x="793" y="14156"/>
                </a:lnTo>
                <a:lnTo>
                  <a:pt x="793" y="15656"/>
                </a:lnTo>
                <a:lnTo>
                  <a:pt x="793" y="17156"/>
                </a:lnTo>
                <a:lnTo>
                  <a:pt x="793" y="18443"/>
                </a:lnTo>
                <a:lnTo>
                  <a:pt x="1110" y="19943"/>
                </a:lnTo>
                <a:lnTo>
                  <a:pt x="1110" y="21230"/>
                </a:lnTo>
                <a:lnTo>
                  <a:pt x="1110" y="22730"/>
                </a:lnTo>
                <a:lnTo>
                  <a:pt x="1110" y="24017"/>
                </a:lnTo>
                <a:lnTo>
                  <a:pt x="1428" y="25517"/>
                </a:lnTo>
                <a:lnTo>
                  <a:pt x="1428" y="27017"/>
                </a:lnTo>
                <a:lnTo>
                  <a:pt x="1428" y="28304"/>
                </a:lnTo>
                <a:lnTo>
                  <a:pt x="1428" y="29591"/>
                </a:lnTo>
                <a:lnTo>
                  <a:pt x="1428" y="31091"/>
                </a:lnTo>
                <a:lnTo>
                  <a:pt x="1428" y="32378"/>
                </a:lnTo>
                <a:lnTo>
                  <a:pt x="1428" y="33878"/>
                </a:lnTo>
                <a:lnTo>
                  <a:pt x="1428" y="35164"/>
                </a:lnTo>
                <a:lnTo>
                  <a:pt x="1428" y="36664"/>
                </a:lnTo>
                <a:lnTo>
                  <a:pt x="1428" y="37738"/>
                </a:lnTo>
                <a:lnTo>
                  <a:pt x="1904" y="39238"/>
                </a:lnTo>
                <a:lnTo>
                  <a:pt x="1904" y="40738"/>
                </a:lnTo>
                <a:lnTo>
                  <a:pt x="1904" y="42025"/>
                </a:lnTo>
                <a:lnTo>
                  <a:pt x="1904" y="43525"/>
                </a:lnTo>
                <a:lnTo>
                  <a:pt x="1904" y="44812"/>
                </a:lnTo>
                <a:lnTo>
                  <a:pt x="2221" y="46099"/>
                </a:lnTo>
                <a:lnTo>
                  <a:pt x="2221" y="47386"/>
                </a:lnTo>
                <a:lnTo>
                  <a:pt x="2221" y="48673"/>
                </a:lnTo>
                <a:lnTo>
                  <a:pt x="2221" y="50173"/>
                </a:lnTo>
                <a:lnTo>
                  <a:pt x="2697" y="51460"/>
                </a:lnTo>
                <a:lnTo>
                  <a:pt x="2697" y="52960"/>
                </a:lnTo>
                <a:lnTo>
                  <a:pt x="2697" y="54247"/>
                </a:lnTo>
                <a:lnTo>
                  <a:pt x="2697" y="55534"/>
                </a:lnTo>
                <a:lnTo>
                  <a:pt x="2697" y="56821"/>
                </a:lnTo>
                <a:lnTo>
                  <a:pt x="3015" y="58108"/>
                </a:lnTo>
                <a:lnTo>
                  <a:pt x="3015" y="59608"/>
                </a:lnTo>
                <a:lnTo>
                  <a:pt x="3015" y="60895"/>
                </a:lnTo>
                <a:lnTo>
                  <a:pt x="3015" y="62182"/>
                </a:lnTo>
                <a:lnTo>
                  <a:pt x="3015" y="63682"/>
                </a:lnTo>
                <a:lnTo>
                  <a:pt x="3332" y="64969"/>
                </a:lnTo>
                <a:lnTo>
                  <a:pt x="3332" y="66256"/>
                </a:lnTo>
                <a:lnTo>
                  <a:pt x="3332" y="67330"/>
                </a:lnTo>
                <a:lnTo>
                  <a:pt x="3332" y="68829"/>
                </a:lnTo>
                <a:lnTo>
                  <a:pt x="3332" y="70116"/>
                </a:lnTo>
                <a:lnTo>
                  <a:pt x="3808" y="71403"/>
                </a:lnTo>
                <a:lnTo>
                  <a:pt x="3808" y="72690"/>
                </a:lnTo>
                <a:lnTo>
                  <a:pt x="3808" y="74190"/>
                </a:lnTo>
                <a:lnTo>
                  <a:pt x="3808" y="75477"/>
                </a:lnTo>
                <a:lnTo>
                  <a:pt x="3808" y="76764"/>
                </a:lnTo>
                <a:lnTo>
                  <a:pt x="3808" y="78051"/>
                </a:lnTo>
                <a:lnTo>
                  <a:pt x="3808" y="79125"/>
                </a:lnTo>
                <a:lnTo>
                  <a:pt x="3808" y="80412"/>
                </a:lnTo>
                <a:lnTo>
                  <a:pt x="3808" y="81699"/>
                </a:lnTo>
                <a:lnTo>
                  <a:pt x="4125" y="83199"/>
                </a:lnTo>
                <a:lnTo>
                  <a:pt x="4125" y="84486"/>
                </a:lnTo>
                <a:lnTo>
                  <a:pt x="4125" y="85773"/>
                </a:lnTo>
                <a:lnTo>
                  <a:pt x="4125" y="87060"/>
                </a:lnTo>
                <a:lnTo>
                  <a:pt x="4125" y="88347"/>
                </a:lnTo>
                <a:lnTo>
                  <a:pt x="4601" y="89634"/>
                </a:lnTo>
                <a:lnTo>
                  <a:pt x="4601" y="90921"/>
                </a:lnTo>
                <a:lnTo>
                  <a:pt x="4601" y="92199"/>
                </a:lnTo>
                <a:lnTo>
                  <a:pt x="4601" y="93273"/>
                </a:lnTo>
                <a:lnTo>
                  <a:pt x="4601" y="94560"/>
                </a:lnTo>
                <a:lnTo>
                  <a:pt x="4919" y="95847"/>
                </a:lnTo>
                <a:lnTo>
                  <a:pt x="4919" y="97134"/>
                </a:lnTo>
                <a:lnTo>
                  <a:pt x="4919" y="98421"/>
                </a:lnTo>
                <a:lnTo>
                  <a:pt x="4919" y="99708"/>
                </a:lnTo>
                <a:lnTo>
                  <a:pt x="5395" y="100995"/>
                </a:lnTo>
                <a:lnTo>
                  <a:pt x="5395" y="102068"/>
                </a:lnTo>
                <a:lnTo>
                  <a:pt x="5395" y="103355"/>
                </a:lnTo>
                <a:lnTo>
                  <a:pt x="5395" y="104642"/>
                </a:lnTo>
                <a:lnTo>
                  <a:pt x="5395" y="105929"/>
                </a:lnTo>
                <a:lnTo>
                  <a:pt x="5712" y="107216"/>
                </a:lnTo>
                <a:lnTo>
                  <a:pt x="5712" y="108503"/>
                </a:lnTo>
                <a:lnTo>
                  <a:pt x="5712" y="109790"/>
                </a:lnTo>
                <a:lnTo>
                  <a:pt x="5712" y="110855"/>
                </a:lnTo>
                <a:lnTo>
                  <a:pt x="5712" y="112142"/>
                </a:lnTo>
                <a:lnTo>
                  <a:pt x="5712" y="113429"/>
                </a:lnTo>
                <a:lnTo>
                  <a:pt x="5712" y="114503"/>
                </a:lnTo>
                <a:lnTo>
                  <a:pt x="5712" y="115790"/>
                </a:lnTo>
                <a:lnTo>
                  <a:pt x="5712" y="116864"/>
                </a:lnTo>
                <a:lnTo>
                  <a:pt x="5712" y="118151"/>
                </a:lnTo>
                <a:lnTo>
                  <a:pt x="6030" y="119438"/>
                </a:lnTo>
                <a:lnTo>
                  <a:pt x="6030" y="120503"/>
                </a:lnTo>
                <a:lnTo>
                  <a:pt x="6030" y="121790"/>
                </a:lnTo>
                <a:lnTo>
                  <a:pt x="6030" y="123077"/>
                </a:lnTo>
                <a:lnTo>
                  <a:pt x="6506" y="124151"/>
                </a:lnTo>
                <a:lnTo>
                  <a:pt x="6506" y="125438"/>
                </a:lnTo>
                <a:lnTo>
                  <a:pt x="6506" y="126512"/>
                </a:lnTo>
                <a:lnTo>
                  <a:pt x="6506" y="127799"/>
                </a:lnTo>
                <a:lnTo>
                  <a:pt x="6506" y="129086"/>
                </a:lnTo>
                <a:lnTo>
                  <a:pt x="6823" y="130160"/>
                </a:lnTo>
                <a:lnTo>
                  <a:pt x="6823" y="131447"/>
                </a:lnTo>
                <a:lnTo>
                  <a:pt x="6823" y="132512"/>
                </a:lnTo>
                <a:lnTo>
                  <a:pt x="6823" y="133799"/>
                </a:lnTo>
                <a:lnTo>
                  <a:pt x="6823" y="134873"/>
                </a:lnTo>
                <a:lnTo>
                  <a:pt x="7299" y="136160"/>
                </a:lnTo>
                <a:lnTo>
                  <a:pt x="7299" y="137233"/>
                </a:lnTo>
                <a:lnTo>
                  <a:pt x="7299" y="138520"/>
                </a:lnTo>
                <a:lnTo>
                  <a:pt x="7299" y="139594"/>
                </a:lnTo>
                <a:lnTo>
                  <a:pt x="7299" y="140881"/>
                </a:lnTo>
                <a:lnTo>
                  <a:pt x="7616" y="141946"/>
                </a:lnTo>
                <a:lnTo>
                  <a:pt x="7616" y="143233"/>
                </a:lnTo>
                <a:lnTo>
                  <a:pt x="7616" y="144307"/>
                </a:lnTo>
                <a:lnTo>
                  <a:pt x="7616" y="145381"/>
                </a:lnTo>
                <a:lnTo>
                  <a:pt x="7934" y="146668"/>
                </a:lnTo>
                <a:lnTo>
                  <a:pt x="7934" y="147742"/>
                </a:lnTo>
                <a:lnTo>
                  <a:pt x="7934" y="148807"/>
                </a:lnTo>
                <a:lnTo>
                  <a:pt x="7934" y="150094"/>
                </a:lnTo>
                <a:lnTo>
                  <a:pt x="7934" y="151168"/>
                </a:lnTo>
                <a:lnTo>
                  <a:pt x="7934" y="152455"/>
                </a:lnTo>
                <a:lnTo>
                  <a:pt x="7934" y="153529"/>
                </a:lnTo>
                <a:lnTo>
                  <a:pt x="7934" y="154816"/>
                </a:lnTo>
                <a:lnTo>
                  <a:pt x="7934" y="155890"/>
                </a:lnTo>
                <a:lnTo>
                  <a:pt x="7934" y="156955"/>
                </a:lnTo>
                <a:lnTo>
                  <a:pt x="8410" y="158242"/>
                </a:lnTo>
                <a:lnTo>
                  <a:pt x="8410" y="159316"/>
                </a:lnTo>
                <a:lnTo>
                  <a:pt x="8410" y="160390"/>
                </a:lnTo>
                <a:lnTo>
                  <a:pt x="8410" y="161464"/>
                </a:lnTo>
                <a:lnTo>
                  <a:pt x="8410" y="162538"/>
                </a:lnTo>
                <a:lnTo>
                  <a:pt x="8727" y="163825"/>
                </a:lnTo>
                <a:lnTo>
                  <a:pt x="8727" y="164890"/>
                </a:lnTo>
                <a:lnTo>
                  <a:pt x="8727" y="165964"/>
                </a:lnTo>
                <a:lnTo>
                  <a:pt x="8727" y="167038"/>
                </a:lnTo>
                <a:lnTo>
                  <a:pt x="9203" y="168112"/>
                </a:lnTo>
                <a:lnTo>
                  <a:pt x="9203" y="169185"/>
                </a:lnTo>
                <a:lnTo>
                  <a:pt x="9203" y="170251"/>
                </a:lnTo>
                <a:lnTo>
                  <a:pt x="9203" y="171324"/>
                </a:lnTo>
                <a:lnTo>
                  <a:pt x="9203" y="172398"/>
                </a:lnTo>
                <a:lnTo>
                  <a:pt x="9521" y="173685"/>
                </a:lnTo>
                <a:lnTo>
                  <a:pt x="9521" y="174759"/>
                </a:lnTo>
                <a:lnTo>
                  <a:pt x="9521" y="175824"/>
                </a:lnTo>
                <a:lnTo>
                  <a:pt x="9521" y="176898"/>
                </a:lnTo>
                <a:lnTo>
                  <a:pt x="9521" y="177972"/>
                </a:lnTo>
                <a:lnTo>
                  <a:pt x="9997" y="179046"/>
                </a:lnTo>
                <a:lnTo>
                  <a:pt x="9997" y="180120"/>
                </a:lnTo>
                <a:lnTo>
                  <a:pt x="9997" y="181185"/>
                </a:lnTo>
                <a:lnTo>
                  <a:pt x="9997" y="182259"/>
                </a:lnTo>
                <a:lnTo>
                  <a:pt x="9997" y="183333"/>
                </a:lnTo>
                <a:lnTo>
                  <a:pt x="9997" y="184407"/>
                </a:lnTo>
                <a:lnTo>
                  <a:pt x="9997" y="185481"/>
                </a:lnTo>
                <a:lnTo>
                  <a:pt x="9997" y="186546"/>
                </a:lnTo>
                <a:lnTo>
                  <a:pt x="9997" y="187620"/>
                </a:lnTo>
                <a:lnTo>
                  <a:pt x="10314" y="188694"/>
                </a:lnTo>
                <a:lnTo>
                  <a:pt x="10314" y="189768"/>
                </a:lnTo>
                <a:lnTo>
                  <a:pt x="10314" y="190842"/>
                </a:lnTo>
                <a:lnTo>
                  <a:pt x="10314" y="191694"/>
                </a:lnTo>
                <a:lnTo>
                  <a:pt x="10314" y="192768"/>
                </a:lnTo>
                <a:lnTo>
                  <a:pt x="10631" y="193842"/>
                </a:lnTo>
                <a:lnTo>
                  <a:pt x="10631" y="194916"/>
                </a:lnTo>
                <a:lnTo>
                  <a:pt x="10631" y="195981"/>
                </a:lnTo>
                <a:lnTo>
                  <a:pt x="10631" y="197055"/>
                </a:lnTo>
                <a:lnTo>
                  <a:pt x="10631" y="198129"/>
                </a:lnTo>
                <a:lnTo>
                  <a:pt x="11108" y="198990"/>
                </a:lnTo>
                <a:lnTo>
                  <a:pt x="11108" y="200055"/>
                </a:lnTo>
                <a:lnTo>
                  <a:pt x="11108" y="201129"/>
                </a:lnTo>
                <a:lnTo>
                  <a:pt x="11108" y="201990"/>
                </a:lnTo>
                <a:lnTo>
                  <a:pt x="11108" y="203063"/>
                </a:lnTo>
                <a:lnTo>
                  <a:pt x="11425" y="204129"/>
                </a:lnTo>
                <a:lnTo>
                  <a:pt x="11425" y="205203"/>
                </a:lnTo>
                <a:lnTo>
                  <a:pt x="11425" y="206063"/>
                </a:lnTo>
                <a:lnTo>
                  <a:pt x="11425" y="207137"/>
                </a:lnTo>
                <a:lnTo>
                  <a:pt x="11901" y="208202"/>
                </a:lnTo>
                <a:lnTo>
                  <a:pt x="11901" y="209063"/>
                </a:lnTo>
                <a:lnTo>
                  <a:pt x="11901" y="210137"/>
                </a:lnTo>
                <a:lnTo>
                  <a:pt x="11901" y="211211"/>
                </a:lnTo>
                <a:lnTo>
                  <a:pt x="11901" y="212063"/>
                </a:lnTo>
                <a:lnTo>
                  <a:pt x="12218" y="213137"/>
                </a:lnTo>
                <a:lnTo>
                  <a:pt x="12218" y="213998"/>
                </a:lnTo>
                <a:lnTo>
                  <a:pt x="12218" y="215072"/>
                </a:lnTo>
                <a:lnTo>
                  <a:pt x="12218" y="216137"/>
                </a:lnTo>
                <a:lnTo>
                  <a:pt x="12218" y="217211"/>
                </a:lnTo>
                <a:lnTo>
                  <a:pt x="12218" y="218072"/>
                </a:lnTo>
                <a:lnTo>
                  <a:pt x="12218" y="218924"/>
                </a:lnTo>
                <a:lnTo>
                  <a:pt x="12218" y="219998"/>
                </a:lnTo>
                <a:lnTo>
                  <a:pt x="12218" y="220859"/>
                </a:lnTo>
                <a:lnTo>
                  <a:pt x="12218" y="221933"/>
                </a:lnTo>
                <a:lnTo>
                  <a:pt x="12536" y="222998"/>
                </a:lnTo>
                <a:lnTo>
                  <a:pt x="12536" y="223859"/>
                </a:lnTo>
                <a:lnTo>
                  <a:pt x="12536" y="224720"/>
                </a:lnTo>
                <a:lnTo>
                  <a:pt x="12536" y="225572"/>
                </a:lnTo>
                <a:lnTo>
                  <a:pt x="13012" y="226646"/>
                </a:lnTo>
                <a:lnTo>
                  <a:pt x="13012" y="227720"/>
                </a:lnTo>
                <a:lnTo>
                  <a:pt x="13012" y="228581"/>
                </a:lnTo>
                <a:lnTo>
                  <a:pt x="13012" y="229433"/>
                </a:lnTo>
                <a:lnTo>
                  <a:pt x="13012" y="230294"/>
                </a:lnTo>
                <a:lnTo>
                  <a:pt x="13329" y="231368"/>
                </a:lnTo>
                <a:lnTo>
                  <a:pt x="13329" y="232433"/>
                </a:lnTo>
                <a:lnTo>
                  <a:pt x="13329" y="233294"/>
                </a:lnTo>
                <a:lnTo>
                  <a:pt x="13329" y="234155"/>
                </a:lnTo>
                <a:lnTo>
                  <a:pt x="13329" y="235007"/>
                </a:lnTo>
                <a:lnTo>
                  <a:pt x="13805" y="236081"/>
                </a:lnTo>
              </a:path>
            </a:pathLst>
          </a:custGeom>
          <a:ln w="1951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6865052" y="4155105"/>
            <a:ext cx="13012" cy="124151"/>
          </a:xfrm>
          <a:custGeom>
            <a:avLst/>
            <a:gdLst/>
            <a:ahLst/>
            <a:cxnLst/>
            <a:rect l="l" t="t" r="r" b="b"/>
            <a:pathLst>
              <a:path w="13012" h="124151">
                <a:moveTo>
                  <a:pt x="0" y="0"/>
                </a:moveTo>
                <a:lnTo>
                  <a:pt x="0" y="860"/>
                </a:lnTo>
                <a:lnTo>
                  <a:pt x="0" y="1712"/>
                </a:lnTo>
                <a:lnTo>
                  <a:pt x="0" y="2573"/>
                </a:lnTo>
                <a:lnTo>
                  <a:pt x="0" y="3647"/>
                </a:lnTo>
                <a:lnTo>
                  <a:pt x="317" y="4499"/>
                </a:lnTo>
                <a:lnTo>
                  <a:pt x="317" y="5360"/>
                </a:lnTo>
                <a:lnTo>
                  <a:pt x="317" y="6221"/>
                </a:lnTo>
                <a:lnTo>
                  <a:pt x="317" y="7295"/>
                </a:lnTo>
                <a:lnTo>
                  <a:pt x="317" y="8147"/>
                </a:lnTo>
                <a:lnTo>
                  <a:pt x="317" y="9008"/>
                </a:lnTo>
                <a:lnTo>
                  <a:pt x="317" y="9860"/>
                </a:lnTo>
                <a:lnTo>
                  <a:pt x="317" y="10721"/>
                </a:lnTo>
                <a:lnTo>
                  <a:pt x="317" y="11582"/>
                </a:lnTo>
                <a:lnTo>
                  <a:pt x="634" y="12434"/>
                </a:lnTo>
                <a:lnTo>
                  <a:pt x="634" y="13295"/>
                </a:lnTo>
                <a:lnTo>
                  <a:pt x="634" y="14369"/>
                </a:lnTo>
                <a:lnTo>
                  <a:pt x="634" y="15221"/>
                </a:lnTo>
                <a:lnTo>
                  <a:pt x="634" y="16082"/>
                </a:lnTo>
                <a:lnTo>
                  <a:pt x="1110" y="16730"/>
                </a:lnTo>
                <a:lnTo>
                  <a:pt x="1110" y="17795"/>
                </a:lnTo>
                <a:lnTo>
                  <a:pt x="1110" y="18656"/>
                </a:lnTo>
                <a:lnTo>
                  <a:pt x="1110" y="19517"/>
                </a:lnTo>
                <a:lnTo>
                  <a:pt x="1110" y="20156"/>
                </a:lnTo>
                <a:lnTo>
                  <a:pt x="1428" y="21230"/>
                </a:lnTo>
                <a:lnTo>
                  <a:pt x="1428" y="22082"/>
                </a:lnTo>
                <a:lnTo>
                  <a:pt x="1428" y="22730"/>
                </a:lnTo>
                <a:lnTo>
                  <a:pt x="1428" y="23804"/>
                </a:lnTo>
                <a:lnTo>
                  <a:pt x="1904" y="24656"/>
                </a:lnTo>
                <a:lnTo>
                  <a:pt x="1904" y="25304"/>
                </a:lnTo>
                <a:lnTo>
                  <a:pt x="1904" y="26165"/>
                </a:lnTo>
                <a:lnTo>
                  <a:pt x="1904" y="27017"/>
                </a:lnTo>
                <a:lnTo>
                  <a:pt x="1904" y="27878"/>
                </a:lnTo>
                <a:lnTo>
                  <a:pt x="2221" y="28730"/>
                </a:lnTo>
                <a:lnTo>
                  <a:pt x="2221" y="29591"/>
                </a:lnTo>
                <a:lnTo>
                  <a:pt x="2221" y="30452"/>
                </a:lnTo>
                <a:lnTo>
                  <a:pt x="2221" y="31091"/>
                </a:lnTo>
                <a:lnTo>
                  <a:pt x="2221" y="31952"/>
                </a:lnTo>
                <a:lnTo>
                  <a:pt x="2697" y="32804"/>
                </a:lnTo>
                <a:lnTo>
                  <a:pt x="2697" y="33451"/>
                </a:lnTo>
                <a:lnTo>
                  <a:pt x="2697" y="34312"/>
                </a:lnTo>
                <a:lnTo>
                  <a:pt x="2697" y="35164"/>
                </a:lnTo>
                <a:lnTo>
                  <a:pt x="2697" y="36025"/>
                </a:lnTo>
                <a:lnTo>
                  <a:pt x="2697" y="36664"/>
                </a:lnTo>
                <a:lnTo>
                  <a:pt x="2697" y="37525"/>
                </a:lnTo>
                <a:lnTo>
                  <a:pt x="2697" y="38386"/>
                </a:lnTo>
                <a:lnTo>
                  <a:pt x="2697" y="39025"/>
                </a:lnTo>
                <a:lnTo>
                  <a:pt x="3015" y="40099"/>
                </a:lnTo>
                <a:lnTo>
                  <a:pt x="3015" y="40738"/>
                </a:lnTo>
                <a:lnTo>
                  <a:pt x="3015" y="41386"/>
                </a:lnTo>
                <a:lnTo>
                  <a:pt x="3015" y="42238"/>
                </a:lnTo>
                <a:lnTo>
                  <a:pt x="3015" y="43099"/>
                </a:lnTo>
                <a:lnTo>
                  <a:pt x="3332" y="43747"/>
                </a:lnTo>
                <a:lnTo>
                  <a:pt x="3332" y="44599"/>
                </a:lnTo>
                <a:lnTo>
                  <a:pt x="3332" y="45247"/>
                </a:lnTo>
                <a:lnTo>
                  <a:pt x="3332" y="46099"/>
                </a:lnTo>
                <a:lnTo>
                  <a:pt x="3332" y="46960"/>
                </a:lnTo>
                <a:lnTo>
                  <a:pt x="3808" y="47599"/>
                </a:lnTo>
                <a:lnTo>
                  <a:pt x="3808" y="48460"/>
                </a:lnTo>
                <a:lnTo>
                  <a:pt x="3808" y="49108"/>
                </a:lnTo>
                <a:lnTo>
                  <a:pt x="3808" y="49747"/>
                </a:lnTo>
                <a:lnTo>
                  <a:pt x="3808" y="50608"/>
                </a:lnTo>
                <a:lnTo>
                  <a:pt x="4125" y="51247"/>
                </a:lnTo>
                <a:lnTo>
                  <a:pt x="4125" y="52108"/>
                </a:lnTo>
                <a:lnTo>
                  <a:pt x="4125" y="52960"/>
                </a:lnTo>
                <a:lnTo>
                  <a:pt x="4125" y="53608"/>
                </a:lnTo>
                <a:lnTo>
                  <a:pt x="4601" y="54469"/>
                </a:lnTo>
                <a:lnTo>
                  <a:pt x="4601" y="55108"/>
                </a:lnTo>
                <a:lnTo>
                  <a:pt x="4601" y="55747"/>
                </a:lnTo>
                <a:lnTo>
                  <a:pt x="4601" y="56608"/>
                </a:lnTo>
                <a:lnTo>
                  <a:pt x="4601" y="57034"/>
                </a:lnTo>
                <a:lnTo>
                  <a:pt x="4601" y="57895"/>
                </a:lnTo>
                <a:lnTo>
                  <a:pt x="4601" y="58543"/>
                </a:lnTo>
                <a:lnTo>
                  <a:pt x="4601" y="59182"/>
                </a:lnTo>
                <a:lnTo>
                  <a:pt x="4601" y="60043"/>
                </a:lnTo>
                <a:lnTo>
                  <a:pt x="4601" y="60682"/>
                </a:lnTo>
                <a:lnTo>
                  <a:pt x="4919" y="61543"/>
                </a:lnTo>
                <a:lnTo>
                  <a:pt x="4919" y="62182"/>
                </a:lnTo>
                <a:lnTo>
                  <a:pt x="4919" y="62617"/>
                </a:lnTo>
                <a:lnTo>
                  <a:pt x="4919" y="63469"/>
                </a:lnTo>
                <a:lnTo>
                  <a:pt x="4919" y="64117"/>
                </a:lnTo>
                <a:lnTo>
                  <a:pt x="5236" y="64969"/>
                </a:lnTo>
                <a:lnTo>
                  <a:pt x="5236" y="65617"/>
                </a:lnTo>
                <a:lnTo>
                  <a:pt x="5236" y="66256"/>
                </a:lnTo>
                <a:lnTo>
                  <a:pt x="5236" y="66903"/>
                </a:lnTo>
                <a:lnTo>
                  <a:pt x="5712" y="67543"/>
                </a:lnTo>
                <a:lnTo>
                  <a:pt x="5712" y="68190"/>
                </a:lnTo>
                <a:lnTo>
                  <a:pt x="5712" y="68829"/>
                </a:lnTo>
                <a:lnTo>
                  <a:pt x="5712" y="69690"/>
                </a:lnTo>
                <a:lnTo>
                  <a:pt x="5712" y="70116"/>
                </a:lnTo>
                <a:lnTo>
                  <a:pt x="6030" y="70977"/>
                </a:lnTo>
                <a:lnTo>
                  <a:pt x="6030" y="71616"/>
                </a:lnTo>
                <a:lnTo>
                  <a:pt x="6030" y="72051"/>
                </a:lnTo>
                <a:lnTo>
                  <a:pt x="6030" y="72903"/>
                </a:lnTo>
                <a:lnTo>
                  <a:pt x="6030" y="73329"/>
                </a:lnTo>
                <a:lnTo>
                  <a:pt x="6506" y="74190"/>
                </a:lnTo>
                <a:lnTo>
                  <a:pt x="6506" y="74616"/>
                </a:lnTo>
                <a:lnTo>
                  <a:pt x="6506" y="75477"/>
                </a:lnTo>
                <a:lnTo>
                  <a:pt x="6506" y="75903"/>
                </a:lnTo>
                <a:lnTo>
                  <a:pt x="6506" y="76764"/>
                </a:lnTo>
                <a:lnTo>
                  <a:pt x="6506" y="77190"/>
                </a:lnTo>
                <a:lnTo>
                  <a:pt x="6506" y="78051"/>
                </a:lnTo>
                <a:lnTo>
                  <a:pt x="6506" y="78477"/>
                </a:lnTo>
                <a:lnTo>
                  <a:pt x="6506" y="79125"/>
                </a:lnTo>
                <a:lnTo>
                  <a:pt x="6823" y="79764"/>
                </a:lnTo>
                <a:lnTo>
                  <a:pt x="6823" y="80412"/>
                </a:lnTo>
                <a:lnTo>
                  <a:pt x="6823" y="81051"/>
                </a:lnTo>
                <a:lnTo>
                  <a:pt x="6823" y="81486"/>
                </a:lnTo>
                <a:lnTo>
                  <a:pt x="6823" y="82125"/>
                </a:lnTo>
                <a:lnTo>
                  <a:pt x="7299" y="82764"/>
                </a:lnTo>
                <a:lnTo>
                  <a:pt x="7299" y="83412"/>
                </a:lnTo>
                <a:lnTo>
                  <a:pt x="7299" y="83838"/>
                </a:lnTo>
                <a:lnTo>
                  <a:pt x="7299" y="84486"/>
                </a:lnTo>
                <a:lnTo>
                  <a:pt x="7299" y="85125"/>
                </a:lnTo>
                <a:lnTo>
                  <a:pt x="7616" y="85773"/>
                </a:lnTo>
                <a:lnTo>
                  <a:pt x="7616" y="86412"/>
                </a:lnTo>
                <a:lnTo>
                  <a:pt x="7616" y="86838"/>
                </a:lnTo>
                <a:lnTo>
                  <a:pt x="7616" y="87486"/>
                </a:lnTo>
                <a:lnTo>
                  <a:pt x="7616" y="87912"/>
                </a:lnTo>
                <a:lnTo>
                  <a:pt x="7934" y="88773"/>
                </a:lnTo>
                <a:lnTo>
                  <a:pt x="7934" y="89199"/>
                </a:lnTo>
                <a:lnTo>
                  <a:pt x="7934" y="89847"/>
                </a:lnTo>
                <a:lnTo>
                  <a:pt x="7934" y="90273"/>
                </a:lnTo>
                <a:lnTo>
                  <a:pt x="8410" y="90912"/>
                </a:lnTo>
                <a:lnTo>
                  <a:pt x="8410" y="91347"/>
                </a:lnTo>
                <a:lnTo>
                  <a:pt x="8410" y="91986"/>
                </a:lnTo>
                <a:lnTo>
                  <a:pt x="8410" y="92421"/>
                </a:lnTo>
                <a:lnTo>
                  <a:pt x="8410" y="93060"/>
                </a:lnTo>
                <a:lnTo>
                  <a:pt x="8727" y="93486"/>
                </a:lnTo>
                <a:lnTo>
                  <a:pt x="8727" y="94134"/>
                </a:lnTo>
                <a:lnTo>
                  <a:pt x="8727" y="94560"/>
                </a:lnTo>
                <a:lnTo>
                  <a:pt x="8727" y="95208"/>
                </a:lnTo>
                <a:lnTo>
                  <a:pt x="8727" y="95847"/>
                </a:lnTo>
                <a:lnTo>
                  <a:pt x="8727" y="96273"/>
                </a:lnTo>
                <a:lnTo>
                  <a:pt x="8727" y="96921"/>
                </a:lnTo>
                <a:lnTo>
                  <a:pt x="8727" y="97134"/>
                </a:lnTo>
                <a:lnTo>
                  <a:pt x="8727" y="97782"/>
                </a:lnTo>
                <a:lnTo>
                  <a:pt x="8727" y="98208"/>
                </a:lnTo>
                <a:lnTo>
                  <a:pt x="9203" y="98847"/>
                </a:lnTo>
                <a:lnTo>
                  <a:pt x="9203" y="99282"/>
                </a:lnTo>
                <a:lnTo>
                  <a:pt x="9203" y="99708"/>
                </a:lnTo>
                <a:lnTo>
                  <a:pt x="9203" y="100355"/>
                </a:lnTo>
                <a:lnTo>
                  <a:pt x="9521" y="100782"/>
                </a:lnTo>
                <a:lnTo>
                  <a:pt x="9521" y="101421"/>
                </a:lnTo>
                <a:lnTo>
                  <a:pt x="9521" y="101634"/>
                </a:lnTo>
                <a:lnTo>
                  <a:pt x="9521" y="102281"/>
                </a:lnTo>
                <a:lnTo>
                  <a:pt x="9521" y="102921"/>
                </a:lnTo>
                <a:lnTo>
                  <a:pt x="9838" y="103142"/>
                </a:lnTo>
                <a:lnTo>
                  <a:pt x="9838" y="103781"/>
                </a:lnTo>
                <a:lnTo>
                  <a:pt x="9838" y="104207"/>
                </a:lnTo>
                <a:lnTo>
                  <a:pt x="9838" y="104642"/>
                </a:lnTo>
                <a:lnTo>
                  <a:pt x="9838" y="105281"/>
                </a:lnTo>
                <a:lnTo>
                  <a:pt x="10314" y="105494"/>
                </a:lnTo>
                <a:lnTo>
                  <a:pt x="10314" y="106142"/>
                </a:lnTo>
                <a:lnTo>
                  <a:pt x="10314" y="106568"/>
                </a:lnTo>
                <a:lnTo>
                  <a:pt x="10314" y="106994"/>
                </a:lnTo>
                <a:lnTo>
                  <a:pt x="10314" y="107642"/>
                </a:lnTo>
                <a:lnTo>
                  <a:pt x="10631" y="107855"/>
                </a:lnTo>
                <a:lnTo>
                  <a:pt x="10631" y="108503"/>
                </a:lnTo>
                <a:lnTo>
                  <a:pt x="10631" y="108716"/>
                </a:lnTo>
                <a:lnTo>
                  <a:pt x="10631" y="109142"/>
                </a:lnTo>
                <a:lnTo>
                  <a:pt x="10631" y="109790"/>
                </a:lnTo>
                <a:lnTo>
                  <a:pt x="10631" y="110003"/>
                </a:lnTo>
                <a:lnTo>
                  <a:pt x="10631" y="110642"/>
                </a:lnTo>
                <a:lnTo>
                  <a:pt x="10631" y="111068"/>
                </a:lnTo>
                <a:lnTo>
                  <a:pt x="10631" y="111290"/>
                </a:lnTo>
                <a:lnTo>
                  <a:pt x="11108" y="111929"/>
                </a:lnTo>
                <a:lnTo>
                  <a:pt x="11108" y="112355"/>
                </a:lnTo>
                <a:lnTo>
                  <a:pt x="11108" y="112577"/>
                </a:lnTo>
                <a:lnTo>
                  <a:pt x="11108" y="113216"/>
                </a:lnTo>
                <a:lnTo>
                  <a:pt x="11108" y="113429"/>
                </a:lnTo>
                <a:lnTo>
                  <a:pt x="11425" y="113864"/>
                </a:lnTo>
                <a:lnTo>
                  <a:pt x="11425" y="114290"/>
                </a:lnTo>
                <a:lnTo>
                  <a:pt x="11425" y="114716"/>
                </a:lnTo>
                <a:lnTo>
                  <a:pt x="11425" y="115142"/>
                </a:lnTo>
                <a:lnTo>
                  <a:pt x="11425" y="115577"/>
                </a:lnTo>
                <a:lnTo>
                  <a:pt x="11901" y="115790"/>
                </a:lnTo>
                <a:lnTo>
                  <a:pt x="11901" y="116216"/>
                </a:lnTo>
                <a:lnTo>
                  <a:pt x="11901" y="116651"/>
                </a:lnTo>
                <a:lnTo>
                  <a:pt x="11901" y="117077"/>
                </a:lnTo>
                <a:lnTo>
                  <a:pt x="11901" y="117503"/>
                </a:lnTo>
                <a:lnTo>
                  <a:pt x="12218" y="117938"/>
                </a:lnTo>
                <a:lnTo>
                  <a:pt x="12218" y="118151"/>
                </a:lnTo>
                <a:lnTo>
                  <a:pt x="12218" y="118577"/>
                </a:lnTo>
                <a:lnTo>
                  <a:pt x="12218" y="119003"/>
                </a:lnTo>
                <a:lnTo>
                  <a:pt x="12536" y="119438"/>
                </a:lnTo>
                <a:lnTo>
                  <a:pt x="12536" y="119651"/>
                </a:lnTo>
                <a:lnTo>
                  <a:pt x="12536" y="120077"/>
                </a:lnTo>
                <a:lnTo>
                  <a:pt x="12536" y="120503"/>
                </a:lnTo>
                <a:lnTo>
                  <a:pt x="12536" y="120725"/>
                </a:lnTo>
                <a:lnTo>
                  <a:pt x="13012" y="120938"/>
                </a:lnTo>
                <a:lnTo>
                  <a:pt x="13012" y="121364"/>
                </a:lnTo>
                <a:lnTo>
                  <a:pt x="13012" y="121790"/>
                </a:lnTo>
                <a:lnTo>
                  <a:pt x="13012" y="122012"/>
                </a:lnTo>
                <a:lnTo>
                  <a:pt x="13012" y="122438"/>
                </a:lnTo>
                <a:lnTo>
                  <a:pt x="13012" y="122864"/>
                </a:lnTo>
                <a:lnTo>
                  <a:pt x="13012" y="123077"/>
                </a:lnTo>
                <a:lnTo>
                  <a:pt x="13012" y="123299"/>
                </a:lnTo>
                <a:lnTo>
                  <a:pt x="13012" y="123725"/>
                </a:lnTo>
                <a:lnTo>
                  <a:pt x="13012" y="124151"/>
                </a:lnTo>
              </a:path>
            </a:pathLst>
          </a:custGeom>
          <a:ln w="1944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6878064" y="4279256"/>
            <a:ext cx="13805" cy="15869"/>
          </a:xfrm>
          <a:custGeom>
            <a:avLst/>
            <a:gdLst/>
            <a:ahLst/>
            <a:cxnLst/>
            <a:rect l="l" t="t" r="r" b="b"/>
            <a:pathLst>
              <a:path w="13805" h="15869">
                <a:moveTo>
                  <a:pt x="0" y="0"/>
                </a:moveTo>
                <a:lnTo>
                  <a:pt x="317" y="213"/>
                </a:lnTo>
                <a:lnTo>
                  <a:pt x="317" y="426"/>
                </a:lnTo>
                <a:lnTo>
                  <a:pt x="317" y="860"/>
                </a:lnTo>
                <a:lnTo>
                  <a:pt x="317" y="1073"/>
                </a:lnTo>
                <a:lnTo>
                  <a:pt x="793" y="1286"/>
                </a:lnTo>
                <a:lnTo>
                  <a:pt x="793" y="1712"/>
                </a:lnTo>
                <a:lnTo>
                  <a:pt x="793" y="2147"/>
                </a:lnTo>
                <a:lnTo>
                  <a:pt x="793" y="2360"/>
                </a:lnTo>
                <a:lnTo>
                  <a:pt x="793" y="2573"/>
                </a:lnTo>
                <a:lnTo>
                  <a:pt x="1110" y="2999"/>
                </a:lnTo>
                <a:lnTo>
                  <a:pt x="1110" y="3221"/>
                </a:lnTo>
                <a:lnTo>
                  <a:pt x="1110" y="3434"/>
                </a:lnTo>
                <a:lnTo>
                  <a:pt x="1110" y="3647"/>
                </a:lnTo>
                <a:lnTo>
                  <a:pt x="1110" y="4073"/>
                </a:lnTo>
                <a:lnTo>
                  <a:pt x="1428" y="4286"/>
                </a:lnTo>
                <a:lnTo>
                  <a:pt x="1428" y="4721"/>
                </a:lnTo>
                <a:lnTo>
                  <a:pt x="1428" y="5147"/>
                </a:lnTo>
                <a:lnTo>
                  <a:pt x="1428" y="5360"/>
                </a:lnTo>
                <a:lnTo>
                  <a:pt x="1904" y="5786"/>
                </a:lnTo>
                <a:lnTo>
                  <a:pt x="1904" y="6008"/>
                </a:lnTo>
                <a:lnTo>
                  <a:pt x="1904" y="6434"/>
                </a:lnTo>
                <a:lnTo>
                  <a:pt x="1904" y="6647"/>
                </a:lnTo>
                <a:lnTo>
                  <a:pt x="1904" y="6860"/>
                </a:lnTo>
                <a:lnTo>
                  <a:pt x="1904" y="7073"/>
                </a:lnTo>
                <a:lnTo>
                  <a:pt x="1904" y="7295"/>
                </a:lnTo>
                <a:lnTo>
                  <a:pt x="1904" y="7508"/>
                </a:lnTo>
                <a:lnTo>
                  <a:pt x="2221" y="7721"/>
                </a:lnTo>
                <a:lnTo>
                  <a:pt x="2221" y="8147"/>
                </a:lnTo>
                <a:lnTo>
                  <a:pt x="2221" y="8360"/>
                </a:lnTo>
                <a:lnTo>
                  <a:pt x="2221" y="8573"/>
                </a:lnTo>
                <a:lnTo>
                  <a:pt x="2697" y="8795"/>
                </a:lnTo>
                <a:lnTo>
                  <a:pt x="2697" y="9221"/>
                </a:lnTo>
                <a:lnTo>
                  <a:pt x="2697" y="9434"/>
                </a:lnTo>
                <a:lnTo>
                  <a:pt x="2697" y="9647"/>
                </a:lnTo>
                <a:lnTo>
                  <a:pt x="3015" y="9860"/>
                </a:lnTo>
                <a:lnTo>
                  <a:pt x="3015" y="10082"/>
                </a:lnTo>
                <a:lnTo>
                  <a:pt x="3015" y="10295"/>
                </a:lnTo>
                <a:lnTo>
                  <a:pt x="3015" y="10508"/>
                </a:lnTo>
                <a:lnTo>
                  <a:pt x="3332" y="10508"/>
                </a:lnTo>
                <a:lnTo>
                  <a:pt x="3332" y="10721"/>
                </a:lnTo>
                <a:lnTo>
                  <a:pt x="3332" y="10934"/>
                </a:lnTo>
                <a:lnTo>
                  <a:pt x="3332" y="11147"/>
                </a:lnTo>
                <a:lnTo>
                  <a:pt x="3332" y="11369"/>
                </a:lnTo>
                <a:lnTo>
                  <a:pt x="3808" y="11582"/>
                </a:lnTo>
                <a:lnTo>
                  <a:pt x="3808" y="11795"/>
                </a:lnTo>
                <a:lnTo>
                  <a:pt x="3808" y="12008"/>
                </a:lnTo>
                <a:lnTo>
                  <a:pt x="3808" y="12221"/>
                </a:lnTo>
                <a:lnTo>
                  <a:pt x="4125" y="12221"/>
                </a:lnTo>
                <a:lnTo>
                  <a:pt x="4125" y="12434"/>
                </a:lnTo>
                <a:lnTo>
                  <a:pt x="4125" y="12656"/>
                </a:lnTo>
                <a:lnTo>
                  <a:pt x="4125" y="12869"/>
                </a:lnTo>
                <a:lnTo>
                  <a:pt x="4125" y="13082"/>
                </a:lnTo>
                <a:lnTo>
                  <a:pt x="4125" y="13295"/>
                </a:lnTo>
                <a:lnTo>
                  <a:pt x="4601" y="13508"/>
                </a:lnTo>
                <a:lnTo>
                  <a:pt x="4601" y="13721"/>
                </a:lnTo>
                <a:lnTo>
                  <a:pt x="4601" y="13934"/>
                </a:lnTo>
                <a:lnTo>
                  <a:pt x="4601" y="14156"/>
                </a:lnTo>
                <a:lnTo>
                  <a:pt x="4919" y="14156"/>
                </a:lnTo>
                <a:lnTo>
                  <a:pt x="4919" y="14369"/>
                </a:lnTo>
                <a:lnTo>
                  <a:pt x="5395" y="14582"/>
                </a:lnTo>
                <a:lnTo>
                  <a:pt x="5395" y="14795"/>
                </a:lnTo>
                <a:lnTo>
                  <a:pt x="5395" y="15008"/>
                </a:lnTo>
                <a:lnTo>
                  <a:pt x="5712" y="15008"/>
                </a:lnTo>
                <a:lnTo>
                  <a:pt x="5712" y="15221"/>
                </a:lnTo>
                <a:lnTo>
                  <a:pt x="6030" y="15221"/>
                </a:lnTo>
                <a:lnTo>
                  <a:pt x="6030" y="15443"/>
                </a:lnTo>
                <a:lnTo>
                  <a:pt x="6030" y="15656"/>
                </a:lnTo>
                <a:lnTo>
                  <a:pt x="6506" y="15656"/>
                </a:lnTo>
                <a:lnTo>
                  <a:pt x="6506" y="15869"/>
                </a:lnTo>
                <a:lnTo>
                  <a:pt x="6823" y="15869"/>
                </a:lnTo>
                <a:lnTo>
                  <a:pt x="7299" y="15869"/>
                </a:lnTo>
                <a:lnTo>
                  <a:pt x="7616" y="15869"/>
                </a:lnTo>
                <a:lnTo>
                  <a:pt x="7616" y="15656"/>
                </a:lnTo>
                <a:lnTo>
                  <a:pt x="7934" y="15656"/>
                </a:lnTo>
                <a:lnTo>
                  <a:pt x="7934" y="15656"/>
                </a:lnTo>
                <a:lnTo>
                  <a:pt x="7934" y="15443"/>
                </a:lnTo>
                <a:lnTo>
                  <a:pt x="8410" y="15443"/>
                </a:lnTo>
                <a:lnTo>
                  <a:pt x="8410" y="15008"/>
                </a:lnTo>
                <a:lnTo>
                  <a:pt x="8727" y="15008"/>
                </a:lnTo>
                <a:lnTo>
                  <a:pt x="8727" y="14795"/>
                </a:lnTo>
                <a:lnTo>
                  <a:pt x="8727" y="14582"/>
                </a:lnTo>
                <a:lnTo>
                  <a:pt x="9203" y="14369"/>
                </a:lnTo>
                <a:lnTo>
                  <a:pt x="9203" y="14156"/>
                </a:lnTo>
                <a:lnTo>
                  <a:pt x="9521" y="14156"/>
                </a:lnTo>
                <a:lnTo>
                  <a:pt x="9521" y="13934"/>
                </a:lnTo>
                <a:lnTo>
                  <a:pt x="9521" y="13721"/>
                </a:lnTo>
                <a:lnTo>
                  <a:pt x="9997" y="13508"/>
                </a:lnTo>
                <a:lnTo>
                  <a:pt x="9997" y="13295"/>
                </a:lnTo>
                <a:lnTo>
                  <a:pt x="9997" y="13082"/>
                </a:lnTo>
                <a:lnTo>
                  <a:pt x="9997" y="12869"/>
                </a:lnTo>
                <a:lnTo>
                  <a:pt x="10314" y="12869"/>
                </a:lnTo>
                <a:lnTo>
                  <a:pt x="10314" y="12656"/>
                </a:lnTo>
                <a:lnTo>
                  <a:pt x="10314" y="12434"/>
                </a:lnTo>
                <a:lnTo>
                  <a:pt x="10314" y="12221"/>
                </a:lnTo>
                <a:lnTo>
                  <a:pt x="10314" y="12008"/>
                </a:lnTo>
                <a:lnTo>
                  <a:pt x="10314" y="11795"/>
                </a:lnTo>
                <a:lnTo>
                  <a:pt x="10314" y="11582"/>
                </a:lnTo>
                <a:lnTo>
                  <a:pt x="10631" y="11369"/>
                </a:lnTo>
                <a:lnTo>
                  <a:pt x="10631" y="11147"/>
                </a:lnTo>
                <a:lnTo>
                  <a:pt x="10631" y="10934"/>
                </a:lnTo>
                <a:lnTo>
                  <a:pt x="10631" y="10721"/>
                </a:lnTo>
                <a:lnTo>
                  <a:pt x="11108" y="10508"/>
                </a:lnTo>
                <a:lnTo>
                  <a:pt x="11108" y="10295"/>
                </a:lnTo>
                <a:lnTo>
                  <a:pt x="11108" y="10082"/>
                </a:lnTo>
                <a:lnTo>
                  <a:pt x="11108" y="9860"/>
                </a:lnTo>
                <a:lnTo>
                  <a:pt x="11425" y="9647"/>
                </a:lnTo>
                <a:lnTo>
                  <a:pt x="11425" y="9434"/>
                </a:lnTo>
                <a:lnTo>
                  <a:pt x="11425" y="9008"/>
                </a:lnTo>
                <a:lnTo>
                  <a:pt x="11425" y="8795"/>
                </a:lnTo>
                <a:lnTo>
                  <a:pt x="11901" y="8573"/>
                </a:lnTo>
                <a:lnTo>
                  <a:pt x="11901" y="8360"/>
                </a:lnTo>
                <a:lnTo>
                  <a:pt x="11901" y="8147"/>
                </a:lnTo>
                <a:lnTo>
                  <a:pt x="11901" y="7721"/>
                </a:lnTo>
                <a:lnTo>
                  <a:pt x="12218" y="7508"/>
                </a:lnTo>
                <a:lnTo>
                  <a:pt x="12218" y="7295"/>
                </a:lnTo>
                <a:lnTo>
                  <a:pt x="12218" y="7073"/>
                </a:lnTo>
                <a:lnTo>
                  <a:pt x="12218" y="6860"/>
                </a:lnTo>
                <a:lnTo>
                  <a:pt x="12536" y="6647"/>
                </a:lnTo>
                <a:lnTo>
                  <a:pt x="12536" y="6221"/>
                </a:lnTo>
                <a:lnTo>
                  <a:pt x="12536" y="6008"/>
                </a:lnTo>
                <a:lnTo>
                  <a:pt x="12536" y="5786"/>
                </a:lnTo>
                <a:lnTo>
                  <a:pt x="12536" y="5573"/>
                </a:lnTo>
                <a:lnTo>
                  <a:pt x="12536" y="5360"/>
                </a:lnTo>
                <a:lnTo>
                  <a:pt x="12536" y="4934"/>
                </a:lnTo>
                <a:lnTo>
                  <a:pt x="12536" y="4721"/>
                </a:lnTo>
                <a:lnTo>
                  <a:pt x="12536" y="4286"/>
                </a:lnTo>
                <a:lnTo>
                  <a:pt x="13012" y="4073"/>
                </a:lnTo>
                <a:lnTo>
                  <a:pt x="13012" y="3647"/>
                </a:lnTo>
                <a:lnTo>
                  <a:pt x="13012" y="3434"/>
                </a:lnTo>
                <a:lnTo>
                  <a:pt x="13012" y="3221"/>
                </a:lnTo>
                <a:lnTo>
                  <a:pt x="13012" y="2786"/>
                </a:lnTo>
                <a:lnTo>
                  <a:pt x="13329" y="2573"/>
                </a:lnTo>
                <a:lnTo>
                  <a:pt x="13329" y="2360"/>
                </a:lnTo>
                <a:lnTo>
                  <a:pt x="13329" y="1934"/>
                </a:lnTo>
                <a:lnTo>
                  <a:pt x="13329" y="1712"/>
                </a:lnTo>
                <a:lnTo>
                  <a:pt x="13805" y="1286"/>
                </a:lnTo>
                <a:lnTo>
                  <a:pt x="13805" y="1073"/>
                </a:lnTo>
                <a:lnTo>
                  <a:pt x="13805" y="860"/>
                </a:lnTo>
                <a:lnTo>
                  <a:pt x="13805" y="426"/>
                </a:lnTo>
                <a:lnTo>
                  <a:pt x="13805" y="0"/>
                </a:lnTo>
              </a:path>
            </a:pathLst>
          </a:custGeom>
          <a:ln w="158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6891870" y="4154892"/>
            <a:ext cx="13329" cy="124364"/>
          </a:xfrm>
          <a:custGeom>
            <a:avLst/>
            <a:gdLst/>
            <a:ahLst/>
            <a:cxnLst/>
            <a:rect l="l" t="t" r="r" b="b"/>
            <a:pathLst>
              <a:path w="13329" h="124364">
                <a:moveTo>
                  <a:pt x="0" y="124364"/>
                </a:moveTo>
                <a:lnTo>
                  <a:pt x="317" y="124364"/>
                </a:lnTo>
                <a:lnTo>
                  <a:pt x="317" y="123938"/>
                </a:lnTo>
                <a:lnTo>
                  <a:pt x="317" y="123512"/>
                </a:lnTo>
                <a:lnTo>
                  <a:pt x="317" y="123077"/>
                </a:lnTo>
                <a:lnTo>
                  <a:pt x="317" y="122864"/>
                </a:lnTo>
                <a:lnTo>
                  <a:pt x="793" y="122651"/>
                </a:lnTo>
                <a:lnTo>
                  <a:pt x="793" y="122225"/>
                </a:lnTo>
                <a:lnTo>
                  <a:pt x="793" y="122003"/>
                </a:lnTo>
                <a:lnTo>
                  <a:pt x="793" y="121577"/>
                </a:lnTo>
                <a:lnTo>
                  <a:pt x="793" y="121151"/>
                </a:lnTo>
                <a:lnTo>
                  <a:pt x="793" y="120716"/>
                </a:lnTo>
                <a:lnTo>
                  <a:pt x="793" y="120503"/>
                </a:lnTo>
                <a:lnTo>
                  <a:pt x="793" y="120077"/>
                </a:lnTo>
                <a:lnTo>
                  <a:pt x="793" y="119651"/>
                </a:lnTo>
                <a:lnTo>
                  <a:pt x="1110" y="119429"/>
                </a:lnTo>
                <a:lnTo>
                  <a:pt x="1110" y="119003"/>
                </a:lnTo>
                <a:lnTo>
                  <a:pt x="1110" y="118577"/>
                </a:lnTo>
                <a:lnTo>
                  <a:pt x="1110" y="118364"/>
                </a:lnTo>
                <a:lnTo>
                  <a:pt x="1110" y="117929"/>
                </a:lnTo>
                <a:lnTo>
                  <a:pt x="1428" y="117503"/>
                </a:lnTo>
                <a:lnTo>
                  <a:pt x="1428" y="117290"/>
                </a:lnTo>
                <a:lnTo>
                  <a:pt x="1428" y="116864"/>
                </a:lnTo>
                <a:lnTo>
                  <a:pt x="1428" y="116429"/>
                </a:lnTo>
                <a:lnTo>
                  <a:pt x="1428" y="116003"/>
                </a:lnTo>
                <a:lnTo>
                  <a:pt x="1904" y="115577"/>
                </a:lnTo>
                <a:lnTo>
                  <a:pt x="1904" y="115142"/>
                </a:lnTo>
                <a:lnTo>
                  <a:pt x="1904" y="114929"/>
                </a:lnTo>
                <a:lnTo>
                  <a:pt x="1904" y="114503"/>
                </a:lnTo>
                <a:lnTo>
                  <a:pt x="1904" y="113855"/>
                </a:lnTo>
                <a:lnTo>
                  <a:pt x="2221" y="113642"/>
                </a:lnTo>
                <a:lnTo>
                  <a:pt x="2221" y="113216"/>
                </a:lnTo>
                <a:lnTo>
                  <a:pt x="2221" y="112790"/>
                </a:lnTo>
                <a:lnTo>
                  <a:pt x="2221" y="112355"/>
                </a:lnTo>
                <a:lnTo>
                  <a:pt x="2697" y="111929"/>
                </a:lnTo>
                <a:lnTo>
                  <a:pt x="2697" y="111503"/>
                </a:lnTo>
                <a:lnTo>
                  <a:pt x="2697" y="111068"/>
                </a:lnTo>
                <a:lnTo>
                  <a:pt x="2697" y="110642"/>
                </a:lnTo>
                <a:lnTo>
                  <a:pt x="2697" y="110216"/>
                </a:lnTo>
                <a:lnTo>
                  <a:pt x="2697" y="109781"/>
                </a:lnTo>
                <a:lnTo>
                  <a:pt x="2697" y="109355"/>
                </a:lnTo>
                <a:lnTo>
                  <a:pt x="2697" y="108929"/>
                </a:lnTo>
                <a:lnTo>
                  <a:pt x="2697" y="108494"/>
                </a:lnTo>
                <a:lnTo>
                  <a:pt x="2697" y="107855"/>
                </a:lnTo>
                <a:lnTo>
                  <a:pt x="3015" y="107642"/>
                </a:lnTo>
                <a:lnTo>
                  <a:pt x="3015" y="106994"/>
                </a:lnTo>
                <a:lnTo>
                  <a:pt x="3015" y="106568"/>
                </a:lnTo>
                <a:lnTo>
                  <a:pt x="3015" y="106142"/>
                </a:lnTo>
                <a:lnTo>
                  <a:pt x="3015" y="105707"/>
                </a:lnTo>
                <a:lnTo>
                  <a:pt x="3332" y="105281"/>
                </a:lnTo>
                <a:lnTo>
                  <a:pt x="3332" y="104642"/>
                </a:lnTo>
                <a:lnTo>
                  <a:pt x="3332" y="104207"/>
                </a:lnTo>
                <a:lnTo>
                  <a:pt x="3332" y="103781"/>
                </a:lnTo>
                <a:lnTo>
                  <a:pt x="3808" y="103134"/>
                </a:lnTo>
                <a:lnTo>
                  <a:pt x="3808" y="102921"/>
                </a:lnTo>
                <a:lnTo>
                  <a:pt x="3808" y="102281"/>
                </a:lnTo>
                <a:lnTo>
                  <a:pt x="3808" y="101847"/>
                </a:lnTo>
                <a:lnTo>
                  <a:pt x="3808" y="101421"/>
                </a:lnTo>
                <a:lnTo>
                  <a:pt x="4125" y="100782"/>
                </a:lnTo>
                <a:lnTo>
                  <a:pt x="4125" y="100347"/>
                </a:lnTo>
                <a:lnTo>
                  <a:pt x="4125" y="99708"/>
                </a:lnTo>
                <a:lnTo>
                  <a:pt x="4125" y="99495"/>
                </a:lnTo>
                <a:lnTo>
                  <a:pt x="4125" y="98847"/>
                </a:lnTo>
                <a:lnTo>
                  <a:pt x="4601" y="98421"/>
                </a:lnTo>
                <a:lnTo>
                  <a:pt x="4601" y="97773"/>
                </a:lnTo>
                <a:lnTo>
                  <a:pt x="4601" y="97134"/>
                </a:lnTo>
                <a:lnTo>
                  <a:pt x="4601" y="96708"/>
                </a:lnTo>
                <a:lnTo>
                  <a:pt x="4601" y="96060"/>
                </a:lnTo>
                <a:lnTo>
                  <a:pt x="4919" y="95847"/>
                </a:lnTo>
                <a:lnTo>
                  <a:pt x="4919" y="95208"/>
                </a:lnTo>
                <a:lnTo>
                  <a:pt x="4919" y="94773"/>
                </a:lnTo>
                <a:lnTo>
                  <a:pt x="4919" y="94134"/>
                </a:lnTo>
                <a:lnTo>
                  <a:pt x="4919" y="93699"/>
                </a:lnTo>
                <a:lnTo>
                  <a:pt x="4919" y="93060"/>
                </a:lnTo>
                <a:lnTo>
                  <a:pt x="4919" y="92412"/>
                </a:lnTo>
                <a:lnTo>
                  <a:pt x="4919" y="91986"/>
                </a:lnTo>
                <a:lnTo>
                  <a:pt x="4919" y="91347"/>
                </a:lnTo>
                <a:lnTo>
                  <a:pt x="5236" y="90912"/>
                </a:lnTo>
                <a:lnTo>
                  <a:pt x="5236" y="90060"/>
                </a:lnTo>
                <a:lnTo>
                  <a:pt x="5236" y="89625"/>
                </a:lnTo>
                <a:lnTo>
                  <a:pt x="5236" y="88986"/>
                </a:lnTo>
                <a:lnTo>
                  <a:pt x="5236" y="88560"/>
                </a:lnTo>
                <a:lnTo>
                  <a:pt x="5712" y="87912"/>
                </a:lnTo>
                <a:lnTo>
                  <a:pt x="5712" y="87486"/>
                </a:lnTo>
                <a:lnTo>
                  <a:pt x="5712" y="86838"/>
                </a:lnTo>
                <a:lnTo>
                  <a:pt x="5712" y="86199"/>
                </a:lnTo>
                <a:lnTo>
                  <a:pt x="5712" y="85551"/>
                </a:lnTo>
                <a:lnTo>
                  <a:pt x="6030" y="85125"/>
                </a:lnTo>
                <a:lnTo>
                  <a:pt x="6030" y="84486"/>
                </a:lnTo>
                <a:lnTo>
                  <a:pt x="6030" y="83838"/>
                </a:lnTo>
                <a:lnTo>
                  <a:pt x="6030" y="83199"/>
                </a:lnTo>
                <a:lnTo>
                  <a:pt x="6506" y="82764"/>
                </a:lnTo>
                <a:lnTo>
                  <a:pt x="6506" y="81912"/>
                </a:lnTo>
                <a:lnTo>
                  <a:pt x="6506" y="81477"/>
                </a:lnTo>
                <a:lnTo>
                  <a:pt x="6506" y="80838"/>
                </a:lnTo>
                <a:lnTo>
                  <a:pt x="6506" y="80190"/>
                </a:lnTo>
                <a:lnTo>
                  <a:pt x="6823" y="79551"/>
                </a:lnTo>
                <a:lnTo>
                  <a:pt x="6823" y="79125"/>
                </a:lnTo>
                <a:lnTo>
                  <a:pt x="6823" y="78264"/>
                </a:lnTo>
                <a:lnTo>
                  <a:pt x="6823" y="77838"/>
                </a:lnTo>
                <a:lnTo>
                  <a:pt x="6823" y="76977"/>
                </a:lnTo>
                <a:lnTo>
                  <a:pt x="6823" y="76551"/>
                </a:lnTo>
                <a:lnTo>
                  <a:pt x="6823" y="75903"/>
                </a:lnTo>
                <a:lnTo>
                  <a:pt x="6823" y="75264"/>
                </a:lnTo>
                <a:lnTo>
                  <a:pt x="6823" y="74616"/>
                </a:lnTo>
                <a:lnTo>
                  <a:pt x="6823" y="73977"/>
                </a:lnTo>
                <a:lnTo>
                  <a:pt x="7299" y="73329"/>
                </a:lnTo>
                <a:lnTo>
                  <a:pt x="7299" y="72690"/>
                </a:lnTo>
                <a:lnTo>
                  <a:pt x="7299" y="72042"/>
                </a:lnTo>
                <a:lnTo>
                  <a:pt x="7299" y="71190"/>
                </a:lnTo>
                <a:lnTo>
                  <a:pt x="7616" y="70755"/>
                </a:lnTo>
                <a:lnTo>
                  <a:pt x="7616" y="69903"/>
                </a:lnTo>
                <a:lnTo>
                  <a:pt x="7616" y="69256"/>
                </a:lnTo>
                <a:lnTo>
                  <a:pt x="7616" y="68829"/>
                </a:lnTo>
                <a:lnTo>
                  <a:pt x="7616" y="67969"/>
                </a:lnTo>
                <a:lnTo>
                  <a:pt x="7934" y="67330"/>
                </a:lnTo>
                <a:lnTo>
                  <a:pt x="7934" y="66682"/>
                </a:lnTo>
                <a:lnTo>
                  <a:pt x="7934" y="66043"/>
                </a:lnTo>
                <a:lnTo>
                  <a:pt x="7934" y="65182"/>
                </a:lnTo>
                <a:lnTo>
                  <a:pt x="7934" y="64543"/>
                </a:lnTo>
                <a:lnTo>
                  <a:pt x="8410" y="63895"/>
                </a:lnTo>
                <a:lnTo>
                  <a:pt x="8410" y="63256"/>
                </a:lnTo>
                <a:lnTo>
                  <a:pt x="8410" y="62608"/>
                </a:lnTo>
                <a:lnTo>
                  <a:pt x="8410" y="61756"/>
                </a:lnTo>
                <a:lnTo>
                  <a:pt x="8410" y="61108"/>
                </a:lnTo>
                <a:lnTo>
                  <a:pt x="8727" y="60469"/>
                </a:lnTo>
                <a:lnTo>
                  <a:pt x="8727" y="59608"/>
                </a:lnTo>
                <a:lnTo>
                  <a:pt x="8727" y="58969"/>
                </a:lnTo>
                <a:lnTo>
                  <a:pt x="8727" y="58108"/>
                </a:lnTo>
                <a:lnTo>
                  <a:pt x="9203" y="57682"/>
                </a:lnTo>
                <a:lnTo>
                  <a:pt x="9203" y="57034"/>
                </a:lnTo>
                <a:lnTo>
                  <a:pt x="9203" y="56182"/>
                </a:lnTo>
                <a:lnTo>
                  <a:pt x="9203" y="55534"/>
                </a:lnTo>
                <a:lnTo>
                  <a:pt x="9203" y="54682"/>
                </a:lnTo>
                <a:lnTo>
                  <a:pt x="9203" y="54034"/>
                </a:lnTo>
                <a:lnTo>
                  <a:pt x="9203" y="53173"/>
                </a:lnTo>
                <a:lnTo>
                  <a:pt x="9203" y="52321"/>
                </a:lnTo>
                <a:lnTo>
                  <a:pt x="9203" y="51673"/>
                </a:lnTo>
                <a:lnTo>
                  <a:pt x="9203" y="51034"/>
                </a:lnTo>
                <a:lnTo>
                  <a:pt x="9521" y="50173"/>
                </a:lnTo>
                <a:lnTo>
                  <a:pt x="9521" y="49534"/>
                </a:lnTo>
                <a:lnTo>
                  <a:pt x="9521" y="48673"/>
                </a:lnTo>
                <a:lnTo>
                  <a:pt x="9521" y="48034"/>
                </a:lnTo>
                <a:lnTo>
                  <a:pt x="9521" y="47173"/>
                </a:lnTo>
                <a:lnTo>
                  <a:pt x="9838" y="46312"/>
                </a:lnTo>
                <a:lnTo>
                  <a:pt x="9838" y="45673"/>
                </a:lnTo>
                <a:lnTo>
                  <a:pt x="9838" y="45025"/>
                </a:lnTo>
                <a:lnTo>
                  <a:pt x="9838" y="44173"/>
                </a:lnTo>
                <a:lnTo>
                  <a:pt x="10314" y="43312"/>
                </a:lnTo>
                <a:lnTo>
                  <a:pt x="10314" y="42673"/>
                </a:lnTo>
                <a:lnTo>
                  <a:pt x="10314" y="41812"/>
                </a:lnTo>
                <a:lnTo>
                  <a:pt x="10314" y="40951"/>
                </a:lnTo>
                <a:lnTo>
                  <a:pt x="10314" y="40312"/>
                </a:lnTo>
                <a:lnTo>
                  <a:pt x="10631" y="39451"/>
                </a:lnTo>
                <a:lnTo>
                  <a:pt x="10631" y="38599"/>
                </a:lnTo>
                <a:lnTo>
                  <a:pt x="10631" y="37951"/>
                </a:lnTo>
                <a:lnTo>
                  <a:pt x="10631" y="37090"/>
                </a:lnTo>
                <a:lnTo>
                  <a:pt x="10631" y="36238"/>
                </a:lnTo>
                <a:lnTo>
                  <a:pt x="11108" y="35591"/>
                </a:lnTo>
                <a:lnTo>
                  <a:pt x="11108" y="34525"/>
                </a:lnTo>
                <a:lnTo>
                  <a:pt x="11108" y="33878"/>
                </a:lnTo>
                <a:lnTo>
                  <a:pt x="11108" y="33017"/>
                </a:lnTo>
                <a:lnTo>
                  <a:pt x="11108" y="32165"/>
                </a:lnTo>
                <a:lnTo>
                  <a:pt x="11108" y="31304"/>
                </a:lnTo>
                <a:lnTo>
                  <a:pt x="11108" y="30665"/>
                </a:lnTo>
                <a:lnTo>
                  <a:pt x="11108" y="29804"/>
                </a:lnTo>
                <a:lnTo>
                  <a:pt x="11108" y="28943"/>
                </a:lnTo>
                <a:lnTo>
                  <a:pt x="11425" y="28091"/>
                </a:lnTo>
                <a:lnTo>
                  <a:pt x="11425" y="27230"/>
                </a:lnTo>
                <a:lnTo>
                  <a:pt x="11425" y="26378"/>
                </a:lnTo>
                <a:lnTo>
                  <a:pt x="11425" y="25517"/>
                </a:lnTo>
                <a:lnTo>
                  <a:pt x="11425" y="24869"/>
                </a:lnTo>
                <a:lnTo>
                  <a:pt x="11901" y="24017"/>
                </a:lnTo>
                <a:lnTo>
                  <a:pt x="11901" y="22943"/>
                </a:lnTo>
                <a:lnTo>
                  <a:pt x="11901" y="22295"/>
                </a:lnTo>
                <a:lnTo>
                  <a:pt x="11901" y="21443"/>
                </a:lnTo>
                <a:lnTo>
                  <a:pt x="11901" y="20369"/>
                </a:lnTo>
                <a:lnTo>
                  <a:pt x="12218" y="19508"/>
                </a:lnTo>
                <a:lnTo>
                  <a:pt x="12218" y="18869"/>
                </a:lnTo>
                <a:lnTo>
                  <a:pt x="12218" y="18008"/>
                </a:lnTo>
                <a:lnTo>
                  <a:pt x="12218" y="16943"/>
                </a:lnTo>
                <a:lnTo>
                  <a:pt x="12218" y="16082"/>
                </a:lnTo>
                <a:lnTo>
                  <a:pt x="12536" y="15221"/>
                </a:lnTo>
                <a:lnTo>
                  <a:pt x="12536" y="14582"/>
                </a:lnTo>
                <a:lnTo>
                  <a:pt x="12536" y="13508"/>
                </a:lnTo>
                <a:lnTo>
                  <a:pt x="12536" y="12647"/>
                </a:lnTo>
                <a:lnTo>
                  <a:pt x="13012" y="11795"/>
                </a:lnTo>
                <a:lnTo>
                  <a:pt x="13012" y="10934"/>
                </a:lnTo>
                <a:lnTo>
                  <a:pt x="13012" y="9860"/>
                </a:lnTo>
                <a:lnTo>
                  <a:pt x="13012" y="9008"/>
                </a:lnTo>
                <a:lnTo>
                  <a:pt x="13012" y="8147"/>
                </a:lnTo>
                <a:lnTo>
                  <a:pt x="13329" y="7286"/>
                </a:lnTo>
                <a:lnTo>
                  <a:pt x="13329" y="6221"/>
                </a:lnTo>
                <a:lnTo>
                  <a:pt x="13329" y="5360"/>
                </a:lnTo>
                <a:lnTo>
                  <a:pt x="13329" y="4499"/>
                </a:lnTo>
                <a:lnTo>
                  <a:pt x="13329" y="3647"/>
                </a:lnTo>
                <a:lnTo>
                  <a:pt x="13329" y="2786"/>
                </a:lnTo>
                <a:lnTo>
                  <a:pt x="13329" y="1712"/>
                </a:lnTo>
                <a:lnTo>
                  <a:pt x="13329" y="860"/>
                </a:lnTo>
                <a:lnTo>
                  <a:pt x="13329" y="0"/>
                </a:lnTo>
              </a:path>
            </a:pathLst>
          </a:custGeom>
          <a:ln w="1944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6905199" y="3915811"/>
            <a:ext cx="13805" cy="239081"/>
          </a:xfrm>
          <a:custGeom>
            <a:avLst/>
            <a:gdLst/>
            <a:ahLst/>
            <a:cxnLst/>
            <a:rect l="l" t="t" r="r" b="b"/>
            <a:pathLst>
              <a:path w="13805" h="239081">
                <a:moveTo>
                  <a:pt x="0" y="239081"/>
                </a:moveTo>
                <a:lnTo>
                  <a:pt x="0" y="238220"/>
                </a:lnTo>
                <a:lnTo>
                  <a:pt x="476" y="237155"/>
                </a:lnTo>
                <a:lnTo>
                  <a:pt x="476" y="236294"/>
                </a:lnTo>
                <a:lnTo>
                  <a:pt x="476" y="235220"/>
                </a:lnTo>
                <a:lnTo>
                  <a:pt x="476" y="234359"/>
                </a:lnTo>
                <a:lnTo>
                  <a:pt x="476" y="233507"/>
                </a:lnTo>
                <a:lnTo>
                  <a:pt x="793" y="232433"/>
                </a:lnTo>
                <a:lnTo>
                  <a:pt x="793" y="231572"/>
                </a:lnTo>
                <a:lnTo>
                  <a:pt x="793" y="230507"/>
                </a:lnTo>
                <a:lnTo>
                  <a:pt x="793" y="229646"/>
                </a:lnTo>
                <a:lnTo>
                  <a:pt x="1110" y="228785"/>
                </a:lnTo>
                <a:lnTo>
                  <a:pt x="1110" y="227498"/>
                </a:lnTo>
                <a:lnTo>
                  <a:pt x="1110" y="226646"/>
                </a:lnTo>
                <a:lnTo>
                  <a:pt x="1110" y="225785"/>
                </a:lnTo>
                <a:lnTo>
                  <a:pt x="1110" y="224924"/>
                </a:lnTo>
                <a:lnTo>
                  <a:pt x="1586" y="223859"/>
                </a:lnTo>
                <a:lnTo>
                  <a:pt x="1586" y="222785"/>
                </a:lnTo>
                <a:lnTo>
                  <a:pt x="1586" y="221711"/>
                </a:lnTo>
                <a:lnTo>
                  <a:pt x="1586" y="220850"/>
                </a:lnTo>
                <a:lnTo>
                  <a:pt x="1586" y="219998"/>
                </a:lnTo>
                <a:lnTo>
                  <a:pt x="1904" y="218924"/>
                </a:lnTo>
                <a:lnTo>
                  <a:pt x="1904" y="218063"/>
                </a:lnTo>
                <a:lnTo>
                  <a:pt x="1904" y="216998"/>
                </a:lnTo>
                <a:lnTo>
                  <a:pt x="1904" y="215924"/>
                </a:lnTo>
                <a:lnTo>
                  <a:pt x="1904" y="214850"/>
                </a:lnTo>
                <a:lnTo>
                  <a:pt x="1904" y="213989"/>
                </a:lnTo>
                <a:lnTo>
                  <a:pt x="1904" y="212924"/>
                </a:lnTo>
                <a:lnTo>
                  <a:pt x="1904" y="212063"/>
                </a:lnTo>
                <a:lnTo>
                  <a:pt x="1904" y="210989"/>
                </a:lnTo>
                <a:lnTo>
                  <a:pt x="2380" y="209915"/>
                </a:lnTo>
                <a:lnTo>
                  <a:pt x="2380" y="208850"/>
                </a:lnTo>
                <a:lnTo>
                  <a:pt x="2380" y="207776"/>
                </a:lnTo>
                <a:lnTo>
                  <a:pt x="2380" y="206915"/>
                </a:lnTo>
                <a:lnTo>
                  <a:pt x="2380" y="205842"/>
                </a:lnTo>
                <a:lnTo>
                  <a:pt x="2697" y="204776"/>
                </a:lnTo>
                <a:lnTo>
                  <a:pt x="2697" y="203916"/>
                </a:lnTo>
                <a:lnTo>
                  <a:pt x="2697" y="202842"/>
                </a:lnTo>
                <a:lnTo>
                  <a:pt x="2697" y="201555"/>
                </a:lnTo>
                <a:lnTo>
                  <a:pt x="2697" y="200703"/>
                </a:lnTo>
                <a:lnTo>
                  <a:pt x="3173" y="199629"/>
                </a:lnTo>
                <a:lnTo>
                  <a:pt x="3173" y="198555"/>
                </a:lnTo>
                <a:lnTo>
                  <a:pt x="3173" y="197481"/>
                </a:lnTo>
                <a:lnTo>
                  <a:pt x="3173" y="196629"/>
                </a:lnTo>
                <a:lnTo>
                  <a:pt x="3173" y="195555"/>
                </a:lnTo>
                <a:lnTo>
                  <a:pt x="3491" y="194481"/>
                </a:lnTo>
                <a:lnTo>
                  <a:pt x="3491" y="193407"/>
                </a:lnTo>
                <a:lnTo>
                  <a:pt x="3491" y="192120"/>
                </a:lnTo>
                <a:lnTo>
                  <a:pt x="3491" y="191046"/>
                </a:lnTo>
                <a:lnTo>
                  <a:pt x="3808" y="190194"/>
                </a:lnTo>
                <a:lnTo>
                  <a:pt x="3808" y="189120"/>
                </a:lnTo>
                <a:lnTo>
                  <a:pt x="3808" y="188046"/>
                </a:lnTo>
                <a:lnTo>
                  <a:pt x="3808" y="186972"/>
                </a:lnTo>
                <a:lnTo>
                  <a:pt x="3808" y="185907"/>
                </a:lnTo>
                <a:lnTo>
                  <a:pt x="4284" y="184833"/>
                </a:lnTo>
                <a:lnTo>
                  <a:pt x="4284" y="183759"/>
                </a:lnTo>
                <a:lnTo>
                  <a:pt x="4284" y="182685"/>
                </a:lnTo>
                <a:lnTo>
                  <a:pt x="4284" y="181611"/>
                </a:lnTo>
                <a:lnTo>
                  <a:pt x="4284" y="180324"/>
                </a:lnTo>
                <a:lnTo>
                  <a:pt x="4284" y="179259"/>
                </a:lnTo>
                <a:lnTo>
                  <a:pt x="4284" y="178185"/>
                </a:lnTo>
                <a:lnTo>
                  <a:pt x="4284" y="177111"/>
                </a:lnTo>
                <a:lnTo>
                  <a:pt x="4284" y="176037"/>
                </a:lnTo>
                <a:lnTo>
                  <a:pt x="4284" y="174963"/>
                </a:lnTo>
                <a:lnTo>
                  <a:pt x="4601" y="173898"/>
                </a:lnTo>
                <a:lnTo>
                  <a:pt x="4601" y="172824"/>
                </a:lnTo>
                <a:lnTo>
                  <a:pt x="4601" y="171537"/>
                </a:lnTo>
                <a:lnTo>
                  <a:pt x="4601" y="170464"/>
                </a:lnTo>
                <a:lnTo>
                  <a:pt x="5077" y="169390"/>
                </a:lnTo>
                <a:lnTo>
                  <a:pt x="5077" y="168325"/>
                </a:lnTo>
                <a:lnTo>
                  <a:pt x="5077" y="167251"/>
                </a:lnTo>
                <a:lnTo>
                  <a:pt x="5077" y="166177"/>
                </a:lnTo>
                <a:lnTo>
                  <a:pt x="5077" y="164890"/>
                </a:lnTo>
                <a:lnTo>
                  <a:pt x="5395" y="163816"/>
                </a:lnTo>
                <a:lnTo>
                  <a:pt x="5395" y="162742"/>
                </a:lnTo>
                <a:lnTo>
                  <a:pt x="5395" y="161455"/>
                </a:lnTo>
                <a:lnTo>
                  <a:pt x="5395" y="160390"/>
                </a:lnTo>
                <a:lnTo>
                  <a:pt x="5395" y="159103"/>
                </a:lnTo>
                <a:lnTo>
                  <a:pt x="5712" y="158029"/>
                </a:lnTo>
                <a:lnTo>
                  <a:pt x="5712" y="156742"/>
                </a:lnTo>
                <a:lnTo>
                  <a:pt x="5712" y="155668"/>
                </a:lnTo>
                <a:lnTo>
                  <a:pt x="5712" y="154594"/>
                </a:lnTo>
                <a:lnTo>
                  <a:pt x="5712" y="153307"/>
                </a:lnTo>
                <a:lnTo>
                  <a:pt x="6188" y="152242"/>
                </a:lnTo>
                <a:lnTo>
                  <a:pt x="6188" y="150955"/>
                </a:lnTo>
                <a:lnTo>
                  <a:pt x="6188" y="149881"/>
                </a:lnTo>
                <a:lnTo>
                  <a:pt x="6188" y="148807"/>
                </a:lnTo>
                <a:lnTo>
                  <a:pt x="6188" y="147520"/>
                </a:lnTo>
                <a:lnTo>
                  <a:pt x="6188" y="146446"/>
                </a:lnTo>
                <a:lnTo>
                  <a:pt x="6188" y="145159"/>
                </a:lnTo>
                <a:lnTo>
                  <a:pt x="6188" y="144094"/>
                </a:lnTo>
                <a:lnTo>
                  <a:pt x="6188" y="142807"/>
                </a:lnTo>
                <a:lnTo>
                  <a:pt x="6506" y="141733"/>
                </a:lnTo>
                <a:lnTo>
                  <a:pt x="6506" y="140446"/>
                </a:lnTo>
                <a:lnTo>
                  <a:pt x="6506" y="139372"/>
                </a:lnTo>
                <a:lnTo>
                  <a:pt x="6506" y="138086"/>
                </a:lnTo>
                <a:lnTo>
                  <a:pt x="6506" y="136799"/>
                </a:lnTo>
                <a:lnTo>
                  <a:pt x="6982" y="135725"/>
                </a:lnTo>
                <a:lnTo>
                  <a:pt x="6982" y="134438"/>
                </a:lnTo>
                <a:lnTo>
                  <a:pt x="6982" y="133373"/>
                </a:lnTo>
                <a:lnTo>
                  <a:pt x="6982" y="132086"/>
                </a:lnTo>
                <a:lnTo>
                  <a:pt x="6982" y="130799"/>
                </a:lnTo>
                <a:lnTo>
                  <a:pt x="7299" y="129725"/>
                </a:lnTo>
                <a:lnTo>
                  <a:pt x="7299" y="128438"/>
                </a:lnTo>
                <a:lnTo>
                  <a:pt x="7299" y="127151"/>
                </a:lnTo>
                <a:lnTo>
                  <a:pt x="7299" y="126077"/>
                </a:lnTo>
                <a:lnTo>
                  <a:pt x="7616" y="124790"/>
                </a:lnTo>
                <a:lnTo>
                  <a:pt x="7616" y="123716"/>
                </a:lnTo>
                <a:lnTo>
                  <a:pt x="7616" y="122438"/>
                </a:lnTo>
                <a:lnTo>
                  <a:pt x="7616" y="121151"/>
                </a:lnTo>
                <a:lnTo>
                  <a:pt x="7616" y="120077"/>
                </a:lnTo>
                <a:lnTo>
                  <a:pt x="8093" y="118790"/>
                </a:lnTo>
                <a:lnTo>
                  <a:pt x="8093" y="117503"/>
                </a:lnTo>
                <a:lnTo>
                  <a:pt x="8093" y="116216"/>
                </a:lnTo>
                <a:lnTo>
                  <a:pt x="8093" y="114929"/>
                </a:lnTo>
                <a:lnTo>
                  <a:pt x="8093" y="113642"/>
                </a:lnTo>
                <a:lnTo>
                  <a:pt x="8410" y="112568"/>
                </a:lnTo>
                <a:lnTo>
                  <a:pt x="8410" y="111281"/>
                </a:lnTo>
                <a:lnTo>
                  <a:pt x="8410" y="109994"/>
                </a:lnTo>
                <a:lnTo>
                  <a:pt x="8410" y="108707"/>
                </a:lnTo>
                <a:lnTo>
                  <a:pt x="8410" y="107420"/>
                </a:lnTo>
                <a:lnTo>
                  <a:pt x="8410" y="106133"/>
                </a:lnTo>
                <a:lnTo>
                  <a:pt x="8410" y="104847"/>
                </a:lnTo>
                <a:lnTo>
                  <a:pt x="8410" y="103568"/>
                </a:lnTo>
                <a:lnTo>
                  <a:pt x="8410" y="102494"/>
                </a:lnTo>
                <a:lnTo>
                  <a:pt x="8886" y="101208"/>
                </a:lnTo>
                <a:lnTo>
                  <a:pt x="8886" y="99921"/>
                </a:lnTo>
                <a:lnTo>
                  <a:pt x="8886" y="98634"/>
                </a:lnTo>
                <a:lnTo>
                  <a:pt x="8886" y="97347"/>
                </a:lnTo>
                <a:lnTo>
                  <a:pt x="8886" y="96060"/>
                </a:lnTo>
                <a:lnTo>
                  <a:pt x="9203" y="94773"/>
                </a:lnTo>
                <a:lnTo>
                  <a:pt x="9203" y="93486"/>
                </a:lnTo>
                <a:lnTo>
                  <a:pt x="9203" y="92199"/>
                </a:lnTo>
                <a:lnTo>
                  <a:pt x="9203" y="90699"/>
                </a:lnTo>
                <a:lnTo>
                  <a:pt x="9203" y="89412"/>
                </a:lnTo>
                <a:lnTo>
                  <a:pt x="9679" y="88338"/>
                </a:lnTo>
                <a:lnTo>
                  <a:pt x="9679" y="87051"/>
                </a:lnTo>
                <a:lnTo>
                  <a:pt x="9679" y="85764"/>
                </a:lnTo>
                <a:lnTo>
                  <a:pt x="9679" y="84477"/>
                </a:lnTo>
                <a:lnTo>
                  <a:pt x="9679" y="82977"/>
                </a:lnTo>
                <a:lnTo>
                  <a:pt x="9997" y="81690"/>
                </a:lnTo>
                <a:lnTo>
                  <a:pt x="9997" y="80403"/>
                </a:lnTo>
                <a:lnTo>
                  <a:pt x="9997" y="79116"/>
                </a:lnTo>
                <a:lnTo>
                  <a:pt x="9997" y="77616"/>
                </a:lnTo>
                <a:lnTo>
                  <a:pt x="10314" y="76551"/>
                </a:lnTo>
                <a:lnTo>
                  <a:pt x="10314" y="75264"/>
                </a:lnTo>
                <a:lnTo>
                  <a:pt x="10314" y="73977"/>
                </a:lnTo>
                <a:lnTo>
                  <a:pt x="10314" y="72468"/>
                </a:lnTo>
                <a:lnTo>
                  <a:pt x="10314" y="71190"/>
                </a:lnTo>
                <a:lnTo>
                  <a:pt x="10314" y="69903"/>
                </a:lnTo>
                <a:lnTo>
                  <a:pt x="10314" y="68395"/>
                </a:lnTo>
                <a:lnTo>
                  <a:pt x="10314" y="67117"/>
                </a:lnTo>
                <a:lnTo>
                  <a:pt x="10314" y="65830"/>
                </a:lnTo>
                <a:lnTo>
                  <a:pt x="10314" y="64543"/>
                </a:lnTo>
                <a:lnTo>
                  <a:pt x="10790" y="63256"/>
                </a:lnTo>
                <a:lnTo>
                  <a:pt x="10790" y="61756"/>
                </a:lnTo>
                <a:lnTo>
                  <a:pt x="10790" y="60469"/>
                </a:lnTo>
                <a:lnTo>
                  <a:pt x="10790" y="58960"/>
                </a:lnTo>
                <a:lnTo>
                  <a:pt x="10790" y="57682"/>
                </a:lnTo>
                <a:lnTo>
                  <a:pt x="11108" y="56395"/>
                </a:lnTo>
                <a:lnTo>
                  <a:pt x="11108" y="55108"/>
                </a:lnTo>
                <a:lnTo>
                  <a:pt x="11108" y="53608"/>
                </a:lnTo>
                <a:lnTo>
                  <a:pt x="11108" y="52321"/>
                </a:lnTo>
                <a:lnTo>
                  <a:pt x="11584" y="50812"/>
                </a:lnTo>
                <a:lnTo>
                  <a:pt x="11584" y="49525"/>
                </a:lnTo>
                <a:lnTo>
                  <a:pt x="11584" y="48025"/>
                </a:lnTo>
                <a:lnTo>
                  <a:pt x="11584" y="46960"/>
                </a:lnTo>
                <a:lnTo>
                  <a:pt x="11584" y="45451"/>
                </a:lnTo>
                <a:lnTo>
                  <a:pt x="11901" y="43951"/>
                </a:lnTo>
                <a:lnTo>
                  <a:pt x="11901" y="42664"/>
                </a:lnTo>
                <a:lnTo>
                  <a:pt x="11901" y="41164"/>
                </a:lnTo>
                <a:lnTo>
                  <a:pt x="11901" y="39877"/>
                </a:lnTo>
                <a:lnTo>
                  <a:pt x="11901" y="38590"/>
                </a:lnTo>
                <a:lnTo>
                  <a:pt x="12218" y="37090"/>
                </a:lnTo>
                <a:lnTo>
                  <a:pt x="12218" y="35591"/>
                </a:lnTo>
                <a:lnTo>
                  <a:pt x="12218" y="34304"/>
                </a:lnTo>
                <a:lnTo>
                  <a:pt x="12218" y="32804"/>
                </a:lnTo>
                <a:lnTo>
                  <a:pt x="12218" y="31517"/>
                </a:lnTo>
                <a:lnTo>
                  <a:pt x="12218" y="30017"/>
                </a:lnTo>
                <a:lnTo>
                  <a:pt x="12218" y="28730"/>
                </a:lnTo>
                <a:lnTo>
                  <a:pt x="12218" y="27230"/>
                </a:lnTo>
                <a:lnTo>
                  <a:pt x="12218" y="25730"/>
                </a:lnTo>
                <a:lnTo>
                  <a:pt x="12694" y="24443"/>
                </a:lnTo>
                <a:lnTo>
                  <a:pt x="12694" y="22943"/>
                </a:lnTo>
                <a:lnTo>
                  <a:pt x="12694" y="21656"/>
                </a:lnTo>
                <a:lnTo>
                  <a:pt x="12694" y="20156"/>
                </a:lnTo>
                <a:lnTo>
                  <a:pt x="12694" y="18656"/>
                </a:lnTo>
                <a:lnTo>
                  <a:pt x="13012" y="17369"/>
                </a:lnTo>
                <a:lnTo>
                  <a:pt x="13012" y="15869"/>
                </a:lnTo>
                <a:lnTo>
                  <a:pt x="13012" y="14360"/>
                </a:lnTo>
                <a:lnTo>
                  <a:pt x="13012" y="12860"/>
                </a:lnTo>
                <a:lnTo>
                  <a:pt x="13012" y="11573"/>
                </a:lnTo>
                <a:lnTo>
                  <a:pt x="13488" y="10286"/>
                </a:lnTo>
                <a:lnTo>
                  <a:pt x="13488" y="8786"/>
                </a:lnTo>
                <a:lnTo>
                  <a:pt x="13488" y="7286"/>
                </a:lnTo>
                <a:lnTo>
                  <a:pt x="13488" y="5786"/>
                </a:lnTo>
                <a:lnTo>
                  <a:pt x="13488" y="4499"/>
                </a:lnTo>
                <a:lnTo>
                  <a:pt x="13805" y="2999"/>
                </a:lnTo>
                <a:lnTo>
                  <a:pt x="13805" y="1499"/>
                </a:lnTo>
                <a:lnTo>
                  <a:pt x="13805" y="0"/>
                </a:lnTo>
              </a:path>
            </a:pathLst>
          </a:custGeom>
          <a:ln w="195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6919005" y="3583013"/>
            <a:ext cx="13488" cy="332798"/>
          </a:xfrm>
          <a:custGeom>
            <a:avLst/>
            <a:gdLst/>
            <a:ahLst/>
            <a:cxnLst/>
            <a:rect l="l" t="t" r="r" b="b"/>
            <a:pathLst>
              <a:path w="13488" h="332798">
                <a:moveTo>
                  <a:pt x="0" y="332798"/>
                </a:moveTo>
                <a:lnTo>
                  <a:pt x="0" y="331298"/>
                </a:lnTo>
                <a:lnTo>
                  <a:pt x="476" y="330011"/>
                </a:lnTo>
                <a:lnTo>
                  <a:pt x="476" y="328289"/>
                </a:lnTo>
                <a:lnTo>
                  <a:pt x="476" y="326789"/>
                </a:lnTo>
                <a:lnTo>
                  <a:pt x="476" y="325502"/>
                </a:lnTo>
                <a:lnTo>
                  <a:pt x="476" y="324002"/>
                </a:lnTo>
                <a:lnTo>
                  <a:pt x="793" y="322502"/>
                </a:lnTo>
                <a:lnTo>
                  <a:pt x="793" y="321002"/>
                </a:lnTo>
                <a:lnTo>
                  <a:pt x="793" y="319502"/>
                </a:lnTo>
                <a:lnTo>
                  <a:pt x="793" y="318215"/>
                </a:lnTo>
                <a:lnTo>
                  <a:pt x="793" y="316502"/>
                </a:lnTo>
                <a:lnTo>
                  <a:pt x="793" y="315002"/>
                </a:lnTo>
                <a:lnTo>
                  <a:pt x="793" y="313493"/>
                </a:lnTo>
                <a:lnTo>
                  <a:pt x="793" y="312215"/>
                </a:lnTo>
                <a:lnTo>
                  <a:pt x="793" y="310706"/>
                </a:lnTo>
                <a:lnTo>
                  <a:pt x="793" y="308993"/>
                </a:lnTo>
                <a:lnTo>
                  <a:pt x="1110" y="307706"/>
                </a:lnTo>
                <a:lnTo>
                  <a:pt x="1110" y="306206"/>
                </a:lnTo>
                <a:lnTo>
                  <a:pt x="1110" y="304706"/>
                </a:lnTo>
                <a:lnTo>
                  <a:pt x="1110" y="302993"/>
                </a:lnTo>
                <a:lnTo>
                  <a:pt x="1586" y="301707"/>
                </a:lnTo>
                <a:lnTo>
                  <a:pt x="1586" y="300207"/>
                </a:lnTo>
                <a:lnTo>
                  <a:pt x="1586" y="298485"/>
                </a:lnTo>
                <a:lnTo>
                  <a:pt x="1586" y="296985"/>
                </a:lnTo>
                <a:lnTo>
                  <a:pt x="1586" y="295698"/>
                </a:lnTo>
                <a:lnTo>
                  <a:pt x="1904" y="293985"/>
                </a:lnTo>
                <a:lnTo>
                  <a:pt x="1904" y="292485"/>
                </a:lnTo>
                <a:lnTo>
                  <a:pt x="1904" y="291198"/>
                </a:lnTo>
                <a:lnTo>
                  <a:pt x="1904" y="289485"/>
                </a:lnTo>
                <a:lnTo>
                  <a:pt x="1904" y="287985"/>
                </a:lnTo>
                <a:lnTo>
                  <a:pt x="2380" y="286476"/>
                </a:lnTo>
                <a:lnTo>
                  <a:pt x="2380" y="284976"/>
                </a:lnTo>
                <a:lnTo>
                  <a:pt x="2380" y="283263"/>
                </a:lnTo>
                <a:lnTo>
                  <a:pt x="2380" y="281763"/>
                </a:lnTo>
                <a:lnTo>
                  <a:pt x="2380" y="280263"/>
                </a:lnTo>
                <a:lnTo>
                  <a:pt x="2697" y="278763"/>
                </a:lnTo>
                <a:lnTo>
                  <a:pt x="2697" y="277263"/>
                </a:lnTo>
                <a:lnTo>
                  <a:pt x="2697" y="275763"/>
                </a:lnTo>
                <a:lnTo>
                  <a:pt x="2697" y="274041"/>
                </a:lnTo>
                <a:lnTo>
                  <a:pt x="2697" y="272541"/>
                </a:lnTo>
                <a:lnTo>
                  <a:pt x="2697" y="271041"/>
                </a:lnTo>
                <a:lnTo>
                  <a:pt x="2697" y="269541"/>
                </a:lnTo>
                <a:lnTo>
                  <a:pt x="2697" y="267828"/>
                </a:lnTo>
                <a:lnTo>
                  <a:pt x="2697" y="266329"/>
                </a:lnTo>
                <a:lnTo>
                  <a:pt x="3015" y="264820"/>
                </a:lnTo>
                <a:lnTo>
                  <a:pt x="3015" y="263107"/>
                </a:lnTo>
                <a:lnTo>
                  <a:pt x="3015" y="261607"/>
                </a:lnTo>
                <a:lnTo>
                  <a:pt x="3015" y="260107"/>
                </a:lnTo>
                <a:lnTo>
                  <a:pt x="3015" y="258607"/>
                </a:lnTo>
                <a:lnTo>
                  <a:pt x="3491" y="256894"/>
                </a:lnTo>
                <a:lnTo>
                  <a:pt x="3491" y="255385"/>
                </a:lnTo>
                <a:lnTo>
                  <a:pt x="3491" y="253672"/>
                </a:lnTo>
                <a:lnTo>
                  <a:pt x="3491" y="252172"/>
                </a:lnTo>
                <a:lnTo>
                  <a:pt x="3491" y="250672"/>
                </a:lnTo>
                <a:lnTo>
                  <a:pt x="3808" y="248959"/>
                </a:lnTo>
                <a:lnTo>
                  <a:pt x="3808" y="247459"/>
                </a:lnTo>
                <a:lnTo>
                  <a:pt x="3808" y="245950"/>
                </a:lnTo>
                <a:lnTo>
                  <a:pt x="3808" y="244237"/>
                </a:lnTo>
                <a:lnTo>
                  <a:pt x="4284" y="242737"/>
                </a:lnTo>
                <a:lnTo>
                  <a:pt x="4284" y="241237"/>
                </a:lnTo>
                <a:lnTo>
                  <a:pt x="4284" y="239524"/>
                </a:lnTo>
                <a:lnTo>
                  <a:pt x="4284" y="238024"/>
                </a:lnTo>
                <a:lnTo>
                  <a:pt x="4284" y="236302"/>
                </a:lnTo>
                <a:lnTo>
                  <a:pt x="4601" y="234589"/>
                </a:lnTo>
                <a:lnTo>
                  <a:pt x="4601" y="233090"/>
                </a:lnTo>
                <a:lnTo>
                  <a:pt x="4601" y="231590"/>
                </a:lnTo>
                <a:lnTo>
                  <a:pt x="4601" y="229868"/>
                </a:lnTo>
                <a:lnTo>
                  <a:pt x="4601" y="228368"/>
                </a:lnTo>
                <a:lnTo>
                  <a:pt x="5077" y="226655"/>
                </a:lnTo>
                <a:lnTo>
                  <a:pt x="5077" y="224942"/>
                </a:lnTo>
                <a:lnTo>
                  <a:pt x="5077" y="223442"/>
                </a:lnTo>
                <a:lnTo>
                  <a:pt x="5077" y="221720"/>
                </a:lnTo>
                <a:lnTo>
                  <a:pt x="5077" y="220220"/>
                </a:lnTo>
                <a:lnTo>
                  <a:pt x="5077" y="218507"/>
                </a:lnTo>
                <a:lnTo>
                  <a:pt x="5077" y="216794"/>
                </a:lnTo>
                <a:lnTo>
                  <a:pt x="5077" y="215294"/>
                </a:lnTo>
                <a:lnTo>
                  <a:pt x="5077" y="213572"/>
                </a:lnTo>
                <a:lnTo>
                  <a:pt x="5395" y="212072"/>
                </a:lnTo>
                <a:lnTo>
                  <a:pt x="5395" y="210359"/>
                </a:lnTo>
                <a:lnTo>
                  <a:pt x="5395" y="208646"/>
                </a:lnTo>
                <a:lnTo>
                  <a:pt x="5395" y="207146"/>
                </a:lnTo>
                <a:lnTo>
                  <a:pt x="5395" y="205424"/>
                </a:lnTo>
                <a:lnTo>
                  <a:pt x="5712" y="203711"/>
                </a:lnTo>
                <a:lnTo>
                  <a:pt x="5712" y="202211"/>
                </a:lnTo>
                <a:lnTo>
                  <a:pt x="5712" y="200498"/>
                </a:lnTo>
                <a:lnTo>
                  <a:pt x="5712" y="198998"/>
                </a:lnTo>
                <a:lnTo>
                  <a:pt x="5712" y="197277"/>
                </a:lnTo>
                <a:lnTo>
                  <a:pt x="6188" y="195564"/>
                </a:lnTo>
                <a:lnTo>
                  <a:pt x="6188" y="194064"/>
                </a:lnTo>
                <a:lnTo>
                  <a:pt x="6188" y="192351"/>
                </a:lnTo>
                <a:lnTo>
                  <a:pt x="6188" y="190629"/>
                </a:lnTo>
                <a:lnTo>
                  <a:pt x="6188" y="188916"/>
                </a:lnTo>
                <a:lnTo>
                  <a:pt x="6506" y="187203"/>
                </a:lnTo>
                <a:lnTo>
                  <a:pt x="6506" y="185703"/>
                </a:lnTo>
                <a:lnTo>
                  <a:pt x="6506" y="183981"/>
                </a:lnTo>
                <a:lnTo>
                  <a:pt x="6506" y="182268"/>
                </a:lnTo>
                <a:lnTo>
                  <a:pt x="6982" y="180555"/>
                </a:lnTo>
                <a:lnTo>
                  <a:pt x="6982" y="179055"/>
                </a:lnTo>
                <a:lnTo>
                  <a:pt x="6982" y="177342"/>
                </a:lnTo>
                <a:lnTo>
                  <a:pt x="6982" y="175620"/>
                </a:lnTo>
                <a:lnTo>
                  <a:pt x="6982" y="173907"/>
                </a:lnTo>
                <a:lnTo>
                  <a:pt x="6982" y="172194"/>
                </a:lnTo>
                <a:lnTo>
                  <a:pt x="6982" y="170694"/>
                </a:lnTo>
                <a:lnTo>
                  <a:pt x="6982" y="168759"/>
                </a:lnTo>
                <a:lnTo>
                  <a:pt x="6982" y="167259"/>
                </a:lnTo>
                <a:lnTo>
                  <a:pt x="6982" y="165546"/>
                </a:lnTo>
                <a:lnTo>
                  <a:pt x="7299" y="163834"/>
                </a:lnTo>
                <a:lnTo>
                  <a:pt x="7299" y="162112"/>
                </a:lnTo>
                <a:lnTo>
                  <a:pt x="7299" y="160399"/>
                </a:lnTo>
                <a:lnTo>
                  <a:pt x="7299" y="158686"/>
                </a:lnTo>
                <a:lnTo>
                  <a:pt x="7299" y="156964"/>
                </a:lnTo>
                <a:lnTo>
                  <a:pt x="7616" y="155464"/>
                </a:lnTo>
                <a:lnTo>
                  <a:pt x="7616" y="153538"/>
                </a:lnTo>
                <a:lnTo>
                  <a:pt x="7616" y="151825"/>
                </a:lnTo>
                <a:lnTo>
                  <a:pt x="7616" y="150103"/>
                </a:lnTo>
                <a:lnTo>
                  <a:pt x="8093" y="148390"/>
                </a:lnTo>
                <a:lnTo>
                  <a:pt x="8093" y="146890"/>
                </a:lnTo>
                <a:lnTo>
                  <a:pt x="8093" y="144964"/>
                </a:lnTo>
                <a:lnTo>
                  <a:pt x="8093" y="143455"/>
                </a:lnTo>
                <a:lnTo>
                  <a:pt x="8093" y="141529"/>
                </a:lnTo>
                <a:lnTo>
                  <a:pt x="8410" y="140029"/>
                </a:lnTo>
                <a:lnTo>
                  <a:pt x="8410" y="138094"/>
                </a:lnTo>
                <a:lnTo>
                  <a:pt x="8410" y="136381"/>
                </a:lnTo>
                <a:lnTo>
                  <a:pt x="8410" y="134668"/>
                </a:lnTo>
                <a:lnTo>
                  <a:pt x="8410" y="132955"/>
                </a:lnTo>
                <a:lnTo>
                  <a:pt x="8886" y="131234"/>
                </a:lnTo>
                <a:lnTo>
                  <a:pt x="8886" y="129521"/>
                </a:lnTo>
                <a:lnTo>
                  <a:pt x="8886" y="127808"/>
                </a:lnTo>
                <a:lnTo>
                  <a:pt x="8886" y="126095"/>
                </a:lnTo>
                <a:lnTo>
                  <a:pt x="8886" y="124373"/>
                </a:lnTo>
                <a:lnTo>
                  <a:pt x="9203" y="122447"/>
                </a:lnTo>
                <a:lnTo>
                  <a:pt x="9203" y="120947"/>
                </a:lnTo>
                <a:lnTo>
                  <a:pt x="9203" y="119012"/>
                </a:lnTo>
                <a:lnTo>
                  <a:pt x="9203" y="117512"/>
                </a:lnTo>
                <a:lnTo>
                  <a:pt x="9203" y="115586"/>
                </a:lnTo>
                <a:lnTo>
                  <a:pt x="9203" y="113873"/>
                </a:lnTo>
                <a:lnTo>
                  <a:pt x="9203" y="112151"/>
                </a:lnTo>
                <a:lnTo>
                  <a:pt x="9203" y="110411"/>
                </a:lnTo>
                <a:lnTo>
                  <a:pt x="9203" y="108548"/>
                </a:lnTo>
                <a:lnTo>
                  <a:pt x="9521" y="107039"/>
                </a:lnTo>
                <a:lnTo>
                  <a:pt x="9521" y="105086"/>
                </a:lnTo>
                <a:lnTo>
                  <a:pt x="9521" y="103400"/>
                </a:lnTo>
                <a:lnTo>
                  <a:pt x="9521" y="101625"/>
                </a:lnTo>
                <a:lnTo>
                  <a:pt x="9521" y="99938"/>
                </a:lnTo>
                <a:lnTo>
                  <a:pt x="9997" y="97986"/>
                </a:lnTo>
                <a:lnTo>
                  <a:pt x="9997" y="96299"/>
                </a:lnTo>
                <a:lnTo>
                  <a:pt x="9997" y="94613"/>
                </a:lnTo>
                <a:lnTo>
                  <a:pt x="9997" y="92838"/>
                </a:lnTo>
                <a:lnTo>
                  <a:pt x="9997" y="90885"/>
                </a:lnTo>
                <a:lnTo>
                  <a:pt x="10314" y="89199"/>
                </a:lnTo>
                <a:lnTo>
                  <a:pt x="10314" y="87246"/>
                </a:lnTo>
                <a:lnTo>
                  <a:pt x="10314" y="85737"/>
                </a:lnTo>
                <a:lnTo>
                  <a:pt x="10314" y="83874"/>
                </a:lnTo>
                <a:lnTo>
                  <a:pt x="10790" y="82098"/>
                </a:lnTo>
                <a:lnTo>
                  <a:pt x="10790" y="80235"/>
                </a:lnTo>
                <a:lnTo>
                  <a:pt x="10790" y="78459"/>
                </a:lnTo>
                <a:lnTo>
                  <a:pt x="10790" y="76773"/>
                </a:lnTo>
                <a:lnTo>
                  <a:pt x="10790" y="75087"/>
                </a:lnTo>
                <a:lnTo>
                  <a:pt x="11108" y="73134"/>
                </a:lnTo>
                <a:lnTo>
                  <a:pt x="11108" y="71448"/>
                </a:lnTo>
                <a:lnTo>
                  <a:pt x="11108" y="69495"/>
                </a:lnTo>
                <a:lnTo>
                  <a:pt x="11108" y="67809"/>
                </a:lnTo>
                <a:lnTo>
                  <a:pt x="11108" y="65856"/>
                </a:lnTo>
                <a:lnTo>
                  <a:pt x="11108" y="64081"/>
                </a:lnTo>
                <a:lnTo>
                  <a:pt x="11108" y="62217"/>
                </a:lnTo>
                <a:lnTo>
                  <a:pt x="11108" y="60442"/>
                </a:lnTo>
                <a:lnTo>
                  <a:pt x="11108" y="58578"/>
                </a:lnTo>
                <a:lnTo>
                  <a:pt x="11108" y="56803"/>
                </a:lnTo>
                <a:lnTo>
                  <a:pt x="11584" y="55117"/>
                </a:lnTo>
                <a:lnTo>
                  <a:pt x="11584" y="53430"/>
                </a:lnTo>
                <a:lnTo>
                  <a:pt x="11584" y="51478"/>
                </a:lnTo>
                <a:lnTo>
                  <a:pt x="11584" y="49791"/>
                </a:lnTo>
                <a:lnTo>
                  <a:pt x="11901" y="47839"/>
                </a:lnTo>
                <a:lnTo>
                  <a:pt x="11901" y="45886"/>
                </a:lnTo>
                <a:lnTo>
                  <a:pt x="11901" y="44200"/>
                </a:lnTo>
                <a:lnTo>
                  <a:pt x="11901" y="42247"/>
                </a:lnTo>
                <a:lnTo>
                  <a:pt x="11901" y="40561"/>
                </a:lnTo>
                <a:lnTo>
                  <a:pt x="12218" y="38608"/>
                </a:lnTo>
                <a:lnTo>
                  <a:pt x="12218" y="36922"/>
                </a:lnTo>
                <a:lnTo>
                  <a:pt x="12218" y="34969"/>
                </a:lnTo>
                <a:lnTo>
                  <a:pt x="12218" y="33283"/>
                </a:lnTo>
                <a:lnTo>
                  <a:pt x="12218" y="31330"/>
                </a:lnTo>
                <a:lnTo>
                  <a:pt x="12694" y="29644"/>
                </a:lnTo>
                <a:lnTo>
                  <a:pt x="12694" y="27869"/>
                </a:lnTo>
                <a:lnTo>
                  <a:pt x="12694" y="25916"/>
                </a:lnTo>
                <a:lnTo>
                  <a:pt x="12694" y="24230"/>
                </a:lnTo>
                <a:lnTo>
                  <a:pt x="12694" y="22100"/>
                </a:lnTo>
                <a:lnTo>
                  <a:pt x="13012" y="20413"/>
                </a:lnTo>
                <a:lnTo>
                  <a:pt x="13012" y="18461"/>
                </a:lnTo>
                <a:lnTo>
                  <a:pt x="13012" y="16774"/>
                </a:lnTo>
                <a:lnTo>
                  <a:pt x="13012" y="14822"/>
                </a:lnTo>
                <a:lnTo>
                  <a:pt x="13488" y="13047"/>
                </a:lnTo>
                <a:lnTo>
                  <a:pt x="13488" y="11183"/>
                </a:lnTo>
                <a:lnTo>
                  <a:pt x="13488" y="9230"/>
                </a:lnTo>
                <a:lnTo>
                  <a:pt x="13488" y="7544"/>
                </a:lnTo>
                <a:lnTo>
                  <a:pt x="13488" y="5591"/>
                </a:lnTo>
                <a:lnTo>
                  <a:pt x="13488" y="3638"/>
                </a:lnTo>
                <a:lnTo>
                  <a:pt x="13488" y="1952"/>
                </a:lnTo>
                <a:lnTo>
                  <a:pt x="13488" y="0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6932494" y="3185920"/>
            <a:ext cx="13805" cy="397092"/>
          </a:xfrm>
          <a:custGeom>
            <a:avLst/>
            <a:gdLst/>
            <a:ahLst/>
            <a:cxnLst/>
            <a:rect l="l" t="t" r="r" b="b"/>
            <a:pathLst>
              <a:path w="13805" h="397092">
                <a:moveTo>
                  <a:pt x="0" y="397092"/>
                </a:moveTo>
                <a:lnTo>
                  <a:pt x="0" y="395406"/>
                </a:lnTo>
                <a:lnTo>
                  <a:pt x="0" y="393276"/>
                </a:lnTo>
                <a:lnTo>
                  <a:pt x="317" y="391501"/>
                </a:lnTo>
                <a:lnTo>
                  <a:pt x="317" y="389637"/>
                </a:lnTo>
                <a:lnTo>
                  <a:pt x="317" y="387862"/>
                </a:lnTo>
                <a:lnTo>
                  <a:pt x="317" y="385909"/>
                </a:lnTo>
                <a:lnTo>
                  <a:pt x="317" y="384045"/>
                </a:lnTo>
                <a:lnTo>
                  <a:pt x="634" y="382270"/>
                </a:lnTo>
                <a:lnTo>
                  <a:pt x="634" y="380140"/>
                </a:lnTo>
                <a:lnTo>
                  <a:pt x="634" y="378453"/>
                </a:lnTo>
                <a:lnTo>
                  <a:pt x="634" y="376501"/>
                </a:lnTo>
                <a:lnTo>
                  <a:pt x="1110" y="374548"/>
                </a:lnTo>
                <a:lnTo>
                  <a:pt x="1110" y="372862"/>
                </a:lnTo>
                <a:lnTo>
                  <a:pt x="1110" y="370732"/>
                </a:lnTo>
                <a:lnTo>
                  <a:pt x="1110" y="369045"/>
                </a:lnTo>
                <a:lnTo>
                  <a:pt x="1110" y="367093"/>
                </a:lnTo>
                <a:lnTo>
                  <a:pt x="1428" y="365140"/>
                </a:lnTo>
                <a:lnTo>
                  <a:pt x="1428" y="363454"/>
                </a:lnTo>
                <a:lnTo>
                  <a:pt x="1428" y="361324"/>
                </a:lnTo>
                <a:lnTo>
                  <a:pt x="1428" y="359549"/>
                </a:lnTo>
                <a:lnTo>
                  <a:pt x="1428" y="357685"/>
                </a:lnTo>
                <a:lnTo>
                  <a:pt x="1904" y="355732"/>
                </a:lnTo>
                <a:lnTo>
                  <a:pt x="1904" y="354046"/>
                </a:lnTo>
                <a:lnTo>
                  <a:pt x="1904" y="351827"/>
                </a:lnTo>
                <a:lnTo>
                  <a:pt x="1904" y="350140"/>
                </a:lnTo>
                <a:lnTo>
                  <a:pt x="1904" y="348188"/>
                </a:lnTo>
                <a:lnTo>
                  <a:pt x="1904" y="346324"/>
                </a:lnTo>
                <a:lnTo>
                  <a:pt x="1904" y="344371"/>
                </a:lnTo>
                <a:lnTo>
                  <a:pt x="1904" y="342419"/>
                </a:lnTo>
                <a:lnTo>
                  <a:pt x="1904" y="340466"/>
                </a:lnTo>
                <a:lnTo>
                  <a:pt x="1904" y="338780"/>
                </a:lnTo>
                <a:lnTo>
                  <a:pt x="2221" y="336650"/>
                </a:lnTo>
                <a:lnTo>
                  <a:pt x="2221" y="334963"/>
                </a:lnTo>
                <a:lnTo>
                  <a:pt x="2221" y="332744"/>
                </a:lnTo>
                <a:lnTo>
                  <a:pt x="2221" y="331058"/>
                </a:lnTo>
                <a:lnTo>
                  <a:pt x="2697" y="329105"/>
                </a:lnTo>
                <a:lnTo>
                  <a:pt x="2697" y="326975"/>
                </a:lnTo>
                <a:lnTo>
                  <a:pt x="2697" y="325289"/>
                </a:lnTo>
                <a:lnTo>
                  <a:pt x="2697" y="323336"/>
                </a:lnTo>
                <a:lnTo>
                  <a:pt x="2697" y="321384"/>
                </a:lnTo>
                <a:lnTo>
                  <a:pt x="3015" y="319520"/>
                </a:lnTo>
                <a:lnTo>
                  <a:pt x="3015" y="317567"/>
                </a:lnTo>
                <a:lnTo>
                  <a:pt x="3015" y="315615"/>
                </a:lnTo>
                <a:lnTo>
                  <a:pt x="3015" y="313662"/>
                </a:lnTo>
                <a:lnTo>
                  <a:pt x="3015" y="311798"/>
                </a:lnTo>
                <a:lnTo>
                  <a:pt x="3332" y="309845"/>
                </a:lnTo>
                <a:lnTo>
                  <a:pt x="3332" y="307893"/>
                </a:lnTo>
                <a:lnTo>
                  <a:pt x="3332" y="305940"/>
                </a:lnTo>
                <a:lnTo>
                  <a:pt x="3332" y="304076"/>
                </a:lnTo>
                <a:lnTo>
                  <a:pt x="3332" y="302124"/>
                </a:lnTo>
                <a:lnTo>
                  <a:pt x="3808" y="300171"/>
                </a:lnTo>
                <a:lnTo>
                  <a:pt x="3808" y="298218"/>
                </a:lnTo>
                <a:lnTo>
                  <a:pt x="3808" y="296355"/>
                </a:lnTo>
                <a:lnTo>
                  <a:pt x="3808" y="294136"/>
                </a:lnTo>
                <a:lnTo>
                  <a:pt x="3808" y="292449"/>
                </a:lnTo>
                <a:lnTo>
                  <a:pt x="3808" y="290319"/>
                </a:lnTo>
                <a:lnTo>
                  <a:pt x="3808" y="288367"/>
                </a:lnTo>
                <a:lnTo>
                  <a:pt x="3808" y="286680"/>
                </a:lnTo>
                <a:lnTo>
                  <a:pt x="3808" y="284550"/>
                </a:lnTo>
                <a:lnTo>
                  <a:pt x="4125" y="282597"/>
                </a:lnTo>
                <a:lnTo>
                  <a:pt x="4125" y="280645"/>
                </a:lnTo>
                <a:lnTo>
                  <a:pt x="4125" y="278781"/>
                </a:lnTo>
                <a:lnTo>
                  <a:pt x="4125" y="276828"/>
                </a:lnTo>
                <a:lnTo>
                  <a:pt x="4125" y="274876"/>
                </a:lnTo>
                <a:lnTo>
                  <a:pt x="4601" y="272746"/>
                </a:lnTo>
                <a:lnTo>
                  <a:pt x="4601" y="270793"/>
                </a:lnTo>
                <a:lnTo>
                  <a:pt x="4601" y="269107"/>
                </a:lnTo>
                <a:lnTo>
                  <a:pt x="4601" y="266976"/>
                </a:lnTo>
                <a:lnTo>
                  <a:pt x="4601" y="265024"/>
                </a:lnTo>
                <a:lnTo>
                  <a:pt x="4919" y="263071"/>
                </a:lnTo>
                <a:lnTo>
                  <a:pt x="4919" y="260941"/>
                </a:lnTo>
                <a:lnTo>
                  <a:pt x="4919" y="258988"/>
                </a:lnTo>
                <a:lnTo>
                  <a:pt x="4919" y="257302"/>
                </a:lnTo>
                <a:lnTo>
                  <a:pt x="5236" y="255172"/>
                </a:lnTo>
                <a:lnTo>
                  <a:pt x="5236" y="253219"/>
                </a:lnTo>
                <a:lnTo>
                  <a:pt x="5236" y="251267"/>
                </a:lnTo>
                <a:lnTo>
                  <a:pt x="5236" y="249137"/>
                </a:lnTo>
                <a:lnTo>
                  <a:pt x="5236" y="247184"/>
                </a:lnTo>
                <a:lnTo>
                  <a:pt x="5712" y="245320"/>
                </a:lnTo>
                <a:lnTo>
                  <a:pt x="5712" y="243190"/>
                </a:lnTo>
                <a:lnTo>
                  <a:pt x="5712" y="241415"/>
                </a:lnTo>
                <a:lnTo>
                  <a:pt x="5712" y="239462"/>
                </a:lnTo>
                <a:lnTo>
                  <a:pt x="5712" y="237332"/>
                </a:lnTo>
                <a:lnTo>
                  <a:pt x="6030" y="235468"/>
                </a:lnTo>
                <a:lnTo>
                  <a:pt x="6030" y="233516"/>
                </a:lnTo>
                <a:lnTo>
                  <a:pt x="6030" y="231385"/>
                </a:lnTo>
                <a:lnTo>
                  <a:pt x="6030" y="229433"/>
                </a:lnTo>
                <a:lnTo>
                  <a:pt x="6030" y="227480"/>
                </a:lnTo>
                <a:lnTo>
                  <a:pt x="6030" y="225350"/>
                </a:lnTo>
                <a:lnTo>
                  <a:pt x="6030" y="223397"/>
                </a:lnTo>
                <a:lnTo>
                  <a:pt x="6030" y="221445"/>
                </a:lnTo>
                <a:lnTo>
                  <a:pt x="6030" y="219581"/>
                </a:lnTo>
                <a:lnTo>
                  <a:pt x="6506" y="217451"/>
                </a:lnTo>
                <a:lnTo>
                  <a:pt x="6506" y="215498"/>
                </a:lnTo>
                <a:lnTo>
                  <a:pt x="6506" y="213546"/>
                </a:lnTo>
                <a:lnTo>
                  <a:pt x="6506" y="211415"/>
                </a:lnTo>
                <a:lnTo>
                  <a:pt x="6506" y="209463"/>
                </a:lnTo>
                <a:lnTo>
                  <a:pt x="6823" y="207510"/>
                </a:lnTo>
                <a:lnTo>
                  <a:pt x="6823" y="205380"/>
                </a:lnTo>
                <a:lnTo>
                  <a:pt x="6823" y="203516"/>
                </a:lnTo>
                <a:lnTo>
                  <a:pt x="6823" y="201564"/>
                </a:lnTo>
                <a:lnTo>
                  <a:pt x="6823" y="199433"/>
                </a:lnTo>
                <a:lnTo>
                  <a:pt x="7299" y="197481"/>
                </a:lnTo>
                <a:lnTo>
                  <a:pt x="7299" y="195528"/>
                </a:lnTo>
                <a:lnTo>
                  <a:pt x="7299" y="193398"/>
                </a:lnTo>
                <a:lnTo>
                  <a:pt x="7299" y="191445"/>
                </a:lnTo>
                <a:lnTo>
                  <a:pt x="7299" y="189582"/>
                </a:lnTo>
                <a:lnTo>
                  <a:pt x="7616" y="187363"/>
                </a:lnTo>
                <a:lnTo>
                  <a:pt x="7616" y="185232"/>
                </a:lnTo>
                <a:lnTo>
                  <a:pt x="7616" y="183280"/>
                </a:lnTo>
                <a:lnTo>
                  <a:pt x="7616" y="181416"/>
                </a:lnTo>
                <a:lnTo>
                  <a:pt x="7934" y="179286"/>
                </a:lnTo>
                <a:lnTo>
                  <a:pt x="7934" y="177333"/>
                </a:lnTo>
                <a:lnTo>
                  <a:pt x="7934" y="175381"/>
                </a:lnTo>
                <a:lnTo>
                  <a:pt x="7934" y="173428"/>
                </a:lnTo>
                <a:lnTo>
                  <a:pt x="7934" y="171298"/>
                </a:lnTo>
                <a:lnTo>
                  <a:pt x="7934" y="169168"/>
                </a:lnTo>
                <a:lnTo>
                  <a:pt x="7934" y="167215"/>
                </a:lnTo>
                <a:lnTo>
                  <a:pt x="7934" y="165085"/>
                </a:lnTo>
                <a:lnTo>
                  <a:pt x="7934" y="163132"/>
                </a:lnTo>
                <a:lnTo>
                  <a:pt x="7934" y="161268"/>
                </a:lnTo>
                <a:lnTo>
                  <a:pt x="8410" y="159316"/>
                </a:lnTo>
                <a:lnTo>
                  <a:pt x="8410" y="156919"/>
                </a:lnTo>
                <a:lnTo>
                  <a:pt x="8410" y="155056"/>
                </a:lnTo>
                <a:lnTo>
                  <a:pt x="8410" y="153103"/>
                </a:lnTo>
                <a:lnTo>
                  <a:pt x="8410" y="150973"/>
                </a:lnTo>
                <a:lnTo>
                  <a:pt x="8727" y="149020"/>
                </a:lnTo>
                <a:lnTo>
                  <a:pt x="8727" y="146890"/>
                </a:lnTo>
                <a:lnTo>
                  <a:pt x="8727" y="144937"/>
                </a:lnTo>
                <a:lnTo>
                  <a:pt x="8727" y="142807"/>
                </a:lnTo>
                <a:lnTo>
                  <a:pt x="9203" y="140855"/>
                </a:lnTo>
                <a:lnTo>
                  <a:pt x="9203" y="138725"/>
                </a:lnTo>
                <a:lnTo>
                  <a:pt x="9203" y="136772"/>
                </a:lnTo>
                <a:lnTo>
                  <a:pt x="9203" y="134642"/>
                </a:lnTo>
                <a:lnTo>
                  <a:pt x="9203" y="132689"/>
                </a:lnTo>
                <a:lnTo>
                  <a:pt x="9521" y="130559"/>
                </a:lnTo>
                <a:lnTo>
                  <a:pt x="9521" y="128606"/>
                </a:lnTo>
                <a:lnTo>
                  <a:pt x="9521" y="126476"/>
                </a:lnTo>
                <a:lnTo>
                  <a:pt x="9521" y="124612"/>
                </a:lnTo>
                <a:lnTo>
                  <a:pt x="9521" y="122394"/>
                </a:lnTo>
                <a:lnTo>
                  <a:pt x="9838" y="120263"/>
                </a:lnTo>
                <a:lnTo>
                  <a:pt x="9838" y="118311"/>
                </a:lnTo>
                <a:lnTo>
                  <a:pt x="9838" y="116181"/>
                </a:lnTo>
                <a:lnTo>
                  <a:pt x="9838" y="114317"/>
                </a:lnTo>
                <a:lnTo>
                  <a:pt x="9838" y="112098"/>
                </a:lnTo>
                <a:lnTo>
                  <a:pt x="10314" y="110234"/>
                </a:lnTo>
                <a:lnTo>
                  <a:pt x="10314" y="108015"/>
                </a:lnTo>
                <a:lnTo>
                  <a:pt x="10314" y="106151"/>
                </a:lnTo>
                <a:lnTo>
                  <a:pt x="10314" y="104021"/>
                </a:lnTo>
                <a:lnTo>
                  <a:pt x="10314" y="101802"/>
                </a:lnTo>
                <a:lnTo>
                  <a:pt x="10314" y="99938"/>
                </a:lnTo>
                <a:lnTo>
                  <a:pt x="10314" y="97808"/>
                </a:lnTo>
                <a:lnTo>
                  <a:pt x="10314" y="95589"/>
                </a:lnTo>
                <a:lnTo>
                  <a:pt x="10314" y="93725"/>
                </a:lnTo>
                <a:lnTo>
                  <a:pt x="10631" y="91507"/>
                </a:lnTo>
                <a:lnTo>
                  <a:pt x="10631" y="89643"/>
                </a:lnTo>
                <a:lnTo>
                  <a:pt x="10631" y="87513"/>
                </a:lnTo>
                <a:lnTo>
                  <a:pt x="10631" y="85294"/>
                </a:lnTo>
                <a:lnTo>
                  <a:pt x="10631" y="83430"/>
                </a:lnTo>
                <a:lnTo>
                  <a:pt x="11108" y="81300"/>
                </a:lnTo>
                <a:lnTo>
                  <a:pt x="11108" y="79081"/>
                </a:lnTo>
                <a:lnTo>
                  <a:pt x="11108" y="77217"/>
                </a:lnTo>
                <a:lnTo>
                  <a:pt x="11108" y="74998"/>
                </a:lnTo>
                <a:lnTo>
                  <a:pt x="11108" y="73134"/>
                </a:lnTo>
                <a:lnTo>
                  <a:pt x="11425" y="71004"/>
                </a:lnTo>
                <a:lnTo>
                  <a:pt x="11425" y="68785"/>
                </a:lnTo>
                <a:lnTo>
                  <a:pt x="11425" y="66921"/>
                </a:lnTo>
                <a:lnTo>
                  <a:pt x="11425" y="64702"/>
                </a:lnTo>
                <a:lnTo>
                  <a:pt x="11742" y="62572"/>
                </a:lnTo>
                <a:lnTo>
                  <a:pt x="11742" y="60442"/>
                </a:lnTo>
                <a:lnTo>
                  <a:pt x="11742" y="58489"/>
                </a:lnTo>
                <a:lnTo>
                  <a:pt x="11742" y="56359"/>
                </a:lnTo>
                <a:lnTo>
                  <a:pt x="11742" y="54229"/>
                </a:lnTo>
                <a:lnTo>
                  <a:pt x="12218" y="52277"/>
                </a:lnTo>
                <a:lnTo>
                  <a:pt x="12218" y="50146"/>
                </a:lnTo>
                <a:lnTo>
                  <a:pt x="12218" y="48194"/>
                </a:lnTo>
                <a:lnTo>
                  <a:pt x="12218" y="45886"/>
                </a:lnTo>
                <a:lnTo>
                  <a:pt x="12218" y="43934"/>
                </a:lnTo>
                <a:lnTo>
                  <a:pt x="12218" y="41803"/>
                </a:lnTo>
                <a:lnTo>
                  <a:pt x="12218" y="39851"/>
                </a:lnTo>
                <a:lnTo>
                  <a:pt x="12218" y="37721"/>
                </a:lnTo>
                <a:lnTo>
                  <a:pt x="12218" y="35591"/>
                </a:lnTo>
                <a:lnTo>
                  <a:pt x="12218" y="33460"/>
                </a:lnTo>
                <a:lnTo>
                  <a:pt x="12536" y="31508"/>
                </a:lnTo>
                <a:lnTo>
                  <a:pt x="12536" y="29378"/>
                </a:lnTo>
                <a:lnTo>
                  <a:pt x="12536" y="27247"/>
                </a:lnTo>
                <a:lnTo>
                  <a:pt x="12536" y="25117"/>
                </a:lnTo>
                <a:lnTo>
                  <a:pt x="13012" y="23165"/>
                </a:lnTo>
                <a:lnTo>
                  <a:pt x="13012" y="21035"/>
                </a:lnTo>
                <a:lnTo>
                  <a:pt x="13012" y="18816"/>
                </a:lnTo>
                <a:lnTo>
                  <a:pt x="13012" y="16686"/>
                </a:lnTo>
                <a:lnTo>
                  <a:pt x="13012" y="14822"/>
                </a:lnTo>
                <a:lnTo>
                  <a:pt x="13329" y="12603"/>
                </a:lnTo>
                <a:lnTo>
                  <a:pt x="13329" y="10473"/>
                </a:lnTo>
                <a:lnTo>
                  <a:pt x="13329" y="8343"/>
                </a:lnTo>
                <a:lnTo>
                  <a:pt x="13329" y="6212"/>
                </a:lnTo>
                <a:lnTo>
                  <a:pt x="13329" y="4260"/>
                </a:lnTo>
                <a:lnTo>
                  <a:pt x="13805" y="2130"/>
                </a:lnTo>
                <a:lnTo>
                  <a:pt x="13805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6946299" y="2759893"/>
            <a:ext cx="13329" cy="426027"/>
          </a:xfrm>
          <a:custGeom>
            <a:avLst/>
            <a:gdLst/>
            <a:ahLst/>
            <a:cxnLst/>
            <a:rect l="l" t="t" r="r" b="b"/>
            <a:pathLst>
              <a:path w="13329" h="426027">
                <a:moveTo>
                  <a:pt x="0" y="426027"/>
                </a:moveTo>
                <a:lnTo>
                  <a:pt x="0" y="423896"/>
                </a:lnTo>
                <a:lnTo>
                  <a:pt x="0" y="421766"/>
                </a:lnTo>
                <a:lnTo>
                  <a:pt x="0" y="419814"/>
                </a:lnTo>
                <a:lnTo>
                  <a:pt x="317" y="417683"/>
                </a:lnTo>
                <a:lnTo>
                  <a:pt x="317" y="415553"/>
                </a:lnTo>
                <a:lnTo>
                  <a:pt x="317" y="413334"/>
                </a:lnTo>
                <a:lnTo>
                  <a:pt x="317" y="411471"/>
                </a:lnTo>
                <a:lnTo>
                  <a:pt x="634" y="409252"/>
                </a:lnTo>
                <a:lnTo>
                  <a:pt x="634" y="406944"/>
                </a:lnTo>
                <a:lnTo>
                  <a:pt x="634" y="404991"/>
                </a:lnTo>
                <a:lnTo>
                  <a:pt x="634" y="402861"/>
                </a:lnTo>
                <a:lnTo>
                  <a:pt x="634" y="400731"/>
                </a:lnTo>
                <a:lnTo>
                  <a:pt x="634" y="398779"/>
                </a:lnTo>
                <a:lnTo>
                  <a:pt x="634" y="396382"/>
                </a:lnTo>
                <a:lnTo>
                  <a:pt x="634" y="394518"/>
                </a:lnTo>
                <a:lnTo>
                  <a:pt x="634" y="392388"/>
                </a:lnTo>
                <a:lnTo>
                  <a:pt x="634" y="390169"/>
                </a:lnTo>
                <a:lnTo>
                  <a:pt x="1110" y="388039"/>
                </a:lnTo>
                <a:lnTo>
                  <a:pt x="1110" y="385909"/>
                </a:lnTo>
                <a:lnTo>
                  <a:pt x="1110" y="383779"/>
                </a:lnTo>
                <a:lnTo>
                  <a:pt x="1110" y="381826"/>
                </a:lnTo>
                <a:lnTo>
                  <a:pt x="1110" y="379696"/>
                </a:lnTo>
                <a:lnTo>
                  <a:pt x="1428" y="377566"/>
                </a:lnTo>
                <a:lnTo>
                  <a:pt x="1428" y="375436"/>
                </a:lnTo>
                <a:lnTo>
                  <a:pt x="1428" y="373306"/>
                </a:lnTo>
                <a:lnTo>
                  <a:pt x="1428" y="371087"/>
                </a:lnTo>
                <a:lnTo>
                  <a:pt x="1904" y="369223"/>
                </a:lnTo>
                <a:lnTo>
                  <a:pt x="1904" y="366827"/>
                </a:lnTo>
                <a:lnTo>
                  <a:pt x="1904" y="364696"/>
                </a:lnTo>
                <a:lnTo>
                  <a:pt x="1904" y="362744"/>
                </a:lnTo>
                <a:lnTo>
                  <a:pt x="1904" y="360614"/>
                </a:lnTo>
                <a:lnTo>
                  <a:pt x="2221" y="358483"/>
                </a:lnTo>
                <a:lnTo>
                  <a:pt x="2221" y="356353"/>
                </a:lnTo>
                <a:lnTo>
                  <a:pt x="2221" y="354223"/>
                </a:lnTo>
                <a:lnTo>
                  <a:pt x="2221" y="352004"/>
                </a:lnTo>
                <a:lnTo>
                  <a:pt x="2221" y="350140"/>
                </a:lnTo>
                <a:lnTo>
                  <a:pt x="2538" y="347922"/>
                </a:lnTo>
                <a:lnTo>
                  <a:pt x="2538" y="345614"/>
                </a:lnTo>
                <a:lnTo>
                  <a:pt x="2538" y="343661"/>
                </a:lnTo>
                <a:lnTo>
                  <a:pt x="2538" y="341531"/>
                </a:lnTo>
                <a:lnTo>
                  <a:pt x="2538" y="339401"/>
                </a:lnTo>
                <a:lnTo>
                  <a:pt x="2538" y="337271"/>
                </a:lnTo>
                <a:lnTo>
                  <a:pt x="2538" y="335141"/>
                </a:lnTo>
                <a:lnTo>
                  <a:pt x="2538" y="332922"/>
                </a:lnTo>
                <a:lnTo>
                  <a:pt x="2538" y="330792"/>
                </a:lnTo>
                <a:lnTo>
                  <a:pt x="3015" y="328662"/>
                </a:lnTo>
                <a:lnTo>
                  <a:pt x="3015" y="326709"/>
                </a:lnTo>
                <a:lnTo>
                  <a:pt x="3015" y="324401"/>
                </a:lnTo>
                <a:lnTo>
                  <a:pt x="3015" y="322271"/>
                </a:lnTo>
                <a:lnTo>
                  <a:pt x="3015" y="320319"/>
                </a:lnTo>
                <a:lnTo>
                  <a:pt x="3332" y="318188"/>
                </a:lnTo>
                <a:lnTo>
                  <a:pt x="3332" y="316058"/>
                </a:lnTo>
                <a:lnTo>
                  <a:pt x="3332" y="313662"/>
                </a:lnTo>
                <a:lnTo>
                  <a:pt x="3332" y="311709"/>
                </a:lnTo>
                <a:lnTo>
                  <a:pt x="3332" y="309579"/>
                </a:lnTo>
                <a:lnTo>
                  <a:pt x="3808" y="307449"/>
                </a:lnTo>
                <a:lnTo>
                  <a:pt x="3808" y="305319"/>
                </a:lnTo>
                <a:lnTo>
                  <a:pt x="3808" y="303189"/>
                </a:lnTo>
                <a:lnTo>
                  <a:pt x="3808" y="300970"/>
                </a:lnTo>
                <a:lnTo>
                  <a:pt x="3808" y="298840"/>
                </a:lnTo>
                <a:lnTo>
                  <a:pt x="4125" y="296710"/>
                </a:lnTo>
                <a:lnTo>
                  <a:pt x="4125" y="294579"/>
                </a:lnTo>
                <a:lnTo>
                  <a:pt x="4125" y="292449"/>
                </a:lnTo>
                <a:lnTo>
                  <a:pt x="4125" y="290319"/>
                </a:lnTo>
                <a:lnTo>
                  <a:pt x="4601" y="288100"/>
                </a:lnTo>
                <a:lnTo>
                  <a:pt x="4601" y="285970"/>
                </a:lnTo>
                <a:lnTo>
                  <a:pt x="4601" y="284106"/>
                </a:lnTo>
                <a:lnTo>
                  <a:pt x="4601" y="281887"/>
                </a:lnTo>
                <a:lnTo>
                  <a:pt x="4601" y="279580"/>
                </a:lnTo>
                <a:lnTo>
                  <a:pt x="4919" y="277450"/>
                </a:lnTo>
                <a:lnTo>
                  <a:pt x="4919" y="275319"/>
                </a:lnTo>
                <a:lnTo>
                  <a:pt x="4919" y="273367"/>
                </a:lnTo>
                <a:lnTo>
                  <a:pt x="4919" y="271237"/>
                </a:lnTo>
                <a:lnTo>
                  <a:pt x="4919" y="268840"/>
                </a:lnTo>
                <a:lnTo>
                  <a:pt x="4919" y="266710"/>
                </a:lnTo>
                <a:lnTo>
                  <a:pt x="4919" y="264580"/>
                </a:lnTo>
                <a:lnTo>
                  <a:pt x="4919" y="262627"/>
                </a:lnTo>
                <a:lnTo>
                  <a:pt x="4919" y="260497"/>
                </a:lnTo>
                <a:lnTo>
                  <a:pt x="4919" y="258101"/>
                </a:lnTo>
                <a:lnTo>
                  <a:pt x="5236" y="255971"/>
                </a:lnTo>
                <a:lnTo>
                  <a:pt x="5236" y="253841"/>
                </a:lnTo>
                <a:lnTo>
                  <a:pt x="5236" y="251888"/>
                </a:lnTo>
                <a:lnTo>
                  <a:pt x="5236" y="249758"/>
                </a:lnTo>
                <a:lnTo>
                  <a:pt x="5712" y="247628"/>
                </a:lnTo>
                <a:lnTo>
                  <a:pt x="5712" y="245231"/>
                </a:lnTo>
                <a:lnTo>
                  <a:pt x="5712" y="243101"/>
                </a:lnTo>
                <a:lnTo>
                  <a:pt x="5712" y="240971"/>
                </a:lnTo>
                <a:lnTo>
                  <a:pt x="5712" y="239018"/>
                </a:lnTo>
                <a:lnTo>
                  <a:pt x="6030" y="236888"/>
                </a:lnTo>
                <a:lnTo>
                  <a:pt x="6030" y="234492"/>
                </a:lnTo>
                <a:lnTo>
                  <a:pt x="6030" y="232362"/>
                </a:lnTo>
                <a:lnTo>
                  <a:pt x="6030" y="230232"/>
                </a:lnTo>
                <a:lnTo>
                  <a:pt x="6030" y="228101"/>
                </a:lnTo>
                <a:lnTo>
                  <a:pt x="6506" y="226149"/>
                </a:lnTo>
                <a:lnTo>
                  <a:pt x="6506" y="224019"/>
                </a:lnTo>
                <a:lnTo>
                  <a:pt x="6506" y="221711"/>
                </a:lnTo>
                <a:lnTo>
                  <a:pt x="6506" y="219492"/>
                </a:lnTo>
                <a:lnTo>
                  <a:pt x="6506" y="217362"/>
                </a:lnTo>
                <a:lnTo>
                  <a:pt x="6823" y="215232"/>
                </a:lnTo>
                <a:lnTo>
                  <a:pt x="6823" y="213279"/>
                </a:lnTo>
                <a:lnTo>
                  <a:pt x="6823" y="210972"/>
                </a:lnTo>
                <a:lnTo>
                  <a:pt x="6823" y="208841"/>
                </a:lnTo>
                <a:lnTo>
                  <a:pt x="6823" y="206623"/>
                </a:lnTo>
                <a:lnTo>
                  <a:pt x="6823" y="204492"/>
                </a:lnTo>
                <a:lnTo>
                  <a:pt x="6823" y="202362"/>
                </a:lnTo>
                <a:lnTo>
                  <a:pt x="6823" y="200232"/>
                </a:lnTo>
                <a:lnTo>
                  <a:pt x="6823" y="198102"/>
                </a:lnTo>
                <a:lnTo>
                  <a:pt x="7140" y="195972"/>
                </a:lnTo>
                <a:lnTo>
                  <a:pt x="7140" y="193753"/>
                </a:lnTo>
                <a:lnTo>
                  <a:pt x="7140" y="191623"/>
                </a:lnTo>
                <a:lnTo>
                  <a:pt x="7140" y="189759"/>
                </a:lnTo>
                <a:lnTo>
                  <a:pt x="7140" y="187363"/>
                </a:lnTo>
                <a:lnTo>
                  <a:pt x="7616" y="185232"/>
                </a:lnTo>
                <a:lnTo>
                  <a:pt x="7616" y="183280"/>
                </a:lnTo>
                <a:lnTo>
                  <a:pt x="7616" y="181150"/>
                </a:lnTo>
                <a:lnTo>
                  <a:pt x="7616" y="179020"/>
                </a:lnTo>
                <a:lnTo>
                  <a:pt x="7616" y="176623"/>
                </a:lnTo>
                <a:lnTo>
                  <a:pt x="7934" y="174493"/>
                </a:lnTo>
                <a:lnTo>
                  <a:pt x="7934" y="172363"/>
                </a:lnTo>
                <a:lnTo>
                  <a:pt x="7934" y="170233"/>
                </a:lnTo>
                <a:lnTo>
                  <a:pt x="7934" y="168280"/>
                </a:lnTo>
                <a:lnTo>
                  <a:pt x="8410" y="166150"/>
                </a:lnTo>
                <a:lnTo>
                  <a:pt x="8410" y="163754"/>
                </a:lnTo>
                <a:lnTo>
                  <a:pt x="8410" y="161623"/>
                </a:lnTo>
                <a:lnTo>
                  <a:pt x="8410" y="159493"/>
                </a:lnTo>
                <a:lnTo>
                  <a:pt x="8410" y="157363"/>
                </a:lnTo>
                <a:lnTo>
                  <a:pt x="8727" y="155233"/>
                </a:lnTo>
                <a:lnTo>
                  <a:pt x="8727" y="153014"/>
                </a:lnTo>
                <a:lnTo>
                  <a:pt x="8727" y="150884"/>
                </a:lnTo>
                <a:lnTo>
                  <a:pt x="8727" y="148754"/>
                </a:lnTo>
                <a:lnTo>
                  <a:pt x="8727" y="146624"/>
                </a:lnTo>
                <a:lnTo>
                  <a:pt x="9203" y="144494"/>
                </a:lnTo>
                <a:lnTo>
                  <a:pt x="9203" y="142364"/>
                </a:lnTo>
                <a:lnTo>
                  <a:pt x="9203" y="140145"/>
                </a:lnTo>
                <a:lnTo>
                  <a:pt x="9203" y="137837"/>
                </a:lnTo>
                <a:lnTo>
                  <a:pt x="9203" y="135707"/>
                </a:lnTo>
                <a:lnTo>
                  <a:pt x="9203" y="133754"/>
                </a:lnTo>
                <a:lnTo>
                  <a:pt x="9203" y="131624"/>
                </a:lnTo>
                <a:lnTo>
                  <a:pt x="9203" y="129494"/>
                </a:lnTo>
                <a:lnTo>
                  <a:pt x="9203" y="127098"/>
                </a:lnTo>
                <a:lnTo>
                  <a:pt x="9521" y="124967"/>
                </a:lnTo>
                <a:lnTo>
                  <a:pt x="9521" y="122837"/>
                </a:lnTo>
                <a:lnTo>
                  <a:pt x="9521" y="120707"/>
                </a:lnTo>
                <a:lnTo>
                  <a:pt x="9521" y="118488"/>
                </a:lnTo>
                <a:lnTo>
                  <a:pt x="9521" y="116358"/>
                </a:lnTo>
                <a:lnTo>
                  <a:pt x="9838" y="114228"/>
                </a:lnTo>
                <a:lnTo>
                  <a:pt x="9838" y="112098"/>
                </a:lnTo>
                <a:lnTo>
                  <a:pt x="9838" y="109968"/>
                </a:lnTo>
                <a:lnTo>
                  <a:pt x="9838" y="107838"/>
                </a:lnTo>
                <a:lnTo>
                  <a:pt x="9838" y="105707"/>
                </a:lnTo>
                <a:lnTo>
                  <a:pt x="10314" y="103489"/>
                </a:lnTo>
                <a:lnTo>
                  <a:pt x="10314" y="101181"/>
                </a:lnTo>
                <a:lnTo>
                  <a:pt x="10314" y="99051"/>
                </a:lnTo>
                <a:lnTo>
                  <a:pt x="10314" y="97098"/>
                </a:lnTo>
                <a:lnTo>
                  <a:pt x="10314" y="94968"/>
                </a:lnTo>
                <a:lnTo>
                  <a:pt x="10631" y="92838"/>
                </a:lnTo>
                <a:lnTo>
                  <a:pt x="10631" y="90441"/>
                </a:lnTo>
                <a:lnTo>
                  <a:pt x="10631" y="88311"/>
                </a:lnTo>
                <a:lnTo>
                  <a:pt x="10631" y="86181"/>
                </a:lnTo>
                <a:lnTo>
                  <a:pt x="11108" y="84051"/>
                </a:lnTo>
                <a:lnTo>
                  <a:pt x="11108" y="81832"/>
                </a:lnTo>
                <a:lnTo>
                  <a:pt x="11108" y="79968"/>
                </a:lnTo>
                <a:lnTo>
                  <a:pt x="11108" y="77572"/>
                </a:lnTo>
                <a:lnTo>
                  <a:pt x="11108" y="75442"/>
                </a:lnTo>
                <a:lnTo>
                  <a:pt x="11108" y="73312"/>
                </a:lnTo>
                <a:lnTo>
                  <a:pt x="11108" y="71182"/>
                </a:lnTo>
                <a:lnTo>
                  <a:pt x="11108" y="68963"/>
                </a:lnTo>
                <a:lnTo>
                  <a:pt x="11108" y="66832"/>
                </a:lnTo>
                <a:lnTo>
                  <a:pt x="11108" y="64525"/>
                </a:lnTo>
                <a:lnTo>
                  <a:pt x="11425" y="62395"/>
                </a:lnTo>
                <a:lnTo>
                  <a:pt x="11425" y="60442"/>
                </a:lnTo>
                <a:lnTo>
                  <a:pt x="11425" y="58312"/>
                </a:lnTo>
                <a:lnTo>
                  <a:pt x="11425" y="56093"/>
                </a:lnTo>
                <a:lnTo>
                  <a:pt x="11425" y="53963"/>
                </a:lnTo>
                <a:lnTo>
                  <a:pt x="11742" y="51655"/>
                </a:lnTo>
                <a:lnTo>
                  <a:pt x="11742" y="49525"/>
                </a:lnTo>
                <a:lnTo>
                  <a:pt x="11742" y="47306"/>
                </a:lnTo>
                <a:lnTo>
                  <a:pt x="11742" y="45176"/>
                </a:lnTo>
                <a:lnTo>
                  <a:pt x="12218" y="43312"/>
                </a:lnTo>
                <a:lnTo>
                  <a:pt x="12218" y="40916"/>
                </a:lnTo>
                <a:lnTo>
                  <a:pt x="12218" y="38786"/>
                </a:lnTo>
                <a:lnTo>
                  <a:pt x="12218" y="36656"/>
                </a:lnTo>
                <a:lnTo>
                  <a:pt x="12218" y="34437"/>
                </a:lnTo>
                <a:lnTo>
                  <a:pt x="12536" y="32307"/>
                </a:lnTo>
                <a:lnTo>
                  <a:pt x="12536" y="30176"/>
                </a:lnTo>
                <a:lnTo>
                  <a:pt x="12536" y="28046"/>
                </a:lnTo>
                <a:lnTo>
                  <a:pt x="12536" y="25916"/>
                </a:lnTo>
                <a:lnTo>
                  <a:pt x="12536" y="23786"/>
                </a:lnTo>
                <a:lnTo>
                  <a:pt x="13012" y="21656"/>
                </a:lnTo>
                <a:lnTo>
                  <a:pt x="13012" y="19437"/>
                </a:lnTo>
                <a:lnTo>
                  <a:pt x="13012" y="17307"/>
                </a:lnTo>
                <a:lnTo>
                  <a:pt x="13012" y="14999"/>
                </a:lnTo>
                <a:lnTo>
                  <a:pt x="13012" y="12780"/>
                </a:lnTo>
                <a:lnTo>
                  <a:pt x="13012" y="10916"/>
                </a:lnTo>
                <a:lnTo>
                  <a:pt x="13012" y="8786"/>
                </a:lnTo>
                <a:lnTo>
                  <a:pt x="13012" y="6567"/>
                </a:lnTo>
                <a:lnTo>
                  <a:pt x="13012" y="4260"/>
                </a:lnTo>
                <a:lnTo>
                  <a:pt x="13329" y="2130"/>
                </a:lnTo>
                <a:lnTo>
                  <a:pt x="13329" y="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6959629" y="2342831"/>
            <a:ext cx="13805" cy="417062"/>
          </a:xfrm>
          <a:custGeom>
            <a:avLst/>
            <a:gdLst/>
            <a:ahLst/>
            <a:cxnLst/>
            <a:rect l="l" t="t" r="r" b="b"/>
            <a:pathLst>
              <a:path w="13805" h="417062">
                <a:moveTo>
                  <a:pt x="0" y="417062"/>
                </a:moveTo>
                <a:lnTo>
                  <a:pt x="0" y="414843"/>
                </a:lnTo>
                <a:lnTo>
                  <a:pt x="0" y="412979"/>
                </a:lnTo>
                <a:lnTo>
                  <a:pt x="0" y="410761"/>
                </a:lnTo>
                <a:lnTo>
                  <a:pt x="317" y="408453"/>
                </a:lnTo>
                <a:lnTo>
                  <a:pt x="317" y="406323"/>
                </a:lnTo>
                <a:lnTo>
                  <a:pt x="317" y="404193"/>
                </a:lnTo>
                <a:lnTo>
                  <a:pt x="317" y="401974"/>
                </a:lnTo>
                <a:lnTo>
                  <a:pt x="317" y="400110"/>
                </a:lnTo>
                <a:lnTo>
                  <a:pt x="793" y="397713"/>
                </a:lnTo>
                <a:lnTo>
                  <a:pt x="793" y="395583"/>
                </a:lnTo>
                <a:lnTo>
                  <a:pt x="793" y="393453"/>
                </a:lnTo>
                <a:lnTo>
                  <a:pt x="793" y="391323"/>
                </a:lnTo>
                <a:lnTo>
                  <a:pt x="793" y="389104"/>
                </a:lnTo>
                <a:lnTo>
                  <a:pt x="1110" y="387240"/>
                </a:lnTo>
                <a:lnTo>
                  <a:pt x="1110" y="384844"/>
                </a:lnTo>
                <a:lnTo>
                  <a:pt x="1110" y="382714"/>
                </a:lnTo>
                <a:lnTo>
                  <a:pt x="1110" y="380584"/>
                </a:lnTo>
                <a:lnTo>
                  <a:pt x="1586" y="378453"/>
                </a:lnTo>
                <a:lnTo>
                  <a:pt x="1586" y="376235"/>
                </a:lnTo>
                <a:lnTo>
                  <a:pt x="1586" y="374104"/>
                </a:lnTo>
                <a:lnTo>
                  <a:pt x="1586" y="371974"/>
                </a:lnTo>
                <a:lnTo>
                  <a:pt x="1586" y="369844"/>
                </a:lnTo>
                <a:lnTo>
                  <a:pt x="1904" y="367714"/>
                </a:lnTo>
                <a:lnTo>
                  <a:pt x="1904" y="365584"/>
                </a:lnTo>
                <a:lnTo>
                  <a:pt x="1904" y="363454"/>
                </a:lnTo>
                <a:lnTo>
                  <a:pt x="1904" y="361235"/>
                </a:lnTo>
                <a:lnTo>
                  <a:pt x="1904" y="359105"/>
                </a:lnTo>
                <a:lnTo>
                  <a:pt x="1904" y="356975"/>
                </a:lnTo>
                <a:lnTo>
                  <a:pt x="1904" y="354844"/>
                </a:lnTo>
                <a:lnTo>
                  <a:pt x="1904" y="352714"/>
                </a:lnTo>
                <a:lnTo>
                  <a:pt x="1904" y="350584"/>
                </a:lnTo>
                <a:lnTo>
                  <a:pt x="1904" y="348365"/>
                </a:lnTo>
                <a:lnTo>
                  <a:pt x="2380" y="346235"/>
                </a:lnTo>
                <a:lnTo>
                  <a:pt x="2380" y="344105"/>
                </a:lnTo>
                <a:lnTo>
                  <a:pt x="2380" y="341975"/>
                </a:lnTo>
                <a:lnTo>
                  <a:pt x="2380" y="339845"/>
                </a:lnTo>
                <a:lnTo>
                  <a:pt x="2697" y="337715"/>
                </a:lnTo>
                <a:lnTo>
                  <a:pt x="2697" y="335496"/>
                </a:lnTo>
                <a:lnTo>
                  <a:pt x="2697" y="333366"/>
                </a:lnTo>
                <a:lnTo>
                  <a:pt x="2697" y="331502"/>
                </a:lnTo>
                <a:lnTo>
                  <a:pt x="2697" y="329283"/>
                </a:lnTo>
                <a:lnTo>
                  <a:pt x="3015" y="326975"/>
                </a:lnTo>
                <a:lnTo>
                  <a:pt x="3015" y="324845"/>
                </a:lnTo>
                <a:lnTo>
                  <a:pt x="3015" y="322715"/>
                </a:lnTo>
                <a:lnTo>
                  <a:pt x="3015" y="320762"/>
                </a:lnTo>
                <a:lnTo>
                  <a:pt x="3015" y="318632"/>
                </a:lnTo>
                <a:lnTo>
                  <a:pt x="3491" y="316236"/>
                </a:lnTo>
                <a:lnTo>
                  <a:pt x="3491" y="314106"/>
                </a:lnTo>
                <a:lnTo>
                  <a:pt x="3491" y="312153"/>
                </a:lnTo>
                <a:lnTo>
                  <a:pt x="3491" y="310023"/>
                </a:lnTo>
                <a:lnTo>
                  <a:pt x="3491" y="307893"/>
                </a:lnTo>
                <a:lnTo>
                  <a:pt x="3808" y="305763"/>
                </a:lnTo>
                <a:lnTo>
                  <a:pt x="3808" y="303544"/>
                </a:lnTo>
                <a:lnTo>
                  <a:pt x="3808" y="301414"/>
                </a:lnTo>
                <a:lnTo>
                  <a:pt x="3808" y="299283"/>
                </a:lnTo>
                <a:lnTo>
                  <a:pt x="3808" y="297153"/>
                </a:lnTo>
                <a:lnTo>
                  <a:pt x="3808" y="295023"/>
                </a:lnTo>
                <a:lnTo>
                  <a:pt x="3808" y="292893"/>
                </a:lnTo>
                <a:lnTo>
                  <a:pt x="3808" y="290763"/>
                </a:lnTo>
                <a:lnTo>
                  <a:pt x="3808" y="288544"/>
                </a:lnTo>
                <a:lnTo>
                  <a:pt x="4284" y="286680"/>
                </a:lnTo>
                <a:lnTo>
                  <a:pt x="4284" y="284461"/>
                </a:lnTo>
                <a:lnTo>
                  <a:pt x="4284" y="282154"/>
                </a:lnTo>
                <a:lnTo>
                  <a:pt x="4284" y="280201"/>
                </a:lnTo>
                <a:lnTo>
                  <a:pt x="4284" y="278071"/>
                </a:lnTo>
                <a:lnTo>
                  <a:pt x="4601" y="275941"/>
                </a:lnTo>
                <a:lnTo>
                  <a:pt x="4601" y="273811"/>
                </a:lnTo>
                <a:lnTo>
                  <a:pt x="4601" y="271680"/>
                </a:lnTo>
                <a:lnTo>
                  <a:pt x="4601" y="269462"/>
                </a:lnTo>
                <a:lnTo>
                  <a:pt x="4601" y="267331"/>
                </a:lnTo>
                <a:lnTo>
                  <a:pt x="4919" y="265379"/>
                </a:lnTo>
                <a:lnTo>
                  <a:pt x="4919" y="263071"/>
                </a:lnTo>
                <a:lnTo>
                  <a:pt x="4919" y="260941"/>
                </a:lnTo>
                <a:lnTo>
                  <a:pt x="4919" y="258988"/>
                </a:lnTo>
                <a:lnTo>
                  <a:pt x="4919" y="256858"/>
                </a:lnTo>
                <a:lnTo>
                  <a:pt x="5395" y="254728"/>
                </a:lnTo>
                <a:lnTo>
                  <a:pt x="5395" y="252598"/>
                </a:lnTo>
                <a:lnTo>
                  <a:pt x="5395" y="250379"/>
                </a:lnTo>
                <a:lnTo>
                  <a:pt x="5395" y="248249"/>
                </a:lnTo>
                <a:lnTo>
                  <a:pt x="5712" y="246119"/>
                </a:lnTo>
                <a:lnTo>
                  <a:pt x="5712" y="244166"/>
                </a:lnTo>
                <a:lnTo>
                  <a:pt x="5712" y="241859"/>
                </a:lnTo>
                <a:lnTo>
                  <a:pt x="5712" y="239906"/>
                </a:lnTo>
                <a:lnTo>
                  <a:pt x="5712" y="237776"/>
                </a:lnTo>
                <a:lnTo>
                  <a:pt x="6188" y="235646"/>
                </a:lnTo>
                <a:lnTo>
                  <a:pt x="6188" y="233693"/>
                </a:lnTo>
                <a:lnTo>
                  <a:pt x="6188" y="231297"/>
                </a:lnTo>
                <a:lnTo>
                  <a:pt x="6188" y="229167"/>
                </a:lnTo>
                <a:lnTo>
                  <a:pt x="6188" y="227214"/>
                </a:lnTo>
                <a:lnTo>
                  <a:pt x="6188" y="225084"/>
                </a:lnTo>
                <a:lnTo>
                  <a:pt x="6188" y="222954"/>
                </a:lnTo>
                <a:lnTo>
                  <a:pt x="6188" y="220823"/>
                </a:lnTo>
                <a:lnTo>
                  <a:pt x="6188" y="218693"/>
                </a:lnTo>
                <a:lnTo>
                  <a:pt x="6188" y="216741"/>
                </a:lnTo>
                <a:lnTo>
                  <a:pt x="6506" y="214611"/>
                </a:lnTo>
                <a:lnTo>
                  <a:pt x="6506" y="212480"/>
                </a:lnTo>
                <a:lnTo>
                  <a:pt x="6506" y="210350"/>
                </a:lnTo>
                <a:lnTo>
                  <a:pt x="6506" y="208131"/>
                </a:lnTo>
                <a:lnTo>
                  <a:pt x="6982" y="206268"/>
                </a:lnTo>
                <a:lnTo>
                  <a:pt x="6982" y="204137"/>
                </a:lnTo>
                <a:lnTo>
                  <a:pt x="6982" y="201741"/>
                </a:lnTo>
                <a:lnTo>
                  <a:pt x="6982" y="199788"/>
                </a:lnTo>
                <a:lnTo>
                  <a:pt x="6982" y="197658"/>
                </a:lnTo>
                <a:lnTo>
                  <a:pt x="7299" y="195706"/>
                </a:lnTo>
                <a:lnTo>
                  <a:pt x="7299" y="193576"/>
                </a:lnTo>
                <a:lnTo>
                  <a:pt x="7299" y="191268"/>
                </a:lnTo>
                <a:lnTo>
                  <a:pt x="7299" y="189315"/>
                </a:lnTo>
                <a:lnTo>
                  <a:pt x="7299" y="187185"/>
                </a:lnTo>
                <a:lnTo>
                  <a:pt x="7616" y="185232"/>
                </a:lnTo>
                <a:lnTo>
                  <a:pt x="7616" y="182836"/>
                </a:lnTo>
                <a:lnTo>
                  <a:pt x="7616" y="180972"/>
                </a:lnTo>
                <a:lnTo>
                  <a:pt x="7616" y="178753"/>
                </a:lnTo>
                <a:lnTo>
                  <a:pt x="7616" y="176889"/>
                </a:lnTo>
                <a:lnTo>
                  <a:pt x="8093" y="174493"/>
                </a:lnTo>
                <a:lnTo>
                  <a:pt x="8093" y="172540"/>
                </a:lnTo>
                <a:lnTo>
                  <a:pt x="8093" y="170410"/>
                </a:lnTo>
                <a:lnTo>
                  <a:pt x="8093" y="168280"/>
                </a:lnTo>
                <a:lnTo>
                  <a:pt x="8093" y="166328"/>
                </a:lnTo>
                <a:lnTo>
                  <a:pt x="8093" y="164020"/>
                </a:lnTo>
                <a:lnTo>
                  <a:pt x="8093" y="162067"/>
                </a:lnTo>
                <a:lnTo>
                  <a:pt x="8093" y="159937"/>
                </a:lnTo>
                <a:lnTo>
                  <a:pt x="8093" y="157985"/>
                </a:lnTo>
                <a:lnTo>
                  <a:pt x="8410" y="155677"/>
                </a:lnTo>
                <a:lnTo>
                  <a:pt x="8410" y="153724"/>
                </a:lnTo>
                <a:lnTo>
                  <a:pt x="8410" y="151594"/>
                </a:lnTo>
                <a:lnTo>
                  <a:pt x="8410" y="149641"/>
                </a:lnTo>
                <a:lnTo>
                  <a:pt x="8410" y="147511"/>
                </a:lnTo>
                <a:lnTo>
                  <a:pt x="8886" y="145381"/>
                </a:lnTo>
                <a:lnTo>
                  <a:pt x="8886" y="143429"/>
                </a:lnTo>
                <a:lnTo>
                  <a:pt x="8886" y="141298"/>
                </a:lnTo>
                <a:lnTo>
                  <a:pt x="8886" y="139168"/>
                </a:lnTo>
                <a:lnTo>
                  <a:pt x="8886" y="136949"/>
                </a:lnTo>
                <a:lnTo>
                  <a:pt x="9203" y="135086"/>
                </a:lnTo>
                <a:lnTo>
                  <a:pt x="9203" y="132867"/>
                </a:lnTo>
                <a:lnTo>
                  <a:pt x="9203" y="131003"/>
                </a:lnTo>
                <a:lnTo>
                  <a:pt x="9203" y="128606"/>
                </a:lnTo>
                <a:lnTo>
                  <a:pt x="9521" y="126654"/>
                </a:lnTo>
                <a:lnTo>
                  <a:pt x="9521" y="124790"/>
                </a:lnTo>
                <a:lnTo>
                  <a:pt x="9521" y="122571"/>
                </a:lnTo>
                <a:lnTo>
                  <a:pt x="9521" y="120441"/>
                </a:lnTo>
                <a:lnTo>
                  <a:pt x="9521" y="118311"/>
                </a:lnTo>
                <a:lnTo>
                  <a:pt x="9997" y="116358"/>
                </a:lnTo>
                <a:lnTo>
                  <a:pt x="9997" y="114228"/>
                </a:lnTo>
                <a:lnTo>
                  <a:pt x="9997" y="112098"/>
                </a:lnTo>
                <a:lnTo>
                  <a:pt x="9997" y="110145"/>
                </a:lnTo>
                <a:lnTo>
                  <a:pt x="9997" y="108015"/>
                </a:lnTo>
                <a:lnTo>
                  <a:pt x="10314" y="106062"/>
                </a:lnTo>
                <a:lnTo>
                  <a:pt x="10314" y="103932"/>
                </a:lnTo>
                <a:lnTo>
                  <a:pt x="10314" y="101802"/>
                </a:lnTo>
                <a:lnTo>
                  <a:pt x="10314" y="99850"/>
                </a:lnTo>
                <a:lnTo>
                  <a:pt x="10314" y="97719"/>
                </a:lnTo>
                <a:lnTo>
                  <a:pt x="10314" y="95589"/>
                </a:lnTo>
                <a:lnTo>
                  <a:pt x="10314" y="93637"/>
                </a:lnTo>
                <a:lnTo>
                  <a:pt x="10314" y="91507"/>
                </a:lnTo>
                <a:lnTo>
                  <a:pt x="10314" y="89554"/>
                </a:lnTo>
                <a:lnTo>
                  <a:pt x="10790" y="87424"/>
                </a:lnTo>
                <a:lnTo>
                  <a:pt x="10790" y="85294"/>
                </a:lnTo>
                <a:lnTo>
                  <a:pt x="10790" y="83341"/>
                </a:lnTo>
                <a:lnTo>
                  <a:pt x="10790" y="81211"/>
                </a:lnTo>
                <a:lnTo>
                  <a:pt x="10790" y="79258"/>
                </a:lnTo>
                <a:lnTo>
                  <a:pt x="11108" y="77128"/>
                </a:lnTo>
                <a:lnTo>
                  <a:pt x="11108" y="75264"/>
                </a:lnTo>
                <a:lnTo>
                  <a:pt x="11108" y="73045"/>
                </a:lnTo>
                <a:lnTo>
                  <a:pt x="11108" y="70915"/>
                </a:lnTo>
                <a:lnTo>
                  <a:pt x="11108" y="69051"/>
                </a:lnTo>
                <a:lnTo>
                  <a:pt x="11584" y="67099"/>
                </a:lnTo>
                <a:lnTo>
                  <a:pt x="11584" y="64702"/>
                </a:lnTo>
                <a:lnTo>
                  <a:pt x="11584" y="62750"/>
                </a:lnTo>
                <a:lnTo>
                  <a:pt x="11584" y="60886"/>
                </a:lnTo>
                <a:lnTo>
                  <a:pt x="11584" y="58933"/>
                </a:lnTo>
                <a:lnTo>
                  <a:pt x="11901" y="56537"/>
                </a:lnTo>
                <a:lnTo>
                  <a:pt x="11901" y="54673"/>
                </a:lnTo>
                <a:lnTo>
                  <a:pt x="11901" y="52720"/>
                </a:lnTo>
                <a:lnTo>
                  <a:pt x="11901" y="50590"/>
                </a:lnTo>
                <a:lnTo>
                  <a:pt x="12218" y="48638"/>
                </a:lnTo>
                <a:lnTo>
                  <a:pt x="12218" y="46507"/>
                </a:lnTo>
                <a:lnTo>
                  <a:pt x="12218" y="44555"/>
                </a:lnTo>
                <a:lnTo>
                  <a:pt x="12218" y="42425"/>
                </a:lnTo>
                <a:lnTo>
                  <a:pt x="12218" y="40472"/>
                </a:lnTo>
                <a:lnTo>
                  <a:pt x="12218" y="38342"/>
                </a:lnTo>
                <a:lnTo>
                  <a:pt x="12218" y="36389"/>
                </a:lnTo>
                <a:lnTo>
                  <a:pt x="12218" y="34259"/>
                </a:lnTo>
                <a:lnTo>
                  <a:pt x="12218" y="32307"/>
                </a:lnTo>
                <a:lnTo>
                  <a:pt x="12218" y="30443"/>
                </a:lnTo>
                <a:lnTo>
                  <a:pt x="12694" y="28224"/>
                </a:lnTo>
                <a:lnTo>
                  <a:pt x="12694" y="26094"/>
                </a:lnTo>
                <a:lnTo>
                  <a:pt x="12694" y="24230"/>
                </a:lnTo>
                <a:lnTo>
                  <a:pt x="12694" y="22277"/>
                </a:lnTo>
                <a:lnTo>
                  <a:pt x="12694" y="20147"/>
                </a:lnTo>
                <a:lnTo>
                  <a:pt x="13012" y="18194"/>
                </a:lnTo>
                <a:lnTo>
                  <a:pt x="13012" y="16242"/>
                </a:lnTo>
                <a:lnTo>
                  <a:pt x="13012" y="14112"/>
                </a:lnTo>
                <a:lnTo>
                  <a:pt x="13012" y="12159"/>
                </a:lnTo>
                <a:lnTo>
                  <a:pt x="13488" y="10029"/>
                </a:lnTo>
                <a:lnTo>
                  <a:pt x="13488" y="8076"/>
                </a:lnTo>
                <a:lnTo>
                  <a:pt x="13488" y="5946"/>
                </a:lnTo>
                <a:lnTo>
                  <a:pt x="13488" y="3994"/>
                </a:lnTo>
                <a:lnTo>
                  <a:pt x="13488" y="2130"/>
                </a:lnTo>
                <a:lnTo>
                  <a:pt x="13805" y="0"/>
                </a:lnTo>
              </a:path>
            </a:pathLst>
          </a:custGeom>
          <a:ln w="1953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6973435" y="1972276"/>
            <a:ext cx="13012" cy="370554"/>
          </a:xfrm>
          <a:custGeom>
            <a:avLst/>
            <a:gdLst/>
            <a:ahLst/>
            <a:cxnLst/>
            <a:rect l="l" t="t" r="r" b="b"/>
            <a:pathLst>
              <a:path w="13012" h="370554">
                <a:moveTo>
                  <a:pt x="0" y="370554"/>
                </a:moveTo>
                <a:lnTo>
                  <a:pt x="0" y="368602"/>
                </a:lnTo>
                <a:lnTo>
                  <a:pt x="0" y="366649"/>
                </a:lnTo>
                <a:lnTo>
                  <a:pt x="0" y="364519"/>
                </a:lnTo>
                <a:lnTo>
                  <a:pt x="0" y="362566"/>
                </a:lnTo>
                <a:lnTo>
                  <a:pt x="317" y="360614"/>
                </a:lnTo>
                <a:lnTo>
                  <a:pt x="317" y="358483"/>
                </a:lnTo>
                <a:lnTo>
                  <a:pt x="317" y="356620"/>
                </a:lnTo>
                <a:lnTo>
                  <a:pt x="317" y="354667"/>
                </a:lnTo>
                <a:lnTo>
                  <a:pt x="317" y="352714"/>
                </a:lnTo>
                <a:lnTo>
                  <a:pt x="793" y="350584"/>
                </a:lnTo>
                <a:lnTo>
                  <a:pt x="793" y="348632"/>
                </a:lnTo>
                <a:lnTo>
                  <a:pt x="793" y="346679"/>
                </a:lnTo>
                <a:lnTo>
                  <a:pt x="793" y="344549"/>
                </a:lnTo>
                <a:lnTo>
                  <a:pt x="793" y="342685"/>
                </a:lnTo>
                <a:lnTo>
                  <a:pt x="793" y="340732"/>
                </a:lnTo>
                <a:lnTo>
                  <a:pt x="793" y="338602"/>
                </a:lnTo>
                <a:lnTo>
                  <a:pt x="793" y="336650"/>
                </a:lnTo>
                <a:lnTo>
                  <a:pt x="793" y="334697"/>
                </a:lnTo>
                <a:lnTo>
                  <a:pt x="1110" y="332567"/>
                </a:lnTo>
                <a:lnTo>
                  <a:pt x="1110" y="330614"/>
                </a:lnTo>
                <a:lnTo>
                  <a:pt x="1110" y="328662"/>
                </a:lnTo>
                <a:lnTo>
                  <a:pt x="1110" y="326798"/>
                </a:lnTo>
                <a:lnTo>
                  <a:pt x="1110" y="324668"/>
                </a:lnTo>
                <a:lnTo>
                  <a:pt x="1586" y="322715"/>
                </a:lnTo>
                <a:lnTo>
                  <a:pt x="1586" y="320762"/>
                </a:lnTo>
                <a:lnTo>
                  <a:pt x="1586" y="318632"/>
                </a:lnTo>
                <a:lnTo>
                  <a:pt x="1586" y="316680"/>
                </a:lnTo>
                <a:lnTo>
                  <a:pt x="1586" y="314993"/>
                </a:lnTo>
                <a:lnTo>
                  <a:pt x="1904" y="312863"/>
                </a:lnTo>
                <a:lnTo>
                  <a:pt x="1904" y="310910"/>
                </a:lnTo>
                <a:lnTo>
                  <a:pt x="1904" y="308958"/>
                </a:lnTo>
                <a:lnTo>
                  <a:pt x="1904" y="306828"/>
                </a:lnTo>
                <a:lnTo>
                  <a:pt x="2380" y="304875"/>
                </a:lnTo>
                <a:lnTo>
                  <a:pt x="2380" y="303011"/>
                </a:lnTo>
                <a:lnTo>
                  <a:pt x="2380" y="301059"/>
                </a:lnTo>
                <a:lnTo>
                  <a:pt x="2380" y="299106"/>
                </a:lnTo>
                <a:lnTo>
                  <a:pt x="2380" y="297153"/>
                </a:lnTo>
                <a:lnTo>
                  <a:pt x="2697" y="295023"/>
                </a:lnTo>
                <a:lnTo>
                  <a:pt x="2697" y="293071"/>
                </a:lnTo>
                <a:lnTo>
                  <a:pt x="2697" y="291207"/>
                </a:lnTo>
                <a:lnTo>
                  <a:pt x="2697" y="289254"/>
                </a:lnTo>
                <a:lnTo>
                  <a:pt x="2697" y="287301"/>
                </a:lnTo>
                <a:lnTo>
                  <a:pt x="2697" y="285349"/>
                </a:lnTo>
                <a:lnTo>
                  <a:pt x="2697" y="283219"/>
                </a:lnTo>
                <a:lnTo>
                  <a:pt x="2697" y="281532"/>
                </a:lnTo>
                <a:lnTo>
                  <a:pt x="2697" y="279402"/>
                </a:lnTo>
                <a:lnTo>
                  <a:pt x="2697" y="277450"/>
                </a:lnTo>
                <a:lnTo>
                  <a:pt x="3015" y="275497"/>
                </a:lnTo>
                <a:lnTo>
                  <a:pt x="3015" y="273633"/>
                </a:lnTo>
                <a:lnTo>
                  <a:pt x="3015" y="271680"/>
                </a:lnTo>
                <a:lnTo>
                  <a:pt x="3015" y="269728"/>
                </a:lnTo>
                <a:lnTo>
                  <a:pt x="3491" y="267775"/>
                </a:lnTo>
                <a:lnTo>
                  <a:pt x="3491" y="265911"/>
                </a:lnTo>
                <a:lnTo>
                  <a:pt x="3491" y="263959"/>
                </a:lnTo>
                <a:lnTo>
                  <a:pt x="3491" y="262006"/>
                </a:lnTo>
                <a:lnTo>
                  <a:pt x="3491" y="260053"/>
                </a:lnTo>
                <a:lnTo>
                  <a:pt x="3808" y="258190"/>
                </a:lnTo>
                <a:lnTo>
                  <a:pt x="3808" y="256237"/>
                </a:lnTo>
                <a:lnTo>
                  <a:pt x="3808" y="254284"/>
                </a:lnTo>
                <a:lnTo>
                  <a:pt x="3808" y="252332"/>
                </a:lnTo>
                <a:lnTo>
                  <a:pt x="3808" y="250468"/>
                </a:lnTo>
                <a:lnTo>
                  <a:pt x="4284" y="248515"/>
                </a:lnTo>
                <a:lnTo>
                  <a:pt x="4284" y="246385"/>
                </a:lnTo>
                <a:lnTo>
                  <a:pt x="4284" y="244610"/>
                </a:lnTo>
                <a:lnTo>
                  <a:pt x="4284" y="242746"/>
                </a:lnTo>
                <a:lnTo>
                  <a:pt x="4284" y="240794"/>
                </a:lnTo>
                <a:lnTo>
                  <a:pt x="4601" y="238841"/>
                </a:lnTo>
                <a:lnTo>
                  <a:pt x="4601" y="236888"/>
                </a:lnTo>
                <a:lnTo>
                  <a:pt x="4601" y="235024"/>
                </a:lnTo>
                <a:lnTo>
                  <a:pt x="4601" y="233072"/>
                </a:lnTo>
                <a:lnTo>
                  <a:pt x="4919" y="231119"/>
                </a:lnTo>
                <a:lnTo>
                  <a:pt x="4919" y="229255"/>
                </a:lnTo>
                <a:lnTo>
                  <a:pt x="4919" y="227480"/>
                </a:lnTo>
                <a:lnTo>
                  <a:pt x="4919" y="225350"/>
                </a:lnTo>
                <a:lnTo>
                  <a:pt x="4919" y="223664"/>
                </a:lnTo>
                <a:lnTo>
                  <a:pt x="4919" y="221711"/>
                </a:lnTo>
                <a:lnTo>
                  <a:pt x="4919" y="219758"/>
                </a:lnTo>
                <a:lnTo>
                  <a:pt x="4919" y="217806"/>
                </a:lnTo>
                <a:lnTo>
                  <a:pt x="4919" y="215942"/>
                </a:lnTo>
                <a:lnTo>
                  <a:pt x="4919" y="213989"/>
                </a:lnTo>
                <a:lnTo>
                  <a:pt x="5395" y="212303"/>
                </a:lnTo>
                <a:lnTo>
                  <a:pt x="5395" y="210173"/>
                </a:lnTo>
                <a:lnTo>
                  <a:pt x="5395" y="208398"/>
                </a:lnTo>
                <a:lnTo>
                  <a:pt x="5395" y="206268"/>
                </a:lnTo>
                <a:lnTo>
                  <a:pt x="5395" y="204581"/>
                </a:lnTo>
                <a:lnTo>
                  <a:pt x="5712" y="202629"/>
                </a:lnTo>
                <a:lnTo>
                  <a:pt x="5712" y="200676"/>
                </a:lnTo>
                <a:lnTo>
                  <a:pt x="5712" y="198990"/>
                </a:lnTo>
                <a:lnTo>
                  <a:pt x="5712" y="196859"/>
                </a:lnTo>
                <a:lnTo>
                  <a:pt x="6188" y="195084"/>
                </a:lnTo>
                <a:lnTo>
                  <a:pt x="6188" y="193220"/>
                </a:lnTo>
                <a:lnTo>
                  <a:pt x="6188" y="191268"/>
                </a:lnTo>
                <a:lnTo>
                  <a:pt x="6188" y="189582"/>
                </a:lnTo>
                <a:lnTo>
                  <a:pt x="6188" y="187363"/>
                </a:lnTo>
                <a:lnTo>
                  <a:pt x="6506" y="185676"/>
                </a:lnTo>
                <a:lnTo>
                  <a:pt x="6506" y="183724"/>
                </a:lnTo>
                <a:lnTo>
                  <a:pt x="6506" y="181860"/>
                </a:lnTo>
                <a:lnTo>
                  <a:pt x="6506" y="180085"/>
                </a:lnTo>
                <a:lnTo>
                  <a:pt x="6506" y="178221"/>
                </a:lnTo>
                <a:lnTo>
                  <a:pt x="6823" y="176268"/>
                </a:lnTo>
                <a:lnTo>
                  <a:pt x="6823" y="174316"/>
                </a:lnTo>
                <a:lnTo>
                  <a:pt x="6823" y="172629"/>
                </a:lnTo>
                <a:lnTo>
                  <a:pt x="6823" y="170854"/>
                </a:lnTo>
                <a:lnTo>
                  <a:pt x="6823" y="168724"/>
                </a:lnTo>
                <a:lnTo>
                  <a:pt x="6823" y="167038"/>
                </a:lnTo>
                <a:lnTo>
                  <a:pt x="6823" y="165085"/>
                </a:lnTo>
                <a:lnTo>
                  <a:pt x="6823" y="163399"/>
                </a:lnTo>
                <a:lnTo>
                  <a:pt x="6823" y="161446"/>
                </a:lnTo>
                <a:lnTo>
                  <a:pt x="7299" y="159493"/>
                </a:lnTo>
                <a:lnTo>
                  <a:pt x="7299" y="157807"/>
                </a:lnTo>
                <a:lnTo>
                  <a:pt x="7299" y="155854"/>
                </a:lnTo>
                <a:lnTo>
                  <a:pt x="7299" y="154168"/>
                </a:lnTo>
                <a:lnTo>
                  <a:pt x="7299" y="152038"/>
                </a:lnTo>
                <a:lnTo>
                  <a:pt x="7616" y="150263"/>
                </a:lnTo>
                <a:lnTo>
                  <a:pt x="7616" y="148399"/>
                </a:lnTo>
                <a:lnTo>
                  <a:pt x="7616" y="146624"/>
                </a:lnTo>
                <a:lnTo>
                  <a:pt x="7616" y="144937"/>
                </a:lnTo>
                <a:lnTo>
                  <a:pt x="7616" y="142985"/>
                </a:lnTo>
                <a:lnTo>
                  <a:pt x="8093" y="141121"/>
                </a:lnTo>
                <a:lnTo>
                  <a:pt x="8093" y="139168"/>
                </a:lnTo>
                <a:lnTo>
                  <a:pt x="8093" y="137482"/>
                </a:lnTo>
                <a:lnTo>
                  <a:pt x="8093" y="135529"/>
                </a:lnTo>
                <a:lnTo>
                  <a:pt x="8093" y="133754"/>
                </a:lnTo>
                <a:lnTo>
                  <a:pt x="8410" y="131890"/>
                </a:lnTo>
                <a:lnTo>
                  <a:pt x="8410" y="130115"/>
                </a:lnTo>
                <a:lnTo>
                  <a:pt x="8410" y="128429"/>
                </a:lnTo>
                <a:lnTo>
                  <a:pt x="8410" y="126476"/>
                </a:lnTo>
                <a:lnTo>
                  <a:pt x="8886" y="124790"/>
                </a:lnTo>
                <a:lnTo>
                  <a:pt x="8886" y="122837"/>
                </a:lnTo>
                <a:lnTo>
                  <a:pt x="8886" y="121151"/>
                </a:lnTo>
                <a:lnTo>
                  <a:pt x="8886" y="119198"/>
                </a:lnTo>
                <a:lnTo>
                  <a:pt x="8886" y="117512"/>
                </a:lnTo>
                <a:lnTo>
                  <a:pt x="8886" y="115559"/>
                </a:lnTo>
                <a:lnTo>
                  <a:pt x="8886" y="113873"/>
                </a:lnTo>
                <a:lnTo>
                  <a:pt x="8886" y="111920"/>
                </a:lnTo>
                <a:lnTo>
                  <a:pt x="8886" y="110234"/>
                </a:lnTo>
                <a:lnTo>
                  <a:pt x="8886" y="108281"/>
                </a:lnTo>
                <a:lnTo>
                  <a:pt x="9203" y="106595"/>
                </a:lnTo>
                <a:lnTo>
                  <a:pt x="9203" y="104642"/>
                </a:lnTo>
                <a:lnTo>
                  <a:pt x="9203" y="102956"/>
                </a:lnTo>
                <a:lnTo>
                  <a:pt x="9203" y="101181"/>
                </a:lnTo>
                <a:lnTo>
                  <a:pt x="9203" y="99228"/>
                </a:lnTo>
                <a:lnTo>
                  <a:pt x="9521" y="97542"/>
                </a:lnTo>
                <a:lnTo>
                  <a:pt x="9521" y="95589"/>
                </a:lnTo>
                <a:lnTo>
                  <a:pt x="9521" y="94169"/>
                </a:lnTo>
                <a:lnTo>
                  <a:pt x="9521" y="92217"/>
                </a:lnTo>
                <a:lnTo>
                  <a:pt x="9997" y="90441"/>
                </a:lnTo>
                <a:lnTo>
                  <a:pt x="9997" y="88578"/>
                </a:lnTo>
                <a:lnTo>
                  <a:pt x="9997" y="86803"/>
                </a:lnTo>
                <a:lnTo>
                  <a:pt x="9997" y="84939"/>
                </a:lnTo>
                <a:lnTo>
                  <a:pt x="9997" y="83430"/>
                </a:lnTo>
                <a:lnTo>
                  <a:pt x="10314" y="81477"/>
                </a:lnTo>
                <a:lnTo>
                  <a:pt x="10314" y="79791"/>
                </a:lnTo>
                <a:lnTo>
                  <a:pt x="10314" y="77838"/>
                </a:lnTo>
                <a:lnTo>
                  <a:pt x="10314" y="76152"/>
                </a:lnTo>
                <a:lnTo>
                  <a:pt x="10314" y="74377"/>
                </a:lnTo>
                <a:lnTo>
                  <a:pt x="10790" y="72690"/>
                </a:lnTo>
                <a:lnTo>
                  <a:pt x="10790" y="70738"/>
                </a:lnTo>
                <a:lnTo>
                  <a:pt x="10790" y="69051"/>
                </a:lnTo>
                <a:lnTo>
                  <a:pt x="10790" y="67365"/>
                </a:lnTo>
                <a:lnTo>
                  <a:pt x="10790" y="65590"/>
                </a:lnTo>
                <a:lnTo>
                  <a:pt x="11108" y="63637"/>
                </a:lnTo>
                <a:lnTo>
                  <a:pt x="11108" y="62217"/>
                </a:lnTo>
                <a:lnTo>
                  <a:pt x="11108" y="60265"/>
                </a:lnTo>
                <a:lnTo>
                  <a:pt x="11108" y="58489"/>
                </a:lnTo>
                <a:lnTo>
                  <a:pt x="11108" y="56803"/>
                </a:lnTo>
                <a:lnTo>
                  <a:pt x="11108" y="55117"/>
                </a:lnTo>
                <a:lnTo>
                  <a:pt x="11108" y="53164"/>
                </a:lnTo>
                <a:lnTo>
                  <a:pt x="11108" y="51655"/>
                </a:lnTo>
                <a:lnTo>
                  <a:pt x="11108" y="49703"/>
                </a:lnTo>
                <a:lnTo>
                  <a:pt x="11425" y="48016"/>
                </a:lnTo>
                <a:lnTo>
                  <a:pt x="11425" y="46330"/>
                </a:lnTo>
                <a:lnTo>
                  <a:pt x="11425" y="44555"/>
                </a:lnTo>
                <a:lnTo>
                  <a:pt x="11425" y="42868"/>
                </a:lnTo>
                <a:lnTo>
                  <a:pt x="11425" y="40916"/>
                </a:lnTo>
                <a:lnTo>
                  <a:pt x="11901" y="39407"/>
                </a:lnTo>
                <a:lnTo>
                  <a:pt x="11901" y="37543"/>
                </a:lnTo>
                <a:lnTo>
                  <a:pt x="11901" y="35768"/>
                </a:lnTo>
                <a:lnTo>
                  <a:pt x="11901" y="34082"/>
                </a:lnTo>
                <a:lnTo>
                  <a:pt x="11901" y="32395"/>
                </a:lnTo>
                <a:lnTo>
                  <a:pt x="12218" y="30620"/>
                </a:lnTo>
                <a:lnTo>
                  <a:pt x="12218" y="28934"/>
                </a:lnTo>
                <a:lnTo>
                  <a:pt x="12218" y="27247"/>
                </a:lnTo>
                <a:lnTo>
                  <a:pt x="12218" y="25472"/>
                </a:lnTo>
                <a:lnTo>
                  <a:pt x="12694" y="23786"/>
                </a:lnTo>
                <a:lnTo>
                  <a:pt x="12694" y="22100"/>
                </a:lnTo>
                <a:lnTo>
                  <a:pt x="12694" y="20325"/>
                </a:lnTo>
                <a:lnTo>
                  <a:pt x="12694" y="18638"/>
                </a:lnTo>
                <a:lnTo>
                  <a:pt x="12694" y="16952"/>
                </a:lnTo>
                <a:lnTo>
                  <a:pt x="13012" y="15177"/>
                </a:lnTo>
                <a:lnTo>
                  <a:pt x="13012" y="13490"/>
                </a:lnTo>
                <a:lnTo>
                  <a:pt x="13012" y="11804"/>
                </a:lnTo>
                <a:lnTo>
                  <a:pt x="13012" y="10295"/>
                </a:lnTo>
                <a:lnTo>
                  <a:pt x="13012" y="8343"/>
                </a:lnTo>
                <a:lnTo>
                  <a:pt x="13012" y="6656"/>
                </a:lnTo>
                <a:lnTo>
                  <a:pt x="13012" y="5147"/>
                </a:lnTo>
                <a:lnTo>
                  <a:pt x="13012" y="3195"/>
                </a:lnTo>
                <a:lnTo>
                  <a:pt x="13012" y="1686"/>
                </a:lnTo>
                <a:lnTo>
                  <a:pt x="13012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6986447" y="1681512"/>
            <a:ext cx="13805" cy="290763"/>
          </a:xfrm>
          <a:custGeom>
            <a:avLst/>
            <a:gdLst/>
            <a:ahLst/>
            <a:cxnLst/>
            <a:rect l="l" t="t" r="r" b="b"/>
            <a:pathLst>
              <a:path w="13805" h="290763">
                <a:moveTo>
                  <a:pt x="0" y="290763"/>
                </a:moveTo>
                <a:lnTo>
                  <a:pt x="476" y="289077"/>
                </a:lnTo>
                <a:lnTo>
                  <a:pt x="476" y="287301"/>
                </a:lnTo>
                <a:lnTo>
                  <a:pt x="476" y="285615"/>
                </a:lnTo>
                <a:lnTo>
                  <a:pt x="476" y="284106"/>
                </a:lnTo>
                <a:lnTo>
                  <a:pt x="793" y="282154"/>
                </a:lnTo>
                <a:lnTo>
                  <a:pt x="793" y="280645"/>
                </a:lnTo>
                <a:lnTo>
                  <a:pt x="793" y="278958"/>
                </a:lnTo>
                <a:lnTo>
                  <a:pt x="793" y="277450"/>
                </a:lnTo>
                <a:lnTo>
                  <a:pt x="793" y="275763"/>
                </a:lnTo>
                <a:lnTo>
                  <a:pt x="1110" y="273811"/>
                </a:lnTo>
                <a:lnTo>
                  <a:pt x="1110" y="272302"/>
                </a:lnTo>
                <a:lnTo>
                  <a:pt x="1110" y="270615"/>
                </a:lnTo>
                <a:lnTo>
                  <a:pt x="1110" y="269107"/>
                </a:lnTo>
                <a:lnTo>
                  <a:pt x="1110" y="267420"/>
                </a:lnTo>
                <a:lnTo>
                  <a:pt x="1586" y="265645"/>
                </a:lnTo>
                <a:lnTo>
                  <a:pt x="1586" y="263959"/>
                </a:lnTo>
                <a:lnTo>
                  <a:pt x="1586" y="262272"/>
                </a:lnTo>
                <a:lnTo>
                  <a:pt x="1586" y="260764"/>
                </a:lnTo>
                <a:lnTo>
                  <a:pt x="1586" y="258988"/>
                </a:lnTo>
                <a:lnTo>
                  <a:pt x="1904" y="257302"/>
                </a:lnTo>
                <a:lnTo>
                  <a:pt x="1904" y="255793"/>
                </a:lnTo>
                <a:lnTo>
                  <a:pt x="1904" y="254107"/>
                </a:lnTo>
                <a:lnTo>
                  <a:pt x="1904" y="252598"/>
                </a:lnTo>
                <a:lnTo>
                  <a:pt x="2380" y="250912"/>
                </a:lnTo>
                <a:lnTo>
                  <a:pt x="2380" y="249137"/>
                </a:lnTo>
                <a:lnTo>
                  <a:pt x="2380" y="247628"/>
                </a:lnTo>
                <a:lnTo>
                  <a:pt x="2380" y="245941"/>
                </a:lnTo>
                <a:lnTo>
                  <a:pt x="2380" y="244255"/>
                </a:lnTo>
                <a:lnTo>
                  <a:pt x="2380" y="242746"/>
                </a:lnTo>
                <a:lnTo>
                  <a:pt x="2380" y="240971"/>
                </a:lnTo>
                <a:lnTo>
                  <a:pt x="2380" y="239551"/>
                </a:lnTo>
                <a:lnTo>
                  <a:pt x="2380" y="237776"/>
                </a:lnTo>
                <a:lnTo>
                  <a:pt x="2380" y="236089"/>
                </a:lnTo>
                <a:lnTo>
                  <a:pt x="2697" y="234581"/>
                </a:lnTo>
                <a:lnTo>
                  <a:pt x="2697" y="232894"/>
                </a:lnTo>
                <a:lnTo>
                  <a:pt x="2697" y="231385"/>
                </a:lnTo>
                <a:lnTo>
                  <a:pt x="2697" y="229877"/>
                </a:lnTo>
                <a:lnTo>
                  <a:pt x="2697" y="228101"/>
                </a:lnTo>
                <a:lnTo>
                  <a:pt x="3015" y="226681"/>
                </a:lnTo>
                <a:lnTo>
                  <a:pt x="3015" y="224906"/>
                </a:lnTo>
                <a:lnTo>
                  <a:pt x="3015" y="223220"/>
                </a:lnTo>
                <a:lnTo>
                  <a:pt x="3015" y="221711"/>
                </a:lnTo>
                <a:lnTo>
                  <a:pt x="3491" y="220202"/>
                </a:lnTo>
                <a:lnTo>
                  <a:pt x="3491" y="218516"/>
                </a:lnTo>
                <a:lnTo>
                  <a:pt x="3491" y="217007"/>
                </a:lnTo>
                <a:lnTo>
                  <a:pt x="3491" y="215321"/>
                </a:lnTo>
                <a:lnTo>
                  <a:pt x="3491" y="213546"/>
                </a:lnTo>
                <a:lnTo>
                  <a:pt x="3808" y="212303"/>
                </a:lnTo>
                <a:lnTo>
                  <a:pt x="3808" y="210528"/>
                </a:lnTo>
                <a:lnTo>
                  <a:pt x="3808" y="208841"/>
                </a:lnTo>
                <a:lnTo>
                  <a:pt x="3808" y="207599"/>
                </a:lnTo>
                <a:lnTo>
                  <a:pt x="3808" y="205824"/>
                </a:lnTo>
                <a:lnTo>
                  <a:pt x="4284" y="204137"/>
                </a:lnTo>
                <a:lnTo>
                  <a:pt x="4284" y="202806"/>
                </a:lnTo>
                <a:lnTo>
                  <a:pt x="4284" y="201120"/>
                </a:lnTo>
                <a:lnTo>
                  <a:pt x="4284" y="199433"/>
                </a:lnTo>
                <a:lnTo>
                  <a:pt x="4284" y="198102"/>
                </a:lnTo>
                <a:lnTo>
                  <a:pt x="4284" y="196416"/>
                </a:lnTo>
                <a:lnTo>
                  <a:pt x="4284" y="194729"/>
                </a:lnTo>
                <a:lnTo>
                  <a:pt x="4284" y="193398"/>
                </a:lnTo>
                <a:lnTo>
                  <a:pt x="4284" y="191712"/>
                </a:lnTo>
                <a:lnTo>
                  <a:pt x="4601" y="190203"/>
                </a:lnTo>
                <a:lnTo>
                  <a:pt x="4601" y="188694"/>
                </a:lnTo>
                <a:lnTo>
                  <a:pt x="4601" y="187185"/>
                </a:lnTo>
                <a:lnTo>
                  <a:pt x="4601" y="185499"/>
                </a:lnTo>
                <a:lnTo>
                  <a:pt x="4601" y="183990"/>
                </a:lnTo>
                <a:lnTo>
                  <a:pt x="5077" y="182481"/>
                </a:lnTo>
                <a:lnTo>
                  <a:pt x="5077" y="180795"/>
                </a:lnTo>
                <a:lnTo>
                  <a:pt x="5077" y="179463"/>
                </a:lnTo>
                <a:lnTo>
                  <a:pt x="5077" y="177955"/>
                </a:lnTo>
                <a:lnTo>
                  <a:pt x="5077" y="176268"/>
                </a:lnTo>
                <a:lnTo>
                  <a:pt x="5395" y="174759"/>
                </a:lnTo>
                <a:lnTo>
                  <a:pt x="5395" y="173250"/>
                </a:lnTo>
                <a:lnTo>
                  <a:pt x="5395" y="171742"/>
                </a:lnTo>
                <a:lnTo>
                  <a:pt x="5395" y="170055"/>
                </a:lnTo>
                <a:lnTo>
                  <a:pt x="5395" y="168724"/>
                </a:lnTo>
                <a:lnTo>
                  <a:pt x="5712" y="167215"/>
                </a:lnTo>
                <a:lnTo>
                  <a:pt x="5712" y="165529"/>
                </a:lnTo>
                <a:lnTo>
                  <a:pt x="5712" y="164020"/>
                </a:lnTo>
                <a:lnTo>
                  <a:pt x="5712" y="162777"/>
                </a:lnTo>
                <a:lnTo>
                  <a:pt x="5712" y="161002"/>
                </a:lnTo>
                <a:lnTo>
                  <a:pt x="6188" y="159493"/>
                </a:lnTo>
                <a:lnTo>
                  <a:pt x="6188" y="157985"/>
                </a:lnTo>
                <a:lnTo>
                  <a:pt x="6188" y="156564"/>
                </a:lnTo>
                <a:lnTo>
                  <a:pt x="6188" y="155056"/>
                </a:lnTo>
                <a:lnTo>
                  <a:pt x="6506" y="153547"/>
                </a:lnTo>
                <a:lnTo>
                  <a:pt x="6506" y="152038"/>
                </a:lnTo>
                <a:lnTo>
                  <a:pt x="6506" y="150529"/>
                </a:lnTo>
                <a:lnTo>
                  <a:pt x="6506" y="149020"/>
                </a:lnTo>
                <a:lnTo>
                  <a:pt x="6506" y="147511"/>
                </a:lnTo>
                <a:lnTo>
                  <a:pt x="6506" y="146269"/>
                </a:lnTo>
                <a:lnTo>
                  <a:pt x="6506" y="144494"/>
                </a:lnTo>
                <a:lnTo>
                  <a:pt x="6506" y="142985"/>
                </a:lnTo>
                <a:lnTo>
                  <a:pt x="6506" y="141476"/>
                </a:lnTo>
                <a:lnTo>
                  <a:pt x="6506" y="140233"/>
                </a:lnTo>
                <a:lnTo>
                  <a:pt x="6982" y="138725"/>
                </a:lnTo>
                <a:lnTo>
                  <a:pt x="6982" y="137216"/>
                </a:lnTo>
                <a:lnTo>
                  <a:pt x="6982" y="135707"/>
                </a:lnTo>
                <a:lnTo>
                  <a:pt x="6982" y="134198"/>
                </a:lnTo>
                <a:lnTo>
                  <a:pt x="6982" y="132689"/>
                </a:lnTo>
                <a:lnTo>
                  <a:pt x="7299" y="131269"/>
                </a:lnTo>
                <a:lnTo>
                  <a:pt x="7299" y="129760"/>
                </a:lnTo>
                <a:lnTo>
                  <a:pt x="7299" y="128429"/>
                </a:lnTo>
                <a:lnTo>
                  <a:pt x="7299" y="126920"/>
                </a:lnTo>
                <a:lnTo>
                  <a:pt x="7616" y="125411"/>
                </a:lnTo>
                <a:lnTo>
                  <a:pt x="7616" y="123902"/>
                </a:lnTo>
                <a:lnTo>
                  <a:pt x="7616" y="122660"/>
                </a:lnTo>
                <a:lnTo>
                  <a:pt x="7616" y="121151"/>
                </a:lnTo>
                <a:lnTo>
                  <a:pt x="7616" y="119642"/>
                </a:lnTo>
                <a:lnTo>
                  <a:pt x="8093" y="118133"/>
                </a:lnTo>
                <a:lnTo>
                  <a:pt x="8093" y="116891"/>
                </a:lnTo>
                <a:lnTo>
                  <a:pt x="8093" y="115382"/>
                </a:lnTo>
                <a:lnTo>
                  <a:pt x="8093" y="113873"/>
                </a:lnTo>
                <a:lnTo>
                  <a:pt x="8093" y="112542"/>
                </a:lnTo>
                <a:lnTo>
                  <a:pt x="8410" y="111033"/>
                </a:lnTo>
                <a:lnTo>
                  <a:pt x="8410" y="109790"/>
                </a:lnTo>
                <a:lnTo>
                  <a:pt x="8410" y="108281"/>
                </a:lnTo>
                <a:lnTo>
                  <a:pt x="8410" y="106773"/>
                </a:lnTo>
                <a:lnTo>
                  <a:pt x="8410" y="105264"/>
                </a:lnTo>
                <a:lnTo>
                  <a:pt x="8410" y="104021"/>
                </a:lnTo>
                <a:lnTo>
                  <a:pt x="8410" y="102690"/>
                </a:lnTo>
                <a:lnTo>
                  <a:pt x="8410" y="101181"/>
                </a:lnTo>
                <a:lnTo>
                  <a:pt x="8410" y="99672"/>
                </a:lnTo>
                <a:lnTo>
                  <a:pt x="8886" y="98163"/>
                </a:lnTo>
                <a:lnTo>
                  <a:pt x="8886" y="96921"/>
                </a:lnTo>
                <a:lnTo>
                  <a:pt x="8886" y="95589"/>
                </a:lnTo>
                <a:lnTo>
                  <a:pt x="8886" y="94169"/>
                </a:lnTo>
                <a:lnTo>
                  <a:pt x="8886" y="92660"/>
                </a:lnTo>
                <a:lnTo>
                  <a:pt x="9203" y="91329"/>
                </a:lnTo>
                <a:lnTo>
                  <a:pt x="9203" y="89820"/>
                </a:lnTo>
                <a:lnTo>
                  <a:pt x="9203" y="88578"/>
                </a:lnTo>
                <a:lnTo>
                  <a:pt x="9203" y="87246"/>
                </a:lnTo>
                <a:lnTo>
                  <a:pt x="9203" y="85737"/>
                </a:lnTo>
                <a:lnTo>
                  <a:pt x="9521" y="84495"/>
                </a:lnTo>
                <a:lnTo>
                  <a:pt x="9521" y="82986"/>
                </a:lnTo>
                <a:lnTo>
                  <a:pt x="9521" y="81477"/>
                </a:lnTo>
                <a:lnTo>
                  <a:pt x="9521" y="80235"/>
                </a:lnTo>
                <a:lnTo>
                  <a:pt x="9521" y="78903"/>
                </a:lnTo>
                <a:lnTo>
                  <a:pt x="9997" y="77661"/>
                </a:lnTo>
                <a:lnTo>
                  <a:pt x="9997" y="76152"/>
                </a:lnTo>
                <a:lnTo>
                  <a:pt x="9997" y="74820"/>
                </a:lnTo>
                <a:lnTo>
                  <a:pt x="9997" y="73312"/>
                </a:lnTo>
                <a:lnTo>
                  <a:pt x="10314" y="72069"/>
                </a:lnTo>
                <a:lnTo>
                  <a:pt x="10314" y="70738"/>
                </a:lnTo>
                <a:lnTo>
                  <a:pt x="10314" y="69495"/>
                </a:lnTo>
                <a:lnTo>
                  <a:pt x="10314" y="67986"/>
                </a:lnTo>
                <a:lnTo>
                  <a:pt x="10314" y="66655"/>
                </a:lnTo>
                <a:lnTo>
                  <a:pt x="10790" y="65146"/>
                </a:lnTo>
                <a:lnTo>
                  <a:pt x="10790" y="63904"/>
                </a:lnTo>
                <a:lnTo>
                  <a:pt x="10790" y="62395"/>
                </a:lnTo>
                <a:lnTo>
                  <a:pt x="10790" y="61330"/>
                </a:lnTo>
                <a:lnTo>
                  <a:pt x="10790" y="59998"/>
                </a:lnTo>
                <a:lnTo>
                  <a:pt x="10790" y="58578"/>
                </a:lnTo>
                <a:lnTo>
                  <a:pt x="10790" y="57247"/>
                </a:lnTo>
                <a:lnTo>
                  <a:pt x="10790" y="56004"/>
                </a:lnTo>
                <a:lnTo>
                  <a:pt x="10790" y="54495"/>
                </a:lnTo>
                <a:lnTo>
                  <a:pt x="10790" y="53164"/>
                </a:lnTo>
                <a:lnTo>
                  <a:pt x="11108" y="51922"/>
                </a:lnTo>
                <a:lnTo>
                  <a:pt x="11108" y="50590"/>
                </a:lnTo>
                <a:lnTo>
                  <a:pt x="11108" y="49348"/>
                </a:lnTo>
                <a:lnTo>
                  <a:pt x="11108" y="48016"/>
                </a:lnTo>
                <a:lnTo>
                  <a:pt x="11584" y="46774"/>
                </a:lnTo>
                <a:lnTo>
                  <a:pt x="11584" y="45265"/>
                </a:lnTo>
                <a:lnTo>
                  <a:pt x="11584" y="43934"/>
                </a:lnTo>
                <a:lnTo>
                  <a:pt x="11584" y="42691"/>
                </a:lnTo>
                <a:lnTo>
                  <a:pt x="11584" y="41360"/>
                </a:lnTo>
                <a:lnTo>
                  <a:pt x="11901" y="40117"/>
                </a:lnTo>
                <a:lnTo>
                  <a:pt x="11901" y="38786"/>
                </a:lnTo>
                <a:lnTo>
                  <a:pt x="11901" y="37543"/>
                </a:lnTo>
                <a:lnTo>
                  <a:pt x="11901" y="36212"/>
                </a:lnTo>
                <a:lnTo>
                  <a:pt x="11901" y="34969"/>
                </a:lnTo>
                <a:lnTo>
                  <a:pt x="12218" y="33638"/>
                </a:lnTo>
                <a:lnTo>
                  <a:pt x="12218" y="32395"/>
                </a:lnTo>
                <a:lnTo>
                  <a:pt x="12218" y="31064"/>
                </a:lnTo>
                <a:lnTo>
                  <a:pt x="12218" y="29821"/>
                </a:lnTo>
                <a:lnTo>
                  <a:pt x="12218" y="28490"/>
                </a:lnTo>
                <a:lnTo>
                  <a:pt x="12694" y="27247"/>
                </a:lnTo>
                <a:lnTo>
                  <a:pt x="12694" y="25916"/>
                </a:lnTo>
                <a:lnTo>
                  <a:pt x="12694" y="24674"/>
                </a:lnTo>
                <a:lnTo>
                  <a:pt x="12694" y="23608"/>
                </a:lnTo>
                <a:lnTo>
                  <a:pt x="12694" y="22277"/>
                </a:lnTo>
                <a:lnTo>
                  <a:pt x="12694" y="21035"/>
                </a:lnTo>
                <a:lnTo>
                  <a:pt x="12694" y="19703"/>
                </a:lnTo>
                <a:lnTo>
                  <a:pt x="12694" y="18461"/>
                </a:lnTo>
                <a:lnTo>
                  <a:pt x="12694" y="17129"/>
                </a:lnTo>
                <a:lnTo>
                  <a:pt x="13012" y="15887"/>
                </a:lnTo>
                <a:lnTo>
                  <a:pt x="13012" y="14822"/>
                </a:lnTo>
                <a:lnTo>
                  <a:pt x="13012" y="13490"/>
                </a:lnTo>
                <a:lnTo>
                  <a:pt x="13012" y="12248"/>
                </a:lnTo>
                <a:lnTo>
                  <a:pt x="13012" y="10916"/>
                </a:lnTo>
                <a:lnTo>
                  <a:pt x="13488" y="9674"/>
                </a:lnTo>
                <a:lnTo>
                  <a:pt x="13488" y="8343"/>
                </a:lnTo>
                <a:lnTo>
                  <a:pt x="13488" y="7277"/>
                </a:lnTo>
                <a:lnTo>
                  <a:pt x="13488" y="6035"/>
                </a:lnTo>
                <a:lnTo>
                  <a:pt x="13488" y="4704"/>
                </a:lnTo>
                <a:lnTo>
                  <a:pt x="13805" y="3461"/>
                </a:lnTo>
                <a:lnTo>
                  <a:pt x="13805" y="2396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7000253" y="1496634"/>
            <a:ext cx="13488" cy="184877"/>
          </a:xfrm>
          <a:custGeom>
            <a:avLst/>
            <a:gdLst/>
            <a:ahLst/>
            <a:cxnLst/>
            <a:rect l="l" t="t" r="r" b="b"/>
            <a:pathLst>
              <a:path w="13488" h="184877">
                <a:moveTo>
                  <a:pt x="0" y="184877"/>
                </a:moveTo>
                <a:lnTo>
                  <a:pt x="317" y="183546"/>
                </a:lnTo>
                <a:lnTo>
                  <a:pt x="317" y="182481"/>
                </a:lnTo>
                <a:lnTo>
                  <a:pt x="317" y="181238"/>
                </a:lnTo>
                <a:lnTo>
                  <a:pt x="317" y="180173"/>
                </a:lnTo>
                <a:lnTo>
                  <a:pt x="317" y="178842"/>
                </a:lnTo>
                <a:lnTo>
                  <a:pt x="793" y="177600"/>
                </a:lnTo>
                <a:lnTo>
                  <a:pt x="793" y="176534"/>
                </a:lnTo>
                <a:lnTo>
                  <a:pt x="793" y="175203"/>
                </a:lnTo>
                <a:lnTo>
                  <a:pt x="793" y="174138"/>
                </a:lnTo>
                <a:lnTo>
                  <a:pt x="793" y="172895"/>
                </a:lnTo>
                <a:lnTo>
                  <a:pt x="793" y="171830"/>
                </a:lnTo>
                <a:lnTo>
                  <a:pt x="793" y="170499"/>
                </a:lnTo>
                <a:lnTo>
                  <a:pt x="793" y="169434"/>
                </a:lnTo>
                <a:lnTo>
                  <a:pt x="793" y="168191"/>
                </a:lnTo>
                <a:lnTo>
                  <a:pt x="793" y="167038"/>
                </a:lnTo>
                <a:lnTo>
                  <a:pt x="1110" y="165795"/>
                </a:lnTo>
                <a:lnTo>
                  <a:pt x="1110" y="164730"/>
                </a:lnTo>
                <a:lnTo>
                  <a:pt x="1110" y="163399"/>
                </a:lnTo>
                <a:lnTo>
                  <a:pt x="1110" y="162334"/>
                </a:lnTo>
                <a:lnTo>
                  <a:pt x="1586" y="161091"/>
                </a:lnTo>
                <a:lnTo>
                  <a:pt x="1586" y="160026"/>
                </a:lnTo>
                <a:lnTo>
                  <a:pt x="1586" y="158695"/>
                </a:lnTo>
                <a:lnTo>
                  <a:pt x="1586" y="157629"/>
                </a:lnTo>
                <a:lnTo>
                  <a:pt x="1586" y="156387"/>
                </a:lnTo>
                <a:lnTo>
                  <a:pt x="1904" y="155322"/>
                </a:lnTo>
                <a:lnTo>
                  <a:pt x="1904" y="153991"/>
                </a:lnTo>
                <a:lnTo>
                  <a:pt x="1904" y="152925"/>
                </a:lnTo>
                <a:lnTo>
                  <a:pt x="1904" y="151860"/>
                </a:lnTo>
                <a:lnTo>
                  <a:pt x="1904" y="150795"/>
                </a:lnTo>
                <a:lnTo>
                  <a:pt x="2380" y="149464"/>
                </a:lnTo>
                <a:lnTo>
                  <a:pt x="2380" y="148399"/>
                </a:lnTo>
                <a:lnTo>
                  <a:pt x="2380" y="147334"/>
                </a:lnTo>
                <a:lnTo>
                  <a:pt x="2380" y="146269"/>
                </a:lnTo>
                <a:lnTo>
                  <a:pt x="2380" y="145204"/>
                </a:lnTo>
                <a:lnTo>
                  <a:pt x="2697" y="143961"/>
                </a:lnTo>
                <a:lnTo>
                  <a:pt x="2697" y="142807"/>
                </a:lnTo>
                <a:lnTo>
                  <a:pt x="2697" y="141742"/>
                </a:lnTo>
                <a:lnTo>
                  <a:pt x="2697" y="140677"/>
                </a:lnTo>
                <a:lnTo>
                  <a:pt x="3015" y="139612"/>
                </a:lnTo>
                <a:lnTo>
                  <a:pt x="3015" y="138547"/>
                </a:lnTo>
                <a:lnTo>
                  <a:pt x="3015" y="137482"/>
                </a:lnTo>
                <a:lnTo>
                  <a:pt x="3015" y="136417"/>
                </a:lnTo>
                <a:lnTo>
                  <a:pt x="3015" y="135086"/>
                </a:lnTo>
                <a:lnTo>
                  <a:pt x="3015" y="134020"/>
                </a:lnTo>
                <a:lnTo>
                  <a:pt x="3015" y="132955"/>
                </a:lnTo>
                <a:lnTo>
                  <a:pt x="3015" y="131890"/>
                </a:lnTo>
                <a:lnTo>
                  <a:pt x="3015" y="130825"/>
                </a:lnTo>
                <a:lnTo>
                  <a:pt x="3015" y="129760"/>
                </a:lnTo>
                <a:lnTo>
                  <a:pt x="3491" y="128695"/>
                </a:lnTo>
                <a:lnTo>
                  <a:pt x="3491" y="127630"/>
                </a:lnTo>
                <a:lnTo>
                  <a:pt x="3491" y="126565"/>
                </a:lnTo>
                <a:lnTo>
                  <a:pt x="3491" y="125500"/>
                </a:lnTo>
                <a:lnTo>
                  <a:pt x="3491" y="124435"/>
                </a:lnTo>
                <a:lnTo>
                  <a:pt x="3808" y="123370"/>
                </a:lnTo>
                <a:lnTo>
                  <a:pt x="3808" y="122305"/>
                </a:lnTo>
                <a:lnTo>
                  <a:pt x="3808" y="121151"/>
                </a:lnTo>
                <a:lnTo>
                  <a:pt x="3808" y="120086"/>
                </a:lnTo>
                <a:lnTo>
                  <a:pt x="4284" y="119021"/>
                </a:lnTo>
                <a:lnTo>
                  <a:pt x="4284" y="117956"/>
                </a:lnTo>
                <a:lnTo>
                  <a:pt x="4284" y="116891"/>
                </a:lnTo>
                <a:lnTo>
                  <a:pt x="4284" y="116003"/>
                </a:lnTo>
                <a:lnTo>
                  <a:pt x="4284" y="114938"/>
                </a:lnTo>
                <a:lnTo>
                  <a:pt x="4601" y="113873"/>
                </a:lnTo>
                <a:lnTo>
                  <a:pt x="4601" y="112808"/>
                </a:lnTo>
                <a:lnTo>
                  <a:pt x="4601" y="111743"/>
                </a:lnTo>
                <a:lnTo>
                  <a:pt x="4601" y="110678"/>
                </a:lnTo>
                <a:lnTo>
                  <a:pt x="4601" y="109613"/>
                </a:lnTo>
                <a:lnTo>
                  <a:pt x="4919" y="108725"/>
                </a:lnTo>
                <a:lnTo>
                  <a:pt x="4919" y="107660"/>
                </a:lnTo>
                <a:lnTo>
                  <a:pt x="4919" y="106595"/>
                </a:lnTo>
                <a:lnTo>
                  <a:pt x="4919" y="105796"/>
                </a:lnTo>
                <a:lnTo>
                  <a:pt x="4919" y="104465"/>
                </a:lnTo>
                <a:lnTo>
                  <a:pt x="4919" y="103577"/>
                </a:lnTo>
                <a:lnTo>
                  <a:pt x="4919" y="102512"/>
                </a:lnTo>
                <a:lnTo>
                  <a:pt x="4919" y="101713"/>
                </a:lnTo>
                <a:lnTo>
                  <a:pt x="4919" y="100648"/>
                </a:lnTo>
                <a:lnTo>
                  <a:pt x="5395" y="99761"/>
                </a:lnTo>
                <a:lnTo>
                  <a:pt x="5395" y="98696"/>
                </a:lnTo>
                <a:lnTo>
                  <a:pt x="5395" y="97631"/>
                </a:lnTo>
                <a:lnTo>
                  <a:pt x="5395" y="96566"/>
                </a:lnTo>
                <a:lnTo>
                  <a:pt x="5395" y="95678"/>
                </a:lnTo>
                <a:lnTo>
                  <a:pt x="5712" y="94613"/>
                </a:lnTo>
                <a:lnTo>
                  <a:pt x="5712" y="93725"/>
                </a:lnTo>
                <a:lnTo>
                  <a:pt x="5712" y="92660"/>
                </a:lnTo>
                <a:lnTo>
                  <a:pt x="5712" y="91595"/>
                </a:lnTo>
                <a:lnTo>
                  <a:pt x="5712" y="90708"/>
                </a:lnTo>
                <a:lnTo>
                  <a:pt x="6188" y="89643"/>
                </a:lnTo>
                <a:lnTo>
                  <a:pt x="6188" y="88844"/>
                </a:lnTo>
                <a:lnTo>
                  <a:pt x="6188" y="87956"/>
                </a:lnTo>
                <a:lnTo>
                  <a:pt x="6188" y="86891"/>
                </a:lnTo>
                <a:lnTo>
                  <a:pt x="6188" y="85826"/>
                </a:lnTo>
                <a:lnTo>
                  <a:pt x="6506" y="84939"/>
                </a:lnTo>
                <a:lnTo>
                  <a:pt x="6506" y="84140"/>
                </a:lnTo>
                <a:lnTo>
                  <a:pt x="6506" y="82986"/>
                </a:lnTo>
                <a:lnTo>
                  <a:pt x="6506" y="81921"/>
                </a:lnTo>
                <a:lnTo>
                  <a:pt x="6982" y="81122"/>
                </a:lnTo>
                <a:lnTo>
                  <a:pt x="6982" y="80235"/>
                </a:lnTo>
                <a:lnTo>
                  <a:pt x="6982" y="79347"/>
                </a:lnTo>
                <a:lnTo>
                  <a:pt x="6982" y="78282"/>
                </a:lnTo>
                <a:lnTo>
                  <a:pt x="6982" y="77217"/>
                </a:lnTo>
                <a:lnTo>
                  <a:pt x="7299" y="76418"/>
                </a:lnTo>
                <a:lnTo>
                  <a:pt x="7299" y="75531"/>
                </a:lnTo>
                <a:lnTo>
                  <a:pt x="7299" y="74643"/>
                </a:lnTo>
                <a:lnTo>
                  <a:pt x="7299" y="73844"/>
                </a:lnTo>
                <a:lnTo>
                  <a:pt x="7299" y="72690"/>
                </a:lnTo>
                <a:lnTo>
                  <a:pt x="7299" y="71892"/>
                </a:lnTo>
                <a:lnTo>
                  <a:pt x="7299" y="71004"/>
                </a:lnTo>
                <a:lnTo>
                  <a:pt x="7299" y="70116"/>
                </a:lnTo>
                <a:lnTo>
                  <a:pt x="7299" y="69051"/>
                </a:lnTo>
                <a:lnTo>
                  <a:pt x="7299" y="68253"/>
                </a:lnTo>
                <a:lnTo>
                  <a:pt x="7616" y="67365"/>
                </a:lnTo>
                <a:lnTo>
                  <a:pt x="7616" y="66477"/>
                </a:lnTo>
                <a:lnTo>
                  <a:pt x="7616" y="65412"/>
                </a:lnTo>
                <a:lnTo>
                  <a:pt x="7616" y="64614"/>
                </a:lnTo>
                <a:lnTo>
                  <a:pt x="8093" y="63726"/>
                </a:lnTo>
                <a:lnTo>
                  <a:pt x="8093" y="62838"/>
                </a:lnTo>
                <a:lnTo>
                  <a:pt x="8093" y="62040"/>
                </a:lnTo>
                <a:lnTo>
                  <a:pt x="8093" y="61152"/>
                </a:lnTo>
                <a:lnTo>
                  <a:pt x="8093" y="60265"/>
                </a:lnTo>
                <a:lnTo>
                  <a:pt x="8410" y="59466"/>
                </a:lnTo>
                <a:lnTo>
                  <a:pt x="8410" y="58401"/>
                </a:lnTo>
                <a:lnTo>
                  <a:pt x="8410" y="57513"/>
                </a:lnTo>
                <a:lnTo>
                  <a:pt x="8410" y="56892"/>
                </a:lnTo>
                <a:lnTo>
                  <a:pt x="8410" y="56004"/>
                </a:lnTo>
                <a:lnTo>
                  <a:pt x="8886" y="54939"/>
                </a:lnTo>
                <a:lnTo>
                  <a:pt x="8886" y="54052"/>
                </a:lnTo>
                <a:lnTo>
                  <a:pt x="8886" y="53430"/>
                </a:lnTo>
                <a:lnTo>
                  <a:pt x="8886" y="52543"/>
                </a:lnTo>
                <a:lnTo>
                  <a:pt x="8886" y="51478"/>
                </a:lnTo>
                <a:lnTo>
                  <a:pt x="9203" y="50856"/>
                </a:lnTo>
                <a:lnTo>
                  <a:pt x="9203" y="49969"/>
                </a:lnTo>
                <a:lnTo>
                  <a:pt x="9203" y="49170"/>
                </a:lnTo>
                <a:lnTo>
                  <a:pt x="9203" y="48283"/>
                </a:lnTo>
                <a:lnTo>
                  <a:pt x="9203" y="47395"/>
                </a:lnTo>
                <a:lnTo>
                  <a:pt x="9203" y="46596"/>
                </a:lnTo>
                <a:lnTo>
                  <a:pt x="9203" y="45709"/>
                </a:lnTo>
                <a:lnTo>
                  <a:pt x="9203" y="45087"/>
                </a:lnTo>
                <a:lnTo>
                  <a:pt x="9203" y="44200"/>
                </a:lnTo>
                <a:lnTo>
                  <a:pt x="9521" y="43312"/>
                </a:lnTo>
                <a:lnTo>
                  <a:pt x="9521" y="42513"/>
                </a:lnTo>
                <a:lnTo>
                  <a:pt x="9521" y="41892"/>
                </a:lnTo>
                <a:lnTo>
                  <a:pt x="9521" y="40827"/>
                </a:lnTo>
                <a:lnTo>
                  <a:pt x="9521" y="40117"/>
                </a:lnTo>
                <a:lnTo>
                  <a:pt x="9997" y="39496"/>
                </a:lnTo>
                <a:lnTo>
                  <a:pt x="9997" y="38431"/>
                </a:lnTo>
                <a:lnTo>
                  <a:pt x="9997" y="37809"/>
                </a:lnTo>
                <a:lnTo>
                  <a:pt x="9997" y="36922"/>
                </a:lnTo>
                <a:lnTo>
                  <a:pt x="9997" y="36034"/>
                </a:lnTo>
                <a:lnTo>
                  <a:pt x="10314" y="35413"/>
                </a:lnTo>
                <a:lnTo>
                  <a:pt x="10314" y="34525"/>
                </a:lnTo>
                <a:lnTo>
                  <a:pt x="10314" y="33727"/>
                </a:lnTo>
                <a:lnTo>
                  <a:pt x="10314" y="33105"/>
                </a:lnTo>
                <a:lnTo>
                  <a:pt x="10790" y="32395"/>
                </a:lnTo>
                <a:lnTo>
                  <a:pt x="10790" y="31330"/>
                </a:lnTo>
                <a:lnTo>
                  <a:pt x="10790" y="30709"/>
                </a:lnTo>
                <a:lnTo>
                  <a:pt x="10790" y="30088"/>
                </a:lnTo>
                <a:lnTo>
                  <a:pt x="10790" y="29200"/>
                </a:lnTo>
                <a:lnTo>
                  <a:pt x="11108" y="28313"/>
                </a:lnTo>
                <a:lnTo>
                  <a:pt x="11108" y="27691"/>
                </a:lnTo>
                <a:lnTo>
                  <a:pt x="11108" y="26804"/>
                </a:lnTo>
                <a:lnTo>
                  <a:pt x="11108" y="26182"/>
                </a:lnTo>
                <a:lnTo>
                  <a:pt x="11108" y="25384"/>
                </a:lnTo>
                <a:lnTo>
                  <a:pt x="11425" y="24674"/>
                </a:lnTo>
                <a:lnTo>
                  <a:pt x="11425" y="24052"/>
                </a:lnTo>
                <a:lnTo>
                  <a:pt x="11425" y="23165"/>
                </a:lnTo>
                <a:lnTo>
                  <a:pt x="11425" y="22543"/>
                </a:lnTo>
                <a:lnTo>
                  <a:pt x="11425" y="21922"/>
                </a:lnTo>
                <a:lnTo>
                  <a:pt x="11425" y="21035"/>
                </a:lnTo>
                <a:lnTo>
                  <a:pt x="11425" y="20413"/>
                </a:lnTo>
                <a:lnTo>
                  <a:pt x="11425" y="19526"/>
                </a:lnTo>
                <a:lnTo>
                  <a:pt x="11425" y="18904"/>
                </a:lnTo>
                <a:lnTo>
                  <a:pt x="11901" y="18283"/>
                </a:lnTo>
                <a:lnTo>
                  <a:pt x="11901" y="17396"/>
                </a:lnTo>
                <a:lnTo>
                  <a:pt x="11901" y="16774"/>
                </a:lnTo>
                <a:lnTo>
                  <a:pt x="11901" y="15887"/>
                </a:lnTo>
                <a:lnTo>
                  <a:pt x="11901" y="15265"/>
                </a:lnTo>
                <a:lnTo>
                  <a:pt x="12218" y="14644"/>
                </a:lnTo>
                <a:lnTo>
                  <a:pt x="12218" y="13757"/>
                </a:lnTo>
                <a:lnTo>
                  <a:pt x="12218" y="13313"/>
                </a:lnTo>
                <a:lnTo>
                  <a:pt x="12218" y="12514"/>
                </a:lnTo>
                <a:lnTo>
                  <a:pt x="12218" y="11804"/>
                </a:lnTo>
                <a:lnTo>
                  <a:pt x="12694" y="11183"/>
                </a:lnTo>
                <a:lnTo>
                  <a:pt x="12694" y="10561"/>
                </a:lnTo>
                <a:lnTo>
                  <a:pt x="12694" y="9940"/>
                </a:lnTo>
                <a:lnTo>
                  <a:pt x="12694" y="9053"/>
                </a:lnTo>
                <a:lnTo>
                  <a:pt x="12694" y="8431"/>
                </a:lnTo>
                <a:lnTo>
                  <a:pt x="13012" y="7721"/>
                </a:lnTo>
                <a:lnTo>
                  <a:pt x="13012" y="7100"/>
                </a:lnTo>
                <a:lnTo>
                  <a:pt x="13012" y="6479"/>
                </a:lnTo>
                <a:lnTo>
                  <a:pt x="13012" y="5857"/>
                </a:lnTo>
                <a:lnTo>
                  <a:pt x="13488" y="5147"/>
                </a:lnTo>
                <a:lnTo>
                  <a:pt x="13488" y="4349"/>
                </a:lnTo>
                <a:lnTo>
                  <a:pt x="13488" y="3905"/>
                </a:lnTo>
                <a:lnTo>
                  <a:pt x="13488" y="3017"/>
                </a:lnTo>
                <a:lnTo>
                  <a:pt x="13488" y="2573"/>
                </a:lnTo>
                <a:lnTo>
                  <a:pt x="13488" y="1775"/>
                </a:lnTo>
                <a:lnTo>
                  <a:pt x="13488" y="1331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949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7013741" y="1434505"/>
            <a:ext cx="13647" cy="62128"/>
          </a:xfrm>
          <a:custGeom>
            <a:avLst/>
            <a:gdLst/>
            <a:ahLst/>
            <a:cxnLst/>
            <a:rect l="l" t="t" r="r" b="b"/>
            <a:pathLst>
              <a:path w="13647" h="62128">
                <a:moveTo>
                  <a:pt x="0" y="62128"/>
                </a:moveTo>
                <a:lnTo>
                  <a:pt x="0" y="61507"/>
                </a:lnTo>
                <a:lnTo>
                  <a:pt x="317" y="60886"/>
                </a:lnTo>
                <a:lnTo>
                  <a:pt x="317" y="60265"/>
                </a:lnTo>
                <a:lnTo>
                  <a:pt x="317" y="59555"/>
                </a:lnTo>
                <a:lnTo>
                  <a:pt x="317" y="59200"/>
                </a:lnTo>
                <a:lnTo>
                  <a:pt x="317" y="58312"/>
                </a:lnTo>
                <a:lnTo>
                  <a:pt x="634" y="57868"/>
                </a:lnTo>
                <a:lnTo>
                  <a:pt x="634" y="57247"/>
                </a:lnTo>
                <a:lnTo>
                  <a:pt x="634" y="56626"/>
                </a:lnTo>
                <a:lnTo>
                  <a:pt x="634" y="55916"/>
                </a:lnTo>
                <a:lnTo>
                  <a:pt x="1110" y="55561"/>
                </a:lnTo>
                <a:lnTo>
                  <a:pt x="1110" y="54673"/>
                </a:lnTo>
                <a:lnTo>
                  <a:pt x="1110" y="54229"/>
                </a:lnTo>
                <a:lnTo>
                  <a:pt x="1110" y="53608"/>
                </a:lnTo>
                <a:lnTo>
                  <a:pt x="1110" y="53164"/>
                </a:lnTo>
                <a:lnTo>
                  <a:pt x="1428" y="52277"/>
                </a:lnTo>
                <a:lnTo>
                  <a:pt x="1428" y="51922"/>
                </a:lnTo>
                <a:lnTo>
                  <a:pt x="1428" y="51211"/>
                </a:lnTo>
                <a:lnTo>
                  <a:pt x="1428" y="50768"/>
                </a:lnTo>
                <a:lnTo>
                  <a:pt x="1428" y="50146"/>
                </a:lnTo>
                <a:lnTo>
                  <a:pt x="1904" y="49703"/>
                </a:lnTo>
                <a:lnTo>
                  <a:pt x="1904" y="49081"/>
                </a:lnTo>
                <a:lnTo>
                  <a:pt x="1904" y="48460"/>
                </a:lnTo>
                <a:lnTo>
                  <a:pt x="1904" y="47839"/>
                </a:lnTo>
                <a:lnTo>
                  <a:pt x="1904" y="47395"/>
                </a:lnTo>
                <a:lnTo>
                  <a:pt x="2221" y="46774"/>
                </a:lnTo>
                <a:lnTo>
                  <a:pt x="2221" y="46064"/>
                </a:lnTo>
                <a:lnTo>
                  <a:pt x="2221" y="45620"/>
                </a:lnTo>
                <a:lnTo>
                  <a:pt x="2221" y="44999"/>
                </a:lnTo>
                <a:lnTo>
                  <a:pt x="2221" y="44555"/>
                </a:lnTo>
                <a:lnTo>
                  <a:pt x="2221" y="43934"/>
                </a:lnTo>
                <a:lnTo>
                  <a:pt x="2221" y="43490"/>
                </a:lnTo>
                <a:lnTo>
                  <a:pt x="2221" y="43046"/>
                </a:lnTo>
                <a:lnTo>
                  <a:pt x="2221" y="42691"/>
                </a:lnTo>
                <a:lnTo>
                  <a:pt x="2538" y="41981"/>
                </a:lnTo>
                <a:lnTo>
                  <a:pt x="2538" y="41360"/>
                </a:lnTo>
                <a:lnTo>
                  <a:pt x="2538" y="40916"/>
                </a:lnTo>
                <a:lnTo>
                  <a:pt x="2538" y="40295"/>
                </a:lnTo>
                <a:lnTo>
                  <a:pt x="2538" y="39851"/>
                </a:lnTo>
                <a:lnTo>
                  <a:pt x="3015" y="39407"/>
                </a:lnTo>
                <a:lnTo>
                  <a:pt x="3015" y="39052"/>
                </a:lnTo>
                <a:lnTo>
                  <a:pt x="3015" y="38342"/>
                </a:lnTo>
                <a:lnTo>
                  <a:pt x="3015" y="37898"/>
                </a:lnTo>
                <a:lnTo>
                  <a:pt x="3015" y="37543"/>
                </a:lnTo>
                <a:lnTo>
                  <a:pt x="3332" y="36833"/>
                </a:lnTo>
                <a:lnTo>
                  <a:pt x="3332" y="36478"/>
                </a:lnTo>
                <a:lnTo>
                  <a:pt x="3332" y="36034"/>
                </a:lnTo>
                <a:lnTo>
                  <a:pt x="3332" y="35591"/>
                </a:lnTo>
                <a:lnTo>
                  <a:pt x="3808" y="34969"/>
                </a:lnTo>
                <a:lnTo>
                  <a:pt x="3808" y="34525"/>
                </a:lnTo>
                <a:lnTo>
                  <a:pt x="3808" y="34082"/>
                </a:lnTo>
                <a:lnTo>
                  <a:pt x="3808" y="33638"/>
                </a:lnTo>
                <a:lnTo>
                  <a:pt x="3808" y="33194"/>
                </a:lnTo>
                <a:lnTo>
                  <a:pt x="4125" y="32839"/>
                </a:lnTo>
                <a:lnTo>
                  <a:pt x="4125" y="32129"/>
                </a:lnTo>
                <a:lnTo>
                  <a:pt x="4125" y="31685"/>
                </a:lnTo>
                <a:lnTo>
                  <a:pt x="4125" y="31330"/>
                </a:lnTo>
                <a:lnTo>
                  <a:pt x="4125" y="30886"/>
                </a:lnTo>
                <a:lnTo>
                  <a:pt x="4125" y="30443"/>
                </a:lnTo>
                <a:lnTo>
                  <a:pt x="4125" y="29999"/>
                </a:lnTo>
                <a:lnTo>
                  <a:pt x="4125" y="29555"/>
                </a:lnTo>
                <a:lnTo>
                  <a:pt x="4125" y="29111"/>
                </a:lnTo>
                <a:lnTo>
                  <a:pt x="4125" y="28490"/>
                </a:lnTo>
                <a:lnTo>
                  <a:pt x="4601" y="28313"/>
                </a:lnTo>
                <a:lnTo>
                  <a:pt x="4601" y="27869"/>
                </a:lnTo>
                <a:lnTo>
                  <a:pt x="4601" y="27247"/>
                </a:lnTo>
                <a:lnTo>
                  <a:pt x="4601" y="26981"/>
                </a:lnTo>
                <a:lnTo>
                  <a:pt x="4919" y="26537"/>
                </a:lnTo>
                <a:lnTo>
                  <a:pt x="4919" y="26182"/>
                </a:lnTo>
                <a:lnTo>
                  <a:pt x="4919" y="25739"/>
                </a:lnTo>
                <a:lnTo>
                  <a:pt x="4919" y="25295"/>
                </a:lnTo>
                <a:lnTo>
                  <a:pt x="4919" y="24851"/>
                </a:lnTo>
                <a:lnTo>
                  <a:pt x="5236" y="24674"/>
                </a:lnTo>
                <a:lnTo>
                  <a:pt x="5236" y="23964"/>
                </a:lnTo>
                <a:lnTo>
                  <a:pt x="5236" y="23786"/>
                </a:lnTo>
                <a:lnTo>
                  <a:pt x="5236" y="23342"/>
                </a:lnTo>
                <a:lnTo>
                  <a:pt x="5236" y="22898"/>
                </a:lnTo>
                <a:lnTo>
                  <a:pt x="5712" y="22543"/>
                </a:lnTo>
                <a:lnTo>
                  <a:pt x="5712" y="22277"/>
                </a:lnTo>
                <a:lnTo>
                  <a:pt x="5712" y="21833"/>
                </a:lnTo>
                <a:lnTo>
                  <a:pt x="5712" y="21390"/>
                </a:lnTo>
                <a:lnTo>
                  <a:pt x="5712" y="21035"/>
                </a:lnTo>
                <a:lnTo>
                  <a:pt x="6030" y="20591"/>
                </a:lnTo>
                <a:lnTo>
                  <a:pt x="6030" y="20147"/>
                </a:lnTo>
                <a:lnTo>
                  <a:pt x="6030" y="19970"/>
                </a:lnTo>
                <a:lnTo>
                  <a:pt x="6030" y="19526"/>
                </a:lnTo>
                <a:lnTo>
                  <a:pt x="6506" y="19259"/>
                </a:lnTo>
                <a:lnTo>
                  <a:pt x="6506" y="19082"/>
                </a:lnTo>
                <a:lnTo>
                  <a:pt x="6506" y="18638"/>
                </a:lnTo>
                <a:lnTo>
                  <a:pt x="6506" y="18194"/>
                </a:lnTo>
                <a:lnTo>
                  <a:pt x="6506" y="17751"/>
                </a:lnTo>
                <a:lnTo>
                  <a:pt x="6506" y="17573"/>
                </a:lnTo>
                <a:lnTo>
                  <a:pt x="6506" y="17129"/>
                </a:lnTo>
                <a:lnTo>
                  <a:pt x="6506" y="16686"/>
                </a:lnTo>
                <a:lnTo>
                  <a:pt x="6506" y="16508"/>
                </a:lnTo>
                <a:lnTo>
                  <a:pt x="6506" y="16242"/>
                </a:lnTo>
                <a:lnTo>
                  <a:pt x="6823" y="15887"/>
                </a:lnTo>
                <a:lnTo>
                  <a:pt x="6823" y="15443"/>
                </a:lnTo>
                <a:lnTo>
                  <a:pt x="6823" y="15177"/>
                </a:lnTo>
                <a:lnTo>
                  <a:pt x="6823" y="14999"/>
                </a:lnTo>
                <a:lnTo>
                  <a:pt x="6823" y="14555"/>
                </a:lnTo>
                <a:lnTo>
                  <a:pt x="7140" y="14378"/>
                </a:lnTo>
                <a:lnTo>
                  <a:pt x="7140" y="14112"/>
                </a:lnTo>
                <a:lnTo>
                  <a:pt x="7140" y="13668"/>
                </a:lnTo>
                <a:lnTo>
                  <a:pt x="7140" y="13313"/>
                </a:lnTo>
                <a:lnTo>
                  <a:pt x="7616" y="13047"/>
                </a:lnTo>
                <a:lnTo>
                  <a:pt x="7616" y="12869"/>
                </a:lnTo>
                <a:lnTo>
                  <a:pt x="7616" y="12425"/>
                </a:lnTo>
                <a:lnTo>
                  <a:pt x="7616" y="12248"/>
                </a:lnTo>
                <a:lnTo>
                  <a:pt x="7616" y="11982"/>
                </a:lnTo>
                <a:lnTo>
                  <a:pt x="7934" y="11804"/>
                </a:lnTo>
                <a:lnTo>
                  <a:pt x="7934" y="11360"/>
                </a:lnTo>
                <a:lnTo>
                  <a:pt x="7934" y="11183"/>
                </a:lnTo>
                <a:lnTo>
                  <a:pt x="7934" y="10739"/>
                </a:lnTo>
                <a:lnTo>
                  <a:pt x="8410" y="10295"/>
                </a:lnTo>
                <a:lnTo>
                  <a:pt x="8410" y="10029"/>
                </a:lnTo>
                <a:lnTo>
                  <a:pt x="8410" y="9851"/>
                </a:lnTo>
                <a:lnTo>
                  <a:pt x="8410" y="9674"/>
                </a:lnTo>
                <a:lnTo>
                  <a:pt x="8410" y="9408"/>
                </a:lnTo>
                <a:lnTo>
                  <a:pt x="8410" y="8964"/>
                </a:lnTo>
                <a:lnTo>
                  <a:pt x="8410" y="8786"/>
                </a:lnTo>
                <a:lnTo>
                  <a:pt x="8410" y="8609"/>
                </a:lnTo>
                <a:lnTo>
                  <a:pt x="8410" y="8343"/>
                </a:lnTo>
                <a:lnTo>
                  <a:pt x="8410" y="8165"/>
                </a:lnTo>
                <a:lnTo>
                  <a:pt x="8727" y="7899"/>
                </a:lnTo>
                <a:lnTo>
                  <a:pt x="8727" y="7721"/>
                </a:lnTo>
                <a:lnTo>
                  <a:pt x="8727" y="7277"/>
                </a:lnTo>
                <a:lnTo>
                  <a:pt x="9203" y="7100"/>
                </a:lnTo>
                <a:lnTo>
                  <a:pt x="9203" y="6834"/>
                </a:lnTo>
                <a:lnTo>
                  <a:pt x="9203" y="6656"/>
                </a:lnTo>
                <a:lnTo>
                  <a:pt x="9203" y="6390"/>
                </a:lnTo>
                <a:lnTo>
                  <a:pt x="9203" y="6035"/>
                </a:lnTo>
                <a:lnTo>
                  <a:pt x="9521" y="6035"/>
                </a:lnTo>
                <a:lnTo>
                  <a:pt x="9521" y="5769"/>
                </a:lnTo>
                <a:lnTo>
                  <a:pt x="9521" y="5591"/>
                </a:lnTo>
                <a:lnTo>
                  <a:pt x="9521" y="5325"/>
                </a:lnTo>
                <a:lnTo>
                  <a:pt x="9521" y="5147"/>
                </a:lnTo>
                <a:lnTo>
                  <a:pt x="9838" y="4881"/>
                </a:lnTo>
                <a:lnTo>
                  <a:pt x="9838" y="4704"/>
                </a:lnTo>
                <a:lnTo>
                  <a:pt x="9838" y="4526"/>
                </a:lnTo>
                <a:lnTo>
                  <a:pt x="9838" y="4260"/>
                </a:lnTo>
                <a:lnTo>
                  <a:pt x="10314" y="4082"/>
                </a:lnTo>
                <a:lnTo>
                  <a:pt x="10314" y="3461"/>
                </a:lnTo>
                <a:lnTo>
                  <a:pt x="10314" y="3195"/>
                </a:lnTo>
                <a:lnTo>
                  <a:pt x="10314" y="3017"/>
                </a:lnTo>
                <a:lnTo>
                  <a:pt x="10631" y="2751"/>
                </a:lnTo>
                <a:lnTo>
                  <a:pt x="10631" y="2573"/>
                </a:lnTo>
                <a:lnTo>
                  <a:pt x="10631" y="2307"/>
                </a:lnTo>
                <a:lnTo>
                  <a:pt x="11108" y="2130"/>
                </a:lnTo>
                <a:lnTo>
                  <a:pt x="11108" y="1952"/>
                </a:lnTo>
                <a:lnTo>
                  <a:pt x="11108" y="1686"/>
                </a:lnTo>
                <a:lnTo>
                  <a:pt x="11425" y="1508"/>
                </a:lnTo>
                <a:lnTo>
                  <a:pt x="11425" y="1242"/>
                </a:lnTo>
                <a:lnTo>
                  <a:pt x="11742" y="1242"/>
                </a:lnTo>
                <a:lnTo>
                  <a:pt x="11742" y="1065"/>
                </a:lnTo>
                <a:lnTo>
                  <a:pt x="11742" y="887"/>
                </a:lnTo>
                <a:lnTo>
                  <a:pt x="12218" y="887"/>
                </a:lnTo>
                <a:lnTo>
                  <a:pt x="12218" y="621"/>
                </a:lnTo>
                <a:lnTo>
                  <a:pt x="12218" y="443"/>
                </a:lnTo>
                <a:lnTo>
                  <a:pt x="12536" y="443"/>
                </a:lnTo>
                <a:lnTo>
                  <a:pt x="12536" y="177"/>
                </a:lnTo>
                <a:lnTo>
                  <a:pt x="13012" y="177"/>
                </a:lnTo>
                <a:lnTo>
                  <a:pt x="13012" y="0"/>
                </a:lnTo>
                <a:lnTo>
                  <a:pt x="13329" y="0"/>
                </a:lnTo>
                <a:lnTo>
                  <a:pt x="13647" y="0"/>
                </a:lnTo>
              </a:path>
            </a:pathLst>
          </a:custGeom>
          <a:ln w="1914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7027388" y="1434505"/>
            <a:ext cx="13488" cy="66034"/>
          </a:xfrm>
          <a:custGeom>
            <a:avLst/>
            <a:gdLst/>
            <a:ahLst/>
            <a:cxnLst/>
            <a:rect l="l" t="t" r="r" b="b"/>
            <a:pathLst>
              <a:path w="13488" h="66034">
                <a:moveTo>
                  <a:pt x="0" y="0"/>
                </a:moveTo>
                <a:lnTo>
                  <a:pt x="476" y="0"/>
                </a:lnTo>
                <a:lnTo>
                  <a:pt x="476" y="0"/>
                </a:lnTo>
                <a:lnTo>
                  <a:pt x="476" y="177"/>
                </a:lnTo>
                <a:lnTo>
                  <a:pt x="793" y="177"/>
                </a:lnTo>
                <a:lnTo>
                  <a:pt x="793" y="443"/>
                </a:lnTo>
                <a:lnTo>
                  <a:pt x="1269" y="621"/>
                </a:lnTo>
                <a:lnTo>
                  <a:pt x="1269" y="887"/>
                </a:lnTo>
                <a:lnTo>
                  <a:pt x="1586" y="1065"/>
                </a:lnTo>
                <a:lnTo>
                  <a:pt x="1586" y="1242"/>
                </a:lnTo>
                <a:lnTo>
                  <a:pt x="2062" y="1242"/>
                </a:lnTo>
                <a:lnTo>
                  <a:pt x="2062" y="1508"/>
                </a:lnTo>
                <a:lnTo>
                  <a:pt x="2062" y="1686"/>
                </a:lnTo>
                <a:lnTo>
                  <a:pt x="2380" y="1686"/>
                </a:lnTo>
                <a:lnTo>
                  <a:pt x="2380" y="1952"/>
                </a:lnTo>
                <a:lnTo>
                  <a:pt x="2380" y="2130"/>
                </a:lnTo>
                <a:lnTo>
                  <a:pt x="2380" y="2307"/>
                </a:lnTo>
                <a:lnTo>
                  <a:pt x="2697" y="2573"/>
                </a:lnTo>
                <a:lnTo>
                  <a:pt x="2697" y="2751"/>
                </a:lnTo>
                <a:lnTo>
                  <a:pt x="2697" y="3017"/>
                </a:lnTo>
                <a:lnTo>
                  <a:pt x="3173" y="3017"/>
                </a:lnTo>
                <a:lnTo>
                  <a:pt x="3173" y="3195"/>
                </a:lnTo>
                <a:lnTo>
                  <a:pt x="3173" y="3461"/>
                </a:lnTo>
                <a:lnTo>
                  <a:pt x="3173" y="3638"/>
                </a:lnTo>
                <a:lnTo>
                  <a:pt x="3173" y="3816"/>
                </a:lnTo>
                <a:lnTo>
                  <a:pt x="3173" y="4082"/>
                </a:lnTo>
                <a:lnTo>
                  <a:pt x="3173" y="4260"/>
                </a:lnTo>
                <a:lnTo>
                  <a:pt x="3491" y="4526"/>
                </a:lnTo>
                <a:lnTo>
                  <a:pt x="3491" y="4704"/>
                </a:lnTo>
                <a:lnTo>
                  <a:pt x="3491" y="4881"/>
                </a:lnTo>
                <a:lnTo>
                  <a:pt x="3491" y="5147"/>
                </a:lnTo>
                <a:lnTo>
                  <a:pt x="3967" y="5325"/>
                </a:lnTo>
                <a:lnTo>
                  <a:pt x="3967" y="5591"/>
                </a:lnTo>
                <a:lnTo>
                  <a:pt x="3967" y="5769"/>
                </a:lnTo>
                <a:lnTo>
                  <a:pt x="3967" y="6035"/>
                </a:lnTo>
                <a:lnTo>
                  <a:pt x="3967" y="6212"/>
                </a:lnTo>
                <a:lnTo>
                  <a:pt x="4284" y="6390"/>
                </a:lnTo>
                <a:lnTo>
                  <a:pt x="4284" y="6656"/>
                </a:lnTo>
                <a:lnTo>
                  <a:pt x="4284" y="6834"/>
                </a:lnTo>
                <a:lnTo>
                  <a:pt x="4284" y="7100"/>
                </a:lnTo>
                <a:lnTo>
                  <a:pt x="4601" y="7277"/>
                </a:lnTo>
                <a:lnTo>
                  <a:pt x="4601" y="7455"/>
                </a:lnTo>
                <a:lnTo>
                  <a:pt x="4601" y="7721"/>
                </a:lnTo>
                <a:lnTo>
                  <a:pt x="4601" y="7899"/>
                </a:lnTo>
                <a:lnTo>
                  <a:pt x="4601" y="8165"/>
                </a:lnTo>
                <a:lnTo>
                  <a:pt x="5077" y="8343"/>
                </a:lnTo>
                <a:lnTo>
                  <a:pt x="5077" y="8609"/>
                </a:lnTo>
                <a:lnTo>
                  <a:pt x="5077" y="8786"/>
                </a:lnTo>
                <a:lnTo>
                  <a:pt x="5077" y="9230"/>
                </a:lnTo>
                <a:lnTo>
                  <a:pt x="5077" y="9408"/>
                </a:lnTo>
                <a:lnTo>
                  <a:pt x="5077" y="9674"/>
                </a:lnTo>
                <a:lnTo>
                  <a:pt x="5077" y="9851"/>
                </a:lnTo>
                <a:lnTo>
                  <a:pt x="5077" y="10029"/>
                </a:lnTo>
                <a:lnTo>
                  <a:pt x="5077" y="10473"/>
                </a:lnTo>
                <a:lnTo>
                  <a:pt x="5077" y="10739"/>
                </a:lnTo>
                <a:lnTo>
                  <a:pt x="5395" y="10739"/>
                </a:lnTo>
                <a:lnTo>
                  <a:pt x="5395" y="11183"/>
                </a:lnTo>
                <a:lnTo>
                  <a:pt x="5395" y="11360"/>
                </a:lnTo>
                <a:lnTo>
                  <a:pt x="5395" y="11804"/>
                </a:lnTo>
                <a:lnTo>
                  <a:pt x="5871" y="11982"/>
                </a:lnTo>
                <a:lnTo>
                  <a:pt x="5871" y="12248"/>
                </a:lnTo>
                <a:lnTo>
                  <a:pt x="5871" y="12603"/>
                </a:lnTo>
                <a:lnTo>
                  <a:pt x="5871" y="12869"/>
                </a:lnTo>
                <a:lnTo>
                  <a:pt x="5871" y="13047"/>
                </a:lnTo>
                <a:lnTo>
                  <a:pt x="6188" y="13313"/>
                </a:lnTo>
                <a:lnTo>
                  <a:pt x="6188" y="13668"/>
                </a:lnTo>
                <a:lnTo>
                  <a:pt x="6188" y="14112"/>
                </a:lnTo>
                <a:lnTo>
                  <a:pt x="6188" y="14378"/>
                </a:lnTo>
                <a:lnTo>
                  <a:pt x="6188" y="14555"/>
                </a:lnTo>
                <a:lnTo>
                  <a:pt x="6664" y="14999"/>
                </a:lnTo>
                <a:lnTo>
                  <a:pt x="6664" y="15443"/>
                </a:lnTo>
                <a:lnTo>
                  <a:pt x="6664" y="15887"/>
                </a:lnTo>
                <a:lnTo>
                  <a:pt x="6664" y="16242"/>
                </a:lnTo>
                <a:lnTo>
                  <a:pt x="6982" y="16686"/>
                </a:lnTo>
                <a:lnTo>
                  <a:pt x="6982" y="17129"/>
                </a:lnTo>
                <a:lnTo>
                  <a:pt x="6982" y="17573"/>
                </a:lnTo>
                <a:lnTo>
                  <a:pt x="7299" y="17751"/>
                </a:lnTo>
                <a:lnTo>
                  <a:pt x="7299" y="18194"/>
                </a:lnTo>
                <a:lnTo>
                  <a:pt x="7299" y="18638"/>
                </a:lnTo>
                <a:lnTo>
                  <a:pt x="7299" y="19082"/>
                </a:lnTo>
                <a:lnTo>
                  <a:pt x="7299" y="19259"/>
                </a:lnTo>
                <a:lnTo>
                  <a:pt x="7299" y="19703"/>
                </a:lnTo>
                <a:lnTo>
                  <a:pt x="7299" y="20147"/>
                </a:lnTo>
                <a:lnTo>
                  <a:pt x="7299" y="20325"/>
                </a:lnTo>
                <a:lnTo>
                  <a:pt x="7299" y="20768"/>
                </a:lnTo>
                <a:lnTo>
                  <a:pt x="7299" y="21212"/>
                </a:lnTo>
                <a:lnTo>
                  <a:pt x="7775" y="21390"/>
                </a:lnTo>
                <a:lnTo>
                  <a:pt x="7775" y="21833"/>
                </a:lnTo>
                <a:lnTo>
                  <a:pt x="7775" y="22277"/>
                </a:lnTo>
                <a:lnTo>
                  <a:pt x="7775" y="22543"/>
                </a:lnTo>
                <a:lnTo>
                  <a:pt x="7775" y="22898"/>
                </a:lnTo>
                <a:lnTo>
                  <a:pt x="8093" y="23342"/>
                </a:lnTo>
                <a:lnTo>
                  <a:pt x="8093" y="23786"/>
                </a:lnTo>
                <a:lnTo>
                  <a:pt x="8093" y="24230"/>
                </a:lnTo>
                <a:lnTo>
                  <a:pt x="8093" y="24674"/>
                </a:lnTo>
                <a:lnTo>
                  <a:pt x="8569" y="24851"/>
                </a:lnTo>
                <a:lnTo>
                  <a:pt x="8569" y="25295"/>
                </a:lnTo>
                <a:lnTo>
                  <a:pt x="8569" y="25739"/>
                </a:lnTo>
                <a:lnTo>
                  <a:pt x="8569" y="26182"/>
                </a:lnTo>
                <a:lnTo>
                  <a:pt x="8569" y="26537"/>
                </a:lnTo>
                <a:lnTo>
                  <a:pt x="8886" y="26981"/>
                </a:lnTo>
                <a:lnTo>
                  <a:pt x="8886" y="27425"/>
                </a:lnTo>
                <a:lnTo>
                  <a:pt x="8886" y="27869"/>
                </a:lnTo>
                <a:lnTo>
                  <a:pt x="8886" y="28313"/>
                </a:lnTo>
                <a:lnTo>
                  <a:pt x="8886" y="28756"/>
                </a:lnTo>
                <a:lnTo>
                  <a:pt x="9203" y="29111"/>
                </a:lnTo>
                <a:lnTo>
                  <a:pt x="9203" y="29555"/>
                </a:lnTo>
                <a:lnTo>
                  <a:pt x="9203" y="29999"/>
                </a:lnTo>
                <a:lnTo>
                  <a:pt x="9203" y="30443"/>
                </a:lnTo>
                <a:lnTo>
                  <a:pt x="9203" y="30886"/>
                </a:lnTo>
                <a:lnTo>
                  <a:pt x="9203" y="31330"/>
                </a:lnTo>
                <a:lnTo>
                  <a:pt x="9203" y="31952"/>
                </a:lnTo>
                <a:lnTo>
                  <a:pt x="9203" y="32129"/>
                </a:lnTo>
                <a:lnTo>
                  <a:pt x="9203" y="32839"/>
                </a:lnTo>
                <a:lnTo>
                  <a:pt x="9679" y="33194"/>
                </a:lnTo>
                <a:lnTo>
                  <a:pt x="9679" y="33638"/>
                </a:lnTo>
                <a:lnTo>
                  <a:pt x="9679" y="34082"/>
                </a:lnTo>
                <a:lnTo>
                  <a:pt x="9679" y="34525"/>
                </a:lnTo>
                <a:lnTo>
                  <a:pt x="9679" y="35147"/>
                </a:lnTo>
                <a:lnTo>
                  <a:pt x="9997" y="35591"/>
                </a:lnTo>
                <a:lnTo>
                  <a:pt x="9997" y="36034"/>
                </a:lnTo>
                <a:lnTo>
                  <a:pt x="9997" y="36656"/>
                </a:lnTo>
                <a:lnTo>
                  <a:pt x="9997" y="36833"/>
                </a:lnTo>
                <a:lnTo>
                  <a:pt x="9997" y="37543"/>
                </a:lnTo>
                <a:lnTo>
                  <a:pt x="10473" y="37898"/>
                </a:lnTo>
                <a:lnTo>
                  <a:pt x="10473" y="38342"/>
                </a:lnTo>
                <a:lnTo>
                  <a:pt x="10473" y="39052"/>
                </a:lnTo>
                <a:lnTo>
                  <a:pt x="10473" y="39407"/>
                </a:lnTo>
                <a:lnTo>
                  <a:pt x="10473" y="40117"/>
                </a:lnTo>
                <a:lnTo>
                  <a:pt x="10790" y="40295"/>
                </a:lnTo>
                <a:lnTo>
                  <a:pt x="10790" y="40916"/>
                </a:lnTo>
                <a:lnTo>
                  <a:pt x="10790" y="41360"/>
                </a:lnTo>
                <a:lnTo>
                  <a:pt x="10790" y="41981"/>
                </a:lnTo>
                <a:lnTo>
                  <a:pt x="11266" y="42691"/>
                </a:lnTo>
                <a:lnTo>
                  <a:pt x="11266" y="43046"/>
                </a:lnTo>
                <a:lnTo>
                  <a:pt x="11266" y="43756"/>
                </a:lnTo>
                <a:lnTo>
                  <a:pt x="11266" y="44200"/>
                </a:lnTo>
                <a:lnTo>
                  <a:pt x="11266" y="44821"/>
                </a:lnTo>
                <a:lnTo>
                  <a:pt x="11584" y="45265"/>
                </a:lnTo>
                <a:lnTo>
                  <a:pt x="11584" y="45620"/>
                </a:lnTo>
                <a:lnTo>
                  <a:pt x="11584" y="46064"/>
                </a:lnTo>
                <a:lnTo>
                  <a:pt x="11584" y="46951"/>
                </a:lnTo>
                <a:lnTo>
                  <a:pt x="11584" y="47395"/>
                </a:lnTo>
                <a:lnTo>
                  <a:pt x="11584" y="48016"/>
                </a:lnTo>
                <a:lnTo>
                  <a:pt x="11584" y="48460"/>
                </a:lnTo>
                <a:lnTo>
                  <a:pt x="11584" y="49081"/>
                </a:lnTo>
                <a:lnTo>
                  <a:pt x="11584" y="49703"/>
                </a:lnTo>
                <a:lnTo>
                  <a:pt x="11584" y="50146"/>
                </a:lnTo>
                <a:lnTo>
                  <a:pt x="11901" y="50768"/>
                </a:lnTo>
                <a:lnTo>
                  <a:pt x="11901" y="51211"/>
                </a:lnTo>
                <a:lnTo>
                  <a:pt x="11901" y="51922"/>
                </a:lnTo>
                <a:lnTo>
                  <a:pt x="11901" y="52543"/>
                </a:lnTo>
                <a:lnTo>
                  <a:pt x="12377" y="53164"/>
                </a:lnTo>
                <a:lnTo>
                  <a:pt x="12377" y="53608"/>
                </a:lnTo>
                <a:lnTo>
                  <a:pt x="12377" y="54229"/>
                </a:lnTo>
                <a:lnTo>
                  <a:pt x="12377" y="54850"/>
                </a:lnTo>
                <a:lnTo>
                  <a:pt x="12377" y="55561"/>
                </a:lnTo>
                <a:lnTo>
                  <a:pt x="12694" y="55916"/>
                </a:lnTo>
                <a:lnTo>
                  <a:pt x="12694" y="56626"/>
                </a:lnTo>
                <a:lnTo>
                  <a:pt x="12694" y="57247"/>
                </a:lnTo>
                <a:lnTo>
                  <a:pt x="12694" y="57868"/>
                </a:lnTo>
                <a:lnTo>
                  <a:pt x="12694" y="58312"/>
                </a:lnTo>
                <a:lnTo>
                  <a:pt x="13170" y="59200"/>
                </a:lnTo>
                <a:lnTo>
                  <a:pt x="13170" y="59555"/>
                </a:lnTo>
                <a:lnTo>
                  <a:pt x="13170" y="60265"/>
                </a:lnTo>
                <a:lnTo>
                  <a:pt x="13170" y="60886"/>
                </a:lnTo>
                <a:lnTo>
                  <a:pt x="13170" y="61507"/>
                </a:lnTo>
                <a:lnTo>
                  <a:pt x="13488" y="62128"/>
                </a:lnTo>
                <a:lnTo>
                  <a:pt x="13488" y="62572"/>
                </a:lnTo>
                <a:lnTo>
                  <a:pt x="13488" y="63460"/>
                </a:lnTo>
                <a:lnTo>
                  <a:pt x="13488" y="63904"/>
                </a:lnTo>
                <a:lnTo>
                  <a:pt x="13488" y="64702"/>
                </a:lnTo>
                <a:lnTo>
                  <a:pt x="13488" y="65412"/>
                </a:lnTo>
                <a:lnTo>
                  <a:pt x="13488" y="66034"/>
                </a:lnTo>
              </a:path>
            </a:pathLst>
          </a:custGeom>
          <a:ln w="1919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7040876" y="1500540"/>
            <a:ext cx="13805" cy="188250"/>
          </a:xfrm>
          <a:custGeom>
            <a:avLst/>
            <a:gdLst/>
            <a:ahLst/>
            <a:cxnLst/>
            <a:rect l="l" t="t" r="r" b="b"/>
            <a:pathLst>
              <a:path w="13805" h="188250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317" y="1952"/>
                </a:lnTo>
                <a:lnTo>
                  <a:pt x="317" y="2573"/>
                </a:lnTo>
                <a:lnTo>
                  <a:pt x="317" y="3195"/>
                </a:lnTo>
                <a:lnTo>
                  <a:pt x="317" y="3816"/>
                </a:lnTo>
                <a:lnTo>
                  <a:pt x="317" y="4704"/>
                </a:lnTo>
                <a:lnTo>
                  <a:pt x="793" y="5147"/>
                </a:lnTo>
                <a:lnTo>
                  <a:pt x="793" y="6035"/>
                </a:lnTo>
                <a:lnTo>
                  <a:pt x="793" y="6656"/>
                </a:lnTo>
                <a:lnTo>
                  <a:pt x="793" y="7277"/>
                </a:lnTo>
                <a:lnTo>
                  <a:pt x="793" y="7899"/>
                </a:lnTo>
                <a:lnTo>
                  <a:pt x="1110" y="8609"/>
                </a:lnTo>
                <a:lnTo>
                  <a:pt x="1110" y="9408"/>
                </a:lnTo>
                <a:lnTo>
                  <a:pt x="1110" y="10118"/>
                </a:lnTo>
                <a:lnTo>
                  <a:pt x="1110" y="10916"/>
                </a:lnTo>
                <a:lnTo>
                  <a:pt x="1586" y="11360"/>
                </a:lnTo>
                <a:lnTo>
                  <a:pt x="1586" y="11982"/>
                </a:lnTo>
                <a:lnTo>
                  <a:pt x="1586" y="12869"/>
                </a:lnTo>
                <a:lnTo>
                  <a:pt x="1586" y="13490"/>
                </a:lnTo>
                <a:lnTo>
                  <a:pt x="1586" y="14378"/>
                </a:lnTo>
                <a:lnTo>
                  <a:pt x="1904" y="14999"/>
                </a:lnTo>
                <a:lnTo>
                  <a:pt x="1904" y="15620"/>
                </a:lnTo>
                <a:lnTo>
                  <a:pt x="1904" y="16508"/>
                </a:lnTo>
                <a:lnTo>
                  <a:pt x="1904" y="17129"/>
                </a:lnTo>
                <a:lnTo>
                  <a:pt x="1904" y="18017"/>
                </a:lnTo>
                <a:lnTo>
                  <a:pt x="1904" y="18638"/>
                </a:lnTo>
                <a:lnTo>
                  <a:pt x="1904" y="19259"/>
                </a:lnTo>
                <a:lnTo>
                  <a:pt x="1904" y="20147"/>
                </a:lnTo>
                <a:lnTo>
                  <a:pt x="1904" y="20768"/>
                </a:lnTo>
                <a:lnTo>
                  <a:pt x="1904" y="21478"/>
                </a:lnTo>
                <a:lnTo>
                  <a:pt x="2221" y="22277"/>
                </a:lnTo>
                <a:lnTo>
                  <a:pt x="2221" y="22898"/>
                </a:lnTo>
                <a:lnTo>
                  <a:pt x="2221" y="23786"/>
                </a:lnTo>
                <a:lnTo>
                  <a:pt x="2221" y="24674"/>
                </a:lnTo>
                <a:lnTo>
                  <a:pt x="2697" y="25295"/>
                </a:lnTo>
                <a:lnTo>
                  <a:pt x="2697" y="26182"/>
                </a:lnTo>
                <a:lnTo>
                  <a:pt x="2697" y="26804"/>
                </a:lnTo>
                <a:lnTo>
                  <a:pt x="2697" y="27691"/>
                </a:lnTo>
                <a:lnTo>
                  <a:pt x="2697" y="28490"/>
                </a:lnTo>
                <a:lnTo>
                  <a:pt x="3015" y="29200"/>
                </a:lnTo>
                <a:lnTo>
                  <a:pt x="3015" y="29821"/>
                </a:lnTo>
                <a:lnTo>
                  <a:pt x="3015" y="30886"/>
                </a:lnTo>
                <a:lnTo>
                  <a:pt x="3015" y="31508"/>
                </a:lnTo>
                <a:lnTo>
                  <a:pt x="3015" y="32129"/>
                </a:lnTo>
                <a:lnTo>
                  <a:pt x="3491" y="33194"/>
                </a:lnTo>
                <a:lnTo>
                  <a:pt x="3491" y="33904"/>
                </a:lnTo>
                <a:lnTo>
                  <a:pt x="3491" y="34525"/>
                </a:lnTo>
                <a:lnTo>
                  <a:pt x="3491" y="35591"/>
                </a:lnTo>
                <a:lnTo>
                  <a:pt x="3491" y="36212"/>
                </a:lnTo>
                <a:lnTo>
                  <a:pt x="3808" y="37099"/>
                </a:lnTo>
                <a:lnTo>
                  <a:pt x="3808" y="37987"/>
                </a:lnTo>
                <a:lnTo>
                  <a:pt x="3808" y="38786"/>
                </a:lnTo>
                <a:lnTo>
                  <a:pt x="3808" y="39407"/>
                </a:lnTo>
                <a:lnTo>
                  <a:pt x="4284" y="40295"/>
                </a:lnTo>
                <a:lnTo>
                  <a:pt x="4284" y="41182"/>
                </a:lnTo>
                <a:lnTo>
                  <a:pt x="4284" y="41981"/>
                </a:lnTo>
                <a:lnTo>
                  <a:pt x="4284" y="42691"/>
                </a:lnTo>
                <a:lnTo>
                  <a:pt x="4284" y="43756"/>
                </a:lnTo>
                <a:lnTo>
                  <a:pt x="4284" y="44377"/>
                </a:lnTo>
                <a:lnTo>
                  <a:pt x="4284" y="45265"/>
                </a:lnTo>
                <a:lnTo>
                  <a:pt x="4284" y="46064"/>
                </a:lnTo>
                <a:lnTo>
                  <a:pt x="4284" y="46951"/>
                </a:lnTo>
                <a:lnTo>
                  <a:pt x="4284" y="47839"/>
                </a:lnTo>
                <a:lnTo>
                  <a:pt x="4601" y="48638"/>
                </a:lnTo>
                <a:lnTo>
                  <a:pt x="4601" y="49525"/>
                </a:lnTo>
                <a:lnTo>
                  <a:pt x="4601" y="50413"/>
                </a:lnTo>
                <a:lnTo>
                  <a:pt x="4601" y="51211"/>
                </a:lnTo>
                <a:lnTo>
                  <a:pt x="4601" y="52099"/>
                </a:lnTo>
                <a:lnTo>
                  <a:pt x="4919" y="52987"/>
                </a:lnTo>
                <a:lnTo>
                  <a:pt x="4919" y="53785"/>
                </a:lnTo>
                <a:lnTo>
                  <a:pt x="4919" y="54673"/>
                </a:lnTo>
                <a:lnTo>
                  <a:pt x="4919" y="55561"/>
                </a:lnTo>
                <a:lnTo>
                  <a:pt x="5395" y="56359"/>
                </a:lnTo>
                <a:lnTo>
                  <a:pt x="5395" y="57247"/>
                </a:lnTo>
                <a:lnTo>
                  <a:pt x="5395" y="58134"/>
                </a:lnTo>
                <a:lnTo>
                  <a:pt x="5395" y="59200"/>
                </a:lnTo>
                <a:lnTo>
                  <a:pt x="5395" y="59998"/>
                </a:lnTo>
                <a:lnTo>
                  <a:pt x="5712" y="60708"/>
                </a:lnTo>
                <a:lnTo>
                  <a:pt x="5712" y="61507"/>
                </a:lnTo>
                <a:lnTo>
                  <a:pt x="5712" y="62572"/>
                </a:lnTo>
                <a:lnTo>
                  <a:pt x="5712" y="63460"/>
                </a:lnTo>
                <a:lnTo>
                  <a:pt x="5712" y="64347"/>
                </a:lnTo>
                <a:lnTo>
                  <a:pt x="6188" y="65146"/>
                </a:lnTo>
                <a:lnTo>
                  <a:pt x="6188" y="66211"/>
                </a:lnTo>
                <a:lnTo>
                  <a:pt x="6188" y="67099"/>
                </a:lnTo>
                <a:lnTo>
                  <a:pt x="6188" y="67986"/>
                </a:lnTo>
                <a:lnTo>
                  <a:pt x="6188" y="68785"/>
                </a:lnTo>
                <a:lnTo>
                  <a:pt x="6188" y="69939"/>
                </a:lnTo>
                <a:lnTo>
                  <a:pt x="6188" y="70738"/>
                </a:lnTo>
                <a:lnTo>
                  <a:pt x="6188" y="71625"/>
                </a:lnTo>
                <a:lnTo>
                  <a:pt x="6188" y="72690"/>
                </a:lnTo>
                <a:lnTo>
                  <a:pt x="6506" y="73578"/>
                </a:lnTo>
                <a:lnTo>
                  <a:pt x="6506" y="74643"/>
                </a:lnTo>
                <a:lnTo>
                  <a:pt x="6506" y="75442"/>
                </a:lnTo>
                <a:lnTo>
                  <a:pt x="6506" y="76329"/>
                </a:lnTo>
                <a:lnTo>
                  <a:pt x="6506" y="77217"/>
                </a:lnTo>
                <a:lnTo>
                  <a:pt x="6823" y="78282"/>
                </a:lnTo>
                <a:lnTo>
                  <a:pt x="6823" y="79347"/>
                </a:lnTo>
                <a:lnTo>
                  <a:pt x="6823" y="80235"/>
                </a:lnTo>
                <a:lnTo>
                  <a:pt x="6823" y="81033"/>
                </a:lnTo>
                <a:lnTo>
                  <a:pt x="6823" y="82098"/>
                </a:lnTo>
                <a:lnTo>
                  <a:pt x="7299" y="82986"/>
                </a:lnTo>
                <a:lnTo>
                  <a:pt x="7299" y="84051"/>
                </a:lnTo>
                <a:lnTo>
                  <a:pt x="7299" y="84939"/>
                </a:lnTo>
                <a:lnTo>
                  <a:pt x="7299" y="86004"/>
                </a:lnTo>
                <a:lnTo>
                  <a:pt x="7299" y="86803"/>
                </a:lnTo>
                <a:lnTo>
                  <a:pt x="7616" y="87690"/>
                </a:lnTo>
                <a:lnTo>
                  <a:pt x="7616" y="88755"/>
                </a:lnTo>
                <a:lnTo>
                  <a:pt x="7616" y="89820"/>
                </a:lnTo>
                <a:lnTo>
                  <a:pt x="7616" y="90885"/>
                </a:lnTo>
                <a:lnTo>
                  <a:pt x="8093" y="91773"/>
                </a:lnTo>
                <a:lnTo>
                  <a:pt x="8093" y="92838"/>
                </a:lnTo>
                <a:lnTo>
                  <a:pt x="8093" y="93725"/>
                </a:lnTo>
                <a:lnTo>
                  <a:pt x="8093" y="94791"/>
                </a:lnTo>
                <a:lnTo>
                  <a:pt x="8093" y="95856"/>
                </a:lnTo>
                <a:lnTo>
                  <a:pt x="8410" y="96743"/>
                </a:lnTo>
                <a:lnTo>
                  <a:pt x="8410" y="97808"/>
                </a:lnTo>
                <a:lnTo>
                  <a:pt x="8410" y="98873"/>
                </a:lnTo>
                <a:lnTo>
                  <a:pt x="8410" y="99672"/>
                </a:lnTo>
                <a:lnTo>
                  <a:pt x="8410" y="100737"/>
                </a:lnTo>
                <a:lnTo>
                  <a:pt x="8410" y="101891"/>
                </a:lnTo>
                <a:lnTo>
                  <a:pt x="8410" y="102956"/>
                </a:lnTo>
                <a:lnTo>
                  <a:pt x="8410" y="103755"/>
                </a:lnTo>
                <a:lnTo>
                  <a:pt x="8410" y="104820"/>
                </a:lnTo>
                <a:lnTo>
                  <a:pt x="8410" y="105885"/>
                </a:lnTo>
                <a:lnTo>
                  <a:pt x="8886" y="106773"/>
                </a:lnTo>
                <a:lnTo>
                  <a:pt x="8886" y="107838"/>
                </a:lnTo>
                <a:lnTo>
                  <a:pt x="8886" y="108903"/>
                </a:lnTo>
                <a:lnTo>
                  <a:pt x="8886" y="109968"/>
                </a:lnTo>
                <a:lnTo>
                  <a:pt x="9203" y="111033"/>
                </a:lnTo>
                <a:lnTo>
                  <a:pt x="9203" y="112098"/>
                </a:lnTo>
                <a:lnTo>
                  <a:pt x="9203" y="113252"/>
                </a:lnTo>
                <a:lnTo>
                  <a:pt x="9203" y="114317"/>
                </a:lnTo>
                <a:lnTo>
                  <a:pt x="9203" y="115116"/>
                </a:lnTo>
                <a:lnTo>
                  <a:pt x="9521" y="116181"/>
                </a:lnTo>
                <a:lnTo>
                  <a:pt x="9521" y="117246"/>
                </a:lnTo>
                <a:lnTo>
                  <a:pt x="9521" y="118400"/>
                </a:lnTo>
                <a:lnTo>
                  <a:pt x="9521" y="119465"/>
                </a:lnTo>
                <a:lnTo>
                  <a:pt x="9521" y="120707"/>
                </a:lnTo>
                <a:lnTo>
                  <a:pt x="9997" y="121595"/>
                </a:lnTo>
                <a:lnTo>
                  <a:pt x="9997" y="122660"/>
                </a:lnTo>
                <a:lnTo>
                  <a:pt x="9997" y="123725"/>
                </a:lnTo>
                <a:lnTo>
                  <a:pt x="9997" y="124790"/>
                </a:lnTo>
                <a:lnTo>
                  <a:pt x="9997" y="125855"/>
                </a:lnTo>
                <a:lnTo>
                  <a:pt x="10314" y="126920"/>
                </a:lnTo>
                <a:lnTo>
                  <a:pt x="10314" y="127985"/>
                </a:lnTo>
                <a:lnTo>
                  <a:pt x="10314" y="129050"/>
                </a:lnTo>
                <a:lnTo>
                  <a:pt x="10314" y="130115"/>
                </a:lnTo>
                <a:lnTo>
                  <a:pt x="10314" y="131180"/>
                </a:lnTo>
                <a:lnTo>
                  <a:pt x="10314" y="132512"/>
                </a:lnTo>
                <a:lnTo>
                  <a:pt x="10314" y="133577"/>
                </a:lnTo>
                <a:lnTo>
                  <a:pt x="10314" y="134642"/>
                </a:lnTo>
                <a:lnTo>
                  <a:pt x="10314" y="135707"/>
                </a:lnTo>
                <a:lnTo>
                  <a:pt x="10790" y="136772"/>
                </a:lnTo>
                <a:lnTo>
                  <a:pt x="10790" y="138103"/>
                </a:lnTo>
                <a:lnTo>
                  <a:pt x="10790" y="139168"/>
                </a:lnTo>
                <a:lnTo>
                  <a:pt x="10790" y="140233"/>
                </a:lnTo>
                <a:lnTo>
                  <a:pt x="10790" y="141298"/>
                </a:lnTo>
                <a:lnTo>
                  <a:pt x="11108" y="142364"/>
                </a:lnTo>
                <a:lnTo>
                  <a:pt x="11108" y="143429"/>
                </a:lnTo>
                <a:lnTo>
                  <a:pt x="11108" y="144760"/>
                </a:lnTo>
                <a:lnTo>
                  <a:pt x="11108" y="145825"/>
                </a:lnTo>
                <a:lnTo>
                  <a:pt x="11108" y="146890"/>
                </a:lnTo>
                <a:lnTo>
                  <a:pt x="11425" y="147955"/>
                </a:lnTo>
                <a:lnTo>
                  <a:pt x="11425" y="149198"/>
                </a:lnTo>
                <a:lnTo>
                  <a:pt x="11425" y="150352"/>
                </a:lnTo>
                <a:lnTo>
                  <a:pt x="11425" y="151417"/>
                </a:lnTo>
                <a:lnTo>
                  <a:pt x="11425" y="152659"/>
                </a:lnTo>
                <a:lnTo>
                  <a:pt x="11901" y="153724"/>
                </a:lnTo>
                <a:lnTo>
                  <a:pt x="11901" y="154789"/>
                </a:lnTo>
                <a:lnTo>
                  <a:pt x="11901" y="156121"/>
                </a:lnTo>
                <a:lnTo>
                  <a:pt x="11901" y="157186"/>
                </a:lnTo>
                <a:lnTo>
                  <a:pt x="12218" y="158428"/>
                </a:lnTo>
                <a:lnTo>
                  <a:pt x="12218" y="159493"/>
                </a:lnTo>
                <a:lnTo>
                  <a:pt x="12218" y="160825"/>
                </a:lnTo>
                <a:lnTo>
                  <a:pt x="12218" y="161890"/>
                </a:lnTo>
                <a:lnTo>
                  <a:pt x="12218" y="163132"/>
                </a:lnTo>
                <a:lnTo>
                  <a:pt x="12694" y="164286"/>
                </a:lnTo>
                <a:lnTo>
                  <a:pt x="12694" y="165529"/>
                </a:lnTo>
                <a:lnTo>
                  <a:pt x="12694" y="166594"/>
                </a:lnTo>
                <a:lnTo>
                  <a:pt x="12694" y="167925"/>
                </a:lnTo>
                <a:lnTo>
                  <a:pt x="12694" y="169168"/>
                </a:lnTo>
                <a:lnTo>
                  <a:pt x="12694" y="170233"/>
                </a:lnTo>
                <a:lnTo>
                  <a:pt x="12694" y="171564"/>
                </a:lnTo>
                <a:lnTo>
                  <a:pt x="12694" y="172629"/>
                </a:lnTo>
                <a:lnTo>
                  <a:pt x="12694" y="173872"/>
                </a:lnTo>
                <a:lnTo>
                  <a:pt x="12694" y="174937"/>
                </a:lnTo>
                <a:lnTo>
                  <a:pt x="13012" y="176268"/>
                </a:lnTo>
                <a:lnTo>
                  <a:pt x="13012" y="177333"/>
                </a:lnTo>
                <a:lnTo>
                  <a:pt x="13012" y="178576"/>
                </a:lnTo>
                <a:lnTo>
                  <a:pt x="13012" y="179641"/>
                </a:lnTo>
                <a:lnTo>
                  <a:pt x="13488" y="180972"/>
                </a:lnTo>
                <a:lnTo>
                  <a:pt x="13488" y="182037"/>
                </a:lnTo>
                <a:lnTo>
                  <a:pt x="13488" y="183369"/>
                </a:lnTo>
                <a:lnTo>
                  <a:pt x="13488" y="184611"/>
                </a:lnTo>
                <a:lnTo>
                  <a:pt x="13488" y="185943"/>
                </a:lnTo>
                <a:lnTo>
                  <a:pt x="13805" y="187008"/>
                </a:lnTo>
                <a:lnTo>
                  <a:pt x="13805" y="188250"/>
                </a:lnTo>
              </a:path>
            </a:pathLst>
          </a:custGeom>
          <a:ln w="1949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7054682" y="1688790"/>
            <a:ext cx="13329" cy="293781"/>
          </a:xfrm>
          <a:custGeom>
            <a:avLst/>
            <a:gdLst/>
            <a:ahLst/>
            <a:cxnLst/>
            <a:rect l="l" t="t" r="r" b="b"/>
            <a:pathLst>
              <a:path w="13329" h="293781">
                <a:moveTo>
                  <a:pt x="0" y="0"/>
                </a:moveTo>
                <a:lnTo>
                  <a:pt x="0" y="1331"/>
                </a:lnTo>
                <a:lnTo>
                  <a:pt x="0" y="2573"/>
                </a:lnTo>
                <a:lnTo>
                  <a:pt x="0" y="3638"/>
                </a:lnTo>
                <a:lnTo>
                  <a:pt x="317" y="4970"/>
                </a:lnTo>
                <a:lnTo>
                  <a:pt x="317" y="6212"/>
                </a:lnTo>
                <a:lnTo>
                  <a:pt x="317" y="7544"/>
                </a:lnTo>
                <a:lnTo>
                  <a:pt x="317" y="8786"/>
                </a:lnTo>
                <a:lnTo>
                  <a:pt x="317" y="10118"/>
                </a:lnTo>
                <a:lnTo>
                  <a:pt x="793" y="11360"/>
                </a:lnTo>
                <a:lnTo>
                  <a:pt x="793" y="12692"/>
                </a:lnTo>
                <a:lnTo>
                  <a:pt x="793" y="13934"/>
                </a:lnTo>
                <a:lnTo>
                  <a:pt x="793" y="14999"/>
                </a:lnTo>
                <a:lnTo>
                  <a:pt x="793" y="16331"/>
                </a:lnTo>
                <a:lnTo>
                  <a:pt x="793" y="17396"/>
                </a:lnTo>
                <a:lnTo>
                  <a:pt x="793" y="18638"/>
                </a:lnTo>
                <a:lnTo>
                  <a:pt x="793" y="19970"/>
                </a:lnTo>
                <a:lnTo>
                  <a:pt x="793" y="21212"/>
                </a:lnTo>
                <a:lnTo>
                  <a:pt x="1110" y="22543"/>
                </a:lnTo>
                <a:lnTo>
                  <a:pt x="1110" y="23786"/>
                </a:lnTo>
                <a:lnTo>
                  <a:pt x="1110" y="25295"/>
                </a:lnTo>
                <a:lnTo>
                  <a:pt x="1110" y="26626"/>
                </a:lnTo>
                <a:lnTo>
                  <a:pt x="1110" y="27869"/>
                </a:lnTo>
                <a:lnTo>
                  <a:pt x="1586" y="29200"/>
                </a:lnTo>
                <a:lnTo>
                  <a:pt x="1586" y="30443"/>
                </a:lnTo>
                <a:lnTo>
                  <a:pt x="1586" y="31508"/>
                </a:lnTo>
                <a:lnTo>
                  <a:pt x="1586" y="32839"/>
                </a:lnTo>
                <a:lnTo>
                  <a:pt x="1586" y="34082"/>
                </a:lnTo>
                <a:lnTo>
                  <a:pt x="1904" y="35591"/>
                </a:lnTo>
                <a:lnTo>
                  <a:pt x="1904" y="36922"/>
                </a:lnTo>
                <a:lnTo>
                  <a:pt x="1904" y="38164"/>
                </a:lnTo>
                <a:lnTo>
                  <a:pt x="1904" y="39496"/>
                </a:lnTo>
                <a:lnTo>
                  <a:pt x="2221" y="40738"/>
                </a:lnTo>
                <a:lnTo>
                  <a:pt x="2221" y="42247"/>
                </a:lnTo>
                <a:lnTo>
                  <a:pt x="2221" y="43312"/>
                </a:lnTo>
                <a:lnTo>
                  <a:pt x="2221" y="44644"/>
                </a:lnTo>
                <a:lnTo>
                  <a:pt x="2221" y="45886"/>
                </a:lnTo>
                <a:lnTo>
                  <a:pt x="2697" y="47395"/>
                </a:lnTo>
                <a:lnTo>
                  <a:pt x="2697" y="48726"/>
                </a:lnTo>
                <a:lnTo>
                  <a:pt x="2697" y="49969"/>
                </a:lnTo>
                <a:lnTo>
                  <a:pt x="2697" y="51478"/>
                </a:lnTo>
                <a:lnTo>
                  <a:pt x="2697" y="52720"/>
                </a:lnTo>
                <a:lnTo>
                  <a:pt x="3015" y="54052"/>
                </a:lnTo>
                <a:lnTo>
                  <a:pt x="3015" y="55294"/>
                </a:lnTo>
                <a:lnTo>
                  <a:pt x="3015" y="56626"/>
                </a:lnTo>
                <a:lnTo>
                  <a:pt x="3015" y="58134"/>
                </a:lnTo>
                <a:lnTo>
                  <a:pt x="3015" y="59377"/>
                </a:lnTo>
                <a:lnTo>
                  <a:pt x="3015" y="60886"/>
                </a:lnTo>
                <a:lnTo>
                  <a:pt x="3015" y="62217"/>
                </a:lnTo>
                <a:lnTo>
                  <a:pt x="3015" y="63460"/>
                </a:lnTo>
                <a:lnTo>
                  <a:pt x="3015" y="64791"/>
                </a:lnTo>
                <a:lnTo>
                  <a:pt x="3491" y="66300"/>
                </a:lnTo>
                <a:lnTo>
                  <a:pt x="3491" y="67543"/>
                </a:lnTo>
                <a:lnTo>
                  <a:pt x="3491" y="69051"/>
                </a:lnTo>
                <a:lnTo>
                  <a:pt x="3491" y="70383"/>
                </a:lnTo>
                <a:lnTo>
                  <a:pt x="3491" y="71803"/>
                </a:lnTo>
                <a:lnTo>
                  <a:pt x="3808" y="72957"/>
                </a:lnTo>
                <a:lnTo>
                  <a:pt x="3808" y="74377"/>
                </a:lnTo>
                <a:lnTo>
                  <a:pt x="3808" y="75708"/>
                </a:lnTo>
                <a:lnTo>
                  <a:pt x="3808" y="77217"/>
                </a:lnTo>
                <a:lnTo>
                  <a:pt x="3808" y="78726"/>
                </a:lnTo>
                <a:lnTo>
                  <a:pt x="4125" y="79968"/>
                </a:lnTo>
                <a:lnTo>
                  <a:pt x="4125" y="81300"/>
                </a:lnTo>
                <a:lnTo>
                  <a:pt x="4125" y="82808"/>
                </a:lnTo>
                <a:lnTo>
                  <a:pt x="4125" y="84051"/>
                </a:lnTo>
                <a:lnTo>
                  <a:pt x="4125" y="85560"/>
                </a:lnTo>
                <a:lnTo>
                  <a:pt x="4601" y="87069"/>
                </a:lnTo>
                <a:lnTo>
                  <a:pt x="4601" y="88311"/>
                </a:lnTo>
                <a:lnTo>
                  <a:pt x="4601" y="89643"/>
                </a:lnTo>
                <a:lnTo>
                  <a:pt x="4601" y="91152"/>
                </a:lnTo>
                <a:lnTo>
                  <a:pt x="4919" y="92660"/>
                </a:lnTo>
                <a:lnTo>
                  <a:pt x="4919" y="93903"/>
                </a:lnTo>
                <a:lnTo>
                  <a:pt x="4919" y="95412"/>
                </a:lnTo>
                <a:lnTo>
                  <a:pt x="4919" y="96743"/>
                </a:lnTo>
                <a:lnTo>
                  <a:pt x="4919" y="98252"/>
                </a:lnTo>
                <a:lnTo>
                  <a:pt x="4919" y="99761"/>
                </a:lnTo>
                <a:lnTo>
                  <a:pt x="4919" y="101181"/>
                </a:lnTo>
                <a:lnTo>
                  <a:pt x="4919" y="102512"/>
                </a:lnTo>
                <a:lnTo>
                  <a:pt x="4919" y="103755"/>
                </a:lnTo>
                <a:lnTo>
                  <a:pt x="4919" y="105264"/>
                </a:lnTo>
                <a:lnTo>
                  <a:pt x="5395" y="106773"/>
                </a:lnTo>
                <a:lnTo>
                  <a:pt x="5395" y="108281"/>
                </a:lnTo>
                <a:lnTo>
                  <a:pt x="5395" y="109613"/>
                </a:lnTo>
                <a:lnTo>
                  <a:pt x="5395" y="111122"/>
                </a:lnTo>
                <a:lnTo>
                  <a:pt x="5395" y="112542"/>
                </a:lnTo>
                <a:lnTo>
                  <a:pt x="5712" y="114050"/>
                </a:lnTo>
                <a:lnTo>
                  <a:pt x="5712" y="115382"/>
                </a:lnTo>
                <a:lnTo>
                  <a:pt x="5712" y="116891"/>
                </a:lnTo>
                <a:lnTo>
                  <a:pt x="5712" y="118400"/>
                </a:lnTo>
                <a:lnTo>
                  <a:pt x="6188" y="119908"/>
                </a:lnTo>
                <a:lnTo>
                  <a:pt x="6188" y="121417"/>
                </a:lnTo>
                <a:lnTo>
                  <a:pt x="6188" y="122660"/>
                </a:lnTo>
                <a:lnTo>
                  <a:pt x="6188" y="124169"/>
                </a:lnTo>
                <a:lnTo>
                  <a:pt x="6188" y="125677"/>
                </a:lnTo>
                <a:lnTo>
                  <a:pt x="6506" y="127186"/>
                </a:lnTo>
                <a:lnTo>
                  <a:pt x="6506" y="128429"/>
                </a:lnTo>
                <a:lnTo>
                  <a:pt x="6506" y="129938"/>
                </a:lnTo>
                <a:lnTo>
                  <a:pt x="6506" y="131447"/>
                </a:lnTo>
                <a:lnTo>
                  <a:pt x="6506" y="132955"/>
                </a:lnTo>
                <a:lnTo>
                  <a:pt x="6823" y="134464"/>
                </a:lnTo>
                <a:lnTo>
                  <a:pt x="6823" y="135973"/>
                </a:lnTo>
                <a:lnTo>
                  <a:pt x="6823" y="137482"/>
                </a:lnTo>
                <a:lnTo>
                  <a:pt x="6823" y="138991"/>
                </a:lnTo>
                <a:lnTo>
                  <a:pt x="6823" y="140233"/>
                </a:lnTo>
                <a:lnTo>
                  <a:pt x="7299" y="141920"/>
                </a:lnTo>
                <a:lnTo>
                  <a:pt x="7299" y="143429"/>
                </a:lnTo>
                <a:lnTo>
                  <a:pt x="7299" y="144937"/>
                </a:lnTo>
                <a:lnTo>
                  <a:pt x="7299" y="146269"/>
                </a:lnTo>
                <a:lnTo>
                  <a:pt x="7299" y="147955"/>
                </a:lnTo>
                <a:lnTo>
                  <a:pt x="7299" y="149464"/>
                </a:lnTo>
                <a:lnTo>
                  <a:pt x="7299" y="150707"/>
                </a:lnTo>
                <a:lnTo>
                  <a:pt x="7299" y="152215"/>
                </a:lnTo>
                <a:lnTo>
                  <a:pt x="7299" y="153991"/>
                </a:lnTo>
                <a:lnTo>
                  <a:pt x="7616" y="155499"/>
                </a:lnTo>
                <a:lnTo>
                  <a:pt x="7616" y="156742"/>
                </a:lnTo>
                <a:lnTo>
                  <a:pt x="7616" y="158428"/>
                </a:lnTo>
                <a:lnTo>
                  <a:pt x="7616" y="159937"/>
                </a:lnTo>
                <a:lnTo>
                  <a:pt x="7616" y="161446"/>
                </a:lnTo>
                <a:lnTo>
                  <a:pt x="8093" y="162955"/>
                </a:lnTo>
                <a:lnTo>
                  <a:pt x="8093" y="164464"/>
                </a:lnTo>
                <a:lnTo>
                  <a:pt x="8093" y="166150"/>
                </a:lnTo>
                <a:lnTo>
                  <a:pt x="8093" y="167481"/>
                </a:lnTo>
                <a:lnTo>
                  <a:pt x="8093" y="169168"/>
                </a:lnTo>
                <a:lnTo>
                  <a:pt x="8410" y="170677"/>
                </a:lnTo>
                <a:lnTo>
                  <a:pt x="8410" y="172185"/>
                </a:lnTo>
                <a:lnTo>
                  <a:pt x="8410" y="173694"/>
                </a:lnTo>
                <a:lnTo>
                  <a:pt x="8410" y="175381"/>
                </a:lnTo>
                <a:lnTo>
                  <a:pt x="8727" y="176889"/>
                </a:lnTo>
                <a:lnTo>
                  <a:pt x="8727" y="178398"/>
                </a:lnTo>
                <a:lnTo>
                  <a:pt x="8727" y="179907"/>
                </a:lnTo>
                <a:lnTo>
                  <a:pt x="8727" y="181594"/>
                </a:lnTo>
                <a:lnTo>
                  <a:pt x="8727" y="182925"/>
                </a:lnTo>
                <a:lnTo>
                  <a:pt x="9203" y="184611"/>
                </a:lnTo>
                <a:lnTo>
                  <a:pt x="9203" y="186120"/>
                </a:lnTo>
                <a:lnTo>
                  <a:pt x="9203" y="187629"/>
                </a:lnTo>
                <a:lnTo>
                  <a:pt x="9203" y="189315"/>
                </a:lnTo>
                <a:lnTo>
                  <a:pt x="9203" y="190824"/>
                </a:lnTo>
                <a:lnTo>
                  <a:pt x="9203" y="192333"/>
                </a:lnTo>
                <a:lnTo>
                  <a:pt x="9203" y="193842"/>
                </a:lnTo>
                <a:lnTo>
                  <a:pt x="9203" y="195528"/>
                </a:lnTo>
                <a:lnTo>
                  <a:pt x="9203" y="197037"/>
                </a:lnTo>
                <a:lnTo>
                  <a:pt x="9203" y="198546"/>
                </a:lnTo>
                <a:lnTo>
                  <a:pt x="9521" y="200321"/>
                </a:lnTo>
                <a:lnTo>
                  <a:pt x="9521" y="201741"/>
                </a:lnTo>
                <a:lnTo>
                  <a:pt x="9521" y="203516"/>
                </a:lnTo>
                <a:lnTo>
                  <a:pt x="9521" y="205025"/>
                </a:lnTo>
                <a:lnTo>
                  <a:pt x="9997" y="206534"/>
                </a:lnTo>
                <a:lnTo>
                  <a:pt x="9997" y="208220"/>
                </a:lnTo>
                <a:lnTo>
                  <a:pt x="9997" y="209907"/>
                </a:lnTo>
                <a:lnTo>
                  <a:pt x="9997" y="211238"/>
                </a:lnTo>
                <a:lnTo>
                  <a:pt x="9997" y="212924"/>
                </a:lnTo>
                <a:lnTo>
                  <a:pt x="10314" y="214611"/>
                </a:lnTo>
                <a:lnTo>
                  <a:pt x="10314" y="216119"/>
                </a:lnTo>
                <a:lnTo>
                  <a:pt x="10314" y="217895"/>
                </a:lnTo>
                <a:lnTo>
                  <a:pt x="10314" y="219403"/>
                </a:lnTo>
                <a:lnTo>
                  <a:pt x="10314" y="220823"/>
                </a:lnTo>
                <a:lnTo>
                  <a:pt x="10790" y="222599"/>
                </a:lnTo>
                <a:lnTo>
                  <a:pt x="10790" y="224107"/>
                </a:lnTo>
                <a:lnTo>
                  <a:pt x="10790" y="225794"/>
                </a:lnTo>
                <a:lnTo>
                  <a:pt x="10790" y="227480"/>
                </a:lnTo>
                <a:lnTo>
                  <a:pt x="10790" y="228989"/>
                </a:lnTo>
                <a:lnTo>
                  <a:pt x="11108" y="230764"/>
                </a:lnTo>
                <a:lnTo>
                  <a:pt x="11108" y="232273"/>
                </a:lnTo>
                <a:lnTo>
                  <a:pt x="11108" y="233959"/>
                </a:lnTo>
                <a:lnTo>
                  <a:pt x="11108" y="235646"/>
                </a:lnTo>
                <a:lnTo>
                  <a:pt x="11108" y="236977"/>
                </a:lnTo>
                <a:lnTo>
                  <a:pt x="11108" y="238663"/>
                </a:lnTo>
                <a:lnTo>
                  <a:pt x="11108" y="240350"/>
                </a:lnTo>
                <a:lnTo>
                  <a:pt x="11108" y="241859"/>
                </a:lnTo>
                <a:lnTo>
                  <a:pt x="11108" y="243634"/>
                </a:lnTo>
                <a:lnTo>
                  <a:pt x="11425" y="245320"/>
                </a:lnTo>
                <a:lnTo>
                  <a:pt x="11425" y="247006"/>
                </a:lnTo>
                <a:lnTo>
                  <a:pt x="11425" y="248782"/>
                </a:lnTo>
                <a:lnTo>
                  <a:pt x="11425" y="250202"/>
                </a:lnTo>
                <a:lnTo>
                  <a:pt x="11425" y="251977"/>
                </a:lnTo>
                <a:lnTo>
                  <a:pt x="11901" y="253663"/>
                </a:lnTo>
                <a:lnTo>
                  <a:pt x="11901" y="255172"/>
                </a:lnTo>
                <a:lnTo>
                  <a:pt x="11901" y="256858"/>
                </a:lnTo>
                <a:lnTo>
                  <a:pt x="11901" y="258367"/>
                </a:lnTo>
                <a:lnTo>
                  <a:pt x="11901" y="260142"/>
                </a:lnTo>
                <a:lnTo>
                  <a:pt x="12218" y="261829"/>
                </a:lnTo>
                <a:lnTo>
                  <a:pt x="12218" y="263515"/>
                </a:lnTo>
                <a:lnTo>
                  <a:pt x="12218" y="265290"/>
                </a:lnTo>
                <a:lnTo>
                  <a:pt x="12218" y="266710"/>
                </a:lnTo>
                <a:lnTo>
                  <a:pt x="12694" y="268485"/>
                </a:lnTo>
                <a:lnTo>
                  <a:pt x="12694" y="270172"/>
                </a:lnTo>
                <a:lnTo>
                  <a:pt x="12694" y="271858"/>
                </a:lnTo>
                <a:lnTo>
                  <a:pt x="12694" y="273633"/>
                </a:lnTo>
                <a:lnTo>
                  <a:pt x="12694" y="275142"/>
                </a:lnTo>
                <a:lnTo>
                  <a:pt x="13012" y="276828"/>
                </a:lnTo>
                <a:lnTo>
                  <a:pt x="13012" y="278515"/>
                </a:lnTo>
                <a:lnTo>
                  <a:pt x="13012" y="280290"/>
                </a:lnTo>
                <a:lnTo>
                  <a:pt x="13012" y="281976"/>
                </a:lnTo>
                <a:lnTo>
                  <a:pt x="13012" y="283485"/>
                </a:lnTo>
                <a:lnTo>
                  <a:pt x="13329" y="285438"/>
                </a:lnTo>
                <a:lnTo>
                  <a:pt x="13329" y="286946"/>
                </a:lnTo>
                <a:lnTo>
                  <a:pt x="13329" y="288633"/>
                </a:lnTo>
                <a:lnTo>
                  <a:pt x="13329" y="290319"/>
                </a:lnTo>
                <a:lnTo>
                  <a:pt x="13329" y="292094"/>
                </a:lnTo>
                <a:lnTo>
                  <a:pt x="13329" y="293781"/>
                </a:lnTo>
              </a:path>
            </a:pathLst>
          </a:custGeom>
          <a:ln w="1952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7068012" y="1982571"/>
            <a:ext cx="13805" cy="372418"/>
          </a:xfrm>
          <a:custGeom>
            <a:avLst/>
            <a:gdLst/>
            <a:ahLst/>
            <a:cxnLst/>
            <a:rect l="l" t="t" r="r" b="b"/>
            <a:pathLst>
              <a:path w="13805" h="372418">
                <a:moveTo>
                  <a:pt x="0" y="0"/>
                </a:moveTo>
                <a:lnTo>
                  <a:pt x="0" y="1686"/>
                </a:lnTo>
                <a:lnTo>
                  <a:pt x="0" y="3461"/>
                </a:lnTo>
                <a:lnTo>
                  <a:pt x="0" y="5147"/>
                </a:lnTo>
                <a:lnTo>
                  <a:pt x="476" y="6834"/>
                </a:lnTo>
                <a:lnTo>
                  <a:pt x="476" y="8343"/>
                </a:lnTo>
                <a:lnTo>
                  <a:pt x="476" y="10295"/>
                </a:lnTo>
                <a:lnTo>
                  <a:pt x="476" y="11804"/>
                </a:lnTo>
                <a:lnTo>
                  <a:pt x="476" y="13757"/>
                </a:lnTo>
                <a:lnTo>
                  <a:pt x="793" y="15177"/>
                </a:lnTo>
                <a:lnTo>
                  <a:pt x="793" y="17129"/>
                </a:lnTo>
                <a:lnTo>
                  <a:pt x="793" y="18816"/>
                </a:lnTo>
                <a:lnTo>
                  <a:pt x="793" y="20591"/>
                </a:lnTo>
                <a:lnTo>
                  <a:pt x="793" y="22277"/>
                </a:lnTo>
                <a:lnTo>
                  <a:pt x="1269" y="23964"/>
                </a:lnTo>
                <a:lnTo>
                  <a:pt x="1269" y="25739"/>
                </a:lnTo>
                <a:lnTo>
                  <a:pt x="1269" y="27425"/>
                </a:lnTo>
                <a:lnTo>
                  <a:pt x="1269" y="29111"/>
                </a:lnTo>
                <a:lnTo>
                  <a:pt x="1269" y="30886"/>
                </a:lnTo>
                <a:lnTo>
                  <a:pt x="1586" y="32573"/>
                </a:lnTo>
                <a:lnTo>
                  <a:pt x="1586" y="34259"/>
                </a:lnTo>
                <a:lnTo>
                  <a:pt x="1586" y="36034"/>
                </a:lnTo>
                <a:lnTo>
                  <a:pt x="1586" y="37721"/>
                </a:lnTo>
                <a:lnTo>
                  <a:pt x="2062" y="39673"/>
                </a:lnTo>
                <a:lnTo>
                  <a:pt x="2062" y="41360"/>
                </a:lnTo>
                <a:lnTo>
                  <a:pt x="2062" y="43046"/>
                </a:lnTo>
                <a:lnTo>
                  <a:pt x="2062" y="44821"/>
                </a:lnTo>
                <a:lnTo>
                  <a:pt x="2062" y="46507"/>
                </a:lnTo>
                <a:lnTo>
                  <a:pt x="2062" y="48460"/>
                </a:lnTo>
                <a:lnTo>
                  <a:pt x="2062" y="50146"/>
                </a:lnTo>
                <a:lnTo>
                  <a:pt x="2062" y="51922"/>
                </a:lnTo>
                <a:lnTo>
                  <a:pt x="2062" y="53608"/>
                </a:lnTo>
                <a:lnTo>
                  <a:pt x="2062" y="55561"/>
                </a:lnTo>
                <a:lnTo>
                  <a:pt x="2380" y="57069"/>
                </a:lnTo>
                <a:lnTo>
                  <a:pt x="2380" y="58933"/>
                </a:lnTo>
                <a:lnTo>
                  <a:pt x="2380" y="60708"/>
                </a:lnTo>
                <a:lnTo>
                  <a:pt x="2380" y="62572"/>
                </a:lnTo>
                <a:lnTo>
                  <a:pt x="2380" y="64081"/>
                </a:lnTo>
                <a:lnTo>
                  <a:pt x="2697" y="66034"/>
                </a:lnTo>
                <a:lnTo>
                  <a:pt x="2697" y="67720"/>
                </a:lnTo>
                <a:lnTo>
                  <a:pt x="2697" y="69673"/>
                </a:lnTo>
                <a:lnTo>
                  <a:pt x="2697" y="71182"/>
                </a:lnTo>
                <a:lnTo>
                  <a:pt x="3173" y="73134"/>
                </a:lnTo>
                <a:lnTo>
                  <a:pt x="3173" y="74820"/>
                </a:lnTo>
                <a:lnTo>
                  <a:pt x="3173" y="76773"/>
                </a:lnTo>
                <a:lnTo>
                  <a:pt x="3173" y="78459"/>
                </a:lnTo>
                <a:lnTo>
                  <a:pt x="3173" y="80146"/>
                </a:lnTo>
                <a:lnTo>
                  <a:pt x="3491" y="81921"/>
                </a:lnTo>
                <a:lnTo>
                  <a:pt x="3491" y="83874"/>
                </a:lnTo>
                <a:lnTo>
                  <a:pt x="3491" y="85560"/>
                </a:lnTo>
                <a:lnTo>
                  <a:pt x="3491" y="87246"/>
                </a:lnTo>
                <a:lnTo>
                  <a:pt x="3491" y="89199"/>
                </a:lnTo>
                <a:lnTo>
                  <a:pt x="3967" y="90885"/>
                </a:lnTo>
                <a:lnTo>
                  <a:pt x="3967" y="92838"/>
                </a:lnTo>
                <a:lnTo>
                  <a:pt x="3967" y="94524"/>
                </a:lnTo>
                <a:lnTo>
                  <a:pt x="3967" y="96477"/>
                </a:lnTo>
                <a:lnTo>
                  <a:pt x="3967" y="98163"/>
                </a:lnTo>
                <a:lnTo>
                  <a:pt x="4284" y="99938"/>
                </a:lnTo>
                <a:lnTo>
                  <a:pt x="4284" y="101625"/>
                </a:lnTo>
                <a:lnTo>
                  <a:pt x="4284" y="103577"/>
                </a:lnTo>
                <a:lnTo>
                  <a:pt x="4284" y="105264"/>
                </a:lnTo>
                <a:lnTo>
                  <a:pt x="4284" y="107216"/>
                </a:lnTo>
                <a:lnTo>
                  <a:pt x="4284" y="108903"/>
                </a:lnTo>
                <a:lnTo>
                  <a:pt x="4284" y="110855"/>
                </a:lnTo>
                <a:lnTo>
                  <a:pt x="4284" y="112542"/>
                </a:lnTo>
                <a:lnTo>
                  <a:pt x="4284" y="114494"/>
                </a:lnTo>
                <a:lnTo>
                  <a:pt x="4601" y="116181"/>
                </a:lnTo>
                <a:lnTo>
                  <a:pt x="4601" y="118133"/>
                </a:lnTo>
                <a:lnTo>
                  <a:pt x="4601" y="120086"/>
                </a:lnTo>
                <a:lnTo>
                  <a:pt x="4601" y="121772"/>
                </a:lnTo>
                <a:lnTo>
                  <a:pt x="4601" y="123725"/>
                </a:lnTo>
                <a:lnTo>
                  <a:pt x="5077" y="125411"/>
                </a:lnTo>
                <a:lnTo>
                  <a:pt x="5077" y="127364"/>
                </a:lnTo>
                <a:lnTo>
                  <a:pt x="5077" y="129050"/>
                </a:lnTo>
                <a:lnTo>
                  <a:pt x="5077" y="131003"/>
                </a:lnTo>
                <a:lnTo>
                  <a:pt x="5077" y="132689"/>
                </a:lnTo>
                <a:lnTo>
                  <a:pt x="5395" y="134642"/>
                </a:lnTo>
                <a:lnTo>
                  <a:pt x="5395" y="136594"/>
                </a:lnTo>
                <a:lnTo>
                  <a:pt x="5395" y="138281"/>
                </a:lnTo>
                <a:lnTo>
                  <a:pt x="5395" y="140233"/>
                </a:lnTo>
                <a:lnTo>
                  <a:pt x="5871" y="141920"/>
                </a:lnTo>
                <a:lnTo>
                  <a:pt x="5871" y="143872"/>
                </a:lnTo>
                <a:lnTo>
                  <a:pt x="5871" y="145559"/>
                </a:lnTo>
                <a:lnTo>
                  <a:pt x="5871" y="147511"/>
                </a:lnTo>
                <a:lnTo>
                  <a:pt x="5871" y="149464"/>
                </a:lnTo>
                <a:lnTo>
                  <a:pt x="6188" y="151150"/>
                </a:lnTo>
                <a:lnTo>
                  <a:pt x="6188" y="153103"/>
                </a:lnTo>
                <a:lnTo>
                  <a:pt x="6188" y="155056"/>
                </a:lnTo>
                <a:lnTo>
                  <a:pt x="6188" y="156919"/>
                </a:lnTo>
                <a:lnTo>
                  <a:pt x="6188" y="158695"/>
                </a:lnTo>
                <a:lnTo>
                  <a:pt x="6188" y="160558"/>
                </a:lnTo>
                <a:lnTo>
                  <a:pt x="6188" y="162511"/>
                </a:lnTo>
                <a:lnTo>
                  <a:pt x="6188" y="164197"/>
                </a:lnTo>
                <a:lnTo>
                  <a:pt x="6188" y="166150"/>
                </a:lnTo>
                <a:lnTo>
                  <a:pt x="6188" y="167925"/>
                </a:lnTo>
                <a:lnTo>
                  <a:pt x="6506" y="170055"/>
                </a:lnTo>
                <a:lnTo>
                  <a:pt x="6506" y="171742"/>
                </a:lnTo>
                <a:lnTo>
                  <a:pt x="6506" y="173428"/>
                </a:lnTo>
                <a:lnTo>
                  <a:pt x="6506" y="175647"/>
                </a:lnTo>
                <a:lnTo>
                  <a:pt x="6982" y="177333"/>
                </a:lnTo>
                <a:lnTo>
                  <a:pt x="6982" y="179286"/>
                </a:lnTo>
                <a:lnTo>
                  <a:pt x="6982" y="181150"/>
                </a:lnTo>
                <a:lnTo>
                  <a:pt x="6982" y="182925"/>
                </a:lnTo>
                <a:lnTo>
                  <a:pt x="6982" y="185055"/>
                </a:lnTo>
                <a:lnTo>
                  <a:pt x="7299" y="186741"/>
                </a:lnTo>
                <a:lnTo>
                  <a:pt x="7299" y="188694"/>
                </a:lnTo>
                <a:lnTo>
                  <a:pt x="7299" y="190647"/>
                </a:lnTo>
                <a:lnTo>
                  <a:pt x="7299" y="192333"/>
                </a:lnTo>
                <a:lnTo>
                  <a:pt x="7299" y="194463"/>
                </a:lnTo>
                <a:lnTo>
                  <a:pt x="7775" y="196149"/>
                </a:lnTo>
                <a:lnTo>
                  <a:pt x="7775" y="198368"/>
                </a:lnTo>
                <a:lnTo>
                  <a:pt x="7775" y="200055"/>
                </a:lnTo>
                <a:lnTo>
                  <a:pt x="7775" y="202007"/>
                </a:lnTo>
                <a:lnTo>
                  <a:pt x="7775" y="203871"/>
                </a:lnTo>
                <a:lnTo>
                  <a:pt x="8093" y="205646"/>
                </a:lnTo>
                <a:lnTo>
                  <a:pt x="8093" y="207776"/>
                </a:lnTo>
                <a:lnTo>
                  <a:pt x="8093" y="209463"/>
                </a:lnTo>
                <a:lnTo>
                  <a:pt x="8093" y="211415"/>
                </a:lnTo>
                <a:lnTo>
                  <a:pt x="8569" y="213368"/>
                </a:lnTo>
                <a:lnTo>
                  <a:pt x="8569" y="215232"/>
                </a:lnTo>
                <a:lnTo>
                  <a:pt x="8569" y="217185"/>
                </a:lnTo>
                <a:lnTo>
                  <a:pt x="8569" y="219137"/>
                </a:lnTo>
                <a:lnTo>
                  <a:pt x="8569" y="220823"/>
                </a:lnTo>
                <a:lnTo>
                  <a:pt x="8569" y="222954"/>
                </a:lnTo>
                <a:lnTo>
                  <a:pt x="8569" y="224906"/>
                </a:lnTo>
                <a:lnTo>
                  <a:pt x="8569" y="226593"/>
                </a:lnTo>
                <a:lnTo>
                  <a:pt x="8569" y="228812"/>
                </a:lnTo>
                <a:lnTo>
                  <a:pt x="8569" y="230498"/>
                </a:lnTo>
                <a:lnTo>
                  <a:pt x="8886" y="232628"/>
                </a:lnTo>
                <a:lnTo>
                  <a:pt x="8886" y="234581"/>
                </a:lnTo>
                <a:lnTo>
                  <a:pt x="8886" y="236267"/>
                </a:lnTo>
                <a:lnTo>
                  <a:pt x="8886" y="238397"/>
                </a:lnTo>
                <a:lnTo>
                  <a:pt x="8886" y="240172"/>
                </a:lnTo>
                <a:lnTo>
                  <a:pt x="9203" y="242036"/>
                </a:lnTo>
                <a:lnTo>
                  <a:pt x="9203" y="244255"/>
                </a:lnTo>
                <a:lnTo>
                  <a:pt x="9203" y="245941"/>
                </a:lnTo>
                <a:lnTo>
                  <a:pt x="9203" y="247894"/>
                </a:lnTo>
                <a:lnTo>
                  <a:pt x="9679" y="250024"/>
                </a:lnTo>
                <a:lnTo>
                  <a:pt x="9679" y="251710"/>
                </a:lnTo>
                <a:lnTo>
                  <a:pt x="9679" y="253841"/>
                </a:lnTo>
                <a:lnTo>
                  <a:pt x="9679" y="255793"/>
                </a:lnTo>
                <a:lnTo>
                  <a:pt x="9679" y="257480"/>
                </a:lnTo>
                <a:lnTo>
                  <a:pt x="9997" y="259698"/>
                </a:lnTo>
                <a:lnTo>
                  <a:pt x="9997" y="261562"/>
                </a:lnTo>
                <a:lnTo>
                  <a:pt x="9997" y="263337"/>
                </a:lnTo>
                <a:lnTo>
                  <a:pt x="9997" y="265468"/>
                </a:lnTo>
                <a:lnTo>
                  <a:pt x="9997" y="267420"/>
                </a:lnTo>
                <a:lnTo>
                  <a:pt x="10473" y="269284"/>
                </a:lnTo>
                <a:lnTo>
                  <a:pt x="10473" y="271237"/>
                </a:lnTo>
                <a:lnTo>
                  <a:pt x="10473" y="273189"/>
                </a:lnTo>
                <a:lnTo>
                  <a:pt x="10473" y="275053"/>
                </a:lnTo>
                <a:lnTo>
                  <a:pt x="10473" y="277272"/>
                </a:lnTo>
                <a:lnTo>
                  <a:pt x="10473" y="279136"/>
                </a:lnTo>
                <a:lnTo>
                  <a:pt x="10473" y="280911"/>
                </a:lnTo>
                <a:lnTo>
                  <a:pt x="10473" y="283041"/>
                </a:lnTo>
                <a:lnTo>
                  <a:pt x="10473" y="284994"/>
                </a:lnTo>
                <a:lnTo>
                  <a:pt x="10790" y="286858"/>
                </a:lnTo>
                <a:lnTo>
                  <a:pt x="10790" y="289077"/>
                </a:lnTo>
                <a:lnTo>
                  <a:pt x="10790" y="290763"/>
                </a:lnTo>
                <a:lnTo>
                  <a:pt x="10790" y="292893"/>
                </a:lnTo>
                <a:lnTo>
                  <a:pt x="10790" y="294846"/>
                </a:lnTo>
                <a:lnTo>
                  <a:pt x="11108" y="296710"/>
                </a:lnTo>
                <a:lnTo>
                  <a:pt x="11108" y="298662"/>
                </a:lnTo>
                <a:lnTo>
                  <a:pt x="11108" y="300792"/>
                </a:lnTo>
                <a:lnTo>
                  <a:pt x="11108" y="302567"/>
                </a:lnTo>
                <a:lnTo>
                  <a:pt x="11108" y="304698"/>
                </a:lnTo>
                <a:lnTo>
                  <a:pt x="11584" y="306650"/>
                </a:lnTo>
                <a:lnTo>
                  <a:pt x="11584" y="308514"/>
                </a:lnTo>
                <a:lnTo>
                  <a:pt x="11584" y="310467"/>
                </a:lnTo>
                <a:lnTo>
                  <a:pt x="11584" y="312597"/>
                </a:lnTo>
                <a:lnTo>
                  <a:pt x="11584" y="314549"/>
                </a:lnTo>
                <a:lnTo>
                  <a:pt x="11901" y="316502"/>
                </a:lnTo>
                <a:lnTo>
                  <a:pt x="11901" y="318632"/>
                </a:lnTo>
                <a:lnTo>
                  <a:pt x="11901" y="320585"/>
                </a:lnTo>
                <a:lnTo>
                  <a:pt x="11901" y="322449"/>
                </a:lnTo>
                <a:lnTo>
                  <a:pt x="11901" y="324401"/>
                </a:lnTo>
                <a:lnTo>
                  <a:pt x="12377" y="326354"/>
                </a:lnTo>
                <a:lnTo>
                  <a:pt x="12377" y="328307"/>
                </a:lnTo>
                <a:lnTo>
                  <a:pt x="12377" y="330437"/>
                </a:lnTo>
                <a:lnTo>
                  <a:pt x="12377" y="332389"/>
                </a:lnTo>
                <a:lnTo>
                  <a:pt x="12694" y="334253"/>
                </a:lnTo>
                <a:lnTo>
                  <a:pt x="12694" y="336383"/>
                </a:lnTo>
                <a:lnTo>
                  <a:pt x="12694" y="338336"/>
                </a:lnTo>
                <a:lnTo>
                  <a:pt x="12694" y="340289"/>
                </a:lnTo>
                <a:lnTo>
                  <a:pt x="12694" y="342419"/>
                </a:lnTo>
                <a:lnTo>
                  <a:pt x="12694" y="344371"/>
                </a:lnTo>
                <a:lnTo>
                  <a:pt x="12694" y="346324"/>
                </a:lnTo>
                <a:lnTo>
                  <a:pt x="12694" y="348188"/>
                </a:lnTo>
                <a:lnTo>
                  <a:pt x="12694" y="350318"/>
                </a:lnTo>
                <a:lnTo>
                  <a:pt x="12694" y="352271"/>
                </a:lnTo>
                <a:lnTo>
                  <a:pt x="13170" y="354401"/>
                </a:lnTo>
                <a:lnTo>
                  <a:pt x="13170" y="356620"/>
                </a:lnTo>
                <a:lnTo>
                  <a:pt x="13170" y="358483"/>
                </a:lnTo>
                <a:lnTo>
                  <a:pt x="13170" y="360436"/>
                </a:lnTo>
                <a:lnTo>
                  <a:pt x="13170" y="362389"/>
                </a:lnTo>
                <a:lnTo>
                  <a:pt x="13488" y="364519"/>
                </a:lnTo>
                <a:lnTo>
                  <a:pt x="13488" y="366471"/>
                </a:lnTo>
                <a:lnTo>
                  <a:pt x="13488" y="368335"/>
                </a:lnTo>
                <a:lnTo>
                  <a:pt x="13488" y="370554"/>
                </a:lnTo>
                <a:lnTo>
                  <a:pt x="13805" y="372418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7081818" y="2354990"/>
            <a:ext cx="13488" cy="417950"/>
          </a:xfrm>
          <a:custGeom>
            <a:avLst/>
            <a:gdLst/>
            <a:ahLst/>
            <a:cxnLst/>
            <a:rect l="l" t="t" r="r" b="b"/>
            <a:pathLst>
              <a:path w="13488" h="417950">
                <a:moveTo>
                  <a:pt x="0" y="0"/>
                </a:moveTo>
                <a:lnTo>
                  <a:pt x="0" y="1952"/>
                </a:lnTo>
                <a:lnTo>
                  <a:pt x="0" y="4349"/>
                </a:lnTo>
                <a:lnTo>
                  <a:pt x="0" y="6212"/>
                </a:lnTo>
                <a:lnTo>
                  <a:pt x="0" y="8165"/>
                </a:lnTo>
                <a:lnTo>
                  <a:pt x="476" y="10118"/>
                </a:lnTo>
                <a:lnTo>
                  <a:pt x="476" y="12248"/>
                </a:lnTo>
                <a:lnTo>
                  <a:pt x="476" y="14200"/>
                </a:lnTo>
                <a:lnTo>
                  <a:pt x="476" y="16064"/>
                </a:lnTo>
                <a:lnTo>
                  <a:pt x="476" y="18461"/>
                </a:lnTo>
                <a:lnTo>
                  <a:pt x="793" y="20413"/>
                </a:lnTo>
                <a:lnTo>
                  <a:pt x="793" y="22366"/>
                </a:lnTo>
                <a:lnTo>
                  <a:pt x="793" y="24230"/>
                </a:lnTo>
                <a:lnTo>
                  <a:pt x="793" y="26360"/>
                </a:lnTo>
                <a:lnTo>
                  <a:pt x="793" y="28313"/>
                </a:lnTo>
                <a:lnTo>
                  <a:pt x="793" y="30443"/>
                </a:lnTo>
                <a:lnTo>
                  <a:pt x="793" y="32662"/>
                </a:lnTo>
                <a:lnTo>
                  <a:pt x="793" y="34525"/>
                </a:lnTo>
                <a:lnTo>
                  <a:pt x="793" y="36478"/>
                </a:lnTo>
                <a:lnTo>
                  <a:pt x="1269" y="38608"/>
                </a:lnTo>
                <a:lnTo>
                  <a:pt x="1269" y="40738"/>
                </a:lnTo>
                <a:lnTo>
                  <a:pt x="1269" y="42691"/>
                </a:lnTo>
                <a:lnTo>
                  <a:pt x="1269" y="44644"/>
                </a:lnTo>
                <a:lnTo>
                  <a:pt x="1269" y="46774"/>
                </a:lnTo>
                <a:lnTo>
                  <a:pt x="1586" y="48904"/>
                </a:lnTo>
                <a:lnTo>
                  <a:pt x="1586" y="50856"/>
                </a:lnTo>
                <a:lnTo>
                  <a:pt x="1586" y="52809"/>
                </a:lnTo>
                <a:lnTo>
                  <a:pt x="1586" y="54939"/>
                </a:lnTo>
                <a:lnTo>
                  <a:pt x="1586" y="57069"/>
                </a:lnTo>
                <a:lnTo>
                  <a:pt x="1904" y="59022"/>
                </a:lnTo>
                <a:lnTo>
                  <a:pt x="1904" y="60886"/>
                </a:lnTo>
                <a:lnTo>
                  <a:pt x="1904" y="63282"/>
                </a:lnTo>
                <a:lnTo>
                  <a:pt x="1904" y="65235"/>
                </a:lnTo>
                <a:lnTo>
                  <a:pt x="1904" y="67099"/>
                </a:lnTo>
                <a:lnTo>
                  <a:pt x="2380" y="69318"/>
                </a:lnTo>
                <a:lnTo>
                  <a:pt x="2380" y="71448"/>
                </a:lnTo>
                <a:lnTo>
                  <a:pt x="2380" y="73400"/>
                </a:lnTo>
                <a:lnTo>
                  <a:pt x="2380" y="75531"/>
                </a:lnTo>
                <a:lnTo>
                  <a:pt x="2697" y="77394"/>
                </a:lnTo>
                <a:lnTo>
                  <a:pt x="2697" y="79613"/>
                </a:lnTo>
                <a:lnTo>
                  <a:pt x="2697" y="81743"/>
                </a:lnTo>
                <a:lnTo>
                  <a:pt x="2697" y="83607"/>
                </a:lnTo>
                <a:lnTo>
                  <a:pt x="2697" y="85826"/>
                </a:lnTo>
                <a:lnTo>
                  <a:pt x="3173" y="87956"/>
                </a:lnTo>
                <a:lnTo>
                  <a:pt x="3173" y="89909"/>
                </a:lnTo>
                <a:lnTo>
                  <a:pt x="3173" y="91773"/>
                </a:lnTo>
                <a:lnTo>
                  <a:pt x="3173" y="93903"/>
                </a:lnTo>
                <a:lnTo>
                  <a:pt x="3173" y="96122"/>
                </a:lnTo>
                <a:lnTo>
                  <a:pt x="3173" y="97986"/>
                </a:lnTo>
                <a:lnTo>
                  <a:pt x="3173" y="100205"/>
                </a:lnTo>
                <a:lnTo>
                  <a:pt x="3173" y="102335"/>
                </a:lnTo>
                <a:lnTo>
                  <a:pt x="3173" y="104465"/>
                </a:lnTo>
                <a:lnTo>
                  <a:pt x="3173" y="106417"/>
                </a:lnTo>
                <a:lnTo>
                  <a:pt x="3491" y="108281"/>
                </a:lnTo>
                <a:lnTo>
                  <a:pt x="3491" y="110411"/>
                </a:lnTo>
                <a:lnTo>
                  <a:pt x="3491" y="112630"/>
                </a:lnTo>
                <a:lnTo>
                  <a:pt x="3491" y="114761"/>
                </a:lnTo>
                <a:lnTo>
                  <a:pt x="3967" y="116713"/>
                </a:lnTo>
                <a:lnTo>
                  <a:pt x="3967" y="118843"/>
                </a:lnTo>
                <a:lnTo>
                  <a:pt x="3967" y="120973"/>
                </a:lnTo>
                <a:lnTo>
                  <a:pt x="3967" y="122926"/>
                </a:lnTo>
                <a:lnTo>
                  <a:pt x="3967" y="125056"/>
                </a:lnTo>
                <a:lnTo>
                  <a:pt x="4284" y="127009"/>
                </a:lnTo>
                <a:lnTo>
                  <a:pt x="4284" y="129316"/>
                </a:lnTo>
                <a:lnTo>
                  <a:pt x="4284" y="131269"/>
                </a:lnTo>
                <a:lnTo>
                  <a:pt x="4284" y="133399"/>
                </a:lnTo>
                <a:lnTo>
                  <a:pt x="4284" y="135352"/>
                </a:lnTo>
                <a:lnTo>
                  <a:pt x="4601" y="137659"/>
                </a:lnTo>
                <a:lnTo>
                  <a:pt x="4601" y="139612"/>
                </a:lnTo>
                <a:lnTo>
                  <a:pt x="4601" y="141742"/>
                </a:lnTo>
                <a:lnTo>
                  <a:pt x="4601" y="143695"/>
                </a:lnTo>
                <a:lnTo>
                  <a:pt x="4601" y="145825"/>
                </a:lnTo>
                <a:lnTo>
                  <a:pt x="5077" y="147955"/>
                </a:lnTo>
                <a:lnTo>
                  <a:pt x="5077" y="150085"/>
                </a:lnTo>
                <a:lnTo>
                  <a:pt x="5077" y="152038"/>
                </a:lnTo>
                <a:lnTo>
                  <a:pt x="5077" y="154168"/>
                </a:lnTo>
                <a:lnTo>
                  <a:pt x="5077" y="156298"/>
                </a:lnTo>
                <a:lnTo>
                  <a:pt x="5077" y="158517"/>
                </a:lnTo>
                <a:lnTo>
                  <a:pt x="5077" y="160381"/>
                </a:lnTo>
                <a:lnTo>
                  <a:pt x="5077" y="162600"/>
                </a:lnTo>
                <a:lnTo>
                  <a:pt x="5077" y="164730"/>
                </a:lnTo>
                <a:lnTo>
                  <a:pt x="5395" y="166860"/>
                </a:lnTo>
                <a:lnTo>
                  <a:pt x="5395" y="168813"/>
                </a:lnTo>
                <a:lnTo>
                  <a:pt x="5395" y="170943"/>
                </a:lnTo>
                <a:lnTo>
                  <a:pt x="5395" y="173073"/>
                </a:lnTo>
                <a:lnTo>
                  <a:pt x="5395" y="175203"/>
                </a:lnTo>
                <a:lnTo>
                  <a:pt x="5871" y="177333"/>
                </a:lnTo>
                <a:lnTo>
                  <a:pt x="5871" y="179286"/>
                </a:lnTo>
                <a:lnTo>
                  <a:pt x="5871" y="181416"/>
                </a:lnTo>
                <a:lnTo>
                  <a:pt x="5871" y="183546"/>
                </a:lnTo>
                <a:lnTo>
                  <a:pt x="5871" y="185676"/>
                </a:lnTo>
                <a:lnTo>
                  <a:pt x="6188" y="187895"/>
                </a:lnTo>
                <a:lnTo>
                  <a:pt x="6188" y="189759"/>
                </a:lnTo>
                <a:lnTo>
                  <a:pt x="6188" y="191978"/>
                </a:lnTo>
                <a:lnTo>
                  <a:pt x="6188" y="194108"/>
                </a:lnTo>
                <a:lnTo>
                  <a:pt x="6506" y="196238"/>
                </a:lnTo>
                <a:lnTo>
                  <a:pt x="6506" y="198191"/>
                </a:lnTo>
                <a:lnTo>
                  <a:pt x="6506" y="200321"/>
                </a:lnTo>
                <a:lnTo>
                  <a:pt x="6506" y="202629"/>
                </a:lnTo>
                <a:lnTo>
                  <a:pt x="6506" y="204581"/>
                </a:lnTo>
                <a:lnTo>
                  <a:pt x="6982" y="206711"/>
                </a:lnTo>
                <a:lnTo>
                  <a:pt x="6982" y="208841"/>
                </a:lnTo>
                <a:lnTo>
                  <a:pt x="6982" y="210794"/>
                </a:lnTo>
                <a:lnTo>
                  <a:pt x="6982" y="213191"/>
                </a:lnTo>
                <a:lnTo>
                  <a:pt x="6982" y="215054"/>
                </a:lnTo>
                <a:lnTo>
                  <a:pt x="6982" y="217273"/>
                </a:lnTo>
                <a:lnTo>
                  <a:pt x="6982" y="219403"/>
                </a:lnTo>
                <a:lnTo>
                  <a:pt x="6982" y="221534"/>
                </a:lnTo>
                <a:lnTo>
                  <a:pt x="6982" y="223664"/>
                </a:lnTo>
                <a:lnTo>
                  <a:pt x="6982" y="225794"/>
                </a:lnTo>
                <a:lnTo>
                  <a:pt x="7299" y="227746"/>
                </a:lnTo>
                <a:lnTo>
                  <a:pt x="7299" y="229877"/>
                </a:lnTo>
                <a:lnTo>
                  <a:pt x="7299" y="232007"/>
                </a:lnTo>
                <a:lnTo>
                  <a:pt x="7299" y="234137"/>
                </a:lnTo>
                <a:lnTo>
                  <a:pt x="7775" y="236356"/>
                </a:lnTo>
                <a:lnTo>
                  <a:pt x="7775" y="238486"/>
                </a:lnTo>
                <a:lnTo>
                  <a:pt x="7775" y="240438"/>
                </a:lnTo>
                <a:lnTo>
                  <a:pt x="7775" y="242746"/>
                </a:lnTo>
                <a:lnTo>
                  <a:pt x="7775" y="244876"/>
                </a:lnTo>
                <a:lnTo>
                  <a:pt x="8093" y="246829"/>
                </a:lnTo>
                <a:lnTo>
                  <a:pt x="8093" y="248959"/>
                </a:lnTo>
                <a:lnTo>
                  <a:pt x="8093" y="251089"/>
                </a:lnTo>
                <a:lnTo>
                  <a:pt x="8093" y="253219"/>
                </a:lnTo>
                <a:lnTo>
                  <a:pt x="8093" y="255438"/>
                </a:lnTo>
                <a:lnTo>
                  <a:pt x="8569" y="257568"/>
                </a:lnTo>
                <a:lnTo>
                  <a:pt x="8569" y="259521"/>
                </a:lnTo>
                <a:lnTo>
                  <a:pt x="8569" y="261651"/>
                </a:lnTo>
                <a:lnTo>
                  <a:pt x="8569" y="263959"/>
                </a:lnTo>
                <a:lnTo>
                  <a:pt x="8569" y="266089"/>
                </a:lnTo>
                <a:lnTo>
                  <a:pt x="8886" y="268041"/>
                </a:lnTo>
                <a:lnTo>
                  <a:pt x="8886" y="270172"/>
                </a:lnTo>
                <a:lnTo>
                  <a:pt x="8886" y="272302"/>
                </a:lnTo>
                <a:lnTo>
                  <a:pt x="8886" y="274521"/>
                </a:lnTo>
                <a:lnTo>
                  <a:pt x="9203" y="276651"/>
                </a:lnTo>
                <a:lnTo>
                  <a:pt x="9203" y="278781"/>
                </a:lnTo>
                <a:lnTo>
                  <a:pt x="9203" y="280911"/>
                </a:lnTo>
                <a:lnTo>
                  <a:pt x="9203" y="282864"/>
                </a:lnTo>
                <a:lnTo>
                  <a:pt x="9203" y="285171"/>
                </a:lnTo>
                <a:lnTo>
                  <a:pt x="9203" y="287390"/>
                </a:lnTo>
                <a:lnTo>
                  <a:pt x="9203" y="289520"/>
                </a:lnTo>
                <a:lnTo>
                  <a:pt x="9203" y="291384"/>
                </a:lnTo>
                <a:lnTo>
                  <a:pt x="9203" y="293603"/>
                </a:lnTo>
                <a:lnTo>
                  <a:pt x="9203" y="295911"/>
                </a:lnTo>
                <a:lnTo>
                  <a:pt x="9679" y="298041"/>
                </a:lnTo>
                <a:lnTo>
                  <a:pt x="9679" y="299994"/>
                </a:lnTo>
                <a:lnTo>
                  <a:pt x="9679" y="302124"/>
                </a:lnTo>
                <a:lnTo>
                  <a:pt x="9679" y="304254"/>
                </a:lnTo>
                <a:lnTo>
                  <a:pt x="9679" y="306473"/>
                </a:lnTo>
                <a:lnTo>
                  <a:pt x="9997" y="308603"/>
                </a:lnTo>
                <a:lnTo>
                  <a:pt x="9997" y="310733"/>
                </a:lnTo>
                <a:lnTo>
                  <a:pt x="9997" y="312863"/>
                </a:lnTo>
                <a:lnTo>
                  <a:pt x="9997" y="314993"/>
                </a:lnTo>
                <a:lnTo>
                  <a:pt x="10473" y="317123"/>
                </a:lnTo>
                <a:lnTo>
                  <a:pt x="10473" y="319342"/>
                </a:lnTo>
                <a:lnTo>
                  <a:pt x="10473" y="321472"/>
                </a:lnTo>
                <a:lnTo>
                  <a:pt x="10473" y="323603"/>
                </a:lnTo>
                <a:lnTo>
                  <a:pt x="10473" y="325733"/>
                </a:lnTo>
                <a:lnTo>
                  <a:pt x="10790" y="327685"/>
                </a:lnTo>
                <a:lnTo>
                  <a:pt x="10790" y="329993"/>
                </a:lnTo>
                <a:lnTo>
                  <a:pt x="10790" y="332212"/>
                </a:lnTo>
                <a:lnTo>
                  <a:pt x="10790" y="334342"/>
                </a:lnTo>
                <a:lnTo>
                  <a:pt x="10790" y="336472"/>
                </a:lnTo>
                <a:lnTo>
                  <a:pt x="11108" y="338425"/>
                </a:lnTo>
                <a:lnTo>
                  <a:pt x="11108" y="340732"/>
                </a:lnTo>
                <a:lnTo>
                  <a:pt x="11108" y="342862"/>
                </a:lnTo>
                <a:lnTo>
                  <a:pt x="11108" y="344993"/>
                </a:lnTo>
                <a:lnTo>
                  <a:pt x="11108" y="347212"/>
                </a:lnTo>
                <a:lnTo>
                  <a:pt x="11108" y="349075"/>
                </a:lnTo>
                <a:lnTo>
                  <a:pt x="11108" y="351472"/>
                </a:lnTo>
                <a:lnTo>
                  <a:pt x="11108" y="353602"/>
                </a:lnTo>
                <a:lnTo>
                  <a:pt x="11108" y="355732"/>
                </a:lnTo>
                <a:lnTo>
                  <a:pt x="11584" y="357862"/>
                </a:lnTo>
                <a:lnTo>
                  <a:pt x="11584" y="360081"/>
                </a:lnTo>
                <a:lnTo>
                  <a:pt x="11584" y="361945"/>
                </a:lnTo>
                <a:lnTo>
                  <a:pt x="11584" y="364341"/>
                </a:lnTo>
                <a:lnTo>
                  <a:pt x="11584" y="366471"/>
                </a:lnTo>
                <a:lnTo>
                  <a:pt x="11901" y="368602"/>
                </a:lnTo>
                <a:lnTo>
                  <a:pt x="11901" y="370732"/>
                </a:lnTo>
                <a:lnTo>
                  <a:pt x="11901" y="372684"/>
                </a:lnTo>
                <a:lnTo>
                  <a:pt x="11901" y="375081"/>
                </a:lnTo>
                <a:lnTo>
                  <a:pt x="11901" y="377211"/>
                </a:lnTo>
                <a:lnTo>
                  <a:pt x="12377" y="379341"/>
                </a:lnTo>
                <a:lnTo>
                  <a:pt x="12377" y="381471"/>
                </a:lnTo>
                <a:lnTo>
                  <a:pt x="12377" y="383601"/>
                </a:lnTo>
                <a:lnTo>
                  <a:pt x="12377" y="385731"/>
                </a:lnTo>
                <a:lnTo>
                  <a:pt x="12377" y="387950"/>
                </a:lnTo>
                <a:lnTo>
                  <a:pt x="12694" y="390080"/>
                </a:lnTo>
                <a:lnTo>
                  <a:pt x="12694" y="392211"/>
                </a:lnTo>
                <a:lnTo>
                  <a:pt x="12694" y="394341"/>
                </a:lnTo>
                <a:lnTo>
                  <a:pt x="12694" y="396471"/>
                </a:lnTo>
                <a:lnTo>
                  <a:pt x="13012" y="398601"/>
                </a:lnTo>
                <a:lnTo>
                  <a:pt x="13012" y="400820"/>
                </a:lnTo>
                <a:lnTo>
                  <a:pt x="13012" y="402950"/>
                </a:lnTo>
                <a:lnTo>
                  <a:pt x="13012" y="405080"/>
                </a:lnTo>
                <a:lnTo>
                  <a:pt x="13012" y="407210"/>
                </a:lnTo>
                <a:lnTo>
                  <a:pt x="13488" y="409340"/>
                </a:lnTo>
                <a:lnTo>
                  <a:pt x="13488" y="411471"/>
                </a:lnTo>
                <a:lnTo>
                  <a:pt x="13488" y="413867"/>
                </a:lnTo>
                <a:lnTo>
                  <a:pt x="13488" y="415820"/>
                </a:lnTo>
                <a:lnTo>
                  <a:pt x="13488" y="41795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7095306" y="2772940"/>
            <a:ext cx="13329" cy="425849"/>
          </a:xfrm>
          <a:custGeom>
            <a:avLst/>
            <a:gdLst/>
            <a:ahLst/>
            <a:cxnLst/>
            <a:rect l="l" t="t" r="r" b="b"/>
            <a:pathLst>
              <a:path w="13329" h="425849">
                <a:moveTo>
                  <a:pt x="0" y="0"/>
                </a:moveTo>
                <a:lnTo>
                  <a:pt x="0" y="2130"/>
                </a:lnTo>
                <a:lnTo>
                  <a:pt x="0" y="4260"/>
                </a:lnTo>
                <a:lnTo>
                  <a:pt x="0" y="6656"/>
                </a:lnTo>
                <a:lnTo>
                  <a:pt x="0" y="8786"/>
                </a:lnTo>
                <a:lnTo>
                  <a:pt x="0" y="10916"/>
                </a:lnTo>
                <a:lnTo>
                  <a:pt x="317" y="12869"/>
                </a:lnTo>
                <a:lnTo>
                  <a:pt x="317" y="14999"/>
                </a:lnTo>
                <a:lnTo>
                  <a:pt x="317" y="17396"/>
                </a:lnTo>
                <a:lnTo>
                  <a:pt x="317" y="19526"/>
                </a:lnTo>
                <a:lnTo>
                  <a:pt x="793" y="21656"/>
                </a:lnTo>
                <a:lnTo>
                  <a:pt x="793" y="23786"/>
                </a:lnTo>
                <a:lnTo>
                  <a:pt x="793" y="25916"/>
                </a:lnTo>
                <a:lnTo>
                  <a:pt x="793" y="28046"/>
                </a:lnTo>
                <a:lnTo>
                  <a:pt x="793" y="30265"/>
                </a:lnTo>
                <a:lnTo>
                  <a:pt x="1110" y="32395"/>
                </a:lnTo>
                <a:lnTo>
                  <a:pt x="1110" y="34525"/>
                </a:lnTo>
                <a:lnTo>
                  <a:pt x="1110" y="36656"/>
                </a:lnTo>
                <a:lnTo>
                  <a:pt x="1110" y="38786"/>
                </a:lnTo>
                <a:lnTo>
                  <a:pt x="1110" y="40916"/>
                </a:lnTo>
                <a:lnTo>
                  <a:pt x="1586" y="43312"/>
                </a:lnTo>
                <a:lnTo>
                  <a:pt x="1586" y="45442"/>
                </a:lnTo>
                <a:lnTo>
                  <a:pt x="1586" y="47395"/>
                </a:lnTo>
                <a:lnTo>
                  <a:pt x="1586" y="49525"/>
                </a:lnTo>
                <a:lnTo>
                  <a:pt x="1586" y="51655"/>
                </a:lnTo>
                <a:lnTo>
                  <a:pt x="1904" y="53785"/>
                </a:lnTo>
                <a:lnTo>
                  <a:pt x="1904" y="56182"/>
                </a:lnTo>
                <a:lnTo>
                  <a:pt x="1904" y="58312"/>
                </a:lnTo>
                <a:lnTo>
                  <a:pt x="1904" y="60442"/>
                </a:lnTo>
                <a:lnTo>
                  <a:pt x="1904" y="62572"/>
                </a:lnTo>
                <a:lnTo>
                  <a:pt x="1904" y="64525"/>
                </a:lnTo>
                <a:lnTo>
                  <a:pt x="1904" y="66921"/>
                </a:lnTo>
                <a:lnTo>
                  <a:pt x="1904" y="69051"/>
                </a:lnTo>
                <a:lnTo>
                  <a:pt x="1904" y="71182"/>
                </a:lnTo>
                <a:lnTo>
                  <a:pt x="2221" y="73312"/>
                </a:lnTo>
                <a:lnTo>
                  <a:pt x="2221" y="75442"/>
                </a:lnTo>
                <a:lnTo>
                  <a:pt x="2221" y="77572"/>
                </a:lnTo>
                <a:lnTo>
                  <a:pt x="2221" y="79791"/>
                </a:lnTo>
                <a:lnTo>
                  <a:pt x="2221" y="81921"/>
                </a:lnTo>
                <a:lnTo>
                  <a:pt x="2697" y="84051"/>
                </a:lnTo>
                <a:lnTo>
                  <a:pt x="2697" y="86181"/>
                </a:lnTo>
                <a:lnTo>
                  <a:pt x="2697" y="88311"/>
                </a:lnTo>
                <a:lnTo>
                  <a:pt x="2697" y="90441"/>
                </a:lnTo>
                <a:lnTo>
                  <a:pt x="2697" y="92838"/>
                </a:lnTo>
                <a:lnTo>
                  <a:pt x="3015" y="94968"/>
                </a:lnTo>
                <a:lnTo>
                  <a:pt x="3015" y="97098"/>
                </a:lnTo>
                <a:lnTo>
                  <a:pt x="3015" y="99228"/>
                </a:lnTo>
                <a:lnTo>
                  <a:pt x="3015" y="101181"/>
                </a:lnTo>
                <a:lnTo>
                  <a:pt x="3491" y="103577"/>
                </a:lnTo>
                <a:lnTo>
                  <a:pt x="3491" y="105707"/>
                </a:lnTo>
                <a:lnTo>
                  <a:pt x="3491" y="107838"/>
                </a:lnTo>
                <a:lnTo>
                  <a:pt x="3491" y="109968"/>
                </a:lnTo>
                <a:lnTo>
                  <a:pt x="3491" y="112098"/>
                </a:lnTo>
                <a:lnTo>
                  <a:pt x="3808" y="114317"/>
                </a:lnTo>
                <a:lnTo>
                  <a:pt x="3808" y="116447"/>
                </a:lnTo>
                <a:lnTo>
                  <a:pt x="3808" y="118577"/>
                </a:lnTo>
                <a:lnTo>
                  <a:pt x="3808" y="120707"/>
                </a:lnTo>
                <a:lnTo>
                  <a:pt x="3808" y="122837"/>
                </a:lnTo>
                <a:lnTo>
                  <a:pt x="4125" y="124967"/>
                </a:lnTo>
                <a:lnTo>
                  <a:pt x="4125" y="127098"/>
                </a:lnTo>
                <a:lnTo>
                  <a:pt x="4125" y="129494"/>
                </a:lnTo>
                <a:lnTo>
                  <a:pt x="4125" y="131624"/>
                </a:lnTo>
                <a:lnTo>
                  <a:pt x="4125" y="133754"/>
                </a:lnTo>
                <a:lnTo>
                  <a:pt x="4125" y="135707"/>
                </a:lnTo>
                <a:lnTo>
                  <a:pt x="4125" y="137837"/>
                </a:lnTo>
                <a:lnTo>
                  <a:pt x="4125" y="139967"/>
                </a:lnTo>
                <a:lnTo>
                  <a:pt x="4125" y="142364"/>
                </a:lnTo>
                <a:lnTo>
                  <a:pt x="4601" y="144494"/>
                </a:lnTo>
                <a:lnTo>
                  <a:pt x="4601" y="146624"/>
                </a:lnTo>
                <a:lnTo>
                  <a:pt x="4601" y="148843"/>
                </a:lnTo>
                <a:lnTo>
                  <a:pt x="4601" y="150973"/>
                </a:lnTo>
                <a:lnTo>
                  <a:pt x="4601" y="153103"/>
                </a:lnTo>
                <a:lnTo>
                  <a:pt x="4919" y="155233"/>
                </a:lnTo>
                <a:lnTo>
                  <a:pt x="4919" y="157363"/>
                </a:lnTo>
                <a:lnTo>
                  <a:pt x="4919" y="159493"/>
                </a:lnTo>
                <a:lnTo>
                  <a:pt x="4919" y="161623"/>
                </a:lnTo>
                <a:lnTo>
                  <a:pt x="4919" y="163842"/>
                </a:lnTo>
                <a:lnTo>
                  <a:pt x="5395" y="165973"/>
                </a:lnTo>
                <a:lnTo>
                  <a:pt x="5395" y="168280"/>
                </a:lnTo>
                <a:lnTo>
                  <a:pt x="5395" y="170233"/>
                </a:lnTo>
                <a:lnTo>
                  <a:pt x="5395" y="172363"/>
                </a:lnTo>
                <a:lnTo>
                  <a:pt x="5395" y="174493"/>
                </a:lnTo>
                <a:lnTo>
                  <a:pt x="5712" y="176712"/>
                </a:lnTo>
                <a:lnTo>
                  <a:pt x="5712" y="178842"/>
                </a:lnTo>
                <a:lnTo>
                  <a:pt x="5712" y="180972"/>
                </a:lnTo>
                <a:lnTo>
                  <a:pt x="5712" y="183102"/>
                </a:lnTo>
                <a:lnTo>
                  <a:pt x="6188" y="185055"/>
                </a:lnTo>
                <a:lnTo>
                  <a:pt x="6188" y="187363"/>
                </a:lnTo>
                <a:lnTo>
                  <a:pt x="6188" y="189582"/>
                </a:lnTo>
                <a:lnTo>
                  <a:pt x="6188" y="191712"/>
                </a:lnTo>
                <a:lnTo>
                  <a:pt x="6188" y="193842"/>
                </a:lnTo>
                <a:lnTo>
                  <a:pt x="6188" y="195972"/>
                </a:lnTo>
                <a:lnTo>
                  <a:pt x="6188" y="198102"/>
                </a:lnTo>
                <a:lnTo>
                  <a:pt x="6188" y="200232"/>
                </a:lnTo>
                <a:lnTo>
                  <a:pt x="6188" y="202362"/>
                </a:lnTo>
                <a:lnTo>
                  <a:pt x="6188" y="204581"/>
                </a:lnTo>
                <a:lnTo>
                  <a:pt x="6506" y="206711"/>
                </a:lnTo>
                <a:lnTo>
                  <a:pt x="6506" y="208841"/>
                </a:lnTo>
                <a:lnTo>
                  <a:pt x="6506" y="210972"/>
                </a:lnTo>
                <a:lnTo>
                  <a:pt x="6506" y="213102"/>
                </a:lnTo>
                <a:lnTo>
                  <a:pt x="6506" y="215232"/>
                </a:lnTo>
                <a:lnTo>
                  <a:pt x="6823" y="217451"/>
                </a:lnTo>
                <a:lnTo>
                  <a:pt x="6823" y="219581"/>
                </a:lnTo>
                <a:lnTo>
                  <a:pt x="6823" y="221711"/>
                </a:lnTo>
                <a:lnTo>
                  <a:pt x="6823" y="223841"/>
                </a:lnTo>
                <a:lnTo>
                  <a:pt x="7299" y="225971"/>
                </a:lnTo>
                <a:lnTo>
                  <a:pt x="7299" y="228101"/>
                </a:lnTo>
                <a:lnTo>
                  <a:pt x="7299" y="230320"/>
                </a:lnTo>
                <a:lnTo>
                  <a:pt x="7299" y="232450"/>
                </a:lnTo>
                <a:lnTo>
                  <a:pt x="7299" y="234581"/>
                </a:lnTo>
                <a:lnTo>
                  <a:pt x="7616" y="236888"/>
                </a:lnTo>
                <a:lnTo>
                  <a:pt x="7616" y="238841"/>
                </a:lnTo>
                <a:lnTo>
                  <a:pt x="7616" y="240971"/>
                </a:lnTo>
                <a:lnTo>
                  <a:pt x="7616" y="243101"/>
                </a:lnTo>
                <a:lnTo>
                  <a:pt x="7616" y="245320"/>
                </a:lnTo>
                <a:lnTo>
                  <a:pt x="8093" y="247450"/>
                </a:lnTo>
                <a:lnTo>
                  <a:pt x="8093" y="249580"/>
                </a:lnTo>
                <a:lnTo>
                  <a:pt x="8093" y="251710"/>
                </a:lnTo>
                <a:lnTo>
                  <a:pt x="8093" y="253841"/>
                </a:lnTo>
                <a:lnTo>
                  <a:pt x="8093" y="255971"/>
                </a:lnTo>
                <a:lnTo>
                  <a:pt x="8410" y="258190"/>
                </a:lnTo>
                <a:lnTo>
                  <a:pt x="8410" y="260320"/>
                </a:lnTo>
                <a:lnTo>
                  <a:pt x="8410" y="262450"/>
                </a:lnTo>
                <a:lnTo>
                  <a:pt x="8410" y="264580"/>
                </a:lnTo>
                <a:lnTo>
                  <a:pt x="8410" y="266710"/>
                </a:lnTo>
                <a:lnTo>
                  <a:pt x="8410" y="268840"/>
                </a:lnTo>
                <a:lnTo>
                  <a:pt x="8410" y="271059"/>
                </a:lnTo>
                <a:lnTo>
                  <a:pt x="8410" y="273189"/>
                </a:lnTo>
                <a:lnTo>
                  <a:pt x="8410" y="275319"/>
                </a:lnTo>
                <a:lnTo>
                  <a:pt x="8727" y="277450"/>
                </a:lnTo>
                <a:lnTo>
                  <a:pt x="8727" y="279402"/>
                </a:lnTo>
                <a:lnTo>
                  <a:pt x="8727" y="281710"/>
                </a:lnTo>
                <a:lnTo>
                  <a:pt x="8727" y="283929"/>
                </a:lnTo>
                <a:lnTo>
                  <a:pt x="8727" y="286059"/>
                </a:lnTo>
                <a:lnTo>
                  <a:pt x="9203" y="288189"/>
                </a:lnTo>
                <a:lnTo>
                  <a:pt x="9203" y="290142"/>
                </a:lnTo>
                <a:lnTo>
                  <a:pt x="9203" y="292449"/>
                </a:lnTo>
                <a:lnTo>
                  <a:pt x="9203" y="294579"/>
                </a:lnTo>
                <a:lnTo>
                  <a:pt x="9203" y="296710"/>
                </a:lnTo>
                <a:lnTo>
                  <a:pt x="9521" y="298662"/>
                </a:lnTo>
                <a:lnTo>
                  <a:pt x="9521" y="300792"/>
                </a:lnTo>
                <a:lnTo>
                  <a:pt x="9521" y="303011"/>
                </a:lnTo>
                <a:lnTo>
                  <a:pt x="9521" y="305319"/>
                </a:lnTo>
                <a:lnTo>
                  <a:pt x="9997" y="307271"/>
                </a:lnTo>
                <a:lnTo>
                  <a:pt x="9997" y="309402"/>
                </a:lnTo>
                <a:lnTo>
                  <a:pt x="9997" y="311532"/>
                </a:lnTo>
                <a:lnTo>
                  <a:pt x="9997" y="313662"/>
                </a:lnTo>
                <a:lnTo>
                  <a:pt x="9997" y="315792"/>
                </a:lnTo>
                <a:lnTo>
                  <a:pt x="10314" y="318011"/>
                </a:lnTo>
                <a:lnTo>
                  <a:pt x="10314" y="320141"/>
                </a:lnTo>
                <a:lnTo>
                  <a:pt x="10314" y="322094"/>
                </a:lnTo>
                <a:lnTo>
                  <a:pt x="10314" y="324224"/>
                </a:lnTo>
                <a:lnTo>
                  <a:pt x="10314" y="326531"/>
                </a:lnTo>
                <a:lnTo>
                  <a:pt x="10314" y="328662"/>
                </a:lnTo>
                <a:lnTo>
                  <a:pt x="10314" y="330614"/>
                </a:lnTo>
                <a:lnTo>
                  <a:pt x="10314" y="332744"/>
                </a:lnTo>
                <a:lnTo>
                  <a:pt x="10314" y="334874"/>
                </a:lnTo>
                <a:lnTo>
                  <a:pt x="10314" y="337093"/>
                </a:lnTo>
                <a:lnTo>
                  <a:pt x="10790" y="339224"/>
                </a:lnTo>
                <a:lnTo>
                  <a:pt x="10790" y="341354"/>
                </a:lnTo>
                <a:lnTo>
                  <a:pt x="10790" y="343484"/>
                </a:lnTo>
                <a:lnTo>
                  <a:pt x="10790" y="345436"/>
                </a:lnTo>
                <a:lnTo>
                  <a:pt x="11108" y="347744"/>
                </a:lnTo>
                <a:lnTo>
                  <a:pt x="11108" y="349963"/>
                </a:lnTo>
                <a:lnTo>
                  <a:pt x="11108" y="351827"/>
                </a:lnTo>
                <a:lnTo>
                  <a:pt x="11108" y="354046"/>
                </a:lnTo>
                <a:lnTo>
                  <a:pt x="11108" y="356176"/>
                </a:lnTo>
                <a:lnTo>
                  <a:pt x="11425" y="358306"/>
                </a:lnTo>
                <a:lnTo>
                  <a:pt x="11425" y="360436"/>
                </a:lnTo>
                <a:lnTo>
                  <a:pt x="11425" y="362566"/>
                </a:lnTo>
                <a:lnTo>
                  <a:pt x="11425" y="364519"/>
                </a:lnTo>
                <a:lnTo>
                  <a:pt x="11425" y="366827"/>
                </a:lnTo>
                <a:lnTo>
                  <a:pt x="11901" y="369045"/>
                </a:lnTo>
                <a:lnTo>
                  <a:pt x="11901" y="370909"/>
                </a:lnTo>
                <a:lnTo>
                  <a:pt x="11901" y="373128"/>
                </a:lnTo>
                <a:lnTo>
                  <a:pt x="11901" y="374992"/>
                </a:lnTo>
                <a:lnTo>
                  <a:pt x="11901" y="377388"/>
                </a:lnTo>
                <a:lnTo>
                  <a:pt x="12218" y="379519"/>
                </a:lnTo>
                <a:lnTo>
                  <a:pt x="12218" y="381471"/>
                </a:lnTo>
                <a:lnTo>
                  <a:pt x="12218" y="383601"/>
                </a:lnTo>
                <a:lnTo>
                  <a:pt x="12218" y="385731"/>
                </a:lnTo>
                <a:lnTo>
                  <a:pt x="12218" y="387862"/>
                </a:lnTo>
                <a:lnTo>
                  <a:pt x="12218" y="389992"/>
                </a:lnTo>
                <a:lnTo>
                  <a:pt x="12218" y="391944"/>
                </a:lnTo>
                <a:lnTo>
                  <a:pt x="12218" y="394074"/>
                </a:lnTo>
                <a:lnTo>
                  <a:pt x="12218" y="396205"/>
                </a:lnTo>
                <a:lnTo>
                  <a:pt x="12694" y="398424"/>
                </a:lnTo>
                <a:lnTo>
                  <a:pt x="12694" y="400554"/>
                </a:lnTo>
                <a:lnTo>
                  <a:pt x="12694" y="402506"/>
                </a:lnTo>
                <a:lnTo>
                  <a:pt x="12694" y="404636"/>
                </a:lnTo>
                <a:lnTo>
                  <a:pt x="12694" y="406944"/>
                </a:lnTo>
                <a:lnTo>
                  <a:pt x="13012" y="408897"/>
                </a:lnTo>
                <a:lnTo>
                  <a:pt x="13012" y="411027"/>
                </a:lnTo>
                <a:lnTo>
                  <a:pt x="13012" y="412979"/>
                </a:lnTo>
                <a:lnTo>
                  <a:pt x="13012" y="415110"/>
                </a:lnTo>
                <a:lnTo>
                  <a:pt x="13012" y="417506"/>
                </a:lnTo>
                <a:lnTo>
                  <a:pt x="13329" y="419370"/>
                </a:lnTo>
                <a:lnTo>
                  <a:pt x="13329" y="421589"/>
                </a:lnTo>
                <a:lnTo>
                  <a:pt x="13329" y="423453"/>
                </a:lnTo>
                <a:lnTo>
                  <a:pt x="13329" y="425849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7108636" y="3198790"/>
            <a:ext cx="13805" cy="395583"/>
          </a:xfrm>
          <a:custGeom>
            <a:avLst/>
            <a:gdLst/>
            <a:ahLst/>
            <a:cxnLst/>
            <a:rect l="l" t="t" r="r" b="b"/>
            <a:pathLst>
              <a:path w="13805" h="395583">
                <a:moveTo>
                  <a:pt x="0" y="0"/>
                </a:moveTo>
                <a:lnTo>
                  <a:pt x="0" y="1952"/>
                </a:lnTo>
                <a:lnTo>
                  <a:pt x="476" y="4082"/>
                </a:lnTo>
                <a:lnTo>
                  <a:pt x="476" y="5946"/>
                </a:lnTo>
                <a:lnTo>
                  <a:pt x="476" y="8165"/>
                </a:lnTo>
                <a:lnTo>
                  <a:pt x="476" y="10295"/>
                </a:lnTo>
                <a:lnTo>
                  <a:pt x="793" y="12425"/>
                </a:lnTo>
                <a:lnTo>
                  <a:pt x="793" y="14378"/>
                </a:lnTo>
                <a:lnTo>
                  <a:pt x="793" y="16508"/>
                </a:lnTo>
                <a:lnTo>
                  <a:pt x="793" y="18638"/>
                </a:lnTo>
                <a:lnTo>
                  <a:pt x="793" y="20768"/>
                </a:lnTo>
                <a:lnTo>
                  <a:pt x="1269" y="22721"/>
                </a:lnTo>
                <a:lnTo>
                  <a:pt x="1269" y="24851"/>
                </a:lnTo>
                <a:lnTo>
                  <a:pt x="1269" y="26981"/>
                </a:lnTo>
                <a:lnTo>
                  <a:pt x="1269" y="29111"/>
                </a:lnTo>
                <a:lnTo>
                  <a:pt x="1269" y="31064"/>
                </a:lnTo>
                <a:lnTo>
                  <a:pt x="1269" y="33194"/>
                </a:lnTo>
                <a:lnTo>
                  <a:pt x="1269" y="35324"/>
                </a:lnTo>
                <a:lnTo>
                  <a:pt x="1269" y="37543"/>
                </a:lnTo>
                <a:lnTo>
                  <a:pt x="1269" y="39407"/>
                </a:lnTo>
                <a:lnTo>
                  <a:pt x="1269" y="41626"/>
                </a:lnTo>
                <a:lnTo>
                  <a:pt x="1586" y="43756"/>
                </a:lnTo>
                <a:lnTo>
                  <a:pt x="1586" y="45886"/>
                </a:lnTo>
                <a:lnTo>
                  <a:pt x="1586" y="47839"/>
                </a:lnTo>
                <a:lnTo>
                  <a:pt x="1586" y="49969"/>
                </a:lnTo>
                <a:lnTo>
                  <a:pt x="1904" y="51833"/>
                </a:lnTo>
                <a:lnTo>
                  <a:pt x="1904" y="54052"/>
                </a:lnTo>
                <a:lnTo>
                  <a:pt x="1904" y="56182"/>
                </a:lnTo>
                <a:lnTo>
                  <a:pt x="1904" y="58134"/>
                </a:lnTo>
                <a:lnTo>
                  <a:pt x="1904" y="60265"/>
                </a:lnTo>
                <a:lnTo>
                  <a:pt x="2380" y="62395"/>
                </a:lnTo>
                <a:lnTo>
                  <a:pt x="2380" y="64525"/>
                </a:lnTo>
                <a:lnTo>
                  <a:pt x="2380" y="66477"/>
                </a:lnTo>
                <a:lnTo>
                  <a:pt x="2380" y="68430"/>
                </a:lnTo>
                <a:lnTo>
                  <a:pt x="2380" y="70738"/>
                </a:lnTo>
                <a:lnTo>
                  <a:pt x="2697" y="72690"/>
                </a:lnTo>
                <a:lnTo>
                  <a:pt x="2697" y="74643"/>
                </a:lnTo>
                <a:lnTo>
                  <a:pt x="2697" y="76773"/>
                </a:lnTo>
                <a:lnTo>
                  <a:pt x="2697" y="78903"/>
                </a:lnTo>
                <a:lnTo>
                  <a:pt x="2697" y="81033"/>
                </a:lnTo>
                <a:lnTo>
                  <a:pt x="3173" y="82986"/>
                </a:lnTo>
                <a:lnTo>
                  <a:pt x="3173" y="84939"/>
                </a:lnTo>
                <a:lnTo>
                  <a:pt x="3173" y="87246"/>
                </a:lnTo>
                <a:lnTo>
                  <a:pt x="3173" y="89199"/>
                </a:lnTo>
                <a:lnTo>
                  <a:pt x="3173" y="91152"/>
                </a:lnTo>
                <a:lnTo>
                  <a:pt x="3173" y="93282"/>
                </a:lnTo>
                <a:lnTo>
                  <a:pt x="3173" y="95412"/>
                </a:lnTo>
                <a:lnTo>
                  <a:pt x="3173" y="97364"/>
                </a:lnTo>
                <a:lnTo>
                  <a:pt x="3173" y="99495"/>
                </a:lnTo>
                <a:lnTo>
                  <a:pt x="3491" y="101625"/>
                </a:lnTo>
                <a:lnTo>
                  <a:pt x="3491" y="103577"/>
                </a:lnTo>
                <a:lnTo>
                  <a:pt x="3491" y="105707"/>
                </a:lnTo>
                <a:lnTo>
                  <a:pt x="3491" y="107660"/>
                </a:lnTo>
                <a:lnTo>
                  <a:pt x="3491" y="109790"/>
                </a:lnTo>
                <a:lnTo>
                  <a:pt x="3967" y="111743"/>
                </a:lnTo>
                <a:lnTo>
                  <a:pt x="3967" y="113873"/>
                </a:lnTo>
                <a:lnTo>
                  <a:pt x="3967" y="115737"/>
                </a:lnTo>
                <a:lnTo>
                  <a:pt x="3967" y="117956"/>
                </a:lnTo>
                <a:lnTo>
                  <a:pt x="3967" y="119820"/>
                </a:lnTo>
                <a:lnTo>
                  <a:pt x="4284" y="121950"/>
                </a:lnTo>
                <a:lnTo>
                  <a:pt x="4284" y="123902"/>
                </a:lnTo>
                <a:lnTo>
                  <a:pt x="4284" y="126032"/>
                </a:lnTo>
                <a:lnTo>
                  <a:pt x="4284" y="127985"/>
                </a:lnTo>
                <a:lnTo>
                  <a:pt x="4601" y="130115"/>
                </a:lnTo>
                <a:lnTo>
                  <a:pt x="4601" y="132245"/>
                </a:lnTo>
                <a:lnTo>
                  <a:pt x="4601" y="134198"/>
                </a:lnTo>
                <a:lnTo>
                  <a:pt x="4601" y="136151"/>
                </a:lnTo>
                <a:lnTo>
                  <a:pt x="4601" y="138281"/>
                </a:lnTo>
                <a:lnTo>
                  <a:pt x="5077" y="140411"/>
                </a:lnTo>
                <a:lnTo>
                  <a:pt x="5077" y="142364"/>
                </a:lnTo>
                <a:lnTo>
                  <a:pt x="5077" y="144316"/>
                </a:lnTo>
                <a:lnTo>
                  <a:pt x="5077" y="146446"/>
                </a:lnTo>
                <a:lnTo>
                  <a:pt x="5077" y="148399"/>
                </a:lnTo>
                <a:lnTo>
                  <a:pt x="5395" y="150529"/>
                </a:lnTo>
                <a:lnTo>
                  <a:pt x="5395" y="152482"/>
                </a:lnTo>
                <a:lnTo>
                  <a:pt x="5395" y="154612"/>
                </a:lnTo>
                <a:lnTo>
                  <a:pt x="5395" y="156476"/>
                </a:lnTo>
                <a:lnTo>
                  <a:pt x="5395" y="158428"/>
                </a:lnTo>
                <a:lnTo>
                  <a:pt x="5395" y="160558"/>
                </a:lnTo>
                <a:lnTo>
                  <a:pt x="5395" y="162689"/>
                </a:lnTo>
                <a:lnTo>
                  <a:pt x="5395" y="164641"/>
                </a:lnTo>
                <a:lnTo>
                  <a:pt x="5395" y="166594"/>
                </a:lnTo>
                <a:lnTo>
                  <a:pt x="5871" y="168724"/>
                </a:lnTo>
                <a:lnTo>
                  <a:pt x="5871" y="170677"/>
                </a:lnTo>
                <a:lnTo>
                  <a:pt x="5871" y="172629"/>
                </a:lnTo>
                <a:lnTo>
                  <a:pt x="5871" y="174759"/>
                </a:lnTo>
                <a:lnTo>
                  <a:pt x="5871" y="176712"/>
                </a:lnTo>
                <a:lnTo>
                  <a:pt x="6188" y="178576"/>
                </a:lnTo>
                <a:lnTo>
                  <a:pt x="6188" y="180528"/>
                </a:lnTo>
                <a:lnTo>
                  <a:pt x="6188" y="182925"/>
                </a:lnTo>
                <a:lnTo>
                  <a:pt x="6188" y="184789"/>
                </a:lnTo>
                <a:lnTo>
                  <a:pt x="6188" y="186741"/>
                </a:lnTo>
                <a:lnTo>
                  <a:pt x="6506" y="188871"/>
                </a:lnTo>
                <a:lnTo>
                  <a:pt x="6506" y="190824"/>
                </a:lnTo>
                <a:lnTo>
                  <a:pt x="6506" y="192777"/>
                </a:lnTo>
                <a:lnTo>
                  <a:pt x="6506" y="194907"/>
                </a:lnTo>
                <a:lnTo>
                  <a:pt x="6506" y="196859"/>
                </a:lnTo>
                <a:lnTo>
                  <a:pt x="6982" y="198723"/>
                </a:lnTo>
                <a:lnTo>
                  <a:pt x="6982" y="200676"/>
                </a:lnTo>
                <a:lnTo>
                  <a:pt x="6982" y="202806"/>
                </a:lnTo>
                <a:lnTo>
                  <a:pt x="6982" y="204759"/>
                </a:lnTo>
                <a:lnTo>
                  <a:pt x="7299" y="206711"/>
                </a:lnTo>
                <a:lnTo>
                  <a:pt x="7299" y="208841"/>
                </a:lnTo>
                <a:lnTo>
                  <a:pt x="7299" y="210794"/>
                </a:lnTo>
                <a:lnTo>
                  <a:pt x="7299" y="212658"/>
                </a:lnTo>
                <a:lnTo>
                  <a:pt x="7299" y="214877"/>
                </a:lnTo>
                <a:lnTo>
                  <a:pt x="7299" y="216741"/>
                </a:lnTo>
                <a:lnTo>
                  <a:pt x="7299" y="218693"/>
                </a:lnTo>
                <a:lnTo>
                  <a:pt x="7299" y="220823"/>
                </a:lnTo>
                <a:lnTo>
                  <a:pt x="7299" y="222776"/>
                </a:lnTo>
                <a:lnTo>
                  <a:pt x="7299" y="224462"/>
                </a:lnTo>
                <a:lnTo>
                  <a:pt x="7775" y="226593"/>
                </a:lnTo>
                <a:lnTo>
                  <a:pt x="7775" y="228545"/>
                </a:lnTo>
                <a:lnTo>
                  <a:pt x="7775" y="230498"/>
                </a:lnTo>
                <a:lnTo>
                  <a:pt x="7775" y="232628"/>
                </a:lnTo>
                <a:lnTo>
                  <a:pt x="7775" y="234581"/>
                </a:lnTo>
                <a:lnTo>
                  <a:pt x="8093" y="236533"/>
                </a:lnTo>
                <a:lnTo>
                  <a:pt x="8093" y="238397"/>
                </a:lnTo>
                <a:lnTo>
                  <a:pt x="8093" y="240527"/>
                </a:lnTo>
                <a:lnTo>
                  <a:pt x="8093" y="242302"/>
                </a:lnTo>
                <a:lnTo>
                  <a:pt x="8569" y="244432"/>
                </a:lnTo>
                <a:lnTo>
                  <a:pt x="8569" y="246385"/>
                </a:lnTo>
                <a:lnTo>
                  <a:pt x="8569" y="248249"/>
                </a:lnTo>
                <a:lnTo>
                  <a:pt x="8569" y="250202"/>
                </a:lnTo>
                <a:lnTo>
                  <a:pt x="8569" y="252332"/>
                </a:lnTo>
                <a:lnTo>
                  <a:pt x="8886" y="254284"/>
                </a:lnTo>
                <a:lnTo>
                  <a:pt x="8886" y="256237"/>
                </a:lnTo>
                <a:lnTo>
                  <a:pt x="8886" y="258190"/>
                </a:lnTo>
                <a:lnTo>
                  <a:pt x="8886" y="260053"/>
                </a:lnTo>
                <a:lnTo>
                  <a:pt x="8886" y="262006"/>
                </a:lnTo>
                <a:lnTo>
                  <a:pt x="9203" y="264136"/>
                </a:lnTo>
                <a:lnTo>
                  <a:pt x="9203" y="265911"/>
                </a:lnTo>
                <a:lnTo>
                  <a:pt x="9203" y="268041"/>
                </a:lnTo>
                <a:lnTo>
                  <a:pt x="9203" y="269905"/>
                </a:lnTo>
                <a:lnTo>
                  <a:pt x="9203" y="271858"/>
                </a:lnTo>
                <a:lnTo>
                  <a:pt x="9679" y="273811"/>
                </a:lnTo>
                <a:lnTo>
                  <a:pt x="9679" y="275763"/>
                </a:lnTo>
                <a:lnTo>
                  <a:pt x="9679" y="277627"/>
                </a:lnTo>
                <a:lnTo>
                  <a:pt x="9679" y="279580"/>
                </a:lnTo>
                <a:lnTo>
                  <a:pt x="9679" y="281532"/>
                </a:lnTo>
                <a:lnTo>
                  <a:pt x="9679" y="283485"/>
                </a:lnTo>
                <a:lnTo>
                  <a:pt x="9679" y="285615"/>
                </a:lnTo>
                <a:lnTo>
                  <a:pt x="9679" y="287301"/>
                </a:lnTo>
                <a:lnTo>
                  <a:pt x="9679" y="289254"/>
                </a:lnTo>
                <a:lnTo>
                  <a:pt x="9997" y="291384"/>
                </a:lnTo>
                <a:lnTo>
                  <a:pt x="9997" y="293071"/>
                </a:lnTo>
                <a:lnTo>
                  <a:pt x="9997" y="295289"/>
                </a:lnTo>
                <a:lnTo>
                  <a:pt x="9997" y="297153"/>
                </a:lnTo>
                <a:lnTo>
                  <a:pt x="9997" y="298928"/>
                </a:lnTo>
                <a:lnTo>
                  <a:pt x="10473" y="301059"/>
                </a:lnTo>
                <a:lnTo>
                  <a:pt x="10473" y="302922"/>
                </a:lnTo>
                <a:lnTo>
                  <a:pt x="10473" y="304698"/>
                </a:lnTo>
                <a:lnTo>
                  <a:pt x="10473" y="306828"/>
                </a:lnTo>
                <a:lnTo>
                  <a:pt x="10473" y="308514"/>
                </a:lnTo>
                <a:lnTo>
                  <a:pt x="10790" y="310467"/>
                </a:lnTo>
                <a:lnTo>
                  <a:pt x="10790" y="312597"/>
                </a:lnTo>
                <a:lnTo>
                  <a:pt x="10790" y="314372"/>
                </a:lnTo>
                <a:lnTo>
                  <a:pt x="10790" y="316502"/>
                </a:lnTo>
                <a:lnTo>
                  <a:pt x="11108" y="318188"/>
                </a:lnTo>
                <a:lnTo>
                  <a:pt x="11108" y="320141"/>
                </a:lnTo>
                <a:lnTo>
                  <a:pt x="11108" y="322094"/>
                </a:lnTo>
                <a:lnTo>
                  <a:pt x="11108" y="323958"/>
                </a:lnTo>
                <a:lnTo>
                  <a:pt x="11108" y="325910"/>
                </a:lnTo>
                <a:lnTo>
                  <a:pt x="11584" y="327863"/>
                </a:lnTo>
                <a:lnTo>
                  <a:pt x="11584" y="329549"/>
                </a:lnTo>
                <a:lnTo>
                  <a:pt x="11584" y="331679"/>
                </a:lnTo>
                <a:lnTo>
                  <a:pt x="11584" y="333454"/>
                </a:lnTo>
                <a:lnTo>
                  <a:pt x="11584" y="335318"/>
                </a:lnTo>
                <a:lnTo>
                  <a:pt x="11584" y="337271"/>
                </a:lnTo>
                <a:lnTo>
                  <a:pt x="11584" y="339224"/>
                </a:lnTo>
                <a:lnTo>
                  <a:pt x="11584" y="341176"/>
                </a:lnTo>
                <a:lnTo>
                  <a:pt x="11584" y="343040"/>
                </a:lnTo>
                <a:lnTo>
                  <a:pt x="11584" y="344815"/>
                </a:lnTo>
                <a:lnTo>
                  <a:pt x="11901" y="346945"/>
                </a:lnTo>
                <a:lnTo>
                  <a:pt x="11901" y="348632"/>
                </a:lnTo>
                <a:lnTo>
                  <a:pt x="11901" y="350584"/>
                </a:lnTo>
                <a:lnTo>
                  <a:pt x="11901" y="352537"/>
                </a:lnTo>
                <a:lnTo>
                  <a:pt x="12377" y="354223"/>
                </a:lnTo>
                <a:lnTo>
                  <a:pt x="12377" y="356353"/>
                </a:lnTo>
                <a:lnTo>
                  <a:pt x="12377" y="358040"/>
                </a:lnTo>
                <a:lnTo>
                  <a:pt x="12377" y="360259"/>
                </a:lnTo>
                <a:lnTo>
                  <a:pt x="12377" y="361945"/>
                </a:lnTo>
                <a:lnTo>
                  <a:pt x="12694" y="363631"/>
                </a:lnTo>
                <a:lnTo>
                  <a:pt x="12694" y="365761"/>
                </a:lnTo>
                <a:lnTo>
                  <a:pt x="12694" y="367537"/>
                </a:lnTo>
                <a:lnTo>
                  <a:pt x="12694" y="369400"/>
                </a:lnTo>
                <a:lnTo>
                  <a:pt x="12694" y="371353"/>
                </a:lnTo>
                <a:lnTo>
                  <a:pt x="13170" y="373039"/>
                </a:lnTo>
                <a:lnTo>
                  <a:pt x="13170" y="374992"/>
                </a:lnTo>
                <a:lnTo>
                  <a:pt x="13170" y="376945"/>
                </a:lnTo>
                <a:lnTo>
                  <a:pt x="13170" y="378897"/>
                </a:lnTo>
                <a:lnTo>
                  <a:pt x="13170" y="380584"/>
                </a:lnTo>
                <a:lnTo>
                  <a:pt x="13488" y="382536"/>
                </a:lnTo>
                <a:lnTo>
                  <a:pt x="13488" y="384489"/>
                </a:lnTo>
                <a:lnTo>
                  <a:pt x="13488" y="386175"/>
                </a:lnTo>
                <a:lnTo>
                  <a:pt x="13488" y="388128"/>
                </a:lnTo>
                <a:lnTo>
                  <a:pt x="13805" y="389814"/>
                </a:lnTo>
                <a:lnTo>
                  <a:pt x="13805" y="391944"/>
                </a:lnTo>
                <a:lnTo>
                  <a:pt x="13805" y="393631"/>
                </a:lnTo>
                <a:lnTo>
                  <a:pt x="13805" y="395583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7122441" y="3594374"/>
            <a:ext cx="13488" cy="330224"/>
          </a:xfrm>
          <a:custGeom>
            <a:avLst/>
            <a:gdLst/>
            <a:ahLst/>
            <a:cxnLst/>
            <a:rect l="l" t="t" r="r" b="b"/>
            <a:pathLst>
              <a:path w="13488" h="330224">
                <a:moveTo>
                  <a:pt x="0" y="0"/>
                </a:moveTo>
                <a:lnTo>
                  <a:pt x="0" y="1686"/>
                </a:lnTo>
                <a:lnTo>
                  <a:pt x="0" y="3461"/>
                </a:lnTo>
                <a:lnTo>
                  <a:pt x="0" y="5591"/>
                </a:lnTo>
                <a:lnTo>
                  <a:pt x="0" y="7277"/>
                </a:lnTo>
                <a:lnTo>
                  <a:pt x="0" y="9230"/>
                </a:lnTo>
                <a:lnTo>
                  <a:pt x="0" y="10916"/>
                </a:lnTo>
                <a:lnTo>
                  <a:pt x="476" y="12869"/>
                </a:lnTo>
                <a:lnTo>
                  <a:pt x="476" y="14555"/>
                </a:lnTo>
                <a:lnTo>
                  <a:pt x="476" y="16508"/>
                </a:lnTo>
                <a:lnTo>
                  <a:pt x="476" y="18461"/>
                </a:lnTo>
                <a:lnTo>
                  <a:pt x="476" y="20147"/>
                </a:lnTo>
                <a:lnTo>
                  <a:pt x="793" y="22100"/>
                </a:lnTo>
                <a:lnTo>
                  <a:pt x="793" y="23786"/>
                </a:lnTo>
                <a:lnTo>
                  <a:pt x="793" y="25739"/>
                </a:lnTo>
                <a:lnTo>
                  <a:pt x="793" y="27425"/>
                </a:lnTo>
                <a:lnTo>
                  <a:pt x="1269" y="29378"/>
                </a:lnTo>
                <a:lnTo>
                  <a:pt x="1269" y="31064"/>
                </a:lnTo>
                <a:lnTo>
                  <a:pt x="1269" y="33017"/>
                </a:lnTo>
                <a:lnTo>
                  <a:pt x="1269" y="34792"/>
                </a:lnTo>
                <a:lnTo>
                  <a:pt x="1269" y="36478"/>
                </a:lnTo>
                <a:lnTo>
                  <a:pt x="1586" y="38431"/>
                </a:lnTo>
                <a:lnTo>
                  <a:pt x="1586" y="40117"/>
                </a:lnTo>
                <a:lnTo>
                  <a:pt x="1586" y="42070"/>
                </a:lnTo>
                <a:lnTo>
                  <a:pt x="1586" y="43756"/>
                </a:lnTo>
                <a:lnTo>
                  <a:pt x="1586" y="45709"/>
                </a:lnTo>
                <a:lnTo>
                  <a:pt x="1904" y="47395"/>
                </a:lnTo>
                <a:lnTo>
                  <a:pt x="1904" y="49348"/>
                </a:lnTo>
                <a:lnTo>
                  <a:pt x="1904" y="51034"/>
                </a:lnTo>
                <a:lnTo>
                  <a:pt x="1904" y="52987"/>
                </a:lnTo>
                <a:lnTo>
                  <a:pt x="1904" y="54673"/>
                </a:lnTo>
                <a:lnTo>
                  <a:pt x="1904" y="56626"/>
                </a:lnTo>
                <a:lnTo>
                  <a:pt x="1904" y="58312"/>
                </a:lnTo>
                <a:lnTo>
                  <a:pt x="1904" y="60265"/>
                </a:lnTo>
                <a:lnTo>
                  <a:pt x="1904" y="61773"/>
                </a:lnTo>
                <a:lnTo>
                  <a:pt x="2380" y="63726"/>
                </a:lnTo>
                <a:lnTo>
                  <a:pt x="2380" y="65412"/>
                </a:lnTo>
                <a:lnTo>
                  <a:pt x="2380" y="67365"/>
                </a:lnTo>
                <a:lnTo>
                  <a:pt x="2380" y="69051"/>
                </a:lnTo>
                <a:lnTo>
                  <a:pt x="2380" y="70738"/>
                </a:lnTo>
                <a:lnTo>
                  <a:pt x="2697" y="72690"/>
                </a:lnTo>
                <a:lnTo>
                  <a:pt x="2697" y="74377"/>
                </a:lnTo>
                <a:lnTo>
                  <a:pt x="2697" y="76152"/>
                </a:lnTo>
                <a:lnTo>
                  <a:pt x="2697" y="77838"/>
                </a:lnTo>
                <a:lnTo>
                  <a:pt x="2697" y="79791"/>
                </a:lnTo>
                <a:lnTo>
                  <a:pt x="3173" y="81477"/>
                </a:lnTo>
                <a:lnTo>
                  <a:pt x="3173" y="83252"/>
                </a:lnTo>
                <a:lnTo>
                  <a:pt x="3173" y="84939"/>
                </a:lnTo>
                <a:lnTo>
                  <a:pt x="3173" y="86891"/>
                </a:lnTo>
                <a:lnTo>
                  <a:pt x="3173" y="88578"/>
                </a:lnTo>
                <a:lnTo>
                  <a:pt x="3491" y="90264"/>
                </a:lnTo>
                <a:lnTo>
                  <a:pt x="3491" y="92039"/>
                </a:lnTo>
                <a:lnTo>
                  <a:pt x="3491" y="93903"/>
                </a:lnTo>
                <a:lnTo>
                  <a:pt x="3491" y="95678"/>
                </a:lnTo>
                <a:lnTo>
                  <a:pt x="3808" y="97364"/>
                </a:lnTo>
                <a:lnTo>
                  <a:pt x="3808" y="99051"/>
                </a:lnTo>
                <a:lnTo>
                  <a:pt x="3808" y="100790"/>
                </a:lnTo>
                <a:lnTo>
                  <a:pt x="3808" y="102725"/>
                </a:lnTo>
                <a:lnTo>
                  <a:pt x="3808" y="104438"/>
                </a:lnTo>
                <a:lnTo>
                  <a:pt x="4284" y="106151"/>
                </a:lnTo>
                <a:lnTo>
                  <a:pt x="4284" y="107864"/>
                </a:lnTo>
                <a:lnTo>
                  <a:pt x="4284" y="109586"/>
                </a:lnTo>
                <a:lnTo>
                  <a:pt x="4284" y="111299"/>
                </a:lnTo>
                <a:lnTo>
                  <a:pt x="4284" y="113225"/>
                </a:lnTo>
                <a:lnTo>
                  <a:pt x="4284" y="114734"/>
                </a:lnTo>
                <a:lnTo>
                  <a:pt x="4284" y="116660"/>
                </a:lnTo>
                <a:lnTo>
                  <a:pt x="4284" y="118160"/>
                </a:lnTo>
                <a:lnTo>
                  <a:pt x="4284" y="120095"/>
                </a:lnTo>
                <a:lnTo>
                  <a:pt x="4284" y="121595"/>
                </a:lnTo>
                <a:lnTo>
                  <a:pt x="4601" y="123521"/>
                </a:lnTo>
                <a:lnTo>
                  <a:pt x="4601" y="125021"/>
                </a:lnTo>
                <a:lnTo>
                  <a:pt x="4601" y="126956"/>
                </a:lnTo>
                <a:lnTo>
                  <a:pt x="4601" y="128669"/>
                </a:lnTo>
                <a:lnTo>
                  <a:pt x="5077" y="130382"/>
                </a:lnTo>
                <a:lnTo>
                  <a:pt x="5077" y="132094"/>
                </a:lnTo>
                <a:lnTo>
                  <a:pt x="5077" y="133816"/>
                </a:lnTo>
                <a:lnTo>
                  <a:pt x="5077" y="135529"/>
                </a:lnTo>
                <a:lnTo>
                  <a:pt x="5077" y="137242"/>
                </a:lnTo>
                <a:lnTo>
                  <a:pt x="5395" y="138964"/>
                </a:lnTo>
                <a:lnTo>
                  <a:pt x="5395" y="140677"/>
                </a:lnTo>
                <a:lnTo>
                  <a:pt x="5395" y="142390"/>
                </a:lnTo>
                <a:lnTo>
                  <a:pt x="5395" y="144103"/>
                </a:lnTo>
                <a:lnTo>
                  <a:pt x="5395" y="145825"/>
                </a:lnTo>
                <a:lnTo>
                  <a:pt x="5871" y="147538"/>
                </a:lnTo>
                <a:lnTo>
                  <a:pt x="5871" y="149038"/>
                </a:lnTo>
                <a:lnTo>
                  <a:pt x="5871" y="150964"/>
                </a:lnTo>
                <a:lnTo>
                  <a:pt x="5871" y="152473"/>
                </a:lnTo>
                <a:lnTo>
                  <a:pt x="5871" y="154186"/>
                </a:lnTo>
                <a:lnTo>
                  <a:pt x="6188" y="155899"/>
                </a:lnTo>
                <a:lnTo>
                  <a:pt x="6188" y="157612"/>
                </a:lnTo>
                <a:lnTo>
                  <a:pt x="6188" y="159334"/>
                </a:lnTo>
                <a:lnTo>
                  <a:pt x="6188" y="161047"/>
                </a:lnTo>
                <a:lnTo>
                  <a:pt x="6188" y="162760"/>
                </a:lnTo>
                <a:lnTo>
                  <a:pt x="6188" y="164260"/>
                </a:lnTo>
                <a:lnTo>
                  <a:pt x="6188" y="165981"/>
                </a:lnTo>
                <a:lnTo>
                  <a:pt x="6188" y="167694"/>
                </a:lnTo>
                <a:lnTo>
                  <a:pt x="6188" y="169407"/>
                </a:lnTo>
                <a:lnTo>
                  <a:pt x="6506" y="171120"/>
                </a:lnTo>
                <a:lnTo>
                  <a:pt x="6506" y="172620"/>
                </a:lnTo>
                <a:lnTo>
                  <a:pt x="6506" y="174555"/>
                </a:lnTo>
                <a:lnTo>
                  <a:pt x="6506" y="176055"/>
                </a:lnTo>
                <a:lnTo>
                  <a:pt x="6506" y="177768"/>
                </a:lnTo>
                <a:lnTo>
                  <a:pt x="6982" y="179490"/>
                </a:lnTo>
                <a:lnTo>
                  <a:pt x="6982" y="180990"/>
                </a:lnTo>
                <a:lnTo>
                  <a:pt x="6982" y="182703"/>
                </a:lnTo>
                <a:lnTo>
                  <a:pt x="6982" y="184203"/>
                </a:lnTo>
                <a:lnTo>
                  <a:pt x="6982" y="186129"/>
                </a:lnTo>
                <a:lnTo>
                  <a:pt x="7299" y="187638"/>
                </a:lnTo>
                <a:lnTo>
                  <a:pt x="7299" y="189351"/>
                </a:lnTo>
                <a:lnTo>
                  <a:pt x="7299" y="191064"/>
                </a:lnTo>
                <a:lnTo>
                  <a:pt x="7299" y="192564"/>
                </a:lnTo>
                <a:lnTo>
                  <a:pt x="7775" y="194286"/>
                </a:lnTo>
                <a:lnTo>
                  <a:pt x="7775" y="195999"/>
                </a:lnTo>
                <a:lnTo>
                  <a:pt x="7775" y="197499"/>
                </a:lnTo>
                <a:lnTo>
                  <a:pt x="7775" y="199212"/>
                </a:lnTo>
                <a:lnTo>
                  <a:pt x="7775" y="200711"/>
                </a:lnTo>
                <a:lnTo>
                  <a:pt x="8093" y="202433"/>
                </a:lnTo>
                <a:lnTo>
                  <a:pt x="8093" y="204146"/>
                </a:lnTo>
                <a:lnTo>
                  <a:pt x="8093" y="205646"/>
                </a:lnTo>
                <a:lnTo>
                  <a:pt x="8093" y="207359"/>
                </a:lnTo>
                <a:lnTo>
                  <a:pt x="8093" y="208859"/>
                </a:lnTo>
                <a:lnTo>
                  <a:pt x="8093" y="210581"/>
                </a:lnTo>
                <a:lnTo>
                  <a:pt x="8093" y="212294"/>
                </a:lnTo>
                <a:lnTo>
                  <a:pt x="8093" y="213794"/>
                </a:lnTo>
                <a:lnTo>
                  <a:pt x="8093" y="215507"/>
                </a:lnTo>
                <a:lnTo>
                  <a:pt x="8093" y="217007"/>
                </a:lnTo>
                <a:lnTo>
                  <a:pt x="8410" y="218507"/>
                </a:lnTo>
                <a:lnTo>
                  <a:pt x="8410" y="220229"/>
                </a:lnTo>
                <a:lnTo>
                  <a:pt x="8410" y="221942"/>
                </a:lnTo>
                <a:lnTo>
                  <a:pt x="8410" y="223442"/>
                </a:lnTo>
                <a:lnTo>
                  <a:pt x="8886" y="225155"/>
                </a:lnTo>
                <a:lnTo>
                  <a:pt x="8886" y="226664"/>
                </a:lnTo>
                <a:lnTo>
                  <a:pt x="8886" y="228164"/>
                </a:lnTo>
                <a:lnTo>
                  <a:pt x="8886" y="229877"/>
                </a:lnTo>
                <a:lnTo>
                  <a:pt x="8886" y="231377"/>
                </a:lnTo>
                <a:lnTo>
                  <a:pt x="9203" y="233090"/>
                </a:lnTo>
                <a:lnTo>
                  <a:pt x="9203" y="234589"/>
                </a:lnTo>
                <a:lnTo>
                  <a:pt x="9203" y="236098"/>
                </a:lnTo>
                <a:lnTo>
                  <a:pt x="9203" y="237811"/>
                </a:lnTo>
                <a:lnTo>
                  <a:pt x="9203" y="239524"/>
                </a:lnTo>
                <a:lnTo>
                  <a:pt x="9679" y="240811"/>
                </a:lnTo>
                <a:lnTo>
                  <a:pt x="9679" y="242524"/>
                </a:lnTo>
                <a:lnTo>
                  <a:pt x="9679" y="244246"/>
                </a:lnTo>
                <a:lnTo>
                  <a:pt x="9679" y="245533"/>
                </a:lnTo>
                <a:lnTo>
                  <a:pt x="9679" y="247246"/>
                </a:lnTo>
                <a:lnTo>
                  <a:pt x="9997" y="248959"/>
                </a:lnTo>
                <a:lnTo>
                  <a:pt x="9997" y="250246"/>
                </a:lnTo>
                <a:lnTo>
                  <a:pt x="9997" y="251959"/>
                </a:lnTo>
                <a:lnTo>
                  <a:pt x="9997" y="253681"/>
                </a:lnTo>
                <a:lnTo>
                  <a:pt x="10473" y="254968"/>
                </a:lnTo>
                <a:lnTo>
                  <a:pt x="10473" y="256681"/>
                </a:lnTo>
                <a:lnTo>
                  <a:pt x="10473" y="258181"/>
                </a:lnTo>
                <a:lnTo>
                  <a:pt x="10473" y="259681"/>
                </a:lnTo>
                <a:lnTo>
                  <a:pt x="10473" y="261394"/>
                </a:lnTo>
                <a:lnTo>
                  <a:pt x="10473" y="262894"/>
                </a:lnTo>
                <a:lnTo>
                  <a:pt x="10473" y="264403"/>
                </a:lnTo>
                <a:lnTo>
                  <a:pt x="10473" y="265902"/>
                </a:lnTo>
                <a:lnTo>
                  <a:pt x="10473" y="267615"/>
                </a:lnTo>
                <a:lnTo>
                  <a:pt x="10473" y="269115"/>
                </a:lnTo>
                <a:lnTo>
                  <a:pt x="10790" y="270615"/>
                </a:lnTo>
                <a:lnTo>
                  <a:pt x="10790" y="272115"/>
                </a:lnTo>
                <a:lnTo>
                  <a:pt x="10790" y="273615"/>
                </a:lnTo>
                <a:lnTo>
                  <a:pt x="10790" y="275115"/>
                </a:lnTo>
                <a:lnTo>
                  <a:pt x="10790" y="276624"/>
                </a:lnTo>
                <a:lnTo>
                  <a:pt x="11108" y="278337"/>
                </a:lnTo>
                <a:lnTo>
                  <a:pt x="11108" y="279837"/>
                </a:lnTo>
                <a:lnTo>
                  <a:pt x="11108" y="281337"/>
                </a:lnTo>
                <a:lnTo>
                  <a:pt x="11108" y="282837"/>
                </a:lnTo>
                <a:lnTo>
                  <a:pt x="11584" y="284337"/>
                </a:lnTo>
                <a:lnTo>
                  <a:pt x="11584" y="285837"/>
                </a:lnTo>
                <a:lnTo>
                  <a:pt x="11584" y="287346"/>
                </a:lnTo>
                <a:lnTo>
                  <a:pt x="11584" y="288846"/>
                </a:lnTo>
                <a:lnTo>
                  <a:pt x="11584" y="290346"/>
                </a:lnTo>
                <a:lnTo>
                  <a:pt x="11901" y="291846"/>
                </a:lnTo>
                <a:lnTo>
                  <a:pt x="11901" y="293346"/>
                </a:lnTo>
                <a:lnTo>
                  <a:pt x="11901" y="294846"/>
                </a:lnTo>
                <a:lnTo>
                  <a:pt x="11901" y="296346"/>
                </a:lnTo>
                <a:lnTo>
                  <a:pt x="11901" y="297846"/>
                </a:lnTo>
                <a:lnTo>
                  <a:pt x="12377" y="299346"/>
                </a:lnTo>
                <a:lnTo>
                  <a:pt x="12377" y="300854"/>
                </a:lnTo>
                <a:lnTo>
                  <a:pt x="12377" y="302354"/>
                </a:lnTo>
                <a:lnTo>
                  <a:pt x="12377" y="303854"/>
                </a:lnTo>
                <a:lnTo>
                  <a:pt x="12377" y="305354"/>
                </a:lnTo>
                <a:lnTo>
                  <a:pt x="12377" y="306854"/>
                </a:lnTo>
                <a:lnTo>
                  <a:pt x="12377" y="308141"/>
                </a:lnTo>
                <a:lnTo>
                  <a:pt x="12377" y="309641"/>
                </a:lnTo>
                <a:lnTo>
                  <a:pt x="12377" y="311354"/>
                </a:lnTo>
                <a:lnTo>
                  <a:pt x="12694" y="312854"/>
                </a:lnTo>
                <a:lnTo>
                  <a:pt x="12694" y="314141"/>
                </a:lnTo>
                <a:lnTo>
                  <a:pt x="12694" y="315641"/>
                </a:lnTo>
                <a:lnTo>
                  <a:pt x="12694" y="317150"/>
                </a:lnTo>
                <a:lnTo>
                  <a:pt x="12694" y="318650"/>
                </a:lnTo>
                <a:lnTo>
                  <a:pt x="13012" y="319937"/>
                </a:lnTo>
                <a:lnTo>
                  <a:pt x="13012" y="321437"/>
                </a:lnTo>
                <a:lnTo>
                  <a:pt x="13012" y="322937"/>
                </a:lnTo>
                <a:lnTo>
                  <a:pt x="13012" y="324437"/>
                </a:lnTo>
                <a:lnTo>
                  <a:pt x="13012" y="325937"/>
                </a:lnTo>
                <a:lnTo>
                  <a:pt x="13488" y="327224"/>
                </a:lnTo>
                <a:lnTo>
                  <a:pt x="13488" y="328724"/>
                </a:lnTo>
                <a:lnTo>
                  <a:pt x="13488" y="330224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7135930" y="3924598"/>
            <a:ext cx="13329" cy="235868"/>
          </a:xfrm>
          <a:custGeom>
            <a:avLst/>
            <a:gdLst/>
            <a:ahLst/>
            <a:cxnLst/>
            <a:rect l="l" t="t" r="r" b="b"/>
            <a:pathLst>
              <a:path w="13329" h="235868">
                <a:moveTo>
                  <a:pt x="0" y="0"/>
                </a:moveTo>
                <a:lnTo>
                  <a:pt x="0" y="1499"/>
                </a:lnTo>
                <a:lnTo>
                  <a:pt x="0" y="2786"/>
                </a:lnTo>
                <a:lnTo>
                  <a:pt x="317" y="4286"/>
                </a:lnTo>
                <a:lnTo>
                  <a:pt x="317" y="5795"/>
                </a:lnTo>
                <a:lnTo>
                  <a:pt x="317" y="7295"/>
                </a:lnTo>
                <a:lnTo>
                  <a:pt x="317" y="8582"/>
                </a:lnTo>
                <a:lnTo>
                  <a:pt x="793" y="10082"/>
                </a:lnTo>
                <a:lnTo>
                  <a:pt x="793" y="11369"/>
                </a:lnTo>
                <a:lnTo>
                  <a:pt x="793" y="12869"/>
                </a:lnTo>
                <a:lnTo>
                  <a:pt x="793" y="14369"/>
                </a:lnTo>
                <a:lnTo>
                  <a:pt x="793" y="15656"/>
                </a:lnTo>
                <a:lnTo>
                  <a:pt x="1110" y="17156"/>
                </a:lnTo>
                <a:lnTo>
                  <a:pt x="1110" y="18443"/>
                </a:lnTo>
                <a:lnTo>
                  <a:pt x="1110" y="19943"/>
                </a:lnTo>
                <a:lnTo>
                  <a:pt x="1110" y="21443"/>
                </a:lnTo>
                <a:lnTo>
                  <a:pt x="1110" y="22730"/>
                </a:lnTo>
                <a:lnTo>
                  <a:pt x="1110" y="24017"/>
                </a:lnTo>
                <a:lnTo>
                  <a:pt x="1110" y="25517"/>
                </a:lnTo>
                <a:lnTo>
                  <a:pt x="1110" y="27017"/>
                </a:lnTo>
                <a:lnTo>
                  <a:pt x="1110" y="28517"/>
                </a:lnTo>
                <a:lnTo>
                  <a:pt x="1110" y="29804"/>
                </a:lnTo>
                <a:lnTo>
                  <a:pt x="1586" y="31091"/>
                </a:lnTo>
                <a:lnTo>
                  <a:pt x="1586" y="32591"/>
                </a:lnTo>
                <a:lnTo>
                  <a:pt x="1586" y="33878"/>
                </a:lnTo>
                <a:lnTo>
                  <a:pt x="1586" y="35377"/>
                </a:lnTo>
                <a:lnTo>
                  <a:pt x="1586" y="36664"/>
                </a:lnTo>
                <a:lnTo>
                  <a:pt x="1904" y="38173"/>
                </a:lnTo>
                <a:lnTo>
                  <a:pt x="1904" y="39460"/>
                </a:lnTo>
                <a:lnTo>
                  <a:pt x="1904" y="40738"/>
                </a:lnTo>
                <a:lnTo>
                  <a:pt x="1904" y="42247"/>
                </a:lnTo>
                <a:lnTo>
                  <a:pt x="2221" y="43534"/>
                </a:lnTo>
                <a:lnTo>
                  <a:pt x="2221" y="45034"/>
                </a:lnTo>
                <a:lnTo>
                  <a:pt x="2221" y="46321"/>
                </a:lnTo>
                <a:lnTo>
                  <a:pt x="2221" y="47608"/>
                </a:lnTo>
                <a:lnTo>
                  <a:pt x="2221" y="48895"/>
                </a:lnTo>
                <a:lnTo>
                  <a:pt x="2697" y="50395"/>
                </a:lnTo>
                <a:lnTo>
                  <a:pt x="2697" y="51682"/>
                </a:lnTo>
                <a:lnTo>
                  <a:pt x="2697" y="53182"/>
                </a:lnTo>
                <a:lnTo>
                  <a:pt x="2697" y="54469"/>
                </a:lnTo>
                <a:lnTo>
                  <a:pt x="2697" y="55756"/>
                </a:lnTo>
                <a:lnTo>
                  <a:pt x="3015" y="57043"/>
                </a:lnTo>
                <a:lnTo>
                  <a:pt x="3015" y="58330"/>
                </a:lnTo>
                <a:lnTo>
                  <a:pt x="3015" y="59830"/>
                </a:lnTo>
                <a:lnTo>
                  <a:pt x="3015" y="61117"/>
                </a:lnTo>
                <a:lnTo>
                  <a:pt x="3015" y="62404"/>
                </a:lnTo>
                <a:lnTo>
                  <a:pt x="3015" y="63904"/>
                </a:lnTo>
                <a:lnTo>
                  <a:pt x="3015" y="65191"/>
                </a:lnTo>
                <a:lnTo>
                  <a:pt x="3015" y="66477"/>
                </a:lnTo>
                <a:lnTo>
                  <a:pt x="3015" y="67764"/>
                </a:lnTo>
                <a:lnTo>
                  <a:pt x="3491" y="69043"/>
                </a:lnTo>
                <a:lnTo>
                  <a:pt x="3491" y="70329"/>
                </a:lnTo>
                <a:lnTo>
                  <a:pt x="3491" y="71616"/>
                </a:lnTo>
                <a:lnTo>
                  <a:pt x="3491" y="73116"/>
                </a:lnTo>
                <a:lnTo>
                  <a:pt x="3491" y="74403"/>
                </a:lnTo>
                <a:lnTo>
                  <a:pt x="3808" y="75690"/>
                </a:lnTo>
                <a:lnTo>
                  <a:pt x="3808" y="76977"/>
                </a:lnTo>
                <a:lnTo>
                  <a:pt x="3808" y="78264"/>
                </a:lnTo>
                <a:lnTo>
                  <a:pt x="3808" y="79551"/>
                </a:lnTo>
                <a:lnTo>
                  <a:pt x="3808" y="80838"/>
                </a:lnTo>
                <a:lnTo>
                  <a:pt x="4125" y="82125"/>
                </a:lnTo>
                <a:lnTo>
                  <a:pt x="4125" y="83412"/>
                </a:lnTo>
                <a:lnTo>
                  <a:pt x="4125" y="84699"/>
                </a:lnTo>
                <a:lnTo>
                  <a:pt x="4125" y="85986"/>
                </a:lnTo>
                <a:lnTo>
                  <a:pt x="4125" y="87273"/>
                </a:lnTo>
                <a:lnTo>
                  <a:pt x="4601" y="88560"/>
                </a:lnTo>
                <a:lnTo>
                  <a:pt x="4601" y="89847"/>
                </a:lnTo>
                <a:lnTo>
                  <a:pt x="4601" y="91347"/>
                </a:lnTo>
                <a:lnTo>
                  <a:pt x="4601" y="92421"/>
                </a:lnTo>
                <a:lnTo>
                  <a:pt x="4919" y="93708"/>
                </a:lnTo>
                <a:lnTo>
                  <a:pt x="4919" y="94995"/>
                </a:lnTo>
                <a:lnTo>
                  <a:pt x="4919" y="96282"/>
                </a:lnTo>
                <a:lnTo>
                  <a:pt x="4919" y="97347"/>
                </a:lnTo>
                <a:lnTo>
                  <a:pt x="4919" y="98634"/>
                </a:lnTo>
                <a:lnTo>
                  <a:pt x="5395" y="99921"/>
                </a:lnTo>
                <a:lnTo>
                  <a:pt x="5395" y="101208"/>
                </a:lnTo>
                <a:lnTo>
                  <a:pt x="5395" y="102494"/>
                </a:lnTo>
                <a:lnTo>
                  <a:pt x="5395" y="103781"/>
                </a:lnTo>
                <a:lnTo>
                  <a:pt x="5395" y="105068"/>
                </a:lnTo>
                <a:lnTo>
                  <a:pt x="5395" y="106355"/>
                </a:lnTo>
                <a:lnTo>
                  <a:pt x="5395" y="107642"/>
                </a:lnTo>
                <a:lnTo>
                  <a:pt x="5395" y="108716"/>
                </a:lnTo>
                <a:lnTo>
                  <a:pt x="5395" y="110003"/>
                </a:lnTo>
                <a:lnTo>
                  <a:pt x="5395" y="111290"/>
                </a:lnTo>
                <a:lnTo>
                  <a:pt x="5712" y="112577"/>
                </a:lnTo>
                <a:lnTo>
                  <a:pt x="5712" y="113651"/>
                </a:lnTo>
                <a:lnTo>
                  <a:pt x="5712" y="114929"/>
                </a:lnTo>
                <a:lnTo>
                  <a:pt x="5712" y="116003"/>
                </a:lnTo>
                <a:lnTo>
                  <a:pt x="6030" y="117290"/>
                </a:lnTo>
                <a:lnTo>
                  <a:pt x="6030" y="118577"/>
                </a:lnTo>
                <a:lnTo>
                  <a:pt x="6030" y="119651"/>
                </a:lnTo>
                <a:lnTo>
                  <a:pt x="6030" y="120938"/>
                </a:lnTo>
                <a:lnTo>
                  <a:pt x="6030" y="122225"/>
                </a:lnTo>
                <a:lnTo>
                  <a:pt x="6506" y="123299"/>
                </a:lnTo>
                <a:lnTo>
                  <a:pt x="6506" y="124586"/>
                </a:lnTo>
                <a:lnTo>
                  <a:pt x="6506" y="125873"/>
                </a:lnTo>
                <a:lnTo>
                  <a:pt x="6506" y="126938"/>
                </a:lnTo>
                <a:lnTo>
                  <a:pt x="6506" y="128225"/>
                </a:lnTo>
                <a:lnTo>
                  <a:pt x="6823" y="129299"/>
                </a:lnTo>
                <a:lnTo>
                  <a:pt x="6823" y="130586"/>
                </a:lnTo>
                <a:lnTo>
                  <a:pt x="6823" y="131873"/>
                </a:lnTo>
                <a:lnTo>
                  <a:pt x="6823" y="132947"/>
                </a:lnTo>
                <a:lnTo>
                  <a:pt x="6823" y="134234"/>
                </a:lnTo>
                <a:lnTo>
                  <a:pt x="7299" y="135307"/>
                </a:lnTo>
                <a:lnTo>
                  <a:pt x="7299" y="136594"/>
                </a:lnTo>
                <a:lnTo>
                  <a:pt x="7299" y="137659"/>
                </a:lnTo>
                <a:lnTo>
                  <a:pt x="7299" y="138946"/>
                </a:lnTo>
                <a:lnTo>
                  <a:pt x="7299" y="140020"/>
                </a:lnTo>
                <a:lnTo>
                  <a:pt x="7299" y="141094"/>
                </a:lnTo>
                <a:lnTo>
                  <a:pt x="7299" y="142381"/>
                </a:lnTo>
                <a:lnTo>
                  <a:pt x="7299" y="143455"/>
                </a:lnTo>
                <a:lnTo>
                  <a:pt x="7299" y="144742"/>
                </a:lnTo>
                <a:lnTo>
                  <a:pt x="7616" y="145807"/>
                </a:lnTo>
                <a:lnTo>
                  <a:pt x="7616" y="146881"/>
                </a:lnTo>
                <a:lnTo>
                  <a:pt x="7616" y="148168"/>
                </a:lnTo>
                <a:lnTo>
                  <a:pt x="7616" y="149242"/>
                </a:lnTo>
                <a:lnTo>
                  <a:pt x="7616" y="150316"/>
                </a:lnTo>
                <a:lnTo>
                  <a:pt x="8093" y="151603"/>
                </a:lnTo>
                <a:lnTo>
                  <a:pt x="8093" y="152668"/>
                </a:lnTo>
                <a:lnTo>
                  <a:pt x="8093" y="153955"/>
                </a:lnTo>
                <a:lnTo>
                  <a:pt x="8093" y="155029"/>
                </a:lnTo>
                <a:lnTo>
                  <a:pt x="8093" y="156316"/>
                </a:lnTo>
                <a:lnTo>
                  <a:pt x="8410" y="157390"/>
                </a:lnTo>
                <a:lnTo>
                  <a:pt x="8410" y="158464"/>
                </a:lnTo>
                <a:lnTo>
                  <a:pt x="8410" y="159538"/>
                </a:lnTo>
                <a:lnTo>
                  <a:pt x="8410" y="160816"/>
                </a:lnTo>
                <a:lnTo>
                  <a:pt x="8727" y="161890"/>
                </a:lnTo>
                <a:lnTo>
                  <a:pt x="8727" y="162964"/>
                </a:lnTo>
                <a:lnTo>
                  <a:pt x="8727" y="164038"/>
                </a:lnTo>
                <a:lnTo>
                  <a:pt x="8727" y="165112"/>
                </a:lnTo>
                <a:lnTo>
                  <a:pt x="8727" y="166177"/>
                </a:lnTo>
                <a:lnTo>
                  <a:pt x="9203" y="167251"/>
                </a:lnTo>
                <a:lnTo>
                  <a:pt x="9203" y="168325"/>
                </a:lnTo>
                <a:lnTo>
                  <a:pt x="9203" y="169398"/>
                </a:lnTo>
                <a:lnTo>
                  <a:pt x="9203" y="170472"/>
                </a:lnTo>
                <a:lnTo>
                  <a:pt x="9203" y="171537"/>
                </a:lnTo>
                <a:lnTo>
                  <a:pt x="9521" y="172824"/>
                </a:lnTo>
                <a:lnTo>
                  <a:pt x="9521" y="173898"/>
                </a:lnTo>
                <a:lnTo>
                  <a:pt x="9521" y="174972"/>
                </a:lnTo>
                <a:lnTo>
                  <a:pt x="9521" y="176046"/>
                </a:lnTo>
                <a:lnTo>
                  <a:pt x="9521" y="177120"/>
                </a:lnTo>
                <a:lnTo>
                  <a:pt x="9521" y="178185"/>
                </a:lnTo>
                <a:lnTo>
                  <a:pt x="9521" y="179259"/>
                </a:lnTo>
                <a:lnTo>
                  <a:pt x="9521" y="180333"/>
                </a:lnTo>
                <a:lnTo>
                  <a:pt x="9521" y="181407"/>
                </a:lnTo>
                <a:lnTo>
                  <a:pt x="9997" y="182481"/>
                </a:lnTo>
                <a:lnTo>
                  <a:pt x="9997" y="183546"/>
                </a:lnTo>
                <a:lnTo>
                  <a:pt x="9997" y="184620"/>
                </a:lnTo>
                <a:lnTo>
                  <a:pt x="9997" y="185694"/>
                </a:lnTo>
                <a:lnTo>
                  <a:pt x="9997" y="186768"/>
                </a:lnTo>
                <a:lnTo>
                  <a:pt x="10314" y="187842"/>
                </a:lnTo>
                <a:lnTo>
                  <a:pt x="10314" y="188907"/>
                </a:lnTo>
                <a:lnTo>
                  <a:pt x="10314" y="189981"/>
                </a:lnTo>
                <a:lnTo>
                  <a:pt x="10314" y="190842"/>
                </a:lnTo>
                <a:lnTo>
                  <a:pt x="10314" y="191916"/>
                </a:lnTo>
                <a:lnTo>
                  <a:pt x="10631" y="192981"/>
                </a:lnTo>
                <a:lnTo>
                  <a:pt x="10631" y="194055"/>
                </a:lnTo>
                <a:lnTo>
                  <a:pt x="10631" y="195129"/>
                </a:lnTo>
                <a:lnTo>
                  <a:pt x="10631" y="196203"/>
                </a:lnTo>
                <a:lnTo>
                  <a:pt x="10631" y="197055"/>
                </a:lnTo>
                <a:lnTo>
                  <a:pt x="11108" y="198129"/>
                </a:lnTo>
                <a:lnTo>
                  <a:pt x="11108" y="199203"/>
                </a:lnTo>
                <a:lnTo>
                  <a:pt x="11108" y="200064"/>
                </a:lnTo>
                <a:lnTo>
                  <a:pt x="11108" y="201129"/>
                </a:lnTo>
                <a:lnTo>
                  <a:pt x="11425" y="202203"/>
                </a:lnTo>
                <a:lnTo>
                  <a:pt x="11425" y="203277"/>
                </a:lnTo>
                <a:lnTo>
                  <a:pt x="11425" y="204350"/>
                </a:lnTo>
                <a:lnTo>
                  <a:pt x="11425" y="205203"/>
                </a:lnTo>
                <a:lnTo>
                  <a:pt x="11425" y="206276"/>
                </a:lnTo>
                <a:lnTo>
                  <a:pt x="11425" y="207137"/>
                </a:lnTo>
                <a:lnTo>
                  <a:pt x="11425" y="208211"/>
                </a:lnTo>
                <a:lnTo>
                  <a:pt x="11425" y="209276"/>
                </a:lnTo>
                <a:lnTo>
                  <a:pt x="11425" y="210350"/>
                </a:lnTo>
                <a:lnTo>
                  <a:pt x="11425" y="211211"/>
                </a:lnTo>
                <a:lnTo>
                  <a:pt x="11901" y="212063"/>
                </a:lnTo>
                <a:lnTo>
                  <a:pt x="11901" y="213137"/>
                </a:lnTo>
                <a:lnTo>
                  <a:pt x="11901" y="213998"/>
                </a:lnTo>
                <a:lnTo>
                  <a:pt x="11901" y="215285"/>
                </a:lnTo>
                <a:lnTo>
                  <a:pt x="11901" y="216137"/>
                </a:lnTo>
                <a:lnTo>
                  <a:pt x="12218" y="216998"/>
                </a:lnTo>
                <a:lnTo>
                  <a:pt x="12218" y="218072"/>
                </a:lnTo>
                <a:lnTo>
                  <a:pt x="12218" y="218933"/>
                </a:lnTo>
                <a:lnTo>
                  <a:pt x="12218" y="219998"/>
                </a:lnTo>
                <a:lnTo>
                  <a:pt x="12694" y="220859"/>
                </a:lnTo>
                <a:lnTo>
                  <a:pt x="12694" y="221933"/>
                </a:lnTo>
                <a:lnTo>
                  <a:pt x="12694" y="222785"/>
                </a:lnTo>
                <a:lnTo>
                  <a:pt x="12694" y="223646"/>
                </a:lnTo>
                <a:lnTo>
                  <a:pt x="12694" y="224720"/>
                </a:lnTo>
                <a:lnTo>
                  <a:pt x="13012" y="225794"/>
                </a:lnTo>
                <a:lnTo>
                  <a:pt x="13012" y="226646"/>
                </a:lnTo>
                <a:lnTo>
                  <a:pt x="13012" y="227507"/>
                </a:lnTo>
                <a:lnTo>
                  <a:pt x="13012" y="228368"/>
                </a:lnTo>
                <a:lnTo>
                  <a:pt x="13012" y="229433"/>
                </a:lnTo>
                <a:lnTo>
                  <a:pt x="13329" y="230294"/>
                </a:lnTo>
                <a:lnTo>
                  <a:pt x="13329" y="231155"/>
                </a:lnTo>
                <a:lnTo>
                  <a:pt x="13329" y="232007"/>
                </a:lnTo>
                <a:lnTo>
                  <a:pt x="13329" y="233081"/>
                </a:lnTo>
                <a:lnTo>
                  <a:pt x="13329" y="234155"/>
                </a:lnTo>
                <a:lnTo>
                  <a:pt x="13329" y="235007"/>
                </a:lnTo>
                <a:lnTo>
                  <a:pt x="13329" y="235868"/>
                </a:lnTo>
              </a:path>
            </a:pathLst>
          </a:custGeom>
          <a:ln w="1951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7149259" y="4160466"/>
            <a:ext cx="13805" cy="120938"/>
          </a:xfrm>
          <a:custGeom>
            <a:avLst/>
            <a:gdLst/>
            <a:ahLst/>
            <a:cxnLst/>
            <a:rect l="l" t="t" r="r" b="b"/>
            <a:pathLst>
              <a:path w="13805" h="120938">
                <a:moveTo>
                  <a:pt x="0" y="0"/>
                </a:moveTo>
                <a:lnTo>
                  <a:pt x="0" y="860"/>
                </a:lnTo>
                <a:lnTo>
                  <a:pt x="0" y="1934"/>
                </a:lnTo>
                <a:lnTo>
                  <a:pt x="476" y="2786"/>
                </a:lnTo>
                <a:lnTo>
                  <a:pt x="476" y="3647"/>
                </a:lnTo>
                <a:lnTo>
                  <a:pt x="476" y="4286"/>
                </a:lnTo>
                <a:lnTo>
                  <a:pt x="476" y="5360"/>
                </a:lnTo>
                <a:lnTo>
                  <a:pt x="476" y="6221"/>
                </a:lnTo>
                <a:lnTo>
                  <a:pt x="793" y="7073"/>
                </a:lnTo>
                <a:lnTo>
                  <a:pt x="793" y="7934"/>
                </a:lnTo>
                <a:lnTo>
                  <a:pt x="793" y="9008"/>
                </a:lnTo>
                <a:lnTo>
                  <a:pt x="793" y="9860"/>
                </a:lnTo>
                <a:lnTo>
                  <a:pt x="793" y="10721"/>
                </a:lnTo>
                <a:lnTo>
                  <a:pt x="1269" y="11369"/>
                </a:lnTo>
                <a:lnTo>
                  <a:pt x="1269" y="12434"/>
                </a:lnTo>
                <a:lnTo>
                  <a:pt x="1269" y="13295"/>
                </a:lnTo>
                <a:lnTo>
                  <a:pt x="1269" y="14156"/>
                </a:lnTo>
                <a:lnTo>
                  <a:pt x="1269" y="14795"/>
                </a:lnTo>
                <a:lnTo>
                  <a:pt x="1586" y="15869"/>
                </a:lnTo>
                <a:lnTo>
                  <a:pt x="1586" y="16721"/>
                </a:lnTo>
                <a:lnTo>
                  <a:pt x="1586" y="17582"/>
                </a:lnTo>
                <a:lnTo>
                  <a:pt x="1586" y="18443"/>
                </a:lnTo>
                <a:lnTo>
                  <a:pt x="1904" y="19295"/>
                </a:lnTo>
                <a:lnTo>
                  <a:pt x="1904" y="20156"/>
                </a:lnTo>
                <a:lnTo>
                  <a:pt x="1904" y="20804"/>
                </a:lnTo>
                <a:lnTo>
                  <a:pt x="1904" y="21869"/>
                </a:lnTo>
                <a:lnTo>
                  <a:pt x="1904" y="22517"/>
                </a:lnTo>
                <a:lnTo>
                  <a:pt x="2380" y="23369"/>
                </a:lnTo>
                <a:lnTo>
                  <a:pt x="2380" y="24230"/>
                </a:lnTo>
                <a:lnTo>
                  <a:pt x="2380" y="25091"/>
                </a:lnTo>
                <a:lnTo>
                  <a:pt x="2380" y="25943"/>
                </a:lnTo>
                <a:lnTo>
                  <a:pt x="2380" y="26591"/>
                </a:lnTo>
                <a:lnTo>
                  <a:pt x="2380" y="27665"/>
                </a:lnTo>
                <a:lnTo>
                  <a:pt x="2380" y="28304"/>
                </a:lnTo>
                <a:lnTo>
                  <a:pt x="2380" y="29165"/>
                </a:lnTo>
                <a:lnTo>
                  <a:pt x="2380" y="30017"/>
                </a:lnTo>
                <a:lnTo>
                  <a:pt x="2380" y="30665"/>
                </a:lnTo>
                <a:lnTo>
                  <a:pt x="2697" y="31517"/>
                </a:lnTo>
                <a:lnTo>
                  <a:pt x="2697" y="32378"/>
                </a:lnTo>
                <a:lnTo>
                  <a:pt x="2697" y="33238"/>
                </a:lnTo>
                <a:lnTo>
                  <a:pt x="2697" y="33878"/>
                </a:lnTo>
                <a:lnTo>
                  <a:pt x="3173" y="34738"/>
                </a:lnTo>
                <a:lnTo>
                  <a:pt x="3173" y="35591"/>
                </a:lnTo>
                <a:lnTo>
                  <a:pt x="3173" y="36238"/>
                </a:lnTo>
                <a:lnTo>
                  <a:pt x="3173" y="37099"/>
                </a:lnTo>
                <a:lnTo>
                  <a:pt x="3173" y="37951"/>
                </a:lnTo>
                <a:lnTo>
                  <a:pt x="3491" y="38599"/>
                </a:lnTo>
                <a:lnTo>
                  <a:pt x="3491" y="39451"/>
                </a:lnTo>
                <a:lnTo>
                  <a:pt x="3491" y="40099"/>
                </a:lnTo>
                <a:lnTo>
                  <a:pt x="3491" y="40951"/>
                </a:lnTo>
                <a:lnTo>
                  <a:pt x="3491" y="41812"/>
                </a:lnTo>
                <a:lnTo>
                  <a:pt x="3967" y="42460"/>
                </a:lnTo>
                <a:lnTo>
                  <a:pt x="3967" y="43099"/>
                </a:lnTo>
                <a:lnTo>
                  <a:pt x="3967" y="43960"/>
                </a:lnTo>
                <a:lnTo>
                  <a:pt x="3967" y="44599"/>
                </a:lnTo>
                <a:lnTo>
                  <a:pt x="3967" y="45460"/>
                </a:lnTo>
                <a:lnTo>
                  <a:pt x="4284" y="46312"/>
                </a:lnTo>
                <a:lnTo>
                  <a:pt x="4284" y="46960"/>
                </a:lnTo>
                <a:lnTo>
                  <a:pt x="4284" y="47821"/>
                </a:lnTo>
                <a:lnTo>
                  <a:pt x="4284" y="48460"/>
                </a:lnTo>
                <a:lnTo>
                  <a:pt x="4284" y="49108"/>
                </a:lnTo>
                <a:lnTo>
                  <a:pt x="4284" y="49960"/>
                </a:lnTo>
                <a:lnTo>
                  <a:pt x="4284" y="50608"/>
                </a:lnTo>
                <a:lnTo>
                  <a:pt x="4284" y="51460"/>
                </a:lnTo>
                <a:lnTo>
                  <a:pt x="4284" y="52108"/>
                </a:lnTo>
                <a:lnTo>
                  <a:pt x="4601" y="52747"/>
                </a:lnTo>
                <a:lnTo>
                  <a:pt x="4601" y="53608"/>
                </a:lnTo>
                <a:lnTo>
                  <a:pt x="4601" y="54247"/>
                </a:lnTo>
                <a:lnTo>
                  <a:pt x="4601" y="54895"/>
                </a:lnTo>
                <a:lnTo>
                  <a:pt x="4601" y="55534"/>
                </a:lnTo>
                <a:lnTo>
                  <a:pt x="5077" y="56182"/>
                </a:lnTo>
                <a:lnTo>
                  <a:pt x="5077" y="57034"/>
                </a:lnTo>
                <a:lnTo>
                  <a:pt x="5077" y="57682"/>
                </a:lnTo>
                <a:lnTo>
                  <a:pt x="5077" y="58534"/>
                </a:lnTo>
                <a:lnTo>
                  <a:pt x="5077" y="59182"/>
                </a:lnTo>
                <a:lnTo>
                  <a:pt x="5395" y="59608"/>
                </a:lnTo>
                <a:lnTo>
                  <a:pt x="5395" y="60469"/>
                </a:lnTo>
                <a:lnTo>
                  <a:pt x="5395" y="61108"/>
                </a:lnTo>
                <a:lnTo>
                  <a:pt x="5395" y="61969"/>
                </a:lnTo>
                <a:lnTo>
                  <a:pt x="5871" y="62395"/>
                </a:lnTo>
                <a:lnTo>
                  <a:pt x="5871" y="63256"/>
                </a:lnTo>
                <a:lnTo>
                  <a:pt x="5871" y="63895"/>
                </a:lnTo>
                <a:lnTo>
                  <a:pt x="5871" y="64330"/>
                </a:lnTo>
                <a:lnTo>
                  <a:pt x="5871" y="65182"/>
                </a:lnTo>
                <a:lnTo>
                  <a:pt x="6188" y="65830"/>
                </a:lnTo>
                <a:lnTo>
                  <a:pt x="6188" y="66469"/>
                </a:lnTo>
                <a:lnTo>
                  <a:pt x="6188" y="67117"/>
                </a:lnTo>
                <a:lnTo>
                  <a:pt x="6188" y="67756"/>
                </a:lnTo>
                <a:lnTo>
                  <a:pt x="6188" y="68403"/>
                </a:lnTo>
                <a:lnTo>
                  <a:pt x="6506" y="69043"/>
                </a:lnTo>
                <a:lnTo>
                  <a:pt x="6506" y="69690"/>
                </a:lnTo>
                <a:lnTo>
                  <a:pt x="6506" y="70329"/>
                </a:lnTo>
                <a:lnTo>
                  <a:pt x="6506" y="70977"/>
                </a:lnTo>
                <a:lnTo>
                  <a:pt x="6506" y="71403"/>
                </a:lnTo>
                <a:lnTo>
                  <a:pt x="6506" y="72264"/>
                </a:lnTo>
                <a:lnTo>
                  <a:pt x="6506" y="72690"/>
                </a:lnTo>
                <a:lnTo>
                  <a:pt x="6506" y="73551"/>
                </a:lnTo>
                <a:lnTo>
                  <a:pt x="6506" y="73977"/>
                </a:lnTo>
                <a:lnTo>
                  <a:pt x="6982" y="74838"/>
                </a:lnTo>
                <a:lnTo>
                  <a:pt x="6982" y="75264"/>
                </a:lnTo>
                <a:lnTo>
                  <a:pt x="6982" y="75903"/>
                </a:lnTo>
                <a:lnTo>
                  <a:pt x="6982" y="76551"/>
                </a:lnTo>
                <a:lnTo>
                  <a:pt x="6982" y="77190"/>
                </a:lnTo>
                <a:lnTo>
                  <a:pt x="7299" y="77625"/>
                </a:lnTo>
                <a:lnTo>
                  <a:pt x="7299" y="78477"/>
                </a:lnTo>
                <a:lnTo>
                  <a:pt x="7299" y="78912"/>
                </a:lnTo>
                <a:lnTo>
                  <a:pt x="7299" y="79551"/>
                </a:lnTo>
                <a:lnTo>
                  <a:pt x="7299" y="79977"/>
                </a:lnTo>
                <a:lnTo>
                  <a:pt x="7775" y="80838"/>
                </a:lnTo>
                <a:lnTo>
                  <a:pt x="7775" y="81264"/>
                </a:lnTo>
                <a:lnTo>
                  <a:pt x="7775" y="81912"/>
                </a:lnTo>
                <a:lnTo>
                  <a:pt x="7775" y="82338"/>
                </a:lnTo>
                <a:lnTo>
                  <a:pt x="7775" y="82986"/>
                </a:lnTo>
                <a:lnTo>
                  <a:pt x="8093" y="83412"/>
                </a:lnTo>
                <a:lnTo>
                  <a:pt x="8093" y="84273"/>
                </a:lnTo>
                <a:lnTo>
                  <a:pt x="8093" y="84699"/>
                </a:lnTo>
                <a:lnTo>
                  <a:pt x="8093" y="85338"/>
                </a:lnTo>
                <a:lnTo>
                  <a:pt x="8410" y="85773"/>
                </a:lnTo>
                <a:lnTo>
                  <a:pt x="8410" y="86412"/>
                </a:lnTo>
                <a:lnTo>
                  <a:pt x="8410" y="86838"/>
                </a:lnTo>
                <a:lnTo>
                  <a:pt x="8410" y="87486"/>
                </a:lnTo>
                <a:lnTo>
                  <a:pt x="8410" y="88125"/>
                </a:lnTo>
                <a:lnTo>
                  <a:pt x="8410" y="88560"/>
                </a:lnTo>
                <a:lnTo>
                  <a:pt x="8410" y="89199"/>
                </a:lnTo>
                <a:lnTo>
                  <a:pt x="8410" y="89634"/>
                </a:lnTo>
                <a:lnTo>
                  <a:pt x="8410" y="90273"/>
                </a:lnTo>
                <a:lnTo>
                  <a:pt x="8410" y="90699"/>
                </a:lnTo>
                <a:lnTo>
                  <a:pt x="8886" y="91347"/>
                </a:lnTo>
                <a:lnTo>
                  <a:pt x="8886" y="91560"/>
                </a:lnTo>
                <a:lnTo>
                  <a:pt x="8886" y="92199"/>
                </a:lnTo>
                <a:lnTo>
                  <a:pt x="8886" y="92847"/>
                </a:lnTo>
                <a:lnTo>
                  <a:pt x="8886" y="93273"/>
                </a:lnTo>
                <a:lnTo>
                  <a:pt x="9203" y="93921"/>
                </a:lnTo>
                <a:lnTo>
                  <a:pt x="9203" y="94347"/>
                </a:lnTo>
                <a:lnTo>
                  <a:pt x="9203" y="94773"/>
                </a:lnTo>
                <a:lnTo>
                  <a:pt x="9203" y="95208"/>
                </a:lnTo>
                <a:lnTo>
                  <a:pt x="9679" y="95847"/>
                </a:lnTo>
                <a:lnTo>
                  <a:pt x="9679" y="96273"/>
                </a:lnTo>
                <a:lnTo>
                  <a:pt x="9679" y="96708"/>
                </a:lnTo>
                <a:lnTo>
                  <a:pt x="9679" y="97347"/>
                </a:lnTo>
                <a:lnTo>
                  <a:pt x="9679" y="97782"/>
                </a:lnTo>
                <a:lnTo>
                  <a:pt x="9997" y="98208"/>
                </a:lnTo>
                <a:lnTo>
                  <a:pt x="9997" y="98634"/>
                </a:lnTo>
                <a:lnTo>
                  <a:pt x="9997" y="99282"/>
                </a:lnTo>
                <a:lnTo>
                  <a:pt x="9997" y="99708"/>
                </a:lnTo>
                <a:lnTo>
                  <a:pt x="9997" y="100134"/>
                </a:lnTo>
                <a:lnTo>
                  <a:pt x="10473" y="100569"/>
                </a:lnTo>
                <a:lnTo>
                  <a:pt x="10473" y="100995"/>
                </a:lnTo>
                <a:lnTo>
                  <a:pt x="10473" y="101421"/>
                </a:lnTo>
                <a:lnTo>
                  <a:pt x="10473" y="102068"/>
                </a:lnTo>
                <a:lnTo>
                  <a:pt x="10473" y="102281"/>
                </a:lnTo>
                <a:lnTo>
                  <a:pt x="10790" y="102921"/>
                </a:lnTo>
                <a:lnTo>
                  <a:pt x="10790" y="103355"/>
                </a:lnTo>
                <a:lnTo>
                  <a:pt x="10790" y="103781"/>
                </a:lnTo>
                <a:lnTo>
                  <a:pt x="10790" y="104207"/>
                </a:lnTo>
                <a:lnTo>
                  <a:pt x="10790" y="104642"/>
                </a:lnTo>
                <a:lnTo>
                  <a:pt x="10790" y="105068"/>
                </a:lnTo>
                <a:lnTo>
                  <a:pt x="10790" y="105494"/>
                </a:lnTo>
                <a:lnTo>
                  <a:pt x="10790" y="105929"/>
                </a:lnTo>
                <a:lnTo>
                  <a:pt x="10790" y="106355"/>
                </a:lnTo>
                <a:lnTo>
                  <a:pt x="11108" y="106781"/>
                </a:lnTo>
                <a:lnTo>
                  <a:pt x="11108" y="107216"/>
                </a:lnTo>
                <a:lnTo>
                  <a:pt x="11108" y="107642"/>
                </a:lnTo>
                <a:lnTo>
                  <a:pt x="11108" y="108068"/>
                </a:lnTo>
                <a:lnTo>
                  <a:pt x="11108" y="108503"/>
                </a:lnTo>
                <a:lnTo>
                  <a:pt x="11584" y="108929"/>
                </a:lnTo>
                <a:lnTo>
                  <a:pt x="11584" y="109355"/>
                </a:lnTo>
                <a:lnTo>
                  <a:pt x="11584" y="109568"/>
                </a:lnTo>
                <a:lnTo>
                  <a:pt x="11584" y="110003"/>
                </a:lnTo>
                <a:lnTo>
                  <a:pt x="11584" y="110429"/>
                </a:lnTo>
                <a:lnTo>
                  <a:pt x="11901" y="110855"/>
                </a:lnTo>
                <a:lnTo>
                  <a:pt x="11901" y="111290"/>
                </a:lnTo>
                <a:lnTo>
                  <a:pt x="11901" y="111716"/>
                </a:lnTo>
                <a:lnTo>
                  <a:pt x="11901" y="111929"/>
                </a:lnTo>
                <a:lnTo>
                  <a:pt x="12377" y="112355"/>
                </a:lnTo>
                <a:lnTo>
                  <a:pt x="12377" y="112790"/>
                </a:lnTo>
                <a:lnTo>
                  <a:pt x="12377" y="113003"/>
                </a:lnTo>
                <a:lnTo>
                  <a:pt x="12377" y="113429"/>
                </a:lnTo>
                <a:lnTo>
                  <a:pt x="12377" y="113855"/>
                </a:lnTo>
                <a:lnTo>
                  <a:pt x="12694" y="114077"/>
                </a:lnTo>
                <a:lnTo>
                  <a:pt x="12694" y="114503"/>
                </a:lnTo>
                <a:lnTo>
                  <a:pt x="12694" y="114929"/>
                </a:lnTo>
                <a:lnTo>
                  <a:pt x="12694" y="115142"/>
                </a:lnTo>
                <a:lnTo>
                  <a:pt x="12694" y="115577"/>
                </a:lnTo>
                <a:lnTo>
                  <a:pt x="12694" y="116003"/>
                </a:lnTo>
                <a:lnTo>
                  <a:pt x="12694" y="116429"/>
                </a:lnTo>
                <a:lnTo>
                  <a:pt x="12694" y="116651"/>
                </a:lnTo>
                <a:lnTo>
                  <a:pt x="12694" y="117077"/>
                </a:lnTo>
                <a:lnTo>
                  <a:pt x="12694" y="117503"/>
                </a:lnTo>
                <a:lnTo>
                  <a:pt x="13012" y="117503"/>
                </a:lnTo>
                <a:lnTo>
                  <a:pt x="13012" y="117938"/>
                </a:lnTo>
                <a:lnTo>
                  <a:pt x="13012" y="118364"/>
                </a:lnTo>
                <a:lnTo>
                  <a:pt x="13012" y="118790"/>
                </a:lnTo>
                <a:lnTo>
                  <a:pt x="13488" y="118790"/>
                </a:lnTo>
                <a:lnTo>
                  <a:pt x="13488" y="119216"/>
                </a:lnTo>
                <a:lnTo>
                  <a:pt x="13488" y="119651"/>
                </a:lnTo>
                <a:lnTo>
                  <a:pt x="13488" y="119864"/>
                </a:lnTo>
                <a:lnTo>
                  <a:pt x="13488" y="120077"/>
                </a:lnTo>
                <a:lnTo>
                  <a:pt x="13805" y="120503"/>
                </a:lnTo>
                <a:lnTo>
                  <a:pt x="13805" y="120938"/>
                </a:lnTo>
              </a:path>
            </a:pathLst>
          </a:custGeom>
          <a:ln w="194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7163065" y="4277117"/>
            <a:ext cx="13488" cy="18008"/>
          </a:xfrm>
          <a:custGeom>
            <a:avLst/>
            <a:gdLst/>
            <a:ahLst/>
            <a:cxnLst/>
            <a:rect l="l" t="t" r="r" b="b"/>
            <a:pathLst>
              <a:path w="13488" h="18008">
                <a:moveTo>
                  <a:pt x="0" y="4286"/>
                </a:moveTo>
                <a:lnTo>
                  <a:pt x="0" y="4499"/>
                </a:lnTo>
                <a:lnTo>
                  <a:pt x="0" y="4712"/>
                </a:lnTo>
                <a:lnTo>
                  <a:pt x="0" y="4925"/>
                </a:lnTo>
                <a:lnTo>
                  <a:pt x="476" y="5360"/>
                </a:lnTo>
                <a:lnTo>
                  <a:pt x="476" y="5573"/>
                </a:lnTo>
                <a:lnTo>
                  <a:pt x="476" y="5786"/>
                </a:lnTo>
                <a:lnTo>
                  <a:pt x="476" y="6212"/>
                </a:lnTo>
                <a:lnTo>
                  <a:pt x="476" y="6425"/>
                </a:lnTo>
                <a:lnTo>
                  <a:pt x="793" y="6860"/>
                </a:lnTo>
                <a:lnTo>
                  <a:pt x="793" y="7286"/>
                </a:lnTo>
                <a:lnTo>
                  <a:pt x="793" y="7499"/>
                </a:lnTo>
                <a:lnTo>
                  <a:pt x="1269" y="7712"/>
                </a:lnTo>
                <a:lnTo>
                  <a:pt x="1269" y="7925"/>
                </a:lnTo>
                <a:lnTo>
                  <a:pt x="1269" y="8147"/>
                </a:lnTo>
                <a:lnTo>
                  <a:pt x="1269" y="8573"/>
                </a:lnTo>
                <a:lnTo>
                  <a:pt x="1269" y="8786"/>
                </a:lnTo>
                <a:lnTo>
                  <a:pt x="1269" y="8999"/>
                </a:lnTo>
                <a:lnTo>
                  <a:pt x="1269" y="9212"/>
                </a:lnTo>
                <a:lnTo>
                  <a:pt x="1269" y="9434"/>
                </a:lnTo>
                <a:lnTo>
                  <a:pt x="1269" y="9647"/>
                </a:lnTo>
                <a:lnTo>
                  <a:pt x="1269" y="9860"/>
                </a:lnTo>
                <a:lnTo>
                  <a:pt x="1586" y="10286"/>
                </a:lnTo>
                <a:lnTo>
                  <a:pt x="1586" y="10499"/>
                </a:lnTo>
                <a:lnTo>
                  <a:pt x="1586" y="10712"/>
                </a:lnTo>
                <a:lnTo>
                  <a:pt x="1586" y="10934"/>
                </a:lnTo>
                <a:lnTo>
                  <a:pt x="1904" y="11360"/>
                </a:lnTo>
                <a:lnTo>
                  <a:pt x="1904" y="11573"/>
                </a:lnTo>
                <a:lnTo>
                  <a:pt x="1904" y="11786"/>
                </a:lnTo>
                <a:lnTo>
                  <a:pt x="2380" y="11999"/>
                </a:lnTo>
                <a:lnTo>
                  <a:pt x="2380" y="12221"/>
                </a:lnTo>
                <a:lnTo>
                  <a:pt x="2380" y="12434"/>
                </a:lnTo>
                <a:lnTo>
                  <a:pt x="2380" y="12647"/>
                </a:lnTo>
                <a:lnTo>
                  <a:pt x="2697" y="12860"/>
                </a:lnTo>
                <a:lnTo>
                  <a:pt x="2697" y="13073"/>
                </a:lnTo>
                <a:lnTo>
                  <a:pt x="2697" y="13286"/>
                </a:lnTo>
                <a:lnTo>
                  <a:pt x="2697" y="13508"/>
                </a:lnTo>
                <a:lnTo>
                  <a:pt x="2697" y="13721"/>
                </a:lnTo>
                <a:lnTo>
                  <a:pt x="3173" y="13934"/>
                </a:lnTo>
                <a:lnTo>
                  <a:pt x="3173" y="14147"/>
                </a:lnTo>
                <a:lnTo>
                  <a:pt x="3173" y="14360"/>
                </a:lnTo>
                <a:lnTo>
                  <a:pt x="3173" y="14573"/>
                </a:lnTo>
                <a:lnTo>
                  <a:pt x="3173" y="14795"/>
                </a:lnTo>
                <a:lnTo>
                  <a:pt x="3173" y="15008"/>
                </a:lnTo>
                <a:lnTo>
                  <a:pt x="3491" y="15221"/>
                </a:lnTo>
                <a:lnTo>
                  <a:pt x="3491" y="15434"/>
                </a:lnTo>
                <a:lnTo>
                  <a:pt x="3491" y="15647"/>
                </a:lnTo>
                <a:lnTo>
                  <a:pt x="3808" y="15860"/>
                </a:lnTo>
                <a:lnTo>
                  <a:pt x="3808" y="16073"/>
                </a:lnTo>
                <a:lnTo>
                  <a:pt x="3808" y="16295"/>
                </a:lnTo>
                <a:lnTo>
                  <a:pt x="4284" y="16295"/>
                </a:lnTo>
                <a:lnTo>
                  <a:pt x="4284" y="16508"/>
                </a:lnTo>
                <a:lnTo>
                  <a:pt x="4284" y="16721"/>
                </a:lnTo>
                <a:lnTo>
                  <a:pt x="4601" y="16721"/>
                </a:lnTo>
                <a:lnTo>
                  <a:pt x="4601" y="16934"/>
                </a:lnTo>
                <a:lnTo>
                  <a:pt x="4601" y="17147"/>
                </a:lnTo>
                <a:lnTo>
                  <a:pt x="5077" y="17360"/>
                </a:lnTo>
                <a:lnTo>
                  <a:pt x="5395" y="17360"/>
                </a:lnTo>
                <a:lnTo>
                  <a:pt x="5395" y="17582"/>
                </a:lnTo>
                <a:lnTo>
                  <a:pt x="5395" y="17795"/>
                </a:lnTo>
                <a:lnTo>
                  <a:pt x="5871" y="17795"/>
                </a:lnTo>
                <a:lnTo>
                  <a:pt x="5871" y="18008"/>
                </a:lnTo>
                <a:lnTo>
                  <a:pt x="6188" y="18008"/>
                </a:lnTo>
                <a:lnTo>
                  <a:pt x="6506" y="18008"/>
                </a:lnTo>
                <a:lnTo>
                  <a:pt x="6982" y="17795"/>
                </a:lnTo>
                <a:lnTo>
                  <a:pt x="7299" y="17795"/>
                </a:lnTo>
                <a:lnTo>
                  <a:pt x="7299" y="17360"/>
                </a:lnTo>
                <a:lnTo>
                  <a:pt x="7775" y="17360"/>
                </a:lnTo>
                <a:lnTo>
                  <a:pt x="7775" y="17147"/>
                </a:lnTo>
                <a:lnTo>
                  <a:pt x="8093" y="16934"/>
                </a:lnTo>
                <a:lnTo>
                  <a:pt x="8093" y="16721"/>
                </a:lnTo>
                <a:lnTo>
                  <a:pt x="8093" y="16508"/>
                </a:lnTo>
                <a:lnTo>
                  <a:pt x="8410" y="16508"/>
                </a:lnTo>
                <a:lnTo>
                  <a:pt x="8410" y="16295"/>
                </a:lnTo>
                <a:lnTo>
                  <a:pt x="8886" y="16073"/>
                </a:lnTo>
                <a:lnTo>
                  <a:pt x="8886" y="15860"/>
                </a:lnTo>
                <a:lnTo>
                  <a:pt x="8886" y="15647"/>
                </a:lnTo>
                <a:lnTo>
                  <a:pt x="9203" y="15434"/>
                </a:lnTo>
                <a:lnTo>
                  <a:pt x="9203" y="15221"/>
                </a:lnTo>
                <a:lnTo>
                  <a:pt x="9203" y="15008"/>
                </a:lnTo>
                <a:lnTo>
                  <a:pt x="9203" y="14795"/>
                </a:lnTo>
                <a:lnTo>
                  <a:pt x="9203" y="14573"/>
                </a:lnTo>
                <a:lnTo>
                  <a:pt x="9203" y="14360"/>
                </a:lnTo>
                <a:lnTo>
                  <a:pt x="9203" y="14147"/>
                </a:lnTo>
                <a:lnTo>
                  <a:pt x="9679" y="14147"/>
                </a:lnTo>
                <a:lnTo>
                  <a:pt x="9679" y="13934"/>
                </a:lnTo>
                <a:lnTo>
                  <a:pt x="9679" y="13721"/>
                </a:lnTo>
                <a:lnTo>
                  <a:pt x="9679" y="13508"/>
                </a:lnTo>
                <a:lnTo>
                  <a:pt x="9997" y="13286"/>
                </a:lnTo>
                <a:lnTo>
                  <a:pt x="9997" y="13073"/>
                </a:lnTo>
                <a:lnTo>
                  <a:pt x="9997" y="12860"/>
                </a:lnTo>
                <a:lnTo>
                  <a:pt x="9997" y="12647"/>
                </a:lnTo>
                <a:lnTo>
                  <a:pt x="10314" y="12647"/>
                </a:lnTo>
                <a:lnTo>
                  <a:pt x="10314" y="12434"/>
                </a:lnTo>
                <a:lnTo>
                  <a:pt x="10314" y="12221"/>
                </a:lnTo>
                <a:lnTo>
                  <a:pt x="10314" y="11999"/>
                </a:lnTo>
                <a:lnTo>
                  <a:pt x="10314" y="11786"/>
                </a:lnTo>
                <a:lnTo>
                  <a:pt x="10790" y="11573"/>
                </a:lnTo>
                <a:lnTo>
                  <a:pt x="10790" y="11360"/>
                </a:lnTo>
                <a:lnTo>
                  <a:pt x="10790" y="10934"/>
                </a:lnTo>
                <a:lnTo>
                  <a:pt x="10790" y="10712"/>
                </a:lnTo>
                <a:lnTo>
                  <a:pt x="11108" y="10499"/>
                </a:lnTo>
                <a:lnTo>
                  <a:pt x="11108" y="10286"/>
                </a:lnTo>
                <a:lnTo>
                  <a:pt x="11108" y="9860"/>
                </a:lnTo>
                <a:lnTo>
                  <a:pt x="11108" y="9647"/>
                </a:lnTo>
                <a:lnTo>
                  <a:pt x="11584" y="9434"/>
                </a:lnTo>
                <a:lnTo>
                  <a:pt x="11584" y="9212"/>
                </a:lnTo>
                <a:lnTo>
                  <a:pt x="11584" y="8999"/>
                </a:lnTo>
                <a:lnTo>
                  <a:pt x="11584" y="8786"/>
                </a:lnTo>
                <a:lnTo>
                  <a:pt x="11584" y="8573"/>
                </a:lnTo>
                <a:lnTo>
                  <a:pt x="11584" y="8147"/>
                </a:lnTo>
                <a:lnTo>
                  <a:pt x="11584" y="7925"/>
                </a:lnTo>
                <a:lnTo>
                  <a:pt x="11584" y="7712"/>
                </a:lnTo>
                <a:lnTo>
                  <a:pt x="11584" y="7499"/>
                </a:lnTo>
                <a:lnTo>
                  <a:pt x="11901" y="7286"/>
                </a:lnTo>
                <a:lnTo>
                  <a:pt x="11901" y="6860"/>
                </a:lnTo>
                <a:lnTo>
                  <a:pt x="11901" y="6425"/>
                </a:lnTo>
                <a:lnTo>
                  <a:pt x="11901" y="6212"/>
                </a:lnTo>
                <a:lnTo>
                  <a:pt x="12377" y="5786"/>
                </a:lnTo>
                <a:lnTo>
                  <a:pt x="12377" y="5573"/>
                </a:lnTo>
                <a:lnTo>
                  <a:pt x="12377" y="5360"/>
                </a:lnTo>
                <a:lnTo>
                  <a:pt x="12377" y="5138"/>
                </a:lnTo>
                <a:lnTo>
                  <a:pt x="12377" y="4712"/>
                </a:lnTo>
                <a:lnTo>
                  <a:pt x="12694" y="4499"/>
                </a:lnTo>
                <a:lnTo>
                  <a:pt x="12694" y="4286"/>
                </a:lnTo>
                <a:lnTo>
                  <a:pt x="12694" y="3851"/>
                </a:lnTo>
                <a:lnTo>
                  <a:pt x="12694" y="3425"/>
                </a:lnTo>
                <a:lnTo>
                  <a:pt x="13012" y="3212"/>
                </a:lnTo>
                <a:lnTo>
                  <a:pt x="13012" y="2999"/>
                </a:lnTo>
                <a:lnTo>
                  <a:pt x="13012" y="2565"/>
                </a:lnTo>
                <a:lnTo>
                  <a:pt x="13012" y="2352"/>
                </a:lnTo>
                <a:lnTo>
                  <a:pt x="13012" y="2139"/>
                </a:lnTo>
                <a:lnTo>
                  <a:pt x="13488" y="1712"/>
                </a:lnTo>
                <a:lnTo>
                  <a:pt x="13488" y="1286"/>
                </a:lnTo>
                <a:lnTo>
                  <a:pt x="13488" y="852"/>
                </a:lnTo>
                <a:lnTo>
                  <a:pt x="13488" y="426"/>
                </a:lnTo>
                <a:lnTo>
                  <a:pt x="13488" y="0"/>
                </a:lnTo>
              </a:path>
            </a:pathLst>
          </a:custGeom>
          <a:ln w="164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7176553" y="4149318"/>
            <a:ext cx="13805" cy="127799"/>
          </a:xfrm>
          <a:custGeom>
            <a:avLst/>
            <a:gdLst/>
            <a:ahLst/>
            <a:cxnLst/>
            <a:rect l="l" t="t" r="r" b="b"/>
            <a:pathLst>
              <a:path w="13805" h="127799">
                <a:moveTo>
                  <a:pt x="0" y="127799"/>
                </a:moveTo>
                <a:lnTo>
                  <a:pt x="0" y="127577"/>
                </a:lnTo>
                <a:lnTo>
                  <a:pt x="0" y="127151"/>
                </a:lnTo>
                <a:lnTo>
                  <a:pt x="0" y="126725"/>
                </a:lnTo>
                <a:lnTo>
                  <a:pt x="0" y="126290"/>
                </a:lnTo>
                <a:lnTo>
                  <a:pt x="317" y="126077"/>
                </a:lnTo>
                <a:lnTo>
                  <a:pt x="317" y="125864"/>
                </a:lnTo>
                <a:lnTo>
                  <a:pt x="317" y="125438"/>
                </a:lnTo>
                <a:lnTo>
                  <a:pt x="317" y="125225"/>
                </a:lnTo>
                <a:lnTo>
                  <a:pt x="793" y="124790"/>
                </a:lnTo>
                <a:lnTo>
                  <a:pt x="793" y="124364"/>
                </a:lnTo>
                <a:lnTo>
                  <a:pt x="793" y="123938"/>
                </a:lnTo>
                <a:lnTo>
                  <a:pt x="793" y="123503"/>
                </a:lnTo>
                <a:lnTo>
                  <a:pt x="793" y="123077"/>
                </a:lnTo>
                <a:lnTo>
                  <a:pt x="1110" y="122864"/>
                </a:lnTo>
                <a:lnTo>
                  <a:pt x="1110" y="122438"/>
                </a:lnTo>
                <a:lnTo>
                  <a:pt x="1110" y="122003"/>
                </a:lnTo>
                <a:lnTo>
                  <a:pt x="1110" y="121577"/>
                </a:lnTo>
                <a:lnTo>
                  <a:pt x="1110" y="121364"/>
                </a:lnTo>
                <a:lnTo>
                  <a:pt x="1428" y="120929"/>
                </a:lnTo>
                <a:lnTo>
                  <a:pt x="1428" y="120503"/>
                </a:lnTo>
                <a:lnTo>
                  <a:pt x="1428" y="120077"/>
                </a:lnTo>
                <a:lnTo>
                  <a:pt x="1428" y="119651"/>
                </a:lnTo>
                <a:lnTo>
                  <a:pt x="1428" y="119216"/>
                </a:lnTo>
                <a:lnTo>
                  <a:pt x="1904" y="118790"/>
                </a:lnTo>
                <a:lnTo>
                  <a:pt x="1904" y="118364"/>
                </a:lnTo>
                <a:lnTo>
                  <a:pt x="1904" y="118142"/>
                </a:lnTo>
                <a:lnTo>
                  <a:pt x="1904" y="117716"/>
                </a:lnTo>
                <a:lnTo>
                  <a:pt x="2221" y="117077"/>
                </a:lnTo>
                <a:lnTo>
                  <a:pt x="2221" y="116855"/>
                </a:lnTo>
                <a:lnTo>
                  <a:pt x="2221" y="116216"/>
                </a:lnTo>
                <a:lnTo>
                  <a:pt x="2221" y="115790"/>
                </a:lnTo>
                <a:lnTo>
                  <a:pt x="2221" y="115577"/>
                </a:lnTo>
                <a:lnTo>
                  <a:pt x="2221" y="114929"/>
                </a:lnTo>
                <a:lnTo>
                  <a:pt x="2221" y="114503"/>
                </a:lnTo>
                <a:lnTo>
                  <a:pt x="2221" y="114068"/>
                </a:lnTo>
                <a:lnTo>
                  <a:pt x="2221" y="113642"/>
                </a:lnTo>
                <a:lnTo>
                  <a:pt x="2221" y="113216"/>
                </a:lnTo>
                <a:lnTo>
                  <a:pt x="2697" y="112781"/>
                </a:lnTo>
                <a:lnTo>
                  <a:pt x="2697" y="112142"/>
                </a:lnTo>
                <a:lnTo>
                  <a:pt x="2697" y="111929"/>
                </a:lnTo>
                <a:lnTo>
                  <a:pt x="2697" y="111281"/>
                </a:lnTo>
                <a:lnTo>
                  <a:pt x="2697" y="111068"/>
                </a:lnTo>
                <a:lnTo>
                  <a:pt x="3015" y="110429"/>
                </a:lnTo>
                <a:lnTo>
                  <a:pt x="3015" y="109994"/>
                </a:lnTo>
                <a:lnTo>
                  <a:pt x="3015" y="109568"/>
                </a:lnTo>
                <a:lnTo>
                  <a:pt x="3015" y="108929"/>
                </a:lnTo>
                <a:lnTo>
                  <a:pt x="3491" y="108707"/>
                </a:lnTo>
                <a:lnTo>
                  <a:pt x="3491" y="108068"/>
                </a:lnTo>
                <a:lnTo>
                  <a:pt x="3491" y="107420"/>
                </a:lnTo>
                <a:lnTo>
                  <a:pt x="3491" y="107207"/>
                </a:lnTo>
                <a:lnTo>
                  <a:pt x="3491" y="106568"/>
                </a:lnTo>
                <a:lnTo>
                  <a:pt x="3808" y="106142"/>
                </a:lnTo>
                <a:lnTo>
                  <a:pt x="3808" y="105494"/>
                </a:lnTo>
                <a:lnTo>
                  <a:pt x="3808" y="105068"/>
                </a:lnTo>
                <a:lnTo>
                  <a:pt x="3808" y="104634"/>
                </a:lnTo>
                <a:lnTo>
                  <a:pt x="3808" y="103994"/>
                </a:lnTo>
                <a:lnTo>
                  <a:pt x="4125" y="103568"/>
                </a:lnTo>
                <a:lnTo>
                  <a:pt x="4125" y="102921"/>
                </a:lnTo>
                <a:lnTo>
                  <a:pt x="4125" y="102494"/>
                </a:lnTo>
                <a:lnTo>
                  <a:pt x="4125" y="102060"/>
                </a:lnTo>
                <a:lnTo>
                  <a:pt x="4125" y="101634"/>
                </a:lnTo>
                <a:lnTo>
                  <a:pt x="4125" y="100995"/>
                </a:lnTo>
                <a:lnTo>
                  <a:pt x="4125" y="100347"/>
                </a:lnTo>
                <a:lnTo>
                  <a:pt x="4125" y="99921"/>
                </a:lnTo>
                <a:lnTo>
                  <a:pt x="4125" y="99273"/>
                </a:lnTo>
                <a:lnTo>
                  <a:pt x="4601" y="98847"/>
                </a:lnTo>
                <a:lnTo>
                  <a:pt x="4601" y="98208"/>
                </a:lnTo>
                <a:lnTo>
                  <a:pt x="4601" y="97773"/>
                </a:lnTo>
                <a:lnTo>
                  <a:pt x="4601" y="97134"/>
                </a:lnTo>
                <a:lnTo>
                  <a:pt x="4601" y="96699"/>
                </a:lnTo>
                <a:lnTo>
                  <a:pt x="4919" y="96060"/>
                </a:lnTo>
                <a:lnTo>
                  <a:pt x="4919" y="95634"/>
                </a:lnTo>
                <a:lnTo>
                  <a:pt x="4919" y="94986"/>
                </a:lnTo>
                <a:lnTo>
                  <a:pt x="4919" y="94347"/>
                </a:lnTo>
                <a:lnTo>
                  <a:pt x="4919" y="93699"/>
                </a:lnTo>
                <a:lnTo>
                  <a:pt x="5395" y="93273"/>
                </a:lnTo>
                <a:lnTo>
                  <a:pt x="5395" y="92625"/>
                </a:lnTo>
                <a:lnTo>
                  <a:pt x="5395" y="92199"/>
                </a:lnTo>
                <a:lnTo>
                  <a:pt x="5395" y="91560"/>
                </a:lnTo>
                <a:lnTo>
                  <a:pt x="5395" y="90912"/>
                </a:lnTo>
                <a:lnTo>
                  <a:pt x="5712" y="90273"/>
                </a:lnTo>
                <a:lnTo>
                  <a:pt x="5712" y="89625"/>
                </a:lnTo>
                <a:lnTo>
                  <a:pt x="5712" y="89199"/>
                </a:lnTo>
                <a:lnTo>
                  <a:pt x="5712" y="88551"/>
                </a:lnTo>
                <a:lnTo>
                  <a:pt x="6030" y="87912"/>
                </a:lnTo>
                <a:lnTo>
                  <a:pt x="6030" y="87273"/>
                </a:lnTo>
                <a:lnTo>
                  <a:pt x="6030" y="86625"/>
                </a:lnTo>
                <a:lnTo>
                  <a:pt x="6030" y="86199"/>
                </a:lnTo>
                <a:lnTo>
                  <a:pt x="6030" y="85551"/>
                </a:lnTo>
                <a:lnTo>
                  <a:pt x="6506" y="84912"/>
                </a:lnTo>
                <a:lnTo>
                  <a:pt x="6506" y="84264"/>
                </a:lnTo>
                <a:lnTo>
                  <a:pt x="6506" y="83625"/>
                </a:lnTo>
                <a:lnTo>
                  <a:pt x="6506" y="82977"/>
                </a:lnTo>
                <a:lnTo>
                  <a:pt x="6506" y="82551"/>
                </a:lnTo>
                <a:lnTo>
                  <a:pt x="6506" y="81690"/>
                </a:lnTo>
                <a:lnTo>
                  <a:pt x="6506" y="81264"/>
                </a:lnTo>
                <a:lnTo>
                  <a:pt x="6506" y="80403"/>
                </a:lnTo>
                <a:lnTo>
                  <a:pt x="6506" y="79977"/>
                </a:lnTo>
                <a:lnTo>
                  <a:pt x="6506" y="79116"/>
                </a:lnTo>
                <a:lnTo>
                  <a:pt x="6823" y="78477"/>
                </a:lnTo>
                <a:lnTo>
                  <a:pt x="6823" y="77838"/>
                </a:lnTo>
                <a:lnTo>
                  <a:pt x="6823" y="77190"/>
                </a:lnTo>
                <a:lnTo>
                  <a:pt x="6823" y="76764"/>
                </a:lnTo>
                <a:lnTo>
                  <a:pt x="7299" y="75903"/>
                </a:lnTo>
                <a:lnTo>
                  <a:pt x="7299" y="75264"/>
                </a:lnTo>
                <a:lnTo>
                  <a:pt x="7299" y="74616"/>
                </a:lnTo>
                <a:lnTo>
                  <a:pt x="7299" y="73977"/>
                </a:lnTo>
                <a:lnTo>
                  <a:pt x="7299" y="73116"/>
                </a:lnTo>
                <a:lnTo>
                  <a:pt x="7616" y="72690"/>
                </a:lnTo>
                <a:lnTo>
                  <a:pt x="7616" y="72042"/>
                </a:lnTo>
                <a:lnTo>
                  <a:pt x="7616" y="71190"/>
                </a:lnTo>
                <a:lnTo>
                  <a:pt x="7616" y="70755"/>
                </a:lnTo>
                <a:lnTo>
                  <a:pt x="7616" y="69903"/>
                </a:lnTo>
                <a:lnTo>
                  <a:pt x="8093" y="69256"/>
                </a:lnTo>
                <a:lnTo>
                  <a:pt x="8093" y="68403"/>
                </a:lnTo>
                <a:lnTo>
                  <a:pt x="8093" y="67756"/>
                </a:lnTo>
                <a:lnTo>
                  <a:pt x="8093" y="67330"/>
                </a:lnTo>
                <a:lnTo>
                  <a:pt x="8093" y="66469"/>
                </a:lnTo>
                <a:lnTo>
                  <a:pt x="8410" y="65830"/>
                </a:lnTo>
                <a:lnTo>
                  <a:pt x="8410" y="64969"/>
                </a:lnTo>
                <a:lnTo>
                  <a:pt x="8410" y="64330"/>
                </a:lnTo>
                <a:lnTo>
                  <a:pt x="8410" y="63682"/>
                </a:lnTo>
                <a:lnTo>
                  <a:pt x="8410" y="62821"/>
                </a:lnTo>
                <a:lnTo>
                  <a:pt x="8410" y="62182"/>
                </a:lnTo>
                <a:lnTo>
                  <a:pt x="8410" y="61321"/>
                </a:lnTo>
                <a:lnTo>
                  <a:pt x="8410" y="60682"/>
                </a:lnTo>
                <a:lnTo>
                  <a:pt x="8410" y="60034"/>
                </a:lnTo>
                <a:lnTo>
                  <a:pt x="8727" y="59182"/>
                </a:lnTo>
                <a:lnTo>
                  <a:pt x="8727" y="58534"/>
                </a:lnTo>
                <a:lnTo>
                  <a:pt x="8727" y="57895"/>
                </a:lnTo>
                <a:lnTo>
                  <a:pt x="8727" y="57034"/>
                </a:lnTo>
                <a:lnTo>
                  <a:pt x="8727" y="56395"/>
                </a:lnTo>
                <a:lnTo>
                  <a:pt x="9203" y="55534"/>
                </a:lnTo>
                <a:lnTo>
                  <a:pt x="9203" y="54895"/>
                </a:lnTo>
                <a:lnTo>
                  <a:pt x="9203" y="54247"/>
                </a:lnTo>
                <a:lnTo>
                  <a:pt x="9203" y="53386"/>
                </a:lnTo>
                <a:lnTo>
                  <a:pt x="9203" y="52534"/>
                </a:lnTo>
                <a:lnTo>
                  <a:pt x="9521" y="51886"/>
                </a:lnTo>
                <a:lnTo>
                  <a:pt x="9521" y="51034"/>
                </a:lnTo>
                <a:lnTo>
                  <a:pt x="9521" y="50386"/>
                </a:lnTo>
                <a:lnTo>
                  <a:pt x="9521" y="49534"/>
                </a:lnTo>
                <a:lnTo>
                  <a:pt x="9997" y="48673"/>
                </a:lnTo>
                <a:lnTo>
                  <a:pt x="9997" y="48025"/>
                </a:lnTo>
                <a:lnTo>
                  <a:pt x="9997" y="47173"/>
                </a:lnTo>
                <a:lnTo>
                  <a:pt x="9997" y="46525"/>
                </a:lnTo>
                <a:lnTo>
                  <a:pt x="9997" y="45673"/>
                </a:lnTo>
                <a:lnTo>
                  <a:pt x="10314" y="44812"/>
                </a:lnTo>
                <a:lnTo>
                  <a:pt x="10314" y="44173"/>
                </a:lnTo>
                <a:lnTo>
                  <a:pt x="10314" y="43312"/>
                </a:lnTo>
                <a:lnTo>
                  <a:pt x="10314" y="42451"/>
                </a:lnTo>
                <a:lnTo>
                  <a:pt x="10314" y="41599"/>
                </a:lnTo>
                <a:lnTo>
                  <a:pt x="10631" y="40951"/>
                </a:lnTo>
                <a:lnTo>
                  <a:pt x="10631" y="40099"/>
                </a:lnTo>
                <a:lnTo>
                  <a:pt x="10631" y="39238"/>
                </a:lnTo>
                <a:lnTo>
                  <a:pt x="10631" y="38590"/>
                </a:lnTo>
                <a:lnTo>
                  <a:pt x="10631" y="37738"/>
                </a:lnTo>
                <a:lnTo>
                  <a:pt x="10631" y="36877"/>
                </a:lnTo>
                <a:lnTo>
                  <a:pt x="10631" y="36025"/>
                </a:lnTo>
                <a:lnTo>
                  <a:pt x="10631" y="35377"/>
                </a:lnTo>
                <a:lnTo>
                  <a:pt x="10631" y="34304"/>
                </a:lnTo>
                <a:lnTo>
                  <a:pt x="11108" y="33665"/>
                </a:lnTo>
                <a:lnTo>
                  <a:pt x="11108" y="32804"/>
                </a:lnTo>
                <a:lnTo>
                  <a:pt x="11108" y="31952"/>
                </a:lnTo>
                <a:lnTo>
                  <a:pt x="11108" y="31091"/>
                </a:lnTo>
                <a:lnTo>
                  <a:pt x="11108" y="30230"/>
                </a:lnTo>
                <a:lnTo>
                  <a:pt x="11425" y="29591"/>
                </a:lnTo>
                <a:lnTo>
                  <a:pt x="11425" y="28517"/>
                </a:lnTo>
                <a:lnTo>
                  <a:pt x="11425" y="27656"/>
                </a:lnTo>
                <a:lnTo>
                  <a:pt x="11425" y="27017"/>
                </a:lnTo>
                <a:lnTo>
                  <a:pt x="11425" y="25943"/>
                </a:lnTo>
                <a:lnTo>
                  <a:pt x="11901" y="25082"/>
                </a:lnTo>
                <a:lnTo>
                  <a:pt x="11901" y="24443"/>
                </a:lnTo>
                <a:lnTo>
                  <a:pt x="11901" y="23582"/>
                </a:lnTo>
                <a:lnTo>
                  <a:pt x="11901" y="22517"/>
                </a:lnTo>
                <a:lnTo>
                  <a:pt x="11901" y="21656"/>
                </a:lnTo>
                <a:lnTo>
                  <a:pt x="12218" y="20795"/>
                </a:lnTo>
                <a:lnTo>
                  <a:pt x="12218" y="20156"/>
                </a:lnTo>
                <a:lnTo>
                  <a:pt x="12218" y="19082"/>
                </a:lnTo>
                <a:lnTo>
                  <a:pt x="12218" y="18221"/>
                </a:lnTo>
                <a:lnTo>
                  <a:pt x="12536" y="17369"/>
                </a:lnTo>
                <a:lnTo>
                  <a:pt x="12536" y="16508"/>
                </a:lnTo>
                <a:lnTo>
                  <a:pt x="12536" y="15434"/>
                </a:lnTo>
                <a:lnTo>
                  <a:pt x="12536" y="14582"/>
                </a:lnTo>
                <a:lnTo>
                  <a:pt x="12536" y="13934"/>
                </a:lnTo>
                <a:lnTo>
                  <a:pt x="12536" y="13082"/>
                </a:lnTo>
                <a:lnTo>
                  <a:pt x="12536" y="12008"/>
                </a:lnTo>
                <a:lnTo>
                  <a:pt x="12536" y="11147"/>
                </a:lnTo>
                <a:lnTo>
                  <a:pt x="12536" y="10286"/>
                </a:lnTo>
                <a:lnTo>
                  <a:pt x="12536" y="9434"/>
                </a:lnTo>
                <a:lnTo>
                  <a:pt x="13012" y="8360"/>
                </a:lnTo>
                <a:lnTo>
                  <a:pt x="13012" y="7499"/>
                </a:lnTo>
                <a:lnTo>
                  <a:pt x="13012" y="6647"/>
                </a:lnTo>
                <a:lnTo>
                  <a:pt x="13012" y="5786"/>
                </a:lnTo>
                <a:lnTo>
                  <a:pt x="13012" y="4712"/>
                </a:lnTo>
                <a:lnTo>
                  <a:pt x="13329" y="3647"/>
                </a:lnTo>
                <a:lnTo>
                  <a:pt x="13329" y="2786"/>
                </a:lnTo>
                <a:lnTo>
                  <a:pt x="13329" y="1925"/>
                </a:lnTo>
                <a:lnTo>
                  <a:pt x="13329" y="1073"/>
                </a:lnTo>
                <a:lnTo>
                  <a:pt x="13805" y="0"/>
                </a:lnTo>
              </a:path>
            </a:pathLst>
          </a:custGeom>
          <a:ln w="1944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7190359" y="3910450"/>
            <a:ext cx="13329" cy="238868"/>
          </a:xfrm>
          <a:custGeom>
            <a:avLst/>
            <a:gdLst/>
            <a:ahLst/>
            <a:cxnLst/>
            <a:rect l="l" t="t" r="r" b="b"/>
            <a:pathLst>
              <a:path w="13329" h="238868">
                <a:moveTo>
                  <a:pt x="0" y="238868"/>
                </a:moveTo>
                <a:lnTo>
                  <a:pt x="0" y="238007"/>
                </a:lnTo>
                <a:lnTo>
                  <a:pt x="0" y="237155"/>
                </a:lnTo>
                <a:lnTo>
                  <a:pt x="0" y="236081"/>
                </a:lnTo>
                <a:lnTo>
                  <a:pt x="0" y="235220"/>
                </a:lnTo>
                <a:lnTo>
                  <a:pt x="317" y="234146"/>
                </a:lnTo>
                <a:lnTo>
                  <a:pt x="317" y="233294"/>
                </a:lnTo>
                <a:lnTo>
                  <a:pt x="317" y="232220"/>
                </a:lnTo>
                <a:lnTo>
                  <a:pt x="317" y="231359"/>
                </a:lnTo>
                <a:lnTo>
                  <a:pt x="317" y="230507"/>
                </a:lnTo>
                <a:lnTo>
                  <a:pt x="793" y="229433"/>
                </a:lnTo>
                <a:lnTo>
                  <a:pt x="793" y="228359"/>
                </a:lnTo>
                <a:lnTo>
                  <a:pt x="793" y="227498"/>
                </a:lnTo>
                <a:lnTo>
                  <a:pt x="793" y="226646"/>
                </a:lnTo>
                <a:lnTo>
                  <a:pt x="793" y="225572"/>
                </a:lnTo>
                <a:lnTo>
                  <a:pt x="1110" y="224711"/>
                </a:lnTo>
                <a:lnTo>
                  <a:pt x="1110" y="223424"/>
                </a:lnTo>
                <a:lnTo>
                  <a:pt x="1110" y="222572"/>
                </a:lnTo>
                <a:lnTo>
                  <a:pt x="1110" y="221711"/>
                </a:lnTo>
                <a:lnTo>
                  <a:pt x="1110" y="220637"/>
                </a:lnTo>
                <a:lnTo>
                  <a:pt x="1110" y="219785"/>
                </a:lnTo>
                <a:lnTo>
                  <a:pt x="1110" y="218711"/>
                </a:lnTo>
                <a:lnTo>
                  <a:pt x="1110" y="217637"/>
                </a:lnTo>
                <a:lnTo>
                  <a:pt x="1110" y="216563"/>
                </a:lnTo>
                <a:lnTo>
                  <a:pt x="1428" y="215711"/>
                </a:lnTo>
                <a:lnTo>
                  <a:pt x="1428" y="214637"/>
                </a:lnTo>
                <a:lnTo>
                  <a:pt x="1428" y="213776"/>
                </a:lnTo>
                <a:lnTo>
                  <a:pt x="1428" y="212702"/>
                </a:lnTo>
                <a:lnTo>
                  <a:pt x="1428" y="211637"/>
                </a:lnTo>
                <a:lnTo>
                  <a:pt x="1904" y="210563"/>
                </a:lnTo>
                <a:lnTo>
                  <a:pt x="1904" y="209489"/>
                </a:lnTo>
                <a:lnTo>
                  <a:pt x="1904" y="208628"/>
                </a:lnTo>
                <a:lnTo>
                  <a:pt x="1904" y="207563"/>
                </a:lnTo>
                <a:lnTo>
                  <a:pt x="1904" y="206489"/>
                </a:lnTo>
                <a:lnTo>
                  <a:pt x="2221" y="205629"/>
                </a:lnTo>
                <a:lnTo>
                  <a:pt x="2221" y="204555"/>
                </a:lnTo>
                <a:lnTo>
                  <a:pt x="2221" y="203490"/>
                </a:lnTo>
                <a:lnTo>
                  <a:pt x="2221" y="202203"/>
                </a:lnTo>
                <a:lnTo>
                  <a:pt x="2697" y="201342"/>
                </a:lnTo>
                <a:lnTo>
                  <a:pt x="2697" y="200268"/>
                </a:lnTo>
                <a:lnTo>
                  <a:pt x="2697" y="199194"/>
                </a:lnTo>
                <a:lnTo>
                  <a:pt x="2697" y="198129"/>
                </a:lnTo>
                <a:lnTo>
                  <a:pt x="2697" y="197268"/>
                </a:lnTo>
                <a:lnTo>
                  <a:pt x="3015" y="196194"/>
                </a:lnTo>
                <a:lnTo>
                  <a:pt x="3015" y="195120"/>
                </a:lnTo>
                <a:lnTo>
                  <a:pt x="3015" y="194055"/>
                </a:lnTo>
                <a:lnTo>
                  <a:pt x="3015" y="192768"/>
                </a:lnTo>
                <a:lnTo>
                  <a:pt x="3015" y="191694"/>
                </a:lnTo>
                <a:lnTo>
                  <a:pt x="3015" y="190833"/>
                </a:lnTo>
                <a:lnTo>
                  <a:pt x="3015" y="189759"/>
                </a:lnTo>
                <a:lnTo>
                  <a:pt x="3015" y="188694"/>
                </a:lnTo>
                <a:lnTo>
                  <a:pt x="3015" y="187620"/>
                </a:lnTo>
                <a:lnTo>
                  <a:pt x="3015" y="186546"/>
                </a:lnTo>
                <a:lnTo>
                  <a:pt x="3332" y="185472"/>
                </a:lnTo>
                <a:lnTo>
                  <a:pt x="3332" y="184398"/>
                </a:lnTo>
                <a:lnTo>
                  <a:pt x="3332" y="183333"/>
                </a:lnTo>
                <a:lnTo>
                  <a:pt x="3332" y="182259"/>
                </a:lnTo>
                <a:lnTo>
                  <a:pt x="3808" y="180972"/>
                </a:lnTo>
                <a:lnTo>
                  <a:pt x="3808" y="179898"/>
                </a:lnTo>
                <a:lnTo>
                  <a:pt x="3808" y="178824"/>
                </a:lnTo>
                <a:lnTo>
                  <a:pt x="3808" y="177759"/>
                </a:lnTo>
                <a:lnTo>
                  <a:pt x="3808" y="176685"/>
                </a:lnTo>
                <a:lnTo>
                  <a:pt x="4125" y="175611"/>
                </a:lnTo>
                <a:lnTo>
                  <a:pt x="4125" y="174324"/>
                </a:lnTo>
                <a:lnTo>
                  <a:pt x="4125" y="173250"/>
                </a:lnTo>
                <a:lnTo>
                  <a:pt x="4125" y="172177"/>
                </a:lnTo>
                <a:lnTo>
                  <a:pt x="4125" y="171111"/>
                </a:lnTo>
                <a:lnTo>
                  <a:pt x="4601" y="170038"/>
                </a:lnTo>
                <a:lnTo>
                  <a:pt x="4601" y="168964"/>
                </a:lnTo>
                <a:lnTo>
                  <a:pt x="4601" y="167677"/>
                </a:lnTo>
                <a:lnTo>
                  <a:pt x="4601" y="166603"/>
                </a:lnTo>
                <a:lnTo>
                  <a:pt x="4601" y="165529"/>
                </a:lnTo>
                <a:lnTo>
                  <a:pt x="4919" y="164464"/>
                </a:lnTo>
                <a:lnTo>
                  <a:pt x="4919" y="163390"/>
                </a:lnTo>
                <a:lnTo>
                  <a:pt x="4919" y="162103"/>
                </a:lnTo>
                <a:lnTo>
                  <a:pt x="4919" y="161029"/>
                </a:lnTo>
                <a:lnTo>
                  <a:pt x="4919" y="159742"/>
                </a:lnTo>
                <a:lnTo>
                  <a:pt x="4919" y="158668"/>
                </a:lnTo>
                <a:lnTo>
                  <a:pt x="4919" y="157381"/>
                </a:lnTo>
                <a:lnTo>
                  <a:pt x="4919" y="156316"/>
                </a:lnTo>
                <a:lnTo>
                  <a:pt x="4919" y="155029"/>
                </a:lnTo>
                <a:lnTo>
                  <a:pt x="5395" y="153955"/>
                </a:lnTo>
                <a:lnTo>
                  <a:pt x="5395" y="152881"/>
                </a:lnTo>
                <a:lnTo>
                  <a:pt x="5395" y="151594"/>
                </a:lnTo>
                <a:lnTo>
                  <a:pt x="5395" y="150520"/>
                </a:lnTo>
                <a:lnTo>
                  <a:pt x="5395" y="149233"/>
                </a:lnTo>
                <a:lnTo>
                  <a:pt x="5712" y="148168"/>
                </a:lnTo>
                <a:lnTo>
                  <a:pt x="5712" y="146881"/>
                </a:lnTo>
                <a:lnTo>
                  <a:pt x="5712" y="145807"/>
                </a:lnTo>
                <a:lnTo>
                  <a:pt x="5712" y="144520"/>
                </a:lnTo>
                <a:lnTo>
                  <a:pt x="5712" y="143446"/>
                </a:lnTo>
                <a:lnTo>
                  <a:pt x="6030" y="142159"/>
                </a:lnTo>
                <a:lnTo>
                  <a:pt x="6030" y="141085"/>
                </a:lnTo>
                <a:lnTo>
                  <a:pt x="6030" y="139798"/>
                </a:lnTo>
                <a:lnTo>
                  <a:pt x="6030" y="138733"/>
                </a:lnTo>
                <a:lnTo>
                  <a:pt x="6030" y="137446"/>
                </a:lnTo>
                <a:lnTo>
                  <a:pt x="6506" y="136373"/>
                </a:lnTo>
                <a:lnTo>
                  <a:pt x="6506" y="135086"/>
                </a:lnTo>
                <a:lnTo>
                  <a:pt x="6506" y="133799"/>
                </a:lnTo>
                <a:lnTo>
                  <a:pt x="6506" y="132725"/>
                </a:lnTo>
                <a:lnTo>
                  <a:pt x="6823" y="131438"/>
                </a:lnTo>
                <a:lnTo>
                  <a:pt x="6823" y="130151"/>
                </a:lnTo>
                <a:lnTo>
                  <a:pt x="6823" y="129077"/>
                </a:lnTo>
                <a:lnTo>
                  <a:pt x="6823" y="127799"/>
                </a:lnTo>
                <a:lnTo>
                  <a:pt x="6823" y="126725"/>
                </a:lnTo>
                <a:lnTo>
                  <a:pt x="7299" y="125438"/>
                </a:lnTo>
                <a:lnTo>
                  <a:pt x="7299" y="124364"/>
                </a:lnTo>
                <a:lnTo>
                  <a:pt x="7299" y="123077"/>
                </a:lnTo>
                <a:lnTo>
                  <a:pt x="7299" y="121790"/>
                </a:lnTo>
                <a:lnTo>
                  <a:pt x="7299" y="120716"/>
                </a:lnTo>
                <a:lnTo>
                  <a:pt x="7299" y="119429"/>
                </a:lnTo>
                <a:lnTo>
                  <a:pt x="7299" y="118142"/>
                </a:lnTo>
                <a:lnTo>
                  <a:pt x="7299" y="116855"/>
                </a:lnTo>
                <a:lnTo>
                  <a:pt x="7299" y="115568"/>
                </a:lnTo>
                <a:lnTo>
                  <a:pt x="7299" y="114503"/>
                </a:lnTo>
                <a:lnTo>
                  <a:pt x="7616" y="113216"/>
                </a:lnTo>
                <a:lnTo>
                  <a:pt x="7616" y="111929"/>
                </a:lnTo>
                <a:lnTo>
                  <a:pt x="7616" y="110642"/>
                </a:lnTo>
                <a:lnTo>
                  <a:pt x="7616" y="109355"/>
                </a:lnTo>
                <a:lnTo>
                  <a:pt x="7934" y="108068"/>
                </a:lnTo>
                <a:lnTo>
                  <a:pt x="7934" y="106781"/>
                </a:lnTo>
                <a:lnTo>
                  <a:pt x="7934" y="105494"/>
                </a:lnTo>
                <a:lnTo>
                  <a:pt x="7934" y="104207"/>
                </a:lnTo>
                <a:lnTo>
                  <a:pt x="7934" y="103134"/>
                </a:lnTo>
                <a:lnTo>
                  <a:pt x="8410" y="101847"/>
                </a:lnTo>
                <a:lnTo>
                  <a:pt x="8410" y="100560"/>
                </a:lnTo>
                <a:lnTo>
                  <a:pt x="8410" y="99273"/>
                </a:lnTo>
                <a:lnTo>
                  <a:pt x="8410" y="97986"/>
                </a:lnTo>
                <a:lnTo>
                  <a:pt x="8410" y="96699"/>
                </a:lnTo>
                <a:lnTo>
                  <a:pt x="8727" y="95421"/>
                </a:lnTo>
                <a:lnTo>
                  <a:pt x="8727" y="94134"/>
                </a:lnTo>
                <a:lnTo>
                  <a:pt x="8727" y="92847"/>
                </a:lnTo>
                <a:lnTo>
                  <a:pt x="8727" y="91560"/>
                </a:lnTo>
                <a:lnTo>
                  <a:pt x="8727" y="90273"/>
                </a:lnTo>
                <a:lnTo>
                  <a:pt x="9203" y="88986"/>
                </a:lnTo>
                <a:lnTo>
                  <a:pt x="9203" y="87699"/>
                </a:lnTo>
                <a:lnTo>
                  <a:pt x="9203" y="86625"/>
                </a:lnTo>
                <a:lnTo>
                  <a:pt x="9203" y="85125"/>
                </a:lnTo>
                <a:lnTo>
                  <a:pt x="9203" y="83838"/>
                </a:lnTo>
                <a:lnTo>
                  <a:pt x="9203" y="82551"/>
                </a:lnTo>
                <a:lnTo>
                  <a:pt x="9203" y="81264"/>
                </a:lnTo>
                <a:lnTo>
                  <a:pt x="9203" y="79977"/>
                </a:lnTo>
                <a:lnTo>
                  <a:pt x="9203" y="78477"/>
                </a:lnTo>
                <a:lnTo>
                  <a:pt x="9521" y="77190"/>
                </a:lnTo>
                <a:lnTo>
                  <a:pt x="9521" y="75903"/>
                </a:lnTo>
                <a:lnTo>
                  <a:pt x="9521" y="74829"/>
                </a:lnTo>
                <a:lnTo>
                  <a:pt x="9521" y="73329"/>
                </a:lnTo>
                <a:lnTo>
                  <a:pt x="9521" y="72042"/>
                </a:lnTo>
                <a:lnTo>
                  <a:pt x="9997" y="70755"/>
                </a:lnTo>
                <a:lnTo>
                  <a:pt x="9997" y="69256"/>
                </a:lnTo>
                <a:lnTo>
                  <a:pt x="9997" y="67969"/>
                </a:lnTo>
                <a:lnTo>
                  <a:pt x="9997" y="66682"/>
                </a:lnTo>
                <a:lnTo>
                  <a:pt x="9997" y="65182"/>
                </a:lnTo>
                <a:lnTo>
                  <a:pt x="10314" y="64108"/>
                </a:lnTo>
                <a:lnTo>
                  <a:pt x="10314" y="62821"/>
                </a:lnTo>
                <a:lnTo>
                  <a:pt x="10314" y="61321"/>
                </a:lnTo>
                <a:lnTo>
                  <a:pt x="10314" y="60034"/>
                </a:lnTo>
                <a:lnTo>
                  <a:pt x="10631" y="58534"/>
                </a:lnTo>
                <a:lnTo>
                  <a:pt x="10631" y="57247"/>
                </a:lnTo>
                <a:lnTo>
                  <a:pt x="10631" y="55960"/>
                </a:lnTo>
                <a:lnTo>
                  <a:pt x="10631" y="54673"/>
                </a:lnTo>
                <a:lnTo>
                  <a:pt x="10631" y="53386"/>
                </a:lnTo>
                <a:lnTo>
                  <a:pt x="11108" y="51886"/>
                </a:lnTo>
                <a:lnTo>
                  <a:pt x="11108" y="50599"/>
                </a:lnTo>
                <a:lnTo>
                  <a:pt x="11108" y="49099"/>
                </a:lnTo>
                <a:lnTo>
                  <a:pt x="11108" y="47812"/>
                </a:lnTo>
                <a:lnTo>
                  <a:pt x="11108" y="46312"/>
                </a:lnTo>
                <a:lnTo>
                  <a:pt x="11425" y="45025"/>
                </a:lnTo>
                <a:lnTo>
                  <a:pt x="11425" y="43738"/>
                </a:lnTo>
                <a:lnTo>
                  <a:pt x="11425" y="42238"/>
                </a:lnTo>
                <a:lnTo>
                  <a:pt x="11425" y="40951"/>
                </a:lnTo>
                <a:lnTo>
                  <a:pt x="11425" y="39451"/>
                </a:lnTo>
                <a:lnTo>
                  <a:pt x="11425" y="38164"/>
                </a:lnTo>
                <a:lnTo>
                  <a:pt x="11425" y="36877"/>
                </a:lnTo>
                <a:lnTo>
                  <a:pt x="11425" y="35377"/>
                </a:lnTo>
                <a:lnTo>
                  <a:pt x="11425" y="33878"/>
                </a:lnTo>
                <a:lnTo>
                  <a:pt x="11901" y="32591"/>
                </a:lnTo>
                <a:lnTo>
                  <a:pt x="11901" y="31091"/>
                </a:lnTo>
                <a:lnTo>
                  <a:pt x="11901" y="29804"/>
                </a:lnTo>
                <a:lnTo>
                  <a:pt x="11901" y="28517"/>
                </a:lnTo>
                <a:lnTo>
                  <a:pt x="11901" y="27017"/>
                </a:lnTo>
                <a:lnTo>
                  <a:pt x="12218" y="25517"/>
                </a:lnTo>
                <a:lnTo>
                  <a:pt x="12218" y="24017"/>
                </a:lnTo>
                <a:lnTo>
                  <a:pt x="12218" y="22730"/>
                </a:lnTo>
                <a:lnTo>
                  <a:pt x="12218" y="21443"/>
                </a:lnTo>
                <a:lnTo>
                  <a:pt x="12218" y="19943"/>
                </a:lnTo>
                <a:lnTo>
                  <a:pt x="12536" y="18434"/>
                </a:lnTo>
                <a:lnTo>
                  <a:pt x="12536" y="17156"/>
                </a:lnTo>
                <a:lnTo>
                  <a:pt x="12536" y="15647"/>
                </a:lnTo>
                <a:lnTo>
                  <a:pt x="12536" y="14360"/>
                </a:lnTo>
                <a:lnTo>
                  <a:pt x="12536" y="12860"/>
                </a:lnTo>
                <a:lnTo>
                  <a:pt x="13012" y="11360"/>
                </a:lnTo>
                <a:lnTo>
                  <a:pt x="13012" y="9860"/>
                </a:lnTo>
                <a:lnTo>
                  <a:pt x="13012" y="8573"/>
                </a:lnTo>
                <a:lnTo>
                  <a:pt x="13012" y="7073"/>
                </a:lnTo>
                <a:lnTo>
                  <a:pt x="13329" y="5786"/>
                </a:lnTo>
                <a:lnTo>
                  <a:pt x="13329" y="4286"/>
                </a:lnTo>
                <a:lnTo>
                  <a:pt x="13329" y="2786"/>
                </a:lnTo>
                <a:lnTo>
                  <a:pt x="13329" y="1499"/>
                </a:lnTo>
                <a:lnTo>
                  <a:pt x="13329" y="0"/>
                </a:lnTo>
              </a:path>
            </a:pathLst>
          </a:custGeom>
          <a:ln w="1951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7203689" y="3582392"/>
            <a:ext cx="13488" cy="328058"/>
          </a:xfrm>
          <a:custGeom>
            <a:avLst/>
            <a:gdLst/>
            <a:ahLst/>
            <a:cxnLst/>
            <a:rect l="l" t="t" r="r" b="b"/>
            <a:pathLst>
              <a:path w="13488" h="328058">
                <a:moveTo>
                  <a:pt x="0" y="328058"/>
                </a:moveTo>
                <a:lnTo>
                  <a:pt x="0" y="326558"/>
                </a:lnTo>
                <a:lnTo>
                  <a:pt x="0" y="325058"/>
                </a:lnTo>
                <a:lnTo>
                  <a:pt x="0" y="323771"/>
                </a:lnTo>
                <a:lnTo>
                  <a:pt x="0" y="322262"/>
                </a:lnTo>
                <a:lnTo>
                  <a:pt x="0" y="320762"/>
                </a:lnTo>
                <a:lnTo>
                  <a:pt x="476" y="319262"/>
                </a:lnTo>
                <a:lnTo>
                  <a:pt x="476" y="317762"/>
                </a:lnTo>
                <a:lnTo>
                  <a:pt x="476" y="316475"/>
                </a:lnTo>
                <a:lnTo>
                  <a:pt x="476" y="314762"/>
                </a:lnTo>
                <a:lnTo>
                  <a:pt x="476" y="313262"/>
                </a:lnTo>
                <a:lnTo>
                  <a:pt x="793" y="311763"/>
                </a:lnTo>
                <a:lnTo>
                  <a:pt x="793" y="310476"/>
                </a:lnTo>
                <a:lnTo>
                  <a:pt x="793" y="308976"/>
                </a:lnTo>
                <a:lnTo>
                  <a:pt x="793" y="307476"/>
                </a:lnTo>
                <a:lnTo>
                  <a:pt x="1269" y="305967"/>
                </a:lnTo>
                <a:lnTo>
                  <a:pt x="1269" y="304680"/>
                </a:lnTo>
                <a:lnTo>
                  <a:pt x="1269" y="302967"/>
                </a:lnTo>
                <a:lnTo>
                  <a:pt x="1269" y="301467"/>
                </a:lnTo>
                <a:lnTo>
                  <a:pt x="1269" y="299967"/>
                </a:lnTo>
                <a:lnTo>
                  <a:pt x="1586" y="298680"/>
                </a:lnTo>
                <a:lnTo>
                  <a:pt x="1586" y="297180"/>
                </a:lnTo>
                <a:lnTo>
                  <a:pt x="1586" y="295467"/>
                </a:lnTo>
                <a:lnTo>
                  <a:pt x="1586" y="294180"/>
                </a:lnTo>
                <a:lnTo>
                  <a:pt x="1586" y="292680"/>
                </a:lnTo>
                <a:lnTo>
                  <a:pt x="1904" y="291171"/>
                </a:lnTo>
                <a:lnTo>
                  <a:pt x="1904" y="289458"/>
                </a:lnTo>
                <a:lnTo>
                  <a:pt x="1904" y="288171"/>
                </a:lnTo>
                <a:lnTo>
                  <a:pt x="1904" y="286671"/>
                </a:lnTo>
                <a:lnTo>
                  <a:pt x="1904" y="284958"/>
                </a:lnTo>
                <a:lnTo>
                  <a:pt x="2380" y="283458"/>
                </a:lnTo>
                <a:lnTo>
                  <a:pt x="2380" y="282171"/>
                </a:lnTo>
                <a:lnTo>
                  <a:pt x="2380" y="280458"/>
                </a:lnTo>
                <a:lnTo>
                  <a:pt x="2380" y="278950"/>
                </a:lnTo>
                <a:lnTo>
                  <a:pt x="2380" y="277663"/>
                </a:lnTo>
                <a:lnTo>
                  <a:pt x="2380" y="275950"/>
                </a:lnTo>
                <a:lnTo>
                  <a:pt x="2380" y="274450"/>
                </a:lnTo>
                <a:lnTo>
                  <a:pt x="2380" y="272950"/>
                </a:lnTo>
                <a:lnTo>
                  <a:pt x="2380" y="271450"/>
                </a:lnTo>
                <a:lnTo>
                  <a:pt x="2697" y="269737"/>
                </a:lnTo>
                <a:lnTo>
                  <a:pt x="2697" y="268228"/>
                </a:lnTo>
                <a:lnTo>
                  <a:pt x="2697" y="266950"/>
                </a:lnTo>
                <a:lnTo>
                  <a:pt x="2697" y="265228"/>
                </a:lnTo>
                <a:lnTo>
                  <a:pt x="2697" y="263728"/>
                </a:lnTo>
                <a:lnTo>
                  <a:pt x="3173" y="262228"/>
                </a:lnTo>
                <a:lnTo>
                  <a:pt x="3173" y="260728"/>
                </a:lnTo>
                <a:lnTo>
                  <a:pt x="3173" y="259015"/>
                </a:lnTo>
                <a:lnTo>
                  <a:pt x="3173" y="257515"/>
                </a:lnTo>
                <a:lnTo>
                  <a:pt x="3173" y="256006"/>
                </a:lnTo>
                <a:lnTo>
                  <a:pt x="3491" y="254293"/>
                </a:lnTo>
                <a:lnTo>
                  <a:pt x="3491" y="252793"/>
                </a:lnTo>
                <a:lnTo>
                  <a:pt x="3491" y="251293"/>
                </a:lnTo>
                <a:lnTo>
                  <a:pt x="3491" y="249793"/>
                </a:lnTo>
                <a:lnTo>
                  <a:pt x="3808" y="248080"/>
                </a:lnTo>
                <a:lnTo>
                  <a:pt x="3808" y="246572"/>
                </a:lnTo>
                <a:lnTo>
                  <a:pt x="3808" y="245072"/>
                </a:lnTo>
                <a:lnTo>
                  <a:pt x="3808" y="243359"/>
                </a:lnTo>
                <a:lnTo>
                  <a:pt x="3808" y="242072"/>
                </a:lnTo>
                <a:lnTo>
                  <a:pt x="4284" y="240359"/>
                </a:lnTo>
                <a:lnTo>
                  <a:pt x="4284" y="238646"/>
                </a:lnTo>
                <a:lnTo>
                  <a:pt x="4284" y="237359"/>
                </a:lnTo>
                <a:lnTo>
                  <a:pt x="4284" y="235637"/>
                </a:lnTo>
                <a:lnTo>
                  <a:pt x="4284" y="233924"/>
                </a:lnTo>
                <a:lnTo>
                  <a:pt x="4284" y="232424"/>
                </a:lnTo>
                <a:lnTo>
                  <a:pt x="4284" y="230924"/>
                </a:lnTo>
                <a:lnTo>
                  <a:pt x="4284" y="229211"/>
                </a:lnTo>
                <a:lnTo>
                  <a:pt x="4284" y="227702"/>
                </a:lnTo>
                <a:lnTo>
                  <a:pt x="4284" y="225989"/>
                </a:lnTo>
                <a:lnTo>
                  <a:pt x="4601" y="224489"/>
                </a:lnTo>
                <a:lnTo>
                  <a:pt x="4601" y="222989"/>
                </a:lnTo>
                <a:lnTo>
                  <a:pt x="4601" y="221276"/>
                </a:lnTo>
                <a:lnTo>
                  <a:pt x="4601" y="219776"/>
                </a:lnTo>
                <a:lnTo>
                  <a:pt x="5077" y="218054"/>
                </a:lnTo>
                <a:lnTo>
                  <a:pt x="5077" y="216554"/>
                </a:lnTo>
                <a:lnTo>
                  <a:pt x="5077" y="215054"/>
                </a:lnTo>
                <a:lnTo>
                  <a:pt x="5077" y="213341"/>
                </a:lnTo>
                <a:lnTo>
                  <a:pt x="5077" y="211628"/>
                </a:lnTo>
                <a:lnTo>
                  <a:pt x="5395" y="210120"/>
                </a:lnTo>
                <a:lnTo>
                  <a:pt x="5395" y="208407"/>
                </a:lnTo>
                <a:lnTo>
                  <a:pt x="5395" y="206694"/>
                </a:lnTo>
                <a:lnTo>
                  <a:pt x="5395" y="205407"/>
                </a:lnTo>
                <a:lnTo>
                  <a:pt x="5395" y="203694"/>
                </a:lnTo>
                <a:lnTo>
                  <a:pt x="5712" y="201972"/>
                </a:lnTo>
                <a:lnTo>
                  <a:pt x="5712" y="200472"/>
                </a:lnTo>
                <a:lnTo>
                  <a:pt x="5712" y="198759"/>
                </a:lnTo>
                <a:lnTo>
                  <a:pt x="5712" y="197259"/>
                </a:lnTo>
                <a:lnTo>
                  <a:pt x="5712" y="195546"/>
                </a:lnTo>
                <a:lnTo>
                  <a:pt x="6188" y="193824"/>
                </a:lnTo>
                <a:lnTo>
                  <a:pt x="6188" y="192324"/>
                </a:lnTo>
                <a:lnTo>
                  <a:pt x="6188" y="190611"/>
                </a:lnTo>
                <a:lnTo>
                  <a:pt x="6188" y="189111"/>
                </a:lnTo>
                <a:lnTo>
                  <a:pt x="6506" y="187398"/>
                </a:lnTo>
                <a:lnTo>
                  <a:pt x="6506" y="185676"/>
                </a:lnTo>
                <a:lnTo>
                  <a:pt x="6506" y="184176"/>
                </a:lnTo>
                <a:lnTo>
                  <a:pt x="6506" y="182463"/>
                </a:lnTo>
                <a:lnTo>
                  <a:pt x="6506" y="180750"/>
                </a:lnTo>
                <a:lnTo>
                  <a:pt x="6506" y="179250"/>
                </a:lnTo>
                <a:lnTo>
                  <a:pt x="6506" y="177529"/>
                </a:lnTo>
                <a:lnTo>
                  <a:pt x="6506" y="175816"/>
                </a:lnTo>
                <a:lnTo>
                  <a:pt x="6506" y="174103"/>
                </a:lnTo>
                <a:lnTo>
                  <a:pt x="6506" y="172603"/>
                </a:lnTo>
                <a:lnTo>
                  <a:pt x="6982" y="170881"/>
                </a:lnTo>
                <a:lnTo>
                  <a:pt x="6982" y="169168"/>
                </a:lnTo>
                <a:lnTo>
                  <a:pt x="6982" y="167668"/>
                </a:lnTo>
                <a:lnTo>
                  <a:pt x="6982" y="165955"/>
                </a:lnTo>
                <a:lnTo>
                  <a:pt x="6982" y="164233"/>
                </a:lnTo>
                <a:lnTo>
                  <a:pt x="7299" y="162520"/>
                </a:lnTo>
                <a:lnTo>
                  <a:pt x="7299" y="160807"/>
                </a:lnTo>
                <a:lnTo>
                  <a:pt x="7299" y="159307"/>
                </a:lnTo>
                <a:lnTo>
                  <a:pt x="7299" y="157585"/>
                </a:lnTo>
                <a:lnTo>
                  <a:pt x="7775" y="155872"/>
                </a:lnTo>
                <a:lnTo>
                  <a:pt x="7775" y="154159"/>
                </a:lnTo>
                <a:lnTo>
                  <a:pt x="7775" y="152446"/>
                </a:lnTo>
                <a:lnTo>
                  <a:pt x="7775" y="150946"/>
                </a:lnTo>
                <a:lnTo>
                  <a:pt x="7775" y="149011"/>
                </a:lnTo>
                <a:lnTo>
                  <a:pt x="8093" y="147511"/>
                </a:lnTo>
                <a:lnTo>
                  <a:pt x="8093" y="145798"/>
                </a:lnTo>
                <a:lnTo>
                  <a:pt x="8093" y="144298"/>
                </a:lnTo>
                <a:lnTo>
                  <a:pt x="8093" y="142364"/>
                </a:lnTo>
                <a:lnTo>
                  <a:pt x="8093" y="140651"/>
                </a:lnTo>
                <a:lnTo>
                  <a:pt x="8410" y="139151"/>
                </a:lnTo>
                <a:lnTo>
                  <a:pt x="8410" y="137216"/>
                </a:lnTo>
                <a:lnTo>
                  <a:pt x="8410" y="135716"/>
                </a:lnTo>
                <a:lnTo>
                  <a:pt x="8410" y="134003"/>
                </a:lnTo>
                <a:lnTo>
                  <a:pt x="8410" y="132290"/>
                </a:lnTo>
                <a:lnTo>
                  <a:pt x="8410" y="130568"/>
                </a:lnTo>
                <a:lnTo>
                  <a:pt x="8410" y="128855"/>
                </a:lnTo>
                <a:lnTo>
                  <a:pt x="8410" y="127142"/>
                </a:lnTo>
                <a:lnTo>
                  <a:pt x="8410" y="125429"/>
                </a:lnTo>
                <a:lnTo>
                  <a:pt x="8886" y="123707"/>
                </a:lnTo>
                <a:lnTo>
                  <a:pt x="8886" y="121994"/>
                </a:lnTo>
                <a:lnTo>
                  <a:pt x="8886" y="120281"/>
                </a:lnTo>
                <a:lnTo>
                  <a:pt x="8886" y="118568"/>
                </a:lnTo>
                <a:lnTo>
                  <a:pt x="8886" y="117059"/>
                </a:lnTo>
                <a:lnTo>
                  <a:pt x="9203" y="115133"/>
                </a:lnTo>
                <a:lnTo>
                  <a:pt x="9203" y="113420"/>
                </a:lnTo>
                <a:lnTo>
                  <a:pt x="9203" y="111743"/>
                </a:lnTo>
                <a:lnTo>
                  <a:pt x="9203" y="109968"/>
                </a:lnTo>
                <a:lnTo>
                  <a:pt x="9203" y="108281"/>
                </a:lnTo>
                <a:lnTo>
                  <a:pt x="9679" y="106595"/>
                </a:lnTo>
                <a:lnTo>
                  <a:pt x="9679" y="104820"/>
                </a:lnTo>
                <a:lnTo>
                  <a:pt x="9679" y="103134"/>
                </a:lnTo>
                <a:lnTo>
                  <a:pt x="9679" y="101447"/>
                </a:lnTo>
                <a:lnTo>
                  <a:pt x="9679" y="99672"/>
                </a:lnTo>
                <a:lnTo>
                  <a:pt x="9997" y="97986"/>
                </a:lnTo>
                <a:lnTo>
                  <a:pt x="9997" y="96033"/>
                </a:lnTo>
                <a:lnTo>
                  <a:pt x="9997" y="94524"/>
                </a:lnTo>
                <a:lnTo>
                  <a:pt x="9997" y="92660"/>
                </a:lnTo>
                <a:lnTo>
                  <a:pt x="10314" y="91152"/>
                </a:lnTo>
                <a:lnTo>
                  <a:pt x="10314" y="89199"/>
                </a:lnTo>
                <a:lnTo>
                  <a:pt x="10314" y="87513"/>
                </a:lnTo>
                <a:lnTo>
                  <a:pt x="10314" y="85737"/>
                </a:lnTo>
                <a:lnTo>
                  <a:pt x="10314" y="84051"/>
                </a:lnTo>
                <a:lnTo>
                  <a:pt x="10314" y="82365"/>
                </a:lnTo>
                <a:lnTo>
                  <a:pt x="10314" y="80412"/>
                </a:lnTo>
                <a:lnTo>
                  <a:pt x="10314" y="78637"/>
                </a:lnTo>
                <a:lnTo>
                  <a:pt x="10314" y="76951"/>
                </a:lnTo>
                <a:lnTo>
                  <a:pt x="10314" y="75264"/>
                </a:lnTo>
                <a:lnTo>
                  <a:pt x="10790" y="73312"/>
                </a:lnTo>
                <a:lnTo>
                  <a:pt x="10790" y="71625"/>
                </a:lnTo>
                <a:lnTo>
                  <a:pt x="10790" y="69850"/>
                </a:lnTo>
                <a:lnTo>
                  <a:pt x="10790" y="68164"/>
                </a:lnTo>
                <a:lnTo>
                  <a:pt x="10790" y="66211"/>
                </a:lnTo>
                <a:lnTo>
                  <a:pt x="11108" y="64702"/>
                </a:lnTo>
                <a:lnTo>
                  <a:pt x="11108" y="62838"/>
                </a:lnTo>
                <a:lnTo>
                  <a:pt x="11108" y="61063"/>
                </a:lnTo>
                <a:lnTo>
                  <a:pt x="11108" y="59200"/>
                </a:lnTo>
                <a:lnTo>
                  <a:pt x="11584" y="57691"/>
                </a:lnTo>
                <a:lnTo>
                  <a:pt x="11584" y="55738"/>
                </a:lnTo>
                <a:lnTo>
                  <a:pt x="11584" y="54052"/>
                </a:lnTo>
                <a:lnTo>
                  <a:pt x="11584" y="52099"/>
                </a:lnTo>
                <a:lnTo>
                  <a:pt x="11584" y="50413"/>
                </a:lnTo>
                <a:lnTo>
                  <a:pt x="11901" y="48638"/>
                </a:lnTo>
                <a:lnTo>
                  <a:pt x="11901" y="46951"/>
                </a:lnTo>
                <a:lnTo>
                  <a:pt x="11901" y="44999"/>
                </a:lnTo>
                <a:lnTo>
                  <a:pt x="11901" y="43312"/>
                </a:lnTo>
                <a:lnTo>
                  <a:pt x="11901" y="41360"/>
                </a:lnTo>
                <a:lnTo>
                  <a:pt x="12377" y="39673"/>
                </a:lnTo>
                <a:lnTo>
                  <a:pt x="12377" y="37898"/>
                </a:lnTo>
                <a:lnTo>
                  <a:pt x="12377" y="36212"/>
                </a:lnTo>
                <a:lnTo>
                  <a:pt x="12377" y="34259"/>
                </a:lnTo>
                <a:lnTo>
                  <a:pt x="12377" y="32573"/>
                </a:lnTo>
                <a:lnTo>
                  <a:pt x="12694" y="30886"/>
                </a:lnTo>
                <a:lnTo>
                  <a:pt x="12694" y="28934"/>
                </a:lnTo>
                <a:lnTo>
                  <a:pt x="12694" y="27247"/>
                </a:lnTo>
                <a:lnTo>
                  <a:pt x="12694" y="25295"/>
                </a:lnTo>
                <a:lnTo>
                  <a:pt x="12694" y="23608"/>
                </a:lnTo>
                <a:lnTo>
                  <a:pt x="12694" y="21656"/>
                </a:lnTo>
                <a:lnTo>
                  <a:pt x="12694" y="19970"/>
                </a:lnTo>
                <a:lnTo>
                  <a:pt x="12694" y="18017"/>
                </a:lnTo>
                <a:lnTo>
                  <a:pt x="12694" y="16242"/>
                </a:lnTo>
                <a:lnTo>
                  <a:pt x="13012" y="14378"/>
                </a:lnTo>
                <a:lnTo>
                  <a:pt x="13012" y="12603"/>
                </a:lnTo>
                <a:lnTo>
                  <a:pt x="13012" y="10739"/>
                </a:lnTo>
                <a:lnTo>
                  <a:pt x="13012" y="8964"/>
                </a:lnTo>
                <a:lnTo>
                  <a:pt x="13012" y="7277"/>
                </a:lnTo>
                <a:lnTo>
                  <a:pt x="13488" y="5325"/>
                </a:lnTo>
                <a:lnTo>
                  <a:pt x="13488" y="3638"/>
                </a:lnTo>
                <a:lnTo>
                  <a:pt x="13488" y="1686"/>
                </a:lnTo>
                <a:lnTo>
                  <a:pt x="13488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7217177" y="3195328"/>
            <a:ext cx="13805" cy="387063"/>
          </a:xfrm>
          <a:custGeom>
            <a:avLst/>
            <a:gdLst/>
            <a:ahLst/>
            <a:cxnLst/>
            <a:rect l="l" t="t" r="r" b="b"/>
            <a:pathLst>
              <a:path w="13805" h="387063">
                <a:moveTo>
                  <a:pt x="0" y="387063"/>
                </a:moveTo>
                <a:lnTo>
                  <a:pt x="0" y="385110"/>
                </a:lnTo>
                <a:lnTo>
                  <a:pt x="317" y="383424"/>
                </a:lnTo>
                <a:lnTo>
                  <a:pt x="317" y="381471"/>
                </a:lnTo>
                <a:lnTo>
                  <a:pt x="317" y="379785"/>
                </a:lnTo>
                <a:lnTo>
                  <a:pt x="317" y="377832"/>
                </a:lnTo>
                <a:lnTo>
                  <a:pt x="793" y="376146"/>
                </a:lnTo>
                <a:lnTo>
                  <a:pt x="793" y="374193"/>
                </a:lnTo>
                <a:lnTo>
                  <a:pt x="793" y="372507"/>
                </a:lnTo>
                <a:lnTo>
                  <a:pt x="793" y="370554"/>
                </a:lnTo>
                <a:lnTo>
                  <a:pt x="793" y="368602"/>
                </a:lnTo>
                <a:lnTo>
                  <a:pt x="1110" y="366915"/>
                </a:lnTo>
                <a:lnTo>
                  <a:pt x="1110" y="364963"/>
                </a:lnTo>
                <a:lnTo>
                  <a:pt x="1110" y="363276"/>
                </a:lnTo>
                <a:lnTo>
                  <a:pt x="1110" y="361324"/>
                </a:lnTo>
                <a:lnTo>
                  <a:pt x="1110" y="359637"/>
                </a:lnTo>
                <a:lnTo>
                  <a:pt x="1110" y="357685"/>
                </a:lnTo>
                <a:lnTo>
                  <a:pt x="1110" y="355732"/>
                </a:lnTo>
                <a:lnTo>
                  <a:pt x="1110" y="354046"/>
                </a:lnTo>
                <a:lnTo>
                  <a:pt x="1110" y="352093"/>
                </a:lnTo>
                <a:lnTo>
                  <a:pt x="1110" y="350407"/>
                </a:lnTo>
                <a:lnTo>
                  <a:pt x="1428" y="348277"/>
                </a:lnTo>
                <a:lnTo>
                  <a:pt x="1428" y="346501"/>
                </a:lnTo>
                <a:lnTo>
                  <a:pt x="1428" y="344638"/>
                </a:lnTo>
                <a:lnTo>
                  <a:pt x="1428" y="342862"/>
                </a:lnTo>
                <a:lnTo>
                  <a:pt x="1904" y="340910"/>
                </a:lnTo>
                <a:lnTo>
                  <a:pt x="1904" y="339046"/>
                </a:lnTo>
                <a:lnTo>
                  <a:pt x="1904" y="337271"/>
                </a:lnTo>
                <a:lnTo>
                  <a:pt x="1904" y="335407"/>
                </a:lnTo>
                <a:lnTo>
                  <a:pt x="1904" y="333454"/>
                </a:lnTo>
                <a:lnTo>
                  <a:pt x="2221" y="331768"/>
                </a:lnTo>
                <a:lnTo>
                  <a:pt x="2221" y="329815"/>
                </a:lnTo>
                <a:lnTo>
                  <a:pt x="2221" y="327863"/>
                </a:lnTo>
                <a:lnTo>
                  <a:pt x="2221" y="325910"/>
                </a:lnTo>
                <a:lnTo>
                  <a:pt x="2221" y="324224"/>
                </a:lnTo>
                <a:lnTo>
                  <a:pt x="2697" y="322271"/>
                </a:lnTo>
                <a:lnTo>
                  <a:pt x="2697" y="320407"/>
                </a:lnTo>
                <a:lnTo>
                  <a:pt x="2697" y="318632"/>
                </a:lnTo>
                <a:lnTo>
                  <a:pt x="2697" y="316680"/>
                </a:lnTo>
                <a:lnTo>
                  <a:pt x="2697" y="314816"/>
                </a:lnTo>
                <a:lnTo>
                  <a:pt x="3015" y="312863"/>
                </a:lnTo>
                <a:lnTo>
                  <a:pt x="3015" y="310910"/>
                </a:lnTo>
                <a:lnTo>
                  <a:pt x="3015" y="309224"/>
                </a:lnTo>
                <a:lnTo>
                  <a:pt x="3015" y="307271"/>
                </a:lnTo>
                <a:lnTo>
                  <a:pt x="3491" y="305319"/>
                </a:lnTo>
                <a:lnTo>
                  <a:pt x="3491" y="303455"/>
                </a:lnTo>
                <a:lnTo>
                  <a:pt x="3491" y="301680"/>
                </a:lnTo>
                <a:lnTo>
                  <a:pt x="3491" y="299816"/>
                </a:lnTo>
                <a:lnTo>
                  <a:pt x="3491" y="297863"/>
                </a:lnTo>
                <a:lnTo>
                  <a:pt x="3491" y="295911"/>
                </a:lnTo>
                <a:lnTo>
                  <a:pt x="3491" y="293958"/>
                </a:lnTo>
                <a:lnTo>
                  <a:pt x="3491" y="292094"/>
                </a:lnTo>
                <a:lnTo>
                  <a:pt x="3491" y="290319"/>
                </a:lnTo>
                <a:lnTo>
                  <a:pt x="3491" y="288455"/>
                </a:lnTo>
                <a:lnTo>
                  <a:pt x="3808" y="286503"/>
                </a:lnTo>
                <a:lnTo>
                  <a:pt x="3808" y="284550"/>
                </a:lnTo>
                <a:lnTo>
                  <a:pt x="3808" y="282597"/>
                </a:lnTo>
                <a:lnTo>
                  <a:pt x="3808" y="280911"/>
                </a:lnTo>
                <a:lnTo>
                  <a:pt x="3808" y="278781"/>
                </a:lnTo>
                <a:lnTo>
                  <a:pt x="4125" y="277095"/>
                </a:lnTo>
                <a:lnTo>
                  <a:pt x="4125" y="275142"/>
                </a:lnTo>
                <a:lnTo>
                  <a:pt x="4125" y="273189"/>
                </a:lnTo>
                <a:lnTo>
                  <a:pt x="4125" y="271237"/>
                </a:lnTo>
                <a:lnTo>
                  <a:pt x="4601" y="269373"/>
                </a:lnTo>
                <a:lnTo>
                  <a:pt x="4601" y="267420"/>
                </a:lnTo>
                <a:lnTo>
                  <a:pt x="4601" y="265468"/>
                </a:lnTo>
                <a:lnTo>
                  <a:pt x="4601" y="263515"/>
                </a:lnTo>
                <a:lnTo>
                  <a:pt x="4601" y="261651"/>
                </a:lnTo>
                <a:lnTo>
                  <a:pt x="4919" y="259698"/>
                </a:lnTo>
                <a:lnTo>
                  <a:pt x="4919" y="257746"/>
                </a:lnTo>
                <a:lnTo>
                  <a:pt x="4919" y="256059"/>
                </a:lnTo>
                <a:lnTo>
                  <a:pt x="4919" y="253929"/>
                </a:lnTo>
                <a:lnTo>
                  <a:pt x="4919" y="252154"/>
                </a:lnTo>
                <a:lnTo>
                  <a:pt x="5395" y="250290"/>
                </a:lnTo>
                <a:lnTo>
                  <a:pt x="5395" y="248071"/>
                </a:lnTo>
                <a:lnTo>
                  <a:pt x="5395" y="246385"/>
                </a:lnTo>
                <a:lnTo>
                  <a:pt x="5395" y="244255"/>
                </a:lnTo>
                <a:lnTo>
                  <a:pt x="5395" y="242569"/>
                </a:lnTo>
                <a:lnTo>
                  <a:pt x="5395" y="240616"/>
                </a:lnTo>
                <a:lnTo>
                  <a:pt x="5395" y="238486"/>
                </a:lnTo>
                <a:lnTo>
                  <a:pt x="5395" y="236711"/>
                </a:lnTo>
                <a:lnTo>
                  <a:pt x="5395" y="234847"/>
                </a:lnTo>
                <a:lnTo>
                  <a:pt x="5712" y="232628"/>
                </a:lnTo>
                <a:lnTo>
                  <a:pt x="5712" y="230942"/>
                </a:lnTo>
                <a:lnTo>
                  <a:pt x="5712" y="228989"/>
                </a:lnTo>
                <a:lnTo>
                  <a:pt x="5712" y="226859"/>
                </a:lnTo>
                <a:lnTo>
                  <a:pt x="5712" y="225173"/>
                </a:lnTo>
                <a:lnTo>
                  <a:pt x="6030" y="223042"/>
                </a:lnTo>
                <a:lnTo>
                  <a:pt x="6030" y="221090"/>
                </a:lnTo>
                <a:lnTo>
                  <a:pt x="6030" y="219403"/>
                </a:lnTo>
                <a:lnTo>
                  <a:pt x="6030" y="217185"/>
                </a:lnTo>
                <a:lnTo>
                  <a:pt x="6030" y="215321"/>
                </a:lnTo>
                <a:lnTo>
                  <a:pt x="6506" y="213546"/>
                </a:lnTo>
                <a:lnTo>
                  <a:pt x="6506" y="211415"/>
                </a:lnTo>
                <a:lnTo>
                  <a:pt x="6506" y="209552"/>
                </a:lnTo>
                <a:lnTo>
                  <a:pt x="6506" y="207599"/>
                </a:lnTo>
                <a:lnTo>
                  <a:pt x="6506" y="205646"/>
                </a:lnTo>
                <a:lnTo>
                  <a:pt x="6823" y="203694"/>
                </a:lnTo>
                <a:lnTo>
                  <a:pt x="6823" y="201830"/>
                </a:lnTo>
                <a:lnTo>
                  <a:pt x="6823" y="199877"/>
                </a:lnTo>
                <a:lnTo>
                  <a:pt x="6823" y="197925"/>
                </a:lnTo>
                <a:lnTo>
                  <a:pt x="6823" y="195972"/>
                </a:lnTo>
                <a:lnTo>
                  <a:pt x="7299" y="193842"/>
                </a:lnTo>
                <a:lnTo>
                  <a:pt x="7299" y="191889"/>
                </a:lnTo>
                <a:lnTo>
                  <a:pt x="7299" y="190025"/>
                </a:lnTo>
                <a:lnTo>
                  <a:pt x="7299" y="188073"/>
                </a:lnTo>
                <a:lnTo>
                  <a:pt x="7616" y="186120"/>
                </a:lnTo>
                <a:lnTo>
                  <a:pt x="7616" y="183990"/>
                </a:lnTo>
                <a:lnTo>
                  <a:pt x="7616" y="182304"/>
                </a:lnTo>
                <a:lnTo>
                  <a:pt x="7616" y="180351"/>
                </a:lnTo>
                <a:lnTo>
                  <a:pt x="7616" y="178221"/>
                </a:lnTo>
                <a:lnTo>
                  <a:pt x="7616" y="176268"/>
                </a:lnTo>
                <a:lnTo>
                  <a:pt x="7616" y="174316"/>
                </a:lnTo>
                <a:lnTo>
                  <a:pt x="7616" y="172185"/>
                </a:lnTo>
                <a:lnTo>
                  <a:pt x="7616" y="170499"/>
                </a:lnTo>
                <a:lnTo>
                  <a:pt x="7616" y="168546"/>
                </a:lnTo>
                <a:lnTo>
                  <a:pt x="7934" y="166416"/>
                </a:lnTo>
                <a:lnTo>
                  <a:pt x="7934" y="164464"/>
                </a:lnTo>
                <a:lnTo>
                  <a:pt x="7934" y="162511"/>
                </a:lnTo>
                <a:lnTo>
                  <a:pt x="7934" y="160381"/>
                </a:lnTo>
                <a:lnTo>
                  <a:pt x="7934" y="158517"/>
                </a:lnTo>
                <a:lnTo>
                  <a:pt x="8410" y="156742"/>
                </a:lnTo>
                <a:lnTo>
                  <a:pt x="8410" y="154612"/>
                </a:lnTo>
                <a:lnTo>
                  <a:pt x="8410" y="152659"/>
                </a:lnTo>
                <a:lnTo>
                  <a:pt x="8410" y="150795"/>
                </a:lnTo>
                <a:lnTo>
                  <a:pt x="8727" y="148576"/>
                </a:lnTo>
                <a:lnTo>
                  <a:pt x="8727" y="146713"/>
                </a:lnTo>
                <a:lnTo>
                  <a:pt x="8727" y="144760"/>
                </a:lnTo>
                <a:lnTo>
                  <a:pt x="8727" y="142807"/>
                </a:lnTo>
                <a:lnTo>
                  <a:pt x="8727" y="140677"/>
                </a:lnTo>
                <a:lnTo>
                  <a:pt x="9203" y="138991"/>
                </a:lnTo>
                <a:lnTo>
                  <a:pt x="9203" y="136861"/>
                </a:lnTo>
                <a:lnTo>
                  <a:pt x="9203" y="134908"/>
                </a:lnTo>
                <a:lnTo>
                  <a:pt x="9203" y="132955"/>
                </a:lnTo>
                <a:lnTo>
                  <a:pt x="9203" y="131003"/>
                </a:lnTo>
                <a:lnTo>
                  <a:pt x="9521" y="128873"/>
                </a:lnTo>
                <a:lnTo>
                  <a:pt x="9521" y="126920"/>
                </a:lnTo>
                <a:lnTo>
                  <a:pt x="9521" y="125056"/>
                </a:lnTo>
                <a:lnTo>
                  <a:pt x="9521" y="122837"/>
                </a:lnTo>
                <a:lnTo>
                  <a:pt x="9521" y="120973"/>
                </a:lnTo>
                <a:lnTo>
                  <a:pt x="9521" y="119021"/>
                </a:lnTo>
                <a:lnTo>
                  <a:pt x="9521" y="116891"/>
                </a:lnTo>
                <a:lnTo>
                  <a:pt x="9521" y="114938"/>
                </a:lnTo>
                <a:lnTo>
                  <a:pt x="9521" y="112985"/>
                </a:lnTo>
                <a:lnTo>
                  <a:pt x="9997" y="110855"/>
                </a:lnTo>
                <a:lnTo>
                  <a:pt x="9997" y="108903"/>
                </a:lnTo>
                <a:lnTo>
                  <a:pt x="9997" y="107039"/>
                </a:lnTo>
                <a:lnTo>
                  <a:pt x="9997" y="105086"/>
                </a:lnTo>
                <a:lnTo>
                  <a:pt x="9997" y="102956"/>
                </a:lnTo>
                <a:lnTo>
                  <a:pt x="10314" y="101003"/>
                </a:lnTo>
                <a:lnTo>
                  <a:pt x="10314" y="99051"/>
                </a:lnTo>
                <a:lnTo>
                  <a:pt x="10314" y="96921"/>
                </a:lnTo>
                <a:lnTo>
                  <a:pt x="10314" y="94968"/>
                </a:lnTo>
                <a:lnTo>
                  <a:pt x="10314" y="93104"/>
                </a:lnTo>
                <a:lnTo>
                  <a:pt x="10631" y="90974"/>
                </a:lnTo>
                <a:lnTo>
                  <a:pt x="10631" y="89021"/>
                </a:lnTo>
                <a:lnTo>
                  <a:pt x="10631" y="87069"/>
                </a:lnTo>
                <a:lnTo>
                  <a:pt x="10631" y="84939"/>
                </a:lnTo>
                <a:lnTo>
                  <a:pt x="10631" y="82986"/>
                </a:lnTo>
                <a:lnTo>
                  <a:pt x="11108" y="81033"/>
                </a:lnTo>
                <a:lnTo>
                  <a:pt x="11108" y="78903"/>
                </a:lnTo>
                <a:lnTo>
                  <a:pt x="11108" y="76951"/>
                </a:lnTo>
                <a:lnTo>
                  <a:pt x="11108" y="75087"/>
                </a:lnTo>
                <a:lnTo>
                  <a:pt x="11425" y="72957"/>
                </a:lnTo>
                <a:lnTo>
                  <a:pt x="11425" y="70738"/>
                </a:lnTo>
                <a:lnTo>
                  <a:pt x="11425" y="68874"/>
                </a:lnTo>
                <a:lnTo>
                  <a:pt x="11425" y="66921"/>
                </a:lnTo>
                <a:lnTo>
                  <a:pt x="11425" y="64791"/>
                </a:lnTo>
                <a:lnTo>
                  <a:pt x="11901" y="62838"/>
                </a:lnTo>
                <a:lnTo>
                  <a:pt x="11901" y="60886"/>
                </a:lnTo>
                <a:lnTo>
                  <a:pt x="11901" y="59022"/>
                </a:lnTo>
                <a:lnTo>
                  <a:pt x="11901" y="56803"/>
                </a:lnTo>
                <a:lnTo>
                  <a:pt x="11901" y="54939"/>
                </a:lnTo>
                <a:lnTo>
                  <a:pt x="11901" y="52987"/>
                </a:lnTo>
                <a:lnTo>
                  <a:pt x="11901" y="50590"/>
                </a:lnTo>
                <a:lnTo>
                  <a:pt x="11901" y="48726"/>
                </a:lnTo>
                <a:lnTo>
                  <a:pt x="11901" y="46774"/>
                </a:lnTo>
                <a:lnTo>
                  <a:pt x="11901" y="44821"/>
                </a:lnTo>
                <a:lnTo>
                  <a:pt x="12218" y="42691"/>
                </a:lnTo>
                <a:lnTo>
                  <a:pt x="12218" y="40738"/>
                </a:lnTo>
                <a:lnTo>
                  <a:pt x="12218" y="38786"/>
                </a:lnTo>
                <a:lnTo>
                  <a:pt x="12218" y="36478"/>
                </a:lnTo>
                <a:lnTo>
                  <a:pt x="12536" y="34525"/>
                </a:lnTo>
                <a:lnTo>
                  <a:pt x="12536" y="32573"/>
                </a:lnTo>
                <a:lnTo>
                  <a:pt x="12536" y="30709"/>
                </a:lnTo>
                <a:lnTo>
                  <a:pt x="12536" y="28490"/>
                </a:lnTo>
                <a:lnTo>
                  <a:pt x="12536" y="26626"/>
                </a:lnTo>
                <a:lnTo>
                  <a:pt x="13012" y="24496"/>
                </a:lnTo>
                <a:lnTo>
                  <a:pt x="13012" y="22277"/>
                </a:lnTo>
                <a:lnTo>
                  <a:pt x="13012" y="20413"/>
                </a:lnTo>
                <a:lnTo>
                  <a:pt x="13012" y="18461"/>
                </a:lnTo>
                <a:lnTo>
                  <a:pt x="13012" y="16508"/>
                </a:lnTo>
                <a:lnTo>
                  <a:pt x="13329" y="14378"/>
                </a:lnTo>
                <a:lnTo>
                  <a:pt x="13329" y="12248"/>
                </a:lnTo>
                <a:lnTo>
                  <a:pt x="13329" y="10295"/>
                </a:lnTo>
                <a:lnTo>
                  <a:pt x="13329" y="8165"/>
                </a:lnTo>
                <a:lnTo>
                  <a:pt x="13329" y="6212"/>
                </a:lnTo>
                <a:lnTo>
                  <a:pt x="13805" y="4260"/>
                </a:lnTo>
                <a:lnTo>
                  <a:pt x="13805" y="2130"/>
                </a:lnTo>
                <a:lnTo>
                  <a:pt x="13805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7230983" y="2784922"/>
            <a:ext cx="13329" cy="410406"/>
          </a:xfrm>
          <a:custGeom>
            <a:avLst/>
            <a:gdLst/>
            <a:ahLst/>
            <a:cxnLst/>
            <a:rect l="l" t="t" r="r" b="b"/>
            <a:pathLst>
              <a:path w="13329" h="410406">
                <a:moveTo>
                  <a:pt x="0" y="410406"/>
                </a:moveTo>
                <a:lnTo>
                  <a:pt x="0" y="408453"/>
                </a:lnTo>
                <a:lnTo>
                  <a:pt x="0" y="406589"/>
                </a:lnTo>
                <a:lnTo>
                  <a:pt x="0" y="404459"/>
                </a:lnTo>
                <a:lnTo>
                  <a:pt x="0" y="402240"/>
                </a:lnTo>
                <a:lnTo>
                  <a:pt x="0" y="400376"/>
                </a:lnTo>
                <a:lnTo>
                  <a:pt x="0" y="398424"/>
                </a:lnTo>
                <a:lnTo>
                  <a:pt x="317" y="396293"/>
                </a:lnTo>
                <a:lnTo>
                  <a:pt x="317" y="394163"/>
                </a:lnTo>
                <a:lnTo>
                  <a:pt x="317" y="392211"/>
                </a:lnTo>
                <a:lnTo>
                  <a:pt x="317" y="390258"/>
                </a:lnTo>
                <a:lnTo>
                  <a:pt x="317" y="388128"/>
                </a:lnTo>
                <a:lnTo>
                  <a:pt x="793" y="385998"/>
                </a:lnTo>
                <a:lnTo>
                  <a:pt x="793" y="384045"/>
                </a:lnTo>
                <a:lnTo>
                  <a:pt x="793" y="381915"/>
                </a:lnTo>
                <a:lnTo>
                  <a:pt x="793" y="379962"/>
                </a:lnTo>
                <a:lnTo>
                  <a:pt x="793" y="377832"/>
                </a:lnTo>
                <a:lnTo>
                  <a:pt x="1110" y="375880"/>
                </a:lnTo>
                <a:lnTo>
                  <a:pt x="1110" y="373749"/>
                </a:lnTo>
                <a:lnTo>
                  <a:pt x="1110" y="371797"/>
                </a:lnTo>
                <a:lnTo>
                  <a:pt x="1110" y="369667"/>
                </a:lnTo>
                <a:lnTo>
                  <a:pt x="1428" y="367714"/>
                </a:lnTo>
                <a:lnTo>
                  <a:pt x="1428" y="365584"/>
                </a:lnTo>
                <a:lnTo>
                  <a:pt x="1428" y="363454"/>
                </a:lnTo>
                <a:lnTo>
                  <a:pt x="1428" y="361501"/>
                </a:lnTo>
                <a:lnTo>
                  <a:pt x="1428" y="359637"/>
                </a:lnTo>
                <a:lnTo>
                  <a:pt x="1904" y="357418"/>
                </a:lnTo>
                <a:lnTo>
                  <a:pt x="1904" y="355288"/>
                </a:lnTo>
                <a:lnTo>
                  <a:pt x="1904" y="353424"/>
                </a:lnTo>
                <a:lnTo>
                  <a:pt x="1904" y="351206"/>
                </a:lnTo>
                <a:lnTo>
                  <a:pt x="1904" y="349075"/>
                </a:lnTo>
                <a:lnTo>
                  <a:pt x="2221" y="347123"/>
                </a:lnTo>
                <a:lnTo>
                  <a:pt x="2221" y="345259"/>
                </a:lnTo>
                <a:lnTo>
                  <a:pt x="2221" y="343129"/>
                </a:lnTo>
                <a:lnTo>
                  <a:pt x="2221" y="340910"/>
                </a:lnTo>
                <a:lnTo>
                  <a:pt x="2221" y="339046"/>
                </a:lnTo>
                <a:lnTo>
                  <a:pt x="2221" y="337093"/>
                </a:lnTo>
                <a:lnTo>
                  <a:pt x="2221" y="334697"/>
                </a:lnTo>
                <a:lnTo>
                  <a:pt x="2221" y="332833"/>
                </a:lnTo>
                <a:lnTo>
                  <a:pt x="2221" y="330880"/>
                </a:lnTo>
                <a:lnTo>
                  <a:pt x="2697" y="328750"/>
                </a:lnTo>
                <a:lnTo>
                  <a:pt x="2697" y="326620"/>
                </a:lnTo>
                <a:lnTo>
                  <a:pt x="2697" y="324668"/>
                </a:lnTo>
                <a:lnTo>
                  <a:pt x="2697" y="322537"/>
                </a:lnTo>
                <a:lnTo>
                  <a:pt x="2697" y="320585"/>
                </a:lnTo>
                <a:lnTo>
                  <a:pt x="3015" y="318455"/>
                </a:lnTo>
                <a:lnTo>
                  <a:pt x="3015" y="316325"/>
                </a:lnTo>
                <a:lnTo>
                  <a:pt x="3015" y="314372"/>
                </a:lnTo>
                <a:lnTo>
                  <a:pt x="3015" y="312242"/>
                </a:lnTo>
                <a:lnTo>
                  <a:pt x="3015" y="310112"/>
                </a:lnTo>
                <a:lnTo>
                  <a:pt x="3332" y="308159"/>
                </a:lnTo>
                <a:lnTo>
                  <a:pt x="3332" y="306206"/>
                </a:lnTo>
                <a:lnTo>
                  <a:pt x="3332" y="304076"/>
                </a:lnTo>
                <a:lnTo>
                  <a:pt x="3332" y="301946"/>
                </a:lnTo>
                <a:lnTo>
                  <a:pt x="3332" y="299994"/>
                </a:lnTo>
                <a:lnTo>
                  <a:pt x="3808" y="297863"/>
                </a:lnTo>
                <a:lnTo>
                  <a:pt x="3808" y="295733"/>
                </a:lnTo>
                <a:lnTo>
                  <a:pt x="3808" y="293603"/>
                </a:lnTo>
                <a:lnTo>
                  <a:pt x="3808" y="291650"/>
                </a:lnTo>
                <a:lnTo>
                  <a:pt x="4125" y="289698"/>
                </a:lnTo>
                <a:lnTo>
                  <a:pt x="4125" y="287568"/>
                </a:lnTo>
                <a:lnTo>
                  <a:pt x="4125" y="285438"/>
                </a:lnTo>
                <a:lnTo>
                  <a:pt x="4125" y="283485"/>
                </a:lnTo>
                <a:lnTo>
                  <a:pt x="4125" y="281355"/>
                </a:lnTo>
                <a:lnTo>
                  <a:pt x="4125" y="279225"/>
                </a:lnTo>
                <a:lnTo>
                  <a:pt x="4125" y="277006"/>
                </a:lnTo>
                <a:lnTo>
                  <a:pt x="4125" y="275142"/>
                </a:lnTo>
                <a:lnTo>
                  <a:pt x="4125" y="273189"/>
                </a:lnTo>
                <a:lnTo>
                  <a:pt x="4125" y="271059"/>
                </a:lnTo>
                <a:lnTo>
                  <a:pt x="4601" y="268929"/>
                </a:lnTo>
                <a:lnTo>
                  <a:pt x="4601" y="266976"/>
                </a:lnTo>
                <a:lnTo>
                  <a:pt x="4601" y="264846"/>
                </a:lnTo>
                <a:lnTo>
                  <a:pt x="4601" y="262716"/>
                </a:lnTo>
                <a:lnTo>
                  <a:pt x="4601" y="260497"/>
                </a:lnTo>
                <a:lnTo>
                  <a:pt x="4919" y="258633"/>
                </a:lnTo>
                <a:lnTo>
                  <a:pt x="4919" y="256681"/>
                </a:lnTo>
                <a:lnTo>
                  <a:pt x="4919" y="254284"/>
                </a:lnTo>
                <a:lnTo>
                  <a:pt x="4919" y="252421"/>
                </a:lnTo>
                <a:lnTo>
                  <a:pt x="5395" y="250290"/>
                </a:lnTo>
                <a:lnTo>
                  <a:pt x="5395" y="248338"/>
                </a:lnTo>
                <a:lnTo>
                  <a:pt x="5395" y="246208"/>
                </a:lnTo>
                <a:lnTo>
                  <a:pt x="5395" y="243989"/>
                </a:lnTo>
                <a:lnTo>
                  <a:pt x="5395" y="242125"/>
                </a:lnTo>
                <a:lnTo>
                  <a:pt x="5712" y="239995"/>
                </a:lnTo>
                <a:lnTo>
                  <a:pt x="5712" y="237776"/>
                </a:lnTo>
                <a:lnTo>
                  <a:pt x="5712" y="235912"/>
                </a:lnTo>
                <a:lnTo>
                  <a:pt x="5712" y="233693"/>
                </a:lnTo>
                <a:lnTo>
                  <a:pt x="5712" y="231829"/>
                </a:lnTo>
                <a:lnTo>
                  <a:pt x="6030" y="229699"/>
                </a:lnTo>
                <a:lnTo>
                  <a:pt x="6030" y="227480"/>
                </a:lnTo>
                <a:lnTo>
                  <a:pt x="6030" y="225616"/>
                </a:lnTo>
                <a:lnTo>
                  <a:pt x="6030" y="223486"/>
                </a:lnTo>
                <a:lnTo>
                  <a:pt x="6030" y="221267"/>
                </a:lnTo>
                <a:lnTo>
                  <a:pt x="6030" y="219137"/>
                </a:lnTo>
                <a:lnTo>
                  <a:pt x="6030" y="217185"/>
                </a:lnTo>
                <a:lnTo>
                  <a:pt x="6030" y="215321"/>
                </a:lnTo>
                <a:lnTo>
                  <a:pt x="6030" y="213191"/>
                </a:lnTo>
                <a:lnTo>
                  <a:pt x="6506" y="210972"/>
                </a:lnTo>
                <a:lnTo>
                  <a:pt x="6506" y="208841"/>
                </a:lnTo>
                <a:lnTo>
                  <a:pt x="6506" y="206889"/>
                </a:lnTo>
                <a:lnTo>
                  <a:pt x="6506" y="204759"/>
                </a:lnTo>
                <a:lnTo>
                  <a:pt x="6506" y="202629"/>
                </a:lnTo>
                <a:lnTo>
                  <a:pt x="6823" y="200676"/>
                </a:lnTo>
                <a:lnTo>
                  <a:pt x="6823" y="198546"/>
                </a:lnTo>
                <a:lnTo>
                  <a:pt x="6823" y="196682"/>
                </a:lnTo>
                <a:lnTo>
                  <a:pt x="6823" y="194286"/>
                </a:lnTo>
                <a:lnTo>
                  <a:pt x="6823" y="192333"/>
                </a:lnTo>
                <a:lnTo>
                  <a:pt x="7299" y="190380"/>
                </a:lnTo>
                <a:lnTo>
                  <a:pt x="7299" y="188250"/>
                </a:lnTo>
                <a:lnTo>
                  <a:pt x="7299" y="186120"/>
                </a:lnTo>
                <a:lnTo>
                  <a:pt x="7299" y="183990"/>
                </a:lnTo>
                <a:lnTo>
                  <a:pt x="7299" y="182037"/>
                </a:lnTo>
                <a:lnTo>
                  <a:pt x="7616" y="179907"/>
                </a:lnTo>
                <a:lnTo>
                  <a:pt x="7616" y="177777"/>
                </a:lnTo>
                <a:lnTo>
                  <a:pt x="7616" y="175824"/>
                </a:lnTo>
                <a:lnTo>
                  <a:pt x="7616" y="173694"/>
                </a:lnTo>
                <a:lnTo>
                  <a:pt x="7934" y="171742"/>
                </a:lnTo>
                <a:lnTo>
                  <a:pt x="7934" y="169434"/>
                </a:lnTo>
                <a:lnTo>
                  <a:pt x="7934" y="167481"/>
                </a:lnTo>
                <a:lnTo>
                  <a:pt x="7934" y="165529"/>
                </a:lnTo>
                <a:lnTo>
                  <a:pt x="7934" y="163399"/>
                </a:lnTo>
                <a:lnTo>
                  <a:pt x="8410" y="161446"/>
                </a:lnTo>
                <a:lnTo>
                  <a:pt x="8410" y="159316"/>
                </a:lnTo>
                <a:lnTo>
                  <a:pt x="8410" y="157363"/>
                </a:lnTo>
                <a:lnTo>
                  <a:pt x="8410" y="155233"/>
                </a:lnTo>
                <a:lnTo>
                  <a:pt x="8410" y="153103"/>
                </a:lnTo>
                <a:lnTo>
                  <a:pt x="8410" y="151150"/>
                </a:lnTo>
                <a:lnTo>
                  <a:pt x="8410" y="149020"/>
                </a:lnTo>
                <a:lnTo>
                  <a:pt x="8410" y="146890"/>
                </a:lnTo>
                <a:lnTo>
                  <a:pt x="8410" y="144760"/>
                </a:lnTo>
                <a:lnTo>
                  <a:pt x="8410" y="142807"/>
                </a:lnTo>
                <a:lnTo>
                  <a:pt x="8727" y="140677"/>
                </a:lnTo>
                <a:lnTo>
                  <a:pt x="8727" y="138725"/>
                </a:lnTo>
                <a:lnTo>
                  <a:pt x="8727" y="136594"/>
                </a:lnTo>
                <a:lnTo>
                  <a:pt x="8727" y="134464"/>
                </a:lnTo>
                <a:lnTo>
                  <a:pt x="9203" y="132512"/>
                </a:lnTo>
                <a:lnTo>
                  <a:pt x="9203" y="130382"/>
                </a:lnTo>
                <a:lnTo>
                  <a:pt x="9203" y="128251"/>
                </a:lnTo>
                <a:lnTo>
                  <a:pt x="9203" y="126121"/>
                </a:lnTo>
                <a:lnTo>
                  <a:pt x="9203" y="124169"/>
                </a:lnTo>
                <a:lnTo>
                  <a:pt x="9521" y="122216"/>
                </a:lnTo>
                <a:lnTo>
                  <a:pt x="9521" y="119908"/>
                </a:lnTo>
                <a:lnTo>
                  <a:pt x="9521" y="117956"/>
                </a:lnTo>
                <a:lnTo>
                  <a:pt x="9521" y="115826"/>
                </a:lnTo>
                <a:lnTo>
                  <a:pt x="9521" y="113873"/>
                </a:lnTo>
                <a:lnTo>
                  <a:pt x="9838" y="111477"/>
                </a:lnTo>
                <a:lnTo>
                  <a:pt x="9838" y="109613"/>
                </a:lnTo>
                <a:lnTo>
                  <a:pt x="9838" y="107660"/>
                </a:lnTo>
                <a:lnTo>
                  <a:pt x="9838" y="105530"/>
                </a:lnTo>
                <a:lnTo>
                  <a:pt x="9838" y="103400"/>
                </a:lnTo>
                <a:lnTo>
                  <a:pt x="10314" y="101181"/>
                </a:lnTo>
                <a:lnTo>
                  <a:pt x="10314" y="99317"/>
                </a:lnTo>
                <a:lnTo>
                  <a:pt x="10314" y="97187"/>
                </a:lnTo>
                <a:lnTo>
                  <a:pt x="10314" y="94968"/>
                </a:lnTo>
                <a:lnTo>
                  <a:pt x="10314" y="93104"/>
                </a:lnTo>
                <a:lnTo>
                  <a:pt x="10314" y="90974"/>
                </a:lnTo>
                <a:lnTo>
                  <a:pt x="10314" y="89021"/>
                </a:lnTo>
                <a:lnTo>
                  <a:pt x="10314" y="86891"/>
                </a:lnTo>
                <a:lnTo>
                  <a:pt x="10314" y="84672"/>
                </a:lnTo>
                <a:lnTo>
                  <a:pt x="10631" y="82808"/>
                </a:lnTo>
                <a:lnTo>
                  <a:pt x="10631" y="80678"/>
                </a:lnTo>
                <a:lnTo>
                  <a:pt x="10631" y="78459"/>
                </a:lnTo>
                <a:lnTo>
                  <a:pt x="10631" y="76329"/>
                </a:lnTo>
                <a:lnTo>
                  <a:pt x="10631" y="74377"/>
                </a:lnTo>
                <a:lnTo>
                  <a:pt x="11108" y="72247"/>
                </a:lnTo>
                <a:lnTo>
                  <a:pt x="11108" y="70116"/>
                </a:lnTo>
                <a:lnTo>
                  <a:pt x="11108" y="68164"/>
                </a:lnTo>
                <a:lnTo>
                  <a:pt x="11108" y="66034"/>
                </a:lnTo>
                <a:lnTo>
                  <a:pt x="11108" y="64170"/>
                </a:lnTo>
                <a:lnTo>
                  <a:pt x="11425" y="61951"/>
                </a:lnTo>
                <a:lnTo>
                  <a:pt x="11425" y="59821"/>
                </a:lnTo>
                <a:lnTo>
                  <a:pt x="11425" y="57868"/>
                </a:lnTo>
                <a:lnTo>
                  <a:pt x="11425" y="55738"/>
                </a:lnTo>
                <a:lnTo>
                  <a:pt x="11901" y="53608"/>
                </a:lnTo>
                <a:lnTo>
                  <a:pt x="11901" y="51478"/>
                </a:lnTo>
                <a:lnTo>
                  <a:pt x="11901" y="49525"/>
                </a:lnTo>
                <a:lnTo>
                  <a:pt x="11901" y="47573"/>
                </a:lnTo>
                <a:lnTo>
                  <a:pt x="11901" y="45442"/>
                </a:lnTo>
                <a:lnTo>
                  <a:pt x="12218" y="43312"/>
                </a:lnTo>
                <a:lnTo>
                  <a:pt x="12218" y="41182"/>
                </a:lnTo>
                <a:lnTo>
                  <a:pt x="12218" y="39229"/>
                </a:lnTo>
                <a:lnTo>
                  <a:pt x="12218" y="37099"/>
                </a:lnTo>
                <a:lnTo>
                  <a:pt x="12218" y="34969"/>
                </a:lnTo>
                <a:lnTo>
                  <a:pt x="12536" y="33017"/>
                </a:lnTo>
                <a:lnTo>
                  <a:pt x="12536" y="30886"/>
                </a:lnTo>
                <a:lnTo>
                  <a:pt x="12536" y="28934"/>
                </a:lnTo>
                <a:lnTo>
                  <a:pt x="12536" y="26804"/>
                </a:lnTo>
                <a:lnTo>
                  <a:pt x="12536" y="24674"/>
                </a:lnTo>
                <a:lnTo>
                  <a:pt x="12536" y="22721"/>
                </a:lnTo>
                <a:lnTo>
                  <a:pt x="12536" y="20591"/>
                </a:lnTo>
                <a:lnTo>
                  <a:pt x="12536" y="18461"/>
                </a:lnTo>
                <a:lnTo>
                  <a:pt x="12536" y="16508"/>
                </a:lnTo>
                <a:lnTo>
                  <a:pt x="13012" y="14378"/>
                </a:lnTo>
                <a:lnTo>
                  <a:pt x="13012" y="12425"/>
                </a:lnTo>
                <a:lnTo>
                  <a:pt x="13012" y="10295"/>
                </a:lnTo>
                <a:lnTo>
                  <a:pt x="13012" y="8165"/>
                </a:lnTo>
                <a:lnTo>
                  <a:pt x="13012" y="6212"/>
                </a:lnTo>
                <a:lnTo>
                  <a:pt x="13329" y="4082"/>
                </a:lnTo>
                <a:lnTo>
                  <a:pt x="13329" y="1952"/>
                </a:lnTo>
                <a:lnTo>
                  <a:pt x="13329" y="0"/>
                </a:lnTo>
              </a:path>
            </a:pathLst>
          </a:custGeom>
          <a:ln w="19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7244313" y="2387208"/>
            <a:ext cx="13805" cy="397713"/>
          </a:xfrm>
          <a:custGeom>
            <a:avLst/>
            <a:gdLst/>
            <a:ahLst/>
            <a:cxnLst/>
            <a:rect l="l" t="t" r="r" b="b"/>
            <a:pathLst>
              <a:path w="13805" h="397713">
                <a:moveTo>
                  <a:pt x="0" y="397713"/>
                </a:moveTo>
                <a:lnTo>
                  <a:pt x="0" y="395583"/>
                </a:lnTo>
                <a:lnTo>
                  <a:pt x="0" y="393453"/>
                </a:lnTo>
                <a:lnTo>
                  <a:pt x="476" y="391501"/>
                </a:lnTo>
                <a:lnTo>
                  <a:pt x="476" y="389370"/>
                </a:lnTo>
                <a:lnTo>
                  <a:pt x="476" y="387418"/>
                </a:lnTo>
                <a:lnTo>
                  <a:pt x="476" y="385288"/>
                </a:lnTo>
                <a:lnTo>
                  <a:pt x="476" y="383158"/>
                </a:lnTo>
                <a:lnTo>
                  <a:pt x="793" y="381205"/>
                </a:lnTo>
                <a:lnTo>
                  <a:pt x="793" y="379252"/>
                </a:lnTo>
                <a:lnTo>
                  <a:pt x="793" y="376945"/>
                </a:lnTo>
                <a:lnTo>
                  <a:pt x="793" y="374992"/>
                </a:lnTo>
                <a:lnTo>
                  <a:pt x="1110" y="373039"/>
                </a:lnTo>
                <a:lnTo>
                  <a:pt x="1110" y="370909"/>
                </a:lnTo>
                <a:lnTo>
                  <a:pt x="1110" y="368779"/>
                </a:lnTo>
                <a:lnTo>
                  <a:pt x="1110" y="366827"/>
                </a:lnTo>
                <a:lnTo>
                  <a:pt x="1110" y="364696"/>
                </a:lnTo>
                <a:lnTo>
                  <a:pt x="1110" y="362744"/>
                </a:lnTo>
                <a:lnTo>
                  <a:pt x="1110" y="360614"/>
                </a:lnTo>
                <a:lnTo>
                  <a:pt x="1110" y="358483"/>
                </a:lnTo>
                <a:lnTo>
                  <a:pt x="1110" y="356531"/>
                </a:lnTo>
                <a:lnTo>
                  <a:pt x="1110" y="354667"/>
                </a:lnTo>
                <a:lnTo>
                  <a:pt x="1586" y="352271"/>
                </a:lnTo>
                <a:lnTo>
                  <a:pt x="1586" y="350318"/>
                </a:lnTo>
                <a:lnTo>
                  <a:pt x="1586" y="348454"/>
                </a:lnTo>
                <a:lnTo>
                  <a:pt x="1586" y="346235"/>
                </a:lnTo>
                <a:lnTo>
                  <a:pt x="1586" y="344105"/>
                </a:lnTo>
                <a:lnTo>
                  <a:pt x="1904" y="342152"/>
                </a:lnTo>
                <a:lnTo>
                  <a:pt x="1904" y="340022"/>
                </a:lnTo>
                <a:lnTo>
                  <a:pt x="1904" y="338158"/>
                </a:lnTo>
                <a:lnTo>
                  <a:pt x="1904" y="335940"/>
                </a:lnTo>
                <a:lnTo>
                  <a:pt x="2380" y="334076"/>
                </a:lnTo>
                <a:lnTo>
                  <a:pt x="2380" y="331857"/>
                </a:lnTo>
                <a:lnTo>
                  <a:pt x="2380" y="329727"/>
                </a:lnTo>
                <a:lnTo>
                  <a:pt x="2380" y="327863"/>
                </a:lnTo>
                <a:lnTo>
                  <a:pt x="2380" y="325644"/>
                </a:lnTo>
                <a:lnTo>
                  <a:pt x="2697" y="323780"/>
                </a:lnTo>
                <a:lnTo>
                  <a:pt x="2697" y="321650"/>
                </a:lnTo>
                <a:lnTo>
                  <a:pt x="2697" y="319697"/>
                </a:lnTo>
                <a:lnTo>
                  <a:pt x="2697" y="317567"/>
                </a:lnTo>
                <a:lnTo>
                  <a:pt x="2697" y="315615"/>
                </a:lnTo>
                <a:lnTo>
                  <a:pt x="3173" y="313484"/>
                </a:lnTo>
                <a:lnTo>
                  <a:pt x="3173" y="311354"/>
                </a:lnTo>
                <a:lnTo>
                  <a:pt x="3173" y="309402"/>
                </a:lnTo>
                <a:lnTo>
                  <a:pt x="3173" y="307271"/>
                </a:lnTo>
                <a:lnTo>
                  <a:pt x="3173" y="305319"/>
                </a:lnTo>
                <a:lnTo>
                  <a:pt x="3491" y="303189"/>
                </a:lnTo>
                <a:lnTo>
                  <a:pt x="3491" y="301236"/>
                </a:lnTo>
                <a:lnTo>
                  <a:pt x="3491" y="299106"/>
                </a:lnTo>
                <a:lnTo>
                  <a:pt x="3491" y="297153"/>
                </a:lnTo>
                <a:lnTo>
                  <a:pt x="3491" y="295023"/>
                </a:lnTo>
                <a:lnTo>
                  <a:pt x="3491" y="293071"/>
                </a:lnTo>
                <a:lnTo>
                  <a:pt x="3491" y="290940"/>
                </a:lnTo>
                <a:lnTo>
                  <a:pt x="3491" y="288988"/>
                </a:lnTo>
                <a:lnTo>
                  <a:pt x="3491" y="287124"/>
                </a:lnTo>
                <a:lnTo>
                  <a:pt x="3808" y="284905"/>
                </a:lnTo>
                <a:lnTo>
                  <a:pt x="3808" y="282775"/>
                </a:lnTo>
                <a:lnTo>
                  <a:pt x="3808" y="280911"/>
                </a:lnTo>
                <a:lnTo>
                  <a:pt x="3808" y="278958"/>
                </a:lnTo>
                <a:lnTo>
                  <a:pt x="3808" y="276562"/>
                </a:lnTo>
                <a:lnTo>
                  <a:pt x="4284" y="274609"/>
                </a:lnTo>
                <a:lnTo>
                  <a:pt x="4284" y="272746"/>
                </a:lnTo>
                <a:lnTo>
                  <a:pt x="4284" y="270793"/>
                </a:lnTo>
                <a:lnTo>
                  <a:pt x="4284" y="268663"/>
                </a:lnTo>
                <a:lnTo>
                  <a:pt x="4284" y="266533"/>
                </a:lnTo>
                <a:lnTo>
                  <a:pt x="4601" y="264580"/>
                </a:lnTo>
                <a:lnTo>
                  <a:pt x="4601" y="262450"/>
                </a:lnTo>
                <a:lnTo>
                  <a:pt x="4601" y="260497"/>
                </a:lnTo>
                <a:lnTo>
                  <a:pt x="4601" y="258545"/>
                </a:lnTo>
                <a:lnTo>
                  <a:pt x="5077" y="256681"/>
                </a:lnTo>
                <a:lnTo>
                  <a:pt x="5077" y="254284"/>
                </a:lnTo>
                <a:lnTo>
                  <a:pt x="5077" y="252332"/>
                </a:lnTo>
                <a:lnTo>
                  <a:pt x="5077" y="250379"/>
                </a:lnTo>
                <a:lnTo>
                  <a:pt x="5077" y="248249"/>
                </a:lnTo>
                <a:lnTo>
                  <a:pt x="5395" y="246385"/>
                </a:lnTo>
                <a:lnTo>
                  <a:pt x="5395" y="244432"/>
                </a:lnTo>
                <a:lnTo>
                  <a:pt x="5395" y="242302"/>
                </a:lnTo>
                <a:lnTo>
                  <a:pt x="5395" y="240083"/>
                </a:lnTo>
                <a:lnTo>
                  <a:pt x="5395" y="238220"/>
                </a:lnTo>
                <a:lnTo>
                  <a:pt x="5395" y="236267"/>
                </a:lnTo>
                <a:lnTo>
                  <a:pt x="5395" y="234137"/>
                </a:lnTo>
                <a:lnTo>
                  <a:pt x="5395" y="232184"/>
                </a:lnTo>
                <a:lnTo>
                  <a:pt x="5395" y="230232"/>
                </a:lnTo>
                <a:lnTo>
                  <a:pt x="5395" y="228101"/>
                </a:lnTo>
                <a:lnTo>
                  <a:pt x="5712" y="225971"/>
                </a:lnTo>
                <a:lnTo>
                  <a:pt x="5712" y="224019"/>
                </a:lnTo>
                <a:lnTo>
                  <a:pt x="5712" y="222155"/>
                </a:lnTo>
                <a:lnTo>
                  <a:pt x="5712" y="219936"/>
                </a:lnTo>
                <a:lnTo>
                  <a:pt x="6188" y="218072"/>
                </a:lnTo>
                <a:lnTo>
                  <a:pt x="6188" y="216119"/>
                </a:lnTo>
                <a:lnTo>
                  <a:pt x="6188" y="213989"/>
                </a:lnTo>
                <a:lnTo>
                  <a:pt x="6188" y="212037"/>
                </a:lnTo>
                <a:lnTo>
                  <a:pt x="6188" y="209907"/>
                </a:lnTo>
                <a:lnTo>
                  <a:pt x="6506" y="207954"/>
                </a:lnTo>
                <a:lnTo>
                  <a:pt x="6506" y="205824"/>
                </a:lnTo>
                <a:lnTo>
                  <a:pt x="6506" y="203871"/>
                </a:lnTo>
                <a:lnTo>
                  <a:pt x="6506" y="201919"/>
                </a:lnTo>
                <a:lnTo>
                  <a:pt x="6506" y="199788"/>
                </a:lnTo>
                <a:lnTo>
                  <a:pt x="6982" y="197925"/>
                </a:lnTo>
                <a:lnTo>
                  <a:pt x="6982" y="195972"/>
                </a:lnTo>
                <a:lnTo>
                  <a:pt x="6982" y="194019"/>
                </a:lnTo>
                <a:lnTo>
                  <a:pt x="6982" y="191889"/>
                </a:lnTo>
                <a:lnTo>
                  <a:pt x="6982" y="189937"/>
                </a:lnTo>
                <a:lnTo>
                  <a:pt x="7299" y="187984"/>
                </a:lnTo>
                <a:lnTo>
                  <a:pt x="7299" y="185854"/>
                </a:lnTo>
                <a:lnTo>
                  <a:pt x="7299" y="183990"/>
                </a:lnTo>
                <a:lnTo>
                  <a:pt x="7299" y="182037"/>
                </a:lnTo>
                <a:lnTo>
                  <a:pt x="7775" y="179907"/>
                </a:lnTo>
                <a:lnTo>
                  <a:pt x="7775" y="177955"/>
                </a:lnTo>
                <a:lnTo>
                  <a:pt x="7775" y="176002"/>
                </a:lnTo>
                <a:lnTo>
                  <a:pt x="7775" y="173872"/>
                </a:lnTo>
                <a:lnTo>
                  <a:pt x="7775" y="171919"/>
                </a:lnTo>
                <a:lnTo>
                  <a:pt x="7775" y="169967"/>
                </a:lnTo>
                <a:lnTo>
                  <a:pt x="7775" y="168103"/>
                </a:lnTo>
                <a:lnTo>
                  <a:pt x="7775" y="165973"/>
                </a:lnTo>
                <a:lnTo>
                  <a:pt x="7775" y="164020"/>
                </a:lnTo>
                <a:lnTo>
                  <a:pt x="7775" y="162067"/>
                </a:lnTo>
                <a:lnTo>
                  <a:pt x="8093" y="159937"/>
                </a:lnTo>
                <a:lnTo>
                  <a:pt x="8093" y="157985"/>
                </a:lnTo>
                <a:lnTo>
                  <a:pt x="8093" y="156032"/>
                </a:lnTo>
                <a:lnTo>
                  <a:pt x="8093" y="153902"/>
                </a:lnTo>
                <a:lnTo>
                  <a:pt x="8093" y="152038"/>
                </a:lnTo>
                <a:lnTo>
                  <a:pt x="8410" y="150085"/>
                </a:lnTo>
                <a:lnTo>
                  <a:pt x="8410" y="147955"/>
                </a:lnTo>
                <a:lnTo>
                  <a:pt x="8410" y="146003"/>
                </a:lnTo>
                <a:lnTo>
                  <a:pt x="8410" y="144050"/>
                </a:lnTo>
                <a:lnTo>
                  <a:pt x="8410" y="142097"/>
                </a:lnTo>
                <a:lnTo>
                  <a:pt x="8886" y="139967"/>
                </a:lnTo>
                <a:lnTo>
                  <a:pt x="8886" y="138103"/>
                </a:lnTo>
                <a:lnTo>
                  <a:pt x="8886" y="136151"/>
                </a:lnTo>
                <a:lnTo>
                  <a:pt x="8886" y="134020"/>
                </a:lnTo>
                <a:lnTo>
                  <a:pt x="9203" y="132068"/>
                </a:lnTo>
                <a:lnTo>
                  <a:pt x="9203" y="130115"/>
                </a:lnTo>
                <a:lnTo>
                  <a:pt x="9203" y="128163"/>
                </a:lnTo>
                <a:lnTo>
                  <a:pt x="9203" y="126299"/>
                </a:lnTo>
                <a:lnTo>
                  <a:pt x="9203" y="124346"/>
                </a:lnTo>
                <a:lnTo>
                  <a:pt x="9679" y="122216"/>
                </a:lnTo>
                <a:lnTo>
                  <a:pt x="9679" y="120263"/>
                </a:lnTo>
                <a:lnTo>
                  <a:pt x="9679" y="118311"/>
                </a:lnTo>
                <a:lnTo>
                  <a:pt x="9679" y="116181"/>
                </a:lnTo>
                <a:lnTo>
                  <a:pt x="9679" y="114494"/>
                </a:lnTo>
                <a:lnTo>
                  <a:pt x="9679" y="112542"/>
                </a:lnTo>
                <a:lnTo>
                  <a:pt x="9679" y="110411"/>
                </a:lnTo>
                <a:lnTo>
                  <a:pt x="9679" y="108459"/>
                </a:lnTo>
                <a:lnTo>
                  <a:pt x="9679" y="106506"/>
                </a:lnTo>
                <a:lnTo>
                  <a:pt x="9679" y="104376"/>
                </a:lnTo>
                <a:lnTo>
                  <a:pt x="9997" y="102423"/>
                </a:lnTo>
                <a:lnTo>
                  <a:pt x="9997" y="100737"/>
                </a:lnTo>
                <a:lnTo>
                  <a:pt x="9997" y="98607"/>
                </a:lnTo>
                <a:lnTo>
                  <a:pt x="9997" y="96654"/>
                </a:lnTo>
                <a:lnTo>
                  <a:pt x="10314" y="94791"/>
                </a:lnTo>
                <a:lnTo>
                  <a:pt x="10314" y="92572"/>
                </a:lnTo>
                <a:lnTo>
                  <a:pt x="10314" y="90885"/>
                </a:lnTo>
                <a:lnTo>
                  <a:pt x="10314" y="88933"/>
                </a:lnTo>
                <a:lnTo>
                  <a:pt x="10314" y="86803"/>
                </a:lnTo>
                <a:lnTo>
                  <a:pt x="10790" y="84850"/>
                </a:lnTo>
                <a:lnTo>
                  <a:pt x="10790" y="82986"/>
                </a:lnTo>
                <a:lnTo>
                  <a:pt x="10790" y="81033"/>
                </a:lnTo>
                <a:lnTo>
                  <a:pt x="10790" y="79081"/>
                </a:lnTo>
                <a:lnTo>
                  <a:pt x="10790" y="77128"/>
                </a:lnTo>
                <a:lnTo>
                  <a:pt x="11108" y="74998"/>
                </a:lnTo>
                <a:lnTo>
                  <a:pt x="11108" y="73312"/>
                </a:lnTo>
                <a:lnTo>
                  <a:pt x="11108" y="71182"/>
                </a:lnTo>
                <a:lnTo>
                  <a:pt x="11108" y="69229"/>
                </a:lnTo>
                <a:lnTo>
                  <a:pt x="11108" y="67543"/>
                </a:lnTo>
                <a:lnTo>
                  <a:pt x="11584" y="65412"/>
                </a:lnTo>
                <a:lnTo>
                  <a:pt x="11584" y="63460"/>
                </a:lnTo>
                <a:lnTo>
                  <a:pt x="11584" y="61507"/>
                </a:lnTo>
                <a:lnTo>
                  <a:pt x="11584" y="59555"/>
                </a:lnTo>
                <a:lnTo>
                  <a:pt x="11584" y="57691"/>
                </a:lnTo>
                <a:lnTo>
                  <a:pt x="11584" y="55738"/>
                </a:lnTo>
                <a:lnTo>
                  <a:pt x="11584" y="53785"/>
                </a:lnTo>
                <a:lnTo>
                  <a:pt x="11584" y="51833"/>
                </a:lnTo>
                <a:lnTo>
                  <a:pt x="11584" y="49969"/>
                </a:lnTo>
                <a:lnTo>
                  <a:pt x="11901" y="48016"/>
                </a:lnTo>
                <a:lnTo>
                  <a:pt x="11901" y="46064"/>
                </a:lnTo>
                <a:lnTo>
                  <a:pt x="11901" y="43934"/>
                </a:lnTo>
                <a:lnTo>
                  <a:pt x="11901" y="42247"/>
                </a:lnTo>
                <a:lnTo>
                  <a:pt x="11901" y="40295"/>
                </a:lnTo>
                <a:lnTo>
                  <a:pt x="12218" y="38164"/>
                </a:lnTo>
                <a:lnTo>
                  <a:pt x="12218" y="36389"/>
                </a:lnTo>
                <a:lnTo>
                  <a:pt x="12218" y="34525"/>
                </a:lnTo>
                <a:lnTo>
                  <a:pt x="12218" y="32573"/>
                </a:lnTo>
                <a:lnTo>
                  <a:pt x="12218" y="30620"/>
                </a:lnTo>
                <a:lnTo>
                  <a:pt x="12694" y="28668"/>
                </a:lnTo>
                <a:lnTo>
                  <a:pt x="12694" y="26804"/>
                </a:lnTo>
                <a:lnTo>
                  <a:pt x="12694" y="24851"/>
                </a:lnTo>
                <a:lnTo>
                  <a:pt x="12694" y="22898"/>
                </a:lnTo>
                <a:lnTo>
                  <a:pt x="13012" y="20946"/>
                </a:lnTo>
                <a:lnTo>
                  <a:pt x="13012" y="19082"/>
                </a:lnTo>
                <a:lnTo>
                  <a:pt x="13012" y="17129"/>
                </a:lnTo>
                <a:lnTo>
                  <a:pt x="13012" y="15177"/>
                </a:lnTo>
                <a:lnTo>
                  <a:pt x="13012" y="13224"/>
                </a:lnTo>
                <a:lnTo>
                  <a:pt x="13488" y="11360"/>
                </a:lnTo>
                <a:lnTo>
                  <a:pt x="13488" y="9585"/>
                </a:lnTo>
                <a:lnTo>
                  <a:pt x="13488" y="7455"/>
                </a:lnTo>
                <a:lnTo>
                  <a:pt x="13488" y="5769"/>
                </a:lnTo>
                <a:lnTo>
                  <a:pt x="13488" y="3816"/>
                </a:lnTo>
                <a:lnTo>
                  <a:pt x="13805" y="1863"/>
                </a:lnTo>
                <a:lnTo>
                  <a:pt x="13805" y="0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7258118" y="2037689"/>
            <a:ext cx="13488" cy="349519"/>
          </a:xfrm>
          <a:custGeom>
            <a:avLst/>
            <a:gdLst/>
            <a:ahLst/>
            <a:cxnLst/>
            <a:rect l="l" t="t" r="r" b="b"/>
            <a:pathLst>
              <a:path w="13488" h="349519">
                <a:moveTo>
                  <a:pt x="0" y="349519"/>
                </a:moveTo>
                <a:lnTo>
                  <a:pt x="0" y="347567"/>
                </a:lnTo>
                <a:lnTo>
                  <a:pt x="0" y="345614"/>
                </a:lnTo>
                <a:lnTo>
                  <a:pt x="0" y="343928"/>
                </a:lnTo>
                <a:lnTo>
                  <a:pt x="0" y="341797"/>
                </a:lnTo>
                <a:lnTo>
                  <a:pt x="0" y="340022"/>
                </a:lnTo>
                <a:lnTo>
                  <a:pt x="0" y="338158"/>
                </a:lnTo>
                <a:lnTo>
                  <a:pt x="0" y="336206"/>
                </a:lnTo>
                <a:lnTo>
                  <a:pt x="476" y="334253"/>
                </a:lnTo>
                <a:lnTo>
                  <a:pt x="476" y="332301"/>
                </a:lnTo>
                <a:lnTo>
                  <a:pt x="476" y="330437"/>
                </a:lnTo>
                <a:lnTo>
                  <a:pt x="476" y="328662"/>
                </a:lnTo>
                <a:lnTo>
                  <a:pt x="476" y="326798"/>
                </a:lnTo>
                <a:lnTo>
                  <a:pt x="793" y="324845"/>
                </a:lnTo>
                <a:lnTo>
                  <a:pt x="793" y="322892"/>
                </a:lnTo>
                <a:lnTo>
                  <a:pt x="793" y="320940"/>
                </a:lnTo>
                <a:lnTo>
                  <a:pt x="793" y="319253"/>
                </a:lnTo>
                <a:lnTo>
                  <a:pt x="793" y="317301"/>
                </a:lnTo>
                <a:lnTo>
                  <a:pt x="1110" y="315437"/>
                </a:lnTo>
                <a:lnTo>
                  <a:pt x="1110" y="313484"/>
                </a:lnTo>
                <a:lnTo>
                  <a:pt x="1110" y="311532"/>
                </a:lnTo>
                <a:lnTo>
                  <a:pt x="1110" y="309579"/>
                </a:lnTo>
                <a:lnTo>
                  <a:pt x="1110" y="307893"/>
                </a:lnTo>
                <a:lnTo>
                  <a:pt x="1586" y="305940"/>
                </a:lnTo>
                <a:lnTo>
                  <a:pt x="1586" y="304076"/>
                </a:lnTo>
                <a:lnTo>
                  <a:pt x="1586" y="302301"/>
                </a:lnTo>
                <a:lnTo>
                  <a:pt x="1586" y="300171"/>
                </a:lnTo>
                <a:lnTo>
                  <a:pt x="1904" y="298485"/>
                </a:lnTo>
                <a:lnTo>
                  <a:pt x="1904" y="296710"/>
                </a:lnTo>
                <a:lnTo>
                  <a:pt x="1904" y="294846"/>
                </a:lnTo>
                <a:lnTo>
                  <a:pt x="1904" y="292893"/>
                </a:lnTo>
                <a:lnTo>
                  <a:pt x="1904" y="290940"/>
                </a:lnTo>
                <a:lnTo>
                  <a:pt x="1904" y="289254"/>
                </a:lnTo>
                <a:lnTo>
                  <a:pt x="1904" y="287301"/>
                </a:lnTo>
                <a:lnTo>
                  <a:pt x="1904" y="285349"/>
                </a:lnTo>
                <a:lnTo>
                  <a:pt x="1904" y="283662"/>
                </a:lnTo>
                <a:lnTo>
                  <a:pt x="1904" y="281710"/>
                </a:lnTo>
                <a:lnTo>
                  <a:pt x="2380" y="279846"/>
                </a:lnTo>
                <a:lnTo>
                  <a:pt x="2380" y="277893"/>
                </a:lnTo>
                <a:lnTo>
                  <a:pt x="2380" y="276118"/>
                </a:lnTo>
                <a:lnTo>
                  <a:pt x="2380" y="274254"/>
                </a:lnTo>
                <a:lnTo>
                  <a:pt x="2380" y="272479"/>
                </a:lnTo>
                <a:lnTo>
                  <a:pt x="2697" y="270615"/>
                </a:lnTo>
                <a:lnTo>
                  <a:pt x="2697" y="268663"/>
                </a:lnTo>
                <a:lnTo>
                  <a:pt x="2697" y="266976"/>
                </a:lnTo>
                <a:lnTo>
                  <a:pt x="2697" y="265024"/>
                </a:lnTo>
                <a:lnTo>
                  <a:pt x="3015" y="263249"/>
                </a:lnTo>
                <a:lnTo>
                  <a:pt x="3015" y="261385"/>
                </a:lnTo>
                <a:lnTo>
                  <a:pt x="3015" y="259432"/>
                </a:lnTo>
                <a:lnTo>
                  <a:pt x="3015" y="257746"/>
                </a:lnTo>
                <a:lnTo>
                  <a:pt x="3015" y="255793"/>
                </a:lnTo>
                <a:lnTo>
                  <a:pt x="3491" y="254107"/>
                </a:lnTo>
                <a:lnTo>
                  <a:pt x="3491" y="252154"/>
                </a:lnTo>
                <a:lnTo>
                  <a:pt x="3491" y="250468"/>
                </a:lnTo>
                <a:lnTo>
                  <a:pt x="3491" y="248515"/>
                </a:lnTo>
                <a:lnTo>
                  <a:pt x="3491" y="246563"/>
                </a:lnTo>
                <a:lnTo>
                  <a:pt x="3808" y="244876"/>
                </a:lnTo>
                <a:lnTo>
                  <a:pt x="3808" y="242924"/>
                </a:lnTo>
                <a:lnTo>
                  <a:pt x="3808" y="241237"/>
                </a:lnTo>
                <a:lnTo>
                  <a:pt x="3808" y="239285"/>
                </a:lnTo>
                <a:lnTo>
                  <a:pt x="3808" y="237598"/>
                </a:lnTo>
                <a:lnTo>
                  <a:pt x="4284" y="235646"/>
                </a:lnTo>
                <a:lnTo>
                  <a:pt x="4284" y="233959"/>
                </a:lnTo>
                <a:lnTo>
                  <a:pt x="4284" y="232007"/>
                </a:lnTo>
                <a:lnTo>
                  <a:pt x="4284" y="230232"/>
                </a:lnTo>
                <a:lnTo>
                  <a:pt x="4284" y="228368"/>
                </a:lnTo>
                <a:lnTo>
                  <a:pt x="4284" y="226593"/>
                </a:lnTo>
                <a:lnTo>
                  <a:pt x="4284" y="224729"/>
                </a:lnTo>
                <a:lnTo>
                  <a:pt x="4284" y="222954"/>
                </a:lnTo>
                <a:lnTo>
                  <a:pt x="4284" y="221090"/>
                </a:lnTo>
                <a:lnTo>
                  <a:pt x="4601" y="219315"/>
                </a:lnTo>
                <a:lnTo>
                  <a:pt x="4601" y="217628"/>
                </a:lnTo>
                <a:lnTo>
                  <a:pt x="4601" y="215676"/>
                </a:lnTo>
                <a:lnTo>
                  <a:pt x="4601" y="213989"/>
                </a:lnTo>
                <a:lnTo>
                  <a:pt x="4601" y="212037"/>
                </a:lnTo>
                <a:lnTo>
                  <a:pt x="5077" y="210350"/>
                </a:lnTo>
                <a:lnTo>
                  <a:pt x="5077" y="208398"/>
                </a:lnTo>
                <a:lnTo>
                  <a:pt x="5077" y="206711"/>
                </a:lnTo>
                <a:lnTo>
                  <a:pt x="5077" y="204759"/>
                </a:lnTo>
                <a:lnTo>
                  <a:pt x="5077" y="203250"/>
                </a:lnTo>
                <a:lnTo>
                  <a:pt x="5395" y="201297"/>
                </a:lnTo>
                <a:lnTo>
                  <a:pt x="5395" y="199611"/>
                </a:lnTo>
                <a:lnTo>
                  <a:pt x="5395" y="197658"/>
                </a:lnTo>
                <a:lnTo>
                  <a:pt x="5395" y="195972"/>
                </a:lnTo>
                <a:lnTo>
                  <a:pt x="5712" y="194019"/>
                </a:lnTo>
                <a:lnTo>
                  <a:pt x="5712" y="192333"/>
                </a:lnTo>
                <a:lnTo>
                  <a:pt x="5712" y="190647"/>
                </a:lnTo>
                <a:lnTo>
                  <a:pt x="5712" y="188871"/>
                </a:lnTo>
                <a:lnTo>
                  <a:pt x="5712" y="186919"/>
                </a:lnTo>
                <a:lnTo>
                  <a:pt x="6188" y="185232"/>
                </a:lnTo>
                <a:lnTo>
                  <a:pt x="6188" y="183280"/>
                </a:lnTo>
                <a:lnTo>
                  <a:pt x="6188" y="181594"/>
                </a:lnTo>
                <a:lnTo>
                  <a:pt x="6188" y="179907"/>
                </a:lnTo>
                <a:lnTo>
                  <a:pt x="6188" y="178132"/>
                </a:lnTo>
                <a:lnTo>
                  <a:pt x="6188" y="176268"/>
                </a:lnTo>
                <a:lnTo>
                  <a:pt x="6188" y="174493"/>
                </a:lnTo>
                <a:lnTo>
                  <a:pt x="6188" y="172807"/>
                </a:lnTo>
                <a:lnTo>
                  <a:pt x="6188" y="171120"/>
                </a:lnTo>
                <a:lnTo>
                  <a:pt x="6188" y="169168"/>
                </a:lnTo>
                <a:lnTo>
                  <a:pt x="6506" y="167481"/>
                </a:lnTo>
                <a:lnTo>
                  <a:pt x="6506" y="165706"/>
                </a:lnTo>
                <a:lnTo>
                  <a:pt x="6506" y="164020"/>
                </a:lnTo>
                <a:lnTo>
                  <a:pt x="6506" y="162067"/>
                </a:lnTo>
                <a:lnTo>
                  <a:pt x="6982" y="160558"/>
                </a:lnTo>
                <a:lnTo>
                  <a:pt x="6982" y="158695"/>
                </a:lnTo>
                <a:lnTo>
                  <a:pt x="6982" y="156919"/>
                </a:lnTo>
                <a:lnTo>
                  <a:pt x="6982" y="155233"/>
                </a:lnTo>
                <a:lnTo>
                  <a:pt x="6982" y="153547"/>
                </a:lnTo>
                <a:lnTo>
                  <a:pt x="7299" y="151594"/>
                </a:lnTo>
                <a:lnTo>
                  <a:pt x="7299" y="150085"/>
                </a:lnTo>
                <a:lnTo>
                  <a:pt x="7299" y="148133"/>
                </a:lnTo>
                <a:lnTo>
                  <a:pt x="7299" y="146624"/>
                </a:lnTo>
                <a:lnTo>
                  <a:pt x="7299" y="144760"/>
                </a:lnTo>
                <a:lnTo>
                  <a:pt x="7616" y="142985"/>
                </a:lnTo>
                <a:lnTo>
                  <a:pt x="7616" y="141298"/>
                </a:lnTo>
                <a:lnTo>
                  <a:pt x="7616" y="139612"/>
                </a:lnTo>
                <a:lnTo>
                  <a:pt x="7616" y="137837"/>
                </a:lnTo>
                <a:lnTo>
                  <a:pt x="7616" y="136151"/>
                </a:lnTo>
                <a:lnTo>
                  <a:pt x="8093" y="134198"/>
                </a:lnTo>
                <a:lnTo>
                  <a:pt x="8093" y="132512"/>
                </a:lnTo>
                <a:lnTo>
                  <a:pt x="8093" y="130737"/>
                </a:lnTo>
                <a:lnTo>
                  <a:pt x="8093" y="129050"/>
                </a:lnTo>
                <a:lnTo>
                  <a:pt x="8410" y="127364"/>
                </a:lnTo>
                <a:lnTo>
                  <a:pt x="8410" y="125589"/>
                </a:lnTo>
                <a:lnTo>
                  <a:pt x="8410" y="123902"/>
                </a:lnTo>
                <a:lnTo>
                  <a:pt x="8410" y="122216"/>
                </a:lnTo>
                <a:lnTo>
                  <a:pt x="8410" y="120530"/>
                </a:lnTo>
                <a:lnTo>
                  <a:pt x="8410" y="118755"/>
                </a:lnTo>
                <a:lnTo>
                  <a:pt x="8410" y="117246"/>
                </a:lnTo>
                <a:lnTo>
                  <a:pt x="8410" y="115382"/>
                </a:lnTo>
                <a:lnTo>
                  <a:pt x="8410" y="113607"/>
                </a:lnTo>
                <a:lnTo>
                  <a:pt x="8410" y="111920"/>
                </a:lnTo>
                <a:lnTo>
                  <a:pt x="8886" y="110234"/>
                </a:lnTo>
                <a:lnTo>
                  <a:pt x="8886" y="108459"/>
                </a:lnTo>
                <a:lnTo>
                  <a:pt x="8886" y="106773"/>
                </a:lnTo>
                <a:lnTo>
                  <a:pt x="8886" y="105264"/>
                </a:lnTo>
                <a:lnTo>
                  <a:pt x="8886" y="103311"/>
                </a:lnTo>
                <a:lnTo>
                  <a:pt x="9203" y="101802"/>
                </a:lnTo>
                <a:lnTo>
                  <a:pt x="9203" y="100116"/>
                </a:lnTo>
                <a:lnTo>
                  <a:pt x="9203" y="98429"/>
                </a:lnTo>
                <a:lnTo>
                  <a:pt x="9203" y="96654"/>
                </a:lnTo>
                <a:lnTo>
                  <a:pt x="9679" y="94968"/>
                </a:lnTo>
                <a:lnTo>
                  <a:pt x="9679" y="93282"/>
                </a:lnTo>
                <a:lnTo>
                  <a:pt x="9679" y="91507"/>
                </a:lnTo>
                <a:lnTo>
                  <a:pt x="9679" y="89998"/>
                </a:lnTo>
                <a:lnTo>
                  <a:pt x="9679" y="88134"/>
                </a:lnTo>
                <a:lnTo>
                  <a:pt x="9997" y="86625"/>
                </a:lnTo>
                <a:lnTo>
                  <a:pt x="9997" y="84850"/>
                </a:lnTo>
                <a:lnTo>
                  <a:pt x="9997" y="83164"/>
                </a:lnTo>
                <a:lnTo>
                  <a:pt x="9997" y="81477"/>
                </a:lnTo>
                <a:lnTo>
                  <a:pt x="9997" y="79702"/>
                </a:lnTo>
                <a:lnTo>
                  <a:pt x="10314" y="78282"/>
                </a:lnTo>
                <a:lnTo>
                  <a:pt x="10314" y="76507"/>
                </a:lnTo>
                <a:lnTo>
                  <a:pt x="10314" y="74820"/>
                </a:lnTo>
                <a:lnTo>
                  <a:pt x="10314" y="73134"/>
                </a:lnTo>
                <a:lnTo>
                  <a:pt x="10314" y="71359"/>
                </a:lnTo>
                <a:lnTo>
                  <a:pt x="10314" y="69850"/>
                </a:lnTo>
                <a:lnTo>
                  <a:pt x="10314" y="68164"/>
                </a:lnTo>
                <a:lnTo>
                  <a:pt x="10314" y="66477"/>
                </a:lnTo>
                <a:lnTo>
                  <a:pt x="10314" y="64702"/>
                </a:lnTo>
                <a:lnTo>
                  <a:pt x="10790" y="63016"/>
                </a:lnTo>
                <a:lnTo>
                  <a:pt x="10790" y="61507"/>
                </a:lnTo>
                <a:lnTo>
                  <a:pt x="10790" y="59821"/>
                </a:lnTo>
                <a:lnTo>
                  <a:pt x="10790" y="58046"/>
                </a:lnTo>
                <a:lnTo>
                  <a:pt x="10790" y="56626"/>
                </a:lnTo>
                <a:lnTo>
                  <a:pt x="11108" y="54850"/>
                </a:lnTo>
                <a:lnTo>
                  <a:pt x="11108" y="53342"/>
                </a:lnTo>
                <a:lnTo>
                  <a:pt x="11108" y="51655"/>
                </a:lnTo>
                <a:lnTo>
                  <a:pt x="11108" y="49969"/>
                </a:lnTo>
                <a:lnTo>
                  <a:pt x="11108" y="48460"/>
                </a:lnTo>
                <a:lnTo>
                  <a:pt x="11584" y="46507"/>
                </a:lnTo>
                <a:lnTo>
                  <a:pt x="11584" y="44999"/>
                </a:lnTo>
                <a:lnTo>
                  <a:pt x="11584" y="43312"/>
                </a:lnTo>
                <a:lnTo>
                  <a:pt x="11584" y="41537"/>
                </a:lnTo>
                <a:lnTo>
                  <a:pt x="11584" y="40117"/>
                </a:lnTo>
                <a:lnTo>
                  <a:pt x="11901" y="38342"/>
                </a:lnTo>
                <a:lnTo>
                  <a:pt x="11901" y="36833"/>
                </a:lnTo>
                <a:lnTo>
                  <a:pt x="11901" y="35324"/>
                </a:lnTo>
                <a:lnTo>
                  <a:pt x="11901" y="33638"/>
                </a:lnTo>
                <a:lnTo>
                  <a:pt x="12218" y="32129"/>
                </a:lnTo>
                <a:lnTo>
                  <a:pt x="12218" y="30443"/>
                </a:lnTo>
                <a:lnTo>
                  <a:pt x="12218" y="28756"/>
                </a:lnTo>
                <a:lnTo>
                  <a:pt x="12218" y="27247"/>
                </a:lnTo>
                <a:lnTo>
                  <a:pt x="12218" y="25472"/>
                </a:lnTo>
                <a:lnTo>
                  <a:pt x="12694" y="23964"/>
                </a:lnTo>
                <a:lnTo>
                  <a:pt x="12694" y="22277"/>
                </a:lnTo>
                <a:lnTo>
                  <a:pt x="12694" y="20591"/>
                </a:lnTo>
                <a:lnTo>
                  <a:pt x="12694" y="19259"/>
                </a:lnTo>
                <a:lnTo>
                  <a:pt x="12694" y="17573"/>
                </a:lnTo>
                <a:lnTo>
                  <a:pt x="12694" y="15887"/>
                </a:lnTo>
                <a:lnTo>
                  <a:pt x="12694" y="14378"/>
                </a:lnTo>
                <a:lnTo>
                  <a:pt x="12694" y="12603"/>
                </a:lnTo>
                <a:lnTo>
                  <a:pt x="12694" y="11094"/>
                </a:lnTo>
                <a:lnTo>
                  <a:pt x="12694" y="9585"/>
                </a:lnTo>
                <a:lnTo>
                  <a:pt x="13012" y="7899"/>
                </a:lnTo>
                <a:lnTo>
                  <a:pt x="13012" y="6212"/>
                </a:lnTo>
                <a:lnTo>
                  <a:pt x="13012" y="4704"/>
                </a:lnTo>
                <a:lnTo>
                  <a:pt x="13012" y="3195"/>
                </a:lnTo>
                <a:lnTo>
                  <a:pt x="13488" y="1508"/>
                </a:lnTo>
                <a:lnTo>
                  <a:pt x="13488" y="0"/>
                </a:lnTo>
              </a:path>
            </a:pathLst>
          </a:custGeom>
          <a:ln w="1952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7271607" y="1766895"/>
            <a:ext cx="13805" cy="270793"/>
          </a:xfrm>
          <a:custGeom>
            <a:avLst/>
            <a:gdLst/>
            <a:ahLst/>
            <a:cxnLst/>
            <a:rect l="l" t="t" r="r" b="b"/>
            <a:pathLst>
              <a:path w="13805" h="270793">
                <a:moveTo>
                  <a:pt x="0" y="270793"/>
                </a:moveTo>
                <a:lnTo>
                  <a:pt x="0" y="269284"/>
                </a:lnTo>
                <a:lnTo>
                  <a:pt x="0" y="267598"/>
                </a:lnTo>
                <a:lnTo>
                  <a:pt x="0" y="266089"/>
                </a:lnTo>
                <a:lnTo>
                  <a:pt x="317" y="264314"/>
                </a:lnTo>
                <a:lnTo>
                  <a:pt x="317" y="262805"/>
                </a:lnTo>
                <a:lnTo>
                  <a:pt x="317" y="261296"/>
                </a:lnTo>
                <a:lnTo>
                  <a:pt x="317" y="259876"/>
                </a:lnTo>
                <a:lnTo>
                  <a:pt x="317" y="258101"/>
                </a:lnTo>
                <a:lnTo>
                  <a:pt x="634" y="256592"/>
                </a:lnTo>
                <a:lnTo>
                  <a:pt x="634" y="255083"/>
                </a:lnTo>
                <a:lnTo>
                  <a:pt x="634" y="253397"/>
                </a:lnTo>
                <a:lnTo>
                  <a:pt x="634" y="251888"/>
                </a:lnTo>
                <a:lnTo>
                  <a:pt x="634" y="250379"/>
                </a:lnTo>
                <a:lnTo>
                  <a:pt x="1110" y="248693"/>
                </a:lnTo>
                <a:lnTo>
                  <a:pt x="1110" y="247361"/>
                </a:lnTo>
                <a:lnTo>
                  <a:pt x="1110" y="245675"/>
                </a:lnTo>
                <a:lnTo>
                  <a:pt x="1110" y="244166"/>
                </a:lnTo>
                <a:lnTo>
                  <a:pt x="1110" y="242657"/>
                </a:lnTo>
                <a:lnTo>
                  <a:pt x="1110" y="241149"/>
                </a:lnTo>
                <a:lnTo>
                  <a:pt x="1110" y="239462"/>
                </a:lnTo>
                <a:lnTo>
                  <a:pt x="1110" y="237953"/>
                </a:lnTo>
                <a:lnTo>
                  <a:pt x="1110" y="236444"/>
                </a:lnTo>
                <a:lnTo>
                  <a:pt x="1428" y="234936"/>
                </a:lnTo>
                <a:lnTo>
                  <a:pt x="1428" y="233249"/>
                </a:lnTo>
                <a:lnTo>
                  <a:pt x="1428" y="232007"/>
                </a:lnTo>
                <a:lnTo>
                  <a:pt x="1428" y="230232"/>
                </a:lnTo>
                <a:lnTo>
                  <a:pt x="1428" y="228723"/>
                </a:lnTo>
                <a:lnTo>
                  <a:pt x="1904" y="227480"/>
                </a:lnTo>
                <a:lnTo>
                  <a:pt x="1904" y="225705"/>
                </a:lnTo>
                <a:lnTo>
                  <a:pt x="1904" y="224285"/>
                </a:lnTo>
                <a:lnTo>
                  <a:pt x="1904" y="222776"/>
                </a:lnTo>
                <a:lnTo>
                  <a:pt x="1904" y="221267"/>
                </a:lnTo>
                <a:lnTo>
                  <a:pt x="2221" y="219758"/>
                </a:lnTo>
                <a:lnTo>
                  <a:pt x="2221" y="218250"/>
                </a:lnTo>
                <a:lnTo>
                  <a:pt x="2221" y="216741"/>
                </a:lnTo>
                <a:lnTo>
                  <a:pt x="2221" y="215232"/>
                </a:lnTo>
                <a:lnTo>
                  <a:pt x="2697" y="213723"/>
                </a:lnTo>
                <a:lnTo>
                  <a:pt x="2697" y="212037"/>
                </a:lnTo>
                <a:lnTo>
                  <a:pt x="2697" y="210705"/>
                </a:lnTo>
                <a:lnTo>
                  <a:pt x="2697" y="209197"/>
                </a:lnTo>
                <a:lnTo>
                  <a:pt x="2697" y="207776"/>
                </a:lnTo>
                <a:lnTo>
                  <a:pt x="3015" y="206268"/>
                </a:lnTo>
                <a:lnTo>
                  <a:pt x="3015" y="204759"/>
                </a:lnTo>
                <a:lnTo>
                  <a:pt x="3015" y="203250"/>
                </a:lnTo>
                <a:lnTo>
                  <a:pt x="3015" y="201741"/>
                </a:lnTo>
                <a:lnTo>
                  <a:pt x="3015" y="200232"/>
                </a:lnTo>
                <a:lnTo>
                  <a:pt x="3332" y="198723"/>
                </a:lnTo>
                <a:lnTo>
                  <a:pt x="3332" y="197215"/>
                </a:lnTo>
                <a:lnTo>
                  <a:pt x="3332" y="195706"/>
                </a:lnTo>
                <a:lnTo>
                  <a:pt x="3332" y="194463"/>
                </a:lnTo>
                <a:lnTo>
                  <a:pt x="3332" y="192954"/>
                </a:lnTo>
                <a:lnTo>
                  <a:pt x="3332" y="191445"/>
                </a:lnTo>
                <a:lnTo>
                  <a:pt x="3332" y="189759"/>
                </a:lnTo>
                <a:lnTo>
                  <a:pt x="3332" y="188428"/>
                </a:lnTo>
                <a:lnTo>
                  <a:pt x="3332" y="186919"/>
                </a:lnTo>
                <a:lnTo>
                  <a:pt x="3808" y="185410"/>
                </a:lnTo>
                <a:lnTo>
                  <a:pt x="3808" y="183901"/>
                </a:lnTo>
                <a:lnTo>
                  <a:pt x="3808" y="182659"/>
                </a:lnTo>
                <a:lnTo>
                  <a:pt x="3808" y="181150"/>
                </a:lnTo>
                <a:lnTo>
                  <a:pt x="3808" y="179641"/>
                </a:lnTo>
                <a:lnTo>
                  <a:pt x="4125" y="178132"/>
                </a:lnTo>
                <a:lnTo>
                  <a:pt x="4125" y="176623"/>
                </a:lnTo>
                <a:lnTo>
                  <a:pt x="4125" y="175381"/>
                </a:lnTo>
                <a:lnTo>
                  <a:pt x="4125" y="173872"/>
                </a:lnTo>
                <a:lnTo>
                  <a:pt x="4125" y="172363"/>
                </a:lnTo>
                <a:lnTo>
                  <a:pt x="4601" y="170854"/>
                </a:lnTo>
                <a:lnTo>
                  <a:pt x="4601" y="169523"/>
                </a:lnTo>
                <a:lnTo>
                  <a:pt x="4601" y="168103"/>
                </a:lnTo>
                <a:lnTo>
                  <a:pt x="4601" y="166594"/>
                </a:lnTo>
                <a:lnTo>
                  <a:pt x="4601" y="165085"/>
                </a:lnTo>
                <a:lnTo>
                  <a:pt x="4919" y="163754"/>
                </a:lnTo>
                <a:lnTo>
                  <a:pt x="4919" y="162511"/>
                </a:lnTo>
                <a:lnTo>
                  <a:pt x="4919" y="161002"/>
                </a:lnTo>
                <a:lnTo>
                  <a:pt x="4919" y="159493"/>
                </a:lnTo>
                <a:lnTo>
                  <a:pt x="5236" y="157985"/>
                </a:lnTo>
                <a:lnTo>
                  <a:pt x="5236" y="156476"/>
                </a:lnTo>
                <a:lnTo>
                  <a:pt x="5236" y="155411"/>
                </a:lnTo>
                <a:lnTo>
                  <a:pt x="5236" y="153902"/>
                </a:lnTo>
                <a:lnTo>
                  <a:pt x="5236" y="152393"/>
                </a:lnTo>
                <a:lnTo>
                  <a:pt x="5236" y="150884"/>
                </a:lnTo>
                <a:lnTo>
                  <a:pt x="5236" y="149375"/>
                </a:lnTo>
                <a:lnTo>
                  <a:pt x="5236" y="148310"/>
                </a:lnTo>
                <a:lnTo>
                  <a:pt x="5236" y="146801"/>
                </a:lnTo>
                <a:lnTo>
                  <a:pt x="5236" y="145292"/>
                </a:lnTo>
                <a:lnTo>
                  <a:pt x="5712" y="143872"/>
                </a:lnTo>
                <a:lnTo>
                  <a:pt x="5712" y="142541"/>
                </a:lnTo>
                <a:lnTo>
                  <a:pt x="5712" y="141298"/>
                </a:lnTo>
                <a:lnTo>
                  <a:pt x="5712" y="139790"/>
                </a:lnTo>
                <a:lnTo>
                  <a:pt x="5712" y="138458"/>
                </a:lnTo>
                <a:lnTo>
                  <a:pt x="6030" y="136949"/>
                </a:lnTo>
                <a:lnTo>
                  <a:pt x="6030" y="135441"/>
                </a:lnTo>
                <a:lnTo>
                  <a:pt x="6030" y="134198"/>
                </a:lnTo>
                <a:lnTo>
                  <a:pt x="6030" y="132867"/>
                </a:lnTo>
                <a:lnTo>
                  <a:pt x="6506" y="131624"/>
                </a:lnTo>
                <a:lnTo>
                  <a:pt x="6506" y="130115"/>
                </a:lnTo>
                <a:lnTo>
                  <a:pt x="6506" y="128606"/>
                </a:lnTo>
                <a:lnTo>
                  <a:pt x="6506" y="127364"/>
                </a:lnTo>
                <a:lnTo>
                  <a:pt x="6506" y="125855"/>
                </a:lnTo>
                <a:lnTo>
                  <a:pt x="6823" y="124790"/>
                </a:lnTo>
                <a:lnTo>
                  <a:pt x="6823" y="123281"/>
                </a:lnTo>
                <a:lnTo>
                  <a:pt x="6823" y="121950"/>
                </a:lnTo>
                <a:lnTo>
                  <a:pt x="6823" y="120441"/>
                </a:lnTo>
                <a:lnTo>
                  <a:pt x="6823" y="119198"/>
                </a:lnTo>
                <a:lnTo>
                  <a:pt x="7299" y="117689"/>
                </a:lnTo>
                <a:lnTo>
                  <a:pt x="7299" y="116358"/>
                </a:lnTo>
                <a:lnTo>
                  <a:pt x="7299" y="115116"/>
                </a:lnTo>
                <a:lnTo>
                  <a:pt x="7299" y="113784"/>
                </a:lnTo>
                <a:lnTo>
                  <a:pt x="7299" y="112542"/>
                </a:lnTo>
                <a:lnTo>
                  <a:pt x="7299" y="111033"/>
                </a:lnTo>
                <a:lnTo>
                  <a:pt x="7299" y="109701"/>
                </a:lnTo>
                <a:lnTo>
                  <a:pt x="7299" y="108281"/>
                </a:lnTo>
                <a:lnTo>
                  <a:pt x="7299" y="106950"/>
                </a:lnTo>
                <a:lnTo>
                  <a:pt x="7616" y="105885"/>
                </a:lnTo>
                <a:lnTo>
                  <a:pt x="7616" y="104376"/>
                </a:lnTo>
                <a:lnTo>
                  <a:pt x="7616" y="103134"/>
                </a:lnTo>
                <a:lnTo>
                  <a:pt x="7616" y="101802"/>
                </a:lnTo>
                <a:lnTo>
                  <a:pt x="7616" y="100293"/>
                </a:lnTo>
                <a:lnTo>
                  <a:pt x="7934" y="99051"/>
                </a:lnTo>
                <a:lnTo>
                  <a:pt x="7934" y="97719"/>
                </a:lnTo>
                <a:lnTo>
                  <a:pt x="7934" y="96477"/>
                </a:lnTo>
                <a:lnTo>
                  <a:pt x="7934" y="95146"/>
                </a:lnTo>
                <a:lnTo>
                  <a:pt x="7934" y="93903"/>
                </a:lnTo>
                <a:lnTo>
                  <a:pt x="8410" y="92572"/>
                </a:lnTo>
                <a:lnTo>
                  <a:pt x="8410" y="91329"/>
                </a:lnTo>
                <a:lnTo>
                  <a:pt x="8410" y="89820"/>
                </a:lnTo>
                <a:lnTo>
                  <a:pt x="8410" y="88489"/>
                </a:lnTo>
                <a:lnTo>
                  <a:pt x="8410" y="87246"/>
                </a:lnTo>
                <a:lnTo>
                  <a:pt x="8727" y="85915"/>
                </a:lnTo>
                <a:lnTo>
                  <a:pt x="8727" y="84672"/>
                </a:lnTo>
                <a:lnTo>
                  <a:pt x="8727" y="83341"/>
                </a:lnTo>
                <a:lnTo>
                  <a:pt x="8727" y="82098"/>
                </a:lnTo>
                <a:lnTo>
                  <a:pt x="9203" y="80767"/>
                </a:lnTo>
                <a:lnTo>
                  <a:pt x="9203" y="79525"/>
                </a:lnTo>
                <a:lnTo>
                  <a:pt x="9203" y="78193"/>
                </a:lnTo>
                <a:lnTo>
                  <a:pt x="9203" y="76951"/>
                </a:lnTo>
                <a:lnTo>
                  <a:pt x="9203" y="75619"/>
                </a:lnTo>
                <a:lnTo>
                  <a:pt x="9521" y="74377"/>
                </a:lnTo>
                <a:lnTo>
                  <a:pt x="9521" y="73045"/>
                </a:lnTo>
                <a:lnTo>
                  <a:pt x="9521" y="71803"/>
                </a:lnTo>
                <a:lnTo>
                  <a:pt x="9521" y="70471"/>
                </a:lnTo>
                <a:lnTo>
                  <a:pt x="9521" y="69229"/>
                </a:lnTo>
                <a:lnTo>
                  <a:pt x="9521" y="67898"/>
                </a:lnTo>
                <a:lnTo>
                  <a:pt x="9521" y="66832"/>
                </a:lnTo>
                <a:lnTo>
                  <a:pt x="9521" y="65590"/>
                </a:lnTo>
                <a:lnTo>
                  <a:pt x="9521" y="64259"/>
                </a:lnTo>
                <a:lnTo>
                  <a:pt x="9521" y="63016"/>
                </a:lnTo>
                <a:lnTo>
                  <a:pt x="9838" y="61685"/>
                </a:lnTo>
                <a:lnTo>
                  <a:pt x="9838" y="60442"/>
                </a:lnTo>
                <a:lnTo>
                  <a:pt x="9838" y="59377"/>
                </a:lnTo>
                <a:lnTo>
                  <a:pt x="9838" y="58046"/>
                </a:lnTo>
                <a:lnTo>
                  <a:pt x="9838" y="56803"/>
                </a:lnTo>
                <a:lnTo>
                  <a:pt x="10314" y="55472"/>
                </a:lnTo>
                <a:lnTo>
                  <a:pt x="10314" y="54229"/>
                </a:lnTo>
                <a:lnTo>
                  <a:pt x="10314" y="52898"/>
                </a:lnTo>
                <a:lnTo>
                  <a:pt x="10314" y="51833"/>
                </a:lnTo>
                <a:lnTo>
                  <a:pt x="10631" y="50590"/>
                </a:lnTo>
                <a:lnTo>
                  <a:pt x="10631" y="49259"/>
                </a:lnTo>
                <a:lnTo>
                  <a:pt x="10631" y="48016"/>
                </a:lnTo>
                <a:lnTo>
                  <a:pt x="10631" y="46951"/>
                </a:lnTo>
                <a:lnTo>
                  <a:pt x="10631" y="45620"/>
                </a:lnTo>
                <a:lnTo>
                  <a:pt x="11108" y="44377"/>
                </a:lnTo>
                <a:lnTo>
                  <a:pt x="11108" y="43312"/>
                </a:lnTo>
                <a:lnTo>
                  <a:pt x="11108" y="41981"/>
                </a:lnTo>
                <a:lnTo>
                  <a:pt x="11108" y="40916"/>
                </a:lnTo>
                <a:lnTo>
                  <a:pt x="11108" y="39585"/>
                </a:lnTo>
                <a:lnTo>
                  <a:pt x="11425" y="38519"/>
                </a:lnTo>
                <a:lnTo>
                  <a:pt x="11425" y="37277"/>
                </a:lnTo>
                <a:lnTo>
                  <a:pt x="11425" y="36212"/>
                </a:lnTo>
                <a:lnTo>
                  <a:pt x="11425" y="34880"/>
                </a:lnTo>
                <a:lnTo>
                  <a:pt x="11425" y="33638"/>
                </a:lnTo>
                <a:lnTo>
                  <a:pt x="11425" y="32573"/>
                </a:lnTo>
                <a:lnTo>
                  <a:pt x="11425" y="31241"/>
                </a:lnTo>
                <a:lnTo>
                  <a:pt x="11425" y="30176"/>
                </a:lnTo>
                <a:lnTo>
                  <a:pt x="11425" y="28934"/>
                </a:lnTo>
                <a:lnTo>
                  <a:pt x="11901" y="27869"/>
                </a:lnTo>
                <a:lnTo>
                  <a:pt x="11901" y="26537"/>
                </a:lnTo>
                <a:lnTo>
                  <a:pt x="11901" y="25472"/>
                </a:lnTo>
                <a:lnTo>
                  <a:pt x="11901" y="24230"/>
                </a:lnTo>
                <a:lnTo>
                  <a:pt x="11901" y="23076"/>
                </a:lnTo>
                <a:lnTo>
                  <a:pt x="12218" y="21833"/>
                </a:lnTo>
                <a:lnTo>
                  <a:pt x="12218" y="20768"/>
                </a:lnTo>
                <a:lnTo>
                  <a:pt x="12218" y="19437"/>
                </a:lnTo>
                <a:lnTo>
                  <a:pt x="12218" y="18372"/>
                </a:lnTo>
                <a:lnTo>
                  <a:pt x="12218" y="17307"/>
                </a:lnTo>
                <a:lnTo>
                  <a:pt x="12536" y="16064"/>
                </a:lnTo>
                <a:lnTo>
                  <a:pt x="12536" y="14999"/>
                </a:lnTo>
                <a:lnTo>
                  <a:pt x="12536" y="13668"/>
                </a:lnTo>
                <a:lnTo>
                  <a:pt x="12536" y="12603"/>
                </a:lnTo>
                <a:lnTo>
                  <a:pt x="12536" y="11360"/>
                </a:lnTo>
                <a:lnTo>
                  <a:pt x="13012" y="10206"/>
                </a:lnTo>
                <a:lnTo>
                  <a:pt x="13012" y="8964"/>
                </a:lnTo>
                <a:lnTo>
                  <a:pt x="13012" y="7899"/>
                </a:lnTo>
                <a:lnTo>
                  <a:pt x="13012" y="6834"/>
                </a:lnTo>
                <a:lnTo>
                  <a:pt x="13329" y="5502"/>
                </a:lnTo>
                <a:lnTo>
                  <a:pt x="13329" y="4437"/>
                </a:lnTo>
                <a:lnTo>
                  <a:pt x="13329" y="3372"/>
                </a:lnTo>
                <a:lnTo>
                  <a:pt x="13329" y="2307"/>
                </a:lnTo>
                <a:lnTo>
                  <a:pt x="13329" y="1242"/>
                </a:lnTo>
                <a:lnTo>
                  <a:pt x="13805" y="0"/>
                </a:lnTo>
              </a:path>
            </a:pathLst>
          </a:custGeom>
          <a:ln w="195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7285412" y="1597905"/>
            <a:ext cx="13012" cy="168990"/>
          </a:xfrm>
          <a:custGeom>
            <a:avLst/>
            <a:gdLst/>
            <a:ahLst/>
            <a:cxnLst/>
            <a:rect l="l" t="t" r="r" b="b"/>
            <a:pathLst>
              <a:path w="13012" h="168990">
                <a:moveTo>
                  <a:pt x="0" y="168990"/>
                </a:moveTo>
                <a:lnTo>
                  <a:pt x="0" y="167836"/>
                </a:lnTo>
                <a:lnTo>
                  <a:pt x="0" y="166771"/>
                </a:lnTo>
                <a:lnTo>
                  <a:pt x="0" y="165706"/>
                </a:lnTo>
                <a:lnTo>
                  <a:pt x="0" y="164641"/>
                </a:lnTo>
                <a:lnTo>
                  <a:pt x="0" y="163576"/>
                </a:lnTo>
                <a:lnTo>
                  <a:pt x="0" y="162511"/>
                </a:lnTo>
                <a:lnTo>
                  <a:pt x="0" y="161446"/>
                </a:lnTo>
                <a:lnTo>
                  <a:pt x="0" y="160115"/>
                </a:lnTo>
                <a:lnTo>
                  <a:pt x="0" y="159050"/>
                </a:lnTo>
                <a:lnTo>
                  <a:pt x="317" y="157985"/>
                </a:lnTo>
                <a:lnTo>
                  <a:pt x="317" y="156742"/>
                </a:lnTo>
                <a:lnTo>
                  <a:pt x="317" y="155677"/>
                </a:lnTo>
                <a:lnTo>
                  <a:pt x="317" y="154612"/>
                </a:lnTo>
                <a:lnTo>
                  <a:pt x="634" y="153547"/>
                </a:lnTo>
                <a:lnTo>
                  <a:pt x="634" y="152393"/>
                </a:lnTo>
                <a:lnTo>
                  <a:pt x="634" y="151328"/>
                </a:lnTo>
                <a:lnTo>
                  <a:pt x="634" y="150529"/>
                </a:lnTo>
                <a:lnTo>
                  <a:pt x="634" y="149464"/>
                </a:lnTo>
                <a:lnTo>
                  <a:pt x="1110" y="148399"/>
                </a:lnTo>
                <a:lnTo>
                  <a:pt x="1110" y="147334"/>
                </a:lnTo>
                <a:lnTo>
                  <a:pt x="1110" y="146003"/>
                </a:lnTo>
                <a:lnTo>
                  <a:pt x="1110" y="144937"/>
                </a:lnTo>
                <a:lnTo>
                  <a:pt x="1110" y="143872"/>
                </a:lnTo>
                <a:lnTo>
                  <a:pt x="1428" y="142807"/>
                </a:lnTo>
                <a:lnTo>
                  <a:pt x="1428" y="141920"/>
                </a:lnTo>
                <a:lnTo>
                  <a:pt x="1428" y="140855"/>
                </a:lnTo>
                <a:lnTo>
                  <a:pt x="1428" y="139790"/>
                </a:lnTo>
                <a:lnTo>
                  <a:pt x="1428" y="138725"/>
                </a:lnTo>
                <a:lnTo>
                  <a:pt x="1904" y="137659"/>
                </a:lnTo>
                <a:lnTo>
                  <a:pt x="1904" y="136594"/>
                </a:lnTo>
                <a:lnTo>
                  <a:pt x="1904" y="135529"/>
                </a:lnTo>
                <a:lnTo>
                  <a:pt x="1904" y="134464"/>
                </a:lnTo>
                <a:lnTo>
                  <a:pt x="1904" y="133577"/>
                </a:lnTo>
                <a:lnTo>
                  <a:pt x="1904" y="132512"/>
                </a:lnTo>
                <a:lnTo>
                  <a:pt x="1904" y="131447"/>
                </a:lnTo>
                <a:lnTo>
                  <a:pt x="1904" y="130382"/>
                </a:lnTo>
                <a:lnTo>
                  <a:pt x="1904" y="129494"/>
                </a:lnTo>
                <a:lnTo>
                  <a:pt x="2221" y="128429"/>
                </a:lnTo>
                <a:lnTo>
                  <a:pt x="2221" y="127364"/>
                </a:lnTo>
                <a:lnTo>
                  <a:pt x="2221" y="126299"/>
                </a:lnTo>
                <a:lnTo>
                  <a:pt x="2221" y="125234"/>
                </a:lnTo>
                <a:lnTo>
                  <a:pt x="2221" y="124346"/>
                </a:lnTo>
                <a:lnTo>
                  <a:pt x="2538" y="123281"/>
                </a:lnTo>
                <a:lnTo>
                  <a:pt x="2538" y="122394"/>
                </a:lnTo>
                <a:lnTo>
                  <a:pt x="2538" y="121328"/>
                </a:lnTo>
                <a:lnTo>
                  <a:pt x="2538" y="120263"/>
                </a:lnTo>
                <a:lnTo>
                  <a:pt x="2538" y="119198"/>
                </a:lnTo>
                <a:lnTo>
                  <a:pt x="3015" y="118311"/>
                </a:lnTo>
                <a:lnTo>
                  <a:pt x="3015" y="117246"/>
                </a:lnTo>
                <a:lnTo>
                  <a:pt x="3015" y="116447"/>
                </a:lnTo>
                <a:lnTo>
                  <a:pt x="3015" y="115382"/>
                </a:lnTo>
                <a:lnTo>
                  <a:pt x="3332" y="114228"/>
                </a:lnTo>
                <a:lnTo>
                  <a:pt x="3332" y="113429"/>
                </a:lnTo>
                <a:lnTo>
                  <a:pt x="3332" y="112364"/>
                </a:lnTo>
                <a:lnTo>
                  <a:pt x="3332" y="111477"/>
                </a:lnTo>
                <a:lnTo>
                  <a:pt x="3332" y="110411"/>
                </a:lnTo>
                <a:lnTo>
                  <a:pt x="3808" y="109524"/>
                </a:lnTo>
                <a:lnTo>
                  <a:pt x="3808" y="108459"/>
                </a:lnTo>
                <a:lnTo>
                  <a:pt x="3808" y="107394"/>
                </a:lnTo>
                <a:lnTo>
                  <a:pt x="3808" y="106506"/>
                </a:lnTo>
                <a:lnTo>
                  <a:pt x="3808" y="105707"/>
                </a:lnTo>
                <a:lnTo>
                  <a:pt x="4125" y="104820"/>
                </a:lnTo>
                <a:lnTo>
                  <a:pt x="4125" y="103577"/>
                </a:lnTo>
                <a:lnTo>
                  <a:pt x="4125" y="102690"/>
                </a:lnTo>
                <a:lnTo>
                  <a:pt x="4125" y="101802"/>
                </a:lnTo>
                <a:lnTo>
                  <a:pt x="4125" y="101003"/>
                </a:lnTo>
                <a:lnTo>
                  <a:pt x="4125" y="99938"/>
                </a:lnTo>
                <a:lnTo>
                  <a:pt x="4125" y="98873"/>
                </a:lnTo>
                <a:lnTo>
                  <a:pt x="4125" y="97986"/>
                </a:lnTo>
                <a:lnTo>
                  <a:pt x="4125" y="97098"/>
                </a:lnTo>
                <a:lnTo>
                  <a:pt x="4601" y="96299"/>
                </a:lnTo>
                <a:lnTo>
                  <a:pt x="4601" y="95412"/>
                </a:lnTo>
                <a:lnTo>
                  <a:pt x="4601" y="94347"/>
                </a:lnTo>
                <a:lnTo>
                  <a:pt x="4601" y="93282"/>
                </a:lnTo>
                <a:lnTo>
                  <a:pt x="4601" y="92394"/>
                </a:lnTo>
                <a:lnTo>
                  <a:pt x="4919" y="91507"/>
                </a:lnTo>
                <a:lnTo>
                  <a:pt x="4919" y="90708"/>
                </a:lnTo>
                <a:lnTo>
                  <a:pt x="4919" y="89643"/>
                </a:lnTo>
                <a:lnTo>
                  <a:pt x="4919" y="88755"/>
                </a:lnTo>
                <a:lnTo>
                  <a:pt x="4919" y="87868"/>
                </a:lnTo>
                <a:lnTo>
                  <a:pt x="5236" y="87069"/>
                </a:lnTo>
                <a:lnTo>
                  <a:pt x="5236" y="86004"/>
                </a:lnTo>
                <a:lnTo>
                  <a:pt x="5236" y="85116"/>
                </a:lnTo>
                <a:lnTo>
                  <a:pt x="5236" y="84229"/>
                </a:lnTo>
                <a:lnTo>
                  <a:pt x="5236" y="83430"/>
                </a:lnTo>
                <a:lnTo>
                  <a:pt x="5712" y="82542"/>
                </a:lnTo>
                <a:lnTo>
                  <a:pt x="5712" y="81655"/>
                </a:lnTo>
                <a:lnTo>
                  <a:pt x="5712" y="80856"/>
                </a:lnTo>
                <a:lnTo>
                  <a:pt x="5712" y="79968"/>
                </a:lnTo>
                <a:lnTo>
                  <a:pt x="6030" y="78903"/>
                </a:lnTo>
                <a:lnTo>
                  <a:pt x="6030" y="78016"/>
                </a:lnTo>
                <a:lnTo>
                  <a:pt x="6030" y="77217"/>
                </a:lnTo>
                <a:lnTo>
                  <a:pt x="6030" y="76507"/>
                </a:lnTo>
                <a:lnTo>
                  <a:pt x="6030" y="75442"/>
                </a:lnTo>
                <a:lnTo>
                  <a:pt x="6030" y="74643"/>
                </a:lnTo>
                <a:lnTo>
                  <a:pt x="6030" y="73755"/>
                </a:lnTo>
                <a:lnTo>
                  <a:pt x="6030" y="72868"/>
                </a:lnTo>
                <a:lnTo>
                  <a:pt x="6030" y="72069"/>
                </a:lnTo>
                <a:lnTo>
                  <a:pt x="6030" y="71182"/>
                </a:lnTo>
                <a:lnTo>
                  <a:pt x="6506" y="70294"/>
                </a:lnTo>
                <a:lnTo>
                  <a:pt x="6506" y="69495"/>
                </a:lnTo>
                <a:lnTo>
                  <a:pt x="6506" y="68608"/>
                </a:lnTo>
                <a:lnTo>
                  <a:pt x="6506" y="67720"/>
                </a:lnTo>
                <a:lnTo>
                  <a:pt x="6506" y="66921"/>
                </a:lnTo>
                <a:lnTo>
                  <a:pt x="6823" y="66034"/>
                </a:lnTo>
                <a:lnTo>
                  <a:pt x="6823" y="65412"/>
                </a:lnTo>
                <a:lnTo>
                  <a:pt x="6823" y="64525"/>
                </a:lnTo>
                <a:lnTo>
                  <a:pt x="6823" y="63460"/>
                </a:lnTo>
                <a:lnTo>
                  <a:pt x="7140" y="62838"/>
                </a:lnTo>
                <a:lnTo>
                  <a:pt x="7140" y="61951"/>
                </a:lnTo>
                <a:lnTo>
                  <a:pt x="7140" y="61063"/>
                </a:lnTo>
                <a:lnTo>
                  <a:pt x="7140" y="60265"/>
                </a:lnTo>
                <a:lnTo>
                  <a:pt x="7140" y="59555"/>
                </a:lnTo>
                <a:lnTo>
                  <a:pt x="7616" y="58756"/>
                </a:lnTo>
                <a:lnTo>
                  <a:pt x="7616" y="57868"/>
                </a:lnTo>
                <a:lnTo>
                  <a:pt x="7616" y="56981"/>
                </a:lnTo>
                <a:lnTo>
                  <a:pt x="7616" y="56359"/>
                </a:lnTo>
                <a:lnTo>
                  <a:pt x="7616" y="55561"/>
                </a:lnTo>
                <a:lnTo>
                  <a:pt x="7934" y="54673"/>
                </a:lnTo>
                <a:lnTo>
                  <a:pt x="7934" y="54052"/>
                </a:lnTo>
                <a:lnTo>
                  <a:pt x="7934" y="52987"/>
                </a:lnTo>
                <a:lnTo>
                  <a:pt x="7934" y="52277"/>
                </a:lnTo>
                <a:lnTo>
                  <a:pt x="7934" y="51655"/>
                </a:lnTo>
                <a:lnTo>
                  <a:pt x="8410" y="50590"/>
                </a:lnTo>
                <a:lnTo>
                  <a:pt x="8410" y="49969"/>
                </a:lnTo>
                <a:lnTo>
                  <a:pt x="8410" y="49259"/>
                </a:lnTo>
                <a:lnTo>
                  <a:pt x="8410" y="48460"/>
                </a:lnTo>
                <a:lnTo>
                  <a:pt x="8410" y="47573"/>
                </a:lnTo>
                <a:lnTo>
                  <a:pt x="8410" y="46951"/>
                </a:lnTo>
                <a:lnTo>
                  <a:pt x="8410" y="46064"/>
                </a:lnTo>
                <a:lnTo>
                  <a:pt x="8410" y="45442"/>
                </a:lnTo>
                <a:lnTo>
                  <a:pt x="8410" y="44555"/>
                </a:lnTo>
                <a:lnTo>
                  <a:pt x="8727" y="43756"/>
                </a:lnTo>
                <a:lnTo>
                  <a:pt x="8727" y="43046"/>
                </a:lnTo>
                <a:lnTo>
                  <a:pt x="8727" y="42247"/>
                </a:lnTo>
                <a:lnTo>
                  <a:pt x="8727" y="41537"/>
                </a:lnTo>
                <a:lnTo>
                  <a:pt x="8727" y="40916"/>
                </a:lnTo>
                <a:lnTo>
                  <a:pt x="9203" y="40117"/>
                </a:lnTo>
                <a:lnTo>
                  <a:pt x="9203" y="39407"/>
                </a:lnTo>
                <a:lnTo>
                  <a:pt x="9203" y="38608"/>
                </a:lnTo>
                <a:lnTo>
                  <a:pt x="9203" y="37721"/>
                </a:lnTo>
                <a:lnTo>
                  <a:pt x="9203" y="37099"/>
                </a:lnTo>
                <a:lnTo>
                  <a:pt x="9521" y="36212"/>
                </a:lnTo>
                <a:lnTo>
                  <a:pt x="9521" y="35591"/>
                </a:lnTo>
                <a:lnTo>
                  <a:pt x="9521" y="34969"/>
                </a:lnTo>
                <a:lnTo>
                  <a:pt x="9521" y="34082"/>
                </a:lnTo>
                <a:lnTo>
                  <a:pt x="9838" y="33460"/>
                </a:lnTo>
                <a:lnTo>
                  <a:pt x="9838" y="32750"/>
                </a:lnTo>
                <a:lnTo>
                  <a:pt x="9838" y="32129"/>
                </a:lnTo>
                <a:lnTo>
                  <a:pt x="9838" y="31508"/>
                </a:lnTo>
                <a:lnTo>
                  <a:pt x="9838" y="30620"/>
                </a:lnTo>
                <a:lnTo>
                  <a:pt x="10314" y="29999"/>
                </a:lnTo>
                <a:lnTo>
                  <a:pt x="10314" y="29111"/>
                </a:lnTo>
                <a:lnTo>
                  <a:pt x="10314" y="28490"/>
                </a:lnTo>
                <a:lnTo>
                  <a:pt x="10314" y="27869"/>
                </a:lnTo>
                <a:lnTo>
                  <a:pt x="10314" y="26981"/>
                </a:lnTo>
                <a:lnTo>
                  <a:pt x="10314" y="26537"/>
                </a:lnTo>
                <a:lnTo>
                  <a:pt x="10314" y="25739"/>
                </a:lnTo>
                <a:lnTo>
                  <a:pt x="10314" y="25029"/>
                </a:lnTo>
                <a:lnTo>
                  <a:pt x="10314" y="24407"/>
                </a:lnTo>
                <a:lnTo>
                  <a:pt x="10314" y="23786"/>
                </a:lnTo>
                <a:lnTo>
                  <a:pt x="10631" y="23165"/>
                </a:lnTo>
                <a:lnTo>
                  <a:pt x="10631" y="22277"/>
                </a:lnTo>
                <a:lnTo>
                  <a:pt x="10631" y="21833"/>
                </a:lnTo>
                <a:lnTo>
                  <a:pt x="10631" y="21035"/>
                </a:lnTo>
                <a:lnTo>
                  <a:pt x="11108" y="20325"/>
                </a:lnTo>
                <a:lnTo>
                  <a:pt x="11108" y="19703"/>
                </a:lnTo>
                <a:lnTo>
                  <a:pt x="11108" y="19082"/>
                </a:lnTo>
                <a:lnTo>
                  <a:pt x="11108" y="18461"/>
                </a:lnTo>
                <a:lnTo>
                  <a:pt x="11108" y="17751"/>
                </a:lnTo>
                <a:lnTo>
                  <a:pt x="11425" y="17129"/>
                </a:lnTo>
                <a:lnTo>
                  <a:pt x="11425" y="16508"/>
                </a:lnTo>
                <a:lnTo>
                  <a:pt x="11425" y="15887"/>
                </a:lnTo>
                <a:lnTo>
                  <a:pt x="11425" y="15177"/>
                </a:lnTo>
                <a:lnTo>
                  <a:pt x="11425" y="14555"/>
                </a:lnTo>
                <a:lnTo>
                  <a:pt x="11742" y="13934"/>
                </a:lnTo>
                <a:lnTo>
                  <a:pt x="11742" y="13313"/>
                </a:lnTo>
                <a:lnTo>
                  <a:pt x="11742" y="12603"/>
                </a:lnTo>
                <a:lnTo>
                  <a:pt x="11742" y="11982"/>
                </a:lnTo>
                <a:lnTo>
                  <a:pt x="11742" y="11538"/>
                </a:lnTo>
                <a:lnTo>
                  <a:pt x="12218" y="10739"/>
                </a:lnTo>
                <a:lnTo>
                  <a:pt x="12218" y="10295"/>
                </a:lnTo>
                <a:lnTo>
                  <a:pt x="12218" y="9408"/>
                </a:lnTo>
                <a:lnTo>
                  <a:pt x="12218" y="8964"/>
                </a:lnTo>
                <a:lnTo>
                  <a:pt x="12536" y="8343"/>
                </a:lnTo>
                <a:lnTo>
                  <a:pt x="12536" y="7721"/>
                </a:lnTo>
                <a:lnTo>
                  <a:pt x="12536" y="7100"/>
                </a:lnTo>
                <a:lnTo>
                  <a:pt x="12536" y="6656"/>
                </a:lnTo>
                <a:lnTo>
                  <a:pt x="12536" y="5769"/>
                </a:lnTo>
                <a:lnTo>
                  <a:pt x="12536" y="5325"/>
                </a:lnTo>
                <a:lnTo>
                  <a:pt x="12536" y="4704"/>
                </a:lnTo>
                <a:lnTo>
                  <a:pt x="12536" y="4260"/>
                </a:lnTo>
                <a:lnTo>
                  <a:pt x="12536" y="3638"/>
                </a:lnTo>
                <a:lnTo>
                  <a:pt x="12536" y="3017"/>
                </a:lnTo>
                <a:lnTo>
                  <a:pt x="13012" y="2307"/>
                </a:lnTo>
                <a:lnTo>
                  <a:pt x="13012" y="1952"/>
                </a:lnTo>
                <a:lnTo>
                  <a:pt x="13012" y="1242"/>
                </a:lnTo>
                <a:lnTo>
                  <a:pt x="13012" y="798"/>
                </a:lnTo>
                <a:lnTo>
                  <a:pt x="13012" y="0"/>
                </a:lnTo>
              </a:path>
            </a:pathLst>
          </a:custGeom>
          <a:ln w="1949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7298425" y="1544474"/>
            <a:ext cx="13805" cy="53430"/>
          </a:xfrm>
          <a:custGeom>
            <a:avLst/>
            <a:gdLst/>
            <a:ahLst/>
            <a:cxnLst/>
            <a:rect l="l" t="t" r="r" b="b"/>
            <a:pathLst>
              <a:path w="13805" h="53430">
                <a:moveTo>
                  <a:pt x="0" y="53430"/>
                </a:moveTo>
                <a:lnTo>
                  <a:pt x="317" y="52987"/>
                </a:lnTo>
                <a:lnTo>
                  <a:pt x="317" y="52365"/>
                </a:lnTo>
                <a:lnTo>
                  <a:pt x="317" y="51922"/>
                </a:lnTo>
                <a:lnTo>
                  <a:pt x="317" y="51300"/>
                </a:lnTo>
                <a:lnTo>
                  <a:pt x="793" y="50856"/>
                </a:lnTo>
                <a:lnTo>
                  <a:pt x="793" y="50235"/>
                </a:lnTo>
                <a:lnTo>
                  <a:pt x="793" y="49525"/>
                </a:lnTo>
                <a:lnTo>
                  <a:pt x="793" y="49081"/>
                </a:lnTo>
                <a:lnTo>
                  <a:pt x="793" y="48460"/>
                </a:lnTo>
                <a:lnTo>
                  <a:pt x="1110" y="48016"/>
                </a:lnTo>
                <a:lnTo>
                  <a:pt x="1110" y="47395"/>
                </a:lnTo>
                <a:lnTo>
                  <a:pt x="1110" y="46951"/>
                </a:lnTo>
                <a:lnTo>
                  <a:pt x="1110" y="46330"/>
                </a:lnTo>
                <a:lnTo>
                  <a:pt x="1110" y="45886"/>
                </a:lnTo>
                <a:lnTo>
                  <a:pt x="1428" y="45442"/>
                </a:lnTo>
                <a:lnTo>
                  <a:pt x="1428" y="44821"/>
                </a:lnTo>
                <a:lnTo>
                  <a:pt x="1428" y="44377"/>
                </a:lnTo>
                <a:lnTo>
                  <a:pt x="1428" y="43756"/>
                </a:lnTo>
                <a:lnTo>
                  <a:pt x="1428" y="43312"/>
                </a:lnTo>
                <a:lnTo>
                  <a:pt x="1428" y="42691"/>
                </a:lnTo>
                <a:lnTo>
                  <a:pt x="1428" y="42513"/>
                </a:lnTo>
                <a:lnTo>
                  <a:pt x="1428" y="41803"/>
                </a:lnTo>
                <a:lnTo>
                  <a:pt x="1428" y="41360"/>
                </a:lnTo>
                <a:lnTo>
                  <a:pt x="1904" y="40738"/>
                </a:lnTo>
                <a:lnTo>
                  <a:pt x="1904" y="40295"/>
                </a:lnTo>
                <a:lnTo>
                  <a:pt x="1904" y="39940"/>
                </a:lnTo>
                <a:lnTo>
                  <a:pt x="1904" y="39229"/>
                </a:lnTo>
                <a:lnTo>
                  <a:pt x="1904" y="39052"/>
                </a:lnTo>
                <a:lnTo>
                  <a:pt x="2221" y="38431"/>
                </a:lnTo>
                <a:lnTo>
                  <a:pt x="2221" y="37721"/>
                </a:lnTo>
                <a:lnTo>
                  <a:pt x="2221" y="37543"/>
                </a:lnTo>
                <a:lnTo>
                  <a:pt x="2221" y="36922"/>
                </a:lnTo>
                <a:lnTo>
                  <a:pt x="2221" y="36478"/>
                </a:lnTo>
                <a:lnTo>
                  <a:pt x="2697" y="36034"/>
                </a:lnTo>
                <a:lnTo>
                  <a:pt x="2697" y="35413"/>
                </a:lnTo>
                <a:lnTo>
                  <a:pt x="2697" y="35147"/>
                </a:lnTo>
                <a:lnTo>
                  <a:pt x="2697" y="34525"/>
                </a:lnTo>
                <a:lnTo>
                  <a:pt x="2697" y="34082"/>
                </a:lnTo>
                <a:lnTo>
                  <a:pt x="3015" y="33727"/>
                </a:lnTo>
                <a:lnTo>
                  <a:pt x="3015" y="33283"/>
                </a:lnTo>
                <a:lnTo>
                  <a:pt x="3015" y="32839"/>
                </a:lnTo>
                <a:lnTo>
                  <a:pt x="3015" y="32395"/>
                </a:lnTo>
                <a:lnTo>
                  <a:pt x="3332" y="31774"/>
                </a:lnTo>
                <a:lnTo>
                  <a:pt x="3332" y="31508"/>
                </a:lnTo>
                <a:lnTo>
                  <a:pt x="3332" y="31153"/>
                </a:lnTo>
                <a:lnTo>
                  <a:pt x="3332" y="30709"/>
                </a:lnTo>
                <a:lnTo>
                  <a:pt x="3332" y="30265"/>
                </a:lnTo>
                <a:lnTo>
                  <a:pt x="3332" y="29821"/>
                </a:lnTo>
                <a:lnTo>
                  <a:pt x="3332" y="29378"/>
                </a:lnTo>
                <a:lnTo>
                  <a:pt x="3332" y="28934"/>
                </a:lnTo>
                <a:lnTo>
                  <a:pt x="3332" y="28579"/>
                </a:lnTo>
                <a:lnTo>
                  <a:pt x="3332" y="28135"/>
                </a:lnTo>
                <a:lnTo>
                  <a:pt x="3808" y="27691"/>
                </a:lnTo>
                <a:lnTo>
                  <a:pt x="3808" y="27247"/>
                </a:lnTo>
                <a:lnTo>
                  <a:pt x="3808" y="27070"/>
                </a:lnTo>
                <a:lnTo>
                  <a:pt x="3808" y="26360"/>
                </a:lnTo>
                <a:lnTo>
                  <a:pt x="3808" y="26005"/>
                </a:lnTo>
                <a:lnTo>
                  <a:pt x="4125" y="25739"/>
                </a:lnTo>
                <a:lnTo>
                  <a:pt x="4125" y="25295"/>
                </a:lnTo>
                <a:lnTo>
                  <a:pt x="4125" y="24851"/>
                </a:lnTo>
                <a:lnTo>
                  <a:pt x="4125" y="24674"/>
                </a:lnTo>
                <a:lnTo>
                  <a:pt x="4601" y="24052"/>
                </a:lnTo>
                <a:lnTo>
                  <a:pt x="4601" y="23608"/>
                </a:lnTo>
                <a:lnTo>
                  <a:pt x="4601" y="23431"/>
                </a:lnTo>
                <a:lnTo>
                  <a:pt x="4601" y="22987"/>
                </a:lnTo>
                <a:lnTo>
                  <a:pt x="4601" y="22543"/>
                </a:lnTo>
                <a:lnTo>
                  <a:pt x="4919" y="22277"/>
                </a:lnTo>
                <a:lnTo>
                  <a:pt x="4919" y="21922"/>
                </a:lnTo>
                <a:lnTo>
                  <a:pt x="4919" y="21478"/>
                </a:lnTo>
                <a:lnTo>
                  <a:pt x="4919" y="21212"/>
                </a:lnTo>
                <a:lnTo>
                  <a:pt x="4919" y="20857"/>
                </a:lnTo>
                <a:lnTo>
                  <a:pt x="5236" y="20413"/>
                </a:lnTo>
                <a:lnTo>
                  <a:pt x="5236" y="19970"/>
                </a:lnTo>
                <a:lnTo>
                  <a:pt x="5236" y="19703"/>
                </a:lnTo>
                <a:lnTo>
                  <a:pt x="5236" y="19348"/>
                </a:lnTo>
                <a:lnTo>
                  <a:pt x="5236" y="19082"/>
                </a:lnTo>
                <a:lnTo>
                  <a:pt x="5712" y="18904"/>
                </a:lnTo>
                <a:lnTo>
                  <a:pt x="5712" y="18461"/>
                </a:lnTo>
                <a:lnTo>
                  <a:pt x="5712" y="18017"/>
                </a:lnTo>
                <a:lnTo>
                  <a:pt x="5712" y="17573"/>
                </a:lnTo>
                <a:lnTo>
                  <a:pt x="5712" y="17396"/>
                </a:lnTo>
                <a:lnTo>
                  <a:pt x="5712" y="17218"/>
                </a:lnTo>
                <a:lnTo>
                  <a:pt x="5712" y="16774"/>
                </a:lnTo>
                <a:lnTo>
                  <a:pt x="5712" y="16508"/>
                </a:lnTo>
                <a:lnTo>
                  <a:pt x="5712" y="16064"/>
                </a:lnTo>
                <a:lnTo>
                  <a:pt x="6030" y="15887"/>
                </a:lnTo>
                <a:lnTo>
                  <a:pt x="6030" y="15443"/>
                </a:lnTo>
                <a:lnTo>
                  <a:pt x="6030" y="15265"/>
                </a:lnTo>
                <a:lnTo>
                  <a:pt x="6030" y="14999"/>
                </a:lnTo>
                <a:lnTo>
                  <a:pt x="6030" y="14644"/>
                </a:lnTo>
                <a:lnTo>
                  <a:pt x="6506" y="14200"/>
                </a:lnTo>
                <a:lnTo>
                  <a:pt x="6506" y="13757"/>
                </a:lnTo>
                <a:lnTo>
                  <a:pt x="6506" y="13490"/>
                </a:lnTo>
                <a:lnTo>
                  <a:pt x="6506" y="13135"/>
                </a:lnTo>
                <a:lnTo>
                  <a:pt x="6823" y="12869"/>
                </a:lnTo>
                <a:lnTo>
                  <a:pt x="6823" y="12692"/>
                </a:lnTo>
                <a:lnTo>
                  <a:pt x="6823" y="12248"/>
                </a:lnTo>
                <a:lnTo>
                  <a:pt x="6823" y="12070"/>
                </a:lnTo>
                <a:lnTo>
                  <a:pt x="7299" y="11804"/>
                </a:lnTo>
                <a:lnTo>
                  <a:pt x="7299" y="11626"/>
                </a:lnTo>
                <a:lnTo>
                  <a:pt x="7299" y="11183"/>
                </a:lnTo>
                <a:lnTo>
                  <a:pt x="7299" y="10916"/>
                </a:lnTo>
                <a:lnTo>
                  <a:pt x="7299" y="10739"/>
                </a:lnTo>
                <a:lnTo>
                  <a:pt x="7616" y="10561"/>
                </a:lnTo>
                <a:lnTo>
                  <a:pt x="7616" y="10295"/>
                </a:lnTo>
                <a:lnTo>
                  <a:pt x="7616" y="9851"/>
                </a:lnTo>
                <a:lnTo>
                  <a:pt x="7616" y="9674"/>
                </a:lnTo>
                <a:lnTo>
                  <a:pt x="7616" y="9496"/>
                </a:lnTo>
                <a:lnTo>
                  <a:pt x="7616" y="9230"/>
                </a:lnTo>
                <a:lnTo>
                  <a:pt x="7616" y="9053"/>
                </a:lnTo>
                <a:lnTo>
                  <a:pt x="7616" y="8786"/>
                </a:lnTo>
                <a:lnTo>
                  <a:pt x="7616" y="8609"/>
                </a:lnTo>
                <a:lnTo>
                  <a:pt x="7616" y="8165"/>
                </a:lnTo>
                <a:lnTo>
                  <a:pt x="7934" y="8165"/>
                </a:lnTo>
                <a:lnTo>
                  <a:pt x="7934" y="7988"/>
                </a:lnTo>
                <a:lnTo>
                  <a:pt x="7934" y="7721"/>
                </a:lnTo>
                <a:lnTo>
                  <a:pt x="7934" y="7277"/>
                </a:lnTo>
                <a:lnTo>
                  <a:pt x="8410" y="7100"/>
                </a:lnTo>
                <a:lnTo>
                  <a:pt x="8410" y="6922"/>
                </a:lnTo>
                <a:lnTo>
                  <a:pt x="8410" y="6656"/>
                </a:lnTo>
                <a:lnTo>
                  <a:pt x="8410" y="6479"/>
                </a:lnTo>
                <a:lnTo>
                  <a:pt x="8727" y="6212"/>
                </a:lnTo>
                <a:lnTo>
                  <a:pt x="8727" y="6035"/>
                </a:lnTo>
                <a:lnTo>
                  <a:pt x="8727" y="5769"/>
                </a:lnTo>
                <a:lnTo>
                  <a:pt x="8727" y="5414"/>
                </a:lnTo>
                <a:lnTo>
                  <a:pt x="9203" y="5147"/>
                </a:lnTo>
                <a:lnTo>
                  <a:pt x="9203" y="4970"/>
                </a:lnTo>
                <a:lnTo>
                  <a:pt x="9203" y="4704"/>
                </a:lnTo>
                <a:lnTo>
                  <a:pt x="9521" y="4526"/>
                </a:lnTo>
                <a:lnTo>
                  <a:pt x="9521" y="4349"/>
                </a:lnTo>
                <a:lnTo>
                  <a:pt x="9521" y="4082"/>
                </a:lnTo>
                <a:lnTo>
                  <a:pt x="9521" y="3905"/>
                </a:lnTo>
                <a:lnTo>
                  <a:pt x="9838" y="3638"/>
                </a:lnTo>
                <a:lnTo>
                  <a:pt x="9838" y="3461"/>
                </a:lnTo>
                <a:lnTo>
                  <a:pt x="9838" y="3195"/>
                </a:lnTo>
                <a:lnTo>
                  <a:pt x="9838" y="3017"/>
                </a:lnTo>
                <a:lnTo>
                  <a:pt x="9838" y="2840"/>
                </a:lnTo>
                <a:lnTo>
                  <a:pt x="9838" y="2573"/>
                </a:lnTo>
                <a:lnTo>
                  <a:pt x="9838" y="2396"/>
                </a:lnTo>
                <a:lnTo>
                  <a:pt x="10314" y="2396"/>
                </a:lnTo>
                <a:lnTo>
                  <a:pt x="10314" y="2130"/>
                </a:lnTo>
                <a:lnTo>
                  <a:pt x="10314" y="1952"/>
                </a:lnTo>
                <a:lnTo>
                  <a:pt x="10631" y="1775"/>
                </a:lnTo>
                <a:lnTo>
                  <a:pt x="10631" y="1508"/>
                </a:lnTo>
                <a:lnTo>
                  <a:pt x="11108" y="1331"/>
                </a:lnTo>
                <a:lnTo>
                  <a:pt x="11108" y="1065"/>
                </a:lnTo>
                <a:lnTo>
                  <a:pt x="11425" y="1065"/>
                </a:lnTo>
                <a:lnTo>
                  <a:pt x="11425" y="887"/>
                </a:lnTo>
                <a:lnTo>
                  <a:pt x="11425" y="621"/>
                </a:lnTo>
                <a:lnTo>
                  <a:pt x="11901" y="621"/>
                </a:lnTo>
                <a:lnTo>
                  <a:pt x="11901" y="443"/>
                </a:lnTo>
                <a:lnTo>
                  <a:pt x="11901" y="443"/>
                </a:lnTo>
                <a:lnTo>
                  <a:pt x="11901" y="0"/>
                </a:lnTo>
                <a:lnTo>
                  <a:pt x="12218" y="0"/>
                </a:lnTo>
                <a:lnTo>
                  <a:pt x="12536" y="0"/>
                </a:lnTo>
                <a:lnTo>
                  <a:pt x="13012" y="0"/>
                </a:lnTo>
                <a:lnTo>
                  <a:pt x="13329" y="0"/>
                </a:lnTo>
                <a:lnTo>
                  <a:pt x="13805" y="0"/>
                </a:lnTo>
              </a:path>
            </a:pathLst>
          </a:custGeom>
          <a:ln w="1900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7312230" y="1544474"/>
            <a:ext cx="13329" cy="64969"/>
          </a:xfrm>
          <a:custGeom>
            <a:avLst/>
            <a:gdLst/>
            <a:ahLst/>
            <a:cxnLst/>
            <a:rect l="l" t="t" r="r" b="b"/>
            <a:pathLst>
              <a:path w="13329" h="64969">
                <a:moveTo>
                  <a:pt x="0" y="0"/>
                </a:moveTo>
                <a:lnTo>
                  <a:pt x="317" y="0"/>
                </a:lnTo>
                <a:lnTo>
                  <a:pt x="317" y="0"/>
                </a:lnTo>
                <a:lnTo>
                  <a:pt x="317" y="266"/>
                </a:lnTo>
                <a:lnTo>
                  <a:pt x="317" y="443"/>
                </a:lnTo>
                <a:lnTo>
                  <a:pt x="634" y="443"/>
                </a:lnTo>
                <a:lnTo>
                  <a:pt x="634" y="621"/>
                </a:lnTo>
                <a:lnTo>
                  <a:pt x="634" y="887"/>
                </a:lnTo>
                <a:lnTo>
                  <a:pt x="1110" y="887"/>
                </a:lnTo>
                <a:lnTo>
                  <a:pt x="1110" y="1065"/>
                </a:lnTo>
                <a:lnTo>
                  <a:pt x="1428" y="1065"/>
                </a:lnTo>
                <a:lnTo>
                  <a:pt x="1428" y="1331"/>
                </a:lnTo>
                <a:lnTo>
                  <a:pt x="1428" y="1508"/>
                </a:lnTo>
                <a:lnTo>
                  <a:pt x="1904" y="1775"/>
                </a:lnTo>
                <a:lnTo>
                  <a:pt x="1904" y="1952"/>
                </a:lnTo>
                <a:lnTo>
                  <a:pt x="1904" y="2130"/>
                </a:lnTo>
                <a:lnTo>
                  <a:pt x="2221" y="2396"/>
                </a:lnTo>
                <a:lnTo>
                  <a:pt x="2221" y="2573"/>
                </a:lnTo>
                <a:lnTo>
                  <a:pt x="2221" y="2840"/>
                </a:lnTo>
                <a:lnTo>
                  <a:pt x="2221" y="3017"/>
                </a:lnTo>
                <a:lnTo>
                  <a:pt x="2221" y="3195"/>
                </a:lnTo>
                <a:lnTo>
                  <a:pt x="2221" y="3461"/>
                </a:lnTo>
                <a:lnTo>
                  <a:pt x="2697" y="3461"/>
                </a:lnTo>
                <a:lnTo>
                  <a:pt x="2697" y="3638"/>
                </a:lnTo>
                <a:lnTo>
                  <a:pt x="2697" y="3905"/>
                </a:lnTo>
                <a:lnTo>
                  <a:pt x="2697" y="4082"/>
                </a:lnTo>
                <a:lnTo>
                  <a:pt x="3015" y="4349"/>
                </a:lnTo>
                <a:lnTo>
                  <a:pt x="3015" y="4526"/>
                </a:lnTo>
                <a:lnTo>
                  <a:pt x="3015" y="4704"/>
                </a:lnTo>
                <a:lnTo>
                  <a:pt x="3015" y="4970"/>
                </a:lnTo>
                <a:lnTo>
                  <a:pt x="3332" y="5147"/>
                </a:lnTo>
                <a:lnTo>
                  <a:pt x="3332" y="5414"/>
                </a:lnTo>
                <a:lnTo>
                  <a:pt x="3332" y="5591"/>
                </a:lnTo>
                <a:lnTo>
                  <a:pt x="3332" y="5769"/>
                </a:lnTo>
                <a:lnTo>
                  <a:pt x="3808" y="6035"/>
                </a:lnTo>
                <a:lnTo>
                  <a:pt x="3808" y="6212"/>
                </a:lnTo>
                <a:lnTo>
                  <a:pt x="3808" y="6479"/>
                </a:lnTo>
                <a:lnTo>
                  <a:pt x="3808" y="6656"/>
                </a:lnTo>
                <a:lnTo>
                  <a:pt x="4125" y="6922"/>
                </a:lnTo>
                <a:lnTo>
                  <a:pt x="4125" y="7100"/>
                </a:lnTo>
                <a:lnTo>
                  <a:pt x="4125" y="7277"/>
                </a:lnTo>
                <a:lnTo>
                  <a:pt x="4125" y="7544"/>
                </a:lnTo>
                <a:lnTo>
                  <a:pt x="4125" y="7721"/>
                </a:lnTo>
                <a:lnTo>
                  <a:pt x="4601" y="7988"/>
                </a:lnTo>
                <a:lnTo>
                  <a:pt x="4601" y="8165"/>
                </a:lnTo>
                <a:lnTo>
                  <a:pt x="4601" y="8343"/>
                </a:lnTo>
                <a:lnTo>
                  <a:pt x="4601" y="8609"/>
                </a:lnTo>
                <a:lnTo>
                  <a:pt x="4601" y="8786"/>
                </a:lnTo>
                <a:lnTo>
                  <a:pt x="4601" y="9053"/>
                </a:lnTo>
                <a:lnTo>
                  <a:pt x="4601" y="9496"/>
                </a:lnTo>
                <a:lnTo>
                  <a:pt x="4601" y="9674"/>
                </a:lnTo>
                <a:lnTo>
                  <a:pt x="4601" y="10118"/>
                </a:lnTo>
                <a:lnTo>
                  <a:pt x="4919" y="10295"/>
                </a:lnTo>
                <a:lnTo>
                  <a:pt x="4919" y="10561"/>
                </a:lnTo>
                <a:lnTo>
                  <a:pt x="4919" y="10739"/>
                </a:lnTo>
                <a:lnTo>
                  <a:pt x="4919" y="10916"/>
                </a:lnTo>
                <a:lnTo>
                  <a:pt x="5236" y="11360"/>
                </a:lnTo>
                <a:lnTo>
                  <a:pt x="5236" y="11626"/>
                </a:lnTo>
                <a:lnTo>
                  <a:pt x="5236" y="11804"/>
                </a:lnTo>
                <a:lnTo>
                  <a:pt x="5236" y="12070"/>
                </a:lnTo>
                <a:lnTo>
                  <a:pt x="5236" y="12425"/>
                </a:lnTo>
                <a:lnTo>
                  <a:pt x="5712" y="12692"/>
                </a:lnTo>
                <a:lnTo>
                  <a:pt x="5712" y="12869"/>
                </a:lnTo>
                <a:lnTo>
                  <a:pt x="5712" y="13135"/>
                </a:lnTo>
                <a:lnTo>
                  <a:pt x="5712" y="13490"/>
                </a:lnTo>
                <a:lnTo>
                  <a:pt x="5712" y="13757"/>
                </a:lnTo>
                <a:lnTo>
                  <a:pt x="6030" y="14200"/>
                </a:lnTo>
                <a:lnTo>
                  <a:pt x="6030" y="14378"/>
                </a:lnTo>
                <a:lnTo>
                  <a:pt x="6030" y="14644"/>
                </a:lnTo>
                <a:lnTo>
                  <a:pt x="6030" y="14999"/>
                </a:lnTo>
                <a:lnTo>
                  <a:pt x="6030" y="15265"/>
                </a:lnTo>
                <a:lnTo>
                  <a:pt x="6506" y="15443"/>
                </a:lnTo>
                <a:lnTo>
                  <a:pt x="6506" y="15887"/>
                </a:lnTo>
                <a:lnTo>
                  <a:pt x="6506" y="16331"/>
                </a:lnTo>
                <a:lnTo>
                  <a:pt x="6506" y="16508"/>
                </a:lnTo>
                <a:lnTo>
                  <a:pt x="6506" y="16774"/>
                </a:lnTo>
                <a:lnTo>
                  <a:pt x="6506" y="17218"/>
                </a:lnTo>
                <a:lnTo>
                  <a:pt x="6506" y="17573"/>
                </a:lnTo>
                <a:lnTo>
                  <a:pt x="6506" y="18017"/>
                </a:lnTo>
                <a:lnTo>
                  <a:pt x="6823" y="18461"/>
                </a:lnTo>
                <a:lnTo>
                  <a:pt x="6823" y="18904"/>
                </a:lnTo>
                <a:lnTo>
                  <a:pt x="6823" y="19082"/>
                </a:lnTo>
                <a:lnTo>
                  <a:pt x="6823" y="19526"/>
                </a:lnTo>
                <a:lnTo>
                  <a:pt x="6823" y="19703"/>
                </a:lnTo>
                <a:lnTo>
                  <a:pt x="7299" y="19970"/>
                </a:lnTo>
                <a:lnTo>
                  <a:pt x="7299" y="20413"/>
                </a:lnTo>
                <a:lnTo>
                  <a:pt x="7299" y="20857"/>
                </a:lnTo>
                <a:lnTo>
                  <a:pt x="7299" y="21212"/>
                </a:lnTo>
                <a:lnTo>
                  <a:pt x="7299" y="21478"/>
                </a:lnTo>
                <a:lnTo>
                  <a:pt x="7616" y="21922"/>
                </a:lnTo>
                <a:lnTo>
                  <a:pt x="7616" y="22277"/>
                </a:lnTo>
                <a:lnTo>
                  <a:pt x="7616" y="22543"/>
                </a:lnTo>
                <a:lnTo>
                  <a:pt x="7616" y="22987"/>
                </a:lnTo>
                <a:lnTo>
                  <a:pt x="7934" y="23431"/>
                </a:lnTo>
                <a:lnTo>
                  <a:pt x="7934" y="23608"/>
                </a:lnTo>
                <a:lnTo>
                  <a:pt x="7934" y="24052"/>
                </a:lnTo>
                <a:lnTo>
                  <a:pt x="7934" y="24496"/>
                </a:lnTo>
                <a:lnTo>
                  <a:pt x="7934" y="24851"/>
                </a:lnTo>
                <a:lnTo>
                  <a:pt x="8410" y="25295"/>
                </a:lnTo>
                <a:lnTo>
                  <a:pt x="8410" y="25739"/>
                </a:lnTo>
                <a:lnTo>
                  <a:pt x="8410" y="26005"/>
                </a:lnTo>
                <a:lnTo>
                  <a:pt x="8410" y="26360"/>
                </a:lnTo>
                <a:lnTo>
                  <a:pt x="8410" y="26804"/>
                </a:lnTo>
                <a:lnTo>
                  <a:pt x="8410" y="27247"/>
                </a:lnTo>
                <a:lnTo>
                  <a:pt x="8410" y="27691"/>
                </a:lnTo>
                <a:lnTo>
                  <a:pt x="8410" y="28135"/>
                </a:lnTo>
                <a:lnTo>
                  <a:pt x="8410" y="28313"/>
                </a:lnTo>
                <a:lnTo>
                  <a:pt x="8410" y="28934"/>
                </a:lnTo>
                <a:lnTo>
                  <a:pt x="8727" y="29378"/>
                </a:lnTo>
                <a:lnTo>
                  <a:pt x="8727" y="29644"/>
                </a:lnTo>
                <a:lnTo>
                  <a:pt x="8727" y="30265"/>
                </a:lnTo>
                <a:lnTo>
                  <a:pt x="8727" y="30709"/>
                </a:lnTo>
                <a:lnTo>
                  <a:pt x="9203" y="30886"/>
                </a:lnTo>
                <a:lnTo>
                  <a:pt x="9203" y="31508"/>
                </a:lnTo>
                <a:lnTo>
                  <a:pt x="9203" y="31774"/>
                </a:lnTo>
                <a:lnTo>
                  <a:pt x="9203" y="32218"/>
                </a:lnTo>
                <a:lnTo>
                  <a:pt x="9203" y="32839"/>
                </a:lnTo>
                <a:lnTo>
                  <a:pt x="9521" y="33017"/>
                </a:lnTo>
                <a:lnTo>
                  <a:pt x="9521" y="33727"/>
                </a:lnTo>
                <a:lnTo>
                  <a:pt x="9521" y="34082"/>
                </a:lnTo>
                <a:lnTo>
                  <a:pt x="9521" y="34525"/>
                </a:lnTo>
                <a:lnTo>
                  <a:pt x="9521" y="34969"/>
                </a:lnTo>
                <a:lnTo>
                  <a:pt x="9838" y="35413"/>
                </a:lnTo>
                <a:lnTo>
                  <a:pt x="9838" y="35857"/>
                </a:lnTo>
                <a:lnTo>
                  <a:pt x="9838" y="36478"/>
                </a:lnTo>
                <a:lnTo>
                  <a:pt x="9838" y="36656"/>
                </a:lnTo>
                <a:lnTo>
                  <a:pt x="9838" y="37366"/>
                </a:lnTo>
                <a:lnTo>
                  <a:pt x="10314" y="37721"/>
                </a:lnTo>
                <a:lnTo>
                  <a:pt x="10314" y="38164"/>
                </a:lnTo>
                <a:lnTo>
                  <a:pt x="10314" y="38874"/>
                </a:lnTo>
                <a:lnTo>
                  <a:pt x="10314" y="39052"/>
                </a:lnTo>
                <a:lnTo>
                  <a:pt x="10631" y="39673"/>
                </a:lnTo>
                <a:lnTo>
                  <a:pt x="10631" y="40117"/>
                </a:lnTo>
                <a:lnTo>
                  <a:pt x="10631" y="40561"/>
                </a:lnTo>
                <a:lnTo>
                  <a:pt x="10631" y="41182"/>
                </a:lnTo>
                <a:lnTo>
                  <a:pt x="10631" y="41626"/>
                </a:lnTo>
                <a:lnTo>
                  <a:pt x="10631" y="42247"/>
                </a:lnTo>
                <a:lnTo>
                  <a:pt x="10631" y="42513"/>
                </a:lnTo>
                <a:lnTo>
                  <a:pt x="10631" y="43135"/>
                </a:lnTo>
                <a:lnTo>
                  <a:pt x="10631" y="43756"/>
                </a:lnTo>
                <a:lnTo>
                  <a:pt x="10631" y="44200"/>
                </a:lnTo>
                <a:lnTo>
                  <a:pt x="11108" y="44821"/>
                </a:lnTo>
                <a:lnTo>
                  <a:pt x="11108" y="45087"/>
                </a:lnTo>
                <a:lnTo>
                  <a:pt x="11108" y="45709"/>
                </a:lnTo>
                <a:lnTo>
                  <a:pt x="11108" y="46152"/>
                </a:lnTo>
                <a:lnTo>
                  <a:pt x="11108" y="46774"/>
                </a:lnTo>
                <a:lnTo>
                  <a:pt x="11425" y="47217"/>
                </a:lnTo>
                <a:lnTo>
                  <a:pt x="11425" y="47839"/>
                </a:lnTo>
                <a:lnTo>
                  <a:pt x="11425" y="48460"/>
                </a:lnTo>
                <a:lnTo>
                  <a:pt x="11425" y="48904"/>
                </a:lnTo>
                <a:lnTo>
                  <a:pt x="11742" y="49525"/>
                </a:lnTo>
                <a:lnTo>
                  <a:pt x="11742" y="49969"/>
                </a:lnTo>
                <a:lnTo>
                  <a:pt x="11742" y="50590"/>
                </a:lnTo>
                <a:lnTo>
                  <a:pt x="11742" y="51034"/>
                </a:lnTo>
                <a:lnTo>
                  <a:pt x="11742" y="51655"/>
                </a:lnTo>
                <a:lnTo>
                  <a:pt x="12218" y="52099"/>
                </a:lnTo>
                <a:lnTo>
                  <a:pt x="12218" y="52809"/>
                </a:lnTo>
                <a:lnTo>
                  <a:pt x="12218" y="53164"/>
                </a:lnTo>
                <a:lnTo>
                  <a:pt x="12218" y="53874"/>
                </a:lnTo>
                <a:lnTo>
                  <a:pt x="12218" y="54229"/>
                </a:lnTo>
                <a:lnTo>
                  <a:pt x="12536" y="54939"/>
                </a:lnTo>
                <a:lnTo>
                  <a:pt x="12536" y="55561"/>
                </a:lnTo>
                <a:lnTo>
                  <a:pt x="12536" y="56004"/>
                </a:lnTo>
                <a:lnTo>
                  <a:pt x="12536" y="56626"/>
                </a:lnTo>
                <a:lnTo>
                  <a:pt x="12536" y="57247"/>
                </a:lnTo>
                <a:lnTo>
                  <a:pt x="12536" y="57957"/>
                </a:lnTo>
                <a:lnTo>
                  <a:pt x="12536" y="58312"/>
                </a:lnTo>
                <a:lnTo>
                  <a:pt x="12536" y="59022"/>
                </a:lnTo>
                <a:lnTo>
                  <a:pt x="12536" y="59643"/>
                </a:lnTo>
                <a:lnTo>
                  <a:pt x="13012" y="60265"/>
                </a:lnTo>
                <a:lnTo>
                  <a:pt x="13012" y="60708"/>
                </a:lnTo>
                <a:lnTo>
                  <a:pt x="13012" y="61330"/>
                </a:lnTo>
                <a:lnTo>
                  <a:pt x="13012" y="61951"/>
                </a:lnTo>
                <a:lnTo>
                  <a:pt x="13012" y="62661"/>
                </a:lnTo>
                <a:lnTo>
                  <a:pt x="13329" y="63105"/>
                </a:lnTo>
                <a:lnTo>
                  <a:pt x="13329" y="63726"/>
                </a:lnTo>
                <a:lnTo>
                  <a:pt x="13329" y="64347"/>
                </a:lnTo>
                <a:lnTo>
                  <a:pt x="13329" y="64969"/>
                </a:lnTo>
              </a:path>
            </a:pathLst>
          </a:custGeom>
          <a:ln w="1919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7325560" y="1609443"/>
            <a:ext cx="13805" cy="175824"/>
          </a:xfrm>
          <a:custGeom>
            <a:avLst/>
            <a:gdLst/>
            <a:ahLst/>
            <a:cxnLst/>
            <a:rect l="l" t="t" r="r" b="b"/>
            <a:pathLst>
              <a:path w="13805" h="175824">
                <a:moveTo>
                  <a:pt x="0" y="0"/>
                </a:moveTo>
                <a:lnTo>
                  <a:pt x="0" y="621"/>
                </a:lnTo>
                <a:lnTo>
                  <a:pt x="476" y="1065"/>
                </a:lnTo>
                <a:lnTo>
                  <a:pt x="476" y="1952"/>
                </a:lnTo>
                <a:lnTo>
                  <a:pt x="476" y="2396"/>
                </a:lnTo>
                <a:lnTo>
                  <a:pt x="476" y="3195"/>
                </a:lnTo>
                <a:lnTo>
                  <a:pt x="476" y="3638"/>
                </a:lnTo>
                <a:lnTo>
                  <a:pt x="793" y="4526"/>
                </a:lnTo>
                <a:lnTo>
                  <a:pt x="793" y="4970"/>
                </a:lnTo>
                <a:lnTo>
                  <a:pt x="793" y="5769"/>
                </a:lnTo>
                <a:lnTo>
                  <a:pt x="793" y="6212"/>
                </a:lnTo>
                <a:lnTo>
                  <a:pt x="1110" y="7100"/>
                </a:lnTo>
                <a:lnTo>
                  <a:pt x="1110" y="7544"/>
                </a:lnTo>
                <a:lnTo>
                  <a:pt x="1110" y="8165"/>
                </a:lnTo>
                <a:lnTo>
                  <a:pt x="1110" y="9053"/>
                </a:lnTo>
                <a:lnTo>
                  <a:pt x="1110" y="9496"/>
                </a:lnTo>
                <a:lnTo>
                  <a:pt x="1586" y="10295"/>
                </a:lnTo>
                <a:lnTo>
                  <a:pt x="1586" y="10739"/>
                </a:lnTo>
                <a:lnTo>
                  <a:pt x="1586" y="11626"/>
                </a:lnTo>
                <a:lnTo>
                  <a:pt x="1586" y="12248"/>
                </a:lnTo>
                <a:lnTo>
                  <a:pt x="1586" y="12869"/>
                </a:lnTo>
                <a:lnTo>
                  <a:pt x="1586" y="13490"/>
                </a:lnTo>
                <a:lnTo>
                  <a:pt x="1586" y="14200"/>
                </a:lnTo>
                <a:lnTo>
                  <a:pt x="1586" y="14999"/>
                </a:lnTo>
                <a:lnTo>
                  <a:pt x="1586" y="15443"/>
                </a:lnTo>
                <a:lnTo>
                  <a:pt x="1586" y="16331"/>
                </a:lnTo>
                <a:lnTo>
                  <a:pt x="1904" y="16952"/>
                </a:lnTo>
                <a:lnTo>
                  <a:pt x="1904" y="17573"/>
                </a:lnTo>
                <a:lnTo>
                  <a:pt x="1904" y="18461"/>
                </a:lnTo>
                <a:lnTo>
                  <a:pt x="1904" y="18904"/>
                </a:lnTo>
                <a:lnTo>
                  <a:pt x="2380" y="19792"/>
                </a:lnTo>
                <a:lnTo>
                  <a:pt x="2380" y="20413"/>
                </a:lnTo>
                <a:lnTo>
                  <a:pt x="2380" y="21212"/>
                </a:lnTo>
                <a:lnTo>
                  <a:pt x="2380" y="21922"/>
                </a:lnTo>
                <a:lnTo>
                  <a:pt x="2380" y="22543"/>
                </a:lnTo>
                <a:lnTo>
                  <a:pt x="2697" y="23431"/>
                </a:lnTo>
                <a:lnTo>
                  <a:pt x="2697" y="24052"/>
                </a:lnTo>
                <a:lnTo>
                  <a:pt x="2697" y="24674"/>
                </a:lnTo>
                <a:lnTo>
                  <a:pt x="2697" y="25561"/>
                </a:lnTo>
                <a:lnTo>
                  <a:pt x="2697" y="26182"/>
                </a:lnTo>
                <a:lnTo>
                  <a:pt x="3015" y="27070"/>
                </a:lnTo>
                <a:lnTo>
                  <a:pt x="3015" y="27691"/>
                </a:lnTo>
                <a:lnTo>
                  <a:pt x="3015" y="28313"/>
                </a:lnTo>
                <a:lnTo>
                  <a:pt x="3015" y="29200"/>
                </a:lnTo>
                <a:lnTo>
                  <a:pt x="3015" y="29821"/>
                </a:lnTo>
                <a:lnTo>
                  <a:pt x="3491" y="30709"/>
                </a:lnTo>
                <a:lnTo>
                  <a:pt x="3491" y="31330"/>
                </a:lnTo>
                <a:lnTo>
                  <a:pt x="3491" y="31952"/>
                </a:lnTo>
                <a:lnTo>
                  <a:pt x="3491" y="32839"/>
                </a:lnTo>
                <a:lnTo>
                  <a:pt x="3491" y="33460"/>
                </a:lnTo>
                <a:lnTo>
                  <a:pt x="3491" y="34082"/>
                </a:lnTo>
                <a:lnTo>
                  <a:pt x="3491" y="35147"/>
                </a:lnTo>
                <a:lnTo>
                  <a:pt x="3491" y="35857"/>
                </a:lnTo>
                <a:lnTo>
                  <a:pt x="3491" y="36478"/>
                </a:lnTo>
                <a:lnTo>
                  <a:pt x="3808" y="37366"/>
                </a:lnTo>
                <a:lnTo>
                  <a:pt x="3808" y="37987"/>
                </a:lnTo>
                <a:lnTo>
                  <a:pt x="3808" y="38874"/>
                </a:lnTo>
                <a:lnTo>
                  <a:pt x="3808" y="39673"/>
                </a:lnTo>
                <a:lnTo>
                  <a:pt x="3808" y="40295"/>
                </a:lnTo>
                <a:lnTo>
                  <a:pt x="4284" y="41182"/>
                </a:lnTo>
                <a:lnTo>
                  <a:pt x="4284" y="42070"/>
                </a:lnTo>
                <a:lnTo>
                  <a:pt x="4284" y="42691"/>
                </a:lnTo>
                <a:lnTo>
                  <a:pt x="4284" y="43579"/>
                </a:lnTo>
                <a:lnTo>
                  <a:pt x="4284" y="44377"/>
                </a:lnTo>
                <a:lnTo>
                  <a:pt x="4601" y="45087"/>
                </a:lnTo>
                <a:lnTo>
                  <a:pt x="4601" y="45886"/>
                </a:lnTo>
                <a:lnTo>
                  <a:pt x="4601" y="46774"/>
                </a:lnTo>
                <a:lnTo>
                  <a:pt x="4601" y="47395"/>
                </a:lnTo>
                <a:lnTo>
                  <a:pt x="5077" y="48283"/>
                </a:lnTo>
                <a:lnTo>
                  <a:pt x="5077" y="49081"/>
                </a:lnTo>
                <a:lnTo>
                  <a:pt x="5077" y="49969"/>
                </a:lnTo>
                <a:lnTo>
                  <a:pt x="5077" y="50590"/>
                </a:lnTo>
                <a:lnTo>
                  <a:pt x="5077" y="51655"/>
                </a:lnTo>
                <a:lnTo>
                  <a:pt x="5395" y="52365"/>
                </a:lnTo>
                <a:lnTo>
                  <a:pt x="5395" y="53164"/>
                </a:lnTo>
                <a:lnTo>
                  <a:pt x="5395" y="54052"/>
                </a:lnTo>
                <a:lnTo>
                  <a:pt x="5395" y="54939"/>
                </a:lnTo>
                <a:lnTo>
                  <a:pt x="5395" y="55561"/>
                </a:lnTo>
                <a:lnTo>
                  <a:pt x="5712" y="56626"/>
                </a:lnTo>
                <a:lnTo>
                  <a:pt x="5712" y="57247"/>
                </a:lnTo>
                <a:lnTo>
                  <a:pt x="5712" y="58134"/>
                </a:lnTo>
                <a:lnTo>
                  <a:pt x="5712" y="59022"/>
                </a:lnTo>
                <a:lnTo>
                  <a:pt x="5712" y="59821"/>
                </a:lnTo>
                <a:lnTo>
                  <a:pt x="5712" y="60708"/>
                </a:lnTo>
                <a:lnTo>
                  <a:pt x="5712" y="61330"/>
                </a:lnTo>
                <a:lnTo>
                  <a:pt x="5712" y="62395"/>
                </a:lnTo>
                <a:lnTo>
                  <a:pt x="5712" y="63282"/>
                </a:lnTo>
                <a:lnTo>
                  <a:pt x="6188" y="64170"/>
                </a:lnTo>
                <a:lnTo>
                  <a:pt x="6188" y="64969"/>
                </a:lnTo>
                <a:lnTo>
                  <a:pt x="6188" y="65856"/>
                </a:lnTo>
                <a:lnTo>
                  <a:pt x="6188" y="66744"/>
                </a:lnTo>
                <a:lnTo>
                  <a:pt x="6188" y="67365"/>
                </a:lnTo>
                <a:lnTo>
                  <a:pt x="6506" y="68430"/>
                </a:lnTo>
                <a:lnTo>
                  <a:pt x="6506" y="69318"/>
                </a:lnTo>
                <a:lnTo>
                  <a:pt x="6506" y="70116"/>
                </a:lnTo>
                <a:lnTo>
                  <a:pt x="6506" y="71004"/>
                </a:lnTo>
                <a:lnTo>
                  <a:pt x="6506" y="71892"/>
                </a:lnTo>
                <a:lnTo>
                  <a:pt x="6982" y="72690"/>
                </a:lnTo>
                <a:lnTo>
                  <a:pt x="6982" y="73578"/>
                </a:lnTo>
                <a:lnTo>
                  <a:pt x="6982" y="74465"/>
                </a:lnTo>
                <a:lnTo>
                  <a:pt x="6982" y="75531"/>
                </a:lnTo>
                <a:lnTo>
                  <a:pt x="6982" y="76329"/>
                </a:lnTo>
                <a:lnTo>
                  <a:pt x="7299" y="77217"/>
                </a:lnTo>
                <a:lnTo>
                  <a:pt x="7299" y="78104"/>
                </a:lnTo>
                <a:lnTo>
                  <a:pt x="7299" y="79170"/>
                </a:lnTo>
                <a:lnTo>
                  <a:pt x="7299" y="79968"/>
                </a:lnTo>
                <a:lnTo>
                  <a:pt x="7616" y="80856"/>
                </a:lnTo>
                <a:lnTo>
                  <a:pt x="7616" y="81743"/>
                </a:lnTo>
                <a:lnTo>
                  <a:pt x="7616" y="82542"/>
                </a:lnTo>
                <a:lnTo>
                  <a:pt x="7616" y="83607"/>
                </a:lnTo>
                <a:lnTo>
                  <a:pt x="7616" y="84495"/>
                </a:lnTo>
                <a:lnTo>
                  <a:pt x="7616" y="85382"/>
                </a:lnTo>
                <a:lnTo>
                  <a:pt x="7616" y="86181"/>
                </a:lnTo>
                <a:lnTo>
                  <a:pt x="7616" y="87335"/>
                </a:lnTo>
                <a:lnTo>
                  <a:pt x="7616" y="88134"/>
                </a:lnTo>
                <a:lnTo>
                  <a:pt x="7616" y="89021"/>
                </a:lnTo>
                <a:lnTo>
                  <a:pt x="8093" y="89909"/>
                </a:lnTo>
                <a:lnTo>
                  <a:pt x="8093" y="90974"/>
                </a:lnTo>
                <a:lnTo>
                  <a:pt x="8093" y="91773"/>
                </a:lnTo>
                <a:lnTo>
                  <a:pt x="8093" y="92838"/>
                </a:lnTo>
                <a:lnTo>
                  <a:pt x="8093" y="93725"/>
                </a:lnTo>
                <a:lnTo>
                  <a:pt x="8410" y="94613"/>
                </a:lnTo>
                <a:lnTo>
                  <a:pt x="8410" y="95678"/>
                </a:lnTo>
                <a:lnTo>
                  <a:pt x="8410" y="96477"/>
                </a:lnTo>
                <a:lnTo>
                  <a:pt x="8410" y="97542"/>
                </a:lnTo>
                <a:lnTo>
                  <a:pt x="8886" y="98429"/>
                </a:lnTo>
                <a:lnTo>
                  <a:pt x="8886" y="99317"/>
                </a:lnTo>
                <a:lnTo>
                  <a:pt x="8886" y="100382"/>
                </a:lnTo>
                <a:lnTo>
                  <a:pt x="8886" y="101447"/>
                </a:lnTo>
                <a:lnTo>
                  <a:pt x="8886" y="102335"/>
                </a:lnTo>
                <a:lnTo>
                  <a:pt x="9203" y="103134"/>
                </a:lnTo>
                <a:lnTo>
                  <a:pt x="9203" y="104199"/>
                </a:lnTo>
                <a:lnTo>
                  <a:pt x="9203" y="105086"/>
                </a:lnTo>
                <a:lnTo>
                  <a:pt x="9203" y="106151"/>
                </a:lnTo>
                <a:lnTo>
                  <a:pt x="9203" y="107216"/>
                </a:lnTo>
                <a:lnTo>
                  <a:pt x="9679" y="108104"/>
                </a:lnTo>
                <a:lnTo>
                  <a:pt x="9679" y="109169"/>
                </a:lnTo>
                <a:lnTo>
                  <a:pt x="9679" y="110056"/>
                </a:lnTo>
                <a:lnTo>
                  <a:pt x="9679" y="110855"/>
                </a:lnTo>
                <a:lnTo>
                  <a:pt x="9679" y="112187"/>
                </a:lnTo>
                <a:lnTo>
                  <a:pt x="9997" y="112985"/>
                </a:lnTo>
                <a:lnTo>
                  <a:pt x="9997" y="114050"/>
                </a:lnTo>
                <a:lnTo>
                  <a:pt x="9997" y="114938"/>
                </a:lnTo>
                <a:lnTo>
                  <a:pt x="9997" y="116003"/>
                </a:lnTo>
                <a:lnTo>
                  <a:pt x="9997" y="116891"/>
                </a:lnTo>
                <a:lnTo>
                  <a:pt x="9997" y="117956"/>
                </a:lnTo>
                <a:lnTo>
                  <a:pt x="9997" y="119021"/>
                </a:lnTo>
                <a:lnTo>
                  <a:pt x="9997" y="120086"/>
                </a:lnTo>
                <a:lnTo>
                  <a:pt x="9997" y="120973"/>
                </a:lnTo>
                <a:lnTo>
                  <a:pt x="10314" y="122038"/>
                </a:lnTo>
                <a:lnTo>
                  <a:pt x="10314" y="123104"/>
                </a:lnTo>
                <a:lnTo>
                  <a:pt x="10314" y="123991"/>
                </a:lnTo>
                <a:lnTo>
                  <a:pt x="10314" y="125056"/>
                </a:lnTo>
                <a:lnTo>
                  <a:pt x="10314" y="126299"/>
                </a:lnTo>
                <a:lnTo>
                  <a:pt x="10790" y="127186"/>
                </a:lnTo>
                <a:lnTo>
                  <a:pt x="10790" y="128251"/>
                </a:lnTo>
                <a:lnTo>
                  <a:pt x="10790" y="129316"/>
                </a:lnTo>
                <a:lnTo>
                  <a:pt x="10790" y="130204"/>
                </a:lnTo>
                <a:lnTo>
                  <a:pt x="10790" y="131269"/>
                </a:lnTo>
                <a:lnTo>
                  <a:pt x="11108" y="132334"/>
                </a:lnTo>
                <a:lnTo>
                  <a:pt x="11108" y="133399"/>
                </a:lnTo>
                <a:lnTo>
                  <a:pt x="11108" y="134464"/>
                </a:lnTo>
                <a:lnTo>
                  <a:pt x="11108" y="135529"/>
                </a:lnTo>
                <a:lnTo>
                  <a:pt x="11584" y="136594"/>
                </a:lnTo>
                <a:lnTo>
                  <a:pt x="11584" y="137482"/>
                </a:lnTo>
                <a:lnTo>
                  <a:pt x="11584" y="138547"/>
                </a:lnTo>
                <a:lnTo>
                  <a:pt x="11584" y="139612"/>
                </a:lnTo>
                <a:lnTo>
                  <a:pt x="11584" y="140677"/>
                </a:lnTo>
                <a:lnTo>
                  <a:pt x="11901" y="141742"/>
                </a:lnTo>
                <a:lnTo>
                  <a:pt x="11901" y="142807"/>
                </a:lnTo>
                <a:lnTo>
                  <a:pt x="11901" y="143872"/>
                </a:lnTo>
                <a:lnTo>
                  <a:pt x="11901" y="144937"/>
                </a:lnTo>
                <a:lnTo>
                  <a:pt x="11901" y="146003"/>
                </a:lnTo>
                <a:lnTo>
                  <a:pt x="11901" y="147156"/>
                </a:lnTo>
                <a:lnTo>
                  <a:pt x="11901" y="148221"/>
                </a:lnTo>
                <a:lnTo>
                  <a:pt x="11901" y="149286"/>
                </a:lnTo>
                <a:lnTo>
                  <a:pt x="11901" y="150352"/>
                </a:lnTo>
                <a:lnTo>
                  <a:pt x="11901" y="151417"/>
                </a:lnTo>
                <a:lnTo>
                  <a:pt x="12218" y="152482"/>
                </a:lnTo>
                <a:lnTo>
                  <a:pt x="12218" y="153547"/>
                </a:lnTo>
                <a:lnTo>
                  <a:pt x="12218" y="154612"/>
                </a:lnTo>
                <a:lnTo>
                  <a:pt x="12218" y="155943"/>
                </a:lnTo>
                <a:lnTo>
                  <a:pt x="12694" y="157008"/>
                </a:lnTo>
                <a:lnTo>
                  <a:pt x="12694" y="158073"/>
                </a:lnTo>
                <a:lnTo>
                  <a:pt x="12694" y="159138"/>
                </a:lnTo>
                <a:lnTo>
                  <a:pt x="12694" y="160203"/>
                </a:lnTo>
                <a:lnTo>
                  <a:pt x="12694" y="161268"/>
                </a:lnTo>
                <a:lnTo>
                  <a:pt x="13012" y="162334"/>
                </a:lnTo>
                <a:lnTo>
                  <a:pt x="13012" y="163399"/>
                </a:lnTo>
                <a:lnTo>
                  <a:pt x="13012" y="164730"/>
                </a:lnTo>
                <a:lnTo>
                  <a:pt x="13012" y="165795"/>
                </a:lnTo>
                <a:lnTo>
                  <a:pt x="13012" y="166860"/>
                </a:lnTo>
                <a:lnTo>
                  <a:pt x="13488" y="167925"/>
                </a:lnTo>
                <a:lnTo>
                  <a:pt x="13488" y="168990"/>
                </a:lnTo>
                <a:lnTo>
                  <a:pt x="13488" y="170055"/>
                </a:lnTo>
                <a:lnTo>
                  <a:pt x="13488" y="171387"/>
                </a:lnTo>
                <a:lnTo>
                  <a:pt x="13488" y="172452"/>
                </a:lnTo>
                <a:lnTo>
                  <a:pt x="13805" y="173517"/>
                </a:lnTo>
                <a:lnTo>
                  <a:pt x="13805" y="174759"/>
                </a:lnTo>
                <a:lnTo>
                  <a:pt x="13805" y="175824"/>
                </a:lnTo>
              </a:path>
            </a:pathLst>
          </a:custGeom>
          <a:ln w="1948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7339366" y="1785268"/>
            <a:ext cx="13488" cy="269373"/>
          </a:xfrm>
          <a:custGeom>
            <a:avLst/>
            <a:gdLst/>
            <a:ahLst/>
            <a:cxnLst/>
            <a:rect l="l" t="t" r="r" b="b"/>
            <a:pathLst>
              <a:path w="13488" h="269373">
                <a:moveTo>
                  <a:pt x="0" y="0"/>
                </a:moveTo>
                <a:lnTo>
                  <a:pt x="0" y="1331"/>
                </a:lnTo>
                <a:lnTo>
                  <a:pt x="0" y="2396"/>
                </a:lnTo>
                <a:lnTo>
                  <a:pt x="317" y="3461"/>
                </a:lnTo>
                <a:lnTo>
                  <a:pt x="317" y="4704"/>
                </a:lnTo>
                <a:lnTo>
                  <a:pt x="317" y="5857"/>
                </a:lnTo>
                <a:lnTo>
                  <a:pt x="317" y="6922"/>
                </a:lnTo>
                <a:lnTo>
                  <a:pt x="317" y="8165"/>
                </a:lnTo>
                <a:lnTo>
                  <a:pt x="317" y="9230"/>
                </a:lnTo>
                <a:lnTo>
                  <a:pt x="317" y="10561"/>
                </a:lnTo>
                <a:lnTo>
                  <a:pt x="317" y="11626"/>
                </a:lnTo>
                <a:lnTo>
                  <a:pt x="317" y="12692"/>
                </a:lnTo>
                <a:lnTo>
                  <a:pt x="793" y="13934"/>
                </a:lnTo>
                <a:lnTo>
                  <a:pt x="793" y="14999"/>
                </a:lnTo>
                <a:lnTo>
                  <a:pt x="793" y="16331"/>
                </a:lnTo>
                <a:lnTo>
                  <a:pt x="793" y="17396"/>
                </a:lnTo>
                <a:lnTo>
                  <a:pt x="793" y="18461"/>
                </a:lnTo>
                <a:lnTo>
                  <a:pt x="1110" y="19792"/>
                </a:lnTo>
                <a:lnTo>
                  <a:pt x="1110" y="20857"/>
                </a:lnTo>
                <a:lnTo>
                  <a:pt x="1110" y="22100"/>
                </a:lnTo>
                <a:lnTo>
                  <a:pt x="1110" y="23165"/>
                </a:lnTo>
                <a:lnTo>
                  <a:pt x="1110" y="24496"/>
                </a:lnTo>
                <a:lnTo>
                  <a:pt x="1586" y="25739"/>
                </a:lnTo>
                <a:lnTo>
                  <a:pt x="1586" y="26804"/>
                </a:lnTo>
                <a:lnTo>
                  <a:pt x="1586" y="28135"/>
                </a:lnTo>
                <a:lnTo>
                  <a:pt x="1586" y="29200"/>
                </a:lnTo>
                <a:lnTo>
                  <a:pt x="1904" y="30443"/>
                </a:lnTo>
                <a:lnTo>
                  <a:pt x="1904" y="31508"/>
                </a:lnTo>
                <a:lnTo>
                  <a:pt x="1904" y="32839"/>
                </a:lnTo>
                <a:lnTo>
                  <a:pt x="1904" y="34082"/>
                </a:lnTo>
                <a:lnTo>
                  <a:pt x="1904" y="35147"/>
                </a:lnTo>
                <a:lnTo>
                  <a:pt x="2380" y="36478"/>
                </a:lnTo>
                <a:lnTo>
                  <a:pt x="2380" y="37721"/>
                </a:lnTo>
                <a:lnTo>
                  <a:pt x="2380" y="38874"/>
                </a:lnTo>
                <a:lnTo>
                  <a:pt x="2380" y="40117"/>
                </a:lnTo>
                <a:lnTo>
                  <a:pt x="2380" y="41448"/>
                </a:lnTo>
                <a:lnTo>
                  <a:pt x="2380" y="42513"/>
                </a:lnTo>
                <a:lnTo>
                  <a:pt x="2380" y="43756"/>
                </a:lnTo>
                <a:lnTo>
                  <a:pt x="2380" y="44821"/>
                </a:lnTo>
                <a:lnTo>
                  <a:pt x="2380" y="46152"/>
                </a:lnTo>
                <a:lnTo>
                  <a:pt x="2380" y="47217"/>
                </a:lnTo>
                <a:lnTo>
                  <a:pt x="2697" y="48460"/>
                </a:lnTo>
                <a:lnTo>
                  <a:pt x="2697" y="49791"/>
                </a:lnTo>
                <a:lnTo>
                  <a:pt x="2697" y="51034"/>
                </a:lnTo>
                <a:lnTo>
                  <a:pt x="2697" y="52365"/>
                </a:lnTo>
                <a:lnTo>
                  <a:pt x="3015" y="53608"/>
                </a:lnTo>
                <a:lnTo>
                  <a:pt x="3015" y="54673"/>
                </a:lnTo>
                <a:lnTo>
                  <a:pt x="3015" y="56004"/>
                </a:lnTo>
                <a:lnTo>
                  <a:pt x="3015" y="57247"/>
                </a:lnTo>
                <a:lnTo>
                  <a:pt x="3015" y="58578"/>
                </a:lnTo>
                <a:lnTo>
                  <a:pt x="3491" y="59821"/>
                </a:lnTo>
                <a:lnTo>
                  <a:pt x="3491" y="61152"/>
                </a:lnTo>
                <a:lnTo>
                  <a:pt x="3491" y="62395"/>
                </a:lnTo>
                <a:lnTo>
                  <a:pt x="3491" y="63726"/>
                </a:lnTo>
                <a:lnTo>
                  <a:pt x="3491" y="64969"/>
                </a:lnTo>
                <a:lnTo>
                  <a:pt x="3808" y="66300"/>
                </a:lnTo>
                <a:lnTo>
                  <a:pt x="3808" y="67365"/>
                </a:lnTo>
                <a:lnTo>
                  <a:pt x="3808" y="68608"/>
                </a:lnTo>
                <a:lnTo>
                  <a:pt x="3808" y="69673"/>
                </a:lnTo>
                <a:lnTo>
                  <a:pt x="3808" y="71004"/>
                </a:lnTo>
                <a:lnTo>
                  <a:pt x="4284" y="72247"/>
                </a:lnTo>
                <a:lnTo>
                  <a:pt x="4284" y="73755"/>
                </a:lnTo>
                <a:lnTo>
                  <a:pt x="4284" y="75087"/>
                </a:lnTo>
                <a:lnTo>
                  <a:pt x="4284" y="76329"/>
                </a:lnTo>
                <a:lnTo>
                  <a:pt x="4284" y="77661"/>
                </a:lnTo>
                <a:lnTo>
                  <a:pt x="4284" y="78903"/>
                </a:lnTo>
                <a:lnTo>
                  <a:pt x="4284" y="80235"/>
                </a:lnTo>
                <a:lnTo>
                  <a:pt x="4284" y="81477"/>
                </a:lnTo>
                <a:lnTo>
                  <a:pt x="4284" y="82808"/>
                </a:lnTo>
                <a:lnTo>
                  <a:pt x="4601" y="83874"/>
                </a:lnTo>
                <a:lnTo>
                  <a:pt x="4601" y="85116"/>
                </a:lnTo>
                <a:lnTo>
                  <a:pt x="4601" y="86447"/>
                </a:lnTo>
                <a:lnTo>
                  <a:pt x="4601" y="87956"/>
                </a:lnTo>
                <a:lnTo>
                  <a:pt x="4601" y="89199"/>
                </a:lnTo>
                <a:lnTo>
                  <a:pt x="4919" y="90530"/>
                </a:lnTo>
                <a:lnTo>
                  <a:pt x="4919" y="91773"/>
                </a:lnTo>
                <a:lnTo>
                  <a:pt x="4919" y="93104"/>
                </a:lnTo>
                <a:lnTo>
                  <a:pt x="4919" y="94613"/>
                </a:lnTo>
                <a:lnTo>
                  <a:pt x="4919" y="95678"/>
                </a:lnTo>
                <a:lnTo>
                  <a:pt x="5395" y="96921"/>
                </a:lnTo>
                <a:lnTo>
                  <a:pt x="5395" y="98252"/>
                </a:lnTo>
                <a:lnTo>
                  <a:pt x="5395" y="99761"/>
                </a:lnTo>
                <a:lnTo>
                  <a:pt x="5395" y="101003"/>
                </a:lnTo>
                <a:lnTo>
                  <a:pt x="5712" y="102335"/>
                </a:lnTo>
                <a:lnTo>
                  <a:pt x="5712" y="103577"/>
                </a:lnTo>
                <a:lnTo>
                  <a:pt x="5712" y="105086"/>
                </a:lnTo>
                <a:lnTo>
                  <a:pt x="5712" y="106417"/>
                </a:lnTo>
                <a:lnTo>
                  <a:pt x="5712" y="107483"/>
                </a:lnTo>
                <a:lnTo>
                  <a:pt x="6188" y="108991"/>
                </a:lnTo>
                <a:lnTo>
                  <a:pt x="6188" y="110234"/>
                </a:lnTo>
                <a:lnTo>
                  <a:pt x="6188" y="111743"/>
                </a:lnTo>
                <a:lnTo>
                  <a:pt x="6188" y="112985"/>
                </a:lnTo>
                <a:lnTo>
                  <a:pt x="6188" y="114317"/>
                </a:lnTo>
                <a:lnTo>
                  <a:pt x="6506" y="115826"/>
                </a:lnTo>
                <a:lnTo>
                  <a:pt x="6506" y="116891"/>
                </a:lnTo>
                <a:lnTo>
                  <a:pt x="6506" y="118400"/>
                </a:lnTo>
                <a:lnTo>
                  <a:pt x="6506" y="119642"/>
                </a:lnTo>
                <a:lnTo>
                  <a:pt x="6506" y="120973"/>
                </a:lnTo>
                <a:lnTo>
                  <a:pt x="6506" y="122482"/>
                </a:lnTo>
                <a:lnTo>
                  <a:pt x="6506" y="123725"/>
                </a:lnTo>
                <a:lnTo>
                  <a:pt x="6506" y="125234"/>
                </a:lnTo>
                <a:lnTo>
                  <a:pt x="6506" y="126299"/>
                </a:lnTo>
                <a:lnTo>
                  <a:pt x="6982" y="127808"/>
                </a:lnTo>
                <a:lnTo>
                  <a:pt x="6982" y="129139"/>
                </a:lnTo>
                <a:lnTo>
                  <a:pt x="6982" y="130648"/>
                </a:lnTo>
                <a:lnTo>
                  <a:pt x="6982" y="132068"/>
                </a:lnTo>
                <a:lnTo>
                  <a:pt x="6982" y="133399"/>
                </a:lnTo>
                <a:lnTo>
                  <a:pt x="7299" y="134642"/>
                </a:lnTo>
                <a:lnTo>
                  <a:pt x="7299" y="135973"/>
                </a:lnTo>
                <a:lnTo>
                  <a:pt x="7299" y="137482"/>
                </a:lnTo>
                <a:lnTo>
                  <a:pt x="7299" y="138725"/>
                </a:lnTo>
                <a:lnTo>
                  <a:pt x="7299" y="140233"/>
                </a:lnTo>
                <a:lnTo>
                  <a:pt x="7616" y="141742"/>
                </a:lnTo>
                <a:lnTo>
                  <a:pt x="7616" y="143074"/>
                </a:lnTo>
                <a:lnTo>
                  <a:pt x="7616" y="144316"/>
                </a:lnTo>
                <a:lnTo>
                  <a:pt x="7616" y="145825"/>
                </a:lnTo>
                <a:lnTo>
                  <a:pt x="7616" y="147156"/>
                </a:lnTo>
                <a:lnTo>
                  <a:pt x="8093" y="148576"/>
                </a:lnTo>
                <a:lnTo>
                  <a:pt x="8093" y="150085"/>
                </a:lnTo>
                <a:lnTo>
                  <a:pt x="8093" y="151150"/>
                </a:lnTo>
                <a:lnTo>
                  <a:pt x="8093" y="152659"/>
                </a:lnTo>
                <a:lnTo>
                  <a:pt x="8410" y="154168"/>
                </a:lnTo>
                <a:lnTo>
                  <a:pt x="8410" y="155499"/>
                </a:lnTo>
                <a:lnTo>
                  <a:pt x="8410" y="157008"/>
                </a:lnTo>
                <a:lnTo>
                  <a:pt x="8410" y="158251"/>
                </a:lnTo>
                <a:lnTo>
                  <a:pt x="8410" y="159760"/>
                </a:lnTo>
                <a:lnTo>
                  <a:pt x="8410" y="161268"/>
                </a:lnTo>
                <a:lnTo>
                  <a:pt x="8410" y="162600"/>
                </a:lnTo>
                <a:lnTo>
                  <a:pt x="8410" y="164020"/>
                </a:lnTo>
                <a:lnTo>
                  <a:pt x="8410" y="165351"/>
                </a:lnTo>
                <a:lnTo>
                  <a:pt x="8410" y="166860"/>
                </a:lnTo>
                <a:lnTo>
                  <a:pt x="8886" y="168369"/>
                </a:lnTo>
                <a:lnTo>
                  <a:pt x="8886" y="169612"/>
                </a:lnTo>
                <a:lnTo>
                  <a:pt x="8886" y="171120"/>
                </a:lnTo>
                <a:lnTo>
                  <a:pt x="8886" y="172452"/>
                </a:lnTo>
                <a:lnTo>
                  <a:pt x="8886" y="173961"/>
                </a:lnTo>
                <a:lnTo>
                  <a:pt x="9203" y="175381"/>
                </a:lnTo>
                <a:lnTo>
                  <a:pt x="9203" y="176889"/>
                </a:lnTo>
                <a:lnTo>
                  <a:pt x="9203" y="178398"/>
                </a:lnTo>
                <a:lnTo>
                  <a:pt x="9203" y="179730"/>
                </a:lnTo>
                <a:lnTo>
                  <a:pt x="9521" y="181238"/>
                </a:lnTo>
                <a:lnTo>
                  <a:pt x="9521" y="182747"/>
                </a:lnTo>
                <a:lnTo>
                  <a:pt x="9521" y="183990"/>
                </a:lnTo>
                <a:lnTo>
                  <a:pt x="9521" y="185499"/>
                </a:lnTo>
                <a:lnTo>
                  <a:pt x="9521" y="186830"/>
                </a:lnTo>
                <a:lnTo>
                  <a:pt x="9997" y="188250"/>
                </a:lnTo>
                <a:lnTo>
                  <a:pt x="9997" y="189759"/>
                </a:lnTo>
                <a:lnTo>
                  <a:pt x="9997" y="191268"/>
                </a:lnTo>
                <a:lnTo>
                  <a:pt x="9997" y="192599"/>
                </a:lnTo>
                <a:lnTo>
                  <a:pt x="9997" y="194108"/>
                </a:lnTo>
                <a:lnTo>
                  <a:pt x="10314" y="195617"/>
                </a:lnTo>
                <a:lnTo>
                  <a:pt x="10314" y="197303"/>
                </a:lnTo>
                <a:lnTo>
                  <a:pt x="10314" y="198546"/>
                </a:lnTo>
                <a:lnTo>
                  <a:pt x="10314" y="200055"/>
                </a:lnTo>
                <a:lnTo>
                  <a:pt x="10314" y="201564"/>
                </a:lnTo>
                <a:lnTo>
                  <a:pt x="10790" y="203072"/>
                </a:lnTo>
                <a:lnTo>
                  <a:pt x="10790" y="204404"/>
                </a:lnTo>
                <a:lnTo>
                  <a:pt x="10790" y="205913"/>
                </a:lnTo>
                <a:lnTo>
                  <a:pt x="10790" y="207333"/>
                </a:lnTo>
                <a:lnTo>
                  <a:pt x="10790" y="208841"/>
                </a:lnTo>
                <a:lnTo>
                  <a:pt x="10790" y="210173"/>
                </a:lnTo>
                <a:lnTo>
                  <a:pt x="10790" y="211859"/>
                </a:lnTo>
                <a:lnTo>
                  <a:pt x="10790" y="213368"/>
                </a:lnTo>
                <a:lnTo>
                  <a:pt x="10790" y="214877"/>
                </a:lnTo>
                <a:lnTo>
                  <a:pt x="11108" y="216119"/>
                </a:lnTo>
                <a:lnTo>
                  <a:pt x="11108" y="217628"/>
                </a:lnTo>
                <a:lnTo>
                  <a:pt x="11108" y="219137"/>
                </a:lnTo>
                <a:lnTo>
                  <a:pt x="11108" y="220912"/>
                </a:lnTo>
                <a:lnTo>
                  <a:pt x="11108" y="222155"/>
                </a:lnTo>
                <a:lnTo>
                  <a:pt x="11584" y="223664"/>
                </a:lnTo>
                <a:lnTo>
                  <a:pt x="11584" y="225173"/>
                </a:lnTo>
                <a:lnTo>
                  <a:pt x="11584" y="226859"/>
                </a:lnTo>
                <a:lnTo>
                  <a:pt x="11584" y="228190"/>
                </a:lnTo>
                <a:lnTo>
                  <a:pt x="11584" y="229699"/>
                </a:lnTo>
                <a:lnTo>
                  <a:pt x="11901" y="231208"/>
                </a:lnTo>
                <a:lnTo>
                  <a:pt x="11901" y="232717"/>
                </a:lnTo>
                <a:lnTo>
                  <a:pt x="11901" y="234137"/>
                </a:lnTo>
                <a:lnTo>
                  <a:pt x="11901" y="235646"/>
                </a:lnTo>
                <a:lnTo>
                  <a:pt x="12218" y="237421"/>
                </a:lnTo>
                <a:lnTo>
                  <a:pt x="12218" y="238663"/>
                </a:lnTo>
                <a:lnTo>
                  <a:pt x="12218" y="240172"/>
                </a:lnTo>
                <a:lnTo>
                  <a:pt x="12218" y="241859"/>
                </a:lnTo>
                <a:lnTo>
                  <a:pt x="12218" y="243367"/>
                </a:lnTo>
                <a:lnTo>
                  <a:pt x="12694" y="244699"/>
                </a:lnTo>
                <a:lnTo>
                  <a:pt x="12694" y="246385"/>
                </a:lnTo>
                <a:lnTo>
                  <a:pt x="12694" y="247894"/>
                </a:lnTo>
                <a:lnTo>
                  <a:pt x="12694" y="249403"/>
                </a:lnTo>
                <a:lnTo>
                  <a:pt x="12694" y="250912"/>
                </a:lnTo>
                <a:lnTo>
                  <a:pt x="12694" y="252421"/>
                </a:lnTo>
                <a:lnTo>
                  <a:pt x="12694" y="253929"/>
                </a:lnTo>
                <a:lnTo>
                  <a:pt x="12694" y="255438"/>
                </a:lnTo>
                <a:lnTo>
                  <a:pt x="12694" y="257125"/>
                </a:lnTo>
                <a:lnTo>
                  <a:pt x="12694" y="258633"/>
                </a:lnTo>
                <a:lnTo>
                  <a:pt x="13012" y="260142"/>
                </a:lnTo>
                <a:lnTo>
                  <a:pt x="13012" y="261651"/>
                </a:lnTo>
                <a:lnTo>
                  <a:pt x="13012" y="263337"/>
                </a:lnTo>
                <a:lnTo>
                  <a:pt x="13012" y="264580"/>
                </a:lnTo>
                <a:lnTo>
                  <a:pt x="13488" y="266355"/>
                </a:lnTo>
                <a:lnTo>
                  <a:pt x="13488" y="267864"/>
                </a:lnTo>
                <a:lnTo>
                  <a:pt x="13488" y="269373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7352854" y="2054641"/>
            <a:ext cx="13805" cy="337271"/>
          </a:xfrm>
          <a:custGeom>
            <a:avLst/>
            <a:gdLst/>
            <a:ahLst/>
            <a:cxnLst/>
            <a:rect l="l" t="t" r="r" b="b"/>
            <a:pathLst>
              <a:path w="13805" h="337271">
                <a:moveTo>
                  <a:pt x="0" y="0"/>
                </a:moveTo>
                <a:lnTo>
                  <a:pt x="0" y="1508"/>
                </a:lnTo>
                <a:lnTo>
                  <a:pt x="0" y="3195"/>
                </a:lnTo>
                <a:lnTo>
                  <a:pt x="317" y="4704"/>
                </a:lnTo>
                <a:lnTo>
                  <a:pt x="317" y="6212"/>
                </a:lnTo>
                <a:lnTo>
                  <a:pt x="317" y="7899"/>
                </a:lnTo>
                <a:lnTo>
                  <a:pt x="317" y="9408"/>
                </a:lnTo>
                <a:lnTo>
                  <a:pt x="317" y="10916"/>
                </a:lnTo>
                <a:lnTo>
                  <a:pt x="634" y="12425"/>
                </a:lnTo>
                <a:lnTo>
                  <a:pt x="634" y="14112"/>
                </a:lnTo>
                <a:lnTo>
                  <a:pt x="634" y="15620"/>
                </a:lnTo>
                <a:lnTo>
                  <a:pt x="634" y="17129"/>
                </a:lnTo>
                <a:lnTo>
                  <a:pt x="634" y="18816"/>
                </a:lnTo>
                <a:lnTo>
                  <a:pt x="1110" y="20147"/>
                </a:lnTo>
                <a:lnTo>
                  <a:pt x="1110" y="21833"/>
                </a:lnTo>
                <a:lnTo>
                  <a:pt x="1110" y="23520"/>
                </a:lnTo>
                <a:lnTo>
                  <a:pt x="1110" y="24851"/>
                </a:lnTo>
                <a:lnTo>
                  <a:pt x="1428" y="26537"/>
                </a:lnTo>
                <a:lnTo>
                  <a:pt x="1428" y="28313"/>
                </a:lnTo>
                <a:lnTo>
                  <a:pt x="1428" y="29733"/>
                </a:lnTo>
                <a:lnTo>
                  <a:pt x="1428" y="31241"/>
                </a:lnTo>
                <a:lnTo>
                  <a:pt x="1428" y="33017"/>
                </a:lnTo>
                <a:lnTo>
                  <a:pt x="1428" y="34525"/>
                </a:lnTo>
                <a:lnTo>
                  <a:pt x="1428" y="36034"/>
                </a:lnTo>
                <a:lnTo>
                  <a:pt x="1428" y="37721"/>
                </a:lnTo>
                <a:lnTo>
                  <a:pt x="1428" y="39229"/>
                </a:lnTo>
                <a:lnTo>
                  <a:pt x="1428" y="40916"/>
                </a:lnTo>
                <a:lnTo>
                  <a:pt x="1904" y="42425"/>
                </a:lnTo>
                <a:lnTo>
                  <a:pt x="1904" y="43934"/>
                </a:lnTo>
                <a:lnTo>
                  <a:pt x="1904" y="45620"/>
                </a:lnTo>
                <a:lnTo>
                  <a:pt x="1904" y="47129"/>
                </a:lnTo>
                <a:lnTo>
                  <a:pt x="1904" y="48815"/>
                </a:lnTo>
                <a:lnTo>
                  <a:pt x="2221" y="50590"/>
                </a:lnTo>
                <a:lnTo>
                  <a:pt x="2221" y="51833"/>
                </a:lnTo>
                <a:lnTo>
                  <a:pt x="2221" y="53608"/>
                </a:lnTo>
                <a:lnTo>
                  <a:pt x="2221" y="55294"/>
                </a:lnTo>
                <a:lnTo>
                  <a:pt x="2538" y="56803"/>
                </a:lnTo>
                <a:lnTo>
                  <a:pt x="2538" y="58489"/>
                </a:lnTo>
                <a:lnTo>
                  <a:pt x="2538" y="60265"/>
                </a:lnTo>
                <a:lnTo>
                  <a:pt x="2538" y="61685"/>
                </a:lnTo>
                <a:lnTo>
                  <a:pt x="2538" y="63194"/>
                </a:lnTo>
                <a:lnTo>
                  <a:pt x="3015" y="64969"/>
                </a:lnTo>
                <a:lnTo>
                  <a:pt x="3015" y="66477"/>
                </a:lnTo>
                <a:lnTo>
                  <a:pt x="3015" y="68164"/>
                </a:lnTo>
                <a:lnTo>
                  <a:pt x="3015" y="69673"/>
                </a:lnTo>
                <a:lnTo>
                  <a:pt x="3015" y="71359"/>
                </a:lnTo>
                <a:lnTo>
                  <a:pt x="3332" y="73045"/>
                </a:lnTo>
                <a:lnTo>
                  <a:pt x="3332" y="74554"/>
                </a:lnTo>
                <a:lnTo>
                  <a:pt x="3332" y="76329"/>
                </a:lnTo>
                <a:lnTo>
                  <a:pt x="3332" y="77838"/>
                </a:lnTo>
                <a:lnTo>
                  <a:pt x="3332" y="79525"/>
                </a:lnTo>
                <a:lnTo>
                  <a:pt x="3332" y="81211"/>
                </a:lnTo>
                <a:lnTo>
                  <a:pt x="3332" y="82720"/>
                </a:lnTo>
                <a:lnTo>
                  <a:pt x="3332" y="84406"/>
                </a:lnTo>
                <a:lnTo>
                  <a:pt x="3332" y="86181"/>
                </a:lnTo>
                <a:lnTo>
                  <a:pt x="3808" y="87690"/>
                </a:lnTo>
                <a:lnTo>
                  <a:pt x="3808" y="89376"/>
                </a:lnTo>
                <a:lnTo>
                  <a:pt x="3808" y="90885"/>
                </a:lnTo>
                <a:lnTo>
                  <a:pt x="3808" y="92572"/>
                </a:lnTo>
                <a:lnTo>
                  <a:pt x="3808" y="94347"/>
                </a:lnTo>
                <a:lnTo>
                  <a:pt x="4125" y="95856"/>
                </a:lnTo>
                <a:lnTo>
                  <a:pt x="4125" y="97542"/>
                </a:lnTo>
                <a:lnTo>
                  <a:pt x="4125" y="99051"/>
                </a:lnTo>
                <a:lnTo>
                  <a:pt x="4125" y="100737"/>
                </a:lnTo>
                <a:lnTo>
                  <a:pt x="4125" y="102423"/>
                </a:lnTo>
                <a:lnTo>
                  <a:pt x="4601" y="104199"/>
                </a:lnTo>
                <a:lnTo>
                  <a:pt x="4601" y="105885"/>
                </a:lnTo>
                <a:lnTo>
                  <a:pt x="4601" y="107394"/>
                </a:lnTo>
                <a:lnTo>
                  <a:pt x="4601" y="109080"/>
                </a:lnTo>
                <a:lnTo>
                  <a:pt x="4601" y="110855"/>
                </a:lnTo>
                <a:lnTo>
                  <a:pt x="4919" y="112364"/>
                </a:lnTo>
                <a:lnTo>
                  <a:pt x="4919" y="114050"/>
                </a:lnTo>
                <a:lnTo>
                  <a:pt x="4919" y="115559"/>
                </a:lnTo>
                <a:lnTo>
                  <a:pt x="4919" y="117512"/>
                </a:lnTo>
                <a:lnTo>
                  <a:pt x="5236" y="119198"/>
                </a:lnTo>
                <a:lnTo>
                  <a:pt x="5236" y="120707"/>
                </a:lnTo>
                <a:lnTo>
                  <a:pt x="5236" y="122394"/>
                </a:lnTo>
                <a:lnTo>
                  <a:pt x="5236" y="123902"/>
                </a:lnTo>
                <a:lnTo>
                  <a:pt x="5236" y="125855"/>
                </a:lnTo>
                <a:lnTo>
                  <a:pt x="5712" y="127364"/>
                </a:lnTo>
                <a:lnTo>
                  <a:pt x="5712" y="129050"/>
                </a:lnTo>
                <a:lnTo>
                  <a:pt x="5712" y="130737"/>
                </a:lnTo>
                <a:lnTo>
                  <a:pt x="5712" y="132512"/>
                </a:lnTo>
                <a:lnTo>
                  <a:pt x="5712" y="134198"/>
                </a:lnTo>
                <a:lnTo>
                  <a:pt x="5712" y="135707"/>
                </a:lnTo>
                <a:lnTo>
                  <a:pt x="5712" y="137393"/>
                </a:lnTo>
                <a:lnTo>
                  <a:pt x="5712" y="139346"/>
                </a:lnTo>
                <a:lnTo>
                  <a:pt x="5712" y="140855"/>
                </a:lnTo>
                <a:lnTo>
                  <a:pt x="5712" y="142541"/>
                </a:lnTo>
                <a:lnTo>
                  <a:pt x="6030" y="144050"/>
                </a:lnTo>
                <a:lnTo>
                  <a:pt x="6030" y="146003"/>
                </a:lnTo>
                <a:lnTo>
                  <a:pt x="6030" y="147511"/>
                </a:lnTo>
                <a:lnTo>
                  <a:pt x="6030" y="149198"/>
                </a:lnTo>
                <a:lnTo>
                  <a:pt x="6506" y="151150"/>
                </a:lnTo>
                <a:lnTo>
                  <a:pt x="6506" y="152659"/>
                </a:lnTo>
                <a:lnTo>
                  <a:pt x="6506" y="154346"/>
                </a:lnTo>
                <a:lnTo>
                  <a:pt x="6506" y="156032"/>
                </a:lnTo>
                <a:lnTo>
                  <a:pt x="6506" y="157807"/>
                </a:lnTo>
                <a:lnTo>
                  <a:pt x="6823" y="159316"/>
                </a:lnTo>
                <a:lnTo>
                  <a:pt x="6823" y="161180"/>
                </a:lnTo>
                <a:lnTo>
                  <a:pt x="6823" y="162955"/>
                </a:lnTo>
                <a:lnTo>
                  <a:pt x="6823" y="164641"/>
                </a:lnTo>
                <a:lnTo>
                  <a:pt x="6823" y="166328"/>
                </a:lnTo>
                <a:lnTo>
                  <a:pt x="7140" y="167836"/>
                </a:lnTo>
                <a:lnTo>
                  <a:pt x="7140" y="169789"/>
                </a:lnTo>
                <a:lnTo>
                  <a:pt x="7140" y="171298"/>
                </a:lnTo>
                <a:lnTo>
                  <a:pt x="7140" y="173250"/>
                </a:lnTo>
                <a:lnTo>
                  <a:pt x="7140" y="174759"/>
                </a:lnTo>
                <a:lnTo>
                  <a:pt x="7616" y="176446"/>
                </a:lnTo>
                <a:lnTo>
                  <a:pt x="7616" y="178132"/>
                </a:lnTo>
                <a:lnTo>
                  <a:pt x="7616" y="179907"/>
                </a:lnTo>
                <a:lnTo>
                  <a:pt x="7616" y="181771"/>
                </a:lnTo>
                <a:lnTo>
                  <a:pt x="7616" y="183280"/>
                </a:lnTo>
                <a:lnTo>
                  <a:pt x="7616" y="185232"/>
                </a:lnTo>
                <a:lnTo>
                  <a:pt x="7616" y="186741"/>
                </a:lnTo>
                <a:lnTo>
                  <a:pt x="7616" y="188694"/>
                </a:lnTo>
                <a:lnTo>
                  <a:pt x="7616" y="190203"/>
                </a:lnTo>
                <a:lnTo>
                  <a:pt x="7934" y="192067"/>
                </a:lnTo>
                <a:lnTo>
                  <a:pt x="7934" y="193576"/>
                </a:lnTo>
                <a:lnTo>
                  <a:pt x="7934" y="195528"/>
                </a:lnTo>
                <a:lnTo>
                  <a:pt x="7934" y="197037"/>
                </a:lnTo>
                <a:lnTo>
                  <a:pt x="7934" y="198990"/>
                </a:lnTo>
                <a:lnTo>
                  <a:pt x="8410" y="200676"/>
                </a:lnTo>
                <a:lnTo>
                  <a:pt x="8410" y="202362"/>
                </a:lnTo>
                <a:lnTo>
                  <a:pt x="8410" y="204137"/>
                </a:lnTo>
                <a:lnTo>
                  <a:pt x="8410" y="205824"/>
                </a:lnTo>
                <a:lnTo>
                  <a:pt x="8410" y="207510"/>
                </a:lnTo>
                <a:lnTo>
                  <a:pt x="8727" y="209285"/>
                </a:lnTo>
                <a:lnTo>
                  <a:pt x="8727" y="211149"/>
                </a:lnTo>
                <a:lnTo>
                  <a:pt x="8727" y="212658"/>
                </a:lnTo>
                <a:lnTo>
                  <a:pt x="8727" y="214611"/>
                </a:lnTo>
                <a:lnTo>
                  <a:pt x="9203" y="216119"/>
                </a:lnTo>
                <a:lnTo>
                  <a:pt x="9203" y="218072"/>
                </a:lnTo>
                <a:lnTo>
                  <a:pt x="9203" y="219758"/>
                </a:lnTo>
                <a:lnTo>
                  <a:pt x="9203" y="221445"/>
                </a:lnTo>
                <a:lnTo>
                  <a:pt x="9203" y="223220"/>
                </a:lnTo>
                <a:lnTo>
                  <a:pt x="9521" y="224906"/>
                </a:lnTo>
                <a:lnTo>
                  <a:pt x="9521" y="226593"/>
                </a:lnTo>
                <a:lnTo>
                  <a:pt x="9521" y="228545"/>
                </a:lnTo>
                <a:lnTo>
                  <a:pt x="9521" y="230232"/>
                </a:lnTo>
                <a:lnTo>
                  <a:pt x="9521" y="232007"/>
                </a:lnTo>
                <a:lnTo>
                  <a:pt x="9838" y="233693"/>
                </a:lnTo>
                <a:lnTo>
                  <a:pt x="9838" y="235379"/>
                </a:lnTo>
                <a:lnTo>
                  <a:pt x="9838" y="237332"/>
                </a:lnTo>
                <a:lnTo>
                  <a:pt x="9838" y="239018"/>
                </a:lnTo>
                <a:lnTo>
                  <a:pt x="9838" y="240794"/>
                </a:lnTo>
                <a:lnTo>
                  <a:pt x="9838" y="242480"/>
                </a:lnTo>
                <a:lnTo>
                  <a:pt x="9838" y="244432"/>
                </a:lnTo>
                <a:lnTo>
                  <a:pt x="9838" y="246119"/>
                </a:lnTo>
                <a:lnTo>
                  <a:pt x="9838" y="247805"/>
                </a:lnTo>
                <a:lnTo>
                  <a:pt x="10314" y="249580"/>
                </a:lnTo>
                <a:lnTo>
                  <a:pt x="10314" y="251444"/>
                </a:lnTo>
                <a:lnTo>
                  <a:pt x="10314" y="252953"/>
                </a:lnTo>
                <a:lnTo>
                  <a:pt x="10314" y="254906"/>
                </a:lnTo>
                <a:lnTo>
                  <a:pt x="10314" y="256592"/>
                </a:lnTo>
                <a:lnTo>
                  <a:pt x="10631" y="258545"/>
                </a:lnTo>
                <a:lnTo>
                  <a:pt x="10631" y="260053"/>
                </a:lnTo>
                <a:lnTo>
                  <a:pt x="10631" y="262006"/>
                </a:lnTo>
                <a:lnTo>
                  <a:pt x="10631" y="263692"/>
                </a:lnTo>
                <a:lnTo>
                  <a:pt x="10631" y="265645"/>
                </a:lnTo>
                <a:lnTo>
                  <a:pt x="11108" y="267331"/>
                </a:lnTo>
                <a:lnTo>
                  <a:pt x="11108" y="269107"/>
                </a:lnTo>
                <a:lnTo>
                  <a:pt x="11108" y="270793"/>
                </a:lnTo>
                <a:lnTo>
                  <a:pt x="11108" y="272746"/>
                </a:lnTo>
                <a:lnTo>
                  <a:pt x="11108" y="274432"/>
                </a:lnTo>
                <a:lnTo>
                  <a:pt x="11425" y="276118"/>
                </a:lnTo>
                <a:lnTo>
                  <a:pt x="11425" y="277893"/>
                </a:lnTo>
                <a:lnTo>
                  <a:pt x="11425" y="279757"/>
                </a:lnTo>
                <a:lnTo>
                  <a:pt x="11425" y="281532"/>
                </a:lnTo>
                <a:lnTo>
                  <a:pt x="11742" y="283219"/>
                </a:lnTo>
                <a:lnTo>
                  <a:pt x="11742" y="285171"/>
                </a:lnTo>
                <a:lnTo>
                  <a:pt x="11742" y="286858"/>
                </a:lnTo>
                <a:lnTo>
                  <a:pt x="11742" y="288544"/>
                </a:lnTo>
                <a:lnTo>
                  <a:pt x="11742" y="290319"/>
                </a:lnTo>
                <a:lnTo>
                  <a:pt x="11742" y="292183"/>
                </a:lnTo>
                <a:lnTo>
                  <a:pt x="11742" y="293958"/>
                </a:lnTo>
                <a:lnTo>
                  <a:pt x="11742" y="295911"/>
                </a:lnTo>
                <a:lnTo>
                  <a:pt x="11742" y="297597"/>
                </a:lnTo>
                <a:lnTo>
                  <a:pt x="11742" y="299550"/>
                </a:lnTo>
                <a:lnTo>
                  <a:pt x="12218" y="301059"/>
                </a:lnTo>
                <a:lnTo>
                  <a:pt x="12218" y="302922"/>
                </a:lnTo>
                <a:lnTo>
                  <a:pt x="12218" y="304698"/>
                </a:lnTo>
                <a:lnTo>
                  <a:pt x="12218" y="306561"/>
                </a:lnTo>
                <a:lnTo>
                  <a:pt x="12218" y="308337"/>
                </a:lnTo>
                <a:lnTo>
                  <a:pt x="12536" y="310200"/>
                </a:lnTo>
                <a:lnTo>
                  <a:pt x="12536" y="311976"/>
                </a:lnTo>
                <a:lnTo>
                  <a:pt x="12536" y="313928"/>
                </a:lnTo>
                <a:lnTo>
                  <a:pt x="12536" y="315615"/>
                </a:lnTo>
                <a:lnTo>
                  <a:pt x="13012" y="317567"/>
                </a:lnTo>
                <a:lnTo>
                  <a:pt x="13012" y="319253"/>
                </a:lnTo>
                <a:lnTo>
                  <a:pt x="13012" y="321206"/>
                </a:lnTo>
                <a:lnTo>
                  <a:pt x="13012" y="322892"/>
                </a:lnTo>
                <a:lnTo>
                  <a:pt x="13012" y="324579"/>
                </a:lnTo>
                <a:lnTo>
                  <a:pt x="13329" y="326531"/>
                </a:lnTo>
                <a:lnTo>
                  <a:pt x="13329" y="328218"/>
                </a:lnTo>
                <a:lnTo>
                  <a:pt x="13329" y="330170"/>
                </a:lnTo>
                <a:lnTo>
                  <a:pt x="13329" y="331679"/>
                </a:lnTo>
                <a:lnTo>
                  <a:pt x="13329" y="333632"/>
                </a:lnTo>
                <a:lnTo>
                  <a:pt x="13805" y="335318"/>
                </a:lnTo>
                <a:lnTo>
                  <a:pt x="13805" y="337271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7366660" y="2391912"/>
            <a:ext cx="13329" cy="374193"/>
          </a:xfrm>
          <a:custGeom>
            <a:avLst/>
            <a:gdLst/>
            <a:ahLst/>
            <a:cxnLst/>
            <a:rect l="l" t="t" r="r" b="b"/>
            <a:pathLst>
              <a:path w="13329" h="374193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0" y="5591"/>
                </a:lnTo>
                <a:lnTo>
                  <a:pt x="0" y="7455"/>
                </a:lnTo>
                <a:lnTo>
                  <a:pt x="0" y="9230"/>
                </a:lnTo>
                <a:lnTo>
                  <a:pt x="0" y="10916"/>
                </a:lnTo>
                <a:lnTo>
                  <a:pt x="0" y="12869"/>
                </a:lnTo>
                <a:lnTo>
                  <a:pt x="317" y="14555"/>
                </a:lnTo>
                <a:lnTo>
                  <a:pt x="317" y="16508"/>
                </a:lnTo>
                <a:lnTo>
                  <a:pt x="317" y="18194"/>
                </a:lnTo>
                <a:lnTo>
                  <a:pt x="317" y="20147"/>
                </a:lnTo>
                <a:lnTo>
                  <a:pt x="317" y="21833"/>
                </a:lnTo>
                <a:lnTo>
                  <a:pt x="634" y="23786"/>
                </a:lnTo>
                <a:lnTo>
                  <a:pt x="634" y="25472"/>
                </a:lnTo>
                <a:lnTo>
                  <a:pt x="634" y="27425"/>
                </a:lnTo>
                <a:lnTo>
                  <a:pt x="634" y="29111"/>
                </a:lnTo>
                <a:lnTo>
                  <a:pt x="634" y="31064"/>
                </a:lnTo>
                <a:lnTo>
                  <a:pt x="1110" y="32750"/>
                </a:lnTo>
                <a:lnTo>
                  <a:pt x="1110" y="34525"/>
                </a:lnTo>
                <a:lnTo>
                  <a:pt x="1110" y="36656"/>
                </a:lnTo>
                <a:lnTo>
                  <a:pt x="1110" y="38342"/>
                </a:lnTo>
                <a:lnTo>
                  <a:pt x="1110" y="40295"/>
                </a:lnTo>
                <a:lnTo>
                  <a:pt x="1428" y="41981"/>
                </a:lnTo>
                <a:lnTo>
                  <a:pt x="1428" y="43934"/>
                </a:lnTo>
                <a:lnTo>
                  <a:pt x="1428" y="45620"/>
                </a:lnTo>
                <a:lnTo>
                  <a:pt x="1428" y="47573"/>
                </a:lnTo>
                <a:lnTo>
                  <a:pt x="1428" y="49259"/>
                </a:lnTo>
                <a:lnTo>
                  <a:pt x="1904" y="51211"/>
                </a:lnTo>
                <a:lnTo>
                  <a:pt x="1904" y="53164"/>
                </a:lnTo>
                <a:lnTo>
                  <a:pt x="1904" y="54850"/>
                </a:lnTo>
                <a:lnTo>
                  <a:pt x="1904" y="56803"/>
                </a:lnTo>
                <a:lnTo>
                  <a:pt x="2221" y="58489"/>
                </a:lnTo>
                <a:lnTo>
                  <a:pt x="2221" y="60442"/>
                </a:lnTo>
                <a:lnTo>
                  <a:pt x="2221" y="62128"/>
                </a:lnTo>
                <a:lnTo>
                  <a:pt x="2221" y="64081"/>
                </a:lnTo>
                <a:lnTo>
                  <a:pt x="2221" y="66034"/>
                </a:lnTo>
                <a:lnTo>
                  <a:pt x="2221" y="67720"/>
                </a:lnTo>
                <a:lnTo>
                  <a:pt x="2221" y="69673"/>
                </a:lnTo>
                <a:lnTo>
                  <a:pt x="2221" y="71359"/>
                </a:lnTo>
                <a:lnTo>
                  <a:pt x="2221" y="73312"/>
                </a:lnTo>
                <a:lnTo>
                  <a:pt x="2221" y="75264"/>
                </a:lnTo>
                <a:lnTo>
                  <a:pt x="2538" y="77217"/>
                </a:lnTo>
                <a:lnTo>
                  <a:pt x="2538" y="78903"/>
                </a:lnTo>
                <a:lnTo>
                  <a:pt x="2538" y="80590"/>
                </a:lnTo>
                <a:lnTo>
                  <a:pt x="2538" y="82542"/>
                </a:lnTo>
                <a:lnTo>
                  <a:pt x="2538" y="84495"/>
                </a:lnTo>
                <a:lnTo>
                  <a:pt x="3015" y="86359"/>
                </a:lnTo>
                <a:lnTo>
                  <a:pt x="3015" y="88134"/>
                </a:lnTo>
                <a:lnTo>
                  <a:pt x="3015" y="90086"/>
                </a:lnTo>
                <a:lnTo>
                  <a:pt x="3015" y="91950"/>
                </a:lnTo>
                <a:lnTo>
                  <a:pt x="3332" y="93725"/>
                </a:lnTo>
                <a:lnTo>
                  <a:pt x="3332" y="95589"/>
                </a:lnTo>
                <a:lnTo>
                  <a:pt x="3332" y="97364"/>
                </a:lnTo>
                <a:lnTo>
                  <a:pt x="3332" y="99495"/>
                </a:lnTo>
                <a:lnTo>
                  <a:pt x="3332" y="101181"/>
                </a:lnTo>
                <a:lnTo>
                  <a:pt x="3808" y="103134"/>
                </a:lnTo>
                <a:lnTo>
                  <a:pt x="3808" y="104820"/>
                </a:lnTo>
                <a:lnTo>
                  <a:pt x="3808" y="106773"/>
                </a:lnTo>
                <a:lnTo>
                  <a:pt x="3808" y="108725"/>
                </a:lnTo>
                <a:lnTo>
                  <a:pt x="3808" y="110411"/>
                </a:lnTo>
                <a:lnTo>
                  <a:pt x="4125" y="112364"/>
                </a:lnTo>
                <a:lnTo>
                  <a:pt x="4125" y="114317"/>
                </a:lnTo>
                <a:lnTo>
                  <a:pt x="4125" y="116003"/>
                </a:lnTo>
                <a:lnTo>
                  <a:pt x="4125" y="117956"/>
                </a:lnTo>
                <a:lnTo>
                  <a:pt x="4125" y="119820"/>
                </a:lnTo>
                <a:lnTo>
                  <a:pt x="4125" y="121772"/>
                </a:lnTo>
                <a:lnTo>
                  <a:pt x="4125" y="123459"/>
                </a:lnTo>
                <a:lnTo>
                  <a:pt x="4125" y="125411"/>
                </a:lnTo>
                <a:lnTo>
                  <a:pt x="4125" y="127364"/>
                </a:lnTo>
                <a:lnTo>
                  <a:pt x="4443" y="129050"/>
                </a:lnTo>
                <a:lnTo>
                  <a:pt x="4443" y="131003"/>
                </a:lnTo>
                <a:lnTo>
                  <a:pt x="4443" y="132955"/>
                </a:lnTo>
                <a:lnTo>
                  <a:pt x="4443" y="134819"/>
                </a:lnTo>
                <a:lnTo>
                  <a:pt x="4443" y="136594"/>
                </a:lnTo>
                <a:lnTo>
                  <a:pt x="4919" y="138547"/>
                </a:lnTo>
                <a:lnTo>
                  <a:pt x="4919" y="140411"/>
                </a:lnTo>
                <a:lnTo>
                  <a:pt x="4919" y="142186"/>
                </a:lnTo>
                <a:lnTo>
                  <a:pt x="4919" y="144316"/>
                </a:lnTo>
                <a:lnTo>
                  <a:pt x="4919" y="146003"/>
                </a:lnTo>
                <a:lnTo>
                  <a:pt x="5236" y="147955"/>
                </a:lnTo>
                <a:lnTo>
                  <a:pt x="5236" y="149908"/>
                </a:lnTo>
                <a:lnTo>
                  <a:pt x="5236" y="151594"/>
                </a:lnTo>
                <a:lnTo>
                  <a:pt x="5236" y="153547"/>
                </a:lnTo>
                <a:lnTo>
                  <a:pt x="5236" y="155411"/>
                </a:lnTo>
                <a:lnTo>
                  <a:pt x="5712" y="157363"/>
                </a:lnTo>
                <a:lnTo>
                  <a:pt x="5712" y="159050"/>
                </a:lnTo>
                <a:lnTo>
                  <a:pt x="5712" y="161002"/>
                </a:lnTo>
                <a:lnTo>
                  <a:pt x="5712" y="162955"/>
                </a:lnTo>
                <a:lnTo>
                  <a:pt x="6030" y="164641"/>
                </a:lnTo>
                <a:lnTo>
                  <a:pt x="6030" y="166771"/>
                </a:lnTo>
                <a:lnTo>
                  <a:pt x="6030" y="168546"/>
                </a:lnTo>
                <a:lnTo>
                  <a:pt x="6030" y="170410"/>
                </a:lnTo>
                <a:lnTo>
                  <a:pt x="6030" y="172363"/>
                </a:lnTo>
                <a:lnTo>
                  <a:pt x="6506" y="174138"/>
                </a:lnTo>
                <a:lnTo>
                  <a:pt x="6506" y="176268"/>
                </a:lnTo>
                <a:lnTo>
                  <a:pt x="6506" y="177955"/>
                </a:lnTo>
                <a:lnTo>
                  <a:pt x="6506" y="179907"/>
                </a:lnTo>
                <a:lnTo>
                  <a:pt x="6506" y="181860"/>
                </a:lnTo>
                <a:lnTo>
                  <a:pt x="6506" y="183546"/>
                </a:lnTo>
                <a:lnTo>
                  <a:pt x="6506" y="185676"/>
                </a:lnTo>
                <a:lnTo>
                  <a:pt x="6506" y="187363"/>
                </a:lnTo>
                <a:lnTo>
                  <a:pt x="6506" y="189315"/>
                </a:lnTo>
                <a:lnTo>
                  <a:pt x="6506" y="191268"/>
                </a:lnTo>
                <a:lnTo>
                  <a:pt x="6823" y="192954"/>
                </a:lnTo>
                <a:lnTo>
                  <a:pt x="6823" y="195084"/>
                </a:lnTo>
                <a:lnTo>
                  <a:pt x="6823" y="196859"/>
                </a:lnTo>
                <a:lnTo>
                  <a:pt x="6823" y="198723"/>
                </a:lnTo>
                <a:lnTo>
                  <a:pt x="7140" y="200676"/>
                </a:lnTo>
                <a:lnTo>
                  <a:pt x="7140" y="202362"/>
                </a:lnTo>
                <a:lnTo>
                  <a:pt x="7140" y="204581"/>
                </a:lnTo>
                <a:lnTo>
                  <a:pt x="7140" y="206268"/>
                </a:lnTo>
                <a:lnTo>
                  <a:pt x="7140" y="208220"/>
                </a:lnTo>
                <a:lnTo>
                  <a:pt x="7616" y="210084"/>
                </a:lnTo>
                <a:lnTo>
                  <a:pt x="7616" y="212037"/>
                </a:lnTo>
                <a:lnTo>
                  <a:pt x="7616" y="213989"/>
                </a:lnTo>
                <a:lnTo>
                  <a:pt x="7616" y="215676"/>
                </a:lnTo>
                <a:lnTo>
                  <a:pt x="7616" y="217628"/>
                </a:lnTo>
                <a:lnTo>
                  <a:pt x="7934" y="219581"/>
                </a:lnTo>
                <a:lnTo>
                  <a:pt x="7934" y="221445"/>
                </a:lnTo>
                <a:lnTo>
                  <a:pt x="7934" y="223397"/>
                </a:lnTo>
                <a:lnTo>
                  <a:pt x="7934" y="225350"/>
                </a:lnTo>
                <a:lnTo>
                  <a:pt x="7934" y="227036"/>
                </a:lnTo>
                <a:lnTo>
                  <a:pt x="8410" y="229167"/>
                </a:lnTo>
                <a:lnTo>
                  <a:pt x="8410" y="230942"/>
                </a:lnTo>
                <a:lnTo>
                  <a:pt x="8410" y="233072"/>
                </a:lnTo>
                <a:lnTo>
                  <a:pt x="8410" y="234758"/>
                </a:lnTo>
                <a:lnTo>
                  <a:pt x="8410" y="236533"/>
                </a:lnTo>
                <a:lnTo>
                  <a:pt x="8410" y="238663"/>
                </a:lnTo>
                <a:lnTo>
                  <a:pt x="8410" y="240350"/>
                </a:lnTo>
                <a:lnTo>
                  <a:pt x="8410" y="242480"/>
                </a:lnTo>
                <a:lnTo>
                  <a:pt x="8410" y="244255"/>
                </a:lnTo>
                <a:lnTo>
                  <a:pt x="8727" y="246119"/>
                </a:lnTo>
                <a:lnTo>
                  <a:pt x="8727" y="248071"/>
                </a:lnTo>
                <a:lnTo>
                  <a:pt x="8727" y="250024"/>
                </a:lnTo>
                <a:lnTo>
                  <a:pt x="8727" y="251977"/>
                </a:lnTo>
                <a:lnTo>
                  <a:pt x="8727" y="253841"/>
                </a:lnTo>
                <a:lnTo>
                  <a:pt x="9045" y="255616"/>
                </a:lnTo>
                <a:lnTo>
                  <a:pt x="9045" y="257746"/>
                </a:lnTo>
                <a:lnTo>
                  <a:pt x="9045" y="259432"/>
                </a:lnTo>
                <a:lnTo>
                  <a:pt x="9045" y="261385"/>
                </a:lnTo>
                <a:lnTo>
                  <a:pt x="9045" y="263337"/>
                </a:lnTo>
                <a:lnTo>
                  <a:pt x="9521" y="265201"/>
                </a:lnTo>
                <a:lnTo>
                  <a:pt x="9521" y="267154"/>
                </a:lnTo>
                <a:lnTo>
                  <a:pt x="9521" y="269107"/>
                </a:lnTo>
                <a:lnTo>
                  <a:pt x="9521" y="270793"/>
                </a:lnTo>
                <a:lnTo>
                  <a:pt x="9838" y="272923"/>
                </a:lnTo>
                <a:lnTo>
                  <a:pt x="9838" y="274698"/>
                </a:lnTo>
                <a:lnTo>
                  <a:pt x="9838" y="276562"/>
                </a:lnTo>
                <a:lnTo>
                  <a:pt x="9838" y="278515"/>
                </a:lnTo>
                <a:lnTo>
                  <a:pt x="9838" y="280467"/>
                </a:lnTo>
                <a:lnTo>
                  <a:pt x="10314" y="282420"/>
                </a:lnTo>
                <a:lnTo>
                  <a:pt x="10314" y="284284"/>
                </a:lnTo>
                <a:lnTo>
                  <a:pt x="10314" y="286059"/>
                </a:lnTo>
                <a:lnTo>
                  <a:pt x="10314" y="288189"/>
                </a:lnTo>
                <a:lnTo>
                  <a:pt x="10314" y="289875"/>
                </a:lnTo>
                <a:lnTo>
                  <a:pt x="10631" y="292006"/>
                </a:lnTo>
                <a:lnTo>
                  <a:pt x="10631" y="293781"/>
                </a:lnTo>
                <a:lnTo>
                  <a:pt x="10631" y="295644"/>
                </a:lnTo>
                <a:lnTo>
                  <a:pt x="10631" y="297597"/>
                </a:lnTo>
                <a:lnTo>
                  <a:pt x="10631" y="299550"/>
                </a:lnTo>
                <a:lnTo>
                  <a:pt x="10631" y="301502"/>
                </a:lnTo>
                <a:lnTo>
                  <a:pt x="10631" y="303366"/>
                </a:lnTo>
                <a:lnTo>
                  <a:pt x="10631" y="305141"/>
                </a:lnTo>
                <a:lnTo>
                  <a:pt x="10631" y="307271"/>
                </a:lnTo>
                <a:lnTo>
                  <a:pt x="11108" y="309224"/>
                </a:lnTo>
                <a:lnTo>
                  <a:pt x="11108" y="310910"/>
                </a:lnTo>
                <a:lnTo>
                  <a:pt x="11108" y="313041"/>
                </a:lnTo>
                <a:lnTo>
                  <a:pt x="11108" y="314727"/>
                </a:lnTo>
                <a:lnTo>
                  <a:pt x="11108" y="316946"/>
                </a:lnTo>
                <a:lnTo>
                  <a:pt x="11425" y="318632"/>
                </a:lnTo>
                <a:lnTo>
                  <a:pt x="11425" y="320585"/>
                </a:lnTo>
                <a:lnTo>
                  <a:pt x="11425" y="322449"/>
                </a:lnTo>
                <a:lnTo>
                  <a:pt x="11425" y="324401"/>
                </a:lnTo>
                <a:lnTo>
                  <a:pt x="11425" y="326354"/>
                </a:lnTo>
                <a:lnTo>
                  <a:pt x="11742" y="328307"/>
                </a:lnTo>
                <a:lnTo>
                  <a:pt x="11742" y="329993"/>
                </a:lnTo>
                <a:lnTo>
                  <a:pt x="11742" y="332123"/>
                </a:lnTo>
                <a:lnTo>
                  <a:pt x="11742" y="334076"/>
                </a:lnTo>
                <a:lnTo>
                  <a:pt x="11742" y="335762"/>
                </a:lnTo>
                <a:lnTo>
                  <a:pt x="12218" y="337892"/>
                </a:lnTo>
                <a:lnTo>
                  <a:pt x="12218" y="339667"/>
                </a:lnTo>
                <a:lnTo>
                  <a:pt x="12218" y="341531"/>
                </a:lnTo>
                <a:lnTo>
                  <a:pt x="12218" y="343484"/>
                </a:lnTo>
                <a:lnTo>
                  <a:pt x="12536" y="345436"/>
                </a:lnTo>
                <a:lnTo>
                  <a:pt x="12536" y="347389"/>
                </a:lnTo>
                <a:lnTo>
                  <a:pt x="12536" y="349253"/>
                </a:lnTo>
                <a:lnTo>
                  <a:pt x="12536" y="351028"/>
                </a:lnTo>
                <a:lnTo>
                  <a:pt x="12536" y="353158"/>
                </a:lnTo>
                <a:lnTo>
                  <a:pt x="12536" y="355111"/>
                </a:lnTo>
                <a:lnTo>
                  <a:pt x="12536" y="356975"/>
                </a:lnTo>
                <a:lnTo>
                  <a:pt x="12536" y="358927"/>
                </a:lnTo>
                <a:lnTo>
                  <a:pt x="12536" y="360614"/>
                </a:lnTo>
                <a:lnTo>
                  <a:pt x="12536" y="362833"/>
                </a:lnTo>
                <a:lnTo>
                  <a:pt x="13012" y="364519"/>
                </a:lnTo>
                <a:lnTo>
                  <a:pt x="13012" y="366471"/>
                </a:lnTo>
                <a:lnTo>
                  <a:pt x="13012" y="368335"/>
                </a:lnTo>
                <a:lnTo>
                  <a:pt x="13012" y="370288"/>
                </a:lnTo>
                <a:lnTo>
                  <a:pt x="13012" y="372241"/>
                </a:lnTo>
                <a:lnTo>
                  <a:pt x="13329" y="374193"/>
                </a:lnTo>
              </a:path>
            </a:pathLst>
          </a:custGeom>
          <a:ln w="1953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7379989" y="2766106"/>
            <a:ext cx="13805" cy="376945"/>
          </a:xfrm>
          <a:custGeom>
            <a:avLst/>
            <a:gdLst/>
            <a:ahLst/>
            <a:cxnLst/>
            <a:rect l="l" t="t" r="r" b="b"/>
            <a:pathLst>
              <a:path w="13805" h="376945">
                <a:moveTo>
                  <a:pt x="0" y="0"/>
                </a:moveTo>
                <a:lnTo>
                  <a:pt x="0" y="1863"/>
                </a:lnTo>
                <a:lnTo>
                  <a:pt x="0" y="3816"/>
                </a:lnTo>
                <a:lnTo>
                  <a:pt x="0" y="5769"/>
                </a:lnTo>
                <a:lnTo>
                  <a:pt x="317" y="7455"/>
                </a:lnTo>
                <a:lnTo>
                  <a:pt x="317" y="9585"/>
                </a:lnTo>
                <a:lnTo>
                  <a:pt x="317" y="11538"/>
                </a:lnTo>
                <a:lnTo>
                  <a:pt x="317" y="13490"/>
                </a:lnTo>
                <a:lnTo>
                  <a:pt x="317" y="15443"/>
                </a:lnTo>
                <a:lnTo>
                  <a:pt x="793" y="17129"/>
                </a:lnTo>
                <a:lnTo>
                  <a:pt x="793" y="19259"/>
                </a:lnTo>
                <a:lnTo>
                  <a:pt x="793" y="20946"/>
                </a:lnTo>
                <a:lnTo>
                  <a:pt x="793" y="22898"/>
                </a:lnTo>
                <a:lnTo>
                  <a:pt x="793" y="24851"/>
                </a:lnTo>
                <a:lnTo>
                  <a:pt x="1110" y="26804"/>
                </a:lnTo>
                <a:lnTo>
                  <a:pt x="1110" y="28934"/>
                </a:lnTo>
                <a:lnTo>
                  <a:pt x="1110" y="30620"/>
                </a:lnTo>
                <a:lnTo>
                  <a:pt x="1110" y="32573"/>
                </a:lnTo>
                <a:lnTo>
                  <a:pt x="1110" y="34525"/>
                </a:lnTo>
                <a:lnTo>
                  <a:pt x="1586" y="36389"/>
                </a:lnTo>
                <a:lnTo>
                  <a:pt x="1586" y="38342"/>
                </a:lnTo>
                <a:lnTo>
                  <a:pt x="1586" y="40295"/>
                </a:lnTo>
                <a:lnTo>
                  <a:pt x="1586" y="42158"/>
                </a:lnTo>
                <a:lnTo>
                  <a:pt x="1586" y="44111"/>
                </a:lnTo>
                <a:lnTo>
                  <a:pt x="1586" y="46064"/>
                </a:lnTo>
                <a:lnTo>
                  <a:pt x="1586" y="47750"/>
                </a:lnTo>
                <a:lnTo>
                  <a:pt x="1586" y="49880"/>
                </a:lnTo>
                <a:lnTo>
                  <a:pt x="1586" y="51655"/>
                </a:lnTo>
                <a:lnTo>
                  <a:pt x="1904" y="53608"/>
                </a:lnTo>
                <a:lnTo>
                  <a:pt x="1904" y="55472"/>
                </a:lnTo>
                <a:lnTo>
                  <a:pt x="1904" y="57424"/>
                </a:lnTo>
                <a:lnTo>
                  <a:pt x="1904" y="59555"/>
                </a:lnTo>
                <a:lnTo>
                  <a:pt x="1904" y="61330"/>
                </a:lnTo>
                <a:lnTo>
                  <a:pt x="2380" y="63194"/>
                </a:lnTo>
                <a:lnTo>
                  <a:pt x="2380" y="65146"/>
                </a:lnTo>
                <a:lnTo>
                  <a:pt x="2380" y="67099"/>
                </a:lnTo>
                <a:lnTo>
                  <a:pt x="2380" y="68963"/>
                </a:lnTo>
                <a:lnTo>
                  <a:pt x="2380" y="70915"/>
                </a:lnTo>
                <a:lnTo>
                  <a:pt x="2697" y="72690"/>
                </a:lnTo>
                <a:lnTo>
                  <a:pt x="2697" y="74820"/>
                </a:lnTo>
                <a:lnTo>
                  <a:pt x="2697" y="76684"/>
                </a:lnTo>
                <a:lnTo>
                  <a:pt x="2697" y="78459"/>
                </a:lnTo>
                <a:lnTo>
                  <a:pt x="3015" y="80590"/>
                </a:lnTo>
                <a:lnTo>
                  <a:pt x="3015" y="82276"/>
                </a:lnTo>
                <a:lnTo>
                  <a:pt x="3015" y="84229"/>
                </a:lnTo>
                <a:lnTo>
                  <a:pt x="3015" y="86181"/>
                </a:lnTo>
                <a:lnTo>
                  <a:pt x="3015" y="88045"/>
                </a:lnTo>
                <a:lnTo>
                  <a:pt x="3491" y="89998"/>
                </a:lnTo>
                <a:lnTo>
                  <a:pt x="3491" y="91950"/>
                </a:lnTo>
                <a:lnTo>
                  <a:pt x="3491" y="93903"/>
                </a:lnTo>
                <a:lnTo>
                  <a:pt x="3491" y="95767"/>
                </a:lnTo>
                <a:lnTo>
                  <a:pt x="3491" y="97719"/>
                </a:lnTo>
                <a:lnTo>
                  <a:pt x="3491" y="99672"/>
                </a:lnTo>
                <a:lnTo>
                  <a:pt x="3491" y="101625"/>
                </a:lnTo>
                <a:lnTo>
                  <a:pt x="3491" y="103311"/>
                </a:lnTo>
                <a:lnTo>
                  <a:pt x="3491" y="105441"/>
                </a:lnTo>
                <a:lnTo>
                  <a:pt x="3491" y="107216"/>
                </a:lnTo>
                <a:lnTo>
                  <a:pt x="3808" y="109080"/>
                </a:lnTo>
                <a:lnTo>
                  <a:pt x="3808" y="111033"/>
                </a:lnTo>
                <a:lnTo>
                  <a:pt x="3808" y="112985"/>
                </a:lnTo>
                <a:lnTo>
                  <a:pt x="3808" y="115116"/>
                </a:lnTo>
                <a:lnTo>
                  <a:pt x="4284" y="116802"/>
                </a:lnTo>
                <a:lnTo>
                  <a:pt x="4284" y="118755"/>
                </a:lnTo>
                <a:lnTo>
                  <a:pt x="4284" y="120707"/>
                </a:lnTo>
                <a:lnTo>
                  <a:pt x="4284" y="122571"/>
                </a:lnTo>
                <a:lnTo>
                  <a:pt x="4284" y="124524"/>
                </a:lnTo>
                <a:lnTo>
                  <a:pt x="4601" y="126476"/>
                </a:lnTo>
                <a:lnTo>
                  <a:pt x="4601" y="128163"/>
                </a:lnTo>
                <a:lnTo>
                  <a:pt x="4601" y="130293"/>
                </a:lnTo>
                <a:lnTo>
                  <a:pt x="4601" y="132068"/>
                </a:lnTo>
                <a:lnTo>
                  <a:pt x="4601" y="133932"/>
                </a:lnTo>
                <a:lnTo>
                  <a:pt x="4919" y="135884"/>
                </a:lnTo>
                <a:lnTo>
                  <a:pt x="4919" y="137837"/>
                </a:lnTo>
                <a:lnTo>
                  <a:pt x="4919" y="139790"/>
                </a:lnTo>
                <a:lnTo>
                  <a:pt x="4919" y="141653"/>
                </a:lnTo>
                <a:lnTo>
                  <a:pt x="4919" y="143606"/>
                </a:lnTo>
                <a:lnTo>
                  <a:pt x="5395" y="145559"/>
                </a:lnTo>
                <a:lnTo>
                  <a:pt x="5395" y="147511"/>
                </a:lnTo>
                <a:lnTo>
                  <a:pt x="5395" y="149198"/>
                </a:lnTo>
                <a:lnTo>
                  <a:pt x="5395" y="151328"/>
                </a:lnTo>
                <a:lnTo>
                  <a:pt x="5395" y="153103"/>
                </a:lnTo>
                <a:lnTo>
                  <a:pt x="5395" y="155233"/>
                </a:lnTo>
                <a:lnTo>
                  <a:pt x="5395" y="156919"/>
                </a:lnTo>
                <a:lnTo>
                  <a:pt x="5395" y="158872"/>
                </a:lnTo>
                <a:lnTo>
                  <a:pt x="5395" y="160736"/>
                </a:lnTo>
                <a:lnTo>
                  <a:pt x="5712" y="162689"/>
                </a:lnTo>
                <a:lnTo>
                  <a:pt x="5712" y="164641"/>
                </a:lnTo>
                <a:lnTo>
                  <a:pt x="5712" y="166594"/>
                </a:lnTo>
                <a:lnTo>
                  <a:pt x="5712" y="168280"/>
                </a:lnTo>
                <a:lnTo>
                  <a:pt x="5712" y="170410"/>
                </a:lnTo>
                <a:lnTo>
                  <a:pt x="6188" y="172185"/>
                </a:lnTo>
                <a:lnTo>
                  <a:pt x="6188" y="174049"/>
                </a:lnTo>
                <a:lnTo>
                  <a:pt x="6188" y="176002"/>
                </a:lnTo>
                <a:lnTo>
                  <a:pt x="6188" y="177955"/>
                </a:lnTo>
                <a:lnTo>
                  <a:pt x="6188" y="179818"/>
                </a:lnTo>
                <a:lnTo>
                  <a:pt x="6506" y="181771"/>
                </a:lnTo>
                <a:lnTo>
                  <a:pt x="6506" y="183546"/>
                </a:lnTo>
                <a:lnTo>
                  <a:pt x="6506" y="185410"/>
                </a:lnTo>
                <a:lnTo>
                  <a:pt x="6506" y="187185"/>
                </a:lnTo>
                <a:lnTo>
                  <a:pt x="6823" y="189315"/>
                </a:lnTo>
                <a:lnTo>
                  <a:pt x="6823" y="191002"/>
                </a:lnTo>
                <a:lnTo>
                  <a:pt x="6823" y="192954"/>
                </a:lnTo>
                <a:lnTo>
                  <a:pt x="6823" y="194907"/>
                </a:lnTo>
                <a:lnTo>
                  <a:pt x="6823" y="196771"/>
                </a:lnTo>
                <a:lnTo>
                  <a:pt x="7299" y="198723"/>
                </a:lnTo>
                <a:lnTo>
                  <a:pt x="7299" y="200410"/>
                </a:lnTo>
                <a:lnTo>
                  <a:pt x="7299" y="202362"/>
                </a:lnTo>
                <a:lnTo>
                  <a:pt x="7299" y="204315"/>
                </a:lnTo>
                <a:lnTo>
                  <a:pt x="7299" y="206268"/>
                </a:lnTo>
                <a:lnTo>
                  <a:pt x="7616" y="208131"/>
                </a:lnTo>
                <a:lnTo>
                  <a:pt x="7616" y="210084"/>
                </a:lnTo>
                <a:lnTo>
                  <a:pt x="7616" y="211770"/>
                </a:lnTo>
                <a:lnTo>
                  <a:pt x="7616" y="213989"/>
                </a:lnTo>
                <a:lnTo>
                  <a:pt x="7616" y="215676"/>
                </a:lnTo>
                <a:lnTo>
                  <a:pt x="7616" y="217806"/>
                </a:lnTo>
                <a:lnTo>
                  <a:pt x="7616" y="219492"/>
                </a:lnTo>
                <a:lnTo>
                  <a:pt x="7616" y="221267"/>
                </a:lnTo>
                <a:lnTo>
                  <a:pt x="7616" y="223397"/>
                </a:lnTo>
                <a:lnTo>
                  <a:pt x="8093" y="225084"/>
                </a:lnTo>
                <a:lnTo>
                  <a:pt x="8093" y="227214"/>
                </a:lnTo>
                <a:lnTo>
                  <a:pt x="8093" y="228989"/>
                </a:lnTo>
                <a:lnTo>
                  <a:pt x="8093" y="230853"/>
                </a:lnTo>
                <a:lnTo>
                  <a:pt x="8093" y="232806"/>
                </a:lnTo>
                <a:lnTo>
                  <a:pt x="8410" y="234758"/>
                </a:lnTo>
                <a:lnTo>
                  <a:pt x="8410" y="236711"/>
                </a:lnTo>
                <a:lnTo>
                  <a:pt x="8410" y="238397"/>
                </a:lnTo>
                <a:lnTo>
                  <a:pt x="8410" y="240350"/>
                </a:lnTo>
                <a:lnTo>
                  <a:pt x="8410" y="242302"/>
                </a:lnTo>
                <a:lnTo>
                  <a:pt x="8886" y="244166"/>
                </a:lnTo>
                <a:lnTo>
                  <a:pt x="8886" y="246119"/>
                </a:lnTo>
                <a:lnTo>
                  <a:pt x="8886" y="247805"/>
                </a:lnTo>
                <a:lnTo>
                  <a:pt x="8886" y="249758"/>
                </a:lnTo>
                <a:lnTo>
                  <a:pt x="8886" y="251710"/>
                </a:lnTo>
                <a:lnTo>
                  <a:pt x="9203" y="253663"/>
                </a:lnTo>
                <a:lnTo>
                  <a:pt x="9203" y="255527"/>
                </a:lnTo>
                <a:lnTo>
                  <a:pt x="9203" y="257302"/>
                </a:lnTo>
                <a:lnTo>
                  <a:pt x="9203" y="259166"/>
                </a:lnTo>
                <a:lnTo>
                  <a:pt x="9521" y="261119"/>
                </a:lnTo>
                <a:lnTo>
                  <a:pt x="9521" y="263071"/>
                </a:lnTo>
                <a:lnTo>
                  <a:pt x="9521" y="265024"/>
                </a:lnTo>
                <a:lnTo>
                  <a:pt x="9521" y="266710"/>
                </a:lnTo>
                <a:lnTo>
                  <a:pt x="9521" y="268663"/>
                </a:lnTo>
                <a:lnTo>
                  <a:pt x="9521" y="270527"/>
                </a:lnTo>
                <a:lnTo>
                  <a:pt x="9521" y="272479"/>
                </a:lnTo>
                <a:lnTo>
                  <a:pt x="9521" y="274432"/>
                </a:lnTo>
                <a:lnTo>
                  <a:pt x="9521" y="276118"/>
                </a:lnTo>
                <a:lnTo>
                  <a:pt x="9521" y="278071"/>
                </a:lnTo>
                <a:lnTo>
                  <a:pt x="9997" y="280024"/>
                </a:lnTo>
                <a:lnTo>
                  <a:pt x="9997" y="281710"/>
                </a:lnTo>
                <a:lnTo>
                  <a:pt x="9997" y="283840"/>
                </a:lnTo>
                <a:lnTo>
                  <a:pt x="9997" y="285615"/>
                </a:lnTo>
                <a:lnTo>
                  <a:pt x="9997" y="287479"/>
                </a:lnTo>
                <a:lnTo>
                  <a:pt x="10314" y="289432"/>
                </a:lnTo>
                <a:lnTo>
                  <a:pt x="10314" y="291118"/>
                </a:lnTo>
                <a:lnTo>
                  <a:pt x="10314" y="293071"/>
                </a:lnTo>
                <a:lnTo>
                  <a:pt x="10314" y="295023"/>
                </a:lnTo>
                <a:lnTo>
                  <a:pt x="10790" y="296976"/>
                </a:lnTo>
                <a:lnTo>
                  <a:pt x="10790" y="298662"/>
                </a:lnTo>
                <a:lnTo>
                  <a:pt x="10790" y="300615"/>
                </a:lnTo>
                <a:lnTo>
                  <a:pt x="10790" y="302479"/>
                </a:lnTo>
                <a:lnTo>
                  <a:pt x="10790" y="304254"/>
                </a:lnTo>
                <a:lnTo>
                  <a:pt x="11108" y="306384"/>
                </a:lnTo>
                <a:lnTo>
                  <a:pt x="11108" y="308070"/>
                </a:lnTo>
                <a:lnTo>
                  <a:pt x="11108" y="309845"/>
                </a:lnTo>
                <a:lnTo>
                  <a:pt x="11108" y="311976"/>
                </a:lnTo>
                <a:lnTo>
                  <a:pt x="11108" y="313662"/>
                </a:lnTo>
                <a:lnTo>
                  <a:pt x="11425" y="315615"/>
                </a:lnTo>
                <a:lnTo>
                  <a:pt x="11425" y="317567"/>
                </a:lnTo>
                <a:lnTo>
                  <a:pt x="11425" y="319253"/>
                </a:lnTo>
                <a:lnTo>
                  <a:pt x="11425" y="321206"/>
                </a:lnTo>
                <a:lnTo>
                  <a:pt x="11425" y="322892"/>
                </a:lnTo>
                <a:lnTo>
                  <a:pt x="11901" y="325023"/>
                </a:lnTo>
                <a:lnTo>
                  <a:pt x="11901" y="326709"/>
                </a:lnTo>
                <a:lnTo>
                  <a:pt x="11901" y="328662"/>
                </a:lnTo>
                <a:lnTo>
                  <a:pt x="11901" y="330614"/>
                </a:lnTo>
                <a:lnTo>
                  <a:pt x="11901" y="332301"/>
                </a:lnTo>
                <a:lnTo>
                  <a:pt x="11901" y="334253"/>
                </a:lnTo>
                <a:lnTo>
                  <a:pt x="11901" y="335940"/>
                </a:lnTo>
                <a:lnTo>
                  <a:pt x="11901" y="338070"/>
                </a:lnTo>
                <a:lnTo>
                  <a:pt x="11901" y="339845"/>
                </a:lnTo>
                <a:lnTo>
                  <a:pt x="12218" y="341709"/>
                </a:lnTo>
                <a:lnTo>
                  <a:pt x="12218" y="343484"/>
                </a:lnTo>
                <a:lnTo>
                  <a:pt x="12218" y="345436"/>
                </a:lnTo>
                <a:lnTo>
                  <a:pt x="12218" y="347300"/>
                </a:lnTo>
                <a:lnTo>
                  <a:pt x="12218" y="349075"/>
                </a:lnTo>
                <a:lnTo>
                  <a:pt x="12694" y="350939"/>
                </a:lnTo>
                <a:lnTo>
                  <a:pt x="12694" y="352714"/>
                </a:lnTo>
                <a:lnTo>
                  <a:pt x="12694" y="354578"/>
                </a:lnTo>
                <a:lnTo>
                  <a:pt x="12694" y="356531"/>
                </a:lnTo>
                <a:lnTo>
                  <a:pt x="12694" y="358306"/>
                </a:lnTo>
                <a:lnTo>
                  <a:pt x="13012" y="360170"/>
                </a:lnTo>
                <a:lnTo>
                  <a:pt x="13012" y="362122"/>
                </a:lnTo>
                <a:lnTo>
                  <a:pt x="13012" y="364075"/>
                </a:lnTo>
                <a:lnTo>
                  <a:pt x="13012" y="365761"/>
                </a:lnTo>
                <a:lnTo>
                  <a:pt x="13488" y="367714"/>
                </a:lnTo>
                <a:lnTo>
                  <a:pt x="13488" y="369400"/>
                </a:lnTo>
                <a:lnTo>
                  <a:pt x="13488" y="371353"/>
                </a:lnTo>
                <a:lnTo>
                  <a:pt x="13488" y="373306"/>
                </a:lnTo>
                <a:lnTo>
                  <a:pt x="13488" y="374992"/>
                </a:lnTo>
                <a:lnTo>
                  <a:pt x="13805" y="376945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7393795" y="3143051"/>
            <a:ext cx="13012" cy="346235"/>
          </a:xfrm>
          <a:custGeom>
            <a:avLst/>
            <a:gdLst/>
            <a:ahLst/>
            <a:cxnLst/>
            <a:rect l="l" t="t" r="r" b="b"/>
            <a:pathLst>
              <a:path w="13012" h="346235">
                <a:moveTo>
                  <a:pt x="0" y="0"/>
                </a:moveTo>
                <a:lnTo>
                  <a:pt x="0" y="1686"/>
                </a:lnTo>
                <a:lnTo>
                  <a:pt x="0" y="3638"/>
                </a:lnTo>
                <a:lnTo>
                  <a:pt x="0" y="5325"/>
                </a:lnTo>
                <a:lnTo>
                  <a:pt x="0" y="7277"/>
                </a:lnTo>
                <a:lnTo>
                  <a:pt x="0" y="9230"/>
                </a:lnTo>
                <a:lnTo>
                  <a:pt x="0" y="10916"/>
                </a:lnTo>
                <a:lnTo>
                  <a:pt x="0" y="12869"/>
                </a:lnTo>
                <a:lnTo>
                  <a:pt x="0" y="14555"/>
                </a:lnTo>
                <a:lnTo>
                  <a:pt x="0" y="16508"/>
                </a:lnTo>
                <a:lnTo>
                  <a:pt x="317" y="18194"/>
                </a:lnTo>
                <a:lnTo>
                  <a:pt x="317" y="20325"/>
                </a:lnTo>
                <a:lnTo>
                  <a:pt x="317" y="22100"/>
                </a:lnTo>
                <a:lnTo>
                  <a:pt x="317" y="23786"/>
                </a:lnTo>
                <a:lnTo>
                  <a:pt x="793" y="25739"/>
                </a:lnTo>
                <a:lnTo>
                  <a:pt x="793" y="27425"/>
                </a:lnTo>
                <a:lnTo>
                  <a:pt x="793" y="29378"/>
                </a:lnTo>
                <a:lnTo>
                  <a:pt x="793" y="31064"/>
                </a:lnTo>
                <a:lnTo>
                  <a:pt x="793" y="33017"/>
                </a:lnTo>
                <a:lnTo>
                  <a:pt x="1110" y="34703"/>
                </a:lnTo>
                <a:lnTo>
                  <a:pt x="1110" y="36656"/>
                </a:lnTo>
                <a:lnTo>
                  <a:pt x="1110" y="38608"/>
                </a:lnTo>
                <a:lnTo>
                  <a:pt x="1110" y="40295"/>
                </a:lnTo>
                <a:lnTo>
                  <a:pt x="1110" y="42247"/>
                </a:lnTo>
                <a:lnTo>
                  <a:pt x="1586" y="43934"/>
                </a:lnTo>
                <a:lnTo>
                  <a:pt x="1586" y="45886"/>
                </a:lnTo>
                <a:lnTo>
                  <a:pt x="1586" y="47573"/>
                </a:lnTo>
                <a:lnTo>
                  <a:pt x="1586" y="49525"/>
                </a:lnTo>
                <a:lnTo>
                  <a:pt x="1586" y="51211"/>
                </a:lnTo>
                <a:lnTo>
                  <a:pt x="1904" y="53164"/>
                </a:lnTo>
                <a:lnTo>
                  <a:pt x="1904" y="54850"/>
                </a:lnTo>
                <a:lnTo>
                  <a:pt x="1904" y="56803"/>
                </a:lnTo>
                <a:lnTo>
                  <a:pt x="1904" y="58489"/>
                </a:lnTo>
                <a:lnTo>
                  <a:pt x="2221" y="60442"/>
                </a:lnTo>
                <a:lnTo>
                  <a:pt x="2221" y="62128"/>
                </a:lnTo>
                <a:lnTo>
                  <a:pt x="2221" y="63904"/>
                </a:lnTo>
                <a:lnTo>
                  <a:pt x="2221" y="65767"/>
                </a:lnTo>
                <a:lnTo>
                  <a:pt x="2221" y="67543"/>
                </a:lnTo>
                <a:lnTo>
                  <a:pt x="2221" y="69406"/>
                </a:lnTo>
                <a:lnTo>
                  <a:pt x="2221" y="71182"/>
                </a:lnTo>
                <a:lnTo>
                  <a:pt x="2221" y="73134"/>
                </a:lnTo>
                <a:lnTo>
                  <a:pt x="2221" y="74820"/>
                </a:lnTo>
                <a:lnTo>
                  <a:pt x="2221" y="76773"/>
                </a:lnTo>
                <a:lnTo>
                  <a:pt x="2697" y="78459"/>
                </a:lnTo>
                <a:lnTo>
                  <a:pt x="2697" y="80412"/>
                </a:lnTo>
                <a:lnTo>
                  <a:pt x="2697" y="82098"/>
                </a:lnTo>
                <a:lnTo>
                  <a:pt x="2697" y="84051"/>
                </a:lnTo>
                <a:lnTo>
                  <a:pt x="2697" y="85737"/>
                </a:lnTo>
                <a:lnTo>
                  <a:pt x="3015" y="87690"/>
                </a:lnTo>
                <a:lnTo>
                  <a:pt x="3015" y="89376"/>
                </a:lnTo>
                <a:lnTo>
                  <a:pt x="3015" y="91063"/>
                </a:lnTo>
                <a:lnTo>
                  <a:pt x="3015" y="92838"/>
                </a:lnTo>
                <a:lnTo>
                  <a:pt x="3015" y="94791"/>
                </a:lnTo>
                <a:lnTo>
                  <a:pt x="3491" y="96477"/>
                </a:lnTo>
                <a:lnTo>
                  <a:pt x="3491" y="98163"/>
                </a:lnTo>
                <a:lnTo>
                  <a:pt x="3491" y="100116"/>
                </a:lnTo>
                <a:lnTo>
                  <a:pt x="3491" y="101802"/>
                </a:lnTo>
                <a:lnTo>
                  <a:pt x="3808" y="103755"/>
                </a:lnTo>
                <a:lnTo>
                  <a:pt x="3808" y="105441"/>
                </a:lnTo>
                <a:lnTo>
                  <a:pt x="3808" y="107394"/>
                </a:lnTo>
                <a:lnTo>
                  <a:pt x="3808" y="108903"/>
                </a:lnTo>
                <a:lnTo>
                  <a:pt x="3808" y="110855"/>
                </a:lnTo>
                <a:lnTo>
                  <a:pt x="4284" y="112542"/>
                </a:lnTo>
                <a:lnTo>
                  <a:pt x="4284" y="114494"/>
                </a:lnTo>
                <a:lnTo>
                  <a:pt x="4284" y="116181"/>
                </a:lnTo>
                <a:lnTo>
                  <a:pt x="4284" y="118133"/>
                </a:lnTo>
                <a:lnTo>
                  <a:pt x="4284" y="119820"/>
                </a:lnTo>
                <a:lnTo>
                  <a:pt x="4284" y="121595"/>
                </a:lnTo>
                <a:lnTo>
                  <a:pt x="4284" y="123281"/>
                </a:lnTo>
                <a:lnTo>
                  <a:pt x="4284" y="125234"/>
                </a:lnTo>
                <a:lnTo>
                  <a:pt x="4284" y="126920"/>
                </a:lnTo>
                <a:lnTo>
                  <a:pt x="4284" y="128873"/>
                </a:lnTo>
                <a:lnTo>
                  <a:pt x="4601" y="130382"/>
                </a:lnTo>
                <a:lnTo>
                  <a:pt x="4601" y="132245"/>
                </a:lnTo>
                <a:lnTo>
                  <a:pt x="4601" y="134020"/>
                </a:lnTo>
                <a:lnTo>
                  <a:pt x="4601" y="135884"/>
                </a:lnTo>
                <a:lnTo>
                  <a:pt x="4919" y="137659"/>
                </a:lnTo>
                <a:lnTo>
                  <a:pt x="4919" y="139346"/>
                </a:lnTo>
                <a:lnTo>
                  <a:pt x="4919" y="141032"/>
                </a:lnTo>
                <a:lnTo>
                  <a:pt x="4919" y="142985"/>
                </a:lnTo>
                <a:lnTo>
                  <a:pt x="4919" y="144671"/>
                </a:lnTo>
                <a:lnTo>
                  <a:pt x="5395" y="146446"/>
                </a:lnTo>
                <a:lnTo>
                  <a:pt x="5395" y="148133"/>
                </a:lnTo>
                <a:lnTo>
                  <a:pt x="5395" y="150085"/>
                </a:lnTo>
                <a:lnTo>
                  <a:pt x="5395" y="151772"/>
                </a:lnTo>
                <a:lnTo>
                  <a:pt x="5395" y="153458"/>
                </a:lnTo>
                <a:lnTo>
                  <a:pt x="5712" y="155233"/>
                </a:lnTo>
                <a:lnTo>
                  <a:pt x="5712" y="157186"/>
                </a:lnTo>
                <a:lnTo>
                  <a:pt x="5712" y="158872"/>
                </a:lnTo>
                <a:lnTo>
                  <a:pt x="5712" y="160558"/>
                </a:lnTo>
                <a:lnTo>
                  <a:pt x="5712" y="162334"/>
                </a:lnTo>
                <a:lnTo>
                  <a:pt x="6188" y="164197"/>
                </a:lnTo>
                <a:lnTo>
                  <a:pt x="6188" y="165706"/>
                </a:lnTo>
                <a:lnTo>
                  <a:pt x="6188" y="167659"/>
                </a:lnTo>
                <a:lnTo>
                  <a:pt x="6188" y="169345"/>
                </a:lnTo>
                <a:lnTo>
                  <a:pt x="6506" y="171120"/>
                </a:lnTo>
                <a:lnTo>
                  <a:pt x="6506" y="172807"/>
                </a:lnTo>
                <a:lnTo>
                  <a:pt x="6506" y="174759"/>
                </a:lnTo>
                <a:lnTo>
                  <a:pt x="6506" y="176268"/>
                </a:lnTo>
                <a:lnTo>
                  <a:pt x="6506" y="178132"/>
                </a:lnTo>
                <a:lnTo>
                  <a:pt x="6506" y="179641"/>
                </a:lnTo>
                <a:lnTo>
                  <a:pt x="6506" y="181594"/>
                </a:lnTo>
                <a:lnTo>
                  <a:pt x="6506" y="183280"/>
                </a:lnTo>
                <a:lnTo>
                  <a:pt x="6506" y="185055"/>
                </a:lnTo>
                <a:lnTo>
                  <a:pt x="6506" y="186741"/>
                </a:lnTo>
                <a:lnTo>
                  <a:pt x="6823" y="188694"/>
                </a:lnTo>
                <a:lnTo>
                  <a:pt x="6823" y="190380"/>
                </a:lnTo>
                <a:lnTo>
                  <a:pt x="6823" y="192067"/>
                </a:lnTo>
                <a:lnTo>
                  <a:pt x="6823" y="193842"/>
                </a:lnTo>
                <a:lnTo>
                  <a:pt x="6823" y="195528"/>
                </a:lnTo>
                <a:lnTo>
                  <a:pt x="7299" y="197215"/>
                </a:lnTo>
                <a:lnTo>
                  <a:pt x="7299" y="198990"/>
                </a:lnTo>
                <a:lnTo>
                  <a:pt x="7299" y="200853"/>
                </a:lnTo>
                <a:lnTo>
                  <a:pt x="7299" y="202362"/>
                </a:lnTo>
                <a:lnTo>
                  <a:pt x="7616" y="204315"/>
                </a:lnTo>
                <a:lnTo>
                  <a:pt x="7616" y="205824"/>
                </a:lnTo>
                <a:lnTo>
                  <a:pt x="7616" y="207776"/>
                </a:lnTo>
                <a:lnTo>
                  <a:pt x="7616" y="209285"/>
                </a:lnTo>
                <a:lnTo>
                  <a:pt x="7616" y="211149"/>
                </a:lnTo>
                <a:lnTo>
                  <a:pt x="8093" y="212658"/>
                </a:lnTo>
                <a:lnTo>
                  <a:pt x="8093" y="214611"/>
                </a:lnTo>
                <a:lnTo>
                  <a:pt x="8093" y="216297"/>
                </a:lnTo>
                <a:lnTo>
                  <a:pt x="8093" y="218072"/>
                </a:lnTo>
                <a:lnTo>
                  <a:pt x="8093" y="219758"/>
                </a:lnTo>
                <a:lnTo>
                  <a:pt x="8410" y="221445"/>
                </a:lnTo>
                <a:lnTo>
                  <a:pt x="8410" y="223220"/>
                </a:lnTo>
                <a:lnTo>
                  <a:pt x="8410" y="224906"/>
                </a:lnTo>
                <a:lnTo>
                  <a:pt x="8410" y="226593"/>
                </a:lnTo>
                <a:lnTo>
                  <a:pt x="8410" y="228101"/>
                </a:lnTo>
                <a:lnTo>
                  <a:pt x="8410" y="230054"/>
                </a:lnTo>
                <a:lnTo>
                  <a:pt x="8410" y="231563"/>
                </a:lnTo>
                <a:lnTo>
                  <a:pt x="8410" y="233516"/>
                </a:lnTo>
                <a:lnTo>
                  <a:pt x="8410" y="235202"/>
                </a:lnTo>
                <a:lnTo>
                  <a:pt x="8727" y="236711"/>
                </a:lnTo>
                <a:lnTo>
                  <a:pt x="8727" y="238663"/>
                </a:lnTo>
                <a:lnTo>
                  <a:pt x="8727" y="240172"/>
                </a:lnTo>
                <a:lnTo>
                  <a:pt x="8727" y="242036"/>
                </a:lnTo>
                <a:lnTo>
                  <a:pt x="8727" y="243545"/>
                </a:lnTo>
                <a:lnTo>
                  <a:pt x="9203" y="245231"/>
                </a:lnTo>
                <a:lnTo>
                  <a:pt x="9203" y="247006"/>
                </a:lnTo>
                <a:lnTo>
                  <a:pt x="9203" y="248693"/>
                </a:lnTo>
                <a:lnTo>
                  <a:pt x="9203" y="250379"/>
                </a:lnTo>
                <a:lnTo>
                  <a:pt x="9203" y="252154"/>
                </a:lnTo>
                <a:lnTo>
                  <a:pt x="9521" y="253841"/>
                </a:lnTo>
                <a:lnTo>
                  <a:pt x="9521" y="255349"/>
                </a:lnTo>
                <a:lnTo>
                  <a:pt x="9521" y="257302"/>
                </a:lnTo>
                <a:lnTo>
                  <a:pt x="9521" y="258811"/>
                </a:lnTo>
                <a:lnTo>
                  <a:pt x="9521" y="260497"/>
                </a:lnTo>
                <a:lnTo>
                  <a:pt x="9997" y="262450"/>
                </a:lnTo>
                <a:lnTo>
                  <a:pt x="9997" y="263959"/>
                </a:lnTo>
                <a:lnTo>
                  <a:pt x="9997" y="265645"/>
                </a:lnTo>
                <a:lnTo>
                  <a:pt x="9997" y="267154"/>
                </a:lnTo>
                <a:lnTo>
                  <a:pt x="10314" y="269107"/>
                </a:lnTo>
                <a:lnTo>
                  <a:pt x="10314" y="270615"/>
                </a:lnTo>
                <a:lnTo>
                  <a:pt x="10314" y="272302"/>
                </a:lnTo>
                <a:lnTo>
                  <a:pt x="10314" y="273988"/>
                </a:lnTo>
                <a:lnTo>
                  <a:pt x="10314" y="275763"/>
                </a:lnTo>
                <a:lnTo>
                  <a:pt x="10790" y="277450"/>
                </a:lnTo>
                <a:lnTo>
                  <a:pt x="10790" y="278958"/>
                </a:lnTo>
                <a:lnTo>
                  <a:pt x="10790" y="280645"/>
                </a:lnTo>
                <a:lnTo>
                  <a:pt x="10790" y="282331"/>
                </a:lnTo>
                <a:lnTo>
                  <a:pt x="10790" y="284106"/>
                </a:lnTo>
                <a:lnTo>
                  <a:pt x="10790" y="285793"/>
                </a:lnTo>
                <a:lnTo>
                  <a:pt x="10790" y="287301"/>
                </a:lnTo>
                <a:lnTo>
                  <a:pt x="10790" y="288988"/>
                </a:lnTo>
                <a:lnTo>
                  <a:pt x="10790" y="290763"/>
                </a:lnTo>
                <a:lnTo>
                  <a:pt x="10790" y="292449"/>
                </a:lnTo>
                <a:lnTo>
                  <a:pt x="11108" y="294136"/>
                </a:lnTo>
                <a:lnTo>
                  <a:pt x="11108" y="295644"/>
                </a:lnTo>
                <a:lnTo>
                  <a:pt x="11108" y="297420"/>
                </a:lnTo>
                <a:lnTo>
                  <a:pt x="11108" y="298840"/>
                </a:lnTo>
                <a:lnTo>
                  <a:pt x="11425" y="300615"/>
                </a:lnTo>
                <a:lnTo>
                  <a:pt x="11425" y="302301"/>
                </a:lnTo>
                <a:lnTo>
                  <a:pt x="11425" y="303810"/>
                </a:lnTo>
                <a:lnTo>
                  <a:pt x="11425" y="305763"/>
                </a:lnTo>
                <a:lnTo>
                  <a:pt x="11425" y="307271"/>
                </a:lnTo>
                <a:lnTo>
                  <a:pt x="11901" y="308958"/>
                </a:lnTo>
                <a:lnTo>
                  <a:pt x="11901" y="310644"/>
                </a:lnTo>
                <a:lnTo>
                  <a:pt x="11901" y="312153"/>
                </a:lnTo>
                <a:lnTo>
                  <a:pt x="11901" y="313928"/>
                </a:lnTo>
                <a:lnTo>
                  <a:pt x="11901" y="315348"/>
                </a:lnTo>
                <a:lnTo>
                  <a:pt x="12218" y="317123"/>
                </a:lnTo>
                <a:lnTo>
                  <a:pt x="12218" y="318810"/>
                </a:lnTo>
                <a:lnTo>
                  <a:pt x="12218" y="320319"/>
                </a:lnTo>
                <a:lnTo>
                  <a:pt x="12218" y="322005"/>
                </a:lnTo>
                <a:lnTo>
                  <a:pt x="12218" y="323780"/>
                </a:lnTo>
                <a:lnTo>
                  <a:pt x="12694" y="325289"/>
                </a:lnTo>
                <a:lnTo>
                  <a:pt x="12694" y="326975"/>
                </a:lnTo>
                <a:lnTo>
                  <a:pt x="12694" y="328484"/>
                </a:lnTo>
                <a:lnTo>
                  <a:pt x="12694" y="330170"/>
                </a:lnTo>
                <a:lnTo>
                  <a:pt x="12694" y="331946"/>
                </a:lnTo>
                <a:lnTo>
                  <a:pt x="12694" y="333366"/>
                </a:lnTo>
                <a:lnTo>
                  <a:pt x="12694" y="335141"/>
                </a:lnTo>
                <a:lnTo>
                  <a:pt x="12694" y="336827"/>
                </a:lnTo>
                <a:lnTo>
                  <a:pt x="12694" y="338336"/>
                </a:lnTo>
                <a:lnTo>
                  <a:pt x="13012" y="340022"/>
                </a:lnTo>
                <a:lnTo>
                  <a:pt x="13012" y="341531"/>
                </a:lnTo>
                <a:lnTo>
                  <a:pt x="13012" y="343040"/>
                </a:lnTo>
                <a:lnTo>
                  <a:pt x="13012" y="344726"/>
                </a:lnTo>
                <a:lnTo>
                  <a:pt x="13012" y="346235"/>
                </a:lnTo>
              </a:path>
            </a:pathLst>
          </a:custGeom>
          <a:ln w="1953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7406808" y="3489287"/>
            <a:ext cx="13805" cy="285864"/>
          </a:xfrm>
          <a:custGeom>
            <a:avLst/>
            <a:gdLst/>
            <a:ahLst/>
            <a:cxnLst/>
            <a:rect l="l" t="t" r="r" b="b"/>
            <a:pathLst>
              <a:path w="13805" h="285864">
                <a:moveTo>
                  <a:pt x="0" y="0"/>
                </a:moveTo>
                <a:lnTo>
                  <a:pt x="317" y="1775"/>
                </a:lnTo>
                <a:lnTo>
                  <a:pt x="317" y="3461"/>
                </a:lnTo>
                <a:lnTo>
                  <a:pt x="317" y="4970"/>
                </a:lnTo>
                <a:lnTo>
                  <a:pt x="317" y="6656"/>
                </a:lnTo>
                <a:lnTo>
                  <a:pt x="317" y="8165"/>
                </a:lnTo>
                <a:lnTo>
                  <a:pt x="793" y="9674"/>
                </a:lnTo>
                <a:lnTo>
                  <a:pt x="793" y="11360"/>
                </a:lnTo>
                <a:lnTo>
                  <a:pt x="793" y="12869"/>
                </a:lnTo>
                <a:lnTo>
                  <a:pt x="793" y="14644"/>
                </a:lnTo>
                <a:lnTo>
                  <a:pt x="1110" y="16331"/>
                </a:lnTo>
                <a:lnTo>
                  <a:pt x="1110" y="17573"/>
                </a:lnTo>
                <a:lnTo>
                  <a:pt x="1110" y="19348"/>
                </a:lnTo>
                <a:lnTo>
                  <a:pt x="1110" y="21035"/>
                </a:lnTo>
                <a:lnTo>
                  <a:pt x="1110" y="22543"/>
                </a:lnTo>
                <a:lnTo>
                  <a:pt x="1586" y="24052"/>
                </a:lnTo>
                <a:lnTo>
                  <a:pt x="1586" y="25739"/>
                </a:lnTo>
                <a:lnTo>
                  <a:pt x="1586" y="27247"/>
                </a:lnTo>
                <a:lnTo>
                  <a:pt x="1586" y="29023"/>
                </a:lnTo>
                <a:lnTo>
                  <a:pt x="1586" y="30443"/>
                </a:lnTo>
                <a:lnTo>
                  <a:pt x="1586" y="31952"/>
                </a:lnTo>
                <a:lnTo>
                  <a:pt x="1586" y="33727"/>
                </a:lnTo>
                <a:lnTo>
                  <a:pt x="1586" y="35235"/>
                </a:lnTo>
                <a:lnTo>
                  <a:pt x="1586" y="36656"/>
                </a:lnTo>
                <a:lnTo>
                  <a:pt x="1586" y="38431"/>
                </a:lnTo>
                <a:lnTo>
                  <a:pt x="1904" y="39940"/>
                </a:lnTo>
                <a:lnTo>
                  <a:pt x="1904" y="41448"/>
                </a:lnTo>
                <a:lnTo>
                  <a:pt x="1904" y="43135"/>
                </a:lnTo>
                <a:lnTo>
                  <a:pt x="1904" y="44644"/>
                </a:lnTo>
                <a:lnTo>
                  <a:pt x="2380" y="46152"/>
                </a:lnTo>
                <a:lnTo>
                  <a:pt x="2380" y="47839"/>
                </a:lnTo>
                <a:lnTo>
                  <a:pt x="2380" y="49348"/>
                </a:lnTo>
                <a:lnTo>
                  <a:pt x="2380" y="50856"/>
                </a:lnTo>
                <a:lnTo>
                  <a:pt x="2380" y="52365"/>
                </a:lnTo>
                <a:lnTo>
                  <a:pt x="2697" y="54052"/>
                </a:lnTo>
                <a:lnTo>
                  <a:pt x="2697" y="55561"/>
                </a:lnTo>
                <a:lnTo>
                  <a:pt x="2697" y="57069"/>
                </a:lnTo>
                <a:lnTo>
                  <a:pt x="2697" y="58756"/>
                </a:lnTo>
                <a:lnTo>
                  <a:pt x="2697" y="60087"/>
                </a:lnTo>
                <a:lnTo>
                  <a:pt x="3015" y="61773"/>
                </a:lnTo>
                <a:lnTo>
                  <a:pt x="3015" y="63282"/>
                </a:lnTo>
                <a:lnTo>
                  <a:pt x="3015" y="64791"/>
                </a:lnTo>
                <a:lnTo>
                  <a:pt x="3015" y="66300"/>
                </a:lnTo>
                <a:lnTo>
                  <a:pt x="3015" y="67986"/>
                </a:lnTo>
                <a:lnTo>
                  <a:pt x="3491" y="69495"/>
                </a:lnTo>
                <a:lnTo>
                  <a:pt x="3491" y="71004"/>
                </a:lnTo>
                <a:lnTo>
                  <a:pt x="3491" y="72513"/>
                </a:lnTo>
                <a:lnTo>
                  <a:pt x="3491" y="74199"/>
                </a:lnTo>
                <a:lnTo>
                  <a:pt x="3808" y="75531"/>
                </a:lnTo>
                <a:lnTo>
                  <a:pt x="3808" y="77217"/>
                </a:lnTo>
                <a:lnTo>
                  <a:pt x="3808" y="78726"/>
                </a:lnTo>
                <a:lnTo>
                  <a:pt x="3808" y="80235"/>
                </a:lnTo>
                <a:lnTo>
                  <a:pt x="3808" y="81743"/>
                </a:lnTo>
                <a:lnTo>
                  <a:pt x="3808" y="83252"/>
                </a:lnTo>
                <a:lnTo>
                  <a:pt x="3808" y="84939"/>
                </a:lnTo>
                <a:lnTo>
                  <a:pt x="3808" y="86270"/>
                </a:lnTo>
                <a:lnTo>
                  <a:pt x="3808" y="87956"/>
                </a:lnTo>
                <a:lnTo>
                  <a:pt x="3808" y="89465"/>
                </a:lnTo>
                <a:lnTo>
                  <a:pt x="4284" y="90974"/>
                </a:lnTo>
                <a:lnTo>
                  <a:pt x="4284" y="92483"/>
                </a:lnTo>
                <a:lnTo>
                  <a:pt x="4284" y="93992"/>
                </a:lnTo>
                <a:lnTo>
                  <a:pt x="4284" y="95412"/>
                </a:lnTo>
                <a:lnTo>
                  <a:pt x="4284" y="96921"/>
                </a:lnTo>
                <a:lnTo>
                  <a:pt x="4601" y="98429"/>
                </a:lnTo>
                <a:lnTo>
                  <a:pt x="4601" y="99938"/>
                </a:lnTo>
                <a:lnTo>
                  <a:pt x="4601" y="101447"/>
                </a:lnTo>
                <a:lnTo>
                  <a:pt x="4601" y="102956"/>
                </a:lnTo>
                <a:lnTo>
                  <a:pt x="4919" y="104465"/>
                </a:lnTo>
                <a:lnTo>
                  <a:pt x="4919" y="105974"/>
                </a:lnTo>
                <a:lnTo>
                  <a:pt x="4919" y="107483"/>
                </a:lnTo>
                <a:lnTo>
                  <a:pt x="4919" y="108991"/>
                </a:lnTo>
                <a:lnTo>
                  <a:pt x="4919" y="110500"/>
                </a:lnTo>
                <a:lnTo>
                  <a:pt x="5395" y="111920"/>
                </a:lnTo>
                <a:lnTo>
                  <a:pt x="5395" y="113429"/>
                </a:lnTo>
                <a:lnTo>
                  <a:pt x="5395" y="114938"/>
                </a:lnTo>
                <a:lnTo>
                  <a:pt x="5395" y="116447"/>
                </a:lnTo>
                <a:lnTo>
                  <a:pt x="5395" y="117956"/>
                </a:lnTo>
                <a:lnTo>
                  <a:pt x="5712" y="119287"/>
                </a:lnTo>
                <a:lnTo>
                  <a:pt x="5712" y="120796"/>
                </a:lnTo>
                <a:lnTo>
                  <a:pt x="5712" y="122482"/>
                </a:lnTo>
                <a:lnTo>
                  <a:pt x="5712" y="123991"/>
                </a:lnTo>
                <a:lnTo>
                  <a:pt x="5712" y="125234"/>
                </a:lnTo>
                <a:lnTo>
                  <a:pt x="5712" y="126743"/>
                </a:lnTo>
                <a:lnTo>
                  <a:pt x="5712" y="128251"/>
                </a:lnTo>
                <a:lnTo>
                  <a:pt x="5712" y="129760"/>
                </a:lnTo>
                <a:lnTo>
                  <a:pt x="5712" y="131003"/>
                </a:lnTo>
                <a:lnTo>
                  <a:pt x="6188" y="132512"/>
                </a:lnTo>
                <a:lnTo>
                  <a:pt x="6188" y="134020"/>
                </a:lnTo>
                <a:lnTo>
                  <a:pt x="6188" y="135796"/>
                </a:lnTo>
                <a:lnTo>
                  <a:pt x="6188" y="137038"/>
                </a:lnTo>
                <a:lnTo>
                  <a:pt x="6188" y="138547"/>
                </a:lnTo>
                <a:lnTo>
                  <a:pt x="6506" y="140056"/>
                </a:lnTo>
                <a:lnTo>
                  <a:pt x="6506" y="141565"/>
                </a:lnTo>
                <a:lnTo>
                  <a:pt x="6506" y="142807"/>
                </a:lnTo>
                <a:lnTo>
                  <a:pt x="6506" y="144316"/>
                </a:lnTo>
                <a:lnTo>
                  <a:pt x="6506" y="145825"/>
                </a:lnTo>
                <a:lnTo>
                  <a:pt x="6982" y="147334"/>
                </a:lnTo>
                <a:lnTo>
                  <a:pt x="6982" y="148665"/>
                </a:lnTo>
                <a:lnTo>
                  <a:pt x="6982" y="150085"/>
                </a:lnTo>
                <a:lnTo>
                  <a:pt x="6982" y="151594"/>
                </a:lnTo>
                <a:lnTo>
                  <a:pt x="6982" y="152925"/>
                </a:lnTo>
                <a:lnTo>
                  <a:pt x="7299" y="154434"/>
                </a:lnTo>
                <a:lnTo>
                  <a:pt x="7299" y="155943"/>
                </a:lnTo>
                <a:lnTo>
                  <a:pt x="7299" y="157186"/>
                </a:lnTo>
                <a:lnTo>
                  <a:pt x="7299" y="158695"/>
                </a:lnTo>
                <a:lnTo>
                  <a:pt x="7616" y="160203"/>
                </a:lnTo>
                <a:lnTo>
                  <a:pt x="7616" y="161712"/>
                </a:lnTo>
                <a:lnTo>
                  <a:pt x="7616" y="162955"/>
                </a:lnTo>
                <a:lnTo>
                  <a:pt x="7616" y="164464"/>
                </a:lnTo>
                <a:lnTo>
                  <a:pt x="7616" y="165795"/>
                </a:lnTo>
                <a:lnTo>
                  <a:pt x="8093" y="167304"/>
                </a:lnTo>
                <a:lnTo>
                  <a:pt x="8093" y="168813"/>
                </a:lnTo>
                <a:lnTo>
                  <a:pt x="8093" y="170055"/>
                </a:lnTo>
                <a:lnTo>
                  <a:pt x="8093" y="171564"/>
                </a:lnTo>
                <a:lnTo>
                  <a:pt x="8093" y="173073"/>
                </a:lnTo>
                <a:lnTo>
                  <a:pt x="8093" y="174316"/>
                </a:lnTo>
                <a:lnTo>
                  <a:pt x="8093" y="175824"/>
                </a:lnTo>
                <a:lnTo>
                  <a:pt x="8093" y="177156"/>
                </a:lnTo>
                <a:lnTo>
                  <a:pt x="8093" y="178665"/>
                </a:lnTo>
                <a:lnTo>
                  <a:pt x="8093" y="179907"/>
                </a:lnTo>
                <a:lnTo>
                  <a:pt x="8410" y="181416"/>
                </a:lnTo>
                <a:lnTo>
                  <a:pt x="8410" y="182925"/>
                </a:lnTo>
                <a:lnTo>
                  <a:pt x="8410" y="184256"/>
                </a:lnTo>
                <a:lnTo>
                  <a:pt x="8410" y="185499"/>
                </a:lnTo>
                <a:lnTo>
                  <a:pt x="8886" y="187008"/>
                </a:lnTo>
                <a:lnTo>
                  <a:pt x="8886" y="188516"/>
                </a:lnTo>
                <a:lnTo>
                  <a:pt x="8886" y="189759"/>
                </a:lnTo>
                <a:lnTo>
                  <a:pt x="8886" y="191268"/>
                </a:lnTo>
                <a:lnTo>
                  <a:pt x="8886" y="192599"/>
                </a:lnTo>
                <a:lnTo>
                  <a:pt x="9203" y="193842"/>
                </a:lnTo>
                <a:lnTo>
                  <a:pt x="9203" y="195351"/>
                </a:lnTo>
                <a:lnTo>
                  <a:pt x="9203" y="196682"/>
                </a:lnTo>
                <a:lnTo>
                  <a:pt x="9203" y="198191"/>
                </a:lnTo>
                <a:lnTo>
                  <a:pt x="9203" y="199433"/>
                </a:lnTo>
                <a:lnTo>
                  <a:pt x="9521" y="200765"/>
                </a:lnTo>
                <a:lnTo>
                  <a:pt x="9521" y="202274"/>
                </a:lnTo>
                <a:lnTo>
                  <a:pt x="9521" y="203516"/>
                </a:lnTo>
                <a:lnTo>
                  <a:pt x="9521" y="205025"/>
                </a:lnTo>
                <a:lnTo>
                  <a:pt x="9521" y="206312"/>
                </a:lnTo>
                <a:lnTo>
                  <a:pt x="9997" y="207812"/>
                </a:lnTo>
                <a:lnTo>
                  <a:pt x="9997" y="208877"/>
                </a:lnTo>
                <a:lnTo>
                  <a:pt x="9997" y="210386"/>
                </a:lnTo>
                <a:lnTo>
                  <a:pt x="9997" y="211673"/>
                </a:lnTo>
                <a:lnTo>
                  <a:pt x="9997" y="213173"/>
                </a:lnTo>
                <a:lnTo>
                  <a:pt x="9997" y="214460"/>
                </a:lnTo>
                <a:lnTo>
                  <a:pt x="9997" y="215960"/>
                </a:lnTo>
                <a:lnTo>
                  <a:pt x="9997" y="217247"/>
                </a:lnTo>
                <a:lnTo>
                  <a:pt x="9997" y="218534"/>
                </a:lnTo>
                <a:lnTo>
                  <a:pt x="10314" y="219821"/>
                </a:lnTo>
                <a:lnTo>
                  <a:pt x="10314" y="221321"/>
                </a:lnTo>
                <a:lnTo>
                  <a:pt x="10314" y="222607"/>
                </a:lnTo>
                <a:lnTo>
                  <a:pt x="10314" y="223894"/>
                </a:lnTo>
                <a:lnTo>
                  <a:pt x="10314" y="225394"/>
                </a:lnTo>
                <a:lnTo>
                  <a:pt x="10790" y="226681"/>
                </a:lnTo>
                <a:lnTo>
                  <a:pt x="10790" y="227746"/>
                </a:lnTo>
                <a:lnTo>
                  <a:pt x="10790" y="229255"/>
                </a:lnTo>
                <a:lnTo>
                  <a:pt x="10790" y="230542"/>
                </a:lnTo>
                <a:lnTo>
                  <a:pt x="10790" y="231820"/>
                </a:lnTo>
                <a:lnTo>
                  <a:pt x="11108" y="233329"/>
                </a:lnTo>
                <a:lnTo>
                  <a:pt x="11108" y="234616"/>
                </a:lnTo>
                <a:lnTo>
                  <a:pt x="11108" y="235894"/>
                </a:lnTo>
                <a:lnTo>
                  <a:pt x="11108" y="237403"/>
                </a:lnTo>
                <a:lnTo>
                  <a:pt x="11425" y="238468"/>
                </a:lnTo>
                <a:lnTo>
                  <a:pt x="11425" y="239755"/>
                </a:lnTo>
                <a:lnTo>
                  <a:pt x="11425" y="241042"/>
                </a:lnTo>
                <a:lnTo>
                  <a:pt x="11425" y="242542"/>
                </a:lnTo>
                <a:lnTo>
                  <a:pt x="11425" y="243829"/>
                </a:lnTo>
                <a:lnTo>
                  <a:pt x="11901" y="245116"/>
                </a:lnTo>
                <a:lnTo>
                  <a:pt x="11901" y="246403"/>
                </a:lnTo>
                <a:lnTo>
                  <a:pt x="11901" y="247690"/>
                </a:lnTo>
                <a:lnTo>
                  <a:pt x="11901" y="249190"/>
                </a:lnTo>
                <a:lnTo>
                  <a:pt x="11901" y="250264"/>
                </a:lnTo>
                <a:lnTo>
                  <a:pt x="12218" y="251551"/>
                </a:lnTo>
                <a:lnTo>
                  <a:pt x="12218" y="252838"/>
                </a:lnTo>
                <a:lnTo>
                  <a:pt x="12218" y="254125"/>
                </a:lnTo>
                <a:lnTo>
                  <a:pt x="12218" y="255412"/>
                </a:lnTo>
                <a:lnTo>
                  <a:pt x="12218" y="256699"/>
                </a:lnTo>
                <a:lnTo>
                  <a:pt x="12218" y="258198"/>
                </a:lnTo>
                <a:lnTo>
                  <a:pt x="12218" y="259485"/>
                </a:lnTo>
                <a:lnTo>
                  <a:pt x="12218" y="260772"/>
                </a:lnTo>
                <a:lnTo>
                  <a:pt x="12218" y="262059"/>
                </a:lnTo>
                <a:lnTo>
                  <a:pt x="12694" y="263346"/>
                </a:lnTo>
                <a:lnTo>
                  <a:pt x="12694" y="264420"/>
                </a:lnTo>
                <a:lnTo>
                  <a:pt x="12694" y="265707"/>
                </a:lnTo>
                <a:lnTo>
                  <a:pt x="12694" y="266994"/>
                </a:lnTo>
                <a:lnTo>
                  <a:pt x="12694" y="268272"/>
                </a:lnTo>
                <a:lnTo>
                  <a:pt x="13012" y="269559"/>
                </a:lnTo>
                <a:lnTo>
                  <a:pt x="13012" y="270846"/>
                </a:lnTo>
                <a:lnTo>
                  <a:pt x="13012" y="272133"/>
                </a:lnTo>
                <a:lnTo>
                  <a:pt x="13012" y="273420"/>
                </a:lnTo>
                <a:lnTo>
                  <a:pt x="13012" y="274707"/>
                </a:lnTo>
                <a:lnTo>
                  <a:pt x="13488" y="275994"/>
                </a:lnTo>
                <a:lnTo>
                  <a:pt x="13488" y="277281"/>
                </a:lnTo>
                <a:lnTo>
                  <a:pt x="13488" y="278355"/>
                </a:lnTo>
                <a:lnTo>
                  <a:pt x="13488" y="279642"/>
                </a:lnTo>
                <a:lnTo>
                  <a:pt x="13488" y="280929"/>
                </a:lnTo>
                <a:lnTo>
                  <a:pt x="13805" y="282216"/>
                </a:lnTo>
                <a:lnTo>
                  <a:pt x="13805" y="283290"/>
                </a:lnTo>
                <a:lnTo>
                  <a:pt x="13805" y="284577"/>
                </a:lnTo>
                <a:lnTo>
                  <a:pt x="13805" y="285864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7420613" y="3775151"/>
            <a:ext cx="13329" cy="200907"/>
          </a:xfrm>
          <a:custGeom>
            <a:avLst/>
            <a:gdLst/>
            <a:ahLst/>
            <a:cxnLst/>
            <a:rect l="l" t="t" r="r" b="b"/>
            <a:pathLst>
              <a:path w="13329" h="200907">
                <a:moveTo>
                  <a:pt x="0" y="0"/>
                </a:moveTo>
                <a:lnTo>
                  <a:pt x="317" y="1065"/>
                </a:lnTo>
                <a:lnTo>
                  <a:pt x="317" y="2352"/>
                </a:lnTo>
                <a:lnTo>
                  <a:pt x="317" y="3638"/>
                </a:lnTo>
                <a:lnTo>
                  <a:pt x="317" y="4925"/>
                </a:lnTo>
                <a:lnTo>
                  <a:pt x="317" y="6212"/>
                </a:lnTo>
                <a:lnTo>
                  <a:pt x="317" y="7286"/>
                </a:lnTo>
                <a:lnTo>
                  <a:pt x="317" y="8573"/>
                </a:lnTo>
                <a:lnTo>
                  <a:pt x="317" y="9860"/>
                </a:lnTo>
                <a:lnTo>
                  <a:pt x="317" y="11147"/>
                </a:lnTo>
                <a:lnTo>
                  <a:pt x="317" y="12221"/>
                </a:lnTo>
                <a:lnTo>
                  <a:pt x="793" y="13508"/>
                </a:lnTo>
                <a:lnTo>
                  <a:pt x="793" y="14786"/>
                </a:lnTo>
                <a:lnTo>
                  <a:pt x="793" y="15860"/>
                </a:lnTo>
                <a:lnTo>
                  <a:pt x="793" y="17147"/>
                </a:lnTo>
                <a:lnTo>
                  <a:pt x="793" y="18434"/>
                </a:lnTo>
                <a:lnTo>
                  <a:pt x="1110" y="19508"/>
                </a:lnTo>
                <a:lnTo>
                  <a:pt x="1110" y="20795"/>
                </a:lnTo>
                <a:lnTo>
                  <a:pt x="1110" y="22082"/>
                </a:lnTo>
                <a:lnTo>
                  <a:pt x="1110" y="23156"/>
                </a:lnTo>
                <a:lnTo>
                  <a:pt x="1586" y="24443"/>
                </a:lnTo>
                <a:lnTo>
                  <a:pt x="1586" y="25508"/>
                </a:lnTo>
                <a:lnTo>
                  <a:pt x="1586" y="26795"/>
                </a:lnTo>
                <a:lnTo>
                  <a:pt x="1586" y="28082"/>
                </a:lnTo>
                <a:lnTo>
                  <a:pt x="1586" y="29156"/>
                </a:lnTo>
                <a:lnTo>
                  <a:pt x="1904" y="30443"/>
                </a:lnTo>
                <a:lnTo>
                  <a:pt x="1904" y="31517"/>
                </a:lnTo>
                <a:lnTo>
                  <a:pt x="1904" y="32804"/>
                </a:lnTo>
                <a:lnTo>
                  <a:pt x="1904" y="33878"/>
                </a:lnTo>
                <a:lnTo>
                  <a:pt x="1904" y="35164"/>
                </a:lnTo>
                <a:lnTo>
                  <a:pt x="2221" y="36230"/>
                </a:lnTo>
                <a:lnTo>
                  <a:pt x="2221" y="37517"/>
                </a:lnTo>
                <a:lnTo>
                  <a:pt x="2221" y="38590"/>
                </a:lnTo>
                <a:lnTo>
                  <a:pt x="2221" y="39877"/>
                </a:lnTo>
                <a:lnTo>
                  <a:pt x="2221" y="40951"/>
                </a:lnTo>
                <a:lnTo>
                  <a:pt x="2697" y="42025"/>
                </a:lnTo>
                <a:lnTo>
                  <a:pt x="2697" y="43312"/>
                </a:lnTo>
                <a:lnTo>
                  <a:pt x="2697" y="44377"/>
                </a:lnTo>
                <a:lnTo>
                  <a:pt x="2697" y="45664"/>
                </a:lnTo>
                <a:lnTo>
                  <a:pt x="2697" y="46738"/>
                </a:lnTo>
                <a:lnTo>
                  <a:pt x="2697" y="47812"/>
                </a:lnTo>
                <a:lnTo>
                  <a:pt x="2697" y="49099"/>
                </a:lnTo>
                <a:lnTo>
                  <a:pt x="2697" y="50173"/>
                </a:lnTo>
                <a:lnTo>
                  <a:pt x="2697" y="51247"/>
                </a:lnTo>
                <a:lnTo>
                  <a:pt x="3015" y="52525"/>
                </a:lnTo>
                <a:lnTo>
                  <a:pt x="3015" y="53599"/>
                </a:lnTo>
                <a:lnTo>
                  <a:pt x="3015" y="54673"/>
                </a:lnTo>
                <a:lnTo>
                  <a:pt x="3015" y="55747"/>
                </a:lnTo>
                <a:lnTo>
                  <a:pt x="3015" y="57034"/>
                </a:lnTo>
                <a:lnTo>
                  <a:pt x="3491" y="58108"/>
                </a:lnTo>
                <a:lnTo>
                  <a:pt x="3491" y="59173"/>
                </a:lnTo>
                <a:lnTo>
                  <a:pt x="3491" y="60247"/>
                </a:lnTo>
                <a:lnTo>
                  <a:pt x="3491" y="61321"/>
                </a:lnTo>
                <a:lnTo>
                  <a:pt x="3491" y="62608"/>
                </a:lnTo>
                <a:lnTo>
                  <a:pt x="3808" y="63682"/>
                </a:lnTo>
                <a:lnTo>
                  <a:pt x="3808" y="64756"/>
                </a:lnTo>
                <a:lnTo>
                  <a:pt x="3808" y="66034"/>
                </a:lnTo>
                <a:lnTo>
                  <a:pt x="3808" y="67108"/>
                </a:lnTo>
                <a:lnTo>
                  <a:pt x="4284" y="68182"/>
                </a:lnTo>
                <a:lnTo>
                  <a:pt x="4284" y="69469"/>
                </a:lnTo>
                <a:lnTo>
                  <a:pt x="4284" y="70542"/>
                </a:lnTo>
                <a:lnTo>
                  <a:pt x="4284" y="71616"/>
                </a:lnTo>
                <a:lnTo>
                  <a:pt x="4284" y="72681"/>
                </a:lnTo>
                <a:lnTo>
                  <a:pt x="4601" y="73755"/>
                </a:lnTo>
                <a:lnTo>
                  <a:pt x="4601" y="74829"/>
                </a:lnTo>
                <a:lnTo>
                  <a:pt x="4601" y="75903"/>
                </a:lnTo>
                <a:lnTo>
                  <a:pt x="4601" y="76977"/>
                </a:lnTo>
                <a:lnTo>
                  <a:pt x="4601" y="78042"/>
                </a:lnTo>
                <a:lnTo>
                  <a:pt x="4601" y="79116"/>
                </a:lnTo>
                <a:lnTo>
                  <a:pt x="4601" y="80190"/>
                </a:lnTo>
                <a:lnTo>
                  <a:pt x="4601" y="81264"/>
                </a:lnTo>
                <a:lnTo>
                  <a:pt x="4601" y="82551"/>
                </a:lnTo>
                <a:lnTo>
                  <a:pt x="4601" y="83625"/>
                </a:lnTo>
                <a:lnTo>
                  <a:pt x="4919" y="84690"/>
                </a:lnTo>
                <a:lnTo>
                  <a:pt x="4919" y="85764"/>
                </a:lnTo>
                <a:lnTo>
                  <a:pt x="4919" y="86838"/>
                </a:lnTo>
                <a:lnTo>
                  <a:pt x="4919" y="87699"/>
                </a:lnTo>
                <a:lnTo>
                  <a:pt x="4919" y="88764"/>
                </a:lnTo>
                <a:lnTo>
                  <a:pt x="5395" y="89838"/>
                </a:lnTo>
                <a:lnTo>
                  <a:pt x="5395" y="90912"/>
                </a:lnTo>
                <a:lnTo>
                  <a:pt x="5395" y="91986"/>
                </a:lnTo>
                <a:lnTo>
                  <a:pt x="5395" y="93051"/>
                </a:lnTo>
                <a:lnTo>
                  <a:pt x="5712" y="94338"/>
                </a:lnTo>
                <a:lnTo>
                  <a:pt x="5712" y="95199"/>
                </a:lnTo>
                <a:lnTo>
                  <a:pt x="5712" y="96273"/>
                </a:lnTo>
                <a:lnTo>
                  <a:pt x="5712" y="97347"/>
                </a:lnTo>
                <a:lnTo>
                  <a:pt x="5712" y="98412"/>
                </a:lnTo>
                <a:lnTo>
                  <a:pt x="6188" y="99273"/>
                </a:lnTo>
                <a:lnTo>
                  <a:pt x="6188" y="100347"/>
                </a:lnTo>
                <a:lnTo>
                  <a:pt x="6188" y="101421"/>
                </a:lnTo>
                <a:lnTo>
                  <a:pt x="6188" y="102486"/>
                </a:lnTo>
                <a:lnTo>
                  <a:pt x="6188" y="103560"/>
                </a:lnTo>
                <a:lnTo>
                  <a:pt x="6506" y="104634"/>
                </a:lnTo>
                <a:lnTo>
                  <a:pt x="6506" y="105707"/>
                </a:lnTo>
                <a:lnTo>
                  <a:pt x="6506" y="106568"/>
                </a:lnTo>
                <a:lnTo>
                  <a:pt x="6506" y="107633"/>
                </a:lnTo>
                <a:lnTo>
                  <a:pt x="6506" y="108707"/>
                </a:lnTo>
                <a:lnTo>
                  <a:pt x="6506" y="109568"/>
                </a:lnTo>
                <a:lnTo>
                  <a:pt x="6506" y="110855"/>
                </a:lnTo>
                <a:lnTo>
                  <a:pt x="6506" y="111707"/>
                </a:lnTo>
                <a:lnTo>
                  <a:pt x="6506" y="112781"/>
                </a:lnTo>
                <a:lnTo>
                  <a:pt x="6823" y="113855"/>
                </a:lnTo>
                <a:lnTo>
                  <a:pt x="6823" y="114716"/>
                </a:lnTo>
                <a:lnTo>
                  <a:pt x="6823" y="115781"/>
                </a:lnTo>
                <a:lnTo>
                  <a:pt x="6823" y="116642"/>
                </a:lnTo>
                <a:lnTo>
                  <a:pt x="6823" y="117929"/>
                </a:lnTo>
                <a:lnTo>
                  <a:pt x="7299" y="118790"/>
                </a:lnTo>
                <a:lnTo>
                  <a:pt x="7299" y="119855"/>
                </a:lnTo>
                <a:lnTo>
                  <a:pt x="7299" y="120716"/>
                </a:lnTo>
                <a:lnTo>
                  <a:pt x="7299" y="121790"/>
                </a:lnTo>
                <a:lnTo>
                  <a:pt x="7299" y="122642"/>
                </a:lnTo>
                <a:lnTo>
                  <a:pt x="7616" y="123929"/>
                </a:lnTo>
                <a:lnTo>
                  <a:pt x="7616" y="124790"/>
                </a:lnTo>
                <a:lnTo>
                  <a:pt x="7616" y="125651"/>
                </a:lnTo>
                <a:lnTo>
                  <a:pt x="7616" y="126716"/>
                </a:lnTo>
                <a:lnTo>
                  <a:pt x="7616" y="127577"/>
                </a:lnTo>
                <a:lnTo>
                  <a:pt x="8093" y="128651"/>
                </a:lnTo>
                <a:lnTo>
                  <a:pt x="8093" y="129725"/>
                </a:lnTo>
                <a:lnTo>
                  <a:pt x="8093" y="130577"/>
                </a:lnTo>
                <a:lnTo>
                  <a:pt x="8093" y="131651"/>
                </a:lnTo>
                <a:lnTo>
                  <a:pt x="8410" y="132512"/>
                </a:lnTo>
                <a:lnTo>
                  <a:pt x="8410" y="133364"/>
                </a:lnTo>
                <a:lnTo>
                  <a:pt x="8410" y="134438"/>
                </a:lnTo>
                <a:lnTo>
                  <a:pt x="8410" y="135512"/>
                </a:lnTo>
                <a:lnTo>
                  <a:pt x="8410" y="136373"/>
                </a:lnTo>
                <a:lnTo>
                  <a:pt x="8886" y="137225"/>
                </a:lnTo>
                <a:lnTo>
                  <a:pt x="8886" y="138086"/>
                </a:lnTo>
                <a:lnTo>
                  <a:pt x="8886" y="139159"/>
                </a:lnTo>
                <a:lnTo>
                  <a:pt x="8886" y="140225"/>
                </a:lnTo>
                <a:lnTo>
                  <a:pt x="8886" y="141085"/>
                </a:lnTo>
                <a:lnTo>
                  <a:pt x="8886" y="141946"/>
                </a:lnTo>
                <a:lnTo>
                  <a:pt x="8886" y="142798"/>
                </a:lnTo>
                <a:lnTo>
                  <a:pt x="8886" y="143872"/>
                </a:lnTo>
                <a:lnTo>
                  <a:pt x="8886" y="144946"/>
                </a:lnTo>
                <a:lnTo>
                  <a:pt x="8886" y="145807"/>
                </a:lnTo>
                <a:lnTo>
                  <a:pt x="9203" y="146659"/>
                </a:lnTo>
                <a:lnTo>
                  <a:pt x="9203" y="147520"/>
                </a:lnTo>
                <a:lnTo>
                  <a:pt x="9203" y="148594"/>
                </a:lnTo>
                <a:lnTo>
                  <a:pt x="9203" y="149446"/>
                </a:lnTo>
                <a:lnTo>
                  <a:pt x="9521" y="150307"/>
                </a:lnTo>
                <a:lnTo>
                  <a:pt x="9521" y="151168"/>
                </a:lnTo>
                <a:lnTo>
                  <a:pt x="9521" y="152233"/>
                </a:lnTo>
                <a:lnTo>
                  <a:pt x="9521" y="153094"/>
                </a:lnTo>
                <a:lnTo>
                  <a:pt x="9521" y="153955"/>
                </a:lnTo>
                <a:lnTo>
                  <a:pt x="9997" y="154807"/>
                </a:lnTo>
                <a:lnTo>
                  <a:pt x="9997" y="155668"/>
                </a:lnTo>
                <a:lnTo>
                  <a:pt x="9997" y="156742"/>
                </a:lnTo>
                <a:lnTo>
                  <a:pt x="9997" y="157594"/>
                </a:lnTo>
                <a:lnTo>
                  <a:pt x="9997" y="158455"/>
                </a:lnTo>
                <a:lnTo>
                  <a:pt x="10314" y="159316"/>
                </a:lnTo>
                <a:lnTo>
                  <a:pt x="10314" y="160381"/>
                </a:lnTo>
                <a:lnTo>
                  <a:pt x="10314" y="161242"/>
                </a:lnTo>
                <a:lnTo>
                  <a:pt x="10314" y="162103"/>
                </a:lnTo>
                <a:lnTo>
                  <a:pt x="10314" y="162955"/>
                </a:lnTo>
                <a:lnTo>
                  <a:pt x="10790" y="163816"/>
                </a:lnTo>
                <a:lnTo>
                  <a:pt x="10790" y="164677"/>
                </a:lnTo>
                <a:lnTo>
                  <a:pt x="10790" y="165529"/>
                </a:lnTo>
                <a:lnTo>
                  <a:pt x="10790" y="166390"/>
                </a:lnTo>
                <a:lnTo>
                  <a:pt x="10790" y="167464"/>
                </a:lnTo>
                <a:lnTo>
                  <a:pt x="10790" y="168316"/>
                </a:lnTo>
                <a:lnTo>
                  <a:pt x="10790" y="168964"/>
                </a:lnTo>
                <a:lnTo>
                  <a:pt x="10790" y="169816"/>
                </a:lnTo>
                <a:lnTo>
                  <a:pt x="10790" y="170890"/>
                </a:lnTo>
                <a:lnTo>
                  <a:pt x="11108" y="171751"/>
                </a:lnTo>
                <a:lnTo>
                  <a:pt x="11108" y="172390"/>
                </a:lnTo>
                <a:lnTo>
                  <a:pt x="11108" y="173463"/>
                </a:lnTo>
                <a:lnTo>
                  <a:pt x="11108" y="174324"/>
                </a:lnTo>
                <a:lnTo>
                  <a:pt x="11108" y="174963"/>
                </a:lnTo>
                <a:lnTo>
                  <a:pt x="11425" y="175824"/>
                </a:lnTo>
                <a:lnTo>
                  <a:pt x="11425" y="176898"/>
                </a:lnTo>
                <a:lnTo>
                  <a:pt x="11425" y="177537"/>
                </a:lnTo>
                <a:lnTo>
                  <a:pt x="11425" y="178398"/>
                </a:lnTo>
                <a:lnTo>
                  <a:pt x="11425" y="179250"/>
                </a:lnTo>
                <a:lnTo>
                  <a:pt x="11901" y="180111"/>
                </a:lnTo>
                <a:lnTo>
                  <a:pt x="11901" y="180972"/>
                </a:lnTo>
                <a:lnTo>
                  <a:pt x="11901" y="181611"/>
                </a:lnTo>
                <a:lnTo>
                  <a:pt x="11901" y="182685"/>
                </a:lnTo>
                <a:lnTo>
                  <a:pt x="12218" y="183324"/>
                </a:lnTo>
                <a:lnTo>
                  <a:pt x="12218" y="184185"/>
                </a:lnTo>
                <a:lnTo>
                  <a:pt x="12218" y="185046"/>
                </a:lnTo>
                <a:lnTo>
                  <a:pt x="12218" y="185898"/>
                </a:lnTo>
                <a:lnTo>
                  <a:pt x="12218" y="186546"/>
                </a:lnTo>
                <a:lnTo>
                  <a:pt x="12694" y="187620"/>
                </a:lnTo>
                <a:lnTo>
                  <a:pt x="12694" y="188259"/>
                </a:lnTo>
                <a:lnTo>
                  <a:pt x="12694" y="189120"/>
                </a:lnTo>
                <a:lnTo>
                  <a:pt x="12694" y="189972"/>
                </a:lnTo>
                <a:lnTo>
                  <a:pt x="12694" y="190620"/>
                </a:lnTo>
                <a:lnTo>
                  <a:pt x="13012" y="191472"/>
                </a:lnTo>
                <a:lnTo>
                  <a:pt x="13012" y="192333"/>
                </a:lnTo>
                <a:lnTo>
                  <a:pt x="13012" y="193194"/>
                </a:lnTo>
                <a:lnTo>
                  <a:pt x="13012" y="193833"/>
                </a:lnTo>
                <a:lnTo>
                  <a:pt x="13012" y="194694"/>
                </a:lnTo>
                <a:lnTo>
                  <a:pt x="13012" y="195546"/>
                </a:lnTo>
                <a:lnTo>
                  <a:pt x="13012" y="196194"/>
                </a:lnTo>
                <a:lnTo>
                  <a:pt x="13012" y="197055"/>
                </a:lnTo>
                <a:lnTo>
                  <a:pt x="13012" y="197907"/>
                </a:lnTo>
                <a:lnTo>
                  <a:pt x="13329" y="198555"/>
                </a:lnTo>
                <a:lnTo>
                  <a:pt x="13329" y="199407"/>
                </a:lnTo>
                <a:lnTo>
                  <a:pt x="13329" y="200055"/>
                </a:lnTo>
                <a:lnTo>
                  <a:pt x="13329" y="200907"/>
                </a:lnTo>
              </a:path>
            </a:pathLst>
          </a:custGeom>
          <a:ln w="1950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7433943" y="3976058"/>
            <a:ext cx="13805" cy="100142"/>
          </a:xfrm>
          <a:custGeom>
            <a:avLst/>
            <a:gdLst/>
            <a:ahLst/>
            <a:cxnLst/>
            <a:rect l="l" t="t" r="r" b="b"/>
            <a:pathLst>
              <a:path w="13805" h="100142">
                <a:moveTo>
                  <a:pt x="0" y="0"/>
                </a:moveTo>
                <a:lnTo>
                  <a:pt x="0" y="860"/>
                </a:lnTo>
                <a:lnTo>
                  <a:pt x="476" y="1508"/>
                </a:lnTo>
                <a:lnTo>
                  <a:pt x="476" y="2147"/>
                </a:lnTo>
                <a:lnTo>
                  <a:pt x="476" y="3008"/>
                </a:lnTo>
                <a:lnTo>
                  <a:pt x="476" y="3647"/>
                </a:lnTo>
                <a:lnTo>
                  <a:pt x="476" y="4508"/>
                </a:lnTo>
                <a:lnTo>
                  <a:pt x="793" y="5360"/>
                </a:lnTo>
                <a:lnTo>
                  <a:pt x="793" y="6008"/>
                </a:lnTo>
                <a:lnTo>
                  <a:pt x="793" y="6647"/>
                </a:lnTo>
                <a:lnTo>
                  <a:pt x="793" y="7508"/>
                </a:lnTo>
                <a:lnTo>
                  <a:pt x="793" y="8147"/>
                </a:lnTo>
                <a:lnTo>
                  <a:pt x="1269" y="9008"/>
                </a:lnTo>
                <a:lnTo>
                  <a:pt x="1269" y="9656"/>
                </a:lnTo>
                <a:lnTo>
                  <a:pt x="1269" y="10295"/>
                </a:lnTo>
                <a:lnTo>
                  <a:pt x="1269" y="11156"/>
                </a:lnTo>
                <a:lnTo>
                  <a:pt x="1586" y="11795"/>
                </a:lnTo>
                <a:lnTo>
                  <a:pt x="1586" y="12656"/>
                </a:lnTo>
                <a:lnTo>
                  <a:pt x="1586" y="13295"/>
                </a:lnTo>
                <a:lnTo>
                  <a:pt x="1586" y="13943"/>
                </a:lnTo>
                <a:lnTo>
                  <a:pt x="1586" y="14795"/>
                </a:lnTo>
                <a:lnTo>
                  <a:pt x="1586" y="15443"/>
                </a:lnTo>
                <a:lnTo>
                  <a:pt x="1586" y="16304"/>
                </a:lnTo>
                <a:lnTo>
                  <a:pt x="1586" y="16943"/>
                </a:lnTo>
                <a:lnTo>
                  <a:pt x="1586" y="17582"/>
                </a:lnTo>
                <a:lnTo>
                  <a:pt x="1586" y="18443"/>
                </a:lnTo>
                <a:lnTo>
                  <a:pt x="2062" y="18869"/>
                </a:lnTo>
                <a:lnTo>
                  <a:pt x="2062" y="19730"/>
                </a:lnTo>
                <a:lnTo>
                  <a:pt x="2062" y="20378"/>
                </a:lnTo>
                <a:lnTo>
                  <a:pt x="2062" y="21017"/>
                </a:lnTo>
                <a:lnTo>
                  <a:pt x="2062" y="21878"/>
                </a:lnTo>
                <a:lnTo>
                  <a:pt x="2380" y="22304"/>
                </a:lnTo>
                <a:lnTo>
                  <a:pt x="2380" y="23165"/>
                </a:lnTo>
                <a:lnTo>
                  <a:pt x="2380" y="23804"/>
                </a:lnTo>
                <a:lnTo>
                  <a:pt x="2380" y="24452"/>
                </a:lnTo>
                <a:lnTo>
                  <a:pt x="2697" y="25091"/>
                </a:lnTo>
                <a:lnTo>
                  <a:pt x="2697" y="25730"/>
                </a:lnTo>
                <a:lnTo>
                  <a:pt x="2697" y="26591"/>
                </a:lnTo>
                <a:lnTo>
                  <a:pt x="2697" y="27239"/>
                </a:lnTo>
                <a:lnTo>
                  <a:pt x="2697" y="27878"/>
                </a:lnTo>
                <a:lnTo>
                  <a:pt x="3173" y="28526"/>
                </a:lnTo>
                <a:lnTo>
                  <a:pt x="3173" y="29165"/>
                </a:lnTo>
                <a:lnTo>
                  <a:pt x="3173" y="29813"/>
                </a:lnTo>
                <a:lnTo>
                  <a:pt x="3173" y="30452"/>
                </a:lnTo>
                <a:lnTo>
                  <a:pt x="3173" y="31091"/>
                </a:lnTo>
                <a:lnTo>
                  <a:pt x="3491" y="31739"/>
                </a:lnTo>
                <a:lnTo>
                  <a:pt x="3491" y="32378"/>
                </a:lnTo>
                <a:lnTo>
                  <a:pt x="3491" y="33025"/>
                </a:lnTo>
                <a:lnTo>
                  <a:pt x="3491" y="33886"/>
                </a:lnTo>
                <a:lnTo>
                  <a:pt x="3491" y="34312"/>
                </a:lnTo>
                <a:lnTo>
                  <a:pt x="3967" y="35164"/>
                </a:lnTo>
                <a:lnTo>
                  <a:pt x="3967" y="35599"/>
                </a:lnTo>
                <a:lnTo>
                  <a:pt x="3967" y="36238"/>
                </a:lnTo>
                <a:lnTo>
                  <a:pt x="3967" y="36886"/>
                </a:lnTo>
                <a:lnTo>
                  <a:pt x="3967" y="37525"/>
                </a:lnTo>
                <a:lnTo>
                  <a:pt x="3967" y="38173"/>
                </a:lnTo>
                <a:lnTo>
                  <a:pt x="3967" y="38599"/>
                </a:lnTo>
                <a:lnTo>
                  <a:pt x="3967" y="39460"/>
                </a:lnTo>
                <a:lnTo>
                  <a:pt x="3967" y="39886"/>
                </a:lnTo>
                <a:lnTo>
                  <a:pt x="4284" y="40747"/>
                </a:lnTo>
                <a:lnTo>
                  <a:pt x="4284" y="41173"/>
                </a:lnTo>
                <a:lnTo>
                  <a:pt x="4284" y="41812"/>
                </a:lnTo>
                <a:lnTo>
                  <a:pt x="4284" y="42460"/>
                </a:lnTo>
                <a:lnTo>
                  <a:pt x="4284" y="43099"/>
                </a:lnTo>
                <a:lnTo>
                  <a:pt x="4601" y="43534"/>
                </a:lnTo>
                <a:lnTo>
                  <a:pt x="4601" y="44173"/>
                </a:lnTo>
                <a:lnTo>
                  <a:pt x="4601" y="44821"/>
                </a:lnTo>
                <a:lnTo>
                  <a:pt x="4601" y="45460"/>
                </a:lnTo>
                <a:lnTo>
                  <a:pt x="4601" y="45886"/>
                </a:lnTo>
                <a:lnTo>
                  <a:pt x="5077" y="46747"/>
                </a:lnTo>
                <a:lnTo>
                  <a:pt x="5077" y="47173"/>
                </a:lnTo>
                <a:lnTo>
                  <a:pt x="5077" y="47821"/>
                </a:lnTo>
                <a:lnTo>
                  <a:pt x="5077" y="48247"/>
                </a:lnTo>
                <a:lnTo>
                  <a:pt x="5395" y="48895"/>
                </a:lnTo>
                <a:lnTo>
                  <a:pt x="5395" y="49321"/>
                </a:lnTo>
                <a:lnTo>
                  <a:pt x="5395" y="50182"/>
                </a:lnTo>
                <a:lnTo>
                  <a:pt x="5395" y="50608"/>
                </a:lnTo>
                <a:lnTo>
                  <a:pt x="5395" y="51247"/>
                </a:lnTo>
                <a:lnTo>
                  <a:pt x="5871" y="51682"/>
                </a:lnTo>
                <a:lnTo>
                  <a:pt x="5871" y="52321"/>
                </a:lnTo>
                <a:lnTo>
                  <a:pt x="5871" y="52756"/>
                </a:lnTo>
                <a:lnTo>
                  <a:pt x="5871" y="53395"/>
                </a:lnTo>
                <a:lnTo>
                  <a:pt x="5871" y="54034"/>
                </a:lnTo>
                <a:lnTo>
                  <a:pt x="5871" y="54469"/>
                </a:lnTo>
                <a:lnTo>
                  <a:pt x="5871" y="55108"/>
                </a:lnTo>
                <a:lnTo>
                  <a:pt x="5871" y="55543"/>
                </a:lnTo>
                <a:lnTo>
                  <a:pt x="5871" y="56182"/>
                </a:lnTo>
                <a:lnTo>
                  <a:pt x="5871" y="56608"/>
                </a:lnTo>
                <a:lnTo>
                  <a:pt x="6188" y="57256"/>
                </a:lnTo>
                <a:lnTo>
                  <a:pt x="6188" y="57682"/>
                </a:lnTo>
                <a:lnTo>
                  <a:pt x="6188" y="58330"/>
                </a:lnTo>
                <a:lnTo>
                  <a:pt x="6188" y="58756"/>
                </a:lnTo>
                <a:lnTo>
                  <a:pt x="6664" y="59395"/>
                </a:lnTo>
                <a:lnTo>
                  <a:pt x="6664" y="59830"/>
                </a:lnTo>
                <a:lnTo>
                  <a:pt x="6664" y="60469"/>
                </a:lnTo>
                <a:lnTo>
                  <a:pt x="6664" y="60904"/>
                </a:lnTo>
                <a:lnTo>
                  <a:pt x="6664" y="61330"/>
                </a:lnTo>
                <a:lnTo>
                  <a:pt x="6982" y="61969"/>
                </a:lnTo>
                <a:lnTo>
                  <a:pt x="6982" y="62404"/>
                </a:lnTo>
                <a:lnTo>
                  <a:pt x="6982" y="63043"/>
                </a:lnTo>
                <a:lnTo>
                  <a:pt x="6982" y="63469"/>
                </a:lnTo>
                <a:lnTo>
                  <a:pt x="6982" y="63904"/>
                </a:lnTo>
                <a:lnTo>
                  <a:pt x="7299" y="64543"/>
                </a:lnTo>
                <a:lnTo>
                  <a:pt x="7299" y="64977"/>
                </a:lnTo>
                <a:lnTo>
                  <a:pt x="7299" y="65404"/>
                </a:lnTo>
                <a:lnTo>
                  <a:pt x="7299" y="65830"/>
                </a:lnTo>
                <a:lnTo>
                  <a:pt x="7299" y="66477"/>
                </a:lnTo>
                <a:lnTo>
                  <a:pt x="7775" y="66903"/>
                </a:lnTo>
                <a:lnTo>
                  <a:pt x="7775" y="67330"/>
                </a:lnTo>
                <a:lnTo>
                  <a:pt x="7775" y="67977"/>
                </a:lnTo>
                <a:lnTo>
                  <a:pt x="7775" y="68190"/>
                </a:lnTo>
                <a:lnTo>
                  <a:pt x="8093" y="68829"/>
                </a:lnTo>
                <a:lnTo>
                  <a:pt x="8093" y="69264"/>
                </a:lnTo>
                <a:lnTo>
                  <a:pt x="8093" y="69690"/>
                </a:lnTo>
                <a:lnTo>
                  <a:pt x="8093" y="70338"/>
                </a:lnTo>
                <a:lnTo>
                  <a:pt x="8093" y="70551"/>
                </a:lnTo>
                <a:lnTo>
                  <a:pt x="8093" y="71190"/>
                </a:lnTo>
                <a:lnTo>
                  <a:pt x="8093" y="71625"/>
                </a:lnTo>
                <a:lnTo>
                  <a:pt x="8093" y="72051"/>
                </a:lnTo>
                <a:lnTo>
                  <a:pt x="8093" y="72477"/>
                </a:lnTo>
                <a:lnTo>
                  <a:pt x="8093" y="72903"/>
                </a:lnTo>
                <a:lnTo>
                  <a:pt x="8569" y="73338"/>
                </a:lnTo>
                <a:lnTo>
                  <a:pt x="8569" y="73977"/>
                </a:lnTo>
                <a:lnTo>
                  <a:pt x="8569" y="74190"/>
                </a:lnTo>
                <a:lnTo>
                  <a:pt x="8569" y="74838"/>
                </a:lnTo>
                <a:lnTo>
                  <a:pt x="8569" y="75264"/>
                </a:lnTo>
                <a:lnTo>
                  <a:pt x="8886" y="75477"/>
                </a:lnTo>
                <a:lnTo>
                  <a:pt x="8886" y="76125"/>
                </a:lnTo>
                <a:lnTo>
                  <a:pt x="8886" y="76338"/>
                </a:lnTo>
                <a:lnTo>
                  <a:pt x="8886" y="76764"/>
                </a:lnTo>
                <a:lnTo>
                  <a:pt x="9203" y="77412"/>
                </a:lnTo>
                <a:lnTo>
                  <a:pt x="9203" y="77625"/>
                </a:lnTo>
                <a:lnTo>
                  <a:pt x="9203" y="78051"/>
                </a:lnTo>
                <a:lnTo>
                  <a:pt x="9203" y="78699"/>
                </a:lnTo>
                <a:lnTo>
                  <a:pt x="9203" y="78912"/>
                </a:lnTo>
                <a:lnTo>
                  <a:pt x="9679" y="79338"/>
                </a:lnTo>
                <a:lnTo>
                  <a:pt x="9679" y="79986"/>
                </a:lnTo>
                <a:lnTo>
                  <a:pt x="9679" y="80199"/>
                </a:lnTo>
                <a:lnTo>
                  <a:pt x="9679" y="80625"/>
                </a:lnTo>
                <a:lnTo>
                  <a:pt x="9679" y="81051"/>
                </a:lnTo>
                <a:lnTo>
                  <a:pt x="9997" y="81273"/>
                </a:lnTo>
                <a:lnTo>
                  <a:pt x="9997" y="81699"/>
                </a:lnTo>
                <a:lnTo>
                  <a:pt x="9997" y="82338"/>
                </a:lnTo>
                <a:lnTo>
                  <a:pt x="9997" y="82560"/>
                </a:lnTo>
                <a:lnTo>
                  <a:pt x="9997" y="82986"/>
                </a:lnTo>
                <a:lnTo>
                  <a:pt x="9997" y="83412"/>
                </a:lnTo>
                <a:lnTo>
                  <a:pt x="9997" y="83625"/>
                </a:lnTo>
                <a:lnTo>
                  <a:pt x="9997" y="84060"/>
                </a:lnTo>
                <a:lnTo>
                  <a:pt x="9997" y="84486"/>
                </a:lnTo>
                <a:lnTo>
                  <a:pt x="10473" y="84699"/>
                </a:lnTo>
                <a:lnTo>
                  <a:pt x="10473" y="85134"/>
                </a:lnTo>
                <a:lnTo>
                  <a:pt x="10473" y="85560"/>
                </a:lnTo>
                <a:lnTo>
                  <a:pt x="10473" y="85773"/>
                </a:lnTo>
                <a:lnTo>
                  <a:pt x="10473" y="86199"/>
                </a:lnTo>
                <a:lnTo>
                  <a:pt x="10790" y="86634"/>
                </a:lnTo>
                <a:lnTo>
                  <a:pt x="10790" y="87060"/>
                </a:lnTo>
                <a:lnTo>
                  <a:pt x="10790" y="87273"/>
                </a:lnTo>
                <a:lnTo>
                  <a:pt x="10790" y="87699"/>
                </a:lnTo>
                <a:lnTo>
                  <a:pt x="10790" y="88134"/>
                </a:lnTo>
                <a:lnTo>
                  <a:pt x="11266" y="88347"/>
                </a:lnTo>
                <a:lnTo>
                  <a:pt x="11266" y="88773"/>
                </a:lnTo>
                <a:lnTo>
                  <a:pt x="11266" y="89208"/>
                </a:lnTo>
                <a:lnTo>
                  <a:pt x="11266" y="89421"/>
                </a:lnTo>
                <a:lnTo>
                  <a:pt x="11266" y="89634"/>
                </a:lnTo>
                <a:lnTo>
                  <a:pt x="11584" y="90060"/>
                </a:lnTo>
                <a:lnTo>
                  <a:pt x="11584" y="90486"/>
                </a:lnTo>
                <a:lnTo>
                  <a:pt x="11584" y="90708"/>
                </a:lnTo>
                <a:lnTo>
                  <a:pt x="11584" y="91134"/>
                </a:lnTo>
                <a:lnTo>
                  <a:pt x="11901" y="91347"/>
                </a:lnTo>
                <a:lnTo>
                  <a:pt x="11901" y="91773"/>
                </a:lnTo>
                <a:lnTo>
                  <a:pt x="11901" y="91995"/>
                </a:lnTo>
                <a:lnTo>
                  <a:pt x="11901" y="92421"/>
                </a:lnTo>
                <a:lnTo>
                  <a:pt x="11901" y="92634"/>
                </a:lnTo>
                <a:lnTo>
                  <a:pt x="12377" y="93060"/>
                </a:lnTo>
                <a:lnTo>
                  <a:pt x="12377" y="93282"/>
                </a:lnTo>
                <a:lnTo>
                  <a:pt x="12377" y="93495"/>
                </a:lnTo>
                <a:lnTo>
                  <a:pt x="12377" y="93921"/>
                </a:lnTo>
                <a:lnTo>
                  <a:pt x="12377" y="94134"/>
                </a:lnTo>
                <a:lnTo>
                  <a:pt x="12377" y="94347"/>
                </a:lnTo>
                <a:lnTo>
                  <a:pt x="12377" y="94782"/>
                </a:lnTo>
                <a:lnTo>
                  <a:pt x="12377" y="94995"/>
                </a:lnTo>
                <a:lnTo>
                  <a:pt x="12377" y="95421"/>
                </a:lnTo>
                <a:lnTo>
                  <a:pt x="12694" y="95847"/>
                </a:lnTo>
                <a:lnTo>
                  <a:pt x="12694" y="96069"/>
                </a:lnTo>
                <a:lnTo>
                  <a:pt x="12694" y="96495"/>
                </a:lnTo>
                <a:lnTo>
                  <a:pt x="13170" y="96921"/>
                </a:lnTo>
                <a:lnTo>
                  <a:pt x="13170" y="97134"/>
                </a:lnTo>
                <a:lnTo>
                  <a:pt x="13170" y="97569"/>
                </a:lnTo>
                <a:lnTo>
                  <a:pt x="13170" y="97782"/>
                </a:lnTo>
                <a:lnTo>
                  <a:pt x="13170" y="97995"/>
                </a:lnTo>
                <a:lnTo>
                  <a:pt x="13488" y="98208"/>
                </a:lnTo>
                <a:lnTo>
                  <a:pt x="13488" y="98643"/>
                </a:lnTo>
                <a:lnTo>
                  <a:pt x="13488" y="98856"/>
                </a:lnTo>
                <a:lnTo>
                  <a:pt x="13488" y="99282"/>
                </a:lnTo>
                <a:lnTo>
                  <a:pt x="13805" y="99495"/>
                </a:lnTo>
                <a:lnTo>
                  <a:pt x="13805" y="99708"/>
                </a:lnTo>
                <a:lnTo>
                  <a:pt x="13805" y="100142"/>
                </a:lnTo>
              </a:path>
            </a:pathLst>
          </a:custGeom>
          <a:ln w="1938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7447749" y="4068480"/>
            <a:ext cx="13488" cy="17369"/>
          </a:xfrm>
          <a:custGeom>
            <a:avLst/>
            <a:gdLst/>
            <a:ahLst/>
            <a:cxnLst/>
            <a:rect l="l" t="t" r="r" b="b"/>
            <a:pathLst>
              <a:path w="13488" h="17369">
                <a:moveTo>
                  <a:pt x="0" y="7721"/>
                </a:moveTo>
                <a:lnTo>
                  <a:pt x="0" y="7934"/>
                </a:lnTo>
                <a:lnTo>
                  <a:pt x="476" y="8147"/>
                </a:lnTo>
                <a:lnTo>
                  <a:pt x="476" y="8573"/>
                </a:lnTo>
                <a:lnTo>
                  <a:pt x="476" y="8786"/>
                </a:lnTo>
                <a:lnTo>
                  <a:pt x="476" y="9008"/>
                </a:lnTo>
                <a:lnTo>
                  <a:pt x="476" y="9221"/>
                </a:lnTo>
                <a:lnTo>
                  <a:pt x="476" y="9434"/>
                </a:lnTo>
                <a:lnTo>
                  <a:pt x="476" y="9860"/>
                </a:lnTo>
                <a:lnTo>
                  <a:pt x="476" y="10073"/>
                </a:lnTo>
                <a:lnTo>
                  <a:pt x="793" y="10073"/>
                </a:lnTo>
                <a:lnTo>
                  <a:pt x="793" y="10295"/>
                </a:lnTo>
                <a:lnTo>
                  <a:pt x="793" y="10508"/>
                </a:lnTo>
                <a:lnTo>
                  <a:pt x="793" y="10721"/>
                </a:lnTo>
                <a:lnTo>
                  <a:pt x="793" y="10934"/>
                </a:lnTo>
                <a:lnTo>
                  <a:pt x="1269" y="11147"/>
                </a:lnTo>
                <a:lnTo>
                  <a:pt x="1269" y="11360"/>
                </a:lnTo>
                <a:lnTo>
                  <a:pt x="1269" y="11582"/>
                </a:lnTo>
                <a:lnTo>
                  <a:pt x="1269" y="11795"/>
                </a:lnTo>
                <a:lnTo>
                  <a:pt x="1586" y="12008"/>
                </a:lnTo>
                <a:lnTo>
                  <a:pt x="1586" y="12221"/>
                </a:lnTo>
                <a:lnTo>
                  <a:pt x="1586" y="12434"/>
                </a:lnTo>
                <a:lnTo>
                  <a:pt x="2062" y="12647"/>
                </a:lnTo>
                <a:lnTo>
                  <a:pt x="2062" y="12860"/>
                </a:lnTo>
                <a:lnTo>
                  <a:pt x="2062" y="13082"/>
                </a:lnTo>
                <a:lnTo>
                  <a:pt x="2062" y="13295"/>
                </a:lnTo>
                <a:lnTo>
                  <a:pt x="2380" y="13508"/>
                </a:lnTo>
                <a:lnTo>
                  <a:pt x="2380" y="13721"/>
                </a:lnTo>
                <a:lnTo>
                  <a:pt x="2380" y="13934"/>
                </a:lnTo>
                <a:lnTo>
                  <a:pt x="2380" y="14147"/>
                </a:lnTo>
                <a:lnTo>
                  <a:pt x="2380" y="14369"/>
                </a:lnTo>
                <a:lnTo>
                  <a:pt x="2380" y="14582"/>
                </a:lnTo>
                <a:lnTo>
                  <a:pt x="2380" y="14795"/>
                </a:lnTo>
                <a:lnTo>
                  <a:pt x="2697" y="14795"/>
                </a:lnTo>
                <a:lnTo>
                  <a:pt x="2697" y="15008"/>
                </a:lnTo>
                <a:lnTo>
                  <a:pt x="2697" y="15221"/>
                </a:lnTo>
                <a:lnTo>
                  <a:pt x="3173" y="15221"/>
                </a:lnTo>
                <a:lnTo>
                  <a:pt x="3173" y="15434"/>
                </a:lnTo>
                <a:lnTo>
                  <a:pt x="3173" y="15656"/>
                </a:lnTo>
                <a:lnTo>
                  <a:pt x="3173" y="15869"/>
                </a:lnTo>
                <a:lnTo>
                  <a:pt x="3491" y="15869"/>
                </a:lnTo>
                <a:lnTo>
                  <a:pt x="3491" y="16082"/>
                </a:lnTo>
                <a:lnTo>
                  <a:pt x="3967" y="16295"/>
                </a:lnTo>
                <a:lnTo>
                  <a:pt x="3967" y="16508"/>
                </a:lnTo>
                <a:lnTo>
                  <a:pt x="4284" y="16721"/>
                </a:lnTo>
                <a:lnTo>
                  <a:pt x="4284" y="16934"/>
                </a:lnTo>
                <a:lnTo>
                  <a:pt x="4601" y="16934"/>
                </a:lnTo>
                <a:lnTo>
                  <a:pt x="4601" y="17156"/>
                </a:lnTo>
                <a:lnTo>
                  <a:pt x="5077" y="17369"/>
                </a:lnTo>
                <a:lnTo>
                  <a:pt x="5395" y="17369"/>
                </a:lnTo>
                <a:lnTo>
                  <a:pt x="5871" y="17369"/>
                </a:lnTo>
                <a:lnTo>
                  <a:pt x="6188" y="17369"/>
                </a:lnTo>
                <a:lnTo>
                  <a:pt x="6506" y="17369"/>
                </a:lnTo>
                <a:lnTo>
                  <a:pt x="6506" y="17156"/>
                </a:lnTo>
                <a:lnTo>
                  <a:pt x="6982" y="17156"/>
                </a:lnTo>
                <a:lnTo>
                  <a:pt x="6982" y="16934"/>
                </a:lnTo>
                <a:lnTo>
                  <a:pt x="7299" y="16934"/>
                </a:lnTo>
                <a:lnTo>
                  <a:pt x="7299" y="16721"/>
                </a:lnTo>
                <a:lnTo>
                  <a:pt x="7775" y="16508"/>
                </a:lnTo>
                <a:lnTo>
                  <a:pt x="7775" y="16295"/>
                </a:lnTo>
                <a:lnTo>
                  <a:pt x="7775" y="16082"/>
                </a:lnTo>
                <a:lnTo>
                  <a:pt x="8093" y="16082"/>
                </a:lnTo>
                <a:lnTo>
                  <a:pt x="8093" y="15869"/>
                </a:lnTo>
                <a:lnTo>
                  <a:pt x="8093" y="15869"/>
                </a:lnTo>
                <a:lnTo>
                  <a:pt x="8569" y="15656"/>
                </a:lnTo>
                <a:lnTo>
                  <a:pt x="8569" y="15434"/>
                </a:lnTo>
                <a:lnTo>
                  <a:pt x="8886" y="15221"/>
                </a:lnTo>
                <a:lnTo>
                  <a:pt x="8886" y="15008"/>
                </a:lnTo>
                <a:lnTo>
                  <a:pt x="8886" y="14795"/>
                </a:lnTo>
                <a:lnTo>
                  <a:pt x="8886" y="14582"/>
                </a:lnTo>
                <a:lnTo>
                  <a:pt x="8886" y="14369"/>
                </a:lnTo>
                <a:lnTo>
                  <a:pt x="8886" y="14147"/>
                </a:lnTo>
                <a:lnTo>
                  <a:pt x="9203" y="13934"/>
                </a:lnTo>
                <a:lnTo>
                  <a:pt x="9203" y="13721"/>
                </a:lnTo>
                <a:lnTo>
                  <a:pt x="9203" y="13508"/>
                </a:lnTo>
                <a:lnTo>
                  <a:pt x="9679" y="13295"/>
                </a:lnTo>
                <a:lnTo>
                  <a:pt x="9679" y="13082"/>
                </a:lnTo>
                <a:lnTo>
                  <a:pt x="9679" y="12860"/>
                </a:lnTo>
                <a:lnTo>
                  <a:pt x="9997" y="12647"/>
                </a:lnTo>
                <a:lnTo>
                  <a:pt x="9997" y="12434"/>
                </a:lnTo>
                <a:lnTo>
                  <a:pt x="9997" y="12221"/>
                </a:lnTo>
                <a:lnTo>
                  <a:pt x="9997" y="12008"/>
                </a:lnTo>
                <a:lnTo>
                  <a:pt x="10473" y="11795"/>
                </a:lnTo>
                <a:lnTo>
                  <a:pt x="10473" y="11582"/>
                </a:lnTo>
                <a:lnTo>
                  <a:pt x="10473" y="11360"/>
                </a:lnTo>
                <a:lnTo>
                  <a:pt x="10473" y="11147"/>
                </a:lnTo>
                <a:lnTo>
                  <a:pt x="10790" y="10934"/>
                </a:lnTo>
                <a:lnTo>
                  <a:pt x="10790" y="10721"/>
                </a:lnTo>
                <a:lnTo>
                  <a:pt x="10790" y="10508"/>
                </a:lnTo>
                <a:lnTo>
                  <a:pt x="10790" y="10295"/>
                </a:lnTo>
                <a:lnTo>
                  <a:pt x="10790" y="10073"/>
                </a:lnTo>
                <a:lnTo>
                  <a:pt x="10790" y="9860"/>
                </a:lnTo>
                <a:lnTo>
                  <a:pt x="10790" y="9434"/>
                </a:lnTo>
                <a:lnTo>
                  <a:pt x="10790" y="9221"/>
                </a:lnTo>
                <a:lnTo>
                  <a:pt x="11108" y="9008"/>
                </a:lnTo>
                <a:lnTo>
                  <a:pt x="11108" y="8786"/>
                </a:lnTo>
                <a:lnTo>
                  <a:pt x="11108" y="8573"/>
                </a:lnTo>
                <a:lnTo>
                  <a:pt x="11108" y="8147"/>
                </a:lnTo>
                <a:lnTo>
                  <a:pt x="11584" y="7934"/>
                </a:lnTo>
                <a:lnTo>
                  <a:pt x="11584" y="7721"/>
                </a:lnTo>
                <a:lnTo>
                  <a:pt x="11584" y="7286"/>
                </a:lnTo>
                <a:lnTo>
                  <a:pt x="11584" y="7073"/>
                </a:lnTo>
                <a:lnTo>
                  <a:pt x="11901" y="6860"/>
                </a:lnTo>
                <a:lnTo>
                  <a:pt x="11901" y="6434"/>
                </a:lnTo>
                <a:lnTo>
                  <a:pt x="11901" y="6221"/>
                </a:lnTo>
                <a:lnTo>
                  <a:pt x="11901" y="5786"/>
                </a:lnTo>
                <a:lnTo>
                  <a:pt x="12377" y="5573"/>
                </a:lnTo>
                <a:lnTo>
                  <a:pt x="12377" y="5360"/>
                </a:lnTo>
                <a:lnTo>
                  <a:pt x="12377" y="5147"/>
                </a:lnTo>
                <a:lnTo>
                  <a:pt x="12377" y="4934"/>
                </a:lnTo>
                <a:lnTo>
                  <a:pt x="12694" y="4499"/>
                </a:lnTo>
                <a:lnTo>
                  <a:pt x="12694" y="4286"/>
                </a:lnTo>
                <a:lnTo>
                  <a:pt x="12694" y="4073"/>
                </a:lnTo>
                <a:lnTo>
                  <a:pt x="12694" y="3860"/>
                </a:lnTo>
                <a:lnTo>
                  <a:pt x="12694" y="3425"/>
                </a:lnTo>
                <a:lnTo>
                  <a:pt x="13170" y="3212"/>
                </a:lnTo>
                <a:lnTo>
                  <a:pt x="13170" y="2999"/>
                </a:lnTo>
                <a:lnTo>
                  <a:pt x="13170" y="2786"/>
                </a:lnTo>
                <a:lnTo>
                  <a:pt x="13170" y="2360"/>
                </a:lnTo>
                <a:lnTo>
                  <a:pt x="13170" y="1925"/>
                </a:lnTo>
                <a:lnTo>
                  <a:pt x="13170" y="1712"/>
                </a:lnTo>
                <a:lnTo>
                  <a:pt x="13170" y="1499"/>
                </a:lnTo>
                <a:lnTo>
                  <a:pt x="13170" y="1286"/>
                </a:lnTo>
                <a:lnTo>
                  <a:pt x="13170" y="860"/>
                </a:lnTo>
                <a:lnTo>
                  <a:pt x="13170" y="639"/>
                </a:lnTo>
                <a:lnTo>
                  <a:pt x="13488" y="426"/>
                </a:lnTo>
                <a:lnTo>
                  <a:pt x="13488" y="0"/>
                </a:lnTo>
              </a:path>
            </a:pathLst>
          </a:custGeom>
          <a:ln w="1630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7461237" y="3956550"/>
            <a:ext cx="13805" cy="111929"/>
          </a:xfrm>
          <a:custGeom>
            <a:avLst/>
            <a:gdLst/>
            <a:ahLst/>
            <a:cxnLst/>
            <a:rect l="l" t="t" r="r" b="b"/>
            <a:pathLst>
              <a:path w="13805" h="111929">
                <a:moveTo>
                  <a:pt x="0" y="111929"/>
                </a:moveTo>
                <a:lnTo>
                  <a:pt x="0" y="111503"/>
                </a:lnTo>
                <a:lnTo>
                  <a:pt x="0" y="111281"/>
                </a:lnTo>
                <a:lnTo>
                  <a:pt x="317" y="111068"/>
                </a:lnTo>
                <a:lnTo>
                  <a:pt x="317" y="110642"/>
                </a:lnTo>
                <a:lnTo>
                  <a:pt x="317" y="110216"/>
                </a:lnTo>
                <a:lnTo>
                  <a:pt x="317" y="109994"/>
                </a:lnTo>
                <a:lnTo>
                  <a:pt x="317" y="109781"/>
                </a:lnTo>
                <a:lnTo>
                  <a:pt x="793" y="109355"/>
                </a:lnTo>
                <a:lnTo>
                  <a:pt x="793" y="108929"/>
                </a:lnTo>
                <a:lnTo>
                  <a:pt x="793" y="108716"/>
                </a:lnTo>
                <a:lnTo>
                  <a:pt x="793" y="108281"/>
                </a:lnTo>
                <a:lnTo>
                  <a:pt x="793" y="108068"/>
                </a:lnTo>
                <a:lnTo>
                  <a:pt x="1110" y="107642"/>
                </a:lnTo>
                <a:lnTo>
                  <a:pt x="1110" y="107429"/>
                </a:lnTo>
                <a:lnTo>
                  <a:pt x="1110" y="106994"/>
                </a:lnTo>
                <a:lnTo>
                  <a:pt x="1110" y="106568"/>
                </a:lnTo>
                <a:lnTo>
                  <a:pt x="1110" y="106355"/>
                </a:lnTo>
                <a:lnTo>
                  <a:pt x="1586" y="105920"/>
                </a:lnTo>
                <a:lnTo>
                  <a:pt x="1586" y="105494"/>
                </a:lnTo>
                <a:lnTo>
                  <a:pt x="1586" y="105281"/>
                </a:lnTo>
                <a:lnTo>
                  <a:pt x="1586" y="104855"/>
                </a:lnTo>
                <a:lnTo>
                  <a:pt x="1586" y="104420"/>
                </a:lnTo>
                <a:lnTo>
                  <a:pt x="1586" y="104207"/>
                </a:lnTo>
                <a:lnTo>
                  <a:pt x="1586" y="103781"/>
                </a:lnTo>
                <a:lnTo>
                  <a:pt x="1586" y="103355"/>
                </a:lnTo>
                <a:lnTo>
                  <a:pt x="1586" y="102921"/>
                </a:lnTo>
                <a:lnTo>
                  <a:pt x="1904" y="102708"/>
                </a:lnTo>
                <a:lnTo>
                  <a:pt x="1904" y="102281"/>
                </a:lnTo>
                <a:lnTo>
                  <a:pt x="1904" y="101847"/>
                </a:lnTo>
                <a:lnTo>
                  <a:pt x="1904" y="101634"/>
                </a:lnTo>
                <a:lnTo>
                  <a:pt x="1904" y="101208"/>
                </a:lnTo>
                <a:lnTo>
                  <a:pt x="2221" y="100560"/>
                </a:lnTo>
                <a:lnTo>
                  <a:pt x="2221" y="100347"/>
                </a:lnTo>
                <a:lnTo>
                  <a:pt x="2221" y="99921"/>
                </a:lnTo>
                <a:lnTo>
                  <a:pt x="2221" y="99495"/>
                </a:lnTo>
                <a:lnTo>
                  <a:pt x="2221" y="99282"/>
                </a:lnTo>
                <a:lnTo>
                  <a:pt x="2697" y="98634"/>
                </a:lnTo>
                <a:lnTo>
                  <a:pt x="2697" y="98208"/>
                </a:lnTo>
                <a:lnTo>
                  <a:pt x="2697" y="97995"/>
                </a:lnTo>
                <a:lnTo>
                  <a:pt x="2697" y="97560"/>
                </a:lnTo>
                <a:lnTo>
                  <a:pt x="3015" y="97134"/>
                </a:lnTo>
                <a:lnTo>
                  <a:pt x="3015" y="96708"/>
                </a:lnTo>
                <a:lnTo>
                  <a:pt x="3015" y="96273"/>
                </a:lnTo>
                <a:lnTo>
                  <a:pt x="3015" y="95847"/>
                </a:lnTo>
                <a:lnTo>
                  <a:pt x="3015" y="95421"/>
                </a:lnTo>
                <a:lnTo>
                  <a:pt x="3491" y="94986"/>
                </a:lnTo>
                <a:lnTo>
                  <a:pt x="3491" y="94560"/>
                </a:lnTo>
                <a:lnTo>
                  <a:pt x="3491" y="94134"/>
                </a:lnTo>
                <a:lnTo>
                  <a:pt x="3491" y="93699"/>
                </a:lnTo>
                <a:lnTo>
                  <a:pt x="3491" y="93273"/>
                </a:lnTo>
                <a:lnTo>
                  <a:pt x="3808" y="92847"/>
                </a:lnTo>
                <a:lnTo>
                  <a:pt x="3808" y="92412"/>
                </a:lnTo>
                <a:lnTo>
                  <a:pt x="3808" y="91986"/>
                </a:lnTo>
                <a:lnTo>
                  <a:pt x="3808" y="91347"/>
                </a:lnTo>
                <a:lnTo>
                  <a:pt x="3808" y="91134"/>
                </a:lnTo>
                <a:lnTo>
                  <a:pt x="3808" y="90486"/>
                </a:lnTo>
                <a:lnTo>
                  <a:pt x="3808" y="90060"/>
                </a:lnTo>
                <a:lnTo>
                  <a:pt x="3808" y="89625"/>
                </a:lnTo>
                <a:lnTo>
                  <a:pt x="3808" y="89199"/>
                </a:lnTo>
                <a:lnTo>
                  <a:pt x="4284" y="88773"/>
                </a:lnTo>
                <a:lnTo>
                  <a:pt x="4284" y="88338"/>
                </a:lnTo>
                <a:lnTo>
                  <a:pt x="4284" y="87699"/>
                </a:lnTo>
                <a:lnTo>
                  <a:pt x="4284" y="87486"/>
                </a:lnTo>
                <a:lnTo>
                  <a:pt x="4284" y="86838"/>
                </a:lnTo>
                <a:lnTo>
                  <a:pt x="4601" y="86412"/>
                </a:lnTo>
                <a:lnTo>
                  <a:pt x="4601" y="85986"/>
                </a:lnTo>
                <a:lnTo>
                  <a:pt x="4601" y="85338"/>
                </a:lnTo>
                <a:lnTo>
                  <a:pt x="4601" y="84912"/>
                </a:lnTo>
                <a:lnTo>
                  <a:pt x="4601" y="84486"/>
                </a:lnTo>
                <a:lnTo>
                  <a:pt x="4919" y="84051"/>
                </a:lnTo>
                <a:lnTo>
                  <a:pt x="4919" y="83412"/>
                </a:lnTo>
                <a:lnTo>
                  <a:pt x="4919" y="82977"/>
                </a:lnTo>
                <a:lnTo>
                  <a:pt x="4919" y="82551"/>
                </a:lnTo>
                <a:lnTo>
                  <a:pt x="4919" y="81912"/>
                </a:lnTo>
                <a:lnTo>
                  <a:pt x="5395" y="81477"/>
                </a:lnTo>
                <a:lnTo>
                  <a:pt x="5395" y="81051"/>
                </a:lnTo>
                <a:lnTo>
                  <a:pt x="5395" y="80625"/>
                </a:lnTo>
                <a:lnTo>
                  <a:pt x="5395" y="79977"/>
                </a:lnTo>
                <a:lnTo>
                  <a:pt x="5712" y="79338"/>
                </a:lnTo>
                <a:lnTo>
                  <a:pt x="5712" y="78903"/>
                </a:lnTo>
                <a:lnTo>
                  <a:pt x="5712" y="78477"/>
                </a:lnTo>
                <a:lnTo>
                  <a:pt x="5712" y="78051"/>
                </a:lnTo>
                <a:lnTo>
                  <a:pt x="5712" y="77403"/>
                </a:lnTo>
                <a:lnTo>
                  <a:pt x="5712" y="76977"/>
                </a:lnTo>
                <a:lnTo>
                  <a:pt x="5712" y="76338"/>
                </a:lnTo>
                <a:lnTo>
                  <a:pt x="5712" y="75903"/>
                </a:lnTo>
                <a:lnTo>
                  <a:pt x="5712" y="75264"/>
                </a:lnTo>
                <a:lnTo>
                  <a:pt x="5712" y="74616"/>
                </a:lnTo>
                <a:lnTo>
                  <a:pt x="6188" y="74190"/>
                </a:lnTo>
                <a:lnTo>
                  <a:pt x="6188" y="73542"/>
                </a:lnTo>
                <a:lnTo>
                  <a:pt x="6188" y="73116"/>
                </a:lnTo>
                <a:lnTo>
                  <a:pt x="6188" y="72477"/>
                </a:lnTo>
                <a:lnTo>
                  <a:pt x="6188" y="72042"/>
                </a:lnTo>
                <a:lnTo>
                  <a:pt x="6506" y="71403"/>
                </a:lnTo>
                <a:lnTo>
                  <a:pt x="6506" y="70977"/>
                </a:lnTo>
                <a:lnTo>
                  <a:pt x="6506" y="70329"/>
                </a:lnTo>
                <a:lnTo>
                  <a:pt x="6506" y="69903"/>
                </a:lnTo>
                <a:lnTo>
                  <a:pt x="6823" y="69256"/>
                </a:lnTo>
                <a:lnTo>
                  <a:pt x="6823" y="68829"/>
                </a:lnTo>
                <a:lnTo>
                  <a:pt x="6823" y="68190"/>
                </a:lnTo>
                <a:lnTo>
                  <a:pt x="6823" y="67543"/>
                </a:lnTo>
                <a:lnTo>
                  <a:pt x="6823" y="66903"/>
                </a:lnTo>
                <a:lnTo>
                  <a:pt x="7299" y="66469"/>
                </a:lnTo>
                <a:lnTo>
                  <a:pt x="7299" y="65830"/>
                </a:lnTo>
                <a:lnTo>
                  <a:pt x="7299" y="65182"/>
                </a:lnTo>
                <a:lnTo>
                  <a:pt x="7299" y="64756"/>
                </a:lnTo>
                <a:lnTo>
                  <a:pt x="7299" y="64108"/>
                </a:lnTo>
                <a:lnTo>
                  <a:pt x="7616" y="63469"/>
                </a:lnTo>
                <a:lnTo>
                  <a:pt x="7616" y="62830"/>
                </a:lnTo>
                <a:lnTo>
                  <a:pt x="7616" y="62395"/>
                </a:lnTo>
                <a:lnTo>
                  <a:pt x="7616" y="61756"/>
                </a:lnTo>
                <a:lnTo>
                  <a:pt x="7616" y="61108"/>
                </a:lnTo>
                <a:lnTo>
                  <a:pt x="8093" y="60469"/>
                </a:lnTo>
                <a:lnTo>
                  <a:pt x="8093" y="60034"/>
                </a:lnTo>
                <a:lnTo>
                  <a:pt x="8093" y="59395"/>
                </a:lnTo>
                <a:lnTo>
                  <a:pt x="8093" y="58756"/>
                </a:lnTo>
                <a:lnTo>
                  <a:pt x="8093" y="58108"/>
                </a:lnTo>
                <a:lnTo>
                  <a:pt x="8093" y="57469"/>
                </a:lnTo>
                <a:lnTo>
                  <a:pt x="8093" y="57034"/>
                </a:lnTo>
                <a:lnTo>
                  <a:pt x="8093" y="56395"/>
                </a:lnTo>
                <a:lnTo>
                  <a:pt x="8093" y="55747"/>
                </a:lnTo>
                <a:lnTo>
                  <a:pt x="8410" y="55108"/>
                </a:lnTo>
                <a:lnTo>
                  <a:pt x="8410" y="54460"/>
                </a:lnTo>
                <a:lnTo>
                  <a:pt x="8410" y="53821"/>
                </a:lnTo>
                <a:lnTo>
                  <a:pt x="8410" y="53173"/>
                </a:lnTo>
                <a:lnTo>
                  <a:pt x="8410" y="52534"/>
                </a:lnTo>
                <a:lnTo>
                  <a:pt x="8727" y="51886"/>
                </a:lnTo>
                <a:lnTo>
                  <a:pt x="8727" y="51247"/>
                </a:lnTo>
                <a:lnTo>
                  <a:pt x="8727" y="50599"/>
                </a:lnTo>
                <a:lnTo>
                  <a:pt x="8727" y="49960"/>
                </a:lnTo>
                <a:lnTo>
                  <a:pt x="8727" y="49321"/>
                </a:lnTo>
                <a:lnTo>
                  <a:pt x="9203" y="48673"/>
                </a:lnTo>
                <a:lnTo>
                  <a:pt x="9203" y="48034"/>
                </a:lnTo>
                <a:lnTo>
                  <a:pt x="9203" y="47599"/>
                </a:lnTo>
                <a:lnTo>
                  <a:pt x="9203" y="46747"/>
                </a:lnTo>
                <a:lnTo>
                  <a:pt x="9521" y="46099"/>
                </a:lnTo>
                <a:lnTo>
                  <a:pt x="9521" y="45460"/>
                </a:lnTo>
                <a:lnTo>
                  <a:pt x="9521" y="44812"/>
                </a:lnTo>
                <a:lnTo>
                  <a:pt x="9521" y="43960"/>
                </a:lnTo>
                <a:lnTo>
                  <a:pt x="9521" y="43525"/>
                </a:lnTo>
                <a:lnTo>
                  <a:pt x="9997" y="42886"/>
                </a:lnTo>
                <a:lnTo>
                  <a:pt x="9997" y="42025"/>
                </a:lnTo>
                <a:lnTo>
                  <a:pt x="9997" y="41599"/>
                </a:lnTo>
                <a:lnTo>
                  <a:pt x="9997" y="40738"/>
                </a:lnTo>
                <a:lnTo>
                  <a:pt x="9997" y="40099"/>
                </a:lnTo>
                <a:lnTo>
                  <a:pt x="9997" y="39451"/>
                </a:lnTo>
                <a:lnTo>
                  <a:pt x="9997" y="38812"/>
                </a:lnTo>
                <a:lnTo>
                  <a:pt x="9997" y="38164"/>
                </a:lnTo>
                <a:lnTo>
                  <a:pt x="9997" y="37312"/>
                </a:lnTo>
                <a:lnTo>
                  <a:pt x="9997" y="36664"/>
                </a:lnTo>
                <a:lnTo>
                  <a:pt x="10314" y="36025"/>
                </a:lnTo>
                <a:lnTo>
                  <a:pt x="10314" y="35377"/>
                </a:lnTo>
                <a:lnTo>
                  <a:pt x="10314" y="34525"/>
                </a:lnTo>
                <a:lnTo>
                  <a:pt x="10314" y="33878"/>
                </a:lnTo>
                <a:lnTo>
                  <a:pt x="10790" y="33238"/>
                </a:lnTo>
                <a:lnTo>
                  <a:pt x="10790" y="32378"/>
                </a:lnTo>
                <a:lnTo>
                  <a:pt x="10790" y="31730"/>
                </a:lnTo>
                <a:lnTo>
                  <a:pt x="10790" y="31091"/>
                </a:lnTo>
                <a:lnTo>
                  <a:pt x="10790" y="30452"/>
                </a:lnTo>
                <a:lnTo>
                  <a:pt x="11108" y="29804"/>
                </a:lnTo>
                <a:lnTo>
                  <a:pt x="11108" y="28943"/>
                </a:lnTo>
                <a:lnTo>
                  <a:pt x="11108" y="28304"/>
                </a:lnTo>
                <a:lnTo>
                  <a:pt x="11108" y="27443"/>
                </a:lnTo>
                <a:lnTo>
                  <a:pt x="11108" y="26804"/>
                </a:lnTo>
                <a:lnTo>
                  <a:pt x="11425" y="26156"/>
                </a:lnTo>
                <a:lnTo>
                  <a:pt x="11425" y="25304"/>
                </a:lnTo>
                <a:lnTo>
                  <a:pt x="11425" y="24656"/>
                </a:lnTo>
                <a:lnTo>
                  <a:pt x="11425" y="23804"/>
                </a:lnTo>
                <a:lnTo>
                  <a:pt x="11425" y="23156"/>
                </a:lnTo>
                <a:lnTo>
                  <a:pt x="11901" y="22517"/>
                </a:lnTo>
                <a:lnTo>
                  <a:pt x="11901" y="21656"/>
                </a:lnTo>
                <a:lnTo>
                  <a:pt x="11901" y="20795"/>
                </a:lnTo>
                <a:lnTo>
                  <a:pt x="11901" y="20156"/>
                </a:lnTo>
                <a:lnTo>
                  <a:pt x="11901" y="19295"/>
                </a:lnTo>
                <a:lnTo>
                  <a:pt x="11901" y="18656"/>
                </a:lnTo>
                <a:lnTo>
                  <a:pt x="11901" y="18008"/>
                </a:lnTo>
                <a:lnTo>
                  <a:pt x="11901" y="17156"/>
                </a:lnTo>
                <a:lnTo>
                  <a:pt x="11901" y="16508"/>
                </a:lnTo>
                <a:lnTo>
                  <a:pt x="12218" y="15656"/>
                </a:lnTo>
                <a:lnTo>
                  <a:pt x="12218" y="14795"/>
                </a:lnTo>
                <a:lnTo>
                  <a:pt x="12218" y="14147"/>
                </a:lnTo>
                <a:lnTo>
                  <a:pt x="12218" y="13295"/>
                </a:lnTo>
                <a:lnTo>
                  <a:pt x="12218" y="12647"/>
                </a:lnTo>
                <a:lnTo>
                  <a:pt x="12694" y="11795"/>
                </a:lnTo>
                <a:lnTo>
                  <a:pt x="12694" y="10934"/>
                </a:lnTo>
                <a:lnTo>
                  <a:pt x="12694" y="10295"/>
                </a:lnTo>
                <a:lnTo>
                  <a:pt x="12694" y="9647"/>
                </a:lnTo>
                <a:lnTo>
                  <a:pt x="12694" y="8573"/>
                </a:lnTo>
                <a:lnTo>
                  <a:pt x="13012" y="7934"/>
                </a:lnTo>
                <a:lnTo>
                  <a:pt x="13012" y="7286"/>
                </a:lnTo>
                <a:lnTo>
                  <a:pt x="13012" y="6221"/>
                </a:lnTo>
                <a:lnTo>
                  <a:pt x="13012" y="5573"/>
                </a:lnTo>
                <a:lnTo>
                  <a:pt x="13329" y="4934"/>
                </a:lnTo>
                <a:lnTo>
                  <a:pt x="13329" y="3860"/>
                </a:lnTo>
                <a:lnTo>
                  <a:pt x="13329" y="3212"/>
                </a:lnTo>
                <a:lnTo>
                  <a:pt x="13329" y="2360"/>
                </a:lnTo>
                <a:lnTo>
                  <a:pt x="13329" y="1499"/>
                </a:lnTo>
                <a:lnTo>
                  <a:pt x="13805" y="639"/>
                </a:lnTo>
                <a:lnTo>
                  <a:pt x="13805" y="0"/>
                </a:lnTo>
              </a:path>
            </a:pathLst>
          </a:custGeom>
          <a:ln w="1941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7475043" y="3752634"/>
            <a:ext cx="13329" cy="203916"/>
          </a:xfrm>
          <a:custGeom>
            <a:avLst/>
            <a:gdLst/>
            <a:ahLst/>
            <a:cxnLst/>
            <a:rect l="l" t="t" r="r" b="b"/>
            <a:pathLst>
              <a:path w="13329" h="203916">
                <a:moveTo>
                  <a:pt x="0" y="203916"/>
                </a:moveTo>
                <a:lnTo>
                  <a:pt x="0" y="203055"/>
                </a:lnTo>
                <a:lnTo>
                  <a:pt x="0" y="202203"/>
                </a:lnTo>
                <a:lnTo>
                  <a:pt x="0" y="201555"/>
                </a:lnTo>
                <a:lnTo>
                  <a:pt x="317" y="200703"/>
                </a:lnTo>
                <a:lnTo>
                  <a:pt x="317" y="199842"/>
                </a:lnTo>
                <a:lnTo>
                  <a:pt x="317" y="198981"/>
                </a:lnTo>
                <a:lnTo>
                  <a:pt x="317" y="198342"/>
                </a:lnTo>
                <a:lnTo>
                  <a:pt x="317" y="197268"/>
                </a:lnTo>
                <a:lnTo>
                  <a:pt x="317" y="196407"/>
                </a:lnTo>
                <a:lnTo>
                  <a:pt x="317" y="195768"/>
                </a:lnTo>
                <a:lnTo>
                  <a:pt x="317" y="194694"/>
                </a:lnTo>
                <a:lnTo>
                  <a:pt x="317" y="194055"/>
                </a:lnTo>
                <a:lnTo>
                  <a:pt x="793" y="193194"/>
                </a:lnTo>
                <a:lnTo>
                  <a:pt x="793" y="192333"/>
                </a:lnTo>
                <a:lnTo>
                  <a:pt x="793" y="191481"/>
                </a:lnTo>
                <a:lnTo>
                  <a:pt x="793" y="190620"/>
                </a:lnTo>
                <a:lnTo>
                  <a:pt x="793" y="189981"/>
                </a:lnTo>
                <a:lnTo>
                  <a:pt x="1110" y="188907"/>
                </a:lnTo>
                <a:lnTo>
                  <a:pt x="1110" y="188046"/>
                </a:lnTo>
                <a:lnTo>
                  <a:pt x="1110" y="187194"/>
                </a:lnTo>
                <a:lnTo>
                  <a:pt x="1110" y="186546"/>
                </a:lnTo>
                <a:lnTo>
                  <a:pt x="1110" y="185472"/>
                </a:lnTo>
                <a:lnTo>
                  <a:pt x="1586" y="184620"/>
                </a:lnTo>
                <a:lnTo>
                  <a:pt x="1586" y="183972"/>
                </a:lnTo>
                <a:lnTo>
                  <a:pt x="1586" y="182898"/>
                </a:lnTo>
                <a:lnTo>
                  <a:pt x="1586" y="182046"/>
                </a:lnTo>
                <a:lnTo>
                  <a:pt x="1586" y="181185"/>
                </a:lnTo>
                <a:lnTo>
                  <a:pt x="1904" y="180324"/>
                </a:lnTo>
                <a:lnTo>
                  <a:pt x="1904" y="179472"/>
                </a:lnTo>
                <a:lnTo>
                  <a:pt x="1904" y="178611"/>
                </a:lnTo>
                <a:lnTo>
                  <a:pt x="1904" y="177759"/>
                </a:lnTo>
                <a:lnTo>
                  <a:pt x="2221" y="176898"/>
                </a:lnTo>
                <a:lnTo>
                  <a:pt x="2221" y="175824"/>
                </a:lnTo>
                <a:lnTo>
                  <a:pt x="2221" y="174972"/>
                </a:lnTo>
                <a:lnTo>
                  <a:pt x="2221" y="174111"/>
                </a:lnTo>
                <a:lnTo>
                  <a:pt x="2221" y="173463"/>
                </a:lnTo>
                <a:lnTo>
                  <a:pt x="2221" y="172398"/>
                </a:lnTo>
                <a:lnTo>
                  <a:pt x="2221" y="171537"/>
                </a:lnTo>
                <a:lnTo>
                  <a:pt x="2221" y="170677"/>
                </a:lnTo>
                <a:lnTo>
                  <a:pt x="2221" y="169825"/>
                </a:lnTo>
                <a:lnTo>
                  <a:pt x="2221" y="168751"/>
                </a:lnTo>
                <a:lnTo>
                  <a:pt x="2697" y="167890"/>
                </a:lnTo>
                <a:lnTo>
                  <a:pt x="2697" y="167038"/>
                </a:lnTo>
                <a:lnTo>
                  <a:pt x="2697" y="166177"/>
                </a:lnTo>
                <a:lnTo>
                  <a:pt x="2697" y="165316"/>
                </a:lnTo>
                <a:lnTo>
                  <a:pt x="2697" y="164251"/>
                </a:lnTo>
                <a:lnTo>
                  <a:pt x="3015" y="163390"/>
                </a:lnTo>
                <a:lnTo>
                  <a:pt x="3015" y="162529"/>
                </a:lnTo>
                <a:lnTo>
                  <a:pt x="3015" y="161677"/>
                </a:lnTo>
                <a:lnTo>
                  <a:pt x="3015" y="160603"/>
                </a:lnTo>
                <a:lnTo>
                  <a:pt x="3491" y="159529"/>
                </a:lnTo>
                <a:lnTo>
                  <a:pt x="3491" y="158668"/>
                </a:lnTo>
                <a:lnTo>
                  <a:pt x="3491" y="157816"/>
                </a:lnTo>
                <a:lnTo>
                  <a:pt x="3491" y="156955"/>
                </a:lnTo>
                <a:lnTo>
                  <a:pt x="3491" y="155881"/>
                </a:lnTo>
                <a:lnTo>
                  <a:pt x="3808" y="155029"/>
                </a:lnTo>
                <a:lnTo>
                  <a:pt x="3808" y="154168"/>
                </a:lnTo>
                <a:lnTo>
                  <a:pt x="3808" y="153307"/>
                </a:lnTo>
                <a:lnTo>
                  <a:pt x="3808" y="152242"/>
                </a:lnTo>
                <a:lnTo>
                  <a:pt x="3808" y="151168"/>
                </a:lnTo>
                <a:lnTo>
                  <a:pt x="4125" y="150307"/>
                </a:lnTo>
                <a:lnTo>
                  <a:pt x="4125" y="149455"/>
                </a:lnTo>
                <a:lnTo>
                  <a:pt x="4125" y="148381"/>
                </a:lnTo>
                <a:lnTo>
                  <a:pt x="4125" y="147520"/>
                </a:lnTo>
                <a:lnTo>
                  <a:pt x="4125" y="146446"/>
                </a:lnTo>
                <a:lnTo>
                  <a:pt x="4601" y="145594"/>
                </a:lnTo>
                <a:lnTo>
                  <a:pt x="4601" y="144520"/>
                </a:lnTo>
                <a:lnTo>
                  <a:pt x="4601" y="143659"/>
                </a:lnTo>
                <a:lnTo>
                  <a:pt x="4601" y="142807"/>
                </a:lnTo>
                <a:lnTo>
                  <a:pt x="4601" y="141733"/>
                </a:lnTo>
                <a:lnTo>
                  <a:pt x="4601" y="140659"/>
                </a:lnTo>
                <a:lnTo>
                  <a:pt x="4601" y="139798"/>
                </a:lnTo>
                <a:lnTo>
                  <a:pt x="4601" y="138733"/>
                </a:lnTo>
                <a:lnTo>
                  <a:pt x="4601" y="137872"/>
                </a:lnTo>
                <a:lnTo>
                  <a:pt x="4919" y="136799"/>
                </a:lnTo>
                <a:lnTo>
                  <a:pt x="4919" y="135725"/>
                </a:lnTo>
                <a:lnTo>
                  <a:pt x="4919" y="134873"/>
                </a:lnTo>
                <a:lnTo>
                  <a:pt x="4919" y="134012"/>
                </a:lnTo>
                <a:lnTo>
                  <a:pt x="4919" y="132938"/>
                </a:lnTo>
                <a:lnTo>
                  <a:pt x="5395" y="132086"/>
                </a:lnTo>
                <a:lnTo>
                  <a:pt x="5395" y="131012"/>
                </a:lnTo>
                <a:lnTo>
                  <a:pt x="5395" y="129938"/>
                </a:lnTo>
                <a:lnTo>
                  <a:pt x="5395" y="128864"/>
                </a:lnTo>
                <a:lnTo>
                  <a:pt x="5395" y="128012"/>
                </a:lnTo>
                <a:lnTo>
                  <a:pt x="5712" y="126938"/>
                </a:lnTo>
                <a:lnTo>
                  <a:pt x="5712" y="126077"/>
                </a:lnTo>
                <a:lnTo>
                  <a:pt x="5712" y="125003"/>
                </a:lnTo>
                <a:lnTo>
                  <a:pt x="5712" y="123938"/>
                </a:lnTo>
                <a:lnTo>
                  <a:pt x="6188" y="122864"/>
                </a:lnTo>
                <a:lnTo>
                  <a:pt x="6188" y="122003"/>
                </a:lnTo>
                <a:lnTo>
                  <a:pt x="6188" y="120929"/>
                </a:lnTo>
                <a:lnTo>
                  <a:pt x="6188" y="120077"/>
                </a:lnTo>
                <a:lnTo>
                  <a:pt x="6188" y="119003"/>
                </a:lnTo>
                <a:lnTo>
                  <a:pt x="6506" y="117929"/>
                </a:lnTo>
                <a:lnTo>
                  <a:pt x="6506" y="116855"/>
                </a:lnTo>
                <a:lnTo>
                  <a:pt x="6506" y="115790"/>
                </a:lnTo>
                <a:lnTo>
                  <a:pt x="6506" y="114716"/>
                </a:lnTo>
                <a:lnTo>
                  <a:pt x="6506" y="113855"/>
                </a:lnTo>
                <a:lnTo>
                  <a:pt x="6506" y="112781"/>
                </a:lnTo>
                <a:lnTo>
                  <a:pt x="6506" y="111716"/>
                </a:lnTo>
                <a:lnTo>
                  <a:pt x="6506" y="110855"/>
                </a:lnTo>
                <a:lnTo>
                  <a:pt x="6506" y="109781"/>
                </a:lnTo>
                <a:lnTo>
                  <a:pt x="6506" y="108494"/>
                </a:lnTo>
                <a:lnTo>
                  <a:pt x="6823" y="107642"/>
                </a:lnTo>
                <a:lnTo>
                  <a:pt x="6823" y="106568"/>
                </a:lnTo>
                <a:lnTo>
                  <a:pt x="6823" y="105494"/>
                </a:lnTo>
                <a:lnTo>
                  <a:pt x="6823" y="104420"/>
                </a:lnTo>
                <a:lnTo>
                  <a:pt x="7299" y="103568"/>
                </a:lnTo>
                <a:lnTo>
                  <a:pt x="7299" y="102494"/>
                </a:lnTo>
                <a:lnTo>
                  <a:pt x="7299" y="101421"/>
                </a:lnTo>
                <a:lnTo>
                  <a:pt x="7299" y="100347"/>
                </a:lnTo>
                <a:lnTo>
                  <a:pt x="7299" y="99060"/>
                </a:lnTo>
                <a:lnTo>
                  <a:pt x="7616" y="98208"/>
                </a:lnTo>
                <a:lnTo>
                  <a:pt x="7616" y="97134"/>
                </a:lnTo>
                <a:lnTo>
                  <a:pt x="7616" y="96060"/>
                </a:lnTo>
                <a:lnTo>
                  <a:pt x="7616" y="94986"/>
                </a:lnTo>
                <a:lnTo>
                  <a:pt x="7616" y="93912"/>
                </a:lnTo>
                <a:lnTo>
                  <a:pt x="8093" y="92847"/>
                </a:lnTo>
                <a:lnTo>
                  <a:pt x="8093" y="91773"/>
                </a:lnTo>
                <a:lnTo>
                  <a:pt x="8093" y="90912"/>
                </a:lnTo>
                <a:lnTo>
                  <a:pt x="8093" y="89625"/>
                </a:lnTo>
                <a:lnTo>
                  <a:pt x="8093" y="88551"/>
                </a:lnTo>
                <a:lnTo>
                  <a:pt x="8410" y="87486"/>
                </a:lnTo>
                <a:lnTo>
                  <a:pt x="8410" y="86412"/>
                </a:lnTo>
                <a:lnTo>
                  <a:pt x="8410" y="85338"/>
                </a:lnTo>
                <a:lnTo>
                  <a:pt x="8410" y="84264"/>
                </a:lnTo>
                <a:lnTo>
                  <a:pt x="8410" y="83190"/>
                </a:lnTo>
                <a:lnTo>
                  <a:pt x="8727" y="82125"/>
                </a:lnTo>
                <a:lnTo>
                  <a:pt x="8727" y="81051"/>
                </a:lnTo>
                <a:lnTo>
                  <a:pt x="8727" y="79977"/>
                </a:lnTo>
                <a:lnTo>
                  <a:pt x="8727" y="78903"/>
                </a:lnTo>
                <a:lnTo>
                  <a:pt x="8727" y="77838"/>
                </a:lnTo>
                <a:lnTo>
                  <a:pt x="8727" y="76764"/>
                </a:lnTo>
                <a:lnTo>
                  <a:pt x="8727" y="75477"/>
                </a:lnTo>
                <a:lnTo>
                  <a:pt x="8727" y="74403"/>
                </a:lnTo>
                <a:lnTo>
                  <a:pt x="8727" y="73329"/>
                </a:lnTo>
                <a:lnTo>
                  <a:pt x="9203" y="72255"/>
                </a:lnTo>
                <a:lnTo>
                  <a:pt x="9203" y="70968"/>
                </a:lnTo>
                <a:lnTo>
                  <a:pt x="9203" y="69903"/>
                </a:lnTo>
                <a:lnTo>
                  <a:pt x="9203" y="68829"/>
                </a:lnTo>
                <a:lnTo>
                  <a:pt x="9203" y="67756"/>
                </a:lnTo>
                <a:lnTo>
                  <a:pt x="9521" y="66682"/>
                </a:lnTo>
                <a:lnTo>
                  <a:pt x="9521" y="65608"/>
                </a:lnTo>
                <a:lnTo>
                  <a:pt x="9521" y="64543"/>
                </a:lnTo>
                <a:lnTo>
                  <a:pt x="9521" y="63256"/>
                </a:lnTo>
                <a:lnTo>
                  <a:pt x="9521" y="62182"/>
                </a:lnTo>
                <a:lnTo>
                  <a:pt x="9997" y="61108"/>
                </a:lnTo>
                <a:lnTo>
                  <a:pt x="9997" y="60034"/>
                </a:lnTo>
                <a:lnTo>
                  <a:pt x="9997" y="58969"/>
                </a:lnTo>
                <a:lnTo>
                  <a:pt x="9997" y="57682"/>
                </a:lnTo>
                <a:lnTo>
                  <a:pt x="10314" y="56608"/>
                </a:lnTo>
                <a:lnTo>
                  <a:pt x="10314" y="55321"/>
                </a:lnTo>
                <a:lnTo>
                  <a:pt x="10314" y="54247"/>
                </a:lnTo>
                <a:lnTo>
                  <a:pt x="10314" y="52960"/>
                </a:lnTo>
                <a:lnTo>
                  <a:pt x="10314" y="51886"/>
                </a:lnTo>
                <a:lnTo>
                  <a:pt x="10631" y="50821"/>
                </a:lnTo>
                <a:lnTo>
                  <a:pt x="10631" y="49534"/>
                </a:lnTo>
                <a:lnTo>
                  <a:pt x="10631" y="48460"/>
                </a:lnTo>
                <a:lnTo>
                  <a:pt x="10631" y="47386"/>
                </a:lnTo>
                <a:lnTo>
                  <a:pt x="10631" y="46099"/>
                </a:lnTo>
                <a:lnTo>
                  <a:pt x="10631" y="45025"/>
                </a:lnTo>
                <a:lnTo>
                  <a:pt x="10631" y="43951"/>
                </a:lnTo>
                <a:lnTo>
                  <a:pt x="10631" y="42664"/>
                </a:lnTo>
                <a:lnTo>
                  <a:pt x="10631" y="41599"/>
                </a:lnTo>
                <a:lnTo>
                  <a:pt x="10631" y="40525"/>
                </a:lnTo>
                <a:lnTo>
                  <a:pt x="11108" y="39238"/>
                </a:lnTo>
                <a:lnTo>
                  <a:pt x="11108" y="38164"/>
                </a:lnTo>
                <a:lnTo>
                  <a:pt x="11108" y="36877"/>
                </a:lnTo>
                <a:lnTo>
                  <a:pt x="11108" y="35804"/>
                </a:lnTo>
                <a:lnTo>
                  <a:pt x="11425" y="34517"/>
                </a:lnTo>
                <a:lnTo>
                  <a:pt x="11425" y="33451"/>
                </a:lnTo>
                <a:lnTo>
                  <a:pt x="11425" y="32165"/>
                </a:lnTo>
                <a:lnTo>
                  <a:pt x="11425" y="31091"/>
                </a:lnTo>
                <a:lnTo>
                  <a:pt x="11425" y="30017"/>
                </a:lnTo>
                <a:lnTo>
                  <a:pt x="11901" y="28730"/>
                </a:lnTo>
                <a:lnTo>
                  <a:pt x="11901" y="27656"/>
                </a:lnTo>
                <a:lnTo>
                  <a:pt x="11901" y="26369"/>
                </a:lnTo>
                <a:lnTo>
                  <a:pt x="11901" y="25082"/>
                </a:lnTo>
                <a:lnTo>
                  <a:pt x="11901" y="24017"/>
                </a:lnTo>
                <a:lnTo>
                  <a:pt x="12218" y="22730"/>
                </a:lnTo>
                <a:lnTo>
                  <a:pt x="12218" y="21656"/>
                </a:lnTo>
                <a:lnTo>
                  <a:pt x="12218" y="20369"/>
                </a:lnTo>
                <a:lnTo>
                  <a:pt x="12218" y="19295"/>
                </a:lnTo>
                <a:lnTo>
                  <a:pt x="12218" y="18008"/>
                </a:lnTo>
                <a:lnTo>
                  <a:pt x="12694" y="16721"/>
                </a:lnTo>
                <a:lnTo>
                  <a:pt x="12694" y="15647"/>
                </a:lnTo>
                <a:lnTo>
                  <a:pt x="12694" y="14360"/>
                </a:lnTo>
                <a:lnTo>
                  <a:pt x="12694" y="13295"/>
                </a:lnTo>
                <a:lnTo>
                  <a:pt x="13012" y="12008"/>
                </a:lnTo>
                <a:lnTo>
                  <a:pt x="13012" y="10721"/>
                </a:lnTo>
                <a:lnTo>
                  <a:pt x="13012" y="9647"/>
                </a:lnTo>
                <a:lnTo>
                  <a:pt x="13012" y="8360"/>
                </a:lnTo>
                <a:lnTo>
                  <a:pt x="13012" y="7073"/>
                </a:lnTo>
                <a:lnTo>
                  <a:pt x="13012" y="5999"/>
                </a:lnTo>
                <a:lnTo>
                  <a:pt x="13012" y="4712"/>
                </a:lnTo>
                <a:lnTo>
                  <a:pt x="13012" y="3425"/>
                </a:lnTo>
                <a:lnTo>
                  <a:pt x="13012" y="2360"/>
                </a:lnTo>
                <a:lnTo>
                  <a:pt x="13012" y="1073"/>
                </a:lnTo>
                <a:lnTo>
                  <a:pt x="13329" y="0"/>
                </a:lnTo>
              </a:path>
            </a:pathLst>
          </a:custGeom>
          <a:ln w="195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7488372" y="3476684"/>
            <a:ext cx="13805" cy="275950"/>
          </a:xfrm>
          <a:custGeom>
            <a:avLst/>
            <a:gdLst/>
            <a:ahLst/>
            <a:cxnLst/>
            <a:rect l="l" t="t" r="r" b="b"/>
            <a:pathLst>
              <a:path w="13805" h="275950">
                <a:moveTo>
                  <a:pt x="0" y="275950"/>
                </a:moveTo>
                <a:lnTo>
                  <a:pt x="0" y="274663"/>
                </a:lnTo>
                <a:lnTo>
                  <a:pt x="0" y="273376"/>
                </a:lnTo>
                <a:lnTo>
                  <a:pt x="0" y="272302"/>
                </a:lnTo>
                <a:lnTo>
                  <a:pt x="0" y="271015"/>
                </a:lnTo>
                <a:lnTo>
                  <a:pt x="476" y="269728"/>
                </a:lnTo>
                <a:lnTo>
                  <a:pt x="476" y="268441"/>
                </a:lnTo>
                <a:lnTo>
                  <a:pt x="476" y="267154"/>
                </a:lnTo>
                <a:lnTo>
                  <a:pt x="476" y="266089"/>
                </a:lnTo>
                <a:lnTo>
                  <a:pt x="793" y="264802"/>
                </a:lnTo>
                <a:lnTo>
                  <a:pt x="793" y="263515"/>
                </a:lnTo>
                <a:lnTo>
                  <a:pt x="793" y="262228"/>
                </a:lnTo>
                <a:lnTo>
                  <a:pt x="793" y="260941"/>
                </a:lnTo>
                <a:lnTo>
                  <a:pt x="793" y="259654"/>
                </a:lnTo>
                <a:lnTo>
                  <a:pt x="1269" y="258367"/>
                </a:lnTo>
                <a:lnTo>
                  <a:pt x="1269" y="257293"/>
                </a:lnTo>
                <a:lnTo>
                  <a:pt x="1269" y="256006"/>
                </a:lnTo>
                <a:lnTo>
                  <a:pt x="1269" y="254719"/>
                </a:lnTo>
                <a:lnTo>
                  <a:pt x="1269" y="253432"/>
                </a:lnTo>
                <a:lnTo>
                  <a:pt x="1586" y="252358"/>
                </a:lnTo>
                <a:lnTo>
                  <a:pt x="1586" y="251071"/>
                </a:lnTo>
                <a:lnTo>
                  <a:pt x="1586" y="249784"/>
                </a:lnTo>
                <a:lnTo>
                  <a:pt x="1586" y="248498"/>
                </a:lnTo>
                <a:lnTo>
                  <a:pt x="1586" y="247219"/>
                </a:lnTo>
                <a:lnTo>
                  <a:pt x="1586" y="245932"/>
                </a:lnTo>
                <a:lnTo>
                  <a:pt x="1586" y="244646"/>
                </a:lnTo>
                <a:lnTo>
                  <a:pt x="1586" y="243359"/>
                </a:lnTo>
                <a:lnTo>
                  <a:pt x="1586" y="242072"/>
                </a:lnTo>
                <a:lnTo>
                  <a:pt x="1904" y="240785"/>
                </a:lnTo>
                <a:lnTo>
                  <a:pt x="1904" y="239498"/>
                </a:lnTo>
                <a:lnTo>
                  <a:pt x="1904" y="238211"/>
                </a:lnTo>
                <a:lnTo>
                  <a:pt x="1904" y="236924"/>
                </a:lnTo>
                <a:lnTo>
                  <a:pt x="1904" y="235637"/>
                </a:lnTo>
                <a:lnTo>
                  <a:pt x="2380" y="234563"/>
                </a:lnTo>
                <a:lnTo>
                  <a:pt x="2380" y="233276"/>
                </a:lnTo>
                <a:lnTo>
                  <a:pt x="2380" y="231989"/>
                </a:lnTo>
                <a:lnTo>
                  <a:pt x="2380" y="230489"/>
                </a:lnTo>
                <a:lnTo>
                  <a:pt x="2380" y="229202"/>
                </a:lnTo>
                <a:lnTo>
                  <a:pt x="2697" y="227915"/>
                </a:lnTo>
                <a:lnTo>
                  <a:pt x="2697" y="226628"/>
                </a:lnTo>
                <a:lnTo>
                  <a:pt x="2697" y="225341"/>
                </a:lnTo>
                <a:lnTo>
                  <a:pt x="2697" y="224054"/>
                </a:lnTo>
                <a:lnTo>
                  <a:pt x="2697" y="222767"/>
                </a:lnTo>
                <a:lnTo>
                  <a:pt x="3173" y="221480"/>
                </a:lnTo>
                <a:lnTo>
                  <a:pt x="3173" y="220202"/>
                </a:lnTo>
                <a:lnTo>
                  <a:pt x="3173" y="218915"/>
                </a:lnTo>
                <a:lnTo>
                  <a:pt x="3173" y="217628"/>
                </a:lnTo>
                <a:lnTo>
                  <a:pt x="3491" y="216297"/>
                </a:lnTo>
                <a:lnTo>
                  <a:pt x="3491" y="215054"/>
                </a:lnTo>
                <a:lnTo>
                  <a:pt x="3491" y="213546"/>
                </a:lnTo>
                <a:lnTo>
                  <a:pt x="3491" y="212303"/>
                </a:lnTo>
                <a:lnTo>
                  <a:pt x="3491" y="210972"/>
                </a:lnTo>
                <a:lnTo>
                  <a:pt x="3491" y="209729"/>
                </a:lnTo>
                <a:lnTo>
                  <a:pt x="3491" y="208398"/>
                </a:lnTo>
                <a:lnTo>
                  <a:pt x="3491" y="207155"/>
                </a:lnTo>
                <a:lnTo>
                  <a:pt x="3491" y="205824"/>
                </a:lnTo>
                <a:lnTo>
                  <a:pt x="3491" y="204581"/>
                </a:lnTo>
                <a:lnTo>
                  <a:pt x="3967" y="203072"/>
                </a:lnTo>
                <a:lnTo>
                  <a:pt x="3967" y="201741"/>
                </a:lnTo>
                <a:lnTo>
                  <a:pt x="3967" y="200498"/>
                </a:lnTo>
                <a:lnTo>
                  <a:pt x="3967" y="199167"/>
                </a:lnTo>
                <a:lnTo>
                  <a:pt x="3967" y="197925"/>
                </a:lnTo>
                <a:lnTo>
                  <a:pt x="4284" y="196593"/>
                </a:lnTo>
                <a:lnTo>
                  <a:pt x="4284" y="195084"/>
                </a:lnTo>
                <a:lnTo>
                  <a:pt x="4284" y="193842"/>
                </a:lnTo>
                <a:lnTo>
                  <a:pt x="4284" y="192510"/>
                </a:lnTo>
                <a:lnTo>
                  <a:pt x="4601" y="191002"/>
                </a:lnTo>
                <a:lnTo>
                  <a:pt x="4601" y="189759"/>
                </a:lnTo>
                <a:lnTo>
                  <a:pt x="4601" y="188428"/>
                </a:lnTo>
                <a:lnTo>
                  <a:pt x="4601" y="187185"/>
                </a:lnTo>
                <a:lnTo>
                  <a:pt x="4601" y="185854"/>
                </a:lnTo>
                <a:lnTo>
                  <a:pt x="5077" y="184345"/>
                </a:lnTo>
                <a:lnTo>
                  <a:pt x="5077" y="183102"/>
                </a:lnTo>
                <a:lnTo>
                  <a:pt x="5077" y="181594"/>
                </a:lnTo>
                <a:lnTo>
                  <a:pt x="5077" y="180351"/>
                </a:lnTo>
                <a:lnTo>
                  <a:pt x="5077" y="179020"/>
                </a:lnTo>
                <a:lnTo>
                  <a:pt x="5395" y="177777"/>
                </a:lnTo>
                <a:lnTo>
                  <a:pt x="5395" y="176446"/>
                </a:lnTo>
                <a:lnTo>
                  <a:pt x="5395" y="174937"/>
                </a:lnTo>
                <a:lnTo>
                  <a:pt x="5395" y="173694"/>
                </a:lnTo>
                <a:lnTo>
                  <a:pt x="5395" y="172185"/>
                </a:lnTo>
                <a:lnTo>
                  <a:pt x="5871" y="170854"/>
                </a:lnTo>
                <a:lnTo>
                  <a:pt x="5871" y="169612"/>
                </a:lnTo>
                <a:lnTo>
                  <a:pt x="5871" y="168280"/>
                </a:lnTo>
                <a:lnTo>
                  <a:pt x="5871" y="166771"/>
                </a:lnTo>
                <a:lnTo>
                  <a:pt x="5871" y="165262"/>
                </a:lnTo>
                <a:lnTo>
                  <a:pt x="5871" y="164020"/>
                </a:lnTo>
                <a:lnTo>
                  <a:pt x="5871" y="162511"/>
                </a:lnTo>
                <a:lnTo>
                  <a:pt x="5871" y="161268"/>
                </a:lnTo>
                <a:lnTo>
                  <a:pt x="5871" y="159937"/>
                </a:lnTo>
                <a:lnTo>
                  <a:pt x="6188" y="158695"/>
                </a:lnTo>
                <a:lnTo>
                  <a:pt x="6188" y="157186"/>
                </a:lnTo>
                <a:lnTo>
                  <a:pt x="6188" y="155677"/>
                </a:lnTo>
                <a:lnTo>
                  <a:pt x="6188" y="154346"/>
                </a:lnTo>
                <a:lnTo>
                  <a:pt x="6188" y="153103"/>
                </a:lnTo>
                <a:lnTo>
                  <a:pt x="6506" y="151772"/>
                </a:lnTo>
                <a:lnTo>
                  <a:pt x="6506" y="150263"/>
                </a:lnTo>
                <a:lnTo>
                  <a:pt x="6506" y="148754"/>
                </a:lnTo>
                <a:lnTo>
                  <a:pt x="6506" y="147511"/>
                </a:lnTo>
                <a:lnTo>
                  <a:pt x="6506" y="146003"/>
                </a:lnTo>
                <a:lnTo>
                  <a:pt x="6982" y="144760"/>
                </a:lnTo>
                <a:lnTo>
                  <a:pt x="6982" y="143429"/>
                </a:lnTo>
                <a:lnTo>
                  <a:pt x="6982" y="141920"/>
                </a:lnTo>
                <a:lnTo>
                  <a:pt x="6982" y="140411"/>
                </a:lnTo>
                <a:lnTo>
                  <a:pt x="7299" y="139168"/>
                </a:lnTo>
                <a:lnTo>
                  <a:pt x="7299" y="137659"/>
                </a:lnTo>
                <a:lnTo>
                  <a:pt x="7299" y="136328"/>
                </a:lnTo>
                <a:lnTo>
                  <a:pt x="7299" y="134819"/>
                </a:lnTo>
                <a:lnTo>
                  <a:pt x="7299" y="133577"/>
                </a:lnTo>
                <a:lnTo>
                  <a:pt x="7775" y="132068"/>
                </a:lnTo>
                <a:lnTo>
                  <a:pt x="7775" y="130559"/>
                </a:lnTo>
                <a:lnTo>
                  <a:pt x="7775" y="129316"/>
                </a:lnTo>
                <a:lnTo>
                  <a:pt x="7775" y="127985"/>
                </a:lnTo>
                <a:lnTo>
                  <a:pt x="7775" y="126476"/>
                </a:lnTo>
                <a:lnTo>
                  <a:pt x="7775" y="124967"/>
                </a:lnTo>
                <a:lnTo>
                  <a:pt x="7775" y="123459"/>
                </a:lnTo>
                <a:lnTo>
                  <a:pt x="7775" y="122394"/>
                </a:lnTo>
                <a:lnTo>
                  <a:pt x="7775" y="120885"/>
                </a:lnTo>
                <a:lnTo>
                  <a:pt x="7775" y="119376"/>
                </a:lnTo>
                <a:lnTo>
                  <a:pt x="8093" y="117956"/>
                </a:lnTo>
                <a:lnTo>
                  <a:pt x="8093" y="116447"/>
                </a:lnTo>
                <a:lnTo>
                  <a:pt x="8093" y="115116"/>
                </a:lnTo>
                <a:lnTo>
                  <a:pt x="8093" y="113873"/>
                </a:lnTo>
                <a:lnTo>
                  <a:pt x="8569" y="112364"/>
                </a:lnTo>
                <a:lnTo>
                  <a:pt x="8569" y="110855"/>
                </a:lnTo>
                <a:lnTo>
                  <a:pt x="8569" y="109346"/>
                </a:lnTo>
                <a:lnTo>
                  <a:pt x="8569" y="108015"/>
                </a:lnTo>
                <a:lnTo>
                  <a:pt x="8569" y="106595"/>
                </a:lnTo>
                <a:lnTo>
                  <a:pt x="8886" y="105086"/>
                </a:lnTo>
                <a:lnTo>
                  <a:pt x="8886" y="103755"/>
                </a:lnTo>
                <a:lnTo>
                  <a:pt x="8886" y="102246"/>
                </a:lnTo>
                <a:lnTo>
                  <a:pt x="8886" y="101003"/>
                </a:lnTo>
                <a:lnTo>
                  <a:pt x="8886" y="99495"/>
                </a:lnTo>
                <a:lnTo>
                  <a:pt x="9203" y="97986"/>
                </a:lnTo>
                <a:lnTo>
                  <a:pt x="9203" y="96477"/>
                </a:lnTo>
                <a:lnTo>
                  <a:pt x="9203" y="95146"/>
                </a:lnTo>
                <a:lnTo>
                  <a:pt x="9203" y="93725"/>
                </a:lnTo>
                <a:lnTo>
                  <a:pt x="9203" y="92217"/>
                </a:lnTo>
                <a:lnTo>
                  <a:pt x="9679" y="90708"/>
                </a:lnTo>
                <a:lnTo>
                  <a:pt x="9679" y="89376"/>
                </a:lnTo>
                <a:lnTo>
                  <a:pt x="9679" y="87868"/>
                </a:lnTo>
                <a:lnTo>
                  <a:pt x="9679" y="86359"/>
                </a:lnTo>
                <a:lnTo>
                  <a:pt x="9997" y="84939"/>
                </a:lnTo>
                <a:lnTo>
                  <a:pt x="9997" y="83430"/>
                </a:lnTo>
                <a:lnTo>
                  <a:pt x="9997" y="82098"/>
                </a:lnTo>
                <a:lnTo>
                  <a:pt x="9997" y="80590"/>
                </a:lnTo>
                <a:lnTo>
                  <a:pt x="9997" y="79081"/>
                </a:lnTo>
                <a:lnTo>
                  <a:pt x="9997" y="77572"/>
                </a:lnTo>
                <a:lnTo>
                  <a:pt x="9997" y="76329"/>
                </a:lnTo>
                <a:lnTo>
                  <a:pt x="9997" y="74820"/>
                </a:lnTo>
                <a:lnTo>
                  <a:pt x="9997" y="73312"/>
                </a:lnTo>
                <a:lnTo>
                  <a:pt x="9997" y="71803"/>
                </a:lnTo>
                <a:lnTo>
                  <a:pt x="10473" y="70294"/>
                </a:lnTo>
                <a:lnTo>
                  <a:pt x="10473" y="69051"/>
                </a:lnTo>
                <a:lnTo>
                  <a:pt x="10473" y="67543"/>
                </a:lnTo>
                <a:lnTo>
                  <a:pt x="10473" y="66034"/>
                </a:lnTo>
                <a:lnTo>
                  <a:pt x="10473" y="64525"/>
                </a:lnTo>
                <a:lnTo>
                  <a:pt x="10790" y="63016"/>
                </a:lnTo>
                <a:lnTo>
                  <a:pt x="10790" y="61507"/>
                </a:lnTo>
                <a:lnTo>
                  <a:pt x="10790" y="59998"/>
                </a:lnTo>
                <a:lnTo>
                  <a:pt x="10790" y="58489"/>
                </a:lnTo>
                <a:lnTo>
                  <a:pt x="11108" y="57247"/>
                </a:lnTo>
                <a:lnTo>
                  <a:pt x="11108" y="55738"/>
                </a:lnTo>
                <a:lnTo>
                  <a:pt x="11108" y="54052"/>
                </a:lnTo>
                <a:lnTo>
                  <a:pt x="11108" y="52720"/>
                </a:lnTo>
                <a:lnTo>
                  <a:pt x="11108" y="51211"/>
                </a:lnTo>
                <a:lnTo>
                  <a:pt x="11584" y="49703"/>
                </a:lnTo>
                <a:lnTo>
                  <a:pt x="11584" y="48194"/>
                </a:lnTo>
                <a:lnTo>
                  <a:pt x="11584" y="46685"/>
                </a:lnTo>
                <a:lnTo>
                  <a:pt x="11584" y="45265"/>
                </a:lnTo>
                <a:lnTo>
                  <a:pt x="11584" y="43756"/>
                </a:lnTo>
                <a:lnTo>
                  <a:pt x="11901" y="42247"/>
                </a:lnTo>
                <a:lnTo>
                  <a:pt x="11901" y="40916"/>
                </a:lnTo>
                <a:lnTo>
                  <a:pt x="11901" y="39407"/>
                </a:lnTo>
                <a:lnTo>
                  <a:pt x="11901" y="37721"/>
                </a:lnTo>
                <a:lnTo>
                  <a:pt x="11901" y="36212"/>
                </a:lnTo>
                <a:lnTo>
                  <a:pt x="11901" y="34969"/>
                </a:lnTo>
                <a:lnTo>
                  <a:pt x="11901" y="33460"/>
                </a:lnTo>
                <a:lnTo>
                  <a:pt x="11901" y="31685"/>
                </a:lnTo>
                <a:lnTo>
                  <a:pt x="11901" y="30176"/>
                </a:lnTo>
                <a:lnTo>
                  <a:pt x="12377" y="28934"/>
                </a:lnTo>
                <a:lnTo>
                  <a:pt x="12377" y="27425"/>
                </a:lnTo>
                <a:lnTo>
                  <a:pt x="12377" y="25739"/>
                </a:lnTo>
                <a:lnTo>
                  <a:pt x="12377" y="24407"/>
                </a:lnTo>
                <a:lnTo>
                  <a:pt x="12377" y="22898"/>
                </a:lnTo>
                <a:lnTo>
                  <a:pt x="12694" y="21212"/>
                </a:lnTo>
                <a:lnTo>
                  <a:pt x="12694" y="19703"/>
                </a:lnTo>
                <a:lnTo>
                  <a:pt x="12694" y="18461"/>
                </a:lnTo>
                <a:lnTo>
                  <a:pt x="12694" y="16686"/>
                </a:lnTo>
                <a:lnTo>
                  <a:pt x="12694" y="15177"/>
                </a:lnTo>
                <a:lnTo>
                  <a:pt x="13012" y="13668"/>
                </a:lnTo>
                <a:lnTo>
                  <a:pt x="13012" y="12248"/>
                </a:lnTo>
                <a:lnTo>
                  <a:pt x="13012" y="10739"/>
                </a:lnTo>
                <a:lnTo>
                  <a:pt x="13012" y="9230"/>
                </a:lnTo>
                <a:lnTo>
                  <a:pt x="13012" y="7721"/>
                </a:lnTo>
                <a:lnTo>
                  <a:pt x="13488" y="6212"/>
                </a:lnTo>
                <a:lnTo>
                  <a:pt x="13488" y="4704"/>
                </a:lnTo>
                <a:lnTo>
                  <a:pt x="13488" y="3195"/>
                </a:lnTo>
                <a:lnTo>
                  <a:pt x="13488" y="1686"/>
                </a:lnTo>
                <a:lnTo>
                  <a:pt x="13805" y="0"/>
                </a:lnTo>
              </a:path>
            </a:pathLst>
          </a:custGeom>
          <a:ln w="195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7502178" y="3155477"/>
            <a:ext cx="13012" cy="321206"/>
          </a:xfrm>
          <a:custGeom>
            <a:avLst/>
            <a:gdLst/>
            <a:ahLst/>
            <a:cxnLst/>
            <a:rect l="l" t="t" r="r" b="b"/>
            <a:pathLst>
              <a:path w="13012" h="321206">
                <a:moveTo>
                  <a:pt x="0" y="321206"/>
                </a:moveTo>
                <a:lnTo>
                  <a:pt x="0" y="319697"/>
                </a:lnTo>
                <a:lnTo>
                  <a:pt x="0" y="318366"/>
                </a:lnTo>
                <a:lnTo>
                  <a:pt x="0" y="316680"/>
                </a:lnTo>
                <a:lnTo>
                  <a:pt x="0" y="315171"/>
                </a:lnTo>
                <a:lnTo>
                  <a:pt x="476" y="313662"/>
                </a:lnTo>
                <a:lnTo>
                  <a:pt x="476" y="312153"/>
                </a:lnTo>
                <a:lnTo>
                  <a:pt x="476" y="310644"/>
                </a:lnTo>
                <a:lnTo>
                  <a:pt x="476" y="308958"/>
                </a:lnTo>
                <a:lnTo>
                  <a:pt x="476" y="307715"/>
                </a:lnTo>
                <a:lnTo>
                  <a:pt x="476" y="305940"/>
                </a:lnTo>
                <a:lnTo>
                  <a:pt x="476" y="304431"/>
                </a:lnTo>
                <a:lnTo>
                  <a:pt x="476" y="302922"/>
                </a:lnTo>
                <a:lnTo>
                  <a:pt x="476" y="301502"/>
                </a:lnTo>
                <a:lnTo>
                  <a:pt x="476" y="299727"/>
                </a:lnTo>
                <a:lnTo>
                  <a:pt x="793" y="298218"/>
                </a:lnTo>
                <a:lnTo>
                  <a:pt x="793" y="296710"/>
                </a:lnTo>
                <a:lnTo>
                  <a:pt x="793" y="295289"/>
                </a:lnTo>
                <a:lnTo>
                  <a:pt x="793" y="293514"/>
                </a:lnTo>
                <a:lnTo>
                  <a:pt x="1269" y="292272"/>
                </a:lnTo>
                <a:lnTo>
                  <a:pt x="1269" y="290497"/>
                </a:lnTo>
                <a:lnTo>
                  <a:pt x="1269" y="288988"/>
                </a:lnTo>
                <a:lnTo>
                  <a:pt x="1269" y="287568"/>
                </a:lnTo>
                <a:lnTo>
                  <a:pt x="1269" y="286059"/>
                </a:lnTo>
                <a:lnTo>
                  <a:pt x="1586" y="284284"/>
                </a:lnTo>
                <a:lnTo>
                  <a:pt x="1586" y="283041"/>
                </a:lnTo>
                <a:lnTo>
                  <a:pt x="1586" y="281266"/>
                </a:lnTo>
                <a:lnTo>
                  <a:pt x="1586" y="279846"/>
                </a:lnTo>
                <a:lnTo>
                  <a:pt x="1586" y="278337"/>
                </a:lnTo>
                <a:lnTo>
                  <a:pt x="1904" y="276562"/>
                </a:lnTo>
                <a:lnTo>
                  <a:pt x="1904" y="275053"/>
                </a:lnTo>
                <a:lnTo>
                  <a:pt x="1904" y="273633"/>
                </a:lnTo>
                <a:lnTo>
                  <a:pt x="1904" y="272124"/>
                </a:lnTo>
                <a:lnTo>
                  <a:pt x="1904" y="270349"/>
                </a:lnTo>
                <a:lnTo>
                  <a:pt x="2380" y="268840"/>
                </a:lnTo>
                <a:lnTo>
                  <a:pt x="2380" y="267331"/>
                </a:lnTo>
                <a:lnTo>
                  <a:pt x="2380" y="265645"/>
                </a:lnTo>
                <a:lnTo>
                  <a:pt x="2380" y="264136"/>
                </a:lnTo>
                <a:lnTo>
                  <a:pt x="2380" y="262627"/>
                </a:lnTo>
                <a:lnTo>
                  <a:pt x="2380" y="260941"/>
                </a:lnTo>
                <a:lnTo>
                  <a:pt x="2380" y="259432"/>
                </a:lnTo>
                <a:lnTo>
                  <a:pt x="2380" y="257923"/>
                </a:lnTo>
                <a:lnTo>
                  <a:pt x="2380" y="256237"/>
                </a:lnTo>
                <a:lnTo>
                  <a:pt x="2697" y="254728"/>
                </a:lnTo>
                <a:lnTo>
                  <a:pt x="2697" y="253219"/>
                </a:lnTo>
                <a:lnTo>
                  <a:pt x="2697" y="251710"/>
                </a:lnTo>
                <a:lnTo>
                  <a:pt x="2697" y="250024"/>
                </a:lnTo>
                <a:lnTo>
                  <a:pt x="2697" y="248515"/>
                </a:lnTo>
                <a:lnTo>
                  <a:pt x="3173" y="246829"/>
                </a:lnTo>
                <a:lnTo>
                  <a:pt x="3173" y="245320"/>
                </a:lnTo>
                <a:lnTo>
                  <a:pt x="3173" y="243811"/>
                </a:lnTo>
                <a:lnTo>
                  <a:pt x="3173" y="242036"/>
                </a:lnTo>
                <a:lnTo>
                  <a:pt x="3173" y="240527"/>
                </a:lnTo>
                <a:lnTo>
                  <a:pt x="3491" y="239107"/>
                </a:lnTo>
                <a:lnTo>
                  <a:pt x="3491" y="237332"/>
                </a:lnTo>
                <a:lnTo>
                  <a:pt x="3491" y="235823"/>
                </a:lnTo>
                <a:lnTo>
                  <a:pt x="3491" y="234314"/>
                </a:lnTo>
                <a:lnTo>
                  <a:pt x="3808" y="232628"/>
                </a:lnTo>
                <a:lnTo>
                  <a:pt x="3808" y="231119"/>
                </a:lnTo>
                <a:lnTo>
                  <a:pt x="3808" y="229610"/>
                </a:lnTo>
                <a:lnTo>
                  <a:pt x="3808" y="227924"/>
                </a:lnTo>
                <a:lnTo>
                  <a:pt x="3808" y="226238"/>
                </a:lnTo>
                <a:lnTo>
                  <a:pt x="4284" y="224729"/>
                </a:lnTo>
                <a:lnTo>
                  <a:pt x="4284" y="223220"/>
                </a:lnTo>
                <a:lnTo>
                  <a:pt x="4284" y="221445"/>
                </a:lnTo>
                <a:lnTo>
                  <a:pt x="4284" y="220025"/>
                </a:lnTo>
                <a:lnTo>
                  <a:pt x="4284" y="218250"/>
                </a:lnTo>
                <a:lnTo>
                  <a:pt x="4601" y="216741"/>
                </a:lnTo>
                <a:lnTo>
                  <a:pt x="4601" y="215232"/>
                </a:lnTo>
                <a:lnTo>
                  <a:pt x="4601" y="213546"/>
                </a:lnTo>
                <a:lnTo>
                  <a:pt x="4601" y="212037"/>
                </a:lnTo>
                <a:lnTo>
                  <a:pt x="4601" y="210350"/>
                </a:lnTo>
                <a:lnTo>
                  <a:pt x="4601" y="208841"/>
                </a:lnTo>
                <a:lnTo>
                  <a:pt x="4601" y="207333"/>
                </a:lnTo>
                <a:lnTo>
                  <a:pt x="4601" y="205646"/>
                </a:lnTo>
                <a:lnTo>
                  <a:pt x="4601" y="203871"/>
                </a:lnTo>
                <a:lnTo>
                  <a:pt x="5077" y="202362"/>
                </a:lnTo>
                <a:lnTo>
                  <a:pt x="5077" y="200942"/>
                </a:lnTo>
                <a:lnTo>
                  <a:pt x="5077" y="199167"/>
                </a:lnTo>
                <a:lnTo>
                  <a:pt x="5077" y="197658"/>
                </a:lnTo>
                <a:lnTo>
                  <a:pt x="5077" y="195972"/>
                </a:lnTo>
                <a:lnTo>
                  <a:pt x="5395" y="194463"/>
                </a:lnTo>
                <a:lnTo>
                  <a:pt x="5395" y="192777"/>
                </a:lnTo>
                <a:lnTo>
                  <a:pt x="5395" y="191268"/>
                </a:lnTo>
                <a:lnTo>
                  <a:pt x="5395" y="189759"/>
                </a:lnTo>
                <a:lnTo>
                  <a:pt x="5395" y="188073"/>
                </a:lnTo>
                <a:lnTo>
                  <a:pt x="5871" y="186298"/>
                </a:lnTo>
                <a:lnTo>
                  <a:pt x="5871" y="184789"/>
                </a:lnTo>
                <a:lnTo>
                  <a:pt x="5871" y="183102"/>
                </a:lnTo>
                <a:lnTo>
                  <a:pt x="5871" y="181416"/>
                </a:lnTo>
                <a:lnTo>
                  <a:pt x="5871" y="179907"/>
                </a:lnTo>
                <a:lnTo>
                  <a:pt x="6188" y="178398"/>
                </a:lnTo>
                <a:lnTo>
                  <a:pt x="6188" y="176712"/>
                </a:lnTo>
                <a:lnTo>
                  <a:pt x="6188" y="175203"/>
                </a:lnTo>
                <a:lnTo>
                  <a:pt x="6188" y="173428"/>
                </a:lnTo>
                <a:lnTo>
                  <a:pt x="6506" y="171919"/>
                </a:lnTo>
                <a:lnTo>
                  <a:pt x="6506" y="170233"/>
                </a:lnTo>
                <a:lnTo>
                  <a:pt x="6506" y="168546"/>
                </a:lnTo>
                <a:lnTo>
                  <a:pt x="6506" y="167038"/>
                </a:lnTo>
                <a:lnTo>
                  <a:pt x="6506" y="165262"/>
                </a:lnTo>
                <a:lnTo>
                  <a:pt x="6506" y="163842"/>
                </a:lnTo>
                <a:lnTo>
                  <a:pt x="6506" y="162067"/>
                </a:lnTo>
                <a:lnTo>
                  <a:pt x="6506" y="160381"/>
                </a:lnTo>
                <a:lnTo>
                  <a:pt x="6506" y="159050"/>
                </a:lnTo>
                <a:lnTo>
                  <a:pt x="6506" y="157363"/>
                </a:lnTo>
                <a:lnTo>
                  <a:pt x="6982" y="155677"/>
                </a:lnTo>
                <a:lnTo>
                  <a:pt x="6982" y="154168"/>
                </a:lnTo>
                <a:lnTo>
                  <a:pt x="6982" y="152482"/>
                </a:lnTo>
                <a:lnTo>
                  <a:pt x="6982" y="150707"/>
                </a:lnTo>
                <a:lnTo>
                  <a:pt x="6982" y="149198"/>
                </a:lnTo>
                <a:lnTo>
                  <a:pt x="7299" y="147511"/>
                </a:lnTo>
                <a:lnTo>
                  <a:pt x="7299" y="146003"/>
                </a:lnTo>
                <a:lnTo>
                  <a:pt x="7299" y="144316"/>
                </a:lnTo>
                <a:lnTo>
                  <a:pt x="7299" y="142541"/>
                </a:lnTo>
                <a:lnTo>
                  <a:pt x="7775" y="141032"/>
                </a:lnTo>
                <a:lnTo>
                  <a:pt x="7775" y="139346"/>
                </a:lnTo>
                <a:lnTo>
                  <a:pt x="7775" y="137659"/>
                </a:lnTo>
                <a:lnTo>
                  <a:pt x="7775" y="136151"/>
                </a:lnTo>
                <a:lnTo>
                  <a:pt x="7775" y="134464"/>
                </a:lnTo>
                <a:lnTo>
                  <a:pt x="8093" y="132955"/>
                </a:lnTo>
                <a:lnTo>
                  <a:pt x="8093" y="131180"/>
                </a:lnTo>
                <a:lnTo>
                  <a:pt x="8093" y="129494"/>
                </a:lnTo>
                <a:lnTo>
                  <a:pt x="8093" y="127985"/>
                </a:lnTo>
                <a:lnTo>
                  <a:pt x="8093" y="126299"/>
                </a:lnTo>
                <a:lnTo>
                  <a:pt x="8410" y="124790"/>
                </a:lnTo>
                <a:lnTo>
                  <a:pt x="8410" y="123104"/>
                </a:lnTo>
                <a:lnTo>
                  <a:pt x="8410" y="121328"/>
                </a:lnTo>
                <a:lnTo>
                  <a:pt x="8410" y="119820"/>
                </a:lnTo>
                <a:lnTo>
                  <a:pt x="8410" y="118133"/>
                </a:lnTo>
                <a:lnTo>
                  <a:pt x="8886" y="116447"/>
                </a:lnTo>
                <a:lnTo>
                  <a:pt x="8886" y="114938"/>
                </a:lnTo>
                <a:lnTo>
                  <a:pt x="8886" y="112985"/>
                </a:lnTo>
                <a:lnTo>
                  <a:pt x="8886" y="111477"/>
                </a:lnTo>
                <a:lnTo>
                  <a:pt x="8886" y="109790"/>
                </a:lnTo>
                <a:lnTo>
                  <a:pt x="8886" y="108281"/>
                </a:lnTo>
                <a:lnTo>
                  <a:pt x="8886" y="106595"/>
                </a:lnTo>
                <a:lnTo>
                  <a:pt x="8886" y="104820"/>
                </a:lnTo>
                <a:lnTo>
                  <a:pt x="8886" y="103311"/>
                </a:lnTo>
                <a:lnTo>
                  <a:pt x="9203" y="101625"/>
                </a:lnTo>
                <a:lnTo>
                  <a:pt x="9203" y="99938"/>
                </a:lnTo>
                <a:lnTo>
                  <a:pt x="9203" y="98429"/>
                </a:lnTo>
                <a:lnTo>
                  <a:pt x="9203" y="96654"/>
                </a:lnTo>
                <a:lnTo>
                  <a:pt x="9203" y="95146"/>
                </a:lnTo>
                <a:lnTo>
                  <a:pt x="9679" y="93459"/>
                </a:lnTo>
                <a:lnTo>
                  <a:pt x="9679" y="91773"/>
                </a:lnTo>
                <a:lnTo>
                  <a:pt x="9679" y="89998"/>
                </a:lnTo>
                <a:lnTo>
                  <a:pt x="9679" y="88311"/>
                </a:lnTo>
                <a:lnTo>
                  <a:pt x="9679" y="86803"/>
                </a:lnTo>
                <a:lnTo>
                  <a:pt x="9997" y="85116"/>
                </a:lnTo>
                <a:lnTo>
                  <a:pt x="9997" y="83430"/>
                </a:lnTo>
                <a:lnTo>
                  <a:pt x="9997" y="81921"/>
                </a:lnTo>
                <a:lnTo>
                  <a:pt x="9997" y="80146"/>
                </a:lnTo>
                <a:lnTo>
                  <a:pt x="9997" y="78637"/>
                </a:lnTo>
                <a:lnTo>
                  <a:pt x="10473" y="76773"/>
                </a:lnTo>
                <a:lnTo>
                  <a:pt x="10473" y="75264"/>
                </a:lnTo>
                <a:lnTo>
                  <a:pt x="10473" y="73489"/>
                </a:lnTo>
                <a:lnTo>
                  <a:pt x="10473" y="71803"/>
                </a:lnTo>
                <a:lnTo>
                  <a:pt x="10790" y="70294"/>
                </a:lnTo>
                <a:lnTo>
                  <a:pt x="10790" y="68608"/>
                </a:lnTo>
                <a:lnTo>
                  <a:pt x="10790" y="66921"/>
                </a:lnTo>
                <a:lnTo>
                  <a:pt x="10790" y="65146"/>
                </a:lnTo>
                <a:lnTo>
                  <a:pt x="10790" y="63460"/>
                </a:lnTo>
                <a:lnTo>
                  <a:pt x="10790" y="61951"/>
                </a:lnTo>
                <a:lnTo>
                  <a:pt x="10790" y="60265"/>
                </a:lnTo>
                <a:lnTo>
                  <a:pt x="10790" y="58756"/>
                </a:lnTo>
                <a:lnTo>
                  <a:pt x="10790" y="56981"/>
                </a:lnTo>
                <a:lnTo>
                  <a:pt x="10790" y="55117"/>
                </a:lnTo>
                <a:lnTo>
                  <a:pt x="11108" y="53608"/>
                </a:lnTo>
                <a:lnTo>
                  <a:pt x="11108" y="51833"/>
                </a:lnTo>
                <a:lnTo>
                  <a:pt x="11108" y="50413"/>
                </a:lnTo>
                <a:lnTo>
                  <a:pt x="11108" y="48638"/>
                </a:lnTo>
                <a:lnTo>
                  <a:pt x="11108" y="46951"/>
                </a:lnTo>
                <a:lnTo>
                  <a:pt x="11584" y="45265"/>
                </a:lnTo>
                <a:lnTo>
                  <a:pt x="11584" y="43490"/>
                </a:lnTo>
                <a:lnTo>
                  <a:pt x="11584" y="41981"/>
                </a:lnTo>
                <a:lnTo>
                  <a:pt x="11584" y="40295"/>
                </a:lnTo>
                <a:lnTo>
                  <a:pt x="11901" y="38608"/>
                </a:lnTo>
                <a:lnTo>
                  <a:pt x="11901" y="36833"/>
                </a:lnTo>
                <a:lnTo>
                  <a:pt x="11901" y="35147"/>
                </a:lnTo>
                <a:lnTo>
                  <a:pt x="11901" y="33638"/>
                </a:lnTo>
                <a:lnTo>
                  <a:pt x="11901" y="31952"/>
                </a:lnTo>
                <a:lnTo>
                  <a:pt x="12377" y="30176"/>
                </a:lnTo>
                <a:lnTo>
                  <a:pt x="12377" y="28490"/>
                </a:lnTo>
                <a:lnTo>
                  <a:pt x="12377" y="26804"/>
                </a:lnTo>
                <a:lnTo>
                  <a:pt x="12377" y="25295"/>
                </a:lnTo>
                <a:lnTo>
                  <a:pt x="12377" y="23608"/>
                </a:lnTo>
                <a:lnTo>
                  <a:pt x="12694" y="21833"/>
                </a:lnTo>
                <a:lnTo>
                  <a:pt x="12694" y="20147"/>
                </a:lnTo>
                <a:lnTo>
                  <a:pt x="12694" y="18461"/>
                </a:lnTo>
                <a:lnTo>
                  <a:pt x="12694" y="16952"/>
                </a:lnTo>
                <a:lnTo>
                  <a:pt x="12694" y="15177"/>
                </a:lnTo>
                <a:lnTo>
                  <a:pt x="12694" y="13490"/>
                </a:lnTo>
                <a:lnTo>
                  <a:pt x="12694" y="11804"/>
                </a:lnTo>
                <a:lnTo>
                  <a:pt x="12694" y="10295"/>
                </a:lnTo>
                <a:lnTo>
                  <a:pt x="12694" y="8520"/>
                </a:lnTo>
                <a:lnTo>
                  <a:pt x="13012" y="6656"/>
                </a:lnTo>
                <a:lnTo>
                  <a:pt x="13012" y="5147"/>
                </a:lnTo>
                <a:lnTo>
                  <a:pt x="13012" y="3372"/>
                </a:lnTo>
                <a:lnTo>
                  <a:pt x="13012" y="1952"/>
                </a:lnTo>
                <a:lnTo>
                  <a:pt x="13012" y="0"/>
                </a:lnTo>
              </a:path>
            </a:pathLst>
          </a:custGeom>
          <a:ln w="1952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7515190" y="2818561"/>
            <a:ext cx="13805" cy="336916"/>
          </a:xfrm>
          <a:custGeom>
            <a:avLst/>
            <a:gdLst/>
            <a:ahLst/>
            <a:cxnLst/>
            <a:rect l="l" t="t" r="r" b="b"/>
            <a:pathLst>
              <a:path w="13805" h="336916">
                <a:moveTo>
                  <a:pt x="0" y="336916"/>
                </a:moveTo>
                <a:lnTo>
                  <a:pt x="476" y="335407"/>
                </a:lnTo>
                <a:lnTo>
                  <a:pt x="476" y="333721"/>
                </a:lnTo>
                <a:lnTo>
                  <a:pt x="476" y="331946"/>
                </a:lnTo>
                <a:lnTo>
                  <a:pt x="476" y="330259"/>
                </a:lnTo>
                <a:lnTo>
                  <a:pt x="476" y="328573"/>
                </a:lnTo>
                <a:lnTo>
                  <a:pt x="793" y="327064"/>
                </a:lnTo>
                <a:lnTo>
                  <a:pt x="793" y="325111"/>
                </a:lnTo>
                <a:lnTo>
                  <a:pt x="793" y="323603"/>
                </a:lnTo>
                <a:lnTo>
                  <a:pt x="793" y="321916"/>
                </a:lnTo>
                <a:lnTo>
                  <a:pt x="793" y="320141"/>
                </a:lnTo>
                <a:lnTo>
                  <a:pt x="1269" y="318455"/>
                </a:lnTo>
                <a:lnTo>
                  <a:pt x="1269" y="316768"/>
                </a:lnTo>
                <a:lnTo>
                  <a:pt x="1269" y="315259"/>
                </a:lnTo>
                <a:lnTo>
                  <a:pt x="1269" y="313484"/>
                </a:lnTo>
                <a:lnTo>
                  <a:pt x="1586" y="311798"/>
                </a:lnTo>
                <a:lnTo>
                  <a:pt x="1586" y="310112"/>
                </a:lnTo>
                <a:lnTo>
                  <a:pt x="1586" y="308425"/>
                </a:lnTo>
                <a:lnTo>
                  <a:pt x="1586" y="306650"/>
                </a:lnTo>
                <a:lnTo>
                  <a:pt x="1586" y="304964"/>
                </a:lnTo>
                <a:lnTo>
                  <a:pt x="1904" y="303455"/>
                </a:lnTo>
                <a:lnTo>
                  <a:pt x="1904" y="301502"/>
                </a:lnTo>
                <a:lnTo>
                  <a:pt x="1904" y="299816"/>
                </a:lnTo>
                <a:lnTo>
                  <a:pt x="1904" y="298307"/>
                </a:lnTo>
                <a:lnTo>
                  <a:pt x="1904" y="296621"/>
                </a:lnTo>
                <a:lnTo>
                  <a:pt x="1904" y="294846"/>
                </a:lnTo>
                <a:lnTo>
                  <a:pt x="1904" y="293159"/>
                </a:lnTo>
                <a:lnTo>
                  <a:pt x="1904" y="291650"/>
                </a:lnTo>
                <a:lnTo>
                  <a:pt x="1904" y="289698"/>
                </a:lnTo>
                <a:lnTo>
                  <a:pt x="1904" y="288012"/>
                </a:lnTo>
                <a:lnTo>
                  <a:pt x="2380" y="286503"/>
                </a:lnTo>
                <a:lnTo>
                  <a:pt x="2380" y="284550"/>
                </a:lnTo>
                <a:lnTo>
                  <a:pt x="2380" y="283041"/>
                </a:lnTo>
                <a:lnTo>
                  <a:pt x="2380" y="281355"/>
                </a:lnTo>
                <a:lnTo>
                  <a:pt x="2697" y="279668"/>
                </a:lnTo>
                <a:lnTo>
                  <a:pt x="2697" y="277893"/>
                </a:lnTo>
                <a:lnTo>
                  <a:pt x="2697" y="276207"/>
                </a:lnTo>
                <a:lnTo>
                  <a:pt x="2697" y="274521"/>
                </a:lnTo>
                <a:lnTo>
                  <a:pt x="2697" y="272746"/>
                </a:lnTo>
                <a:lnTo>
                  <a:pt x="3173" y="271325"/>
                </a:lnTo>
                <a:lnTo>
                  <a:pt x="3173" y="269550"/>
                </a:lnTo>
                <a:lnTo>
                  <a:pt x="3173" y="267864"/>
                </a:lnTo>
                <a:lnTo>
                  <a:pt x="3173" y="266178"/>
                </a:lnTo>
                <a:lnTo>
                  <a:pt x="3173" y="264403"/>
                </a:lnTo>
                <a:lnTo>
                  <a:pt x="3491" y="262716"/>
                </a:lnTo>
                <a:lnTo>
                  <a:pt x="3491" y="261030"/>
                </a:lnTo>
                <a:lnTo>
                  <a:pt x="3491" y="259521"/>
                </a:lnTo>
                <a:lnTo>
                  <a:pt x="3491" y="257568"/>
                </a:lnTo>
                <a:lnTo>
                  <a:pt x="3491" y="256059"/>
                </a:lnTo>
                <a:lnTo>
                  <a:pt x="3967" y="254373"/>
                </a:lnTo>
                <a:lnTo>
                  <a:pt x="3967" y="252598"/>
                </a:lnTo>
                <a:lnTo>
                  <a:pt x="3967" y="250912"/>
                </a:lnTo>
                <a:lnTo>
                  <a:pt x="3967" y="249225"/>
                </a:lnTo>
                <a:lnTo>
                  <a:pt x="3967" y="247450"/>
                </a:lnTo>
                <a:lnTo>
                  <a:pt x="3967" y="245764"/>
                </a:lnTo>
                <a:lnTo>
                  <a:pt x="3967" y="244077"/>
                </a:lnTo>
                <a:lnTo>
                  <a:pt x="3967" y="242302"/>
                </a:lnTo>
                <a:lnTo>
                  <a:pt x="3967" y="240882"/>
                </a:lnTo>
                <a:lnTo>
                  <a:pt x="4284" y="238930"/>
                </a:lnTo>
                <a:lnTo>
                  <a:pt x="4284" y="237421"/>
                </a:lnTo>
                <a:lnTo>
                  <a:pt x="4284" y="235734"/>
                </a:lnTo>
                <a:lnTo>
                  <a:pt x="4284" y="233782"/>
                </a:lnTo>
                <a:lnTo>
                  <a:pt x="4284" y="232273"/>
                </a:lnTo>
                <a:lnTo>
                  <a:pt x="4601" y="230587"/>
                </a:lnTo>
                <a:lnTo>
                  <a:pt x="4601" y="228812"/>
                </a:lnTo>
                <a:lnTo>
                  <a:pt x="4601" y="227125"/>
                </a:lnTo>
                <a:lnTo>
                  <a:pt x="4601" y="225616"/>
                </a:lnTo>
                <a:lnTo>
                  <a:pt x="4601" y="223664"/>
                </a:lnTo>
                <a:lnTo>
                  <a:pt x="5077" y="221977"/>
                </a:lnTo>
                <a:lnTo>
                  <a:pt x="5077" y="220468"/>
                </a:lnTo>
                <a:lnTo>
                  <a:pt x="5077" y="218516"/>
                </a:lnTo>
                <a:lnTo>
                  <a:pt x="5077" y="217007"/>
                </a:lnTo>
                <a:lnTo>
                  <a:pt x="5395" y="215143"/>
                </a:lnTo>
                <a:lnTo>
                  <a:pt x="5395" y="213634"/>
                </a:lnTo>
                <a:lnTo>
                  <a:pt x="5395" y="211859"/>
                </a:lnTo>
                <a:lnTo>
                  <a:pt x="5395" y="210173"/>
                </a:lnTo>
                <a:lnTo>
                  <a:pt x="5395" y="208486"/>
                </a:lnTo>
                <a:lnTo>
                  <a:pt x="5871" y="206711"/>
                </a:lnTo>
                <a:lnTo>
                  <a:pt x="5871" y="205025"/>
                </a:lnTo>
                <a:lnTo>
                  <a:pt x="5871" y="203339"/>
                </a:lnTo>
                <a:lnTo>
                  <a:pt x="5871" y="201830"/>
                </a:lnTo>
                <a:lnTo>
                  <a:pt x="5871" y="199877"/>
                </a:lnTo>
                <a:lnTo>
                  <a:pt x="6188" y="198368"/>
                </a:lnTo>
                <a:lnTo>
                  <a:pt x="6188" y="196416"/>
                </a:lnTo>
                <a:lnTo>
                  <a:pt x="6188" y="194729"/>
                </a:lnTo>
                <a:lnTo>
                  <a:pt x="6188" y="193220"/>
                </a:lnTo>
                <a:lnTo>
                  <a:pt x="6188" y="191268"/>
                </a:lnTo>
                <a:lnTo>
                  <a:pt x="6188" y="189848"/>
                </a:lnTo>
                <a:lnTo>
                  <a:pt x="6188" y="188073"/>
                </a:lnTo>
                <a:lnTo>
                  <a:pt x="6188" y="186386"/>
                </a:lnTo>
                <a:lnTo>
                  <a:pt x="6188" y="184700"/>
                </a:lnTo>
                <a:lnTo>
                  <a:pt x="6506" y="182925"/>
                </a:lnTo>
                <a:lnTo>
                  <a:pt x="6506" y="181238"/>
                </a:lnTo>
                <a:lnTo>
                  <a:pt x="6506" y="179552"/>
                </a:lnTo>
                <a:lnTo>
                  <a:pt x="6506" y="177777"/>
                </a:lnTo>
                <a:lnTo>
                  <a:pt x="6506" y="176091"/>
                </a:lnTo>
                <a:lnTo>
                  <a:pt x="6982" y="174582"/>
                </a:lnTo>
                <a:lnTo>
                  <a:pt x="6982" y="172629"/>
                </a:lnTo>
                <a:lnTo>
                  <a:pt x="6982" y="171120"/>
                </a:lnTo>
                <a:lnTo>
                  <a:pt x="6982" y="169434"/>
                </a:lnTo>
                <a:lnTo>
                  <a:pt x="6982" y="167748"/>
                </a:lnTo>
                <a:lnTo>
                  <a:pt x="7299" y="165973"/>
                </a:lnTo>
                <a:lnTo>
                  <a:pt x="7299" y="164109"/>
                </a:lnTo>
                <a:lnTo>
                  <a:pt x="7299" y="162600"/>
                </a:lnTo>
                <a:lnTo>
                  <a:pt x="7299" y="160825"/>
                </a:lnTo>
                <a:lnTo>
                  <a:pt x="7299" y="159138"/>
                </a:lnTo>
                <a:lnTo>
                  <a:pt x="7775" y="157452"/>
                </a:lnTo>
                <a:lnTo>
                  <a:pt x="7775" y="155943"/>
                </a:lnTo>
                <a:lnTo>
                  <a:pt x="7775" y="153991"/>
                </a:lnTo>
                <a:lnTo>
                  <a:pt x="7775" y="152304"/>
                </a:lnTo>
                <a:lnTo>
                  <a:pt x="8093" y="150529"/>
                </a:lnTo>
                <a:lnTo>
                  <a:pt x="8093" y="148843"/>
                </a:lnTo>
                <a:lnTo>
                  <a:pt x="8093" y="147334"/>
                </a:lnTo>
                <a:lnTo>
                  <a:pt x="8093" y="145381"/>
                </a:lnTo>
                <a:lnTo>
                  <a:pt x="8093" y="143961"/>
                </a:lnTo>
                <a:lnTo>
                  <a:pt x="8093" y="142186"/>
                </a:lnTo>
                <a:lnTo>
                  <a:pt x="8093" y="140500"/>
                </a:lnTo>
                <a:lnTo>
                  <a:pt x="8093" y="138813"/>
                </a:lnTo>
                <a:lnTo>
                  <a:pt x="8093" y="137038"/>
                </a:lnTo>
                <a:lnTo>
                  <a:pt x="8093" y="135352"/>
                </a:lnTo>
                <a:lnTo>
                  <a:pt x="8569" y="133665"/>
                </a:lnTo>
                <a:lnTo>
                  <a:pt x="8569" y="132157"/>
                </a:lnTo>
                <a:lnTo>
                  <a:pt x="8569" y="130382"/>
                </a:lnTo>
                <a:lnTo>
                  <a:pt x="8569" y="128695"/>
                </a:lnTo>
                <a:lnTo>
                  <a:pt x="8569" y="127009"/>
                </a:lnTo>
                <a:lnTo>
                  <a:pt x="8886" y="125234"/>
                </a:lnTo>
                <a:lnTo>
                  <a:pt x="8886" y="123725"/>
                </a:lnTo>
                <a:lnTo>
                  <a:pt x="8886" y="121861"/>
                </a:lnTo>
                <a:lnTo>
                  <a:pt x="8886" y="120352"/>
                </a:lnTo>
                <a:lnTo>
                  <a:pt x="9203" y="118400"/>
                </a:lnTo>
                <a:lnTo>
                  <a:pt x="9203" y="116891"/>
                </a:lnTo>
                <a:lnTo>
                  <a:pt x="9203" y="115204"/>
                </a:lnTo>
                <a:lnTo>
                  <a:pt x="9203" y="113252"/>
                </a:lnTo>
                <a:lnTo>
                  <a:pt x="9203" y="111743"/>
                </a:lnTo>
                <a:lnTo>
                  <a:pt x="9679" y="110056"/>
                </a:lnTo>
                <a:lnTo>
                  <a:pt x="9679" y="108281"/>
                </a:lnTo>
                <a:lnTo>
                  <a:pt x="9679" y="106595"/>
                </a:lnTo>
                <a:lnTo>
                  <a:pt x="9679" y="105086"/>
                </a:lnTo>
                <a:lnTo>
                  <a:pt x="9679" y="103222"/>
                </a:lnTo>
                <a:lnTo>
                  <a:pt x="9997" y="101447"/>
                </a:lnTo>
                <a:lnTo>
                  <a:pt x="9997" y="99938"/>
                </a:lnTo>
                <a:lnTo>
                  <a:pt x="9997" y="98074"/>
                </a:lnTo>
                <a:lnTo>
                  <a:pt x="9997" y="96566"/>
                </a:lnTo>
                <a:lnTo>
                  <a:pt x="9997" y="94613"/>
                </a:lnTo>
                <a:lnTo>
                  <a:pt x="10473" y="93104"/>
                </a:lnTo>
                <a:lnTo>
                  <a:pt x="10473" y="91418"/>
                </a:lnTo>
                <a:lnTo>
                  <a:pt x="10473" y="89643"/>
                </a:lnTo>
                <a:lnTo>
                  <a:pt x="10473" y="87956"/>
                </a:lnTo>
                <a:lnTo>
                  <a:pt x="10473" y="86270"/>
                </a:lnTo>
                <a:lnTo>
                  <a:pt x="10473" y="84495"/>
                </a:lnTo>
                <a:lnTo>
                  <a:pt x="10473" y="82808"/>
                </a:lnTo>
                <a:lnTo>
                  <a:pt x="10473" y="81300"/>
                </a:lnTo>
                <a:lnTo>
                  <a:pt x="10473" y="79347"/>
                </a:lnTo>
                <a:lnTo>
                  <a:pt x="10790" y="77838"/>
                </a:lnTo>
                <a:lnTo>
                  <a:pt x="10790" y="76152"/>
                </a:lnTo>
                <a:lnTo>
                  <a:pt x="10790" y="74465"/>
                </a:lnTo>
                <a:lnTo>
                  <a:pt x="10790" y="72690"/>
                </a:lnTo>
                <a:lnTo>
                  <a:pt x="10790" y="71004"/>
                </a:lnTo>
                <a:lnTo>
                  <a:pt x="11108" y="69318"/>
                </a:lnTo>
                <a:lnTo>
                  <a:pt x="11108" y="67543"/>
                </a:lnTo>
                <a:lnTo>
                  <a:pt x="11108" y="66122"/>
                </a:lnTo>
                <a:lnTo>
                  <a:pt x="11108" y="64170"/>
                </a:lnTo>
                <a:lnTo>
                  <a:pt x="11108" y="62661"/>
                </a:lnTo>
                <a:lnTo>
                  <a:pt x="11584" y="60975"/>
                </a:lnTo>
                <a:lnTo>
                  <a:pt x="11584" y="59022"/>
                </a:lnTo>
                <a:lnTo>
                  <a:pt x="11584" y="57513"/>
                </a:lnTo>
                <a:lnTo>
                  <a:pt x="11584" y="55827"/>
                </a:lnTo>
                <a:lnTo>
                  <a:pt x="11901" y="54052"/>
                </a:lnTo>
                <a:lnTo>
                  <a:pt x="11901" y="52365"/>
                </a:lnTo>
                <a:lnTo>
                  <a:pt x="11901" y="50856"/>
                </a:lnTo>
                <a:lnTo>
                  <a:pt x="11901" y="48904"/>
                </a:lnTo>
                <a:lnTo>
                  <a:pt x="11901" y="47217"/>
                </a:lnTo>
                <a:lnTo>
                  <a:pt x="12377" y="45709"/>
                </a:lnTo>
                <a:lnTo>
                  <a:pt x="12377" y="43756"/>
                </a:lnTo>
                <a:lnTo>
                  <a:pt x="12377" y="42247"/>
                </a:lnTo>
                <a:lnTo>
                  <a:pt x="12377" y="40561"/>
                </a:lnTo>
                <a:lnTo>
                  <a:pt x="12377" y="38874"/>
                </a:lnTo>
                <a:lnTo>
                  <a:pt x="12377" y="37099"/>
                </a:lnTo>
                <a:lnTo>
                  <a:pt x="12377" y="35413"/>
                </a:lnTo>
                <a:lnTo>
                  <a:pt x="12377" y="33727"/>
                </a:lnTo>
                <a:lnTo>
                  <a:pt x="12377" y="31952"/>
                </a:lnTo>
                <a:lnTo>
                  <a:pt x="12377" y="30531"/>
                </a:lnTo>
                <a:lnTo>
                  <a:pt x="12694" y="28756"/>
                </a:lnTo>
                <a:lnTo>
                  <a:pt x="12694" y="27070"/>
                </a:lnTo>
                <a:lnTo>
                  <a:pt x="12694" y="25384"/>
                </a:lnTo>
                <a:lnTo>
                  <a:pt x="12694" y="23608"/>
                </a:lnTo>
                <a:lnTo>
                  <a:pt x="13170" y="21922"/>
                </a:lnTo>
                <a:lnTo>
                  <a:pt x="13170" y="20236"/>
                </a:lnTo>
                <a:lnTo>
                  <a:pt x="13170" y="18727"/>
                </a:lnTo>
                <a:lnTo>
                  <a:pt x="13170" y="16774"/>
                </a:lnTo>
                <a:lnTo>
                  <a:pt x="13170" y="15265"/>
                </a:lnTo>
                <a:lnTo>
                  <a:pt x="13488" y="13579"/>
                </a:lnTo>
                <a:lnTo>
                  <a:pt x="13488" y="11804"/>
                </a:lnTo>
                <a:lnTo>
                  <a:pt x="13488" y="10118"/>
                </a:lnTo>
                <a:lnTo>
                  <a:pt x="13488" y="8431"/>
                </a:lnTo>
                <a:lnTo>
                  <a:pt x="13488" y="6922"/>
                </a:lnTo>
                <a:lnTo>
                  <a:pt x="13805" y="4970"/>
                </a:lnTo>
                <a:lnTo>
                  <a:pt x="13805" y="3461"/>
                </a:lnTo>
                <a:lnTo>
                  <a:pt x="13805" y="1775"/>
                </a:lnTo>
                <a:lnTo>
                  <a:pt x="13805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7528996" y="2495934"/>
            <a:ext cx="13488" cy="322626"/>
          </a:xfrm>
          <a:custGeom>
            <a:avLst/>
            <a:gdLst/>
            <a:ahLst/>
            <a:cxnLst/>
            <a:rect l="l" t="t" r="r" b="b"/>
            <a:pathLst>
              <a:path w="13488" h="322626">
                <a:moveTo>
                  <a:pt x="0" y="322626"/>
                </a:moveTo>
                <a:lnTo>
                  <a:pt x="0" y="320940"/>
                </a:lnTo>
                <a:lnTo>
                  <a:pt x="476" y="319253"/>
                </a:lnTo>
                <a:lnTo>
                  <a:pt x="476" y="317745"/>
                </a:lnTo>
                <a:lnTo>
                  <a:pt x="476" y="316058"/>
                </a:lnTo>
                <a:lnTo>
                  <a:pt x="476" y="314283"/>
                </a:lnTo>
                <a:lnTo>
                  <a:pt x="793" y="312597"/>
                </a:lnTo>
                <a:lnTo>
                  <a:pt x="793" y="310910"/>
                </a:lnTo>
                <a:lnTo>
                  <a:pt x="793" y="309135"/>
                </a:lnTo>
                <a:lnTo>
                  <a:pt x="793" y="307449"/>
                </a:lnTo>
                <a:lnTo>
                  <a:pt x="793" y="305940"/>
                </a:lnTo>
                <a:lnTo>
                  <a:pt x="793" y="304254"/>
                </a:lnTo>
                <a:lnTo>
                  <a:pt x="793" y="302479"/>
                </a:lnTo>
                <a:lnTo>
                  <a:pt x="793" y="300792"/>
                </a:lnTo>
                <a:lnTo>
                  <a:pt x="793" y="299106"/>
                </a:lnTo>
                <a:lnTo>
                  <a:pt x="793" y="297597"/>
                </a:lnTo>
                <a:lnTo>
                  <a:pt x="1269" y="295644"/>
                </a:lnTo>
                <a:lnTo>
                  <a:pt x="1269" y="294136"/>
                </a:lnTo>
                <a:lnTo>
                  <a:pt x="1269" y="292449"/>
                </a:lnTo>
                <a:lnTo>
                  <a:pt x="1269" y="290674"/>
                </a:lnTo>
                <a:lnTo>
                  <a:pt x="1269" y="289254"/>
                </a:lnTo>
                <a:lnTo>
                  <a:pt x="1586" y="287301"/>
                </a:lnTo>
                <a:lnTo>
                  <a:pt x="1586" y="285793"/>
                </a:lnTo>
                <a:lnTo>
                  <a:pt x="1586" y="284106"/>
                </a:lnTo>
                <a:lnTo>
                  <a:pt x="1586" y="282331"/>
                </a:lnTo>
                <a:lnTo>
                  <a:pt x="1904" y="280645"/>
                </a:lnTo>
                <a:lnTo>
                  <a:pt x="1904" y="278958"/>
                </a:lnTo>
                <a:lnTo>
                  <a:pt x="1904" y="277450"/>
                </a:lnTo>
                <a:lnTo>
                  <a:pt x="1904" y="275674"/>
                </a:lnTo>
                <a:lnTo>
                  <a:pt x="1904" y="274166"/>
                </a:lnTo>
                <a:lnTo>
                  <a:pt x="2380" y="272302"/>
                </a:lnTo>
                <a:lnTo>
                  <a:pt x="2380" y="270527"/>
                </a:lnTo>
                <a:lnTo>
                  <a:pt x="2380" y="269018"/>
                </a:lnTo>
                <a:lnTo>
                  <a:pt x="2380" y="267331"/>
                </a:lnTo>
                <a:lnTo>
                  <a:pt x="2380" y="265823"/>
                </a:lnTo>
                <a:lnTo>
                  <a:pt x="2697" y="263959"/>
                </a:lnTo>
                <a:lnTo>
                  <a:pt x="2697" y="262450"/>
                </a:lnTo>
                <a:lnTo>
                  <a:pt x="2697" y="260675"/>
                </a:lnTo>
                <a:lnTo>
                  <a:pt x="2697" y="258988"/>
                </a:lnTo>
                <a:lnTo>
                  <a:pt x="2697" y="257480"/>
                </a:lnTo>
                <a:lnTo>
                  <a:pt x="2697" y="255527"/>
                </a:lnTo>
                <a:lnTo>
                  <a:pt x="2697" y="254018"/>
                </a:lnTo>
                <a:lnTo>
                  <a:pt x="2697" y="252332"/>
                </a:lnTo>
                <a:lnTo>
                  <a:pt x="2697" y="250645"/>
                </a:lnTo>
                <a:lnTo>
                  <a:pt x="3173" y="249137"/>
                </a:lnTo>
                <a:lnTo>
                  <a:pt x="3173" y="247361"/>
                </a:lnTo>
                <a:lnTo>
                  <a:pt x="3173" y="245675"/>
                </a:lnTo>
                <a:lnTo>
                  <a:pt x="3173" y="243989"/>
                </a:lnTo>
                <a:lnTo>
                  <a:pt x="3173" y="242214"/>
                </a:lnTo>
                <a:lnTo>
                  <a:pt x="3491" y="240794"/>
                </a:lnTo>
                <a:lnTo>
                  <a:pt x="3491" y="239018"/>
                </a:lnTo>
                <a:lnTo>
                  <a:pt x="3491" y="237510"/>
                </a:lnTo>
                <a:lnTo>
                  <a:pt x="3491" y="235823"/>
                </a:lnTo>
                <a:lnTo>
                  <a:pt x="3491" y="234137"/>
                </a:lnTo>
                <a:lnTo>
                  <a:pt x="3808" y="232362"/>
                </a:lnTo>
                <a:lnTo>
                  <a:pt x="3808" y="230675"/>
                </a:lnTo>
                <a:lnTo>
                  <a:pt x="3808" y="229167"/>
                </a:lnTo>
                <a:lnTo>
                  <a:pt x="3808" y="227480"/>
                </a:lnTo>
                <a:lnTo>
                  <a:pt x="3808" y="225705"/>
                </a:lnTo>
                <a:lnTo>
                  <a:pt x="4284" y="224285"/>
                </a:lnTo>
                <a:lnTo>
                  <a:pt x="4284" y="222510"/>
                </a:lnTo>
                <a:lnTo>
                  <a:pt x="4284" y="220823"/>
                </a:lnTo>
                <a:lnTo>
                  <a:pt x="4284" y="219137"/>
                </a:lnTo>
                <a:lnTo>
                  <a:pt x="4601" y="217628"/>
                </a:lnTo>
                <a:lnTo>
                  <a:pt x="4601" y="215853"/>
                </a:lnTo>
                <a:lnTo>
                  <a:pt x="4601" y="214167"/>
                </a:lnTo>
                <a:lnTo>
                  <a:pt x="4601" y="212658"/>
                </a:lnTo>
                <a:lnTo>
                  <a:pt x="4601" y="210972"/>
                </a:lnTo>
                <a:lnTo>
                  <a:pt x="4601" y="209197"/>
                </a:lnTo>
                <a:lnTo>
                  <a:pt x="4601" y="207776"/>
                </a:lnTo>
                <a:lnTo>
                  <a:pt x="4601" y="206001"/>
                </a:lnTo>
                <a:lnTo>
                  <a:pt x="4601" y="204492"/>
                </a:lnTo>
                <a:lnTo>
                  <a:pt x="4601" y="202629"/>
                </a:lnTo>
                <a:lnTo>
                  <a:pt x="5077" y="200853"/>
                </a:lnTo>
                <a:lnTo>
                  <a:pt x="5077" y="199345"/>
                </a:lnTo>
                <a:lnTo>
                  <a:pt x="5077" y="197658"/>
                </a:lnTo>
                <a:lnTo>
                  <a:pt x="5077" y="196149"/>
                </a:lnTo>
                <a:lnTo>
                  <a:pt x="5077" y="194463"/>
                </a:lnTo>
                <a:lnTo>
                  <a:pt x="5395" y="192688"/>
                </a:lnTo>
                <a:lnTo>
                  <a:pt x="5395" y="191268"/>
                </a:lnTo>
                <a:lnTo>
                  <a:pt x="5395" y="189493"/>
                </a:lnTo>
                <a:lnTo>
                  <a:pt x="5395" y="187984"/>
                </a:lnTo>
                <a:lnTo>
                  <a:pt x="5871" y="186298"/>
                </a:lnTo>
                <a:lnTo>
                  <a:pt x="5871" y="184611"/>
                </a:lnTo>
                <a:lnTo>
                  <a:pt x="5871" y="183102"/>
                </a:lnTo>
                <a:lnTo>
                  <a:pt x="5871" y="181327"/>
                </a:lnTo>
                <a:lnTo>
                  <a:pt x="5871" y="179641"/>
                </a:lnTo>
                <a:lnTo>
                  <a:pt x="6188" y="178132"/>
                </a:lnTo>
                <a:lnTo>
                  <a:pt x="6188" y="176446"/>
                </a:lnTo>
                <a:lnTo>
                  <a:pt x="6188" y="174937"/>
                </a:lnTo>
                <a:lnTo>
                  <a:pt x="6188" y="173250"/>
                </a:lnTo>
                <a:lnTo>
                  <a:pt x="6188" y="171475"/>
                </a:lnTo>
                <a:lnTo>
                  <a:pt x="6506" y="169967"/>
                </a:lnTo>
                <a:lnTo>
                  <a:pt x="6506" y="168280"/>
                </a:lnTo>
                <a:lnTo>
                  <a:pt x="6506" y="166771"/>
                </a:lnTo>
                <a:lnTo>
                  <a:pt x="6506" y="165085"/>
                </a:lnTo>
                <a:lnTo>
                  <a:pt x="6506" y="163310"/>
                </a:lnTo>
                <a:lnTo>
                  <a:pt x="6982" y="161890"/>
                </a:lnTo>
                <a:lnTo>
                  <a:pt x="6982" y="160115"/>
                </a:lnTo>
                <a:lnTo>
                  <a:pt x="6982" y="158428"/>
                </a:lnTo>
                <a:lnTo>
                  <a:pt x="6982" y="156919"/>
                </a:lnTo>
                <a:lnTo>
                  <a:pt x="6982" y="155233"/>
                </a:lnTo>
                <a:lnTo>
                  <a:pt x="6982" y="153724"/>
                </a:lnTo>
                <a:lnTo>
                  <a:pt x="6982" y="151949"/>
                </a:lnTo>
                <a:lnTo>
                  <a:pt x="6982" y="150263"/>
                </a:lnTo>
                <a:lnTo>
                  <a:pt x="6982" y="148754"/>
                </a:lnTo>
                <a:lnTo>
                  <a:pt x="7299" y="147068"/>
                </a:lnTo>
                <a:lnTo>
                  <a:pt x="7299" y="145559"/>
                </a:lnTo>
                <a:lnTo>
                  <a:pt x="7299" y="143872"/>
                </a:lnTo>
                <a:lnTo>
                  <a:pt x="7299" y="142097"/>
                </a:lnTo>
                <a:lnTo>
                  <a:pt x="7299" y="140588"/>
                </a:lnTo>
                <a:lnTo>
                  <a:pt x="7775" y="138902"/>
                </a:lnTo>
                <a:lnTo>
                  <a:pt x="7775" y="137393"/>
                </a:lnTo>
                <a:lnTo>
                  <a:pt x="7775" y="135884"/>
                </a:lnTo>
                <a:lnTo>
                  <a:pt x="7775" y="134198"/>
                </a:lnTo>
                <a:lnTo>
                  <a:pt x="7775" y="132512"/>
                </a:lnTo>
                <a:lnTo>
                  <a:pt x="8093" y="131003"/>
                </a:lnTo>
                <a:lnTo>
                  <a:pt x="8093" y="129228"/>
                </a:lnTo>
                <a:lnTo>
                  <a:pt x="8093" y="127719"/>
                </a:lnTo>
                <a:lnTo>
                  <a:pt x="8093" y="126032"/>
                </a:lnTo>
                <a:lnTo>
                  <a:pt x="8410" y="124346"/>
                </a:lnTo>
                <a:lnTo>
                  <a:pt x="8410" y="122837"/>
                </a:lnTo>
                <a:lnTo>
                  <a:pt x="8410" y="121328"/>
                </a:lnTo>
                <a:lnTo>
                  <a:pt x="8410" y="119642"/>
                </a:lnTo>
                <a:lnTo>
                  <a:pt x="8410" y="118133"/>
                </a:lnTo>
                <a:lnTo>
                  <a:pt x="8886" y="116358"/>
                </a:lnTo>
                <a:lnTo>
                  <a:pt x="8886" y="114672"/>
                </a:lnTo>
                <a:lnTo>
                  <a:pt x="8886" y="113163"/>
                </a:lnTo>
                <a:lnTo>
                  <a:pt x="8886" y="111477"/>
                </a:lnTo>
                <a:lnTo>
                  <a:pt x="8886" y="109968"/>
                </a:lnTo>
                <a:lnTo>
                  <a:pt x="8886" y="108459"/>
                </a:lnTo>
                <a:lnTo>
                  <a:pt x="8886" y="106773"/>
                </a:lnTo>
                <a:lnTo>
                  <a:pt x="8886" y="105264"/>
                </a:lnTo>
                <a:lnTo>
                  <a:pt x="8886" y="103489"/>
                </a:lnTo>
                <a:lnTo>
                  <a:pt x="8886" y="101802"/>
                </a:lnTo>
                <a:lnTo>
                  <a:pt x="9203" y="100560"/>
                </a:lnTo>
                <a:lnTo>
                  <a:pt x="9203" y="98785"/>
                </a:lnTo>
                <a:lnTo>
                  <a:pt x="9203" y="97098"/>
                </a:lnTo>
                <a:lnTo>
                  <a:pt x="9203" y="95589"/>
                </a:lnTo>
                <a:lnTo>
                  <a:pt x="9679" y="93903"/>
                </a:lnTo>
                <a:lnTo>
                  <a:pt x="9679" y="92394"/>
                </a:lnTo>
                <a:lnTo>
                  <a:pt x="9679" y="90885"/>
                </a:lnTo>
                <a:lnTo>
                  <a:pt x="9679" y="89199"/>
                </a:lnTo>
                <a:lnTo>
                  <a:pt x="9679" y="87690"/>
                </a:lnTo>
                <a:lnTo>
                  <a:pt x="9997" y="86181"/>
                </a:lnTo>
                <a:lnTo>
                  <a:pt x="9997" y="84406"/>
                </a:lnTo>
                <a:lnTo>
                  <a:pt x="9997" y="82897"/>
                </a:lnTo>
                <a:lnTo>
                  <a:pt x="9997" y="81211"/>
                </a:lnTo>
                <a:lnTo>
                  <a:pt x="9997" y="79525"/>
                </a:lnTo>
                <a:lnTo>
                  <a:pt x="10473" y="78193"/>
                </a:lnTo>
                <a:lnTo>
                  <a:pt x="10473" y="76507"/>
                </a:lnTo>
                <a:lnTo>
                  <a:pt x="10473" y="74820"/>
                </a:lnTo>
                <a:lnTo>
                  <a:pt x="10473" y="73489"/>
                </a:lnTo>
                <a:lnTo>
                  <a:pt x="10473" y="71803"/>
                </a:lnTo>
                <a:lnTo>
                  <a:pt x="10790" y="70116"/>
                </a:lnTo>
                <a:lnTo>
                  <a:pt x="10790" y="68608"/>
                </a:lnTo>
                <a:lnTo>
                  <a:pt x="10790" y="67099"/>
                </a:lnTo>
                <a:lnTo>
                  <a:pt x="10790" y="65324"/>
                </a:lnTo>
                <a:lnTo>
                  <a:pt x="11108" y="63815"/>
                </a:lnTo>
                <a:lnTo>
                  <a:pt x="11108" y="62395"/>
                </a:lnTo>
                <a:lnTo>
                  <a:pt x="11108" y="60620"/>
                </a:lnTo>
                <a:lnTo>
                  <a:pt x="11108" y="59111"/>
                </a:lnTo>
                <a:lnTo>
                  <a:pt x="11108" y="57424"/>
                </a:lnTo>
                <a:lnTo>
                  <a:pt x="11108" y="55916"/>
                </a:lnTo>
                <a:lnTo>
                  <a:pt x="11108" y="54407"/>
                </a:lnTo>
                <a:lnTo>
                  <a:pt x="11108" y="52720"/>
                </a:lnTo>
                <a:lnTo>
                  <a:pt x="11108" y="51211"/>
                </a:lnTo>
                <a:lnTo>
                  <a:pt x="11108" y="49703"/>
                </a:lnTo>
                <a:lnTo>
                  <a:pt x="11584" y="48194"/>
                </a:lnTo>
                <a:lnTo>
                  <a:pt x="11584" y="46507"/>
                </a:lnTo>
                <a:lnTo>
                  <a:pt x="11584" y="44999"/>
                </a:lnTo>
                <a:lnTo>
                  <a:pt x="11584" y="43490"/>
                </a:lnTo>
                <a:lnTo>
                  <a:pt x="11584" y="41803"/>
                </a:lnTo>
                <a:lnTo>
                  <a:pt x="11901" y="40295"/>
                </a:lnTo>
                <a:lnTo>
                  <a:pt x="11901" y="38786"/>
                </a:lnTo>
                <a:lnTo>
                  <a:pt x="11901" y="37011"/>
                </a:lnTo>
                <a:lnTo>
                  <a:pt x="11901" y="35768"/>
                </a:lnTo>
                <a:lnTo>
                  <a:pt x="11901" y="34082"/>
                </a:lnTo>
                <a:lnTo>
                  <a:pt x="12377" y="32307"/>
                </a:lnTo>
                <a:lnTo>
                  <a:pt x="12377" y="31064"/>
                </a:lnTo>
                <a:lnTo>
                  <a:pt x="12377" y="29378"/>
                </a:lnTo>
                <a:lnTo>
                  <a:pt x="12377" y="27869"/>
                </a:lnTo>
                <a:lnTo>
                  <a:pt x="12694" y="26094"/>
                </a:lnTo>
                <a:lnTo>
                  <a:pt x="12694" y="24585"/>
                </a:lnTo>
                <a:lnTo>
                  <a:pt x="12694" y="23076"/>
                </a:lnTo>
                <a:lnTo>
                  <a:pt x="12694" y="21390"/>
                </a:lnTo>
                <a:lnTo>
                  <a:pt x="12694" y="20147"/>
                </a:lnTo>
                <a:lnTo>
                  <a:pt x="13012" y="18372"/>
                </a:lnTo>
                <a:lnTo>
                  <a:pt x="13012" y="16863"/>
                </a:lnTo>
                <a:lnTo>
                  <a:pt x="13012" y="15354"/>
                </a:lnTo>
                <a:lnTo>
                  <a:pt x="13012" y="13934"/>
                </a:lnTo>
                <a:lnTo>
                  <a:pt x="13012" y="12159"/>
                </a:lnTo>
                <a:lnTo>
                  <a:pt x="13012" y="10916"/>
                </a:lnTo>
                <a:lnTo>
                  <a:pt x="13012" y="9141"/>
                </a:lnTo>
                <a:lnTo>
                  <a:pt x="13012" y="7721"/>
                </a:lnTo>
                <a:lnTo>
                  <a:pt x="13012" y="6212"/>
                </a:lnTo>
                <a:lnTo>
                  <a:pt x="13012" y="4704"/>
                </a:lnTo>
                <a:lnTo>
                  <a:pt x="13488" y="2928"/>
                </a:lnTo>
                <a:lnTo>
                  <a:pt x="13488" y="1420"/>
                </a:lnTo>
                <a:lnTo>
                  <a:pt x="13488" y="0"/>
                </a:lnTo>
              </a:path>
            </a:pathLst>
          </a:custGeom>
          <a:ln w="1952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7542484" y="2215644"/>
            <a:ext cx="13805" cy="280290"/>
          </a:xfrm>
          <a:custGeom>
            <a:avLst/>
            <a:gdLst/>
            <a:ahLst/>
            <a:cxnLst/>
            <a:rect l="l" t="t" r="r" b="b"/>
            <a:pathLst>
              <a:path w="13805" h="280290">
                <a:moveTo>
                  <a:pt x="0" y="280290"/>
                </a:moveTo>
                <a:lnTo>
                  <a:pt x="0" y="278781"/>
                </a:lnTo>
                <a:lnTo>
                  <a:pt x="317" y="277006"/>
                </a:lnTo>
                <a:lnTo>
                  <a:pt x="317" y="275763"/>
                </a:lnTo>
                <a:lnTo>
                  <a:pt x="317" y="273988"/>
                </a:lnTo>
                <a:lnTo>
                  <a:pt x="317" y="272568"/>
                </a:lnTo>
                <a:lnTo>
                  <a:pt x="317" y="271059"/>
                </a:lnTo>
                <a:lnTo>
                  <a:pt x="793" y="269550"/>
                </a:lnTo>
                <a:lnTo>
                  <a:pt x="793" y="268041"/>
                </a:lnTo>
                <a:lnTo>
                  <a:pt x="793" y="266355"/>
                </a:lnTo>
                <a:lnTo>
                  <a:pt x="793" y="265024"/>
                </a:lnTo>
                <a:lnTo>
                  <a:pt x="793" y="263337"/>
                </a:lnTo>
                <a:lnTo>
                  <a:pt x="1110" y="261829"/>
                </a:lnTo>
                <a:lnTo>
                  <a:pt x="1110" y="260497"/>
                </a:lnTo>
                <a:lnTo>
                  <a:pt x="1110" y="258811"/>
                </a:lnTo>
                <a:lnTo>
                  <a:pt x="1110" y="257302"/>
                </a:lnTo>
                <a:lnTo>
                  <a:pt x="1110" y="255793"/>
                </a:lnTo>
                <a:lnTo>
                  <a:pt x="1586" y="254284"/>
                </a:lnTo>
                <a:lnTo>
                  <a:pt x="1586" y="252776"/>
                </a:lnTo>
                <a:lnTo>
                  <a:pt x="1586" y="251089"/>
                </a:lnTo>
                <a:lnTo>
                  <a:pt x="1586" y="249758"/>
                </a:lnTo>
                <a:lnTo>
                  <a:pt x="1904" y="248338"/>
                </a:lnTo>
                <a:lnTo>
                  <a:pt x="1904" y="246563"/>
                </a:lnTo>
                <a:lnTo>
                  <a:pt x="1904" y="245054"/>
                </a:lnTo>
                <a:lnTo>
                  <a:pt x="1904" y="243811"/>
                </a:lnTo>
                <a:lnTo>
                  <a:pt x="1904" y="242125"/>
                </a:lnTo>
                <a:lnTo>
                  <a:pt x="1904" y="240616"/>
                </a:lnTo>
                <a:lnTo>
                  <a:pt x="1904" y="239285"/>
                </a:lnTo>
                <a:lnTo>
                  <a:pt x="1904" y="237598"/>
                </a:lnTo>
                <a:lnTo>
                  <a:pt x="1904" y="236089"/>
                </a:lnTo>
                <a:lnTo>
                  <a:pt x="1904" y="234581"/>
                </a:lnTo>
                <a:lnTo>
                  <a:pt x="2221" y="233249"/>
                </a:lnTo>
                <a:lnTo>
                  <a:pt x="2221" y="231563"/>
                </a:lnTo>
                <a:lnTo>
                  <a:pt x="2221" y="230054"/>
                </a:lnTo>
                <a:lnTo>
                  <a:pt x="2221" y="228545"/>
                </a:lnTo>
                <a:lnTo>
                  <a:pt x="2221" y="227303"/>
                </a:lnTo>
                <a:lnTo>
                  <a:pt x="2697" y="225528"/>
                </a:lnTo>
                <a:lnTo>
                  <a:pt x="2697" y="224107"/>
                </a:lnTo>
                <a:lnTo>
                  <a:pt x="2697" y="222599"/>
                </a:lnTo>
                <a:lnTo>
                  <a:pt x="2697" y="221267"/>
                </a:lnTo>
                <a:lnTo>
                  <a:pt x="3015" y="219581"/>
                </a:lnTo>
                <a:lnTo>
                  <a:pt x="3015" y="218072"/>
                </a:lnTo>
                <a:lnTo>
                  <a:pt x="3015" y="216741"/>
                </a:lnTo>
                <a:lnTo>
                  <a:pt x="3015" y="215321"/>
                </a:lnTo>
                <a:lnTo>
                  <a:pt x="3015" y="213812"/>
                </a:lnTo>
                <a:lnTo>
                  <a:pt x="3491" y="212037"/>
                </a:lnTo>
                <a:lnTo>
                  <a:pt x="3491" y="210794"/>
                </a:lnTo>
                <a:lnTo>
                  <a:pt x="3491" y="209285"/>
                </a:lnTo>
                <a:lnTo>
                  <a:pt x="3491" y="207776"/>
                </a:lnTo>
                <a:lnTo>
                  <a:pt x="3491" y="206268"/>
                </a:lnTo>
                <a:lnTo>
                  <a:pt x="3808" y="205025"/>
                </a:lnTo>
                <a:lnTo>
                  <a:pt x="3808" y="203250"/>
                </a:lnTo>
                <a:lnTo>
                  <a:pt x="3808" y="201741"/>
                </a:lnTo>
                <a:lnTo>
                  <a:pt x="3808" y="200232"/>
                </a:lnTo>
                <a:lnTo>
                  <a:pt x="3808" y="198990"/>
                </a:lnTo>
                <a:lnTo>
                  <a:pt x="3808" y="197481"/>
                </a:lnTo>
                <a:lnTo>
                  <a:pt x="3808" y="195972"/>
                </a:lnTo>
                <a:lnTo>
                  <a:pt x="3808" y="194463"/>
                </a:lnTo>
                <a:lnTo>
                  <a:pt x="3808" y="193220"/>
                </a:lnTo>
                <a:lnTo>
                  <a:pt x="4125" y="191712"/>
                </a:lnTo>
                <a:lnTo>
                  <a:pt x="4125" y="189937"/>
                </a:lnTo>
                <a:lnTo>
                  <a:pt x="4125" y="188516"/>
                </a:lnTo>
                <a:lnTo>
                  <a:pt x="4125" y="187185"/>
                </a:lnTo>
                <a:lnTo>
                  <a:pt x="4125" y="185676"/>
                </a:lnTo>
                <a:lnTo>
                  <a:pt x="4601" y="184167"/>
                </a:lnTo>
                <a:lnTo>
                  <a:pt x="4601" y="182659"/>
                </a:lnTo>
                <a:lnTo>
                  <a:pt x="4601" y="181416"/>
                </a:lnTo>
                <a:lnTo>
                  <a:pt x="4601" y="179907"/>
                </a:lnTo>
                <a:lnTo>
                  <a:pt x="4601" y="178398"/>
                </a:lnTo>
                <a:lnTo>
                  <a:pt x="4919" y="176889"/>
                </a:lnTo>
                <a:lnTo>
                  <a:pt x="4919" y="175381"/>
                </a:lnTo>
                <a:lnTo>
                  <a:pt x="4919" y="174138"/>
                </a:lnTo>
                <a:lnTo>
                  <a:pt x="4919" y="172629"/>
                </a:lnTo>
                <a:lnTo>
                  <a:pt x="4919" y="171120"/>
                </a:lnTo>
                <a:lnTo>
                  <a:pt x="5395" y="169612"/>
                </a:lnTo>
                <a:lnTo>
                  <a:pt x="5395" y="168280"/>
                </a:lnTo>
                <a:lnTo>
                  <a:pt x="5395" y="166860"/>
                </a:lnTo>
                <a:lnTo>
                  <a:pt x="5395" y="165351"/>
                </a:lnTo>
                <a:lnTo>
                  <a:pt x="5712" y="163842"/>
                </a:lnTo>
                <a:lnTo>
                  <a:pt x="5712" y="162511"/>
                </a:lnTo>
                <a:lnTo>
                  <a:pt x="5712" y="161002"/>
                </a:lnTo>
                <a:lnTo>
                  <a:pt x="5712" y="159493"/>
                </a:lnTo>
                <a:lnTo>
                  <a:pt x="5712" y="158251"/>
                </a:lnTo>
                <a:lnTo>
                  <a:pt x="6030" y="156742"/>
                </a:lnTo>
                <a:lnTo>
                  <a:pt x="6030" y="155411"/>
                </a:lnTo>
                <a:lnTo>
                  <a:pt x="6030" y="153991"/>
                </a:lnTo>
                <a:lnTo>
                  <a:pt x="6030" y="152482"/>
                </a:lnTo>
                <a:lnTo>
                  <a:pt x="6030" y="150973"/>
                </a:lnTo>
                <a:lnTo>
                  <a:pt x="6030" y="149464"/>
                </a:lnTo>
                <a:lnTo>
                  <a:pt x="6030" y="148133"/>
                </a:lnTo>
                <a:lnTo>
                  <a:pt x="6030" y="146624"/>
                </a:lnTo>
                <a:lnTo>
                  <a:pt x="6030" y="145381"/>
                </a:lnTo>
                <a:lnTo>
                  <a:pt x="6030" y="143872"/>
                </a:lnTo>
                <a:lnTo>
                  <a:pt x="6506" y="142364"/>
                </a:lnTo>
                <a:lnTo>
                  <a:pt x="6506" y="141121"/>
                </a:lnTo>
                <a:lnTo>
                  <a:pt x="6506" y="139612"/>
                </a:lnTo>
                <a:lnTo>
                  <a:pt x="6506" y="138103"/>
                </a:lnTo>
                <a:lnTo>
                  <a:pt x="6823" y="136772"/>
                </a:lnTo>
                <a:lnTo>
                  <a:pt x="6823" y="135263"/>
                </a:lnTo>
                <a:lnTo>
                  <a:pt x="6823" y="134020"/>
                </a:lnTo>
                <a:lnTo>
                  <a:pt x="6823" y="132512"/>
                </a:lnTo>
                <a:lnTo>
                  <a:pt x="6823" y="131003"/>
                </a:lnTo>
                <a:lnTo>
                  <a:pt x="7299" y="129760"/>
                </a:lnTo>
                <a:lnTo>
                  <a:pt x="7299" y="128251"/>
                </a:lnTo>
                <a:lnTo>
                  <a:pt x="7299" y="126920"/>
                </a:lnTo>
                <a:lnTo>
                  <a:pt x="7299" y="125411"/>
                </a:lnTo>
                <a:lnTo>
                  <a:pt x="7299" y="124169"/>
                </a:lnTo>
                <a:lnTo>
                  <a:pt x="7616" y="122660"/>
                </a:lnTo>
                <a:lnTo>
                  <a:pt x="7616" y="121151"/>
                </a:lnTo>
                <a:lnTo>
                  <a:pt x="7616" y="119820"/>
                </a:lnTo>
                <a:lnTo>
                  <a:pt x="7616" y="118577"/>
                </a:lnTo>
                <a:lnTo>
                  <a:pt x="7616" y="117068"/>
                </a:lnTo>
                <a:lnTo>
                  <a:pt x="8093" y="115559"/>
                </a:lnTo>
                <a:lnTo>
                  <a:pt x="8093" y="114317"/>
                </a:lnTo>
                <a:lnTo>
                  <a:pt x="8093" y="112808"/>
                </a:lnTo>
                <a:lnTo>
                  <a:pt x="8093" y="111477"/>
                </a:lnTo>
                <a:lnTo>
                  <a:pt x="8093" y="110234"/>
                </a:lnTo>
                <a:lnTo>
                  <a:pt x="8093" y="108725"/>
                </a:lnTo>
                <a:lnTo>
                  <a:pt x="8093" y="107216"/>
                </a:lnTo>
                <a:lnTo>
                  <a:pt x="8093" y="105885"/>
                </a:lnTo>
                <a:lnTo>
                  <a:pt x="8093" y="104642"/>
                </a:lnTo>
                <a:lnTo>
                  <a:pt x="8410" y="103311"/>
                </a:lnTo>
                <a:lnTo>
                  <a:pt x="8410" y="101891"/>
                </a:lnTo>
                <a:lnTo>
                  <a:pt x="8410" y="100382"/>
                </a:lnTo>
                <a:lnTo>
                  <a:pt x="8410" y="99051"/>
                </a:lnTo>
                <a:lnTo>
                  <a:pt x="8410" y="97542"/>
                </a:lnTo>
                <a:lnTo>
                  <a:pt x="8727" y="96299"/>
                </a:lnTo>
                <a:lnTo>
                  <a:pt x="8727" y="94968"/>
                </a:lnTo>
                <a:lnTo>
                  <a:pt x="8727" y="93459"/>
                </a:lnTo>
                <a:lnTo>
                  <a:pt x="8727" y="92217"/>
                </a:lnTo>
                <a:lnTo>
                  <a:pt x="8727" y="90708"/>
                </a:lnTo>
                <a:lnTo>
                  <a:pt x="9203" y="89376"/>
                </a:lnTo>
                <a:lnTo>
                  <a:pt x="9203" y="88134"/>
                </a:lnTo>
                <a:lnTo>
                  <a:pt x="9203" y="86803"/>
                </a:lnTo>
                <a:lnTo>
                  <a:pt x="9203" y="85294"/>
                </a:lnTo>
                <a:lnTo>
                  <a:pt x="9521" y="84051"/>
                </a:lnTo>
                <a:lnTo>
                  <a:pt x="9521" y="82542"/>
                </a:lnTo>
                <a:lnTo>
                  <a:pt x="9521" y="81300"/>
                </a:lnTo>
                <a:lnTo>
                  <a:pt x="9521" y="79791"/>
                </a:lnTo>
                <a:lnTo>
                  <a:pt x="9521" y="78726"/>
                </a:lnTo>
                <a:lnTo>
                  <a:pt x="9997" y="77217"/>
                </a:lnTo>
                <a:lnTo>
                  <a:pt x="9997" y="75886"/>
                </a:lnTo>
                <a:lnTo>
                  <a:pt x="9997" y="74377"/>
                </a:lnTo>
                <a:lnTo>
                  <a:pt x="9997" y="73134"/>
                </a:lnTo>
                <a:lnTo>
                  <a:pt x="9997" y="71803"/>
                </a:lnTo>
                <a:lnTo>
                  <a:pt x="10314" y="70294"/>
                </a:lnTo>
                <a:lnTo>
                  <a:pt x="10314" y="69229"/>
                </a:lnTo>
                <a:lnTo>
                  <a:pt x="10314" y="67720"/>
                </a:lnTo>
                <a:lnTo>
                  <a:pt x="10314" y="66477"/>
                </a:lnTo>
                <a:lnTo>
                  <a:pt x="10314" y="65146"/>
                </a:lnTo>
                <a:lnTo>
                  <a:pt x="10314" y="63637"/>
                </a:lnTo>
                <a:lnTo>
                  <a:pt x="10314" y="62395"/>
                </a:lnTo>
                <a:lnTo>
                  <a:pt x="10314" y="60886"/>
                </a:lnTo>
                <a:lnTo>
                  <a:pt x="10314" y="59821"/>
                </a:lnTo>
                <a:lnTo>
                  <a:pt x="10631" y="58578"/>
                </a:lnTo>
                <a:lnTo>
                  <a:pt x="10631" y="57069"/>
                </a:lnTo>
                <a:lnTo>
                  <a:pt x="10631" y="55738"/>
                </a:lnTo>
                <a:lnTo>
                  <a:pt x="10631" y="54495"/>
                </a:lnTo>
                <a:lnTo>
                  <a:pt x="10631" y="52987"/>
                </a:lnTo>
                <a:lnTo>
                  <a:pt x="11108" y="51655"/>
                </a:lnTo>
                <a:lnTo>
                  <a:pt x="11108" y="50413"/>
                </a:lnTo>
                <a:lnTo>
                  <a:pt x="11108" y="49081"/>
                </a:lnTo>
                <a:lnTo>
                  <a:pt x="11108" y="47839"/>
                </a:lnTo>
                <a:lnTo>
                  <a:pt x="11108" y="46507"/>
                </a:lnTo>
                <a:lnTo>
                  <a:pt x="11425" y="45265"/>
                </a:lnTo>
                <a:lnTo>
                  <a:pt x="11425" y="43934"/>
                </a:lnTo>
                <a:lnTo>
                  <a:pt x="11425" y="42425"/>
                </a:lnTo>
                <a:lnTo>
                  <a:pt x="11425" y="41182"/>
                </a:lnTo>
                <a:lnTo>
                  <a:pt x="11425" y="39851"/>
                </a:lnTo>
                <a:lnTo>
                  <a:pt x="11901" y="38608"/>
                </a:lnTo>
                <a:lnTo>
                  <a:pt x="11901" y="37277"/>
                </a:lnTo>
                <a:lnTo>
                  <a:pt x="11901" y="36034"/>
                </a:lnTo>
                <a:lnTo>
                  <a:pt x="11901" y="34703"/>
                </a:lnTo>
                <a:lnTo>
                  <a:pt x="12218" y="33460"/>
                </a:lnTo>
                <a:lnTo>
                  <a:pt x="12218" y="32129"/>
                </a:lnTo>
                <a:lnTo>
                  <a:pt x="12218" y="30886"/>
                </a:lnTo>
                <a:lnTo>
                  <a:pt x="12218" y="29378"/>
                </a:lnTo>
                <a:lnTo>
                  <a:pt x="12218" y="28046"/>
                </a:lnTo>
                <a:lnTo>
                  <a:pt x="12218" y="26804"/>
                </a:lnTo>
                <a:lnTo>
                  <a:pt x="12218" y="25472"/>
                </a:lnTo>
                <a:lnTo>
                  <a:pt x="12218" y="24230"/>
                </a:lnTo>
                <a:lnTo>
                  <a:pt x="12218" y="23165"/>
                </a:lnTo>
                <a:lnTo>
                  <a:pt x="12218" y="21833"/>
                </a:lnTo>
                <a:lnTo>
                  <a:pt x="12694" y="20591"/>
                </a:lnTo>
                <a:lnTo>
                  <a:pt x="12694" y="19259"/>
                </a:lnTo>
                <a:lnTo>
                  <a:pt x="12694" y="17751"/>
                </a:lnTo>
                <a:lnTo>
                  <a:pt x="12694" y="16508"/>
                </a:lnTo>
                <a:lnTo>
                  <a:pt x="12694" y="15177"/>
                </a:lnTo>
                <a:lnTo>
                  <a:pt x="13012" y="13934"/>
                </a:lnTo>
                <a:lnTo>
                  <a:pt x="13012" y="12692"/>
                </a:lnTo>
                <a:lnTo>
                  <a:pt x="13012" y="11360"/>
                </a:lnTo>
                <a:lnTo>
                  <a:pt x="13012" y="10118"/>
                </a:lnTo>
                <a:lnTo>
                  <a:pt x="13329" y="8964"/>
                </a:lnTo>
                <a:lnTo>
                  <a:pt x="13329" y="7721"/>
                </a:lnTo>
                <a:lnTo>
                  <a:pt x="13329" y="6390"/>
                </a:lnTo>
                <a:lnTo>
                  <a:pt x="13329" y="5147"/>
                </a:lnTo>
                <a:lnTo>
                  <a:pt x="13329" y="3816"/>
                </a:lnTo>
                <a:lnTo>
                  <a:pt x="13805" y="2573"/>
                </a:lnTo>
                <a:lnTo>
                  <a:pt x="13805" y="1242"/>
                </a:lnTo>
                <a:lnTo>
                  <a:pt x="13805" y="0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7556290" y="2001654"/>
            <a:ext cx="13329" cy="213989"/>
          </a:xfrm>
          <a:custGeom>
            <a:avLst/>
            <a:gdLst/>
            <a:ahLst/>
            <a:cxnLst/>
            <a:rect l="l" t="t" r="r" b="b"/>
            <a:pathLst>
              <a:path w="13329" h="213989">
                <a:moveTo>
                  <a:pt x="0" y="213989"/>
                </a:moveTo>
                <a:lnTo>
                  <a:pt x="0" y="212924"/>
                </a:lnTo>
                <a:lnTo>
                  <a:pt x="0" y="211593"/>
                </a:lnTo>
                <a:lnTo>
                  <a:pt x="317" y="210350"/>
                </a:lnTo>
                <a:lnTo>
                  <a:pt x="317" y="209019"/>
                </a:lnTo>
                <a:lnTo>
                  <a:pt x="317" y="207776"/>
                </a:lnTo>
                <a:lnTo>
                  <a:pt x="317" y="206445"/>
                </a:lnTo>
                <a:lnTo>
                  <a:pt x="317" y="205203"/>
                </a:lnTo>
                <a:lnTo>
                  <a:pt x="317" y="204137"/>
                </a:lnTo>
                <a:lnTo>
                  <a:pt x="317" y="202806"/>
                </a:lnTo>
                <a:lnTo>
                  <a:pt x="317" y="201741"/>
                </a:lnTo>
                <a:lnTo>
                  <a:pt x="317" y="200498"/>
                </a:lnTo>
                <a:lnTo>
                  <a:pt x="793" y="199167"/>
                </a:lnTo>
                <a:lnTo>
                  <a:pt x="793" y="197925"/>
                </a:lnTo>
                <a:lnTo>
                  <a:pt x="793" y="196593"/>
                </a:lnTo>
                <a:lnTo>
                  <a:pt x="793" y="195351"/>
                </a:lnTo>
                <a:lnTo>
                  <a:pt x="793" y="194286"/>
                </a:lnTo>
                <a:lnTo>
                  <a:pt x="1110" y="192954"/>
                </a:lnTo>
                <a:lnTo>
                  <a:pt x="1110" y="191712"/>
                </a:lnTo>
                <a:lnTo>
                  <a:pt x="1110" y="190380"/>
                </a:lnTo>
                <a:lnTo>
                  <a:pt x="1110" y="189315"/>
                </a:lnTo>
                <a:lnTo>
                  <a:pt x="1110" y="188073"/>
                </a:lnTo>
                <a:lnTo>
                  <a:pt x="1428" y="186741"/>
                </a:lnTo>
                <a:lnTo>
                  <a:pt x="1428" y="185499"/>
                </a:lnTo>
                <a:lnTo>
                  <a:pt x="1428" y="184434"/>
                </a:lnTo>
                <a:lnTo>
                  <a:pt x="1428" y="183102"/>
                </a:lnTo>
                <a:lnTo>
                  <a:pt x="1428" y="181860"/>
                </a:lnTo>
                <a:lnTo>
                  <a:pt x="1904" y="180795"/>
                </a:lnTo>
                <a:lnTo>
                  <a:pt x="1904" y="179463"/>
                </a:lnTo>
                <a:lnTo>
                  <a:pt x="1904" y="178221"/>
                </a:lnTo>
                <a:lnTo>
                  <a:pt x="1904" y="177067"/>
                </a:lnTo>
                <a:lnTo>
                  <a:pt x="2221" y="175824"/>
                </a:lnTo>
                <a:lnTo>
                  <a:pt x="2221" y="174493"/>
                </a:lnTo>
                <a:lnTo>
                  <a:pt x="2221" y="173428"/>
                </a:lnTo>
                <a:lnTo>
                  <a:pt x="2221" y="172185"/>
                </a:lnTo>
                <a:lnTo>
                  <a:pt x="2221" y="170854"/>
                </a:lnTo>
                <a:lnTo>
                  <a:pt x="2697" y="169789"/>
                </a:lnTo>
                <a:lnTo>
                  <a:pt x="2697" y="168546"/>
                </a:lnTo>
                <a:lnTo>
                  <a:pt x="2697" y="167481"/>
                </a:lnTo>
                <a:lnTo>
                  <a:pt x="2697" y="166150"/>
                </a:lnTo>
                <a:lnTo>
                  <a:pt x="2697" y="165085"/>
                </a:lnTo>
                <a:lnTo>
                  <a:pt x="2697" y="163842"/>
                </a:lnTo>
                <a:lnTo>
                  <a:pt x="2697" y="162777"/>
                </a:lnTo>
                <a:lnTo>
                  <a:pt x="2697" y="161446"/>
                </a:lnTo>
                <a:lnTo>
                  <a:pt x="2697" y="160381"/>
                </a:lnTo>
                <a:lnTo>
                  <a:pt x="2697" y="159138"/>
                </a:lnTo>
                <a:lnTo>
                  <a:pt x="3015" y="157985"/>
                </a:lnTo>
                <a:lnTo>
                  <a:pt x="3015" y="156742"/>
                </a:lnTo>
                <a:lnTo>
                  <a:pt x="3015" y="155677"/>
                </a:lnTo>
                <a:lnTo>
                  <a:pt x="3015" y="154346"/>
                </a:lnTo>
                <a:lnTo>
                  <a:pt x="3491" y="153280"/>
                </a:lnTo>
                <a:lnTo>
                  <a:pt x="3491" y="152038"/>
                </a:lnTo>
                <a:lnTo>
                  <a:pt x="3491" y="150973"/>
                </a:lnTo>
                <a:lnTo>
                  <a:pt x="3491" y="149641"/>
                </a:lnTo>
                <a:lnTo>
                  <a:pt x="3491" y="148576"/>
                </a:lnTo>
                <a:lnTo>
                  <a:pt x="3808" y="147334"/>
                </a:lnTo>
                <a:lnTo>
                  <a:pt x="3808" y="146269"/>
                </a:lnTo>
                <a:lnTo>
                  <a:pt x="3808" y="145115"/>
                </a:lnTo>
                <a:lnTo>
                  <a:pt x="3808" y="143872"/>
                </a:lnTo>
                <a:lnTo>
                  <a:pt x="3808" y="142807"/>
                </a:lnTo>
                <a:lnTo>
                  <a:pt x="4125" y="141476"/>
                </a:lnTo>
                <a:lnTo>
                  <a:pt x="4125" y="140411"/>
                </a:lnTo>
                <a:lnTo>
                  <a:pt x="4125" y="139346"/>
                </a:lnTo>
                <a:lnTo>
                  <a:pt x="4125" y="138103"/>
                </a:lnTo>
                <a:lnTo>
                  <a:pt x="4125" y="137038"/>
                </a:lnTo>
                <a:lnTo>
                  <a:pt x="4601" y="135973"/>
                </a:lnTo>
                <a:lnTo>
                  <a:pt x="4601" y="134908"/>
                </a:lnTo>
                <a:lnTo>
                  <a:pt x="4601" y="133577"/>
                </a:lnTo>
                <a:lnTo>
                  <a:pt x="4601" y="132512"/>
                </a:lnTo>
                <a:lnTo>
                  <a:pt x="4601" y="131447"/>
                </a:lnTo>
                <a:lnTo>
                  <a:pt x="4601" y="130115"/>
                </a:lnTo>
                <a:lnTo>
                  <a:pt x="4601" y="129050"/>
                </a:lnTo>
                <a:lnTo>
                  <a:pt x="4601" y="127985"/>
                </a:lnTo>
                <a:lnTo>
                  <a:pt x="4601" y="126920"/>
                </a:lnTo>
                <a:lnTo>
                  <a:pt x="4919" y="125855"/>
                </a:lnTo>
                <a:lnTo>
                  <a:pt x="4919" y="124612"/>
                </a:lnTo>
                <a:lnTo>
                  <a:pt x="4919" y="123459"/>
                </a:lnTo>
                <a:lnTo>
                  <a:pt x="4919" y="122394"/>
                </a:lnTo>
                <a:lnTo>
                  <a:pt x="4919" y="121328"/>
                </a:lnTo>
                <a:lnTo>
                  <a:pt x="5395" y="120263"/>
                </a:lnTo>
                <a:lnTo>
                  <a:pt x="5395" y="119021"/>
                </a:lnTo>
                <a:lnTo>
                  <a:pt x="5395" y="117956"/>
                </a:lnTo>
                <a:lnTo>
                  <a:pt x="5395" y="116624"/>
                </a:lnTo>
                <a:lnTo>
                  <a:pt x="5395" y="115559"/>
                </a:lnTo>
                <a:lnTo>
                  <a:pt x="5712" y="114494"/>
                </a:lnTo>
                <a:lnTo>
                  <a:pt x="5712" y="113429"/>
                </a:lnTo>
                <a:lnTo>
                  <a:pt x="5712" y="112364"/>
                </a:lnTo>
                <a:lnTo>
                  <a:pt x="5712" y="111299"/>
                </a:lnTo>
                <a:lnTo>
                  <a:pt x="6030" y="110234"/>
                </a:lnTo>
                <a:lnTo>
                  <a:pt x="6030" y="109169"/>
                </a:lnTo>
                <a:lnTo>
                  <a:pt x="6030" y="107838"/>
                </a:lnTo>
                <a:lnTo>
                  <a:pt x="6030" y="106773"/>
                </a:lnTo>
                <a:lnTo>
                  <a:pt x="6030" y="105707"/>
                </a:lnTo>
                <a:lnTo>
                  <a:pt x="6506" y="104642"/>
                </a:lnTo>
                <a:lnTo>
                  <a:pt x="6506" y="103577"/>
                </a:lnTo>
                <a:lnTo>
                  <a:pt x="6506" y="102512"/>
                </a:lnTo>
                <a:lnTo>
                  <a:pt x="6506" y="101447"/>
                </a:lnTo>
                <a:lnTo>
                  <a:pt x="6506" y="100116"/>
                </a:lnTo>
                <a:lnTo>
                  <a:pt x="6823" y="99051"/>
                </a:lnTo>
                <a:lnTo>
                  <a:pt x="6823" y="98163"/>
                </a:lnTo>
                <a:lnTo>
                  <a:pt x="6823" y="97098"/>
                </a:lnTo>
                <a:lnTo>
                  <a:pt x="6823" y="96033"/>
                </a:lnTo>
                <a:lnTo>
                  <a:pt x="6823" y="94968"/>
                </a:lnTo>
                <a:lnTo>
                  <a:pt x="6823" y="93903"/>
                </a:lnTo>
                <a:lnTo>
                  <a:pt x="6823" y="92838"/>
                </a:lnTo>
                <a:lnTo>
                  <a:pt x="6823" y="91773"/>
                </a:lnTo>
                <a:lnTo>
                  <a:pt x="6823" y="90708"/>
                </a:lnTo>
                <a:lnTo>
                  <a:pt x="7299" y="89376"/>
                </a:lnTo>
                <a:lnTo>
                  <a:pt x="7299" y="88311"/>
                </a:lnTo>
                <a:lnTo>
                  <a:pt x="7299" y="87513"/>
                </a:lnTo>
                <a:lnTo>
                  <a:pt x="7299" y="86447"/>
                </a:lnTo>
                <a:lnTo>
                  <a:pt x="7299" y="85294"/>
                </a:lnTo>
                <a:lnTo>
                  <a:pt x="7616" y="84229"/>
                </a:lnTo>
                <a:lnTo>
                  <a:pt x="7616" y="83164"/>
                </a:lnTo>
                <a:lnTo>
                  <a:pt x="7616" y="82098"/>
                </a:lnTo>
                <a:lnTo>
                  <a:pt x="7616" y="81300"/>
                </a:lnTo>
                <a:lnTo>
                  <a:pt x="7616" y="79968"/>
                </a:lnTo>
                <a:lnTo>
                  <a:pt x="8093" y="78903"/>
                </a:lnTo>
                <a:lnTo>
                  <a:pt x="8093" y="77838"/>
                </a:lnTo>
                <a:lnTo>
                  <a:pt x="8093" y="76951"/>
                </a:lnTo>
                <a:lnTo>
                  <a:pt x="8093" y="75886"/>
                </a:lnTo>
                <a:lnTo>
                  <a:pt x="8093" y="74820"/>
                </a:lnTo>
                <a:lnTo>
                  <a:pt x="8410" y="73755"/>
                </a:lnTo>
                <a:lnTo>
                  <a:pt x="8410" y="72868"/>
                </a:lnTo>
                <a:lnTo>
                  <a:pt x="8410" y="71803"/>
                </a:lnTo>
                <a:lnTo>
                  <a:pt x="8410" y="70560"/>
                </a:lnTo>
                <a:lnTo>
                  <a:pt x="8727" y="69673"/>
                </a:lnTo>
                <a:lnTo>
                  <a:pt x="8727" y="68608"/>
                </a:lnTo>
                <a:lnTo>
                  <a:pt x="8727" y="67543"/>
                </a:lnTo>
                <a:lnTo>
                  <a:pt x="8727" y="66655"/>
                </a:lnTo>
                <a:lnTo>
                  <a:pt x="8727" y="65590"/>
                </a:lnTo>
                <a:lnTo>
                  <a:pt x="8727" y="64791"/>
                </a:lnTo>
                <a:lnTo>
                  <a:pt x="8727" y="63460"/>
                </a:lnTo>
                <a:lnTo>
                  <a:pt x="8727" y="62395"/>
                </a:lnTo>
                <a:lnTo>
                  <a:pt x="8727" y="61507"/>
                </a:lnTo>
                <a:lnTo>
                  <a:pt x="8727" y="60442"/>
                </a:lnTo>
                <a:lnTo>
                  <a:pt x="9203" y="59643"/>
                </a:lnTo>
                <a:lnTo>
                  <a:pt x="9203" y="58489"/>
                </a:lnTo>
                <a:lnTo>
                  <a:pt x="9203" y="57691"/>
                </a:lnTo>
                <a:lnTo>
                  <a:pt x="9203" y="56359"/>
                </a:lnTo>
                <a:lnTo>
                  <a:pt x="9203" y="55561"/>
                </a:lnTo>
                <a:lnTo>
                  <a:pt x="9521" y="54495"/>
                </a:lnTo>
                <a:lnTo>
                  <a:pt x="9521" y="53608"/>
                </a:lnTo>
                <a:lnTo>
                  <a:pt x="9521" y="52543"/>
                </a:lnTo>
                <a:lnTo>
                  <a:pt x="9521" y="51655"/>
                </a:lnTo>
                <a:lnTo>
                  <a:pt x="9997" y="50590"/>
                </a:lnTo>
                <a:lnTo>
                  <a:pt x="9997" y="49525"/>
                </a:lnTo>
                <a:lnTo>
                  <a:pt x="9997" y="48460"/>
                </a:lnTo>
                <a:lnTo>
                  <a:pt x="9997" y="47573"/>
                </a:lnTo>
                <a:lnTo>
                  <a:pt x="9997" y="46774"/>
                </a:lnTo>
                <a:lnTo>
                  <a:pt x="10314" y="45620"/>
                </a:lnTo>
                <a:lnTo>
                  <a:pt x="10314" y="44555"/>
                </a:lnTo>
                <a:lnTo>
                  <a:pt x="10314" y="43490"/>
                </a:lnTo>
                <a:lnTo>
                  <a:pt x="10314" y="42691"/>
                </a:lnTo>
                <a:lnTo>
                  <a:pt x="10314" y="41803"/>
                </a:lnTo>
                <a:lnTo>
                  <a:pt x="10631" y="40738"/>
                </a:lnTo>
                <a:lnTo>
                  <a:pt x="10631" y="39851"/>
                </a:lnTo>
                <a:lnTo>
                  <a:pt x="10631" y="38786"/>
                </a:lnTo>
                <a:lnTo>
                  <a:pt x="10631" y="37721"/>
                </a:lnTo>
                <a:lnTo>
                  <a:pt x="10631" y="36833"/>
                </a:lnTo>
                <a:lnTo>
                  <a:pt x="11108" y="36034"/>
                </a:lnTo>
                <a:lnTo>
                  <a:pt x="11108" y="34969"/>
                </a:lnTo>
                <a:lnTo>
                  <a:pt x="11108" y="34082"/>
                </a:lnTo>
                <a:lnTo>
                  <a:pt x="11108" y="33017"/>
                </a:lnTo>
                <a:lnTo>
                  <a:pt x="11108" y="32129"/>
                </a:lnTo>
                <a:lnTo>
                  <a:pt x="11108" y="31064"/>
                </a:lnTo>
                <a:lnTo>
                  <a:pt x="11108" y="30265"/>
                </a:lnTo>
                <a:lnTo>
                  <a:pt x="11108" y="29378"/>
                </a:lnTo>
                <a:lnTo>
                  <a:pt x="11108" y="28313"/>
                </a:lnTo>
                <a:lnTo>
                  <a:pt x="11425" y="27425"/>
                </a:lnTo>
                <a:lnTo>
                  <a:pt x="11425" y="26360"/>
                </a:lnTo>
                <a:lnTo>
                  <a:pt x="11425" y="25472"/>
                </a:lnTo>
                <a:lnTo>
                  <a:pt x="11425" y="24674"/>
                </a:lnTo>
                <a:lnTo>
                  <a:pt x="11425" y="23608"/>
                </a:lnTo>
                <a:lnTo>
                  <a:pt x="11901" y="22721"/>
                </a:lnTo>
                <a:lnTo>
                  <a:pt x="11901" y="21833"/>
                </a:lnTo>
                <a:lnTo>
                  <a:pt x="11901" y="21035"/>
                </a:lnTo>
                <a:lnTo>
                  <a:pt x="11901" y="19970"/>
                </a:lnTo>
                <a:lnTo>
                  <a:pt x="11901" y="19082"/>
                </a:lnTo>
                <a:lnTo>
                  <a:pt x="12218" y="18017"/>
                </a:lnTo>
                <a:lnTo>
                  <a:pt x="12218" y="17129"/>
                </a:lnTo>
                <a:lnTo>
                  <a:pt x="12218" y="16331"/>
                </a:lnTo>
                <a:lnTo>
                  <a:pt x="12218" y="15177"/>
                </a:lnTo>
                <a:lnTo>
                  <a:pt x="12536" y="14378"/>
                </a:lnTo>
                <a:lnTo>
                  <a:pt x="12536" y="13490"/>
                </a:lnTo>
                <a:lnTo>
                  <a:pt x="12536" y="12603"/>
                </a:lnTo>
                <a:lnTo>
                  <a:pt x="12536" y="11538"/>
                </a:lnTo>
                <a:lnTo>
                  <a:pt x="12536" y="10739"/>
                </a:lnTo>
                <a:lnTo>
                  <a:pt x="13012" y="9851"/>
                </a:lnTo>
                <a:lnTo>
                  <a:pt x="13012" y="8964"/>
                </a:lnTo>
                <a:lnTo>
                  <a:pt x="13012" y="7899"/>
                </a:lnTo>
                <a:lnTo>
                  <a:pt x="13012" y="7100"/>
                </a:lnTo>
                <a:lnTo>
                  <a:pt x="13012" y="6390"/>
                </a:lnTo>
                <a:lnTo>
                  <a:pt x="13012" y="5591"/>
                </a:lnTo>
                <a:lnTo>
                  <a:pt x="13012" y="4526"/>
                </a:lnTo>
                <a:lnTo>
                  <a:pt x="13012" y="3638"/>
                </a:lnTo>
                <a:lnTo>
                  <a:pt x="13012" y="2751"/>
                </a:lnTo>
                <a:lnTo>
                  <a:pt x="13012" y="1952"/>
                </a:lnTo>
                <a:lnTo>
                  <a:pt x="13329" y="887"/>
                </a:lnTo>
                <a:lnTo>
                  <a:pt x="13329" y="0"/>
                </a:lnTo>
              </a:path>
            </a:pathLst>
          </a:custGeom>
          <a:ln w="1950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7569620" y="1871094"/>
            <a:ext cx="13805" cy="130559"/>
          </a:xfrm>
          <a:custGeom>
            <a:avLst/>
            <a:gdLst/>
            <a:ahLst/>
            <a:cxnLst/>
            <a:rect l="l" t="t" r="r" b="b"/>
            <a:pathLst>
              <a:path w="13805" h="130559">
                <a:moveTo>
                  <a:pt x="0" y="130559"/>
                </a:moveTo>
                <a:lnTo>
                  <a:pt x="0" y="129938"/>
                </a:lnTo>
                <a:lnTo>
                  <a:pt x="0" y="129050"/>
                </a:lnTo>
                <a:lnTo>
                  <a:pt x="0" y="127985"/>
                </a:lnTo>
                <a:lnTo>
                  <a:pt x="476" y="127098"/>
                </a:lnTo>
                <a:lnTo>
                  <a:pt x="476" y="126299"/>
                </a:lnTo>
                <a:lnTo>
                  <a:pt x="476" y="125589"/>
                </a:lnTo>
                <a:lnTo>
                  <a:pt x="476" y="124524"/>
                </a:lnTo>
                <a:lnTo>
                  <a:pt x="793" y="123725"/>
                </a:lnTo>
                <a:lnTo>
                  <a:pt x="793" y="122837"/>
                </a:lnTo>
                <a:lnTo>
                  <a:pt x="793" y="121950"/>
                </a:lnTo>
                <a:lnTo>
                  <a:pt x="793" y="121151"/>
                </a:lnTo>
                <a:lnTo>
                  <a:pt x="793" y="120263"/>
                </a:lnTo>
                <a:lnTo>
                  <a:pt x="1269" y="119642"/>
                </a:lnTo>
                <a:lnTo>
                  <a:pt x="1269" y="118577"/>
                </a:lnTo>
                <a:lnTo>
                  <a:pt x="1269" y="117689"/>
                </a:lnTo>
                <a:lnTo>
                  <a:pt x="1269" y="117068"/>
                </a:lnTo>
                <a:lnTo>
                  <a:pt x="1269" y="116181"/>
                </a:lnTo>
                <a:lnTo>
                  <a:pt x="1586" y="115116"/>
                </a:lnTo>
                <a:lnTo>
                  <a:pt x="1586" y="114494"/>
                </a:lnTo>
                <a:lnTo>
                  <a:pt x="1586" y="113607"/>
                </a:lnTo>
                <a:lnTo>
                  <a:pt x="1586" y="112719"/>
                </a:lnTo>
                <a:lnTo>
                  <a:pt x="1586" y="111920"/>
                </a:lnTo>
                <a:lnTo>
                  <a:pt x="1904" y="111033"/>
                </a:lnTo>
                <a:lnTo>
                  <a:pt x="1904" y="110145"/>
                </a:lnTo>
                <a:lnTo>
                  <a:pt x="1904" y="109346"/>
                </a:lnTo>
                <a:lnTo>
                  <a:pt x="1904" y="108636"/>
                </a:lnTo>
                <a:lnTo>
                  <a:pt x="1904" y="107838"/>
                </a:lnTo>
                <a:lnTo>
                  <a:pt x="1904" y="106950"/>
                </a:lnTo>
                <a:lnTo>
                  <a:pt x="1904" y="106151"/>
                </a:lnTo>
                <a:lnTo>
                  <a:pt x="1904" y="105441"/>
                </a:lnTo>
                <a:lnTo>
                  <a:pt x="1904" y="104376"/>
                </a:lnTo>
                <a:lnTo>
                  <a:pt x="2380" y="103755"/>
                </a:lnTo>
                <a:lnTo>
                  <a:pt x="2380" y="102867"/>
                </a:lnTo>
                <a:lnTo>
                  <a:pt x="2380" y="102068"/>
                </a:lnTo>
                <a:lnTo>
                  <a:pt x="2380" y="101181"/>
                </a:lnTo>
                <a:lnTo>
                  <a:pt x="2380" y="100560"/>
                </a:lnTo>
                <a:lnTo>
                  <a:pt x="2697" y="99672"/>
                </a:lnTo>
                <a:lnTo>
                  <a:pt x="2697" y="98785"/>
                </a:lnTo>
                <a:lnTo>
                  <a:pt x="2697" y="98163"/>
                </a:lnTo>
                <a:lnTo>
                  <a:pt x="2697" y="97276"/>
                </a:lnTo>
                <a:lnTo>
                  <a:pt x="2697" y="96477"/>
                </a:lnTo>
                <a:lnTo>
                  <a:pt x="3173" y="95856"/>
                </a:lnTo>
                <a:lnTo>
                  <a:pt x="3173" y="94968"/>
                </a:lnTo>
                <a:lnTo>
                  <a:pt x="3173" y="94080"/>
                </a:lnTo>
                <a:lnTo>
                  <a:pt x="3173" y="93459"/>
                </a:lnTo>
                <a:lnTo>
                  <a:pt x="3491" y="92572"/>
                </a:lnTo>
                <a:lnTo>
                  <a:pt x="3491" y="91773"/>
                </a:lnTo>
                <a:lnTo>
                  <a:pt x="3491" y="91063"/>
                </a:lnTo>
                <a:lnTo>
                  <a:pt x="3491" y="90264"/>
                </a:lnTo>
                <a:lnTo>
                  <a:pt x="3491" y="89554"/>
                </a:lnTo>
                <a:lnTo>
                  <a:pt x="3808" y="88755"/>
                </a:lnTo>
                <a:lnTo>
                  <a:pt x="3808" y="87868"/>
                </a:lnTo>
                <a:lnTo>
                  <a:pt x="3808" y="87246"/>
                </a:lnTo>
                <a:lnTo>
                  <a:pt x="3808" y="86625"/>
                </a:lnTo>
                <a:lnTo>
                  <a:pt x="3808" y="85560"/>
                </a:lnTo>
                <a:lnTo>
                  <a:pt x="3808" y="84850"/>
                </a:lnTo>
                <a:lnTo>
                  <a:pt x="3808" y="84229"/>
                </a:lnTo>
                <a:lnTo>
                  <a:pt x="3808" y="83341"/>
                </a:lnTo>
                <a:lnTo>
                  <a:pt x="3808" y="82720"/>
                </a:lnTo>
                <a:lnTo>
                  <a:pt x="3808" y="81921"/>
                </a:lnTo>
                <a:lnTo>
                  <a:pt x="4284" y="81211"/>
                </a:lnTo>
                <a:lnTo>
                  <a:pt x="4284" y="80590"/>
                </a:lnTo>
                <a:lnTo>
                  <a:pt x="4284" y="79525"/>
                </a:lnTo>
                <a:lnTo>
                  <a:pt x="4284" y="78903"/>
                </a:lnTo>
                <a:lnTo>
                  <a:pt x="4601" y="78193"/>
                </a:lnTo>
                <a:lnTo>
                  <a:pt x="4601" y="77394"/>
                </a:lnTo>
                <a:lnTo>
                  <a:pt x="4601" y="76773"/>
                </a:lnTo>
                <a:lnTo>
                  <a:pt x="4601" y="76063"/>
                </a:lnTo>
                <a:lnTo>
                  <a:pt x="4601" y="75264"/>
                </a:lnTo>
                <a:lnTo>
                  <a:pt x="5077" y="74554"/>
                </a:lnTo>
                <a:lnTo>
                  <a:pt x="5077" y="73755"/>
                </a:lnTo>
                <a:lnTo>
                  <a:pt x="5077" y="73045"/>
                </a:lnTo>
                <a:lnTo>
                  <a:pt x="5077" y="72424"/>
                </a:lnTo>
                <a:lnTo>
                  <a:pt x="5077" y="71625"/>
                </a:lnTo>
                <a:lnTo>
                  <a:pt x="5395" y="70915"/>
                </a:lnTo>
                <a:lnTo>
                  <a:pt x="5395" y="70116"/>
                </a:lnTo>
                <a:lnTo>
                  <a:pt x="5395" y="69673"/>
                </a:lnTo>
                <a:lnTo>
                  <a:pt x="5395" y="69051"/>
                </a:lnTo>
                <a:lnTo>
                  <a:pt x="5395" y="68164"/>
                </a:lnTo>
                <a:lnTo>
                  <a:pt x="5871" y="67543"/>
                </a:lnTo>
                <a:lnTo>
                  <a:pt x="5871" y="66655"/>
                </a:lnTo>
                <a:lnTo>
                  <a:pt x="5871" y="66034"/>
                </a:lnTo>
                <a:lnTo>
                  <a:pt x="5871" y="65324"/>
                </a:lnTo>
                <a:lnTo>
                  <a:pt x="6188" y="64525"/>
                </a:lnTo>
                <a:lnTo>
                  <a:pt x="6188" y="64081"/>
                </a:lnTo>
                <a:lnTo>
                  <a:pt x="6188" y="63194"/>
                </a:lnTo>
                <a:lnTo>
                  <a:pt x="6188" y="62572"/>
                </a:lnTo>
                <a:lnTo>
                  <a:pt x="6188" y="61951"/>
                </a:lnTo>
                <a:lnTo>
                  <a:pt x="6188" y="61063"/>
                </a:lnTo>
                <a:lnTo>
                  <a:pt x="6188" y="60620"/>
                </a:lnTo>
                <a:lnTo>
                  <a:pt x="6188" y="59821"/>
                </a:lnTo>
                <a:lnTo>
                  <a:pt x="6188" y="59111"/>
                </a:lnTo>
                <a:lnTo>
                  <a:pt x="6188" y="58489"/>
                </a:lnTo>
                <a:lnTo>
                  <a:pt x="6506" y="57868"/>
                </a:lnTo>
                <a:lnTo>
                  <a:pt x="6506" y="57247"/>
                </a:lnTo>
                <a:lnTo>
                  <a:pt x="6506" y="56359"/>
                </a:lnTo>
                <a:lnTo>
                  <a:pt x="6506" y="55916"/>
                </a:lnTo>
                <a:lnTo>
                  <a:pt x="6506" y="55117"/>
                </a:lnTo>
                <a:lnTo>
                  <a:pt x="6982" y="54407"/>
                </a:lnTo>
                <a:lnTo>
                  <a:pt x="6982" y="53785"/>
                </a:lnTo>
                <a:lnTo>
                  <a:pt x="6982" y="53164"/>
                </a:lnTo>
                <a:lnTo>
                  <a:pt x="6982" y="52543"/>
                </a:lnTo>
                <a:lnTo>
                  <a:pt x="7299" y="51833"/>
                </a:lnTo>
                <a:lnTo>
                  <a:pt x="7299" y="51211"/>
                </a:lnTo>
                <a:lnTo>
                  <a:pt x="7299" y="50590"/>
                </a:lnTo>
                <a:lnTo>
                  <a:pt x="7299" y="49969"/>
                </a:lnTo>
                <a:lnTo>
                  <a:pt x="7299" y="49259"/>
                </a:lnTo>
                <a:lnTo>
                  <a:pt x="7775" y="48638"/>
                </a:lnTo>
                <a:lnTo>
                  <a:pt x="7775" y="48016"/>
                </a:lnTo>
                <a:lnTo>
                  <a:pt x="7775" y="47395"/>
                </a:lnTo>
                <a:lnTo>
                  <a:pt x="7775" y="46685"/>
                </a:lnTo>
                <a:lnTo>
                  <a:pt x="7775" y="46064"/>
                </a:lnTo>
                <a:lnTo>
                  <a:pt x="8093" y="45442"/>
                </a:lnTo>
                <a:lnTo>
                  <a:pt x="8093" y="44821"/>
                </a:lnTo>
                <a:lnTo>
                  <a:pt x="8093" y="44111"/>
                </a:lnTo>
                <a:lnTo>
                  <a:pt x="8093" y="43490"/>
                </a:lnTo>
                <a:lnTo>
                  <a:pt x="8093" y="42868"/>
                </a:lnTo>
                <a:lnTo>
                  <a:pt x="8093" y="42425"/>
                </a:lnTo>
                <a:lnTo>
                  <a:pt x="8093" y="41803"/>
                </a:lnTo>
                <a:lnTo>
                  <a:pt x="8093" y="41093"/>
                </a:lnTo>
                <a:lnTo>
                  <a:pt x="8093" y="40472"/>
                </a:lnTo>
                <a:lnTo>
                  <a:pt x="8410" y="39851"/>
                </a:lnTo>
                <a:lnTo>
                  <a:pt x="8410" y="39407"/>
                </a:lnTo>
                <a:lnTo>
                  <a:pt x="8410" y="38519"/>
                </a:lnTo>
                <a:lnTo>
                  <a:pt x="8410" y="38164"/>
                </a:lnTo>
                <a:lnTo>
                  <a:pt x="8410" y="37454"/>
                </a:lnTo>
                <a:lnTo>
                  <a:pt x="8886" y="37099"/>
                </a:lnTo>
                <a:lnTo>
                  <a:pt x="8886" y="36212"/>
                </a:lnTo>
                <a:lnTo>
                  <a:pt x="8886" y="35768"/>
                </a:lnTo>
                <a:lnTo>
                  <a:pt x="8886" y="35147"/>
                </a:lnTo>
                <a:lnTo>
                  <a:pt x="8886" y="34703"/>
                </a:lnTo>
                <a:lnTo>
                  <a:pt x="9203" y="33815"/>
                </a:lnTo>
                <a:lnTo>
                  <a:pt x="9203" y="33460"/>
                </a:lnTo>
                <a:lnTo>
                  <a:pt x="9203" y="32750"/>
                </a:lnTo>
                <a:lnTo>
                  <a:pt x="9203" y="32307"/>
                </a:lnTo>
                <a:lnTo>
                  <a:pt x="9203" y="31685"/>
                </a:lnTo>
                <a:lnTo>
                  <a:pt x="9679" y="31064"/>
                </a:lnTo>
                <a:lnTo>
                  <a:pt x="9679" y="30443"/>
                </a:lnTo>
                <a:lnTo>
                  <a:pt x="9679" y="29999"/>
                </a:lnTo>
                <a:lnTo>
                  <a:pt x="9679" y="29378"/>
                </a:lnTo>
                <a:lnTo>
                  <a:pt x="9997" y="28668"/>
                </a:lnTo>
                <a:lnTo>
                  <a:pt x="9997" y="28313"/>
                </a:lnTo>
                <a:lnTo>
                  <a:pt x="9997" y="27602"/>
                </a:lnTo>
                <a:lnTo>
                  <a:pt x="9997" y="27159"/>
                </a:lnTo>
                <a:lnTo>
                  <a:pt x="9997" y="26360"/>
                </a:lnTo>
                <a:lnTo>
                  <a:pt x="9997" y="25916"/>
                </a:lnTo>
                <a:lnTo>
                  <a:pt x="9997" y="25295"/>
                </a:lnTo>
                <a:lnTo>
                  <a:pt x="9997" y="24851"/>
                </a:lnTo>
                <a:lnTo>
                  <a:pt x="9997" y="24230"/>
                </a:lnTo>
                <a:lnTo>
                  <a:pt x="9997" y="23786"/>
                </a:lnTo>
                <a:lnTo>
                  <a:pt x="10473" y="23165"/>
                </a:lnTo>
                <a:lnTo>
                  <a:pt x="10473" y="22721"/>
                </a:lnTo>
                <a:lnTo>
                  <a:pt x="10473" y="22011"/>
                </a:lnTo>
                <a:lnTo>
                  <a:pt x="10473" y="21656"/>
                </a:lnTo>
                <a:lnTo>
                  <a:pt x="10473" y="21212"/>
                </a:lnTo>
                <a:lnTo>
                  <a:pt x="10790" y="20591"/>
                </a:lnTo>
                <a:lnTo>
                  <a:pt x="10790" y="20147"/>
                </a:lnTo>
                <a:lnTo>
                  <a:pt x="10790" y="19437"/>
                </a:lnTo>
                <a:lnTo>
                  <a:pt x="10790" y="19082"/>
                </a:lnTo>
                <a:lnTo>
                  <a:pt x="11108" y="18372"/>
                </a:lnTo>
                <a:lnTo>
                  <a:pt x="11108" y="18017"/>
                </a:lnTo>
                <a:lnTo>
                  <a:pt x="11108" y="17307"/>
                </a:lnTo>
                <a:lnTo>
                  <a:pt x="11108" y="16863"/>
                </a:lnTo>
                <a:lnTo>
                  <a:pt x="11108" y="16508"/>
                </a:lnTo>
                <a:lnTo>
                  <a:pt x="11584" y="15798"/>
                </a:lnTo>
                <a:lnTo>
                  <a:pt x="11584" y="15443"/>
                </a:lnTo>
                <a:lnTo>
                  <a:pt x="11584" y="14733"/>
                </a:lnTo>
                <a:lnTo>
                  <a:pt x="11584" y="14555"/>
                </a:lnTo>
                <a:lnTo>
                  <a:pt x="11584" y="13934"/>
                </a:lnTo>
                <a:lnTo>
                  <a:pt x="11901" y="13490"/>
                </a:lnTo>
                <a:lnTo>
                  <a:pt x="11901" y="12869"/>
                </a:lnTo>
                <a:lnTo>
                  <a:pt x="11901" y="12425"/>
                </a:lnTo>
                <a:lnTo>
                  <a:pt x="11901" y="11982"/>
                </a:lnTo>
                <a:lnTo>
                  <a:pt x="11901" y="11360"/>
                </a:lnTo>
                <a:lnTo>
                  <a:pt x="12377" y="10916"/>
                </a:lnTo>
                <a:lnTo>
                  <a:pt x="12377" y="10473"/>
                </a:lnTo>
                <a:lnTo>
                  <a:pt x="12377" y="9851"/>
                </a:lnTo>
                <a:lnTo>
                  <a:pt x="12377" y="9585"/>
                </a:lnTo>
                <a:lnTo>
                  <a:pt x="12377" y="8964"/>
                </a:lnTo>
                <a:lnTo>
                  <a:pt x="12377" y="8520"/>
                </a:lnTo>
                <a:lnTo>
                  <a:pt x="12377" y="8076"/>
                </a:lnTo>
                <a:lnTo>
                  <a:pt x="12377" y="7455"/>
                </a:lnTo>
                <a:lnTo>
                  <a:pt x="12377" y="7011"/>
                </a:lnTo>
                <a:lnTo>
                  <a:pt x="12694" y="6656"/>
                </a:lnTo>
                <a:lnTo>
                  <a:pt x="12694" y="6212"/>
                </a:lnTo>
                <a:lnTo>
                  <a:pt x="12694" y="5769"/>
                </a:lnTo>
                <a:lnTo>
                  <a:pt x="12694" y="5147"/>
                </a:lnTo>
                <a:lnTo>
                  <a:pt x="12694" y="4881"/>
                </a:lnTo>
                <a:lnTo>
                  <a:pt x="13012" y="4260"/>
                </a:lnTo>
                <a:lnTo>
                  <a:pt x="13012" y="4082"/>
                </a:lnTo>
                <a:lnTo>
                  <a:pt x="13012" y="3372"/>
                </a:lnTo>
                <a:lnTo>
                  <a:pt x="13012" y="2928"/>
                </a:lnTo>
                <a:lnTo>
                  <a:pt x="13012" y="2573"/>
                </a:lnTo>
                <a:lnTo>
                  <a:pt x="13488" y="2130"/>
                </a:lnTo>
                <a:lnTo>
                  <a:pt x="13488" y="1686"/>
                </a:lnTo>
                <a:lnTo>
                  <a:pt x="13488" y="1242"/>
                </a:lnTo>
                <a:lnTo>
                  <a:pt x="13488" y="798"/>
                </a:lnTo>
                <a:lnTo>
                  <a:pt x="13805" y="355"/>
                </a:lnTo>
                <a:lnTo>
                  <a:pt x="13805" y="0"/>
                </a:lnTo>
              </a:path>
            </a:pathLst>
          </a:custGeom>
          <a:ln w="1944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7583426" y="1832219"/>
            <a:ext cx="13488" cy="38874"/>
          </a:xfrm>
          <a:custGeom>
            <a:avLst/>
            <a:gdLst/>
            <a:ahLst/>
            <a:cxnLst/>
            <a:rect l="l" t="t" r="r" b="b"/>
            <a:pathLst>
              <a:path w="13488" h="38874">
                <a:moveTo>
                  <a:pt x="0" y="38874"/>
                </a:moveTo>
                <a:lnTo>
                  <a:pt x="0" y="38431"/>
                </a:lnTo>
                <a:lnTo>
                  <a:pt x="0" y="37987"/>
                </a:lnTo>
                <a:lnTo>
                  <a:pt x="0" y="37543"/>
                </a:lnTo>
                <a:lnTo>
                  <a:pt x="476" y="37099"/>
                </a:lnTo>
                <a:lnTo>
                  <a:pt x="476" y="36656"/>
                </a:lnTo>
                <a:lnTo>
                  <a:pt x="476" y="36301"/>
                </a:lnTo>
                <a:lnTo>
                  <a:pt x="476" y="35857"/>
                </a:lnTo>
                <a:lnTo>
                  <a:pt x="476" y="35591"/>
                </a:lnTo>
                <a:lnTo>
                  <a:pt x="476" y="34969"/>
                </a:lnTo>
                <a:lnTo>
                  <a:pt x="476" y="34525"/>
                </a:lnTo>
                <a:lnTo>
                  <a:pt x="476" y="34348"/>
                </a:lnTo>
                <a:lnTo>
                  <a:pt x="476" y="33904"/>
                </a:lnTo>
                <a:lnTo>
                  <a:pt x="476" y="33460"/>
                </a:lnTo>
                <a:lnTo>
                  <a:pt x="793" y="33017"/>
                </a:lnTo>
                <a:lnTo>
                  <a:pt x="793" y="32662"/>
                </a:lnTo>
                <a:lnTo>
                  <a:pt x="793" y="32218"/>
                </a:lnTo>
                <a:lnTo>
                  <a:pt x="793" y="31952"/>
                </a:lnTo>
                <a:lnTo>
                  <a:pt x="1110" y="31508"/>
                </a:lnTo>
                <a:lnTo>
                  <a:pt x="1110" y="31153"/>
                </a:lnTo>
                <a:lnTo>
                  <a:pt x="1110" y="30709"/>
                </a:lnTo>
                <a:lnTo>
                  <a:pt x="1110" y="30265"/>
                </a:lnTo>
                <a:lnTo>
                  <a:pt x="1110" y="29821"/>
                </a:lnTo>
                <a:lnTo>
                  <a:pt x="1586" y="29644"/>
                </a:lnTo>
                <a:lnTo>
                  <a:pt x="1586" y="29200"/>
                </a:lnTo>
                <a:lnTo>
                  <a:pt x="1586" y="28756"/>
                </a:lnTo>
                <a:lnTo>
                  <a:pt x="1586" y="28579"/>
                </a:lnTo>
                <a:lnTo>
                  <a:pt x="1586" y="28135"/>
                </a:lnTo>
                <a:lnTo>
                  <a:pt x="1904" y="27691"/>
                </a:lnTo>
                <a:lnTo>
                  <a:pt x="1904" y="27514"/>
                </a:lnTo>
                <a:lnTo>
                  <a:pt x="1904" y="27070"/>
                </a:lnTo>
                <a:lnTo>
                  <a:pt x="1904" y="26626"/>
                </a:lnTo>
                <a:lnTo>
                  <a:pt x="1904" y="26449"/>
                </a:lnTo>
                <a:lnTo>
                  <a:pt x="2380" y="26005"/>
                </a:lnTo>
                <a:lnTo>
                  <a:pt x="2380" y="25561"/>
                </a:lnTo>
                <a:lnTo>
                  <a:pt x="2380" y="25117"/>
                </a:lnTo>
                <a:lnTo>
                  <a:pt x="2380" y="24940"/>
                </a:lnTo>
                <a:lnTo>
                  <a:pt x="2697" y="24496"/>
                </a:lnTo>
                <a:lnTo>
                  <a:pt x="2697" y="24230"/>
                </a:lnTo>
                <a:lnTo>
                  <a:pt x="2697" y="24052"/>
                </a:lnTo>
                <a:lnTo>
                  <a:pt x="2697" y="23608"/>
                </a:lnTo>
                <a:lnTo>
                  <a:pt x="2697" y="23165"/>
                </a:lnTo>
                <a:lnTo>
                  <a:pt x="2697" y="22721"/>
                </a:lnTo>
                <a:lnTo>
                  <a:pt x="2697" y="22543"/>
                </a:lnTo>
                <a:lnTo>
                  <a:pt x="2697" y="22366"/>
                </a:lnTo>
                <a:lnTo>
                  <a:pt x="2697" y="21922"/>
                </a:lnTo>
                <a:lnTo>
                  <a:pt x="2697" y="21656"/>
                </a:lnTo>
                <a:lnTo>
                  <a:pt x="3173" y="21301"/>
                </a:lnTo>
                <a:lnTo>
                  <a:pt x="3173" y="20857"/>
                </a:lnTo>
                <a:lnTo>
                  <a:pt x="3173" y="20591"/>
                </a:lnTo>
                <a:lnTo>
                  <a:pt x="3173" y="20413"/>
                </a:lnTo>
                <a:lnTo>
                  <a:pt x="3173" y="19970"/>
                </a:lnTo>
                <a:lnTo>
                  <a:pt x="3491" y="19792"/>
                </a:lnTo>
                <a:lnTo>
                  <a:pt x="3491" y="19348"/>
                </a:lnTo>
                <a:lnTo>
                  <a:pt x="3491" y="19082"/>
                </a:lnTo>
                <a:lnTo>
                  <a:pt x="3491" y="18904"/>
                </a:lnTo>
                <a:lnTo>
                  <a:pt x="3808" y="18461"/>
                </a:lnTo>
                <a:lnTo>
                  <a:pt x="3808" y="18017"/>
                </a:lnTo>
                <a:lnTo>
                  <a:pt x="3808" y="17573"/>
                </a:lnTo>
                <a:lnTo>
                  <a:pt x="3808" y="17396"/>
                </a:lnTo>
                <a:lnTo>
                  <a:pt x="4284" y="16952"/>
                </a:lnTo>
                <a:lnTo>
                  <a:pt x="4284" y="16774"/>
                </a:lnTo>
                <a:lnTo>
                  <a:pt x="4284" y="16508"/>
                </a:lnTo>
                <a:lnTo>
                  <a:pt x="4284" y="16153"/>
                </a:lnTo>
                <a:lnTo>
                  <a:pt x="4284" y="15887"/>
                </a:lnTo>
                <a:lnTo>
                  <a:pt x="4601" y="15709"/>
                </a:lnTo>
                <a:lnTo>
                  <a:pt x="4601" y="15443"/>
                </a:lnTo>
                <a:lnTo>
                  <a:pt x="4601" y="14999"/>
                </a:lnTo>
                <a:lnTo>
                  <a:pt x="4601" y="14822"/>
                </a:lnTo>
                <a:lnTo>
                  <a:pt x="4601" y="14644"/>
                </a:lnTo>
                <a:lnTo>
                  <a:pt x="4601" y="14378"/>
                </a:lnTo>
                <a:lnTo>
                  <a:pt x="4601" y="14200"/>
                </a:lnTo>
                <a:lnTo>
                  <a:pt x="4601" y="13757"/>
                </a:lnTo>
                <a:lnTo>
                  <a:pt x="4601" y="13579"/>
                </a:lnTo>
                <a:lnTo>
                  <a:pt x="5077" y="13313"/>
                </a:lnTo>
                <a:lnTo>
                  <a:pt x="5077" y="13135"/>
                </a:lnTo>
                <a:lnTo>
                  <a:pt x="5077" y="12869"/>
                </a:lnTo>
                <a:lnTo>
                  <a:pt x="5077" y="12425"/>
                </a:lnTo>
                <a:lnTo>
                  <a:pt x="5077" y="12248"/>
                </a:lnTo>
                <a:lnTo>
                  <a:pt x="5395" y="12248"/>
                </a:lnTo>
                <a:lnTo>
                  <a:pt x="5395" y="11804"/>
                </a:lnTo>
                <a:lnTo>
                  <a:pt x="5395" y="11626"/>
                </a:lnTo>
                <a:lnTo>
                  <a:pt x="5395" y="11360"/>
                </a:lnTo>
                <a:lnTo>
                  <a:pt x="5395" y="11005"/>
                </a:lnTo>
                <a:lnTo>
                  <a:pt x="5712" y="11005"/>
                </a:lnTo>
                <a:lnTo>
                  <a:pt x="5712" y="10739"/>
                </a:lnTo>
                <a:lnTo>
                  <a:pt x="5712" y="10561"/>
                </a:lnTo>
                <a:lnTo>
                  <a:pt x="5712" y="10118"/>
                </a:lnTo>
                <a:lnTo>
                  <a:pt x="5712" y="9851"/>
                </a:lnTo>
                <a:lnTo>
                  <a:pt x="6188" y="9851"/>
                </a:lnTo>
                <a:lnTo>
                  <a:pt x="6188" y="9674"/>
                </a:lnTo>
                <a:lnTo>
                  <a:pt x="6188" y="9496"/>
                </a:lnTo>
                <a:lnTo>
                  <a:pt x="6188" y="9053"/>
                </a:lnTo>
                <a:lnTo>
                  <a:pt x="6506" y="8786"/>
                </a:lnTo>
                <a:lnTo>
                  <a:pt x="6506" y="8609"/>
                </a:lnTo>
                <a:lnTo>
                  <a:pt x="6506" y="8431"/>
                </a:lnTo>
                <a:lnTo>
                  <a:pt x="6506" y="8165"/>
                </a:lnTo>
                <a:lnTo>
                  <a:pt x="6982" y="7988"/>
                </a:lnTo>
                <a:lnTo>
                  <a:pt x="6982" y="7721"/>
                </a:lnTo>
                <a:lnTo>
                  <a:pt x="6982" y="7544"/>
                </a:lnTo>
                <a:lnTo>
                  <a:pt x="6982" y="7277"/>
                </a:lnTo>
                <a:lnTo>
                  <a:pt x="6982" y="7100"/>
                </a:lnTo>
                <a:lnTo>
                  <a:pt x="6982" y="6922"/>
                </a:lnTo>
                <a:lnTo>
                  <a:pt x="6982" y="6656"/>
                </a:lnTo>
                <a:lnTo>
                  <a:pt x="6982" y="6479"/>
                </a:lnTo>
                <a:lnTo>
                  <a:pt x="6982" y="6212"/>
                </a:lnTo>
                <a:lnTo>
                  <a:pt x="7299" y="6212"/>
                </a:lnTo>
                <a:lnTo>
                  <a:pt x="7299" y="6035"/>
                </a:lnTo>
                <a:lnTo>
                  <a:pt x="7299" y="5857"/>
                </a:lnTo>
                <a:lnTo>
                  <a:pt x="7299" y="5591"/>
                </a:lnTo>
                <a:lnTo>
                  <a:pt x="7775" y="5414"/>
                </a:lnTo>
                <a:lnTo>
                  <a:pt x="7775" y="5147"/>
                </a:lnTo>
                <a:lnTo>
                  <a:pt x="7775" y="4970"/>
                </a:lnTo>
                <a:lnTo>
                  <a:pt x="8093" y="4792"/>
                </a:lnTo>
                <a:lnTo>
                  <a:pt x="8093" y="4526"/>
                </a:lnTo>
                <a:lnTo>
                  <a:pt x="8093" y="4349"/>
                </a:lnTo>
                <a:lnTo>
                  <a:pt x="8093" y="4082"/>
                </a:lnTo>
                <a:lnTo>
                  <a:pt x="8410" y="3905"/>
                </a:lnTo>
                <a:lnTo>
                  <a:pt x="8410" y="3638"/>
                </a:lnTo>
                <a:lnTo>
                  <a:pt x="8410" y="3461"/>
                </a:lnTo>
                <a:lnTo>
                  <a:pt x="8886" y="3283"/>
                </a:lnTo>
                <a:lnTo>
                  <a:pt x="8886" y="3017"/>
                </a:lnTo>
                <a:lnTo>
                  <a:pt x="8886" y="2840"/>
                </a:lnTo>
                <a:lnTo>
                  <a:pt x="8886" y="2573"/>
                </a:lnTo>
                <a:lnTo>
                  <a:pt x="8886" y="2396"/>
                </a:lnTo>
                <a:lnTo>
                  <a:pt x="9203" y="2396"/>
                </a:lnTo>
                <a:lnTo>
                  <a:pt x="9203" y="2218"/>
                </a:lnTo>
                <a:lnTo>
                  <a:pt x="9203" y="1952"/>
                </a:lnTo>
                <a:lnTo>
                  <a:pt x="9203" y="1775"/>
                </a:lnTo>
                <a:lnTo>
                  <a:pt x="9679" y="1775"/>
                </a:lnTo>
                <a:lnTo>
                  <a:pt x="9679" y="1508"/>
                </a:lnTo>
                <a:lnTo>
                  <a:pt x="9997" y="1508"/>
                </a:lnTo>
                <a:lnTo>
                  <a:pt x="9997" y="1331"/>
                </a:lnTo>
                <a:lnTo>
                  <a:pt x="9997" y="1065"/>
                </a:lnTo>
                <a:lnTo>
                  <a:pt x="10314" y="1065"/>
                </a:lnTo>
                <a:lnTo>
                  <a:pt x="10314" y="887"/>
                </a:lnTo>
                <a:lnTo>
                  <a:pt x="10314" y="710"/>
                </a:lnTo>
                <a:lnTo>
                  <a:pt x="10790" y="710"/>
                </a:lnTo>
                <a:lnTo>
                  <a:pt x="10790" y="443"/>
                </a:lnTo>
                <a:lnTo>
                  <a:pt x="11108" y="443"/>
                </a:lnTo>
                <a:lnTo>
                  <a:pt x="11108" y="266"/>
                </a:lnTo>
                <a:lnTo>
                  <a:pt x="11584" y="266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694" y="0"/>
                </a:lnTo>
                <a:lnTo>
                  <a:pt x="12694" y="266"/>
                </a:lnTo>
                <a:lnTo>
                  <a:pt x="13012" y="266"/>
                </a:lnTo>
                <a:lnTo>
                  <a:pt x="13488" y="266"/>
                </a:lnTo>
              </a:path>
            </a:pathLst>
          </a:custGeom>
          <a:ln w="1861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7596914" y="1832486"/>
            <a:ext cx="13329" cy="54673"/>
          </a:xfrm>
          <a:custGeom>
            <a:avLst/>
            <a:gdLst/>
            <a:ahLst/>
            <a:cxnLst/>
            <a:rect l="l" t="t" r="r" b="b"/>
            <a:pathLst>
              <a:path w="13329" h="54673">
                <a:moveTo>
                  <a:pt x="0" y="0"/>
                </a:moveTo>
                <a:lnTo>
                  <a:pt x="0" y="0"/>
                </a:lnTo>
                <a:lnTo>
                  <a:pt x="0" y="177"/>
                </a:lnTo>
                <a:lnTo>
                  <a:pt x="317" y="443"/>
                </a:lnTo>
                <a:lnTo>
                  <a:pt x="317" y="621"/>
                </a:lnTo>
                <a:lnTo>
                  <a:pt x="793" y="621"/>
                </a:lnTo>
                <a:lnTo>
                  <a:pt x="793" y="798"/>
                </a:lnTo>
                <a:lnTo>
                  <a:pt x="793" y="1065"/>
                </a:lnTo>
                <a:lnTo>
                  <a:pt x="1110" y="1065"/>
                </a:lnTo>
                <a:lnTo>
                  <a:pt x="1110" y="1242"/>
                </a:lnTo>
                <a:lnTo>
                  <a:pt x="1428" y="1242"/>
                </a:lnTo>
                <a:lnTo>
                  <a:pt x="1428" y="1508"/>
                </a:lnTo>
                <a:lnTo>
                  <a:pt x="1428" y="1686"/>
                </a:lnTo>
                <a:lnTo>
                  <a:pt x="1428" y="1952"/>
                </a:lnTo>
                <a:lnTo>
                  <a:pt x="1428" y="2307"/>
                </a:lnTo>
                <a:lnTo>
                  <a:pt x="1904" y="2307"/>
                </a:lnTo>
                <a:lnTo>
                  <a:pt x="1904" y="2573"/>
                </a:lnTo>
                <a:lnTo>
                  <a:pt x="1904" y="2751"/>
                </a:lnTo>
                <a:lnTo>
                  <a:pt x="2221" y="2751"/>
                </a:lnTo>
                <a:lnTo>
                  <a:pt x="2221" y="3017"/>
                </a:lnTo>
                <a:lnTo>
                  <a:pt x="2221" y="3195"/>
                </a:lnTo>
                <a:lnTo>
                  <a:pt x="2221" y="3372"/>
                </a:lnTo>
                <a:lnTo>
                  <a:pt x="2697" y="3638"/>
                </a:lnTo>
                <a:lnTo>
                  <a:pt x="2697" y="3816"/>
                </a:lnTo>
                <a:lnTo>
                  <a:pt x="2697" y="4082"/>
                </a:lnTo>
                <a:lnTo>
                  <a:pt x="3015" y="4260"/>
                </a:lnTo>
                <a:lnTo>
                  <a:pt x="3015" y="4526"/>
                </a:lnTo>
                <a:lnTo>
                  <a:pt x="3015" y="4704"/>
                </a:lnTo>
                <a:lnTo>
                  <a:pt x="3332" y="4881"/>
                </a:lnTo>
                <a:lnTo>
                  <a:pt x="3332" y="5147"/>
                </a:lnTo>
                <a:lnTo>
                  <a:pt x="3332" y="5325"/>
                </a:lnTo>
                <a:lnTo>
                  <a:pt x="3808" y="5591"/>
                </a:lnTo>
                <a:lnTo>
                  <a:pt x="3808" y="5769"/>
                </a:lnTo>
                <a:lnTo>
                  <a:pt x="3808" y="5946"/>
                </a:lnTo>
                <a:lnTo>
                  <a:pt x="3808" y="6212"/>
                </a:lnTo>
                <a:lnTo>
                  <a:pt x="3808" y="6390"/>
                </a:lnTo>
                <a:lnTo>
                  <a:pt x="3808" y="6656"/>
                </a:lnTo>
                <a:lnTo>
                  <a:pt x="3808" y="6834"/>
                </a:lnTo>
                <a:lnTo>
                  <a:pt x="3808" y="7011"/>
                </a:lnTo>
                <a:lnTo>
                  <a:pt x="4125" y="7277"/>
                </a:lnTo>
                <a:lnTo>
                  <a:pt x="4125" y="7455"/>
                </a:lnTo>
                <a:lnTo>
                  <a:pt x="4125" y="7721"/>
                </a:lnTo>
                <a:lnTo>
                  <a:pt x="4125" y="7899"/>
                </a:lnTo>
                <a:lnTo>
                  <a:pt x="4125" y="8165"/>
                </a:lnTo>
                <a:lnTo>
                  <a:pt x="4601" y="8343"/>
                </a:lnTo>
                <a:lnTo>
                  <a:pt x="4601" y="8520"/>
                </a:lnTo>
                <a:lnTo>
                  <a:pt x="4601" y="8786"/>
                </a:lnTo>
                <a:lnTo>
                  <a:pt x="4601" y="8964"/>
                </a:lnTo>
                <a:lnTo>
                  <a:pt x="4919" y="9230"/>
                </a:lnTo>
                <a:lnTo>
                  <a:pt x="4919" y="9408"/>
                </a:lnTo>
                <a:lnTo>
                  <a:pt x="4919" y="9585"/>
                </a:lnTo>
                <a:lnTo>
                  <a:pt x="4919" y="9851"/>
                </a:lnTo>
                <a:lnTo>
                  <a:pt x="4919" y="10029"/>
                </a:lnTo>
                <a:lnTo>
                  <a:pt x="5395" y="10295"/>
                </a:lnTo>
                <a:lnTo>
                  <a:pt x="5395" y="10473"/>
                </a:lnTo>
                <a:lnTo>
                  <a:pt x="5395" y="10739"/>
                </a:lnTo>
                <a:lnTo>
                  <a:pt x="5395" y="10916"/>
                </a:lnTo>
                <a:lnTo>
                  <a:pt x="5395" y="11094"/>
                </a:lnTo>
                <a:lnTo>
                  <a:pt x="5712" y="11360"/>
                </a:lnTo>
                <a:lnTo>
                  <a:pt x="5712" y="11804"/>
                </a:lnTo>
                <a:lnTo>
                  <a:pt x="5712" y="11982"/>
                </a:lnTo>
                <a:lnTo>
                  <a:pt x="5712" y="12425"/>
                </a:lnTo>
                <a:lnTo>
                  <a:pt x="5712" y="12603"/>
                </a:lnTo>
                <a:lnTo>
                  <a:pt x="5712" y="12869"/>
                </a:lnTo>
                <a:lnTo>
                  <a:pt x="5712" y="13047"/>
                </a:lnTo>
                <a:lnTo>
                  <a:pt x="5712" y="13313"/>
                </a:lnTo>
                <a:lnTo>
                  <a:pt x="6030" y="13490"/>
                </a:lnTo>
                <a:lnTo>
                  <a:pt x="6030" y="13934"/>
                </a:lnTo>
                <a:lnTo>
                  <a:pt x="6030" y="14112"/>
                </a:lnTo>
                <a:lnTo>
                  <a:pt x="6030" y="14378"/>
                </a:lnTo>
                <a:lnTo>
                  <a:pt x="6030" y="14555"/>
                </a:lnTo>
                <a:lnTo>
                  <a:pt x="6506" y="14999"/>
                </a:lnTo>
                <a:lnTo>
                  <a:pt x="6506" y="15177"/>
                </a:lnTo>
                <a:lnTo>
                  <a:pt x="6506" y="15443"/>
                </a:lnTo>
                <a:lnTo>
                  <a:pt x="6506" y="15620"/>
                </a:lnTo>
                <a:lnTo>
                  <a:pt x="6506" y="15887"/>
                </a:lnTo>
                <a:lnTo>
                  <a:pt x="6823" y="16242"/>
                </a:lnTo>
                <a:lnTo>
                  <a:pt x="6823" y="16686"/>
                </a:lnTo>
                <a:lnTo>
                  <a:pt x="6823" y="17129"/>
                </a:lnTo>
                <a:lnTo>
                  <a:pt x="6823" y="17307"/>
                </a:lnTo>
                <a:lnTo>
                  <a:pt x="7299" y="17751"/>
                </a:lnTo>
                <a:lnTo>
                  <a:pt x="7299" y="18194"/>
                </a:lnTo>
                <a:lnTo>
                  <a:pt x="7299" y="18638"/>
                </a:lnTo>
                <a:lnTo>
                  <a:pt x="7616" y="18816"/>
                </a:lnTo>
                <a:lnTo>
                  <a:pt x="7616" y="19082"/>
                </a:lnTo>
                <a:lnTo>
                  <a:pt x="7616" y="19526"/>
                </a:lnTo>
                <a:lnTo>
                  <a:pt x="7616" y="19703"/>
                </a:lnTo>
                <a:lnTo>
                  <a:pt x="7616" y="20147"/>
                </a:lnTo>
                <a:lnTo>
                  <a:pt x="7934" y="20325"/>
                </a:lnTo>
                <a:lnTo>
                  <a:pt x="7934" y="20591"/>
                </a:lnTo>
                <a:lnTo>
                  <a:pt x="7934" y="21035"/>
                </a:lnTo>
                <a:lnTo>
                  <a:pt x="7934" y="21390"/>
                </a:lnTo>
                <a:lnTo>
                  <a:pt x="7934" y="21833"/>
                </a:lnTo>
                <a:lnTo>
                  <a:pt x="7934" y="22277"/>
                </a:lnTo>
                <a:lnTo>
                  <a:pt x="7934" y="22455"/>
                </a:lnTo>
                <a:lnTo>
                  <a:pt x="7934" y="22898"/>
                </a:lnTo>
                <a:lnTo>
                  <a:pt x="7934" y="23165"/>
                </a:lnTo>
                <a:lnTo>
                  <a:pt x="8410" y="23608"/>
                </a:lnTo>
                <a:lnTo>
                  <a:pt x="8410" y="23786"/>
                </a:lnTo>
                <a:lnTo>
                  <a:pt x="8410" y="24230"/>
                </a:lnTo>
                <a:lnTo>
                  <a:pt x="8410" y="24674"/>
                </a:lnTo>
                <a:lnTo>
                  <a:pt x="8727" y="24851"/>
                </a:lnTo>
                <a:lnTo>
                  <a:pt x="8727" y="25029"/>
                </a:lnTo>
                <a:lnTo>
                  <a:pt x="8727" y="25472"/>
                </a:lnTo>
                <a:lnTo>
                  <a:pt x="8727" y="25916"/>
                </a:lnTo>
                <a:lnTo>
                  <a:pt x="8727" y="26182"/>
                </a:lnTo>
                <a:lnTo>
                  <a:pt x="9203" y="26537"/>
                </a:lnTo>
                <a:lnTo>
                  <a:pt x="9203" y="26981"/>
                </a:lnTo>
                <a:lnTo>
                  <a:pt x="9203" y="27247"/>
                </a:lnTo>
                <a:lnTo>
                  <a:pt x="9203" y="27602"/>
                </a:lnTo>
                <a:lnTo>
                  <a:pt x="9203" y="28046"/>
                </a:lnTo>
                <a:lnTo>
                  <a:pt x="9521" y="28490"/>
                </a:lnTo>
                <a:lnTo>
                  <a:pt x="9521" y="28756"/>
                </a:lnTo>
                <a:lnTo>
                  <a:pt x="9521" y="29111"/>
                </a:lnTo>
                <a:lnTo>
                  <a:pt x="9521" y="29555"/>
                </a:lnTo>
                <a:lnTo>
                  <a:pt x="9521" y="29821"/>
                </a:lnTo>
                <a:lnTo>
                  <a:pt x="9997" y="30176"/>
                </a:lnTo>
                <a:lnTo>
                  <a:pt x="9997" y="30620"/>
                </a:lnTo>
                <a:lnTo>
                  <a:pt x="9997" y="30886"/>
                </a:lnTo>
                <a:lnTo>
                  <a:pt x="9997" y="31241"/>
                </a:lnTo>
                <a:lnTo>
                  <a:pt x="9997" y="31685"/>
                </a:lnTo>
                <a:lnTo>
                  <a:pt x="9997" y="32129"/>
                </a:lnTo>
                <a:lnTo>
                  <a:pt x="9997" y="32573"/>
                </a:lnTo>
                <a:lnTo>
                  <a:pt x="9997" y="33017"/>
                </a:lnTo>
                <a:lnTo>
                  <a:pt x="9997" y="33194"/>
                </a:lnTo>
                <a:lnTo>
                  <a:pt x="10314" y="33638"/>
                </a:lnTo>
                <a:lnTo>
                  <a:pt x="10314" y="34082"/>
                </a:lnTo>
                <a:lnTo>
                  <a:pt x="10314" y="34525"/>
                </a:lnTo>
                <a:lnTo>
                  <a:pt x="10314" y="34969"/>
                </a:lnTo>
                <a:lnTo>
                  <a:pt x="10314" y="35324"/>
                </a:lnTo>
                <a:lnTo>
                  <a:pt x="10631" y="35591"/>
                </a:lnTo>
                <a:lnTo>
                  <a:pt x="10631" y="36034"/>
                </a:lnTo>
                <a:lnTo>
                  <a:pt x="10631" y="36656"/>
                </a:lnTo>
                <a:lnTo>
                  <a:pt x="10631" y="36833"/>
                </a:lnTo>
                <a:lnTo>
                  <a:pt x="10631" y="37277"/>
                </a:lnTo>
                <a:lnTo>
                  <a:pt x="11108" y="37898"/>
                </a:lnTo>
                <a:lnTo>
                  <a:pt x="11108" y="38164"/>
                </a:lnTo>
                <a:lnTo>
                  <a:pt x="11108" y="38608"/>
                </a:lnTo>
                <a:lnTo>
                  <a:pt x="11108" y="38963"/>
                </a:lnTo>
                <a:lnTo>
                  <a:pt x="11425" y="39407"/>
                </a:lnTo>
                <a:lnTo>
                  <a:pt x="11425" y="39851"/>
                </a:lnTo>
                <a:lnTo>
                  <a:pt x="11425" y="40295"/>
                </a:lnTo>
                <a:lnTo>
                  <a:pt x="11425" y="40738"/>
                </a:lnTo>
                <a:lnTo>
                  <a:pt x="11425" y="41182"/>
                </a:lnTo>
                <a:lnTo>
                  <a:pt x="11901" y="41537"/>
                </a:lnTo>
                <a:lnTo>
                  <a:pt x="11901" y="41981"/>
                </a:lnTo>
                <a:lnTo>
                  <a:pt x="11901" y="42691"/>
                </a:lnTo>
                <a:lnTo>
                  <a:pt x="11901" y="42868"/>
                </a:lnTo>
                <a:lnTo>
                  <a:pt x="11901" y="43312"/>
                </a:lnTo>
                <a:lnTo>
                  <a:pt x="12218" y="43756"/>
                </a:lnTo>
                <a:lnTo>
                  <a:pt x="12218" y="44111"/>
                </a:lnTo>
                <a:lnTo>
                  <a:pt x="12218" y="44821"/>
                </a:lnTo>
                <a:lnTo>
                  <a:pt x="12218" y="44999"/>
                </a:lnTo>
                <a:lnTo>
                  <a:pt x="12218" y="45620"/>
                </a:lnTo>
                <a:lnTo>
                  <a:pt x="12218" y="46064"/>
                </a:lnTo>
                <a:lnTo>
                  <a:pt x="12218" y="46507"/>
                </a:lnTo>
                <a:lnTo>
                  <a:pt x="12218" y="46951"/>
                </a:lnTo>
                <a:lnTo>
                  <a:pt x="12218" y="47395"/>
                </a:lnTo>
                <a:lnTo>
                  <a:pt x="12536" y="48016"/>
                </a:lnTo>
                <a:lnTo>
                  <a:pt x="12536" y="48460"/>
                </a:lnTo>
                <a:lnTo>
                  <a:pt x="12536" y="48904"/>
                </a:lnTo>
                <a:lnTo>
                  <a:pt x="12536" y="49259"/>
                </a:lnTo>
                <a:lnTo>
                  <a:pt x="12536" y="49703"/>
                </a:lnTo>
                <a:lnTo>
                  <a:pt x="13012" y="50413"/>
                </a:lnTo>
                <a:lnTo>
                  <a:pt x="13012" y="50768"/>
                </a:lnTo>
                <a:lnTo>
                  <a:pt x="13012" y="51211"/>
                </a:lnTo>
                <a:lnTo>
                  <a:pt x="13012" y="51833"/>
                </a:lnTo>
                <a:lnTo>
                  <a:pt x="13012" y="52099"/>
                </a:lnTo>
                <a:lnTo>
                  <a:pt x="13329" y="52720"/>
                </a:lnTo>
                <a:lnTo>
                  <a:pt x="13329" y="53164"/>
                </a:lnTo>
                <a:lnTo>
                  <a:pt x="13329" y="53608"/>
                </a:lnTo>
                <a:lnTo>
                  <a:pt x="13329" y="54229"/>
                </a:lnTo>
                <a:lnTo>
                  <a:pt x="13329" y="54673"/>
                </a:lnTo>
              </a:path>
            </a:pathLst>
          </a:custGeom>
          <a:ln w="1905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7610244" y="1887159"/>
            <a:ext cx="13488" cy="139790"/>
          </a:xfrm>
          <a:custGeom>
            <a:avLst/>
            <a:gdLst/>
            <a:ahLst/>
            <a:cxnLst/>
            <a:rect l="l" t="t" r="r" b="b"/>
            <a:pathLst>
              <a:path w="13488" h="139790">
                <a:moveTo>
                  <a:pt x="0" y="0"/>
                </a:moveTo>
                <a:lnTo>
                  <a:pt x="476" y="621"/>
                </a:lnTo>
                <a:lnTo>
                  <a:pt x="476" y="798"/>
                </a:lnTo>
                <a:lnTo>
                  <a:pt x="476" y="1508"/>
                </a:lnTo>
                <a:lnTo>
                  <a:pt x="476" y="2130"/>
                </a:lnTo>
                <a:lnTo>
                  <a:pt x="793" y="2573"/>
                </a:lnTo>
                <a:lnTo>
                  <a:pt x="793" y="3195"/>
                </a:lnTo>
                <a:lnTo>
                  <a:pt x="793" y="3372"/>
                </a:lnTo>
                <a:lnTo>
                  <a:pt x="793" y="4082"/>
                </a:lnTo>
                <a:lnTo>
                  <a:pt x="793" y="4526"/>
                </a:lnTo>
                <a:lnTo>
                  <a:pt x="793" y="5147"/>
                </a:lnTo>
                <a:lnTo>
                  <a:pt x="793" y="5591"/>
                </a:lnTo>
                <a:lnTo>
                  <a:pt x="793" y="6212"/>
                </a:lnTo>
                <a:lnTo>
                  <a:pt x="793" y="6656"/>
                </a:lnTo>
                <a:lnTo>
                  <a:pt x="793" y="7100"/>
                </a:lnTo>
                <a:lnTo>
                  <a:pt x="1269" y="7721"/>
                </a:lnTo>
                <a:lnTo>
                  <a:pt x="1269" y="8165"/>
                </a:lnTo>
                <a:lnTo>
                  <a:pt x="1269" y="8786"/>
                </a:lnTo>
                <a:lnTo>
                  <a:pt x="1269" y="9230"/>
                </a:lnTo>
                <a:lnTo>
                  <a:pt x="1269" y="9851"/>
                </a:lnTo>
                <a:lnTo>
                  <a:pt x="1586" y="10295"/>
                </a:lnTo>
                <a:lnTo>
                  <a:pt x="1586" y="10916"/>
                </a:lnTo>
                <a:lnTo>
                  <a:pt x="1586" y="11538"/>
                </a:lnTo>
                <a:lnTo>
                  <a:pt x="1586" y="11982"/>
                </a:lnTo>
                <a:lnTo>
                  <a:pt x="1904" y="12603"/>
                </a:lnTo>
                <a:lnTo>
                  <a:pt x="1904" y="13047"/>
                </a:lnTo>
                <a:lnTo>
                  <a:pt x="1904" y="13668"/>
                </a:lnTo>
                <a:lnTo>
                  <a:pt x="1904" y="14112"/>
                </a:lnTo>
                <a:lnTo>
                  <a:pt x="1904" y="14822"/>
                </a:lnTo>
                <a:lnTo>
                  <a:pt x="2380" y="15177"/>
                </a:lnTo>
                <a:lnTo>
                  <a:pt x="2380" y="15887"/>
                </a:lnTo>
                <a:lnTo>
                  <a:pt x="2380" y="16508"/>
                </a:lnTo>
                <a:lnTo>
                  <a:pt x="2380" y="17129"/>
                </a:lnTo>
                <a:lnTo>
                  <a:pt x="2380" y="17573"/>
                </a:lnTo>
                <a:lnTo>
                  <a:pt x="2697" y="18194"/>
                </a:lnTo>
                <a:lnTo>
                  <a:pt x="2697" y="18638"/>
                </a:lnTo>
                <a:lnTo>
                  <a:pt x="2697" y="19259"/>
                </a:lnTo>
                <a:lnTo>
                  <a:pt x="2697" y="19703"/>
                </a:lnTo>
                <a:lnTo>
                  <a:pt x="2697" y="20591"/>
                </a:lnTo>
                <a:lnTo>
                  <a:pt x="3173" y="21035"/>
                </a:lnTo>
                <a:lnTo>
                  <a:pt x="3173" y="21656"/>
                </a:lnTo>
                <a:lnTo>
                  <a:pt x="3173" y="22100"/>
                </a:lnTo>
                <a:lnTo>
                  <a:pt x="3173" y="22721"/>
                </a:lnTo>
                <a:lnTo>
                  <a:pt x="3173" y="23342"/>
                </a:lnTo>
                <a:lnTo>
                  <a:pt x="3173" y="23964"/>
                </a:lnTo>
                <a:lnTo>
                  <a:pt x="3173" y="24407"/>
                </a:lnTo>
                <a:lnTo>
                  <a:pt x="3173" y="25295"/>
                </a:lnTo>
                <a:lnTo>
                  <a:pt x="3173" y="25739"/>
                </a:lnTo>
                <a:lnTo>
                  <a:pt x="3491" y="26360"/>
                </a:lnTo>
                <a:lnTo>
                  <a:pt x="3491" y="26804"/>
                </a:lnTo>
                <a:lnTo>
                  <a:pt x="3491" y="27602"/>
                </a:lnTo>
                <a:lnTo>
                  <a:pt x="3491" y="28046"/>
                </a:lnTo>
                <a:lnTo>
                  <a:pt x="3491" y="28756"/>
                </a:lnTo>
                <a:lnTo>
                  <a:pt x="3808" y="29378"/>
                </a:lnTo>
                <a:lnTo>
                  <a:pt x="3808" y="29999"/>
                </a:lnTo>
                <a:lnTo>
                  <a:pt x="3808" y="30620"/>
                </a:lnTo>
                <a:lnTo>
                  <a:pt x="3808" y="31330"/>
                </a:lnTo>
                <a:lnTo>
                  <a:pt x="3808" y="31685"/>
                </a:lnTo>
                <a:lnTo>
                  <a:pt x="4284" y="32573"/>
                </a:lnTo>
                <a:lnTo>
                  <a:pt x="4284" y="33017"/>
                </a:lnTo>
                <a:lnTo>
                  <a:pt x="4284" y="33904"/>
                </a:lnTo>
                <a:lnTo>
                  <a:pt x="4284" y="34259"/>
                </a:lnTo>
                <a:lnTo>
                  <a:pt x="4601" y="35147"/>
                </a:lnTo>
                <a:lnTo>
                  <a:pt x="4601" y="35591"/>
                </a:lnTo>
                <a:lnTo>
                  <a:pt x="4601" y="36212"/>
                </a:lnTo>
                <a:lnTo>
                  <a:pt x="4601" y="36833"/>
                </a:lnTo>
                <a:lnTo>
                  <a:pt x="4601" y="37543"/>
                </a:lnTo>
                <a:lnTo>
                  <a:pt x="5077" y="38164"/>
                </a:lnTo>
                <a:lnTo>
                  <a:pt x="5077" y="38786"/>
                </a:lnTo>
                <a:lnTo>
                  <a:pt x="5077" y="39407"/>
                </a:lnTo>
                <a:lnTo>
                  <a:pt x="5077" y="40117"/>
                </a:lnTo>
                <a:lnTo>
                  <a:pt x="5077" y="40738"/>
                </a:lnTo>
                <a:lnTo>
                  <a:pt x="5077" y="41360"/>
                </a:lnTo>
                <a:lnTo>
                  <a:pt x="5077" y="41981"/>
                </a:lnTo>
                <a:lnTo>
                  <a:pt x="5077" y="42691"/>
                </a:lnTo>
                <a:lnTo>
                  <a:pt x="5077" y="43490"/>
                </a:lnTo>
                <a:lnTo>
                  <a:pt x="5077" y="43934"/>
                </a:lnTo>
                <a:lnTo>
                  <a:pt x="5395" y="44555"/>
                </a:lnTo>
                <a:lnTo>
                  <a:pt x="5395" y="45265"/>
                </a:lnTo>
                <a:lnTo>
                  <a:pt x="5395" y="45886"/>
                </a:lnTo>
                <a:lnTo>
                  <a:pt x="5395" y="46685"/>
                </a:lnTo>
                <a:lnTo>
                  <a:pt x="5712" y="47129"/>
                </a:lnTo>
                <a:lnTo>
                  <a:pt x="5712" y="48016"/>
                </a:lnTo>
                <a:lnTo>
                  <a:pt x="5712" y="48638"/>
                </a:lnTo>
                <a:lnTo>
                  <a:pt x="5712" y="49259"/>
                </a:lnTo>
                <a:lnTo>
                  <a:pt x="5712" y="49969"/>
                </a:lnTo>
                <a:lnTo>
                  <a:pt x="6188" y="50590"/>
                </a:lnTo>
                <a:lnTo>
                  <a:pt x="6188" y="51478"/>
                </a:lnTo>
                <a:lnTo>
                  <a:pt x="6188" y="52099"/>
                </a:lnTo>
                <a:lnTo>
                  <a:pt x="6188" y="52720"/>
                </a:lnTo>
                <a:lnTo>
                  <a:pt x="6188" y="53342"/>
                </a:lnTo>
                <a:lnTo>
                  <a:pt x="6506" y="54052"/>
                </a:lnTo>
                <a:lnTo>
                  <a:pt x="6506" y="54850"/>
                </a:lnTo>
                <a:lnTo>
                  <a:pt x="6506" y="55294"/>
                </a:lnTo>
                <a:lnTo>
                  <a:pt x="6506" y="56182"/>
                </a:lnTo>
                <a:lnTo>
                  <a:pt x="6506" y="56803"/>
                </a:lnTo>
                <a:lnTo>
                  <a:pt x="6982" y="57691"/>
                </a:lnTo>
                <a:lnTo>
                  <a:pt x="6982" y="58312"/>
                </a:lnTo>
                <a:lnTo>
                  <a:pt x="6982" y="58933"/>
                </a:lnTo>
                <a:lnTo>
                  <a:pt x="6982" y="59821"/>
                </a:lnTo>
                <a:lnTo>
                  <a:pt x="7299" y="60265"/>
                </a:lnTo>
                <a:lnTo>
                  <a:pt x="7299" y="61063"/>
                </a:lnTo>
                <a:lnTo>
                  <a:pt x="7299" y="61773"/>
                </a:lnTo>
                <a:lnTo>
                  <a:pt x="7299" y="62395"/>
                </a:lnTo>
                <a:lnTo>
                  <a:pt x="7299" y="63282"/>
                </a:lnTo>
                <a:lnTo>
                  <a:pt x="7299" y="63904"/>
                </a:lnTo>
                <a:lnTo>
                  <a:pt x="7299" y="64702"/>
                </a:lnTo>
                <a:lnTo>
                  <a:pt x="7299" y="65412"/>
                </a:lnTo>
                <a:lnTo>
                  <a:pt x="7299" y="66034"/>
                </a:lnTo>
                <a:lnTo>
                  <a:pt x="7299" y="66921"/>
                </a:lnTo>
                <a:lnTo>
                  <a:pt x="7775" y="67543"/>
                </a:lnTo>
                <a:lnTo>
                  <a:pt x="7775" y="68164"/>
                </a:lnTo>
                <a:lnTo>
                  <a:pt x="7775" y="69051"/>
                </a:lnTo>
                <a:lnTo>
                  <a:pt x="7775" y="69673"/>
                </a:lnTo>
                <a:lnTo>
                  <a:pt x="7775" y="70560"/>
                </a:lnTo>
                <a:lnTo>
                  <a:pt x="8093" y="71182"/>
                </a:lnTo>
                <a:lnTo>
                  <a:pt x="8093" y="71803"/>
                </a:lnTo>
                <a:lnTo>
                  <a:pt x="8093" y="72690"/>
                </a:lnTo>
                <a:lnTo>
                  <a:pt x="8093" y="73312"/>
                </a:lnTo>
                <a:lnTo>
                  <a:pt x="8410" y="74199"/>
                </a:lnTo>
                <a:lnTo>
                  <a:pt x="8410" y="74820"/>
                </a:lnTo>
                <a:lnTo>
                  <a:pt x="8410" y="75708"/>
                </a:lnTo>
                <a:lnTo>
                  <a:pt x="8410" y="76507"/>
                </a:lnTo>
                <a:lnTo>
                  <a:pt x="8410" y="77217"/>
                </a:lnTo>
                <a:lnTo>
                  <a:pt x="8886" y="77838"/>
                </a:lnTo>
                <a:lnTo>
                  <a:pt x="8886" y="78637"/>
                </a:lnTo>
                <a:lnTo>
                  <a:pt x="8886" y="79347"/>
                </a:lnTo>
                <a:lnTo>
                  <a:pt x="8886" y="80146"/>
                </a:lnTo>
                <a:lnTo>
                  <a:pt x="8886" y="81033"/>
                </a:lnTo>
                <a:lnTo>
                  <a:pt x="9203" y="81655"/>
                </a:lnTo>
                <a:lnTo>
                  <a:pt x="9203" y="82365"/>
                </a:lnTo>
                <a:lnTo>
                  <a:pt x="9203" y="83164"/>
                </a:lnTo>
                <a:lnTo>
                  <a:pt x="9203" y="84051"/>
                </a:lnTo>
                <a:lnTo>
                  <a:pt x="9203" y="84672"/>
                </a:lnTo>
                <a:lnTo>
                  <a:pt x="9203" y="85560"/>
                </a:lnTo>
                <a:lnTo>
                  <a:pt x="9203" y="86181"/>
                </a:lnTo>
                <a:lnTo>
                  <a:pt x="9203" y="87069"/>
                </a:lnTo>
                <a:lnTo>
                  <a:pt x="9203" y="87868"/>
                </a:lnTo>
                <a:lnTo>
                  <a:pt x="9679" y="88578"/>
                </a:lnTo>
                <a:lnTo>
                  <a:pt x="9679" y="89376"/>
                </a:lnTo>
                <a:lnTo>
                  <a:pt x="9679" y="90264"/>
                </a:lnTo>
                <a:lnTo>
                  <a:pt x="9679" y="90885"/>
                </a:lnTo>
                <a:lnTo>
                  <a:pt x="9679" y="91773"/>
                </a:lnTo>
                <a:lnTo>
                  <a:pt x="9997" y="92572"/>
                </a:lnTo>
                <a:lnTo>
                  <a:pt x="9997" y="93282"/>
                </a:lnTo>
                <a:lnTo>
                  <a:pt x="9997" y="94080"/>
                </a:lnTo>
                <a:lnTo>
                  <a:pt x="9997" y="94968"/>
                </a:lnTo>
                <a:lnTo>
                  <a:pt x="9997" y="95589"/>
                </a:lnTo>
                <a:lnTo>
                  <a:pt x="10314" y="96477"/>
                </a:lnTo>
                <a:lnTo>
                  <a:pt x="10314" y="97364"/>
                </a:lnTo>
                <a:lnTo>
                  <a:pt x="10314" y="98163"/>
                </a:lnTo>
                <a:lnTo>
                  <a:pt x="10314" y="98873"/>
                </a:lnTo>
                <a:lnTo>
                  <a:pt x="10314" y="99672"/>
                </a:lnTo>
                <a:lnTo>
                  <a:pt x="10790" y="100560"/>
                </a:lnTo>
                <a:lnTo>
                  <a:pt x="10790" y="101181"/>
                </a:lnTo>
                <a:lnTo>
                  <a:pt x="10790" y="102246"/>
                </a:lnTo>
                <a:lnTo>
                  <a:pt x="10790" y="102867"/>
                </a:lnTo>
                <a:lnTo>
                  <a:pt x="11108" y="103755"/>
                </a:lnTo>
                <a:lnTo>
                  <a:pt x="11108" y="104642"/>
                </a:lnTo>
                <a:lnTo>
                  <a:pt x="11108" y="105441"/>
                </a:lnTo>
                <a:lnTo>
                  <a:pt x="11108" y="106151"/>
                </a:lnTo>
                <a:lnTo>
                  <a:pt x="11108" y="107216"/>
                </a:lnTo>
                <a:lnTo>
                  <a:pt x="11108" y="107838"/>
                </a:lnTo>
                <a:lnTo>
                  <a:pt x="11108" y="108725"/>
                </a:lnTo>
                <a:lnTo>
                  <a:pt x="11108" y="109524"/>
                </a:lnTo>
                <a:lnTo>
                  <a:pt x="11108" y="110411"/>
                </a:lnTo>
                <a:lnTo>
                  <a:pt x="11108" y="111299"/>
                </a:lnTo>
                <a:lnTo>
                  <a:pt x="11584" y="111920"/>
                </a:lnTo>
                <a:lnTo>
                  <a:pt x="11584" y="112985"/>
                </a:lnTo>
                <a:lnTo>
                  <a:pt x="11584" y="113873"/>
                </a:lnTo>
                <a:lnTo>
                  <a:pt x="11584" y="114494"/>
                </a:lnTo>
                <a:lnTo>
                  <a:pt x="11584" y="115382"/>
                </a:lnTo>
                <a:lnTo>
                  <a:pt x="11901" y="116447"/>
                </a:lnTo>
                <a:lnTo>
                  <a:pt x="11901" y="117068"/>
                </a:lnTo>
                <a:lnTo>
                  <a:pt x="11901" y="117956"/>
                </a:lnTo>
                <a:lnTo>
                  <a:pt x="11901" y="119021"/>
                </a:lnTo>
                <a:lnTo>
                  <a:pt x="12377" y="119642"/>
                </a:lnTo>
                <a:lnTo>
                  <a:pt x="12377" y="120530"/>
                </a:lnTo>
                <a:lnTo>
                  <a:pt x="12377" y="121328"/>
                </a:lnTo>
                <a:lnTo>
                  <a:pt x="12377" y="122216"/>
                </a:lnTo>
                <a:lnTo>
                  <a:pt x="12377" y="123104"/>
                </a:lnTo>
                <a:lnTo>
                  <a:pt x="12694" y="123902"/>
                </a:lnTo>
                <a:lnTo>
                  <a:pt x="12694" y="124967"/>
                </a:lnTo>
                <a:lnTo>
                  <a:pt x="12694" y="125677"/>
                </a:lnTo>
                <a:lnTo>
                  <a:pt x="12694" y="126476"/>
                </a:lnTo>
                <a:lnTo>
                  <a:pt x="12694" y="127364"/>
                </a:lnTo>
                <a:lnTo>
                  <a:pt x="13012" y="128429"/>
                </a:lnTo>
                <a:lnTo>
                  <a:pt x="13012" y="129050"/>
                </a:lnTo>
                <a:lnTo>
                  <a:pt x="13012" y="129938"/>
                </a:lnTo>
                <a:lnTo>
                  <a:pt x="13012" y="130825"/>
                </a:lnTo>
                <a:lnTo>
                  <a:pt x="13012" y="131890"/>
                </a:lnTo>
                <a:lnTo>
                  <a:pt x="13488" y="132689"/>
                </a:lnTo>
                <a:lnTo>
                  <a:pt x="13488" y="133577"/>
                </a:lnTo>
                <a:lnTo>
                  <a:pt x="13488" y="134464"/>
                </a:lnTo>
                <a:lnTo>
                  <a:pt x="13488" y="135263"/>
                </a:lnTo>
                <a:lnTo>
                  <a:pt x="13488" y="136151"/>
                </a:lnTo>
                <a:lnTo>
                  <a:pt x="13488" y="137038"/>
                </a:lnTo>
                <a:lnTo>
                  <a:pt x="13488" y="137837"/>
                </a:lnTo>
                <a:lnTo>
                  <a:pt x="13488" y="138902"/>
                </a:lnTo>
                <a:lnTo>
                  <a:pt x="13488" y="139790"/>
                </a:lnTo>
              </a:path>
            </a:pathLst>
          </a:custGeom>
          <a:ln w="1946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7623732" y="2026949"/>
            <a:ext cx="13805" cy="209907"/>
          </a:xfrm>
          <a:custGeom>
            <a:avLst/>
            <a:gdLst/>
            <a:ahLst/>
            <a:cxnLst/>
            <a:rect l="l" t="t" r="r" b="b"/>
            <a:pathLst>
              <a:path w="13805" h="209907">
                <a:moveTo>
                  <a:pt x="0" y="0"/>
                </a:moveTo>
                <a:lnTo>
                  <a:pt x="317" y="887"/>
                </a:lnTo>
                <a:lnTo>
                  <a:pt x="317" y="1686"/>
                </a:lnTo>
                <a:lnTo>
                  <a:pt x="317" y="2751"/>
                </a:lnTo>
                <a:lnTo>
                  <a:pt x="317" y="3638"/>
                </a:lnTo>
                <a:lnTo>
                  <a:pt x="317" y="4526"/>
                </a:lnTo>
                <a:lnTo>
                  <a:pt x="793" y="5325"/>
                </a:lnTo>
                <a:lnTo>
                  <a:pt x="793" y="6390"/>
                </a:lnTo>
                <a:lnTo>
                  <a:pt x="793" y="7277"/>
                </a:lnTo>
                <a:lnTo>
                  <a:pt x="793" y="8165"/>
                </a:lnTo>
                <a:lnTo>
                  <a:pt x="793" y="8964"/>
                </a:lnTo>
                <a:lnTo>
                  <a:pt x="1110" y="9851"/>
                </a:lnTo>
                <a:lnTo>
                  <a:pt x="1110" y="10916"/>
                </a:lnTo>
                <a:lnTo>
                  <a:pt x="1110" y="11804"/>
                </a:lnTo>
                <a:lnTo>
                  <a:pt x="1110" y="12692"/>
                </a:lnTo>
                <a:lnTo>
                  <a:pt x="1428" y="13490"/>
                </a:lnTo>
                <a:lnTo>
                  <a:pt x="1428" y="14555"/>
                </a:lnTo>
                <a:lnTo>
                  <a:pt x="1428" y="15443"/>
                </a:lnTo>
                <a:lnTo>
                  <a:pt x="1428" y="16331"/>
                </a:lnTo>
                <a:lnTo>
                  <a:pt x="1428" y="17129"/>
                </a:lnTo>
                <a:lnTo>
                  <a:pt x="1904" y="18194"/>
                </a:lnTo>
                <a:lnTo>
                  <a:pt x="1904" y="19082"/>
                </a:lnTo>
                <a:lnTo>
                  <a:pt x="1904" y="20147"/>
                </a:lnTo>
                <a:lnTo>
                  <a:pt x="1904" y="21035"/>
                </a:lnTo>
                <a:lnTo>
                  <a:pt x="1904" y="21833"/>
                </a:lnTo>
                <a:lnTo>
                  <a:pt x="1904" y="22898"/>
                </a:lnTo>
                <a:lnTo>
                  <a:pt x="1904" y="23786"/>
                </a:lnTo>
                <a:lnTo>
                  <a:pt x="1904" y="24674"/>
                </a:lnTo>
                <a:lnTo>
                  <a:pt x="1904" y="25739"/>
                </a:lnTo>
                <a:lnTo>
                  <a:pt x="1904" y="26626"/>
                </a:lnTo>
                <a:lnTo>
                  <a:pt x="2221" y="27691"/>
                </a:lnTo>
                <a:lnTo>
                  <a:pt x="2221" y="28490"/>
                </a:lnTo>
                <a:lnTo>
                  <a:pt x="2221" y="29378"/>
                </a:lnTo>
                <a:lnTo>
                  <a:pt x="2221" y="30443"/>
                </a:lnTo>
                <a:lnTo>
                  <a:pt x="2697" y="31330"/>
                </a:lnTo>
                <a:lnTo>
                  <a:pt x="2697" y="32395"/>
                </a:lnTo>
                <a:lnTo>
                  <a:pt x="2697" y="33194"/>
                </a:lnTo>
                <a:lnTo>
                  <a:pt x="2697" y="34348"/>
                </a:lnTo>
                <a:lnTo>
                  <a:pt x="2697" y="35147"/>
                </a:lnTo>
                <a:lnTo>
                  <a:pt x="3015" y="36034"/>
                </a:lnTo>
                <a:lnTo>
                  <a:pt x="3015" y="37099"/>
                </a:lnTo>
                <a:lnTo>
                  <a:pt x="3015" y="38164"/>
                </a:lnTo>
                <a:lnTo>
                  <a:pt x="3015" y="39052"/>
                </a:lnTo>
                <a:lnTo>
                  <a:pt x="3015" y="40117"/>
                </a:lnTo>
                <a:lnTo>
                  <a:pt x="3491" y="40916"/>
                </a:lnTo>
                <a:lnTo>
                  <a:pt x="3491" y="41803"/>
                </a:lnTo>
                <a:lnTo>
                  <a:pt x="3491" y="42868"/>
                </a:lnTo>
                <a:lnTo>
                  <a:pt x="3491" y="43934"/>
                </a:lnTo>
                <a:lnTo>
                  <a:pt x="3491" y="44821"/>
                </a:lnTo>
                <a:lnTo>
                  <a:pt x="3808" y="45886"/>
                </a:lnTo>
                <a:lnTo>
                  <a:pt x="3808" y="46774"/>
                </a:lnTo>
                <a:lnTo>
                  <a:pt x="3808" y="47839"/>
                </a:lnTo>
                <a:lnTo>
                  <a:pt x="3808" y="48904"/>
                </a:lnTo>
                <a:lnTo>
                  <a:pt x="3808" y="49703"/>
                </a:lnTo>
                <a:lnTo>
                  <a:pt x="4125" y="50856"/>
                </a:lnTo>
                <a:lnTo>
                  <a:pt x="4125" y="51655"/>
                </a:lnTo>
                <a:lnTo>
                  <a:pt x="4125" y="52720"/>
                </a:lnTo>
                <a:lnTo>
                  <a:pt x="4125" y="53608"/>
                </a:lnTo>
                <a:lnTo>
                  <a:pt x="4125" y="54673"/>
                </a:lnTo>
                <a:lnTo>
                  <a:pt x="4125" y="55738"/>
                </a:lnTo>
                <a:lnTo>
                  <a:pt x="4125" y="56803"/>
                </a:lnTo>
                <a:lnTo>
                  <a:pt x="4125" y="57691"/>
                </a:lnTo>
                <a:lnTo>
                  <a:pt x="4125" y="58756"/>
                </a:lnTo>
                <a:lnTo>
                  <a:pt x="4601" y="59643"/>
                </a:lnTo>
                <a:lnTo>
                  <a:pt x="4601" y="60708"/>
                </a:lnTo>
                <a:lnTo>
                  <a:pt x="4601" y="61773"/>
                </a:lnTo>
                <a:lnTo>
                  <a:pt x="4601" y="62838"/>
                </a:lnTo>
                <a:lnTo>
                  <a:pt x="4601" y="63726"/>
                </a:lnTo>
                <a:lnTo>
                  <a:pt x="4919" y="64791"/>
                </a:lnTo>
                <a:lnTo>
                  <a:pt x="4919" y="65590"/>
                </a:lnTo>
                <a:lnTo>
                  <a:pt x="4919" y="66655"/>
                </a:lnTo>
                <a:lnTo>
                  <a:pt x="4919" y="67720"/>
                </a:lnTo>
                <a:lnTo>
                  <a:pt x="4919" y="68785"/>
                </a:lnTo>
                <a:lnTo>
                  <a:pt x="5395" y="69939"/>
                </a:lnTo>
                <a:lnTo>
                  <a:pt x="5395" y="70738"/>
                </a:lnTo>
                <a:lnTo>
                  <a:pt x="5395" y="71803"/>
                </a:lnTo>
                <a:lnTo>
                  <a:pt x="5395" y="72868"/>
                </a:lnTo>
                <a:lnTo>
                  <a:pt x="5712" y="73755"/>
                </a:lnTo>
                <a:lnTo>
                  <a:pt x="5712" y="74820"/>
                </a:lnTo>
                <a:lnTo>
                  <a:pt x="5712" y="76152"/>
                </a:lnTo>
                <a:lnTo>
                  <a:pt x="5712" y="76951"/>
                </a:lnTo>
                <a:lnTo>
                  <a:pt x="5712" y="78016"/>
                </a:lnTo>
                <a:lnTo>
                  <a:pt x="6030" y="79081"/>
                </a:lnTo>
                <a:lnTo>
                  <a:pt x="6030" y="79968"/>
                </a:lnTo>
                <a:lnTo>
                  <a:pt x="6030" y="81033"/>
                </a:lnTo>
                <a:lnTo>
                  <a:pt x="6030" y="82098"/>
                </a:lnTo>
                <a:lnTo>
                  <a:pt x="6030" y="83164"/>
                </a:lnTo>
                <a:lnTo>
                  <a:pt x="6030" y="84229"/>
                </a:lnTo>
                <a:lnTo>
                  <a:pt x="6030" y="85382"/>
                </a:lnTo>
                <a:lnTo>
                  <a:pt x="6030" y="86447"/>
                </a:lnTo>
                <a:lnTo>
                  <a:pt x="6030" y="87246"/>
                </a:lnTo>
                <a:lnTo>
                  <a:pt x="6030" y="88311"/>
                </a:lnTo>
                <a:lnTo>
                  <a:pt x="6506" y="89376"/>
                </a:lnTo>
                <a:lnTo>
                  <a:pt x="6506" y="90441"/>
                </a:lnTo>
                <a:lnTo>
                  <a:pt x="6506" y="91329"/>
                </a:lnTo>
                <a:lnTo>
                  <a:pt x="6506" y="92660"/>
                </a:lnTo>
                <a:lnTo>
                  <a:pt x="6823" y="93725"/>
                </a:lnTo>
                <a:lnTo>
                  <a:pt x="6823" y="94791"/>
                </a:lnTo>
                <a:lnTo>
                  <a:pt x="6823" y="95856"/>
                </a:lnTo>
                <a:lnTo>
                  <a:pt x="6823" y="96921"/>
                </a:lnTo>
                <a:lnTo>
                  <a:pt x="6823" y="97808"/>
                </a:lnTo>
                <a:lnTo>
                  <a:pt x="7299" y="98873"/>
                </a:lnTo>
                <a:lnTo>
                  <a:pt x="7299" y="99938"/>
                </a:lnTo>
                <a:lnTo>
                  <a:pt x="7299" y="101003"/>
                </a:lnTo>
                <a:lnTo>
                  <a:pt x="7299" y="102068"/>
                </a:lnTo>
                <a:lnTo>
                  <a:pt x="7299" y="103134"/>
                </a:lnTo>
                <a:lnTo>
                  <a:pt x="7616" y="104465"/>
                </a:lnTo>
                <a:lnTo>
                  <a:pt x="7616" y="105264"/>
                </a:lnTo>
                <a:lnTo>
                  <a:pt x="7616" y="106329"/>
                </a:lnTo>
                <a:lnTo>
                  <a:pt x="7616" y="107394"/>
                </a:lnTo>
                <a:lnTo>
                  <a:pt x="7616" y="108459"/>
                </a:lnTo>
                <a:lnTo>
                  <a:pt x="7934" y="109613"/>
                </a:lnTo>
                <a:lnTo>
                  <a:pt x="7934" y="110678"/>
                </a:lnTo>
                <a:lnTo>
                  <a:pt x="7934" y="111743"/>
                </a:lnTo>
                <a:lnTo>
                  <a:pt x="7934" y="112808"/>
                </a:lnTo>
                <a:lnTo>
                  <a:pt x="8410" y="113873"/>
                </a:lnTo>
                <a:lnTo>
                  <a:pt x="8410" y="114938"/>
                </a:lnTo>
                <a:lnTo>
                  <a:pt x="8410" y="116181"/>
                </a:lnTo>
                <a:lnTo>
                  <a:pt x="8410" y="117246"/>
                </a:lnTo>
                <a:lnTo>
                  <a:pt x="8410" y="118400"/>
                </a:lnTo>
                <a:lnTo>
                  <a:pt x="8410" y="119465"/>
                </a:lnTo>
                <a:lnTo>
                  <a:pt x="8410" y="120530"/>
                </a:lnTo>
                <a:lnTo>
                  <a:pt x="8410" y="121595"/>
                </a:lnTo>
                <a:lnTo>
                  <a:pt x="8410" y="122660"/>
                </a:lnTo>
                <a:lnTo>
                  <a:pt x="8410" y="123725"/>
                </a:lnTo>
                <a:lnTo>
                  <a:pt x="8727" y="124790"/>
                </a:lnTo>
                <a:lnTo>
                  <a:pt x="8727" y="125855"/>
                </a:lnTo>
                <a:lnTo>
                  <a:pt x="8727" y="126920"/>
                </a:lnTo>
                <a:lnTo>
                  <a:pt x="8727" y="127985"/>
                </a:lnTo>
                <a:lnTo>
                  <a:pt x="8727" y="129050"/>
                </a:lnTo>
                <a:lnTo>
                  <a:pt x="9203" y="130382"/>
                </a:lnTo>
                <a:lnTo>
                  <a:pt x="9203" y="131447"/>
                </a:lnTo>
                <a:lnTo>
                  <a:pt x="9203" y="132512"/>
                </a:lnTo>
                <a:lnTo>
                  <a:pt x="9203" y="133843"/>
                </a:lnTo>
                <a:lnTo>
                  <a:pt x="9521" y="134908"/>
                </a:lnTo>
                <a:lnTo>
                  <a:pt x="9521" y="135973"/>
                </a:lnTo>
                <a:lnTo>
                  <a:pt x="9521" y="137038"/>
                </a:lnTo>
                <a:lnTo>
                  <a:pt x="9521" y="138103"/>
                </a:lnTo>
                <a:lnTo>
                  <a:pt x="9521" y="139168"/>
                </a:lnTo>
                <a:lnTo>
                  <a:pt x="9997" y="140233"/>
                </a:lnTo>
                <a:lnTo>
                  <a:pt x="9997" y="141476"/>
                </a:lnTo>
                <a:lnTo>
                  <a:pt x="9997" y="142630"/>
                </a:lnTo>
                <a:lnTo>
                  <a:pt x="9997" y="143695"/>
                </a:lnTo>
                <a:lnTo>
                  <a:pt x="9997" y="144760"/>
                </a:lnTo>
                <a:lnTo>
                  <a:pt x="10314" y="145825"/>
                </a:lnTo>
                <a:lnTo>
                  <a:pt x="10314" y="147068"/>
                </a:lnTo>
                <a:lnTo>
                  <a:pt x="10314" y="148133"/>
                </a:lnTo>
                <a:lnTo>
                  <a:pt x="10314" y="149198"/>
                </a:lnTo>
                <a:lnTo>
                  <a:pt x="10314" y="150352"/>
                </a:lnTo>
                <a:lnTo>
                  <a:pt x="10314" y="151594"/>
                </a:lnTo>
                <a:lnTo>
                  <a:pt x="10314" y="152659"/>
                </a:lnTo>
                <a:lnTo>
                  <a:pt x="10314" y="153991"/>
                </a:lnTo>
                <a:lnTo>
                  <a:pt x="10314" y="155056"/>
                </a:lnTo>
                <a:lnTo>
                  <a:pt x="10631" y="156121"/>
                </a:lnTo>
                <a:lnTo>
                  <a:pt x="10631" y="157363"/>
                </a:lnTo>
                <a:lnTo>
                  <a:pt x="10631" y="158428"/>
                </a:lnTo>
                <a:lnTo>
                  <a:pt x="10631" y="159493"/>
                </a:lnTo>
                <a:lnTo>
                  <a:pt x="10631" y="160825"/>
                </a:lnTo>
                <a:lnTo>
                  <a:pt x="11108" y="161890"/>
                </a:lnTo>
                <a:lnTo>
                  <a:pt x="11108" y="162955"/>
                </a:lnTo>
                <a:lnTo>
                  <a:pt x="11108" y="164020"/>
                </a:lnTo>
                <a:lnTo>
                  <a:pt x="11108" y="165351"/>
                </a:lnTo>
                <a:lnTo>
                  <a:pt x="11108" y="166416"/>
                </a:lnTo>
                <a:lnTo>
                  <a:pt x="11425" y="167481"/>
                </a:lnTo>
                <a:lnTo>
                  <a:pt x="11425" y="168724"/>
                </a:lnTo>
                <a:lnTo>
                  <a:pt x="11425" y="169789"/>
                </a:lnTo>
                <a:lnTo>
                  <a:pt x="11425" y="171120"/>
                </a:lnTo>
                <a:lnTo>
                  <a:pt x="11425" y="172185"/>
                </a:lnTo>
                <a:lnTo>
                  <a:pt x="11901" y="173250"/>
                </a:lnTo>
                <a:lnTo>
                  <a:pt x="11901" y="174582"/>
                </a:lnTo>
                <a:lnTo>
                  <a:pt x="11901" y="175647"/>
                </a:lnTo>
                <a:lnTo>
                  <a:pt x="11901" y="176712"/>
                </a:lnTo>
                <a:lnTo>
                  <a:pt x="12218" y="177955"/>
                </a:lnTo>
                <a:lnTo>
                  <a:pt x="12218" y="179020"/>
                </a:lnTo>
                <a:lnTo>
                  <a:pt x="12218" y="180351"/>
                </a:lnTo>
                <a:lnTo>
                  <a:pt x="12218" y="181416"/>
                </a:lnTo>
                <a:lnTo>
                  <a:pt x="12218" y="182659"/>
                </a:lnTo>
                <a:lnTo>
                  <a:pt x="12536" y="183724"/>
                </a:lnTo>
                <a:lnTo>
                  <a:pt x="12536" y="184789"/>
                </a:lnTo>
                <a:lnTo>
                  <a:pt x="12536" y="186120"/>
                </a:lnTo>
                <a:lnTo>
                  <a:pt x="12536" y="187185"/>
                </a:lnTo>
                <a:lnTo>
                  <a:pt x="12536" y="188516"/>
                </a:lnTo>
                <a:lnTo>
                  <a:pt x="12536" y="189582"/>
                </a:lnTo>
                <a:lnTo>
                  <a:pt x="12536" y="190824"/>
                </a:lnTo>
                <a:lnTo>
                  <a:pt x="12536" y="191889"/>
                </a:lnTo>
                <a:lnTo>
                  <a:pt x="12536" y="193220"/>
                </a:lnTo>
                <a:lnTo>
                  <a:pt x="12536" y="194286"/>
                </a:lnTo>
                <a:lnTo>
                  <a:pt x="13012" y="195528"/>
                </a:lnTo>
                <a:lnTo>
                  <a:pt x="13012" y="196593"/>
                </a:lnTo>
                <a:lnTo>
                  <a:pt x="13012" y="197925"/>
                </a:lnTo>
                <a:lnTo>
                  <a:pt x="13012" y="198990"/>
                </a:lnTo>
                <a:lnTo>
                  <a:pt x="13329" y="200232"/>
                </a:lnTo>
                <a:lnTo>
                  <a:pt x="13329" y="201386"/>
                </a:lnTo>
                <a:lnTo>
                  <a:pt x="13329" y="202629"/>
                </a:lnTo>
                <a:lnTo>
                  <a:pt x="13329" y="203871"/>
                </a:lnTo>
                <a:lnTo>
                  <a:pt x="13329" y="205025"/>
                </a:lnTo>
                <a:lnTo>
                  <a:pt x="13805" y="206268"/>
                </a:lnTo>
                <a:lnTo>
                  <a:pt x="13805" y="207333"/>
                </a:lnTo>
                <a:lnTo>
                  <a:pt x="13805" y="208664"/>
                </a:lnTo>
                <a:lnTo>
                  <a:pt x="13805" y="209907"/>
                </a:lnTo>
              </a:path>
            </a:pathLst>
          </a:custGeom>
          <a:ln w="1950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7637538" y="2236856"/>
            <a:ext cx="13329" cy="259255"/>
          </a:xfrm>
          <a:custGeom>
            <a:avLst/>
            <a:gdLst/>
            <a:ahLst/>
            <a:cxnLst/>
            <a:rect l="l" t="t" r="r" b="b"/>
            <a:pathLst>
              <a:path w="13329" h="259255">
                <a:moveTo>
                  <a:pt x="0" y="0"/>
                </a:moveTo>
                <a:lnTo>
                  <a:pt x="0" y="1065"/>
                </a:lnTo>
                <a:lnTo>
                  <a:pt x="317" y="2396"/>
                </a:lnTo>
                <a:lnTo>
                  <a:pt x="317" y="3461"/>
                </a:lnTo>
                <a:lnTo>
                  <a:pt x="317" y="4704"/>
                </a:lnTo>
                <a:lnTo>
                  <a:pt x="317" y="6035"/>
                </a:lnTo>
                <a:lnTo>
                  <a:pt x="317" y="7100"/>
                </a:lnTo>
                <a:lnTo>
                  <a:pt x="793" y="8343"/>
                </a:lnTo>
                <a:lnTo>
                  <a:pt x="793" y="9674"/>
                </a:lnTo>
                <a:lnTo>
                  <a:pt x="793" y="10739"/>
                </a:lnTo>
                <a:lnTo>
                  <a:pt x="793" y="11982"/>
                </a:lnTo>
                <a:lnTo>
                  <a:pt x="793" y="13313"/>
                </a:lnTo>
                <a:lnTo>
                  <a:pt x="793" y="14378"/>
                </a:lnTo>
                <a:lnTo>
                  <a:pt x="793" y="15709"/>
                </a:lnTo>
                <a:lnTo>
                  <a:pt x="793" y="16952"/>
                </a:lnTo>
                <a:lnTo>
                  <a:pt x="793" y="18017"/>
                </a:lnTo>
                <a:lnTo>
                  <a:pt x="1110" y="19348"/>
                </a:lnTo>
                <a:lnTo>
                  <a:pt x="1110" y="20591"/>
                </a:lnTo>
                <a:lnTo>
                  <a:pt x="1110" y="21656"/>
                </a:lnTo>
                <a:lnTo>
                  <a:pt x="1110" y="22987"/>
                </a:lnTo>
                <a:lnTo>
                  <a:pt x="1110" y="24230"/>
                </a:lnTo>
                <a:lnTo>
                  <a:pt x="1428" y="25561"/>
                </a:lnTo>
                <a:lnTo>
                  <a:pt x="1428" y="26626"/>
                </a:lnTo>
                <a:lnTo>
                  <a:pt x="1428" y="27869"/>
                </a:lnTo>
                <a:lnTo>
                  <a:pt x="1428" y="28934"/>
                </a:lnTo>
                <a:lnTo>
                  <a:pt x="1428" y="30265"/>
                </a:lnTo>
                <a:lnTo>
                  <a:pt x="1904" y="31330"/>
                </a:lnTo>
                <a:lnTo>
                  <a:pt x="1904" y="32573"/>
                </a:lnTo>
                <a:lnTo>
                  <a:pt x="1904" y="33904"/>
                </a:lnTo>
                <a:lnTo>
                  <a:pt x="1904" y="35147"/>
                </a:lnTo>
                <a:lnTo>
                  <a:pt x="2221" y="36478"/>
                </a:lnTo>
                <a:lnTo>
                  <a:pt x="2221" y="37543"/>
                </a:lnTo>
                <a:lnTo>
                  <a:pt x="2221" y="38786"/>
                </a:lnTo>
                <a:lnTo>
                  <a:pt x="2221" y="40117"/>
                </a:lnTo>
                <a:lnTo>
                  <a:pt x="2221" y="41360"/>
                </a:lnTo>
                <a:lnTo>
                  <a:pt x="2697" y="42691"/>
                </a:lnTo>
                <a:lnTo>
                  <a:pt x="2697" y="43934"/>
                </a:lnTo>
                <a:lnTo>
                  <a:pt x="2697" y="44999"/>
                </a:lnTo>
                <a:lnTo>
                  <a:pt x="2697" y="46330"/>
                </a:lnTo>
                <a:lnTo>
                  <a:pt x="2697" y="47573"/>
                </a:lnTo>
                <a:lnTo>
                  <a:pt x="2697" y="48904"/>
                </a:lnTo>
                <a:lnTo>
                  <a:pt x="2697" y="50146"/>
                </a:lnTo>
                <a:lnTo>
                  <a:pt x="2697" y="51478"/>
                </a:lnTo>
                <a:lnTo>
                  <a:pt x="2697" y="52720"/>
                </a:lnTo>
                <a:lnTo>
                  <a:pt x="2697" y="53874"/>
                </a:lnTo>
                <a:lnTo>
                  <a:pt x="3015" y="55117"/>
                </a:lnTo>
                <a:lnTo>
                  <a:pt x="3015" y="56182"/>
                </a:lnTo>
                <a:lnTo>
                  <a:pt x="3015" y="57513"/>
                </a:lnTo>
                <a:lnTo>
                  <a:pt x="3015" y="58756"/>
                </a:lnTo>
                <a:lnTo>
                  <a:pt x="3332" y="60087"/>
                </a:lnTo>
                <a:lnTo>
                  <a:pt x="3332" y="61330"/>
                </a:lnTo>
                <a:lnTo>
                  <a:pt x="3332" y="62661"/>
                </a:lnTo>
                <a:lnTo>
                  <a:pt x="3332" y="63904"/>
                </a:lnTo>
                <a:lnTo>
                  <a:pt x="3332" y="65235"/>
                </a:lnTo>
                <a:lnTo>
                  <a:pt x="3808" y="66477"/>
                </a:lnTo>
                <a:lnTo>
                  <a:pt x="3808" y="67809"/>
                </a:lnTo>
                <a:lnTo>
                  <a:pt x="3808" y="69051"/>
                </a:lnTo>
                <a:lnTo>
                  <a:pt x="3808" y="70383"/>
                </a:lnTo>
                <a:lnTo>
                  <a:pt x="3808" y="71448"/>
                </a:lnTo>
                <a:lnTo>
                  <a:pt x="4125" y="72690"/>
                </a:lnTo>
                <a:lnTo>
                  <a:pt x="4125" y="74022"/>
                </a:lnTo>
                <a:lnTo>
                  <a:pt x="4125" y="75087"/>
                </a:lnTo>
                <a:lnTo>
                  <a:pt x="4125" y="76329"/>
                </a:lnTo>
                <a:lnTo>
                  <a:pt x="4125" y="77661"/>
                </a:lnTo>
                <a:lnTo>
                  <a:pt x="4601" y="78903"/>
                </a:lnTo>
                <a:lnTo>
                  <a:pt x="4601" y="80235"/>
                </a:lnTo>
                <a:lnTo>
                  <a:pt x="4601" y="81477"/>
                </a:lnTo>
                <a:lnTo>
                  <a:pt x="4601" y="82808"/>
                </a:lnTo>
                <a:lnTo>
                  <a:pt x="4919" y="84317"/>
                </a:lnTo>
                <a:lnTo>
                  <a:pt x="4919" y="85560"/>
                </a:lnTo>
                <a:lnTo>
                  <a:pt x="4919" y="86891"/>
                </a:lnTo>
                <a:lnTo>
                  <a:pt x="4919" y="88134"/>
                </a:lnTo>
                <a:lnTo>
                  <a:pt x="4919" y="89199"/>
                </a:lnTo>
                <a:lnTo>
                  <a:pt x="4919" y="90530"/>
                </a:lnTo>
                <a:lnTo>
                  <a:pt x="4919" y="91773"/>
                </a:lnTo>
                <a:lnTo>
                  <a:pt x="4919" y="93104"/>
                </a:lnTo>
                <a:lnTo>
                  <a:pt x="4919" y="94347"/>
                </a:lnTo>
                <a:lnTo>
                  <a:pt x="4919" y="95678"/>
                </a:lnTo>
                <a:lnTo>
                  <a:pt x="5395" y="96921"/>
                </a:lnTo>
                <a:lnTo>
                  <a:pt x="5395" y="98252"/>
                </a:lnTo>
                <a:lnTo>
                  <a:pt x="5395" y="99495"/>
                </a:lnTo>
                <a:lnTo>
                  <a:pt x="5395" y="100826"/>
                </a:lnTo>
                <a:lnTo>
                  <a:pt x="5395" y="102335"/>
                </a:lnTo>
                <a:lnTo>
                  <a:pt x="5712" y="103400"/>
                </a:lnTo>
                <a:lnTo>
                  <a:pt x="5712" y="104642"/>
                </a:lnTo>
                <a:lnTo>
                  <a:pt x="5712" y="105974"/>
                </a:lnTo>
                <a:lnTo>
                  <a:pt x="5712" y="107216"/>
                </a:lnTo>
                <a:lnTo>
                  <a:pt x="6030" y="108548"/>
                </a:lnTo>
                <a:lnTo>
                  <a:pt x="6030" y="109790"/>
                </a:lnTo>
                <a:lnTo>
                  <a:pt x="6030" y="111122"/>
                </a:lnTo>
                <a:lnTo>
                  <a:pt x="6030" y="112542"/>
                </a:lnTo>
                <a:lnTo>
                  <a:pt x="6030" y="113873"/>
                </a:lnTo>
                <a:lnTo>
                  <a:pt x="6506" y="115116"/>
                </a:lnTo>
                <a:lnTo>
                  <a:pt x="6506" y="116447"/>
                </a:lnTo>
                <a:lnTo>
                  <a:pt x="6506" y="117512"/>
                </a:lnTo>
                <a:lnTo>
                  <a:pt x="6506" y="118843"/>
                </a:lnTo>
                <a:lnTo>
                  <a:pt x="6506" y="120263"/>
                </a:lnTo>
                <a:lnTo>
                  <a:pt x="6823" y="121595"/>
                </a:lnTo>
                <a:lnTo>
                  <a:pt x="6823" y="122837"/>
                </a:lnTo>
                <a:lnTo>
                  <a:pt x="6823" y="124169"/>
                </a:lnTo>
                <a:lnTo>
                  <a:pt x="6823" y="125411"/>
                </a:lnTo>
                <a:lnTo>
                  <a:pt x="6823" y="126920"/>
                </a:lnTo>
                <a:lnTo>
                  <a:pt x="6823" y="128251"/>
                </a:lnTo>
                <a:lnTo>
                  <a:pt x="6823" y="129494"/>
                </a:lnTo>
                <a:lnTo>
                  <a:pt x="6823" y="130559"/>
                </a:lnTo>
                <a:lnTo>
                  <a:pt x="6823" y="132068"/>
                </a:lnTo>
                <a:lnTo>
                  <a:pt x="7299" y="133399"/>
                </a:lnTo>
                <a:lnTo>
                  <a:pt x="7299" y="134642"/>
                </a:lnTo>
                <a:lnTo>
                  <a:pt x="7299" y="135973"/>
                </a:lnTo>
                <a:lnTo>
                  <a:pt x="7299" y="137482"/>
                </a:lnTo>
                <a:lnTo>
                  <a:pt x="7299" y="138725"/>
                </a:lnTo>
                <a:lnTo>
                  <a:pt x="7616" y="140056"/>
                </a:lnTo>
                <a:lnTo>
                  <a:pt x="7616" y="141298"/>
                </a:lnTo>
                <a:lnTo>
                  <a:pt x="7616" y="142630"/>
                </a:lnTo>
                <a:lnTo>
                  <a:pt x="7616" y="143872"/>
                </a:lnTo>
                <a:lnTo>
                  <a:pt x="7616" y="145204"/>
                </a:lnTo>
                <a:lnTo>
                  <a:pt x="7934" y="146446"/>
                </a:lnTo>
                <a:lnTo>
                  <a:pt x="7934" y="147955"/>
                </a:lnTo>
                <a:lnTo>
                  <a:pt x="7934" y="149286"/>
                </a:lnTo>
                <a:lnTo>
                  <a:pt x="7934" y="150529"/>
                </a:lnTo>
                <a:lnTo>
                  <a:pt x="7934" y="151860"/>
                </a:lnTo>
                <a:lnTo>
                  <a:pt x="8410" y="153103"/>
                </a:lnTo>
                <a:lnTo>
                  <a:pt x="8410" y="154434"/>
                </a:lnTo>
                <a:lnTo>
                  <a:pt x="8410" y="155854"/>
                </a:lnTo>
                <a:lnTo>
                  <a:pt x="8410" y="157186"/>
                </a:lnTo>
                <a:lnTo>
                  <a:pt x="8727" y="158428"/>
                </a:lnTo>
                <a:lnTo>
                  <a:pt x="8727" y="159937"/>
                </a:lnTo>
                <a:lnTo>
                  <a:pt x="8727" y="161268"/>
                </a:lnTo>
                <a:lnTo>
                  <a:pt x="8727" y="162511"/>
                </a:lnTo>
                <a:lnTo>
                  <a:pt x="8727" y="163842"/>
                </a:lnTo>
                <a:lnTo>
                  <a:pt x="9203" y="165085"/>
                </a:lnTo>
                <a:lnTo>
                  <a:pt x="9203" y="166416"/>
                </a:lnTo>
                <a:lnTo>
                  <a:pt x="9203" y="167925"/>
                </a:lnTo>
                <a:lnTo>
                  <a:pt x="9203" y="169168"/>
                </a:lnTo>
                <a:lnTo>
                  <a:pt x="9203" y="170499"/>
                </a:lnTo>
                <a:lnTo>
                  <a:pt x="9203" y="172008"/>
                </a:lnTo>
                <a:lnTo>
                  <a:pt x="9203" y="173073"/>
                </a:lnTo>
                <a:lnTo>
                  <a:pt x="9203" y="174582"/>
                </a:lnTo>
                <a:lnTo>
                  <a:pt x="9203" y="175824"/>
                </a:lnTo>
                <a:lnTo>
                  <a:pt x="9203" y="177156"/>
                </a:lnTo>
                <a:lnTo>
                  <a:pt x="9521" y="178665"/>
                </a:lnTo>
                <a:lnTo>
                  <a:pt x="9521" y="179907"/>
                </a:lnTo>
                <a:lnTo>
                  <a:pt x="9521" y="181416"/>
                </a:lnTo>
                <a:lnTo>
                  <a:pt x="9521" y="182481"/>
                </a:lnTo>
                <a:lnTo>
                  <a:pt x="9838" y="183812"/>
                </a:lnTo>
                <a:lnTo>
                  <a:pt x="9838" y="185232"/>
                </a:lnTo>
                <a:lnTo>
                  <a:pt x="9838" y="186564"/>
                </a:lnTo>
                <a:lnTo>
                  <a:pt x="9838" y="188073"/>
                </a:lnTo>
                <a:lnTo>
                  <a:pt x="9838" y="189315"/>
                </a:lnTo>
                <a:lnTo>
                  <a:pt x="10314" y="190824"/>
                </a:lnTo>
                <a:lnTo>
                  <a:pt x="10314" y="191889"/>
                </a:lnTo>
                <a:lnTo>
                  <a:pt x="10314" y="193220"/>
                </a:lnTo>
                <a:lnTo>
                  <a:pt x="10314" y="194729"/>
                </a:lnTo>
                <a:lnTo>
                  <a:pt x="10314" y="195972"/>
                </a:lnTo>
                <a:lnTo>
                  <a:pt x="10631" y="197481"/>
                </a:lnTo>
                <a:lnTo>
                  <a:pt x="10631" y="198812"/>
                </a:lnTo>
                <a:lnTo>
                  <a:pt x="10631" y="200321"/>
                </a:lnTo>
                <a:lnTo>
                  <a:pt x="10631" y="201386"/>
                </a:lnTo>
                <a:lnTo>
                  <a:pt x="10631" y="202895"/>
                </a:lnTo>
                <a:lnTo>
                  <a:pt x="11108" y="204137"/>
                </a:lnTo>
                <a:lnTo>
                  <a:pt x="11108" y="205646"/>
                </a:lnTo>
                <a:lnTo>
                  <a:pt x="11108" y="206889"/>
                </a:lnTo>
                <a:lnTo>
                  <a:pt x="11108" y="208398"/>
                </a:lnTo>
                <a:lnTo>
                  <a:pt x="11108" y="209729"/>
                </a:lnTo>
                <a:lnTo>
                  <a:pt x="11108" y="210972"/>
                </a:lnTo>
                <a:lnTo>
                  <a:pt x="11108" y="212303"/>
                </a:lnTo>
                <a:lnTo>
                  <a:pt x="11108" y="213812"/>
                </a:lnTo>
                <a:lnTo>
                  <a:pt x="11108" y="215054"/>
                </a:lnTo>
                <a:lnTo>
                  <a:pt x="11425" y="216563"/>
                </a:lnTo>
                <a:lnTo>
                  <a:pt x="11425" y="217895"/>
                </a:lnTo>
                <a:lnTo>
                  <a:pt x="11425" y="219137"/>
                </a:lnTo>
                <a:lnTo>
                  <a:pt x="11425" y="220468"/>
                </a:lnTo>
                <a:lnTo>
                  <a:pt x="11425" y="221977"/>
                </a:lnTo>
                <a:lnTo>
                  <a:pt x="11901" y="223220"/>
                </a:lnTo>
                <a:lnTo>
                  <a:pt x="11901" y="224729"/>
                </a:lnTo>
                <a:lnTo>
                  <a:pt x="11901" y="226238"/>
                </a:lnTo>
                <a:lnTo>
                  <a:pt x="11901" y="227480"/>
                </a:lnTo>
                <a:lnTo>
                  <a:pt x="11901" y="228812"/>
                </a:lnTo>
                <a:lnTo>
                  <a:pt x="12218" y="230054"/>
                </a:lnTo>
                <a:lnTo>
                  <a:pt x="12218" y="231563"/>
                </a:lnTo>
                <a:lnTo>
                  <a:pt x="12218" y="232894"/>
                </a:lnTo>
                <a:lnTo>
                  <a:pt x="12218" y="234403"/>
                </a:lnTo>
                <a:lnTo>
                  <a:pt x="12536" y="235646"/>
                </a:lnTo>
                <a:lnTo>
                  <a:pt x="12536" y="236977"/>
                </a:lnTo>
                <a:lnTo>
                  <a:pt x="12536" y="238486"/>
                </a:lnTo>
                <a:lnTo>
                  <a:pt x="12536" y="239728"/>
                </a:lnTo>
                <a:lnTo>
                  <a:pt x="12536" y="241237"/>
                </a:lnTo>
                <a:lnTo>
                  <a:pt x="13012" y="242569"/>
                </a:lnTo>
                <a:lnTo>
                  <a:pt x="13012" y="243989"/>
                </a:lnTo>
                <a:lnTo>
                  <a:pt x="13012" y="245320"/>
                </a:lnTo>
                <a:lnTo>
                  <a:pt x="13012" y="246563"/>
                </a:lnTo>
                <a:lnTo>
                  <a:pt x="13012" y="248071"/>
                </a:lnTo>
                <a:lnTo>
                  <a:pt x="13329" y="249403"/>
                </a:lnTo>
                <a:lnTo>
                  <a:pt x="13329" y="250912"/>
                </a:lnTo>
                <a:lnTo>
                  <a:pt x="13329" y="252154"/>
                </a:lnTo>
                <a:lnTo>
                  <a:pt x="13329" y="253486"/>
                </a:lnTo>
                <a:lnTo>
                  <a:pt x="13329" y="254994"/>
                </a:lnTo>
                <a:lnTo>
                  <a:pt x="13329" y="256503"/>
                </a:lnTo>
                <a:lnTo>
                  <a:pt x="13329" y="257746"/>
                </a:lnTo>
                <a:lnTo>
                  <a:pt x="13329" y="259255"/>
                </a:lnTo>
              </a:path>
            </a:pathLst>
          </a:custGeom>
          <a:ln w="1951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7650867" y="2496111"/>
            <a:ext cx="13805" cy="283929"/>
          </a:xfrm>
          <a:custGeom>
            <a:avLst/>
            <a:gdLst/>
            <a:ahLst/>
            <a:cxnLst/>
            <a:rect l="l" t="t" r="r" b="b"/>
            <a:pathLst>
              <a:path w="13805" h="283929">
                <a:moveTo>
                  <a:pt x="0" y="0"/>
                </a:moveTo>
                <a:lnTo>
                  <a:pt x="0" y="1242"/>
                </a:lnTo>
                <a:lnTo>
                  <a:pt x="476" y="2573"/>
                </a:lnTo>
                <a:lnTo>
                  <a:pt x="476" y="4082"/>
                </a:lnTo>
                <a:lnTo>
                  <a:pt x="476" y="5325"/>
                </a:lnTo>
                <a:lnTo>
                  <a:pt x="476" y="6834"/>
                </a:lnTo>
                <a:lnTo>
                  <a:pt x="476" y="8343"/>
                </a:lnTo>
                <a:lnTo>
                  <a:pt x="793" y="9408"/>
                </a:lnTo>
                <a:lnTo>
                  <a:pt x="793" y="10916"/>
                </a:lnTo>
                <a:lnTo>
                  <a:pt x="793" y="12425"/>
                </a:lnTo>
                <a:lnTo>
                  <a:pt x="793" y="13757"/>
                </a:lnTo>
                <a:lnTo>
                  <a:pt x="793" y="15177"/>
                </a:lnTo>
                <a:lnTo>
                  <a:pt x="1110" y="16508"/>
                </a:lnTo>
                <a:lnTo>
                  <a:pt x="1110" y="17751"/>
                </a:lnTo>
                <a:lnTo>
                  <a:pt x="1110" y="19259"/>
                </a:lnTo>
                <a:lnTo>
                  <a:pt x="1110" y="20768"/>
                </a:lnTo>
                <a:lnTo>
                  <a:pt x="1110" y="22100"/>
                </a:lnTo>
                <a:lnTo>
                  <a:pt x="1586" y="23608"/>
                </a:lnTo>
                <a:lnTo>
                  <a:pt x="1586" y="24851"/>
                </a:lnTo>
                <a:lnTo>
                  <a:pt x="1586" y="26360"/>
                </a:lnTo>
                <a:lnTo>
                  <a:pt x="1586" y="27691"/>
                </a:lnTo>
                <a:lnTo>
                  <a:pt x="1904" y="29200"/>
                </a:lnTo>
                <a:lnTo>
                  <a:pt x="1904" y="30620"/>
                </a:lnTo>
                <a:lnTo>
                  <a:pt x="1904" y="31952"/>
                </a:lnTo>
                <a:lnTo>
                  <a:pt x="1904" y="33194"/>
                </a:lnTo>
                <a:lnTo>
                  <a:pt x="1904" y="34703"/>
                </a:lnTo>
                <a:lnTo>
                  <a:pt x="1904" y="36212"/>
                </a:lnTo>
                <a:lnTo>
                  <a:pt x="1904" y="37543"/>
                </a:lnTo>
                <a:lnTo>
                  <a:pt x="1904" y="39052"/>
                </a:lnTo>
                <a:lnTo>
                  <a:pt x="1904" y="40295"/>
                </a:lnTo>
                <a:lnTo>
                  <a:pt x="1904" y="41626"/>
                </a:lnTo>
                <a:lnTo>
                  <a:pt x="2380" y="43135"/>
                </a:lnTo>
                <a:lnTo>
                  <a:pt x="2380" y="44555"/>
                </a:lnTo>
                <a:lnTo>
                  <a:pt x="2380" y="46064"/>
                </a:lnTo>
                <a:lnTo>
                  <a:pt x="2380" y="47395"/>
                </a:lnTo>
                <a:lnTo>
                  <a:pt x="2380" y="48638"/>
                </a:lnTo>
                <a:lnTo>
                  <a:pt x="2697" y="50146"/>
                </a:lnTo>
                <a:lnTo>
                  <a:pt x="2697" y="51655"/>
                </a:lnTo>
                <a:lnTo>
                  <a:pt x="2697" y="52987"/>
                </a:lnTo>
                <a:lnTo>
                  <a:pt x="2697" y="54495"/>
                </a:lnTo>
                <a:lnTo>
                  <a:pt x="3173" y="55738"/>
                </a:lnTo>
                <a:lnTo>
                  <a:pt x="3173" y="57247"/>
                </a:lnTo>
                <a:lnTo>
                  <a:pt x="3173" y="58489"/>
                </a:lnTo>
                <a:lnTo>
                  <a:pt x="3173" y="59998"/>
                </a:lnTo>
                <a:lnTo>
                  <a:pt x="3173" y="61507"/>
                </a:lnTo>
                <a:lnTo>
                  <a:pt x="3491" y="62838"/>
                </a:lnTo>
                <a:lnTo>
                  <a:pt x="3491" y="64347"/>
                </a:lnTo>
                <a:lnTo>
                  <a:pt x="3491" y="65590"/>
                </a:lnTo>
                <a:lnTo>
                  <a:pt x="3491" y="67099"/>
                </a:lnTo>
                <a:lnTo>
                  <a:pt x="3491" y="68608"/>
                </a:lnTo>
                <a:lnTo>
                  <a:pt x="3808" y="69939"/>
                </a:lnTo>
                <a:lnTo>
                  <a:pt x="3808" y="71359"/>
                </a:lnTo>
                <a:lnTo>
                  <a:pt x="3808" y="72690"/>
                </a:lnTo>
                <a:lnTo>
                  <a:pt x="3808" y="74199"/>
                </a:lnTo>
                <a:lnTo>
                  <a:pt x="3808" y="75708"/>
                </a:lnTo>
                <a:lnTo>
                  <a:pt x="4284" y="76951"/>
                </a:lnTo>
                <a:lnTo>
                  <a:pt x="4284" y="78282"/>
                </a:lnTo>
                <a:lnTo>
                  <a:pt x="4284" y="79791"/>
                </a:lnTo>
                <a:lnTo>
                  <a:pt x="4284" y="81300"/>
                </a:lnTo>
                <a:lnTo>
                  <a:pt x="4284" y="82720"/>
                </a:lnTo>
                <a:lnTo>
                  <a:pt x="4284" y="84051"/>
                </a:lnTo>
                <a:lnTo>
                  <a:pt x="4284" y="85560"/>
                </a:lnTo>
                <a:lnTo>
                  <a:pt x="4284" y="86803"/>
                </a:lnTo>
                <a:lnTo>
                  <a:pt x="4284" y="88311"/>
                </a:lnTo>
                <a:lnTo>
                  <a:pt x="4601" y="89820"/>
                </a:lnTo>
                <a:lnTo>
                  <a:pt x="4601" y="91152"/>
                </a:lnTo>
                <a:lnTo>
                  <a:pt x="4601" y="92660"/>
                </a:lnTo>
                <a:lnTo>
                  <a:pt x="4601" y="93903"/>
                </a:lnTo>
                <a:lnTo>
                  <a:pt x="4601" y="95412"/>
                </a:lnTo>
                <a:lnTo>
                  <a:pt x="5077" y="96921"/>
                </a:lnTo>
                <a:lnTo>
                  <a:pt x="5077" y="98163"/>
                </a:lnTo>
                <a:lnTo>
                  <a:pt x="5077" y="99672"/>
                </a:lnTo>
                <a:lnTo>
                  <a:pt x="5077" y="101181"/>
                </a:lnTo>
                <a:lnTo>
                  <a:pt x="5077" y="102690"/>
                </a:lnTo>
                <a:lnTo>
                  <a:pt x="5395" y="104021"/>
                </a:lnTo>
                <a:lnTo>
                  <a:pt x="5395" y="105264"/>
                </a:lnTo>
                <a:lnTo>
                  <a:pt x="5395" y="106773"/>
                </a:lnTo>
                <a:lnTo>
                  <a:pt x="5395" y="108281"/>
                </a:lnTo>
                <a:lnTo>
                  <a:pt x="5395" y="109790"/>
                </a:lnTo>
                <a:lnTo>
                  <a:pt x="5712" y="111033"/>
                </a:lnTo>
                <a:lnTo>
                  <a:pt x="5712" y="112364"/>
                </a:lnTo>
                <a:lnTo>
                  <a:pt x="5712" y="113873"/>
                </a:lnTo>
                <a:lnTo>
                  <a:pt x="5712" y="115382"/>
                </a:lnTo>
                <a:lnTo>
                  <a:pt x="6188" y="116891"/>
                </a:lnTo>
                <a:lnTo>
                  <a:pt x="6188" y="118133"/>
                </a:lnTo>
                <a:lnTo>
                  <a:pt x="6188" y="119642"/>
                </a:lnTo>
                <a:lnTo>
                  <a:pt x="6188" y="121151"/>
                </a:lnTo>
                <a:lnTo>
                  <a:pt x="6188" y="122660"/>
                </a:lnTo>
                <a:lnTo>
                  <a:pt x="6188" y="123902"/>
                </a:lnTo>
                <a:lnTo>
                  <a:pt x="6188" y="125234"/>
                </a:lnTo>
                <a:lnTo>
                  <a:pt x="6188" y="126743"/>
                </a:lnTo>
                <a:lnTo>
                  <a:pt x="6188" y="128251"/>
                </a:lnTo>
                <a:lnTo>
                  <a:pt x="6188" y="129760"/>
                </a:lnTo>
                <a:lnTo>
                  <a:pt x="6506" y="131180"/>
                </a:lnTo>
                <a:lnTo>
                  <a:pt x="6506" y="132512"/>
                </a:lnTo>
                <a:lnTo>
                  <a:pt x="6506" y="134020"/>
                </a:lnTo>
                <a:lnTo>
                  <a:pt x="6506" y="135263"/>
                </a:lnTo>
                <a:lnTo>
                  <a:pt x="6506" y="136772"/>
                </a:lnTo>
                <a:lnTo>
                  <a:pt x="6982" y="138281"/>
                </a:lnTo>
                <a:lnTo>
                  <a:pt x="6982" y="139612"/>
                </a:lnTo>
                <a:lnTo>
                  <a:pt x="6982" y="141121"/>
                </a:lnTo>
                <a:lnTo>
                  <a:pt x="6982" y="142630"/>
                </a:lnTo>
                <a:lnTo>
                  <a:pt x="7299" y="144050"/>
                </a:lnTo>
                <a:lnTo>
                  <a:pt x="7299" y="145381"/>
                </a:lnTo>
                <a:lnTo>
                  <a:pt x="7299" y="146890"/>
                </a:lnTo>
                <a:lnTo>
                  <a:pt x="7299" y="148133"/>
                </a:lnTo>
                <a:lnTo>
                  <a:pt x="7299" y="149641"/>
                </a:lnTo>
                <a:lnTo>
                  <a:pt x="7775" y="151150"/>
                </a:lnTo>
                <a:lnTo>
                  <a:pt x="7775" y="152482"/>
                </a:lnTo>
                <a:lnTo>
                  <a:pt x="7775" y="153991"/>
                </a:lnTo>
                <a:lnTo>
                  <a:pt x="7775" y="155411"/>
                </a:lnTo>
                <a:lnTo>
                  <a:pt x="7775" y="156919"/>
                </a:lnTo>
                <a:lnTo>
                  <a:pt x="8093" y="158251"/>
                </a:lnTo>
                <a:lnTo>
                  <a:pt x="8093" y="159760"/>
                </a:lnTo>
                <a:lnTo>
                  <a:pt x="8093" y="161268"/>
                </a:lnTo>
                <a:lnTo>
                  <a:pt x="8093" y="162777"/>
                </a:lnTo>
                <a:lnTo>
                  <a:pt x="8093" y="164020"/>
                </a:lnTo>
                <a:lnTo>
                  <a:pt x="8410" y="165351"/>
                </a:lnTo>
                <a:lnTo>
                  <a:pt x="8410" y="166860"/>
                </a:lnTo>
                <a:lnTo>
                  <a:pt x="8410" y="168280"/>
                </a:lnTo>
                <a:lnTo>
                  <a:pt x="8410" y="169789"/>
                </a:lnTo>
                <a:lnTo>
                  <a:pt x="8410" y="171298"/>
                </a:lnTo>
                <a:lnTo>
                  <a:pt x="8410" y="172629"/>
                </a:lnTo>
                <a:lnTo>
                  <a:pt x="8410" y="174138"/>
                </a:lnTo>
                <a:lnTo>
                  <a:pt x="8410" y="175647"/>
                </a:lnTo>
                <a:lnTo>
                  <a:pt x="8410" y="177067"/>
                </a:lnTo>
                <a:lnTo>
                  <a:pt x="8886" y="178398"/>
                </a:lnTo>
                <a:lnTo>
                  <a:pt x="8886" y="179907"/>
                </a:lnTo>
                <a:lnTo>
                  <a:pt x="8886" y="181416"/>
                </a:lnTo>
                <a:lnTo>
                  <a:pt x="8886" y="182925"/>
                </a:lnTo>
                <a:lnTo>
                  <a:pt x="8886" y="184167"/>
                </a:lnTo>
                <a:lnTo>
                  <a:pt x="9203" y="185499"/>
                </a:lnTo>
                <a:lnTo>
                  <a:pt x="9203" y="187008"/>
                </a:lnTo>
                <a:lnTo>
                  <a:pt x="9203" y="188516"/>
                </a:lnTo>
                <a:lnTo>
                  <a:pt x="9203" y="189937"/>
                </a:lnTo>
                <a:lnTo>
                  <a:pt x="9203" y="191268"/>
                </a:lnTo>
                <a:lnTo>
                  <a:pt x="9679" y="192777"/>
                </a:lnTo>
                <a:lnTo>
                  <a:pt x="9679" y="194286"/>
                </a:lnTo>
                <a:lnTo>
                  <a:pt x="9679" y="195794"/>
                </a:lnTo>
                <a:lnTo>
                  <a:pt x="9679" y="197303"/>
                </a:lnTo>
                <a:lnTo>
                  <a:pt x="9997" y="198546"/>
                </a:lnTo>
                <a:lnTo>
                  <a:pt x="9997" y="200055"/>
                </a:lnTo>
                <a:lnTo>
                  <a:pt x="9997" y="201564"/>
                </a:lnTo>
                <a:lnTo>
                  <a:pt x="9997" y="203072"/>
                </a:lnTo>
                <a:lnTo>
                  <a:pt x="9997" y="204315"/>
                </a:lnTo>
                <a:lnTo>
                  <a:pt x="10314" y="205824"/>
                </a:lnTo>
                <a:lnTo>
                  <a:pt x="10314" y="207333"/>
                </a:lnTo>
                <a:lnTo>
                  <a:pt x="10314" y="208664"/>
                </a:lnTo>
                <a:lnTo>
                  <a:pt x="10314" y="210173"/>
                </a:lnTo>
                <a:lnTo>
                  <a:pt x="10314" y="211415"/>
                </a:lnTo>
                <a:lnTo>
                  <a:pt x="10314" y="212924"/>
                </a:lnTo>
                <a:lnTo>
                  <a:pt x="10314" y="214433"/>
                </a:lnTo>
                <a:lnTo>
                  <a:pt x="10314" y="215942"/>
                </a:lnTo>
                <a:lnTo>
                  <a:pt x="10314" y="217451"/>
                </a:lnTo>
                <a:lnTo>
                  <a:pt x="10314" y="218693"/>
                </a:lnTo>
                <a:lnTo>
                  <a:pt x="10790" y="220202"/>
                </a:lnTo>
                <a:lnTo>
                  <a:pt x="10790" y="221711"/>
                </a:lnTo>
                <a:lnTo>
                  <a:pt x="10790" y="223220"/>
                </a:lnTo>
                <a:lnTo>
                  <a:pt x="10790" y="224462"/>
                </a:lnTo>
                <a:lnTo>
                  <a:pt x="11108" y="225971"/>
                </a:lnTo>
                <a:lnTo>
                  <a:pt x="11108" y="227480"/>
                </a:lnTo>
                <a:lnTo>
                  <a:pt x="11108" y="228989"/>
                </a:lnTo>
                <a:lnTo>
                  <a:pt x="11108" y="230320"/>
                </a:lnTo>
                <a:lnTo>
                  <a:pt x="11108" y="231829"/>
                </a:lnTo>
                <a:lnTo>
                  <a:pt x="11584" y="233249"/>
                </a:lnTo>
                <a:lnTo>
                  <a:pt x="11584" y="234758"/>
                </a:lnTo>
                <a:lnTo>
                  <a:pt x="11584" y="236267"/>
                </a:lnTo>
                <a:lnTo>
                  <a:pt x="11584" y="237598"/>
                </a:lnTo>
                <a:lnTo>
                  <a:pt x="11584" y="239107"/>
                </a:lnTo>
                <a:lnTo>
                  <a:pt x="11901" y="240616"/>
                </a:lnTo>
                <a:lnTo>
                  <a:pt x="11901" y="242036"/>
                </a:lnTo>
                <a:lnTo>
                  <a:pt x="11901" y="243367"/>
                </a:lnTo>
                <a:lnTo>
                  <a:pt x="11901" y="244610"/>
                </a:lnTo>
                <a:lnTo>
                  <a:pt x="11901" y="246119"/>
                </a:lnTo>
                <a:lnTo>
                  <a:pt x="12218" y="247628"/>
                </a:lnTo>
                <a:lnTo>
                  <a:pt x="12218" y="249137"/>
                </a:lnTo>
                <a:lnTo>
                  <a:pt x="12218" y="250468"/>
                </a:lnTo>
                <a:lnTo>
                  <a:pt x="12218" y="251977"/>
                </a:lnTo>
                <a:lnTo>
                  <a:pt x="12218" y="253486"/>
                </a:lnTo>
                <a:lnTo>
                  <a:pt x="12218" y="254906"/>
                </a:lnTo>
                <a:lnTo>
                  <a:pt x="12218" y="256237"/>
                </a:lnTo>
                <a:lnTo>
                  <a:pt x="12218" y="257746"/>
                </a:lnTo>
                <a:lnTo>
                  <a:pt x="12218" y="259255"/>
                </a:lnTo>
                <a:lnTo>
                  <a:pt x="12694" y="260764"/>
                </a:lnTo>
                <a:lnTo>
                  <a:pt x="12694" y="262272"/>
                </a:lnTo>
                <a:lnTo>
                  <a:pt x="12694" y="263515"/>
                </a:lnTo>
                <a:lnTo>
                  <a:pt x="12694" y="265024"/>
                </a:lnTo>
                <a:lnTo>
                  <a:pt x="12694" y="266533"/>
                </a:lnTo>
                <a:lnTo>
                  <a:pt x="13012" y="268041"/>
                </a:lnTo>
                <a:lnTo>
                  <a:pt x="13012" y="269284"/>
                </a:lnTo>
                <a:lnTo>
                  <a:pt x="13012" y="270793"/>
                </a:lnTo>
                <a:lnTo>
                  <a:pt x="13012" y="272302"/>
                </a:lnTo>
                <a:lnTo>
                  <a:pt x="13012" y="273811"/>
                </a:lnTo>
                <a:lnTo>
                  <a:pt x="13488" y="275142"/>
                </a:lnTo>
                <a:lnTo>
                  <a:pt x="13488" y="276562"/>
                </a:lnTo>
                <a:lnTo>
                  <a:pt x="13488" y="278071"/>
                </a:lnTo>
                <a:lnTo>
                  <a:pt x="13488" y="279580"/>
                </a:lnTo>
                <a:lnTo>
                  <a:pt x="13805" y="281089"/>
                </a:lnTo>
                <a:lnTo>
                  <a:pt x="13805" y="282420"/>
                </a:lnTo>
                <a:lnTo>
                  <a:pt x="13805" y="283929"/>
                </a:lnTo>
              </a:path>
            </a:pathLst>
          </a:custGeom>
          <a:ln w="195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7664673" y="2780041"/>
            <a:ext cx="13488" cy="282597"/>
          </a:xfrm>
          <a:custGeom>
            <a:avLst/>
            <a:gdLst/>
            <a:ahLst/>
            <a:cxnLst/>
            <a:rect l="l" t="t" r="r" b="b"/>
            <a:pathLst>
              <a:path w="13488" h="282597">
                <a:moveTo>
                  <a:pt x="0" y="0"/>
                </a:moveTo>
                <a:lnTo>
                  <a:pt x="0" y="1242"/>
                </a:lnTo>
                <a:lnTo>
                  <a:pt x="0" y="2751"/>
                </a:lnTo>
                <a:lnTo>
                  <a:pt x="476" y="4260"/>
                </a:lnTo>
                <a:lnTo>
                  <a:pt x="476" y="5502"/>
                </a:lnTo>
                <a:lnTo>
                  <a:pt x="476" y="7011"/>
                </a:lnTo>
                <a:lnTo>
                  <a:pt x="476" y="8520"/>
                </a:lnTo>
                <a:lnTo>
                  <a:pt x="476" y="10029"/>
                </a:lnTo>
                <a:lnTo>
                  <a:pt x="793" y="11360"/>
                </a:lnTo>
                <a:lnTo>
                  <a:pt x="793" y="12869"/>
                </a:lnTo>
                <a:lnTo>
                  <a:pt x="793" y="14289"/>
                </a:lnTo>
                <a:lnTo>
                  <a:pt x="793" y="15798"/>
                </a:lnTo>
                <a:lnTo>
                  <a:pt x="793" y="17307"/>
                </a:lnTo>
                <a:lnTo>
                  <a:pt x="793" y="18638"/>
                </a:lnTo>
                <a:lnTo>
                  <a:pt x="793" y="20147"/>
                </a:lnTo>
                <a:lnTo>
                  <a:pt x="793" y="21656"/>
                </a:lnTo>
                <a:lnTo>
                  <a:pt x="793" y="23165"/>
                </a:lnTo>
                <a:lnTo>
                  <a:pt x="1110" y="24407"/>
                </a:lnTo>
                <a:lnTo>
                  <a:pt x="1110" y="25916"/>
                </a:lnTo>
                <a:lnTo>
                  <a:pt x="1110" y="27425"/>
                </a:lnTo>
                <a:lnTo>
                  <a:pt x="1110" y="28934"/>
                </a:lnTo>
                <a:lnTo>
                  <a:pt x="1110" y="30176"/>
                </a:lnTo>
                <a:lnTo>
                  <a:pt x="1586" y="31685"/>
                </a:lnTo>
                <a:lnTo>
                  <a:pt x="1586" y="33194"/>
                </a:lnTo>
                <a:lnTo>
                  <a:pt x="1586" y="34703"/>
                </a:lnTo>
                <a:lnTo>
                  <a:pt x="1586" y="36212"/>
                </a:lnTo>
                <a:lnTo>
                  <a:pt x="1586" y="37454"/>
                </a:lnTo>
                <a:lnTo>
                  <a:pt x="1904" y="38786"/>
                </a:lnTo>
                <a:lnTo>
                  <a:pt x="1904" y="40295"/>
                </a:lnTo>
                <a:lnTo>
                  <a:pt x="1904" y="41803"/>
                </a:lnTo>
                <a:lnTo>
                  <a:pt x="1904" y="43312"/>
                </a:lnTo>
                <a:lnTo>
                  <a:pt x="1904" y="44555"/>
                </a:lnTo>
                <a:lnTo>
                  <a:pt x="2380" y="46064"/>
                </a:lnTo>
                <a:lnTo>
                  <a:pt x="2380" y="47573"/>
                </a:lnTo>
                <a:lnTo>
                  <a:pt x="2380" y="49081"/>
                </a:lnTo>
                <a:lnTo>
                  <a:pt x="2380" y="50324"/>
                </a:lnTo>
                <a:lnTo>
                  <a:pt x="2697" y="51833"/>
                </a:lnTo>
                <a:lnTo>
                  <a:pt x="2697" y="53342"/>
                </a:lnTo>
                <a:lnTo>
                  <a:pt x="2697" y="54850"/>
                </a:lnTo>
                <a:lnTo>
                  <a:pt x="2697" y="56182"/>
                </a:lnTo>
                <a:lnTo>
                  <a:pt x="2697" y="57602"/>
                </a:lnTo>
                <a:lnTo>
                  <a:pt x="2697" y="59111"/>
                </a:lnTo>
                <a:lnTo>
                  <a:pt x="2697" y="60620"/>
                </a:lnTo>
                <a:lnTo>
                  <a:pt x="2697" y="62128"/>
                </a:lnTo>
                <a:lnTo>
                  <a:pt x="2697" y="63460"/>
                </a:lnTo>
                <a:lnTo>
                  <a:pt x="2697" y="64969"/>
                </a:lnTo>
                <a:lnTo>
                  <a:pt x="3015" y="66211"/>
                </a:lnTo>
                <a:lnTo>
                  <a:pt x="3015" y="67720"/>
                </a:lnTo>
                <a:lnTo>
                  <a:pt x="3015" y="69229"/>
                </a:lnTo>
                <a:lnTo>
                  <a:pt x="3015" y="70471"/>
                </a:lnTo>
                <a:lnTo>
                  <a:pt x="3015" y="71980"/>
                </a:lnTo>
                <a:lnTo>
                  <a:pt x="3491" y="73489"/>
                </a:lnTo>
                <a:lnTo>
                  <a:pt x="3491" y="74998"/>
                </a:lnTo>
                <a:lnTo>
                  <a:pt x="3491" y="76329"/>
                </a:lnTo>
                <a:lnTo>
                  <a:pt x="3491" y="77838"/>
                </a:lnTo>
                <a:lnTo>
                  <a:pt x="3808" y="79258"/>
                </a:lnTo>
                <a:lnTo>
                  <a:pt x="3808" y="80767"/>
                </a:lnTo>
                <a:lnTo>
                  <a:pt x="3808" y="82098"/>
                </a:lnTo>
                <a:lnTo>
                  <a:pt x="3808" y="83607"/>
                </a:lnTo>
                <a:lnTo>
                  <a:pt x="3808" y="85116"/>
                </a:lnTo>
                <a:lnTo>
                  <a:pt x="4284" y="86625"/>
                </a:lnTo>
                <a:lnTo>
                  <a:pt x="4284" y="87868"/>
                </a:lnTo>
                <a:lnTo>
                  <a:pt x="4284" y="89376"/>
                </a:lnTo>
                <a:lnTo>
                  <a:pt x="4284" y="90708"/>
                </a:lnTo>
                <a:lnTo>
                  <a:pt x="4284" y="92128"/>
                </a:lnTo>
                <a:lnTo>
                  <a:pt x="4601" y="93637"/>
                </a:lnTo>
                <a:lnTo>
                  <a:pt x="4601" y="95146"/>
                </a:lnTo>
                <a:lnTo>
                  <a:pt x="4601" y="96477"/>
                </a:lnTo>
                <a:lnTo>
                  <a:pt x="4601" y="97986"/>
                </a:lnTo>
                <a:lnTo>
                  <a:pt x="4601" y="99495"/>
                </a:lnTo>
                <a:lnTo>
                  <a:pt x="5077" y="100915"/>
                </a:lnTo>
                <a:lnTo>
                  <a:pt x="5077" y="102246"/>
                </a:lnTo>
                <a:lnTo>
                  <a:pt x="5077" y="103489"/>
                </a:lnTo>
                <a:lnTo>
                  <a:pt x="5077" y="104997"/>
                </a:lnTo>
                <a:lnTo>
                  <a:pt x="5077" y="106506"/>
                </a:lnTo>
                <a:lnTo>
                  <a:pt x="5077" y="108015"/>
                </a:lnTo>
                <a:lnTo>
                  <a:pt x="5077" y="109346"/>
                </a:lnTo>
                <a:lnTo>
                  <a:pt x="5077" y="110855"/>
                </a:lnTo>
                <a:lnTo>
                  <a:pt x="5077" y="112364"/>
                </a:lnTo>
                <a:lnTo>
                  <a:pt x="5395" y="113784"/>
                </a:lnTo>
                <a:lnTo>
                  <a:pt x="5395" y="115293"/>
                </a:lnTo>
                <a:lnTo>
                  <a:pt x="5395" y="116624"/>
                </a:lnTo>
                <a:lnTo>
                  <a:pt x="5395" y="117867"/>
                </a:lnTo>
                <a:lnTo>
                  <a:pt x="5395" y="119376"/>
                </a:lnTo>
                <a:lnTo>
                  <a:pt x="5712" y="120885"/>
                </a:lnTo>
                <a:lnTo>
                  <a:pt x="5712" y="122394"/>
                </a:lnTo>
                <a:lnTo>
                  <a:pt x="5712" y="123725"/>
                </a:lnTo>
                <a:lnTo>
                  <a:pt x="5712" y="125145"/>
                </a:lnTo>
                <a:lnTo>
                  <a:pt x="5712" y="126654"/>
                </a:lnTo>
                <a:lnTo>
                  <a:pt x="6188" y="128163"/>
                </a:lnTo>
                <a:lnTo>
                  <a:pt x="6188" y="129494"/>
                </a:lnTo>
                <a:lnTo>
                  <a:pt x="6188" y="130737"/>
                </a:lnTo>
                <a:lnTo>
                  <a:pt x="6188" y="132245"/>
                </a:lnTo>
                <a:lnTo>
                  <a:pt x="6506" y="133754"/>
                </a:lnTo>
                <a:lnTo>
                  <a:pt x="6506" y="135263"/>
                </a:lnTo>
                <a:lnTo>
                  <a:pt x="6506" y="136594"/>
                </a:lnTo>
                <a:lnTo>
                  <a:pt x="6506" y="138014"/>
                </a:lnTo>
                <a:lnTo>
                  <a:pt x="6506" y="139523"/>
                </a:lnTo>
                <a:lnTo>
                  <a:pt x="6982" y="141032"/>
                </a:lnTo>
                <a:lnTo>
                  <a:pt x="6982" y="142364"/>
                </a:lnTo>
                <a:lnTo>
                  <a:pt x="6982" y="143606"/>
                </a:lnTo>
                <a:lnTo>
                  <a:pt x="6982" y="145115"/>
                </a:lnTo>
                <a:lnTo>
                  <a:pt x="6982" y="146624"/>
                </a:lnTo>
                <a:lnTo>
                  <a:pt x="6982" y="148133"/>
                </a:lnTo>
                <a:lnTo>
                  <a:pt x="6982" y="149375"/>
                </a:lnTo>
                <a:lnTo>
                  <a:pt x="6982" y="150707"/>
                </a:lnTo>
                <a:lnTo>
                  <a:pt x="6982" y="152215"/>
                </a:lnTo>
                <a:lnTo>
                  <a:pt x="6982" y="153724"/>
                </a:lnTo>
                <a:lnTo>
                  <a:pt x="7299" y="155233"/>
                </a:lnTo>
                <a:lnTo>
                  <a:pt x="7299" y="156476"/>
                </a:lnTo>
                <a:lnTo>
                  <a:pt x="7299" y="157985"/>
                </a:lnTo>
                <a:lnTo>
                  <a:pt x="7299" y="159493"/>
                </a:lnTo>
                <a:lnTo>
                  <a:pt x="7616" y="160825"/>
                </a:lnTo>
                <a:lnTo>
                  <a:pt x="7616" y="162245"/>
                </a:lnTo>
                <a:lnTo>
                  <a:pt x="7616" y="163576"/>
                </a:lnTo>
                <a:lnTo>
                  <a:pt x="7616" y="165085"/>
                </a:lnTo>
                <a:lnTo>
                  <a:pt x="7616" y="166594"/>
                </a:lnTo>
                <a:lnTo>
                  <a:pt x="8093" y="168103"/>
                </a:lnTo>
                <a:lnTo>
                  <a:pt x="8093" y="169345"/>
                </a:lnTo>
                <a:lnTo>
                  <a:pt x="8093" y="170677"/>
                </a:lnTo>
                <a:lnTo>
                  <a:pt x="8093" y="171919"/>
                </a:lnTo>
                <a:lnTo>
                  <a:pt x="8093" y="173428"/>
                </a:lnTo>
                <a:lnTo>
                  <a:pt x="8410" y="174937"/>
                </a:lnTo>
                <a:lnTo>
                  <a:pt x="8410" y="176179"/>
                </a:lnTo>
                <a:lnTo>
                  <a:pt x="8410" y="177688"/>
                </a:lnTo>
                <a:lnTo>
                  <a:pt x="8410" y="179020"/>
                </a:lnTo>
                <a:lnTo>
                  <a:pt x="8410" y="180528"/>
                </a:lnTo>
                <a:lnTo>
                  <a:pt x="8886" y="182037"/>
                </a:lnTo>
                <a:lnTo>
                  <a:pt x="8886" y="183280"/>
                </a:lnTo>
                <a:lnTo>
                  <a:pt x="8886" y="184789"/>
                </a:lnTo>
                <a:lnTo>
                  <a:pt x="8886" y="186120"/>
                </a:lnTo>
                <a:lnTo>
                  <a:pt x="9203" y="187629"/>
                </a:lnTo>
                <a:lnTo>
                  <a:pt x="9203" y="189049"/>
                </a:lnTo>
                <a:lnTo>
                  <a:pt x="9203" y="190380"/>
                </a:lnTo>
                <a:lnTo>
                  <a:pt x="9203" y="191889"/>
                </a:lnTo>
                <a:lnTo>
                  <a:pt x="9203" y="193132"/>
                </a:lnTo>
                <a:lnTo>
                  <a:pt x="9203" y="194641"/>
                </a:lnTo>
                <a:lnTo>
                  <a:pt x="9203" y="195972"/>
                </a:lnTo>
                <a:lnTo>
                  <a:pt x="9203" y="197481"/>
                </a:lnTo>
                <a:lnTo>
                  <a:pt x="9203" y="198990"/>
                </a:lnTo>
                <a:lnTo>
                  <a:pt x="9203" y="200232"/>
                </a:lnTo>
                <a:lnTo>
                  <a:pt x="9679" y="201741"/>
                </a:lnTo>
                <a:lnTo>
                  <a:pt x="9679" y="202984"/>
                </a:lnTo>
                <a:lnTo>
                  <a:pt x="9679" y="204492"/>
                </a:lnTo>
                <a:lnTo>
                  <a:pt x="9679" y="206001"/>
                </a:lnTo>
                <a:lnTo>
                  <a:pt x="9679" y="207333"/>
                </a:lnTo>
                <a:lnTo>
                  <a:pt x="9997" y="208575"/>
                </a:lnTo>
                <a:lnTo>
                  <a:pt x="9997" y="210084"/>
                </a:lnTo>
                <a:lnTo>
                  <a:pt x="9997" y="211593"/>
                </a:lnTo>
                <a:lnTo>
                  <a:pt x="9997" y="213102"/>
                </a:lnTo>
                <a:lnTo>
                  <a:pt x="10314" y="214344"/>
                </a:lnTo>
                <a:lnTo>
                  <a:pt x="10314" y="215676"/>
                </a:lnTo>
                <a:lnTo>
                  <a:pt x="10314" y="217185"/>
                </a:lnTo>
                <a:lnTo>
                  <a:pt x="10314" y="218693"/>
                </a:lnTo>
                <a:lnTo>
                  <a:pt x="10314" y="219936"/>
                </a:lnTo>
                <a:lnTo>
                  <a:pt x="10790" y="221445"/>
                </a:lnTo>
                <a:lnTo>
                  <a:pt x="10790" y="222776"/>
                </a:lnTo>
                <a:lnTo>
                  <a:pt x="10790" y="224019"/>
                </a:lnTo>
                <a:lnTo>
                  <a:pt x="10790" y="225528"/>
                </a:lnTo>
                <a:lnTo>
                  <a:pt x="10790" y="227036"/>
                </a:lnTo>
                <a:lnTo>
                  <a:pt x="11108" y="228545"/>
                </a:lnTo>
                <a:lnTo>
                  <a:pt x="11108" y="229788"/>
                </a:lnTo>
                <a:lnTo>
                  <a:pt x="11108" y="231119"/>
                </a:lnTo>
                <a:lnTo>
                  <a:pt x="11108" y="232628"/>
                </a:lnTo>
                <a:lnTo>
                  <a:pt x="11108" y="233871"/>
                </a:lnTo>
                <a:lnTo>
                  <a:pt x="11108" y="235379"/>
                </a:lnTo>
                <a:lnTo>
                  <a:pt x="11108" y="236888"/>
                </a:lnTo>
                <a:lnTo>
                  <a:pt x="11108" y="237953"/>
                </a:lnTo>
                <a:lnTo>
                  <a:pt x="11108" y="239462"/>
                </a:lnTo>
                <a:lnTo>
                  <a:pt x="11584" y="240971"/>
                </a:lnTo>
                <a:lnTo>
                  <a:pt x="11584" y="242302"/>
                </a:lnTo>
                <a:lnTo>
                  <a:pt x="11584" y="243722"/>
                </a:lnTo>
                <a:lnTo>
                  <a:pt x="11584" y="245054"/>
                </a:lnTo>
                <a:lnTo>
                  <a:pt x="11584" y="246296"/>
                </a:lnTo>
                <a:lnTo>
                  <a:pt x="11901" y="247805"/>
                </a:lnTo>
                <a:lnTo>
                  <a:pt x="11901" y="249314"/>
                </a:lnTo>
                <a:lnTo>
                  <a:pt x="11901" y="250645"/>
                </a:lnTo>
                <a:lnTo>
                  <a:pt x="11901" y="252154"/>
                </a:lnTo>
                <a:lnTo>
                  <a:pt x="11901" y="253397"/>
                </a:lnTo>
                <a:lnTo>
                  <a:pt x="12218" y="254728"/>
                </a:lnTo>
                <a:lnTo>
                  <a:pt x="12218" y="256237"/>
                </a:lnTo>
                <a:lnTo>
                  <a:pt x="12218" y="257746"/>
                </a:lnTo>
                <a:lnTo>
                  <a:pt x="12218" y="258988"/>
                </a:lnTo>
                <a:lnTo>
                  <a:pt x="12218" y="260497"/>
                </a:lnTo>
                <a:lnTo>
                  <a:pt x="12694" y="261740"/>
                </a:lnTo>
                <a:lnTo>
                  <a:pt x="12694" y="263071"/>
                </a:lnTo>
                <a:lnTo>
                  <a:pt x="12694" y="264580"/>
                </a:lnTo>
                <a:lnTo>
                  <a:pt x="12694" y="266089"/>
                </a:lnTo>
                <a:lnTo>
                  <a:pt x="13012" y="267331"/>
                </a:lnTo>
                <a:lnTo>
                  <a:pt x="13012" y="268840"/>
                </a:lnTo>
                <a:lnTo>
                  <a:pt x="13012" y="269905"/>
                </a:lnTo>
                <a:lnTo>
                  <a:pt x="13012" y="271414"/>
                </a:lnTo>
                <a:lnTo>
                  <a:pt x="13012" y="272923"/>
                </a:lnTo>
                <a:lnTo>
                  <a:pt x="13488" y="274254"/>
                </a:lnTo>
                <a:lnTo>
                  <a:pt x="13488" y="275674"/>
                </a:lnTo>
                <a:lnTo>
                  <a:pt x="13488" y="277006"/>
                </a:lnTo>
                <a:lnTo>
                  <a:pt x="13488" y="278248"/>
                </a:lnTo>
                <a:lnTo>
                  <a:pt x="13488" y="279757"/>
                </a:lnTo>
                <a:lnTo>
                  <a:pt x="13488" y="281089"/>
                </a:lnTo>
                <a:lnTo>
                  <a:pt x="13488" y="282597"/>
                </a:lnTo>
              </a:path>
            </a:pathLst>
          </a:custGeom>
          <a:ln w="1952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7678161" y="3062639"/>
            <a:ext cx="13805" cy="256681"/>
          </a:xfrm>
          <a:custGeom>
            <a:avLst/>
            <a:gdLst/>
            <a:ahLst/>
            <a:cxnLst/>
            <a:rect l="l" t="t" r="r" b="b"/>
            <a:pathLst>
              <a:path w="13805" h="256681">
                <a:moveTo>
                  <a:pt x="0" y="0"/>
                </a:moveTo>
                <a:lnTo>
                  <a:pt x="0" y="1242"/>
                </a:lnTo>
                <a:lnTo>
                  <a:pt x="0" y="2751"/>
                </a:lnTo>
                <a:lnTo>
                  <a:pt x="0" y="3816"/>
                </a:lnTo>
                <a:lnTo>
                  <a:pt x="317" y="5325"/>
                </a:lnTo>
                <a:lnTo>
                  <a:pt x="317" y="6834"/>
                </a:lnTo>
                <a:lnTo>
                  <a:pt x="317" y="8165"/>
                </a:lnTo>
                <a:lnTo>
                  <a:pt x="317" y="9585"/>
                </a:lnTo>
                <a:lnTo>
                  <a:pt x="793" y="10916"/>
                </a:lnTo>
                <a:lnTo>
                  <a:pt x="793" y="12159"/>
                </a:lnTo>
                <a:lnTo>
                  <a:pt x="793" y="13490"/>
                </a:lnTo>
                <a:lnTo>
                  <a:pt x="793" y="14999"/>
                </a:lnTo>
                <a:lnTo>
                  <a:pt x="793" y="16242"/>
                </a:lnTo>
                <a:lnTo>
                  <a:pt x="1110" y="17751"/>
                </a:lnTo>
                <a:lnTo>
                  <a:pt x="1110" y="19082"/>
                </a:lnTo>
                <a:lnTo>
                  <a:pt x="1110" y="20325"/>
                </a:lnTo>
                <a:lnTo>
                  <a:pt x="1110" y="21656"/>
                </a:lnTo>
                <a:lnTo>
                  <a:pt x="1110" y="23165"/>
                </a:lnTo>
                <a:lnTo>
                  <a:pt x="1428" y="24407"/>
                </a:lnTo>
                <a:lnTo>
                  <a:pt x="1428" y="25916"/>
                </a:lnTo>
                <a:lnTo>
                  <a:pt x="1428" y="27425"/>
                </a:lnTo>
                <a:lnTo>
                  <a:pt x="1428" y="28668"/>
                </a:lnTo>
                <a:lnTo>
                  <a:pt x="1428" y="29821"/>
                </a:lnTo>
                <a:lnTo>
                  <a:pt x="1904" y="31241"/>
                </a:lnTo>
                <a:lnTo>
                  <a:pt x="1904" y="32573"/>
                </a:lnTo>
                <a:lnTo>
                  <a:pt x="1904" y="34082"/>
                </a:lnTo>
                <a:lnTo>
                  <a:pt x="1904" y="35324"/>
                </a:lnTo>
                <a:lnTo>
                  <a:pt x="1904" y="36833"/>
                </a:lnTo>
                <a:lnTo>
                  <a:pt x="1904" y="38164"/>
                </a:lnTo>
                <a:lnTo>
                  <a:pt x="1904" y="39407"/>
                </a:lnTo>
                <a:lnTo>
                  <a:pt x="1904" y="40738"/>
                </a:lnTo>
                <a:lnTo>
                  <a:pt x="1904" y="42247"/>
                </a:lnTo>
                <a:lnTo>
                  <a:pt x="2221" y="43490"/>
                </a:lnTo>
                <a:lnTo>
                  <a:pt x="2221" y="44999"/>
                </a:lnTo>
                <a:lnTo>
                  <a:pt x="2221" y="46330"/>
                </a:lnTo>
                <a:lnTo>
                  <a:pt x="2221" y="47573"/>
                </a:lnTo>
                <a:lnTo>
                  <a:pt x="2221" y="48904"/>
                </a:lnTo>
                <a:lnTo>
                  <a:pt x="2697" y="50146"/>
                </a:lnTo>
                <a:lnTo>
                  <a:pt x="2697" y="51655"/>
                </a:lnTo>
                <a:lnTo>
                  <a:pt x="2697" y="52898"/>
                </a:lnTo>
                <a:lnTo>
                  <a:pt x="2697" y="54407"/>
                </a:lnTo>
                <a:lnTo>
                  <a:pt x="2697" y="55738"/>
                </a:lnTo>
                <a:lnTo>
                  <a:pt x="3015" y="56981"/>
                </a:lnTo>
                <a:lnTo>
                  <a:pt x="3015" y="58312"/>
                </a:lnTo>
                <a:lnTo>
                  <a:pt x="3015" y="59555"/>
                </a:lnTo>
                <a:lnTo>
                  <a:pt x="3015" y="61063"/>
                </a:lnTo>
                <a:lnTo>
                  <a:pt x="3332" y="62395"/>
                </a:lnTo>
                <a:lnTo>
                  <a:pt x="3332" y="63904"/>
                </a:lnTo>
                <a:lnTo>
                  <a:pt x="3332" y="65146"/>
                </a:lnTo>
                <a:lnTo>
                  <a:pt x="3332" y="66477"/>
                </a:lnTo>
                <a:lnTo>
                  <a:pt x="3332" y="67720"/>
                </a:lnTo>
                <a:lnTo>
                  <a:pt x="3808" y="69051"/>
                </a:lnTo>
                <a:lnTo>
                  <a:pt x="3808" y="70294"/>
                </a:lnTo>
                <a:lnTo>
                  <a:pt x="3808" y="71803"/>
                </a:lnTo>
                <a:lnTo>
                  <a:pt x="3808" y="73134"/>
                </a:lnTo>
                <a:lnTo>
                  <a:pt x="3808" y="74377"/>
                </a:lnTo>
                <a:lnTo>
                  <a:pt x="4125" y="75886"/>
                </a:lnTo>
                <a:lnTo>
                  <a:pt x="4125" y="77128"/>
                </a:lnTo>
                <a:lnTo>
                  <a:pt x="4125" y="78459"/>
                </a:lnTo>
                <a:lnTo>
                  <a:pt x="4125" y="79702"/>
                </a:lnTo>
                <a:lnTo>
                  <a:pt x="4125" y="81033"/>
                </a:lnTo>
                <a:lnTo>
                  <a:pt x="4125" y="82542"/>
                </a:lnTo>
                <a:lnTo>
                  <a:pt x="4125" y="83785"/>
                </a:lnTo>
                <a:lnTo>
                  <a:pt x="4125" y="85116"/>
                </a:lnTo>
                <a:lnTo>
                  <a:pt x="4125" y="86359"/>
                </a:lnTo>
                <a:lnTo>
                  <a:pt x="4601" y="87690"/>
                </a:lnTo>
                <a:lnTo>
                  <a:pt x="4601" y="88933"/>
                </a:lnTo>
                <a:lnTo>
                  <a:pt x="4601" y="90264"/>
                </a:lnTo>
                <a:lnTo>
                  <a:pt x="4601" y="91773"/>
                </a:lnTo>
                <a:lnTo>
                  <a:pt x="4601" y="93015"/>
                </a:lnTo>
                <a:lnTo>
                  <a:pt x="4919" y="94347"/>
                </a:lnTo>
                <a:lnTo>
                  <a:pt x="4919" y="95589"/>
                </a:lnTo>
                <a:lnTo>
                  <a:pt x="4919" y="97098"/>
                </a:lnTo>
                <a:lnTo>
                  <a:pt x="4919" y="98429"/>
                </a:lnTo>
                <a:lnTo>
                  <a:pt x="4919" y="99495"/>
                </a:lnTo>
                <a:lnTo>
                  <a:pt x="5236" y="101003"/>
                </a:lnTo>
                <a:lnTo>
                  <a:pt x="5236" y="102246"/>
                </a:lnTo>
                <a:lnTo>
                  <a:pt x="5236" y="103577"/>
                </a:lnTo>
                <a:lnTo>
                  <a:pt x="5236" y="104820"/>
                </a:lnTo>
                <a:lnTo>
                  <a:pt x="5236" y="106329"/>
                </a:lnTo>
                <a:lnTo>
                  <a:pt x="5712" y="107660"/>
                </a:lnTo>
                <a:lnTo>
                  <a:pt x="5712" y="108903"/>
                </a:lnTo>
                <a:lnTo>
                  <a:pt x="5712" y="110234"/>
                </a:lnTo>
                <a:lnTo>
                  <a:pt x="5712" y="111299"/>
                </a:lnTo>
                <a:lnTo>
                  <a:pt x="6030" y="112808"/>
                </a:lnTo>
                <a:lnTo>
                  <a:pt x="6030" y="114050"/>
                </a:lnTo>
                <a:lnTo>
                  <a:pt x="6030" y="115293"/>
                </a:lnTo>
                <a:lnTo>
                  <a:pt x="6030" y="116624"/>
                </a:lnTo>
                <a:lnTo>
                  <a:pt x="6030" y="117867"/>
                </a:lnTo>
                <a:lnTo>
                  <a:pt x="6030" y="119376"/>
                </a:lnTo>
                <a:lnTo>
                  <a:pt x="6030" y="120707"/>
                </a:lnTo>
                <a:lnTo>
                  <a:pt x="6030" y="121950"/>
                </a:lnTo>
                <a:lnTo>
                  <a:pt x="6030" y="123015"/>
                </a:lnTo>
                <a:lnTo>
                  <a:pt x="6030" y="124346"/>
                </a:lnTo>
                <a:lnTo>
                  <a:pt x="6506" y="125855"/>
                </a:lnTo>
                <a:lnTo>
                  <a:pt x="6506" y="127098"/>
                </a:lnTo>
                <a:lnTo>
                  <a:pt x="6506" y="128429"/>
                </a:lnTo>
                <a:lnTo>
                  <a:pt x="6506" y="129671"/>
                </a:lnTo>
                <a:lnTo>
                  <a:pt x="6506" y="131003"/>
                </a:lnTo>
                <a:lnTo>
                  <a:pt x="6823" y="132245"/>
                </a:lnTo>
                <a:lnTo>
                  <a:pt x="6823" y="133577"/>
                </a:lnTo>
                <a:lnTo>
                  <a:pt x="6823" y="134819"/>
                </a:lnTo>
                <a:lnTo>
                  <a:pt x="6823" y="136151"/>
                </a:lnTo>
                <a:lnTo>
                  <a:pt x="6823" y="137393"/>
                </a:lnTo>
                <a:lnTo>
                  <a:pt x="7299" y="138725"/>
                </a:lnTo>
                <a:lnTo>
                  <a:pt x="7299" y="139967"/>
                </a:lnTo>
                <a:lnTo>
                  <a:pt x="7299" y="141298"/>
                </a:lnTo>
                <a:lnTo>
                  <a:pt x="7299" y="142541"/>
                </a:lnTo>
                <a:lnTo>
                  <a:pt x="7616" y="143872"/>
                </a:lnTo>
                <a:lnTo>
                  <a:pt x="7616" y="145115"/>
                </a:lnTo>
                <a:lnTo>
                  <a:pt x="7616" y="146446"/>
                </a:lnTo>
                <a:lnTo>
                  <a:pt x="7616" y="147955"/>
                </a:lnTo>
                <a:lnTo>
                  <a:pt x="7616" y="149198"/>
                </a:lnTo>
                <a:lnTo>
                  <a:pt x="7934" y="150263"/>
                </a:lnTo>
                <a:lnTo>
                  <a:pt x="7934" y="151594"/>
                </a:lnTo>
                <a:lnTo>
                  <a:pt x="7934" y="152837"/>
                </a:lnTo>
                <a:lnTo>
                  <a:pt x="7934" y="154168"/>
                </a:lnTo>
                <a:lnTo>
                  <a:pt x="7934" y="155411"/>
                </a:lnTo>
                <a:lnTo>
                  <a:pt x="7934" y="156742"/>
                </a:lnTo>
                <a:lnTo>
                  <a:pt x="7934" y="157985"/>
                </a:lnTo>
                <a:lnTo>
                  <a:pt x="7934" y="159316"/>
                </a:lnTo>
                <a:lnTo>
                  <a:pt x="7934" y="160558"/>
                </a:lnTo>
                <a:lnTo>
                  <a:pt x="7934" y="161890"/>
                </a:lnTo>
                <a:lnTo>
                  <a:pt x="8410" y="163132"/>
                </a:lnTo>
                <a:lnTo>
                  <a:pt x="8410" y="164464"/>
                </a:lnTo>
                <a:lnTo>
                  <a:pt x="8410" y="165706"/>
                </a:lnTo>
                <a:lnTo>
                  <a:pt x="8410" y="166771"/>
                </a:lnTo>
                <a:lnTo>
                  <a:pt x="8727" y="168103"/>
                </a:lnTo>
                <a:lnTo>
                  <a:pt x="8727" y="169345"/>
                </a:lnTo>
                <a:lnTo>
                  <a:pt x="8727" y="170677"/>
                </a:lnTo>
                <a:lnTo>
                  <a:pt x="8727" y="171919"/>
                </a:lnTo>
                <a:lnTo>
                  <a:pt x="8727" y="173250"/>
                </a:lnTo>
                <a:lnTo>
                  <a:pt x="9203" y="174493"/>
                </a:lnTo>
                <a:lnTo>
                  <a:pt x="9203" y="175824"/>
                </a:lnTo>
                <a:lnTo>
                  <a:pt x="9203" y="177067"/>
                </a:lnTo>
                <a:lnTo>
                  <a:pt x="9203" y="178398"/>
                </a:lnTo>
                <a:lnTo>
                  <a:pt x="9203" y="179641"/>
                </a:lnTo>
                <a:lnTo>
                  <a:pt x="9521" y="180706"/>
                </a:lnTo>
                <a:lnTo>
                  <a:pt x="9521" y="182037"/>
                </a:lnTo>
                <a:lnTo>
                  <a:pt x="9521" y="183280"/>
                </a:lnTo>
                <a:lnTo>
                  <a:pt x="9521" y="184611"/>
                </a:lnTo>
                <a:lnTo>
                  <a:pt x="9521" y="185676"/>
                </a:lnTo>
                <a:lnTo>
                  <a:pt x="9838" y="186919"/>
                </a:lnTo>
                <a:lnTo>
                  <a:pt x="9838" y="188250"/>
                </a:lnTo>
                <a:lnTo>
                  <a:pt x="9838" y="189493"/>
                </a:lnTo>
                <a:lnTo>
                  <a:pt x="9838" y="190824"/>
                </a:lnTo>
                <a:lnTo>
                  <a:pt x="10314" y="192067"/>
                </a:lnTo>
                <a:lnTo>
                  <a:pt x="10314" y="193132"/>
                </a:lnTo>
                <a:lnTo>
                  <a:pt x="10314" y="194463"/>
                </a:lnTo>
                <a:lnTo>
                  <a:pt x="10314" y="195706"/>
                </a:lnTo>
                <a:lnTo>
                  <a:pt x="10314" y="197037"/>
                </a:lnTo>
                <a:lnTo>
                  <a:pt x="10314" y="198280"/>
                </a:lnTo>
                <a:lnTo>
                  <a:pt x="10314" y="199611"/>
                </a:lnTo>
                <a:lnTo>
                  <a:pt x="10314" y="200676"/>
                </a:lnTo>
                <a:lnTo>
                  <a:pt x="10314" y="202007"/>
                </a:lnTo>
                <a:lnTo>
                  <a:pt x="10314" y="203250"/>
                </a:lnTo>
                <a:lnTo>
                  <a:pt x="10631" y="204581"/>
                </a:lnTo>
                <a:lnTo>
                  <a:pt x="10631" y="205824"/>
                </a:lnTo>
                <a:lnTo>
                  <a:pt x="10631" y="206889"/>
                </a:lnTo>
                <a:lnTo>
                  <a:pt x="10631" y="208220"/>
                </a:lnTo>
                <a:lnTo>
                  <a:pt x="10631" y="209285"/>
                </a:lnTo>
                <a:lnTo>
                  <a:pt x="11108" y="210528"/>
                </a:lnTo>
                <a:lnTo>
                  <a:pt x="11108" y="211859"/>
                </a:lnTo>
                <a:lnTo>
                  <a:pt x="11108" y="212924"/>
                </a:lnTo>
                <a:lnTo>
                  <a:pt x="11108" y="214167"/>
                </a:lnTo>
                <a:lnTo>
                  <a:pt x="11425" y="215498"/>
                </a:lnTo>
                <a:lnTo>
                  <a:pt x="11425" y="216741"/>
                </a:lnTo>
                <a:lnTo>
                  <a:pt x="11425" y="217806"/>
                </a:lnTo>
                <a:lnTo>
                  <a:pt x="11425" y="219137"/>
                </a:lnTo>
                <a:lnTo>
                  <a:pt x="11425" y="220380"/>
                </a:lnTo>
                <a:lnTo>
                  <a:pt x="11901" y="221711"/>
                </a:lnTo>
                <a:lnTo>
                  <a:pt x="11901" y="222776"/>
                </a:lnTo>
                <a:lnTo>
                  <a:pt x="11901" y="224019"/>
                </a:lnTo>
                <a:lnTo>
                  <a:pt x="11901" y="225350"/>
                </a:lnTo>
                <a:lnTo>
                  <a:pt x="11901" y="226593"/>
                </a:lnTo>
                <a:lnTo>
                  <a:pt x="12218" y="227658"/>
                </a:lnTo>
                <a:lnTo>
                  <a:pt x="12218" y="228989"/>
                </a:lnTo>
                <a:lnTo>
                  <a:pt x="12218" y="230232"/>
                </a:lnTo>
                <a:lnTo>
                  <a:pt x="12218" y="231297"/>
                </a:lnTo>
                <a:lnTo>
                  <a:pt x="12218" y="232628"/>
                </a:lnTo>
                <a:lnTo>
                  <a:pt x="12218" y="233871"/>
                </a:lnTo>
                <a:lnTo>
                  <a:pt x="12218" y="235024"/>
                </a:lnTo>
                <a:lnTo>
                  <a:pt x="12218" y="236267"/>
                </a:lnTo>
                <a:lnTo>
                  <a:pt x="12218" y="237598"/>
                </a:lnTo>
                <a:lnTo>
                  <a:pt x="12536" y="238663"/>
                </a:lnTo>
                <a:lnTo>
                  <a:pt x="12536" y="239906"/>
                </a:lnTo>
                <a:lnTo>
                  <a:pt x="12536" y="240971"/>
                </a:lnTo>
                <a:lnTo>
                  <a:pt x="12536" y="242302"/>
                </a:lnTo>
                <a:lnTo>
                  <a:pt x="12536" y="243545"/>
                </a:lnTo>
                <a:lnTo>
                  <a:pt x="13012" y="244610"/>
                </a:lnTo>
                <a:lnTo>
                  <a:pt x="13012" y="245941"/>
                </a:lnTo>
                <a:lnTo>
                  <a:pt x="13012" y="247006"/>
                </a:lnTo>
                <a:lnTo>
                  <a:pt x="13012" y="248249"/>
                </a:lnTo>
                <a:lnTo>
                  <a:pt x="13012" y="249580"/>
                </a:lnTo>
                <a:lnTo>
                  <a:pt x="13329" y="250645"/>
                </a:lnTo>
                <a:lnTo>
                  <a:pt x="13329" y="251888"/>
                </a:lnTo>
                <a:lnTo>
                  <a:pt x="13329" y="252953"/>
                </a:lnTo>
                <a:lnTo>
                  <a:pt x="13329" y="254284"/>
                </a:lnTo>
                <a:lnTo>
                  <a:pt x="13329" y="255349"/>
                </a:lnTo>
                <a:lnTo>
                  <a:pt x="13805" y="256681"/>
                </a:lnTo>
              </a:path>
            </a:pathLst>
          </a:custGeom>
          <a:ln w="195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7691967" y="3319320"/>
            <a:ext cx="13329" cy="208575"/>
          </a:xfrm>
          <a:custGeom>
            <a:avLst/>
            <a:gdLst/>
            <a:ahLst/>
            <a:cxnLst/>
            <a:rect l="l" t="t" r="r" b="b"/>
            <a:pathLst>
              <a:path w="13329" h="208575">
                <a:moveTo>
                  <a:pt x="0" y="0"/>
                </a:moveTo>
                <a:lnTo>
                  <a:pt x="0" y="1065"/>
                </a:lnTo>
                <a:lnTo>
                  <a:pt x="0" y="2307"/>
                </a:lnTo>
                <a:lnTo>
                  <a:pt x="0" y="3372"/>
                </a:lnTo>
                <a:lnTo>
                  <a:pt x="317" y="4704"/>
                </a:lnTo>
                <a:lnTo>
                  <a:pt x="317" y="5769"/>
                </a:lnTo>
                <a:lnTo>
                  <a:pt x="317" y="7011"/>
                </a:lnTo>
                <a:lnTo>
                  <a:pt x="317" y="8076"/>
                </a:lnTo>
                <a:lnTo>
                  <a:pt x="317" y="9408"/>
                </a:lnTo>
                <a:lnTo>
                  <a:pt x="634" y="10473"/>
                </a:lnTo>
                <a:lnTo>
                  <a:pt x="634" y="11715"/>
                </a:lnTo>
                <a:lnTo>
                  <a:pt x="634" y="12869"/>
                </a:lnTo>
                <a:lnTo>
                  <a:pt x="634" y="14112"/>
                </a:lnTo>
                <a:lnTo>
                  <a:pt x="634" y="15177"/>
                </a:lnTo>
                <a:lnTo>
                  <a:pt x="634" y="16508"/>
                </a:lnTo>
                <a:lnTo>
                  <a:pt x="634" y="17573"/>
                </a:lnTo>
                <a:lnTo>
                  <a:pt x="634" y="18816"/>
                </a:lnTo>
                <a:lnTo>
                  <a:pt x="634" y="19881"/>
                </a:lnTo>
                <a:lnTo>
                  <a:pt x="634" y="20946"/>
                </a:lnTo>
                <a:lnTo>
                  <a:pt x="1110" y="22277"/>
                </a:lnTo>
                <a:lnTo>
                  <a:pt x="1110" y="23342"/>
                </a:lnTo>
                <a:lnTo>
                  <a:pt x="1110" y="24585"/>
                </a:lnTo>
                <a:lnTo>
                  <a:pt x="1110" y="25650"/>
                </a:lnTo>
                <a:lnTo>
                  <a:pt x="1428" y="26804"/>
                </a:lnTo>
                <a:lnTo>
                  <a:pt x="1428" y="28046"/>
                </a:lnTo>
                <a:lnTo>
                  <a:pt x="1428" y="29111"/>
                </a:lnTo>
                <a:lnTo>
                  <a:pt x="1428" y="30443"/>
                </a:lnTo>
                <a:lnTo>
                  <a:pt x="1428" y="31508"/>
                </a:lnTo>
                <a:lnTo>
                  <a:pt x="1904" y="32573"/>
                </a:lnTo>
                <a:lnTo>
                  <a:pt x="1904" y="33815"/>
                </a:lnTo>
                <a:lnTo>
                  <a:pt x="1904" y="34880"/>
                </a:lnTo>
                <a:lnTo>
                  <a:pt x="1904" y="35946"/>
                </a:lnTo>
                <a:lnTo>
                  <a:pt x="1904" y="37277"/>
                </a:lnTo>
                <a:lnTo>
                  <a:pt x="2221" y="38342"/>
                </a:lnTo>
                <a:lnTo>
                  <a:pt x="2221" y="39407"/>
                </a:lnTo>
                <a:lnTo>
                  <a:pt x="2221" y="40472"/>
                </a:lnTo>
                <a:lnTo>
                  <a:pt x="2221" y="41803"/>
                </a:lnTo>
                <a:lnTo>
                  <a:pt x="2221" y="42868"/>
                </a:lnTo>
                <a:lnTo>
                  <a:pt x="2697" y="43934"/>
                </a:lnTo>
                <a:lnTo>
                  <a:pt x="2697" y="45176"/>
                </a:lnTo>
                <a:lnTo>
                  <a:pt x="2697" y="46241"/>
                </a:lnTo>
                <a:lnTo>
                  <a:pt x="2697" y="47306"/>
                </a:lnTo>
                <a:lnTo>
                  <a:pt x="2697" y="48460"/>
                </a:lnTo>
                <a:lnTo>
                  <a:pt x="2697" y="49703"/>
                </a:lnTo>
                <a:lnTo>
                  <a:pt x="2697" y="50768"/>
                </a:lnTo>
                <a:lnTo>
                  <a:pt x="2697" y="51833"/>
                </a:lnTo>
                <a:lnTo>
                  <a:pt x="2697" y="52898"/>
                </a:lnTo>
                <a:lnTo>
                  <a:pt x="3015" y="54229"/>
                </a:lnTo>
                <a:lnTo>
                  <a:pt x="3015" y="55294"/>
                </a:lnTo>
                <a:lnTo>
                  <a:pt x="3015" y="56537"/>
                </a:lnTo>
                <a:lnTo>
                  <a:pt x="3015" y="57602"/>
                </a:lnTo>
                <a:lnTo>
                  <a:pt x="3015" y="58756"/>
                </a:lnTo>
                <a:lnTo>
                  <a:pt x="3332" y="59821"/>
                </a:lnTo>
                <a:lnTo>
                  <a:pt x="3332" y="60886"/>
                </a:lnTo>
                <a:lnTo>
                  <a:pt x="3332" y="62128"/>
                </a:lnTo>
                <a:lnTo>
                  <a:pt x="3332" y="63194"/>
                </a:lnTo>
                <a:lnTo>
                  <a:pt x="3332" y="64259"/>
                </a:lnTo>
                <a:lnTo>
                  <a:pt x="3808" y="65324"/>
                </a:lnTo>
                <a:lnTo>
                  <a:pt x="3808" y="66389"/>
                </a:lnTo>
                <a:lnTo>
                  <a:pt x="3808" y="67543"/>
                </a:lnTo>
                <a:lnTo>
                  <a:pt x="3808" y="68608"/>
                </a:lnTo>
                <a:lnTo>
                  <a:pt x="4125" y="69850"/>
                </a:lnTo>
                <a:lnTo>
                  <a:pt x="4125" y="70915"/>
                </a:lnTo>
                <a:lnTo>
                  <a:pt x="4125" y="71980"/>
                </a:lnTo>
                <a:lnTo>
                  <a:pt x="4125" y="73045"/>
                </a:lnTo>
                <a:lnTo>
                  <a:pt x="4125" y="74377"/>
                </a:lnTo>
                <a:lnTo>
                  <a:pt x="4601" y="75442"/>
                </a:lnTo>
                <a:lnTo>
                  <a:pt x="4601" y="76507"/>
                </a:lnTo>
                <a:lnTo>
                  <a:pt x="4601" y="77572"/>
                </a:lnTo>
                <a:lnTo>
                  <a:pt x="4601" y="78637"/>
                </a:lnTo>
                <a:lnTo>
                  <a:pt x="4601" y="79702"/>
                </a:lnTo>
                <a:lnTo>
                  <a:pt x="4919" y="80767"/>
                </a:lnTo>
                <a:lnTo>
                  <a:pt x="4919" y="81832"/>
                </a:lnTo>
                <a:lnTo>
                  <a:pt x="4919" y="82986"/>
                </a:lnTo>
                <a:lnTo>
                  <a:pt x="4919" y="84051"/>
                </a:lnTo>
                <a:lnTo>
                  <a:pt x="4919" y="85116"/>
                </a:lnTo>
                <a:lnTo>
                  <a:pt x="4919" y="86181"/>
                </a:lnTo>
                <a:lnTo>
                  <a:pt x="4919" y="87246"/>
                </a:lnTo>
                <a:lnTo>
                  <a:pt x="4919" y="88489"/>
                </a:lnTo>
                <a:lnTo>
                  <a:pt x="4919" y="89554"/>
                </a:lnTo>
                <a:lnTo>
                  <a:pt x="5236" y="90619"/>
                </a:lnTo>
                <a:lnTo>
                  <a:pt x="5236" y="91773"/>
                </a:lnTo>
                <a:lnTo>
                  <a:pt x="5236" y="92838"/>
                </a:lnTo>
                <a:lnTo>
                  <a:pt x="5236" y="93903"/>
                </a:lnTo>
                <a:lnTo>
                  <a:pt x="5236" y="94968"/>
                </a:lnTo>
                <a:lnTo>
                  <a:pt x="5712" y="96033"/>
                </a:lnTo>
                <a:lnTo>
                  <a:pt x="5712" y="97098"/>
                </a:lnTo>
                <a:lnTo>
                  <a:pt x="5712" y="98163"/>
                </a:lnTo>
                <a:lnTo>
                  <a:pt x="5712" y="99051"/>
                </a:lnTo>
                <a:lnTo>
                  <a:pt x="5712" y="100293"/>
                </a:lnTo>
                <a:lnTo>
                  <a:pt x="6030" y="101358"/>
                </a:lnTo>
                <a:lnTo>
                  <a:pt x="6030" y="102423"/>
                </a:lnTo>
                <a:lnTo>
                  <a:pt x="6030" y="103489"/>
                </a:lnTo>
                <a:lnTo>
                  <a:pt x="6030" y="104642"/>
                </a:lnTo>
                <a:lnTo>
                  <a:pt x="6030" y="105707"/>
                </a:lnTo>
                <a:lnTo>
                  <a:pt x="6506" y="106506"/>
                </a:lnTo>
                <a:lnTo>
                  <a:pt x="6506" y="107571"/>
                </a:lnTo>
                <a:lnTo>
                  <a:pt x="6506" y="108636"/>
                </a:lnTo>
                <a:lnTo>
                  <a:pt x="6506" y="109790"/>
                </a:lnTo>
                <a:lnTo>
                  <a:pt x="6823" y="110855"/>
                </a:lnTo>
                <a:lnTo>
                  <a:pt x="6823" y="112098"/>
                </a:lnTo>
                <a:lnTo>
                  <a:pt x="6823" y="112985"/>
                </a:lnTo>
                <a:lnTo>
                  <a:pt x="6823" y="114050"/>
                </a:lnTo>
                <a:lnTo>
                  <a:pt x="6823" y="115116"/>
                </a:lnTo>
                <a:lnTo>
                  <a:pt x="6823" y="116181"/>
                </a:lnTo>
                <a:lnTo>
                  <a:pt x="6823" y="117068"/>
                </a:lnTo>
                <a:lnTo>
                  <a:pt x="6823" y="118133"/>
                </a:lnTo>
                <a:lnTo>
                  <a:pt x="6823" y="119198"/>
                </a:lnTo>
                <a:lnTo>
                  <a:pt x="6823" y="120263"/>
                </a:lnTo>
                <a:lnTo>
                  <a:pt x="7140" y="121328"/>
                </a:lnTo>
                <a:lnTo>
                  <a:pt x="7140" y="122394"/>
                </a:lnTo>
                <a:lnTo>
                  <a:pt x="7140" y="123459"/>
                </a:lnTo>
                <a:lnTo>
                  <a:pt x="7140" y="124524"/>
                </a:lnTo>
                <a:lnTo>
                  <a:pt x="7140" y="125411"/>
                </a:lnTo>
                <a:lnTo>
                  <a:pt x="7616" y="126476"/>
                </a:lnTo>
                <a:lnTo>
                  <a:pt x="7616" y="127541"/>
                </a:lnTo>
                <a:lnTo>
                  <a:pt x="7616" y="128606"/>
                </a:lnTo>
                <a:lnTo>
                  <a:pt x="7616" y="129671"/>
                </a:lnTo>
                <a:lnTo>
                  <a:pt x="7934" y="130737"/>
                </a:lnTo>
                <a:lnTo>
                  <a:pt x="7934" y="131624"/>
                </a:lnTo>
                <a:lnTo>
                  <a:pt x="7934" y="132689"/>
                </a:lnTo>
                <a:lnTo>
                  <a:pt x="7934" y="133754"/>
                </a:lnTo>
                <a:lnTo>
                  <a:pt x="7934" y="134642"/>
                </a:lnTo>
                <a:lnTo>
                  <a:pt x="8410" y="135707"/>
                </a:lnTo>
                <a:lnTo>
                  <a:pt x="8410" y="136772"/>
                </a:lnTo>
                <a:lnTo>
                  <a:pt x="8410" y="137837"/>
                </a:lnTo>
                <a:lnTo>
                  <a:pt x="8410" y="138902"/>
                </a:lnTo>
                <a:lnTo>
                  <a:pt x="8410" y="139790"/>
                </a:lnTo>
                <a:lnTo>
                  <a:pt x="8727" y="140855"/>
                </a:lnTo>
                <a:lnTo>
                  <a:pt x="8727" y="141653"/>
                </a:lnTo>
                <a:lnTo>
                  <a:pt x="8727" y="142807"/>
                </a:lnTo>
                <a:lnTo>
                  <a:pt x="8727" y="143872"/>
                </a:lnTo>
                <a:lnTo>
                  <a:pt x="8727" y="144937"/>
                </a:lnTo>
                <a:lnTo>
                  <a:pt x="9203" y="145736"/>
                </a:lnTo>
                <a:lnTo>
                  <a:pt x="9203" y="146801"/>
                </a:lnTo>
                <a:lnTo>
                  <a:pt x="9203" y="147689"/>
                </a:lnTo>
                <a:lnTo>
                  <a:pt x="9203" y="148754"/>
                </a:lnTo>
                <a:lnTo>
                  <a:pt x="9203" y="149819"/>
                </a:lnTo>
                <a:lnTo>
                  <a:pt x="9203" y="150884"/>
                </a:lnTo>
                <a:lnTo>
                  <a:pt x="9203" y="151772"/>
                </a:lnTo>
                <a:lnTo>
                  <a:pt x="9203" y="152837"/>
                </a:lnTo>
                <a:lnTo>
                  <a:pt x="9203" y="153724"/>
                </a:lnTo>
                <a:lnTo>
                  <a:pt x="9521" y="154789"/>
                </a:lnTo>
                <a:lnTo>
                  <a:pt x="9521" y="155854"/>
                </a:lnTo>
                <a:lnTo>
                  <a:pt x="9521" y="156919"/>
                </a:lnTo>
                <a:lnTo>
                  <a:pt x="9521" y="157807"/>
                </a:lnTo>
                <a:lnTo>
                  <a:pt x="9521" y="158872"/>
                </a:lnTo>
                <a:lnTo>
                  <a:pt x="9838" y="159671"/>
                </a:lnTo>
                <a:lnTo>
                  <a:pt x="9838" y="160558"/>
                </a:lnTo>
                <a:lnTo>
                  <a:pt x="9838" y="161623"/>
                </a:lnTo>
                <a:lnTo>
                  <a:pt x="9838" y="162689"/>
                </a:lnTo>
                <a:lnTo>
                  <a:pt x="9838" y="163754"/>
                </a:lnTo>
                <a:lnTo>
                  <a:pt x="10314" y="164641"/>
                </a:lnTo>
                <a:lnTo>
                  <a:pt x="10314" y="165529"/>
                </a:lnTo>
                <a:lnTo>
                  <a:pt x="10314" y="166594"/>
                </a:lnTo>
                <a:lnTo>
                  <a:pt x="10314" y="167659"/>
                </a:lnTo>
                <a:lnTo>
                  <a:pt x="10631" y="168458"/>
                </a:lnTo>
                <a:lnTo>
                  <a:pt x="10631" y="169612"/>
                </a:lnTo>
                <a:lnTo>
                  <a:pt x="10631" y="170410"/>
                </a:lnTo>
                <a:lnTo>
                  <a:pt x="10631" y="171298"/>
                </a:lnTo>
                <a:lnTo>
                  <a:pt x="10631" y="172363"/>
                </a:lnTo>
                <a:lnTo>
                  <a:pt x="11108" y="173428"/>
                </a:lnTo>
                <a:lnTo>
                  <a:pt x="11108" y="174316"/>
                </a:lnTo>
                <a:lnTo>
                  <a:pt x="11108" y="175114"/>
                </a:lnTo>
                <a:lnTo>
                  <a:pt x="11108" y="176179"/>
                </a:lnTo>
                <a:lnTo>
                  <a:pt x="11108" y="177067"/>
                </a:lnTo>
                <a:lnTo>
                  <a:pt x="11108" y="178132"/>
                </a:lnTo>
                <a:lnTo>
                  <a:pt x="11108" y="179020"/>
                </a:lnTo>
                <a:lnTo>
                  <a:pt x="11108" y="180085"/>
                </a:lnTo>
                <a:lnTo>
                  <a:pt x="11108" y="180972"/>
                </a:lnTo>
                <a:lnTo>
                  <a:pt x="11108" y="181771"/>
                </a:lnTo>
                <a:lnTo>
                  <a:pt x="11425" y="182836"/>
                </a:lnTo>
                <a:lnTo>
                  <a:pt x="11425" y="183724"/>
                </a:lnTo>
                <a:lnTo>
                  <a:pt x="11425" y="184789"/>
                </a:lnTo>
                <a:lnTo>
                  <a:pt x="11425" y="185676"/>
                </a:lnTo>
                <a:lnTo>
                  <a:pt x="11742" y="186475"/>
                </a:lnTo>
                <a:lnTo>
                  <a:pt x="11742" y="187540"/>
                </a:lnTo>
                <a:lnTo>
                  <a:pt x="11742" y="188428"/>
                </a:lnTo>
                <a:lnTo>
                  <a:pt x="11742" y="189315"/>
                </a:lnTo>
                <a:lnTo>
                  <a:pt x="11742" y="190380"/>
                </a:lnTo>
                <a:lnTo>
                  <a:pt x="12218" y="191268"/>
                </a:lnTo>
                <a:lnTo>
                  <a:pt x="12218" y="192333"/>
                </a:lnTo>
                <a:lnTo>
                  <a:pt x="12218" y="193132"/>
                </a:lnTo>
                <a:lnTo>
                  <a:pt x="12218" y="194019"/>
                </a:lnTo>
                <a:lnTo>
                  <a:pt x="12218" y="194907"/>
                </a:lnTo>
                <a:lnTo>
                  <a:pt x="12536" y="195972"/>
                </a:lnTo>
                <a:lnTo>
                  <a:pt x="12536" y="196771"/>
                </a:lnTo>
                <a:lnTo>
                  <a:pt x="12536" y="197658"/>
                </a:lnTo>
                <a:lnTo>
                  <a:pt x="12536" y="198546"/>
                </a:lnTo>
                <a:lnTo>
                  <a:pt x="12536" y="199345"/>
                </a:lnTo>
                <a:lnTo>
                  <a:pt x="13012" y="200676"/>
                </a:lnTo>
                <a:lnTo>
                  <a:pt x="13012" y="201564"/>
                </a:lnTo>
                <a:lnTo>
                  <a:pt x="13012" y="202362"/>
                </a:lnTo>
                <a:lnTo>
                  <a:pt x="13012" y="203250"/>
                </a:lnTo>
                <a:lnTo>
                  <a:pt x="13012" y="204049"/>
                </a:lnTo>
                <a:lnTo>
                  <a:pt x="13012" y="205203"/>
                </a:lnTo>
                <a:lnTo>
                  <a:pt x="13012" y="206001"/>
                </a:lnTo>
                <a:lnTo>
                  <a:pt x="13012" y="206889"/>
                </a:lnTo>
                <a:lnTo>
                  <a:pt x="13012" y="207776"/>
                </a:lnTo>
                <a:lnTo>
                  <a:pt x="13329" y="208575"/>
                </a:lnTo>
              </a:path>
            </a:pathLst>
          </a:custGeom>
          <a:ln w="1950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7705297" y="3527896"/>
            <a:ext cx="13488" cy="144316"/>
          </a:xfrm>
          <a:custGeom>
            <a:avLst/>
            <a:gdLst/>
            <a:ahLst/>
            <a:cxnLst/>
            <a:rect l="l" t="t" r="r" b="b"/>
            <a:pathLst>
              <a:path w="13488" h="144316">
                <a:moveTo>
                  <a:pt x="0" y="0"/>
                </a:moveTo>
                <a:lnTo>
                  <a:pt x="0" y="887"/>
                </a:lnTo>
                <a:lnTo>
                  <a:pt x="0" y="1775"/>
                </a:lnTo>
                <a:lnTo>
                  <a:pt x="0" y="2573"/>
                </a:lnTo>
                <a:lnTo>
                  <a:pt x="0" y="3638"/>
                </a:lnTo>
                <a:lnTo>
                  <a:pt x="476" y="4526"/>
                </a:lnTo>
                <a:lnTo>
                  <a:pt x="476" y="5414"/>
                </a:lnTo>
                <a:lnTo>
                  <a:pt x="476" y="6212"/>
                </a:lnTo>
                <a:lnTo>
                  <a:pt x="476" y="7277"/>
                </a:lnTo>
                <a:lnTo>
                  <a:pt x="476" y="8165"/>
                </a:lnTo>
                <a:lnTo>
                  <a:pt x="793" y="8786"/>
                </a:lnTo>
                <a:lnTo>
                  <a:pt x="793" y="9674"/>
                </a:lnTo>
                <a:lnTo>
                  <a:pt x="793" y="10739"/>
                </a:lnTo>
                <a:lnTo>
                  <a:pt x="793" y="11626"/>
                </a:lnTo>
                <a:lnTo>
                  <a:pt x="1110" y="12425"/>
                </a:lnTo>
                <a:lnTo>
                  <a:pt x="1110" y="13313"/>
                </a:lnTo>
                <a:lnTo>
                  <a:pt x="1110" y="14200"/>
                </a:lnTo>
                <a:lnTo>
                  <a:pt x="1110" y="14999"/>
                </a:lnTo>
                <a:lnTo>
                  <a:pt x="1110" y="15887"/>
                </a:lnTo>
                <a:lnTo>
                  <a:pt x="1586" y="16774"/>
                </a:lnTo>
                <a:lnTo>
                  <a:pt x="1586" y="17839"/>
                </a:lnTo>
                <a:lnTo>
                  <a:pt x="1586" y="18461"/>
                </a:lnTo>
                <a:lnTo>
                  <a:pt x="1586" y="19348"/>
                </a:lnTo>
                <a:lnTo>
                  <a:pt x="1586" y="20413"/>
                </a:lnTo>
                <a:lnTo>
                  <a:pt x="1904" y="21212"/>
                </a:lnTo>
                <a:lnTo>
                  <a:pt x="1904" y="21922"/>
                </a:lnTo>
                <a:lnTo>
                  <a:pt x="1904" y="22721"/>
                </a:lnTo>
                <a:lnTo>
                  <a:pt x="1904" y="23786"/>
                </a:lnTo>
                <a:lnTo>
                  <a:pt x="1904" y="24496"/>
                </a:lnTo>
                <a:lnTo>
                  <a:pt x="1904" y="25295"/>
                </a:lnTo>
                <a:lnTo>
                  <a:pt x="1904" y="26182"/>
                </a:lnTo>
                <a:lnTo>
                  <a:pt x="1904" y="27247"/>
                </a:lnTo>
                <a:lnTo>
                  <a:pt x="1904" y="27869"/>
                </a:lnTo>
                <a:lnTo>
                  <a:pt x="2380" y="28756"/>
                </a:lnTo>
                <a:lnTo>
                  <a:pt x="2380" y="29644"/>
                </a:lnTo>
                <a:lnTo>
                  <a:pt x="2380" y="30443"/>
                </a:lnTo>
                <a:lnTo>
                  <a:pt x="2380" y="31330"/>
                </a:lnTo>
                <a:lnTo>
                  <a:pt x="2380" y="32218"/>
                </a:lnTo>
                <a:lnTo>
                  <a:pt x="2697" y="33017"/>
                </a:lnTo>
                <a:lnTo>
                  <a:pt x="2697" y="33904"/>
                </a:lnTo>
                <a:lnTo>
                  <a:pt x="2697" y="34525"/>
                </a:lnTo>
                <a:lnTo>
                  <a:pt x="2697" y="35591"/>
                </a:lnTo>
                <a:lnTo>
                  <a:pt x="2697" y="36301"/>
                </a:lnTo>
                <a:lnTo>
                  <a:pt x="3015" y="37099"/>
                </a:lnTo>
                <a:lnTo>
                  <a:pt x="3015" y="37987"/>
                </a:lnTo>
                <a:lnTo>
                  <a:pt x="3015" y="38874"/>
                </a:lnTo>
                <a:lnTo>
                  <a:pt x="3015" y="39496"/>
                </a:lnTo>
                <a:lnTo>
                  <a:pt x="3015" y="40561"/>
                </a:lnTo>
                <a:lnTo>
                  <a:pt x="3491" y="41182"/>
                </a:lnTo>
                <a:lnTo>
                  <a:pt x="3491" y="42070"/>
                </a:lnTo>
                <a:lnTo>
                  <a:pt x="3491" y="42868"/>
                </a:lnTo>
                <a:lnTo>
                  <a:pt x="3491" y="43756"/>
                </a:lnTo>
                <a:lnTo>
                  <a:pt x="3808" y="44377"/>
                </a:lnTo>
                <a:lnTo>
                  <a:pt x="3808" y="45265"/>
                </a:lnTo>
                <a:lnTo>
                  <a:pt x="3808" y="46152"/>
                </a:lnTo>
                <a:lnTo>
                  <a:pt x="3808" y="46951"/>
                </a:lnTo>
                <a:lnTo>
                  <a:pt x="3808" y="47661"/>
                </a:lnTo>
                <a:lnTo>
                  <a:pt x="3808" y="48726"/>
                </a:lnTo>
                <a:lnTo>
                  <a:pt x="3808" y="49348"/>
                </a:lnTo>
                <a:lnTo>
                  <a:pt x="3808" y="49969"/>
                </a:lnTo>
                <a:lnTo>
                  <a:pt x="3808" y="51034"/>
                </a:lnTo>
                <a:lnTo>
                  <a:pt x="3808" y="51655"/>
                </a:lnTo>
                <a:lnTo>
                  <a:pt x="4284" y="52543"/>
                </a:lnTo>
                <a:lnTo>
                  <a:pt x="4284" y="53430"/>
                </a:lnTo>
                <a:lnTo>
                  <a:pt x="4284" y="54052"/>
                </a:lnTo>
                <a:lnTo>
                  <a:pt x="4284" y="54939"/>
                </a:lnTo>
                <a:lnTo>
                  <a:pt x="4284" y="55738"/>
                </a:lnTo>
                <a:lnTo>
                  <a:pt x="4601" y="56448"/>
                </a:lnTo>
                <a:lnTo>
                  <a:pt x="4601" y="57247"/>
                </a:lnTo>
                <a:lnTo>
                  <a:pt x="4601" y="58134"/>
                </a:lnTo>
                <a:lnTo>
                  <a:pt x="4601" y="58756"/>
                </a:lnTo>
                <a:lnTo>
                  <a:pt x="5077" y="59643"/>
                </a:lnTo>
                <a:lnTo>
                  <a:pt x="5077" y="60531"/>
                </a:lnTo>
                <a:lnTo>
                  <a:pt x="5077" y="61152"/>
                </a:lnTo>
                <a:lnTo>
                  <a:pt x="5077" y="61773"/>
                </a:lnTo>
                <a:lnTo>
                  <a:pt x="5077" y="62838"/>
                </a:lnTo>
                <a:lnTo>
                  <a:pt x="5395" y="63460"/>
                </a:lnTo>
                <a:lnTo>
                  <a:pt x="5395" y="64170"/>
                </a:lnTo>
                <a:lnTo>
                  <a:pt x="5395" y="64969"/>
                </a:lnTo>
                <a:lnTo>
                  <a:pt x="5395" y="65856"/>
                </a:lnTo>
                <a:lnTo>
                  <a:pt x="5395" y="66477"/>
                </a:lnTo>
                <a:lnTo>
                  <a:pt x="5712" y="67365"/>
                </a:lnTo>
                <a:lnTo>
                  <a:pt x="5712" y="67986"/>
                </a:lnTo>
                <a:lnTo>
                  <a:pt x="5712" y="68874"/>
                </a:lnTo>
                <a:lnTo>
                  <a:pt x="5712" y="69495"/>
                </a:lnTo>
                <a:lnTo>
                  <a:pt x="5712" y="70383"/>
                </a:lnTo>
                <a:lnTo>
                  <a:pt x="6188" y="71182"/>
                </a:lnTo>
                <a:lnTo>
                  <a:pt x="6188" y="71892"/>
                </a:lnTo>
                <a:lnTo>
                  <a:pt x="6188" y="72513"/>
                </a:lnTo>
                <a:lnTo>
                  <a:pt x="6188" y="73312"/>
                </a:lnTo>
                <a:lnTo>
                  <a:pt x="6188" y="74022"/>
                </a:lnTo>
                <a:lnTo>
                  <a:pt x="6188" y="74643"/>
                </a:lnTo>
                <a:lnTo>
                  <a:pt x="6188" y="75531"/>
                </a:lnTo>
                <a:lnTo>
                  <a:pt x="6188" y="76329"/>
                </a:lnTo>
                <a:lnTo>
                  <a:pt x="6188" y="77039"/>
                </a:lnTo>
                <a:lnTo>
                  <a:pt x="6506" y="77838"/>
                </a:lnTo>
                <a:lnTo>
                  <a:pt x="6506" y="78459"/>
                </a:lnTo>
                <a:lnTo>
                  <a:pt x="6506" y="79347"/>
                </a:lnTo>
                <a:lnTo>
                  <a:pt x="6506" y="79968"/>
                </a:lnTo>
                <a:lnTo>
                  <a:pt x="6506" y="80678"/>
                </a:lnTo>
                <a:lnTo>
                  <a:pt x="6982" y="81477"/>
                </a:lnTo>
                <a:lnTo>
                  <a:pt x="6982" y="82187"/>
                </a:lnTo>
                <a:lnTo>
                  <a:pt x="6982" y="82986"/>
                </a:lnTo>
                <a:lnTo>
                  <a:pt x="6982" y="83607"/>
                </a:lnTo>
                <a:lnTo>
                  <a:pt x="6982" y="84317"/>
                </a:lnTo>
                <a:lnTo>
                  <a:pt x="7299" y="85116"/>
                </a:lnTo>
                <a:lnTo>
                  <a:pt x="7299" y="85826"/>
                </a:lnTo>
                <a:lnTo>
                  <a:pt x="7299" y="86447"/>
                </a:lnTo>
                <a:lnTo>
                  <a:pt x="7299" y="87069"/>
                </a:lnTo>
                <a:lnTo>
                  <a:pt x="7616" y="87690"/>
                </a:lnTo>
                <a:lnTo>
                  <a:pt x="7616" y="88578"/>
                </a:lnTo>
                <a:lnTo>
                  <a:pt x="7616" y="89199"/>
                </a:lnTo>
                <a:lnTo>
                  <a:pt x="7616" y="90086"/>
                </a:lnTo>
                <a:lnTo>
                  <a:pt x="7616" y="90708"/>
                </a:lnTo>
                <a:lnTo>
                  <a:pt x="8093" y="91329"/>
                </a:lnTo>
                <a:lnTo>
                  <a:pt x="8093" y="92217"/>
                </a:lnTo>
                <a:lnTo>
                  <a:pt x="8093" y="92838"/>
                </a:lnTo>
                <a:lnTo>
                  <a:pt x="8093" y="93548"/>
                </a:lnTo>
                <a:lnTo>
                  <a:pt x="8093" y="94169"/>
                </a:lnTo>
                <a:lnTo>
                  <a:pt x="8093" y="94791"/>
                </a:lnTo>
                <a:lnTo>
                  <a:pt x="8093" y="95678"/>
                </a:lnTo>
                <a:lnTo>
                  <a:pt x="8093" y="96299"/>
                </a:lnTo>
                <a:lnTo>
                  <a:pt x="8093" y="96921"/>
                </a:lnTo>
                <a:lnTo>
                  <a:pt x="8093" y="97542"/>
                </a:lnTo>
                <a:lnTo>
                  <a:pt x="8410" y="98252"/>
                </a:lnTo>
                <a:lnTo>
                  <a:pt x="8410" y="99051"/>
                </a:lnTo>
                <a:lnTo>
                  <a:pt x="8410" y="99495"/>
                </a:lnTo>
                <a:lnTo>
                  <a:pt x="8410" y="100382"/>
                </a:lnTo>
                <a:lnTo>
                  <a:pt x="8410" y="101003"/>
                </a:lnTo>
                <a:lnTo>
                  <a:pt x="8886" y="101891"/>
                </a:lnTo>
                <a:lnTo>
                  <a:pt x="8886" y="102335"/>
                </a:lnTo>
                <a:lnTo>
                  <a:pt x="8886" y="102956"/>
                </a:lnTo>
                <a:lnTo>
                  <a:pt x="8886" y="103844"/>
                </a:lnTo>
                <a:lnTo>
                  <a:pt x="9203" y="104199"/>
                </a:lnTo>
                <a:lnTo>
                  <a:pt x="9203" y="105086"/>
                </a:lnTo>
                <a:lnTo>
                  <a:pt x="9203" y="105707"/>
                </a:lnTo>
                <a:lnTo>
                  <a:pt x="9203" y="106417"/>
                </a:lnTo>
                <a:lnTo>
                  <a:pt x="9203" y="107039"/>
                </a:lnTo>
                <a:lnTo>
                  <a:pt x="9521" y="107660"/>
                </a:lnTo>
                <a:lnTo>
                  <a:pt x="9521" y="108281"/>
                </a:lnTo>
                <a:lnTo>
                  <a:pt x="9521" y="108991"/>
                </a:lnTo>
                <a:lnTo>
                  <a:pt x="9521" y="109613"/>
                </a:lnTo>
                <a:lnTo>
                  <a:pt x="9521" y="110234"/>
                </a:lnTo>
                <a:lnTo>
                  <a:pt x="9997" y="111122"/>
                </a:lnTo>
                <a:lnTo>
                  <a:pt x="9997" y="111477"/>
                </a:lnTo>
                <a:lnTo>
                  <a:pt x="9997" y="112364"/>
                </a:lnTo>
                <a:lnTo>
                  <a:pt x="9997" y="112808"/>
                </a:lnTo>
                <a:lnTo>
                  <a:pt x="9997" y="113695"/>
                </a:lnTo>
                <a:lnTo>
                  <a:pt x="10314" y="114050"/>
                </a:lnTo>
                <a:lnTo>
                  <a:pt x="10314" y="114938"/>
                </a:lnTo>
                <a:lnTo>
                  <a:pt x="10314" y="115382"/>
                </a:lnTo>
                <a:lnTo>
                  <a:pt x="10314" y="116003"/>
                </a:lnTo>
                <a:lnTo>
                  <a:pt x="10314" y="116624"/>
                </a:lnTo>
                <a:lnTo>
                  <a:pt x="10314" y="117334"/>
                </a:lnTo>
                <a:lnTo>
                  <a:pt x="10314" y="117956"/>
                </a:lnTo>
                <a:lnTo>
                  <a:pt x="10314" y="118577"/>
                </a:lnTo>
                <a:lnTo>
                  <a:pt x="10314" y="119198"/>
                </a:lnTo>
                <a:lnTo>
                  <a:pt x="10790" y="119908"/>
                </a:lnTo>
                <a:lnTo>
                  <a:pt x="10790" y="120530"/>
                </a:lnTo>
                <a:lnTo>
                  <a:pt x="10790" y="120973"/>
                </a:lnTo>
                <a:lnTo>
                  <a:pt x="10790" y="121772"/>
                </a:lnTo>
                <a:lnTo>
                  <a:pt x="10790" y="122216"/>
                </a:lnTo>
                <a:lnTo>
                  <a:pt x="11108" y="123104"/>
                </a:lnTo>
                <a:lnTo>
                  <a:pt x="11108" y="123547"/>
                </a:lnTo>
                <a:lnTo>
                  <a:pt x="11108" y="124169"/>
                </a:lnTo>
                <a:lnTo>
                  <a:pt x="11108" y="124790"/>
                </a:lnTo>
                <a:lnTo>
                  <a:pt x="11108" y="125500"/>
                </a:lnTo>
                <a:lnTo>
                  <a:pt x="11584" y="125855"/>
                </a:lnTo>
                <a:lnTo>
                  <a:pt x="11584" y="126743"/>
                </a:lnTo>
                <a:lnTo>
                  <a:pt x="11584" y="127186"/>
                </a:lnTo>
                <a:lnTo>
                  <a:pt x="11584" y="127808"/>
                </a:lnTo>
                <a:lnTo>
                  <a:pt x="11901" y="128251"/>
                </a:lnTo>
                <a:lnTo>
                  <a:pt x="11901" y="129139"/>
                </a:lnTo>
                <a:lnTo>
                  <a:pt x="11901" y="129494"/>
                </a:lnTo>
                <a:lnTo>
                  <a:pt x="11901" y="130204"/>
                </a:lnTo>
                <a:lnTo>
                  <a:pt x="11901" y="130825"/>
                </a:lnTo>
                <a:lnTo>
                  <a:pt x="12218" y="131447"/>
                </a:lnTo>
                <a:lnTo>
                  <a:pt x="12218" y="131890"/>
                </a:lnTo>
                <a:lnTo>
                  <a:pt x="12218" y="132512"/>
                </a:lnTo>
                <a:lnTo>
                  <a:pt x="12218" y="132955"/>
                </a:lnTo>
                <a:lnTo>
                  <a:pt x="12218" y="133843"/>
                </a:lnTo>
                <a:lnTo>
                  <a:pt x="12218" y="134287"/>
                </a:lnTo>
                <a:lnTo>
                  <a:pt x="12218" y="134908"/>
                </a:lnTo>
                <a:lnTo>
                  <a:pt x="12218" y="135352"/>
                </a:lnTo>
                <a:lnTo>
                  <a:pt x="12218" y="135973"/>
                </a:lnTo>
                <a:lnTo>
                  <a:pt x="12218" y="136417"/>
                </a:lnTo>
                <a:lnTo>
                  <a:pt x="12694" y="137216"/>
                </a:lnTo>
                <a:lnTo>
                  <a:pt x="12694" y="137659"/>
                </a:lnTo>
                <a:lnTo>
                  <a:pt x="12694" y="138281"/>
                </a:lnTo>
                <a:lnTo>
                  <a:pt x="12694" y="138725"/>
                </a:lnTo>
                <a:lnTo>
                  <a:pt x="13012" y="139435"/>
                </a:lnTo>
                <a:lnTo>
                  <a:pt x="13012" y="139790"/>
                </a:lnTo>
                <a:lnTo>
                  <a:pt x="13012" y="140500"/>
                </a:lnTo>
                <a:lnTo>
                  <a:pt x="13012" y="140855"/>
                </a:lnTo>
                <a:lnTo>
                  <a:pt x="13012" y="141565"/>
                </a:lnTo>
                <a:lnTo>
                  <a:pt x="13488" y="142009"/>
                </a:lnTo>
                <a:lnTo>
                  <a:pt x="13488" y="142630"/>
                </a:lnTo>
                <a:lnTo>
                  <a:pt x="13488" y="143251"/>
                </a:lnTo>
                <a:lnTo>
                  <a:pt x="13488" y="143695"/>
                </a:lnTo>
                <a:lnTo>
                  <a:pt x="13488" y="144316"/>
                </a:lnTo>
              </a:path>
            </a:pathLst>
          </a:custGeom>
          <a:ln w="1946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7718785" y="3672212"/>
            <a:ext cx="13329" cy="69486"/>
          </a:xfrm>
          <a:custGeom>
            <a:avLst/>
            <a:gdLst/>
            <a:ahLst/>
            <a:cxnLst/>
            <a:rect l="l" t="t" r="r" b="b"/>
            <a:pathLst>
              <a:path w="13329" h="69486">
                <a:moveTo>
                  <a:pt x="0" y="0"/>
                </a:moveTo>
                <a:lnTo>
                  <a:pt x="317" y="443"/>
                </a:lnTo>
                <a:lnTo>
                  <a:pt x="317" y="1065"/>
                </a:lnTo>
                <a:lnTo>
                  <a:pt x="317" y="1508"/>
                </a:lnTo>
                <a:lnTo>
                  <a:pt x="317" y="2130"/>
                </a:lnTo>
                <a:lnTo>
                  <a:pt x="317" y="2573"/>
                </a:lnTo>
                <a:lnTo>
                  <a:pt x="634" y="3195"/>
                </a:lnTo>
                <a:lnTo>
                  <a:pt x="634" y="3638"/>
                </a:lnTo>
                <a:lnTo>
                  <a:pt x="634" y="4260"/>
                </a:lnTo>
                <a:lnTo>
                  <a:pt x="634" y="4704"/>
                </a:lnTo>
                <a:lnTo>
                  <a:pt x="1110" y="5414"/>
                </a:lnTo>
                <a:lnTo>
                  <a:pt x="1110" y="6035"/>
                </a:lnTo>
                <a:lnTo>
                  <a:pt x="1110" y="6212"/>
                </a:lnTo>
                <a:lnTo>
                  <a:pt x="1110" y="6834"/>
                </a:lnTo>
                <a:lnTo>
                  <a:pt x="1110" y="7277"/>
                </a:lnTo>
                <a:lnTo>
                  <a:pt x="1110" y="7988"/>
                </a:lnTo>
                <a:lnTo>
                  <a:pt x="1110" y="8343"/>
                </a:lnTo>
                <a:lnTo>
                  <a:pt x="1110" y="9053"/>
                </a:lnTo>
                <a:lnTo>
                  <a:pt x="1110" y="9408"/>
                </a:lnTo>
                <a:lnTo>
                  <a:pt x="1110" y="9851"/>
                </a:lnTo>
                <a:lnTo>
                  <a:pt x="1428" y="10561"/>
                </a:lnTo>
                <a:lnTo>
                  <a:pt x="1428" y="10916"/>
                </a:lnTo>
                <a:lnTo>
                  <a:pt x="1428" y="11360"/>
                </a:lnTo>
                <a:lnTo>
                  <a:pt x="1428" y="11804"/>
                </a:lnTo>
                <a:lnTo>
                  <a:pt x="1428" y="12425"/>
                </a:lnTo>
                <a:lnTo>
                  <a:pt x="1904" y="13047"/>
                </a:lnTo>
                <a:lnTo>
                  <a:pt x="1904" y="13313"/>
                </a:lnTo>
                <a:lnTo>
                  <a:pt x="1904" y="13934"/>
                </a:lnTo>
                <a:lnTo>
                  <a:pt x="1904" y="14378"/>
                </a:lnTo>
                <a:lnTo>
                  <a:pt x="2221" y="14999"/>
                </a:lnTo>
                <a:lnTo>
                  <a:pt x="2221" y="15443"/>
                </a:lnTo>
                <a:lnTo>
                  <a:pt x="2221" y="15887"/>
                </a:lnTo>
                <a:lnTo>
                  <a:pt x="2221" y="16508"/>
                </a:lnTo>
                <a:lnTo>
                  <a:pt x="2221" y="16774"/>
                </a:lnTo>
                <a:lnTo>
                  <a:pt x="2697" y="17396"/>
                </a:lnTo>
                <a:lnTo>
                  <a:pt x="2697" y="17839"/>
                </a:lnTo>
                <a:lnTo>
                  <a:pt x="2697" y="18194"/>
                </a:lnTo>
                <a:lnTo>
                  <a:pt x="2697" y="18904"/>
                </a:lnTo>
                <a:lnTo>
                  <a:pt x="2697" y="19082"/>
                </a:lnTo>
                <a:lnTo>
                  <a:pt x="3015" y="19703"/>
                </a:lnTo>
                <a:lnTo>
                  <a:pt x="3015" y="20147"/>
                </a:lnTo>
                <a:lnTo>
                  <a:pt x="3015" y="20591"/>
                </a:lnTo>
                <a:lnTo>
                  <a:pt x="3015" y="21212"/>
                </a:lnTo>
                <a:lnTo>
                  <a:pt x="3015" y="21478"/>
                </a:lnTo>
                <a:lnTo>
                  <a:pt x="3015" y="22100"/>
                </a:lnTo>
                <a:lnTo>
                  <a:pt x="3015" y="22543"/>
                </a:lnTo>
                <a:lnTo>
                  <a:pt x="3015" y="22952"/>
                </a:lnTo>
                <a:lnTo>
                  <a:pt x="3015" y="23387"/>
                </a:lnTo>
                <a:lnTo>
                  <a:pt x="3332" y="23813"/>
                </a:lnTo>
                <a:lnTo>
                  <a:pt x="3332" y="24239"/>
                </a:lnTo>
                <a:lnTo>
                  <a:pt x="3332" y="24887"/>
                </a:lnTo>
                <a:lnTo>
                  <a:pt x="3332" y="25100"/>
                </a:lnTo>
                <a:lnTo>
                  <a:pt x="3332" y="25526"/>
                </a:lnTo>
                <a:lnTo>
                  <a:pt x="3808" y="25952"/>
                </a:lnTo>
                <a:lnTo>
                  <a:pt x="3808" y="26387"/>
                </a:lnTo>
                <a:lnTo>
                  <a:pt x="3808" y="27026"/>
                </a:lnTo>
                <a:lnTo>
                  <a:pt x="3808" y="27239"/>
                </a:lnTo>
                <a:lnTo>
                  <a:pt x="3808" y="27674"/>
                </a:lnTo>
                <a:lnTo>
                  <a:pt x="4125" y="28313"/>
                </a:lnTo>
                <a:lnTo>
                  <a:pt x="4125" y="28526"/>
                </a:lnTo>
                <a:lnTo>
                  <a:pt x="4125" y="29173"/>
                </a:lnTo>
                <a:lnTo>
                  <a:pt x="4125" y="29600"/>
                </a:lnTo>
                <a:lnTo>
                  <a:pt x="4125" y="29813"/>
                </a:lnTo>
                <a:lnTo>
                  <a:pt x="4601" y="30460"/>
                </a:lnTo>
                <a:lnTo>
                  <a:pt x="4601" y="30673"/>
                </a:lnTo>
                <a:lnTo>
                  <a:pt x="4601" y="31099"/>
                </a:lnTo>
                <a:lnTo>
                  <a:pt x="4601" y="31534"/>
                </a:lnTo>
                <a:lnTo>
                  <a:pt x="4919" y="31960"/>
                </a:lnTo>
                <a:lnTo>
                  <a:pt x="4919" y="32386"/>
                </a:lnTo>
                <a:lnTo>
                  <a:pt x="4919" y="32821"/>
                </a:lnTo>
                <a:lnTo>
                  <a:pt x="4919" y="33247"/>
                </a:lnTo>
                <a:lnTo>
                  <a:pt x="4919" y="33673"/>
                </a:lnTo>
                <a:lnTo>
                  <a:pt x="5236" y="34108"/>
                </a:lnTo>
                <a:lnTo>
                  <a:pt x="5236" y="34321"/>
                </a:lnTo>
                <a:lnTo>
                  <a:pt x="5236" y="34747"/>
                </a:lnTo>
                <a:lnTo>
                  <a:pt x="5236" y="35386"/>
                </a:lnTo>
                <a:lnTo>
                  <a:pt x="5236" y="35608"/>
                </a:lnTo>
                <a:lnTo>
                  <a:pt x="5236" y="36034"/>
                </a:lnTo>
                <a:lnTo>
                  <a:pt x="5236" y="36460"/>
                </a:lnTo>
                <a:lnTo>
                  <a:pt x="5236" y="36673"/>
                </a:lnTo>
                <a:lnTo>
                  <a:pt x="5236" y="37108"/>
                </a:lnTo>
                <a:lnTo>
                  <a:pt x="5236" y="37747"/>
                </a:lnTo>
                <a:lnTo>
                  <a:pt x="5712" y="37960"/>
                </a:lnTo>
                <a:lnTo>
                  <a:pt x="5712" y="38395"/>
                </a:lnTo>
                <a:lnTo>
                  <a:pt x="5712" y="38821"/>
                </a:lnTo>
                <a:lnTo>
                  <a:pt x="5712" y="39034"/>
                </a:lnTo>
                <a:lnTo>
                  <a:pt x="6030" y="39460"/>
                </a:lnTo>
                <a:lnTo>
                  <a:pt x="6030" y="39895"/>
                </a:lnTo>
                <a:lnTo>
                  <a:pt x="6030" y="40108"/>
                </a:lnTo>
                <a:lnTo>
                  <a:pt x="6030" y="40534"/>
                </a:lnTo>
                <a:lnTo>
                  <a:pt x="6030" y="40969"/>
                </a:lnTo>
                <a:lnTo>
                  <a:pt x="6506" y="41395"/>
                </a:lnTo>
                <a:lnTo>
                  <a:pt x="6506" y="41608"/>
                </a:lnTo>
                <a:lnTo>
                  <a:pt x="6506" y="42034"/>
                </a:lnTo>
                <a:lnTo>
                  <a:pt x="6506" y="42469"/>
                </a:lnTo>
                <a:lnTo>
                  <a:pt x="6506" y="42682"/>
                </a:lnTo>
                <a:lnTo>
                  <a:pt x="6823" y="43108"/>
                </a:lnTo>
                <a:lnTo>
                  <a:pt x="6823" y="43534"/>
                </a:lnTo>
                <a:lnTo>
                  <a:pt x="6823" y="43756"/>
                </a:lnTo>
                <a:lnTo>
                  <a:pt x="6823" y="44182"/>
                </a:lnTo>
                <a:lnTo>
                  <a:pt x="6823" y="44608"/>
                </a:lnTo>
                <a:lnTo>
                  <a:pt x="7299" y="44821"/>
                </a:lnTo>
                <a:lnTo>
                  <a:pt x="7299" y="45256"/>
                </a:lnTo>
                <a:lnTo>
                  <a:pt x="7299" y="45682"/>
                </a:lnTo>
                <a:lnTo>
                  <a:pt x="7299" y="46108"/>
                </a:lnTo>
                <a:lnTo>
                  <a:pt x="7299" y="46543"/>
                </a:lnTo>
                <a:lnTo>
                  <a:pt x="7299" y="46969"/>
                </a:lnTo>
                <a:lnTo>
                  <a:pt x="7299" y="47182"/>
                </a:lnTo>
                <a:lnTo>
                  <a:pt x="7299" y="47617"/>
                </a:lnTo>
                <a:lnTo>
                  <a:pt x="7616" y="48043"/>
                </a:lnTo>
                <a:lnTo>
                  <a:pt x="7616" y="48256"/>
                </a:lnTo>
                <a:lnTo>
                  <a:pt x="7616" y="48469"/>
                </a:lnTo>
                <a:lnTo>
                  <a:pt x="7616" y="48895"/>
                </a:lnTo>
                <a:lnTo>
                  <a:pt x="7616" y="49330"/>
                </a:lnTo>
                <a:lnTo>
                  <a:pt x="7934" y="49543"/>
                </a:lnTo>
                <a:lnTo>
                  <a:pt x="7934" y="49756"/>
                </a:lnTo>
                <a:lnTo>
                  <a:pt x="7934" y="50182"/>
                </a:lnTo>
                <a:lnTo>
                  <a:pt x="7934" y="50617"/>
                </a:lnTo>
                <a:lnTo>
                  <a:pt x="7934" y="50830"/>
                </a:lnTo>
                <a:lnTo>
                  <a:pt x="8410" y="51043"/>
                </a:lnTo>
                <a:lnTo>
                  <a:pt x="8410" y="51469"/>
                </a:lnTo>
                <a:lnTo>
                  <a:pt x="8410" y="51904"/>
                </a:lnTo>
                <a:lnTo>
                  <a:pt x="8727" y="52330"/>
                </a:lnTo>
                <a:lnTo>
                  <a:pt x="8727" y="52756"/>
                </a:lnTo>
                <a:lnTo>
                  <a:pt x="8727" y="52969"/>
                </a:lnTo>
                <a:lnTo>
                  <a:pt x="8727" y="53191"/>
                </a:lnTo>
                <a:lnTo>
                  <a:pt x="8727" y="53404"/>
                </a:lnTo>
                <a:lnTo>
                  <a:pt x="9203" y="53830"/>
                </a:lnTo>
                <a:lnTo>
                  <a:pt x="9203" y="54256"/>
                </a:lnTo>
                <a:lnTo>
                  <a:pt x="9203" y="54478"/>
                </a:lnTo>
                <a:lnTo>
                  <a:pt x="9203" y="54691"/>
                </a:lnTo>
                <a:lnTo>
                  <a:pt x="9203" y="54904"/>
                </a:lnTo>
                <a:lnTo>
                  <a:pt x="9203" y="55330"/>
                </a:lnTo>
                <a:lnTo>
                  <a:pt x="9203" y="55543"/>
                </a:lnTo>
                <a:lnTo>
                  <a:pt x="9203" y="55765"/>
                </a:lnTo>
                <a:lnTo>
                  <a:pt x="9203" y="56191"/>
                </a:lnTo>
                <a:lnTo>
                  <a:pt x="9203" y="56404"/>
                </a:lnTo>
                <a:lnTo>
                  <a:pt x="9521" y="56830"/>
                </a:lnTo>
                <a:lnTo>
                  <a:pt x="9521" y="57265"/>
                </a:lnTo>
                <a:lnTo>
                  <a:pt x="9521" y="57478"/>
                </a:lnTo>
                <a:lnTo>
                  <a:pt x="9838" y="57691"/>
                </a:lnTo>
                <a:lnTo>
                  <a:pt x="9838" y="57904"/>
                </a:lnTo>
                <a:lnTo>
                  <a:pt x="9838" y="58117"/>
                </a:lnTo>
                <a:lnTo>
                  <a:pt x="9838" y="58552"/>
                </a:lnTo>
                <a:lnTo>
                  <a:pt x="9838" y="58765"/>
                </a:lnTo>
                <a:lnTo>
                  <a:pt x="10314" y="59191"/>
                </a:lnTo>
                <a:lnTo>
                  <a:pt x="10314" y="59404"/>
                </a:lnTo>
                <a:lnTo>
                  <a:pt x="10314" y="59839"/>
                </a:lnTo>
                <a:lnTo>
                  <a:pt x="10314" y="60052"/>
                </a:lnTo>
                <a:lnTo>
                  <a:pt x="10631" y="60265"/>
                </a:lnTo>
                <a:lnTo>
                  <a:pt x="10631" y="60478"/>
                </a:lnTo>
                <a:lnTo>
                  <a:pt x="10631" y="60691"/>
                </a:lnTo>
                <a:lnTo>
                  <a:pt x="10631" y="60904"/>
                </a:lnTo>
                <a:lnTo>
                  <a:pt x="10631" y="61339"/>
                </a:lnTo>
                <a:lnTo>
                  <a:pt x="11108" y="61552"/>
                </a:lnTo>
                <a:lnTo>
                  <a:pt x="11108" y="61978"/>
                </a:lnTo>
                <a:lnTo>
                  <a:pt x="11108" y="62191"/>
                </a:lnTo>
                <a:lnTo>
                  <a:pt x="11425" y="62404"/>
                </a:lnTo>
                <a:lnTo>
                  <a:pt x="11425" y="62625"/>
                </a:lnTo>
                <a:lnTo>
                  <a:pt x="11425" y="62838"/>
                </a:lnTo>
                <a:lnTo>
                  <a:pt x="11425" y="63051"/>
                </a:lnTo>
                <a:lnTo>
                  <a:pt x="11425" y="63265"/>
                </a:lnTo>
                <a:lnTo>
                  <a:pt x="11425" y="63478"/>
                </a:lnTo>
                <a:lnTo>
                  <a:pt x="11425" y="63691"/>
                </a:lnTo>
                <a:lnTo>
                  <a:pt x="11425" y="63912"/>
                </a:lnTo>
                <a:lnTo>
                  <a:pt x="11425" y="64125"/>
                </a:lnTo>
                <a:lnTo>
                  <a:pt x="11425" y="64338"/>
                </a:lnTo>
                <a:lnTo>
                  <a:pt x="11742" y="64551"/>
                </a:lnTo>
                <a:lnTo>
                  <a:pt x="11742" y="64764"/>
                </a:lnTo>
                <a:lnTo>
                  <a:pt x="11742" y="64977"/>
                </a:lnTo>
                <a:lnTo>
                  <a:pt x="11742" y="65199"/>
                </a:lnTo>
                <a:lnTo>
                  <a:pt x="12218" y="65412"/>
                </a:lnTo>
                <a:lnTo>
                  <a:pt x="12218" y="65838"/>
                </a:lnTo>
                <a:lnTo>
                  <a:pt x="12218" y="66051"/>
                </a:lnTo>
                <a:lnTo>
                  <a:pt x="12218" y="66264"/>
                </a:lnTo>
                <a:lnTo>
                  <a:pt x="12536" y="66264"/>
                </a:lnTo>
                <a:lnTo>
                  <a:pt x="12536" y="66486"/>
                </a:lnTo>
                <a:lnTo>
                  <a:pt x="12536" y="66699"/>
                </a:lnTo>
                <a:lnTo>
                  <a:pt x="12536" y="66912"/>
                </a:lnTo>
                <a:lnTo>
                  <a:pt x="12536" y="67125"/>
                </a:lnTo>
                <a:lnTo>
                  <a:pt x="13012" y="67338"/>
                </a:lnTo>
                <a:lnTo>
                  <a:pt x="13012" y="67551"/>
                </a:lnTo>
                <a:lnTo>
                  <a:pt x="13012" y="67764"/>
                </a:lnTo>
                <a:lnTo>
                  <a:pt x="13012" y="67986"/>
                </a:lnTo>
                <a:lnTo>
                  <a:pt x="13329" y="67986"/>
                </a:lnTo>
                <a:lnTo>
                  <a:pt x="13329" y="68199"/>
                </a:lnTo>
                <a:lnTo>
                  <a:pt x="13329" y="68412"/>
                </a:lnTo>
                <a:lnTo>
                  <a:pt x="13329" y="68625"/>
                </a:lnTo>
                <a:lnTo>
                  <a:pt x="13329" y="68838"/>
                </a:lnTo>
                <a:lnTo>
                  <a:pt x="13329" y="69051"/>
                </a:lnTo>
                <a:lnTo>
                  <a:pt x="13329" y="69273"/>
                </a:lnTo>
                <a:lnTo>
                  <a:pt x="13329" y="69486"/>
                </a:lnTo>
              </a:path>
            </a:pathLst>
          </a:custGeom>
          <a:ln w="1923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7732115" y="3732690"/>
            <a:ext cx="13805" cy="14795"/>
          </a:xfrm>
          <a:custGeom>
            <a:avLst/>
            <a:gdLst/>
            <a:ahLst/>
            <a:cxnLst/>
            <a:rect l="l" t="t" r="r" b="b"/>
            <a:pathLst>
              <a:path w="13805" h="14795">
                <a:moveTo>
                  <a:pt x="0" y="9008"/>
                </a:moveTo>
                <a:lnTo>
                  <a:pt x="476" y="9008"/>
                </a:lnTo>
                <a:lnTo>
                  <a:pt x="476" y="9221"/>
                </a:lnTo>
                <a:lnTo>
                  <a:pt x="476" y="9434"/>
                </a:lnTo>
                <a:lnTo>
                  <a:pt x="476" y="9647"/>
                </a:lnTo>
                <a:lnTo>
                  <a:pt x="793" y="9647"/>
                </a:lnTo>
                <a:lnTo>
                  <a:pt x="793" y="9860"/>
                </a:lnTo>
                <a:lnTo>
                  <a:pt x="793" y="10082"/>
                </a:lnTo>
                <a:lnTo>
                  <a:pt x="793" y="10295"/>
                </a:lnTo>
                <a:lnTo>
                  <a:pt x="1110" y="10508"/>
                </a:lnTo>
                <a:lnTo>
                  <a:pt x="1110" y="10721"/>
                </a:lnTo>
                <a:lnTo>
                  <a:pt x="1110" y="10934"/>
                </a:lnTo>
                <a:lnTo>
                  <a:pt x="1586" y="11147"/>
                </a:lnTo>
                <a:lnTo>
                  <a:pt x="1586" y="11360"/>
                </a:lnTo>
                <a:lnTo>
                  <a:pt x="1904" y="11582"/>
                </a:lnTo>
                <a:lnTo>
                  <a:pt x="1904" y="11795"/>
                </a:lnTo>
                <a:lnTo>
                  <a:pt x="2380" y="12008"/>
                </a:lnTo>
                <a:lnTo>
                  <a:pt x="2380" y="12221"/>
                </a:lnTo>
                <a:lnTo>
                  <a:pt x="2380" y="12434"/>
                </a:lnTo>
                <a:lnTo>
                  <a:pt x="2380" y="12647"/>
                </a:lnTo>
                <a:lnTo>
                  <a:pt x="2380" y="12869"/>
                </a:lnTo>
                <a:lnTo>
                  <a:pt x="2697" y="12869"/>
                </a:lnTo>
                <a:lnTo>
                  <a:pt x="2697" y="13082"/>
                </a:lnTo>
                <a:lnTo>
                  <a:pt x="2697" y="13082"/>
                </a:lnTo>
                <a:lnTo>
                  <a:pt x="3015" y="13295"/>
                </a:lnTo>
                <a:lnTo>
                  <a:pt x="3015" y="13508"/>
                </a:lnTo>
                <a:lnTo>
                  <a:pt x="3491" y="13721"/>
                </a:lnTo>
                <a:lnTo>
                  <a:pt x="3491" y="13934"/>
                </a:lnTo>
                <a:lnTo>
                  <a:pt x="3808" y="13934"/>
                </a:lnTo>
                <a:lnTo>
                  <a:pt x="3808" y="14156"/>
                </a:lnTo>
                <a:lnTo>
                  <a:pt x="4284" y="14156"/>
                </a:lnTo>
                <a:lnTo>
                  <a:pt x="4284" y="14369"/>
                </a:lnTo>
                <a:lnTo>
                  <a:pt x="4601" y="14582"/>
                </a:lnTo>
                <a:lnTo>
                  <a:pt x="5077" y="14582"/>
                </a:lnTo>
                <a:lnTo>
                  <a:pt x="5395" y="14582"/>
                </a:lnTo>
                <a:lnTo>
                  <a:pt x="5395" y="14795"/>
                </a:lnTo>
                <a:lnTo>
                  <a:pt x="5712" y="14795"/>
                </a:lnTo>
                <a:lnTo>
                  <a:pt x="5712" y="14582"/>
                </a:lnTo>
                <a:lnTo>
                  <a:pt x="6188" y="14582"/>
                </a:lnTo>
                <a:lnTo>
                  <a:pt x="6506" y="14582"/>
                </a:lnTo>
                <a:lnTo>
                  <a:pt x="6506" y="14369"/>
                </a:lnTo>
                <a:lnTo>
                  <a:pt x="6982" y="14369"/>
                </a:lnTo>
                <a:lnTo>
                  <a:pt x="6982" y="14156"/>
                </a:lnTo>
                <a:lnTo>
                  <a:pt x="7299" y="13934"/>
                </a:lnTo>
                <a:lnTo>
                  <a:pt x="7616" y="13934"/>
                </a:lnTo>
                <a:lnTo>
                  <a:pt x="7616" y="13721"/>
                </a:lnTo>
                <a:lnTo>
                  <a:pt x="8093" y="13508"/>
                </a:lnTo>
                <a:lnTo>
                  <a:pt x="8093" y="13295"/>
                </a:lnTo>
                <a:lnTo>
                  <a:pt x="8410" y="13295"/>
                </a:lnTo>
                <a:lnTo>
                  <a:pt x="8410" y="13082"/>
                </a:lnTo>
                <a:lnTo>
                  <a:pt x="8410" y="12869"/>
                </a:lnTo>
                <a:lnTo>
                  <a:pt x="8410" y="12434"/>
                </a:lnTo>
                <a:lnTo>
                  <a:pt x="8886" y="12434"/>
                </a:lnTo>
                <a:lnTo>
                  <a:pt x="8886" y="12221"/>
                </a:lnTo>
                <a:lnTo>
                  <a:pt x="8886" y="12008"/>
                </a:lnTo>
                <a:lnTo>
                  <a:pt x="9203" y="11795"/>
                </a:lnTo>
                <a:lnTo>
                  <a:pt x="9203" y="11582"/>
                </a:lnTo>
                <a:lnTo>
                  <a:pt x="9679" y="11582"/>
                </a:lnTo>
                <a:lnTo>
                  <a:pt x="9679" y="11360"/>
                </a:lnTo>
                <a:lnTo>
                  <a:pt x="9679" y="11147"/>
                </a:lnTo>
                <a:lnTo>
                  <a:pt x="9679" y="10934"/>
                </a:lnTo>
                <a:lnTo>
                  <a:pt x="9997" y="10934"/>
                </a:lnTo>
                <a:lnTo>
                  <a:pt x="9997" y="10721"/>
                </a:lnTo>
                <a:lnTo>
                  <a:pt x="9997" y="10508"/>
                </a:lnTo>
                <a:lnTo>
                  <a:pt x="10314" y="10295"/>
                </a:lnTo>
                <a:lnTo>
                  <a:pt x="10314" y="10082"/>
                </a:lnTo>
                <a:lnTo>
                  <a:pt x="10314" y="9860"/>
                </a:lnTo>
                <a:lnTo>
                  <a:pt x="10314" y="9647"/>
                </a:lnTo>
                <a:lnTo>
                  <a:pt x="10790" y="9434"/>
                </a:lnTo>
                <a:lnTo>
                  <a:pt x="10790" y="9221"/>
                </a:lnTo>
                <a:lnTo>
                  <a:pt x="10790" y="9008"/>
                </a:lnTo>
                <a:lnTo>
                  <a:pt x="10790" y="8795"/>
                </a:lnTo>
                <a:lnTo>
                  <a:pt x="10790" y="8573"/>
                </a:lnTo>
                <a:lnTo>
                  <a:pt x="10790" y="8360"/>
                </a:lnTo>
                <a:lnTo>
                  <a:pt x="11108" y="8147"/>
                </a:lnTo>
                <a:lnTo>
                  <a:pt x="11108" y="7934"/>
                </a:lnTo>
                <a:lnTo>
                  <a:pt x="11108" y="7721"/>
                </a:lnTo>
                <a:lnTo>
                  <a:pt x="11108" y="7508"/>
                </a:lnTo>
                <a:lnTo>
                  <a:pt x="11584" y="7286"/>
                </a:lnTo>
                <a:lnTo>
                  <a:pt x="11584" y="7073"/>
                </a:lnTo>
                <a:lnTo>
                  <a:pt x="11584" y="6860"/>
                </a:lnTo>
                <a:lnTo>
                  <a:pt x="11901" y="6647"/>
                </a:lnTo>
                <a:lnTo>
                  <a:pt x="11901" y="6434"/>
                </a:lnTo>
                <a:lnTo>
                  <a:pt x="11901" y="6221"/>
                </a:lnTo>
                <a:lnTo>
                  <a:pt x="11901" y="6008"/>
                </a:lnTo>
                <a:lnTo>
                  <a:pt x="11901" y="5786"/>
                </a:lnTo>
                <a:lnTo>
                  <a:pt x="12218" y="5786"/>
                </a:lnTo>
                <a:lnTo>
                  <a:pt x="12218" y="5573"/>
                </a:lnTo>
                <a:lnTo>
                  <a:pt x="12218" y="5147"/>
                </a:lnTo>
                <a:lnTo>
                  <a:pt x="12218" y="4934"/>
                </a:lnTo>
                <a:lnTo>
                  <a:pt x="12694" y="4721"/>
                </a:lnTo>
                <a:lnTo>
                  <a:pt x="12694" y="4499"/>
                </a:lnTo>
                <a:lnTo>
                  <a:pt x="12694" y="4286"/>
                </a:lnTo>
                <a:lnTo>
                  <a:pt x="12694" y="4073"/>
                </a:lnTo>
                <a:lnTo>
                  <a:pt x="12694" y="3860"/>
                </a:lnTo>
                <a:lnTo>
                  <a:pt x="12694" y="3647"/>
                </a:lnTo>
                <a:lnTo>
                  <a:pt x="12694" y="3434"/>
                </a:lnTo>
                <a:lnTo>
                  <a:pt x="12694" y="3212"/>
                </a:lnTo>
                <a:lnTo>
                  <a:pt x="12694" y="2999"/>
                </a:lnTo>
                <a:lnTo>
                  <a:pt x="13012" y="2786"/>
                </a:lnTo>
                <a:lnTo>
                  <a:pt x="13012" y="2573"/>
                </a:lnTo>
                <a:lnTo>
                  <a:pt x="13012" y="2360"/>
                </a:lnTo>
                <a:lnTo>
                  <a:pt x="13012" y="2147"/>
                </a:lnTo>
                <a:lnTo>
                  <a:pt x="13012" y="1925"/>
                </a:lnTo>
                <a:lnTo>
                  <a:pt x="13488" y="1712"/>
                </a:lnTo>
                <a:lnTo>
                  <a:pt x="13488" y="1499"/>
                </a:lnTo>
                <a:lnTo>
                  <a:pt x="13488" y="1286"/>
                </a:lnTo>
                <a:lnTo>
                  <a:pt x="13488" y="1073"/>
                </a:lnTo>
                <a:lnTo>
                  <a:pt x="13805" y="860"/>
                </a:lnTo>
                <a:lnTo>
                  <a:pt x="13805" y="647"/>
                </a:lnTo>
                <a:lnTo>
                  <a:pt x="13805" y="213"/>
                </a:lnTo>
                <a:lnTo>
                  <a:pt x="13805" y="0"/>
                </a:lnTo>
              </a:path>
            </a:pathLst>
          </a:custGeom>
          <a:ln w="155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7745921" y="3649668"/>
            <a:ext cx="13488" cy="83022"/>
          </a:xfrm>
          <a:custGeom>
            <a:avLst/>
            <a:gdLst/>
            <a:ahLst/>
            <a:cxnLst/>
            <a:rect l="l" t="t" r="r" b="b"/>
            <a:pathLst>
              <a:path w="13488" h="83022">
                <a:moveTo>
                  <a:pt x="0" y="83022"/>
                </a:moveTo>
                <a:lnTo>
                  <a:pt x="0" y="82808"/>
                </a:lnTo>
                <a:lnTo>
                  <a:pt x="317" y="82808"/>
                </a:lnTo>
                <a:lnTo>
                  <a:pt x="317" y="82382"/>
                </a:lnTo>
                <a:lnTo>
                  <a:pt x="317" y="82161"/>
                </a:lnTo>
                <a:lnTo>
                  <a:pt x="317" y="81735"/>
                </a:lnTo>
                <a:lnTo>
                  <a:pt x="793" y="81522"/>
                </a:lnTo>
                <a:lnTo>
                  <a:pt x="793" y="81096"/>
                </a:lnTo>
                <a:lnTo>
                  <a:pt x="793" y="80874"/>
                </a:lnTo>
                <a:lnTo>
                  <a:pt x="793" y="80661"/>
                </a:lnTo>
                <a:lnTo>
                  <a:pt x="793" y="80448"/>
                </a:lnTo>
                <a:lnTo>
                  <a:pt x="793" y="80235"/>
                </a:lnTo>
                <a:lnTo>
                  <a:pt x="793" y="79809"/>
                </a:lnTo>
                <a:lnTo>
                  <a:pt x="793" y="79596"/>
                </a:lnTo>
                <a:lnTo>
                  <a:pt x="793" y="79374"/>
                </a:lnTo>
                <a:lnTo>
                  <a:pt x="1110" y="79161"/>
                </a:lnTo>
                <a:lnTo>
                  <a:pt x="1110" y="78735"/>
                </a:lnTo>
                <a:lnTo>
                  <a:pt x="1110" y="78522"/>
                </a:lnTo>
                <a:lnTo>
                  <a:pt x="1110" y="78087"/>
                </a:lnTo>
                <a:lnTo>
                  <a:pt x="1586" y="77661"/>
                </a:lnTo>
                <a:lnTo>
                  <a:pt x="1586" y="77448"/>
                </a:lnTo>
                <a:lnTo>
                  <a:pt x="1586" y="77022"/>
                </a:lnTo>
                <a:lnTo>
                  <a:pt x="1586" y="76587"/>
                </a:lnTo>
                <a:lnTo>
                  <a:pt x="1904" y="76374"/>
                </a:lnTo>
                <a:lnTo>
                  <a:pt x="1904" y="75948"/>
                </a:lnTo>
                <a:lnTo>
                  <a:pt x="1904" y="75735"/>
                </a:lnTo>
                <a:lnTo>
                  <a:pt x="1904" y="75513"/>
                </a:lnTo>
                <a:lnTo>
                  <a:pt x="1904" y="75087"/>
                </a:lnTo>
                <a:lnTo>
                  <a:pt x="2380" y="74874"/>
                </a:lnTo>
                <a:lnTo>
                  <a:pt x="2380" y="74448"/>
                </a:lnTo>
                <a:lnTo>
                  <a:pt x="2380" y="74235"/>
                </a:lnTo>
                <a:lnTo>
                  <a:pt x="2380" y="74013"/>
                </a:lnTo>
                <a:lnTo>
                  <a:pt x="2697" y="73587"/>
                </a:lnTo>
                <a:lnTo>
                  <a:pt x="2697" y="73374"/>
                </a:lnTo>
                <a:lnTo>
                  <a:pt x="2697" y="73161"/>
                </a:lnTo>
                <a:lnTo>
                  <a:pt x="2697" y="72726"/>
                </a:lnTo>
                <a:lnTo>
                  <a:pt x="2697" y="72300"/>
                </a:lnTo>
                <a:lnTo>
                  <a:pt x="3015" y="72087"/>
                </a:lnTo>
                <a:lnTo>
                  <a:pt x="3015" y="71874"/>
                </a:lnTo>
                <a:lnTo>
                  <a:pt x="3015" y="71439"/>
                </a:lnTo>
                <a:lnTo>
                  <a:pt x="3015" y="71013"/>
                </a:lnTo>
                <a:lnTo>
                  <a:pt x="3015" y="70587"/>
                </a:lnTo>
                <a:lnTo>
                  <a:pt x="3015" y="70161"/>
                </a:lnTo>
                <a:lnTo>
                  <a:pt x="3015" y="69726"/>
                </a:lnTo>
                <a:lnTo>
                  <a:pt x="3015" y="69300"/>
                </a:lnTo>
                <a:lnTo>
                  <a:pt x="3491" y="68874"/>
                </a:lnTo>
                <a:lnTo>
                  <a:pt x="3491" y="68652"/>
                </a:lnTo>
                <a:lnTo>
                  <a:pt x="3491" y="68226"/>
                </a:lnTo>
                <a:lnTo>
                  <a:pt x="3491" y="67800"/>
                </a:lnTo>
                <a:lnTo>
                  <a:pt x="3808" y="67587"/>
                </a:lnTo>
                <a:lnTo>
                  <a:pt x="3808" y="67365"/>
                </a:lnTo>
                <a:lnTo>
                  <a:pt x="3808" y="66939"/>
                </a:lnTo>
                <a:lnTo>
                  <a:pt x="3808" y="66513"/>
                </a:lnTo>
                <a:lnTo>
                  <a:pt x="3808" y="66300"/>
                </a:lnTo>
                <a:lnTo>
                  <a:pt x="4284" y="65865"/>
                </a:lnTo>
                <a:lnTo>
                  <a:pt x="4284" y="65439"/>
                </a:lnTo>
                <a:lnTo>
                  <a:pt x="4284" y="65013"/>
                </a:lnTo>
                <a:lnTo>
                  <a:pt x="4284" y="64800"/>
                </a:lnTo>
                <a:lnTo>
                  <a:pt x="4284" y="64365"/>
                </a:lnTo>
                <a:lnTo>
                  <a:pt x="4601" y="63939"/>
                </a:lnTo>
                <a:lnTo>
                  <a:pt x="4601" y="63726"/>
                </a:lnTo>
                <a:lnTo>
                  <a:pt x="4601" y="63513"/>
                </a:lnTo>
                <a:lnTo>
                  <a:pt x="4601" y="63078"/>
                </a:lnTo>
                <a:lnTo>
                  <a:pt x="4601" y="62652"/>
                </a:lnTo>
                <a:lnTo>
                  <a:pt x="4919" y="62439"/>
                </a:lnTo>
                <a:lnTo>
                  <a:pt x="4919" y="62004"/>
                </a:lnTo>
                <a:lnTo>
                  <a:pt x="4919" y="61578"/>
                </a:lnTo>
                <a:lnTo>
                  <a:pt x="4919" y="61152"/>
                </a:lnTo>
                <a:lnTo>
                  <a:pt x="4919" y="60726"/>
                </a:lnTo>
                <a:lnTo>
                  <a:pt x="4919" y="60291"/>
                </a:lnTo>
                <a:lnTo>
                  <a:pt x="4919" y="60078"/>
                </a:lnTo>
                <a:lnTo>
                  <a:pt x="4919" y="59652"/>
                </a:lnTo>
                <a:lnTo>
                  <a:pt x="4919" y="59217"/>
                </a:lnTo>
                <a:lnTo>
                  <a:pt x="5395" y="59004"/>
                </a:lnTo>
                <a:lnTo>
                  <a:pt x="5395" y="58578"/>
                </a:lnTo>
                <a:lnTo>
                  <a:pt x="5395" y="58152"/>
                </a:lnTo>
                <a:lnTo>
                  <a:pt x="5395" y="57930"/>
                </a:lnTo>
                <a:lnTo>
                  <a:pt x="5395" y="57504"/>
                </a:lnTo>
                <a:lnTo>
                  <a:pt x="5712" y="56865"/>
                </a:lnTo>
                <a:lnTo>
                  <a:pt x="5712" y="56652"/>
                </a:lnTo>
                <a:lnTo>
                  <a:pt x="5712" y="56217"/>
                </a:lnTo>
                <a:lnTo>
                  <a:pt x="5712" y="55791"/>
                </a:lnTo>
                <a:lnTo>
                  <a:pt x="5712" y="55578"/>
                </a:lnTo>
                <a:lnTo>
                  <a:pt x="6188" y="55143"/>
                </a:lnTo>
                <a:lnTo>
                  <a:pt x="6188" y="54504"/>
                </a:lnTo>
                <a:lnTo>
                  <a:pt x="6188" y="54291"/>
                </a:lnTo>
                <a:lnTo>
                  <a:pt x="6188" y="53856"/>
                </a:lnTo>
                <a:lnTo>
                  <a:pt x="6506" y="53430"/>
                </a:lnTo>
                <a:lnTo>
                  <a:pt x="6506" y="53004"/>
                </a:lnTo>
                <a:lnTo>
                  <a:pt x="6506" y="52569"/>
                </a:lnTo>
                <a:lnTo>
                  <a:pt x="6506" y="52143"/>
                </a:lnTo>
                <a:lnTo>
                  <a:pt x="6506" y="51930"/>
                </a:lnTo>
                <a:lnTo>
                  <a:pt x="6982" y="51291"/>
                </a:lnTo>
                <a:lnTo>
                  <a:pt x="6982" y="50856"/>
                </a:lnTo>
                <a:lnTo>
                  <a:pt x="6982" y="50643"/>
                </a:lnTo>
                <a:lnTo>
                  <a:pt x="6982" y="50004"/>
                </a:lnTo>
                <a:lnTo>
                  <a:pt x="6982" y="49783"/>
                </a:lnTo>
                <a:lnTo>
                  <a:pt x="7299" y="49357"/>
                </a:lnTo>
                <a:lnTo>
                  <a:pt x="7299" y="48717"/>
                </a:lnTo>
                <a:lnTo>
                  <a:pt x="7299" y="48496"/>
                </a:lnTo>
                <a:lnTo>
                  <a:pt x="7299" y="48070"/>
                </a:lnTo>
                <a:lnTo>
                  <a:pt x="7299" y="47431"/>
                </a:lnTo>
                <a:lnTo>
                  <a:pt x="7299" y="47217"/>
                </a:lnTo>
                <a:lnTo>
                  <a:pt x="7299" y="46783"/>
                </a:lnTo>
                <a:lnTo>
                  <a:pt x="7299" y="46144"/>
                </a:lnTo>
                <a:lnTo>
                  <a:pt x="7299" y="45931"/>
                </a:lnTo>
                <a:lnTo>
                  <a:pt x="7616" y="45265"/>
                </a:lnTo>
                <a:lnTo>
                  <a:pt x="7616" y="45087"/>
                </a:lnTo>
                <a:lnTo>
                  <a:pt x="7616" y="44466"/>
                </a:lnTo>
                <a:lnTo>
                  <a:pt x="7616" y="44022"/>
                </a:lnTo>
                <a:lnTo>
                  <a:pt x="7616" y="43756"/>
                </a:lnTo>
                <a:lnTo>
                  <a:pt x="8093" y="43135"/>
                </a:lnTo>
                <a:lnTo>
                  <a:pt x="8093" y="42691"/>
                </a:lnTo>
                <a:lnTo>
                  <a:pt x="8093" y="42247"/>
                </a:lnTo>
                <a:lnTo>
                  <a:pt x="8093" y="41892"/>
                </a:lnTo>
                <a:lnTo>
                  <a:pt x="8093" y="41448"/>
                </a:lnTo>
                <a:lnTo>
                  <a:pt x="8410" y="41005"/>
                </a:lnTo>
                <a:lnTo>
                  <a:pt x="8410" y="40383"/>
                </a:lnTo>
                <a:lnTo>
                  <a:pt x="8410" y="39940"/>
                </a:lnTo>
                <a:lnTo>
                  <a:pt x="8410" y="39496"/>
                </a:lnTo>
                <a:lnTo>
                  <a:pt x="8410" y="39052"/>
                </a:lnTo>
                <a:lnTo>
                  <a:pt x="8886" y="38608"/>
                </a:lnTo>
                <a:lnTo>
                  <a:pt x="8886" y="37987"/>
                </a:lnTo>
                <a:lnTo>
                  <a:pt x="8886" y="37809"/>
                </a:lnTo>
                <a:lnTo>
                  <a:pt x="8886" y="37099"/>
                </a:lnTo>
                <a:lnTo>
                  <a:pt x="9203" y="36744"/>
                </a:lnTo>
                <a:lnTo>
                  <a:pt x="9203" y="36301"/>
                </a:lnTo>
                <a:lnTo>
                  <a:pt x="9203" y="35591"/>
                </a:lnTo>
                <a:lnTo>
                  <a:pt x="9203" y="35413"/>
                </a:lnTo>
                <a:lnTo>
                  <a:pt x="9203" y="34792"/>
                </a:lnTo>
                <a:lnTo>
                  <a:pt x="9203" y="34348"/>
                </a:lnTo>
                <a:lnTo>
                  <a:pt x="9203" y="33904"/>
                </a:lnTo>
                <a:lnTo>
                  <a:pt x="9203" y="33283"/>
                </a:lnTo>
                <a:lnTo>
                  <a:pt x="9203" y="32839"/>
                </a:lnTo>
                <a:lnTo>
                  <a:pt x="9203" y="32395"/>
                </a:lnTo>
                <a:lnTo>
                  <a:pt x="9521" y="31952"/>
                </a:lnTo>
                <a:lnTo>
                  <a:pt x="9521" y="31330"/>
                </a:lnTo>
                <a:lnTo>
                  <a:pt x="9521" y="30886"/>
                </a:lnTo>
                <a:lnTo>
                  <a:pt x="9521" y="30531"/>
                </a:lnTo>
                <a:lnTo>
                  <a:pt x="9521" y="29821"/>
                </a:lnTo>
                <a:lnTo>
                  <a:pt x="9997" y="29378"/>
                </a:lnTo>
                <a:lnTo>
                  <a:pt x="9997" y="28756"/>
                </a:lnTo>
                <a:lnTo>
                  <a:pt x="9997" y="28579"/>
                </a:lnTo>
                <a:lnTo>
                  <a:pt x="9997" y="27958"/>
                </a:lnTo>
                <a:lnTo>
                  <a:pt x="10314" y="27247"/>
                </a:lnTo>
                <a:lnTo>
                  <a:pt x="10314" y="26804"/>
                </a:lnTo>
                <a:lnTo>
                  <a:pt x="10314" y="26449"/>
                </a:lnTo>
                <a:lnTo>
                  <a:pt x="10314" y="26005"/>
                </a:lnTo>
                <a:lnTo>
                  <a:pt x="10314" y="25384"/>
                </a:lnTo>
                <a:lnTo>
                  <a:pt x="10790" y="24940"/>
                </a:lnTo>
                <a:lnTo>
                  <a:pt x="10790" y="24230"/>
                </a:lnTo>
                <a:lnTo>
                  <a:pt x="10790" y="23875"/>
                </a:lnTo>
                <a:lnTo>
                  <a:pt x="10790" y="23431"/>
                </a:lnTo>
                <a:lnTo>
                  <a:pt x="10790" y="22810"/>
                </a:lnTo>
                <a:lnTo>
                  <a:pt x="11108" y="22366"/>
                </a:lnTo>
                <a:lnTo>
                  <a:pt x="11108" y="21656"/>
                </a:lnTo>
                <a:lnTo>
                  <a:pt x="11108" y="21301"/>
                </a:lnTo>
                <a:lnTo>
                  <a:pt x="11108" y="20591"/>
                </a:lnTo>
                <a:lnTo>
                  <a:pt x="11108" y="20236"/>
                </a:lnTo>
                <a:lnTo>
                  <a:pt x="11584" y="19526"/>
                </a:lnTo>
                <a:lnTo>
                  <a:pt x="11584" y="19082"/>
                </a:lnTo>
                <a:lnTo>
                  <a:pt x="11584" y="18461"/>
                </a:lnTo>
                <a:lnTo>
                  <a:pt x="11584" y="17839"/>
                </a:lnTo>
                <a:lnTo>
                  <a:pt x="11584" y="17396"/>
                </a:lnTo>
                <a:lnTo>
                  <a:pt x="11584" y="16952"/>
                </a:lnTo>
                <a:lnTo>
                  <a:pt x="11584" y="16508"/>
                </a:lnTo>
                <a:lnTo>
                  <a:pt x="11584" y="15887"/>
                </a:lnTo>
                <a:lnTo>
                  <a:pt x="11584" y="15443"/>
                </a:lnTo>
                <a:lnTo>
                  <a:pt x="11901" y="14822"/>
                </a:lnTo>
                <a:lnTo>
                  <a:pt x="11901" y="14378"/>
                </a:lnTo>
                <a:lnTo>
                  <a:pt x="11901" y="13579"/>
                </a:lnTo>
                <a:lnTo>
                  <a:pt x="11901" y="13135"/>
                </a:lnTo>
                <a:lnTo>
                  <a:pt x="11901" y="12514"/>
                </a:lnTo>
                <a:lnTo>
                  <a:pt x="12218" y="12070"/>
                </a:lnTo>
                <a:lnTo>
                  <a:pt x="12218" y="11360"/>
                </a:lnTo>
                <a:lnTo>
                  <a:pt x="12218" y="10739"/>
                </a:lnTo>
                <a:lnTo>
                  <a:pt x="12218" y="10295"/>
                </a:lnTo>
                <a:lnTo>
                  <a:pt x="12218" y="9674"/>
                </a:lnTo>
                <a:lnTo>
                  <a:pt x="12694" y="9230"/>
                </a:lnTo>
                <a:lnTo>
                  <a:pt x="12694" y="8609"/>
                </a:lnTo>
                <a:lnTo>
                  <a:pt x="12694" y="8165"/>
                </a:lnTo>
                <a:lnTo>
                  <a:pt x="12694" y="7544"/>
                </a:lnTo>
                <a:lnTo>
                  <a:pt x="13012" y="6922"/>
                </a:lnTo>
                <a:lnTo>
                  <a:pt x="13012" y="6301"/>
                </a:lnTo>
                <a:lnTo>
                  <a:pt x="13012" y="5857"/>
                </a:lnTo>
                <a:lnTo>
                  <a:pt x="13012" y="5147"/>
                </a:lnTo>
                <a:lnTo>
                  <a:pt x="13012" y="4792"/>
                </a:lnTo>
                <a:lnTo>
                  <a:pt x="13488" y="4082"/>
                </a:lnTo>
                <a:lnTo>
                  <a:pt x="13488" y="3461"/>
                </a:lnTo>
                <a:lnTo>
                  <a:pt x="13488" y="2840"/>
                </a:lnTo>
                <a:lnTo>
                  <a:pt x="13488" y="2396"/>
                </a:lnTo>
                <a:lnTo>
                  <a:pt x="13488" y="1775"/>
                </a:lnTo>
                <a:lnTo>
                  <a:pt x="13488" y="1331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93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7759409" y="3502423"/>
            <a:ext cx="13805" cy="147245"/>
          </a:xfrm>
          <a:custGeom>
            <a:avLst/>
            <a:gdLst/>
            <a:ahLst/>
            <a:cxnLst/>
            <a:rect l="l" t="t" r="r" b="b"/>
            <a:pathLst>
              <a:path w="13805" h="147245">
                <a:moveTo>
                  <a:pt x="0" y="147245"/>
                </a:moveTo>
                <a:lnTo>
                  <a:pt x="0" y="146624"/>
                </a:lnTo>
                <a:lnTo>
                  <a:pt x="0" y="146180"/>
                </a:lnTo>
                <a:lnTo>
                  <a:pt x="317" y="145381"/>
                </a:lnTo>
                <a:lnTo>
                  <a:pt x="317" y="144937"/>
                </a:lnTo>
                <a:lnTo>
                  <a:pt x="317" y="144316"/>
                </a:lnTo>
                <a:lnTo>
                  <a:pt x="317" y="143606"/>
                </a:lnTo>
                <a:lnTo>
                  <a:pt x="634" y="142985"/>
                </a:lnTo>
                <a:lnTo>
                  <a:pt x="634" y="142541"/>
                </a:lnTo>
                <a:lnTo>
                  <a:pt x="634" y="141742"/>
                </a:lnTo>
                <a:lnTo>
                  <a:pt x="634" y="141298"/>
                </a:lnTo>
                <a:lnTo>
                  <a:pt x="634" y="140677"/>
                </a:lnTo>
                <a:lnTo>
                  <a:pt x="1110" y="139967"/>
                </a:lnTo>
                <a:lnTo>
                  <a:pt x="1110" y="139346"/>
                </a:lnTo>
                <a:lnTo>
                  <a:pt x="1110" y="138902"/>
                </a:lnTo>
                <a:lnTo>
                  <a:pt x="1110" y="138103"/>
                </a:lnTo>
                <a:lnTo>
                  <a:pt x="1110" y="137659"/>
                </a:lnTo>
                <a:lnTo>
                  <a:pt x="1428" y="136949"/>
                </a:lnTo>
                <a:lnTo>
                  <a:pt x="1428" y="136328"/>
                </a:lnTo>
                <a:lnTo>
                  <a:pt x="1428" y="135707"/>
                </a:lnTo>
                <a:lnTo>
                  <a:pt x="1428" y="135086"/>
                </a:lnTo>
                <a:lnTo>
                  <a:pt x="1428" y="134464"/>
                </a:lnTo>
                <a:lnTo>
                  <a:pt x="1904" y="133754"/>
                </a:lnTo>
                <a:lnTo>
                  <a:pt x="1904" y="133133"/>
                </a:lnTo>
                <a:lnTo>
                  <a:pt x="1904" y="132689"/>
                </a:lnTo>
                <a:lnTo>
                  <a:pt x="1904" y="132068"/>
                </a:lnTo>
                <a:lnTo>
                  <a:pt x="2221" y="131447"/>
                </a:lnTo>
                <a:lnTo>
                  <a:pt x="2221" y="130737"/>
                </a:lnTo>
                <a:lnTo>
                  <a:pt x="2221" y="130115"/>
                </a:lnTo>
                <a:lnTo>
                  <a:pt x="2221" y="129494"/>
                </a:lnTo>
                <a:lnTo>
                  <a:pt x="2221" y="128873"/>
                </a:lnTo>
                <a:lnTo>
                  <a:pt x="2221" y="128163"/>
                </a:lnTo>
                <a:lnTo>
                  <a:pt x="2221" y="127541"/>
                </a:lnTo>
                <a:lnTo>
                  <a:pt x="2221" y="126920"/>
                </a:lnTo>
                <a:lnTo>
                  <a:pt x="2221" y="126032"/>
                </a:lnTo>
                <a:lnTo>
                  <a:pt x="2221" y="125589"/>
                </a:lnTo>
                <a:lnTo>
                  <a:pt x="2538" y="124967"/>
                </a:lnTo>
                <a:lnTo>
                  <a:pt x="2538" y="124346"/>
                </a:lnTo>
                <a:lnTo>
                  <a:pt x="2538" y="123725"/>
                </a:lnTo>
                <a:lnTo>
                  <a:pt x="2538" y="123015"/>
                </a:lnTo>
                <a:lnTo>
                  <a:pt x="2538" y="122394"/>
                </a:lnTo>
                <a:lnTo>
                  <a:pt x="3015" y="121595"/>
                </a:lnTo>
                <a:lnTo>
                  <a:pt x="3015" y="121151"/>
                </a:lnTo>
                <a:lnTo>
                  <a:pt x="3015" y="120263"/>
                </a:lnTo>
                <a:lnTo>
                  <a:pt x="3015" y="119820"/>
                </a:lnTo>
                <a:lnTo>
                  <a:pt x="3332" y="119021"/>
                </a:lnTo>
                <a:lnTo>
                  <a:pt x="3332" y="118311"/>
                </a:lnTo>
                <a:lnTo>
                  <a:pt x="3332" y="117867"/>
                </a:lnTo>
                <a:lnTo>
                  <a:pt x="3332" y="117068"/>
                </a:lnTo>
                <a:lnTo>
                  <a:pt x="3332" y="116447"/>
                </a:lnTo>
                <a:lnTo>
                  <a:pt x="3808" y="115737"/>
                </a:lnTo>
                <a:lnTo>
                  <a:pt x="3808" y="115116"/>
                </a:lnTo>
                <a:lnTo>
                  <a:pt x="3808" y="114228"/>
                </a:lnTo>
                <a:lnTo>
                  <a:pt x="3808" y="113607"/>
                </a:lnTo>
                <a:lnTo>
                  <a:pt x="3808" y="113163"/>
                </a:lnTo>
                <a:lnTo>
                  <a:pt x="4125" y="112364"/>
                </a:lnTo>
                <a:lnTo>
                  <a:pt x="4125" y="111654"/>
                </a:lnTo>
                <a:lnTo>
                  <a:pt x="4125" y="111033"/>
                </a:lnTo>
                <a:lnTo>
                  <a:pt x="4125" y="110411"/>
                </a:lnTo>
                <a:lnTo>
                  <a:pt x="4125" y="109524"/>
                </a:lnTo>
                <a:lnTo>
                  <a:pt x="4125" y="108903"/>
                </a:lnTo>
                <a:lnTo>
                  <a:pt x="4125" y="108459"/>
                </a:lnTo>
                <a:lnTo>
                  <a:pt x="4125" y="107660"/>
                </a:lnTo>
                <a:lnTo>
                  <a:pt x="4125" y="106950"/>
                </a:lnTo>
                <a:lnTo>
                  <a:pt x="4601" y="106151"/>
                </a:lnTo>
                <a:lnTo>
                  <a:pt x="4601" y="105441"/>
                </a:lnTo>
                <a:lnTo>
                  <a:pt x="4601" y="104820"/>
                </a:lnTo>
                <a:lnTo>
                  <a:pt x="4601" y="104199"/>
                </a:lnTo>
                <a:lnTo>
                  <a:pt x="4601" y="103577"/>
                </a:lnTo>
                <a:lnTo>
                  <a:pt x="4919" y="102690"/>
                </a:lnTo>
                <a:lnTo>
                  <a:pt x="4919" y="102068"/>
                </a:lnTo>
                <a:lnTo>
                  <a:pt x="4919" y="101358"/>
                </a:lnTo>
                <a:lnTo>
                  <a:pt x="4919" y="100560"/>
                </a:lnTo>
                <a:lnTo>
                  <a:pt x="4919" y="100116"/>
                </a:lnTo>
                <a:lnTo>
                  <a:pt x="5236" y="99228"/>
                </a:lnTo>
                <a:lnTo>
                  <a:pt x="5236" y="98607"/>
                </a:lnTo>
                <a:lnTo>
                  <a:pt x="5236" y="97719"/>
                </a:lnTo>
                <a:lnTo>
                  <a:pt x="5236" y="97098"/>
                </a:lnTo>
                <a:lnTo>
                  <a:pt x="5236" y="96477"/>
                </a:lnTo>
                <a:lnTo>
                  <a:pt x="5712" y="95589"/>
                </a:lnTo>
                <a:lnTo>
                  <a:pt x="5712" y="94968"/>
                </a:lnTo>
                <a:lnTo>
                  <a:pt x="5712" y="94347"/>
                </a:lnTo>
                <a:lnTo>
                  <a:pt x="5712" y="93459"/>
                </a:lnTo>
                <a:lnTo>
                  <a:pt x="6030" y="92838"/>
                </a:lnTo>
                <a:lnTo>
                  <a:pt x="6030" y="91950"/>
                </a:lnTo>
                <a:lnTo>
                  <a:pt x="6030" y="91329"/>
                </a:lnTo>
                <a:lnTo>
                  <a:pt x="6030" y="90708"/>
                </a:lnTo>
                <a:lnTo>
                  <a:pt x="6030" y="89820"/>
                </a:lnTo>
                <a:lnTo>
                  <a:pt x="6506" y="89199"/>
                </a:lnTo>
                <a:lnTo>
                  <a:pt x="6506" y="88311"/>
                </a:lnTo>
                <a:lnTo>
                  <a:pt x="6506" y="87690"/>
                </a:lnTo>
                <a:lnTo>
                  <a:pt x="6506" y="87069"/>
                </a:lnTo>
                <a:lnTo>
                  <a:pt x="6506" y="86181"/>
                </a:lnTo>
                <a:lnTo>
                  <a:pt x="6506" y="85560"/>
                </a:lnTo>
                <a:lnTo>
                  <a:pt x="6506" y="84850"/>
                </a:lnTo>
                <a:lnTo>
                  <a:pt x="6506" y="84051"/>
                </a:lnTo>
                <a:lnTo>
                  <a:pt x="6506" y="83430"/>
                </a:lnTo>
                <a:lnTo>
                  <a:pt x="6506" y="82542"/>
                </a:lnTo>
                <a:lnTo>
                  <a:pt x="6823" y="81921"/>
                </a:lnTo>
                <a:lnTo>
                  <a:pt x="6823" y="81211"/>
                </a:lnTo>
                <a:lnTo>
                  <a:pt x="6823" y="80412"/>
                </a:lnTo>
                <a:lnTo>
                  <a:pt x="6823" y="79702"/>
                </a:lnTo>
                <a:lnTo>
                  <a:pt x="7140" y="78903"/>
                </a:lnTo>
                <a:lnTo>
                  <a:pt x="7140" y="78282"/>
                </a:lnTo>
                <a:lnTo>
                  <a:pt x="7140" y="77394"/>
                </a:lnTo>
                <a:lnTo>
                  <a:pt x="7140" y="76507"/>
                </a:lnTo>
                <a:lnTo>
                  <a:pt x="7140" y="75886"/>
                </a:lnTo>
                <a:lnTo>
                  <a:pt x="7616" y="75264"/>
                </a:lnTo>
                <a:lnTo>
                  <a:pt x="7616" y="74377"/>
                </a:lnTo>
                <a:lnTo>
                  <a:pt x="7616" y="73755"/>
                </a:lnTo>
                <a:lnTo>
                  <a:pt x="7616" y="72868"/>
                </a:lnTo>
                <a:lnTo>
                  <a:pt x="7616" y="71980"/>
                </a:lnTo>
                <a:lnTo>
                  <a:pt x="7934" y="71359"/>
                </a:lnTo>
                <a:lnTo>
                  <a:pt x="7934" y="70738"/>
                </a:lnTo>
                <a:lnTo>
                  <a:pt x="7934" y="69850"/>
                </a:lnTo>
                <a:lnTo>
                  <a:pt x="7934" y="69051"/>
                </a:lnTo>
                <a:lnTo>
                  <a:pt x="7934" y="68341"/>
                </a:lnTo>
                <a:lnTo>
                  <a:pt x="8410" y="67543"/>
                </a:lnTo>
                <a:lnTo>
                  <a:pt x="8410" y="66832"/>
                </a:lnTo>
                <a:lnTo>
                  <a:pt x="8410" y="66034"/>
                </a:lnTo>
                <a:lnTo>
                  <a:pt x="8410" y="65146"/>
                </a:lnTo>
                <a:lnTo>
                  <a:pt x="8410" y="64525"/>
                </a:lnTo>
                <a:lnTo>
                  <a:pt x="8410" y="63637"/>
                </a:lnTo>
                <a:lnTo>
                  <a:pt x="8410" y="63016"/>
                </a:lnTo>
                <a:lnTo>
                  <a:pt x="8410" y="62128"/>
                </a:lnTo>
                <a:lnTo>
                  <a:pt x="8410" y="61330"/>
                </a:lnTo>
                <a:lnTo>
                  <a:pt x="8727" y="60620"/>
                </a:lnTo>
                <a:lnTo>
                  <a:pt x="8727" y="59821"/>
                </a:lnTo>
                <a:lnTo>
                  <a:pt x="8727" y="58933"/>
                </a:lnTo>
                <a:lnTo>
                  <a:pt x="8727" y="58312"/>
                </a:lnTo>
                <a:lnTo>
                  <a:pt x="8727" y="57424"/>
                </a:lnTo>
                <a:lnTo>
                  <a:pt x="9203" y="56626"/>
                </a:lnTo>
                <a:lnTo>
                  <a:pt x="9203" y="55916"/>
                </a:lnTo>
                <a:lnTo>
                  <a:pt x="9203" y="55117"/>
                </a:lnTo>
                <a:lnTo>
                  <a:pt x="9203" y="54229"/>
                </a:lnTo>
                <a:lnTo>
                  <a:pt x="9203" y="53608"/>
                </a:lnTo>
                <a:lnTo>
                  <a:pt x="9521" y="52720"/>
                </a:lnTo>
                <a:lnTo>
                  <a:pt x="9521" y="51833"/>
                </a:lnTo>
                <a:lnTo>
                  <a:pt x="9521" y="51034"/>
                </a:lnTo>
                <a:lnTo>
                  <a:pt x="9521" y="50324"/>
                </a:lnTo>
                <a:lnTo>
                  <a:pt x="9838" y="49525"/>
                </a:lnTo>
                <a:lnTo>
                  <a:pt x="9838" y="48638"/>
                </a:lnTo>
                <a:lnTo>
                  <a:pt x="9838" y="48016"/>
                </a:lnTo>
                <a:lnTo>
                  <a:pt x="9838" y="46951"/>
                </a:lnTo>
                <a:lnTo>
                  <a:pt x="9838" y="46330"/>
                </a:lnTo>
                <a:lnTo>
                  <a:pt x="10314" y="45620"/>
                </a:lnTo>
                <a:lnTo>
                  <a:pt x="10314" y="44555"/>
                </a:lnTo>
                <a:lnTo>
                  <a:pt x="10314" y="43934"/>
                </a:lnTo>
                <a:lnTo>
                  <a:pt x="10314" y="43046"/>
                </a:lnTo>
                <a:lnTo>
                  <a:pt x="10314" y="42247"/>
                </a:lnTo>
                <a:lnTo>
                  <a:pt x="10314" y="41360"/>
                </a:lnTo>
                <a:lnTo>
                  <a:pt x="10314" y="40738"/>
                </a:lnTo>
                <a:lnTo>
                  <a:pt x="10314" y="39851"/>
                </a:lnTo>
                <a:lnTo>
                  <a:pt x="10314" y="38963"/>
                </a:lnTo>
                <a:lnTo>
                  <a:pt x="10314" y="38164"/>
                </a:lnTo>
                <a:lnTo>
                  <a:pt x="10631" y="37543"/>
                </a:lnTo>
                <a:lnTo>
                  <a:pt x="10631" y="36389"/>
                </a:lnTo>
                <a:lnTo>
                  <a:pt x="10631" y="35768"/>
                </a:lnTo>
                <a:lnTo>
                  <a:pt x="10631" y="34969"/>
                </a:lnTo>
                <a:lnTo>
                  <a:pt x="11108" y="34082"/>
                </a:lnTo>
                <a:lnTo>
                  <a:pt x="11108" y="33194"/>
                </a:lnTo>
                <a:lnTo>
                  <a:pt x="11108" y="32395"/>
                </a:lnTo>
                <a:lnTo>
                  <a:pt x="11108" y="31685"/>
                </a:lnTo>
                <a:lnTo>
                  <a:pt x="11108" y="30620"/>
                </a:lnTo>
                <a:lnTo>
                  <a:pt x="11425" y="29999"/>
                </a:lnTo>
                <a:lnTo>
                  <a:pt x="11425" y="29111"/>
                </a:lnTo>
                <a:lnTo>
                  <a:pt x="11425" y="28313"/>
                </a:lnTo>
                <a:lnTo>
                  <a:pt x="11425" y="27425"/>
                </a:lnTo>
                <a:lnTo>
                  <a:pt x="11425" y="26537"/>
                </a:lnTo>
                <a:lnTo>
                  <a:pt x="11742" y="25739"/>
                </a:lnTo>
                <a:lnTo>
                  <a:pt x="11742" y="24851"/>
                </a:lnTo>
                <a:lnTo>
                  <a:pt x="11742" y="23964"/>
                </a:lnTo>
                <a:lnTo>
                  <a:pt x="11742" y="23342"/>
                </a:lnTo>
                <a:lnTo>
                  <a:pt x="11742" y="22277"/>
                </a:lnTo>
                <a:lnTo>
                  <a:pt x="12218" y="21656"/>
                </a:lnTo>
                <a:lnTo>
                  <a:pt x="12218" y="20768"/>
                </a:lnTo>
                <a:lnTo>
                  <a:pt x="12218" y="19881"/>
                </a:lnTo>
                <a:lnTo>
                  <a:pt x="12218" y="19082"/>
                </a:lnTo>
                <a:lnTo>
                  <a:pt x="12536" y="18194"/>
                </a:lnTo>
                <a:lnTo>
                  <a:pt x="12536" y="17307"/>
                </a:lnTo>
                <a:lnTo>
                  <a:pt x="12536" y="16508"/>
                </a:lnTo>
                <a:lnTo>
                  <a:pt x="12536" y="15620"/>
                </a:lnTo>
                <a:lnTo>
                  <a:pt x="12536" y="14733"/>
                </a:lnTo>
                <a:lnTo>
                  <a:pt x="12536" y="13934"/>
                </a:lnTo>
                <a:lnTo>
                  <a:pt x="12536" y="13047"/>
                </a:lnTo>
                <a:lnTo>
                  <a:pt x="12536" y="12159"/>
                </a:lnTo>
                <a:lnTo>
                  <a:pt x="12536" y="11360"/>
                </a:lnTo>
                <a:lnTo>
                  <a:pt x="12536" y="10473"/>
                </a:lnTo>
                <a:lnTo>
                  <a:pt x="13012" y="9585"/>
                </a:lnTo>
                <a:lnTo>
                  <a:pt x="13012" y="8786"/>
                </a:lnTo>
                <a:lnTo>
                  <a:pt x="13012" y="7899"/>
                </a:lnTo>
                <a:lnTo>
                  <a:pt x="13012" y="6834"/>
                </a:lnTo>
                <a:lnTo>
                  <a:pt x="13012" y="6212"/>
                </a:lnTo>
                <a:lnTo>
                  <a:pt x="13329" y="5325"/>
                </a:lnTo>
                <a:lnTo>
                  <a:pt x="13329" y="4437"/>
                </a:lnTo>
                <a:lnTo>
                  <a:pt x="13329" y="3372"/>
                </a:lnTo>
                <a:lnTo>
                  <a:pt x="13329" y="2573"/>
                </a:lnTo>
                <a:lnTo>
                  <a:pt x="13329" y="1863"/>
                </a:lnTo>
                <a:lnTo>
                  <a:pt x="13805" y="1065"/>
                </a:lnTo>
                <a:lnTo>
                  <a:pt x="13805" y="0"/>
                </a:lnTo>
              </a:path>
            </a:pathLst>
          </a:custGeom>
          <a:ln w="1946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7773215" y="3306805"/>
            <a:ext cx="13329" cy="195617"/>
          </a:xfrm>
          <a:custGeom>
            <a:avLst/>
            <a:gdLst/>
            <a:ahLst/>
            <a:cxnLst/>
            <a:rect l="l" t="t" r="r" b="b"/>
            <a:pathLst>
              <a:path w="13329" h="195617">
                <a:moveTo>
                  <a:pt x="0" y="195617"/>
                </a:moveTo>
                <a:lnTo>
                  <a:pt x="0" y="194729"/>
                </a:lnTo>
                <a:lnTo>
                  <a:pt x="0" y="193842"/>
                </a:lnTo>
                <a:lnTo>
                  <a:pt x="317" y="193043"/>
                </a:lnTo>
                <a:lnTo>
                  <a:pt x="317" y="192155"/>
                </a:lnTo>
                <a:lnTo>
                  <a:pt x="317" y="191268"/>
                </a:lnTo>
                <a:lnTo>
                  <a:pt x="317" y="190469"/>
                </a:lnTo>
                <a:lnTo>
                  <a:pt x="317" y="189582"/>
                </a:lnTo>
                <a:lnTo>
                  <a:pt x="634" y="188516"/>
                </a:lnTo>
                <a:lnTo>
                  <a:pt x="634" y="187629"/>
                </a:lnTo>
                <a:lnTo>
                  <a:pt x="634" y="186830"/>
                </a:lnTo>
                <a:lnTo>
                  <a:pt x="634" y="185943"/>
                </a:lnTo>
                <a:lnTo>
                  <a:pt x="634" y="185055"/>
                </a:lnTo>
                <a:lnTo>
                  <a:pt x="634" y="184256"/>
                </a:lnTo>
                <a:lnTo>
                  <a:pt x="634" y="183369"/>
                </a:lnTo>
                <a:lnTo>
                  <a:pt x="634" y="182481"/>
                </a:lnTo>
                <a:lnTo>
                  <a:pt x="634" y="181416"/>
                </a:lnTo>
                <a:lnTo>
                  <a:pt x="634" y="180617"/>
                </a:lnTo>
                <a:lnTo>
                  <a:pt x="1110" y="179730"/>
                </a:lnTo>
                <a:lnTo>
                  <a:pt x="1110" y="178842"/>
                </a:lnTo>
                <a:lnTo>
                  <a:pt x="1110" y="177777"/>
                </a:lnTo>
                <a:lnTo>
                  <a:pt x="1110" y="176978"/>
                </a:lnTo>
                <a:lnTo>
                  <a:pt x="1428" y="176091"/>
                </a:lnTo>
                <a:lnTo>
                  <a:pt x="1428" y="175203"/>
                </a:lnTo>
                <a:lnTo>
                  <a:pt x="1428" y="174138"/>
                </a:lnTo>
                <a:lnTo>
                  <a:pt x="1428" y="173250"/>
                </a:lnTo>
                <a:lnTo>
                  <a:pt x="1428" y="172452"/>
                </a:lnTo>
                <a:lnTo>
                  <a:pt x="1904" y="171564"/>
                </a:lnTo>
                <a:lnTo>
                  <a:pt x="1904" y="170677"/>
                </a:lnTo>
                <a:lnTo>
                  <a:pt x="1904" y="169612"/>
                </a:lnTo>
                <a:lnTo>
                  <a:pt x="1904" y="168813"/>
                </a:lnTo>
                <a:lnTo>
                  <a:pt x="1904" y="167925"/>
                </a:lnTo>
                <a:lnTo>
                  <a:pt x="2221" y="167038"/>
                </a:lnTo>
                <a:lnTo>
                  <a:pt x="2221" y="165973"/>
                </a:lnTo>
                <a:lnTo>
                  <a:pt x="2221" y="165174"/>
                </a:lnTo>
                <a:lnTo>
                  <a:pt x="2221" y="164286"/>
                </a:lnTo>
                <a:lnTo>
                  <a:pt x="2221" y="163399"/>
                </a:lnTo>
                <a:lnTo>
                  <a:pt x="2538" y="162334"/>
                </a:lnTo>
                <a:lnTo>
                  <a:pt x="2538" y="161535"/>
                </a:lnTo>
                <a:lnTo>
                  <a:pt x="2538" y="160647"/>
                </a:lnTo>
                <a:lnTo>
                  <a:pt x="2538" y="159760"/>
                </a:lnTo>
                <a:lnTo>
                  <a:pt x="3015" y="158695"/>
                </a:lnTo>
                <a:lnTo>
                  <a:pt x="3015" y="157629"/>
                </a:lnTo>
                <a:lnTo>
                  <a:pt x="3015" y="156742"/>
                </a:lnTo>
                <a:lnTo>
                  <a:pt x="3015" y="155943"/>
                </a:lnTo>
                <a:lnTo>
                  <a:pt x="3015" y="155056"/>
                </a:lnTo>
                <a:lnTo>
                  <a:pt x="3015" y="153991"/>
                </a:lnTo>
                <a:lnTo>
                  <a:pt x="3015" y="153103"/>
                </a:lnTo>
                <a:lnTo>
                  <a:pt x="3015" y="152304"/>
                </a:lnTo>
                <a:lnTo>
                  <a:pt x="3015" y="151239"/>
                </a:lnTo>
                <a:lnTo>
                  <a:pt x="3015" y="150352"/>
                </a:lnTo>
                <a:lnTo>
                  <a:pt x="3332" y="149286"/>
                </a:lnTo>
                <a:lnTo>
                  <a:pt x="3332" y="148399"/>
                </a:lnTo>
                <a:lnTo>
                  <a:pt x="3332" y="147600"/>
                </a:lnTo>
                <a:lnTo>
                  <a:pt x="3332" y="146713"/>
                </a:lnTo>
                <a:lnTo>
                  <a:pt x="3332" y="145647"/>
                </a:lnTo>
                <a:lnTo>
                  <a:pt x="3808" y="144582"/>
                </a:lnTo>
                <a:lnTo>
                  <a:pt x="3808" y="143695"/>
                </a:lnTo>
                <a:lnTo>
                  <a:pt x="3808" y="142807"/>
                </a:lnTo>
                <a:lnTo>
                  <a:pt x="3808" y="142009"/>
                </a:lnTo>
                <a:lnTo>
                  <a:pt x="4125" y="140943"/>
                </a:lnTo>
                <a:lnTo>
                  <a:pt x="4125" y="139878"/>
                </a:lnTo>
                <a:lnTo>
                  <a:pt x="4125" y="138991"/>
                </a:lnTo>
                <a:lnTo>
                  <a:pt x="4125" y="138103"/>
                </a:lnTo>
                <a:lnTo>
                  <a:pt x="4125" y="137304"/>
                </a:lnTo>
                <a:lnTo>
                  <a:pt x="4443" y="136239"/>
                </a:lnTo>
                <a:lnTo>
                  <a:pt x="4443" y="135086"/>
                </a:lnTo>
                <a:lnTo>
                  <a:pt x="4443" y="134287"/>
                </a:lnTo>
                <a:lnTo>
                  <a:pt x="4443" y="133399"/>
                </a:lnTo>
                <a:lnTo>
                  <a:pt x="4443" y="132334"/>
                </a:lnTo>
                <a:lnTo>
                  <a:pt x="4919" y="131447"/>
                </a:lnTo>
                <a:lnTo>
                  <a:pt x="4919" y="130382"/>
                </a:lnTo>
                <a:lnTo>
                  <a:pt x="4919" y="129316"/>
                </a:lnTo>
                <a:lnTo>
                  <a:pt x="4919" y="128518"/>
                </a:lnTo>
                <a:lnTo>
                  <a:pt x="4919" y="127630"/>
                </a:lnTo>
                <a:lnTo>
                  <a:pt x="4919" y="126743"/>
                </a:lnTo>
                <a:lnTo>
                  <a:pt x="4919" y="125677"/>
                </a:lnTo>
                <a:lnTo>
                  <a:pt x="4919" y="124612"/>
                </a:lnTo>
                <a:lnTo>
                  <a:pt x="4919" y="123725"/>
                </a:lnTo>
                <a:lnTo>
                  <a:pt x="5236" y="122660"/>
                </a:lnTo>
                <a:lnTo>
                  <a:pt x="5236" y="121861"/>
                </a:lnTo>
                <a:lnTo>
                  <a:pt x="5236" y="120973"/>
                </a:lnTo>
                <a:lnTo>
                  <a:pt x="5236" y="119908"/>
                </a:lnTo>
                <a:lnTo>
                  <a:pt x="5236" y="118843"/>
                </a:lnTo>
                <a:lnTo>
                  <a:pt x="5712" y="117956"/>
                </a:lnTo>
                <a:lnTo>
                  <a:pt x="5712" y="116891"/>
                </a:lnTo>
                <a:lnTo>
                  <a:pt x="5712" y="116003"/>
                </a:lnTo>
                <a:lnTo>
                  <a:pt x="5712" y="115204"/>
                </a:lnTo>
                <a:lnTo>
                  <a:pt x="5712" y="113873"/>
                </a:lnTo>
                <a:lnTo>
                  <a:pt x="6030" y="113074"/>
                </a:lnTo>
                <a:lnTo>
                  <a:pt x="6030" y="112009"/>
                </a:lnTo>
                <a:lnTo>
                  <a:pt x="6030" y="111122"/>
                </a:lnTo>
                <a:lnTo>
                  <a:pt x="6030" y="110234"/>
                </a:lnTo>
                <a:lnTo>
                  <a:pt x="6030" y="109169"/>
                </a:lnTo>
                <a:lnTo>
                  <a:pt x="6506" y="108104"/>
                </a:lnTo>
                <a:lnTo>
                  <a:pt x="6506" y="107039"/>
                </a:lnTo>
                <a:lnTo>
                  <a:pt x="6506" y="106151"/>
                </a:lnTo>
                <a:lnTo>
                  <a:pt x="6506" y="105352"/>
                </a:lnTo>
                <a:lnTo>
                  <a:pt x="6823" y="104287"/>
                </a:lnTo>
                <a:lnTo>
                  <a:pt x="6823" y="103400"/>
                </a:lnTo>
                <a:lnTo>
                  <a:pt x="6823" y="102068"/>
                </a:lnTo>
                <a:lnTo>
                  <a:pt x="6823" y="101270"/>
                </a:lnTo>
                <a:lnTo>
                  <a:pt x="6823" y="100205"/>
                </a:lnTo>
                <a:lnTo>
                  <a:pt x="7140" y="99317"/>
                </a:lnTo>
                <a:lnTo>
                  <a:pt x="7140" y="98252"/>
                </a:lnTo>
                <a:lnTo>
                  <a:pt x="7140" y="97364"/>
                </a:lnTo>
                <a:lnTo>
                  <a:pt x="7140" y="96299"/>
                </a:lnTo>
                <a:lnTo>
                  <a:pt x="7140" y="95234"/>
                </a:lnTo>
                <a:lnTo>
                  <a:pt x="7140" y="94169"/>
                </a:lnTo>
                <a:lnTo>
                  <a:pt x="7140" y="93282"/>
                </a:lnTo>
                <a:lnTo>
                  <a:pt x="7140" y="92217"/>
                </a:lnTo>
                <a:lnTo>
                  <a:pt x="7140" y="91418"/>
                </a:lnTo>
                <a:lnTo>
                  <a:pt x="7140" y="90353"/>
                </a:lnTo>
                <a:lnTo>
                  <a:pt x="7616" y="89199"/>
                </a:lnTo>
                <a:lnTo>
                  <a:pt x="7616" y="88134"/>
                </a:lnTo>
                <a:lnTo>
                  <a:pt x="7616" y="87335"/>
                </a:lnTo>
                <a:lnTo>
                  <a:pt x="7616" y="86270"/>
                </a:lnTo>
                <a:lnTo>
                  <a:pt x="7934" y="85382"/>
                </a:lnTo>
                <a:lnTo>
                  <a:pt x="7934" y="84317"/>
                </a:lnTo>
                <a:lnTo>
                  <a:pt x="7934" y="83252"/>
                </a:lnTo>
                <a:lnTo>
                  <a:pt x="7934" y="82187"/>
                </a:lnTo>
                <a:lnTo>
                  <a:pt x="7934" y="81300"/>
                </a:lnTo>
                <a:lnTo>
                  <a:pt x="8410" y="80235"/>
                </a:lnTo>
                <a:lnTo>
                  <a:pt x="8410" y="79347"/>
                </a:lnTo>
                <a:lnTo>
                  <a:pt x="8410" y="78282"/>
                </a:lnTo>
                <a:lnTo>
                  <a:pt x="8410" y="77217"/>
                </a:lnTo>
                <a:lnTo>
                  <a:pt x="8410" y="76152"/>
                </a:lnTo>
                <a:lnTo>
                  <a:pt x="8727" y="75087"/>
                </a:lnTo>
                <a:lnTo>
                  <a:pt x="8727" y="74199"/>
                </a:lnTo>
                <a:lnTo>
                  <a:pt x="8727" y="73134"/>
                </a:lnTo>
                <a:lnTo>
                  <a:pt x="8727" y="72069"/>
                </a:lnTo>
                <a:lnTo>
                  <a:pt x="8727" y="71270"/>
                </a:lnTo>
                <a:lnTo>
                  <a:pt x="9045" y="70116"/>
                </a:lnTo>
                <a:lnTo>
                  <a:pt x="9045" y="69051"/>
                </a:lnTo>
                <a:lnTo>
                  <a:pt x="9045" y="67986"/>
                </a:lnTo>
                <a:lnTo>
                  <a:pt x="9045" y="66921"/>
                </a:lnTo>
                <a:lnTo>
                  <a:pt x="9045" y="66122"/>
                </a:lnTo>
                <a:lnTo>
                  <a:pt x="9045" y="64969"/>
                </a:lnTo>
                <a:lnTo>
                  <a:pt x="9045" y="63904"/>
                </a:lnTo>
                <a:lnTo>
                  <a:pt x="9045" y="63105"/>
                </a:lnTo>
                <a:lnTo>
                  <a:pt x="9045" y="62040"/>
                </a:lnTo>
                <a:lnTo>
                  <a:pt x="9521" y="60975"/>
                </a:lnTo>
                <a:lnTo>
                  <a:pt x="9521" y="59821"/>
                </a:lnTo>
                <a:lnTo>
                  <a:pt x="9521" y="58756"/>
                </a:lnTo>
                <a:lnTo>
                  <a:pt x="9521" y="57957"/>
                </a:lnTo>
                <a:lnTo>
                  <a:pt x="9521" y="56892"/>
                </a:lnTo>
                <a:lnTo>
                  <a:pt x="9838" y="55827"/>
                </a:lnTo>
                <a:lnTo>
                  <a:pt x="9838" y="54673"/>
                </a:lnTo>
                <a:lnTo>
                  <a:pt x="9838" y="53608"/>
                </a:lnTo>
                <a:lnTo>
                  <a:pt x="9838" y="52543"/>
                </a:lnTo>
                <a:lnTo>
                  <a:pt x="9838" y="51478"/>
                </a:lnTo>
                <a:lnTo>
                  <a:pt x="10314" y="50679"/>
                </a:lnTo>
                <a:lnTo>
                  <a:pt x="10314" y="49614"/>
                </a:lnTo>
                <a:lnTo>
                  <a:pt x="10314" y="48460"/>
                </a:lnTo>
                <a:lnTo>
                  <a:pt x="10314" y="47661"/>
                </a:lnTo>
                <a:lnTo>
                  <a:pt x="10631" y="46596"/>
                </a:lnTo>
                <a:lnTo>
                  <a:pt x="10631" y="45531"/>
                </a:lnTo>
                <a:lnTo>
                  <a:pt x="10631" y="44200"/>
                </a:lnTo>
                <a:lnTo>
                  <a:pt x="10631" y="43312"/>
                </a:lnTo>
                <a:lnTo>
                  <a:pt x="10631" y="42247"/>
                </a:lnTo>
                <a:lnTo>
                  <a:pt x="11108" y="41182"/>
                </a:lnTo>
                <a:lnTo>
                  <a:pt x="11108" y="40117"/>
                </a:lnTo>
                <a:lnTo>
                  <a:pt x="11108" y="39318"/>
                </a:lnTo>
                <a:lnTo>
                  <a:pt x="11108" y="38164"/>
                </a:lnTo>
                <a:lnTo>
                  <a:pt x="11108" y="37099"/>
                </a:lnTo>
                <a:lnTo>
                  <a:pt x="11425" y="36034"/>
                </a:lnTo>
                <a:lnTo>
                  <a:pt x="11425" y="34969"/>
                </a:lnTo>
                <a:lnTo>
                  <a:pt x="11425" y="33904"/>
                </a:lnTo>
                <a:lnTo>
                  <a:pt x="11425" y="32839"/>
                </a:lnTo>
                <a:lnTo>
                  <a:pt x="11425" y="31774"/>
                </a:lnTo>
                <a:lnTo>
                  <a:pt x="11425" y="30709"/>
                </a:lnTo>
                <a:lnTo>
                  <a:pt x="11425" y="29821"/>
                </a:lnTo>
                <a:lnTo>
                  <a:pt x="11425" y="28756"/>
                </a:lnTo>
                <a:lnTo>
                  <a:pt x="11425" y="27691"/>
                </a:lnTo>
                <a:lnTo>
                  <a:pt x="11742" y="26626"/>
                </a:lnTo>
                <a:lnTo>
                  <a:pt x="11742" y="25384"/>
                </a:lnTo>
                <a:lnTo>
                  <a:pt x="11742" y="24496"/>
                </a:lnTo>
                <a:lnTo>
                  <a:pt x="11742" y="23431"/>
                </a:lnTo>
                <a:lnTo>
                  <a:pt x="11742" y="22366"/>
                </a:lnTo>
                <a:lnTo>
                  <a:pt x="12218" y="21301"/>
                </a:lnTo>
                <a:lnTo>
                  <a:pt x="12218" y="20236"/>
                </a:lnTo>
                <a:lnTo>
                  <a:pt x="12218" y="19082"/>
                </a:lnTo>
                <a:lnTo>
                  <a:pt x="12218" y="18283"/>
                </a:lnTo>
                <a:lnTo>
                  <a:pt x="12218" y="17218"/>
                </a:lnTo>
                <a:lnTo>
                  <a:pt x="12536" y="15887"/>
                </a:lnTo>
                <a:lnTo>
                  <a:pt x="12536" y="14822"/>
                </a:lnTo>
                <a:lnTo>
                  <a:pt x="12536" y="13757"/>
                </a:lnTo>
                <a:lnTo>
                  <a:pt x="12536" y="12692"/>
                </a:lnTo>
                <a:lnTo>
                  <a:pt x="12536" y="11626"/>
                </a:lnTo>
                <a:lnTo>
                  <a:pt x="13012" y="10739"/>
                </a:lnTo>
                <a:lnTo>
                  <a:pt x="13012" y="9674"/>
                </a:lnTo>
                <a:lnTo>
                  <a:pt x="13012" y="8609"/>
                </a:lnTo>
                <a:lnTo>
                  <a:pt x="13012" y="7544"/>
                </a:lnTo>
                <a:lnTo>
                  <a:pt x="13329" y="6479"/>
                </a:lnTo>
                <a:lnTo>
                  <a:pt x="13329" y="5414"/>
                </a:lnTo>
                <a:lnTo>
                  <a:pt x="13329" y="4082"/>
                </a:lnTo>
                <a:lnTo>
                  <a:pt x="13329" y="3017"/>
                </a:lnTo>
                <a:lnTo>
                  <a:pt x="13329" y="1952"/>
                </a:lnTo>
                <a:lnTo>
                  <a:pt x="13329" y="887"/>
                </a:lnTo>
                <a:lnTo>
                  <a:pt x="13329" y="0"/>
                </a:lnTo>
              </a:path>
            </a:pathLst>
          </a:custGeom>
          <a:ln w="1950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7786544" y="3081899"/>
            <a:ext cx="13805" cy="224906"/>
          </a:xfrm>
          <a:custGeom>
            <a:avLst/>
            <a:gdLst/>
            <a:ahLst/>
            <a:cxnLst/>
            <a:rect l="l" t="t" r="r" b="b"/>
            <a:pathLst>
              <a:path w="13805" h="224906">
                <a:moveTo>
                  <a:pt x="0" y="224906"/>
                </a:moveTo>
                <a:lnTo>
                  <a:pt x="0" y="223841"/>
                </a:lnTo>
                <a:lnTo>
                  <a:pt x="0" y="222776"/>
                </a:lnTo>
                <a:lnTo>
                  <a:pt x="0" y="221711"/>
                </a:lnTo>
                <a:lnTo>
                  <a:pt x="317" y="220646"/>
                </a:lnTo>
                <a:lnTo>
                  <a:pt x="317" y="219581"/>
                </a:lnTo>
                <a:lnTo>
                  <a:pt x="317" y="218516"/>
                </a:lnTo>
                <a:lnTo>
                  <a:pt x="317" y="217185"/>
                </a:lnTo>
                <a:lnTo>
                  <a:pt x="317" y="216119"/>
                </a:lnTo>
                <a:lnTo>
                  <a:pt x="793" y="215054"/>
                </a:lnTo>
                <a:lnTo>
                  <a:pt x="793" y="213989"/>
                </a:lnTo>
                <a:lnTo>
                  <a:pt x="793" y="212924"/>
                </a:lnTo>
                <a:lnTo>
                  <a:pt x="793" y="211859"/>
                </a:lnTo>
                <a:lnTo>
                  <a:pt x="1110" y="210794"/>
                </a:lnTo>
                <a:lnTo>
                  <a:pt x="1110" y="209729"/>
                </a:lnTo>
                <a:lnTo>
                  <a:pt x="1110" y="208664"/>
                </a:lnTo>
                <a:lnTo>
                  <a:pt x="1110" y="207599"/>
                </a:lnTo>
                <a:lnTo>
                  <a:pt x="1110" y="206534"/>
                </a:lnTo>
                <a:lnTo>
                  <a:pt x="1586" y="205469"/>
                </a:lnTo>
                <a:lnTo>
                  <a:pt x="1586" y="204137"/>
                </a:lnTo>
                <a:lnTo>
                  <a:pt x="1586" y="203072"/>
                </a:lnTo>
                <a:lnTo>
                  <a:pt x="1586" y="202007"/>
                </a:lnTo>
                <a:lnTo>
                  <a:pt x="1586" y="200942"/>
                </a:lnTo>
                <a:lnTo>
                  <a:pt x="1904" y="199877"/>
                </a:lnTo>
                <a:lnTo>
                  <a:pt x="1904" y="198812"/>
                </a:lnTo>
                <a:lnTo>
                  <a:pt x="1904" y="197747"/>
                </a:lnTo>
                <a:lnTo>
                  <a:pt x="1904" y="196682"/>
                </a:lnTo>
                <a:lnTo>
                  <a:pt x="1904" y="195528"/>
                </a:lnTo>
                <a:lnTo>
                  <a:pt x="2380" y="194463"/>
                </a:lnTo>
                <a:lnTo>
                  <a:pt x="2380" y="193398"/>
                </a:lnTo>
                <a:lnTo>
                  <a:pt x="2380" y="192333"/>
                </a:lnTo>
                <a:lnTo>
                  <a:pt x="2380" y="191268"/>
                </a:lnTo>
                <a:lnTo>
                  <a:pt x="2380" y="190025"/>
                </a:lnTo>
                <a:lnTo>
                  <a:pt x="2380" y="188960"/>
                </a:lnTo>
                <a:lnTo>
                  <a:pt x="2380" y="187806"/>
                </a:lnTo>
                <a:lnTo>
                  <a:pt x="2380" y="186741"/>
                </a:lnTo>
                <a:lnTo>
                  <a:pt x="2380" y="185676"/>
                </a:lnTo>
                <a:lnTo>
                  <a:pt x="2697" y="184611"/>
                </a:lnTo>
                <a:lnTo>
                  <a:pt x="2697" y="183546"/>
                </a:lnTo>
                <a:lnTo>
                  <a:pt x="2697" y="182481"/>
                </a:lnTo>
                <a:lnTo>
                  <a:pt x="2697" y="181416"/>
                </a:lnTo>
                <a:lnTo>
                  <a:pt x="2697" y="180351"/>
                </a:lnTo>
                <a:lnTo>
                  <a:pt x="3015" y="179286"/>
                </a:lnTo>
                <a:lnTo>
                  <a:pt x="3015" y="177955"/>
                </a:lnTo>
                <a:lnTo>
                  <a:pt x="3015" y="176889"/>
                </a:lnTo>
                <a:lnTo>
                  <a:pt x="3015" y="175824"/>
                </a:lnTo>
                <a:lnTo>
                  <a:pt x="3015" y="174759"/>
                </a:lnTo>
                <a:lnTo>
                  <a:pt x="3491" y="173517"/>
                </a:lnTo>
                <a:lnTo>
                  <a:pt x="3491" y="172452"/>
                </a:lnTo>
                <a:lnTo>
                  <a:pt x="3491" y="171298"/>
                </a:lnTo>
                <a:lnTo>
                  <a:pt x="3491" y="170233"/>
                </a:lnTo>
                <a:lnTo>
                  <a:pt x="3808" y="169168"/>
                </a:lnTo>
                <a:lnTo>
                  <a:pt x="3808" y="168103"/>
                </a:lnTo>
                <a:lnTo>
                  <a:pt x="3808" y="166860"/>
                </a:lnTo>
                <a:lnTo>
                  <a:pt x="3808" y="165795"/>
                </a:lnTo>
                <a:lnTo>
                  <a:pt x="3808" y="164730"/>
                </a:lnTo>
                <a:lnTo>
                  <a:pt x="4284" y="163576"/>
                </a:lnTo>
                <a:lnTo>
                  <a:pt x="4284" y="162511"/>
                </a:lnTo>
                <a:lnTo>
                  <a:pt x="4284" y="161446"/>
                </a:lnTo>
                <a:lnTo>
                  <a:pt x="4284" y="160381"/>
                </a:lnTo>
                <a:lnTo>
                  <a:pt x="4284" y="159316"/>
                </a:lnTo>
                <a:lnTo>
                  <a:pt x="4284" y="158073"/>
                </a:lnTo>
                <a:lnTo>
                  <a:pt x="4284" y="157008"/>
                </a:lnTo>
                <a:lnTo>
                  <a:pt x="4284" y="155943"/>
                </a:lnTo>
                <a:lnTo>
                  <a:pt x="4284" y="154612"/>
                </a:lnTo>
                <a:lnTo>
                  <a:pt x="4284" y="153547"/>
                </a:lnTo>
                <a:lnTo>
                  <a:pt x="4601" y="152482"/>
                </a:lnTo>
                <a:lnTo>
                  <a:pt x="4601" y="151417"/>
                </a:lnTo>
                <a:lnTo>
                  <a:pt x="4601" y="150085"/>
                </a:lnTo>
                <a:lnTo>
                  <a:pt x="4601" y="149020"/>
                </a:lnTo>
                <a:lnTo>
                  <a:pt x="4919" y="147955"/>
                </a:lnTo>
                <a:lnTo>
                  <a:pt x="4919" y="146890"/>
                </a:lnTo>
                <a:lnTo>
                  <a:pt x="4919" y="145825"/>
                </a:lnTo>
                <a:lnTo>
                  <a:pt x="4919" y="144494"/>
                </a:lnTo>
                <a:lnTo>
                  <a:pt x="4919" y="143429"/>
                </a:lnTo>
                <a:lnTo>
                  <a:pt x="5395" y="142364"/>
                </a:lnTo>
                <a:lnTo>
                  <a:pt x="5395" y="141298"/>
                </a:lnTo>
                <a:lnTo>
                  <a:pt x="5395" y="140233"/>
                </a:lnTo>
                <a:lnTo>
                  <a:pt x="5395" y="139168"/>
                </a:lnTo>
                <a:lnTo>
                  <a:pt x="5395" y="137926"/>
                </a:lnTo>
                <a:lnTo>
                  <a:pt x="5712" y="136861"/>
                </a:lnTo>
                <a:lnTo>
                  <a:pt x="5712" y="135707"/>
                </a:lnTo>
                <a:lnTo>
                  <a:pt x="5712" y="134642"/>
                </a:lnTo>
                <a:lnTo>
                  <a:pt x="5712" y="133399"/>
                </a:lnTo>
                <a:lnTo>
                  <a:pt x="5712" y="132334"/>
                </a:lnTo>
                <a:lnTo>
                  <a:pt x="6188" y="131003"/>
                </a:lnTo>
                <a:lnTo>
                  <a:pt x="6188" y="129938"/>
                </a:lnTo>
                <a:lnTo>
                  <a:pt x="6188" y="128873"/>
                </a:lnTo>
                <a:lnTo>
                  <a:pt x="6188" y="127630"/>
                </a:lnTo>
                <a:lnTo>
                  <a:pt x="6188" y="126565"/>
                </a:lnTo>
                <a:lnTo>
                  <a:pt x="6188" y="125411"/>
                </a:lnTo>
                <a:lnTo>
                  <a:pt x="6188" y="124346"/>
                </a:lnTo>
                <a:lnTo>
                  <a:pt x="6188" y="123281"/>
                </a:lnTo>
                <a:lnTo>
                  <a:pt x="6188" y="122038"/>
                </a:lnTo>
                <a:lnTo>
                  <a:pt x="6506" y="120973"/>
                </a:lnTo>
                <a:lnTo>
                  <a:pt x="6506" y="119908"/>
                </a:lnTo>
                <a:lnTo>
                  <a:pt x="6506" y="118843"/>
                </a:lnTo>
                <a:lnTo>
                  <a:pt x="6506" y="117512"/>
                </a:lnTo>
                <a:lnTo>
                  <a:pt x="6506" y="116447"/>
                </a:lnTo>
                <a:lnTo>
                  <a:pt x="6982" y="115382"/>
                </a:lnTo>
                <a:lnTo>
                  <a:pt x="6982" y="114317"/>
                </a:lnTo>
                <a:lnTo>
                  <a:pt x="6982" y="112985"/>
                </a:lnTo>
                <a:lnTo>
                  <a:pt x="6982" y="111920"/>
                </a:lnTo>
                <a:lnTo>
                  <a:pt x="6982" y="110855"/>
                </a:lnTo>
                <a:lnTo>
                  <a:pt x="7299" y="109790"/>
                </a:lnTo>
                <a:lnTo>
                  <a:pt x="7299" y="108548"/>
                </a:lnTo>
                <a:lnTo>
                  <a:pt x="7299" y="107483"/>
                </a:lnTo>
                <a:lnTo>
                  <a:pt x="7299" y="106151"/>
                </a:lnTo>
                <a:lnTo>
                  <a:pt x="7616" y="105086"/>
                </a:lnTo>
                <a:lnTo>
                  <a:pt x="7616" y="103755"/>
                </a:lnTo>
                <a:lnTo>
                  <a:pt x="7616" y="102690"/>
                </a:lnTo>
                <a:lnTo>
                  <a:pt x="7616" y="101625"/>
                </a:lnTo>
                <a:lnTo>
                  <a:pt x="7616" y="100382"/>
                </a:lnTo>
                <a:lnTo>
                  <a:pt x="8093" y="99317"/>
                </a:lnTo>
                <a:lnTo>
                  <a:pt x="8093" y="98252"/>
                </a:lnTo>
                <a:lnTo>
                  <a:pt x="8093" y="96921"/>
                </a:lnTo>
                <a:lnTo>
                  <a:pt x="8093" y="95856"/>
                </a:lnTo>
                <a:lnTo>
                  <a:pt x="8093" y="94791"/>
                </a:lnTo>
                <a:lnTo>
                  <a:pt x="8410" y="93725"/>
                </a:lnTo>
                <a:lnTo>
                  <a:pt x="8410" y="92394"/>
                </a:lnTo>
                <a:lnTo>
                  <a:pt x="8410" y="91329"/>
                </a:lnTo>
                <a:lnTo>
                  <a:pt x="8410" y="90264"/>
                </a:lnTo>
                <a:lnTo>
                  <a:pt x="8410" y="89021"/>
                </a:lnTo>
                <a:lnTo>
                  <a:pt x="8410" y="87956"/>
                </a:lnTo>
                <a:lnTo>
                  <a:pt x="8410" y="86891"/>
                </a:lnTo>
                <a:lnTo>
                  <a:pt x="8410" y="85560"/>
                </a:lnTo>
                <a:lnTo>
                  <a:pt x="8410" y="84495"/>
                </a:lnTo>
                <a:lnTo>
                  <a:pt x="8886" y="83430"/>
                </a:lnTo>
                <a:lnTo>
                  <a:pt x="8886" y="82098"/>
                </a:lnTo>
                <a:lnTo>
                  <a:pt x="8886" y="81033"/>
                </a:lnTo>
                <a:lnTo>
                  <a:pt x="8886" y="79968"/>
                </a:lnTo>
                <a:lnTo>
                  <a:pt x="8886" y="78726"/>
                </a:lnTo>
                <a:lnTo>
                  <a:pt x="9203" y="77661"/>
                </a:lnTo>
                <a:lnTo>
                  <a:pt x="9203" y="76596"/>
                </a:lnTo>
                <a:lnTo>
                  <a:pt x="9203" y="75264"/>
                </a:lnTo>
                <a:lnTo>
                  <a:pt x="9203" y="74199"/>
                </a:lnTo>
                <a:lnTo>
                  <a:pt x="9203" y="73134"/>
                </a:lnTo>
                <a:lnTo>
                  <a:pt x="9521" y="71803"/>
                </a:lnTo>
                <a:lnTo>
                  <a:pt x="9521" y="70738"/>
                </a:lnTo>
                <a:lnTo>
                  <a:pt x="9521" y="69673"/>
                </a:lnTo>
                <a:lnTo>
                  <a:pt x="9521" y="68430"/>
                </a:lnTo>
                <a:lnTo>
                  <a:pt x="9521" y="67365"/>
                </a:lnTo>
                <a:lnTo>
                  <a:pt x="9997" y="66034"/>
                </a:lnTo>
                <a:lnTo>
                  <a:pt x="9997" y="64969"/>
                </a:lnTo>
                <a:lnTo>
                  <a:pt x="9997" y="63726"/>
                </a:lnTo>
                <a:lnTo>
                  <a:pt x="9997" y="62661"/>
                </a:lnTo>
                <a:lnTo>
                  <a:pt x="10314" y="61330"/>
                </a:lnTo>
                <a:lnTo>
                  <a:pt x="10314" y="60265"/>
                </a:lnTo>
                <a:lnTo>
                  <a:pt x="10314" y="59200"/>
                </a:lnTo>
                <a:lnTo>
                  <a:pt x="10314" y="57868"/>
                </a:lnTo>
                <a:lnTo>
                  <a:pt x="10314" y="56803"/>
                </a:lnTo>
                <a:lnTo>
                  <a:pt x="10314" y="55561"/>
                </a:lnTo>
                <a:lnTo>
                  <a:pt x="10314" y="54495"/>
                </a:lnTo>
                <a:lnTo>
                  <a:pt x="10314" y="53430"/>
                </a:lnTo>
                <a:lnTo>
                  <a:pt x="10314" y="52099"/>
                </a:lnTo>
                <a:lnTo>
                  <a:pt x="10314" y="51034"/>
                </a:lnTo>
                <a:lnTo>
                  <a:pt x="10790" y="49969"/>
                </a:lnTo>
                <a:lnTo>
                  <a:pt x="10790" y="48726"/>
                </a:lnTo>
                <a:lnTo>
                  <a:pt x="10790" y="47661"/>
                </a:lnTo>
                <a:lnTo>
                  <a:pt x="10790" y="46330"/>
                </a:lnTo>
                <a:lnTo>
                  <a:pt x="10790" y="45265"/>
                </a:lnTo>
                <a:lnTo>
                  <a:pt x="11108" y="44200"/>
                </a:lnTo>
                <a:lnTo>
                  <a:pt x="11108" y="42868"/>
                </a:lnTo>
                <a:lnTo>
                  <a:pt x="11108" y="41803"/>
                </a:lnTo>
                <a:lnTo>
                  <a:pt x="11108" y="40738"/>
                </a:lnTo>
                <a:lnTo>
                  <a:pt x="11425" y="39496"/>
                </a:lnTo>
                <a:lnTo>
                  <a:pt x="11425" y="38431"/>
                </a:lnTo>
                <a:lnTo>
                  <a:pt x="11425" y="37099"/>
                </a:lnTo>
                <a:lnTo>
                  <a:pt x="11425" y="36034"/>
                </a:lnTo>
                <a:lnTo>
                  <a:pt x="11425" y="34969"/>
                </a:lnTo>
                <a:lnTo>
                  <a:pt x="11901" y="33638"/>
                </a:lnTo>
                <a:lnTo>
                  <a:pt x="11901" y="32573"/>
                </a:lnTo>
                <a:lnTo>
                  <a:pt x="11901" y="31330"/>
                </a:lnTo>
                <a:lnTo>
                  <a:pt x="11901" y="30265"/>
                </a:lnTo>
                <a:lnTo>
                  <a:pt x="11901" y="29200"/>
                </a:lnTo>
                <a:lnTo>
                  <a:pt x="12218" y="27869"/>
                </a:lnTo>
                <a:lnTo>
                  <a:pt x="12218" y="26804"/>
                </a:lnTo>
                <a:lnTo>
                  <a:pt x="12218" y="25561"/>
                </a:lnTo>
                <a:lnTo>
                  <a:pt x="12218" y="24496"/>
                </a:lnTo>
                <a:lnTo>
                  <a:pt x="12218" y="23165"/>
                </a:lnTo>
                <a:lnTo>
                  <a:pt x="12694" y="22100"/>
                </a:lnTo>
                <a:lnTo>
                  <a:pt x="12694" y="21035"/>
                </a:lnTo>
                <a:lnTo>
                  <a:pt x="12694" y="19703"/>
                </a:lnTo>
                <a:lnTo>
                  <a:pt x="12694" y="18638"/>
                </a:lnTo>
                <a:lnTo>
                  <a:pt x="12694" y="17396"/>
                </a:lnTo>
                <a:lnTo>
                  <a:pt x="12694" y="16331"/>
                </a:lnTo>
                <a:lnTo>
                  <a:pt x="12694" y="14999"/>
                </a:lnTo>
                <a:lnTo>
                  <a:pt x="12694" y="13934"/>
                </a:lnTo>
                <a:lnTo>
                  <a:pt x="12694" y="12869"/>
                </a:lnTo>
                <a:lnTo>
                  <a:pt x="13012" y="11626"/>
                </a:lnTo>
                <a:lnTo>
                  <a:pt x="13012" y="10561"/>
                </a:lnTo>
                <a:lnTo>
                  <a:pt x="13012" y="9230"/>
                </a:lnTo>
                <a:lnTo>
                  <a:pt x="13012" y="8165"/>
                </a:lnTo>
                <a:lnTo>
                  <a:pt x="13012" y="6834"/>
                </a:lnTo>
                <a:lnTo>
                  <a:pt x="13488" y="5769"/>
                </a:lnTo>
                <a:lnTo>
                  <a:pt x="13488" y="4704"/>
                </a:lnTo>
                <a:lnTo>
                  <a:pt x="13488" y="3461"/>
                </a:lnTo>
                <a:lnTo>
                  <a:pt x="13488" y="2396"/>
                </a:lnTo>
                <a:lnTo>
                  <a:pt x="13488" y="1065"/>
                </a:lnTo>
                <a:lnTo>
                  <a:pt x="13805" y="0"/>
                </a:lnTo>
              </a:path>
            </a:pathLst>
          </a:custGeom>
          <a:ln w="1950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7800350" y="2848826"/>
            <a:ext cx="13329" cy="233072"/>
          </a:xfrm>
          <a:custGeom>
            <a:avLst/>
            <a:gdLst/>
            <a:ahLst/>
            <a:cxnLst/>
            <a:rect l="l" t="t" r="r" b="b"/>
            <a:pathLst>
              <a:path w="13329" h="233072">
                <a:moveTo>
                  <a:pt x="0" y="233072"/>
                </a:moveTo>
                <a:lnTo>
                  <a:pt x="0" y="231829"/>
                </a:lnTo>
                <a:lnTo>
                  <a:pt x="0" y="230764"/>
                </a:lnTo>
                <a:lnTo>
                  <a:pt x="0" y="229433"/>
                </a:lnTo>
                <a:lnTo>
                  <a:pt x="317" y="228368"/>
                </a:lnTo>
                <a:lnTo>
                  <a:pt x="317" y="227125"/>
                </a:lnTo>
                <a:lnTo>
                  <a:pt x="317" y="225971"/>
                </a:lnTo>
                <a:lnTo>
                  <a:pt x="317" y="224729"/>
                </a:lnTo>
                <a:lnTo>
                  <a:pt x="317" y="223664"/>
                </a:lnTo>
                <a:lnTo>
                  <a:pt x="793" y="222332"/>
                </a:lnTo>
                <a:lnTo>
                  <a:pt x="793" y="221267"/>
                </a:lnTo>
                <a:lnTo>
                  <a:pt x="793" y="220025"/>
                </a:lnTo>
                <a:lnTo>
                  <a:pt x="793" y="218960"/>
                </a:lnTo>
                <a:lnTo>
                  <a:pt x="793" y="217628"/>
                </a:lnTo>
                <a:lnTo>
                  <a:pt x="793" y="216563"/>
                </a:lnTo>
                <a:lnTo>
                  <a:pt x="793" y="215321"/>
                </a:lnTo>
                <a:lnTo>
                  <a:pt x="793" y="214256"/>
                </a:lnTo>
                <a:lnTo>
                  <a:pt x="793" y="212924"/>
                </a:lnTo>
                <a:lnTo>
                  <a:pt x="793" y="211859"/>
                </a:lnTo>
                <a:lnTo>
                  <a:pt x="1110" y="210617"/>
                </a:lnTo>
                <a:lnTo>
                  <a:pt x="1110" y="209463"/>
                </a:lnTo>
                <a:lnTo>
                  <a:pt x="1110" y="208220"/>
                </a:lnTo>
                <a:lnTo>
                  <a:pt x="1110" y="207155"/>
                </a:lnTo>
                <a:lnTo>
                  <a:pt x="1110" y="205824"/>
                </a:lnTo>
                <a:lnTo>
                  <a:pt x="1586" y="204759"/>
                </a:lnTo>
                <a:lnTo>
                  <a:pt x="1586" y="203516"/>
                </a:lnTo>
                <a:lnTo>
                  <a:pt x="1586" y="202451"/>
                </a:lnTo>
                <a:lnTo>
                  <a:pt x="1586" y="201386"/>
                </a:lnTo>
                <a:lnTo>
                  <a:pt x="1904" y="200055"/>
                </a:lnTo>
                <a:lnTo>
                  <a:pt x="1904" y="198990"/>
                </a:lnTo>
                <a:lnTo>
                  <a:pt x="1904" y="197747"/>
                </a:lnTo>
                <a:lnTo>
                  <a:pt x="1904" y="196593"/>
                </a:lnTo>
                <a:lnTo>
                  <a:pt x="1904" y="195351"/>
                </a:lnTo>
                <a:lnTo>
                  <a:pt x="2221" y="194286"/>
                </a:lnTo>
                <a:lnTo>
                  <a:pt x="2221" y="192954"/>
                </a:lnTo>
                <a:lnTo>
                  <a:pt x="2221" y="191889"/>
                </a:lnTo>
                <a:lnTo>
                  <a:pt x="2221" y="190647"/>
                </a:lnTo>
                <a:lnTo>
                  <a:pt x="2221" y="189582"/>
                </a:lnTo>
                <a:lnTo>
                  <a:pt x="2697" y="188250"/>
                </a:lnTo>
                <a:lnTo>
                  <a:pt x="2697" y="187185"/>
                </a:lnTo>
                <a:lnTo>
                  <a:pt x="2697" y="185943"/>
                </a:lnTo>
                <a:lnTo>
                  <a:pt x="2697" y="184877"/>
                </a:lnTo>
                <a:lnTo>
                  <a:pt x="2697" y="183546"/>
                </a:lnTo>
                <a:lnTo>
                  <a:pt x="3015" y="182481"/>
                </a:lnTo>
                <a:lnTo>
                  <a:pt x="3015" y="181416"/>
                </a:lnTo>
                <a:lnTo>
                  <a:pt x="3015" y="180085"/>
                </a:lnTo>
                <a:lnTo>
                  <a:pt x="3015" y="179020"/>
                </a:lnTo>
                <a:lnTo>
                  <a:pt x="3015" y="177777"/>
                </a:lnTo>
                <a:lnTo>
                  <a:pt x="3015" y="176712"/>
                </a:lnTo>
                <a:lnTo>
                  <a:pt x="3015" y="175381"/>
                </a:lnTo>
                <a:lnTo>
                  <a:pt x="3015" y="174316"/>
                </a:lnTo>
                <a:lnTo>
                  <a:pt x="3015" y="173073"/>
                </a:lnTo>
                <a:lnTo>
                  <a:pt x="3491" y="172008"/>
                </a:lnTo>
                <a:lnTo>
                  <a:pt x="3491" y="170677"/>
                </a:lnTo>
                <a:lnTo>
                  <a:pt x="3491" y="169612"/>
                </a:lnTo>
                <a:lnTo>
                  <a:pt x="3491" y="168369"/>
                </a:lnTo>
                <a:lnTo>
                  <a:pt x="3491" y="167215"/>
                </a:lnTo>
                <a:lnTo>
                  <a:pt x="3808" y="165973"/>
                </a:lnTo>
                <a:lnTo>
                  <a:pt x="3808" y="164907"/>
                </a:lnTo>
                <a:lnTo>
                  <a:pt x="3808" y="163576"/>
                </a:lnTo>
                <a:lnTo>
                  <a:pt x="3808" y="162511"/>
                </a:lnTo>
                <a:lnTo>
                  <a:pt x="3808" y="161268"/>
                </a:lnTo>
                <a:lnTo>
                  <a:pt x="4284" y="160203"/>
                </a:lnTo>
                <a:lnTo>
                  <a:pt x="4284" y="158872"/>
                </a:lnTo>
                <a:lnTo>
                  <a:pt x="4284" y="157807"/>
                </a:lnTo>
                <a:lnTo>
                  <a:pt x="4284" y="156564"/>
                </a:lnTo>
                <a:lnTo>
                  <a:pt x="4601" y="155499"/>
                </a:lnTo>
                <a:lnTo>
                  <a:pt x="4601" y="154168"/>
                </a:lnTo>
                <a:lnTo>
                  <a:pt x="4601" y="153103"/>
                </a:lnTo>
                <a:lnTo>
                  <a:pt x="4601" y="151860"/>
                </a:lnTo>
                <a:lnTo>
                  <a:pt x="4601" y="150707"/>
                </a:lnTo>
                <a:lnTo>
                  <a:pt x="4919" y="149464"/>
                </a:lnTo>
                <a:lnTo>
                  <a:pt x="4919" y="148399"/>
                </a:lnTo>
                <a:lnTo>
                  <a:pt x="4919" y="147334"/>
                </a:lnTo>
                <a:lnTo>
                  <a:pt x="4919" y="146003"/>
                </a:lnTo>
                <a:lnTo>
                  <a:pt x="4919" y="144937"/>
                </a:lnTo>
                <a:lnTo>
                  <a:pt x="4919" y="143695"/>
                </a:lnTo>
                <a:lnTo>
                  <a:pt x="4919" y="142630"/>
                </a:lnTo>
                <a:lnTo>
                  <a:pt x="4919" y="141298"/>
                </a:lnTo>
                <a:lnTo>
                  <a:pt x="4919" y="140233"/>
                </a:lnTo>
                <a:lnTo>
                  <a:pt x="4919" y="138991"/>
                </a:lnTo>
                <a:lnTo>
                  <a:pt x="5395" y="137926"/>
                </a:lnTo>
                <a:lnTo>
                  <a:pt x="5395" y="136594"/>
                </a:lnTo>
                <a:lnTo>
                  <a:pt x="5395" y="135529"/>
                </a:lnTo>
                <a:lnTo>
                  <a:pt x="5395" y="134198"/>
                </a:lnTo>
                <a:lnTo>
                  <a:pt x="5712" y="133133"/>
                </a:lnTo>
                <a:lnTo>
                  <a:pt x="5712" y="131890"/>
                </a:lnTo>
                <a:lnTo>
                  <a:pt x="5712" y="130825"/>
                </a:lnTo>
                <a:lnTo>
                  <a:pt x="5712" y="129494"/>
                </a:lnTo>
                <a:lnTo>
                  <a:pt x="5712" y="128429"/>
                </a:lnTo>
                <a:lnTo>
                  <a:pt x="6188" y="127186"/>
                </a:lnTo>
                <a:lnTo>
                  <a:pt x="6188" y="126121"/>
                </a:lnTo>
                <a:lnTo>
                  <a:pt x="6188" y="124790"/>
                </a:lnTo>
                <a:lnTo>
                  <a:pt x="6188" y="123725"/>
                </a:lnTo>
                <a:lnTo>
                  <a:pt x="6188" y="122482"/>
                </a:lnTo>
                <a:lnTo>
                  <a:pt x="6506" y="121328"/>
                </a:lnTo>
                <a:lnTo>
                  <a:pt x="6506" y="120086"/>
                </a:lnTo>
                <a:lnTo>
                  <a:pt x="6506" y="119021"/>
                </a:lnTo>
                <a:lnTo>
                  <a:pt x="6506" y="117689"/>
                </a:lnTo>
                <a:lnTo>
                  <a:pt x="6506" y="116624"/>
                </a:lnTo>
                <a:lnTo>
                  <a:pt x="6823" y="115382"/>
                </a:lnTo>
                <a:lnTo>
                  <a:pt x="6823" y="114317"/>
                </a:lnTo>
                <a:lnTo>
                  <a:pt x="6823" y="112985"/>
                </a:lnTo>
                <a:lnTo>
                  <a:pt x="6823" y="111920"/>
                </a:lnTo>
                <a:lnTo>
                  <a:pt x="7299" y="110855"/>
                </a:lnTo>
                <a:lnTo>
                  <a:pt x="7299" y="109613"/>
                </a:lnTo>
                <a:lnTo>
                  <a:pt x="7299" y="108548"/>
                </a:lnTo>
                <a:lnTo>
                  <a:pt x="7299" y="107216"/>
                </a:lnTo>
                <a:lnTo>
                  <a:pt x="7299" y="106151"/>
                </a:lnTo>
                <a:lnTo>
                  <a:pt x="7299" y="104820"/>
                </a:lnTo>
                <a:lnTo>
                  <a:pt x="7299" y="103755"/>
                </a:lnTo>
                <a:lnTo>
                  <a:pt x="7299" y="102512"/>
                </a:lnTo>
                <a:lnTo>
                  <a:pt x="7299" y="101625"/>
                </a:lnTo>
                <a:lnTo>
                  <a:pt x="7299" y="100382"/>
                </a:lnTo>
                <a:lnTo>
                  <a:pt x="7616" y="99317"/>
                </a:lnTo>
                <a:lnTo>
                  <a:pt x="7616" y="97986"/>
                </a:lnTo>
                <a:lnTo>
                  <a:pt x="7616" y="96921"/>
                </a:lnTo>
                <a:lnTo>
                  <a:pt x="7616" y="95678"/>
                </a:lnTo>
                <a:lnTo>
                  <a:pt x="7616" y="94613"/>
                </a:lnTo>
                <a:lnTo>
                  <a:pt x="8093" y="93282"/>
                </a:lnTo>
                <a:lnTo>
                  <a:pt x="8093" y="92217"/>
                </a:lnTo>
                <a:lnTo>
                  <a:pt x="8093" y="90885"/>
                </a:lnTo>
                <a:lnTo>
                  <a:pt x="8093" y="89820"/>
                </a:lnTo>
                <a:lnTo>
                  <a:pt x="8410" y="88578"/>
                </a:lnTo>
                <a:lnTo>
                  <a:pt x="8410" y="87513"/>
                </a:lnTo>
                <a:lnTo>
                  <a:pt x="8410" y="86447"/>
                </a:lnTo>
                <a:lnTo>
                  <a:pt x="8410" y="85116"/>
                </a:lnTo>
                <a:lnTo>
                  <a:pt x="8410" y="84051"/>
                </a:lnTo>
                <a:lnTo>
                  <a:pt x="8886" y="82808"/>
                </a:lnTo>
                <a:lnTo>
                  <a:pt x="8886" y="81743"/>
                </a:lnTo>
                <a:lnTo>
                  <a:pt x="8886" y="80412"/>
                </a:lnTo>
                <a:lnTo>
                  <a:pt x="8886" y="79347"/>
                </a:lnTo>
                <a:lnTo>
                  <a:pt x="8886" y="78016"/>
                </a:lnTo>
                <a:lnTo>
                  <a:pt x="9203" y="76951"/>
                </a:lnTo>
                <a:lnTo>
                  <a:pt x="9203" y="75708"/>
                </a:lnTo>
                <a:lnTo>
                  <a:pt x="9203" y="74643"/>
                </a:lnTo>
                <a:lnTo>
                  <a:pt x="9203" y="73312"/>
                </a:lnTo>
                <a:lnTo>
                  <a:pt x="9203" y="72247"/>
                </a:lnTo>
                <a:lnTo>
                  <a:pt x="9203" y="71182"/>
                </a:lnTo>
                <a:lnTo>
                  <a:pt x="9203" y="69939"/>
                </a:lnTo>
                <a:lnTo>
                  <a:pt x="9203" y="68874"/>
                </a:lnTo>
                <a:lnTo>
                  <a:pt x="9203" y="67543"/>
                </a:lnTo>
                <a:lnTo>
                  <a:pt x="9521" y="66477"/>
                </a:lnTo>
                <a:lnTo>
                  <a:pt x="9521" y="65235"/>
                </a:lnTo>
                <a:lnTo>
                  <a:pt x="9521" y="64081"/>
                </a:lnTo>
                <a:lnTo>
                  <a:pt x="9521" y="62838"/>
                </a:lnTo>
                <a:lnTo>
                  <a:pt x="9521" y="61773"/>
                </a:lnTo>
                <a:lnTo>
                  <a:pt x="9997" y="60442"/>
                </a:lnTo>
                <a:lnTo>
                  <a:pt x="9997" y="59377"/>
                </a:lnTo>
                <a:lnTo>
                  <a:pt x="9997" y="58312"/>
                </a:lnTo>
                <a:lnTo>
                  <a:pt x="9997" y="57069"/>
                </a:lnTo>
                <a:lnTo>
                  <a:pt x="9997" y="56004"/>
                </a:lnTo>
                <a:lnTo>
                  <a:pt x="10314" y="54673"/>
                </a:lnTo>
                <a:lnTo>
                  <a:pt x="10314" y="53608"/>
                </a:lnTo>
                <a:lnTo>
                  <a:pt x="10314" y="52365"/>
                </a:lnTo>
                <a:lnTo>
                  <a:pt x="10314" y="51211"/>
                </a:lnTo>
                <a:lnTo>
                  <a:pt x="10314" y="49969"/>
                </a:lnTo>
                <a:lnTo>
                  <a:pt x="10790" y="48904"/>
                </a:lnTo>
                <a:lnTo>
                  <a:pt x="10790" y="47573"/>
                </a:lnTo>
                <a:lnTo>
                  <a:pt x="10790" y="46507"/>
                </a:lnTo>
                <a:lnTo>
                  <a:pt x="10790" y="45265"/>
                </a:lnTo>
                <a:lnTo>
                  <a:pt x="11108" y="44200"/>
                </a:lnTo>
                <a:lnTo>
                  <a:pt x="11108" y="42868"/>
                </a:lnTo>
                <a:lnTo>
                  <a:pt x="11108" y="41803"/>
                </a:lnTo>
                <a:lnTo>
                  <a:pt x="11108" y="40561"/>
                </a:lnTo>
                <a:lnTo>
                  <a:pt x="11108" y="39496"/>
                </a:lnTo>
                <a:lnTo>
                  <a:pt x="11108" y="38164"/>
                </a:lnTo>
                <a:lnTo>
                  <a:pt x="11108" y="37099"/>
                </a:lnTo>
                <a:lnTo>
                  <a:pt x="11108" y="35857"/>
                </a:lnTo>
                <a:lnTo>
                  <a:pt x="11108" y="34703"/>
                </a:lnTo>
                <a:lnTo>
                  <a:pt x="11108" y="33460"/>
                </a:lnTo>
                <a:lnTo>
                  <a:pt x="11425" y="32395"/>
                </a:lnTo>
                <a:lnTo>
                  <a:pt x="11425" y="31330"/>
                </a:lnTo>
                <a:lnTo>
                  <a:pt x="11425" y="29999"/>
                </a:lnTo>
                <a:lnTo>
                  <a:pt x="11425" y="28934"/>
                </a:lnTo>
                <a:lnTo>
                  <a:pt x="11425" y="27691"/>
                </a:lnTo>
                <a:lnTo>
                  <a:pt x="11901" y="26626"/>
                </a:lnTo>
                <a:lnTo>
                  <a:pt x="11901" y="25295"/>
                </a:lnTo>
                <a:lnTo>
                  <a:pt x="11901" y="24230"/>
                </a:lnTo>
                <a:lnTo>
                  <a:pt x="11901" y="23165"/>
                </a:lnTo>
                <a:lnTo>
                  <a:pt x="12218" y="21922"/>
                </a:lnTo>
                <a:lnTo>
                  <a:pt x="12218" y="20768"/>
                </a:lnTo>
                <a:lnTo>
                  <a:pt x="12218" y="19526"/>
                </a:lnTo>
                <a:lnTo>
                  <a:pt x="12218" y="18461"/>
                </a:lnTo>
                <a:lnTo>
                  <a:pt x="12218" y="17396"/>
                </a:lnTo>
                <a:lnTo>
                  <a:pt x="12694" y="16064"/>
                </a:lnTo>
                <a:lnTo>
                  <a:pt x="12694" y="14999"/>
                </a:lnTo>
                <a:lnTo>
                  <a:pt x="12694" y="13757"/>
                </a:lnTo>
                <a:lnTo>
                  <a:pt x="12694" y="12692"/>
                </a:lnTo>
                <a:lnTo>
                  <a:pt x="12694" y="11626"/>
                </a:lnTo>
                <a:lnTo>
                  <a:pt x="13012" y="10295"/>
                </a:lnTo>
                <a:lnTo>
                  <a:pt x="13012" y="9230"/>
                </a:lnTo>
                <a:lnTo>
                  <a:pt x="13012" y="8165"/>
                </a:lnTo>
                <a:lnTo>
                  <a:pt x="13012" y="6834"/>
                </a:lnTo>
                <a:lnTo>
                  <a:pt x="13012" y="5769"/>
                </a:lnTo>
                <a:lnTo>
                  <a:pt x="13329" y="4526"/>
                </a:lnTo>
                <a:lnTo>
                  <a:pt x="13329" y="3461"/>
                </a:lnTo>
                <a:lnTo>
                  <a:pt x="13329" y="2396"/>
                </a:lnTo>
                <a:lnTo>
                  <a:pt x="13329" y="1065"/>
                </a:lnTo>
                <a:lnTo>
                  <a:pt x="13329" y="0"/>
                </a:lnTo>
              </a:path>
            </a:pathLst>
          </a:custGeom>
          <a:ln w="1951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7813680" y="2628446"/>
            <a:ext cx="13488" cy="220380"/>
          </a:xfrm>
          <a:custGeom>
            <a:avLst/>
            <a:gdLst/>
            <a:ahLst/>
            <a:cxnLst/>
            <a:rect l="l" t="t" r="r" b="b"/>
            <a:pathLst>
              <a:path w="13488" h="220380">
                <a:moveTo>
                  <a:pt x="0" y="220380"/>
                </a:moveTo>
                <a:lnTo>
                  <a:pt x="0" y="219137"/>
                </a:lnTo>
                <a:lnTo>
                  <a:pt x="0" y="218072"/>
                </a:lnTo>
                <a:lnTo>
                  <a:pt x="0" y="216918"/>
                </a:lnTo>
                <a:lnTo>
                  <a:pt x="0" y="215676"/>
                </a:lnTo>
                <a:lnTo>
                  <a:pt x="476" y="214611"/>
                </a:lnTo>
                <a:lnTo>
                  <a:pt x="476" y="213546"/>
                </a:lnTo>
                <a:lnTo>
                  <a:pt x="476" y="212214"/>
                </a:lnTo>
                <a:lnTo>
                  <a:pt x="476" y="211149"/>
                </a:lnTo>
                <a:lnTo>
                  <a:pt x="476" y="210084"/>
                </a:lnTo>
                <a:lnTo>
                  <a:pt x="793" y="208841"/>
                </a:lnTo>
                <a:lnTo>
                  <a:pt x="793" y="207776"/>
                </a:lnTo>
                <a:lnTo>
                  <a:pt x="793" y="206445"/>
                </a:lnTo>
                <a:lnTo>
                  <a:pt x="793" y="205380"/>
                </a:lnTo>
                <a:lnTo>
                  <a:pt x="793" y="204315"/>
                </a:lnTo>
                <a:lnTo>
                  <a:pt x="1269" y="202984"/>
                </a:lnTo>
                <a:lnTo>
                  <a:pt x="1269" y="201919"/>
                </a:lnTo>
                <a:lnTo>
                  <a:pt x="1269" y="200676"/>
                </a:lnTo>
                <a:lnTo>
                  <a:pt x="1269" y="199611"/>
                </a:lnTo>
                <a:lnTo>
                  <a:pt x="1586" y="198280"/>
                </a:lnTo>
                <a:lnTo>
                  <a:pt x="1586" y="197215"/>
                </a:lnTo>
                <a:lnTo>
                  <a:pt x="1586" y="195972"/>
                </a:lnTo>
                <a:lnTo>
                  <a:pt x="1586" y="194907"/>
                </a:lnTo>
                <a:lnTo>
                  <a:pt x="1586" y="193842"/>
                </a:lnTo>
                <a:lnTo>
                  <a:pt x="2062" y="192510"/>
                </a:lnTo>
                <a:lnTo>
                  <a:pt x="2062" y="191445"/>
                </a:lnTo>
                <a:lnTo>
                  <a:pt x="2062" y="190380"/>
                </a:lnTo>
                <a:lnTo>
                  <a:pt x="2062" y="189049"/>
                </a:lnTo>
                <a:lnTo>
                  <a:pt x="2062" y="187984"/>
                </a:lnTo>
                <a:lnTo>
                  <a:pt x="2062" y="186919"/>
                </a:lnTo>
                <a:lnTo>
                  <a:pt x="2062" y="185676"/>
                </a:lnTo>
                <a:lnTo>
                  <a:pt x="2062" y="184611"/>
                </a:lnTo>
                <a:lnTo>
                  <a:pt x="2062" y="183546"/>
                </a:lnTo>
                <a:lnTo>
                  <a:pt x="2062" y="182392"/>
                </a:lnTo>
                <a:lnTo>
                  <a:pt x="2380" y="181150"/>
                </a:lnTo>
                <a:lnTo>
                  <a:pt x="2380" y="180085"/>
                </a:lnTo>
                <a:lnTo>
                  <a:pt x="2380" y="179020"/>
                </a:lnTo>
                <a:lnTo>
                  <a:pt x="2380" y="177688"/>
                </a:lnTo>
                <a:lnTo>
                  <a:pt x="2697" y="176623"/>
                </a:lnTo>
                <a:lnTo>
                  <a:pt x="2697" y="175558"/>
                </a:lnTo>
                <a:lnTo>
                  <a:pt x="2697" y="174316"/>
                </a:lnTo>
                <a:lnTo>
                  <a:pt x="2697" y="173250"/>
                </a:lnTo>
                <a:lnTo>
                  <a:pt x="2697" y="172185"/>
                </a:lnTo>
                <a:lnTo>
                  <a:pt x="3173" y="171032"/>
                </a:lnTo>
                <a:lnTo>
                  <a:pt x="3173" y="169789"/>
                </a:lnTo>
                <a:lnTo>
                  <a:pt x="3173" y="168724"/>
                </a:lnTo>
                <a:lnTo>
                  <a:pt x="3173" y="167659"/>
                </a:lnTo>
                <a:lnTo>
                  <a:pt x="3173" y="166328"/>
                </a:lnTo>
                <a:lnTo>
                  <a:pt x="3491" y="165262"/>
                </a:lnTo>
                <a:lnTo>
                  <a:pt x="3491" y="164197"/>
                </a:lnTo>
                <a:lnTo>
                  <a:pt x="3491" y="162955"/>
                </a:lnTo>
                <a:lnTo>
                  <a:pt x="3491" y="161890"/>
                </a:lnTo>
                <a:lnTo>
                  <a:pt x="3491" y="160558"/>
                </a:lnTo>
                <a:lnTo>
                  <a:pt x="3967" y="159493"/>
                </a:lnTo>
                <a:lnTo>
                  <a:pt x="3967" y="158428"/>
                </a:lnTo>
                <a:lnTo>
                  <a:pt x="3967" y="157097"/>
                </a:lnTo>
                <a:lnTo>
                  <a:pt x="3967" y="156032"/>
                </a:lnTo>
                <a:lnTo>
                  <a:pt x="4284" y="154967"/>
                </a:lnTo>
                <a:lnTo>
                  <a:pt x="4284" y="153902"/>
                </a:lnTo>
                <a:lnTo>
                  <a:pt x="4284" y="152659"/>
                </a:lnTo>
                <a:lnTo>
                  <a:pt x="4284" y="151594"/>
                </a:lnTo>
                <a:lnTo>
                  <a:pt x="4284" y="150529"/>
                </a:lnTo>
                <a:lnTo>
                  <a:pt x="4284" y="149375"/>
                </a:lnTo>
                <a:lnTo>
                  <a:pt x="4284" y="148133"/>
                </a:lnTo>
                <a:lnTo>
                  <a:pt x="4284" y="147068"/>
                </a:lnTo>
                <a:lnTo>
                  <a:pt x="4284" y="146003"/>
                </a:lnTo>
                <a:lnTo>
                  <a:pt x="4284" y="144937"/>
                </a:lnTo>
                <a:lnTo>
                  <a:pt x="4601" y="143606"/>
                </a:lnTo>
                <a:lnTo>
                  <a:pt x="4601" y="142541"/>
                </a:lnTo>
                <a:lnTo>
                  <a:pt x="4601" y="141476"/>
                </a:lnTo>
                <a:lnTo>
                  <a:pt x="4601" y="140411"/>
                </a:lnTo>
                <a:lnTo>
                  <a:pt x="4601" y="139346"/>
                </a:lnTo>
                <a:lnTo>
                  <a:pt x="5077" y="138014"/>
                </a:lnTo>
                <a:lnTo>
                  <a:pt x="5077" y="136949"/>
                </a:lnTo>
                <a:lnTo>
                  <a:pt x="5077" y="135707"/>
                </a:lnTo>
                <a:lnTo>
                  <a:pt x="5077" y="134642"/>
                </a:lnTo>
                <a:lnTo>
                  <a:pt x="5395" y="133310"/>
                </a:lnTo>
                <a:lnTo>
                  <a:pt x="5395" y="132245"/>
                </a:lnTo>
                <a:lnTo>
                  <a:pt x="5395" y="131180"/>
                </a:lnTo>
                <a:lnTo>
                  <a:pt x="5395" y="130115"/>
                </a:lnTo>
                <a:lnTo>
                  <a:pt x="5395" y="129050"/>
                </a:lnTo>
                <a:lnTo>
                  <a:pt x="5871" y="127985"/>
                </a:lnTo>
                <a:lnTo>
                  <a:pt x="5871" y="126654"/>
                </a:lnTo>
                <a:lnTo>
                  <a:pt x="5871" y="125589"/>
                </a:lnTo>
                <a:lnTo>
                  <a:pt x="5871" y="124524"/>
                </a:lnTo>
                <a:lnTo>
                  <a:pt x="5871" y="123459"/>
                </a:lnTo>
                <a:lnTo>
                  <a:pt x="6188" y="122394"/>
                </a:lnTo>
                <a:lnTo>
                  <a:pt x="6188" y="121151"/>
                </a:lnTo>
                <a:lnTo>
                  <a:pt x="6188" y="119997"/>
                </a:lnTo>
                <a:lnTo>
                  <a:pt x="6188" y="118932"/>
                </a:lnTo>
                <a:lnTo>
                  <a:pt x="6188" y="117867"/>
                </a:lnTo>
                <a:lnTo>
                  <a:pt x="6188" y="116802"/>
                </a:lnTo>
                <a:lnTo>
                  <a:pt x="6188" y="115737"/>
                </a:lnTo>
                <a:lnTo>
                  <a:pt x="6188" y="114494"/>
                </a:lnTo>
                <a:lnTo>
                  <a:pt x="6188" y="113429"/>
                </a:lnTo>
                <a:lnTo>
                  <a:pt x="6664" y="112098"/>
                </a:lnTo>
                <a:lnTo>
                  <a:pt x="6664" y="111033"/>
                </a:lnTo>
                <a:lnTo>
                  <a:pt x="6664" y="109968"/>
                </a:lnTo>
                <a:lnTo>
                  <a:pt x="6664" y="108903"/>
                </a:lnTo>
                <a:lnTo>
                  <a:pt x="6664" y="107838"/>
                </a:lnTo>
                <a:lnTo>
                  <a:pt x="6982" y="106773"/>
                </a:lnTo>
                <a:lnTo>
                  <a:pt x="6982" y="105441"/>
                </a:lnTo>
                <a:lnTo>
                  <a:pt x="6982" y="104376"/>
                </a:lnTo>
                <a:lnTo>
                  <a:pt x="6982" y="103311"/>
                </a:lnTo>
                <a:lnTo>
                  <a:pt x="6982" y="102246"/>
                </a:lnTo>
                <a:lnTo>
                  <a:pt x="7299" y="101181"/>
                </a:lnTo>
                <a:lnTo>
                  <a:pt x="7299" y="100116"/>
                </a:lnTo>
                <a:lnTo>
                  <a:pt x="7299" y="99051"/>
                </a:lnTo>
                <a:lnTo>
                  <a:pt x="7299" y="97986"/>
                </a:lnTo>
                <a:lnTo>
                  <a:pt x="7299" y="96921"/>
                </a:lnTo>
                <a:lnTo>
                  <a:pt x="7775" y="95589"/>
                </a:lnTo>
                <a:lnTo>
                  <a:pt x="7775" y="94524"/>
                </a:lnTo>
                <a:lnTo>
                  <a:pt x="7775" y="93193"/>
                </a:lnTo>
                <a:lnTo>
                  <a:pt x="7775" y="92128"/>
                </a:lnTo>
                <a:lnTo>
                  <a:pt x="8093" y="91063"/>
                </a:lnTo>
                <a:lnTo>
                  <a:pt x="8093" y="89998"/>
                </a:lnTo>
                <a:lnTo>
                  <a:pt x="8093" y="88933"/>
                </a:lnTo>
                <a:lnTo>
                  <a:pt x="8093" y="87868"/>
                </a:lnTo>
                <a:lnTo>
                  <a:pt x="8093" y="86803"/>
                </a:lnTo>
                <a:lnTo>
                  <a:pt x="8569" y="85737"/>
                </a:lnTo>
                <a:lnTo>
                  <a:pt x="8569" y="84672"/>
                </a:lnTo>
                <a:lnTo>
                  <a:pt x="8569" y="83607"/>
                </a:lnTo>
                <a:lnTo>
                  <a:pt x="8569" y="82542"/>
                </a:lnTo>
                <a:lnTo>
                  <a:pt x="8569" y="81477"/>
                </a:lnTo>
                <a:lnTo>
                  <a:pt x="8569" y="80146"/>
                </a:lnTo>
                <a:lnTo>
                  <a:pt x="8569" y="79081"/>
                </a:lnTo>
                <a:lnTo>
                  <a:pt x="8569" y="78016"/>
                </a:lnTo>
                <a:lnTo>
                  <a:pt x="8569" y="76684"/>
                </a:lnTo>
                <a:lnTo>
                  <a:pt x="8569" y="75619"/>
                </a:lnTo>
                <a:lnTo>
                  <a:pt x="8886" y="74554"/>
                </a:lnTo>
                <a:lnTo>
                  <a:pt x="8886" y="73489"/>
                </a:lnTo>
                <a:lnTo>
                  <a:pt x="8886" y="72424"/>
                </a:lnTo>
                <a:lnTo>
                  <a:pt x="8886" y="71359"/>
                </a:lnTo>
                <a:lnTo>
                  <a:pt x="9203" y="70294"/>
                </a:lnTo>
                <a:lnTo>
                  <a:pt x="9203" y="69229"/>
                </a:lnTo>
                <a:lnTo>
                  <a:pt x="9203" y="68164"/>
                </a:lnTo>
                <a:lnTo>
                  <a:pt x="9203" y="67099"/>
                </a:lnTo>
                <a:lnTo>
                  <a:pt x="9203" y="66034"/>
                </a:lnTo>
                <a:lnTo>
                  <a:pt x="9679" y="64969"/>
                </a:lnTo>
                <a:lnTo>
                  <a:pt x="9679" y="63637"/>
                </a:lnTo>
                <a:lnTo>
                  <a:pt x="9679" y="62572"/>
                </a:lnTo>
                <a:lnTo>
                  <a:pt x="9679" y="61507"/>
                </a:lnTo>
                <a:lnTo>
                  <a:pt x="9679" y="60442"/>
                </a:lnTo>
                <a:lnTo>
                  <a:pt x="9997" y="59377"/>
                </a:lnTo>
                <a:lnTo>
                  <a:pt x="9997" y="58312"/>
                </a:lnTo>
                <a:lnTo>
                  <a:pt x="9997" y="57247"/>
                </a:lnTo>
                <a:lnTo>
                  <a:pt x="9997" y="56182"/>
                </a:lnTo>
                <a:lnTo>
                  <a:pt x="9997" y="55028"/>
                </a:lnTo>
                <a:lnTo>
                  <a:pt x="10473" y="53963"/>
                </a:lnTo>
                <a:lnTo>
                  <a:pt x="10473" y="52898"/>
                </a:lnTo>
                <a:lnTo>
                  <a:pt x="10473" y="51833"/>
                </a:lnTo>
                <a:lnTo>
                  <a:pt x="10473" y="50768"/>
                </a:lnTo>
                <a:lnTo>
                  <a:pt x="10473" y="49703"/>
                </a:lnTo>
                <a:lnTo>
                  <a:pt x="10473" y="48638"/>
                </a:lnTo>
                <a:lnTo>
                  <a:pt x="10473" y="47573"/>
                </a:lnTo>
                <a:lnTo>
                  <a:pt x="10473" y="46507"/>
                </a:lnTo>
                <a:lnTo>
                  <a:pt x="10473" y="45442"/>
                </a:lnTo>
                <a:lnTo>
                  <a:pt x="10790" y="44377"/>
                </a:lnTo>
                <a:lnTo>
                  <a:pt x="10790" y="43312"/>
                </a:lnTo>
                <a:lnTo>
                  <a:pt x="10790" y="42158"/>
                </a:lnTo>
                <a:lnTo>
                  <a:pt x="10790" y="41093"/>
                </a:lnTo>
                <a:lnTo>
                  <a:pt x="10790" y="40028"/>
                </a:lnTo>
                <a:lnTo>
                  <a:pt x="11266" y="38963"/>
                </a:lnTo>
                <a:lnTo>
                  <a:pt x="11266" y="37721"/>
                </a:lnTo>
                <a:lnTo>
                  <a:pt x="11266" y="36833"/>
                </a:lnTo>
                <a:lnTo>
                  <a:pt x="11266" y="35768"/>
                </a:lnTo>
                <a:lnTo>
                  <a:pt x="11266" y="34703"/>
                </a:lnTo>
                <a:lnTo>
                  <a:pt x="11584" y="33638"/>
                </a:lnTo>
                <a:lnTo>
                  <a:pt x="11584" y="32573"/>
                </a:lnTo>
                <a:lnTo>
                  <a:pt x="11584" y="31508"/>
                </a:lnTo>
                <a:lnTo>
                  <a:pt x="11584" y="30443"/>
                </a:lnTo>
                <a:lnTo>
                  <a:pt x="11901" y="29378"/>
                </a:lnTo>
                <a:lnTo>
                  <a:pt x="11901" y="28224"/>
                </a:lnTo>
                <a:lnTo>
                  <a:pt x="11901" y="27159"/>
                </a:lnTo>
                <a:lnTo>
                  <a:pt x="11901" y="26094"/>
                </a:lnTo>
                <a:lnTo>
                  <a:pt x="11901" y="25029"/>
                </a:lnTo>
                <a:lnTo>
                  <a:pt x="12377" y="23964"/>
                </a:lnTo>
                <a:lnTo>
                  <a:pt x="12377" y="22898"/>
                </a:lnTo>
                <a:lnTo>
                  <a:pt x="12377" y="21833"/>
                </a:lnTo>
                <a:lnTo>
                  <a:pt x="12377" y="20768"/>
                </a:lnTo>
                <a:lnTo>
                  <a:pt x="12377" y="19881"/>
                </a:lnTo>
                <a:lnTo>
                  <a:pt x="12694" y="18816"/>
                </a:lnTo>
                <a:lnTo>
                  <a:pt x="12694" y="17751"/>
                </a:lnTo>
                <a:lnTo>
                  <a:pt x="12694" y="16508"/>
                </a:lnTo>
                <a:lnTo>
                  <a:pt x="12694" y="15443"/>
                </a:lnTo>
                <a:lnTo>
                  <a:pt x="12694" y="14555"/>
                </a:lnTo>
                <a:lnTo>
                  <a:pt x="12694" y="13490"/>
                </a:lnTo>
                <a:lnTo>
                  <a:pt x="12694" y="12425"/>
                </a:lnTo>
                <a:lnTo>
                  <a:pt x="12694" y="11360"/>
                </a:lnTo>
                <a:lnTo>
                  <a:pt x="12694" y="10295"/>
                </a:lnTo>
                <a:lnTo>
                  <a:pt x="13170" y="9408"/>
                </a:lnTo>
                <a:lnTo>
                  <a:pt x="13170" y="8343"/>
                </a:lnTo>
                <a:lnTo>
                  <a:pt x="13170" y="7011"/>
                </a:lnTo>
                <a:lnTo>
                  <a:pt x="13170" y="5946"/>
                </a:lnTo>
                <a:lnTo>
                  <a:pt x="13170" y="4881"/>
                </a:lnTo>
                <a:lnTo>
                  <a:pt x="13488" y="3994"/>
                </a:lnTo>
                <a:lnTo>
                  <a:pt x="13488" y="2928"/>
                </a:lnTo>
                <a:lnTo>
                  <a:pt x="13488" y="1863"/>
                </a:lnTo>
                <a:lnTo>
                  <a:pt x="13488" y="798"/>
                </a:lnTo>
                <a:lnTo>
                  <a:pt x="13488" y="0"/>
                </a:lnTo>
              </a:path>
            </a:pathLst>
          </a:custGeom>
          <a:ln w="1951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7827168" y="2439308"/>
            <a:ext cx="13805" cy="189138"/>
          </a:xfrm>
          <a:custGeom>
            <a:avLst/>
            <a:gdLst/>
            <a:ahLst/>
            <a:cxnLst/>
            <a:rect l="l" t="t" r="r" b="b"/>
            <a:pathLst>
              <a:path w="13805" h="189138">
                <a:moveTo>
                  <a:pt x="0" y="189138"/>
                </a:moveTo>
                <a:lnTo>
                  <a:pt x="317" y="187984"/>
                </a:lnTo>
                <a:lnTo>
                  <a:pt x="317" y="186741"/>
                </a:lnTo>
                <a:lnTo>
                  <a:pt x="317" y="185676"/>
                </a:lnTo>
                <a:lnTo>
                  <a:pt x="317" y="184789"/>
                </a:lnTo>
                <a:lnTo>
                  <a:pt x="317" y="183724"/>
                </a:lnTo>
                <a:lnTo>
                  <a:pt x="793" y="182659"/>
                </a:lnTo>
                <a:lnTo>
                  <a:pt x="793" y="181594"/>
                </a:lnTo>
                <a:lnTo>
                  <a:pt x="793" y="180706"/>
                </a:lnTo>
                <a:lnTo>
                  <a:pt x="793" y="179641"/>
                </a:lnTo>
                <a:lnTo>
                  <a:pt x="1110" y="178576"/>
                </a:lnTo>
                <a:lnTo>
                  <a:pt x="1110" y="177511"/>
                </a:lnTo>
                <a:lnTo>
                  <a:pt x="1110" y="176446"/>
                </a:lnTo>
                <a:lnTo>
                  <a:pt x="1110" y="175381"/>
                </a:lnTo>
                <a:lnTo>
                  <a:pt x="1110" y="174493"/>
                </a:lnTo>
                <a:lnTo>
                  <a:pt x="1110" y="173428"/>
                </a:lnTo>
                <a:lnTo>
                  <a:pt x="1110" y="172363"/>
                </a:lnTo>
                <a:lnTo>
                  <a:pt x="1110" y="171298"/>
                </a:lnTo>
                <a:lnTo>
                  <a:pt x="1110" y="170233"/>
                </a:lnTo>
                <a:lnTo>
                  <a:pt x="1110" y="169168"/>
                </a:lnTo>
                <a:lnTo>
                  <a:pt x="1586" y="168280"/>
                </a:lnTo>
                <a:lnTo>
                  <a:pt x="1586" y="167215"/>
                </a:lnTo>
                <a:lnTo>
                  <a:pt x="1586" y="166150"/>
                </a:lnTo>
                <a:lnTo>
                  <a:pt x="1586" y="165262"/>
                </a:lnTo>
                <a:lnTo>
                  <a:pt x="1586" y="164197"/>
                </a:lnTo>
                <a:lnTo>
                  <a:pt x="1904" y="163132"/>
                </a:lnTo>
                <a:lnTo>
                  <a:pt x="1904" y="162067"/>
                </a:lnTo>
                <a:lnTo>
                  <a:pt x="1904" y="161002"/>
                </a:lnTo>
                <a:lnTo>
                  <a:pt x="1904" y="159937"/>
                </a:lnTo>
                <a:lnTo>
                  <a:pt x="2221" y="159050"/>
                </a:lnTo>
                <a:lnTo>
                  <a:pt x="2221" y="157985"/>
                </a:lnTo>
                <a:lnTo>
                  <a:pt x="2221" y="157186"/>
                </a:lnTo>
                <a:lnTo>
                  <a:pt x="2221" y="156121"/>
                </a:lnTo>
                <a:lnTo>
                  <a:pt x="2221" y="154789"/>
                </a:lnTo>
                <a:lnTo>
                  <a:pt x="2697" y="153902"/>
                </a:lnTo>
                <a:lnTo>
                  <a:pt x="2697" y="152837"/>
                </a:lnTo>
                <a:lnTo>
                  <a:pt x="2697" y="152038"/>
                </a:lnTo>
                <a:lnTo>
                  <a:pt x="2697" y="150973"/>
                </a:lnTo>
                <a:lnTo>
                  <a:pt x="2697" y="149819"/>
                </a:lnTo>
                <a:lnTo>
                  <a:pt x="3015" y="149020"/>
                </a:lnTo>
                <a:lnTo>
                  <a:pt x="3015" y="147689"/>
                </a:lnTo>
                <a:lnTo>
                  <a:pt x="3015" y="146890"/>
                </a:lnTo>
                <a:lnTo>
                  <a:pt x="3015" y="145825"/>
                </a:lnTo>
                <a:lnTo>
                  <a:pt x="3015" y="144937"/>
                </a:lnTo>
                <a:lnTo>
                  <a:pt x="3491" y="143872"/>
                </a:lnTo>
                <a:lnTo>
                  <a:pt x="3491" y="142985"/>
                </a:lnTo>
                <a:lnTo>
                  <a:pt x="3491" y="141920"/>
                </a:lnTo>
                <a:lnTo>
                  <a:pt x="3491" y="140677"/>
                </a:lnTo>
                <a:lnTo>
                  <a:pt x="3491" y="139790"/>
                </a:lnTo>
                <a:lnTo>
                  <a:pt x="3491" y="138725"/>
                </a:lnTo>
                <a:lnTo>
                  <a:pt x="3491" y="137837"/>
                </a:lnTo>
                <a:lnTo>
                  <a:pt x="3491" y="136772"/>
                </a:lnTo>
                <a:lnTo>
                  <a:pt x="3491" y="135884"/>
                </a:lnTo>
                <a:lnTo>
                  <a:pt x="3808" y="134819"/>
                </a:lnTo>
                <a:lnTo>
                  <a:pt x="3808" y="133754"/>
                </a:lnTo>
                <a:lnTo>
                  <a:pt x="3808" y="132689"/>
                </a:lnTo>
                <a:lnTo>
                  <a:pt x="3808" y="131890"/>
                </a:lnTo>
                <a:lnTo>
                  <a:pt x="3808" y="130737"/>
                </a:lnTo>
                <a:lnTo>
                  <a:pt x="4284" y="129938"/>
                </a:lnTo>
                <a:lnTo>
                  <a:pt x="4284" y="128873"/>
                </a:lnTo>
                <a:lnTo>
                  <a:pt x="4284" y="127808"/>
                </a:lnTo>
                <a:lnTo>
                  <a:pt x="4284" y="126920"/>
                </a:lnTo>
                <a:lnTo>
                  <a:pt x="4284" y="125855"/>
                </a:lnTo>
                <a:lnTo>
                  <a:pt x="4601" y="124967"/>
                </a:lnTo>
                <a:lnTo>
                  <a:pt x="4601" y="123902"/>
                </a:lnTo>
                <a:lnTo>
                  <a:pt x="4601" y="123015"/>
                </a:lnTo>
                <a:lnTo>
                  <a:pt x="4601" y="121772"/>
                </a:lnTo>
                <a:lnTo>
                  <a:pt x="4601" y="120885"/>
                </a:lnTo>
                <a:lnTo>
                  <a:pt x="4919" y="120086"/>
                </a:lnTo>
                <a:lnTo>
                  <a:pt x="4919" y="119021"/>
                </a:lnTo>
                <a:lnTo>
                  <a:pt x="4919" y="118133"/>
                </a:lnTo>
                <a:lnTo>
                  <a:pt x="4919" y="117068"/>
                </a:lnTo>
                <a:lnTo>
                  <a:pt x="5395" y="116003"/>
                </a:lnTo>
                <a:lnTo>
                  <a:pt x="5395" y="114938"/>
                </a:lnTo>
                <a:lnTo>
                  <a:pt x="5395" y="114050"/>
                </a:lnTo>
                <a:lnTo>
                  <a:pt x="5395" y="113163"/>
                </a:lnTo>
                <a:lnTo>
                  <a:pt x="5395" y="112098"/>
                </a:lnTo>
                <a:lnTo>
                  <a:pt x="5395" y="111299"/>
                </a:lnTo>
                <a:lnTo>
                  <a:pt x="5395" y="110234"/>
                </a:lnTo>
                <a:lnTo>
                  <a:pt x="5395" y="109080"/>
                </a:lnTo>
                <a:lnTo>
                  <a:pt x="5395" y="108281"/>
                </a:lnTo>
                <a:lnTo>
                  <a:pt x="5395" y="107216"/>
                </a:lnTo>
                <a:lnTo>
                  <a:pt x="5712" y="106329"/>
                </a:lnTo>
                <a:lnTo>
                  <a:pt x="5712" y="105264"/>
                </a:lnTo>
                <a:lnTo>
                  <a:pt x="5712" y="104199"/>
                </a:lnTo>
                <a:lnTo>
                  <a:pt x="5712" y="103311"/>
                </a:lnTo>
                <a:lnTo>
                  <a:pt x="5712" y="102512"/>
                </a:lnTo>
                <a:lnTo>
                  <a:pt x="6188" y="101358"/>
                </a:lnTo>
                <a:lnTo>
                  <a:pt x="6188" y="100560"/>
                </a:lnTo>
                <a:lnTo>
                  <a:pt x="6188" y="99495"/>
                </a:lnTo>
                <a:lnTo>
                  <a:pt x="6188" y="98607"/>
                </a:lnTo>
                <a:lnTo>
                  <a:pt x="6506" y="97542"/>
                </a:lnTo>
                <a:lnTo>
                  <a:pt x="6506" y="96654"/>
                </a:lnTo>
                <a:lnTo>
                  <a:pt x="6506" y="95856"/>
                </a:lnTo>
                <a:lnTo>
                  <a:pt x="6506" y="94791"/>
                </a:lnTo>
                <a:lnTo>
                  <a:pt x="6506" y="93637"/>
                </a:lnTo>
                <a:lnTo>
                  <a:pt x="6823" y="92838"/>
                </a:lnTo>
                <a:lnTo>
                  <a:pt x="6823" y="91950"/>
                </a:lnTo>
                <a:lnTo>
                  <a:pt x="6823" y="90885"/>
                </a:lnTo>
                <a:lnTo>
                  <a:pt x="6823" y="89998"/>
                </a:lnTo>
                <a:lnTo>
                  <a:pt x="6823" y="88933"/>
                </a:lnTo>
                <a:lnTo>
                  <a:pt x="7299" y="88134"/>
                </a:lnTo>
                <a:lnTo>
                  <a:pt x="7299" y="87069"/>
                </a:lnTo>
                <a:lnTo>
                  <a:pt x="7299" y="86181"/>
                </a:lnTo>
                <a:lnTo>
                  <a:pt x="7299" y="85116"/>
                </a:lnTo>
                <a:lnTo>
                  <a:pt x="7299" y="84229"/>
                </a:lnTo>
                <a:lnTo>
                  <a:pt x="7299" y="83164"/>
                </a:lnTo>
                <a:lnTo>
                  <a:pt x="7299" y="82276"/>
                </a:lnTo>
                <a:lnTo>
                  <a:pt x="7299" y="81477"/>
                </a:lnTo>
                <a:lnTo>
                  <a:pt x="7299" y="80412"/>
                </a:lnTo>
                <a:lnTo>
                  <a:pt x="7616" y="79525"/>
                </a:lnTo>
                <a:lnTo>
                  <a:pt x="7616" y="78459"/>
                </a:lnTo>
                <a:lnTo>
                  <a:pt x="7616" y="77572"/>
                </a:lnTo>
                <a:lnTo>
                  <a:pt x="7616" y="76773"/>
                </a:lnTo>
                <a:lnTo>
                  <a:pt x="7616" y="75708"/>
                </a:lnTo>
                <a:lnTo>
                  <a:pt x="8093" y="74820"/>
                </a:lnTo>
                <a:lnTo>
                  <a:pt x="8093" y="73933"/>
                </a:lnTo>
                <a:lnTo>
                  <a:pt x="8093" y="72868"/>
                </a:lnTo>
                <a:lnTo>
                  <a:pt x="8093" y="71980"/>
                </a:lnTo>
                <a:lnTo>
                  <a:pt x="8093" y="70915"/>
                </a:lnTo>
                <a:lnTo>
                  <a:pt x="8410" y="70116"/>
                </a:lnTo>
                <a:lnTo>
                  <a:pt x="8410" y="69229"/>
                </a:lnTo>
                <a:lnTo>
                  <a:pt x="8410" y="68341"/>
                </a:lnTo>
                <a:lnTo>
                  <a:pt x="8410" y="67543"/>
                </a:lnTo>
                <a:lnTo>
                  <a:pt x="8410" y="66211"/>
                </a:lnTo>
                <a:lnTo>
                  <a:pt x="8886" y="65412"/>
                </a:lnTo>
                <a:lnTo>
                  <a:pt x="8886" y="64525"/>
                </a:lnTo>
                <a:lnTo>
                  <a:pt x="8886" y="63637"/>
                </a:lnTo>
                <a:lnTo>
                  <a:pt x="8886" y="62838"/>
                </a:lnTo>
                <a:lnTo>
                  <a:pt x="9203" y="61773"/>
                </a:lnTo>
                <a:lnTo>
                  <a:pt x="9203" y="60886"/>
                </a:lnTo>
                <a:lnTo>
                  <a:pt x="9203" y="59998"/>
                </a:lnTo>
                <a:lnTo>
                  <a:pt x="9203" y="59200"/>
                </a:lnTo>
                <a:lnTo>
                  <a:pt x="9203" y="58046"/>
                </a:lnTo>
                <a:lnTo>
                  <a:pt x="9521" y="57247"/>
                </a:lnTo>
                <a:lnTo>
                  <a:pt x="9521" y="56359"/>
                </a:lnTo>
                <a:lnTo>
                  <a:pt x="9521" y="55472"/>
                </a:lnTo>
                <a:lnTo>
                  <a:pt x="9521" y="54407"/>
                </a:lnTo>
                <a:lnTo>
                  <a:pt x="9521" y="53342"/>
                </a:lnTo>
                <a:lnTo>
                  <a:pt x="9521" y="52543"/>
                </a:lnTo>
                <a:lnTo>
                  <a:pt x="9521" y="51655"/>
                </a:lnTo>
                <a:lnTo>
                  <a:pt x="9521" y="50768"/>
                </a:lnTo>
                <a:lnTo>
                  <a:pt x="9521" y="49703"/>
                </a:lnTo>
                <a:lnTo>
                  <a:pt x="9521" y="48904"/>
                </a:lnTo>
                <a:lnTo>
                  <a:pt x="9997" y="48016"/>
                </a:lnTo>
                <a:lnTo>
                  <a:pt x="9997" y="47129"/>
                </a:lnTo>
                <a:lnTo>
                  <a:pt x="9997" y="46330"/>
                </a:lnTo>
                <a:lnTo>
                  <a:pt x="9997" y="45176"/>
                </a:lnTo>
                <a:lnTo>
                  <a:pt x="10314" y="44377"/>
                </a:lnTo>
                <a:lnTo>
                  <a:pt x="10314" y="43756"/>
                </a:lnTo>
                <a:lnTo>
                  <a:pt x="10314" y="42691"/>
                </a:lnTo>
                <a:lnTo>
                  <a:pt x="10314" y="41803"/>
                </a:lnTo>
                <a:lnTo>
                  <a:pt x="10314" y="40916"/>
                </a:lnTo>
                <a:lnTo>
                  <a:pt x="10790" y="40117"/>
                </a:lnTo>
                <a:lnTo>
                  <a:pt x="10790" y="39229"/>
                </a:lnTo>
                <a:lnTo>
                  <a:pt x="10790" y="38164"/>
                </a:lnTo>
                <a:lnTo>
                  <a:pt x="10790" y="37277"/>
                </a:lnTo>
                <a:lnTo>
                  <a:pt x="10790" y="36389"/>
                </a:lnTo>
                <a:lnTo>
                  <a:pt x="11108" y="35591"/>
                </a:lnTo>
                <a:lnTo>
                  <a:pt x="11108" y="34525"/>
                </a:lnTo>
                <a:lnTo>
                  <a:pt x="11108" y="33638"/>
                </a:lnTo>
                <a:lnTo>
                  <a:pt x="11108" y="32750"/>
                </a:lnTo>
                <a:lnTo>
                  <a:pt x="11108" y="32129"/>
                </a:lnTo>
                <a:lnTo>
                  <a:pt x="11425" y="31064"/>
                </a:lnTo>
                <a:lnTo>
                  <a:pt x="11425" y="30176"/>
                </a:lnTo>
                <a:lnTo>
                  <a:pt x="11425" y="29378"/>
                </a:lnTo>
                <a:lnTo>
                  <a:pt x="11425" y="28490"/>
                </a:lnTo>
                <a:lnTo>
                  <a:pt x="11425" y="27425"/>
                </a:lnTo>
                <a:lnTo>
                  <a:pt x="11425" y="26537"/>
                </a:lnTo>
                <a:lnTo>
                  <a:pt x="11425" y="25739"/>
                </a:lnTo>
                <a:lnTo>
                  <a:pt x="11425" y="25029"/>
                </a:lnTo>
                <a:lnTo>
                  <a:pt x="11425" y="23964"/>
                </a:lnTo>
                <a:lnTo>
                  <a:pt x="11901" y="23165"/>
                </a:lnTo>
                <a:lnTo>
                  <a:pt x="11901" y="22277"/>
                </a:lnTo>
                <a:lnTo>
                  <a:pt x="11901" y="21390"/>
                </a:lnTo>
                <a:lnTo>
                  <a:pt x="11901" y="20591"/>
                </a:lnTo>
                <a:lnTo>
                  <a:pt x="11901" y="19703"/>
                </a:lnTo>
                <a:lnTo>
                  <a:pt x="12218" y="18816"/>
                </a:lnTo>
                <a:lnTo>
                  <a:pt x="12218" y="18017"/>
                </a:lnTo>
                <a:lnTo>
                  <a:pt x="12218" y="16952"/>
                </a:lnTo>
                <a:lnTo>
                  <a:pt x="12218" y="16242"/>
                </a:lnTo>
                <a:lnTo>
                  <a:pt x="12218" y="15443"/>
                </a:lnTo>
                <a:lnTo>
                  <a:pt x="12694" y="14378"/>
                </a:lnTo>
                <a:lnTo>
                  <a:pt x="12694" y="13490"/>
                </a:lnTo>
                <a:lnTo>
                  <a:pt x="12694" y="12869"/>
                </a:lnTo>
                <a:lnTo>
                  <a:pt x="12694" y="11982"/>
                </a:lnTo>
                <a:lnTo>
                  <a:pt x="13012" y="10916"/>
                </a:lnTo>
                <a:lnTo>
                  <a:pt x="13012" y="10029"/>
                </a:lnTo>
                <a:lnTo>
                  <a:pt x="13012" y="9408"/>
                </a:lnTo>
                <a:lnTo>
                  <a:pt x="13012" y="8520"/>
                </a:lnTo>
                <a:lnTo>
                  <a:pt x="13012" y="7455"/>
                </a:lnTo>
                <a:lnTo>
                  <a:pt x="13488" y="6834"/>
                </a:lnTo>
                <a:lnTo>
                  <a:pt x="13488" y="5946"/>
                </a:lnTo>
                <a:lnTo>
                  <a:pt x="13488" y="4881"/>
                </a:lnTo>
                <a:lnTo>
                  <a:pt x="13488" y="4260"/>
                </a:lnTo>
                <a:lnTo>
                  <a:pt x="13488" y="3372"/>
                </a:lnTo>
                <a:lnTo>
                  <a:pt x="13805" y="2573"/>
                </a:lnTo>
                <a:lnTo>
                  <a:pt x="13805" y="1686"/>
                </a:lnTo>
                <a:lnTo>
                  <a:pt x="13805" y="798"/>
                </a:lnTo>
                <a:lnTo>
                  <a:pt x="13805" y="0"/>
                </a:lnTo>
              </a:path>
            </a:pathLst>
          </a:custGeom>
          <a:ln w="1949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7840974" y="2297121"/>
            <a:ext cx="13329" cy="142186"/>
          </a:xfrm>
          <a:custGeom>
            <a:avLst/>
            <a:gdLst/>
            <a:ahLst/>
            <a:cxnLst/>
            <a:rect l="l" t="t" r="r" b="b"/>
            <a:pathLst>
              <a:path w="13329" h="142186">
                <a:moveTo>
                  <a:pt x="0" y="142186"/>
                </a:moveTo>
                <a:lnTo>
                  <a:pt x="0" y="141298"/>
                </a:lnTo>
                <a:lnTo>
                  <a:pt x="0" y="140411"/>
                </a:lnTo>
                <a:lnTo>
                  <a:pt x="0" y="139612"/>
                </a:lnTo>
                <a:lnTo>
                  <a:pt x="0" y="138725"/>
                </a:lnTo>
                <a:lnTo>
                  <a:pt x="0" y="137837"/>
                </a:lnTo>
                <a:lnTo>
                  <a:pt x="317" y="137038"/>
                </a:lnTo>
                <a:lnTo>
                  <a:pt x="317" y="136417"/>
                </a:lnTo>
                <a:lnTo>
                  <a:pt x="317" y="135263"/>
                </a:lnTo>
                <a:lnTo>
                  <a:pt x="317" y="134642"/>
                </a:lnTo>
                <a:lnTo>
                  <a:pt x="317" y="133843"/>
                </a:lnTo>
                <a:lnTo>
                  <a:pt x="793" y="132955"/>
                </a:lnTo>
                <a:lnTo>
                  <a:pt x="793" y="132068"/>
                </a:lnTo>
                <a:lnTo>
                  <a:pt x="793" y="131269"/>
                </a:lnTo>
                <a:lnTo>
                  <a:pt x="793" y="130559"/>
                </a:lnTo>
                <a:lnTo>
                  <a:pt x="793" y="129494"/>
                </a:lnTo>
                <a:lnTo>
                  <a:pt x="1110" y="128873"/>
                </a:lnTo>
                <a:lnTo>
                  <a:pt x="1110" y="127985"/>
                </a:lnTo>
                <a:lnTo>
                  <a:pt x="1110" y="127186"/>
                </a:lnTo>
                <a:lnTo>
                  <a:pt x="1110" y="126299"/>
                </a:lnTo>
                <a:lnTo>
                  <a:pt x="1110" y="125677"/>
                </a:lnTo>
                <a:lnTo>
                  <a:pt x="1586" y="124612"/>
                </a:lnTo>
                <a:lnTo>
                  <a:pt x="1586" y="123902"/>
                </a:lnTo>
                <a:lnTo>
                  <a:pt x="1586" y="123104"/>
                </a:lnTo>
                <a:lnTo>
                  <a:pt x="1586" y="122216"/>
                </a:lnTo>
                <a:lnTo>
                  <a:pt x="1904" y="121328"/>
                </a:lnTo>
                <a:lnTo>
                  <a:pt x="1904" y="120707"/>
                </a:lnTo>
                <a:lnTo>
                  <a:pt x="1904" y="119820"/>
                </a:lnTo>
                <a:lnTo>
                  <a:pt x="1904" y="119021"/>
                </a:lnTo>
                <a:lnTo>
                  <a:pt x="1904" y="118133"/>
                </a:lnTo>
                <a:lnTo>
                  <a:pt x="1904" y="117512"/>
                </a:lnTo>
                <a:lnTo>
                  <a:pt x="1904" y="116447"/>
                </a:lnTo>
                <a:lnTo>
                  <a:pt x="1904" y="115826"/>
                </a:lnTo>
                <a:lnTo>
                  <a:pt x="1904" y="115116"/>
                </a:lnTo>
                <a:lnTo>
                  <a:pt x="1904" y="114050"/>
                </a:lnTo>
                <a:lnTo>
                  <a:pt x="2221" y="113429"/>
                </a:lnTo>
                <a:lnTo>
                  <a:pt x="2221" y="112542"/>
                </a:lnTo>
                <a:lnTo>
                  <a:pt x="2221" y="111743"/>
                </a:lnTo>
                <a:lnTo>
                  <a:pt x="2221" y="111033"/>
                </a:lnTo>
                <a:lnTo>
                  <a:pt x="2221" y="110234"/>
                </a:lnTo>
                <a:lnTo>
                  <a:pt x="2697" y="109346"/>
                </a:lnTo>
                <a:lnTo>
                  <a:pt x="2697" y="108459"/>
                </a:lnTo>
                <a:lnTo>
                  <a:pt x="2697" y="107838"/>
                </a:lnTo>
                <a:lnTo>
                  <a:pt x="2697" y="107039"/>
                </a:lnTo>
                <a:lnTo>
                  <a:pt x="3015" y="106151"/>
                </a:lnTo>
                <a:lnTo>
                  <a:pt x="3015" y="105530"/>
                </a:lnTo>
                <a:lnTo>
                  <a:pt x="3015" y="104642"/>
                </a:lnTo>
                <a:lnTo>
                  <a:pt x="3015" y="103755"/>
                </a:lnTo>
                <a:lnTo>
                  <a:pt x="3015" y="103134"/>
                </a:lnTo>
                <a:lnTo>
                  <a:pt x="3491" y="102246"/>
                </a:lnTo>
                <a:lnTo>
                  <a:pt x="3491" y="101447"/>
                </a:lnTo>
                <a:lnTo>
                  <a:pt x="3491" y="100737"/>
                </a:lnTo>
                <a:lnTo>
                  <a:pt x="3491" y="99938"/>
                </a:lnTo>
                <a:lnTo>
                  <a:pt x="3491" y="99051"/>
                </a:lnTo>
                <a:lnTo>
                  <a:pt x="3808" y="98429"/>
                </a:lnTo>
                <a:lnTo>
                  <a:pt x="3808" y="97542"/>
                </a:lnTo>
                <a:lnTo>
                  <a:pt x="3808" y="96921"/>
                </a:lnTo>
                <a:lnTo>
                  <a:pt x="3808" y="96033"/>
                </a:lnTo>
                <a:lnTo>
                  <a:pt x="3808" y="95234"/>
                </a:lnTo>
                <a:lnTo>
                  <a:pt x="4125" y="94524"/>
                </a:lnTo>
                <a:lnTo>
                  <a:pt x="4125" y="93903"/>
                </a:lnTo>
                <a:lnTo>
                  <a:pt x="4125" y="92838"/>
                </a:lnTo>
                <a:lnTo>
                  <a:pt x="4125" y="92217"/>
                </a:lnTo>
                <a:lnTo>
                  <a:pt x="4125" y="91595"/>
                </a:lnTo>
                <a:lnTo>
                  <a:pt x="4125" y="90708"/>
                </a:lnTo>
                <a:lnTo>
                  <a:pt x="4125" y="90086"/>
                </a:lnTo>
                <a:lnTo>
                  <a:pt x="4125" y="89199"/>
                </a:lnTo>
                <a:lnTo>
                  <a:pt x="4125" y="88311"/>
                </a:lnTo>
                <a:lnTo>
                  <a:pt x="4601" y="87690"/>
                </a:lnTo>
                <a:lnTo>
                  <a:pt x="4601" y="86803"/>
                </a:lnTo>
                <a:lnTo>
                  <a:pt x="4601" y="86181"/>
                </a:lnTo>
                <a:lnTo>
                  <a:pt x="4601" y="85382"/>
                </a:lnTo>
                <a:lnTo>
                  <a:pt x="4601" y="84495"/>
                </a:lnTo>
                <a:lnTo>
                  <a:pt x="4919" y="83874"/>
                </a:lnTo>
                <a:lnTo>
                  <a:pt x="4919" y="83164"/>
                </a:lnTo>
                <a:lnTo>
                  <a:pt x="4919" y="82365"/>
                </a:lnTo>
                <a:lnTo>
                  <a:pt x="4919" y="81655"/>
                </a:lnTo>
                <a:lnTo>
                  <a:pt x="4919" y="81033"/>
                </a:lnTo>
                <a:lnTo>
                  <a:pt x="5395" y="80235"/>
                </a:lnTo>
                <a:lnTo>
                  <a:pt x="5395" y="79347"/>
                </a:lnTo>
                <a:lnTo>
                  <a:pt x="5395" y="78726"/>
                </a:lnTo>
                <a:lnTo>
                  <a:pt x="5395" y="77838"/>
                </a:lnTo>
                <a:lnTo>
                  <a:pt x="5712" y="77217"/>
                </a:lnTo>
                <a:lnTo>
                  <a:pt x="5712" y="76329"/>
                </a:lnTo>
                <a:lnTo>
                  <a:pt x="5712" y="75708"/>
                </a:lnTo>
                <a:lnTo>
                  <a:pt x="5712" y="75087"/>
                </a:lnTo>
                <a:lnTo>
                  <a:pt x="5712" y="74199"/>
                </a:lnTo>
                <a:lnTo>
                  <a:pt x="6188" y="73578"/>
                </a:lnTo>
                <a:lnTo>
                  <a:pt x="6188" y="72690"/>
                </a:lnTo>
                <a:lnTo>
                  <a:pt x="6188" y="72069"/>
                </a:lnTo>
                <a:lnTo>
                  <a:pt x="6188" y="71448"/>
                </a:lnTo>
                <a:lnTo>
                  <a:pt x="6188" y="70560"/>
                </a:lnTo>
                <a:lnTo>
                  <a:pt x="6188" y="69939"/>
                </a:lnTo>
                <a:lnTo>
                  <a:pt x="6188" y="69229"/>
                </a:lnTo>
                <a:lnTo>
                  <a:pt x="6188" y="68430"/>
                </a:lnTo>
                <a:lnTo>
                  <a:pt x="6188" y="67720"/>
                </a:lnTo>
                <a:lnTo>
                  <a:pt x="6188" y="66921"/>
                </a:lnTo>
                <a:lnTo>
                  <a:pt x="6506" y="66300"/>
                </a:lnTo>
                <a:lnTo>
                  <a:pt x="6506" y="65590"/>
                </a:lnTo>
                <a:lnTo>
                  <a:pt x="6506" y="64791"/>
                </a:lnTo>
                <a:lnTo>
                  <a:pt x="6506" y="64081"/>
                </a:lnTo>
                <a:lnTo>
                  <a:pt x="6823" y="63282"/>
                </a:lnTo>
                <a:lnTo>
                  <a:pt x="6823" y="62572"/>
                </a:lnTo>
                <a:lnTo>
                  <a:pt x="6823" y="61951"/>
                </a:lnTo>
                <a:lnTo>
                  <a:pt x="6823" y="61152"/>
                </a:lnTo>
                <a:lnTo>
                  <a:pt x="6823" y="60442"/>
                </a:lnTo>
                <a:lnTo>
                  <a:pt x="7299" y="59821"/>
                </a:lnTo>
                <a:lnTo>
                  <a:pt x="7299" y="58933"/>
                </a:lnTo>
                <a:lnTo>
                  <a:pt x="7299" y="58578"/>
                </a:lnTo>
                <a:lnTo>
                  <a:pt x="7299" y="57691"/>
                </a:lnTo>
                <a:lnTo>
                  <a:pt x="7299" y="57069"/>
                </a:lnTo>
                <a:lnTo>
                  <a:pt x="7616" y="56182"/>
                </a:lnTo>
                <a:lnTo>
                  <a:pt x="7616" y="55561"/>
                </a:lnTo>
                <a:lnTo>
                  <a:pt x="7616" y="54850"/>
                </a:lnTo>
                <a:lnTo>
                  <a:pt x="7616" y="54052"/>
                </a:lnTo>
                <a:lnTo>
                  <a:pt x="7616" y="53608"/>
                </a:lnTo>
                <a:lnTo>
                  <a:pt x="8093" y="52720"/>
                </a:lnTo>
                <a:lnTo>
                  <a:pt x="8093" y="52099"/>
                </a:lnTo>
                <a:lnTo>
                  <a:pt x="8093" y="51478"/>
                </a:lnTo>
                <a:lnTo>
                  <a:pt x="8093" y="50590"/>
                </a:lnTo>
                <a:lnTo>
                  <a:pt x="8410" y="49969"/>
                </a:lnTo>
                <a:lnTo>
                  <a:pt x="8410" y="49348"/>
                </a:lnTo>
                <a:lnTo>
                  <a:pt x="8410" y="48638"/>
                </a:lnTo>
                <a:lnTo>
                  <a:pt x="8410" y="47839"/>
                </a:lnTo>
                <a:lnTo>
                  <a:pt x="8410" y="47217"/>
                </a:lnTo>
                <a:lnTo>
                  <a:pt x="8410" y="46774"/>
                </a:lnTo>
                <a:lnTo>
                  <a:pt x="8410" y="45886"/>
                </a:lnTo>
                <a:lnTo>
                  <a:pt x="8410" y="45265"/>
                </a:lnTo>
                <a:lnTo>
                  <a:pt x="8410" y="44377"/>
                </a:lnTo>
                <a:lnTo>
                  <a:pt x="8410" y="43934"/>
                </a:lnTo>
                <a:lnTo>
                  <a:pt x="8727" y="43135"/>
                </a:lnTo>
                <a:lnTo>
                  <a:pt x="8727" y="42425"/>
                </a:lnTo>
                <a:lnTo>
                  <a:pt x="8727" y="41803"/>
                </a:lnTo>
                <a:lnTo>
                  <a:pt x="8727" y="41182"/>
                </a:lnTo>
                <a:lnTo>
                  <a:pt x="8727" y="40561"/>
                </a:lnTo>
                <a:lnTo>
                  <a:pt x="9203" y="39673"/>
                </a:lnTo>
                <a:lnTo>
                  <a:pt x="9203" y="39229"/>
                </a:lnTo>
                <a:lnTo>
                  <a:pt x="9203" y="38342"/>
                </a:lnTo>
                <a:lnTo>
                  <a:pt x="9203" y="37721"/>
                </a:lnTo>
                <a:lnTo>
                  <a:pt x="9521" y="37277"/>
                </a:lnTo>
                <a:lnTo>
                  <a:pt x="9521" y="36478"/>
                </a:lnTo>
                <a:lnTo>
                  <a:pt x="9521" y="35768"/>
                </a:lnTo>
                <a:lnTo>
                  <a:pt x="9521" y="35147"/>
                </a:lnTo>
                <a:lnTo>
                  <a:pt x="9521" y="34525"/>
                </a:lnTo>
                <a:lnTo>
                  <a:pt x="9997" y="33904"/>
                </a:lnTo>
                <a:lnTo>
                  <a:pt x="9997" y="33194"/>
                </a:lnTo>
                <a:lnTo>
                  <a:pt x="9997" y="32573"/>
                </a:lnTo>
                <a:lnTo>
                  <a:pt x="9997" y="31952"/>
                </a:lnTo>
                <a:lnTo>
                  <a:pt x="9997" y="31330"/>
                </a:lnTo>
                <a:lnTo>
                  <a:pt x="10314" y="30620"/>
                </a:lnTo>
                <a:lnTo>
                  <a:pt x="10314" y="29999"/>
                </a:lnTo>
                <a:lnTo>
                  <a:pt x="10314" y="29200"/>
                </a:lnTo>
                <a:lnTo>
                  <a:pt x="10314" y="28756"/>
                </a:lnTo>
                <a:lnTo>
                  <a:pt x="10314" y="27869"/>
                </a:lnTo>
                <a:lnTo>
                  <a:pt x="10314" y="27425"/>
                </a:lnTo>
                <a:lnTo>
                  <a:pt x="10314" y="26626"/>
                </a:lnTo>
                <a:lnTo>
                  <a:pt x="10314" y="26182"/>
                </a:lnTo>
                <a:lnTo>
                  <a:pt x="10314" y="25561"/>
                </a:lnTo>
                <a:lnTo>
                  <a:pt x="10790" y="24851"/>
                </a:lnTo>
                <a:lnTo>
                  <a:pt x="10790" y="24230"/>
                </a:lnTo>
                <a:lnTo>
                  <a:pt x="10790" y="23608"/>
                </a:lnTo>
                <a:lnTo>
                  <a:pt x="10790" y="22987"/>
                </a:lnTo>
                <a:lnTo>
                  <a:pt x="10790" y="22277"/>
                </a:lnTo>
                <a:lnTo>
                  <a:pt x="11108" y="21656"/>
                </a:lnTo>
                <a:lnTo>
                  <a:pt x="11108" y="21035"/>
                </a:lnTo>
                <a:lnTo>
                  <a:pt x="11108" y="20413"/>
                </a:lnTo>
                <a:lnTo>
                  <a:pt x="11108" y="19703"/>
                </a:lnTo>
                <a:lnTo>
                  <a:pt x="11108" y="19082"/>
                </a:lnTo>
                <a:lnTo>
                  <a:pt x="11425" y="18461"/>
                </a:lnTo>
                <a:lnTo>
                  <a:pt x="11425" y="18017"/>
                </a:lnTo>
                <a:lnTo>
                  <a:pt x="11425" y="17129"/>
                </a:lnTo>
                <a:lnTo>
                  <a:pt x="11425" y="16686"/>
                </a:lnTo>
                <a:lnTo>
                  <a:pt x="11425" y="16064"/>
                </a:lnTo>
                <a:lnTo>
                  <a:pt x="11901" y="15443"/>
                </a:lnTo>
                <a:lnTo>
                  <a:pt x="11901" y="14822"/>
                </a:lnTo>
                <a:lnTo>
                  <a:pt x="11901" y="14112"/>
                </a:lnTo>
                <a:lnTo>
                  <a:pt x="11901" y="13757"/>
                </a:lnTo>
                <a:lnTo>
                  <a:pt x="12218" y="13047"/>
                </a:lnTo>
                <a:lnTo>
                  <a:pt x="12218" y="12425"/>
                </a:lnTo>
                <a:lnTo>
                  <a:pt x="12218" y="11804"/>
                </a:lnTo>
                <a:lnTo>
                  <a:pt x="12218" y="11183"/>
                </a:lnTo>
                <a:lnTo>
                  <a:pt x="12218" y="10473"/>
                </a:lnTo>
                <a:lnTo>
                  <a:pt x="12218" y="10118"/>
                </a:lnTo>
                <a:lnTo>
                  <a:pt x="12218" y="9408"/>
                </a:lnTo>
                <a:lnTo>
                  <a:pt x="12218" y="8786"/>
                </a:lnTo>
                <a:lnTo>
                  <a:pt x="12218" y="8165"/>
                </a:lnTo>
                <a:lnTo>
                  <a:pt x="12218" y="7721"/>
                </a:lnTo>
                <a:lnTo>
                  <a:pt x="12694" y="6834"/>
                </a:lnTo>
                <a:lnTo>
                  <a:pt x="12694" y="6390"/>
                </a:lnTo>
                <a:lnTo>
                  <a:pt x="12694" y="5769"/>
                </a:lnTo>
                <a:lnTo>
                  <a:pt x="12694" y="5325"/>
                </a:lnTo>
                <a:lnTo>
                  <a:pt x="12694" y="4526"/>
                </a:lnTo>
                <a:lnTo>
                  <a:pt x="13012" y="4082"/>
                </a:lnTo>
                <a:lnTo>
                  <a:pt x="13012" y="3461"/>
                </a:lnTo>
                <a:lnTo>
                  <a:pt x="13012" y="3017"/>
                </a:lnTo>
                <a:lnTo>
                  <a:pt x="13012" y="2130"/>
                </a:lnTo>
                <a:lnTo>
                  <a:pt x="13329" y="1686"/>
                </a:lnTo>
                <a:lnTo>
                  <a:pt x="13329" y="1065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6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7854303" y="2212005"/>
            <a:ext cx="13805" cy="85116"/>
          </a:xfrm>
          <a:custGeom>
            <a:avLst/>
            <a:gdLst/>
            <a:ahLst/>
            <a:cxnLst/>
            <a:rect l="l" t="t" r="r" b="b"/>
            <a:pathLst>
              <a:path w="13805" h="85116">
                <a:moveTo>
                  <a:pt x="0" y="85116"/>
                </a:moveTo>
                <a:lnTo>
                  <a:pt x="0" y="84495"/>
                </a:lnTo>
                <a:lnTo>
                  <a:pt x="476" y="83874"/>
                </a:lnTo>
                <a:lnTo>
                  <a:pt x="476" y="83430"/>
                </a:lnTo>
                <a:lnTo>
                  <a:pt x="476" y="82720"/>
                </a:lnTo>
                <a:lnTo>
                  <a:pt x="476" y="82365"/>
                </a:lnTo>
                <a:lnTo>
                  <a:pt x="476" y="81655"/>
                </a:lnTo>
                <a:lnTo>
                  <a:pt x="793" y="81033"/>
                </a:lnTo>
                <a:lnTo>
                  <a:pt x="793" y="80412"/>
                </a:lnTo>
                <a:lnTo>
                  <a:pt x="793" y="79968"/>
                </a:lnTo>
                <a:lnTo>
                  <a:pt x="793" y="79347"/>
                </a:lnTo>
                <a:lnTo>
                  <a:pt x="793" y="78726"/>
                </a:lnTo>
                <a:lnTo>
                  <a:pt x="1269" y="78282"/>
                </a:lnTo>
                <a:lnTo>
                  <a:pt x="1269" y="77572"/>
                </a:lnTo>
                <a:lnTo>
                  <a:pt x="1269" y="77217"/>
                </a:lnTo>
                <a:lnTo>
                  <a:pt x="1269" y="76507"/>
                </a:lnTo>
                <a:lnTo>
                  <a:pt x="1269" y="76152"/>
                </a:lnTo>
                <a:lnTo>
                  <a:pt x="1269" y="75442"/>
                </a:lnTo>
                <a:lnTo>
                  <a:pt x="1269" y="74998"/>
                </a:lnTo>
                <a:lnTo>
                  <a:pt x="1269" y="74377"/>
                </a:lnTo>
                <a:lnTo>
                  <a:pt x="1269" y="73933"/>
                </a:lnTo>
                <a:lnTo>
                  <a:pt x="1586" y="73312"/>
                </a:lnTo>
                <a:lnTo>
                  <a:pt x="1586" y="72868"/>
                </a:lnTo>
                <a:lnTo>
                  <a:pt x="1586" y="72247"/>
                </a:lnTo>
                <a:lnTo>
                  <a:pt x="1586" y="71625"/>
                </a:lnTo>
                <a:lnTo>
                  <a:pt x="1586" y="71182"/>
                </a:lnTo>
                <a:lnTo>
                  <a:pt x="2062" y="70560"/>
                </a:lnTo>
                <a:lnTo>
                  <a:pt x="2062" y="70116"/>
                </a:lnTo>
                <a:lnTo>
                  <a:pt x="2062" y="69495"/>
                </a:lnTo>
                <a:lnTo>
                  <a:pt x="2062" y="69051"/>
                </a:lnTo>
                <a:lnTo>
                  <a:pt x="2062" y="68430"/>
                </a:lnTo>
                <a:lnTo>
                  <a:pt x="2380" y="67986"/>
                </a:lnTo>
                <a:lnTo>
                  <a:pt x="2380" y="67276"/>
                </a:lnTo>
                <a:lnTo>
                  <a:pt x="2380" y="66921"/>
                </a:lnTo>
                <a:lnTo>
                  <a:pt x="2380" y="66211"/>
                </a:lnTo>
                <a:lnTo>
                  <a:pt x="2697" y="65856"/>
                </a:lnTo>
                <a:lnTo>
                  <a:pt x="2697" y="65146"/>
                </a:lnTo>
                <a:lnTo>
                  <a:pt x="2697" y="64525"/>
                </a:lnTo>
                <a:lnTo>
                  <a:pt x="2697" y="64347"/>
                </a:lnTo>
                <a:lnTo>
                  <a:pt x="2697" y="63637"/>
                </a:lnTo>
                <a:lnTo>
                  <a:pt x="3173" y="63282"/>
                </a:lnTo>
                <a:lnTo>
                  <a:pt x="3173" y="62572"/>
                </a:lnTo>
                <a:lnTo>
                  <a:pt x="3173" y="62217"/>
                </a:lnTo>
                <a:lnTo>
                  <a:pt x="3173" y="61507"/>
                </a:lnTo>
                <a:lnTo>
                  <a:pt x="3173" y="61063"/>
                </a:lnTo>
                <a:lnTo>
                  <a:pt x="3173" y="60708"/>
                </a:lnTo>
                <a:lnTo>
                  <a:pt x="3173" y="59998"/>
                </a:lnTo>
                <a:lnTo>
                  <a:pt x="3173" y="59643"/>
                </a:lnTo>
                <a:lnTo>
                  <a:pt x="3173" y="58933"/>
                </a:lnTo>
                <a:lnTo>
                  <a:pt x="3173" y="58489"/>
                </a:lnTo>
                <a:lnTo>
                  <a:pt x="3491" y="58134"/>
                </a:lnTo>
                <a:lnTo>
                  <a:pt x="3491" y="57424"/>
                </a:lnTo>
                <a:lnTo>
                  <a:pt x="3491" y="57069"/>
                </a:lnTo>
                <a:lnTo>
                  <a:pt x="3491" y="56359"/>
                </a:lnTo>
                <a:lnTo>
                  <a:pt x="3967" y="56182"/>
                </a:lnTo>
                <a:lnTo>
                  <a:pt x="3967" y="55561"/>
                </a:lnTo>
                <a:lnTo>
                  <a:pt x="3967" y="55117"/>
                </a:lnTo>
                <a:lnTo>
                  <a:pt x="3967" y="54495"/>
                </a:lnTo>
                <a:lnTo>
                  <a:pt x="3967" y="54052"/>
                </a:lnTo>
                <a:lnTo>
                  <a:pt x="4284" y="53608"/>
                </a:lnTo>
                <a:lnTo>
                  <a:pt x="4284" y="52987"/>
                </a:lnTo>
                <a:lnTo>
                  <a:pt x="4284" y="52720"/>
                </a:lnTo>
                <a:lnTo>
                  <a:pt x="4284" y="52099"/>
                </a:lnTo>
                <a:lnTo>
                  <a:pt x="4284" y="51478"/>
                </a:lnTo>
                <a:lnTo>
                  <a:pt x="4601" y="51211"/>
                </a:lnTo>
                <a:lnTo>
                  <a:pt x="4601" y="50590"/>
                </a:lnTo>
                <a:lnTo>
                  <a:pt x="4601" y="50146"/>
                </a:lnTo>
                <a:lnTo>
                  <a:pt x="4601" y="49703"/>
                </a:lnTo>
                <a:lnTo>
                  <a:pt x="4601" y="49081"/>
                </a:lnTo>
                <a:lnTo>
                  <a:pt x="5077" y="48638"/>
                </a:lnTo>
                <a:lnTo>
                  <a:pt x="5077" y="48194"/>
                </a:lnTo>
                <a:lnTo>
                  <a:pt x="5077" y="47839"/>
                </a:lnTo>
                <a:lnTo>
                  <a:pt x="5077" y="47395"/>
                </a:lnTo>
                <a:lnTo>
                  <a:pt x="5077" y="46774"/>
                </a:lnTo>
                <a:lnTo>
                  <a:pt x="5395" y="46330"/>
                </a:lnTo>
                <a:lnTo>
                  <a:pt x="5395" y="45886"/>
                </a:lnTo>
                <a:lnTo>
                  <a:pt x="5395" y="45442"/>
                </a:lnTo>
                <a:lnTo>
                  <a:pt x="5395" y="44999"/>
                </a:lnTo>
                <a:lnTo>
                  <a:pt x="5395" y="44377"/>
                </a:lnTo>
                <a:lnTo>
                  <a:pt x="5395" y="44200"/>
                </a:lnTo>
                <a:lnTo>
                  <a:pt x="5395" y="43490"/>
                </a:lnTo>
                <a:lnTo>
                  <a:pt x="5395" y="43312"/>
                </a:lnTo>
                <a:lnTo>
                  <a:pt x="5395" y="42691"/>
                </a:lnTo>
                <a:lnTo>
                  <a:pt x="5871" y="42247"/>
                </a:lnTo>
                <a:lnTo>
                  <a:pt x="5871" y="41803"/>
                </a:lnTo>
                <a:lnTo>
                  <a:pt x="5871" y="41360"/>
                </a:lnTo>
                <a:lnTo>
                  <a:pt x="5871" y="40916"/>
                </a:lnTo>
                <a:lnTo>
                  <a:pt x="5871" y="40561"/>
                </a:lnTo>
                <a:lnTo>
                  <a:pt x="6188" y="39851"/>
                </a:lnTo>
                <a:lnTo>
                  <a:pt x="6188" y="39673"/>
                </a:lnTo>
                <a:lnTo>
                  <a:pt x="6188" y="39052"/>
                </a:lnTo>
                <a:lnTo>
                  <a:pt x="6188" y="38608"/>
                </a:lnTo>
                <a:lnTo>
                  <a:pt x="6188" y="38342"/>
                </a:lnTo>
                <a:lnTo>
                  <a:pt x="6506" y="37721"/>
                </a:lnTo>
                <a:lnTo>
                  <a:pt x="6506" y="37277"/>
                </a:lnTo>
                <a:lnTo>
                  <a:pt x="6506" y="36833"/>
                </a:lnTo>
                <a:lnTo>
                  <a:pt x="6506" y="36478"/>
                </a:lnTo>
                <a:lnTo>
                  <a:pt x="6982" y="36212"/>
                </a:lnTo>
                <a:lnTo>
                  <a:pt x="6982" y="35591"/>
                </a:lnTo>
                <a:lnTo>
                  <a:pt x="6982" y="35147"/>
                </a:lnTo>
                <a:lnTo>
                  <a:pt x="6982" y="34703"/>
                </a:lnTo>
                <a:lnTo>
                  <a:pt x="6982" y="34259"/>
                </a:lnTo>
                <a:lnTo>
                  <a:pt x="7299" y="33904"/>
                </a:lnTo>
                <a:lnTo>
                  <a:pt x="7299" y="33460"/>
                </a:lnTo>
                <a:lnTo>
                  <a:pt x="7299" y="33017"/>
                </a:lnTo>
                <a:lnTo>
                  <a:pt x="7299" y="32573"/>
                </a:lnTo>
                <a:lnTo>
                  <a:pt x="7299" y="32129"/>
                </a:lnTo>
                <a:lnTo>
                  <a:pt x="7299" y="31685"/>
                </a:lnTo>
                <a:lnTo>
                  <a:pt x="7299" y="31508"/>
                </a:lnTo>
                <a:lnTo>
                  <a:pt x="7299" y="31064"/>
                </a:lnTo>
                <a:lnTo>
                  <a:pt x="7299" y="30443"/>
                </a:lnTo>
                <a:lnTo>
                  <a:pt x="7299" y="30265"/>
                </a:lnTo>
                <a:lnTo>
                  <a:pt x="7775" y="29821"/>
                </a:lnTo>
                <a:lnTo>
                  <a:pt x="7775" y="29378"/>
                </a:lnTo>
                <a:lnTo>
                  <a:pt x="7775" y="28934"/>
                </a:lnTo>
                <a:lnTo>
                  <a:pt x="7775" y="28490"/>
                </a:lnTo>
                <a:lnTo>
                  <a:pt x="8093" y="28046"/>
                </a:lnTo>
                <a:lnTo>
                  <a:pt x="8093" y="27869"/>
                </a:lnTo>
                <a:lnTo>
                  <a:pt x="8093" y="27247"/>
                </a:lnTo>
                <a:lnTo>
                  <a:pt x="8093" y="26804"/>
                </a:lnTo>
                <a:lnTo>
                  <a:pt x="8093" y="26537"/>
                </a:lnTo>
                <a:lnTo>
                  <a:pt x="8569" y="26182"/>
                </a:lnTo>
                <a:lnTo>
                  <a:pt x="8569" y="25739"/>
                </a:lnTo>
                <a:lnTo>
                  <a:pt x="8569" y="25295"/>
                </a:lnTo>
                <a:lnTo>
                  <a:pt x="8569" y="24851"/>
                </a:lnTo>
                <a:lnTo>
                  <a:pt x="8569" y="24407"/>
                </a:lnTo>
                <a:lnTo>
                  <a:pt x="8886" y="24230"/>
                </a:lnTo>
                <a:lnTo>
                  <a:pt x="8886" y="23786"/>
                </a:lnTo>
                <a:lnTo>
                  <a:pt x="8886" y="23342"/>
                </a:lnTo>
                <a:lnTo>
                  <a:pt x="8886" y="23165"/>
                </a:lnTo>
                <a:lnTo>
                  <a:pt x="8886" y="22721"/>
                </a:lnTo>
                <a:lnTo>
                  <a:pt x="9203" y="22100"/>
                </a:lnTo>
                <a:lnTo>
                  <a:pt x="9203" y="21833"/>
                </a:lnTo>
                <a:lnTo>
                  <a:pt x="9203" y="21390"/>
                </a:lnTo>
                <a:lnTo>
                  <a:pt x="9203" y="21035"/>
                </a:lnTo>
                <a:lnTo>
                  <a:pt x="9679" y="20768"/>
                </a:lnTo>
                <a:lnTo>
                  <a:pt x="9679" y="20325"/>
                </a:lnTo>
                <a:lnTo>
                  <a:pt x="9679" y="19970"/>
                </a:lnTo>
                <a:lnTo>
                  <a:pt x="9679" y="19703"/>
                </a:lnTo>
                <a:lnTo>
                  <a:pt x="9679" y="19259"/>
                </a:lnTo>
                <a:lnTo>
                  <a:pt x="9679" y="18816"/>
                </a:lnTo>
                <a:lnTo>
                  <a:pt x="9679" y="18461"/>
                </a:lnTo>
                <a:lnTo>
                  <a:pt x="9679" y="18194"/>
                </a:lnTo>
                <a:lnTo>
                  <a:pt x="9679" y="17751"/>
                </a:lnTo>
                <a:lnTo>
                  <a:pt x="9679" y="17396"/>
                </a:lnTo>
                <a:lnTo>
                  <a:pt x="9997" y="17129"/>
                </a:lnTo>
                <a:lnTo>
                  <a:pt x="9997" y="16686"/>
                </a:lnTo>
                <a:lnTo>
                  <a:pt x="9997" y="16331"/>
                </a:lnTo>
                <a:lnTo>
                  <a:pt x="9997" y="16064"/>
                </a:lnTo>
                <a:lnTo>
                  <a:pt x="9997" y="15620"/>
                </a:lnTo>
                <a:lnTo>
                  <a:pt x="10473" y="15177"/>
                </a:lnTo>
                <a:lnTo>
                  <a:pt x="10473" y="14999"/>
                </a:lnTo>
                <a:lnTo>
                  <a:pt x="10473" y="14555"/>
                </a:lnTo>
                <a:lnTo>
                  <a:pt x="10473" y="14378"/>
                </a:lnTo>
                <a:lnTo>
                  <a:pt x="10790" y="13934"/>
                </a:lnTo>
                <a:lnTo>
                  <a:pt x="10790" y="13757"/>
                </a:lnTo>
                <a:lnTo>
                  <a:pt x="10790" y="13313"/>
                </a:lnTo>
                <a:lnTo>
                  <a:pt x="10790" y="12869"/>
                </a:lnTo>
                <a:lnTo>
                  <a:pt x="10790" y="12603"/>
                </a:lnTo>
                <a:lnTo>
                  <a:pt x="11108" y="12248"/>
                </a:lnTo>
                <a:lnTo>
                  <a:pt x="11108" y="11804"/>
                </a:lnTo>
                <a:lnTo>
                  <a:pt x="11108" y="11538"/>
                </a:lnTo>
                <a:lnTo>
                  <a:pt x="11108" y="11360"/>
                </a:lnTo>
                <a:lnTo>
                  <a:pt x="11108" y="10916"/>
                </a:lnTo>
                <a:lnTo>
                  <a:pt x="11584" y="10473"/>
                </a:lnTo>
                <a:lnTo>
                  <a:pt x="11584" y="10295"/>
                </a:lnTo>
                <a:lnTo>
                  <a:pt x="11584" y="10029"/>
                </a:lnTo>
                <a:lnTo>
                  <a:pt x="11584" y="9674"/>
                </a:lnTo>
                <a:lnTo>
                  <a:pt x="11584" y="9230"/>
                </a:lnTo>
                <a:lnTo>
                  <a:pt x="11584" y="8964"/>
                </a:lnTo>
                <a:lnTo>
                  <a:pt x="11584" y="8609"/>
                </a:lnTo>
                <a:lnTo>
                  <a:pt x="11584" y="8343"/>
                </a:lnTo>
                <a:lnTo>
                  <a:pt x="11584" y="7899"/>
                </a:lnTo>
                <a:lnTo>
                  <a:pt x="11901" y="7721"/>
                </a:lnTo>
                <a:lnTo>
                  <a:pt x="11901" y="7455"/>
                </a:lnTo>
                <a:lnTo>
                  <a:pt x="11901" y="7100"/>
                </a:lnTo>
                <a:lnTo>
                  <a:pt x="11901" y="6656"/>
                </a:lnTo>
                <a:lnTo>
                  <a:pt x="11901" y="6390"/>
                </a:lnTo>
                <a:lnTo>
                  <a:pt x="12377" y="6212"/>
                </a:lnTo>
                <a:lnTo>
                  <a:pt x="12377" y="5769"/>
                </a:lnTo>
                <a:lnTo>
                  <a:pt x="12377" y="5591"/>
                </a:lnTo>
                <a:lnTo>
                  <a:pt x="12377" y="5325"/>
                </a:lnTo>
                <a:lnTo>
                  <a:pt x="12377" y="4881"/>
                </a:lnTo>
                <a:lnTo>
                  <a:pt x="12694" y="4526"/>
                </a:lnTo>
                <a:lnTo>
                  <a:pt x="12694" y="4260"/>
                </a:lnTo>
                <a:lnTo>
                  <a:pt x="12694" y="4082"/>
                </a:lnTo>
                <a:lnTo>
                  <a:pt x="12694" y="3638"/>
                </a:lnTo>
                <a:lnTo>
                  <a:pt x="12694" y="3461"/>
                </a:lnTo>
                <a:lnTo>
                  <a:pt x="13170" y="3195"/>
                </a:lnTo>
                <a:lnTo>
                  <a:pt x="13170" y="3017"/>
                </a:lnTo>
                <a:lnTo>
                  <a:pt x="13170" y="2573"/>
                </a:lnTo>
                <a:lnTo>
                  <a:pt x="13170" y="2307"/>
                </a:lnTo>
                <a:lnTo>
                  <a:pt x="13488" y="1952"/>
                </a:lnTo>
                <a:lnTo>
                  <a:pt x="13488" y="1686"/>
                </a:lnTo>
                <a:lnTo>
                  <a:pt x="13488" y="1508"/>
                </a:lnTo>
                <a:lnTo>
                  <a:pt x="13488" y="1065"/>
                </a:lnTo>
                <a:lnTo>
                  <a:pt x="13488" y="887"/>
                </a:lnTo>
                <a:lnTo>
                  <a:pt x="13805" y="621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2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7868109" y="2188662"/>
            <a:ext cx="13488" cy="23342"/>
          </a:xfrm>
          <a:custGeom>
            <a:avLst/>
            <a:gdLst/>
            <a:ahLst/>
            <a:cxnLst/>
            <a:rect l="l" t="t" r="r" b="b"/>
            <a:pathLst>
              <a:path w="13488" h="23342">
                <a:moveTo>
                  <a:pt x="0" y="23342"/>
                </a:moveTo>
                <a:lnTo>
                  <a:pt x="0" y="23076"/>
                </a:lnTo>
                <a:lnTo>
                  <a:pt x="0" y="22898"/>
                </a:lnTo>
                <a:lnTo>
                  <a:pt x="0" y="22721"/>
                </a:lnTo>
                <a:lnTo>
                  <a:pt x="0" y="22277"/>
                </a:lnTo>
                <a:lnTo>
                  <a:pt x="0" y="22011"/>
                </a:lnTo>
                <a:lnTo>
                  <a:pt x="0" y="21833"/>
                </a:lnTo>
                <a:lnTo>
                  <a:pt x="0" y="21656"/>
                </a:lnTo>
                <a:lnTo>
                  <a:pt x="476" y="21212"/>
                </a:lnTo>
                <a:lnTo>
                  <a:pt x="476" y="20946"/>
                </a:lnTo>
                <a:lnTo>
                  <a:pt x="476" y="20768"/>
                </a:lnTo>
                <a:lnTo>
                  <a:pt x="476" y="20502"/>
                </a:lnTo>
                <a:lnTo>
                  <a:pt x="793" y="20325"/>
                </a:lnTo>
                <a:lnTo>
                  <a:pt x="793" y="19881"/>
                </a:lnTo>
                <a:lnTo>
                  <a:pt x="793" y="19703"/>
                </a:lnTo>
                <a:lnTo>
                  <a:pt x="793" y="19437"/>
                </a:lnTo>
                <a:lnTo>
                  <a:pt x="793" y="19259"/>
                </a:lnTo>
                <a:lnTo>
                  <a:pt x="1269" y="19082"/>
                </a:lnTo>
                <a:lnTo>
                  <a:pt x="1269" y="18816"/>
                </a:lnTo>
                <a:lnTo>
                  <a:pt x="1269" y="18372"/>
                </a:lnTo>
                <a:lnTo>
                  <a:pt x="1269" y="18194"/>
                </a:lnTo>
                <a:lnTo>
                  <a:pt x="1586" y="17751"/>
                </a:lnTo>
                <a:lnTo>
                  <a:pt x="1586" y="17573"/>
                </a:lnTo>
                <a:lnTo>
                  <a:pt x="1586" y="17307"/>
                </a:lnTo>
                <a:lnTo>
                  <a:pt x="1586" y="17129"/>
                </a:lnTo>
                <a:lnTo>
                  <a:pt x="1586" y="16863"/>
                </a:lnTo>
                <a:lnTo>
                  <a:pt x="1904" y="16686"/>
                </a:lnTo>
                <a:lnTo>
                  <a:pt x="1904" y="16508"/>
                </a:lnTo>
                <a:lnTo>
                  <a:pt x="1904" y="16064"/>
                </a:lnTo>
                <a:lnTo>
                  <a:pt x="1904" y="15798"/>
                </a:lnTo>
                <a:lnTo>
                  <a:pt x="1904" y="15620"/>
                </a:lnTo>
                <a:lnTo>
                  <a:pt x="1904" y="15177"/>
                </a:lnTo>
                <a:lnTo>
                  <a:pt x="1904" y="14999"/>
                </a:lnTo>
                <a:lnTo>
                  <a:pt x="1904" y="14733"/>
                </a:lnTo>
                <a:lnTo>
                  <a:pt x="2380" y="14733"/>
                </a:lnTo>
                <a:lnTo>
                  <a:pt x="2380" y="14555"/>
                </a:lnTo>
                <a:lnTo>
                  <a:pt x="2380" y="14112"/>
                </a:lnTo>
                <a:lnTo>
                  <a:pt x="2380" y="13934"/>
                </a:lnTo>
                <a:lnTo>
                  <a:pt x="2380" y="13668"/>
                </a:lnTo>
                <a:lnTo>
                  <a:pt x="2697" y="13490"/>
                </a:lnTo>
                <a:lnTo>
                  <a:pt x="2697" y="13224"/>
                </a:lnTo>
                <a:lnTo>
                  <a:pt x="2697" y="13047"/>
                </a:lnTo>
                <a:lnTo>
                  <a:pt x="2697" y="12603"/>
                </a:lnTo>
                <a:lnTo>
                  <a:pt x="3173" y="12425"/>
                </a:lnTo>
                <a:lnTo>
                  <a:pt x="3173" y="12159"/>
                </a:lnTo>
                <a:lnTo>
                  <a:pt x="3173" y="11982"/>
                </a:lnTo>
                <a:lnTo>
                  <a:pt x="3491" y="11715"/>
                </a:lnTo>
                <a:lnTo>
                  <a:pt x="3491" y="11538"/>
                </a:lnTo>
                <a:lnTo>
                  <a:pt x="3491" y="11360"/>
                </a:lnTo>
                <a:lnTo>
                  <a:pt x="3491" y="11094"/>
                </a:lnTo>
                <a:lnTo>
                  <a:pt x="3967" y="10916"/>
                </a:lnTo>
                <a:lnTo>
                  <a:pt x="3967" y="10650"/>
                </a:lnTo>
                <a:lnTo>
                  <a:pt x="3967" y="10473"/>
                </a:lnTo>
                <a:lnTo>
                  <a:pt x="3967" y="10295"/>
                </a:lnTo>
                <a:lnTo>
                  <a:pt x="3967" y="10029"/>
                </a:lnTo>
                <a:lnTo>
                  <a:pt x="4284" y="10029"/>
                </a:lnTo>
                <a:lnTo>
                  <a:pt x="4284" y="9851"/>
                </a:lnTo>
                <a:lnTo>
                  <a:pt x="4284" y="9585"/>
                </a:lnTo>
                <a:lnTo>
                  <a:pt x="4284" y="9408"/>
                </a:lnTo>
                <a:lnTo>
                  <a:pt x="4284" y="9141"/>
                </a:lnTo>
                <a:lnTo>
                  <a:pt x="4284" y="8964"/>
                </a:lnTo>
                <a:lnTo>
                  <a:pt x="4284" y="8786"/>
                </a:lnTo>
                <a:lnTo>
                  <a:pt x="4284" y="8520"/>
                </a:lnTo>
                <a:lnTo>
                  <a:pt x="4601" y="8343"/>
                </a:lnTo>
                <a:lnTo>
                  <a:pt x="4601" y="8076"/>
                </a:lnTo>
                <a:lnTo>
                  <a:pt x="4601" y="7899"/>
                </a:lnTo>
                <a:lnTo>
                  <a:pt x="4601" y="7721"/>
                </a:lnTo>
                <a:lnTo>
                  <a:pt x="5077" y="7721"/>
                </a:lnTo>
                <a:lnTo>
                  <a:pt x="5077" y="7455"/>
                </a:lnTo>
                <a:lnTo>
                  <a:pt x="5077" y="7277"/>
                </a:lnTo>
                <a:lnTo>
                  <a:pt x="5077" y="7011"/>
                </a:lnTo>
                <a:lnTo>
                  <a:pt x="5395" y="6834"/>
                </a:lnTo>
                <a:lnTo>
                  <a:pt x="5395" y="6567"/>
                </a:lnTo>
                <a:lnTo>
                  <a:pt x="5395" y="6390"/>
                </a:lnTo>
                <a:lnTo>
                  <a:pt x="5871" y="6212"/>
                </a:lnTo>
                <a:lnTo>
                  <a:pt x="5871" y="5946"/>
                </a:lnTo>
                <a:lnTo>
                  <a:pt x="5871" y="5769"/>
                </a:lnTo>
                <a:lnTo>
                  <a:pt x="5871" y="5502"/>
                </a:lnTo>
                <a:lnTo>
                  <a:pt x="6188" y="5502"/>
                </a:lnTo>
                <a:lnTo>
                  <a:pt x="6188" y="5325"/>
                </a:lnTo>
                <a:lnTo>
                  <a:pt x="6188" y="5147"/>
                </a:lnTo>
                <a:lnTo>
                  <a:pt x="6188" y="4881"/>
                </a:lnTo>
                <a:lnTo>
                  <a:pt x="6188" y="4704"/>
                </a:lnTo>
                <a:lnTo>
                  <a:pt x="6188" y="4437"/>
                </a:lnTo>
                <a:lnTo>
                  <a:pt x="6188" y="4260"/>
                </a:lnTo>
                <a:lnTo>
                  <a:pt x="6506" y="4260"/>
                </a:lnTo>
                <a:lnTo>
                  <a:pt x="6506" y="3994"/>
                </a:lnTo>
                <a:lnTo>
                  <a:pt x="6506" y="3816"/>
                </a:lnTo>
                <a:lnTo>
                  <a:pt x="6982" y="3816"/>
                </a:lnTo>
                <a:lnTo>
                  <a:pt x="6982" y="3638"/>
                </a:lnTo>
                <a:lnTo>
                  <a:pt x="6982" y="3372"/>
                </a:lnTo>
                <a:lnTo>
                  <a:pt x="7299" y="3195"/>
                </a:lnTo>
                <a:lnTo>
                  <a:pt x="7299" y="2928"/>
                </a:lnTo>
                <a:lnTo>
                  <a:pt x="7775" y="2928"/>
                </a:lnTo>
                <a:lnTo>
                  <a:pt x="7775" y="2751"/>
                </a:lnTo>
                <a:lnTo>
                  <a:pt x="7775" y="2573"/>
                </a:lnTo>
                <a:lnTo>
                  <a:pt x="8093" y="2307"/>
                </a:lnTo>
                <a:lnTo>
                  <a:pt x="8093" y="1686"/>
                </a:lnTo>
                <a:lnTo>
                  <a:pt x="8410" y="1686"/>
                </a:lnTo>
                <a:lnTo>
                  <a:pt x="8410" y="1420"/>
                </a:lnTo>
                <a:lnTo>
                  <a:pt x="8886" y="1242"/>
                </a:lnTo>
                <a:lnTo>
                  <a:pt x="8886" y="1065"/>
                </a:lnTo>
                <a:lnTo>
                  <a:pt x="9203" y="1065"/>
                </a:lnTo>
                <a:lnTo>
                  <a:pt x="9203" y="798"/>
                </a:lnTo>
                <a:lnTo>
                  <a:pt x="9203" y="621"/>
                </a:lnTo>
                <a:lnTo>
                  <a:pt x="9679" y="621"/>
                </a:lnTo>
                <a:lnTo>
                  <a:pt x="9997" y="621"/>
                </a:lnTo>
                <a:lnTo>
                  <a:pt x="9997" y="621"/>
                </a:lnTo>
                <a:lnTo>
                  <a:pt x="9997" y="355"/>
                </a:lnTo>
                <a:lnTo>
                  <a:pt x="10473" y="355"/>
                </a:lnTo>
                <a:lnTo>
                  <a:pt x="10473" y="177"/>
                </a:lnTo>
                <a:lnTo>
                  <a:pt x="10790" y="177"/>
                </a:lnTo>
                <a:lnTo>
                  <a:pt x="10790" y="0"/>
                </a:lnTo>
                <a:lnTo>
                  <a:pt x="11108" y="0"/>
                </a:lnTo>
                <a:lnTo>
                  <a:pt x="11584" y="0"/>
                </a:lnTo>
                <a:lnTo>
                  <a:pt x="11901" y="0"/>
                </a:lnTo>
                <a:lnTo>
                  <a:pt x="12377" y="0"/>
                </a:lnTo>
                <a:lnTo>
                  <a:pt x="12377" y="177"/>
                </a:lnTo>
                <a:lnTo>
                  <a:pt x="12694" y="177"/>
                </a:lnTo>
                <a:lnTo>
                  <a:pt x="12694" y="355"/>
                </a:lnTo>
                <a:lnTo>
                  <a:pt x="13012" y="355"/>
                </a:lnTo>
                <a:lnTo>
                  <a:pt x="13488" y="621"/>
                </a:lnTo>
              </a:path>
            </a:pathLst>
          </a:custGeom>
          <a:ln w="1738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7881597" y="2189283"/>
            <a:ext cx="13805" cy="38164"/>
          </a:xfrm>
          <a:custGeom>
            <a:avLst/>
            <a:gdLst/>
            <a:ahLst/>
            <a:cxnLst/>
            <a:rect l="l" t="t" r="r" b="b"/>
            <a:pathLst>
              <a:path w="13805" h="38164">
                <a:moveTo>
                  <a:pt x="0" y="0"/>
                </a:moveTo>
                <a:lnTo>
                  <a:pt x="317" y="0"/>
                </a:lnTo>
                <a:lnTo>
                  <a:pt x="317" y="177"/>
                </a:lnTo>
                <a:lnTo>
                  <a:pt x="793" y="177"/>
                </a:lnTo>
                <a:lnTo>
                  <a:pt x="793" y="443"/>
                </a:lnTo>
                <a:lnTo>
                  <a:pt x="1110" y="621"/>
                </a:lnTo>
                <a:lnTo>
                  <a:pt x="1110" y="798"/>
                </a:lnTo>
                <a:lnTo>
                  <a:pt x="1110" y="1065"/>
                </a:lnTo>
                <a:lnTo>
                  <a:pt x="1586" y="1065"/>
                </a:lnTo>
                <a:lnTo>
                  <a:pt x="1586" y="1242"/>
                </a:lnTo>
                <a:lnTo>
                  <a:pt x="1586" y="1508"/>
                </a:lnTo>
                <a:lnTo>
                  <a:pt x="1904" y="1508"/>
                </a:lnTo>
                <a:lnTo>
                  <a:pt x="1904" y="1686"/>
                </a:lnTo>
                <a:lnTo>
                  <a:pt x="1904" y="1952"/>
                </a:lnTo>
                <a:lnTo>
                  <a:pt x="2221" y="2130"/>
                </a:lnTo>
                <a:lnTo>
                  <a:pt x="2221" y="2307"/>
                </a:lnTo>
                <a:lnTo>
                  <a:pt x="2697" y="2307"/>
                </a:lnTo>
                <a:lnTo>
                  <a:pt x="2697" y="2573"/>
                </a:lnTo>
                <a:lnTo>
                  <a:pt x="2697" y="2751"/>
                </a:lnTo>
                <a:lnTo>
                  <a:pt x="3015" y="3017"/>
                </a:lnTo>
                <a:lnTo>
                  <a:pt x="3015" y="3195"/>
                </a:lnTo>
                <a:lnTo>
                  <a:pt x="3015" y="3372"/>
                </a:lnTo>
                <a:lnTo>
                  <a:pt x="3015" y="3638"/>
                </a:lnTo>
                <a:lnTo>
                  <a:pt x="3015" y="3816"/>
                </a:lnTo>
                <a:lnTo>
                  <a:pt x="3491" y="4082"/>
                </a:lnTo>
                <a:lnTo>
                  <a:pt x="3491" y="4260"/>
                </a:lnTo>
                <a:lnTo>
                  <a:pt x="3491" y="4526"/>
                </a:lnTo>
                <a:lnTo>
                  <a:pt x="3491" y="4704"/>
                </a:lnTo>
                <a:lnTo>
                  <a:pt x="3808" y="4704"/>
                </a:lnTo>
                <a:lnTo>
                  <a:pt x="3808" y="4881"/>
                </a:lnTo>
                <a:lnTo>
                  <a:pt x="4125" y="5147"/>
                </a:lnTo>
                <a:lnTo>
                  <a:pt x="4125" y="5325"/>
                </a:lnTo>
                <a:lnTo>
                  <a:pt x="4125" y="5591"/>
                </a:lnTo>
                <a:lnTo>
                  <a:pt x="4125" y="5769"/>
                </a:lnTo>
                <a:lnTo>
                  <a:pt x="4601" y="5769"/>
                </a:lnTo>
                <a:lnTo>
                  <a:pt x="4601" y="5946"/>
                </a:lnTo>
                <a:lnTo>
                  <a:pt x="4601" y="6212"/>
                </a:lnTo>
                <a:lnTo>
                  <a:pt x="4601" y="6390"/>
                </a:lnTo>
                <a:lnTo>
                  <a:pt x="4919" y="6656"/>
                </a:lnTo>
                <a:lnTo>
                  <a:pt x="4919" y="6834"/>
                </a:lnTo>
                <a:lnTo>
                  <a:pt x="4919" y="7100"/>
                </a:lnTo>
                <a:lnTo>
                  <a:pt x="5395" y="7277"/>
                </a:lnTo>
                <a:lnTo>
                  <a:pt x="5395" y="7455"/>
                </a:lnTo>
                <a:lnTo>
                  <a:pt x="5395" y="7721"/>
                </a:lnTo>
                <a:lnTo>
                  <a:pt x="5395" y="7899"/>
                </a:lnTo>
                <a:lnTo>
                  <a:pt x="5395" y="8165"/>
                </a:lnTo>
                <a:lnTo>
                  <a:pt x="5395" y="8343"/>
                </a:lnTo>
                <a:lnTo>
                  <a:pt x="5395" y="8520"/>
                </a:lnTo>
                <a:lnTo>
                  <a:pt x="5712" y="8786"/>
                </a:lnTo>
                <a:lnTo>
                  <a:pt x="5712" y="8964"/>
                </a:lnTo>
                <a:lnTo>
                  <a:pt x="5712" y="9230"/>
                </a:lnTo>
                <a:lnTo>
                  <a:pt x="5712" y="9408"/>
                </a:lnTo>
                <a:lnTo>
                  <a:pt x="6188" y="9674"/>
                </a:lnTo>
                <a:lnTo>
                  <a:pt x="6188" y="9851"/>
                </a:lnTo>
                <a:lnTo>
                  <a:pt x="6188" y="10029"/>
                </a:lnTo>
                <a:lnTo>
                  <a:pt x="6188" y="10295"/>
                </a:lnTo>
                <a:lnTo>
                  <a:pt x="6188" y="10473"/>
                </a:lnTo>
                <a:lnTo>
                  <a:pt x="6506" y="10473"/>
                </a:lnTo>
                <a:lnTo>
                  <a:pt x="6506" y="10739"/>
                </a:lnTo>
                <a:lnTo>
                  <a:pt x="6506" y="10916"/>
                </a:lnTo>
                <a:lnTo>
                  <a:pt x="6506" y="11094"/>
                </a:lnTo>
                <a:lnTo>
                  <a:pt x="6506" y="11360"/>
                </a:lnTo>
                <a:lnTo>
                  <a:pt x="6823" y="11538"/>
                </a:lnTo>
                <a:lnTo>
                  <a:pt x="6823" y="11804"/>
                </a:lnTo>
                <a:lnTo>
                  <a:pt x="6823" y="12248"/>
                </a:lnTo>
                <a:lnTo>
                  <a:pt x="7299" y="12425"/>
                </a:lnTo>
                <a:lnTo>
                  <a:pt x="7299" y="12603"/>
                </a:lnTo>
                <a:lnTo>
                  <a:pt x="7299" y="12869"/>
                </a:lnTo>
                <a:lnTo>
                  <a:pt x="7299" y="13047"/>
                </a:lnTo>
                <a:lnTo>
                  <a:pt x="7299" y="13313"/>
                </a:lnTo>
                <a:lnTo>
                  <a:pt x="7299" y="13490"/>
                </a:lnTo>
                <a:lnTo>
                  <a:pt x="7299" y="13934"/>
                </a:lnTo>
                <a:lnTo>
                  <a:pt x="7299" y="14112"/>
                </a:lnTo>
                <a:lnTo>
                  <a:pt x="7616" y="14378"/>
                </a:lnTo>
                <a:lnTo>
                  <a:pt x="7616" y="14555"/>
                </a:lnTo>
                <a:lnTo>
                  <a:pt x="7616" y="14822"/>
                </a:lnTo>
                <a:lnTo>
                  <a:pt x="7616" y="15177"/>
                </a:lnTo>
                <a:lnTo>
                  <a:pt x="8093" y="15443"/>
                </a:lnTo>
                <a:lnTo>
                  <a:pt x="8093" y="15620"/>
                </a:lnTo>
                <a:lnTo>
                  <a:pt x="8093" y="15887"/>
                </a:lnTo>
                <a:lnTo>
                  <a:pt x="8093" y="16242"/>
                </a:lnTo>
                <a:lnTo>
                  <a:pt x="8410" y="16508"/>
                </a:lnTo>
                <a:lnTo>
                  <a:pt x="8410" y="16686"/>
                </a:lnTo>
                <a:lnTo>
                  <a:pt x="8410" y="17129"/>
                </a:lnTo>
                <a:lnTo>
                  <a:pt x="8410" y="17396"/>
                </a:lnTo>
                <a:lnTo>
                  <a:pt x="8727" y="17573"/>
                </a:lnTo>
                <a:lnTo>
                  <a:pt x="8727" y="17751"/>
                </a:lnTo>
                <a:lnTo>
                  <a:pt x="8727" y="18017"/>
                </a:lnTo>
                <a:lnTo>
                  <a:pt x="8727" y="18194"/>
                </a:lnTo>
                <a:lnTo>
                  <a:pt x="8727" y="18638"/>
                </a:lnTo>
                <a:lnTo>
                  <a:pt x="9203" y="18816"/>
                </a:lnTo>
                <a:lnTo>
                  <a:pt x="9203" y="19259"/>
                </a:lnTo>
                <a:lnTo>
                  <a:pt x="9203" y="19526"/>
                </a:lnTo>
                <a:lnTo>
                  <a:pt x="9203" y="19703"/>
                </a:lnTo>
                <a:lnTo>
                  <a:pt x="9521" y="19881"/>
                </a:lnTo>
                <a:lnTo>
                  <a:pt x="9521" y="20147"/>
                </a:lnTo>
                <a:lnTo>
                  <a:pt x="9521" y="20325"/>
                </a:lnTo>
                <a:lnTo>
                  <a:pt x="9521" y="20768"/>
                </a:lnTo>
                <a:lnTo>
                  <a:pt x="9521" y="21035"/>
                </a:lnTo>
                <a:lnTo>
                  <a:pt x="9521" y="21212"/>
                </a:lnTo>
                <a:lnTo>
                  <a:pt x="9521" y="21390"/>
                </a:lnTo>
                <a:lnTo>
                  <a:pt x="9521" y="21656"/>
                </a:lnTo>
                <a:lnTo>
                  <a:pt x="9521" y="22100"/>
                </a:lnTo>
                <a:lnTo>
                  <a:pt x="9997" y="22277"/>
                </a:lnTo>
                <a:lnTo>
                  <a:pt x="9997" y="22455"/>
                </a:lnTo>
                <a:lnTo>
                  <a:pt x="9997" y="22721"/>
                </a:lnTo>
                <a:lnTo>
                  <a:pt x="9997" y="23165"/>
                </a:lnTo>
                <a:lnTo>
                  <a:pt x="9997" y="23342"/>
                </a:lnTo>
                <a:lnTo>
                  <a:pt x="10314" y="23608"/>
                </a:lnTo>
                <a:lnTo>
                  <a:pt x="10314" y="23786"/>
                </a:lnTo>
                <a:lnTo>
                  <a:pt x="10314" y="24230"/>
                </a:lnTo>
                <a:lnTo>
                  <a:pt x="10314" y="24407"/>
                </a:lnTo>
                <a:lnTo>
                  <a:pt x="10314" y="24674"/>
                </a:lnTo>
                <a:lnTo>
                  <a:pt x="10631" y="24851"/>
                </a:lnTo>
                <a:lnTo>
                  <a:pt x="10631" y="25295"/>
                </a:lnTo>
                <a:lnTo>
                  <a:pt x="10631" y="25472"/>
                </a:lnTo>
                <a:lnTo>
                  <a:pt x="10631" y="25916"/>
                </a:lnTo>
                <a:lnTo>
                  <a:pt x="11108" y="25916"/>
                </a:lnTo>
                <a:lnTo>
                  <a:pt x="11108" y="26360"/>
                </a:lnTo>
                <a:lnTo>
                  <a:pt x="11108" y="26804"/>
                </a:lnTo>
                <a:lnTo>
                  <a:pt x="11108" y="26981"/>
                </a:lnTo>
                <a:lnTo>
                  <a:pt x="11108" y="27247"/>
                </a:lnTo>
                <a:lnTo>
                  <a:pt x="11425" y="27425"/>
                </a:lnTo>
                <a:lnTo>
                  <a:pt x="11425" y="27869"/>
                </a:lnTo>
                <a:lnTo>
                  <a:pt x="11425" y="28046"/>
                </a:lnTo>
                <a:lnTo>
                  <a:pt x="11425" y="28313"/>
                </a:lnTo>
                <a:lnTo>
                  <a:pt x="11425" y="28756"/>
                </a:lnTo>
                <a:lnTo>
                  <a:pt x="11425" y="28934"/>
                </a:lnTo>
                <a:lnTo>
                  <a:pt x="11425" y="29378"/>
                </a:lnTo>
                <a:lnTo>
                  <a:pt x="11425" y="29555"/>
                </a:lnTo>
                <a:lnTo>
                  <a:pt x="11425" y="29821"/>
                </a:lnTo>
                <a:lnTo>
                  <a:pt x="11425" y="30176"/>
                </a:lnTo>
                <a:lnTo>
                  <a:pt x="11901" y="30620"/>
                </a:lnTo>
                <a:lnTo>
                  <a:pt x="11901" y="31064"/>
                </a:lnTo>
                <a:lnTo>
                  <a:pt x="11901" y="31508"/>
                </a:lnTo>
                <a:lnTo>
                  <a:pt x="12218" y="31685"/>
                </a:lnTo>
                <a:lnTo>
                  <a:pt x="12218" y="31952"/>
                </a:lnTo>
                <a:lnTo>
                  <a:pt x="12218" y="32395"/>
                </a:lnTo>
                <a:lnTo>
                  <a:pt x="12218" y="32750"/>
                </a:lnTo>
                <a:lnTo>
                  <a:pt x="12218" y="33017"/>
                </a:lnTo>
                <a:lnTo>
                  <a:pt x="12694" y="33194"/>
                </a:lnTo>
                <a:lnTo>
                  <a:pt x="12694" y="33638"/>
                </a:lnTo>
                <a:lnTo>
                  <a:pt x="12694" y="34082"/>
                </a:lnTo>
                <a:lnTo>
                  <a:pt x="12694" y="34525"/>
                </a:lnTo>
                <a:lnTo>
                  <a:pt x="13012" y="34969"/>
                </a:lnTo>
                <a:lnTo>
                  <a:pt x="13012" y="35324"/>
                </a:lnTo>
                <a:lnTo>
                  <a:pt x="13012" y="35768"/>
                </a:lnTo>
                <a:lnTo>
                  <a:pt x="13012" y="36212"/>
                </a:lnTo>
                <a:lnTo>
                  <a:pt x="13329" y="36478"/>
                </a:lnTo>
                <a:lnTo>
                  <a:pt x="13329" y="36833"/>
                </a:lnTo>
                <a:lnTo>
                  <a:pt x="13329" y="37277"/>
                </a:lnTo>
                <a:lnTo>
                  <a:pt x="13329" y="37543"/>
                </a:lnTo>
                <a:lnTo>
                  <a:pt x="13805" y="37721"/>
                </a:lnTo>
                <a:lnTo>
                  <a:pt x="13805" y="38164"/>
                </a:lnTo>
              </a:path>
            </a:pathLst>
          </a:custGeom>
          <a:ln w="18545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7895403" y="2227448"/>
            <a:ext cx="13329" cy="93282"/>
          </a:xfrm>
          <a:custGeom>
            <a:avLst/>
            <a:gdLst/>
            <a:ahLst/>
            <a:cxnLst/>
            <a:rect l="l" t="t" r="r" b="b"/>
            <a:pathLst>
              <a:path w="13329" h="93282">
                <a:moveTo>
                  <a:pt x="0" y="0"/>
                </a:moveTo>
                <a:lnTo>
                  <a:pt x="0" y="443"/>
                </a:lnTo>
                <a:lnTo>
                  <a:pt x="0" y="621"/>
                </a:lnTo>
                <a:lnTo>
                  <a:pt x="0" y="1065"/>
                </a:lnTo>
                <a:lnTo>
                  <a:pt x="0" y="1508"/>
                </a:lnTo>
                <a:lnTo>
                  <a:pt x="0" y="1952"/>
                </a:lnTo>
                <a:lnTo>
                  <a:pt x="0" y="2307"/>
                </a:lnTo>
                <a:lnTo>
                  <a:pt x="0" y="2751"/>
                </a:lnTo>
                <a:lnTo>
                  <a:pt x="317" y="3017"/>
                </a:lnTo>
                <a:lnTo>
                  <a:pt x="317" y="3372"/>
                </a:lnTo>
                <a:lnTo>
                  <a:pt x="317" y="3816"/>
                </a:lnTo>
                <a:lnTo>
                  <a:pt x="317" y="4260"/>
                </a:lnTo>
                <a:lnTo>
                  <a:pt x="317" y="4526"/>
                </a:lnTo>
                <a:lnTo>
                  <a:pt x="793" y="4881"/>
                </a:lnTo>
                <a:lnTo>
                  <a:pt x="793" y="5325"/>
                </a:lnTo>
                <a:lnTo>
                  <a:pt x="793" y="5591"/>
                </a:lnTo>
                <a:lnTo>
                  <a:pt x="793" y="5946"/>
                </a:lnTo>
                <a:lnTo>
                  <a:pt x="1110" y="6390"/>
                </a:lnTo>
                <a:lnTo>
                  <a:pt x="1110" y="6656"/>
                </a:lnTo>
                <a:lnTo>
                  <a:pt x="1110" y="7100"/>
                </a:lnTo>
                <a:lnTo>
                  <a:pt x="1110" y="7455"/>
                </a:lnTo>
                <a:lnTo>
                  <a:pt x="1110" y="7721"/>
                </a:lnTo>
                <a:lnTo>
                  <a:pt x="1428" y="8165"/>
                </a:lnTo>
                <a:lnTo>
                  <a:pt x="1428" y="8520"/>
                </a:lnTo>
                <a:lnTo>
                  <a:pt x="1428" y="8964"/>
                </a:lnTo>
                <a:lnTo>
                  <a:pt x="1428" y="9230"/>
                </a:lnTo>
                <a:lnTo>
                  <a:pt x="1428" y="9674"/>
                </a:lnTo>
                <a:lnTo>
                  <a:pt x="1904" y="10029"/>
                </a:lnTo>
                <a:lnTo>
                  <a:pt x="1904" y="10295"/>
                </a:lnTo>
                <a:lnTo>
                  <a:pt x="1904" y="10739"/>
                </a:lnTo>
                <a:lnTo>
                  <a:pt x="1904" y="11360"/>
                </a:lnTo>
                <a:lnTo>
                  <a:pt x="1904" y="11538"/>
                </a:lnTo>
                <a:lnTo>
                  <a:pt x="1904" y="11982"/>
                </a:lnTo>
                <a:lnTo>
                  <a:pt x="1904" y="12425"/>
                </a:lnTo>
                <a:lnTo>
                  <a:pt x="1904" y="12603"/>
                </a:lnTo>
                <a:lnTo>
                  <a:pt x="1904" y="13047"/>
                </a:lnTo>
                <a:lnTo>
                  <a:pt x="2221" y="13490"/>
                </a:lnTo>
                <a:lnTo>
                  <a:pt x="2221" y="13668"/>
                </a:lnTo>
                <a:lnTo>
                  <a:pt x="2221" y="14378"/>
                </a:lnTo>
                <a:lnTo>
                  <a:pt x="2221" y="14822"/>
                </a:lnTo>
                <a:lnTo>
                  <a:pt x="2221" y="14999"/>
                </a:lnTo>
                <a:lnTo>
                  <a:pt x="2697" y="15443"/>
                </a:lnTo>
                <a:lnTo>
                  <a:pt x="2697" y="15887"/>
                </a:lnTo>
                <a:lnTo>
                  <a:pt x="2697" y="16064"/>
                </a:lnTo>
                <a:lnTo>
                  <a:pt x="2697" y="16686"/>
                </a:lnTo>
                <a:lnTo>
                  <a:pt x="2697" y="17129"/>
                </a:lnTo>
                <a:lnTo>
                  <a:pt x="3015" y="17396"/>
                </a:lnTo>
                <a:lnTo>
                  <a:pt x="3015" y="17751"/>
                </a:lnTo>
                <a:lnTo>
                  <a:pt x="3015" y="18461"/>
                </a:lnTo>
                <a:lnTo>
                  <a:pt x="3015" y="18638"/>
                </a:lnTo>
                <a:lnTo>
                  <a:pt x="3015" y="19082"/>
                </a:lnTo>
                <a:lnTo>
                  <a:pt x="3491" y="19526"/>
                </a:lnTo>
                <a:lnTo>
                  <a:pt x="3491" y="19970"/>
                </a:lnTo>
                <a:lnTo>
                  <a:pt x="3491" y="20325"/>
                </a:lnTo>
                <a:lnTo>
                  <a:pt x="3491" y="20768"/>
                </a:lnTo>
                <a:lnTo>
                  <a:pt x="3808" y="21035"/>
                </a:lnTo>
                <a:lnTo>
                  <a:pt x="3808" y="21656"/>
                </a:lnTo>
                <a:lnTo>
                  <a:pt x="3808" y="21833"/>
                </a:lnTo>
                <a:lnTo>
                  <a:pt x="3808" y="22277"/>
                </a:lnTo>
                <a:lnTo>
                  <a:pt x="3808" y="22898"/>
                </a:lnTo>
                <a:lnTo>
                  <a:pt x="3808" y="23165"/>
                </a:lnTo>
                <a:lnTo>
                  <a:pt x="3808" y="23608"/>
                </a:lnTo>
                <a:lnTo>
                  <a:pt x="3808" y="24230"/>
                </a:lnTo>
                <a:lnTo>
                  <a:pt x="3808" y="24407"/>
                </a:lnTo>
                <a:lnTo>
                  <a:pt x="3808" y="24851"/>
                </a:lnTo>
                <a:lnTo>
                  <a:pt x="4125" y="25472"/>
                </a:lnTo>
                <a:lnTo>
                  <a:pt x="4125" y="25739"/>
                </a:lnTo>
                <a:lnTo>
                  <a:pt x="4125" y="26182"/>
                </a:lnTo>
                <a:lnTo>
                  <a:pt x="4125" y="26537"/>
                </a:lnTo>
                <a:lnTo>
                  <a:pt x="4125" y="26981"/>
                </a:lnTo>
                <a:lnTo>
                  <a:pt x="4601" y="27425"/>
                </a:lnTo>
                <a:lnTo>
                  <a:pt x="4601" y="27869"/>
                </a:lnTo>
                <a:lnTo>
                  <a:pt x="4601" y="28313"/>
                </a:lnTo>
                <a:lnTo>
                  <a:pt x="4601" y="28934"/>
                </a:lnTo>
                <a:lnTo>
                  <a:pt x="4919" y="29111"/>
                </a:lnTo>
                <a:lnTo>
                  <a:pt x="4919" y="29555"/>
                </a:lnTo>
                <a:lnTo>
                  <a:pt x="4919" y="30176"/>
                </a:lnTo>
                <a:lnTo>
                  <a:pt x="4919" y="30443"/>
                </a:lnTo>
                <a:lnTo>
                  <a:pt x="4919" y="31064"/>
                </a:lnTo>
                <a:lnTo>
                  <a:pt x="5395" y="31330"/>
                </a:lnTo>
                <a:lnTo>
                  <a:pt x="5395" y="31952"/>
                </a:lnTo>
                <a:lnTo>
                  <a:pt x="5395" y="32395"/>
                </a:lnTo>
                <a:lnTo>
                  <a:pt x="5395" y="32750"/>
                </a:lnTo>
                <a:lnTo>
                  <a:pt x="5395" y="33194"/>
                </a:lnTo>
                <a:lnTo>
                  <a:pt x="5712" y="33638"/>
                </a:lnTo>
                <a:lnTo>
                  <a:pt x="5712" y="34082"/>
                </a:lnTo>
                <a:lnTo>
                  <a:pt x="5712" y="34703"/>
                </a:lnTo>
                <a:lnTo>
                  <a:pt x="5712" y="34969"/>
                </a:lnTo>
                <a:lnTo>
                  <a:pt x="5712" y="35591"/>
                </a:lnTo>
                <a:lnTo>
                  <a:pt x="6030" y="36034"/>
                </a:lnTo>
                <a:lnTo>
                  <a:pt x="6030" y="36478"/>
                </a:lnTo>
                <a:lnTo>
                  <a:pt x="6030" y="36833"/>
                </a:lnTo>
                <a:lnTo>
                  <a:pt x="6030" y="37277"/>
                </a:lnTo>
                <a:lnTo>
                  <a:pt x="6030" y="37721"/>
                </a:lnTo>
                <a:lnTo>
                  <a:pt x="6030" y="38342"/>
                </a:lnTo>
                <a:lnTo>
                  <a:pt x="6030" y="38786"/>
                </a:lnTo>
                <a:lnTo>
                  <a:pt x="6030" y="39229"/>
                </a:lnTo>
                <a:lnTo>
                  <a:pt x="6030" y="39673"/>
                </a:lnTo>
                <a:lnTo>
                  <a:pt x="6506" y="40117"/>
                </a:lnTo>
                <a:lnTo>
                  <a:pt x="6506" y="40738"/>
                </a:lnTo>
                <a:lnTo>
                  <a:pt x="6506" y="40916"/>
                </a:lnTo>
                <a:lnTo>
                  <a:pt x="6506" y="41626"/>
                </a:lnTo>
                <a:lnTo>
                  <a:pt x="6506" y="41981"/>
                </a:lnTo>
                <a:lnTo>
                  <a:pt x="6823" y="42425"/>
                </a:lnTo>
                <a:lnTo>
                  <a:pt x="6823" y="43046"/>
                </a:lnTo>
                <a:lnTo>
                  <a:pt x="6823" y="43490"/>
                </a:lnTo>
                <a:lnTo>
                  <a:pt x="6823" y="43934"/>
                </a:lnTo>
                <a:lnTo>
                  <a:pt x="6823" y="44377"/>
                </a:lnTo>
                <a:lnTo>
                  <a:pt x="7299" y="44999"/>
                </a:lnTo>
                <a:lnTo>
                  <a:pt x="7299" y="45442"/>
                </a:lnTo>
                <a:lnTo>
                  <a:pt x="7299" y="45886"/>
                </a:lnTo>
                <a:lnTo>
                  <a:pt x="7299" y="46507"/>
                </a:lnTo>
                <a:lnTo>
                  <a:pt x="7616" y="46774"/>
                </a:lnTo>
                <a:lnTo>
                  <a:pt x="7616" y="47395"/>
                </a:lnTo>
                <a:lnTo>
                  <a:pt x="7616" y="48016"/>
                </a:lnTo>
                <a:lnTo>
                  <a:pt x="7616" y="48194"/>
                </a:lnTo>
                <a:lnTo>
                  <a:pt x="7616" y="48904"/>
                </a:lnTo>
                <a:lnTo>
                  <a:pt x="8093" y="49348"/>
                </a:lnTo>
                <a:lnTo>
                  <a:pt x="8093" y="49969"/>
                </a:lnTo>
                <a:lnTo>
                  <a:pt x="8093" y="50413"/>
                </a:lnTo>
                <a:lnTo>
                  <a:pt x="8093" y="50768"/>
                </a:lnTo>
                <a:lnTo>
                  <a:pt x="8093" y="51478"/>
                </a:lnTo>
                <a:lnTo>
                  <a:pt x="8093" y="51833"/>
                </a:lnTo>
                <a:lnTo>
                  <a:pt x="8093" y="52277"/>
                </a:lnTo>
                <a:lnTo>
                  <a:pt x="8093" y="52720"/>
                </a:lnTo>
                <a:lnTo>
                  <a:pt x="8093" y="53342"/>
                </a:lnTo>
                <a:lnTo>
                  <a:pt x="8093" y="53785"/>
                </a:lnTo>
                <a:lnTo>
                  <a:pt x="8410" y="54229"/>
                </a:lnTo>
                <a:lnTo>
                  <a:pt x="8410" y="54850"/>
                </a:lnTo>
                <a:lnTo>
                  <a:pt x="8410" y="55294"/>
                </a:lnTo>
                <a:lnTo>
                  <a:pt x="8410" y="55916"/>
                </a:lnTo>
                <a:lnTo>
                  <a:pt x="8727" y="56359"/>
                </a:lnTo>
                <a:lnTo>
                  <a:pt x="8727" y="56803"/>
                </a:lnTo>
                <a:lnTo>
                  <a:pt x="8727" y="57424"/>
                </a:lnTo>
                <a:lnTo>
                  <a:pt x="8727" y="57868"/>
                </a:lnTo>
                <a:lnTo>
                  <a:pt x="8727" y="58489"/>
                </a:lnTo>
                <a:lnTo>
                  <a:pt x="9203" y="58933"/>
                </a:lnTo>
                <a:lnTo>
                  <a:pt x="9203" y="59555"/>
                </a:lnTo>
                <a:lnTo>
                  <a:pt x="9203" y="59998"/>
                </a:lnTo>
                <a:lnTo>
                  <a:pt x="9203" y="60442"/>
                </a:lnTo>
                <a:lnTo>
                  <a:pt x="9203" y="60886"/>
                </a:lnTo>
                <a:lnTo>
                  <a:pt x="9521" y="61507"/>
                </a:lnTo>
                <a:lnTo>
                  <a:pt x="9521" y="62128"/>
                </a:lnTo>
                <a:lnTo>
                  <a:pt x="9521" y="62572"/>
                </a:lnTo>
                <a:lnTo>
                  <a:pt x="9521" y="63282"/>
                </a:lnTo>
                <a:lnTo>
                  <a:pt x="9521" y="63637"/>
                </a:lnTo>
                <a:lnTo>
                  <a:pt x="9997" y="64347"/>
                </a:lnTo>
                <a:lnTo>
                  <a:pt x="9997" y="64702"/>
                </a:lnTo>
                <a:lnTo>
                  <a:pt x="9997" y="65412"/>
                </a:lnTo>
                <a:lnTo>
                  <a:pt x="9997" y="65590"/>
                </a:lnTo>
                <a:lnTo>
                  <a:pt x="10314" y="66211"/>
                </a:lnTo>
                <a:lnTo>
                  <a:pt x="10314" y="66921"/>
                </a:lnTo>
                <a:lnTo>
                  <a:pt x="10314" y="67276"/>
                </a:lnTo>
                <a:lnTo>
                  <a:pt x="10314" y="67986"/>
                </a:lnTo>
                <a:lnTo>
                  <a:pt x="10314" y="68430"/>
                </a:lnTo>
                <a:lnTo>
                  <a:pt x="10314" y="69051"/>
                </a:lnTo>
                <a:lnTo>
                  <a:pt x="10314" y="69495"/>
                </a:lnTo>
                <a:lnTo>
                  <a:pt x="10314" y="70116"/>
                </a:lnTo>
                <a:lnTo>
                  <a:pt x="10314" y="70560"/>
                </a:lnTo>
                <a:lnTo>
                  <a:pt x="10314" y="71182"/>
                </a:lnTo>
                <a:lnTo>
                  <a:pt x="10631" y="71625"/>
                </a:lnTo>
                <a:lnTo>
                  <a:pt x="10631" y="72247"/>
                </a:lnTo>
                <a:lnTo>
                  <a:pt x="10631" y="72690"/>
                </a:lnTo>
                <a:lnTo>
                  <a:pt x="10631" y="73312"/>
                </a:lnTo>
                <a:lnTo>
                  <a:pt x="10631" y="73933"/>
                </a:lnTo>
                <a:lnTo>
                  <a:pt x="11108" y="74377"/>
                </a:lnTo>
                <a:lnTo>
                  <a:pt x="11108" y="74998"/>
                </a:lnTo>
                <a:lnTo>
                  <a:pt x="11108" y="75708"/>
                </a:lnTo>
                <a:lnTo>
                  <a:pt x="11108" y="76329"/>
                </a:lnTo>
                <a:lnTo>
                  <a:pt x="11425" y="76773"/>
                </a:lnTo>
                <a:lnTo>
                  <a:pt x="11425" y="77394"/>
                </a:lnTo>
                <a:lnTo>
                  <a:pt x="11425" y="77838"/>
                </a:lnTo>
                <a:lnTo>
                  <a:pt x="11425" y="78459"/>
                </a:lnTo>
                <a:lnTo>
                  <a:pt x="11425" y="78903"/>
                </a:lnTo>
                <a:lnTo>
                  <a:pt x="11901" y="79525"/>
                </a:lnTo>
                <a:lnTo>
                  <a:pt x="11901" y="79968"/>
                </a:lnTo>
                <a:lnTo>
                  <a:pt x="11901" y="80590"/>
                </a:lnTo>
                <a:lnTo>
                  <a:pt x="11901" y="81033"/>
                </a:lnTo>
                <a:lnTo>
                  <a:pt x="11901" y="81921"/>
                </a:lnTo>
                <a:lnTo>
                  <a:pt x="12218" y="82365"/>
                </a:lnTo>
                <a:lnTo>
                  <a:pt x="12218" y="82986"/>
                </a:lnTo>
                <a:lnTo>
                  <a:pt x="12218" y="83430"/>
                </a:lnTo>
                <a:lnTo>
                  <a:pt x="12218" y="84051"/>
                </a:lnTo>
                <a:lnTo>
                  <a:pt x="12218" y="84495"/>
                </a:lnTo>
                <a:lnTo>
                  <a:pt x="12218" y="85116"/>
                </a:lnTo>
                <a:lnTo>
                  <a:pt x="12218" y="85737"/>
                </a:lnTo>
                <a:lnTo>
                  <a:pt x="12218" y="86359"/>
                </a:lnTo>
                <a:lnTo>
                  <a:pt x="12218" y="86803"/>
                </a:lnTo>
                <a:lnTo>
                  <a:pt x="12536" y="87513"/>
                </a:lnTo>
                <a:lnTo>
                  <a:pt x="12536" y="88134"/>
                </a:lnTo>
                <a:lnTo>
                  <a:pt x="12536" y="88755"/>
                </a:lnTo>
                <a:lnTo>
                  <a:pt x="12536" y="89199"/>
                </a:lnTo>
                <a:lnTo>
                  <a:pt x="12536" y="89820"/>
                </a:lnTo>
                <a:lnTo>
                  <a:pt x="13012" y="90441"/>
                </a:lnTo>
                <a:lnTo>
                  <a:pt x="13012" y="90885"/>
                </a:lnTo>
                <a:lnTo>
                  <a:pt x="13012" y="91507"/>
                </a:lnTo>
                <a:lnTo>
                  <a:pt x="13012" y="92217"/>
                </a:lnTo>
                <a:lnTo>
                  <a:pt x="13012" y="92838"/>
                </a:lnTo>
                <a:lnTo>
                  <a:pt x="13329" y="93282"/>
                </a:lnTo>
              </a:path>
            </a:pathLst>
          </a:custGeom>
          <a:ln w="19369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7908733" y="2320730"/>
            <a:ext cx="13488" cy="137659"/>
          </a:xfrm>
          <a:custGeom>
            <a:avLst/>
            <a:gdLst/>
            <a:ahLst/>
            <a:cxnLst/>
            <a:rect l="l" t="t" r="r" b="b"/>
            <a:pathLst>
              <a:path w="13488" h="137659">
                <a:moveTo>
                  <a:pt x="0" y="0"/>
                </a:moveTo>
                <a:lnTo>
                  <a:pt x="0" y="621"/>
                </a:lnTo>
                <a:lnTo>
                  <a:pt x="0" y="1242"/>
                </a:lnTo>
                <a:lnTo>
                  <a:pt x="0" y="1952"/>
                </a:lnTo>
                <a:lnTo>
                  <a:pt x="0" y="2307"/>
                </a:lnTo>
                <a:lnTo>
                  <a:pt x="476" y="3017"/>
                </a:lnTo>
                <a:lnTo>
                  <a:pt x="476" y="3638"/>
                </a:lnTo>
                <a:lnTo>
                  <a:pt x="476" y="4260"/>
                </a:lnTo>
                <a:lnTo>
                  <a:pt x="476" y="4881"/>
                </a:lnTo>
                <a:lnTo>
                  <a:pt x="793" y="5325"/>
                </a:lnTo>
                <a:lnTo>
                  <a:pt x="793" y="5946"/>
                </a:lnTo>
                <a:lnTo>
                  <a:pt x="793" y="6656"/>
                </a:lnTo>
                <a:lnTo>
                  <a:pt x="793" y="7277"/>
                </a:lnTo>
                <a:lnTo>
                  <a:pt x="793" y="7721"/>
                </a:lnTo>
                <a:lnTo>
                  <a:pt x="1269" y="8520"/>
                </a:lnTo>
                <a:lnTo>
                  <a:pt x="1269" y="8964"/>
                </a:lnTo>
                <a:lnTo>
                  <a:pt x="1269" y="9585"/>
                </a:lnTo>
                <a:lnTo>
                  <a:pt x="1269" y="10295"/>
                </a:lnTo>
                <a:lnTo>
                  <a:pt x="1269" y="10916"/>
                </a:lnTo>
                <a:lnTo>
                  <a:pt x="1269" y="11360"/>
                </a:lnTo>
                <a:lnTo>
                  <a:pt x="1269" y="12159"/>
                </a:lnTo>
                <a:lnTo>
                  <a:pt x="1269" y="12603"/>
                </a:lnTo>
                <a:lnTo>
                  <a:pt x="1269" y="13490"/>
                </a:lnTo>
                <a:lnTo>
                  <a:pt x="1269" y="13934"/>
                </a:lnTo>
                <a:lnTo>
                  <a:pt x="1586" y="14555"/>
                </a:lnTo>
                <a:lnTo>
                  <a:pt x="1586" y="15177"/>
                </a:lnTo>
                <a:lnTo>
                  <a:pt x="1586" y="15887"/>
                </a:lnTo>
                <a:lnTo>
                  <a:pt x="1586" y="16508"/>
                </a:lnTo>
                <a:lnTo>
                  <a:pt x="1904" y="17129"/>
                </a:lnTo>
                <a:lnTo>
                  <a:pt x="1904" y="17573"/>
                </a:lnTo>
                <a:lnTo>
                  <a:pt x="1904" y="18461"/>
                </a:lnTo>
                <a:lnTo>
                  <a:pt x="1904" y="18816"/>
                </a:lnTo>
                <a:lnTo>
                  <a:pt x="1904" y="19526"/>
                </a:lnTo>
                <a:lnTo>
                  <a:pt x="2380" y="20147"/>
                </a:lnTo>
                <a:lnTo>
                  <a:pt x="2380" y="20768"/>
                </a:lnTo>
                <a:lnTo>
                  <a:pt x="2380" y="21390"/>
                </a:lnTo>
                <a:lnTo>
                  <a:pt x="2380" y="22100"/>
                </a:lnTo>
                <a:lnTo>
                  <a:pt x="2380" y="22721"/>
                </a:lnTo>
                <a:lnTo>
                  <a:pt x="2697" y="23165"/>
                </a:lnTo>
                <a:lnTo>
                  <a:pt x="2697" y="23964"/>
                </a:lnTo>
                <a:lnTo>
                  <a:pt x="2697" y="24407"/>
                </a:lnTo>
                <a:lnTo>
                  <a:pt x="2697" y="25295"/>
                </a:lnTo>
                <a:lnTo>
                  <a:pt x="2697" y="25739"/>
                </a:lnTo>
                <a:lnTo>
                  <a:pt x="3173" y="26537"/>
                </a:lnTo>
                <a:lnTo>
                  <a:pt x="3173" y="27247"/>
                </a:lnTo>
                <a:lnTo>
                  <a:pt x="3173" y="27869"/>
                </a:lnTo>
                <a:lnTo>
                  <a:pt x="3173" y="28490"/>
                </a:lnTo>
                <a:lnTo>
                  <a:pt x="3173" y="28934"/>
                </a:lnTo>
                <a:lnTo>
                  <a:pt x="3173" y="29821"/>
                </a:lnTo>
                <a:lnTo>
                  <a:pt x="3173" y="30176"/>
                </a:lnTo>
                <a:lnTo>
                  <a:pt x="3173" y="31064"/>
                </a:lnTo>
                <a:lnTo>
                  <a:pt x="3173" y="31508"/>
                </a:lnTo>
                <a:lnTo>
                  <a:pt x="3491" y="32395"/>
                </a:lnTo>
                <a:lnTo>
                  <a:pt x="3491" y="32750"/>
                </a:lnTo>
                <a:lnTo>
                  <a:pt x="3491" y="33638"/>
                </a:lnTo>
                <a:lnTo>
                  <a:pt x="3491" y="34259"/>
                </a:lnTo>
                <a:lnTo>
                  <a:pt x="3491" y="34969"/>
                </a:lnTo>
                <a:lnTo>
                  <a:pt x="3808" y="35591"/>
                </a:lnTo>
                <a:lnTo>
                  <a:pt x="3808" y="36212"/>
                </a:lnTo>
                <a:lnTo>
                  <a:pt x="3808" y="36833"/>
                </a:lnTo>
                <a:lnTo>
                  <a:pt x="3808" y="37543"/>
                </a:lnTo>
                <a:lnTo>
                  <a:pt x="3808" y="38164"/>
                </a:lnTo>
                <a:lnTo>
                  <a:pt x="4284" y="38786"/>
                </a:lnTo>
                <a:lnTo>
                  <a:pt x="4284" y="39407"/>
                </a:lnTo>
                <a:lnTo>
                  <a:pt x="4284" y="40117"/>
                </a:lnTo>
                <a:lnTo>
                  <a:pt x="4284" y="40916"/>
                </a:lnTo>
                <a:lnTo>
                  <a:pt x="4601" y="41360"/>
                </a:lnTo>
                <a:lnTo>
                  <a:pt x="4601" y="41981"/>
                </a:lnTo>
                <a:lnTo>
                  <a:pt x="4601" y="42868"/>
                </a:lnTo>
                <a:lnTo>
                  <a:pt x="4601" y="43312"/>
                </a:lnTo>
                <a:lnTo>
                  <a:pt x="4601" y="44111"/>
                </a:lnTo>
                <a:lnTo>
                  <a:pt x="5077" y="44821"/>
                </a:lnTo>
                <a:lnTo>
                  <a:pt x="5077" y="45442"/>
                </a:lnTo>
                <a:lnTo>
                  <a:pt x="5077" y="46064"/>
                </a:lnTo>
                <a:lnTo>
                  <a:pt x="5077" y="46685"/>
                </a:lnTo>
                <a:lnTo>
                  <a:pt x="5077" y="47395"/>
                </a:lnTo>
                <a:lnTo>
                  <a:pt x="5395" y="48016"/>
                </a:lnTo>
                <a:lnTo>
                  <a:pt x="5395" y="48904"/>
                </a:lnTo>
                <a:lnTo>
                  <a:pt x="5395" y="49259"/>
                </a:lnTo>
                <a:lnTo>
                  <a:pt x="5395" y="50146"/>
                </a:lnTo>
                <a:lnTo>
                  <a:pt x="5395" y="50768"/>
                </a:lnTo>
                <a:lnTo>
                  <a:pt x="5395" y="51478"/>
                </a:lnTo>
                <a:lnTo>
                  <a:pt x="5395" y="52099"/>
                </a:lnTo>
                <a:lnTo>
                  <a:pt x="5395" y="52720"/>
                </a:lnTo>
                <a:lnTo>
                  <a:pt x="5395" y="53608"/>
                </a:lnTo>
                <a:lnTo>
                  <a:pt x="5871" y="54229"/>
                </a:lnTo>
                <a:lnTo>
                  <a:pt x="5871" y="54850"/>
                </a:lnTo>
                <a:lnTo>
                  <a:pt x="5871" y="55472"/>
                </a:lnTo>
                <a:lnTo>
                  <a:pt x="5871" y="56182"/>
                </a:lnTo>
                <a:lnTo>
                  <a:pt x="5871" y="56981"/>
                </a:lnTo>
                <a:lnTo>
                  <a:pt x="6188" y="57424"/>
                </a:lnTo>
                <a:lnTo>
                  <a:pt x="6188" y="58312"/>
                </a:lnTo>
                <a:lnTo>
                  <a:pt x="6188" y="58933"/>
                </a:lnTo>
                <a:lnTo>
                  <a:pt x="6188" y="59821"/>
                </a:lnTo>
                <a:lnTo>
                  <a:pt x="6188" y="60265"/>
                </a:lnTo>
                <a:lnTo>
                  <a:pt x="6506" y="60886"/>
                </a:lnTo>
                <a:lnTo>
                  <a:pt x="6506" y="61773"/>
                </a:lnTo>
                <a:lnTo>
                  <a:pt x="6506" y="62395"/>
                </a:lnTo>
                <a:lnTo>
                  <a:pt x="6506" y="63194"/>
                </a:lnTo>
                <a:lnTo>
                  <a:pt x="6506" y="63904"/>
                </a:lnTo>
                <a:lnTo>
                  <a:pt x="6982" y="64525"/>
                </a:lnTo>
                <a:lnTo>
                  <a:pt x="6982" y="65146"/>
                </a:lnTo>
                <a:lnTo>
                  <a:pt x="6982" y="65767"/>
                </a:lnTo>
                <a:lnTo>
                  <a:pt x="6982" y="66655"/>
                </a:lnTo>
                <a:lnTo>
                  <a:pt x="7299" y="67276"/>
                </a:lnTo>
                <a:lnTo>
                  <a:pt x="7299" y="67986"/>
                </a:lnTo>
                <a:lnTo>
                  <a:pt x="7299" y="68608"/>
                </a:lnTo>
                <a:lnTo>
                  <a:pt x="7299" y="69229"/>
                </a:lnTo>
                <a:lnTo>
                  <a:pt x="7299" y="70116"/>
                </a:lnTo>
                <a:lnTo>
                  <a:pt x="7299" y="70738"/>
                </a:lnTo>
                <a:lnTo>
                  <a:pt x="7299" y="71625"/>
                </a:lnTo>
                <a:lnTo>
                  <a:pt x="7299" y="72247"/>
                </a:lnTo>
                <a:lnTo>
                  <a:pt x="7299" y="72868"/>
                </a:lnTo>
                <a:lnTo>
                  <a:pt x="7299" y="73755"/>
                </a:lnTo>
                <a:lnTo>
                  <a:pt x="7775" y="74199"/>
                </a:lnTo>
                <a:lnTo>
                  <a:pt x="7775" y="74998"/>
                </a:lnTo>
                <a:lnTo>
                  <a:pt x="7775" y="75708"/>
                </a:lnTo>
                <a:lnTo>
                  <a:pt x="7775" y="76329"/>
                </a:lnTo>
                <a:lnTo>
                  <a:pt x="7775" y="77128"/>
                </a:lnTo>
                <a:lnTo>
                  <a:pt x="8093" y="77838"/>
                </a:lnTo>
                <a:lnTo>
                  <a:pt x="8093" y="78637"/>
                </a:lnTo>
                <a:lnTo>
                  <a:pt x="8093" y="79347"/>
                </a:lnTo>
                <a:lnTo>
                  <a:pt x="8093" y="79968"/>
                </a:lnTo>
                <a:lnTo>
                  <a:pt x="8093" y="80856"/>
                </a:lnTo>
                <a:lnTo>
                  <a:pt x="8410" y="81477"/>
                </a:lnTo>
                <a:lnTo>
                  <a:pt x="8410" y="82098"/>
                </a:lnTo>
                <a:lnTo>
                  <a:pt x="8410" y="82986"/>
                </a:lnTo>
                <a:lnTo>
                  <a:pt x="8410" y="83607"/>
                </a:lnTo>
                <a:lnTo>
                  <a:pt x="8886" y="84495"/>
                </a:lnTo>
                <a:lnTo>
                  <a:pt x="8886" y="85116"/>
                </a:lnTo>
                <a:lnTo>
                  <a:pt x="8886" y="85737"/>
                </a:lnTo>
                <a:lnTo>
                  <a:pt x="8886" y="86359"/>
                </a:lnTo>
                <a:lnTo>
                  <a:pt x="8886" y="87069"/>
                </a:lnTo>
                <a:lnTo>
                  <a:pt x="9203" y="87868"/>
                </a:lnTo>
                <a:lnTo>
                  <a:pt x="9203" y="88578"/>
                </a:lnTo>
                <a:lnTo>
                  <a:pt x="9203" y="89199"/>
                </a:lnTo>
                <a:lnTo>
                  <a:pt x="9203" y="89998"/>
                </a:lnTo>
                <a:lnTo>
                  <a:pt x="9203" y="90708"/>
                </a:lnTo>
                <a:lnTo>
                  <a:pt x="9203" y="91507"/>
                </a:lnTo>
                <a:lnTo>
                  <a:pt x="9203" y="92394"/>
                </a:lnTo>
                <a:lnTo>
                  <a:pt x="9203" y="93015"/>
                </a:lnTo>
                <a:lnTo>
                  <a:pt x="9203" y="93903"/>
                </a:lnTo>
                <a:lnTo>
                  <a:pt x="9203" y="94524"/>
                </a:lnTo>
                <a:lnTo>
                  <a:pt x="9679" y="95146"/>
                </a:lnTo>
                <a:lnTo>
                  <a:pt x="9679" y="96033"/>
                </a:lnTo>
                <a:lnTo>
                  <a:pt x="9679" y="96654"/>
                </a:lnTo>
                <a:lnTo>
                  <a:pt x="9679" y="97542"/>
                </a:lnTo>
                <a:lnTo>
                  <a:pt x="9997" y="98163"/>
                </a:lnTo>
                <a:lnTo>
                  <a:pt x="9997" y="98785"/>
                </a:lnTo>
                <a:lnTo>
                  <a:pt x="9997" y="99672"/>
                </a:lnTo>
                <a:lnTo>
                  <a:pt x="9997" y="100293"/>
                </a:lnTo>
                <a:lnTo>
                  <a:pt x="9997" y="101003"/>
                </a:lnTo>
                <a:lnTo>
                  <a:pt x="10473" y="101802"/>
                </a:lnTo>
                <a:lnTo>
                  <a:pt x="10473" y="102512"/>
                </a:lnTo>
                <a:lnTo>
                  <a:pt x="10473" y="103311"/>
                </a:lnTo>
                <a:lnTo>
                  <a:pt x="10473" y="104199"/>
                </a:lnTo>
                <a:lnTo>
                  <a:pt x="10473" y="104820"/>
                </a:lnTo>
                <a:lnTo>
                  <a:pt x="10790" y="105707"/>
                </a:lnTo>
                <a:lnTo>
                  <a:pt x="10790" y="106329"/>
                </a:lnTo>
                <a:lnTo>
                  <a:pt x="10790" y="106950"/>
                </a:lnTo>
                <a:lnTo>
                  <a:pt x="10790" y="107838"/>
                </a:lnTo>
                <a:lnTo>
                  <a:pt x="10790" y="108459"/>
                </a:lnTo>
                <a:lnTo>
                  <a:pt x="11108" y="109346"/>
                </a:lnTo>
                <a:lnTo>
                  <a:pt x="11108" y="109968"/>
                </a:lnTo>
                <a:lnTo>
                  <a:pt x="11108" y="110855"/>
                </a:lnTo>
                <a:lnTo>
                  <a:pt x="11108" y="111654"/>
                </a:lnTo>
                <a:lnTo>
                  <a:pt x="11584" y="112364"/>
                </a:lnTo>
                <a:lnTo>
                  <a:pt x="11584" y="112985"/>
                </a:lnTo>
                <a:lnTo>
                  <a:pt x="11584" y="113873"/>
                </a:lnTo>
                <a:lnTo>
                  <a:pt x="11584" y="114494"/>
                </a:lnTo>
                <a:lnTo>
                  <a:pt x="11584" y="115382"/>
                </a:lnTo>
                <a:lnTo>
                  <a:pt x="11584" y="116181"/>
                </a:lnTo>
                <a:lnTo>
                  <a:pt x="11584" y="116802"/>
                </a:lnTo>
                <a:lnTo>
                  <a:pt x="11584" y="117512"/>
                </a:lnTo>
                <a:lnTo>
                  <a:pt x="11584" y="118311"/>
                </a:lnTo>
                <a:lnTo>
                  <a:pt x="11584" y="119021"/>
                </a:lnTo>
                <a:lnTo>
                  <a:pt x="11901" y="120086"/>
                </a:lnTo>
                <a:lnTo>
                  <a:pt x="11901" y="120707"/>
                </a:lnTo>
                <a:lnTo>
                  <a:pt x="11901" y="121328"/>
                </a:lnTo>
                <a:lnTo>
                  <a:pt x="11901" y="122216"/>
                </a:lnTo>
                <a:lnTo>
                  <a:pt x="11901" y="122837"/>
                </a:lnTo>
                <a:lnTo>
                  <a:pt x="12377" y="123725"/>
                </a:lnTo>
                <a:lnTo>
                  <a:pt x="12377" y="124524"/>
                </a:lnTo>
                <a:lnTo>
                  <a:pt x="12377" y="125234"/>
                </a:lnTo>
                <a:lnTo>
                  <a:pt x="12377" y="125855"/>
                </a:lnTo>
                <a:lnTo>
                  <a:pt x="12694" y="126920"/>
                </a:lnTo>
                <a:lnTo>
                  <a:pt x="12694" y="127541"/>
                </a:lnTo>
                <a:lnTo>
                  <a:pt x="12694" y="128163"/>
                </a:lnTo>
                <a:lnTo>
                  <a:pt x="12694" y="129050"/>
                </a:lnTo>
                <a:lnTo>
                  <a:pt x="12694" y="129938"/>
                </a:lnTo>
                <a:lnTo>
                  <a:pt x="13012" y="130559"/>
                </a:lnTo>
                <a:lnTo>
                  <a:pt x="13012" y="131447"/>
                </a:lnTo>
                <a:lnTo>
                  <a:pt x="13012" y="132068"/>
                </a:lnTo>
                <a:lnTo>
                  <a:pt x="13012" y="132955"/>
                </a:lnTo>
                <a:lnTo>
                  <a:pt x="13012" y="133754"/>
                </a:lnTo>
                <a:lnTo>
                  <a:pt x="13488" y="134464"/>
                </a:lnTo>
                <a:lnTo>
                  <a:pt x="13488" y="135263"/>
                </a:lnTo>
                <a:lnTo>
                  <a:pt x="13488" y="136151"/>
                </a:lnTo>
                <a:lnTo>
                  <a:pt x="13488" y="136772"/>
                </a:lnTo>
                <a:lnTo>
                  <a:pt x="13488" y="137659"/>
                </a:lnTo>
              </a:path>
            </a:pathLst>
          </a:custGeom>
          <a:ln w="194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7922221" y="2458390"/>
            <a:ext cx="13329" cy="167659"/>
          </a:xfrm>
          <a:custGeom>
            <a:avLst/>
            <a:gdLst/>
            <a:ahLst/>
            <a:cxnLst/>
            <a:rect l="l" t="t" r="r" b="b"/>
            <a:pathLst>
              <a:path w="13329" h="167659">
                <a:moveTo>
                  <a:pt x="0" y="0"/>
                </a:moveTo>
                <a:lnTo>
                  <a:pt x="0" y="798"/>
                </a:lnTo>
                <a:lnTo>
                  <a:pt x="0" y="1508"/>
                </a:lnTo>
                <a:lnTo>
                  <a:pt x="0" y="2307"/>
                </a:lnTo>
                <a:lnTo>
                  <a:pt x="0" y="3195"/>
                </a:lnTo>
                <a:lnTo>
                  <a:pt x="317" y="3816"/>
                </a:lnTo>
                <a:lnTo>
                  <a:pt x="317" y="4704"/>
                </a:lnTo>
                <a:lnTo>
                  <a:pt x="317" y="5325"/>
                </a:lnTo>
                <a:lnTo>
                  <a:pt x="317" y="6212"/>
                </a:lnTo>
                <a:lnTo>
                  <a:pt x="317" y="7011"/>
                </a:lnTo>
                <a:lnTo>
                  <a:pt x="793" y="7721"/>
                </a:lnTo>
                <a:lnTo>
                  <a:pt x="793" y="8520"/>
                </a:lnTo>
                <a:lnTo>
                  <a:pt x="793" y="9408"/>
                </a:lnTo>
                <a:lnTo>
                  <a:pt x="793" y="10029"/>
                </a:lnTo>
                <a:lnTo>
                  <a:pt x="793" y="10916"/>
                </a:lnTo>
                <a:lnTo>
                  <a:pt x="1110" y="11804"/>
                </a:lnTo>
                <a:lnTo>
                  <a:pt x="1110" y="12603"/>
                </a:lnTo>
                <a:lnTo>
                  <a:pt x="1110" y="13313"/>
                </a:lnTo>
                <a:lnTo>
                  <a:pt x="1110" y="14112"/>
                </a:lnTo>
                <a:lnTo>
                  <a:pt x="1110" y="14999"/>
                </a:lnTo>
                <a:lnTo>
                  <a:pt x="1586" y="15620"/>
                </a:lnTo>
                <a:lnTo>
                  <a:pt x="1586" y="16508"/>
                </a:lnTo>
                <a:lnTo>
                  <a:pt x="1586" y="17307"/>
                </a:lnTo>
                <a:lnTo>
                  <a:pt x="1586" y="18017"/>
                </a:lnTo>
                <a:lnTo>
                  <a:pt x="1904" y="18816"/>
                </a:lnTo>
                <a:lnTo>
                  <a:pt x="1904" y="19703"/>
                </a:lnTo>
                <a:lnTo>
                  <a:pt x="1904" y="20325"/>
                </a:lnTo>
                <a:lnTo>
                  <a:pt x="1904" y="21212"/>
                </a:lnTo>
                <a:lnTo>
                  <a:pt x="1904" y="22100"/>
                </a:lnTo>
                <a:lnTo>
                  <a:pt x="2221" y="22898"/>
                </a:lnTo>
                <a:lnTo>
                  <a:pt x="2221" y="23608"/>
                </a:lnTo>
                <a:lnTo>
                  <a:pt x="2221" y="24407"/>
                </a:lnTo>
                <a:lnTo>
                  <a:pt x="2221" y="25295"/>
                </a:lnTo>
                <a:lnTo>
                  <a:pt x="2221" y="25916"/>
                </a:lnTo>
                <a:lnTo>
                  <a:pt x="2221" y="26981"/>
                </a:lnTo>
                <a:lnTo>
                  <a:pt x="2221" y="27602"/>
                </a:lnTo>
                <a:lnTo>
                  <a:pt x="2221" y="28490"/>
                </a:lnTo>
                <a:lnTo>
                  <a:pt x="2221" y="29378"/>
                </a:lnTo>
                <a:lnTo>
                  <a:pt x="2221" y="29999"/>
                </a:lnTo>
                <a:lnTo>
                  <a:pt x="2697" y="30886"/>
                </a:lnTo>
                <a:lnTo>
                  <a:pt x="2697" y="31685"/>
                </a:lnTo>
                <a:lnTo>
                  <a:pt x="2697" y="32573"/>
                </a:lnTo>
                <a:lnTo>
                  <a:pt x="2697" y="33194"/>
                </a:lnTo>
                <a:lnTo>
                  <a:pt x="3015" y="34259"/>
                </a:lnTo>
                <a:lnTo>
                  <a:pt x="3015" y="34969"/>
                </a:lnTo>
                <a:lnTo>
                  <a:pt x="3015" y="35768"/>
                </a:lnTo>
                <a:lnTo>
                  <a:pt x="3015" y="36656"/>
                </a:lnTo>
                <a:lnTo>
                  <a:pt x="3015" y="37543"/>
                </a:lnTo>
                <a:lnTo>
                  <a:pt x="3491" y="38164"/>
                </a:lnTo>
                <a:lnTo>
                  <a:pt x="3491" y="38963"/>
                </a:lnTo>
                <a:lnTo>
                  <a:pt x="3491" y="39851"/>
                </a:lnTo>
                <a:lnTo>
                  <a:pt x="3491" y="40738"/>
                </a:lnTo>
                <a:lnTo>
                  <a:pt x="3491" y="41360"/>
                </a:lnTo>
                <a:lnTo>
                  <a:pt x="3808" y="42425"/>
                </a:lnTo>
                <a:lnTo>
                  <a:pt x="3808" y="43046"/>
                </a:lnTo>
                <a:lnTo>
                  <a:pt x="3808" y="43934"/>
                </a:lnTo>
                <a:lnTo>
                  <a:pt x="3808" y="44821"/>
                </a:lnTo>
                <a:lnTo>
                  <a:pt x="3808" y="45620"/>
                </a:lnTo>
                <a:lnTo>
                  <a:pt x="4125" y="46330"/>
                </a:lnTo>
                <a:lnTo>
                  <a:pt x="4125" y="47129"/>
                </a:lnTo>
                <a:lnTo>
                  <a:pt x="4125" y="48016"/>
                </a:lnTo>
                <a:lnTo>
                  <a:pt x="4125" y="48904"/>
                </a:lnTo>
                <a:lnTo>
                  <a:pt x="4125" y="49525"/>
                </a:lnTo>
                <a:lnTo>
                  <a:pt x="4125" y="50590"/>
                </a:lnTo>
                <a:lnTo>
                  <a:pt x="4125" y="51211"/>
                </a:lnTo>
                <a:lnTo>
                  <a:pt x="4125" y="52099"/>
                </a:lnTo>
                <a:lnTo>
                  <a:pt x="4125" y="52898"/>
                </a:lnTo>
                <a:lnTo>
                  <a:pt x="4601" y="53785"/>
                </a:lnTo>
                <a:lnTo>
                  <a:pt x="4601" y="54673"/>
                </a:lnTo>
                <a:lnTo>
                  <a:pt x="4601" y="55472"/>
                </a:lnTo>
                <a:lnTo>
                  <a:pt x="4601" y="56359"/>
                </a:lnTo>
                <a:lnTo>
                  <a:pt x="4601" y="56981"/>
                </a:lnTo>
                <a:lnTo>
                  <a:pt x="4919" y="57868"/>
                </a:lnTo>
                <a:lnTo>
                  <a:pt x="4919" y="58756"/>
                </a:lnTo>
                <a:lnTo>
                  <a:pt x="4919" y="59555"/>
                </a:lnTo>
                <a:lnTo>
                  <a:pt x="4919" y="60442"/>
                </a:lnTo>
                <a:lnTo>
                  <a:pt x="4919" y="61330"/>
                </a:lnTo>
                <a:lnTo>
                  <a:pt x="5395" y="62128"/>
                </a:lnTo>
                <a:lnTo>
                  <a:pt x="5395" y="62838"/>
                </a:lnTo>
                <a:lnTo>
                  <a:pt x="5395" y="63637"/>
                </a:lnTo>
                <a:lnTo>
                  <a:pt x="5395" y="64525"/>
                </a:lnTo>
                <a:lnTo>
                  <a:pt x="5712" y="65412"/>
                </a:lnTo>
                <a:lnTo>
                  <a:pt x="5712" y="66211"/>
                </a:lnTo>
                <a:lnTo>
                  <a:pt x="5712" y="67099"/>
                </a:lnTo>
                <a:lnTo>
                  <a:pt x="5712" y="67986"/>
                </a:lnTo>
                <a:lnTo>
                  <a:pt x="5712" y="68608"/>
                </a:lnTo>
                <a:lnTo>
                  <a:pt x="6030" y="69673"/>
                </a:lnTo>
                <a:lnTo>
                  <a:pt x="6030" y="70560"/>
                </a:lnTo>
                <a:lnTo>
                  <a:pt x="6030" y="71182"/>
                </a:lnTo>
                <a:lnTo>
                  <a:pt x="6030" y="72069"/>
                </a:lnTo>
                <a:lnTo>
                  <a:pt x="6030" y="73134"/>
                </a:lnTo>
                <a:lnTo>
                  <a:pt x="6506" y="73755"/>
                </a:lnTo>
                <a:lnTo>
                  <a:pt x="6506" y="74554"/>
                </a:lnTo>
                <a:lnTo>
                  <a:pt x="6506" y="75442"/>
                </a:lnTo>
                <a:lnTo>
                  <a:pt x="6506" y="76329"/>
                </a:lnTo>
                <a:lnTo>
                  <a:pt x="6506" y="77128"/>
                </a:lnTo>
                <a:lnTo>
                  <a:pt x="6506" y="78016"/>
                </a:lnTo>
                <a:lnTo>
                  <a:pt x="6506" y="78903"/>
                </a:lnTo>
                <a:lnTo>
                  <a:pt x="6506" y="79702"/>
                </a:lnTo>
                <a:lnTo>
                  <a:pt x="6506" y="80412"/>
                </a:lnTo>
                <a:lnTo>
                  <a:pt x="6823" y="81477"/>
                </a:lnTo>
                <a:lnTo>
                  <a:pt x="6823" y="82276"/>
                </a:lnTo>
                <a:lnTo>
                  <a:pt x="6823" y="82986"/>
                </a:lnTo>
                <a:lnTo>
                  <a:pt x="6823" y="83785"/>
                </a:lnTo>
                <a:lnTo>
                  <a:pt x="6823" y="84850"/>
                </a:lnTo>
                <a:lnTo>
                  <a:pt x="7299" y="85560"/>
                </a:lnTo>
                <a:lnTo>
                  <a:pt x="7299" y="86359"/>
                </a:lnTo>
                <a:lnTo>
                  <a:pt x="7299" y="87424"/>
                </a:lnTo>
                <a:lnTo>
                  <a:pt x="7299" y="88134"/>
                </a:lnTo>
                <a:lnTo>
                  <a:pt x="7299" y="88933"/>
                </a:lnTo>
                <a:lnTo>
                  <a:pt x="7616" y="89820"/>
                </a:lnTo>
                <a:lnTo>
                  <a:pt x="7616" y="90708"/>
                </a:lnTo>
                <a:lnTo>
                  <a:pt x="7616" y="91507"/>
                </a:lnTo>
                <a:lnTo>
                  <a:pt x="7616" y="92394"/>
                </a:lnTo>
                <a:lnTo>
                  <a:pt x="7616" y="93282"/>
                </a:lnTo>
                <a:lnTo>
                  <a:pt x="8093" y="94080"/>
                </a:lnTo>
                <a:lnTo>
                  <a:pt x="8093" y="94968"/>
                </a:lnTo>
                <a:lnTo>
                  <a:pt x="8093" y="95856"/>
                </a:lnTo>
                <a:lnTo>
                  <a:pt x="8093" y="96654"/>
                </a:lnTo>
                <a:lnTo>
                  <a:pt x="8410" y="97542"/>
                </a:lnTo>
                <a:lnTo>
                  <a:pt x="8410" y="98429"/>
                </a:lnTo>
                <a:lnTo>
                  <a:pt x="8410" y="99228"/>
                </a:lnTo>
                <a:lnTo>
                  <a:pt x="8410" y="100116"/>
                </a:lnTo>
                <a:lnTo>
                  <a:pt x="8410" y="101003"/>
                </a:lnTo>
                <a:lnTo>
                  <a:pt x="8410" y="101802"/>
                </a:lnTo>
                <a:lnTo>
                  <a:pt x="8410" y="102690"/>
                </a:lnTo>
                <a:lnTo>
                  <a:pt x="8410" y="103577"/>
                </a:lnTo>
                <a:lnTo>
                  <a:pt x="8410" y="104376"/>
                </a:lnTo>
                <a:lnTo>
                  <a:pt x="8410" y="105264"/>
                </a:lnTo>
                <a:lnTo>
                  <a:pt x="8727" y="106151"/>
                </a:lnTo>
                <a:lnTo>
                  <a:pt x="8727" y="106950"/>
                </a:lnTo>
                <a:lnTo>
                  <a:pt x="8727" y="107838"/>
                </a:lnTo>
                <a:lnTo>
                  <a:pt x="8727" y="108725"/>
                </a:lnTo>
                <a:lnTo>
                  <a:pt x="8727" y="109524"/>
                </a:lnTo>
                <a:lnTo>
                  <a:pt x="9203" y="110411"/>
                </a:lnTo>
                <a:lnTo>
                  <a:pt x="9203" y="111299"/>
                </a:lnTo>
                <a:lnTo>
                  <a:pt x="9203" y="112098"/>
                </a:lnTo>
                <a:lnTo>
                  <a:pt x="9203" y="112985"/>
                </a:lnTo>
                <a:lnTo>
                  <a:pt x="9521" y="113873"/>
                </a:lnTo>
                <a:lnTo>
                  <a:pt x="9521" y="114672"/>
                </a:lnTo>
                <a:lnTo>
                  <a:pt x="9521" y="115737"/>
                </a:lnTo>
                <a:lnTo>
                  <a:pt x="9521" y="116624"/>
                </a:lnTo>
                <a:lnTo>
                  <a:pt x="9521" y="117246"/>
                </a:lnTo>
                <a:lnTo>
                  <a:pt x="9997" y="118133"/>
                </a:lnTo>
                <a:lnTo>
                  <a:pt x="9997" y="119198"/>
                </a:lnTo>
                <a:lnTo>
                  <a:pt x="9997" y="120086"/>
                </a:lnTo>
                <a:lnTo>
                  <a:pt x="9997" y="120707"/>
                </a:lnTo>
                <a:lnTo>
                  <a:pt x="9997" y="121595"/>
                </a:lnTo>
                <a:lnTo>
                  <a:pt x="10314" y="122660"/>
                </a:lnTo>
                <a:lnTo>
                  <a:pt x="10314" y="123459"/>
                </a:lnTo>
                <a:lnTo>
                  <a:pt x="10314" y="124346"/>
                </a:lnTo>
                <a:lnTo>
                  <a:pt x="10314" y="125234"/>
                </a:lnTo>
                <a:lnTo>
                  <a:pt x="10314" y="126032"/>
                </a:lnTo>
                <a:lnTo>
                  <a:pt x="10631" y="126920"/>
                </a:lnTo>
                <a:lnTo>
                  <a:pt x="10631" y="127808"/>
                </a:lnTo>
                <a:lnTo>
                  <a:pt x="10631" y="128606"/>
                </a:lnTo>
                <a:lnTo>
                  <a:pt x="10631" y="129494"/>
                </a:lnTo>
                <a:lnTo>
                  <a:pt x="10631" y="130382"/>
                </a:lnTo>
                <a:lnTo>
                  <a:pt x="10631" y="131180"/>
                </a:lnTo>
                <a:lnTo>
                  <a:pt x="10631" y="132245"/>
                </a:lnTo>
                <a:lnTo>
                  <a:pt x="10631" y="133133"/>
                </a:lnTo>
                <a:lnTo>
                  <a:pt x="10631" y="134020"/>
                </a:lnTo>
                <a:lnTo>
                  <a:pt x="11108" y="134642"/>
                </a:lnTo>
                <a:lnTo>
                  <a:pt x="11108" y="135707"/>
                </a:lnTo>
                <a:lnTo>
                  <a:pt x="11108" y="136594"/>
                </a:lnTo>
                <a:lnTo>
                  <a:pt x="11108" y="137393"/>
                </a:lnTo>
                <a:lnTo>
                  <a:pt x="11108" y="138281"/>
                </a:lnTo>
                <a:lnTo>
                  <a:pt x="11425" y="139346"/>
                </a:lnTo>
                <a:lnTo>
                  <a:pt x="11425" y="139967"/>
                </a:lnTo>
                <a:lnTo>
                  <a:pt x="11425" y="140855"/>
                </a:lnTo>
                <a:lnTo>
                  <a:pt x="11425" y="141742"/>
                </a:lnTo>
                <a:lnTo>
                  <a:pt x="11425" y="142807"/>
                </a:lnTo>
                <a:lnTo>
                  <a:pt x="11901" y="143606"/>
                </a:lnTo>
                <a:lnTo>
                  <a:pt x="11901" y="144494"/>
                </a:lnTo>
                <a:lnTo>
                  <a:pt x="11901" y="145381"/>
                </a:lnTo>
                <a:lnTo>
                  <a:pt x="11901" y="146180"/>
                </a:lnTo>
                <a:lnTo>
                  <a:pt x="12218" y="147068"/>
                </a:lnTo>
                <a:lnTo>
                  <a:pt x="12218" y="147955"/>
                </a:lnTo>
                <a:lnTo>
                  <a:pt x="12218" y="148754"/>
                </a:lnTo>
                <a:lnTo>
                  <a:pt x="12218" y="149819"/>
                </a:lnTo>
                <a:lnTo>
                  <a:pt x="12218" y="150707"/>
                </a:lnTo>
                <a:lnTo>
                  <a:pt x="12694" y="151594"/>
                </a:lnTo>
                <a:lnTo>
                  <a:pt x="12694" y="152215"/>
                </a:lnTo>
                <a:lnTo>
                  <a:pt x="12694" y="153280"/>
                </a:lnTo>
                <a:lnTo>
                  <a:pt x="12694" y="154168"/>
                </a:lnTo>
                <a:lnTo>
                  <a:pt x="12694" y="154967"/>
                </a:lnTo>
                <a:lnTo>
                  <a:pt x="12694" y="155854"/>
                </a:lnTo>
                <a:lnTo>
                  <a:pt x="12694" y="156919"/>
                </a:lnTo>
                <a:lnTo>
                  <a:pt x="12694" y="157807"/>
                </a:lnTo>
                <a:lnTo>
                  <a:pt x="12694" y="158695"/>
                </a:lnTo>
                <a:lnTo>
                  <a:pt x="12694" y="159493"/>
                </a:lnTo>
                <a:lnTo>
                  <a:pt x="13012" y="160381"/>
                </a:lnTo>
                <a:lnTo>
                  <a:pt x="13012" y="161268"/>
                </a:lnTo>
                <a:lnTo>
                  <a:pt x="13012" y="162067"/>
                </a:lnTo>
                <a:lnTo>
                  <a:pt x="13012" y="162955"/>
                </a:lnTo>
                <a:lnTo>
                  <a:pt x="13329" y="164020"/>
                </a:lnTo>
                <a:lnTo>
                  <a:pt x="13329" y="164907"/>
                </a:lnTo>
                <a:lnTo>
                  <a:pt x="13329" y="165706"/>
                </a:lnTo>
                <a:lnTo>
                  <a:pt x="13329" y="166594"/>
                </a:lnTo>
                <a:lnTo>
                  <a:pt x="13329" y="167659"/>
                </a:lnTo>
              </a:path>
            </a:pathLst>
          </a:custGeom>
          <a:ln w="1948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7935551" y="2626050"/>
            <a:ext cx="13805" cy="181150"/>
          </a:xfrm>
          <a:custGeom>
            <a:avLst/>
            <a:gdLst/>
            <a:ahLst/>
            <a:cxnLst/>
            <a:rect l="l" t="t" r="r" b="b"/>
            <a:pathLst>
              <a:path w="13805" h="181150">
                <a:moveTo>
                  <a:pt x="0" y="0"/>
                </a:moveTo>
                <a:lnTo>
                  <a:pt x="476" y="887"/>
                </a:lnTo>
                <a:lnTo>
                  <a:pt x="476" y="1508"/>
                </a:lnTo>
                <a:lnTo>
                  <a:pt x="476" y="2396"/>
                </a:lnTo>
                <a:lnTo>
                  <a:pt x="476" y="3461"/>
                </a:lnTo>
                <a:lnTo>
                  <a:pt x="476" y="4260"/>
                </a:lnTo>
                <a:lnTo>
                  <a:pt x="793" y="5147"/>
                </a:lnTo>
                <a:lnTo>
                  <a:pt x="793" y="6035"/>
                </a:lnTo>
                <a:lnTo>
                  <a:pt x="793" y="7100"/>
                </a:lnTo>
                <a:lnTo>
                  <a:pt x="793" y="7899"/>
                </a:lnTo>
                <a:lnTo>
                  <a:pt x="793" y="8786"/>
                </a:lnTo>
                <a:lnTo>
                  <a:pt x="1269" y="9674"/>
                </a:lnTo>
                <a:lnTo>
                  <a:pt x="1269" y="10739"/>
                </a:lnTo>
                <a:lnTo>
                  <a:pt x="1269" y="11538"/>
                </a:lnTo>
                <a:lnTo>
                  <a:pt x="1269" y="12425"/>
                </a:lnTo>
                <a:lnTo>
                  <a:pt x="1586" y="13047"/>
                </a:lnTo>
                <a:lnTo>
                  <a:pt x="1586" y="14112"/>
                </a:lnTo>
                <a:lnTo>
                  <a:pt x="1586" y="14999"/>
                </a:lnTo>
                <a:lnTo>
                  <a:pt x="1586" y="15887"/>
                </a:lnTo>
                <a:lnTo>
                  <a:pt x="1586" y="16686"/>
                </a:lnTo>
                <a:lnTo>
                  <a:pt x="1586" y="17839"/>
                </a:lnTo>
                <a:lnTo>
                  <a:pt x="1586" y="18638"/>
                </a:lnTo>
                <a:lnTo>
                  <a:pt x="1586" y="19526"/>
                </a:lnTo>
                <a:lnTo>
                  <a:pt x="1586" y="20325"/>
                </a:lnTo>
                <a:lnTo>
                  <a:pt x="1586" y="21212"/>
                </a:lnTo>
                <a:lnTo>
                  <a:pt x="1904" y="22277"/>
                </a:lnTo>
                <a:lnTo>
                  <a:pt x="1904" y="23165"/>
                </a:lnTo>
                <a:lnTo>
                  <a:pt x="1904" y="24052"/>
                </a:lnTo>
                <a:lnTo>
                  <a:pt x="1904" y="24851"/>
                </a:lnTo>
                <a:lnTo>
                  <a:pt x="1904" y="25916"/>
                </a:lnTo>
                <a:lnTo>
                  <a:pt x="2380" y="26804"/>
                </a:lnTo>
                <a:lnTo>
                  <a:pt x="2380" y="27691"/>
                </a:lnTo>
                <a:lnTo>
                  <a:pt x="2380" y="28490"/>
                </a:lnTo>
                <a:lnTo>
                  <a:pt x="2380" y="29555"/>
                </a:lnTo>
                <a:lnTo>
                  <a:pt x="2697" y="30443"/>
                </a:lnTo>
                <a:lnTo>
                  <a:pt x="2697" y="31330"/>
                </a:lnTo>
                <a:lnTo>
                  <a:pt x="2697" y="31952"/>
                </a:lnTo>
                <a:lnTo>
                  <a:pt x="2697" y="33017"/>
                </a:lnTo>
                <a:lnTo>
                  <a:pt x="2697" y="33904"/>
                </a:lnTo>
                <a:lnTo>
                  <a:pt x="3173" y="34703"/>
                </a:lnTo>
                <a:lnTo>
                  <a:pt x="3173" y="35591"/>
                </a:lnTo>
                <a:lnTo>
                  <a:pt x="3173" y="36656"/>
                </a:lnTo>
                <a:lnTo>
                  <a:pt x="3173" y="37543"/>
                </a:lnTo>
                <a:lnTo>
                  <a:pt x="3173" y="38342"/>
                </a:lnTo>
                <a:lnTo>
                  <a:pt x="3491" y="39229"/>
                </a:lnTo>
                <a:lnTo>
                  <a:pt x="3491" y="40117"/>
                </a:lnTo>
                <a:lnTo>
                  <a:pt x="3491" y="41182"/>
                </a:lnTo>
                <a:lnTo>
                  <a:pt x="3491" y="42070"/>
                </a:lnTo>
                <a:lnTo>
                  <a:pt x="3491" y="42868"/>
                </a:lnTo>
                <a:lnTo>
                  <a:pt x="3491" y="43756"/>
                </a:lnTo>
                <a:lnTo>
                  <a:pt x="3491" y="44821"/>
                </a:lnTo>
                <a:lnTo>
                  <a:pt x="3491" y="45709"/>
                </a:lnTo>
                <a:lnTo>
                  <a:pt x="3491" y="46507"/>
                </a:lnTo>
                <a:lnTo>
                  <a:pt x="3967" y="47395"/>
                </a:lnTo>
                <a:lnTo>
                  <a:pt x="3967" y="48460"/>
                </a:lnTo>
                <a:lnTo>
                  <a:pt x="3967" y="49348"/>
                </a:lnTo>
                <a:lnTo>
                  <a:pt x="3967" y="50146"/>
                </a:lnTo>
                <a:lnTo>
                  <a:pt x="3967" y="51034"/>
                </a:lnTo>
                <a:lnTo>
                  <a:pt x="4284" y="51922"/>
                </a:lnTo>
                <a:lnTo>
                  <a:pt x="4284" y="52987"/>
                </a:lnTo>
                <a:lnTo>
                  <a:pt x="4284" y="53785"/>
                </a:lnTo>
                <a:lnTo>
                  <a:pt x="4284" y="54673"/>
                </a:lnTo>
                <a:lnTo>
                  <a:pt x="4284" y="55561"/>
                </a:lnTo>
                <a:lnTo>
                  <a:pt x="4601" y="56626"/>
                </a:lnTo>
                <a:lnTo>
                  <a:pt x="4601" y="57424"/>
                </a:lnTo>
                <a:lnTo>
                  <a:pt x="4601" y="58312"/>
                </a:lnTo>
                <a:lnTo>
                  <a:pt x="4601" y="59200"/>
                </a:lnTo>
                <a:lnTo>
                  <a:pt x="4601" y="60265"/>
                </a:lnTo>
                <a:lnTo>
                  <a:pt x="5077" y="61152"/>
                </a:lnTo>
                <a:lnTo>
                  <a:pt x="5077" y="61951"/>
                </a:lnTo>
                <a:lnTo>
                  <a:pt x="5077" y="62838"/>
                </a:lnTo>
                <a:lnTo>
                  <a:pt x="5077" y="63726"/>
                </a:lnTo>
                <a:lnTo>
                  <a:pt x="5395" y="64791"/>
                </a:lnTo>
                <a:lnTo>
                  <a:pt x="5395" y="65590"/>
                </a:lnTo>
                <a:lnTo>
                  <a:pt x="5395" y="66477"/>
                </a:lnTo>
                <a:lnTo>
                  <a:pt x="5395" y="67365"/>
                </a:lnTo>
                <a:lnTo>
                  <a:pt x="5395" y="68430"/>
                </a:lnTo>
                <a:lnTo>
                  <a:pt x="5395" y="69229"/>
                </a:lnTo>
                <a:lnTo>
                  <a:pt x="5395" y="70116"/>
                </a:lnTo>
                <a:lnTo>
                  <a:pt x="5395" y="71004"/>
                </a:lnTo>
                <a:lnTo>
                  <a:pt x="5395" y="72069"/>
                </a:lnTo>
                <a:lnTo>
                  <a:pt x="5395" y="73134"/>
                </a:lnTo>
                <a:lnTo>
                  <a:pt x="5871" y="73933"/>
                </a:lnTo>
                <a:lnTo>
                  <a:pt x="5871" y="74820"/>
                </a:lnTo>
                <a:lnTo>
                  <a:pt x="5871" y="75708"/>
                </a:lnTo>
                <a:lnTo>
                  <a:pt x="5871" y="76773"/>
                </a:lnTo>
                <a:lnTo>
                  <a:pt x="5871" y="77661"/>
                </a:lnTo>
                <a:lnTo>
                  <a:pt x="6188" y="78459"/>
                </a:lnTo>
                <a:lnTo>
                  <a:pt x="6188" y="79347"/>
                </a:lnTo>
                <a:lnTo>
                  <a:pt x="6188" y="80412"/>
                </a:lnTo>
                <a:lnTo>
                  <a:pt x="6188" y="81300"/>
                </a:lnTo>
                <a:lnTo>
                  <a:pt x="6506" y="82098"/>
                </a:lnTo>
                <a:lnTo>
                  <a:pt x="6506" y="82986"/>
                </a:lnTo>
                <a:lnTo>
                  <a:pt x="6506" y="83874"/>
                </a:lnTo>
                <a:lnTo>
                  <a:pt x="6506" y="84939"/>
                </a:lnTo>
                <a:lnTo>
                  <a:pt x="6506" y="85737"/>
                </a:lnTo>
                <a:lnTo>
                  <a:pt x="6982" y="86625"/>
                </a:lnTo>
                <a:lnTo>
                  <a:pt x="6982" y="87513"/>
                </a:lnTo>
                <a:lnTo>
                  <a:pt x="6982" y="88578"/>
                </a:lnTo>
                <a:lnTo>
                  <a:pt x="6982" y="89376"/>
                </a:lnTo>
                <a:lnTo>
                  <a:pt x="6982" y="90264"/>
                </a:lnTo>
                <a:lnTo>
                  <a:pt x="7299" y="91152"/>
                </a:lnTo>
                <a:lnTo>
                  <a:pt x="7299" y="92217"/>
                </a:lnTo>
                <a:lnTo>
                  <a:pt x="7299" y="93015"/>
                </a:lnTo>
                <a:lnTo>
                  <a:pt x="7299" y="93903"/>
                </a:lnTo>
                <a:lnTo>
                  <a:pt x="7299" y="94791"/>
                </a:lnTo>
                <a:lnTo>
                  <a:pt x="7775" y="95589"/>
                </a:lnTo>
                <a:lnTo>
                  <a:pt x="7775" y="96921"/>
                </a:lnTo>
                <a:lnTo>
                  <a:pt x="7775" y="97808"/>
                </a:lnTo>
                <a:lnTo>
                  <a:pt x="7775" y="98607"/>
                </a:lnTo>
                <a:lnTo>
                  <a:pt x="7775" y="99495"/>
                </a:lnTo>
                <a:lnTo>
                  <a:pt x="7775" y="100382"/>
                </a:lnTo>
                <a:lnTo>
                  <a:pt x="7775" y="101447"/>
                </a:lnTo>
                <a:lnTo>
                  <a:pt x="7775" y="102246"/>
                </a:lnTo>
                <a:lnTo>
                  <a:pt x="7775" y="103134"/>
                </a:lnTo>
                <a:lnTo>
                  <a:pt x="8093" y="104021"/>
                </a:lnTo>
                <a:lnTo>
                  <a:pt x="8093" y="105086"/>
                </a:lnTo>
                <a:lnTo>
                  <a:pt x="8093" y="105885"/>
                </a:lnTo>
                <a:lnTo>
                  <a:pt x="8093" y="106773"/>
                </a:lnTo>
                <a:lnTo>
                  <a:pt x="8093" y="107660"/>
                </a:lnTo>
                <a:lnTo>
                  <a:pt x="8410" y="108725"/>
                </a:lnTo>
                <a:lnTo>
                  <a:pt x="8410" y="109613"/>
                </a:lnTo>
                <a:lnTo>
                  <a:pt x="8410" y="110411"/>
                </a:lnTo>
                <a:lnTo>
                  <a:pt x="8410" y="111299"/>
                </a:lnTo>
                <a:lnTo>
                  <a:pt x="8410" y="112098"/>
                </a:lnTo>
                <a:lnTo>
                  <a:pt x="8886" y="113252"/>
                </a:lnTo>
                <a:lnTo>
                  <a:pt x="8886" y="114317"/>
                </a:lnTo>
                <a:lnTo>
                  <a:pt x="8886" y="115116"/>
                </a:lnTo>
                <a:lnTo>
                  <a:pt x="8886" y="116003"/>
                </a:lnTo>
                <a:lnTo>
                  <a:pt x="9203" y="116891"/>
                </a:lnTo>
                <a:lnTo>
                  <a:pt x="9203" y="117956"/>
                </a:lnTo>
                <a:lnTo>
                  <a:pt x="9203" y="118755"/>
                </a:lnTo>
                <a:lnTo>
                  <a:pt x="9203" y="119642"/>
                </a:lnTo>
                <a:lnTo>
                  <a:pt x="9203" y="120530"/>
                </a:lnTo>
                <a:lnTo>
                  <a:pt x="9679" y="121595"/>
                </a:lnTo>
                <a:lnTo>
                  <a:pt x="9679" y="122394"/>
                </a:lnTo>
                <a:lnTo>
                  <a:pt x="9679" y="123281"/>
                </a:lnTo>
                <a:lnTo>
                  <a:pt x="9679" y="124169"/>
                </a:lnTo>
                <a:lnTo>
                  <a:pt x="9679" y="125234"/>
                </a:lnTo>
                <a:lnTo>
                  <a:pt x="9679" y="126121"/>
                </a:lnTo>
                <a:lnTo>
                  <a:pt x="9679" y="126920"/>
                </a:lnTo>
                <a:lnTo>
                  <a:pt x="9679" y="127808"/>
                </a:lnTo>
                <a:lnTo>
                  <a:pt x="9679" y="128873"/>
                </a:lnTo>
                <a:lnTo>
                  <a:pt x="9679" y="129938"/>
                </a:lnTo>
                <a:lnTo>
                  <a:pt x="9997" y="130825"/>
                </a:lnTo>
                <a:lnTo>
                  <a:pt x="9997" y="131624"/>
                </a:lnTo>
                <a:lnTo>
                  <a:pt x="9997" y="132512"/>
                </a:lnTo>
                <a:lnTo>
                  <a:pt x="9997" y="133399"/>
                </a:lnTo>
                <a:lnTo>
                  <a:pt x="9997" y="134464"/>
                </a:lnTo>
                <a:lnTo>
                  <a:pt x="10473" y="135263"/>
                </a:lnTo>
                <a:lnTo>
                  <a:pt x="10473" y="136151"/>
                </a:lnTo>
                <a:lnTo>
                  <a:pt x="10473" y="137038"/>
                </a:lnTo>
                <a:lnTo>
                  <a:pt x="10473" y="138103"/>
                </a:lnTo>
                <a:lnTo>
                  <a:pt x="10790" y="138902"/>
                </a:lnTo>
                <a:lnTo>
                  <a:pt x="10790" y="139790"/>
                </a:lnTo>
                <a:lnTo>
                  <a:pt x="10790" y="140677"/>
                </a:lnTo>
                <a:lnTo>
                  <a:pt x="10790" y="141742"/>
                </a:lnTo>
                <a:lnTo>
                  <a:pt x="10790" y="142807"/>
                </a:lnTo>
                <a:lnTo>
                  <a:pt x="11108" y="143695"/>
                </a:lnTo>
                <a:lnTo>
                  <a:pt x="11108" y="144494"/>
                </a:lnTo>
                <a:lnTo>
                  <a:pt x="11108" y="145381"/>
                </a:lnTo>
                <a:lnTo>
                  <a:pt x="11108" y="146446"/>
                </a:lnTo>
                <a:lnTo>
                  <a:pt x="11108" y="147334"/>
                </a:lnTo>
                <a:lnTo>
                  <a:pt x="11584" y="148133"/>
                </a:lnTo>
                <a:lnTo>
                  <a:pt x="11584" y="149020"/>
                </a:lnTo>
                <a:lnTo>
                  <a:pt x="11584" y="149908"/>
                </a:lnTo>
                <a:lnTo>
                  <a:pt x="11584" y="150973"/>
                </a:lnTo>
                <a:lnTo>
                  <a:pt x="11584" y="151772"/>
                </a:lnTo>
                <a:lnTo>
                  <a:pt x="11901" y="152659"/>
                </a:lnTo>
                <a:lnTo>
                  <a:pt x="11901" y="153547"/>
                </a:lnTo>
                <a:lnTo>
                  <a:pt x="11901" y="154612"/>
                </a:lnTo>
                <a:lnTo>
                  <a:pt x="11901" y="155499"/>
                </a:lnTo>
                <a:lnTo>
                  <a:pt x="11901" y="156564"/>
                </a:lnTo>
                <a:lnTo>
                  <a:pt x="11901" y="157363"/>
                </a:lnTo>
                <a:lnTo>
                  <a:pt x="11901" y="158251"/>
                </a:lnTo>
                <a:lnTo>
                  <a:pt x="11901" y="159316"/>
                </a:lnTo>
                <a:lnTo>
                  <a:pt x="11901" y="160203"/>
                </a:lnTo>
                <a:lnTo>
                  <a:pt x="12377" y="161002"/>
                </a:lnTo>
                <a:lnTo>
                  <a:pt x="12377" y="161890"/>
                </a:lnTo>
                <a:lnTo>
                  <a:pt x="12377" y="162955"/>
                </a:lnTo>
                <a:lnTo>
                  <a:pt x="12377" y="163842"/>
                </a:lnTo>
                <a:lnTo>
                  <a:pt x="12377" y="164641"/>
                </a:lnTo>
                <a:lnTo>
                  <a:pt x="12694" y="165529"/>
                </a:lnTo>
                <a:lnTo>
                  <a:pt x="12694" y="166594"/>
                </a:lnTo>
                <a:lnTo>
                  <a:pt x="12694" y="167481"/>
                </a:lnTo>
                <a:lnTo>
                  <a:pt x="12694" y="168280"/>
                </a:lnTo>
                <a:lnTo>
                  <a:pt x="12694" y="169168"/>
                </a:lnTo>
                <a:lnTo>
                  <a:pt x="13012" y="170233"/>
                </a:lnTo>
                <a:lnTo>
                  <a:pt x="13012" y="171298"/>
                </a:lnTo>
                <a:lnTo>
                  <a:pt x="13012" y="172185"/>
                </a:lnTo>
                <a:lnTo>
                  <a:pt x="13012" y="173073"/>
                </a:lnTo>
                <a:lnTo>
                  <a:pt x="13488" y="173872"/>
                </a:lnTo>
                <a:lnTo>
                  <a:pt x="13488" y="174759"/>
                </a:lnTo>
                <a:lnTo>
                  <a:pt x="13488" y="175824"/>
                </a:lnTo>
                <a:lnTo>
                  <a:pt x="13488" y="176712"/>
                </a:lnTo>
                <a:lnTo>
                  <a:pt x="13488" y="177511"/>
                </a:lnTo>
                <a:lnTo>
                  <a:pt x="13805" y="178398"/>
                </a:lnTo>
                <a:lnTo>
                  <a:pt x="13805" y="179463"/>
                </a:lnTo>
                <a:lnTo>
                  <a:pt x="13805" y="180351"/>
                </a:lnTo>
                <a:lnTo>
                  <a:pt x="13805" y="181150"/>
                </a:lnTo>
              </a:path>
            </a:pathLst>
          </a:custGeom>
          <a:ln w="1949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7949357" y="2807200"/>
            <a:ext cx="13488" cy="178665"/>
          </a:xfrm>
          <a:custGeom>
            <a:avLst/>
            <a:gdLst/>
            <a:ahLst/>
            <a:cxnLst/>
            <a:rect l="l" t="t" r="r" b="b"/>
            <a:pathLst>
              <a:path w="13488" h="178665">
                <a:moveTo>
                  <a:pt x="0" y="0"/>
                </a:moveTo>
                <a:lnTo>
                  <a:pt x="0" y="887"/>
                </a:lnTo>
                <a:lnTo>
                  <a:pt x="0" y="1952"/>
                </a:lnTo>
                <a:lnTo>
                  <a:pt x="0" y="2840"/>
                </a:lnTo>
                <a:lnTo>
                  <a:pt x="0" y="3905"/>
                </a:lnTo>
                <a:lnTo>
                  <a:pt x="0" y="4792"/>
                </a:lnTo>
                <a:lnTo>
                  <a:pt x="0" y="5591"/>
                </a:lnTo>
                <a:lnTo>
                  <a:pt x="476" y="6656"/>
                </a:lnTo>
                <a:lnTo>
                  <a:pt x="476" y="7544"/>
                </a:lnTo>
                <a:lnTo>
                  <a:pt x="476" y="8431"/>
                </a:lnTo>
                <a:lnTo>
                  <a:pt x="476" y="9230"/>
                </a:lnTo>
                <a:lnTo>
                  <a:pt x="793" y="10118"/>
                </a:lnTo>
                <a:lnTo>
                  <a:pt x="793" y="11183"/>
                </a:lnTo>
                <a:lnTo>
                  <a:pt x="793" y="12070"/>
                </a:lnTo>
                <a:lnTo>
                  <a:pt x="793" y="12869"/>
                </a:lnTo>
                <a:lnTo>
                  <a:pt x="793" y="13757"/>
                </a:lnTo>
                <a:lnTo>
                  <a:pt x="1269" y="14822"/>
                </a:lnTo>
                <a:lnTo>
                  <a:pt x="1269" y="15709"/>
                </a:lnTo>
                <a:lnTo>
                  <a:pt x="1269" y="16508"/>
                </a:lnTo>
                <a:lnTo>
                  <a:pt x="1269" y="17396"/>
                </a:lnTo>
                <a:lnTo>
                  <a:pt x="1269" y="18461"/>
                </a:lnTo>
                <a:lnTo>
                  <a:pt x="1586" y="19348"/>
                </a:lnTo>
                <a:lnTo>
                  <a:pt x="1586" y="20413"/>
                </a:lnTo>
                <a:lnTo>
                  <a:pt x="1586" y="21301"/>
                </a:lnTo>
                <a:lnTo>
                  <a:pt x="1586" y="22100"/>
                </a:lnTo>
                <a:lnTo>
                  <a:pt x="1586" y="23165"/>
                </a:lnTo>
                <a:lnTo>
                  <a:pt x="1904" y="24052"/>
                </a:lnTo>
                <a:lnTo>
                  <a:pt x="1904" y="24940"/>
                </a:lnTo>
                <a:lnTo>
                  <a:pt x="1904" y="25739"/>
                </a:lnTo>
                <a:lnTo>
                  <a:pt x="1904" y="26626"/>
                </a:lnTo>
                <a:lnTo>
                  <a:pt x="2380" y="27691"/>
                </a:lnTo>
                <a:lnTo>
                  <a:pt x="2380" y="28579"/>
                </a:lnTo>
                <a:lnTo>
                  <a:pt x="2380" y="29378"/>
                </a:lnTo>
                <a:lnTo>
                  <a:pt x="2380" y="30265"/>
                </a:lnTo>
                <a:lnTo>
                  <a:pt x="2380" y="31330"/>
                </a:lnTo>
                <a:lnTo>
                  <a:pt x="2380" y="32218"/>
                </a:lnTo>
                <a:lnTo>
                  <a:pt x="2380" y="33017"/>
                </a:lnTo>
                <a:lnTo>
                  <a:pt x="2380" y="33904"/>
                </a:lnTo>
                <a:lnTo>
                  <a:pt x="2380" y="34969"/>
                </a:lnTo>
                <a:lnTo>
                  <a:pt x="2380" y="35857"/>
                </a:lnTo>
                <a:lnTo>
                  <a:pt x="2697" y="36744"/>
                </a:lnTo>
                <a:lnTo>
                  <a:pt x="2697" y="37543"/>
                </a:lnTo>
                <a:lnTo>
                  <a:pt x="2697" y="38431"/>
                </a:lnTo>
                <a:lnTo>
                  <a:pt x="2697" y="39496"/>
                </a:lnTo>
                <a:lnTo>
                  <a:pt x="2697" y="40383"/>
                </a:lnTo>
                <a:lnTo>
                  <a:pt x="3173" y="41448"/>
                </a:lnTo>
                <a:lnTo>
                  <a:pt x="3173" y="42247"/>
                </a:lnTo>
                <a:lnTo>
                  <a:pt x="3173" y="43135"/>
                </a:lnTo>
                <a:lnTo>
                  <a:pt x="3173" y="44200"/>
                </a:lnTo>
                <a:lnTo>
                  <a:pt x="3491" y="45087"/>
                </a:lnTo>
                <a:lnTo>
                  <a:pt x="3491" y="45886"/>
                </a:lnTo>
                <a:lnTo>
                  <a:pt x="3491" y="46774"/>
                </a:lnTo>
                <a:lnTo>
                  <a:pt x="3491" y="47839"/>
                </a:lnTo>
                <a:lnTo>
                  <a:pt x="3491" y="48726"/>
                </a:lnTo>
                <a:lnTo>
                  <a:pt x="3808" y="49525"/>
                </a:lnTo>
                <a:lnTo>
                  <a:pt x="3808" y="50413"/>
                </a:lnTo>
                <a:lnTo>
                  <a:pt x="3808" y="51478"/>
                </a:lnTo>
                <a:lnTo>
                  <a:pt x="3808" y="52365"/>
                </a:lnTo>
                <a:lnTo>
                  <a:pt x="3808" y="53253"/>
                </a:lnTo>
                <a:lnTo>
                  <a:pt x="4284" y="54052"/>
                </a:lnTo>
                <a:lnTo>
                  <a:pt x="4284" y="54939"/>
                </a:lnTo>
                <a:lnTo>
                  <a:pt x="4284" y="56004"/>
                </a:lnTo>
                <a:lnTo>
                  <a:pt x="4284" y="56892"/>
                </a:lnTo>
                <a:lnTo>
                  <a:pt x="4284" y="57691"/>
                </a:lnTo>
                <a:lnTo>
                  <a:pt x="4284" y="58578"/>
                </a:lnTo>
                <a:lnTo>
                  <a:pt x="4284" y="59643"/>
                </a:lnTo>
                <a:lnTo>
                  <a:pt x="4284" y="60531"/>
                </a:lnTo>
                <a:lnTo>
                  <a:pt x="4284" y="61330"/>
                </a:lnTo>
                <a:lnTo>
                  <a:pt x="4601" y="62217"/>
                </a:lnTo>
                <a:lnTo>
                  <a:pt x="4601" y="63282"/>
                </a:lnTo>
                <a:lnTo>
                  <a:pt x="4601" y="64170"/>
                </a:lnTo>
                <a:lnTo>
                  <a:pt x="4601" y="64969"/>
                </a:lnTo>
                <a:lnTo>
                  <a:pt x="4601" y="65856"/>
                </a:lnTo>
                <a:lnTo>
                  <a:pt x="5077" y="66921"/>
                </a:lnTo>
                <a:lnTo>
                  <a:pt x="5077" y="67809"/>
                </a:lnTo>
                <a:lnTo>
                  <a:pt x="5077" y="68696"/>
                </a:lnTo>
                <a:lnTo>
                  <a:pt x="5077" y="69495"/>
                </a:lnTo>
                <a:lnTo>
                  <a:pt x="5077" y="70383"/>
                </a:lnTo>
                <a:lnTo>
                  <a:pt x="5395" y="71448"/>
                </a:lnTo>
                <a:lnTo>
                  <a:pt x="5395" y="72335"/>
                </a:lnTo>
                <a:lnTo>
                  <a:pt x="5395" y="73134"/>
                </a:lnTo>
                <a:lnTo>
                  <a:pt x="5395" y="74022"/>
                </a:lnTo>
                <a:lnTo>
                  <a:pt x="5395" y="75087"/>
                </a:lnTo>
                <a:lnTo>
                  <a:pt x="5871" y="75974"/>
                </a:lnTo>
                <a:lnTo>
                  <a:pt x="5871" y="76773"/>
                </a:lnTo>
                <a:lnTo>
                  <a:pt x="5871" y="77661"/>
                </a:lnTo>
                <a:lnTo>
                  <a:pt x="5871" y="78726"/>
                </a:lnTo>
                <a:lnTo>
                  <a:pt x="6188" y="79613"/>
                </a:lnTo>
                <a:lnTo>
                  <a:pt x="6188" y="80412"/>
                </a:lnTo>
                <a:lnTo>
                  <a:pt x="6188" y="81300"/>
                </a:lnTo>
                <a:lnTo>
                  <a:pt x="6188" y="82187"/>
                </a:lnTo>
                <a:lnTo>
                  <a:pt x="6188" y="83252"/>
                </a:lnTo>
                <a:lnTo>
                  <a:pt x="6506" y="84051"/>
                </a:lnTo>
                <a:lnTo>
                  <a:pt x="6506" y="84939"/>
                </a:lnTo>
                <a:lnTo>
                  <a:pt x="6506" y="85826"/>
                </a:lnTo>
                <a:lnTo>
                  <a:pt x="6506" y="86891"/>
                </a:lnTo>
                <a:lnTo>
                  <a:pt x="6506" y="87779"/>
                </a:lnTo>
                <a:lnTo>
                  <a:pt x="6506" y="88578"/>
                </a:lnTo>
                <a:lnTo>
                  <a:pt x="6506" y="89465"/>
                </a:lnTo>
                <a:lnTo>
                  <a:pt x="6506" y="90530"/>
                </a:lnTo>
                <a:lnTo>
                  <a:pt x="6506" y="91418"/>
                </a:lnTo>
                <a:lnTo>
                  <a:pt x="6506" y="92217"/>
                </a:lnTo>
                <a:lnTo>
                  <a:pt x="6982" y="93104"/>
                </a:lnTo>
                <a:lnTo>
                  <a:pt x="6982" y="93992"/>
                </a:lnTo>
                <a:lnTo>
                  <a:pt x="6982" y="94791"/>
                </a:lnTo>
                <a:lnTo>
                  <a:pt x="6982" y="95678"/>
                </a:lnTo>
                <a:lnTo>
                  <a:pt x="7299" y="96566"/>
                </a:lnTo>
                <a:lnTo>
                  <a:pt x="7299" y="97631"/>
                </a:lnTo>
                <a:lnTo>
                  <a:pt x="7299" y="98429"/>
                </a:lnTo>
                <a:lnTo>
                  <a:pt x="7299" y="99317"/>
                </a:lnTo>
                <a:lnTo>
                  <a:pt x="7299" y="100205"/>
                </a:lnTo>
                <a:lnTo>
                  <a:pt x="7775" y="101003"/>
                </a:lnTo>
                <a:lnTo>
                  <a:pt x="7775" y="102068"/>
                </a:lnTo>
                <a:lnTo>
                  <a:pt x="7775" y="102956"/>
                </a:lnTo>
                <a:lnTo>
                  <a:pt x="7775" y="103844"/>
                </a:lnTo>
                <a:lnTo>
                  <a:pt x="7775" y="104642"/>
                </a:lnTo>
                <a:lnTo>
                  <a:pt x="8093" y="105707"/>
                </a:lnTo>
                <a:lnTo>
                  <a:pt x="8093" y="106595"/>
                </a:lnTo>
                <a:lnTo>
                  <a:pt x="8093" y="107483"/>
                </a:lnTo>
                <a:lnTo>
                  <a:pt x="8093" y="108281"/>
                </a:lnTo>
                <a:lnTo>
                  <a:pt x="8093" y="109435"/>
                </a:lnTo>
                <a:lnTo>
                  <a:pt x="8410" y="110234"/>
                </a:lnTo>
                <a:lnTo>
                  <a:pt x="8410" y="110855"/>
                </a:lnTo>
                <a:lnTo>
                  <a:pt x="8410" y="111743"/>
                </a:lnTo>
                <a:lnTo>
                  <a:pt x="8410" y="112808"/>
                </a:lnTo>
                <a:lnTo>
                  <a:pt x="8410" y="113695"/>
                </a:lnTo>
                <a:lnTo>
                  <a:pt x="8410" y="114583"/>
                </a:lnTo>
                <a:lnTo>
                  <a:pt x="8410" y="115382"/>
                </a:lnTo>
                <a:lnTo>
                  <a:pt x="8410" y="116447"/>
                </a:lnTo>
                <a:lnTo>
                  <a:pt x="8410" y="117334"/>
                </a:lnTo>
                <a:lnTo>
                  <a:pt x="8886" y="118222"/>
                </a:lnTo>
                <a:lnTo>
                  <a:pt x="8886" y="119021"/>
                </a:lnTo>
                <a:lnTo>
                  <a:pt x="8886" y="119908"/>
                </a:lnTo>
                <a:lnTo>
                  <a:pt x="8886" y="120973"/>
                </a:lnTo>
                <a:lnTo>
                  <a:pt x="8886" y="121595"/>
                </a:lnTo>
                <a:lnTo>
                  <a:pt x="9203" y="122482"/>
                </a:lnTo>
                <a:lnTo>
                  <a:pt x="9203" y="123547"/>
                </a:lnTo>
                <a:lnTo>
                  <a:pt x="9203" y="124435"/>
                </a:lnTo>
                <a:lnTo>
                  <a:pt x="9203" y="125234"/>
                </a:lnTo>
                <a:lnTo>
                  <a:pt x="9203" y="126121"/>
                </a:lnTo>
                <a:lnTo>
                  <a:pt x="9679" y="127009"/>
                </a:lnTo>
                <a:lnTo>
                  <a:pt x="9679" y="128074"/>
                </a:lnTo>
                <a:lnTo>
                  <a:pt x="9679" y="128873"/>
                </a:lnTo>
                <a:lnTo>
                  <a:pt x="9679" y="129760"/>
                </a:lnTo>
                <a:lnTo>
                  <a:pt x="9997" y="130648"/>
                </a:lnTo>
                <a:lnTo>
                  <a:pt x="9997" y="131447"/>
                </a:lnTo>
                <a:lnTo>
                  <a:pt x="9997" y="132334"/>
                </a:lnTo>
                <a:lnTo>
                  <a:pt x="9997" y="133222"/>
                </a:lnTo>
                <a:lnTo>
                  <a:pt x="9997" y="134020"/>
                </a:lnTo>
                <a:lnTo>
                  <a:pt x="10314" y="135086"/>
                </a:lnTo>
                <a:lnTo>
                  <a:pt x="10314" y="135973"/>
                </a:lnTo>
                <a:lnTo>
                  <a:pt x="10314" y="136861"/>
                </a:lnTo>
                <a:lnTo>
                  <a:pt x="10314" y="137659"/>
                </a:lnTo>
                <a:lnTo>
                  <a:pt x="10314" y="138547"/>
                </a:lnTo>
                <a:lnTo>
                  <a:pt x="10790" y="139435"/>
                </a:lnTo>
                <a:lnTo>
                  <a:pt x="10790" y="140233"/>
                </a:lnTo>
                <a:lnTo>
                  <a:pt x="10790" y="141121"/>
                </a:lnTo>
                <a:lnTo>
                  <a:pt x="10790" y="142186"/>
                </a:lnTo>
                <a:lnTo>
                  <a:pt x="10790" y="143074"/>
                </a:lnTo>
                <a:lnTo>
                  <a:pt x="10790" y="143872"/>
                </a:lnTo>
                <a:lnTo>
                  <a:pt x="10790" y="144582"/>
                </a:lnTo>
                <a:lnTo>
                  <a:pt x="10790" y="145381"/>
                </a:lnTo>
                <a:lnTo>
                  <a:pt x="10790" y="146269"/>
                </a:lnTo>
                <a:lnTo>
                  <a:pt x="11108" y="147156"/>
                </a:lnTo>
                <a:lnTo>
                  <a:pt x="11108" y="148221"/>
                </a:lnTo>
                <a:lnTo>
                  <a:pt x="11108" y="149020"/>
                </a:lnTo>
                <a:lnTo>
                  <a:pt x="11108" y="149908"/>
                </a:lnTo>
                <a:lnTo>
                  <a:pt x="11108" y="150795"/>
                </a:lnTo>
                <a:lnTo>
                  <a:pt x="11584" y="151594"/>
                </a:lnTo>
                <a:lnTo>
                  <a:pt x="11584" y="152482"/>
                </a:lnTo>
                <a:lnTo>
                  <a:pt x="11584" y="153369"/>
                </a:lnTo>
                <a:lnTo>
                  <a:pt x="11584" y="154168"/>
                </a:lnTo>
                <a:lnTo>
                  <a:pt x="11584" y="155322"/>
                </a:lnTo>
                <a:lnTo>
                  <a:pt x="11901" y="155943"/>
                </a:lnTo>
                <a:lnTo>
                  <a:pt x="11901" y="156742"/>
                </a:lnTo>
                <a:lnTo>
                  <a:pt x="11901" y="157896"/>
                </a:lnTo>
                <a:lnTo>
                  <a:pt x="11901" y="158695"/>
                </a:lnTo>
                <a:lnTo>
                  <a:pt x="11901" y="159582"/>
                </a:lnTo>
                <a:lnTo>
                  <a:pt x="12377" y="160203"/>
                </a:lnTo>
                <a:lnTo>
                  <a:pt x="12377" y="161268"/>
                </a:lnTo>
                <a:lnTo>
                  <a:pt x="12377" y="162156"/>
                </a:lnTo>
                <a:lnTo>
                  <a:pt x="12377" y="162955"/>
                </a:lnTo>
                <a:lnTo>
                  <a:pt x="12694" y="163842"/>
                </a:lnTo>
                <a:lnTo>
                  <a:pt x="12694" y="164730"/>
                </a:lnTo>
                <a:lnTo>
                  <a:pt x="12694" y="165529"/>
                </a:lnTo>
                <a:lnTo>
                  <a:pt x="12694" y="166416"/>
                </a:lnTo>
                <a:lnTo>
                  <a:pt x="12694" y="167304"/>
                </a:lnTo>
                <a:lnTo>
                  <a:pt x="12694" y="168369"/>
                </a:lnTo>
                <a:lnTo>
                  <a:pt x="12694" y="168990"/>
                </a:lnTo>
                <a:lnTo>
                  <a:pt x="12694" y="169878"/>
                </a:lnTo>
                <a:lnTo>
                  <a:pt x="12694" y="170677"/>
                </a:lnTo>
                <a:lnTo>
                  <a:pt x="12694" y="171830"/>
                </a:lnTo>
                <a:lnTo>
                  <a:pt x="13012" y="172629"/>
                </a:lnTo>
                <a:lnTo>
                  <a:pt x="13012" y="173250"/>
                </a:lnTo>
                <a:lnTo>
                  <a:pt x="13012" y="174404"/>
                </a:lnTo>
                <a:lnTo>
                  <a:pt x="13012" y="175203"/>
                </a:lnTo>
                <a:lnTo>
                  <a:pt x="13012" y="176091"/>
                </a:lnTo>
                <a:lnTo>
                  <a:pt x="13488" y="176712"/>
                </a:lnTo>
                <a:lnTo>
                  <a:pt x="13488" y="177777"/>
                </a:lnTo>
                <a:lnTo>
                  <a:pt x="13488" y="178665"/>
                </a:lnTo>
              </a:path>
            </a:pathLst>
          </a:custGeom>
          <a:ln w="194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7962845" y="2985865"/>
            <a:ext cx="13805" cy="160381"/>
          </a:xfrm>
          <a:custGeom>
            <a:avLst/>
            <a:gdLst/>
            <a:ahLst/>
            <a:cxnLst/>
            <a:rect l="l" t="t" r="r" b="b"/>
            <a:pathLst>
              <a:path w="13805" h="160381">
                <a:moveTo>
                  <a:pt x="0" y="0"/>
                </a:moveTo>
                <a:lnTo>
                  <a:pt x="0" y="887"/>
                </a:lnTo>
                <a:lnTo>
                  <a:pt x="317" y="1686"/>
                </a:lnTo>
                <a:lnTo>
                  <a:pt x="317" y="2573"/>
                </a:lnTo>
                <a:lnTo>
                  <a:pt x="317" y="3461"/>
                </a:lnTo>
                <a:lnTo>
                  <a:pt x="317" y="4260"/>
                </a:lnTo>
                <a:lnTo>
                  <a:pt x="317" y="5147"/>
                </a:lnTo>
                <a:lnTo>
                  <a:pt x="793" y="5946"/>
                </a:lnTo>
                <a:lnTo>
                  <a:pt x="793" y="6834"/>
                </a:lnTo>
                <a:lnTo>
                  <a:pt x="793" y="7721"/>
                </a:lnTo>
                <a:lnTo>
                  <a:pt x="793" y="8520"/>
                </a:lnTo>
                <a:lnTo>
                  <a:pt x="793" y="9408"/>
                </a:lnTo>
                <a:lnTo>
                  <a:pt x="1110" y="10295"/>
                </a:lnTo>
                <a:lnTo>
                  <a:pt x="1110" y="11094"/>
                </a:lnTo>
                <a:lnTo>
                  <a:pt x="1110" y="11982"/>
                </a:lnTo>
                <a:lnTo>
                  <a:pt x="1110" y="12869"/>
                </a:lnTo>
                <a:lnTo>
                  <a:pt x="1110" y="13668"/>
                </a:lnTo>
                <a:lnTo>
                  <a:pt x="1110" y="14555"/>
                </a:lnTo>
                <a:lnTo>
                  <a:pt x="1110" y="15443"/>
                </a:lnTo>
                <a:lnTo>
                  <a:pt x="1110" y="16242"/>
                </a:lnTo>
                <a:lnTo>
                  <a:pt x="1110" y="17129"/>
                </a:lnTo>
                <a:lnTo>
                  <a:pt x="1428" y="18017"/>
                </a:lnTo>
                <a:lnTo>
                  <a:pt x="1428" y="18816"/>
                </a:lnTo>
                <a:lnTo>
                  <a:pt x="1428" y="19703"/>
                </a:lnTo>
                <a:lnTo>
                  <a:pt x="1428" y="20591"/>
                </a:lnTo>
                <a:lnTo>
                  <a:pt x="1428" y="21390"/>
                </a:lnTo>
                <a:lnTo>
                  <a:pt x="1904" y="22277"/>
                </a:lnTo>
                <a:lnTo>
                  <a:pt x="1904" y="23165"/>
                </a:lnTo>
                <a:lnTo>
                  <a:pt x="1904" y="23964"/>
                </a:lnTo>
                <a:lnTo>
                  <a:pt x="1904" y="24851"/>
                </a:lnTo>
                <a:lnTo>
                  <a:pt x="1904" y="25739"/>
                </a:lnTo>
                <a:lnTo>
                  <a:pt x="2221" y="26360"/>
                </a:lnTo>
                <a:lnTo>
                  <a:pt x="2221" y="27425"/>
                </a:lnTo>
                <a:lnTo>
                  <a:pt x="2221" y="28313"/>
                </a:lnTo>
                <a:lnTo>
                  <a:pt x="2221" y="28934"/>
                </a:lnTo>
                <a:lnTo>
                  <a:pt x="2221" y="29821"/>
                </a:lnTo>
                <a:lnTo>
                  <a:pt x="2697" y="30886"/>
                </a:lnTo>
                <a:lnTo>
                  <a:pt x="2697" y="31508"/>
                </a:lnTo>
                <a:lnTo>
                  <a:pt x="2697" y="32395"/>
                </a:lnTo>
                <a:lnTo>
                  <a:pt x="2697" y="33460"/>
                </a:lnTo>
                <a:lnTo>
                  <a:pt x="3015" y="34082"/>
                </a:lnTo>
                <a:lnTo>
                  <a:pt x="3015" y="34969"/>
                </a:lnTo>
                <a:lnTo>
                  <a:pt x="3015" y="35768"/>
                </a:lnTo>
                <a:lnTo>
                  <a:pt x="3015" y="36656"/>
                </a:lnTo>
                <a:lnTo>
                  <a:pt x="3015" y="37543"/>
                </a:lnTo>
                <a:lnTo>
                  <a:pt x="3491" y="38342"/>
                </a:lnTo>
                <a:lnTo>
                  <a:pt x="3491" y="39229"/>
                </a:lnTo>
                <a:lnTo>
                  <a:pt x="3491" y="40117"/>
                </a:lnTo>
                <a:lnTo>
                  <a:pt x="3491" y="40916"/>
                </a:lnTo>
                <a:lnTo>
                  <a:pt x="3491" y="41626"/>
                </a:lnTo>
                <a:lnTo>
                  <a:pt x="3491" y="42691"/>
                </a:lnTo>
                <a:lnTo>
                  <a:pt x="3491" y="43312"/>
                </a:lnTo>
                <a:lnTo>
                  <a:pt x="3491" y="44200"/>
                </a:lnTo>
                <a:lnTo>
                  <a:pt x="3491" y="45265"/>
                </a:lnTo>
                <a:lnTo>
                  <a:pt x="3491" y="45886"/>
                </a:lnTo>
                <a:lnTo>
                  <a:pt x="3808" y="46774"/>
                </a:lnTo>
                <a:lnTo>
                  <a:pt x="3808" y="47573"/>
                </a:lnTo>
                <a:lnTo>
                  <a:pt x="3808" y="48460"/>
                </a:lnTo>
                <a:lnTo>
                  <a:pt x="3808" y="49348"/>
                </a:lnTo>
                <a:lnTo>
                  <a:pt x="4125" y="49969"/>
                </a:lnTo>
                <a:lnTo>
                  <a:pt x="4125" y="51034"/>
                </a:lnTo>
                <a:lnTo>
                  <a:pt x="4125" y="51655"/>
                </a:lnTo>
                <a:lnTo>
                  <a:pt x="4125" y="52543"/>
                </a:lnTo>
                <a:lnTo>
                  <a:pt x="4125" y="53342"/>
                </a:lnTo>
                <a:lnTo>
                  <a:pt x="4601" y="54229"/>
                </a:lnTo>
                <a:lnTo>
                  <a:pt x="4601" y="55117"/>
                </a:lnTo>
                <a:lnTo>
                  <a:pt x="4601" y="55916"/>
                </a:lnTo>
                <a:lnTo>
                  <a:pt x="4601" y="56803"/>
                </a:lnTo>
                <a:lnTo>
                  <a:pt x="4601" y="57424"/>
                </a:lnTo>
                <a:lnTo>
                  <a:pt x="4919" y="58312"/>
                </a:lnTo>
                <a:lnTo>
                  <a:pt x="4919" y="59377"/>
                </a:lnTo>
                <a:lnTo>
                  <a:pt x="4919" y="59998"/>
                </a:lnTo>
                <a:lnTo>
                  <a:pt x="4919" y="60886"/>
                </a:lnTo>
                <a:lnTo>
                  <a:pt x="4919" y="61773"/>
                </a:lnTo>
                <a:lnTo>
                  <a:pt x="5395" y="62572"/>
                </a:lnTo>
                <a:lnTo>
                  <a:pt x="5395" y="63282"/>
                </a:lnTo>
                <a:lnTo>
                  <a:pt x="5395" y="64081"/>
                </a:lnTo>
                <a:lnTo>
                  <a:pt x="5395" y="64969"/>
                </a:lnTo>
                <a:lnTo>
                  <a:pt x="5395" y="65856"/>
                </a:lnTo>
                <a:lnTo>
                  <a:pt x="5395" y="66477"/>
                </a:lnTo>
                <a:lnTo>
                  <a:pt x="5395" y="67543"/>
                </a:lnTo>
                <a:lnTo>
                  <a:pt x="5395" y="68430"/>
                </a:lnTo>
                <a:lnTo>
                  <a:pt x="5395" y="69051"/>
                </a:lnTo>
                <a:lnTo>
                  <a:pt x="5712" y="70116"/>
                </a:lnTo>
                <a:lnTo>
                  <a:pt x="5712" y="70738"/>
                </a:lnTo>
                <a:lnTo>
                  <a:pt x="5712" y="71625"/>
                </a:lnTo>
                <a:lnTo>
                  <a:pt x="5712" y="72424"/>
                </a:lnTo>
                <a:lnTo>
                  <a:pt x="5712" y="73312"/>
                </a:lnTo>
                <a:lnTo>
                  <a:pt x="6030" y="73933"/>
                </a:lnTo>
                <a:lnTo>
                  <a:pt x="6030" y="74820"/>
                </a:lnTo>
                <a:lnTo>
                  <a:pt x="6030" y="75708"/>
                </a:lnTo>
                <a:lnTo>
                  <a:pt x="6030" y="76507"/>
                </a:lnTo>
                <a:lnTo>
                  <a:pt x="6030" y="77217"/>
                </a:lnTo>
                <a:lnTo>
                  <a:pt x="6506" y="78282"/>
                </a:lnTo>
                <a:lnTo>
                  <a:pt x="6506" y="78903"/>
                </a:lnTo>
                <a:lnTo>
                  <a:pt x="6506" y="79791"/>
                </a:lnTo>
                <a:lnTo>
                  <a:pt x="6506" y="80590"/>
                </a:lnTo>
                <a:lnTo>
                  <a:pt x="6823" y="81211"/>
                </a:lnTo>
                <a:lnTo>
                  <a:pt x="6823" y="82098"/>
                </a:lnTo>
                <a:lnTo>
                  <a:pt x="6823" y="82986"/>
                </a:lnTo>
                <a:lnTo>
                  <a:pt x="6823" y="83785"/>
                </a:lnTo>
                <a:lnTo>
                  <a:pt x="6823" y="84495"/>
                </a:lnTo>
                <a:lnTo>
                  <a:pt x="7299" y="85294"/>
                </a:lnTo>
                <a:lnTo>
                  <a:pt x="7299" y="86181"/>
                </a:lnTo>
                <a:lnTo>
                  <a:pt x="7299" y="87069"/>
                </a:lnTo>
                <a:lnTo>
                  <a:pt x="7299" y="87690"/>
                </a:lnTo>
                <a:lnTo>
                  <a:pt x="7299" y="88755"/>
                </a:lnTo>
                <a:lnTo>
                  <a:pt x="7616" y="89376"/>
                </a:lnTo>
                <a:lnTo>
                  <a:pt x="7616" y="90086"/>
                </a:lnTo>
                <a:lnTo>
                  <a:pt x="7616" y="91152"/>
                </a:lnTo>
                <a:lnTo>
                  <a:pt x="7616" y="91773"/>
                </a:lnTo>
                <a:lnTo>
                  <a:pt x="7616" y="92660"/>
                </a:lnTo>
                <a:lnTo>
                  <a:pt x="7616" y="93459"/>
                </a:lnTo>
                <a:lnTo>
                  <a:pt x="7616" y="94080"/>
                </a:lnTo>
                <a:lnTo>
                  <a:pt x="7616" y="94968"/>
                </a:lnTo>
                <a:lnTo>
                  <a:pt x="7616" y="95856"/>
                </a:lnTo>
                <a:lnTo>
                  <a:pt x="8093" y="96654"/>
                </a:lnTo>
                <a:lnTo>
                  <a:pt x="8093" y="97364"/>
                </a:lnTo>
                <a:lnTo>
                  <a:pt x="8093" y="98163"/>
                </a:lnTo>
                <a:lnTo>
                  <a:pt x="8093" y="99051"/>
                </a:lnTo>
                <a:lnTo>
                  <a:pt x="8093" y="99672"/>
                </a:lnTo>
                <a:lnTo>
                  <a:pt x="8410" y="100737"/>
                </a:lnTo>
                <a:lnTo>
                  <a:pt x="8410" y="101447"/>
                </a:lnTo>
                <a:lnTo>
                  <a:pt x="8410" y="102068"/>
                </a:lnTo>
                <a:lnTo>
                  <a:pt x="8410" y="103134"/>
                </a:lnTo>
                <a:lnTo>
                  <a:pt x="8410" y="103755"/>
                </a:lnTo>
                <a:lnTo>
                  <a:pt x="8727" y="104376"/>
                </a:lnTo>
                <a:lnTo>
                  <a:pt x="8727" y="105441"/>
                </a:lnTo>
                <a:lnTo>
                  <a:pt x="8727" y="106151"/>
                </a:lnTo>
                <a:lnTo>
                  <a:pt x="8727" y="106950"/>
                </a:lnTo>
                <a:lnTo>
                  <a:pt x="8727" y="107838"/>
                </a:lnTo>
                <a:lnTo>
                  <a:pt x="9203" y="108459"/>
                </a:lnTo>
                <a:lnTo>
                  <a:pt x="9203" y="109346"/>
                </a:lnTo>
                <a:lnTo>
                  <a:pt x="9203" y="110234"/>
                </a:lnTo>
                <a:lnTo>
                  <a:pt x="9203" y="110855"/>
                </a:lnTo>
                <a:lnTo>
                  <a:pt x="9521" y="111743"/>
                </a:lnTo>
                <a:lnTo>
                  <a:pt x="9521" y="112542"/>
                </a:lnTo>
                <a:lnTo>
                  <a:pt x="9521" y="113163"/>
                </a:lnTo>
                <a:lnTo>
                  <a:pt x="9521" y="114050"/>
                </a:lnTo>
                <a:lnTo>
                  <a:pt x="9521" y="114938"/>
                </a:lnTo>
                <a:lnTo>
                  <a:pt x="9521" y="115559"/>
                </a:lnTo>
                <a:lnTo>
                  <a:pt x="9521" y="116181"/>
                </a:lnTo>
                <a:lnTo>
                  <a:pt x="9521" y="117246"/>
                </a:lnTo>
                <a:lnTo>
                  <a:pt x="9521" y="117956"/>
                </a:lnTo>
                <a:lnTo>
                  <a:pt x="9521" y="118577"/>
                </a:lnTo>
                <a:lnTo>
                  <a:pt x="9997" y="119642"/>
                </a:lnTo>
                <a:lnTo>
                  <a:pt x="9997" y="120263"/>
                </a:lnTo>
                <a:lnTo>
                  <a:pt x="9997" y="120885"/>
                </a:lnTo>
                <a:lnTo>
                  <a:pt x="9997" y="121950"/>
                </a:lnTo>
                <a:lnTo>
                  <a:pt x="9997" y="122660"/>
                </a:lnTo>
                <a:lnTo>
                  <a:pt x="10314" y="123281"/>
                </a:lnTo>
                <a:lnTo>
                  <a:pt x="10314" y="124169"/>
                </a:lnTo>
                <a:lnTo>
                  <a:pt x="10314" y="124967"/>
                </a:lnTo>
                <a:lnTo>
                  <a:pt x="10314" y="125677"/>
                </a:lnTo>
                <a:lnTo>
                  <a:pt x="10631" y="126476"/>
                </a:lnTo>
                <a:lnTo>
                  <a:pt x="10631" y="127098"/>
                </a:lnTo>
                <a:lnTo>
                  <a:pt x="10631" y="127985"/>
                </a:lnTo>
                <a:lnTo>
                  <a:pt x="10631" y="128873"/>
                </a:lnTo>
                <a:lnTo>
                  <a:pt x="10631" y="129494"/>
                </a:lnTo>
                <a:lnTo>
                  <a:pt x="11108" y="130115"/>
                </a:lnTo>
                <a:lnTo>
                  <a:pt x="11108" y="131180"/>
                </a:lnTo>
                <a:lnTo>
                  <a:pt x="11108" y="131890"/>
                </a:lnTo>
                <a:lnTo>
                  <a:pt x="11108" y="132512"/>
                </a:lnTo>
                <a:lnTo>
                  <a:pt x="11108" y="133399"/>
                </a:lnTo>
                <a:lnTo>
                  <a:pt x="11425" y="134020"/>
                </a:lnTo>
                <a:lnTo>
                  <a:pt x="11425" y="134819"/>
                </a:lnTo>
                <a:lnTo>
                  <a:pt x="11425" y="135707"/>
                </a:lnTo>
                <a:lnTo>
                  <a:pt x="11425" y="136328"/>
                </a:lnTo>
                <a:lnTo>
                  <a:pt x="11425" y="137216"/>
                </a:lnTo>
                <a:lnTo>
                  <a:pt x="11901" y="137837"/>
                </a:lnTo>
                <a:lnTo>
                  <a:pt x="11901" y="138725"/>
                </a:lnTo>
                <a:lnTo>
                  <a:pt x="11901" y="139612"/>
                </a:lnTo>
                <a:lnTo>
                  <a:pt x="11901" y="140233"/>
                </a:lnTo>
                <a:lnTo>
                  <a:pt x="11901" y="140855"/>
                </a:lnTo>
                <a:lnTo>
                  <a:pt x="11901" y="141742"/>
                </a:lnTo>
                <a:lnTo>
                  <a:pt x="11901" y="142541"/>
                </a:lnTo>
                <a:lnTo>
                  <a:pt x="11901" y="143251"/>
                </a:lnTo>
                <a:lnTo>
                  <a:pt x="11901" y="144050"/>
                </a:lnTo>
                <a:lnTo>
                  <a:pt x="12218" y="144760"/>
                </a:lnTo>
                <a:lnTo>
                  <a:pt x="12218" y="145559"/>
                </a:lnTo>
                <a:lnTo>
                  <a:pt x="12218" y="146180"/>
                </a:lnTo>
                <a:lnTo>
                  <a:pt x="12218" y="146890"/>
                </a:lnTo>
                <a:lnTo>
                  <a:pt x="12218" y="147955"/>
                </a:lnTo>
                <a:lnTo>
                  <a:pt x="12536" y="148576"/>
                </a:lnTo>
                <a:lnTo>
                  <a:pt x="12536" y="149198"/>
                </a:lnTo>
                <a:lnTo>
                  <a:pt x="12536" y="150085"/>
                </a:lnTo>
                <a:lnTo>
                  <a:pt x="12536" y="150707"/>
                </a:lnTo>
                <a:lnTo>
                  <a:pt x="12536" y="151594"/>
                </a:lnTo>
                <a:lnTo>
                  <a:pt x="13012" y="152215"/>
                </a:lnTo>
                <a:lnTo>
                  <a:pt x="13012" y="152837"/>
                </a:lnTo>
                <a:lnTo>
                  <a:pt x="13012" y="153902"/>
                </a:lnTo>
                <a:lnTo>
                  <a:pt x="13012" y="154612"/>
                </a:lnTo>
                <a:lnTo>
                  <a:pt x="13012" y="155233"/>
                </a:lnTo>
                <a:lnTo>
                  <a:pt x="13329" y="156121"/>
                </a:lnTo>
                <a:lnTo>
                  <a:pt x="13329" y="156742"/>
                </a:lnTo>
                <a:lnTo>
                  <a:pt x="13329" y="157363"/>
                </a:lnTo>
                <a:lnTo>
                  <a:pt x="13329" y="158251"/>
                </a:lnTo>
                <a:lnTo>
                  <a:pt x="13805" y="158872"/>
                </a:lnTo>
                <a:lnTo>
                  <a:pt x="13805" y="159760"/>
                </a:lnTo>
                <a:lnTo>
                  <a:pt x="13805" y="160381"/>
                </a:lnTo>
              </a:path>
            </a:pathLst>
          </a:custGeom>
          <a:ln w="1947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7976651" y="3146246"/>
            <a:ext cx="13329" cy="129316"/>
          </a:xfrm>
          <a:custGeom>
            <a:avLst/>
            <a:gdLst/>
            <a:ahLst/>
            <a:cxnLst/>
            <a:rect l="l" t="t" r="r" b="b"/>
            <a:pathLst>
              <a:path w="13329" h="129316">
                <a:moveTo>
                  <a:pt x="0" y="0"/>
                </a:moveTo>
                <a:lnTo>
                  <a:pt x="0" y="621"/>
                </a:lnTo>
                <a:lnTo>
                  <a:pt x="0" y="1508"/>
                </a:lnTo>
                <a:lnTo>
                  <a:pt x="0" y="2130"/>
                </a:lnTo>
                <a:lnTo>
                  <a:pt x="0" y="3017"/>
                </a:lnTo>
                <a:lnTo>
                  <a:pt x="0" y="3816"/>
                </a:lnTo>
                <a:lnTo>
                  <a:pt x="0" y="4526"/>
                </a:lnTo>
                <a:lnTo>
                  <a:pt x="0" y="5325"/>
                </a:lnTo>
                <a:lnTo>
                  <a:pt x="317" y="6035"/>
                </a:lnTo>
                <a:lnTo>
                  <a:pt x="317" y="6656"/>
                </a:lnTo>
                <a:lnTo>
                  <a:pt x="317" y="7455"/>
                </a:lnTo>
                <a:lnTo>
                  <a:pt x="317" y="8165"/>
                </a:lnTo>
                <a:lnTo>
                  <a:pt x="317" y="8786"/>
                </a:lnTo>
                <a:lnTo>
                  <a:pt x="793" y="9674"/>
                </a:lnTo>
                <a:lnTo>
                  <a:pt x="793" y="10295"/>
                </a:lnTo>
                <a:lnTo>
                  <a:pt x="793" y="11183"/>
                </a:lnTo>
                <a:lnTo>
                  <a:pt x="793" y="11804"/>
                </a:lnTo>
                <a:lnTo>
                  <a:pt x="1110" y="12425"/>
                </a:lnTo>
                <a:lnTo>
                  <a:pt x="1110" y="13313"/>
                </a:lnTo>
                <a:lnTo>
                  <a:pt x="1110" y="13934"/>
                </a:lnTo>
                <a:lnTo>
                  <a:pt x="1110" y="14822"/>
                </a:lnTo>
                <a:lnTo>
                  <a:pt x="1110" y="15443"/>
                </a:lnTo>
                <a:lnTo>
                  <a:pt x="1428" y="16064"/>
                </a:lnTo>
                <a:lnTo>
                  <a:pt x="1428" y="16952"/>
                </a:lnTo>
                <a:lnTo>
                  <a:pt x="1428" y="17396"/>
                </a:lnTo>
                <a:lnTo>
                  <a:pt x="1428" y="18194"/>
                </a:lnTo>
                <a:lnTo>
                  <a:pt x="1428" y="18904"/>
                </a:lnTo>
                <a:lnTo>
                  <a:pt x="1904" y="19526"/>
                </a:lnTo>
                <a:lnTo>
                  <a:pt x="1904" y="20325"/>
                </a:lnTo>
                <a:lnTo>
                  <a:pt x="1904" y="21035"/>
                </a:lnTo>
                <a:lnTo>
                  <a:pt x="1904" y="21833"/>
                </a:lnTo>
                <a:lnTo>
                  <a:pt x="1904" y="22543"/>
                </a:lnTo>
                <a:lnTo>
                  <a:pt x="2221" y="23165"/>
                </a:lnTo>
                <a:lnTo>
                  <a:pt x="2221" y="24052"/>
                </a:lnTo>
                <a:lnTo>
                  <a:pt x="2221" y="24674"/>
                </a:lnTo>
                <a:lnTo>
                  <a:pt x="2221" y="25295"/>
                </a:lnTo>
                <a:lnTo>
                  <a:pt x="2221" y="26182"/>
                </a:lnTo>
                <a:lnTo>
                  <a:pt x="2221" y="26626"/>
                </a:lnTo>
                <a:lnTo>
                  <a:pt x="2221" y="27425"/>
                </a:lnTo>
                <a:lnTo>
                  <a:pt x="2221" y="28046"/>
                </a:lnTo>
                <a:lnTo>
                  <a:pt x="2221" y="28934"/>
                </a:lnTo>
                <a:lnTo>
                  <a:pt x="2697" y="29555"/>
                </a:lnTo>
                <a:lnTo>
                  <a:pt x="2697" y="30265"/>
                </a:lnTo>
                <a:lnTo>
                  <a:pt x="2697" y="31064"/>
                </a:lnTo>
                <a:lnTo>
                  <a:pt x="2697" y="31685"/>
                </a:lnTo>
                <a:lnTo>
                  <a:pt x="2697" y="32395"/>
                </a:lnTo>
                <a:lnTo>
                  <a:pt x="3015" y="33017"/>
                </a:lnTo>
                <a:lnTo>
                  <a:pt x="3015" y="33638"/>
                </a:lnTo>
                <a:lnTo>
                  <a:pt x="3015" y="34525"/>
                </a:lnTo>
                <a:lnTo>
                  <a:pt x="3015" y="35147"/>
                </a:lnTo>
                <a:lnTo>
                  <a:pt x="3015" y="36034"/>
                </a:lnTo>
                <a:lnTo>
                  <a:pt x="3332" y="36656"/>
                </a:lnTo>
                <a:lnTo>
                  <a:pt x="3332" y="37099"/>
                </a:lnTo>
                <a:lnTo>
                  <a:pt x="3332" y="37987"/>
                </a:lnTo>
                <a:lnTo>
                  <a:pt x="3332" y="38608"/>
                </a:lnTo>
                <a:lnTo>
                  <a:pt x="3808" y="39407"/>
                </a:lnTo>
                <a:lnTo>
                  <a:pt x="3808" y="40117"/>
                </a:lnTo>
                <a:lnTo>
                  <a:pt x="3808" y="40738"/>
                </a:lnTo>
                <a:lnTo>
                  <a:pt x="3808" y="41360"/>
                </a:lnTo>
                <a:lnTo>
                  <a:pt x="3808" y="41981"/>
                </a:lnTo>
                <a:lnTo>
                  <a:pt x="4125" y="42868"/>
                </a:lnTo>
                <a:lnTo>
                  <a:pt x="4125" y="43490"/>
                </a:lnTo>
                <a:lnTo>
                  <a:pt x="4125" y="44200"/>
                </a:lnTo>
                <a:lnTo>
                  <a:pt x="4125" y="44821"/>
                </a:lnTo>
                <a:lnTo>
                  <a:pt x="4125" y="45442"/>
                </a:lnTo>
                <a:lnTo>
                  <a:pt x="4125" y="46330"/>
                </a:lnTo>
                <a:lnTo>
                  <a:pt x="4125" y="46774"/>
                </a:lnTo>
                <a:lnTo>
                  <a:pt x="4125" y="47573"/>
                </a:lnTo>
                <a:lnTo>
                  <a:pt x="4125" y="48283"/>
                </a:lnTo>
                <a:lnTo>
                  <a:pt x="4125" y="48904"/>
                </a:lnTo>
                <a:lnTo>
                  <a:pt x="4601" y="49525"/>
                </a:lnTo>
                <a:lnTo>
                  <a:pt x="4601" y="50146"/>
                </a:lnTo>
                <a:lnTo>
                  <a:pt x="4601" y="51034"/>
                </a:lnTo>
                <a:lnTo>
                  <a:pt x="4601" y="51655"/>
                </a:lnTo>
                <a:lnTo>
                  <a:pt x="4919" y="52277"/>
                </a:lnTo>
                <a:lnTo>
                  <a:pt x="4919" y="52987"/>
                </a:lnTo>
                <a:lnTo>
                  <a:pt x="4919" y="53608"/>
                </a:lnTo>
                <a:lnTo>
                  <a:pt x="4919" y="54229"/>
                </a:lnTo>
                <a:lnTo>
                  <a:pt x="4919" y="54850"/>
                </a:lnTo>
                <a:lnTo>
                  <a:pt x="5395" y="55738"/>
                </a:lnTo>
                <a:lnTo>
                  <a:pt x="5395" y="56182"/>
                </a:lnTo>
                <a:lnTo>
                  <a:pt x="5395" y="57069"/>
                </a:lnTo>
                <a:lnTo>
                  <a:pt x="5395" y="57691"/>
                </a:lnTo>
                <a:lnTo>
                  <a:pt x="5395" y="58312"/>
                </a:lnTo>
                <a:lnTo>
                  <a:pt x="5712" y="58933"/>
                </a:lnTo>
                <a:lnTo>
                  <a:pt x="5712" y="59643"/>
                </a:lnTo>
                <a:lnTo>
                  <a:pt x="5712" y="60442"/>
                </a:lnTo>
                <a:lnTo>
                  <a:pt x="5712" y="60886"/>
                </a:lnTo>
                <a:lnTo>
                  <a:pt x="5712" y="61773"/>
                </a:lnTo>
                <a:lnTo>
                  <a:pt x="6030" y="62217"/>
                </a:lnTo>
                <a:lnTo>
                  <a:pt x="6030" y="63016"/>
                </a:lnTo>
                <a:lnTo>
                  <a:pt x="6030" y="63637"/>
                </a:lnTo>
                <a:lnTo>
                  <a:pt x="6030" y="64347"/>
                </a:lnTo>
                <a:lnTo>
                  <a:pt x="6030" y="64969"/>
                </a:lnTo>
                <a:lnTo>
                  <a:pt x="6030" y="65590"/>
                </a:lnTo>
                <a:lnTo>
                  <a:pt x="6030" y="66211"/>
                </a:lnTo>
                <a:lnTo>
                  <a:pt x="6030" y="66921"/>
                </a:lnTo>
                <a:lnTo>
                  <a:pt x="6030" y="67543"/>
                </a:lnTo>
                <a:lnTo>
                  <a:pt x="6506" y="68164"/>
                </a:lnTo>
                <a:lnTo>
                  <a:pt x="6506" y="69051"/>
                </a:lnTo>
                <a:lnTo>
                  <a:pt x="6506" y="69495"/>
                </a:lnTo>
                <a:lnTo>
                  <a:pt x="6506" y="70294"/>
                </a:lnTo>
                <a:lnTo>
                  <a:pt x="6506" y="70738"/>
                </a:lnTo>
                <a:lnTo>
                  <a:pt x="6823" y="71359"/>
                </a:lnTo>
                <a:lnTo>
                  <a:pt x="6823" y="72069"/>
                </a:lnTo>
                <a:lnTo>
                  <a:pt x="6823" y="72690"/>
                </a:lnTo>
                <a:lnTo>
                  <a:pt x="6823" y="73578"/>
                </a:lnTo>
                <a:lnTo>
                  <a:pt x="6823" y="73933"/>
                </a:lnTo>
                <a:lnTo>
                  <a:pt x="7299" y="74820"/>
                </a:lnTo>
                <a:lnTo>
                  <a:pt x="7299" y="75264"/>
                </a:lnTo>
                <a:lnTo>
                  <a:pt x="7299" y="76152"/>
                </a:lnTo>
                <a:lnTo>
                  <a:pt x="7299" y="76507"/>
                </a:lnTo>
                <a:lnTo>
                  <a:pt x="7616" y="77394"/>
                </a:lnTo>
                <a:lnTo>
                  <a:pt x="7616" y="77838"/>
                </a:lnTo>
                <a:lnTo>
                  <a:pt x="7616" y="78459"/>
                </a:lnTo>
                <a:lnTo>
                  <a:pt x="7616" y="79081"/>
                </a:lnTo>
                <a:lnTo>
                  <a:pt x="7616" y="79791"/>
                </a:lnTo>
                <a:lnTo>
                  <a:pt x="7934" y="80412"/>
                </a:lnTo>
                <a:lnTo>
                  <a:pt x="7934" y="81033"/>
                </a:lnTo>
                <a:lnTo>
                  <a:pt x="7934" y="81655"/>
                </a:lnTo>
                <a:lnTo>
                  <a:pt x="7934" y="82365"/>
                </a:lnTo>
                <a:lnTo>
                  <a:pt x="7934" y="82986"/>
                </a:lnTo>
                <a:lnTo>
                  <a:pt x="8410" y="83607"/>
                </a:lnTo>
                <a:lnTo>
                  <a:pt x="8410" y="84229"/>
                </a:lnTo>
                <a:lnTo>
                  <a:pt x="8410" y="84939"/>
                </a:lnTo>
                <a:lnTo>
                  <a:pt x="8410" y="85560"/>
                </a:lnTo>
                <a:lnTo>
                  <a:pt x="8410" y="86181"/>
                </a:lnTo>
                <a:lnTo>
                  <a:pt x="8410" y="86803"/>
                </a:lnTo>
                <a:lnTo>
                  <a:pt x="8410" y="87246"/>
                </a:lnTo>
                <a:lnTo>
                  <a:pt x="8410" y="87868"/>
                </a:lnTo>
                <a:lnTo>
                  <a:pt x="8410" y="88578"/>
                </a:lnTo>
                <a:lnTo>
                  <a:pt x="8727" y="89199"/>
                </a:lnTo>
                <a:lnTo>
                  <a:pt x="8727" y="89820"/>
                </a:lnTo>
                <a:lnTo>
                  <a:pt x="8727" y="90441"/>
                </a:lnTo>
                <a:lnTo>
                  <a:pt x="8727" y="91152"/>
                </a:lnTo>
                <a:lnTo>
                  <a:pt x="8727" y="91595"/>
                </a:lnTo>
                <a:lnTo>
                  <a:pt x="9203" y="92394"/>
                </a:lnTo>
                <a:lnTo>
                  <a:pt x="9203" y="92838"/>
                </a:lnTo>
                <a:lnTo>
                  <a:pt x="9203" y="93725"/>
                </a:lnTo>
                <a:lnTo>
                  <a:pt x="9203" y="94169"/>
                </a:lnTo>
                <a:lnTo>
                  <a:pt x="9203" y="94791"/>
                </a:lnTo>
                <a:lnTo>
                  <a:pt x="9521" y="95412"/>
                </a:lnTo>
                <a:lnTo>
                  <a:pt x="9521" y="96033"/>
                </a:lnTo>
                <a:lnTo>
                  <a:pt x="9521" y="96477"/>
                </a:lnTo>
                <a:lnTo>
                  <a:pt x="9521" y="97364"/>
                </a:lnTo>
                <a:lnTo>
                  <a:pt x="9521" y="97808"/>
                </a:lnTo>
                <a:lnTo>
                  <a:pt x="9997" y="98429"/>
                </a:lnTo>
                <a:lnTo>
                  <a:pt x="9997" y="99051"/>
                </a:lnTo>
                <a:lnTo>
                  <a:pt x="9997" y="99672"/>
                </a:lnTo>
                <a:lnTo>
                  <a:pt x="9997" y="100116"/>
                </a:lnTo>
                <a:lnTo>
                  <a:pt x="10314" y="101003"/>
                </a:lnTo>
                <a:lnTo>
                  <a:pt x="10314" y="101447"/>
                </a:lnTo>
                <a:lnTo>
                  <a:pt x="10314" y="102068"/>
                </a:lnTo>
                <a:lnTo>
                  <a:pt x="10314" y="102690"/>
                </a:lnTo>
                <a:lnTo>
                  <a:pt x="10314" y="103311"/>
                </a:lnTo>
                <a:lnTo>
                  <a:pt x="10314" y="103755"/>
                </a:lnTo>
                <a:lnTo>
                  <a:pt x="10314" y="104376"/>
                </a:lnTo>
                <a:lnTo>
                  <a:pt x="10314" y="105086"/>
                </a:lnTo>
                <a:lnTo>
                  <a:pt x="10314" y="105707"/>
                </a:lnTo>
                <a:lnTo>
                  <a:pt x="10314" y="106151"/>
                </a:lnTo>
                <a:lnTo>
                  <a:pt x="10631" y="106773"/>
                </a:lnTo>
                <a:lnTo>
                  <a:pt x="10631" y="107394"/>
                </a:lnTo>
                <a:lnTo>
                  <a:pt x="10631" y="108104"/>
                </a:lnTo>
                <a:lnTo>
                  <a:pt x="10631" y="108459"/>
                </a:lnTo>
                <a:lnTo>
                  <a:pt x="10631" y="109169"/>
                </a:lnTo>
                <a:lnTo>
                  <a:pt x="11108" y="109790"/>
                </a:lnTo>
                <a:lnTo>
                  <a:pt x="11108" y="110411"/>
                </a:lnTo>
                <a:lnTo>
                  <a:pt x="11108" y="110855"/>
                </a:lnTo>
                <a:lnTo>
                  <a:pt x="11108" y="111477"/>
                </a:lnTo>
                <a:lnTo>
                  <a:pt x="11425" y="112098"/>
                </a:lnTo>
                <a:lnTo>
                  <a:pt x="11425" y="112808"/>
                </a:lnTo>
                <a:lnTo>
                  <a:pt x="11425" y="113252"/>
                </a:lnTo>
                <a:lnTo>
                  <a:pt x="11425" y="113873"/>
                </a:lnTo>
                <a:lnTo>
                  <a:pt x="11425" y="114494"/>
                </a:lnTo>
                <a:lnTo>
                  <a:pt x="11901" y="115116"/>
                </a:lnTo>
                <a:lnTo>
                  <a:pt x="11901" y="115559"/>
                </a:lnTo>
                <a:lnTo>
                  <a:pt x="11901" y="116181"/>
                </a:lnTo>
                <a:lnTo>
                  <a:pt x="11901" y="116624"/>
                </a:lnTo>
                <a:lnTo>
                  <a:pt x="11901" y="117512"/>
                </a:lnTo>
                <a:lnTo>
                  <a:pt x="12218" y="117956"/>
                </a:lnTo>
                <a:lnTo>
                  <a:pt x="12218" y="118577"/>
                </a:lnTo>
                <a:lnTo>
                  <a:pt x="12218" y="119021"/>
                </a:lnTo>
                <a:lnTo>
                  <a:pt x="12218" y="119642"/>
                </a:lnTo>
                <a:lnTo>
                  <a:pt x="12218" y="120086"/>
                </a:lnTo>
                <a:lnTo>
                  <a:pt x="12536" y="120707"/>
                </a:lnTo>
                <a:lnTo>
                  <a:pt x="12536" y="121328"/>
                </a:lnTo>
                <a:lnTo>
                  <a:pt x="12536" y="122038"/>
                </a:lnTo>
                <a:lnTo>
                  <a:pt x="12536" y="122394"/>
                </a:lnTo>
                <a:lnTo>
                  <a:pt x="12536" y="123104"/>
                </a:lnTo>
                <a:lnTo>
                  <a:pt x="12536" y="123459"/>
                </a:lnTo>
                <a:lnTo>
                  <a:pt x="12536" y="124169"/>
                </a:lnTo>
                <a:lnTo>
                  <a:pt x="12536" y="124612"/>
                </a:lnTo>
                <a:lnTo>
                  <a:pt x="12536" y="125234"/>
                </a:lnTo>
                <a:lnTo>
                  <a:pt x="13012" y="125677"/>
                </a:lnTo>
                <a:lnTo>
                  <a:pt x="13012" y="126299"/>
                </a:lnTo>
                <a:lnTo>
                  <a:pt x="13012" y="126920"/>
                </a:lnTo>
                <a:lnTo>
                  <a:pt x="13012" y="127541"/>
                </a:lnTo>
                <a:lnTo>
                  <a:pt x="13012" y="127985"/>
                </a:lnTo>
                <a:lnTo>
                  <a:pt x="13329" y="128606"/>
                </a:lnTo>
                <a:lnTo>
                  <a:pt x="13329" y="129316"/>
                </a:lnTo>
              </a:path>
            </a:pathLst>
          </a:custGeom>
          <a:ln w="19451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7989980" y="3275563"/>
            <a:ext cx="13805" cy="87868"/>
          </a:xfrm>
          <a:custGeom>
            <a:avLst/>
            <a:gdLst/>
            <a:ahLst/>
            <a:cxnLst/>
            <a:rect l="l" t="t" r="r" b="b"/>
            <a:pathLst>
              <a:path w="13805" h="87868">
                <a:moveTo>
                  <a:pt x="0" y="0"/>
                </a:moveTo>
                <a:lnTo>
                  <a:pt x="0" y="443"/>
                </a:lnTo>
                <a:lnTo>
                  <a:pt x="0" y="1065"/>
                </a:lnTo>
                <a:lnTo>
                  <a:pt x="0" y="1508"/>
                </a:lnTo>
                <a:lnTo>
                  <a:pt x="476" y="2130"/>
                </a:lnTo>
                <a:lnTo>
                  <a:pt x="476" y="2573"/>
                </a:lnTo>
                <a:lnTo>
                  <a:pt x="476" y="3195"/>
                </a:lnTo>
                <a:lnTo>
                  <a:pt x="476" y="3638"/>
                </a:lnTo>
                <a:lnTo>
                  <a:pt x="793" y="4260"/>
                </a:lnTo>
                <a:lnTo>
                  <a:pt x="793" y="4704"/>
                </a:lnTo>
                <a:lnTo>
                  <a:pt x="793" y="5325"/>
                </a:lnTo>
                <a:lnTo>
                  <a:pt x="793" y="5769"/>
                </a:lnTo>
                <a:lnTo>
                  <a:pt x="793" y="6390"/>
                </a:lnTo>
                <a:lnTo>
                  <a:pt x="1110" y="7011"/>
                </a:lnTo>
                <a:lnTo>
                  <a:pt x="1110" y="7455"/>
                </a:lnTo>
                <a:lnTo>
                  <a:pt x="1110" y="8165"/>
                </a:lnTo>
                <a:lnTo>
                  <a:pt x="1110" y="8520"/>
                </a:lnTo>
                <a:lnTo>
                  <a:pt x="1110" y="9230"/>
                </a:lnTo>
                <a:lnTo>
                  <a:pt x="1110" y="9408"/>
                </a:lnTo>
                <a:lnTo>
                  <a:pt x="1110" y="10029"/>
                </a:lnTo>
                <a:lnTo>
                  <a:pt x="1110" y="10473"/>
                </a:lnTo>
                <a:lnTo>
                  <a:pt x="1110" y="11094"/>
                </a:lnTo>
                <a:lnTo>
                  <a:pt x="1110" y="11804"/>
                </a:lnTo>
                <a:lnTo>
                  <a:pt x="1586" y="12159"/>
                </a:lnTo>
                <a:lnTo>
                  <a:pt x="1586" y="12869"/>
                </a:lnTo>
                <a:lnTo>
                  <a:pt x="1586" y="13313"/>
                </a:lnTo>
                <a:lnTo>
                  <a:pt x="1586" y="13934"/>
                </a:lnTo>
                <a:lnTo>
                  <a:pt x="1904" y="14378"/>
                </a:lnTo>
                <a:lnTo>
                  <a:pt x="1904" y="14999"/>
                </a:lnTo>
                <a:lnTo>
                  <a:pt x="1904" y="15177"/>
                </a:lnTo>
                <a:lnTo>
                  <a:pt x="1904" y="15887"/>
                </a:lnTo>
                <a:lnTo>
                  <a:pt x="1904" y="16508"/>
                </a:lnTo>
                <a:lnTo>
                  <a:pt x="2380" y="16952"/>
                </a:lnTo>
                <a:lnTo>
                  <a:pt x="2380" y="17573"/>
                </a:lnTo>
                <a:lnTo>
                  <a:pt x="2380" y="18017"/>
                </a:lnTo>
                <a:lnTo>
                  <a:pt x="2380" y="18638"/>
                </a:lnTo>
                <a:lnTo>
                  <a:pt x="2380" y="18816"/>
                </a:lnTo>
                <a:lnTo>
                  <a:pt x="2697" y="19526"/>
                </a:lnTo>
                <a:lnTo>
                  <a:pt x="2697" y="19881"/>
                </a:lnTo>
                <a:lnTo>
                  <a:pt x="2697" y="20591"/>
                </a:lnTo>
                <a:lnTo>
                  <a:pt x="2697" y="21212"/>
                </a:lnTo>
                <a:lnTo>
                  <a:pt x="2697" y="21390"/>
                </a:lnTo>
                <a:lnTo>
                  <a:pt x="3173" y="22100"/>
                </a:lnTo>
                <a:lnTo>
                  <a:pt x="3173" y="22455"/>
                </a:lnTo>
                <a:lnTo>
                  <a:pt x="3173" y="23165"/>
                </a:lnTo>
                <a:lnTo>
                  <a:pt x="3173" y="23520"/>
                </a:lnTo>
                <a:lnTo>
                  <a:pt x="3491" y="23964"/>
                </a:lnTo>
                <a:lnTo>
                  <a:pt x="3491" y="24674"/>
                </a:lnTo>
                <a:lnTo>
                  <a:pt x="3491" y="25029"/>
                </a:lnTo>
                <a:lnTo>
                  <a:pt x="3491" y="25739"/>
                </a:lnTo>
                <a:lnTo>
                  <a:pt x="3491" y="25916"/>
                </a:lnTo>
                <a:lnTo>
                  <a:pt x="3491" y="26537"/>
                </a:lnTo>
                <a:lnTo>
                  <a:pt x="3491" y="27247"/>
                </a:lnTo>
                <a:lnTo>
                  <a:pt x="3491" y="27602"/>
                </a:lnTo>
                <a:lnTo>
                  <a:pt x="3491" y="28046"/>
                </a:lnTo>
                <a:lnTo>
                  <a:pt x="3491" y="28490"/>
                </a:lnTo>
                <a:lnTo>
                  <a:pt x="3808" y="29111"/>
                </a:lnTo>
                <a:lnTo>
                  <a:pt x="3808" y="29555"/>
                </a:lnTo>
                <a:lnTo>
                  <a:pt x="3808" y="29999"/>
                </a:lnTo>
                <a:lnTo>
                  <a:pt x="3808" y="30620"/>
                </a:lnTo>
                <a:lnTo>
                  <a:pt x="3808" y="31064"/>
                </a:lnTo>
                <a:lnTo>
                  <a:pt x="4284" y="31508"/>
                </a:lnTo>
                <a:lnTo>
                  <a:pt x="4284" y="31952"/>
                </a:lnTo>
                <a:lnTo>
                  <a:pt x="4284" y="32573"/>
                </a:lnTo>
                <a:lnTo>
                  <a:pt x="4284" y="33017"/>
                </a:lnTo>
                <a:lnTo>
                  <a:pt x="4601" y="33460"/>
                </a:lnTo>
                <a:lnTo>
                  <a:pt x="4601" y="34082"/>
                </a:lnTo>
                <a:lnTo>
                  <a:pt x="4601" y="34259"/>
                </a:lnTo>
                <a:lnTo>
                  <a:pt x="4601" y="34969"/>
                </a:lnTo>
                <a:lnTo>
                  <a:pt x="4601" y="35324"/>
                </a:lnTo>
                <a:lnTo>
                  <a:pt x="5077" y="35768"/>
                </a:lnTo>
                <a:lnTo>
                  <a:pt x="5077" y="36389"/>
                </a:lnTo>
                <a:lnTo>
                  <a:pt x="5077" y="36656"/>
                </a:lnTo>
                <a:lnTo>
                  <a:pt x="5077" y="37277"/>
                </a:lnTo>
                <a:lnTo>
                  <a:pt x="5077" y="37721"/>
                </a:lnTo>
                <a:lnTo>
                  <a:pt x="5395" y="38164"/>
                </a:lnTo>
                <a:lnTo>
                  <a:pt x="5395" y="38786"/>
                </a:lnTo>
                <a:lnTo>
                  <a:pt x="5395" y="38963"/>
                </a:lnTo>
                <a:lnTo>
                  <a:pt x="5395" y="39673"/>
                </a:lnTo>
                <a:lnTo>
                  <a:pt x="5395" y="40028"/>
                </a:lnTo>
                <a:lnTo>
                  <a:pt x="5395" y="40472"/>
                </a:lnTo>
                <a:lnTo>
                  <a:pt x="5395" y="41182"/>
                </a:lnTo>
                <a:lnTo>
                  <a:pt x="5395" y="41360"/>
                </a:lnTo>
                <a:lnTo>
                  <a:pt x="5395" y="41981"/>
                </a:lnTo>
                <a:lnTo>
                  <a:pt x="5712" y="42425"/>
                </a:lnTo>
                <a:lnTo>
                  <a:pt x="5712" y="42868"/>
                </a:lnTo>
                <a:lnTo>
                  <a:pt x="5712" y="43312"/>
                </a:lnTo>
                <a:lnTo>
                  <a:pt x="5712" y="43756"/>
                </a:lnTo>
                <a:lnTo>
                  <a:pt x="5712" y="44111"/>
                </a:lnTo>
                <a:lnTo>
                  <a:pt x="6188" y="44821"/>
                </a:lnTo>
                <a:lnTo>
                  <a:pt x="6188" y="44999"/>
                </a:lnTo>
                <a:lnTo>
                  <a:pt x="6188" y="45620"/>
                </a:lnTo>
                <a:lnTo>
                  <a:pt x="6188" y="46064"/>
                </a:lnTo>
                <a:lnTo>
                  <a:pt x="6188" y="46507"/>
                </a:lnTo>
                <a:lnTo>
                  <a:pt x="6506" y="46951"/>
                </a:lnTo>
                <a:lnTo>
                  <a:pt x="6506" y="47395"/>
                </a:lnTo>
                <a:lnTo>
                  <a:pt x="6506" y="47750"/>
                </a:lnTo>
                <a:lnTo>
                  <a:pt x="6506" y="48460"/>
                </a:lnTo>
                <a:lnTo>
                  <a:pt x="6506" y="48638"/>
                </a:lnTo>
                <a:lnTo>
                  <a:pt x="6982" y="49259"/>
                </a:lnTo>
                <a:lnTo>
                  <a:pt x="6982" y="49525"/>
                </a:lnTo>
                <a:lnTo>
                  <a:pt x="6982" y="50146"/>
                </a:lnTo>
                <a:lnTo>
                  <a:pt x="6982" y="50590"/>
                </a:lnTo>
                <a:lnTo>
                  <a:pt x="7299" y="51034"/>
                </a:lnTo>
                <a:lnTo>
                  <a:pt x="7299" y="51478"/>
                </a:lnTo>
                <a:lnTo>
                  <a:pt x="7299" y="51833"/>
                </a:lnTo>
                <a:lnTo>
                  <a:pt x="7299" y="52277"/>
                </a:lnTo>
                <a:lnTo>
                  <a:pt x="7299" y="52720"/>
                </a:lnTo>
                <a:lnTo>
                  <a:pt x="7775" y="53164"/>
                </a:lnTo>
                <a:lnTo>
                  <a:pt x="7775" y="53608"/>
                </a:lnTo>
                <a:lnTo>
                  <a:pt x="7775" y="54052"/>
                </a:lnTo>
                <a:lnTo>
                  <a:pt x="7775" y="54407"/>
                </a:lnTo>
                <a:lnTo>
                  <a:pt x="7775" y="54850"/>
                </a:lnTo>
                <a:lnTo>
                  <a:pt x="7775" y="55294"/>
                </a:lnTo>
                <a:lnTo>
                  <a:pt x="7775" y="55738"/>
                </a:lnTo>
                <a:lnTo>
                  <a:pt x="7775" y="56182"/>
                </a:lnTo>
                <a:lnTo>
                  <a:pt x="7775" y="56626"/>
                </a:lnTo>
                <a:lnTo>
                  <a:pt x="7775" y="56981"/>
                </a:lnTo>
                <a:lnTo>
                  <a:pt x="8093" y="57424"/>
                </a:lnTo>
                <a:lnTo>
                  <a:pt x="8093" y="57868"/>
                </a:lnTo>
                <a:lnTo>
                  <a:pt x="8093" y="58312"/>
                </a:lnTo>
                <a:lnTo>
                  <a:pt x="8093" y="58756"/>
                </a:lnTo>
                <a:lnTo>
                  <a:pt x="8410" y="58933"/>
                </a:lnTo>
                <a:lnTo>
                  <a:pt x="8410" y="59555"/>
                </a:lnTo>
                <a:lnTo>
                  <a:pt x="8410" y="59998"/>
                </a:lnTo>
                <a:lnTo>
                  <a:pt x="8410" y="60265"/>
                </a:lnTo>
                <a:lnTo>
                  <a:pt x="8410" y="60886"/>
                </a:lnTo>
                <a:lnTo>
                  <a:pt x="8886" y="61330"/>
                </a:lnTo>
                <a:lnTo>
                  <a:pt x="8886" y="61507"/>
                </a:lnTo>
                <a:lnTo>
                  <a:pt x="8886" y="61951"/>
                </a:lnTo>
                <a:lnTo>
                  <a:pt x="8886" y="62572"/>
                </a:lnTo>
                <a:lnTo>
                  <a:pt x="8886" y="62838"/>
                </a:lnTo>
                <a:lnTo>
                  <a:pt x="9203" y="63194"/>
                </a:lnTo>
                <a:lnTo>
                  <a:pt x="9203" y="63637"/>
                </a:lnTo>
                <a:lnTo>
                  <a:pt x="9203" y="64081"/>
                </a:lnTo>
                <a:lnTo>
                  <a:pt x="9203" y="64525"/>
                </a:lnTo>
                <a:lnTo>
                  <a:pt x="9203" y="64969"/>
                </a:lnTo>
                <a:lnTo>
                  <a:pt x="9679" y="65146"/>
                </a:lnTo>
                <a:lnTo>
                  <a:pt x="9679" y="65590"/>
                </a:lnTo>
                <a:lnTo>
                  <a:pt x="9679" y="66034"/>
                </a:lnTo>
                <a:lnTo>
                  <a:pt x="9679" y="66477"/>
                </a:lnTo>
                <a:lnTo>
                  <a:pt x="9679" y="66832"/>
                </a:lnTo>
                <a:lnTo>
                  <a:pt x="9679" y="67276"/>
                </a:lnTo>
                <a:lnTo>
                  <a:pt x="9679" y="67543"/>
                </a:lnTo>
                <a:lnTo>
                  <a:pt x="9679" y="68164"/>
                </a:lnTo>
                <a:lnTo>
                  <a:pt x="9679" y="68341"/>
                </a:lnTo>
                <a:lnTo>
                  <a:pt x="9997" y="68785"/>
                </a:lnTo>
                <a:lnTo>
                  <a:pt x="9997" y="69229"/>
                </a:lnTo>
                <a:lnTo>
                  <a:pt x="9997" y="69673"/>
                </a:lnTo>
                <a:lnTo>
                  <a:pt x="9997" y="69850"/>
                </a:lnTo>
                <a:lnTo>
                  <a:pt x="9997" y="70294"/>
                </a:lnTo>
                <a:lnTo>
                  <a:pt x="10314" y="70738"/>
                </a:lnTo>
                <a:lnTo>
                  <a:pt x="10314" y="71182"/>
                </a:lnTo>
                <a:lnTo>
                  <a:pt x="10314" y="71625"/>
                </a:lnTo>
                <a:lnTo>
                  <a:pt x="10314" y="71980"/>
                </a:lnTo>
                <a:lnTo>
                  <a:pt x="10314" y="72247"/>
                </a:lnTo>
                <a:lnTo>
                  <a:pt x="10790" y="72690"/>
                </a:lnTo>
                <a:lnTo>
                  <a:pt x="10790" y="73134"/>
                </a:lnTo>
                <a:lnTo>
                  <a:pt x="10790" y="73312"/>
                </a:lnTo>
                <a:lnTo>
                  <a:pt x="10790" y="73755"/>
                </a:lnTo>
                <a:lnTo>
                  <a:pt x="11108" y="74199"/>
                </a:lnTo>
                <a:lnTo>
                  <a:pt x="11108" y="74377"/>
                </a:lnTo>
                <a:lnTo>
                  <a:pt x="11108" y="74820"/>
                </a:lnTo>
                <a:lnTo>
                  <a:pt x="11108" y="75264"/>
                </a:lnTo>
                <a:lnTo>
                  <a:pt x="11108" y="75708"/>
                </a:lnTo>
                <a:lnTo>
                  <a:pt x="11584" y="76063"/>
                </a:lnTo>
                <a:lnTo>
                  <a:pt x="11584" y="76507"/>
                </a:lnTo>
                <a:lnTo>
                  <a:pt x="11584" y="76773"/>
                </a:lnTo>
                <a:lnTo>
                  <a:pt x="11584" y="77128"/>
                </a:lnTo>
                <a:lnTo>
                  <a:pt x="11584" y="77572"/>
                </a:lnTo>
                <a:lnTo>
                  <a:pt x="11901" y="77838"/>
                </a:lnTo>
                <a:lnTo>
                  <a:pt x="11901" y="78282"/>
                </a:lnTo>
                <a:lnTo>
                  <a:pt x="11901" y="78637"/>
                </a:lnTo>
                <a:lnTo>
                  <a:pt x="11901" y="79081"/>
                </a:lnTo>
                <a:lnTo>
                  <a:pt x="11901" y="79347"/>
                </a:lnTo>
                <a:lnTo>
                  <a:pt x="11901" y="79702"/>
                </a:lnTo>
                <a:lnTo>
                  <a:pt x="11901" y="79968"/>
                </a:lnTo>
                <a:lnTo>
                  <a:pt x="11901" y="80146"/>
                </a:lnTo>
                <a:lnTo>
                  <a:pt x="11901" y="80590"/>
                </a:lnTo>
                <a:lnTo>
                  <a:pt x="12377" y="81033"/>
                </a:lnTo>
                <a:lnTo>
                  <a:pt x="12377" y="81477"/>
                </a:lnTo>
                <a:lnTo>
                  <a:pt x="12377" y="81655"/>
                </a:lnTo>
                <a:lnTo>
                  <a:pt x="12377" y="82098"/>
                </a:lnTo>
                <a:lnTo>
                  <a:pt x="12377" y="82542"/>
                </a:lnTo>
                <a:lnTo>
                  <a:pt x="12694" y="82720"/>
                </a:lnTo>
                <a:lnTo>
                  <a:pt x="12694" y="83164"/>
                </a:lnTo>
                <a:lnTo>
                  <a:pt x="12694" y="83607"/>
                </a:lnTo>
                <a:lnTo>
                  <a:pt x="12694" y="83785"/>
                </a:lnTo>
                <a:lnTo>
                  <a:pt x="12694" y="84229"/>
                </a:lnTo>
                <a:lnTo>
                  <a:pt x="13012" y="84495"/>
                </a:lnTo>
                <a:lnTo>
                  <a:pt x="13012" y="84850"/>
                </a:lnTo>
                <a:lnTo>
                  <a:pt x="13012" y="85116"/>
                </a:lnTo>
                <a:lnTo>
                  <a:pt x="13012" y="85560"/>
                </a:lnTo>
                <a:lnTo>
                  <a:pt x="13012" y="85915"/>
                </a:lnTo>
                <a:lnTo>
                  <a:pt x="13488" y="86181"/>
                </a:lnTo>
                <a:lnTo>
                  <a:pt x="13488" y="86359"/>
                </a:lnTo>
                <a:lnTo>
                  <a:pt x="13488" y="86803"/>
                </a:lnTo>
                <a:lnTo>
                  <a:pt x="13488" y="87246"/>
                </a:lnTo>
                <a:lnTo>
                  <a:pt x="13488" y="87424"/>
                </a:lnTo>
                <a:lnTo>
                  <a:pt x="13805" y="87868"/>
                </a:lnTo>
              </a:path>
            </a:pathLst>
          </a:custGeom>
          <a:ln w="19334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8003786" y="3363431"/>
            <a:ext cx="13488" cy="41448"/>
          </a:xfrm>
          <a:custGeom>
            <a:avLst/>
            <a:gdLst/>
            <a:ahLst/>
            <a:cxnLst/>
            <a:rect l="l" t="t" r="r" b="b"/>
            <a:pathLst>
              <a:path w="13488" h="41448">
                <a:moveTo>
                  <a:pt x="0" y="0"/>
                </a:moveTo>
                <a:lnTo>
                  <a:pt x="0" y="443"/>
                </a:lnTo>
                <a:lnTo>
                  <a:pt x="0" y="621"/>
                </a:lnTo>
                <a:lnTo>
                  <a:pt x="0" y="887"/>
                </a:lnTo>
                <a:lnTo>
                  <a:pt x="0" y="1331"/>
                </a:lnTo>
                <a:lnTo>
                  <a:pt x="0" y="1775"/>
                </a:lnTo>
                <a:lnTo>
                  <a:pt x="0" y="1952"/>
                </a:lnTo>
                <a:lnTo>
                  <a:pt x="0" y="2130"/>
                </a:lnTo>
                <a:lnTo>
                  <a:pt x="0" y="2573"/>
                </a:lnTo>
                <a:lnTo>
                  <a:pt x="476" y="3017"/>
                </a:lnTo>
                <a:lnTo>
                  <a:pt x="476" y="3195"/>
                </a:lnTo>
                <a:lnTo>
                  <a:pt x="476" y="3461"/>
                </a:lnTo>
                <a:lnTo>
                  <a:pt x="476" y="3905"/>
                </a:lnTo>
                <a:lnTo>
                  <a:pt x="476" y="4082"/>
                </a:lnTo>
                <a:lnTo>
                  <a:pt x="793" y="4349"/>
                </a:lnTo>
                <a:lnTo>
                  <a:pt x="793" y="4704"/>
                </a:lnTo>
                <a:lnTo>
                  <a:pt x="793" y="5147"/>
                </a:lnTo>
                <a:lnTo>
                  <a:pt x="793" y="5414"/>
                </a:lnTo>
                <a:lnTo>
                  <a:pt x="793" y="5591"/>
                </a:lnTo>
                <a:lnTo>
                  <a:pt x="1110" y="6035"/>
                </a:lnTo>
                <a:lnTo>
                  <a:pt x="1110" y="6479"/>
                </a:lnTo>
                <a:lnTo>
                  <a:pt x="1110" y="6922"/>
                </a:lnTo>
                <a:lnTo>
                  <a:pt x="1586" y="7277"/>
                </a:lnTo>
                <a:lnTo>
                  <a:pt x="1586" y="7544"/>
                </a:lnTo>
                <a:lnTo>
                  <a:pt x="1586" y="7721"/>
                </a:lnTo>
                <a:lnTo>
                  <a:pt x="1586" y="8165"/>
                </a:lnTo>
                <a:lnTo>
                  <a:pt x="1586" y="8343"/>
                </a:lnTo>
                <a:lnTo>
                  <a:pt x="1904" y="8786"/>
                </a:lnTo>
                <a:lnTo>
                  <a:pt x="1904" y="9230"/>
                </a:lnTo>
                <a:lnTo>
                  <a:pt x="1904" y="9674"/>
                </a:lnTo>
                <a:lnTo>
                  <a:pt x="1904" y="9851"/>
                </a:lnTo>
                <a:lnTo>
                  <a:pt x="1904" y="10118"/>
                </a:lnTo>
                <a:lnTo>
                  <a:pt x="1904" y="10295"/>
                </a:lnTo>
                <a:lnTo>
                  <a:pt x="1904" y="10739"/>
                </a:lnTo>
                <a:lnTo>
                  <a:pt x="1904" y="11183"/>
                </a:lnTo>
                <a:lnTo>
                  <a:pt x="2380" y="11626"/>
                </a:lnTo>
                <a:lnTo>
                  <a:pt x="2380" y="11804"/>
                </a:lnTo>
                <a:lnTo>
                  <a:pt x="2380" y="12248"/>
                </a:lnTo>
                <a:lnTo>
                  <a:pt x="2380" y="12425"/>
                </a:lnTo>
                <a:lnTo>
                  <a:pt x="2697" y="12692"/>
                </a:lnTo>
                <a:lnTo>
                  <a:pt x="2697" y="12869"/>
                </a:lnTo>
                <a:lnTo>
                  <a:pt x="2697" y="13313"/>
                </a:lnTo>
                <a:lnTo>
                  <a:pt x="2697" y="13490"/>
                </a:lnTo>
                <a:lnTo>
                  <a:pt x="2697" y="13757"/>
                </a:lnTo>
                <a:lnTo>
                  <a:pt x="3015" y="13934"/>
                </a:lnTo>
                <a:lnTo>
                  <a:pt x="3015" y="14378"/>
                </a:lnTo>
                <a:lnTo>
                  <a:pt x="3015" y="14644"/>
                </a:lnTo>
                <a:lnTo>
                  <a:pt x="3015" y="14822"/>
                </a:lnTo>
                <a:lnTo>
                  <a:pt x="3015" y="14999"/>
                </a:lnTo>
                <a:lnTo>
                  <a:pt x="3491" y="15443"/>
                </a:lnTo>
                <a:lnTo>
                  <a:pt x="3491" y="15709"/>
                </a:lnTo>
                <a:lnTo>
                  <a:pt x="3491" y="15887"/>
                </a:lnTo>
                <a:lnTo>
                  <a:pt x="3491" y="16064"/>
                </a:lnTo>
                <a:lnTo>
                  <a:pt x="3491" y="16508"/>
                </a:lnTo>
                <a:lnTo>
                  <a:pt x="3808" y="16774"/>
                </a:lnTo>
                <a:lnTo>
                  <a:pt x="3808" y="17218"/>
                </a:lnTo>
                <a:lnTo>
                  <a:pt x="3808" y="17396"/>
                </a:lnTo>
                <a:lnTo>
                  <a:pt x="4284" y="17839"/>
                </a:lnTo>
                <a:lnTo>
                  <a:pt x="4284" y="18017"/>
                </a:lnTo>
                <a:lnTo>
                  <a:pt x="4284" y="18283"/>
                </a:lnTo>
                <a:lnTo>
                  <a:pt x="4284" y="18461"/>
                </a:lnTo>
                <a:lnTo>
                  <a:pt x="4284" y="18638"/>
                </a:lnTo>
                <a:lnTo>
                  <a:pt x="4284" y="19082"/>
                </a:lnTo>
                <a:lnTo>
                  <a:pt x="4284" y="19348"/>
                </a:lnTo>
                <a:lnTo>
                  <a:pt x="4284" y="19526"/>
                </a:lnTo>
                <a:lnTo>
                  <a:pt x="4284" y="19792"/>
                </a:lnTo>
                <a:lnTo>
                  <a:pt x="4284" y="19970"/>
                </a:lnTo>
                <a:lnTo>
                  <a:pt x="4601" y="20147"/>
                </a:lnTo>
                <a:lnTo>
                  <a:pt x="4601" y="20591"/>
                </a:lnTo>
                <a:lnTo>
                  <a:pt x="4601" y="20857"/>
                </a:lnTo>
                <a:lnTo>
                  <a:pt x="4601" y="21212"/>
                </a:lnTo>
                <a:lnTo>
                  <a:pt x="5077" y="21478"/>
                </a:lnTo>
                <a:lnTo>
                  <a:pt x="5077" y="21656"/>
                </a:lnTo>
                <a:lnTo>
                  <a:pt x="5077" y="21922"/>
                </a:lnTo>
                <a:lnTo>
                  <a:pt x="5077" y="22100"/>
                </a:lnTo>
                <a:lnTo>
                  <a:pt x="5395" y="22277"/>
                </a:lnTo>
                <a:lnTo>
                  <a:pt x="5395" y="22721"/>
                </a:lnTo>
                <a:lnTo>
                  <a:pt x="5395" y="22987"/>
                </a:lnTo>
                <a:lnTo>
                  <a:pt x="5395" y="23165"/>
                </a:lnTo>
                <a:lnTo>
                  <a:pt x="5712" y="23608"/>
                </a:lnTo>
                <a:lnTo>
                  <a:pt x="5712" y="23786"/>
                </a:lnTo>
                <a:lnTo>
                  <a:pt x="5712" y="24052"/>
                </a:lnTo>
                <a:lnTo>
                  <a:pt x="5712" y="24230"/>
                </a:lnTo>
                <a:lnTo>
                  <a:pt x="6188" y="24674"/>
                </a:lnTo>
                <a:lnTo>
                  <a:pt x="6188" y="24851"/>
                </a:lnTo>
                <a:lnTo>
                  <a:pt x="6188" y="25117"/>
                </a:lnTo>
                <a:lnTo>
                  <a:pt x="6188" y="25295"/>
                </a:lnTo>
                <a:lnTo>
                  <a:pt x="6188" y="25561"/>
                </a:lnTo>
                <a:lnTo>
                  <a:pt x="6188" y="25739"/>
                </a:lnTo>
                <a:lnTo>
                  <a:pt x="6188" y="26005"/>
                </a:lnTo>
                <a:lnTo>
                  <a:pt x="6188" y="26182"/>
                </a:lnTo>
                <a:lnTo>
                  <a:pt x="6188" y="26360"/>
                </a:lnTo>
                <a:lnTo>
                  <a:pt x="6506" y="26626"/>
                </a:lnTo>
                <a:lnTo>
                  <a:pt x="6506" y="27070"/>
                </a:lnTo>
                <a:lnTo>
                  <a:pt x="6506" y="27247"/>
                </a:lnTo>
                <a:lnTo>
                  <a:pt x="6506" y="27425"/>
                </a:lnTo>
                <a:lnTo>
                  <a:pt x="6982" y="27691"/>
                </a:lnTo>
                <a:lnTo>
                  <a:pt x="6982" y="27869"/>
                </a:lnTo>
                <a:lnTo>
                  <a:pt x="6982" y="28135"/>
                </a:lnTo>
                <a:lnTo>
                  <a:pt x="6982" y="28313"/>
                </a:lnTo>
                <a:lnTo>
                  <a:pt x="7299" y="28756"/>
                </a:lnTo>
                <a:lnTo>
                  <a:pt x="7299" y="28934"/>
                </a:lnTo>
                <a:lnTo>
                  <a:pt x="7299" y="29200"/>
                </a:lnTo>
                <a:lnTo>
                  <a:pt x="7299" y="29378"/>
                </a:lnTo>
                <a:lnTo>
                  <a:pt x="7616" y="29644"/>
                </a:lnTo>
                <a:lnTo>
                  <a:pt x="7616" y="29821"/>
                </a:lnTo>
                <a:lnTo>
                  <a:pt x="7616" y="29999"/>
                </a:lnTo>
                <a:lnTo>
                  <a:pt x="7616" y="30265"/>
                </a:lnTo>
                <a:lnTo>
                  <a:pt x="8093" y="30265"/>
                </a:lnTo>
                <a:lnTo>
                  <a:pt x="8093" y="30443"/>
                </a:lnTo>
                <a:lnTo>
                  <a:pt x="8093" y="30709"/>
                </a:lnTo>
                <a:lnTo>
                  <a:pt x="8093" y="30886"/>
                </a:lnTo>
                <a:lnTo>
                  <a:pt x="8093" y="31153"/>
                </a:lnTo>
                <a:lnTo>
                  <a:pt x="8410" y="31330"/>
                </a:lnTo>
                <a:lnTo>
                  <a:pt x="8410" y="31508"/>
                </a:lnTo>
                <a:lnTo>
                  <a:pt x="8410" y="31774"/>
                </a:lnTo>
                <a:lnTo>
                  <a:pt x="8410" y="31952"/>
                </a:lnTo>
                <a:lnTo>
                  <a:pt x="8410" y="32218"/>
                </a:lnTo>
                <a:lnTo>
                  <a:pt x="8410" y="32395"/>
                </a:lnTo>
                <a:lnTo>
                  <a:pt x="8410" y="32573"/>
                </a:lnTo>
                <a:lnTo>
                  <a:pt x="8410" y="32839"/>
                </a:lnTo>
                <a:lnTo>
                  <a:pt x="8886" y="33017"/>
                </a:lnTo>
                <a:lnTo>
                  <a:pt x="8886" y="33283"/>
                </a:lnTo>
                <a:lnTo>
                  <a:pt x="8886" y="33460"/>
                </a:lnTo>
                <a:lnTo>
                  <a:pt x="9203" y="33727"/>
                </a:lnTo>
                <a:lnTo>
                  <a:pt x="9203" y="33904"/>
                </a:lnTo>
                <a:lnTo>
                  <a:pt x="9203" y="34082"/>
                </a:lnTo>
                <a:lnTo>
                  <a:pt x="9203" y="34348"/>
                </a:lnTo>
                <a:lnTo>
                  <a:pt x="9679" y="34525"/>
                </a:lnTo>
                <a:lnTo>
                  <a:pt x="9679" y="34792"/>
                </a:lnTo>
                <a:lnTo>
                  <a:pt x="9679" y="34969"/>
                </a:lnTo>
                <a:lnTo>
                  <a:pt x="9997" y="35147"/>
                </a:lnTo>
                <a:lnTo>
                  <a:pt x="9997" y="35413"/>
                </a:lnTo>
                <a:lnTo>
                  <a:pt x="9997" y="35591"/>
                </a:lnTo>
                <a:lnTo>
                  <a:pt x="9997" y="35857"/>
                </a:lnTo>
                <a:lnTo>
                  <a:pt x="10314" y="36034"/>
                </a:lnTo>
                <a:lnTo>
                  <a:pt x="10314" y="36301"/>
                </a:lnTo>
                <a:lnTo>
                  <a:pt x="10314" y="36478"/>
                </a:lnTo>
                <a:lnTo>
                  <a:pt x="10314" y="36656"/>
                </a:lnTo>
                <a:lnTo>
                  <a:pt x="10314" y="36922"/>
                </a:lnTo>
                <a:lnTo>
                  <a:pt x="10314" y="37099"/>
                </a:lnTo>
                <a:lnTo>
                  <a:pt x="10790" y="37366"/>
                </a:lnTo>
                <a:lnTo>
                  <a:pt x="10790" y="37543"/>
                </a:lnTo>
                <a:lnTo>
                  <a:pt x="10790" y="37721"/>
                </a:lnTo>
                <a:lnTo>
                  <a:pt x="11108" y="37721"/>
                </a:lnTo>
                <a:lnTo>
                  <a:pt x="11108" y="37987"/>
                </a:lnTo>
                <a:lnTo>
                  <a:pt x="11108" y="38164"/>
                </a:lnTo>
                <a:lnTo>
                  <a:pt x="11108" y="38431"/>
                </a:lnTo>
                <a:lnTo>
                  <a:pt x="11584" y="38431"/>
                </a:lnTo>
                <a:lnTo>
                  <a:pt x="11584" y="38608"/>
                </a:lnTo>
                <a:lnTo>
                  <a:pt x="11584" y="38874"/>
                </a:lnTo>
                <a:lnTo>
                  <a:pt x="11901" y="38874"/>
                </a:lnTo>
                <a:lnTo>
                  <a:pt x="11901" y="39052"/>
                </a:lnTo>
                <a:lnTo>
                  <a:pt x="11901" y="39229"/>
                </a:lnTo>
                <a:lnTo>
                  <a:pt x="11901" y="39496"/>
                </a:lnTo>
                <a:lnTo>
                  <a:pt x="12218" y="39496"/>
                </a:lnTo>
                <a:lnTo>
                  <a:pt x="12218" y="39673"/>
                </a:lnTo>
                <a:lnTo>
                  <a:pt x="12218" y="39940"/>
                </a:lnTo>
                <a:lnTo>
                  <a:pt x="12694" y="39940"/>
                </a:lnTo>
                <a:lnTo>
                  <a:pt x="12694" y="40117"/>
                </a:lnTo>
                <a:lnTo>
                  <a:pt x="12694" y="40295"/>
                </a:lnTo>
                <a:lnTo>
                  <a:pt x="12694" y="40561"/>
                </a:lnTo>
                <a:lnTo>
                  <a:pt x="12694" y="40738"/>
                </a:lnTo>
                <a:lnTo>
                  <a:pt x="13012" y="40738"/>
                </a:lnTo>
                <a:lnTo>
                  <a:pt x="13012" y="41005"/>
                </a:lnTo>
                <a:lnTo>
                  <a:pt x="13012" y="41182"/>
                </a:lnTo>
                <a:lnTo>
                  <a:pt x="13488" y="41448"/>
                </a:lnTo>
              </a:path>
            </a:pathLst>
          </a:custGeom>
          <a:ln w="18717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8017274" y="3398401"/>
            <a:ext cx="13329" cy="9408"/>
          </a:xfrm>
          <a:custGeom>
            <a:avLst/>
            <a:gdLst/>
            <a:ahLst/>
            <a:cxnLst/>
            <a:rect l="l" t="t" r="r" b="b"/>
            <a:pathLst>
              <a:path w="13329" h="9408">
                <a:moveTo>
                  <a:pt x="0" y="6479"/>
                </a:moveTo>
                <a:lnTo>
                  <a:pt x="0" y="6656"/>
                </a:lnTo>
                <a:lnTo>
                  <a:pt x="0" y="6834"/>
                </a:lnTo>
                <a:lnTo>
                  <a:pt x="317" y="6834"/>
                </a:lnTo>
                <a:lnTo>
                  <a:pt x="317" y="7100"/>
                </a:lnTo>
                <a:lnTo>
                  <a:pt x="793" y="7100"/>
                </a:lnTo>
                <a:lnTo>
                  <a:pt x="793" y="7277"/>
                </a:lnTo>
                <a:lnTo>
                  <a:pt x="793" y="7277"/>
                </a:lnTo>
                <a:lnTo>
                  <a:pt x="1110" y="7544"/>
                </a:lnTo>
                <a:lnTo>
                  <a:pt x="1110" y="7721"/>
                </a:lnTo>
                <a:lnTo>
                  <a:pt x="1110" y="7899"/>
                </a:lnTo>
                <a:lnTo>
                  <a:pt x="1110" y="8165"/>
                </a:lnTo>
                <a:lnTo>
                  <a:pt x="1428" y="8165"/>
                </a:lnTo>
                <a:lnTo>
                  <a:pt x="1428" y="8343"/>
                </a:lnTo>
                <a:lnTo>
                  <a:pt x="1904" y="8343"/>
                </a:lnTo>
                <a:lnTo>
                  <a:pt x="1904" y="8609"/>
                </a:lnTo>
                <a:lnTo>
                  <a:pt x="2221" y="8609"/>
                </a:lnTo>
                <a:lnTo>
                  <a:pt x="2221" y="8609"/>
                </a:lnTo>
                <a:lnTo>
                  <a:pt x="2221" y="8786"/>
                </a:lnTo>
                <a:lnTo>
                  <a:pt x="2697" y="8786"/>
                </a:lnTo>
                <a:lnTo>
                  <a:pt x="2697" y="8964"/>
                </a:lnTo>
                <a:lnTo>
                  <a:pt x="3015" y="8964"/>
                </a:lnTo>
                <a:lnTo>
                  <a:pt x="3015" y="9230"/>
                </a:lnTo>
                <a:lnTo>
                  <a:pt x="3332" y="9230"/>
                </a:lnTo>
                <a:lnTo>
                  <a:pt x="3332" y="9408"/>
                </a:lnTo>
                <a:lnTo>
                  <a:pt x="3808" y="9408"/>
                </a:lnTo>
                <a:lnTo>
                  <a:pt x="4125" y="9408"/>
                </a:lnTo>
                <a:lnTo>
                  <a:pt x="4601" y="9408"/>
                </a:lnTo>
                <a:lnTo>
                  <a:pt x="4919" y="9408"/>
                </a:lnTo>
                <a:lnTo>
                  <a:pt x="5236" y="9408"/>
                </a:lnTo>
                <a:lnTo>
                  <a:pt x="5712" y="9408"/>
                </a:lnTo>
                <a:lnTo>
                  <a:pt x="6030" y="9408"/>
                </a:lnTo>
                <a:lnTo>
                  <a:pt x="6030" y="9230"/>
                </a:lnTo>
                <a:lnTo>
                  <a:pt x="6506" y="9230"/>
                </a:lnTo>
                <a:lnTo>
                  <a:pt x="6506" y="8964"/>
                </a:lnTo>
                <a:lnTo>
                  <a:pt x="6823" y="8964"/>
                </a:lnTo>
                <a:lnTo>
                  <a:pt x="6823" y="8786"/>
                </a:lnTo>
                <a:lnTo>
                  <a:pt x="7299" y="8786"/>
                </a:lnTo>
                <a:lnTo>
                  <a:pt x="7299" y="8609"/>
                </a:lnTo>
                <a:lnTo>
                  <a:pt x="7299" y="8343"/>
                </a:lnTo>
                <a:lnTo>
                  <a:pt x="7616" y="8343"/>
                </a:lnTo>
                <a:lnTo>
                  <a:pt x="7616" y="8165"/>
                </a:lnTo>
                <a:lnTo>
                  <a:pt x="7934" y="8165"/>
                </a:lnTo>
                <a:lnTo>
                  <a:pt x="7934" y="7899"/>
                </a:lnTo>
                <a:lnTo>
                  <a:pt x="8410" y="7899"/>
                </a:lnTo>
                <a:lnTo>
                  <a:pt x="8410" y="7721"/>
                </a:lnTo>
                <a:lnTo>
                  <a:pt x="8727" y="7544"/>
                </a:lnTo>
                <a:lnTo>
                  <a:pt x="8727" y="7277"/>
                </a:lnTo>
                <a:lnTo>
                  <a:pt x="9203" y="7277"/>
                </a:lnTo>
                <a:lnTo>
                  <a:pt x="9203" y="7100"/>
                </a:lnTo>
                <a:lnTo>
                  <a:pt x="9521" y="6834"/>
                </a:lnTo>
                <a:lnTo>
                  <a:pt x="9521" y="6212"/>
                </a:lnTo>
                <a:lnTo>
                  <a:pt x="9838" y="6035"/>
                </a:lnTo>
                <a:lnTo>
                  <a:pt x="9838" y="5769"/>
                </a:lnTo>
                <a:lnTo>
                  <a:pt x="10314" y="5769"/>
                </a:lnTo>
                <a:lnTo>
                  <a:pt x="10314" y="5591"/>
                </a:lnTo>
                <a:lnTo>
                  <a:pt x="10314" y="5325"/>
                </a:lnTo>
                <a:lnTo>
                  <a:pt x="10631" y="5147"/>
                </a:lnTo>
                <a:lnTo>
                  <a:pt x="10631" y="4970"/>
                </a:lnTo>
                <a:lnTo>
                  <a:pt x="10631" y="4704"/>
                </a:lnTo>
                <a:lnTo>
                  <a:pt x="11108" y="4704"/>
                </a:lnTo>
                <a:lnTo>
                  <a:pt x="11108" y="4526"/>
                </a:lnTo>
                <a:lnTo>
                  <a:pt x="11108" y="4260"/>
                </a:lnTo>
                <a:lnTo>
                  <a:pt x="11425" y="4260"/>
                </a:lnTo>
                <a:lnTo>
                  <a:pt x="11425" y="4082"/>
                </a:lnTo>
                <a:lnTo>
                  <a:pt x="11425" y="3905"/>
                </a:lnTo>
                <a:lnTo>
                  <a:pt x="11425" y="3638"/>
                </a:lnTo>
                <a:lnTo>
                  <a:pt x="11425" y="3461"/>
                </a:lnTo>
                <a:lnTo>
                  <a:pt x="11425" y="3195"/>
                </a:lnTo>
                <a:lnTo>
                  <a:pt x="11901" y="3017"/>
                </a:lnTo>
                <a:lnTo>
                  <a:pt x="11901" y="2751"/>
                </a:lnTo>
                <a:lnTo>
                  <a:pt x="11901" y="2573"/>
                </a:lnTo>
                <a:lnTo>
                  <a:pt x="12218" y="2396"/>
                </a:lnTo>
                <a:lnTo>
                  <a:pt x="12218" y="2130"/>
                </a:lnTo>
                <a:lnTo>
                  <a:pt x="12536" y="1952"/>
                </a:lnTo>
                <a:lnTo>
                  <a:pt x="12536" y="1686"/>
                </a:lnTo>
                <a:lnTo>
                  <a:pt x="12536" y="1508"/>
                </a:lnTo>
                <a:lnTo>
                  <a:pt x="12536" y="1331"/>
                </a:lnTo>
                <a:lnTo>
                  <a:pt x="13012" y="1065"/>
                </a:lnTo>
                <a:lnTo>
                  <a:pt x="13012" y="887"/>
                </a:lnTo>
                <a:lnTo>
                  <a:pt x="13012" y="621"/>
                </a:lnTo>
                <a:lnTo>
                  <a:pt x="13329" y="443"/>
                </a:lnTo>
                <a:lnTo>
                  <a:pt x="13329" y="177"/>
                </a:lnTo>
                <a:lnTo>
                  <a:pt x="13329" y="0"/>
                </a:lnTo>
              </a:path>
            </a:pathLst>
          </a:custGeom>
          <a:ln w="1379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8030604" y="3346923"/>
            <a:ext cx="13488" cy="51478"/>
          </a:xfrm>
          <a:custGeom>
            <a:avLst/>
            <a:gdLst/>
            <a:ahLst/>
            <a:cxnLst/>
            <a:rect l="l" t="t" r="r" b="b"/>
            <a:pathLst>
              <a:path w="13488" h="51478">
                <a:moveTo>
                  <a:pt x="0" y="51478"/>
                </a:moveTo>
                <a:lnTo>
                  <a:pt x="476" y="51300"/>
                </a:lnTo>
                <a:lnTo>
                  <a:pt x="476" y="51034"/>
                </a:lnTo>
                <a:lnTo>
                  <a:pt x="476" y="50856"/>
                </a:lnTo>
                <a:lnTo>
                  <a:pt x="476" y="50590"/>
                </a:lnTo>
                <a:lnTo>
                  <a:pt x="476" y="50413"/>
                </a:lnTo>
                <a:lnTo>
                  <a:pt x="476" y="50235"/>
                </a:lnTo>
                <a:lnTo>
                  <a:pt x="476" y="49969"/>
                </a:lnTo>
                <a:lnTo>
                  <a:pt x="793" y="49791"/>
                </a:lnTo>
                <a:lnTo>
                  <a:pt x="793" y="49525"/>
                </a:lnTo>
                <a:lnTo>
                  <a:pt x="793" y="49348"/>
                </a:lnTo>
                <a:lnTo>
                  <a:pt x="793" y="49081"/>
                </a:lnTo>
                <a:lnTo>
                  <a:pt x="1110" y="49081"/>
                </a:lnTo>
                <a:lnTo>
                  <a:pt x="1110" y="48904"/>
                </a:lnTo>
                <a:lnTo>
                  <a:pt x="1110" y="48726"/>
                </a:lnTo>
                <a:lnTo>
                  <a:pt x="1110" y="48460"/>
                </a:lnTo>
                <a:lnTo>
                  <a:pt x="1110" y="48283"/>
                </a:lnTo>
                <a:lnTo>
                  <a:pt x="1586" y="48016"/>
                </a:lnTo>
                <a:lnTo>
                  <a:pt x="1586" y="47839"/>
                </a:lnTo>
                <a:lnTo>
                  <a:pt x="1586" y="47661"/>
                </a:lnTo>
                <a:lnTo>
                  <a:pt x="1586" y="47395"/>
                </a:lnTo>
                <a:lnTo>
                  <a:pt x="1904" y="47217"/>
                </a:lnTo>
                <a:lnTo>
                  <a:pt x="1904" y="46951"/>
                </a:lnTo>
                <a:lnTo>
                  <a:pt x="1904" y="46774"/>
                </a:lnTo>
                <a:lnTo>
                  <a:pt x="2380" y="46507"/>
                </a:lnTo>
                <a:lnTo>
                  <a:pt x="2380" y="46330"/>
                </a:lnTo>
                <a:lnTo>
                  <a:pt x="2380" y="46152"/>
                </a:lnTo>
                <a:lnTo>
                  <a:pt x="2380" y="45886"/>
                </a:lnTo>
                <a:lnTo>
                  <a:pt x="2380" y="45709"/>
                </a:lnTo>
                <a:lnTo>
                  <a:pt x="2380" y="45442"/>
                </a:lnTo>
                <a:lnTo>
                  <a:pt x="2380" y="45265"/>
                </a:lnTo>
                <a:lnTo>
                  <a:pt x="2380" y="45087"/>
                </a:lnTo>
                <a:lnTo>
                  <a:pt x="2380" y="44821"/>
                </a:lnTo>
                <a:lnTo>
                  <a:pt x="2697" y="44644"/>
                </a:lnTo>
                <a:lnTo>
                  <a:pt x="2697" y="44377"/>
                </a:lnTo>
                <a:lnTo>
                  <a:pt x="2697" y="44200"/>
                </a:lnTo>
                <a:lnTo>
                  <a:pt x="2697" y="43934"/>
                </a:lnTo>
                <a:lnTo>
                  <a:pt x="3173" y="43756"/>
                </a:lnTo>
                <a:lnTo>
                  <a:pt x="3173" y="43579"/>
                </a:lnTo>
                <a:lnTo>
                  <a:pt x="3173" y="43312"/>
                </a:lnTo>
                <a:lnTo>
                  <a:pt x="3173" y="43135"/>
                </a:lnTo>
                <a:lnTo>
                  <a:pt x="3491" y="42868"/>
                </a:lnTo>
                <a:lnTo>
                  <a:pt x="3491" y="42691"/>
                </a:lnTo>
                <a:lnTo>
                  <a:pt x="3491" y="42513"/>
                </a:lnTo>
                <a:lnTo>
                  <a:pt x="3491" y="42247"/>
                </a:lnTo>
                <a:lnTo>
                  <a:pt x="3491" y="42070"/>
                </a:lnTo>
                <a:lnTo>
                  <a:pt x="3808" y="42070"/>
                </a:lnTo>
                <a:lnTo>
                  <a:pt x="3808" y="41626"/>
                </a:lnTo>
                <a:lnTo>
                  <a:pt x="3808" y="41360"/>
                </a:lnTo>
                <a:lnTo>
                  <a:pt x="3808" y="41182"/>
                </a:lnTo>
                <a:lnTo>
                  <a:pt x="3808" y="41005"/>
                </a:lnTo>
                <a:lnTo>
                  <a:pt x="4284" y="40738"/>
                </a:lnTo>
                <a:lnTo>
                  <a:pt x="4284" y="40295"/>
                </a:lnTo>
                <a:lnTo>
                  <a:pt x="4284" y="40117"/>
                </a:lnTo>
                <a:lnTo>
                  <a:pt x="4284" y="39940"/>
                </a:lnTo>
                <a:lnTo>
                  <a:pt x="4601" y="39673"/>
                </a:lnTo>
                <a:lnTo>
                  <a:pt x="4601" y="39229"/>
                </a:lnTo>
                <a:lnTo>
                  <a:pt x="4601" y="39052"/>
                </a:lnTo>
                <a:lnTo>
                  <a:pt x="4601" y="38786"/>
                </a:lnTo>
                <a:lnTo>
                  <a:pt x="4601" y="38608"/>
                </a:lnTo>
                <a:lnTo>
                  <a:pt x="4601" y="38431"/>
                </a:lnTo>
                <a:lnTo>
                  <a:pt x="4601" y="38164"/>
                </a:lnTo>
                <a:lnTo>
                  <a:pt x="4601" y="37987"/>
                </a:lnTo>
                <a:lnTo>
                  <a:pt x="5077" y="37721"/>
                </a:lnTo>
                <a:lnTo>
                  <a:pt x="5077" y="37366"/>
                </a:lnTo>
                <a:lnTo>
                  <a:pt x="5077" y="37099"/>
                </a:lnTo>
                <a:lnTo>
                  <a:pt x="5077" y="36922"/>
                </a:lnTo>
                <a:lnTo>
                  <a:pt x="5395" y="36478"/>
                </a:lnTo>
                <a:lnTo>
                  <a:pt x="5395" y="36301"/>
                </a:lnTo>
                <a:lnTo>
                  <a:pt x="5395" y="36034"/>
                </a:lnTo>
                <a:lnTo>
                  <a:pt x="5395" y="35857"/>
                </a:lnTo>
                <a:lnTo>
                  <a:pt x="5395" y="35591"/>
                </a:lnTo>
                <a:lnTo>
                  <a:pt x="5712" y="35413"/>
                </a:lnTo>
                <a:lnTo>
                  <a:pt x="5712" y="34969"/>
                </a:lnTo>
                <a:lnTo>
                  <a:pt x="5712" y="34792"/>
                </a:lnTo>
                <a:lnTo>
                  <a:pt x="6188" y="34348"/>
                </a:lnTo>
                <a:lnTo>
                  <a:pt x="6188" y="34082"/>
                </a:lnTo>
                <a:lnTo>
                  <a:pt x="6188" y="33904"/>
                </a:lnTo>
                <a:lnTo>
                  <a:pt x="6188" y="33727"/>
                </a:lnTo>
                <a:lnTo>
                  <a:pt x="6188" y="33460"/>
                </a:lnTo>
                <a:lnTo>
                  <a:pt x="6506" y="33283"/>
                </a:lnTo>
                <a:lnTo>
                  <a:pt x="6506" y="32839"/>
                </a:lnTo>
                <a:lnTo>
                  <a:pt x="6506" y="32573"/>
                </a:lnTo>
                <a:lnTo>
                  <a:pt x="6506" y="32395"/>
                </a:lnTo>
                <a:lnTo>
                  <a:pt x="6506" y="32218"/>
                </a:lnTo>
                <a:lnTo>
                  <a:pt x="6506" y="31952"/>
                </a:lnTo>
                <a:lnTo>
                  <a:pt x="6506" y="31508"/>
                </a:lnTo>
                <a:lnTo>
                  <a:pt x="6506" y="31330"/>
                </a:lnTo>
                <a:lnTo>
                  <a:pt x="6506" y="31153"/>
                </a:lnTo>
                <a:lnTo>
                  <a:pt x="6506" y="30886"/>
                </a:lnTo>
                <a:lnTo>
                  <a:pt x="6982" y="30443"/>
                </a:lnTo>
                <a:lnTo>
                  <a:pt x="6982" y="30265"/>
                </a:lnTo>
                <a:lnTo>
                  <a:pt x="6982" y="29999"/>
                </a:lnTo>
                <a:lnTo>
                  <a:pt x="6982" y="29821"/>
                </a:lnTo>
                <a:lnTo>
                  <a:pt x="7299" y="29644"/>
                </a:lnTo>
                <a:lnTo>
                  <a:pt x="7299" y="29200"/>
                </a:lnTo>
                <a:lnTo>
                  <a:pt x="7299" y="28934"/>
                </a:lnTo>
                <a:lnTo>
                  <a:pt x="7299" y="28756"/>
                </a:lnTo>
                <a:lnTo>
                  <a:pt x="7299" y="28579"/>
                </a:lnTo>
                <a:lnTo>
                  <a:pt x="7616" y="28135"/>
                </a:lnTo>
                <a:lnTo>
                  <a:pt x="7616" y="27869"/>
                </a:lnTo>
                <a:lnTo>
                  <a:pt x="7616" y="27691"/>
                </a:lnTo>
                <a:lnTo>
                  <a:pt x="7616" y="27425"/>
                </a:lnTo>
                <a:lnTo>
                  <a:pt x="7616" y="27070"/>
                </a:lnTo>
                <a:lnTo>
                  <a:pt x="8093" y="26804"/>
                </a:lnTo>
                <a:lnTo>
                  <a:pt x="8093" y="26626"/>
                </a:lnTo>
                <a:lnTo>
                  <a:pt x="8093" y="26360"/>
                </a:lnTo>
                <a:lnTo>
                  <a:pt x="8093" y="26005"/>
                </a:lnTo>
                <a:lnTo>
                  <a:pt x="8093" y="25739"/>
                </a:lnTo>
                <a:lnTo>
                  <a:pt x="8410" y="25295"/>
                </a:lnTo>
                <a:lnTo>
                  <a:pt x="8410" y="24851"/>
                </a:lnTo>
                <a:lnTo>
                  <a:pt x="8410" y="24496"/>
                </a:lnTo>
                <a:lnTo>
                  <a:pt x="8886" y="24230"/>
                </a:lnTo>
                <a:lnTo>
                  <a:pt x="8886" y="24052"/>
                </a:lnTo>
                <a:lnTo>
                  <a:pt x="8886" y="23786"/>
                </a:lnTo>
                <a:lnTo>
                  <a:pt x="8886" y="23431"/>
                </a:lnTo>
                <a:lnTo>
                  <a:pt x="8886" y="23165"/>
                </a:lnTo>
                <a:lnTo>
                  <a:pt x="8886" y="22987"/>
                </a:lnTo>
                <a:lnTo>
                  <a:pt x="8886" y="22543"/>
                </a:lnTo>
                <a:lnTo>
                  <a:pt x="8886" y="22277"/>
                </a:lnTo>
                <a:lnTo>
                  <a:pt x="8886" y="21922"/>
                </a:lnTo>
                <a:lnTo>
                  <a:pt x="8886" y="21656"/>
                </a:lnTo>
                <a:lnTo>
                  <a:pt x="9203" y="21478"/>
                </a:lnTo>
                <a:lnTo>
                  <a:pt x="9203" y="21035"/>
                </a:lnTo>
                <a:lnTo>
                  <a:pt x="9203" y="20857"/>
                </a:lnTo>
                <a:lnTo>
                  <a:pt x="9203" y="20591"/>
                </a:lnTo>
                <a:lnTo>
                  <a:pt x="9203" y="20147"/>
                </a:lnTo>
                <a:lnTo>
                  <a:pt x="9679" y="19970"/>
                </a:lnTo>
                <a:lnTo>
                  <a:pt x="9679" y="19526"/>
                </a:lnTo>
                <a:lnTo>
                  <a:pt x="9679" y="19348"/>
                </a:lnTo>
                <a:lnTo>
                  <a:pt x="9679" y="19082"/>
                </a:lnTo>
                <a:lnTo>
                  <a:pt x="9997" y="18638"/>
                </a:lnTo>
                <a:lnTo>
                  <a:pt x="9997" y="18283"/>
                </a:lnTo>
                <a:lnTo>
                  <a:pt x="9997" y="17839"/>
                </a:lnTo>
                <a:lnTo>
                  <a:pt x="9997" y="17396"/>
                </a:lnTo>
                <a:lnTo>
                  <a:pt x="10314" y="17129"/>
                </a:lnTo>
                <a:lnTo>
                  <a:pt x="10314" y="16952"/>
                </a:lnTo>
                <a:lnTo>
                  <a:pt x="10314" y="16508"/>
                </a:lnTo>
                <a:lnTo>
                  <a:pt x="10314" y="16064"/>
                </a:lnTo>
                <a:lnTo>
                  <a:pt x="10314" y="15887"/>
                </a:lnTo>
                <a:lnTo>
                  <a:pt x="10790" y="15709"/>
                </a:lnTo>
                <a:lnTo>
                  <a:pt x="10790" y="15265"/>
                </a:lnTo>
                <a:lnTo>
                  <a:pt x="10790" y="14822"/>
                </a:lnTo>
                <a:lnTo>
                  <a:pt x="10790" y="14378"/>
                </a:lnTo>
                <a:lnTo>
                  <a:pt x="10790" y="13934"/>
                </a:lnTo>
                <a:lnTo>
                  <a:pt x="10790" y="13490"/>
                </a:lnTo>
                <a:lnTo>
                  <a:pt x="10790" y="13135"/>
                </a:lnTo>
                <a:lnTo>
                  <a:pt x="11108" y="12692"/>
                </a:lnTo>
                <a:lnTo>
                  <a:pt x="11108" y="12425"/>
                </a:lnTo>
                <a:lnTo>
                  <a:pt x="11108" y="12070"/>
                </a:lnTo>
                <a:lnTo>
                  <a:pt x="11108" y="11804"/>
                </a:lnTo>
                <a:lnTo>
                  <a:pt x="11108" y="11360"/>
                </a:lnTo>
                <a:lnTo>
                  <a:pt x="11584" y="11183"/>
                </a:lnTo>
                <a:lnTo>
                  <a:pt x="11584" y="10739"/>
                </a:lnTo>
                <a:lnTo>
                  <a:pt x="11584" y="10295"/>
                </a:lnTo>
                <a:lnTo>
                  <a:pt x="11584" y="10118"/>
                </a:lnTo>
                <a:lnTo>
                  <a:pt x="11584" y="9851"/>
                </a:lnTo>
                <a:lnTo>
                  <a:pt x="11901" y="9496"/>
                </a:lnTo>
                <a:lnTo>
                  <a:pt x="11901" y="9053"/>
                </a:lnTo>
                <a:lnTo>
                  <a:pt x="11901" y="8786"/>
                </a:lnTo>
                <a:lnTo>
                  <a:pt x="11901" y="8343"/>
                </a:lnTo>
                <a:lnTo>
                  <a:pt x="11901" y="7988"/>
                </a:lnTo>
                <a:lnTo>
                  <a:pt x="12218" y="7721"/>
                </a:lnTo>
                <a:lnTo>
                  <a:pt x="12218" y="7544"/>
                </a:lnTo>
                <a:lnTo>
                  <a:pt x="12218" y="7100"/>
                </a:lnTo>
                <a:lnTo>
                  <a:pt x="12218" y="6656"/>
                </a:lnTo>
                <a:lnTo>
                  <a:pt x="12694" y="6479"/>
                </a:lnTo>
                <a:lnTo>
                  <a:pt x="12694" y="6035"/>
                </a:lnTo>
                <a:lnTo>
                  <a:pt x="12694" y="5591"/>
                </a:lnTo>
                <a:lnTo>
                  <a:pt x="12694" y="5414"/>
                </a:lnTo>
                <a:lnTo>
                  <a:pt x="12694" y="5147"/>
                </a:lnTo>
                <a:lnTo>
                  <a:pt x="13012" y="4704"/>
                </a:lnTo>
                <a:lnTo>
                  <a:pt x="13012" y="4349"/>
                </a:lnTo>
                <a:lnTo>
                  <a:pt x="13012" y="4082"/>
                </a:lnTo>
                <a:lnTo>
                  <a:pt x="13012" y="3638"/>
                </a:lnTo>
                <a:lnTo>
                  <a:pt x="13012" y="3195"/>
                </a:lnTo>
                <a:lnTo>
                  <a:pt x="13012" y="3017"/>
                </a:lnTo>
                <a:lnTo>
                  <a:pt x="13012" y="2573"/>
                </a:lnTo>
                <a:lnTo>
                  <a:pt x="13012" y="2130"/>
                </a:lnTo>
                <a:lnTo>
                  <a:pt x="13012" y="1775"/>
                </a:lnTo>
                <a:lnTo>
                  <a:pt x="13012" y="1508"/>
                </a:lnTo>
                <a:lnTo>
                  <a:pt x="13488" y="1065"/>
                </a:lnTo>
                <a:lnTo>
                  <a:pt x="13488" y="621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8988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8044092" y="3257724"/>
            <a:ext cx="13805" cy="89199"/>
          </a:xfrm>
          <a:custGeom>
            <a:avLst/>
            <a:gdLst/>
            <a:ahLst/>
            <a:cxnLst/>
            <a:rect l="l" t="t" r="r" b="b"/>
            <a:pathLst>
              <a:path w="13805" h="89199">
                <a:moveTo>
                  <a:pt x="0" y="89199"/>
                </a:moveTo>
                <a:lnTo>
                  <a:pt x="317" y="88755"/>
                </a:lnTo>
                <a:lnTo>
                  <a:pt x="317" y="88578"/>
                </a:lnTo>
                <a:lnTo>
                  <a:pt x="317" y="88134"/>
                </a:lnTo>
                <a:lnTo>
                  <a:pt x="317" y="87690"/>
                </a:lnTo>
                <a:lnTo>
                  <a:pt x="317" y="87513"/>
                </a:lnTo>
                <a:lnTo>
                  <a:pt x="793" y="87069"/>
                </a:lnTo>
                <a:lnTo>
                  <a:pt x="793" y="86625"/>
                </a:lnTo>
                <a:lnTo>
                  <a:pt x="793" y="86181"/>
                </a:lnTo>
                <a:lnTo>
                  <a:pt x="793" y="86004"/>
                </a:lnTo>
                <a:lnTo>
                  <a:pt x="793" y="85560"/>
                </a:lnTo>
                <a:lnTo>
                  <a:pt x="1110" y="85116"/>
                </a:lnTo>
                <a:lnTo>
                  <a:pt x="1110" y="84939"/>
                </a:lnTo>
                <a:lnTo>
                  <a:pt x="1110" y="84495"/>
                </a:lnTo>
                <a:lnTo>
                  <a:pt x="1110" y="84051"/>
                </a:lnTo>
                <a:lnTo>
                  <a:pt x="1110" y="83874"/>
                </a:lnTo>
                <a:lnTo>
                  <a:pt x="1428" y="83430"/>
                </a:lnTo>
                <a:lnTo>
                  <a:pt x="1428" y="82986"/>
                </a:lnTo>
                <a:lnTo>
                  <a:pt x="1428" y="82808"/>
                </a:lnTo>
                <a:lnTo>
                  <a:pt x="1428" y="82365"/>
                </a:lnTo>
                <a:lnTo>
                  <a:pt x="1428" y="81743"/>
                </a:lnTo>
                <a:lnTo>
                  <a:pt x="1428" y="81477"/>
                </a:lnTo>
                <a:lnTo>
                  <a:pt x="1428" y="81033"/>
                </a:lnTo>
                <a:lnTo>
                  <a:pt x="1428" y="80678"/>
                </a:lnTo>
                <a:lnTo>
                  <a:pt x="1428" y="80412"/>
                </a:lnTo>
                <a:lnTo>
                  <a:pt x="1904" y="79968"/>
                </a:lnTo>
                <a:lnTo>
                  <a:pt x="1904" y="79613"/>
                </a:lnTo>
                <a:lnTo>
                  <a:pt x="1904" y="79170"/>
                </a:lnTo>
                <a:lnTo>
                  <a:pt x="1904" y="78903"/>
                </a:lnTo>
                <a:lnTo>
                  <a:pt x="1904" y="78282"/>
                </a:lnTo>
                <a:lnTo>
                  <a:pt x="2221" y="78104"/>
                </a:lnTo>
                <a:lnTo>
                  <a:pt x="2221" y="77661"/>
                </a:lnTo>
                <a:lnTo>
                  <a:pt x="2221" y="77217"/>
                </a:lnTo>
                <a:lnTo>
                  <a:pt x="2221" y="76773"/>
                </a:lnTo>
                <a:lnTo>
                  <a:pt x="2221" y="76596"/>
                </a:lnTo>
                <a:lnTo>
                  <a:pt x="2697" y="75886"/>
                </a:lnTo>
                <a:lnTo>
                  <a:pt x="2697" y="75708"/>
                </a:lnTo>
                <a:lnTo>
                  <a:pt x="2697" y="75264"/>
                </a:lnTo>
                <a:lnTo>
                  <a:pt x="2697" y="74820"/>
                </a:lnTo>
                <a:lnTo>
                  <a:pt x="3015" y="74465"/>
                </a:lnTo>
                <a:lnTo>
                  <a:pt x="3015" y="74199"/>
                </a:lnTo>
                <a:lnTo>
                  <a:pt x="3015" y="73578"/>
                </a:lnTo>
                <a:lnTo>
                  <a:pt x="3015" y="73312"/>
                </a:lnTo>
                <a:lnTo>
                  <a:pt x="3015" y="72957"/>
                </a:lnTo>
                <a:lnTo>
                  <a:pt x="3332" y="72513"/>
                </a:lnTo>
                <a:lnTo>
                  <a:pt x="3332" y="72069"/>
                </a:lnTo>
                <a:lnTo>
                  <a:pt x="3332" y="71625"/>
                </a:lnTo>
                <a:lnTo>
                  <a:pt x="3332" y="71182"/>
                </a:lnTo>
                <a:lnTo>
                  <a:pt x="3332" y="71004"/>
                </a:lnTo>
                <a:lnTo>
                  <a:pt x="3332" y="70560"/>
                </a:lnTo>
                <a:lnTo>
                  <a:pt x="3332" y="69939"/>
                </a:lnTo>
                <a:lnTo>
                  <a:pt x="3332" y="69673"/>
                </a:lnTo>
                <a:lnTo>
                  <a:pt x="3332" y="69318"/>
                </a:lnTo>
                <a:lnTo>
                  <a:pt x="3332" y="68874"/>
                </a:lnTo>
                <a:lnTo>
                  <a:pt x="3808" y="68430"/>
                </a:lnTo>
                <a:lnTo>
                  <a:pt x="3808" y="67986"/>
                </a:lnTo>
                <a:lnTo>
                  <a:pt x="3808" y="67543"/>
                </a:lnTo>
                <a:lnTo>
                  <a:pt x="3808" y="67365"/>
                </a:lnTo>
                <a:lnTo>
                  <a:pt x="4125" y="66744"/>
                </a:lnTo>
                <a:lnTo>
                  <a:pt x="4125" y="66300"/>
                </a:lnTo>
                <a:lnTo>
                  <a:pt x="4125" y="66034"/>
                </a:lnTo>
                <a:lnTo>
                  <a:pt x="4125" y="65412"/>
                </a:lnTo>
                <a:lnTo>
                  <a:pt x="4125" y="64969"/>
                </a:lnTo>
                <a:lnTo>
                  <a:pt x="4601" y="64791"/>
                </a:lnTo>
                <a:lnTo>
                  <a:pt x="4601" y="64170"/>
                </a:lnTo>
                <a:lnTo>
                  <a:pt x="4601" y="63904"/>
                </a:lnTo>
                <a:lnTo>
                  <a:pt x="4601" y="63460"/>
                </a:lnTo>
                <a:lnTo>
                  <a:pt x="4601" y="62838"/>
                </a:lnTo>
                <a:lnTo>
                  <a:pt x="4919" y="62661"/>
                </a:lnTo>
                <a:lnTo>
                  <a:pt x="4919" y="62217"/>
                </a:lnTo>
                <a:lnTo>
                  <a:pt x="4919" y="61596"/>
                </a:lnTo>
                <a:lnTo>
                  <a:pt x="4919" y="61330"/>
                </a:lnTo>
                <a:lnTo>
                  <a:pt x="4919" y="60886"/>
                </a:lnTo>
                <a:lnTo>
                  <a:pt x="5395" y="60265"/>
                </a:lnTo>
                <a:lnTo>
                  <a:pt x="5395" y="60087"/>
                </a:lnTo>
                <a:lnTo>
                  <a:pt x="5395" y="59643"/>
                </a:lnTo>
                <a:lnTo>
                  <a:pt x="5395" y="59200"/>
                </a:lnTo>
                <a:lnTo>
                  <a:pt x="5712" y="58756"/>
                </a:lnTo>
                <a:lnTo>
                  <a:pt x="5712" y="58312"/>
                </a:lnTo>
                <a:lnTo>
                  <a:pt x="5712" y="57868"/>
                </a:lnTo>
                <a:lnTo>
                  <a:pt x="5712" y="57513"/>
                </a:lnTo>
                <a:lnTo>
                  <a:pt x="5712" y="56803"/>
                </a:lnTo>
                <a:lnTo>
                  <a:pt x="5712" y="56626"/>
                </a:lnTo>
                <a:lnTo>
                  <a:pt x="5712" y="56182"/>
                </a:lnTo>
                <a:lnTo>
                  <a:pt x="5712" y="55561"/>
                </a:lnTo>
                <a:lnTo>
                  <a:pt x="5712" y="55383"/>
                </a:lnTo>
                <a:lnTo>
                  <a:pt x="5712" y="54673"/>
                </a:lnTo>
                <a:lnTo>
                  <a:pt x="6030" y="54495"/>
                </a:lnTo>
                <a:lnTo>
                  <a:pt x="6030" y="53874"/>
                </a:lnTo>
                <a:lnTo>
                  <a:pt x="6030" y="53430"/>
                </a:lnTo>
                <a:lnTo>
                  <a:pt x="6030" y="53164"/>
                </a:lnTo>
                <a:lnTo>
                  <a:pt x="6030" y="52543"/>
                </a:lnTo>
                <a:lnTo>
                  <a:pt x="6506" y="52099"/>
                </a:lnTo>
                <a:lnTo>
                  <a:pt x="6506" y="51655"/>
                </a:lnTo>
                <a:lnTo>
                  <a:pt x="6506" y="51300"/>
                </a:lnTo>
                <a:lnTo>
                  <a:pt x="6506" y="50856"/>
                </a:lnTo>
                <a:lnTo>
                  <a:pt x="6823" y="50413"/>
                </a:lnTo>
                <a:lnTo>
                  <a:pt x="6823" y="49791"/>
                </a:lnTo>
                <a:lnTo>
                  <a:pt x="6823" y="49525"/>
                </a:lnTo>
                <a:lnTo>
                  <a:pt x="6823" y="48904"/>
                </a:lnTo>
                <a:lnTo>
                  <a:pt x="6823" y="48460"/>
                </a:lnTo>
                <a:lnTo>
                  <a:pt x="7299" y="48016"/>
                </a:lnTo>
                <a:lnTo>
                  <a:pt x="7299" y="47661"/>
                </a:lnTo>
                <a:lnTo>
                  <a:pt x="7299" y="47217"/>
                </a:lnTo>
                <a:lnTo>
                  <a:pt x="7299" y="46774"/>
                </a:lnTo>
                <a:lnTo>
                  <a:pt x="7299" y="46152"/>
                </a:lnTo>
                <a:lnTo>
                  <a:pt x="7616" y="45886"/>
                </a:lnTo>
                <a:lnTo>
                  <a:pt x="7616" y="45265"/>
                </a:lnTo>
                <a:lnTo>
                  <a:pt x="7616" y="45087"/>
                </a:lnTo>
                <a:lnTo>
                  <a:pt x="7616" y="44377"/>
                </a:lnTo>
                <a:lnTo>
                  <a:pt x="7616" y="43934"/>
                </a:lnTo>
                <a:lnTo>
                  <a:pt x="7616" y="43579"/>
                </a:lnTo>
                <a:lnTo>
                  <a:pt x="7616" y="43135"/>
                </a:lnTo>
                <a:lnTo>
                  <a:pt x="7616" y="42691"/>
                </a:lnTo>
                <a:lnTo>
                  <a:pt x="7616" y="42247"/>
                </a:lnTo>
                <a:lnTo>
                  <a:pt x="7934" y="41626"/>
                </a:lnTo>
                <a:lnTo>
                  <a:pt x="7934" y="41360"/>
                </a:lnTo>
                <a:lnTo>
                  <a:pt x="7934" y="40738"/>
                </a:lnTo>
                <a:lnTo>
                  <a:pt x="7934" y="40295"/>
                </a:lnTo>
                <a:lnTo>
                  <a:pt x="7934" y="39940"/>
                </a:lnTo>
                <a:lnTo>
                  <a:pt x="8410" y="39229"/>
                </a:lnTo>
                <a:lnTo>
                  <a:pt x="8410" y="39052"/>
                </a:lnTo>
                <a:lnTo>
                  <a:pt x="8410" y="38431"/>
                </a:lnTo>
                <a:lnTo>
                  <a:pt x="8410" y="37987"/>
                </a:lnTo>
                <a:lnTo>
                  <a:pt x="8410" y="37543"/>
                </a:lnTo>
                <a:lnTo>
                  <a:pt x="8727" y="36922"/>
                </a:lnTo>
                <a:lnTo>
                  <a:pt x="8727" y="36656"/>
                </a:lnTo>
                <a:lnTo>
                  <a:pt x="8727" y="36034"/>
                </a:lnTo>
                <a:lnTo>
                  <a:pt x="8727" y="35591"/>
                </a:lnTo>
                <a:lnTo>
                  <a:pt x="8727" y="35147"/>
                </a:lnTo>
                <a:lnTo>
                  <a:pt x="9203" y="34525"/>
                </a:lnTo>
                <a:lnTo>
                  <a:pt x="9203" y="34348"/>
                </a:lnTo>
                <a:lnTo>
                  <a:pt x="9203" y="33727"/>
                </a:lnTo>
                <a:lnTo>
                  <a:pt x="9203" y="33017"/>
                </a:lnTo>
                <a:lnTo>
                  <a:pt x="9521" y="32839"/>
                </a:lnTo>
                <a:lnTo>
                  <a:pt x="9521" y="32218"/>
                </a:lnTo>
                <a:lnTo>
                  <a:pt x="9521" y="31774"/>
                </a:lnTo>
                <a:lnTo>
                  <a:pt x="9521" y="31330"/>
                </a:lnTo>
                <a:lnTo>
                  <a:pt x="9521" y="30709"/>
                </a:lnTo>
                <a:lnTo>
                  <a:pt x="9997" y="30265"/>
                </a:lnTo>
                <a:lnTo>
                  <a:pt x="9997" y="29821"/>
                </a:lnTo>
                <a:lnTo>
                  <a:pt x="9997" y="29378"/>
                </a:lnTo>
                <a:lnTo>
                  <a:pt x="9997" y="28756"/>
                </a:lnTo>
                <a:lnTo>
                  <a:pt x="9997" y="28313"/>
                </a:lnTo>
                <a:lnTo>
                  <a:pt x="9997" y="27869"/>
                </a:lnTo>
                <a:lnTo>
                  <a:pt x="9997" y="27247"/>
                </a:lnTo>
                <a:lnTo>
                  <a:pt x="9997" y="27070"/>
                </a:lnTo>
                <a:lnTo>
                  <a:pt x="9997" y="26360"/>
                </a:lnTo>
                <a:lnTo>
                  <a:pt x="9997" y="26005"/>
                </a:lnTo>
                <a:lnTo>
                  <a:pt x="10314" y="25561"/>
                </a:lnTo>
                <a:lnTo>
                  <a:pt x="10314" y="24851"/>
                </a:lnTo>
                <a:lnTo>
                  <a:pt x="10314" y="24496"/>
                </a:lnTo>
                <a:lnTo>
                  <a:pt x="10314" y="23786"/>
                </a:lnTo>
                <a:lnTo>
                  <a:pt x="10631" y="23608"/>
                </a:lnTo>
                <a:lnTo>
                  <a:pt x="10631" y="22987"/>
                </a:lnTo>
                <a:lnTo>
                  <a:pt x="10631" y="22543"/>
                </a:lnTo>
                <a:lnTo>
                  <a:pt x="10631" y="22100"/>
                </a:lnTo>
                <a:lnTo>
                  <a:pt x="10631" y="21478"/>
                </a:lnTo>
                <a:lnTo>
                  <a:pt x="11108" y="21035"/>
                </a:lnTo>
                <a:lnTo>
                  <a:pt x="11108" y="20413"/>
                </a:lnTo>
                <a:lnTo>
                  <a:pt x="11108" y="20147"/>
                </a:lnTo>
                <a:lnTo>
                  <a:pt x="11108" y="19526"/>
                </a:lnTo>
                <a:lnTo>
                  <a:pt x="11108" y="18904"/>
                </a:lnTo>
                <a:lnTo>
                  <a:pt x="11425" y="18461"/>
                </a:lnTo>
                <a:lnTo>
                  <a:pt x="11425" y="17839"/>
                </a:lnTo>
                <a:lnTo>
                  <a:pt x="11425" y="17573"/>
                </a:lnTo>
                <a:lnTo>
                  <a:pt x="11425" y="16952"/>
                </a:lnTo>
                <a:lnTo>
                  <a:pt x="11425" y="16508"/>
                </a:lnTo>
                <a:lnTo>
                  <a:pt x="11901" y="15887"/>
                </a:lnTo>
                <a:lnTo>
                  <a:pt x="11901" y="15443"/>
                </a:lnTo>
                <a:lnTo>
                  <a:pt x="11901" y="14999"/>
                </a:lnTo>
                <a:lnTo>
                  <a:pt x="11901" y="14378"/>
                </a:lnTo>
                <a:lnTo>
                  <a:pt x="11901" y="13934"/>
                </a:lnTo>
                <a:lnTo>
                  <a:pt x="11901" y="13313"/>
                </a:lnTo>
                <a:lnTo>
                  <a:pt x="11901" y="13135"/>
                </a:lnTo>
                <a:lnTo>
                  <a:pt x="11901" y="12425"/>
                </a:lnTo>
                <a:lnTo>
                  <a:pt x="11901" y="11804"/>
                </a:lnTo>
                <a:lnTo>
                  <a:pt x="12218" y="11360"/>
                </a:lnTo>
                <a:lnTo>
                  <a:pt x="12218" y="10739"/>
                </a:lnTo>
                <a:lnTo>
                  <a:pt x="12218" y="10295"/>
                </a:lnTo>
                <a:lnTo>
                  <a:pt x="12218" y="9851"/>
                </a:lnTo>
                <a:lnTo>
                  <a:pt x="12218" y="9496"/>
                </a:lnTo>
                <a:lnTo>
                  <a:pt x="12536" y="8786"/>
                </a:lnTo>
                <a:lnTo>
                  <a:pt x="12536" y="8343"/>
                </a:lnTo>
                <a:lnTo>
                  <a:pt x="12536" y="7721"/>
                </a:lnTo>
                <a:lnTo>
                  <a:pt x="12536" y="7100"/>
                </a:lnTo>
                <a:lnTo>
                  <a:pt x="12536" y="6656"/>
                </a:lnTo>
                <a:lnTo>
                  <a:pt x="13012" y="6212"/>
                </a:lnTo>
                <a:lnTo>
                  <a:pt x="13012" y="5769"/>
                </a:lnTo>
                <a:lnTo>
                  <a:pt x="13012" y="5147"/>
                </a:lnTo>
                <a:lnTo>
                  <a:pt x="13012" y="4704"/>
                </a:lnTo>
                <a:lnTo>
                  <a:pt x="13329" y="4082"/>
                </a:lnTo>
                <a:lnTo>
                  <a:pt x="13329" y="3638"/>
                </a:lnTo>
                <a:lnTo>
                  <a:pt x="13329" y="3017"/>
                </a:lnTo>
                <a:lnTo>
                  <a:pt x="13329" y="2396"/>
                </a:lnTo>
                <a:lnTo>
                  <a:pt x="13329" y="2130"/>
                </a:lnTo>
                <a:lnTo>
                  <a:pt x="13805" y="1508"/>
                </a:lnTo>
                <a:lnTo>
                  <a:pt x="13805" y="1065"/>
                </a:lnTo>
                <a:lnTo>
                  <a:pt x="13805" y="443"/>
                </a:lnTo>
                <a:lnTo>
                  <a:pt x="13805" y="0"/>
                </a:lnTo>
              </a:path>
            </a:pathLst>
          </a:custGeom>
          <a:ln w="1934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8057898" y="3140034"/>
            <a:ext cx="13329" cy="117689"/>
          </a:xfrm>
          <a:custGeom>
            <a:avLst/>
            <a:gdLst/>
            <a:ahLst/>
            <a:cxnLst/>
            <a:rect l="l" t="t" r="r" b="b"/>
            <a:pathLst>
              <a:path w="13329" h="117689">
                <a:moveTo>
                  <a:pt x="0" y="117689"/>
                </a:moveTo>
                <a:lnTo>
                  <a:pt x="0" y="117068"/>
                </a:lnTo>
                <a:lnTo>
                  <a:pt x="317" y="116624"/>
                </a:lnTo>
                <a:lnTo>
                  <a:pt x="317" y="116003"/>
                </a:lnTo>
                <a:lnTo>
                  <a:pt x="317" y="115382"/>
                </a:lnTo>
                <a:lnTo>
                  <a:pt x="317" y="114938"/>
                </a:lnTo>
                <a:lnTo>
                  <a:pt x="317" y="114317"/>
                </a:lnTo>
                <a:lnTo>
                  <a:pt x="317" y="113873"/>
                </a:lnTo>
                <a:lnTo>
                  <a:pt x="317" y="113163"/>
                </a:lnTo>
                <a:lnTo>
                  <a:pt x="317" y="112985"/>
                </a:lnTo>
                <a:lnTo>
                  <a:pt x="317" y="112364"/>
                </a:lnTo>
                <a:lnTo>
                  <a:pt x="634" y="111920"/>
                </a:lnTo>
                <a:lnTo>
                  <a:pt x="634" y="111299"/>
                </a:lnTo>
                <a:lnTo>
                  <a:pt x="634" y="110589"/>
                </a:lnTo>
                <a:lnTo>
                  <a:pt x="634" y="110234"/>
                </a:lnTo>
                <a:lnTo>
                  <a:pt x="634" y="109524"/>
                </a:lnTo>
                <a:lnTo>
                  <a:pt x="1110" y="109169"/>
                </a:lnTo>
                <a:lnTo>
                  <a:pt x="1110" y="108459"/>
                </a:lnTo>
                <a:lnTo>
                  <a:pt x="1110" y="108015"/>
                </a:lnTo>
                <a:lnTo>
                  <a:pt x="1110" y="107394"/>
                </a:lnTo>
                <a:lnTo>
                  <a:pt x="1110" y="106950"/>
                </a:lnTo>
                <a:lnTo>
                  <a:pt x="1428" y="106329"/>
                </a:lnTo>
                <a:lnTo>
                  <a:pt x="1428" y="105885"/>
                </a:lnTo>
                <a:lnTo>
                  <a:pt x="1428" y="105264"/>
                </a:lnTo>
                <a:lnTo>
                  <a:pt x="1428" y="104820"/>
                </a:lnTo>
                <a:lnTo>
                  <a:pt x="1428" y="104199"/>
                </a:lnTo>
                <a:lnTo>
                  <a:pt x="1904" y="103577"/>
                </a:lnTo>
                <a:lnTo>
                  <a:pt x="1904" y="103134"/>
                </a:lnTo>
                <a:lnTo>
                  <a:pt x="1904" y="102512"/>
                </a:lnTo>
                <a:lnTo>
                  <a:pt x="1904" y="102068"/>
                </a:lnTo>
                <a:lnTo>
                  <a:pt x="2221" y="101447"/>
                </a:lnTo>
                <a:lnTo>
                  <a:pt x="2221" y="101003"/>
                </a:lnTo>
                <a:lnTo>
                  <a:pt x="2221" y="100382"/>
                </a:lnTo>
                <a:lnTo>
                  <a:pt x="2221" y="99938"/>
                </a:lnTo>
                <a:lnTo>
                  <a:pt x="2221" y="99228"/>
                </a:lnTo>
                <a:lnTo>
                  <a:pt x="2221" y="98607"/>
                </a:lnTo>
                <a:lnTo>
                  <a:pt x="2221" y="97986"/>
                </a:lnTo>
                <a:lnTo>
                  <a:pt x="2221" y="97542"/>
                </a:lnTo>
                <a:lnTo>
                  <a:pt x="2221" y="96921"/>
                </a:lnTo>
                <a:lnTo>
                  <a:pt x="2221" y="96477"/>
                </a:lnTo>
                <a:lnTo>
                  <a:pt x="2697" y="95856"/>
                </a:lnTo>
                <a:lnTo>
                  <a:pt x="2697" y="95412"/>
                </a:lnTo>
                <a:lnTo>
                  <a:pt x="2697" y="94791"/>
                </a:lnTo>
                <a:lnTo>
                  <a:pt x="2697" y="94080"/>
                </a:lnTo>
                <a:lnTo>
                  <a:pt x="2697" y="93725"/>
                </a:lnTo>
                <a:lnTo>
                  <a:pt x="3015" y="93015"/>
                </a:lnTo>
                <a:lnTo>
                  <a:pt x="3015" y="92660"/>
                </a:lnTo>
                <a:lnTo>
                  <a:pt x="3015" y="91950"/>
                </a:lnTo>
                <a:lnTo>
                  <a:pt x="3015" y="91507"/>
                </a:lnTo>
                <a:lnTo>
                  <a:pt x="3015" y="90708"/>
                </a:lnTo>
                <a:lnTo>
                  <a:pt x="3332" y="90264"/>
                </a:lnTo>
                <a:lnTo>
                  <a:pt x="3332" y="89643"/>
                </a:lnTo>
                <a:lnTo>
                  <a:pt x="3332" y="89199"/>
                </a:lnTo>
                <a:lnTo>
                  <a:pt x="3332" y="88578"/>
                </a:lnTo>
                <a:lnTo>
                  <a:pt x="3808" y="88134"/>
                </a:lnTo>
                <a:lnTo>
                  <a:pt x="3808" y="87513"/>
                </a:lnTo>
                <a:lnTo>
                  <a:pt x="3808" y="87069"/>
                </a:lnTo>
                <a:lnTo>
                  <a:pt x="3808" y="86359"/>
                </a:lnTo>
                <a:lnTo>
                  <a:pt x="3808" y="85737"/>
                </a:lnTo>
                <a:lnTo>
                  <a:pt x="4125" y="85116"/>
                </a:lnTo>
                <a:lnTo>
                  <a:pt x="4125" y="84672"/>
                </a:lnTo>
                <a:lnTo>
                  <a:pt x="4125" y="84051"/>
                </a:lnTo>
                <a:lnTo>
                  <a:pt x="4125" y="83607"/>
                </a:lnTo>
                <a:lnTo>
                  <a:pt x="4125" y="82986"/>
                </a:lnTo>
                <a:lnTo>
                  <a:pt x="4601" y="82365"/>
                </a:lnTo>
                <a:lnTo>
                  <a:pt x="4601" y="81655"/>
                </a:lnTo>
                <a:lnTo>
                  <a:pt x="4601" y="81300"/>
                </a:lnTo>
                <a:lnTo>
                  <a:pt x="4601" y="80590"/>
                </a:lnTo>
                <a:lnTo>
                  <a:pt x="4601" y="79968"/>
                </a:lnTo>
                <a:lnTo>
                  <a:pt x="4601" y="79525"/>
                </a:lnTo>
                <a:lnTo>
                  <a:pt x="4601" y="78903"/>
                </a:lnTo>
                <a:lnTo>
                  <a:pt x="4601" y="78282"/>
                </a:lnTo>
                <a:lnTo>
                  <a:pt x="4601" y="77572"/>
                </a:lnTo>
                <a:lnTo>
                  <a:pt x="4919" y="77217"/>
                </a:lnTo>
                <a:lnTo>
                  <a:pt x="4919" y="76507"/>
                </a:lnTo>
                <a:lnTo>
                  <a:pt x="4919" y="76152"/>
                </a:lnTo>
                <a:lnTo>
                  <a:pt x="4919" y="75264"/>
                </a:lnTo>
                <a:lnTo>
                  <a:pt x="4919" y="74820"/>
                </a:lnTo>
                <a:lnTo>
                  <a:pt x="5236" y="74199"/>
                </a:lnTo>
                <a:lnTo>
                  <a:pt x="5236" y="73755"/>
                </a:lnTo>
                <a:lnTo>
                  <a:pt x="5236" y="73134"/>
                </a:lnTo>
                <a:lnTo>
                  <a:pt x="5236" y="72424"/>
                </a:lnTo>
                <a:lnTo>
                  <a:pt x="5236" y="71803"/>
                </a:lnTo>
                <a:lnTo>
                  <a:pt x="5712" y="71359"/>
                </a:lnTo>
                <a:lnTo>
                  <a:pt x="5712" y="70738"/>
                </a:lnTo>
                <a:lnTo>
                  <a:pt x="5712" y="70294"/>
                </a:lnTo>
                <a:lnTo>
                  <a:pt x="5712" y="69495"/>
                </a:lnTo>
                <a:lnTo>
                  <a:pt x="5712" y="69051"/>
                </a:lnTo>
                <a:lnTo>
                  <a:pt x="6030" y="68430"/>
                </a:lnTo>
                <a:lnTo>
                  <a:pt x="6030" y="67986"/>
                </a:lnTo>
                <a:lnTo>
                  <a:pt x="6030" y="67099"/>
                </a:lnTo>
                <a:lnTo>
                  <a:pt x="6030" y="66655"/>
                </a:lnTo>
                <a:lnTo>
                  <a:pt x="6506" y="66034"/>
                </a:lnTo>
                <a:lnTo>
                  <a:pt x="6506" y="65590"/>
                </a:lnTo>
                <a:lnTo>
                  <a:pt x="6506" y="64702"/>
                </a:lnTo>
                <a:lnTo>
                  <a:pt x="6506" y="64347"/>
                </a:lnTo>
                <a:lnTo>
                  <a:pt x="6506" y="63637"/>
                </a:lnTo>
                <a:lnTo>
                  <a:pt x="6506" y="63282"/>
                </a:lnTo>
                <a:lnTo>
                  <a:pt x="6506" y="62395"/>
                </a:lnTo>
                <a:lnTo>
                  <a:pt x="6506" y="61951"/>
                </a:lnTo>
                <a:lnTo>
                  <a:pt x="6506" y="61330"/>
                </a:lnTo>
                <a:lnTo>
                  <a:pt x="6506" y="60886"/>
                </a:lnTo>
                <a:lnTo>
                  <a:pt x="6823" y="59998"/>
                </a:lnTo>
                <a:lnTo>
                  <a:pt x="6823" y="59555"/>
                </a:lnTo>
                <a:lnTo>
                  <a:pt x="6823" y="58933"/>
                </a:lnTo>
                <a:lnTo>
                  <a:pt x="6823" y="58312"/>
                </a:lnTo>
                <a:lnTo>
                  <a:pt x="6823" y="57691"/>
                </a:lnTo>
                <a:lnTo>
                  <a:pt x="7299" y="57247"/>
                </a:lnTo>
                <a:lnTo>
                  <a:pt x="7299" y="56626"/>
                </a:lnTo>
                <a:lnTo>
                  <a:pt x="7299" y="55916"/>
                </a:lnTo>
                <a:lnTo>
                  <a:pt x="7299" y="55294"/>
                </a:lnTo>
                <a:lnTo>
                  <a:pt x="7616" y="54850"/>
                </a:lnTo>
                <a:lnTo>
                  <a:pt x="7616" y="54052"/>
                </a:lnTo>
                <a:lnTo>
                  <a:pt x="7616" y="53608"/>
                </a:lnTo>
                <a:lnTo>
                  <a:pt x="7616" y="52987"/>
                </a:lnTo>
                <a:lnTo>
                  <a:pt x="7616" y="52277"/>
                </a:lnTo>
                <a:lnTo>
                  <a:pt x="7934" y="51655"/>
                </a:lnTo>
                <a:lnTo>
                  <a:pt x="7934" y="51211"/>
                </a:lnTo>
                <a:lnTo>
                  <a:pt x="7934" y="50413"/>
                </a:lnTo>
                <a:lnTo>
                  <a:pt x="7934" y="49969"/>
                </a:lnTo>
                <a:lnTo>
                  <a:pt x="7934" y="49348"/>
                </a:lnTo>
                <a:lnTo>
                  <a:pt x="8410" y="48638"/>
                </a:lnTo>
                <a:lnTo>
                  <a:pt x="8410" y="48016"/>
                </a:lnTo>
                <a:lnTo>
                  <a:pt x="8410" y="47573"/>
                </a:lnTo>
                <a:lnTo>
                  <a:pt x="8410" y="46951"/>
                </a:lnTo>
                <a:lnTo>
                  <a:pt x="8410" y="46330"/>
                </a:lnTo>
                <a:lnTo>
                  <a:pt x="8727" y="45620"/>
                </a:lnTo>
                <a:lnTo>
                  <a:pt x="8727" y="44999"/>
                </a:lnTo>
                <a:lnTo>
                  <a:pt x="8727" y="44555"/>
                </a:lnTo>
                <a:lnTo>
                  <a:pt x="8727" y="43934"/>
                </a:lnTo>
                <a:lnTo>
                  <a:pt x="8727" y="43312"/>
                </a:lnTo>
                <a:lnTo>
                  <a:pt x="8727" y="42691"/>
                </a:lnTo>
                <a:lnTo>
                  <a:pt x="8727" y="42247"/>
                </a:lnTo>
                <a:lnTo>
                  <a:pt x="8727" y="41360"/>
                </a:lnTo>
                <a:lnTo>
                  <a:pt x="8727" y="40916"/>
                </a:lnTo>
                <a:lnTo>
                  <a:pt x="9203" y="40117"/>
                </a:lnTo>
                <a:lnTo>
                  <a:pt x="9203" y="39673"/>
                </a:lnTo>
                <a:lnTo>
                  <a:pt x="9203" y="39052"/>
                </a:lnTo>
                <a:lnTo>
                  <a:pt x="9203" y="38342"/>
                </a:lnTo>
                <a:lnTo>
                  <a:pt x="9203" y="37721"/>
                </a:lnTo>
                <a:lnTo>
                  <a:pt x="9521" y="37277"/>
                </a:lnTo>
                <a:lnTo>
                  <a:pt x="9521" y="36478"/>
                </a:lnTo>
                <a:lnTo>
                  <a:pt x="9521" y="36034"/>
                </a:lnTo>
                <a:lnTo>
                  <a:pt x="9521" y="35147"/>
                </a:lnTo>
                <a:lnTo>
                  <a:pt x="9521" y="34703"/>
                </a:lnTo>
                <a:lnTo>
                  <a:pt x="9838" y="34082"/>
                </a:lnTo>
                <a:lnTo>
                  <a:pt x="9838" y="33460"/>
                </a:lnTo>
                <a:lnTo>
                  <a:pt x="9838" y="32839"/>
                </a:lnTo>
                <a:lnTo>
                  <a:pt x="9838" y="32129"/>
                </a:lnTo>
                <a:lnTo>
                  <a:pt x="10314" y="31508"/>
                </a:lnTo>
                <a:lnTo>
                  <a:pt x="10314" y="30886"/>
                </a:lnTo>
                <a:lnTo>
                  <a:pt x="10314" y="30443"/>
                </a:lnTo>
                <a:lnTo>
                  <a:pt x="10314" y="29821"/>
                </a:lnTo>
                <a:lnTo>
                  <a:pt x="10314" y="29111"/>
                </a:lnTo>
                <a:lnTo>
                  <a:pt x="10631" y="28490"/>
                </a:lnTo>
                <a:lnTo>
                  <a:pt x="10631" y="27869"/>
                </a:lnTo>
                <a:lnTo>
                  <a:pt x="10631" y="27247"/>
                </a:lnTo>
                <a:lnTo>
                  <a:pt x="10631" y="26537"/>
                </a:lnTo>
                <a:lnTo>
                  <a:pt x="10631" y="25916"/>
                </a:lnTo>
                <a:lnTo>
                  <a:pt x="10631" y="25472"/>
                </a:lnTo>
                <a:lnTo>
                  <a:pt x="10631" y="24674"/>
                </a:lnTo>
                <a:lnTo>
                  <a:pt x="10631" y="24230"/>
                </a:lnTo>
                <a:lnTo>
                  <a:pt x="10631" y="23342"/>
                </a:lnTo>
                <a:lnTo>
                  <a:pt x="10631" y="22898"/>
                </a:lnTo>
                <a:lnTo>
                  <a:pt x="11108" y="22100"/>
                </a:lnTo>
                <a:lnTo>
                  <a:pt x="11108" y="21656"/>
                </a:lnTo>
                <a:lnTo>
                  <a:pt x="11108" y="21035"/>
                </a:lnTo>
                <a:lnTo>
                  <a:pt x="11108" y="20325"/>
                </a:lnTo>
                <a:lnTo>
                  <a:pt x="11425" y="19703"/>
                </a:lnTo>
                <a:lnTo>
                  <a:pt x="11425" y="19082"/>
                </a:lnTo>
                <a:lnTo>
                  <a:pt x="11425" y="18638"/>
                </a:lnTo>
                <a:lnTo>
                  <a:pt x="11425" y="17751"/>
                </a:lnTo>
                <a:lnTo>
                  <a:pt x="11425" y="17396"/>
                </a:lnTo>
                <a:lnTo>
                  <a:pt x="11901" y="16508"/>
                </a:lnTo>
                <a:lnTo>
                  <a:pt x="11901" y="16064"/>
                </a:lnTo>
                <a:lnTo>
                  <a:pt x="11901" y="15177"/>
                </a:lnTo>
                <a:lnTo>
                  <a:pt x="11901" y="14822"/>
                </a:lnTo>
                <a:lnTo>
                  <a:pt x="11901" y="13934"/>
                </a:lnTo>
                <a:lnTo>
                  <a:pt x="12218" y="13490"/>
                </a:lnTo>
                <a:lnTo>
                  <a:pt x="12218" y="12603"/>
                </a:lnTo>
                <a:lnTo>
                  <a:pt x="12218" y="12248"/>
                </a:lnTo>
                <a:lnTo>
                  <a:pt x="12218" y="11538"/>
                </a:lnTo>
                <a:lnTo>
                  <a:pt x="12218" y="10916"/>
                </a:lnTo>
                <a:lnTo>
                  <a:pt x="12536" y="10295"/>
                </a:lnTo>
                <a:lnTo>
                  <a:pt x="12536" y="9674"/>
                </a:lnTo>
                <a:lnTo>
                  <a:pt x="12536" y="8964"/>
                </a:lnTo>
                <a:lnTo>
                  <a:pt x="12536" y="8343"/>
                </a:lnTo>
                <a:lnTo>
                  <a:pt x="12536" y="7721"/>
                </a:lnTo>
                <a:lnTo>
                  <a:pt x="12536" y="7100"/>
                </a:lnTo>
                <a:lnTo>
                  <a:pt x="12536" y="6390"/>
                </a:lnTo>
                <a:lnTo>
                  <a:pt x="12536" y="5769"/>
                </a:lnTo>
                <a:lnTo>
                  <a:pt x="12536" y="5147"/>
                </a:lnTo>
                <a:lnTo>
                  <a:pt x="13012" y="4526"/>
                </a:lnTo>
                <a:lnTo>
                  <a:pt x="13012" y="3816"/>
                </a:lnTo>
                <a:lnTo>
                  <a:pt x="13012" y="3195"/>
                </a:lnTo>
                <a:lnTo>
                  <a:pt x="13012" y="2573"/>
                </a:lnTo>
                <a:lnTo>
                  <a:pt x="13012" y="1952"/>
                </a:lnTo>
                <a:lnTo>
                  <a:pt x="13329" y="1242"/>
                </a:lnTo>
                <a:lnTo>
                  <a:pt x="13329" y="621"/>
                </a:lnTo>
                <a:lnTo>
                  <a:pt x="13329" y="0"/>
                </a:lnTo>
              </a:path>
            </a:pathLst>
          </a:custGeom>
          <a:ln w="19433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8071228" y="3005835"/>
            <a:ext cx="13805" cy="134198"/>
          </a:xfrm>
          <a:custGeom>
            <a:avLst/>
            <a:gdLst/>
            <a:ahLst/>
            <a:cxnLst/>
            <a:rect l="l" t="t" r="r" b="b"/>
            <a:pathLst>
              <a:path w="13805" h="134198">
                <a:moveTo>
                  <a:pt x="0" y="134198"/>
                </a:moveTo>
                <a:lnTo>
                  <a:pt x="0" y="133577"/>
                </a:lnTo>
                <a:lnTo>
                  <a:pt x="0" y="132867"/>
                </a:lnTo>
                <a:lnTo>
                  <a:pt x="476" y="132245"/>
                </a:lnTo>
                <a:lnTo>
                  <a:pt x="476" y="131624"/>
                </a:lnTo>
                <a:lnTo>
                  <a:pt x="476" y="131003"/>
                </a:lnTo>
                <a:lnTo>
                  <a:pt x="476" y="130293"/>
                </a:lnTo>
                <a:lnTo>
                  <a:pt x="793" y="129671"/>
                </a:lnTo>
                <a:lnTo>
                  <a:pt x="793" y="129050"/>
                </a:lnTo>
                <a:lnTo>
                  <a:pt x="793" y="128429"/>
                </a:lnTo>
                <a:lnTo>
                  <a:pt x="793" y="127719"/>
                </a:lnTo>
                <a:lnTo>
                  <a:pt x="793" y="127098"/>
                </a:lnTo>
                <a:lnTo>
                  <a:pt x="1110" y="126476"/>
                </a:lnTo>
                <a:lnTo>
                  <a:pt x="1110" y="125855"/>
                </a:lnTo>
                <a:lnTo>
                  <a:pt x="1110" y="125145"/>
                </a:lnTo>
                <a:lnTo>
                  <a:pt x="1110" y="124524"/>
                </a:lnTo>
                <a:lnTo>
                  <a:pt x="1110" y="123902"/>
                </a:lnTo>
                <a:lnTo>
                  <a:pt x="1586" y="123281"/>
                </a:lnTo>
                <a:lnTo>
                  <a:pt x="1586" y="122571"/>
                </a:lnTo>
                <a:lnTo>
                  <a:pt x="1586" y="121950"/>
                </a:lnTo>
                <a:lnTo>
                  <a:pt x="1586" y="121328"/>
                </a:lnTo>
                <a:lnTo>
                  <a:pt x="1586" y="120707"/>
                </a:lnTo>
                <a:lnTo>
                  <a:pt x="1586" y="119820"/>
                </a:lnTo>
                <a:lnTo>
                  <a:pt x="1586" y="119376"/>
                </a:lnTo>
                <a:lnTo>
                  <a:pt x="1586" y="118577"/>
                </a:lnTo>
                <a:lnTo>
                  <a:pt x="1586" y="118133"/>
                </a:lnTo>
                <a:lnTo>
                  <a:pt x="1904" y="117246"/>
                </a:lnTo>
                <a:lnTo>
                  <a:pt x="1904" y="116624"/>
                </a:lnTo>
                <a:lnTo>
                  <a:pt x="1904" y="116181"/>
                </a:lnTo>
                <a:lnTo>
                  <a:pt x="1904" y="115293"/>
                </a:lnTo>
                <a:lnTo>
                  <a:pt x="1904" y="114849"/>
                </a:lnTo>
                <a:lnTo>
                  <a:pt x="2380" y="114050"/>
                </a:lnTo>
                <a:lnTo>
                  <a:pt x="2380" y="113429"/>
                </a:lnTo>
                <a:lnTo>
                  <a:pt x="2380" y="112719"/>
                </a:lnTo>
                <a:lnTo>
                  <a:pt x="2380" y="112098"/>
                </a:lnTo>
                <a:lnTo>
                  <a:pt x="2380" y="111477"/>
                </a:lnTo>
                <a:lnTo>
                  <a:pt x="2697" y="110855"/>
                </a:lnTo>
                <a:lnTo>
                  <a:pt x="2697" y="110145"/>
                </a:lnTo>
                <a:lnTo>
                  <a:pt x="2697" y="109524"/>
                </a:lnTo>
                <a:lnTo>
                  <a:pt x="2697" y="108903"/>
                </a:lnTo>
                <a:lnTo>
                  <a:pt x="2697" y="108015"/>
                </a:lnTo>
                <a:lnTo>
                  <a:pt x="3015" y="107571"/>
                </a:lnTo>
                <a:lnTo>
                  <a:pt x="3015" y="106773"/>
                </a:lnTo>
                <a:lnTo>
                  <a:pt x="3015" y="106062"/>
                </a:lnTo>
                <a:lnTo>
                  <a:pt x="3015" y="105441"/>
                </a:lnTo>
                <a:lnTo>
                  <a:pt x="3491" y="104820"/>
                </a:lnTo>
                <a:lnTo>
                  <a:pt x="3491" y="104376"/>
                </a:lnTo>
                <a:lnTo>
                  <a:pt x="3491" y="103489"/>
                </a:lnTo>
                <a:lnTo>
                  <a:pt x="3491" y="102867"/>
                </a:lnTo>
                <a:lnTo>
                  <a:pt x="3491" y="102246"/>
                </a:lnTo>
                <a:lnTo>
                  <a:pt x="3491" y="101625"/>
                </a:lnTo>
                <a:lnTo>
                  <a:pt x="3491" y="100737"/>
                </a:lnTo>
                <a:lnTo>
                  <a:pt x="3491" y="100293"/>
                </a:lnTo>
                <a:lnTo>
                  <a:pt x="3491" y="99672"/>
                </a:lnTo>
                <a:lnTo>
                  <a:pt x="3491" y="98785"/>
                </a:lnTo>
                <a:lnTo>
                  <a:pt x="3808" y="98341"/>
                </a:lnTo>
                <a:lnTo>
                  <a:pt x="3808" y="97542"/>
                </a:lnTo>
                <a:lnTo>
                  <a:pt x="3808" y="96921"/>
                </a:lnTo>
                <a:lnTo>
                  <a:pt x="3808" y="96211"/>
                </a:lnTo>
                <a:lnTo>
                  <a:pt x="3808" y="95589"/>
                </a:lnTo>
                <a:lnTo>
                  <a:pt x="4284" y="94968"/>
                </a:lnTo>
                <a:lnTo>
                  <a:pt x="4284" y="94347"/>
                </a:lnTo>
                <a:lnTo>
                  <a:pt x="4284" y="93637"/>
                </a:lnTo>
                <a:lnTo>
                  <a:pt x="4284" y="92838"/>
                </a:lnTo>
                <a:lnTo>
                  <a:pt x="4601" y="92394"/>
                </a:lnTo>
                <a:lnTo>
                  <a:pt x="4601" y="91507"/>
                </a:lnTo>
                <a:lnTo>
                  <a:pt x="4601" y="90885"/>
                </a:lnTo>
                <a:lnTo>
                  <a:pt x="4601" y="90264"/>
                </a:lnTo>
                <a:lnTo>
                  <a:pt x="4601" y="89554"/>
                </a:lnTo>
                <a:lnTo>
                  <a:pt x="5077" y="88933"/>
                </a:lnTo>
                <a:lnTo>
                  <a:pt x="5077" y="88311"/>
                </a:lnTo>
                <a:lnTo>
                  <a:pt x="5077" y="87690"/>
                </a:lnTo>
                <a:lnTo>
                  <a:pt x="5077" y="86803"/>
                </a:lnTo>
                <a:lnTo>
                  <a:pt x="5077" y="86359"/>
                </a:lnTo>
                <a:lnTo>
                  <a:pt x="5395" y="85471"/>
                </a:lnTo>
                <a:lnTo>
                  <a:pt x="5395" y="84850"/>
                </a:lnTo>
                <a:lnTo>
                  <a:pt x="5395" y="84229"/>
                </a:lnTo>
                <a:lnTo>
                  <a:pt x="5395" y="83607"/>
                </a:lnTo>
                <a:lnTo>
                  <a:pt x="5395" y="82897"/>
                </a:lnTo>
                <a:lnTo>
                  <a:pt x="5712" y="82098"/>
                </a:lnTo>
                <a:lnTo>
                  <a:pt x="5712" y="81655"/>
                </a:lnTo>
                <a:lnTo>
                  <a:pt x="5712" y="80767"/>
                </a:lnTo>
                <a:lnTo>
                  <a:pt x="5712" y="80146"/>
                </a:lnTo>
                <a:lnTo>
                  <a:pt x="5712" y="79525"/>
                </a:lnTo>
                <a:lnTo>
                  <a:pt x="5712" y="78903"/>
                </a:lnTo>
                <a:lnTo>
                  <a:pt x="5712" y="78193"/>
                </a:lnTo>
                <a:lnTo>
                  <a:pt x="5712" y="77394"/>
                </a:lnTo>
                <a:lnTo>
                  <a:pt x="5712" y="76951"/>
                </a:lnTo>
                <a:lnTo>
                  <a:pt x="6188" y="76063"/>
                </a:lnTo>
                <a:lnTo>
                  <a:pt x="6188" y="75442"/>
                </a:lnTo>
                <a:lnTo>
                  <a:pt x="6188" y="74820"/>
                </a:lnTo>
                <a:lnTo>
                  <a:pt x="6188" y="74110"/>
                </a:lnTo>
                <a:lnTo>
                  <a:pt x="6188" y="73489"/>
                </a:lnTo>
                <a:lnTo>
                  <a:pt x="6506" y="72690"/>
                </a:lnTo>
                <a:lnTo>
                  <a:pt x="6506" y="72247"/>
                </a:lnTo>
                <a:lnTo>
                  <a:pt x="6506" y="71359"/>
                </a:lnTo>
                <a:lnTo>
                  <a:pt x="6506" y="70738"/>
                </a:lnTo>
                <a:lnTo>
                  <a:pt x="6506" y="70116"/>
                </a:lnTo>
                <a:lnTo>
                  <a:pt x="6982" y="69406"/>
                </a:lnTo>
                <a:lnTo>
                  <a:pt x="6982" y="68785"/>
                </a:lnTo>
                <a:lnTo>
                  <a:pt x="6982" y="67898"/>
                </a:lnTo>
                <a:lnTo>
                  <a:pt x="6982" y="67543"/>
                </a:lnTo>
                <a:lnTo>
                  <a:pt x="7299" y="66655"/>
                </a:lnTo>
                <a:lnTo>
                  <a:pt x="7299" y="66034"/>
                </a:lnTo>
                <a:lnTo>
                  <a:pt x="7299" y="65324"/>
                </a:lnTo>
                <a:lnTo>
                  <a:pt x="7299" y="64702"/>
                </a:lnTo>
                <a:lnTo>
                  <a:pt x="7299" y="64081"/>
                </a:lnTo>
                <a:lnTo>
                  <a:pt x="7616" y="63194"/>
                </a:lnTo>
                <a:lnTo>
                  <a:pt x="7616" y="62750"/>
                </a:lnTo>
                <a:lnTo>
                  <a:pt x="7616" y="61951"/>
                </a:lnTo>
                <a:lnTo>
                  <a:pt x="7616" y="61241"/>
                </a:lnTo>
                <a:lnTo>
                  <a:pt x="7616" y="60620"/>
                </a:lnTo>
                <a:lnTo>
                  <a:pt x="7616" y="59998"/>
                </a:lnTo>
                <a:lnTo>
                  <a:pt x="7616" y="59377"/>
                </a:lnTo>
                <a:lnTo>
                  <a:pt x="7616" y="58489"/>
                </a:lnTo>
                <a:lnTo>
                  <a:pt x="7616" y="57868"/>
                </a:lnTo>
                <a:lnTo>
                  <a:pt x="7616" y="57247"/>
                </a:lnTo>
                <a:lnTo>
                  <a:pt x="8093" y="56537"/>
                </a:lnTo>
                <a:lnTo>
                  <a:pt x="8093" y="55916"/>
                </a:lnTo>
                <a:lnTo>
                  <a:pt x="8093" y="55028"/>
                </a:lnTo>
                <a:lnTo>
                  <a:pt x="8093" y="54673"/>
                </a:lnTo>
                <a:lnTo>
                  <a:pt x="8410" y="53785"/>
                </a:lnTo>
                <a:lnTo>
                  <a:pt x="8410" y="53164"/>
                </a:lnTo>
                <a:lnTo>
                  <a:pt x="8410" y="52454"/>
                </a:lnTo>
                <a:lnTo>
                  <a:pt x="8410" y="51655"/>
                </a:lnTo>
                <a:lnTo>
                  <a:pt x="8410" y="51211"/>
                </a:lnTo>
                <a:lnTo>
                  <a:pt x="8886" y="50324"/>
                </a:lnTo>
                <a:lnTo>
                  <a:pt x="8886" y="49703"/>
                </a:lnTo>
                <a:lnTo>
                  <a:pt x="8886" y="48815"/>
                </a:lnTo>
                <a:lnTo>
                  <a:pt x="8886" y="48460"/>
                </a:lnTo>
                <a:lnTo>
                  <a:pt x="8886" y="47750"/>
                </a:lnTo>
                <a:lnTo>
                  <a:pt x="9203" y="46951"/>
                </a:lnTo>
                <a:lnTo>
                  <a:pt x="9203" y="46241"/>
                </a:lnTo>
                <a:lnTo>
                  <a:pt x="9203" y="45620"/>
                </a:lnTo>
                <a:lnTo>
                  <a:pt x="9203" y="44999"/>
                </a:lnTo>
                <a:lnTo>
                  <a:pt x="9203" y="44111"/>
                </a:lnTo>
                <a:lnTo>
                  <a:pt x="9679" y="43490"/>
                </a:lnTo>
                <a:lnTo>
                  <a:pt x="9679" y="42868"/>
                </a:lnTo>
                <a:lnTo>
                  <a:pt x="9679" y="42158"/>
                </a:lnTo>
                <a:lnTo>
                  <a:pt x="9679" y="41537"/>
                </a:lnTo>
                <a:lnTo>
                  <a:pt x="9997" y="40738"/>
                </a:lnTo>
                <a:lnTo>
                  <a:pt x="9997" y="40028"/>
                </a:lnTo>
                <a:lnTo>
                  <a:pt x="9997" y="39407"/>
                </a:lnTo>
                <a:lnTo>
                  <a:pt x="9997" y="38786"/>
                </a:lnTo>
                <a:lnTo>
                  <a:pt x="9997" y="38164"/>
                </a:lnTo>
                <a:lnTo>
                  <a:pt x="9997" y="37277"/>
                </a:lnTo>
                <a:lnTo>
                  <a:pt x="9997" y="36656"/>
                </a:lnTo>
                <a:lnTo>
                  <a:pt x="9997" y="35946"/>
                </a:lnTo>
                <a:lnTo>
                  <a:pt x="9997" y="35324"/>
                </a:lnTo>
                <a:lnTo>
                  <a:pt x="9997" y="34703"/>
                </a:lnTo>
                <a:lnTo>
                  <a:pt x="10314" y="33815"/>
                </a:lnTo>
                <a:lnTo>
                  <a:pt x="10314" y="33194"/>
                </a:lnTo>
                <a:lnTo>
                  <a:pt x="10314" y="32573"/>
                </a:lnTo>
                <a:lnTo>
                  <a:pt x="10314" y="31952"/>
                </a:lnTo>
                <a:lnTo>
                  <a:pt x="10314" y="31064"/>
                </a:lnTo>
                <a:lnTo>
                  <a:pt x="10790" y="30443"/>
                </a:lnTo>
                <a:lnTo>
                  <a:pt x="10790" y="29733"/>
                </a:lnTo>
                <a:lnTo>
                  <a:pt x="10790" y="29111"/>
                </a:lnTo>
                <a:lnTo>
                  <a:pt x="10790" y="28490"/>
                </a:lnTo>
                <a:lnTo>
                  <a:pt x="11108" y="27602"/>
                </a:lnTo>
                <a:lnTo>
                  <a:pt x="11108" y="26981"/>
                </a:lnTo>
                <a:lnTo>
                  <a:pt x="11108" y="26360"/>
                </a:lnTo>
                <a:lnTo>
                  <a:pt x="11108" y="25650"/>
                </a:lnTo>
                <a:lnTo>
                  <a:pt x="11108" y="25029"/>
                </a:lnTo>
                <a:lnTo>
                  <a:pt x="11584" y="24230"/>
                </a:lnTo>
                <a:lnTo>
                  <a:pt x="11584" y="23520"/>
                </a:lnTo>
                <a:lnTo>
                  <a:pt x="11584" y="22898"/>
                </a:lnTo>
                <a:lnTo>
                  <a:pt x="11584" y="22277"/>
                </a:lnTo>
                <a:lnTo>
                  <a:pt x="11584" y="21656"/>
                </a:lnTo>
                <a:lnTo>
                  <a:pt x="11901" y="20768"/>
                </a:lnTo>
                <a:lnTo>
                  <a:pt x="11901" y="20147"/>
                </a:lnTo>
                <a:lnTo>
                  <a:pt x="11901" y="19259"/>
                </a:lnTo>
                <a:lnTo>
                  <a:pt x="11901" y="18816"/>
                </a:lnTo>
                <a:lnTo>
                  <a:pt x="11901" y="18194"/>
                </a:lnTo>
                <a:lnTo>
                  <a:pt x="11901" y="17307"/>
                </a:lnTo>
                <a:lnTo>
                  <a:pt x="11901" y="16686"/>
                </a:lnTo>
                <a:lnTo>
                  <a:pt x="11901" y="15798"/>
                </a:lnTo>
                <a:lnTo>
                  <a:pt x="11901" y="15354"/>
                </a:lnTo>
                <a:lnTo>
                  <a:pt x="12218" y="14555"/>
                </a:lnTo>
                <a:lnTo>
                  <a:pt x="12218" y="13934"/>
                </a:lnTo>
                <a:lnTo>
                  <a:pt x="12218" y="13224"/>
                </a:lnTo>
                <a:lnTo>
                  <a:pt x="12218" y="12425"/>
                </a:lnTo>
                <a:lnTo>
                  <a:pt x="12218" y="11715"/>
                </a:lnTo>
                <a:lnTo>
                  <a:pt x="12694" y="11094"/>
                </a:lnTo>
                <a:lnTo>
                  <a:pt x="12694" y="10473"/>
                </a:lnTo>
                <a:lnTo>
                  <a:pt x="12694" y="9851"/>
                </a:lnTo>
                <a:lnTo>
                  <a:pt x="12694" y="8964"/>
                </a:lnTo>
                <a:lnTo>
                  <a:pt x="12694" y="8343"/>
                </a:lnTo>
                <a:lnTo>
                  <a:pt x="13012" y="7721"/>
                </a:lnTo>
                <a:lnTo>
                  <a:pt x="13012" y="7011"/>
                </a:lnTo>
                <a:lnTo>
                  <a:pt x="13012" y="6390"/>
                </a:lnTo>
                <a:lnTo>
                  <a:pt x="13012" y="5502"/>
                </a:lnTo>
                <a:lnTo>
                  <a:pt x="13012" y="4881"/>
                </a:lnTo>
                <a:lnTo>
                  <a:pt x="13488" y="3994"/>
                </a:lnTo>
                <a:lnTo>
                  <a:pt x="13488" y="3638"/>
                </a:lnTo>
                <a:lnTo>
                  <a:pt x="13488" y="2751"/>
                </a:lnTo>
                <a:lnTo>
                  <a:pt x="13488" y="2130"/>
                </a:lnTo>
                <a:lnTo>
                  <a:pt x="13805" y="1420"/>
                </a:lnTo>
                <a:lnTo>
                  <a:pt x="13805" y="621"/>
                </a:lnTo>
                <a:lnTo>
                  <a:pt x="13805" y="0"/>
                </a:lnTo>
              </a:path>
            </a:pathLst>
          </a:custGeom>
          <a:ln w="1945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8085034" y="2867909"/>
            <a:ext cx="13488" cy="137926"/>
          </a:xfrm>
          <a:custGeom>
            <a:avLst/>
            <a:gdLst/>
            <a:ahLst/>
            <a:cxnLst/>
            <a:rect l="l" t="t" r="r" b="b"/>
            <a:pathLst>
              <a:path w="13488" h="137926">
                <a:moveTo>
                  <a:pt x="0" y="137926"/>
                </a:moveTo>
                <a:lnTo>
                  <a:pt x="0" y="137216"/>
                </a:lnTo>
                <a:lnTo>
                  <a:pt x="0" y="136594"/>
                </a:lnTo>
                <a:lnTo>
                  <a:pt x="476" y="135973"/>
                </a:lnTo>
                <a:lnTo>
                  <a:pt x="476" y="135086"/>
                </a:lnTo>
                <a:lnTo>
                  <a:pt x="476" y="134464"/>
                </a:lnTo>
                <a:lnTo>
                  <a:pt x="476" y="133577"/>
                </a:lnTo>
                <a:lnTo>
                  <a:pt x="476" y="133133"/>
                </a:lnTo>
                <a:lnTo>
                  <a:pt x="476" y="132512"/>
                </a:lnTo>
                <a:lnTo>
                  <a:pt x="476" y="131624"/>
                </a:lnTo>
                <a:lnTo>
                  <a:pt x="476" y="131003"/>
                </a:lnTo>
                <a:lnTo>
                  <a:pt x="476" y="130204"/>
                </a:lnTo>
                <a:lnTo>
                  <a:pt x="476" y="129494"/>
                </a:lnTo>
                <a:lnTo>
                  <a:pt x="793" y="128873"/>
                </a:lnTo>
                <a:lnTo>
                  <a:pt x="793" y="128251"/>
                </a:lnTo>
                <a:lnTo>
                  <a:pt x="793" y="127630"/>
                </a:lnTo>
                <a:lnTo>
                  <a:pt x="793" y="126743"/>
                </a:lnTo>
                <a:lnTo>
                  <a:pt x="1110" y="126121"/>
                </a:lnTo>
                <a:lnTo>
                  <a:pt x="1110" y="125411"/>
                </a:lnTo>
                <a:lnTo>
                  <a:pt x="1110" y="124790"/>
                </a:lnTo>
                <a:lnTo>
                  <a:pt x="1110" y="124169"/>
                </a:lnTo>
                <a:lnTo>
                  <a:pt x="1110" y="123281"/>
                </a:lnTo>
                <a:lnTo>
                  <a:pt x="1586" y="122660"/>
                </a:lnTo>
                <a:lnTo>
                  <a:pt x="1586" y="121772"/>
                </a:lnTo>
                <a:lnTo>
                  <a:pt x="1586" y="121151"/>
                </a:lnTo>
                <a:lnTo>
                  <a:pt x="1586" y="120707"/>
                </a:lnTo>
                <a:lnTo>
                  <a:pt x="1586" y="119908"/>
                </a:lnTo>
                <a:lnTo>
                  <a:pt x="1904" y="119198"/>
                </a:lnTo>
                <a:lnTo>
                  <a:pt x="1904" y="118400"/>
                </a:lnTo>
                <a:lnTo>
                  <a:pt x="1904" y="117689"/>
                </a:lnTo>
                <a:lnTo>
                  <a:pt x="1904" y="117068"/>
                </a:lnTo>
                <a:lnTo>
                  <a:pt x="1904" y="116269"/>
                </a:lnTo>
                <a:lnTo>
                  <a:pt x="2380" y="115826"/>
                </a:lnTo>
                <a:lnTo>
                  <a:pt x="2380" y="114938"/>
                </a:lnTo>
                <a:lnTo>
                  <a:pt x="2380" y="114317"/>
                </a:lnTo>
                <a:lnTo>
                  <a:pt x="2380" y="113695"/>
                </a:lnTo>
                <a:lnTo>
                  <a:pt x="2380" y="112808"/>
                </a:lnTo>
                <a:lnTo>
                  <a:pt x="2380" y="112187"/>
                </a:lnTo>
                <a:lnTo>
                  <a:pt x="2380" y="111477"/>
                </a:lnTo>
                <a:lnTo>
                  <a:pt x="2380" y="110855"/>
                </a:lnTo>
                <a:lnTo>
                  <a:pt x="2380" y="109968"/>
                </a:lnTo>
                <a:lnTo>
                  <a:pt x="2697" y="109346"/>
                </a:lnTo>
                <a:lnTo>
                  <a:pt x="2697" y="108725"/>
                </a:lnTo>
                <a:lnTo>
                  <a:pt x="2697" y="107838"/>
                </a:lnTo>
                <a:lnTo>
                  <a:pt x="2697" y="107394"/>
                </a:lnTo>
                <a:lnTo>
                  <a:pt x="2697" y="106595"/>
                </a:lnTo>
                <a:lnTo>
                  <a:pt x="3015" y="105974"/>
                </a:lnTo>
                <a:lnTo>
                  <a:pt x="3015" y="105264"/>
                </a:lnTo>
                <a:lnTo>
                  <a:pt x="3015" y="104465"/>
                </a:lnTo>
                <a:lnTo>
                  <a:pt x="3015" y="103755"/>
                </a:lnTo>
                <a:lnTo>
                  <a:pt x="3015" y="102956"/>
                </a:lnTo>
                <a:lnTo>
                  <a:pt x="3491" y="102512"/>
                </a:lnTo>
                <a:lnTo>
                  <a:pt x="3491" y="101891"/>
                </a:lnTo>
                <a:lnTo>
                  <a:pt x="3491" y="101003"/>
                </a:lnTo>
                <a:lnTo>
                  <a:pt x="3491" y="100382"/>
                </a:lnTo>
                <a:lnTo>
                  <a:pt x="3808" y="99495"/>
                </a:lnTo>
                <a:lnTo>
                  <a:pt x="3808" y="98873"/>
                </a:lnTo>
                <a:lnTo>
                  <a:pt x="3808" y="98252"/>
                </a:lnTo>
                <a:lnTo>
                  <a:pt x="3808" y="97542"/>
                </a:lnTo>
                <a:lnTo>
                  <a:pt x="3808" y="96921"/>
                </a:lnTo>
                <a:lnTo>
                  <a:pt x="4284" y="96033"/>
                </a:lnTo>
                <a:lnTo>
                  <a:pt x="4284" y="95412"/>
                </a:lnTo>
                <a:lnTo>
                  <a:pt x="4284" y="94791"/>
                </a:lnTo>
                <a:lnTo>
                  <a:pt x="4284" y="93903"/>
                </a:lnTo>
                <a:lnTo>
                  <a:pt x="4284" y="93459"/>
                </a:lnTo>
                <a:lnTo>
                  <a:pt x="4284" y="92660"/>
                </a:lnTo>
                <a:lnTo>
                  <a:pt x="4284" y="92039"/>
                </a:lnTo>
                <a:lnTo>
                  <a:pt x="4284" y="91152"/>
                </a:lnTo>
                <a:lnTo>
                  <a:pt x="4284" y="90530"/>
                </a:lnTo>
                <a:lnTo>
                  <a:pt x="4284" y="89820"/>
                </a:lnTo>
                <a:lnTo>
                  <a:pt x="4601" y="89021"/>
                </a:lnTo>
                <a:lnTo>
                  <a:pt x="4601" y="88578"/>
                </a:lnTo>
                <a:lnTo>
                  <a:pt x="4601" y="87690"/>
                </a:lnTo>
                <a:lnTo>
                  <a:pt x="4601" y="87069"/>
                </a:lnTo>
                <a:lnTo>
                  <a:pt x="4601" y="86447"/>
                </a:lnTo>
                <a:lnTo>
                  <a:pt x="4919" y="85560"/>
                </a:lnTo>
                <a:lnTo>
                  <a:pt x="4919" y="84939"/>
                </a:lnTo>
                <a:lnTo>
                  <a:pt x="4919" y="84317"/>
                </a:lnTo>
                <a:lnTo>
                  <a:pt x="4919" y="83607"/>
                </a:lnTo>
                <a:lnTo>
                  <a:pt x="5395" y="82986"/>
                </a:lnTo>
                <a:lnTo>
                  <a:pt x="5395" y="82365"/>
                </a:lnTo>
                <a:lnTo>
                  <a:pt x="5395" y="81743"/>
                </a:lnTo>
                <a:lnTo>
                  <a:pt x="5395" y="80856"/>
                </a:lnTo>
                <a:lnTo>
                  <a:pt x="5395" y="80235"/>
                </a:lnTo>
                <a:lnTo>
                  <a:pt x="5712" y="79525"/>
                </a:lnTo>
                <a:lnTo>
                  <a:pt x="5712" y="78903"/>
                </a:lnTo>
                <a:lnTo>
                  <a:pt x="5712" y="78016"/>
                </a:lnTo>
                <a:lnTo>
                  <a:pt x="5712" y="77394"/>
                </a:lnTo>
                <a:lnTo>
                  <a:pt x="5712" y="76773"/>
                </a:lnTo>
                <a:lnTo>
                  <a:pt x="6188" y="75886"/>
                </a:lnTo>
                <a:lnTo>
                  <a:pt x="6188" y="75531"/>
                </a:lnTo>
                <a:lnTo>
                  <a:pt x="6188" y="74643"/>
                </a:lnTo>
                <a:lnTo>
                  <a:pt x="6188" y="74022"/>
                </a:lnTo>
                <a:lnTo>
                  <a:pt x="6188" y="73312"/>
                </a:lnTo>
                <a:lnTo>
                  <a:pt x="6506" y="72513"/>
                </a:lnTo>
                <a:lnTo>
                  <a:pt x="6506" y="71803"/>
                </a:lnTo>
                <a:lnTo>
                  <a:pt x="6506" y="71004"/>
                </a:lnTo>
                <a:lnTo>
                  <a:pt x="6506" y="70560"/>
                </a:lnTo>
                <a:lnTo>
                  <a:pt x="6506" y="69939"/>
                </a:lnTo>
                <a:lnTo>
                  <a:pt x="6506" y="69051"/>
                </a:lnTo>
                <a:lnTo>
                  <a:pt x="6506" y="68430"/>
                </a:lnTo>
                <a:lnTo>
                  <a:pt x="6506" y="67543"/>
                </a:lnTo>
                <a:lnTo>
                  <a:pt x="6506" y="66921"/>
                </a:lnTo>
                <a:lnTo>
                  <a:pt x="6982" y="66300"/>
                </a:lnTo>
                <a:lnTo>
                  <a:pt x="6982" y="65590"/>
                </a:lnTo>
                <a:lnTo>
                  <a:pt x="6982" y="64969"/>
                </a:lnTo>
                <a:lnTo>
                  <a:pt x="6982" y="64081"/>
                </a:lnTo>
                <a:lnTo>
                  <a:pt x="6982" y="63460"/>
                </a:lnTo>
                <a:lnTo>
                  <a:pt x="7299" y="62838"/>
                </a:lnTo>
                <a:lnTo>
                  <a:pt x="7299" y="62217"/>
                </a:lnTo>
                <a:lnTo>
                  <a:pt x="7299" y="61507"/>
                </a:lnTo>
                <a:lnTo>
                  <a:pt x="7299" y="60708"/>
                </a:lnTo>
                <a:lnTo>
                  <a:pt x="7299" y="60087"/>
                </a:lnTo>
                <a:lnTo>
                  <a:pt x="7616" y="59200"/>
                </a:lnTo>
                <a:lnTo>
                  <a:pt x="7616" y="58578"/>
                </a:lnTo>
                <a:lnTo>
                  <a:pt x="7616" y="58134"/>
                </a:lnTo>
                <a:lnTo>
                  <a:pt x="7616" y="57247"/>
                </a:lnTo>
                <a:lnTo>
                  <a:pt x="8093" y="56626"/>
                </a:lnTo>
                <a:lnTo>
                  <a:pt x="8093" y="55738"/>
                </a:lnTo>
                <a:lnTo>
                  <a:pt x="8093" y="55117"/>
                </a:lnTo>
                <a:lnTo>
                  <a:pt x="8093" y="54495"/>
                </a:lnTo>
                <a:lnTo>
                  <a:pt x="8093" y="53874"/>
                </a:lnTo>
                <a:lnTo>
                  <a:pt x="8410" y="53164"/>
                </a:lnTo>
                <a:lnTo>
                  <a:pt x="8410" y="52365"/>
                </a:lnTo>
                <a:lnTo>
                  <a:pt x="8410" y="51655"/>
                </a:lnTo>
                <a:lnTo>
                  <a:pt x="8410" y="51034"/>
                </a:lnTo>
                <a:lnTo>
                  <a:pt x="8410" y="50146"/>
                </a:lnTo>
                <a:lnTo>
                  <a:pt x="8410" y="49791"/>
                </a:lnTo>
                <a:lnTo>
                  <a:pt x="8410" y="48904"/>
                </a:lnTo>
                <a:lnTo>
                  <a:pt x="8410" y="48283"/>
                </a:lnTo>
                <a:lnTo>
                  <a:pt x="8410" y="47395"/>
                </a:lnTo>
                <a:lnTo>
                  <a:pt x="8410" y="46774"/>
                </a:lnTo>
                <a:lnTo>
                  <a:pt x="8886" y="46152"/>
                </a:lnTo>
                <a:lnTo>
                  <a:pt x="8886" y="45442"/>
                </a:lnTo>
                <a:lnTo>
                  <a:pt x="8886" y="44821"/>
                </a:lnTo>
                <a:lnTo>
                  <a:pt x="8886" y="43934"/>
                </a:lnTo>
                <a:lnTo>
                  <a:pt x="9203" y="43312"/>
                </a:lnTo>
                <a:lnTo>
                  <a:pt x="9203" y="42691"/>
                </a:lnTo>
                <a:lnTo>
                  <a:pt x="9203" y="41803"/>
                </a:lnTo>
                <a:lnTo>
                  <a:pt x="9203" y="41360"/>
                </a:lnTo>
                <a:lnTo>
                  <a:pt x="9203" y="40561"/>
                </a:lnTo>
                <a:lnTo>
                  <a:pt x="9521" y="39851"/>
                </a:lnTo>
                <a:lnTo>
                  <a:pt x="9521" y="39229"/>
                </a:lnTo>
                <a:lnTo>
                  <a:pt x="9521" y="38431"/>
                </a:lnTo>
                <a:lnTo>
                  <a:pt x="9521" y="37987"/>
                </a:lnTo>
                <a:lnTo>
                  <a:pt x="9521" y="37099"/>
                </a:lnTo>
                <a:lnTo>
                  <a:pt x="9997" y="36478"/>
                </a:lnTo>
                <a:lnTo>
                  <a:pt x="9997" y="35591"/>
                </a:lnTo>
                <a:lnTo>
                  <a:pt x="9997" y="34969"/>
                </a:lnTo>
                <a:lnTo>
                  <a:pt x="9997" y="34348"/>
                </a:lnTo>
                <a:lnTo>
                  <a:pt x="9997" y="33638"/>
                </a:lnTo>
                <a:lnTo>
                  <a:pt x="10314" y="33017"/>
                </a:lnTo>
                <a:lnTo>
                  <a:pt x="10314" y="32129"/>
                </a:lnTo>
                <a:lnTo>
                  <a:pt x="10314" y="31508"/>
                </a:lnTo>
                <a:lnTo>
                  <a:pt x="10314" y="30886"/>
                </a:lnTo>
                <a:lnTo>
                  <a:pt x="10790" y="30265"/>
                </a:lnTo>
                <a:lnTo>
                  <a:pt x="10790" y="29644"/>
                </a:lnTo>
                <a:lnTo>
                  <a:pt x="10790" y="28756"/>
                </a:lnTo>
                <a:lnTo>
                  <a:pt x="10790" y="28135"/>
                </a:lnTo>
                <a:lnTo>
                  <a:pt x="10790" y="27425"/>
                </a:lnTo>
                <a:lnTo>
                  <a:pt x="10790" y="26626"/>
                </a:lnTo>
                <a:lnTo>
                  <a:pt x="10790" y="26182"/>
                </a:lnTo>
                <a:lnTo>
                  <a:pt x="10790" y="25295"/>
                </a:lnTo>
                <a:lnTo>
                  <a:pt x="10790" y="24674"/>
                </a:lnTo>
                <a:lnTo>
                  <a:pt x="10790" y="23786"/>
                </a:lnTo>
                <a:lnTo>
                  <a:pt x="11108" y="23165"/>
                </a:lnTo>
                <a:lnTo>
                  <a:pt x="11108" y="22721"/>
                </a:lnTo>
                <a:lnTo>
                  <a:pt x="11108" y="21922"/>
                </a:lnTo>
                <a:lnTo>
                  <a:pt x="11108" y="21212"/>
                </a:lnTo>
                <a:lnTo>
                  <a:pt x="11108" y="20413"/>
                </a:lnTo>
                <a:lnTo>
                  <a:pt x="11584" y="19703"/>
                </a:lnTo>
                <a:lnTo>
                  <a:pt x="11584" y="19082"/>
                </a:lnTo>
                <a:lnTo>
                  <a:pt x="11584" y="18461"/>
                </a:lnTo>
                <a:lnTo>
                  <a:pt x="11584" y="17839"/>
                </a:lnTo>
                <a:lnTo>
                  <a:pt x="11901" y="16952"/>
                </a:lnTo>
                <a:lnTo>
                  <a:pt x="11901" y="16331"/>
                </a:lnTo>
                <a:lnTo>
                  <a:pt x="11901" y="15620"/>
                </a:lnTo>
                <a:lnTo>
                  <a:pt x="11901" y="14999"/>
                </a:lnTo>
                <a:lnTo>
                  <a:pt x="11901" y="14378"/>
                </a:lnTo>
                <a:lnTo>
                  <a:pt x="12218" y="13490"/>
                </a:lnTo>
                <a:lnTo>
                  <a:pt x="12218" y="13047"/>
                </a:lnTo>
                <a:lnTo>
                  <a:pt x="12218" y="12248"/>
                </a:lnTo>
                <a:lnTo>
                  <a:pt x="12218" y="11626"/>
                </a:lnTo>
                <a:lnTo>
                  <a:pt x="12218" y="10916"/>
                </a:lnTo>
                <a:lnTo>
                  <a:pt x="12694" y="10118"/>
                </a:lnTo>
                <a:lnTo>
                  <a:pt x="12694" y="9674"/>
                </a:lnTo>
                <a:lnTo>
                  <a:pt x="12694" y="8786"/>
                </a:lnTo>
                <a:lnTo>
                  <a:pt x="12694" y="8165"/>
                </a:lnTo>
                <a:lnTo>
                  <a:pt x="12694" y="7277"/>
                </a:lnTo>
                <a:lnTo>
                  <a:pt x="12694" y="6656"/>
                </a:lnTo>
                <a:lnTo>
                  <a:pt x="12694" y="6212"/>
                </a:lnTo>
                <a:lnTo>
                  <a:pt x="12694" y="5414"/>
                </a:lnTo>
                <a:lnTo>
                  <a:pt x="12694" y="4704"/>
                </a:lnTo>
                <a:lnTo>
                  <a:pt x="13012" y="3905"/>
                </a:lnTo>
                <a:lnTo>
                  <a:pt x="13012" y="3461"/>
                </a:lnTo>
                <a:lnTo>
                  <a:pt x="13012" y="2573"/>
                </a:lnTo>
                <a:lnTo>
                  <a:pt x="13012" y="1952"/>
                </a:lnTo>
                <a:lnTo>
                  <a:pt x="13012" y="1331"/>
                </a:lnTo>
                <a:lnTo>
                  <a:pt x="13488" y="443"/>
                </a:lnTo>
                <a:lnTo>
                  <a:pt x="13488" y="0"/>
                </a:lnTo>
              </a:path>
            </a:pathLst>
          </a:custGeom>
          <a:ln w="1946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8098522" y="2737793"/>
            <a:ext cx="13805" cy="130115"/>
          </a:xfrm>
          <a:custGeom>
            <a:avLst/>
            <a:gdLst/>
            <a:ahLst/>
            <a:cxnLst/>
            <a:rect l="l" t="t" r="r" b="b"/>
            <a:pathLst>
              <a:path w="13805" h="130115">
                <a:moveTo>
                  <a:pt x="0" y="130115"/>
                </a:moveTo>
                <a:lnTo>
                  <a:pt x="0" y="129228"/>
                </a:lnTo>
                <a:lnTo>
                  <a:pt x="0" y="128606"/>
                </a:lnTo>
                <a:lnTo>
                  <a:pt x="0" y="127985"/>
                </a:lnTo>
                <a:lnTo>
                  <a:pt x="317" y="127364"/>
                </a:lnTo>
                <a:lnTo>
                  <a:pt x="317" y="126654"/>
                </a:lnTo>
                <a:lnTo>
                  <a:pt x="317" y="125855"/>
                </a:lnTo>
                <a:lnTo>
                  <a:pt x="317" y="125234"/>
                </a:lnTo>
                <a:lnTo>
                  <a:pt x="317" y="124524"/>
                </a:lnTo>
                <a:lnTo>
                  <a:pt x="634" y="123902"/>
                </a:lnTo>
                <a:lnTo>
                  <a:pt x="634" y="123281"/>
                </a:lnTo>
                <a:lnTo>
                  <a:pt x="634" y="122394"/>
                </a:lnTo>
                <a:lnTo>
                  <a:pt x="634" y="121950"/>
                </a:lnTo>
                <a:lnTo>
                  <a:pt x="1110" y="121151"/>
                </a:lnTo>
                <a:lnTo>
                  <a:pt x="1110" y="120441"/>
                </a:lnTo>
                <a:lnTo>
                  <a:pt x="1110" y="119642"/>
                </a:lnTo>
                <a:lnTo>
                  <a:pt x="1110" y="119198"/>
                </a:lnTo>
                <a:lnTo>
                  <a:pt x="1110" y="118577"/>
                </a:lnTo>
                <a:lnTo>
                  <a:pt x="1428" y="117689"/>
                </a:lnTo>
                <a:lnTo>
                  <a:pt x="1428" y="117068"/>
                </a:lnTo>
                <a:lnTo>
                  <a:pt x="1428" y="116358"/>
                </a:lnTo>
                <a:lnTo>
                  <a:pt x="1428" y="115737"/>
                </a:lnTo>
                <a:lnTo>
                  <a:pt x="1428" y="114938"/>
                </a:lnTo>
                <a:lnTo>
                  <a:pt x="1428" y="114228"/>
                </a:lnTo>
                <a:lnTo>
                  <a:pt x="1428" y="113873"/>
                </a:lnTo>
                <a:lnTo>
                  <a:pt x="1428" y="112985"/>
                </a:lnTo>
                <a:lnTo>
                  <a:pt x="1428" y="112364"/>
                </a:lnTo>
                <a:lnTo>
                  <a:pt x="1428" y="111477"/>
                </a:lnTo>
                <a:lnTo>
                  <a:pt x="1904" y="111033"/>
                </a:lnTo>
                <a:lnTo>
                  <a:pt x="1904" y="110145"/>
                </a:lnTo>
                <a:lnTo>
                  <a:pt x="1904" y="109524"/>
                </a:lnTo>
                <a:lnTo>
                  <a:pt x="1904" y="108903"/>
                </a:lnTo>
                <a:lnTo>
                  <a:pt x="2221" y="108281"/>
                </a:lnTo>
                <a:lnTo>
                  <a:pt x="2221" y="107571"/>
                </a:lnTo>
                <a:lnTo>
                  <a:pt x="2221" y="106773"/>
                </a:lnTo>
                <a:lnTo>
                  <a:pt x="2221" y="106329"/>
                </a:lnTo>
                <a:lnTo>
                  <a:pt x="2221" y="105441"/>
                </a:lnTo>
                <a:lnTo>
                  <a:pt x="2697" y="104820"/>
                </a:lnTo>
                <a:lnTo>
                  <a:pt x="2697" y="104199"/>
                </a:lnTo>
                <a:lnTo>
                  <a:pt x="2697" y="103577"/>
                </a:lnTo>
                <a:lnTo>
                  <a:pt x="2697" y="102867"/>
                </a:lnTo>
                <a:lnTo>
                  <a:pt x="2697" y="102068"/>
                </a:lnTo>
                <a:lnTo>
                  <a:pt x="3015" y="101358"/>
                </a:lnTo>
                <a:lnTo>
                  <a:pt x="3015" y="100737"/>
                </a:lnTo>
                <a:lnTo>
                  <a:pt x="3015" y="100116"/>
                </a:lnTo>
                <a:lnTo>
                  <a:pt x="3015" y="99495"/>
                </a:lnTo>
                <a:lnTo>
                  <a:pt x="3015" y="98785"/>
                </a:lnTo>
                <a:lnTo>
                  <a:pt x="3332" y="98163"/>
                </a:lnTo>
                <a:lnTo>
                  <a:pt x="3332" y="97276"/>
                </a:lnTo>
                <a:lnTo>
                  <a:pt x="3332" y="96921"/>
                </a:lnTo>
                <a:lnTo>
                  <a:pt x="3332" y="96033"/>
                </a:lnTo>
                <a:lnTo>
                  <a:pt x="3332" y="95412"/>
                </a:lnTo>
                <a:lnTo>
                  <a:pt x="3332" y="94702"/>
                </a:lnTo>
                <a:lnTo>
                  <a:pt x="3332" y="94080"/>
                </a:lnTo>
                <a:lnTo>
                  <a:pt x="3332" y="93459"/>
                </a:lnTo>
                <a:lnTo>
                  <a:pt x="3332" y="92572"/>
                </a:lnTo>
                <a:lnTo>
                  <a:pt x="3808" y="92217"/>
                </a:lnTo>
                <a:lnTo>
                  <a:pt x="3808" y="91329"/>
                </a:lnTo>
                <a:lnTo>
                  <a:pt x="3808" y="90708"/>
                </a:lnTo>
                <a:lnTo>
                  <a:pt x="3808" y="90264"/>
                </a:lnTo>
                <a:lnTo>
                  <a:pt x="3808" y="89376"/>
                </a:lnTo>
                <a:lnTo>
                  <a:pt x="4125" y="88755"/>
                </a:lnTo>
                <a:lnTo>
                  <a:pt x="4125" y="88134"/>
                </a:lnTo>
                <a:lnTo>
                  <a:pt x="4125" y="87424"/>
                </a:lnTo>
                <a:lnTo>
                  <a:pt x="4125" y="86625"/>
                </a:lnTo>
                <a:lnTo>
                  <a:pt x="4125" y="85915"/>
                </a:lnTo>
                <a:lnTo>
                  <a:pt x="4601" y="85560"/>
                </a:lnTo>
                <a:lnTo>
                  <a:pt x="4601" y="84672"/>
                </a:lnTo>
                <a:lnTo>
                  <a:pt x="4601" y="84051"/>
                </a:lnTo>
                <a:lnTo>
                  <a:pt x="4601" y="83341"/>
                </a:lnTo>
                <a:lnTo>
                  <a:pt x="4919" y="82720"/>
                </a:lnTo>
                <a:lnTo>
                  <a:pt x="4919" y="81921"/>
                </a:lnTo>
                <a:lnTo>
                  <a:pt x="4919" y="81477"/>
                </a:lnTo>
                <a:lnTo>
                  <a:pt x="4919" y="80767"/>
                </a:lnTo>
                <a:lnTo>
                  <a:pt x="4919" y="79968"/>
                </a:lnTo>
                <a:lnTo>
                  <a:pt x="5236" y="79525"/>
                </a:lnTo>
                <a:lnTo>
                  <a:pt x="5236" y="78637"/>
                </a:lnTo>
                <a:lnTo>
                  <a:pt x="5236" y="78016"/>
                </a:lnTo>
                <a:lnTo>
                  <a:pt x="5236" y="77394"/>
                </a:lnTo>
                <a:lnTo>
                  <a:pt x="5236" y="76773"/>
                </a:lnTo>
                <a:lnTo>
                  <a:pt x="5712" y="76063"/>
                </a:lnTo>
                <a:lnTo>
                  <a:pt x="5712" y="75442"/>
                </a:lnTo>
                <a:lnTo>
                  <a:pt x="5712" y="74820"/>
                </a:lnTo>
                <a:lnTo>
                  <a:pt x="5712" y="74199"/>
                </a:lnTo>
                <a:lnTo>
                  <a:pt x="5712" y="73489"/>
                </a:lnTo>
                <a:lnTo>
                  <a:pt x="5712" y="72690"/>
                </a:lnTo>
                <a:lnTo>
                  <a:pt x="5712" y="72247"/>
                </a:lnTo>
                <a:lnTo>
                  <a:pt x="5712" y="71359"/>
                </a:lnTo>
                <a:lnTo>
                  <a:pt x="5712" y="70738"/>
                </a:lnTo>
                <a:lnTo>
                  <a:pt x="6030" y="70116"/>
                </a:lnTo>
                <a:lnTo>
                  <a:pt x="6030" y="69406"/>
                </a:lnTo>
                <a:lnTo>
                  <a:pt x="6030" y="68785"/>
                </a:lnTo>
                <a:lnTo>
                  <a:pt x="6030" y="68164"/>
                </a:lnTo>
                <a:lnTo>
                  <a:pt x="6030" y="67543"/>
                </a:lnTo>
                <a:lnTo>
                  <a:pt x="6506" y="66832"/>
                </a:lnTo>
                <a:lnTo>
                  <a:pt x="6506" y="66211"/>
                </a:lnTo>
                <a:lnTo>
                  <a:pt x="6506" y="65412"/>
                </a:lnTo>
                <a:lnTo>
                  <a:pt x="6506" y="64969"/>
                </a:lnTo>
                <a:lnTo>
                  <a:pt x="6506" y="64259"/>
                </a:lnTo>
                <a:lnTo>
                  <a:pt x="6823" y="63460"/>
                </a:lnTo>
                <a:lnTo>
                  <a:pt x="6823" y="63016"/>
                </a:lnTo>
                <a:lnTo>
                  <a:pt x="6823" y="62128"/>
                </a:lnTo>
                <a:lnTo>
                  <a:pt x="6823" y="61685"/>
                </a:lnTo>
                <a:lnTo>
                  <a:pt x="6823" y="60886"/>
                </a:lnTo>
                <a:lnTo>
                  <a:pt x="7140" y="60265"/>
                </a:lnTo>
                <a:lnTo>
                  <a:pt x="7140" y="59555"/>
                </a:lnTo>
                <a:lnTo>
                  <a:pt x="7140" y="58933"/>
                </a:lnTo>
                <a:lnTo>
                  <a:pt x="7140" y="58312"/>
                </a:lnTo>
                <a:lnTo>
                  <a:pt x="7616" y="57691"/>
                </a:lnTo>
                <a:lnTo>
                  <a:pt x="7616" y="56981"/>
                </a:lnTo>
                <a:lnTo>
                  <a:pt x="7616" y="56359"/>
                </a:lnTo>
                <a:lnTo>
                  <a:pt x="7616" y="55738"/>
                </a:lnTo>
                <a:lnTo>
                  <a:pt x="7616" y="55117"/>
                </a:lnTo>
                <a:lnTo>
                  <a:pt x="7616" y="54407"/>
                </a:lnTo>
                <a:lnTo>
                  <a:pt x="7616" y="53608"/>
                </a:lnTo>
                <a:lnTo>
                  <a:pt x="7616" y="53164"/>
                </a:lnTo>
                <a:lnTo>
                  <a:pt x="7616" y="52543"/>
                </a:lnTo>
                <a:lnTo>
                  <a:pt x="7616" y="51833"/>
                </a:lnTo>
                <a:lnTo>
                  <a:pt x="7934" y="51211"/>
                </a:lnTo>
                <a:lnTo>
                  <a:pt x="7934" y="50590"/>
                </a:lnTo>
                <a:lnTo>
                  <a:pt x="7934" y="49969"/>
                </a:lnTo>
                <a:lnTo>
                  <a:pt x="7934" y="49081"/>
                </a:lnTo>
                <a:lnTo>
                  <a:pt x="7934" y="48638"/>
                </a:lnTo>
                <a:lnTo>
                  <a:pt x="8410" y="47750"/>
                </a:lnTo>
                <a:lnTo>
                  <a:pt x="8410" y="47395"/>
                </a:lnTo>
                <a:lnTo>
                  <a:pt x="8410" y="46507"/>
                </a:lnTo>
                <a:lnTo>
                  <a:pt x="8410" y="46064"/>
                </a:lnTo>
                <a:lnTo>
                  <a:pt x="8727" y="45176"/>
                </a:lnTo>
                <a:lnTo>
                  <a:pt x="8727" y="44555"/>
                </a:lnTo>
                <a:lnTo>
                  <a:pt x="8727" y="44111"/>
                </a:lnTo>
                <a:lnTo>
                  <a:pt x="8727" y="43312"/>
                </a:lnTo>
                <a:lnTo>
                  <a:pt x="8727" y="42868"/>
                </a:lnTo>
                <a:lnTo>
                  <a:pt x="9203" y="41981"/>
                </a:lnTo>
                <a:lnTo>
                  <a:pt x="9203" y="41537"/>
                </a:lnTo>
                <a:lnTo>
                  <a:pt x="9203" y="40738"/>
                </a:lnTo>
                <a:lnTo>
                  <a:pt x="9203" y="40295"/>
                </a:lnTo>
                <a:lnTo>
                  <a:pt x="9203" y="39407"/>
                </a:lnTo>
                <a:lnTo>
                  <a:pt x="9521" y="38786"/>
                </a:lnTo>
                <a:lnTo>
                  <a:pt x="9521" y="38164"/>
                </a:lnTo>
                <a:lnTo>
                  <a:pt x="9521" y="37454"/>
                </a:lnTo>
                <a:lnTo>
                  <a:pt x="9521" y="37099"/>
                </a:lnTo>
                <a:lnTo>
                  <a:pt x="9521" y="36212"/>
                </a:lnTo>
                <a:lnTo>
                  <a:pt x="9838" y="35768"/>
                </a:lnTo>
                <a:lnTo>
                  <a:pt x="9838" y="34880"/>
                </a:lnTo>
                <a:lnTo>
                  <a:pt x="9838" y="34525"/>
                </a:lnTo>
                <a:lnTo>
                  <a:pt x="9838" y="33638"/>
                </a:lnTo>
                <a:lnTo>
                  <a:pt x="9838" y="33194"/>
                </a:lnTo>
                <a:lnTo>
                  <a:pt x="9838" y="32307"/>
                </a:lnTo>
                <a:lnTo>
                  <a:pt x="9838" y="31952"/>
                </a:lnTo>
                <a:lnTo>
                  <a:pt x="9838" y="31064"/>
                </a:lnTo>
                <a:lnTo>
                  <a:pt x="9838" y="30620"/>
                </a:lnTo>
                <a:lnTo>
                  <a:pt x="10314" y="29999"/>
                </a:lnTo>
                <a:lnTo>
                  <a:pt x="10314" y="29378"/>
                </a:lnTo>
                <a:lnTo>
                  <a:pt x="10314" y="28668"/>
                </a:lnTo>
                <a:lnTo>
                  <a:pt x="10314" y="28046"/>
                </a:lnTo>
                <a:lnTo>
                  <a:pt x="10314" y="27425"/>
                </a:lnTo>
                <a:lnTo>
                  <a:pt x="10631" y="26804"/>
                </a:lnTo>
                <a:lnTo>
                  <a:pt x="10631" y="26094"/>
                </a:lnTo>
                <a:lnTo>
                  <a:pt x="10631" y="25472"/>
                </a:lnTo>
                <a:lnTo>
                  <a:pt x="10631" y="24851"/>
                </a:lnTo>
                <a:lnTo>
                  <a:pt x="10631" y="24230"/>
                </a:lnTo>
                <a:lnTo>
                  <a:pt x="11108" y="23520"/>
                </a:lnTo>
                <a:lnTo>
                  <a:pt x="11108" y="22898"/>
                </a:lnTo>
                <a:lnTo>
                  <a:pt x="11108" y="22277"/>
                </a:lnTo>
                <a:lnTo>
                  <a:pt x="11108" y="21656"/>
                </a:lnTo>
                <a:lnTo>
                  <a:pt x="11425" y="20946"/>
                </a:lnTo>
                <a:lnTo>
                  <a:pt x="11425" y="20591"/>
                </a:lnTo>
                <a:lnTo>
                  <a:pt x="11425" y="19703"/>
                </a:lnTo>
                <a:lnTo>
                  <a:pt x="11425" y="19259"/>
                </a:lnTo>
                <a:lnTo>
                  <a:pt x="11425" y="18372"/>
                </a:lnTo>
                <a:lnTo>
                  <a:pt x="11742" y="18017"/>
                </a:lnTo>
                <a:lnTo>
                  <a:pt x="11742" y="17307"/>
                </a:lnTo>
                <a:lnTo>
                  <a:pt x="11742" y="16686"/>
                </a:lnTo>
                <a:lnTo>
                  <a:pt x="11742" y="16064"/>
                </a:lnTo>
                <a:lnTo>
                  <a:pt x="11742" y="15443"/>
                </a:lnTo>
                <a:lnTo>
                  <a:pt x="11742" y="14733"/>
                </a:lnTo>
                <a:lnTo>
                  <a:pt x="11742" y="14112"/>
                </a:lnTo>
                <a:lnTo>
                  <a:pt x="11742" y="13490"/>
                </a:lnTo>
                <a:lnTo>
                  <a:pt x="11742" y="12869"/>
                </a:lnTo>
                <a:lnTo>
                  <a:pt x="11742" y="12159"/>
                </a:lnTo>
                <a:lnTo>
                  <a:pt x="12218" y="11804"/>
                </a:lnTo>
                <a:lnTo>
                  <a:pt x="12218" y="11094"/>
                </a:lnTo>
                <a:lnTo>
                  <a:pt x="12218" y="10473"/>
                </a:lnTo>
                <a:lnTo>
                  <a:pt x="12218" y="9851"/>
                </a:lnTo>
                <a:lnTo>
                  <a:pt x="12536" y="9230"/>
                </a:lnTo>
                <a:lnTo>
                  <a:pt x="12536" y="8520"/>
                </a:lnTo>
                <a:lnTo>
                  <a:pt x="12536" y="7899"/>
                </a:lnTo>
                <a:lnTo>
                  <a:pt x="12536" y="7455"/>
                </a:lnTo>
                <a:lnTo>
                  <a:pt x="12536" y="6656"/>
                </a:lnTo>
                <a:lnTo>
                  <a:pt x="13012" y="6212"/>
                </a:lnTo>
                <a:lnTo>
                  <a:pt x="13012" y="5325"/>
                </a:lnTo>
                <a:lnTo>
                  <a:pt x="13012" y="4881"/>
                </a:lnTo>
                <a:lnTo>
                  <a:pt x="13012" y="4082"/>
                </a:lnTo>
                <a:lnTo>
                  <a:pt x="13012" y="3638"/>
                </a:lnTo>
                <a:lnTo>
                  <a:pt x="13329" y="2928"/>
                </a:lnTo>
                <a:lnTo>
                  <a:pt x="13329" y="2307"/>
                </a:lnTo>
                <a:lnTo>
                  <a:pt x="13329" y="1686"/>
                </a:lnTo>
                <a:lnTo>
                  <a:pt x="13329" y="1242"/>
                </a:lnTo>
                <a:lnTo>
                  <a:pt x="13329" y="355"/>
                </a:lnTo>
                <a:lnTo>
                  <a:pt x="13805" y="0"/>
                </a:lnTo>
              </a:path>
            </a:pathLst>
          </a:custGeom>
          <a:ln w="19446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8112328" y="2626493"/>
            <a:ext cx="13329" cy="111299"/>
          </a:xfrm>
          <a:custGeom>
            <a:avLst/>
            <a:gdLst/>
            <a:ahLst/>
            <a:cxnLst/>
            <a:rect l="l" t="t" r="r" b="b"/>
            <a:pathLst>
              <a:path w="13329" h="111299">
                <a:moveTo>
                  <a:pt x="0" y="111299"/>
                </a:moveTo>
                <a:lnTo>
                  <a:pt x="0" y="110589"/>
                </a:lnTo>
                <a:lnTo>
                  <a:pt x="0" y="109968"/>
                </a:lnTo>
                <a:lnTo>
                  <a:pt x="0" y="109346"/>
                </a:lnTo>
                <a:lnTo>
                  <a:pt x="0" y="108725"/>
                </a:lnTo>
                <a:lnTo>
                  <a:pt x="0" y="108281"/>
                </a:lnTo>
                <a:lnTo>
                  <a:pt x="0" y="107394"/>
                </a:lnTo>
                <a:lnTo>
                  <a:pt x="0" y="106950"/>
                </a:lnTo>
                <a:lnTo>
                  <a:pt x="0" y="106329"/>
                </a:lnTo>
                <a:lnTo>
                  <a:pt x="317" y="105707"/>
                </a:lnTo>
                <a:lnTo>
                  <a:pt x="317" y="105086"/>
                </a:lnTo>
                <a:lnTo>
                  <a:pt x="317" y="104642"/>
                </a:lnTo>
                <a:lnTo>
                  <a:pt x="317" y="103755"/>
                </a:lnTo>
                <a:lnTo>
                  <a:pt x="317" y="103311"/>
                </a:lnTo>
                <a:lnTo>
                  <a:pt x="634" y="102690"/>
                </a:lnTo>
                <a:lnTo>
                  <a:pt x="634" y="102068"/>
                </a:lnTo>
                <a:lnTo>
                  <a:pt x="634" y="101447"/>
                </a:lnTo>
                <a:lnTo>
                  <a:pt x="634" y="101003"/>
                </a:lnTo>
                <a:lnTo>
                  <a:pt x="634" y="100116"/>
                </a:lnTo>
                <a:lnTo>
                  <a:pt x="1110" y="99672"/>
                </a:lnTo>
                <a:lnTo>
                  <a:pt x="1110" y="99051"/>
                </a:lnTo>
                <a:lnTo>
                  <a:pt x="1110" y="98429"/>
                </a:lnTo>
                <a:lnTo>
                  <a:pt x="1110" y="97719"/>
                </a:lnTo>
                <a:lnTo>
                  <a:pt x="1428" y="97364"/>
                </a:lnTo>
                <a:lnTo>
                  <a:pt x="1428" y="96477"/>
                </a:lnTo>
                <a:lnTo>
                  <a:pt x="1428" y="96033"/>
                </a:lnTo>
                <a:lnTo>
                  <a:pt x="1428" y="95412"/>
                </a:lnTo>
                <a:lnTo>
                  <a:pt x="1428" y="94791"/>
                </a:lnTo>
                <a:lnTo>
                  <a:pt x="1904" y="94080"/>
                </a:lnTo>
                <a:lnTo>
                  <a:pt x="1904" y="93725"/>
                </a:lnTo>
                <a:lnTo>
                  <a:pt x="1904" y="92838"/>
                </a:lnTo>
                <a:lnTo>
                  <a:pt x="1904" y="92394"/>
                </a:lnTo>
                <a:lnTo>
                  <a:pt x="1904" y="91773"/>
                </a:lnTo>
                <a:lnTo>
                  <a:pt x="2221" y="91152"/>
                </a:lnTo>
                <a:lnTo>
                  <a:pt x="2221" y="90441"/>
                </a:lnTo>
                <a:lnTo>
                  <a:pt x="2221" y="89998"/>
                </a:lnTo>
                <a:lnTo>
                  <a:pt x="2221" y="89376"/>
                </a:lnTo>
                <a:lnTo>
                  <a:pt x="2221" y="88755"/>
                </a:lnTo>
                <a:lnTo>
                  <a:pt x="2221" y="88134"/>
                </a:lnTo>
                <a:lnTo>
                  <a:pt x="2221" y="87690"/>
                </a:lnTo>
                <a:lnTo>
                  <a:pt x="2221" y="87069"/>
                </a:lnTo>
                <a:lnTo>
                  <a:pt x="2221" y="86359"/>
                </a:lnTo>
                <a:lnTo>
                  <a:pt x="2538" y="85737"/>
                </a:lnTo>
                <a:lnTo>
                  <a:pt x="2538" y="85294"/>
                </a:lnTo>
                <a:lnTo>
                  <a:pt x="2538" y="84672"/>
                </a:lnTo>
                <a:lnTo>
                  <a:pt x="2538" y="84051"/>
                </a:lnTo>
                <a:lnTo>
                  <a:pt x="2538" y="83430"/>
                </a:lnTo>
                <a:lnTo>
                  <a:pt x="3015" y="82986"/>
                </a:lnTo>
                <a:lnTo>
                  <a:pt x="3015" y="82365"/>
                </a:lnTo>
                <a:lnTo>
                  <a:pt x="3015" y="81655"/>
                </a:lnTo>
                <a:lnTo>
                  <a:pt x="3015" y="81033"/>
                </a:lnTo>
                <a:lnTo>
                  <a:pt x="3015" y="80590"/>
                </a:lnTo>
                <a:lnTo>
                  <a:pt x="3332" y="79968"/>
                </a:lnTo>
                <a:lnTo>
                  <a:pt x="3332" y="79347"/>
                </a:lnTo>
                <a:lnTo>
                  <a:pt x="3332" y="78637"/>
                </a:lnTo>
                <a:lnTo>
                  <a:pt x="3332" y="78282"/>
                </a:lnTo>
                <a:lnTo>
                  <a:pt x="3332" y="77572"/>
                </a:lnTo>
                <a:lnTo>
                  <a:pt x="3808" y="76951"/>
                </a:lnTo>
                <a:lnTo>
                  <a:pt x="3808" y="76329"/>
                </a:lnTo>
                <a:lnTo>
                  <a:pt x="3808" y="75886"/>
                </a:lnTo>
                <a:lnTo>
                  <a:pt x="3808" y="75264"/>
                </a:lnTo>
                <a:lnTo>
                  <a:pt x="4125" y="74643"/>
                </a:lnTo>
                <a:lnTo>
                  <a:pt x="4125" y="73933"/>
                </a:lnTo>
                <a:lnTo>
                  <a:pt x="4125" y="73489"/>
                </a:lnTo>
                <a:lnTo>
                  <a:pt x="4125" y="72868"/>
                </a:lnTo>
                <a:lnTo>
                  <a:pt x="4125" y="72424"/>
                </a:lnTo>
                <a:lnTo>
                  <a:pt x="4125" y="71625"/>
                </a:lnTo>
                <a:lnTo>
                  <a:pt x="4125" y="71182"/>
                </a:lnTo>
                <a:lnTo>
                  <a:pt x="4125" y="70560"/>
                </a:lnTo>
                <a:lnTo>
                  <a:pt x="4125" y="70116"/>
                </a:lnTo>
                <a:lnTo>
                  <a:pt x="4125" y="69495"/>
                </a:lnTo>
                <a:lnTo>
                  <a:pt x="4601" y="68785"/>
                </a:lnTo>
                <a:lnTo>
                  <a:pt x="4601" y="68164"/>
                </a:lnTo>
                <a:lnTo>
                  <a:pt x="4601" y="67720"/>
                </a:lnTo>
                <a:lnTo>
                  <a:pt x="4601" y="67099"/>
                </a:lnTo>
                <a:lnTo>
                  <a:pt x="4601" y="66655"/>
                </a:lnTo>
                <a:lnTo>
                  <a:pt x="4919" y="66034"/>
                </a:lnTo>
                <a:lnTo>
                  <a:pt x="4919" y="65412"/>
                </a:lnTo>
                <a:lnTo>
                  <a:pt x="4919" y="64702"/>
                </a:lnTo>
                <a:lnTo>
                  <a:pt x="4919" y="64347"/>
                </a:lnTo>
                <a:lnTo>
                  <a:pt x="5236" y="63637"/>
                </a:lnTo>
                <a:lnTo>
                  <a:pt x="5236" y="63282"/>
                </a:lnTo>
                <a:lnTo>
                  <a:pt x="5236" y="62572"/>
                </a:lnTo>
                <a:lnTo>
                  <a:pt x="5236" y="62128"/>
                </a:lnTo>
                <a:lnTo>
                  <a:pt x="5236" y="61330"/>
                </a:lnTo>
                <a:lnTo>
                  <a:pt x="5712" y="60886"/>
                </a:lnTo>
                <a:lnTo>
                  <a:pt x="5712" y="60265"/>
                </a:lnTo>
                <a:lnTo>
                  <a:pt x="5712" y="59821"/>
                </a:lnTo>
                <a:lnTo>
                  <a:pt x="5712" y="59200"/>
                </a:lnTo>
                <a:lnTo>
                  <a:pt x="5712" y="58489"/>
                </a:lnTo>
                <a:lnTo>
                  <a:pt x="6030" y="58134"/>
                </a:lnTo>
                <a:lnTo>
                  <a:pt x="6030" y="57424"/>
                </a:lnTo>
                <a:lnTo>
                  <a:pt x="6030" y="56803"/>
                </a:lnTo>
                <a:lnTo>
                  <a:pt x="6030" y="56182"/>
                </a:lnTo>
                <a:lnTo>
                  <a:pt x="6030" y="55738"/>
                </a:lnTo>
                <a:lnTo>
                  <a:pt x="6506" y="55117"/>
                </a:lnTo>
                <a:lnTo>
                  <a:pt x="6506" y="54673"/>
                </a:lnTo>
                <a:lnTo>
                  <a:pt x="6506" y="54052"/>
                </a:lnTo>
                <a:lnTo>
                  <a:pt x="6506" y="53608"/>
                </a:lnTo>
                <a:lnTo>
                  <a:pt x="6506" y="52987"/>
                </a:lnTo>
                <a:lnTo>
                  <a:pt x="6506" y="52543"/>
                </a:lnTo>
                <a:lnTo>
                  <a:pt x="6506" y="51655"/>
                </a:lnTo>
                <a:lnTo>
                  <a:pt x="6506" y="51211"/>
                </a:lnTo>
                <a:lnTo>
                  <a:pt x="6506" y="50590"/>
                </a:lnTo>
                <a:lnTo>
                  <a:pt x="6823" y="50146"/>
                </a:lnTo>
                <a:lnTo>
                  <a:pt x="6823" y="49525"/>
                </a:lnTo>
                <a:lnTo>
                  <a:pt x="6823" y="49081"/>
                </a:lnTo>
                <a:lnTo>
                  <a:pt x="6823" y="48460"/>
                </a:lnTo>
                <a:lnTo>
                  <a:pt x="6823" y="48016"/>
                </a:lnTo>
                <a:lnTo>
                  <a:pt x="7140" y="47395"/>
                </a:lnTo>
                <a:lnTo>
                  <a:pt x="7140" y="46685"/>
                </a:lnTo>
                <a:lnTo>
                  <a:pt x="7140" y="46330"/>
                </a:lnTo>
                <a:lnTo>
                  <a:pt x="7140" y="45620"/>
                </a:lnTo>
                <a:lnTo>
                  <a:pt x="7140" y="45265"/>
                </a:lnTo>
                <a:lnTo>
                  <a:pt x="7616" y="44555"/>
                </a:lnTo>
                <a:lnTo>
                  <a:pt x="7616" y="44111"/>
                </a:lnTo>
                <a:lnTo>
                  <a:pt x="7616" y="43490"/>
                </a:lnTo>
                <a:lnTo>
                  <a:pt x="7616" y="43046"/>
                </a:lnTo>
                <a:lnTo>
                  <a:pt x="7616" y="42425"/>
                </a:lnTo>
                <a:lnTo>
                  <a:pt x="7934" y="41981"/>
                </a:lnTo>
                <a:lnTo>
                  <a:pt x="7934" y="41360"/>
                </a:lnTo>
                <a:lnTo>
                  <a:pt x="7934" y="40916"/>
                </a:lnTo>
                <a:lnTo>
                  <a:pt x="7934" y="40117"/>
                </a:lnTo>
                <a:lnTo>
                  <a:pt x="8410" y="39673"/>
                </a:lnTo>
                <a:lnTo>
                  <a:pt x="8410" y="39052"/>
                </a:lnTo>
                <a:lnTo>
                  <a:pt x="8410" y="38608"/>
                </a:lnTo>
                <a:lnTo>
                  <a:pt x="8410" y="37898"/>
                </a:lnTo>
                <a:lnTo>
                  <a:pt x="8410" y="37277"/>
                </a:lnTo>
                <a:lnTo>
                  <a:pt x="8410" y="36833"/>
                </a:lnTo>
                <a:lnTo>
                  <a:pt x="8410" y="36212"/>
                </a:lnTo>
                <a:lnTo>
                  <a:pt x="8410" y="36034"/>
                </a:lnTo>
                <a:lnTo>
                  <a:pt x="8410" y="35324"/>
                </a:lnTo>
                <a:lnTo>
                  <a:pt x="8410" y="34969"/>
                </a:lnTo>
                <a:lnTo>
                  <a:pt x="8727" y="34259"/>
                </a:lnTo>
                <a:lnTo>
                  <a:pt x="8727" y="33904"/>
                </a:lnTo>
                <a:lnTo>
                  <a:pt x="8727" y="33194"/>
                </a:lnTo>
                <a:lnTo>
                  <a:pt x="8727" y="32573"/>
                </a:lnTo>
                <a:lnTo>
                  <a:pt x="8727" y="32129"/>
                </a:lnTo>
                <a:lnTo>
                  <a:pt x="9045" y="31508"/>
                </a:lnTo>
                <a:lnTo>
                  <a:pt x="9045" y="31064"/>
                </a:lnTo>
                <a:lnTo>
                  <a:pt x="9045" y="30443"/>
                </a:lnTo>
                <a:lnTo>
                  <a:pt x="9045" y="29999"/>
                </a:lnTo>
                <a:lnTo>
                  <a:pt x="9521" y="29378"/>
                </a:lnTo>
                <a:lnTo>
                  <a:pt x="9521" y="28934"/>
                </a:lnTo>
                <a:lnTo>
                  <a:pt x="9521" y="28313"/>
                </a:lnTo>
                <a:lnTo>
                  <a:pt x="9521" y="27869"/>
                </a:lnTo>
                <a:lnTo>
                  <a:pt x="9521" y="27247"/>
                </a:lnTo>
                <a:lnTo>
                  <a:pt x="9838" y="26804"/>
                </a:lnTo>
                <a:lnTo>
                  <a:pt x="9838" y="26182"/>
                </a:lnTo>
                <a:lnTo>
                  <a:pt x="9838" y="25472"/>
                </a:lnTo>
                <a:lnTo>
                  <a:pt x="9838" y="25295"/>
                </a:lnTo>
                <a:lnTo>
                  <a:pt x="9838" y="24674"/>
                </a:lnTo>
                <a:lnTo>
                  <a:pt x="10314" y="24230"/>
                </a:lnTo>
                <a:lnTo>
                  <a:pt x="10314" y="23608"/>
                </a:lnTo>
                <a:lnTo>
                  <a:pt x="10314" y="23165"/>
                </a:lnTo>
                <a:lnTo>
                  <a:pt x="10314" y="22455"/>
                </a:lnTo>
                <a:lnTo>
                  <a:pt x="10314" y="22100"/>
                </a:lnTo>
                <a:lnTo>
                  <a:pt x="10631" y="21390"/>
                </a:lnTo>
                <a:lnTo>
                  <a:pt x="10631" y="20768"/>
                </a:lnTo>
                <a:lnTo>
                  <a:pt x="10631" y="20325"/>
                </a:lnTo>
                <a:lnTo>
                  <a:pt x="10631" y="19881"/>
                </a:lnTo>
                <a:lnTo>
                  <a:pt x="10631" y="19526"/>
                </a:lnTo>
                <a:lnTo>
                  <a:pt x="10631" y="18816"/>
                </a:lnTo>
                <a:lnTo>
                  <a:pt x="10631" y="18461"/>
                </a:lnTo>
                <a:lnTo>
                  <a:pt x="10631" y="17751"/>
                </a:lnTo>
                <a:lnTo>
                  <a:pt x="10631" y="17396"/>
                </a:lnTo>
                <a:lnTo>
                  <a:pt x="11108" y="16686"/>
                </a:lnTo>
                <a:lnTo>
                  <a:pt x="11108" y="16242"/>
                </a:lnTo>
                <a:lnTo>
                  <a:pt x="11108" y="15887"/>
                </a:lnTo>
                <a:lnTo>
                  <a:pt x="11108" y="15177"/>
                </a:lnTo>
                <a:lnTo>
                  <a:pt x="11108" y="14822"/>
                </a:lnTo>
                <a:lnTo>
                  <a:pt x="11425" y="14112"/>
                </a:lnTo>
                <a:lnTo>
                  <a:pt x="11425" y="13668"/>
                </a:lnTo>
                <a:lnTo>
                  <a:pt x="11425" y="13047"/>
                </a:lnTo>
                <a:lnTo>
                  <a:pt x="11425" y="12603"/>
                </a:lnTo>
                <a:lnTo>
                  <a:pt x="11425" y="12248"/>
                </a:lnTo>
                <a:lnTo>
                  <a:pt x="11742" y="11538"/>
                </a:lnTo>
                <a:lnTo>
                  <a:pt x="11742" y="11094"/>
                </a:lnTo>
                <a:lnTo>
                  <a:pt x="11742" y="10473"/>
                </a:lnTo>
                <a:lnTo>
                  <a:pt x="11742" y="10295"/>
                </a:lnTo>
                <a:lnTo>
                  <a:pt x="12218" y="9674"/>
                </a:lnTo>
                <a:lnTo>
                  <a:pt x="12218" y="8964"/>
                </a:lnTo>
                <a:lnTo>
                  <a:pt x="12218" y="8520"/>
                </a:lnTo>
                <a:lnTo>
                  <a:pt x="12218" y="7899"/>
                </a:lnTo>
                <a:lnTo>
                  <a:pt x="12218" y="7721"/>
                </a:lnTo>
                <a:lnTo>
                  <a:pt x="12536" y="7100"/>
                </a:lnTo>
                <a:lnTo>
                  <a:pt x="12536" y="6656"/>
                </a:lnTo>
                <a:lnTo>
                  <a:pt x="12536" y="5946"/>
                </a:lnTo>
                <a:lnTo>
                  <a:pt x="12536" y="5591"/>
                </a:lnTo>
                <a:lnTo>
                  <a:pt x="12536" y="5147"/>
                </a:lnTo>
                <a:lnTo>
                  <a:pt x="12536" y="4526"/>
                </a:lnTo>
                <a:lnTo>
                  <a:pt x="12536" y="4082"/>
                </a:lnTo>
                <a:lnTo>
                  <a:pt x="12536" y="3372"/>
                </a:lnTo>
                <a:lnTo>
                  <a:pt x="12536" y="3195"/>
                </a:lnTo>
                <a:lnTo>
                  <a:pt x="12536" y="2573"/>
                </a:lnTo>
                <a:lnTo>
                  <a:pt x="13012" y="1952"/>
                </a:lnTo>
                <a:lnTo>
                  <a:pt x="13012" y="1508"/>
                </a:lnTo>
                <a:lnTo>
                  <a:pt x="13012" y="1065"/>
                </a:lnTo>
                <a:lnTo>
                  <a:pt x="13012" y="621"/>
                </a:lnTo>
                <a:lnTo>
                  <a:pt x="13329" y="0"/>
                </a:lnTo>
              </a:path>
            </a:pathLst>
          </a:custGeom>
          <a:ln w="1942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8125657" y="2579986"/>
            <a:ext cx="6982" cy="46507"/>
          </a:xfrm>
          <a:custGeom>
            <a:avLst/>
            <a:gdLst/>
            <a:ahLst/>
            <a:cxnLst/>
            <a:rect l="l" t="t" r="r" b="b"/>
            <a:pathLst>
              <a:path w="6982" h="46507">
                <a:moveTo>
                  <a:pt x="0" y="46507"/>
                </a:moveTo>
                <a:lnTo>
                  <a:pt x="0" y="46064"/>
                </a:lnTo>
                <a:lnTo>
                  <a:pt x="0" y="45620"/>
                </a:lnTo>
                <a:lnTo>
                  <a:pt x="0" y="44999"/>
                </a:lnTo>
                <a:lnTo>
                  <a:pt x="0" y="44555"/>
                </a:lnTo>
                <a:lnTo>
                  <a:pt x="317" y="44111"/>
                </a:lnTo>
                <a:lnTo>
                  <a:pt x="317" y="43667"/>
                </a:lnTo>
                <a:lnTo>
                  <a:pt x="317" y="43046"/>
                </a:lnTo>
                <a:lnTo>
                  <a:pt x="317" y="42602"/>
                </a:lnTo>
                <a:lnTo>
                  <a:pt x="317" y="42247"/>
                </a:lnTo>
                <a:lnTo>
                  <a:pt x="793" y="41537"/>
                </a:lnTo>
                <a:lnTo>
                  <a:pt x="793" y="41093"/>
                </a:lnTo>
                <a:lnTo>
                  <a:pt x="793" y="40738"/>
                </a:lnTo>
                <a:lnTo>
                  <a:pt x="793" y="40295"/>
                </a:lnTo>
                <a:lnTo>
                  <a:pt x="793" y="39673"/>
                </a:lnTo>
                <a:lnTo>
                  <a:pt x="1110" y="39229"/>
                </a:lnTo>
                <a:lnTo>
                  <a:pt x="1110" y="38786"/>
                </a:lnTo>
                <a:lnTo>
                  <a:pt x="1110" y="38164"/>
                </a:lnTo>
                <a:lnTo>
                  <a:pt x="1110" y="37898"/>
                </a:lnTo>
                <a:lnTo>
                  <a:pt x="1586" y="37277"/>
                </a:lnTo>
                <a:lnTo>
                  <a:pt x="1586" y="36656"/>
                </a:lnTo>
                <a:lnTo>
                  <a:pt x="1586" y="36389"/>
                </a:lnTo>
                <a:lnTo>
                  <a:pt x="1586" y="35768"/>
                </a:lnTo>
                <a:lnTo>
                  <a:pt x="1586" y="35324"/>
                </a:lnTo>
                <a:lnTo>
                  <a:pt x="1586" y="34880"/>
                </a:lnTo>
                <a:lnTo>
                  <a:pt x="1586" y="34259"/>
                </a:lnTo>
                <a:lnTo>
                  <a:pt x="1586" y="34082"/>
                </a:lnTo>
                <a:lnTo>
                  <a:pt x="1586" y="33372"/>
                </a:lnTo>
                <a:lnTo>
                  <a:pt x="1586" y="33017"/>
                </a:lnTo>
                <a:lnTo>
                  <a:pt x="1904" y="32573"/>
                </a:lnTo>
                <a:lnTo>
                  <a:pt x="1904" y="31952"/>
                </a:lnTo>
                <a:lnTo>
                  <a:pt x="1904" y="31508"/>
                </a:lnTo>
                <a:lnTo>
                  <a:pt x="1904" y="31064"/>
                </a:lnTo>
                <a:lnTo>
                  <a:pt x="1904" y="30620"/>
                </a:lnTo>
                <a:lnTo>
                  <a:pt x="2380" y="30176"/>
                </a:lnTo>
                <a:lnTo>
                  <a:pt x="2380" y="29555"/>
                </a:lnTo>
                <a:lnTo>
                  <a:pt x="2380" y="29111"/>
                </a:lnTo>
                <a:lnTo>
                  <a:pt x="2380" y="28668"/>
                </a:lnTo>
                <a:lnTo>
                  <a:pt x="2697" y="28224"/>
                </a:lnTo>
                <a:lnTo>
                  <a:pt x="2697" y="27869"/>
                </a:lnTo>
                <a:lnTo>
                  <a:pt x="2697" y="27159"/>
                </a:lnTo>
                <a:lnTo>
                  <a:pt x="2697" y="26981"/>
                </a:lnTo>
                <a:lnTo>
                  <a:pt x="2697" y="26360"/>
                </a:lnTo>
                <a:lnTo>
                  <a:pt x="3015" y="25916"/>
                </a:lnTo>
                <a:lnTo>
                  <a:pt x="3015" y="25472"/>
                </a:lnTo>
                <a:lnTo>
                  <a:pt x="3015" y="24851"/>
                </a:lnTo>
                <a:lnTo>
                  <a:pt x="3015" y="24585"/>
                </a:lnTo>
                <a:lnTo>
                  <a:pt x="3015" y="23964"/>
                </a:lnTo>
                <a:lnTo>
                  <a:pt x="3491" y="23520"/>
                </a:lnTo>
                <a:lnTo>
                  <a:pt x="3491" y="23076"/>
                </a:lnTo>
                <a:lnTo>
                  <a:pt x="3491" y="22721"/>
                </a:lnTo>
                <a:lnTo>
                  <a:pt x="3491" y="22277"/>
                </a:lnTo>
                <a:lnTo>
                  <a:pt x="3491" y="21833"/>
                </a:lnTo>
                <a:lnTo>
                  <a:pt x="3491" y="21212"/>
                </a:lnTo>
                <a:lnTo>
                  <a:pt x="3491" y="20946"/>
                </a:lnTo>
                <a:lnTo>
                  <a:pt x="3491" y="20325"/>
                </a:lnTo>
                <a:lnTo>
                  <a:pt x="3491" y="20147"/>
                </a:lnTo>
                <a:lnTo>
                  <a:pt x="3808" y="19437"/>
                </a:lnTo>
                <a:lnTo>
                  <a:pt x="3808" y="19082"/>
                </a:lnTo>
                <a:lnTo>
                  <a:pt x="3808" y="18638"/>
                </a:lnTo>
                <a:lnTo>
                  <a:pt x="3808" y="18194"/>
                </a:lnTo>
                <a:lnTo>
                  <a:pt x="3808" y="17751"/>
                </a:lnTo>
                <a:lnTo>
                  <a:pt x="4284" y="17307"/>
                </a:lnTo>
                <a:lnTo>
                  <a:pt x="4284" y="16686"/>
                </a:lnTo>
                <a:lnTo>
                  <a:pt x="4284" y="16508"/>
                </a:lnTo>
                <a:lnTo>
                  <a:pt x="4284" y="15798"/>
                </a:lnTo>
                <a:lnTo>
                  <a:pt x="4284" y="15443"/>
                </a:lnTo>
                <a:lnTo>
                  <a:pt x="4601" y="14999"/>
                </a:lnTo>
                <a:lnTo>
                  <a:pt x="4601" y="14555"/>
                </a:lnTo>
                <a:lnTo>
                  <a:pt x="4601" y="14112"/>
                </a:lnTo>
                <a:lnTo>
                  <a:pt x="4601" y="13668"/>
                </a:lnTo>
                <a:lnTo>
                  <a:pt x="4601" y="13047"/>
                </a:lnTo>
                <a:lnTo>
                  <a:pt x="4919" y="12869"/>
                </a:lnTo>
                <a:lnTo>
                  <a:pt x="4919" y="12425"/>
                </a:lnTo>
                <a:lnTo>
                  <a:pt x="4919" y="11715"/>
                </a:lnTo>
                <a:lnTo>
                  <a:pt x="4919" y="11538"/>
                </a:lnTo>
                <a:lnTo>
                  <a:pt x="5395" y="10916"/>
                </a:lnTo>
                <a:lnTo>
                  <a:pt x="5395" y="10650"/>
                </a:lnTo>
                <a:lnTo>
                  <a:pt x="5395" y="10029"/>
                </a:lnTo>
                <a:lnTo>
                  <a:pt x="5395" y="9585"/>
                </a:lnTo>
                <a:lnTo>
                  <a:pt x="5395" y="9408"/>
                </a:lnTo>
                <a:lnTo>
                  <a:pt x="5395" y="8786"/>
                </a:lnTo>
                <a:lnTo>
                  <a:pt x="5395" y="8343"/>
                </a:lnTo>
                <a:lnTo>
                  <a:pt x="5395" y="7899"/>
                </a:lnTo>
                <a:lnTo>
                  <a:pt x="5395" y="7455"/>
                </a:lnTo>
                <a:lnTo>
                  <a:pt x="5395" y="7011"/>
                </a:lnTo>
                <a:lnTo>
                  <a:pt x="5712" y="6567"/>
                </a:lnTo>
                <a:lnTo>
                  <a:pt x="5712" y="6212"/>
                </a:lnTo>
                <a:lnTo>
                  <a:pt x="5712" y="5946"/>
                </a:lnTo>
                <a:lnTo>
                  <a:pt x="5712" y="5325"/>
                </a:lnTo>
                <a:lnTo>
                  <a:pt x="5712" y="4881"/>
                </a:lnTo>
                <a:lnTo>
                  <a:pt x="6188" y="4437"/>
                </a:lnTo>
                <a:lnTo>
                  <a:pt x="6188" y="3994"/>
                </a:lnTo>
                <a:lnTo>
                  <a:pt x="6188" y="3638"/>
                </a:lnTo>
                <a:lnTo>
                  <a:pt x="6188" y="3195"/>
                </a:lnTo>
                <a:lnTo>
                  <a:pt x="6506" y="2751"/>
                </a:lnTo>
                <a:lnTo>
                  <a:pt x="6506" y="2307"/>
                </a:lnTo>
                <a:lnTo>
                  <a:pt x="6506" y="1863"/>
                </a:lnTo>
                <a:lnTo>
                  <a:pt x="6506" y="1420"/>
                </a:lnTo>
                <a:lnTo>
                  <a:pt x="6506" y="1242"/>
                </a:lnTo>
                <a:lnTo>
                  <a:pt x="6982" y="621"/>
                </a:lnTo>
                <a:lnTo>
                  <a:pt x="6982" y="177"/>
                </a:lnTo>
                <a:lnTo>
                  <a:pt x="6982" y="0"/>
                </a:lnTo>
              </a:path>
            </a:pathLst>
          </a:custGeom>
          <a:ln w="19352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4232148" y="1645920"/>
            <a:ext cx="2823209" cy="57912"/>
          </a:xfrm>
          <a:custGeom>
            <a:avLst/>
            <a:gdLst/>
            <a:ahLst/>
            <a:cxnLst/>
            <a:rect l="l" t="t" r="r" b="b"/>
            <a:pathLst>
              <a:path w="2823209" h="57912">
                <a:moveTo>
                  <a:pt x="0" y="28955"/>
                </a:moveTo>
                <a:lnTo>
                  <a:pt x="0" y="57912"/>
                </a:lnTo>
                <a:lnTo>
                  <a:pt x="2750820" y="57912"/>
                </a:lnTo>
                <a:lnTo>
                  <a:pt x="2823209" y="43433"/>
                </a:lnTo>
                <a:lnTo>
                  <a:pt x="2736342" y="0"/>
                </a:lnTo>
                <a:lnTo>
                  <a:pt x="2750820" y="28955"/>
                </a:lnTo>
                <a:lnTo>
                  <a:pt x="0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6968490" y="1689353"/>
            <a:ext cx="86867" cy="43434"/>
          </a:xfrm>
          <a:custGeom>
            <a:avLst/>
            <a:gdLst/>
            <a:ahLst/>
            <a:cxnLst/>
            <a:rect l="l" t="t" r="r" b="b"/>
            <a:pathLst>
              <a:path w="86867" h="43434">
                <a:moveTo>
                  <a:pt x="14477" y="14478"/>
                </a:moveTo>
                <a:lnTo>
                  <a:pt x="0" y="14477"/>
                </a:lnTo>
                <a:lnTo>
                  <a:pt x="0" y="43434"/>
                </a:lnTo>
                <a:lnTo>
                  <a:pt x="86867" y="0"/>
                </a:lnTo>
                <a:lnTo>
                  <a:pt x="14477" y="14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6968490" y="1645920"/>
            <a:ext cx="14477" cy="28955"/>
          </a:xfrm>
          <a:custGeom>
            <a:avLst/>
            <a:gdLst/>
            <a:ahLst/>
            <a:cxnLst/>
            <a:rect l="l" t="t" r="r" b="b"/>
            <a:pathLst>
              <a:path w="14477" h="28955">
                <a:moveTo>
                  <a:pt x="14477" y="28955"/>
                </a:moveTo>
                <a:lnTo>
                  <a:pt x="0" y="0"/>
                </a:lnTo>
                <a:lnTo>
                  <a:pt x="0" y="28955"/>
                </a:lnTo>
                <a:lnTo>
                  <a:pt x="14477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4159758" y="1645920"/>
            <a:ext cx="86868" cy="86867"/>
          </a:xfrm>
          <a:custGeom>
            <a:avLst/>
            <a:gdLst/>
            <a:ahLst/>
            <a:cxnLst/>
            <a:rect l="l" t="t" r="r" b="b"/>
            <a:pathLst>
              <a:path w="86868" h="86867">
                <a:moveTo>
                  <a:pt x="86868" y="28955"/>
                </a:moveTo>
                <a:lnTo>
                  <a:pt x="86867" y="0"/>
                </a:lnTo>
                <a:lnTo>
                  <a:pt x="0" y="43433"/>
                </a:lnTo>
                <a:lnTo>
                  <a:pt x="86867" y="86867"/>
                </a:lnTo>
                <a:lnTo>
                  <a:pt x="86868" y="57911"/>
                </a:lnTo>
                <a:lnTo>
                  <a:pt x="72389" y="57912"/>
                </a:lnTo>
                <a:lnTo>
                  <a:pt x="72389" y="28955"/>
                </a:lnTo>
                <a:lnTo>
                  <a:pt x="86868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5483352" y="3322320"/>
            <a:ext cx="308610" cy="57912"/>
          </a:xfrm>
          <a:custGeom>
            <a:avLst/>
            <a:gdLst/>
            <a:ahLst/>
            <a:cxnLst/>
            <a:rect l="l" t="t" r="r" b="b"/>
            <a:pathLst>
              <a:path w="308610" h="57912">
                <a:moveTo>
                  <a:pt x="0" y="28955"/>
                </a:moveTo>
                <a:lnTo>
                  <a:pt x="0" y="57912"/>
                </a:lnTo>
                <a:lnTo>
                  <a:pt x="236220" y="57912"/>
                </a:lnTo>
                <a:lnTo>
                  <a:pt x="308610" y="43433"/>
                </a:lnTo>
                <a:lnTo>
                  <a:pt x="221742" y="0"/>
                </a:lnTo>
                <a:lnTo>
                  <a:pt x="236220" y="28955"/>
                </a:lnTo>
                <a:lnTo>
                  <a:pt x="0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5705094" y="3365754"/>
            <a:ext cx="86867" cy="43434"/>
          </a:xfrm>
          <a:custGeom>
            <a:avLst/>
            <a:gdLst/>
            <a:ahLst/>
            <a:cxnLst/>
            <a:rect l="l" t="t" r="r" b="b"/>
            <a:pathLst>
              <a:path w="86867" h="43434">
                <a:moveTo>
                  <a:pt x="14477" y="14478"/>
                </a:moveTo>
                <a:lnTo>
                  <a:pt x="0" y="14477"/>
                </a:lnTo>
                <a:lnTo>
                  <a:pt x="0" y="43434"/>
                </a:lnTo>
                <a:lnTo>
                  <a:pt x="86867" y="0"/>
                </a:lnTo>
                <a:lnTo>
                  <a:pt x="14477" y="14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5705093" y="3322320"/>
            <a:ext cx="14478" cy="28956"/>
          </a:xfrm>
          <a:custGeom>
            <a:avLst/>
            <a:gdLst/>
            <a:ahLst/>
            <a:cxnLst/>
            <a:rect l="l" t="t" r="r" b="b"/>
            <a:pathLst>
              <a:path w="14478" h="28956">
                <a:moveTo>
                  <a:pt x="14478" y="28955"/>
                </a:moveTo>
                <a:lnTo>
                  <a:pt x="0" y="0"/>
                </a:lnTo>
                <a:lnTo>
                  <a:pt x="0" y="28956"/>
                </a:lnTo>
                <a:lnTo>
                  <a:pt x="14478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5410962" y="3322320"/>
            <a:ext cx="86868" cy="86867"/>
          </a:xfrm>
          <a:custGeom>
            <a:avLst/>
            <a:gdLst/>
            <a:ahLst/>
            <a:cxnLst/>
            <a:rect l="l" t="t" r="r" b="b"/>
            <a:pathLst>
              <a:path w="86868" h="86867">
                <a:moveTo>
                  <a:pt x="86868" y="28955"/>
                </a:moveTo>
                <a:lnTo>
                  <a:pt x="86867" y="0"/>
                </a:lnTo>
                <a:lnTo>
                  <a:pt x="0" y="43433"/>
                </a:lnTo>
                <a:lnTo>
                  <a:pt x="86867" y="86867"/>
                </a:lnTo>
                <a:lnTo>
                  <a:pt x="86868" y="57911"/>
                </a:lnTo>
                <a:lnTo>
                  <a:pt x="72389" y="57912"/>
                </a:lnTo>
                <a:lnTo>
                  <a:pt x="72389" y="28955"/>
                </a:lnTo>
                <a:lnTo>
                  <a:pt x="86868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7262981" y="5695815"/>
            <a:ext cx="325677" cy="0"/>
          </a:xfrm>
          <a:custGeom>
            <a:avLst/>
            <a:gdLst/>
            <a:ahLst/>
            <a:cxnLst/>
            <a:rect l="l" t="t" r="r" b="b"/>
            <a:pathLst>
              <a:path w="325677" h="0">
                <a:moveTo>
                  <a:pt x="0" y="0"/>
                </a:moveTo>
                <a:lnTo>
                  <a:pt x="325677" y="0"/>
                </a:lnTo>
              </a:path>
            </a:pathLst>
          </a:custGeom>
          <a:ln w="108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685800" y="6099048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76200">
            <a:solidFill>
              <a:srgbClr val="00FF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685800" y="488899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762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78740" y="159169"/>
            <a:ext cx="4520203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H.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Mod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lator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r>
              <a:rPr dirty="0" smtClean="0" sz="2400" spc="-1" b="1">
                <a:latin typeface="Arial"/>
                <a:cs typeface="Arial"/>
              </a:rPr>
              <a:t> 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mo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82016" y="787114"/>
            <a:ext cx="4778298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AM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odul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tion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-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Contoh</a:t>
            </a:r>
            <a:endParaRPr sz="32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83470" y="1344040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20</a:t>
            </a:r>
            <a:endParaRPr sz="13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245354" y="1699442"/>
            <a:ext cx="694477" cy="295933"/>
          </a:xfrm>
          <a:prstGeom prst="rect">
            <a:avLst/>
          </a:prstGeom>
        </p:spPr>
        <p:txBody>
          <a:bodyPr wrap="square" lIns="0" tIns="14319" rIns="0" bIns="0" rtlCol="0">
            <a:noAutofit/>
          </a:bodyPr>
          <a:lstStyle/>
          <a:p>
            <a:pPr marL="12700">
              <a:lnSpc>
                <a:spcPts val="2255"/>
              </a:lnSpc>
            </a:pPr>
            <a:r>
              <a:rPr dirty="0" smtClean="0" baseline="8052" sz="2700" spc="1">
                <a:latin typeface="Arial"/>
                <a:cs typeface="Arial"/>
              </a:rPr>
              <a:t>1/f</a:t>
            </a:r>
            <a:r>
              <a:rPr dirty="0" smtClean="0" baseline="-9662" sz="1800" spc="1">
                <a:latin typeface="Arial"/>
                <a:cs typeface="Arial"/>
              </a:rPr>
              <a:t>m</a:t>
            </a:r>
            <a:r>
              <a:rPr dirty="0" smtClean="0" baseline="-9662" sz="1800" spc="1">
                <a:latin typeface="Arial"/>
                <a:cs typeface="Arial"/>
              </a:rPr>
              <a:t>e</a:t>
            </a:r>
            <a:r>
              <a:rPr dirty="0" smtClean="0" baseline="-9662" sz="1800" spc="1">
                <a:latin typeface="Arial"/>
                <a:cs typeface="Arial"/>
              </a:rPr>
              <a:t>sg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83470" y="1705364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15</a:t>
            </a:r>
            <a:endParaRPr sz="13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83470" y="2066422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44013" y="2427569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5</a:t>
            </a:r>
            <a:endParaRPr sz="13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44013" y="2788627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0</a:t>
            </a:r>
            <a:endParaRPr sz="13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42470" y="3149685"/>
            <a:ext cx="320332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482">
                <a:latin typeface="Arial"/>
                <a:cs typeface="Arial"/>
              </a:rPr>
              <a:t>-5</a:t>
            </a:r>
            <a:endParaRPr sz="13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38902" y="3436548"/>
            <a:ext cx="397069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1">
                <a:latin typeface="Arial"/>
                <a:cs typeface="Arial"/>
              </a:rPr>
              <a:t>1/</a:t>
            </a:r>
            <a:r>
              <a:rPr dirty="0" smtClean="0" baseline="8052" sz="2700" spc="1">
                <a:latin typeface="Arial"/>
                <a:cs typeface="Arial"/>
              </a:rPr>
              <a:t>f</a:t>
            </a:r>
            <a:r>
              <a:rPr dirty="0" smtClean="0" baseline="-9662" sz="1800" spc="1">
                <a:latin typeface="Arial"/>
                <a:cs typeface="Arial"/>
              </a:rPr>
              <a:t>c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82306" y="3510831"/>
            <a:ext cx="478159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493">
                <a:latin typeface="Arial"/>
                <a:cs typeface="Arial"/>
              </a:rPr>
              <a:t>-</a:t>
            </a:r>
            <a:r>
              <a:rPr dirty="0" smtClean="0" sz="1300" spc="493">
                <a:latin typeface="Arial"/>
                <a:cs typeface="Arial"/>
              </a:rPr>
              <a:t>1</a:t>
            </a:r>
            <a:r>
              <a:rPr dirty="0" smtClean="0" sz="1300" spc="493">
                <a:latin typeface="Arial"/>
                <a:cs typeface="Arial"/>
              </a:rPr>
              <a:t>0</a:t>
            </a:r>
            <a:endParaRPr sz="13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82306" y="3871898"/>
            <a:ext cx="478159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493">
                <a:latin typeface="Arial"/>
                <a:cs typeface="Arial"/>
              </a:rPr>
              <a:t>-</a:t>
            </a:r>
            <a:r>
              <a:rPr dirty="0" smtClean="0" sz="1300" spc="493">
                <a:latin typeface="Arial"/>
                <a:cs typeface="Arial"/>
              </a:rPr>
              <a:t>1</a:t>
            </a:r>
            <a:r>
              <a:rPr dirty="0" smtClean="0" sz="1300" spc="493">
                <a:latin typeface="Arial"/>
                <a:cs typeface="Arial"/>
              </a:rPr>
              <a:t>5</a:t>
            </a:r>
            <a:endParaRPr sz="13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82306" y="4232991"/>
            <a:ext cx="478159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493">
                <a:latin typeface="Arial"/>
                <a:cs typeface="Arial"/>
              </a:rPr>
              <a:t>-</a:t>
            </a:r>
            <a:r>
              <a:rPr dirty="0" smtClean="0" sz="1300" spc="493">
                <a:latin typeface="Arial"/>
                <a:cs typeface="Arial"/>
              </a:rPr>
              <a:t>2</a:t>
            </a:r>
            <a:r>
              <a:rPr dirty="0" smtClean="0" sz="1300" spc="493">
                <a:latin typeface="Arial"/>
                <a:cs typeface="Arial"/>
              </a:rPr>
              <a:t>0</a:t>
            </a:r>
            <a:endParaRPr sz="13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27566" y="4363574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0</a:t>
            </a:r>
            <a:endParaRPr sz="13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136094" y="4363574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044669" y="4363574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4</a:t>
            </a:r>
            <a:endParaRPr sz="13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52832" y="4363574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6</a:t>
            </a:r>
            <a:endParaRPr sz="13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860519" y="4363574"/>
            <a:ext cx="216900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84">
                <a:latin typeface="Arial"/>
                <a:cs typeface="Arial"/>
              </a:rPr>
              <a:t>8</a:t>
            </a:r>
            <a:endParaRPr sz="13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689021" y="4363574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597025" y="4363574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12</a:t>
            </a:r>
            <a:endParaRPr sz="13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505188" y="4363574"/>
            <a:ext cx="370851" cy="192784"/>
          </a:xfrm>
          <a:prstGeom prst="rect">
            <a:avLst/>
          </a:prstGeom>
        </p:spPr>
        <p:txBody>
          <a:bodyPr wrap="square" lIns="0" tIns="9175" rIns="0" bIns="0" rtlCol="0">
            <a:noAutofit/>
          </a:bodyPr>
          <a:lstStyle/>
          <a:p>
            <a:pPr marL="12700">
              <a:lnSpc>
                <a:spcPts val="1445"/>
              </a:lnSpc>
            </a:pPr>
            <a:r>
              <a:rPr dirty="0" smtClean="0" sz="1300" spc="534">
                <a:latin typeface="Arial"/>
                <a:cs typeface="Arial"/>
              </a:rPr>
              <a:t>14</a:t>
            </a:r>
            <a:endParaRPr sz="13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077584" y="4683387"/>
            <a:ext cx="322323" cy="647023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8906">
              <a:lnSpc>
                <a:spcPts val="2165"/>
              </a:lnSpc>
            </a:pPr>
            <a:r>
              <a:rPr dirty="0" smtClean="0" sz="2050" spc="-14" u="sng">
                <a:latin typeface="Times New Roman"/>
                <a:cs typeface="Times New Roman"/>
              </a:rPr>
              <a:t>10</a:t>
            </a:r>
            <a:endParaRPr sz="2050">
              <a:latin typeface="Times New Roman"/>
              <a:cs typeface="Times New Roman"/>
            </a:endParaRPr>
          </a:p>
          <a:p>
            <a:pPr marL="12700" marR="38683">
              <a:lnSpc>
                <a:spcPct val="95825"/>
              </a:lnSpc>
              <a:spcBef>
                <a:spcPts val="455"/>
              </a:spcBef>
            </a:pPr>
            <a:r>
              <a:rPr dirty="0" smtClean="0" sz="2050" spc="9">
                <a:latin typeface="Times New Roman"/>
                <a:cs typeface="Times New Roman"/>
              </a:rPr>
              <a:t>2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233867" y="4746119"/>
            <a:ext cx="4193253" cy="739000"/>
          </a:xfrm>
          <a:prstGeom prst="rect">
            <a:avLst/>
          </a:prstGeom>
        </p:spPr>
        <p:txBody>
          <a:bodyPr wrap="square" lIns="0" tIns="14478" rIns="0" bIns="0" rtlCol="0">
            <a:noAutofit/>
          </a:bodyPr>
          <a:lstStyle/>
          <a:p>
            <a:pPr marL="12700" marR="48976">
              <a:lnSpc>
                <a:spcPts val="2280"/>
              </a:lnSpc>
            </a:pPr>
            <a:r>
              <a:rPr dirty="0" smtClean="0" sz="1750" spc="-25">
                <a:latin typeface="Arial"/>
                <a:cs typeface="Arial"/>
              </a:rPr>
              <a:t>M</a:t>
            </a:r>
            <a:r>
              <a:rPr dirty="0" smtClean="0" sz="1750" spc="-25">
                <a:latin typeface="Arial"/>
                <a:cs typeface="Arial"/>
              </a:rPr>
              <a:t>e</a:t>
            </a:r>
            <a:r>
              <a:rPr dirty="0" smtClean="0" sz="1750" spc="-25">
                <a:latin typeface="Arial"/>
                <a:cs typeface="Arial"/>
              </a:rPr>
              <a:t>s</a:t>
            </a:r>
            <a:r>
              <a:rPr dirty="0" smtClean="0" sz="1750" spc="-25">
                <a:latin typeface="Arial"/>
                <a:cs typeface="Arial"/>
              </a:rPr>
              <a:t>s</a:t>
            </a:r>
            <a:r>
              <a:rPr dirty="0" smtClean="0" sz="1750" spc="-25">
                <a:latin typeface="Arial"/>
                <a:cs typeface="Arial"/>
              </a:rPr>
              <a:t>a</a:t>
            </a:r>
            <a:r>
              <a:rPr dirty="0" smtClean="0" sz="1750" spc="-25">
                <a:latin typeface="Arial"/>
                <a:cs typeface="Arial"/>
              </a:rPr>
              <a:t>g</a:t>
            </a:r>
            <a:r>
              <a:rPr dirty="0" smtClean="0" sz="1750" spc="-25">
                <a:latin typeface="Arial"/>
                <a:cs typeface="Arial"/>
              </a:rPr>
              <a:t>e</a:t>
            </a:r>
            <a:r>
              <a:rPr dirty="0" smtClean="0" sz="1750" spc="-25">
                <a:latin typeface="Arial"/>
                <a:cs typeface="Arial"/>
              </a:rPr>
              <a:t> </a:t>
            </a:r>
            <a:r>
              <a:rPr dirty="0" smtClean="0" sz="1750" spc="-25">
                <a:latin typeface="Arial"/>
                <a:cs typeface="Arial"/>
              </a:rPr>
              <a:t>s</a:t>
            </a:r>
            <a:r>
              <a:rPr dirty="0" smtClean="0" sz="1750" spc="-25">
                <a:latin typeface="Arial"/>
                <a:cs typeface="Arial"/>
              </a:rPr>
              <a:t>i</a:t>
            </a:r>
            <a:r>
              <a:rPr dirty="0" smtClean="0" sz="1750" spc="-25">
                <a:latin typeface="Arial"/>
                <a:cs typeface="Arial"/>
              </a:rPr>
              <a:t>g</a:t>
            </a:r>
            <a:r>
              <a:rPr dirty="0" smtClean="0" sz="1750" spc="-25">
                <a:latin typeface="Arial"/>
                <a:cs typeface="Arial"/>
              </a:rPr>
              <a:t>n</a:t>
            </a:r>
            <a:r>
              <a:rPr dirty="0" smtClean="0" sz="1750" spc="-25">
                <a:latin typeface="Arial"/>
                <a:cs typeface="Arial"/>
              </a:rPr>
              <a:t>a</a:t>
            </a:r>
            <a:r>
              <a:rPr dirty="0" smtClean="0" sz="1750" spc="-25">
                <a:latin typeface="Arial"/>
                <a:cs typeface="Arial"/>
              </a:rPr>
              <a:t>l</a:t>
            </a:r>
            <a:r>
              <a:rPr dirty="0" smtClean="0" sz="1750" spc="-25">
                <a:latin typeface="Arial"/>
                <a:cs typeface="Arial"/>
              </a:rPr>
              <a:t> </a:t>
            </a:r>
            <a:r>
              <a:rPr dirty="0" smtClean="0" sz="1750" spc="-25">
                <a:latin typeface="Arial"/>
                <a:cs typeface="Arial"/>
              </a:rPr>
              <a:t>:</a:t>
            </a:r>
            <a:r>
              <a:rPr dirty="0" smtClean="0" sz="1750" spc="-25">
                <a:latin typeface="Arial"/>
                <a:cs typeface="Arial"/>
              </a:rPr>
              <a:t> </a:t>
            </a:r>
            <a:r>
              <a:rPr dirty="0" smtClean="0" sz="2100" spc="-28" i="1">
                <a:latin typeface="Times New Roman"/>
                <a:cs typeface="Times New Roman"/>
              </a:rPr>
              <a:t>m</a:t>
            </a:r>
            <a:r>
              <a:rPr dirty="0" smtClean="0" sz="2100" spc="-28">
                <a:latin typeface="Times New Roman"/>
                <a:cs typeface="Times New Roman"/>
              </a:rPr>
              <a:t>(</a:t>
            </a:r>
            <a:r>
              <a:rPr dirty="0" smtClean="0" sz="2100" spc="-28" i="1">
                <a:latin typeface="Times New Roman"/>
                <a:cs typeface="Times New Roman"/>
              </a:rPr>
              <a:t>t</a:t>
            </a:r>
            <a:r>
              <a:rPr dirty="0" smtClean="0" sz="2100" spc="-28">
                <a:latin typeface="Times New Roman"/>
                <a:cs typeface="Times New Roman"/>
              </a:rPr>
              <a:t>)</a:t>
            </a:r>
            <a:r>
              <a:rPr dirty="0" smtClean="0" sz="2100" spc="-28">
                <a:latin typeface="Times New Roman"/>
                <a:cs typeface="Times New Roman"/>
              </a:rPr>
              <a:t> </a:t>
            </a:r>
            <a:r>
              <a:rPr dirty="0" smtClean="0" sz="2100" spc="0">
                <a:latin typeface="Symbol"/>
                <a:cs typeface="Symbol"/>
              </a:rPr>
              <a:t></a:t>
            </a:r>
            <a:r>
              <a:rPr dirty="0" smtClean="0" sz="2100" spc="-28">
                <a:latin typeface="Times New Roman"/>
                <a:cs typeface="Times New Roman"/>
              </a:rPr>
              <a:t> </a:t>
            </a:r>
            <a:r>
              <a:rPr dirty="0" smtClean="0" sz="2100" spc="-28">
                <a:latin typeface="Times New Roman"/>
                <a:cs typeface="Times New Roman"/>
              </a:rPr>
              <a:t>2</a:t>
            </a:r>
            <a:r>
              <a:rPr dirty="0" smtClean="0" sz="2100" spc="-28">
                <a:latin typeface="Times New Roman"/>
                <a:cs typeface="Times New Roman"/>
              </a:rPr>
              <a:t> </a:t>
            </a:r>
            <a:r>
              <a:rPr dirty="0" smtClean="0" sz="2100" spc="0">
                <a:latin typeface="Symbol"/>
                <a:cs typeface="Symbol"/>
              </a:rPr>
              <a:t></a:t>
            </a:r>
            <a:r>
              <a:rPr dirty="0" smtClean="0" sz="2100" spc="-28">
                <a:latin typeface="Times New Roman"/>
                <a:cs typeface="Times New Roman"/>
              </a:rPr>
              <a:t> </a:t>
            </a:r>
            <a:r>
              <a:rPr dirty="0" smtClean="0" sz="2100" spc="-28">
                <a:latin typeface="Times New Roman"/>
                <a:cs typeface="Times New Roman"/>
              </a:rPr>
              <a:t>2</a:t>
            </a:r>
            <a:r>
              <a:rPr dirty="0" smtClean="0" sz="2100" spc="-28">
                <a:latin typeface="Times New Roman"/>
                <a:cs typeface="Times New Roman"/>
              </a:rPr>
              <a:t> </a:t>
            </a:r>
            <a:r>
              <a:rPr dirty="0" smtClean="0" sz="2100" spc="-28">
                <a:latin typeface="Times New Roman"/>
                <a:cs typeface="Times New Roman"/>
              </a:rPr>
              <a:t>c</a:t>
            </a:r>
            <a:r>
              <a:rPr dirty="0" smtClean="0" sz="2100" spc="-28">
                <a:latin typeface="Times New Roman"/>
                <a:cs typeface="Times New Roman"/>
              </a:rPr>
              <a:t>o</a:t>
            </a:r>
            <a:r>
              <a:rPr dirty="0" smtClean="0" sz="2100" spc="-28">
                <a:latin typeface="Times New Roman"/>
                <a:cs typeface="Times New Roman"/>
              </a:rPr>
              <a:t>s</a:t>
            </a:r>
            <a:r>
              <a:rPr dirty="0" smtClean="0" sz="2100" spc="-28">
                <a:latin typeface="Times New Roman"/>
                <a:cs typeface="Times New Roman"/>
              </a:rPr>
              <a:t>(</a:t>
            </a:r>
            <a:r>
              <a:rPr dirty="0" smtClean="0" sz="2100" spc="-28" i="1">
                <a:latin typeface="Times New Roman"/>
                <a:cs typeface="Times New Roman"/>
              </a:rPr>
              <a:t>t</a:t>
            </a:r>
            <a:r>
              <a:rPr dirty="0" smtClean="0" sz="2100" spc="-28">
                <a:latin typeface="Times New Roman"/>
                <a:cs typeface="Times New Roman"/>
              </a:rPr>
              <a:t>)</a:t>
            </a:r>
            <a:endParaRPr sz="2100">
              <a:latin typeface="Times New Roman"/>
              <a:cs typeface="Times New Roman"/>
            </a:endParaRPr>
          </a:p>
          <a:p>
            <a:pPr marL="19140">
              <a:lnSpc>
                <a:spcPts val="2530"/>
              </a:lnSpc>
              <a:spcBef>
                <a:spcPts val="351"/>
              </a:spcBef>
            </a:pPr>
            <a:r>
              <a:rPr dirty="0" smtClean="0" sz="1750" spc="-17">
                <a:latin typeface="Arial"/>
                <a:cs typeface="Arial"/>
              </a:rPr>
              <a:t>C</a:t>
            </a:r>
            <a:r>
              <a:rPr dirty="0" smtClean="0" sz="1750" spc="-17">
                <a:latin typeface="Arial"/>
                <a:cs typeface="Arial"/>
              </a:rPr>
              <a:t>a</a:t>
            </a:r>
            <a:r>
              <a:rPr dirty="0" smtClean="0" sz="1750" spc="-17">
                <a:latin typeface="Arial"/>
                <a:cs typeface="Arial"/>
              </a:rPr>
              <a:t>r</a:t>
            </a:r>
            <a:r>
              <a:rPr dirty="0" smtClean="0" sz="1750" spc="-17">
                <a:latin typeface="Arial"/>
                <a:cs typeface="Arial"/>
              </a:rPr>
              <a:t>r</a:t>
            </a:r>
            <a:r>
              <a:rPr dirty="0" smtClean="0" sz="1750" spc="-17">
                <a:latin typeface="Arial"/>
                <a:cs typeface="Arial"/>
              </a:rPr>
              <a:t>i</a:t>
            </a:r>
            <a:r>
              <a:rPr dirty="0" smtClean="0" sz="1750" spc="-17">
                <a:latin typeface="Arial"/>
                <a:cs typeface="Arial"/>
              </a:rPr>
              <a:t>e</a:t>
            </a:r>
            <a:r>
              <a:rPr dirty="0" smtClean="0" sz="1750" spc="-17">
                <a:latin typeface="Arial"/>
                <a:cs typeface="Arial"/>
              </a:rPr>
              <a:t>r</a:t>
            </a:r>
            <a:r>
              <a:rPr dirty="0" smtClean="0" sz="1750" spc="-17">
                <a:latin typeface="Arial"/>
                <a:cs typeface="Arial"/>
              </a:rPr>
              <a:t> </a:t>
            </a:r>
            <a:r>
              <a:rPr dirty="0" smtClean="0" sz="1750" spc="-17">
                <a:latin typeface="Arial"/>
                <a:cs typeface="Arial"/>
              </a:rPr>
              <a:t>s</a:t>
            </a:r>
            <a:r>
              <a:rPr dirty="0" smtClean="0" sz="1750" spc="-17">
                <a:latin typeface="Arial"/>
                <a:cs typeface="Arial"/>
              </a:rPr>
              <a:t>i</a:t>
            </a:r>
            <a:r>
              <a:rPr dirty="0" smtClean="0" sz="1750" spc="-17">
                <a:latin typeface="Arial"/>
                <a:cs typeface="Arial"/>
              </a:rPr>
              <a:t>g</a:t>
            </a:r>
            <a:r>
              <a:rPr dirty="0" smtClean="0" sz="1750" spc="-17">
                <a:latin typeface="Arial"/>
                <a:cs typeface="Arial"/>
              </a:rPr>
              <a:t>n</a:t>
            </a:r>
            <a:r>
              <a:rPr dirty="0" smtClean="0" sz="1750" spc="-17">
                <a:latin typeface="Arial"/>
                <a:cs typeface="Arial"/>
              </a:rPr>
              <a:t>a</a:t>
            </a:r>
            <a:r>
              <a:rPr dirty="0" smtClean="0" sz="1750" spc="-17">
                <a:latin typeface="Arial"/>
                <a:cs typeface="Arial"/>
              </a:rPr>
              <a:t>l</a:t>
            </a:r>
            <a:r>
              <a:rPr dirty="0" smtClean="0" sz="1750" spc="-17">
                <a:latin typeface="Arial"/>
                <a:cs typeface="Arial"/>
              </a:rPr>
              <a:t> </a:t>
            </a:r>
            <a:r>
              <a:rPr dirty="0" smtClean="0" sz="1750" spc="-17">
                <a:latin typeface="Arial"/>
                <a:cs typeface="Arial"/>
              </a:rPr>
              <a:t>:</a:t>
            </a:r>
            <a:r>
              <a:rPr dirty="0" smtClean="0" sz="1750" spc="-17">
                <a:latin typeface="Arial"/>
                <a:cs typeface="Arial"/>
              </a:rPr>
              <a:t> </a:t>
            </a:r>
            <a:r>
              <a:rPr dirty="0" smtClean="0" sz="2100" spc="-9" i="1">
                <a:latin typeface="Times New Roman"/>
                <a:cs typeface="Times New Roman"/>
              </a:rPr>
              <a:t>A</a:t>
            </a:r>
            <a:r>
              <a:rPr dirty="0" smtClean="0" baseline="-24156" sz="1800" spc="-9" i="1">
                <a:latin typeface="Times New Roman"/>
                <a:cs typeface="Times New Roman"/>
              </a:rPr>
              <a:t>c</a:t>
            </a:r>
            <a:r>
              <a:rPr dirty="0" smtClean="0" baseline="-24156" sz="1800" spc="-9" i="1">
                <a:latin typeface="Times New Roman"/>
                <a:cs typeface="Times New Roman"/>
              </a:rPr>
              <a:t> </a:t>
            </a:r>
            <a:r>
              <a:rPr dirty="0" smtClean="0" sz="2100" spc="-9">
                <a:latin typeface="Times New Roman"/>
                <a:cs typeface="Times New Roman"/>
              </a:rPr>
              <a:t>c</a:t>
            </a:r>
            <a:r>
              <a:rPr dirty="0" smtClean="0" sz="2100" spc="-9">
                <a:latin typeface="Times New Roman"/>
                <a:cs typeface="Times New Roman"/>
              </a:rPr>
              <a:t>o</a:t>
            </a:r>
            <a:r>
              <a:rPr dirty="0" smtClean="0" sz="2100" spc="-9">
                <a:latin typeface="Times New Roman"/>
                <a:cs typeface="Times New Roman"/>
              </a:rPr>
              <a:t>s</a:t>
            </a:r>
            <a:r>
              <a:rPr dirty="0" smtClean="0" sz="2100" spc="-9">
                <a:latin typeface="Times New Roman"/>
                <a:cs typeface="Times New Roman"/>
              </a:rPr>
              <a:t>(</a:t>
            </a:r>
            <a:r>
              <a:rPr dirty="0" smtClean="0" sz="2100" spc="-9">
                <a:latin typeface="Times New Roman"/>
                <a:cs typeface="Times New Roman"/>
              </a:rPr>
              <a:t>2</a:t>
            </a:r>
            <a:r>
              <a:rPr dirty="0" smtClean="0" sz="2200" spc="-17">
                <a:latin typeface="Symbol"/>
                <a:cs typeface="Symbol"/>
              </a:rPr>
              <a:t></a:t>
            </a:r>
            <a:r>
              <a:rPr dirty="0" smtClean="0" sz="2100" spc="-9" i="1">
                <a:latin typeface="Times New Roman"/>
                <a:cs typeface="Times New Roman"/>
              </a:rPr>
              <a:t>f</a:t>
            </a:r>
            <a:r>
              <a:rPr dirty="0" smtClean="0" baseline="-24156" sz="1800" spc="-9" i="1">
                <a:latin typeface="Times New Roman"/>
                <a:cs typeface="Times New Roman"/>
              </a:rPr>
              <a:t>c</a:t>
            </a:r>
            <a:r>
              <a:rPr dirty="0" smtClean="0" sz="2100" spc="-9" i="1">
                <a:latin typeface="Times New Roman"/>
                <a:cs typeface="Times New Roman"/>
              </a:rPr>
              <a:t>t</a:t>
            </a:r>
            <a:r>
              <a:rPr dirty="0" smtClean="0" sz="2100" spc="-9">
                <a:latin typeface="Times New Roman"/>
                <a:cs typeface="Times New Roman"/>
              </a:rPr>
              <a:t>)</a:t>
            </a:r>
            <a:r>
              <a:rPr dirty="0" smtClean="0" sz="2100" spc="-9">
                <a:latin typeface="Times New Roman"/>
                <a:cs typeface="Times New Roman"/>
              </a:rPr>
              <a:t> </a:t>
            </a:r>
            <a:r>
              <a:rPr dirty="0" smtClean="0" sz="2100" spc="-17">
                <a:latin typeface="Symbol"/>
                <a:cs typeface="Symbol"/>
              </a:rPr>
              <a:t></a:t>
            </a:r>
            <a:r>
              <a:rPr dirty="0" smtClean="0" sz="2100" spc="-9">
                <a:latin typeface="Times New Roman"/>
                <a:cs typeface="Times New Roman"/>
              </a:rPr>
              <a:t> </a:t>
            </a:r>
            <a:r>
              <a:rPr dirty="0" smtClean="0" sz="2100" spc="-9">
                <a:latin typeface="Times New Roman"/>
                <a:cs typeface="Times New Roman"/>
              </a:rPr>
              <a:t>4</a:t>
            </a:r>
            <a:r>
              <a:rPr dirty="0" smtClean="0" sz="2100" spc="-9">
                <a:latin typeface="Times New Roman"/>
                <a:cs typeface="Times New Roman"/>
              </a:rPr>
              <a:t> </a:t>
            </a:r>
            <a:r>
              <a:rPr dirty="0" smtClean="0" sz="2100" spc="-9">
                <a:latin typeface="Times New Roman"/>
                <a:cs typeface="Times New Roman"/>
              </a:rPr>
              <a:t>c</a:t>
            </a:r>
            <a:r>
              <a:rPr dirty="0" smtClean="0" sz="2100" spc="-9">
                <a:latin typeface="Times New Roman"/>
                <a:cs typeface="Times New Roman"/>
              </a:rPr>
              <a:t>o</a:t>
            </a:r>
            <a:r>
              <a:rPr dirty="0" smtClean="0" sz="2100" spc="-9">
                <a:latin typeface="Times New Roman"/>
                <a:cs typeface="Times New Roman"/>
              </a:rPr>
              <a:t>s</a:t>
            </a:r>
            <a:r>
              <a:rPr dirty="0" smtClean="0" sz="2100" spc="-9">
                <a:latin typeface="Times New Roman"/>
                <a:cs typeface="Times New Roman"/>
              </a:rPr>
              <a:t>(</a:t>
            </a:r>
            <a:r>
              <a:rPr dirty="0" smtClean="0" sz="2100" spc="-9">
                <a:latin typeface="Times New Roman"/>
                <a:cs typeface="Times New Roman"/>
              </a:rPr>
              <a:t>1</a:t>
            </a:r>
            <a:r>
              <a:rPr dirty="0" smtClean="0" sz="2100" spc="-9">
                <a:latin typeface="Times New Roman"/>
                <a:cs typeface="Times New Roman"/>
              </a:rPr>
              <a:t>0</a:t>
            </a:r>
            <a:r>
              <a:rPr dirty="0" smtClean="0" sz="2100" spc="-9" i="1">
                <a:latin typeface="Times New Roman"/>
                <a:cs typeface="Times New Roman"/>
              </a:rPr>
              <a:t>t</a:t>
            </a:r>
            <a:r>
              <a:rPr dirty="0" smtClean="0" sz="2100" spc="-9">
                <a:latin typeface="Times New Roman"/>
                <a:cs typeface="Times New Roman"/>
              </a:rPr>
              <a:t>)</a:t>
            </a:r>
            <a:endParaRPr sz="21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612905" y="4841446"/>
            <a:ext cx="447633" cy="287411"/>
          </a:xfrm>
          <a:prstGeom prst="rect">
            <a:avLst/>
          </a:prstGeom>
        </p:spPr>
        <p:txBody>
          <a:bodyPr wrap="square" lIns="0" tIns="14001" rIns="0" bIns="0" rtlCol="0">
            <a:noAutofit/>
          </a:bodyPr>
          <a:lstStyle/>
          <a:p>
            <a:pPr marL="12700">
              <a:lnSpc>
                <a:spcPts val="2205"/>
              </a:lnSpc>
            </a:pPr>
            <a:r>
              <a:rPr dirty="0" smtClean="0" sz="2050" spc="106" i="1">
                <a:latin typeface="Times New Roman"/>
                <a:cs typeface="Times New Roman"/>
              </a:rPr>
              <a:t>f</a:t>
            </a:r>
            <a:r>
              <a:rPr dirty="0" smtClean="0" sz="2050" spc="106" i="1">
                <a:latin typeface="Times New Roman"/>
                <a:cs typeface="Times New Roman"/>
              </a:rPr>
              <a:t> </a:t>
            </a:r>
            <a:r>
              <a:rPr dirty="0" smtClean="0" sz="2050" spc="106" i="1">
                <a:latin typeface="Times New Roman"/>
                <a:cs typeface="Times New Roman"/>
              </a:rPr>
              <a:t> </a:t>
            </a:r>
            <a:r>
              <a:rPr dirty="0" smtClean="0" sz="2050" spc="10">
                <a:latin typeface="Symbol"/>
                <a:cs typeface="Symbol"/>
              </a:rPr>
              <a:t>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454077" y="4841446"/>
            <a:ext cx="881597" cy="287412"/>
          </a:xfrm>
          <a:prstGeom prst="rect">
            <a:avLst/>
          </a:prstGeom>
        </p:spPr>
        <p:txBody>
          <a:bodyPr wrap="square" lIns="0" tIns="14001" rIns="0" bIns="0" rtlCol="0">
            <a:noAutofit/>
          </a:bodyPr>
          <a:lstStyle/>
          <a:p>
            <a:pPr marL="12700">
              <a:lnSpc>
                <a:spcPts val="2205"/>
              </a:lnSpc>
            </a:pPr>
            <a:r>
              <a:rPr dirty="0" smtClean="0" sz="2050" spc="10">
                <a:latin typeface="Symbol"/>
                <a:cs typeface="Symbol"/>
              </a:rPr>
              <a:t></a:t>
            </a:r>
            <a:r>
              <a:rPr dirty="0" smtClean="0" sz="2050" spc="7">
                <a:latin typeface="Times New Roman"/>
                <a:cs typeface="Times New Roman"/>
              </a:rPr>
              <a:t> </a:t>
            </a:r>
            <a:r>
              <a:rPr dirty="0" smtClean="0" sz="2050" spc="7">
                <a:latin typeface="Times New Roman"/>
                <a:cs typeface="Times New Roman"/>
              </a:rPr>
              <a:t>1.</a:t>
            </a:r>
            <a:r>
              <a:rPr dirty="0" smtClean="0" sz="2050" spc="7">
                <a:latin typeface="Times New Roman"/>
                <a:cs typeface="Times New Roman"/>
              </a:rPr>
              <a:t>6</a:t>
            </a:r>
            <a:r>
              <a:rPr dirty="0" smtClean="0" sz="2050" spc="7" i="1">
                <a:latin typeface="Times New Roman"/>
                <a:cs typeface="Times New Roman"/>
              </a:rPr>
              <a:t>Hz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697956" y="4997005"/>
            <a:ext cx="114703" cy="175582"/>
          </a:xfrm>
          <a:prstGeom prst="rect">
            <a:avLst/>
          </a:prstGeom>
        </p:spPr>
        <p:txBody>
          <a:bodyPr wrap="square" lIns="0" tIns="8255" rIns="0" bIns="0" rtlCol="0">
            <a:noAutofit/>
          </a:bodyPr>
          <a:lstStyle/>
          <a:p>
            <a:pPr marL="12700">
              <a:lnSpc>
                <a:spcPts val="1300"/>
              </a:lnSpc>
            </a:pPr>
            <a:r>
              <a:rPr dirty="0" smtClean="0" sz="1200" spc="14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194784" y="5031521"/>
            <a:ext cx="207967" cy="297279"/>
          </a:xfrm>
          <a:prstGeom prst="rect">
            <a:avLst/>
          </a:prstGeom>
        </p:spPr>
        <p:txBody>
          <a:bodyPr wrap="square" lIns="0" tIns="14795" rIns="0" bIns="0" rtlCol="0">
            <a:noAutofit/>
          </a:bodyPr>
          <a:lstStyle/>
          <a:p>
            <a:pPr marL="12700">
              <a:lnSpc>
                <a:spcPts val="2330"/>
              </a:lnSpc>
            </a:pPr>
            <a:r>
              <a:rPr dirty="0" smtClean="0" sz="2150">
                <a:latin typeface="Symbol"/>
                <a:cs typeface="Symbol"/>
              </a:rPr>
              <a:t></a:t>
            </a:r>
            <a:endParaRPr sz="2150">
              <a:latin typeface="Symbol"/>
              <a:cs typeface="Symbo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348818" y="5377671"/>
            <a:ext cx="193214" cy="283292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2700">
              <a:lnSpc>
                <a:spcPts val="2165"/>
              </a:lnSpc>
            </a:pPr>
            <a:r>
              <a:rPr dirty="0" smtClean="0" sz="2050" spc="9">
                <a:latin typeface="Times New Roman"/>
                <a:cs typeface="Times New Roman"/>
              </a:rPr>
              <a:t>1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50288" y="5538066"/>
            <a:ext cx="2910143" cy="351911"/>
          </a:xfrm>
          <a:prstGeom prst="rect">
            <a:avLst/>
          </a:prstGeom>
        </p:spPr>
        <p:txBody>
          <a:bodyPr wrap="square" lIns="0" tIns="16954" rIns="0" bIns="0" rtlCol="0">
            <a:noAutofit/>
          </a:bodyPr>
          <a:lstStyle/>
          <a:p>
            <a:pPr marL="12700">
              <a:lnSpc>
                <a:spcPts val="2670"/>
              </a:lnSpc>
            </a:pPr>
            <a:r>
              <a:rPr dirty="0" smtClean="0" sz="2100" spc="12">
                <a:latin typeface="Times New Roman"/>
                <a:cs typeface="Times New Roman"/>
              </a:rPr>
              <a:t>(</a:t>
            </a:r>
            <a:r>
              <a:rPr dirty="0" smtClean="0" sz="2100" spc="12" i="1">
                <a:latin typeface="Times New Roman"/>
                <a:cs typeface="Times New Roman"/>
              </a:rPr>
              <a:t>t</a:t>
            </a:r>
            <a:r>
              <a:rPr dirty="0" smtClean="0" sz="2100" spc="12">
                <a:latin typeface="Times New Roman"/>
                <a:cs typeface="Times New Roman"/>
              </a:rPr>
              <a:t>)</a:t>
            </a:r>
            <a:r>
              <a:rPr dirty="0" smtClean="0" sz="2100" spc="12">
                <a:latin typeface="Times New Roman"/>
                <a:cs typeface="Times New Roman"/>
              </a:rPr>
              <a:t> </a:t>
            </a:r>
            <a:r>
              <a:rPr dirty="0" smtClean="0" sz="2100" spc="-13">
                <a:latin typeface="Symbol"/>
                <a:cs typeface="Symbol"/>
              </a:rPr>
              <a:t></a:t>
            </a:r>
            <a:r>
              <a:rPr dirty="0" smtClean="0" sz="2100" spc="12">
                <a:latin typeface="Times New Roman"/>
                <a:cs typeface="Times New Roman"/>
              </a:rPr>
              <a:t> </a:t>
            </a:r>
            <a:r>
              <a:rPr dirty="0" smtClean="0" sz="2100" spc="12" i="1">
                <a:latin typeface="Times New Roman"/>
                <a:cs typeface="Times New Roman"/>
              </a:rPr>
              <a:t>A</a:t>
            </a:r>
            <a:r>
              <a:rPr dirty="0" smtClean="0" baseline="-14493" sz="1800" spc="12" i="1">
                <a:latin typeface="Times New Roman"/>
                <a:cs typeface="Times New Roman"/>
              </a:rPr>
              <a:t>c</a:t>
            </a:r>
            <a:r>
              <a:rPr dirty="0" smtClean="0" baseline="-14493" sz="1800" spc="12" i="1">
                <a:latin typeface="Times New Roman"/>
                <a:cs typeface="Times New Roman"/>
              </a:rPr>
              <a:t> </a:t>
            </a:r>
            <a:r>
              <a:rPr dirty="0" smtClean="0" sz="2100" spc="12">
                <a:latin typeface="Times New Roman"/>
                <a:cs typeface="Times New Roman"/>
              </a:rPr>
              <a:t>[</a:t>
            </a:r>
            <a:r>
              <a:rPr dirty="0" smtClean="0" sz="2100" spc="12">
                <a:latin typeface="Times New Roman"/>
                <a:cs typeface="Times New Roman"/>
              </a:rPr>
              <a:t>1</a:t>
            </a:r>
            <a:r>
              <a:rPr dirty="0" smtClean="0" sz="2100" spc="-13">
                <a:latin typeface="Symbol"/>
                <a:cs typeface="Symbol"/>
              </a:rPr>
              <a:t></a:t>
            </a:r>
            <a:r>
              <a:rPr dirty="0" smtClean="0" sz="2100" spc="12">
                <a:latin typeface="Times New Roman"/>
                <a:cs typeface="Times New Roman"/>
              </a:rPr>
              <a:t> </a:t>
            </a:r>
            <a:r>
              <a:rPr dirty="0" smtClean="0" sz="2100" spc="12" i="1">
                <a:latin typeface="Times New Roman"/>
                <a:cs typeface="Times New Roman"/>
              </a:rPr>
              <a:t>m</a:t>
            </a:r>
            <a:r>
              <a:rPr dirty="0" smtClean="0" sz="2100" spc="12">
                <a:latin typeface="Times New Roman"/>
                <a:cs typeface="Times New Roman"/>
              </a:rPr>
              <a:t>(</a:t>
            </a:r>
            <a:r>
              <a:rPr dirty="0" smtClean="0" sz="2100" spc="12" i="1">
                <a:latin typeface="Times New Roman"/>
                <a:cs typeface="Times New Roman"/>
              </a:rPr>
              <a:t>t</a:t>
            </a:r>
            <a:r>
              <a:rPr dirty="0" smtClean="0" sz="2100" spc="12">
                <a:latin typeface="Times New Roman"/>
                <a:cs typeface="Times New Roman"/>
              </a:rPr>
              <a:t>)</a:t>
            </a:r>
            <a:r>
              <a:rPr dirty="0" smtClean="0" sz="2100" spc="12">
                <a:latin typeface="Times New Roman"/>
                <a:cs typeface="Times New Roman"/>
              </a:rPr>
              <a:t>]</a:t>
            </a:r>
            <a:r>
              <a:rPr dirty="0" smtClean="0" sz="2100" spc="12">
                <a:latin typeface="Times New Roman"/>
                <a:cs typeface="Times New Roman"/>
              </a:rPr>
              <a:t>c</a:t>
            </a:r>
            <a:r>
              <a:rPr dirty="0" smtClean="0" sz="2100" spc="12">
                <a:latin typeface="Times New Roman"/>
                <a:cs typeface="Times New Roman"/>
              </a:rPr>
              <a:t>o</a:t>
            </a:r>
            <a:r>
              <a:rPr dirty="0" smtClean="0" sz="2100" spc="12">
                <a:latin typeface="Times New Roman"/>
                <a:cs typeface="Times New Roman"/>
              </a:rPr>
              <a:t>s</a:t>
            </a:r>
            <a:r>
              <a:rPr dirty="0" smtClean="0" sz="2100" spc="12">
                <a:latin typeface="Times New Roman"/>
                <a:cs typeface="Times New Roman"/>
              </a:rPr>
              <a:t>(</a:t>
            </a:r>
            <a:r>
              <a:rPr dirty="0" smtClean="0" sz="2100" spc="12">
                <a:latin typeface="Times New Roman"/>
                <a:cs typeface="Times New Roman"/>
              </a:rPr>
              <a:t>2</a:t>
            </a:r>
            <a:r>
              <a:rPr dirty="0" smtClean="0" sz="2200" spc="-13">
                <a:latin typeface="Symbol"/>
                <a:cs typeface="Symbol"/>
              </a:rPr>
              <a:t></a:t>
            </a:r>
            <a:r>
              <a:rPr dirty="0" smtClean="0" sz="2100" spc="12" i="1">
                <a:latin typeface="Times New Roman"/>
                <a:cs typeface="Times New Roman"/>
              </a:rPr>
              <a:t>f</a:t>
            </a:r>
            <a:r>
              <a:rPr dirty="0" smtClean="0" baseline="-14493" sz="1800" spc="12" i="1">
                <a:latin typeface="Times New Roman"/>
                <a:cs typeface="Times New Roman"/>
              </a:rPr>
              <a:t>c</a:t>
            </a:r>
            <a:r>
              <a:rPr dirty="0" smtClean="0" sz="2100" spc="12" i="1">
                <a:latin typeface="Times New Roman"/>
                <a:cs typeface="Times New Roman"/>
              </a:rPr>
              <a:t>t</a:t>
            </a:r>
            <a:r>
              <a:rPr dirty="0" smtClean="0" sz="2100" spc="12">
                <a:latin typeface="Times New Roman"/>
                <a:cs typeface="Times New Roman"/>
              </a:rPr>
              <a:t>)</a:t>
            </a:r>
            <a:endParaRPr sz="21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756030" y="5536245"/>
            <a:ext cx="501320" cy="330624"/>
          </a:xfrm>
          <a:prstGeom prst="rect">
            <a:avLst/>
          </a:prstGeom>
        </p:spPr>
        <p:txBody>
          <a:bodyPr wrap="square" lIns="0" tIns="16002" rIns="0" bIns="0" rtlCol="0">
            <a:noAutofit/>
          </a:bodyPr>
          <a:lstStyle/>
          <a:p>
            <a:pPr marL="12700">
              <a:lnSpc>
                <a:spcPts val="2520"/>
              </a:lnSpc>
            </a:pPr>
            <a:r>
              <a:rPr dirty="0" smtClean="0" baseline="-12078" sz="1800" spc="-27" i="1">
                <a:latin typeface="Times New Roman"/>
                <a:cs typeface="Times New Roman"/>
              </a:rPr>
              <a:t>m</a:t>
            </a:r>
            <a:r>
              <a:rPr dirty="0" smtClean="0" baseline="-12078" sz="1800" spc="-27" i="1">
                <a:latin typeface="Times New Roman"/>
                <a:cs typeface="Times New Roman"/>
              </a:rPr>
              <a:t>e</a:t>
            </a:r>
            <a:r>
              <a:rPr dirty="0" smtClean="0" baseline="-12078" sz="1800" spc="-27" i="1">
                <a:latin typeface="Times New Roman"/>
                <a:cs typeface="Times New Roman"/>
              </a:rPr>
              <a:t>s</a:t>
            </a:r>
            <a:r>
              <a:rPr dirty="0" smtClean="0" baseline="-12078" sz="1800" spc="-27" i="1">
                <a:latin typeface="Times New Roman"/>
                <a:cs typeface="Times New Roman"/>
              </a:rPr>
              <a:t>g</a:t>
            </a:r>
            <a:r>
              <a:rPr dirty="0" smtClean="0" sz="2050" spc="10">
                <a:latin typeface="Symbol"/>
                <a:cs typeface="Symbol"/>
              </a:rPr>
              <a:t>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644407" y="5536245"/>
            <a:ext cx="1030949" cy="287412"/>
          </a:xfrm>
          <a:prstGeom prst="rect">
            <a:avLst/>
          </a:prstGeom>
        </p:spPr>
        <p:txBody>
          <a:bodyPr wrap="square" lIns="0" tIns="14001" rIns="0" bIns="0" rtlCol="0">
            <a:noAutofit/>
          </a:bodyPr>
          <a:lstStyle/>
          <a:p>
            <a:pPr marL="12700">
              <a:lnSpc>
                <a:spcPts val="2205"/>
              </a:lnSpc>
            </a:pPr>
            <a:r>
              <a:rPr dirty="0" smtClean="0" sz="2050">
                <a:latin typeface="Symbol"/>
                <a:cs typeface="Symbol"/>
              </a:rPr>
              <a:t></a:t>
            </a:r>
            <a:r>
              <a:rPr dirty="0" smtClean="0" sz="2050" spc="31">
                <a:latin typeface="Times New Roman"/>
                <a:cs typeface="Times New Roman"/>
              </a:rPr>
              <a:t> </a:t>
            </a:r>
            <a:r>
              <a:rPr dirty="0" smtClean="0" sz="2050" spc="31">
                <a:latin typeface="Times New Roman"/>
                <a:cs typeface="Times New Roman"/>
              </a:rPr>
              <a:t>0.</a:t>
            </a:r>
            <a:r>
              <a:rPr dirty="0" smtClean="0" sz="2050" spc="31">
                <a:latin typeface="Times New Roman"/>
                <a:cs typeface="Times New Roman"/>
              </a:rPr>
              <a:t>1</a:t>
            </a:r>
            <a:r>
              <a:rPr dirty="0" smtClean="0" sz="2050" spc="31">
                <a:latin typeface="Times New Roman"/>
                <a:cs typeface="Times New Roman"/>
              </a:rPr>
              <a:t>6</a:t>
            </a:r>
            <a:r>
              <a:rPr dirty="0" smtClean="0" sz="2050" spc="31" i="1">
                <a:latin typeface="Times New Roman"/>
                <a:cs typeface="Times New Roman"/>
              </a:rPr>
              <a:t>Hz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12905" y="5540364"/>
            <a:ext cx="135880" cy="283292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2700">
              <a:lnSpc>
                <a:spcPts val="2165"/>
              </a:lnSpc>
            </a:pPr>
            <a:r>
              <a:rPr dirty="0" smtClean="0" sz="2050" spc="10" i="1">
                <a:latin typeface="Times New Roman"/>
                <a:cs typeface="Times New Roman"/>
              </a:rPr>
              <a:t>f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51038" y="5554189"/>
            <a:ext cx="415062" cy="335788"/>
          </a:xfrm>
          <a:prstGeom prst="rect">
            <a:avLst/>
          </a:prstGeom>
        </p:spPr>
        <p:txBody>
          <a:bodyPr wrap="square" lIns="0" tIns="16287" rIns="0" bIns="0" rtlCol="0">
            <a:noAutofit/>
          </a:bodyPr>
          <a:lstStyle/>
          <a:p>
            <a:pPr marL="12700">
              <a:lnSpc>
                <a:spcPts val="2565"/>
              </a:lnSpc>
            </a:pPr>
            <a:r>
              <a:rPr dirty="0" smtClean="0" sz="2100" spc="46" i="1">
                <a:latin typeface="Times New Roman"/>
                <a:cs typeface="Times New Roman"/>
              </a:rPr>
              <a:t>s</a:t>
            </a:r>
            <a:r>
              <a:rPr dirty="0" smtClean="0" baseline="-12078" sz="1800" spc="46" i="1">
                <a:latin typeface="Times New Roman"/>
                <a:cs typeface="Times New Roman"/>
              </a:rPr>
              <a:t>AM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267914" y="5726320"/>
            <a:ext cx="325409" cy="298889"/>
          </a:xfrm>
          <a:prstGeom prst="rect">
            <a:avLst/>
          </a:prstGeom>
        </p:spPr>
        <p:txBody>
          <a:bodyPr wrap="square" lIns="0" tIns="14795" rIns="0" bIns="0" rtlCol="0">
            <a:noAutofit/>
          </a:bodyPr>
          <a:lstStyle/>
          <a:p>
            <a:pPr marL="12700">
              <a:lnSpc>
                <a:spcPts val="2330"/>
              </a:lnSpc>
            </a:pPr>
            <a:r>
              <a:rPr dirty="0" smtClean="0" sz="2050" spc="-94">
                <a:latin typeface="Times New Roman"/>
                <a:cs typeface="Times New Roman"/>
              </a:rPr>
              <a:t>2</a:t>
            </a:r>
            <a:r>
              <a:rPr dirty="0" smtClean="0" sz="2150" spc="0">
                <a:latin typeface="Symbol"/>
                <a:cs typeface="Symbol"/>
              </a:rPr>
              <a:t></a:t>
            </a:r>
            <a:endParaRPr sz="2150">
              <a:latin typeface="Symbol"/>
              <a:cs typeface="Symbo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51038" y="5942939"/>
            <a:ext cx="5002324" cy="351904"/>
          </a:xfrm>
          <a:prstGeom prst="rect">
            <a:avLst/>
          </a:prstGeom>
        </p:spPr>
        <p:txBody>
          <a:bodyPr wrap="square" lIns="0" tIns="16954" rIns="0" bIns="0" rtlCol="0">
            <a:noAutofit/>
          </a:bodyPr>
          <a:lstStyle/>
          <a:p>
            <a:pPr marL="12700">
              <a:lnSpc>
                <a:spcPts val="2670"/>
              </a:lnSpc>
            </a:pPr>
            <a:r>
              <a:rPr dirty="0" smtClean="0" baseline="8282" sz="2625" spc="-44">
                <a:latin typeface="Arial"/>
                <a:cs typeface="Arial"/>
              </a:rPr>
              <a:t>A</a:t>
            </a:r>
            <a:r>
              <a:rPr dirty="0" smtClean="0" baseline="8282" sz="2625" spc="-44">
                <a:latin typeface="Arial"/>
                <a:cs typeface="Arial"/>
              </a:rPr>
              <a:t>M</a:t>
            </a:r>
            <a:r>
              <a:rPr dirty="0" smtClean="0" baseline="8282" sz="2625" spc="-44">
                <a:latin typeface="Arial"/>
                <a:cs typeface="Arial"/>
              </a:rPr>
              <a:t> </a:t>
            </a:r>
            <a:r>
              <a:rPr dirty="0" smtClean="0" baseline="8282" sz="2625" spc="-44">
                <a:latin typeface="Arial"/>
                <a:cs typeface="Arial"/>
              </a:rPr>
              <a:t>S</a:t>
            </a:r>
            <a:r>
              <a:rPr dirty="0" smtClean="0" baseline="8282" sz="2625" spc="-44">
                <a:latin typeface="Arial"/>
                <a:cs typeface="Arial"/>
              </a:rPr>
              <a:t>i</a:t>
            </a:r>
            <a:r>
              <a:rPr dirty="0" smtClean="0" baseline="8282" sz="2625" spc="-44">
                <a:latin typeface="Arial"/>
                <a:cs typeface="Arial"/>
              </a:rPr>
              <a:t>g</a:t>
            </a:r>
            <a:r>
              <a:rPr dirty="0" smtClean="0" baseline="8282" sz="2625" spc="-44">
                <a:latin typeface="Arial"/>
                <a:cs typeface="Arial"/>
              </a:rPr>
              <a:t>n</a:t>
            </a:r>
            <a:r>
              <a:rPr dirty="0" smtClean="0" baseline="8282" sz="2625" spc="-44">
                <a:latin typeface="Arial"/>
                <a:cs typeface="Arial"/>
              </a:rPr>
              <a:t>a</a:t>
            </a:r>
            <a:r>
              <a:rPr dirty="0" smtClean="0" baseline="8282" sz="2625" spc="-44">
                <a:latin typeface="Arial"/>
                <a:cs typeface="Arial"/>
              </a:rPr>
              <a:t>l</a:t>
            </a:r>
            <a:r>
              <a:rPr dirty="0" smtClean="0" baseline="8282" sz="2625" spc="-44">
                <a:latin typeface="Arial"/>
                <a:cs typeface="Arial"/>
              </a:rPr>
              <a:t> </a:t>
            </a:r>
            <a:r>
              <a:rPr dirty="0" smtClean="0" baseline="8282" sz="2625" spc="-44">
                <a:latin typeface="Arial"/>
                <a:cs typeface="Arial"/>
              </a:rPr>
              <a:t>:</a:t>
            </a:r>
            <a:r>
              <a:rPr dirty="0" smtClean="0" baseline="8282" sz="2625" spc="-44">
                <a:latin typeface="Arial"/>
                <a:cs typeface="Arial"/>
              </a:rPr>
              <a:t> </a:t>
            </a:r>
            <a:r>
              <a:rPr dirty="0" smtClean="0" sz="2100" spc="-2" i="1">
                <a:latin typeface="Times New Roman"/>
                <a:cs typeface="Times New Roman"/>
              </a:rPr>
              <a:t>s</a:t>
            </a:r>
            <a:r>
              <a:rPr dirty="0" smtClean="0" baseline="-14493" sz="1800" spc="-2" i="1">
                <a:latin typeface="Times New Roman"/>
                <a:cs typeface="Times New Roman"/>
              </a:rPr>
              <a:t>A</a:t>
            </a:r>
            <a:r>
              <a:rPr dirty="0" smtClean="0" baseline="-14493" sz="1800" spc="-2" i="1">
                <a:latin typeface="Times New Roman"/>
                <a:cs typeface="Times New Roman"/>
              </a:rPr>
              <a:t>M</a:t>
            </a:r>
            <a:r>
              <a:rPr dirty="0" smtClean="0" baseline="-14493" sz="1800" spc="-2" i="1">
                <a:latin typeface="Times New Roman"/>
                <a:cs typeface="Times New Roman"/>
              </a:rPr>
              <a:t> </a:t>
            </a:r>
            <a:r>
              <a:rPr dirty="0" smtClean="0" sz="2100" spc="-2">
                <a:latin typeface="Times New Roman"/>
                <a:cs typeface="Times New Roman"/>
              </a:rPr>
              <a:t>(</a:t>
            </a:r>
            <a:r>
              <a:rPr dirty="0" smtClean="0" sz="2100" spc="-2" i="1">
                <a:latin typeface="Times New Roman"/>
                <a:cs typeface="Times New Roman"/>
              </a:rPr>
              <a:t>t</a:t>
            </a:r>
            <a:r>
              <a:rPr dirty="0" smtClean="0" sz="2100" spc="-2">
                <a:latin typeface="Times New Roman"/>
                <a:cs typeface="Times New Roman"/>
              </a:rPr>
              <a:t>)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8">
                <a:latin typeface="Symbol"/>
                <a:cs typeface="Symbol"/>
              </a:rPr>
              <a:t>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2">
                <a:latin typeface="Times New Roman"/>
                <a:cs typeface="Times New Roman"/>
              </a:rPr>
              <a:t>4</a:t>
            </a:r>
            <a:r>
              <a:rPr dirty="0" smtClean="0" sz="2100" spc="-2">
                <a:latin typeface="Times New Roman"/>
                <a:cs typeface="Times New Roman"/>
              </a:rPr>
              <a:t>[</a:t>
            </a:r>
            <a:r>
              <a:rPr dirty="0" smtClean="0" sz="2100" spc="-2">
                <a:latin typeface="Times New Roman"/>
                <a:cs typeface="Times New Roman"/>
              </a:rPr>
              <a:t>1</a:t>
            </a:r>
            <a:r>
              <a:rPr dirty="0" smtClean="0" sz="2100" spc="-8">
                <a:latin typeface="Symbol"/>
                <a:cs typeface="Symbol"/>
              </a:rPr>
              <a:t>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2">
                <a:latin typeface="Times New Roman"/>
                <a:cs typeface="Times New Roman"/>
              </a:rPr>
              <a:t>2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8">
                <a:latin typeface="Symbol"/>
                <a:cs typeface="Symbol"/>
              </a:rPr>
              <a:t>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2">
                <a:latin typeface="Times New Roman"/>
                <a:cs typeface="Times New Roman"/>
              </a:rPr>
              <a:t>2</a:t>
            </a:r>
            <a:r>
              <a:rPr dirty="0" smtClean="0" sz="2100" spc="-2">
                <a:latin typeface="Times New Roman"/>
                <a:cs typeface="Times New Roman"/>
              </a:rPr>
              <a:t> </a:t>
            </a:r>
            <a:r>
              <a:rPr dirty="0" smtClean="0" sz="2100" spc="-2">
                <a:latin typeface="Times New Roman"/>
                <a:cs typeface="Times New Roman"/>
              </a:rPr>
              <a:t>c</a:t>
            </a:r>
            <a:r>
              <a:rPr dirty="0" smtClean="0" sz="2100" spc="-2">
                <a:latin typeface="Times New Roman"/>
                <a:cs typeface="Times New Roman"/>
              </a:rPr>
              <a:t>o</a:t>
            </a:r>
            <a:r>
              <a:rPr dirty="0" smtClean="0" sz="2100" spc="-2">
                <a:latin typeface="Times New Roman"/>
                <a:cs typeface="Times New Roman"/>
              </a:rPr>
              <a:t>s</a:t>
            </a:r>
            <a:r>
              <a:rPr dirty="0" smtClean="0" sz="2100" spc="-2">
                <a:latin typeface="Times New Roman"/>
                <a:cs typeface="Times New Roman"/>
              </a:rPr>
              <a:t>(</a:t>
            </a:r>
            <a:r>
              <a:rPr dirty="0" smtClean="0" sz="2100" spc="-2" i="1">
                <a:latin typeface="Times New Roman"/>
                <a:cs typeface="Times New Roman"/>
              </a:rPr>
              <a:t>t</a:t>
            </a:r>
            <a:r>
              <a:rPr dirty="0" smtClean="0" sz="2100" spc="-2">
                <a:latin typeface="Times New Roman"/>
                <a:cs typeface="Times New Roman"/>
              </a:rPr>
              <a:t>)</a:t>
            </a:r>
            <a:r>
              <a:rPr dirty="0" smtClean="0" sz="2100" spc="-2">
                <a:latin typeface="Times New Roman"/>
                <a:cs typeface="Times New Roman"/>
              </a:rPr>
              <a:t>]</a:t>
            </a:r>
            <a:r>
              <a:rPr dirty="0" smtClean="0" sz="2100" spc="-2">
                <a:latin typeface="Times New Roman"/>
                <a:cs typeface="Times New Roman"/>
              </a:rPr>
              <a:t>c</a:t>
            </a:r>
            <a:r>
              <a:rPr dirty="0" smtClean="0" sz="2100" spc="-2">
                <a:latin typeface="Times New Roman"/>
                <a:cs typeface="Times New Roman"/>
              </a:rPr>
              <a:t>o</a:t>
            </a:r>
            <a:r>
              <a:rPr dirty="0" smtClean="0" sz="2100" spc="-2">
                <a:latin typeface="Times New Roman"/>
                <a:cs typeface="Times New Roman"/>
              </a:rPr>
              <a:t>s</a:t>
            </a:r>
            <a:r>
              <a:rPr dirty="0" smtClean="0" sz="2100" spc="-2">
                <a:latin typeface="Times New Roman"/>
                <a:cs typeface="Times New Roman"/>
              </a:rPr>
              <a:t>(</a:t>
            </a:r>
            <a:r>
              <a:rPr dirty="0" smtClean="0" sz="2100" spc="-2">
                <a:latin typeface="Times New Roman"/>
                <a:cs typeface="Times New Roman"/>
              </a:rPr>
              <a:t>2</a:t>
            </a:r>
            <a:r>
              <a:rPr dirty="0" smtClean="0" sz="2200" spc="-8">
                <a:latin typeface="Symbol"/>
                <a:cs typeface="Symbol"/>
              </a:rPr>
              <a:t></a:t>
            </a:r>
            <a:r>
              <a:rPr dirty="0" smtClean="0" sz="2100" spc="-2" i="1">
                <a:latin typeface="Times New Roman"/>
                <a:cs typeface="Times New Roman"/>
              </a:rPr>
              <a:t>f</a:t>
            </a:r>
            <a:r>
              <a:rPr dirty="0" smtClean="0" baseline="-14493" sz="1800" spc="-2" i="1">
                <a:latin typeface="Times New Roman"/>
                <a:cs typeface="Times New Roman"/>
              </a:rPr>
              <a:t>c</a:t>
            </a:r>
            <a:r>
              <a:rPr dirty="0" smtClean="0" sz="2100" spc="-2" i="1">
                <a:latin typeface="Times New Roman"/>
                <a:cs typeface="Times New Roman"/>
              </a:rPr>
              <a:t>t</a:t>
            </a:r>
            <a:r>
              <a:rPr dirty="0" smtClean="0" sz="2100" spc="-2">
                <a:latin typeface="Times New Roman"/>
                <a:cs typeface="Times New Roman"/>
              </a:rPr>
              <a:t>)</a:t>
            </a:r>
            <a:endParaRPr sz="21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436100" y="6471832"/>
            <a:ext cx="35520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49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322302" y="1436813"/>
            <a:ext cx="6814463" cy="361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1322302" y="1797960"/>
            <a:ext cx="0" cy="361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8136765" y="1797960"/>
            <a:ext cx="0" cy="361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1322302" y="2159018"/>
            <a:ext cx="0" cy="361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8136765" y="2159018"/>
            <a:ext cx="0" cy="361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322302" y="2520164"/>
            <a:ext cx="6814463" cy="3586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8136765" y="2520164"/>
            <a:ext cx="0" cy="7221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1322302" y="2878826"/>
            <a:ext cx="6814463" cy="3634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322302" y="3242280"/>
            <a:ext cx="0" cy="361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8136765" y="3242280"/>
            <a:ext cx="0" cy="361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322302" y="3603427"/>
            <a:ext cx="0" cy="361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8136765" y="3603427"/>
            <a:ext cx="0" cy="361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322302" y="3964485"/>
            <a:ext cx="6814463" cy="361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8136765" y="3964485"/>
            <a:ext cx="0" cy="361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027457" y="989838"/>
            <a:ext cx="11312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307770" y="989838"/>
            <a:ext cx="10662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549895" y="989838"/>
            <a:ext cx="11291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7262981" y="5556115"/>
            <a:ext cx="32567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456438" y="762762"/>
            <a:ext cx="8991600" cy="762000"/>
          </a:xfrm>
          <a:custGeom>
            <a:avLst/>
            <a:gdLst/>
            <a:ahLst/>
            <a:cxnLst/>
            <a:rect l="l" t="t" r="r" b="b"/>
            <a:pathLst>
              <a:path w="8991600" h="762000">
                <a:moveTo>
                  <a:pt x="0" y="762000"/>
                </a:moveTo>
                <a:lnTo>
                  <a:pt x="8991600" y="762000"/>
                </a:lnTo>
                <a:lnTo>
                  <a:pt x="8991600" y="0"/>
                </a:lnTo>
                <a:lnTo>
                  <a:pt x="0" y="0"/>
                </a:lnTo>
                <a:lnTo>
                  <a:pt x="0" y="762000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35940" y="1816195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9144" y="1816195"/>
            <a:ext cx="7915753" cy="150545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>
                <a:latin typeface="Arial"/>
                <a:cs typeface="Arial"/>
              </a:rPr>
              <a:t>Su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ut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fasa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carrier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divar</a:t>
            </a:r>
            <a:r>
              <a:rPr dirty="0" smtClean="0" sz="3200" spc="-2">
                <a:latin typeface="Arial"/>
                <a:cs typeface="Arial"/>
              </a:rPr>
              <a:t>i</a:t>
            </a:r>
            <a:r>
              <a:rPr dirty="0" smtClean="0" sz="3200" spc="-2">
                <a:latin typeface="Arial"/>
                <a:cs typeface="Arial"/>
              </a:rPr>
              <a:t>asikan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b</a:t>
            </a:r>
            <a:r>
              <a:rPr dirty="0" smtClean="0" sz="3200" spc="-2">
                <a:latin typeface="Arial"/>
                <a:cs typeface="Arial"/>
              </a:rPr>
              <a:t>e</a:t>
            </a:r>
            <a:r>
              <a:rPr dirty="0" smtClean="0" sz="3200" spc="-2">
                <a:latin typeface="Arial"/>
                <a:cs typeface="Arial"/>
              </a:rPr>
              <a:t>rd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sarkan</a:t>
            </a:r>
            <a:endParaRPr sz="3200">
              <a:latin typeface="Arial"/>
              <a:cs typeface="Arial"/>
            </a:endParaRPr>
          </a:p>
          <a:p>
            <a:pPr marL="12700" marR="61036">
              <a:lnSpc>
                <a:spcPct val="95825"/>
              </a:lnSpc>
            </a:pP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pl</a:t>
            </a:r>
            <a:r>
              <a:rPr dirty="0" smtClean="0" sz="3200" spc="-3">
                <a:latin typeface="Arial"/>
                <a:cs typeface="Arial"/>
              </a:rPr>
              <a:t>i</a:t>
            </a:r>
            <a:r>
              <a:rPr dirty="0" smtClean="0" sz="3200" spc="-3">
                <a:latin typeface="Arial"/>
                <a:cs typeface="Arial"/>
              </a:rPr>
              <a:t>tu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si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yal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b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seb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nd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u</a:t>
            </a:r>
            <a:r>
              <a:rPr dirty="0" smtClean="0" sz="3200" spc="-3">
                <a:latin typeface="Arial"/>
                <a:cs typeface="Arial"/>
              </a:rPr>
              <a:t>lasi.</a:t>
            </a:r>
            <a:endParaRPr sz="3200">
              <a:latin typeface="Arial"/>
              <a:cs typeface="Arial"/>
            </a:endParaRPr>
          </a:p>
          <a:p>
            <a:pPr marL="12700" marR="61036">
              <a:lnSpc>
                <a:spcPct val="95825"/>
              </a:lnSpc>
              <a:spcBef>
                <a:spcPts val="930"/>
              </a:spcBef>
            </a:pPr>
            <a:r>
              <a:rPr dirty="0" smtClean="0" sz="3200" spc="-2">
                <a:latin typeface="Arial"/>
                <a:cs typeface="Arial"/>
              </a:rPr>
              <a:t>Dua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kelas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ri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t</a:t>
            </a:r>
            <a:r>
              <a:rPr dirty="0" smtClean="0" sz="3200" spc="-2">
                <a:latin typeface="Arial"/>
                <a:cs typeface="Arial"/>
              </a:rPr>
              <a:t>e</a:t>
            </a:r>
            <a:r>
              <a:rPr dirty="0" smtClean="0" sz="3200" spc="-2">
                <a:latin typeface="Arial"/>
                <a:cs typeface="Arial"/>
              </a:rPr>
              <a:t>knik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m</a:t>
            </a:r>
            <a:r>
              <a:rPr dirty="0" smtClean="0" sz="3200" spc="-2">
                <a:latin typeface="Arial"/>
                <a:cs typeface="Arial"/>
              </a:rPr>
              <a:t>o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u</a:t>
            </a:r>
            <a:r>
              <a:rPr dirty="0" smtClean="0" sz="3200" spc="-2">
                <a:latin typeface="Arial"/>
                <a:cs typeface="Arial"/>
              </a:rPr>
              <a:t>lasi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sud</a:t>
            </a:r>
            <a:r>
              <a:rPr dirty="0" smtClean="0" sz="3200" spc="-2">
                <a:latin typeface="Arial"/>
                <a:cs typeface="Arial"/>
              </a:rPr>
              <a:t>u</a:t>
            </a:r>
            <a:r>
              <a:rPr dirty="0" smtClean="0" sz="3200" spc="-2">
                <a:latin typeface="Arial"/>
                <a:cs typeface="Arial"/>
              </a:rPr>
              <a:t>t: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5940" y="2889345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93444" y="3455588"/>
            <a:ext cx="276094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79906" y="3455588"/>
            <a:ext cx="7217391" cy="1563497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43811">
              <a:lnSpc>
                <a:spcPts val="2960"/>
              </a:lnSpc>
            </a:pPr>
            <a:r>
              <a:rPr dirty="0" smtClean="0" sz="2800" spc="-7">
                <a:latin typeface="Arial"/>
                <a:cs typeface="Arial"/>
              </a:rPr>
              <a:t>Fre</a:t>
            </a:r>
            <a:r>
              <a:rPr dirty="0" smtClean="0" sz="2800" spc="-7">
                <a:latin typeface="Arial"/>
                <a:cs typeface="Arial"/>
              </a:rPr>
              <a:t>q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c</a:t>
            </a:r>
            <a:r>
              <a:rPr dirty="0" smtClean="0" sz="2800" spc="-7">
                <a:latin typeface="Arial"/>
                <a:cs typeface="Arial"/>
              </a:rPr>
              <a:t>y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Mo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l</a:t>
            </a:r>
            <a:r>
              <a:rPr dirty="0" smtClean="0" sz="2800" spc="-7">
                <a:latin typeface="Arial"/>
                <a:cs typeface="Arial"/>
              </a:rPr>
              <a:t>at</a:t>
            </a:r>
            <a:r>
              <a:rPr dirty="0" smtClean="0" sz="2800" spc="-7">
                <a:latin typeface="Arial"/>
                <a:cs typeface="Arial"/>
              </a:rPr>
              <a:t>i</a:t>
            </a:r>
            <a:r>
              <a:rPr dirty="0" smtClean="0" sz="2800" spc="-7">
                <a:latin typeface="Arial"/>
                <a:cs typeface="Arial"/>
              </a:rPr>
              <a:t>on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(FM)</a:t>
            </a:r>
            <a:endParaRPr sz="2800">
              <a:latin typeface="Arial"/>
              <a:cs typeface="Arial"/>
            </a:endParaRPr>
          </a:p>
          <a:p>
            <a:pPr marL="640588">
              <a:lnSpc>
                <a:spcPct val="95825"/>
              </a:lnSpc>
              <a:spcBef>
                <a:spcPts val="442"/>
              </a:spcBef>
            </a:pPr>
            <a:r>
              <a:rPr dirty="0" smtClean="0" sz="2000" spc="0">
                <a:latin typeface="Arial"/>
                <a:cs typeface="Arial"/>
              </a:rPr>
              <a:t>–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Fre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uen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at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si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yal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ier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divaria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ik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ra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linier</a:t>
            </a:r>
            <a:endParaRPr sz="2000">
              <a:latin typeface="Arial"/>
              <a:cs typeface="Arial"/>
            </a:endParaRPr>
          </a:p>
          <a:p>
            <a:pPr marL="869188" marR="43811">
              <a:lnSpc>
                <a:spcPct val="95825"/>
              </a:lnSpc>
              <a:spcBef>
                <a:spcPts val="100"/>
              </a:spcBef>
            </a:pPr>
            <a:r>
              <a:rPr dirty="0" smtClean="0" sz="2000" spc="-2">
                <a:latin typeface="Arial"/>
                <a:cs typeface="Arial"/>
              </a:rPr>
              <a:t>berda</a:t>
            </a:r>
            <a:r>
              <a:rPr dirty="0" smtClean="0" sz="2000" spc="-2">
                <a:latin typeface="Arial"/>
                <a:cs typeface="Arial"/>
              </a:rPr>
              <a:t>s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k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sinyal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pes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n,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m(t).</a:t>
            </a:r>
            <a:endParaRPr sz="2000">
              <a:latin typeface="Arial"/>
              <a:cs typeface="Arial"/>
            </a:endParaRPr>
          </a:p>
          <a:p>
            <a:pPr marL="12700" marR="43811">
              <a:lnSpc>
                <a:spcPct val="95825"/>
              </a:lnSpc>
              <a:spcBef>
                <a:spcPts val="804"/>
              </a:spcBef>
            </a:pPr>
            <a:r>
              <a:rPr dirty="0" smtClean="0" sz="2800" spc="-7">
                <a:latin typeface="Arial"/>
                <a:cs typeface="Arial"/>
              </a:rPr>
              <a:t>Pha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M</a:t>
            </a:r>
            <a:r>
              <a:rPr dirty="0" smtClean="0" sz="2800" spc="-7">
                <a:latin typeface="Arial"/>
                <a:cs typeface="Arial"/>
              </a:rPr>
              <a:t>o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l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ti</a:t>
            </a:r>
            <a:r>
              <a:rPr dirty="0" smtClean="0" sz="2800" spc="-7">
                <a:latin typeface="Arial"/>
                <a:cs typeface="Arial"/>
              </a:rPr>
              <a:t>o</a:t>
            </a:r>
            <a:r>
              <a:rPr dirty="0" smtClean="0" sz="2800" spc="-7">
                <a:latin typeface="Arial"/>
                <a:cs typeface="Arial"/>
              </a:rPr>
              <a:t>n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(PM)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93444" y="4638593"/>
            <a:ext cx="276094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07794" y="5106089"/>
            <a:ext cx="4489674" cy="587286"/>
          </a:xfrm>
          <a:prstGeom prst="rect">
            <a:avLst/>
          </a:prstGeom>
        </p:spPr>
        <p:txBody>
          <a:bodyPr wrap="square" lIns="0" tIns="13874" rIns="0" bIns="0" rtlCol="0">
            <a:noAutofit/>
          </a:bodyPr>
          <a:lstStyle/>
          <a:p>
            <a:pPr marL="12700">
              <a:lnSpc>
                <a:spcPts val="2185"/>
              </a:lnSpc>
            </a:pPr>
            <a:r>
              <a:rPr dirty="0" smtClean="0" sz="2000">
                <a:latin typeface="Arial"/>
                <a:cs typeface="Arial"/>
              </a:rPr>
              <a:t>–</a:t>
            </a:r>
            <a:r>
              <a:rPr dirty="0" smtClean="0" sz="2000" spc="12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Phasa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9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ier</a:t>
            </a:r>
            <a:r>
              <a:rPr dirty="0" smtClean="0" sz="2000" spc="-34">
                <a:latin typeface="Arial"/>
                <a:cs typeface="Arial"/>
              </a:rPr>
              <a:t> </a:t>
            </a:r>
            <a:r>
              <a:rPr dirty="0" smtClean="0" sz="2000" spc="0">
                <a:latin typeface="Symbol"/>
                <a:cs typeface="Symbol"/>
              </a:rPr>
              <a:t></a:t>
            </a:r>
            <a:r>
              <a:rPr dirty="0" smtClean="0" sz="2000" spc="0">
                <a:latin typeface="Arial"/>
                <a:cs typeface="Arial"/>
              </a:rPr>
              <a:t>(t)</a:t>
            </a:r>
            <a:r>
              <a:rPr dirty="0" smtClean="0" sz="2000" spc="-1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divaria</a:t>
            </a:r>
            <a:r>
              <a:rPr dirty="0" smtClean="0" sz="2000" spc="4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ik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-25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4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ra</a:t>
            </a:r>
            <a:endParaRPr sz="2000">
              <a:latin typeface="Arial"/>
              <a:cs typeface="Arial"/>
            </a:endParaRPr>
          </a:p>
          <a:p>
            <a:pPr marL="241300" marR="38570">
              <a:lnSpc>
                <a:spcPct val="95825"/>
              </a:lnSpc>
            </a:pPr>
            <a:r>
              <a:rPr dirty="0" smtClean="0" sz="2000" spc="-1">
                <a:latin typeface="Arial"/>
                <a:cs typeface="Arial"/>
              </a:rPr>
              <a:t>pe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an,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m(t).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399415" y="5108718"/>
            <a:ext cx="2803354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linier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be</a:t>
            </a: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da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ark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si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yal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12418" y="6471832"/>
            <a:ext cx="480460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34576" y="6471832"/>
            <a:ext cx="35739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6438" y="762762"/>
            <a:ext cx="8991600" cy="762000"/>
          </a:xfrm>
          <a:prstGeom prst="rect">
            <a:avLst/>
          </a:prstGeom>
        </p:spPr>
        <p:txBody>
          <a:bodyPr wrap="square" lIns="0" tIns="6223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Mo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ulasi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Su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ut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–</a:t>
            </a:r>
            <a:r>
              <a:rPr dirty="0" smtClean="0" sz="4000" spc="-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An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g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le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Mo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4000" spc="-2" b="1" i="1">
                <a:solidFill>
                  <a:srgbClr val="006600"/>
                </a:solidFill>
                <a:latin typeface="Arial"/>
                <a:cs typeface="Arial"/>
              </a:rPr>
              <a:t>ulation</a:t>
            </a:r>
            <a:endParaRPr sz="4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605028" y="1751076"/>
            <a:ext cx="8162544" cy="1135379"/>
          </a:xfrm>
          <a:custGeom>
            <a:avLst/>
            <a:gdLst/>
            <a:ahLst/>
            <a:cxnLst/>
            <a:rect l="l" t="t" r="r" b="b"/>
            <a:pathLst>
              <a:path w="8162544" h="1135379">
                <a:moveTo>
                  <a:pt x="0" y="1135379"/>
                </a:moveTo>
                <a:lnTo>
                  <a:pt x="8162544" y="1135379"/>
                </a:lnTo>
                <a:lnTo>
                  <a:pt x="8162544" y="0"/>
                </a:lnTo>
                <a:lnTo>
                  <a:pt x="0" y="0"/>
                </a:lnTo>
                <a:lnTo>
                  <a:pt x="0" y="113537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5124926" y="4435354"/>
            <a:ext cx="765085" cy="0"/>
          </a:xfrm>
          <a:custGeom>
            <a:avLst/>
            <a:gdLst/>
            <a:ahLst/>
            <a:cxnLst/>
            <a:rect l="l" t="t" r="r" b="b"/>
            <a:pathLst>
              <a:path w="765085" h="0">
                <a:moveTo>
                  <a:pt x="0" y="0"/>
                </a:moveTo>
                <a:lnTo>
                  <a:pt x="765085" y="0"/>
                </a:lnTo>
              </a:path>
            </a:pathLst>
          </a:custGeom>
          <a:ln w="143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738628" y="5419344"/>
            <a:ext cx="4276344" cy="534924"/>
          </a:xfrm>
          <a:custGeom>
            <a:avLst/>
            <a:gdLst/>
            <a:ahLst/>
            <a:cxnLst/>
            <a:rect l="l" t="t" r="r" b="b"/>
            <a:pathLst>
              <a:path w="4276344" h="534924">
                <a:moveTo>
                  <a:pt x="0" y="534923"/>
                </a:moveTo>
                <a:lnTo>
                  <a:pt x="4276344" y="534923"/>
                </a:lnTo>
                <a:lnTo>
                  <a:pt x="4276344" y="0"/>
                </a:lnTo>
                <a:lnTo>
                  <a:pt x="0" y="0"/>
                </a:lnTo>
                <a:lnTo>
                  <a:pt x="0" y="53492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79476" y="5020056"/>
            <a:ext cx="9144000" cy="0"/>
          </a:xfrm>
          <a:custGeom>
            <a:avLst/>
            <a:gdLst/>
            <a:ahLst/>
            <a:cxnLst/>
            <a:rect l="l" t="t" r="r" b="b"/>
            <a:pathLst>
              <a:path w="9144000" h="0">
                <a:moveTo>
                  <a:pt x="0" y="0"/>
                </a:moveTo>
                <a:lnTo>
                  <a:pt x="91440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58216" y="787114"/>
            <a:ext cx="3494697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Angle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Mod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lat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on</a:t>
            </a:r>
            <a:endParaRPr sz="32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2340" y="1380291"/>
            <a:ext cx="308155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9" b="1">
                <a:latin typeface="Arial"/>
                <a:cs typeface="Arial"/>
              </a:rPr>
              <a:t>FREQUEN</a:t>
            </a:r>
            <a:r>
              <a:rPr dirty="0" smtClean="0" sz="1800" spc="-9" b="1">
                <a:latin typeface="Arial"/>
                <a:cs typeface="Arial"/>
              </a:rPr>
              <a:t>C</a:t>
            </a:r>
            <a:r>
              <a:rPr dirty="0" smtClean="0" sz="1800" spc="-9" b="1">
                <a:latin typeface="Arial"/>
                <a:cs typeface="Arial"/>
              </a:rPr>
              <a:t>Y</a:t>
            </a:r>
            <a:r>
              <a:rPr dirty="0" smtClean="0" sz="1800" spc="-9" b="1">
                <a:latin typeface="Arial"/>
                <a:cs typeface="Arial"/>
              </a:rPr>
              <a:t> </a:t>
            </a:r>
            <a:r>
              <a:rPr dirty="0" smtClean="0" sz="1800" spc="-9" b="1">
                <a:latin typeface="Arial"/>
                <a:cs typeface="Arial"/>
              </a:rPr>
              <a:t>MODUL</a:t>
            </a:r>
            <a:r>
              <a:rPr dirty="0" smtClean="0" sz="1800" spc="-9" b="1">
                <a:latin typeface="Arial"/>
                <a:cs typeface="Arial"/>
              </a:rPr>
              <a:t>A</a:t>
            </a:r>
            <a:r>
              <a:rPr dirty="0" smtClean="0" sz="1800" spc="-9" b="1">
                <a:latin typeface="Arial"/>
                <a:cs typeface="Arial"/>
              </a:rPr>
              <a:t>T</a:t>
            </a:r>
            <a:r>
              <a:rPr dirty="0" smtClean="0" sz="1800" spc="-9" b="1">
                <a:latin typeface="Arial"/>
                <a:cs typeface="Arial"/>
              </a:rPr>
              <a:t>I</a:t>
            </a:r>
            <a:r>
              <a:rPr dirty="0" smtClean="0" sz="1800" spc="-9" b="1">
                <a:latin typeface="Arial"/>
                <a:cs typeface="Arial"/>
              </a:rPr>
              <a:t>ON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49081" y="2096829"/>
            <a:ext cx="3557390" cy="439382"/>
          </a:xfrm>
          <a:prstGeom prst="rect">
            <a:avLst/>
          </a:prstGeom>
        </p:spPr>
        <p:txBody>
          <a:bodyPr wrap="square" lIns="0" tIns="21463" rIns="0" bIns="0" rtlCol="0">
            <a:noAutofit/>
          </a:bodyPr>
          <a:lstStyle/>
          <a:p>
            <a:pPr marL="12700">
              <a:lnSpc>
                <a:spcPts val="3379"/>
              </a:lnSpc>
            </a:pPr>
            <a:r>
              <a:rPr dirty="0" smtClean="0" sz="2650" spc="-19">
                <a:latin typeface="Times New Roman"/>
                <a:cs typeface="Times New Roman"/>
              </a:rPr>
              <a:t>(</a:t>
            </a:r>
            <a:r>
              <a:rPr dirty="0" smtClean="0" sz="2650" spc="169" i="1">
                <a:latin typeface="Times New Roman"/>
                <a:cs typeface="Times New Roman"/>
              </a:rPr>
              <a:t>t</a:t>
            </a:r>
            <a:r>
              <a:rPr dirty="0" smtClean="0" sz="2650" spc="0">
                <a:latin typeface="Times New Roman"/>
                <a:cs typeface="Times New Roman"/>
              </a:rPr>
              <a:t>)</a:t>
            </a:r>
            <a:r>
              <a:rPr dirty="0" smtClean="0" sz="2650" spc="-54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</a:t>
            </a:r>
            <a:r>
              <a:rPr dirty="0" smtClean="0" sz="2650" spc="154">
                <a:latin typeface="Times New Roman"/>
                <a:cs typeface="Times New Roman"/>
              </a:rPr>
              <a:t> </a:t>
            </a:r>
            <a:r>
              <a:rPr dirty="0" smtClean="0" sz="2650" spc="-200" i="1">
                <a:latin typeface="Times New Roman"/>
                <a:cs typeface="Times New Roman"/>
              </a:rPr>
              <a:t>A</a:t>
            </a:r>
            <a:r>
              <a:rPr dirty="0" smtClean="0" baseline="-13091" sz="2325" spc="0" i="1">
                <a:latin typeface="Times New Roman"/>
                <a:cs typeface="Times New Roman"/>
              </a:rPr>
              <a:t>c</a:t>
            </a:r>
            <a:r>
              <a:rPr dirty="0" smtClean="0" baseline="-13091" sz="2325" spc="232" i="1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Times New Roman"/>
                <a:cs typeface="Times New Roman"/>
              </a:rPr>
              <a:t>c</a:t>
            </a:r>
            <a:r>
              <a:rPr dirty="0" smtClean="0" sz="2650" spc="69">
                <a:latin typeface="Times New Roman"/>
                <a:cs typeface="Times New Roman"/>
              </a:rPr>
              <a:t>o</a:t>
            </a:r>
            <a:r>
              <a:rPr dirty="0" smtClean="0" sz="2650" spc="14">
                <a:latin typeface="Times New Roman"/>
                <a:cs typeface="Times New Roman"/>
              </a:rPr>
              <a:t>s</a:t>
            </a:r>
            <a:r>
              <a:rPr dirty="0" smtClean="0" sz="2650" spc="-44">
                <a:latin typeface="Times New Roman"/>
                <a:cs typeface="Times New Roman"/>
              </a:rPr>
              <a:t>(</a:t>
            </a:r>
            <a:r>
              <a:rPr dirty="0" smtClean="0" sz="2650" spc="-134">
                <a:latin typeface="Times New Roman"/>
                <a:cs typeface="Times New Roman"/>
              </a:rPr>
              <a:t>2</a:t>
            </a:r>
            <a:r>
              <a:rPr dirty="0" smtClean="0" sz="2800" spc="-50">
                <a:latin typeface="Symbol"/>
                <a:cs typeface="Symbol"/>
              </a:rPr>
              <a:t></a:t>
            </a:r>
            <a:r>
              <a:rPr dirty="0" smtClean="0" sz="2650" spc="139" i="1">
                <a:latin typeface="Times New Roman"/>
                <a:cs typeface="Times New Roman"/>
              </a:rPr>
              <a:t>f</a:t>
            </a:r>
            <a:r>
              <a:rPr dirty="0" smtClean="0" baseline="-13091" sz="2325" spc="79" i="1">
                <a:latin typeface="Times New Roman"/>
                <a:cs typeface="Times New Roman"/>
              </a:rPr>
              <a:t>c</a:t>
            </a:r>
            <a:r>
              <a:rPr dirty="0" smtClean="0" sz="2650" spc="0" i="1">
                <a:latin typeface="Times New Roman"/>
                <a:cs typeface="Times New Roman"/>
              </a:rPr>
              <a:t>t</a:t>
            </a:r>
            <a:r>
              <a:rPr dirty="0" smtClean="0" sz="2650" spc="-151" i="1">
                <a:latin typeface="Times New Roman"/>
                <a:cs typeface="Times New Roman"/>
              </a:rPr>
              <a:t> </a:t>
            </a:r>
            <a:r>
              <a:rPr dirty="0" smtClean="0" sz="2650" spc="234">
                <a:latin typeface="Symbol"/>
                <a:cs typeface="Symbol"/>
              </a:rPr>
              <a:t></a:t>
            </a:r>
            <a:r>
              <a:rPr dirty="0" smtClean="0" sz="2800" spc="0">
                <a:latin typeface="Symbol"/>
                <a:cs typeface="Symbol"/>
              </a:rPr>
              <a:t></a:t>
            </a:r>
            <a:r>
              <a:rPr dirty="0" smtClean="0" sz="2800" spc="-344">
                <a:latin typeface="Times New Roman"/>
                <a:cs typeface="Times New Roman"/>
              </a:rPr>
              <a:t> </a:t>
            </a:r>
            <a:r>
              <a:rPr dirty="0" smtClean="0" sz="2650" spc="-19">
                <a:latin typeface="Times New Roman"/>
                <a:cs typeface="Times New Roman"/>
              </a:rPr>
              <a:t>(</a:t>
            </a:r>
            <a:r>
              <a:rPr dirty="0" smtClean="0" sz="2650" spc="175" i="1">
                <a:latin typeface="Times New Roman"/>
                <a:cs typeface="Times New Roman"/>
              </a:rPr>
              <a:t>t</a:t>
            </a:r>
            <a:r>
              <a:rPr dirty="0" smtClean="0" sz="2650" spc="50">
                <a:latin typeface="Times New Roman"/>
                <a:cs typeface="Times New Roman"/>
              </a:rPr>
              <a:t>)</a:t>
            </a:r>
            <a:r>
              <a:rPr dirty="0" smtClean="0" sz="2650" spc="0">
                <a:latin typeface="Times New Roman"/>
                <a:cs typeface="Times New Roman"/>
              </a:rPr>
              <a:t>]</a:t>
            </a:r>
            <a:r>
              <a:rPr dirty="0" smtClean="0" sz="2650" spc="-250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</a:t>
            </a:r>
            <a:endParaRPr sz="2650">
              <a:latin typeface="Symbol"/>
              <a:cs typeface="Symbo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723108" y="2096829"/>
            <a:ext cx="2581811" cy="446555"/>
          </a:xfrm>
          <a:prstGeom prst="rect">
            <a:avLst/>
          </a:prstGeom>
        </p:spPr>
        <p:txBody>
          <a:bodyPr wrap="square" lIns="0" tIns="22320" rIns="0" bIns="0" rtlCol="0">
            <a:noAutofit/>
          </a:bodyPr>
          <a:lstStyle/>
          <a:p>
            <a:pPr marL="12700">
              <a:lnSpc>
                <a:spcPts val="3515"/>
              </a:lnSpc>
            </a:pPr>
            <a:r>
              <a:rPr dirty="0" smtClean="0" baseline="8751" sz="3975" spc="-33" i="1">
                <a:latin typeface="Times New Roman"/>
                <a:cs typeface="Times New Roman"/>
              </a:rPr>
              <a:t>A</a:t>
            </a:r>
            <a:r>
              <a:rPr dirty="0" smtClean="0" baseline="-9350" sz="2325" spc="-33" i="1">
                <a:latin typeface="Times New Roman"/>
                <a:cs typeface="Times New Roman"/>
              </a:rPr>
              <a:t>c</a:t>
            </a:r>
            <a:r>
              <a:rPr dirty="0" smtClean="0" baseline="-9350" sz="2325" spc="-33" i="1">
                <a:latin typeface="Times New Roman"/>
                <a:cs typeface="Times New Roman"/>
              </a:rPr>
              <a:t> </a:t>
            </a:r>
            <a:r>
              <a:rPr dirty="0" smtClean="0" baseline="8751" sz="3975" spc="-33">
                <a:latin typeface="Times New Roman"/>
                <a:cs typeface="Times New Roman"/>
              </a:rPr>
              <a:t>c</a:t>
            </a:r>
            <a:r>
              <a:rPr dirty="0" smtClean="0" baseline="8751" sz="3975" spc="-33">
                <a:latin typeface="Times New Roman"/>
                <a:cs typeface="Times New Roman"/>
              </a:rPr>
              <a:t>o</a:t>
            </a:r>
            <a:r>
              <a:rPr dirty="0" smtClean="0" baseline="8751" sz="3975" spc="-33">
                <a:latin typeface="Times New Roman"/>
                <a:cs typeface="Times New Roman"/>
              </a:rPr>
              <a:t>s</a:t>
            </a:r>
            <a:r>
              <a:rPr dirty="0" smtClean="0" sz="2650" spc="-30">
                <a:latin typeface="Symbol"/>
                <a:cs typeface="Symbol"/>
              </a:rPr>
              <a:t></a:t>
            </a:r>
            <a:r>
              <a:rPr dirty="0" smtClean="0" baseline="8751" sz="3975" spc="-33">
                <a:latin typeface="Times New Roman"/>
                <a:cs typeface="Times New Roman"/>
              </a:rPr>
              <a:t>2</a:t>
            </a:r>
            <a:r>
              <a:rPr dirty="0" smtClean="0" baseline="7773" sz="4200" spc="-30">
                <a:latin typeface="Symbol"/>
                <a:cs typeface="Symbol"/>
              </a:rPr>
              <a:t></a:t>
            </a:r>
            <a:r>
              <a:rPr dirty="0" smtClean="0" baseline="8751" sz="3975" spc="-33" i="1">
                <a:latin typeface="Times New Roman"/>
                <a:cs typeface="Times New Roman"/>
              </a:rPr>
              <a:t>f</a:t>
            </a:r>
            <a:r>
              <a:rPr dirty="0" smtClean="0" baseline="-9350" sz="2325" spc="-33" i="1">
                <a:latin typeface="Times New Roman"/>
                <a:cs typeface="Times New Roman"/>
              </a:rPr>
              <a:t>c</a:t>
            </a:r>
            <a:r>
              <a:rPr dirty="0" smtClean="0" baseline="8751" sz="3975" spc="-33" i="1">
                <a:latin typeface="Times New Roman"/>
                <a:cs typeface="Times New Roman"/>
              </a:rPr>
              <a:t>t</a:t>
            </a:r>
            <a:r>
              <a:rPr dirty="0" smtClean="0" baseline="8751" sz="3975" spc="-33" i="1">
                <a:latin typeface="Times New Roman"/>
                <a:cs typeface="Times New Roman"/>
              </a:rPr>
              <a:t> </a:t>
            </a:r>
            <a:r>
              <a:rPr dirty="0" smtClean="0" baseline="8213" sz="3975" spc="-30">
                <a:latin typeface="Symbol"/>
                <a:cs typeface="Symbol"/>
              </a:rPr>
              <a:t></a:t>
            </a:r>
            <a:r>
              <a:rPr dirty="0" smtClean="0" baseline="8751" sz="3975" spc="-33">
                <a:latin typeface="Times New Roman"/>
                <a:cs typeface="Times New Roman"/>
              </a:rPr>
              <a:t> </a:t>
            </a:r>
            <a:r>
              <a:rPr dirty="0" smtClean="0" baseline="8751" sz="3975" spc="-33">
                <a:latin typeface="Times New Roman"/>
                <a:cs typeface="Times New Roman"/>
              </a:rPr>
              <a:t>2</a:t>
            </a:r>
            <a:r>
              <a:rPr dirty="0" smtClean="0" baseline="7773" sz="4200" spc="-30">
                <a:latin typeface="Symbol"/>
                <a:cs typeface="Symbol"/>
              </a:rPr>
              <a:t></a:t>
            </a:r>
            <a:r>
              <a:rPr dirty="0" smtClean="0" baseline="8751" sz="3975" spc="-33" i="1">
                <a:latin typeface="Times New Roman"/>
                <a:cs typeface="Times New Roman"/>
              </a:rPr>
              <a:t>k</a:t>
            </a:r>
            <a:r>
              <a:rPr dirty="0" smtClean="0" baseline="8751" sz="3975" spc="-33" i="1">
                <a:latin typeface="Times New Roman"/>
                <a:cs typeface="Times New Roman"/>
              </a:rPr>
              <a:t> </a:t>
            </a:r>
            <a:r>
              <a:rPr dirty="0" smtClean="0" baseline="-9350" sz="2325" spc="-33" i="1">
                <a:latin typeface="Times New Roman"/>
                <a:cs typeface="Times New Roman"/>
              </a:rPr>
              <a:t>f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368696" y="2095073"/>
            <a:ext cx="240371" cy="530359"/>
          </a:xfrm>
          <a:prstGeom prst="rect">
            <a:avLst/>
          </a:prstGeom>
        </p:spPr>
        <p:txBody>
          <a:bodyPr wrap="square" lIns="0" tIns="26511" rIns="0" bIns="0" rtlCol="0">
            <a:noAutofit/>
          </a:bodyPr>
          <a:lstStyle/>
          <a:p>
            <a:pPr marL="12700">
              <a:lnSpc>
                <a:spcPts val="4175"/>
              </a:lnSpc>
            </a:pPr>
            <a:r>
              <a:rPr dirty="0" smtClean="0" sz="4000" spc="9">
                <a:latin typeface="Symbol"/>
                <a:cs typeface="Symbol"/>
              </a:rPr>
              <a:t></a:t>
            </a:r>
            <a:endParaRPr sz="4000">
              <a:latin typeface="Symbol"/>
              <a:cs typeface="Symbo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3133" y="2117331"/>
            <a:ext cx="508435" cy="418880"/>
          </a:xfrm>
          <a:prstGeom prst="rect">
            <a:avLst/>
          </a:prstGeom>
        </p:spPr>
        <p:txBody>
          <a:bodyPr wrap="square" lIns="0" tIns="20510" rIns="0" bIns="0" rtlCol="0">
            <a:noAutofit/>
          </a:bodyPr>
          <a:lstStyle/>
          <a:p>
            <a:pPr marL="12700">
              <a:lnSpc>
                <a:spcPts val="3229"/>
              </a:lnSpc>
            </a:pPr>
            <a:r>
              <a:rPr dirty="0" smtClean="0" baseline="7657" sz="3975" spc="15" i="1">
                <a:latin typeface="Times New Roman"/>
                <a:cs typeface="Times New Roman"/>
              </a:rPr>
              <a:t>s</a:t>
            </a:r>
            <a:r>
              <a:rPr dirty="0" smtClean="0" baseline="-11221" sz="2325" spc="15" i="1">
                <a:latin typeface="Times New Roman"/>
                <a:cs typeface="Times New Roman"/>
              </a:rPr>
              <a:t>FM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561174" y="2117331"/>
            <a:ext cx="1212206" cy="426053"/>
          </a:xfrm>
          <a:prstGeom prst="rect">
            <a:avLst/>
          </a:prstGeom>
        </p:spPr>
        <p:txBody>
          <a:bodyPr wrap="square" lIns="0" tIns="21304" rIns="0" bIns="0" rtlCol="0">
            <a:noAutofit/>
          </a:bodyPr>
          <a:lstStyle/>
          <a:p>
            <a:pPr marL="12700">
              <a:lnSpc>
                <a:spcPts val="3354"/>
              </a:lnSpc>
            </a:pPr>
            <a:r>
              <a:rPr dirty="0" smtClean="0" baseline="9844" sz="3975" spc="73" i="1">
                <a:latin typeface="Times New Roman"/>
                <a:cs typeface="Times New Roman"/>
              </a:rPr>
              <a:t>m</a:t>
            </a:r>
            <a:r>
              <a:rPr dirty="0" smtClean="0" baseline="9844" sz="3975" spc="73">
                <a:latin typeface="Times New Roman"/>
                <a:cs typeface="Times New Roman"/>
              </a:rPr>
              <a:t>(</a:t>
            </a:r>
            <a:r>
              <a:rPr dirty="0" smtClean="0" baseline="9844" sz="3975" spc="73" i="1">
                <a:latin typeface="Times New Roman"/>
                <a:cs typeface="Times New Roman"/>
              </a:rPr>
              <a:t>x</a:t>
            </a:r>
            <a:r>
              <a:rPr dirty="0" smtClean="0" baseline="9844" sz="3975" spc="73">
                <a:latin typeface="Times New Roman"/>
                <a:cs typeface="Times New Roman"/>
              </a:rPr>
              <a:t>)</a:t>
            </a:r>
            <a:r>
              <a:rPr dirty="0" smtClean="0" baseline="9844" sz="3975" spc="73" i="1">
                <a:latin typeface="Times New Roman"/>
                <a:cs typeface="Times New Roman"/>
              </a:rPr>
              <a:t>d</a:t>
            </a:r>
            <a:r>
              <a:rPr dirty="0" smtClean="0" baseline="9844" sz="3975" spc="73" i="1">
                <a:latin typeface="Times New Roman"/>
                <a:cs typeface="Times New Roman"/>
              </a:rPr>
              <a:t>x</a:t>
            </a:r>
            <a:r>
              <a:rPr dirty="0" smtClean="0" sz="2650" spc="0">
                <a:latin typeface="Symbol"/>
                <a:cs typeface="Symbol"/>
              </a:rPr>
              <a:t></a:t>
            </a:r>
            <a:endParaRPr sz="2650">
              <a:latin typeface="Symbol"/>
              <a:cs typeface="Symbo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9216" y="3209472"/>
            <a:ext cx="7614491" cy="1190516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427763" marR="1570540" algn="ctr">
              <a:lnSpc>
                <a:spcPts val="2265"/>
              </a:lnSpc>
            </a:pPr>
            <a:r>
              <a:rPr dirty="0" smtClean="0" baseline="8052" sz="2700" spc="3">
                <a:latin typeface="Arial"/>
                <a:cs typeface="Arial"/>
              </a:rPr>
              <a:t>k</a:t>
            </a:r>
            <a:r>
              <a:rPr dirty="0" smtClean="0" baseline="-9662" sz="1800" spc="3">
                <a:latin typeface="Arial"/>
                <a:cs typeface="Arial"/>
              </a:rPr>
              <a:t>f</a:t>
            </a:r>
            <a:r>
              <a:rPr dirty="0" smtClean="0" baseline="-9662" sz="1800" spc="3">
                <a:latin typeface="Arial"/>
                <a:cs typeface="Arial"/>
              </a:rPr>
              <a:t> </a:t>
            </a:r>
            <a:r>
              <a:rPr dirty="0" smtClean="0" baseline="8052" sz="2700" spc="3">
                <a:latin typeface="Arial"/>
                <a:cs typeface="Arial"/>
              </a:rPr>
              <a:t>a</a:t>
            </a:r>
            <a:r>
              <a:rPr dirty="0" smtClean="0" baseline="8052" sz="2700" spc="3">
                <a:latin typeface="Arial"/>
                <a:cs typeface="Arial"/>
              </a:rPr>
              <a:t>d</a:t>
            </a:r>
            <a:r>
              <a:rPr dirty="0" smtClean="0" baseline="8052" sz="2700" spc="3">
                <a:latin typeface="Arial"/>
                <a:cs typeface="Arial"/>
              </a:rPr>
              <a:t>a</a:t>
            </a:r>
            <a:r>
              <a:rPr dirty="0" smtClean="0" baseline="8052" sz="2700" spc="3">
                <a:latin typeface="Arial"/>
                <a:cs typeface="Arial"/>
              </a:rPr>
              <a:t>l</a:t>
            </a:r>
            <a:r>
              <a:rPr dirty="0" smtClean="0" baseline="8052" sz="2700" spc="3">
                <a:latin typeface="Arial"/>
                <a:cs typeface="Arial"/>
              </a:rPr>
              <a:t>ah</a:t>
            </a:r>
            <a:r>
              <a:rPr dirty="0" smtClean="0" baseline="8052" sz="2700" spc="3">
                <a:latin typeface="Arial"/>
                <a:cs typeface="Arial"/>
              </a:rPr>
              <a:t> </a:t>
            </a:r>
            <a:r>
              <a:rPr dirty="0" smtClean="0" baseline="8052" sz="2700" spc="3">
                <a:latin typeface="Arial"/>
                <a:cs typeface="Arial"/>
              </a:rPr>
              <a:t>ko</a:t>
            </a:r>
            <a:r>
              <a:rPr dirty="0" smtClean="0" baseline="8052" sz="2700" spc="3">
                <a:latin typeface="Arial"/>
                <a:cs typeface="Arial"/>
              </a:rPr>
              <a:t>n</a:t>
            </a:r>
            <a:r>
              <a:rPr dirty="0" smtClean="0" baseline="8052" sz="2700" spc="3">
                <a:latin typeface="Arial"/>
                <a:cs typeface="Arial"/>
              </a:rPr>
              <a:t>sta</a:t>
            </a:r>
            <a:r>
              <a:rPr dirty="0" smtClean="0" baseline="8052" sz="2700" spc="3">
                <a:latin typeface="Arial"/>
                <a:cs typeface="Arial"/>
              </a:rPr>
              <a:t>n</a:t>
            </a:r>
            <a:r>
              <a:rPr dirty="0" smtClean="0" baseline="8052" sz="2700" spc="3">
                <a:latin typeface="Arial"/>
                <a:cs typeface="Arial"/>
              </a:rPr>
              <a:t>ta</a:t>
            </a:r>
            <a:r>
              <a:rPr dirty="0" smtClean="0" baseline="8052" sz="2700" spc="3">
                <a:latin typeface="Arial"/>
                <a:cs typeface="Arial"/>
              </a:rPr>
              <a:t> </a:t>
            </a:r>
            <a:r>
              <a:rPr dirty="0" smtClean="0" baseline="8052" sz="2700" spc="3">
                <a:latin typeface="Arial"/>
                <a:cs typeface="Arial"/>
              </a:rPr>
              <a:t>d</a:t>
            </a:r>
            <a:r>
              <a:rPr dirty="0" smtClean="0" baseline="8052" sz="2700" spc="3">
                <a:latin typeface="Arial"/>
                <a:cs typeface="Arial"/>
              </a:rPr>
              <a:t>e</a:t>
            </a:r>
            <a:r>
              <a:rPr dirty="0" smtClean="0" baseline="8052" sz="2700" spc="3">
                <a:latin typeface="Arial"/>
                <a:cs typeface="Arial"/>
              </a:rPr>
              <a:t>vi</a:t>
            </a:r>
            <a:r>
              <a:rPr dirty="0" smtClean="0" baseline="8052" sz="2700" spc="3">
                <a:latin typeface="Arial"/>
                <a:cs typeface="Arial"/>
              </a:rPr>
              <a:t>a</a:t>
            </a:r>
            <a:r>
              <a:rPr dirty="0" smtClean="0" baseline="8052" sz="2700" spc="3">
                <a:latin typeface="Arial"/>
                <a:cs typeface="Arial"/>
              </a:rPr>
              <a:t>si</a:t>
            </a:r>
            <a:r>
              <a:rPr dirty="0" smtClean="0" baseline="8052" sz="2700" spc="3">
                <a:latin typeface="Arial"/>
                <a:cs typeface="Arial"/>
              </a:rPr>
              <a:t> </a:t>
            </a:r>
            <a:r>
              <a:rPr dirty="0" smtClean="0" baseline="8052" sz="2700" spc="3">
                <a:latin typeface="Arial"/>
                <a:cs typeface="Arial"/>
              </a:rPr>
              <a:t>frek</a:t>
            </a:r>
            <a:r>
              <a:rPr dirty="0" smtClean="0" baseline="8052" sz="2700" spc="3">
                <a:latin typeface="Arial"/>
                <a:cs typeface="Arial"/>
              </a:rPr>
              <a:t>u</a:t>
            </a:r>
            <a:r>
              <a:rPr dirty="0" smtClean="0" baseline="8052" sz="2700" spc="3">
                <a:latin typeface="Arial"/>
                <a:cs typeface="Arial"/>
              </a:rPr>
              <a:t>e</a:t>
            </a:r>
            <a:r>
              <a:rPr dirty="0" smtClean="0" baseline="8052" sz="2700" spc="3">
                <a:latin typeface="Arial"/>
                <a:cs typeface="Arial"/>
              </a:rPr>
              <a:t>n</a:t>
            </a:r>
            <a:r>
              <a:rPr dirty="0" smtClean="0" baseline="8052" sz="2700" spc="3">
                <a:latin typeface="Arial"/>
                <a:cs typeface="Arial"/>
              </a:rPr>
              <a:t>si</a:t>
            </a:r>
            <a:r>
              <a:rPr dirty="0" smtClean="0" baseline="8052" sz="2700" spc="3">
                <a:latin typeface="Arial"/>
                <a:cs typeface="Arial"/>
              </a:rPr>
              <a:t> </a:t>
            </a:r>
            <a:r>
              <a:rPr dirty="0" smtClean="0" baseline="8052" sz="2700" spc="3">
                <a:latin typeface="Arial"/>
                <a:cs typeface="Arial"/>
              </a:rPr>
              <a:t>(kHz/V)</a:t>
            </a:r>
            <a:endParaRPr sz="1800">
              <a:latin typeface="Arial"/>
              <a:cs typeface="Arial"/>
            </a:endParaRPr>
          </a:p>
          <a:p>
            <a:pPr algn="ctr">
              <a:lnSpc>
                <a:spcPts val="1905"/>
              </a:lnSpc>
              <a:spcBef>
                <a:spcPts val="431"/>
              </a:spcBef>
            </a:pPr>
            <a:r>
              <a:rPr dirty="0" smtClean="0" sz="1800" spc="-2">
                <a:latin typeface="Arial"/>
                <a:cs typeface="Arial"/>
              </a:rPr>
              <a:t>Ji</a:t>
            </a:r>
            <a:r>
              <a:rPr dirty="0" smtClean="0" sz="1800" spc="-2">
                <a:latin typeface="Arial"/>
                <a:cs typeface="Arial"/>
              </a:rPr>
              <a:t>k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s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tu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baseline="-21740" sz="1800" spc="-2">
                <a:latin typeface="Arial"/>
                <a:cs typeface="Arial"/>
              </a:rPr>
              <a:t>m</a:t>
            </a:r>
            <a:r>
              <a:rPr dirty="0" smtClean="0" sz="1800" spc="-2">
                <a:latin typeface="Arial"/>
                <a:cs typeface="Arial"/>
              </a:rPr>
              <a:t>,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f</a:t>
            </a:r>
            <a:r>
              <a:rPr dirty="0" smtClean="0" sz="1800" spc="-2">
                <a:latin typeface="Arial"/>
                <a:cs typeface="Arial"/>
              </a:rPr>
              <a:t>r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k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  <a:p>
            <a:pPr marL="4266157" marR="2571493" algn="ctr">
              <a:lnSpc>
                <a:spcPts val="2857"/>
              </a:lnSpc>
              <a:spcBef>
                <a:spcPts val="1007"/>
              </a:spcBef>
            </a:pPr>
            <a:r>
              <a:rPr dirty="0" smtClean="0" sz="2750" spc="-18" i="1">
                <a:latin typeface="Times New Roman"/>
                <a:cs typeface="Times New Roman"/>
              </a:rPr>
              <a:t>k</a:t>
            </a:r>
            <a:r>
              <a:rPr dirty="0" smtClean="0" sz="2750" spc="-18" i="1">
                <a:latin typeface="Times New Roman"/>
                <a:cs typeface="Times New Roman"/>
              </a:rPr>
              <a:t> </a:t>
            </a:r>
            <a:r>
              <a:rPr dirty="0" smtClean="0" baseline="-25364" sz="2400" spc="-18" i="1">
                <a:latin typeface="Times New Roman"/>
                <a:cs typeface="Times New Roman"/>
              </a:rPr>
              <a:t>f</a:t>
            </a:r>
            <a:r>
              <a:rPr dirty="0" smtClean="0" baseline="-25364" sz="2400" spc="-18" i="1">
                <a:latin typeface="Times New Roman"/>
                <a:cs typeface="Times New Roman"/>
              </a:rPr>
              <a:t> </a:t>
            </a:r>
            <a:r>
              <a:rPr dirty="0" smtClean="0" sz="2750" spc="-18" i="1">
                <a:latin typeface="Times New Roman"/>
                <a:cs typeface="Times New Roman"/>
              </a:rPr>
              <a:t>A</a:t>
            </a:r>
            <a:r>
              <a:rPr dirty="0" smtClean="0" baseline="-25364" sz="2400" spc="-18" i="1">
                <a:latin typeface="Times New Roman"/>
                <a:cs typeface="Times New Roman"/>
              </a:rPr>
              <a:t>m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472546" y="3582224"/>
            <a:ext cx="322071" cy="296238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3">
                <a:latin typeface="Arial"/>
                <a:cs typeface="Arial"/>
              </a:rPr>
              <a:t>f</a:t>
            </a:r>
            <a:r>
              <a:rPr dirty="0" smtClean="0" baseline="-9662" sz="1800" spc="3">
                <a:latin typeface="Arial"/>
                <a:cs typeface="Arial"/>
              </a:rPr>
              <a:t>m</a:t>
            </a:r>
            <a:r>
              <a:rPr dirty="0" smtClean="0" baseline="8052" sz="2700" spc="3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58509" y="4208364"/>
            <a:ext cx="2677737" cy="453167"/>
          </a:xfrm>
          <a:prstGeom prst="rect">
            <a:avLst/>
          </a:prstGeom>
        </p:spPr>
        <p:txBody>
          <a:bodyPr wrap="square" lIns="0" tIns="22352" rIns="0" bIns="0" rtlCol="0">
            <a:noAutofit/>
          </a:bodyPr>
          <a:lstStyle/>
          <a:p>
            <a:pPr marL="12700">
              <a:lnSpc>
                <a:spcPts val="3520"/>
              </a:lnSpc>
            </a:pPr>
            <a:r>
              <a:rPr dirty="0" smtClean="0" sz="2750" spc="-34">
                <a:latin typeface="Times New Roman"/>
                <a:cs typeface="Times New Roman"/>
              </a:rPr>
              <a:t>(</a:t>
            </a:r>
            <a:r>
              <a:rPr dirty="0" smtClean="0" sz="2750" spc="164" i="1">
                <a:latin typeface="Times New Roman"/>
                <a:cs typeface="Times New Roman"/>
              </a:rPr>
              <a:t>t</a:t>
            </a:r>
            <a:r>
              <a:rPr dirty="0" smtClean="0" sz="2750" spc="0">
                <a:latin typeface="Times New Roman"/>
                <a:cs typeface="Times New Roman"/>
              </a:rPr>
              <a:t>)</a:t>
            </a:r>
            <a:r>
              <a:rPr dirty="0" smtClean="0" sz="2750" spc="-2">
                <a:latin typeface="Times New Roman"/>
                <a:cs typeface="Times New Roman"/>
              </a:rPr>
              <a:t> </a:t>
            </a:r>
            <a:r>
              <a:rPr dirty="0" smtClean="0" sz="2750" spc="-11">
                <a:latin typeface="Symbol"/>
                <a:cs typeface="Symbol"/>
              </a:rPr>
              <a:t></a:t>
            </a:r>
            <a:r>
              <a:rPr dirty="0" smtClean="0" sz="2750" spc="170">
                <a:latin typeface="Times New Roman"/>
                <a:cs typeface="Times New Roman"/>
              </a:rPr>
              <a:t> </a:t>
            </a:r>
            <a:r>
              <a:rPr dirty="0" smtClean="0" sz="2750" spc="-239" i="1">
                <a:latin typeface="Times New Roman"/>
                <a:cs typeface="Times New Roman"/>
              </a:rPr>
              <a:t>A</a:t>
            </a:r>
            <a:r>
              <a:rPr dirty="0" smtClean="0" baseline="-12682" sz="2400" spc="0" i="1">
                <a:latin typeface="Times New Roman"/>
                <a:cs typeface="Times New Roman"/>
              </a:rPr>
              <a:t>c</a:t>
            </a:r>
            <a:r>
              <a:rPr dirty="0" smtClean="0" baseline="-12682" sz="2400" spc="292" i="1">
                <a:latin typeface="Times New Roman"/>
                <a:cs typeface="Times New Roman"/>
              </a:rPr>
              <a:t> </a:t>
            </a:r>
            <a:r>
              <a:rPr dirty="0" smtClean="0" sz="2750" spc="-29">
                <a:latin typeface="Times New Roman"/>
                <a:cs typeface="Times New Roman"/>
              </a:rPr>
              <a:t>c</a:t>
            </a:r>
            <a:r>
              <a:rPr dirty="0" smtClean="0" sz="2750" spc="54">
                <a:latin typeface="Times New Roman"/>
                <a:cs typeface="Times New Roman"/>
              </a:rPr>
              <a:t>o</a:t>
            </a:r>
            <a:r>
              <a:rPr dirty="0" smtClean="0" sz="2750" spc="0">
                <a:latin typeface="Times New Roman"/>
                <a:cs typeface="Times New Roman"/>
              </a:rPr>
              <a:t>s</a:t>
            </a:r>
            <a:r>
              <a:rPr dirty="0" smtClean="0" sz="2750" spc="-64">
                <a:latin typeface="Times New Roman"/>
                <a:cs typeface="Times New Roman"/>
              </a:rPr>
              <a:t>(</a:t>
            </a:r>
            <a:r>
              <a:rPr dirty="0" smtClean="0" sz="2750" spc="-154">
                <a:latin typeface="Times New Roman"/>
                <a:cs typeface="Times New Roman"/>
              </a:rPr>
              <a:t>2</a:t>
            </a:r>
            <a:r>
              <a:rPr dirty="0" smtClean="0" sz="2900" spc="-11">
                <a:latin typeface="Symbol"/>
                <a:cs typeface="Symbol"/>
              </a:rPr>
              <a:t></a:t>
            </a:r>
            <a:r>
              <a:rPr dirty="0" smtClean="0" sz="2750" spc="125" i="1">
                <a:latin typeface="Times New Roman"/>
                <a:cs typeface="Times New Roman"/>
              </a:rPr>
              <a:t>f</a:t>
            </a:r>
            <a:r>
              <a:rPr dirty="0" smtClean="0" baseline="-12682" sz="2400" spc="79" i="1">
                <a:latin typeface="Times New Roman"/>
                <a:cs typeface="Times New Roman"/>
              </a:rPr>
              <a:t>c</a:t>
            </a:r>
            <a:r>
              <a:rPr dirty="0" smtClean="0" sz="2750" spc="0" i="1">
                <a:latin typeface="Times New Roman"/>
                <a:cs typeface="Times New Roman"/>
              </a:rPr>
              <a:t>t</a:t>
            </a:r>
            <a:r>
              <a:rPr dirty="0" smtClean="0" sz="2750" spc="62" i="1">
                <a:latin typeface="Times New Roman"/>
                <a:cs typeface="Times New Roman"/>
              </a:rPr>
              <a:t> </a:t>
            </a:r>
            <a:r>
              <a:rPr dirty="0" smtClean="0" sz="2750" spc="-11">
                <a:latin typeface="Symbol"/>
                <a:cs typeface="Symbol"/>
              </a:rPr>
              <a:t>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925994" y="4208364"/>
            <a:ext cx="1597550" cy="453167"/>
          </a:xfrm>
          <a:prstGeom prst="rect">
            <a:avLst/>
          </a:prstGeom>
        </p:spPr>
        <p:txBody>
          <a:bodyPr wrap="square" lIns="0" tIns="22352" rIns="0" bIns="0" rtlCol="0">
            <a:noAutofit/>
          </a:bodyPr>
          <a:lstStyle/>
          <a:p>
            <a:pPr marL="12700">
              <a:lnSpc>
                <a:spcPts val="3520"/>
              </a:lnSpc>
            </a:pPr>
            <a:r>
              <a:rPr dirty="0" smtClean="0" sz="2750" spc="56">
                <a:latin typeface="Times New Roman"/>
                <a:cs typeface="Times New Roman"/>
              </a:rPr>
              <a:t>s</a:t>
            </a:r>
            <a:r>
              <a:rPr dirty="0" smtClean="0" sz="2750" spc="56">
                <a:latin typeface="Times New Roman"/>
                <a:cs typeface="Times New Roman"/>
              </a:rPr>
              <a:t>i</a:t>
            </a:r>
            <a:r>
              <a:rPr dirty="0" smtClean="0" sz="2750" spc="56">
                <a:latin typeface="Times New Roman"/>
                <a:cs typeface="Times New Roman"/>
              </a:rPr>
              <a:t>n</a:t>
            </a:r>
            <a:r>
              <a:rPr dirty="0" smtClean="0" sz="2750" spc="56">
                <a:latin typeface="Times New Roman"/>
                <a:cs typeface="Times New Roman"/>
              </a:rPr>
              <a:t>(</a:t>
            </a:r>
            <a:r>
              <a:rPr dirty="0" smtClean="0" sz="2750" spc="56">
                <a:latin typeface="Times New Roman"/>
                <a:cs typeface="Times New Roman"/>
              </a:rPr>
              <a:t>2</a:t>
            </a:r>
            <a:r>
              <a:rPr dirty="0" smtClean="0" sz="2900" spc="-148">
                <a:latin typeface="Symbol"/>
                <a:cs typeface="Symbol"/>
              </a:rPr>
              <a:t></a:t>
            </a:r>
            <a:r>
              <a:rPr dirty="0" smtClean="0" sz="2750" spc="56" i="1">
                <a:latin typeface="Times New Roman"/>
                <a:cs typeface="Times New Roman"/>
              </a:rPr>
              <a:t>f</a:t>
            </a:r>
            <a:r>
              <a:rPr dirty="0" smtClean="0" baseline="-12682" sz="2400" spc="56" i="1">
                <a:latin typeface="Times New Roman"/>
                <a:cs typeface="Times New Roman"/>
              </a:rPr>
              <a:t>m</a:t>
            </a:r>
            <a:r>
              <a:rPr dirty="0" smtClean="0" sz="2750" spc="56" i="1">
                <a:latin typeface="Times New Roman"/>
                <a:cs typeface="Times New Roman"/>
              </a:rPr>
              <a:t>t</a:t>
            </a:r>
            <a:r>
              <a:rPr dirty="0" smtClean="0" sz="2750" spc="56">
                <a:latin typeface="Times New Roman"/>
                <a:cs typeface="Times New Roman"/>
              </a:rPr>
              <a:t>)]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50032" y="4229843"/>
            <a:ext cx="522286" cy="431688"/>
          </a:xfrm>
          <a:prstGeom prst="rect">
            <a:avLst/>
          </a:prstGeom>
        </p:spPr>
        <p:txBody>
          <a:bodyPr wrap="square" lIns="0" tIns="21177" rIns="0" bIns="0" rtlCol="0">
            <a:noAutofit/>
          </a:bodyPr>
          <a:lstStyle/>
          <a:p>
            <a:pPr marL="12700">
              <a:lnSpc>
                <a:spcPts val="3335"/>
              </a:lnSpc>
            </a:pPr>
            <a:r>
              <a:rPr dirty="0" smtClean="0" sz="2750" spc="21" i="1">
                <a:latin typeface="Times New Roman"/>
                <a:cs typeface="Times New Roman"/>
              </a:rPr>
              <a:t>s</a:t>
            </a:r>
            <a:r>
              <a:rPr dirty="0" smtClean="0" baseline="-10870" sz="2400" spc="21" i="1">
                <a:latin typeface="Times New Roman"/>
                <a:cs typeface="Times New Roman"/>
              </a:rPr>
              <a:t>FM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79834" y="4501678"/>
            <a:ext cx="353389" cy="431694"/>
          </a:xfrm>
          <a:prstGeom prst="rect">
            <a:avLst/>
          </a:prstGeom>
        </p:spPr>
        <p:txBody>
          <a:bodyPr wrap="square" lIns="0" tIns="21272" rIns="0" bIns="0" rtlCol="0">
            <a:noAutofit/>
          </a:bodyPr>
          <a:lstStyle/>
          <a:p>
            <a:pPr marL="12700">
              <a:lnSpc>
                <a:spcPts val="3350"/>
              </a:lnSpc>
            </a:pPr>
            <a:r>
              <a:rPr dirty="0" smtClean="0" baseline="8432" sz="4125" spc="96" i="1">
                <a:latin typeface="Times New Roman"/>
                <a:cs typeface="Times New Roman"/>
              </a:rPr>
              <a:t>f</a:t>
            </a:r>
            <a:r>
              <a:rPr dirty="0" smtClean="0" baseline="-10870" sz="2400" spc="96" i="1">
                <a:latin typeface="Times New Roman"/>
                <a:cs typeface="Times New Roman"/>
              </a:rPr>
              <a:t>m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2140" y="5124505"/>
            <a:ext cx="243735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0" b="1">
                <a:latin typeface="Arial"/>
                <a:cs typeface="Arial"/>
              </a:rPr>
              <a:t>PH</a:t>
            </a:r>
            <a:r>
              <a:rPr dirty="0" smtClean="0" sz="1800" spc="-10" b="1">
                <a:latin typeface="Arial"/>
                <a:cs typeface="Arial"/>
              </a:rPr>
              <a:t>A</a:t>
            </a:r>
            <a:r>
              <a:rPr dirty="0" smtClean="0" sz="1800" spc="-10" b="1">
                <a:latin typeface="Arial"/>
                <a:cs typeface="Arial"/>
              </a:rPr>
              <a:t>SE</a:t>
            </a:r>
            <a:r>
              <a:rPr dirty="0" smtClean="0" sz="1800" spc="-10" b="1">
                <a:latin typeface="Arial"/>
                <a:cs typeface="Arial"/>
              </a:rPr>
              <a:t> </a:t>
            </a:r>
            <a:r>
              <a:rPr dirty="0" smtClean="0" sz="1800" spc="-10" b="1">
                <a:latin typeface="Arial"/>
                <a:cs typeface="Arial"/>
              </a:rPr>
              <a:t>M</a:t>
            </a:r>
            <a:r>
              <a:rPr dirty="0" smtClean="0" sz="1800" spc="-10" b="1">
                <a:latin typeface="Arial"/>
                <a:cs typeface="Arial"/>
              </a:rPr>
              <a:t>O</a:t>
            </a:r>
            <a:r>
              <a:rPr dirty="0" smtClean="0" sz="1800" spc="-10" b="1">
                <a:latin typeface="Arial"/>
                <a:cs typeface="Arial"/>
              </a:rPr>
              <a:t>D</a:t>
            </a:r>
            <a:r>
              <a:rPr dirty="0" smtClean="0" sz="1800" spc="-10" b="1">
                <a:latin typeface="Arial"/>
                <a:cs typeface="Arial"/>
              </a:rPr>
              <a:t>U</a:t>
            </a:r>
            <a:r>
              <a:rPr dirty="0" smtClean="0" sz="1800" spc="-10" b="1">
                <a:latin typeface="Arial"/>
                <a:cs typeface="Arial"/>
              </a:rPr>
              <a:t>L</a:t>
            </a:r>
            <a:r>
              <a:rPr dirty="0" smtClean="0" sz="1800" spc="-10" b="1">
                <a:latin typeface="Arial"/>
                <a:cs typeface="Arial"/>
              </a:rPr>
              <a:t>A</a:t>
            </a:r>
            <a:r>
              <a:rPr dirty="0" smtClean="0" sz="1800" spc="-10" b="1">
                <a:latin typeface="Arial"/>
                <a:cs typeface="Arial"/>
              </a:rPr>
              <a:t>T</a:t>
            </a:r>
            <a:r>
              <a:rPr dirty="0" smtClean="0" sz="1800" spc="-10" b="1">
                <a:latin typeface="Arial"/>
                <a:cs typeface="Arial"/>
              </a:rPr>
              <a:t>I</a:t>
            </a:r>
            <a:r>
              <a:rPr dirty="0" smtClean="0" sz="1800" spc="-10" b="1">
                <a:latin typeface="Arial"/>
                <a:cs typeface="Arial"/>
              </a:rPr>
              <a:t>O</a:t>
            </a:r>
            <a:r>
              <a:rPr dirty="0" smtClean="0" sz="1800" spc="-10" b="1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127375" y="6029430"/>
            <a:ext cx="2583925" cy="294359"/>
          </a:xfrm>
          <a:prstGeom prst="rect">
            <a:avLst/>
          </a:prstGeom>
        </p:spPr>
        <p:txBody>
          <a:bodyPr wrap="square" lIns="0" tIns="14414" rIns="0" bIns="0" rtlCol="0">
            <a:noAutofit/>
          </a:bodyPr>
          <a:lstStyle/>
          <a:p>
            <a:pPr marL="12700">
              <a:lnSpc>
                <a:spcPts val="2270"/>
              </a:lnSpc>
            </a:pPr>
            <a:r>
              <a:rPr dirty="0" smtClean="0" baseline="8052" sz="2700" spc="0">
                <a:latin typeface="Arial"/>
                <a:cs typeface="Arial"/>
              </a:rPr>
              <a:t>k</a:t>
            </a:r>
            <a:r>
              <a:rPr dirty="0" smtClean="0" baseline="-9069" sz="1800" spc="0">
                <a:latin typeface="Symbol"/>
                <a:cs typeface="Symbol"/>
              </a:rPr>
              <a:t></a:t>
            </a:r>
            <a:r>
              <a:rPr dirty="0" smtClean="0" baseline="-9662" sz="1800" spc="205">
                <a:latin typeface="Times New Roman"/>
                <a:cs typeface="Times New Roman"/>
              </a:rPr>
              <a:t> </a:t>
            </a:r>
            <a:r>
              <a:rPr dirty="0" smtClean="0" baseline="8052" sz="2700" spc="0">
                <a:latin typeface="Arial"/>
                <a:cs typeface="Arial"/>
              </a:rPr>
              <a:t>ko</a:t>
            </a:r>
            <a:r>
              <a:rPr dirty="0" smtClean="0" baseline="8052" sz="2700" spc="0">
                <a:latin typeface="Arial"/>
                <a:cs typeface="Arial"/>
              </a:rPr>
              <a:t>n</a:t>
            </a:r>
            <a:r>
              <a:rPr dirty="0" smtClean="0" baseline="8052" sz="2700" spc="0">
                <a:latin typeface="Arial"/>
                <a:cs typeface="Arial"/>
              </a:rPr>
              <a:t>sta</a:t>
            </a:r>
            <a:r>
              <a:rPr dirty="0" smtClean="0" baseline="8052" sz="2700" spc="0">
                <a:latin typeface="Arial"/>
                <a:cs typeface="Arial"/>
              </a:rPr>
              <a:t>n</a:t>
            </a:r>
            <a:r>
              <a:rPr dirty="0" smtClean="0" baseline="8052" sz="2700" spc="0">
                <a:latin typeface="Arial"/>
                <a:cs typeface="Arial"/>
              </a:rPr>
              <a:t>ta</a:t>
            </a:r>
            <a:r>
              <a:rPr dirty="0" smtClean="0" baseline="8052" sz="2700" spc="0">
                <a:latin typeface="Arial"/>
                <a:cs typeface="Arial"/>
              </a:rPr>
              <a:t> </a:t>
            </a:r>
            <a:r>
              <a:rPr dirty="0" smtClean="0" baseline="8052" sz="2700" spc="0">
                <a:latin typeface="Arial"/>
                <a:cs typeface="Arial"/>
              </a:rPr>
              <a:t>d</a:t>
            </a:r>
            <a:r>
              <a:rPr dirty="0" smtClean="0" baseline="8052" sz="2700" spc="0">
                <a:latin typeface="Arial"/>
                <a:cs typeface="Arial"/>
              </a:rPr>
              <a:t>e</a:t>
            </a:r>
            <a:r>
              <a:rPr dirty="0" smtClean="0" baseline="8052" sz="2700" spc="0">
                <a:latin typeface="Arial"/>
                <a:cs typeface="Arial"/>
              </a:rPr>
              <a:t>vi</a:t>
            </a:r>
            <a:r>
              <a:rPr dirty="0" smtClean="0" baseline="8052" sz="2700" spc="0">
                <a:latin typeface="Arial"/>
                <a:cs typeface="Arial"/>
              </a:rPr>
              <a:t>a</a:t>
            </a:r>
            <a:r>
              <a:rPr dirty="0" smtClean="0" baseline="8052" sz="2700" spc="0">
                <a:latin typeface="Arial"/>
                <a:cs typeface="Arial"/>
              </a:rPr>
              <a:t>si</a:t>
            </a:r>
            <a:r>
              <a:rPr dirty="0" smtClean="0" baseline="8052" sz="2700" spc="0">
                <a:latin typeface="Arial"/>
                <a:cs typeface="Arial"/>
              </a:rPr>
              <a:t> </a:t>
            </a:r>
            <a:r>
              <a:rPr dirty="0" smtClean="0" baseline="8052" sz="2700" spc="0">
                <a:latin typeface="Arial"/>
                <a:cs typeface="Arial"/>
              </a:rPr>
              <a:t>fasa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83344" y="6471832"/>
            <a:ext cx="30906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38628" y="5419344"/>
            <a:ext cx="4362591" cy="534924"/>
          </a:xfrm>
          <a:prstGeom prst="rect">
            <a:avLst/>
          </a:prstGeom>
        </p:spPr>
        <p:txBody>
          <a:bodyPr wrap="square" lIns="0" tIns="24638" rIns="0" bIns="0" rtlCol="0">
            <a:noAutofit/>
          </a:bodyPr>
          <a:lstStyle/>
          <a:p>
            <a:pPr marL="62901">
              <a:lnSpc>
                <a:spcPts val="3879"/>
              </a:lnSpc>
            </a:pPr>
            <a:r>
              <a:rPr dirty="0" smtClean="0" sz="2750" spc="18" i="1">
                <a:latin typeface="Times New Roman"/>
                <a:cs typeface="Times New Roman"/>
              </a:rPr>
              <a:t>s</a:t>
            </a:r>
            <a:r>
              <a:rPr dirty="0" smtClean="0" baseline="-14493" sz="2400" spc="18" i="1">
                <a:latin typeface="Times New Roman"/>
                <a:cs typeface="Times New Roman"/>
              </a:rPr>
              <a:t>P</a:t>
            </a:r>
            <a:r>
              <a:rPr dirty="0" smtClean="0" baseline="-14493" sz="2400" spc="18" i="1">
                <a:latin typeface="Times New Roman"/>
                <a:cs typeface="Times New Roman"/>
              </a:rPr>
              <a:t>M</a:t>
            </a:r>
            <a:r>
              <a:rPr dirty="0" smtClean="0" baseline="-14493" sz="2400" spc="18" i="1">
                <a:latin typeface="Times New Roman"/>
                <a:cs typeface="Times New Roman"/>
              </a:rPr>
              <a:t> </a:t>
            </a:r>
            <a:r>
              <a:rPr dirty="0" smtClean="0" sz="2750" spc="18">
                <a:latin typeface="Times New Roman"/>
                <a:cs typeface="Times New Roman"/>
              </a:rPr>
              <a:t>(</a:t>
            </a:r>
            <a:r>
              <a:rPr dirty="0" smtClean="0" sz="2750" spc="18" i="1">
                <a:latin typeface="Times New Roman"/>
                <a:cs typeface="Times New Roman"/>
              </a:rPr>
              <a:t>t</a:t>
            </a:r>
            <a:r>
              <a:rPr dirty="0" smtClean="0" sz="2750" spc="18">
                <a:latin typeface="Times New Roman"/>
                <a:cs typeface="Times New Roman"/>
              </a:rPr>
              <a:t>)</a:t>
            </a:r>
            <a:r>
              <a:rPr dirty="0" smtClean="0" sz="2750" spc="18">
                <a:latin typeface="Times New Roman"/>
                <a:cs typeface="Times New Roman"/>
              </a:rPr>
              <a:t> </a:t>
            </a:r>
            <a:r>
              <a:rPr dirty="0" smtClean="0" sz="2750" spc="-159">
                <a:latin typeface="Symbol"/>
                <a:cs typeface="Symbol"/>
              </a:rPr>
              <a:t></a:t>
            </a:r>
            <a:r>
              <a:rPr dirty="0" smtClean="0" sz="2750" spc="18">
                <a:latin typeface="Times New Roman"/>
                <a:cs typeface="Times New Roman"/>
              </a:rPr>
              <a:t> </a:t>
            </a:r>
            <a:r>
              <a:rPr dirty="0" smtClean="0" sz="2750" spc="18" i="1">
                <a:latin typeface="Times New Roman"/>
                <a:cs typeface="Times New Roman"/>
              </a:rPr>
              <a:t>A</a:t>
            </a:r>
            <a:r>
              <a:rPr dirty="0" smtClean="0" baseline="-14493" sz="2400" spc="18" i="1">
                <a:latin typeface="Times New Roman"/>
                <a:cs typeface="Times New Roman"/>
              </a:rPr>
              <a:t>c</a:t>
            </a:r>
            <a:r>
              <a:rPr dirty="0" smtClean="0" baseline="-14493" sz="2400" spc="18" i="1">
                <a:latin typeface="Times New Roman"/>
                <a:cs typeface="Times New Roman"/>
              </a:rPr>
              <a:t> </a:t>
            </a:r>
            <a:r>
              <a:rPr dirty="0" smtClean="0" sz="2750" spc="18">
                <a:latin typeface="Times New Roman"/>
                <a:cs typeface="Times New Roman"/>
              </a:rPr>
              <a:t>c</a:t>
            </a:r>
            <a:r>
              <a:rPr dirty="0" smtClean="0" sz="2750" spc="18">
                <a:latin typeface="Times New Roman"/>
                <a:cs typeface="Times New Roman"/>
              </a:rPr>
              <a:t>o</a:t>
            </a:r>
            <a:r>
              <a:rPr dirty="0" smtClean="0" sz="2750" spc="18">
                <a:latin typeface="Times New Roman"/>
                <a:cs typeface="Times New Roman"/>
              </a:rPr>
              <a:t>s</a:t>
            </a:r>
            <a:r>
              <a:rPr dirty="0" smtClean="0" sz="3800" spc="-159">
                <a:latin typeface="Symbol"/>
                <a:cs typeface="Symbol"/>
              </a:rPr>
              <a:t></a:t>
            </a:r>
            <a:r>
              <a:rPr dirty="0" smtClean="0" sz="2750" spc="18">
                <a:latin typeface="Times New Roman"/>
                <a:cs typeface="Times New Roman"/>
              </a:rPr>
              <a:t>2</a:t>
            </a:r>
            <a:r>
              <a:rPr dirty="0" smtClean="0" sz="2950" spc="-159">
                <a:latin typeface="Symbol"/>
                <a:cs typeface="Symbol"/>
              </a:rPr>
              <a:t></a:t>
            </a:r>
            <a:r>
              <a:rPr dirty="0" smtClean="0" sz="2750" spc="18" i="1">
                <a:latin typeface="Times New Roman"/>
                <a:cs typeface="Times New Roman"/>
              </a:rPr>
              <a:t>f</a:t>
            </a:r>
            <a:r>
              <a:rPr dirty="0" smtClean="0" baseline="-14493" sz="2400" spc="18" i="1">
                <a:latin typeface="Times New Roman"/>
                <a:cs typeface="Times New Roman"/>
              </a:rPr>
              <a:t>c</a:t>
            </a:r>
            <a:r>
              <a:rPr dirty="0" smtClean="0" sz="2750" spc="18" i="1">
                <a:latin typeface="Times New Roman"/>
                <a:cs typeface="Times New Roman"/>
              </a:rPr>
              <a:t>t</a:t>
            </a:r>
            <a:r>
              <a:rPr dirty="0" smtClean="0" sz="2750" spc="18" i="1">
                <a:latin typeface="Times New Roman"/>
                <a:cs typeface="Times New Roman"/>
              </a:rPr>
              <a:t> </a:t>
            </a:r>
            <a:r>
              <a:rPr dirty="0" smtClean="0" sz="2750" spc="-159">
                <a:latin typeface="Symbol"/>
                <a:cs typeface="Symbol"/>
              </a:rPr>
              <a:t></a:t>
            </a:r>
            <a:r>
              <a:rPr dirty="0" smtClean="0" sz="2750" spc="18">
                <a:latin typeface="Times New Roman"/>
                <a:cs typeface="Times New Roman"/>
              </a:rPr>
              <a:t> </a:t>
            </a:r>
            <a:r>
              <a:rPr dirty="0" smtClean="0" sz="2750" spc="18" i="1">
                <a:latin typeface="Times New Roman"/>
                <a:cs typeface="Times New Roman"/>
              </a:rPr>
              <a:t>k</a:t>
            </a:r>
            <a:r>
              <a:rPr dirty="0" smtClean="0" baseline="-12804" sz="2550" spc="-159">
                <a:latin typeface="Symbol"/>
                <a:cs typeface="Symbol"/>
              </a:rPr>
              <a:t></a:t>
            </a:r>
            <a:r>
              <a:rPr dirty="0" smtClean="0" baseline="-13641" sz="2550" spc="18">
                <a:latin typeface="Times New Roman"/>
                <a:cs typeface="Times New Roman"/>
              </a:rPr>
              <a:t> </a:t>
            </a:r>
            <a:r>
              <a:rPr dirty="0" smtClean="0" sz="2750" spc="18" i="1">
                <a:latin typeface="Times New Roman"/>
                <a:cs typeface="Times New Roman"/>
              </a:rPr>
              <a:t>m</a:t>
            </a:r>
            <a:r>
              <a:rPr dirty="0" smtClean="0" sz="2750" spc="18">
                <a:latin typeface="Times New Roman"/>
                <a:cs typeface="Times New Roman"/>
              </a:rPr>
              <a:t>(</a:t>
            </a:r>
            <a:r>
              <a:rPr dirty="0" smtClean="0" sz="2750" spc="18" i="1">
                <a:latin typeface="Times New Roman"/>
                <a:cs typeface="Times New Roman"/>
              </a:rPr>
              <a:t>t</a:t>
            </a:r>
            <a:r>
              <a:rPr dirty="0" smtClean="0" sz="2750" spc="18">
                <a:latin typeface="Times New Roman"/>
                <a:cs typeface="Times New Roman"/>
              </a:rPr>
              <a:t>)</a:t>
            </a:r>
            <a:r>
              <a:rPr dirty="0" smtClean="0" sz="3800" spc="-159">
                <a:latin typeface="Symbol"/>
                <a:cs typeface="Symbol"/>
              </a:rPr>
              <a:t></a:t>
            </a:r>
            <a:endParaRPr sz="3800">
              <a:latin typeface="Symbol"/>
              <a:cs typeface="Symbo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5028" y="1751076"/>
            <a:ext cx="8162544" cy="1135379"/>
          </a:xfrm>
          <a:prstGeom prst="rect">
            <a:avLst/>
          </a:prstGeom>
        </p:spPr>
        <p:txBody>
          <a:bodyPr wrap="square" lIns="0" tIns="57785" rIns="0" bIns="0" rtlCol="0">
            <a:noAutofit/>
          </a:bodyPr>
          <a:lstStyle/>
          <a:p>
            <a:pPr marL="4942217">
              <a:lnSpc>
                <a:spcPts val="2308"/>
              </a:lnSpc>
            </a:pPr>
            <a:r>
              <a:rPr dirty="0" smtClean="0" sz="2650" spc="0">
                <a:latin typeface="Symbol"/>
                <a:cs typeface="Symbol"/>
              </a:rPr>
              <a:t></a:t>
            </a:r>
            <a:r>
              <a:rPr dirty="0" smtClean="0" sz="2650" spc="0">
                <a:latin typeface="Times New Roman"/>
                <a:cs typeface="Times New Roman"/>
              </a:rPr>
              <a:t>                   </a:t>
            </a:r>
            <a:r>
              <a:rPr dirty="0" smtClean="0" sz="2650" spc="437">
                <a:latin typeface="Times New Roman"/>
                <a:cs typeface="Times New Roman"/>
              </a:rPr>
              <a:t> </a:t>
            </a:r>
            <a:r>
              <a:rPr dirty="0" smtClean="0" baseline="39274" sz="2325" spc="0" i="1">
                <a:latin typeface="Times New Roman"/>
                <a:cs typeface="Times New Roman"/>
              </a:rPr>
              <a:t>t</a:t>
            </a:r>
            <a:r>
              <a:rPr dirty="0" smtClean="0" baseline="39274" sz="2325" spc="0" i="1">
                <a:latin typeface="Times New Roman"/>
                <a:cs typeface="Times New Roman"/>
              </a:rPr>
              <a:t>                     </a:t>
            </a:r>
            <a:r>
              <a:rPr dirty="0" smtClean="0" baseline="39274" sz="2325" spc="139" i="1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</a:t>
            </a:r>
            <a:endParaRPr sz="2650">
              <a:latin typeface="Symbol"/>
              <a:cs typeface="Symbol"/>
            </a:endParaRPr>
          </a:p>
          <a:p>
            <a:pPr marL="4942217">
              <a:lnSpc>
                <a:spcPts val="3308"/>
              </a:lnSpc>
              <a:spcBef>
                <a:spcPts val="2704"/>
              </a:spcBef>
            </a:pPr>
            <a:r>
              <a:rPr dirty="0" smtClean="0" sz="2650" spc="0">
                <a:latin typeface="Symbol"/>
                <a:cs typeface="Symbol"/>
              </a:rPr>
              <a:t></a:t>
            </a:r>
            <a:r>
              <a:rPr dirty="0" smtClean="0" sz="2650" spc="0">
                <a:latin typeface="Times New Roman"/>
                <a:cs typeface="Times New Roman"/>
              </a:rPr>
              <a:t>                  </a:t>
            </a:r>
            <a:r>
              <a:rPr dirty="0" smtClean="0" sz="2650" spc="362">
                <a:latin typeface="Times New Roman"/>
                <a:cs typeface="Times New Roman"/>
              </a:rPr>
              <a:t> </a:t>
            </a:r>
            <a:r>
              <a:rPr dirty="0" smtClean="0" sz="1550" spc="54">
                <a:latin typeface="Symbol"/>
                <a:cs typeface="Symbol"/>
              </a:rPr>
              <a:t></a:t>
            </a:r>
            <a:r>
              <a:rPr dirty="0" smtClean="0" sz="1550" spc="0">
                <a:latin typeface="Symbol"/>
                <a:cs typeface="Symbol"/>
              </a:rPr>
              <a:t></a:t>
            </a:r>
            <a:r>
              <a:rPr dirty="0" smtClean="0" sz="1550" spc="0">
                <a:latin typeface="Times New Roman"/>
                <a:cs typeface="Times New Roman"/>
              </a:rPr>
              <a:t>                   </a:t>
            </a:r>
            <a:r>
              <a:rPr dirty="0" smtClean="0" sz="1550" spc="59">
                <a:latin typeface="Times New Roman"/>
                <a:cs typeface="Times New Roman"/>
              </a:rPr>
              <a:t> </a:t>
            </a:r>
            <a:r>
              <a:rPr dirty="0" smtClean="0" sz="2650" spc="0">
                <a:latin typeface="Symbol"/>
                <a:cs typeface="Symbol"/>
              </a:rPr>
              <a:t></a:t>
            </a:r>
            <a:endParaRPr sz="2650">
              <a:latin typeface="Symbol"/>
              <a:cs typeface="Symbo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01306" y="989838"/>
            <a:ext cx="11027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24926" y="4295654"/>
            <a:ext cx="7650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79476" y="4880356"/>
            <a:ext cx="914400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object 1598"/>
          <p:cNvSpPr txBox="1"/>
          <p:nvPr/>
        </p:nvSpPr>
        <p:spPr>
          <a:xfrm>
            <a:off x="6016752" y="1330452"/>
            <a:ext cx="1477111" cy="3860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643763" marR="697534" algn="ctr">
              <a:lnSpc>
                <a:spcPct val="95825"/>
              </a:lnSpc>
              <a:spcBef>
                <a:spcPts val="23430"/>
              </a:spcBef>
            </a:pPr>
            <a:r>
              <a:rPr dirty="0" smtClean="0" sz="1800">
                <a:latin typeface="Arial"/>
                <a:cs typeface="Arial"/>
              </a:rPr>
              <a:t>-</a:t>
            </a:r>
            <a:endParaRPr sz="1800">
              <a:latin typeface="Arial"/>
              <a:cs typeface="Arial"/>
            </a:endParaRPr>
          </a:p>
          <a:p>
            <a:pPr algn="r">
              <a:lnSpc>
                <a:spcPts val="2030"/>
              </a:lnSpc>
              <a:spcBef>
                <a:spcPts val="1970"/>
              </a:spcBef>
            </a:pPr>
            <a:r>
              <a:rPr dirty="0" smtClean="0" sz="180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299460" y="1330452"/>
            <a:ext cx="1359408" cy="3810000"/>
          </a:xfrm>
          <a:custGeom>
            <a:avLst/>
            <a:gdLst/>
            <a:ahLst/>
            <a:cxnLst/>
            <a:rect l="l" t="t" r="r" b="b"/>
            <a:pathLst>
              <a:path w="1359408" h="3810000">
                <a:moveTo>
                  <a:pt x="0" y="3810000"/>
                </a:moveTo>
                <a:lnTo>
                  <a:pt x="1359408" y="3810000"/>
                </a:lnTo>
                <a:lnTo>
                  <a:pt x="1359408" y="0"/>
                </a:lnTo>
                <a:lnTo>
                  <a:pt x="0" y="0"/>
                </a:lnTo>
                <a:lnTo>
                  <a:pt x="0" y="38100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648200" y="1330452"/>
            <a:ext cx="1368552" cy="3810000"/>
          </a:xfrm>
          <a:custGeom>
            <a:avLst/>
            <a:gdLst/>
            <a:ahLst/>
            <a:cxnLst/>
            <a:rect l="l" t="t" r="r" b="b"/>
            <a:pathLst>
              <a:path w="1368552" h="3810000">
                <a:moveTo>
                  <a:pt x="0" y="3810000"/>
                </a:moveTo>
                <a:lnTo>
                  <a:pt x="1368552" y="3810000"/>
                </a:lnTo>
                <a:lnTo>
                  <a:pt x="1368552" y="0"/>
                </a:lnTo>
                <a:lnTo>
                  <a:pt x="0" y="0"/>
                </a:lnTo>
                <a:lnTo>
                  <a:pt x="0" y="38100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894332" y="1330452"/>
            <a:ext cx="1405128" cy="3810000"/>
          </a:xfrm>
          <a:custGeom>
            <a:avLst/>
            <a:gdLst/>
            <a:ahLst/>
            <a:cxnLst/>
            <a:rect l="l" t="t" r="r" b="b"/>
            <a:pathLst>
              <a:path w="1405128" h="3810000">
                <a:moveTo>
                  <a:pt x="0" y="3810000"/>
                </a:moveTo>
                <a:lnTo>
                  <a:pt x="1405128" y="3810000"/>
                </a:lnTo>
                <a:lnTo>
                  <a:pt x="1405128" y="0"/>
                </a:lnTo>
                <a:lnTo>
                  <a:pt x="0" y="0"/>
                </a:lnTo>
                <a:lnTo>
                  <a:pt x="0" y="38100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6016752" y="1330452"/>
            <a:ext cx="1405127" cy="3810000"/>
          </a:xfrm>
          <a:custGeom>
            <a:avLst/>
            <a:gdLst/>
            <a:ahLst/>
            <a:cxnLst/>
            <a:rect l="l" t="t" r="r" b="b"/>
            <a:pathLst>
              <a:path w="1405127" h="3810000">
                <a:moveTo>
                  <a:pt x="0" y="3810000"/>
                </a:moveTo>
                <a:lnTo>
                  <a:pt x="1405127" y="3810000"/>
                </a:lnTo>
                <a:lnTo>
                  <a:pt x="1405127" y="0"/>
                </a:lnTo>
                <a:lnTo>
                  <a:pt x="0" y="0"/>
                </a:lnTo>
                <a:lnTo>
                  <a:pt x="0" y="38100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896990" y="3238863"/>
            <a:ext cx="5486539" cy="0"/>
          </a:xfrm>
          <a:custGeom>
            <a:avLst/>
            <a:gdLst/>
            <a:ahLst/>
            <a:cxnLst/>
            <a:rect l="l" t="t" r="r" b="b"/>
            <a:pathLst>
              <a:path w="5486539" h="0">
                <a:moveTo>
                  <a:pt x="0" y="0"/>
                </a:moveTo>
                <a:lnTo>
                  <a:pt x="5486539" y="0"/>
                </a:lnTo>
              </a:path>
            </a:pathLst>
          </a:custGeom>
          <a:ln w="816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884960" y="1331582"/>
            <a:ext cx="122951" cy="81712"/>
          </a:xfrm>
          <a:custGeom>
            <a:avLst/>
            <a:gdLst/>
            <a:ahLst/>
            <a:cxnLst/>
            <a:rect l="l" t="t" r="r" b="b"/>
            <a:pathLst>
              <a:path w="122951" h="81712">
                <a:moveTo>
                  <a:pt x="20046" y="24524"/>
                </a:moveTo>
                <a:lnTo>
                  <a:pt x="36090" y="32771"/>
                </a:lnTo>
                <a:lnTo>
                  <a:pt x="28073" y="24524"/>
                </a:lnTo>
                <a:lnTo>
                  <a:pt x="16043" y="12262"/>
                </a:lnTo>
                <a:lnTo>
                  <a:pt x="16043" y="32771"/>
                </a:lnTo>
                <a:lnTo>
                  <a:pt x="36090" y="32771"/>
                </a:lnTo>
                <a:lnTo>
                  <a:pt x="20046" y="24524"/>
                </a:lnTo>
                <a:close/>
              </a:path>
              <a:path w="122951" h="81712">
                <a:moveTo>
                  <a:pt x="20046" y="0"/>
                </a:moveTo>
                <a:lnTo>
                  <a:pt x="28073" y="8247"/>
                </a:lnTo>
                <a:lnTo>
                  <a:pt x="36090" y="8247"/>
                </a:lnTo>
                <a:lnTo>
                  <a:pt x="40103" y="20509"/>
                </a:lnTo>
                <a:lnTo>
                  <a:pt x="44117" y="32771"/>
                </a:lnTo>
                <a:lnTo>
                  <a:pt x="52133" y="32771"/>
                </a:lnTo>
                <a:lnTo>
                  <a:pt x="40103" y="8247"/>
                </a:lnTo>
                <a:lnTo>
                  <a:pt x="40103" y="0"/>
                </a:lnTo>
                <a:lnTo>
                  <a:pt x="20046" y="0"/>
                </a:lnTo>
                <a:close/>
              </a:path>
              <a:path w="122951" h="81712">
                <a:moveTo>
                  <a:pt x="64163" y="28648"/>
                </a:moveTo>
                <a:lnTo>
                  <a:pt x="64163" y="16385"/>
                </a:lnTo>
                <a:lnTo>
                  <a:pt x="52133" y="16385"/>
                </a:lnTo>
                <a:lnTo>
                  <a:pt x="59667" y="37329"/>
                </a:lnTo>
                <a:lnTo>
                  <a:pt x="68177" y="40910"/>
                </a:lnTo>
                <a:lnTo>
                  <a:pt x="73157" y="16385"/>
                </a:lnTo>
                <a:lnTo>
                  <a:pt x="64163" y="16385"/>
                </a:lnTo>
                <a:lnTo>
                  <a:pt x="64163" y="28648"/>
                </a:lnTo>
                <a:close/>
              </a:path>
              <a:path w="122951" h="81712">
                <a:moveTo>
                  <a:pt x="112294" y="61279"/>
                </a:moveTo>
                <a:lnTo>
                  <a:pt x="108281" y="73573"/>
                </a:lnTo>
                <a:lnTo>
                  <a:pt x="100264" y="65435"/>
                </a:lnTo>
                <a:lnTo>
                  <a:pt x="96251" y="65435"/>
                </a:lnTo>
                <a:lnTo>
                  <a:pt x="88234" y="57188"/>
                </a:lnTo>
                <a:lnTo>
                  <a:pt x="80207" y="49049"/>
                </a:lnTo>
                <a:lnTo>
                  <a:pt x="72191" y="36786"/>
                </a:lnTo>
                <a:lnTo>
                  <a:pt x="71214" y="49049"/>
                </a:lnTo>
                <a:lnTo>
                  <a:pt x="72191" y="49049"/>
                </a:lnTo>
                <a:lnTo>
                  <a:pt x="72191" y="57188"/>
                </a:lnTo>
                <a:lnTo>
                  <a:pt x="80207" y="57188"/>
                </a:lnTo>
                <a:lnTo>
                  <a:pt x="80207" y="65435"/>
                </a:lnTo>
                <a:lnTo>
                  <a:pt x="88234" y="65435"/>
                </a:lnTo>
                <a:lnTo>
                  <a:pt x="88234" y="73573"/>
                </a:lnTo>
                <a:lnTo>
                  <a:pt x="96251" y="73573"/>
                </a:lnTo>
                <a:lnTo>
                  <a:pt x="96251" y="81712"/>
                </a:lnTo>
                <a:lnTo>
                  <a:pt x="122951" y="81712"/>
                </a:lnTo>
                <a:lnTo>
                  <a:pt x="120311" y="69450"/>
                </a:lnTo>
                <a:lnTo>
                  <a:pt x="112294" y="61279"/>
                </a:lnTo>
                <a:close/>
              </a:path>
              <a:path w="122951" h="81712">
                <a:moveTo>
                  <a:pt x="84704" y="28105"/>
                </a:moveTo>
                <a:lnTo>
                  <a:pt x="81175" y="24524"/>
                </a:lnTo>
                <a:lnTo>
                  <a:pt x="76204" y="24524"/>
                </a:lnTo>
                <a:lnTo>
                  <a:pt x="80207" y="44925"/>
                </a:lnTo>
                <a:lnTo>
                  <a:pt x="84221" y="32771"/>
                </a:lnTo>
                <a:lnTo>
                  <a:pt x="96251" y="32771"/>
                </a:lnTo>
                <a:lnTo>
                  <a:pt x="96251" y="24524"/>
                </a:lnTo>
                <a:lnTo>
                  <a:pt x="81175" y="24524"/>
                </a:lnTo>
                <a:lnTo>
                  <a:pt x="84704" y="28105"/>
                </a:lnTo>
                <a:close/>
              </a:path>
              <a:path w="122951" h="81712">
                <a:moveTo>
                  <a:pt x="112294" y="57188"/>
                </a:moveTo>
                <a:lnTo>
                  <a:pt x="116308" y="57188"/>
                </a:lnTo>
                <a:lnTo>
                  <a:pt x="120311" y="49049"/>
                </a:lnTo>
                <a:lnTo>
                  <a:pt x="100264" y="49049"/>
                </a:lnTo>
                <a:lnTo>
                  <a:pt x="96251" y="44925"/>
                </a:lnTo>
                <a:lnTo>
                  <a:pt x="96251" y="40910"/>
                </a:lnTo>
                <a:lnTo>
                  <a:pt x="104278" y="40910"/>
                </a:lnTo>
                <a:lnTo>
                  <a:pt x="104278" y="32771"/>
                </a:lnTo>
                <a:lnTo>
                  <a:pt x="84221" y="32771"/>
                </a:lnTo>
                <a:lnTo>
                  <a:pt x="80207" y="44925"/>
                </a:lnTo>
                <a:lnTo>
                  <a:pt x="76204" y="24524"/>
                </a:lnTo>
                <a:lnTo>
                  <a:pt x="81175" y="24524"/>
                </a:lnTo>
                <a:lnTo>
                  <a:pt x="73157" y="16385"/>
                </a:lnTo>
                <a:lnTo>
                  <a:pt x="80207" y="44958"/>
                </a:lnTo>
                <a:lnTo>
                  <a:pt x="84221" y="49049"/>
                </a:lnTo>
                <a:lnTo>
                  <a:pt x="88234" y="53172"/>
                </a:lnTo>
                <a:lnTo>
                  <a:pt x="92237" y="57188"/>
                </a:lnTo>
                <a:lnTo>
                  <a:pt x="92237" y="40910"/>
                </a:lnTo>
                <a:lnTo>
                  <a:pt x="104278" y="53172"/>
                </a:lnTo>
                <a:lnTo>
                  <a:pt x="108281" y="57188"/>
                </a:lnTo>
                <a:lnTo>
                  <a:pt x="112294" y="57188"/>
                </a:lnTo>
                <a:close/>
              </a:path>
              <a:path w="122951" h="81712">
                <a:moveTo>
                  <a:pt x="100264" y="49049"/>
                </a:moveTo>
                <a:lnTo>
                  <a:pt x="112294" y="49049"/>
                </a:lnTo>
                <a:lnTo>
                  <a:pt x="112294" y="40910"/>
                </a:lnTo>
                <a:lnTo>
                  <a:pt x="96251" y="40910"/>
                </a:lnTo>
                <a:lnTo>
                  <a:pt x="96251" y="44925"/>
                </a:lnTo>
                <a:lnTo>
                  <a:pt x="100264" y="49049"/>
                </a:lnTo>
                <a:close/>
              </a:path>
              <a:path w="122951" h="81712">
                <a:moveTo>
                  <a:pt x="128338" y="69450"/>
                </a:moveTo>
                <a:lnTo>
                  <a:pt x="128338" y="62722"/>
                </a:lnTo>
                <a:lnTo>
                  <a:pt x="122951" y="57188"/>
                </a:lnTo>
                <a:lnTo>
                  <a:pt x="120311" y="57187"/>
                </a:lnTo>
                <a:lnTo>
                  <a:pt x="120311" y="49049"/>
                </a:lnTo>
                <a:lnTo>
                  <a:pt x="116308" y="57188"/>
                </a:lnTo>
                <a:lnTo>
                  <a:pt x="108281" y="57188"/>
                </a:lnTo>
                <a:lnTo>
                  <a:pt x="104278" y="53140"/>
                </a:lnTo>
                <a:lnTo>
                  <a:pt x="92237" y="40910"/>
                </a:lnTo>
                <a:lnTo>
                  <a:pt x="92237" y="57188"/>
                </a:lnTo>
                <a:lnTo>
                  <a:pt x="88234" y="53172"/>
                </a:lnTo>
                <a:lnTo>
                  <a:pt x="84221" y="49049"/>
                </a:lnTo>
                <a:lnTo>
                  <a:pt x="80207" y="44958"/>
                </a:lnTo>
                <a:lnTo>
                  <a:pt x="73157" y="16385"/>
                </a:lnTo>
                <a:lnTo>
                  <a:pt x="68177" y="40910"/>
                </a:lnTo>
                <a:lnTo>
                  <a:pt x="59667" y="37329"/>
                </a:lnTo>
                <a:lnTo>
                  <a:pt x="52133" y="16385"/>
                </a:lnTo>
                <a:lnTo>
                  <a:pt x="64163" y="16385"/>
                </a:lnTo>
                <a:lnTo>
                  <a:pt x="64163" y="8247"/>
                </a:lnTo>
                <a:lnTo>
                  <a:pt x="40103" y="8247"/>
                </a:lnTo>
                <a:lnTo>
                  <a:pt x="52133" y="32771"/>
                </a:lnTo>
                <a:lnTo>
                  <a:pt x="44117" y="32771"/>
                </a:lnTo>
                <a:lnTo>
                  <a:pt x="40103" y="20509"/>
                </a:lnTo>
                <a:lnTo>
                  <a:pt x="36090" y="8247"/>
                </a:lnTo>
                <a:lnTo>
                  <a:pt x="28073" y="8247"/>
                </a:lnTo>
                <a:lnTo>
                  <a:pt x="20046" y="0"/>
                </a:lnTo>
                <a:lnTo>
                  <a:pt x="5387" y="0"/>
                </a:lnTo>
                <a:lnTo>
                  <a:pt x="0" y="5534"/>
                </a:lnTo>
                <a:lnTo>
                  <a:pt x="0" y="19098"/>
                </a:lnTo>
                <a:lnTo>
                  <a:pt x="5387" y="24524"/>
                </a:lnTo>
                <a:lnTo>
                  <a:pt x="16043" y="24524"/>
                </a:lnTo>
                <a:lnTo>
                  <a:pt x="16043" y="12262"/>
                </a:lnTo>
                <a:lnTo>
                  <a:pt x="28073" y="24524"/>
                </a:lnTo>
                <a:lnTo>
                  <a:pt x="36090" y="32771"/>
                </a:lnTo>
                <a:lnTo>
                  <a:pt x="40103" y="32771"/>
                </a:lnTo>
                <a:lnTo>
                  <a:pt x="40103" y="40910"/>
                </a:lnTo>
                <a:lnTo>
                  <a:pt x="63195" y="40910"/>
                </a:lnTo>
                <a:lnTo>
                  <a:pt x="71214" y="49049"/>
                </a:lnTo>
                <a:lnTo>
                  <a:pt x="72191" y="36786"/>
                </a:lnTo>
                <a:lnTo>
                  <a:pt x="80207" y="49049"/>
                </a:lnTo>
                <a:lnTo>
                  <a:pt x="88234" y="57188"/>
                </a:lnTo>
                <a:lnTo>
                  <a:pt x="92173" y="57188"/>
                </a:lnTo>
                <a:lnTo>
                  <a:pt x="96251" y="61344"/>
                </a:lnTo>
                <a:lnTo>
                  <a:pt x="108281" y="73573"/>
                </a:lnTo>
                <a:lnTo>
                  <a:pt x="112294" y="61311"/>
                </a:lnTo>
                <a:lnTo>
                  <a:pt x="120311" y="69450"/>
                </a:lnTo>
                <a:lnTo>
                  <a:pt x="122951" y="81712"/>
                </a:lnTo>
                <a:lnTo>
                  <a:pt x="128338" y="76286"/>
                </a:lnTo>
                <a:lnTo>
                  <a:pt x="128338" y="69450"/>
                </a:lnTo>
                <a:close/>
              </a:path>
              <a:path w="122951" h="81712">
                <a:moveTo>
                  <a:pt x="108281" y="73573"/>
                </a:moveTo>
                <a:lnTo>
                  <a:pt x="96251" y="61311"/>
                </a:lnTo>
                <a:lnTo>
                  <a:pt x="92173" y="57188"/>
                </a:lnTo>
                <a:lnTo>
                  <a:pt x="88234" y="57188"/>
                </a:lnTo>
                <a:lnTo>
                  <a:pt x="96251" y="65435"/>
                </a:lnTo>
                <a:lnTo>
                  <a:pt x="100264" y="65435"/>
                </a:lnTo>
                <a:lnTo>
                  <a:pt x="108281" y="735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988058" y="1387576"/>
            <a:ext cx="137535" cy="205421"/>
          </a:xfrm>
          <a:custGeom>
            <a:avLst/>
            <a:gdLst/>
            <a:ahLst/>
            <a:cxnLst/>
            <a:rect l="l" t="t" r="r" b="b"/>
            <a:pathLst>
              <a:path w="137535" h="205421">
                <a:moveTo>
                  <a:pt x="89404" y="82906"/>
                </a:moveTo>
                <a:lnTo>
                  <a:pt x="81388" y="82906"/>
                </a:lnTo>
                <a:lnTo>
                  <a:pt x="81388" y="87030"/>
                </a:lnTo>
                <a:lnTo>
                  <a:pt x="81388" y="82906"/>
                </a:lnTo>
                <a:lnTo>
                  <a:pt x="81388" y="95168"/>
                </a:lnTo>
                <a:lnTo>
                  <a:pt x="89404" y="99292"/>
                </a:lnTo>
                <a:lnTo>
                  <a:pt x="89404" y="82906"/>
                </a:lnTo>
                <a:close/>
              </a:path>
              <a:path w="137535" h="205421">
                <a:moveTo>
                  <a:pt x="93418" y="131955"/>
                </a:moveTo>
                <a:lnTo>
                  <a:pt x="89404" y="135970"/>
                </a:lnTo>
                <a:lnTo>
                  <a:pt x="89404" y="144218"/>
                </a:lnTo>
                <a:lnTo>
                  <a:pt x="89404" y="135970"/>
                </a:lnTo>
                <a:lnTo>
                  <a:pt x="93418" y="131955"/>
                </a:lnTo>
                <a:lnTo>
                  <a:pt x="85327" y="123708"/>
                </a:lnTo>
                <a:lnTo>
                  <a:pt x="73371" y="123708"/>
                </a:lnTo>
                <a:lnTo>
                  <a:pt x="73371" y="131955"/>
                </a:lnTo>
                <a:lnTo>
                  <a:pt x="81388" y="131955"/>
                </a:lnTo>
                <a:lnTo>
                  <a:pt x="81388" y="127832"/>
                </a:lnTo>
                <a:lnTo>
                  <a:pt x="81388" y="148233"/>
                </a:lnTo>
                <a:lnTo>
                  <a:pt x="89404" y="148233"/>
                </a:lnTo>
                <a:lnTo>
                  <a:pt x="89404" y="164619"/>
                </a:lnTo>
                <a:lnTo>
                  <a:pt x="97431" y="164619"/>
                </a:lnTo>
                <a:lnTo>
                  <a:pt x="97431" y="152356"/>
                </a:lnTo>
                <a:lnTo>
                  <a:pt x="101445" y="148233"/>
                </a:lnTo>
                <a:lnTo>
                  <a:pt x="93418" y="131955"/>
                </a:lnTo>
                <a:close/>
              </a:path>
              <a:path w="137535" h="205421">
                <a:moveTo>
                  <a:pt x="105448" y="135970"/>
                </a:moveTo>
                <a:lnTo>
                  <a:pt x="113475" y="140094"/>
                </a:lnTo>
                <a:lnTo>
                  <a:pt x="113475" y="123708"/>
                </a:lnTo>
                <a:lnTo>
                  <a:pt x="93418" y="123708"/>
                </a:lnTo>
                <a:lnTo>
                  <a:pt x="101445" y="148233"/>
                </a:lnTo>
                <a:lnTo>
                  <a:pt x="97431" y="152356"/>
                </a:lnTo>
                <a:lnTo>
                  <a:pt x="97431" y="164619"/>
                </a:lnTo>
                <a:lnTo>
                  <a:pt x="105448" y="168634"/>
                </a:lnTo>
                <a:lnTo>
                  <a:pt x="105448" y="181873"/>
                </a:lnTo>
                <a:lnTo>
                  <a:pt x="113475" y="190095"/>
                </a:lnTo>
                <a:lnTo>
                  <a:pt x="113475" y="199995"/>
                </a:lnTo>
                <a:lnTo>
                  <a:pt x="118862" y="205421"/>
                </a:lnTo>
                <a:lnTo>
                  <a:pt x="121491" y="168634"/>
                </a:lnTo>
                <a:lnTo>
                  <a:pt x="121491" y="156371"/>
                </a:lnTo>
                <a:lnTo>
                  <a:pt x="113475" y="144218"/>
                </a:lnTo>
                <a:lnTo>
                  <a:pt x="121491" y="156371"/>
                </a:lnTo>
                <a:lnTo>
                  <a:pt x="121491" y="140094"/>
                </a:lnTo>
                <a:lnTo>
                  <a:pt x="113475" y="140094"/>
                </a:lnTo>
                <a:lnTo>
                  <a:pt x="113475" y="152356"/>
                </a:lnTo>
                <a:lnTo>
                  <a:pt x="109461" y="156371"/>
                </a:lnTo>
                <a:lnTo>
                  <a:pt x="117489" y="180896"/>
                </a:lnTo>
                <a:lnTo>
                  <a:pt x="116995" y="193701"/>
                </a:lnTo>
                <a:lnTo>
                  <a:pt x="113475" y="185020"/>
                </a:lnTo>
                <a:lnTo>
                  <a:pt x="117489" y="180896"/>
                </a:lnTo>
                <a:lnTo>
                  <a:pt x="109461" y="164619"/>
                </a:lnTo>
                <a:lnTo>
                  <a:pt x="97431" y="160495"/>
                </a:lnTo>
                <a:lnTo>
                  <a:pt x="109461" y="164619"/>
                </a:lnTo>
                <a:lnTo>
                  <a:pt x="101445" y="140094"/>
                </a:lnTo>
                <a:lnTo>
                  <a:pt x="105448" y="135970"/>
                </a:lnTo>
                <a:lnTo>
                  <a:pt x="105448" y="127832"/>
                </a:lnTo>
                <a:lnTo>
                  <a:pt x="105448" y="135970"/>
                </a:lnTo>
                <a:close/>
              </a:path>
              <a:path w="137535" h="205421">
                <a:moveTo>
                  <a:pt x="101445" y="140094"/>
                </a:moveTo>
                <a:lnTo>
                  <a:pt x="109461" y="164619"/>
                </a:lnTo>
                <a:lnTo>
                  <a:pt x="117489" y="180896"/>
                </a:lnTo>
                <a:lnTo>
                  <a:pt x="109461" y="156371"/>
                </a:lnTo>
                <a:lnTo>
                  <a:pt x="113475" y="152356"/>
                </a:lnTo>
                <a:lnTo>
                  <a:pt x="113475" y="140094"/>
                </a:lnTo>
                <a:lnTo>
                  <a:pt x="105448" y="135970"/>
                </a:lnTo>
                <a:lnTo>
                  <a:pt x="101445" y="140094"/>
                </a:lnTo>
                <a:close/>
              </a:path>
              <a:path w="137535" h="205421">
                <a:moveTo>
                  <a:pt x="118862" y="205421"/>
                </a:moveTo>
                <a:lnTo>
                  <a:pt x="125505" y="205421"/>
                </a:lnTo>
                <a:lnTo>
                  <a:pt x="121491" y="160495"/>
                </a:lnTo>
                <a:lnTo>
                  <a:pt x="125505" y="205421"/>
                </a:lnTo>
                <a:lnTo>
                  <a:pt x="132148" y="205421"/>
                </a:lnTo>
                <a:lnTo>
                  <a:pt x="137535" y="199995"/>
                </a:lnTo>
                <a:lnTo>
                  <a:pt x="137535" y="179919"/>
                </a:lnTo>
                <a:lnTo>
                  <a:pt x="129519" y="171783"/>
                </a:lnTo>
                <a:lnTo>
                  <a:pt x="129519" y="156371"/>
                </a:lnTo>
                <a:lnTo>
                  <a:pt x="121491" y="156371"/>
                </a:lnTo>
                <a:lnTo>
                  <a:pt x="125988" y="168200"/>
                </a:lnTo>
                <a:lnTo>
                  <a:pt x="129519" y="176881"/>
                </a:lnTo>
                <a:lnTo>
                  <a:pt x="125988" y="168200"/>
                </a:lnTo>
                <a:lnTo>
                  <a:pt x="121491" y="156371"/>
                </a:lnTo>
                <a:lnTo>
                  <a:pt x="121491" y="168634"/>
                </a:lnTo>
                <a:lnTo>
                  <a:pt x="118862" y="205421"/>
                </a:lnTo>
                <a:close/>
              </a:path>
              <a:path w="137535" h="205421">
                <a:moveTo>
                  <a:pt x="97431" y="164619"/>
                </a:moveTo>
                <a:lnTo>
                  <a:pt x="97431" y="180896"/>
                </a:lnTo>
                <a:lnTo>
                  <a:pt x="105448" y="180896"/>
                </a:lnTo>
                <a:lnTo>
                  <a:pt x="105448" y="168634"/>
                </a:lnTo>
                <a:lnTo>
                  <a:pt x="97431" y="164619"/>
                </a:lnTo>
                <a:close/>
              </a:path>
              <a:path w="137535" h="205421">
                <a:moveTo>
                  <a:pt x="117489" y="180896"/>
                </a:moveTo>
                <a:lnTo>
                  <a:pt x="113475" y="185020"/>
                </a:lnTo>
                <a:lnTo>
                  <a:pt x="116995" y="193701"/>
                </a:lnTo>
                <a:lnTo>
                  <a:pt x="117489" y="180896"/>
                </a:lnTo>
                <a:close/>
              </a:path>
              <a:path w="137535" h="205421">
                <a:moveTo>
                  <a:pt x="69358" y="82906"/>
                </a:moveTo>
                <a:lnTo>
                  <a:pt x="73371" y="78782"/>
                </a:lnTo>
                <a:lnTo>
                  <a:pt x="65344" y="66629"/>
                </a:lnTo>
                <a:lnTo>
                  <a:pt x="65344" y="70644"/>
                </a:lnTo>
                <a:lnTo>
                  <a:pt x="61330" y="66628"/>
                </a:lnTo>
                <a:lnTo>
                  <a:pt x="69358" y="91045"/>
                </a:lnTo>
                <a:lnTo>
                  <a:pt x="65344" y="95168"/>
                </a:lnTo>
                <a:lnTo>
                  <a:pt x="65344" y="103307"/>
                </a:lnTo>
                <a:lnTo>
                  <a:pt x="65344" y="95168"/>
                </a:lnTo>
                <a:lnTo>
                  <a:pt x="69358" y="91045"/>
                </a:lnTo>
                <a:lnTo>
                  <a:pt x="57327" y="82906"/>
                </a:lnTo>
                <a:lnTo>
                  <a:pt x="49300" y="70644"/>
                </a:lnTo>
                <a:lnTo>
                  <a:pt x="49300" y="91045"/>
                </a:lnTo>
                <a:lnTo>
                  <a:pt x="57327" y="91045"/>
                </a:lnTo>
                <a:lnTo>
                  <a:pt x="57327" y="87030"/>
                </a:lnTo>
                <a:lnTo>
                  <a:pt x="57327" y="107431"/>
                </a:lnTo>
                <a:lnTo>
                  <a:pt x="77374" y="107431"/>
                </a:lnTo>
                <a:lnTo>
                  <a:pt x="77374" y="99292"/>
                </a:lnTo>
                <a:lnTo>
                  <a:pt x="69358" y="82906"/>
                </a:lnTo>
                <a:close/>
              </a:path>
              <a:path w="137535" h="205421">
                <a:moveTo>
                  <a:pt x="17020" y="0"/>
                </a:moveTo>
                <a:lnTo>
                  <a:pt x="17213" y="29841"/>
                </a:lnTo>
                <a:lnTo>
                  <a:pt x="21720" y="4774"/>
                </a:lnTo>
                <a:lnTo>
                  <a:pt x="17020" y="0"/>
                </a:lnTo>
                <a:close/>
              </a:path>
              <a:path w="137535" h="205421">
                <a:moveTo>
                  <a:pt x="65344" y="123708"/>
                </a:moveTo>
                <a:lnTo>
                  <a:pt x="73371" y="123708"/>
                </a:lnTo>
                <a:lnTo>
                  <a:pt x="73371" y="111446"/>
                </a:lnTo>
                <a:lnTo>
                  <a:pt x="81388" y="119693"/>
                </a:lnTo>
                <a:lnTo>
                  <a:pt x="85401" y="123708"/>
                </a:lnTo>
                <a:lnTo>
                  <a:pt x="85401" y="107431"/>
                </a:lnTo>
                <a:lnTo>
                  <a:pt x="97431" y="119693"/>
                </a:lnTo>
                <a:lnTo>
                  <a:pt x="89404" y="107431"/>
                </a:lnTo>
                <a:lnTo>
                  <a:pt x="89404" y="99292"/>
                </a:lnTo>
                <a:lnTo>
                  <a:pt x="81388" y="95168"/>
                </a:lnTo>
                <a:lnTo>
                  <a:pt x="81388" y="66628"/>
                </a:lnTo>
                <a:lnTo>
                  <a:pt x="73371" y="66628"/>
                </a:lnTo>
                <a:lnTo>
                  <a:pt x="73371" y="58381"/>
                </a:lnTo>
                <a:lnTo>
                  <a:pt x="65344" y="58381"/>
                </a:lnTo>
                <a:lnTo>
                  <a:pt x="65344" y="57405"/>
                </a:lnTo>
                <a:lnTo>
                  <a:pt x="53797" y="45685"/>
                </a:lnTo>
                <a:lnTo>
                  <a:pt x="53314" y="58381"/>
                </a:lnTo>
                <a:lnTo>
                  <a:pt x="57327" y="78782"/>
                </a:lnTo>
                <a:lnTo>
                  <a:pt x="61330" y="82906"/>
                </a:lnTo>
                <a:lnTo>
                  <a:pt x="57327" y="78826"/>
                </a:lnTo>
                <a:lnTo>
                  <a:pt x="49300" y="46119"/>
                </a:lnTo>
                <a:lnTo>
                  <a:pt x="45780" y="37546"/>
                </a:lnTo>
                <a:lnTo>
                  <a:pt x="49300" y="25718"/>
                </a:lnTo>
                <a:lnTo>
                  <a:pt x="29254" y="25718"/>
                </a:lnTo>
                <a:lnTo>
                  <a:pt x="25240" y="37980"/>
                </a:lnTo>
                <a:lnTo>
                  <a:pt x="21720" y="4774"/>
                </a:lnTo>
                <a:lnTo>
                  <a:pt x="17213" y="29841"/>
                </a:lnTo>
                <a:lnTo>
                  <a:pt x="17020" y="0"/>
                </a:lnTo>
                <a:lnTo>
                  <a:pt x="9400" y="0"/>
                </a:lnTo>
                <a:lnTo>
                  <a:pt x="4700" y="4774"/>
                </a:lnTo>
                <a:lnTo>
                  <a:pt x="0" y="9657"/>
                </a:lnTo>
                <a:lnTo>
                  <a:pt x="0" y="17362"/>
                </a:lnTo>
                <a:lnTo>
                  <a:pt x="4700" y="22137"/>
                </a:lnTo>
                <a:lnTo>
                  <a:pt x="12716" y="30276"/>
                </a:lnTo>
                <a:lnTo>
                  <a:pt x="17213" y="34895"/>
                </a:lnTo>
                <a:lnTo>
                  <a:pt x="20744" y="38523"/>
                </a:lnTo>
                <a:lnTo>
                  <a:pt x="25240" y="50242"/>
                </a:lnTo>
                <a:lnTo>
                  <a:pt x="37270" y="50243"/>
                </a:lnTo>
                <a:lnTo>
                  <a:pt x="41284" y="37980"/>
                </a:lnTo>
                <a:lnTo>
                  <a:pt x="44804" y="71186"/>
                </a:lnTo>
                <a:lnTo>
                  <a:pt x="49300" y="82906"/>
                </a:lnTo>
                <a:lnTo>
                  <a:pt x="49300" y="70644"/>
                </a:lnTo>
                <a:lnTo>
                  <a:pt x="57327" y="82906"/>
                </a:lnTo>
                <a:lnTo>
                  <a:pt x="69358" y="91045"/>
                </a:lnTo>
                <a:lnTo>
                  <a:pt x="61330" y="66628"/>
                </a:lnTo>
                <a:lnTo>
                  <a:pt x="65344" y="70644"/>
                </a:lnTo>
                <a:lnTo>
                  <a:pt x="65344" y="66629"/>
                </a:lnTo>
                <a:lnTo>
                  <a:pt x="73371" y="78782"/>
                </a:lnTo>
                <a:lnTo>
                  <a:pt x="69358" y="82906"/>
                </a:lnTo>
                <a:lnTo>
                  <a:pt x="77374" y="99292"/>
                </a:lnTo>
                <a:lnTo>
                  <a:pt x="85430" y="107431"/>
                </a:lnTo>
                <a:lnTo>
                  <a:pt x="89404" y="111446"/>
                </a:lnTo>
                <a:lnTo>
                  <a:pt x="85430" y="107431"/>
                </a:lnTo>
                <a:lnTo>
                  <a:pt x="77374" y="99292"/>
                </a:lnTo>
                <a:lnTo>
                  <a:pt x="77374" y="107431"/>
                </a:lnTo>
                <a:lnTo>
                  <a:pt x="65344" y="107430"/>
                </a:lnTo>
                <a:lnTo>
                  <a:pt x="65344" y="123708"/>
                </a:lnTo>
                <a:close/>
              </a:path>
              <a:path w="137535" h="205421">
                <a:moveTo>
                  <a:pt x="29737" y="13021"/>
                </a:moveTo>
                <a:lnTo>
                  <a:pt x="21720" y="4774"/>
                </a:lnTo>
                <a:lnTo>
                  <a:pt x="25240" y="37980"/>
                </a:lnTo>
                <a:lnTo>
                  <a:pt x="29254" y="25718"/>
                </a:lnTo>
                <a:lnTo>
                  <a:pt x="41284" y="25718"/>
                </a:lnTo>
                <a:lnTo>
                  <a:pt x="41284" y="24741"/>
                </a:lnTo>
                <a:lnTo>
                  <a:pt x="29737" y="13021"/>
                </a:lnTo>
                <a:close/>
              </a:path>
              <a:path w="137535" h="205421">
                <a:moveTo>
                  <a:pt x="17213" y="34895"/>
                </a:moveTo>
                <a:lnTo>
                  <a:pt x="17213" y="50243"/>
                </a:lnTo>
                <a:lnTo>
                  <a:pt x="25240" y="50242"/>
                </a:lnTo>
                <a:lnTo>
                  <a:pt x="20744" y="38523"/>
                </a:lnTo>
                <a:lnTo>
                  <a:pt x="17213" y="34895"/>
                </a:lnTo>
                <a:close/>
              </a:path>
              <a:path w="137535" h="205421">
                <a:moveTo>
                  <a:pt x="49300" y="41120"/>
                </a:moveTo>
                <a:lnTo>
                  <a:pt x="49300" y="25718"/>
                </a:lnTo>
                <a:lnTo>
                  <a:pt x="45780" y="37546"/>
                </a:lnTo>
                <a:lnTo>
                  <a:pt x="49300" y="46119"/>
                </a:lnTo>
                <a:lnTo>
                  <a:pt x="57327" y="78826"/>
                </a:lnTo>
                <a:lnTo>
                  <a:pt x="53314" y="58381"/>
                </a:lnTo>
                <a:lnTo>
                  <a:pt x="53797" y="45685"/>
                </a:lnTo>
                <a:lnTo>
                  <a:pt x="49300" y="41120"/>
                </a:lnTo>
                <a:close/>
              </a:path>
              <a:path w="137535" h="205421">
                <a:moveTo>
                  <a:pt x="41284" y="82906"/>
                </a:moveTo>
                <a:lnTo>
                  <a:pt x="49300" y="82906"/>
                </a:lnTo>
                <a:lnTo>
                  <a:pt x="44804" y="71186"/>
                </a:lnTo>
                <a:lnTo>
                  <a:pt x="41284" y="37980"/>
                </a:lnTo>
                <a:lnTo>
                  <a:pt x="37270" y="50243"/>
                </a:lnTo>
                <a:lnTo>
                  <a:pt x="25240" y="50242"/>
                </a:lnTo>
                <a:lnTo>
                  <a:pt x="25240" y="51219"/>
                </a:lnTo>
                <a:lnTo>
                  <a:pt x="36787" y="62939"/>
                </a:lnTo>
                <a:lnTo>
                  <a:pt x="41284" y="67565"/>
                </a:lnTo>
                <a:lnTo>
                  <a:pt x="41284" y="62505"/>
                </a:lnTo>
                <a:lnTo>
                  <a:pt x="41284" y="82906"/>
                </a:lnTo>
                <a:close/>
              </a:path>
              <a:path w="137535" h="205421">
                <a:moveTo>
                  <a:pt x="105448" y="107431"/>
                </a:moveTo>
                <a:lnTo>
                  <a:pt x="97431" y="107431"/>
                </a:lnTo>
                <a:lnTo>
                  <a:pt x="89404" y="103307"/>
                </a:lnTo>
                <a:lnTo>
                  <a:pt x="97431" y="107431"/>
                </a:lnTo>
                <a:lnTo>
                  <a:pt x="97431" y="99292"/>
                </a:lnTo>
                <a:lnTo>
                  <a:pt x="89404" y="99292"/>
                </a:lnTo>
                <a:lnTo>
                  <a:pt x="89404" y="107431"/>
                </a:lnTo>
                <a:lnTo>
                  <a:pt x="97431" y="119693"/>
                </a:lnTo>
                <a:lnTo>
                  <a:pt x="85401" y="107431"/>
                </a:lnTo>
                <a:lnTo>
                  <a:pt x="85401" y="123708"/>
                </a:lnTo>
                <a:lnTo>
                  <a:pt x="81388" y="119693"/>
                </a:lnTo>
                <a:lnTo>
                  <a:pt x="73371" y="111446"/>
                </a:lnTo>
                <a:lnTo>
                  <a:pt x="73371" y="123708"/>
                </a:lnTo>
                <a:lnTo>
                  <a:pt x="85327" y="123708"/>
                </a:lnTo>
                <a:lnTo>
                  <a:pt x="93418" y="131955"/>
                </a:lnTo>
                <a:lnTo>
                  <a:pt x="101445" y="148233"/>
                </a:lnTo>
                <a:lnTo>
                  <a:pt x="93418" y="123708"/>
                </a:lnTo>
                <a:lnTo>
                  <a:pt x="105448" y="123708"/>
                </a:lnTo>
                <a:lnTo>
                  <a:pt x="105448" y="1074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217842" y="1825764"/>
            <a:ext cx="6642" cy="36786"/>
          </a:xfrm>
          <a:custGeom>
            <a:avLst/>
            <a:gdLst/>
            <a:ahLst/>
            <a:cxnLst/>
            <a:rect l="l" t="t" r="r" b="b"/>
            <a:pathLst>
              <a:path w="6642" h="36786">
                <a:moveTo>
                  <a:pt x="0" y="12262"/>
                </a:moveTo>
                <a:lnTo>
                  <a:pt x="0" y="36786"/>
                </a:lnTo>
                <a:lnTo>
                  <a:pt x="6642" y="36786"/>
                </a:lnTo>
                <a:lnTo>
                  <a:pt x="4013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189768" y="1748175"/>
            <a:ext cx="24060" cy="89851"/>
          </a:xfrm>
          <a:custGeom>
            <a:avLst/>
            <a:gdLst/>
            <a:ahLst/>
            <a:cxnLst/>
            <a:rect l="l" t="t" r="r" b="b"/>
            <a:pathLst>
              <a:path w="24060" h="89851">
                <a:moveTo>
                  <a:pt x="16043" y="89851"/>
                </a:moveTo>
                <a:lnTo>
                  <a:pt x="16043" y="77589"/>
                </a:lnTo>
                <a:lnTo>
                  <a:pt x="20046" y="65326"/>
                </a:lnTo>
                <a:lnTo>
                  <a:pt x="12030" y="49049"/>
                </a:lnTo>
                <a:lnTo>
                  <a:pt x="0" y="44925"/>
                </a:lnTo>
                <a:lnTo>
                  <a:pt x="12030" y="49049"/>
                </a:lnTo>
                <a:lnTo>
                  <a:pt x="12030" y="40910"/>
                </a:lnTo>
                <a:lnTo>
                  <a:pt x="24060" y="40910"/>
                </a:lnTo>
                <a:lnTo>
                  <a:pt x="24060" y="24524"/>
                </a:lnTo>
                <a:lnTo>
                  <a:pt x="16043" y="24524"/>
                </a:lnTo>
                <a:lnTo>
                  <a:pt x="8016" y="4123"/>
                </a:lnTo>
                <a:lnTo>
                  <a:pt x="16043" y="24524"/>
                </a:lnTo>
                <a:lnTo>
                  <a:pt x="16043" y="0"/>
                </a:lnTo>
                <a:lnTo>
                  <a:pt x="8016" y="0"/>
                </a:lnTo>
                <a:lnTo>
                  <a:pt x="8016" y="12262"/>
                </a:lnTo>
                <a:lnTo>
                  <a:pt x="4002" y="24524"/>
                </a:lnTo>
                <a:lnTo>
                  <a:pt x="16043" y="36787"/>
                </a:lnTo>
                <a:lnTo>
                  <a:pt x="16043" y="28648"/>
                </a:lnTo>
                <a:lnTo>
                  <a:pt x="16043" y="36787"/>
                </a:lnTo>
                <a:lnTo>
                  <a:pt x="4002" y="24524"/>
                </a:lnTo>
                <a:lnTo>
                  <a:pt x="0" y="36787"/>
                </a:lnTo>
                <a:lnTo>
                  <a:pt x="0" y="49049"/>
                </a:lnTo>
                <a:lnTo>
                  <a:pt x="8016" y="53064"/>
                </a:lnTo>
                <a:lnTo>
                  <a:pt x="8016" y="61311"/>
                </a:lnTo>
                <a:lnTo>
                  <a:pt x="8016" y="53064"/>
                </a:lnTo>
                <a:lnTo>
                  <a:pt x="0" y="49049"/>
                </a:lnTo>
                <a:lnTo>
                  <a:pt x="0" y="65326"/>
                </a:lnTo>
                <a:lnTo>
                  <a:pt x="8016" y="65326"/>
                </a:lnTo>
                <a:lnTo>
                  <a:pt x="8016" y="89851"/>
                </a:lnTo>
                <a:lnTo>
                  <a:pt x="16043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169711" y="1707373"/>
            <a:ext cx="28073" cy="89851"/>
          </a:xfrm>
          <a:custGeom>
            <a:avLst/>
            <a:gdLst/>
            <a:ahLst/>
            <a:cxnLst/>
            <a:rect l="l" t="t" r="r" b="b"/>
            <a:pathLst>
              <a:path w="28073" h="89851">
                <a:moveTo>
                  <a:pt x="20057" y="89851"/>
                </a:moveTo>
                <a:lnTo>
                  <a:pt x="20057" y="77589"/>
                </a:lnTo>
                <a:lnTo>
                  <a:pt x="24060" y="65326"/>
                </a:lnTo>
                <a:lnTo>
                  <a:pt x="16043" y="48940"/>
                </a:lnTo>
                <a:lnTo>
                  <a:pt x="4013" y="44925"/>
                </a:lnTo>
                <a:lnTo>
                  <a:pt x="16043" y="48940"/>
                </a:lnTo>
                <a:lnTo>
                  <a:pt x="16043" y="40802"/>
                </a:lnTo>
                <a:lnTo>
                  <a:pt x="28073" y="40802"/>
                </a:lnTo>
                <a:lnTo>
                  <a:pt x="28073" y="24524"/>
                </a:lnTo>
                <a:lnTo>
                  <a:pt x="20057" y="24524"/>
                </a:lnTo>
                <a:lnTo>
                  <a:pt x="20057" y="0"/>
                </a:lnTo>
                <a:lnTo>
                  <a:pt x="0" y="0"/>
                </a:lnTo>
                <a:lnTo>
                  <a:pt x="0" y="8138"/>
                </a:lnTo>
                <a:lnTo>
                  <a:pt x="8027" y="24524"/>
                </a:lnTo>
                <a:lnTo>
                  <a:pt x="12030" y="12262"/>
                </a:lnTo>
                <a:lnTo>
                  <a:pt x="12030" y="4015"/>
                </a:lnTo>
                <a:lnTo>
                  <a:pt x="12030" y="12262"/>
                </a:lnTo>
                <a:lnTo>
                  <a:pt x="8027" y="24524"/>
                </a:lnTo>
                <a:lnTo>
                  <a:pt x="20057" y="36786"/>
                </a:lnTo>
                <a:lnTo>
                  <a:pt x="20057" y="28539"/>
                </a:lnTo>
                <a:lnTo>
                  <a:pt x="20057" y="36786"/>
                </a:lnTo>
                <a:lnTo>
                  <a:pt x="8027" y="24524"/>
                </a:lnTo>
                <a:lnTo>
                  <a:pt x="4013" y="36786"/>
                </a:lnTo>
                <a:lnTo>
                  <a:pt x="4013" y="48940"/>
                </a:lnTo>
                <a:lnTo>
                  <a:pt x="12030" y="53064"/>
                </a:lnTo>
                <a:lnTo>
                  <a:pt x="12030" y="61203"/>
                </a:lnTo>
                <a:lnTo>
                  <a:pt x="12030" y="53064"/>
                </a:lnTo>
                <a:lnTo>
                  <a:pt x="4013" y="48940"/>
                </a:lnTo>
                <a:lnTo>
                  <a:pt x="4013" y="65326"/>
                </a:lnTo>
                <a:lnTo>
                  <a:pt x="12030" y="65326"/>
                </a:lnTo>
                <a:lnTo>
                  <a:pt x="12030" y="89851"/>
                </a:lnTo>
                <a:lnTo>
                  <a:pt x="20057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141637" y="1609383"/>
            <a:ext cx="40103" cy="146930"/>
          </a:xfrm>
          <a:custGeom>
            <a:avLst/>
            <a:gdLst/>
            <a:ahLst/>
            <a:cxnLst/>
            <a:rect l="l" t="t" r="r" b="b"/>
            <a:pathLst>
              <a:path w="40103" h="146930">
                <a:moveTo>
                  <a:pt x="32087" y="81604"/>
                </a:moveTo>
                <a:lnTo>
                  <a:pt x="32087" y="57079"/>
                </a:lnTo>
                <a:lnTo>
                  <a:pt x="24060" y="57079"/>
                </a:lnTo>
                <a:lnTo>
                  <a:pt x="16043" y="44925"/>
                </a:lnTo>
                <a:lnTo>
                  <a:pt x="12030" y="57079"/>
                </a:lnTo>
                <a:lnTo>
                  <a:pt x="8016" y="69341"/>
                </a:lnTo>
                <a:lnTo>
                  <a:pt x="8016" y="28539"/>
                </a:lnTo>
                <a:lnTo>
                  <a:pt x="4496" y="19858"/>
                </a:lnTo>
                <a:lnTo>
                  <a:pt x="8016" y="23464"/>
                </a:lnTo>
                <a:lnTo>
                  <a:pt x="8016" y="0"/>
                </a:lnTo>
                <a:lnTo>
                  <a:pt x="0" y="0"/>
                </a:lnTo>
                <a:lnTo>
                  <a:pt x="0" y="53064"/>
                </a:lnTo>
                <a:lnTo>
                  <a:pt x="0" y="12262"/>
                </a:lnTo>
                <a:lnTo>
                  <a:pt x="0" y="58136"/>
                </a:lnTo>
                <a:lnTo>
                  <a:pt x="3519" y="61745"/>
                </a:lnTo>
                <a:lnTo>
                  <a:pt x="0" y="4015"/>
                </a:lnTo>
                <a:lnTo>
                  <a:pt x="3519" y="61745"/>
                </a:lnTo>
                <a:lnTo>
                  <a:pt x="8016" y="81604"/>
                </a:lnTo>
                <a:lnTo>
                  <a:pt x="8016" y="77589"/>
                </a:lnTo>
                <a:lnTo>
                  <a:pt x="20057" y="81604"/>
                </a:lnTo>
                <a:lnTo>
                  <a:pt x="24060" y="69341"/>
                </a:lnTo>
                <a:lnTo>
                  <a:pt x="24060" y="61203"/>
                </a:lnTo>
                <a:lnTo>
                  <a:pt x="24060" y="69341"/>
                </a:lnTo>
                <a:lnTo>
                  <a:pt x="20057" y="81604"/>
                </a:lnTo>
                <a:lnTo>
                  <a:pt x="32087" y="93866"/>
                </a:lnTo>
                <a:lnTo>
                  <a:pt x="32087" y="85727"/>
                </a:lnTo>
                <a:lnTo>
                  <a:pt x="32087" y="93866"/>
                </a:lnTo>
                <a:lnTo>
                  <a:pt x="20057" y="81604"/>
                </a:lnTo>
                <a:lnTo>
                  <a:pt x="16043" y="93866"/>
                </a:lnTo>
                <a:lnTo>
                  <a:pt x="16043" y="106128"/>
                </a:lnTo>
                <a:lnTo>
                  <a:pt x="24060" y="110252"/>
                </a:lnTo>
                <a:lnTo>
                  <a:pt x="24060" y="118391"/>
                </a:lnTo>
                <a:lnTo>
                  <a:pt x="24060" y="110252"/>
                </a:lnTo>
                <a:lnTo>
                  <a:pt x="16043" y="106128"/>
                </a:lnTo>
                <a:lnTo>
                  <a:pt x="16043" y="122514"/>
                </a:lnTo>
                <a:lnTo>
                  <a:pt x="24060" y="122514"/>
                </a:lnTo>
                <a:lnTo>
                  <a:pt x="24060" y="146930"/>
                </a:lnTo>
                <a:lnTo>
                  <a:pt x="32087" y="146930"/>
                </a:lnTo>
                <a:lnTo>
                  <a:pt x="32087" y="134777"/>
                </a:lnTo>
                <a:lnTo>
                  <a:pt x="36100" y="122514"/>
                </a:lnTo>
                <a:lnTo>
                  <a:pt x="28073" y="106128"/>
                </a:lnTo>
                <a:lnTo>
                  <a:pt x="16043" y="102005"/>
                </a:lnTo>
                <a:lnTo>
                  <a:pt x="28073" y="106128"/>
                </a:lnTo>
                <a:lnTo>
                  <a:pt x="28073" y="97990"/>
                </a:lnTo>
                <a:lnTo>
                  <a:pt x="40103" y="97990"/>
                </a:lnTo>
                <a:lnTo>
                  <a:pt x="40103" y="81604"/>
                </a:lnTo>
                <a:lnTo>
                  <a:pt x="32087" y="81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133621" y="1633799"/>
            <a:ext cx="4002" cy="20943"/>
          </a:xfrm>
          <a:custGeom>
            <a:avLst/>
            <a:gdLst/>
            <a:ahLst/>
            <a:cxnLst/>
            <a:rect l="l" t="t" r="r" b="b"/>
            <a:pathLst>
              <a:path w="4002" h="20943">
                <a:moveTo>
                  <a:pt x="4002" y="0"/>
                </a:moveTo>
                <a:lnTo>
                  <a:pt x="0" y="12262"/>
                </a:lnTo>
                <a:lnTo>
                  <a:pt x="3519" y="20943"/>
                </a:lnTo>
                <a:lnTo>
                  <a:pt x="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113563" y="1576720"/>
            <a:ext cx="24060" cy="57079"/>
          </a:xfrm>
          <a:custGeom>
            <a:avLst/>
            <a:gdLst/>
            <a:ahLst/>
            <a:cxnLst/>
            <a:rect l="l" t="t" r="r" b="b"/>
            <a:pathLst>
              <a:path w="24060" h="57079">
                <a:moveTo>
                  <a:pt x="12030" y="12153"/>
                </a:moveTo>
                <a:lnTo>
                  <a:pt x="20057" y="16277"/>
                </a:lnTo>
                <a:lnTo>
                  <a:pt x="20057" y="0"/>
                </a:lnTo>
                <a:lnTo>
                  <a:pt x="0" y="0"/>
                </a:lnTo>
                <a:lnTo>
                  <a:pt x="8016" y="24416"/>
                </a:lnTo>
                <a:lnTo>
                  <a:pt x="4013" y="28539"/>
                </a:lnTo>
                <a:lnTo>
                  <a:pt x="4013" y="40802"/>
                </a:lnTo>
                <a:lnTo>
                  <a:pt x="12030" y="44925"/>
                </a:lnTo>
                <a:lnTo>
                  <a:pt x="12030" y="53064"/>
                </a:lnTo>
                <a:lnTo>
                  <a:pt x="12030" y="44925"/>
                </a:lnTo>
                <a:lnTo>
                  <a:pt x="4013" y="40802"/>
                </a:lnTo>
                <a:lnTo>
                  <a:pt x="4013" y="57079"/>
                </a:lnTo>
                <a:lnTo>
                  <a:pt x="24060" y="57079"/>
                </a:lnTo>
                <a:lnTo>
                  <a:pt x="16043" y="32663"/>
                </a:lnTo>
                <a:lnTo>
                  <a:pt x="16043" y="40802"/>
                </a:lnTo>
                <a:lnTo>
                  <a:pt x="4013" y="36678"/>
                </a:lnTo>
                <a:lnTo>
                  <a:pt x="16043" y="40802"/>
                </a:lnTo>
                <a:lnTo>
                  <a:pt x="8016" y="16277"/>
                </a:lnTo>
                <a:lnTo>
                  <a:pt x="12030" y="12153"/>
                </a:lnTo>
                <a:lnTo>
                  <a:pt x="12030" y="4015"/>
                </a:lnTo>
                <a:lnTo>
                  <a:pt x="1203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101533" y="1568472"/>
            <a:ext cx="24060" cy="49049"/>
          </a:xfrm>
          <a:custGeom>
            <a:avLst/>
            <a:gdLst/>
            <a:ahLst/>
            <a:cxnLst/>
            <a:rect l="l" t="t" r="r" b="b"/>
            <a:pathLst>
              <a:path w="24060" h="49049">
                <a:moveTo>
                  <a:pt x="12030" y="0"/>
                </a:moveTo>
                <a:lnTo>
                  <a:pt x="5387" y="0"/>
                </a:lnTo>
                <a:lnTo>
                  <a:pt x="0" y="5534"/>
                </a:lnTo>
                <a:lnTo>
                  <a:pt x="0" y="32663"/>
                </a:lnTo>
                <a:lnTo>
                  <a:pt x="8016" y="32663"/>
                </a:lnTo>
                <a:lnTo>
                  <a:pt x="8016" y="49049"/>
                </a:lnTo>
                <a:lnTo>
                  <a:pt x="16043" y="49049"/>
                </a:lnTo>
                <a:lnTo>
                  <a:pt x="16043" y="36786"/>
                </a:lnTo>
                <a:lnTo>
                  <a:pt x="20046" y="32663"/>
                </a:lnTo>
                <a:lnTo>
                  <a:pt x="12030" y="8247"/>
                </a:lnTo>
                <a:lnTo>
                  <a:pt x="24060" y="8247"/>
                </a:lnTo>
                <a:lnTo>
                  <a:pt x="24060" y="5534"/>
                </a:lnTo>
                <a:lnTo>
                  <a:pt x="18672" y="0"/>
                </a:lnTo>
                <a:lnTo>
                  <a:pt x="12030" y="0"/>
                </a:lnTo>
                <a:lnTo>
                  <a:pt x="8016" y="20401"/>
                </a:lnTo>
                <a:lnTo>
                  <a:pt x="8016" y="28648"/>
                </a:lnTo>
                <a:lnTo>
                  <a:pt x="8016" y="20401"/>
                </a:lnTo>
                <a:lnTo>
                  <a:pt x="1203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125594" y="1592997"/>
            <a:ext cx="16043" cy="74522"/>
          </a:xfrm>
          <a:custGeom>
            <a:avLst/>
            <a:gdLst/>
            <a:ahLst/>
            <a:cxnLst/>
            <a:rect l="l" t="t" r="r" b="b"/>
            <a:pathLst>
              <a:path w="16043" h="74522">
                <a:moveTo>
                  <a:pt x="12030" y="40802"/>
                </a:moveTo>
                <a:lnTo>
                  <a:pt x="0" y="40802"/>
                </a:lnTo>
                <a:lnTo>
                  <a:pt x="0" y="50026"/>
                </a:lnTo>
                <a:lnTo>
                  <a:pt x="8027" y="58173"/>
                </a:lnTo>
                <a:lnTo>
                  <a:pt x="8027" y="66303"/>
                </a:lnTo>
                <a:lnTo>
                  <a:pt x="16043" y="74522"/>
                </a:lnTo>
                <a:lnTo>
                  <a:pt x="16043" y="16386"/>
                </a:lnTo>
                <a:lnTo>
                  <a:pt x="8027" y="4123"/>
                </a:lnTo>
                <a:lnTo>
                  <a:pt x="16043" y="16386"/>
                </a:lnTo>
                <a:lnTo>
                  <a:pt x="16043" y="0"/>
                </a:lnTo>
                <a:lnTo>
                  <a:pt x="8027" y="0"/>
                </a:lnTo>
                <a:lnTo>
                  <a:pt x="8027" y="12262"/>
                </a:lnTo>
                <a:lnTo>
                  <a:pt x="4013" y="16386"/>
                </a:lnTo>
                <a:lnTo>
                  <a:pt x="12030" y="40802"/>
                </a:lnTo>
                <a:lnTo>
                  <a:pt x="11547" y="61745"/>
                </a:lnTo>
                <a:lnTo>
                  <a:pt x="8027" y="53064"/>
                </a:lnTo>
                <a:lnTo>
                  <a:pt x="12030" y="408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121580" y="1588874"/>
            <a:ext cx="12040" cy="28648"/>
          </a:xfrm>
          <a:custGeom>
            <a:avLst/>
            <a:gdLst/>
            <a:ahLst/>
            <a:cxnLst/>
            <a:rect l="l" t="t" r="r" b="b"/>
            <a:pathLst>
              <a:path w="12040" h="28648">
                <a:moveTo>
                  <a:pt x="0" y="4123"/>
                </a:moveTo>
                <a:lnTo>
                  <a:pt x="8027" y="28648"/>
                </a:lnTo>
                <a:lnTo>
                  <a:pt x="8027" y="20509"/>
                </a:lnTo>
                <a:lnTo>
                  <a:pt x="12040" y="16385"/>
                </a:lnTo>
                <a:lnTo>
                  <a:pt x="12040" y="4123"/>
                </a:lnTo>
                <a:lnTo>
                  <a:pt x="4013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146134" y="1629242"/>
            <a:ext cx="19563" cy="49483"/>
          </a:xfrm>
          <a:custGeom>
            <a:avLst/>
            <a:gdLst/>
            <a:ahLst/>
            <a:cxnLst/>
            <a:rect l="l" t="t" r="r" b="b"/>
            <a:pathLst>
              <a:path w="19563" h="49483">
                <a:moveTo>
                  <a:pt x="0" y="0"/>
                </a:moveTo>
                <a:lnTo>
                  <a:pt x="3519" y="8681"/>
                </a:lnTo>
                <a:lnTo>
                  <a:pt x="3519" y="49483"/>
                </a:lnTo>
                <a:lnTo>
                  <a:pt x="7533" y="37221"/>
                </a:lnTo>
                <a:lnTo>
                  <a:pt x="11547" y="25067"/>
                </a:lnTo>
                <a:lnTo>
                  <a:pt x="19563" y="37221"/>
                </a:lnTo>
                <a:lnTo>
                  <a:pt x="19563" y="28105"/>
                </a:lnTo>
                <a:lnTo>
                  <a:pt x="11547" y="19961"/>
                </a:lnTo>
                <a:lnTo>
                  <a:pt x="8027" y="16385"/>
                </a:lnTo>
                <a:lnTo>
                  <a:pt x="3519" y="360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149654" y="1632847"/>
            <a:ext cx="8027" cy="16356"/>
          </a:xfrm>
          <a:custGeom>
            <a:avLst/>
            <a:gdLst/>
            <a:ahLst/>
            <a:cxnLst/>
            <a:rect l="l" t="t" r="r" b="b"/>
            <a:pathLst>
              <a:path w="8027" h="16356">
                <a:moveTo>
                  <a:pt x="8027" y="8222"/>
                </a:moveTo>
                <a:lnTo>
                  <a:pt x="0" y="0"/>
                </a:lnTo>
                <a:lnTo>
                  <a:pt x="4507" y="12780"/>
                </a:lnTo>
                <a:lnTo>
                  <a:pt x="8027" y="16356"/>
                </a:lnTo>
                <a:lnTo>
                  <a:pt x="8027" y="82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141637" y="1667520"/>
            <a:ext cx="8016" cy="23467"/>
          </a:xfrm>
          <a:custGeom>
            <a:avLst/>
            <a:gdLst/>
            <a:ahLst/>
            <a:cxnLst/>
            <a:rect l="l" t="t" r="r" b="b"/>
            <a:pathLst>
              <a:path w="8016" h="23467">
                <a:moveTo>
                  <a:pt x="8016" y="23467"/>
                </a:moveTo>
                <a:lnTo>
                  <a:pt x="3519" y="3608"/>
                </a:lnTo>
                <a:lnTo>
                  <a:pt x="0" y="0"/>
                </a:lnTo>
                <a:lnTo>
                  <a:pt x="0" y="23467"/>
                </a:lnTo>
                <a:lnTo>
                  <a:pt x="8016" y="234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149654" y="1686972"/>
            <a:ext cx="12040" cy="28539"/>
          </a:xfrm>
          <a:custGeom>
            <a:avLst/>
            <a:gdLst/>
            <a:ahLst/>
            <a:cxnLst/>
            <a:rect l="l" t="t" r="r" b="b"/>
            <a:pathLst>
              <a:path w="12040" h="28539">
                <a:moveTo>
                  <a:pt x="0" y="4015"/>
                </a:moveTo>
                <a:lnTo>
                  <a:pt x="0" y="28539"/>
                </a:lnTo>
                <a:lnTo>
                  <a:pt x="8027" y="28539"/>
                </a:lnTo>
                <a:lnTo>
                  <a:pt x="8027" y="16277"/>
                </a:lnTo>
                <a:lnTo>
                  <a:pt x="12040" y="4015"/>
                </a:lnTo>
                <a:lnTo>
                  <a:pt x="0" y="0"/>
                </a:lnTo>
                <a:lnTo>
                  <a:pt x="0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185755" y="1748175"/>
            <a:ext cx="12030" cy="24524"/>
          </a:xfrm>
          <a:custGeom>
            <a:avLst/>
            <a:gdLst/>
            <a:ahLst/>
            <a:cxnLst/>
            <a:rect l="l" t="t" r="r" b="b"/>
            <a:pathLst>
              <a:path w="12030" h="24524">
                <a:moveTo>
                  <a:pt x="0" y="0"/>
                </a:moveTo>
                <a:lnTo>
                  <a:pt x="0" y="8138"/>
                </a:lnTo>
                <a:lnTo>
                  <a:pt x="8016" y="24524"/>
                </a:lnTo>
                <a:lnTo>
                  <a:pt x="12030" y="12262"/>
                </a:lnTo>
                <a:lnTo>
                  <a:pt x="1203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201798" y="1789086"/>
            <a:ext cx="28073" cy="73465"/>
          </a:xfrm>
          <a:custGeom>
            <a:avLst/>
            <a:gdLst/>
            <a:ahLst/>
            <a:cxnLst/>
            <a:rect l="l" t="t" r="r" b="b"/>
            <a:pathLst>
              <a:path w="28073" h="73465">
                <a:moveTo>
                  <a:pt x="20057" y="0"/>
                </a:moveTo>
                <a:lnTo>
                  <a:pt x="0" y="0"/>
                </a:lnTo>
                <a:lnTo>
                  <a:pt x="0" y="8138"/>
                </a:lnTo>
                <a:lnTo>
                  <a:pt x="8016" y="24416"/>
                </a:lnTo>
                <a:lnTo>
                  <a:pt x="12030" y="12153"/>
                </a:lnTo>
                <a:lnTo>
                  <a:pt x="12030" y="4015"/>
                </a:lnTo>
                <a:lnTo>
                  <a:pt x="12030" y="12153"/>
                </a:lnTo>
                <a:lnTo>
                  <a:pt x="8016" y="24416"/>
                </a:lnTo>
                <a:lnTo>
                  <a:pt x="4013" y="36678"/>
                </a:lnTo>
                <a:lnTo>
                  <a:pt x="4013" y="67931"/>
                </a:lnTo>
                <a:lnTo>
                  <a:pt x="9400" y="73465"/>
                </a:lnTo>
                <a:lnTo>
                  <a:pt x="16043" y="73465"/>
                </a:lnTo>
                <a:lnTo>
                  <a:pt x="16043" y="48940"/>
                </a:lnTo>
                <a:lnTo>
                  <a:pt x="4013" y="44925"/>
                </a:lnTo>
                <a:lnTo>
                  <a:pt x="16043" y="48940"/>
                </a:lnTo>
                <a:lnTo>
                  <a:pt x="20057" y="36678"/>
                </a:lnTo>
                <a:lnTo>
                  <a:pt x="20057" y="28539"/>
                </a:lnTo>
                <a:lnTo>
                  <a:pt x="20057" y="36678"/>
                </a:lnTo>
                <a:lnTo>
                  <a:pt x="22686" y="73465"/>
                </a:lnTo>
                <a:lnTo>
                  <a:pt x="28073" y="67931"/>
                </a:lnTo>
                <a:lnTo>
                  <a:pt x="28073" y="24416"/>
                </a:lnTo>
                <a:lnTo>
                  <a:pt x="20057" y="24416"/>
                </a:lnTo>
                <a:lnTo>
                  <a:pt x="2005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310080" y="2181046"/>
            <a:ext cx="8027" cy="25509"/>
          </a:xfrm>
          <a:custGeom>
            <a:avLst/>
            <a:gdLst/>
            <a:ahLst/>
            <a:cxnLst/>
            <a:rect l="l" t="t" r="r" b="b"/>
            <a:pathLst>
              <a:path w="8027" h="25509">
                <a:moveTo>
                  <a:pt x="8027" y="25509"/>
                </a:moveTo>
                <a:lnTo>
                  <a:pt x="8027" y="20509"/>
                </a:lnTo>
                <a:lnTo>
                  <a:pt x="0" y="0"/>
                </a:lnTo>
                <a:lnTo>
                  <a:pt x="0" y="17362"/>
                </a:lnTo>
                <a:lnTo>
                  <a:pt x="8027" y="2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302063" y="2136121"/>
            <a:ext cx="24060" cy="32771"/>
          </a:xfrm>
          <a:custGeom>
            <a:avLst/>
            <a:gdLst/>
            <a:ahLst/>
            <a:cxnLst/>
            <a:rect l="l" t="t" r="r" b="b"/>
            <a:pathLst>
              <a:path w="24060" h="32771">
                <a:moveTo>
                  <a:pt x="12030" y="12262"/>
                </a:moveTo>
                <a:lnTo>
                  <a:pt x="0" y="8247"/>
                </a:lnTo>
                <a:lnTo>
                  <a:pt x="0" y="12262"/>
                </a:lnTo>
                <a:lnTo>
                  <a:pt x="8016" y="32771"/>
                </a:lnTo>
                <a:lnTo>
                  <a:pt x="12030" y="20509"/>
                </a:lnTo>
                <a:lnTo>
                  <a:pt x="24060" y="20509"/>
                </a:lnTo>
                <a:lnTo>
                  <a:pt x="16043" y="0"/>
                </a:lnTo>
                <a:lnTo>
                  <a:pt x="1203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330620" y="2156630"/>
            <a:ext cx="11547" cy="65326"/>
          </a:xfrm>
          <a:custGeom>
            <a:avLst/>
            <a:gdLst/>
            <a:ahLst/>
            <a:cxnLst/>
            <a:rect l="l" t="t" r="r" b="b"/>
            <a:pathLst>
              <a:path w="11547" h="65326">
                <a:moveTo>
                  <a:pt x="11547" y="39825"/>
                </a:moveTo>
                <a:lnTo>
                  <a:pt x="3530" y="31689"/>
                </a:lnTo>
                <a:lnTo>
                  <a:pt x="3530" y="36678"/>
                </a:lnTo>
                <a:lnTo>
                  <a:pt x="3530" y="0"/>
                </a:lnTo>
                <a:lnTo>
                  <a:pt x="0" y="28105"/>
                </a:lnTo>
                <a:lnTo>
                  <a:pt x="6159" y="65326"/>
                </a:lnTo>
                <a:lnTo>
                  <a:pt x="11547" y="59792"/>
                </a:lnTo>
                <a:lnTo>
                  <a:pt x="11547" y="398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294047" y="2116705"/>
            <a:ext cx="8016" cy="31678"/>
          </a:xfrm>
          <a:custGeom>
            <a:avLst/>
            <a:gdLst/>
            <a:ahLst/>
            <a:cxnLst/>
            <a:rect l="l" t="t" r="r" b="b"/>
            <a:pathLst>
              <a:path w="8016" h="31678">
                <a:moveTo>
                  <a:pt x="8016" y="31678"/>
                </a:moveTo>
                <a:lnTo>
                  <a:pt x="3519" y="3572"/>
                </a:lnTo>
                <a:lnTo>
                  <a:pt x="0" y="0"/>
                </a:lnTo>
                <a:lnTo>
                  <a:pt x="0" y="31678"/>
                </a:lnTo>
                <a:lnTo>
                  <a:pt x="8016" y="316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321627" y="2181047"/>
            <a:ext cx="1867" cy="40910"/>
          </a:xfrm>
          <a:custGeom>
            <a:avLst/>
            <a:gdLst/>
            <a:ahLst/>
            <a:cxnLst/>
            <a:rect l="l" t="t" r="r" b="b"/>
            <a:pathLst>
              <a:path w="1867" h="40910">
                <a:moveTo>
                  <a:pt x="0" y="29082"/>
                </a:moveTo>
                <a:lnTo>
                  <a:pt x="1867" y="40910"/>
                </a:lnTo>
                <a:lnTo>
                  <a:pt x="493" y="0"/>
                </a:lnTo>
                <a:lnTo>
                  <a:pt x="0" y="29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253932" y="1985066"/>
            <a:ext cx="28073" cy="81712"/>
          </a:xfrm>
          <a:custGeom>
            <a:avLst/>
            <a:gdLst/>
            <a:ahLst/>
            <a:cxnLst/>
            <a:rect l="l" t="t" r="r" b="b"/>
            <a:pathLst>
              <a:path w="28073" h="81712">
                <a:moveTo>
                  <a:pt x="24070" y="81712"/>
                </a:moveTo>
                <a:lnTo>
                  <a:pt x="24070" y="69450"/>
                </a:lnTo>
                <a:lnTo>
                  <a:pt x="28073" y="57188"/>
                </a:lnTo>
                <a:lnTo>
                  <a:pt x="20057" y="32663"/>
                </a:lnTo>
                <a:lnTo>
                  <a:pt x="16043" y="44925"/>
                </a:lnTo>
                <a:lnTo>
                  <a:pt x="16043" y="53064"/>
                </a:lnTo>
                <a:lnTo>
                  <a:pt x="16043" y="44925"/>
                </a:lnTo>
                <a:lnTo>
                  <a:pt x="20057" y="32663"/>
                </a:lnTo>
                <a:lnTo>
                  <a:pt x="8027" y="20401"/>
                </a:lnTo>
                <a:lnTo>
                  <a:pt x="0" y="0"/>
                </a:lnTo>
                <a:lnTo>
                  <a:pt x="0" y="32663"/>
                </a:lnTo>
                <a:lnTo>
                  <a:pt x="8027" y="32663"/>
                </a:lnTo>
                <a:lnTo>
                  <a:pt x="8027" y="28539"/>
                </a:lnTo>
                <a:lnTo>
                  <a:pt x="8027" y="57188"/>
                </a:lnTo>
                <a:lnTo>
                  <a:pt x="16043" y="57188"/>
                </a:lnTo>
                <a:lnTo>
                  <a:pt x="16043" y="81712"/>
                </a:lnTo>
                <a:lnTo>
                  <a:pt x="24070" y="81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265962" y="1985066"/>
            <a:ext cx="12040" cy="8138"/>
          </a:xfrm>
          <a:custGeom>
            <a:avLst/>
            <a:gdLst/>
            <a:ahLst/>
            <a:cxnLst/>
            <a:rect l="l" t="t" r="r" b="b"/>
            <a:pathLst>
              <a:path w="12040" h="8138">
                <a:moveTo>
                  <a:pt x="0" y="0"/>
                </a:moveTo>
                <a:lnTo>
                  <a:pt x="0" y="8138"/>
                </a:lnTo>
                <a:lnTo>
                  <a:pt x="12040" y="813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217842" y="1846165"/>
            <a:ext cx="24060" cy="89851"/>
          </a:xfrm>
          <a:custGeom>
            <a:avLst/>
            <a:gdLst/>
            <a:ahLst/>
            <a:cxnLst/>
            <a:rect l="l" t="t" r="r" b="b"/>
            <a:pathLst>
              <a:path w="24060" h="89851">
                <a:moveTo>
                  <a:pt x="20046" y="89851"/>
                </a:moveTo>
                <a:lnTo>
                  <a:pt x="20046" y="77589"/>
                </a:lnTo>
                <a:lnTo>
                  <a:pt x="24060" y="65435"/>
                </a:lnTo>
                <a:lnTo>
                  <a:pt x="16043" y="40910"/>
                </a:lnTo>
                <a:lnTo>
                  <a:pt x="4013" y="36786"/>
                </a:lnTo>
                <a:lnTo>
                  <a:pt x="16043" y="40910"/>
                </a:lnTo>
                <a:lnTo>
                  <a:pt x="8016" y="16385"/>
                </a:lnTo>
                <a:lnTo>
                  <a:pt x="12030" y="12262"/>
                </a:lnTo>
                <a:lnTo>
                  <a:pt x="12030" y="4123"/>
                </a:lnTo>
                <a:lnTo>
                  <a:pt x="12030" y="12262"/>
                </a:lnTo>
                <a:lnTo>
                  <a:pt x="20046" y="16385"/>
                </a:lnTo>
                <a:lnTo>
                  <a:pt x="20046" y="0"/>
                </a:lnTo>
                <a:lnTo>
                  <a:pt x="0" y="0"/>
                </a:lnTo>
                <a:lnTo>
                  <a:pt x="8016" y="24524"/>
                </a:lnTo>
                <a:lnTo>
                  <a:pt x="4013" y="28648"/>
                </a:lnTo>
                <a:lnTo>
                  <a:pt x="4013" y="40910"/>
                </a:lnTo>
                <a:lnTo>
                  <a:pt x="12030" y="53172"/>
                </a:lnTo>
                <a:lnTo>
                  <a:pt x="12030" y="61311"/>
                </a:lnTo>
                <a:lnTo>
                  <a:pt x="12030" y="53172"/>
                </a:lnTo>
                <a:lnTo>
                  <a:pt x="4013" y="40910"/>
                </a:lnTo>
                <a:lnTo>
                  <a:pt x="4013" y="65435"/>
                </a:lnTo>
                <a:lnTo>
                  <a:pt x="12030" y="65435"/>
                </a:lnTo>
                <a:lnTo>
                  <a:pt x="12030" y="89851"/>
                </a:lnTo>
                <a:lnTo>
                  <a:pt x="20046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205812" y="1838027"/>
            <a:ext cx="24060" cy="49049"/>
          </a:xfrm>
          <a:custGeom>
            <a:avLst/>
            <a:gdLst/>
            <a:ahLst/>
            <a:cxnLst/>
            <a:rect l="l" t="t" r="r" b="b"/>
            <a:pathLst>
              <a:path w="24060" h="49049">
                <a:moveTo>
                  <a:pt x="12030" y="0"/>
                </a:moveTo>
                <a:lnTo>
                  <a:pt x="5387" y="0"/>
                </a:lnTo>
                <a:lnTo>
                  <a:pt x="0" y="5534"/>
                </a:lnTo>
                <a:lnTo>
                  <a:pt x="0" y="32663"/>
                </a:lnTo>
                <a:lnTo>
                  <a:pt x="8016" y="32663"/>
                </a:lnTo>
                <a:lnTo>
                  <a:pt x="8016" y="49049"/>
                </a:lnTo>
                <a:lnTo>
                  <a:pt x="16043" y="49049"/>
                </a:lnTo>
                <a:lnTo>
                  <a:pt x="16043" y="36786"/>
                </a:lnTo>
                <a:lnTo>
                  <a:pt x="20046" y="32663"/>
                </a:lnTo>
                <a:lnTo>
                  <a:pt x="12030" y="8138"/>
                </a:lnTo>
                <a:lnTo>
                  <a:pt x="24060" y="8138"/>
                </a:lnTo>
                <a:lnTo>
                  <a:pt x="24060" y="5534"/>
                </a:lnTo>
                <a:lnTo>
                  <a:pt x="18672" y="0"/>
                </a:lnTo>
                <a:lnTo>
                  <a:pt x="12030" y="0"/>
                </a:lnTo>
                <a:lnTo>
                  <a:pt x="8016" y="20401"/>
                </a:lnTo>
                <a:lnTo>
                  <a:pt x="8016" y="28648"/>
                </a:lnTo>
                <a:lnTo>
                  <a:pt x="8016" y="20401"/>
                </a:lnTo>
                <a:lnTo>
                  <a:pt x="1203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225858" y="1858428"/>
            <a:ext cx="12030" cy="28648"/>
          </a:xfrm>
          <a:custGeom>
            <a:avLst/>
            <a:gdLst/>
            <a:ahLst/>
            <a:cxnLst/>
            <a:rect l="l" t="t" r="r" b="b"/>
            <a:pathLst>
              <a:path w="12030" h="28648">
                <a:moveTo>
                  <a:pt x="0" y="4123"/>
                </a:moveTo>
                <a:lnTo>
                  <a:pt x="8027" y="28648"/>
                </a:lnTo>
                <a:lnTo>
                  <a:pt x="12030" y="16385"/>
                </a:lnTo>
                <a:lnTo>
                  <a:pt x="12030" y="4123"/>
                </a:lnTo>
                <a:lnTo>
                  <a:pt x="4013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245916" y="1887076"/>
            <a:ext cx="8016" cy="24524"/>
          </a:xfrm>
          <a:custGeom>
            <a:avLst/>
            <a:gdLst/>
            <a:ahLst/>
            <a:cxnLst/>
            <a:rect l="l" t="t" r="r" b="b"/>
            <a:pathLst>
              <a:path w="8016" h="24524">
                <a:moveTo>
                  <a:pt x="8016" y="20401"/>
                </a:move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lnTo>
                  <a:pt x="8016" y="24524"/>
                </a:lnTo>
                <a:lnTo>
                  <a:pt x="0" y="4015"/>
                </a:lnTo>
                <a:lnTo>
                  <a:pt x="8016" y="24524"/>
                </a:lnTo>
                <a:lnTo>
                  <a:pt x="8016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249929" y="1936017"/>
            <a:ext cx="36090" cy="106237"/>
          </a:xfrm>
          <a:custGeom>
            <a:avLst/>
            <a:gdLst/>
            <a:ahLst/>
            <a:cxnLst/>
            <a:rect l="l" t="t" r="r" b="b"/>
            <a:pathLst>
              <a:path w="36090" h="106237">
                <a:moveTo>
                  <a:pt x="16032" y="57188"/>
                </a:moveTo>
                <a:lnTo>
                  <a:pt x="28073" y="69450"/>
                </a:lnTo>
                <a:lnTo>
                  <a:pt x="28073" y="61311"/>
                </a:lnTo>
                <a:lnTo>
                  <a:pt x="28073" y="69450"/>
                </a:lnTo>
                <a:lnTo>
                  <a:pt x="16032" y="57188"/>
                </a:lnTo>
                <a:lnTo>
                  <a:pt x="16032" y="49049"/>
                </a:lnTo>
                <a:lnTo>
                  <a:pt x="4002" y="44925"/>
                </a:lnTo>
                <a:lnTo>
                  <a:pt x="16032" y="49049"/>
                </a:lnTo>
                <a:lnTo>
                  <a:pt x="20046" y="36786"/>
                </a:lnTo>
                <a:lnTo>
                  <a:pt x="20046" y="28648"/>
                </a:lnTo>
                <a:lnTo>
                  <a:pt x="20046" y="36786"/>
                </a:lnTo>
                <a:lnTo>
                  <a:pt x="16032" y="49049"/>
                </a:lnTo>
                <a:lnTo>
                  <a:pt x="28073" y="57187"/>
                </a:lnTo>
                <a:lnTo>
                  <a:pt x="28073" y="24524"/>
                </a:lnTo>
                <a:lnTo>
                  <a:pt x="20046" y="24524"/>
                </a:lnTo>
                <a:lnTo>
                  <a:pt x="12030" y="12262"/>
                </a:lnTo>
                <a:lnTo>
                  <a:pt x="0" y="0"/>
                </a:lnTo>
                <a:lnTo>
                  <a:pt x="8016" y="24524"/>
                </a:lnTo>
                <a:lnTo>
                  <a:pt x="4002" y="36786"/>
                </a:lnTo>
                <a:lnTo>
                  <a:pt x="4002" y="49049"/>
                </a:lnTo>
                <a:lnTo>
                  <a:pt x="12030" y="69450"/>
                </a:lnTo>
                <a:lnTo>
                  <a:pt x="24060" y="81712"/>
                </a:lnTo>
                <a:lnTo>
                  <a:pt x="32076" y="106237"/>
                </a:lnTo>
                <a:lnTo>
                  <a:pt x="36090" y="93975"/>
                </a:lnTo>
                <a:lnTo>
                  <a:pt x="36090" y="57188"/>
                </a:lnTo>
                <a:lnTo>
                  <a:pt x="16032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249929" y="1923755"/>
            <a:ext cx="20046" cy="36786"/>
          </a:xfrm>
          <a:custGeom>
            <a:avLst/>
            <a:gdLst/>
            <a:ahLst/>
            <a:cxnLst/>
            <a:rect l="l" t="t" r="r" b="b"/>
            <a:pathLst>
              <a:path w="20046" h="36786">
                <a:moveTo>
                  <a:pt x="20046" y="12262"/>
                </a:moveTo>
                <a:lnTo>
                  <a:pt x="12030" y="12262"/>
                </a:lnTo>
                <a:lnTo>
                  <a:pt x="12030" y="16385"/>
                </a:lnTo>
                <a:lnTo>
                  <a:pt x="12030" y="12262"/>
                </a:lnTo>
                <a:lnTo>
                  <a:pt x="4002" y="0"/>
                </a:lnTo>
                <a:lnTo>
                  <a:pt x="0" y="12262"/>
                </a:lnTo>
                <a:lnTo>
                  <a:pt x="12030" y="24524"/>
                </a:lnTo>
                <a:lnTo>
                  <a:pt x="20046" y="36786"/>
                </a:lnTo>
                <a:lnTo>
                  <a:pt x="20046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233886" y="1862551"/>
            <a:ext cx="28073" cy="122514"/>
          </a:xfrm>
          <a:custGeom>
            <a:avLst/>
            <a:gdLst/>
            <a:ahLst/>
            <a:cxnLst/>
            <a:rect l="l" t="t" r="r" b="b"/>
            <a:pathLst>
              <a:path w="28073" h="122514">
                <a:moveTo>
                  <a:pt x="4002" y="77589"/>
                </a:moveTo>
                <a:lnTo>
                  <a:pt x="4002" y="97990"/>
                </a:lnTo>
                <a:lnTo>
                  <a:pt x="12030" y="97990"/>
                </a:lnTo>
                <a:lnTo>
                  <a:pt x="12030" y="122514"/>
                </a:lnTo>
                <a:lnTo>
                  <a:pt x="20046" y="122514"/>
                </a:lnTo>
                <a:lnTo>
                  <a:pt x="20046" y="110252"/>
                </a:lnTo>
                <a:lnTo>
                  <a:pt x="24060" y="97990"/>
                </a:lnTo>
                <a:lnTo>
                  <a:pt x="16043" y="73465"/>
                </a:lnTo>
                <a:lnTo>
                  <a:pt x="4002" y="69450"/>
                </a:lnTo>
                <a:lnTo>
                  <a:pt x="16043" y="73465"/>
                </a:lnTo>
                <a:lnTo>
                  <a:pt x="20046" y="61203"/>
                </a:lnTo>
                <a:lnTo>
                  <a:pt x="28073" y="73465"/>
                </a:lnTo>
                <a:lnTo>
                  <a:pt x="28073" y="49049"/>
                </a:lnTo>
                <a:lnTo>
                  <a:pt x="20046" y="49049"/>
                </a:lnTo>
                <a:lnTo>
                  <a:pt x="20046" y="53064"/>
                </a:lnTo>
                <a:lnTo>
                  <a:pt x="20046" y="49049"/>
                </a:lnTo>
                <a:lnTo>
                  <a:pt x="12030" y="36786"/>
                </a:lnTo>
                <a:lnTo>
                  <a:pt x="12030" y="24524"/>
                </a:lnTo>
                <a:lnTo>
                  <a:pt x="4002" y="4123"/>
                </a:lnTo>
                <a:lnTo>
                  <a:pt x="12030" y="24524"/>
                </a:lnTo>
                <a:lnTo>
                  <a:pt x="12030" y="0"/>
                </a:lnTo>
                <a:lnTo>
                  <a:pt x="4002" y="0"/>
                </a:lnTo>
                <a:lnTo>
                  <a:pt x="4002" y="12262"/>
                </a:lnTo>
                <a:lnTo>
                  <a:pt x="0" y="24524"/>
                </a:lnTo>
                <a:lnTo>
                  <a:pt x="8016" y="49049"/>
                </a:lnTo>
                <a:lnTo>
                  <a:pt x="4002" y="61203"/>
                </a:lnTo>
                <a:lnTo>
                  <a:pt x="4002" y="73465"/>
                </a:lnTo>
                <a:lnTo>
                  <a:pt x="12030" y="85727"/>
                </a:lnTo>
                <a:lnTo>
                  <a:pt x="12030" y="93975"/>
                </a:lnTo>
                <a:lnTo>
                  <a:pt x="12030" y="85727"/>
                </a:lnTo>
                <a:lnTo>
                  <a:pt x="4002" y="73465"/>
                </a:lnTo>
                <a:lnTo>
                  <a:pt x="4002" y="775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278003" y="2017730"/>
            <a:ext cx="24060" cy="93975"/>
          </a:xfrm>
          <a:custGeom>
            <a:avLst/>
            <a:gdLst/>
            <a:ahLst/>
            <a:cxnLst/>
            <a:rect l="l" t="t" r="r" b="b"/>
            <a:pathLst>
              <a:path w="24060" h="93975">
                <a:moveTo>
                  <a:pt x="16043" y="36786"/>
                </a:moveTo>
                <a:lnTo>
                  <a:pt x="24060" y="49049"/>
                </a:lnTo>
                <a:lnTo>
                  <a:pt x="24060" y="24524"/>
                </a:lnTo>
                <a:lnTo>
                  <a:pt x="16043" y="24524"/>
                </a:lnTo>
                <a:lnTo>
                  <a:pt x="8016" y="4123"/>
                </a:lnTo>
                <a:lnTo>
                  <a:pt x="16043" y="24524"/>
                </a:lnTo>
                <a:lnTo>
                  <a:pt x="16043" y="0"/>
                </a:lnTo>
                <a:lnTo>
                  <a:pt x="8016" y="0"/>
                </a:lnTo>
                <a:lnTo>
                  <a:pt x="8016" y="12262"/>
                </a:lnTo>
                <a:lnTo>
                  <a:pt x="4002" y="24524"/>
                </a:lnTo>
                <a:lnTo>
                  <a:pt x="0" y="36786"/>
                </a:lnTo>
                <a:lnTo>
                  <a:pt x="0" y="49049"/>
                </a:lnTo>
                <a:lnTo>
                  <a:pt x="8016" y="61311"/>
                </a:lnTo>
                <a:lnTo>
                  <a:pt x="8016" y="69450"/>
                </a:lnTo>
                <a:lnTo>
                  <a:pt x="8016" y="61311"/>
                </a:lnTo>
                <a:lnTo>
                  <a:pt x="0" y="49049"/>
                </a:lnTo>
                <a:lnTo>
                  <a:pt x="0" y="73465"/>
                </a:lnTo>
                <a:lnTo>
                  <a:pt x="8016" y="73465"/>
                </a:lnTo>
                <a:lnTo>
                  <a:pt x="16043" y="93975"/>
                </a:lnTo>
                <a:lnTo>
                  <a:pt x="20046" y="73465"/>
                </a:lnTo>
                <a:lnTo>
                  <a:pt x="12030" y="49049"/>
                </a:lnTo>
                <a:lnTo>
                  <a:pt x="0" y="44925"/>
                </a:lnTo>
                <a:lnTo>
                  <a:pt x="12030" y="49049"/>
                </a:lnTo>
                <a:lnTo>
                  <a:pt x="16043" y="36786"/>
                </a:lnTo>
                <a:lnTo>
                  <a:pt x="16043" y="28539"/>
                </a:lnTo>
                <a:lnTo>
                  <a:pt x="16043" y="367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286020" y="2054517"/>
            <a:ext cx="40103" cy="102113"/>
          </a:xfrm>
          <a:custGeom>
            <a:avLst/>
            <a:gdLst/>
            <a:ahLst/>
            <a:cxnLst/>
            <a:rect l="l" t="t" r="r" b="b"/>
            <a:pathLst>
              <a:path w="40103" h="102113">
                <a:moveTo>
                  <a:pt x="32087" y="81604"/>
                </a:moveTo>
                <a:lnTo>
                  <a:pt x="40103" y="102113"/>
                </a:lnTo>
                <a:lnTo>
                  <a:pt x="40103" y="69450"/>
                </a:lnTo>
                <a:lnTo>
                  <a:pt x="20057" y="69450"/>
                </a:lnTo>
                <a:lnTo>
                  <a:pt x="16043" y="81604"/>
                </a:lnTo>
                <a:lnTo>
                  <a:pt x="16043" y="12262"/>
                </a:lnTo>
                <a:lnTo>
                  <a:pt x="8027" y="0"/>
                </a:lnTo>
                <a:lnTo>
                  <a:pt x="4013" y="12262"/>
                </a:lnTo>
                <a:lnTo>
                  <a:pt x="12030" y="36678"/>
                </a:lnTo>
                <a:lnTo>
                  <a:pt x="8027" y="57188"/>
                </a:lnTo>
                <a:lnTo>
                  <a:pt x="0" y="36678"/>
                </a:lnTo>
                <a:lnTo>
                  <a:pt x="0" y="54041"/>
                </a:lnTo>
                <a:lnTo>
                  <a:pt x="8027" y="62188"/>
                </a:lnTo>
                <a:lnTo>
                  <a:pt x="11547" y="65760"/>
                </a:lnTo>
                <a:lnTo>
                  <a:pt x="16043" y="93866"/>
                </a:lnTo>
                <a:lnTo>
                  <a:pt x="16043" y="89851"/>
                </a:lnTo>
                <a:lnTo>
                  <a:pt x="28073" y="93866"/>
                </a:lnTo>
                <a:lnTo>
                  <a:pt x="32087" y="81604"/>
                </a:lnTo>
                <a:lnTo>
                  <a:pt x="32087" y="73465"/>
                </a:lnTo>
                <a:lnTo>
                  <a:pt x="32087" y="81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302063" y="2066779"/>
            <a:ext cx="16043" cy="69341"/>
          </a:xfrm>
          <a:custGeom>
            <a:avLst/>
            <a:gdLst/>
            <a:ahLst/>
            <a:cxnLst/>
            <a:rect l="l" t="t" r="r" b="b"/>
            <a:pathLst>
              <a:path w="16043" h="69341">
                <a:moveTo>
                  <a:pt x="0" y="69341"/>
                </a:moveTo>
                <a:lnTo>
                  <a:pt x="4013" y="57188"/>
                </a:lnTo>
                <a:lnTo>
                  <a:pt x="0" y="4015"/>
                </a:lnTo>
                <a:lnTo>
                  <a:pt x="4013" y="57188"/>
                </a:lnTo>
                <a:lnTo>
                  <a:pt x="16043" y="57188"/>
                </a:lnTo>
                <a:lnTo>
                  <a:pt x="16043" y="39825"/>
                </a:lnTo>
                <a:lnTo>
                  <a:pt x="8016" y="31678"/>
                </a:lnTo>
                <a:lnTo>
                  <a:pt x="8016" y="0"/>
                </a:lnTo>
                <a:lnTo>
                  <a:pt x="0" y="0"/>
                </a:lnTo>
                <a:lnTo>
                  <a:pt x="4496" y="28105"/>
                </a:lnTo>
                <a:lnTo>
                  <a:pt x="8016" y="36678"/>
                </a:lnTo>
                <a:lnTo>
                  <a:pt x="4496" y="28105"/>
                </a:lnTo>
                <a:lnTo>
                  <a:pt x="0" y="0"/>
                </a:lnTo>
                <a:lnTo>
                  <a:pt x="0" y="693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302063" y="2148383"/>
            <a:ext cx="34716" cy="73573"/>
          </a:xfrm>
          <a:custGeom>
            <a:avLst/>
            <a:gdLst/>
            <a:ahLst/>
            <a:cxnLst/>
            <a:rect l="l" t="t" r="r" b="b"/>
            <a:pathLst>
              <a:path w="34716" h="73573">
                <a:moveTo>
                  <a:pt x="20057" y="32663"/>
                </a:moveTo>
                <a:lnTo>
                  <a:pt x="21430" y="73573"/>
                </a:lnTo>
                <a:lnTo>
                  <a:pt x="34716" y="73573"/>
                </a:lnTo>
                <a:lnTo>
                  <a:pt x="28556" y="36352"/>
                </a:lnTo>
                <a:lnTo>
                  <a:pt x="32087" y="8247"/>
                </a:lnTo>
                <a:lnTo>
                  <a:pt x="12030" y="8247"/>
                </a:lnTo>
                <a:lnTo>
                  <a:pt x="8016" y="20509"/>
                </a:lnTo>
                <a:lnTo>
                  <a:pt x="0" y="0"/>
                </a:lnTo>
                <a:lnTo>
                  <a:pt x="0" y="32663"/>
                </a:lnTo>
                <a:lnTo>
                  <a:pt x="8016" y="32663"/>
                </a:lnTo>
                <a:lnTo>
                  <a:pt x="16043" y="53172"/>
                </a:lnTo>
                <a:lnTo>
                  <a:pt x="16043" y="68039"/>
                </a:lnTo>
                <a:lnTo>
                  <a:pt x="21430" y="73573"/>
                </a:lnTo>
                <a:lnTo>
                  <a:pt x="19563" y="61745"/>
                </a:lnTo>
                <a:lnTo>
                  <a:pt x="20057" y="32663"/>
                </a:lnTo>
                <a:lnTo>
                  <a:pt x="8016" y="28648"/>
                </a:lnTo>
                <a:lnTo>
                  <a:pt x="20057" y="32663"/>
                </a:lnTo>
                <a:lnTo>
                  <a:pt x="24060" y="20509"/>
                </a:lnTo>
                <a:lnTo>
                  <a:pt x="24060" y="12262"/>
                </a:lnTo>
                <a:lnTo>
                  <a:pt x="24060" y="20509"/>
                </a:lnTo>
                <a:lnTo>
                  <a:pt x="20057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350194" y="2295423"/>
            <a:ext cx="24060" cy="53064"/>
          </a:xfrm>
          <a:custGeom>
            <a:avLst/>
            <a:gdLst/>
            <a:ahLst/>
            <a:cxnLst/>
            <a:rect l="l" t="t" r="r" b="b"/>
            <a:pathLst>
              <a:path w="24060" h="53064">
                <a:moveTo>
                  <a:pt x="12030" y="24524"/>
                </a:moveTo>
                <a:lnTo>
                  <a:pt x="0" y="24524"/>
                </a:lnTo>
                <a:lnTo>
                  <a:pt x="8016" y="53064"/>
                </a:lnTo>
                <a:lnTo>
                  <a:pt x="12030" y="40910"/>
                </a:lnTo>
                <a:lnTo>
                  <a:pt x="24060" y="40910"/>
                </a:lnTo>
                <a:lnTo>
                  <a:pt x="16043" y="12262"/>
                </a:lnTo>
                <a:lnTo>
                  <a:pt x="4002" y="0"/>
                </a:lnTo>
                <a:lnTo>
                  <a:pt x="12030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337671" y="2225972"/>
            <a:ext cx="4496" cy="69450"/>
          </a:xfrm>
          <a:custGeom>
            <a:avLst/>
            <a:gdLst/>
            <a:ahLst/>
            <a:cxnLst/>
            <a:rect l="l" t="t" r="r" b="b"/>
            <a:pathLst>
              <a:path w="4496" h="69450">
                <a:moveTo>
                  <a:pt x="4496" y="69450"/>
                </a:moveTo>
                <a:lnTo>
                  <a:pt x="4496" y="0"/>
                </a:lnTo>
                <a:lnTo>
                  <a:pt x="482" y="12262"/>
                </a:lnTo>
                <a:lnTo>
                  <a:pt x="0" y="41344"/>
                </a:lnTo>
                <a:lnTo>
                  <a:pt x="4496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358211" y="2360749"/>
            <a:ext cx="8027" cy="25509"/>
          </a:xfrm>
          <a:custGeom>
            <a:avLst/>
            <a:gdLst/>
            <a:ahLst/>
            <a:cxnLst/>
            <a:rect l="l" t="t" r="r" b="b"/>
            <a:pathLst>
              <a:path w="8027" h="25509">
                <a:moveTo>
                  <a:pt x="8027" y="25509"/>
                </a:moveTo>
                <a:lnTo>
                  <a:pt x="8027" y="20509"/>
                </a:lnTo>
                <a:lnTo>
                  <a:pt x="0" y="0"/>
                </a:lnTo>
                <a:lnTo>
                  <a:pt x="0" y="17362"/>
                </a:lnTo>
                <a:lnTo>
                  <a:pt x="8027" y="2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374254" y="2336333"/>
            <a:ext cx="16043" cy="81604"/>
          </a:xfrm>
          <a:custGeom>
            <a:avLst/>
            <a:gdLst/>
            <a:ahLst/>
            <a:cxnLst/>
            <a:rect l="l" t="t" r="r" b="b"/>
            <a:pathLst>
              <a:path w="16043" h="81604">
                <a:moveTo>
                  <a:pt x="16043" y="53064"/>
                </a:moveTo>
                <a:lnTo>
                  <a:pt x="16043" y="39825"/>
                </a:lnTo>
                <a:lnTo>
                  <a:pt x="8016" y="31602"/>
                </a:lnTo>
                <a:lnTo>
                  <a:pt x="8016" y="0"/>
                </a:lnTo>
                <a:lnTo>
                  <a:pt x="0" y="0"/>
                </a:lnTo>
                <a:lnTo>
                  <a:pt x="4496" y="27997"/>
                </a:lnTo>
                <a:lnTo>
                  <a:pt x="4013" y="57079"/>
                </a:lnTo>
                <a:lnTo>
                  <a:pt x="0" y="69341"/>
                </a:lnTo>
                <a:lnTo>
                  <a:pt x="12030" y="81604"/>
                </a:lnTo>
                <a:lnTo>
                  <a:pt x="16043" y="69341"/>
                </a:lnTo>
                <a:lnTo>
                  <a:pt x="16043" y="57079"/>
                </a:lnTo>
                <a:lnTo>
                  <a:pt x="8016" y="36678"/>
                </a:lnTo>
                <a:lnTo>
                  <a:pt x="16043" y="57079"/>
                </a:lnTo>
                <a:lnTo>
                  <a:pt x="16043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369758" y="2348487"/>
            <a:ext cx="4496" cy="69450"/>
          </a:xfrm>
          <a:custGeom>
            <a:avLst/>
            <a:gdLst/>
            <a:ahLst/>
            <a:cxnLst/>
            <a:rect l="l" t="t" r="r" b="b"/>
            <a:pathLst>
              <a:path w="4496" h="69450">
                <a:moveTo>
                  <a:pt x="4496" y="69450"/>
                </a:moveTo>
                <a:lnTo>
                  <a:pt x="4496" y="0"/>
                </a:lnTo>
                <a:lnTo>
                  <a:pt x="482" y="12262"/>
                </a:lnTo>
                <a:lnTo>
                  <a:pt x="0" y="41344"/>
                </a:lnTo>
                <a:lnTo>
                  <a:pt x="4496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390298" y="2426076"/>
            <a:ext cx="24060" cy="155286"/>
          </a:xfrm>
          <a:custGeom>
            <a:avLst/>
            <a:gdLst/>
            <a:ahLst/>
            <a:cxnLst/>
            <a:rect l="l" t="t" r="r" b="b"/>
            <a:pathLst>
              <a:path w="24060" h="155286">
                <a:moveTo>
                  <a:pt x="16043" y="20509"/>
                </a:moveTo>
                <a:lnTo>
                  <a:pt x="16043" y="0"/>
                </a:lnTo>
                <a:lnTo>
                  <a:pt x="8016" y="0"/>
                </a:lnTo>
                <a:lnTo>
                  <a:pt x="8016" y="12262"/>
                </a:lnTo>
                <a:lnTo>
                  <a:pt x="4013" y="24524"/>
                </a:lnTo>
                <a:lnTo>
                  <a:pt x="12030" y="49049"/>
                </a:lnTo>
                <a:lnTo>
                  <a:pt x="12030" y="57188"/>
                </a:lnTo>
                <a:lnTo>
                  <a:pt x="20046" y="81712"/>
                </a:lnTo>
                <a:lnTo>
                  <a:pt x="19563" y="127181"/>
                </a:lnTo>
                <a:lnTo>
                  <a:pt x="16043" y="118499"/>
                </a:lnTo>
                <a:lnTo>
                  <a:pt x="20046" y="81712"/>
                </a:lnTo>
                <a:lnTo>
                  <a:pt x="8016" y="69450"/>
                </a:lnTo>
                <a:lnTo>
                  <a:pt x="0" y="49049"/>
                </a:lnTo>
                <a:lnTo>
                  <a:pt x="0" y="81712"/>
                </a:lnTo>
                <a:lnTo>
                  <a:pt x="8016" y="81712"/>
                </a:lnTo>
                <a:lnTo>
                  <a:pt x="8016" y="77697"/>
                </a:lnTo>
                <a:lnTo>
                  <a:pt x="8016" y="115352"/>
                </a:lnTo>
                <a:lnTo>
                  <a:pt x="16043" y="123575"/>
                </a:lnTo>
                <a:lnTo>
                  <a:pt x="16043" y="155286"/>
                </a:lnTo>
                <a:lnTo>
                  <a:pt x="24060" y="155286"/>
                </a:lnTo>
                <a:lnTo>
                  <a:pt x="24060" y="57188"/>
                </a:lnTo>
                <a:lnTo>
                  <a:pt x="16043" y="28648"/>
                </a:lnTo>
                <a:lnTo>
                  <a:pt x="16043" y="36786"/>
                </a:lnTo>
                <a:lnTo>
                  <a:pt x="16043" y="24524"/>
                </a:lnTo>
                <a:lnTo>
                  <a:pt x="8016" y="4123"/>
                </a:lnTo>
                <a:lnTo>
                  <a:pt x="16043" y="24524"/>
                </a:lnTo>
                <a:lnTo>
                  <a:pt x="16043" y="20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386284" y="2426076"/>
            <a:ext cx="12030" cy="24524"/>
          </a:xfrm>
          <a:custGeom>
            <a:avLst/>
            <a:gdLst/>
            <a:ahLst/>
            <a:cxnLst/>
            <a:rect l="l" t="t" r="r" b="b"/>
            <a:pathLst>
              <a:path w="12030" h="24524">
                <a:moveTo>
                  <a:pt x="12030" y="12262"/>
                </a:moveTo>
                <a:lnTo>
                  <a:pt x="12030" y="0"/>
                </a:lnTo>
                <a:lnTo>
                  <a:pt x="0" y="0"/>
                </a:lnTo>
                <a:lnTo>
                  <a:pt x="8027" y="24524"/>
                </a:lnTo>
                <a:lnTo>
                  <a:pt x="1203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390298" y="2450601"/>
            <a:ext cx="20046" cy="57188"/>
          </a:xfrm>
          <a:custGeom>
            <a:avLst/>
            <a:gdLst/>
            <a:ahLst/>
            <a:cxnLst/>
            <a:rect l="l" t="t" r="r" b="b"/>
            <a:pathLst>
              <a:path w="20046" h="57188">
                <a:moveTo>
                  <a:pt x="20046" y="57188"/>
                </a:moveTo>
                <a:lnTo>
                  <a:pt x="12030" y="32663"/>
                </a:lnTo>
                <a:lnTo>
                  <a:pt x="12030" y="24524"/>
                </a:lnTo>
                <a:lnTo>
                  <a:pt x="0" y="20401"/>
                </a:lnTo>
                <a:lnTo>
                  <a:pt x="12030" y="24524"/>
                </a:lnTo>
                <a:lnTo>
                  <a:pt x="4013" y="0"/>
                </a:lnTo>
                <a:lnTo>
                  <a:pt x="0" y="12262"/>
                </a:lnTo>
                <a:lnTo>
                  <a:pt x="0" y="24524"/>
                </a:lnTo>
                <a:lnTo>
                  <a:pt x="8016" y="44925"/>
                </a:lnTo>
                <a:lnTo>
                  <a:pt x="20046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414358" y="2483264"/>
            <a:ext cx="19563" cy="159844"/>
          </a:xfrm>
          <a:custGeom>
            <a:avLst/>
            <a:gdLst/>
            <a:ahLst/>
            <a:cxnLst/>
            <a:rect l="l" t="t" r="r" b="b"/>
            <a:pathLst>
              <a:path w="19563" h="159844">
                <a:moveTo>
                  <a:pt x="16043" y="69450"/>
                </a:moveTo>
                <a:lnTo>
                  <a:pt x="16043" y="56211"/>
                </a:lnTo>
                <a:lnTo>
                  <a:pt x="8027" y="48075"/>
                </a:lnTo>
                <a:lnTo>
                  <a:pt x="4496" y="44491"/>
                </a:lnTo>
                <a:lnTo>
                  <a:pt x="4013" y="73573"/>
                </a:lnTo>
                <a:lnTo>
                  <a:pt x="12030" y="98098"/>
                </a:lnTo>
                <a:lnTo>
                  <a:pt x="11547" y="127181"/>
                </a:lnTo>
                <a:lnTo>
                  <a:pt x="8027" y="118499"/>
                </a:lnTo>
                <a:lnTo>
                  <a:pt x="12030" y="98098"/>
                </a:lnTo>
                <a:lnTo>
                  <a:pt x="0" y="85836"/>
                </a:lnTo>
                <a:lnTo>
                  <a:pt x="4013" y="73573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115352"/>
                </a:lnTo>
                <a:lnTo>
                  <a:pt x="8027" y="123575"/>
                </a:lnTo>
                <a:lnTo>
                  <a:pt x="8027" y="148016"/>
                </a:lnTo>
                <a:lnTo>
                  <a:pt x="19563" y="159844"/>
                </a:lnTo>
                <a:lnTo>
                  <a:pt x="16043" y="77589"/>
                </a:lnTo>
                <a:lnTo>
                  <a:pt x="16043" y="85836"/>
                </a:lnTo>
                <a:lnTo>
                  <a:pt x="16043" y="73573"/>
                </a:lnTo>
                <a:lnTo>
                  <a:pt x="8027" y="53172"/>
                </a:lnTo>
                <a:lnTo>
                  <a:pt x="16043" y="73573"/>
                </a:lnTo>
                <a:lnTo>
                  <a:pt x="16043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406342" y="2450601"/>
            <a:ext cx="8016" cy="32663"/>
          </a:xfrm>
          <a:custGeom>
            <a:avLst/>
            <a:gdLst/>
            <a:ahLst/>
            <a:cxnLst/>
            <a:rect l="l" t="t" r="r" b="b"/>
            <a:pathLst>
              <a:path w="8016" h="32663">
                <a:moveTo>
                  <a:pt x="0" y="12262"/>
                </a:moveTo>
                <a:lnTo>
                  <a:pt x="0" y="4123"/>
                </a:lnTo>
                <a:lnTo>
                  <a:pt x="8016" y="32663"/>
                </a:ln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414358" y="2483264"/>
            <a:ext cx="8027" cy="73573"/>
          </a:xfrm>
          <a:custGeom>
            <a:avLst/>
            <a:gdLst/>
            <a:ahLst/>
            <a:cxnLst/>
            <a:rect l="l" t="t" r="r" b="b"/>
            <a:pathLst>
              <a:path w="8027" h="73573">
                <a:moveTo>
                  <a:pt x="8027" y="0"/>
                </a:moveTo>
                <a:lnTo>
                  <a:pt x="0" y="0"/>
                </a:lnTo>
                <a:lnTo>
                  <a:pt x="4013" y="73573"/>
                </a:lnTo>
                <a:lnTo>
                  <a:pt x="4496" y="44491"/>
                </a:lnTo>
                <a:lnTo>
                  <a:pt x="8027" y="48075"/>
                </a:lnTo>
                <a:lnTo>
                  <a:pt x="80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430402" y="2556838"/>
            <a:ext cx="12523" cy="91045"/>
          </a:xfrm>
          <a:custGeom>
            <a:avLst/>
            <a:gdLst/>
            <a:ahLst/>
            <a:cxnLst/>
            <a:rect l="l" t="t" r="r" b="b"/>
            <a:pathLst>
              <a:path w="12523" h="91045">
                <a:moveTo>
                  <a:pt x="0" y="12262"/>
                </a:moveTo>
                <a:lnTo>
                  <a:pt x="0" y="4015"/>
                </a:lnTo>
                <a:lnTo>
                  <a:pt x="3519" y="86270"/>
                </a:lnTo>
                <a:lnTo>
                  <a:pt x="8220" y="91045"/>
                </a:lnTo>
                <a:lnTo>
                  <a:pt x="12523" y="60769"/>
                </a:lnTo>
                <a:lnTo>
                  <a:pt x="8027" y="31689"/>
                </a:lnTo>
                <a:lnTo>
                  <a:pt x="8027" y="0"/>
                </a:lnTo>
                <a:lnTo>
                  <a:pt x="0" y="0"/>
                </a:lnTo>
                <a:lnTo>
                  <a:pt x="4496" y="28105"/>
                </a:lnTo>
                <a:lnTo>
                  <a:pt x="8027" y="36786"/>
                </a:lnTo>
                <a:lnTo>
                  <a:pt x="4496" y="28105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438429" y="2588527"/>
            <a:ext cx="17213" cy="59356"/>
          </a:xfrm>
          <a:custGeom>
            <a:avLst/>
            <a:gdLst/>
            <a:ahLst/>
            <a:cxnLst/>
            <a:rect l="l" t="t" r="r" b="b"/>
            <a:pathLst>
              <a:path w="17213" h="59356">
                <a:moveTo>
                  <a:pt x="193" y="59356"/>
                </a:moveTo>
                <a:lnTo>
                  <a:pt x="7812" y="59356"/>
                </a:lnTo>
                <a:lnTo>
                  <a:pt x="8016" y="37761"/>
                </a:lnTo>
                <a:lnTo>
                  <a:pt x="12512" y="54581"/>
                </a:lnTo>
                <a:lnTo>
                  <a:pt x="17213" y="49806"/>
                </a:lnTo>
                <a:lnTo>
                  <a:pt x="17213" y="41993"/>
                </a:lnTo>
                <a:lnTo>
                  <a:pt x="12512" y="37218"/>
                </a:lnTo>
                <a:lnTo>
                  <a:pt x="8016" y="32653"/>
                </a:lnTo>
                <a:lnTo>
                  <a:pt x="8016" y="8136"/>
                </a:lnTo>
                <a:lnTo>
                  <a:pt x="0" y="0"/>
                </a:lnTo>
                <a:lnTo>
                  <a:pt x="4496" y="29080"/>
                </a:lnTo>
                <a:lnTo>
                  <a:pt x="193" y="593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446242" y="2626289"/>
            <a:ext cx="4700" cy="21594"/>
          </a:xfrm>
          <a:custGeom>
            <a:avLst/>
            <a:gdLst/>
            <a:ahLst/>
            <a:cxnLst/>
            <a:rect l="l" t="t" r="r" b="b"/>
            <a:pathLst>
              <a:path w="4700" h="21594">
                <a:moveTo>
                  <a:pt x="203" y="0"/>
                </a:moveTo>
                <a:lnTo>
                  <a:pt x="0" y="21594"/>
                </a:lnTo>
                <a:lnTo>
                  <a:pt x="4700" y="16820"/>
                </a:lnTo>
                <a:lnTo>
                  <a:pt x="2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414358" y="2556838"/>
            <a:ext cx="12030" cy="24524"/>
          </a:xfrm>
          <a:custGeom>
            <a:avLst/>
            <a:gdLst/>
            <a:ahLst/>
            <a:cxnLst/>
            <a:rect l="l" t="t" r="r" b="b"/>
            <a:pathLst>
              <a:path w="12030" h="24524">
                <a:moveTo>
                  <a:pt x="4013" y="0"/>
                </a:moveTo>
                <a:lnTo>
                  <a:pt x="0" y="12262"/>
                </a:lnTo>
                <a:lnTo>
                  <a:pt x="12030" y="24524"/>
                </a:lnTo>
                <a:lnTo>
                  <a:pt x="401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422385" y="2581363"/>
            <a:ext cx="4002" cy="29082"/>
          </a:xfrm>
          <a:custGeom>
            <a:avLst/>
            <a:gdLst/>
            <a:ahLst/>
            <a:cxnLst/>
            <a:rect l="l" t="t" r="r" b="b"/>
            <a:pathLst>
              <a:path w="4002" h="29082">
                <a:moveTo>
                  <a:pt x="4002" y="0"/>
                </a:moveTo>
                <a:lnTo>
                  <a:pt x="0" y="20401"/>
                </a:lnTo>
                <a:lnTo>
                  <a:pt x="3519" y="29082"/>
                </a:lnTo>
                <a:lnTo>
                  <a:pt x="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406342" y="2507789"/>
            <a:ext cx="4002" cy="45468"/>
          </a:xfrm>
          <a:custGeom>
            <a:avLst/>
            <a:gdLst/>
            <a:ahLst/>
            <a:cxnLst/>
            <a:rect l="l" t="t" r="r" b="b"/>
            <a:pathLst>
              <a:path w="4002" h="45468">
                <a:moveTo>
                  <a:pt x="4002" y="0"/>
                </a:moveTo>
                <a:lnTo>
                  <a:pt x="0" y="36786"/>
                </a:lnTo>
                <a:lnTo>
                  <a:pt x="3519" y="45468"/>
                </a:lnTo>
                <a:lnTo>
                  <a:pt x="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50194" y="2319947"/>
            <a:ext cx="48120" cy="155178"/>
          </a:xfrm>
          <a:custGeom>
            <a:avLst/>
            <a:gdLst/>
            <a:ahLst/>
            <a:cxnLst/>
            <a:rect l="l" t="t" r="r" b="b"/>
            <a:pathLst>
              <a:path w="48120" h="155178">
                <a:moveTo>
                  <a:pt x="40103" y="155178"/>
                </a:moveTo>
                <a:lnTo>
                  <a:pt x="40103" y="142915"/>
                </a:lnTo>
                <a:lnTo>
                  <a:pt x="44117" y="130653"/>
                </a:lnTo>
                <a:lnTo>
                  <a:pt x="36090" y="106128"/>
                </a:lnTo>
                <a:lnTo>
                  <a:pt x="48120" y="106128"/>
                </a:lnTo>
                <a:lnTo>
                  <a:pt x="40103" y="77589"/>
                </a:lnTo>
                <a:lnTo>
                  <a:pt x="48120" y="106128"/>
                </a:lnTo>
                <a:lnTo>
                  <a:pt x="48120" y="73465"/>
                </a:lnTo>
                <a:lnTo>
                  <a:pt x="40103" y="73465"/>
                </a:lnTo>
                <a:lnTo>
                  <a:pt x="40103" y="85727"/>
                </a:lnTo>
                <a:lnTo>
                  <a:pt x="36090" y="97990"/>
                </a:lnTo>
                <a:lnTo>
                  <a:pt x="32076" y="118391"/>
                </a:lnTo>
                <a:lnTo>
                  <a:pt x="32076" y="126638"/>
                </a:lnTo>
                <a:lnTo>
                  <a:pt x="32076" y="118391"/>
                </a:lnTo>
                <a:lnTo>
                  <a:pt x="36090" y="97990"/>
                </a:lnTo>
                <a:lnTo>
                  <a:pt x="24060" y="85727"/>
                </a:lnTo>
                <a:lnTo>
                  <a:pt x="28073" y="73465"/>
                </a:lnTo>
                <a:lnTo>
                  <a:pt x="28556" y="44383"/>
                </a:lnTo>
                <a:lnTo>
                  <a:pt x="24060" y="16385"/>
                </a:lnTo>
                <a:lnTo>
                  <a:pt x="12030" y="16385"/>
                </a:lnTo>
                <a:lnTo>
                  <a:pt x="8016" y="28539"/>
                </a:lnTo>
                <a:lnTo>
                  <a:pt x="0" y="0"/>
                </a:lnTo>
                <a:lnTo>
                  <a:pt x="0" y="40802"/>
                </a:lnTo>
                <a:lnTo>
                  <a:pt x="8016" y="40802"/>
                </a:lnTo>
                <a:lnTo>
                  <a:pt x="16043" y="61311"/>
                </a:lnTo>
                <a:lnTo>
                  <a:pt x="16043" y="97990"/>
                </a:lnTo>
                <a:lnTo>
                  <a:pt x="24060" y="97990"/>
                </a:lnTo>
                <a:lnTo>
                  <a:pt x="19563" y="69884"/>
                </a:lnTo>
                <a:lnTo>
                  <a:pt x="20046" y="40802"/>
                </a:lnTo>
                <a:lnTo>
                  <a:pt x="8016" y="36786"/>
                </a:lnTo>
                <a:lnTo>
                  <a:pt x="20046" y="40802"/>
                </a:lnTo>
                <a:lnTo>
                  <a:pt x="24060" y="28539"/>
                </a:lnTo>
                <a:lnTo>
                  <a:pt x="24060" y="20401"/>
                </a:lnTo>
                <a:lnTo>
                  <a:pt x="24060" y="130653"/>
                </a:lnTo>
                <a:lnTo>
                  <a:pt x="32076" y="130653"/>
                </a:lnTo>
                <a:lnTo>
                  <a:pt x="32076" y="155178"/>
                </a:lnTo>
                <a:lnTo>
                  <a:pt x="40103" y="1551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326123" y="2197432"/>
            <a:ext cx="36100" cy="122514"/>
          </a:xfrm>
          <a:custGeom>
            <a:avLst/>
            <a:gdLst/>
            <a:ahLst/>
            <a:cxnLst/>
            <a:rect l="l" t="t" r="r" b="b"/>
            <a:pathLst>
              <a:path w="36100" h="122514">
                <a:moveTo>
                  <a:pt x="28073" y="97990"/>
                </a:moveTo>
                <a:lnTo>
                  <a:pt x="24070" y="110252"/>
                </a:lnTo>
                <a:lnTo>
                  <a:pt x="24070" y="118391"/>
                </a:lnTo>
                <a:lnTo>
                  <a:pt x="24070" y="110252"/>
                </a:lnTo>
                <a:lnTo>
                  <a:pt x="28073" y="97990"/>
                </a:lnTo>
                <a:lnTo>
                  <a:pt x="16043" y="85727"/>
                </a:lnTo>
                <a:lnTo>
                  <a:pt x="20057" y="73465"/>
                </a:lnTo>
                <a:lnTo>
                  <a:pt x="20540" y="44383"/>
                </a:lnTo>
                <a:lnTo>
                  <a:pt x="16043" y="16385"/>
                </a:lnTo>
                <a:lnTo>
                  <a:pt x="16043" y="5534"/>
                </a:lnTo>
                <a:lnTo>
                  <a:pt x="10656" y="0"/>
                </a:lnTo>
                <a:lnTo>
                  <a:pt x="4013" y="0"/>
                </a:lnTo>
                <a:lnTo>
                  <a:pt x="4013" y="16385"/>
                </a:lnTo>
                <a:lnTo>
                  <a:pt x="0" y="28539"/>
                </a:lnTo>
                <a:lnTo>
                  <a:pt x="0" y="40802"/>
                </a:lnTo>
                <a:lnTo>
                  <a:pt x="8027" y="61203"/>
                </a:lnTo>
                <a:lnTo>
                  <a:pt x="8027" y="97990"/>
                </a:lnTo>
                <a:lnTo>
                  <a:pt x="16043" y="97990"/>
                </a:lnTo>
                <a:lnTo>
                  <a:pt x="11547" y="69884"/>
                </a:lnTo>
                <a:lnTo>
                  <a:pt x="12030" y="40802"/>
                </a:lnTo>
                <a:lnTo>
                  <a:pt x="0" y="36786"/>
                </a:lnTo>
                <a:lnTo>
                  <a:pt x="12030" y="40802"/>
                </a:lnTo>
                <a:lnTo>
                  <a:pt x="16043" y="28539"/>
                </a:lnTo>
                <a:lnTo>
                  <a:pt x="16043" y="20401"/>
                </a:lnTo>
                <a:lnTo>
                  <a:pt x="16043" y="122514"/>
                </a:lnTo>
                <a:lnTo>
                  <a:pt x="36100" y="122514"/>
                </a:lnTo>
                <a:lnTo>
                  <a:pt x="28073" y="9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326123" y="2238235"/>
            <a:ext cx="8027" cy="25509"/>
          </a:xfrm>
          <a:custGeom>
            <a:avLst/>
            <a:gdLst/>
            <a:ahLst/>
            <a:cxnLst/>
            <a:rect l="l" t="t" r="r" b="b"/>
            <a:pathLst>
              <a:path w="8027" h="25509">
                <a:moveTo>
                  <a:pt x="8027" y="25509"/>
                </a:moveTo>
                <a:lnTo>
                  <a:pt x="8027" y="20401"/>
                </a:lnTo>
                <a:lnTo>
                  <a:pt x="0" y="0"/>
                </a:lnTo>
                <a:lnTo>
                  <a:pt x="0" y="17362"/>
                </a:lnTo>
                <a:lnTo>
                  <a:pt x="8027" y="2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318107" y="2197432"/>
            <a:ext cx="12030" cy="40802"/>
          </a:xfrm>
          <a:custGeom>
            <a:avLst/>
            <a:gdLst/>
            <a:ahLst/>
            <a:cxnLst/>
            <a:rect l="l" t="t" r="r" b="b"/>
            <a:pathLst>
              <a:path w="12030" h="40802">
                <a:moveTo>
                  <a:pt x="12030" y="16385"/>
                </a:moveTo>
                <a:lnTo>
                  <a:pt x="12030" y="0"/>
                </a:lnTo>
                <a:lnTo>
                  <a:pt x="5387" y="0"/>
                </a:lnTo>
                <a:lnTo>
                  <a:pt x="0" y="5534"/>
                </a:lnTo>
                <a:lnTo>
                  <a:pt x="0" y="40802"/>
                </a:lnTo>
                <a:lnTo>
                  <a:pt x="8016" y="40802"/>
                </a:lnTo>
                <a:lnTo>
                  <a:pt x="8016" y="28539"/>
                </a:lnTo>
                <a:lnTo>
                  <a:pt x="12030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342167" y="2213818"/>
            <a:ext cx="32087" cy="122514"/>
          </a:xfrm>
          <a:custGeom>
            <a:avLst/>
            <a:gdLst/>
            <a:ahLst/>
            <a:cxnLst/>
            <a:rect l="l" t="t" r="r" b="b"/>
            <a:pathLst>
              <a:path w="32087" h="122514">
                <a:moveTo>
                  <a:pt x="16043" y="53064"/>
                </a:moveTo>
                <a:lnTo>
                  <a:pt x="16043" y="39825"/>
                </a:lnTo>
                <a:lnTo>
                  <a:pt x="8027" y="31613"/>
                </a:lnTo>
                <a:lnTo>
                  <a:pt x="8027" y="0"/>
                </a:lnTo>
                <a:lnTo>
                  <a:pt x="0" y="0"/>
                </a:lnTo>
                <a:lnTo>
                  <a:pt x="4496" y="27997"/>
                </a:lnTo>
                <a:lnTo>
                  <a:pt x="4013" y="57079"/>
                </a:lnTo>
                <a:lnTo>
                  <a:pt x="0" y="69341"/>
                </a:lnTo>
                <a:lnTo>
                  <a:pt x="12030" y="81604"/>
                </a:lnTo>
                <a:lnTo>
                  <a:pt x="24070" y="93866"/>
                </a:lnTo>
                <a:lnTo>
                  <a:pt x="32087" y="122514"/>
                </a:lnTo>
                <a:lnTo>
                  <a:pt x="32087" y="81604"/>
                </a:lnTo>
                <a:lnTo>
                  <a:pt x="24070" y="81604"/>
                </a:lnTo>
                <a:lnTo>
                  <a:pt x="24070" y="85727"/>
                </a:lnTo>
                <a:lnTo>
                  <a:pt x="24070" y="81604"/>
                </a:lnTo>
                <a:lnTo>
                  <a:pt x="16043" y="69341"/>
                </a:lnTo>
                <a:lnTo>
                  <a:pt x="16043" y="57079"/>
                </a:lnTo>
                <a:lnTo>
                  <a:pt x="8027" y="36678"/>
                </a:lnTo>
                <a:lnTo>
                  <a:pt x="16043" y="57079"/>
                </a:lnTo>
                <a:lnTo>
                  <a:pt x="16043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358211" y="2270898"/>
            <a:ext cx="8027" cy="24524"/>
          </a:xfrm>
          <a:custGeom>
            <a:avLst/>
            <a:gdLst/>
            <a:ahLst/>
            <a:cxnLst/>
            <a:rect l="l" t="t" r="r" b="b"/>
            <a:pathLst>
              <a:path w="8027" h="24524">
                <a:moveTo>
                  <a:pt x="8027" y="20509"/>
                </a:moveTo>
                <a:lnTo>
                  <a:pt x="8027" y="0"/>
                </a:lnTo>
                <a:lnTo>
                  <a:pt x="0" y="0"/>
                </a:lnTo>
                <a:lnTo>
                  <a:pt x="0" y="12262"/>
                </a:lnTo>
                <a:lnTo>
                  <a:pt x="8027" y="24524"/>
                </a:lnTo>
                <a:lnTo>
                  <a:pt x="0" y="4123"/>
                </a:lnTo>
                <a:lnTo>
                  <a:pt x="8027" y="24524"/>
                </a:lnTo>
                <a:lnTo>
                  <a:pt x="8027" y="20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538662" y="3055036"/>
            <a:ext cx="20068" cy="57188"/>
          </a:xfrm>
          <a:custGeom>
            <a:avLst/>
            <a:gdLst/>
            <a:ahLst/>
            <a:cxnLst/>
            <a:rect l="l" t="t" r="r" b="b"/>
            <a:pathLst>
              <a:path w="20068" h="57188">
                <a:moveTo>
                  <a:pt x="0" y="0"/>
                </a:moveTo>
                <a:lnTo>
                  <a:pt x="12019" y="12262"/>
                </a:lnTo>
                <a:lnTo>
                  <a:pt x="12019" y="4123"/>
                </a:lnTo>
                <a:lnTo>
                  <a:pt x="12019" y="12262"/>
                </a:lnTo>
                <a:lnTo>
                  <a:pt x="0" y="0"/>
                </a:lnTo>
                <a:lnTo>
                  <a:pt x="8048" y="24524"/>
                </a:lnTo>
                <a:lnTo>
                  <a:pt x="14702" y="57188"/>
                </a:lnTo>
                <a:lnTo>
                  <a:pt x="20068" y="51762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534691" y="2989709"/>
            <a:ext cx="18672" cy="122514"/>
          </a:xfrm>
          <a:custGeom>
            <a:avLst/>
            <a:gdLst/>
            <a:ahLst/>
            <a:cxnLst/>
            <a:rect l="l" t="t" r="r" b="b"/>
            <a:pathLst>
              <a:path w="18672" h="122514">
                <a:moveTo>
                  <a:pt x="5365" y="122514"/>
                </a:moveTo>
                <a:lnTo>
                  <a:pt x="18672" y="122514"/>
                </a:lnTo>
                <a:lnTo>
                  <a:pt x="12019" y="89851"/>
                </a:lnTo>
                <a:lnTo>
                  <a:pt x="3970" y="65326"/>
                </a:lnTo>
                <a:lnTo>
                  <a:pt x="0" y="4123"/>
                </a:lnTo>
                <a:lnTo>
                  <a:pt x="3970" y="65326"/>
                </a:lnTo>
                <a:lnTo>
                  <a:pt x="15990" y="65326"/>
                </a:lnTo>
                <a:lnTo>
                  <a:pt x="15990" y="48072"/>
                </a:lnTo>
                <a:lnTo>
                  <a:pt x="8048" y="39892"/>
                </a:lnTo>
                <a:lnTo>
                  <a:pt x="8048" y="0"/>
                </a:lnTo>
                <a:lnTo>
                  <a:pt x="0" y="0"/>
                </a:lnTo>
                <a:lnTo>
                  <a:pt x="4507" y="36244"/>
                </a:lnTo>
                <a:lnTo>
                  <a:pt x="8048" y="44925"/>
                </a:lnTo>
                <a:lnTo>
                  <a:pt x="4507" y="36244"/>
                </a:lnTo>
                <a:lnTo>
                  <a:pt x="0" y="0"/>
                </a:lnTo>
                <a:lnTo>
                  <a:pt x="0" y="85727"/>
                </a:lnTo>
                <a:lnTo>
                  <a:pt x="0" y="12262"/>
                </a:lnTo>
                <a:lnTo>
                  <a:pt x="0" y="117088"/>
                </a:lnTo>
                <a:lnTo>
                  <a:pt x="5365" y="1225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534691" y="3001972"/>
            <a:ext cx="0" cy="73465"/>
          </a:xfrm>
          <a:custGeom>
            <a:avLst/>
            <a:gdLst/>
            <a:ahLst/>
            <a:cxnLst/>
            <a:rect l="l" t="t" r="r" b="b"/>
            <a:pathLst>
              <a:path w="0" h="73465">
                <a:moveTo>
                  <a:pt x="0" y="0"/>
                </a:moveTo>
                <a:lnTo>
                  <a:pt x="0" y="7346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526642" y="3014234"/>
            <a:ext cx="4077" cy="37221"/>
          </a:xfrm>
          <a:custGeom>
            <a:avLst/>
            <a:gdLst/>
            <a:ahLst/>
            <a:cxnLst/>
            <a:rect l="l" t="t" r="r" b="b"/>
            <a:pathLst>
              <a:path w="4077" h="37221">
                <a:moveTo>
                  <a:pt x="4077" y="0"/>
                </a:moveTo>
                <a:lnTo>
                  <a:pt x="0" y="28539"/>
                </a:lnTo>
                <a:lnTo>
                  <a:pt x="3541" y="37221"/>
                </a:lnTo>
                <a:lnTo>
                  <a:pt x="407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442432" y="2622165"/>
            <a:ext cx="92259" cy="457395"/>
          </a:xfrm>
          <a:custGeom>
            <a:avLst/>
            <a:gdLst/>
            <a:ahLst/>
            <a:cxnLst/>
            <a:rect l="l" t="t" r="r" b="b"/>
            <a:pathLst>
              <a:path w="92259" h="457395">
                <a:moveTo>
                  <a:pt x="6642" y="0"/>
                </a:moveTo>
                <a:lnTo>
                  <a:pt x="0" y="0"/>
                </a:lnTo>
                <a:lnTo>
                  <a:pt x="0" y="24524"/>
                </a:lnTo>
                <a:lnTo>
                  <a:pt x="8027" y="49049"/>
                </a:lnTo>
                <a:lnTo>
                  <a:pt x="8027" y="57188"/>
                </a:lnTo>
                <a:lnTo>
                  <a:pt x="16043" y="81712"/>
                </a:lnTo>
                <a:lnTo>
                  <a:pt x="16043" y="89851"/>
                </a:lnTo>
                <a:lnTo>
                  <a:pt x="24070" y="114376"/>
                </a:lnTo>
                <a:lnTo>
                  <a:pt x="24070" y="130653"/>
                </a:lnTo>
                <a:lnTo>
                  <a:pt x="32087" y="155178"/>
                </a:lnTo>
                <a:lnTo>
                  <a:pt x="32087" y="163316"/>
                </a:lnTo>
                <a:lnTo>
                  <a:pt x="40103" y="187841"/>
                </a:lnTo>
                <a:lnTo>
                  <a:pt x="40103" y="195980"/>
                </a:lnTo>
                <a:lnTo>
                  <a:pt x="48131" y="220504"/>
                </a:lnTo>
                <a:lnTo>
                  <a:pt x="48131" y="228643"/>
                </a:lnTo>
                <a:lnTo>
                  <a:pt x="56147" y="253168"/>
                </a:lnTo>
                <a:lnTo>
                  <a:pt x="56147" y="261415"/>
                </a:lnTo>
                <a:lnTo>
                  <a:pt x="64174" y="285831"/>
                </a:lnTo>
                <a:lnTo>
                  <a:pt x="64174" y="294078"/>
                </a:lnTo>
                <a:lnTo>
                  <a:pt x="72191" y="318495"/>
                </a:lnTo>
                <a:lnTo>
                  <a:pt x="72191" y="334881"/>
                </a:lnTo>
                <a:lnTo>
                  <a:pt x="80239" y="359405"/>
                </a:lnTo>
                <a:lnTo>
                  <a:pt x="80239" y="367544"/>
                </a:lnTo>
                <a:lnTo>
                  <a:pt x="88288" y="392069"/>
                </a:lnTo>
                <a:lnTo>
                  <a:pt x="87751" y="429290"/>
                </a:lnTo>
                <a:lnTo>
                  <a:pt x="84210" y="420608"/>
                </a:lnTo>
                <a:lnTo>
                  <a:pt x="88288" y="392069"/>
                </a:lnTo>
                <a:lnTo>
                  <a:pt x="76204" y="379806"/>
                </a:lnTo>
                <a:lnTo>
                  <a:pt x="68188" y="359405"/>
                </a:lnTo>
                <a:lnTo>
                  <a:pt x="68188" y="392069"/>
                </a:lnTo>
                <a:lnTo>
                  <a:pt x="76204" y="392069"/>
                </a:lnTo>
                <a:lnTo>
                  <a:pt x="76204" y="387945"/>
                </a:lnTo>
                <a:lnTo>
                  <a:pt x="76204" y="417570"/>
                </a:lnTo>
                <a:lnTo>
                  <a:pt x="84210" y="425695"/>
                </a:lnTo>
                <a:lnTo>
                  <a:pt x="84210" y="457395"/>
                </a:lnTo>
                <a:lnTo>
                  <a:pt x="92259" y="457395"/>
                </a:lnTo>
                <a:lnTo>
                  <a:pt x="92259" y="367544"/>
                </a:lnTo>
                <a:lnTo>
                  <a:pt x="84210" y="339004"/>
                </a:lnTo>
                <a:lnTo>
                  <a:pt x="84210" y="347143"/>
                </a:lnTo>
                <a:lnTo>
                  <a:pt x="84210" y="334881"/>
                </a:lnTo>
                <a:lnTo>
                  <a:pt x="76204" y="306341"/>
                </a:lnTo>
                <a:lnTo>
                  <a:pt x="76204" y="294078"/>
                </a:lnTo>
                <a:lnTo>
                  <a:pt x="68188" y="265430"/>
                </a:lnTo>
                <a:lnTo>
                  <a:pt x="68188" y="273569"/>
                </a:lnTo>
                <a:lnTo>
                  <a:pt x="68188" y="261415"/>
                </a:lnTo>
                <a:lnTo>
                  <a:pt x="60161" y="232767"/>
                </a:lnTo>
                <a:lnTo>
                  <a:pt x="60161" y="240906"/>
                </a:lnTo>
                <a:lnTo>
                  <a:pt x="60161" y="228643"/>
                </a:lnTo>
                <a:lnTo>
                  <a:pt x="52144" y="200103"/>
                </a:lnTo>
                <a:lnTo>
                  <a:pt x="52144" y="208242"/>
                </a:lnTo>
                <a:lnTo>
                  <a:pt x="52144" y="195980"/>
                </a:lnTo>
                <a:lnTo>
                  <a:pt x="44117" y="167440"/>
                </a:lnTo>
                <a:lnTo>
                  <a:pt x="44117" y="175579"/>
                </a:lnTo>
                <a:lnTo>
                  <a:pt x="44117" y="163316"/>
                </a:lnTo>
                <a:lnTo>
                  <a:pt x="36100" y="134777"/>
                </a:lnTo>
                <a:lnTo>
                  <a:pt x="36100" y="142915"/>
                </a:lnTo>
                <a:lnTo>
                  <a:pt x="36100" y="130653"/>
                </a:lnTo>
                <a:lnTo>
                  <a:pt x="28073" y="102113"/>
                </a:lnTo>
                <a:lnTo>
                  <a:pt x="28073" y="89851"/>
                </a:lnTo>
                <a:lnTo>
                  <a:pt x="20057" y="61203"/>
                </a:lnTo>
                <a:lnTo>
                  <a:pt x="20057" y="69450"/>
                </a:lnTo>
                <a:lnTo>
                  <a:pt x="20057" y="57188"/>
                </a:lnTo>
                <a:lnTo>
                  <a:pt x="12030" y="28539"/>
                </a:lnTo>
                <a:lnTo>
                  <a:pt x="12030" y="36786"/>
                </a:lnTo>
                <a:lnTo>
                  <a:pt x="12030" y="5425"/>
                </a:lnTo>
                <a:lnTo>
                  <a:pt x="66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454462" y="2646690"/>
            <a:ext cx="8027" cy="32663"/>
          </a:xfrm>
          <a:custGeom>
            <a:avLst/>
            <a:gdLst/>
            <a:ahLst/>
            <a:cxnLst/>
            <a:rect l="l" t="t" r="r" b="b"/>
            <a:pathLst>
              <a:path w="8027" h="32663">
                <a:moveTo>
                  <a:pt x="0" y="12262"/>
                </a:moveTo>
                <a:lnTo>
                  <a:pt x="0" y="4015"/>
                </a:lnTo>
                <a:lnTo>
                  <a:pt x="8027" y="32663"/>
                </a:lnTo>
                <a:lnTo>
                  <a:pt x="8027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462489" y="2679353"/>
            <a:ext cx="8016" cy="32663"/>
          </a:xfrm>
          <a:custGeom>
            <a:avLst/>
            <a:gdLst/>
            <a:ahLst/>
            <a:cxnLst/>
            <a:rect l="l" t="t" r="r" b="b"/>
            <a:pathLst>
              <a:path w="8016" h="32663">
                <a:moveTo>
                  <a:pt x="0" y="12262"/>
                </a:moveTo>
                <a:lnTo>
                  <a:pt x="0" y="4015"/>
                </a:lnTo>
                <a:lnTo>
                  <a:pt x="8016" y="32663"/>
                </a:ln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470506" y="2712016"/>
            <a:ext cx="8027" cy="40802"/>
          </a:xfrm>
          <a:custGeom>
            <a:avLst/>
            <a:gdLst/>
            <a:ahLst/>
            <a:cxnLst/>
            <a:rect l="l" t="t" r="r" b="b"/>
            <a:pathLst>
              <a:path w="8027" h="40802">
                <a:moveTo>
                  <a:pt x="8027" y="0"/>
                </a:moveTo>
                <a:lnTo>
                  <a:pt x="0" y="0"/>
                </a:lnTo>
                <a:lnTo>
                  <a:pt x="0" y="12262"/>
                </a:lnTo>
                <a:lnTo>
                  <a:pt x="8027" y="40802"/>
                </a:lnTo>
                <a:lnTo>
                  <a:pt x="0" y="4123"/>
                </a:lnTo>
                <a:lnTo>
                  <a:pt x="8027" y="40802"/>
                </a:lnTo>
                <a:lnTo>
                  <a:pt x="80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478533" y="2752818"/>
            <a:ext cx="8016" cy="32663"/>
          </a:xfrm>
          <a:custGeom>
            <a:avLst/>
            <a:gdLst/>
            <a:ahLst/>
            <a:cxnLst/>
            <a:rect l="l" t="t" r="r" b="b"/>
            <a:pathLst>
              <a:path w="8016" h="32663">
                <a:moveTo>
                  <a:pt x="0" y="12262"/>
                </a:moveTo>
                <a:lnTo>
                  <a:pt x="0" y="4123"/>
                </a:lnTo>
                <a:lnTo>
                  <a:pt x="8016" y="32663"/>
                </a:ln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486549" y="2785482"/>
            <a:ext cx="8027" cy="32663"/>
          </a:xfrm>
          <a:custGeom>
            <a:avLst/>
            <a:gdLst/>
            <a:ahLst/>
            <a:cxnLst/>
            <a:rect l="l" t="t" r="r" b="b"/>
            <a:pathLst>
              <a:path w="8027" h="32663">
                <a:moveTo>
                  <a:pt x="0" y="12262"/>
                </a:moveTo>
                <a:lnTo>
                  <a:pt x="0" y="4123"/>
                </a:lnTo>
                <a:lnTo>
                  <a:pt x="8027" y="32663"/>
                </a:lnTo>
                <a:lnTo>
                  <a:pt x="8027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494577" y="2818145"/>
            <a:ext cx="8016" cy="32663"/>
          </a:xfrm>
          <a:custGeom>
            <a:avLst/>
            <a:gdLst/>
            <a:ahLst/>
            <a:cxnLst/>
            <a:rect l="l" t="t" r="r" b="b"/>
            <a:pathLst>
              <a:path w="8016" h="32663">
                <a:moveTo>
                  <a:pt x="0" y="12262"/>
                </a:moveTo>
                <a:lnTo>
                  <a:pt x="0" y="4123"/>
                </a:lnTo>
                <a:lnTo>
                  <a:pt x="8016" y="32663"/>
                </a:ln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502593" y="2850809"/>
            <a:ext cx="8027" cy="32771"/>
          </a:xfrm>
          <a:custGeom>
            <a:avLst/>
            <a:gdLst/>
            <a:ahLst/>
            <a:cxnLst/>
            <a:rect l="l" t="t" r="r" b="b"/>
            <a:pathLst>
              <a:path w="8027" h="32771">
                <a:moveTo>
                  <a:pt x="0" y="12262"/>
                </a:moveTo>
                <a:lnTo>
                  <a:pt x="0" y="4123"/>
                </a:lnTo>
                <a:lnTo>
                  <a:pt x="8027" y="32771"/>
                </a:lnTo>
                <a:lnTo>
                  <a:pt x="8027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510620" y="2883580"/>
            <a:ext cx="8016" cy="32663"/>
          </a:xfrm>
          <a:custGeom>
            <a:avLst/>
            <a:gdLst/>
            <a:ahLst/>
            <a:cxnLst/>
            <a:rect l="l" t="t" r="r" b="b"/>
            <a:pathLst>
              <a:path w="8016" h="32663">
                <a:moveTo>
                  <a:pt x="0" y="12153"/>
                </a:moveTo>
                <a:lnTo>
                  <a:pt x="0" y="4015"/>
                </a:lnTo>
                <a:lnTo>
                  <a:pt x="8016" y="32663"/>
                </a:lnTo>
                <a:lnTo>
                  <a:pt x="8016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518637" y="2916244"/>
            <a:ext cx="8005" cy="40802"/>
          </a:xfrm>
          <a:custGeom>
            <a:avLst/>
            <a:gdLst/>
            <a:ahLst/>
            <a:cxnLst/>
            <a:rect l="l" t="t" r="r" b="b"/>
            <a:pathLst>
              <a:path w="8005" h="40802">
                <a:moveTo>
                  <a:pt x="8005" y="0"/>
                </a:moveTo>
                <a:lnTo>
                  <a:pt x="0" y="0"/>
                </a:lnTo>
                <a:lnTo>
                  <a:pt x="0" y="12262"/>
                </a:lnTo>
                <a:lnTo>
                  <a:pt x="8005" y="40802"/>
                </a:lnTo>
                <a:lnTo>
                  <a:pt x="0" y="4015"/>
                </a:lnTo>
                <a:lnTo>
                  <a:pt x="8005" y="40802"/>
                </a:lnTo>
                <a:lnTo>
                  <a:pt x="800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526642" y="2957046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430402" y="2622165"/>
            <a:ext cx="100318" cy="392069"/>
          </a:xfrm>
          <a:custGeom>
            <a:avLst/>
            <a:gdLst/>
            <a:ahLst/>
            <a:cxnLst/>
            <a:rect l="l" t="t" r="r" b="b"/>
            <a:pathLst>
              <a:path w="100318" h="392069">
                <a:moveTo>
                  <a:pt x="88234" y="379806"/>
                </a:moveTo>
                <a:lnTo>
                  <a:pt x="100318" y="392069"/>
                </a:lnTo>
                <a:lnTo>
                  <a:pt x="92269" y="367544"/>
                </a:lnTo>
                <a:lnTo>
                  <a:pt x="92269" y="359405"/>
                </a:lnTo>
                <a:lnTo>
                  <a:pt x="84221" y="334881"/>
                </a:lnTo>
                <a:lnTo>
                  <a:pt x="84221" y="318495"/>
                </a:lnTo>
                <a:lnTo>
                  <a:pt x="80218" y="347143"/>
                </a:lnTo>
                <a:lnTo>
                  <a:pt x="80218" y="355282"/>
                </a:lnTo>
                <a:lnTo>
                  <a:pt x="80218" y="347143"/>
                </a:lnTo>
                <a:lnTo>
                  <a:pt x="84221" y="318495"/>
                </a:lnTo>
                <a:lnTo>
                  <a:pt x="76204" y="294078"/>
                </a:lnTo>
                <a:lnTo>
                  <a:pt x="76204" y="285831"/>
                </a:lnTo>
                <a:lnTo>
                  <a:pt x="72191" y="306341"/>
                </a:lnTo>
                <a:lnTo>
                  <a:pt x="72191" y="314479"/>
                </a:lnTo>
                <a:lnTo>
                  <a:pt x="72191" y="306341"/>
                </a:lnTo>
                <a:lnTo>
                  <a:pt x="76204" y="285831"/>
                </a:lnTo>
                <a:lnTo>
                  <a:pt x="68177" y="261415"/>
                </a:lnTo>
                <a:lnTo>
                  <a:pt x="68177" y="253168"/>
                </a:lnTo>
                <a:lnTo>
                  <a:pt x="64174" y="273569"/>
                </a:lnTo>
                <a:lnTo>
                  <a:pt x="64174" y="281816"/>
                </a:lnTo>
                <a:lnTo>
                  <a:pt x="64174" y="273569"/>
                </a:lnTo>
                <a:lnTo>
                  <a:pt x="68177" y="253168"/>
                </a:lnTo>
                <a:lnTo>
                  <a:pt x="60161" y="228643"/>
                </a:lnTo>
                <a:lnTo>
                  <a:pt x="60161" y="220504"/>
                </a:lnTo>
                <a:lnTo>
                  <a:pt x="56147" y="240906"/>
                </a:lnTo>
                <a:lnTo>
                  <a:pt x="56147" y="249153"/>
                </a:lnTo>
                <a:lnTo>
                  <a:pt x="56147" y="240906"/>
                </a:lnTo>
                <a:lnTo>
                  <a:pt x="60161" y="220504"/>
                </a:lnTo>
                <a:lnTo>
                  <a:pt x="52133" y="195980"/>
                </a:lnTo>
                <a:lnTo>
                  <a:pt x="52133" y="187841"/>
                </a:lnTo>
                <a:lnTo>
                  <a:pt x="48131" y="208242"/>
                </a:lnTo>
                <a:lnTo>
                  <a:pt x="48131" y="216489"/>
                </a:lnTo>
                <a:lnTo>
                  <a:pt x="48131" y="208242"/>
                </a:lnTo>
                <a:lnTo>
                  <a:pt x="52133" y="187841"/>
                </a:lnTo>
                <a:lnTo>
                  <a:pt x="44117" y="163316"/>
                </a:lnTo>
                <a:lnTo>
                  <a:pt x="44117" y="155178"/>
                </a:lnTo>
                <a:lnTo>
                  <a:pt x="40103" y="175579"/>
                </a:lnTo>
                <a:lnTo>
                  <a:pt x="40103" y="183717"/>
                </a:lnTo>
                <a:lnTo>
                  <a:pt x="40103" y="175579"/>
                </a:lnTo>
                <a:lnTo>
                  <a:pt x="44117" y="155178"/>
                </a:lnTo>
                <a:lnTo>
                  <a:pt x="36100" y="130653"/>
                </a:lnTo>
                <a:lnTo>
                  <a:pt x="36100" y="114376"/>
                </a:lnTo>
                <a:lnTo>
                  <a:pt x="32087" y="142915"/>
                </a:lnTo>
                <a:lnTo>
                  <a:pt x="32087" y="151054"/>
                </a:lnTo>
                <a:lnTo>
                  <a:pt x="32087" y="142915"/>
                </a:lnTo>
                <a:lnTo>
                  <a:pt x="36100" y="114376"/>
                </a:lnTo>
                <a:lnTo>
                  <a:pt x="28073" y="89851"/>
                </a:lnTo>
                <a:lnTo>
                  <a:pt x="28073" y="81712"/>
                </a:lnTo>
                <a:lnTo>
                  <a:pt x="24060" y="102113"/>
                </a:lnTo>
                <a:lnTo>
                  <a:pt x="24060" y="110252"/>
                </a:lnTo>
                <a:lnTo>
                  <a:pt x="24060" y="102113"/>
                </a:lnTo>
                <a:lnTo>
                  <a:pt x="28073" y="81712"/>
                </a:lnTo>
                <a:lnTo>
                  <a:pt x="20057" y="57188"/>
                </a:lnTo>
                <a:lnTo>
                  <a:pt x="20057" y="49049"/>
                </a:lnTo>
                <a:lnTo>
                  <a:pt x="16043" y="69450"/>
                </a:lnTo>
                <a:lnTo>
                  <a:pt x="16043" y="77589"/>
                </a:lnTo>
                <a:lnTo>
                  <a:pt x="16043" y="69450"/>
                </a:lnTo>
                <a:lnTo>
                  <a:pt x="20057" y="49049"/>
                </a:lnTo>
                <a:lnTo>
                  <a:pt x="12030" y="24524"/>
                </a:lnTo>
                <a:lnTo>
                  <a:pt x="12030" y="0"/>
                </a:lnTo>
                <a:lnTo>
                  <a:pt x="8027" y="36786"/>
                </a:lnTo>
                <a:lnTo>
                  <a:pt x="8027" y="44925"/>
                </a:lnTo>
                <a:lnTo>
                  <a:pt x="8027" y="36786"/>
                </a:lnTo>
                <a:lnTo>
                  <a:pt x="12030" y="0"/>
                </a:lnTo>
                <a:lnTo>
                  <a:pt x="5387" y="0"/>
                </a:lnTo>
                <a:lnTo>
                  <a:pt x="0" y="5425"/>
                </a:lnTo>
                <a:lnTo>
                  <a:pt x="0" y="49049"/>
                </a:lnTo>
                <a:lnTo>
                  <a:pt x="8027" y="49049"/>
                </a:lnTo>
                <a:lnTo>
                  <a:pt x="8027" y="81712"/>
                </a:lnTo>
                <a:lnTo>
                  <a:pt x="16043" y="81712"/>
                </a:lnTo>
                <a:lnTo>
                  <a:pt x="16043" y="114376"/>
                </a:lnTo>
                <a:lnTo>
                  <a:pt x="24060" y="114376"/>
                </a:lnTo>
                <a:lnTo>
                  <a:pt x="24060" y="155178"/>
                </a:lnTo>
                <a:lnTo>
                  <a:pt x="32087" y="155178"/>
                </a:lnTo>
                <a:lnTo>
                  <a:pt x="32087" y="187841"/>
                </a:lnTo>
                <a:lnTo>
                  <a:pt x="40103" y="187841"/>
                </a:lnTo>
                <a:lnTo>
                  <a:pt x="40103" y="220504"/>
                </a:lnTo>
                <a:lnTo>
                  <a:pt x="48131" y="220504"/>
                </a:lnTo>
                <a:lnTo>
                  <a:pt x="48131" y="253168"/>
                </a:lnTo>
                <a:lnTo>
                  <a:pt x="56147" y="253168"/>
                </a:lnTo>
                <a:lnTo>
                  <a:pt x="56147" y="285831"/>
                </a:lnTo>
                <a:lnTo>
                  <a:pt x="64174" y="285831"/>
                </a:lnTo>
                <a:lnTo>
                  <a:pt x="64174" y="318495"/>
                </a:lnTo>
                <a:lnTo>
                  <a:pt x="72191" y="318495"/>
                </a:lnTo>
                <a:lnTo>
                  <a:pt x="72191" y="359405"/>
                </a:lnTo>
                <a:lnTo>
                  <a:pt x="80218" y="359405"/>
                </a:lnTo>
                <a:lnTo>
                  <a:pt x="88234" y="379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663041" y="3536957"/>
            <a:ext cx="8048" cy="40802"/>
          </a:xfrm>
          <a:custGeom>
            <a:avLst/>
            <a:gdLst/>
            <a:ahLst/>
            <a:cxnLst/>
            <a:rect l="l" t="t" r="r" b="b"/>
            <a:pathLst>
              <a:path w="8048" h="40802">
                <a:moveTo>
                  <a:pt x="0" y="12262"/>
                </a:moveTo>
                <a:lnTo>
                  <a:pt x="0" y="4123"/>
                </a:lnTo>
                <a:lnTo>
                  <a:pt x="2575" y="40802"/>
                </a:lnTo>
                <a:lnTo>
                  <a:pt x="8048" y="35376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654992" y="3504293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610885" y="3357254"/>
            <a:ext cx="12019" cy="16385"/>
          </a:xfrm>
          <a:custGeom>
            <a:avLst/>
            <a:gdLst/>
            <a:ahLst/>
            <a:cxnLst/>
            <a:rect l="l" t="t" r="r" b="b"/>
            <a:pathLst>
              <a:path w="12019" h="16385">
                <a:moveTo>
                  <a:pt x="0" y="0"/>
                </a:moveTo>
                <a:lnTo>
                  <a:pt x="0" y="16385"/>
                </a:lnTo>
                <a:lnTo>
                  <a:pt x="12019" y="1638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574827" y="3226600"/>
            <a:ext cx="3970" cy="29082"/>
          </a:xfrm>
          <a:custGeom>
            <a:avLst/>
            <a:gdLst/>
            <a:ahLst/>
            <a:cxnLst/>
            <a:rect l="l" t="t" r="r" b="b"/>
            <a:pathLst>
              <a:path w="3970" h="29082">
                <a:moveTo>
                  <a:pt x="3970" y="0"/>
                </a:moveTo>
                <a:lnTo>
                  <a:pt x="0" y="20401"/>
                </a:lnTo>
                <a:lnTo>
                  <a:pt x="3434" y="29082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542740" y="3099962"/>
            <a:ext cx="36058" cy="126638"/>
          </a:xfrm>
          <a:custGeom>
            <a:avLst/>
            <a:gdLst/>
            <a:ahLst/>
            <a:cxnLst/>
            <a:rect l="l" t="t" r="r" b="b"/>
            <a:pathLst>
              <a:path w="36058" h="126638">
                <a:moveTo>
                  <a:pt x="12019" y="20401"/>
                </a:moveTo>
                <a:lnTo>
                  <a:pt x="24038" y="32663"/>
                </a:lnTo>
                <a:lnTo>
                  <a:pt x="24038" y="24524"/>
                </a:lnTo>
                <a:lnTo>
                  <a:pt x="24038" y="32663"/>
                </a:lnTo>
                <a:lnTo>
                  <a:pt x="12019" y="20401"/>
                </a:lnTo>
                <a:lnTo>
                  <a:pt x="12019" y="12262"/>
                </a:lnTo>
                <a:lnTo>
                  <a:pt x="0" y="0"/>
                </a:lnTo>
                <a:lnTo>
                  <a:pt x="0" y="44925"/>
                </a:lnTo>
                <a:lnTo>
                  <a:pt x="7941" y="44925"/>
                </a:lnTo>
                <a:lnTo>
                  <a:pt x="7941" y="40910"/>
                </a:lnTo>
                <a:lnTo>
                  <a:pt x="7941" y="93975"/>
                </a:lnTo>
                <a:lnTo>
                  <a:pt x="15990" y="93975"/>
                </a:lnTo>
                <a:lnTo>
                  <a:pt x="24038" y="114376"/>
                </a:lnTo>
                <a:lnTo>
                  <a:pt x="36058" y="126638"/>
                </a:lnTo>
                <a:lnTo>
                  <a:pt x="28009" y="102113"/>
                </a:lnTo>
                <a:lnTo>
                  <a:pt x="28009" y="93975"/>
                </a:lnTo>
                <a:lnTo>
                  <a:pt x="19960" y="69450"/>
                </a:lnTo>
                <a:lnTo>
                  <a:pt x="32087" y="69450"/>
                </a:lnTo>
                <a:lnTo>
                  <a:pt x="19960" y="44925"/>
                </a:lnTo>
                <a:lnTo>
                  <a:pt x="15990" y="81712"/>
                </a:lnTo>
                <a:lnTo>
                  <a:pt x="15990" y="89851"/>
                </a:lnTo>
                <a:lnTo>
                  <a:pt x="15990" y="81712"/>
                </a:lnTo>
                <a:lnTo>
                  <a:pt x="19960" y="44925"/>
                </a:lnTo>
                <a:lnTo>
                  <a:pt x="7941" y="32663"/>
                </a:lnTo>
                <a:lnTo>
                  <a:pt x="3970" y="12262"/>
                </a:lnTo>
                <a:lnTo>
                  <a:pt x="0" y="8138"/>
                </a:lnTo>
                <a:lnTo>
                  <a:pt x="3970" y="12262"/>
                </a:lnTo>
                <a:lnTo>
                  <a:pt x="7941" y="32663"/>
                </a:lnTo>
                <a:lnTo>
                  <a:pt x="19960" y="44925"/>
                </a:lnTo>
                <a:lnTo>
                  <a:pt x="32087" y="69450"/>
                </a:lnTo>
                <a:lnTo>
                  <a:pt x="32087" y="20401"/>
                </a:lnTo>
                <a:lnTo>
                  <a:pt x="12019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534691" y="3087700"/>
            <a:ext cx="32087" cy="32663"/>
          </a:xfrm>
          <a:custGeom>
            <a:avLst/>
            <a:gdLst/>
            <a:ahLst/>
            <a:cxnLst/>
            <a:rect l="l" t="t" r="r" b="b"/>
            <a:pathLst>
              <a:path w="32087" h="32663">
                <a:moveTo>
                  <a:pt x="5365" y="24524"/>
                </a:moveTo>
                <a:lnTo>
                  <a:pt x="8048" y="24524"/>
                </a:lnTo>
                <a:lnTo>
                  <a:pt x="8048" y="12262"/>
                </a:lnTo>
                <a:lnTo>
                  <a:pt x="20068" y="24524"/>
                </a:lnTo>
                <a:lnTo>
                  <a:pt x="20068" y="32663"/>
                </a:lnTo>
                <a:lnTo>
                  <a:pt x="32087" y="32663"/>
                </a:lnTo>
                <a:lnTo>
                  <a:pt x="32087" y="0"/>
                </a:lnTo>
                <a:lnTo>
                  <a:pt x="5365" y="0"/>
                </a:lnTo>
                <a:lnTo>
                  <a:pt x="0" y="5534"/>
                </a:lnTo>
                <a:lnTo>
                  <a:pt x="0" y="19098"/>
                </a:lnTo>
                <a:lnTo>
                  <a:pt x="5365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558730" y="3169412"/>
            <a:ext cx="24038" cy="115319"/>
          </a:xfrm>
          <a:custGeom>
            <a:avLst/>
            <a:gdLst/>
            <a:ahLst/>
            <a:cxnLst/>
            <a:rect l="l" t="t" r="r" b="b"/>
            <a:pathLst>
              <a:path w="24038" h="115319">
                <a:moveTo>
                  <a:pt x="16097" y="0"/>
                </a:moveTo>
                <a:lnTo>
                  <a:pt x="3970" y="0"/>
                </a:lnTo>
                <a:lnTo>
                  <a:pt x="12019" y="24524"/>
                </a:lnTo>
                <a:lnTo>
                  <a:pt x="12019" y="32663"/>
                </a:lnTo>
                <a:lnTo>
                  <a:pt x="20068" y="57188"/>
                </a:lnTo>
                <a:lnTo>
                  <a:pt x="19531" y="86270"/>
                </a:lnTo>
                <a:lnTo>
                  <a:pt x="16097" y="77589"/>
                </a:lnTo>
                <a:lnTo>
                  <a:pt x="20068" y="57188"/>
                </a:lnTo>
                <a:lnTo>
                  <a:pt x="8048" y="44925"/>
                </a:lnTo>
                <a:lnTo>
                  <a:pt x="0" y="24524"/>
                </a:lnTo>
                <a:lnTo>
                  <a:pt x="0" y="57188"/>
                </a:lnTo>
                <a:lnTo>
                  <a:pt x="8048" y="57188"/>
                </a:lnTo>
                <a:lnTo>
                  <a:pt x="8048" y="53064"/>
                </a:lnTo>
                <a:lnTo>
                  <a:pt x="8048" y="74550"/>
                </a:lnTo>
                <a:lnTo>
                  <a:pt x="16097" y="82765"/>
                </a:lnTo>
                <a:lnTo>
                  <a:pt x="16097" y="107214"/>
                </a:lnTo>
                <a:lnTo>
                  <a:pt x="24038" y="115319"/>
                </a:lnTo>
                <a:lnTo>
                  <a:pt x="24038" y="32663"/>
                </a:lnTo>
                <a:lnTo>
                  <a:pt x="16097" y="4123"/>
                </a:lnTo>
                <a:lnTo>
                  <a:pt x="16097" y="12262"/>
                </a:lnTo>
                <a:lnTo>
                  <a:pt x="160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582769" y="3202076"/>
            <a:ext cx="32087" cy="130653"/>
          </a:xfrm>
          <a:custGeom>
            <a:avLst/>
            <a:gdLst/>
            <a:ahLst/>
            <a:cxnLst/>
            <a:rect l="l" t="t" r="r" b="b"/>
            <a:pathLst>
              <a:path w="32087" h="130653">
                <a:moveTo>
                  <a:pt x="0" y="12262"/>
                </a:moveTo>
                <a:lnTo>
                  <a:pt x="0" y="82655"/>
                </a:lnTo>
                <a:lnTo>
                  <a:pt x="3541" y="86270"/>
                </a:lnTo>
                <a:lnTo>
                  <a:pt x="0" y="4123"/>
                </a:lnTo>
                <a:lnTo>
                  <a:pt x="3541" y="86270"/>
                </a:lnTo>
                <a:lnTo>
                  <a:pt x="8048" y="122514"/>
                </a:lnTo>
                <a:lnTo>
                  <a:pt x="8048" y="118391"/>
                </a:lnTo>
                <a:lnTo>
                  <a:pt x="20068" y="122514"/>
                </a:lnTo>
                <a:lnTo>
                  <a:pt x="24146" y="110252"/>
                </a:lnTo>
                <a:lnTo>
                  <a:pt x="24146" y="102113"/>
                </a:lnTo>
                <a:lnTo>
                  <a:pt x="24146" y="110252"/>
                </a:lnTo>
                <a:lnTo>
                  <a:pt x="20068" y="122514"/>
                </a:lnTo>
                <a:lnTo>
                  <a:pt x="32087" y="130653"/>
                </a:lnTo>
                <a:lnTo>
                  <a:pt x="32087" y="97990"/>
                </a:lnTo>
                <a:lnTo>
                  <a:pt x="12019" y="97990"/>
                </a:lnTo>
                <a:lnTo>
                  <a:pt x="8048" y="110252"/>
                </a:lnTo>
                <a:lnTo>
                  <a:pt x="8048" y="36786"/>
                </a:lnTo>
                <a:lnTo>
                  <a:pt x="4507" y="28105"/>
                </a:lnTo>
                <a:lnTo>
                  <a:pt x="8048" y="31686"/>
                </a:lnTo>
                <a:lnTo>
                  <a:pt x="8048" y="0"/>
                </a:lnTo>
                <a:lnTo>
                  <a:pt x="0" y="0"/>
                </a:lnTo>
                <a:lnTo>
                  <a:pt x="0" y="77589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574827" y="3169412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123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587276" y="3230181"/>
            <a:ext cx="19638" cy="82146"/>
          </a:xfrm>
          <a:custGeom>
            <a:avLst/>
            <a:gdLst/>
            <a:ahLst/>
            <a:cxnLst/>
            <a:rect l="l" t="t" r="r" b="b"/>
            <a:pathLst>
              <a:path w="19638" h="82146">
                <a:moveTo>
                  <a:pt x="0" y="0"/>
                </a:moveTo>
                <a:lnTo>
                  <a:pt x="3541" y="8681"/>
                </a:lnTo>
                <a:lnTo>
                  <a:pt x="3541" y="82146"/>
                </a:lnTo>
                <a:lnTo>
                  <a:pt x="7512" y="69884"/>
                </a:lnTo>
                <a:lnTo>
                  <a:pt x="19638" y="69884"/>
                </a:lnTo>
                <a:lnTo>
                  <a:pt x="19638" y="44383"/>
                </a:lnTo>
                <a:lnTo>
                  <a:pt x="11590" y="36244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32663"/>
                </a:lnTo>
                <a:lnTo>
                  <a:pt x="11590" y="41344"/>
                </a:lnTo>
                <a:lnTo>
                  <a:pt x="8048" y="32663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598866" y="3332729"/>
            <a:ext cx="32087" cy="73573"/>
          </a:xfrm>
          <a:custGeom>
            <a:avLst/>
            <a:gdLst/>
            <a:ahLst/>
            <a:cxnLst/>
            <a:rect l="l" t="t" r="r" b="b"/>
            <a:pathLst>
              <a:path w="32087" h="73573">
                <a:moveTo>
                  <a:pt x="12019" y="40910"/>
                </a:moveTo>
                <a:lnTo>
                  <a:pt x="24038" y="53172"/>
                </a:lnTo>
                <a:lnTo>
                  <a:pt x="24038" y="44925"/>
                </a:lnTo>
                <a:lnTo>
                  <a:pt x="24038" y="53172"/>
                </a:lnTo>
                <a:lnTo>
                  <a:pt x="12019" y="40910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12262"/>
                </a:lnTo>
                <a:lnTo>
                  <a:pt x="12019" y="24524"/>
                </a:lnTo>
                <a:lnTo>
                  <a:pt x="24038" y="40910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53172"/>
                </a:lnTo>
                <a:lnTo>
                  <a:pt x="20068" y="65326"/>
                </a:lnTo>
                <a:lnTo>
                  <a:pt x="32087" y="73573"/>
                </a:lnTo>
                <a:lnTo>
                  <a:pt x="32087" y="40910"/>
                </a:lnTo>
                <a:lnTo>
                  <a:pt x="12019" y="409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582769" y="3284732"/>
            <a:ext cx="8048" cy="39858"/>
          </a:xfrm>
          <a:custGeom>
            <a:avLst/>
            <a:gdLst/>
            <a:ahLst/>
            <a:cxnLst/>
            <a:rect l="l" t="t" r="r" b="b"/>
            <a:pathLst>
              <a:path w="8048" h="39858">
                <a:moveTo>
                  <a:pt x="8048" y="39858"/>
                </a:moveTo>
                <a:lnTo>
                  <a:pt x="3541" y="3614"/>
                </a:lnTo>
                <a:lnTo>
                  <a:pt x="0" y="0"/>
                </a:lnTo>
                <a:lnTo>
                  <a:pt x="0" y="39858"/>
                </a:lnTo>
                <a:lnTo>
                  <a:pt x="8048" y="398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590817" y="3320467"/>
            <a:ext cx="24038" cy="36786"/>
          </a:xfrm>
          <a:custGeom>
            <a:avLst/>
            <a:gdLst/>
            <a:ahLst/>
            <a:cxnLst/>
            <a:rect l="l" t="t" r="r" b="b"/>
            <a:pathLst>
              <a:path w="24038" h="36786">
                <a:moveTo>
                  <a:pt x="0" y="8247"/>
                </a:moveTo>
                <a:lnTo>
                  <a:pt x="0" y="36786"/>
                </a:lnTo>
                <a:lnTo>
                  <a:pt x="8048" y="36786"/>
                </a:lnTo>
                <a:lnTo>
                  <a:pt x="8048" y="24524"/>
                </a:lnTo>
                <a:lnTo>
                  <a:pt x="12019" y="12262"/>
                </a:lnTo>
                <a:lnTo>
                  <a:pt x="24038" y="12262"/>
                </a:lnTo>
                <a:lnTo>
                  <a:pt x="12019" y="4123"/>
                </a:lnTo>
                <a:lnTo>
                  <a:pt x="0" y="0"/>
                </a:lnTo>
                <a:lnTo>
                  <a:pt x="0" y="82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618934" y="3406303"/>
            <a:ext cx="46682" cy="171455"/>
          </a:xfrm>
          <a:custGeom>
            <a:avLst/>
            <a:gdLst/>
            <a:ahLst/>
            <a:cxnLst/>
            <a:rect l="l" t="t" r="r" b="b"/>
            <a:pathLst>
              <a:path w="46682" h="171455">
                <a:moveTo>
                  <a:pt x="12019" y="0"/>
                </a:moveTo>
                <a:lnTo>
                  <a:pt x="0" y="0"/>
                </a:lnTo>
                <a:lnTo>
                  <a:pt x="7941" y="24524"/>
                </a:lnTo>
                <a:lnTo>
                  <a:pt x="7941" y="32663"/>
                </a:lnTo>
                <a:lnTo>
                  <a:pt x="15990" y="57188"/>
                </a:lnTo>
                <a:lnTo>
                  <a:pt x="15990" y="65326"/>
                </a:lnTo>
                <a:lnTo>
                  <a:pt x="24038" y="89851"/>
                </a:lnTo>
                <a:lnTo>
                  <a:pt x="24038" y="97990"/>
                </a:lnTo>
                <a:lnTo>
                  <a:pt x="32087" y="122514"/>
                </a:lnTo>
                <a:lnTo>
                  <a:pt x="32087" y="130653"/>
                </a:lnTo>
                <a:lnTo>
                  <a:pt x="40028" y="155178"/>
                </a:lnTo>
                <a:lnTo>
                  <a:pt x="28009" y="155178"/>
                </a:lnTo>
                <a:lnTo>
                  <a:pt x="28009" y="166029"/>
                </a:lnTo>
                <a:lnTo>
                  <a:pt x="33482" y="171455"/>
                </a:lnTo>
                <a:lnTo>
                  <a:pt x="46682" y="171455"/>
                </a:lnTo>
                <a:lnTo>
                  <a:pt x="44106" y="134777"/>
                </a:lnTo>
                <a:lnTo>
                  <a:pt x="44106" y="142915"/>
                </a:lnTo>
                <a:lnTo>
                  <a:pt x="44106" y="130653"/>
                </a:lnTo>
                <a:lnTo>
                  <a:pt x="36058" y="102113"/>
                </a:lnTo>
                <a:lnTo>
                  <a:pt x="36058" y="110252"/>
                </a:lnTo>
                <a:lnTo>
                  <a:pt x="36058" y="97990"/>
                </a:lnTo>
                <a:lnTo>
                  <a:pt x="28009" y="69450"/>
                </a:lnTo>
                <a:lnTo>
                  <a:pt x="28009" y="77589"/>
                </a:lnTo>
                <a:lnTo>
                  <a:pt x="28009" y="65326"/>
                </a:lnTo>
                <a:lnTo>
                  <a:pt x="20068" y="36678"/>
                </a:lnTo>
                <a:lnTo>
                  <a:pt x="20068" y="44925"/>
                </a:lnTo>
                <a:lnTo>
                  <a:pt x="20068" y="32663"/>
                </a:lnTo>
                <a:lnTo>
                  <a:pt x="12019" y="4015"/>
                </a:lnTo>
                <a:lnTo>
                  <a:pt x="12019" y="12262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630953" y="3406303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015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639002" y="3438967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015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646943" y="3471630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598866" y="3357254"/>
            <a:ext cx="60096" cy="204227"/>
          </a:xfrm>
          <a:custGeom>
            <a:avLst/>
            <a:gdLst/>
            <a:ahLst/>
            <a:cxnLst/>
            <a:rect l="l" t="t" r="r" b="b"/>
            <a:pathLst>
              <a:path w="60096" h="204227">
                <a:moveTo>
                  <a:pt x="52155" y="171564"/>
                </a:moveTo>
                <a:lnTo>
                  <a:pt x="44106" y="147039"/>
                </a:lnTo>
                <a:lnTo>
                  <a:pt x="44106" y="138900"/>
                </a:lnTo>
                <a:lnTo>
                  <a:pt x="40136" y="159301"/>
                </a:lnTo>
                <a:lnTo>
                  <a:pt x="40136" y="167440"/>
                </a:lnTo>
                <a:lnTo>
                  <a:pt x="40136" y="159301"/>
                </a:lnTo>
                <a:lnTo>
                  <a:pt x="44106" y="138900"/>
                </a:lnTo>
                <a:lnTo>
                  <a:pt x="36058" y="114376"/>
                </a:lnTo>
                <a:lnTo>
                  <a:pt x="36058" y="106237"/>
                </a:lnTo>
                <a:lnTo>
                  <a:pt x="32087" y="126638"/>
                </a:lnTo>
                <a:lnTo>
                  <a:pt x="32087" y="134777"/>
                </a:lnTo>
                <a:lnTo>
                  <a:pt x="32087" y="126638"/>
                </a:lnTo>
                <a:lnTo>
                  <a:pt x="36058" y="106237"/>
                </a:lnTo>
                <a:lnTo>
                  <a:pt x="28009" y="81712"/>
                </a:lnTo>
                <a:lnTo>
                  <a:pt x="28009" y="73573"/>
                </a:lnTo>
                <a:lnTo>
                  <a:pt x="24038" y="93975"/>
                </a:lnTo>
                <a:lnTo>
                  <a:pt x="24038" y="102113"/>
                </a:lnTo>
                <a:lnTo>
                  <a:pt x="24038" y="93975"/>
                </a:lnTo>
                <a:lnTo>
                  <a:pt x="28009" y="73573"/>
                </a:lnTo>
                <a:lnTo>
                  <a:pt x="20068" y="49049"/>
                </a:lnTo>
                <a:lnTo>
                  <a:pt x="32087" y="49049"/>
                </a:lnTo>
                <a:lnTo>
                  <a:pt x="20068" y="40802"/>
                </a:lnTo>
                <a:lnTo>
                  <a:pt x="15990" y="61311"/>
                </a:lnTo>
                <a:lnTo>
                  <a:pt x="15990" y="69450"/>
                </a:lnTo>
                <a:lnTo>
                  <a:pt x="15990" y="61311"/>
                </a:lnTo>
                <a:lnTo>
                  <a:pt x="20068" y="40802"/>
                </a:lnTo>
                <a:lnTo>
                  <a:pt x="8048" y="28648"/>
                </a:lnTo>
                <a:lnTo>
                  <a:pt x="0" y="0"/>
                </a:lnTo>
                <a:lnTo>
                  <a:pt x="0" y="40802"/>
                </a:lnTo>
                <a:lnTo>
                  <a:pt x="8048" y="40802"/>
                </a:lnTo>
                <a:lnTo>
                  <a:pt x="8048" y="36786"/>
                </a:lnTo>
                <a:lnTo>
                  <a:pt x="8048" y="73573"/>
                </a:lnTo>
                <a:lnTo>
                  <a:pt x="15990" y="73573"/>
                </a:lnTo>
                <a:lnTo>
                  <a:pt x="15990" y="106237"/>
                </a:lnTo>
                <a:lnTo>
                  <a:pt x="24038" y="106237"/>
                </a:lnTo>
                <a:lnTo>
                  <a:pt x="24038" y="138900"/>
                </a:lnTo>
                <a:lnTo>
                  <a:pt x="32087" y="138900"/>
                </a:lnTo>
                <a:lnTo>
                  <a:pt x="32087" y="171564"/>
                </a:lnTo>
                <a:lnTo>
                  <a:pt x="40136" y="171564"/>
                </a:lnTo>
                <a:lnTo>
                  <a:pt x="40136" y="204227"/>
                </a:lnTo>
                <a:lnTo>
                  <a:pt x="60096" y="204227"/>
                </a:lnTo>
                <a:lnTo>
                  <a:pt x="52155" y="179702"/>
                </a:lnTo>
                <a:lnTo>
                  <a:pt x="52155" y="171564"/>
                </a:lnTo>
                <a:lnTo>
                  <a:pt x="48077" y="191965"/>
                </a:lnTo>
                <a:lnTo>
                  <a:pt x="48077" y="200103"/>
                </a:lnTo>
                <a:lnTo>
                  <a:pt x="48077" y="191965"/>
                </a:lnTo>
                <a:lnTo>
                  <a:pt x="52155" y="171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719167" y="3781986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727215" y="3814650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743205" y="3879976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0509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524"/>
                </a:lnTo>
                <a:lnTo>
                  <a:pt x="0" y="4123"/>
                </a:lnTo>
                <a:lnTo>
                  <a:pt x="8048" y="24524"/>
                </a:lnTo>
                <a:lnTo>
                  <a:pt x="8048" y="20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735264" y="3929026"/>
            <a:ext cx="40028" cy="106128"/>
          </a:xfrm>
          <a:custGeom>
            <a:avLst/>
            <a:gdLst/>
            <a:ahLst/>
            <a:cxnLst/>
            <a:rect l="l" t="t" r="r" b="b"/>
            <a:pathLst>
              <a:path w="40028" h="106128">
                <a:moveTo>
                  <a:pt x="19960" y="40802"/>
                </a:moveTo>
                <a:lnTo>
                  <a:pt x="31980" y="53064"/>
                </a:lnTo>
                <a:lnTo>
                  <a:pt x="31980" y="44925"/>
                </a:lnTo>
                <a:lnTo>
                  <a:pt x="31980" y="53064"/>
                </a:lnTo>
                <a:lnTo>
                  <a:pt x="19960" y="40802"/>
                </a:lnTo>
                <a:lnTo>
                  <a:pt x="19960" y="32663"/>
                </a:lnTo>
                <a:lnTo>
                  <a:pt x="7941" y="28539"/>
                </a:lnTo>
                <a:lnTo>
                  <a:pt x="19960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20401"/>
                </a:lnTo>
                <a:lnTo>
                  <a:pt x="19960" y="32663"/>
                </a:lnTo>
                <a:lnTo>
                  <a:pt x="31980" y="40802"/>
                </a:lnTo>
                <a:lnTo>
                  <a:pt x="31980" y="8138"/>
                </a:lnTo>
                <a:lnTo>
                  <a:pt x="12019" y="8138"/>
                </a:lnTo>
                <a:lnTo>
                  <a:pt x="7941" y="20401"/>
                </a:lnTo>
                <a:lnTo>
                  <a:pt x="0" y="0"/>
                </a:lnTo>
                <a:lnTo>
                  <a:pt x="0" y="32663"/>
                </a:lnTo>
                <a:lnTo>
                  <a:pt x="7941" y="32663"/>
                </a:lnTo>
                <a:lnTo>
                  <a:pt x="15990" y="53064"/>
                </a:lnTo>
                <a:lnTo>
                  <a:pt x="15990" y="61203"/>
                </a:lnTo>
                <a:lnTo>
                  <a:pt x="28009" y="65326"/>
                </a:lnTo>
                <a:lnTo>
                  <a:pt x="21355" y="106128"/>
                </a:lnTo>
                <a:lnTo>
                  <a:pt x="34662" y="106128"/>
                </a:lnTo>
                <a:lnTo>
                  <a:pt x="40028" y="100703"/>
                </a:lnTo>
                <a:lnTo>
                  <a:pt x="40028" y="40802"/>
                </a:lnTo>
                <a:lnTo>
                  <a:pt x="19960" y="408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735264" y="3847313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123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646943" y="3553343"/>
            <a:ext cx="112359" cy="396084"/>
          </a:xfrm>
          <a:custGeom>
            <a:avLst/>
            <a:gdLst/>
            <a:ahLst/>
            <a:cxnLst/>
            <a:rect l="l" t="t" r="r" b="b"/>
            <a:pathLst>
              <a:path w="112359" h="396084">
                <a:moveTo>
                  <a:pt x="80272" y="351158"/>
                </a:moveTo>
                <a:lnTo>
                  <a:pt x="88320" y="363420"/>
                </a:lnTo>
                <a:lnTo>
                  <a:pt x="88320" y="375683"/>
                </a:lnTo>
                <a:lnTo>
                  <a:pt x="96262" y="396084"/>
                </a:lnTo>
                <a:lnTo>
                  <a:pt x="100340" y="383821"/>
                </a:lnTo>
                <a:lnTo>
                  <a:pt x="112359" y="383821"/>
                </a:lnTo>
                <a:lnTo>
                  <a:pt x="104310" y="363420"/>
                </a:lnTo>
                <a:lnTo>
                  <a:pt x="100340" y="375683"/>
                </a:lnTo>
                <a:lnTo>
                  <a:pt x="104310" y="363420"/>
                </a:lnTo>
                <a:lnTo>
                  <a:pt x="92291" y="351158"/>
                </a:lnTo>
                <a:lnTo>
                  <a:pt x="84242" y="326633"/>
                </a:lnTo>
                <a:lnTo>
                  <a:pt x="84242" y="318495"/>
                </a:lnTo>
                <a:lnTo>
                  <a:pt x="80272" y="338896"/>
                </a:lnTo>
                <a:lnTo>
                  <a:pt x="80272" y="347143"/>
                </a:lnTo>
                <a:lnTo>
                  <a:pt x="80272" y="338896"/>
                </a:lnTo>
                <a:lnTo>
                  <a:pt x="84242" y="318495"/>
                </a:lnTo>
                <a:lnTo>
                  <a:pt x="76194" y="293970"/>
                </a:lnTo>
                <a:lnTo>
                  <a:pt x="76194" y="285831"/>
                </a:lnTo>
                <a:lnTo>
                  <a:pt x="72223" y="306232"/>
                </a:lnTo>
                <a:lnTo>
                  <a:pt x="72223" y="314371"/>
                </a:lnTo>
                <a:lnTo>
                  <a:pt x="72223" y="306232"/>
                </a:lnTo>
                <a:lnTo>
                  <a:pt x="76194" y="285831"/>
                </a:lnTo>
                <a:lnTo>
                  <a:pt x="68252" y="261307"/>
                </a:lnTo>
                <a:lnTo>
                  <a:pt x="68252" y="253168"/>
                </a:lnTo>
                <a:lnTo>
                  <a:pt x="64174" y="273569"/>
                </a:lnTo>
                <a:lnTo>
                  <a:pt x="64174" y="281708"/>
                </a:lnTo>
                <a:lnTo>
                  <a:pt x="64174" y="273569"/>
                </a:lnTo>
                <a:lnTo>
                  <a:pt x="68252" y="253168"/>
                </a:lnTo>
                <a:lnTo>
                  <a:pt x="60204" y="228643"/>
                </a:lnTo>
                <a:lnTo>
                  <a:pt x="60204" y="212366"/>
                </a:lnTo>
                <a:lnTo>
                  <a:pt x="56233" y="240906"/>
                </a:lnTo>
                <a:lnTo>
                  <a:pt x="56233" y="249044"/>
                </a:lnTo>
                <a:lnTo>
                  <a:pt x="56233" y="240906"/>
                </a:lnTo>
                <a:lnTo>
                  <a:pt x="60204" y="212366"/>
                </a:lnTo>
                <a:lnTo>
                  <a:pt x="52155" y="187841"/>
                </a:lnTo>
                <a:lnTo>
                  <a:pt x="52155" y="179702"/>
                </a:lnTo>
                <a:lnTo>
                  <a:pt x="48184" y="200103"/>
                </a:lnTo>
                <a:lnTo>
                  <a:pt x="48184" y="208242"/>
                </a:lnTo>
                <a:lnTo>
                  <a:pt x="48184" y="200103"/>
                </a:lnTo>
                <a:lnTo>
                  <a:pt x="52155" y="179702"/>
                </a:lnTo>
                <a:lnTo>
                  <a:pt x="44106" y="155178"/>
                </a:lnTo>
                <a:lnTo>
                  <a:pt x="44106" y="146930"/>
                </a:lnTo>
                <a:lnTo>
                  <a:pt x="40136" y="167440"/>
                </a:lnTo>
                <a:lnTo>
                  <a:pt x="40136" y="175579"/>
                </a:lnTo>
                <a:lnTo>
                  <a:pt x="40136" y="167440"/>
                </a:lnTo>
                <a:lnTo>
                  <a:pt x="44106" y="146930"/>
                </a:lnTo>
                <a:lnTo>
                  <a:pt x="36165" y="122514"/>
                </a:lnTo>
                <a:lnTo>
                  <a:pt x="36165" y="114267"/>
                </a:lnTo>
                <a:lnTo>
                  <a:pt x="32087" y="134777"/>
                </a:lnTo>
                <a:lnTo>
                  <a:pt x="32087" y="142915"/>
                </a:lnTo>
                <a:lnTo>
                  <a:pt x="32087" y="134777"/>
                </a:lnTo>
                <a:lnTo>
                  <a:pt x="36165" y="114267"/>
                </a:lnTo>
                <a:lnTo>
                  <a:pt x="28116" y="89851"/>
                </a:lnTo>
                <a:lnTo>
                  <a:pt x="40136" y="89851"/>
                </a:lnTo>
                <a:lnTo>
                  <a:pt x="32087" y="61203"/>
                </a:lnTo>
                <a:lnTo>
                  <a:pt x="40136" y="89851"/>
                </a:lnTo>
                <a:lnTo>
                  <a:pt x="40136" y="57079"/>
                </a:lnTo>
                <a:lnTo>
                  <a:pt x="32087" y="57079"/>
                </a:lnTo>
                <a:lnTo>
                  <a:pt x="32087" y="69341"/>
                </a:lnTo>
                <a:lnTo>
                  <a:pt x="28116" y="81604"/>
                </a:lnTo>
                <a:lnTo>
                  <a:pt x="24145" y="102005"/>
                </a:lnTo>
                <a:lnTo>
                  <a:pt x="24146" y="110252"/>
                </a:lnTo>
                <a:lnTo>
                  <a:pt x="24145" y="102005"/>
                </a:lnTo>
                <a:lnTo>
                  <a:pt x="28116" y="81604"/>
                </a:lnTo>
                <a:lnTo>
                  <a:pt x="16097" y="69341"/>
                </a:lnTo>
                <a:lnTo>
                  <a:pt x="12019" y="0"/>
                </a:lnTo>
                <a:lnTo>
                  <a:pt x="8048" y="44925"/>
                </a:lnTo>
                <a:lnTo>
                  <a:pt x="5473" y="0"/>
                </a:lnTo>
                <a:lnTo>
                  <a:pt x="0" y="5425"/>
                </a:lnTo>
                <a:lnTo>
                  <a:pt x="0" y="41778"/>
                </a:lnTo>
                <a:lnTo>
                  <a:pt x="8048" y="49917"/>
                </a:lnTo>
                <a:lnTo>
                  <a:pt x="11590" y="53498"/>
                </a:lnTo>
                <a:lnTo>
                  <a:pt x="16097" y="81604"/>
                </a:lnTo>
                <a:lnTo>
                  <a:pt x="16097" y="77589"/>
                </a:lnTo>
                <a:lnTo>
                  <a:pt x="16097" y="114267"/>
                </a:lnTo>
                <a:lnTo>
                  <a:pt x="24146" y="114267"/>
                </a:lnTo>
                <a:lnTo>
                  <a:pt x="24146" y="146930"/>
                </a:lnTo>
                <a:lnTo>
                  <a:pt x="32087" y="146930"/>
                </a:lnTo>
                <a:lnTo>
                  <a:pt x="32087" y="179702"/>
                </a:lnTo>
                <a:lnTo>
                  <a:pt x="40136" y="179702"/>
                </a:lnTo>
                <a:lnTo>
                  <a:pt x="40136" y="212366"/>
                </a:lnTo>
                <a:lnTo>
                  <a:pt x="48184" y="212366"/>
                </a:lnTo>
                <a:lnTo>
                  <a:pt x="48184" y="253168"/>
                </a:lnTo>
                <a:lnTo>
                  <a:pt x="56233" y="253168"/>
                </a:lnTo>
                <a:lnTo>
                  <a:pt x="56233" y="285831"/>
                </a:lnTo>
                <a:lnTo>
                  <a:pt x="64174" y="285831"/>
                </a:lnTo>
                <a:lnTo>
                  <a:pt x="64174" y="318495"/>
                </a:lnTo>
                <a:lnTo>
                  <a:pt x="72223" y="318495"/>
                </a:lnTo>
                <a:lnTo>
                  <a:pt x="72223" y="351158"/>
                </a:lnTo>
                <a:lnTo>
                  <a:pt x="80272" y="3511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727215" y="3904501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4524"/>
                </a:moveTo>
                <a:lnTo>
                  <a:pt x="8048" y="12262"/>
                </a:lnTo>
                <a:lnTo>
                  <a:pt x="0" y="0"/>
                </a:lnTo>
                <a:lnTo>
                  <a:pt x="0" y="24524"/>
                </a:lnTo>
                <a:lnTo>
                  <a:pt x="8048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743205" y="3961689"/>
            <a:ext cx="20068" cy="73465"/>
          </a:xfrm>
          <a:custGeom>
            <a:avLst/>
            <a:gdLst/>
            <a:ahLst/>
            <a:cxnLst/>
            <a:rect l="l" t="t" r="r" b="b"/>
            <a:pathLst>
              <a:path w="20068" h="73465">
                <a:moveTo>
                  <a:pt x="8048" y="32663"/>
                </a:moveTo>
                <a:lnTo>
                  <a:pt x="8048" y="68039"/>
                </a:lnTo>
                <a:lnTo>
                  <a:pt x="13414" y="73465"/>
                </a:lnTo>
                <a:lnTo>
                  <a:pt x="20068" y="32663"/>
                </a:lnTo>
                <a:lnTo>
                  <a:pt x="8048" y="28539"/>
                </a:lnTo>
                <a:lnTo>
                  <a:pt x="8048" y="2040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755225" y="3961689"/>
            <a:ext cx="12019" cy="8138"/>
          </a:xfrm>
          <a:custGeom>
            <a:avLst/>
            <a:gdLst/>
            <a:ahLst/>
            <a:cxnLst/>
            <a:rect l="l" t="t" r="r" b="b"/>
            <a:pathLst>
              <a:path w="12019" h="8138">
                <a:moveTo>
                  <a:pt x="0" y="0"/>
                </a:moveTo>
                <a:lnTo>
                  <a:pt x="0" y="8138"/>
                </a:lnTo>
                <a:lnTo>
                  <a:pt x="12019" y="813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652416" y="3553343"/>
            <a:ext cx="6546" cy="44925"/>
          </a:xfrm>
          <a:custGeom>
            <a:avLst/>
            <a:gdLst/>
            <a:ahLst/>
            <a:cxnLst/>
            <a:rect l="l" t="t" r="r" b="b"/>
            <a:pathLst>
              <a:path w="6546" h="44925">
                <a:moveTo>
                  <a:pt x="0" y="0"/>
                </a:moveTo>
                <a:lnTo>
                  <a:pt x="2575" y="44925"/>
                </a:lnTo>
                <a:lnTo>
                  <a:pt x="65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658963" y="3553343"/>
            <a:ext cx="20068" cy="69341"/>
          </a:xfrm>
          <a:custGeom>
            <a:avLst/>
            <a:gdLst/>
            <a:ahLst/>
            <a:cxnLst/>
            <a:rect l="l" t="t" r="r" b="b"/>
            <a:pathLst>
              <a:path w="20068" h="69341">
                <a:moveTo>
                  <a:pt x="0" y="0"/>
                </a:moveTo>
                <a:lnTo>
                  <a:pt x="4077" y="69341"/>
                </a:lnTo>
                <a:lnTo>
                  <a:pt x="8048" y="57079"/>
                </a:lnTo>
                <a:lnTo>
                  <a:pt x="20068" y="57079"/>
                </a:lnTo>
                <a:lnTo>
                  <a:pt x="20068" y="39825"/>
                </a:lnTo>
                <a:lnTo>
                  <a:pt x="12126" y="31645"/>
                </a:lnTo>
                <a:lnTo>
                  <a:pt x="12126" y="5425"/>
                </a:lnTo>
                <a:lnTo>
                  <a:pt x="6653" y="0"/>
                </a:lnTo>
                <a:lnTo>
                  <a:pt x="8585" y="27997"/>
                </a:lnTo>
                <a:lnTo>
                  <a:pt x="12126" y="36678"/>
                </a:lnTo>
                <a:lnTo>
                  <a:pt x="8585" y="27997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663041" y="3610422"/>
            <a:ext cx="15990" cy="24524"/>
          </a:xfrm>
          <a:custGeom>
            <a:avLst/>
            <a:gdLst/>
            <a:ahLst/>
            <a:cxnLst/>
            <a:rect l="l" t="t" r="r" b="b"/>
            <a:pathLst>
              <a:path w="15990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654992" y="3603260"/>
            <a:ext cx="8048" cy="31686"/>
          </a:xfrm>
          <a:custGeom>
            <a:avLst/>
            <a:gdLst/>
            <a:ahLst/>
            <a:cxnLst/>
            <a:rect l="l" t="t" r="r" b="b"/>
            <a:pathLst>
              <a:path w="8048" h="31686">
                <a:moveTo>
                  <a:pt x="8048" y="31686"/>
                </a:moveTo>
                <a:lnTo>
                  <a:pt x="3541" y="3581"/>
                </a:lnTo>
                <a:lnTo>
                  <a:pt x="0" y="0"/>
                </a:lnTo>
                <a:lnTo>
                  <a:pt x="0" y="31686"/>
                </a:lnTo>
                <a:lnTo>
                  <a:pt x="8048" y="31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675060" y="3643194"/>
            <a:ext cx="84242" cy="293970"/>
          </a:xfrm>
          <a:custGeom>
            <a:avLst/>
            <a:gdLst/>
            <a:ahLst/>
            <a:cxnLst/>
            <a:rect l="l" t="t" r="r" b="b"/>
            <a:pathLst>
              <a:path w="84242" h="293970">
                <a:moveTo>
                  <a:pt x="12019" y="0"/>
                </a:moveTo>
                <a:lnTo>
                  <a:pt x="0" y="0"/>
                </a:lnTo>
                <a:lnTo>
                  <a:pt x="8048" y="24416"/>
                </a:lnTo>
                <a:lnTo>
                  <a:pt x="8048" y="32663"/>
                </a:lnTo>
                <a:lnTo>
                  <a:pt x="15990" y="57079"/>
                </a:lnTo>
                <a:lnTo>
                  <a:pt x="15990" y="65326"/>
                </a:lnTo>
                <a:lnTo>
                  <a:pt x="24038" y="89851"/>
                </a:lnTo>
                <a:lnTo>
                  <a:pt x="24038" y="97990"/>
                </a:lnTo>
                <a:lnTo>
                  <a:pt x="32087" y="122514"/>
                </a:lnTo>
                <a:lnTo>
                  <a:pt x="32087" y="138792"/>
                </a:lnTo>
                <a:lnTo>
                  <a:pt x="40136" y="163316"/>
                </a:lnTo>
                <a:lnTo>
                  <a:pt x="40136" y="171455"/>
                </a:lnTo>
                <a:lnTo>
                  <a:pt x="48077" y="195980"/>
                </a:lnTo>
                <a:lnTo>
                  <a:pt x="48077" y="204119"/>
                </a:lnTo>
                <a:lnTo>
                  <a:pt x="56126" y="228643"/>
                </a:lnTo>
                <a:lnTo>
                  <a:pt x="56126" y="236782"/>
                </a:lnTo>
                <a:lnTo>
                  <a:pt x="64174" y="261307"/>
                </a:lnTo>
                <a:lnTo>
                  <a:pt x="76194" y="273569"/>
                </a:lnTo>
                <a:lnTo>
                  <a:pt x="84242" y="293970"/>
                </a:lnTo>
                <a:lnTo>
                  <a:pt x="84242" y="261307"/>
                </a:lnTo>
                <a:lnTo>
                  <a:pt x="76194" y="261307"/>
                </a:lnTo>
                <a:lnTo>
                  <a:pt x="76194" y="265430"/>
                </a:lnTo>
                <a:lnTo>
                  <a:pt x="76194" y="261307"/>
                </a:lnTo>
                <a:lnTo>
                  <a:pt x="68145" y="249044"/>
                </a:lnTo>
                <a:lnTo>
                  <a:pt x="68145" y="236782"/>
                </a:lnTo>
                <a:lnTo>
                  <a:pt x="60204" y="208242"/>
                </a:lnTo>
                <a:lnTo>
                  <a:pt x="60204" y="216381"/>
                </a:lnTo>
                <a:lnTo>
                  <a:pt x="60204" y="204119"/>
                </a:lnTo>
                <a:lnTo>
                  <a:pt x="52155" y="175579"/>
                </a:lnTo>
                <a:lnTo>
                  <a:pt x="52155" y="183717"/>
                </a:lnTo>
                <a:lnTo>
                  <a:pt x="52155" y="171455"/>
                </a:lnTo>
                <a:lnTo>
                  <a:pt x="44106" y="142915"/>
                </a:lnTo>
                <a:lnTo>
                  <a:pt x="44106" y="151054"/>
                </a:lnTo>
                <a:lnTo>
                  <a:pt x="44106" y="138792"/>
                </a:lnTo>
                <a:lnTo>
                  <a:pt x="36058" y="110252"/>
                </a:lnTo>
                <a:lnTo>
                  <a:pt x="36058" y="97990"/>
                </a:lnTo>
                <a:lnTo>
                  <a:pt x="28116" y="69341"/>
                </a:lnTo>
                <a:lnTo>
                  <a:pt x="28116" y="77589"/>
                </a:lnTo>
                <a:lnTo>
                  <a:pt x="28116" y="65326"/>
                </a:lnTo>
                <a:lnTo>
                  <a:pt x="20068" y="36678"/>
                </a:lnTo>
                <a:lnTo>
                  <a:pt x="20068" y="44925"/>
                </a:lnTo>
                <a:lnTo>
                  <a:pt x="20068" y="32663"/>
                </a:lnTo>
                <a:lnTo>
                  <a:pt x="12019" y="4015"/>
                </a:lnTo>
                <a:lnTo>
                  <a:pt x="12019" y="12153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687079" y="3643194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153"/>
                </a:moveTo>
                <a:lnTo>
                  <a:pt x="0" y="4015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695128" y="3675857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015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703177" y="3708521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015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711118" y="3741184"/>
            <a:ext cx="8048" cy="40802"/>
          </a:xfrm>
          <a:custGeom>
            <a:avLst/>
            <a:gdLst/>
            <a:ahLst/>
            <a:cxnLst/>
            <a:rect l="l" t="t" r="r" b="b"/>
            <a:pathLst>
              <a:path w="8048" h="40802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40802"/>
                </a:lnTo>
                <a:lnTo>
                  <a:pt x="0" y="4015"/>
                </a:lnTo>
                <a:lnTo>
                  <a:pt x="8048" y="4080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823477" y="4272067"/>
            <a:ext cx="36058" cy="81680"/>
          </a:xfrm>
          <a:custGeom>
            <a:avLst/>
            <a:gdLst/>
            <a:ahLst/>
            <a:cxnLst/>
            <a:rect l="l" t="t" r="r" b="b"/>
            <a:pathLst>
              <a:path w="36058" h="81680">
                <a:moveTo>
                  <a:pt x="0" y="0"/>
                </a:moveTo>
                <a:lnTo>
                  <a:pt x="0" y="24513"/>
                </a:lnTo>
                <a:lnTo>
                  <a:pt x="7941" y="24513"/>
                </a:lnTo>
                <a:lnTo>
                  <a:pt x="7941" y="20422"/>
                </a:lnTo>
                <a:lnTo>
                  <a:pt x="7941" y="57177"/>
                </a:lnTo>
                <a:lnTo>
                  <a:pt x="15990" y="57177"/>
                </a:lnTo>
                <a:lnTo>
                  <a:pt x="24038" y="69428"/>
                </a:lnTo>
                <a:lnTo>
                  <a:pt x="36058" y="81680"/>
                </a:lnTo>
                <a:lnTo>
                  <a:pt x="28009" y="57177"/>
                </a:lnTo>
                <a:lnTo>
                  <a:pt x="20068" y="32674"/>
                </a:lnTo>
                <a:lnTo>
                  <a:pt x="32087" y="32674"/>
                </a:lnTo>
                <a:lnTo>
                  <a:pt x="24038" y="4091"/>
                </a:lnTo>
                <a:lnTo>
                  <a:pt x="32087" y="32674"/>
                </a:lnTo>
                <a:lnTo>
                  <a:pt x="32087" y="0"/>
                </a:lnTo>
                <a:lnTo>
                  <a:pt x="24038" y="0"/>
                </a:lnTo>
                <a:lnTo>
                  <a:pt x="24038" y="12251"/>
                </a:lnTo>
                <a:lnTo>
                  <a:pt x="20068" y="24513"/>
                </a:lnTo>
                <a:lnTo>
                  <a:pt x="15990" y="44925"/>
                </a:lnTo>
                <a:lnTo>
                  <a:pt x="15990" y="53096"/>
                </a:lnTo>
                <a:lnTo>
                  <a:pt x="15990" y="44925"/>
                </a:lnTo>
                <a:lnTo>
                  <a:pt x="20068" y="24513"/>
                </a:lnTo>
                <a:lnTo>
                  <a:pt x="7941" y="1225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831419" y="4223105"/>
            <a:ext cx="8048" cy="24459"/>
          </a:xfrm>
          <a:custGeom>
            <a:avLst/>
            <a:gdLst/>
            <a:ahLst/>
            <a:cxnLst/>
            <a:rect l="l" t="t" r="r" b="b"/>
            <a:pathLst>
              <a:path w="8048" h="24459">
                <a:moveTo>
                  <a:pt x="8048" y="20401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459"/>
                </a:lnTo>
                <a:lnTo>
                  <a:pt x="0" y="4015"/>
                </a:lnTo>
                <a:lnTo>
                  <a:pt x="8048" y="24459"/>
                </a:lnTo>
                <a:lnTo>
                  <a:pt x="8048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783341" y="4116867"/>
            <a:ext cx="64174" cy="179713"/>
          </a:xfrm>
          <a:custGeom>
            <a:avLst/>
            <a:gdLst/>
            <a:ahLst/>
            <a:cxnLst/>
            <a:rect l="l" t="t" r="r" b="b"/>
            <a:pathLst>
              <a:path w="64174" h="179713">
                <a:moveTo>
                  <a:pt x="52155" y="155199"/>
                </a:moveTo>
                <a:lnTo>
                  <a:pt x="60204" y="179713"/>
                </a:lnTo>
                <a:lnTo>
                  <a:pt x="64174" y="167451"/>
                </a:lnTo>
                <a:lnTo>
                  <a:pt x="64174" y="155199"/>
                </a:lnTo>
                <a:lnTo>
                  <a:pt x="56126" y="142948"/>
                </a:lnTo>
                <a:lnTo>
                  <a:pt x="44106" y="130696"/>
                </a:lnTo>
                <a:lnTo>
                  <a:pt x="36058" y="106237"/>
                </a:lnTo>
                <a:lnTo>
                  <a:pt x="36058" y="97990"/>
                </a:lnTo>
                <a:lnTo>
                  <a:pt x="32087" y="118499"/>
                </a:lnTo>
                <a:lnTo>
                  <a:pt x="32087" y="126638"/>
                </a:lnTo>
                <a:lnTo>
                  <a:pt x="32087" y="118499"/>
                </a:lnTo>
                <a:lnTo>
                  <a:pt x="36058" y="97990"/>
                </a:lnTo>
                <a:lnTo>
                  <a:pt x="28116" y="73573"/>
                </a:lnTo>
                <a:lnTo>
                  <a:pt x="28116" y="65326"/>
                </a:lnTo>
                <a:lnTo>
                  <a:pt x="24038" y="85727"/>
                </a:lnTo>
                <a:lnTo>
                  <a:pt x="24038" y="93975"/>
                </a:lnTo>
                <a:lnTo>
                  <a:pt x="24038" y="85727"/>
                </a:lnTo>
                <a:lnTo>
                  <a:pt x="28116" y="65326"/>
                </a:lnTo>
                <a:lnTo>
                  <a:pt x="20068" y="40802"/>
                </a:lnTo>
                <a:lnTo>
                  <a:pt x="15990" y="53064"/>
                </a:lnTo>
                <a:lnTo>
                  <a:pt x="15990" y="61311"/>
                </a:lnTo>
                <a:lnTo>
                  <a:pt x="15990" y="53064"/>
                </a:lnTo>
                <a:lnTo>
                  <a:pt x="20068" y="32663"/>
                </a:lnTo>
                <a:lnTo>
                  <a:pt x="8048" y="2040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lnTo>
                  <a:pt x="8048" y="28648"/>
                </a:lnTo>
                <a:lnTo>
                  <a:pt x="8048" y="65326"/>
                </a:lnTo>
                <a:lnTo>
                  <a:pt x="15990" y="65326"/>
                </a:lnTo>
                <a:lnTo>
                  <a:pt x="15990" y="97990"/>
                </a:lnTo>
                <a:lnTo>
                  <a:pt x="24038" y="97990"/>
                </a:lnTo>
                <a:lnTo>
                  <a:pt x="24038" y="130696"/>
                </a:lnTo>
                <a:lnTo>
                  <a:pt x="32087" y="130696"/>
                </a:lnTo>
                <a:lnTo>
                  <a:pt x="40136" y="142948"/>
                </a:lnTo>
                <a:lnTo>
                  <a:pt x="40136" y="155199"/>
                </a:lnTo>
                <a:lnTo>
                  <a:pt x="48077" y="167451"/>
                </a:lnTo>
                <a:lnTo>
                  <a:pt x="60204" y="179713"/>
                </a:lnTo>
                <a:lnTo>
                  <a:pt x="52155" y="15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815429" y="4247564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4502"/>
                </a:moveTo>
                <a:lnTo>
                  <a:pt x="8048" y="12251"/>
                </a:lnTo>
                <a:lnTo>
                  <a:pt x="0" y="0"/>
                </a:lnTo>
                <a:lnTo>
                  <a:pt x="0" y="24502"/>
                </a:lnTo>
                <a:lnTo>
                  <a:pt x="8048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851487" y="4304741"/>
            <a:ext cx="30692" cy="130686"/>
          </a:xfrm>
          <a:custGeom>
            <a:avLst/>
            <a:gdLst/>
            <a:ahLst/>
            <a:cxnLst/>
            <a:rect l="l" t="t" r="r" b="b"/>
            <a:pathLst>
              <a:path w="30692" h="130686">
                <a:moveTo>
                  <a:pt x="12019" y="20422"/>
                </a:moveTo>
                <a:lnTo>
                  <a:pt x="12019" y="0"/>
                </a:lnTo>
                <a:lnTo>
                  <a:pt x="4078" y="0"/>
                </a:lnTo>
                <a:lnTo>
                  <a:pt x="4077" y="12251"/>
                </a:lnTo>
                <a:lnTo>
                  <a:pt x="0" y="24502"/>
                </a:lnTo>
                <a:lnTo>
                  <a:pt x="8048" y="49005"/>
                </a:lnTo>
                <a:lnTo>
                  <a:pt x="8048" y="57177"/>
                </a:lnTo>
                <a:lnTo>
                  <a:pt x="16097" y="81680"/>
                </a:lnTo>
                <a:lnTo>
                  <a:pt x="16097" y="89851"/>
                </a:lnTo>
                <a:lnTo>
                  <a:pt x="24145" y="114354"/>
                </a:lnTo>
                <a:lnTo>
                  <a:pt x="12019" y="114354"/>
                </a:lnTo>
                <a:lnTo>
                  <a:pt x="12019" y="125206"/>
                </a:lnTo>
                <a:lnTo>
                  <a:pt x="17492" y="130686"/>
                </a:lnTo>
                <a:lnTo>
                  <a:pt x="30692" y="130686"/>
                </a:lnTo>
                <a:lnTo>
                  <a:pt x="28116" y="93931"/>
                </a:lnTo>
                <a:lnTo>
                  <a:pt x="28116" y="102102"/>
                </a:lnTo>
                <a:lnTo>
                  <a:pt x="28116" y="89851"/>
                </a:lnTo>
                <a:lnTo>
                  <a:pt x="20068" y="61257"/>
                </a:lnTo>
                <a:lnTo>
                  <a:pt x="20068" y="69428"/>
                </a:lnTo>
                <a:lnTo>
                  <a:pt x="20068" y="57177"/>
                </a:lnTo>
                <a:lnTo>
                  <a:pt x="12019" y="28594"/>
                </a:lnTo>
                <a:lnTo>
                  <a:pt x="12019" y="36754"/>
                </a:lnTo>
                <a:lnTo>
                  <a:pt x="12019" y="24502"/>
                </a:lnTo>
                <a:lnTo>
                  <a:pt x="4077" y="4091"/>
                </a:lnTo>
                <a:lnTo>
                  <a:pt x="12019" y="24502"/>
                </a:lnTo>
                <a:lnTo>
                  <a:pt x="12019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843545" y="4304741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12019" y="12251"/>
                </a:moveTo>
                <a:lnTo>
                  <a:pt x="12019" y="0"/>
                </a:lnTo>
                <a:lnTo>
                  <a:pt x="0" y="0"/>
                </a:lnTo>
                <a:lnTo>
                  <a:pt x="7941" y="24502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863506" y="4329244"/>
            <a:ext cx="8048" cy="32674"/>
          </a:xfrm>
          <a:custGeom>
            <a:avLst/>
            <a:gdLst/>
            <a:ahLst/>
            <a:cxnLst/>
            <a:rect l="l" t="t" r="r" b="b"/>
            <a:pathLst>
              <a:path w="8048" h="32674">
                <a:moveTo>
                  <a:pt x="0" y="12251"/>
                </a:moveTo>
                <a:lnTo>
                  <a:pt x="0" y="4091"/>
                </a:lnTo>
                <a:lnTo>
                  <a:pt x="8048" y="32674"/>
                </a:ln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879603" y="4394593"/>
            <a:ext cx="8048" cy="40834"/>
          </a:xfrm>
          <a:custGeom>
            <a:avLst/>
            <a:gdLst/>
            <a:ahLst/>
            <a:cxnLst/>
            <a:rect l="l" t="t" r="r" b="b"/>
            <a:pathLst>
              <a:path w="8048" h="40834">
                <a:moveTo>
                  <a:pt x="0" y="12251"/>
                </a:moveTo>
                <a:lnTo>
                  <a:pt x="0" y="4080"/>
                </a:lnTo>
                <a:lnTo>
                  <a:pt x="2575" y="40834"/>
                </a:lnTo>
                <a:lnTo>
                  <a:pt x="8048" y="35354"/>
                </a:ln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871555" y="4361919"/>
            <a:ext cx="8048" cy="32674"/>
          </a:xfrm>
          <a:custGeom>
            <a:avLst/>
            <a:gdLst/>
            <a:ahLst/>
            <a:cxnLst/>
            <a:rect l="l" t="t" r="r" b="b"/>
            <a:pathLst>
              <a:path w="8048" h="32674">
                <a:moveTo>
                  <a:pt x="0" y="12251"/>
                </a:moveTo>
                <a:lnTo>
                  <a:pt x="0" y="4080"/>
                </a:lnTo>
                <a:lnTo>
                  <a:pt x="8048" y="32674"/>
                </a:ln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839467" y="4329244"/>
            <a:ext cx="36165" cy="89851"/>
          </a:xfrm>
          <a:custGeom>
            <a:avLst/>
            <a:gdLst/>
            <a:ahLst/>
            <a:cxnLst/>
            <a:rect l="l" t="t" r="r" b="b"/>
            <a:pathLst>
              <a:path w="36165" h="89851">
                <a:moveTo>
                  <a:pt x="24038" y="89851"/>
                </a:moveTo>
                <a:lnTo>
                  <a:pt x="36165" y="89851"/>
                </a:lnTo>
                <a:lnTo>
                  <a:pt x="28116" y="65348"/>
                </a:lnTo>
                <a:lnTo>
                  <a:pt x="28116" y="57177"/>
                </a:lnTo>
                <a:lnTo>
                  <a:pt x="24038" y="77599"/>
                </a:lnTo>
                <a:lnTo>
                  <a:pt x="24038" y="85760"/>
                </a:lnTo>
                <a:lnTo>
                  <a:pt x="24038" y="77599"/>
                </a:lnTo>
                <a:lnTo>
                  <a:pt x="28116" y="57177"/>
                </a:lnTo>
                <a:lnTo>
                  <a:pt x="20068" y="32674"/>
                </a:lnTo>
                <a:lnTo>
                  <a:pt x="20068" y="24502"/>
                </a:lnTo>
                <a:lnTo>
                  <a:pt x="16097" y="44925"/>
                </a:lnTo>
                <a:lnTo>
                  <a:pt x="16097" y="53096"/>
                </a:lnTo>
                <a:lnTo>
                  <a:pt x="16097" y="44925"/>
                </a:lnTo>
                <a:lnTo>
                  <a:pt x="20068" y="24502"/>
                </a:lnTo>
                <a:lnTo>
                  <a:pt x="8048" y="12251"/>
                </a:lnTo>
                <a:lnTo>
                  <a:pt x="0" y="0"/>
                </a:lnTo>
                <a:lnTo>
                  <a:pt x="0" y="24502"/>
                </a:lnTo>
                <a:lnTo>
                  <a:pt x="8048" y="24502"/>
                </a:lnTo>
                <a:lnTo>
                  <a:pt x="8048" y="20422"/>
                </a:lnTo>
                <a:lnTo>
                  <a:pt x="8048" y="57177"/>
                </a:lnTo>
                <a:lnTo>
                  <a:pt x="16097" y="57177"/>
                </a:lnTo>
                <a:lnTo>
                  <a:pt x="16097" y="89851"/>
                </a:lnTo>
                <a:lnTo>
                  <a:pt x="24038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751254" y="4010738"/>
            <a:ext cx="40136" cy="106128"/>
          </a:xfrm>
          <a:custGeom>
            <a:avLst/>
            <a:gdLst/>
            <a:ahLst/>
            <a:cxnLst/>
            <a:rect l="l" t="t" r="r" b="b"/>
            <a:pathLst>
              <a:path w="40136" h="106128">
                <a:moveTo>
                  <a:pt x="32087" y="106128"/>
                </a:moveTo>
                <a:lnTo>
                  <a:pt x="32087" y="93866"/>
                </a:lnTo>
                <a:lnTo>
                  <a:pt x="36058" y="81604"/>
                </a:lnTo>
                <a:lnTo>
                  <a:pt x="28116" y="57188"/>
                </a:lnTo>
                <a:lnTo>
                  <a:pt x="40136" y="57188"/>
                </a:lnTo>
                <a:lnTo>
                  <a:pt x="32087" y="28539"/>
                </a:lnTo>
                <a:lnTo>
                  <a:pt x="40136" y="57188"/>
                </a:lnTo>
                <a:lnTo>
                  <a:pt x="40136" y="24416"/>
                </a:lnTo>
                <a:lnTo>
                  <a:pt x="32087" y="24416"/>
                </a:lnTo>
                <a:lnTo>
                  <a:pt x="32087" y="36678"/>
                </a:lnTo>
                <a:lnTo>
                  <a:pt x="28116" y="48940"/>
                </a:lnTo>
                <a:lnTo>
                  <a:pt x="24038" y="69341"/>
                </a:lnTo>
                <a:lnTo>
                  <a:pt x="24038" y="77589"/>
                </a:lnTo>
                <a:lnTo>
                  <a:pt x="24038" y="69341"/>
                </a:lnTo>
                <a:lnTo>
                  <a:pt x="28116" y="48940"/>
                </a:lnTo>
                <a:lnTo>
                  <a:pt x="15990" y="36678"/>
                </a:lnTo>
                <a:lnTo>
                  <a:pt x="12019" y="24416"/>
                </a:lnTo>
                <a:lnTo>
                  <a:pt x="8048" y="20401"/>
                </a:lnTo>
                <a:lnTo>
                  <a:pt x="12019" y="24416"/>
                </a:lnTo>
                <a:lnTo>
                  <a:pt x="15990" y="36678"/>
                </a:lnTo>
                <a:lnTo>
                  <a:pt x="20068" y="24416"/>
                </a:lnTo>
                <a:lnTo>
                  <a:pt x="8048" y="12262"/>
                </a:ln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18990"/>
                </a:lnTo>
                <a:lnTo>
                  <a:pt x="5365" y="24416"/>
                </a:lnTo>
                <a:lnTo>
                  <a:pt x="8048" y="24416"/>
                </a:lnTo>
                <a:lnTo>
                  <a:pt x="8048" y="48940"/>
                </a:lnTo>
                <a:lnTo>
                  <a:pt x="15990" y="48940"/>
                </a:lnTo>
                <a:lnTo>
                  <a:pt x="15990" y="44925"/>
                </a:lnTo>
                <a:lnTo>
                  <a:pt x="15990" y="81604"/>
                </a:lnTo>
                <a:lnTo>
                  <a:pt x="24038" y="81604"/>
                </a:lnTo>
                <a:lnTo>
                  <a:pt x="24038" y="106128"/>
                </a:lnTo>
                <a:lnTo>
                  <a:pt x="32087" y="106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759303" y="4010738"/>
            <a:ext cx="24038" cy="48940"/>
          </a:xfrm>
          <a:custGeom>
            <a:avLst/>
            <a:gdLst/>
            <a:ahLst/>
            <a:cxnLst/>
            <a:rect l="l" t="t" r="r" b="b"/>
            <a:pathLst>
              <a:path w="24038" h="48940">
                <a:moveTo>
                  <a:pt x="12019" y="24416"/>
                </a:moveTo>
                <a:lnTo>
                  <a:pt x="7941" y="36678"/>
                </a:lnTo>
                <a:lnTo>
                  <a:pt x="20068" y="48940"/>
                </a:lnTo>
                <a:lnTo>
                  <a:pt x="24038" y="36678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12019" y="24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787312" y="4067926"/>
            <a:ext cx="60204" cy="204140"/>
          </a:xfrm>
          <a:custGeom>
            <a:avLst/>
            <a:gdLst/>
            <a:ahLst/>
            <a:cxnLst/>
            <a:rect l="l" t="t" r="r" b="b"/>
            <a:pathLst>
              <a:path w="60204" h="204140">
                <a:moveTo>
                  <a:pt x="12019" y="20401"/>
                </a:moveTo>
                <a:lnTo>
                  <a:pt x="12019" y="0"/>
                </a:lnTo>
                <a:lnTo>
                  <a:pt x="4078" y="0"/>
                </a:lnTo>
                <a:lnTo>
                  <a:pt x="4077" y="12153"/>
                </a:lnTo>
                <a:lnTo>
                  <a:pt x="0" y="24416"/>
                </a:lnTo>
                <a:lnTo>
                  <a:pt x="8048" y="48940"/>
                </a:lnTo>
                <a:lnTo>
                  <a:pt x="8048" y="57079"/>
                </a:lnTo>
                <a:lnTo>
                  <a:pt x="16097" y="81604"/>
                </a:lnTo>
                <a:lnTo>
                  <a:pt x="12019" y="102005"/>
                </a:lnTo>
                <a:lnTo>
                  <a:pt x="16097" y="89742"/>
                </a:lnTo>
                <a:lnTo>
                  <a:pt x="24145" y="114267"/>
                </a:lnTo>
                <a:lnTo>
                  <a:pt x="24145" y="122514"/>
                </a:lnTo>
                <a:lnTo>
                  <a:pt x="32087" y="146930"/>
                </a:lnTo>
                <a:lnTo>
                  <a:pt x="32087" y="155178"/>
                </a:lnTo>
                <a:lnTo>
                  <a:pt x="40136" y="179637"/>
                </a:lnTo>
                <a:lnTo>
                  <a:pt x="52155" y="191889"/>
                </a:lnTo>
                <a:lnTo>
                  <a:pt x="60204" y="204140"/>
                </a:lnTo>
                <a:lnTo>
                  <a:pt x="60204" y="179637"/>
                </a:lnTo>
                <a:lnTo>
                  <a:pt x="52155" y="179637"/>
                </a:lnTo>
                <a:lnTo>
                  <a:pt x="52155" y="183728"/>
                </a:lnTo>
                <a:lnTo>
                  <a:pt x="52155" y="179637"/>
                </a:lnTo>
                <a:lnTo>
                  <a:pt x="44106" y="167440"/>
                </a:lnTo>
                <a:lnTo>
                  <a:pt x="44106" y="155178"/>
                </a:lnTo>
                <a:lnTo>
                  <a:pt x="36165" y="126529"/>
                </a:lnTo>
                <a:lnTo>
                  <a:pt x="36165" y="134668"/>
                </a:lnTo>
                <a:lnTo>
                  <a:pt x="36165" y="122514"/>
                </a:lnTo>
                <a:lnTo>
                  <a:pt x="28116" y="93866"/>
                </a:lnTo>
                <a:lnTo>
                  <a:pt x="28116" y="102005"/>
                </a:lnTo>
                <a:lnTo>
                  <a:pt x="28116" y="89742"/>
                </a:lnTo>
                <a:lnTo>
                  <a:pt x="20068" y="61203"/>
                </a:lnTo>
                <a:lnTo>
                  <a:pt x="20068" y="69341"/>
                </a:lnTo>
                <a:lnTo>
                  <a:pt x="20068" y="57079"/>
                </a:lnTo>
                <a:lnTo>
                  <a:pt x="12019" y="28539"/>
                </a:lnTo>
                <a:lnTo>
                  <a:pt x="12019" y="36678"/>
                </a:lnTo>
                <a:lnTo>
                  <a:pt x="12019" y="24416"/>
                </a:lnTo>
                <a:lnTo>
                  <a:pt x="4077" y="4015"/>
                </a:lnTo>
                <a:lnTo>
                  <a:pt x="12019" y="24416"/>
                </a:lnTo>
                <a:lnTo>
                  <a:pt x="12019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783341" y="4092343"/>
            <a:ext cx="20068" cy="57188"/>
          </a:xfrm>
          <a:custGeom>
            <a:avLst/>
            <a:gdLst/>
            <a:ahLst/>
            <a:cxnLst/>
            <a:rect l="l" t="t" r="r" b="b"/>
            <a:pathLst>
              <a:path w="20068" h="57188">
                <a:moveTo>
                  <a:pt x="20068" y="57188"/>
                </a:moveTo>
                <a:lnTo>
                  <a:pt x="12019" y="32663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44925"/>
                </a:lnTo>
                <a:lnTo>
                  <a:pt x="20068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779371" y="4067926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0" y="0"/>
                </a:moveTo>
                <a:lnTo>
                  <a:pt x="7941" y="24416"/>
                </a:lnTo>
                <a:lnTo>
                  <a:pt x="12019" y="12153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799331" y="4092343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807380" y="4125006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815429" y="4157669"/>
            <a:ext cx="8048" cy="32771"/>
          </a:xfrm>
          <a:custGeom>
            <a:avLst/>
            <a:gdLst/>
            <a:ahLst/>
            <a:cxnLst/>
            <a:rect l="l" t="t" r="r" b="b"/>
            <a:pathLst>
              <a:path w="8048" h="32771">
                <a:moveTo>
                  <a:pt x="0" y="12262"/>
                </a:moveTo>
                <a:lnTo>
                  <a:pt x="0" y="4123"/>
                </a:lnTo>
                <a:lnTo>
                  <a:pt x="8048" y="32771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823477" y="4190441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153"/>
                </a:moveTo>
                <a:lnTo>
                  <a:pt x="0" y="4015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879603" y="4468102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4502"/>
                </a:moveTo>
                <a:lnTo>
                  <a:pt x="8048" y="12251"/>
                </a:lnTo>
                <a:lnTo>
                  <a:pt x="0" y="0"/>
                </a:lnTo>
                <a:lnTo>
                  <a:pt x="0" y="24502"/>
                </a:lnTo>
                <a:lnTo>
                  <a:pt x="8048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911691" y="4525279"/>
            <a:ext cx="24038" cy="89840"/>
          </a:xfrm>
          <a:custGeom>
            <a:avLst/>
            <a:gdLst/>
            <a:ahLst/>
            <a:cxnLst/>
            <a:rect l="l" t="t" r="r" b="b"/>
            <a:pathLst>
              <a:path w="24038" h="89840">
                <a:moveTo>
                  <a:pt x="15990" y="36754"/>
                </a:moveTo>
                <a:lnTo>
                  <a:pt x="24038" y="49005"/>
                </a:lnTo>
                <a:lnTo>
                  <a:pt x="24038" y="24502"/>
                </a:lnTo>
                <a:lnTo>
                  <a:pt x="15990" y="24502"/>
                </a:lnTo>
                <a:lnTo>
                  <a:pt x="8048" y="4080"/>
                </a:lnTo>
                <a:lnTo>
                  <a:pt x="15990" y="24502"/>
                </a:lnTo>
                <a:lnTo>
                  <a:pt x="15990" y="0"/>
                </a:lnTo>
                <a:lnTo>
                  <a:pt x="8048" y="0"/>
                </a:lnTo>
                <a:lnTo>
                  <a:pt x="8048" y="12251"/>
                </a:lnTo>
                <a:lnTo>
                  <a:pt x="3970" y="24502"/>
                </a:lnTo>
                <a:lnTo>
                  <a:pt x="0" y="36754"/>
                </a:lnTo>
                <a:lnTo>
                  <a:pt x="0" y="49005"/>
                </a:lnTo>
                <a:lnTo>
                  <a:pt x="8048" y="61257"/>
                </a:lnTo>
                <a:lnTo>
                  <a:pt x="8048" y="69428"/>
                </a:lnTo>
                <a:lnTo>
                  <a:pt x="8048" y="61257"/>
                </a:lnTo>
                <a:lnTo>
                  <a:pt x="0" y="49005"/>
                </a:lnTo>
                <a:lnTo>
                  <a:pt x="0" y="73508"/>
                </a:lnTo>
                <a:lnTo>
                  <a:pt x="8048" y="73508"/>
                </a:lnTo>
                <a:lnTo>
                  <a:pt x="8048" y="89840"/>
                </a:lnTo>
                <a:lnTo>
                  <a:pt x="15990" y="89840"/>
                </a:lnTo>
                <a:lnTo>
                  <a:pt x="15990" y="77589"/>
                </a:lnTo>
                <a:lnTo>
                  <a:pt x="20068" y="73508"/>
                </a:lnTo>
                <a:lnTo>
                  <a:pt x="12019" y="49005"/>
                </a:lnTo>
                <a:lnTo>
                  <a:pt x="0" y="44925"/>
                </a:lnTo>
                <a:lnTo>
                  <a:pt x="12019" y="49005"/>
                </a:lnTo>
                <a:lnTo>
                  <a:pt x="15990" y="36754"/>
                </a:lnTo>
                <a:lnTo>
                  <a:pt x="15990" y="28583"/>
                </a:lnTo>
                <a:lnTo>
                  <a:pt x="15990" y="36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907720" y="4525279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0" y="0"/>
                </a:moveTo>
                <a:lnTo>
                  <a:pt x="7941" y="24502"/>
                </a:lnTo>
                <a:lnTo>
                  <a:pt x="12019" y="12251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931759" y="4586536"/>
            <a:ext cx="12019" cy="28583"/>
          </a:xfrm>
          <a:custGeom>
            <a:avLst/>
            <a:gdLst/>
            <a:ahLst/>
            <a:cxnLst/>
            <a:rect l="l" t="t" r="r" b="b"/>
            <a:pathLst>
              <a:path w="12019" h="28583">
                <a:moveTo>
                  <a:pt x="0" y="4080"/>
                </a:moveTo>
                <a:lnTo>
                  <a:pt x="7941" y="28583"/>
                </a:lnTo>
                <a:lnTo>
                  <a:pt x="12019" y="16331"/>
                </a:lnTo>
                <a:lnTo>
                  <a:pt x="12019" y="4080"/>
                </a:lnTo>
                <a:lnTo>
                  <a:pt x="3970" y="0"/>
                </a:lnTo>
                <a:lnTo>
                  <a:pt x="0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51827" y="4615120"/>
            <a:ext cx="7941" cy="24502"/>
          </a:xfrm>
          <a:custGeom>
            <a:avLst/>
            <a:gdLst/>
            <a:ahLst/>
            <a:cxnLst/>
            <a:rect l="l" t="t" r="r" b="b"/>
            <a:pathLst>
              <a:path w="7941" h="24502">
                <a:moveTo>
                  <a:pt x="7941" y="20422"/>
                </a:moveTo>
                <a:lnTo>
                  <a:pt x="7941" y="0"/>
                </a:lnTo>
                <a:lnTo>
                  <a:pt x="0" y="0"/>
                </a:lnTo>
                <a:lnTo>
                  <a:pt x="0" y="12251"/>
                </a:lnTo>
                <a:lnTo>
                  <a:pt x="7941" y="24502"/>
                </a:lnTo>
                <a:lnTo>
                  <a:pt x="0" y="4091"/>
                </a:lnTo>
                <a:lnTo>
                  <a:pt x="7941" y="24502"/>
                </a:lnTo>
                <a:lnTo>
                  <a:pt x="7941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967817" y="4664125"/>
            <a:ext cx="8048" cy="24513"/>
          </a:xfrm>
          <a:custGeom>
            <a:avLst/>
            <a:gdLst/>
            <a:ahLst/>
            <a:cxnLst/>
            <a:rect l="l" t="t" r="r" b="b"/>
            <a:pathLst>
              <a:path w="8048" h="24513">
                <a:moveTo>
                  <a:pt x="8048" y="20422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513"/>
                </a:lnTo>
                <a:lnTo>
                  <a:pt x="0" y="4091"/>
                </a:lnTo>
                <a:lnTo>
                  <a:pt x="8048" y="24513"/>
                </a:lnTo>
                <a:lnTo>
                  <a:pt x="8048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971787" y="4700891"/>
            <a:ext cx="28116" cy="61257"/>
          </a:xfrm>
          <a:custGeom>
            <a:avLst/>
            <a:gdLst/>
            <a:ahLst/>
            <a:cxnLst/>
            <a:rect l="l" t="t" r="r" b="b"/>
            <a:pathLst>
              <a:path w="28116" h="61257">
                <a:moveTo>
                  <a:pt x="28116" y="28583"/>
                </a:moveTo>
                <a:lnTo>
                  <a:pt x="20068" y="28583"/>
                </a:lnTo>
                <a:lnTo>
                  <a:pt x="20068" y="32663"/>
                </a:lnTo>
                <a:lnTo>
                  <a:pt x="20068" y="28583"/>
                </a:lnTo>
                <a:lnTo>
                  <a:pt x="12126" y="16331"/>
                </a:lnTo>
                <a:lnTo>
                  <a:pt x="12126" y="4080"/>
                </a:lnTo>
                <a:lnTo>
                  <a:pt x="4077" y="0"/>
                </a:lnTo>
                <a:lnTo>
                  <a:pt x="0" y="4080"/>
                </a:lnTo>
                <a:lnTo>
                  <a:pt x="8048" y="28583"/>
                </a:lnTo>
                <a:lnTo>
                  <a:pt x="20068" y="40834"/>
                </a:lnTo>
                <a:lnTo>
                  <a:pt x="22750" y="61257"/>
                </a:lnTo>
                <a:lnTo>
                  <a:pt x="28116" y="55766"/>
                </a:lnTo>
                <a:lnTo>
                  <a:pt x="28116" y="285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939700" y="4590617"/>
            <a:ext cx="32087" cy="138857"/>
          </a:xfrm>
          <a:custGeom>
            <a:avLst/>
            <a:gdLst/>
            <a:ahLst/>
            <a:cxnLst/>
            <a:rect l="l" t="t" r="r" b="b"/>
            <a:pathLst>
              <a:path w="32087" h="138857">
                <a:moveTo>
                  <a:pt x="24145" y="98022"/>
                </a:moveTo>
                <a:lnTo>
                  <a:pt x="16097" y="73508"/>
                </a:lnTo>
                <a:lnTo>
                  <a:pt x="4077" y="69428"/>
                </a:lnTo>
                <a:lnTo>
                  <a:pt x="16097" y="73508"/>
                </a:lnTo>
                <a:lnTo>
                  <a:pt x="20068" y="61257"/>
                </a:lnTo>
                <a:lnTo>
                  <a:pt x="28116" y="73508"/>
                </a:lnTo>
                <a:lnTo>
                  <a:pt x="28116" y="49005"/>
                </a:lnTo>
                <a:lnTo>
                  <a:pt x="20068" y="49005"/>
                </a:lnTo>
                <a:lnTo>
                  <a:pt x="20068" y="53096"/>
                </a:lnTo>
                <a:lnTo>
                  <a:pt x="20068" y="49005"/>
                </a:lnTo>
                <a:lnTo>
                  <a:pt x="12126" y="36754"/>
                </a:lnTo>
                <a:lnTo>
                  <a:pt x="12126" y="24502"/>
                </a:lnTo>
                <a:lnTo>
                  <a:pt x="4077" y="4091"/>
                </a:lnTo>
                <a:lnTo>
                  <a:pt x="12126" y="24502"/>
                </a:lnTo>
                <a:lnTo>
                  <a:pt x="12126" y="0"/>
                </a:lnTo>
                <a:lnTo>
                  <a:pt x="4077" y="0"/>
                </a:lnTo>
                <a:lnTo>
                  <a:pt x="4077" y="12251"/>
                </a:lnTo>
                <a:lnTo>
                  <a:pt x="0" y="24502"/>
                </a:lnTo>
                <a:lnTo>
                  <a:pt x="8048" y="49005"/>
                </a:lnTo>
                <a:lnTo>
                  <a:pt x="4077" y="61257"/>
                </a:lnTo>
                <a:lnTo>
                  <a:pt x="4077" y="73508"/>
                </a:lnTo>
                <a:lnTo>
                  <a:pt x="12126" y="85771"/>
                </a:lnTo>
                <a:lnTo>
                  <a:pt x="12126" y="93931"/>
                </a:lnTo>
                <a:lnTo>
                  <a:pt x="12126" y="85771"/>
                </a:lnTo>
                <a:lnTo>
                  <a:pt x="4077" y="73508"/>
                </a:lnTo>
                <a:lnTo>
                  <a:pt x="4077" y="98022"/>
                </a:lnTo>
                <a:lnTo>
                  <a:pt x="12126" y="98022"/>
                </a:lnTo>
                <a:lnTo>
                  <a:pt x="12126" y="122525"/>
                </a:lnTo>
                <a:lnTo>
                  <a:pt x="20068" y="122525"/>
                </a:lnTo>
                <a:lnTo>
                  <a:pt x="20068" y="138857"/>
                </a:lnTo>
                <a:lnTo>
                  <a:pt x="28116" y="138857"/>
                </a:lnTo>
                <a:lnTo>
                  <a:pt x="28116" y="126605"/>
                </a:lnTo>
                <a:lnTo>
                  <a:pt x="32087" y="122525"/>
                </a:lnTo>
                <a:lnTo>
                  <a:pt x="24145" y="98022"/>
                </a:lnTo>
                <a:lnTo>
                  <a:pt x="20068" y="110274"/>
                </a:lnTo>
                <a:lnTo>
                  <a:pt x="20068" y="118434"/>
                </a:lnTo>
                <a:lnTo>
                  <a:pt x="20068" y="110274"/>
                </a:lnTo>
                <a:lnTo>
                  <a:pt x="24145" y="980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975865" y="4729474"/>
            <a:ext cx="18672" cy="32674"/>
          </a:xfrm>
          <a:custGeom>
            <a:avLst/>
            <a:gdLst/>
            <a:ahLst/>
            <a:cxnLst/>
            <a:rect l="l" t="t" r="r" b="b"/>
            <a:pathLst>
              <a:path w="18672" h="32674">
                <a:moveTo>
                  <a:pt x="12019" y="24502"/>
                </a:moveTo>
                <a:lnTo>
                  <a:pt x="0" y="24502"/>
                </a:lnTo>
                <a:lnTo>
                  <a:pt x="0" y="27183"/>
                </a:lnTo>
                <a:lnTo>
                  <a:pt x="5365" y="32674"/>
                </a:lnTo>
                <a:lnTo>
                  <a:pt x="18672" y="32674"/>
                </a:lnTo>
                <a:lnTo>
                  <a:pt x="15990" y="12251"/>
                </a:lnTo>
                <a:lnTo>
                  <a:pt x="3970" y="0"/>
                </a:lnTo>
                <a:lnTo>
                  <a:pt x="12019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955797" y="4651874"/>
            <a:ext cx="32087" cy="102102"/>
          </a:xfrm>
          <a:custGeom>
            <a:avLst/>
            <a:gdLst/>
            <a:ahLst/>
            <a:cxnLst/>
            <a:rect l="l" t="t" r="r" b="b"/>
            <a:pathLst>
              <a:path w="32087" h="102102">
                <a:moveTo>
                  <a:pt x="12019" y="81680"/>
                </a:moveTo>
                <a:lnTo>
                  <a:pt x="12019" y="102102"/>
                </a:lnTo>
                <a:lnTo>
                  <a:pt x="32087" y="102102"/>
                </a:lnTo>
                <a:lnTo>
                  <a:pt x="24038" y="77599"/>
                </a:lnTo>
                <a:lnTo>
                  <a:pt x="12019" y="73519"/>
                </a:lnTo>
                <a:lnTo>
                  <a:pt x="24038" y="77599"/>
                </a:lnTo>
                <a:lnTo>
                  <a:pt x="15990" y="53096"/>
                </a:lnTo>
                <a:lnTo>
                  <a:pt x="20068" y="49016"/>
                </a:lnTo>
                <a:lnTo>
                  <a:pt x="28116" y="53096"/>
                </a:lnTo>
                <a:lnTo>
                  <a:pt x="28116" y="36765"/>
                </a:lnTo>
                <a:lnTo>
                  <a:pt x="20068" y="36765"/>
                </a:lnTo>
                <a:lnTo>
                  <a:pt x="20068" y="40845"/>
                </a:lnTo>
                <a:lnTo>
                  <a:pt x="20068" y="36765"/>
                </a:lnTo>
                <a:lnTo>
                  <a:pt x="12019" y="24513"/>
                </a:lnTo>
                <a:lnTo>
                  <a:pt x="12019" y="12251"/>
                </a:lnTo>
                <a:lnTo>
                  <a:pt x="3970" y="0"/>
                </a:lnTo>
                <a:lnTo>
                  <a:pt x="0" y="12251"/>
                </a:lnTo>
                <a:lnTo>
                  <a:pt x="8048" y="36765"/>
                </a:lnTo>
                <a:lnTo>
                  <a:pt x="15990" y="61268"/>
                </a:lnTo>
                <a:lnTo>
                  <a:pt x="12019" y="65348"/>
                </a:lnTo>
                <a:lnTo>
                  <a:pt x="12019" y="77599"/>
                </a:lnTo>
                <a:lnTo>
                  <a:pt x="20068" y="89851"/>
                </a:lnTo>
                <a:lnTo>
                  <a:pt x="20068" y="98022"/>
                </a:lnTo>
                <a:lnTo>
                  <a:pt x="20068" y="89851"/>
                </a:lnTo>
                <a:lnTo>
                  <a:pt x="12019" y="77599"/>
                </a:lnTo>
                <a:lnTo>
                  <a:pt x="12019" y="81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983914" y="4704971"/>
            <a:ext cx="7941" cy="24502"/>
          </a:xfrm>
          <a:custGeom>
            <a:avLst/>
            <a:gdLst/>
            <a:ahLst/>
            <a:cxnLst/>
            <a:rect l="l" t="t" r="r" b="b"/>
            <a:pathLst>
              <a:path w="7941" h="24502">
                <a:moveTo>
                  <a:pt x="7941" y="20422"/>
                </a:moveTo>
                <a:lnTo>
                  <a:pt x="7941" y="0"/>
                </a:lnTo>
                <a:lnTo>
                  <a:pt x="0" y="0"/>
                </a:lnTo>
                <a:lnTo>
                  <a:pt x="0" y="12251"/>
                </a:lnTo>
                <a:lnTo>
                  <a:pt x="7941" y="24502"/>
                </a:lnTo>
                <a:lnTo>
                  <a:pt x="0" y="4080"/>
                </a:lnTo>
                <a:lnTo>
                  <a:pt x="7941" y="24502"/>
                </a:lnTo>
                <a:lnTo>
                  <a:pt x="7941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923710" y="4562033"/>
            <a:ext cx="24038" cy="102092"/>
          </a:xfrm>
          <a:custGeom>
            <a:avLst/>
            <a:gdLst/>
            <a:ahLst/>
            <a:cxnLst/>
            <a:rect l="l" t="t" r="r" b="b"/>
            <a:pathLst>
              <a:path w="24038" h="102092">
                <a:moveTo>
                  <a:pt x="20068" y="102092"/>
                </a:moveTo>
                <a:lnTo>
                  <a:pt x="20068" y="89840"/>
                </a:lnTo>
                <a:lnTo>
                  <a:pt x="24038" y="77589"/>
                </a:lnTo>
                <a:lnTo>
                  <a:pt x="15990" y="53086"/>
                </a:lnTo>
                <a:lnTo>
                  <a:pt x="3970" y="49005"/>
                </a:lnTo>
                <a:lnTo>
                  <a:pt x="15990" y="53086"/>
                </a:lnTo>
                <a:lnTo>
                  <a:pt x="8048" y="28583"/>
                </a:lnTo>
                <a:lnTo>
                  <a:pt x="12019" y="24502"/>
                </a:lnTo>
                <a:lnTo>
                  <a:pt x="12019" y="16331"/>
                </a:lnTo>
                <a:lnTo>
                  <a:pt x="12019" y="24502"/>
                </a:lnTo>
                <a:lnTo>
                  <a:pt x="20068" y="28583"/>
                </a:lnTo>
                <a:lnTo>
                  <a:pt x="20068" y="12251"/>
                </a:lnTo>
                <a:lnTo>
                  <a:pt x="12019" y="12251"/>
                </a:lnTo>
                <a:lnTo>
                  <a:pt x="3970" y="0"/>
                </a:lnTo>
                <a:lnTo>
                  <a:pt x="0" y="12251"/>
                </a:lnTo>
                <a:lnTo>
                  <a:pt x="8048" y="36754"/>
                </a:lnTo>
                <a:lnTo>
                  <a:pt x="3970" y="40834"/>
                </a:lnTo>
                <a:lnTo>
                  <a:pt x="3970" y="53086"/>
                </a:lnTo>
                <a:lnTo>
                  <a:pt x="12019" y="65337"/>
                </a:lnTo>
                <a:lnTo>
                  <a:pt x="12019" y="73508"/>
                </a:lnTo>
                <a:lnTo>
                  <a:pt x="12019" y="65337"/>
                </a:lnTo>
                <a:lnTo>
                  <a:pt x="3970" y="53086"/>
                </a:lnTo>
                <a:lnTo>
                  <a:pt x="3970" y="77589"/>
                </a:lnTo>
                <a:lnTo>
                  <a:pt x="12019" y="77589"/>
                </a:lnTo>
                <a:lnTo>
                  <a:pt x="12019" y="102092"/>
                </a:lnTo>
                <a:lnTo>
                  <a:pt x="20068" y="1020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887652" y="4492605"/>
            <a:ext cx="32087" cy="81680"/>
          </a:xfrm>
          <a:custGeom>
            <a:avLst/>
            <a:gdLst/>
            <a:ahLst/>
            <a:cxnLst/>
            <a:rect l="l" t="t" r="r" b="b"/>
            <a:pathLst>
              <a:path w="32087" h="81680">
                <a:moveTo>
                  <a:pt x="24038" y="81680"/>
                </a:moveTo>
                <a:lnTo>
                  <a:pt x="24038" y="69428"/>
                </a:lnTo>
                <a:lnTo>
                  <a:pt x="28009" y="57177"/>
                </a:lnTo>
                <a:lnTo>
                  <a:pt x="20068" y="32674"/>
                </a:lnTo>
                <a:lnTo>
                  <a:pt x="32087" y="32674"/>
                </a:lnTo>
                <a:lnTo>
                  <a:pt x="24038" y="4080"/>
                </a:lnTo>
                <a:lnTo>
                  <a:pt x="32087" y="32674"/>
                </a:lnTo>
                <a:lnTo>
                  <a:pt x="32087" y="0"/>
                </a:lnTo>
                <a:lnTo>
                  <a:pt x="24038" y="0"/>
                </a:lnTo>
                <a:lnTo>
                  <a:pt x="24038" y="12251"/>
                </a:lnTo>
                <a:lnTo>
                  <a:pt x="20068" y="24502"/>
                </a:lnTo>
                <a:lnTo>
                  <a:pt x="15990" y="44925"/>
                </a:lnTo>
                <a:lnTo>
                  <a:pt x="15990" y="53086"/>
                </a:lnTo>
                <a:lnTo>
                  <a:pt x="15990" y="44925"/>
                </a:lnTo>
                <a:lnTo>
                  <a:pt x="20068" y="24502"/>
                </a:lnTo>
                <a:lnTo>
                  <a:pt x="7941" y="12251"/>
                </a:lnTo>
                <a:lnTo>
                  <a:pt x="0" y="0"/>
                </a:lnTo>
                <a:lnTo>
                  <a:pt x="0" y="24502"/>
                </a:lnTo>
                <a:lnTo>
                  <a:pt x="7941" y="24502"/>
                </a:lnTo>
                <a:lnTo>
                  <a:pt x="7941" y="20422"/>
                </a:lnTo>
                <a:lnTo>
                  <a:pt x="7941" y="57177"/>
                </a:lnTo>
                <a:lnTo>
                  <a:pt x="15990" y="57177"/>
                </a:lnTo>
                <a:lnTo>
                  <a:pt x="15990" y="81680"/>
                </a:lnTo>
                <a:lnTo>
                  <a:pt x="24038" y="81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863506" y="4410925"/>
            <a:ext cx="24146" cy="57177"/>
          </a:xfrm>
          <a:custGeom>
            <a:avLst/>
            <a:gdLst/>
            <a:ahLst/>
            <a:cxnLst/>
            <a:rect l="l" t="t" r="r" b="b"/>
            <a:pathLst>
              <a:path w="24146" h="57177">
                <a:moveTo>
                  <a:pt x="16097" y="57177"/>
                </a:moveTo>
                <a:lnTo>
                  <a:pt x="16097" y="44925"/>
                </a:lnTo>
                <a:lnTo>
                  <a:pt x="20068" y="32674"/>
                </a:lnTo>
                <a:lnTo>
                  <a:pt x="12126" y="8171"/>
                </a:lnTo>
                <a:lnTo>
                  <a:pt x="24146" y="8171"/>
                </a:lnTo>
                <a:lnTo>
                  <a:pt x="24145" y="5490"/>
                </a:lnTo>
                <a:lnTo>
                  <a:pt x="18672" y="0"/>
                </a:lnTo>
                <a:lnTo>
                  <a:pt x="12126" y="0"/>
                </a:lnTo>
                <a:lnTo>
                  <a:pt x="8048" y="20422"/>
                </a:lnTo>
                <a:lnTo>
                  <a:pt x="8048" y="28594"/>
                </a:lnTo>
                <a:lnTo>
                  <a:pt x="8048" y="20422"/>
                </a:lnTo>
                <a:lnTo>
                  <a:pt x="12126" y="0"/>
                </a:lnTo>
                <a:lnTo>
                  <a:pt x="5473" y="0"/>
                </a:lnTo>
                <a:lnTo>
                  <a:pt x="0" y="5490"/>
                </a:lnTo>
                <a:lnTo>
                  <a:pt x="0" y="32674"/>
                </a:lnTo>
                <a:lnTo>
                  <a:pt x="8048" y="32674"/>
                </a:lnTo>
                <a:lnTo>
                  <a:pt x="8048" y="57177"/>
                </a:lnTo>
                <a:lnTo>
                  <a:pt x="16097" y="571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879603" y="4419096"/>
            <a:ext cx="32087" cy="73508"/>
          </a:xfrm>
          <a:custGeom>
            <a:avLst/>
            <a:gdLst/>
            <a:ahLst/>
            <a:cxnLst/>
            <a:rect l="l" t="t" r="r" b="b"/>
            <a:pathLst>
              <a:path w="32087" h="73508">
                <a:moveTo>
                  <a:pt x="32087" y="49005"/>
                </a:moveTo>
                <a:lnTo>
                  <a:pt x="24038" y="49005"/>
                </a:lnTo>
                <a:lnTo>
                  <a:pt x="24038" y="53086"/>
                </a:lnTo>
                <a:lnTo>
                  <a:pt x="24038" y="49005"/>
                </a:lnTo>
                <a:lnTo>
                  <a:pt x="15990" y="36754"/>
                </a:lnTo>
                <a:lnTo>
                  <a:pt x="15990" y="24502"/>
                </a:lnTo>
                <a:lnTo>
                  <a:pt x="8048" y="4080"/>
                </a:lnTo>
                <a:lnTo>
                  <a:pt x="15990" y="24502"/>
                </a:lnTo>
                <a:lnTo>
                  <a:pt x="15990" y="0"/>
                </a:lnTo>
                <a:lnTo>
                  <a:pt x="8048" y="0"/>
                </a:lnTo>
                <a:lnTo>
                  <a:pt x="8048" y="12251"/>
                </a:lnTo>
                <a:lnTo>
                  <a:pt x="3970" y="24502"/>
                </a:lnTo>
                <a:lnTo>
                  <a:pt x="0" y="36754"/>
                </a:lnTo>
                <a:lnTo>
                  <a:pt x="0" y="49005"/>
                </a:lnTo>
                <a:lnTo>
                  <a:pt x="8048" y="61257"/>
                </a:lnTo>
                <a:lnTo>
                  <a:pt x="8048" y="69428"/>
                </a:lnTo>
                <a:lnTo>
                  <a:pt x="8048" y="61257"/>
                </a:lnTo>
                <a:lnTo>
                  <a:pt x="8048" y="73508"/>
                </a:lnTo>
                <a:lnTo>
                  <a:pt x="20068" y="73508"/>
                </a:lnTo>
                <a:lnTo>
                  <a:pt x="12019" y="49005"/>
                </a:lnTo>
                <a:lnTo>
                  <a:pt x="0" y="44925"/>
                </a:lnTo>
                <a:lnTo>
                  <a:pt x="12019" y="49005"/>
                </a:lnTo>
                <a:lnTo>
                  <a:pt x="24038" y="61257"/>
                </a:lnTo>
                <a:lnTo>
                  <a:pt x="32087" y="73508"/>
                </a:lnTo>
                <a:lnTo>
                  <a:pt x="32087" y="490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875633" y="4419096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0" y="0"/>
                </a:moveTo>
                <a:lnTo>
                  <a:pt x="7941" y="24502"/>
                </a:lnTo>
                <a:lnTo>
                  <a:pt x="12019" y="12251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895593" y="4443599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0422"/>
                </a:move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lnTo>
                  <a:pt x="8048" y="24502"/>
                </a:lnTo>
                <a:lnTo>
                  <a:pt x="0" y="4080"/>
                </a:lnTo>
                <a:lnTo>
                  <a:pt x="8048" y="24502"/>
                </a:lnTo>
                <a:lnTo>
                  <a:pt x="8048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887652" y="4468102"/>
            <a:ext cx="24038" cy="49005"/>
          </a:xfrm>
          <a:custGeom>
            <a:avLst/>
            <a:gdLst/>
            <a:ahLst/>
            <a:cxnLst/>
            <a:rect l="l" t="t" r="r" b="b"/>
            <a:pathLst>
              <a:path w="24038" h="49005">
                <a:moveTo>
                  <a:pt x="12019" y="24502"/>
                </a:moveTo>
                <a:lnTo>
                  <a:pt x="0" y="24502"/>
                </a:lnTo>
                <a:lnTo>
                  <a:pt x="7941" y="36754"/>
                </a:lnTo>
                <a:lnTo>
                  <a:pt x="20068" y="49005"/>
                </a:lnTo>
                <a:lnTo>
                  <a:pt x="24038" y="36754"/>
                </a:lnTo>
                <a:lnTo>
                  <a:pt x="24038" y="24502"/>
                </a:lnTo>
                <a:lnTo>
                  <a:pt x="15990" y="12251"/>
                </a:lnTo>
                <a:lnTo>
                  <a:pt x="3970" y="0"/>
                </a:lnTo>
                <a:lnTo>
                  <a:pt x="12019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048089" y="4917337"/>
            <a:ext cx="15990" cy="32674"/>
          </a:xfrm>
          <a:custGeom>
            <a:avLst/>
            <a:gdLst/>
            <a:ahLst/>
            <a:cxnLst/>
            <a:rect l="l" t="t" r="r" b="b"/>
            <a:pathLst>
              <a:path w="15990" h="32674">
                <a:moveTo>
                  <a:pt x="7941" y="17286"/>
                </a:moveTo>
                <a:lnTo>
                  <a:pt x="7941" y="32674"/>
                </a:lnTo>
                <a:lnTo>
                  <a:pt x="15990" y="32674"/>
                </a:lnTo>
                <a:lnTo>
                  <a:pt x="11482" y="20911"/>
                </a:lnTo>
                <a:lnTo>
                  <a:pt x="7941" y="12251"/>
                </a:lnTo>
                <a:lnTo>
                  <a:pt x="0" y="0"/>
                </a:lnTo>
                <a:lnTo>
                  <a:pt x="0" y="9158"/>
                </a:lnTo>
                <a:lnTo>
                  <a:pt x="7941" y="172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064079" y="4950011"/>
            <a:ext cx="42711" cy="40834"/>
          </a:xfrm>
          <a:custGeom>
            <a:avLst/>
            <a:gdLst/>
            <a:ahLst/>
            <a:cxnLst/>
            <a:rect l="l" t="t" r="r" b="b"/>
            <a:pathLst>
              <a:path w="42711" h="40834">
                <a:moveTo>
                  <a:pt x="0" y="0"/>
                </a:moveTo>
                <a:lnTo>
                  <a:pt x="0" y="16331"/>
                </a:lnTo>
                <a:lnTo>
                  <a:pt x="8048" y="16331"/>
                </a:lnTo>
                <a:lnTo>
                  <a:pt x="8048" y="12251"/>
                </a:lnTo>
                <a:lnTo>
                  <a:pt x="8048" y="32663"/>
                </a:lnTo>
                <a:lnTo>
                  <a:pt x="16097" y="32663"/>
                </a:lnTo>
                <a:lnTo>
                  <a:pt x="16097" y="40834"/>
                </a:lnTo>
                <a:lnTo>
                  <a:pt x="36058" y="40834"/>
                </a:lnTo>
                <a:lnTo>
                  <a:pt x="32087" y="20379"/>
                </a:lnTo>
                <a:lnTo>
                  <a:pt x="32087" y="12251"/>
                </a:lnTo>
                <a:lnTo>
                  <a:pt x="32087" y="20379"/>
                </a:lnTo>
                <a:lnTo>
                  <a:pt x="36058" y="40834"/>
                </a:lnTo>
                <a:lnTo>
                  <a:pt x="42711" y="40834"/>
                </a:lnTo>
                <a:lnTo>
                  <a:pt x="40136" y="28583"/>
                </a:lnTo>
                <a:lnTo>
                  <a:pt x="36058" y="16331"/>
                </a:lnTo>
                <a:lnTo>
                  <a:pt x="40136" y="16331"/>
                </a:lnTo>
                <a:lnTo>
                  <a:pt x="40136" y="8160"/>
                </a:lnTo>
                <a:lnTo>
                  <a:pt x="32087" y="8160"/>
                </a:lnTo>
                <a:lnTo>
                  <a:pt x="28116" y="16331"/>
                </a:lnTo>
                <a:lnTo>
                  <a:pt x="32087" y="20411"/>
                </a:lnTo>
                <a:lnTo>
                  <a:pt x="28116" y="32663"/>
                </a:lnTo>
                <a:lnTo>
                  <a:pt x="16097" y="20411"/>
                </a:lnTo>
                <a:lnTo>
                  <a:pt x="20068" y="16331"/>
                </a:lnTo>
                <a:lnTo>
                  <a:pt x="8048" y="408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064079" y="4892834"/>
            <a:ext cx="8048" cy="23514"/>
          </a:xfrm>
          <a:custGeom>
            <a:avLst/>
            <a:gdLst/>
            <a:ahLst/>
            <a:cxnLst/>
            <a:rect l="l" t="t" r="r" b="b"/>
            <a:pathLst>
              <a:path w="8048" h="23514">
                <a:moveTo>
                  <a:pt x="8048" y="0"/>
                </a:moveTo>
                <a:lnTo>
                  <a:pt x="0" y="0"/>
                </a:lnTo>
                <a:lnTo>
                  <a:pt x="4507" y="19923"/>
                </a:lnTo>
                <a:lnTo>
                  <a:pt x="8048" y="23514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080176" y="4925498"/>
            <a:ext cx="7941" cy="16342"/>
          </a:xfrm>
          <a:custGeom>
            <a:avLst/>
            <a:gdLst/>
            <a:ahLst/>
            <a:cxnLst/>
            <a:rect l="l" t="t" r="r" b="b"/>
            <a:pathLst>
              <a:path w="7941" h="16342">
                <a:moveTo>
                  <a:pt x="0" y="0"/>
                </a:moveTo>
                <a:lnTo>
                  <a:pt x="0" y="12262"/>
                </a:lnTo>
                <a:lnTo>
                  <a:pt x="7941" y="16342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076098" y="4941840"/>
            <a:ext cx="20068" cy="28583"/>
          </a:xfrm>
          <a:custGeom>
            <a:avLst/>
            <a:gdLst/>
            <a:ahLst/>
            <a:cxnLst/>
            <a:rect l="l" t="t" r="r" b="b"/>
            <a:pathLst>
              <a:path w="20068" h="28583">
                <a:moveTo>
                  <a:pt x="8048" y="16331"/>
                </a:moveTo>
                <a:lnTo>
                  <a:pt x="20068" y="28583"/>
                </a:lnTo>
                <a:lnTo>
                  <a:pt x="16097" y="24502"/>
                </a:lnTo>
                <a:lnTo>
                  <a:pt x="20068" y="16331"/>
                </a:lnTo>
                <a:lnTo>
                  <a:pt x="12019" y="12251"/>
                </a:lnTo>
                <a:lnTo>
                  <a:pt x="0" y="0"/>
                </a:lnTo>
                <a:lnTo>
                  <a:pt x="8048" y="163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100137" y="4966343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12019" y="12251"/>
                </a:moveTo>
                <a:lnTo>
                  <a:pt x="12019" y="5480"/>
                </a:lnTo>
                <a:lnTo>
                  <a:pt x="6653" y="0"/>
                </a:lnTo>
                <a:lnTo>
                  <a:pt x="0" y="0"/>
                </a:lnTo>
                <a:lnTo>
                  <a:pt x="4077" y="12251"/>
                </a:lnTo>
                <a:lnTo>
                  <a:pt x="6653" y="24502"/>
                </a:lnTo>
                <a:lnTo>
                  <a:pt x="12019" y="19012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007953" y="4823406"/>
            <a:ext cx="12019" cy="12251"/>
          </a:xfrm>
          <a:custGeom>
            <a:avLst/>
            <a:gdLst/>
            <a:ahLst/>
            <a:cxnLst/>
            <a:rect l="l" t="t" r="r" b="b"/>
            <a:pathLst>
              <a:path w="12019" h="12251">
                <a:moveTo>
                  <a:pt x="0" y="8171"/>
                </a:moveTo>
                <a:lnTo>
                  <a:pt x="12019" y="12251"/>
                </a:lnTo>
                <a:lnTo>
                  <a:pt x="0" y="0"/>
                </a:lnTo>
                <a:lnTo>
                  <a:pt x="0" y="81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068049" y="4921417"/>
            <a:ext cx="28116" cy="61257"/>
          </a:xfrm>
          <a:custGeom>
            <a:avLst/>
            <a:gdLst/>
            <a:ahLst/>
            <a:cxnLst/>
            <a:rect l="l" t="t" r="r" b="b"/>
            <a:pathLst>
              <a:path w="28116" h="61257">
                <a:moveTo>
                  <a:pt x="16097" y="44925"/>
                </a:moveTo>
                <a:lnTo>
                  <a:pt x="12126" y="49005"/>
                </a:lnTo>
                <a:lnTo>
                  <a:pt x="24145" y="61257"/>
                </a:lnTo>
                <a:lnTo>
                  <a:pt x="28116" y="49005"/>
                </a:lnTo>
                <a:lnTo>
                  <a:pt x="16097" y="36754"/>
                </a:lnTo>
                <a:lnTo>
                  <a:pt x="8048" y="20422"/>
                </a:lnTo>
                <a:lnTo>
                  <a:pt x="20068" y="32674"/>
                </a:lnTo>
                <a:lnTo>
                  <a:pt x="28116" y="36754"/>
                </a:lnTo>
                <a:lnTo>
                  <a:pt x="28116" y="20422"/>
                </a:lnTo>
                <a:lnTo>
                  <a:pt x="20068" y="20422"/>
                </a:lnTo>
                <a:lnTo>
                  <a:pt x="20068" y="24502"/>
                </a:lnTo>
                <a:lnTo>
                  <a:pt x="20068" y="20422"/>
                </a:lnTo>
                <a:lnTo>
                  <a:pt x="12126" y="16342"/>
                </a:lnTo>
                <a:lnTo>
                  <a:pt x="12126" y="4080"/>
                </a:lnTo>
                <a:lnTo>
                  <a:pt x="4077" y="0"/>
                </a:lnTo>
                <a:lnTo>
                  <a:pt x="0" y="4080"/>
                </a:lnTo>
                <a:lnTo>
                  <a:pt x="8048" y="28594"/>
                </a:lnTo>
                <a:lnTo>
                  <a:pt x="16097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064079" y="4905086"/>
            <a:ext cx="0" cy="40834"/>
          </a:xfrm>
          <a:custGeom>
            <a:avLst/>
            <a:gdLst/>
            <a:ahLst/>
            <a:cxnLst/>
            <a:rect l="l" t="t" r="r" b="b"/>
            <a:pathLst>
              <a:path w="0" h="40834">
                <a:moveTo>
                  <a:pt x="0" y="0"/>
                </a:moveTo>
                <a:lnTo>
                  <a:pt x="0" y="4083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983914" y="4770309"/>
            <a:ext cx="7941" cy="17294"/>
          </a:xfrm>
          <a:custGeom>
            <a:avLst/>
            <a:gdLst/>
            <a:ahLst/>
            <a:cxnLst/>
            <a:rect l="l" t="t" r="r" b="b"/>
            <a:pathLst>
              <a:path w="7941" h="17294">
                <a:moveTo>
                  <a:pt x="0" y="0"/>
                </a:moveTo>
                <a:lnTo>
                  <a:pt x="0" y="9158"/>
                </a:lnTo>
                <a:lnTo>
                  <a:pt x="7941" y="17294"/>
                </a:lnTo>
                <a:lnTo>
                  <a:pt x="7941" y="1225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983914" y="4737645"/>
            <a:ext cx="15990" cy="20411"/>
          </a:xfrm>
          <a:custGeom>
            <a:avLst/>
            <a:gdLst/>
            <a:ahLst/>
            <a:cxnLst/>
            <a:rect l="l" t="t" r="r" b="b"/>
            <a:pathLst>
              <a:path w="15990" h="20411">
                <a:moveTo>
                  <a:pt x="0" y="20411"/>
                </a:moveTo>
                <a:lnTo>
                  <a:pt x="3970" y="8160"/>
                </a:lnTo>
                <a:lnTo>
                  <a:pt x="15990" y="8160"/>
                </a:lnTo>
                <a:lnTo>
                  <a:pt x="15990" y="5480"/>
                </a:lnTo>
                <a:lnTo>
                  <a:pt x="10624" y="0"/>
                </a:lnTo>
                <a:lnTo>
                  <a:pt x="3970" y="0"/>
                </a:lnTo>
                <a:lnTo>
                  <a:pt x="0" y="204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975865" y="4737645"/>
            <a:ext cx="48077" cy="98011"/>
          </a:xfrm>
          <a:custGeom>
            <a:avLst/>
            <a:gdLst/>
            <a:ahLst/>
            <a:cxnLst/>
            <a:rect l="l" t="t" r="r" b="b"/>
            <a:pathLst>
              <a:path w="48077" h="98011">
                <a:moveTo>
                  <a:pt x="0" y="12251"/>
                </a:moveTo>
                <a:lnTo>
                  <a:pt x="0" y="32663"/>
                </a:lnTo>
                <a:lnTo>
                  <a:pt x="8048" y="32663"/>
                </a:lnTo>
                <a:lnTo>
                  <a:pt x="15990" y="44914"/>
                </a:lnTo>
                <a:lnTo>
                  <a:pt x="15990" y="66325"/>
                </a:lnTo>
                <a:lnTo>
                  <a:pt x="24038" y="74493"/>
                </a:lnTo>
                <a:lnTo>
                  <a:pt x="19531" y="53585"/>
                </a:lnTo>
                <a:lnTo>
                  <a:pt x="20068" y="32663"/>
                </a:lnTo>
                <a:lnTo>
                  <a:pt x="8048" y="28583"/>
                </a:lnTo>
                <a:lnTo>
                  <a:pt x="20068" y="32663"/>
                </a:lnTo>
                <a:lnTo>
                  <a:pt x="24038" y="20411"/>
                </a:lnTo>
                <a:lnTo>
                  <a:pt x="24038" y="12251"/>
                </a:lnTo>
                <a:lnTo>
                  <a:pt x="24038" y="98011"/>
                </a:lnTo>
                <a:lnTo>
                  <a:pt x="32087" y="98011"/>
                </a:lnTo>
                <a:lnTo>
                  <a:pt x="32087" y="36754"/>
                </a:lnTo>
                <a:lnTo>
                  <a:pt x="36058" y="73508"/>
                </a:lnTo>
                <a:lnTo>
                  <a:pt x="40136" y="61257"/>
                </a:lnTo>
                <a:lnTo>
                  <a:pt x="48077" y="73508"/>
                </a:lnTo>
                <a:lnTo>
                  <a:pt x="48077" y="64350"/>
                </a:lnTo>
                <a:lnTo>
                  <a:pt x="40135" y="56214"/>
                </a:lnTo>
                <a:lnTo>
                  <a:pt x="36594" y="52586"/>
                </a:lnTo>
                <a:lnTo>
                  <a:pt x="32087" y="31678"/>
                </a:lnTo>
                <a:lnTo>
                  <a:pt x="28545" y="28083"/>
                </a:lnTo>
                <a:lnTo>
                  <a:pt x="27580" y="78088"/>
                </a:lnTo>
                <a:lnTo>
                  <a:pt x="24038" y="69428"/>
                </a:lnTo>
                <a:lnTo>
                  <a:pt x="27580" y="78088"/>
                </a:lnTo>
                <a:lnTo>
                  <a:pt x="24038" y="8160"/>
                </a:lnTo>
                <a:lnTo>
                  <a:pt x="12019" y="8160"/>
                </a:lnTo>
                <a:lnTo>
                  <a:pt x="8048" y="20411"/>
                </a:lnTo>
                <a:lnTo>
                  <a:pt x="12019" y="0"/>
                </a:lnTo>
                <a:lnTo>
                  <a:pt x="5365" y="0"/>
                </a:lnTo>
                <a:lnTo>
                  <a:pt x="0" y="548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999904" y="4745806"/>
            <a:ext cx="8048" cy="69927"/>
          </a:xfrm>
          <a:custGeom>
            <a:avLst/>
            <a:gdLst/>
            <a:ahLst/>
            <a:cxnLst/>
            <a:rect l="l" t="t" r="r" b="b"/>
            <a:pathLst>
              <a:path w="8048" h="69927">
                <a:moveTo>
                  <a:pt x="8048" y="0"/>
                </a:moveTo>
                <a:lnTo>
                  <a:pt x="0" y="0"/>
                </a:lnTo>
                <a:lnTo>
                  <a:pt x="3541" y="69927"/>
                </a:lnTo>
                <a:lnTo>
                  <a:pt x="4507" y="19923"/>
                </a:lnTo>
                <a:lnTo>
                  <a:pt x="8048" y="23517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995397" y="4758057"/>
            <a:ext cx="4507" cy="54082"/>
          </a:xfrm>
          <a:custGeom>
            <a:avLst/>
            <a:gdLst/>
            <a:ahLst/>
            <a:cxnLst/>
            <a:rect l="l" t="t" r="r" b="b"/>
            <a:pathLst>
              <a:path w="4507" h="54082">
                <a:moveTo>
                  <a:pt x="536" y="12251"/>
                </a:moveTo>
                <a:lnTo>
                  <a:pt x="0" y="33173"/>
                </a:lnTo>
                <a:lnTo>
                  <a:pt x="4507" y="54082"/>
                </a:lnTo>
                <a:lnTo>
                  <a:pt x="4507" y="0"/>
                </a:lnTo>
                <a:lnTo>
                  <a:pt x="536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007953" y="4774400"/>
            <a:ext cx="76194" cy="191943"/>
          </a:xfrm>
          <a:custGeom>
            <a:avLst/>
            <a:gdLst/>
            <a:ahLst/>
            <a:cxnLst/>
            <a:rect l="l" t="t" r="r" b="b"/>
            <a:pathLst>
              <a:path w="76194" h="191943">
                <a:moveTo>
                  <a:pt x="8048" y="65337"/>
                </a:moveTo>
                <a:lnTo>
                  <a:pt x="8048" y="77589"/>
                </a:lnTo>
                <a:lnTo>
                  <a:pt x="20068" y="77589"/>
                </a:lnTo>
                <a:lnTo>
                  <a:pt x="12019" y="61257"/>
                </a:lnTo>
                <a:lnTo>
                  <a:pt x="0" y="57177"/>
                </a:lnTo>
                <a:lnTo>
                  <a:pt x="0" y="49005"/>
                </a:lnTo>
                <a:lnTo>
                  <a:pt x="12019" y="61257"/>
                </a:lnTo>
                <a:lnTo>
                  <a:pt x="20068" y="77589"/>
                </a:lnTo>
                <a:lnTo>
                  <a:pt x="28009" y="93931"/>
                </a:lnTo>
                <a:lnTo>
                  <a:pt x="36058" y="110263"/>
                </a:lnTo>
                <a:lnTo>
                  <a:pt x="24038" y="110263"/>
                </a:lnTo>
                <a:lnTo>
                  <a:pt x="32087" y="114343"/>
                </a:lnTo>
                <a:lnTo>
                  <a:pt x="44106" y="126595"/>
                </a:lnTo>
                <a:lnTo>
                  <a:pt x="52155" y="142937"/>
                </a:lnTo>
                <a:lnTo>
                  <a:pt x="40135" y="142937"/>
                </a:lnTo>
                <a:lnTo>
                  <a:pt x="48077" y="155189"/>
                </a:lnTo>
                <a:lnTo>
                  <a:pt x="51618" y="163848"/>
                </a:lnTo>
                <a:lnTo>
                  <a:pt x="56126" y="175611"/>
                </a:lnTo>
                <a:lnTo>
                  <a:pt x="64174" y="179692"/>
                </a:lnTo>
                <a:lnTo>
                  <a:pt x="76194" y="191943"/>
                </a:lnTo>
                <a:lnTo>
                  <a:pt x="68145" y="175611"/>
                </a:lnTo>
                <a:lnTo>
                  <a:pt x="60096" y="151097"/>
                </a:lnTo>
                <a:lnTo>
                  <a:pt x="56126" y="122514"/>
                </a:lnTo>
                <a:lnTo>
                  <a:pt x="60096" y="151097"/>
                </a:lnTo>
                <a:lnTo>
                  <a:pt x="64174" y="147017"/>
                </a:lnTo>
                <a:lnTo>
                  <a:pt x="72223" y="151097"/>
                </a:lnTo>
                <a:lnTo>
                  <a:pt x="72223" y="150110"/>
                </a:lnTo>
                <a:lnTo>
                  <a:pt x="64174" y="141949"/>
                </a:lnTo>
                <a:lnTo>
                  <a:pt x="60633" y="138358"/>
                </a:lnTo>
                <a:lnTo>
                  <a:pt x="56126" y="118434"/>
                </a:lnTo>
                <a:lnTo>
                  <a:pt x="56126" y="171520"/>
                </a:lnTo>
                <a:lnTo>
                  <a:pt x="56126" y="130686"/>
                </a:lnTo>
                <a:lnTo>
                  <a:pt x="44106" y="118434"/>
                </a:lnTo>
                <a:lnTo>
                  <a:pt x="36058" y="102092"/>
                </a:lnTo>
                <a:lnTo>
                  <a:pt x="28009" y="85760"/>
                </a:lnTo>
                <a:lnTo>
                  <a:pt x="20068" y="69428"/>
                </a:lnTo>
                <a:lnTo>
                  <a:pt x="32087" y="81680"/>
                </a:lnTo>
                <a:lnTo>
                  <a:pt x="40136" y="85760"/>
                </a:lnTo>
                <a:lnTo>
                  <a:pt x="40136" y="69428"/>
                </a:lnTo>
                <a:lnTo>
                  <a:pt x="32087" y="69428"/>
                </a:lnTo>
                <a:lnTo>
                  <a:pt x="32087" y="73508"/>
                </a:lnTo>
                <a:lnTo>
                  <a:pt x="32087" y="69428"/>
                </a:lnTo>
                <a:lnTo>
                  <a:pt x="24038" y="65337"/>
                </a:lnTo>
                <a:lnTo>
                  <a:pt x="24038" y="53086"/>
                </a:lnTo>
                <a:lnTo>
                  <a:pt x="15990" y="40834"/>
                </a:lnTo>
                <a:lnTo>
                  <a:pt x="24038" y="53086"/>
                </a:lnTo>
                <a:lnTo>
                  <a:pt x="24038" y="36754"/>
                </a:lnTo>
                <a:lnTo>
                  <a:pt x="15990" y="36754"/>
                </a:lnTo>
                <a:lnTo>
                  <a:pt x="15990" y="49005"/>
                </a:lnTo>
                <a:lnTo>
                  <a:pt x="12019" y="53086"/>
                </a:lnTo>
                <a:lnTo>
                  <a:pt x="3970" y="36754"/>
                </a:lnTo>
                <a:lnTo>
                  <a:pt x="0" y="0"/>
                </a:lnTo>
                <a:lnTo>
                  <a:pt x="0" y="61257"/>
                </a:lnTo>
                <a:lnTo>
                  <a:pt x="8048" y="65337"/>
                </a:lnTo>
                <a:lnTo>
                  <a:pt x="8048" y="73508"/>
                </a:lnTo>
                <a:lnTo>
                  <a:pt x="8048" y="653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007953" y="4769324"/>
            <a:ext cx="8048" cy="24536"/>
          </a:xfrm>
          <a:custGeom>
            <a:avLst/>
            <a:gdLst/>
            <a:ahLst/>
            <a:cxnLst/>
            <a:rect l="l" t="t" r="r" b="b"/>
            <a:pathLst>
              <a:path w="8048" h="24536">
                <a:moveTo>
                  <a:pt x="8048" y="8168"/>
                </a:moveTo>
                <a:lnTo>
                  <a:pt x="0" y="0"/>
                </a:lnTo>
                <a:lnTo>
                  <a:pt x="4507" y="20908"/>
                </a:lnTo>
                <a:lnTo>
                  <a:pt x="8048" y="24536"/>
                </a:lnTo>
                <a:lnTo>
                  <a:pt x="8048" y="81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011923" y="4798903"/>
            <a:ext cx="12019" cy="28583"/>
          </a:xfrm>
          <a:custGeom>
            <a:avLst/>
            <a:gdLst/>
            <a:ahLst/>
            <a:cxnLst/>
            <a:rect l="l" t="t" r="r" b="b"/>
            <a:pathLst>
              <a:path w="12019" h="28583">
                <a:moveTo>
                  <a:pt x="0" y="12251"/>
                </a:moveTo>
                <a:lnTo>
                  <a:pt x="8048" y="28583"/>
                </a:lnTo>
                <a:lnTo>
                  <a:pt x="12019" y="24502"/>
                </a:lnTo>
                <a:lnTo>
                  <a:pt x="12019" y="12251"/>
                </a:lnTo>
                <a:lnTo>
                  <a:pt x="4077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016001" y="4851989"/>
            <a:ext cx="28009" cy="32674"/>
          </a:xfrm>
          <a:custGeom>
            <a:avLst/>
            <a:gdLst/>
            <a:ahLst/>
            <a:cxnLst/>
            <a:rect l="l" t="t" r="r" b="b"/>
            <a:pathLst>
              <a:path w="28009" h="32674">
                <a:moveTo>
                  <a:pt x="19960" y="16342"/>
                </a:moveTo>
                <a:lnTo>
                  <a:pt x="15990" y="20422"/>
                </a:lnTo>
                <a:lnTo>
                  <a:pt x="15990" y="28594"/>
                </a:lnTo>
                <a:lnTo>
                  <a:pt x="15990" y="20422"/>
                </a:lnTo>
                <a:lnTo>
                  <a:pt x="19960" y="16342"/>
                </a:lnTo>
                <a:lnTo>
                  <a:pt x="7941" y="4091"/>
                </a:lnTo>
                <a:lnTo>
                  <a:pt x="0" y="0"/>
                </a:lnTo>
                <a:lnTo>
                  <a:pt x="0" y="16342"/>
                </a:lnTo>
                <a:lnTo>
                  <a:pt x="7941" y="16342"/>
                </a:lnTo>
                <a:lnTo>
                  <a:pt x="7941" y="12251"/>
                </a:lnTo>
                <a:lnTo>
                  <a:pt x="7941" y="32674"/>
                </a:lnTo>
                <a:lnTo>
                  <a:pt x="28009" y="32674"/>
                </a:lnTo>
                <a:lnTo>
                  <a:pt x="19960" y="16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031991" y="4827486"/>
            <a:ext cx="8048" cy="16342"/>
          </a:xfrm>
          <a:custGeom>
            <a:avLst/>
            <a:gdLst/>
            <a:ahLst/>
            <a:cxnLst/>
            <a:rect l="l" t="t" r="r" b="b"/>
            <a:pathLst>
              <a:path w="8048" h="16342">
                <a:moveTo>
                  <a:pt x="8048" y="0"/>
                </a:moveTo>
                <a:lnTo>
                  <a:pt x="0" y="0"/>
                </a:lnTo>
                <a:lnTo>
                  <a:pt x="0" y="4091"/>
                </a:lnTo>
                <a:lnTo>
                  <a:pt x="0" y="0"/>
                </a:lnTo>
                <a:lnTo>
                  <a:pt x="0" y="12251"/>
                </a:lnTo>
                <a:lnTo>
                  <a:pt x="8048" y="1634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031991" y="4884663"/>
            <a:ext cx="28116" cy="32674"/>
          </a:xfrm>
          <a:custGeom>
            <a:avLst/>
            <a:gdLst/>
            <a:ahLst/>
            <a:cxnLst/>
            <a:rect l="l" t="t" r="r" b="b"/>
            <a:pathLst>
              <a:path w="28116" h="32674">
                <a:moveTo>
                  <a:pt x="20068" y="16331"/>
                </a:moveTo>
                <a:lnTo>
                  <a:pt x="16097" y="20422"/>
                </a:lnTo>
                <a:lnTo>
                  <a:pt x="16097" y="28583"/>
                </a:lnTo>
                <a:lnTo>
                  <a:pt x="16097" y="20422"/>
                </a:lnTo>
                <a:lnTo>
                  <a:pt x="20068" y="16331"/>
                </a:lnTo>
                <a:lnTo>
                  <a:pt x="8048" y="4080"/>
                </a:lnTo>
                <a:lnTo>
                  <a:pt x="0" y="0"/>
                </a:lnTo>
                <a:lnTo>
                  <a:pt x="0" y="16331"/>
                </a:lnTo>
                <a:lnTo>
                  <a:pt x="8048" y="16331"/>
                </a:lnTo>
                <a:lnTo>
                  <a:pt x="8048" y="12251"/>
                </a:lnTo>
                <a:lnTo>
                  <a:pt x="8048" y="32674"/>
                </a:lnTo>
                <a:lnTo>
                  <a:pt x="28116" y="32674"/>
                </a:lnTo>
                <a:lnTo>
                  <a:pt x="20068" y="163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007953" y="4835657"/>
            <a:ext cx="8048" cy="16331"/>
          </a:xfrm>
          <a:custGeom>
            <a:avLst/>
            <a:gdLst/>
            <a:ahLst/>
            <a:cxnLst/>
            <a:rect l="l" t="t" r="r" b="b"/>
            <a:pathLst>
              <a:path w="8048" h="16331">
                <a:moveTo>
                  <a:pt x="0" y="0"/>
                </a:moveTo>
                <a:lnTo>
                  <a:pt x="0" y="16331"/>
                </a:lnTo>
                <a:lnTo>
                  <a:pt x="8048" y="16331"/>
                </a:lnTo>
                <a:lnTo>
                  <a:pt x="8048" y="408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044011" y="4860160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20068" y="44925"/>
                </a:moveTo>
                <a:lnTo>
                  <a:pt x="20068" y="32674"/>
                </a:lnTo>
                <a:lnTo>
                  <a:pt x="12019" y="28583"/>
                </a:lnTo>
                <a:lnTo>
                  <a:pt x="12019" y="16331"/>
                </a:lnTo>
                <a:lnTo>
                  <a:pt x="4077" y="4080"/>
                </a:lnTo>
                <a:lnTo>
                  <a:pt x="12019" y="16331"/>
                </a:lnTo>
                <a:lnTo>
                  <a:pt x="12019" y="0"/>
                </a:lnTo>
                <a:lnTo>
                  <a:pt x="4078" y="0"/>
                </a:lnTo>
                <a:lnTo>
                  <a:pt x="4077" y="12251"/>
                </a:lnTo>
                <a:lnTo>
                  <a:pt x="0" y="16331"/>
                </a:lnTo>
                <a:lnTo>
                  <a:pt x="8048" y="32674"/>
                </a:lnTo>
                <a:lnTo>
                  <a:pt x="20068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028021" y="4843828"/>
            <a:ext cx="20068" cy="32663"/>
          </a:xfrm>
          <a:custGeom>
            <a:avLst/>
            <a:gdLst/>
            <a:ahLst/>
            <a:cxnLst/>
            <a:rect l="l" t="t" r="r" b="b"/>
            <a:pathLst>
              <a:path w="20068" h="32663">
                <a:moveTo>
                  <a:pt x="7941" y="16331"/>
                </a:moveTo>
                <a:lnTo>
                  <a:pt x="15990" y="32663"/>
                </a:lnTo>
                <a:lnTo>
                  <a:pt x="20068" y="28583"/>
                </a:lnTo>
                <a:lnTo>
                  <a:pt x="20068" y="16331"/>
                </a:lnTo>
                <a:lnTo>
                  <a:pt x="12019" y="12251"/>
                </a:lnTo>
                <a:lnTo>
                  <a:pt x="0" y="0"/>
                </a:lnTo>
                <a:lnTo>
                  <a:pt x="7941" y="163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016001" y="4851989"/>
            <a:ext cx="19960" cy="16342"/>
          </a:xfrm>
          <a:custGeom>
            <a:avLst/>
            <a:gdLst/>
            <a:ahLst/>
            <a:cxnLst/>
            <a:rect l="l" t="t" r="r" b="b"/>
            <a:pathLst>
              <a:path w="19960" h="16342">
                <a:moveTo>
                  <a:pt x="12019" y="0"/>
                </a:moveTo>
                <a:lnTo>
                  <a:pt x="0" y="0"/>
                </a:lnTo>
                <a:lnTo>
                  <a:pt x="7941" y="4091"/>
                </a:lnTo>
                <a:lnTo>
                  <a:pt x="19960" y="16342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056030" y="4876492"/>
            <a:ext cx="8048" cy="16342"/>
          </a:xfrm>
          <a:custGeom>
            <a:avLst/>
            <a:gdLst/>
            <a:ahLst/>
            <a:cxnLst/>
            <a:rect l="l" t="t" r="r" b="b"/>
            <a:pathLst>
              <a:path w="8048" h="16342">
                <a:moveTo>
                  <a:pt x="8048" y="0"/>
                </a:moveTo>
                <a:lnTo>
                  <a:pt x="0" y="0"/>
                </a:lnTo>
                <a:lnTo>
                  <a:pt x="0" y="4091"/>
                </a:lnTo>
                <a:lnTo>
                  <a:pt x="0" y="0"/>
                </a:lnTo>
                <a:lnTo>
                  <a:pt x="0" y="12251"/>
                </a:lnTo>
                <a:lnTo>
                  <a:pt x="8048" y="1634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088117" y="4966343"/>
            <a:ext cx="122983" cy="155189"/>
          </a:xfrm>
          <a:custGeom>
            <a:avLst/>
            <a:gdLst/>
            <a:ahLst/>
            <a:cxnLst/>
            <a:rect l="l" t="t" r="r" b="b"/>
            <a:pathLst>
              <a:path w="122983" h="155189">
                <a:moveTo>
                  <a:pt x="51726" y="94430"/>
                </a:moveTo>
                <a:lnTo>
                  <a:pt x="48184" y="85760"/>
                </a:lnTo>
                <a:lnTo>
                  <a:pt x="48184" y="90836"/>
                </a:lnTo>
                <a:lnTo>
                  <a:pt x="51726" y="94430"/>
                </a:lnTo>
                <a:close/>
              </a:path>
              <a:path w="122983" h="155189">
                <a:moveTo>
                  <a:pt x="104310" y="134766"/>
                </a:moveTo>
                <a:lnTo>
                  <a:pt x="108281" y="138857"/>
                </a:lnTo>
                <a:lnTo>
                  <a:pt x="116330" y="147017"/>
                </a:lnTo>
                <a:lnTo>
                  <a:pt x="104310" y="134766"/>
                </a:lnTo>
                <a:close/>
              </a:path>
              <a:path w="122983" h="155189">
                <a:moveTo>
                  <a:pt x="64174" y="114354"/>
                </a:moveTo>
                <a:lnTo>
                  <a:pt x="64174" y="122514"/>
                </a:lnTo>
                <a:lnTo>
                  <a:pt x="72223" y="122514"/>
                </a:lnTo>
                <a:lnTo>
                  <a:pt x="72223" y="130686"/>
                </a:lnTo>
                <a:lnTo>
                  <a:pt x="80272" y="130686"/>
                </a:lnTo>
                <a:lnTo>
                  <a:pt x="80272" y="138857"/>
                </a:lnTo>
                <a:lnTo>
                  <a:pt x="96262" y="138857"/>
                </a:lnTo>
                <a:lnTo>
                  <a:pt x="96262" y="126605"/>
                </a:lnTo>
                <a:lnTo>
                  <a:pt x="100340" y="138857"/>
                </a:lnTo>
                <a:lnTo>
                  <a:pt x="104310" y="147017"/>
                </a:lnTo>
                <a:lnTo>
                  <a:pt x="116330" y="147017"/>
                </a:lnTo>
                <a:lnTo>
                  <a:pt x="108281" y="138857"/>
                </a:lnTo>
                <a:lnTo>
                  <a:pt x="104310" y="134766"/>
                </a:lnTo>
                <a:lnTo>
                  <a:pt x="116330" y="147017"/>
                </a:lnTo>
                <a:lnTo>
                  <a:pt x="108281" y="122514"/>
                </a:lnTo>
                <a:lnTo>
                  <a:pt x="120300" y="134766"/>
                </a:lnTo>
                <a:lnTo>
                  <a:pt x="122983" y="155189"/>
                </a:lnTo>
                <a:lnTo>
                  <a:pt x="128349" y="149708"/>
                </a:lnTo>
                <a:lnTo>
                  <a:pt x="128349" y="122514"/>
                </a:lnTo>
                <a:lnTo>
                  <a:pt x="120300" y="122514"/>
                </a:lnTo>
                <a:lnTo>
                  <a:pt x="120300" y="114354"/>
                </a:lnTo>
                <a:lnTo>
                  <a:pt x="104310" y="114354"/>
                </a:lnTo>
                <a:lnTo>
                  <a:pt x="104310" y="106183"/>
                </a:lnTo>
                <a:lnTo>
                  <a:pt x="96262" y="106183"/>
                </a:lnTo>
                <a:lnTo>
                  <a:pt x="100340" y="114354"/>
                </a:lnTo>
                <a:lnTo>
                  <a:pt x="104310" y="126605"/>
                </a:lnTo>
                <a:lnTo>
                  <a:pt x="104310" y="142937"/>
                </a:lnTo>
                <a:lnTo>
                  <a:pt x="104310" y="134809"/>
                </a:lnTo>
                <a:lnTo>
                  <a:pt x="96262" y="118434"/>
                </a:lnTo>
                <a:lnTo>
                  <a:pt x="88213" y="110230"/>
                </a:lnTo>
                <a:lnTo>
                  <a:pt x="84242" y="106183"/>
                </a:lnTo>
                <a:lnTo>
                  <a:pt x="80272" y="102102"/>
                </a:lnTo>
                <a:lnTo>
                  <a:pt x="84242" y="106183"/>
                </a:lnTo>
                <a:lnTo>
                  <a:pt x="80272" y="98011"/>
                </a:lnTo>
                <a:lnTo>
                  <a:pt x="76262" y="98011"/>
                </a:lnTo>
                <a:lnTo>
                  <a:pt x="88213" y="110263"/>
                </a:lnTo>
                <a:lnTo>
                  <a:pt x="92291" y="130686"/>
                </a:lnTo>
                <a:lnTo>
                  <a:pt x="80272" y="122514"/>
                </a:lnTo>
                <a:lnTo>
                  <a:pt x="72223" y="114354"/>
                </a:lnTo>
                <a:lnTo>
                  <a:pt x="64174" y="106183"/>
                </a:lnTo>
                <a:lnTo>
                  <a:pt x="68177" y="106183"/>
                </a:lnTo>
                <a:lnTo>
                  <a:pt x="72223" y="110307"/>
                </a:lnTo>
                <a:lnTo>
                  <a:pt x="68252" y="106183"/>
                </a:lnTo>
                <a:lnTo>
                  <a:pt x="64174" y="102102"/>
                </a:lnTo>
                <a:lnTo>
                  <a:pt x="56126" y="93931"/>
                </a:lnTo>
                <a:lnTo>
                  <a:pt x="56126" y="69428"/>
                </a:lnTo>
                <a:lnTo>
                  <a:pt x="48184" y="61257"/>
                </a:lnTo>
                <a:lnTo>
                  <a:pt x="56126" y="69428"/>
                </a:lnTo>
                <a:lnTo>
                  <a:pt x="48184" y="57177"/>
                </a:lnTo>
                <a:lnTo>
                  <a:pt x="44181" y="57177"/>
                </a:lnTo>
                <a:lnTo>
                  <a:pt x="40136" y="53053"/>
                </a:lnTo>
                <a:lnTo>
                  <a:pt x="40136" y="69428"/>
                </a:lnTo>
                <a:lnTo>
                  <a:pt x="52155" y="81680"/>
                </a:lnTo>
                <a:lnTo>
                  <a:pt x="40136" y="81680"/>
                </a:lnTo>
                <a:lnTo>
                  <a:pt x="40136" y="82667"/>
                </a:lnTo>
                <a:lnTo>
                  <a:pt x="48184" y="90836"/>
                </a:lnTo>
                <a:lnTo>
                  <a:pt x="48184" y="85760"/>
                </a:lnTo>
                <a:lnTo>
                  <a:pt x="51726" y="94430"/>
                </a:lnTo>
                <a:lnTo>
                  <a:pt x="48184" y="90836"/>
                </a:lnTo>
                <a:lnTo>
                  <a:pt x="48184" y="106183"/>
                </a:lnTo>
                <a:lnTo>
                  <a:pt x="56126" y="106183"/>
                </a:lnTo>
                <a:lnTo>
                  <a:pt x="56126" y="114354"/>
                </a:lnTo>
                <a:lnTo>
                  <a:pt x="64174" y="114354"/>
                </a:lnTo>
                <a:close/>
              </a:path>
              <a:path w="122983" h="155189">
                <a:moveTo>
                  <a:pt x="48184" y="49005"/>
                </a:moveTo>
                <a:lnTo>
                  <a:pt x="36165" y="49005"/>
                </a:lnTo>
                <a:lnTo>
                  <a:pt x="28116" y="40834"/>
                </a:lnTo>
                <a:lnTo>
                  <a:pt x="24038" y="20422"/>
                </a:lnTo>
                <a:lnTo>
                  <a:pt x="28116" y="40834"/>
                </a:lnTo>
                <a:lnTo>
                  <a:pt x="32087" y="36754"/>
                </a:lnTo>
                <a:lnTo>
                  <a:pt x="40136" y="40834"/>
                </a:lnTo>
                <a:lnTo>
                  <a:pt x="40136" y="39847"/>
                </a:lnTo>
                <a:lnTo>
                  <a:pt x="32087" y="31685"/>
                </a:lnTo>
                <a:lnTo>
                  <a:pt x="28545" y="28094"/>
                </a:lnTo>
                <a:lnTo>
                  <a:pt x="24038" y="16331"/>
                </a:lnTo>
                <a:lnTo>
                  <a:pt x="24038" y="5480"/>
                </a:lnTo>
                <a:lnTo>
                  <a:pt x="18672" y="0"/>
                </a:lnTo>
                <a:lnTo>
                  <a:pt x="12019" y="0"/>
                </a:lnTo>
                <a:lnTo>
                  <a:pt x="12019" y="16331"/>
                </a:lnTo>
                <a:lnTo>
                  <a:pt x="24038" y="28583"/>
                </a:lnTo>
                <a:lnTo>
                  <a:pt x="36165" y="65337"/>
                </a:lnTo>
                <a:lnTo>
                  <a:pt x="40136" y="69461"/>
                </a:lnTo>
                <a:lnTo>
                  <a:pt x="44106" y="73508"/>
                </a:lnTo>
                <a:lnTo>
                  <a:pt x="40136" y="73508"/>
                </a:lnTo>
                <a:lnTo>
                  <a:pt x="52155" y="81680"/>
                </a:lnTo>
                <a:lnTo>
                  <a:pt x="40136" y="69428"/>
                </a:lnTo>
                <a:lnTo>
                  <a:pt x="40136" y="53053"/>
                </a:lnTo>
                <a:lnTo>
                  <a:pt x="44181" y="57177"/>
                </a:lnTo>
                <a:lnTo>
                  <a:pt x="48184" y="57177"/>
                </a:lnTo>
                <a:lnTo>
                  <a:pt x="56126" y="69428"/>
                </a:lnTo>
                <a:lnTo>
                  <a:pt x="56126" y="93931"/>
                </a:lnTo>
                <a:lnTo>
                  <a:pt x="64174" y="102102"/>
                </a:lnTo>
                <a:lnTo>
                  <a:pt x="68252" y="106183"/>
                </a:lnTo>
                <a:lnTo>
                  <a:pt x="72223" y="110307"/>
                </a:lnTo>
                <a:lnTo>
                  <a:pt x="76194" y="114354"/>
                </a:lnTo>
                <a:lnTo>
                  <a:pt x="80272" y="122514"/>
                </a:lnTo>
                <a:lnTo>
                  <a:pt x="92291" y="130686"/>
                </a:lnTo>
                <a:lnTo>
                  <a:pt x="88213" y="110263"/>
                </a:lnTo>
                <a:lnTo>
                  <a:pt x="76262" y="98011"/>
                </a:lnTo>
                <a:lnTo>
                  <a:pt x="72223" y="89840"/>
                </a:lnTo>
                <a:lnTo>
                  <a:pt x="72223" y="81680"/>
                </a:lnTo>
                <a:lnTo>
                  <a:pt x="64174" y="77589"/>
                </a:lnTo>
                <a:lnTo>
                  <a:pt x="64174" y="57177"/>
                </a:lnTo>
                <a:lnTo>
                  <a:pt x="60633" y="68929"/>
                </a:lnTo>
                <a:lnTo>
                  <a:pt x="60204" y="81680"/>
                </a:lnTo>
                <a:lnTo>
                  <a:pt x="68252" y="89840"/>
                </a:lnTo>
                <a:lnTo>
                  <a:pt x="72223" y="93891"/>
                </a:lnTo>
                <a:lnTo>
                  <a:pt x="76194" y="98011"/>
                </a:lnTo>
                <a:lnTo>
                  <a:pt x="80272" y="118434"/>
                </a:lnTo>
                <a:lnTo>
                  <a:pt x="84242" y="122514"/>
                </a:lnTo>
                <a:lnTo>
                  <a:pt x="80272" y="118467"/>
                </a:lnTo>
                <a:lnTo>
                  <a:pt x="72223" y="110263"/>
                </a:lnTo>
                <a:lnTo>
                  <a:pt x="72223" y="93931"/>
                </a:lnTo>
                <a:lnTo>
                  <a:pt x="60204" y="81680"/>
                </a:lnTo>
                <a:lnTo>
                  <a:pt x="56126" y="57177"/>
                </a:lnTo>
                <a:lnTo>
                  <a:pt x="56126" y="49005"/>
                </a:lnTo>
                <a:lnTo>
                  <a:pt x="48184" y="49005"/>
                </a:lnTo>
                <a:close/>
              </a:path>
              <a:path w="122983" h="155189">
                <a:moveTo>
                  <a:pt x="8048" y="40834"/>
                </a:moveTo>
                <a:lnTo>
                  <a:pt x="16097" y="44925"/>
                </a:lnTo>
                <a:lnTo>
                  <a:pt x="20068" y="40834"/>
                </a:lnTo>
                <a:lnTo>
                  <a:pt x="8048" y="28583"/>
                </a:lnTo>
                <a:lnTo>
                  <a:pt x="5365" y="0"/>
                </a:lnTo>
                <a:lnTo>
                  <a:pt x="0" y="5480"/>
                </a:lnTo>
                <a:lnTo>
                  <a:pt x="0" y="40834"/>
                </a:lnTo>
                <a:lnTo>
                  <a:pt x="8048" y="40834"/>
                </a:lnTo>
                <a:close/>
              </a:path>
              <a:path w="122983" h="155189">
                <a:moveTo>
                  <a:pt x="8048" y="28583"/>
                </a:moveTo>
                <a:lnTo>
                  <a:pt x="20068" y="40834"/>
                </a:lnTo>
                <a:lnTo>
                  <a:pt x="16097" y="44925"/>
                </a:lnTo>
                <a:lnTo>
                  <a:pt x="8048" y="40834"/>
                </a:lnTo>
                <a:lnTo>
                  <a:pt x="8048" y="41833"/>
                </a:lnTo>
                <a:lnTo>
                  <a:pt x="16097" y="49994"/>
                </a:lnTo>
                <a:lnTo>
                  <a:pt x="19638" y="53585"/>
                </a:lnTo>
                <a:lnTo>
                  <a:pt x="24038" y="65337"/>
                </a:lnTo>
                <a:lnTo>
                  <a:pt x="24038" y="53086"/>
                </a:lnTo>
                <a:lnTo>
                  <a:pt x="32087" y="61257"/>
                </a:lnTo>
                <a:lnTo>
                  <a:pt x="32087" y="81680"/>
                </a:lnTo>
                <a:lnTo>
                  <a:pt x="52155" y="81680"/>
                </a:lnTo>
                <a:lnTo>
                  <a:pt x="40136" y="73508"/>
                </a:lnTo>
                <a:lnTo>
                  <a:pt x="44106" y="73508"/>
                </a:lnTo>
                <a:lnTo>
                  <a:pt x="40136" y="69461"/>
                </a:lnTo>
                <a:lnTo>
                  <a:pt x="36165" y="65337"/>
                </a:lnTo>
                <a:lnTo>
                  <a:pt x="24038" y="28583"/>
                </a:lnTo>
                <a:lnTo>
                  <a:pt x="12019" y="16331"/>
                </a:lnTo>
                <a:lnTo>
                  <a:pt x="12019" y="0"/>
                </a:lnTo>
                <a:lnTo>
                  <a:pt x="5365" y="0"/>
                </a:lnTo>
                <a:lnTo>
                  <a:pt x="8048" y="28583"/>
                </a:lnTo>
                <a:close/>
              </a:path>
              <a:path w="122983" h="155189">
                <a:moveTo>
                  <a:pt x="24038" y="73508"/>
                </a:moveTo>
                <a:lnTo>
                  <a:pt x="32087" y="73508"/>
                </a:lnTo>
                <a:lnTo>
                  <a:pt x="32087" y="61257"/>
                </a:lnTo>
                <a:lnTo>
                  <a:pt x="24038" y="53086"/>
                </a:lnTo>
                <a:lnTo>
                  <a:pt x="24038" y="73508"/>
                </a:lnTo>
                <a:close/>
              </a:path>
              <a:path w="122983" h="155189">
                <a:moveTo>
                  <a:pt x="32087" y="16331"/>
                </a:moveTo>
                <a:lnTo>
                  <a:pt x="24038" y="16331"/>
                </a:lnTo>
                <a:lnTo>
                  <a:pt x="28545" y="28094"/>
                </a:lnTo>
                <a:lnTo>
                  <a:pt x="32087" y="31685"/>
                </a:lnTo>
                <a:lnTo>
                  <a:pt x="32087" y="16331"/>
                </a:lnTo>
                <a:close/>
              </a:path>
              <a:path w="122983" h="155189">
                <a:moveTo>
                  <a:pt x="40136" y="40834"/>
                </a:moveTo>
                <a:lnTo>
                  <a:pt x="32087" y="36754"/>
                </a:lnTo>
                <a:lnTo>
                  <a:pt x="28116" y="40834"/>
                </a:lnTo>
                <a:lnTo>
                  <a:pt x="36165" y="49005"/>
                </a:lnTo>
                <a:lnTo>
                  <a:pt x="48184" y="49005"/>
                </a:lnTo>
                <a:lnTo>
                  <a:pt x="48184" y="40834"/>
                </a:lnTo>
                <a:lnTo>
                  <a:pt x="40136" y="40834"/>
                </a:lnTo>
                <a:close/>
              </a:path>
              <a:path w="122983" h="155189">
                <a:moveTo>
                  <a:pt x="60633" y="68929"/>
                </a:moveTo>
                <a:lnTo>
                  <a:pt x="64174" y="57177"/>
                </a:lnTo>
                <a:lnTo>
                  <a:pt x="56126" y="57177"/>
                </a:lnTo>
                <a:lnTo>
                  <a:pt x="60204" y="81680"/>
                </a:lnTo>
                <a:lnTo>
                  <a:pt x="60633" y="68929"/>
                </a:lnTo>
                <a:close/>
              </a:path>
              <a:path w="122983" h="155189">
                <a:moveTo>
                  <a:pt x="64174" y="72523"/>
                </a:moveTo>
                <a:lnTo>
                  <a:pt x="64174" y="77589"/>
                </a:lnTo>
                <a:lnTo>
                  <a:pt x="72223" y="81680"/>
                </a:lnTo>
                <a:lnTo>
                  <a:pt x="72223" y="80692"/>
                </a:lnTo>
                <a:lnTo>
                  <a:pt x="64174" y="72523"/>
                </a:lnTo>
                <a:close/>
              </a:path>
              <a:path w="122983" h="155189">
                <a:moveTo>
                  <a:pt x="72223" y="89840"/>
                </a:moveTo>
                <a:lnTo>
                  <a:pt x="76262" y="98011"/>
                </a:lnTo>
                <a:lnTo>
                  <a:pt x="80272" y="98011"/>
                </a:lnTo>
                <a:lnTo>
                  <a:pt x="84242" y="106183"/>
                </a:lnTo>
                <a:lnTo>
                  <a:pt x="88213" y="110230"/>
                </a:lnTo>
                <a:lnTo>
                  <a:pt x="96262" y="118434"/>
                </a:lnTo>
                <a:lnTo>
                  <a:pt x="104310" y="134809"/>
                </a:lnTo>
                <a:lnTo>
                  <a:pt x="104310" y="126605"/>
                </a:lnTo>
                <a:lnTo>
                  <a:pt x="96262" y="118401"/>
                </a:lnTo>
                <a:lnTo>
                  <a:pt x="92291" y="114354"/>
                </a:lnTo>
                <a:lnTo>
                  <a:pt x="88213" y="106183"/>
                </a:lnTo>
                <a:lnTo>
                  <a:pt x="88213" y="89840"/>
                </a:lnTo>
                <a:lnTo>
                  <a:pt x="80271" y="89840"/>
                </a:lnTo>
                <a:lnTo>
                  <a:pt x="80272" y="81680"/>
                </a:lnTo>
                <a:lnTo>
                  <a:pt x="72223" y="81680"/>
                </a:lnTo>
                <a:lnTo>
                  <a:pt x="72223" y="89840"/>
                </a:lnTo>
                <a:close/>
              </a:path>
              <a:path w="122983" h="155189">
                <a:moveTo>
                  <a:pt x="96262" y="114354"/>
                </a:moveTo>
                <a:lnTo>
                  <a:pt x="92291" y="114354"/>
                </a:lnTo>
                <a:lnTo>
                  <a:pt x="96262" y="118401"/>
                </a:lnTo>
                <a:lnTo>
                  <a:pt x="104310" y="126605"/>
                </a:lnTo>
                <a:lnTo>
                  <a:pt x="100340" y="114354"/>
                </a:lnTo>
                <a:lnTo>
                  <a:pt x="96262" y="106183"/>
                </a:lnTo>
                <a:lnTo>
                  <a:pt x="96262" y="98011"/>
                </a:lnTo>
                <a:lnTo>
                  <a:pt x="88213" y="98011"/>
                </a:lnTo>
                <a:lnTo>
                  <a:pt x="88213" y="106183"/>
                </a:lnTo>
                <a:lnTo>
                  <a:pt x="92291" y="114354"/>
                </a:lnTo>
                <a:lnTo>
                  <a:pt x="96262" y="114354"/>
                </a:lnTo>
                <a:close/>
              </a:path>
              <a:path w="122983" h="155189">
                <a:moveTo>
                  <a:pt x="96262" y="138857"/>
                </a:moveTo>
                <a:lnTo>
                  <a:pt x="96262" y="147017"/>
                </a:lnTo>
                <a:lnTo>
                  <a:pt x="104310" y="147017"/>
                </a:lnTo>
                <a:lnTo>
                  <a:pt x="100340" y="138857"/>
                </a:lnTo>
                <a:lnTo>
                  <a:pt x="96262" y="126605"/>
                </a:lnTo>
                <a:lnTo>
                  <a:pt x="96262" y="138857"/>
                </a:lnTo>
                <a:close/>
              </a:path>
              <a:path w="122983" h="155189">
                <a:moveTo>
                  <a:pt x="116330" y="147017"/>
                </a:moveTo>
                <a:lnTo>
                  <a:pt x="104310" y="147017"/>
                </a:lnTo>
                <a:lnTo>
                  <a:pt x="104310" y="149708"/>
                </a:lnTo>
                <a:lnTo>
                  <a:pt x="109676" y="155189"/>
                </a:lnTo>
                <a:lnTo>
                  <a:pt x="122983" y="155189"/>
                </a:lnTo>
                <a:lnTo>
                  <a:pt x="120300" y="134766"/>
                </a:lnTo>
                <a:lnTo>
                  <a:pt x="108281" y="122514"/>
                </a:lnTo>
                <a:lnTo>
                  <a:pt x="116330" y="147017"/>
                </a:lnTo>
                <a:close/>
              </a:path>
              <a:path w="122983" h="155189">
                <a:moveTo>
                  <a:pt x="80272" y="118467"/>
                </a:moveTo>
                <a:lnTo>
                  <a:pt x="84242" y="122514"/>
                </a:lnTo>
                <a:lnTo>
                  <a:pt x="80272" y="118434"/>
                </a:lnTo>
                <a:lnTo>
                  <a:pt x="76194" y="98011"/>
                </a:lnTo>
                <a:lnTo>
                  <a:pt x="72223" y="93891"/>
                </a:lnTo>
                <a:lnTo>
                  <a:pt x="68252" y="89840"/>
                </a:lnTo>
                <a:lnTo>
                  <a:pt x="72223" y="93931"/>
                </a:lnTo>
                <a:lnTo>
                  <a:pt x="72223" y="110263"/>
                </a:lnTo>
                <a:lnTo>
                  <a:pt x="80272" y="118467"/>
                </a:lnTo>
                <a:close/>
              </a:path>
              <a:path w="122983" h="155189">
                <a:moveTo>
                  <a:pt x="72223" y="114354"/>
                </a:moveTo>
                <a:lnTo>
                  <a:pt x="80272" y="122514"/>
                </a:lnTo>
                <a:lnTo>
                  <a:pt x="76194" y="114354"/>
                </a:lnTo>
                <a:lnTo>
                  <a:pt x="72223" y="110307"/>
                </a:lnTo>
                <a:lnTo>
                  <a:pt x="68177" y="106183"/>
                </a:lnTo>
                <a:lnTo>
                  <a:pt x="64174" y="106183"/>
                </a:lnTo>
                <a:lnTo>
                  <a:pt x="72223" y="114354"/>
                </a:lnTo>
                <a:close/>
              </a:path>
              <a:path w="122983" h="155189">
                <a:moveTo>
                  <a:pt x="16097" y="49994"/>
                </a:moveTo>
                <a:lnTo>
                  <a:pt x="16097" y="65337"/>
                </a:lnTo>
                <a:lnTo>
                  <a:pt x="24038" y="65337"/>
                </a:lnTo>
                <a:lnTo>
                  <a:pt x="19638" y="53585"/>
                </a:lnTo>
                <a:lnTo>
                  <a:pt x="16097" y="499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192428" y="5097029"/>
            <a:ext cx="136398" cy="40834"/>
          </a:xfrm>
          <a:custGeom>
            <a:avLst/>
            <a:gdLst/>
            <a:ahLst/>
            <a:cxnLst/>
            <a:rect l="l" t="t" r="r" b="b"/>
            <a:pathLst>
              <a:path w="136398" h="40834">
                <a:moveTo>
                  <a:pt x="108281" y="8171"/>
                </a:moveTo>
                <a:lnTo>
                  <a:pt x="104310" y="0"/>
                </a:lnTo>
                <a:lnTo>
                  <a:pt x="104310" y="8171"/>
                </a:lnTo>
                <a:lnTo>
                  <a:pt x="108281" y="8171"/>
                </a:lnTo>
                <a:close/>
              </a:path>
              <a:path w="136398" h="40834">
                <a:moveTo>
                  <a:pt x="92291" y="16331"/>
                </a:moveTo>
                <a:lnTo>
                  <a:pt x="88213" y="8171"/>
                </a:lnTo>
                <a:lnTo>
                  <a:pt x="88213" y="16331"/>
                </a:lnTo>
                <a:lnTo>
                  <a:pt x="92291" y="16331"/>
                </a:lnTo>
                <a:close/>
              </a:path>
              <a:path w="136398" h="40834">
                <a:moveTo>
                  <a:pt x="64174" y="8171"/>
                </a:moveTo>
                <a:lnTo>
                  <a:pt x="60204" y="16331"/>
                </a:lnTo>
                <a:lnTo>
                  <a:pt x="64174" y="16331"/>
                </a:lnTo>
                <a:lnTo>
                  <a:pt x="64174" y="8171"/>
                </a:lnTo>
                <a:close/>
              </a:path>
              <a:path w="136398" h="40834">
                <a:moveTo>
                  <a:pt x="20068" y="24502"/>
                </a:moveTo>
                <a:lnTo>
                  <a:pt x="36058" y="32674"/>
                </a:lnTo>
                <a:lnTo>
                  <a:pt x="28116" y="24502"/>
                </a:lnTo>
                <a:lnTo>
                  <a:pt x="15990" y="12251"/>
                </a:lnTo>
                <a:lnTo>
                  <a:pt x="15990" y="32674"/>
                </a:lnTo>
                <a:lnTo>
                  <a:pt x="36058" y="32674"/>
                </a:lnTo>
                <a:lnTo>
                  <a:pt x="20068" y="24502"/>
                </a:lnTo>
                <a:close/>
              </a:path>
              <a:path w="136398" h="40834">
                <a:moveTo>
                  <a:pt x="20068" y="0"/>
                </a:moveTo>
                <a:lnTo>
                  <a:pt x="28116" y="8171"/>
                </a:lnTo>
                <a:lnTo>
                  <a:pt x="36058" y="8171"/>
                </a:lnTo>
                <a:lnTo>
                  <a:pt x="40136" y="20422"/>
                </a:lnTo>
                <a:lnTo>
                  <a:pt x="44106" y="32674"/>
                </a:lnTo>
                <a:lnTo>
                  <a:pt x="52155" y="32674"/>
                </a:lnTo>
                <a:lnTo>
                  <a:pt x="40136" y="8171"/>
                </a:lnTo>
                <a:lnTo>
                  <a:pt x="40136" y="0"/>
                </a:lnTo>
                <a:lnTo>
                  <a:pt x="20068" y="0"/>
                </a:lnTo>
                <a:close/>
              </a:path>
              <a:path w="136398" h="40834">
                <a:moveTo>
                  <a:pt x="0" y="12251"/>
                </a:moveTo>
                <a:lnTo>
                  <a:pt x="0" y="19022"/>
                </a:lnTo>
                <a:lnTo>
                  <a:pt x="5365" y="24502"/>
                </a:lnTo>
                <a:lnTo>
                  <a:pt x="15990" y="24502"/>
                </a:lnTo>
                <a:lnTo>
                  <a:pt x="15990" y="12251"/>
                </a:lnTo>
                <a:lnTo>
                  <a:pt x="28116" y="24502"/>
                </a:lnTo>
                <a:lnTo>
                  <a:pt x="36058" y="32674"/>
                </a:lnTo>
                <a:lnTo>
                  <a:pt x="40135" y="32674"/>
                </a:lnTo>
                <a:lnTo>
                  <a:pt x="40136" y="40834"/>
                </a:lnTo>
                <a:lnTo>
                  <a:pt x="68145" y="40834"/>
                </a:lnTo>
                <a:lnTo>
                  <a:pt x="64174" y="28583"/>
                </a:lnTo>
                <a:lnTo>
                  <a:pt x="52155" y="16331"/>
                </a:lnTo>
                <a:lnTo>
                  <a:pt x="64174" y="8171"/>
                </a:lnTo>
                <a:lnTo>
                  <a:pt x="40136" y="8171"/>
                </a:lnTo>
                <a:lnTo>
                  <a:pt x="52155" y="32674"/>
                </a:lnTo>
                <a:lnTo>
                  <a:pt x="44106" y="32674"/>
                </a:lnTo>
                <a:lnTo>
                  <a:pt x="40136" y="20422"/>
                </a:lnTo>
                <a:lnTo>
                  <a:pt x="36058" y="8171"/>
                </a:lnTo>
                <a:lnTo>
                  <a:pt x="28116" y="8171"/>
                </a:lnTo>
                <a:lnTo>
                  <a:pt x="20068" y="0"/>
                </a:lnTo>
                <a:lnTo>
                  <a:pt x="5365" y="0"/>
                </a:lnTo>
                <a:lnTo>
                  <a:pt x="0" y="5480"/>
                </a:lnTo>
                <a:lnTo>
                  <a:pt x="0" y="12251"/>
                </a:lnTo>
                <a:close/>
              </a:path>
              <a:path w="136398" h="40834">
                <a:moveTo>
                  <a:pt x="64174" y="8171"/>
                </a:moveTo>
                <a:lnTo>
                  <a:pt x="52155" y="16331"/>
                </a:lnTo>
                <a:lnTo>
                  <a:pt x="64174" y="28583"/>
                </a:lnTo>
                <a:lnTo>
                  <a:pt x="68145" y="40834"/>
                </a:lnTo>
                <a:lnTo>
                  <a:pt x="84242" y="40834"/>
                </a:lnTo>
                <a:lnTo>
                  <a:pt x="88213" y="28583"/>
                </a:lnTo>
                <a:lnTo>
                  <a:pt x="100232" y="16331"/>
                </a:lnTo>
                <a:lnTo>
                  <a:pt x="92291" y="40834"/>
                </a:lnTo>
                <a:lnTo>
                  <a:pt x="100232" y="32674"/>
                </a:lnTo>
                <a:lnTo>
                  <a:pt x="104310" y="20422"/>
                </a:lnTo>
                <a:lnTo>
                  <a:pt x="116330" y="8171"/>
                </a:lnTo>
                <a:lnTo>
                  <a:pt x="124271" y="0"/>
                </a:lnTo>
                <a:lnTo>
                  <a:pt x="104310" y="0"/>
                </a:lnTo>
                <a:lnTo>
                  <a:pt x="108281" y="8171"/>
                </a:lnTo>
                <a:lnTo>
                  <a:pt x="88213" y="8171"/>
                </a:lnTo>
                <a:lnTo>
                  <a:pt x="92291" y="16331"/>
                </a:lnTo>
                <a:lnTo>
                  <a:pt x="60204" y="16331"/>
                </a:lnTo>
                <a:lnTo>
                  <a:pt x="64174" y="8171"/>
                </a:lnTo>
                <a:close/>
              </a:path>
              <a:path w="136398" h="40834">
                <a:moveTo>
                  <a:pt x="130924" y="0"/>
                </a:moveTo>
                <a:lnTo>
                  <a:pt x="124271" y="0"/>
                </a:lnTo>
                <a:lnTo>
                  <a:pt x="116330" y="8171"/>
                </a:lnTo>
                <a:lnTo>
                  <a:pt x="112252" y="20422"/>
                </a:lnTo>
                <a:lnTo>
                  <a:pt x="108281" y="32674"/>
                </a:lnTo>
                <a:lnTo>
                  <a:pt x="100232" y="32674"/>
                </a:lnTo>
                <a:lnTo>
                  <a:pt x="92291" y="40834"/>
                </a:lnTo>
                <a:lnTo>
                  <a:pt x="112252" y="40834"/>
                </a:lnTo>
                <a:lnTo>
                  <a:pt x="112252" y="32674"/>
                </a:lnTo>
                <a:lnTo>
                  <a:pt x="116330" y="24502"/>
                </a:lnTo>
                <a:lnTo>
                  <a:pt x="124271" y="24502"/>
                </a:lnTo>
                <a:lnTo>
                  <a:pt x="128349" y="12251"/>
                </a:lnTo>
                <a:lnTo>
                  <a:pt x="130924" y="0"/>
                </a:lnTo>
                <a:close/>
              </a:path>
              <a:path w="136398" h="40834">
                <a:moveTo>
                  <a:pt x="112252" y="20422"/>
                </a:moveTo>
                <a:lnTo>
                  <a:pt x="116330" y="8171"/>
                </a:lnTo>
                <a:lnTo>
                  <a:pt x="104310" y="20422"/>
                </a:lnTo>
                <a:lnTo>
                  <a:pt x="100232" y="32674"/>
                </a:lnTo>
                <a:lnTo>
                  <a:pt x="108281" y="32674"/>
                </a:lnTo>
                <a:lnTo>
                  <a:pt x="112252" y="20422"/>
                </a:lnTo>
                <a:close/>
              </a:path>
              <a:path w="136398" h="40834">
                <a:moveTo>
                  <a:pt x="136398" y="12251"/>
                </a:moveTo>
                <a:lnTo>
                  <a:pt x="136398" y="5480"/>
                </a:lnTo>
                <a:lnTo>
                  <a:pt x="130924" y="0"/>
                </a:lnTo>
                <a:lnTo>
                  <a:pt x="128349" y="12251"/>
                </a:lnTo>
                <a:lnTo>
                  <a:pt x="124271" y="24502"/>
                </a:lnTo>
                <a:lnTo>
                  <a:pt x="116330" y="24502"/>
                </a:lnTo>
                <a:lnTo>
                  <a:pt x="112252" y="32674"/>
                </a:lnTo>
                <a:lnTo>
                  <a:pt x="128349" y="32674"/>
                </a:lnTo>
                <a:lnTo>
                  <a:pt x="128349" y="24502"/>
                </a:lnTo>
                <a:lnTo>
                  <a:pt x="130924" y="24502"/>
                </a:lnTo>
                <a:lnTo>
                  <a:pt x="136398" y="19022"/>
                </a:lnTo>
                <a:lnTo>
                  <a:pt x="136398" y="12251"/>
                </a:lnTo>
                <a:close/>
              </a:path>
              <a:path w="136398" h="40834">
                <a:moveTo>
                  <a:pt x="88213" y="28583"/>
                </a:moveTo>
                <a:lnTo>
                  <a:pt x="84242" y="40834"/>
                </a:lnTo>
                <a:lnTo>
                  <a:pt x="92291" y="40834"/>
                </a:lnTo>
                <a:lnTo>
                  <a:pt x="100232" y="16331"/>
                </a:lnTo>
                <a:lnTo>
                  <a:pt x="88213" y="285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304680" y="4990846"/>
            <a:ext cx="128349" cy="130686"/>
          </a:xfrm>
          <a:custGeom>
            <a:avLst/>
            <a:gdLst/>
            <a:ahLst/>
            <a:cxnLst/>
            <a:rect l="l" t="t" r="r" b="b"/>
            <a:pathLst>
              <a:path w="128349" h="130686">
                <a:moveTo>
                  <a:pt x="68252" y="89851"/>
                </a:moveTo>
                <a:lnTo>
                  <a:pt x="72223" y="77599"/>
                </a:lnTo>
                <a:lnTo>
                  <a:pt x="72223" y="69428"/>
                </a:lnTo>
                <a:lnTo>
                  <a:pt x="76194" y="81680"/>
                </a:lnTo>
                <a:lnTo>
                  <a:pt x="88320" y="69428"/>
                </a:lnTo>
                <a:lnTo>
                  <a:pt x="96262" y="81680"/>
                </a:lnTo>
                <a:lnTo>
                  <a:pt x="96262" y="65337"/>
                </a:lnTo>
                <a:lnTo>
                  <a:pt x="84242" y="65337"/>
                </a:lnTo>
                <a:lnTo>
                  <a:pt x="84242" y="57177"/>
                </a:lnTo>
                <a:lnTo>
                  <a:pt x="80272" y="53086"/>
                </a:lnTo>
                <a:lnTo>
                  <a:pt x="88320" y="44882"/>
                </a:lnTo>
                <a:lnTo>
                  <a:pt x="92291" y="40834"/>
                </a:lnTo>
                <a:lnTo>
                  <a:pt x="88320" y="32674"/>
                </a:lnTo>
                <a:lnTo>
                  <a:pt x="88320" y="40834"/>
                </a:lnTo>
                <a:lnTo>
                  <a:pt x="88320" y="32674"/>
                </a:lnTo>
                <a:lnTo>
                  <a:pt x="80272" y="32674"/>
                </a:lnTo>
                <a:lnTo>
                  <a:pt x="80271" y="40834"/>
                </a:lnTo>
                <a:lnTo>
                  <a:pt x="72223" y="40834"/>
                </a:lnTo>
                <a:lnTo>
                  <a:pt x="72223" y="57177"/>
                </a:lnTo>
                <a:lnTo>
                  <a:pt x="76194" y="65337"/>
                </a:lnTo>
                <a:lnTo>
                  <a:pt x="72223" y="65337"/>
                </a:lnTo>
                <a:lnTo>
                  <a:pt x="72223" y="57177"/>
                </a:lnTo>
                <a:lnTo>
                  <a:pt x="64174" y="57177"/>
                </a:lnTo>
                <a:lnTo>
                  <a:pt x="68252" y="65337"/>
                </a:lnTo>
                <a:lnTo>
                  <a:pt x="72223" y="69388"/>
                </a:lnTo>
                <a:lnTo>
                  <a:pt x="64174" y="77599"/>
                </a:lnTo>
                <a:lnTo>
                  <a:pt x="64174" y="65337"/>
                </a:lnTo>
                <a:lnTo>
                  <a:pt x="48184" y="65337"/>
                </a:lnTo>
                <a:lnTo>
                  <a:pt x="51726" y="77100"/>
                </a:lnTo>
                <a:lnTo>
                  <a:pt x="52155" y="81680"/>
                </a:lnTo>
                <a:lnTo>
                  <a:pt x="56233" y="93931"/>
                </a:lnTo>
                <a:lnTo>
                  <a:pt x="48184" y="102102"/>
                </a:lnTo>
                <a:lnTo>
                  <a:pt x="44106" y="106183"/>
                </a:lnTo>
                <a:lnTo>
                  <a:pt x="44106" y="89851"/>
                </a:lnTo>
                <a:lnTo>
                  <a:pt x="36100" y="98011"/>
                </a:lnTo>
                <a:lnTo>
                  <a:pt x="32087" y="98011"/>
                </a:lnTo>
                <a:lnTo>
                  <a:pt x="24145" y="89851"/>
                </a:lnTo>
                <a:lnTo>
                  <a:pt x="24145" y="98011"/>
                </a:lnTo>
                <a:lnTo>
                  <a:pt x="20068" y="106183"/>
                </a:lnTo>
                <a:lnTo>
                  <a:pt x="5473" y="106183"/>
                </a:lnTo>
                <a:lnTo>
                  <a:pt x="0" y="111663"/>
                </a:lnTo>
                <a:lnTo>
                  <a:pt x="0" y="125206"/>
                </a:lnTo>
                <a:lnTo>
                  <a:pt x="5473" y="130686"/>
                </a:lnTo>
                <a:lnTo>
                  <a:pt x="20068" y="130686"/>
                </a:lnTo>
                <a:lnTo>
                  <a:pt x="16097" y="118434"/>
                </a:lnTo>
                <a:lnTo>
                  <a:pt x="24145" y="110230"/>
                </a:lnTo>
                <a:lnTo>
                  <a:pt x="24146" y="106183"/>
                </a:lnTo>
                <a:lnTo>
                  <a:pt x="28116" y="106183"/>
                </a:lnTo>
                <a:lnTo>
                  <a:pt x="32087" y="102102"/>
                </a:lnTo>
                <a:lnTo>
                  <a:pt x="36165" y="98011"/>
                </a:lnTo>
                <a:lnTo>
                  <a:pt x="40136" y="110263"/>
                </a:lnTo>
                <a:lnTo>
                  <a:pt x="44181" y="106183"/>
                </a:lnTo>
                <a:lnTo>
                  <a:pt x="48184" y="106183"/>
                </a:lnTo>
                <a:lnTo>
                  <a:pt x="56233" y="114354"/>
                </a:lnTo>
                <a:lnTo>
                  <a:pt x="56233" y="106183"/>
                </a:lnTo>
                <a:lnTo>
                  <a:pt x="57199" y="106183"/>
                </a:lnTo>
                <a:lnTo>
                  <a:pt x="60204" y="89851"/>
                </a:lnTo>
                <a:lnTo>
                  <a:pt x="68252" y="89851"/>
                </a:lnTo>
                <a:close/>
              </a:path>
              <a:path w="128349" h="130686">
                <a:moveTo>
                  <a:pt x="16097" y="118434"/>
                </a:moveTo>
                <a:lnTo>
                  <a:pt x="20068" y="130686"/>
                </a:lnTo>
                <a:lnTo>
                  <a:pt x="24145" y="110263"/>
                </a:lnTo>
                <a:lnTo>
                  <a:pt x="28116" y="122514"/>
                </a:lnTo>
                <a:lnTo>
                  <a:pt x="36165" y="114354"/>
                </a:lnTo>
                <a:lnTo>
                  <a:pt x="40136" y="114354"/>
                </a:lnTo>
                <a:lnTo>
                  <a:pt x="48184" y="122514"/>
                </a:lnTo>
                <a:lnTo>
                  <a:pt x="48184" y="114354"/>
                </a:lnTo>
                <a:lnTo>
                  <a:pt x="56233" y="114354"/>
                </a:lnTo>
                <a:lnTo>
                  <a:pt x="48184" y="106183"/>
                </a:lnTo>
                <a:lnTo>
                  <a:pt x="44181" y="106183"/>
                </a:lnTo>
                <a:lnTo>
                  <a:pt x="40136" y="110263"/>
                </a:lnTo>
                <a:lnTo>
                  <a:pt x="36165" y="98011"/>
                </a:lnTo>
                <a:lnTo>
                  <a:pt x="32087" y="102102"/>
                </a:lnTo>
                <a:lnTo>
                  <a:pt x="28116" y="106183"/>
                </a:lnTo>
                <a:lnTo>
                  <a:pt x="24146" y="106183"/>
                </a:lnTo>
                <a:lnTo>
                  <a:pt x="24145" y="110230"/>
                </a:lnTo>
                <a:lnTo>
                  <a:pt x="16097" y="118434"/>
                </a:lnTo>
                <a:close/>
              </a:path>
              <a:path w="128349" h="130686">
                <a:moveTo>
                  <a:pt x="16097" y="98011"/>
                </a:moveTo>
                <a:lnTo>
                  <a:pt x="16097" y="106183"/>
                </a:lnTo>
                <a:lnTo>
                  <a:pt x="20068" y="106183"/>
                </a:lnTo>
                <a:lnTo>
                  <a:pt x="24145" y="98011"/>
                </a:lnTo>
                <a:lnTo>
                  <a:pt x="16097" y="98011"/>
                </a:lnTo>
                <a:close/>
              </a:path>
              <a:path w="128349" h="130686">
                <a:moveTo>
                  <a:pt x="32087" y="89851"/>
                </a:moveTo>
                <a:lnTo>
                  <a:pt x="24145" y="89851"/>
                </a:lnTo>
                <a:lnTo>
                  <a:pt x="32087" y="98011"/>
                </a:lnTo>
                <a:lnTo>
                  <a:pt x="36100" y="98011"/>
                </a:lnTo>
                <a:lnTo>
                  <a:pt x="44106" y="89851"/>
                </a:lnTo>
                <a:lnTo>
                  <a:pt x="43677" y="85272"/>
                </a:lnTo>
                <a:lnTo>
                  <a:pt x="32087" y="81680"/>
                </a:lnTo>
                <a:lnTo>
                  <a:pt x="32087" y="89851"/>
                </a:lnTo>
                <a:close/>
              </a:path>
              <a:path w="128349" h="130686">
                <a:moveTo>
                  <a:pt x="28116" y="122514"/>
                </a:moveTo>
                <a:lnTo>
                  <a:pt x="24145" y="110263"/>
                </a:lnTo>
                <a:lnTo>
                  <a:pt x="20068" y="130686"/>
                </a:lnTo>
                <a:lnTo>
                  <a:pt x="40136" y="130686"/>
                </a:lnTo>
                <a:lnTo>
                  <a:pt x="40136" y="122514"/>
                </a:lnTo>
                <a:lnTo>
                  <a:pt x="48184" y="122514"/>
                </a:lnTo>
                <a:lnTo>
                  <a:pt x="40136" y="114354"/>
                </a:lnTo>
                <a:lnTo>
                  <a:pt x="36165" y="114354"/>
                </a:lnTo>
                <a:lnTo>
                  <a:pt x="28116" y="122514"/>
                </a:lnTo>
                <a:close/>
              </a:path>
              <a:path w="128349" h="130686">
                <a:moveTo>
                  <a:pt x="48184" y="65337"/>
                </a:moveTo>
                <a:lnTo>
                  <a:pt x="48184" y="80696"/>
                </a:lnTo>
                <a:lnTo>
                  <a:pt x="49853" y="81680"/>
                </a:lnTo>
                <a:lnTo>
                  <a:pt x="49370" y="82859"/>
                </a:lnTo>
                <a:lnTo>
                  <a:pt x="48184" y="85760"/>
                </a:lnTo>
                <a:lnTo>
                  <a:pt x="48184" y="83362"/>
                </a:lnTo>
                <a:lnTo>
                  <a:pt x="47215" y="81680"/>
                </a:lnTo>
                <a:lnTo>
                  <a:pt x="32087" y="81680"/>
                </a:lnTo>
                <a:lnTo>
                  <a:pt x="43677" y="85272"/>
                </a:lnTo>
                <a:lnTo>
                  <a:pt x="44106" y="89851"/>
                </a:lnTo>
                <a:lnTo>
                  <a:pt x="44106" y="106183"/>
                </a:lnTo>
                <a:lnTo>
                  <a:pt x="48184" y="102102"/>
                </a:lnTo>
                <a:lnTo>
                  <a:pt x="56233" y="93931"/>
                </a:lnTo>
                <a:lnTo>
                  <a:pt x="52155" y="81680"/>
                </a:lnTo>
                <a:lnTo>
                  <a:pt x="51726" y="77100"/>
                </a:lnTo>
                <a:lnTo>
                  <a:pt x="48184" y="65337"/>
                </a:lnTo>
                <a:close/>
              </a:path>
              <a:path w="128349" h="130686">
                <a:moveTo>
                  <a:pt x="48184" y="80696"/>
                </a:moveTo>
                <a:lnTo>
                  <a:pt x="47215" y="81680"/>
                </a:lnTo>
                <a:lnTo>
                  <a:pt x="48184" y="83362"/>
                </a:lnTo>
                <a:lnTo>
                  <a:pt x="48184" y="85760"/>
                </a:lnTo>
                <a:lnTo>
                  <a:pt x="49370" y="82859"/>
                </a:lnTo>
                <a:lnTo>
                  <a:pt x="48184" y="81680"/>
                </a:lnTo>
                <a:lnTo>
                  <a:pt x="48184" y="80696"/>
                </a:lnTo>
                <a:close/>
              </a:path>
              <a:path w="128349" h="130686">
                <a:moveTo>
                  <a:pt x="64174" y="65337"/>
                </a:moveTo>
                <a:lnTo>
                  <a:pt x="64174" y="77599"/>
                </a:lnTo>
                <a:lnTo>
                  <a:pt x="72223" y="69388"/>
                </a:lnTo>
                <a:lnTo>
                  <a:pt x="68252" y="65337"/>
                </a:lnTo>
                <a:lnTo>
                  <a:pt x="64174" y="57177"/>
                </a:lnTo>
                <a:lnTo>
                  <a:pt x="64174" y="65337"/>
                </a:lnTo>
                <a:close/>
              </a:path>
              <a:path w="128349" h="130686">
                <a:moveTo>
                  <a:pt x="76194" y="81680"/>
                </a:moveTo>
                <a:lnTo>
                  <a:pt x="72223" y="69428"/>
                </a:lnTo>
                <a:lnTo>
                  <a:pt x="72223" y="77599"/>
                </a:lnTo>
                <a:lnTo>
                  <a:pt x="68252" y="89851"/>
                </a:lnTo>
                <a:lnTo>
                  <a:pt x="60204" y="89851"/>
                </a:lnTo>
                <a:lnTo>
                  <a:pt x="57199" y="106183"/>
                </a:lnTo>
                <a:lnTo>
                  <a:pt x="72223" y="90838"/>
                </a:lnTo>
                <a:lnTo>
                  <a:pt x="72223" y="89851"/>
                </a:lnTo>
                <a:lnTo>
                  <a:pt x="88320" y="89851"/>
                </a:lnTo>
                <a:lnTo>
                  <a:pt x="88320" y="81680"/>
                </a:lnTo>
                <a:lnTo>
                  <a:pt x="96262" y="81680"/>
                </a:lnTo>
                <a:lnTo>
                  <a:pt x="88320" y="69428"/>
                </a:lnTo>
                <a:lnTo>
                  <a:pt x="76194" y="81680"/>
                </a:lnTo>
                <a:close/>
              </a:path>
              <a:path w="128349" h="130686">
                <a:moveTo>
                  <a:pt x="72223" y="61257"/>
                </a:moveTo>
                <a:lnTo>
                  <a:pt x="72223" y="57177"/>
                </a:lnTo>
                <a:lnTo>
                  <a:pt x="72223" y="65337"/>
                </a:lnTo>
                <a:lnTo>
                  <a:pt x="76194" y="65337"/>
                </a:lnTo>
                <a:lnTo>
                  <a:pt x="72223" y="57177"/>
                </a:lnTo>
                <a:lnTo>
                  <a:pt x="72223" y="61257"/>
                </a:lnTo>
                <a:close/>
              </a:path>
              <a:path w="128349" h="130686">
                <a:moveTo>
                  <a:pt x="80272" y="53086"/>
                </a:moveTo>
                <a:lnTo>
                  <a:pt x="84242" y="57177"/>
                </a:lnTo>
                <a:lnTo>
                  <a:pt x="88320" y="44925"/>
                </a:lnTo>
                <a:lnTo>
                  <a:pt x="96262" y="53086"/>
                </a:lnTo>
                <a:lnTo>
                  <a:pt x="96262" y="61257"/>
                </a:lnTo>
                <a:lnTo>
                  <a:pt x="96262" y="53086"/>
                </a:lnTo>
                <a:lnTo>
                  <a:pt x="92291" y="57177"/>
                </a:lnTo>
                <a:lnTo>
                  <a:pt x="96262" y="65337"/>
                </a:lnTo>
                <a:lnTo>
                  <a:pt x="104310" y="65337"/>
                </a:lnTo>
                <a:lnTo>
                  <a:pt x="104310" y="57177"/>
                </a:lnTo>
                <a:lnTo>
                  <a:pt x="112359" y="57177"/>
                </a:lnTo>
                <a:lnTo>
                  <a:pt x="104310" y="44925"/>
                </a:lnTo>
                <a:lnTo>
                  <a:pt x="100340" y="32674"/>
                </a:lnTo>
                <a:lnTo>
                  <a:pt x="88320" y="44882"/>
                </a:lnTo>
                <a:lnTo>
                  <a:pt x="80272" y="53086"/>
                </a:lnTo>
                <a:close/>
              </a:path>
              <a:path w="128349" h="130686">
                <a:moveTo>
                  <a:pt x="88320" y="44925"/>
                </a:moveTo>
                <a:lnTo>
                  <a:pt x="84242" y="57177"/>
                </a:lnTo>
                <a:lnTo>
                  <a:pt x="84242" y="65337"/>
                </a:lnTo>
                <a:lnTo>
                  <a:pt x="96262" y="65337"/>
                </a:lnTo>
                <a:lnTo>
                  <a:pt x="92291" y="57177"/>
                </a:lnTo>
                <a:lnTo>
                  <a:pt x="96262" y="53086"/>
                </a:lnTo>
                <a:lnTo>
                  <a:pt x="88320" y="44925"/>
                </a:lnTo>
                <a:close/>
              </a:path>
              <a:path w="128349" h="130686">
                <a:moveTo>
                  <a:pt x="88320" y="31675"/>
                </a:moveTo>
                <a:lnTo>
                  <a:pt x="96262" y="28583"/>
                </a:lnTo>
                <a:lnTo>
                  <a:pt x="99803" y="19923"/>
                </a:lnTo>
                <a:lnTo>
                  <a:pt x="104310" y="8171"/>
                </a:lnTo>
                <a:lnTo>
                  <a:pt x="96262" y="8171"/>
                </a:lnTo>
                <a:lnTo>
                  <a:pt x="96262" y="23548"/>
                </a:lnTo>
                <a:lnTo>
                  <a:pt x="88320" y="31675"/>
                </a:lnTo>
                <a:close/>
              </a:path>
              <a:path w="128349" h="130686">
                <a:moveTo>
                  <a:pt x="128349" y="12251"/>
                </a:moveTo>
                <a:lnTo>
                  <a:pt x="128349" y="5480"/>
                </a:lnTo>
                <a:lnTo>
                  <a:pt x="122983" y="0"/>
                </a:lnTo>
                <a:lnTo>
                  <a:pt x="109676" y="0"/>
                </a:lnTo>
                <a:lnTo>
                  <a:pt x="104310" y="5480"/>
                </a:lnTo>
                <a:lnTo>
                  <a:pt x="104310" y="8171"/>
                </a:lnTo>
                <a:lnTo>
                  <a:pt x="99803" y="19923"/>
                </a:lnTo>
                <a:lnTo>
                  <a:pt x="96262" y="28583"/>
                </a:lnTo>
                <a:lnTo>
                  <a:pt x="88320" y="31675"/>
                </a:lnTo>
                <a:lnTo>
                  <a:pt x="88320" y="32674"/>
                </a:lnTo>
                <a:lnTo>
                  <a:pt x="92291" y="40834"/>
                </a:lnTo>
                <a:lnTo>
                  <a:pt x="88320" y="44882"/>
                </a:lnTo>
                <a:lnTo>
                  <a:pt x="100340" y="32674"/>
                </a:lnTo>
                <a:lnTo>
                  <a:pt x="104310" y="44925"/>
                </a:lnTo>
                <a:lnTo>
                  <a:pt x="112359" y="57177"/>
                </a:lnTo>
                <a:lnTo>
                  <a:pt x="112359" y="41823"/>
                </a:lnTo>
                <a:lnTo>
                  <a:pt x="108817" y="45414"/>
                </a:lnTo>
                <a:lnTo>
                  <a:pt x="104310" y="20422"/>
                </a:lnTo>
                <a:lnTo>
                  <a:pt x="104310" y="12251"/>
                </a:lnTo>
                <a:lnTo>
                  <a:pt x="104310" y="20422"/>
                </a:lnTo>
                <a:lnTo>
                  <a:pt x="108817" y="45414"/>
                </a:lnTo>
                <a:lnTo>
                  <a:pt x="112359" y="41823"/>
                </a:lnTo>
                <a:lnTo>
                  <a:pt x="112359" y="36754"/>
                </a:lnTo>
                <a:lnTo>
                  <a:pt x="108281" y="32674"/>
                </a:lnTo>
                <a:lnTo>
                  <a:pt x="116330" y="8171"/>
                </a:lnTo>
                <a:lnTo>
                  <a:pt x="120408" y="20422"/>
                </a:lnTo>
                <a:lnTo>
                  <a:pt x="120408" y="32674"/>
                </a:lnTo>
                <a:lnTo>
                  <a:pt x="128349" y="32674"/>
                </a:lnTo>
                <a:lnTo>
                  <a:pt x="128349" y="12251"/>
                </a:lnTo>
                <a:close/>
              </a:path>
              <a:path w="128349" h="130686">
                <a:moveTo>
                  <a:pt x="112359" y="41823"/>
                </a:moveTo>
                <a:lnTo>
                  <a:pt x="120408" y="33661"/>
                </a:lnTo>
                <a:lnTo>
                  <a:pt x="120408" y="20422"/>
                </a:lnTo>
                <a:lnTo>
                  <a:pt x="116330" y="8171"/>
                </a:lnTo>
                <a:lnTo>
                  <a:pt x="108281" y="32674"/>
                </a:lnTo>
                <a:lnTo>
                  <a:pt x="112359" y="36754"/>
                </a:lnTo>
                <a:lnTo>
                  <a:pt x="112359" y="41823"/>
                </a:lnTo>
                <a:close/>
              </a:path>
              <a:path w="128349" h="130686">
                <a:moveTo>
                  <a:pt x="48184" y="81680"/>
                </a:moveTo>
                <a:lnTo>
                  <a:pt x="49370" y="82859"/>
                </a:lnTo>
                <a:lnTo>
                  <a:pt x="49853" y="81680"/>
                </a:lnTo>
                <a:lnTo>
                  <a:pt x="48184" y="80696"/>
                </a:lnTo>
                <a:lnTo>
                  <a:pt x="48184" y="81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529292" y="4823406"/>
            <a:ext cx="8048" cy="4080"/>
          </a:xfrm>
          <a:custGeom>
            <a:avLst/>
            <a:gdLst/>
            <a:ahLst/>
            <a:cxnLst/>
            <a:rect l="l" t="t" r="r" b="b"/>
            <a:pathLst>
              <a:path w="8048" h="4080">
                <a:moveTo>
                  <a:pt x="8048" y="4080"/>
                </a:moveTo>
                <a:lnTo>
                  <a:pt x="0" y="0"/>
                </a:lnTo>
                <a:lnTo>
                  <a:pt x="0" y="4080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509224" y="4770309"/>
            <a:ext cx="28116" cy="73519"/>
          </a:xfrm>
          <a:custGeom>
            <a:avLst/>
            <a:gdLst/>
            <a:ahLst/>
            <a:cxnLst/>
            <a:rect l="l" t="t" r="r" b="b"/>
            <a:pathLst>
              <a:path w="28116" h="73519">
                <a:moveTo>
                  <a:pt x="28116" y="33662"/>
                </a:moveTo>
                <a:lnTo>
                  <a:pt x="28116" y="28594"/>
                </a:lnTo>
                <a:lnTo>
                  <a:pt x="24575" y="37253"/>
                </a:lnTo>
                <a:lnTo>
                  <a:pt x="20068" y="44925"/>
                </a:lnTo>
                <a:lnTo>
                  <a:pt x="16097" y="32674"/>
                </a:lnTo>
                <a:lnTo>
                  <a:pt x="4077" y="36765"/>
                </a:lnTo>
                <a:lnTo>
                  <a:pt x="16097" y="32674"/>
                </a:lnTo>
                <a:lnTo>
                  <a:pt x="12019" y="20422"/>
                </a:lnTo>
                <a:lnTo>
                  <a:pt x="15560" y="11763"/>
                </a:lnTo>
                <a:lnTo>
                  <a:pt x="17492" y="0"/>
                </a:lnTo>
                <a:lnTo>
                  <a:pt x="12019" y="5490"/>
                </a:lnTo>
                <a:lnTo>
                  <a:pt x="12019" y="15387"/>
                </a:lnTo>
                <a:lnTo>
                  <a:pt x="4077" y="23515"/>
                </a:lnTo>
                <a:lnTo>
                  <a:pt x="4077" y="44925"/>
                </a:lnTo>
                <a:lnTo>
                  <a:pt x="8048" y="49016"/>
                </a:lnTo>
                <a:lnTo>
                  <a:pt x="8048" y="57177"/>
                </a:lnTo>
                <a:lnTo>
                  <a:pt x="12019" y="61268"/>
                </a:lnTo>
                <a:lnTo>
                  <a:pt x="12019" y="69428"/>
                </a:lnTo>
                <a:lnTo>
                  <a:pt x="12019" y="61268"/>
                </a:lnTo>
                <a:lnTo>
                  <a:pt x="0" y="65348"/>
                </a:lnTo>
                <a:lnTo>
                  <a:pt x="0" y="73519"/>
                </a:lnTo>
                <a:lnTo>
                  <a:pt x="20068" y="73519"/>
                </a:lnTo>
                <a:lnTo>
                  <a:pt x="20068" y="53096"/>
                </a:lnTo>
                <a:lnTo>
                  <a:pt x="28116" y="57177"/>
                </a:lnTo>
                <a:lnTo>
                  <a:pt x="28116" y="336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497204" y="4802983"/>
            <a:ext cx="24038" cy="81680"/>
          </a:xfrm>
          <a:custGeom>
            <a:avLst/>
            <a:gdLst/>
            <a:ahLst/>
            <a:cxnLst/>
            <a:rect l="l" t="t" r="r" b="b"/>
            <a:pathLst>
              <a:path w="24038" h="81680">
                <a:moveTo>
                  <a:pt x="16097" y="57177"/>
                </a:moveTo>
                <a:lnTo>
                  <a:pt x="16097" y="44925"/>
                </a:lnTo>
                <a:lnTo>
                  <a:pt x="24038" y="57177"/>
                </a:lnTo>
                <a:lnTo>
                  <a:pt x="24038" y="40845"/>
                </a:lnTo>
                <a:lnTo>
                  <a:pt x="12019" y="40845"/>
                </a:lnTo>
                <a:lnTo>
                  <a:pt x="12019" y="32674"/>
                </a:lnTo>
                <a:lnTo>
                  <a:pt x="0" y="36754"/>
                </a:lnTo>
                <a:lnTo>
                  <a:pt x="12019" y="32674"/>
                </a:lnTo>
                <a:lnTo>
                  <a:pt x="24038" y="28594"/>
                </a:lnTo>
                <a:lnTo>
                  <a:pt x="20068" y="24502"/>
                </a:lnTo>
                <a:lnTo>
                  <a:pt x="20068" y="16342"/>
                </a:lnTo>
                <a:lnTo>
                  <a:pt x="16097" y="12251"/>
                </a:lnTo>
                <a:lnTo>
                  <a:pt x="16097" y="0"/>
                </a:lnTo>
                <a:lnTo>
                  <a:pt x="8048" y="0"/>
                </a:lnTo>
                <a:lnTo>
                  <a:pt x="8048" y="16342"/>
                </a:lnTo>
                <a:lnTo>
                  <a:pt x="0" y="16342"/>
                </a:lnTo>
                <a:lnTo>
                  <a:pt x="0" y="32674"/>
                </a:lnTo>
                <a:lnTo>
                  <a:pt x="8048" y="28594"/>
                </a:lnTo>
                <a:lnTo>
                  <a:pt x="8048" y="20422"/>
                </a:lnTo>
                <a:lnTo>
                  <a:pt x="8048" y="28594"/>
                </a:lnTo>
                <a:lnTo>
                  <a:pt x="0" y="32674"/>
                </a:lnTo>
                <a:lnTo>
                  <a:pt x="0" y="44925"/>
                </a:lnTo>
                <a:lnTo>
                  <a:pt x="4077" y="57177"/>
                </a:lnTo>
                <a:lnTo>
                  <a:pt x="8048" y="69428"/>
                </a:lnTo>
                <a:lnTo>
                  <a:pt x="8048" y="77599"/>
                </a:lnTo>
                <a:lnTo>
                  <a:pt x="8048" y="69428"/>
                </a:lnTo>
                <a:lnTo>
                  <a:pt x="8048" y="81680"/>
                </a:lnTo>
                <a:lnTo>
                  <a:pt x="16097" y="81680"/>
                </a:lnTo>
                <a:lnTo>
                  <a:pt x="16097" y="571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417040" y="4966343"/>
            <a:ext cx="40136" cy="49005"/>
          </a:xfrm>
          <a:custGeom>
            <a:avLst/>
            <a:gdLst/>
            <a:ahLst/>
            <a:cxnLst/>
            <a:rect l="l" t="t" r="r" b="b"/>
            <a:pathLst>
              <a:path w="40136" h="49005">
                <a:moveTo>
                  <a:pt x="24038" y="49005"/>
                </a:moveTo>
                <a:lnTo>
                  <a:pt x="24038" y="32674"/>
                </a:lnTo>
                <a:lnTo>
                  <a:pt x="20068" y="24502"/>
                </a:lnTo>
                <a:lnTo>
                  <a:pt x="24038" y="20455"/>
                </a:lnTo>
                <a:lnTo>
                  <a:pt x="32087" y="24502"/>
                </a:lnTo>
                <a:lnTo>
                  <a:pt x="40136" y="24502"/>
                </a:lnTo>
                <a:lnTo>
                  <a:pt x="32087" y="12251"/>
                </a:lnTo>
                <a:lnTo>
                  <a:pt x="24038" y="20422"/>
                </a:lnTo>
                <a:lnTo>
                  <a:pt x="12019" y="32674"/>
                </a:lnTo>
                <a:lnTo>
                  <a:pt x="12019" y="24502"/>
                </a:lnTo>
                <a:lnTo>
                  <a:pt x="0" y="28583"/>
                </a:lnTo>
                <a:lnTo>
                  <a:pt x="12019" y="24502"/>
                </a:lnTo>
                <a:lnTo>
                  <a:pt x="8048" y="20422"/>
                </a:lnTo>
                <a:lnTo>
                  <a:pt x="15990" y="12251"/>
                </a:lnTo>
                <a:lnTo>
                  <a:pt x="19992" y="8171"/>
                </a:lnTo>
                <a:lnTo>
                  <a:pt x="15990" y="0"/>
                </a:lnTo>
                <a:lnTo>
                  <a:pt x="8048" y="0"/>
                </a:lnTo>
                <a:lnTo>
                  <a:pt x="8048" y="8171"/>
                </a:lnTo>
                <a:lnTo>
                  <a:pt x="15989" y="8171"/>
                </a:lnTo>
                <a:lnTo>
                  <a:pt x="15990" y="4080"/>
                </a:lnTo>
                <a:lnTo>
                  <a:pt x="15989" y="8171"/>
                </a:lnTo>
                <a:lnTo>
                  <a:pt x="8048" y="8171"/>
                </a:lnTo>
                <a:lnTo>
                  <a:pt x="3970" y="24502"/>
                </a:lnTo>
                <a:lnTo>
                  <a:pt x="0" y="24502"/>
                </a:lnTo>
                <a:lnTo>
                  <a:pt x="0" y="36754"/>
                </a:lnTo>
                <a:lnTo>
                  <a:pt x="3970" y="49005"/>
                </a:lnTo>
                <a:lnTo>
                  <a:pt x="24038" y="490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408991" y="4990846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8048" y="12251"/>
                </a:moveTo>
                <a:lnTo>
                  <a:pt x="8048" y="0"/>
                </a:lnTo>
                <a:lnTo>
                  <a:pt x="5365" y="0"/>
                </a:lnTo>
                <a:lnTo>
                  <a:pt x="0" y="5480"/>
                </a:lnTo>
                <a:lnTo>
                  <a:pt x="0" y="19022"/>
                </a:lnTo>
                <a:lnTo>
                  <a:pt x="5365" y="24502"/>
                </a:lnTo>
                <a:lnTo>
                  <a:pt x="12019" y="24502"/>
                </a:lnTo>
                <a:lnTo>
                  <a:pt x="8048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417040" y="4974514"/>
            <a:ext cx="8048" cy="16331"/>
          </a:xfrm>
          <a:custGeom>
            <a:avLst/>
            <a:gdLst/>
            <a:ahLst/>
            <a:cxnLst/>
            <a:rect l="l" t="t" r="r" b="b"/>
            <a:pathLst>
              <a:path w="8048" h="16331">
                <a:moveTo>
                  <a:pt x="0" y="0"/>
                </a:moveTo>
                <a:lnTo>
                  <a:pt x="0" y="16331"/>
                </a:lnTo>
                <a:lnTo>
                  <a:pt x="3970" y="16331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425088" y="4900995"/>
            <a:ext cx="72116" cy="98022"/>
          </a:xfrm>
          <a:custGeom>
            <a:avLst/>
            <a:gdLst/>
            <a:ahLst/>
            <a:cxnLst/>
            <a:rect l="l" t="t" r="r" b="b"/>
            <a:pathLst>
              <a:path w="72116" h="98022">
                <a:moveTo>
                  <a:pt x="0" y="85771"/>
                </a:moveTo>
                <a:lnTo>
                  <a:pt x="3970" y="89851"/>
                </a:lnTo>
                <a:lnTo>
                  <a:pt x="3970" y="98022"/>
                </a:lnTo>
                <a:lnTo>
                  <a:pt x="15990" y="85771"/>
                </a:lnTo>
                <a:lnTo>
                  <a:pt x="19960" y="73519"/>
                </a:lnTo>
                <a:lnTo>
                  <a:pt x="40028" y="73519"/>
                </a:lnTo>
                <a:lnTo>
                  <a:pt x="40028" y="44925"/>
                </a:lnTo>
                <a:lnTo>
                  <a:pt x="36058" y="40845"/>
                </a:lnTo>
                <a:lnTo>
                  <a:pt x="48077" y="28594"/>
                </a:lnTo>
                <a:lnTo>
                  <a:pt x="56126" y="24502"/>
                </a:lnTo>
                <a:lnTo>
                  <a:pt x="56126" y="16342"/>
                </a:lnTo>
                <a:lnTo>
                  <a:pt x="72116" y="16342"/>
                </a:lnTo>
                <a:lnTo>
                  <a:pt x="72116" y="0"/>
                </a:lnTo>
                <a:lnTo>
                  <a:pt x="64067" y="4091"/>
                </a:lnTo>
                <a:lnTo>
                  <a:pt x="56126" y="12251"/>
                </a:lnTo>
                <a:lnTo>
                  <a:pt x="52112" y="16342"/>
                </a:lnTo>
                <a:lnTo>
                  <a:pt x="44106" y="24502"/>
                </a:lnTo>
                <a:lnTo>
                  <a:pt x="36058" y="32674"/>
                </a:lnTo>
                <a:lnTo>
                  <a:pt x="28009" y="49016"/>
                </a:lnTo>
                <a:lnTo>
                  <a:pt x="28009" y="57177"/>
                </a:lnTo>
                <a:lnTo>
                  <a:pt x="32087" y="61268"/>
                </a:lnTo>
                <a:lnTo>
                  <a:pt x="32087" y="69428"/>
                </a:lnTo>
                <a:lnTo>
                  <a:pt x="32087" y="61268"/>
                </a:lnTo>
                <a:lnTo>
                  <a:pt x="19960" y="65348"/>
                </a:lnTo>
                <a:lnTo>
                  <a:pt x="12019" y="73519"/>
                </a:lnTo>
                <a:lnTo>
                  <a:pt x="0" y="857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425088" y="4950011"/>
            <a:ext cx="19960" cy="36754"/>
          </a:xfrm>
          <a:custGeom>
            <a:avLst/>
            <a:gdLst/>
            <a:ahLst/>
            <a:cxnLst/>
            <a:rect l="l" t="t" r="r" b="b"/>
            <a:pathLst>
              <a:path w="19960" h="36754">
                <a:moveTo>
                  <a:pt x="15990" y="0"/>
                </a:moveTo>
                <a:lnTo>
                  <a:pt x="7941" y="0"/>
                </a:lnTo>
                <a:lnTo>
                  <a:pt x="7941" y="16331"/>
                </a:lnTo>
                <a:lnTo>
                  <a:pt x="11944" y="24502"/>
                </a:lnTo>
                <a:lnTo>
                  <a:pt x="7941" y="28583"/>
                </a:lnTo>
                <a:lnTo>
                  <a:pt x="0" y="36754"/>
                </a:lnTo>
                <a:lnTo>
                  <a:pt x="12019" y="24502"/>
                </a:lnTo>
                <a:lnTo>
                  <a:pt x="19960" y="16331"/>
                </a:lnTo>
                <a:lnTo>
                  <a:pt x="15990" y="12251"/>
                </a:lnTo>
                <a:lnTo>
                  <a:pt x="1599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437108" y="4986799"/>
            <a:ext cx="12019" cy="12218"/>
          </a:xfrm>
          <a:custGeom>
            <a:avLst/>
            <a:gdLst/>
            <a:ahLst/>
            <a:cxnLst/>
            <a:rect l="l" t="t" r="r" b="b"/>
            <a:pathLst>
              <a:path w="12019" h="12218">
                <a:moveTo>
                  <a:pt x="3970" y="0"/>
                </a:moveTo>
                <a:lnTo>
                  <a:pt x="0" y="4047"/>
                </a:lnTo>
                <a:lnTo>
                  <a:pt x="3970" y="12218"/>
                </a:lnTo>
                <a:lnTo>
                  <a:pt x="12019" y="12218"/>
                </a:lnTo>
                <a:lnTo>
                  <a:pt x="12019" y="4047"/>
                </a:lnTo>
                <a:lnTo>
                  <a:pt x="3970" y="0"/>
                </a:lnTo>
                <a:lnTo>
                  <a:pt x="3970" y="8127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457176" y="4835657"/>
            <a:ext cx="48077" cy="81680"/>
          </a:xfrm>
          <a:custGeom>
            <a:avLst/>
            <a:gdLst/>
            <a:ahLst/>
            <a:cxnLst/>
            <a:rect l="l" t="t" r="r" b="b"/>
            <a:pathLst>
              <a:path w="48077" h="81680">
                <a:moveTo>
                  <a:pt x="31980" y="0"/>
                </a:moveTo>
                <a:lnTo>
                  <a:pt x="31980" y="36754"/>
                </a:lnTo>
                <a:lnTo>
                  <a:pt x="36058" y="40834"/>
                </a:lnTo>
                <a:lnTo>
                  <a:pt x="36058" y="49005"/>
                </a:lnTo>
                <a:lnTo>
                  <a:pt x="40028" y="53086"/>
                </a:lnTo>
                <a:lnTo>
                  <a:pt x="40028" y="61257"/>
                </a:lnTo>
                <a:lnTo>
                  <a:pt x="40028" y="53086"/>
                </a:lnTo>
                <a:lnTo>
                  <a:pt x="28009" y="57177"/>
                </a:lnTo>
                <a:lnTo>
                  <a:pt x="15990" y="69428"/>
                </a:lnTo>
                <a:lnTo>
                  <a:pt x="19960" y="65337"/>
                </a:lnTo>
                <a:lnTo>
                  <a:pt x="15990" y="57177"/>
                </a:lnTo>
                <a:lnTo>
                  <a:pt x="7941" y="57177"/>
                </a:lnTo>
                <a:lnTo>
                  <a:pt x="7941" y="65337"/>
                </a:lnTo>
                <a:lnTo>
                  <a:pt x="15989" y="65337"/>
                </a:lnTo>
                <a:lnTo>
                  <a:pt x="15990" y="61257"/>
                </a:lnTo>
                <a:lnTo>
                  <a:pt x="15989" y="65337"/>
                </a:lnTo>
                <a:lnTo>
                  <a:pt x="0" y="65337"/>
                </a:lnTo>
                <a:lnTo>
                  <a:pt x="0" y="81680"/>
                </a:lnTo>
                <a:lnTo>
                  <a:pt x="7941" y="77589"/>
                </a:lnTo>
                <a:lnTo>
                  <a:pt x="12019" y="81680"/>
                </a:lnTo>
                <a:lnTo>
                  <a:pt x="19960" y="81680"/>
                </a:lnTo>
                <a:lnTo>
                  <a:pt x="28009" y="65337"/>
                </a:lnTo>
                <a:lnTo>
                  <a:pt x="48077" y="65337"/>
                </a:lnTo>
                <a:lnTo>
                  <a:pt x="48077" y="36754"/>
                </a:lnTo>
                <a:lnTo>
                  <a:pt x="44106" y="24502"/>
                </a:lnTo>
                <a:lnTo>
                  <a:pt x="31980" y="28583"/>
                </a:lnTo>
                <a:lnTo>
                  <a:pt x="44106" y="24502"/>
                </a:lnTo>
                <a:lnTo>
                  <a:pt x="40028" y="12251"/>
                </a:lnTo>
                <a:lnTo>
                  <a:pt x="40028" y="0"/>
                </a:lnTo>
                <a:lnTo>
                  <a:pt x="319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457176" y="4900995"/>
            <a:ext cx="40028" cy="32674"/>
          </a:xfrm>
          <a:custGeom>
            <a:avLst/>
            <a:gdLst/>
            <a:ahLst/>
            <a:cxnLst/>
            <a:rect l="l" t="t" r="r" b="b"/>
            <a:pathLst>
              <a:path w="40028" h="32674">
                <a:moveTo>
                  <a:pt x="12019" y="16342"/>
                </a:moveTo>
                <a:lnTo>
                  <a:pt x="7941" y="12251"/>
                </a:lnTo>
                <a:lnTo>
                  <a:pt x="0" y="16342"/>
                </a:lnTo>
                <a:lnTo>
                  <a:pt x="0" y="28594"/>
                </a:lnTo>
                <a:lnTo>
                  <a:pt x="3970" y="32674"/>
                </a:lnTo>
                <a:lnTo>
                  <a:pt x="12019" y="24502"/>
                </a:lnTo>
                <a:lnTo>
                  <a:pt x="20025" y="16342"/>
                </a:lnTo>
                <a:lnTo>
                  <a:pt x="40028" y="0"/>
                </a:lnTo>
                <a:lnTo>
                  <a:pt x="31980" y="4091"/>
                </a:lnTo>
                <a:lnTo>
                  <a:pt x="24038" y="12251"/>
                </a:lnTo>
                <a:lnTo>
                  <a:pt x="19960" y="16342"/>
                </a:lnTo>
                <a:lnTo>
                  <a:pt x="12019" y="16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441078" y="4917337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16097" y="0"/>
                </a:moveTo>
                <a:lnTo>
                  <a:pt x="8048" y="0"/>
                </a:lnTo>
                <a:lnTo>
                  <a:pt x="8048" y="20422"/>
                </a:lnTo>
                <a:lnTo>
                  <a:pt x="8048" y="16331"/>
                </a:lnTo>
                <a:lnTo>
                  <a:pt x="0" y="16331"/>
                </a:lnTo>
                <a:lnTo>
                  <a:pt x="0" y="32674"/>
                </a:lnTo>
                <a:lnTo>
                  <a:pt x="8048" y="28583"/>
                </a:lnTo>
                <a:lnTo>
                  <a:pt x="20068" y="16331"/>
                </a:lnTo>
                <a:lnTo>
                  <a:pt x="16097" y="12251"/>
                </a:lnTo>
                <a:lnTo>
                  <a:pt x="160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481214" y="4917337"/>
            <a:ext cx="7941" cy="8160"/>
          </a:xfrm>
          <a:custGeom>
            <a:avLst/>
            <a:gdLst/>
            <a:ahLst/>
            <a:cxnLst/>
            <a:rect l="l" t="t" r="r" b="b"/>
            <a:pathLst>
              <a:path w="7941" h="8160">
                <a:moveTo>
                  <a:pt x="7941" y="0"/>
                </a:moveTo>
                <a:lnTo>
                  <a:pt x="0" y="0"/>
                </a:lnTo>
                <a:lnTo>
                  <a:pt x="0" y="4080"/>
                </a:lnTo>
                <a:lnTo>
                  <a:pt x="0" y="0"/>
                </a:lnTo>
                <a:lnTo>
                  <a:pt x="0" y="8160"/>
                </a:lnTo>
                <a:lnTo>
                  <a:pt x="7941" y="8160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473166" y="4860160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15990" y="0"/>
                </a:moveTo>
                <a:lnTo>
                  <a:pt x="8048" y="0"/>
                </a:lnTo>
                <a:lnTo>
                  <a:pt x="8048" y="20422"/>
                </a:lnTo>
                <a:lnTo>
                  <a:pt x="8048" y="16331"/>
                </a:lnTo>
                <a:lnTo>
                  <a:pt x="0" y="16331"/>
                </a:lnTo>
                <a:lnTo>
                  <a:pt x="0" y="32674"/>
                </a:lnTo>
                <a:lnTo>
                  <a:pt x="8048" y="28583"/>
                </a:lnTo>
                <a:lnTo>
                  <a:pt x="20068" y="16331"/>
                </a:lnTo>
                <a:lnTo>
                  <a:pt x="15990" y="12251"/>
                </a:lnTo>
                <a:lnTo>
                  <a:pt x="1599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473166" y="4876492"/>
            <a:ext cx="24038" cy="28594"/>
          </a:xfrm>
          <a:custGeom>
            <a:avLst/>
            <a:gdLst/>
            <a:ahLst/>
            <a:cxnLst/>
            <a:rect l="l" t="t" r="r" b="b"/>
            <a:pathLst>
              <a:path w="24038" h="28594">
                <a:moveTo>
                  <a:pt x="12019" y="16342"/>
                </a:moveTo>
                <a:lnTo>
                  <a:pt x="24038" y="12251"/>
                </a:lnTo>
                <a:lnTo>
                  <a:pt x="20068" y="8171"/>
                </a:lnTo>
                <a:lnTo>
                  <a:pt x="20068" y="0"/>
                </a:lnTo>
                <a:lnTo>
                  <a:pt x="8048" y="12251"/>
                </a:lnTo>
                <a:lnTo>
                  <a:pt x="0" y="16342"/>
                </a:lnTo>
                <a:lnTo>
                  <a:pt x="3970" y="24502"/>
                </a:lnTo>
                <a:lnTo>
                  <a:pt x="0" y="28550"/>
                </a:lnTo>
                <a:lnTo>
                  <a:pt x="12019" y="16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513302" y="4847909"/>
            <a:ext cx="7941" cy="12251"/>
          </a:xfrm>
          <a:custGeom>
            <a:avLst/>
            <a:gdLst/>
            <a:ahLst/>
            <a:cxnLst/>
            <a:rect l="l" t="t" r="r" b="b"/>
            <a:pathLst>
              <a:path w="7941" h="12251">
                <a:moveTo>
                  <a:pt x="0" y="8171"/>
                </a:moveTo>
                <a:lnTo>
                  <a:pt x="0" y="0"/>
                </a:lnTo>
                <a:lnTo>
                  <a:pt x="0" y="12251"/>
                </a:lnTo>
                <a:lnTo>
                  <a:pt x="7941" y="12251"/>
                </a:lnTo>
                <a:lnTo>
                  <a:pt x="0" y="0"/>
                </a:lnTo>
                <a:lnTo>
                  <a:pt x="0" y="81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521243" y="4770309"/>
            <a:ext cx="24145" cy="44925"/>
          </a:xfrm>
          <a:custGeom>
            <a:avLst/>
            <a:gdLst/>
            <a:ahLst/>
            <a:cxnLst/>
            <a:rect l="l" t="t" r="r" b="b"/>
            <a:pathLst>
              <a:path w="24145" h="44925">
                <a:moveTo>
                  <a:pt x="16097" y="33662"/>
                </a:moveTo>
                <a:lnTo>
                  <a:pt x="24145" y="25501"/>
                </a:lnTo>
                <a:lnTo>
                  <a:pt x="24145" y="5490"/>
                </a:lnTo>
                <a:lnTo>
                  <a:pt x="18780" y="0"/>
                </a:lnTo>
                <a:lnTo>
                  <a:pt x="5473" y="0"/>
                </a:lnTo>
                <a:lnTo>
                  <a:pt x="3541" y="11763"/>
                </a:lnTo>
                <a:lnTo>
                  <a:pt x="0" y="20422"/>
                </a:lnTo>
                <a:lnTo>
                  <a:pt x="4077" y="32674"/>
                </a:lnTo>
                <a:lnTo>
                  <a:pt x="8048" y="44925"/>
                </a:lnTo>
                <a:lnTo>
                  <a:pt x="12555" y="37253"/>
                </a:lnTo>
                <a:lnTo>
                  <a:pt x="16097" y="28594"/>
                </a:lnTo>
                <a:lnTo>
                  <a:pt x="16097" y="336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461146" y="4925498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20068" y="0"/>
                </a:moveTo>
                <a:lnTo>
                  <a:pt x="12019" y="4091"/>
                </a:lnTo>
                <a:lnTo>
                  <a:pt x="12019" y="12262"/>
                </a:lnTo>
                <a:lnTo>
                  <a:pt x="12019" y="4091"/>
                </a:lnTo>
                <a:lnTo>
                  <a:pt x="0" y="16342"/>
                </a:lnTo>
                <a:lnTo>
                  <a:pt x="3970" y="20422"/>
                </a:lnTo>
                <a:lnTo>
                  <a:pt x="3970" y="28594"/>
                </a:lnTo>
                <a:lnTo>
                  <a:pt x="3970" y="20422"/>
                </a:lnTo>
                <a:lnTo>
                  <a:pt x="3970" y="32674"/>
                </a:lnTo>
                <a:lnTo>
                  <a:pt x="12019" y="32674"/>
                </a:lnTo>
                <a:lnTo>
                  <a:pt x="12019" y="16342"/>
                </a:lnTo>
                <a:lnTo>
                  <a:pt x="20068" y="16342"/>
                </a:lnTo>
                <a:lnTo>
                  <a:pt x="2006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441078" y="4933669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16097" y="28594"/>
                </a:moveTo>
                <a:lnTo>
                  <a:pt x="12019" y="24502"/>
                </a:lnTo>
                <a:lnTo>
                  <a:pt x="12019" y="16342"/>
                </a:lnTo>
                <a:lnTo>
                  <a:pt x="0" y="20422"/>
                </a:lnTo>
                <a:lnTo>
                  <a:pt x="12019" y="16342"/>
                </a:lnTo>
                <a:lnTo>
                  <a:pt x="20068" y="0"/>
                </a:lnTo>
                <a:lnTo>
                  <a:pt x="8048" y="12251"/>
                </a:lnTo>
                <a:lnTo>
                  <a:pt x="0" y="16342"/>
                </a:lnTo>
                <a:lnTo>
                  <a:pt x="0" y="28594"/>
                </a:lnTo>
                <a:lnTo>
                  <a:pt x="3970" y="32674"/>
                </a:lnTo>
                <a:lnTo>
                  <a:pt x="16097" y="28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441078" y="4974514"/>
            <a:ext cx="16097" cy="16331"/>
          </a:xfrm>
          <a:custGeom>
            <a:avLst/>
            <a:gdLst/>
            <a:ahLst/>
            <a:cxnLst/>
            <a:rect l="l" t="t" r="r" b="b"/>
            <a:pathLst>
              <a:path w="16097" h="16331">
                <a:moveTo>
                  <a:pt x="8048" y="4080"/>
                </a:moveTo>
                <a:lnTo>
                  <a:pt x="16097" y="16331"/>
                </a:lnTo>
                <a:lnTo>
                  <a:pt x="16097" y="0"/>
                </a:lnTo>
                <a:lnTo>
                  <a:pt x="3970" y="0"/>
                </a:lnTo>
                <a:lnTo>
                  <a:pt x="0" y="12251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569428" y="4631462"/>
            <a:ext cx="12019" cy="77589"/>
          </a:xfrm>
          <a:custGeom>
            <a:avLst/>
            <a:gdLst/>
            <a:ahLst/>
            <a:cxnLst/>
            <a:rect l="l" t="t" r="r" b="b"/>
            <a:pathLst>
              <a:path w="12019" h="77589">
                <a:moveTo>
                  <a:pt x="0" y="20411"/>
                </a:moveTo>
                <a:lnTo>
                  <a:pt x="0" y="28583"/>
                </a:lnTo>
                <a:lnTo>
                  <a:pt x="0" y="24502"/>
                </a:lnTo>
                <a:lnTo>
                  <a:pt x="0" y="77589"/>
                </a:lnTo>
                <a:lnTo>
                  <a:pt x="0" y="36754"/>
                </a:lnTo>
                <a:lnTo>
                  <a:pt x="12019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lnTo>
                  <a:pt x="0" y="204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553330" y="4675889"/>
            <a:ext cx="12126" cy="45414"/>
          </a:xfrm>
          <a:custGeom>
            <a:avLst/>
            <a:gdLst/>
            <a:ahLst/>
            <a:cxnLst/>
            <a:rect l="l" t="t" r="r" b="b"/>
            <a:pathLst>
              <a:path w="12126" h="45414">
                <a:moveTo>
                  <a:pt x="4077" y="45414"/>
                </a:moveTo>
                <a:lnTo>
                  <a:pt x="12126" y="20911"/>
                </a:lnTo>
                <a:lnTo>
                  <a:pt x="0" y="25002"/>
                </a:lnTo>
                <a:lnTo>
                  <a:pt x="12126" y="20911"/>
                </a:lnTo>
                <a:lnTo>
                  <a:pt x="8048" y="8659"/>
                </a:lnTo>
                <a:lnTo>
                  <a:pt x="11590" y="0"/>
                </a:lnTo>
                <a:lnTo>
                  <a:pt x="8048" y="499"/>
                </a:lnTo>
                <a:lnTo>
                  <a:pt x="8048" y="3590"/>
                </a:lnTo>
                <a:lnTo>
                  <a:pt x="0" y="11752"/>
                </a:lnTo>
                <a:lnTo>
                  <a:pt x="0" y="33162"/>
                </a:lnTo>
                <a:lnTo>
                  <a:pt x="4077" y="454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573398" y="4668217"/>
            <a:ext cx="20068" cy="53086"/>
          </a:xfrm>
          <a:custGeom>
            <a:avLst/>
            <a:gdLst/>
            <a:ahLst/>
            <a:cxnLst/>
            <a:rect l="l" t="t" r="r" b="b"/>
            <a:pathLst>
              <a:path w="20068" h="53086">
                <a:moveTo>
                  <a:pt x="12019" y="12251"/>
                </a:moveTo>
                <a:lnTo>
                  <a:pt x="20068" y="12251"/>
                </a:lnTo>
                <a:lnTo>
                  <a:pt x="12019" y="0"/>
                </a:lnTo>
                <a:lnTo>
                  <a:pt x="0" y="12251"/>
                </a:lnTo>
                <a:lnTo>
                  <a:pt x="536" y="33162"/>
                </a:lnTo>
                <a:lnTo>
                  <a:pt x="4077" y="53086"/>
                </a:lnTo>
                <a:lnTo>
                  <a:pt x="4077" y="24502"/>
                </a:lnTo>
                <a:lnTo>
                  <a:pt x="12019" y="12251"/>
                </a:lnTo>
                <a:lnTo>
                  <a:pt x="12019" y="8171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577476" y="4680468"/>
            <a:ext cx="7941" cy="17286"/>
          </a:xfrm>
          <a:custGeom>
            <a:avLst/>
            <a:gdLst/>
            <a:ahLst/>
            <a:cxnLst/>
            <a:rect l="l" t="t" r="r" b="b"/>
            <a:pathLst>
              <a:path w="7941" h="17286">
                <a:moveTo>
                  <a:pt x="7941" y="9158"/>
                </a:moveTo>
                <a:lnTo>
                  <a:pt x="7941" y="0"/>
                </a:lnTo>
                <a:lnTo>
                  <a:pt x="0" y="12251"/>
                </a:lnTo>
                <a:lnTo>
                  <a:pt x="0" y="17286"/>
                </a:lnTo>
                <a:lnTo>
                  <a:pt x="7941" y="91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585418" y="4557953"/>
            <a:ext cx="20068" cy="85760"/>
          </a:xfrm>
          <a:custGeom>
            <a:avLst/>
            <a:gdLst/>
            <a:ahLst/>
            <a:cxnLst/>
            <a:rect l="l" t="t" r="r" b="b"/>
            <a:pathLst>
              <a:path w="20068" h="85760">
                <a:moveTo>
                  <a:pt x="8048" y="24502"/>
                </a:moveTo>
                <a:lnTo>
                  <a:pt x="0" y="24502"/>
                </a:lnTo>
                <a:lnTo>
                  <a:pt x="3541" y="52586"/>
                </a:lnTo>
                <a:lnTo>
                  <a:pt x="0" y="61257"/>
                </a:lnTo>
                <a:lnTo>
                  <a:pt x="4077" y="73508"/>
                </a:lnTo>
                <a:lnTo>
                  <a:pt x="8048" y="85760"/>
                </a:lnTo>
                <a:lnTo>
                  <a:pt x="8048" y="28583"/>
                </a:lnTo>
                <a:lnTo>
                  <a:pt x="20068" y="24502"/>
                </a:lnTo>
                <a:lnTo>
                  <a:pt x="16097" y="12251"/>
                </a:lnTo>
                <a:lnTo>
                  <a:pt x="16097" y="0"/>
                </a:lnTo>
                <a:lnTo>
                  <a:pt x="8048" y="0"/>
                </a:lnTo>
                <a:lnTo>
                  <a:pt x="8048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609564" y="4508936"/>
            <a:ext cx="12019" cy="28594"/>
          </a:xfrm>
          <a:custGeom>
            <a:avLst/>
            <a:gdLst/>
            <a:ahLst/>
            <a:cxnLst/>
            <a:rect l="l" t="t" r="r" b="b"/>
            <a:pathLst>
              <a:path w="12019" h="28594">
                <a:moveTo>
                  <a:pt x="0" y="0"/>
                </a:moveTo>
                <a:lnTo>
                  <a:pt x="0" y="28594"/>
                </a:lnTo>
                <a:lnTo>
                  <a:pt x="12019" y="24502"/>
                </a:lnTo>
                <a:lnTo>
                  <a:pt x="7941" y="12251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597544" y="4594708"/>
            <a:ext cx="19960" cy="41333"/>
          </a:xfrm>
          <a:custGeom>
            <a:avLst/>
            <a:gdLst/>
            <a:ahLst/>
            <a:cxnLst/>
            <a:rect l="l" t="t" r="r" b="b"/>
            <a:pathLst>
              <a:path w="19960" h="41333">
                <a:moveTo>
                  <a:pt x="12019" y="12251"/>
                </a:moveTo>
                <a:lnTo>
                  <a:pt x="19960" y="12251"/>
                </a:lnTo>
                <a:lnTo>
                  <a:pt x="12019" y="0"/>
                </a:lnTo>
                <a:lnTo>
                  <a:pt x="0" y="12251"/>
                </a:lnTo>
                <a:lnTo>
                  <a:pt x="429" y="41333"/>
                </a:lnTo>
                <a:lnTo>
                  <a:pt x="12019" y="12251"/>
                </a:lnTo>
                <a:lnTo>
                  <a:pt x="12019" y="8160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601515" y="4533439"/>
            <a:ext cx="20068" cy="24513"/>
          </a:xfrm>
          <a:custGeom>
            <a:avLst/>
            <a:gdLst/>
            <a:ahLst/>
            <a:cxnLst/>
            <a:rect l="l" t="t" r="r" b="b"/>
            <a:pathLst>
              <a:path w="20068" h="24513">
                <a:moveTo>
                  <a:pt x="8048" y="12251"/>
                </a:moveTo>
                <a:lnTo>
                  <a:pt x="8048" y="0"/>
                </a:lnTo>
                <a:lnTo>
                  <a:pt x="0" y="0"/>
                </a:lnTo>
                <a:lnTo>
                  <a:pt x="12019" y="24513"/>
                </a:lnTo>
                <a:lnTo>
                  <a:pt x="20068" y="0"/>
                </a:lnTo>
                <a:lnTo>
                  <a:pt x="8048" y="4091"/>
                </a:lnTo>
                <a:lnTo>
                  <a:pt x="8048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625554" y="4533439"/>
            <a:ext cx="8048" cy="24513"/>
          </a:xfrm>
          <a:custGeom>
            <a:avLst/>
            <a:gdLst/>
            <a:ahLst/>
            <a:cxnLst/>
            <a:rect l="l" t="t" r="r" b="b"/>
            <a:pathLst>
              <a:path w="8048" h="24513">
                <a:moveTo>
                  <a:pt x="8048" y="4091"/>
                </a:moveTo>
                <a:lnTo>
                  <a:pt x="8048" y="0"/>
                </a:lnTo>
                <a:lnTo>
                  <a:pt x="0" y="12251"/>
                </a:lnTo>
                <a:lnTo>
                  <a:pt x="0" y="24513"/>
                </a:lnTo>
                <a:lnTo>
                  <a:pt x="8048" y="24513"/>
                </a:lnTo>
                <a:lnTo>
                  <a:pt x="0" y="20422"/>
                </a:lnTo>
                <a:lnTo>
                  <a:pt x="8048" y="24513"/>
                </a:lnTo>
                <a:lnTo>
                  <a:pt x="8048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625554" y="4463522"/>
            <a:ext cx="11590" cy="45414"/>
          </a:xfrm>
          <a:custGeom>
            <a:avLst/>
            <a:gdLst/>
            <a:ahLst/>
            <a:cxnLst/>
            <a:rect l="l" t="t" r="r" b="b"/>
            <a:pathLst>
              <a:path w="11590" h="45414">
                <a:moveTo>
                  <a:pt x="3541" y="24502"/>
                </a:moveTo>
                <a:lnTo>
                  <a:pt x="0" y="33162"/>
                </a:lnTo>
                <a:lnTo>
                  <a:pt x="4077" y="45414"/>
                </a:lnTo>
                <a:lnTo>
                  <a:pt x="11590" y="0"/>
                </a:lnTo>
                <a:lnTo>
                  <a:pt x="0" y="11752"/>
                </a:lnTo>
                <a:lnTo>
                  <a:pt x="3541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633602" y="4501764"/>
            <a:ext cx="15990" cy="31675"/>
          </a:xfrm>
          <a:custGeom>
            <a:avLst/>
            <a:gdLst/>
            <a:ahLst/>
            <a:cxnLst/>
            <a:rect l="l" t="t" r="r" b="b"/>
            <a:pathLst>
              <a:path w="15990" h="31675">
                <a:moveTo>
                  <a:pt x="8048" y="8127"/>
                </a:moveTo>
                <a:lnTo>
                  <a:pt x="15990" y="0"/>
                </a:lnTo>
                <a:lnTo>
                  <a:pt x="8048" y="3092"/>
                </a:lnTo>
                <a:lnTo>
                  <a:pt x="4507" y="11752"/>
                </a:lnTo>
                <a:lnTo>
                  <a:pt x="0" y="19424"/>
                </a:lnTo>
                <a:lnTo>
                  <a:pt x="8048" y="31675"/>
                </a:lnTo>
                <a:lnTo>
                  <a:pt x="8048" y="81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553330" y="4766228"/>
            <a:ext cx="8048" cy="4080"/>
          </a:xfrm>
          <a:custGeom>
            <a:avLst/>
            <a:gdLst/>
            <a:ahLst/>
            <a:cxnLst/>
            <a:rect l="l" t="t" r="r" b="b"/>
            <a:pathLst>
              <a:path w="8048" h="4080">
                <a:moveTo>
                  <a:pt x="8048" y="4080"/>
                </a:moveTo>
                <a:lnTo>
                  <a:pt x="0" y="0"/>
                </a:lnTo>
                <a:lnTo>
                  <a:pt x="0" y="4080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541311" y="4458737"/>
            <a:ext cx="117510" cy="311571"/>
          </a:xfrm>
          <a:custGeom>
            <a:avLst/>
            <a:gdLst/>
            <a:ahLst/>
            <a:cxnLst/>
            <a:rect l="l" t="t" r="r" b="b"/>
            <a:pathLst>
              <a:path w="117510" h="311571">
                <a:moveTo>
                  <a:pt x="84242" y="99216"/>
                </a:moveTo>
                <a:lnTo>
                  <a:pt x="84242" y="86954"/>
                </a:lnTo>
                <a:lnTo>
                  <a:pt x="92291" y="74702"/>
                </a:lnTo>
                <a:lnTo>
                  <a:pt x="92291" y="70622"/>
                </a:lnTo>
                <a:lnTo>
                  <a:pt x="92291" y="74702"/>
                </a:lnTo>
                <a:lnTo>
                  <a:pt x="100340" y="74702"/>
                </a:lnTo>
                <a:lnTo>
                  <a:pt x="92291" y="62451"/>
                </a:lnTo>
                <a:lnTo>
                  <a:pt x="96798" y="54778"/>
                </a:lnTo>
                <a:lnTo>
                  <a:pt x="100340" y="46119"/>
                </a:lnTo>
                <a:lnTo>
                  <a:pt x="108281" y="43026"/>
                </a:lnTo>
                <a:lnTo>
                  <a:pt x="108281" y="26747"/>
                </a:lnTo>
                <a:lnTo>
                  <a:pt x="112788" y="22115"/>
                </a:lnTo>
                <a:lnTo>
                  <a:pt x="117510" y="17330"/>
                </a:lnTo>
                <a:lnTo>
                  <a:pt x="117510" y="9571"/>
                </a:lnTo>
                <a:lnTo>
                  <a:pt x="112788" y="4785"/>
                </a:lnTo>
                <a:lnTo>
                  <a:pt x="108174" y="0"/>
                </a:lnTo>
                <a:lnTo>
                  <a:pt x="104847" y="30276"/>
                </a:lnTo>
                <a:lnTo>
                  <a:pt x="108281" y="21616"/>
                </a:lnTo>
                <a:lnTo>
                  <a:pt x="104847" y="30276"/>
                </a:lnTo>
                <a:lnTo>
                  <a:pt x="100554" y="0"/>
                </a:lnTo>
                <a:lnTo>
                  <a:pt x="95832" y="4785"/>
                </a:lnTo>
                <a:lnTo>
                  <a:pt x="88320" y="50199"/>
                </a:lnTo>
                <a:lnTo>
                  <a:pt x="76194" y="54290"/>
                </a:lnTo>
                <a:lnTo>
                  <a:pt x="88320" y="50199"/>
                </a:lnTo>
                <a:lnTo>
                  <a:pt x="84242" y="37948"/>
                </a:lnTo>
                <a:lnTo>
                  <a:pt x="87784" y="29288"/>
                </a:lnTo>
                <a:lnTo>
                  <a:pt x="84242" y="16537"/>
                </a:lnTo>
                <a:lnTo>
                  <a:pt x="84242" y="32879"/>
                </a:lnTo>
                <a:lnTo>
                  <a:pt x="76194" y="41040"/>
                </a:lnTo>
                <a:lnTo>
                  <a:pt x="76194" y="62451"/>
                </a:lnTo>
                <a:lnTo>
                  <a:pt x="80272" y="74702"/>
                </a:lnTo>
                <a:lnTo>
                  <a:pt x="72223" y="99216"/>
                </a:lnTo>
                <a:lnTo>
                  <a:pt x="76194" y="111467"/>
                </a:lnTo>
                <a:lnTo>
                  <a:pt x="76194" y="119628"/>
                </a:lnTo>
                <a:lnTo>
                  <a:pt x="76194" y="111467"/>
                </a:lnTo>
                <a:lnTo>
                  <a:pt x="72223" y="99216"/>
                </a:lnTo>
                <a:lnTo>
                  <a:pt x="60204" y="103296"/>
                </a:lnTo>
                <a:lnTo>
                  <a:pt x="72223" y="99216"/>
                </a:lnTo>
                <a:lnTo>
                  <a:pt x="60204" y="74702"/>
                </a:lnTo>
                <a:lnTo>
                  <a:pt x="60204" y="111467"/>
                </a:lnTo>
                <a:lnTo>
                  <a:pt x="64174" y="123719"/>
                </a:lnTo>
                <a:lnTo>
                  <a:pt x="52155" y="127799"/>
                </a:lnTo>
                <a:lnTo>
                  <a:pt x="52155" y="193137"/>
                </a:lnTo>
                <a:lnTo>
                  <a:pt x="52155" y="184976"/>
                </a:lnTo>
                <a:lnTo>
                  <a:pt x="48184" y="172725"/>
                </a:lnTo>
                <a:lnTo>
                  <a:pt x="36165" y="176805"/>
                </a:lnTo>
                <a:lnTo>
                  <a:pt x="48184" y="172725"/>
                </a:lnTo>
                <a:lnTo>
                  <a:pt x="44106" y="160473"/>
                </a:lnTo>
                <a:lnTo>
                  <a:pt x="47648" y="151803"/>
                </a:lnTo>
                <a:lnTo>
                  <a:pt x="44106" y="123719"/>
                </a:lnTo>
                <a:lnTo>
                  <a:pt x="44106" y="155431"/>
                </a:lnTo>
                <a:lnTo>
                  <a:pt x="36165" y="163566"/>
                </a:lnTo>
                <a:lnTo>
                  <a:pt x="36165" y="184976"/>
                </a:lnTo>
                <a:lnTo>
                  <a:pt x="40136" y="197228"/>
                </a:lnTo>
                <a:lnTo>
                  <a:pt x="28116" y="209479"/>
                </a:lnTo>
                <a:lnTo>
                  <a:pt x="28116" y="258485"/>
                </a:lnTo>
                <a:lnTo>
                  <a:pt x="28116" y="197228"/>
                </a:lnTo>
                <a:lnTo>
                  <a:pt x="20068" y="197228"/>
                </a:lnTo>
                <a:lnTo>
                  <a:pt x="20068" y="217650"/>
                </a:lnTo>
                <a:lnTo>
                  <a:pt x="23609" y="217151"/>
                </a:lnTo>
                <a:lnTo>
                  <a:pt x="20068" y="225811"/>
                </a:lnTo>
                <a:lnTo>
                  <a:pt x="24145" y="238062"/>
                </a:lnTo>
                <a:lnTo>
                  <a:pt x="16097" y="262565"/>
                </a:lnTo>
                <a:lnTo>
                  <a:pt x="20068" y="274817"/>
                </a:lnTo>
                <a:lnTo>
                  <a:pt x="20068" y="282988"/>
                </a:lnTo>
                <a:lnTo>
                  <a:pt x="20068" y="274817"/>
                </a:lnTo>
                <a:lnTo>
                  <a:pt x="16097" y="262565"/>
                </a:lnTo>
                <a:lnTo>
                  <a:pt x="4077" y="266656"/>
                </a:lnTo>
                <a:lnTo>
                  <a:pt x="16097" y="262565"/>
                </a:lnTo>
                <a:lnTo>
                  <a:pt x="12019" y="250314"/>
                </a:lnTo>
                <a:lnTo>
                  <a:pt x="12019" y="238062"/>
                </a:lnTo>
                <a:lnTo>
                  <a:pt x="4077" y="238062"/>
                </a:lnTo>
                <a:lnTo>
                  <a:pt x="4077" y="274817"/>
                </a:lnTo>
                <a:lnTo>
                  <a:pt x="8048" y="287068"/>
                </a:lnTo>
                <a:lnTo>
                  <a:pt x="0" y="303411"/>
                </a:lnTo>
                <a:lnTo>
                  <a:pt x="0" y="311571"/>
                </a:lnTo>
                <a:lnTo>
                  <a:pt x="12019" y="311571"/>
                </a:lnTo>
                <a:lnTo>
                  <a:pt x="12019" y="299320"/>
                </a:lnTo>
                <a:lnTo>
                  <a:pt x="12019" y="311571"/>
                </a:lnTo>
                <a:lnTo>
                  <a:pt x="12019" y="307491"/>
                </a:lnTo>
                <a:lnTo>
                  <a:pt x="20068" y="311571"/>
                </a:lnTo>
                <a:lnTo>
                  <a:pt x="20068" y="287068"/>
                </a:lnTo>
                <a:lnTo>
                  <a:pt x="28116" y="287068"/>
                </a:lnTo>
                <a:lnTo>
                  <a:pt x="28116" y="262565"/>
                </a:lnTo>
                <a:lnTo>
                  <a:pt x="36165" y="262565"/>
                </a:lnTo>
                <a:lnTo>
                  <a:pt x="32623" y="242642"/>
                </a:lnTo>
                <a:lnTo>
                  <a:pt x="32087" y="221731"/>
                </a:lnTo>
                <a:lnTo>
                  <a:pt x="44106" y="209479"/>
                </a:lnTo>
                <a:lnTo>
                  <a:pt x="52155" y="221731"/>
                </a:lnTo>
                <a:lnTo>
                  <a:pt x="52155" y="197228"/>
                </a:lnTo>
                <a:lnTo>
                  <a:pt x="60204" y="197228"/>
                </a:lnTo>
                <a:lnTo>
                  <a:pt x="60204" y="168634"/>
                </a:lnTo>
                <a:lnTo>
                  <a:pt x="68252" y="165541"/>
                </a:lnTo>
                <a:lnTo>
                  <a:pt x="68252" y="148222"/>
                </a:lnTo>
                <a:lnTo>
                  <a:pt x="56662" y="177304"/>
                </a:lnTo>
                <a:lnTo>
                  <a:pt x="56233" y="148222"/>
                </a:lnTo>
                <a:lnTo>
                  <a:pt x="68252" y="135970"/>
                </a:lnTo>
                <a:lnTo>
                  <a:pt x="76194" y="148222"/>
                </a:lnTo>
                <a:lnTo>
                  <a:pt x="76194" y="123719"/>
                </a:lnTo>
                <a:lnTo>
                  <a:pt x="84242" y="123719"/>
                </a:lnTo>
                <a:lnTo>
                  <a:pt x="84242" y="992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641866" y="4458737"/>
            <a:ext cx="7619" cy="30276"/>
          </a:xfrm>
          <a:custGeom>
            <a:avLst/>
            <a:gdLst/>
            <a:ahLst/>
            <a:cxnLst/>
            <a:rect l="l" t="t" r="r" b="b"/>
            <a:pathLst>
              <a:path w="7619" h="30276">
                <a:moveTo>
                  <a:pt x="4292" y="30276"/>
                </a:moveTo>
                <a:lnTo>
                  <a:pt x="7619" y="0"/>
                </a:lnTo>
                <a:lnTo>
                  <a:pt x="0" y="0"/>
                </a:lnTo>
                <a:lnTo>
                  <a:pt x="4292" y="302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601515" y="4624278"/>
            <a:ext cx="8048" cy="8168"/>
          </a:xfrm>
          <a:custGeom>
            <a:avLst/>
            <a:gdLst/>
            <a:ahLst/>
            <a:cxnLst/>
            <a:rect l="l" t="t" r="r" b="b"/>
            <a:pathLst>
              <a:path w="8048" h="8168">
                <a:moveTo>
                  <a:pt x="8048" y="0"/>
                </a:moveTo>
                <a:lnTo>
                  <a:pt x="0" y="3092"/>
                </a:lnTo>
                <a:lnTo>
                  <a:pt x="0" y="8168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521243" y="4762148"/>
            <a:ext cx="32087" cy="32663"/>
          </a:xfrm>
          <a:custGeom>
            <a:avLst/>
            <a:gdLst/>
            <a:ahLst/>
            <a:cxnLst/>
            <a:rect l="l" t="t" r="r" b="b"/>
            <a:pathLst>
              <a:path w="32087" h="32663">
                <a:moveTo>
                  <a:pt x="24145" y="27183"/>
                </a:moveTo>
                <a:lnTo>
                  <a:pt x="24145" y="20411"/>
                </a:lnTo>
                <a:lnTo>
                  <a:pt x="24146" y="24502"/>
                </a:lnTo>
                <a:lnTo>
                  <a:pt x="32087" y="24502"/>
                </a:lnTo>
                <a:lnTo>
                  <a:pt x="24145" y="12251"/>
                </a:lnTo>
                <a:lnTo>
                  <a:pt x="12126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lnTo>
                  <a:pt x="0" y="27183"/>
                </a:lnTo>
                <a:lnTo>
                  <a:pt x="5473" y="32663"/>
                </a:lnTo>
                <a:lnTo>
                  <a:pt x="18780" y="32663"/>
                </a:lnTo>
                <a:lnTo>
                  <a:pt x="24145" y="271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529292" y="4721303"/>
            <a:ext cx="24038" cy="65348"/>
          </a:xfrm>
          <a:custGeom>
            <a:avLst/>
            <a:gdLst/>
            <a:ahLst/>
            <a:cxnLst/>
            <a:rect l="l" t="t" r="r" b="b"/>
            <a:pathLst>
              <a:path w="24038" h="65348">
                <a:moveTo>
                  <a:pt x="8048" y="0"/>
                </a:moveTo>
                <a:lnTo>
                  <a:pt x="8048" y="24502"/>
                </a:lnTo>
                <a:lnTo>
                  <a:pt x="0" y="24502"/>
                </a:lnTo>
                <a:lnTo>
                  <a:pt x="0" y="40845"/>
                </a:lnTo>
                <a:lnTo>
                  <a:pt x="8048" y="36754"/>
                </a:lnTo>
                <a:lnTo>
                  <a:pt x="8048" y="28594"/>
                </a:lnTo>
                <a:lnTo>
                  <a:pt x="8048" y="36754"/>
                </a:lnTo>
                <a:lnTo>
                  <a:pt x="0" y="40845"/>
                </a:lnTo>
                <a:lnTo>
                  <a:pt x="0" y="53096"/>
                </a:lnTo>
                <a:lnTo>
                  <a:pt x="4077" y="65348"/>
                </a:lnTo>
                <a:lnTo>
                  <a:pt x="16097" y="53096"/>
                </a:lnTo>
                <a:lnTo>
                  <a:pt x="24038" y="65348"/>
                </a:lnTo>
                <a:lnTo>
                  <a:pt x="24038" y="49005"/>
                </a:lnTo>
                <a:lnTo>
                  <a:pt x="12019" y="49005"/>
                </a:lnTo>
                <a:lnTo>
                  <a:pt x="12019" y="40845"/>
                </a:lnTo>
                <a:lnTo>
                  <a:pt x="0" y="44925"/>
                </a:lnTo>
                <a:lnTo>
                  <a:pt x="12019" y="40845"/>
                </a:lnTo>
                <a:lnTo>
                  <a:pt x="20068" y="24502"/>
                </a:lnTo>
                <a:lnTo>
                  <a:pt x="16097" y="12251"/>
                </a:lnTo>
                <a:lnTo>
                  <a:pt x="16097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641651" y="4378250"/>
            <a:ext cx="19960" cy="69428"/>
          </a:xfrm>
          <a:custGeom>
            <a:avLst/>
            <a:gdLst/>
            <a:ahLst/>
            <a:cxnLst/>
            <a:rect l="l" t="t" r="r" b="b"/>
            <a:pathLst>
              <a:path w="19960" h="69428">
                <a:moveTo>
                  <a:pt x="0" y="44925"/>
                </a:moveTo>
                <a:lnTo>
                  <a:pt x="12019" y="57177"/>
                </a:lnTo>
                <a:lnTo>
                  <a:pt x="7941" y="36754"/>
                </a:lnTo>
                <a:lnTo>
                  <a:pt x="7941" y="28594"/>
                </a:lnTo>
                <a:lnTo>
                  <a:pt x="7941" y="36754"/>
                </a:lnTo>
                <a:lnTo>
                  <a:pt x="12019" y="57177"/>
                </a:lnTo>
                <a:lnTo>
                  <a:pt x="15990" y="69428"/>
                </a:lnTo>
                <a:lnTo>
                  <a:pt x="12019" y="49016"/>
                </a:lnTo>
                <a:lnTo>
                  <a:pt x="19960" y="24502"/>
                </a:lnTo>
                <a:lnTo>
                  <a:pt x="15990" y="12251"/>
                </a:lnTo>
                <a:lnTo>
                  <a:pt x="15990" y="0"/>
                </a:lnTo>
                <a:lnTo>
                  <a:pt x="7941" y="0"/>
                </a:lnTo>
                <a:lnTo>
                  <a:pt x="7941" y="24502"/>
                </a:lnTo>
                <a:lnTo>
                  <a:pt x="0" y="24502"/>
                </a:lnTo>
                <a:lnTo>
                  <a:pt x="0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665690" y="4402753"/>
            <a:ext cx="8048" cy="24513"/>
          </a:xfrm>
          <a:custGeom>
            <a:avLst/>
            <a:gdLst/>
            <a:ahLst/>
            <a:cxnLst/>
            <a:rect l="l" t="t" r="r" b="b"/>
            <a:pathLst>
              <a:path w="8048" h="24513">
                <a:moveTo>
                  <a:pt x="8048" y="4091"/>
                </a:moveTo>
                <a:lnTo>
                  <a:pt x="8048" y="0"/>
                </a:lnTo>
                <a:lnTo>
                  <a:pt x="0" y="12251"/>
                </a:lnTo>
                <a:lnTo>
                  <a:pt x="0" y="24513"/>
                </a:lnTo>
                <a:lnTo>
                  <a:pt x="8048" y="24513"/>
                </a:lnTo>
                <a:lnTo>
                  <a:pt x="0" y="20422"/>
                </a:lnTo>
                <a:lnTo>
                  <a:pt x="8048" y="24513"/>
                </a:lnTo>
                <a:lnTo>
                  <a:pt x="8048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633602" y="4272067"/>
            <a:ext cx="72223" cy="212366"/>
          </a:xfrm>
          <a:custGeom>
            <a:avLst/>
            <a:gdLst/>
            <a:ahLst/>
            <a:cxnLst/>
            <a:rect l="l" t="t" r="r" b="b"/>
            <a:pathLst>
              <a:path w="72223" h="212366">
                <a:moveTo>
                  <a:pt x="32087" y="57177"/>
                </a:moveTo>
                <a:lnTo>
                  <a:pt x="32087" y="93931"/>
                </a:lnTo>
                <a:lnTo>
                  <a:pt x="36058" y="106183"/>
                </a:lnTo>
                <a:lnTo>
                  <a:pt x="40136" y="118434"/>
                </a:lnTo>
                <a:lnTo>
                  <a:pt x="28009" y="130686"/>
                </a:lnTo>
                <a:lnTo>
                  <a:pt x="20068" y="155199"/>
                </a:lnTo>
                <a:lnTo>
                  <a:pt x="24038" y="175611"/>
                </a:lnTo>
                <a:lnTo>
                  <a:pt x="24038" y="183783"/>
                </a:lnTo>
                <a:lnTo>
                  <a:pt x="24038" y="175611"/>
                </a:lnTo>
                <a:lnTo>
                  <a:pt x="20068" y="163360"/>
                </a:lnTo>
                <a:lnTo>
                  <a:pt x="8048" y="167451"/>
                </a:lnTo>
                <a:lnTo>
                  <a:pt x="20068" y="163360"/>
                </a:lnTo>
                <a:lnTo>
                  <a:pt x="8048" y="151108"/>
                </a:lnTo>
                <a:lnTo>
                  <a:pt x="8048" y="163360"/>
                </a:lnTo>
                <a:lnTo>
                  <a:pt x="0" y="163360"/>
                </a:lnTo>
                <a:lnTo>
                  <a:pt x="0" y="206886"/>
                </a:lnTo>
                <a:lnTo>
                  <a:pt x="5365" y="212366"/>
                </a:lnTo>
                <a:lnTo>
                  <a:pt x="12019" y="212366"/>
                </a:lnTo>
                <a:lnTo>
                  <a:pt x="8048" y="175611"/>
                </a:lnTo>
                <a:lnTo>
                  <a:pt x="12019" y="187863"/>
                </a:lnTo>
                <a:lnTo>
                  <a:pt x="18672" y="212366"/>
                </a:lnTo>
                <a:lnTo>
                  <a:pt x="24038" y="206886"/>
                </a:lnTo>
                <a:lnTo>
                  <a:pt x="24038" y="187863"/>
                </a:lnTo>
                <a:lnTo>
                  <a:pt x="32087" y="187863"/>
                </a:lnTo>
                <a:lnTo>
                  <a:pt x="32087" y="142937"/>
                </a:lnTo>
                <a:lnTo>
                  <a:pt x="40136" y="130686"/>
                </a:lnTo>
                <a:lnTo>
                  <a:pt x="40136" y="126605"/>
                </a:lnTo>
                <a:lnTo>
                  <a:pt x="40136" y="130686"/>
                </a:lnTo>
                <a:lnTo>
                  <a:pt x="48077" y="130686"/>
                </a:lnTo>
                <a:lnTo>
                  <a:pt x="48077" y="106183"/>
                </a:lnTo>
                <a:lnTo>
                  <a:pt x="56126" y="106183"/>
                </a:lnTo>
                <a:lnTo>
                  <a:pt x="56126" y="69428"/>
                </a:lnTo>
                <a:lnTo>
                  <a:pt x="52155" y="49016"/>
                </a:lnTo>
                <a:lnTo>
                  <a:pt x="60096" y="24513"/>
                </a:lnTo>
                <a:lnTo>
                  <a:pt x="72223" y="12251"/>
                </a:lnTo>
                <a:lnTo>
                  <a:pt x="60096" y="24502"/>
                </a:lnTo>
                <a:lnTo>
                  <a:pt x="56126" y="12251"/>
                </a:lnTo>
                <a:lnTo>
                  <a:pt x="56126" y="0"/>
                </a:lnTo>
                <a:lnTo>
                  <a:pt x="48077" y="0"/>
                </a:lnTo>
                <a:lnTo>
                  <a:pt x="48077" y="24502"/>
                </a:lnTo>
                <a:lnTo>
                  <a:pt x="40136" y="24502"/>
                </a:lnTo>
                <a:lnTo>
                  <a:pt x="40136" y="57177"/>
                </a:lnTo>
                <a:lnTo>
                  <a:pt x="52155" y="57177"/>
                </a:lnTo>
                <a:lnTo>
                  <a:pt x="48077" y="36765"/>
                </a:lnTo>
                <a:lnTo>
                  <a:pt x="48077" y="28594"/>
                </a:lnTo>
                <a:lnTo>
                  <a:pt x="48077" y="36765"/>
                </a:lnTo>
                <a:lnTo>
                  <a:pt x="52155" y="57177"/>
                </a:lnTo>
                <a:lnTo>
                  <a:pt x="44106" y="81680"/>
                </a:lnTo>
                <a:lnTo>
                  <a:pt x="48077" y="93931"/>
                </a:lnTo>
                <a:lnTo>
                  <a:pt x="48077" y="102102"/>
                </a:lnTo>
                <a:lnTo>
                  <a:pt x="48077" y="93931"/>
                </a:lnTo>
                <a:lnTo>
                  <a:pt x="44106" y="81680"/>
                </a:lnTo>
                <a:lnTo>
                  <a:pt x="32087" y="85771"/>
                </a:lnTo>
                <a:lnTo>
                  <a:pt x="44106" y="81680"/>
                </a:lnTo>
                <a:lnTo>
                  <a:pt x="32087" y="571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689728" y="4206719"/>
            <a:ext cx="16097" cy="89851"/>
          </a:xfrm>
          <a:custGeom>
            <a:avLst/>
            <a:gdLst/>
            <a:ahLst/>
            <a:cxnLst/>
            <a:rect l="l" t="t" r="r" b="b"/>
            <a:pathLst>
              <a:path w="16097" h="89851">
                <a:moveTo>
                  <a:pt x="12019" y="65348"/>
                </a:moveTo>
                <a:lnTo>
                  <a:pt x="0" y="77599"/>
                </a:lnTo>
                <a:lnTo>
                  <a:pt x="3970" y="89851"/>
                </a:lnTo>
                <a:lnTo>
                  <a:pt x="16097" y="77599"/>
                </a:lnTo>
                <a:lnTo>
                  <a:pt x="16097" y="0"/>
                </a:lnTo>
                <a:lnTo>
                  <a:pt x="11590" y="28105"/>
                </a:lnTo>
                <a:lnTo>
                  <a:pt x="8048" y="36786"/>
                </a:lnTo>
                <a:lnTo>
                  <a:pt x="8048" y="31696"/>
                </a:lnTo>
                <a:lnTo>
                  <a:pt x="0" y="39858"/>
                </a:lnTo>
                <a:lnTo>
                  <a:pt x="0" y="77599"/>
                </a:lnTo>
                <a:lnTo>
                  <a:pt x="12019" y="653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665690" y="4329244"/>
            <a:ext cx="20068" cy="24502"/>
          </a:xfrm>
          <a:custGeom>
            <a:avLst/>
            <a:gdLst/>
            <a:ahLst/>
            <a:cxnLst/>
            <a:rect l="l" t="t" r="r" b="b"/>
            <a:pathLst>
              <a:path w="20068" h="24502">
                <a:moveTo>
                  <a:pt x="0" y="0"/>
                </a:moveTo>
                <a:lnTo>
                  <a:pt x="12019" y="24502"/>
                </a:lnTo>
                <a:lnTo>
                  <a:pt x="20068" y="0"/>
                </a:lnTo>
                <a:lnTo>
                  <a:pt x="0" y="0"/>
                </a:lnTo>
                <a:lnTo>
                  <a:pt x="8048" y="12251"/>
                </a:lnTo>
                <a:lnTo>
                  <a:pt x="8048" y="4091"/>
                </a:lnTo>
                <a:lnTo>
                  <a:pt x="8048" y="1225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697777" y="4296581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4080"/>
                </a:moveTo>
                <a:lnTo>
                  <a:pt x="8048" y="0"/>
                </a:lnTo>
                <a:lnTo>
                  <a:pt x="0" y="12251"/>
                </a:lnTo>
                <a:lnTo>
                  <a:pt x="0" y="24502"/>
                </a:lnTo>
                <a:lnTo>
                  <a:pt x="8048" y="24502"/>
                </a:lnTo>
                <a:lnTo>
                  <a:pt x="0" y="20411"/>
                </a:lnTo>
                <a:lnTo>
                  <a:pt x="8048" y="24502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697777" y="4206719"/>
            <a:ext cx="8048" cy="36786"/>
          </a:xfrm>
          <a:custGeom>
            <a:avLst/>
            <a:gdLst/>
            <a:ahLst/>
            <a:cxnLst/>
            <a:rect l="l" t="t" r="r" b="b"/>
            <a:pathLst>
              <a:path w="8048" h="36786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67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705826" y="4218981"/>
            <a:ext cx="15990" cy="41333"/>
          </a:xfrm>
          <a:custGeom>
            <a:avLst/>
            <a:gdLst/>
            <a:ahLst/>
            <a:cxnLst/>
            <a:rect l="l" t="t" r="r" b="b"/>
            <a:pathLst>
              <a:path w="15990" h="41333">
                <a:moveTo>
                  <a:pt x="4507" y="41333"/>
                </a:moveTo>
                <a:lnTo>
                  <a:pt x="7941" y="32674"/>
                </a:lnTo>
                <a:lnTo>
                  <a:pt x="15990" y="12262"/>
                </a:lnTo>
                <a:lnTo>
                  <a:pt x="3970" y="12262"/>
                </a:lnTo>
                <a:lnTo>
                  <a:pt x="0" y="0"/>
                </a:lnTo>
                <a:lnTo>
                  <a:pt x="4507" y="413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713767" y="4124063"/>
            <a:ext cx="20068" cy="94918"/>
          </a:xfrm>
          <a:custGeom>
            <a:avLst/>
            <a:gdLst/>
            <a:ahLst/>
            <a:cxnLst/>
            <a:rect l="l" t="t" r="r" b="b"/>
            <a:pathLst>
              <a:path w="20068" h="94918">
                <a:moveTo>
                  <a:pt x="8048" y="25468"/>
                </a:moveTo>
                <a:lnTo>
                  <a:pt x="0" y="25468"/>
                </a:lnTo>
                <a:lnTo>
                  <a:pt x="3541" y="53573"/>
                </a:lnTo>
                <a:lnTo>
                  <a:pt x="4077" y="82656"/>
                </a:lnTo>
                <a:lnTo>
                  <a:pt x="8048" y="94918"/>
                </a:lnTo>
                <a:lnTo>
                  <a:pt x="8048" y="29591"/>
                </a:lnTo>
                <a:lnTo>
                  <a:pt x="20068" y="25468"/>
                </a:lnTo>
                <a:lnTo>
                  <a:pt x="16097" y="5067"/>
                </a:lnTo>
                <a:lnTo>
                  <a:pt x="16097" y="0"/>
                </a:lnTo>
                <a:lnTo>
                  <a:pt x="8048" y="8214"/>
                </a:lnTo>
                <a:lnTo>
                  <a:pt x="8048" y="254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713767" y="4149531"/>
            <a:ext cx="4077" cy="57188"/>
          </a:xfrm>
          <a:custGeom>
            <a:avLst/>
            <a:gdLst/>
            <a:ahLst/>
            <a:cxnLst/>
            <a:rect l="l" t="t" r="r" b="b"/>
            <a:pathLst>
              <a:path w="4077" h="57188">
                <a:moveTo>
                  <a:pt x="3541" y="28105"/>
                </a:moveTo>
                <a:lnTo>
                  <a:pt x="0" y="0"/>
                </a:lnTo>
                <a:lnTo>
                  <a:pt x="0" y="36786"/>
                </a:lnTo>
                <a:lnTo>
                  <a:pt x="4077" y="57188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725786" y="4161793"/>
            <a:ext cx="20068" cy="41344"/>
          </a:xfrm>
          <a:custGeom>
            <a:avLst/>
            <a:gdLst/>
            <a:ahLst/>
            <a:cxnLst/>
            <a:rect l="l" t="t" r="r" b="b"/>
            <a:pathLst>
              <a:path w="20068" h="41344">
                <a:moveTo>
                  <a:pt x="12126" y="12262"/>
                </a:moveTo>
                <a:lnTo>
                  <a:pt x="20068" y="12262"/>
                </a:lnTo>
                <a:lnTo>
                  <a:pt x="12126" y="8138"/>
                </a:lnTo>
                <a:lnTo>
                  <a:pt x="12126" y="0"/>
                </a:lnTo>
                <a:lnTo>
                  <a:pt x="0" y="12262"/>
                </a:lnTo>
                <a:lnTo>
                  <a:pt x="536" y="41344"/>
                </a:lnTo>
                <a:lnTo>
                  <a:pt x="4077" y="32663"/>
                </a:lnTo>
                <a:lnTo>
                  <a:pt x="12126" y="29624"/>
                </a:lnTo>
                <a:lnTo>
                  <a:pt x="12126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737913" y="4067927"/>
            <a:ext cx="15990" cy="48940"/>
          </a:xfrm>
          <a:custGeom>
            <a:avLst/>
            <a:gdLst/>
            <a:ahLst/>
            <a:cxnLst/>
            <a:rect l="l" t="t" r="r" b="b"/>
            <a:pathLst>
              <a:path w="15990" h="48940">
                <a:moveTo>
                  <a:pt x="12019" y="24416"/>
                </a:moveTo>
                <a:lnTo>
                  <a:pt x="0" y="36678"/>
                </a:lnTo>
                <a:lnTo>
                  <a:pt x="3970" y="48940"/>
                </a:lnTo>
                <a:lnTo>
                  <a:pt x="15990" y="36678"/>
                </a:ln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20401"/>
                </a:lnTo>
                <a:lnTo>
                  <a:pt x="12019" y="24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745854" y="4116867"/>
            <a:ext cx="8048" cy="25501"/>
          </a:xfrm>
          <a:custGeom>
            <a:avLst/>
            <a:gdLst/>
            <a:ahLst/>
            <a:cxnLst/>
            <a:rect l="l" t="t" r="r" b="b"/>
            <a:pathLst>
              <a:path w="8048" h="25501">
                <a:moveTo>
                  <a:pt x="8048" y="17362"/>
                </a:moveTo>
                <a:lnTo>
                  <a:pt x="8048" y="0"/>
                </a:lnTo>
                <a:lnTo>
                  <a:pt x="0" y="20401"/>
                </a:lnTo>
                <a:lnTo>
                  <a:pt x="0" y="25501"/>
                </a:lnTo>
                <a:lnTo>
                  <a:pt x="8048" y="173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685758" y="4206719"/>
            <a:ext cx="36058" cy="147028"/>
          </a:xfrm>
          <a:custGeom>
            <a:avLst/>
            <a:gdLst/>
            <a:ahLst/>
            <a:cxnLst/>
            <a:rect l="l" t="t" r="r" b="b"/>
            <a:pathLst>
              <a:path w="36058" h="147028">
                <a:moveTo>
                  <a:pt x="28009" y="50081"/>
                </a:moveTo>
                <a:lnTo>
                  <a:pt x="36058" y="41843"/>
                </a:lnTo>
                <a:lnTo>
                  <a:pt x="36058" y="24524"/>
                </a:lnTo>
                <a:lnTo>
                  <a:pt x="28009" y="44936"/>
                </a:lnTo>
                <a:lnTo>
                  <a:pt x="24575" y="53596"/>
                </a:lnTo>
                <a:lnTo>
                  <a:pt x="20068" y="12262"/>
                </a:lnTo>
                <a:lnTo>
                  <a:pt x="20068" y="0"/>
                </a:lnTo>
                <a:lnTo>
                  <a:pt x="20068" y="77599"/>
                </a:lnTo>
                <a:lnTo>
                  <a:pt x="7941" y="89862"/>
                </a:lnTo>
                <a:lnTo>
                  <a:pt x="0" y="114365"/>
                </a:lnTo>
                <a:lnTo>
                  <a:pt x="3970" y="134777"/>
                </a:lnTo>
                <a:lnTo>
                  <a:pt x="3970" y="142948"/>
                </a:lnTo>
                <a:lnTo>
                  <a:pt x="3970" y="134777"/>
                </a:lnTo>
                <a:lnTo>
                  <a:pt x="3970" y="147028"/>
                </a:lnTo>
                <a:lnTo>
                  <a:pt x="12019" y="147028"/>
                </a:lnTo>
                <a:lnTo>
                  <a:pt x="12019" y="102113"/>
                </a:lnTo>
                <a:lnTo>
                  <a:pt x="20068" y="89862"/>
                </a:lnTo>
                <a:lnTo>
                  <a:pt x="20068" y="85771"/>
                </a:lnTo>
                <a:lnTo>
                  <a:pt x="20068" y="89862"/>
                </a:lnTo>
                <a:lnTo>
                  <a:pt x="28009" y="89862"/>
                </a:lnTo>
                <a:lnTo>
                  <a:pt x="28009" y="500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705826" y="4067927"/>
            <a:ext cx="56126" cy="163316"/>
          </a:xfrm>
          <a:custGeom>
            <a:avLst/>
            <a:gdLst/>
            <a:ahLst/>
            <a:cxnLst/>
            <a:rect l="l" t="t" r="r" b="b"/>
            <a:pathLst>
              <a:path w="56126" h="163316">
                <a:moveTo>
                  <a:pt x="32087" y="102005"/>
                </a:moveTo>
                <a:lnTo>
                  <a:pt x="40028" y="106128"/>
                </a:lnTo>
                <a:lnTo>
                  <a:pt x="40028" y="74442"/>
                </a:lnTo>
                <a:lnTo>
                  <a:pt x="36487" y="78023"/>
                </a:lnTo>
                <a:lnTo>
                  <a:pt x="40028" y="74442"/>
                </a:lnTo>
                <a:lnTo>
                  <a:pt x="40028" y="69341"/>
                </a:lnTo>
                <a:lnTo>
                  <a:pt x="48077" y="48940"/>
                </a:lnTo>
                <a:lnTo>
                  <a:pt x="48077" y="44925"/>
                </a:lnTo>
                <a:lnTo>
                  <a:pt x="56126" y="48940"/>
                </a:lnTo>
                <a:lnTo>
                  <a:pt x="56126" y="5425"/>
                </a:lnTo>
                <a:lnTo>
                  <a:pt x="50760" y="0"/>
                </a:lnTo>
                <a:lnTo>
                  <a:pt x="44106" y="0"/>
                </a:lnTo>
                <a:lnTo>
                  <a:pt x="48077" y="36678"/>
                </a:lnTo>
                <a:lnTo>
                  <a:pt x="36058" y="48940"/>
                </a:lnTo>
                <a:lnTo>
                  <a:pt x="32087" y="36678"/>
                </a:lnTo>
                <a:lnTo>
                  <a:pt x="44106" y="24416"/>
                </a:lnTo>
                <a:lnTo>
                  <a:pt x="32087" y="20401"/>
                </a:lnTo>
                <a:lnTo>
                  <a:pt x="32087" y="28539"/>
                </a:lnTo>
                <a:lnTo>
                  <a:pt x="32087" y="24416"/>
                </a:lnTo>
                <a:lnTo>
                  <a:pt x="24038" y="24416"/>
                </a:lnTo>
                <a:lnTo>
                  <a:pt x="24038" y="61203"/>
                </a:lnTo>
                <a:lnTo>
                  <a:pt x="28009" y="81604"/>
                </a:lnTo>
                <a:lnTo>
                  <a:pt x="27580" y="52521"/>
                </a:lnTo>
                <a:lnTo>
                  <a:pt x="28009" y="81604"/>
                </a:lnTo>
                <a:lnTo>
                  <a:pt x="15990" y="85727"/>
                </a:lnTo>
                <a:lnTo>
                  <a:pt x="15990" y="159193"/>
                </a:lnTo>
                <a:lnTo>
                  <a:pt x="15990" y="151054"/>
                </a:lnTo>
                <a:lnTo>
                  <a:pt x="12019" y="138792"/>
                </a:lnTo>
                <a:lnTo>
                  <a:pt x="0" y="142915"/>
                </a:lnTo>
                <a:lnTo>
                  <a:pt x="12019" y="138792"/>
                </a:lnTo>
                <a:lnTo>
                  <a:pt x="7941" y="118391"/>
                </a:lnTo>
                <a:lnTo>
                  <a:pt x="7941" y="113324"/>
                </a:lnTo>
                <a:lnTo>
                  <a:pt x="0" y="121429"/>
                </a:lnTo>
                <a:lnTo>
                  <a:pt x="0" y="151054"/>
                </a:lnTo>
                <a:lnTo>
                  <a:pt x="3970" y="163316"/>
                </a:lnTo>
                <a:lnTo>
                  <a:pt x="24038" y="163316"/>
                </a:lnTo>
                <a:lnTo>
                  <a:pt x="24038" y="131630"/>
                </a:lnTo>
                <a:lnTo>
                  <a:pt x="32087" y="123491"/>
                </a:lnTo>
                <a:lnTo>
                  <a:pt x="24038" y="126529"/>
                </a:lnTo>
                <a:lnTo>
                  <a:pt x="20497" y="135211"/>
                </a:lnTo>
                <a:lnTo>
                  <a:pt x="19960" y="106128"/>
                </a:lnTo>
                <a:lnTo>
                  <a:pt x="32087" y="93866"/>
                </a:lnTo>
                <a:lnTo>
                  <a:pt x="32087" y="1020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753903" y="4112852"/>
            <a:ext cx="8048" cy="4015"/>
          </a:xfrm>
          <a:custGeom>
            <a:avLst/>
            <a:gdLst/>
            <a:ahLst/>
            <a:cxnLst/>
            <a:rect l="l" t="t" r="r" b="b"/>
            <a:pathLst>
              <a:path w="8048" h="4015">
                <a:moveTo>
                  <a:pt x="8048" y="4015"/>
                </a:moveTo>
                <a:lnTo>
                  <a:pt x="0" y="0"/>
                </a:lnTo>
                <a:lnTo>
                  <a:pt x="0" y="4015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641651" y="4447679"/>
            <a:ext cx="10624" cy="36754"/>
          </a:xfrm>
          <a:custGeom>
            <a:avLst/>
            <a:gdLst/>
            <a:ahLst/>
            <a:cxnLst/>
            <a:rect l="l" t="t" r="r" b="b"/>
            <a:pathLst>
              <a:path w="10624" h="36754">
                <a:moveTo>
                  <a:pt x="3970" y="12251"/>
                </a:moveTo>
                <a:lnTo>
                  <a:pt x="0" y="0"/>
                </a:lnTo>
                <a:lnTo>
                  <a:pt x="3970" y="36754"/>
                </a:lnTo>
                <a:lnTo>
                  <a:pt x="10624" y="36754"/>
                </a:lnTo>
                <a:lnTo>
                  <a:pt x="397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657641" y="4353747"/>
            <a:ext cx="16097" cy="49005"/>
          </a:xfrm>
          <a:custGeom>
            <a:avLst/>
            <a:gdLst/>
            <a:ahLst/>
            <a:cxnLst/>
            <a:rect l="l" t="t" r="r" b="b"/>
            <a:pathLst>
              <a:path w="16097" h="49005">
                <a:moveTo>
                  <a:pt x="0" y="0"/>
                </a:moveTo>
                <a:lnTo>
                  <a:pt x="0" y="36754"/>
                </a:lnTo>
                <a:lnTo>
                  <a:pt x="3970" y="49005"/>
                </a:lnTo>
                <a:lnTo>
                  <a:pt x="16097" y="36754"/>
                </a:lnTo>
                <a:lnTo>
                  <a:pt x="12019" y="24502"/>
                </a:lnTo>
                <a:lnTo>
                  <a:pt x="0" y="28594"/>
                </a:lnTo>
                <a:lnTo>
                  <a:pt x="12019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802088" y="3794249"/>
            <a:ext cx="19960" cy="93975"/>
          </a:xfrm>
          <a:custGeom>
            <a:avLst/>
            <a:gdLst/>
            <a:ahLst/>
            <a:cxnLst/>
            <a:rect l="l" t="t" r="r" b="b"/>
            <a:pathLst>
              <a:path w="19960" h="93975">
                <a:moveTo>
                  <a:pt x="7941" y="81712"/>
                </a:moveTo>
                <a:lnTo>
                  <a:pt x="7941" y="93975"/>
                </a:lnTo>
                <a:lnTo>
                  <a:pt x="15990" y="93975"/>
                </a:lnTo>
                <a:lnTo>
                  <a:pt x="15990" y="49049"/>
                </a:lnTo>
                <a:lnTo>
                  <a:pt x="12019" y="28539"/>
                </a:lnTo>
                <a:lnTo>
                  <a:pt x="19960" y="4123"/>
                </a:lnTo>
                <a:lnTo>
                  <a:pt x="7941" y="0"/>
                </a:lnTo>
                <a:lnTo>
                  <a:pt x="7941" y="4123"/>
                </a:lnTo>
                <a:lnTo>
                  <a:pt x="0" y="4123"/>
                </a:lnTo>
                <a:lnTo>
                  <a:pt x="0" y="32663"/>
                </a:lnTo>
                <a:lnTo>
                  <a:pt x="12019" y="36786"/>
                </a:lnTo>
                <a:lnTo>
                  <a:pt x="7941" y="16385"/>
                </a:lnTo>
                <a:lnTo>
                  <a:pt x="7941" y="8138"/>
                </a:lnTo>
                <a:lnTo>
                  <a:pt x="7941" y="16385"/>
                </a:lnTo>
                <a:lnTo>
                  <a:pt x="12019" y="36786"/>
                </a:lnTo>
                <a:lnTo>
                  <a:pt x="3970" y="61311"/>
                </a:lnTo>
                <a:lnTo>
                  <a:pt x="7941" y="81712"/>
                </a:lnTo>
                <a:lnTo>
                  <a:pt x="7941" y="89851"/>
                </a:lnTo>
                <a:lnTo>
                  <a:pt x="7941" y="81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810029" y="3761585"/>
            <a:ext cx="20068" cy="93975"/>
          </a:xfrm>
          <a:custGeom>
            <a:avLst/>
            <a:gdLst/>
            <a:ahLst/>
            <a:cxnLst/>
            <a:rect l="l" t="t" r="r" b="b"/>
            <a:pathLst>
              <a:path w="20068" h="93975">
                <a:moveTo>
                  <a:pt x="8048" y="81712"/>
                </a:moveTo>
                <a:lnTo>
                  <a:pt x="8048" y="93975"/>
                </a:lnTo>
                <a:lnTo>
                  <a:pt x="16097" y="93975"/>
                </a:lnTo>
                <a:lnTo>
                  <a:pt x="16097" y="49049"/>
                </a:lnTo>
                <a:lnTo>
                  <a:pt x="12019" y="28539"/>
                </a:lnTo>
                <a:lnTo>
                  <a:pt x="20068" y="4123"/>
                </a:lnTo>
                <a:lnTo>
                  <a:pt x="8048" y="0"/>
                </a:lnTo>
                <a:lnTo>
                  <a:pt x="8048" y="4123"/>
                </a:lnTo>
                <a:lnTo>
                  <a:pt x="0" y="4123"/>
                </a:lnTo>
                <a:lnTo>
                  <a:pt x="0" y="32663"/>
                </a:lnTo>
                <a:lnTo>
                  <a:pt x="12019" y="36786"/>
                </a:lnTo>
                <a:lnTo>
                  <a:pt x="8048" y="16277"/>
                </a:lnTo>
                <a:lnTo>
                  <a:pt x="8048" y="8138"/>
                </a:lnTo>
                <a:lnTo>
                  <a:pt x="8048" y="16277"/>
                </a:lnTo>
                <a:lnTo>
                  <a:pt x="12019" y="36786"/>
                </a:lnTo>
                <a:lnTo>
                  <a:pt x="4077" y="61203"/>
                </a:lnTo>
                <a:lnTo>
                  <a:pt x="8048" y="81712"/>
                </a:lnTo>
                <a:lnTo>
                  <a:pt x="8048" y="89851"/>
                </a:lnTo>
                <a:lnTo>
                  <a:pt x="8048" y="81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834175" y="3679873"/>
            <a:ext cx="3970" cy="53172"/>
          </a:xfrm>
          <a:custGeom>
            <a:avLst/>
            <a:gdLst/>
            <a:ahLst/>
            <a:cxnLst/>
            <a:rect l="l" t="t" r="r" b="b"/>
            <a:pathLst>
              <a:path w="3970" h="53172">
                <a:moveTo>
                  <a:pt x="3434" y="23982"/>
                </a:moveTo>
                <a:lnTo>
                  <a:pt x="0" y="0"/>
                </a:lnTo>
                <a:lnTo>
                  <a:pt x="0" y="32663"/>
                </a:lnTo>
                <a:lnTo>
                  <a:pt x="3970" y="53172"/>
                </a:lnTo>
                <a:lnTo>
                  <a:pt x="3434" y="239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846194" y="3671734"/>
            <a:ext cx="19960" cy="57622"/>
          </a:xfrm>
          <a:custGeom>
            <a:avLst/>
            <a:gdLst/>
            <a:ahLst/>
            <a:cxnLst/>
            <a:rect l="l" t="t" r="r" b="b"/>
            <a:pathLst>
              <a:path w="19960" h="57622">
                <a:moveTo>
                  <a:pt x="12019" y="12262"/>
                </a:moveTo>
                <a:lnTo>
                  <a:pt x="19960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429" y="57622"/>
                </a:lnTo>
                <a:lnTo>
                  <a:pt x="3970" y="49049"/>
                </a:lnTo>
                <a:lnTo>
                  <a:pt x="12019" y="45902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830097" y="3618669"/>
            <a:ext cx="44106" cy="171455"/>
          </a:xfrm>
          <a:custGeom>
            <a:avLst/>
            <a:gdLst/>
            <a:ahLst/>
            <a:cxnLst/>
            <a:rect l="l" t="t" r="r" b="b"/>
            <a:pathLst>
              <a:path w="44106" h="171455">
                <a:moveTo>
                  <a:pt x="36058" y="32663"/>
                </a:moveTo>
                <a:lnTo>
                  <a:pt x="36058" y="28539"/>
                </a:lnTo>
                <a:lnTo>
                  <a:pt x="36058" y="32663"/>
                </a:lnTo>
                <a:lnTo>
                  <a:pt x="44106" y="32663"/>
                </a:lnTo>
                <a:lnTo>
                  <a:pt x="36058" y="20401"/>
                </a:lnTo>
                <a:lnTo>
                  <a:pt x="32087" y="0"/>
                </a:lnTo>
                <a:lnTo>
                  <a:pt x="32087" y="8138"/>
                </a:lnTo>
                <a:lnTo>
                  <a:pt x="32087" y="0"/>
                </a:lnTo>
                <a:lnTo>
                  <a:pt x="25433" y="0"/>
                </a:lnTo>
                <a:lnTo>
                  <a:pt x="20067" y="5425"/>
                </a:lnTo>
                <a:lnTo>
                  <a:pt x="20068" y="20401"/>
                </a:lnTo>
                <a:lnTo>
                  <a:pt x="24038" y="32663"/>
                </a:lnTo>
                <a:lnTo>
                  <a:pt x="24038" y="40802"/>
                </a:lnTo>
                <a:lnTo>
                  <a:pt x="12019" y="53064"/>
                </a:lnTo>
                <a:lnTo>
                  <a:pt x="12019" y="134777"/>
                </a:lnTo>
                <a:lnTo>
                  <a:pt x="12019" y="40802"/>
                </a:lnTo>
                <a:lnTo>
                  <a:pt x="4077" y="40802"/>
                </a:lnTo>
                <a:lnTo>
                  <a:pt x="4077" y="61203"/>
                </a:lnTo>
                <a:lnTo>
                  <a:pt x="7512" y="85185"/>
                </a:lnTo>
                <a:lnTo>
                  <a:pt x="8048" y="114376"/>
                </a:lnTo>
                <a:lnTo>
                  <a:pt x="0" y="138792"/>
                </a:lnTo>
                <a:lnTo>
                  <a:pt x="4077" y="159193"/>
                </a:lnTo>
                <a:lnTo>
                  <a:pt x="4077" y="167440"/>
                </a:lnTo>
                <a:lnTo>
                  <a:pt x="4077" y="159193"/>
                </a:lnTo>
                <a:lnTo>
                  <a:pt x="4077" y="171455"/>
                </a:lnTo>
                <a:lnTo>
                  <a:pt x="12019" y="171455"/>
                </a:lnTo>
                <a:lnTo>
                  <a:pt x="12019" y="138792"/>
                </a:lnTo>
                <a:lnTo>
                  <a:pt x="20068" y="138792"/>
                </a:lnTo>
                <a:lnTo>
                  <a:pt x="20067" y="107105"/>
                </a:lnTo>
                <a:lnTo>
                  <a:pt x="28116" y="98966"/>
                </a:lnTo>
                <a:lnTo>
                  <a:pt x="20068" y="102113"/>
                </a:lnTo>
                <a:lnTo>
                  <a:pt x="16526" y="110686"/>
                </a:lnTo>
                <a:lnTo>
                  <a:pt x="16097" y="65326"/>
                </a:lnTo>
                <a:lnTo>
                  <a:pt x="28116" y="53064"/>
                </a:lnTo>
                <a:lnTo>
                  <a:pt x="28116" y="61203"/>
                </a:lnTo>
                <a:lnTo>
                  <a:pt x="36058" y="65326"/>
                </a:lnTo>
                <a:lnTo>
                  <a:pt x="36058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862184" y="3618669"/>
            <a:ext cx="12019" cy="32663"/>
          </a:xfrm>
          <a:custGeom>
            <a:avLst/>
            <a:gdLst/>
            <a:ahLst/>
            <a:cxnLst/>
            <a:rect l="l" t="t" r="r" b="b"/>
            <a:pathLst>
              <a:path w="12019" h="32663">
                <a:moveTo>
                  <a:pt x="12019" y="12262"/>
                </a:moveTo>
                <a:lnTo>
                  <a:pt x="12019" y="5425"/>
                </a:lnTo>
                <a:lnTo>
                  <a:pt x="6653" y="0"/>
                </a:lnTo>
                <a:lnTo>
                  <a:pt x="0" y="0"/>
                </a:lnTo>
                <a:lnTo>
                  <a:pt x="3970" y="20401"/>
                </a:lnTo>
                <a:lnTo>
                  <a:pt x="12019" y="32663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842116" y="3626808"/>
            <a:ext cx="12019" cy="118391"/>
          </a:xfrm>
          <a:custGeom>
            <a:avLst/>
            <a:gdLst/>
            <a:ahLst/>
            <a:cxnLst/>
            <a:rect l="l" t="t" r="r" b="b"/>
            <a:pathLst>
              <a:path w="12019" h="118391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0" y="36787"/>
                </a:lnTo>
                <a:lnTo>
                  <a:pt x="0" y="32663"/>
                </a:lnTo>
                <a:lnTo>
                  <a:pt x="0" y="118391"/>
                </a:lnTo>
                <a:lnTo>
                  <a:pt x="0" y="44925"/>
                </a:lnTo>
                <a:lnTo>
                  <a:pt x="12019" y="32663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818078" y="3707392"/>
            <a:ext cx="20068" cy="115396"/>
          </a:xfrm>
          <a:custGeom>
            <a:avLst/>
            <a:gdLst/>
            <a:ahLst/>
            <a:cxnLst/>
            <a:rect l="l" t="t" r="r" b="b"/>
            <a:pathLst>
              <a:path w="20068" h="115396">
                <a:moveTo>
                  <a:pt x="8048" y="8290"/>
                </a:moveTo>
                <a:lnTo>
                  <a:pt x="8048" y="25653"/>
                </a:lnTo>
                <a:lnTo>
                  <a:pt x="0" y="25653"/>
                </a:lnTo>
                <a:lnTo>
                  <a:pt x="0" y="54193"/>
                </a:lnTo>
                <a:lnTo>
                  <a:pt x="12019" y="58316"/>
                </a:lnTo>
                <a:lnTo>
                  <a:pt x="8048" y="37807"/>
                </a:lnTo>
                <a:lnTo>
                  <a:pt x="8048" y="29668"/>
                </a:lnTo>
                <a:lnTo>
                  <a:pt x="8048" y="37807"/>
                </a:lnTo>
                <a:lnTo>
                  <a:pt x="12019" y="58316"/>
                </a:lnTo>
                <a:lnTo>
                  <a:pt x="3970" y="82732"/>
                </a:lnTo>
                <a:lnTo>
                  <a:pt x="8048" y="103242"/>
                </a:lnTo>
                <a:lnTo>
                  <a:pt x="8048" y="111381"/>
                </a:lnTo>
                <a:lnTo>
                  <a:pt x="8048" y="103242"/>
                </a:lnTo>
                <a:lnTo>
                  <a:pt x="8048" y="115396"/>
                </a:lnTo>
                <a:lnTo>
                  <a:pt x="16097" y="115396"/>
                </a:lnTo>
                <a:lnTo>
                  <a:pt x="16097" y="70470"/>
                </a:lnTo>
                <a:lnTo>
                  <a:pt x="12019" y="50069"/>
                </a:lnTo>
                <a:lnTo>
                  <a:pt x="20068" y="25653"/>
                </a:lnTo>
                <a:lnTo>
                  <a:pt x="16097" y="5143"/>
                </a:lnTo>
                <a:lnTo>
                  <a:pt x="16097" y="0"/>
                </a:lnTo>
                <a:lnTo>
                  <a:pt x="8048" y="82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745854" y="3929026"/>
            <a:ext cx="48184" cy="147039"/>
          </a:xfrm>
          <a:custGeom>
            <a:avLst/>
            <a:gdLst/>
            <a:ahLst/>
            <a:cxnLst/>
            <a:rect l="l" t="t" r="r" b="b"/>
            <a:pathLst>
              <a:path w="48184" h="147039">
                <a:moveTo>
                  <a:pt x="48184" y="24524"/>
                </a:moveTo>
                <a:lnTo>
                  <a:pt x="36165" y="24524"/>
                </a:lnTo>
                <a:lnTo>
                  <a:pt x="32087" y="12262"/>
                </a:lnTo>
                <a:lnTo>
                  <a:pt x="32087" y="0"/>
                </a:lnTo>
                <a:lnTo>
                  <a:pt x="24145" y="0"/>
                </a:lnTo>
                <a:lnTo>
                  <a:pt x="36165" y="32663"/>
                </a:lnTo>
                <a:lnTo>
                  <a:pt x="40136" y="44925"/>
                </a:lnTo>
                <a:lnTo>
                  <a:pt x="28116" y="57188"/>
                </a:lnTo>
                <a:lnTo>
                  <a:pt x="24145" y="44925"/>
                </a:lnTo>
                <a:lnTo>
                  <a:pt x="24145" y="32663"/>
                </a:lnTo>
                <a:lnTo>
                  <a:pt x="16097" y="32663"/>
                </a:lnTo>
                <a:lnTo>
                  <a:pt x="28116" y="65326"/>
                </a:lnTo>
                <a:lnTo>
                  <a:pt x="16097" y="69450"/>
                </a:lnTo>
                <a:lnTo>
                  <a:pt x="16097" y="142915"/>
                </a:lnTo>
                <a:lnTo>
                  <a:pt x="16097" y="134777"/>
                </a:lnTo>
                <a:lnTo>
                  <a:pt x="12019" y="122514"/>
                </a:lnTo>
                <a:lnTo>
                  <a:pt x="0" y="126638"/>
                </a:lnTo>
                <a:lnTo>
                  <a:pt x="12019" y="122514"/>
                </a:lnTo>
                <a:lnTo>
                  <a:pt x="8048" y="102113"/>
                </a:lnTo>
                <a:lnTo>
                  <a:pt x="8048" y="97013"/>
                </a:lnTo>
                <a:lnTo>
                  <a:pt x="0" y="105152"/>
                </a:lnTo>
                <a:lnTo>
                  <a:pt x="0" y="134777"/>
                </a:lnTo>
                <a:lnTo>
                  <a:pt x="4077" y="147039"/>
                </a:lnTo>
                <a:lnTo>
                  <a:pt x="24145" y="147039"/>
                </a:lnTo>
                <a:lnTo>
                  <a:pt x="24145" y="115319"/>
                </a:lnTo>
                <a:lnTo>
                  <a:pt x="32087" y="107214"/>
                </a:lnTo>
                <a:lnTo>
                  <a:pt x="24145" y="110252"/>
                </a:lnTo>
                <a:lnTo>
                  <a:pt x="20604" y="118933"/>
                </a:lnTo>
                <a:lnTo>
                  <a:pt x="20068" y="89851"/>
                </a:lnTo>
                <a:lnTo>
                  <a:pt x="32087" y="77589"/>
                </a:lnTo>
                <a:lnTo>
                  <a:pt x="32087" y="85727"/>
                </a:lnTo>
                <a:lnTo>
                  <a:pt x="40136" y="89851"/>
                </a:lnTo>
                <a:lnTo>
                  <a:pt x="40136" y="53064"/>
                </a:lnTo>
                <a:lnTo>
                  <a:pt x="40136" y="57188"/>
                </a:lnTo>
                <a:lnTo>
                  <a:pt x="48184" y="57188"/>
                </a:lnTo>
                <a:lnTo>
                  <a:pt x="48184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777942" y="3904501"/>
            <a:ext cx="24145" cy="49049"/>
          </a:xfrm>
          <a:custGeom>
            <a:avLst/>
            <a:gdLst/>
            <a:ahLst/>
            <a:cxnLst/>
            <a:rect l="l" t="t" r="r" b="b"/>
            <a:pathLst>
              <a:path w="24145" h="49049">
                <a:moveTo>
                  <a:pt x="24145" y="24524"/>
                </a:moveTo>
                <a:lnTo>
                  <a:pt x="16097" y="36786"/>
                </a:lnTo>
                <a:lnTo>
                  <a:pt x="16097" y="44925"/>
                </a:lnTo>
                <a:lnTo>
                  <a:pt x="16097" y="36786"/>
                </a:lnTo>
                <a:lnTo>
                  <a:pt x="12019" y="24524"/>
                </a:lnTo>
                <a:lnTo>
                  <a:pt x="0" y="28648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36786"/>
                </a:lnTo>
                <a:lnTo>
                  <a:pt x="4077" y="49049"/>
                </a:lnTo>
                <a:lnTo>
                  <a:pt x="24145" y="49049"/>
                </a:lnTo>
                <a:lnTo>
                  <a:pt x="24145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737913" y="4051541"/>
            <a:ext cx="24038" cy="40802"/>
          </a:xfrm>
          <a:custGeom>
            <a:avLst/>
            <a:gdLst/>
            <a:ahLst/>
            <a:cxnLst/>
            <a:rect l="l" t="t" r="r" b="b"/>
            <a:pathLst>
              <a:path w="24038" h="40802">
                <a:moveTo>
                  <a:pt x="7941" y="0"/>
                </a:moveTo>
                <a:lnTo>
                  <a:pt x="0" y="0"/>
                </a:lnTo>
                <a:lnTo>
                  <a:pt x="0" y="35376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376"/>
                </a:lnTo>
                <a:lnTo>
                  <a:pt x="24038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753903" y="3961689"/>
            <a:ext cx="20068" cy="102113"/>
          </a:xfrm>
          <a:custGeom>
            <a:avLst/>
            <a:gdLst/>
            <a:ahLst/>
            <a:cxnLst/>
            <a:rect l="l" t="t" r="r" b="b"/>
            <a:pathLst>
              <a:path w="20068" h="102113">
                <a:moveTo>
                  <a:pt x="8048" y="32663"/>
                </a:moveTo>
                <a:lnTo>
                  <a:pt x="0" y="32663"/>
                </a:lnTo>
                <a:lnTo>
                  <a:pt x="3541" y="60769"/>
                </a:lnTo>
                <a:lnTo>
                  <a:pt x="3970" y="89851"/>
                </a:lnTo>
                <a:lnTo>
                  <a:pt x="8048" y="102113"/>
                </a:lnTo>
                <a:lnTo>
                  <a:pt x="8048" y="36786"/>
                </a:lnTo>
                <a:lnTo>
                  <a:pt x="20068" y="32663"/>
                </a:lnTo>
                <a:lnTo>
                  <a:pt x="8048" y="0"/>
                </a:lnTo>
                <a:lnTo>
                  <a:pt x="8048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753903" y="3994353"/>
            <a:ext cx="3970" cy="57188"/>
          </a:xfrm>
          <a:custGeom>
            <a:avLst/>
            <a:gdLst/>
            <a:ahLst/>
            <a:cxnLst/>
            <a:rect l="l" t="t" r="r" b="b"/>
            <a:pathLst>
              <a:path w="3970" h="57188">
                <a:moveTo>
                  <a:pt x="3541" y="28105"/>
                </a:moveTo>
                <a:lnTo>
                  <a:pt x="0" y="0"/>
                </a:lnTo>
                <a:lnTo>
                  <a:pt x="0" y="36786"/>
                </a:lnTo>
                <a:lnTo>
                  <a:pt x="3970" y="57188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765922" y="4006615"/>
            <a:ext cx="20068" cy="41344"/>
          </a:xfrm>
          <a:custGeom>
            <a:avLst/>
            <a:gdLst/>
            <a:ahLst/>
            <a:cxnLst/>
            <a:rect l="l" t="t" r="r" b="b"/>
            <a:pathLst>
              <a:path w="20068" h="41344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536" y="41344"/>
                </a:lnTo>
                <a:lnTo>
                  <a:pt x="4077" y="32663"/>
                </a:lnTo>
                <a:lnTo>
                  <a:pt x="12019" y="296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785990" y="3826912"/>
            <a:ext cx="28116" cy="114376"/>
          </a:xfrm>
          <a:custGeom>
            <a:avLst/>
            <a:gdLst/>
            <a:ahLst/>
            <a:cxnLst/>
            <a:rect l="l" t="t" r="r" b="b"/>
            <a:pathLst>
              <a:path w="28116" h="114376">
                <a:moveTo>
                  <a:pt x="0" y="65326"/>
                </a:moveTo>
                <a:lnTo>
                  <a:pt x="0" y="89851"/>
                </a:lnTo>
                <a:lnTo>
                  <a:pt x="3970" y="102113"/>
                </a:lnTo>
                <a:lnTo>
                  <a:pt x="8048" y="114376"/>
                </a:lnTo>
                <a:lnTo>
                  <a:pt x="16097" y="102113"/>
                </a:lnTo>
                <a:lnTo>
                  <a:pt x="24038" y="102113"/>
                </a:lnTo>
                <a:lnTo>
                  <a:pt x="24038" y="49049"/>
                </a:lnTo>
                <a:lnTo>
                  <a:pt x="20068" y="28648"/>
                </a:lnTo>
                <a:lnTo>
                  <a:pt x="28116" y="4123"/>
                </a:lnTo>
                <a:lnTo>
                  <a:pt x="16097" y="0"/>
                </a:lnTo>
                <a:lnTo>
                  <a:pt x="16097" y="4123"/>
                </a:lnTo>
                <a:lnTo>
                  <a:pt x="8048" y="4123"/>
                </a:lnTo>
                <a:lnTo>
                  <a:pt x="8048" y="36786"/>
                </a:lnTo>
                <a:lnTo>
                  <a:pt x="20068" y="36786"/>
                </a:lnTo>
                <a:lnTo>
                  <a:pt x="16097" y="16385"/>
                </a:lnTo>
                <a:lnTo>
                  <a:pt x="16097" y="8138"/>
                </a:lnTo>
                <a:lnTo>
                  <a:pt x="16097" y="16385"/>
                </a:lnTo>
                <a:lnTo>
                  <a:pt x="20068" y="36786"/>
                </a:lnTo>
                <a:lnTo>
                  <a:pt x="12019" y="61311"/>
                </a:lnTo>
                <a:lnTo>
                  <a:pt x="16097" y="89851"/>
                </a:lnTo>
                <a:lnTo>
                  <a:pt x="16097" y="97990"/>
                </a:lnTo>
                <a:lnTo>
                  <a:pt x="16097" y="89851"/>
                </a:lnTo>
                <a:lnTo>
                  <a:pt x="12019" y="77589"/>
                </a:lnTo>
                <a:lnTo>
                  <a:pt x="0" y="81712"/>
                </a:lnTo>
                <a:lnTo>
                  <a:pt x="12019" y="77589"/>
                </a:lnTo>
                <a:lnTo>
                  <a:pt x="0" y="57188"/>
                </a:lnTo>
                <a:lnTo>
                  <a:pt x="0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770000" y="3929026"/>
            <a:ext cx="15990" cy="57188"/>
          </a:xfrm>
          <a:custGeom>
            <a:avLst/>
            <a:gdLst/>
            <a:ahLst/>
            <a:cxnLst/>
            <a:rect l="l" t="t" r="r" b="b"/>
            <a:pathLst>
              <a:path w="15990" h="57188">
                <a:moveTo>
                  <a:pt x="12019" y="32663"/>
                </a:moveTo>
                <a:lnTo>
                  <a:pt x="0" y="0"/>
                </a:lnTo>
                <a:lnTo>
                  <a:pt x="0" y="44925"/>
                </a:lnTo>
                <a:lnTo>
                  <a:pt x="3970" y="57188"/>
                </a:lnTo>
                <a:lnTo>
                  <a:pt x="15990" y="44925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785990" y="3863699"/>
            <a:ext cx="20068" cy="53064"/>
          </a:xfrm>
          <a:custGeom>
            <a:avLst/>
            <a:gdLst/>
            <a:ahLst/>
            <a:cxnLst/>
            <a:rect l="l" t="t" r="r" b="b"/>
            <a:pathLst>
              <a:path w="20068" h="53064">
                <a:moveTo>
                  <a:pt x="0" y="20401"/>
                </a:moveTo>
                <a:lnTo>
                  <a:pt x="12019" y="40802"/>
                </a:lnTo>
                <a:lnTo>
                  <a:pt x="8048" y="12262"/>
                </a:lnTo>
                <a:lnTo>
                  <a:pt x="8048" y="4015"/>
                </a:lnTo>
                <a:lnTo>
                  <a:pt x="8048" y="12262"/>
                </a:lnTo>
                <a:lnTo>
                  <a:pt x="12019" y="40802"/>
                </a:lnTo>
                <a:lnTo>
                  <a:pt x="16097" y="53064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894272" y="3467506"/>
            <a:ext cx="20068" cy="57730"/>
          </a:xfrm>
          <a:custGeom>
            <a:avLst/>
            <a:gdLst/>
            <a:ahLst/>
            <a:cxnLst/>
            <a:rect l="l" t="t" r="r" b="b"/>
            <a:pathLst>
              <a:path w="20068" h="57730">
                <a:moveTo>
                  <a:pt x="12019" y="12262"/>
                </a:moveTo>
                <a:lnTo>
                  <a:pt x="20068" y="12262"/>
                </a:lnTo>
                <a:lnTo>
                  <a:pt x="12019" y="8247"/>
                </a:lnTo>
                <a:lnTo>
                  <a:pt x="12019" y="0"/>
                </a:lnTo>
                <a:lnTo>
                  <a:pt x="0" y="12262"/>
                </a:lnTo>
                <a:lnTo>
                  <a:pt x="536" y="57730"/>
                </a:lnTo>
                <a:lnTo>
                  <a:pt x="3970" y="49049"/>
                </a:lnTo>
                <a:lnTo>
                  <a:pt x="12019" y="45902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898242" y="3357254"/>
            <a:ext cx="28116" cy="89851"/>
          </a:xfrm>
          <a:custGeom>
            <a:avLst/>
            <a:gdLst/>
            <a:ahLst/>
            <a:cxnLst/>
            <a:rect l="l" t="t" r="r" b="b"/>
            <a:pathLst>
              <a:path w="28116" h="89851">
                <a:moveTo>
                  <a:pt x="4077" y="89851"/>
                </a:moveTo>
                <a:lnTo>
                  <a:pt x="16097" y="77589"/>
                </a:lnTo>
                <a:lnTo>
                  <a:pt x="12126" y="57188"/>
                </a:lnTo>
                <a:lnTo>
                  <a:pt x="24145" y="44925"/>
                </a:lnTo>
                <a:lnTo>
                  <a:pt x="20068" y="24524"/>
                </a:lnTo>
                <a:lnTo>
                  <a:pt x="28116" y="0"/>
                </a:lnTo>
                <a:lnTo>
                  <a:pt x="8048" y="0"/>
                </a:lnTo>
                <a:lnTo>
                  <a:pt x="8048" y="28648"/>
                </a:lnTo>
                <a:lnTo>
                  <a:pt x="20068" y="32663"/>
                </a:lnTo>
                <a:lnTo>
                  <a:pt x="16097" y="12262"/>
                </a:lnTo>
                <a:lnTo>
                  <a:pt x="16097" y="4123"/>
                </a:lnTo>
                <a:lnTo>
                  <a:pt x="16097" y="12262"/>
                </a:lnTo>
                <a:lnTo>
                  <a:pt x="20068" y="32663"/>
                </a:lnTo>
                <a:lnTo>
                  <a:pt x="0" y="32663"/>
                </a:lnTo>
                <a:lnTo>
                  <a:pt x="0" y="65326"/>
                </a:lnTo>
                <a:lnTo>
                  <a:pt x="12126" y="65326"/>
                </a:lnTo>
                <a:lnTo>
                  <a:pt x="8048" y="44925"/>
                </a:lnTo>
                <a:lnTo>
                  <a:pt x="8048" y="36786"/>
                </a:lnTo>
                <a:lnTo>
                  <a:pt x="8048" y="44925"/>
                </a:lnTo>
                <a:lnTo>
                  <a:pt x="12126" y="65326"/>
                </a:lnTo>
                <a:lnTo>
                  <a:pt x="4077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942456" y="3259264"/>
            <a:ext cx="19960" cy="57188"/>
          </a:xfrm>
          <a:custGeom>
            <a:avLst/>
            <a:gdLst/>
            <a:ahLst/>
            <a:cxnLst/>
            <a:rect l="l" t="t" r="r" b="b"/>
            <a:pathLst>
              <a:path w="19960" h="57188">
                <a:moveTo>
                  <a:pt x="12019" y="24524"/>
                </a:moveTo>
                <a:lnTo>
                  <a:pt x="19960" y="24524"/>
                </a:lnTo>
                <a:lnTo>
                  <a:pt x="12019" y="20401"/>
                </a:lnTo>
                <a:lnTo>
                  <a:pt x="12019" y="12262"/>
                </a:lnTo>
                <a:lnTo>
                  <a:pt x="7941" y="0"/>
                </a:lnTo>
                <a:lnTo>
                  <a:pt x="0" y="24524"/>
                </a:lnTo>
                <a:lnTo>
                  <a:pt x="3970" y="44925"/>
                </a:lnTo>
                <a:lnTo>
                  <a:pt x="3970" y="53064"/>
                </a:lnTo>
                <a:lnTo>
                  <a:pt x="12019" y="57188"/>
                </a:lnTo>
                <a:lnTo>
                  <a:pt x="12019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54476" y="3153026"/>
            <a:ext cx="24038" cy="57188"/>
          </a:xfrm>
          <a:custGeom>
            <a:avLst/>
            <a:gdLst/>
            <a:ahLst/>
            <a:cxnLst/>
            <a:rect l="l" t="t" r="r" b="b"/>
            <a:pathLst>
              <a:path w="24038" h="57188">
                <a:moveTo>
                  <a:pt x="0" y="20509"/>
                </a:moveTo>
                <a:lnTo>
                  <a:pt x="0" y="44925"/>
                </a:lnTo>
                <a:lnTo>
                  <a:pt x="3970" y="57188"/>
                </a:lnTo>
                <a:lnTo>
                  <a:pt x="24038" y="57188"/>
                </a:lnTo>
                <a:lnTo>
                  <a:pt x="24038" y="5534"/>
                </a:lnTo>
                <a:lnTo>
                  <a:pt x="18672" y="0"/>
                </a:lnTo>
                <a:lnTo>
                  <a:pt x="12019" y="0"/>
                </a:lnTo>
                <a:lnTo>
                  <a:pt x="15990" y="44925"/>
                </a:lnTo>
                <a:lnTo>
                  <a:pt x="15990" y="53172"/>
                </a:lnTo>
                <a:lnTo>
                  <a:pt x="15990" y="44925"/>
                </a:lnTo>
                <a:lnTo>
                  <a:pt x="12019" y="32663"/>
                </a:lnTo>
                <a:lnTo>
                  <a:pt x="0" y="36786"/>
                </a:lnTo>
                <a:lnTo>
                  <a:pt x="12019" y="32663"/>
                </a:lnTo>
                <a:lnTo>
                  <a:pt x="0" y="20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938378" y="3185690"/>
            <a:ext cx="32087" cy="98098"/>
          </a:xfrm>
          <a:custGeom>
            <a:avLst/>
            <a:gdLst/>
            <a:ahLst/>
            <a:cxnLst/>
            <a:rect l="l" t="t" r="r" b="b"/>
            <a:pathLst>
              <a:path w="32087" h="98098">
                <a:moveTo>
                  <a:pt x="32087" y="28648"/>
                </a:moveTo>
                <a:lnTo>
                  <a:pt x="32087" y="24524"/>
                </a:lnTo>
                <a:lnTo>
                  <a:pt x="24038" y="44925"/>
                </a:lnTo>
                <a:lnTo>
                  <a:pt x="20604" y="53607"/>
                </a:lnTo>
                <a:lnTo>
                  <a:pt x="16097" y="12262"/>
                </a:lnTo>
                <a:lnTo>
                  <a:pt x="16097" y="0"/>
                </a:lnTo>
                <a:lnTo>
                  <a:pt x="11590" y="28105"/>
                </a:lnTo>
                <a:lnTo>
                  <a:pt x="8048" y="31719"/>
                </a:lnTo>
                <a:lnTo>
                  <a:pt x="0" y="39933"/>
                </a:lnTo>
                <a:lnTo>
                  <a:pt x="8048" y="36786"/>
                </a:lnTo>
                <a:lnTo>
                  <a:pt x="12019" y="73573"/>
                </a:lnTo>
                <a:lnTo>
                  <a:pt x="16097" y="85836"/>
                </a:lnTo>
                <a:lnTo>
                  <a:pt x="16097" y="93975"/>
                </a:lnTo>
                <a:lnTo>
                  <a:pt x="24038" y="98098"/>
                </a:lnTo>
                <a:lnTo>
                  <a:pt x="24038" y="50102"/>
                </a:lnTo>
                <a:lnTo>
                  <a:pt x="32087" y="41887"/>
                </a:lnTo>
                <a:lnTo>
                  <a:pt x="32087" y="286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946427" y="3185690"/>
            <a:ext cx="8048" cy="31719"/>
          </a:xfrm>
          <a:custGeom>
            <a:avLst/>
            <a:gdLst/>
            <a:ahLst/>
            <a:cxnLst/>
            <a:rect l="l" t="t" r="r" b="b"/>
            <a:pathLst>
              <a:path w="8048" h="31719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1719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954476" y="3153026"/>
            <a:ext cx="15990" cy="44925"/>
          </a:xfrm>
          <a:custGeom>
            <a:avLst/>
            <a:gdLst/>
            <a:ahLst/>
            <a:cxnLst/>
            <a:rect l="l" t="t" r="r" b="b"/>
            <a:pathLst>
              <a:path w="15990" h="44925">
                <a:moveTo>
                  <a:pt x="12019" y="32663"/>
                </a:moveTo>
                <a:lnTo>
                  <a:pt x="15990" y="44925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20509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954476" y="3197952"/>
            <a:ext cx="15990" cy="41344"/>
          </a:xfrm>
          <a:custGeom>
            <a:avLst/>
            <a:gdLst/>
            <a:ahLst/>
            <a:cxnLst/>
            <a:rect l="l" t="t" r="r" b="b"/>
            <a:pathLst>
              <a:path w="15990" h="41344">
                <a:moveTo>
                  <a:pt x="4507" y="41344"/>
                </a:moveTo>
                <a:lnTo>
                  <a:pt x="7941" y="32663"/>
                </a:lnTo>
                <a:lnTo>
                  <a:pt x="15990" y="12262"/>
                </a:lnTo>
                <a:lnTo>
                  <a:pt x="3970" y="12262"/>
                </a:lnTo>
                <a:lnTo>
                  <a:pt x="0" y="0"/>
                </a:lnTo>
                <a:lnTo>
                  <a:pt x="4507" y="413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850165" y="3528818"/>
            <a:ext cx="40136" cy="114376"/>
          </a:xfrm>
          <a:custGeom>
            <a:avLst/>
            <a:gdLst/>
            <a:ahLst/>
            <a:cxnLst/>
            <a:rect l="l" t="t" r="r" b="b"/>
            <a:pathLst>
              <a:path w="40136" h="114376">
                <a:moveTo>
                  <a:pt x="32087" y="58164"/>
                </a:moveTo>
                <a:lnTo>
                  <a:pt x="40136" y="50025"/>
                </a:lnTo>
                <a:lnTo>
                  <a:pt x="40136" y="24524"/>
                </a:lnTo>
                <a:lnTo>
                  <a:pt x="32087" y="53064"/>
                </a:lnTo>
                <a:lnTo>
                  <a:pt x="28545" y="61745"/>
                </a:lnTo>
                <a:lnTo>
                  <a:pt x="24038" y="85727"/>
                </a:lnTo>
                <a:lnTo>
                  <a:pt x="20497" y="94409"/>
                </a:lnTo>
                <a:lnTo>
                  <a:pt x="19531" y="36244"/>
                </a:lnTo>
                <a:lnTo>
                  <a:pt x="24038" y="0"/>
                </a:lnTo>
                <a:lnTo>
                  <a:pt x="15990" y="0"/>
                </a:lnTo>
                <a:lnTo>
                  <a:pt x="15989" y="39858"/>
                </a:lnTo>
                <a:lnTo>
                  <a:pt x="11590" y="68907"/>
                </a:lnTo>
                <a:lnTo>
                  <a:pt x="8048" y="72488"/>
                </a:lnTo>
                <a:lnTo>
                  <a:pt x="0" y="80627"/>
                </a:lnTo>
                <a:lnTo>
                  <a:pt x="0" y="108841"/>
                </a:lnTo>
                <a:lnTo>
                  <a:pt x="5365" y="114376"/>
                </a:lnTo>
                <a:lnTo>
                  <a:pt x="8048" y="77589"/>
                </a:lnTo>
                <a:lnTo>
                  <a:pt x="12019" y="114376"/>
                </a:lnTo>
                <a:lnTo>
                  <a:pt x="15990" y="44925"/>
                </a:lnTo>
                <a:lnTo>
                  <a:pt x="18672" y="114376"/>
                </a:lnTo>
                <a:lnTo>
                  <a:pt x="24038" y="108841"/>
                </a:lnTo>
                <a:lnTo>
                  <a:pt x="24038" y="90828"/>
                </a:lnTo>
                <a:lnTo>
                  <a:pt x="32087" y="82689"/>
                </a:lnTo>
                <a:lnTo>
                  <a:pt x="32087" y="581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855531" y="3606407"/>
            <a:ext cx="6653" cy="36786"/>
          </a:xfrm>
          <a:custGeom>
            <a:avLst/>
            <a:gdLst/>
            <a:ahLst/>
            <a:cxnLst/>
            <a:rect l="l" t="t" r="r" b="b"/>
            <a:pathLst>
              <a:path w="6653" h="36786">
                <a:moveTo>
                  <a:pt x="6653" y="36786"/>
                </a:moveTo>
                <a:lnTo>
                  <a:pt x="2682" y="0"/>
                </a:lnTo>
                <a:lnTo>
                  <a:pt x="0" y="36786"/>
                </a:lnTo>
                <a:lnTo>
                  <a:pt x="6653" y="367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874204" y="3402180"/>
            <a:ext cx="56126" cy="151163"/>
          </a:xfrm>
          <a:custGeom>
            <a:avLst/>
            <a:gdLst/>
            <a:ahLst/>
            <a:cxnLst/>
            <a:rect l="l" t="t" r="r" b="b"/>
            <a:pathLst>
              <a:path w="56126" h="151163">
                <a:moveTo>
                  <a:pt x="32087" y="73573"/>
                </a:moveTo>
                <a:lnTo>
                  <a:pt x="40136" y="77589"/>
                </a:lnTo>
                <a:lnTo>
                  <a:pt x="40136" y="40802"/>
                </a:lnTo>
                <a:lnTo>
                  <a:pt x="40136" y="44925"/>
                </a:lnTo>
                <a:lnTo>
                  <a:pt x="48184" y="44925"/>
                </a:lnTo>
                <a:lnTo>
                  <a:pt x="48184" y="12262"/>
                </a:lnTo>
                <a:lnTo>
                  <a:pt x="56126" y="12262"/>
                </a:lnTo>
                <a:lnTo>
                  <a:pt x="48184" y="8138"/>
                </a:lnTo>
                <a:lnTo>
                  <a:pt x="48184" y="0"/>
                </a:lnTo>
                <a:lnTo>
                  <a:pt x="36165" y="12262"/>
                </a:lnTo>
                <a:lnTo>
                  <a:pt x="40136" y="32663"/>
                </a:lnTo>
                <a:lnTo>
                  <a:pt x="28116" y="44925"/>
                </a:lnTo>
                <a:lnTo>
                  <a:pt x="36165" y="20401"/>
                </a:lnTo>
                <a:lnTo>
                  <a:pt x="16097" y="20401"/>
                </a:lnTo>
                <a:lnTo>
                  <a:pt x="16097" y="49049"/>
                </a:lnTo>
                <a:lnTo>
                  <a:pt x="28116" y="53064"/>
                </a:lnTo>
                <a:lnTo>
                  <a:pt x="24038" y="32663"/>
                </a:lnTo>
                <a:lnTo>
                  <a:pt x="24038" y="24524"/>
                </a:lnTo>
                <a:lnTo>
                  <a:pt x="24038" y="32663"/>
                </a:lnTo>
                <a:lnTo>
                  <a:pt x="28116" y="53064"/>
                </a:lnTo>
                <a:lnTo>
                  <a:pt x="16097" y="57188"/>
                </a:lnTo>
                <a:lnTo>
                  <a:pt x="16097" y="147039"/>
                </a:lnTo>
                <a:lnTo>
                  <a:pt x="16097" y="138900"/>
                </a:lnTo>
                <a:lnTo>
                  <a:pt x="12019" y="126638"/>
                </a:lnTo>
                <a:lnTo>
                  <a:pt x="0" y="130653"/>
                </a:lnTo>
                <a:lnTo>
                  <a:pt x="12019" y="126638"/>
                </a:lnTo>
                <a:lnTo>
                  <a:pt x="8048" y="106237"/>
                </a:lnTo>
                <a:lnTo>
                  <a:pt x="8048" y="101137"/>
                </a:lnTo>
                <a:lnTo>
                  <a:pt x="0" y="109275"/>
                </a:lnTo>
                <a:lnTo>
                  <a:pt x="0" y="138900"/>
                </a:lnTo>
                <a:lnTo>
                  <a:pt x="4077" y="151163"/>
                </a:lnTo>
                <a:lnTo>
                  <a:pt x="24038" y="151163"/>
                </a:lnTo>
                <a:lnTo>
                  <a:pt x="24038" y="119519"/>
                </a:lnTo>
                <a:lnTo>
                  <a:pt x="32087" y="111229"/>
                </a:lnTo>
                <a:lnTo>
                  <a:pt x="24038" y="114376"/>
                </a:lnTo>
                <a:lnTo>
                  <a:pt x="20604" y="123057"/>
                </a:lnTo>
                <a:lnTo>
                  <a:pt x="20068" y="77589"/>
                </a:lnTo>
                <a:lnTo>
                  <a:pt x="32087" y="65326"/>
                </a:lnTo>
                <a:lnTo>
                  <a:pt x="32087" y="735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930330" y="3222477"/>
            <a:ext cx="24145" cy="126638"/>
          </a:xfrm>
          <a:custGeom>
            <a:avLst/>
            <a:gdLst/>
            <a:ahLst/>
            <a:cxnLst/>
            <a:rect l="l" t="t" r="r" b="b"/>
            <a:pathLst>
              <a:path w="24145" h="126638">
                <a:moveTo>
                  <a:pt x="12126" y="69450"/>
                </a:moveTo>
                <a:lnTo>
                  <a:pt x="8048" y="49049"/>
                </a:lnTo>
                <a:lnTo>
                  <a:pt x="8048" y="40910"/>
                </a:lnTo>
                <a:lnTo>
                  <a:pt x="8048" y="49049"/>
                </a:lnTo>
                <a:lnTo>
                  <a:pt x="12126" y="69450"/>
                </a:lnTo>
                <a:lnTo>
                  <a:pt x="4077" y="93975"/>
                </a:lnTo>
                <a:lnTo>
                  <a:pt x="8048" y="114376"/>
                </a:lnTo>
                <a:lnTo>
                  <a:pt x="8048" y="122514"/>
                </a:lnTo>
                <a:lnTo>
                  <a:pt x="16097" y="126638"/>
                </a:lnTo>
                <a:lnTo>
                  <a:pt x="16097" y="93975"/>
                </a:lnTo>
                <a:lnTo>
                  <a:pt x="24145" y="93975"/>
                </a:lnTo>
                <a:lnTo>
                  <a:pt x="16097" y="89851"/>
                </a:lnTo>
                <a:lnTo>
                  <a:pt x="16097" y="81712"/>
                </a:lnTo>
                <a:lnTo>
                  <a:pt x="12126" y="61311"/>
                </a:lnTo>
                <a:lnTo>
                  <a:pt x="20068" y="36786"/>
                </a:lnTo>
                <a:lnTo>
                  <a:pt x="16097" y="0"/>
                </a:lnTo>
                <a:lnTo>
                  <a:pt x="8048" y="3146"/>
                </a:lnTo>
                <a:lnTo>
                  <a:pt x="8048" y="36786"/>
                </a:lnTo>
                <a:lnTo>
                  <a:pt x="0" y="36786"/>
                </a:lnTo>
                <a:lnTo>
                  <a:pt x="0" y="69450"/>
                </a:lnTo>
                <a:lnTo>
                  <a:pt x="12126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922388" y="3291927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2019" y="32663"/>
                </a:moveTo>
                <a:lnTo>
                  <a:pt x="7941" y="12262"/>
                </a:lnTo>
                <a:lnTo>
                  <a:pt x="7941" y="4123"/>
                </a:lnTo>
                <a:lnTo>
                  <a:pt x="7941" y="12262"/>
                </a:lnTo>
                <a:lnTo>
                  <a:pt x="12019" y="32663"/>
                </a:lnTo>
                <a:lnTo>
                  <a:pt x="3970" y="57188"/>
                </a:lnTo>
                <a:lnTo>
                  <a:pt x="7941" y="77589"/>
                </a:lnTo>
                <a:lnTo>
                  <a:pt x="7941" y="85727"/>
                </a:lnTo>
                <a:lnTo>
                  <a:pt x="15990" y="89851"/>
                </a:lnTo>
                <a:lnTo>
                  <a:pt x="15990" y="57188"/>
                </a:lnTo>
                <a:lnTo>
                  <a:pt x="24038" y="57188"/>
                </a:lnTo>
                <a:lnTo>
                  <a:pt x="15990" y="53064"/>
                </a:lnTo>
                <a:lnTo>
                  <a:pt x="15990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914340" y="3324590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2019" y="32663"/>
                </a:move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019" y="32663"/>
                </a:lnTo>
                <a:lnTo>
                  <a:pt x="3970" y="57188"/>
                </a:lnTo>
                <a:lnTo>
                  <a:pt x="8048" y="77589"/>
                </a:lnTo>
                <a:lnTo>
                  <a:pt x="8048" y="85727"/>
                </a:lnTo>
                <a:lnTo>
                  <a:pt x="15990" y="89851"/>
                </a:lnTo>
                <a:lnTo>
                  <a:pt x="15990" y="57188"/>
                </a:lnTo>
                <a:lnTo>
                  <a:pt x="24038" y="57188"/>
                </a:lnTo>
                <a:lnTo>
                  <a:pt x="15990" y="53064"/>
                </a:lnTo>
                <a:lnTo>
                  <a:pt x="15990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906291" y="3385902"/>
            <a:ext cx="12019" cy="4015"/>
          </a:xfrm>
          <a:custGeom>
            <a:avLst/>
            <a:gdLst/>
            <a:ahLst/>
            <a:cxnLst/>
            <a:rect l="l" t="t" r="r" b="b"/>
            <a:pathLst>
              <a:path w="12019" h="4015">
                <a:moveTo>
                  <a:pt x="12019" y="4015"/>
                </a:moveTo>
                <a:lnTo>
                  <a:pt x="0" y="0"/>
                </a:lnTo>
                <a:lnTo>
                  <a:pt x="0" y="4015"/>
                </a:lnTo>
                <a:lnTo>
                  <a:pt x="12019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862184" y="3573744"/>
            <a:ext cx="6653" cy="69450"/>
          </a:xfrm>
          <a:custGeom>
            <a:avLst/>
            <a:gdLst/>
            <a:ahLst/>
            <a:cxnLst/>
            <a:rect l="l" t="t" r="r" b="b"/>
            <a:pathLst>
              <a:path w="6653" h="69450">
                <a:moveTo>
                  <a:pt x="6653" y="69450"/>
                </a:moveTo>
                <a:lnTo>
                  <a:pt x="3970" y="0"/>
                </a:lnTo>
                <a:lnTo>
                  <a:pt x="0" y="69450"/>
                </a:lnTo>
                <a:lnTo>
                  <a:pt x="6653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858214" y="3568677"/>
            <a:ext cx="7941" cy="32629"/>
          </a:xfrm>
          <a:custGeom>
            <a:avLst/>
            <a:gdLst/>
            <a:ahLst/>
            <a:cxnLst/>
            <a:rect l="l" t="t" r="r" b="b"/>
            <a:pathLst>
              <a:path w="7941" h="32629">
                <a:moveTo>
                  <a:pt x="3541" y="29048"/>
                </a:moveTo>
                <a:lnTo>
                  <a:pt x="7941" y="0"/>
                </a:lnTo>
                <a:lnTo>
                  <a:pt x="0" y="8105"/>
                </a:lnTo>
                <a:lnTo>
                  <a:pt x="0" y="32629"/>
                </a:lnTo>
                <a:lnTo>
                  <a:pt x="3541" y="29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869696" y="3528818"/>
            <a:ext cx="20604" cy="94409"/>
          </a:xfrm>
          <a:custGeom>
            <a:avLst/>
            <a:gdLst/>
            <a:ahLst/>
            <a:cxnLst/>
            <a:rect l="l" t="t" r="r" b="b"/>
            <a:pathLst>
              <a:path w="20604" h="94409">
                <a:moveTo>
                  <a:pt x="20604" y="24524"/>
                </a:moveTo>
                <a:lnTo>
                  <a:pt x="8585" y="24524"/>
                </a:lnTo>
                <a:lnTo>
                  <a:pt x="4507" y="12262"/>
                </a:lnTo>
                <a:lnTo>
                  <a:pt x="4507" y="0"/>
                </a:lnTo>
                <a:lnTo>
                  <a:pt x="0" y="36244"/>
                </a:lnTo>
                <a:lnTo>
                  <a:pt x="965" y="94409"/>
                </a:lnTo>
                <a:lnTo>
                  <a:pt x="4507" y="85727"/>
                </a:lnTo>
                <a:lnTo>
                  <a:pt x="9014" y="61745"/>
                </a:lnTo>
                <a:lnTo>
                  <a:pt x="12555" y="53064"/>
                </a:lnTo>
                <a:lnTo>
                  <a:pt x="20604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882252" y="3451229"/>
            <a:ext cx="20068" cy="89851"/>
          </a:xfrm>
          <a:custGeom>
            <a:avLst/>
            <a:gdLst/>
            <a:ahLst/>
            <a:cxnLst/>
            <a:rect l="l" t="t" r="r" b="b"/>
            <a:pathLst>
              <a:path w="20068" h="89851">
                <a:moveTo>
                  <a:pt x="8048" y="4015"/>
                </a:moveTo>
                <a:lnTo>
                  <a:pt x="0" y="4015"/>
                </a:lnTo>
                <a:lnTo>
                  <a:pt x="3541" y="48506"/>
                </a:lnTo>
                <a:lnTo>
                  <a:pt x="3970" y="77589"/>
                </a:lnTo>
                <a:lnTo>
                  <a:pt x="8048" y="89851"/>
                </a:lnTo>
                <a:lnTo>
                  <a:pt x="8048" y="8138"/>
                </a:lnTo>
                <a:lnTo>
                  <a:pt x="20068" y="4015"/>
                </a:lnTo>
                <a:lnTo>
                  <a:pt x="8048" y="0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882252" y="3455244"/>
            <a:ext cx="3970" cy="73573"/>
          </a:xfrm>
          <a:custGeom>
            <a:avLst/>
            <a:gdLst/>
            <a:ahLst/>
            <a:cxnLst/>
            <a:rect l="l" t="t" r="r" b="b"/>
            <a:pathLst>
              <a:path w="3970" h="73573">
                <a:moveTo>
                  <a:pt x="3541" y="44491"/>
                </a:moveTo>
                <a:lnTo>
                  <a:pt x="0" y="0"/>
                </a:lnTo>
                <a:lnTo>
                  <a:pt x="0" y="53172"/>
                </a:lnTo>
                <a:lnTo>
                  <a:pt x="3970" y="73573"/>
                </a:lnTo>
                <a:lnTo>
                  <a:pt x="3541" y="444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978514" y="3055036"/>
            <a:ext cx="8048" cy="31686"/>
          </a:xfrm>
          <a:custGeom>
            <a:avLst/>
            <a:gdLst/>
            <a:ahLst/>
            <a:cxnLst/>
            <a:rect l="l" t="t" r="r" b="b"/>
            <a:pathLst>
              <a:path w="8048" h="31686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16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986563" y="3079561"/>
            <a:ext cx="15990" cy="53064"/>
          </a:xfrm>
          <a:custGeom>
            <a:avLst/>
            <a:gdLst/>
            <a:ahLst/>
            <a:cxnLst/>
            <a:rect l="l" t="t" r="r" b="b"/>
            <a:pathLst>
              <a:path w="15990" h="53064">
                <a:moveTo>
                  <a:pt x="15990" y="4123"/>
                </a:moveTo>
                <a:lnTo>
                  <a:pt x="15990" y="0"/>
                </a:lnTo>
                <a:lnTo>
                  <a:pt x="7941" y="20401"/>
                </a:lnTo>
                <a:lnTo>
                  <a:pt x="4507" y="29082"/>
                </a:lnTo>
                <a:lnTo>
                  <a:pt x="0" y="53064"/>
                </a:lnTo>
                <a:lnTo>
                  <a:pt x="7941" y="50025"/>
                </a:lnTo>
                <a:lnTo>
                  <a:pt x="7941" y="25577"/>
                </a:lnTo>
                <a:lnTo>
                  <a:pt x="15990" y="17362"/>
                </a:lnTo>
                <a:lnTo>
                  <a:pt x="1599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953295" y="2969308"/>
            <a:ext cx="65355" cy="209436"/>
          </a:xfrm>
          <a:custGeom>
            <a:avLst/>
            <a:gdLst/>
            <a:ahLst/>
            <a:cxnLst/>
            <a:rect l="l" t="t" r="r" b="b"/>
            <a:pathLst>
              <a:path w="65355" h="209436">
                <a:moveTo>
                  <a:pt x="45287" y="61203"/>
                </a:moveTo>
                <a:lnTo>
                  <a:pt x="49257" y="97990"/>
                </a:lnTo>
                <a:lnTo>
                  <a:pt x="37238" y="110252"/>
                </a:lnTo>
                <a:lnTo>
                  <a:pt x="33267" y="97990"/>
                </a:lnTo>
                <a:lnTo>
                  <a:pt x="33267" y="85727"/>
                </a:lnTo>
                <a:lnTo>
                  <a:pt x="28760" y="113833"/>
                </a:lnTo>
                <a:lnTo>
                  <a:pt x="25219" y="117414"/>
                </a:lnTo>
                <a:lnTo>
                  <a:pt x="20711" y="146496"/>
                </a:lnTo>
                <a:lnTo>
                  <a:pt x="17170" y="150077"/>
                </a:lnTo>
                <a:lnTo>
                  <a:pt x="12663" y="179160"/>
                </a:lnTo>
                <a:lnTo>
                  <a:pt x="9121" y="187841"/>
                </a:lnTo>
                <a:lnTo>
                  <a:pt x="9121" y="182789"/>
                </a:lnTo>
                <a:lnTo>
                  <a:pt x="4721" y="187298"/>
                </a:lnTo>
                <a:lnTo>
                  <a:pt x="0" y="192182"/>
                </a:lnTo>
                <a:lnTo>
                  <a:pt x="0" y="199886"/>
                </a:lnTo>
                <a:lnTo>
                  <a:pt x="4721" y="204661"/>
                </a:lnTo>
                <a:lnTo>
                  <a:pt x="9336" y="209436"/>
                </a:lnTo>
                <a:lnTo>
                  <a:pt x="16955" y="209436"/>
                </a:lnTo>
                <a:lnTo>
                  <a:pt x="17170" y="155178"/>
                </a:lnTo>
                <a:lnTo>
                  <a:pt x="21677" y="204661"/>
                </a:lnTo>
                <a:lnTo>
                  <a:pt x="25219" y="122514"/>
                </a:lnTo>
                <a:lnTo>
                  <a:pt x="29726" y="171998"/>
                </a:lnTo>
                <a:lnTo>
                  <a:pt x="33267" y="192941"/>
                </a:lnTo>
                <a:lnTo>
                  <a:pt x="33267" y="168383"/>
                </a:lnTo>
                <a:lnTo>
                  <a:pt x="41209" y="160278"/>
                </a:lnTo>
                <a:lnTo>
                  <a:pt x="33267" y="163316"/>
                </a:lnTo>
                <a:lnTo>
                  <a:pt x="37775" y="139334"/>
                </a:lnTo>
                <a:lnTo>
                  <a:pt x="41209" y="130653"/>
                </a:lnTo>
                <a:lnTo>
                  <a:pt x="49257" y="110252"/>
                </a:lnTo>
                <a:lnTo>
                  <a:pt x="49257" y="106128"/>
                </a:lnTo>
                <a:lnTo>
                  <a:pt x="49257" y="110252"/>
                </a:lnTo>
                <a:lnTo>
                  <a:pt x="57306" y="110252"/>
                </a:lnTo>
                <a:lnTo>
                  <a:pt x="57306" y="61203"/>
                </a:lnTo>
                <a:lnTo>
                  <a:pt x="65355" y="61203"/>
                </a:lnTo>
                <a:lnTo>
                  <a:pt x="57306" y="57188"/>
                </a:lnTo>
                <a:lnTo>
                  <a:pt x="57306" y="48940"/>
                </a:lnTo>
                <a:lnTo>
                  <a:pt x="53335" y="28539"/>
                </a:lnTo>
                <a:lnTo>
                  <a:pt x="61277" y="4123"/>
                </a:lnTo>
                <a:lnTo>
                  <a:pt x="49257" y="0"/>
                </a:lnTo>
                <a:lnTo>
                  <a:pt x="49257" y="4123"/>
                </a:lnTo>
                <a:lnTo>
                  <a:pt x="41209" y="4123"/>
                </a:lnTo>
                <a:lnTo>
                  <a:pt x="41209" y="36786"/>
                </a:lnTo>
                <a:lnTo>
                  <a:pt x="53335" y="36786"/>
                </a:lnTo>
                <a:lnTo>
                  <a:pt x="49257" y="16277"/>
                </a:lnTo>
                <a:lnTo>
                  <a:pt x="49257" y="8138"/>
                </a:lnTo>
                <a:lnTo>
                  <a:pt x="49257" y="16277"/>
                </a:lnTo>
                <a:lnTo>
                  <a:pt x="53335" y="36786"/>
                </a:lnTo>
                <a:lnTo>
                  <a:pt x="45287" y="612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986563" y="3026496"/>
            <a:ext cx="12019" cy="28539"/>
          </a:xfrm>
          <a:custGeom>
            <a:avLst/>
            <a:gdLst/>
            <a:ahLst/>
            <a:cxnLst/>
            <a:rect l="l" t="t" r="r" b="b"/>
            <a:pathLst>
              <a:path w="12019" h="28539">
                <a:moveTo>
                  <a:pt x="0" y="8138"/>
                </a:moveTo>
                <a:lnTo>
                  <a:pt x="0" y="16277"/>
                </a:lnTo>
                <a:lnTo>
                  <a:pt x="12019" y="28539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026592" y="2699754"/>
            <a:ext cx="44106" cy="200103"/>
          </a:xfrm>
          <a:custGeom>
            <a:avLst/>
            <a:gdLst/>
            <a:ahLst/>
            <a:cxnLst/>
            <a:rect l="l" t="t" r="r" b="b"/>
            <a:pathLst>
              <a:path w="44106" h="200103">
                <a:moveTo>
                  <a:pt x="0" y="158325"/>
                </a:moveTo>
                <a:lnTo>
                  <a:pt x="0" y="187841"/>
                </a:lnTo>
                <a:lnTo>
                  <a:pt x="4077" y="200103"/>
                </a:lnTo>
                <a:lnTo>
                  <a:pt x="24145" y="200103"/>
                </a:lnTo>
                <a:lnTo>
                  <a:pt x="24145" y="168383"/>
                </a:lnTo>
                <a:lnTo>
                  <a:pt x="32087" y="160278"/>
                </a:lnTo>
                <a:lnTo>
                  <a:pt x="24145" y="163316"/>
                </a:lnTo>
                <a:lnTo>
                  <a:pt x="20604" y="171998"/>
                </a:lnTo>
                <a:lnTo>
                  <a:pt x="20068" y="126638"/>
                </a:lnTo>
                <a:lnTo>
                  <a:pt x="32087" y="114376"/>
                </a:lnTo>
                <a:lnTo>
                  <a:pt x="32087" y="49049"/>
                </a:lnTo>
                <a:lnTo>
                  <a:pt x="44106" y="36786"/>
                </a:lnTo>
                <a:lnTo>
                  <a:pt x="40136" y="16385"/>
                </a:lnTo>
                <a:lnTo>
                  <a:pt x="43677" y="7704"/>
                </a:lnTo>
                <a:lnTo>
                  <a:pt x="40136" y="0"/>
                </a:lnTo>
                <a:lnTo>
                  <a:pt x="40136" y="11285"/>
                </a:lnTo>
                <a:lnTo>
                  <a:pt x="32087" y="19424"/>
                </a:lnTo>
                <a:lnTo>
                  <a:pt x="32087" y="40802"/>
                </a:lnTo>
                <a:lnTo>
                  <a:pt x="32087" y="36786"/>
                </a:lnTo>
                <a:lnTo>
                  <a:pt x="24145" y="36786"/>
                </a:lnTo>
                <a:lnTo>
                  <a:pt x="24145" y="81712"/>
                </a:lnTo>
                <a:lnTo>
                  <a:pt x="28116" y="102113"/>
                </a:lnTo>
                <a:lnTo>
                  <a:pt x="27580" y="73031"/>
                </a:lnTo>
                <a:lnTo>
                  <a:pt x="28116" y="102113"/>
                </a:lnTo>
                <a:lnTo>
                  <a:pt x="16097" y="106128"/>
                </a:lnTo>
                <a:lnTo>
                  <a:pt x="16097" y="195980"/>
                </a:lnTo>
                <a:lnTo>
                  <a:pt x="16097" y="187841"/>
                </a:lnTo>
                <a:lnTo>
                  <a:pt x="12019" y="175579"/>
                </a:lnTo>
                <a:lnTo>
                  <a:pt x="0" y="179702"/>
                </a:lnTo>
                <a:lnTo>
                  <a:pt x="12019" y="175579"/>
                </a:lnTo>
                <a:lnTo>
                  <a:pt x="8048" y="155178"/>
                </a:lnTo>
                <a:lnTo>
                  <a:pt x="8048" y="150111"/>
                </a:lnTo>
                <a:lnTo>
                  <a:pt x="0" y="1583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010602" y="2875333"/>
            <a:ext cx="32087" cy="122514"/>
          </a:xfrm>
          <a:custGeom>
            <a:avLst/>
            <a:gdLst/>
            <a:ahLst/>
            <a:cxnLst/>
            <a:rect l="l" t="t" r="r" b="b"/>
            <a:pathLst>
              <a:path w="32087" h="122514">
                <a:moveTo>
                  <a:pt x="32087" y="24524"/>
                </a:move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11482" y="36244"/>
                </a:lnTo>
                <a:lnTo>
                  <a:pt x="8048" y="39781"/>
                </a:lnTo>
                <a:lnTo>
                  <a:pt x="0" y="48072"/>
                </a:lnTo>
                <a:lnTo>
                  <a:pt x="8048" y="44925"/>
                </a:lnTo>
                <a:lnTo>
                  <a:pt x="12019" y="65326"/>
                </a:lnTo>
                <a:lnTo>
                  <a:pt x="3970" y="89851"/>
                </a:lnTo>
                <a:lnTo>
                  <a:pt x="8048" y="110252"/>
                </a:lnTo>
                <a:lnTo>
                  <a:pt x="8048" y="118499"/>
                </a:lnTo>
                <a:lnTo>
                  <a:pt x="15990" y="122514"/>
                </a:lnTo>
                <a:lnTo>
                  <a:pt x="15990" y="89851"/>
                </a:lnTo>
                <a:lnTo>
                  <a:pt x="24038" y="89851"/>
                </a:lnTo>
                <a:lnTo>
                  <a:pt x="15990" y="85836"/>
                </a:lnTo>
                <a:lnTo>
                  <a:pt x="15990" y="77589"/>
                </a:lnTo>
                <a:lnTo>
                  <a:pt x="20497" y="61745"/>
                </a:lnTo>
                <a:lnTo>
                  <a:pt x="24038" y="53172"/>
                </a:lnTo>
                <a:lnTo>
                  <a:pt x="32087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018650" y="2875333"/>
            <a:ext cx="7941" cy="39781"/>
          </a:xfrm>
          <a:custGeom>
            <a:avLst/>
            <a:gdLst/>
            <a:ahLst/>
            <a:cxnLst/>
            <a:rect l="l" t="t" r="r" b="b"/>
            <a:pathLst>
              <a:path w="7941" h="39781">
                <a:moveTo>
                  <a:pt x="3434" y="36244"/>
                </a:moveTo>
                <a:lnTo>
                  <a:pt x="7941" y="0"/>
                </a:lnTo>
                <a:lnTo>
                  <a:pt x="0" y="0"/>
                </a:lnTo>
                <a:lnTo>
                  <a:pt x="0" y="39781"/>
                </a:lnTo>
                <a:lnTo>
                  <a:pt x="3434" y="362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026592" y="2899858"/>
            <a:ext cx="16097" cy="65326"/>
          </a:xfrm>
          <a:custGeom>
            <a:avLst/>
            <a:gdLst/>
            <a:ahLst/>
            <a:cxnLst/>
            <a:rect l="l" t="t" r="r" b="b"/>
            <a:pathLst>
              <a:path w="16097" h="65326">
                <a:moveTo>
                  <a:pt x="0" y="53064"/>
                </a:moveTo>
                <a:lnTo>
                  <a:pt x="0" y="61311"/>
                </a:lnTo>
                <a:lnTo>
                  <a:pt x="8048" y="65326"/>
                </a:lnTo>
                <a:lnTo>
                  <a:pt x="8048" y="33640"/>
                </a:lnTo>
                <a:lnTo>
                  <a:pt x="16097" y="25501"/>
                </a:lnTo>
                <a:lnTo>
                  <a:pt x="16097" y="0"/>
                </a:lnTo>
                <a:lnTo>
                  <a:pt x="8048" y="28648"/>
                </a:lnTo>
                <a:lnTo>
                  <a:pt x="4507" y="37221"/>
                </a:lnTo>
                <a:lnTo>
                  <a:pt x="0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034640" y="2776290"/>
            <a:ext cx="20068" cy="111305"/>
          </a:xfrm>
          <a:custGeom>
            <a:avLst/>
            <a:gdLst/>
            <a:ahLst/>
            <a:cxnLst/>
            <a:rect l="l" t="t" r="r" b="b"/>
            <a:pathLst>
              <a:path w="20068" h="111305">
                <a:moveTo>
                  <a:pt x="8048" y="25577"/>
                </a:moveTo>
                <a:lnTo>
                  <a:pt x="0" y="25577"/>
                </a:lnTo>
                <a:lnTo>
                  <a:pt x="3541" y="69960"/>
                </a:lnTo>
                <a:lnTo>
                  <a:pt x="3970" y="99042"/>
                </a:lnTo>
                <a:lnTo>
                  <a:pt x="8048" y="111305"/>
                </a:lnTo>
                <a:lnTo>
                  <a:pt x="8048" y="29592"/>
                </a:lnTo>
                <a:lnTo>
                  <a:pt x="20068" y="25577"/>
                </a:lnTo>
                <a:lnTo>
                  <a:pt x="16097" y="5176"/>
                </a:lnTo>
                <a:lnTo>
                  <a:pt x="16097" y="0"/>
                </a:lnTo>
                <a:lnTo>
                  <a:pt x="8048" y="8214"/>
                </a:lnTo>
                <a:lnTo>
                  <a:pt x="8048" y="255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034640" y="2801868"/>
            <a:ext cx="3970" cy="73465"/>
          </a:xfrm>
          <a:custGeom>
            <a:avLst/>
            <a:gdLst/>
            <a:ahLst/>
            <a:cxnLst/>
            <a:rect l="l" t="t" r="r" b="b"/>
            <a:pathLst>
              <a:path w="3970" h="73465">
                <a:moveTo>
                  <a:pt x="3541" y="44383"/>
                </a:moveTo>
                <a:lnTo>
                  <a:pt x="0" y="0"/>
                </a:lnTo>
                <a:lnTo>
                  <a:pt x="0" y="53064"/>
                </a:lnTo>
                <a:lnTo>
                  <a:pt x="3970" y="73465"/>
                </a:lnTo>
                <a:lnTo>
                  <a:pt x="3541" y="443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046660" y="2814130"/>
            <a:ext cx="20068" cy="57622"/>
          </a:xfrm>
          <a:custGeom>
            <a:avLst/>
            <a:gdLst/>
            <a:ahLst/>
            <a:cxnLst/>
            <a:rect l="l" t="t" r="r" b="b"/>
            <a:pathLst>
              <a:path w="20068" h="57622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536" y="57622"/>
                </a:lnTo>
                <a:lnTo>
                  <a:pt x="4077" y="48940"/>
                </a:lnTo>
                <a:lnTo>
                  <a:pt x="12019" y="45902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066728" y="2761066"/>
            <a:ext cx="8048" cy="28539"/>
          </a:xfrm>
          <a:custGeom>
            <a:avLst/>
            <a:gdLst/>
            <a:ahLst/>
            <a:cxnLst/>
            <a:rect l="l" t="t" r="r" b="b"/>
            <a:pathLst>
              <a:path w="8048" h="28539">
                <a:moveTo>
                  <a:pt x="8048" y="0"/>
                </a:moveTo>
                <a:lnTo>
                  <a:pt x="0" y="28539"/>
                </a:lnTo>
                <a:lnTo>
                  <a:pt x="8048" y="2539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072094" y="2687492"/>
            <a:ext cx="13307" cy="61311"/>
          </a:xfrm>
          <a:custGeom>
            <a:avLst/>
            <a:gdLst/>
            <a:ahLst/>
            <a:cxnLst/>
            <a:rect l="l" t="t" r="r" b="b"/>
            <a:pathLst>
              <a:path w="13307" h="61311">
                <a:moveTo>
                  <a:pt x="10731" y="36786"/>
                </a:moveTo>
                <a:lnTo>
                  <a:pt x="13307" y="0"/>
                </a:lnTo>
                <a:lnTo>
                  <a:pt x="0" y="0"/>
                </a:lnTo>
                <a:lnTo>
                  <a:pt x="2682" y="61311"/>
                </a:lnTo>
                <a:lnTo>
                  <a:pt x="7190" y="45468"/>
                </a:lnTo>
                <a:lnTo>
                  <a:pt x="10731" y="367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058679" y="2736541"/>
            <a:ext cx="12019" cy="89851"/>
          </a:xfrm>
          <a:custGeom>
            <a:avLst/>
            <a:gdLst/>
            <a:ahLst/>
            <a:cxnLst/>
            <a:rect l="l" t="t" r="r" b="b"/>
            <a:pathLst>
              <a:path w="12019" h="89851">
                <a:moveTo>
                  <a:pt x="0" y="85727"/>
                </a:moveTo>
                <a:lnTo>
                  <a:pt x="8048" y="89851"/>
                </a:lnTo>
                <a:lnTo>
                  <a:pt x="4507" y="61745"/>
                </a:lnTo>
                <a:lnTo>
                  <a:pt x="4077" y="24524"/>
                </a:lnTo>
                <a:lnTo>
                  <a:pt x="12019" y="0"/>
                </a:lnTo>
                <a:lnTo>
                  <a:pt x="0" y="12262"/>
                </a:lnTo>
                <a:lnTo>
                  <a:pt x="0" y="857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062757" y="2687492"/>
            <a:ext cx="28009" cy="138900"/>
          </a:xfrm>
          <a:custGeom>
            <a:avLst/>
            <a:gdLst/>
            <a:ahLst/>
            <a:cxnLst/>
            <a:rect l="l" t="t" r="r" b="b"/>
            <a:pathLst>
              <a:path w="28009" h="138900">
                <a:moveTo>
                  <a:pt x="28009" y="5534"/>
                </a:moveTo>
                <a:lnTo>
                  <a:pt x="22643" y="0"/>
                </a:lnTo>
                <a:lnTo>
                  <a:pt x="20068" y="36786"/>
                </a:lnTo>
                <a:lnTo>
                  <a:pt x="16526" y="45468"/>
                </a:lnTo>
                <a:lnTo>
                  <a:pt x="12019" y="61311"/>
                </a:lnTo>
                <a:lnTo>
                  <a:pt x="9336" y="0"/>
                </a:lnTo>
                <a:lnTo>
                  <a:pt x="3970" y="5534"/>
                </a:lnTo>
                <a:lnTo>
                  <a:pt x="3970" y="12262"/>
                </a:lnTo>
                <a:lnTo>
                  <a:pt x="7512" y="19966"/>
                </a:lnTo>
                <a:lnTo>
                  <a:pt x="3970" y="28648"/>
                </a:lnTo>
                <a:lnTo>
                  <a:pt x="7941" y="49049"/>
                </a:lnTo>
                <a:lnTo>
                  <a:pt x="0" y="73573"/>
                </a:lnTo>
                <a:lnTo>
                  <a:pt x="429" y="110795"/>
                </a:lnTo>
                <a:lnTo>
                  <a:pt x="3970" y="138900"/>
                </a:lnTo>
                <a:lnTo>
                  <a:pt x="3970" y="107180"/>
                </a:lnTo>
                <a:lnTo>
                  <a:pt x="12019" y="98966"/>
                </a:lnTo>
                <a:lnTo>
                  <a:pt x="3970" y="102113"/>
                </a:lnTo>
                <a:lnTo>
                  <a:pt x="12019" y="73573"/>
                </a:lnTo>
                <a:lnTo>
                  <a:pt x="20068" y="73573"/>
                </a:lnTo>
                <a:lnTo>
                  <a:pt x="12019" y="69450"/>
                </a:lnTo>
                <a:lnTo>
                  <a:pt x="20068" y="73573"/>
                </a:lnTo>
                <a:lnTo>
                  <a:pt x="20067" y="41820"/>
                </a:lnTo>
                <a:lnTo>
                  <a:pt x="28009" y="33640"/>
                </a:lnTo>
                <a:lnTo>
                  <a:pt x="28009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002553" y="2920259"/>
            <a:ext cx="24038" cy="110252"/>
          </a:xfrm>
          <a:custGeom>
            <a:avLst/>
            <a:gdLst/>
            <a:ahLst/>
            <a:cxnLst/>
            <a:rect l="l" t="t" r="r" b="b"/>
            <a:pathLst>
              <a:path w="24038" h="110252">
                <a:moveTo>
                  <a:pt x="20068" y="20401"/>
                </a:moveTo>
                <a:lnTo>
                  <a:pt x="16097" y="0"/>
                </a:lnTo>
                <a:lnTo>
                  <a:pt x="8048" y="3146"/>
                </a:lnTo>
                <a:lnTo>
                  <a:pt x="8048" y="20401"/>
                </a:lnTo>
                <a:lnTo>
                  <a:pt x="0" y="20401"/>
                </a:lnTo>
                <a:lnTo>
                  <a:pt x="0" y="49049"/>
                </a:lnTo>
                <a:lnTo>
                  <a:pt x="12019" y="53172"/>
                </a:lnTo>
                <a:lnTo>
                  <a:pt x="8048" y="32663"/>
                </a:lnTo>
                <a:lnTo>
                  <a:pt x="8048" y="24524"/>
                </a:lnTo>
                <a:lnTo>
                  <a:pt x="8048" y="32663"/>
                </a:lnTo>
                <a:lnTo>
                  <a:pt x="12019" y="53172"/>
                </a:lnTo>
                <a:lnTo>
                  <a:pt x="4077" y="77589"/>
                </a:lnTo>
                <a:lnTo>
                  <a:pt x="8048" y="97990"/>
                </a:lnTo>
                <a:lnTo>
                  <a:pt x="8048" y="106237"/>
                </a:lnTo>
                <a:lnTo>
                  <a:pt x="16097" y="110252"/>
                </a:lnTo>
                <a:lnTo>
                  <a:pt x="16097" y="77589"/>
                </a:lnTo>
                <a:lnTo>
                  <a:pt x="24038" y="77589"/>
                </a:lnTo>
                <a:lnTo>
                  <a:pt x="16097" y="73573"/>
                </a:lnTo>
                <a:lnTo>
                  <a:pt x="16097" y="65326"/>
                </a:lnTo>
                <a:lnTo>
                  <a:pt x="12019" y="44925"/>
                </a:lnTo>
                <a:lnTo>
                  <a:pt x="20068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970251" y="3124487"/>
            <a:ext cx="4721" cy="54258"/>
          </a:xfrm>
          <a:custGeom>
            <a:avLst/>
            <a:gdLst/>
            <a:ahLst/>
            <a:cxnLst/>
            <a:rect l="l" t="t" r="r" b="b"/>
            <a:pathLst>
              <a:path w="4721" h="54258">
                <a:moveTo>
                  <a:pt x="4721" y="49483"/>
                </a:moveTo>
                <a:lnTo>
                  <a:pt x="214" y="0"/>
                </a:lnTo>
                <a:lnTo>
                  <a:pt x="0" y="54258"/>
                </a:lnTo>
                <a:lnTo>
                  <a:pt x="4721" y="494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962417" y="3119386"/>
            <a:ext cx="8048" cy="37763"/>
          </a:xfrm>
          <a:custGeom>
            <a:avLst/>
            <a:gdLst/>
            <a:ahLst/>
            <a:cxnLst/>
            <a:rect l="l" t="t" r="r" b="b"/>
            <a:pathLst>
              <a:path w="8048" h="37763">
                <a:moveTo>
                  <a:pt x="3541" y="29082"/>
                </a:moveTo>
                <a:lnTo>
                  <a:pt x="8048" y="0"/>
                </a:lnTo>
                <a:lnTo>
                  <a:pt x="0" y="8138"/>
                </a:lnTo>
                <a:lnTo>
                  <a:pt x="0" y="37763"/>
                </a:lnTo>
                <a:lnTo>
                  <a:pt x="3541" y="29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970466" y="3086723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3541" y="29082"/>
                </a:moveTo>
                <a:lnTo>
                  <a:pt x="8048" y="0"/>
                </a:lnTo>
                <a:lnTo>
                  <a:pt x="0" y="8138"/>
                </a:lnTo>
                <a:lnTo>
                  <a:pt x="0" y="32663"/>
                </a:lnTo>
                <a:lnTo>
                  <a:pt x="3541" y="29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974973" y="3091823"/>
            <a:ext cx="11590" cy="82146"/>
          </a:xfrm>
          <a:custGeom>
            <a:avLst/>
            <a:gdLst/>
            <a:ahLst/>
            <a:cxnLst/>
            <a:rect l="l" t="t" r="r" b="b"/>
            <a:pathLst>
              <a:path w="11590" h="82146">
                <a:moveTo>
                  <a:pt x="8048" y="49483"/>
                </a:moveTo>
                <a:lnTo>
                  <a:pt x="3541" y="0"/>
                </a:lnTo>
                <a:lnTo>
                  <a:pt x="0" y="82146"/>
                </a:lnTo>
                <a:lnTo>
                  <a:pt x="11590" y="70427"/>
                </a:lnTo>
                <a:lnTo>
                  <a:pt x="8048" y="494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986563" y="3006095"/>
            <a:ext cx="20068" cy="73465"/>
          </a:xfrm>
          <a:custGeom>
            <a:avLst/>
            <a:gdLst/>
            <a:ahLst/>
            <a:cxnLst/>
            <a:rect l="l" t="t" r="r" b="b"/>
            <a:pathLst>
              <a:path w="20068" h="73465">
                <a:moveTo>
                  <a:pt x="0" y="36678"/>
                </a:moveTo>
                <a:lnTo>
                  <a:pt x="0" y="61203"/>
                </a:lnTo>
                <a:lnTo>
                  <a:pt x="3970" y="73465"/>
                </a:lnTo>
                <a:lnTo>
                  <a:pt x="15990" y="61203"/>
                </a:lnTo>
                <a:lnTo>
                  <a:pt x="12019" y="24416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lnTo>
                  <a:pt x="12019" y="48940"/>
                </a:lnTo>
                <a:lnTo>
                  <a:pt x="7941" y="12153"/>
                </a:lnTo>
                <a:lnTo>
                  <a:pt x="7941" y="4015"/>
                </a:lnTo>
                <a:lnTo>
                  <a:pt x="7941" y="12153"/>
                </a:lnTo>
                <a:lnTo>
                  <a:pt x="12019" y="48940"/>
                </a:lnTo>
                <a:lnTo>
                  <a:pt x="0" y="53064"/>
                </a:lnTo>
                <a:lnTo>
                  <a:pt x="12019" y="48940"/>
                </a:lnTo>
                <a:lnTo>
                  <a:pt x="0" y="366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098815" y="2536437"/>
            <a:ext cx="20068" cy="93866"/>
          </a:xfrm>
          <a:custGeom>
            <a:avLst/>
            <a:gdLst/>
            <a:ahLst/>
            <a:cxnLst/>
            <a:rect l="l" t="t" r="r" b="b"/>
            <a:pathLst>
              <a:path w="20068" h="93866">
                <a:moveTo>
                  <a:pt x="8048" y="81604"/>
                </a:moveTo>
                <a:lnTo>
                  <a:pt x="8048" y="93866"/>
                </a:lnTo>
                <a:lnTo>
                  <a:pt x="16097" y="93866"/>
                </a:lnTo>
                <a:lnTo>
                  <a:pt x="16097" y="48940"/>
                </a:lnTo>
                <a:lnTo>
                  <a:pt x="12019" y="28539"/>
                </a:lnTo>
                <a:lnTo>
                  <a:pt x="20068" y="4015"/>
                </a:lnTo>
                <a:lnTo>
                  <a:pt x="8048" y="0"/>
                </a:lnTo>
                <a:lnTo>
                  <a:pt x="8048" y="4015"/>
                </a:lnTo>
                <a:lnTo>
                  <a:pt x="0" y="4015"/>
                </a:lnTo>
                <a:lnTo>
                  <a:pt x="0" y="32663"/>
                </a:lnTo>
                <a:lnTo>
                  <a:pt x="12019" y="36678"/>
                </a:lnTo>
                <a:lnTo>
                  <a:pt x="8048" y="16277"/>
                </a:lnTo>
                <a:lnTo>
                  <a:pt x="8048" y="8138"/>
                </a:lnTo>
                <a:lnTo>
                  <a:pt x="8048" y="16277"/>
                </a:lnTo>
                <a:lnTo>
                  <a:pt x="12019" y="36678"/>
                </a:lnTo>
                <a:lnTo>
                  <a:pt x="3970" y="61203"/>
                </a:lnTo>
                <a:lnTo>
                  <a:pt x="8048" y="81604"/>
                </a:lnTo>
                <a:lnTo>
                  <a:pt x="8048" y="89851"/>
                </a:lnTo>
                <a:lnTo>
                  <a:pt x="8048" y="81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106864" y="2503774"/>
            <a:ext cx="20068" cy="93866"/>
          </a:xfrm>
          <a:custGeom>
            <a:avLst/>
            <a:gdLst/>
            <a:ahLst/>
            <a:cxnLst/>
            <a:rect l="l" t="t" r="r" b="b"/>
            <a:pathLst>
              <a:path w="20068" h="93866">
                <a:moveTo>
                  <a:pt x="8048" y="81604"/>
                </a:moveTo>
                <a:lnTo>
                  <a:pt x="8048" y="93866"/>
                </a:lnTo>
                <a:lnTo>
                  <a:pt x="15990" y="93866"/>
                </a:lnTo>
                <a:lnTo>
                  <a:pt x="15990" y="48940"/>
                </a:lnTo>
                <a:lnTo>
                  <a:pt x="12019" y="28539"/>
                </a:lnTo>
                <a:lnTo>
                  <a:pt x="20068" y="4015"/>
                </a:lnTo>
                <a:lnTo>
                  <a:pt x="8048" y="0"/>
                </a:lnTo>
                <a:lnTo>
                  <a:pt x="8048" y="4015"/>
                </a:lnTo>
                <a:lnTo>
                  <a:pt x="0" y="4015"/>
                </a:lnTo>
                <a:lnTo>
                  <a:pt x="0" y="32663"/>
                </a:lnTo>
                <a:lnTo>
                  <a:pt x="12019" y="36678"/>
                </a:lnTo>
                <a:lnTo>
                  <a:pt x="8048" y="16277"/>
                </a:lnTo>
                <a:lnTo>
                  <a:pt x="8048" y="8138"/>
                </a:lnTo>
                <a:lnTo>
                  <a:pt x="8048" y="16277"/>
                </a:lnTo>
                <a:lnTo>
                  <a:pt x="12019" y="36678"/>
                </a:lnTo>
                <a:lnTo>
                  <a:pt x="3970" y="61203"/>
                </a:lnTo>
                <a:lnTo>
                  <a:pt x="8048" y="81604"/>
                </a:lnTo>
                <a:lnTo>
                  <a:pt x="8048" y="89851"/>
                </a:lnTo>
                <a:lnTo>
                  <a:pt x="8048" y="81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114912" y="2450601"/>
            <a:ext cx="19960" cy="114376"/>
          </a:xfrm>
          <a:custGeom>
            <a:avLst/>
            <a:gdLst/>
            <a:ahLst/>
            <a:cxnLst/>
            <a:rect l="l" t="t" r="r" b="b"/>
            <a:pathLst>
              <a:path w="19960" h="114376">
                <a:moveTo>
                  <a:pt x="7941" y="102113"/>
                </a:moveTo>
                <a:lnTo>
                  <a:pt x="7941" y="114376"/>
                </a:lnTo>
                <a:lnTo>
                  <a:pt x="15990" y="114376"/>
                </a:lnTo>
                <a:lnTo>
                  <a:pt x="15990" y="69450"/>
                </a:lnTo>
                <a:lnTo>
                  <a:pt x="12019" y="49049"/>
                </a:lnTo>
                <a:lnTo>
                  <a:pt x="19960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lnTo>
                  <a:pt x="7941" y="24524"/>
                </a:lnTo>
                <a:lnTo>
                  <a:pt x="0" y="24524"/>
                </a:lnTo>
                <a:lnTo>
                  <a:pt x="0" y="53172"/>
                </a:lnTo>
                <a:lnTo>
                  <a:pt x="12019" y="57188"/>
                </a:lnTo>
                <a:lnTo>
                  <a:pt x="7941" y="36786"/>
                </a:lnTo>
                <a:lnTo>
                  <a:pt x="7941" y="28648"/>
                </a:lnTo>
                <a:lnTo>
                  <a:pt x="7941" y="36786"/>
                </a:lnTo>
                <a:lnTo>
                  <a:pt x="12019" y="57188"/>
                </a:lnTo>
                <a:lnTo>
                  <a:pt x="3970" y="81712"/>
                </a:lnTo>
                <a:lnTo>
                  <a:pt x="7941" y="102113"/>
                </a:lnTo>
                <a:lnTo>
                  <a:pt x="7941" y="110252"/>
                </a:lnTo>
                <a:lnTo>
                  <a:pt x="7941" y="102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138951" y="2475126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130902" y="2409799"/>
            <a:ext cx="20068" cy="65326"/>
          </a:xfrm>
          <a:custGeom>
            <a:avLst/>
            <a:gdLst/>
            <a:ahLst/>
            <a:cxnLst/>
            <a:rect l="l" t="t" r="r" b="b"/>
            <a:pathLst>
              <a:path w="20068" h="65326">
                <a:moveTo>
                  <a:pt x="12019" y="40802"/>
                </a:moveTo>
                <a:lnTo>
                  <a:pt x="16097" y="53064"/>
                </a:lnTo>
                <a:lnTo>
                  <a:pt x="12019" y="24524"/>
                </a:lnTo>
                <a:lnTo>
                  <a:pt x="20068" y="0"/>
                </a:lnTo>
                <a:lnTo>
                  <a:pt x="8048" y="12262"/>
                </a:lnTo>
                <a:lnTo>
                  <a:pt x="0" y="0"/>
                </a:lnTo>
                <a:lnTo>
                  <a:pt x="0" y="53064"/>
                </a:lnTo>
                <a:lnTo>
                  <a:pt x="3970" y="65326"/>
                </a:lnTo>
                <a:lnTo>
                  <a:pt x="16097" y="53064"/>
                </a:lnTo>
                <a:lnTo>
                  <a:pt x="12019" y="408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126932" y="2352611"/>
            <a:ext cx="36058" cy="179702"/>
          </a:xfrm>
          <a:custGeom>
            <a:avLst/>
            <a:gdLst/>
            <a:ahLst/>
            <a:cxnLst/>
            <a:rect l="l" t="t" r="r" b="b"/>
            <a:pathLst>
              <a:path w="36058" h="179702">
                <a:moveTo>
                  <a:pt x="15990" y="81712"/>
                </a:moveTo>
                <a:lnTo>
                  <a:pt x="20068" y="110252"/>
                </a:lnTo>
                <a:lnTo>
                  <a:pt x="7941" y="122514"/>
                </a:lnTo>
                <a:lnTo>
                  <a:pt x="0" y="147039"/>
                </a:lnTo>
                <a:lnTo>
                  <a:pt x="3970" y="167440"/>
                </a:lnTo>
                <a:lnTo>
                  <a:pt x="3970" y="175579"/>
                </a:lnTo>
                <a:lnTo>
                  <a:pt x="3970" y="167440"/>
                </a:lnTo>
                <a:lnTo>
                  <a:pt x="3970" y="179702"/>
                </a:lnTo>
                <a:lnTo>
                  <a:pt x="12019" y="179702"/>
                </a:lnTo>
                <a:lnTo>
                  <a:pt x="12019" y="134777"/>
                </a:lnTo>
                <a:lnTo>
                  <a:pt x="20068" y="122514"/>
                </a:lnTo>
                <a:lnTo>
                  <a:pt x="20068" y="118391"/>
                </a:lnTo>
                <a:lnTo>
                  <a:pt x="20068" y="122514"/>
                </a:lnTo>
                <a:lnTo>
                  <a:pt x="28009" y="122514"/>
                </a:lnTo>
                <a:lnTo>
                  <a:pt x="28009" y="81712"/>
                </a:lnTo>
                <a:lnTo>
                  <a:pt x="36058" y="81712"/>
                </a:lnTo>
                <a:lnTo>
                  <a:pt x="28009" y="77589"/>
                </a:lnTo>
                <a:lnTo>
                  <a:pt x="28009" y="69450"/>
                </a:lnTo>
                <a:lnTo>
                  <a:pt x="24038" y="49049"/>
                </a:lnTo>
                <a:lnTo>
                  <a:pt x="32087" y="24524"/>
                </a:lnTo>
                <a:lnTo>
                  <a:pt x="28009" y="12262"/>
                </a:lnTo>
                <a:lnTo>
                  <a:pt x="28009" y="0"/>
                </a:lnTo>
                <a:lnTo>
                  <a:pt x="20067" y="0"/>
                </a:lnTo>
                <a:lnTo>
                  <a:pt x="20068" y="24524"/>
                </a:lnTo>
                <a:lnTo>
                  <a:pt x="12019" y="24524"/>
                </a:lnTo>
                <a:lnTo>
                  <a:pt x="12019" y="61311"/>
                </a:lnTo>
                <a:lnTo>
                  <a:pt x="12019" y="57188"/>
                </a:lnTo>
                <a:lnTo>
                  <a:pt x="3970" y="57188"/>
                </a:lnTo>
                <a:lnTo>
                  <a:pt x="12019" y="69450"/>
                </a:lnTo>
                <a:lnTo>
                  <a:pt x="24038" y="57188"/>
                </a:lnTo>
                <a:lnTo>
                  <a:pt x="20068" y="36787"/>
                </a:lnTo>
                <a:lnTo>
                  <a:pt x="20068" y="28648"/>
                </a:lnTo>
                <a:lnTo>
                  <a:pt x="20068" y="36787"/>
                </a:lnTo>
                <a:lnTo>
                  <a:pt x="24038" y="57188"/>
                </a:lnTo>
                <a:lnTo>
                  <a:pt x="15990" y="81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162990" y="2377135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179087" y="2319947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7941" y="4123"/>
                </a:moveTo>
                <a:lnTo>
                  <a:pt x="7941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24524"/>
                </a:lnTo>
                <a:lnTo>
                  <a:pt x="0" y="20401"/>
                </a:lnTo>
                <a:lnTo>
                  <a:pt x="7941" y="24524"/>
                </a:lnTo>
                <a:lnTo>
                  <a:pt x="7941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154941" y="2295423"/>
            <a:ext cx="20068" cy="69450"/>
          </a:xfrm>
          <a:custGeom>
            <a:avLst/>
            <a:gdLst/>
            <a:ahLst/>
            <a:cxnLst/>
            <a:rect l="l" t="t" r="r" b="b"/>
            <a:pathLst>
              <a:path w="20068" h="69450">
                <a:moveTo>
                  <a:pt x="0" y="44925"/>
                </a:moveTo>
                <a:lnTo>
                  <a:pt x="12019" y="57188"/>
                </a:lnTo>
                <a:lnTo>
                  <a:pt x="8048" y="36786"/>
                </a:lnTo>
                <a:lnTo>
                  <a:pt x="8048" y="28648"/>
                </a:lnTo>
                <a:lnTo>
                  <a:pt x="8048" y="36786"/>
                </a:lnTo>
                <a:lnTo>
                  <a:pt x="12019" y="57188"/>
                </a:lnTo>
                <a:lnTo>
                  <a:pt x="16097" y="69450"/>
                </a:lnTo>
                <a:lnTo>
                  <a:pt x="12019" y="49049"/>
                </a:ln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8048" y="0"/>
                </a:lnTo>
                <a:lnTo>
                  <a:pt x="8048" y="24524"/>
                </a:lnTo>
                <a:lnTo>
                  <a:pt x="0" y="24524"/>
                </a:lnTo>
                <a:lnTo>
                  <a:pt x="0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171038" y="2262759"/>
            <a:ext cx="8048" cy="12262"/>
          </a:xfrm>
          <a:custGeom>
            <a:avLst/>
            <a:gdLst/>
            <a:ahLst/>
            <a:cxnLst/>
            <a:rect l="l" t="t" r="r" b="b"/>
            <a:pathLst>
              <a:path w="8048" h="12262">
                <a:moveTo>
                  <a:pt x="8048" y="0"/>
                </a:moveTo>
                <a:lnTo>
                  <a:pt x="0" y="0"/>
                </a:lnTo>
                <a:lnTo>
                  <a:pt x="8048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150970" y="2275022"/>
            <a:ext cx="52155" cy="159301"/>
          </a:xfrm>
          <a:custGeom>
            <a:avLst/>
            <a:gdLst/>
            <a:ahLst/>
            <a:cxnLst/>
            <a:rect l="l" t="t" r="r" b="b"/>
            <a:pathLst>
              <a:path w="52155" h="159301">
                <a:moveTo>
                  <a:pt x="12019" y="126638"/>
                </a:moveTo>
                <a:lnTo>
                  <a:pt x="12019" y="114376"/>
                </a:lnTo>
                <a:lnTo>
                  <a:pt x="20068" y="102113"/>
                </a:lnTo>
                <a:lnTo>
                  <a:pt x="28116" y="102113"/>
                </a:lnTo>
                <a:lnTo>
                  <a:pt x="28116" y="57188"/>
                </a:lnTo>
                <a:lnTo>
                  <a:pt x="36058" y="44925"/>
                </a:lnTo>
                <a:lnTo>
                  <a:pt x="36058" y="40802"/>
                </a:lnTo>
                <a:lnTo>
                  <a:pt x="36058" y="44925"/>
                </a:lnTo>
                <a:lnTo>
                  <a:pt x="44106" y="44925"/>
                </a:lnTo>
                <a:lnTo>
                  <a:pt x="44106" y="12262"/>
                </a:lnTo>
                <a:lnTo>
                  <a:pt x="52155" y="12262"/>
                </a:lnTo>
                <a:lnTo>
                  <a:pt x="44106" y="8138"/>
                </a:lnTo>
                <a:lnTo>
                  <a:pt x="44106" y="0"/>
                </a:lnTo>
                <a:lnTo>
                  <a:pt x="32087" y="12262"/>
                </a:lnTo>
                <a:lnTo>
                  <a:pt x="36058" y="32663"/>
                </a:lnTo>
                <a:lnTo>
                  <a:pt x="24038" y="44925"/>
                </a:lnTo>
                <a:lnTo>
                  <a:pt x="15990" y="69450"/>
                </a:lnTo>
                <a:lnTo>
                  <a:pt x="20068" y="89851"/>
                </a:lnTo>
                <a:lnTo>
                  <a:pt x="20068" y="97990"/>
                </a:lnTo>
                <a:lnTo>
                  <a:pt x="20068" y="89851"/>
                </a:lnTo>
                <a:lnTo>
                  <a:pt x="15990" y="77589"/>
                </a:lnTo>
                <a:lnTo>
                  <a:pt x="3970" y="81712"/>
                </a:lnTo>
                <a:lnTo>
                  <a:pt x="15990" y="77589"/>
                </a:lnTo>
                <a:lnTo>
                  <a:pt x="3970" y="65326"/>
                </a:lnTo>
                <a:lnTo>
                  <a:pt x="3970" y="89851"/>
                </a:lnTo>
                <a:lnTo>
                  <a:pt x="8048" y="102113"/>
                </a:lnTo>
                <a:lnTo>
                  <a:pt x="0" y="126638"/>
                </a:lnTo>
                <a:lnTo>
                  <a:pt x="3970" y="147039"/>
                </a:lnTo>
                <a:lnTo>
                  <a:pt x="3970" y="155178"/>
                </a:lnTo>
                <a:lnTo>
                  <a:pt x="12019" y="159301"/>
                </a:lnTo>
                <a:lnTo>
                  <a:pt x="12019" y="126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072094" y="2683368"/>
            <a:ext cx="6653" cy="28648"/>
          </a:xfrm>
          <a:custGeom>
            <a:avLst/>
            <a:gdLst/>
            <a:ahLst/>
            <a:cxnLst/>
            <a:rect l="l" t="t" r="r" b="b"/>
            <a:pathLst>
              <a:path w="6653" h="28648">
                <a:moveTo>
                  <a:pt x="6653" y="28648"/>
                </a:moveTo>
                <a:lnTo>
                  <a:pt x="2682" y="0"/>
                </a:lnTo>
                <a:lnTo>
                  <a:pt x="0" y="28648"/>
                </a:lnTo>
                <a:lnTo>
                  <a:pt x="6653" y="286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171038" y="2254621"/>
            <a:ext cx="32087" cy="65326"/>
          </a:xfrm>
          <a:custGeom>
            <a:avLst/>
            <a:gdLst/>
            <a:ahLst/>
            <a:cxnLst/>
            <a:rect l="l" t="t" r="r" b="b"/>
            <a:pathLst>
              <a:path w="32087" h="65326">
                <a:moveTo>
                  <a:pt x="24038" y="28539"/>
                </a:moveTo>
                <a:lnTo>
                  <a:pt x="32087" y="32663"/>
                </a:lnTo>
                <a:lnTo>
                  <a:pt x="32087" y="5425"/>
                </a:lnTo>
                <a:lnTo>
                  <a:pt x="26721" y="0"/>
                </a:lnTo>
                <a:lnTo>
                  <a:pt x="20068" y="0"/>
                </a:lnTo>
                <a:lnTo>
                  <a:pt x="20068" y="8138"/>
                </a:lnTo>
                <a:lnTo>
                  <a:pt x="20068" y="0"/>
                </a:lnTo>
                <a:lnTo>
                  <a:pt x="13414" y="0"/>
                </a:lnTo>
                <a:lnTo>
                  <a:pt x="8048" y="5425"/>
                </a:lnTo>
                <a:lnTo>
                  <a:pt x="8048" y="20401"/>
                </a:lnTo>
                <a:lnTo>
                  <a:pt x="0" y="8138"/>
                </a:ln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12019" y="40802"/>
                </a:lnTo>
                <a:lnTo>
                  <a:pt x="15990" y="53064"/>
                </a:lnTo>
                <a:lnTo>
                  <a:pt x="12019" y="32663"/>
                </a:lnTo>
                <a:lnTo>
                  <a:pt x="24038" y="20401"/>
                </a:lnTo>
                <a:lnTo>
                  <a:pt x="24038" y="28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074776" y="2646690"/>
            <a:ext cx="8048" cy="31686"/>
          </a:xfrm>
          <a:custGeom>
            <a:avLst/>
            <a:gdLst/>
            <a:ahLst/>
            <a:cxnLst/>
            <a:rect l="l" t="t" r="r" b="b"/>
            <a:pathLst>
              <a:path w="8048" h="31686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16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066728" y="2601764"/>
            <a:ext cx="36058" cy="110252"/>
          </a:xfrm>
          <a:custGeom>
            <a:avLst/>
            <a:gdLst/>
            <a:ahLst/>
            <a:cxnLst/>
            <a:rect l="l" t="t" r="r" b="b"/>
            <a:pathLst>
              <a:path w="36058" h="110252">
                <a:moveTo>
                  <a:pt x="24038" y="94918"/>
                </a:moveTo>
                <a:lnTo>
                  <a:pt x="24038" y="89851"/>
                </a:lnTo>
                <a:lnTo>
                  <a:pt x="32087" y="69450"/>
                </a:lnTo>
                <a:lnTo>
                  <a:pt x="32087" y="57188"/>
                </a:lnTo>
                <a:lnTo>
                  <a:pt x="28116" y="28539"/>
                </a:lnTo>
                <a:lnTo>
                  <a:pt x="36058" y="4015"/>
                </a:lnTo>
                <a:lnTo>
                  <a:pt x="24038" y="0"/>
                </a:lnTo>
                <a:lnTo>
                  <a:pt x="24038" y="4015"/>
                </a:lnTo>
                <a:lnTo>
                  <a:pt x="16097" y="4015"/>
                </a:lnTo>
                <a:lnTo>
                  <a:pt x="16097" y="48940"/>
                </a:lnTo>
                <a:lnTo>
                  <a:pt x="16097" y="44925"/>
                </a:lnTo>
                <a:lnTo>
                  <a:pt x="11590" y="73031"/>
                </a:lnTo>
                <a:lnTo>
                  <a:pt x="8048" y="76612"/>
                </a:lnTo>
                <a:lnTo>
                  <a:pt x="0" y="84751"/>
                </a:lnTo>
                <a:lnTo>
                  <a:pt x="0" y="104718"/>
                </a:lnTo>
                <a:lnTo>
                  <a:pt x="5365" y="110252"/>
                </a:lnTo>
                <a:lnTo>
                  <a:pt x="8048" y="81604"/>
                </a:lnTo>
                <a:lnTo>
                  <a:pt x="12019" y="110252"/>
                </a:lnTo>
                <a:lnTo>
                  <a:pt x="18672" y="110252"/>
                </a:lnTo>
                <a:lnTo>
                  <a:pt x="16097" y="57188"/>
                </a:lnTo>
                <a:lnTo>
                  <a:pt x="28116" y="44925"/>
                </a:lnTo>
                <a:lnTo>
                  <a:pt x="24038" y="16277"/>
                </a:lnTo>
                <a:lnTo>
                  <a:pt x="24038" y="8138"/>
                </a:lnTo>
                <a:lnTo>
                  <a:pt x="24038" y="16277"/>
                </a:lnTo>
                <a:lnTo>
                  <a:pt x="28116" y="44925"/>
                </a:lnTo>
                <a:lnTo>
                  <a:pt x="20068" y="69450"/>
                </a:lnTo>
                <a:lnTo>
                  <a:pt x="20497" y="98532"/>
                </a:lnTo>
                <a:lnTo>
                  <a:pt x="24038" y="949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090766" y="2671214"/>
            <a:ext cx="8048" cy="25468"/>
          </a:xfrm>
          <a:custGeom>
            <a:avLst/>
            <a:gdLst/>
            <a:ahLst/>
            <a:cxnLst/>
            <a:rect l="l" t="t" r="r" b="b"/>
            <a:pathLst>
              <a:path w="8048" h="25468">
                <a:moveTo>
                  <a:pt x="8048" y="17254"/>
                </a:moveTo>
                <a:lnTo>
                  <a:pt x="8048" y="0"/>
                </a:lnTo>
                <a:lnTo>
                  <a:pt x="0" y="20401"/>
                </a:lnTo>
                <a:lnTo>
                  <a:pt x="0" y="25468"/>
                </a:lnTo>
                <a:lnTo>
                  <a:pt x="8048" y="172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090766" y="2569101"/>
            <a:ext cx="20068" cy="102113"/>
          </a:xfrm>
          <a:custGeom>
            <a:avLst/>
            <a:gdLst/>
            <a:ahLst/>
            <a:cxnLst/>
            <a:rect l="l" t="t" r="r" b="b"/>
            <a:pathLst>
              <a:path w="20068" h="102113">
                <a:moveTo>
                  <a:pt x="8048" y="89851"/>
                </a:moveTo>
                <a:lnTo>
                  <a:pt x="8048" y="102113"/>
                </a:lnTo>
                <a:lnTo>
                  <a:pt x="16097" y="102113"/>
                </a:lnTo>
                <a:lnTo>
                  <a:pt x="16097" y="48940"/>
                </a:lnTo>
                <a:lnTo>
                  <a:pt x="12019" y="28539"/>
                </a:lnTo>
                <a:lnTo>
                  <a:pt x="20068" y="4015"/>
                </a:lnTo>
                <a:lnTo>
                  <a:pt x="8048" y="0"/>
                </a:lnTo>
                <a:lnTo>
                  <a:pt x="8048" y="4015"/>
                </a:lnTo>
                <a:lnTo>
                  <a:pt x="0" y="4015"/>
                </a:lnTo>
                <a:lnTo>
                  <a:pt x="0" y="32663"/>
                </a:lnTo>
                <a:lnTo>
                  <a:pt x="12019" y="36678"/>
                </a:lnTo>
                <a:lnTo>
                  <a:pt x="8048" y="16277"/>
                </a:lnTo>
                <a:lnTo>
                  <a:pt x="8048" y="8138"/>
                </a:lnTo>
                <a:lnTo>
                  <a:pt x="8048" y="16277"/>
                </a:lnTo>
                <a:lnTo>
                  <a:pt x="12019" y="36678"/>
                </a:lnTo>
                <a:lnTo>
                  <a:pt x="4077" y="61203"/>
                </a:lnTo>
                <a:lnTo>
                  <a:pt x="8048" y="89851"/>
                </a:lnTo>
                <a:lnTo>
                  <a:pt x="8048" y="97990"/>
                </a:lnTo>
                <a:lnTo>
                  <a:pt x="8048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082825" y="2646690"/>
            <a:ext cx="12019" cy="65326"/>
          </a:xfrm>
          <a:custGeom>
            <a:avLst/>
            <a:gdLst/>
            <a:ahLst/>
            <a:cxnLst/>
            <a:rect l="l" t="t" r="r" b="b"/>
            <a:pathLst>
              <a:path w="12019" h="65326">
                <a:moveTo>
                  <a:pt x="7941" y="53064"/>
                </a:moveTo>
                <a:lnTo>
                  <a:pt x="7941" y="49992"/>
                </a:lnTo>
                <a:lnTo>
                  <a:pt x="4399" y="53607"/>
                </a:lnTo>
                <a:lnTo>
                  <a:pt x="3970" y="24524"/>
                </a:lnTo>
                <a:lnTo>
                  <a:pt x="12019" y="0"/>
                </a:lnTo>
                <a:lnTo>
                  <a:pt x="0" y="12262"/>
                </a:lnTo>
                <a:lnTo>
                  <a:pt x="2575" y="65326"/>
                </a:lnTo>
                <a:lnTo>
                  <a:pt x="7941" y="59792"/>
                </a:lnTo>
                <a:lnTo>
                  <a:pt x="7941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184453" y="2234220"/>
            <a:ext cx="6653" cy="44925"/>
          </a:xfrm>
          <a:custGeom>
            <a:avLst/>
            <a:gdLst/>
            <a:ahLst/>
            <a:cxnLst/>
            <a:rect l="l" t="t" r="r" b="b"/>
            <a:pathLst>
              <a:path w="6653" h="44925">
                <a:moveTo>
                  <a:pt x="6653" y="44925"/>
                </a:moveTo>
                <a:lnTo>
                  <a:pt x="2575" y="0"/>
                </a:lnTo>
                <a:lnTo>
                  <a:pt x="0" y="44925"/>
                </a:lnTo>
                <a:lnTo>
                  <a:pt x="6653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211174" y="2001452"/>
            <a:ext cx="64067" cy="171455"/>
          </a:xfrm>
          <a:custGeom>
            <a:avLst/>
            <a:gdLst/>
            <a:ahLst/>
            <a:cxnLst/>
            <a:rect l="l" t="t" r="r" b="b"/>
            <a:pathLst>
              <a:path w="64067" h="171455">
                <a:moveTo>
                  <a:pt x="56125" y="25434"/>
                </a:moveTo>
                <a:lnTo>
                  <a:pt x="64067" y="17254"/>
                </a:lnTo>
                <a:lnTo>
                  <a:pt x="64067" y="0"/>
                </a:lnTo>
                <a:lnTo>
                  <a:pt x="56126" y="20401"/>
                </a:lnTo>
                <a:lnTo>
                  <a:pt x="52584" y="29082"/>
                </a:lnTo>
                <a:lnTo>
                  <a:pt x="48077" y="44817"/>
                </a:lnTo>
                <a:lnTo>
                  <a:pt x="44535" y="53498"/>
                </a:lnTo>
                <a:lnTo>
                  <a:pt x="40028" y="12153"/>
                </a:lnTo>
                <a:lnTo>
                  <a:pt x="40028" y="7162"/>
                </a:lnTo>
                <a:lnTo>
                  <a:pt x="35521" y="27997"/>
                </a:lnTo>
                <a:lnTo>
                  <a:pt x="31979" y="31645"/>
                </a:lnTo>
                <a:lnTo>
                  <a:pt x="24038" y="39825"/>
                </a:lnTo>
                <a:lnTo>
                  <a:pt x="31980" y="36678"/>
                </a:lnTo>
                <a:lnTo>
                  <a:pt x="36058" y="65326"/>
                </a:lnTo>
                <a:lnTo>
                  <a:pt x="40028" y="77589"/>
                </a:lnTo>
                <a:lnTo>
                  <a:pt x="28009" y="89742"/>
                </a:lnTo>
                <a:lnTo>
                  <a:pt x="19960" y="114267"/>
                </a:lnTo>
                <a:lnTo>
                  <a:pt x="24038" y="126529"/>
                </a:lnTo>
                <a:lnTo>
                  <a:pt x="24038" y="134668"/>
                </a:lnTo>
                <a:lnTo>
                  <a:pt x="24038" y="126529"/>
                </a:lnTo>
                <a:lnTo>
                  <a:pt x="19960" y="114267"/>
                </a:lnTo>
                <a:lnTo>
                  <a:pt x="7941" y="118391"/>
                </a:lnTo>
                <a:lnTo>
                  <a:pt x="19960" y="114267"/>
                </a:lnTo>
                <a:lnTo>
                  <a:pt x="7941" y="89742"/>
                </a:lnTo>
                <a:lnTo>
                  <a:pt x="7941" y="114267"/>
                </a:lnTo>
                <a:lnTo>
                  <a:pt x="0" y="114267"/>
                </a:lnTo>
                <a:lnTo>
                  <a:pt x="7941" y="126529"/>
                </a:lnTo>
                <a:lnTo>
                  <a:pt x="12019" y="138792"/>
                </a:lnTo>
                <a:lnTo>
                  <a:pt x="15990" y="159193"/>
                </a:lnTo>
                <a:lnTo>
                  <a:pt x="15990" y="167440"/>
                </a:lnTo>
                <a:lnTo>
                  <a:pt x="24038" y="171455"/>
                </a:lnTo>
                <a:lnTo>
                  <a:pt x="24038" y="138792"/>
                </a:lnTo>
                <a:lnTo>
                  <a:pt x="31980" y="138792"/>
                </a:lnTo>
                <a:lnTo>
                  <a:pt x="31980" y="102005"/>
                </a:lnTo>
                <a:lnTo>
                  <a:pt x="40028" y="89742"/>
                </a:lnTo>
                <a:lnTo>
                  <a:pt x="40028" y="85727"/>
                </a:lnTo>
                <a:lnTo>
                  <a:pt x="40028" y="89742"/>
                </a:lnTo>
                <a:lnTo>
                  <a:pt x="48077" y="89742"/>
                </a:lnTo>
                <a:lnTo>
                  <a:pt x="48077" y="49917"/>
                </a:lnTo>
                <a:lnTo>
                  <a:pt x="56126" y="41778"/>
                </a:lnTo>
                <a:lnTo>
                  <a:pt x="56125" y="254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179087" y="2172908"/>
            <a:ext cx="28009" cy="106237"/>
          </a:xfrm>
          <a:custGeom>
            <a:avLst/>
            <a:gdLst/>
            <a:ahLst/>
            <a:cxnLst/>
            <a:rect l="l" t="t" r="r" b="b"/>
            <a:pathLst>
              <a:path w="28009" h="106237">
                <a:moveTo>
                  <a:pt x="15990" y="20401"/>
                </a:moveTo>
                <a:lnTo>
                  <a:pt x="15990" y="28648"/>
                </a:lnTo>
                <a:lnTo>
                  <a:pt x="15990" y="24524"/>
                </a:lnTo>
                <a:lnTo>
                  <a:pt x="11482" y="52630"/>
                </a:lnTo>
                <a:lnTo>
                  <a:pt x="7941" y="56244"/>
                </a:lnTo>
                <a:lnTo>
                  <a:pt x="0" y="64350"/>
                </a:lnTo>
                <a:lnTo>
                  <a:pt x="0" y="100703"/>
                </a:lnTo>
                <a:lnTo>
                  <a:pt x="5365" y="106237"/>
                </a:lnTo>
                <a:lnTo>
                  <a:pt x="7941" y="61311"/>
                </a:lnTo>
                <a:lnTo>
                  <a:pt x="12019" y="106237"/>
                </a:lnTo>
                <a:lnTo>
                  <a:pt x="18672" y="106237"/>
                </a:lnTo>
                <a:lnTo>
                  <a:pt x="15990" y="36786"/>
                </a:lnTo>
                <a:lnTo>
                  <a:pt x="28009" y="24524"/>
                </a:lnTo>
                <a:lnTo>
                  <a:pt x="24038" y="12262"/>
                </a:lnTo>
                <a:lnTo>
                  <a:pt x="24038" y="0"/>
                </a:lnTo>
                <a:lnTo>
                  <a:pt x="15990" y="0"/>
                </a:lnTo>
                <a:lnTo>
                  <a:pt x="1599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187028" y="2197433"/>
            <a:ext cx="8048" cy="31720"/>
          </a:xfrm>
          <a:custGeom>
            <a:avLst/>
            <a:gdLst/>
            <a:ahLst/>
            <a:cxnLst/>
            <a:rect l="l" t="t" r="r" b="b"/>
            <a:pathLst>
              <a:path w="8048" h="31720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1720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203126" y="2148383"/>
            <a:ext cx="15990" cy="49049"/>
          </a:xfrm>
          <a:custGeom>
            <a:avLst/>
            <a:gdLst/>
            <a:ahLst/>
            <a:cxnLst/>
            <a:rect l="l" t="t" r="r" b="b"/>
            <a:pathLst>
              <a:path w="15990" h="49049">
                <a:moveTo>
                  <a:pt x="0" y="0"/>
                </a:moveTo>
                <a:lnTo>
                  <a:pt x="0" y="36786"/>
                </a:lnTo>
                <a:lnTo>
                  <a:pt x="3970" y="49049"/>
                </a:lnTo>
                <a:lnTo>
                  <a:pt x="15990" y="36786"/>
                </a:lnTo>
                <a:lnTo>
                  <a:pt x="12019" y="24524"/>
                </a:lnTo>
                <a:lnTo>
                  <a:pt x="0" y="28648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235213" y="2038131"/>
            <a:ext cx="15990" cy="53064"/>
          </a:xfrm>
          <a:custGeom>
            <a:avLst/>
            <a:gdLst/>
            <a:ahLst/>
            <a:cxnLst/>
            <a:rect l="l" t="t" r="r" b="b"/>
            <a:pathLst>
              <a:path w="15990" h="53064">
                <a:moveTo>
                  <a:pt x="0" y="16385"/>
                </a:moveTo>
                <a:lnTo>
                  <a:pt x="0" y="40910"/>
                </a:lnTo>
                <a:lnTo>
                  <a:pt x="3970" y="53064"/>
                </a:lnTo>
                <a:lnTo>
                  <a:pt x="15990" y="40910"/>
                </a:lnTo>
                <a:lnTo>
                  <a:pt x="12019" y="28648"/>
                </a:lnTo>
                <a:lnTo>
                  <a:pt x="0" y="32663"/>
                </a:lnTo>
                <a:lnTo>
                  <a:pt x="12019" y="28648"/>
                </a:lnTo>
                <a:lnTo>
                  <a:pt x="7941" y="0"/>
                </a:lnTo>
                <a:lnTo>
                  <a:pt x="0" y="3146"/>
                </a:lnTo>
                <a:lnTo>
                  <a:pt x="0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227164" y="2066779"/>
            <a:ext cx="12019" cy="28539"/>
          </a:xfrm>
          <a:custGeom>
            <a:avLst/>
            <a:gdLst/>
            <a:ahLst/>
            <a:cxnLst/>
            <a:rect l="l" t="t" r="r" b="b"/>
            <a:pathLst>
              <a:path w="12019" h="28539">
                <a:moveTo>
                  <a:pt x="0" y="0"/>
                </a:moveTo>
                <a:lnTo>
                  <a:pt x="0" y="28539"/>
                </a:lnTo>
                <a:lnTo>
                  <a:pt x="12019" y="24416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199048" y="2115720"/>
            <a:ext cx="36165" cy="135319"/>
          </a:xfrm>
          <a:custGeom>
            <a:avLst/>
            <a:gdLst/>
            <a:ahLst/>
            <a:cxnLst/>
            <a:rect l="l" t="t" r="r" b="b"/>
            <a:pathLst>
              <a:path w="36165" h="135319">
                <a:moveTo>
                  <a:pt x="24145" y="32663"/>
                </a:moveTo>
                <a:lnTo>
                  <a:pt x="28116" y="44925"/>
                </a:lnTo>
                <a:lnTo>
                  <a:pt x="24145" y="24524"/>
                </a:lnTo>
                <a:lnTo>
                  <a:pt x="20068" y="12262"/>
                </a:lnTo>
                <a:lnTo>
                  <a:pt x="12126" y="0"/>
                </a:lnTo>
                <a:lnTo>
                  <a:pt x="12126" y="44925"/>
                </a:lnTo>
                <a:lnTo>
                  <a:pt x="16097" y="57188"/>
                </a:lnTo>
                <a:lnTo>
                  <a:pt x="20068" y="69450"/>
                </a:lnTo>
                <a:lnTo>
                  <a:pt x="8048" y="81712"/>
                </a:lnTo>
                <a:lnTo>
                  <a:pt x="0" y="106237"/>
                </a:lnTo>
                <a:lnTo>
                  <a:pt x="536" y="135319"/>
                </a:lnTo>
                <a:lnTo>
                  <a:pt x="4077" y="131705"/>
                </a:lnTo>
                <a:lnTo>
                  <a:pt x="12126" y="123491"/>
                </a:lnTo>
                <a:lnTo>
                  <a:pt x="4077" y="126638"/>
                </a:lnTo>
                <a:lnTo>
                  <a:pt x="12126" y="106237"/>
                </a:lnTo>
                <a:lnTo>
                  <a:pt x="12126" y="93975"/>
                </a:lnTo>
                <a:lnTo>
                  <a:pt x="20068" y="81712"/>
                </a:lnTo>
                <a:lnTo>
                  <a:pt x="20068" y="77589"/>
                </a:lnTo>
                <a:lnTo>
                  <a:pt x="20068" y="81712"/>
                </a:lnTo>
                <a:lnTo>
                  <a:pt x="28116" y="81712"/>
                </a:lnTo>
                <a:lnTo>
                  <a:pt x="28116" y="57188"/>
                </a:lnTo>
                <a:lnTo>
                  <a:pt x="36165" y="57188"/>
                </a:lnTo>
                <a:lnTo>
                  <a:pt x="28116" y="53172"/>
                </a:lnTo>
                <a:lnTo>
                  <a:pt x="28116" y="44925"/>
                </a:lnTo>
                <a:lnTo>
                  <a:pt x="24145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219116" y="2091195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524"/>
                </a:lnTo>
                <a:lnTo>
                  <a:pt x="20068" y="0"/>
                </a:lnTo>
                <a:lnTo>
                  <a:pt x="8048" y="4123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243154" y="2091195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509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243154" y="2008614"/>
            <a:ext cx="8048" cy="24483"/>
          </a:xfrm>
          <a:custGeom>
            <a:avLst/>
            <a:gdLst/>
            <a:ahLst/>
            <a:cxnLst/>
            <a:rect l="l" t="t" r="r" b="b"/>
            <a:pathLst>
              <a:path w="8048" h="24483">
                <a:moveTo>
                  <a:pt x="3541" y="20835"/>
                </a:moveTo>
                <a:lnTo>
                  <a:pt x="8048" y="0"/>
                </a:lnTo>
                <a:lnTo>
                  <a:pt x="0" y="8138"/>
                </a:lnTo>
                <a:lnTo>
                  <a:pt x="0" y="24483"/>
                </a:lnTo>
                <a:lnTo>
                  <a:pt x="3541" y="208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251203" y="1964665"/>
            <a:ext cx="40136" cy="90285"/>
          </a:xfrm>
          <a:custGeom>
            <a:avLst/>
            <a:gdLst/>
            <a:ahLst/>
            <a:cxnLst/>
            <a:rect l="l" t="t" r="r" b="b"/>
            <a:pathLst>
              <a:path w="40136" h="90285">
                <a:moveTo>
                  <a:pt x="0" y="43949"/>
                </a:moveTo>
                <a:lnTo>
                  <a:pt x="0" y="48940"/>
                </a:lnTo>
                <a:lnTo>
                  <a:pt x="4507" y="90285"/>
                </a:lnTo>
                <a:lnTo>
                  <a:pt x="8048" y="81604"/>
                </a:lnTo>
                <a:lnTo>
                  <a:pt x="12555" y="65869"/>
                </a:lnTo>
                <a:lnTo>
                  <a:pt x="16097" y="57188"/>
                </a:lnTo>
                <a:lnTo>
                  <a:pt x="24038" y="36786"/>
                </a:lnTo>
                <a:lnTo>
                  <a:pt x="24038" y="32663"/>
                </a:lnTo>
                <a:lnTo>
                  <a:pt x="24038" y="36786"/>
                </a:lnTo>
                <a:lnTo>
                  <a:pt x="32087" y="36786"/>
                </a:lnTo>
                <a:lnTo>
                  <a:pt x="32087" y="12262"/>
                </a:lnTo>
                <a:lnTo>
                  <a:pt x="40136" y="12262"/>
                </a:lnTo>
                <a:lnTo>
                  <a:pt x="32087" y="8138"/>
                </a:lnTo>
                <a:lnTo>
                  <a:pt x="32087" y="0"/>
                </a:lnTo>
                <a:lnTo>
                  <a:pt x="20068" y="12262"/>
                </a:lnTo>
                <a:lnTo>
                  <a:pt x="24038" y="24524"/>
                </a:lnTo>
                <a:lnTo>
                  <a:pt x="12019" y="36786"/>
                </a:lnTo>
                <a:lnTo>
                  <a:pt x="8048" y="24524"/>
                </a:lnTo>
                <a:lnTo>
                  <a:pt x="8048" y="12262"/>
                </a:lnTo>
                <a:lnTo>
                  <a:pt x="3541" y="40368"/>
                </a:lnTo>
                <a:lnTo>
                  <a:pt x="0" y="439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251203" y="1976928"/>
            <a:ext cx="8048" cy="31686"/>
          </a:xfrm>
          <a:custGeom>
            <a:avLst/>
            <a:gdLst/>
            <a:ahLst/>
            <a:cxnLst/>
            <a:rect l="l" t="t" r="r" b="b"/>
            <a:pathLst>
              <a:path w="8048" h="31686">
                <a:moveTo>
                  <a:pt x="3541" y="28105"/>
                </a:moveTo>
                <a:lnTo>
                  <a:pt x="8048" y="0"/>
                </a:lnTo>
                <a:lnTo>
                  <a:pt x="0" y="0"/>
                </a:lnTo>
                <a:lnTo>
                  <a:pt x="0" y="316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283290" y="1887076"/>
            <a:ext cx="5365" cy="23472"/>
          </a:xfrm>
          <a:custGeom>
            <a:avLst/>
            <a:gdLst/>
            <a:ahLst/>
            <a:cxnLst/>
            <a:rect l="l" t="t" r="r" b="b"/>
            <a:pathLst>
              <a:path w="5365" h="23472">
                <a:moveTo>
                  <a:pt x="3541" y="19858"/>
                </a:moveTo>
                <a:lnTo>
                  <a:pt x="5365" y="0"/>
                </a:lnTo>
                <a:lnTo>
                  <a:pt x="0" y="5425"/>
                </a:lnTo>
                <a:lnTo>
                  <a:pt x="0" y="23472"/>
                </a:lnTo>
                <a:lnTo>
                  <a:pt x="3541" y="198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283290" y="1915616"/>
            <a:ext cx="16097" cy="61311"/>
          </a:xfrm>
          <a:custGeom>
            <a:avLst/>
            <a:gdLst/>
            <a:ahLst/>
            <a:cxnLst/>
            <a:rect l="l" t="t" r="r" b="b"/>
            <a:pathLst>
              <a:path w="16097" h="61311">
                <a:moveTo>
                  <a:pt x="16097" y="13205"/>
                </a:moveTo>
                <a:lnTo>
                  <a:pt x="16097" y="8138"/>
                </a:lnTo>
                <a:lnTo>
                  <a:pt x="12555" y="16820"/>
                </a:lnTo>
                <a:lnTo>
                  <a:pt x="8048" y="32663"/>
                </a:lnTo>
                <a:lnTo>
                  <a:pt x="4507" y="41344"/>
                </a:lnTo>
                <a:lnTo>
                  <a:pt x="0" y="0"/>
                </a:lnTo>
                <a:lnTo>
                  <a:pt x="0" y="57188"/>
                </a:lnTo>
                <a:lnTo>
                  <a:pt x="8048" y="61311"/>
                </a:lnTo>
                <a:lnTo>
                  <a:pt x="8048" y="37763"/>
                </a:lnTo>
                <a:lnTo>
                  <a:pt x="16097" y="29624"/>
                </a:lnTo>
                <a:lnTo>
                  <a:pt x="16097" y="1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259252" y="1887076"/>
            <a:ext cx="48077" cy="114376"/>
          </a:xfrm>
          <a:custGeom>
            <a:avLst/>
            <a:gdLst/>
            <a:ahLst/>
            <a:cxnLst/>
            <a:rect l="l" t="t" r="r" b="b"/>
            <a:pathLst>
              <a:path w="48077" h="114376">
                <a:moveTo>
                  <a:pt x="48077" y="5425"/>
                </a:moveTo>
                <a:lnTo>
                  <a:pt x="42711" y="0"/>
                </a:lnTo>
                <a:lnTo>
                  <a:pt x="29404" y="0"/>
                </a:lnTo>
                <a:lnTo>
                  <a:pt x="27580" y="19858"/>
                </a:lnTo>
                <a:lnTo>
                  <a:pt x="24038" y="23472"/>
                </a:lnTo>
                <a:lnTo>
                  <a:pt x="15990" y="31686"/>
                </a:lnTo>
                <a:lnTo>
                  <a:pt x="15989" y="48031"/>
                </a:lnTo>
                <a:lnTo>
                  <a:pt x="8048" y="56211"/>
                </a:lnTo>
                <a:lnTo>
                  <a:pt x="15990" y="53064"/>
                </a:lnTo>
                <a:lnTo>
                  <a:pt x="20068" y="65326"/>
                </a:lnTo>
                <a:lnTo>
                  <a:pt x="19531" y="44383"/>
                </a:lnTo>
                <a:lnTo>
                  <a:pt x="20068" y="65326"/>
                </a:lnTo>
                <a:lnTo>
                  <a:pt x="8048" y="77589"/>
                </a:lnTo>
                <a:lnTo>
                  <a:pt x="8048" y="65326"/>
                </a:lnTo>
                <a:lnTo>
                  <a:pt x="0" y="65326"/>
                </a:lnTo>
                <a:lnTo>
                  <a:pt x="0" y="102113"/>
                </a:lnTo>
                <a:lnTo>
                  <a:pt x="3970" y="114376"/>
                </a:lnTo>
                <a:lnTo>
                  <a:pt x="15990" y="102113"/>
                </a:lnTo>
                <a:lnTo>
                  <a:pt x="12019" y="89851"/>
                </a:lnTo>
                <a:lnTo>
                  <a:pt x="0" y="93866"/>
                </a:lnTo>
                <a:lnTo>
                  <a:pt x="12019" y="89851"/>
                </a:lnTo>
                <a:lnTo>
                  <a:pt x="24038" y="77589"/>
                </a:lnTo>
                <a:lnTo>
                  <a:pt x="24038" y="28539"/>
                </a:lnTo>
                <a:lnTo>
                  <a:pt x="28545" y="69884"/>
                </a:lnTo>
                <a:lnTo>
                  <a:pt x="32087" y="61203"/>
                </a:lnTo>
                <a:lnTo>
                  <a:pt x="36594" y="45359"/>
                </a:lnTo>
                <a:lnTo>
                  <a:pt x="40136" y="36678"/>
                </a:lnTo>
                <a:lnTo>
                  <a:pt x="40135" y="41745"/>
                </a:lnTo>
                <a:lnTo>
                  <a:pt x="48077" y="33640"/>
                </a:lnTo>
                <a:lnTo>
                  <a:pt x="48077" y="54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267300" y="1940141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7941" y="0"/>
                </a:moveTo>
                <a:lnTo>
                  <a:pt x="0" y="3146"/>
                </a:lnTo>
                <a:lnTo>
                  <a:pt x="0" y="24524"/>
                </a:lnTo>
                <a:lnTo>
                  <a:pt x="12019" y="12262"/>
                </a:lnTo>
                <a:lnTo>
                  <a:pt x="0" y="16385"/>
                </a:lnTo>
                <a:lnTo>
                  <a:pt x="12019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211174" y="2197433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7941" y="4123"/>
                </a:moveTo>
                <a:lnTo>
                  <a:pt x="7941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24524"/>
                </a:lnTo>
                <a:lnTo>
                  <a:pt x="0" y="20401"/>
                </a:lnTo>
                <a:lnTo>
                  <a:pt x="7941" y="24524"/>
                </a:lnTo>
                <a:lnTo>
                  <a:pt x="7941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195077" y="2197433"/>
            <a:ext cx="12019" cy="81712"/>
          </a:xfrm>
          <a:custGeom>
            <a:avLst/>
            <a:gdLst/>
            <a:ahLst/>
            <a:cxnLst/>
            <a:rect l="l" t="t" r="r" b="b"/>
            <a:pathLst>
              <a:path w="12019" h="81712">
                <a:moveTo>
                  <a:pt x="12019" y="0"/>
                </a:moveTo>
                <a:lnTo>
                  <a:pt x="0" y="12262"/>
                </a:lnTo>
                <a:lnTo>
                  <a:pt x="2682" y="81712"/>
                </a:lnTo>
                <a:lnTo>
                  <a:pt x="8048" y="76178"/>
                </a:lnTo>
                <a:lnTo>
                  <a:pt x="8048" y="49992"/>
                </a:lnTo>
                <a:lnTo>
                  <a:pt x="4507" y="53607"/>
                </a:lnTo>
                <a:lnTo>
                  <a:pt x="3970" y="24524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203126" y="2221957"/>
            <a:ext cx="8048" cy="20401"/>
          </a:xfrm>
          <a:custGeom>
            <a:avLst/>
            <a:gdLst/>
            <a:ahLst/>
            <a:cxnLst/>
            <a:rect l="l" t="t" r="r" b="b"/>
            <a:pathLst>
              <a:path w="8048" h="20401">
                <a:moveTo>
                  <a:pt x="8048" y="0"/>
                </a:moveTo>
                <a:lnTo>
                  <a:pt x="0" y="20401"/>
                </a:lnTo>
                <a:lnTo>
                  <a:pt x="8048" y="17254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299388" y="1829888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387601" y="1601136"/>
            <a:ext cx="8048" cy="16385"/>
          </a:xfrm>
          <a:custGeom>
            <a:avLst/>
            <a:gdLst/>
            <a:ahLst/>
            <a:cxnLst/>
            <a:rect l="l" t="t" r="r" b="b"/>
            <a:pathLst>
              <a:path w="8048" h="16385">
                <a:moveTo>
                  <a:pt x="0" y="16385"/>
                </a:moveTo>
                <a:lnTo>
                  <a:pt x="8048" y="12262"/>
                </a:lnTo>
                <a:lnTo>
                  <a:pt x="0" y="0"/>
                </a:lnTo>
                <a:lnTo>
                  <a:pt x="0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367533" y="1617522"/>
            <a:ext cx="28116" cy="89851"/>
          </a:xfrm>
          <a:custGeom>
            <a:avLst/>
            <a:gdLst/>
            <a:ahLst/>
            <a:cxnLst/>
            <a:rect l="l" t="t" r="r" b="b"/>
            <a:pathLst>
              <a:path w="28116" h="89851">
                <a:moveTo>
                  <a:pt x="20068" y="65326"/>
                </a:moveTo>
                <a:lnTo>
                  <a:pt x="20068" y="53064"/>
                </a:lnTo>
                <a:lnTo>
                  <a:pt x="28116" y="65326"/>
                </a:lnTo>
                <a:lnTo>
                  <a:pt x="28116" y="48940"/>
                </a:lnTo>
                <a:lnTo>
                  <a:pt x="16097" y="48940"/>
                </a:lnTo>
                <a:lnTo>
                  <a:pt x="16097" y="40802"/>
                </a:lnTo>
                <a:lnTo>
                  <a:pt x="3970" y="44925"/>
                </a:lnTo>
                <a:lnTo>
                  <a:pt x="16097" y="40802"/>
                </a:lnTo>
                <a:lnTo>
                  <a:pt x="28116" y="36786"/>
                </a:lnTo>
                <a:lnTo>
                  <a:pt x="24038" y="24524"/>
                </a:lnTo>
                <a:lnTo>
                  <a:pt x="20068" y="12262"/>
                </a:lnTo>
                <a:lnTo>
                  <a:pt x="20067" y="0"/>
                </a:lnTo>
                <a:lnTo>
                  <a:pt x="12019" y="0"/>
                </a:lnTo>
                <a:lnTo>
                  <a:pt x="12019" y="24524"/>
                </a:lnTo>
                <a:lnTo>
                  <a:pt x="3970" y="24524"/>
                </a:lnTo>
                <a:lnTo>
                  <a:pt x="3970" y="40802"/>
                </a:lnTo>
                <a:lnTo>
                  <a:pt x="12019" y="36786"/>
                </a:lnTo>
                <a:lnTo>
                  <a:pt x="12019" y="28539"/>
                </a:lnTo>
                <a:lnTo>
                  <a:pt x="12019" y="36786"/>
                </a:lnTo>
                <a:lnTo>
                  <a:pt x="3970" y="40802"/>
                </a:lnTo>
                <a:lnTo>
                  <a:pt x="3970" y="53064"/>
                </a:lnTo>
                <a:lnTo>
                  <a:pt x="8048" y="65326"/>
                </a:lnTo>
                <a:lnTo>
                  <a:pt x="12019" y="77589"/>
                </a:lnTo>
                <a:lnTo>
                  <a:pt x="12019" y="85727"/>
                </a:lnTo>
                <a:lnTo>
                  <a:pt x="12019" y="77589"/>
                </a:lnTo>
                <a:lnTo>
                  <a:pt x="0" y="81712"/>
                </a:lnTo>
                <a:lnTo>
                  <a:pt x="0" y="89851"/>
                </a:lnTo>
                <a:lnTo>
                  <a:pt x="20068" y="89851"/>
                </a:lnTo>
                <a:lnTo>
                  <a:pt x="20068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283290" y="1878829"/>
            <a:ext cx="24038" cy="32771"/>
          </a:xfrm>
          <a:custGeom>
            <a:avLst/>
            <a:gdLst/>
            <a:ahLst/>
            <a:cxnLst/>
            <a:rect l="l" t="t" r="r" b="b"/>
            <a:pathLst>
              <a:path w="24038" h="32771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771"/>
                </a:lnTo>
                <a:lnTo>
                  <a:pt x="18672" y="32771"/>
                </a:lnTo>
                <a:lnTo>
                  <a:pt x="24038" y="272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291339" y="1854413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416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315378" y="1854413"/>
            <a:ext cx="8048" cy="24416"/>
          </a:xfrm>
          <a:custGeom>
            <a:avLst/>
            <a:gdLst/>
            <a:ahLst/>
            <a:cxnLst/>
            <a:rect l="l" t="t" r="r" b="b"/>
            <a:pathLst>
              <a:path w="8048" h="24416">
                <a:moveTo>
                  <a:pt x="8048" y="4015"/>
                </a:moveTo>
                <a:lnTo>
                  <a:pt x="8048" y="0"/>
                </a:lnTo>
                <a:lnTo>
                  <a:pt x="0" y="12262"/>
                </a:lnTo>
                <a:lnTo>
                  <a:pt x="0" y="24416"/>
                </a:lnTo>
                <a:lnTo>
                  <a:pt x="8048" y="24416"/>
                </a:lnTo>
                <a:lnTo>
                  <a:pt x="0" y="20401"/>
                </a:lnTo>
                <a:lnTo>
                  <a:pt x="8048" y="24416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307329" y="1789086"/>
            <a:ext cx="32087" cy="53064"/>
          </a:xfrm>
          <a:custGeom>
            <a:avLst/>
            <a:gdLst/>
            <a:ahLst/>
            <a:cxnLst/>
            <a:rect l="l" t="t" r="r" b="b"/>
            <a:pathLst>
              <a:path w="32087" h="53064">
                <a:moveTo>
                  <a:pt x="32087" y="33640"/>
                </a:moveTo>
                <a:lnTo>
                  <a:pt x="32087" y="24416"/>
                </a:lnTo>
                <a:lnTo>
                  <a:pt x="20068" y="24416"/>
                </a:lnTo>
                <a:lnTo>
                  <a:pt x="16097" y="12153"/>
                </a:lnTo>
                <a:lnTo>
                  <a:pt x="16097" y="0"/>
                </a:lnTo>
                <a:lnTo>
                  <a:pt x="11590" y="19858"/>
                </a:lnTo>
                <a:lnTo>
                  <a:pt x="8048" y="23439"/>
                </a:lnTo>
                <a:lnTo>
                  <a:pt x="0" y="31578"/>
                </a:lnTo>
                <a:lnTo>
                  <a:pt x="8048" y="28539"/>
                </a:lnTo>
                <a:lnTo>
                  <a:pt x="12126" y="40802"/>
                </a:lnTo>
                <a:lnTo>
                  <a:pt x="16097" y="53064"/>
                </a:lnTo>
                <a:lnTo>
                  <a:pt x="20604" y="45359"/>
                </a:lnTo>
                <a:lnTo>
                  <a:pt x="24145" y="36678"/>
                </a:lnTo>
                <a:lnTo>
                  <a:pt x="32087" y="33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315378" y="1789086"/>
            <a:ext cx="8048" cy="23439"/>
          </a:xfrm>
          <a:custGeom>
            <a:avLst/>
            <a:gdLst/>
            <a:ahLst/>
            <a:cxnLst/>
            <a:rect l="l" t="t" r="r" b="b"/>
            <a:pathLst>
              <a:path w="8048" h="23439">
                <a:moveTo>
                  <a:pt x="3541" y="19858"/>
                </a:moveTo>
                <a:lnTo>
                  <a:pt x="8048" y="0"/>
                </a:lnTo>
                <a:lnTo>
                  <a:pt x="0" y="0"/>
                </a:lnTo>
                <a:lnTo>
                  <a:pt x="0" y="23439"/>
                </a:lnTo>
                <a:lnTo>
                  <a:pt x="3541" y="198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291339" y="1817626"/>
            <a:ext cx="48077" cy="85727"/>
          </a:xfrm>
          <a:custGeom>
            <a:avLst/>
            <a:gdLst/>
            <a:ahLst/>
            <a:cxnLst/>
            <a:rect l="l" t="t" r="r" b="b"/>
            <a:pathLst>
              <a:path w="48077" h="85727">
                <a:moveTo>
                  <a:pt x="40135" y="13205"/>
                </a:moveTo>
                <a:lnTo>
                  <a:pt x="48077" y="5100"/>
                </a:lnTo>
                <a:lnTo>
                  <a:pt x="40136" y="8138"/>
                </a:lnTo>
                <a:lnTo>
                  <a:pt x="36594" y="16820"/>
                </a:lnTo>
                <a:lnTo>
                  <a:pt x="32087" y="24524"/>
                </a:lnTo>
                <a:lnTo>
                  <a:pt x="28116" y="12262"/>
                </a:lnTo>
                <a:lnTo>
                  <a:pt x="15990" y="16385"/>
                </a:lnTo>
                <a:lnTo>
                  <a:pt x="28116" y="12262"/>
                </a:lnTo>
                <a:lnTo>
                  <a:pt x="24038" y="0"/>
                </a:lnTo>
                <a:lnTo>
                  <a:pt x="15990" y="3038"/>
                </a:lnTo>
                <a:lnTo>
                  <a:pt x="15990" y="24524"/>
                </a:lnTo>
                <a:lnTo>
                  <a:pt x="20068" y="36786"/>
                </a:lnTo>
                <a:lnTo>
                  <a:pt x="8048" y="40802"/>
                </a:lnTo>
                <a:lnTo>
                  <a:pt x="20068" y="36786"/>
                </a:lnTo>
                <a:lnTo>
                  <a:pt x="8048" y="12262"/>
                </a:lnTo>
                <a:lnTo>
                  <a:pt x="8048" y="49049"/>
                </a:lnTo>
                <a:lnTo>
                  <a:pt x="12019" y="61203"/>
                </a:lnTo>
                <a:lnTo>
                  <a:pt x="15990" y="73465"/>
                </a:lnTo>
                <a:lnTo>
                  <a:pt x="15990" y="81712"/>
                </a:lnTo>
                <a:lnTo>
                  <a:pt x="15990" y="73465"/>
                </a:lnTo>
                <a:lnTo>
                  <a:pt x="12019" y="61203"/>
                </a:lnTo>
                <a:lnTo>
                  <a:pt x="0" y="65326"/>
                </a:lnTo>
                <a:lnTo>
                  <a:pt x="12019" y="61203"/>
                </a:lnTo>
                <a:lnTo>
                  <a:pt x="0" y="36786"/>
                </a:lnTo>
                <a:lnTo>
                  <a:pt x="0" y="73465"/>
                </a:lnTo>
                <a:lnTo>
                  <a:pt x="3970" y="85727"/>
                </a:lnTo>
                <a:lnTo>
                  <a:pt x="24038" y="85727"/>
                </a:lnTo>
                <a:lnTo>
                  <a:pt x="24038" y="49049"/>
                </a:lnTo>
                <a:lnTo>
                  <a:pt x="32087" y="36786"/>
                </a:lnTo>
                <a:lnTo>
                  <a:pt x="32087" y="32663"/>
                </a:lnTo>
                <a:lnTo>
                  <a:pt x="32087" y="36786"/>
                </a:lnTo>
                <a:lnTo>
                  <a:pt x="40136" y="36786"/>
                </a:lnTo>
                <a:lnTo>
                  <a:pt x="40135" y="1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323426" y="1764561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347465" y="1764561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015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339416" y="1699235"/>
            <a:ext cx="40136" cy="53064"/>
          </a:xfrm>
          <a:custGeom>
            <a:avLst/>
            <a:gdLst/>
            <a:ahLst/>
            <a:cxnLst/>
            <a:rect l="l" t="t" r="r" b="b"/>
            <a:pathLst>
              <a:path w="40136" h="53064">
                <a:moveTo>
                  <a:pt x="32087" y="33640"/>
                </a:moveTo>
                <a:lnTo>
                  <a:pt x="32087" y="20401"/>
                </a:lnTo>
                <a:lnTo>
                  <a:pt x="32087" y="24416"/>
                </a:lnTo>
                <a:lnTo>
                  <a:pt x="40136" y="24416"/>
                </a:lnTo>
                <a:lnTo>
                  <a:pt x="32087" y="12153"/>
                </a:lnTo>
                <a:lnTo>
                  <a:pt x="20068" y="24416"/>
                </a:lnTo>
                <a:lnTo>
                  <a:pt x="16097" y="12153"/>
                </a:lnTo>
                <a:lnTo>
                  <a:pt x="16097" y="0"/>
                </a:lnTo>
                <a:lnTo>
                  <a:pt x="11590" y="19858"/>
                </a:lnTo>
                <a:lnTo>
                  <a:pt x="8048" y="23472"/>
                </a:lnTo>
                <a:lnTo>
                  <a:pt x="0" y="31686"/>
                </a:lnTo>
                <a:lnTo>
                  <a:pt x="8048" y="28539"/>
                </a:lnTo>
                <a:lnTo>
                  <a:pt x="12126" y="40802"/>
                </a:lnTo>
                <a:lnTo>
                  <a:pt x="16097" y="53064"/>
                </a:lnTo>
                <a:lnTo>
                  <a:pt x="20604" y="45359"/>
                </a:lnTo>
                <a:lnTo>
                  <a:pt x="24145" y="36678"/>
                </a:lnTo>
                <a:lnTo>
                  <a:pt x="32087" y="33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347465" y="1699235"/>
            <a:ext cx="8048" cy="23472"/>
          </a:xfrm>
          <a:custGeom>
            <a:avLst/>
            <a:gdLst/>
            <a:ahLst/>
            <a:cxnLst/>
            <a:rect l="l" t="t" r="r" b="b"/>
            <a:pathLst>
              <a:path w="8048" h="23472">
                <a:moveTo>
                  <a:pt x="3541" y="19858"/>
                </a:moveTo>
                <a:lnTo>
                  <a:pt x="8048" y="0"/>
                </a:lnTo>
                <a:lnTo>
                  <a:pt x="0" y="0"/>
                </a:lnTo>
                <a:lnTo>
                  <a:pt x="0" y="23472"/>
                </a:lnTo>
                <a:lnTo>
                  <a:pt x="3541" y="198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323426" y="1727774"/>
            <a:ext cx="48077" cy="85727"/>
          </a:xfrm>
          <a:custGeom>
            <a:avLst/>
            <a:gdLst/>
            <a:ahLst/>
            <a:cxnLst/>
            <a:rect l="l" t="t" r="r" b="b"/>
            <a:pathLst>
              <a:path w="48077" h="85727">
                <a:moveTo>
                  <a:pt x="40135" y="13205"/>
                </a:moveTo>
                <a:lnTo>
                  <a:pt x="48077" y="5100"/>
                </a:lnTo>
                <a:lnTo>
                  <a:pt x="40136" y="8138"/>
                </a:lnTo>
                <a:lnTo>
                  <a:pt x="36594" y="16820"/>
                </a:lnTo>
                <a:lnTo>
                  <a:pt x="32087" y="24524"/>
                </a:lnTo>
                <a:lnTo>
                  <a:pt x="28116" y="12262"/>
                </a:lnTo>
                <a:lnTo>
                  <a:pt x="15990" y="16385"/>
                </a:lnTo>
                <a:lnTo>
                  <a:pt x="28116" y="12262"/>
                </a:lnTo>
                <a:lnTo>
                  <a:pt x="24038" y="0"/>
                </a:lnTo>
                <a:lnTo>
                  <a:pt x="15990" y="3146"/>
                </a:lnTo>
                <a:lnTo>
                  <a:pt x="15990" y="24524"/>
                </a:lnTo>
                <a:lnTo>
                  <a:pt x="20068" y="36786"/>
                </a:lnTo>
                <a:lnTo>
                  <a:pt x="8048" y="40802"/>
                </a:lnTo>
                <a:lnTo>
                  <a:pt x="20068" y="36786"/>
                </a:lnTo>
                <a:lnTo>
                  <a:pt x="8048" y="12262"/>
                </a:lnTo>
                <a:lnTo>
                  <a:pt x="8048" y="49049"/>
                </a:lnTo>
                <a:lnTo>
                  <a:pt x="12019" y="61311"/>
                </a:lnTo>
                <a:lnTo>
                  <a:pt x="15990" y="73465"/>
                </a:lnTo>
                <a:lnTo>
                  <a:pt x="15990" y="81712"/>
                </a:lnTo>
                <a:lnTo>
                  <a:pt x="15990" y="73465"/>
                </a:lnTo>
                <a:lnTo>
                  <a:pt x="12019" y="61311"/>
                </a:lnTo>
                <a:lnTo>
                  <a:pt x="0" y="65326"/>
                </a:lnTo>
                <a:lnTo>
                  <a:pt x="12019" y="61311"/>
                </a:lnTo>
                <a:lnTo>
                  <a:pt x="0" y="36786"/>
                </a:lnTo>
                <a:lnTo>
                  <a:pt x="0" y="73465"/>
                </a:lnTo>
                <a:lnTo>
                  <a:pt x="3970" y="85727"/>
                </a:lnTo>
                <a:lnTo>
                  <a:pt x="24038" y="85727"/>
                </a:lnTo>
                <a:lnTo>
                  <a:pt x="24038" y="49049"/>
                </a:lnTo>
                <a:lnTo>
                  <a:pt x="32087" y="36786"/>
                </a:lnTo>
                <a:lnTo>
                  <a:pt x="32087" y="32663"/>
                </a:lnTo>
                <a:lnTo>
                  <a:pt x="32087" y="36786"/>
                </a:lnTo>
                <a:lnTo>
                  <a:pt x="40136" y="36786"/>
                </a:lnTo>
                <a:lnTo>
                  <a:pt x="40135" y="1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355514" y="1658324"/>
            <a:ext cx="24038" cy="65326"/>
          </a:xfrm>
          <a:custGeom>
            <a:avLst/>
            <a:gdLst/>
            <a:ahLst/>
            <a:cxnLst/>
            <a:rect l="l" t="t" r="r" b="b"/>
            <a:pathLst>
              <a:path w="24038" h="65326">
                <a:moveTo>
                  <a:pt x="8048" y="0"/>
                </a:moveTo>
                <a:lnTo>
                  <a:pt x="8048" y="24524"/>
                </a:lnTo>
                <a:lnTo>
                  <a:pt x="0" y="24524"/>
                </a:lnTo>
                <a:lnTo>
                  <a:pt x="0" y="40910"/>
                </a:lnTo>
                <a:lnTo>
                  <a:pt x="8048" y="36787"/>
                </a:lnTo>
                <a:lnTo>
                  <a:pt x="8048" y="28648"/>
                </a:lnTo>
                <a:lnTo>
                  <a:pt x="8048" y="36787"/>
                </a:lnTo>
                <a:lnTo>
                  <a:pt x="0" y="40910"/>
                </a:ln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24038" y="65326"/>
                </a:lnTo>
                <a:lnTo>
                  <a:pt x="24038" y="49049"/>
                </a:lnTo>
                <a:lnTo>
                  <a:pt x="12019" y="49049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24038" y="36787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387601" y="1670586"/>
            <a:ext cx="8048" cy="12262"/>
          </a:xfrm>
          <a:custGeom>
            <a:avLst/>
            <a:gdLst/>
            <a:ahLst/>
            <a:cxnLst/>
            <a:rect l="l" t="t" r="r" b="b"/>
            <a:pathLst>
              <a:path w="8048" h="12262">
                <a:moveTo>
                  <a:pt x="0" y="8138"/>
                </a:moveTo>
                <a:lnTo>
                  <a:pt x="0" y="0"/>
                </a:lnTo>
                <a:lnTo>
                  <a:pt x="0" y="12262"/>
                </a:lnTo>
                <a:lnTo>
                  <a:pt x="8048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383630" y="1592997"/>
            <a:ext cx="36058" cy="73465"/>
          </a:xfrm>
          <a:custGeom>
            <a:avLst/>
            <a:gdLst/>
            <a:ahLst/>
            <a:cxnLst/>
            <a:rect l="l" t="t" r="r" b="b"/>
            <a:pathLst>
              <a:path w="36058" h="73465">
                <a:moveTo>
                  <a:pt x="28009" y="32663"/>
                </a:moveTo>
                <a:lnTo>
                  <a:pt x="36058" y="32663"/>
                </a:lnTo>
                <a:lnTo>
                  <a:pt x="36058" y="5534"/>
                </a:lnTo>
                <a:lnTo>
                  <a:pt x="30692" y="0"/>
                </a:lnTo>
                <a:lnTo>
                  <a:pt x="17385" y="0"/>
                </a:lnTo>
                <a:lnTo>
                  <a:pt x="12019" y="5534"/>
                </a:lnTo>
                <a:lnTo>
                  <a:pt x="24038" y="8138"/>
                </a:lnTo>
                <a:lnTo>
                  <a:pt x="28009" y="20401"/>
                </a:lnTo>
                <a:lnTo>
                  <a:pt x="15990" y="32663"/>
                </a:lnTo>
                <a:lnTo>
                  <a:pt x="7941" y="49049"/>
                </a:lnTo>
                <a:lnTo>
                  <a:pt x="12019" y="61311"/>
                </a:lnTo>
                <a:lnTo>
                  <a:pt x="12019" y="69450"/>
                </a:lnTo>
                <a:lnTo>
                  <a:pt x="12019" y="61311"/>
                </a:lnTo>
                <a:lnTo>
                  <a:pt x="0" y="65326"/>
                </a:lnTo>
                <a:lnTo>
                  <a:pt x="0" y="73465"/>
                </a:lnTo>
                <a:lnTo>
                  <a:pt x="19960" y="73465"/>
                </a:lnTo>
                <a:lnTo>
                  <a:pt x="19960" y="36786"/>
                </a:lnTo>
                <a:lnTo>
                  <a:pt x="28009" y="32663"/>
                </a:lnTo>
                <a:lnTo>
                  <a:pt x="28009" y="28648"/>
                </a:lnTo>
                <a:lnTo>
                  <a:pt x="2800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387601" y="1598532"/>
            <a:ext cx="20068" cy="43515"/>
          </a:xfrm>
          <a:custGeom>
            <a:avLst/>
            <a:gdLst/>
            <a:ahLst/>
            <a:cxnLst/>
            <a:rect l="l" t="t" r="r" b="b"/>
            <a:pathLst>
              <a:path w="20068" h="43515">
                <a:moveTo>
                  <a:pt x="0" y="2604"/>
                </a:moveTo>
                <a:lnTo>
                  <a:pt x="8048" y="14866"/>
                </a:lnTo>
                <a:lnTo>
                  <a:pt x="8048" y="6728"/>
                </a:lnTo>
                <a:lnTo>
                  <a:pt x="8048" y="14866"/>
                </a:lnTo>
                <a:lnTo>
                  <a:pt x="0" y="18990"/>
                </a:lnTo>
                <a:lnTo>
                  <a:pt x="0" y="31252"/>
                </a:lnTo>
                <a:lnTo>
                  <a:pt x="3970" y="43515"/>
                </a:lnTo>
                <a:lnTo>
                  <a:pt x="12019" y="27129"/>
                </a:lnTo>
                <a:lnTo>
                  <a:pt x="12019" y="18990"/>
                </a:lnTo>
                <a:lnTo>
                  <a:pt x="0" y="23113"/>
                </a:lnTo>
                <a:lnTo>
                  <a:pt x="12019" y="18990"/>
                </a:lnTo>
                <a:lnTo>
                  <a:pt x="20068" y="2604"/>
                </a:lnTo>
                <a:lnTo>
                  <a:pt x="8048" y="0"/>
                </a:lnTo>
                <a:lnTo>
                  <a:pt x="8048" y="2604"/>
                </a:lnTo>
                <a:lnTo>
                  <a:pt x="0" y="2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403591" y="1625661"/>
            <a:ext cx="8048" cy="16385"/>
          </a:xfrm>
          <a:custGeom>
            <a:avLst/>
            <a:gdLst/>
            <a:ahLst/>
            <a:cxnLst/>
            <a:rect l="l" t="t" r="r" b="b"/>
            <a:pathLst>
              <a:path w="8048" h="16385">
                <a:moveTo>
                  <a:pt x="8048" y="0"/>
                </a:moveTo>
                <a:lnTo>
                  <a:pt x="0" y="4123"/>
                </a:lnTo>
                <a:lnTo>
                  <a:pt x="0" y="12262"/>
                </a:lnTo>
                <a:lnTo>
                  <a:pt x="0" y="4123"/>
                </a:lnTo>
                <a:lnTo>
                  <a:pt x="0" y="16385"/>
                </a:lnTo>
                <a:lnTo>
                  <a:pt x="8048" y="16385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399620" y="1601136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16385"/>
                </a:moveTo>
                <a:lnTo>
                  <a:pt x="0" y="24524"/>
                </a:lnTo>
                <a:lnTo>
                  <a:pt x="12019" y="12262"/>
                </a:lnTo>
                <a:lnTo>
                  <a:pt x="8048" y="0"/>
                </a:lnTo>
                <a:lnTo>
                  <a:pt x="0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331475" y="1740037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395650" y="1405156"/>
            <a:ext cx="136290" cy="212366"/>
          </a:xfrm>
          <a:custGeom>
            <a:avLst/>
            <a:gdLst/>
            <a:ahLst/>
            <a:cxnLst/>
            <a:rect l="l" t="t" r="r" b="b"/>
            <a:pathLst>
              <a:path w="136290" h="212366">
                <a:moveTo>
                  <a:pt x="76194" y="81712"/>
                </a:moveTo>
                <a:lnTo>
                  <a:pt x="68145" y="97990"/>
                </a:lnTo>
                <a:lnTo>
                  <a:pt x="80164" y="85727"/>
                </a:lnTo>
                <a:lnTo>
                  <a:pt x="88213" y="81712"/>
                </a:lnTo>
                <a:lnTo>
                  <a:pt x="76194" y="81712"/>
                </a:lnTo>
                <a:close/>
              </a:path>
              <a:path w="136290" h="212366">
                <a:moveTo>
                  <a:pt x="72116" y="69450"/>
                </a:moveTo>
                <a:lnTo>
                  <a:pt x="80164" y="61203"/>
                </a:lnTo>
                <a:lnTo>
                  <a:pt x="72116" y="57187"/>
                </a:lnTo>
                <a:lnTo>
                  <a:pt x="64174" y="57188"/>
                </a:lnTo>
                <a:lnTo>
                  <a:pt x="64174" y="73465"/>
                </a:lnTo>
                <a:lnTo>
                  <a:pt x="72116" y="69450"/>
                </a:lnTo>
                <a:close/>
              </a:path>
              <a:path w="136290" h="212366">
                <a:moveTo>
                  <a:pt x="72116" y="102113"/>
                </a:moveTo>
                <a:lnTo>
                  <a:pt x="72115" y="107180"/>
                </a:lnTo>
                <a:lnTo>
                  <a:pt x="80164" y="98966"/>
                </a:lnTo>
                <a:lnTo>
                  <a:pt x="80164" y="97990"/>
                </a:lnTo>
                <a:lnTo>
                  <a:pt x="72116" y="102113"/>
                </a:lnTo>
                <a:close/>
              </a:path>
              <a:path w="136290" h="212366">
                <a:moveTo>
                  <a:pt x="40028" y="114376"/>
                </a:moveTo>
                <a:lnTo>
                  <a:pt x="32087" y="114376"/>
                </a:lnTo>
                <a:lnTo>
                  <a:pt x="32087" y="134777"/>
                </a:lnTo>
                <a:lnTo>
                  <a:pt x="32087" y="130653"/>
                </a:lnTo>
                <a:lnTo>
                  <a:pt x="24038" y="130653"/>
                </a:lnTo>
                <a:lnTo>
                  <a:pt x="32087" y="142915"/>
                </a:lnTo>
                <a:lnTo>
                  <a:pt x="44106" y="130653"/>
                </a:lnTo>
                <a:lnTo>
                  <a:pt x="40028" y="126638"/>
                </a:lnTo>
                <a:lnTo>
                  <a:pt x="40028" y="114376"/>
                </a:lnTo>
                <a:close/>
              </a:path>
              <a:path w="136290" h="212366">
                <a:moveTo>
                  <a:pt x="48077" y="171564"/>
                </a:moveTo>
                <a:lnTo>
                  <a:pt x="40028" y="167440"/>
                </a:lnTo>
                <a:lnTo>
                  <a:pt x="40028" y="171564"/>
                </a:lnTo>
                <a:lnTo>
                  <a:pt x="48077" y="171564"/>
                </a:lnTo>
                <a:close/>
              </a:path>
              <a:path w="136290" h="212366">
                <a:moveTo>
                  <a:pt x="32087" y="204227"/>
                </a:moveTo>
                <a:lnTo>
                  <a:pt x="32087" y="187841"/>
                </a:lnTo>
                <a:lnTo>
                  <a:pt x="19960" y="187841"/>
                </a:lnTo>
                <a:lnTo>
                  <a:pt x="19960" y="179702"/>
                </a:lnTo>
                <a:lnTo>
                  <a:pt x="7941" y="183717"/>
                </a:lnTo>
                <a:lnTo>
                  <a:pt x="19960" y="179702"/>
                </a:lnTo>
                <a:lnTo>
                  <a:pt x="32087" y="175579"/>
                </a:lnTo>
                <a:lnTo>
                  <a:pt x="40028" y="187841"/>
                </a:lnTo>
                <a:lnTo>
                  <a:pt x="40028" y="171564"/>
                </a:lnTo>
                <a:lnTo>
                  <a:pt x="28009" y="171564"/>
                </a:lnTo>
                <a:lnTo>
                  <a:pt x="28009" y="163316"/>
                </a:lnTo>
                <a:lnTo>
                  <a:pt x="36058" y="155178"/>
                </a:lnTo>
                <a:lnTo>
                  <a:pt x="56126" y="155178"/>
                </a:lnTo>
                <a:lnTo>
                  <a:pt x="56126" y="138792"/>
                </a:lnTo>
                <a:lnTo>
                  <a:pt x="44106" y="138792"/>
                </a:lnTo>
                <a:lnTo>
                  <a:pt x="48077" y="142915"/>
                </a:lnTo>
                <a:lnTo>
                  <a:pt x="48077" y="151054"/>
                </a:lnTo>
                <a:lnTo>
                  <a:pt x="48077" y="142915"/>
                </a:lnTo>
                <a:lnTo>
                  <a:pt x="36058" y="147039"/>
                </a:lnTo>
                <a:lnTo>
                  <a:pt x="24038" y="159301"/>
                </a:lnTo>
                <a:lnTo>
                  <a:pt x="15990" y="147039"/>
                </a:lnTo>
                <a:lnTo>
                  <a:pt x="15990" y="163316"/>
                </a:lnTo>
                <a:lnTo>
                  <a:pt x="7941" y="163316"/>
                </a:lnTo>
                <a:lnTo>
                  <a:pt x="7941" y="179702"/>
                </a:lnTo>
                <a:lnTo>
                  <a:pt x="15990" y="175579"/>
                </a:lnTo>
                <a:lnTo>
                  <a:pt x="15990" y="167440"/>
                </a:lnTo>
                <a:lnTo>
                  <a:pt x="15990" y="175579"/>
                </a:lnTo>
                <a:lnTo>
                  <a:pt x="7941" y="179702"/>
                </a:lnTo>
                <a:lnTo>
                  <a:pt x="7941" y="191965"/>
                </a:lnTo>
                <a:lnTo>
                  <a:pt x="12019" y="204227"/>
                </a:lnTo>
                <a:lnTo>
                  <a:pt x="24038" y="191965"/>
                </a:lnTo>
                <a:lnTo>
                  <a:pt x="32087" y="204227"/>
                </a:lnTo>
                <a:close/>
              </a:path>
              <a:path w="136290" h="212366">
                <a:moveTo>
                  <a:pt x="24038" y="206831"/>
                </a:moveTo>
                <a:lnTo>
                  <a:pt x="24038" y="200103"/>
                </a:lnTo>
                <a:lnTo>
                  <a:pt x="24038" y="204227"/>
                </a:lnTo>
                <a:lnTo>
                  <a:pt x="32087" y="204227"/>
                </a:lnTo>
                <a:lnTo>
                  <a:pt x="24038" y="191965"/>
                </a:lnTo>
                <a:lnTo>
                  <a:pt x="12019" y="204227"/>
                </a:lnTo>
                <a:lnTo>
                  <a:pt x="7941" y="191965"/>
                </a:lnTo>
                <a:lnTo>
                  <a:pt x="7941" y="179702"/>
                </a:lnTo>
                <a:lnTo>
                  <a:pt x="0" y="179702"/>
                </a:lnTo>
                <a:lnTo>
                  <a:pt x="0" y="206831"/>
                </a:lnTo>
                <a:lnTo>
                  <a:pt x="5365" y="212366"/>
                </a:lnTo>
                <a:lnTo>
                  <a:pt x="18672" y="212366"/>
                </a:lnTo>
                <a:lnTo>
                  <a:pt x="24038" y="206831"/>
                </a:lnTo>
                <a:close/>
              </a:path>
              <a:path w="136290" h="212366">
                <a:moveTo>
                  <a:pt x="24038" y="130653"/>
                </a:moveTo>
                <a:lnTo>
                  <a:pt x="24038" y="147039"/>
                </a:lnTo>
                <a:lnTo>
                  <a:pt x="15990" y="147039"/>
                </a:lnTo>
                <a:lnTo>
                  <a:pt x="24038" y="159301"/>
                </a:lnTo>
                <a:lnTo>
                  <a:pt x="24038" y="151054"/>
                </a:lnTo>
                <a:lnTo>
                  <a:pt x="24038" y="159301"/>
                </a:lnTo>
                <a:lnTo>
                  <a:pt x="36058" y="147039"/>
                </a:lnTo>
                <a:lnTo>
                  <a:pt x="48077" y="142915"/>
                </a:lnTo>
                <a:lnTo>
                  <a:pt x="44106" y="138792"/>
                </a:lnTo>
                <a:lnTo>
                  <a:pt x="64174" y="138792"/>
                </a:lnTo>
                <a:lnTo>
                  <a:pt x="64174" y="122514"/>
                </a:lnTo>
                <a:lnTo>
                  <a:pt x="72116" y="122514"/>
                </a:lnTo>
                <a:lnTo>
                  <a:pt x="68574" y="110795"/>
                </a:lnTo>
                <a:lnTo>
                  <a:pt x="68145" y="97990"/>
                </a:lnTo>
                <a:lnTo>
                  <a:pt x="76194" y="81712"/>
                </a:lnTo>
                <a:lnTo>
                  <a:pt x="88213" y="81712"/>
                </a:lnTo>
                <a:lnTo>
                  <a:pt x="88213" y="77589"/>
                </a:lnTo>
                <a:lnTo>
                  <a:pt x="88213" y="81712"/>
                </a:lnTo>
                <a:lnTo>
                  <a:pt x="96262" y="81712"/>
                </a:lnTo>
                <a:lnTo>
                  <a:pt x="88213" y="73465"/>
                </a:lnTo>
                <a:lnTo>
                  <a:pt x="76194" y="73465"/>
                </a:lnTo>
                <a:lnTo>
                  <a:pt x="64174" y="85727"/>
                </a:lnTo>
                <a:lnTo>
                  <a:pt x="64174" y="118391"/>
                </a:lnTo>
                <a:lnTo>
                  <a:pt x="64174" y="110252"/>
                </a:lnTo>
                <a:lnTo>
                  <a:pt x="60096" y="97990"/>
                </a:lnTo>
                <a:lnTo>
                  <a:pt x="56126" y="93866"/>
                </a:lnTo>
                <a:lnTo>
                  <a:pt x="56126" y="88874"/>
                </a:lnTo>
                <a:lnTo>
                  <a:pt x="48077" y="97013"/>
                </a:lnTo>
                <a:lnTo>
                  <a:pt x="48077" y="97990"/>
                </a:lnTo>
                <a:lnTo>
                  <a:pt x="40028" y="97990"/>
                </a:lnTo>
                <a:lnTo>
                  <a:pt x="40028" y="114376"/>
                </a:lnTo>
                <a:lnTo>
                  <a:pt x="48077" y="110252"/>
                </a:lnTo>
                <a:lnTo>
                  <a:pt x="52048" y="114376"/>
                </a:lnTo>
                <a:lnTo>
                  <a:pt x="52048" y="122514"/>
                </a:lnTo>
                <a:lnTo>
                  <a:pt x="56126" y="126638"/>
                </a:lnTo>
                <a:lnTo>
                  <a:pt x="56126" y="134777"/>
                </a:lnTo>
                <a:lnTo>
                  <a:pt x="56126" y="126638"/>
                </a:lnTo>
                <a:lnTo>
                  <a:pt x="44106" y="130653"/>
                </a:lnTo>
                <a:lnTo>
                  <a:pt x="32087" y="142915"/>
                </a:lnTo>
                <a:lnTo>
                  <a:pt x="24038" y="130653"/>
                </a:lnTo>
                <a:close/>
              </a:path>
              <a:path w="136290" h="212366">
                <a:moveTo>
                  <a:pt x="56126" y="126638"/>
                </a:moveTo>
                <a:lnTo>
                  <a:pt x="52048" y="122514"/>
                </a:lnTo>
                <a:lnTo>
                  <a:pt x="52048" y="114376"/>
                </a:lnTo>
                <a:lnTo>
                  <a:pt x="40028" y="118391"/>
                </a:lnTo>
                <a:lnTo>
                  <a:pt x="52048" y="114376"/>
                </a:lnTo>
                <a:lnTo>
                  <a:pt x="48077" y="110252"/>
                </a:lnTo>
                <a:lnTo>
                  <a:pt x="40028" y="114376"/>
                </a:lnTo>
                <a:lnTo>
                  <a:pt x="40028" y="126638"/>
                </a:lnTo>
                <a:lnTo>
                  <a:pt x="44106" y="130653"/>
                </a:lnTo>
                <a:lnTo>
                  <a:pt x="56126" y="126638"/>
                </a:lnTo>
                <a:close/>
              </a:path>
              <a:path w="136290" h="212366">
                <a:moveTo>
                  <a:pt x="40028" y="159301"/>
                </a:moveTo>
                <a:lnTo>
                  <a:pt x="48077" y="171564"/>
                </a:lnTo>
                <a:lnTo>
                  <a:pt x="48077" y="155178"/>
                </a:lnTo>
                <a:lnTo>
                  <a:pt x="36058" y="155178"/>
                </a:lnTo>
                <a:lnTo>
                  <a:pt x="28009" y="163316"/>
                </a:lnTo>
                <a:lnTo>
                  <a:pt x="28009" y="171564"/>
                </a:lnTo>
                <a:lnTo>
                  <a:pt x="40028" y="171564"/>
                </a:lnTo>
                <a:lnTo>
                  <a:pt x="40028" y="167440"/>
                </a:lnTo>
                <a:lnTo>
                  <a:pt x="48077" y="171564"/>
                </a:lnTo>
                <a:lnTo>
                  <a:pt x="40028" y="159301"/>
                </a:lnTo>
                <a:close/>
              </a:path>
              <a:path w="136290" h="212366">
                <a:moveTo>
                  <a:pt x="19960" y="179702"/>
                </a:moveTo>
                <a:lnTo>
                  <a:pt x="19960" y="187841"/>
                </a:lnTo>
                <a:lnTo>
                  <a:pt x="40028" y="187841"/>
                </a:lnTo>
                <a:lnTo>
                  <a:pt x="32087" y="175579"/>
                </a:lnTo>
                <a:lnTo>
                  <a:pt x="32087" y="183717"/>
                </a:lnTo>
                <a:lnTo>
                  <a:pt x="32087" y="175579"/>
                </a:lnTo>
                <a:lnTo>
                  <a:pt x="19960" y="179702"/>
                </a:lnTo>
                <a:close/>
              </a:path>
              <a:path w="136290" h="212366">
                <a:moveTo>
                  <a:pt x="72116" y="49049"/>
                </a:moveTo>
                <a:lnTo>
                  <a:pt x="72116" y="57187"/>
                </a:lnTo>
                <a:lnTo>
                  <a:pt x="80164" y="61203"/>
                </a:lnTo>
                <a:lnTo>
                  <a:pt x="72116" y="69450"/>
                </a:lnTo>
                <a:lnTo>
                  <a:pt x="64174" y="73465"/>
                </a:lnTo>
                <a:lnTo>
                  <a:pt x="59667" y="85293"/>
                </a:lnTo>
                <a:lnTo>
                  <a:pt x="56126" y="88874"/>
                </a:lnTo>
                <a:lnTo>
                  <a:pt x="56126" y="93866"/>
                </a:lnTo>
                <a:lnTo>
                  <a:pt x="60096" y="97990"/>
                </a:lnTo>
                <a:lnTo>
                  <a:pt x="64174" y="110252"/>
                </a:lnTo>
                <a:lnTo>
                  <a:pt x="64174" y="85727"/>
                </a:lnTo>
                <a:lnTo>
                  <a:pt x="76194" y="73465"/>
                </a:lnTo>
                <a:lnTo>
                  <a:pt x="64174" y="77589"/>
                </a:lnTo>
                <a:lnTo>
                  <a:pt x="76194" y="73465"/>
                </a:lnTo>
                <a:lnTo>
                  <a:pt x="84277" y="73465"/>
                </a:lnTo>
                <a:lnTo>
                  <a:pt x="84135" y="73465"/>
                </a:lnTo>
                <a:lnTo>
                  <a:pt x="84135" y="57188"/>
                </a:lnTo>
                <a:lnTo>
                  <a:pt x="80164" y="57188"/>
                </a:lnTo>
                <a:lnTo>
                  <a:pt x="72116" y="49049"/>
                </a:lnTo>
                <a:close/>
              </a:path>
              <a:path w="136290" h="212366">
                <a:moveTo>
                  <a:pt x="56126" y="73465"/>
                </a:moveTo>
                <a:lnTo>
                  <a:pt x="56126" y="88874"/>
                </a:lnTo>
                <a:lnTo>
                  <a:pt x="59667" y="85293"/>
                </a:lnTo>
                <a:lnTo>
                  <a:pt x="64174" y="73465"/>
                </a:lnTo>
                <a:lnTo>
                  <a:pt x="56126" y="73465"/>
                </a:lnTo>
                <a:close/>
              </a:path>
              <a:path w="136290" h="212366">
                <a:moveTo>
                  <a:pt x="72116" y="122514"/>
                </a:moveTo>
                <a:lnTo>
                  <a:pt x="72116" y="102113"/>
                </a:lnTo>
                <a:lnTo>
                  <a:pt x="80164" y="97990"/>
                </a:lnTo>
                <a:lnTo>
                  <a:pt x="88213" y="97990"/>
                </a:lnTo>
                <a:lnTo>
                  <a:pt x="88213" y="81712"/>
                </a:lnTo>
                <a:lnTo>
                  <a:pt x="80164" y="85727"/>
                </a:lnTo>
                <a:lnTo>
                  <a:pt x="68145" y="97990"/>
                </a:lnTo>
                <a:lnTo>
                  <a:pt x="68574" y="110795"/>
                </a:lnTo>
                <a:lnTo>
                  <a:pt x="72116" y="122514"/>
                </a:lnTo>
                <a:close/>
              </a:path>
              <a:path w="136290" h="212366">
                <a:moveTo>
                  <a:pt x="96261" y="24524"/>
                </a:moveTo>
                <a:lnTo>
                  <a:pt x="88213" y="24524"/>
                </a:lnTo>
                <a:lnTo>
                  <a:pt x="88213" y="39825"/>
                </a:lnTo>
                <a:lnTo>
                  <a:pt x="80164" y="47964"/>
                </a:lnTo>
                <a:lnTo>
                  <a:pt x="80164" y="49049"/>
                </a:lnTo>
                <a:lnTo>
                  <a:pt x="84135" y="57188"/>
                </a:lnTo>
                <a:lnTo>
                  <a:pt x="92184" y="49049"/>
                </a:lnTo>
                <a:lnTo>
                  <a:pt x="88213" y="44925"/>
                </a:lnTo>
                <a:lnTo>
                  <a:pt x="91754" y="36244"/>
                </a:lnTo>
                <a:lnTo>
                  <a:pt x="96261" y="24524"/>
                </a:lnTo>
                <a:close/>
              </a:path>
              <a:path w="136290" h="212366">
                <a:moveTo>
                  <a:pt x="88213" y="69450"/>
                </a:moveTo>
                <a:lnTo>
                  <a:pt x="96261" y="73465"/>
                </a:lnTo>
                <a:lnTo>
                  <a:pt x="104203" y="73465"/>
                </a:lnTo>
                <a:lnTo>
                  <a:pt x="104203" y="58164"/>
                </a:lnTo>
                <a:lnTo>
                  <a:pt x="112252" y="50025"/>
                </a:lnTo>
                <a:lnTo>
                  <a:pt x="112252" y="49049"/>
                </a:lnTo>
                <a:lnTo>
                  <a:pt x="104203" y="53064"/>
                </a:lnTo>
                <a:lnTo>
                  <a:pt x="100661" y="61745"/>
                </a:lnTo>
                <a:lnTo>
                  <a:pt x="100232" y="49049"/>
                </a:lnTo>
                <a:lnTo>
                  <a:pt x="108281" y="40802"/>
                </a:lnTo>
                <a:lnTo>
                  <a:pt x="116222" y="32663"/>
                </a:lnTo>
                <a:lnTo>
                  <a:pt x="124271" y="8138"/>
                </a:lnTo>
                <a:lnTo>
                  <a:pt x="124271" y="0"/>
                </a:lnTo>
                <a:lnTo>
                  <a:pt x="117617" y="0"/>
                </a:lnTo>
                <a:lnTo>
                  <a:pt x="112252" y="5425"/>
                </a:lnTo>
                <a:lnTo>
                  <a:pt x="112252" y="8138"/>
                </a:lnTo>
                <a:lnTo>
                  <a:pt x="116222" y="16277"/>
                </a:lnTo>
                <a:lnTo>
                  <a:pt x="112252" y="20328"/>
                </a:lnTo>
                <a:lnTo>
                  <a:pt x="108281" y="24524"/>
                </a:lnTo>
                <a:lnTo>
                  <a:pt x="96262" y="36786"/>
                </a:lnTo>
                <a:lnTo>
                  <a:pt x="96262" y="61203"/>
                </a:lnTo>
                <a:lnTo>
                  <a:pt x="88213" y="69450"/>
                </a:lnTo>
                <a:close/>
              </a:path>
              <a:path w="136290" h="212366">
                <a:moveTo>
                  <a:pt x="91754" y="36244"/>
                </a:moveTo>
                <a:lnTo>
                  <a:pt x="88213" y="44925"/>
                </a:lnTo>
                <a:lnTo>
                  <a:pt x="92184" y="49049"/>
                </a:lnTo>
                <a:lnTo>
                  <a:pt x="84135" y="57188"/>
                </a:lnTo>
                <a:lnTo>
                  <a:pt x="80164" y="49049"/>
                </a:lnTo>
                <a:lnTo>
                  <a:pt x="72116" y="49049"/>
                </a:lnTo>
                <a:lnTo>
                  <a:pt x="80164" y="57188"/>
                </a:lnTo>
                <a:lnTo>
                  <a:pt x="84135" y="57188"/>
                </a:lnTo>
                <a:lnTo>
                  <a:pt x="84135" y="73465"/>
                </a:lnTo>
                <a:lnTo>
                  <a:pt x="88213" y="73465"/>
                </a:lnTo>
                <a:lnTo>
                  <a:pt x="96262" y="81712"/>
                </a:lnTo>
                <a:lnTo>
                  <a:pt x="96261" y="73465"/>
                </a:lnTo>
                <a:lnTo>
                  <a:pt x="88213" y="69450"/>
                </a:lnTo>
                <a:lnTo>
                  <a:pt x="96262" y="61203"/>
                </a:lnTo>
                <a:lnTo>
                  <a:pt x="96262" y="36786"/>
                </a:lnTo>
                <a:lnTo>
                  <a:pt x="108281" y="24524"/>
                </a:lnTo>
                <a:lnTo>
                  <a:pt x="112252" y="20328"/>
                </a:lnTo>
                <a:lnTo>
                  <a:pt x="116222" y="16277"/>
                </a:lnTo>
                <a:lnTo>
                  <a:pt x="112252" y="8138"/>
                </a:lnTo>
                <a:lnTo>
                  <a:pt x="104203" y="8138"/>
                </a:lnTo>
                <a:lnTo>
                  <a:pt x="104203" y="16277"/>
                </a:lnTo>
                <a:lnTo>
                  <a:pt x="112252" y="16277"/>
                </a:lnTo>
                <a:lnTo>
                  <a:pt x="112252" y="12262"/>
                </a:lnTo>
                <a:lnTo>
                  <a:pt x="112252" y="16277"/>
                </a:lnTo>
                <a:lnTo>
                  <a:pt x="108138" y="24524"/>
                </a:lnTo>
                <a:lnTo>
                  <a:pt x="104203" y="28539"/>
                </a:lnTo>
                <a:lnTo>
                  <a:pt x="96261" y="24524"/>
                </a:lnTo>
                <a:lnTo>
                  <a:pt x="91754" y="36244"/>
                </a:lnTo>
                <a:close/>
              </a:path>
              <a:path w="136290" h="212366">
                <a:moveTo>
                  <a:pt x="104203" y="24524"/>
                </a:moveTo>
                <a:lnTo>
                  <a:pt x="96261" y="24524"/>
                </a:lnTo>
                <a:lnTo>
                  <a:pt x="104203" y="28539"/>
                </a:lnTo>
                <a:lnTo>
                  <a:pt x="108138" y="24524"/>
                </a:lnTo>
                <a:lnTo>
                  <a:pt x="112252" y="16277"/>
                </a:lnTo>
                <a:lnTo>
                  <a:pt x="96262" y="16277"/>
                </a:lnTo>
                <a:lnTo>
                  <a:pt x="96261" y="24524"/>
                </a:lnTo>
                <a:lnTo>
                  <a:pt x="104203" y="24524"/>
                </a:lnTo>
                <a:close/>
              </a:path>
              <a:path w="136290" h="212366">
                <a:moveTo>
                  <a:pt x="100661" y="61745"/>
                </a:moveTo>
                <a:lnTo>
                  <a:pt x="104203" y="53064"/>
                </a:lnTo>
                <a:lnTo>
                  <a:pt x="112252" y="49049"/>
                </a:lnTo>
                <a:lnTo>
                  <a:pt x="112251" y="40802"/>
                </a:lnTo>
                <a:lnTo>
                  <a:pt x="120300" y="40802"/>
                </a:lnTo>
                <a:lnTo>
                  <a:pt x="120300" y="32663"/>
                </a:lnTo>
                <a:lnTo>
                  <a:pt x="136290" y="32663"/>
                </a:lnTo>
                <a:lnTo>
                  <a:pt x="136290" y="5425"/>
                </a:lnTo>
                <a:lnTo>
                  <a:pt x="130924" y="0"/>
                </a:lnTo>
                <a:lnTo>
                  <a:pt x="128349" y="20401"/>
                </a:lnTo>
                <a:lnTo>
                  <a:pt x="120300" y="28539"/>
                </a:lnTo>
                <a:lnTo>
                  <a:pt x="116258" y="32663"/>
                </a:lnTo>
                <a:lnTo>
                  <a:pt x="112252" y="36786"/>
                </a:lnTo>
                <a:lnTo>
                  <a:pt x="108316" y="40802"/>
                </a:lnTo>
                <a:lnTo>
                  <a:pt x="100232" y="49049"/>
                </a:lnTo>
                <a:lnTo>
                  <a:pt x="100661" y="61745"/>
                </a:lnTo>
                <a:close/>
              </a:path>
              <a:path w="136290" h="212366">
                <a:moveTo>
                  <a:pt x="100232" y="49049"/>
                </a:moveTo>
                <a:lnTo>
                  <a:pt x="108316" y="40802"/>
                </a:lnTo>
                <a:lnTo>
                  <a:pt x="112252" y="36786"/>
                </a:lnTo>
                <a:lnTo>
                  <a:pt x="116258" y="32663"/>
                </a:lnTo>
                <a:lnTo>
                  <a:pt x="120300" y="28539"/>
                </a:lnTo>
                <a:lnTo>
                  <a:pt x="128349" y="20401"/>
                </a:lnTo>
                <a:lnTo>
                  <a:pt x="130924" y="0"/>
                </a:lnTo>
                <a:lnTo>
                  <a:pt x="124271" y="0"/>
                </a:lnTo>
                <a:lnTo>
                  <a:pt x="124271" y="8138"/>
                </a:lnTo>
                <a:lnTo>
                  <a:pt x="116222" y="32663"/>
                </a:lnTo>
                <a:lnTo>
                  <a:pt x="108281" y="40802"/>
                </a:lnTo>
                <a:lnTo>
                  <a:pt x="100232" y="49049"/>
                </a:lnTo>
                <a:close/>
              </a:path>
              <a:path w="136290" h="212366">
                <a:moveTo>
                  <a:pt x="120300" y="32663"/>
                </a:moveTo>
                <a:lnTo>
                  <a:pt x="120300" y="40802"/>
                </a:lnTo>
                <a:lnTo>
                  <a:pt x="128349" y="40802"/>
                </a:lnTo>
                <a:lnTo>
                  <a:pt x="128349" y="32663"/>
                </a:lnTo>
                <a:lnTo>
                  <a:pt x="120300" y="32663"/>
                </a:lnTo>
                <a:close/>
              </a:path>
              <a:path w="136290" h="212366">
                <a:moveTo>
                  <a:pt x="112251" y="40802"/>
                </a:moveTo>
                <a:lnTo>
                  <a:pt x="112252" y="49049"/>
                </a:lnTo>
                <a:lnTo>
                  <a:pt x="120300" y="49049"/>
                </a:lnTo>
                <a:lnTo>
                  <a:pt x="120300" y="40802"/>
                </a:lnTo>
                <a:lnTo>
                  <a:pt x="112251" y="408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507902" y="1331582"/>
            <a:ext cx="128349" cy="98098"/>
          </a:xfrm>
          <a:custGeom>
            <a:avLst/>
            <a:gdLst/>
            <a:ahLst/>
            <a:cxnLst/>
            <a:rect l="l" t="t" r="r" b="b"/>
            <a:pathLst>
              <a:path w="128349" h="98098">
                <a:moveTo>
                  <a:pt x="24038" y="92564"/>
                </a:moveTo>
                <a:lnTo>
                  <a:pt x="24038" y="89851"/>
                </a:lnTo>
                <a:lnTo>
                  <a:pt x="12019" y="89851"/>
                </a:lnTo>
                <a:lnTo>
                  <a:pt x="8048" y="77697"/>
                </a:lnTo>
                <a:lnTo>
                  <a:pt x="5365" y="98098"/>
                </a:lnTo>
                <a:lnTo>
                  <a:pt x="18672" y="98098"/>
                </a:lnTo>
                <a:lnTo>
                  <a:pt x="24038" y="92564"/>
                </a:lnTo>
                <a:close/>
              </a:path>
              <a:path w="128349" h="98098">
                <a:moveTo>
                  <a:pt x="100232" y="8247"/>
                </a:moveTo>
                <a:lnTo>
                  <a:pt x="92291" y="8247"/>
                </a:lnTo>
                <a:lnTo>
                  <a:pt x="76194" y="16385"/>
                </a:lnTo>
                <a:lnTo>
                  <a:pt x="84242" y="16385"/>
                </a:lnTo>
                <a:lnTo>
                  <a:pt x="80164" y="28648"/>
                </a:lnTo>
                <a:lnTo>
                  <a:pt x="72223" y="36786"/>
                </a:lnTo>
                <a:lnTo>
                  <a:pt x="76194" y="40910"/>
                </a:lnTo>
                <a:lnTo>
                  <a:pt x="68145" y="40910"/>
                </a:lnTo>
                <a:lnTo>
                  <a:pt x="68145" y="24524"/>
                </a:lnTo>
                <a:lnTo>
                  <a:pt x="72223" y="16385"/>
                </a:lnTo>
                <a:lnTo>
                  <a:pt x="56126" y="16385"/>
                </a:lnTo>
                <a:lnTo>
                  <a:pt x="56126" y="24524"/>
                </a:lnTo>
                <a:lnTo>
                  <a:pt x="52155" y="32771"/>
                </a:lnTo>
                <a:lnTo>
                  <a:pt x="48184" y="32771"/>
                </a:lnTo>
                <a:lnTo>
                  <a:pt x="44106" y="40910"/>
                </a:lnTo>
                <a:lnTo>
                  <a:pt x="32087" y="53172"/>
                </a:lnTo>
                <a:lnTo>
                  <a:pt x="36058" y="57188"/>
                </a:lnTo>
                <a:lnTo>
                  <a:pt x="36058" y="65435"/>
                </a:lnTo>
                <a:lnTo>
                  <a:pt x="56126" y="65435"/>
                </a:lnTo>
                <a:lnTo>
                  <a:pt x="52155" y="57188"/>
                </a:lnTo>
                <a:lnTo>
                  <a:pt x="56126" y="44925"/>
                </a:lnTo>
                <a:lnTo>
                  <a:pt x="44106" y="57188"/>
                </a:lnTo>
                <a:lnTo>
                  <a:pt x="48184" y="53172"/>
                </a:lnTo>
                <a:lnTo>
                  <a:pt x="48184" y="61311"/>
                </a:lnTo>
                <a:lnTo>
                  <a:pt x="48184" y="53172"/>
                </a:lnTo>
                <a:lnTo>
                  <a:pt x="44213" y="57188"/>
                </a:lnTo>
                <a:lnTo>
                  <a:pt x="48184" y="44925"/>
                </a:lnTo>
                <a:lnTo>
                  <a:pt x="56126" y="36786"/>
                </a:lnTo>
                <a:lnTo>
                  <a:pt x="56126" y="32771"/>
                </a:lnTo>
                <a:lnTo>
                  <a:pt x="60204" y="32771"/>
                </a:lnTo>
                <a:lnTo>
                  <a:pt x="60204" y="49049"/>
                </a:lnTo>
                <a:lnTo>
                  <a:pt x="72223" y="57188"/>
                </a:lnTo>
                <a:lnTo>
                  <a:pt x="72223" y="49049"/>
                </a:lnTo>
                <a:lnTo>
                  <a:pt x="80164" y="49049"/>
                </a:lnTo>
                <a:lnTo>
                  <a:pt x="80164" y="40910"/>
                </a:lnTo>
                <a:lnTo>
                  <a:pt x="84242" y="32771"/>
                </a:lnTo>
                <a:lnTo>
                  <a:pt x="92291" y="32771"/>
                </a:lnTo>
                <a:lnTo>
                  <a:pt x="96262" y="20509"/>
                </a:lnTo>
                <a:lnTo>
                  <a:pt x="100232" y="8247"/>
                </a:lnTo>
                <a:close/>
              </a:path>
              <a:path w="128349" h="98098">
                <a:moveTo>
                  <a:pt x="72223" y="16385"/>
                </a:moveTo>
                <a:lnTo>
                  <a:pt x="68145" y="24524"/>
                </a:lnTo>
                <a:lnTo>
                  <a:pt x="68181" y="40910"/>
                </a:lnTo>
                <a:lnTo>
                  <a:pt x="76194" y="40910"/>
                </a:lnTo>
                <a:lnTo>
                  <a:pt x="72223" y="36786"/>
                </a:lnTo>
                <a:lnTo>
                  <a:pt x="80164" y="28648"/>
                </a:lnTo>
                <a:lnTo>
                  <a:pt x="72223" y="28648"/>
                </a:lnTo>
                <a:lnTo>
                  <a:pt x="72223" y="16385"/>
                </a:lnTo>
                <a:close/>
              </a:path>
              <a:path w="128349" h="98098">
                <a:moveTo>
                  <a:pt x="92291" y="8247"/>
                </a:moveTo>
                <a:lnTo>
                  <a:pt x="72223" y="8247"/>
                </a:lnTo>
                <a:lnTo>
                  <a:pt x="72223" y="28648"/>
                </a:lnTo>
                <a:lnTo>
                  <a:pt x="80164" y="28648"/>
                </a:lnTo>
                <a:lnTo>
                  <a:pt x="84242" y="16385"/>
                </a:lnTo>
                <a:lnTo>
                  <a:pt x="76194" y="16385"/>
                </a:lnTo>
                <a:lnTo>
                  <a:pt x="92291" y="8247"/>
                </a:lnTo>
                <a:close/>
              </a:path>
              <a:path w="128349" h="98098">
                <a:moveTo>
                  <a:pt x="100232" y="8247"/>
                </a:moveTo>
                <a:lnTo>
                  <a:pt x="104310" y="20509"/>
                </a:lnTo>
                <a:lnTo>
                  <a:pt x="104310" y="12262"/>
                </a:lnTo>
                <a:lnTo>
                  <a:pt x="104310" y="20509"/>
                </a:lnTo>
                <a:lnTo>
                  <a:pt x="100232" y="8247"/>
                </a:lnTo>
                <a:lnTo>
                  <a:pt x="96262" y="20509"/>
                </a:lnTo>
                <a:lnTo>
                  <a:pt x="92291" y="32771"/>
                </a:lnTo>
                <a:lnTo>
                  <a:pt x="84242" y="32771"/>
                </a:lnTo>
                <a:lnTo>
                  <a:pt x="80164" y="40910"/>
                </a:lnTo>
                <a:lnTo>
                  <a:pt x="96262" y="40910"/>
                </a:lnTo>
                <a:lnTo>
                  <a:pt x="96262" y="32771"/>
                </a:lnTo>
                <a:lnTo>
                  <a:pt x="128349" y="32771"/>
                </a:lnTo>
                <a:lnTo>
                  <a:pt x="116330" y="8247"/>
                </a:lnTo>
                <a:lnTo>
                  <a:pt x="100232" y="8247"/>
                </a:lnTo>
                <a:close/>
              </a:path>
              <a:path w="128349" h="98098">
                <a:moveTo>
                  <a:pt x="128349" y="5534"/>
                </a:moveTo>
                <a:lnTo>
                  <a:pt x="122983" y="0"/>
                </a:lnTo>
                <a:lnTo>
                  <a:pt x="109676" y="0"/>
                </a:lnTo>
                <a:lnTo>
                  <a:pt x="104310" y="5534"/>
                </a:lnTo>
                <a:lnTo>
                  <a:pt x="104310" y="8247"/>
                </a:lnTo>
                <a:lnTo>
                  <a:pt x="116330" y="8247"/>
                </a:lnTo>
                <a:lnTo>
                  <a:pt x="128349" y="32771"/>
                </a:lnTo>
                <a:lnTo>
                  <a:pt x="128349" y="5534"/>
                </a:lnTo>
                <a:close/>
              </a:path>
              <a:path w="128349" h="98098">
                <a:moveTo>
                  <a:pt x="48184" y="24524"/>
                </a:moveTo>
                <a:lnTo>
                  <a:pt x="48184" y="32771"/>
                </a:lnTo>
                <a:lnTo>
                  <a:pt x="52155" y="32771"/>
                </a:lnTo>
                <a:lnTo>
                  <a:pt x="56126" y="24524"/>
                </a:lnTo>
                <a:lnTo>
                  <a:pt x="48184" y="24524"/>
                </a:lnTo>
                <a:close/>
              </a:path>
              <a:path w="128349" h="98098">
                <a:moveTo>
                  <a:pt x="24038" y="40910"/>
                </a:moveTo>
                <a:lnTo>
                  <a:pt x="24038" y="57188"/>
                </a:lnTo>
                <a:lnTo>
                  <a:pt x="28116" y="57188"/>
                </a:lnTo>
                <a:lnTo>
                  <a:pt x="32087" y="40910"/>
                </a:lnTo>
                <a:lnTo>
                  <a:pt x="24038" y="40910"/>
                </a:lnTo>
                <a:close/>
              </a:path>
              <a:path w="128349" h="98098">
                <a:moveTo>
                  <a:pt x="48184" y="44925"/>
                </a:moveTo>
                <a:lnTo>
                  <a:pt x="44106" y="57188"/>
                </a:lnTo>
                <a:lnTo>
                  <a:pt x="56126" y="44925"/>
                </a:lnTo>
                <a:lnTo>
                  <a:pt x="52155" y="57188"/>
                </a:lnTo>
                <a:lnTo>
                  <a:pt x="56126" y="65435"/>
                </a:lnTo>
                <a:lnTo>
                  <a:pt x="56125" y="57188"/>
                </a:lnTo>
                <a:lnTo>
                  <a:pt x="72223" y="57188"/>
                </a:lnTo>
                <a:lnTo>
                  <a:pt x="60204" y="49049"/>
                </a:lnTo>
                <a:lnTo>
                  <a:pt x="60204" y="32771"/>
                </a:lnTo>
                <a:lnTo>
                  <a:pt x="56126" y="32771"/>
                </a:lnTo>
                <a:lnTo>
                  <a:pt x="56126" y="36786"/>
                </a:lnTo>
                <a:lnTo>
                  <a:pt x="48184" y="44925"/>
                </a:lnTo>
                <a:close/>
              </a:path>
              <a:path w="128349" h="98098">
                <a:moveTo>
                  <a:pt x="24038" y="89851"/>
                </a:moveTo>
                <a:lnTo>
                  <a:pt x="32087" y="89851"/>
                </a:lnTo>
                <a:lnTo>
                  <a:pt x="24038" y="81712"/>
                </a:lnTo>
                <a:lnTo>
                  <a:pt x="24038" y="77697"/>
                </a:lnTo>
                <a:lnTo>
                  <a:pt x="20068" y="81712"/>
                </a:lnTo>
                <a:lnTo>
                  <a:pt x="20068" y="65435"/>
                </a:lnTo>
                <a:lnTo>
                  <a:pt x="24038" y="57188"/>
                </a:lnTo>
                <a:lnTo>
                  <a:pt x="8048" y="57188"/>
                </a:lnTo>
                <a:lnTo>
                  <a:pt x="8048" y="65435"/>
                </a:lnTo>
                <a:lnTo>
                  <a:pt x="0" y="65435"/>
                </a:lnTo>
                <a:lnTo>
                  <a:pt x="0" y="92564"/>
                </a:lnTo>
                <a:lnTo>
                  <a:pt x="5365" y="98098"/>
                </a:lnTo>
                <a:lnTo>
                  <a:pt x="8048" y="77697"/>
                </a:lnTo>
                <a:lnTo>
                  <a:pt x="12019" y="89851"/>
                </a:lnTo>
                <a:lnTo>
                  <a:pt x="24038" y="89851"/>
                </a:lnTo>
                <a:lnTo>
                  <a:pt x="24038" y="85836"/>
                </a:lnTo>
                <a:lnTo>
                  <a:pt x="24038" y="89851"/>
                </a:lnTo>
                <a:close/>
              </a:path>
              <a:path w="128349" h="98098">
                <a:moveTo>
                  <a:pt x="48184" y="32771"/>
                </a:moveTo>
                <a:lnTo>
                  <a:pt x="32087" y="32771"/>
                </a:lnTo>
                <a:lnTo>
                  <a:pt x="32087" y="40910"/>
                </a:lnTo>
                <a:lnTo>
                  <a:pt x="28116" y="57188"/>
                </a:lnTo>
                <a:lnTo>
                  <a:pt x="24038" y="57188"/>
                </a:lnTo>
                <a:lnTo>
                  <a:pt x="24038" y="69450"/>
                </a:lnTo>
                <a:lnTo>
                  <a:pt x="32087" y="69450"/>
                </a:lnTo>
                <a:lnTo>
                  <a:pt x="28116" y="81712"/>
                </a:lnTo>
                <a:lnTo>
                  <a:pt x="32087" y="89851"/>
                </a:lnTo>
                <a:lnTo>
                  <a:pt x="32087" y="81712"/>
                </a:lnTo>
                <a:lnTo>
                  <a:pt x="48184" y="81712"/>
                </a:lnTo>
                <a:lnTo>
                  <a:pt x="48184" y="65435"/>
                </a:lnTo>
                <a:lnTo>
                  <a:pt x="36058" y="65435"/>
                </a:lnTo>
                <a:lnTo>
                  <a:pt x="36058" y="57188"/>
                </a:lnTo>
                <a:lnTo>
                  <a:pt x="24038" y="61311"/>
                </a:lnTo>
                <a:lnTo>
                  <a:pt x="36058" y="57188"/>
                </a:lnTo>
                <a:lnTo>
                  <a:pt x="32087" y="53172"/>
                </a:lnTo>
                <a:lnTo>
                  <a:pt x="44106" y="40910"/>
                </a:lnTo>
                <a:lnTo>
                  <a:pt x="48184" y="32771"/>
                </a:lnTo>
                <a:close/>
              </a:path>
              <a:path w="128349" h="98098">
                <a:moveTo>
                  <a:pt x="24038" y="57188"/>
                </a:moveTo>
                <a:lnTo>
                  <a:pt x="20068" y="65435"/>
                </a:lnTo>
                <a:lnTo>
                  <a:pt x="20068" y="81712"/>
                </a:lnTo>
                <a:lnTo>
                  <a:pt x="24038" y="77697"/>
                </a:lnTo>
                <a:lnTo>
                  <a:pt x="24038" y="81712"/>
                </a:lnTo>
                <a:lnTo>
                  <a:pt x="32087" y="89851"/>
                </a:lnTo>
                <a:lnTo>
                  <a:pt x="28116" y="81712"/>
                </a:lnTo>
                <a:lnTo>
                  <a:pt x="32087" y="69450"/>
                </a:lnTo>
                <a:lnTo>
                  <a:pt x="24038" y="69450"/>
                </a:lnTo>
                <a:lnTo>
                  <a:pt x="24038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612213" y="1331582"/>
            <a:ext cx="136290" cy="73573"/>
          </a:xfrm>
          <a:custGeom>
            <a:avLst/>
            <a:gdLst/>
            <a:ahLst/>
            <a:cxnLst/>
            <a:rect l="l" t="t" r="r" b="b"/>
            <a:pathLst>
              <a:path w="136290" h="73573">
                <a:moveTo>
                  <a:pt x="88213" y="8247"/>
                </a:moveTo>
                <a:lnTo>
                  <a:pt x="84242" y="16385"/>
                </a:lnTo>
                <a:lnTo>
                  <a:pt x="88213" y="16385"/>
                </a:lnTo>
                <a:lnTo>
                  <a:pt x="88213" y="8247"/>
                </a:lnTo>
                <a:close/>
              </a:path>
              <a:path w="136290" h="73573">
                <a:moveTo>
                  <a:pt x="56126" y="0"/>
                </a:moveTo>
                <a:lnTo>
                  <a:pt x="52155" y="8247"/>
                </a:lnTo>
                <a:lnTo>
                  <a:pt x="56125" y="8247"/>
                </a:lnTo>
                <a:lnTo>
                  <a:pt x="56126" y="0"/>
                </a:lnTo>
                <a:close/>
              </a:path>
              <a:path w="136290" h="73573">
                <a:moveTo>
                  <a:pt x="0" y="12262"/>
                </a:moveTo>
                <a:lnTo>
                  <a:pt x="0" y="19098"/>
                </a:lnTo>
                <a:lnTo>
                  <a:pt x="5365" y="24524"/>
                </a:lnTo>
                <a:lnTo>
                  <a:pt x="32087" y="24524"/>
                </a:lnTo>
                <a:lnTo>
                  <a:pt x="32087" y="12262"/>
                </a:lnTo>
                <a:lnTo>
                  <a:pt x="44106" y="24524"/>
                </a:lnTo>
                <a:lnTo>
                  <a:pt x="52155" y="32771"/>
                </a:lnTo>
                <a:lnTo>
                  <a:pt x="60096" y="32771"/>
                </a:lnTo>
                <a:lnTo>
                  <a:pt x="56126" y="20509"/>
                </a:lnTo>
                <a:lnTo>
                  <a:pt x="44106" y="8247"/>
                </a:lnTo>
                <a:lnTo>
                  <a:pt x="36058" y="0"/>
                </a:lnTo>
                <a:lnTo>
                  <a:pt x="5365" y="0"/>
                </a:lnTo>
                <a:lnTo>
                  <a:pt x="0" y="5534"/>
                </a:lnTo>
                <a:lnTo>
                  <a:pt x="0" y="12262"/>
                </a:lnTo>
                <a:close/>
              </a:path>
              <a:path w="136290" h="73573">
                <a:moveTo>
                  <a:pt x="88213" y="36859"/>
                </a:moveTo>
                <a:lnTo>
                  <a:pt x="80164" y="28648"/>
                </a:lnTo>
                <a:lnTo>
                  <a:pt x="84242" y="40910"/>
                </a:lnTo>
                <a:lnTo>
                  <a:pt x="92184" y="40910"/>
                </a:lnTo>
                <a:lnTo>
                  <a:pt x="88213" y="36859"/>
                </a:lnTo>
                <a:close/>
              </a:path>
              <a:path w="136290" h="73573">
                <a:moveTo>
                  <a:pt x="88213" y="8247"/>
                </a:moveTo>
                <a:lnTo>
                  <a:pt x="60096" y="8247"/>
                </a:lnTo>
                <a:lnTo>
                  <a:pt x="64174" y="20509"/>
                </a:lnTo>
                <a:lnTo>
                  <a:pt x="76194" y="32771"/>
                </a:lnTo>
                <a:lnTo>
                  <a:pt x="76194" y="16385"/>
                </a:lnTo>
                <a:lnTo>
                  <a:pt x="88213" y="28648"/>
                </a:lnTo>
                <a:lnTo>
                  <a:pt x="88213" y="36786"/>
                </a:lnTo>
                <a:lnTo>
                  <a:pt x="100232" y="49049"/>
                </a:lnTo>
                <a:lnTo>
                  <a:pt x="100232" y="32771"/>
                </a:lnTo>
                <a:lnTo>
                  <a:pt x="104203" y="36786"/>
                </a:lnTo>
                <a:lnTo>
                  <a:pt x="112252" y="44925"/>
                </a:lnTo>
                <a:lnTo>
                  <a:pt x="112252" y="24524"/>
                </a:lnTo>
                <a:lnTo>
                  <a:pt x="108281" y="32771"/>
                </a:lnTo>
                <a:lnTo>
                  <a:pt x="100267" y="32771"/>
                </a:lnTo>
                <a:lnTo>
                  <a:pt x="92184" y="24524"/>
                </a:lnTo>
                <a:lnTo>
                  <a:pt x="104203" y="16385"/>
                </a:lnTo>
                <a:lnTo>
                  <a:pt x="84242" y="16385"/>
                </a:lnTo>
                <a:lnTo>
                  <a:pt x="88213" y="8247"/>
                </a:lnTo>
                <a:close/>
              </a:path>
              <a:path w="136290" h="73573">
                <a:moveTo>
                  <a:pt x="36058" y="24524"/>
                </a:moveTo>
                <a:lnTo>
                  <a:pt x="52155" y="32771"/>
                </a:lnTo>
                <a:lnTo>
                  <a:pt x="44106" y="24524"/>
                </a:lnTo>
                <a:lnTo>
                  <a:pt x="32087" y="12262"/>
                </a:lnTo>
                <a:lnTo>
                  <a:pt x="32087" y="32771"/>
                </a:lnTo>
                <a:lnTo>
                  <a:pt x="52155" y="32771"/>
                </a:lnTo>
                <a:lnTo>
                  <a:pt x="36058" y="24524"/>
                </a:lnTo>
                <a:close/>
              </a:path>
              <a:path w="136290" h="73573">
                <a:moveTo>
                  <a:pt x="104203" y="24524"/>
                </a:moveTo>
                <a:lnTo>
                  <a:pt x="104203" y="16385"/>
                </a:lnTo>
                <a:lnTo>
                  <a:pt x="92184" y="24524"/>
                </a:lnTo>
                <a:lnTo>
                  <a:pt x="100267" y="32771"/>
                </a:lnTo>
                <a:lnTo>
                  <a:pt x="108281" y="32771"/>
                </a:lnTo>
                <a:lnTo>
                  <a:pt x="112252" y="24524"/>
                </a:lnTo>
                <a:lnTo>
                  <a:pt x="104203" y="24524"/>
                </a:lnTo>
                <a:close/>
              </a:path>
              <a:path w="136290" h="73573">
                <a:moveTo>
                  <a:pt x="104203" y="65435"/>
                </a:moveTo>
                <a:lnTo>
                  <a:pt x="112252" y="65435"/>
                </a:lnTo>
                <a:lnTo>
                  <a:pt x="108281" y="57188"/>
                </a:lnTo>
                <a:lnTo>
                  <a:pt x="112252" y="53172"/>
                </a:lnTo>
                <a:lnTo>
                  <a:pt x="104203" y="44925"/>
                </a:lnTo>
                <a:lnTo>
                  <a:pt x="104203" y="65435"/>
                </a:lnTo>
                <a:close/>
              </a:path>
              <a:path w="136290" h="73573">
                <a:moveTo>
                  <a:pt x="124271" y="65435"/>
                </a:moveTo>
                <a:lnTo>
                  <a:pt x="112252" y="65435"/>
                </a:lnTo>
                <a:lnTo>
                  <a:pt x="112252" y="68039"/>
                </a:lnTo>
                <a:lnTo>
                  <a:pt x="117617" y="73573"/>
                </a:lnTo>
                <a:lnTo>
                  <a:pt x="130924" y="73573"/>
                </a:lnTo>
                <a:lnTo>
                  <a:pt x="128349" y="53172"/>
                </a:lnTo>
                <a:lnTo>
                  <a:pt x="116330" y="40910"/>
                </a:lnTo>
                <a:lnTo>
                  <a:pt x="116330" y="57188"/>
                </a:lnTo>
                <a:lnTo>
                  <a:pt x="116187" y="57188"/>
                </a:lnTo>
                <a:lnTo>
                  <a:pt x="124271" y="65435"/>
                </a:lnTo>
                <a:close/>
              </a:path>
              <a:path w="136290" h="73573">
                <a:moveTo>
                  <a:pt x="116330" y="40910"/>
                </a:moveTo>
                <a:lnTo>
                  <a:pt x="128349" y="53172"/>
                </a:lnTo>
                <a:lnTo>
                  <a:pt x="130924" y="73573"/>
                </a:lnTo>
                <a:lnTo>
                  <a:pt x="136290" y="68039"/>
                </a:lnTo>
                <a:lnTo>
                  <a:pt x="136290" y="40910"/>
                </a:lnTo>
                <a:lnTo>
                  <a:pt x="128349" y="40910"/>
                </a:lnTo>
                <a:lnTo>
                  <a:pt x="128349" y="32771"/>
                </a:lnTo>
                <a:lnTo>
                  <a:pt x="112252" y="32771"/>
                </a:lnTo>
                <a:lnTo>
                  <a:pt x="112252" y="44925"/>
                </a:lnTo>
                <a:lnTo>
                  <a:pt x="104203" y="36786"/>
                </a:lnTo>
                <a:lnTo>
                  <a:pt x="100232" y="32771"/>
                </a:lnTo>
                <a:lnTo>
                  <a:pt x="100232" y="49049"/>
                </a:lnTo>
                <a:lnTo>
                  <a:pt x="88213" y="36786"/>
                </a:lnTo>
                <a:lnTo>
                  <a:pt x="88213" y="28648"/>
                </a:lnTo>
                <a:lnTo>
                  <a:pt x="76194" y="16385"/>
                </a:lnTo>
                <a:lnTo>
                  <a:pt x="76194" y="32771"/>
                </a:lnTo>
                <a:lnTo>
                  <a:pt x="64174" y="20509"/>
                </a:lnTo>
                <a:lnTo>
                  <a:pt x="60096" y="8247"/>
                </a:lnTo>
                <a:lnTo>
                  <a:pt x="52155" y="8247"/>
                </a:lnTo>
                <a:lnTo>
                  <a:pt x="56126" y="0"/>
                </a:lnTo>
                <a:lnTo>
                  <a:pt x="36058" y="0"/>
                </a:lnTo>
                <a:lnTo>
                  <a:pt x="44106" y="8247"/>
                </a:lnTo>
                <a:lnTo>
                  <a:pt x="56126" y="20509"/>
                </a:lnTo>
                <a:lnTo>
                  <a:pt x="60096" y="32771"/>
                </a:lnTo>
                <a:lnTo>
                  <a:pt x="68145" y="32771"/>
                </a:lnTo>
                <a:lnTo>
                  <a:pt x="80164" y="40910"/>
                </a:lnTo>
                <a:lnTo>
                  <a:pt x="80164" y="28648"/>
                </a:lnTo>
                <a:lnTo>
                  <a:pt x="88213" y="36859"/>
                </a:lnTo>
                <a:lnTo>
                  <a:pt x="92184" y="40910"/>
                </a:lnTo>
                <a:lnTo>
                  <a:pt x="84242" y="40910"/>
                </a:lnTo>
                <a:lnTo>
                  <a:pt x="80164" y="28648"/>
                </a:lnTo>
                <a:lnTo>
                  <a:pt x="80164" y="49049"/>
                </a:lnTo>
                <a:lnTo>
                  <a:pt x="88213" y="49049"/>
                </a:lnTo>
                <a:lnTo>
                  <a:pt x="88213" y="57188"/>
                </a:lnTo>
                <a:lnTo>
                  <a:pt x="104203" y="57188"/>
                </a:lnTo>
                <a:lnTo>
                  <a:pt x="104203" y="44925"/>
                </a:lnTo>
                <a:lnTo>
                  <a:pt x="112252" y="53172"/>
                </a:lnTo>
                <a:lnTo>
                  <a:pt x="112252" y="61311"/>
                </a:lnTo>
                <a:lnTo>
                  <a:pt x="112252" y="53172"/>
                </a:lnTo>
                <a:lnTo>
                  <a:pt x="108281" y="57188"/>
                </a:lnTo>
                <a:lnTo>
                  <a:pt x="112252" y="65435"/>
                </a:lnTo>
                <a:lnTo>
                  <a:pt x="124271" y="65435"/>
                </a:lnTo>
                <a:lnTo>
                  <a:pt x="116187" y="57188"/>
                </a:lnTo>
                <a:lnTo>
                  <a:pt x="116330" y="57188"/>
                </a:lnTo>
                <a:lnTo>
                  <a:pt x="116330" y="40910"/>
                </a:lnTo>
                <a:close/>
              </a:path>
              <a:path w="136290" h="73573">
                <a:moveTo>
                  <a:pt x="64174" y="32771"/>
                </a:moveTo>
                <a:lnTo>
                  <a:pt x="64174" y="40910"/>
                </a:lnTo>
                <a:lnTo>
                  <a:pt x="80164" y="40910"/>
                </a:lnTo>
                <a:lnTo>
                  <a:pt x="68145" y="32771"/>
                </a:lnTo>
                <a:lnTo>
                  <a:pt x="64174" y="327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724465" y="1380631"/>
            <a:ext cx="122983" cy="179702"/>
          </a:xfrm>
          <a:custGeom>
            <a:avLst/>
            <a:gdLst/>
            <a:ahLst/>
            <a:cxnLst/>
            <a:rect l="l" t="t" r="r" b="b"/>
            <a:pathLst>
              <a:path w="122983" h="179702">
                <a:moveTo>
                  <a:pt x="40135" y="16386"/>
                </a:moveTo>
                <a:lnTo>
                  <a:pt x="40136" y="28648"/>
                </a:lnTo>
                <a:lnTo>
                  <a:pt x="48184" y="32663"/>
                </a:lnTo>
                <a:lnTo>
                  <a:pt x="48184" y="16385"/>
                </a:lnTo>
                <a:lnTo>
                  <a:pt x="40135" y="16386"/>
                </a:lnTo>
                <a:close/>
              </a:path>
              <a:path w="122983" h="179702">
                <a:moveTo>
                  <a:pt x="52120" y="65326"/>
                </a:moveTo>
                <a:lnTo>
                  <a:pt x="48184" y="65326"/>
                </a:lnTo>
                <a:lnTo>
                  <a:pt x="56125" y="73574"/>
                </a:lnTo>
                <a:lnTo>
                  <a:pt x="56126" y="69450"/>
                </a:lnTo>
                <a:lnTo>
                  <a:pt x="60204" y="73573"/>
                </a:lnTo>
                <a:lnTo>
                  <a:pt x="52120" y="65326"/>
                </a:lnTo>
                <a:close/>
              </a:path>
              <a:path w="122983" h="179702">
                <a:moveTo>
                  <a:pt x="64174" y="61238"/>
                </a:moveTo>
                <a:lnTo>
                  <a:pt x="68145" y="73573"/>
                </a:lnTo>
                <a:lnTo>
                  <a:pt x="72223" y="69450"/>
                </a:lnTo>
                <a:lnTo>
                  <a:pt x="64174" y="57187"/>
                </a:lnTo>
                <a:lnTo>
                  <a:pt x="60204" y="57188"/>
                </a:lnTo>
                <a:lnTo>
                  <a:pt x="64174" y="61238"/>
                </a:lnTo>
                <a:close/>
              </a:path>
              <a:path w="122983" h="179702">
                <a:moveTo>
                  <a:pt x="64174" y="106237"/>
                </a:moveTo>
                <a:lnTo>
                  <a:pt x="72223" y="106237"/>
                </a:lnTo>
                <a:lnTo>
                  <a:pt x="72223" y="93975"/>
                </a:lnTo>
                <a:lnTo>
                  <a:pt x="76158" y="97990"/>
                </a:lnTo>
                <a:lnTo>
                  <a:pt x="72223" y="97990"/>
                </a:lnTo>
                <a:lnTo>
                  <a:pt x="72223" y="106237"/>
                </a:lnTo>
                <a:lnTo>
                  <a:pt x="80272" y="110252"/>
                </a:lnTo>
                <a:lnTo>
                  <a:pt x="80272" y="123491"/>
                </a:lnTo>
                <a:lnTo>
                  <a:pt x="88213" y="131671"/>
                </a:lnTo>
                <a:lnTo>
                  <a:pt x="88213" y="147039"/>
                </a:lnTo>
                <a:lnTo>
                  <a:pt x="96262" y="147039"/>
                </a:lnTo>
                <a:lnTo>
                  <a:pt x="92291" y="122514"/>
                </a:lnTo>
                <a:lnTo>
                  <a:pt x="91754" y="135319"/>
                </a:lnTo>
                <a:lnTo>
                  <a:pt x="88213" y="126638"/>
                </a:lnTo>
                <a:lnTo>
                  <a:pt x="92291" y="122514"/>
                </a:lnTo>
                <a:lnTo>
                  <a:pt x="84242" y="106237"/>
                </a:lnTo>
                <a:lnTo>
                  <a:pt x="72223" y="102113"/>
                </a:lnTo>
                <a:lnTo>
                  <a:pt x="84242" y="106237"/>
                </a:lnTo>
                <a:lnTo>
                  <a:pt x="76194" y="97990"/>
                </a:lnTo>
                <a:lnTo>
                  <a:pt x="64174" y="85727"/>
                </a:lnTo>
                <a:lnTo>
                  <a:pt x="64174" y="106237"/>
                </a:lnTo>
                <a:close/>
              </a:path>
              <a:path w="122983" h="179702">
                <a:moveTo>
                  <a:pt x="80272" y="73573"/>
                </a:moveTo>
                <a:lnTo>
                  <a:pt x="80272" y="85727"/>
                </a:lnTo>
                <a:lnTo>
                  <a:pt x="80272" y="73573"/>
                </a:lnTo>
                <a:lnTo>
                  <a:pt x="76265" y="81712"/>
                </a:lnTo>
                <a:lnTo>
                  <a:pt x="88213" y="93975"/>
                </a:lnTo>
                <a:lnTo>
                  <a:pt x="88213" y="73573"/>
                </a:lnTo>
                <a:lnTo>
                  <a:pt x="80272" y="73573"/>
                </a:lnTo>
                <a:close/>
              </a:path>
              <a:path w="122983" h="179702">
                <a:moveTo>
                  <a:pt x="116330" y="163316"/>
                </a:moveTo>
                <a:lnTo>
                  <a:pt x="104310" y="151163"/>
                </a:lnTo>
                <a:lnTo>
                  <a:pt x="104310" y="174168"/>
                </a:lnTo>
                <a:lnTo>
                  <a:pt x="109676" y="179702"/>
                </a:lnTo>
                <a:lnTo>
                  <a:pt x="122983" y="179702"/>
                </a:lnTo>
                <a:lnTo>
                  <a:pt x="120300" y="151163"/>
                </a:lnTo>
                <a:lnTo>
                  <a:pt x="108281" y="138900"/>
                </a:lnTo>
                <a:lnTo>
                  <a:pt x="108281" y="147039"/>
                </a:lnTo>
                <a:lnTo>
                  <a:pt x="104310" y="151163"/>
                </a:lnTo>
                <a:lnTo>
                  <a:pt x="116330" y="163316"/>
                </a:lnTo>
                <a:close/>
              </a:path>
              <a:path w="122983" h="179702">
                <a:moveTo>
                  <a:pt x="112359" y="122514"/>
                </a:moveTo>
                <a:lnTo>
                  <a:pt x="112359" y="134777"/>
                </a:lnTo>
                <a:lnTo>
                  <a:pt x="120300" y="138900"/>
                </a:lnTo>
                <a:lnTo>
                  <a:pt x="120300" y="122514"/>
                </a:lnTo>
                <a:lnTo>
                  <a:pt x="112359" y="122514"/>
                </a:lnTo>
                <a:close/>
              </a:path>
              <a:path w="122983" h="179702">
                <a:moveTo>
                  <a:pt x="72223" y="106237"/>
                </a:moveTo>
                <a:lnTo>
                  <a:pt x="72223" y="122514"/>
                </a:lnTo>
                <a:lnTo>
                  <a:pt x="80272" y="122514"/>
                </a:lnTo>
                <a:lnTo>
                  <a:pt x="80272" y="110252"/>
                </a:lnTo>
                <a:lnTo>
                  <a:pt x="72223" y="106237"/>
                </a:lnTo>
                <a:close/>
              </a:path>
              <a:path w="122983" h="179702">
                <a:moveTo>
                  <a:pt x="76158" y="97990"/>
                </a:moveTo>
                <a:lnTo>
                  <a:pt x="72223" y="93975"/>
                </a:lnTo>
                <a:lnTo>
                  <a:pt x="72223" y="97990"/>
                </a:lnTo>
                <a:lnTo>
                  <a:pt x="76158" y="97990"/>
                </a:lnTo>
                <a:close/>
              </a:path>
              <a:path w="122983" h="179702">
                <a:moveTo>
                  <a:pt x="96262" y="110252"/>
                </a:moveTo>
                <a:lnTo>
                  <a:pt x="96262" y="142915"/>
                </a:lnTo>
                <a:lnTo>
                  <a:pt x="96262" y="110252"/>
                </a:lnTo>
                <a:close/>
              </a:path>
              <a:path w="122983" h="179702">
                <a:moveTo>
                  <a:pt x="104310" y="163316"/>
                </a:moveTo>
                <a:lnTo>
                  <a:pt x="104310" y="151163"/>
                </a:lnTo>
                <a:lnTo>
                  <a:pt x="108281" y="147039"/>
                </a:lnTo>
                <a:lnTo>
                  <a:pt x="108281" y="138900"/>
                </a:lnTo>
                <a:lnTo>
                  <a:pt x="120300" y="151163"/>
                </a:lnTo>
                <a:lnTo>
                  <a:pt x="122983" y="179702"/>
                </a:lnTo>
                <a:lnTo>
                  <a:pt x="128349" y="174168"/>
                </a:lnTo>
                <a:lnTo>
                  <a:pt x="128349" y="138900"/>
                </a:lnTo>
                <a:lnTo>
                  <a:pt x="120300" y="138900"/>
                </a:lnTo>
                <a:lnTo>
                  <a:pt x="120300" y="142915"/>
                </a:lnTo>
                <a:lnTo>
                  <a:pt x="120300" y="138900"/>
                </a:lnTo>
                <a:lnTo>
                  <a:pt x="112359" y="134777"/>
                </a:lnTo>
                <a:lnTo>
                  <a:pt x="112359" y="121538"/>
                </a:lnTo>
                <a:lnTo>
                  <a:pt x="104310" y="113399"/>
                </a:lnTo>
                <a:lnTo>
                  <a:pt x="100769" y="109818"/>
                </a:lnTo>
                <a:lnTo>
                  <a:pt x="104310" y="118391"/>
                </a:lnTo>
                <a:lnTo>
                  <a:pt x="100232" y="122514"/>
                </a:lnTo>
                <a:lnTo>
                  <a:pt x="96262" y="110252"/>
                </a:lnTo>
                <a:lnTo>
                  <a:pt x="96262" y="142915"/>
                </a:lnTo>
                <a:lnTo>
                  <a:pt x="96262" y="110252"/>
                </a:lnTo>
                <a:lnTo>
                  <a:pt x="84242" y="97990"/>
                </a:lnTo>
                <a:lnTo>
                  <a:pt x="76194" y="81712"/>
                </a:lnTo>
                <a:lnTo>
                  <a:pt x="68145" y="73573"/>
                </a:lnTo>
                <a:lnTo>
                  <a:pt x="64174" y="61238"/>
                </a:lnTo>
                <a:lnTo>
                  <a:pt x="60204" y="57188"/>
                </a:lnTo>
                <a:lnTo>
                  <a:pt x="56126" y="53064"/>
                </a:lnTo>
                <a:lnTo>
                  <a:pt x="64174" y="61311"/>
                </a:lnTo>
                <a:lnTo>
                  <a:pt x="68145" y="81712"/>
                </a:lnTo>
                <a:lnTo>
                  <a:pt x="60204" y="73573"/>
                </a:lnTo>
                <a:lnTo>
                  <a:pt x="56126" y="69450"/>
                </a:lnTo>
                <a:lnTo>
                  <a:pt x="56126" y="77589"/>
                </a:lnTo>
                <a:lnTo>
                  <a:pt x="56125" y="73574"/>
                </a:lnTo>
                <a:lnTo>
                  <a:pt x="48184" y="65326"/>
                </a:lnTo>
                <a:lnTo>
                  <a:pt x="40135" y="57188"/>
                </a:lnTo>
                <a:lnTo>
                  <a:pt x="32087" y="44925"/>
                </a:lnTo>
                <a:lnTo>
                  <a:pt x="24038" y="40802"/>
                </a:lnTo>
                <a:lnTo>
                  <a:pt x="24038" y="57188"/>
                </a:lnTo>
                <a:lnTo>
                  <a:pt x="32087" y="57187"/>
                </a:lnTo>
                <a:lnTo>
                  <a:pt x="32087" y="65326"/>
                </a:lnTo>
                <a:lnTo>
                  <a:pt x="40135" y="65326"/>
                </a:lnTo>
                <a:lnTo>
                  <a:pt x="40136" y="73573"/>
                </a:lnTo>
                <a:lnTo>
                  <a:pt x="48184" y="73573"/>
                </a:lnTo>
                <a:lnTo>
                  <a:pt x="48184" y="81712"/>
                </a:lnTo>
                <a:lnTo>
                  <a:pt x="56126" y="81712"/>
                </a:lnTo>
                <a:lnTo>
                  <a:pt x="56126" y="97990"/>
                </a:lnTo>
                <a:lnTo>
                  <a:pt x="64174" y="97990"/>
                </a:lnTo>
                <a:lnTo>
                  <a:pt x="64174" y="85727"/>
                </a:lnTo>
                <a:lnTo>
                  <a:pt x="76194" y="97990"/>
                </a:lnTo>
                <a:lnTo>
                  <a:pt x="84242" y="106237"/>
                </a:lnTo>
                <a:lnTo>
                  <a:pt x="92291" y="122514"/>
                </a:lnTo>
                <a:lnTo>
                  <a:pt x="96262" y="147039"/>
                </a:lnTo>
                <a:lnTo>
                  <a:pt x="96262" y="163316"/>
                </a:lnTo>
                <a:lnTo>
                  <a:pt x="104310" y="163316"/>
                </a:lnTo>
                <a:close/>
              </a:path>
              <a:path w="122983" h="179702">
                <a:moveTo>
                  <a:pt x="92291" y="122514"/>
                </a:moveTo>
                <a:lnTo>
                  <a:pt x="88213" y="126638"/>
                </a:lnTo>
                <a:lnTo>
                  <a:pt x="91754" y="135319"/>
                </a:lnTo>
                <a:lnTo>
                  <a:pt x="92291" y="122514"/>
                </a:lnTo>
                <a:close/>
              </a:path>
              <a:path w="122983" h="179702">
                <a:moveTo>
                  <a:pt x="24038" y="8138"/>
                </a:moveTo>
                <a:lnTo>
                  <a:pt x="28116" y="16385"/>
                </a:lnTo>
                <a:lnTo>
                  <a:pt x="40136" y="8138"/>
                </a:lnTo>
                <a:lnTo>
                  <a:pt x="24038" y="8138"/>
                </a:lnTo>
                <a:close/>
              </a:path>
              <a:path w="122983" h="179702">
                <a:moveTo>
                  <a:pt x="24038" y="32663"/>
                </a:moveTo>
                <a:lnTo>
                  <a:pt x="28044" y="32663"/>
                </a:lnTo>
                <a:lnTo>
                  <a:pt x="24038" y="28648"/>
                </a:lnTo>
                <a:lnTo>
                  <a:pt x="20068" y="32663"/>
                </a:lnTo>
                <a:lnTo>
                  <a:pt x="24038" y="40802"/>
                </a:lnTo>
                <a:lnTo>
                  <a:pt x="24038" y="32663"/>
                </a:lnTo>
                <a:close/>
              </a:path>
              <a:path w="122983" h="179702">
                <a:moveTo>
                  <a:pt x="48184" y="61311"/>
                </a:moveTo>
                <a:lnTo>
                  <a:pt x="52155" y="65326"/>
                </a:lnTo>
                <a:lnTo>
                  <a:pt x="40136" y="53064"/>
                </a:lnTo>
                <a:lnTo>
                  <a:pt x="36165" y="32663"/>
                </a:lnTo>
                <a:lnTo>
                  <a:pt x="44142" y="40802"/>
                </a:lnTo>
                <a:lnTo>
                  <a:pt x="48184" y="44925"/>
                </a:lnTo>
                <a:lnTo>
                  <a:pt x="44142" y="40802"/>
                </a:lnTo>
                <a:lnTo>
                  <a:pt x="36165" y="32663"/>
                </a:lnTo>
                <a:lnTo>
                  <a:pt x="44106" y="40802"/>
                </a:lnTo>
                <a:lnTo>
                  <a:pt x="52190" y="49049"/>
                </a:lnTo>
                <a:lnTo>
                  <a:pt x="48184" y="40802"/>
                </a:lnTo>
                <a:lnTo>
                  <a:pt x="48184" y="32663"/>
                </a:lnTo>
                <a:lnTo>
                  <a:pt x="40136" y="28648"/>
                </a:lnTo>
                <a:lnTo>
                  <a:pt x="40136" y="8138"/>
                </a:lnTo>
                <a:lnTo>
                  <a:pt x="28116" y="16385"/>
                </a:lnTo>
                <a:lnTo>
                  <a:pt x="24038" y="8138"/>
                </a:lnTo>
                <a:lnTo>
                  <a:pt x="24038" y="5534"/>
                </a:lnTo>
                <a:lnTo>
                  <a:pt x="18672" y="0"/>
                </a:lnTo>
                <a:lnTo>
                  <a:pt x="12019" y="0"/>
                </a:lnTo>
                <a:lnTo>
                  <a:pt x="12019" y="8138"/>
                </a:lnTo>
                <a:lnTo>
                  <a:pt x="24038" y="20401"/>
                </a:lnTo>
                <a:lnTo>
                  <a:pt x="20068" y="8138"/>
                </a:lnTo>
                <a:lnTo>
                  <a:pt x="24038" y="20401"/>
                </a:lnTo>
                <a:lnTo>
                  <a:pt x="16097" y="20401"/>
                </a:lnTo>
                <a:lnTo>
                  <a:pt x="28116" y="32663"/>
                </a:lnTo>
                <a:lnTo>
                  <a:pt x="24038" y="12262"/>
                </a:lnTo>
                <a:lnTo>
                  <a:pt x="28116" y="32663"/>
                </a:lnTo>
                <a:lnTo>
                  <a:pt x="36165" y="40802"/>
                </a:lnTo>
                <a:lnTo>
                  <a:pt x="40136" y="53137"/>
                </a:lnTo>
                <a:lnTo>
                  <a:pt x="44106" y="57188"/>
                </a:lnTo>
                <a:lnTo>
                  <a:pt x="48184" y="61311"/>
                </a:lnTo>
                <a:close/>
              </a:path>
              <a:path w="122983" h="179702">
                <a:moveTo>
                  <a:pt x="16097" y="32663"/>
                </a:moveTo>
                <a:lnTo>
                  <a:pt x="16097" y="40802"/>
                </a:lnTo>
                <a:lnTo>
                  <a:pt x="24038" y="40802"/>
                </a:lnTo>
                <a:lnTo>
                  <a:pt x="20068" y="32663"/>
                </a:lnTo>
                <a:lnTo>
                  <a:pt x="24038" y="28648"/>
                </a:lnTo>
                <a:lnTo>
                  <a:pt x="28044" y="32663"/>
                </a:lnTo>
                <a:lnTo>
                  <a:pt x="24038" y="32663"/>
                </a:lnTo>
                <a:lnTo>
                  <a:pt x="24038" y="40802"/>
                </a:lnTo>
                <a:lnTo>
                  <a:pt x="32087" y="44925"/>
                </a:lnTo>
                <a:lnTo>
                  <a:pt x="40135" y="57188"/>
                </a:lnTo>
                <a:lnTo>
                  <a:pt x="48184" y="65326"/>
                </a:lnTo>
                <a:lnTo>
                  <a:pt x="52120" y="65326"/>
                </a:lnTo>
                <a:lnTo>
                  <a:pt x="60204" y="73573"/>
                </a:lnTo>
                <a:lnTo>
                  <a:pt x="68145" y="81712"/>
                </a:lnTo>
                <a:lnTo>
                  <a:pt x="64174" y="61311"/>
                </a:lnTo>
                <a:lnTo>
                  <a:pt x="56126" y="53064"/>
                </a:lnTo>
                <a:lnTo>
                  <a:pt x="60204" y="57188"/>
                </a:lnTo>
                <a:lnTo>
                  <a:pt x="64174" y="57187"/>
                </a:lnTo>
                <a:lnTo>
                  <a:pt x="72223" y="69450"/>
                </a:lnTo>
                <a:lnTo>
                  <a:pt x="68145" y="73573"/>
                </a:lnTo>
                <a:lnTo>
                  <a:pt x="76194" y="81712"/>
                </a:lnTo>
                <a:lnTo>
                  <a:pt x="84242" y="97990"/>
                </a:lnTo>
                <a:lnTo>
                  <a:pt x="96262" y="110252"/>
                </a:lnTo>
                <a:lnTo>
                  <a:pt x="100232" y="122514"/>
                </a:lnTo>
                <a:lnTo>
                  <a:pt x="104310" y="118391"/>
                </a:lnTo>
                <a:lnTo>
                  <a:pt x="100769" y="109818"/>
                </a:lnTo>
                <a:lnTo>
                  <a:pt x="104310" y="113399"/>
                </a:lnTo>
                <a:lnTo>
                  <a:pt x="104310" y="97990"/>
                </a:lnTo>
                <a:lnTo>
                  <a:pt x="96262" y="97990"/>
                </a:lnTo>
                <a:lnTo>
                  <a:pt x="96262" y="102113"/>
                </a:lnTo>
                <a:lnTo>
                  <a:pt x="96262" y="81712"/>
                </a:lnTo>
                <a:lnTo>
                  <a:pt x="88213" y="81712"/>
                </a:lnTo>
                <a:lnTo>
                  <a:pt x="88213" y="93975"/>
                </a:lnTo>
                <a:lnTo>
                  <a:pt x="76265" y="81712"/>
                </a:lnTo>
                <a:lnTo>
                  <a:pt x="80272" y="73573"/>
                </a:lnTo>
                <a:lnTo>
                  <a:pt x="80272" y="57188"/>
                </a:lnTo>
                <a:lnTo>
                  <a:pt x="72223" y="57187"/>
                </a:lnTo>
                <a:lnTo>
                  <a:pt x="72223" y="49049"/>
                </a:lnTo>
                <a:lnTo>
                  <a:pt x="52155" y="49049"/>
                </a:lnTo>
                <a:lnTo>
                  <a:pt x="52155" y="65326"/>
                </a:lnTo>
                <a:lnTo>
                  <a:pt x="48184" y="61311"/>
                </a:lnTo>
                <a:lnTo>
                  <a:pt x="44106" y="57188"/>
                </a:lnTo>
                <a:lnTo>
                  <a:pt x="40136" y="53137"/>
                </a:lnTo>
                <a:lnTo>
                  <a:pt x="36165" y="40802"/>
                </a:lnTo>
                <a:lnTo>
                  <a:pt x="24038" y="36786"/>
                </a:lnTo>
                <a:lnTo>
                  <a:pt x="36165" y="40802"/>
                </a:lnTo>
                <a:lnTo>
                  <a:pt x="28116" y="32663"/>
                </a:lnTo>
                <a:lnTo>
                  <a:pt x="16097" y="20401"/>
                </a:lnTo>
                <a:lnTo>
                  <a:pt x="24038" y="20401"/>
                </a:lnTo>
                <a:lnTo>
                  <a:pt x="12019" y="8138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32663"/>
                </a:lnTo>
                <a:lnTo>
                  <a:pt x="16097" y="32663"/>
                </a:lnTo>
                <a:close/>
              </a:path>
              <a:path w="122983" h="179702">
                <a:moveTo>
                  <a:pt x="44106" y="40802"/>
                </a:moveTo>
                <a:lnTo>
                  <a:pt x="36165" y="32663"/>
                </a:lnTo>
                <a:lnTo>
                  <a:pt x="40136" y="53064"/>
                </a:lnTo>
                <a:lnTo>
                  <a:pt x="52155" y="65326"/>
                </a:lnTo>
                <a:lnTo>
                  <a:pt x="52190" y="49049"/>
                </a:lnTo>
                <a:lnTo>
                  <a:pt x="44106" y="40802"/>
                </a:lnTo>
                <a:close/>
              </a:path>
              <a:path w="122983" h="179702">
                <a:moveTo>
                  <a:pt x="52190" y="49049"/>
                </a:moveTo>
                <a:lnTo>
                  <a:pt x="64174" y="49049"/>
                </a:lnTo>
                <a:lnTo>
                  <a:pt x="64174" y="40802"/>
                </a:lnTo>
                <a:lnTo>
                  <a:pt x="56126" y="40802"/>
                </a:lnTo>
                <a:lnTo>
                  <a:pt x="48184" y="36786"/>
                </a:lnTo>
                <a:lnTo>
                  <a:pt x="56126" y="40802"/>
                </a:lnTo>
                <a:lnTo>
                  <a:pt x="56126" y="32663"/>
                </a:lnTo>
                <a:lnTo>
                  <a:pt x="48184" y="32663"/>
                </a:lnTo>
                <a:lnTo>
                  <a:pt x="48184" y="40802"/>
                </a:lnTo>
                <a:lnTo>
                  <a:pt x="52190" y="490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925037" y="1699235"/>
            <a:ext cx="15990" cy="53064"/>
          </a:xfrm>
          <a:custGeom>
            <a:avLst/>
            <a:gdLst/>
            <a:ahLst/>
            <a:cxnLst/>
            <a:rect l="l" t="t" r="r" b="b"/>
            <a:pathLst>
              <a:path w="15990" h="53064">
                <a:moveTo>
                  <a:pt x="0" y="53064"/>
                </a:moveTo>
                <a:lnTo>
                  <a:pt x="3970" y="40802"/>
                </a:lnTo>
                <a:lnTo>
                  <a:pt x="0" y="4015"/>
                </a:lnTo>
                <a:lnTo>
                  <a:pt x="3970" y="40802"/>
                </a:lnTo>
                <a:lnTo>
                  <a:pt x="8048" y="28539"/>
                </a:lnTo>
                <a:lnTo>
                  <a:pt x="15990" y="40802"/>
                </a:lnTo>
                <a:lnTo>
                  <a:pt x="15990" y="31686"/>
                </a:lnTo>
                <a:lnTo>
                  <a:pt x="8048" y="23506"/>
                </a:lnTo>
                <a:lnTo>
                  <a:pt x="4507" y="19858"/>
                </a:lnTo>
                <a:lnTo>
                  <a:pt x="0" y="0"/>
                </a:lnTo>
                <a:lnTo>
                  <a:pt x="0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925037" y="1699235"/>
            <a:ext cx="8048" cy="23506"/>
          </a:xfrm>
          <a:custGeom>
            <a:avLst/>
            <a:gdLst/>
            <a:ahLst/>
            <a:cxnLst/>
            <a:rect l="l" t="t" r="r" b="b"/>
            <a:pathLst>
              <a:path w="8048" h="23506">
                <a:moveTo>
                  <a:pt x="8048" y="0"/>
                </a:moveTo>
                <a:lnTo>
                  <a:pt x="0" y="0"/>
                </a:lnTo>
                <a:lnTo>
                  <a:pt x="4507" y="19858"/>
                </a:lnTo>
                <a:lnTo>
                  <a:pt x="8048" y="23506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945105" y="1776824"/>
            <a:ext cx="19960" cy="44925"/>
          </a:xfrm>
          <a:custGeom>
            <a:avLst/>
            <a:gdLst/>
            <a:ahLst/>
            <a:cxnLst/>
            <a:rect l="l" t="t" r="r" b="b"/>
            <a:pathLst>
              <a:path w="19960" h="44925">
                <a:moveTo>
                  <a:pt x="0" y="12262"/>
                </a:moveTo>
                <a:lnTo>
                  <a:pt x="12019" y="24416"/>
                </a:lnTo>
                <a:lnTo>
                  <a:pt x="12019" y="16277"/>
                </a:lnTo>
                <a:lnTo>
                  <a:pt x="12019" y="24416"/>
                </a:lnTo>
                <a:lnTo>
                  <a:pt x="0" y="12262"/>
                </a:lnTo>
                <a:lnTo>
                  <a:pt x="7941" y="36678"/>
                </a:lnTo>
                <a:lnTo>
                  <a:pt x="14594" y="44925"/>
                </a:lnTo>
                <a:lnTo>
                  <a:pt x="19960" y="39391"/>
                </a:lnTo>
                <a:lnTo>
                  <a:pt x="19960" y="12262"/>
                </a:lnTo>
                <a:lnTo>
                  <a:pt x="12019" y="12262"/>
                </a:lnTo>
                <a:lnTo>
                  <a:pt x="397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925037" y="1760438"/>
            <a:ext cx="12019" cy="28648"/>
          </a:xfrm>
          <a:custGeom>
            <a:avLst/>
            <a:gdLst/>
            <a:ahLst/>
            <a:cxnLst/>
            <a:rect l="l" t="t" r="r" b="b"/>
            <a:pathLst>
              <a:path w="12019" h="28648">
                <a:moveTo>
                  <a:pt x="0" y="4123"/>
                </a:moveTo>
                <a:lnTo>
                  <a:pt x="0" y="28648"/>
                </a:lnTo>
                <a:lnTo>
                  <a:pt x="8048" y="28648"/>
                </a:lnTo>
                <a:lnTo>
                  <a:pt x="8048" y="16385"/>
                </a:lnTo>
                <a:lnTo>
                  <a:pt x="12019" y="4123"/>
                </a:lnTo>
                <a:lnTo>
                  <a:pt x="0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916989" y="1741013"/>
            <a:ext cx="8048" cy="23548"/>
          </a:xfrm>
          <a:custGeom>
            <a:avLst/>
            <a:gdLst/>
            <a:ahLst/>
            <a:cxnLst/>
            <a:rect l="l" t="t" r="r" b="b"/>
            <a:pathLst>
              <a:path w="8048" h="23548">
                <a:moveTo>
                  <a:pt x="8048" y="23548"/>
                </a:moveTo>
                <a:lnTo>
                  <a:pt x="3541" y="3581"/>
                </a:lnTo>
                <a:lnTo>
                  <a:pt x="0" y="0"/>
                </a:lnTo>
                <a:lnTo>
                  <a:pt x="0" y="23548"/>
                </a:lnTo>
                <a:lnTo>
                  <a:pt x="8048" y="235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933086" y="1752299"/>
            <a:ext cx="26614" cy="69450"/>
          </a:xfrm>
          <a:custGeom>
            <a:avLst/>
            <a:gdLst/>
            <a:ahLst/>
            <a:cxnLst/>
            <a:rect l="l" t="t" r="r" b="b"/>
            <a:pathLst>
              <a:path w="26614" h="69450">
                <a:moveTo>
                  <a:pt x="13307" y="69450"/>
                </a:moveTo>
                <a:lnTo>
                  <a:pt x="26614" y="69450"/>
                </a:lnTo>
                <a:lnTo>
                  <a:pt x="19960" y="61203"/>
                </a:lnTo>
                <a:lnTo>
                  <a:pt x="12019" y="36786"/>
                </a:lnTo>
                <a:lnTo>
                  <a:pt x="0" y="32663"/>
                </a:lnTo>
                <a:lnTo>
                  <a:pt x="12019" y="36786"/>
                </a:lnTo>
                <a:lnTo>
                  <a:pt x="15990" y="24524"/>
                </a:lnTo>
                <a:lnTo>
                  <a:pt x="15990" y="16277"/>
                </a:lnTo>
                <a:lnTo>
                  <a:pt x="15990" y="24524"/>
                </a:lnTo>
                <a:lnTo>
                  <a:pt x="24038" y="36786"/>
                </a:lnTo>
                <a:lnTo>
                  <a:pt x="24038" y="12262"/>
                </a:lnTo>
                <a:lnTo>
                  <a:pt x="15990" y="12262"/>
                </a:lnTo>
                <a:lnTo>
                  <a:pt x="7941" y="0"/>
                </a:lnTo>
                <a:lnTo>
                  <a:pt x="3970" y="12262"/>
                </a:lnTo>
                <a:lnTo>
                  <a:pt x="0" y="24524"/>
                </a:lnTo>
                <a:lnTo>
                  <a:pt x="0" y="36786"/>
                </a:lnTo>
                <a:lnTo>
                  <a:pt x="7941" y="48940"/>
                </a:lnTo>
                <a:lnTo>
                  <a:pt x="7941" y="57188"/>
                </a:lnTo>
                <a:lnTo>
                  <a:pt x="7941" y="48940"/>
                </a:lnTo>
                <a:lnTo>
                  <a:pt x="0" y="36786"/>
                </a:lnTo>
                <a:lnTo>
                  <a:pt x="0" y="61203"/>
                </a:lnTo>
                <a:lnTo>
                  <a:pt x="7941" y="61203"/>
                </a:lnTo>
                <a:lnTo>
                  <a:pt x="7941" y="63916"/>
                </a:lnTo>
                <a:lnTo>
                  <a:pt x="13307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872882" y="1601136"/>
            <a:ext cx="36058" cy="106237"/>
          </a:xfrm>
          <a:custGeom>
            <a:avLst/>
            <a:gdLst/>
            <a:ahLst/>
            <a:cxnLst/>
            <a:rect l="l" t="t" r="r" b="b"/>
            <a:pathLst>
              <a:path w="36058" h="106237">
                <a:moveTo>
                  <a:pt x="28116" y="106237"/>
                </a:moveTo>
                <a:lnTo>
                  <a:pt x="28116" y="93975"/>
                </a:lnTo>
                <a:lnTo>
                  <a:pt x="32087" y="81712"/>
                </a:lnTo>
                <a:lnTo>
                  <a:pt x="24038" y="65326"/>
                </a:lnTo>
                <a:lnTo>
                  <a:pt x="12019" y="61311"/>
                </a:lnTo>
                <a:lnTo>
                  <a:pt x="24038" y="65326"/>
                </a:lnTo>
                <a:lnTo>
                  <a:pt x="24038" y="57188"/>
                </a:lnTo>
                <a:lnTo>
                  <a:pt x="36058" y="57187"/>
                </a:lnTo>
                <a:lnTo>
                  <a:pt x="36058" y="40910"/>
                </a:lnTo>
                <a:lnTo>
                  <a:pt x="28116" y="40910"/>
                </a:lnTo>
                <a:lnTo>
                  <a:pt x="20068" y="28648"/>
                </a:lnTo>
                <a:lnTo>
                  <a:pt x="8048" y="16385"/>
                </a:lnTo>
                <a:lnTo>
                  <a:pt x="0" y="0"/>
                </a:lnTo>
                <a:lnTo>
                  <a:pt x="8048" y="24524"/>
                </a:lnTo>
                <a:lnTo>
                  <a:pt x="15990" y="40910"/>
                </a:lnTo>
                <a:lnTo>
                  <a:pt x="28116" y="53172"/>
                </a:lnTo>
                <a:lnTo>
                  <a:pt x="28116" y="44925"/>
                </a:lnTo>
                <a:lnTo>
                  <a:pt x="28116" y="53172"/>
                </a:lnTo>
                <a:lnTo>
                  <a:pt x="15990" y="40910"/>
                </a:lnTo>
                <a:lnTo>
                  <a:pt x="12019" y="53172"/>
                </a:lnTo>
                <a:lnTo>
                  <a:pt x="12019" y="65326"/>
                </a:lnTo>
                <a:lnTo>
                  <a:pt x="20068" y="69450"/>
                </a:lnTo>
                <a:lnTo>
                  <a:pt x="20068" y="77589"/>
                </a:lnTo>
                <a:lnTo>
                  <a:pt x="20068" y="69450"/>
                </a:lnTo>
                <a:lnTo>
                  <a:pt x="12019" y="65326"/>
                </a:lnTo>
                <a:lnTo>
                  <a:pt x="12019" y="81712"/>
                </a:lnTo>
                <a:lnTo>
                  <a:pt x="20068" y="81712"/>
                </a:lnTo>
                <a:lnTo>
                  <a:pt x="20068" y="106237"/>
                </a:lnTo>
                <a:lnTo>
                  <a:pt x="28116" y="1062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868911" y="1601136"/>
            <a:ext cx="19960" cy="65326"/>
          </a:xfrm>
          <a:custGeom>
            <a:avLst/>
            <a:gdLst/>
            <a:ahLst/>
            <a:cxnLst/>
            <a:rect l="l" t="t" r="r" b="b"/>
            <a:pathLst>
              <a:path w="19960" h="65326">
                <a:moveTo>
                  <a:pt x="15990" y="65326"/>
                </a:moveTo>
                <a:lnTo>
                  <a:pt x="15990" y="53172"/>
                </a:lnTo>
                <a:lnTo>
                  <a:pt x="19960" y="40910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3970" y="0"/>
                </a:lnTo>
                <a:lnTo>
                  <a:pt x="3970" y="8247"/>
                </a:lnTo>
                <a:lnTo>
                  <a:pt x="0" y="12262"/>
                </a:lnTo>
                <a:lnTo>
                  <a:pt x="0" y="24524"/>
                </a:lnTo>
                <a:lnTo>
                  <a:pt x="7941" y="28648"/>
                </a:lnTo>
                <a:lnTo>
                  <a:pt x="7941" y="36786"/>
                </a:lnTo>
                <a:lnTo>
                  <a:pt x="7941" y="28648"/>
                </a:lnTo>
                <a:lnTo>
                  <a:pt x="0" y="24524"/>
                </a:lnTo>
                <a:lnTo>
                  <a:pt x="0" y="40910"/>
                </a:lnTo>
                <a:lnTo>
                  <a:pt x="7941" y="40910"/>
                </a:lnTo>
                <a:lnTo>
                  <a:pt x="7941" y="65326"/>
                </a:lnTo>
                <a:lnTo>
                  <a:pt x="15990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828775" y="1535809"/>
            <a:ext cx="44106" cy="89851"/>
          </a:xfrm>
          <a:custGeom>
            <a:avLst/>
            <a:gdLst/>
            <a:ahLst/>
            <a:cxnLst/>
            <a:rect l="l" t="t" r="r" b="b"/>
            <a:pathLst>
              <a:path w="44106" h="89851">
                <a:moveTo>
                  <a:pt x="5365" y="24524"/>
                </a:moveTo>
                <a:lnTo>
                  <a:pt x="20068" y="24524"/>
                </a:lnTo>
                <a:lnTo>
                  <a:pt x="20068" y="16385"/>
                </a:lnTo>
                <a:lnTo>
                  <a:pt x="28009" y="40910"/>
                </a:lnTo>
                <a:lnTo>
                  <a:pt x="24038" y="44925"/>
                </a:lnTo>
                <a:lnTo>
                  <a:pt x="15990" y="40910"/>
                </a:lnTo>
                <a:lnTo>
                  <a:pt x="15990" y="57188"/>
                </a:lnTo>
                <a:lnTo>
                  <a:pt x="24038" y="57188"/>
                </a:lnTo>
                <a:lnTo>
                  <a:pt x="32087" y="61311"/>
                </a:lnTo>
                <a:lnTo>
                  <a:pt x="32087" y="69450"/>
                </a:lnTo>
                <a:lnTo>
                  <a:pt x="32087" y="61311"/>
                </a:lnTo>
                <a:lnTo>
                  <a:pt x="24038" y="57188"/>
                </a:lnTo>
                <a:lnTo>
                  <a:pt x="24038" y="73573"/>
                </a:lnTo>
                <a:lnTo>
                  <a:pt x="32087" y="73573"/>
                </a:lnTo>
                <a:lnTo>
                  <a:pt x="32087" y="89851"/>
                </a:lnTo>
                <a:lnTo>
                  <a:pt x="40136" y="89851"/>
                </a:lnTo>
                <a:lnTo>
                  <a:pt x="40136" y="77589"/>
                </a:lnTo>
                <a:lnTo>
                  <a:pt x="44106" y="73573"/>
                </a:lnTo>
                <a:lnTo>
                  <a:pt x="44106" y="65326"/>
                </a:lnTo>
                <a:lnTo>
                  <a:pt x="36058" y="49049"/>
                </a:lnTo>
                <a:lnTo>
                  <a:pt x="36058" y="57188"/>
                </a:lnTo>
                <a:lnTo>
                  <a:pt x="24038" y="53064"/>
                </a:lnTo>
                <a:lnTo>
                  <a:pt x="36058" y="57188"/>
                </a:lnTo>
                <a:lnTo>
                  <a:pt x="28009" y="32663"/>
                </a:lnTo>
                <a:lnTo>
                  <a:pt x="32087" y="28648"/>
                </a:lnTo>
                <a:lnTo>
                  <a:pt x="32087" y="20401"/>
                </a:lnTo>
                <a:lnTo>
                  <a:pt x="32087" y="28648"/>
                </a:lnTo>
                <a:lnTo>
                  <a:pt x="40136" y="32663"/>
                </a:lnTo>
                <a:lnTo>
                  <a:pt x="40136" y="16385"/>
                </a:lnTo>
                <a:lnTo>
                  <a:pt x="32087" y="16385"/>
                </a:lnTo>
                <a:lnTo>
                  <a:pt x="32087" y="0"/>
                </a:lnTo>
                <a:lnTo>
                  <a:pt x="12019" y="0"/>
                </a:lnTo>
                <a:lnTo>
                  <a:pt x="8048" y="12262"/>
                </a:lnTo>
                <a:lnTo>
                  <a:pt x="8048" y="20401"/>
                </a:lnTo>
                <a:lnTo>
                  <a:pt x="8048" y="12262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18990"/>
                </a:lnTo>
                <a:lnTo>
                  <a:pt x="5365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864833" y="1568472"/>
            <a:ext cx="28116" cy="49049"/>
          </a:xfrm>
          <a:custGeom>
            <a:avLst/>
            <a:gdLst/>
            <a:ahLst/>
            <a:cxnLst/>
            <a:rect l="l" t="t" r="r" b="b"/>
            <a:pathLst>
              <a:path w="28116" h="49049">
                <a:moveTo>
                  <a:pt x="28116" y="32663"/>
                </a:moveTo>
                <a:lnTo>
                  <a:pt x="20068" y="32663"/>
                </a:lnTo>
                <a:lnTo>
                  <a:pt x="20068" y="36787"/>
                </a:lnTo>
                <a:lnTo>
                  <a:pt x="20068" y="32663"/>
                </a:lnTo>
                <a:lnTo>
                  <a:pt x="12019" y="28648"/>
                </a:lnTo>
                <a:lnTo>
                  <a:pt x="12019" y="16386"/>
                </a:lnTo>
                <a:lnTo>
                  <a:pt x="4077" y="4123"/>
                </a:lnTo>
                <a:lnTo>
                  <a:pt x="12019" y="16386"/>
                </a:lnTo>
                <a:lnTo>
                  <a:pt x="12019" y="0"/>
                </a:lnTo>
                <a:lnTo>
                  <a:pt x="4078" y="0"/>
                </a:lnTo>
                <a:lnTo>
                  <a:pt x="4077" y="12262"/>
                </a:lnTo>
                <a:lnTo>
                  <a:pt x="0" y="16386"/>
                </a:lnTo>
                <a:lnTo>
                  <a:pt x="8048" y="32663"/>
                </a:lnTo>
                <a:lnTo>
                  <a:pt x="20068" y="44925"/>
                </a:lnTo>
                <a:lnTo>
                  <a:pt x="28116" y="49049"/>
                </a:lnTo>
                <a:lnTo>
                  <a:pt x="28116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856785" y="1564457"/>
            <a:ext cx="12126" cy="28539"/>
          </a:xfrm>
          <a:custGeom>
            <a:avLst/>
            <a:gdLst/>
            <a:ahLst/>
            <a:cxnLst/>
            <a:rect l="l" t="t" r="r" b="b"/>
            <a:pathLst>
              <a:path w="12126" h="28539">
                <a:moveTo>
                  <a:pt x="0" y="4015"/>
                </a:moveTo>
                <a:lnTo>
                  <a:pt x="8048" y="28539"/>
                </a:lnTo>
                <a:lnTo>
                  <a:pt x="8048" y="20401"/>
                </a:lnTo>
                <a:lnTo>
                  <a:pt x="12126" y="16277"/>
                </a:lnTo>
                <a:lnTo>
                  <a:pt x="12126" y="4015"/>
                </a:lnTo>
                <a:lnTo>
                  <a:pt x="4077" y="0"/>
                </a:lnTo>
                <a:lnTo>
                  <a:pt x="0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844765" y="1552195"/>
            <a:ext cx="12019" cy="28539"/>
          </a:xfrm>
          <a:custGeom>
            <a:avLst/>
            <a:gdLst/>
            <a:ahLst/>
            <a:cxnLst/>
            <a:rect l="l" t="t" r="r" b="b"/>
            <a:pathLst>
              <a:path w="12019" h="28539">
                <a:moveTo>
                  <a:pt x="8048" y="28539"/>
                </a:move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4077" y="0"/>
                </a:lnTo>
                <a:lnTo>
                  <a:pt x="4077" y="8138"/>
                </a:lnTo>
                <a:lnTo>
                  <a:pt x="0" y="12262"/>
                </a:lnTo>
                <a:lnTo>
                  <a:pt x="0" y="24524"/>
                </a:lnTo>
                <a:lnTo>
                  <a:pt x="8048" y="28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836824" y="1560334"/>
            <a:ext cx="12019" cy="16385"/>
          </a:xfrm>
          <a:custGeom>
            <a:avLst/>
            <a:gdLst/>
            <a:ahLst/>
            <a:cxnLst/>
            <a:rect l="l" t="t" r="r" b="b"/>
            <a:pathLst>
              <a:path w="12019" h="16385">
                <a:moveTo>
                  <a:pt x="3970" y="0"/>
                </a:moveTo>
                <a:lnTo>
                  <a:pt x="0" y="0"/>
                </a:lnTo>
                <a:lnTo>
                  <a:pt x="0" y="16385"/>
                </a:lnTo>
                <a:lnTo>
                  <a:pt x="7941" y="16385"/>
                </a:lnTo>
                <a:lnTo>
                  <a:pt x="7941" y="4123"/>
                </a:lnTo>
                <a:lnTo>
                  <a:pt x="12019" y="0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876853" y="1584859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8048" y="0"/>
                </a:moveTo>
                <a:lnTo>
                  <a:pt x="0" y="0"/>
                </a:lnTo>
                <a:lnTo>
                  <a:pt x="0" y="4015"/>
                </a:lnTo>
                <a:lnTo>
                  <a:pt x="0" y="0"/>
                </a:lnTo>
                <a:lnTo>
                  <a:pt x="0" y="12262"/>
                </a:lnTo>
                <a:lnTo>
                  <a:pt x="8048" y="16277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872882" y="1601136"/>
            <a:ext cx="28116" cy="40910"/>
          </a:xfrm>
          <a:custGeom>
            <a:avLst/>
            <a:gdLst/>
            <a:ahLst/>
            <a:cxnLst/>
            <a:rect l="l" t="t" r="r" b="b"/>
            <a:pathLst>
              <a:path w="28116" h="40910">
                <a:moveTo>
                  <a:pt x="28116" y="16385"/>
                </a:moveTo>
                <a:lnTo>
                  <a:pt x="20067" y="16385"/>
                </a:lnTo>
                <a:lnTo>
                  <a:pt x="20068" y="20509"/>
                </a:lnTo>
                <a:lnTo>
                  <a:pt x="20067" y="16385"/>
                </a:lnTo>
                <a:lnTo>
                  <a:pt x="12019" y="12262"/>
                </a:lnTo>
                <a:lnTo>
                  <a:pt x="0" y="0"/>
                </a:lnTo>
                <a:lnTo>
                  <a:pt x="8048" y="16385"/>
                </a:lnTo>
                <a:lnTo>
                  <a:pt x="20068" y="28648"/>
                </a:lnTo>
                <a:lnTo>
                  <a:pt x="28116" y="40910"/>
                </a:lnTo>
                <a:lnTo>
                  <a:pt x="28116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900999" y="1658324"/>
            <a:ext cx="24038" cy="77589"/>
          </a:xfrm>
          <a:custGeom>
            <a:avLst/>
            <a:gdLst/>
            <a:ahLst/>
            <a:cxnLst/>
            <a:rect l="l" t="t" r="r" b="b"/>
            <a:pathLst>
              <a:path w="24038" h="77589">
                <a:moveTo>
                  <a:pt x="3970" y="24524"/>
                </a:moveTo>
                <a:lnTo>
                  <a:pt x="15990" y="36787"/>
                </a:lnTo>
                <a:lnTo>
                  <a:pt x="15990" y="28648"/>
                </a:lnTo>
                <a:lnTo>
                  <a:pt x="15990" y="36787"/>
                </a:lnTo>
                <a:lnTo>
                  <a:pt x="3970" y="24524"/>
                </a:lnTo>
                <a:lnTo>
                  <a:pt x="0" y="36787"/>
                </a:lnTo>
                <a:lnTo>
                  <a:pt x="0" y="49049"/>
                </a:lnTo>
                <a:lnTo>
                  <a:pt x="7941" y="53064"/>
                </a:lnTo>
                <a:lnTo>
                  <a:pt x="7941" y="61311"/>
                </a:lnTo>
                <a:lnTo>
                  <a:pt x="7941" y="53064"/>
                </a:lnTo>
                <a:lnTo>
                  <a:pt x="0" y="49049"/>
                </a:lnTo>
                <a:lnTo>
                  <a:pt x="0" y="65326"/>
                </a:lnTo>
                <a:lnTo>
                  <a:pt x="7941" y="65326"/>
                </a:lnTo>
                <a:lnTo>
                  <a:pt x="15990" y="77589"/>
                </a:lnTo>
                <a:lnTo>
                  <a:pt x="19960" y="65326"/>
                </a:lnTo>
                <a:lnTo>
                  <a:pt x="12019" y="49049"/>
                </a:lnTo>
                <a:lnTo>
                  <a:pt x="0" y="44925"/>
                </a:lnTo>
                <a:lnTo>
                  <a:pt x="12019" y="49049"/>
                </a:lnTo>
                <a:lnTo>
                  <a:pt x="12019" y="40910"/>
                </a:lnTo>
                <a:lnTo>
                  <a:pt x="24038" y="40910"/>
                </a:lnTo>
                <a:lnTo>
                  <a:pt x="24038" y="24524"/>
                </a:lnTo>
                <a:lnTo>
                  <a:pt x="15990" y="24524"/>
                </a:lnTo>
                <a:lnTo>
                  <a:pt x="7941" y="4123"/>
                </a:lnTo>
                <a:lnTo>
                  <a:pt x="15990" y="24524"/>
                </a:lnTo>
                <a:lnTo>
                  <a:pt x="15990" y="0"/>
                </a:lnTo>
                <a:lnTo>
                  <a:pt x="7941" y="0"/>
                </a:lnTo>
                <a:lnTo>
                  <a:pt x="7941" y="12262"/>
                </a:lnTo>
                <a:lnTo>
                  <a:pt x="3970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908940" y="1699235"/>
            <a:ext cx="40136" cy="65326"/>
          </a:xfrm>
          <a:custGeom>
            <a:avLst/>
            <a:gdLst/>
            <a:ahLst/>
            <a:cxnLst/>
            <a:rect l="l" t="t" r="r" b="b"/>
            <a:pathLst>
              <a:path w="40136" h="65326">
                <a:moveTo>
                  <a:pt x="32087" y="53064"/>
                </a:moveTo>
                <a:lnTo>
                  <a:pt x="40136" y="65326"/>
                </a:lnTo>
                <a:lnTo>
                  <a:pt x="40136" y="40802"/>
                </a:lnTo>
                <a:lnTo>
                  <a:pt x="32087" y="40802"/>
                </a:lnTo>
                <a:lnTo>
                  <a:pt x="24145" y="28539"/>
                </a:lnTo>
                <a:lnTo>
                  <a:pt x="20068" y="40802"/>
                </a:lnTo>
                <a:lnTo>
                  <a:pt x="16097" y="53064"/>
                </a:lnTo>
                <a:lnTo>
                  <a:pt x="16097" y="0"/>
                </a:lnTo>
                <a:lnTo>
                  <a:pt x="4077" y="0"/>
                </a:lnTo>
                <a:lnTo>
                  <a:pt x="4077" y="8138"/>
                </a:lnTo>
                <a:lnTo>
                  <a:pt x="12019" y="24416"/>
                </a:lnTo>
                <a:lnTo>
                  <a:pt x="8048" y="36678"/>
                </a:lnTo>
                <a:lnTo>
                  <a:pt x="0" y="24416"/>
                </a:lnTo>
                <a:lnTo>
                  <a:pt x="0" y="33640"/>
                </a:lnTo>
                <a:lnTo>
                  <a:pt x="8048" y="41778"/>
                </a:lnTo>
                <a:lnTo>
                  <a:pt x="11590" y="45359"/>
                </a:lnTo>
                <a:lnTo>
                  <a:pt x="16097" y="65326"/>
                </a:lnTo>
                <a:lnTo>
                  <a:pt x="16097" y="61203"/>
                </a:lnTo>
                <a:lnTo>
                  <a:pt x="28116" y="65326"/>
                </a:lnTo>
                <a:lnTo>
                  <a:pt x="32087" y="53064"/>
                </a:lnTo>
                <a:lnTo>
                  <a:pt x="32087" y="44925"/>
                </a:lnTo>
                <a:lnTo>
                  <a:pt x="32087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896921" y="1658324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8138"/>
                </a:lnTo>
                <a:lnTo>
                  <a:pt x="8048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973115" y="1878829"/>
            <a:ext cx="40136" cy="98098"/>
          </a:xfrm>
          <a:custGeom>
            <a:avLst/>
            <a:gdLst/>
            <a:ahLst/>
            <a:cxnLst/>
            <a:rect l="l" t="t" r="r" b="b"/>
            <a:pathLst>
              <a:path w="40136" h="98098">
                <a:moveTo>
                  <a:pt x="40136" y="73574"/>
                </a:moveTo>
                <a:lnTo>
                  <a:pt x="40136" y="64458"/>
                </a:lnTo>
                <a:lnTo>
                  <a:pt x="32087" y="56244"/>
                </a:lnTo>
                <a:lnTo>
                  <a:pt x="28545" y="52630"/>
                </a:lnTo>
                <a:lnTo>
                  <a:pt x="24038" y="31643"/>
                </a:lnTo>
                <a:lnTo>
                  <a:pt x="20604" y="28105"/>
                </a:lnTo>
                <a:lnTo>
                  <a:pt x="19638" y="78131"/>
                </a:lnTo>
                <a:lnTo>
                  <a:pt x="16097" y="69450"/>
                </a:lnTo>
                <a:lnTo>
                  <a:pt x="19638" y="78131"/>
                </a:lnTo>
                <a:lnTo>
                  <a:pt x="16097" y="0"/>
                </a:lnTo>
                <a:lnTo>
                  <a:pt x="4077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44925"/>
                </a:lnTo>
                <a:lnTo>
                  <a:pt x="8048" y="66411"/>
                </a:lnTo>
                <a:lnTo>
                  <a:pt x="16097" y="74550"/>
                </a:lnTo>
                <a:lnTo>
                  <a:pt x="11590" y="53607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16097" y="12262"/>
                </a:lnTo>
                <a:lnTo>
                  <a:pt x="16097" y="4123"/>
                </a:lnTo>
                <a:lnTo>
                  <a:pt x="16097" y="98098"/>
                </a:lnTo>
                <a:lnTo>
                  <a:pt x="24038" y="98098"/>
                </a:lnTo>
                <a:lnTo>
                  <a:pt x="24038" y="36787"/>
                </a:lnTo>
                <a:lnTo>
                  <a:pt x="24038" y="85836"/>
                </a:lnTo>
                <a:lnTo>
                  <a:pt x="28116" y="73574"/>
                </a:lnTo>
                <a:lnTo>
                  <a:pt x="32087" y="61311"/>
                </a:lnTo>
                <a:lnTo>
                  <a:pt x="40136" y="735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949076" y="1830865"/>
            <a:ext cx="8048" cy="23548"/>
          </a:xfrm>
          <a:custGeom>
            <a:avLst/>
            <a:gdLst/>
            <a:ahLst/>
            <a:cxnLst/>
            <a:rect l="l" t="t" r="r" b="b"/>
            <a:pathLst>
              <a:path w="8048" h="23548">
                <a:moveTo>
                  <a:pt x="8048" y="23548"/>
                </a:moveTo>
                <a:lnTo>
                  <a:pt x="3541" y="3581"/>
                </a:lnTo>
                <a:lnTo>
                  <a:pt x="0" y="0"/>
                </a:lnTo>
                <a:lnTo>
                  <a:pt x="0" y="23548"/>
                </a:lnTo>
                <a:lnTo>
                  <a:pt x="8048" y="235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973115" y="1903354"/>
            <a:ext cx="8048" cy="25501"/>
          </a:xfrm>
          <a:custGeom>
            <a:avLst/>
            <a:gdLst/>
            <a:ahLst/>
            <a:cxnLst/>
            <a:rect l="l" t="t" r="r" b="b"/>
            <a:pathLst>
              <a:path w="8048" h="25501">
                <a:moveTo>
                  <a:pt x="8048" y="25501"/>
                </a:moveTo>
                <a:lnTo>
                  <a:pt x="8048" y="20401"/>
                </a:lnTo>
                <a:lnTo>
                  <a:pt x="0" y="0"/>
                </a:lnTo>
                <a:lnTo>
                  <a:pt x="0" y="17362"/>
                </a:lnTo>
                <a:lnTo>
                  <a:pt x="8048" y="255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989212" y="1878829"/>
            <a:ext cx="7941" cy="78131"/>
          </a:xfrm>
          <a:custGeom>
            <a:avLst/>
            <a:gdLst/>
            <a:ahLst/>
            <a:cxnLst/>
            <a:rect l="l" t="t" r="r" b="b"/>
            <a:pathLst>
              <a:path w="7941" h="78131">
                <a:moveTo>
                  <a:pt x="7941" y="0"/>
                </a:moveTo>
                <a:lnTo>
                  <a:pt x="0" y="0"/>
                </a:lnTo>
                <a:lnTo>
                  <a:pt x="3541" y="78131"/>
                </a:lnTo>
                <a:lnTo>
                  <a:pt x="4507" y="28105"/>
                </a:lnTo>
                <a:lnTo>
                  <a:pt x="7941" y="31643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984705" y="1891091"/>
            <a:ext cx="4507" cy="62288"/>
          </a:xfrm>
          <a:custGeom>
            <a:avLst/>
            <a:gdLst/>
            <a:ahLst/>
            <a:cxnLst/>
            <a:rect l="l" t="t" r="r" b="b"/>
            <a:pathLst>
              <a:path w="4507" h="62288">
                <a:moveTo>
                  <a:pt x="429" y="12262"/>
                </a:moveTo>
                <a:lnTo>
                  <a:pt x="0" y="41344"/>
                </a:lnTo>
                <a:lnTo>
                  <a:pt x="4507" y="62288"/>
                </a:lnTo>
                <a:lnTo>
                  <a:pt x="4507" y="0"/>
                </a:lnTo>
                <a:lnTo>
                  <a:pt x="42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005202" y="1964665"/>
            <a:ext cx="40136" cy="126529"/>
          </a:xfrm>
          <a:custGeom>
            <a:avLst/>
            <a:gdLst/>
            <a:ahLst/>
            <a:cxnLst/>
            <a:rect l="l" t="t" r="r" b="b"/>
            <a:pathLst>
              <a:path w="40136" h="126529">
                <a:moveTo>
                  <a:pt x="32087" y="52087"/>
                </a:moveTo>
                <a:lnTo>
                  <a:pt x="28545" y="64784"/>
                </a:lnTo>
                <a:lnTo>
                  <a:pt x="32087" y="73465"/>
                </a:lnTo>
                <a:lnTo>
                  <a:pt x="28545" y="64784"/>
                </a:lnTo>
                <a:lnTo>
                  <a:pt x="24038" y="43873"/>
                </a:lnTo>
                <a:lnTo>
                  <a:pt x="20604" y="40368"/>
                </a:lnTo>
                <a:lnTo>
                  <a:pt x="19638" y="90285"/>
                </a:lnTo>
                <a:lnTo>
                  <a:pt x="16097" y="81604"/>
                </a:lnTo>
                <a:lnTo>
                  <a:pt x="19638" y="90285"/>
                </a:lnTo>
                <a:lnTo>
                  <a:pt x="16097" y="12262"/>
                </a:lnTo>
                <a:lnTo>
                  <a:pt x="8048" y="0"/>
                </a:lnTo>
                <a:lnTo>
                  <a:pt x="4077" y="12262"/>
                </a:lnTo>
                <a:lnTo>
                  <a:pt x="0" y="24524"/>
                </a:lnTo>
                <a:lnTo>
                  <a:pt x="0" y="36786"/>
                </a:lnTo>
                <a:lnTo>
                  <a:pt x="8048" y="57188"/>
                </a:lnTo>
                <a:lnTo>
                  <a:pt x="8048" y="78565"/>
                </a:lnTo>
                <a:lnTo>
                  <a:pt x="16097" y="86704"/>
                </a:lnTo>
                <a:lnTo>
                  <a:pt x="11590" y="65869"/>
                </a:lnTo>
                <a:lnTo>
                  <a:pt x="12019" y="36786"/>
                </a:lnTo>
                <a:lnTo>
                  <a:pt x="0" y="32663"/>
                </a:lnTo>
                <a:lnTo>
                  <a:pt x="12019" y="36786"/>
                </a:lnTo>
                <a:lnTo>
                  <a:pt x="16097" y="24524"/>
                </a:lnTo>
                <a:lnTo>
                  <a:pt x="16097" y="16277"/>
                </a:lnTo>
                <a:lnTo>
                  <a:pt x="16097" y="126529"/>
                </a:lnTo>
                <a:lnTo>
                  <a:pt x="24038" y="126529"/>
                </a:lnTo>
                <a:lnTo>
                  <a:pt x="24038" y="48940"/>
                </a:lnTo>
                <a:lnTo>
                  <a:pt x="28116" y="102113"/>
                </a:lnTo>
                <a:lnTo>
                  <a:pt x="40136" y="102113"/>
                </a:lnTo>
                <a:lnTo>
                  <a:pt x="40136" y="76612"/>
                </a:lnTo>
                <a:lnTo>
                  <a:pt x="32087" y="68398"/>
                </a:lnTo>
                <a:lnTo>
                  <a:pt x="32087" y="520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997153" y="1910472"/>
            <a:ext cx="8048" cy="24601"/>
          </a:xfrm>
          <a:custGeom>
            <a:avLst/>
            <a:gdLst/>
            <a:ahLst/>
            <a:cxnLst/>
            <a:rect l="l" t="t" r="r" b="b"/>
            <a:pathLst>
              <a:path w="8048" h="24601">
                <a:moveTo>
                  <a:pt x="8048" y="8290"/>
                </a:moveTo>
                <a:lnTo>
                  <a:pt x="0" y="0"/>
                </a:lnTo>
                <a:lnTo>
                  <a:pt x="4507" y="20987"/>
                </a:lnTo>
                <a:lnTo>
                  <a:pt x="8048" y="24601"/>
                </a:lnTo>
                <a:lnTo>
                  <a:pt x="8048" y="82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997153" y="1915616"/>
            <a:ext cx="24146" cy="61311"/>
          </a:xfrm>
          <a:custGeom>
            <a:avLst/>
            <a:gdLst/>
            <a:ahLst/>
            <a:cxnLst/>
            <a:rect l="l" t="t" r="r" b="b"/>
            <a:pathLst>
              <a:path w="24146" h="61311">
                <a:moveTo>
                  <a:pt x="16097" y="49049"/>
                </a:moveTo>
                <a:lnTo>
                  <a:pt x="24146" y="61311"/>
                </a:lnTo>
                <a:lnTo>
                  <a:pt x="24145" y="36786"/>
                </a:lnTo>
                <a:lnTo>
                  <a:pt x="16097" y="36786"/>
                </a:lnTo>
                <a:lnTo>
                  <a:pt x="8048" y="24524"/>
                </a:lnTo>
                <a:lnTo>
                  <a:pt x="4077" y="36786"/>
                </a:lnTo>
                <a:lnTo>
                  <a:pt x="0" y="49049"/>
                </a:lnTo>
                <a:lnTo>
                  <a:pt x="0" y="0"/>
                </a:lnTo>
                <a:lnTo>
                  <a:pt x="0" y="61311"/>
                </a:lnTo>
                <a:lnTo>
                  <a:pt x="0" y="57188"/>
                </a:lnTo>
                <a:lnTo>
                  <a:pt x="12126" y="61311"/>
                </a:lnTo>
                <a:lnTo>
                  <a:pt x="16097" y="49049"/>
                </a:lnTo>
                <a:lnTo>
                  <a:pt x="16097" y="40910"/>
                </a:lnTo>
                <a:lnTo>
                  <a:pt x="16097" y="490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005202" y="2001452"/>
            <a:ext cx="8048" cy="25468"/>
          </a:xfrm>
          <a:custGeom>
            <a:avLst/>
            <a:gdLst/>
            <a:ahLst/>
            <a:cxnLst/>
            <a:rect l="l" t="t" r="r" b="b"/>
            <a:pathLst>
              <a:path w="8048" h="25468">
                <a:moveTo>
                  <a:pt x="8048" y="25468"/>
                </a:moveTo>
                <a:lnTo>
                  <a:pt x="8048" y="20401"/>
                </a:lnTo>
                <a:lnTo>
                  <a:pt x="0" y="0"/>
                </a:lnTo>
                <a:lnTo>
                  <a:pt x="0" y="17254"/>
                </a:lnTo>
                <a:lnTo>
                  <a:pt x="8048" y="254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021299" y="1976928"/>
            <a:ext cx="7941" cy="78023"/>
          </a:xfrm>
          <a:custGeom>
            <a:avLst/>
            <a:gdLst/>
            <a:ahLst/>
            <a:cxnLst/>
            <a:rect l="l" t="t" r="r" b="b"/>
            <a:pathLst>
              <a:path w="7941" h="78023">
                <a:moveTo>
                  <a:pt x="7941" y="0"/>
                </a:moveTo>
                <a:lnTo>
                  <a:pt x="0" y="0"/>
                </a:lnTo>
                <a:lnTo>
                  <a:pt x="3541" y="78023"/>
                </a:lnTo>
                <a:lnTo>
                  <a:pt x="4507" y="28105"/>
                </a:lnTo>
                <a:lnTo>
                  <a:pt x="7941" y="31610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016792" y="1989190"/>
            <a:ext cx="4507" cy="62179"/>
          </a:xfrm>
          <a:custGeom>
            <a:avLst/>
            <a:gdLst/>
            <a:ahLst/>
            <a:cxnLst/>
            <a:rect l="l" t="t" r="r" b="b"/>
            <a:pathLst>
              <a:path w="4507" h="62179">
                <a:moveTo>
                  <a:pt x="429" y="12262"/>
                </a:moveTo>
                <a:lnTo>
                  <a:pt x="0" y="41344"/>
                </a:lnTo>
                <a:lnTo>
                  <a:pt x="4507" y="62179"/>
                </a:lnTo>
                <a:lnTo>
                  <a:pt x="4507" y="0"/>
                </a:lnTo>
                <a:lnTo>
                  <a:pt x="42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997153" y="1972804"/>
            <a:ext cx="12126" cy="28648"/>
          </a:xfrm>
          <a:custGeom>
            <a:avLst/>
            <a:gdLst/>
            <a:ahLst/>
            <a:cxnLst/>
            <a:rect l="l" t="t" r="r" b="b"/>
            <a:pathLst>
              <a:path w="12126" h="28648">
                <a:moveTo>
                  <a:pt x="0" y="4123"/>
                </a:moveTo>
                <a:lnTo>
                  <a:pt x="0" y="28648"/>
                </a:lnTo>
                <a:lnTo>
                  <a:pt x="8048" y="28648"/>
                </a:lnTo>
                <a:lnTo>
                  <a:pt x="8048" y="16385"/>
                </a:lnTo>
                <a:lnTo>
                  <a:pt x="12126" y="4123"/>
                </a:lnTo>
                <a:lnTo>
                  <a:pt x="0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045338" y="2091195"/>
            <a:ext cx="32087" cy="81712"/>
          </a:xfrm>
          <a:custGeom>
            <a:avLst/>
            <a:gdLst/>
            <a:ahLst/>
            <a:cxnLst/>
            <a:rect l="l" t="t" r="r" b="b"/>
            <a:pathLst>
              <a:path w="32087" h="81712">
                <a:moveTo>
                  <a:pt x="15990" y="36787"/>
                </a:moveTo>
                <a:lnTo>
                  <a:pt x="20068" y="57188"/>
                </a:lnTo>
                <a:lnTo>
                  <a:pt x="15990" y="24524"/>
                </a:lnTo>
                <a:lnTo>
                  <a:pt x="8048" y="4123"/>
                </a:lnTo>
                <a:lnTo>
                  <a:pt x="15990" y="24524"/>
                </a:lnTo>
                <a:lnTo>
                  <a:pt x="15990" y="0"/>
                </a:lnTo>
                <a:lnTo>
                  <a:pt x="8048" y="0"/>
                </a:lnTo>
                <a:lnTo>
                  <a:pt x="8048" y="12262"/>
                </a:lnTo>
                <a:lnTo>
                  <a:pt x="3970" y="24524"/>
                </a:lnTo>
                <a:lnTo>
                  <a:pt x="0" y="36787"/>
                </a:lnTo>
                <a:lnTo>
                  <a:pt x="0" y="49049"/>
                </a:lnTo>
                <a:lnTo>
                  <a:pt x="12019" y="57188"/>
                </a:lnTo>
                <a:lnTo>
                  <a:pt x="24038" y="69450"/>
                </a:lnTo>
                <a:lnTo>
                  <a:pt x="24038" y="61311"/>
                </a:lnTo>
                <a:lnTo>
                  <a:pt x="24038" y="69450"/>
                </a:lnTo>
                <a:lnTo>
                  <a:pt x="12019" y="57188"/>
                </a:lnTo>
                <a:lnTo>
                  <a:pt x="0" y="49049"/>
                </a:lnTo>
                <a:lnTo>
                  <a:pt x="0" y="81712"/>
                </a:lnTo>
                <a:lnTo>
                  <a:pt x="26721" y="81712"/>
                </a:lnTo>
                <a:lnTo>
                  <a:pt x="32087" y="76286"/>
                </a:lnTo>
                <a:lnTo>
                  <a:pt x="32087" y="62722"/>
                </a:lnTo>
                <a:lnTo>
                  <a:pt x="26721" y="57188"/>
                </a:lnTo>
                <a:lnTo>
                  <a:pt x="20068" y="57188"/>
                </a:lnTo>
                <a:lnTo>
                  <a:pt x="12019" y="49049"/>
                </a:lnTo>
                <a:lnTo>
                  <a:pt x="0" y="44925"/>
                </a:lnTo>
                <a:lnTo>
                  <a:pt x="12019" y="49049"/>
                </a:lnTo>
                <a:lnTo>
                  <a:pt x="15990" y="36787"/>
                </a:lnTo>
                <a:lnTo>
                  <a:pt x="15990" y="28648"/>
                </a:lnTo>
                <a:lnTo>
                  <a:pt x="15990" y="367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041367" y="2091195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7941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061328" y="2115720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8048" y="0"/>
                </a:moveTo>
                <a:lnTo>
                  <a:pt x="0" y="0"/>
                </a:lnTo>
                <a:lnTo>
                  <a:pt x="4077" y="32663"/>
                </a:lnTo>
                <a:lnTo>
                  <a:pt x="8048" y="32663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029241" y="2079041"/>
            <a:ext cx="12126" cy="12153"/>
          </a:xfrm>
          <a:custGeom>
            <a:avLst/>
            <a:gdLst/>
            <a:ahLst/>
            <a:cxnLst/>
            <a:rect l="l" t="t" r="r" b="b"/>
            <a:pathLst>
              <a:path w="12126" h="12153">
                <a:moveTo>
                  <a:pt x="0" y="8138"/>
                </a:moveTo>
                <a:lnTo>
                  <a:pt x="12126" y="12153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057357" y="2127982"/>
            <a:ext cx="8048" cy="20401"/>
          </a:xfrm>
          <a:custGeom>
            <a:avLst/>
            <a:gdLst/>
            <a:ahLst/>
            <a:cxnLst/>
            <a:rect l="l" t="t" r="r" b="b"/>
            <a:pathLst>
              <a:path w="8048" h="20401">
                <a:moveTo>
                  <a:pt x="0" y="12262"/>
                </a:moveTo>
                <a:lnTo>
                  <a:pt x="8048" y="20401"/>
                </a:lnTo>
                <a:lnTo>
                  <a:pt x="397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029241" y="2013606"/>
            <a:ext cx="24146" cy="126638"/>
          </a:xfrm>
          <a:custGeom>
            <a:avLst/>
            <a:gdLst/>
            <a:ahLst/>
            <a:cxnLst/>
            <a:rect l="l" t="t" r="r" b="b"/>
            <a:pathLst>
              <a:path w="24146" h="126638">
                <a:moveTo>
                  <a:pt x="16097" y="126638"/>
                </a:moveTo>
                <a:lnTo>
                  <a:pt x="16097" y="114376"/>
                </a:lnTo>
                <a:lnTo>
                  <a:pt x="20068" y="102113"/>
                </a:lnTo>
                <a:lnTo>
                  <a:pt x="12126" y="77589"/>
                </a:lnTo>
                <a:lnTo>
                  <a:pt x="0" y="73573"/>
                </a:lnTo>
                <a:lnTo>
                  <a:pt x="0" y="65435"/>
                </a:lnTo>
                <a:lnTo>
                  <a:pt x="12126" y="77589"/>
                </a:lnTo>
                <a:lnTo>
                  <a:pt x="24146" y="77589"/>
                </a:lnTo>
                <a:lnTo>
                  <a:pt x="24145" y="53172"/>
                </a:lnTo>
                <a:lnTo>
                  <a:pt x="4077" y="53172"/>
                </a:lnTo>
                <a:lnTo>
                  <a:pt x="16097" y="65435"/>
                </a:lnTo>
                <a:lnTo>
                  <a:pt x="16097" y="57188"/>
                </a:lnTo>
                <a:lnTo>
                  <a:pt x="16097" y="65435"/>
                </a:lnTo>
                <a:lnTo>
                  <a:pt x="4077" y="53172"/>
                </a:lnTo>
                <a:lnTo>
                  <a:pt x="0" y="0"/>
                </a:lnTo>
                <a:lnTo>
                  <a:pt x="0" y="77589"/>
                </a:lnTo>
                <a:lnTo>
                  <a:pt x="8048" y="89851"/>
                </a:lnTo>
                <a:lnTo>
                  <a:pt x="8048" y="98098"/>
                </a:lnTo>
                <a:lnTo>
                  <a:pt x="8048" y="89851"/>
                </a:lnTo>
                <a:lnTo>
                  <a:pt x="0" y="77589"/>
                </a:lnTo>
                <a:lnTo>
                  <a:pt x="0" y="102113"/>
                </a:lnTo>
                <a:lnTo>
                  <a:pt x="8048" y="102113"/>
                </a:lnTo>
                <a:lnTo>
                  <a:pt x="8048" y="126638"/>
                </a:lnTo>
                <a:lnTo>
                  <a:pt x="16097" y="126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029241" y="2008538"/>
            <a:ext cx="8048" cy="20911"/>
          </a:xfrm>
          <a:custGeom>
            <a:avLst/>
            <a:gdLst/>
            <a:ahLst/>
            <a:cxnLst/>
            <a:rect l="l" t="t" r="r" b="b"/>
            <a:pathLst>
              <a:path w="8048" h="20911">
                <a:moveTo>
                  <a:pt x="0" y="0"/>
                </a:moveTo>
                <a:lnTo>
                  <a:pt x="4507" y="20911"/>
                </a:lnTo>
                <a:lnTo>
                  <a:pt x="8048" y="821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941027" y="1797225"/>
            <a:ext cx="48184" cy="106128"/>
          </a:xfrm>
          <a:custGeom>
            <a:avLst/>
            <a:gdLst/>
            <a:ahLst/>
            <a:cxnLst/>
            <a:rect l="l" t="t" r="r" b="b"/>
            <a:pathLst>
              <a:path w="48184" h="106128">
                <a:moveTo>
                  <a:pt x="32087" y="106128"/>
                </a:moveTo>
                <a:lnTo>
                  <a:pt x="32087" y="93866"/>
                </a:lnTo>
                <a:lnTo>
                  <a:pt x="36165" y="81604"/>
                </a:lnTo>
                <a:lnTo>
                  <a:pt x="48184" y="81604"/>
                </a:lnTo>
                <a:lnTo>
                  <a:pt x="40136" y="69450"/>
                </a:lnTo>
                <a:lnTo>
                  <a:pt x="28116" y="57188"/>
                </a:lnTo>
                <a:lnTo>
                  <a:pt x="24038" y="69450"/>
                </a:lnTo>
                <a:lnTo>
                  <a:pt x="24038" y="77589"/>
                </a:lnTo>
                <a:lnTo>
                  <a:pt x="24038" y="69450"/>
                </a:lnTo>
                <a:lnTo>
                  <a:pt x="28116" y="57188"/>
                </a:lnTo>
                <a:lnTo>
                  <a:pt x="20068" y="32663"/>
                </a:lnTo>
                <a:lnTo>
                  <a:pt x="24038" y="20401"/>
                </a:lnTo>
                <a:lnTo>
                  <a:pt x="20604" y="11719"/>
                </a:lnTo>
                <a:lnTo>
                  <a:pt x="18672" y="0"/>
                </a:lnTo>
                <a:lnTo>
                  <a:pt x="16097" y="44925"/>
                </a:lnTo>
                <a:lnTo>
                  <a:pt x="12019" y="0"/>
                </a:lnTo>
                <a:lnTo>
                  <a:pt x="8048" y="28539"/>
                </a:lnTo>
                <a:lnTo>
                  <a:pt x="5365" y="0"/>
                </a:lnTo>
                <a:lnTo>
                  <a:pt x="0" y="5425"/>
                </a:lnTo>
                <a:lnTo>
                  <a:pt x="0" y="25501"/>
                </a:lnTo>
                <a:lnTo>
                  <a:pt x="8048" y="33640"/>
                </a:lnTo>
                <a:lnTo>
                  <a:pt x="11590" y="37221"/>
                </a:lnTo>
                <a:lnTo>
                  <a:pt x="16097" y="57188"/>
                </a:lnTo>
                <a:lnTo>
                  <a:pt x="16097" y="53064"/>
                </a:lnTo>
                <a:lnTo>
                  <a:pt x="16097" y="81604"/>
                </a:lnTo>
                <a:lnTo>
                  <a:pt x="24038" y="81604"/>
                </a:lnTo>
                <a:lnTo>
                  <a:pt x="24038" y="106128"/>
                </a:lnTo>
                <a:lnTo>
                  <a:pt x="32087" y="106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953047" y="1797225"/>
            <a:ext cx="6653" cy="44925"/>
          </a:xfrm>
          <a:custGeom>
            <a:avLst/>
            <a:gdLst/>
            <a:ahLst/>
            <a:cxnLst/>
            <a:rect l="l" t="t" r="r" b="b"/>
            <a:pathLst>
              <a:path w="6653" h="44925">
                <a:moveTo>
                  <a:pt x="0" y="0"/>
                </a:moveTo>
                <a:lnTo>
                  <a:pt x="4077" y="44925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946393" y="1797225"/>
            <a:ext cx="6653" cy="28539"/>
          </a:xfrm>
          <a:custGeom>
            <a:avLst/>
            <a:gdLst/>
            <a:ahLst/>
            <a:cxnLst/>
            <a:rect l="l" t="t" r="r" b="b"/>
            <a:pathLst>
              <a:path w="6653" h="28539">
                <a:moveTo>
                  <a:pt x="0" y="0"/>
                </a:moveTo>
                <a:lnTo>
                  <a:pt x="2682" y="28539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959700" y="1797225"/>
            <a:ext cx="29511" cy="81604"/>
          </a:xfrm>
          <a:custGeom>
            <a:avLst/>
            <a:gdLst/>
            <a:ahLst/>
            <a:cxnLst/>
            <a:rect l="l" t="t" r="r" b="b"/>
            <a:pathLst>
              <a:path w="29511" h="81604">
                <a:moveTo>
                  <a:pt x="29511" y="57188"/>
                </a:moveTo>
                <a:lnTo>
                  <a:pt x="21463" y="57188"/>
                </a:lnTo>
                <a:lnTo>
                  <a:pt x="21463" y="61203"/>
                </a:lnTo>
                <a:lnTo>
                  <a:pt x="21463" y="57188"/>
                </a:lnTo>
                <a:lnTo>
                  <a:pt x="13414" y="44925"/>
                </a:lnTo>
                <a:lnTo>
                  <a:pt x="13414" y="23439"/>
                </a:lnTo>
                <a:lnTo>
                  <a:pt x="5365" y="15224"/>
                </a:lnTo>
                <a:lnTo>
                  <a:pt x="5365" y="5425"/>
                </a:lnTo>
                <a:lnTo>
                  <a:pt x="0" y="0"/>
                </a:lnTo>
                <a:lnTo>
                  <a:pt x="1931" y="11719"/>
                </a:lnTo>
                <a:lnTo>
                  <a:pt x="5365" y="20401"/>
                </a:lnTo>
                <a:lnTo>
                  <a:pt x="1395" y="32663"/>
                </a:lnTo>
                <a:lnTo>
                  <a:pt x="9443" y="57188"/>
                </a:lnTo>
                <a:lnTo>
                  <a:pt x="21463" y="69450"/>
                </a:lnTo>
                <a:lnTo>
                  <a:pt x="29511" y="81604"/>
                </a:lnTo>
                <a:lnTo>
                  <a:pt x="29511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973115" y="1829888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0401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524"/>
                </a:lnTo>
                <a:lnTo>
                  <a:pt x="0" y="4123"/>
                </a:lnTo>
                <a:lnTo>
                  <a:pt x="8048" y="24524"/>
                </a:lnTo>
                <a:lnTo>
                  <a:pt x="8048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101464" y="2344472"/>
            <a:ext cx="44106" cy="155178"/>
          </a:xfrm>
          <a:custGeom>
            <a:avLst/>
            <a:gdLst/>
            <a:ahLst/>
            <a:cxnLst/>
            <a:rect l="l" t="t" r="r" b="b"/>
            <a:pathLst>
              <a:path w="44106" h="155178">
                <a:moveTo>
                  <a:pt x="40136" y="155178"/>
                </a:moveTo>
                <a:lnTo>
                  <a:pt x="40136" y="142915"/>
                </a:lnTo>
                <a:lnTo>
                  <a:pt x="44106" y="130653"/>
                </a:lnTo>
                <a:lnTo>
                  <a:pt x="36058" y="106128"/>
                </a:lnTo>
                <a:lnTo>
                  <a:pt x="36058" y="89851"/>
                </a:lnTo>
                <a:lnTo>
                  <a:pt x="32087" y="118391"/>
                </a:lnTo>
                <a:lnTo>
                  <a:pt x="32087" y="126529"/>
                </a:lnTo>
                <a:lnTo>
                  <a:pt x="32087" y="118391"/>
                </a:lnTo>
                <a:lnTo>
                  <a:pt x="36058" y="89851"/>
                </a:lnTo>
                <a:lnTo>
                  <a:pt x="28116" y="65326"/>
                </a:lnTo>
                <a:lnTo>
                  <a:pt x="28116" y="57188"/>
                </a:lnTo>
                <a:lnTo>
                  <a:pt x="24038" y="77589"/>
                </a:lnTo>
                <a:lnTo>
                  <a:pt x="24038" y="85727"/>
                </a:lnTo>
                <a:lnTo>
                  <a:pt x="24038" y="77589"/>
                </a:lnTo>
                <a:lnTo>
                  <a:pt x="28116" y="57188"/>
                </a:lnTo>
                <a:lnTo>
                  <a:pt x="20068" y="32663"/>
                </a:lnTo>
                <a:lnTo>
                  <a:pt x="16097" y="44925"/>
                </a:lnTo>
                <a:lnTo>
                  <a:pt x="16097" y="53064"/>
                </a:lnTo>
                <a:lnTo>
                  <a:pt x="16097" y="44925"/>
                </a:lnTo>
                <a:lnTo>
                  <a:pt x="20068" y="32663"/>
                </a:lnTo>
                <a:lnTo>
                  <a:pt x="8048" y="2040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lnTo>
                  <a:pt x="8048" y="28539"/>
                </a:lnTo>
                <a:lnTo>
                  <a:pt x="8048" y="57188"/>
                </a:lnTo>
                <a:lnTo>
                  <a:pt x="16097" y="57188"/>
                </a:lnTo>
                <a:lnTo>
                  <a:pt x="16097" y="89851"/>
                </a:lnTo>
                <a:lnTo>
                  <a:pt x="24038" y="89851"/>
                </a:lnTo>
                <a:lnTo>
                  <a:pt x="24038" y="130653"/>
                </a:lnTo>
                <a:lnTo>
                  <a:pt x="32087" y="130653"/>
                </a:lnTo>
                <a:lnTo>
                  <a:pt x="32087" y="155178"/>
                </a:lnTo>
                <a:lnTo>
                  <a:pt x="40136" y="1551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101464" y="2295423"/>
            <a:ext cx="64174" cy="212366"/>
          </a:xfrm>
          <a:custGeom>
            <a:avLst/>
            <a:gdLst/>
            <a:ahLst/>
            <a:cxnLst/>
            <a:rect l="l" t="t" r="r" b="b"/>
            <a:pathLst>
              <a:path w="64174" h="212366">
                <a:moveTo>
                  <a:pt x="32087" y="93975"/>
                </a:moveTo>
                <a:lnTo>
                  <a:pt x="32087" y="57188"/>
                </a:lnTo>
                <a:lnTo>
                  <a:pt x="12019" y="57188"/>
                </a:lnTo>
                <a:lnTo>
                  <a:pt x="24038" y="69450"/>
                </a:lnTo>
                <a:lnTo>
                  <a:pt x="24038" y="61311"/>
                </a:lnTo>
                <a:lnTo>
                  <a:pt x="24038" y="69450"/>
                </a:lnTo>
                <a:lnTo>
                  <a:pt x="12019" y="57188"/>
                </a:lnTo>
                <a:lnTo>
                  <a:pt x="12019" y="49049"/>
                </a:lnTo>
                <a:lnTo>
                  <a:pt x="0" y="44925"/>
                </a:lnTo>
                <a:lnTo>
                  <a:pt x="12019" y="49049"/>
                </a:lnTo>
                <a:lnTo>
                  <a:pt x="16097" y="36786"/>
                </a:lnTo>
                <a:lnTo>
                  <a:pt x="16097" y="28648"/>
                </a:lnTo>
                <a:lnTo>
                  <a:pt x="16097" y="36786"/>
                </a:lnTo>
                <a:lnTo>
                  <a:pt x="12019" y="49049"/>
                </a:lnTo>
                <a:lnTo>
                  <a:pt x="24038" y="57188"/>
                </a:lnTo>
                <a:lnTo>
                  <a:pt x="24038" y="24524"/>
                </a:lnTo>
                <a:lnTo>
                  <a:pt x="16097" y="24524"/>
                </a:lnTo>
                <a:lnTo>
                  <a:pt x="8048" y="4123"/>
                </a:lnTo>
                <a:lnTo>
                  <a:pt x="16097" y="24524"/>
                </a:lnTo>
                <a:lnTo>
                  <a:pt x="16097" y="0"/>
                </a:lnTo>
                <a:lnTo>
                  <a:pt x="8048" y="0"/>
                </a:lnTo>
                <a:lnTo>
                  <a:pt x="8048" y="12262"/>
                </a:lnTo>
                <a:lnTo>
                  <a:pt x="4077" y="24524"/>
                </a:lnTo>
                <a:lnTo>
                  <a:pt x="0" y="36786"/>
                </a:lnTo>
                <a:lnTo>
                  <a:pt x="0" y="49049"/>
                </a:lnTo>
                <a:lnTo>
                  <a:pt x="8048" y="69450"/>
                </a:lnTo>
                <a:lnTo>
                  <a:pt x="20068" y="81712"/>
                </a:lnTo>
                <a:lnTo>
                  <a:pt x="28116" y="106237"/>
                </a:lnTo>
                <a:lnTo>
                  <a:pt x="28116" y="114376"/>
                </a:lnTo>
                <a:lnTo>
                  <a:pt x="36058" y="138900"/>
                </a:lnTo>
                <a:lnTo>
                  <a:pt x="36058" y="155178"/>
                </a:lnTo>
                <a:lnTo>
                  <a:pt x="44106" y="179702"/>
                </a:lnTo>
                <a:lnTo>
                  <a:pt x="56126" y="191965"/>
                </a:lnTo>
                <a:lnTo>
                  <a:pt x="52155" y="204227"/>
                </a:lnTo>
                <a:lnTo>
                  <a:pt x="52155" y="212366"/>
                </a:lnTo>
                <a:lnTo>
                  <a:pt x="64174" y="212366"/>
                </a:lnTo>
                <a:lnTo>
                  <a:pt x="64174" y="179702"/>
                </a:lnTo>
                <a:lnTo>
                  <a:pt x="56126" y="179702"/>
                </a:lnTo>
                <a:lnTo>
                  <a:pt x="56126" y="183826"/>
                </a:lnTo>
                <a:lnTo>
                  <a:pt x="56126" y="179702"/>
                </a:lnTo>
                <a:lnTo>
                  <a:pt x="48184" y="167440"/>
                </a:lnTo>
                <a:lnTo>
                  <a:pt x="48184" y="155178"/>
                </a:lnTo>
                <a:lnTo>
                  <a:pt x="40136" y="126638"/>
                </a:lnTo>
                <a:lnTo>
                  <a:pt x="40136" y="114376"/>
                </a:lnTo>
                <a:lnTo>
                  <a:pt x="32087" y="85836"/>
                </a:lnTo>
                <a:lnTo>
                  <a:pt x="32087" y="93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113483" y="2344472"/>
            <a:ext cx="12019" cy="8138"/>
          </a:xfrm>
          <a:custGeom>
            <a:avLst/>
            <a:gdLst/>
            <a:ahLst/>
            <a:cxnLst/>
            <a:rect l="l" t="t" r="r" b="b"/>
            <a:pathLst>
              <a:path w="12019" h="8138">
                <a:moveTo>
                  <a:pt x="0" y="0"/>
                </a:moveTo>
                <a:lnTo>
                  <a:pt x="0" y="8138"/>
                </a:lnTo>
                <a:lnTo>
                  <a:pt x="12019" y="813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085474" y="2197433"/>
            <a:ext cx="24038" cy="147039"/>
          </a:xfrm>
          <a:custGeom>
            <a:avLst/>
            <a:gdLst/>
            <a:ahLst/>
            <a:cxnLst/>
            <a:rect l="l" t="t" r="r" b="b"/>
            <a:pathLst>
              <a:path w="24038" h="147039">
                <a:moveTo>
                  <a:pt x="15990" y="147039"/>
                </a:moveTo>
                <a:lnTo>
                  <a:pt x="15990" y="134777"/>
                </a:lnTo>
                <a:lnTo>
                  <a:pt x="20068" y="122514"/>
                </a:lnTo>
                <a:lnTo>
                  <a:pt x="12019" y="97990"/>
                </a:lnTo>
                <a:lnTo>
                  <a:pt x="24038" y="97990"/>
                </a:lnTo>
                <a:lnTo>
                  <a:pt x="15990" y="69450"/>
                </a:lnTo>
                <a:lnTo>
                  <a:pt x="24038" y="97990"/>
                </a:lnTo>
                <a:lnTo>
                  <a:pt x="24038" y="65326"/>
                </a:lnTo>
                <a:lnTo>
                  <a:pt x="15990" y="65326"/>
                </a:lnTo>
                <a:lnTo>
                  <a:pt x="15990" y="77589"/>
                </a:lnTo>
                <a:lnTo>
                  <a:pt x="12019" y="89851"/>
                </a:lnTo>
                <a:lnTo>
                  <a:pt x="7941" y="110252"/>
                </a:lnTo>
                <a:lnTo>
                  <a:pt x="7941" y="118391"/>
                </a:lnTo>
                <a:lnTo>
                  <a:pt x="7941" y="110252"/>
                </a:lnTo>
                <a:lnTo>
                  <a:pt x="12019" y="89851"/>
                </a:lnTo>
                <a:lnTo>
                  <a:pt x="0" y="77589"/>
                </a:lnTo>
                <a:lnTo>
                  <a:pt x="3970" y="65326"/>
                </a:lnTo>
                <a:lnTo>
                  <a:pt x="4507" y="28105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122514"/>
                </a:lnTo>
                <a:lnTo>
                  <a:pt x="7941" y="122514"/>
                </a:lnTo>
                <a:lnTo>
                  <a:pt x="7941" y="147039"/>
                </a:lnTo>
                <a:lnTo>
                  <a:pt x="15990" y="1470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077425" y="2221957"/>
            <a:ext cx="3970" cy="29082"/>
          </a:xfrm>
          <a:custGeom>
            <a:avLst/>
            <a:gdLst/>
            <a:ahLst/>
            <a:cxnLst/>
            <a:rect l="l" t="t" r="r" b="b"/>
            <a:pathLst>
              <a:path w="3970" h="29082">
                <a:moveTo>
                  <a:pt x="3970" y="0"/>
                </a:moveTo>
                <a:lnTo>
                  <a:pt x="0" y="20401"/>
                </a:lnTo>
                <a:lnTo>
                  <a:pt x="3541" y="29082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061328" y="2172908"/>
            <a:ext cx="24146" cy="114376"/>
          </a:xfrm>
          <a:custGeom>
            <a:avLst/>
            <a:gdLst/>
            <a:ahLst/>
            <a:cxnLst/>
            <a:rect l="l" t="t" r="r" b="b"/>
            <a:pathLst>
              <a:path w="24146" h="114376">
                <a:moveTo>
                  <a:pt x="24145" y="20401"/>
                </a:moveTo>
                <a:lnTo>
                  <a:pt x="24145" y="0"/>
                </a:lnTo>
                <a:lnTo>
                  <a:pt x="16097" y="0"/>
                </a:lnTo>
                <a:lnTo>
                  <a:pt x="16097" y="12262"/>
                </a:lnTo>
                <a:lnTo>
                  <a:pt x="12126" y="24524"/>
                </a:lnTo>
                <a:lnTo>
                  <a:pt x="20068" y="49049"/>
                </a:lnTo>
                <a:lnTo>
                  <a:pt x="19638" y="78131"/>
                </a:lnTo>
                <a:lnTo>
                  <a:pt x="16097" y="69450"/>
                </a:lnTo>
                <a:lnTo>
                  <a:pt x="20068" y="49049"/>
                </a:lnTo>
                <a:lnTo>
                  <a:pt x="8048" y="36786"/>
                </a:lnTo>
                <a:lnTo>
                  <a:pt x="0" y="24524"/>
                </a:lnTo>
                <a:lnTo>
                  <a:pt x="0" y="49049"/>
                </a:lnTo>
                <a:lnTo>
                  <a:pt x="8048" y="49049"/>
                </a:lnTo>
                <a:lnTo>
                  <a:pt x="8048" y="44925"/>
                </a:lnTo>
                <a:lnTo>
                  <a:pt x="8048" y="66303"/>
                </a:lnTo>
                <a:lnTo>
                  <a:pt x="16097" y="74517"/>
                </a:lnTo>
                <a:lnTo>
                  <a:pt x="16097" y="114376"/>
                </a:lnTo>
                <a:lnTo>
                  <a:pt x="24145" y="114376"/>
                </a:lnTo>
                <a:lnTo>
                  <a:pt x="24146" y="24524"/>
                </a:lnTo>
                <a:lnTo>
                  <a:pt x="16097" y="4123"/>
                </a:lnTo>
                <a:lnTo>
                  <a:pt x="24146" y="24524"/>
                </a:lnTo>
                <a:lnTo>
                  <a:pt x="24145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053387" y="2148383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24038" y="5534"/>
                </a:moveTo>
                <a:lnTo>
                  <a:pt x="18672" y="0"/>
                </a:lnTo>
                <a:lnTo>
                  <a:pt x="5365" y="0"/>
                </a:lnTo>
                <a:lnTo>
                  <a:pt x="0" y="5534"/>
                </a:lnTo>
                <a:lnTo>
                  <a:pt x="0" y="49049"/>
                </a:lnTo>
                <a:lnTo>
                  <a:pt x="7941" y="49049"/>
                </a:lnTo>
                <a:lnTo>
                  <a:pt x="7941" y="36786"/>
                </a:lnTo>
                <a:lnTo>
                  <a:pt x="12019" y="24524"/>
                </a:lnTo>
                <a:lnTo>
                  <a:pt x="24038" y="36786"/>
                </a:lnTo>
                <a:lnTo>
                  <a:pt x="24038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061328" y="2172908"/>
            <a:ext cx="20068" cy="49049"/>
          </a:xfrm>
          <a:custGeom>
            <a:avLst/>
            <a:gdLst/>
            <a:ahLst/>
            <a:cxnLst/>
            <a:rect l="l" t="t" r="r" b="b"/>
            <a:pathLst>
              <a:path w="20068" h="49049">
                <a:moveTo>
                  <a:pt x="16097" y="12262"/>
                </a:moveTo>
                <a:lnTo>
                  <a:pt x="4077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36786"/>
                </a:lnTo>
                <a:lnTo>
                  <a:pt x="20068" y="49049"/>
                </a:lnTo>
                <a:lnTo>
                  <a:pt x="12126" y="24524"/>
                </a:lnTo>
                <a:lnTo>
                  <a:pt x="0" y="20401"/>
                </a:lnTo>
                <a:lnTo>
                  <a:pt x="12126" y="24524"/>
                </a:lnTo>
                <a:lnTo>
                  <a:pt x="16097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085474" y="2197433"/>
            <a:ext cx="15990" cy="89851"/>
          </a:xfrm>
          <a:custGeom>
            <a:avLst/>
            <a:gdLst/>
            <a:ahLst/>
            <a:cxnLst/>
            <a:rect l="l" t="t" r="r" b="b"/>
            <a:pathLst>
              <a:path w="15990" h="89851">
                <a:moveTo>
                  <a:pt x="12019" y="89851"/>
                </a:moveTo>
                <a:lnTo>
                  <a:pt x="15990" y="77589"/>
                </a:lnTo>
                <a:lnTo>
                  <a:pt x="15990" y="65326"/>
                </a:lnTo>
                <a:lnTo>
                  <a:pt x="7941" y="36787"/>
                </a:lnTo>
                <a:lnTo>
                  <a:pt x="15990" y="65326"/>
                </a:lnTo>
                <a:lnTo>
                  <a:pt x="15990" y="39825"/>
                </a:lnTo>
                <a:lnTo>
                  <a:pt x="7941" y="31610"/>
                </a:lnTo>
                <a:lnTo>
                  <a:pt x="7941" y="0"/>
                </a:lnTo>
                <a:lnTo>
                  <a:pt x="0" y="0"/>
                </a:lnTo>
                <a:lnTo>
                  <a:pt x="4507" y="28105"/>
                </a:lnTo>
                <a:lnTo>
                  <a:pt x="3970" y="65326"/>
                </a:lnTo>
                <a:lnTo>
                  <a:pt x="0" y="77589"/>
                </a:lnTo>
                <a:lnTo>
                  <a:pt x="12019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097493" y="2295423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8048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133551" y="2377135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141600" y="2409799"/>
            <a:ext cx="8048" cy="40802"/>
          </a:xfrm>
          <a:custGeom>
            <a:avLst/>
            <a:gdLst/>
            <a:ahLst/>
            <a:cxnLst/>
            <a:rect l="l" t="t" r="r" b="b"/>
            <a:pathLst>
              <a:path w="8048" h="40802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40802"/>
                </a:lnTo>
                <a:lnTo>
                  <a:pt x="0" y="4123"/>
                </a:lnTo>
                <a:lnTo>
                  <a:pt x="8048" y="4080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141600" y="2475126"/>
            <a:ext cx="32087" cy="65326"/>
          </a:xfrm>
          <a:custGeom>
            <a:avLst/>
            <a:gdLst/>
            <a:ahLst/>
            <a:cxnLst/>
            <a:rect l="l" t="t" r="r" b="b"/>
            <a:pathLst>
              <a:path w="32087" h="65326">
                <a:moveTo>
                  <a:pt x="12019" y="32663"/>
                </a:moveTo>
                <a:lnTo>
                  <a:pt x="24038" y="44925"/>
                </a:lnTo>
                <a:lnTo>
                  <a:pt x="24038" y="36786"/>
                </a:lnTo>
                <a:lnTo>
                  <a:pt x="24038" y="44925"/>
                </a:lnTo>
                <a:lnTo>
                  <a:pt x="12019" y="32663"/>
                </a:ln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15990" y="12262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44925"/>
                </a:lnTo>
                <a:lnTo>
                  <a:pt x="20068" y="57188"/>
                </a:lnTo>
                <a:lnTo>
                  <a:pt x="32087" y="65326"/>
                </a:lnTo>
                <a:lnTo>
                  <a:pt x="32087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149649" y="2450601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7941" y="20401"/>
                </a:move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lnTo>
                  <a:pt x="7941" y="24524"/>
                </a:lnTo>
                <a:lnTo>
                  <a:pt x="0" y="4123"/>
                </a:lnTo>
                <a:lnTo>
                  <a:pt x="7941" y="24524"/>
                </a:lnTo>
                <a:lnTo>
                  <a:pt x="7941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161668" y="2540452"/>
            <a:ext cx="20068" cy="57188"/>
          </a:xfrm>
          <a:custGeom>
            <a:avLst/>
            <a:gdLst/>
            <a:ahLst/>
            <a:cxnLst/>
            <a:rect l="l" t="t" r="r" b="b"/>
            <a:pathLst>
              <a:path w="20068" h="57188">
                <a:moveTo>
                  <a:pt x="0" y="0"/>
                </a:moveTo>
                <a:lnTo>
                  <a:pt x="12019" y="12262"/>
                </a:lnTo>
                <a:lnTo>
                  <a:pt x="12019" y="4123"/>
                </a:lnTo>
                <a:lnTo>
                  <a:pt x="12019" y="12262"/>
                </a:lnTo>
                <a:lnTo>
                  <a:pt x="0" y="0"/>
                </a:lnTo>
                <a:lnTo>
                  <a:pt x="7941" y="24524"/>
                </a:lnTo>
                <a:lnTo>
                  <a:pt x="14594" y="57188"/>
                </a:lnTo>
                <a:lnTo>
                  <a:pt x="20068" y="51762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141600" y="2499650"/>
            <a:ext cx="34662" cy="97990"/>
          </a:xfrm>
          <a:custGeom>
            <a:avLst/>
            <a:gdLst/>
            <a:ahLst/>
            <a:cxnLst/>
            <a:rect l="l" t="t" r="r" b="b"/>
            <a:pathLst>
              <a:path w="34662" h="97990">
                <a:moveTo>
                  <a:pt x="21463" y="97990"/>
                </a:moveTo>
                <a:lnTo>
                  <a:pt x="34662" y="97990"/>
                </a:lnTo>
                <a:lnTo>
                  <a:pt x="28009" y="65326"/>
                </a:lnTo>
                <a:lnTo>
                  <a:pt x="20068" y="40802"/>
                </a:lnTo>
                <a:lnTo>
                  <a:pt x="32087" y="40802"/>
                </a:lnTo>
                <a:lnTo>
                  <a:pt x="20068" y="32663"/>
                </a:lnTo>
                <a:lnTo>
                  <a:pt x="15990" y="53064"/>
                </a:lnTo>
                <a:lnTo>
                  <a:pt x="15990" y="61203"/>
                </a:lnTo>
                <a:lnTo>
                  <a:pt x="15990" y="53064"/>
                </a:lnTo>
                <a:lnTo>
                  <a:pt x="20068" y="32663"/>
                </a:lnTo>
                <a:lnTo>
                  <a:pt x="8048" y="2040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lnTo>
                  <a:pt x="8048" y="28539"/>
                </a:lnTo>
                <a:lnTo>
                  <a:pt x="8048" y="65326"/>
                </a:lnTo>
                <a:lnTo>
                  <a:pt x="15990" y="65326"/>
                </a:lnTo>
                <a:lnTo>
                  <a:pt x="15990" y="92564"/>
                </a:lnTo>
                <a:lnTo>
                  <a:pt x="21463" y="9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237862" y="2801868"/>
            <a:ext cx="8048" cy="73465"/>
          </a:xfrm>
          <a:custGeom>
            <a:avLst/>
            <a:gdLst/>
            <a:ahLst/>
            <a:cxnLst/>
            <a:rect l="l" t="t" r="r" b="b"/>
            <a:pathLst>
              <a:path w="8048" h="73465">
                <a:moveTo>
                  <a:pt x="8048" y="0"/>
                </a:moveTo>
                <a:lnTo>
                  <a:pt x="0" y="0"/>
                </a:lnTo>
                <a:lnTo>
                  <a:pt x="3970" y="73465"/>
                </a:lnTo>
                <a:lnTo>
                  <a:pt x="4507" y="44383"/>
                </a:lnTo>
                <a:lnTo>
                  <a:pt x="8048" y="48031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253852" y="2875333"/>
            <a:ext cx="16097" cy="89851"/>
          </a:xfrm>
          <a:custGeom>
            <a:avLst/>
            <a:gdLst/>
            <a:ahLst/>
            <a:cxnLst/>
            <a:rect l="l" t="t" r="r" b="b"/>
            <a:pathLst>
              <a:path w="16097" h="89851">
                <a:moveTo>
                  <a:pt x="16097" y="61311"/>
                </a:moveTo>
                <a:lnTo>
                  <a:pt x="16097" y="48072"/>
                </a:lnTo>
                <a:lnTo>
                  <a:pt x="8048" y="39858"/>
                </a:lnTo>
                <a:lnTo>
                  <a:pt x="8048" y="0"/>
                </a:lnTo>
                <a:lnTo>
                  <a:pt x="0" y="0"/>
                </a:lnTo>
                <a:lnTo>
                  <a:pt x="4507" y="36244"/>
                </a:lnTo>
                <a:lnTo>
                  <a:pt x="4077" y="65326"/>
                </a:lnTo>
                <a:lnTo>
                  <a:pt x="0" y="77589"/>
                </a:lnTo>
                <a:lnTo>
                  <a:pt x="12019" y="89851"/>
                </a:lnTo>
                <a:lnTo>
                  <a:pt x="16097" y="77589"/>
                </a:lnTo>
                <a:lnTo>
                  <a:pt x="16097" y="65326"/>
                </a:lnTo>
                <a:lnTo>
                  <a:pt x="8048" y="44925"/>
                </a:lnTo>
                <a:lnTo>
                  <a:pt x="16097" y="65326"/>
                </a:lnTo>
                <a:lnTo>
                  <a:pt x="16097" y="613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197726" y="2729346"/>
            <a:ext cx="8048" cy="31719"/>
          </a:xfrm>
          <a:custGeom>
            <a:avLst/>
            <a:gdLst/>
            <a:ahLst/>
            <a:cxnLst/>
            <a:rect l="l" t="t" r="r" b="b"/>
            <a:pathLst>
              <a:path w="8048" h="31719">
                <a:moveTo>
                  <a:pt x="8048" y="31719"/>
                </a:moveTo>
                <a:lnTo>
                  <a:pt x="3541" y="3614"/>
                </a:lnTo>
                <a:lnTo>
                  <a:pt x="0" y="0"/>
                </a:lnTo>
                <a:lnTo>
                  <a:pt x="0" y="31719"/>
                </a:lnTo>
                <a:lnTo>
                  <a:pt x="8048" y="317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265872" y="2973432"/>
            <a:ext cx="22750" cy="81604"/>
          </a:xfrm>
          <a:custGeom>
            <a:avLst/>
            <a:gdLst/>
            <a:ahLst/>
            <a:cxnLst/>
            <a:rect l="l" t="t" r="r" b="b"/>
            <a:pathLst>
              <a:path w="22750" h="81604">
                <a:moveTo>
                  <a:pt x="12126" y="0"/>
                </a:moveTo>
                <a:lnTo>
                  <a:pt x="0" y="0"/>
                </a:lnTo>
                <a:lnTo>
                  <a:pt x="8048" y="24416"/>
                </a:lnTo>
                <a:lnTo>
                  <a:pt x="8048" y="32663"/>
                </a:lnTo>
                <a:lnTo>
                  <a:pt x="16097" y="57079"/>
                </a:lnTo>
                <a:lnTo>
                  <a:pt x="4077" y="57079"/>
                </a:lnTo>
                <a:lnTo>
                  <a:pt x="4077" y="76178"/>
                </a:lnTo>
                <a:lnTo>
                  <a:pt x="9443" y="81604"/>
                </a:lnTo>
                <a:lnTo>
                  <a:pt x="22750" y="81604"/>
                </a:lnTo>
                <a:lnTo>
                  <a:pt x="20068" y="36678"/>
                </a:lnTo>
                <a:lnTo>
                  <a:pt x="20068" y="44817"/>
                </a:lnTo>
                <a:lnTo>
                  <a:pt x="20068" y="32663"/>
                </a:lnTo>
                <a:lnTo>
                  <a:pt x="12126" y="4015"/>
                </a:lnTo>
                <a:lnTo>
                  <a:pt x="12126" y="12153"/>
                </a:lnTo>
                <a:lnTo>
                  <a:pt x="1212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285940" y="3006095"/>
            <a:ext cx="8048" cy="48940"/>
          </a:xfrm>
          <a:custGeom>
            <a:avLst/>
            <a:gdLst/>
            <a:ahLst/>
            <a:cxnLst/>
            <a:rect l="l" t="t" r="r" b="b"/>
            <a:pathLst>
              <a:path w="8048" h="48940">
                <a:moveTo>
                  <a:pt x="0" y="12153"/>
                </a:moveTo>
                <a:lnTo>
                  <a:pt x="0" y="4015"/>
                </a:lnTo>
                <a:lnTo>
                  <a:pt x="2682" y="48940"/>
                </a:lnTo>
                <a:lnTo>
                  <a:pt x="8048" y="43515"/>
                </a:lnTo>
                <a:lnTo>
                  <a:pt x="8048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277998" y="2973432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153"/>
                </a:moveTo>
                <a:lnTo>
                  <a:pt x="0" y="4015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253852" y="2875333"/>
            <a:ext cx="28116" cy="155178"/>
          </a:xfrm>
          <a:custGeom>
            <a:avLst/>
            <a:gdLst/>
            <a:ahLst/>
            <a:cxnLst/>
            <a:rect l="l" t="t" r="r" b="b"/>
            <a:pathLst>
              <a:path w="28116" h="155178">
                <a:moveTo>
                  <a:pt x="16097" y="155178"/>
                </a:moveTo>
                <a:lnTo>
                  <a:pt x="28116" y="155178"/>
                </a:lnTo>
                <a:lnTo>
                  <a:pt x="20068" y="130762"/>
                </a:lnTo>
                <a:lnTo>
                  <a:pt x="20068" y="122514"/>
                </a:lnTo>
                <a:lnTo>
                  <a:pt x="16097" y="142915"/>
                </a:lnTo>
                <a:lnTo>
                  <a:pt x="16097" y="151163"/>
                </a:lnTo>
                <a:lnTo>
                  <a:pt x="16097" y="142915"/>
                </a:lnTo>
                <a:lnTo>
                  <a:pt x="20068" y="122514"/>
                </a:lnTo>
                <a:lnTo>
                  <a:pt x="12019" y="98098"/>
                </a:lnTo>
                <a:lnTo>
                  <a:pt x="24146" y="98098"/>
                </a:lnTo>
                <a:lnTo>
                  <a:pt x="16097" y="69450"/>
                </a:lnTo>
                <a:lnTo>
                  <a:pt x="24146" y="98098"/>
                </a:lnTo>
                <a:lnTo>
                  <a:pt x="24145" y="65326"/>
                </a:lnTo>
                <a:lnTo>
                  <a:pt x="16097" y="65326"/>
                </a:lnTo>
                <a:lnTo>
                  <a:pt x="16097" y="77589"/>
                </a:lnTo>
                <a:lnTo>
                  <a:pt x="12019" y="89851"/>
                </a:lnTo>
                <a:lnTo>
                  <a:pt x="8048" y="110252"/>
                </a:lnTo>
                <a:lnTo>
                  <a:pt x="8048" y="118499"/>
                </a:lnTo>
                <a:lnTo>
                  <a:pt x="8048" y="110252"/>
                </a:lnTo>
                <a:lnTo>
                  <a:pt x="12019" y="89851"/>
                </a:lnTo>
                <a:lnTo>
                  <a:pt x="0" y="77589"/>
                </a:lnTo>
                <a:lnTo>
                  <a:pt x="4077" y="65326"/>
                </a:lnTo>
                <a:lnTo>
                  <a:pt x="4507" y="36244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122514"/>
                </a:lnTo>
                <a:lnTo>
                  <a:pt x="8048" y="122514"/>
                </a:lnTo>
                <a:lnTo>
                  <a:pt x="8048" y="155178"/>
                </a:lnTo>
                <a:lnTo>
                  <a:pt x="16097" y="1551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165639" y="2597640"/>
            <a:ext cx="72223" cy="302217"/>
          </a:xfrm>
          <a:custGeom>
            <a:avLst/>
            <a:gdLst/>
            <a:ahLst/>
            <a:cxnLst/>
            <a:rect l="l" t="t" r="r" b="b"/>
            <a:pathLst>
              <a:path w="72223" h="302217">
                <a:moveTo>
                  <a:pt x="8048" y="32663"/>
                </a:moveTo>
                <a:lnTo>
                  <a:pt x="8048" y="73573"/>
                </a:lnTo>
                <a:lnTo>
                  <a:pt x="16097" y="73573"/>
                </a:lnTo>
                <a:lnTo>
                  <a:pt x="16097" y="61311"/>
                </a:lnTo>
                <a:lnTo>
                  <a:pt x="28116" y="73573"/>
                </a:lnTo>
                <a:lnTo>
                  <a:pt x="27580" y="102656"/>
                </a:lnTo>
                <a:lnTo>
                  <a:pt x="32087" y="131705"/>
                </a:lnTo>
                <a:lnTo>
                  <a:pt x="35628" y="135319"/>
                </a:lnTo>
                <a:lnTo>
                  <a:pt x="32087" y="53064"/>
                </a:lnTo>
                <a:lnTo>
                  <a:pt x="35628" y="135319"/>
                </a:lnTo>
                <a:lnTo>
                  <a:pt x="40136" y="163425"/>
                </a:lnTo>
                <a:lnTo>
                  <a:pt x="40136" y="159301"/>
                </a:lnTo>
                <a:lnTo>
                  <a:pt x="52155" y="163425"/>
                </a:lnTo>
                <a:lnTo>
                  <a:pt x="56126" y="151163"/>
                </a:lnTo>
                <a:lnTo>
                  <a:pt x="56126" y="142915"/>
                </a:lnTo>
                <a:lnTo>
                  <a:pt x="56126" y="262392"/>
                </a:lnTo>
                <a:lnTo>
                  <a:pt x="64174" y="270530"/>
                </a:lnTo>
                <a:lnTo>
                  <a:pt x="64174" y="302217"/>
                </a:lnTo>
                <a:lnTo>
                  <a:pt x="72223" y="302217"/>
                </a:lnTo>
                <a:lnTo>
                  <a:pt x="72223" y="204227"/>
                </a:lnTo>
                <a:lnTo>
                  <a:pt x="64174" y="183826"/>
                </a:lnTo>
                <a:lnTo>
                  <a:pt x="72223" y="204227"/>
                </a:lnTo>
                <a:lnTo>
                  <a:pt x="72223" y="186864"/>
                </a:lnTo>
                <a:lnTo>
                  <a:pt x="64174" y="178726"/>
                </a:lnTo>
                <a:lnTo>
                  <a:pt x="60633" y="175145"/>
                </a:lnTo>
                <a:lnTo>
                  <a:pt x="60204" y="204227"/>
                </a:lnTo>
                <a:lnTo>
                  <a:pt x="68145" y="228752"/>
                </a:lnTo>
                <a:lnTo>
                  <a:pt x="67716" y="274111"/>
                </a:lnTo>
                <a:lnTo>
                  <a:pt x="64174" y="265430"/>
                </a:lnTo>
                <a:lnTo>
                  <a:pt x="68145" y="228752"/>
                </a:lnTo>
                <a:lnTo>
                  <a:pt x="56126" y="216489"/>
                </a:lnTo>
                <a:lnTo>
                  <a:pt x="60204" y="204227"/>
                </a:lnTo>
                <a:lnTo>
                  <a:pt x="56126" y="138900"/>
                </a:lnTo>
                <a:lnTo>
                  <a:pt x="44106" y="138900"/>
                </a:lnTo>
                <a:lnTo>
                  <a:pt x="40136" y="151163"/>
                </a:lnTo>
                <a:lnTo>
                  <a:pt x="40136" y="85727"/>
                </a:lnTo>
                <a:lnTo>
                  <a:pt x="36594" y="77155"/>
                </a:lnTo>
                <a:lnTo>
                  <a:pt x="40135" y="80736"/>
                </a:lnTo>
                <a:lnTo>
                  <a:pt x="40136" y="49049"/>
                </a:lnTo>
                <a:lnTo>
                  <a:pt x="32087" y="49049"/>
                </a:lnTo>
                <a:lnTo>
                  <a:pt x="32087" y="126638"/>
                </a:lnTo>
                <a:lnTo>
                  <a:pt x="32087" y="61311"/>
                </a:lnTo>
                <a:lnTo>
                  <a:pt x="20068" y="49049"/>
                </a:lnTo>
                <a:lnTo>
                  <a:pt x="20068" y="32663"/>
                </a:lnTo>
                <a:lnTo>
                  <a:pt x="8048" y="28648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20401"/>
                </a:lnTo>
                <a:lnTo>
                  <a:pt x="20068" y="32663"/>
                </a:lnTo>
                <a:lnTo>
                  <a:pt x="32087" y="49049"/>
                </a:lnTo>
                <a:lnTo>
                  <a:pt x="32087" y="8138"/>
                </a:lnTo>
                <a:lnTo>
                  <a:pt x="12019" y="8138"/>
                </a:lnTo>
                <a:lnTo>
                  <a:pt x="8048" y="20401"/>
                </a:lnTo>
                <a:lnTo>
                  <a:pt x="12019" y="0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221765" y="2801868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4077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407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237862" y="2875333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245911" y="2899858"/>
            <a:ext cx="3970" cy="37221"/>
          </a:xfrm>
          <a:custGeom>
            <a:avLst/>
            <a:gdLst/>
            <a:ahLst/>
            <a:cxnLst/>
            <a:rect l="l" t="t" r="r" b="b"/>
            <a:pathLst>
              <a:path w="3970" h="37221">
                <a:moveTo>
                  <a:pt x="3970" y="0"/>
                </a:moveTo>
                <a:lnTo>
                  <a:pt x="0" y="28648"/>
                </a:lnTo>
                <a:lnTo>
                  <a:pt x="3434" y="37221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229814" y="2826393"/>
            <a:ext cx="3970" cy="45359"/>
          </a:xfrm>
          <a:custGeom>
            <a:avLst/>
            <a:gdLst/>
            <a:ahLst/>
            <a:cxnLst/>
            <a:rect l="l" t="t" r="r" b="b"/>
            <a:pathLst>
              <a:path w="3970" h="45359">
                <a:moveTo>
                  <a:pt x="3970" y="0"/>
                </a:moveTo>
                <a:lnTo>
                  <a:pt x="0" y="36678"/>
                </a:lnTo>
                <a:lnTo>
                  <a:pt x="3541" y="45359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157590" y="2573116"/>
            <a:ext cx="32087" cy="44925"/>
          </a:xfrm>
          <a:custGeom>
            <a:avLst/>
            <a:gdLst/>
            <a:ahLst/>
            <a:cxnLst/>
            <a:rect l="l" t="t" r="r" b="b"/>
            <a:pathLst>
              <a:path w="32087" h="44925">
                <a:moveTo>
                  <a:pt x="5473" y="24524"/>
                </a:moveTo>
                <a:lnTo>
                  <a:pt x="20068" y="24524"/>
                </a:lnTo>
                <a:lnTo>
                  <a:pt x="16097" y="44925"/>
                </a:lnTo>
                <a:lnTo>
                  <a:pt x="20068" y="32663"/>
                </a:lnTo>
                <a:lnTo>
                  <a:pt x="32087" y="32663"/>
                </a:lnTo>
                <a:lnTo>
                  <a:pt x="32087" y="0"/>
                </a:lnTo>
                <a:lnTo>
                  <a:pt x="12019" y="0"/>
                </a:lnTo>
                <a:lnTo>
                  <a:pt x="8048" y="12262"/>
                </a:lnTo>
                <a:lnTo>
                  <a:pt x="8048" y="20509"/>
                </a:lnTo>
                <a:lnTo>
                  <a:pt x="8048" y="12262"/>
                </a:lnTo>
                <a:lnTo>
                  <a:pt x="12019" y="0"/>
                </a:lnTo>
                <a:lnTo>
                  <a:pt x="5473" y="0"/>
                </a:lnTo>
                <a:lnTo>
                  <a:pt x="0" y="5534"/>
                </a:lnTo>
                <a:lnTo>
                  <a:pt x="0" y="19098"/>
                </a:lnTo>
                <a:lnTo>
                  <a:pt x="5473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181736" y="2658952"/>
            <a:ext cx="15989" cy="70393"/>
          </a:xfrm>
          <a:custGeom>
            <a:avLst/>
            <a:gdLst/>
            <a:ahLst/>
            <a:cxnLst/>
            <a:rect l="l" t="t" r="r" b="b"/>
            <a:pathLst>
              <a:path w="15989" h="70393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7941" y="32663"/>
                </a:lnTo>
                <a:lnTo>
                  <a:pt x="7941" y="62179"/>
                </a:lnTo>
                <a:lnTo>
                  <a:pt x="15989" y="70393"/>
                </a:lnTo>
                <a:lnTo>
                  <a:pt x="11482" y="41344"/>
                </a:lnTo>
                <a:lnTo>
                  <a:pt x="12019" y="12262"/>
                </a:lnTo>
                <a:lnTo>
                  <a:pt x="0" y="8138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181736" y="2671214"/>
            <a:ext cx="7941" cy="25434"/>
          </a:xfrm>
          <a:custGeom>
            <a:avLst/>
            <a:gdLst/>
            <a:ahLst/>
            <a:cxnLst/>
            <a:rect l="l" t="t" r="r" b="b"/>
            <a:pathLst>
              <a:path w="7941" h="25434">
                <a:moveTo>
                  <a:pt x="7941" y="25434"/>
                </a:moveTo>
                <a:lnTo>
                  <a:pt x="7941" y="20401"/>
                </a:lnTo>
                <a:lnTo>
                  <a:pt x="0" y="0"/>
                </a:lnTo>
                <a:lnTo>
                  <a:pt x="0" y="17254"/>
                </a:lnTo>
                <a:lnTo>
                  <a:pt x="7941" y="254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185707" y="2630304"/>
            <a:ext cx="12019" cy="28648"/>
          </a:xfrm>
          <a:custGeom>
            <a:avLst/>
            <a:gdLst/>
            <a:ahLst/>
            <a:cxnLst/>
            <a:rect l="l" t="t" r="r" b="b"/>
            <a:pathLst>
              <a:path w="12019" h="28648">
                <a:moveTo>
                  <a:pt x="12019" y="16385"/>
                </a:moveTo>
                <a:lnTo>
                  <a:pt x="0" y="0"/>
                </a:lnTo>
                <a:lnTo>
                  <a:pt x="0" y="16385"/>
                </a:lnTo>
                <a:lnTo>
                  <a:pt x="12019" y="28648"/>
                </a:lnTo>
                <a:lnTo>
                  <a:pt x="12019" y="163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202233" y="2674795"/>
            <a:ext cx="19531" cy="74008"/>
          </a:xfrm>
          <a:custGeom>
            <a:avLst/>
            <a:gdLst/>
            <a:ahLst/>
            <a:cxnLst/>
            <a:rect l="l" t="t" r="r" b="b"/>
            <a:pathLst>
              <a:path w="19531" h="74008">
                <a:moveTo>
                  <a:pt x="0" y="0"/>
                </a:moveTo>
                <a:lnTo>
                  <a:pt x="3541" y="8572"/>
                </a:lnTo>
                <a:lnTo>
                  <a:pt x="3541" y="74008"/>
                </a:lnTo>
                <a:lnTo>
                  <a:pt x="7512" y="61745"/>
                </a:lnTo>
                <a:lnTo>
                  <a:pt x="19531" y="61745"/>
                </a:lnTo>
                <a:lnTo>
                  <a:pt x="19531" y="44383"/>
                </a:lnTo>
                <a:lnTo>
                  <a:pt x="11590" y="36277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32663"/>
                </a:lnTo>
                <a:lnTo>
                  <a:pt x="11590" y="41344"/>
                </a:lnTo>
                <a:lnTo>
                  <a:pt x="8048" y="32663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205775" y="2761066"/>
            <a:ext cx="15990" cy="65326"/>
          </a:xfrm>
          <a:custGeom>
            <a:avLst/>
            <a:gdLst/>
            <a:ahLst/>
            <a:cxnLst/>
            <a:rect l="l" t="t" r="r" b="b"/>
            <a:pathLst>
              <a:path w="15990" h="65326">
                <a:moveTo>
                  <a:pt x="8048" y="33683"/>
                </a:moveTo>
                <a:lnTo>
                  <a:pt x="8048" y="65326"/>
                </a:lnTo>
                <a:lnTo>
                  <a:pt x="15990" y="65326"/>
                </a:lnTo>
                <a:lnTo>
                  <a:pt x="11482" y="37221"/>
                </a:lnTo>
                <a:lnTo>
                  <a:pt x="8048" y="28539"/>
                </a:lnTo>
                <a:lnTo>
                  <a:pt x="0" y="0"/>
                </a:lnTo>
                <a:lnTo>
                  <a:pt x="0" y="25392"/>
                </a:lnTo>
                <a:lnTo>
                  <a:pt x="8048" y="33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205775" y="2748803"/>
            <a:ext cx="15990" cy="77589"/>
          </a:xfrm>
          <a:custGeom>
            <a:avLst/>
            <a:gdLst/>
            <a:ahLst/>
            <a:cxnLst/>
            <a:rect l="l" t="t" r="r" b="b"/>
            <a:pathLst>
              <a:path w="15990" h="77589">
                <a:moveTo>
                  <a:pt x="12019" y="12262"/>
                </a:moveTo>
                <a:lnTo>
                  <a:pt x="0" y="8138"/>
                </a:lnTo>
                <a:lnTo>
                  <a:pt x="0" y="12262"/>
                </a:lnTo>
                <a:lnTo>
                  <a:pt x="8048" y="40802"/>
                </a:lnTo>
                <a:lnTo>
                  <a:pt x="11482" y="49483"/>
                </a:lnTo>
                <a:lnTo>
                  <a:pt x="15990" y="77589"/>
                </a:lnTo>
                <a:lnTo>
                  <a:pt x="15990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221765" y="2736541"/>
            <a:ext cx="8048" cy="65326"/>
          </a:xfrm>
          <a:custGeom>
            <a:avLst/>
            <a:gdLst/>
            <a:ahLst/>
            <a:cxnLst/>
            <a:rect l="l" t="t" r="r" b="b"/>
            <a:pathLst>
              <a:path w="8048" h="65326">
                <a:moveTo>
                  <a:pt x="8048" y="0"/>
                </a:moveTo>
                <a:lnTo>
                  <a:pt x="0" y="0"/>
                </a:lnTo>
                <a:lnTo>
                  <a:pt x="4077" y="65326"/>
                </a:lnTo>
                <a:lnTo>
                  <a:pt x="4507" y="36244"/>
                </a:lnTo>
                <a:lnTo>
                  <a:pt x="8048" y="39825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237862" y="2801868"/>
            <a:ext cx="15990" cy="163316"/>
          </a:xfrm>
          <a:custGeom>
            <a:avLst/>
            <a:gdLst/>
            <a:ahLst/>
            <a:cxnLst/>
            <a:rect l="l" t="t" r="r" b="b"/>
            <a:pathLst>
              <a:path w="15990" h="163316">
                <a:moveTo>
                  <a:pt x="15990" y="69450"/>
                </a:moveTo>
                <a:lnTo>
                  <a:pt x="15990" y="56211"/>
                </a:lnTo>
                <a:lnTo>
                  <a:pt x="8048" y="48031"/>
                </a:lnTo>
                <a:lnTo>
                  <a:pt x="4507" y="44383"/>
                </a:lnTo>
                <a:lnTo>
                  <a:pt x="3970" y="73465"/>
                </a:lnTo>
                <a:lnTo>
                  <a:pt x="12019" y="97990"/>
                </a:lnTo>
                <a:lnTo>
                  <a:pt x="11482" y="135211"/>
                </a:lnTo>
                <a:lnTo>
                  <a:pt x="8048" y="126638"/>
                </a:lnTo>
                <a:lnTo>
                  <a:pt x="12019" y="97990"/>
                </a:lnTo>
                <a:lnTo>
                  <a:pt x="0" y="85727"/>
                </a:lnTo>
                <a:lnTo>
                  <a:pt x="3970" y="73465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123491"/>
                </a:lnTo>
                <a:lnTo>
                  <a:pt x="8048" y="131706"/>
                </a:lnTo>
                <a:lnTo>
                  <a:pt x="8048" y="163316"/>
                </a:lnTo>
                <a:lnTo>
                  <a:pt x="15990" y="163316"/>
                </a:lnTo>
                <a:lnTo>
                  <a:pt x="15990" y="73465"/>
                </a:lnTo>
                <a:lnTo>
                  <a:pt x="8048" y="53064"/>
                </a:lnTo>
                <a:lnTo>
                  <a:pt x="15990" y="73465"/>
                </a:lnTo>
                <a:lnTo>
                  <a:pt x="15990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366212" y="3357254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123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374153" y="3389917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390250" y="3455244"/>
            <a:ext cx="17170" cy="74767"/>
          </a:xfrm>
          <a:custGeom>
            <a:avLst/>
            <a:gdLst/>
            <a:ahLst/>
            <a:cxnLst/>
            <a:rect l="l" t="t" r="r" b="b"/>
            <a:pathLst>
              <a:path w="17170" h="74767">
                <a:moveTo>
                  <a:pt x="7834" y="74767"/>
                </a:moveTo>
                <a:lnTo>
                  <a:pt x="12555" y="69992"/>
                </a:lnTo>
                <a:lnTo>
                  <a:pt x="17170" y="65218"/>
                </a:lnTo>
                <a:lnTo>
                  <a:pt x="17170" y="57405"/>
                </a:lnTo>
                <a:lnTo>
                  <a:pt x="12555" y="52630"/>
                </a:lnTo>
                <a:lnTo>
                  <a:pt x="8048" y="48072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214" y="74767"/>
                </a:lnTo>
                <a:lnTo>
                  <a:pt x="0" y="4123"/>
                </a:lnTo>
                <a:lnTo>
                  <a:pt x="214" y="74767"/>
                </a:lnTo>
                <a:lnTo>
                  <a:pt x="4507" y="44491"/>
                </a:lnTo>
                <a:lnTo>
                  <a:pt x="8048" y="53172"/>
                </a:lnTo>
                <a:lnTo>
                  <a:pt x="7834" y="747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382202" y="3422581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269950" y="3030512"/>
            <a:ext cx="116330" cy="449257"/>
          </a:xfrm>
          <a:custGeom>
            <a:avLst/>
            <a:gdLst/>
            <a:ahLst/>
            <a:cxnLst/>
            <a:rect l="l" t="t" r="r" b="b"/>
            <a:pathLst>
              <a:path w="116330" h="449257">
                <a:moveTo>
                  <a:pt x="104203" y="449257"/>
                </a:moveTo>
                <a:lnTo>
                  <a:pt x="116330" y="449257"/>
                </a:lnTo>
                <a:lnTo>
                  <a:pt x="108281" y="424732"/>
                </a:lnTo>
                <a:lnTo>
                  <a:pt x="108281" y="416593"/>
                </a:lnTo>
                <a:lnTo>
                  <a:pt x="104203" y="436994"/>
                </a:lnTo>
                <a:lnTo>
                  <a:pt x="104203" y="445242"/>
                </a:lnTo>
                <a:lnTo>
                  <a:pt x="104203" y="436994"/>
                </a:lnTo>
                <a:lnTo>
                  <a:pt x="108281" y="416593"/>
                </a:lnTo>
                <a:lnTo>
                  <a:pt x="100232" y="392069"/>
                </a:lnTo>
                <a:lnTo>
                  <a:pt x="100232" y="383930"/>
                </a:lnTo>
                <a:lnTo>
                  <a:pt x="96262" y="404331"/>
                </a:lnTo>
                <a:lnTo>
                  <a:pt x="96262" y="412470"/>
                </a:lnTo>
                <a:lnTo>
                  <a:pt x="96262" y="404331"/>
                </a:lnTo>
                <a:lnTo>
                  <a:pt x="100232" y="383930"/>
                </a:lnTo>
                <a:lnTo>
                  <a:pt x="92184" y="359405"/>
                </a:lnTo>
                <a:lnTo>
                  <a:pt x="92184" y="351266"/>
                </a:lnTo>
                <a:lnTo>
                  <a:pt x="88213" y="371668"/>
                </a:lnTo>
                <a:lnTo>
                  <a:pt x="88213" y="379806"/>
                </a:lnTo>
                <a:lnTo>
                  <a:pt x="88213" y="371668"/>
                </a:lnTo>
                <a:lnTo>
                  <a:pt x="92184" y="351266"/>
                </a:lnTo>
                <a:lnTo>
                  <a:pt x="84242" y="326742"/>
                </a:lnTo>
                <a:lnTo>
                  <a:pt x="84242" y="318603"/>
                </a:lnTo>
                <a:lnTo>
                  <a:pt x="80164" y="339004"/>
                </a:lnTo>
                <a:lnTo>
                  <a:pt x="80164" y="347143"/>
                </a:lnTo>
                <a:lnTo>
                  <a:pt x="80164" y="339004"/>
                </a:lnTo>
                <a:lnTo>
                  <a:pt x="84242" y="318603"/>
                </a:lnTo>
                <a:lnTo>
                  <a:pt x="76194" y="294078"/>
                </a:lnTo>
                <a:lnTo>
                  <a:pt x="76194" y="285940"/>
                </a:lnTo>
                <a:lnTo>
                  <a:pt x="72116" y="306341"/>
                </a:lnTo>
                <a:lnTo>
                  <a:pt x="72116" y="314479"/>
                </a:lnTo>
                <a:lnTo>
                  <a:pt x="72116" y="306341"/>
                </a:lnTo>
                <a:lnTo>
                  <a:pt x="76194" y="285940"/>
                </a:lnTo>
                <a:lnTo>
                  <a:pt x="68145" y="261415"/>
                </a:lnTo>
                <a:lnTo>
                  <a:pt x="80164" y="261415"/>
                </a:lnTo>
                <a:lnTo>
                  <a:pt x="72116" y="232875"/>
                </a:lnTo>
                <a:lnTo>
                  <a:pt x="80164" y="261415"/>
                </a:lnTo>
                <a:lnTo>
                  <a:pt x="80164" y="228752"/>
                </a:lnTo>
                <a:lnTo>
                  <a:pt x="72116" y="228752"/>
                </a:lnTo>
                <a:lnTo>
                  <a:pt x="72116" y="241014"/>
                </a:lnTo>
                <a:lnTo>
                  <a:pt x="68145" y="253276"/>
                </a:lnTo>
                <a:lnTo>
                  <a:pt x="64174" y="273677"/>
                </a:lnTo>
                <a:lnTo>
                  <a:pt x="64174" y="281816"/>
                </a:lnTo>
                <a:lnTo>
                  <a:pt x="64174" y="273677"/>
                </a:lnTo>
                <a:lnTo>
                  <a:pt x="68145" y="253276"/>
                </a:lnTo>
                <a:lnTo>
                  <a:pt x="56126" y="241014"/>
                </a:lnTo>
                <a:lnTo>
                  <a:pt x="60096" y="228752"/>
                </a:lnTo>
                <a:lnTo>
                  <a:pt x="60633" y="183283"/>
                </a:lnTo>
                <a:lnTo>
                  <a:pt x="56126" y="155178"/>
                </a:lnTo>
                <a:lnTo>
                  <a:pt x="44106" y="155178"/>
                </a:lnTo>
                <a:lnTo>
                  <a:pt x="40136" y="167440"/>
                </a:lnTo>
                <a:lnTo>
                  <a:pt x="40136" y="93975"/>
                </a:lnTo>
                <a:lnTo>
                  <a:pt x="36594" y="85293"/>
                </a:lnTo>
                <a:lnTo>
                  <a:pt x="40136" y="88908"/>
                </a:lnTo>
                <a:lnTo>
                  <a:pt x="40136" y="64350"/>
                </a:lnTo>
                <a:lnTo>
                  <a:pt x="32087" y="56211"/>
                </a:lnTo>
                <a:lnTo>
                  <a:pt x="28545" y="52630"/>
                </a:lnTo>
                <a:lnTo>
                  <a:pt x="27580" y="110795"/>
                </a:lnTo>
                <a:lnTo>
                  <a:pt x="24038" y="102113"/>
                </a:lnTo>
                <a:lnTo>
                  <a:pt x="27580" y="110795"/>
                </a:lnTo>
                <a:lnTo>
                  <a:pt x="24038" y="24524"/>
                </a:lnTo>
                <a:lnTo>
                  <a:pt x="12019" y="24524"/>
                </a:lnTo>
                <a:lnTo>
                  <a:pt x="8048" y="36786"/>
                </a:lnTo>
                <a:lnTo>
                  <a:pt x="5365" y="0"/>
                </a:lnTo>
                <a:lnTo>
                  <a:pt x="0" y="5534"/>
                </a:lnTo>
                <a:lnTo>
                  <a:pt x="0" y="49049"/>
                </a:lnTo>
                <a:lnTo>
                  <a:pt x="8048" y="49049"/>
                </a:lnTo>
                <a:lnTo>
                  <a:pt x="15990" y="69450"/>
                </a:lnTo>
                <a:lnTo>
                  <a:pt x="15990" y="99075"/>
                </a:lnTo>
                <a:lnTo>
                  <a:pt x="24038" y="107214"/>
                </a:lnTo>
                <a:lnTo>
                  <a:pt x="19531" y="78131"/>
                </a:lnTo>
                <a:lnTo>
                  <a:pt x="20068" y="49049"/>
                </a:lnTo>
                <a:lnTo>
                  <a:pt x="8048" y="44925"/>
                </a:lnTo>
                <a:lnTo>
                  <a:pt x="20068" y="49049"/>
                </a:lnTo>
                <a:lnTo>
                  <a:pt x="24038" y="36786"/>
                </a:lnTo>
                <a:lnTo>
                  <a:pt x="24038" y="28648"/>
                </a:lnTo>
                <a:lnTo>
                  <a:pt x="24038" y="131738"/>
                </a:lnTo>
                <a:lnTo>
                  <a:pt x="32087" y="139877"/>
                </a:lnTo>
                <a:lnTo>
                  <a:pt x="32087" y="61311"/>
                </a:lnTo>
                <a:lnTo>
                  <a:pt x="35628" y="143458"/>
                </a:lnTo>
                <a:lnTo>
                  <a:pt x="40136" y="179702"/>
                </a:lnTo>
                <a:lnTo>
                  <a:pt x="40136" y="175687"/>
                </a:lnTo>
                <a:lnTo>
                  <a:pt x="52155" y="179702"/>
                </a:lnTo>
                <a:lnTo>
                  <a:pt x="56126" y="167440"/>
                </a:lnTo>
                <a:lnTo>
                  <a:pt x="56126" y="159301"/>
                </a:lnTo>
                <a:lnTo>
                  <a:pt x="56126" y="285940"/>
                </a:lnTo>
                <a:lnTo>
                  <a:pt x="64174" y="285940"/>
                </a:lnTo>
                <a:lnTo>
                  <a:pt x="64174" y="318603"/>
                </a:lnTo>
                <a:lnTo>
                  <a:pt x="72116" y="318603"/>
                </a:lnTo>
                <a:lnTo>
                  <a:pt x="72116" y="351266"/>
                </a:lnTo>
                <a:lnTo>
                  <a:pt x="80164" y="351266"/>
                </a:lnTo>
                <a:lnTo>
                  <a:pt x="80164" y="383930"/>
                </a:lnTo>
                <a:lnTo>
                  <a:pt x="88213" y="383930"/>
                </a:lnTo>
                <a:lnTo>
                  <a:pt x="88213" y="416593"/>
                </a:lnTo>
                <a:lnTo>
                  <a:pt x="96262" y="416593"/>
                </a:lnTo>
                <a:lnTo>
                  <a:pt x="96262" y="449257"/>
                </a:lnTo>
                <a:lnTo>
                  <a:pt x="104203" y="4492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390465" y="3499736"/>
            <a:ext cx="7834" cy="30276"/>
          </a:xfrm>
          <a:custGeom>
            <a:avLst/>
            <a:gdLst/>
            <a:ahLst/>
            <a:cxnLst/>
            <a:rect l="l" t="t" r="r" b="b"/>
            <a:pathLst>
              <a:path w="7834" h="30276">
                <a:moveTo>
                  <a:pt x="4292" y="0"/>
                </a:moveTo>
                <a:lnTo>
                  <a:pt x="0" y="30276"/>
                </a:lnTo>
                <a:lnTo>
                  <a:pt x="7619" y="30276"/>
                </a:lnTo>
                <a:lnTo>
                  <a:pt x="7834" y="8681"/>
                </a:lnTo>
                <a:lnTo>
                  <a:pt x="429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318027" y="3235682"/>
            <a:ext cx="8048" cy="48106"/>
          </a:xfrm>
          <a:custGeom>
            <a:avLst/>
            <a:gdLst/>
            <a:ahLst/>
            <a:cxnLst/>
            <a:rect l="l" t="t" r="r" b="b"/>
            <a:pathLst>
              <a:path w="8048" h="48106">
                <a:moveTo>
                  <a:pt x="8048" y="48106"/>
                </a:moveTo>
                <a:lnTo>
                  <a:pt x="3541" y="3614"/>
                </a:lnTo>
                <a:lnTo>
                  <a:pt x="0" y="0"/>
                </a:lnTo>
                <a:lnTo>
                  <a:pt x="0" y="48106"/>
                </a:lnTo>
                <a:lnTo>
                  <a:pt x="8048" y="481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277998" y="3079561"/>
            <a:ext cx="7941" cy="25467"/>
          </a:xfrm>
          <a:custGeom>
            <a:avLst/>
            <a:gdLst/>
            <a:ahLst/>
            <a:cxnLst/>
            <a:rect l="l" t="t" r="r" b="b"/>
            <a:pathLst>
              <a:path w="7941" h="25467">
                <a:moveTo>
                  <a:pt x="7941" y="25467"/>
                </a:moveTo>
                <a:lnTo>
                  <a:pt x="7941" y="20401"/>
                </a:lnTo>
                <a:lnTo>
                  <a:pt x="0" y="0"/>
                </a:lnTo>
                <a:lnTo>
                  <a:pt x="0" y="17362"/>
                </a:lnTo>
                <a:lnTo>
                  <a:pt x="7941" y="254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275315" y="3030512"/>
            <a:ext cx="18672" cy="36786"/>
          </a:xfrm>
          <a:custGeom>
            <a:avLst/>
            <a:gdLst/>
            <a:ahLst/>
            <a:cxnLst/>
            <a:rect l="l" t="t" r="r" b="b"/>
            <a:pathLst>
              <a:path w="18672" h="36786">
                <a:moveTo>
                  <a:pt x="18672" y="5534"/>
                </a:moveTo>
                <a:lnTo>
                  <a:pt x="13307" y="0"/>
                </a:lnTo>
                <a:lnTo>
                  <a:pt x="0" y="0"/>
                </a:lnTo>
                <a:lnTo>
                  <a:pt x="2682" y="36786"/>
                </a:lnTo>
                <a:lnTo>
                  <a:pt x="6653" y="24524"/>
                </a:lnTo>
                <a:lnTo>
                  <a:pt x="18672" y="24524"/>
                </a:lnTo>
                <a:lnTo>
                  <a:pt x="18672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293988" y="3055036"/>
            <a:ext cx="8048" cy="86270"/>
          </a:xfrm>
          <a:custGeom>
            <a:avLst/>
            <a:gdLst/>
            <a:ahLst/>
            <a:cxnLst/>
            <a:rect l="l" t="t" r="r" b="b"/>
            <a:pathLst>
              <a:path w="8048" h="86270">
                <a:moveTo>
                  <a:pt x="8048" y="0"/>
                </a:moveTo>
                <a:lnTo>
                  <a:pt x="0" y="0"/>
                </a:lnTo>
                <a:lnTo>
                  <a:pt x="3541" y="86270"/>
                </a:lnTo>
                <a:lnTo>
                  <a:pt x="4507" y="28105"/>
                </a:lnTo>
                <a:lnTo>
                  <a:pt x="8048" y="31686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289481" y="3067299"/>
            <a:ext cx="4507" cy="70427"/>
          </a:xfrm>
          <a:custGeom>
            <a:avLst/>
            <a:gdLst/>
            <a:ahLst/>
            <a:cxnLst/>
            <a:rect l="l" t="t" r="r" b="b"/>
            <a:pathLst>
              <a:path w="4507" h="70427">
                <a:moveTo>
                  <a:pt x="536" y="12262"/>
                </a:moveTo>
                <a:lnTo>
                  <a:pt x="0" y="41344"/>
                </a:lnTo>
                <a:lnTo>
                  <a:pt x="4507" y="70427"/>
                </a:lnTo>
                <a:lnTo>
                  <a:pt x="4507" y="0"/>
                </a:lnTo>
                <a:lnTo>
                  <a:pt x="536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306544" y="3115805"/>
            <a:ext cx="19531" cy="82146"/>
          </a:xfrm>
          <a:custGeom>
            <a:avLst/>
            <a:gdLst/>
            <a:ahLst/>
            <a:cxnLst/>
            <a:rect l="l" t="t" r="r" b="b"/>
            <a:pathLst>
              <a:path w="19531" h="82146">
                <a:moveTo>
                  <a:pt x="0" y="0"/>
                </a:moveTo>
                <a:lnTo>
                  <a:pt x="3541" y="8681"/>
                </a:lnTo>
                <a:lnTo>
                  <a:pt x="3541" y="82146"/>
                </a:lnTo>
                <a:lnTo>
                  <a:pt x="7512" y="69884"/>
                </a:lnTo>
                <a:lnTo>
                  <a:pt x="19531" y="69884"/>
                </a:lnTo>
                <a:lnTo>
                  <a:pt x="19531" y="44491"/>
                </a:lnTo>
                <a:lnTo>
                  <a:pt x="11482" y="36277"/>
                </a:lnTo>
                <a:lnTo>
                  <a:pt x="11482" y="11719"/>
                </a:lnTo>
                <a:lnTo>
                  <a:pt x="3541" y="3614"/>
                </a:lnTo>
                <a:lnTo>
                  <a:pt x="7941" y="32663"/>
                </a:lnTo>
                <a:lnTo>
                  <a:pt x="11482" y="41344"/>
                </a:lnTo>
                <a:lnTo>
                  <a:pt x="7941" y="32663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302037" y="3091823"/>
            <a:ext cx="8048" cy="118391"/>
          </a:xfrm>
          <a:custGeom>
            <a:avLst/>
            <a:gdLst/>
            <a:ahLst/>
            <a:cxnLst/>
            <a:rect l="l" t="t" r="r" b="b"/>
            <a:pathLst>
              <a:path w="8048" h="118391">
                <a:moveTo>
                  <a:pt x="0" y="0"/>
                </a:moveTo>
                <a:lnTo>
                  <a:pt x="0" y="118391"/>
                </a:lnTo>
                <a:lnTo>
                  <a:pt x="8048" y="118391"/>
                </a:lnTo>
                <a:lnTo>
                  <a:pt x="3541" y="8214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310086" y="3197952"/>
            <a:ext cx="15990" cy="85836"/>
          </a:xfrm>
          <a:custGeom>
            <a:avLst/>
            <a:gdLst/>
            <a:ahLst/>
            <a:cxnLst/>
            <a:rect l="l" t="t" r="r" b="b"/>
            <a:pathLst>
              <a:path w="15990" h="85836">
                <a:moveTo>
                  <a:pt x="15990" y="81712"/>
                </a:moveTo>
                <a:lnTo>
                  <a:pt x="15990" y="0"/>
                </a:lnTo>
                <a:lnTo>
                  <a:pt x="12019" y="12262"/>
                </a:lnTo>
                <a:lnTo>
                  <a:pt x="7941" y="32663"/>
                </a:lnTo>
                <a:lnTo>
                  <a:pt x="0" y="12262"/>
                </a:lnTo>
                <a:lnTo>
                  <a:pt x="0" y="29624"/>
                </a:lnTo>
                <a:lnTo>
                  <a:pt x="7941" y="37730"/>
                </a:lnTo>
                <a:lnTo>
                  <a:pt x="11482" y="41344"/>
                </a:lnTo>
                <a:lnTo>
                  <a:pt x="15990" y="85836"/>
                </a:lnTo>
                <a:lnTo>
                  <a:pt x="15990" y="81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310086" y="3206199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0" y="4015"/>
                </a:moveTo>
                <a:lnTo>
                  <a:pt x="7941" y="24416"/>
                </a:lnTo>
                <a:lnTo>
                  <a:pt x="12019" y="4015"/>
                </a:lnTo>
                <a:lnTo>
                  <a:pt x="0" y="0"/>
                </a:lnTo>
                <a:lnTo>
                  <a:pt x="0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326076" y="3185690"/>
            <a:ext cx="15990" cy="98098"/>
          </a:xfrm>
          <a:custGeom>
            <a:avLst/>
            <a:gdLst/>
            <a:ahLst/>
            <a:cxnLst/>
            <a:rect l="l" t="t" r="r" b="b"/>
            <a:pathLst>
              <a:path w="15990" h="98098">
                <a:moveTo>
                  <a:pt x="12019" y="98098"/>
                </a:moveTo>
                <a:lnTo>
                  <a:pt x="15990" y="85836"/>
                </a:lnTo>
                <a:lnTo>
                  <a:pt x="15990" y="73573"/>
                </a:lnTo>
                <a:lnTo>
                  <a:pt x="8048" y="36786"/>
                </a:lnTo>
                <a:lnTo>
                  <a:pt x="15990" y="73573"/>
                </a:lnTo>
                <a:lnTo>
                  <a:pt x="15990" y="39933"/>
                </a:lnTo>
                <a:lnTo>
                  <a:pt x="8048" y="31753"/>
                </a:lnTo>
                <a:lnTo>
                  <a:pt x="8048" y="0"/>
                </a:lnTo>
                <a:lnTo>
                  <a:pt x="0" y="0"/>
                </a:lnTo>
                <a:lnTo>
                  <a:pt x="4507" y="28105"/>
                </a:lnTo>
                <a:lnTo>
                  <a:pt x="3970" y="73573"/>
                </a:lnTo>
                <a:lnTo>
                  <a:pt x="0" y="85836"/>
                </a:lnTo>
                <a:lnTo>
                  <a:pt x="12019" y="980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338095" y="3291927"/>
            <a:ext cx="52369" cy="238084"/>
          </a:xfrm>
          <a:custGeom>
            <a:avLst/>
            <a:gdLst/>
            <a:ahLst/>
            <a:cxnLst/>
            <a:rect l="l" t="t" r="r" b="b"/>
            <a:pathLst>
              <a:path w="52369" h="238084">
                <a:moveTo>
                  <a:pt x="12019" y="0"/>
                </a:moveTo>
                <a:lnTo>
                  <a:pt x="0" y="0"/>
                </a:lnTo>
                <a:lnTo>
                  <a:pt x="8048" y="24524"/>
                </a:lnTo>
                <a:lnTo>
                  <a:pt x="8048" y="32663"/>
                </a:lnTo>
                <a:lnTo>
                  <a:pt x="16097" y="57188"/>
                </a:lnTo>
                <a:lnTo>
                  <a:pt x="16097" y="65326"/>
                </a:lnTo>
                <a:lnTo>
                  <a:pt x="24038" y="89851"/>
                </a:lnTo>
                <a:lnTo>
                  <a:pt x="24038" y="97990"/>
                </a:lnTo>
                <a:lnTo>
                  <a:pt x="32087" y="122514"/>
                </a:lnTo>
                <a:lnTo>
                  <a:pt x="32087" y="130653"/>
                </a:lnTo>
                <a:lnTo>
                  <a:pt x="40136" y="155178"/>
                </a:lnTo>
                <a:lnTo>
                  <a:pt x="40136" y="163316"/>
                </a:lnTo>
                <a:lnTo>
                  <a:pt x="48184" y="187841"/>
                </a:lnTo>
                <a:lnTo>
                  <a:pt x="36058" y="187841"/>
                </a:lnTo>
                <a:lnTo>
                  <a:pt x="36058" y="221481"/>
                </a:lnTo>
                <a:lnTo>
                  <a:pt x="47648" y="233309"/>
                </a:lnTo>
                <a:lnTo>
                  <a:pt x="52369" y="238084"/>
                </a:lnTo>
                <a:lnTo>
                  <a:pt x="52155" y="175579"/>
                </a:lnTo>
                <a:lnTo>
                  <a:pt x="52155" y="163316"/>
                </a:lnTo>
                <a:lnTo>
                  <a:pt x="44106" y="134777"/>
                </a:lnTo>
                <a:lnTo>
                  <a:pt x="44106" y="142915"/>
                </a:lnTo>
                <a:lnTo>
                  <a:pt x="44106" y="130653"/>
                </a:lnTo>
                <a:lnTo>
                  <a:pt x="36058" y="102113"/>
                </a:lnTo>
                <a:lnTo>
                  <a:pt x="36058" y="110252"/>
                </a:lnTo>
                <a:lnTo>
                  <a:pt x="36058" y="97990"/>
                </a:lnTo>
                <a:lnTo>
                  <a:pt x="28116" y="69450"/>
                </a:lnTo>
                <a:lnTo>
                  <a:pt x="28116" y="77589"/>
                </a:lnTo>
                <a:lnTo>
                  <a:pt x="28116" y="65326"/>
                </a:lnTo>
                <a:lnTo>
                  <a:pt x="20068" y="36786"/>
                </a:lnTo>
                <a:lnTo>
                  <a:pt x="20068" y="44925"/>
                </a:lnTo>
                <a:lnTo>
                  <a:pt x="20068" y="32663"/>
                </a:lnTo>
                <a:lnTo>
                  <a:pt x="12019" y="4123"/>
                </a:lnTo>
                <a:lnTo>
                  <a:pt x="12019" y="12262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350114" y="3291927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358163" y="3324591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5433928" y="3671734"/>
            <a:ext cx="4399" cy="85727"/>
          </a:xfrm>
          <a:custGeom>
            <a:avLst/>
            <a:gdLst/>
            <a:ahLst/>
            <a:cxnLst/>
            <a:rect l="l" t="t" r="r" b="b"/>
            <a:pathLst>
              <a:path w="4399" h="85727">
                <a:moveTo>
                  <a:pt x="4399" y="85727"/>
                </a:moveTo>
                <a:lnTo>
                  <a:pt x="4399" y="0"/>
                </a:lnTo>
                <a:lnTo>
                  <a:pt x="429" y="12262"/>
                </a:lnTo>
                <a:lnTo>
                  <a:pt x="0" y="57622"/>
                </a:lnTo>
                <a:lnTo>
                  <a:pt x="4399" y="857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5450454" y="3765709"/>
            <a:ext cx="60096" cy="212366"/>
          </a:xfrm>
          <a:custGeom>
            <a:avLst/>
            <a:gdLst/>
            <a:ahLst/>
            <a:cxnLst/>
            <a:rect l="l" t="t" r="r" b="b"/>
            <a:pathLst>
              <a:path w="60096" h="212366">
                <a:moveTo>
                  <a:pt x="12019" y="0"/>
                </a:moveTo>
                <a:lnTo>
                  <a:pt x="0" y="0"/>
                </a:lnTo>
                <a:lnTo>
                  <a:pt x="7941" y="24416"/>
                </a:lnTo>
                <a:lnTo>
                  <a:pt x="7941" y="32663"/>
                </a:lnTo>
                <a:lnTo>
                  <a:pt x="15990" y="57079"/>
                </a:lnTo>
                <a:lnTo>
                  <a:pt x="15990" y="65326"/>
                </a:lnTo>
                <a:lnTo>
                  <a:pt x="24038" y="89851"/>
                </a:lnTo>
                <a:lnTo>
                  <a:pt x="24038" y="97990"/>
                </a:lnTo>
                <a:lnTo>
                  <a:pt x="32087" y="122514"/>
                </a:lnTo>
                <a:lnTo>
                  <a:pt x="32087" y="138792"/>
                </a:lnTo>
                <a:lnTo>
                  <a:pt x="40028" y="163316"/>
                </a:lnTo>
                <a:lnTo>
                  <a:pt x="52048" y="175579"/>
                </a:lnTo>
                <a:lnTo>
                  <a:pt x="54730" y="212366"/>
                </a:lnTo>
                <a:lnTo>
                  <a:pt x="60096" y="206831"/>
                </a:lnTo>
                <a:lnTo>
                  <a:pt x="60096" y="163316"/>
                </a:lnTo>
                <a:lnTo>
                  <a:pt x="52048" y="163316"/>
                </a:lnTo>
                <a:lnTo>
                  <a:pt x="52048" y="167440"/>
                </a:lnTo>
                <a:lnTo>
                  <a:pt x="52048" y="163316"/>
                </a:lnTo>
                <a:lnTo>
                  <a:pt x="44106" y="151054"/>
                </a:lnTo>
                <a:lnTo>
                  <a:pt x="44106" y="138792"/>
                </a:lnTo>
                <a:lnTo>
                  <a:pt x="36058" y="110252"/>
                </a:lnTo>
                <a:lnTo>
                  <a:pt x="36058" y="97990"/>
                </a:lnTo>
                <a:lnTo>
                  <a:pt x="28009" y="69341"/>
                </a:lnTo>
                <a:lnTo>
                  <a:pt x="28009" y="77589"/>
                </a:lnTo>
                <a:lnTo>
                  <a:pt x="28009" y="65326"/>
                </a:lnTo>
                <a:lnTo>
                  <a:pt x="19960" y="36678"/>
                </a:lnTo>
                <a:lnTo>
                  <a:pt x="19960" y="44925"/>
                </a:lnTo>
                <a:lnTo>
                  <a:pt x="19960" y="32663"/>
                </a:lnTo>
                <a:lnTo>
                  <a:pt x="12019" y="4015"/>
                </a:lnTo>
                <a:lnTo>
                  <a:pt x="12019" y="12153"/>
                </a:lnTo>
                <a:lnTo>
                  <a:pt x="120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462474" y="3765709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153"/>
                </a:moveTo>
                <a:lnTo>
                  <a:pt x="0" y="4015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470415" y="3798372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015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478464" y="3831036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015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494561" y="3904501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7941" y="20401"/>
                </a:move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lnTo>
                  <a:pt x="7941" y="24524"/>
                </a:lnTo>
                <a:lnTo>
                  <a:pt x="0" y="4123"/>
                </a:lnTo>
                <a:lnTo>
                  <a:pt x="7941" y="24524"/>
                </a:lnTo>
                <a:lnTo>
                  <a:pt x="7941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486512" y="3863699"/>
            <a:ext cx="8048" cy="40802"/>
          </a:xfrm>
          <a:custGeom>
            <a:avLst/>
            <a:gdLst/>
            <a:ahLst/>
            <a:cxnLst/>
            <a:rect l="l" t="t" r="r" b="b"/>
            <a:pathLst>
              <a:path w="8048" h="40802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40802"/>
                </a:lnTo>
                <a:lnTo>
                  <a:pt x="0" y="4015"/>
                </a:lnTo>
                <a:lnTo>
                  <a:pt x="8048" y="4080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414289" y="3651333"/>
            <a:ext cx="90896" cy="326742"/>
          </a:xfrm>
          <a:custGeom>
            <a:avLst/>
            <a:gdLst/>
            <a:ahLst/>
            <a:cxnLst/>
            <a:rect l="l" t="t" r="r" b="b"/>
            <a:pathLst>
              <a:path w="90896" h="326742">
                <a:moveTo>
                  <a:pt x="84242" y="302217"/>
                </a:moveTo>
                <a:lnTo>
                  <a:pt x="88213" y="289955"/>
                </a:lnTo>
                <a:lnTo>
                  <a:pt x="76194" y="277693"/>
                </a:lnTo>
                <a:lnTo>
                  <a:pt x="68252" y="253168"/>
                </a:lnTo>
                <a:lnTo>
                  <a:pt x="68252" y="236890"/>
                </a:lnTo>
                <a:lnTo>
                  <a:pt x="64174" y="265430"/>
                </a:lnTo>
                <a:lnTo>
                  <a:pt x="64174" y="273569"/>
                </a:lnTo>
                <a:lnTo>
                  <a:pt x="64174" y="265430"/>
                </a:lnTo>
                <a:lnTo>
                  <a:pt x="68252" y="236890"/>
                </a:lnTo>
                <a:lnTo>
                  <a:pt x="60204" y="212366"/>
                </a:lnTo>
                <a:lnTo>
                  <a:pt x="60204" y="204227"/>
                </a:lnTo>
                <a:lnTo>
                  <a:pt x="56126" y="224628"/>
                </a:lnTo>
                <a:lnTo>
                  <a:pt x="56126" y="232767"/>
                </a:lnTo>
                <a:lnTo>
                  <a:pt x="56126" y="224628"/>
                </a:lnTo>
                <a:lnTo>
                  <a:pt x="60204" y="204227"/>
                </a:lnTo>
                <a:lnTo>
                  <a:pt x="52155" y="179702"/>
                </a:lnTo>
                <a:lnTo>
                  <a:pt x="52155" y="171455"/>
                </a:lnTo>
                <a:lnTo>
                  <a:pt x="48184" y="191965"/>
                </a:lnTo>
                <a:lnTo>
                  <a:pt x="48184" y="200103"/>
                </a:lnTo>
                <a:lnTo>
                  <a:pt x="48184" y="191965"/>
                </a:lnTo>
                <a:lnTo>
                  <a:pt x="52155" y="171455"/>
                </a:lnTo>
                <a:lnTo>
                  <a:pt x="44106" y="147039"/>
                </a:lnTo>
                <a:lnTo>
                  <a:pt x="44106" y="138792"/>
                </a:lnTo>
                <a:lnTo>
                  <a:pt x="40136" y="159301"/>
                </a:lnTo>
                <a:lnTo>
                  <a:pt x="40136" y="167440"/>
                </a:lnTo>
                <a:lnTo>
                  <a:pt x="40136" y="159301"/>
                </a:lnTo>
                <a:lnTo>
                  <a:pt x="44106" y="138792"/>
                </a:lnTo>
                <a:lnTo>
                  <a:pt x="36165" y="114376"/>
                </a:lnTo>
                <a:lnTo>
                  <a:pt x="48184" y="114376"/>
                </a:lnTo>
                <a:lnTo>
                  <a:pt x="40136" y="85727"/>
                </a:lnTo>
                <a:lnTo>
                  <a:pt x="48184" y="114376"/>
                </a:lnTo>
                <a:lnTo>
                  <a:pt x="48184" y="81712"/>
                </a:lnTo>
                <a:lnTo>
                  <a:pt x="40136" y="81712"/>
                </a:lnTo>
                <a:lnTo>
                  <a:pt x="40136" y="93866"/>
                </a:lnTo>
                <a:lnTo>
                  <a:pt x="36165" y="106128"/>
                </a:lnTo>
                <a:lnTo>
                  <a:pt x="32087" y="126529"/>
                </a:lnTo>
                <a:lnTo>
                  <a:pt x="32087" y="134777"/>
                </a:lnTo>
                <a:lnTo>
                  <a:pt x="32087" y="126529"/>
                </a:lnTo>
                <a:lnTo>
                  <a:pt x="36165" y="106128"/>
                </a:lnTo>
                <a:lnTo>
                  <a:pt x="24038" y="93866"/>
                </a:lnTo>
                <a:lnTo>
                  <a:pt x="28116" y="81712"/>
                </a:lnTo>
                <a:lnTo>
                  <a:pt x="28545" y="52521"/>
                </a:lnTo>
                <a:lnTo>
                  <a:pt x="24038" y="8138"/>
                </a:lnTo>
                <a:lnTo>
                  <a:pt x="12019" y="0"/>
                </a:lnTo>
                <a:lnTo>
                  <a:pt x="12019" y="8138"/>
                </a:lnTo>
                <a:lnTo>
                  <a:pt x="8048" y="2040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lnTo>
                  <a:pt x="16097" y="69450"/>
                </a:lnTo>
                <a:lnTo>
                  <a:pt x="16097" y="106128"/>
                </a:lnTo>
                <a:lnTo>
                  <a:pt x="24038" y="106128"/>
                </a:lnTo>
                <a:lnTo>
                  <a:pt x="19638" y="78023"/>
                </a:lnTo>
                <a:lnTo>
                  <a:pt x="20068" y="32663"/>
                </a:lnTo>
                <a:lnTo>
                  <a:pt x="8048" y="28539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138792"/>
                </a:lnTo>
                <a:lnTo>
                  <a:pt x="32087" y="138792"/>
                </a:lnTo>
                <a:lnTo>
                  <a:pt x="32087" y="171455"/>
                </a:lnTo>
                <a:lnTo>
                  <a:pt x="40136" y="171455"/>
                </a:lnTo>
                <a:lnTo>
                  <a:pt x="40136" y="204227"/>
                </a:lnTo>
                <a:lnTo>
                  <a:pt x="48184" y="204227"/>
                </a:lnTo>
                <a:lnTo>
                  <a:pt x="48184" y="236890"/>
                </a:lnTo>
                <a:lnTo>
                  <a:pt x="56126" y="236890"/>
                </a:lnTo>
                <a:lnTo>
                  <a:pt x="56126" y="277693"/>
                </a:lnTo>
                <a:lnTo>
                  <a:pt x="64174" y="277693"/>
                </a:lnTo>
                <a:lnTo>
                  <a:pt x="72223" y="289955"/>
                </a:lnTo>
                <a:lnTo>
                  <a:pt x="72223" y="321208"/>
                </a:lnTo>
                <a:lnTo>
                  <a:pt x="77589" y="326742"/>
                </a:lnTo>
                <a:lnTo>
                  <a:pt x="90896" y="326742"/>
                </a:lnTo>
                <a:lnTo>
                  <a:pt x="88213" y="289955"/>
                </a:lnTo>
                <a:lnTo>
                  <a:pt x="84242" y="3022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5478464" y="3929026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4524"/>
                </a:moveTo>
                <a:lnTo>
                  <a:pt x="8048" y="12262"/>
                </a:lnTo>
                <a:lnTo>
                  <a:pt x="0" y="0"/>
                </a:lnTo>
                <a:lnTo>
                  <a:pt x="0" y="24524"/>
                </a:lnTo>
                <a:lnTo>
                  <a:pt x="8048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5414289" y="3639071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5414289" y="3568643"/>
            <a:ext cx="8048" cy="29082"/>
          </a:xfrm>
          <a:custGeom>
            <a:avLst/>
            <a:gdLst/>
            <a:ahLst/>
            <a:cxnLst/>
            <a:rect l="l" t="t" r="r" b="b"/>
            <a:pathLst>
              <a:path w="8048" h="29082">
                <a:moveTo>
                  <a:pt x="0" y="0"/>
                </a:moveTo>
                <a:lnTo>
                  <a:pt x="4507" y="29082"/>
                </a:lnTo>
                <a:lnTo>
                  <a:pt x="8048" y="813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5382202" y="3504293"/>
            <a:ext cx="48184" cy="147039"/>
          </a:xfrm>
          <a:custGeom>
            <a:avLst/>
            <a:gdLst/>
            <a:ahLst/>
            <a:cxnLst/>
            <a:rect l="l" t="t" r="r" b="b"/>
            <a:pathLst>
              <a:path w="48184" h="147039">
                <a:moveTo>
                  <a:pt x="40136" y="72488"/>
                </a:moveTo>
                <a:lnTo>
                  <a:pt x="36594" y="93432"/>
                </a:lnTo>
                <a:lnTo>
                  <a:pt x="40136" y="102113"/>
                </a:lnTo>
                <a:lnTo>
                  <a:pt x="36594" y="93432"/>
                </a:lnTo>
                <a:lnTo>
                  <a:pt x="32087" y="64350"/>
                </a:lnTo>
                <a:lnTo>
                  <a:pt x="28545" y="60769"/>
                </a:lnTo>
                <a:lnTo>
                  <a:pt x="27580" y="118933"/>
                </a:lnTo>
                <a:lnTo>
                  <a:pt x="24038" y="110252"/>
                </a:lnTo>
                <a:lnTo>
                  <a:pt x="27580" y="118933"/>
                </a:lnTo>
                <a:lnTo>
                  <a:pt x="24038" y="24524"/>
                </a:lnTo>
                <a:lnTo>
                  <a:pt x="12019" y="24524"/>
                </a:lnTo>
                <a:lnTo>
                  <a:pt x="8048" y="36786"/>
                </a:lnTo>
                <a:lnTo>
                  <a:pt x="5365" y="0"/>
                </a:lnTo>
                <a:lnTo>
                  <a:pt x="0" y="5534"/>
                </a:lnTo>
                <a:lnTo>
                  <a:pt x="0" y="49049"/>
                </a:lnTo>
                <a:lnTo>
                  <a:pt x="8048" y="49049"/>
                </a:lnTo>
                <a:lnTo>
                  <a:pt x="16097" y="77589"/>
                </a:lnTo>
                <a:lnTo>
                  <a:pt x="16097" y="107214"/>
                </a:lnTo>
                <a:lnTo>
                  <a:pt x="24038" y="115319"/>
                </a:lnTo>
                <a:lnTo>
                  <a:pt x="19638" y="86270"/>
                </a:lnTo>
                <a:lnTo>
                  <a:pt x="20068" y="49049"/>
                </a:lnTo>
                <a:lnTo>
                  <a:pt x="8048" y="44925"/>
                </a:lnTo>
                <a:lnTo>
                  <a:pt x="20068" y="49049"/>
                </a:lnTo>
                <a:lnTo>
                  <a:pt x="24038" y="36786"/>
                </a:lnTo>
                <a:lnTo>
                  <a:pt x="24038" y="28539"/>
                </a:lnTo>
                <a:lnTo>
                  <a:pt x="24038" y="147039"/>
                </a:lnTo>
                <a:lnTo>
                  <a:pt x="32087" y="147039"/>
                </a:lnTo>
                <a:lnTo>
                  <a:pt x="32087" y="69450"/>
                </a:lnTo>
                <a:lnTo>
                  <a:pt x="36165" y="122514"/>
                </a:lnTo>
                <a:lnTo>
                  <a:pt x="48184" y="122514"/>
                </a:lnTo>
                <a:lnTo>
                  <a:pt x="48184" y="105152"/>
                </a:lnTo>
                <a:lnTo>
                  <a:pt x="40135" y="97013"/>
                </a:lnTo>
                <a:lnTo>
                  <a:pt x="40136" y="724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5390250" y="3553343"/>
            <a:ext cx="8048" cy="33640"/>
          </a:xfrm>
          <a:custGeom>
            <a:avLst/>
            <a:gdLst/>
            <a:ahLst/>
            <a:cxnLst/>
            <a:rect l="l" t="t" r="r" b="b"/>
            <a:pathLst>
              <a:path w="8048" h="33640">
                <a:moveTo>
                  <a:pt x="8048" y="33640"/>
                </a:moveTo>
                <a:lnTo>
                  <a:pt x="8048" y="28539"/>
                </a:lnTo>
                <a:lnTo>
                  <a:pt x="0" y="0"/>
                </a:lnTo>
                <a:lnTo>
                  <a:pt x="0" y="25501"/>
                </a:lnTo>
                <a:lnTo>
                  <a:pt x="8048" y="33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5387567" y="3504293"/>
            <a:ext cx="18672" cy="36786"/>
          </a:xfrm>
          <a:custGeom>
            <a:avLst/>
            <a:gdLst/>
            <a:ahLst/>
            <a:cxnLst/>
            <a:rect l="l" t="t" r="r" b="b"/>
            <a:pathLst>
              <a:path w="18672" h="36786">
                <a:moveTo>
                  <a:pt x="18672" y="5534"/>
                </a:moveTo>
                <a:lnTo>
                  <a:pt x="13307" y="0"/>
                </a:lnTo>
                <a:lnTo>
                  <a:pt x="0" y="0"/>
                </a:lnTo>
                <a:lnTo>
                  <a:pt x="2682" y="36786"/>
                </a:lnTo>
                <a:lnTo>
                  <a:pt x="6653" y="24524"/>
                </a:lnTo>
                <a:lnTo>
                  <a:pt x="18672" y="24524"/>
                </a:lnTo>
                <a:lnTo>
                  <a:pt x="18672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5406240" y="3528818"/>
            <a:ext cx="8048" cy="94409"/>
          </a:xfrm>
          <a:custGeom>
            <a:avLst/>
            <a:gdLst/>
            <a:ahLst/>
            <a:cxnLst/>
            <a:rect l="l" t="t" r="r" b="b"/>
            <a:pathLst>
              <a:path w="8048" h="94409">
                <a:moveTo>
                  <a:pt x="8048" y="0"/>
                </a:moveTo>
                <a:lnTo>
                  <a:pt x="0" y="0"/>
                </a:lnTo>
                <a:lnTo>
                  <a:pt x="3541" y="94409"/>
                </a:lnTo>
                <a:lnTo>
                  <a:pt x="4507" y="36244"/>
                </a:lnTo>
                <a:lnTo>
                  <a:pt x="8048" y="39825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5401840" y="3541080"/>
            <a:ext cx="4399" cy="78532"/>
          </a:xfrm>
          <a:custGeom>
            <a:avLst/>
            <a:gdLst/>
            <a:ahLst/>
            <a:cxnLst/>
            <a:rect l="l" t="t" r="r" b="b"/>
            <a:pathLst>
              <a:path w="4399" h="78532">
                <a:moveTo>
                  <a:pt x="429" y="12262"/>
                </a:moveTo>
                <a:lnTo>
                  <a:pt x="0" y="49483"/>
                </a:lnTo>
                <a:lnTo>
                  <a:pt x="4399" y="78532"/>
                </a:lnTo>
                <a:lnTo>
                  <a:pt x="4399" y="0"/>
                </a:lnTo>
                <a:lnTo>
                  <a:pt x="42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5414289" y="3573744"/>
            <a:ext cx="24038" cy="97990"/>
          </a:xfrm>
          <a:custGeom>
            <a:avLst/>
            <a:gdLst/>
            <a:ahLst/>
            <a:cxnLst/>
            <a:rect l="l" t="t" r="r" b="b"/>
            <a:pathLst>
              <a:path w="24038" h="97990">
                <a:moveTo>
                  <a:pt x="4077" y="53064"/>
                </a:moveTo>
                <a:lnTo>
                  <a:pt x="16097" y="65326"/>
                </a:lnTo>
                <a:lnTo>
                  <a:pt x="16097" y="57188"/>
                </a:lnTo>
                <a:lnTo>
                  <a:pt x="16097" y="65326"/>
                </a:lnTo>
                <a:lnTo>
                  <a:pt x="4077" y="53064"/>
                </a:lnTo>
                <a:lnTo>
                  <a:pt x="0" y="0"/>
                </a:lnTo>
                <a:lnTo>
                  <a:pt x="0" y="77589"/>
                </a:lnTo>
                <a:lnTo>
                  <a:pt x="8048" y="97990"/>
                </a:lnTo>
                <a:lnTo>
                  <a:pt x="12019" y="85727"/>
                </a:lnTo>
                <a:lnTo>
                  <a:pt x="12019" y="77589"/>
                </a:lnTo>
                <a:lnTo>
                  <a:pt x="0" y="73465"/>
                </a:lnTo>
                <a:lnTo>
                  <a:pt x="0" y="65326"/>
                </a:lnTo>
                <a:lnTo>
                  <a:pt x="12019" y="77589"/>
                </a:lnTo>
                <a:lnTo>
                  <a:pt x="24038" y="85727"/>
                </a:lnTo>
                <a:lnTo>
                  <a:pt x="24038" y="53064"/>
                </a:lnTo>
                <a:lnTo>
                  <a:pt x="4077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5422338" y="3683996"/>
            <a:ext cx="8048" cy="41778"/>
          </a:xfrm>
          <a:custGeom>
            <a:avLst/>
            <a:gdLst/>
            <a:ahLst/>
            <a:cxnLst/>
            <a:rect l="l" t="t" r="r" b="b"/>
            <a:pathLst>
              <a:path w="8048" h="41778">
                <a:moveTo>
                  <a:pt x="8048" y="41778"/>
                </a:moveTo>
                <a:lnTo>
                  <a:pt x="8048" y="36786"/>
                </a:lnTo>
                <a:lnTo>
                  <a:pt x="0" y="0"/>
                </a:lnTo>
                <a:lnTo>
                  <a:pt x="0" y="33640"/>
                </a:lnTo>
                <a:lnTo>
                  <a:pt x="8048" y="417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5438328" y="3659472"/>
            <a:ext cx="16097" cy="97990"/>
          </a:xfrm>
          <a:custGeom>
            <a:avLst/>
            <a:gdLst/>
            <a:ahLst/>
            <a:cxnLst/>
            <a:rect l="l" t="t" r="r" b="b"/>
            <a:pathLst>
              <a:path w="16097" h="97990">
                <a:moveTo>
                  <a:pt x="16097" y="69450"/>
                </a:moveTo>
                <a:lnTo>
                  <a:pt x="16097" y="56211"/>
                </a:lnTo>
                <a:lnTo>
                  <a:pt x="8048" y="47997"/>
                </a:lnTo>
                <a:lnTo>
                  <a:pt x="8048" y="0"/>
                </a:lnTo>
                <a:lnTo>
                  <a:pt x="0" y="0"/>
                </a:lnTo>
                <a:lnTo>
                  <a:pt x="4507" y="44383"/>
                </a:lnTo>
                <a:lnTo>
                  <a:pt x="4077" y="73573"/>
                </a:lnTo>
                <a:lnTo>
                  <a:pt x="0" y="85727"/>
                </a:lnTo>
                <a:lnTo>
                  <a:pt x="12126" y="97990"/>
                </a:lnTo>
                <a:lnTo>
                  <a:pt x="16097" y="85727"/>
                </a:lnTo>
                <a:lnTo>
                  <a:pt x="16097" y="73573"/>
                </a:lnTo>
                <a:lnTo>
                  <a:pt x="8048" y="53064"/>
                </a:lnTo>
                <a:lnTo>
                  <a:pt x="16097" y="73573"/>
                </a:lnTo>
                <a:lnTo>
                  <a:pt x="16097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5526648" y="4116867"/>
            <a:ext cx="7941" cy="25467"/>
          </a:xfrm>
          <a:custGeom>
            <a:avLst/>
            <a:gdLst/>
            <a:ahLst/>
            <a:cxnLst/>
            <a:rect l="l" t="t" r="r" b="b"/>
            <a:pathLst>
              <a:path w="7941" h="25467">
                <a:moveTo>
                  <a:pt x="7941" y="25467"/>
                </a:moveTo>
                <a:lnTo>
                  <a:pt x="7941" y="20401"/>
                </a:lnTo>
                <a:lnTo>
                  <a:pt x="0" y="0"/>
                </a:lnTo>
                <a:lnTo>
                  <a:pt x="0" y="17362"/>
                </a:lnTo>
                <a:lnTo>
                  <a:pt x="7941" y="254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5486512" y="3953551"/>
            <a:ext cx="56126" cy="163316"/>
          </a:xfrm>
          <a:custGeom>
            <a:avLst/>
            <a:gdLst/>
            <a:ahLst/>
            <a:cxnLst/>
            <a:rect l="l" t="t" r="r" b="b"/>
            <a:pathLst>
              <a:path w="56126" h="163316">
                <a:moveTo>
                  <a:pt x="40136" y="163316"/>
                </a:moveTo>
                <a:lnTo>
                  <a:pt x="40136" y="151054"/>
                </a:lnTo>
                <a:lnTo>
                  <a:pt x="44106" y="138792"/>
                </a:lnTo>
                <a:lnTo>
                  <a:pt x="56126" y="138792"/>
                </a:lnTo>
                <a:lnTo>
                  <a:pt x="44106" y="122514"/>
                </a:lnTo>
                <a:lnTo>
                  <a:pt x="36058" y="97990"/>
                </a:lnTo>
                <a:lnTo>
                  <a:pt x="32087" y="44925"/>
                </a:lnTo>
                <a:lnTo>
                  <a:pt x="36058" y="97990"/>
                </a:lnTo>
                <a:lnTo>
                  <a:pt x="48077" y="97990"/>
                </a:lnTo>
                <a:lnTo>
                  <a:pt x="48077" y="80627"/>
                </a:lnTo>
                <a:lnTo>
                  <a:pt x="40136" y="72522"/>
                </a:lnTo>
                <a:lnTo>
                  <a:pt x="40136" y="40802"/>
                </a:lnTo>
                <a:lnTo>
                  <a:pt x="32087" y="40802"/>
                </a:lnTo>
                <a:lnTo>
                  <a:pt x="36594" y="68907"/>
                </a:lnTo>
                <a:lnTo>
                  <a:pt x="40136" y="77589"/>
                </a:lnTo>
                <a:lnTo>
                  <a:pt x="36594" y="68907"/>
                </a:lnTo>
                <a:lnTo>
                  <a:pt x="32087" y="40802"/>
                </a:lnTo>
                <a:lnTo>
                  <a:pt x="32087" y="118391"/>
                </a:lnTo>
                <a:lnTo>
                  <a:pt x="32087" y="53064"/>
                </a:lnTo>
                <a:lnTo>
                  <a:pt x="20068" y="40802"/>
                </a:lnTo>
                <a:lnTo>
                  <a:pt x="20068" y="32663"/>
                </a:lnTo>
                <a:lnTo>
                  <a:pt x="8048" y="28539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20401"/>
                </a:lnTo>
                <a:lnTo>
                  <a:pt x="32087" y="40802"/>
                </a:lnTo>
                <a:lnTo>
                  <a:pt x="32087" y="8138"/>
                </a:lnTo>
                <a:lnTo>
                  <a:pt x="12019" y="8138"/>
                </a:lnTo>
                <a:lnTo>
                  <a:pt x="8048" y="20401"/>
                </a:ln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32663"/>
                </a:lnTo>
                <a:lnTo>
                  <a:pt x="8048" y="32663"/>
                </a:lnTo>
                <a:lnTo>
                  <a:pt x="8048" y="65326"/>
                </a:lnTo>
                <a:lnTo>
                  <a:pt x="15990" y="65326"/>
                </a:lnTo>
                <a:lnTo>
                  <a:pt x="15990" y="53064"/>
                </a:lnTo>
                <a:lnTo>
                  <a:pt x="28009" y="65326"/>
                </a:lnTo>
                <a:lnTo>
                  <a:pt x="27580" y="94409"/>
                </a:lnTo>
                <a:lnTo>
                  <a:pt x="32087" y="122514"/>
                </a:lnTo>
                <a:lnTo>
                  <a:pt x="32087" y="163316"/>
                </a:lnTo>
                <a:lnTo>
                  <a:pt x="40136" y="1633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5542638" y="4092343"/>
            <a:ext cx="8048" cy="57188"/>
          </a:xfrm>
          <a:custGeom>
            <a:avLst/>
            <a:gdLst/>
            <a:ahLst/>
            <a:cxnLst/>
            <a:rect l="l" t="t" r="r" b="b"/>
            <a:pathLst>
              <a:path w="8048" h="57188">
                <a:moveTo>
                  <a:pt x="8048" y="0"/>
                </a:moveTo>
                <a:lnTo>
                  <a:pt x="0" y="0"/>
                </a:lnTo>
                <a:lnTo>
                  <a:pt x="3970" y="57188"/>
                </a:lnTo>
                <a:lnTo>
                  <a:pt x="4507" y="28105"/>
                </a:lnTo>
                <a:lnTo>
                  <a:pt x="8048" y="31719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5558736" y="4149531"/>
            <a:ext cx="15990" cy="147050"/>
          </a:xfrm>
          <a:custGeom>
            <a:avLst/>
            <a:gdLst/>
            <a:ahLst/>
            <a:cxnLst/>
            <a:rect l="l" t="t" r="r" b="b"/>
            <a:pathLst>
              <a:path w="15990" h="147050">
                <a:moveTo>
                  <a:pt x="15990" y="53064"/>
                </a:moveTo>
                <a:lnTo>
                  <a:pt x="15990" y="39825"/>
                </a:lnTo>
                <a:lnTo>
                  <a:pt x="7941" y="31686"/>
                </a:lnTo>
                <a:lnTo>
                  <a:pt x="4399" y="28105"/>
                </a:lnTo>
                <a:lnTo>
                  <a:pt x="3970" y="57188"/>
                </a:lnTo>
                <a:lnTo>
                  <a:pt x="12019" y="81712"/>
                </a:lnTo>
                <a:lnTo>
                  <a:pt x="11482" y="110784"/>
                </a:lnTo>
                <a:lnTo>
                  <a:pt x="7941" y="102124"/>
                </a:lnTo>
                <a:lnTo>
                  <a:pt x="12019" y="81712"/>
                </a:lnTo>
                <a:lnTo>
                  <a:pt x="0" y="69450"/>
                </a:lnTo>
                <a:lnTo>
                  <a:pt x="3970" y="57188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99031"/>
                </a:lnTo>
                <a:lnTo>
                  <a:pt x="7941" y="107159"/>
                </a:lnTo>
                <a:lnTo>
                  <a:pt x="7941" y="147050"/>
                </a:lnTo>
                <a:lnTo>
                  <a:pt x="15990" y="147050"/>
                </a:lnTo>
                <a:lnTo>
                  <a:pt x="15990" y="57188"/>
                </a:lnTo>
                <a:lnTo>
                  <a:pt x="7941" y="36786"/>
                </a:lnTo>
                <a:lnTo>
                  <a:pt x="15990" y="57188"/>
                </a:lnTo>
                <a:lnTo>
                  <a:pt x="15990" y="53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5558736" y="4149531"/>
            <a:ext cx="7941" cy="57188"/>
          </a:xfrm>
          <a:custGeom>
            <a:avLst/>
            <a:gdLst/>
            <a:ahLst/>
            <a:cxnLst/>
            <a:rect l="l" t="t" r="r" b="b"/>
            <a:pathLst>
              <a:path w="7941" h="57188">
                <a:moveTo>
                  <a:pt x="7941" y="0"/>
                </a:moveTo>
                <a:lnTo>
                  <a:pt x="0" y="0"/>
                </a:lnTo>
                <a:lnTo>
                  <a:pt x="3970" y="57188"/>
                </a:lnTo>
                <a:lnTo>
                  <a:pt x="4399" y="28105"/>
                </a:lnTo>
                <a:lnTo>
                  <a:pt x="7941" y="31686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5586745" y="4296570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0" y="0"/>
                </a:moveTo>
                <a:lnTo>
                  <a:pt x="12019" y="12262"/>
                </a:lnTo>
                <a:lnTo>
                  <a:pt x="12019" y="4091"/>
                </a:lnTo>
                <a:lnTo>
                  <a:pt x="12019" y="12262"/>
                </a:lnTo>
                <a:lnTo>
                  <a:pt x="0" y="0"/>
                </a:lnTo>
                <a:lnTo>
                  <a:pt x="8048" y="24513"/>
                </a:lnTo>
                <a:lnTo>
                  <a:pt x="8048" y="32674"/>
                </a:lnTo>
                <a:lnTo>
                  <a:pt x="20068" y="32674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5538131" y="4104605"/>
            <a:ext cx="4507" cy="69450"/>
          </a:xfrm>
          <a:custGeom>
            <a:avLst/>
            <a:gdLst/>
            <a:ahLst/>
            <a:cxnLst/>
            <a:rect l="l" t="t" r="r" b="b"/>
            <a:pathLst>
              <a:path w="4507" h="69450">
                <a:moveTo>
                  <a:pt x="4507" y="69450"/>
                </a:moveTo>
                <a:lnTo>
                  <a:pt x="4507" y="0"/>
                </a:lnTo>
                <a:lnTo>
                  <a:pt x="536" y="12262"/>
                </a:lnTo>
                <a:lnTo>
                  <a:pt x="0" y="41344"/>
                </a:lnTo>
                <a:lnTo>
                  <a:pt x="4507" y="69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5578696" y="4272067"/>
            <a:ext cx="44214" cy="114354"/>
          </a:xfrm>
          <a:custGeom>
            <a:avLst/>
            <a:gdLst/>
            <a:ahLst/>
            <a:cxnLst/>
            <a:rect l="l" t="t" r="r" b="b"/>
            <a:pathLst>
              <a:path w="44214" h="114354">
                <a:moveTo>
                  <a:pt x="44214" y="81680"/>
                </a:moveTo>
                <a:lnTo>
                  <a:pt x="36165" y="81680"/>
                </a:lnTo>
                <a:lnTo>
                  <a:pt x="36165" y="57177"/>
                </a:lnTo>
                <a:lnTo>
                  <a:pt x="16097" y="57177"/>
                </a:lnTo>
                <a:lnTo>
                  <a:pt x="28116" y="69428"/>
                </a:lnTo>
                <a:lnTo>
                  <a:pt x="28116" y="61268"/>
                </a:lnTo>
                <a:lnTo>
                  <a:pt x="28116" y="69428"/>
                </a:lnTo>
                <a:lnTo>
                  <a:pt x="16097" y="57177"/>
                </a:lnTo>
                <a:lnTo>
                  <a:pt x="16097" y="49016"/>
                </a:lnTo>
                <a:lnTo>
                  <a:pt x="4077" y="44925"/>
                </a:lnTo>
                <a:lnTo>
                  <a:pt x="16097" y="49016"/>
                </a:lnTo>
                <a:lnTo>
                  <a:pt x="8048" y="24502"/>
                </a:lnTo>
                <a:lnTo>
                  <a:pt x="12126" y="12251"/>
                </a:lnTo>
                <a:lnTo>
                  <a:pt x="12126" y="4091"/>
                </a:lnTo>
                <a:lnTo>
                  <a:pt x="12126" y="12251"/>
                </a:lnTo>
                <a:lnTo>
                  <a:pt x="8048" y="24502"/>
                </a:lnTo>
                <a:lnTo>
                  <a:pt x="20068" y="24502"/>
                </a:lnTo>
                <a:lnTo>
                  <a:pt x="20068" y="0"/>
                </a:lnTo>
                <a:lnTo>
                  <a:pt x="0" y="0"/>
                </a:lnTo>
                <a:lnTo>
                  <a:pt x="8048" y="24513"/>
                </a:lnTo>
                <a:lnTo>
                  <a:pt x="4077" y="36765"/>
                </a:lnTo>
                <a:lnTo>
                  <a:pt x="4077" y="49016"/>
                </a:lnTo>
                <a:lnTo>
                  <a:pt x="12126" y="69428"/>
                </a:lnTo>
                <a:lnTo>
                  <a:pt x="24145" y="81680"/>
                </a:lnTo>
                <a:lnTo>
                  <a:pt x="36165" y="93931"/>
                </a:lnTo>
                <a:lnTo>
                  <a:pt x="36165" y="85771"/>
                </a:lnTo>
                <a:lnTo>
                  <a:pt x="36165" y="93931"/>
                </a:lnTo>
                <a:lnTo>
                  <a:pt x="24145" y="81680"/>
                </a:lnTo>
                <a:lnTo>
                  <a:pt x="32087" y="106183"/>
                </a:lnTo>
                <a:lnTo>
                  <a:pt x="38740" y="114354"/>
                </a:lnTo>
                <a:lnTo>
                  <a:pt x="44214" y="108874"/>
                </a:lnTo>
                <a:lnTo>
                  <a:pt x="44214" y="81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5582774" y="4321084"/>
            <a:ext cx="34662" cy="65337"/>
          </a:xfrm>
          <a:custGeom>
            <a:avLst/>
            <a:gdLst/>
            <a:ahLst/>
            <a:cxnLst/>
            <a:rect l="l" t="t" r="r" b="b"/>
            <a:pathLst>
              <a:path w="34662" h="65337">
                <a:moveTo>
                  <a:pt x="21463" y="65337"/>
                </a:moveTo>
                <a:lnTo>
                  <a:pt x="34662" y="65337"/>
                </a:lnTo>
                <a:lnTo>
                  <a:pt x="28009" y="57166"/>
                </a:lnTo>
                <a:lnTo>
                  <a:pt x="20068" y="32663"/>
                </a:lnTo>
                <a:lnTo>
                  <a:pt x="15990" y="44914"/>
                </a:lnTo>
                <a:lnTo>
                  <a:pt x="15990" y="53086"/>
                </a:lnTo>
                <a:lnTo>
                  <a:pt x="15990" y="44914"/>
                </a:lnTo>
                <a:lnTo>
                  <a:pt x="20068" y="32663"/>
                </a:lnTo>
                <a:lnTo>
                  <a:pt x="8048" y="20411"/>
                </a:lnTo>
                <a:lnTo>
                  <a:pt x="0" y="0"/>
                </a:lnTo>
                <a:lnTo>
                  <a:pt x="0" y="32663"/>
                </a:lnTo>
                <a:lnTo>
                  <a:pt x="8048" y="32663"/>
                </a:lnTo>
                <a:lnTo>
                  <a:pt x="8048" y="28583"/>
                </a:lnTo>
                <a:lnTo>
                  <a:pt x="8048" y="57166"/>
                </a:lnTo>
                <a:lnTo>
                  <a:pt x="15990" y="57166"/>
                </a:lnTo>
                <a:lnTo>
                  <a:pt x="15990" y="59857"/>
                </a:lnTo>
                <a:lnTo>
                  <a:pt x="21463" y="653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5542638" y="4149531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5558736" y="4206719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5574726" y="4218981"/>
            <a:ext cx="0" cy="73508"/>
          </a:xfrm>
          <a:custGeom>
            <a:avLst/>
            <a:gdLst/>
            <a:ahLst/>
            <a:cxnLst/>
            <a:rect l="l" t="t" r="r" b="b"/>
            <a:pathLst>
              <a:path w="0" h="73508">
                <a:moveTo>
                  <a:pt x="0" y="0"/>
                </a:moveTo>
                <a:lnTo>
                  <a:pt x="0" y="7350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5574726" y="4206719"/>
            <a:ext cx="16097" cy="114365"/>
          </a:xfrm>
          <a:custGeom>
            <a:avLst/>
            <a:gdLst/>
            <a:ahLst/>
            <a:cxnLst/>
            <a:rect l="l" t="t" r="r" b="b"/>
            <a:pathLst>
              <a:path w="16097" h="114365">
                <a:moveTo>
                  <a:pt x="8048" y="114365"/>
                </a:moveTo>
                <a:lnTo>
                  <a:pt x="8048" y="102113"/>
                </a:lnTo>
                <a:lnTo>
                  <a:pt x="12019" y="89862"/>
                </a:lnTo>
                <a:lnTo>
                  <a:pt x="3970" y="65348"/>
                </a:lnTo>
                <a:lnTo>
                  <a:pt x="0" y="4123"/>
                </a:lnTo>
                <a:lnTo>
                  <a:pt x="3970" y="65348"/>
                </a:lnTo>
                <a:lnTo>
                  <a:pt x="16097" y="65348"/>
                </a:lnTo>
                <a:lnTo>
                  <a:pt x="16097" y="39858"/>
                </a:lnTo>
                <a:lnTo>
                  <a:pt x="8048" y="31696"/>
                </a:lnTo>
                <a:lnTo>
                  <a:pt x="8048" y="0"/>
                </a:lnTo>
                <a:lnTo>
                  <a:pt x="0" y="0"/>
                </a:lnTo>
                <a:lnTo>
                  <a:pt x="4507" y="28105"/>
                </a:lnTo>
                <a:lnTo>
                  <a:pt x="8048" y="36786"/>
                </a:lnTo>
                <a:lnTo>
                  <a:pt x="4507" y="28105"/>
                </a:lnTo>
                <a:lnTo>
                  <a:pt x="0" y="0"/>
                </a:lnTo>
                <a:lnTo>
                  <a:pt x="0" y="85771"/>
                </a:lnTo>
                <a:lnTo>
                  <a:pt x="0" y="12262"/>
                </a:lnTo>
                <a:lnTo>
                  <a:pt x="0" y="114365"/>
                </a:lnTo>
                <a:lnTo>
                  <a:pt x="8048" y="1143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5566677" y="4231244"/>
            <a:ext cx="4077" cy="29071"/>
          </a:xfrm>
          <a:custGeom>
            <a:avLst/>
            <a:gdLst/>
            <a:ahLst/>
            <a:cxnLst/>
            <a:rect l="l" t="t" r="r" b="b"/>
            <a:pathLst>
              <a:path w="4077" h="29071">
                <a:moveTo>
                  <a:pt x="4077" y="0"/>
                </a:moveTo>
                <a:lnTo>
                  <a:pt x="0" y="20411"/>
                </a:lnTo>
                <a:lnTo>
                  <a:pt x="3541" y="29071"/>
                </a:lnTo>
                <a:lnTo>
                  <a:pt x="407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5550687" y="4174055"/>
            <a:ext cx="3970" cy="29082"/>
          </a:xfrm>
          <a:custGeom>
            <a:avLst/>
            <a:gdLst/>
            <a:ahLst/>
            <a:cxnLst/>
            <a:rect l="l" t="t" r="r" b="b"/>
            <a:pathLst>
              <a:path w="3970" h="29082">
                <a:moveTo>
                  <a:pt x="3970" y="0"/>
                </a:moveTo>
                <a:lnTo>
                  <a:pt x="0" y="20401"/>
                </a:lnTo>
                <a:lnTo>
                  <a:pt x="3541" y="29082"/>
                </a:lnTo>
                <a:lnTo>
                  <a:pt x="39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5518600" y="4006615"/>
            <a:ext cx="0" cy="65326"/>
          </a:xfrm>
          <a:custGeom>
            <a:avLst/>
            <a:gdLst/>
            <a:ahLst/>
            <a:cxnLst/>
            <a:rect l="l" t="t" r="r" b="b"/>
            <a:pathLst>
              <a:path w="0" h="65326">
                <a:moveTo>
                  <a:pt x="0" y="0"/>
                </a:moveTo>
                <a:lnTo>
                  <a:pt x="0" y="6532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494561" y="3953551"/>
            <a:ext cx="15990" cy="20401"/>
          </a:xfrm>
          <a:custGeom>
            <a:avLst/>
            <a:gdLst/>
            <a:ahLst/>
            <a:cxnLst/>
            <a:rect l="l" t="t" r="r" b="b"/>
            <a:pathLst>
              <a:path w="15990" h="20401">
                <a:moveTo>
                  <a:pt x="0" y="20401"/>
                </a:moveTo>
                <a:lnTo>
                  <a:pt x="3970" y="8138"/>
                </a:lnTo>
                <a:lnTo>
                  <a:pt x="15990" y="8138"/>
                </a:lnTo>
                <a:lnTo>
                  <a:pt x="15990" y="5425"/>
                </a:lnTo>
                <a:lnTo>
                  <a:pt x="10624" y="0"/>
                </a:lnTo>
                <a:lnTo>
                  <a:pt x="397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5502502" y="4006615"/>
            <a:ext cx="16097" cy="69450"/>
          </a:xfrm>
          <a:custGeom>
            <a:avLst/>
            <a:gdLst/>
            <a:ahLst/>
            <a:cxnLst/>
            <a:rect l="l" t="t" r="r" b="b"/>
            <a:pathLst>
              <a:path w="16097" h="69450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8048" y="32663"/>
                </a:lnTo>
                <a:lnTo>
                  <a:pt x="8048" y="69450"/>
                </a:lnTo>
                <a:lnTo>
                  <a:pt x="16097" y="69450"/>
                </a:lnTo>
                <a:lnTo>
                  <a:pt x="11590" y="41344"/>
                </a:lnTo>
                <a:lnTo>
                  <a:pt x="12019" y="12262"/>
                </a:lnTo>
                <a:lnTo>
                  <a:pt x="0" y="8138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5502502" y="4018877"/>
            <a:ext cx="8048" cy="25501"/>
          </a:xfrm>
          <a:custGeom>
            <a:avLst/>
            <a:gdLst/>
            <a:ahLst/>
            <a:cxnLst/>
            <a:rect l="l" t="t" r="r" b="b"/>
            <a:pathLst>
              <a:path w="8048" h="25501">
                <a:moveTo>
                  <a:pt x="8048" y="25501"/>
                </a:moveTo>
                <a:lnTo>
                  <a:pt x="8048" y="20401"/>
                </a:lnTo>
                <a:lnTo>
                  <a:pt x="0" y="0"/>
                </a:lnTo>
                <a:lnTo>
                  <a:pt x="0" y="17362"/>
                </a:lnTo>
                <a:lnTo>
                  <a:pt x="8048" y="255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5506580" y="3973952"/>
            <a:ext cx="12019" cy="32663"/>
          </a:xfrm>
          <a:custGeom>
            <a:avLst/>
            <a:gdLst/>
            <a:ahLst/>
            <a:cxnLst/>
            <a:rect l="l" t="t" r="r" b="b"/>
            <a:pathLst>
              <a:path w="12019" h="32663">
                <a:moveTo>
                  <a:pt x="12019" y="20401"/>
                </a:moveTo>
                <a:lnTo>
                  <a:pt x="3970" y="0"/>
                </a:lnTo>
                <a:lnTo>
                  <a:pt x="0" y="12262"/>
                </a:lnTo>
                <a:lnTo>
                  <a:pt x="0" y="20401"/>
                </a:lnTo>
                <a:lnTo>
                  <a:pt x="12019" y="32663"/>
                </a:lnTo>
                <a:lnTo>
                  <a:pt x="12019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5526648" y="4092343"/>
            <a:ext cx="32087" cy="138900"/>
          </a:xfrm>
          <a:custGeom>
            <a:avLst/>
            <a:gdLst/>
            <a:ahLst/>
            <a:cxnLst/>
            <a:rect l="l" t="t" r="r" b="b"/>
            <a:pathLst>
              <a:path w="32087" h="138900">
                <a:moveTo>
                  <a:pt x="32087" y="53172"/>
                </a:moveTo>
                <a:lnTo>
                  <a:pt x="32087" y="39933"/>
                </a:lnTo>
                <a:lnTo>
                  <a:pt x="24038" y="31719"/>
                </a:lnTo>
                <a:lnTo>
                  <a:pt x="20497" y="28105"/>
                </a:lnTo>
                <a:lnTo>
                  <a:pt x="19960" y="57188"/>
                </a:lnTo>
                <a:lnTo>
                  <a:pt x="28009" y="81712"/>
                </a:lnTo>
                <a:lnTo>
                  <a:pt x="27580" y="110795"/>
                </a:lnTo>
                <a:lnTo>
                  <a:pt x="24038" y="102113"/>
                </a:lnTo>
                <a:lnTo>
                  <a:pt x="28009" y="81712"/>
                </a:lnTo>
                <a:lnTo>
                  <a:pt x="15990" y="69450"/>
                </a:lnTo>
                <a:lnTo>
                  <a:pt x="19960" y="57188"/>
                </a:lnTo>
                <a:lnTo>
                  <a:pt x="15990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44925"/>
                </a:lnTo>
                <a:lnTo>
                  <a:pt x="7941" y="81712"/>
                </a:lnTo>
                <a:lnTo>
                  <a:pt x="15990" y="81712"/>
                </a:lnTo>
                <a:lnTo>
                  <a:pt x="11482" y="53607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99075"/>
                </a:lnTo>
                <a:lnTo>
                  <a:pt x="24038" y="107214"/>
                </a:lnTo>
                <a:lnTo>
                  <a:pt x="24038" y="138900"/>
                </a:lnTo>
                <a:lnTo>
                  <a:pt x="32087" y="138900"/>
                </a:lnTo>
                <a:lnTo>
                  <a:pt x="32087" y="57188"/>
                </a:lnTo>
                <a:lnTo>
                  <a:pt x="24038" y="36786"/>
                </a:lnTo>
                <a:lnTo>
                  <a:pt x="32087" y="57188"/>
                </a:lnTo>
                <a:lnTo>
                  <a:pt x="32087" y="531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5522570" y="4051541"/>
            <a:ext cx="20068" cy="40802"/>
          </a:xfrm>
          <a:custGeom>
            <a:avLst/>
            <a:gdLst/>
            <a:ahLst/>
            <a:cxnLst/>
            <a:rect l="l" t="t" r="r" b="b"/>
            <a:pathLst>
              <a:path w="20068" h="40802">
                <a:moveTo>
                  <a:pt x="0" y="0"/>
                </a:moveTo>
                <a:lnTo>
                  <a:pt x="12019" y="12262"/>
                </a:lnTo>
                <a:lnTo>
                  <a:pt x="12019" y="4123"/>
                </a:lnTo>
                <a:lnTo>
                  <a:pt x="12019" y="12262"/>
                </a:lnTo>
                <a:lnTo>
                  <a:pt x="0" y="0"/>
                </a:lnTo>
                <a:lnTo>
                  <a:pt x="8048" y="24524"/>
                </a:lnTo>
                <a:lnTo>
                  <a:pt x="20068" y="40802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5667017" y="4557953"/>
            <a:ext cx="48077" cy="138846"/>
          </a:xfrm>
          <a:custGeom>
            <a:avLst/>
            <a:gdLst/>
            <a:ahLst/>
            <a:cxnLst/>
            <a:rect l="l" t="t" r="r" b="b"/>
            <a:pathLst>
              <a:path w="48077" h="138846">
                <a:moveTo>
                  <a:pt x="32087" y="98011"/>
                </a:moveTo>
                <a:lnTo>
                  <a:pt x="28009" y="110263"/>
                </a:lnTo>
                <a:lnTo>
                  <a:pt x="28009" y="118434"/>
                </a:lnTo>
                <a:lnTo>
                  <a:pt x="28009" y="110263"/>
                </a:lnTo>
                <a:lnTo>
                  <a:pt x="32087" y="98011"/>
                </a:lnTo>
                <a:lnTo>
                  <a:pt x="19960" y="85760"/>
                </a:lnTo>
                <a:lnTo>
                  <a:pt x="24038" y="73508"/>
                </a:lnTo>
                <a:lnTo>
                  <a:pt x="28009" y="61257"/>
                </a:lnTo>
                <a:lnTo>
                  <a:pt x="24467" y="52586"/>
                </a:lnTo>
                <a:lnTo>
                  <a:pt x="19960" y="24502"/>
                </a:lnTo>
                <a:lnTo>
                  <a:pt x="12019" y="12251"/>
                </a:lnTo>
                <a:lnTo>
                  <a:pt x="0" y="0"/>
                </a:lnTo>
                <a:lnTo>
                  <a:pt x="7941" y="24502"/>
                </a:lnTo>
                <a:lnTo>
                  <a:pt x="3970" y="36754"/>
                </a:lnTo>
                <a:lnTo>
                  <a:pt x="3970" y="49005"/>
                </a:lnTo>
                <a:lnTo>
                  <a:pt x="12019" y="69417"/>
                </a:lnTo>
                <a:lnTo>
                  <a:pt x="12019" y="98011"/>
                </a:lnTo>
                <a:lnTo>
                  <a:pt x="19960" y="98011"/>
                </a:lnTo>
                <a:lnTo>
                  <a:pt x="15560" y="78088"/>
                </a:lnTo>
                <a:lnTo>
                  <a:pt x="15990" y="49005"/>
                </a:lnTo>
                <a:lnTo>
                  <a:pt x="3970" y="44914"/>
                </a:lnTo>
                <a:lnTo>
                  <a:pt x="15990" y="49005"/>
                </a:lnTo>
                <a:lnTo>
                  <a:pt x="19960" y="36754"/>
                </a:lnTo>
                <a:lnTo>
                  <a:pt x="19960" y="28583"/>
                </a:lnTo>
                <a:lnTo>
                  <a:pt x="19960" y="122514"/>
                </a:lnTo>
                <a:lnTo>
                  <a:pt x="28009" y="122514"/>
                </a:lnTo>
                <a:lnTo>
                  <a:pt x="36058" y="134766"/>
                </a:lnTo>
                <a:lnTo>
                  <a:pt x="40028" y="122514"/>
                </a:lnTo>
                <a:lnTo>
                  <a:pt x="48077" y="138846"/>
                </a:lnTo>
                <a:lnTo>
                  <a:pt x="44106" y="110263"/>
                </a:lnTo>
                <a:lnTo>
                  <a:pt x="32087" y="980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5638900" y="4509925"/>
            <a:ext cx="8048" cy="23514"/>
          </a:xfrm>
          <a:custGeom>
            <a:avLst/>
            <a:gdLst/>
            <a:ahLst/>
            <a:cxnLst/>
            <a:rect l="l" t="t" r="r" b="b"/>
            <a:pathLst>
              <a:path w="8048" h="23514">
                <a:moveTo>
                  <a:pt x="8048" y="23514"/>
                </a:moveTo>
                <a:lnTo>
                  <a:pt x="3541" y="3590"/>
                </a:lnTo>
                <a:lnTo>
                  <a:pt x="0" y="0"/>
                </a:lnTo>
                <a:lnTo>
                  <a:pt x="0" y="23514"/>
                </a:lnTo>
                <a:lnTo>
                  <a:pt x="8048" y="235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667017" y="4545691"/>
            <a:ext cx="19960" cy="36765"/>
          </a:xfrm>
          <a:custGeom>
            <a:avLst/>
            <a:gdLst/>
            <a:ahLst/>
            <a:cxnLst/>
            <a:rect l="l" t="t" r="r" b="b"/>
            <a:pathLst>
              <a:path w="19960" h="36765">
                <a:moveTo>
                  <a:pt x="19960" y="12262"/>
                </a:moveTo>
                <a:lnTo>
                  <a:pt x="12019" y="12262"/>
                </a:lnTo>
                <a:lnTo>
                  <a:pt x="12019" y="16342"/>
                </a:lnTo>
                <a:lnTo>
                  <a:pt x="12019" y="12262"/>
                </a:lnTo>
                <a:lnTo>
                  <a:pt x="3970" y="0"/>
                </a:lnTo>
                <a:lnTo>
                  <a:pt x="0" y="12262"/>
                </a:lnTo>
                <a:lnTo>
                  <a:pt x="12019" y="24513"/>
                </a:lnTo>
                <a:lnTo>
                  <a:pt x="19960" y="36765"/>
                </a:lnTo>
                <a:lnTo>
                  <a:pt x="1996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646949" y="4529359"/>
            <a:ext cx="12019" cy="28594"/>
          </a:xfrm>
          <a:custGeom>
            <a:avLst/>
            <a:gdLst/>
            <a:ahLst/>
            <a:cxnLst/>
            <a:rect l="l" t="t" r="r" b="b"/>
            <a:pathLst>
              <a:path w="12019" h="28594">
                <a:moveTo>
                  <a:pt x="0" y="4080"/>
                </a:moveTo>
                <a:lnTo>
                  <a:pt x="0" y="28594"/>
                </a:lnTo>
                <a:lnTo>
                  <a:pt x="8048" y="28594"/>
                </a:lnTo>
                <a:lnTo>
                  <a:pt x="8048" y="16331"/>
                </a:lnTo>
                <a:lnTo>
                  <a:pt x="12019" y="4080"/>
                </a:lnTo>
                <a:lnTo>
                  <a:pt x="0" y="0"/>
                </a:lnTo>
                <a:lnTo>
                  <a:pt x="0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5670988" y="4606959"/>
            <a:ext cx="8048" cy="25488"/>
          </a:xfrm>
          <a:custGeom>
            <a:avLst/>
            <a:gdLst/>
            <a:ahLst/>
            <a:cxnLst/>
            <a:rect l="l" t="t" r="r" b="b"/>
            <a:pathLst>
              <a:path w="8048" h="25488">
                <a:moveTo>
                  <a:pt x="8048" y="25488"/>
                </a:moveTo>
                <a:lnTo>
                  <a:pt x="8048" y="20411"/>
                </a:lnTo>
                <a:lnTo>
                  <a:pt x="0" y="0"/>
                </a:lnTo>
                <a:lnTo>
                  <a:pt x="0" y="17319"/>
                </a:lnTo>
                <a:lnTo>
                  <a:pt x="8048" y="254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686978" y="4582456"/>
            <a:ext cx="32087" cy="114343"/>
          </a:xfrm>
          <a:custGeom>
            <a:avLst/>
            <a:gdLst/>
            <a:ahLst/>
            <a:cxnLst/>
            <a:rect l="l" t="t" r="r" b="b"/>
            <a:pathLst>
              <a:path w="32087" h="114343">
                <a:moveTo>
                  <a:pt x="32087" y="96947"/>
                </a:moveTo>
                <a:lnTo>
                  <a:pt x="32087" y="73508"/>
                </a:lnTo>
                <a:lnTo>
                  <a:pt x="24146" y="73508"/>
                </a:lnTo>
                <a:lnTo>
                  <a:pt x="24145" y="77589"/>
                </a:lnTo>
                <a:lnTo>
                  <a:pt x="24146" y="73508"/>
                </a:lnTo>
                <a:lnTo>
                  <a:pt x="16097" y="61257"/>
                </a:lnTo>
                <a:lnTo>
                  <a:pt x="16097" y="39847"/>
                </a:lnTo>
                <a:lnTo>
                  <a:pt x="8048" y="31678"/>
                </a:lnTo>
                <a:lnTo>
                  <a:pt x="8048" y="0"/>
                </a:lnTo>
                <a:lnTo>
                  <a:pt x="0" y="0"/>
                </a:lnTo>
                <a:lnTo>
                  <a:pt x="4507" y="28083"/>
                </a:lnTo>
                <a:lnTo>
                  <a:pt x="8048" y="36754"/>
                </a:lnTo>
                <a:lnTo>
                  <a:pt x="4077" y="49005"/>
                </a:lnTo>
                <a:lnTo>
                  <a:pt x="0" y="61257"/>
                </a:lnTo>
                <a:lnTo>
                  <a:pt x="12126" y="73508"/>
                </a:lnTo>
                <a:lnTo>
                  <a:pt x="24145" y="85760"/>
                </a:lnTo>
                <a:lnTo>
                  <a:pt x="28116" y="114343"/>
                </a:lnTo>
                <a:lnTo>
                  <a:pt x="28653" y="93432"/>
                </a:lnTo>
                <a:lnTo>
                  <a:pt x="32087" y="96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695026" y="4680468"/>
            <a:ext cx="32087" cy="40834"/>
          </a:xfrm>
          <a:custGeom>
            <a:avLst/>
            <a:gdLst/>
            <a:ahLst/>
            <a:cxnLst/>
            <a:rect l="l" t="t" r="r" b="b"/>
            <a:pathLst>
              <a:path w="32087" h="40834">
                <a:moveTo>
                  <a:pt x="0" y="0"/>
                </a:moveTo>
                <a:lnTo>
                  <a:pt x="0" y="9158"/>
                </a:lnTo>
                <a:lnTo>
                  <a:pt x="8048" y="17320"/>
                </a:lnTo>
                <a:lnTo>
                  <a:pt x="11590" y="20911"/>
                </a:lnTo>
                <a:lnTo>
                  <a:pt x="28116" y="40834"/>
                </a:lnTo>
                <a:lnTo>
                  <a:pt x="32087" y="28583"/>
                </a:lnTo>
                <a:lnTo>
                  <a:pt x="32087" y="7172"/>
                </a:lnTo>
                <a:lnTo>
                  <a:pt x="28116" y="16331"/>
                </a:lnTo>
                <a:lnTo>
                  <a:pt x="20068" y="16331"/>
                </a:lnTo>
                <a:lnTo>
                  <a:pt x="12019" y="0"/>
                </a:lnTo>
                <a:lnTo>
                  <a:pt x="8048" y="1225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703075" y="4631462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0411"/>
                </a:move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lnTo>
                  <a:pt x="8048" y="24502"/>
                </a:lnTo>
                <a:lnTo>
                  <a:pt x="0" y="4080"/>
                </a:lnTo>
                <a:lnTo>
                  <a:pt x="8048" y="24502"/>
                </a:lnTo>
                <a:lnTo>
                  <a:pt x="8048" y="204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682578" y="4594708"/>
            <a:ext cx="4399" cy="61257"/>
          </a:xfrm>
          <a:custGeom>
            <a:avLst/>
            <a:gdLst/>
            <a:ahLst/>
            <a:cxnLst/>
            <a:rect l="l" t="t" r="r" b="b"/>
            <a:pathLst>
              <a:path w="4399" h="61257">
                <a:moveTo>
                  <a:pt x="4399" y="61257"/>
                </a:moveTo>
                <a:lnTo>
                  <a:pt x="4399" y="0"/>
                </a:lnTo>
                <a:lnTo>
                  <a:pt x="429" y="12251"/>
                </a:lnTo>
                <a:lnTo>
                  <a:pt x="0" y="41333"/>
                </a:lnTo>
                <a:lnTo>
                  <a:pt x="4399" y="612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610784" y="4378250"/>
            <a:ext cx="68252" cy="228708"/>
          </a:xfrm>
          <a:custGeom>
            <a:avLst/>
            <a:gdLst/>
            <a:ahLst/>
            <a:cxnLst/>
            <a:rect l="l" t="t" r="r" b="b"/>
            <a:pathLst>
              <a:path w="68252" h="228708">
                <a:moveTo>
                  <a:pt x="52155" y="204205"/>
                </a:moveTo>
                <a:lnTo>
                  <a:pt x="52155" y="228708"/>
                </a:lnTo>
                <a:lnTo>
                  <a:pt x="60204" y="228708"/>
                </a:lnTo>
                <a:lnTo>
                  <a:pt x="60204" y="216457"/>
                </a:lnTo>
                <a:lnTo>
                  <a:pt x="64174" y="204205"/>
                </a:lnTo>
                <a:lnTo>
                  <a:pt x="56233" y="179702"/>
                </a:lnTo>
                <a:lnTo>
                  <a:pt x="44214" y="175611"/>
                </a:lnTo>
                <a:lnTo>
                  <a:pt x="56233" y="179702"/>
                </a:lnTo>
                <a:lnTo>
                  <a:pt x="60204" y="167440"/>
                </a:lnTo>
                <a:lnTo>
                  <a:pt x="60204" y="159280"/>
                </a:lnTo>
                <a:lnTo>
                  <a:pt x="60204" y="167440"/>
                </a:lnTo>
                <a:lnTo>
                  <a:pt x="68252" y="179702"/>
                </a:lnTo>
                <a:lnTo>
                  <a:pt x="68252" y="155189"/>
                </a:lnTo>
                <a:lnTo>
                  <a:pt x="60204" y="155189"/>
                </a:lnTo>
                <a:lnTo>
                  <a:pt x="60204" y="130686"/>
                </a:lnTo>
                <a:lnTo>
                  <a:pt x="52155" y="130686"/>
                </a:lnTo>
                <a:lnTo>
                  <a:pt x="44214" y="118434"/>
                </a:lnTo>
                <a:lnTo>
                  <a:pt x="40136" y="130686"/>
                </a:lnTo>
                <a:lnTo>
                  <a:pt x="36165" y="142937"/>
                </a:lnTo>
                <a:lnTo>
                  <a:pt x="36165" y="93931"/>
                </a:lnTo>
                <a:lnTo>
                  <a:pt x="32623" y="85272"/>
                </a:lnTo>
                <a:lnTo>
                  <a:pt x="36165" y="88863"/>
                </a:lnTo>
                <a:lnTo>
                  <a:pt x="36165" y="57177"/>
                </a:lnTo>
                <a:lnTo>
                  <a:pt x="28116" y="57177"/>
                </a:lnTo>
                <a:lnTo>
                  <a:pt x="28116" y="126605"/>
                </a:lnTo>
                <a:lnTo>
                  <a:pt x="28116" y="69428"/>
                </a:lnTo>
                <a:lnTo>
                  <a:pt x="16097" y="57177"/>
                </a:lnTo>
                <a:lnTo>
                  <a:pt x="16097" y="49016"/>
                </a:lnTo>
                <a:lnTo>
                  <a:pt x="4077" y="44925"/>
                </a:lnTo>
                <a:lnTo>
                  <a:pt x="16097" y="49016"/>
                </a:lnTo>
                <a:lnTo>
                  <a:pt x="20068" y="36754"/>
                </a:lnTo>
                <a:lnTo>
                  <a:pt x="20068" y="28594"/>
                </a:lnTo>
                <a:lnTo>
                  <a:pt x="20068" y="36754"/>
                </a:lnTo>
                <a:lnTo>
                  <a:pt x="28116" y="57177"/>
                </a:lnTo>
                <a:lnTo>
                  <a:pt x="28116" y="24502"/>
                </a:lnTo>
                <a:lnTo>
                  <a:pt x="20068" y="24502"/>
                </a:lnTo>
                <a:lnTo>
                  <a:pt x="12126" y="4091"/>
                </a:lnTo>
                <a:lnTo>
                  <a:pt x="12126" y="12251"/>
                </a:lnTo>
                <a:lnTo>
                  <a:pt x="0" y="0"/>
                </a:lnTo>
                <a:lnTo>
                  <a:pt x="8048" y="24502"/>
                </a:lnTo>
                <a:lnTo>
                  <a:pt x="4077" y="36754"/>
                </a:lnTo>
                <a:lnTo>
                  <a:pt x="4077" y="81680"/>
                </a:lnTo>
                <a:lnTo>
                  <a:pt x="12126" y="81680"/>
                </a:lnTo>
                <a:lnTo>
                  <a:pt x="12126" y="69428"/>
                </a:lnTo>
                <a:lnTo>
                  <a:pt x="24145" y="81680"/>
                </a:lnTo>
                <a:lnTo>
                  <a:pt x="23609" y="110762"/>
                </a:lnTo>
                <a:lnTo>
                  <a:pt x="28116" y="131674"/>
                </a:lnTo>
                <a:lnTo>
                  <a:pt x="31658" y="135265"/>
                </a:lnTo>
                <a:lnTo>
                  <a:pt x="28116" y="61268"/>
                </a:lnTo>
                <a:lnTo>
                  <a:pt x="31658" y="135265"/>
                </a:lnTo>
                <a:lnTo>
                  <a:pt x="36165" y="155189"/>
                </a:lnTo>
                <a:lnTo>
                  <a:pt x="36165" y="151108"/>
                </a:lnTo>
                <a:lnTo>
                  <a:pt x="48184" y="155189"/>
                </a:lnTo>
                <a:lnTo>
                  <a:pt x="52155" y="142937"/>
                </a:lnTo>
                <a:lnTo>
                  <a:pt x="52155" y="134777"/>
                </a:lnTo>
                <a:lnTo>
                  <a:pt x="52155" y="142937"/>
                </a:lnTo>
                <a:lnTo>
                  <a:pt x="48184" y="155189"/>
                </a:lnTo>
                <a:lnTo>
                  <a:pt x="44214" y="167440"/>
                </a:lnTo>
                <a:lnTo>
                  <a:pt x="44214" y="179702"/>
                </a:lnTo>
                <a:lnTo>
                  <a:pt x="52155" y="191954"/>
                </a:lnTo>
                <a:lnTo>
                  <a:pt x="52155" y="200114"/>
                </a:lnTo>
                <a:lnTo>
                  <a:pt x="52155" y="191954"/>
                </a:lnTo>
                <a:lnTo>
                  <a:pt x="44214" y="179702"/>
                </a:lnTo>
                <a:lnTo>
                  <a:pt x="44214" y="204205"/>
                </a:lnTo>
                <a:lnTo>
                  <a:pt x="52155" y="204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715094" y="4675889"/>
            <a:ext cx="12019" cy="20911"/>
          </a:xfrm>
          <a:custGeom>
            <a:avLst/>
            <a:gdLst/>
            <a:ahLst/>
            <a:cxnLst/>
            <a:rect l="l" t="t" r="r" b="b"/>
            <a:pathLst>
              <a:path w="12019" h="20911">
                <a:moveTo>
                  <a:pt x="0" y="20911"/>
                </a:moveTo>
                <a:lnTo>
                  <a:pt x="8048" y="20911"/>
                </a:lnTo>
                <a:lnTo>
                  <a:pt x="3970" y="8659"/>
                </a:lnTo>
                <a:lnTo>
                  <a:pt x="8048" y="20911"/>
                </a:lnTo>
                <a:lnTo>
                  <a:pt x="12019" y="11752"/>
                </a:lnTo>
                <a:lnTo>
                  <a:pt x="3970" y="3514"/>
                </a:lnTo>
                <a:lnTo>
                  <a:pt x="536" y="0"/>
                </a:lnTo>
                <a:lnTo>
                  <a:pt x="0" y="209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723143" y="4696800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12019" y="12251"/>
                </a:moveTo>
                <a:lnTo>
                  <a:pt x="12019" y="5490"/>
                </a:lnTo>
                <a:lnTo>
                  <a:pt x="6653" y="0"/>
                </a:lnTo>
                <a:lnTo>
                  <a:pt x="3970" y="0"/>
                </a:lnTo>
                <a:lnTo>
                  <a:pt x="3970" y="12251"/>
                </a:lnTo>
                <a:lnTo>
                  <a:pt x="0" y="24502"/>
                </a:lnTo>
                <a:lnTo>
                  <a:pt x="6653" y="24502"/>
                </a:lnTo>
                <a:lnTo>
                  <a:pt x="3970" y="4091"/>
                </a:lnTo>
                <a:lnTo>
                  <a:pt x="6653" y="24502"/>
                </a:lnTo>
                <a:lnTo>
                  <a:pt x="12019" y="19022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703075" y="4697788"/>
            <a:ext cx="20068" cy="23514"/>
          </a:xfrm>
          <a:custGeom>
            <a:avLst/>
            <a:gdLst/>
            <a:ahLst/>
            <a:cxnLst/>
            <a:rect l="l" t="t" r="r" b="b"/>
            <a:pathLst>
              <a:path w="20068" h="23514">
                <a:moveTo>
                  <a:pt x="20068" y="23514"/>
                </a:moveTo>
                <a:lnTo>
                  <a:pt x="3541" y="3590"/>
                </a:lnTo>
                <a:lnTo>
                  <a:pt x="0" y="0"/>
                </a:lnTo>
                <a:lnTo>
                  <a:pt x="0" y="23514"/>
                </a:lnTo>
                <a:lnTo>
                  <a:pt x="20068" y="235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598764" y="4361919"/>
            <a:ext cx="32087" cy="65348"/>
          </a:xfrm>
          <a:custGeom>
            <a:avLst/>
            <a:gdLst/>
            <a:ahLst/>
            <a:cxnLst/>
            <a:rect l="l" t="t" r="r" b="b"/>
            <a:pathLst>
              <a:path w="32087" h="65348">
                <a:moveTo>
                  <a:pt x="8048" y="40834"/>
                </a:moveTo>
                <a:lnTo>
                  <a:pt x="8048" y="65348"/>
                </a:lnTo>
                <a:lnTo>
                  <a:pt x="16097" y="65348"/>
                </a:lnTo>
                <a:lnTo>
                  <a:pt x="16097" y="53086"/>
                </a:lnTo>
                <a:lnTo>
                  <a:pt x="20068" y="40834"/>
                </a:lnTo>
                <a:lnTo>
                  <a:pt x="12019" y="16331"/>
                </a:lnTo>
                <a:lnTo>
                  <a:pt x="24145" y="28583"/>
                </a:lnTo>
                <a:lnTo>
                  <a:pt x="24145" y="20422"/>
                </a:lnTo>
                <a:lnTo>
                  <a:pt x="32087" y="40834"/>
                </a:lnTo>
                <a:lnTo>
                  <a:pt x="32087" y="16331"/>
                </a:lnTo>
                <a:lnTo>
                  <a:pt x="24145" y="16331"/>
                </a:lnTo>
                <a:lnTo>
                  <a:pt x="24145" y="5490"/>
                </a:lnTo>
                <a:lnTo>
                  <a:pt x="18672" y="0"/>
                </a:lnTo>
                <a:lnTo>
                  <a:pt x="12019" y="0"/>
                </a:lnTo>
                <a:lnTo>
                  <a:pt x="8048" y="28583"/>
                </a:lnTo>
                <a:lnTo>
                  <a:pt x="8048" y="36754"/>
                </a:lnTo>
                <a:lnTo>
                  <a:pt x="8048" y="28583"/>
                </a:lnTo>
                <a:lnTo>
                  <a:pt x="12019" y="0"/>
                </a:lnTo>
                <a:lnTo>
                  <a:pt x="5473" y="0"/>
                </a:lnTo>
                <a:lnTo>
                  <a:pt x="0" y="5490"/>
                </a:lnTo>
                <a:lnTo>
                  <a:pt x="0" y="40834"/>
                </a:lnTo>
                <a:lnTo>
                  <a:pt x="8048" y="40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622910" y="4447679"/>
            <a:ext cx="15989" cy="62245"/>
          </a:xfrm>
          <a:custGeom>
            <a:avLst/>
            <a:gdLst/>
            <a:ahLst/>
            <a:cxnLst/>
            <a:rect l="l" t="t" r="r" b="b"/>
            <a:pathLst>
              <a:path w="15989" h="62245">
                <a:moveTo>
                  <a:pt x="12019" y="12251"/>
                </a:moveTo>
                <a:lnTo>
                  <a:pt x="0" y="0"/>
                </a:lnTo>
                <a:lnTo>
                  <a:pt x="0" y="12251"/>
                </a:lnTo>
                <a:lnTo>
                  <a:pt x="7941" y="32674"/>
                </a:lnTo>
                <a:lnTo>
                  <a:pt x="7941" y="54084"/>
                </a:lnTo>
                <a:lnTo>
                  <a:pt x="15989" y="62245"/>
                </a:lnTo>
                <a:lnTo>
                  <a:pt x="11482" y="41333"/>
                </a:lnTo>
                <a:lnTo>
                  <a:pt x="12019" y="12251"/>
                </a:lnTo>
                <a:lnTo>
                  <a:pt x="0" y="8171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622910" y="4459931"/>
            <a:ext cx="7941" cy="25457"/>
          </a:xfrm>
          <a:custGeom>
            <a:avLst/>
            <a:gdLst/>
            <a:ahLst/>
            <a:cxnLst/>
            <a:rect l="l" t="t" r="r" b="b"/>
            <a:pathLst>
              <a:path w="7941" h="25457">
                <a:moveTo>
                  <a:pt x="7941" y="25457"/>
                </a:moveTo>
                <a:lnTo>
                  <a:pt x="7941" y="20422"/>
                </a:lnTo>
                <a:lnTo>
                  <a:pt x="0" y="0"/>
                </a:lnTo>
                <a:lnTo>
                  <a:pt x="0" y="17330"/>
                </a:lnTo>
                <a:lnTo>
                  <a:pt x="7941" y="254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626881" y="4415005"/>
            <a:ext cx="12019" cy="32674"/>
          </a:xfrm>
          <a:custGeom>
            <a:avLst/>
            <a:gdLst/>
            <a:ahLst/>
            <a:cxnLst/>
            <a:rect l="l" t="t" r="r" b="b"/>
            <a:pathLst>
              <a:path w="12019" h="32674">
                <a:moveTo>
                  <a:pt x="12019" y="20422"/>
                </a:moveTo>
                <a:lnTo>
                  <a:pt x="3970" y="0"/>
                </a:lnTo>
                <a:lnTo>
                  <a:pt x="0" y="12262"/>
                </a:lnTo>
                <a:lnTo>
                  <a:pt x="0" y="20422"/>
                </a:lnTo>
                <a:lnTo>
                  <a:pt x="12019" y="32674"/>
                </a:lnTo>
                <a:lnTo>
                  <a:pt x="12019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643408" y="4463522"/>
            <a:ext cx="19531" cy="57665"/>
          </a:xfrm>
          <a:custGeom>
            <a:avLst/>
            <a:gdLst/>
            <a:ahLst/>
            <a:cxnLst/>
            <a:rect l="l" t="t" r="r" b="b"/>
            <a:pathLst>
              <a:path w="19531" h="57665">
                <a:moveTo>
                  <a:pt x="0" y="0"/>
                </a:moveTo>
                <a:lnTo>
                  <a:pt x="3541" y="8659"/>
                </a:lnTo>
                <a:lnTo>
                  <a:pt x="3541" y="57665"/>
                </a:lnTo>
                <a:lnTo>
                  <a:pt x="7512" y="45414"/>
                </a:lnTo>
                <a:lnTo>
                  <a:pt x="11590" y="33162"/>
                </a:lnTo>
                <a:lnTo>
                  <a:pt x="19531" y="45414"/>
                </a:lnTo>
                <a:lnTo>
                  <a:pt x="19531" y="36255"/>
                </a:lnTo>
                <a:lnTo>
                  <a:pt x="11590" y="28127"/>
                </a:lnTo>
                <a:lnTo>
                  <a:pt x="8048" y="24502"/>
                </a:lnTo>
                <a:lnTo>
                  <a:pt x="3541" y="359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646949" y="4467113"/>
            <a:ext cx="8048" cy="24536"/>
          </a:xfrm>
          <a:custGeom>
            <a:avLst/>
            <a:gdLst/>
            <a:ahLst/>
            <a:cxnLst/>
            <a:rect l="l" t="t" r="r" b="b"/>
            <a:pathLst>
              <a:path w="8048" h="24536">
                <a:moveTo>
                  <a:pt x="8048" y="8161"/>
                </a:moveTo>
                <a:lnTo>
                  <a:pt x="0" y="0"/>
                </a:lnTo>
                <a:lnTo>
                  <a:pt x="4507" y="20911"/>
                </a:lnTo>
                <a:lnTo>
                  <a:pt x="8048" y="24536"/>
                </a:lnTo>
                <a:lnTo>
                  <a:pt x="8048" y="81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751152" y="4823406"/>
            <a:ext cx="12126" cy="20422"/>
          </a:xfrm>
          <a:custGeom>
            <a:avLst/>
            <a:gdLst/>
            <a:ahLst/>
            <a:cxnLst/>
            <a:rect l="l" t="t" r="r" b="b"/>
            <a:pathLst>
              <a:path w="12126" h="20422">
                <a:moveTo>
                  <a:pt x="0" y="4080"/>
                </a:moveTo>
                <a:lnTo>
                  <a:pt x="0" y="20422"/>
                </a:lnTo>
                <a:lnTo>
                  <a:pt x="8048" y="20422"/>
                </a:lnTo>
                <a:lnTo>
                  <a:pt x="8048" y="8171"/>
                </a:lnTo>
                <a:lnTo>
                  <a:pt x="12126" y="4080"/>
                </a:lnTo>
                <a:lnTo>
                  <a:pt x="0" y="0"/>
                </a:lnTo>
                <a:lnTo>
                  <a:pt x="0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787318" y="4876492"/>
            <a:ext cx="20068" cy="40845"/>
          </a:xfrm>
          <a:custGeom>
            <a:avLst/>
            <a:gdLst/>
            <a:ahLst/>
            <a:cxnLst/>
            <a:rect l="l" t="t" r="r" b="b"/>
            <a:pathLst>
              <a:path w="20068" h="40845">
                <a:moveTo>
                  <a:pt x="12019" y="12251"/>
                </a:moveTo>
                <a:lnTo>
                  <a:pt x="20068" y="16342"/>
                </a:lnTo>
                <a:lnTo>
                  <a:pt x="20068" y="0"/>
                </a:lnTo>
                <a:lnTo>
                  <a:pt x="0" y="0"/>
                </a:lnTo>
                <a:lnTo>
                  <a:pt x="0" y="8171"/>
                </a:lnTo>
                <a:lnTo>
                  <a:pt x="8048" y="24502"/>
                </a:lnTo>
                <a:lnTo>
                  <a:pt x="12019" y="36798"/>
                </a:lnTo>
                <a:lnTo>
                  <a:pt x="15990" y="40845"/>
                </a:lnTo>
                <a:lnTo>
                  <a:pt x="12019" y="36798"/>
                </a:lnTo>
                <a:lnTo>
                  <a:pt x="8048" y="16342"/>
                </a:lnTo>
                <a:lnTo>
                  <a:pt x="12019" y="12251"/>
                </a:lnTo>
                <a:lnTo>
                  <a:pt x="12019" y="4091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783240" y="4835657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0422"/>
                </a:move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lnTo>
                  <a:pt x="8048" y="24502"/>
                </a:lnTo>
                <a:lnTo>
                  <a:pt x="0" y="4080"/>
                </a:lnTo>
                <a:lnTo>
                  <a:pt x="8048" y="24502"/>
                </a:lnTo>
                <a:lnTo>
                  <a:pt x="8048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815327" y="4933669"/>
            <a:ext cx="18672" cy="32674"/>
          </a:xfrm>
          <a:custGeom>
            <a:avLst/>
            <a:gdLst/>
            <a:ahLst/>
            <a:cxnLst/>
            <a:rect l="l" t="t" r="r" b="b"/>
            <a:pathLst>
              <a:path w="18672" h="32674">
                <a:moveTo>
                  <a:pt x="12126" y="24502"/>
                </a:moveTo>
                <a:lnTo>
                  <a:pt x="0" y="12251"/>
                </a:lnTo>
                <a:lnTo>
                  <a:pt x="0" y="27183"/>
                </a:lnTo>
                <a:lnTo>
                  <a:pt x="5473" y="32674"/>
                </a:lnTo>
                <a:lnTo>
                  <a:pt x="18672" y="32674"/>
                </a:lnTo>
                <a:lnTo>
                  <a:pt x="16097" y="12251"/>
                </a:lnTo>
                <a:lnTo>
                  <a:pt x="4077" y="0"/>
                </a:lnTo>
                <a:lnTo>
                  <a:pt x="4077" y="8171"/>
                </a:lnTo>
                <a:lnTo>
                  <a:pt x="0" y="12251"/>
                </a:lnTo>
                <a:lnTo>
                  <a:pt x="12126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823376" y="4917337"/>
            <a:ext cx="8048" cy="16331"/>
          </a:xfrm>
          <a:custGeom>
            <a:avLst/>
            <a:gdLst/>
            <a:ahLst/>
            <a:cxnLst/>
            <a:rect l="l" t="t" r="r" b="b"/>
            <a:pathLst>
              <a:path w="8048" h="16331">
                <a:moveTo>
                  <a:pt x="8048" y="0"/>
                </a:moveTo>
                <a:lnTo>
                  <a:pt x="0" y="0"/>
                </a:lnTo>
                <a:lnTo>
                  <a:pt x="0" y="4080"/>
                </a:lnTo>
                <a:lnTo>
                  <a:pt x="0" y="0"/>
                </a:lnTo>
                <a:lnTo>
                  <a:pt x="0" y="12251"/>
                </a:lnTo>
                <a:lnTo>
                  <a:pt x="8048" y="16331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743211" y="4803971"/>
            <a:ext cx="7941" cy="23514"/>
          </a:xfrm>
          <a:custGeom>
            <a:avLst/>
            <a:gdLst/>
            <a:ahLst/>
            <a:cxnLst/>
            <a:rect l="l" t="t" r="r" b="b"/>
            <a:pathLst>
              <a:path w="7941" h="23514">
                <a:moveTo>
                  <a:pt x="7941" y="23514"/>
                </a:moveTo>
                <a:lnTo>
                  <a:pt x="3541" y="3590"/>
                </a:lnTo>
                <a:lnTo>
                  <a:pt x="0" y="0"/>
                </a:lnTo>
                <a:lnTo>
                  <a:pt x="0" y="23514"/>
                </a:lnTo>
                <a:lnTo>
                  <a:pt x="7941" y="235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783240" y="4900995"/>
            <a:ext cx="36165" cy="57177"/>
          </a:xfrm>
          <a:custGeom>
            <a:avLst/>
            <a:gdLst/>
            <a:ahLst/>
            <a:cxnLst/>
            <a:rect l="l" t="t" r="r" b="b"/>
            <a:pathLst>
              <a:path w="36165" h="57177">
                <a:moveTo>
                  <a:pt x="24146" y="40845"/>
                </a:moveTo>
                <a:lnTo>
                  <a:pt x="24145" y="57177"/>
                </a:lnTo>
                <a:lnTo>
                  <a:pt x="32087" y="57177"/>
                </a:lnTo>
                <a:lnTo>
                  <a:pt x="32087" y="44925"/>
                </a:lnTo>
                <a:lnTo>
                  <a:pt x="36165" y="40845"/>
                </a:lnTo>
                <a:lnTo>
                  <a:pt x="28116" y="16342"/>
                </a:lnTo>
                <a:lnTo>
                  <a:pt x="32087" y="12251"/>
                </a:lnTo>
                <a:lnTo>
                  <a:pt x="24145" y="4091"/>
                </a:lnTo>
                <a:lnTo>
                  <a:pt x="32087" y="12251"/>
                </a:lnTo>
                <a:lnTo>
                  <a:pt x="24145" y="0"/>
                </a:lnTo>
                <a:lnTo>
                  <a:pt x="20068" y="0"/>
                </a:lnTo>
                <a:lnTo>
                  <a:pt x="28116" y="24502"/>
                </a:lnTo>
                <a:lnTo>
                  <a:pt x="16097" y="20422"/>
                </a:lnTo>
                <a:lnTo>
                  <a:pt x="28116" y="24502"/>
                </a:lnTo>
                <a:lnTo>
                  <a:pt x="16097" y="16342"/>
                </a:lnTo>
                <a:lnTo>
                  <a:pt x="8048" y="4091"/>
                </a:lnTo>
                <a:lnTo>
                  <a:pt x="0" y="0"/>
                </a:lnTo>
                <a:lnTo>
                  <a:pt x="0" y="16342"/>
                </a:lnTo>
                <a:lnTo>
                  <a:pt x="8048" y="16342"/>
                </a:lnTo>
                <a:lnTo>
                  <a:pt x="8048" y="24502"/>
                </a:lnTo>
                <a:lnTo>
                  <a:pt x="16097" y="24502"/>
                </a:lnTo>
                <a:lnTo>
                  <a:pt x="24145" y="28594"/>
                </a:lnTo>
                <a:lnTo>
                  <a:pt x="24145" y="36765"/>
                </a:lnTo>
                <a:lnTo>
                  <a:pt x="24145" y="28594"/>
                </a:lnTo>
                <a:lnTo>
                  <a:pt x="16097" y="24502"/>
                </a:lnTo>
                <a:lnTo>
                  <a:pt x="16097" y="40845"/>
                </a:lnTo>
                <a:lnTo>
                  <a:pt x="24146" y="408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775298" y="4860160"/>
            <a:ext cx="64174" cy="106183"/>
          </a:xfrm>
          <a:custGeom>
            <a:avLst/>
            <a:gdLst/>
            <a:ahLst/>
            <a:cxnLst/>
            <a:rect l="l" t="t" r="r" b="b"/>
            <a:pathLst>
              <a:path w="64174" h="106183">
                <a:moveTo>
                  <a:pt x="24038" y="28583"/>
                </a:moveTo>
                <a:lnTo>
                  <a:pt x="20068" y="32674"/>
                </a:lnTo>
                <a:lnTo>
                  <a:pt x="24038" y="53086"/>
                </a:lnTo>
                <a:lnTo>
                  <a:pt x="28009" y="57177"/>
                </a:lnTo>
                <a:lnTo>
                  <a:pt x="24038" y="53129"/>
                </a:lnTo>
                <a:lnTo>
                  <a:pt x="20068" y="40834"/>
                </a:lnTo>
                <a:lnTo>
                  <a:pt x="12019" y="24502"/>
                </a:lnTo>
                <a:lnTo>
                  <a:pt x="0" y="20422"/>
                </a:lnTo>
                <a:lnTo>
                  <a:pt x="12019" y="24502"/>
                </a:lnTo>
                <a:lnTo>
                  <a:pt x="12019" y="16331"/>
                </a:lnTo>
                <a:lnTo>
                  <a:pt x="24038" y="16331"/>
                </a:lnTo>
                <a:lnTo>
                  <a:pt x="15990" y="12251"/>
                </a:lnTo>
                <a:lnTo>
                  <a:pt x="3970" y="0"/>
                </a:lnTo>
                <a:lnTo>
                  <a:pt x="0" y="12251"/>
                </a:lnTo>
                <a:lnTo>
                  <a:pt x="0" y="24502"/>
                </a:lnTo>
                <a:lnTo>
                  <a:pt x="7941" y="28583"/>
                </a:lnTo>
                <a:lnTo>
                  <a:pt x="7941" y="36754"/>
                </a:lnTo>
                <a:lnTo>
                  <a:pt x="7941" y="28583"/>
                </a:lnTo>
                <a:lnTo>
                  <a:pt x="0" y="24502"/>
                </a:lnTo>
                <a:lnTo>
                  <a:pt x="0" y="40834"/>
                </a:lnTo>
                <a:lnTo>
                  <a:pt x="7941" y="40834"/>
                </a:lnTo>
                <a:lnTo>
                  <a:pt x="15990" y="44925"/>
                </a:lnTo>
                <a:lnTo>
                  <a:pt x="24038" y="57177"/>
                </a:lnTo>
                <a:lnTo>
                  <a:pt x="36058" y="65337"/>
                </a:lnTo>
                <a:lnTo>
                  <a:pt x="28009" y="40834"/>
                </a:lnTo>
                <a:lnTo>
                  <a:pt x="32087" y="40834"/>
                </a:lnTo>
                <a:lnTo>
                  <a:pt x="40028" y="53086"/>
                </a:lnTo>
                <a:lnTo>
                  <a:pt x="36058" y="57177"/>
                </a:lnTo>
                <a:lnTo>
                  <a:pt x="44106" y="81680"/>
                </a:lnTo>
                <a:lnTo>
                  <a:pt x="44106" y="73508"/>
                </a:lnTo>
                <a:lnTo>
                  <a:pt x="56126" y="85760"/>
                </a:lnTo>
                <a:lnTo>
                  <a:pt x="58701" y="106183"/>
                </a:lnTo>
                <a:lnTo>
                  <a:pt x="64174" y="100692"/>
                </a:lnTo>
                <a:lnTo>
                  <a:pt x="64174" y="73508"/>
                </a:lnTo>
                <a:lnTo>
                  <a:pt x="56126" y="73508"/>
                </a:lnTo>
                <a:lnTo>
                  <a:pt x="56126" y="77599"/>
                </a:lnTo>
                <a:lnTo>
                  <a:pt x="56126" y="73508"/>
                </a:lnTo>
                <a:lnTo>
                  <a:pt x="48077" y="69428"/>
                </a:lnTo>
                <a:lnTo>
                  <a:pt x="48077" y="40834"/>
                </a:lnTo>
                <a:lnTo>
                  <a:pt x="40028" y="40834"/>
                </a:lnTo>
                <a:lnTo>
                  <a:pt x="40028" y="32674"/>
                </a:lnTo>
                <a:lnTo>
                  <a:pt x="32087" y="32674"/>
                </a:lnTo>
                <a:lnTo>
                  <a:pt x="32087" y="36754"/>
                </a:lnTo>
                <a:lnTo>
                  <a:pt x="32087" y="32674"/>
                </a:lnTo>
                <a:lnTo>
                  <a:pt x="24038" y="285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735162" y="4762148"/>
            <a:ext cx="44106" cy="122514"/>
          </a:xfrm>
          <a:custGeom>
            <a:avLst/>
            <a:gdLst/>
            <a:ahLst/>
            <a:cxnLst/>
            <a:rect l="l" t="t" r="r" b="b"/>
            <a:pathLst>
              <a:path w="44106" h="122514">
                <a:moveTo>
                  <a:pt x="24038" y="23514"/>
                </a:moveTo>
                <a:lnTo>
                  <a:pt x="24038" y="28583"/>
                </a:lnTo>
                <a:lnTo>
                  <a:pt x="24038" y="23514"/>
                </a:lnTo>
                <a:lnTo>
                  <a:pt x="20497" y="19923"/>
                </a:lnTo>
                <a:lnTo>
                  <a:pt x="20068" y="40834"/>
                </a:lnTo>
                <a:lnTo>
                  <a:pt x="32087" y="53086"/>
                </a:lnTo>
                <a:lnTo>
                  <a:pt x="32087" y="44925"/>
                </a:lnTo>
                <a:lnTo>
                  <a:pt x="32087" y="53086"/>
                </a:lnTo>
                <a:lnTo>
                  <a:pt x="20068" y="40834"/>
                </a:lnTo>
                <a:lnTo>
                  <a:pt x="15990" y="53086"/>
                </a:lnTo>
                <a:lnTo>
                  <a:pt x="15990" y="12251"/>
                </a:lnTo>
                <a:lnTo>
                  <a:pt x="3970" y="0"/>
                </a:lnTo>
                <a:lnTo>
                  <a:pt x="12019" y="24502"/>
                </a:lnTo>
                <a:lnTo>
                  <a:pt x="8048" y="36754"/>
                </a:lnTo>
                <a:lnTo>
                  <a:pt x="0" y="24502"/>
                </a:lnTo>
                <a:lnTo>
                  <a:pt x="0" y="33661"/>
                </a:lnTo>
                <a:lnTo>
                  <a:pt x="8048" y="41823"/>
                </a:lnTo>
                <a:lnTo>
                  <a:pt x="11590" y="45414"/>
                </a:lnTo>
                <a:lnTo>
                  <a:pt x="15990" y="65337"/>
                </a:lnTo>
                <a:lnTo>
                  <a:pt x="15990" y="61257"/>
                </a:lnTo>
                <a:lnTo>
                  <a:pt x="28116" y="65337"/>
                </a:lnTo>
                <a:lnTo>
                  <a:pt x="24038" y="69428"/>
                </a:lnTo>
                <a:lnTo>
                  <a:pt x="24038" y="81680"/>
                </a:lnTo>
                <a:lnTo>
                  <a:pt x="32087" y="85760"/>
                </a:lnTo>
                <a:lnTo>
                  <a:pt x="32087" y="93931"/>
                </a:lnTo>
                <a:lnTo>
                  <a:pt x="32087" y="85760"/>
                </a:lnTo>
                <a:lnTo>
                  <a:pt x="24038" y="81680"/>
                </a:lnTo>
                <a:lnTo>
                  <a:pt x="24038" y="98011"/>
                </a:lnTo>
                <a:lnTo>
                  <a:pt x="32087" y="98011"/>
                </a:lnTo>
                <a:lnTo>
                  <a:pt x="32087" y="122514"/>
                </a:lnTo>
                <a:lnTo>
                  <a:pt x="40136" y="122514"/>
                </a:lnTo>
                <a:lnTo>
                  <a:pt x="40136" y="110263"/>
                </a:lnTo>
                <a:lnTo>
                  <a:pt x="44106" y="98011"/>
                </a:lnTo>
                <a:lnTo>
                  <a:pt x="36058" y="81680"/>
                </a:lnTo>
                <a:lnTo>
                  <a:pt x="24038" y="77589"/>
                </a:lnTo>
                <a:lnTo>
                  <a:pt x="36058" y="81680"/>
                </a:lnTo>
                <a:lnTo>
                  <a:pt x="28116" y="57177"/>
                </a:lnTo>
                <a:lnTo>
                  <a:pt x="40136" y="57177"/>
                </a:lnTo>
                <a:lnTo>
                  <a:pt x="40136" y="40834"/>
                </a:lnTo>
                <a:lnTo>
                  <a:pt x="32087" y="40834"/>
                </a:lnTo>
                <a:lnTo>
                  <a:pt x="32087" y="31675"/>
                </a:lnTo>
                <a:lnTo>
                  <a:pt x="24038" y="235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735162" y="4721303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20422"/>
                </a:moveTo>
                <a:lnTo>
                  <a:pt x="8048" y="0"/>
                </a:lnTo>
                <a:lnTo>
                  <a:pt x="0" y="0"/>
                </a:lnTo>
                <a:lnTo>
                  <a:pt x="0" y="12251"/>
                </a:lnTo>
                <a:lnTo>
                  <a:pt x="8048" y="24502"/>
                </a:lnTo>
                <a:lnTo>
                  <a:pt x="0" y="4091"/>
                </a:lnTo>
                <a:lnTo>
                  <a:pt x="8048" y="24502"/>
                </a:lnTo>
                <a:lnTo>
                  <a:pt x="8048" y="204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723143" y="4696800"/>
            <a:ext cx="28009" cy="102102"/>
          </a:xfrm>
          <a:custGeom>
            <a:avLst/>
            <a:gdLst/>
            <a:ahLst/>
            <a:cxnLst/>
            <a:rect l="l" t="t" r="r" b="b"/>
            <a:pathLst>
              <a:path w="28009" h="102102">
                <a:moveTo>
                  <a:pt x="20068" y="61257"/>
                </a:moveTo>
                <a:lnTo>
                  <a:pt x="28009" y="65348"/>
                </a:lnTo>
                <a:lnTo>
                  <a:pt x="28009" y="49005"/>
                </a:lnTo>
                <a:lnTo>
                  <a:pt x="20068" y="49005"/>
                </a:lnTo>
                <a:lnTo>
                  <a:pt x="20068" y="53096"/>
                </a:lnTo>
                <a:lnTo>
                  <a:pt x="20068" y="49005"/>
                </a:lnTo>
                <a:lnTo>
                  <a:pt x="12019" y="36754"/>
                </a:lnTo>
                <a:lnTo>
                  <a:pt x="12019" y="5490"/>
                </a:lnTo>
                <a:lnTo>
                  <a:pt x="6653" y="0"/>
                </a:lnTo>
                <a:lnTo>
                  <a:pt x="0" y="0"/>
                </a:lnTo>
                <a:lnTo>
                  <a:pt x="0" y="24502"/>
                </a:lnTo>
                <a:lnTo>
                  <a:pt x="8048" y="49005"/>
                </a:lnTo>
                <a:lnTo>
                  <a:pt x="15990" y="73508"/>
                </a:lnTo>
                <a:lnTo>
                  <a:pt x="12019" y="77599"/>
                </a:lnTo>
                <a:lnTo>
                  <a:pt x="12019" y="89851"/>
                </a:lnTo>
                <a:lnTo>
                  <a:pt x="20068" y="102102"/>
                </a:lnTo>
                <a:lnTo>
                  <a:pt x="24038" y="89851"/>
                </a:lnTo>
                <a:lnTo>
                  <a:pt x="12019" y="85760"/>
                </a:lnTo>
                <a:lnTo>
                  <a:pt x="24038" y="89851"/>
                </a:lnTo>
                <a:lnTo>
                  <a:pt x="15990" y="65348"/>
                </a:lnTo>
                <a:lnTo>
                  <a:pt x="20068" y="612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739133" y="4758057"/>
            <a:ext cx="20068" cy="57177"/>
          </a:xfrm>
          <a:custGeom>
            <a:avLst/>
            <a:gdLst/>
            <a:ahLst/>
            <a:cxnLst/>
            <a:rect l="l" t="t" r="r" b="b"/>
            <a:pathLst>
              <a:path w="20068" h="57177">
                <a:moveTo>
                  <a:pt x="4077" y="0"/>
                </a:moveTo>
                <a:lnTo>
                  <a:pt x="0" y="4091"/>
                </a:lnTo>
                <a:lnTo>
                  <a:pt x="12019" y="16342"/>
                </a:lnTo>
                <a:lnTo>
                  <a:pt x="12019" y="57177"/>
                </a:lnTo>
                <a:lnTo>
                  <a:pt x="16097" y="44925"/>
                </a:lnTo>
                <a:lnTo>
                  <a:pt x="16526" y="24014"/>
                </a:lnTo>
                <a:lnTo>
                  <a:pt x="20067" y="27605"/>
                </a:lnTo>
                <a:lnTo>
                  <a:pt x="20068" y="4091"/>
                </a:lnTo>
                <a:lnTo>
                  <a:pt x="12019" y="4091"/>
                </a:lnTo>
                <a:lnTo>
                  <a:pt x="12019" y="8171"/>
                </a:lnTo>
                <a:lnTo>
                  <a:pt x="12019" y="4091"/>
                </a:lnTo>
                <a:lnTo>
                  <a:pt x="407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771221" y="4819325"/>
            <a:ext cx="28116" cy="57166"/>
          </a:xfrm>
          <a:custGeom>
            <a:avLst/>
            <a:gdLst/>
            <a:ahLst/>
            <a:cxnLst/>
            <a:rect l="l" t="t" r="r" b="b"/>
            <a:pathLst>
              <a:path w="28116" h="57166">
                <a:moveTo>
                  <a:pt x="28116" y="40834"/>
                </a:moveTo>
                <a:lnTo>
                  <a:pt x="20068" y="40834"/>
                </a:lnTo>
                <a:lnTo>
                  <a:pt x="20068" y="44914"/>
                </a:lnTo>
                <a:lnTo>
                  <a:pt x="20068" y="40834"/>
                </a:lnTo>
                <a:lnTo>
                  <a:pt x="12019" y="28583"/>
                </a:lnTo>
                <a:lnTo>
                  <a:pt x="12019" y="16331"/>
                </a:lnTo>
                <a:lnTo>
                  <a:pt x="4077" y="4080"/>
                </a:lnTo>
                <a:lnTo>
                  <a:pt x="12019" y="16331"/>
                </a:lnTo>
                <a:lnTo>
                  <a:pt x="12019" y="0"/>
                </a:lnTo>
                <a:lnTo>
                  <a:pt x="4078" y="0"/>
                </a:lnTo>
                <a:lnTo>
                  <a:pt x="4077" y="12251"/>
                </a:lnTo>
                <a:lnTo>
                  <a:pt x="0" y="16331"/>
                </a:lnTo>
                <a:lnTo>
                  <a:pt x="0" y="24502"/>
                </a:lnTo>
                <a:lnTo>
                  <a:pt x="8048" y="40834"/>
                </a:lnTo>
                <a:lnTo>
                  <a:pt x="20068" y="53086"/>
                </a:lnTo>
                <a:lnTo>
                  <a:pt x="28116" y="57166"/>
                </a:lnTo>
                <a:lnTo>
                  <a:pt x="28116" y="40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763279" y="4819325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0" y="0"/>
                </a:moveTo>
                <a:lnTo>
                  <a:pt x="7941" y="24502"/>
                </a:lnTo>
                <a:lnTo>
                  <a:pt x="7941" y="16331"/>
                </a:lnTo>
                <a:lnTo>
                  <a:pt x="12019" y="12251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711124" y="4696800"/>
            <a:ext cx="28009" cy="89851"/>
          </a:xfrm>
          <a:custGeom>
            <a:avLst/>
            <a:gdLst/>
            <a:ahLst/>
            <a:cxnLst/>
            <a:rect l="l" t="t" r="r" b="b"/>
            <a:pathLst>
              <a:path w="28009" h="89851">
                <a:moveTo>
                  <a:pt x="15990" y="73508"/>
                </a:moveTo>
                <a:lnTo>
                  <a:pt x="15990" y="89851"/>
                </a:lnTo>
                <a:lnTo>
                  <a:pt x="24038" y="89851"/>
                </a:lnTo>
                <a:lnTo>
                  <a:pt x="24038" y="77599"/>
                </a:lnTo>
                <a:lnTo>
                  <a:pt x="28009" y="73508"/>
                </a:lnTo>
                <a:lnTo>
                  <a:pt x="20068" y="49005"/>
                </a:lnTo>
                <a:lnTo>
                  <a:pt x="15990" y="61257"/>
                </a:lnTo>
                <a:lnTo>
                  <a:pt x="15990" y="69428"/>
                </a:lnTo>
                <a:lnTo>
                  <a:pt x="15990" y="61257"/>
                </a:lnTo>
                <a:lnTo>
                  <a:pt x="20068" y="49005"/>
                </a:lnTo>
                <a:lnTo>
                  <a:pt x="12019" y="24502"/>
                </a:lnTo>
                <a:lnTo>
                  <a:pt x="12019" y="0"/>
                </a:lnTo>
                <a:lnTo>
                  <a:pt x="7941" y="36754"/>
                </a:lnTo>
                <a:lnTo>
                  <a:pt x="7941" y="44925"/>
                </a:lnTo>
                <a:lnTo>
                  <a:pt x="7941" y="36754"/>
                </a:lnTo>
                <a:lnTo>
                  <a:pt x="12019" y="0"/>
                </a:lnTo>
                <a:lnTo>
                  <a:pt x="5365" y="0"/>
                </a:lnTo>
                <a:lnTo>
                  <a:pt x="0" y="5490"/>
                </a:lnTo>
                <a:lnTo>
                  <a:pt x="0" y="49005"/>
                </a:lnTo>
                <a:lnTo>
                  <a:pt x="7941" y="49005"/>
                </a:lnTo>
                <a:lnTo>
                  <a:pt x="7941" y="73508"/>
                </a:lnTo>
                <a:lnTo>
                  <a:pt x="15990" y="735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815327" y="4941840"/>
            <a:ext cx="136398" cy="163360"/>
          </a:xfrm>
          <a:custGeom>
            <a:avLst/>
            <a:gdLst/>
            <a:ahLst/>
            <a:cxnLst/>
            <a:rect l="l" t="t" r="r" b="b"/>
            <a:pathLst>
              <a:path w="136398" h="163360">
                <a:moveTo>
                  <a:pt x="24145" y="57177"/>
                </a:moveTo>
                <a:lnTo>
                  <a:pt x="24146" y="49005"/>
                </a:lnTo>
                <a:lnTo>
                  <a:pt x="16097" y="36754"/>
                </a:lnTo>
                <a:lnTo>
                  <a:pt x="20068" y="32674"/>
                </a:lnTo>
                <a:lnTo>
                  <a:pt x="8048" y="20422"/>
                </a:lnTo>
                <a:lnTo>
                  <a:pt x="5473" y="0"/>
                </a:lnTo>
                <a:lnTo>
                  <a:pt x="0" y="5480"/>
                </a:lnTo>
                <a:lnTo>
                  <a:pt x="0" y="32674"/>
                </a:lnTo>
                <a:lnTo>
                  <a:pt x="8048" y="32674"/>
                </a:lnTo>
                <a:lnTo>
                  <a:pt x="8048" y="28583"/>
                </a:lnTo>
                <a:lnTo>
                  <a:pt x="8048" y="49005"/>
                </a:lnTo>
                <a:lnTo>
                  <a:pt x="16097" y="49005"/>
                </a:lnTo>
                <a:lnTo>
                  <a:pt x="16097" y="57177"/>
                </a:lnTo>
                <a:lnTo>
                  <a:pt x="24145" y="57177"/>
                </a:lnTo>
                <a:close/>
              </a:path>
              <a:path w="136398" h="163360">
                <a:moveTo>
                  <a:pt x="28116" y="32674"/>
                </a:moveTo>
                <a:lnTo>
                  <a:pt x="32087" y="36754"/>
                </a:lnTo>
                <a:lnTo>
                  <a:pt x="36165" y="57177"/>
                </a:lnTo>
                <a:lnTo>
                  <a:pt x="44214" y="73508"/>
                </a:lnTo>
                <a:lnTo>
                  <a:pt x="52155" y="81680"/>
                </a:lnTo>
                <a:lnTo>
                  <a:pt x="48184" y="61224"/>
                </a:lnTo>
                <a:lnTo>
                  <a:pt x="44214" y="57177"/>
                </a:lnTo>
                <a:lnTo>
                  <a:pt x="36165" y="49005"/>
                </a:lnTo>
                <a:lnTo>
                  <a:pt x="32087" y="36721"/>
                </a:lnTo>
                <a:lnTo>
                  <a:pt x="28116" y="32674"/>
                </a:lnTo>
                <a:close/>
              </a:path>
              <a:path w="136398" h="163360">
                <a:moveTo>
                  <a:pt x="32087" y="36754"/>
                </a:moveTo>
                <a:lnTo>
                  <a:pt x="28116" y="32674"/>
                </a:lnTo>
                <a:lnTo>
                  <a:pt x="20068" y="24502"/>
                </a:lnTo>
                <a:lnTo>
                  <a:pt x="24145" y="44925"/>
                </a:lnTo>
                <a:lnTo>
                  <a:pt x="36165" y="57177"/>
                </a:lnTo>
                <a:lnTo>
                  <a:pt x="32087" y="36754"/>
                </a:lnTo>
                <a:close/>
              </a:path>
              <a:path w="136398" h="163360">
                <a:moveTo>
                  <a:pt x="40136" y="44925"/>
                </a:moveTo>
                <a:lnTo>
                  <a:pt x="40136" y="32674"/>
                </a:lnTo>
                <a:lnTo>
                  <a:pt x="32087" y="28583"/>
                </a:lnTo>
                <a:lnTo>
                  <a:pt x="40136" y="32674"/>
                </a:lnTo>
                <a:lnTo>
                  <a:pt x="40136" y="24502"/>
                </a:lnTo>
                <a:lnTo>
                  <a:pt x="32087" y="24502"/>
                </a:lnTo>
                <a:lnTo>
                  <a:pt x="32087" y="32674"/>
                </a:lnTo>
                <a:lnTo>
                  <a:pt x="40136" y="44925"/>
                </a:lnTo>
                <a:close/>
              </a:path>
              <a:path w="136398" h="163360">
                <a:moveTo>
                  <a:pt x="24146" y="8171"/>
                </a:moveTo>
                <a:lnTo>
                  <a:pt x="24145" y="20422"/>
                </a:lnTo>
                <a:lnTo>
                  <a:pt x="32087" y="24502"/>
                </a:lnTo>
                <a:lnTo>
                  <a:pt x="32087" y="8171"/>
                </a:lnTo>
                <a:lnTo>
                  <a:pt x="24146" y="8171"/>
                </a:lnTo>
                <a:lnTo>
                  <a:pt x="24145" y="12251"/>
                </a:lnTo>
                <a:lnTo>
                  <a:pt x="24146" y="8171"/>
                </a:lnTo>
                <a:close/>
              </a:path>
              <a:path w="136398" h="163360">
                <a:moveTo>
                  <a:pt x="32087" y="73508"/>
                </a:moveTo>
                <a:lnTo>
                  <a:pt x="32087" y="81680"/>
                </a:lnTo>
                <a:lnTo>
                  <a:pt x="40136" y="81680"/>
                </a:lnTo>
                <a:lnTo>
                  <a:pt x="40136" y="69428"/>
                </a:lnTo>
                <a:lnTo>
                  <a:pt x="32087" y="61257"/>
                </a:lnTo>
                <a:lnTo>
                  <a:pt x="24145" y="57177"/>
                </a:lnTo>
                <a:lnTo>
                  <a:pt x="24145" y="73508"/>
                </a:lnTo>
                <a:lnTo>
                  <a:pt x="32087" y="73508"/>
                </a:lnTo>
                <a:close/>
              </a:path>
              <a:path w="136398" h="163360">
                <a:moveTo>
                  <a:pt x="56233" y="93931"/>
                </a:moveTo>
                <a:lnTo>
                  <a:pt x="56233" y="114343"/>
                </a:lnTo>
                <a:lnTo>
                  <a:pt x="64174" y="114343"/>
                </a:lnTo>
                <a:lnTo>
                  <a:pt x="72223" y="118434"/>
                </a:lnTo>
                <a:lnTo>
                  <a:pt x="84242" y="130686"/>
                </a:lnTo>
                <a:lnTo>
                  <a:pt x="76194" y="114343"/>
                </a:lnTo>
                <a:lnTo>
                  <a:pt x="68188" y="106183"/>
                </a:lnTo>
                <a:lnTo>
                  <a:pt x="60204" y="81680"/>
                </a:lnTo>
                <a:lnTo>
                  <a:pt x="64174" y="77589"/>
                </a:lnTo>
                <a:lnTo>
                  <a:pt x="60740" y="68929"/>
                </a:lnTo>
                <a:lnTo>
                  <a:pt x="64174" y="57177"/>
                </a:lnTo>
                <a:lnTo>
                  <a:pt x="56233" y="57177"/>
                </a:lnTo>
                <a:lnTo>
                  <a:pt x="48184" y="53086"/>
                </a:lnTo>
                <a:lnTo>
                  <a:pt x="56233" y="57177"/>
                </a:lnTo>
                <a:lnTo>
                  <a:pt x="56233" y="49005"/>
                </a:lnTo>
                <a:lnTo>
                  <a:pt x="48184" y="49005"/>
                </a:lnTo>
                <a:lnTo>
                  <a:pt x="48184" y="57177"/>
                </a:lnTo>
                <a:lnTo>
                  <a:pt x="56233" y="69428"/>
                </a:lnTo>
                <a:lnTo>
                  <a:pt x="56233" y="93931"/>
                </a:lnTo>
                <a:lnTo>
                  <a:pt x="64174" y="102092"/>
                </a:lnTo>
                <a:lnTo>
                  <a:pt x="64174" y="110263"/>
                </a:lnTo>
                <a:lnTo>
                  <a:pt x="64174" y="106183"/>
                </a:lnTo>
                <a:lnTo>
                  <a:pt x="56233" y="93931"/>
                </a:lnTo>
                <a:close/>
              </a:path>
              <a:path w="136398" h="163360">
                <a:moveTo>
                  <a:pt x="24145" y="44958"/>
                </a:moveTo>
                <a:lnTo>
                  <a:pt x="20068" y="32674"/>
                </a:lnTo>
                <a:lnTo>
                  <a:pt x="16097" y="36754"/>
                </a:lnTo>
                <a:lnTo>
                  <a:pt x="24146" y="49005"/>
                </a:lnTo>
                <a:lnTo>
                  <a:pt x="28116" y="49005"/>
                </a:lnTo>
                <a:lnTo>
                  <a:pt x="24145" y="44958"/>
                </a:lnTo>
                <a:close/>
              </a:path>
              <a:path w="136398" h="163360">
                <a:moveTo>
                  <a:pt x="64174" y="57177"/>
                </a:moveTo>
                <a:lnTo>
                  <a:pt x="60740" y="68929"/>
                </a:lnTo>
                <a:lnTo>
                  <a:pt x="64174" y="77589"/>
                </a:lnTo>
                <a:lnTo>
                  <a:pt x="60204" y="81680"/>
                </a:lnTo>
                <a:lnTo>
                  <a:pt x="72223" y="93931"/>
                </a:lnTo>
                <a:lnTo>
                  <a:pt x="76194" y="114343"/>
                </a:lnTo>
                <a:lnTo>
                  <a:pt x="84242" y="130686"/>
                </a:lnTo>
                <a:lnTo>
                  <a:pt x="72223" y="118434"/>
                </a:lnTo>
                <a:lnTo>
                  <a:pt x="64174" y="114343"/>
                </a:lnTo>
                <a:lnTo>
                  <a:pt x="64174" y="130686"/>
                </a:lnTo>
                <a:lnTo>
                  <a:pt x="72223" y="130686"/>
                </a:lnTo>
                <a:lnTo>
                  <a:pt x="72223" y="138857"/>
                </a:lnTo>
                <a:lnTo>
                  <a:pt x="92291" y="138857"/>
                </a:lnTo>
                <a:lnTo>
                  <a:pt x="103344" y="155189"/>
                </a:lnTo>
                <a:lnTo>
                  <a:pt x="104310" y="155189"/>
                </a:lnTo>
                <a:lnTo>
                  <a:pt x="104310" y="163360"/>
                </a:lnTo>
                <a:lnTo>
                  <a:pt x="131032" y="163360"/>
                </a:lnTo>
                <a:lnTo>
                  <a:pt x="128349" y="151108"/>
                </a:lnTo>
                <a:lnTo>
                  <a:pt x="128349" y="130686"/>
                </a:lnTo>
                <a:lnTo>
                  <a:pt x="124378" y="138857"/>
                </a:lnTo>
                <a:lnTo>
                  <a:pt x="116330" y="138857"/>
                </a:lnTo>
                <a:lnTo>
                  <a:pt x="112359" y="132392"/>
                </a:lnTo>
                <a:lnTo>
                  <a:pt x="116330" y="155189"/>
                </a:lnTo>
                <a:lnTo>
                  <a:pt x="104310" y="142937"/>
                </a:lnTo>
                <a:lnTo>
                  <a:pt x="100340" y="138857"/>
                </a:lnTo>
                <a:lnTo>
                  <a:pt x="88320" y="126605"/>
                </a:lnTo>
                <a:lnTo>
                  <a:pt x="84242" y="114343"/>
                </a:lnTo>
                <a:lnTo>
                  <a:pt x="76194" y="106183"/>
                </a:lnTo>
                <a:lnTo>
                  <a:pt x="72223" y="93887"/>
                </a:lnTo>
                <a:lnTo>
                  <a:pt x="68252" y="89840"/>
                </a:lnTo>
                <a:lnTo>
                  <a:pt x="72223" y="81680"/>
                </a:lnTo>
                <a:lnTo>
                  <a:pt x="72223" y="80681"/>
                </a:lnTo>
                <a:lnTo>
                  <a:pt x="64174" y="72444"/>
                </a:lnTo>
                <a:lnTo>
                  <a:pt x="64174" y="57177"/>
                </a:lnTo>
                <a:close/>
              </a:path>
              <a:path w="136398" h="163360">
                <a:moveTo>
                  <a:pt x="68252" y="106183"/>
                </a:moveTo>
                <a:lnTo>
                  <a:pt x="76194" y="114343"/>
                </a:lnTo>
                <a:lnTo>
                  <a:pt x="72223" y="93931"/>
                </a:lnTo>
                <a:lnTo>
                  <a:pt x="60204" y="81680"/>
                </a:lnTo>
                <a:lnTo>
                  <a:pt x="68252" y="106183"/>
                </a:lnTo>
                <a:close/>
              </a:path>
              <a:path w="136398" h="163360">
                <a:moveTo>
                  <a:pt x="72223" y="81680"/>
                </a:moveTo>
                <a:lnTo>
                  <a:pt x="68252" y="89840"/>
                </a:lnTo>
                <a:lnTo>
                  <a:pt x="72223" y="93887"/>
                </a:lnTo>
                <a:lnTo>
                  <a:pt x="76194" y="106183"/>
                </a:lnTo>
                <a:lnTo>
                  <a:pt x="84271" y="114343"/>
                </a:lnTo>
                <a:lnTo>
                  <a:pt x="88320" y="118434"/>
                </a:lnTo>
                <a:lnTo>
                  <a:pt x="84271" y="114343"/>
                </a:lnTo>
                <a:lnTo>
                  <a:pt x="76194" y="106183"/>
                </a:lnTo>
                <a:lnTo>
                  <a:pt x="84242" y="114343"/>
                </a:lnTo>
                <a:lnTo>
                  <a:pt x="88320" y="126605"/>
                </a:lnTo>
                <a:lnTo>
                  <a:pt x="100340" y="138857"/>
                </a:lnTo>
                <a:lnTo>
                  <a:pt x="96262" y="126605"/>
                </a:lnTo>
                <a:lnTo>
                  <a:pt x="88320" y="114343"/>
                </a:lnTo>
                <a:lnTo>
                  <a:pt x="88320" y="106183"/>
                </a:lnTo>
                <a:lnTo>
                  <a:pt x="80272" y="102092"/>
                </a:lnTo>
                <a:lnTo>
                  <a:pt x="72223" y="89840"/>
                </a:lnTo>
                <a:lnTo>
                  <a:pt x="72223" y="81680"/>
                </a:lnTo>
                <a:close/>
              </a:path>
              <a:path w="136398" h="163360">
                <a:moveTo>
                  <a:pt x="80271" y="89840"/>
                </a:moveTo>
                <a:lnTo>
                  <a:pt x="80272" y="81680"/>
                </a:lnTo>
                <a:lnTo>
                  <a:pt x="72223" y="81680"/>
                </a:lnTo>
                <a:lnTo>
                  <a:pt x="72223" y="89840"/>
                </a:lnTo>
                <a:lnTo>
                  <a:pt x="80272" y="102092"/>
                </a:lnTo>
                <a:lnTo>
                  <a:pt x="88320" y="106183"/>
                </a:lnTo>
                <a:lnTo>
                  <a:pt x="88320" y="89840"/>
                </a:lnTo>
                <a:lnTo>
                  <a:pt x="80271" y="89840"/>
                </a:lnTo>
                <a:close/>
              </a:path>
              <a:path w="136398" h="163360">
                <a:moveTo>
                  <a:pt x="96261" y="114343"/>
                </a:moveTo>
                <a:lnTo>
                  <a:pt x="96262" y="106183"/>
                </a:lnTo>
                <a:lnTo>
                  <a:pt x="88320" y="106183"/>
                </a:lnTo>
                <a:lnTo>
                  <a:pt x="88320" y="114343"/>
                </a:lnTo>
                <a:lnTo>
                  <a:pt x="96262" y="126605"/>
                </a:lnTo>
                <a:lnTo>
                  <a:pt x="100340" y="138857"/>
                </a:lnTo>
                <a:lnTo>
                  <a:pt x="108817" y="126106"/>
                </a:lnTo>
                <a:lnTo>
                  <a:pt x="110690" y="130686"/>
                </a:lnTo>
                <a:lnTo>
                  <a:pt x="111188" y="131902"/>
                </a:lnTo>
                <a:lnTo>
                  <a:pt x="112359" y="134766"/>
                </a:lnTo>
                <a:lnTo>
                  <a:pt x="111188" y="131902"/>
                </a:lnTo>
                <a:lnTo>
                  <a:pt x="110690" y="130686"/>
                </a:lnTo>
                <a:lnTo>
                  <a:pt x="108817" y="126106"/>
                </a:lnTo>
                <a:lnTo>
                  <a:pt x="108281" y="130686"/>
                </a:lnTo>
                <a:lnTo>
                  <a:pt x="116330" y="155189"/>
                </a:lnTo>
                <a:lnTo>
                  <a:pt x="112359" y="132392"/>
                </a:lnTo>
                <a:lnTo>
                  <a:pt x="116330" y="138857"/>
                </a:lnTo>
                <a:lnTo>
                  <a:pt x="124378" y="138857"/>
                </a:lnTo>
                <a:lnTo>
                  <a:pt x="116866" y="134277"/>
                </a:lnTo>
                <a:lnTo>
                  <a:pt x="124378" y="138857"/>
                </a:lnTo>
                <a:lnTo>
                  <a:pt x="128349" y="130686"/>
                </a:lnTo>
                <a:lnTo>
                  <a:pt x="112359" y="130686"/>
                </a:lnTo>
                <a:lnTo>
                  <a:pt x="112359" y="114343"/>
                </a:lnTo>
                <a:lnTo>
                  <a:pt x="92291" y="114343"/>
                </a:lnTo>
                <a:lnTo>
                  <a:pt x="88320" y="110263"/>
                </a:lnTo>
                <a:lnTo>
                  <a:pt x="92291" y="114343"/>
                </a:lnTo>
                <a:lnTo>
                  <a:pt x="96261" y="114343"/>
                </a:lnTo>
                <a:close/>
              </a:path>
              <a:path w="136398" h="163360">
                <a:moveTo>
                  <a:pt x="104310" y="142937"/>
                </a:moveTo>
                <a:lnTo>
                  <a:pt x="116330" y="155189"/>
                </a:lnTo>
                <a:lnTo>
                  <a:pt x="108281" y="130686"/>
                </a:lnTo>
                <a:lnTo>
                  <a:pt x="108817" y="126106"/>
                </a:lnTo>
                <a:lnTo>
                  <a:pt x="100340" y="138857"/>
                </a:lnTo>
                <a:lnTo>
                  <a:pt x="104310" y="142937"/>
                </a:lnTo>
                <a:close/>
              </a:path>
              <a:path w="136398" h="163360">
                <a:moveTo>
                  <a:pt x="136398" y="151108"/>
                </a:moveTo>
                <a:lnTo>
                  <a:pt x="136398" y="144337"/>
                </a:lnTo>
                <a:lnTo>
                  <a:pt x="131032" y="138857"/>
                </a:lnTo>
                <a:lnTo>
                  <a:pt x="128349" y="138857"/>
                </a:lnTo>
                <a:lnTo>
                  <a:pt x="128349" y="151108"/>
                </a:lnTo>
                <a:lnTo>
                  <a:pt x="131032" y="163360"/>
                </a:lnTo>
                <a:lnTo>
                  <a:pt x="136398" y="157869"/>
                </a:lnTo>
                <a:lnTo>
                  <a:pt x="136398" y="151108"/>
                </a:lnTo>
                <a:close/>
              </a:path>
              <a:path w="136398" h="163360">
                <a:moveTo>
                  <a:pt x="88320" y="138857"/>
                </a:moveTo>
                <a:lnTo>
                  <a:pt x="88320" y="139844"/>
                </a:lnTo>
                <a:lnTo>
                  <a:pt x="103344" y="155189"/>
                </a:lnTo>
                <a:lnTo>
                  <a:pt x="92291" y="138857"/>
                </a:lnTo>
                <a:lnTo>
                  <a:pt x="88320" y="138857"/>
                </a:lnTo>
                <a:close/>
              </a:path>
              <a:path w="136398" h="163360">
                <a:moveTo>
                  <a:pt x="113328" y="130686"/>
                </a:moveTo>
                <a:lnTo>
                  <a:pt x="112359" y="129702"/>
                </a:lnTo>
                <a:lnTo>
                  <a:pt x="112359" y="130686"/>
                </a:lnTo>
                <a:lnTo>
                  <a:pt x="113328" y="130686"/>
                </a:lnTo>
                <a:close/>
              </a:path>
              <a:path w="136398" h="163360">
                <a:moveTo>
                  <a:pt x="56233" y="93931"/>
                </a:moveTo>
                <a:lnTo>
                  <a:pt x="64174" y="106183"/>
                </a:lnTo>
                <a:lnTo>
                  <a:pt x="64174" y="102092"/>
                </a:lnTo>
                <a:lnTo>
                  <a:pt x="56233" y="93931"/>
                </a:lnTo>
                <a:close/>
              </a:path>
              <a:path w="136398" h="163360">
                <a:moveTo>
                  <a:pt x="52155" y="81680"/>
                </a:moveTo>
                <a:lnTo>
                  <a:pt x="48184" y="85760"/>
                </a:lnTo>
                <a:lnTo>
                  <a:pt x="51726" y="94419"/>
                </a:lnTo>
                <a:lnTo>
                  <a:pt x="52155" y="81680"/>
                </a:lnTo>
                <a:close/>
              </a:path>
              <a:path w="136398" h="163360">
                <a:moveTo>
                  <a:pt x="18672" y="0"/>
                </a:moveTo>
                <a:lnTo>
                  <a:pt x="12126" y="0"/>
                </a:lnTo>
                <a:lnTo>
                  <a:pt x="12126" y="8171"/>
                </a:lnTo>
                <a:lnTo>
                  <a:pt x="20068" y="24502"/>
                </a:lnTo>
                <a:lnTo>
                  <a:pt x="28116" y="32674"/>
                </a:lnTo>
                <a:lnTo>
                  <a:pt x="32087" y="36721"/>
                </a:lnTo>
                <a:lnTo>
                  <a:pt x="36165" y="49005"/>
                </a:lnTo>
                <a:lnTo>
                  <a:pt x="44214" y="57177"/>
                </a:lnTo>
                <a:lnTo>
                  <a:pt x="48184" y="61224"/>
                </a:lnTo>
                <a:lnTo>
                  <a:pt x="52155" y="81680"/>
                </a:lnTo>
                <a:lnTo>
                  <a:pt x="51726" y="94419"/>
                </a:lnTo>
                <a:lnTo>
                  <a:pt x="48184" y="85760"/>
                </a:lnTo>
                <a:lnTo>
                  <a:pt x="52155" y="81680"/>
                </a:lnTo>
                <a:lnTo>
                  <a:pt x="44138" y="73508"/>
                </a:lnTo>
                <a:lnTo>
                  <a:pt x="36165" y="57177"/>
                </a:lnTo>
                <a:lnTo>
                  <a:pt x="24145" y="53086"/>
                </a:lnTo>
                <a:lnTo>
                  <a:pt x="36165" y="57177"/>
                </a:lnTo>
                <a:lnTo>
                  <a:pt x="24145" y="44925"/>
                </a:lnTo>
                <a:lnTo>
                  <a:pt x="20068" y="24502"/>
                </a:lnTo>
                <a:lnTo>
                  <a:pt x="12126" y="8171"/>
                </a:lnTo>
                <a:lnTo>
                  <a:pt x="12126" y="0"/>
                </a:lnTo>
                <a:lnTo>
                  <a:pt x="5473" y="0"/>
                </a:lnTo>
                <a:lnTo>
                  <a:pt x="8048" y="20422"/>
                </a:lnTo>
                <a:lnTo>
                  <a:pt x="20068" y="32674"/>
                </a:lnTo>
                <a:lnTo>
                  <a:pt x="24145" y="44958"/>
                </a:lnTo>
                <a:lnTo>
                  <a:pt x="28116" y="49005"/>
                </a:lnTo>
                <a:lnTo>
                  <a:pt x="24146" y="49005"/>
                </a:lnTo>
                <a:lnTo>
                  <a:pt x="24145" y="57177"/>
                </a:lnTo>
                <a:lnTo>
                  <a:pt x="32087" y="61257"/>
                </a:lnTo>
                <a:lnTo>
                  <a:pt x="40136" y="69428"/>
                </a:lnTo>
                <a:lnTo>
                  <a:pt x="40136" y="82667"/>
                </a:lnTo>
                <a:lnTo>
                  <a:pt x="48184" y="90828"/>
                </a:lnTo>
                <a:lnTo>
                  <a:pt x="48184" y="106183"/>
                </a:lnTo>
                <a:lnTo>
                  <a:pt x="56233" y="106183"/>
                </a:lnTo>
                <a:lnTo>
                  <a:pt x="56233" y="69428"/>
                </a:lnTo>
                <a:lnTo>
                  <a:pt x="48184" y="57177"/>
                </a:lnTo>
                <a:lnTo>
                  <a:pt x="48184" y="32674"/>
                </a:lnTo>
                <a:lnTo>
                  <a:pt x="40136" y="32674"/>
                </a:lnTo>
                <a:lnTo>
                  <a:pt x="40136" y="44925"/>
                </a:lnTo>
                <a:lnTo>
                  <a:pt x="32087" y="32674"/>
                </a:lnTo>
                <a:lnTo>
                  <a:pt x="32087" y="24502"/>
                </a:lnTo>
                <a:lnTo>
                  <a:pt x="24145" y="20422"/>
                </a:lnTo>
                <a:lnTo>
                  <a:pt x="24145" y="5480"/>
                </a:lnTo>
                <a:lnTo>
                  <a:pt x="1867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927687" y="5080698"/>
            <a:ext cx="128349" cy="57166"/>
          </a:xfrm>
          <a:custGeom>
            <a:avLst/>
            <a:gdLst/>
            <a:ahLst/>
            <a:cxnLst/>
            <a:rect l="l" t="t" r="r" b="b"/>
            <a:pathLst>
              <a:path w="128349" h="57166">
                <a:moveTo>
                  <a:pt x="32087" y="40834"/>
                </a:moveTo>
                <a:lnTo>
                  <a:pt x="32087" y="49005"/>
                </a:lnTo>
                <a:lnTo>
                  <a:pt x="48077" y="49005"/>
                </a:lnTo>
                <a:lnTo>
                  <a:pt x="36058" y="40834"/>
                </a:lnTo>
                <a:lnTo>
                  <a:pt x="32087" y="40834"/>
                </a:lnTo>
                <a:close/>
              </a:path>
              <a:path w="128349" h="57166">
                <a:moveTo>
                  <a:pt x="128349" y="36754"/>
                </a:moveTo>
                <a:lnTo>
                  <a:pt x="128349" y="29983"/>
                </a:lnTo>
                <a:lnTo>
                  <a:pt x="122983" y="24502"/>
                </a:lnTo>
                <a:lnTo>
                  <a:pt x="120300" y="36754"/>
                </a:lnTo>
                <a:lnTo>
                  <a:pt x="116330" y="49005"/>
                </a:lnTo>
                <a:lnTo>
                  <a:pt x="108281" y="49005"/>
                </a:lnTo>
                <a:lnTo>
                  <a:pt x="108281" y="32663"/>
                </a:lnTo>
                <a:lnTo>
                  <a:pt x="92184" y="32663"/>
                </a:lnTo>
                <a:lnTo>
                  <a:pt x="96262" y="44914"/>
                </a:lnTo>
                <a:lnTo>
                  <a:pt x="100232" y="57166"/>
                </a:lnTo>
                <a:lnTo>
                  <a:pt x="120300" y="57166"/>
                </a:lnTo>
                <a:lnTo>
                  <a:pt x="120300" y="49005"/>
                </a:lnTo>
                <a:lnTo>
                  <a:pt x="122983" y="49005"/>
                </a:lnTo>
                <a:lnTo>
                  <a:pt x="128349" y="43515"/>
                </a:lnTo>
                <a:lnTo>
                  <a:pt x="128349" y="36754"/>
                </a:lnTo>
                <a:close/>
              </a:path>
              <a:path w="128349" h="57166">
                <a:moveTo>
                  <a:pt x="96262" y="24502"/>
                </a:moveTo>
                <a:lnTo>
                  <a:pt x="96261" y="32663"/>
                </a:lnTo>
                <a:lnTo>
                  <a:pt x="108281" y="32663"/>
                </a:lnTo>
                <a:lnTo>
                  <a:pt x="108281" y="49005"/>
                </a:lnTo>
                <a:lnTo>
                  <a:pt x="116330" y="49005"/>
                </a:lnTo>
                <a:lnTo>
                  <a:pt x="120300" y="36754"/>
                </a:lnTo>
                <a:lnTo>
                  <a:pt x="122983" y="24502"/>
                </a:lnTo>
                <a:lnTo>
                  <a:pt x="116330" y="24502"/>
                </a:lnTo>
                <a:lnTo>
                  <a:pt x="100232" y="32663"/>
                </a:lnTo>
                <a:lnTo>
                  <a:pt x="96262" y="24502"/>
                </a:lnTo>
                <a:close/>
              </a:path>
              <a:path w="128349" h="57166">
                <a:moveTo>
                  <a:pt x="48077" y="49005"/>
                </a:moveTo>
                <a:lnTo>
                  <a:pt x="48077" y="57166"/>
                </a:lnTo>
                <a:lnTo>
                  <a:pt x="68145" y="57166"/>
                </a:lnTo>
                <a:lnTo>
                  <a:pt x="52155" y="49005"/>
                </a:lnTo>
                <a:lnTo>
                  <a:pt x="48077" y="36754"/>
                </a:lnTo>
                <a:lnTo>
                  <a:pt x="48077" y="49005"/>
                </a:lnTo>
                <a:close/>
              </a:path>
              <a:path w="128349" h="57166">
                <a:moveTo>
                  <a:pt x="96262" y="24502"/>
                </a:moveTo>
                <a:lnTo>
                  <a:pt x="100232" y="32663"/>
                </a:lnTo>
                <a:lnTo>
                  <a:pt x="116330" y="24502"/>
                </a:lnTo>
                <a:lnTo>
                  <a:pt x="96262" y="24502"/>
                </a:lnTo>
                <a:close/>
              </a:path>
              <a:path w="128349" h="57166">
                <a:moveTo>
                  <a:pt x="56126" y="36754"/>
                </a:moveTo>
                <a:lnTo>
                  <a:pt x="52155" y="24502"/>
                </a:lnTo>
                <a:lnTo>
                  <a:pt x="44106" y="24502"/>
                </a:lnTo>
                <a:lnTo>
                  <a:pt x="44106" y="40834"/>
                </a:lnTo>
                <a:lnTo>
                  <a:pt x="32087" y="28583"/>
                </a:lnTo>
                <a:lnTo>
                  <a:pt x="28009" y="16331"/>
                </a:lnTo>
                <a:lnTo>
                  <a:pt x="32087" y="16331"/>
                </a:lnTo>
                <a:lnTo>
                  <a:pt x="32087" y="8160"/>
                </a:lnTo>
                <a:lnTo>
                  <a:pt x="24038" y="8160"/>
                </a:lnTo>
                <a:lnTo>
                  <a:pt x="20068" y="16331"/>
                </a:lnTo>
                <a:lnTo>
                  <a:pt x="24038" y="20411"/>
                </a:lnTo>
                <a:lnTo>
                  <a:pt x="24038" y="12251"/>
                </a:lnTo>
                <a:lnTo>
                  <a:pt x="24038" y="20411"/>
                </a:lnTo>
                <a:lnTo>
                  <a:pt x="12019" y="8160"/>
                </a:lnTo>
                <a:lnTo>
                  <a:pt x="12019" y="0"/>
                </a:lnTo>
                <a:lnTo>
                  <a:pt x="5365" y="0"/>
                </a:lnTo>
                <a:lnTo>
                  <a:pt x="8048" y="20411"/>
                </a:lnTo>
                <a:lnTo>
                  <a:pt x="20068" y="32663"/>
                </a:lnTo>
                <a:lnTo>
                  <a:pt x="28009" y="40834"/>
                </a:lnTo>
                <a:lnTo>
                  <a:pt x="36058" y="40834"/>
                </a:lnTo>
                <a:lnTo>
                  <a:pt x="48077" y="49005"/>
                </a:lnTo>
                <a:lnTo>
                  <a:pt x="48077" y="36754"/>
                </a:lnTo>
                <a:lnTo>
                  <a:pt x="60096" y="49005"/>
                </a:lnTo>
                <a:lnTo>
                  <a:pt x="60096" y="32663"/>
                </a:lnTo>
                <a:lnTo>
                  <a:pt x="68145" y="32663"/>
                </a:lnTo>
                <a:lnTo>
                  <a:pt x="72223" y="44914"/>
                </a:lnTo>
                <a:lnTo>
                  <a:pt x="68145" y="57166"/>
                </a:lnTo>
                <a:lnTo>
                  <a:pt x="100232" y="57166"/>
                </a:lnTo>
                <a:lnTo>
                  <a:pt x="96262" y="44914"/>
                </a:lnTo>
                <a:lnTo>
                  <a:pt x="92184" y="32663"/>
                </a:lnTo>
                <a:lnTo>
                  <a:pt x="72223" y="32663"/>
                </a:lnTo>
                <a:lnTo>
                  <a:pt x="72223" y="24502"/>
                </a:lnTo>
                <a:lnTo>
                  <a:pt x="56126" y="24502"/>
                </a:lnTo>
                <a:lnTo>
                  <a:pt x="56126" y="36754"/>
                </a:lnTo>
                <a:close/>
              </a:path>
              <a:path w="128349" h="57166">
                <a:moveTo>
                  <a:pt x="18672" y="0"/>
                </a:moveTo>
                <a:lnTo>
                  <a:pt x="12019" y="0"/>
                </a:lnTo>
                <a:lnTo>
                  <a:pt x="12019" y="8160"/>
                </a:lnTo>
                <a:lnTo>
                  <a:pt x="24038" y="20411"/>
                </a:lnTo>
                <a:lnTo>
                  <a:pt x="20068" y="16331"/>
                </a:lnTo>
                <a:lnTo>
                  <a:pt x="24038" y="8160"/>
                </a:lnTo>
                <a:lnTo>
                  <a:pt x="24038" y="5480"/>
                </a:lnTo>
                <a:lnTo>
                  <a:pt x="18672" y="0"/>
                </a:lnTo>
                <a:close/>
              </a:path>
              <a:path w="128349" h="57166">
                <a:moveTo>
                  <a:pt x="8048" y="32663"/>
                </a:moveTo>
                <a:lnTo>
                  <a:pt x="8048" y="40834"/>
                </a:lnTo>
                <a:lnTo>
                  <a:pt x="28009" y="40834"/>
                </a:lnTo>
                <a:lnTo>
                  <a:pt x="20068" y="32663"/>
                </a:lnTo>
                <a:lnTo>
                  <a:pt x="8048" y="20411"/>
                </a:lnTo>
                <a:lnTo>
                  <a:pt x="5365" y="0"/>
                </a:lnTo>
                <a:lnTo>
                  <a:pt x="0" y="5480"/>
                </a:lnTo>
                <a:lnTo>
                  <a:pt x="0" y="32663"/>
                </a:lnTo>
                <a:lnTo>
                  <a:pt x="8048" y="32663"/>
                </a:lnTo>
                <a:close/>
              </a:path>
              <a:path w="128349" h="57166">
                <a:moveTo>
                  <a:pt x="56126" y="36754"/>
                </a:moveTo>
                <a:lnTo>
                  <a:pt x="56126" y="16331"/>
                </a:lnTo>
                <a:lnTo>
                  <a:pt x="28009" y="16331"/>
                </a:lnTo>
                <a:lnTo>
                  <a:pt x="32087" y="28583"/>
                </a:lnTo>
                <a:lnTo>
                  <a:pt x="44106" y="40834"/>
                </a:lnTo>
                <a:lnTo>
                  <a:pt x="44106" y="24502"/>
                </a:lnTo>
                <a:lnTo>
                  <a:pt x="52155" y="24502"/>
                </a:lnTo>
                <a:lnTo>
                  <a:pt x="56126" y="36754"/>
                </a:lnTo>
                <a:close/>
              </a:path>
              <a:path w="128349" h="57166">
                <a:moveTo>
                  <a:pt x="48077" y="36754"/>
                </a:moveTo>
                <a:lnTo>
                  <a:pt x="52155" y="49005"/>
                </a:lnTo>
                <a:lnTo>
                  <a:pt x="68145" y="57166"/>
                </a:lnTo>
                <a:lnTo>
                  <a:pt x="72223" y="44914"/>
                </a:lnTo>
                <a:lnTo>
                  <a:pt x="68145" y="32663"/>
                </a:lnTo>
                <a:lnTo>
                  <a:pt x="60096" y="32663"/>
                </a:lnTo>
                <a:lnTo>
                  <a:pt x="60096" y="49005"/>
                </a:lnTo>
                <a:lnTo>
                  <a:pt x="48077" y="36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6031997" y="5007178"/>
            <a:ext cx="136290" cy="122525"/>
          </a:xfrm>
          <a:custGeom>
            <a:avLst/>
            <a:gdLst/>
            <a:ahLst/>
            <a:cxnLst/>
            <a:rect l="l" t="t" r="r" b="b"/>
            <a:pathLst>
              <a:path w="136290" h="122525">
                <a:moveTo>
                  <a:pt x="15990" y="89851"/>
                </a:moveTo>
                <a:lnTo>
                  <a:pt x="19960" y="98022"/>
                </a:lnTo>
                <a:lnTo>
                  <a:pt x="31980" y="89851"/>
                </a:lnTo>
                <a:lnTo>
                  <a:pt x="15990" y="89851"/>
                </a:lnTo>
                <a:close/>
              </a:path>
              <a:path w="136290" h="122525">
                <a:moveTo>
                  <a:pt x="96154" y="73519"/>
                </a:moveTo>
                <a:lnTo>
                  <a:pt x="104203" y="73519"/>
                </a:lnTo>
                <a:lnTo>
                  <a:pt x="104203" y="65348"/>
                </a:lnTo>
                <a:lnTo>
                  <a:pt x="112252" y="65348"/>
                </a:lnTo>
                <a:lnTo>
                  <a:pt x="104203" y="53096"/>
                </a:lnTo>
                <a:lnTo>
                  <a:pt x="104203" y="16342"/>
                </a:lnTo>
                <a:lnTo>
                  <a:pt x="99696" y="28094"/>
                </a:lnTo>
                <a:lnTo>
                  <a:pt x="96154" y="36754"/>
                </a:lnTo>
                <a:lnTo>
                  <a:pt x="100232" y="40845"/>
                </a:lnTo>
                <a:lnTo>
                  <a:pt x="92184" y="49005"/>
                </a:lnTo>
                <a:lnTo>
                  <a:pt x="88213" y="53056"/>
                </a:lnTo>
                <a:lnTo>
                  <a:pt x="80164" y="61268"/>
                </a:lnTo>
                <a:lnTo>
                  <a:pt x="76118" y="65348"/>
                </a:lnTo>
                <a:lnTo>
                  <a:pt x="64067" y="65348"/>
                </a:lnTo>
                <a:lnTo>
                  <a:pt x="60096" y="73519"/>
                </a:lnTo>
                <a:lnTo>
                  <a:pt x="40028" y="73519"/>
                </a:lnTo>
                <a:lnTo>
                  <a:pt x="52048" y="81680"/>
                </a:lnTo>
                <a:lnTo>
                  <a:pt x="44106" y="89851"/>
                </a:lnTo>
                <a:lnTo>
                  <a:pt x="40028" y="102102"/>
                </a:lnTo>
                <a:lnTo>
                  <a:pt x="36058" y="114354"/>
                </a:lnTo>
                <a:lnTo>
                  <a:pt x="28009" y="114354"/>
                </a:lnTo>
                <a:lnTo>
                  <a:pt x="31980" y="102102"/>
                </a:lnTo>
                <a:lnTo>
                  <a:pt x="28009" y="98022"/>
                </a:lnTo>
                <a:lnTo>
                  <a:pt x="12019" y="98022"/>
                </a:lnTo>
                <a:lnTo>
                  <a:pt x="15990" y="110274"/>
                </a:lnTo>
                <a:lnTo>
                  <a:pt x="19960" y="122525"/>
                </a:lnTo>
                <a:lnTo>
                  <a:pt x="40028" y="122525"/>
                </a:lnTo>
                <a:lnTo>
                  <a:pt x="40028" y="114354"/>
                </a:lnTo>
                <a:lnTo>
                  <a:pt x="56126" y="114354"/>
                </a:lnTo>
                <a:lnTo>
                  <a:pt x="56126" y="106183"/>
                </a:lnTo>
                <a:lnTo>
                  <a:pt x="44106" y="106183"/>
                </a:lnTo>
                <a:lnTo>
                  <a:pt x="52048" y="98022"/>
                </a:lnTo>
                <a:lnTo>
                  <a:pt x="60096" y="98022"/>
                </a:lnTo>
                <a:lnTo>
                  <a:pt x="56126" y="93931"/>
                </a:lnTo>
                <a:lnTo>
                  <a:pt x="64067" y="85771"/>
                </a:lnTo>
                <a:lnTo>
                  <a:pt x="56126" y="85771"/>
                </a:lnTo>
                <a:lnTo>
                  <a:pt x="64067" y="77599"/>
                </a:lnTo>
                <a:lnTo>
                  <a:pt x="64067" y="73519"/>
                </a:lnTo>
                <a:lnTo>
                  <a:pt x="68106" y="73519"/>
                </a:lnTo>
                <a:lnTo>
                  <a:pt x="72116" y="69428"/>
                </a:lnTo>
                <a:lnTo>
                  <a:pt x="76194" y="65348"/>
                </a:lnTo>
                <a:lnTo>
                  <a:pt x="80164" y="77599"/>
                </a:lnTo>
                <a:lnTo>
                  <a:pt x="84135" y="73519"/>
                </a:lnTo>
                <a:lnTo>
                  <a:pt x="88213" y="53096"/>
                </a:lnTo>
                <a:lnTo>
                  <a:pt x="96154" y="61268"/>
                </a:lnTo>
                <a:lnTo>
                  <a:pt x="96154" y="73519"/>
                </a:lnTo>
                <a:close/>
              </a:path>
              <a:path w="136290" h="122525">
                <a:moveTo>
                  <a:pt x="15990" y="89851"/>
                </a:moveTo>
                <a:lnTo>
                  <a:pt x="15990" y="98022"/>
                </a:lnTo>
                <a:lnTo>
                  <a:pt x="28009" y="98022"/>
                </a:lnTo>
                <a:lnTo>
                  <a:pt x="31980" y="102102"/>
                </a:lnTo>
                <a:lnTo>
                  <a:pt x="28009" y="114354"/>
                </a:lnTo>
                <a:lnTo>
                  <a:pt x="36058" y="114354"/>
                </a:lnTo>
                <a:lnTo>
                  <a:pt x="40028" y="102102"/>
                </a:lnTo>
                <a:lnTo>
                  <a:pt x="44106" y="89851"/>
                </a:lnTo>
                <a:lnTo>
                  <a:pt x="52048" y="81680"/>
                </a:lnTo>
                <a:lnTo>
                  <a:pt x="40028" y="73519"/>
                </a:lnTo>
                <a:lnTo>
                  <a:pt x="40028" y="81680"/>
                </a:lnTo>
                <a:lnTo>
                  <a:pt x="44031" y="89851"/>
                </a:lnTo>
                <a:lnTo>
                  <a:pt x="40028" y="93931"/>
                </a:lnTo>
                <a:lnTo>
                  <a:pt x="31980" y="89851"/>
                </a:lnTo>
                <a:lnTo>
                  <a:pt x="19960" y="98022"/>
                </a:lnTo>
                <a:lnTo>
                  <a:pt x="15990" y="89851"/>
                </a:lnTo>
                <a:close/>
              </a:path>
              <a:path w="136290" h="122525">
                <a:moveTo>
                  <a:pt x="56126" y="65348"/>
                </a:moveTo>
                <a:lnTo>
                  <a:pt x="56126" y="73519"/>
                </a:lnTo>
                <a:lnTo>
                  <a:pt x="60096" y="73519"/>
                </a:lnTo>
                <a:lnTo>
                  <a:pt x="64067" y="65348"/>
                </a:lnTo>
                <a:lnTo>
                  <a:pt x="56126" y="65348"/>
                </a:lnTo>
                <a:close/>
              </a:path>
              <a:path w="136290" h="122525">
                <a:moveTo>
                  <a:pt x="104203" y="16342"/>
                </a:moveTo>
                <a:lnTo>
                  <a:pt x="96154" y="16342"/>
                </a:lnTo>
                <a:lnTo>
                  <a:pt x="96154" y="31722"/>
                </a:lnTo>
                <a:lnTo>
                  <a:pt x="88213" y="39858"/>
                </a:lnTo>
                <a:lnTo>
                  <a:pt x="88213" y="49005"/>
                </a:lnTo>
                <a:lnTo>
                  <a:pt x="84135" y="57177"/>
                </a:lnTo>
                <a:lnTo>
                  <a:pt x="80164" y="57177"/>
                </a:lnTo>
                <a:lnTo>
                  <a:pt x="80164" y="49005"/>
                </a:lnTo>
                <a:lnTo>
                  <a:pt x="72116" y="49005"/>
                </a:lnTo>
                <a:lnTo>
                  <a:pt x="72116" y="57177"/>
                </a:lnTo>
                <a:lnTo>
                  <a:pt x="64067" y="57177"/>
                </a:lnTo>
                <a:lnTo>
                  <a:pt x="64067" y="65348"/>
                </a:lnTo>
                <a:lnTo>
                  <a:pt x="76118" y="65348"/>
                </a:lnTo>
                <a:lnTo>
                  <a:pt x="80164" y="61224"/>
                </a:lnTo>
                <a:lnTo>
                  <a:pt x="88213" y="53056"/>
                </a:lnTo>
                <a:lnTo>
                  <a:pt x="92184" y="49005"/>
                </a:lnTo>
                <a:lnTo>
                  <a:pt x="100232" y="40845"/>
                </a:lnTo>
                <a:lnTo>
                  <a:pt x="96154" y="36754"/>
                </a:lnTo>
                <a:lnTo>
                  <a:pt x="99696" y="28094"/>
                </a:lnTo>
                <a:lnTo>
                  <a:pt x="104203" y="16342"/>
                </a:lnTo>
                <a:close/>
              </a:path>
              <a:path w="136290" h="122525">
                <a:moveTo>
                  <a:pt x="64067" y="98022"/>
                </a:moveTo>
                <a:lnTo>
                  <a:pt x="80164" y="98022"/>
                </a:lnTo>
                <a:lnTo>
                  <a:pt x="80164" y="81680"/>
                </a:lnTo>
                <a:lnTo>
                  <a:pt x="88213" y="81680"/>
                </a:lnTo>
                <a:lnTo>
                  <a:pt x="88213" y="73519"/>
                </a:lnTo>
                <a:lnTo>
                  <a:pt x="96154" y="73519"/>
                </a:lnTo>
                <a:lnTo>
                  <a:pt x="96154" y="61301"/>
                </a:lnTo>
                <a:lnTo>
                  <a:pt x="92184" y="65348"/>
                </a:lnTo>
                <a:lnTo>
                  <a:pt x="88213" y="69428"/>
                </a:lnTo>
                <a:lnTo>
                  <a:pt x="84199" y="73519"/>
                </a:lnTo>
                <a:lnTo>
                  <a:pt x="80164" y="77632"/>
                </a:lnTo>
                <a:lnTo>
                  <a:pt x="76194" y="81680"/>
                </a:lnTo>
                <a:lnTo>
                  <a:pt x="68145" y="89851"/>
                </a:lnTo>
                <a:lnTo>
                  <a:pt x="64067" y="98022"/>
                </a:lnTo>
                <a:close/>
              </a:path>
              <a:path w="136290" h="122525">
                <a:moveTo>
                  <a:pt x="76194" y="81680"/>
                </a:moveTo>
                <a:lnTo>
                  <a:pt x="64067" y="98022"/>
                </a:lnTo>
                <a:lnTo>
                  <a:pt x="64067" y="106183"/>
                </a:lnTo>
                <a:lnTo>
                  <a:pt x="44106" y="106183"/>
                </a:lnTo>
                <a:lnTo>
                  <a:pt x="52048" y="98022"/>
                </a:lnTo>
                <a:lnTo>
                  <a:pt x="60096" y="98022"/>
                </a:lnTo>
                <a:lnTo>
                  <a:pt x="56126" y="93931"/>
                </a:lnTo>
                <a:lnTo>
                  <a:pt x="64067" y="85771"/>
                </a:lnTo>
                <a:lnTo>
                  <a:pt x="68145" y="73519"/>
                </a:lnTo>
                <a:lnTo>
                  <a:pt x="64067" y="77599"/>
                </a:lnTo>
                <a:lnTo>
                  <a:pt x="64067" y="73519"/>
                </a:lnTo>
                <a:lnTo>
                  <a:pt x="68106" y="73519"/>
                </a:lnTo>
                <a:lnTo>
                  <a:pt x="72116" y="69428"/>
                </a:lnTo>
                <a:lnTo>
                  <a:pt x="76194" y="65348"/>
                </a:lnTo>
                <a:lnTo>
                  <a:pt x="80164" y="77632"/>
                </a:lnTo>
                <a:lnTo>
                  <a:pt x="84199" y="73519"/>
                </a:lnTo>
                <a:lnTo>
                  <a:pt x="88213" y="69428"/>
                </a:lnTo>
                <a:lnTo>
                  <a:pt x="92184" y="65348"/>
                </a:lnTo>
                <a:lnTo>
                  <a:pt x="96154" y="61268"/>
                </a:lnTo>
                <a:lnTo>
                  <a:pt x="88213" y="53096"/>
                </a:lnTo>
                <a:lnTo>
                  <a:pt x="84135" y="73519"/>
                </a:lnTo>
                <a:lnTo>
                  <a:pt x="80164" y="77599"/>
                </a:lnTo>
                <a:lnTo>
                  <a:pt x="76194" y="81680"/>
                </a:lnTo>
                <a:close/>
              </a:path>
              <a:path w="136290" h="122525">
                <a:moveTo>
                  <a:pt x="80164" y="57177"/>
                </a:moveTo>
                <a:lnTo>
                  <a:pt x="84135" y="57177"/>
                </a:lnTo>
                <a:lnTo>
                  <a:pt x="88213" y="49005"/>
                </a:lnTo>
                <a:lnTo>
                  <a:pt x="88213" y="40845"/>
                </a:lnTo>
                <a:lnTo>
                  <a:pt x="80164" y="40845"/>
                </a:lnTo>
                <a:lnTo>
                  <a:pt x="80164" y="57177"/>
                </a:lnTo>
                <a:close/>
              </a:path>
              <a:path w="136290" h="122525">
                <a:moveTo>
                  <a:pt x="112252" y="8171"/>
                </a:moveTo>
                <a:lnTo>
                  <a:pt x="116222" y="16342"/>
                </a:lnTo>
                <a:lnTo>
                  <a:pt x="112252" y="20389"/>
                </a:lnTo>
                <a:lnTo>
                  <a:pt x="104203" y="28594"/>
                </a:lnTo>
                <a:lnTo>
                  <a:pt x="108710" y="53596"/>
                </a:lnTo>
                <a:lnTo>
                  <a:pt x="108281" y="40845"/>
                </a:lnTo>
                <a:lnTo>
                  <a:pt x="116297" y="32674"/>
                </a:lnTo>
                <a:lnTo>
                  <a:pt x="120300" y="28594"/>
                </a:lnTo>
                <a:lnTo>
                  <a:pt x="128242" y="20422"/>
                </a:lnTo>
                <a:lnTo>
                  <a:pt x="116222" y="32674"/>
                </a:lnTo>
                <a:lnTo>
                  <a:pt x="112252" y="20422"/>
                </a:lnTo>
                <a:lnTo>
                  <a:pt x="124271" y="8171"/>
                </a:lnTo>
                <a:lnTo>
                  <a:pt x="124271" y="0"/>
                </a:lnTo>
                <a:lnTo>
                  <a:pt x="117617" y="0"/>
                </a:lnTo>
                <a:lnTo>
                  <a:pt x="112252" y="5490"/>
                </a:lnTo>
                <a:lnTo>
                  <a:pt x="112252" y="8171"/>
                </a:lnTo>
                <a:close/>
              </a:path>
              <a:path w="136290" h="122525">
                <a:moveTo>
                  <a:pt x="112252" y="20422"/>
                </a:moveTo>
                <a:lnTo>
                  <a:pt x="116222" y="32674"/>
                </a:lnTo>
                <a:lnTo>
                  <a:pt x="128242" y="20422"/>
                </a:lnTo>
                <a:lnTo>
                  <a:pt x="130924" y="0"/>
                </a:lnTo>
                <a:lnTo>
                  <a:pt x="124271" y="0"/>
                </a:lnTo>
                <a:lnTo>
                  <a:pt x="124271" y="8171"/>
                </a:lnTo>
                <a:lnTo>
                  <a:pt x="112252" y="20422"/>
                </a:lnTo>
                <a:close/>
              </a:path>
              <a:path w="136290" h="122525">
                <a:moveTo>
                  <a:pt x="120300" y="32674"/>
                </a:moveTo>
                <a:lnTo>
                  <a:pt x="120300" y="40845"/>
                </a:lnTo>
                <a:lnTo>
                  <a:pt x="128242" y="40845"/>
                </a:lnTo>
                <a:lnTo>
                  <a:pt x="128242" y="32674"/>
                </a:lnTo>
                <a:lnTo>
                  <a:pt x="120300" y="32674"/>
                </a:lnTo>
                <a:close/>
              </a:path>
              <a:path w="136290" h="122525">
                <a:moveTo>
                  <a:pt x="112252" y="44925"/>
                </a:moveTo>
                <a:lnTo>
                  <a:pt x="112251" y="50001"/>
                </a:lnTo>
                <a:lnTo>
                  <a:pt x="120300" y="41833"/>
                </a:lnTo>
                <a:lnTo>
                  <a:pt x="120300" y="40845"/>
                </a:lnTo>
                <a:lnTo>
                  <a:pt x="112252" y="44925"/>
                </a:lnTo>
                <a:close/>
              </a:path>
              <a:path w="136290" h="122525">
                <a:moveTo>
                  <a:pt x="88213" y="73519"/>
                </a:moveTo>
                <a:lnTo>
                  <a:pt x="88213" y="81680"/>
                </a:lnTo>
                <a:lnTo>
                  <a:pt x="96154" y="81680"/>
                </a:lnTo>
                <a:lnTo>
                  <a:pt x="96154" y="73519"/>
                </a:lnTo>
                <a:lnTo>
                  <a:pt x="88213" y="73519"/>
                </a:lnTo>
                <a:close/>
              </a:path>
              <a:path w="136290" h="122525">
                <a:moveTo>
                  <a:pt x="80164" y="81680"/>
                </a:moveTo>
                <a:lnTo>
                  <a:pt x="80164" y="89851"/>
                </a:lnTo>
                <a:lnTo>
                  <a:pt x="88213" y="89851"/>
                </a:lnTo>
                <a:lnTo>
                  <a:pt x="88213" y="81680"/>
                </a:lnTo>
                <a:lnTo>
                  <a:pt x="80164" y="81680"/>
                </a:lnTo>
                <a:close/>
              </a:path>
              <a:path w="136290" h="122525">
                <a:moveTo>
                  <a:pt x="56126" y="85771"/>
                </a:moveTo>
                <a:lnTo>
                  <a:pt x="64067" y="85771"/>
                </a:lnTo>
                <a:lnTo>
                  <a:pt x="68145" y="73519"/>
                </a:lnTo>
                <a:lnTo>
                  <a:pt x="64067" y="77599"/>
                </a:lnTo>
                <a:lnTo>
                  <a:pt x="56126" y="85771"/>
                </a:lnTo>
                <a:close/>
              </a:path>
              <a:path w="136290" h="122525">
                <a:moveTo>
                  <a:pt x="0" y="103502"/>
                </a:moveTo>
                <a:lnTo>
                  <a:pt x="0" y="117034"/>
                </a:lnTo>
                <a:lnTo>
                  <a:pt x="5365" y="122525"/>
                </a:lnTo>
                <a:lnTo>
                  <a:pt x="19960" y="122525"/>
                </a:lnTo>
                <a:lnTo>
                  <a:pt x="15990" y="110274"/>
                </a:lnTo>
                <a:lnTo>
                  <a:pt x="12019" y="98022"/>
                </a:lnTo>
                <a:lnTo>
                  <a:pt x="5365" y="98022"/>
                </a:lnTo>
                <a:lnTo>
                  <a:pt x="0" y="103502"/>
                </a:lnTo>
                <a:close/>
              </a:path>
              <a:path w="136290" h="122525">
                <a:moveTo>
                  <a:pt x="36058" y="89851"/>
                </a:moveTo>
                <a:lnTo>
                  <a:pt x="40028" y="93931"/>
                </a:lnTo>
                <a:lnTo>
                  <a:pt x="40028" y="81680"/>
                </a:lnTo>
                <a:lnTo>
                  <a:pt x="31980" y="81680"/>
                </a:lnTo>
                <a:lnTo>
                  <a:pt x="31980" y="89851"/>
                </a:lnTo>
                <a:lnTo>
                  <a:pt x="40028" y="93931"/>
                </a:lnTo>
                <a:lnTo>
                  <a:pt x="36058" y="89851"/>
                </a:lnTo>
                <a:close/>
              </a:path>
              <a:path w="136290" h="122525">
                <a:moveTo>
                  <a:pt x="44031" y="89851"/>
                </a:moveTo>
                <a:lnTo>
                  <a:pt x="40028" y="81680"/>
                </a:lnTo>
                <a:lnTo>
                  <a:pt x="40028" y="93931"/>
                </a:lnTo>
                <a:lnTo>
                  <a:pt x="44031" y="89851"/>
                </a:lnTo>
                <a:close/>
              </a:path>
              <a:path w="136290" h="122525">
                <a:moveTo>
                  <a:pt x="136290" y="5490"/>
                </a:moveTo>
                <a:lnTo>
                  <a:pt x="130924" y="0"/>
                </a:lnTo>
                <a:lnTo>
                  <a:pt x="128242" y="20422"/>
                </a:lnTo>
                <a:lnTo>
                  <a:pt x="120300" y="28594"/>
                </a:lnTo>
                <a:lnTo>
                  <a:pt x="116297" y="32674"/>
                </a:lnTo>
                <a:lnTo>
                  <a:pt x="108281" y="40845"/>
                </a:lnTo>
                <a:lnTo>
                  <a:pt x="108710" y="53596"/>
                </a:lnTo>
                <a:lnTo>
                  <a:pt x="104203" y="28594"/>
                </a:lnTo>
                <a:lnTo>
                  <a:pt x="112252" y="20389"/>
                </a:lnTo>
                <a:lnTo>
                  <a:pt x="116222" y="16342"/>
                </a:lnTo>
                <a:lnTo>
                  <a:pt x="112252" y="8171"/>
                </a:lnTo>
                <a:lnTo>
                  <a:pt x="104203" y="8171"/>
                </a:lnTo>
                <a:lnTo>
                  <a:pt x="104203" y="16342"/>
                </a:lnTo>
                <a:lnTo>
                  <a:pt x="112251" y="16342"/>
                </a:lnTo>
                <a:lnTo>
                  <a:pt x="112252" y="12251"/>
                </a:lnTo>
                <a:lnTo>
                  <a:pt x="112251" y="16342"/>
                </a:lnTo>
                <a:lnTo>
                  <a:pt x="104203" y="16342"/>
                </a:lnTo>
                <a:lnTo>
                  <a:pt x="104203" y="53096"/>
                </a:lnTo>
                <a:lnTo>
                  <a:pt x="112252" y="65348"/>
                </a:lnTo>
                <a:lnTo>
                  <a:pt x="112252" y="44925"/>
                </a:lnTo>
                <a:lnTo>
                  <a:pt x="120300" y="40845"/>
                </a:lnTo>
                <a:lnTo>
                  <a:pt x="120300" y="32674"/>
                </a:lnTo>
                <a:lnTo>
                  <a:pt x="136290" y="32674"/>
                </a:lnTo>
                <a:lnTo>
                  <a:pt x="136290" y="5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6192327" y="4916349"/>
            <a:ext cx="20068" cy="21411"/>
          </a:xfrm>
          <a:custGeom>
            <a:avLst/>
            <a:gdLst/>
            <a:ahLst/>
            <a:cxnLst/>
            <a:rect l="l" t="t" r="r" b="b"/>
            <a:pathLst>
              <a:path w="20068" h="21411">
                <a:moveTo>
                  <a:pt x="0" y="9148"/>
                </a:moveTo>
                <a:lnTo>
                  <a:pt x="8048" y="21411"/>
                </a:lnTo>
                <a:lnTo>
                  <a:pt x="20068" y="9148"/>
                </a:lnTo>
                <a:lnTo>
                  <a:pt x="16097" y="5068"/>
                </a:lnTo>
                <a:lnTo>
                  <a:pt x="16097" y="0"/>
                </a:lnTo>
                <a:lnTo>
                  <a:pt x="8048" y="8161"/>
                </a:lnTo>
                <a:lnTo>
                  <a:pt x="8048" y="9148"/>
                </a:lnTo>
                <a:lnTo>
                  <a:pt x="0" y="91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6168288" y="4966343"/>
            <a:ext cx="8048" cy="16331"/>
          </a:xfrm>
          <a:custGeom>
            <a:avLst/>
            <a:gdLst/>
            <a:ahLst/>
            <a:cxnLst/>
            <a:rect l="l" t="t" r="r" b="b"/>
            <a:pathLst>
              <a:path w="8048" h="16331">
                <a:moveTo>
                  <a:pt x="8048" y="12251"/>
                </a:moveTo>
                <a:lnTo>
                  <a:pt x="8048" y="0"/>
                </a:lnTo>
                <a:lnTo>
                  <a:pt x="0" y="0"/>
                </a:lnTo>
                <a:lnTo>
                  <a:pt x="0" y="16331"/>
                </a:lnTo>
                <a:lnTo>
                  <a:pt x="8048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6176337" y="5007178"/>
            <a:ext cx="8048" cy="9159"/>
          </a:xfrm>
          <a:custGeom>
            <a:avLst/>
            <a:gdLst/>
            <a:ahLst/>
            <a:cxnLst/>
            <a:rect l="l" t="t" r="r" b="b"/>
            <a:pathLst>
              <a:path w="8048" h="9159">
                <a:moveTo>
                  <a:pt x="0" y="4091"/>
                </a:moveTo>
                <a:lnTo>
                  <a:pt x="0" y="9159"/>
                </a:lnTo>
                <a:lnTo>
                  <a:pt x="8048" y="998"/>
                </a:lnTo>
                <a:lnTo>
                  <a:pt x="8048" y="0"/>
                </a:lnTo>
                <a:lnTo>
                  <a:pt x="0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6144249" y="4982675"/>
            <a:ext cx="24038" cy="49005"/>
          </a:xfrm>
          <a:custGeom>
            <a:avLst/>
            <a:gdLst/>
            <a:ahLst/>
            <a:cxnLst/>
            <a:rect l="l" t="t" r="r" b="b"/>
            <a:pathLst>
              <a:path w="24038" h="49005">
                <a:moveTo>
                  <a:pt x="24038" y="0"/>
                </a:moveTo>
                <a:lnTo>
                  <a:pt x="15990" y="0"/>
                </a:lnTo>
                <a:lnTo>
                  <a:pt x="15989" y="15387"/>
                </a:lnTo>
                <a:lnTo>
                  <a:pt x="12019" y="24502"/>
                </a:lnTo>
                <a:lnTo>
                  <a:pt x="5365" y="24502"/>
                </a:lnTo>
                <a:lnTo>
                  <a:pt x="0" y="29993"/>
                </a:lnTo>
                <a:lnTo>
                  <a:pt x="0" y="43525"/>
                </a:lnTo>
                <a:lnTo>
                  <a:pt x="5365" y="49005"/>
                </a:lnTo>
                <a:lnTo>
                  <a:pt x="12019" y="49005"/>
                </a:lnTo>
                <a:lnTo>
                  <a:pt x="8048" y="36754"/>
                </a:lnTo>
                <a:lnTo>
                  <a:pt x="20068" y="24502"/>
                </a:lnTo>
                <a:lnTo>
                  <a:pt x="15990" y="20422"/>
                </a:lnTo>
                <a:lnTo>
                  <a:pt x="19531" y="11763"/>
                </a:lnTo>
                <a:lnTo>
                  <a:pt x="2403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6152298" y="4998063"/>
            <a:ext cx="7941" cy="9115"/>
          </a:xfrm>
          <a:custGeom>
            <a:avLst/>
            <a:gdLst/>
            <a:ahLst/>
            <a:cxnLst/>
            <a:rect l="l" t="t" r="r" b="b"/>
            <a:pathLst>
              <a:path w="7941" h="9115">
                <a:moveTo>
                  <a:pt x="0" y="8127"/>
                </a:moveTo>
                <a:lnTo>
                  <a:pt x="0" y="9115"/>
                </a:lnTo>
                <a:lnTo>
                  <a:pt x="3970" y="9115"/>
                </a:lnTo>
                <a:lnTo>
                  <a:pt x="7941" y="0"/>
                </a:lnTo>
                <a:lnTo>
                  <a:pt x="0" y="81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6152298" y="4958172"/>
            <a:ext cx="40028" cy="73508"/>
          </a:xfrm>
          <a:custGeom>
            <a:avLst/>
            <a:gdLst/>
            <a:ahLst/>
            <a:cxnLst/>
            <a:rect l="l" t="t" r="r" b="b"/>
            <a:pathLst>
              <a:path w="40028" h="73508">
                <a:moveTo>
                  <a:pt x="32087" y="0"/>
                </a:moveTo>
                <a:lnTo>
                  <a:pt x="24038" y="0"/>
                </a:lnTo>
                <a:lnTo>
                  <a:pt x="24038" y="20422"/>
                </a:lnTo>
                <a:lnTo>
                  <a:pt x="15990" y="24502"/>
                </a:lnTo>
                <a:lnTo>
                  <a:pt x="11482" y="36266"/>
                </a:lnTo>
                <a:lnTo>
                  <a:pt x="7941" y="44925"/>
                </a:lnTo>
                <a:lnTo>
                  <a:pt x="12019" y="49005"/>
                </a:lnTo>
                <a:lnTo>
                  <a:pt x="0" y="61257"/>
                </a:lnTo>
                <a:lnTo>
                  <a:pt x="3970" y="73508"/>
                </a:lnTo>
                <a:lnTo>
                  <a:pt x="24038" y="73508"/>
                </a:lnTo>
                <a:lnTo>
                  <a:pt x="20497" y="61756"/>
                </a:lnTo>
                <a:lnTo>
                  <a:pt x="15990" y="36754"/>
                </a:lnTo>
                <a:lnTo>
                  <a:pt x="20068" y="49005"/>
                </a:lnTo>
                <a:lnTo>
                  <a:pt x="32087" y="36754"/>
                </a:lnTo>
                <a:lnTo>
                  <a:pt x="40028" y="49005"/>
                </a:lnTo>
                <a:lnTo>
                  <a:pt x="40028" y="32674"/>
                </a:lnTo>
                <a:lnTo>
                  <a:pt x="28009" y="32674"/>
                </a:lnTo>
                <a:lnTo>
                  <a:pt x="28009" y="24502"/>
                </a:lnTo>
                <a:lnTo>
                  <a:pt x="15990" y="28594"/>
                </a:lnTo>
                <a:lnTo>
                  <a:pt x="28009" y="24502"/>
                </a:lnTo>
                <a:lnTo>
                  <a:pt x="32087" y="12218"/>
                </a:lnTo>
                <a:lnTo>
                  <a:pt x="320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6168288" y="4994926"/>
            <a:ext cx="24038" cy="36754"/>
          </a:xfrm>
          <a:custGeom>
            <a:avLst/>
            <a:gdLst/>
            <a:ahLst/>
            <a:cxnLst/>
            <a:rect l="l" t="t" r="r" b="b"/>
            <a:pathLst>
              <a:path w="24038" h="36754">
                <a:moveTo>
                  <a:pt x="8048" y="36754"/>
                </a:moveTo>
                <a:lnTo>
                  <a:pt x="8048" y="16342"/>
                </a:lnTo>
                <a:lnTo>
                  <a:pt x="16097" y="12251"/>
                </a:lnTo>
                <a:lnTo>
                  <a:pt x="24038" y="12251"/>
                </a:lnTo>
                <a:lnTo>
                  <a:pt x="16097" y="0"/>
                </a:lnTo>
                <a:lnTo>
                  <a:pt x="4077" y="12251"/>
                </a:lnTo>
                <a:lnTo>
                  <a:pt x="0" y="0"/>
                </a:lnTo>
                <a:lnTo>
                  <a:pt x="4507" y="25002"/>
                </a:lnTo>
                <a:lnTo>
                  <a:pt x="8048" y="36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6184385" y="4884663"/>
            <a:ext cx="64174" cy="106183"/>
          </a:xfrm>
          <a:custGeom>
            <a:avLst/>
            <a:gdLst/>
            <a:ahLst/>
            <a:cxnLst/>
            <a:rect l="l" t="t" r="r" b="b"/>
            <a:pathLst>
              <a:path w="64174" h="106183">
                <a:moveTo>
                  <a:pt x="32087" y="65348"/>
                </a:moveTo>
                <a:lnTo>
                  <a:pt x="40028" y="65348"/>
                </a:lnTo>
                <a:lnTo>
                  <a:pt x="36594" y="53585"/>
                </a:lnTo>
                <a:lnTo>
                  <a:pt x="36058" y="32674"/>
                </a:lnTo>
                <a:lnTo>
                  <a:pt x="44106" y="16331"/>
                </a:lnTo>
                <a:lnTo>
                  <a:pt x="64174" y="16331"/>
                </a:lnTo>
                <a:lnTo>
                  <a:pt x="64174" y="0"/>
                </a:lnTo>
                <a:lnTo>
                  <a:pt x="56126" y="4080"/>
                </a:lnTo>
                <a:lnTo>
                  <a:pt x="56126" y="12251"/>
                </a:lnTo>
                <a:lnTo>
                  <a:pt x="56126" y="4080"/>
                </a:lnTo>
                <a:lnTo>
                  <a:pt x="44106" y="8171"/>
                </a:lnTo>
                <a:lnTo>
                  <a:pt x="32087" y="20422"/>
                </a:lnTo>
                <a:lnTo>
                  <a:pt x="32087" y="53096"/>
                </a:lnTo>
                <a:lnTo>
                  <a:pt x="20068" y="65348"/>
                </a:lnTo>
                <a:lnTo>
                  <a:pt x="12019" y="73508"/>
                </a:lnTo>
                <a:lnTo>
                  <a:pt x="0" y="85760"/>
                </a:lnTo>
                <a:lnTo>
                  <a:pt x="7941" y="93931"/>
                </a:lnTo>
                <a:lnTo>
                  <a:pt x="7941" y="102102"/>
                </a:lnTo>
                <a:lnTo>
                  <a:pt x="7941" y="93931"/>
                </a:lnTo>
                <a:lnTo>
                  <a:pt x="3970" y="98011"/>
                </a:lnTo>
                <a:lnTo>
                  <a:pt x="7941" y="106183"/>
                </a:lnTo>
                <a:lnTo>
                  <a:pt x="15990" y="106183"/>
                </a:lnTo>
                <a:lnTo>
                  <a:pt x="15990" y="98011"/>
                </a:lnTo>
                <a:lnTo>
                  <a:pt x="24038" y="98011"/>
                </a:lnTo>
                <a:lnTo>
                  <a:pt x="15990" y="85760"/>
                </a:lnTo>
                <a:lnTo>
                  <a:pt x="12019" y="81680"/>
                </a:lnTo>
                <a:lnTo>
                  <a:pt x="24038" y="69428"/>
                </a:lnTo>
                <a:lnTo>
                  <a:pt x="24038" y="77599"/>
                </a:lnTo>
                <a:lnTo>
                  <a:pt x="32087" y="81680"/>
                </a:lnTo>
                <a:lnTo>
                  <a:pt x="32087" y="61257"/>
                </a:lnTo>
                <a:lnTo>
                  <a:pt x="32087" y="653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6180307" y="4941840"/>
            <a:ext cx="16097" cy="49005"/>
          </a:xfrm>
          <a:custGeom>
            <a:avLst/>
            <a:gdLst/>
            <a:ahLst/>
            <a:cxnLst/>
            <a:rect l="l" t="t" r="r" b="b"/>
            <a:pathLst>
              <a:path w="16097" h="49005">
                <a:moveTo>
                  <a:pt x="4077" y="28550"/>
                </a:moveTo>
                <a:lnTo>
                  <a:pt x="8048" y="24502"/>
                </a:lnTo>
                <a:lnTo>
                  <a:pt x="4077" y="20422"/>
                </a:lnTo>
                <a:lnTo>
                  <a:pt x="8048" y="24502"/>
                </a:lnTo>
                <a:lnTo>
                  <a:pt x="4077" y="28550"/>
                </a:lnTo>
                <a:lnTo>
                  <a:pt x="0" y="40834"/>
                </a:lnTo>
                <a:lnTo>
                  <a:pt x="0" y="49005"/>
                </a:lnTo>
                <a:lnTo>
                  <a:pt x="12019" y="49005"/>
                </a:lnTo>
                <a:lnTo>
                  <a:pt x="8048" y="40834"/>
                </a:lnTo>
                <a:lnTo>
                  <a:pt x="12019" y="36754"/>
                </a:lnTo>
                <a:lnTo>
                  <a:pt x="4077" y="28583"/>
                </a:lnTo>
                <a:lnTo>
                  <a:pt x="16097" y="16331"/>
                </a:lnTo>
                <a:lnTo>
                  <a:pt x="12019" y="12251"/>
                </a:lnTo>
                <a:lnTo>
                  <a:pt x="12019" y="0"/>
                </a:lnTo>
                <a:lnTo>
                  <a:pt x="4077" y="0"/>
                </a:lnTo>
                <a:lnTo>
                  <a:pt x="4077" y="285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6192327" y="4868331"/>
            <a:ext cx="64174" cy="73508"/>
          </a:xfrm>
          <a:custGeom>
            <a:avLst/>
            <a:gdLst/>
            <a:ahLst/>
            <a:cxnLst/>
            <a:rect l="l" t="t" r="r" b="b"/>
            <a:pathLst>
              <a:path w="64174" h="73508">
                <a:moveTo>
                  <a:pt x="32087" y="8160"/>
                </a:moveTo>
                <a:lnTo>
                  <a:pt x="24145" y="8160"/>
                </a:lnTo>
                <a:lnTo>
                  <a:pt x="24145" y="28583"/>
                </a:lnTo>
                <a:lnTo>
                  <a:pt x="24146" y="24502"/>
                </a:lnTo>
                <a:lnTo>
                  <a:pt x="16097" y="24502"/>
                </a:lnTo>
                <a:lnTo>
                  <a:pt x="16097" y="53086"/>
                </a:lnTo>
                <a:lnTo>
                  <a:pt x="20068" y="57166"/>
                </a:lnTo>
                <a:lnTo>
                  <a:pt x="19638" y="44426"/>
                </a:lnTo>
                <a:lnTo>
                  <a:pt x="20068" y="57166"/>
                </a:lnTo>
                <a:lnTo>
                  <a:pt x="8048" y="69428"/>
                </a:lnTo>
                <a:lnTo>
                  <a:pt x="0" y="57166"/>
                </a:lnTo>
                <a:lnTo>
                  <a:pt x="0" y="73508"/>
                </a:lnTo>
                <a:lnTo>
                  <a:pt x="12126" y="73508"/>
                </a:lnTo>
                <a:lnTo>
                  <a:pt x="24145" y="69428"/>
                </a:lnTo>
                <a:lnTo>
                  <a:pt x="24145" y="36754"/>
                </a:lnTo>
                <a:lnTo>
                  <a:pt x="36165" y="24502"/>
                </a:lnTo>
                <a:lnTo>
                  <a:pt x="44213" y="16331"/>
                </a:lnTo>
                <a:lnTo>
                  <a:pt x="64174" y="16331"/>
                </a:lnTo>
                <a:lnTo>
                  <a:pt x="64174" y="0"/>
                </a:lnTo>
                <a:lnTo>
                  <a:pt x="52155" y="0"/>
                </a:lnTo>
                <a:lnTo>
                  <a:pt x="56233" y="4080"/>
                </a:lnTo>
                <a:lnTo>
                  <a:pt x="56233" y="12251"/>
                </a:lnTo>
                <a:lnTo>
                  <a:pt x="56233" y="4080"/>
                </a:lnTo>
                <a:lnTo>
                  <a:pt x="44213" y="8160"/>
                </a:lnTo>
                <a:lnTo>
                  <a:pt x="32087" y="20411"/>
                </a:lnTo>
                <a:lnTo>
                  <a:pt x="32087" y="81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6196405" y="4954092"/>
            <a:ext cx="20068" cy="28583"/>
          </a:xfrm>
          <a:custGeom>
            <a:avLst/>
            <a:gdLst/>
            <a:ahLst/>
            <a:cxnLst/>
            <a:rect l="l" t="t" r="r" b="b"/>
            <a:pathLst>
              <a:path w="20068" h="28583">
                <a:moveTo>
                  <a:pt x="12019" y="12251"/>
                </a:moveTo>
                <a:lnTo>
                  <a:pt x="20068" y="12251"/>
                </a:lnTo>
                <a:lnTo>
                  <a:pt x="12019" y="8171"/>
                </a:lnTo>
                <a:lnTo>
                  <a:pt x="12019" y="0"/>
                </a:lnTo>
                <a:lnTo>
                  <a:pt x="0" y="12251"/>
                </a:lnTo>
                <a:lnTo>
                  <a:pt x="3970" y="16331"/>
                </a:lnTo>
                <a:lnTo>
                  <a:pt x="12019" y="28583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6220443" y="4905086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3970" y="44925"/>
                </a:moveTo>
                <a:lnTo>
                  <a:pt x="3970" y="24502"/>
                </a:lnTo>
                <a:lnTo>
                  <a:pt x="12019" y="12251"/>
                </a:lnTo>
                <a:lnTo>
                  <a:pt x="12019" y="8160"/>
                </a:lnTo>
                <a:lnTo>
                  <a:pt x="12019" y="12251"/>
                </a:lnTo>
                <a:lnTo>
                  <a:pt x="20068" y="12251"/>
                </a:lnTo>
                <a:lnTo>
                  <a:pt x="12019" y="0"/>
                </a:lnTo>
                <a:lnTo>
                  <a:pt x="0" y="12251"/>
                </a:lnTo>
                <a:lnTo>
                  <a:pt x="536" y="33162"/>
                </a:lnTo>
                <a:lnTo>
                  <a:pt x="3970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6224414" y="4802983"/>
            <a:ext cx="56233" cy="69428"/>
          </a:xfrm>
          <a:custGeom>
            <a:avLst/>
            <a:gdLst/>
            <a:ahLst/>
            <a:cxnLst/>
            <a:rect l="l" t="t" r="r" b="b"/>
            <a:pathLst>
              <a:path w="56233" h="69428">
                <a:moveTo>
                  <a:pt x="37560" y="0"/>
                </a:moveTo>
                <a:lnTo>
                  <a:pt x="32087" y="5490"/>
                </a:lnTo>
                <a:lnTo>
                  <a:pt x="32087" y="20422"/>
                </a:lnTo>
                <a:lnTo>
                  <a:pt x="36165" y="24502"/>
                </a:lnTo>
                <a:lnTo>
                  <a:pt x="36165" y="32674"/>
                </a:lnTo>
                <a:lnTo>
                  <a:pt x="40136" y="36754"/>
                </a:lnTo>
                <a:lnTo>
                  <a:pt x="40136" y="44925"/>
                </a:lnTo>
                <a:lnTo>
                  <a:pt x="40136" y="36754"/>
                </a:lnTo>
                <a:lnTo>
                  <a:pt x="28116" y="40845"/>
                </a:lnTo>
                <a:lnTo>
                  <a:pt x="16097" y="53096"/>
                </a:lnTo>
                <a:lnTo>
                  <a:pt x="16097" y="40845"/>
                </a:lnTo>
                <a:lnTo>
                  <a:pt x="8048" y="40845"/>
                </a:lnTo>
                <a:lnTo>
                  <a:pt x="8048" y="57177"/>
                </a:lnTo>
                <a:lnTo>
                  <a:pt x="0" y="57177"/>
                </a:lnTo>
                <a:lnTo>
                  <a:pt x="8048" y="69428"/>
                </a:lnTo>
                <a:lnTo>
                  <a:pt x="8048" y="61257"/>
                </a:lnTo>
                <a:lnTo>
                  <a:pt x="8048" y="69428"/>
                </a:lnTo>
                <a:lnTo>
                  <a:pt x="20068" y="57177"/>
                </a:lnTo>
                <a:lnTo>
                  <a:pt x="32087" y="53096"/>
                </a:lnTo>
                <a:lnTo>
                  <a:pt x="28116" y="49005"/>
                </a:lnTo>
                <a:lnTo>
                  <a:pt x="48184" y="49005"/>
                </a:lnTo>
                <a:lnTo>
                  <a:pt x="48184" y="32674"/>
                </a:lnTo>
                <a:lnTo>
                  <a:pt x="56233" y="32674"/>
                </a:lnTo>
                <a:lnTo>
                  <a:pt x="48184" y="20422"/>
                </a:lnTo>
                <a:lnTo>
                  <a:pt x="48184" y="28594"/>
                </a:lnTo>
                <a:lnTo>
                  <a:pt x="48184" y="20422"/>
                </a:lnTo>
                <a:lnTo>
                  <a:pt x="44106" y="8171"/>
                </a:lnTo>
                <a:lnTo>
                  <a:pt x="32087" y="12251"/>
                </a:lnTo>
                <a:lnTo>
                  <a:pt x="44106" y="8171"/>
                </a:lnTo>
                <a:lnTo>
                  <a:pt x="375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6240511" y="4811154"/>
            <a:ext cx="20068" cy="32674"/>
          </a:xfrm>
          <a:custGeom>
            <a:avLst/>
            <a:gdLst/>
            <a:ahLst/>
            <a:cxnLst/>
            <a:rect l="l" t="t" r="r" b="b"/>
            <a:pathLst>
              <a:path w="20068" h="32674">
                <a:moveTo>
                  <a:pt x="15990" y="0"/>
                </a:moveTo>
                <a:lnTo>
                  <a:pt x="8048" y="0"/>
                </a:lnTo>
                <a:lnTo>
                  <a:pt x="8048" y="20422"/>
                </a:lnTo>
                <a:lnTo>
                  <a:pt x="8048" y="16331"/>
                </a:lnTo>
                <a:lnTo>
                  <a:pt x="0" y="16331"/>
                </a:lnTo>
                <a:lnTo>
                  <a:pt x="0" y="32674"/>
                </a:lnTo>
                <a:lnTo>
                  <a:pt x="8048" y="28583"/>
                </a:lnTo>
                <a:lnTo>
                  <a:pt x="20068" y="16331"/>
                </a:lnTo>
                <a:lnTo>
                  <a:pt x="15990" y="12251"/>
                </a:lnTo>
                <a:lnTo>
                  <a:pt x="1599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6224414" y="4851989"/>
            <a:ext cx="40136" cy="36754"/>
          </a:xfrm>
          <a:custGeom>
            <a:avLst/>
            <a:gdLst/>
            <a:ahLst/>
            <a:cxnLst/>
            <a:rect l="l" t="t" r="r" b="b"/>
            <a:pathLst>
              <a:path w="40136" h="36754">
                <a:moveTo>
                  <a:pt x="0" y="8171"/>
                </a:moveTo>
                <a:lnTo>
                  <a:pt x="0" y="28594"/>
                </a:lnTo>
                <a:lnTo>
                  <a:pt x="0" y="24502"/>
                </a:lnTo>
                <a:lnTo>
                  <a:pt x="0" y="36754"/>
                </a:lnTo>
                <a:lnTo>
                  <a:pt x="12126" y="24502"/>
                </a:lnTo>
                <a:lnTo>
                  <a:pt x="24145" y="20422"/>
                </a:lnTo>
                <a:lnTo>
                  <a:pt x="20068" y="16342"/>
                </a:lnTo>
                <a:lnTo>
                  <a:pt x="40136" y="16342"/>
                </a:lnTo>
                <a:lnTo>
                  <a:pt x="40136" y="0"/>
                </a:lnTo>
                <a:lnTo>
                  <a:pt x="28116" y="0"/>
                </a:lnTo>
                <a:lnTo>
                  <a:pt x="32087" y="4091"/>
                </a:lnTo>
                <a:lnTo>
                  <a:pt x="32087" y="12251"/>
                </a:lnTo>
                <a:lnTo>
                  <a:pt x="32087" y="4091"/>
                </a:lnTo>
                <a:lnTo>
                  <a:pt x="20068" y="8171"/>
                </a:lnTo>
                <a:lnTo>
                  <a:pt x="8048" y="20422"/>
                </a:lnTo>
                <a:lnTo>
                  <a:pt x="0" y="81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6228492" y="4884663"/>
            <a:ext cx="20068" cy="8171"/>
          </a:xfrm>
          <a:custGeom>
            <a:avLst/>
            <a:gdLst/>
            <a:ahLst/>
            <a:cxnLst/>
            <a:rect l="l" t="t" r="r" b="b"/>
            <a:pathLst>
              <a:path w="20068" h="8171">
                <a:moveTo>
                  <a:pt x="8048" y="0"/>
                </a:moveTo>
                <a:lnTo>
                  <a:pt x="0" y="8171"/>
                </a:lnTo>
                <a:lnTo>
                  <a:pt x="12019" y="4080"/>
                </a:lnTo>
                <a:lnTo>
                  <a:pt x="20068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6220443" y="4900995"/>
            <a:ext cx="20068" cy="16342"/>
          </a:xfrm>
          <a:custGeom>
            <a:avLst/>
            <a:gdLst/>
            <a:ahLst/>
            <a:cxnLst/>
            <a:rect l="l" t="t" r="r" b="b"/>
            <a:pathLst>
              <a:path w="20068" h="16342">
                <a:moveTo>
                  <a:pt x="12019" y="4091"/>
                </a:moveTo>
                <a:lnTo>
                  <a:pt x="20068" y="16342"/>
                </a:lnTo>
                <a:lnTo>
                  <a:pt x="20068" y="0"/>
                </a:lnTo>
                <a:lnTo>
                  <a:pt x="8048" y="0"/>
                </a:lnTo>
                <a:lnTo>
                  <a:pt x="0" y="16342"/>
                </a:lnTo>
                <a:lnTo>
                  <a:pt x="12019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6224414" y="4917337"/>
            <a:ext cx="8048" cy="17396"/>
          </a:xfrm>
          <a:custGeom>
            <a:avLst/>
            <a:gdLst/>
            <a:ahLst/>
            <a:cxnLst/>
            <a:rect l="l" t="t" r="r" b="b"/>
            <a:pathLst>
              <a:path w="8048" h="17396">
                <a:moveTo>
                  <a:pt x="0" y="12251"/>
                </a:moveTo>
                <a:lnTo>
                  <a:pt x="0" y="17396"/>
                </a:lnTo>
                <a:lnTo>
                  <a:pt x="8048" y="9158"/>
                </a:lnTo>
                <a:lnTo>
                  <a:pt x="8048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6261974" y="4802983"/>
            <a:ext cx="18672" cy="32674"/>
          </a:xfrm>
          <a:custGeom>
            <a:avLst/>
            <a:gdLst/>
            <a:ahLst/>
            <a:cxnLst/>
            <a:rect l="l" t="t" r="r" b="b"/>
            <a:pathLst>
              <a:path w="18672" h="32674">
                <a:moveTo>
                  <a:pt x="18672" y="12251"/>
                </a:moveTo>
                <a:lnTo>
                  <a:pt x="18672" y="5490"/>
                </a:lnTo>
                <a:lnTo>
                  <a:pt x="13199" y="0"/>
                </a:lnTo>
                <a:lnTo>
                  <a:pt x="0" y="0"/>
                </a:lnTo>
                <a:lnTo>
                  <a:pt x="6546" y="8171"/>
                </a:lnTo>
                <a:lnTo>
                  <a:pt x="10624" y="20422"/>
                </a:lnTo>
                <a:lnTo>
                  <a:pt x="18672" y="32674"/>
                </a:lnTo>
                <a:lnTo>
                  <a:pt x="18672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6240511" y="4827486"/>
            <a:ext cx="24038" cy="28594"/>
          </a:xfrm>
          <a:custGeom>
            <a:avLst/>
            <a:gdLst/>
            <a:ahLst/>
            <a:cxnLst/>
            <a:rect l="l" t="t" r="r" b="b"/>
            <a:pathLst>
              <a:path w="24038" h="28594">
                <a:moveTo>
                  <a:pt x="12019" y="16342"/>
                </a:moveTo>
                <a:lnTo>
                  <a:pt x="24038" y="12251"/>
                </a:lnTo>
                <a:lnTo>
                  <a:pt x="20068" y="8171"/>
                </a:lnTo>
                <a:lnTo>
                  <a:pt x="20068" y="0"/>
                </a:lnTo>
                <a:lnTo>
                  <a:pt x="8048" y="12251"/>
                </a:lnTo>
                <a:lnTo>
                  <a:pt x="0" y="16342"/>
                </a:lnTo>
                <a:lnTo>
                  <a:pt x="0" y="28594"/>
                </a:lnTo>
                <a:lnTo>
                  <a:pt x="12019" y="16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6192327" y="4937760"/>
            <a:ext cx="24145" cy="20411"/>
          </a:xfrm>
          <a:custGeom>
            <a:avLst/>
            <a:gdLst/>
            <a:ahLst/>
            <a:cxnLst/>
            <a:rect l="l" t="t" r="r" b="b"/>
            <a:pathLst>
              <a:path w="24145" h="20411">
                <a:moveTo>
                  <a:pt x="12126" y="4080"/>
                </a:moveTo>
                <a:lnTo>
                  <a:pt x="0" y="4080"/>
                </a:lnTo>
                <a:lnTo>
                  <a:pt x="0" y="16331"/>
                </a:lnTo>
                <a:lnTo>
                  <a:pt x="4077" y="20411"/>
                </a:lnTo>
                <a:lnTo>
                  <a:pt x="12126" y="12251"/>
                </a:lnTo>
                <a:lnTo>
                  <a:pt x="24145" y="0"/>
                </a:lnTo>
                <a:lnTo>
                  <a:pt x="12126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6360812" y="4500776"/>
            <a:ext cx="16097" cy="49005"/>
          </a:xfrm>
          <a:custGeom>
            <a:avLst/>
            <a:gdLst/>
            <a:ahLst/>
            <a:cxnLst/>
            <a:rect l="l" t="t" r="r" b="b"/>
            <a:pathLst>
              <a:path w="16097" h="49005">
                <a:moveTo>
                  <a:pt x="12019" y="24502"/>
                </a:moveTo>
                <a:lnTo>
                  <a:pt x="12019" y="0"/>
                </a:lnTo>
                <a:lnTo>
                  <a:pt x="5365" y="0"/>
                </a:lnTo>
                <a:lnTo>
                  <a:pt x="0" y="5480"/>
                </a:lnTo>
                <a:lnTo>
                  <a:pt x="0" y="36754"/>
                </a:lnTo>
                <a:lnTo>
                  <a:pt x="3970" y="49005"/>
                </a:lnTo>
                <a:lnTo>
                  <a:pt x="16097" y="36754"/>
                </a:lnTo>
                <a:lnTo>
                  <a:pt x="12019" y="0"/>
                </a:lnTo>
                <a:lnTo>
                  <a:pt x="12019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6284618" y="4753977"/>
            <a:ext cx="20068" cy="16331"/>
          </a:xfrm>
          <a:custGeom>
            <a:avLst/>
            <a:gdLst/>
            <a:ahLst/>
            <a:cxnLst/>
            <a:rect l="l" t="t" r="r" b="b"/>
            <a:pathLst>
              <a:path w="20068" h="16331">
                <a:moveTo>
                  <a:pt x="12019" y="4080"/>
                </a:moveTo>
                <a:lnTo>
                  <a:pt x="20068" y="16331"/>
                </a:lnTo>
                <a:lnTo>
                  <a:pt x="20068" y="0"/>
                </a:lnTo>
                <a:lnTo>
                  <a:pt x="8048" y="0"/>
                </a:lnTo>
                <a:lnTo>
                  <a:pt x="0" y="16331"/>
                </a:lnTo>
                <a:lnTo>
                  <a:pt x="12019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6261974" y="4798903"/>
            <a:ext cx="6546" cy="28583"/>
          </a:xfrm>
          <a:custGeom>
            <a:avLst/>
            <a:gdLst/>
            <a:ahLst/>
            <a:cxnLst/>
            <a:rect l="l" t="t" r="r" b="b"/>
            <a:pathLst>
              <a:path w="6546" h="28583">
                <a:moveTo>
                  <a:pt x="6546" y="28583"/>
                </a:moveTo>
                <a:lnTo>
                  <a:pt x="2575" y="0"/>
                </a:lnTo>
                <a:lnTo>
                  <a:pt x="0" y="28583"/>
                </a:lnTo>
                <a:lnTo>
                  <a:pt x="6546" y="285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6256501" y="4729474"/>
            <a:ext cx="36165" cy="98011"/>
          </a:xfrm>
          <a:custGeom>
            <a:avLst/>
            <a:gdLst/>
            <a:ahLst/>
            <a:cxnLst/>
            <a:rect l="l" t="t" r="r" b="b"/>
            <a:pathLst>
              <a:path w="36165" h="98011">
                <a:moveTo>
                  <a:pt x="32087" y="0"/>
                </a:moveTo>
                <a:lnTo>
                  <a:pt x="24145" y="0"/>
                </a:lnTo>
                <a:lnTo>
                  <a:pt x="24145" y="20422"/>
                </a:lnTo>
                <a:lnTo>
                  <a:pt x="24145" y="16331"/>
                </a:lnTo>
                <a:lnTo>
                  <a:pt x="20604" y="86259"/>
                </a:lnTo>
                <a:lnTo>
                  <a:pt x="19638" y="36255"/>
                </a:lnTo>
                <a:lnTo>
                  <a:pt x="16097" y="39849"/>
                </a:lnTo>
                <a:lnTo>
                  <a:pt x="11590" y="60758"/>
                </a:lnTo>
                <a:lnTo>
                  <a:pt x="8048" y="64352"/>
                </a:lnTo>
                <a:lnTo>
                  <a:pt x="0" y="72521"/>
                </a:lnTo>
                <a:lnTo>
                  <a:pt x="0" y="92531"/>
                </a:lnTo>
                <a:lnTo>
                  <a:pt x="5473" y="98011"/>
                </a:lnTo>
                <a:lnTo>
                  <a:pt x="8048" y="69428"/>
                </a:lnTo>
                <a:lnTo>
                  <a:pt x="12019" y="98011"/>
                </a:lnTo>
                <a:lnTo>
                  <a:pt x="16097" y="44925"/>
                </a:lnTo>
                <a:lnTo>
                  <a:pt x="18672" y="98011"/>
                </a:lnTo>
                <a:lnTo>
                  <a:pt x="24145" y="92531"/>
                </a:lnTo>
                <a:lnTo>
                  <a:pt x="24145" y="28583"/>
                </a:lnTo>
                <a:lnTo>
                  <a:pt x="36165" y="16331"/>
                </a:lnTo>
                <a:lnTo>
                  <a:pt x="32087" y="12251"/>
                </a:lnTo>
                <a:lnTo>
                  <a:pt x="320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6344822" y="4500776"/>
            <a:ext cx="40028" cy="98011"/>
          </a:xfrm>
          <a:custGeom>
            <a:avLst/>
            <a:gdLst/>
            <a:ahLst/>
            <a:cxnLst/>
            <a:rect l="l" t="t" r="r" b="b"/>
            <a:pathLst>
              <a:path w="40028" h="98011">
                <a:moveTo>
                  <a:pt x="40028" y="5480"/>
                </a:moveTo>
                <a:lnTo>
                  <a:pt x="34662" y="0"/>
                </a:lnTo>
                <a:lnTo>
                  <a:pt x="28009" y="0"/>
                </a:lnTo>
                <a:lnTo>
                  <a:pt x="32087" y="36754"/>
                </a:lnTo>
                <a:lnTo>
                  <a:pt x="19960" y="49005"/>
                </a:lnTo>
                <a:lnTo>
                  <a:pt x="15990" y="36754"/>
                </a:lnTo>
                <a:lnTo>
                  <a:pt x="15990" y="24502"/>
                </a:lnTo>
                <a:lnTo>
                  <a:pt x="7941" y="24502"/>
                </a:lnTo>
                <a:lnTo>
                  <a:pt x="7941" y="49005"/>
                </a:lnTo>
                <a:lnTo>
                  <a:pt x="0" y="49005"/>
                </a:lnTo>
                <a:lnTo>
                  <a:pt x="7941" y="61257"/>
                </a:lnTo>
                <a:lnTo>
                  <a:pt x="7941" y="53086"/>
                </a:lnTo>
                <a:lnTo>
                  <a:pt x="7941" y="61257"/>
                </a:lnTo>
                <a:lnTo>
                  <a:pt x="0" y="49005"/>
                </a:lnTo>
                <a:lnTo>
                  <a:pt x="0" y="69428"/>
                </a:lnTo>
                <a:lnTo>
                  <a:pt x="12019" y="73508"/>
                </a:lnTo>
                <a:lnTo>
                  <a:pt x="15990" y="85760"/>
                </a:lnTo>
                <a:lnTo>
                  <a:pt x="15990" y="93931"/>
                </a:lnTo>
                <a:lnTo>
                  <a:pt x="15990" y="85760"/>
                </a:lnTo>
                <a:lnTo>
                  <a:pt x="3970" y="89840"/>
                </a:lnTo>
                <a:lnTo>
                  <a:pt x="3970" y="98011"/>
                </a:lnTo>
                <a:lnTo>
                  <a:pt x="24038" y="98011"/>
                </a:lnTo>
                <a:lnTo>
                  <a:pt x="24038" y="61257"/>
                </a:lnTo>
                <a:lnTo>
                  <a:pt x="32087" y="49005"/>
                </a:lnTo>
                <a:lnTo>
                  <a:pt x="32087" y="44914"/>
                </a:lnTo>
                <a:lnTo>
                  <a:pt x="32087" y="49005"/>
                </a:lnTo>
                <a:lnTo>
                  <a:pt x="40028" y="49005"/>
                </a:lnTo>
                <a:lnTo>
                  <a:pt x="40028" y="54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6320676" y="4602868"/>
            <a:ext cx="40136" cy="85771"/>
          </a:xfrm>
          <a:custGeom>
            <a:avLst/>
            <a:gdLst/>
            <a:ahLst/>
            <a:cxnLst/>
            <a:rect l="l" t="t" r="r" b="b"/>
            <a:pathLst>
              <a:path w="40136" h="85771">
                <a:moveTo>
                  <a:pt x="16097" y="61257"/>
                </a:moveTo>
                <a:lnTo>
                  <a:pt x="24145" y="61257"/>
                </a:lnTo>
                <a:lnTo>
                  <a:pt x="24145" y="24502"/>
                </a:lnTo>
                <a:lnTo>
                  <a:pt x="32087" y="12251"/>
                </a:lnTo>
                <a:lnTo>
                  <a:pt x="32087" y="8171"/>
                </a:lnTo>
                <a:lnTo>
                  <a:pt x="32087" y="12251"/>
                </a:lnTo>
                <a:lnTo>
                  <a:pt x="40136" y="12251"/>
                </a:lnTo>
                <a:lnTo>
                  <a:pt x="32087" y="0"/>
                </a:lnTo>
                <a:lnTo>
                  <a:pt x="20068" y="12251"/>
                </a:lnTo>
                <a:lnTo>
                  <a:pt x="12019" y="36754"/>
                </a:lnTo>
                <a:lnTo>
                  <a:pt x="16097" y="49005"/>
                </a:lnTo>
                <a:lnTo>
                  <a:pt x="16097" y="57177"/>
                </a:lnTo>
                <a:lnTo>
                  <a:pt x="16097" y="49005"/>
                </a:lnTo>
                <a:lnTo>
                  <a:pt x="12019" y="36754"/>
                </a:lnTo>
                <a:lnTo>
                  <a:pt x="0" y="40845"/>
                </a:lnTo>
                <a:lnTo>
                  <a:pt x="12019" y="36754"/>
                </a:lnTo>
                <a:lnTo>
                  <a:pt x="0" y="12251"/>
                </a:lnTo>
                <a:lnTo>
                  <a:pt x="0" y="49005"/>
                </a:lnTo>
                <a:lnTo>
                  <a:pt x="4077" y="61257"/>
                </a:lnTo>
                <a:lnTo>
                  <a:pt x="8048" y="73519"/>
                </a:lnTo>
                <a:lnTo>
                  <a:pt x="8048" y="81680"/>
                </a:lnTo>
                <a:lnTo>
                  <a:pt x="8048" y="73519"/>
                </a:lnTo>
                <a:lnTo>
                  <a:pt x="8048" y="85771"/>
                </a:lnTo>
                <a:lnTo>
                  <a:pt x="16097" y="85771"/>
                </a:lnTo>
                <a:lnTo>
                  <a:pt x="16097" y="612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6268521" y="4774400"/>
            <a:ext cx="6653" cy="53086"/>
          </a:xfrm>
          <a:custGeom>
            <a:avLst/>
            <a:gdLst/>
            <a:ahLst/>
            <a:cxnLst/>
            <a:rect l="l" t="t" r="r" b="b"/>
            <a:pathLst>
              <a:path w="6653" h="53086">
                <a:moveTo>
                  <a:pt x="6653" y="53086"/>
                </a:moveTo>
                <a:lnTo>
                  <a:pt x="4077" y="0"/>
                </a:lnTo>
                <a:lnTo>
                  <a:pt x="0" y="53086"/>
                </a:lnTo>
                <a:lnTo>
                  <a:pt x="6653" y="530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6264550" y="4769324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3541" y="20908"/>
                </a:moveTo>
                <a:lnTo>
                  <a:pt x="8048" y="0"/>
                </a:lnTo>
                <a:lnTo>
                  <a:pt x="0" y="8168"/>
                </a:lnTo>
                <a:lnTo>
                  <a:pt x="0" y="24502"/>
                </a:lnTo>
                <a:lnTo>
                  <a:pt x="3541" y="209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6272599" y="4745806"/>
            <a:ext cx="8048" cy="69927"/>
          </a:xfrm>
          <a:custGeom>
            <a:avLst/>
            <a:gdLst/>
            <a:ahLst/>
            <a:cxnLst/>
            <a:rect l="l" t="t" r="r" b="b"/>
            <a:pathLst>
              <a:path w="8048" h="69927">
                <a:moveTo>
                  <a:pt x="3541" y="19923"/>
                </a:moveTo>
                <a:lnTo>
                  <a:pt x="4507" y="69927"/>
                </a:lnTo>
                <a:lnTo>
                  <a:pt x="8048" y="0"/>
                </a:lnTo>
                <a:lnTo>
                  <a:pt x="0" y="0"/>
                </a:lnTo>
                <a:lnTo>
                  <a:pt x="0" y="23517"/>
                </a:lnTo>
                <a:lnTo>
                  <a:pt x="3541" y="19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6284618" y="4758057"/>
            <a:ext cx="20068" cy="45913"/>
          </a:xfrm>
          <a:custGeom>
            <a:avLst/>
            <a:gdLst/>
            <a:ahLst/>
            <a:cxnLst/>
            <a:rect l="l" t="t" r="r" b="b"/>
            <a:pathLst>
              <a:path w="20068" h="45913">
                <a:moveTo>
                  <a:pt x="12019" y="12251"/>
                </a:moveTo>
                <a:lnTo>
                  <a:pt x="20068" y="12251"/>
                </a:lnTo>
                <a:lnTo>
                  <a:pt x="12019" y="0"/>
                </a:lnTo>
                <a:lnTo>
                  <a:pt x="0" y="12251"/>
                </a:lnTo>
                <a:lnTo>
                  <a:pt x="536" y="33173"/>
                </a:lnTo>
                <a:lnTo>
                  <a:pt x="3970" y="45913"/>
                </a:lnTo>
                <a:lnTo>
                  <a:pt x="3970" y="24502"/>
                </a:lnTo>
                <a:lnTo>
                  <a:pt x="12019" y="12251"/>
                </a:lnTo>
                <a:lnTo>
                  <a:pt x="12019" y="8171"/>
                </a:lnTo>
                <a:lnTo>
                  <a:pt x="12019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6288589" y="4770309"/>
            <a:ext cx="8048" cy="17403"/>
          </a:xfrm>
          <a:custGeom>
            <a:avLst/>
            <a:gdLst/>
            <a:ahLst/>
            <a:cxnLst/>
            <a:rect l="l" t="t" r="r" b="b"/>
            <a:pathLst>
              <a:path w="8048" h="17403">
                <a:moveTo>
                  <a:pt x="0" y="12251"/>
                </a:moveTo>
                <a:lnTo>
                  <a:pt x="0" y="17403"/>
                </a:lnTo>
                <a:lnTo>
                  <a:pt x="8048" y="9158"/>
                </a:lnTo>
                <a:lnTo>
                  <a:pt x="8048" y="0"/>
                </a:lnTo>
                <a:lnTo>
                  <a:pt x="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6280647" y="4688639"/>
            <a:ext cx="48077" cy="123466"/>
          </a:xfrm>
          <a:custGeom>
            <a:avLst/>
            <a:gdLst/>
            <a:ahLst/>
            <a:cxnLst/>
            <a:rect l="l" t="t" r="r" b="b"/>
            <a:pathLst>
              <a:path w="48077" h="123466">
                <a:moveTo>
                  <a:pt x="40028" y="24502"/>
                </a:moveTo>
                <a:lnTo>
                  <a:pt x="48077" y="24502"/>
                </a:lnTo>
                <a:lnTo>
                  <a:pt x="48077" y="0"/>
                </a:lnTo>
                <a:lnTo>
                  <a:pt x="40028" y="12251"/>
                </a:lnTo>
                <a:lnTo>
                  <a:pt x="28009" y="16331"/>
                </a:lnTo>
                <a:lnTo>
                  <a:pt x="28009" y="24502"/>
                </a:lnTo>
                <a:lnTo>
                  <a:pt x="19960" y="40834"/>
                </a:lnTo>
                <a:lnTo>
                  <a:pt x="24038" y="53086"/>
                </a:lnTo>
                <a:lnTo>
                  <a:pt x="24038" y="61257"/>
                </a:lnTo>
                <a:lnTo>
                  <a:pt x="24038" y="53086"/>
                </a:lnTo>
                <a:lnTo>
                  <a:pt x="12019" y="57166"/>
                </a:lnTo>
                <a:lnTo>
                  <a:pt x="0" y="69417"/>
                </a:lnTo>
                <a:lnTo>
                  <a:pt x="0" y="123466"/>
                </a:lnTo>
                <a:lnTo>
                  <a:pt x="7941" y="115331"/>
                </a:lnTo>
                <a:lnTo>
                  <a:pt x="4507" y="102591"/>
                </a:lnTo>
                <a:lnTo>
                  <a:pt x="3970" y="81669"/>
                </a:lnTo>
                <a:lnTo>
                  <a:pt x="12019" y="65337"/>
                </a:lnTo>
                <a:lnTo>
                  <a:pt x="32087" y="65337"/>
                </a:lnTo>
                <a:lnTo>
                  <a:pt x="32087" y="28583"/>
                </a:lnTo>
                <a:lnTo>
                  <a:pt x="40028" y="24502"/>
                </a:lnTo>
                <a:lnTo>
                  <a:pt x="40028" y="20411"/>
                </a:lnTo>
                <a:lnTo>
                  <a:pt x="40028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6288589" y="4704971"/>
            <a:ext cx="20068" cy="40834"/>
          </a:xfrm>
          <a:custGeom>
            <a:avLst/>
            <a:gdLst/>
            <a:ahLst/>
            <a:cxnLst/>
            <a:rect l="l" t="t" r="r" b="b"/>
            <a:pathLst>
              <a:path w="20068" h="40834">
                <a:moveTo>
                  <a:pt x="12019" y="24502"/>
                </a:moveTo>
                <a:lnTo>
                  <a:pt x="20068" y="8171"/>
                </a:lnTo>
                <a:lnTo>
                  <a:pt x="20068" y="0"/>
                </a:lnTo>
                <a:lnTo>
                  <a:pt x="8048" y="12251"/>
                </a:lnTo>
                <a:lnTo>
                  <a:pt x="0" y="0"/>
                </a:lnTo>
                <a:lnTo>
                  <a:pt x="0" y="36754"/>
                </a:lnTo>
                <a:lnTo>
                  <a:pt x="4077" y="40834"/>
                </a:lnTo>
                <a:lnTo>
                  <a:pt x="16097" y="36754"/>
                </a:lnTo>
                <a:lnTo>
                  <a:pt x="12019" y="245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6312735" y="4713142"/>
            <a:ext cx="7941" cy="16331"/>
          </a:xfrm>
          <a:custGeom>
            <a:avLst/>
            <a:gdLst/>
            <a:ahLst/>
            <a:cxnLst/>
            <a:rect l="l" t="t" r="r" b="b"/>
            <a:pathLst>
              <a:path w="7941" h="16331">
                <a:moveTo>
                  <a:pt x="7941" y="0"/>
                </a:moveTo>
                <a:lnTo>
                  <a:pt x="0" y="4080"/>
                </a:lnTo>
                <a:lnTo>
                  <a:pt x="0" y="12251"/>
                </a:lnTo>
                <a:lnTo>
                  <a:pt x="0" y="4080"/>
                </a:lnTo>
                <a:lnTo>
                  <a:pt x="0" y="16331"/>
                </a:lnTo>
                <a:lnTo>
                  <a:pt x="7941" y="16331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6304686" y="4639623"/>
            <a:ext cx="20068" cy="36765"/>
          </a:xfrm>
          <a:custGeom>
            <a:avLst/>
            <a:gdLst/>
            <a:ahLst/>
            <a:cxnLst/>
            <a:rect l="l" t="t" r="r" b="b"/>
            <a:pathLst>
              <a:path w="20068" h="36765">
                <a:moveTo>
                  <a:pt x="8048" y="0"/>
                </a:moveTo>
                <a:lnTo>
                  <a:pt x="8048" y="28594"/>
                </a:lnTo>
                <a:lnTo>
                  <a:pt x="8048" y="24502"/>
                </a:lnTo>
                <a:lnTo>
                  <a:pt x="0" y="24502"/>
                </a:lnTo>
                <a:lnTo>
                  <a:pt x="8048" y="36765"/>
                </a:lnTo>
                <a:lnTo>
                  <a:pt x="20068" y="24502"/>
                </a:lnTo>
                <a:lnTo>
                  <a:pt x="15990" y="12251"/>
                </a:lnTo>
                <a:lnTo>
                  <a:pt x="15990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6304686" y="4664126"/>
            <a:ext cx="24038" cy="40845"/>
          </a:xfrm>
          <a:custGeom>
            <a:avLst/>
            <a:gdLst/>
            <a:ahLst/>
            <a:cxnLst/>
            <a:rect l="l" t="t" r="r" b="b"/>
            <a:pathLst>
              <a:path w="24038" h="40845">
                <a:moveTo>
                  <a:pt x="12019" y="24513"/>
                </a:moveTo>
                <a:lnTo>
                  <a:pt x="0" y="36765"/>
                </a:lnTo>
                <a:lnTo>
                  <a:pt x="3970" y="40845"/>
                </a:lnTo>
                <a:lnTo>
                  <a:pt x="15990" y="36765"/>
                </a:lnTo>
                <a:lnTo>
                  <a:pt x="24038" y="24513"/>
                </a:lnTo>
                <a:lnTo>
                  <a:pt x="24038" y="12262"/>
                </a:lnTo>
                <a:lnTo>
                  <a:pt x="20068" y="0"/>
                </a:lnTo>
                <a:lnTo>
                  <a:pt x="8048" y="12262"/>
                </a:lnTo>
                <a:lnTo>
                  <a:pt x="0" y="0"/>
                </a:lnTo>
                <a:lnTo>
                  <a:pt x="0" y="36765"/>
                </a:lnTo>
                <a:lnTo>
                  <a:pt x="12019" y="245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6288589" y="4688639"/>
            <a:ext cx="20068" cy="28583"/>
          </a:xfrm>
          <a:custGeom>
            <a:avLst/>
            <a:gdLst/>
            <a:ahLst/>
            <a:cxnLst/>
            <a:rect l="l" t="t" r="r" b="b"/>
            <a:pathLst>
              <a:path w="20068" h="28583">
                <a:moveTo>
                  <a:pt x="16097" y="0"/>
                </a:moveTo>
                <a:lnTo>
                  <a:pt x="8048" y="0"/>
                </a:lnTo>
                <a:lnTo>
                  <a:pt x="8048" y="20411"/>
                </a:lnTo>
                <a:lnTo>
                  <a:pt x="8048" y="16331"/>
                </a:lnTo>
                <a:lnTo>
                  <a:pt x="0" y="16331"/>
                </a:lnTo>
                <a:lnTo>
                  <a:pt x="8048" y="28583"/>
                </a:lnTo>
                <a:lnTo>
                  <a:pt x="20068" y="16331"/>
                </a:lnTo>
                <a:lnTo>
                  <a:pt x="16097" y="12251"/>
                </a:lnTo>
                <a:lnTo>
                  <a:pt x="160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6336773" y="4570205"/>
            <a:ext cx="24038" cy="44914"/>
          </a:xfrm>
          <a:custGeom>
            <a:avLst/>
            <a:gdLst/>
            <a:ahLst/>
            <a:cxnLst/>
            <a:rect l="l" t="t" r="r" b="b"/>
            <a:pathLst>
              <a:path w="24038" h="44914">
                <a:moveTo>
                  <a:pt x="24038" y="44914"/>
                </a:moveTo>
                <a:lnTo>
                  <a:pt x="24038" y="28583"/>
                </a:lnTo>
                <a:lnTo>
                  <a:pt x="12019" y="28583"/>
                </a:lnTo>
                <a:lnTo>
                  <a:pt x="12019" y="20411"/>
                </a:lnTo>
                <a:lnTo>
                  <a:pt x="0" y="24502"/>
                </a:lnTo>
                <a:lnTo>
                  <a:pt x="12019" y="20411"/>
                </a:lnTo>
                <a:lnTo>
                  <a:pt x="24038" y="16331"/>
                </a:lnTo>
                <a:lnTo>
                  <a:pt x="20068" y="4080"/>
                </a:lnTo>
                <a:lnTo>
                  <a:pt x="8048" y="0"/>
                </a:lnTo>
                <a:lnTo>
                  <a:pt x="8048" y="4080"/>
                </a:lnTo>
                <a:lnTo>
                  <a:pt x="0" y="4080"/>
                </a:lnTo>
                <a:lnTo>
                  <a:pt x="0" y="20411"/>
                </a:lnTo>
                <a:lnTo>
                  <a:pt x="8048" y="16331"/>
                </a:lnTo>
                <a:lnTo>
                  <a:pt x="8048" y="8160"/>
                </a:lnTo>
                <a:lnTo>
                  <a:pt x="8048" y="16331"/>
                </a:lnTo>
                <a:lnTo>
                  <a:pt x="0" y="20411"/>
                </a:lnTo>
                <a:lnTo>
                  <a:pt x="0" y="32663"/>
                </a:lnTo>
                <a:lnTo>
                  <a:pt x="3970" y="44914"/>
                </a:lnTo>
                <a:lnTo>
                  <a:pt x="15990" y="32663"/>
                </a:lnTo>
                <a:lnTo>
                  <a:pt x="24038" y="449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6328725" y="4590617"/>
            <a:ext cx="12019" cy="28594"/>
          </a:xfrm>
          <a:custGeom>
            <a:avLst/>
            <a:gdLst/>
            <a:ahLst/>
            <a:cxnLst/>
            <a:rect l="l" t="t" r="r" b="b"/>
            <a:pathLst>
              <a:path w="12019" h="28594">
                <a:moveTo>
                  <a:pt x="0" y="0"/>
                </a:moveTo>
                <a:lnTo>
                  <a:pt x="0" y="28594"/>
                </a:lnTo>
                <a:lnTo>
                  <a:pt x="12019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6320676" y="4615120"/>
            <a:ext cx="20068" cy="24502"/>
          </a:xfrm>
          <a:custGeom>
            <a:avLst/>
            <a:gdLst/>
            <a:ahLst/>
            <a:cxnLst/>
            <a:rect l="l" t="t" r="r" b="b"/>
            <a:pathLst>
              <a:path w="20068" h="24502">
                <a:moveTo>
                  <a:pt x="8048" y="12251"/>
                </a:moveTo>
                <a:lnTo>
                  <a:pt x="8048" y="0"/>
                </a:lnTo>
                <a:lnTo>
                  <a:pt x="0" y="0"/>
                </a:lnTo>
                <a:lnTo>
                  <a:pt x="12019" y="24502"/>
                </a:lnTo>
                <a:lnTo>
                  <a:pt x="20068" y="0"/>
                </a:lnTo>
                <a:lnTo>
                  <a:pt x="8048" y="4091"/>
                </a:lnTo>
                <a:lnTo>
                  <a:pt x="8048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6344822" y="4615120"/>
            <a:ext cx="7941" cy="24502"/>
          </a:xfrm>
          <a:custGeom>
            <a:avLst/>
            <a:gdLst/>
            <a:ahLst/>
            <a:cxnLst/>
            <a:rect l="l" t="t" r="r" b="b"/>
            <a:pathLst>
              <a:path w="7941" h="24502">
                <a:moveTo>
                  <a:pt x="7941" y="4091"/>
                </a:moveTo>
                <a:lnTo>
                  <a:pt x="7941" y="0"/>
                </a:lnTo>
                <a:lnTo>
                  <a:pt x="0" y="12251"/>
                </a:lnTo>
                <a:lnTo>
                  <a:pt x="0" y="24502"/>
                </a:lnTo>
                <a:lnTo>
                  <a:pt x="7941" y="24502"/>
                </a:lnTo>
                <a:lnTo>
                  <a:pt x="0" y="20422"/>
                </a:lnTo>
                <a:lnTo>
                  <a:pt x="7941" y="24502"/>
                </a:lnTo>
                <a:lnTo>
                  <a:pt x="7941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6368861" y="4549782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4080"/>
                </a:moveTo>
                <a:lnTo>
                  <a:pt x="8048" y="0"/>
                </a:lnTo>
                <a:lnTo>
                  <a:pt x="0" y="12251"/>
                </a:lnTo>
                <a:lnTo>
                  <a:pt x="0" y="24502"/>
                </a:lnTo>
                <a:lnTo>
                  <a:pt x="8048" y="24502"/>
                </a:lnTo>
                <a:lnTo>
                  <a:pt x="0" y="20422"/>
                </a:lnTo>
                <a:lnTo>
                  <a:pt x="8048" y="24502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6392899" y="4394593"/>
            <a:ext cx="20068" cy="24502"/>
          </a:xfrm>
          <a:custGeom>
            <a:avLst/>
            <a:gdLst/>
            <a:ahLst/>
            <a:cxnLst/>
            <a:rect l="l" t="t" r="r" b="b"/>
            <a:pathLst>
              <a:path w="20068" h="24502">
                <a:moveTo>
                  <a:pt x="0" y="0"/>
                </a:moveTo>
                <a:lnTo>
                  <a:pt x="12019" y="24502"/>
                </a:lnTo>
                <a:lnTo>
                  <a:pt x="20068" y="0"/>
                </a:lnTo>
                <a:lnTo>
                  <a:pt x="0" y="0"/>
                </a:lnTo>
                <a:lnTo>
                  <a:pt x="8048" y="12251"/>
                </a:lnTo>
                <a:lnTo>
                  <a:pt x="8048" y="4080"/>
                </a:lnTo>
                <a:lnTo>
                  <a:pt x="8048" y="1225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6433035" y="4329245"/>
            <a:ext cx="7941" cy="24502"/>
          </a:xfrm>
          <a:custGeom>
            <a:avLst/>
            <a:gdLst/>
            <a:ahLst/>
            <a:cxnLst/>
            <a:rect l="l" t="t" r="r" b="b"/>
            <a:pathLst>
              <a:path w="7941" h="24502">
                <a:moveTo>
                  <a:pt x="7941" y="4091"/>
                </a:moveTo>
                <a:lnTo>
                  <a:pt x="7941" y="0"/>
                </a:lnTo>
                <a:lnTo>
                  <a:pt x="0" y="12251"/>
                </a:lnTo>
                <a:lnTo>
                  <a:pt x="0" y="24502"/>
                </a:lnTo>
                <a:lnTo>
                  <a:pt x="7941" y="24502"/>
                </a:lnTo>
                <a:lnTo>
                  <a:pt x="0" y="20422"/>
                </a:lnTo>
                <a:lnTo>
                  <a:pt x="7941" y="24502"/>
                </a:lnTo>
                <a:lnTo>
                  <a:pt x="7941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6457074" y="4247564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4091"/>
                </a:moveTo>
                <a:lnTo>
                  <a:pt x="8048" y="0"/>
                </a:lnTo>
                <a:lnTo>
                  <a:pt x="0" y="12251"/>
                </a:lnTo>
                <a:lnTo>
                  <a:pt x="0" y="24502"/>
                </a:lnTo>
                <a:lnTo>
                  <a:pt x="8048" y="24502"/>
                </a:lnTo>
                <a:lnTo>
                  <a:pt x="0" y="20422"/>
                </a:lnTo>
                <a:lnTo>
                  <a:pt x="8048" y="24502"/>
                </a:lnTo>
                <a:lnTo>
                  <a:pt x="8048" y="4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6440977" y="4190441"/>
            <a:ext cx="28116" cy="81625"/>
          </a:xfrm>
          <a:custGeom>
            <a:avLst/>
            <a:gdLst/>
            <a:ahLst/>
            <a:cxnLst/>
            <a:rect l="l" t="t" r="r" b="b"/>
            <a:pathLst>
              <a:path w="28116" h="81625">
                <a:moveTo>
                  <a:pt x="12126" y="57122"/>
                </a:moveTo>
                <a:lnTo>
                  <a:pt x="24145" y="44925"/>
                </a:lnTo>
                <a:lnTo>
                  <a:pt x="20068" y="24416"/>
                </a:lnTo>
                <a:lnTo>
                  <a:pt x="28116" y="0"/>
                </a:lnTo>
                <a:lnTo>
                  <a:pt x="8048" y="0"/>
                </a:lnTo>
                <a:lnTo>
                  <a:pt x="8048" y="20401"/>
                </a:lnTo>
                <a:lnTo>
                  <a:pt x="20068" y="32663"/>
                </a:lnTo>
                <a:lnTo>
                  <a:pt x="16097" y="12153"/>
                </a:lnTo>
                <a:lnTo>
                  <a:pt x="16097" y="4015"/>
                </a:lnTo>
                <a:lnTo>
                  <a:pt x="16097" y="12153"/>
                </a:lnTo>
                <a:lnTo>
                  <a:pt x="20068" y="32663"/>
                </a:lnTo>
                <a:lnTo>
                  <a:pt x="8048" y="44925"/>
                </a:lnTo>
                <a:lnTo>
                  <a:pt x="8048" y="32663"/>
                </a:lnTo>
                <a:lnTo>
                  <a:pt x="0" y="32663"/>
                </a:lnTo>
                <a:lnTo>
                  <a:pt x="0" y="69374"/>
                </a:lnTo>
                <a:lnTo>
                  <a:pt x="4077" y="81625"/>
                </a:lnTo>
                <a:lnTo>
                  <a:pt x="12126" y="57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6421016" y="4157670"/>
            <a:ext cx="60096" cy="228752"/>
          </a:xfrm>
          <a:custGeom>
            <a:avLst/>
            <a:gdLst/>
            <a:ahLst/>
            <a:cxnLst/>
            <a:rect l="l" t="t" r="r" b="b"/>
            <a:pathLst>
              <a:path w="60096" h="228752">
                <a:moveTo>
                  <a:pt x="40028" y="57188"/>
                </a:moveTo>
                <a:lnTo>
                  <a:pt x="44106" y="77697"/>
                </a:lnTo>
                <a:lnTo>
                  <a:pt x="32087" y="89894"/>
                </a:lnTo>
                <a:lnTo>
                  <a:pt x="24038" y="114397"/>
                </a:lnTo>
                <a:lnTo>
                  <a:pt x="28009" y="126649"/>
                </a:lnTo>
                <a:lnTo>
                  <a:pt x="28009" y="134820"/>
                </a:lnTo>
                <a:lnTo>
                  <a:pt x="28009" y="126649"/>
                </a:lnTo>
                <a:lnTo>
                  <a:pt x="24038" y="114397"/>
                </a:lnTo>
                <a:lnTo>
                  <a:pt x="12019" y="118488"/>
                </a:lnTo>
                <a:lnTo>
                  <a:pt x="24038" y="114397"/>
                </a:lnTo>
                <a:lnTo>
                  <a:pt x="19960" y="102146"/>
                </a:lnTo>
                <a:lnTo>
                  <a:pt x="19960" y="89894"/>
                </a:lnTo>
                <a:lnTo>
                  <a:pt x="12019" y="89894"/>
                </a:lnTo>
                <a:lnTo>
                  <a:pt x="12019" y="114397"/>
                </a:lnTo>
                <a:lnTo>
                  <a:pt x="3970" y="114397"/>
                </a:lnTo>
                <a:lnTo>
                  <a:pt x="12019" y="126649"/>
                </a:lnTo>
                <a:lnTo>
                  <a:pt x="15990" y="138911"/>
                </a:lnTo>
                <a:lnTo>
                  <a:pt x="19960" y="159323"/>
                </a:lnTo>
                <a:lnTo>
                  <a:pt x="7941" y="171574"/>
                </a:lnTo>
                <a:lnTo>
                  <a:pt x="0" y="196077"/>
                </a:lnTo>
                <a:lnTo>
                  <a:pt x="3970" y="216500"/>
                </a:lnTo>
                <a:lnTo>
                  <a:pt x="3970" y="224671"/>
                </a:lnTo>
                <a:lnTo>
                  <a:pt x="3970" y="216500"/>
                </a:lnTo>
                <a:lnTo>
                  <a:pt x="3970" y="228752"/>
                </a:lnTo>
                <a:lnTo>
                  <a:pt x="12019" y="228752"/>
                </a:lnTo>
                <a:lnTo>
                  <a:pt x="12019" y="183826"/>
                </a:lnTo>
                <a:lnTo>
                  <a:pt x="19960" y="171574"/>
                </a:lnTo>
                <a:lnTo>
                  <a:pt x="19960" y="167494"/>
                </a:lnTo>
                <a:lnTo>
                  <a:pt x="19960" y="171574"/>
                </a:lnTo>
                <a:lnTo>
                  <a:pt x="28009" y="171574"/>
                </a:lnTo>
                <a:lnTo>
                  <a:pt x="28009" y="138911"/>
                </a:lnTo>
                <a:lnTo>
                  <a:pt x="36058" y="138911"/>
                </a:lnTo>
                <a:lnTo>
                  <a:pt x="36058" y="102146"/>
                </a:lnTo>
                <a:lnTo>
                  <a:pt x="44106" y="89894"/>
                </a:lnTo>
                <a:lnTo>
                  <a:pt x="44106" y="85836"/>
                </a:lnTo>
                <a:lnTo>
                  <a:pt x="44106" y="89894"/>
                </a:lnTo>
                <a:lnTo>
                  <a:pt x="52048" y="89894"/>
                </a:lnTo>
                <a:lnTo>
                  <a:pt x="52048" y="57188"/>
                </a:lnTo>
                <a:lnTo>
                  <a:pt x="60096" y="57188"/>
                </a:lnTo>
                <a:lnTo>
                  <a:pt x="52048" y="53172"/>
                </a:lnTo>
                <a:lnTo>
                  <a:pt x="52048" y="44925"/>
                </a:lnTo>
                <a:lnTo>
                  <a:pt x="48077" y="24524"/>
                </a:lnTo>
                <a:lnTo>
                  <a:pt x="56126" y="0"/>
                </a:lnTo>
                <a:lnTo>
                  <a:pt x="36058" y="0"/>
                </a:lnTo>
                <a:lnTo>
                  <a:pt x="36058" y="32771"/>
                </a:lnTo>
                <a:lnTo>
                  <a:pt x="48077" y="32771"/>
                </a:lnTo>
                <a:lnTo>
                  <a:pt x="44106" y="12262"/>
                </a:lnTo>
                <a:lnTo>
                  <a:pt x="44106" y="4123"/>
                </a:lnTo>
                <a:lnTo>
                  <a:pt x="44106" y="12262"/>
                </a:lnTo>
                <a:lnTo>
                  <a:pt x="48077" y="32771"/>
                </a:lnTo>
                <a:lnTo>
                  <a:pt x="40028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6449025" y="4210842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24524"/>
                </a:lnTo>
                <a:lnTo>
                  <a:pt x="12019" y="12262"/>
                </a:lnTo>
                <a:lnTo>
                  <a:pt x="0" y="16277"/>
                </a:lnTo>
                <a:lnTo>
                  <a:pt x="12019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6477142" y="4137268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12019" y="12262"/>
                </a:moveTo>
                <a:lnTo>
                  <a:pt x="20068" y="12262"/>
                </a:lnTo>
                <a:lnTo>
                  <a:pt x="12019" y="8247"/>
                </a:lnTo>
                <a:lnTo>
                  <a:pt x="12019" y="0"/>
                </a:lnTo>
                <a:lnTo>
                  <a:pt x="0" y="12262"/>
                </a:lnTo>
                <a:lnTo>
                  <a:pt x="3970" y="32663"/>
                </a:lnTo>
                <a:lnTo>
                  <a:pt x="3970" y="40910"/>
                </a:lnTo>
                <a:lnTo>
                  <a:pt x="12019" y="44925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6465123" y="4125006"/>
            <a:ext cx="7941" cy="12262"/>
          </a:xfrm>
          <a:custGeom>
            <a:avLst/>
            <a:gdLst/>
            <a:ahLst/>
            <a:cxnLst/>
            <a:rect l="l" t="t" r="r" b="b"/>
            <a:pathLst>
              <a:path w="7941" h="12262">
                <a:moveTo>
                  <a:pt x="7941" y="0"/>
                </a:moveTo>
                <a:lnTo>
                  <a:pt x="0" y="0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6424987" y="4272067"/>
            <a:ext cx="15990" cy="57177"/>
          </a:xfrm>
          <a:custGeom>
            <a:avLst/>
            <a:gdLst/>
            <a:ahLst/>
            <a:cxnLst/>
            <a:rect l="l" t="t" r="r" b="b"/>
            <a:pathLst>
              <a:path w="15990" h="57177">
                <a:moveTo>
                  <a:pt x="12019" y="32674"/>
                </a:moveTo>
                <a:lnTo>
                  <a:pt x="12019" y="24513"/>
                </a:lnTo>
                <a:lnTo>
                  <a:pt x="8048" y="12251"/>
                </a:lnTo>
                <a:lnTo>
                  <a:pt x="0" y="0"/>
                </a:lnTo>
                <a:lnTo>
                  <a:pt x="0" y="44925"/>
                </a:lnTo>
                <a:lnTo>
                  <a:pt x="3970" y="57177"/>
                </a:lnTo>
                <a:lnTo>
                  <a:pt x="15990" y="44925"/>
                </a:lnTo>
                <a:lnTo>
                  <a:pt x="12019" y="24513"/>
                </a:lnTo>
                <a:lnTo>
                  <a:pt x="12019" y="32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6368861" y="4443599"/>
            <a:ext cx="40136" cy="73508"/>
          </a:xfrm>
          <a:custGeom>
            <a:avLst/>
            <a:gdLst/>
            <a:ahLst/>
            <a:cxnLst/>
            <a:rect l="l" t="t" r="r" b="b"/>
            <a:pathLst>
              <a:path w="40136" h="73508">
                <a:moveTo>
                  <a:pt x="15990" y="12251"/>
                </a:moveTo>
                <a:lnTo>
                  <a:pt x="15990" y="0"/>
                </a:lnTo>
                <a:lnTo>
                  <a:pt x="8048" y="0"/>
                </a:lnTo>
                <a:lnTo>
                  <a:pt x="8048" y="36754"/>
                </a:lnTo>
                <a:lnTo>
                  <a:pt x="12019" y="49005"/>
                </a:lnTo>
                <a:lnTo>
                  <a:pt x="15990" y="61257"/>
                </a:lnTo>
                <a:lnTo>
                  <a:pt x="15990" y="69428"/>
                </a:lnTo>
                <a:lnTo>
                  <a:pt x="15990" y="61257"/>
                </a:lnTo>
                <a:lnTo>
                  <a:pt x="12019" y="49005"/>
                </a:lnTo>
                <a:lnTo>
                  <a:pt x="0" y="53086"/>
                </a:lnTo>
                <a:lnTo>
                  <a:pt x="12019" y="49005"/>
                </a:lnTo>
                <a:lnTo>
                  <a:pt x="0" y="24502"/>
                </a:lnTo>
                <a:lnTo>
                  <a:pt x="0" y="61257"/>
                </a:lnTo>
                <a:lnTo>
                  <a:pt x="3970" y="73508"/>
                </a:lnTo>
                <a:lnTo>
                  <a:pt x="24038" y="73508"/>
                </a:lnTo>
                <a:lnTo>
                  <a:pt x="24038" y="36754"/>
                </a:lnTo>
                <a:lnTo>
                  <a:pt x="32087" y="24502"/>
                </a:lnTo>
                <a:lnTo>
                  <a:pt x="32087" y="20422"/>
                </a:lnTo>
                <a:lnTo>
                  <a:pt x="32087" y="24502"/>
                </a:lnTo>
                <a:lnTo>
                  <a:pt x="40136" y="24502"/>
                </a:lnTo>
                <a:lnTo>
                  <a:pt x="40136" y="0"/>
                </a:lnTo>
                <a:lnTo>
                  <a:pt x="32087" y="12251"/>
                </a:lnTo>
                <a:lnTo>
                  <a:pt x="20068" y="24502"/>
                </a:lnTo>
                <a:lnTo>
                  <a:pt x="8048" y="28583"/>
                </a:lnTo>
                <a:lnTo>
                  <a:pt x="20068" y="24502"/>
                </a:lnTo>
                <a:lnTo>
                  <a:pt x="15990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6465123" y="4116867"/>
            <a:ext cx="32087" cy="97990"/>
          </a:xfrm>
          <a:custGeom>
            <a:avLst/>
            <a:gdLst/>
            <a:ahLst/>
            <a:cxnLst/>
            <a:rect l="l" t="t" r="r" b="b"/>
            <a:pathLst>
              <a:path w="32087" h="97990">
                <a:moveTo>
                  <a:pt x="24038" y="28648"/>
                </a:moveTo>
                <a:lnTo>
                  <a:pt x="32087" y="32663"/>
                </a:lnTo>
                <a:lnTo>
                  <a:pt x="32087" y="5534"/>
                </a:lnTo>
                <a:lnTo>
                  <a:pt x="26614" y="0"/>
                </a:lnTo>
                <a:lnTo>
                  <a:pt x="20068" y="0"/>
                </a:lnTo>
                <a:lnTo>
                  <a:pt x="20068" y="8138"/>
                </a:lnTo>
                <a:lnTo>
                  <a:pt x="20068" y="0"/>
                </a:lnTo>
                <a:lnTo>
                  <a:pt x="13414" y="0"/>
                </a:lnTo>
                <a:lnTo>
                  <a:pt x="7941" y="5534"/>
                </a:lnTo>
                <a:lnTo>
                  <a:pt x="7941" y="20401"/>
                </a:lnTo>
                <a:lnTo>
                  <a:pt x="0" y="8138"/>
                </a:lnTo>
                <a:lnTo>
                  <a:pt x="0" y="40802"/>
                </a:lnTo>
                <a:lnTo>
                  <a:pt x="12019" y="40802"/>
                </a:lnTo>
                <a:lnTo>
                  <a:pt x="3970" y="65326"/>
                </a:lnTo>
                <a:lnTo>
                  <a:pt x="7941" y="85727"/>
                </a:lnTo>
                <a:lnTo>
                  <a:pt x="7941" y="93975"/>
                </a:lnTo>
                <a:lnTo>
                  <a:pt x="15990" y="97990"/>
                </a:lnTo>
                <a:lnTo>
                  <a:pt x="15990" y="65326"/>
                </a:lnTo>
                <a:lnTo>
                  <a:pt x="24038" y="65326"/>
                </a:lnTo>
                <a:lnTo>
                  <a:pt x="15990" y="61311"/>
                </a:lnTo>
                <a:lnTo>
                  <a:pt x="15990" y="53064"/>
                </a:lnTo>
                <a:lnTo>
                  <a:pt x="12019" y="32663"/>
                </a:lnTo>
                <a:lnTo>
                  <a:pt x="24038" y="20401"/>
                </a:lnTo>
                <a:lnTo>
                  <a:pt x="24038" y="286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6360812" y="4492605"/>
            <a:ext cx="24038" cy="32674"/>
          </a:xfrm>
          <a:custGeom>
            <a:avLst/>
            <a:gdLst/>
            <a:ahLst/>
            <a:cxnLst/>
            <a:rect l="l" t="t" r="r" b="b"/>
            <a:pathLst>
              <a:path w="24038" h="32674">
                <a:moveTo>
                  <a:pt x="24038" y="27183"/>
                </a:moveTo>
                <a:lnTo>
                  <a:pt x="24038" y="24502"/>
                </a:lnTo>
                <a:lnTo>
                  <a:pt x="12019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lnTo>
                  <a:pt x="0" y="27183"/>
                </a:lnTo>
                <a:lnTo>
                  <a:pt x="5365" y="32674"/>
                </a:lnTo>
                <a:lnTo>
                  <a:pt x="18672" y="32674"/>
                </a:lnTo>
                <a:lnTo>
                  <a:pt x="24038" y="271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6368861" y="4468102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8048" y="12251"/>
                </a:moveTo>
                <a:lnTo>
                  <a:pt x="8048" y="0"/>
                </a:lnTo>
                <a:lnTo>
                  <a:pt x="0" y="0"/>
                </a:lnTo>
                <a:lnTo>
                  <a:pt x="12019" y="24502"/>
                </a:lnTo>
                <a:lnTo>
                  <a:pt x="8048" y="12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6392899" y="4468102"/>
            <a:ext cx="8048" cy="24502"/>
          </a:xfrm>
          <a:custGeom>
            <a:avLst/>
            <a:gdLst/>
            <a:ahLst/>
            <a:cxnLst/>
            <a:rect l="l" t="t" r="r" b="b"/>
            <a:pathLst>
              <a:path w="8048" h="24502">
                <a:moveTo>
                  <a:pt x="8048" y="4080"/>
                </a:moveTo>
                <a:lnTo>
                  <a:pt x="8048" y="0"/>
                </a:lnTo>
                <a:lnTo>
                  <a:pt x="0" y="12251"/>
                </a:lnTo>
                <a:lnTo>
                  <a:pt x="0" y="24502"/>
                </a:lnTo>
                <a:lnTo>
                  <a:pt x="8048" y="24502"/>
                </a:lnTo>
                <a:lnTo>
                  <a:pt x="0" y="20422"/>
                </a:lnTo>
                <a:lnTo>
                  <a:pt x="8048" y="24502"/>
                </a:lnTo>
                <a:lnTo>
                  <a:pt x="8048" y="4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6384851" y="4357839"/>
            <a:ext cx="36165" cy="110263"/>
          </a:xfrm>
          <a:custGeom>
            <a:avLst/>
            <a:gdLst/>
            <a:ahLst/>
            <a:cxnLst/>
            <a:rect l="l" t="t" r="r" b="b"/>
            <a:pathLst>
              <a:path w="36165" h="110263">
                <a:moveTo>
                  <a:pt x="8048" y="36754"/>
                </a:moveTo>
                <a:lnTo>
                  <a:pt x="8048" y="73508"/>
                </a:lnTo>
                <a:lnTo>
                  <a:pt x="12019" y="85760"/>
                </a:lnTo>
                <a:lnTo>
                  <a:pt x="0" y="81680"/>
                </a:lnTo>
                <a:lnTo>
                  <a:pt x="0" y="98011"/>
                </a:lnTo>
                <a:lnTo>
                  <a:pt x="4077" y="110263"/>
                </a:lnTo>
                <a:lnTo>
                  <a:pt x="16097" y="98011"/>
                </a:lnTo>
                <a:lnTo>
                  <a:pt x="24145" y="85760"/>
                </a:lnTo>
                <a:lnTo>
                  <a:pt x="32087" y="85760"/>
                </a:lnTo>
                <a:lnTo>
                  <a:pt x="32087" y="49005"/>
                </a:lnTo>
                <a:lnTo>
                  <a:pt x="28116" y="28583"/>
                </a:lnTo>
                <a:lnTo>
                  <a:pt x="36165" y="4080"/>
                </a:lnTo>
                <a:lnTo>
                  <a:pt x="24145" y="0"/>
                </a:lnTo>
                <a:lnTo>
                  <a:pt x="24145" y="4080"/>
                </a:lnTo>
                <a:lnTo>
                  <a:pt x="16097" y="4080"/>
                </a:lnTo>
                <a:lnTo>
                  <a:pt x="16097" y="36754"/>
                </a:lnTo>
                <a:lnTo>
                  <a:pt x="28116" y="36754"/>
                </a:lnTo>
                <a:lnTo>
                  <a:pt x="24145" y="16331"/>
                </a:lnTo>
                <a:lnTo>
                  <a:pt x="24145" y="8160"/>
                </a:lnTo>
                <a:lnTo>
                  <a:pt x="24145" y="16331"/>
                </a:lnTo>
                <a:lnTo>
                  <a:pt x="28116" y="36754"/>
                </a:lnTo>
                <a:lnTo>
                  <a:pt x="20068" y="61257"/>
                </a:lnTo>
                <a:lnTo>
                  <a:pt x="24145" y="73508"/>
                </a:lnTo>
                <a:lnTo>
                  <a:pt x="24145" y="81680"/>
                </a:lnTo>
                <a:lnTo>
                  <a:pt x="24145" y="73508"/>
                </a:lnTo>
                <a:lnTo>
                  <a:pt x="20068" y="61257"/>
                </a:lnTo>
                <a:lnTo>
                  <a:pt x="8048" y="65337"/>
                </a:lnTo>
                <a:lnTo>
                  <a:pt x="20068" y="61257"/>
                </a:lnTo>
                <a:lnTo>
                  <a:pt x="8048" y="36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6384851" y="4419096"/>
            <a:ext cx="12019" cy="24502"/>
          </a:xfrm>
          <a:custGeom>
            <a:avLst/>
            <a:gdLst/>
            <a:ahLst/>
            <a:cxnLst/>
            <a:rect l="l" t="t" r="r" b="b"/>
            <a:pathLst>
              <a:path w="12019" h="24502">
                <a:moveTo>
                  <a:pt x="0" y="0"/>
                </a:moveTo>
                <a:lnTo>
                  <a:pt x="0" y="20422"/>
                </a:lnTo>
                <a:lnTo>
                  <a:pt x="12019" y="24502"/>
                </a:lnTo>
                <a:lnTo>
                  <a:pt x="8048" y="12251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6408997" y="4304742"/>
            <a:ext cx="19960" cy="114354"/>
          </a:xfrm>
          <a:custGeom>
            <a:avLst/>
            <a:gdLst/>
            <a:ahLst/>
            <a:cxnLst/>
            <a:rect l="l" t="t" r="r" b="b"/>
            <a:pathLst>
              <a:path w="19960" h="114354">
                <a:moveTo>
                  <a:pt x="7941" y="102102"/>
                </a:moveTo>
                <a:lnTo>
                  <a:pt x="7941" y="114354"/>
                </a:lnTo>
                <a:lnTo>
                  <a:pt x="15990" y="114354"/>
                </a:lnTo>
                <a:lnTo>
                  <a:pt x="15990" y="69428"/>
                </a:lnTo>
                <a:lnTo>
                  <a:pt x="12019" y="49005"/>
                </a:lnTo>
                <a:lnTo>
                  <a:pt x="19960" y="24502"/>
                </a:lnTo>
                <a:lnTo>
                  <a:pt x="15990" y="12251"/>
                </a:lnTo>
                <a:lnTo>
                  <a:pt x="15990" y="0"/>
                </a:lnTo>
                <a:lnTo>
                  <a:pt x="7941" y="0"/>
                </a:lnTo>
                <a:lnTo>
                  <a:pt x="7941" y="24502"/>
                </a:lnTo>
                <a:lnTo>
                  <a:pt x="0" y="24502"/>
                </a:lnTo>
                <a:lnTo>
                  <a:pt x="0" y="53096"/>
                </a:lnTo>
                <a:lnTo>
                  <a:pt x="12019" y="57177"/>
                </a:lnTo>
                <a:lnTo>
                  <a:pt x="7941" y="36754"/>
                </a:lnTo>
                <a:lnTo>
                  <a:pt x="7941" y="28594"/>
                </a:lnTo>
                <a:lnTo>
                  <a:pt x="7941" y="36754"/>
                </a:lnTo>
                <a:lnTo>
                  <a:pt x="12019" y="57177"/>
                </a:lnTo>
                <a:lnTo>
                  <a:pt x="3970" y="81680"/>
                </a:lnTo>
                <a:lnTo>
                  <a:pt x="7941" y="102102"/>
                </a:lnTo>
                <a:lnTo>
                  <a:pt x="7941" y="110263"/>
                </a:lnTo>
                <a:lnTo>
                  <a:pt x="7941" y="1021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6545287" y="3904501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6537239" y="3847313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0" y="20401"/>
                </a:moveTo>
                <a:lnTo>
                  <a:pt x="12126" y="32663"/>
                </a:ln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126" y="32663"/>
                </a:lnTo>
                <a:lnTo>
                  <a:pt x="16097" y="44925"/>
                </a:lnTo>
                <a:lnTo>
                  <a:pt x="12126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6553336" y="3769724"/>
            <a:ext cx="20068" cy="102113"/>
          </a:xfrm>
          <a:custGeom>
            <a:avLst/>
            <a:gdLst/>
            <a:ahLst/>
            <a:cxnLst/>
            <a:rect l="l" t="t" r="r" b="b"/>
            <a:pathLst>
              <a:path w="20068" h="102113">
                <a:moveTo>
                  <a:pt x="8048" y="89851"/>
                </a:moveTo>
                <a:lnTo>
                  <a:pt x="8048" y="102113"/>
                </a:lnTo>
                <a:lnTo>
                  <a:pt x="15990" y="102113"/>
                </a:lnTo>
                <a:lnTo>
                  <a:pt x="15990" y="57188"/>
                </a:lnTo>
                <a:lnTo>
                  <a:pt x="12019" y="36786"/>
                </a:lnTo>
                <a:lnTo>
                  <a:pt x="20068" y="12262"/>
                </a:lnTo>
                <a:lnTo>
                  <a:pt x="8048" y="0"/>
                </a:lnTo>
                <a:lnTo>
                  <a:pt x="8048" y="12262"/>
                </a:lnTo>
                <a:lnTo>
                  <a:pt x="0" y="12262"/>
                </a:lnTo>
                <a:lnTo>
                  <a:pt x="0" y="40910"/>
                </a:lnTo>
                <a:lnTo>
                  <a:pt x="12019" y="44925"/>
                </a:lnTo>
                <a:lnTo>
                  <a:pt x="8048" y="24524"/>
                </a:lnTo>
                <a:lnTo>
                  <a:pt x="8048" y="16385"/>
                </a:lnTo>
                <a:lnTo>
                  <a:pt x="8048" y="24524"/>
                </a:lnTo>
                <a:lnTo>
                  <a:pt x="12019" y="44925"/>
                </a:lnTo>
                <a:lnTo>
                  <a:pt x="3970" y="69450"/>
                </a:lnTo>
                <a:lnTo>
                  <a:pt x="8048" y="89851"/>
                </a:lnTo>
                <a:lnTo>
                  <a:pt x="8048" y="97990"/>
                </a:lnTo>
                <a:lnTo>
                  <a:pt x="8048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6561385" y="3737061"/>
            <a:ext cx="20068" cy="102113"/>
          </a:xfrm>
          <a:custGeom>
            <a:avLst/>
            <a:gdLst/>
            <a:ahLst/>
            <a:cxnLst/>
            <a:rect l="l" t="t" r="r" b="b"/>
            <a:pathLst>
              <a:path w="20068" h="102113">
                <a:moveTo>
                  <a:pt x="7941" y="89851"/>
                </a:moveTo>
                <a:lnTo>
                  <a:pt x="7941" y="102113"/>
                </a:lnTo>
                <a:lnTo>
                  <a:pt x="15990" y="102113"/>
                </a:lnTo>
                <a:lnTo>
                  <a:pt x="15990" y="57188"/>
                </a:lnTo>
                <a:lnTo>
                  <a:pt x="12019" y="28648"/>
                </a:lnTo>
                <a:lnTo>
                  <a:pt x="20068" y="4123"/>
                </a:lnTo>
                <a:lnTo>
                  <a:pt x="7941" y="0"/>
                </a:lnTo>
                <a:lnTo>
                  <a:pt x="7941" y="4123"/>
                </a:lnTo>
                <a:lnTo>
                  <a:pt x="0" y="4123"/>
                </a:lnTo>
                <a:lnTo>
                  <a:pt x="0" y="32663"/>
                </a:lnTo>
                <a:lnTo>
                  <a:pt x="12019" y="44925"/>
                </a:lnTo>
                <a:lnTo>
                  <a:pt x="7941" y="16385"/>
                </a:lnTo>
                <a:lnTo>
                  <a:pt x="7941" y="8138"/>
                </a:lnTo>
                <a:lnTo>
                  <a:pt x="7941" y="16385"/>
                </a:lnTo>
                <a:lnTo>
                  <a:pt x="12019" y="44925"/>
                </a:lnTo>
                <a:lnTo>
                  <a:pt x="3970" y="69450"/>
                </a:lnTo>
                <a:lnTo>
                  <a:pt x="7941" y="89851"/>
                </a:lnTo>
                <a:lnTo>
                  <a:pt x="7941" y="97990"/>
                </a:lnTo>
                <a:lnTo>
                  <a:pt x="7941" y="8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6569326" y="3675858"/>
            <a:ext cx="20068" cy="130653"/>
          </a:xfrm>
          <a:custGeom>
            <a:avLst/>
            <a:gdLst/>
            <a:ahLst/>
            <a:cxnLst/>
            <a:rect l="l" t="t" r="r" b="b"/>
            <a:pathLst>
              <a:path w="20068" h="130653">
                <a:moveTo>
                  <a:pt x="8048" y="118391"/>
                </a:moveTo>
                <a:lnTo>
                  <a:pt x="8048" y="130653"/>
                </a:lnTo>
                <a:lnTo>
                  <a:pt x="16097" y="130653"/>
                </a:lnTo>
                <a:lnTo>
                  <a:pt x="16097" y="77589"/>
                </a:lnTo>
                <a:lnTo>
                  <a:pt x="12126" y="57188"/>
                </a:lnTo>
                <a:lnTo>
                  <a:pt x="20068" y="32663"/>
                </a:lnTo>
                <a:lnTo>
                  <a:pt x="8048" y="0"/>
                </a:lnTo>
                <a:lnTo>
                  <a:pt x="8048" y="32663"/>
                </a:lnTo>
                <a:lnTo>
                  <a:pt x="0" y="32663"/>
                </a:lnTo>
                <a:lnTo>
                  <a:pt x="0" y="61203"/>
                </a:lnTo>
                <a:lnTo>
                  <a:pt x="12126" y="65326"/>
                </a:lnTo>
                <a:lnTo>
                  <a:pt x="8048" y="44925"/>
                </a:lnTo>
                <a:lnTo>
                  <a:pt x="8048" y="36678"/>
                </a:lnTo>
                <a:lnTo>
                  <a:pt x="8048" y="44925"/>
                </a:lnTo>
                <a:lnTo>
                  <a:pt x="12126" y="65326"/>
                </a:lnTo>
                <a:lnTo>
                  <a:pt x="4077" y="89851"/>
                </a:lnTo>
                <a:lnTo>
                  <a:pt x="8048" y="118391"/>
                </a:lnTo>
                <a:lnTo>
                  <a:pt x="8048" y="126529"/>
                </a:lnTo>
                <a:lnTo>
                  <a:pt x="8048" y="1183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6589394" y="3675858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14702" y="0"/>
                </a:moveTo>
                <a:lnTo>
                  <a:pt x="8048" y="0"/>
                </a:lnTo>
                <a:lnTo>
                  <a:pt x="0" y="24416"/>
                </a:lnTo>
                <a:lnTo>
                  <a:pt x="4077" y="44925"/>
                </a:lnTo>
                <a:lnTo>
                  <a:pt x="8048" y="24416"/>
                </a:lnTo>
                <a:lnTo>
                  <a:pt x="12019" y="12262"/>
                </a:lnTo>
                <a:lnTo>
                  <a:pt x="14702" y="24416"/>
                </a:lnTo>
                <a:lnTo>
                  <a:pt x="20068" y="18990"/>
                </a:lnTo>
                <a:lnTo>
                  <a:pt x="20068" y="5425"/>
                </a:lnTo>
                <a:lnTo>
                  <a:pt x="147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6577375" y="3675858"/>
            <a:ext cx="26721" cy="89851"/>
          </a:xfrm>
          <a:custGeom>
            <a:avLst/>
            <a:gdLst/>
            <a:ahLst/>
            <a:cxnLst/>
            <a:rect l="l" t="t" r="r" b="b"/>
            <a:pathLst>
              <a:path w="26721" h="89851">
                <a:moveTo>
                  <a:pt x="24038" y="24416"/>
                </a:moveTo>
                <a:lnTo>
                  <a:pt x="24038" y="20401"/>
                </a:lnTo>
                <a:lnTo>
                  <a:pt x="24038" y="24416"/>
                </a:lnTo>
                <a:lnTo>
                  <a:pt x="26721" y="24416"/>
                </a:lnTo>
                <a:lnTo>
                  <a:pt x="24038" y="12262"/>
                </a:lnTo>
                <a:lnTo>
                  <a:pt x="20068" y="24416"/>
                </a:lnTo>
                <a:lnTo>
                  <a:pt x="16097" y="44925"/>
                </a:lnTo>
                <a:lnTo>
                  <a:pt x="12019" y="24416"/>
                </a:lnTo>
                <a:lnTo>
                  <a:pt x="20068" y="0"/>
                </a:lnTo>
                <a:lnTo>
                  <a:pt x="0" y="0"/>
                </a:lnTo>
                <a:lnTo>
                  <a:pt x="12019" y="32663"/>
                </a:lnTo>
                <a:lnTo>
                  <a:pt x="4077" y="57188"/>
                </a:lnTo>
                <a:lnTo>
                  <a:pt x="8048" y="77589"/>
                </a:lnTo>
                <a:lnTo>
                  <a:pt x="8048" y="85727"/>
                </a:lnTo>
                <a:lnTo>
                  <a:pt x="8048" y="77589"/>
                </a:lnTo>
                <a:lnTo>
                  <a:pt x="8048" y="89851"/>
                </a:lnTo>
                <a:lnTo>
                  <a:pt x="16097" y="89851"/>
                </a:lnTo>
                <a:lnTo>
                  <a:pt x="16097" y="57188"/>
                </a:lnTo>
                <a:lnTo>
                  <a:pt x="24038" y="57188"/>
                </a:lnTo>
                <a:lnTo>
                  <a:pt x="16097" y="53064"/>
                </a:lnTo>
                <a:lnTo>
                  <a:pt x="24038" y="57188"/>
                </a:lnTo>
                <a:lnTo>
                  <a:pt x="24038" y="24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6533268" y="3810635"/>
            <a:ext cx="32087" cy="151054"/>
          </a:xfrm>
          <a:custGeom>
            <a:avLst/>
            <a:gdLst/>
            <a:ahLst/>
            <a:cxnLst/>
            <a:rect l="l" t="t" r="r" b="b"/>
            <a:pathLst>
              <a:path w="32087" h="151054">
                <a:moveTo>
                  <a:pt x="12019" y="118391"/>
                </a:moveTo>
                <a:lnTo>
                  <a:pt x="12019" y="106128"/>
                </a:lnTo>
                <a:lnTo>
                  <a:pt x="20068" y="93866"/>
                </a:lnTo>
                <a:lnTo>
                  <a:pt x="28116" y="93866"/>
                </a:lnTo>
                <a:lnTo>
                  <a:pt x="28116" y="48940"/>
                </a:lnTo>
                <a:lnTo>
                  <a:pt x="24038" y="28539"/>
                </a:lnTo>
                <a:lnTo>
                  <a:pt x="32087" y="4015"/>
                </a:lnTo>
                <a:lnTo>
                  <a:pt x="20068" y="0"/>
                </a:lnTo>
                <a:lnTo>
                  <a:pt x="20068" y="4015"/>
                </a:lnTo>
                <a:lnTo>
                  <a:pt x="12019" y="4015"/>
                </a:lnTo>
                <a:lnTo>
                  <a:pt x="12019" y="36678"/>
                </a:lnTo>
                <a:lnTo>
                  <a:pt x="24038" y="36678"/>
                </a:lnTo>
                <a:lnTo>
                  <a:pt x="20068" y="16277"/>
                </a:lnTo>
                <a:lnTo>
                  <a:pt x="20068" y="8138"/>
                </a:lnTo>
                <a:lnTo>
                  <a:pt x="20068" y="16277"/>
                </a:lnTo>
                <a:lnTo>
                  <a:pt x="24038" y="36678"/>
                </a:lnTo>
                <a:lnTo>
                  <a:pt x="16097" y="61203"/>
                </a:lnTo>
                <a:lnTo>
                  <a:pt x="20068" y="81604"/>
                </a:lnTo>
                <a:lnTo>
                  <a:pt x="20068" y="89851"/>
                </a:lnTo>
                <a:lnTo>
                  <a:pt x="20068" y="81604"/>
                </a:lnTo>
                <a:lnTo>
                  <a:pt x="16097" y="69341"/>
                </a:lnTo>
                <a:lnTo>
                  <a:pt x="3970" y="73465"/>
                </a:lnTo>
                <a:lnTo>
                  <a:pt x="16097" y="69341"/>
                </a:lnTo>
                <a:lnTo>
                  <a:pt x="3970" y="57079"/>
                </a:lnTo>
                <a:lnTo>
                  <a:pt x="3970" y="81604"/>
                </a:lnTo>
                <a:lnTo>
                  <a:pt x="8048" y="93866"/>
                </a:lnTo>
                <a:lnTo>
                  <a:pt x="0" y="118391"/>
                </a:lnTo>
                <a:lnTo>
                  <a:pt x="3970" y="138792"/>
                </a:lnTo>
                <a:lnTo>
                  <a:pt x="3970" y="146930"/>
                </a:lnTo>
                <a:lnTo>
                  <a:pt x="12019" y="151054"/>
                </a:lnTo>
                <a:lnTo>
                  <a:pt x="12019" y="1183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6513200" y="3965813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0" y="12262"/>
                </a:ln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6481113" y="4067927"/>
            <a:ext cx="20068" cy="24416"/>
          </a:xfrm>
          <a:custGeom>
            <a:avLst/>
            <a:gdLst/>
            <a:ahLst/>
            <a:cxnLst/>
            <a:rect l="l" t="t" r="r" b="b"/>
            <a:pathLst>
              <a:path w="20068" h="24416">
                <a:moveTo>
                  <a:pt x="8048" y="12153"/>
                </a:moveTo>
                <a:lnTo>
                  <a:pt x="0" y="0"/>
                </a:lnTo>
                <a:lnTo>
                  <a:pt x="12019" y="24416"/>
                </a:lnTo>
                <a:lnTo>
                  <a:pt x="20068" y="0"/>
                </a:lnTo>
                <a:lnTo>
                  <a:pt x="8048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6481113" y="4104605"/>
            <a:ext cx="16097" cy="36786"/>
          </a:xfrm>
          <a:custGeom>
            <a:avLst/>
            <a:gdLst/>
            <a:ahLst/>
            <a:cxnLst/>
            <a:rect l="l" t="t" r="r" b="b"/>
            <a:pathLst>
              <a:path w="16097" h="36786">
                <a:moveTo>
                  <a:pt x="0" y="0"/>
                </a:moveTo>
                <a:lnTo>
                  <a:pt x="4077" y="36786"/>
                </a:lnTo>
                <a:lnTo>
                  <a:pt x="10624" y="36786"/>
                </a:lnTo>
                <a:lnTo>
                  <a:pt x="16097" y="31252"/>
                </a:lnTo>
                <a:lnTo>
                  <a:pt x="16097" y="12262"/>
                </a:lnTo>
                <a:lnTo>
                  <a:pt x="4077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6501181" y="3990229"/>
            <a:ext cx="36058" cy="102113"/>
          </a:xfrm>
          <a:custGeom>
            <a:avLst/>
            <a:gdLst/>
            <a:ahLst/>
            <a:cxnLst/>
            <a:rect l="l" t="t" r="r" b="b"/>
            <a:pathLst>
              <a:path w="36058" h="102113">
                <a:moveTo>
                  <a:pt x="20068" y="44925"/>
                </a:moveTo>
                <a:lnTo>
                  <a:pt x="28116" y="44925"/>
                </a:lnTo>
                <a:lnTo>
                  <a:pt x="28116" y="12262"/>
                </a:lnTo>
                <a:lnTo>
                  <a:pt x="36058" y="12262"/>
                </a:lnTo>
                <a:lnTo>
                  <a:pt x="28116" y="8247"/>
                </a:lnTo>
                <a:lnTo>
                  <a:pt x="28116" y="0"/>
                </a:lnTo>
                <a:lnTo>
                  <a:pt x="16097" y="12262"/>
                </a:lnTo>
                <a:lnTo>
                  <a:pt x="20068" y="32771"/>
                </a:lnTo>
                <a:lnTo>
                  <a:pt x="16097" y="20509"/>
                </a:lnTo>
                <a:lnTo>
                  <a:pt x="3970" y="24524"/>
                </a:lnTo>
                <a:lnTo>
                  <a:pt x="16097" y="20509"/>
                </a:lnTo>
                <a:lnTo>
                  <a:pt x="3970" y="8247"/>
                </a:lnTo>
                <a:lnTo>
                  <a:pt x="3970" y="32771"/>
                </a:lnTo>
                <a:lnTo>
                  <a:pt x="8048" y="44925"/>
                </a:lnTo>
                <a:lnTo>
                  <a:pt x="0" y="69450"/>
                </a:lnTo>
                <a:lnTo>
                  <a:pt x="3970" y="89851"/>
                </a:lnTo>
                <a:lnTo>
                  <a:pt x="3970" y="98098"/>
                </a:lnTo>
                <a:lnTo>
                  <a:pt x="3970" y="89851"/>
                </a:lnTo>
                <a:lnTo>
                  <a:pt x="3970" y="102113"/>
                </a:lnTo>
                <a:lnTo>
                  <a:pt x="12019" y="102113"/>
                </a:lnTo>
                <a:lnTo>
                  <a:pt x="12019" y="57188"/>
                </a:lnTo>
                <a:lnTo>
                  <a:pt x="20068" y="44925"/>
                </a:lnTo>
                <a:lnTo>
                  <a:pt x="20068" y="40910"/>
                </a:lnTo>
                <a:lnTo>
                  <a:pt x="20068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6473064" y="4010739"/>
            <a:ext cx="36165" cy="130653"/>
          </a:xfrm>
          <a:custGeom>
            <a:avLst/>
            <a:gdLst/>
            <a:ahLst/>
            <a:cxnLst/>
            <a:rect l="l" t="t" r="r" b="b"/>
            <a:pathLst>
              <a:path w="36165" h="130653">
                <a:moveTo>
                  <a:pt x="24145" y="0"/>
                </a:moveTo>
                <a:lnTo>
                  <a:pt x="24145" y="24416"/>
                </a:lnTo>
                <a:lnTo>
                  <a:pt x="16097" y="24416"/>
                </a:lnTo>
                <a:lnTo>
                  <a:pt x="16097" y="53064"/>
                </a:lnTo>
                <a:lnTo>
                  <a:pt x="28116" y="57188"/>
                </a:lnTo>
                <a:lnTo>
                  <a:pt x="24145" y="36678"/>
                </a:lnTo>
                <a:lnTo>
                  <a:pt x="24145" y="28539"/>
                </a:lnTo>
                <a:lnTo>
                  <a:pt x="24145" y="36678"/>
                </a:lnTo>
                <a:lnTo>
                  <a:pt x="28116" y="57188"/>
                </a:lnTo>
                <a:lnTo>
                  <a:pt x="20068" y="81604"/>
                </a:lnTo>
                <a:lnTo>
                  <a:pt x="24145" y="93866"/>
                </a:lnTo>
                <a:lnTo>
                  <a:pt x="24145" y="102113"/>
                </a:lnTo>
                <a:lnTo>
                  <a:pt x="24145" y="93866"/>
                </a:lnTo>
                <a:lnTo>
                  <a:pt x="20068" y="81604"/>
                </a:lnTo>
                <a:lnTo>
                  <a:pt x="8048" y="85727"/>
                </a:lnTo>
                <a:lnTo>
                  <a:pt x="20068" y="81604"/>
                </a:lnTo>
                <a:lnTo>
                  <a:pt x="8048" y="57188"/>
                </a:lnTo>
                <a:lnTo>
                  <a:pt x="8048" y="81604"/>
                </a:lnTo>
                <a:lnTo>
                  <a:pt x="0" y="81604"/>
                </a:lnTo>
                <a:lnTo>
                  <a:pt x="0" y="125119"/>
                </a:lnTo>
                <a:lnTo>
                  <a:pt x="5473" y="130653"/>
                </a:lnTo>
                <a:lnTo>
                  <a:pt x="12126" y="130653"/>
                </a:lnTo>
                <a:lnTo>
                  <a:pt x="8048" y="93866"/>
                </a:lnTo>
                <a:lnTo>
                  <a:pt x="12126" y="106128"/>
                </a:lnTo>
                <a:lnTo>
                  <a:pt x="32087" y="106128"/>
                </a:lnTo>
                <a:lnTo>
                  <a:pt x="32087" y="69341"/>
                </a:lnTo>
                <a:lnTo>
                  <a:pt x="28116" y="48940"/>
                </a:lnTo>
                <a:lnTo>
                  <a:pt x="36165" y="24416"/>
                </a:lnTo>
                <a:lnTo>
                  <a:pt x="32087" y="12262"/>
                </a:lnTo>
                <a:lnTo>
                  <a:pt x="32087" y="0"/>
                </a:lnTo>
                <a:lnTo>
                  <a:pt x="2414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6513200" y="4035155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509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6481113" y="4063803"/>
            <a:ext cx="20068" cy="16277"/>
          </a:xfrm>
          <a:custGeom>
            <a:avLst/>
            <a:gdLst/>
            <a:ahLst/>
            <a:cxnLst/>
            <a:rect l="l" t="t" r="r" b="b"/>
            <a:pathLst>
              <a:path w="20068" h="16277">
                <a:moveTo>
                  <a:pt x="8048" y="0"/>
                </a:moveTo>
                <a:lnTo>
                  <a:pt x="8048" y="8138"/>
                </a:lnTo>
                <a:lnTo>
                  <a:pt x="8048" y="4123"/>
                </a:lnTo>
                <a:lnTo>
                  <a:pt x="0" y="4123"/>
                </a:lnTo>
                <a:lnTo>
                  <a:pt x="8048" y="16277"/>
                </a:lnTo>
                <a:lnTo>
                  <a:pt x="20068" y="4123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6505151" y="3937165"/>
            <a:ext cx="28116" cy="85836"/>
          </a:xfrm>
          <a:custGeom>
            <a:avLst/>
            <a:gdLst/>
            <a:ahLst/>
            <a:cxnLst/>
            <a:rect l="l" t="t" r="r" b="b"/>
            <a:pathLst>
              <a:path w="28116" h="85836">
                <a:moveTo>
                  <a:pt x="0" y="61311"/>
                </a:moveTo>
                <a:lnTo>
                  <a:pt x="12126" y="73573"/>
                </a:lnTo>
                <a:lnTo>
                  <a:pt x="8048" y="53064"/>
                </a:lnTo>
                <a:lnTo>
                  <a:pt x="8048" y="44925"/>
                </a:lnTo>
                <a:lnTo>
                  <a:pt x="8048" y="53064"/>
                </a:lnTo>
                <a:lnTo>
                  <a:pt x="12126" y="73573"/>
                </a:lnTo>
                <a:lnTo>
                  <a:pt x="16097" y="85836"/>
                </a:lnTo>
                <a:lnTo>
                  <a:pt x="12126" y="65326"/>
                </a:lnTo>
                <a:lnTo>
                  <a:pt x="24145" y="53064"/>
                </a:lnTo>
                <a:lnTo>
                  <a:pt x="20068" y="24524"/>
                </a:lnTo>
                <a:lnTo>
                  <a:pt x="28116" y="0"/>
                </a:lnTo>
                <a:lnTo>
                  <a:pt x="8048" y="0"/>
                </a:lnTo>
                <a:lnTo>
                  <a:pt x="8048" y="28648"/>
                </a:lnTo>
                <a:lnTo>
                  <a:pt x="20068" y="40910"/>
                </a:lnTo>
                <a:lnTo>
                  <a:pt x="16097" y="12262"/>
                </a:lnTo>
                <a:lnTo>
                  <a:pt x="16097" y="4123"/>
                </a:lnTo>
                <a:lnTo>
                  <a:pt x="16097" y="12262"/>
                </a:lnTo>
                <a:lnTo>
                  <a:pt x="20068" y="40910"/>
                </a:lnTo>
                <a:lnTo>
                  <a:pt x="0" y="40910"/>
                </a:lnTo>
                <a:lnTo>
                  <a:pt x="0" y="613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6521249" y="3879977"/>
            <a:ext cx="24038" cy="122514"/>
          </a:xfrm>
          <a:custGeom>
            <a:avLst/>
            <a:gdLst/>
            <a:ahLst/>
            <a:cxnLst/>
            <a:rect l="l" t="t" r="r" b="b"/>
            <a:pathLst>
              <a:path w="24038" h="122514">
                <a:moveTo>
                  <a:pt x="8048" y="0"/>
                </a:moveTo>
                <a:lnTo>
                  <a:pt x="8048" y="24524"/>
                </a:lnTo>
                <a:lnTo>
                  <a:pt x="0" y="24524"/>
                </a:lnTo>
                <a:lnTo>
                  <a:pt x="0" y="57188"/>
                </a:lnTo>
                <a:lnTo>
                  <a:pt x="12019" y="57188"/>
                </a:lnTo>
                <a:lnTo>
                  <a:pt x="8048" y="36786"/>
                </a:lnTo>
                <a:lnTo>
                  <a:pt x="8048" y="28648"/>
                </a:lnTo>
                <a:lnTo>
                  <a:pt x="8048" y="36786"/>
                </a:lnTo>
                <a:lnTo>
                  <a:pt x="12019" y="57188"/>
                </a:lnTo>
                <a:lnTo>
                  <a:pt x="3970" y="81712"/>
                </a:lnTo>
                <a:lnTo>
                  <a:pt x="8048" y="110252"/>
                </a:lnTo>
                <a:lnTo>
                  <a:pt x="8048" y="118499"/>
                </a:lnTo>
                <a:lnTo>
                  <a:pt x="15990" y="122514"/>
                </a:lnTo>
                <a:lnTo>
                  <a:pt x="15990" y="81712"/>
                </a:lnTo>
                <a:lnTo>
                  <a:pt x="24038" y="81712"/>
                </a:lnTo>
                <a:lnTo>
                  <a:pt x="15990" y="77589"/>
                </a:lnTo>
                <a:lnTo>
                  <a:pt x="15990" y="69450"/>
                </a:lnTo>
                <a:lnTo>
                  <a:pt x="12019" y="49049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6673637" y="3210214"/>
            <a:ext cx="40136" cy="147039"/>
          </a:xfrm>
          <a:custGeom>
            <a:avLst/>
            <a:gdLst/>
            <a:ahLst/>
            <a:cxnLst/>
            <a:rect l="l" t="t" r="r" b="b"/>
            <a:pathLst>
              <a:path w="40136" h="147039">
                <a:moveTo>
                  <a:pt x="40136" y="5534"/>
                </a:moveTo>
                <a:lnTo>
                  <a:pt x="34770" y="0"/>
                </a:lnTo>
                <a:lnTo>
                  <a:pt x="21463" y="0"/>
                </a:lnTo>
                <a:lnTo>
                  <a:pt x="19531" y="19966"/>
                </a:lnTo>
                <a:lnTo>
                  <a:pt x="16097" y="23471"/>
                </a:lnTo>
                <a:lnTo>
                  <a:pt x="8048" y="31686"/>
                </a:lnTo>
                <a:lnTo>
                  <a:pt x="8048" y="56211"/>
                </a:lnTo>
                <a:lnTo>
                  <a:pt x="0" y="64350"/>
                </a:lnTo>
                <a:lnTo>
                  <a:pt x="8048" y="61311"/>
                </a:lnTo>
                <a:lnTo>
                  <a:pt x="12019" y="89851"/>
                </a:lnTo>
                <a:lnTo>
                  <a:pt x="11590" y="52630"/>
                </a:lnTo>
                <a:lnTo>
                  <a:pt x="12019" y="89851"/>
                </a:lnTo>
                <a:lnTo>
                  <a:pt x="3970" y="114376"/>
                </a:lnTo>
                <a:lnTo>
                  <a:pt x="8048" y="134777"/>
                </a:lnTo>
                <a:lnTo>
                  <a:pt x="8048" y="143024"/>
                </a:lnTo>
                <a:lnTo>
                  <a:pt x="16097" y="147039"/>
                </a:lnTo>
                <a:lnTo>
                  <a:pt x="16097" y="114376"/>
                </a:lnTo>
                <a:lnTo>
                  <a:pt x="24038" y="114376"/>
                </a:lnTo>
                <a:lnTo>
                  <a:pt x="16097" y="110252"/>
                </a:lnTo>
                <a:lnTo>
                  <a:pt x="16097" y="28648"/>
                </a:lnTo>
                <a:lnTo>
                  <a:pt x="20497" y="78131"/>
                </a:lnTo>
                <a:lnTo>
                  <a:pt x="24038" y="69450"/>
                </a:lnTo>
                <a:lnTo>
                  <a:pt x="28545" y="45468"/>
                </a:lnTo>
                <a:lnTo>
                  <a:pt x="32087" y="36786"/>
                </a:lnTo>
                <a:lnTo>
                  <a:pt x="32087" y="41887"/>
                </a:lnTo>
                <a:lnTo>
                  <a:pt x="40136" y="33748"/>
                </a:lnTo>
                <a:lnTo>
                  <a:pt x="40136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6593472" y="3584954"/>
            <a:ext cx="19960" cy="70393"/>
          </a:xfrm>
          <a:custGeom>
            <a:avLst/>
            <a:gdLst/>
            <a:ahLst/>
            <a:cxnLst/>
            <a:rect l="l" t="t" r="r" b="b"/>
            <a:pathLst>
              <a:path w="19960" h="70393">
                <a:moveTo>
                  <a:pt x="7941" y="8214"/>
                </a:moveTo>
                <a:lnTo>
                  <a:pt x="7941" y="25468"/>
                </a:lnTo>
                <a:lnTo>
                  <a:pt x="0" y="25468"/>
                </a:lnTo>
                <a:lnTo>
                  <a:pt x="0" y="45977"/>
                </a:lnTo>
                <a:lnTo>
                  <a:pt x="12019" y="58239"/>
                </a:lnTo>
                <a:lnTo>
                  <a:pt x="7941" y="37730"/>
                </a:lnTo>
                <a:lnTo>
                  <a:pt x="7941" y="29591"/>
                </a:lnTo>
                <a:lnTo>
                  <a:pt x="7941" y="37730"/>
                </a:lnTo>
                <a:lnTo>
                  <a:pt x="12019" y="58239"/>
                </a:lnTo>
                <a:lnTo>
                  <a:pt x="15990" y="70393"/>
                </a:lnTo>
                <a:lnTo>
                  <a:pt x="12019" y="49992"/>
                </a:lnTo>
                <a:lnTo>
                  <a:pt x="19960" y="25468"/>
                </a:lnTo>
                <a:lnTo>
                  <a:pt x="15990" y="5067"/>
                </a:lnTo>
                <a:lnTo>
                  <a:pt x="15989" y="0"/>
                </a:lnTo>
                <a:lnTo>
                  <a:pt x="7941" y="82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6665588" y="3271526"/>
            <a:ext cx="24145" cy="126529"/>
          </a:xfrm>
          <a:custGeom>
            <a:avLst/>
            <a:gdLst/>
            <a:ahLst/>
            <a:cxnLst/>
            <a:rect l="l" t="t" r="r" b="b"/>
            <a:pathLst>
              <a:path w="24145" h="126529">
                <a:moveTo>
                  <a:pt x="12019" y="61203"/>
                </a:moveTo>
                <a:lnTo>
                  <a:pt x="8048" y="40802"/>
                </a:lnTo>
                <a:lnTo>
                  <a:pt x="8048" y="32663"/>
                </a:lnTo>
                <a:lnTo>
                  <a:pt x="8048" y="40802"/>
                </a:lnTo>
                <a:lnTo>
                  <a:pt x="12019" y="61203"/>
                </a:lnTo>
                <a:lnTo>
                  <a:pt x="4077" y="85727"/>
                </a:lnTo>
                <a:lnTo>
                  <a:pt x="8048" y="114376"/>
                </a:lnTo>
                <a:lnTo>
                  <a:pt x="8048" y="122514"/>
                </a:lnTo>
                <a:lnTo>
                  <a:pt x="16097" y="126529"/>
                </a:lnTo>
                <a:lnTo>
                  <a:pt x="16097" y="85727"/>
                </a:lnTo>
                <a:lnTo>
                  <a:pt x="24145" y="85727"/>
                </a:lnTo>
                <a:lnTo>
                  <a:pt x="16097" y="81712"/>
                </a:lnTo>
                <a:lnTo>
                  <a:pt x="16097" y="73465"/>
                </a:lnTo>
                <a:lnTo>
                  <a:pt x="12019" y="53064"/>
                </a:lnTo>
                <a:lnTo>
                  <a:pt x="20068" y="28539"/>
                </a:lnTo>
                <a:lnTo>
                  <a:pt x="16097" y="0"/>
                </a:lnTo>
                <a:lnTo>
                  <a:pt x="8048" y="3038"/>
                </a:lnTo>
                <a:lnTo>
                  <a:pt x="8048" y="28539"/>
                </a:lnTo>
                <a:lnTo>
                  <a:pt x="0" y="28539"/>
                </a:lnTo>
                <a:lnTo>
                  <a:pt x="0" y="61203"/>
                </a:lnTo>
                <a:lnTo>
                  <a:pt x="12019" y="612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6649598" y="3361378"/>
            <a:ext cx="24038" cy="102113"/>
          </a:xfrm>
          <a:custGeom>
            <a:avLst/>
            <a:gdLst/>
            <a:ahLst/>
            <a:cxnLst/>
            <a:rect l="l" t="t" r="r" b="b"/>
            <a:pathLst>
              <a:path w="24038" h="102113">
                <a:moveTo>
                  <a:pt x="12019" y="44925"/>
                </a:moveTo>
                <a:lnTo>
                  <a:pt x="8048" y="24524"/>
                </a:lnTo>
                <a:lnTo>
                  <a:pt x="8048" y="16277"/>
                </a:lnTo>
                <a:lnTo>
                  <a:pt x="8048" y="24524"/>
                </a:lnTo>
                <a:lnTo>
                  <a:pt x="12019" y="44925"/>
                </a:lnTo>
                <a:lnTo>
                  <a:pt x="3970" y="69450"/>
                </a:lnTo>
                <a:lnTo>
                  <a:pt x="8048" y="89851"/>
                </a:lnTo>
                <a:lnTo>
                  <a:pt x="8048" y="97990"/>
                </a:lnTo>
                <a:lnTo>
                  <a:pt x="15990" y="102113"/>
                </a:lnTo>
                <a:lnTo>
                  <a:pt x="15990" y="69450"/>
                </a:lnTo>
                <a:lnTo>
                  <a:pt x="24038" y="69450"/>
                </a:lnTo>
                <a:lnTo>
                  <a:pt x="15990" y="65326"/>
                </a:lnTo>
                <a:lnTo>
                  <a:pt x="15990" y="57188"/>
                </a:lnTo>
                <a:lnTo>
                  <a:pt x="12019" y="36678"/>
                </a:lnTo>
                <a:lnTo>
                  <a:pt x="20068" y="12262"/>
                </a:lnTo>
                <a:lnTo>
                  <a:pt x="8048" y="0"/>
                </a:lnTo>
                <a:lnTo>
                  <a:pt x="8048" y="12262"/>
                </a:lnTo>
                <a:lnTo>
                  <a:pt x="0" y="12262"/>
                </a:lnTo>
                <a:lnTo>
                  <a:pt x="0" y="44925"/>
                </a:lnTo>
                <a:lnTo>
                  <a:pt x="12019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6641549" y="3406303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2019" y="32663"/>
                </a:moveTo>
                <a:lnTo>
                  <a:pt x="8048" y="12262"/>
                </a:lnTo>
                <a:lnTo>
                  <a:pt x="8048" y="4015"/>
                </a:lnTo>
                <a:lnTo>
                  <a:pt x="8048" y="12262"/>
                </a:lnTo>
                <a:lnTo>
                  <a:pt x="12019" y="32663"/>
                </a:lnTo>
                <a:lnTo>
                  <a:pt x="3970" y="57188"/>
                </a:lnTo>
                <a:lnTo>
                  <a:pt x="8048" y="77589"/>
                </a:lnTo>
                <a:lnTo>
                  <a:pt x="8048" y="85727"/>
                </a:lnTo>
                <a:lnTo>
                  <a:pt x="16097" y="89851"/>
                </a:lnTo>
                <a:lnTo>
                  <a:pt x="16097" y="57188"/>
                </a:lnTo>
                <a:lnTo>
                  <a:pt x="24038" y="57188"/>
                </a:lnTo>
                <a:lnTo>
                  <a:pt x="16097" y="53064"/>
                </a:lnTo>
                <a:lnTo>
                  <a:pt x="16097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6593472" y="3655348"/>
            <a:ext cx="10624" cy="44925"/>
          </a:xfrm>
          <a:custGeom>
            <a:avLst/>
            <a:gdLst/>
            <a:ahLst/>
            <a:cxnLst/>
            <a:rect l="l" t="t" r="r" b="b"/>
            <a:pathLst>
              <a:path w="10624" h="44925">
                <a:moveTo>
                  <a:pt x="3970" y="12262"/>
                </a:moveTo>
                <a:lnTo>
                  <a:pt x="0" y="0"/>
                </a:lnTo>
                <a:lnTo>
                  <a:pt x="3970" y="44925"/>
                </a:lnTo>
                <a:lnTo>
                  <a:pt x="10624" y="44925"/>
                </a:lnTo>
                <a:lnTo>
                  <a:pt x="397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6617511" y="3504293"/>
            <a:ext cx="20068" cy="118391"/>
          </a:xfrm>
          <a:custGeom>
            <a:avLst/>
            <a:gdLst/>
            <a:ahLst/>
            <a:cxnLst/>
            <a:rect l="l" t="t" r="r" b="b"/>
            <a:pathLst>
              <a:path w="20068" h="118391">
                <a:moveTo>
                  <a:pt x="0" y="28539"/>
                </a:moveTo>
                <a:lnTo>
                  <a:pt x="0" y="36786"/>
                </a:lnTo>
                <a:lnTo>
                  <a:pt x="0" y="32663"/>
                </a:lnTo>
                <a:lnTo>
                  <a:pt x="0" y="118391"/>
                </a:lnTo>
                <a:lnTo>
                  <a:pt x="0" y="44925"/>
                </a:lnTo>
                <a:lnTo>
                  <a:pt x="12019" y="32663"/>
                </a:ln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019" y="32663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8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6609462" y="3557358"/>
            <a:ext cx="3970" cy="53064"/>
          </a:xfrm>
          <a:custGeom>
            <a:avLst/>
            <a:gdLst/>
            <a:ahLst/>
            <a:cxnLst/>
            <a:rect l="l" t="t" r="r" b="b"/>
            <a:pathLst>
              <a:path w="3970" h="53064">
                <a:moveTo>
                  <a:pt x="3541" y="23982"/>
                </a:moveTo>
                <a:lnTo>
                  <a:pt x="0" y="0"/>
                </a:lnTo>
                <a:lnTo>
                  <a:pt x="0" y="32663"/>
                </a:lnTo>
                <a:lnTo>
                  <a:pt x="3970" y="53064"/>
                </a:lnTo>
                <a:lnTo>
                  <a:pt x="3541" y="239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6621481" y="3549219"/>
            <a:ext cx="20068" cy="57622"/>
          </a:xfrm>
          <a:custGeom>
            <a:avLst/>
            <a:gdLst/>
            <a:ahLst/>
            <a:cxnLst/>
            <a:rect l="l" t="t" r="r" b="b"/>
            <a:pathLst>
              <a:path w="20068" h="57622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536" y="57622"/>
                </a:lnTo>
                <a:lnTo>
                  <a:pt x="4077" y="49049"/>
                </a:lnTo>
                <a:lnTo>
                  <a:pt x="12019" y="45902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6585423" y="3438967"/>
            <a:ext cx="72223" cy="261307"/>
          </a:xfrm>
          <a:custGeom>
            <a:avLst/>
            <a:gdLst/>
            <a:ahLst/>
            <a:cxnLst/>
            <a:rect l="l" t="t" r="r" b="b"/>
            <a:pathLst>
              <a:path w="72223" h="261307">
                <a:moveTo>
                  <a:pt x="64174" y="57188"/>
                </a:moveTo>
                <a:lnTo>
                  <a:pt x="72223" y="57188"/>
                </a:lnTo>
                <a:lnTo>
                  <a:pt x="64174" y="53064"/>
                </a:lnTo>
                <a:lnTo>
                  <a:pt x="64174" y="44925"/>
                </a:lnTo>
                <a:lnTo>
                  <a:pt x="60096" y="24524"/>
                </a:lnTo>
                <a:lnTo>
                  <a:pt x="68145" y="0"/>
                </a:lnTo>
                <a:lnTo>
                  <a:pt x="48077" y="0"/>
                </a:lnTo>
                <a:lnTo>
                  <a:pt x="48077" y="28539"/>
                </a:lnTo>
                <a:lnTo>
                  <a:pt x="60096" y="32663"/>
                </a:lnTo>
                <a:lnTo>
                  <a:pt x="56126" y="12262"/>
                </a:lnTo>
                <a:lnTo>
                  <a:pt x="56126" y="4015"/>
                </a:lnTo>
                <a:lnTo>
                  <a:pt x="56126" y="12262"/>
                </a:lnTo>
                <a:lnTo>
                  <a:pt x="60096" y="32663"/>
                </a:lnTo>
                <a:lnTo>
                  <a:pt x="52155" y="57188"/>
                </a:lnTo>
                <a:lnTo>
                  <a:pt x="56126" y="77589"/>
                </a:lnTo>
                <a:lnTo>
                  <a:pt x="44106" y="89851"/>
                </a:lnTo>
                <a:lnTo>
                  <a:pt x="44106" y="97990"/>
                </a:lnTo>
                <a:lnTo>
                  <a:pt x="32087" y="110252"/>
                </a:lnTo>
                <a:lnTo>
                  <a:pt x="32087" y="191965"/>
                </a:lnTo>
                <a:lnTo>
                  <a:pt x="32087" y="97990"/>
                </a:lnTo>
                <a:lnTo>
                  <a:pt x="24038" y="97990"/>
                </a:lnTo>
                <a:lnTo>
                  <a:pt x="24038" y="118391"/>
                </a:lnTo>
                <a:lnTo>
                  <a:pt x="27580" y="142373"/>
                </a:lnTo>
                <a:lnTo>
                  <a:pt x="28009" y="171455"/>
                </a:lnTo>
                <a:lnTo>
                  <a:pt x="20068" y="195980"/>
                </a:lnTo>
                <a:lnTo>
                  <a:pt x="24038" y="216381"/>
                </a:lnTo>
                <a:lnTo>
                  <a:pt x="24038" y="224628"/>
                </a:lnTo>
                <a:lnTo>
                  <a:pt x="24038" y="216381"/>
                </a:lnTo>
                <a:lnTo>
                  <a:pt x="20068" y="204227"/>
                </a:lnTo>
                <a:lnTo>
                  <a:pt x="8048" y="208242"/>
                </a:lnTo>
                <a:lnTo>
                  <a:pt x="20068" y="204227"/>
                </a:lnTo>
                <a:lnTo>
                  <a:pt x="8048" y="191965"/>
                </a:lnTo>
                <a:lnTo>
                  <a:pt x="8048" y="204227"/>
                </a:lnTo>
                <a:lnTo>
                  <a:pt x="0" y="204227"/>
                </a:lnTo>
                <a:lnTo>
                  <a:pt x="0" y="255881"/>
                </a:lnTo>
                <a:lnTo>
                  <a:pt x="5365" y="261307"/>
                </a:lnTo>
                <a:lnTo>
                  <a:pt x="12019" y="261307"/>
                </a:lnTo>
                <a:lnTo>
                  <a:pt x="8048" y="216381"/>
                </a:lnTo>
                <a:lnTo>
                  <a:pt x="12019" y="228643"/>
                </a:lnTo>
                <a:lnTo>
                  <a:pt x="18672" y="261307"/>
                </a:lnTo>
                <a:lnTo>
                  <a:pt x="24038" y="255881"/>
                </a:lnTo>
                <a:lnTo>
                  <a:pt x="24038" y="228643"/>
                </a:lnTo>
                <a:lnTo>
                  <a:pt x="32087" y="228643"/>
                </a:lnTo>
                <a:lnTo>
                  <a:pt x="32087" y="195980"/>
                </a:lnTo>
                <a:lnTo>
                  <a:pt x="40136" y="195980"/>
                </a:lnTo>
                <a:lnTo>
                  <a:pt x="40135" y="164260"/>
                </a:lnTo>
                <a:lnTo>
                  <a:pt x="48077" y="156154"/>
                </a:lnTo>
                <a:lnTo>
                  <a:pt x="40136" y="159301"/>
                </a:lnTo>
                <a:lnTo>
                  <a:pt x="36594" y="167874"/>
                </a:lnTo>
                <a:lnTo>
                  <a:pt x="36058" y="122514"/>
                </a:lnTo>
                <a:lnTo>
                  <a:pt x="48077" y="110252"/>
                </a:lnTo>
                <a:lnTo>
                  <a:pt x="48077" y="118391"/>
                </a:lnTo>
                <a:lnTo>
                  <a:pt x="56126" y="122514"/>
                </a:lnTo>
                <a:lnTo>
                  <a:pt x="56126" y="85727"/>
                </a:lnTo>
                <a:lnTo>
                  <a:pt x="56126" y="89851"/>
                </a:lnTo>
                <a:lnTo>
                  <a:pt x="64174" y="89851"/>
                </a:lnTo>
                <a:lnTo>
                  <a:pt x="64174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6625559" y="3467506"/>
            <a:ext cx="19960" cy="61311"/>
          </a:xfrm>
          <a:custGeom>
            <a:avLst/>
            <a:gdLst/>
            <a:ahLst/>
            <a:cxnLst/>
            <a:rect l="l" t="t" r="r" b="b"/>
            <a:pathLst>
              <a:path w="19960" h="61311">
                <a:moveTo>
                  <a:pt x="3970" y="61311"/>
                </a:moveTo>
                <a:lnTo>
                  <a:pt x="15990" y="49049"/>
                </a:lnTo>
                <a:lnTo>
                  <a:pt x="12019" y="28648"/>
                </a:lnTo>
                <a:lnTo>
                  <a:pt x="19960" y="4123"/>
                </a:lnTo>
                <a:lnTo>
                  <a:pt x="7941" y="0"/>
                </a:lnTo>
                <a:lnTo>
                  <a:pt x="7941" y="4123"/>
                </a:lnTo>
                <a:lnTo>
                  <a:pt x="0" y="4123"/>
                </a:lnTo>
                <a:lnTo>
                  <a:pt x="0" y="36786"/>
                </a:lnTo>
                <a:lnTo>
                  <a:pt x="12019" y="36786"/>
                </a:lnTo>
                <a:lnTo>
                  <a:pt x="7941" y="16385"/>
                </a:lnTo>
                <a:lnTo>
                  <a:pt x="7941" y="8247"/>
                </a:lnTo>
                <a:lnTo>
                  <a:pt x="7941" y="16385"/>
                </a:lnTo>
                <a:lnTo>
                  <a:pt x="12019" y="36786"/>
                </a:lnTo>
                <a:lnTo>
                  <a:pt x="3970" y="613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6657647" y="3332729"/>
            <a:ext cx="24038" cy="98098"/>
          </a:xfrm>
          <a:custGeom>
            <a:avLst/>
            <a:gdLst/>
            <a:ahLst/>
            <a:cxnLst/>
            <a:rect l="l" t="t" r="r" b="b"/>
            <a:pathLst>
              <a:path w="24038" h="98098">
                <a:moveTo>
                  <a:pt x="15990" y="65326"/>
                </a:moveTo>
                <a:lnTo>
                  <a:pt x="24038" y="65326"/>
                </a:lnTo>
                <a:lnTo>
                  <a:pt x="15990" y="61311"/>
                </a:lnTo>
                <a:lnTo>
                  <a:pt x="15990" y="53172"/>
                </a:lnTo>
                <a:lnTo>
                  <a:pt x="12019" y="24524"/>
                </a:lnTo>
                <a:lnTo>
                  <a:pt x="19960" y="0"/>
                </a:lnTo>
                <a:lnTo>
                  <a:pt x="0" y="0"/>
                </a:lnTo>
                <a:lnTo>
                  <a:pt x="0" y="28648"/>
                </a:lnTo>
                <a:lnTo>
                  <a:pt x="12019" y="40910"/>
                </a:lnTo>
                <a:lnTo>
                  <a:pt x="7941" y="12262"/>
                </a:lnTo>
                <a:lnTo>
                  <a:pt x="7941" y="4123"/>
                </a:lnTo>
                <a:lnTo>
                  <a:pt x="7941" y="12262"/>
                </a:lnTo>
                <a:lnTo>
                  <a:pt x="12019" y="40910"/>
                </a:lnTo>
                <a:lnTo>
                  <a:pt x="3970" y="65326"/>
                </a:lnTo>
                <a:lnTo>
                  <a:pt x="7941" y="85836"/>
                </a:lnTo>
                <a:lnTo>
                  <a:pt x="7941" y="93975"/>
                </a:lnTo>
                <a:lnTo>
                  <a:pt x="15990" y="98098"/>
                </a:lnTo>
                <a:lnTo>
                  <a:pt x="15990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6689734" y="3210214"/>
            <a:ext cx="5365" cy="23471"/>
          </a:xfrm>
          <a:custGeom>
            <a:avLst/>
            <a:gdLst/>
            <a:ahLst/>
            <a:cxnLst/>
            <a:rect l="l" t="t" r="r" b="b"/>
            <a:pathLst>
              <a:path w="5365" h="23471">
                <a:moveTo>
                  <a:pt x="3434" y="19966"/>
                </a:moveTo>
                <a:lnTo>
                  <a:pt x="5365" y="0"/>
                </a:lnTo>
                <a:lnTo>
                  <a:pt x="0" y="5534"/>
                </a:lnTo>
                <a:lnTo>
                  <a:pt x="0" y="23471"/>
                </a:lnTo>
                <a:lnTo>
                  <a:pt x="3434" y="19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6689734" y="3238863"/>
            <a:ext cx="15990" cy="85727"/>
          </a:xfrm>
          <a:custGeom>
            <a:avLst/>
            <a:gdLst/>
            <a:ahLst/>
            <a:cxnLst/>
            <a:rect l="l" t="t" r="r" b="b"/>
            <a:pathLst>
              <a:path w="15990" h="85727">
                <a:moveTo>
                  <a:pt x="15989" y="13239"/>
                </a:moveTo>
                <a:lnTo>
                  <a:pt x="15990" y="8138"/>
                </a:lnTo>
                <a:lnTo>
                  <a:pt x="12448" y="16820"/>
                </a:lnTo>
                <a:lnTo>
                  <a:pt x="7941" y="40802"/>
                </a:lnTo>
                <a:lnTo>
                  <a:pt x="4399" y="49483"/>
                </a:lnTo>
                <a:lnTo>
                  <a:pt x="0" y="0"/>
                </a:lnTo>
                <a:lnTo>
                  <a:pt x="0" y="81604"/>
                </a:lnTo>
                <a:lnTo>
                  <a:pt x="7941" y="85727"/>
                </a:lnTo>
                <a:lnTo>
                  <a:pt x="7941" y="45902"/>
                </a:lnTo>
                <a:lnTo>
                  <a:pt x="15990" y="37763"/>
                </a:lnTo>
                <a:lnTo>
                  <a:pt x="15989" y="132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6745860" y="2957046"/>
            <a:ext cx="12019" cy="110252"/>
          </a:xfrm>
          <a:custGeom>
            <a:avLst/>
            <a:gdLst/>
            <a:ahLst/>
            <a:cxnLst/>
            <a:rect l="l" t="t" r="r" b="b"/>
            <a:pathLst>
              <a:path w="12019" h="110252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0" y="36786"/>
                </a:lnTo>
                <a:lnTo>
                  <a:pt x="0" y="32663"/>
                </a:lnTo>
                <a:lnTo>
                  <a:pt x="0" y="110252"/>
                </a:lnTo>
                <a:lnTo>
                  <a:pt x="0" y="44925"/>
                </a:lnTo>
                <a:lnTo>
                  <a:pt x="12019" y="32663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6753909" y="2912120"/>
            <a:ext cx="19960" cy="28539"/>
          </a:xfrm>
          <a:custGeom>
            <a:avLst/>
            <a:gdLst/>
            <a:ahLst/>
            <a:cxnLst/>
            <a:rect l="l" t="t" r="r" b="b"/>
            <a:pathLst>
              <a:path w="19960" h="28539">
                <a:moveTo>
                  <a:pt x="12019" y="28539"/>
                </a:moveTo>
                <a:lnTo>
                  <a:pt x="19960" y="4123"/>
                </a:lnTo>
                <a:lnTo>
                  <a:pt x="7941" y="8138"/>
                </a:lnTo>
                <a:lnTo>
                  <a:pt x="19960" y="4123"/>
                </a:lnTo>
                <a:lnTo>
                  <a:pt x="7941" y="0"/>
                </a:lnTo>
                <a:lnTo>
                  <a:pt x="7941" y="4123"/>
                </a:lnTo>
                <a:lnTo>
                  <a:pt x="0" y="4123"/>
                </a:lnTo>
                <a:lnTo>
                  <a:pt x="7941" y="16385"/>
                </a:lnTo>
                <a:lnTo>
                  <a:pt x="12019" y="28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6805957" y="2765081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4077" y="32663"/>
                </a:lnTo>
                <a:lnTo>
                  <a:pt x="4077" y="40802"/>
                </a:lnTo>
                <a:lnTo>
                  <a:pt x="12019" y="44925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6793937" y="2752819"/>
            <a:ext cx="8048" cy="12262"/>
          </a:xfrm>
          <a:custGeom>
            <a:avLst/>
            <a:gdLst/>
            <a:ahLst/>
            <a:cxnLst/>
            <a:rect l="l" t="t" r="r" b="b"/>
            <a:pathLst>
              <a:path w="8048" h="12262">
                <a:moveTo>
                  <a:pt x="8048" y="0"/>
                </a:moveTo>
                <a:lnTo>
                  <a:pt x="0" y="0"/>
                </a:lnTo>
                <a:lnTo>
                  <a:pt x="8048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6721821" y="3029568"/>
            <a:ext cx="19960" cy="115319"/>
          </a:xfrm>
          <a:custGeom>
            <a:avLst/>
            <a:gdLst/>
            <a:ahLst/>
            <a:cxnLst/>
            <a:rect l="l" t="t" r="r" b="b"/>
            <a:pathLst>
              <a:path w="19960" h="115319">
                <a:moveTo>
                  <a:pt x="7941" y="8214"/>
                </a:moveTo>
                <a:lnTo>
                  <a:pt x="7941" y="25468"/>
                </a:lnTo>
                <a:lnTo>
                  <a:pt x="0" y="25468"/>
                </a:lnTo>
                <a:lnTo>
                  <a:pt x="0" y="54116"/>
                </a:lnTo>
                <a:lnTo>
                  <a:pt x="12019" y="58131"/>
                </a:lnTo>
                <a:lnTo>
                  <a:pt x="7941" y="37730"/>
                </a:lnTo>
                <a:lnTo>
                  <a:pt x="7941" y="29591"/>
                </a:lnTo>
                <a:lnTo>
                  <a:pt x="7941" y="37730"/>
                </a:lnTo>
                <a:lnTo>
                  <a:pt x="12019" y="58131"/>
                </a:lnTo>
                <a:lnTo>
                  <a:pt x="3970" y="82656"/>
                </a:lnTo>
                <a:lnTo>
                  <a:pt x="7941" y="103057"/>
                </a:lnTo>
                <a:lnTo>
                  <a:pt x="7941" y="111304"/>
                </a:lnTo>
                <a:lnTo>
                  <a:pt x="7941" y="103057"/>
                </a:lnTo>
                <a:lnTo>
                  <a:pt x="7941" y="115319"/>
                </a:lnTo>
                <a:lnTo>
                  <a:pt x="15990" y="115319"/>
                </a:lnTo>
                <a:lnTo>
                  <a:pt x="15990" y="70393"/>
                </a:lnTo>
                <a:lnTo>
                  <a:pt x="12019" y="49992"/>
                </a:lnTo>
                <a:lnTo>
                  <a:pt x="19960" y="25468"/>
                </a:lnTo>
                <a:lnTo>
                  <a:pt x="15990" y="5067"/>
                </a:lnTo>
                <a:lnTo>
                  <a:pt x="15989" y="0"/>
                </a:lnTo>
                <a:lnTo>
                  <a:pt x="7941" y="82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6793937" y="2744680"/>
            <a:ext cx="32087" cy="97990"/>
          </a:xfrm>
          <a:custGeom>
            <a:avLst/>
            <a:gdLst/>
            <a:ahLst/>
            <a:cxnLst/>
            <a:rect l="l" t="t" r="r" b="b"/>
            <a:pathLst>
              <a:path w="32087" h="97990">
                <a:moveTo>
                  <a:pt x="24038" y="28539"/>
                </a:moveTo>
                <a:lnTo>
                  <a:pt x="32087" y="32663"/>
                </a:lnTo>
                <a:lnTo>
                  <a:pt x="32087" y="5534"/>
                </a:lnTo>
                <a:lnTo>
                  <a:pt x="26721" y="0"/>
                </a:lnTo>
                <a:lnTo>
                  <a:pt x="20068" y="0"/>
                </a:lnTo>
                <a:lnTo>
                  <a:pt x="20068" y="8138"/>
                </a:lnTo>
                <a:lnTo>
                  <a:pt x="20068" y="0"/>
                </a:lnTo>
                <a:lnTo>
                  <a:pt x="13414" y="0"/>
                </a:lnTo>
                <a:lnTo>
                  <a:pt x="8048" y="5534"/>
                </a:lnTo>
                <a:lnTo>
                  <a:pt x="8048" y="20401"/>
                </a:lnTo>
                <a:lnTo>
                  <a:pt x="0" y="8138"/>
                </a:lnTo>
                <a:lnTo>
                  <a:pt x="0" y="40802"/>
                </a:lnTo>
                <a:lnTo>
                  <a:pt x="12019" y="40802"/>
                </a:lnTo>
                <a:lnTo>
                  <a:pt x="4077" y="65326"/>
                </a:lnTo>
                <a:lnTo>
                  <a:pt x="8048" y="85727"/>
                </a:lnTo>
                <a:lnTo>
                  <a:pt x="8048" y="93975"/>
                </a:lnTo>
                <a:lnTo>
                  <a:pt x="16097" y="97990"/>
                </a:lnTo>
                <a:lnTo>
                  <a:pt x="16097" y="65326"/>
                </a:lnTo>
                <a:lnTo>
                  <a:pt x="24038" y="65326"/>
                </a:lnTo>
                <a:lnTo>
                  <a:pt x="16097" y="61203"/>
                </a:lnTo>
                <a:lnTo>
                  <a:pt x="16097" y="53064"/>
                </a:lnTo>
                <a:lnTo>
                  <a:pt x="12019" y="32663"/>
                </a:lnTo>
                <a:lnTo>
                  <a:pt x="24038" y="20401"/>
                </a:lnTo>
                <a:lnTo>
                  <a:pt x="24038" y="28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6785889" y="2785482"/>
            <a:ext cx="24145" cy="89851"/>
          </a:xfrm>
          <a:custGeom>
            <a:avLst/>
            <a:gdLst/>
            <a:ahLst/>
            <a:cxnLst/>
            <a:rect l="l" t="t" r="r" b="b"/>
            <a:pathLst>
              <a:path w="24145" h="89851">
                <a:moveTo>
                  <a:pt x="12126" y="32663"/>
                </a:move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126" y="32663"/>
                </a:lnTo>
                <a:lnTo>
                  <a:pt x="4077" y="57188"/>
                </a:lnTo>
                <a:lnTo>
                  <a:pt x="8048" y="77589"/>
                </a:lnTo>
                <a:lnTo>
                  <a:pt x="8048" y="85836"/>
                </a:lnTo>
                <a:lnTo>
                  <a:pt x="16097" y="89851"/>
                </a:lnTo>
                <a:lnTo>
                  <a:pt x="16097" y="57188"/>
                </a:lnTo>
                <a:lnTo>
                  <a:pt x="24145" y="57188"/>
                </a:lnTo>
                <a:lnTo>
                  <a:pt x="16097" y="53172"/>
                </a:lnTo>
                <a:lnTo>
                  <a:pt x="16097" y="44925"/>
                </a:lnTo>
                <a:lnTo>
                  <a:pt x="12126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663"/>
                </a:lnTo>
                <a:lnTo>
                  <a:pt x="12126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6777947" y="2818145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2019" y="32663"/>
                </a:moveTo>
                <a:lnTo>
                  <a:pt x="7941" y="12262"/>
                </a:lnTo>
                <a:lnTo>
                  <a:pt x="7941" y="4123"/>
                </a:lnTo>
                <a:lnTo>
                  <a:pt x="7941" y="12262"/>
                </a:lnTo>
                <a:lnTo>
                  <a:pt x="12019" y="32663"/>
                </a:lnTo>
                <a:lnTo>
                  <a:pt x="3970" y="57188"/>
                </a:lnTo>
                <a:lnTo>
                  <a:pt x="7941" y="77589"/>
                </a:lnTo>
                <a:lnTo>
                  <a:pt x="7941" y="85836"/>
                </a:lnTo>
                <a:lnTo>
                  <a:pt x="15990" y="89851"/>
                </a:lnTo>
                <a:lnTo>
                  <a:pt x="15990" y="57188"/>
                </a:lnTo>
                <a:lnTo>
                  <a:pt x="24038" y="57188"/>
                </a:lnTo>
                <a:lnTo>
                  <a:pt x="15990" y="53172"/>
                </a:lnTo>
                <a:lnTo>
                  <a:pt x="15990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6769899" y="2850809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2019" y="32771"/>
                </a:move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019" y="32771"/>
                </a:lnTo>
                <a:lnTo>
                  <a:pt x="3970" y="57188"/>
                </a:lnTo>
                <a:lnTo>
                  <a:pt x="8048" y="77697"/>
                </a:lnTo>
                <a:lnTo>
                  <a:pt x="8048" y="85836"/>
                </a:lnTo>
                <a:lnTo>
                  <a:pt x="15990" y="89851"/>
                </a:lnTo>
                <a:lnTo>
                  <a:pt x="15990" y="57188"/>
                </a:lnTo>
                <a:lnTo>
                  <a:pt x="24038" y="57188"/>
                </a:lnTo>
                <a:lnTo>
                  <a:pt x="15990" y="53172"/>
                </a:lnTo>
                <a:lnTo>
                  <a:pt x="15990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32771"/>
                </a:lnTo>
                <a:lnTo>
                  <a:pt x="12019" y="327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6697675" y="3116348"/>
            <a:ext cx="28116" cy="110252"/>
          </a:xfrm>
          <a:custGeom>
            <a:avLst/>
            <a:gdLst/>
            <a:ahLst/>
            <a:cxnLst/>
            <a:rect l="l" t="t" r="r" b="b"/>
            <a:pathLst>
              <a:path w="28116" h="110252">
                <a:moveTo>
                  <a:pt x="0" y="73465"/>
                </a:moveTo>
                <a:lnTo>
                  <a:pt x="0" y="97990"/>
                </a:lnTo>
                <a:lnTo>
                  <a:pt x="4077" y="110252"/>
                </a:lnTo>
                <a:lnTo>
                  <a:pt x="24145" y="110252"/>
                </a:lnTo>
                <a:lnTo>
                  <a:pt x="24145" y="65326"/>
                </a:lnTo>
                <a:lnTo>
                  <a:pt x="20068" y="28539"/>
                </a:lnTo>
                <a:lnTo>
                  <a:pt x="28116" y="4015"/>
                </a:lnTo>
                <a:lnTo>
                  <a:pt x="16097" y="0"/>
                </a:lnTo>
                <a:lnTo>
                  <a:pt x="16097" y="4015"/>
                </a:lnTo>
                <a:lnTo>
                  <a:pt x="8048" y="4015"/>
                </a:lnTo>
                <a:lnTo>
                  <a:pt x="8048" y="53064"/>
                </a:lnTo>
                <a:lnTo>
                  <a:pt x="20068" y="53064"/>
                </a:lnTo>
                <a:lnTo>
                  <a:pt x="16097" y="16277"/>
                </a:lnTo>
                <a:lnTo>
                  <a:pt x="16097" y="8138"/>
                </a:lnTo>
                <a:lnTo>
                  <a:pt x="16097" y="16277"/>
                </a:lnTo>
                <a:lnTo>
                  <a:pt x="20068" y="53064"/>
                </a:lnTo>
                <a:lnTo>
                  <a:pt x="12019" y="77589"/>
                </a:lnTo>
                <a:lnTo>
                  <a:pt x="16097" y="97990"/>
                </a:lnTo>
                <a:lnTo>
                  <a:pt x="16097" y="106128"/>
                </a:lnTo>
                <a:lnTo>
                  <a:pt x="16097" y="97990"/>
                </a:lnTo>
                <a:lnTo>
                  <a:pt x="12019" y="85727"/>
                </a:lnTo>
                <a:lnTo>
                  <a:pt x="0" y="89851"/>
                </a:lnTo>
                <a:lnTo>
                  <a:pt x="12019" y="85727"/>
                </a:lnTo>
                <a:lnTo>
                  <a:pt x="0" y="734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6689734" y="3202076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2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6697675" y="3169412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0" y="20401"/>
                </a:moveTo>
                <a:lnTo>
                  <a:pt x="12019" y="32663"/>
                </a:ln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019" y="32663"/>
                </a:lnTo>
                <a:lnTo>
                  <a:pt x="16097" y="44925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6713773" y="3083685"/>
            <a:ext cx="20068" cy="110252"/>
          </a:xfrm>
          <a:custGeom>
            <a:avLst/>
            <a:gdLst/>
            <a:ahLst/>
            <a:cxnLst/>
            <a:rect l="l" t="t" r="r" b="b"/>
            <a:pathLst>
              <a:path w="20068" h="110252">
                <a:moveTo>
                  <a:pt x="8048" y="97990"/>
                </a:moveTo>
                <a:lnTo>
                  <a:pt x="8048" y="110252"/>
                </a:lnTo>
                <a:lnTo>
                  <a:pt x="15990" y="110252"/>
                </a:lnTo>
                <a:lnTo>
                  <a:pt x="15990" y="48940"/>
                </a:lnTo>
                <a:lnTo>
                  <a:pt x="12019" y="28539"/>
                </a:lnTo>
                <a:lnTo>
                  <a:pt x="20068" y="4015"/>
                </a:lnTo>
                <a:lnTo>
                  <a:pt x="8048" y="0"/>
                </a:lnTo>
                <a:lnTo>
                  <a:pt x="8048" y="4015"/>
                </a:lnTo>
                <a:lnTo>
                  <a:pt x="0" y="4015"/>
                </a:lnTo>
                <a:lnTo>
                  <a:pt x="0" y="32663"/>
                </a:lnTo>
                <a:lnTo>
                  <a:pt x="12019" y="36678"/>
                </a:lnTo>
                <a:lnTo>
                  <a:pt x="8048" y="16277"/>
                </a:lnTo>
                <a:lnTo>
                  <a:pt x="8048" y="8138"/>
                </a:lnTo>
                <a:lnTo>
                  <a:pt x="8048" y="16277"/>
                </a:lnTo>
                <a:lnTo>
                  <a:pt x="12019" y="36678"/>
                </a:lnTo>
                <a:lnTo>
                  <a:pt x="3970" y="61203"/>
                </a:lnTo>
                <a:lnTo>
                  <a:pt x="8048" y="97990"/>
                </a:lnTo>
                <a:lnTo>
                  <a:pt x="8048" y="106128"/>
                </a:lnTo>
                <a:lnTo>
                  <a:pt x="8048" y="9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6737811" y="3010111"/>
            <a:ext cx="3970" cy="44925"/>
          </a:xfrm>
          <a:custGeom>
            <a:avLst/>
            <a:gdLst/>
            <a:ahLst/>
            <a:cxnLst/>
            <a:rect l="l" t="t" r="r" b="b"/>
            <a:pathLst>
              <a:path w="3970" h="44925">
                <a:moveTo>
                  <a:pt x="3541" y="15843"/>
                </a:moveTo>
                <a:lnTo>
                  <a:pt x="0" y="0"/>
                </a:lnTo>
                <a:lnTo>
                  <a:pt x="0" y="24524"/>
                </a:lnTo>
                <a:lnTo>
                  <a:pt x="3970" y="44925"/>
                </a:lnTo>
                <a:lnTo>
                  <a:pt x="3541" y="15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6749831" y="3001972"/>
            <a:ext cx="20068" cy="49483"/>
          </a:xfrm>
          <a:custGeom>
            <a:avLst/>
            <a:gdLst/>
            <a:ahLst/>
            <a:cxnLst/>
            <a:rect l="l" t="t" r="r" b="b"/>
            <a:pathLst>
              <a:path w="20068" h="49483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536" y="49483"/>
                </a:lnTo>
                <a:lnTo>
                  <a:pt x="4077" y="40802"/>
                </a:lnTo>
                <a:lnTo>
                  <a:pt x="12019" y="37763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6733841" y="2969308"/>
            <a:ext cx="44106" cy="142915"/>
          </a:xfrm>
          <a:custGeom>
            <a:avLst/>
            <a:gdLst/>
            <a:ahLst/>
            <a:cxnLst/>
            <a:rect l="l" t="t" r="r" b="b"/>
            <a:pathLst>
              <a:path w="44106" h="142915">
                <a:moveTo>
                  <a:pt x="36058" y="12262"/>
                </a:moveTo>
                <a:lnTo>
                  <a:pt x="36058" y="8138"/>
                </a:lnTo>
                <a:lnTo>
                  <a:pt x="36058" y="12262"/>
                </a:lnTo>
                <a:lnTo>
                  <a:pt x="44106" y="12262"/>
                </a:lnTo>
                <a:lnTo>
                  <a:pt x="36058" y="0"/>
                </a:lnTo>
                <a:lnTo>
                  <a:pt x="24038" y="12262"/>
                </a:lnTo>
                <a:lnTo>
                  <a:pt x="24038" y="20401"/>
                </a:lnTo>
                <a:lnTo>
                  <a:pt x="12019" y="32663"/>
                </a:lnTo>
                <a:lnTo>
                  <a:pt x="12019" y="106128"/>
                </a:lnTo>
                <a:lnTo>
                  <a:pt x="12019" y="20401"/>
                </a:lnTo>
                <a:lnTo>
                  <a:pt x="3970" y="20401"/>
                </a:lnTo>
                <a:lnTo>
                  <a:pt x="3970" y="40802"/>
                </a:lnTo>
                <a:lnTo>
                  <a:pt x="7512" y="56645"/>
                </a:lnTo>
                <a:lnTo>
                  <a:pt x="7941" y="85727"/>
                </a:lnTo>
                <a:lnTo>
                  <a:pt x="0" y="110252"/>
                </a:lnTo>
                <a:lnTo>
                  <a:pt x="3970" y="130653"/>
                </a:lnTo>
                <a:lnTo>
                  <a:pt x="3970" y="138792"/>
                </a:lnTo>
                <a:lnTo>
                  <a:pt x="3970" y="130653"/>
                </a:lnTo>
                <a:lnTo>
                  <a:pt x="3970" y="142915"/>
                </a:lnTo>
                <a:lnTo>
                  <a:pt x="12019" y="142915"/>
                </a:lnTo>
                <a:lnTo>
                  <a:pt x="12019" y="110252"/>
                </a:lnTo>
                <a:lnTo>
                  <a:pt x="20068" y="110252"/>
                </a:lnTo>
                <a:lnTo>
                  <a:pt x="20067" y="78532"/>
                </a:lnTo>
                <a:lnTo>
                  <a:pt x="28009" y="70427"/>
                </a:lnTo>
                <a:lnTo>
                  <a:pt x="20068" y="73465"/>
                </a:lnTo>
                <a:lnTo>
                  <a:pt x="16526" y="82146"/>
                </a:lnTo>
                <a:lnTo>
                  <a:pt x="15990" y="44925"/>
                </a:lnTo>
                <a:lnTo>
                  <a:pt x="28009" y="32663"/>
                </a:lnTo>
                <a:lnTo>
                  <a:pt x="28009" y="40802"/>
                </a:lnTo>
                <a:lnTo>
                  <a:pt x="36058" y="44925"/>
                </a:lnTo>
                <a:lnTo>
                  <a:pt x="3605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6753909" y="2883581"/>
            <a:ext cx="31980" cy="97990"/>
          </a:xfrm>
          <a:custGeom>
            <a:avLst/>
            <a:gdLst/>
            <a:ahLst/>
            <a:cxnLst/>
            <a:rect l="l" t="t" r="r" b="b"/>
            <a:pathLst>
              <a:path w="31980" h="97990">
                <a:moveTo>
                  <a:pt x="24038" y="57079"/>
                </a:moveTo>
                <a:lnTo>
                  <a:pt x="31980" y="57079"/>
                </a:lnTo>
                <a:lnTo>
                  <a:pt x="24038" y="53064"/>
                </a:lnTo>
                <a:lnTo>
                  <a:pt x="24038" y="44925"/>
                </a:lnTo>
                <a:lnTo>
                  <a:pt x="19960" y="24416"/>
                </a:lnTo>
                <a:lnTo>
                  <a:pt x="28009" y="0"/>
                </a:lnTo>
                <a:lnTo>
                  <a:pt x="7941" y="0"/>
                </a:lnTo>
                <a:lnTo>
                  <a:pt x="7941" y="28539"/>
                </a:lnTo>
                <a:lnTo>
                  <a:pt x="19960" y="32663"/>
                </a:lnTo>
                <a:lnTo>
                  <a:pt x="15990" y="12153"/>
                </a:lnTo>
                <a:lnTo>
                  <a:pt x="15990" y="4015"/>
                </a:lnTo>
                <a:lnTo>
                  <a:pt x="15990" y="12153"/>
                </a:lnTo>
                <a:lnTo>
                  <a:pt x="19960" y="32663"/>
                </a:lnTo>
                <a:lnTo>
                  <a:pt x="12019" y="57079"/>
                </a:lnTo>
                <a:lnTo>
                  <a:pt x="7941" y="44925"/>
                </a:lnTo>
                <a:lnTo>
                  <a:pt x="0" y="32663"/>
                </a:lnTo>
                <a:lnTo>
                  <a:pt x="0" y="85727"/>
                </a:lnTo>
                <a:lnTo>
                  <a:pt x="3970" y="97990"/>
                </a:lnTo>
                <a:lnTo>
                  <a:pt x="15990" y="85727"/>
                </a:lnTo>
                <a:lnTo>
                  <a:pt x="12019" y="73465"/>
                </a:lnTo>
                <a:lnTo>
                  <a:pt x="15990" y="85727"/>
                </a:lnTo>
                <a:lnTo>
                  <a:pt x="24038" y="97990"/>
                </a:lnTo>
                <a:lnTo>
                  <a:pt x="24038" y="570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6842122" y="2556838"/>
            <a:ext cx="7941" cy="31686"/>
          </a:xfrm>
          <a:custGeom>
            <a:avLst/>
            <a:gdLst/>
            <a:ahLst/>
            <a:cxnLst/>
            <a:rect l="l" t="t" r="r" b="b"/>
            <a:pathLst>
              <a:path w="7941" h="31686">
                <a:moveTo>
                  <a:pt x="3541" y="28105"/>
                </a:moveTo>
                <a:lnTo>
                  <a:pt x="7941" y="0"/>
                </a:lnTo>
                <a:lnTo>
                  <a:pt x="0" y="0"/>
                </a:lnTo>
                <a:lnTo>
                  <a:pt x="0" y="316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6866161" y="2405675"/>
            <a:ext cx="48077" cy="102113"/>
          </a:xfrm>
          <a:custGeom>
            <a:avLst/>
            <a:gdLst/>
            <a:ahLst/>
            <a:cxnLst/>
            <a:rect l="l" t="t" r="r" b="b"/>
            <a:pathLst>
              <a:path w="48077" h="102113">
                <a:moveTo>
                  <a:pt x="0" y="65326"/>
                </a:moveTo>
                <a:lnTo>
                  <a:pt x="0" y="89851"/>
                </a:lnTo>
                <a:lnTo>
                  <a:pt x="3970" y="102113"/>
                </a:lnTo>
                <a:lnTo>
                  <a:pt x="24038" y="102113"/>
                </a:lnTo>
                <a:lnTo>
                  <a:pt x="24038" y="57188"/>
                </a:lnTo>
                <a:lnTo>
                  <a:pt x="32087" y="44925"/>
                </a:lnTo>
                <a:lnTo>
                  <a:pt x="32087" y="40910"/>
                </a:lnTo>
                <a:lnTo>
                  <a:pt x="32087" y="44925"/>
                </a:lnTo>
                <a:lnTo>
                  <a:pt x="40136" y="44925"/>
                </a:lnTo>
                <a:lnTo>
                  <a:pt x="40136" y="12262"/>
                </a:lnTo>
                <a:lnTo>
                  <a:pt x="48077" y="12262"/>
                </a:lnTo>
                <a:lnTo>
                  <a:pt x="40136" y="8247"/>
                </a:lnTo>
                <a:lnTo>
                  <a:pt x="40136" y="0"/>
                </a:lnTo>
                <a:lnTo>
                  <a:pt x="28116" y="12262"/>
                </a:lnTo>
                <a:lnTo>
                  <a:pt x="32087" y="32663"/>
                </a:lnTo>
                <a:lnTo>
                  <a:pt x="28116" y="20401"/>
                </a:lnTo>
                <a:lnTo>
                  <a:pt x="15990" y="24524"/>
                </a:lnTo>
                <a:lnTo>
                  <a:pt x="28116" y="20401"/>
                </a:lnTo>
                <a:lnTo>
                  <a:pt x="15990" y="8247"/>
                </a:lnTo>
                <a:lnTo>
                  <a:pt x="15990" y="32663"/>
                </a:lnTo>
                <a:lnTo>
                  <a:pt x="20068" y="44925"/>
                </a:lnTo>
                <a:lnTo>
                  <a:pt x="12019" y="69450"/>
                </a:lnTo>
                <a:lnTo>
                  <a:pt x="15990" y="89851"/>
                </a:lnTo>
                <a:lnTo>
                  <a:pt x="15990" y="98098"/>
                </a:lnTo>
                <a:lnTo>
                  <a:pt x="15990" y="89851"/>
                </a:lnTo>
                <a:lnTo>
                  <a:pt x="12019" y="77589"/>
                </a:lnTo>
                <a:lnTo>
                  <a:pt x="0" y="81712"/>
                </a:lnTo>
                <a:lnTo>
                  <a:pt x="12019" y="77589"/>
                </a:lnTo>
                <a:lnTo>
                  <a:pt x="0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6850063" y="2483264"/>
            <a:ext cx="32087" cy="85836"/>
          </a:xfrm>
          <a:custGeom>
            <a:avLst/>
            <a:gdLst/>
            <a:ahLst/>
            <a:cxnLst/>
            <a:rect l="l" t="t" r="r" b="b"/>
            <a:pathLst>
              <a:path w="32087" h="85836">
                <a:moveTo>
                  <a:pt x="32087" y="24524"/>
                </a:move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11590" y="44491"/>
                </a:lnTo>
                <a:lnTo>
                  <a:pt x="8048" y="48072"/>
                </a:lnTo>
                <a:lnTo>
                  <a:pt x="0" y="56211"/>
                </a:lnTo>
                <a:lnTo>
                  <a:pt x="8048" y="53172"/>
                </a:lnTo>
                <a:lnTo>
                  <a:pt x="12126" y="73573"/>
                </a:lnTo>
                <a:lnTo>
                  <a:pt x="16097" y="85836"/>
                </a:lnTo>
                <a:lnTo>
                  <a:pt x="20604" y="69992"/>
                </a:lnTo>
                <a:lnTo>
                  <a:pt x="24145" y="61311"/>
                </a:lnTo>
                <a:lnTo>
                  <a:pt x="32087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6858112" y="2483264"/>
            <a:ext cx="8048" cy="48072"/>
          </a:xfrm>
          <a:custGeom>
            <a:avLst/>
            <a:gdLst/>
            <a:ahLst/>
            <a:cxnLst/>
            <a:rect l="l" t="t" r="r" b="b"/>
            <a:pathLst>
              <a:path w="8048" h="48072">
                <a:moveTo>
                  <a:pt x="3541" y="44491"/>
                </a:moveTo>
                <a:lnTo>
                  <a:pt x="8048" y="0"/>
                </a:lnTo>
                <a:lnTo>
                  <a:pt x="0" y="0"/>
                </a:lnTo>
                <a:lnTo>
                  <a:pt x="0" y="48072"/>
                </a:lnTo>
                <a:lnTo>
                  <a:pt x="3541" y="444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6866161" y="2426076"/>
            <a:ext cx="20068" cy="69450"/>
          </a:xfrm>
          <a:custGeom>
            <a:avLst/>
            <a:gdLst/>
            <a:ahLst/>
            <a:cxnLst/>
            <a:rect l="l" t="t" r="r" b="b"/>
            <a:pathLst>
              <a:path w="20068" h="69450">
                <a:moveTo>
                  <a:pt x="0" y="44925"/>
                </a:moveTo>
                <a:lnTo>
                  <a:pt x="12019" y="57188"/>
                </a:lnTo>
                <a:lnTo>
                  <a:pt x="8048" y="36786"/>
                </a:lnTo>
                <a:lnTo>
                  <a:pt x="8048" y="28648"/>
                </a:lnTo>
                <a:lnTo>
                  <a:pt x="8048" y="36786"/>
                </a:lnTo>
                <a:lnTo>
                  <a:pt x="12019" y="57188"/>
                </a:lnTo>
                <a:lnTo>
                  <a:pt x="15990" y="69450"/>
                </a:lnTo>
                <a:lnTo>
                  <a:pt x="12019" y="49049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8048" y="0"/>
                </a:lnTo>
                <a:lnTo>
                  <a:pt x="8048" y="24524"/>
                </a:lnTo>
                <a:lnTo>
                  <a:pt x="0" y="24524"/>
                </a:lnTo>
                <a:lnTo>
                  <a:pt x="0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6890200" y="2450601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6882151" y="2393413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0" y="20509"/>
                </a:moveTo>
                <a:lnTo>
                  <a:pt x="12126" y="32663"/>
                </a:ln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126" y="32663"/>
                </a:lnTo>
                <a:lnTo>
                  <a:pt x="16097" y="44925"/>
                </a:lnTo>
                <a:lnTo>
                  <a:pt x="12126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6890199" y="2336333"/>
            <a:ext cx="16097" cy="39825"/>
          </a:xfrm>
          <a:custGeom>
            <a:avLst/>
            <a:gdLst/>
            <a:ahLst/>
            <a:cxnLst/>
            <a:rect l="l" t="t" r="r" b="b"/>
            <a:pathLst>
              <a:path w="16097" h="39825">
                <a:moveTo>
                  <a:pt x="11590" y="27997"/>
                </a:moveTo>
                <a:lnTo>
                  <a:pt x="16097" y="0"/>
                </a:lnTo>
                <a:lnTo>
                  <a:pt x="8048" y="0"/>
                </a:lnTo>
                <a:lnTo>
                  <a:pt x="8048" y="31611"/>
                </a:lnTo>
                <a:lnTo>
                  <a:pt x="0" y="39825"/>
                </a:lnTo>
                <a:lnTo>
                  <a:pt x="8048" y="36678"/>
                </a:lnTo>
                <a:lnTo>
                  <a:pt x="11590" y="279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6906297" y="2303561"/>
            <a:ext cx="15990" cy="57188"/>
          </a:xfrm>
          <a:custGeom>
            <a:avLst/>
            <a:gdLst/>
            <a:ahLst/>
            <a:cxnLst/>
            <a:rect l="l" t="t" r="r" b="b"/>
            <a:pathLst>
              <a:path w="15990" h="57188">
                <a:moveTo>
                  <a:pt x="12019" y="32771"/>
                </a:moveTo>
                <a:lnTo>
                  <a:pt x="3970" y="57188"/>
                </a:lnTo>
                <a:lnTo>
                  <a:pt x="15990" y="44925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32771"/>
                </a:lnTo>
                <a:lnTo>
                  <a:pt x="12019" y="327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6890199" y="2303561"/>
            <a:ext cx="40136" cy="114376"/>
          </a:xfrm>
          <a:custGeom>
            <a:avLst/>
            <a:gdLst/>
            <a:ahLst/>
            <a:cxnLst/>
            <a:rect l="l" t="t" r="r" b="b"/>
            <a:pathLst>
              <a:path w="40136" h="114376">
                <a:moveTo>
                  <a:pt x="40136" y="5534"/>
                </a:moveTo>
                <a:lnTo>
                  <a:pt x="34770" y="0"/>
                </a:lnTo>
                <a:lnTo>
                  <a:pt x="28116" y="0"/>
                </a:lnTo>
                <a:lnTo>
                  <a:pt x="32087" y="44925"/>
                </a:lnTo>
                <a:lnTo>
                  <a:pt x="20068" y="57188"/>
                </a:lnTo>
                <a:lnTo>
                  <a:pt x="28116" y="32771"/>
                </a:lnTo>
                <a:lnTo>
                  <a:pt x="16097" y="32771"/>
                </a:lnTo>
                <a:lnTo>
                  <a:pt x="11590" y="60769"/>
                </a:lnTo>
                <a:lnTo>
                  <a:pt x="8048" y="69450"/>
                </a:lnTo>
                <a:lnTo>
                  <a:pt x="0" y="72597"/>
                </a:lnTo>
                <a:lnTo>
                  <a:pt x="0" y="89851"/>
                </a:lnTo>
                <a:lnTo>
                  <a:pt x="12019" y="89851"/>
                </a:lnTo>
                <a:lnTo>
                  <a:pt x="4077" y="114376"/>
                </a:lnTo>
                <a:lnTo>
                  <a:pt x="16097" y="102113"/>
                </a:lnTo>
                <a:lnTo>
                  <a:pt x="16097" y="110360"/>
                </a:lnTo>
                <a:lnTo>
                  <a:pt x="24038" y="114376"/>
                </a:lnTo>
                <a:lnTo>
                  <a:pt x="24038" y="82765"/>
                </a:lnTo>
                <a:lnTo>
                  <a:pt x="20604" y="86270"/>
                </a:lnTo>
                <a:lnTo>
                  <a:pt x="16097" y="44925"/>
                </a:lnTo>
                <a:lnTo>
                  <a:pt x="16097" y="36786"/>
                </a:lnTo>
                <a:lnTo>
                  <a:pt x="16097" y="44925"/>
                </a:lnTo>
                <a:lnTo>
                  <a:pt x="20604" y="86270"/>
                </a:lnTo>
                <a:lnTo>
                  <a:pt x="24038" y="77697"/>
                </a:lnTo>
                <a:lnTo>
                  <a:pt x="24038" y="82765"/>
                </a:lnTo>
                <a:lnTo>
                  <a:pt x="32087" y="74550"/>
                </a:lnTo>
                <a:lnTo>
                  <a:pt x="32087" y="53172"/>
                </a:lnTo>
                <a:lnTo>
                  <a:pt x="40136" y="57188"/>
                </a:lnTo>
                <a:lnTo>
                  <a:pt x="40136" y="55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6922287" y="2356734"/>
            <a:ext cx="8048" cy="4015"/>
          </a:xfrm>
          <a:custGeom>
            <a:avLst/>
            <a:gdLst/>
            <a:ahLst/>
            <a:cxnLst/>
            <a:rect l="l" t="t" r="r" b="b"/>
            <a:pathLst>
              <a:path w="8048" h="4015">
                <a:moveTo>
                  <a:pt x="8048" y="4015"/>
                </a:moveTo>
                <a:lnTo>
                  <a:pt x="0" y="0"/>
                </a:lnTo>
                <a:lnTo>
                  <a:pt x="0" y="4015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6910804" y="2381259"/>
            <a:ext cx="3434" cy="8572"/>
          </a:xfrm>
          <a:custGeom>
            <a:avLst/>
            <a:gdLst/>
            <a:ahLst/>
            <a:cxnLst/>
            <a:rect l="l" t="t" r="r" b="b"/>
            <a:pathLst>
              <a:path w="3434" h="8572">
                <a:moveTo>
                  <a:pt x="3434" y="0"/>
                </a:moveTo>
                <a:lnTo>
                  <a:pt x="0" y="8572"/>
                </a:lnTo>
                <a:lnTo>
                  <a:pt x="3434" y="5067"/>
                </a:lnTo>
                <a:lnTo>
                  <a:pt x="343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6842122" y="2507789"/>
            <a:ext cx="40028" cy="151163"/>
          </a:xfrm>
          <a:custGeom>
            <a:avLst/>
            <a:gdLst/>
            <a:ahLst/>
            <a:cxnLst/>
            <a:rect l="l" t="t" r="r" b="b"/>
            <a:pathLst>
              <a:path w="40028" h="151163">
                <a:moveTo>
                  <a:pt x="40028" y="0"/>
                </a:moveTo>
                <a:lnTo>
                  <a:pt x="32087" y="36786"/>
                </a:lnTo>
                <a:lnTo>
                  <a:pt x="28545" y="45468"/>
                </a:lnTo>
                <a:lnTo>
                  <a:pt x="24038" y="61311"/>
                </a:lnTo>
                <a:lnTo>
                  <a:pt x="12019" y="73573"/>
                </a:lnTo>
                <a:lnTo>
                  <a:pt x="7941" y="61311"/>
                </a:lnTo>
                <a:lnTo>
                  <a:pt x="7941" y="49049"/>
                </a:lnTo>
                <a:lnTo>
                  <a:pt x="3541" y="77155"/>
                </a:lnTo>
                <a:lnTo>
                  <a:pt x="0" y="80736"/>
                </a:lnTo>
                <a:lnTo>
                  <a:pt x="0" y="151163"/>
                </a:lnTo>
                <a:lnTo>
                  <a:pt x="0" y="85836"/>
                </a:lnTo>
                <a:lnTo>
                  <a:pt x="4507" y="135319"/>
                </a:lnTo>
                <a:lnTo>
                  <a:pt x="7941" y="126638"/>
                </a:lnTo>
                <a:lnTo>
                  <a:pt x="12448" y="102656"/>
                </a:lnTo>
                <a:lnTo>
                  <a:pt x="15990" y="93975"/>
                </a:lnTo>
                <a:lnTo>
                  <a:pt x="24038" y="73573"/>
                </a:lnTo>
                <a:lnTo>
                  <a:pt x="24038" y="69450"/>
                </a:lnTo>
                <a:lnTo>
                  <a:pt x="24038" y="73573"/>
                </a:lnTo>
                <a:lnTo>
                  <a:pt x="32087" y="73573"/>
                </a:lnTo>
                <a:lnTo>
                  <a:pt x="32087" y="41820"/>
                </a:lnTo>
                <a:lnTo>
                  <a:pt x="40028" y="33640"/>
                </a:lnTo>
                <a:lnTo>
                  <a:pt x="4002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6830103" y="2581363"/>
            <a:ext cx="36058" cy="122514"/>
          </a:xfrm>
          <a:custGeom>
            <a:avLst/>
            <a:gdLst/>
            <a:ahLst/>
            <a:cxnLst/>
            <a:rect l="l" t="t" r="r" b="b"/>
            <a:pathLst>
              <a:path w="36058" h="122514">
                <a:moveTo>
                  <a:pt x="12019" y="77589"/>
                </a:moveTo>
                <a:lnTo>
                  <a:pt x="12019" y="7162"/>
                </a:lnTo>
                <a:lnTo>
                  <a:pt x="3970" y="15300"/>
                </a:lnTo>
                <a:lnTo>
                  <a:pt x="3970" y="28539"/>
                </a:lnTo>
                <a:lnTo>
                  <a:pt x="7512" y="36244"/>
                </a:lnTo>
                <a:lnTo>
                  <a:pt x="3970" y="44925"/>
                </a:lnTo>
                <a:lnTo>
                  <a:pt x="7941" y="65326"/>
                </a:lnTo>
                <a:lnTo>
                  <a:pt x="0" y="89851"/>
                </a:lnTo>
                <a:lnTo>
                  <a:pt x="3970" y="110252"/>
                </a:lnTo>
                <a:lnTo>
                  <a:pt x="3970" y="118391"/>
                </a:lnTo>
                <a:lnTo>
                  <a:pt x="3970" y="110252"/>
                </a:lnTo>
                <a:lnTo>
                  <a:pt x="3970" y="122514"/>
                </a:lnTo>
                <a:lnTo>
                  <a:pt x="12019" y="122514"/>
                </a:lnTo>
                <a:lnTo>
                  <a:pt x="12019" y="89851"/>
                </a:lnTo>
                <a:lnTo>
                  <a:pt x="19960" y="89851"/>
                </a:lnTo>
                <a:lnTo>
                  <a:pt x="12019" y="85727"/>
                </a:lnTo>
                <a:lnTo>
                  <a:pt x="19960" y="89851"/>
                </a:lnTo>
                <a:lnTo>
                  <a:pt x="19960" y="58208"/>
                </a:lnTo>
                <a:lnTo>
                  <a:pt x="28009" y="49917"/>
                </a:lnTo>
                <a:lnTo>
                  <a:pt x="28009" y="25468"/>
                </a:lnTo>
                <a:lnTo>
                  <a:pt x="36058" y="17254"/>
                </a:lnTo>
                <a:lnTo>
                  <a:pt x="36058" y="0"/>
                </a:lnTo>
                <a:lnTo>
                  <a:pt x="28009" y="20401"/>
                </a:lnTo>
                <a:lnTo>
                  <a:pt x="24467" y="29082"/>
                </a:lnTo>
                <a:lnTo>
                  <a:pt x="19960" y="53064"/>
                </a:lnTo>
                <a:lnTo>
                  <a:pt x="16526" y="61745"/>
                </a:lnTo>
                <a:lnTo>
                  <a:pt x="12019" y="12262"/>
                </a:lnTo>
                <a:lnTo>
                  <a:pt x="12019" y="775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6801986" y="2609903"/>
            <a:ext cx="36058" cy="159301"/>
          </a:xfrm>
          <a:custGeom>
            <a:avLst/>
            <a:gdLst/>
            <a:ahLst/>
            <a:cxnLst/>
            <a:rect l="l" t="t" r="r" b="b"/>
            <a:pathLst>
              <a:path w="36058" h="159301">
                <a:moveTo>
                  <a:pt x="8048" y="97990"/>
                </a:moveTo>
                <a:lnTo>
                  <a:pt x="8048" y="110252"/>
                </a:lnTo>
                <a:lnTo>
                  <a:pt x="0" y="110252"/>
                </a:lnTo>
                <a:lnTo>
                  <a:pt x="0" y="153767"/>
                </a:lnTo>
                <a:lnTo>
                  <a:pt x="5365" y="159301"/>
                </a:lnTo>
                <a:lnTo>
                  <a:pt x="12019" y="159301"/>
                </a:lnTo>
                <a:lnTo>
                  <a:pt x="8048" y="122514"/>
                </a:lnTo>
                <a:lnTo>
                  <a:pt x="12019" y="134777"/>
                </a:lnTo>
                <a:lnTo>
                  <a:pt x="18672" y="159301"/>
                </a:lnTo>
                <a:lnTo>
                  <a:pt x="24038" y="153767"/>
                </a:lnTo>
                <a:lnTo>
                  <a:pt x="24038" y="134777"/>
                </a:lnTo>
                <a:lnTo>
                  <a:pt x="32087" y="134777"/>
                </a:lnTo>
                <a:lnTo>
                  <a:pt x="32087" y="81712"/>
                </a:lnTo>
                <a:lnTo>
                  <a:pt x="28116" y="61311"/>
                </a:lnTo>
                <a:lnTo>
                  <a:pt x="36058" y="36786"/>
                </a:lnTo>
                <a:lnTo>
                  <a:pt x="32087" y="16385"/>
                </a:lnTo>
                <a:lnTo>
                  <a:pt x="35628" y="7704"/>
                </a:lnTo>
                <a:lnTo>
                  <a:pt x="32087" y="0"/>
                </a:lnTo>
                <a:lnTo>
                  <a:pt x="32087" y="11285"/>
                </a:lnTo>
                <a:lnTo>
                  <a:pt x="24038" y="19424"/>
                </a:lnTo>
                <a:lnTo>
                  <a:pt x="24038" y="36786"/>
                </a:lnTo>
                <a:lnTo>
                  <a:pt x="15990" y="36786"/>
                </a:lnTo>
                <a:lnTo>
                  <a:pt x="15990" y="69450"/>
                </a:lnTo>
                <a:lnTo>
                  <a:pt x="28116" y="69450"/>
                </a:lnTo>
                <a:lnTo>
                  <a:pt x="24038" y="49049"/>
                </a:lnTo>
                <a:lnTo>
                  <a:pt x="24038" y="40802"/>
                </a:lnTo>
                <a:lnTo>
                  <a:pt x="24038" y="49049"/>
                </a:lnTo>
                <a:lnTo>
                  <a:pt x="28116" y="69450"/>
                </a:lnTo>
                <a:lnTo>
                  <a:pt x="20068" y="93975"/>
                </a:lnTo>
                <a:lnTo>
                  <a:pt x="24038" y="122514"/>
                </a:lnTo>
                <a:lnTo>
                  <a:pt x="24038" y="130653"/>
                </a:lnTo>
                <a:lnTo>
                  <a:pt x="24038" y="122514"/>
                </a:lnTo>
                <a:lnTo>
                  <a:pt x="20068" y="110252"/>
                </a:lnTo>
                <a:lnTo>
                  <a:pt x="8048" y="114376"/>
                </a:lnTo>
                <a:lnTo>
                  <a:pt x="20068" y="110252"/>
                </a:lnTo>
                <a:lnTo>
                  <a:pt x="8048" y="89851"/>
                </a:lnTo>
                <a:lnTo>
                  <a:pt x="8048" y="9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6810035" y="2732418"/>
            <a:ext cx="10624" cy="36786"/>
          </a:xfrm>
          <a:custGeom>
            <a:avLst/>
            <a:gdLst/>
            <a:ahLst/>
            <a:cxnLst/>
            <a:rect l="l" t="t" r="r" b="b"/>
            <a:pathLst>
              <a:path w="10624" h="36786">
                <a:moveTo>
                  <a:pt x="3970" y="12262"/>
                </a:moveTo>
                <a:lnTo>
                  <a:pt x="0" y="0"/>
                </a:lnTo>
                <a:lnTo>
                  <a:pt x="3970" y="36786"/>
                </a:lnTo>
                <a:lnTo>
                  <a:pt x="10624" y="36786"/>
                </a:lnTo>
                <a:lnTo>
                  <a:pt x="3970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6810035" y="2679353"/>
            <a:ext cx="20068" cy="53064"/>
          </a:xfrm>
          <a:custGeom>
            <a:avLst/>
            <a:gdLst/>
            <a:ahLst/>
            <a:cxnLst/>
            <a:rect l="l" t="t" r="r" b="b"/>
            <a:pathLst>
              <a:path w="20068" h="53064">
                <a:moveTo>
                  <a:pt x="0" y="20401"/>
                </a:moveTo>
                <a:lnTo>
                  <a:pt x="12019" y="40802"/>
                </a:lnTo>
                <a:lnTo>
                  <a:pt x="7941" y="12262"/>
                </a:lnTo>
                <a:lnTo>
                  <a:pt x="7941" y="4015"/>
                </a:lnTo>
                <a:lnTo>
                  <a:pt x="7941" y="12262"/>
                </a:lnTo>
                <a:lnTo>
                  <a:pt x="12019" y="40802"/>
                </a:lnTo>
                <a:lnTo>
                  <a:pt x="15990" y="53064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6850063" y="2536437"/>
            <a:ext cx="16097" cy="44925"/>
          </a:xfrm>
          <a:custGeom>
            <a:avLst/>
            <a:gdLst/>
            <a:ahLst/>
            <a:cxnLst/>
            <a:rect l="l" t="t" r="r" b="b"/>
            <a:pathLst>
              <a:path w="16097" h="44925">
                <a:moveTo>
                  <a:pt x="0" y="3038"/>
                </a:moveTo>
                <a:lnTo>
                  <a:pt x="0" y="32663"/>
                </a:lnTo>
                <a:lnTo>
                  <a:pt x="4077" y="44925"/>
                </a:lnTo>
                <a:lnTo>
                  <a:pt x="16097" y="32663"/>
                </a:lnTo>
                <a:lnTo>
                  <a:pt x="12126" y="20401"/>
                </a:lnTo>
                <a:lnTo>
                  <a:pt x="0" y="24416"/>
                </a:lnTo>
                <a:lnTo>
                  <a:pt x="12126" y="20401"/>
                </a:lnTo>
                <a:lnTo>
                  <a:pt x="8048" y="0"/>
                </a:lnTo>
                <a:lnTo>
                  <a:pt x="0" y="30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6942355" y="2225972"/>
            <a:ext cx="20068" cy="41344"/>
          </a:xfrm>
          <a:custGeom>
            <a:avLst/>
            <a:gdLst/>
            <a:ahLst/>
            <a:cxnLst/>
            <a:rect l="l" t="t" r="r" b="b"/>
            <a:pathLst>
              <a:path w="20068" h="41344">
                <a:moveTo>
                  <a:pt x="12019" y="12262"/>
                </a:moveTo>
                <a:lnTo>
                  <a:pt x="20068" y="12262"/>
                </a:lnTo>
                <a:lnTo>
                  <a:pt x="12019" y="8247"/>
                </a:lnTo>
                <a:lnTo>
                  <a:pt x="12019" y="0"/>
                </a:lnTo>
                <a:lnTo>
                  <a:pt x="0" y="12262"/>
                </a:lnTo>
                <a:lnTo>
                  <a:pt x="536" y="41344"/>
                </a:lnTo>
                <a:lnTo>
                  <a:pt x="3970" y="32663"/>
                </a:lnTo>
                <a:lnTo>
                  <a:pt x="12019" y="296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6914238" y="2087180"/>
            <a:ext cx="60204" cy="232767"/>
          </a:xfrm>
          <a:custGeom>
            <a:avLst/>
            <a:gdLst/>
            <a:ahLst/>
            <a:cxnLst/>
            <a:rect l="l" t="t" r="r" b="b"/>
            <a:pathLst>
              <a:path w="60204" h="232767">
                <a:moveTo>
                  <a:pt x="48184" y="119367"/>
                </a:moveTo>
                <a:lnTo>
                  <a:pt x="48184" y="114376"/>
                </a:lnTo>
                <a:lnTo>
                  <a:pt x="56233" y="93866"/>
                </a:lnTo>
                <a:lnTo>
                  <a:pt x="56233" y="81712"/>
                </a:lnTo>
                <a:lnTo>
                  <a:pt x="52155" y="61203"/>
                </a:lnTo>
                <a:lnTo>
                  <a:pt x="60204" y="36786"/>
                </a:lnTo>
                <a:lnTo>
                  <a:pt x="56233" y="16277"/>
                </a:lnTo>
                <a:lnTo>
                  <a:pt x="59667" y="7704"/>
                </a:lnTo>
                <a:lnTo>
                  <a:pt x="56233" y="0"/>
                </a:lnTo>
                <a:lnTo>
                  <a:pt x="56233" y="11209"/>
                </a:lnTo>
                <a:lnTo>
                  <a:pt x="48184" y="19424"/>
                </a:lnTo>
                <a:lnTo>
                  <a:pt x="48184" y="36786"/>
                </a:lnTo>
                <a:lnTo>
                  <a:pt x="40136" y="36786"/>
                </a:lnTo>
                <a:lnTo>
                  <a:pt x="40136" y="73465"/>
                </a:lnTo>
                <a:lnTo>
                  <a:pt x="40136" y="69450"/>
                </a:lnTo>
                <a:lnTo>
                  <a:pt x="32087" y="69450"/>
                </a:lnTo>
                <a:lnTo>
                  <a:pt x="32087" y="106128"/>
                </a:lnTo>
                <a:lnTo>
                  <a:pt x="36165" y="126638"/>
                </a:lnTo>
                <a:lnTo>
                  <a:pt x="35628" y="97447"/>
                </a:lnTo>
                <a:lnTo>
                  <a:pt x="36165" y="126638"/>
                </a:lnTo>
                <a:lnTo>
                  <a:pt x="24145" y="138792"/>
                </a:lnTo>
                <a:lnTo>
                  <a:pt x="24145" y="204227"/>
                </a:lnTo>
                <a:lnTo>
                  <a:pt x="24145" y="126638"/>
                </a:lnTo>
                <a:lnTo>
                  <a:pt x="16097" y="126638"/>
                </a:lnTo>
                <a:lnTo>
                  <a:pt x="16097" y="147039"/>
                </a:lnTo>
                <a:lnTo>
                  <a:pt x="19638" y="154635"/>
                </a:lnTo>
                <a:lnTo>
                  <a:pt x="16097" y="163316"/>
                </a:lnTo>
                <a:lnTo>
                  <a:pt x="20068" y="183717"/>
                </a:lnTo>
                <a:lnTo>
                  <a:pt x="12126" y="208242"/>
                </a:lnTo>
                <a:lnTo>
                  <a:pt x="16097" y="220504"/>
                </a:lnTo>
                <a:lnTo>
                  <a:pt x="16097" y="228643"/>
                </a:lnTo>
                <a:lnTo>
                  <a:pt x="16097" y="220504"/>
                </a:lnTo>
                <a:lnTo>
                  <a:pt x="12126" y="208242"/>
                </a:lnTo>
                <a:lnTo>
                  <a:pt x="0" y="212366"/>
                </a:lnTo>
                <a:lnTo>
                  <a:pt x="12126" y="208242"/>
                </a:lnTo>
                <a:lnTo>
                  <a:pt x="0" y="183717"/>
                </a:lnTo>
                <a:lnTo>
                  <a:pt x="0" y="220504"/>
                </a:lnTo>
                <a:lnTo>
                  <a:pt x="4077" y="232767"/>
                </a:lnTo>
                <a:lnTo>
                  <a:pt x="24145" y="232767"/>
                </a:lnTo>
                <a:lnTo>
                  <a:pt x="24146" y="208242"/>
                </a:lnTo>
                <a:lnTo>
                  <a:pt x="32087" y="208242"/>
                </a:lnTo>
                <a:lnTo>
                  <a:pt x="32087" y="176631"/>
                </a:lnTo>
                <a:lnTo>
                  <a:pt x="40136" y="168417"/>
                </a:lnTo>
                <a:lnTo>
                  <a:pt x="32087" y="171455"/>
                </a:lnTo>
                <a:lnTo>
                  <a:pt x="28653" y="180136"/>
                </a:lnTo>
                <a:lnTo>
                  <a:pt x="28116" y="151054"/>
                </a:lnTo>
                <a:lnTo>
                  <a:pt x="40136" y="138792"/>
                </a:lnTo>
                <a:lnTo>
                  <a:pt x="40136" y="81712"/>
                </a:lnTo>
                <a:lnTo>
                  <a:pt x="52155" y="69450"/>
                </a:lnTo>
                <a:lnTo>
                  <a:pt x="48184" y="48940"/>
                </a:lnTo>
                <a:lnTo>
                  <a:pt x="48184" y="40802"/>
                </a:lnTo>
                <a:lnTo>
                  <a:pt x="48184" y="48940"/>
                </a:lnTo>
                <a:lnTo>
                  <a:pt x="52155" y="69450"/>
                </a:lnTo>
                <a:lnTo>
                  <a:pt x="44213" y="93866"/>
                </a:lnTo>
                <a:lnTo>
                  <a:pt x="44643" y="122948"/>
                </a:lnTo>
                <a:lnTo>
                  <a:pt x="48184" y="151054"/>
                </a:lnTo>
                <a:lnTo>
                  <a:pt x="48184" y="1193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6962423" y="2181047"/>
            <a:ext cx="8048" cy="25501"/>
          </a:xfrm>
          <a:custGeom>
            <a:avLst/>
            <a:gdLst/>
            <a:ahLst/>
            <a:cxnLst/>
            <a:rect l="l" t="t" r="r" b="b"/>
            <a:pathLst>
              <a:path w="8048" h="25501">
                <a:moveTo>
                  <a:pt x="8048" y="17362"/>
                </a:moveTo>
                <a:lnTo>
                  <a:pt x="8048" y="0"/>
                </a:lnTo>
                <a:lnTo>
                  <a:pt x="0" y="20509"/>
                </a:lnTo>
                <a:lnTo>
                  <a:pt x="0" y="25501"/>
                </a:lnTo>
                <a:lnTo>
                  <a:pt x="8048" y="173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6954374" y="2156631"/>
            <a:ext cx="12019" cy="81604"/>
          </a:xfrm>
          <a:custGeom>
            <a:avLst/>
            <a:gdLst/>
            <a:ahLst/>
            <a:cxnLst/>
            <a:rect l="l" t="t" r="r" b="b"/>
            <a:pathLst>
              <a:path w="12019" h="81604">
                <a:moveTo>
                  <a:pt x="0" y="77589"/>
                </a:moveTo>
                <a:lnTo>
                  <a:pt x="8048" y="81604"/>
                </a:lnTo>
                <a:lnTo>
                  <a:pt x="4507" y="53498"/>
                </a:lnTo>
                <a:lnTo>
                  <a:pt x="4077" y="24416"/>
                </a:lnTo>
                <a:lnTo>
                  <a:pt x="12019" y="0"/>
                </a:lnTo>
                <a:lnTo>
                  <a:pt x="0" y="12262"/>
                </a:lnTo>
                <a:lnTo>
                  <a:pt x="0" y="775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6978413" y="2042254"/>
            <a:ext cx="12019" cy="93866"/>
          </a:xfrm>
          <a:custGeom>
            <a:avLst/>
            <a:gdLst/>
            <a:ahLst/>
            <a:cxnLst/>
            <a:rect l="l" t="t" r="r" b="b"/>
            <a:pathLst>
              <a:path w="12019" h="93866">
                <a:moveTo>
                  <a:pt x="0" y="20401"/>
                </a:moveTo>
                <a:lnTo>
                  <a:pt x="0" y="28539"/>
                </a:lnTo>
                <a:lnTo>
                  <a:pt x="0" y="24524"/>
                </a:lnTo>
                <a:lnTo>
                  <a:pt x="0" y="93866"/>
                </a:lnTo>
                <a:lnTo>
                  <a:pt x="0" y="36786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6982491" y="2079041"/>
            <a:ext cx="20068" cy="41236"/>
          </a:xfrm>
          <a:custGeom>
            <a:avLst/>
            <a:gdLst/>
            <a:ahLst/>
            <a:cxnLst/>
            <a:rect l="l" t="t" r="r" b="b"/>
            <a:pathLst>
              <a:path w="20068" h="41236">
                <a:moveTo>
                  <a:pt x="12019" y="12153"/>
                </a:moveTo>
                <a:lnTo>
                  <a:pt x="20068" y="12153"/>
                </a:lnTo>
                <a:lnTo>
                  <a:pt x="12019" y="8138"/>
                </a:lnTo>
                <a:lnTo>
                  <a:pt x="12019" y="0"/>
                </a:lnTo>
                <a:lnTo>
                  <a:pt x="0" y="12153"/>
                </a:lnTo>
                <a:lnTo>
                  <a:pt x="429" y="41236"/>
                </a:lnTo>
                <a:lnTo>
                  <a:pt x="3970" y="32663"/>
                </a:lnTo>
                <a:lnTo>
                  <a:pt x="12019" y="29516"/>
                </a:lnTo>
                <a:lnTo>
                  <a:pt x="12019" y="12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7010500" y="2017730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6994510" y="1960542"/>
            <a:ext cx="24038" cy="81712"/>
          </a:xfrm>
          <a:custGeom>
            <a:avLst/>
            <a:gdLst/>
            <a:ahLst/>
            <a:cxnLst/>
            <a:rect l="l" t="t" r="r" b="b"/>
            <a:pathLst>
              <a:path w="24038" h="81712">
                <a:moveTo>
                  <a:pt x="12019" y="57188"/>
                </a:moveTo>
                <a:lnTo>
                  <a:pt x="24038" y="44925"/>
                </a:lnTo>
                <a:lnTo>
                  <a:pt x="20068" y="32663"/>
                </a:lnTo>
                <a:lnTo>
                  <a:pt x="8048" y="0"/>
                </a:lnTo>
                <a:lnTo>
                  <a:pt x="8048" y="44925"/>
                </a:lnTo>
                <a:lnTo>
                  <a:pt x="0" y="32663"/>
                </a:lnTo>
                <a:lnTo>
                  <a:pt x="0" y="69450"/>
                </a:lnTo>
                <a:lnTo>
                  <a:pt x="3970" y="81712"/>
                </a:lnTo>
                <a:lnTo>
                  <a:pt x="12019" y="57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7018549" y="1927878"/>
            <a:ext cx="24038" cy="44925"/>
          </a:xfrm>
          <a:custGeom>
            <a:avLst/>
            <a:gdLst/>
            <a:ahLst/>
            <a:cxnLst/>
            <a:rect l="l" t="t" r="r" b="b"/>
            <a:pathLst>
              <a:path w="24038" h="44925">
                <a:moveTo>
                  <a:pt x="5365" y="0"/>
                </a:moveTo>
                <a:lnTo>
                  <a:pt x="0" y="5534"/>
                </a:lnTo>
                <a:lnTo>
                  <a:pt x="0" y="20401"/>
                </a:lnTo>
                <a:lnTo>
                  <a:pt x="3970" y="32663"/>
                </a:lnTo>
                <a:lnTo>
                  <a:pt x="8048" y="44925"/>
                </a:lnTo>
                <a:lnTo>
                  <a:pt x="16097" y="32663"/>
                </a:lnTo>
                <a:lnTo>
                  <a:pt x="24038" y="32663"/>
                </a:lnTo>
                <a:lnTo>
                  <a:pt x="24038" y="5534"/>
                </a:lnTo>
                <a:lnTo>
                  <a:pt x="18672" y="0"/>
                </a:lnTo>
                <a:lnTo>
                  <a:pt x="12019" y="0"/>
                </a:lnTo>
                <a:lnTo>
                  <a:pt x="16097" y="20401"/>
                </a:lnTo>
                <a:lnTo>
                  <a:pt x="16097" y="28648"/>
                </a:lnTo>
                <a:lnTo>
                  <a:pt x="16097" y="20401"/>
                </a:lnTo>
                <a:lnTo>
                  <a:pt x="12019" y="8138"/>
                </a:lnTo>
                <a:lnTo>
                  <a:pt x="0" y="12262"/>
                </a:lnTo>
                <a:lnTo>
                  <a:pt x="12019" y="8138"/>
                </a:lnTo>
                <a:lnTo>
                  <a:pt x="536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7023915" y="1927878"/>
            <a:ext cx="10731" cy="20401"/>
          </a:xfrm>
          <a:custGeom>
            <a:avLst/>
            <a:gdLst/>
            <a:ahLst/>
            <a:cxnLst/>
            <a:rect l="l" t="t" r="r" b="b"/>
            <a:pathLst>
              <a:path w="10731" h="20401">
                <a:moveTo>
                  <a:pt x="6653" y="8138"/>
                </a:moveTo>
                <a:lnTo>
                  <a:pt x="10731" y="20401"/>
                </a:lnTo>
                <a:lnTo>
                  <a:pt x="6653" y="0"/>
                </a:lnTo>
                <a:lnTo>
                  <a:pt x="0" y="0"/>
                </a:lnTo>
                <a:lnTo>
                  <a:pt x="6653" y="81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6994510" y="1993205"/>
            <a:ext cx="8048" cy="12262"/>
          </a:xfrm>
          <a:custGeom>
            <a:avLst/>
            <a:gdLst/>
            <a:ahLst/>
            <a:cxnLst/>
            <a:rect l="l" t="t" r="r" b="b"/>
            <a:pathLst>
              <a:path w="8048" h="12262">
                <a:moveTo>
                  <a:pt x="8048" y="0"/>
                </a:moveTo>
                <a:lnTo>
                  <a:pt x="0" y="0"/>
                </a:lnTo>
                <a:lnTo>
                  <a:pt x="8048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6966394" y="1960542"/>
            <a:ext cx="60204" cy="220505"/>
          </a:xfrm>
          <a:custGeom>
            <a:avLst/>
            <a:gdLst/>
            <a:ahLst/>
            <a:cxnLst/>
            <a:rect l="l" t="t" r="r" b="b"/>
            <a:pathLst>
              <a:path w="60204" h="220505">
                <a:moveTo>
                  <a:pt x="60204" y="24524"/>
                </a:moveTo>
                <a:lnTo>
                  <a:pt x="48184" y="24524"/>
                </a:lnTo>
                <a:lnTo>
                  <a:pt x="44106" y="12262"/>
                </a:lnTo>
                <a:lnTo>
                  <a:pt x="44106" y="0"/>
                </a:lnTo>
                <a:lnTo>
                  <a:pt x="36165" y="0"/>
                </a:lnTo>
                <a:lnTo>
                  <a:pt x="48184" y="32663"/>
                </a:lnTo>
                <a:lnTo>
                  <a:pt x="52155" y="44925"/>
                </a:lnTo>
                <a:lnTo>
                  <a:pt x="40136" y="57188"/>
                </a:lnTo>
                <a:lnTo>
                  <a:pt x="32087" y="81712"/>
                </a:lnTo>
                <a:lnTo>
                  <a:pt x="36165" y="93975"/>
                </a:lnTo>
                <a:lnTo>
                  <a:pt x="36165" y="102113"/>
                </a:lnTo>
                <a:lnTo>
                  <a:pt x="36165" y="93975"/>
                </a:lnTo>
                <a:lnTo>
                  <a:pt x="32087" y="81712"/>
                </a:lnTo>
                <a:lnTo>
                  <a:pt x="20068" y="85727"/>
                </a:lnTo>
                <a:lnTo>
                  <a:pt x="32087" y="81712"/>
                </a:lnTo>
                <a:lnTo>
                  <a:pt x="28116" y="69450"/>
                </a:lnTo>
                <a:lnTo>
                  <a:pt x="28116" y="57188"/>
                </a:lnTo>
                <a:lnTo>
                  <a:pt x="20067" y="57188"/>
                </a:lnTo>
                <a:lnTo>
                  <a:pt x="20068" y="93975"/>
                </a:lnTo>
                <a:lnTo>
                  <a:pt x="24038" y="106237"/>
                </a:lnTo>
                <a:lnTo>
                  <a:pt x="12019" y="118499"/>
                </a:lnTo>
                <a:lnTo>
                  <a:pt x="12019" y="183826"/>
                </a:lnTo>
                <a:lnTo>
                  <a:pt x="12019" y="106237"/>
                </a:lnTo>
                <a:lnTo>
                  <a:pt x="4077" y="106237"/>
                </a:lnTo>
                <a:lnTo>
                  <a:pt x="4077" y="126638"/>
                </a:lnTo>
                <a:lnTo>
                  <a:pt x="7512" y="134343"/>
                </a:lnTo>
                <a:lnTo>
                  <a:pt x="4077" y="142915"/>
                </a:lnTo>
                <a:lnTo>
                  <a:pt x="8048" y="163425"/>
                </a:lnTo>
                <a:lnTo>
                  <a:pt x="0" y="187841"/>
                </a:lnTo>
                <a:lnTo>
                  <a:pt x="4077" y="208351"/>
                </a:lnTo>
                <a:lnTo>
                  <a:pt x="4077" y="216489"/>
                </a:lnTo>
                <a:lnTo>
                  <a:pt x="4077" y="208351"/>
                </a:lnTo>
                <a:lnTo>
                  <a:pt x="4078" y="220504"/>
                </a:lnTo>
                <a:lnTo>
                  <a:pt x="12019" y="220505"/>
                </a:lnTo>
                <a:lnTo>
                  <a:pt x="12019" y="187841"/>
                </a:lnTo>
                <a:lnTo>
                  <a:pt x="20068" y="187841"/>
                </a:lnTo>
                <a:lnTo>
                  <a:pt x="20067" y="156154"/>
                </a:lnTo>
                <a:lnTo>
                  <a:pt x="28116" y="148016"/>
                </a:lnTo>
                <a:lnTo>
                  <a:pt x="20068" y="151163"/>
                </a:lnTo>
                <a:lnTo>
                  <a:pt x="16526" y="159735"/>
                </a:lnTo>
                <a:lnTo>
                  <a:pt x="16097" y="130653"/>
                </a:lnTo>
                <a:lnTo>
                  <a:pt x="28116" y="118499"/>
                </a:lnTo>
                <a:lnTo>
                  <a:pt x="28116" y="126638"/>
                </a:lnTo>
                <a:lnTo>
                  <a:pt x="36165" y="130653"/>
                </a:lnTo>
                <a:lnTo>
                  <a:pt x="36165" y="106237"/>
                </a:lnTo>
                <a:lnTo>
                  <a:pt x="44106" y="106237"/>
                </a:lnTo>
                <a:lnTo>
                  <a:pt x="44106" y="69450"/>
                </a:lnTo>
                <a:lnTo>
                  <a:pt x="52155" y="57188"/>
                </a:lnTo>
                <a:lnTo>
                  <a:pt x="52155" y="53064"/>
                </a:lnTo>
                <a:lnTo>
                  <a:pt x="52155" y="57188"/>
                </a:lnTo>
                <a:lnTo>
                  <a:pt x="60204" y="57188"/>
                </a:lnTo>
                <a:lnTo>
                  <a:pt x="60204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7010500" y="1936017"/>
            <a:ext cx="24145" cy="49049"/>
          </a:xfrm>
          <a:custGeom>
            <a:avLst/>
            <a:gdLst/>
            <a:ahLst/>
            <a:cxnLst/>
            <a:rect l="l" t="t" r="r" b="b"/>
            <a:pathLst>
              <a:path w="24145" h="49049">
                <a:moveTo>
                  <a:pt x="24145" y="24524"/>
                </a:moveTo>
                <a:lnTo>
                  <a:pt x="16097" y="36786"/>
                </a:lnTo>
                <a:lnTo>
                  <a:pt x="16097" y="44925"/>
                </a:lnTo>
                <a:lnTo>
                  <a:pt x="16097" y="36786"/>
                </a:lnTo>
                <a:lnTo>
                  <a:pt x="12019" y="24524"/>
                </a:lnTo>
                <a:lnTo>
                  <a:pt x="0" y="28648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36786"/>
                </a:lnTo>
                <a:lnTo>
                  <a:pt x="4077" y="49049"/>
                </a:lnTo>
                <a:lnTo>
                  <a:pt x="24145" y="49049"/>
                </a:lnTo>
                <a:lnTo>
                  <a:pt x="24145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6906297" y="2295423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2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6938384" y="2188276"/>
            <a:ext cx="12019" cy="94884"/>
          </a:xfrm>
          <a:custGeom>
            <a:avLst/>
            <a:gdLst/>
            <a:ahLst/>
            <a:cxnLst/>
            <a:rect l="l" t="t" r="r" b="b"/>
            <a:pathLst>
              <a:path w="12019" h="94884">
                <a:moveTo>
                  <a:pt x="0" y="21419"/>
                </a:moveTo>
                <a:lnTo>
                  <a:pt x="0" y="29557"/>
                </a:lnTo>
                <a:lnTo>
                  <a:pt x="0" y="25542"/>
                </a:lnTo>
                <a:lnTo>
                  <a:pt x="0" y="94884"/>
                </a:lnTo>
                <a:lnTo>
                  <a:pt x="0" y="37696"/>
                </a:lnTo>
                <a:lnTo>
                  <a:pt x="12019" y="25542"/>
                </a:lnTo>
                <a:lnTo>
                  <a:pt x="7941" y="5033"/>
                </a:lnTo>
                <a:lnTo>
                  <a:pt x="7941" y="0"/>
                </a:lnTo>
                <a:lnTo>
                  <a:pt x="0" y="8180"/>
                </a:lnTo>
                <a:lnTo>
                  <a:pt x="0" y="214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6914238" y="2234220"/>
            <a:ext cx="20068" cy="61203"/>
          </a:xfrm>
          <a:custGeom>
            <a:avLst/>
            <a:gdLst/>
            <a:ahLst/>
            <a:cxnLst/>
            <a:rect l="l" t="t" r="r" b="b"/>
            <a:pathLst>
              <a:path w="20068" h="61203">
                <a:moveTo>
                  <a:pt x="16097" y="0"/>
                </a:moveTo>
                <a:lnTo>
                  <a:pt x="16097" y="11210"/>
                </a:lnTo>
                <a:lnTo>
                  <a:pt x="8048" y="19424"/>
                </a:lnTo>
                <a:lnTo>
                  <a:pt x="8048" y="36678"/>
                </a:lnTo>
                <a:lnTo>
                  <a:pt x="0" y="36678"/>
                </a:lnTo>
                <a:lnTo>
                  <a:pt x="8048" y="48940"/>
                </a:lnTo>
                <a:lnTo>
                  <a:pt x="8048" y="40802"/>
                </a:lnTo>
                <a:lnTo>
                  <a:pt x="8048" y="48940"/>
                </a:lnTo>
                <a:lnTo>
                  <a:pt x="0" y="36678"/>
                </a:lnTo>
                <a:lnTo>
                  <a:pt x="12126" y="61203"/>
                </a:lnTo>
                <a:lnTo>
                  <a:pt x="20068" y="36678"/>
                </a:lnTo>
                <a:lnTo>
                  <a:pt x="16097" y="16277"/>
                </a:lnTo>
                <a:lnTo>
                  <a:pt x="19638" y="7596"/>
                </a:lnTo>
                <a:lnTo>
                  <a:pt x="160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7018549" y="1911601"/>
            <a:ext cx="24038" cy="40802"/>
          </a:xfrm>
          <a:custGeom>
            <a:avLst/>
            <a:gdLst/>
            <a:ahLst/>
            <a:cxnLst/>
            <a:rect l="l" t="t" r="r" b="b"/>
            <a:pathLst>
              <a:path w="24038" h="40802">
                <a:moveTo>
                  <a:pt x="8048" y="0"/>
                </a:moveTo>
                <a:lnTo>
                  <a:pt x="0" y="0"/>
                </a:lnTo>
                <a:lnTo>
                  <a:pt x="0" y="35267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267"/>
                </a:lnTo>
                <a:lnTo>
                  <a:pt x="24038" y="24416"/>
                </a:lnTo>
                <a:lnTo>
                  <a:pt x="12019" y="24416"/>
                </a:lnTo>
                <a:lnTo>
                  <a:pt x="8048" y="12153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7026598" y="1887076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7050636" y="1887076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015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7042588" y="1789086"/>
            <a:ext cx="28116" cy="97990"/>
          </a:xfrm>
          <a:custGeom>
            <a:avLst/>
            <a:gdLst/>
            <a:ahLst/>
            <a:cxnLst/>
            <a:rect l="l" t="t" r="r" b="b"/>
            <a:pathLst>
              <a:path w="28116" h="97990">
                <a:moveTo>
                  <a:pt x="24145" y="97990"/>
                </a:moveTo>
                <a:lnTo>
                  <a:pt x="24145" y="81604"/>
                </a:lnTo>
                <a:lnTo>
                  <a:pt x="12019" y="81604"/>
                </a:lnTo>
                <a:lnTo>
                  <a:pt x="12019" y="73465"/>
                </a:lnTo>
                <a:lnTo>
                  <a:pt x="0" y="77589"/>
                </a:lnTo>
                <a:lnTo>
                  <a:pt x="12019" y="73465"/>
                </a:lnTo>
                <a:lnTo>
                  <a:pt x="24145" y="69341"/>
                </a:lnTo>
                <a:lnTo>
                  <a:pt x="20068" y="48940"/>
                </a:lnTo>
                <a:lnTo>
                  <a:pt x="28116" y="24416"/>
                </a:lnTo>
                <a:lnTo>
                  <a:pt x="24145" y="12153"/>
                </a:lnTo>
                <a:lnTo>
                  <a:pt x="24145" y="0"/>
                </a:lnTo>
                <a:lnTo>
                  <a:pt x="16097" y="0"/>
                </a:lnTo>
                <a:lnTo>
                  <a:pt x="16097" y="24416"/>
                </a:lnTo>
                <a:lnTo>
                  <a:pt x="8048" y="24416"/>
                </a:lnTo>
                <a:lnTo>
                  <a:pt x="8048" y="53064"/>
                </a:lnTo>
                <a:lnTo>
                  <a:pt x="20068" y="57079"/>
                </a:lnTo>
                <a:lnTo>
                  <a:pt x="16097" y="36678"/>
                </a:lnTo>
                <a:lnTo>
                  <a:pt x="16097" y="28539"/>
                </a:lnTo>
                <a:lnTo>
                  <a:pt x="16097" y="36678"/>
                </a:lnTo>
                <a:lnTo>
                  <a:pt x="20068" y="57079"/>
                </a:lnTo>
                <a:lnTo>
                  <a:pt x="0" y="57079"/>
                </a:lnTo>
                <a:lnTo>
                  <a:pt x="0" y="73465"/>
                </a:lnTo>
                <a:lnTo>
                  <a:pt x="8048" y="69341"/>
                </a:lnTo>
                <a:lnTo>
                  <a:pt x="8048" y="61203"/>
                </a:lnTo>
                <a:lnTo>
                  <a:pt x="8048" y="69341"/>
                </a:lnTo>
                <a:lnTo>
                  <a:pt x="0" y="73465"/>
                </a:lnTo>
                <a:lnTo>
                  <a:pt x="0" y="85727"/>
                </a:lnTo>
                <a:lnTo>
                  <a:pt x="4077" y="97990"/>
                </a:lnTo>
                <a:lnTo>
                  <a:pt x="16097" y="85727"/>
                </a:lnTo>
                <a:lnTo>
                  <a:pt x="24145" y="9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7054607" y="1801240"/>
            <a:ext cx="36165" cy="69450"/>
          </a:xfrm>
          <a:custGeom>
            <a:avLst/>
            <a:gdLst/>
            <a:ahLst/>
            <a:cxnLst/>
            <a:rect l="l" t="t" r="r" b="b"/>
            <a:pathLst>
              <a:path w="36165" h="69450">
                <a:moveTo>
                  <a:pt x="28116" y="12262"/>
                </a:moveTo>
                <a:lnTo>
                  <a:pt x="36165" y="12262"/>
                </a:lnTo>
                <a:lnTo>
                  <a:pt x="28116" y="0"/>
                </a:lnTo>
                <a:lnTo>
                  <a:pt x="16097" y="12262"/>
                </a:lnTo>
                <a:lnTo>
                  <a:pt x="8048" y="36786"/>
                </a:lnTo>
                <a:lnTo>
                  <a:pt x="12126" y="57188"/>
                </a:lnTo>
                <a:lnTo>
                  <a:pt x="12126" y="65435"/>
                </a:lnTo>
                <a:lnTo>
                  <a:pt x="12126" y="57188"/>
                </a:lnTo>
                <a:lnTo>
                  <a:pt x="0" y="61311"/>
                </a:lnTo>
                <a:lnTo>
                  <a:pt x="0" y="69450"/>
                </a:lnTo>
                <a:lnTo>
                  <a:pt x="20068" y="69450"/>
                </a:lnTo>
                <a:lnTo>
                  <a:pt x="20068" y="24524"/>
                </a:lnTo>
                <a:lnTo>
                  <a:pt x="28116" y="12262"/>
                </a:lnTo>
                <a:lnTo>
                  <a:pt x="28116" y="8247"/>
                </a:lnTo>
                <a:lnTo>
                  <a:pt x="28116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7074675" y="1813502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509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7078753" y="1719636"/>
            <a:ext cx="44106" cy="77589"/>
          </a:xfrm>
          <a:custGeom>
            <a:avLst/>
            <a:gdLst/>
            <a:ahLst/>
            <a:cxnLst/>
            <a:rect l="l" t="t" r="r" b="b"/>
            <a:pathLst>
              <a:path w="44106" h="77589">
                <a:moveTo>
                  <a:pt x="28009" y="36678"/>
                </a:moveTo>
                <a:lnTo>
                  <a:pt x="36058" y="36678"/>
                </a:lnTo>
                <a:lnTo>
                  <a:pt x="36058" y="12262"/>
                </a:lnTo>
                <a:lnTo>
                  <a:pt x="44106" y="12262"/>
                </a:lnTo>
                <a:lnTo>
                  <a:pt x="36058" y="8138"/>
                </a:lnTo>
                <a:lnTo>
                  <a:pt x="36058" y="0"/>
                </a:lnTo>
                <a:lnTo>
                  <a:pt x="24038" y="12262"/>
                </a:lnTo>
                <a:lnTo>
                  <a:pt x="28009" y="24524"/>
                </a:lnTo>
                <a:lnTo>
                  <a:pt x="15990" y="36678"/>
                </a:lnTo>
                <a:lnTo>
                  <a:pt x="7941" y="53064"/>
                </a:lnTo>
                <a:lnTo>
                  <a:pt x="12019" y="65326"/>
                </a:lnTo>
                <a:lnTo>
                  <a:pt x="12019" y="73465"/>
                </a:lnTo>
                <a:lnTo>
                  <a:pt x="12019" y="65326"/>
                </a:lnTo>
                <a:lnTo>
                  <a:pt x="0" y="69450"/>
                </a:lnTo>
                <a:lnTo>
                  <a:pt x="0" y="77589"/>
                </a:lnTo>
                <a:lnTo>
                  <a:pt x="20068" y="77589"/>
                </a:lnTo>
                <a:lnTo>
                  <a:pt x="20068" y="40802"/>
                </a:lnTo>
                <a:lnTo>
                  <a:pt x="28009" y="36678"/>
                </a:lnTo>
                <a:lnTo>
                  <a:pt x="28009" y="32663"/>
                </a:lnTo>
                <a:lnTo>
                  <a:pt x="28009" y="366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7098821" y="1756314"/>
            <a:ext cx="7941" cy="16385"/>
          </a:xfrm>
          <a:custGeom>
            <a:avLst/>
            <a:gdLst/>
            <a:ahLst/>
            <a:cxnLst/>
            <a:rect l="l" t="t" r="r" b="b"/>
            <a:pathLst>
              <a:path w="7941" h="16385">
                <a:moveTo>
                  <a:pt x="7941" y="0"/>
                </a:moveTo>
                <a:lnTo>
                  <a:pt x="0" y="4123"/>
                </a:lnTo>
                <a:lnTo>
                  <a:pt x="0" y="12262"/>
                </a:lnTo>
                <a:lnTo>
                  <a:pt x="0" y="4123"/>
                </a:lnTo>
                <a:lnTo>
                  <a:pt x="0" y="16385"/>
                </a:lnTo>
                <a:lnTo>
                  <a:pt x="7941" y="16385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7082724" y="1707373"/>
            <a:ext cx="20068" cy="65326"/>
          </a:xfrm>
          <a:custGeom>
            <a:avLst/>
            <a:gdLst/>
            <a:ahLst/>
            <a:cxnLst/>
            <a:rect l="l" t="t" r="r" b="b"/>
            <a:pathLst>
              <a:path w="20068" h="65326">
                <a:moveTo>
                  <a:pt x="3970" y="65326"/>
                </a:moveTo>
                <a:lnTo>
                  <a:pt x="12019" y="40802"/>
                </a:lnTo>
                <a:lnTo>
                  <a:pt x="0" y="44925"/>
                </a:lnTo>
                <a:lnTo>
                  <a:pt x="12019" y="40802"/>
                </a:ln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8048" y="0"/>
                </a:lnTo>
                <a:lnTo>
                  <a:pt x="8048" y="24524"/>
                </a:lnTo>
                <a:lnTo>
                  <a:pt x="0" y="24524"/>
                </a:lnTo>
                <a:lnTo>
                  <a:pt x="0" y="40802"/>
                </a:lnTo>
                <a:lnTo>
                  <a:pt x="8048" y="36786"/>
                </a:lnTo>
                <a:lnTo>
                  <a:pt x="8048" y="28539"/>
                </a:lnTo>
                <a:lnTo>
                  <a:pt x="8048" y="36786"/>
                </a:lnTo>
                <a:lnTo>
                  <a:pt x="0" y="40802"/>
                </a:lnTo>
                <a:lnTo>
                  <a:pt x="0" y="53064"/>
                </a:lnTo>
                <a:lnTo>
                  <a:pt x="3970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7086694" y="1731898"/>
            <a:ext cx="20068" cy="40802"/>
          </a:xfrm>
          <a:custGeom>
            <a:avLst/>
            <a:gdLst/>
            <a:ahLst/>
            <a:cxnLst/>
            <a:rect l="l" t="t" r="r" b="b"/>
            <a:pathLst>
              <a:path w="20068" h="40802">
                <a:moveTo>
                  <a:pt x="8048" y="16277"/>
                </a:moveTo>
                <a:lnTo>
                  <a:pt x="0" y="40802"/>
                </a:lnTo>
                <a:lnTo>
                  <a:pt x="8048" y="24416"/>
                </a:lnTo>
                <a:lnTo>
                  <a:pt x="20068" y="12262"/>
                </a:lnTo>
                <a:lnTo>
                  <a:pt x="16097" y="0"/>
                </a:lnTo>
                <a:lnTo>
                  <a:pt x="8048" y="162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7066734" y="1748175"/>
            <a:ext cx="24038" cy="65326"/>
          </a:xfrm>
          <a:custGeom>
            <a:avLst/>
            <a:gdLst/>
            <a:ahLst/>
            <a:cxnLst/>
            <a:rect l="l" t="t" r="r" b="b"/>
            <a:pathLst>
              <a:path w="24038" h="65326">
                <a:moveTo>
                  <a:pt x="7941" y="0"/>
                </a:moveTo>
                <a:lnTo>
                  <a:pt x="7941" y="24524"/>
                </a:lnTo>
                <a:lnTo>
                  <a:pt x="0" y="24524"/>
                </a:lnTo>
                <a:lnTo>
                  <a:pt x="0" y="40910"/>
                </a:lnTo>
                <a:lnTo>
                  <a:pt x="7941" y="36787"/>
                </a:lnTo>
                <a:lnTo>
                  <a:pt x="7941" y="28648"/>
                </a:lnTo>
                <a:lnTo>
                  <a:pt x="7941" y="36787"/>
                </a:lnTo>
                <a:lnTo>
                  <a:pt x="0" y="40910"/>
                </a:ln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24038" y="65326"/>
                </a:lnTo>
                <a:lnTo>
                  <a:pt x="24038" y="49049"/>
                </a:lnTo>
                <a:lnTo>
                  <a:pt x="12019" y="49049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24038" y="36787"/>
                </a:lnTo>
                <a:lnTo>
                  <a:pt x="19960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7114811" y="1645628"/>
            <a:ext cx="12019" cy="45359"/>
          </a:xfrm>
          <a:custGeom>
            <a:avLst/>
            <a:gdLst/>
            <a:ahLst/>
            <a:cxnLst/>
            <a:rect l="l" t="t" r="r" b="b"/>
            <a:pathLst>
              <a:path w="12019" h="45359">
                <a:moveTo>
                  <a:pt x="11590" y="0"/>
                </a:moveTo>
                <a:lnTo>
                  <a:pt x="8048" y="3581"/>
                </a:lnTo>
                <a:lnTo>
                  <a:pt x="0" y="11719"/>
                </a:lnTo>
                <a:lnTo>
                  <a:pt x="0" y="33097"/>
                </a:lnTo>
                <a:lnTo>
                  <a:pt x="3970" y="45359"/>
                </a:lnTo>
                <a:lnTo>
                  <a:pt x="12019" y="20835"/>
                </a:lnTo>
                <a:lnTo>
                  <a:pt x="0" y="24958"/>
                </a:lnTo>
                <a:lnTo>
                  <a:pt x="12019" y="20835"/>
                </a:lnTo>
                <a:lnTo>
                  <a:pt x="8048" y="8681"/>
                </a:lnTo>
                <a:lnTo>
                  <a:pt x="1159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7098821" y="1666463"/>
            <a:ext cx="24038" cy="65435"/>
          </a:xfrm>
          <a:custGeom>
            <a:avLst/>
            <a:gdLst/>
            <a:ahLst/>
            <a:cxnLst/>
            <a:rect l="l" t="t" r="r" b="b"/>
            <a:pathLst>
              <a:path w="24038" h="65435">
                <a:moveTo>
                  <a:pt x="7941" y="0"/>
                </a:moveTo>
                <a:lnTo>
                  <a:pt x="7941" y="24524"/>
                </a:lnTo>
                <a:lnTo>
                  <a:pt x="0" y="24524"/>
                </a:lnTo>
                <a:lnTo>
                  <a:pt x="0" y="40910"/>
                </a:lnTo>
                <a:lnTo>
                  <a:pt x="7941" y="36786"/>
                </a:lnTo>
                <a:lnTo>
                  <a:pt x="7941" y="28648"/>
                </a:lnTo>
                <a:lnTo>
                  <a:pt x="7941" y="36786"/>
                </a:lnTo>
                <a:lnTo>
                  <a:pt x="0" y="40910"/>
                </a:lnTo>
                <a:lnTo>
                  <a:pt x="0" y="53172"/>
                </a:lnTo>
                <a:lnTo>
                  <a:pt x="3970" y="65435"/>
                </a:lnTo>
                <a:lnTo>
                  <a:pt x="15990" y="53172"/>
                </a:lnTo>
                <a:lnTo>
                  <a:pt x="15990" y="61311"/>
                </a:lnTo>
                <a:lnTo>
                  <a:pt x="24038" y="65435"/>
                </a:lnTo>
                <a:lnTo>
                  <a:pt x="24038" y="49049"/>
                </a:lnTo>
                <a:lnTo>
                  <a:pt x="12019" y="49049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24038" y="36786"/>
                </a:lnTo>
                <a:lnTo>
                  <a:pt x="19960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7026598" y="1862552"/>
            <a:ext cx="40136" cy="73465"/>
          </a:xfrm>
          <a:custGeom>
            <a:avLst/>
            <a:gdLst/>
            <a:ahLst/>
            <a:cxnLst/>
            <a:rect l="l" t="t" r="r" b="b"/>
            <a:pathLst>
              <a:path w="40136" h="73465">
                <a:moveTo>
                  <a:pt x="8048" y="0"/>
                </a:moveTo>
                <a:lnTo>
                  <a:pt x="8048" y="36787"/>
                </a:lnTo>
                <a:lnTo>
                  <a:pt x="12019" y="49049"/>
                </a:lnTo>
                <a:lnTo>
                  <a:pt x="15990" y="61203"/>
                </a:lnTo>
                <a:lnTo>
                  <a:pt x="15990" y="69450"/>
                </a:lnTo>
                <a:lnTo>
                  <a:pt x="15990" y="61203"/>
                </a:lnTo>
                <a:lnTo>
                  <a:pt x="12019" y="49049"/>
                </a:lnTo>
                <a:lnTo>
                  <a:pt x="0" y="53064"/>
                </a:lnTo>
                <a:lnTo>
                  <a:pt x="12019" y="49049"/>
                </a:lnTo>
                <a:lnTo>
                  <a:pt x="0" y="24524"/>
                </a:lnTo>
                <a:lnTo>
                  <a:pt x="0" y="61203"/>
                </a:lnTo>
                <a:lnTo>
                  <a:pt x="3970" y="73465"/>
                </a:lnTo>
                <a:lnTo>
                  <a:pt x="24038" y="73465"/>
                </a:lnTo>
                <a:lnTo>
                  <a:pt x="24038" y="36787"/>
                </a:lnTo>
                <a:lnTo>
                  <a:pt x="32087" y="24524"/>
                </a:lnTo>
                <a:lnTo>
                  <a:pt x="32087" y="20401"/>
                </a:lnTo>
                <a:lnTo>
                  <a:pt x="32087" y="24524"/>
                </a:lnTo>
                <a:lnTo>
                  <a:pt x="40136" y="24524"/>
                </a:lnTo>
                <a:lnTo>
                  <a:pt x="32087" y="12262"/>
                </a:lnTo>
                <a:lnTo>
                  <a:pt x="20068" y="24524"/>
                </a:lnTo>
                <a:lnTo>
                  <a:pt x="8048" y="28539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804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7130908" y="1624467"/>
            <a:ext cx="20497" cy="54258"/>
          </a:xfrm>
          <a:custGeom>
            <a:avLst/>
            <a:gdLst/>
            <a:ahLst/>
            <a:cxnLst/>
            <a:rect l="l" t="t" r="r" b="b"/>
            <a:pathLst>
              <a:path w="20497" h="54258">
                <a:moveTo>
                  <a:pt x="15775" y="0"/>
                </a:moveTo>
                <a:lnTo>
                  <a:pt x="8155" y="0"/>
                </a:lnTo>
                <a:lnTo>
                  <a:pt x="3434" y="4774"/>
                </a:lnTo>
                <a:lnTo>
                  <a:pt x="0" y="54258"/>
                </a:lnTo>
                <a:lnTo>
                  <a:pt x="4399" y="46661"/>
                </a:lnTo>
                <a:lnTo>
                  <a:pt x="7941" y="37980"/>
                </a:lnTo>
                <a:lnTo>
                  <a:pt x="12448" y="30276"/>
                </a:lnTo>
                <a:lnTo>
                  <a:pt x="15990" y="21594"/>
                </a:lnTo>
                <a:lnTo>
                  <a:pt x="20497" y="4774"/>
                </a:lnTo>
                <a:lnTo>
                  <a:pt x="1577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7130908" y="1686972"/>
            <a:ext cx="7941" cy="4015"/>
          </a:xfrm>
          <a:custGeom>
            <a:avLst/>
            <a:gdLst/>
            <a:ahLst/>
            <a:cxnLst/>
            <a:rect l="l" t="t" r="r" b="b"/>
            <a:pathLst>
              <a:path w="7941" h="4015">
                <a:moveTo>
                  <a:pt x="7941" y="4015"/>
                </a:moveTo>
                <a:lnTo>
                  <a:pt x="0" y="0"/>
                </a:lnTo>
                <a:lnTo>
                  <a:pt x="0" y="4015"/>
                </a:lnTo>
                <a:lnTo>
                  <a:pt x="7941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7110840" y="1629242"/>
            <a:ext cx="45287" cy="86270"/>
          </a:xfrm>
          <a:custGeom>
            <a:avLst/>
            <a:gdLst/>
            <a:ahLst/>
            <a:cxnLst/>
            <a:rect l="l" t="t" r="r" b="b"/>
            <a:pathLst>
              <a:path w="45287" h="86270">
                <a:moveTo>
                  <a:pt x="28009" y="38273"/>
                </a:moveTo>
                <a:lnTo>
                  <a:pt x="36058" y="30058"/>
                </a:lnTo>
                <a:lnTo>
                  <a:pt x="36057" y="21920"/>
                </a:lnTo>
                <a:lnTo>
                  <a:pt x="40565" y="17362"/>
                </a:lnTo>
                <a:lnTo>
                  <a:pt x="45287" y="12587"/>
                </a:lnTo>
                <a:lnTo>
                  <a:pt x="45287" y="4774"/>
                </a:lnTo>
                <a:lnTo>
                  <a:pt x="40565" y="0"/>
                </a:lnTo>
                <a:lnTo>
                  <a:pt x="36058" y="16820"/>
                </a:lnTo>
                <a:lnTo>
                  <a:pt x="32516" y="25501"/>
                </a:lnTo>
                <a:lnTo>
                  <a:pt x="28009" y="33205"/>
                </a:lnTo>
                <a:lnTo>
                  <a:pt x="24467" y="41887"/>
                </a:lnTo>
                <a:lnTo>
                  <a:pt x="20068" y="49483"/>
                </a:lnTo>
                <a:lnTo>
                  <a:pt x="23502" y="0"/>
                </a:lnTo>
                <a:lnTo>
                  <a:pt x="12019" y="11828"/>
                </a:lnTo>
                <a:lnTo>
                  <a:pt x="12019" y="19967"/>
                </a:lnTo>
                <a:lnTo>
                  <a:pt x="15560" y="16385"/>
                </a:lnTo>
                <a:lnTo>
                  <a:pt x="12019" y="25067"/>
                </a:lnTo>
                <a:lnTo>
                  <a:pt x="15990" y="37221"/>
                </a:lnTo>
                <a:lnTo>
                  <a:pt x="7941" y="61745"/>
                </a:lnTo>
                <a:lnTo>
                  <a:pt x="12019" y="74008"/>
                </a:lnTo>
                <a:lnTo>
                  <a:pt x="12019" y="82146"/>
                </a:lnTo>
                <a:lnTo>
                  <a:pt x="12019" y="74008"/>
                </a:lnTo>
                <a:lnTo>
                  <a:pt x="0" y="78131"/>
                </a:lnTo>
                <a:lnTo>
                  <a:pt x="0" y="86270"/>
                </a:lnTo>
                <a:lnTo>
                  <a:pt x="20068" y="86270"/>
                </a:lnTo>
                <a:lnTo>
                  <a:pt x="20068" y="57730"/>
                </a:lnTo>
                <a:lnTo>
                  <a:pt x="28009" y="61745"/>
                </a:lnTo>
                <a:lnTo>
                  <a:pt x="28009" y="382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7050636" y="1842151"/>
            <a:ext cx="12019" cy="4015"/>
          </a:xfrm>
          <a:custGeom>
            <a:avLst/>
            <a:gdLst/>
            <a:ahLst/>
            <a:cxnLst/>
            <a:rect l="l" t="t" r="r" b="b"/>
            <a:pathLst>
              <a:path w="12019" h="4015">
                <a:moveTo>
                  <a:pt x="12019" y="4015"/>
                </a:moveTo>
                <a:lnTo>
                  <a:pt x="0" y="0"/>
                </a:lnTo>
                <a:lnTo>
                  <a:pt x="0" y="4015"/>
                </a:lnTo>
                <a:lnTo>
                  <a:pt x="12019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7231141" y="1433261"/>
            <a:ext cx="29189" cy="45359"/>
          </a:xfrm>
          <a:custGeom>
            <a:avLst/>
            <a:gdLst/>
            <a:ahLst/>
            <a:cxnLst/>
            <a:rect l="l" t="t" r="r" b="b"/>
            <a:pathLst>
              <a:path w="29189" h="45359">
                <a:moveTo>
                  <a:pt x="24575" y="0"/>
                </a:moveTo>
                <a:lnTo>
                  <a:pt x="20068" y="16820"/>
                </a:lnTo>
                <a:lnTo>
                  <a:pt x="16526" y="25501"/>
                </a:lnTo>
                <a:lnTo>
                  <a:pt x="12019" y="24958"/>
                </a:lnTo>
                <a:lnTo>
                  <a:pt x="3970" y="33097"/>
                </a:lnTo>
                <a:lnTo>
                  <a:pt x="3970" y="41344"/>
                </a:lnTo>
                <a:lnTo>
                  <a:pt x="3970" y="33170"/>
                </a:lnTo>
                <a:lnTo>
                  <a:pt x="0" y="37221"/>
                </a:lnTo>
                <a:lnTo>
                  <a:pt x="3970" y="45359"/>
                </a:lnTo>
                <a:lnTo>
                  <a:pt x="12019" y="45359"/>
                </a:lnTo>
                <a:lnTo>
                  <a:pt x="12019" y="37221"/>
                </a:lnTo>
                <a:lnTo>
                  <a:pt x="20068" y="37221"/>
                </a:lnTo>
                <a:lnTo>
                  <a:pt x="20068" y="21872"/>
                </a:lnTo>
                <a:lnTo>
                  <a:pt x="24575" y="17254"/>
                </a:lnTo>
                <a:lnTo>
                  <a:pt x="29189" y="12479"/>
                </a:lnTo>
                <a:lnTo>
                  <a:pt x="29189" y="4774"/>
                </a:lnTo>
                <a:lnTo>
                  <a:pt x="2457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7138850" y="1576720"/>
            <a:ext cx="24038" cy="57079"/>
          </a:xfrm>
          <a:custGeom>
            <a:avLst/>
            <a:gdLst/>
            <a:ahLst/>
            <a:cxnLst/>
            <a:rect l="l" t="t" r="r" b="b"/>
            <a:pathLst>
              <a:path w="24038" h="57079">
                <a:moveTo>
                  <a:pt x="24038" y="57079"/>
                </a:moveTo>
                <a:lnTo>
                  <a:pt x="24038" y="40802"/>
                </a:lnTo>
                <a:lnTo>
                  <a:pt x="12019" y="40802"/>
                </a:lnTo>
                <a:lnTo>
                  <a:pt x="12019" y="32663"/>
                </a:lnTo>
                <a:lnTo>
                  <a:pt x="0" y="36678"/>
                </a:lnTo>
                <a:lnTo>
                  <a:pt x="12019" y="32663"/>
                </a:lnTo>
                <a:lnTo>
                  <a:pt x="24038" y="28539"/>
                </a:lnTo>
                <a:lnTo>
                  <a:pt x="20068" y="24416"/>
                </a:lnTo>
                <a:lnTo>
                  <a:pt x="20068" y="16277"/>
                </a:lnTo>
                <a:lnTo>
                  <a:pt x="16097" y="12153"/>
                </a:lnTo>
                <a:lnTo>
                  <a:pt x="16097" y="0"/>
                </a:lnTo>
                <a:lnTo>
                  <a:pt x="8048" y="0"/>
                </a:lnTo>
                <a:lnTo>
                  <a:pt x="8048" y="16277"/>
                </a:lnTo>
                <a:lnTo>
                  <a:pt x="0" y="16277"/>
                </a:lnTo>
                <a:lnTo>
                  <a:pt x="0" y="32663"/>
                </a:lnTo>
                <a:lnTo>
                  <a:pt x="8048" y="28539"/>
                </a:lnTo>
                <a:lnTo>
                  <a:pt x="8048" y="20401"/>
                </a:lnTo>
                <a:lnTo>
                  <a:pt x="8048" y="28539"/>
                </a:lnTo>
                <a:lnTo>
                  <a:pt x="0" y="32663"/>
                </a:lnTo>
                <a:lnTo>
                  <a:pt x="0" y="44925"/>
                </a:lnTo>
                <a:lnTo>
                  <a:pt x="4077" y="57079"/>
                </a:lnTo>
                <a:lnTo>
                  <a:pt x="16097" y="44925"/>
                </a:lnTo>
                <a:lnTo>
                  <a:pt x="24038" y="570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7130908" y="1609383"/>
            <a:ext cx="31980" cy="40802"/>
          </a:xfrm>
          <a:custGeom>
            <a:avLst/>
            <a:gdLst/>
            <a:ahLst/>
            <a:cxnLst/>
            <a:rect l="l" t="t" r="r" b="b"/>
            <a:pathLst>
              <a:path w="31980" h="40802">
                <a:moveTo>
                  <a:pt x="7941" y="0"/>
                </a:moveTo>
                <a:lnTo>
                  <a:pt x="0" y="0"/>
                </a:lnTo>
                <a:lnTo>
                  <a:pt x="0" y="35267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267"/>
                </a:lnTo>
                <a:lnTo>
                  <a:pt x="24038" y="20401"/>
                </a:lnTo>
                <a:lnTo>
                  <a:pt x="24038" y="24416"/>
                </a:lnTo>
                <a:lnTo>
                  <a:pt x="31980" y="24416"/>
                </a:lnTo>
                <a:lnTo>
                  <a:pt x="24038" y="12262"/>
                </a:lnTo>
                <a:lnTo>
                  <a:pt x="12019" y="24416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7150869" y="1543948"/>
            <a:ext cx="20068" cy="73574"/>
          </a:xfrm>
          <a:custGeom>
            <a:avLst/>
            <a:gdLst/>
            <a:ahLst/>
            <a:cxnLst/>
            <a:rect l="l" t="t" r="r" b="b"/>
            <a:pathLst>
              <a:path w="20068" h="73574">
                <a:moveTo>
                  <a:pt x="20068" y="0"/>
                </a:moveTo>
                <a:lnTo>
                  <a:pt x="12019" y="0"/>
                </a:lnTo>
                <a:lnTo>
                  <a:pt x="12019" y="15442"/>
                </a:lnTo>
                <a:lnTo>
                  <a:pt x="4077" y="23548"/>
                </a:lnTo>
                <a:lnTo>
                  <a:pt x="4077" y="44925"/>
                </a:lnTo>
                <a:lnTo>
                  <a:pt x="8048" y="49049"/>
                </a:lnTo>
                <a:lnTo>
                  <a:pt x="8048" y="57188"/>
                </a:lnTo>
                <a:lnTo>
                  <a:pt x="12019" y="61311"/>
                </a:lnTo>
                <a:lnTo>
                  <a:pt x="12019" y="69450"/>
                </a:lnTo>
                <a:lnTo>
                  <a:pt x="12019" y="61311"/>
                </a:lnTo>
                <a:lnTo>
                  <a:pt x="0" y="65435"/>
                </a:lnTo>
                <a:lnTo>
                  <a:pt x="0" y="73574"/>
                </a:lnTo>
                <a:lnTo>
                  <a:pt x="20068" y="73574"/>
                </a:lnTo>
                <a:lnTo>
                  <a:pt x="20068" y="44925"/>
                </a:lnTo>
                <a:lnTo>
                  <a:pt x="16097" y="32771"/>
                </a:lnTo>
                <a:lnTo>
                  <a:pt x="4077" y="36787"/>
                </a:lnTo>
                <a:lnTo>
                  <a:pt x="16097" y="32771"/>
                </a:lnTo>
                <a:lnTo>
                  <a:pt x="12019" y="20509"/>
                </a:lnTo>
                <a:lnTo>
                  <a:pt x="15560" y="11828"/>
                </a:lnTo>
                <a:lnTo>
                  <a:pt x="2006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7162888" y="1523547"/>
            <a:ext cx="48184" cy="77589"/>
          </a:xfrm>
          <a:custGeom>
            <a:avLst/>
            <a:gdLst/>
            <a:ahLst/>
            <a:cxnLst/>
            <a:rect l="l" t="t" r="r" b="b"/>
            <a:pathLst>
              <a:path w="48184" h="77589">
                <a:moveTo>
                  <a:pt x="8048" y="65326"/>
                </a:moveTo>
                <a:lnTo>
                  <a:pt x="8048" y="77589"/>
                </a:lnTo>
                <a:lnTo>
                  <a:pt x="16097" y="77589"/>
                </a:lnTo>
                <a:lnTo>
                  <a:pt x="8048" y="32663"/>
                </a:lnTo>
                <a:lnTo>
                  <a:pt x="8048" y="24524"/>
                </a:lnTo>
                <a:lnTo>
                  <a:pt x="8048" y="32663"/>
                </a:lnTo>
                <a:lnTo>
                  <a:pt x="12555" y="57730"/>
                </a:lnTo>
                <a:lnTo>
                  <a:pt x="16097" y="54116"/>
                </a:lnTo>
                <a:lnTo>
                  <a:pt x="24145" y="45902"/>
                </a:lnTo>
                <a:lnTo>
                  <a:pt x="24146" y="44925"/>
                </a:lnTo>
                <a:lnTo>
                  <a:pt x="16097" y="49049"/>
                </a:lnTo>
                <a:lnTo>
                  <a:pt x="12126" y="44925"/>
                </a:lnTo>
                <a:lnTo>
                  <a:pt x="20068" y="20401"/>
                </a:lnTo>
                <a:lnTo>
                  <a:pt x="28116" y="12262"/>
                </a:lnTo>
                <a:lnTo>
                  <a:pt x="48184" y="12262"/>
                </a:lnTo>
                <a:lnTo>
                  <a:pt x="40136" y="0"/>
                </a:lnTo>
                <a:lnTo>
                  <a:pt x="40136" y="8247"/>
                </a:lnTo>
                <a:lnTo>
                  <a:pt x="40136" y="0"/>
                </a:lnTo>
                <a:lnTo>
                  <a:pt x="28116" y="4123"/>
                </a:lnTo>
                <a:lnTo>
                  <a:pt x="16097" y="16385"/>
                </a:lnTo>
                <a:lnTo>
                  <a:pt x="8048" y="4123"/>
                </a:lnTo>
                <a:lnTo>
                  <a:pt x="8048" y="20400"/>
                </a:lnTo>
                <a:lnTo>
                  <a:pt x="3541" y="32229"/>
                </a:lnTo>
                <a:lnTo>
                  <a:pt x="0" y="40910"/>
                </a:lnTo>
                <a:lnTo>
                  <a:pt x="4077" y="53172"/>
                </a:lnTo>
                <a:lnTo>
                  <a:pt x="8048" y="65326"/>
                </a:lnTo>
                <a:lnTo>
                  <a:pt x="8048" y="73573"/>
                </a:lnTo>
                <a:lnTo>
                  <a:pt x="8048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7211073" y="1445958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24038" y="49049"/>
                </a:moveTo>
                <a:lnTo>
                  <a:pt x="24038" y="32663"/>
                </a:lnTo>
                <a:lnTo>
                  <a:pt x="12019" y="32663"/>
                </a:lnTo>
                <a:lnTo>
                  <a:pt x="12019" y="24524"/>
                </a:lnTo>
                <a:lnTo>
                  <a:pt x="0" y="28648"/>
                </a:lnTo>
                <a:lnTo>
                  <a:pt x="12019" y="24524"/>
                </a:lnTo>
                <a:lnTo>
                  <a:pt x="20068" y="8247"/>
                </a:lnTo>
                <a:lnTo>
                  <a:pt x="15990" y="0"/>
                </a:lnTo>
                <a:lnTo>
                  <a:pt x="8048" y="0"/>
                </a:lnTo>
                <a:lnTo>
                  <a:pt x="15989" y="8247"/>
                </a:lnTo>
                <a:lnTo>
                  <a:pt x="15990" y="12262"/>
                </a:lnTo>
                <a:lnTo>
                  <a:pt x="8048" y="20401"/>
                </a:lnTo>
                <a:lnTo>
                  <a:pt x="0" y="24524"/>
                </a:lnTo>
                <a:lnTo>
                  <a:pt x="0" y="36787"/>
                </a:lnTo>
                <a:lnTo>
                  <a:pt x="3970" y="40910"/>
                </a:lnTo>
                <a:lnTo>
                  <a:pt x="15990" y="36787"/>
                </a:lnTo>
                <a:lnTo>
                  <a:pt x="24038" y="490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7211073" y="1445958"/>
            <a:ext cx="15990" cy="24524"/>
          </a:xfrm>
          <a:custGeom>
            <a:avLst/>
            <a:gdLst/>
            <a:ahLst/>
            <a:cxnLst/>
            <a:rect l="l" t="t" r="r" b="b"/>
            <a:pathLst>
              <a:path w="15990" h="24524">
                <a:moveTo>
                  <a:pt x="8048" y="20401"/>
                </a:moveTo>
                <a:lnTo>
                  <a:pt x="15990" y="12262"/>
                </a:lnTo>
                <a:lnTo>
                  <a:pt x="15989" y="8247"/>
                </a:lnTo>
                <a:lnTo>
                  <a:pt x="8048" y="0"/>
                </a:lnTo>
                <a:lnTo>
                  <a:pt x="8048" y="8247"/>
                </a:lnTo>
                <a:lnTo>
                  <a:pt x="0" y="8247"/>
                </a:lnTo>
                <a:lnTo>
                  <a:pt x="0" y="24524"/>
                </a:lnTo>
                <a:lnTo>
                  <a:pt x="8048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7187034" y="1470482"/>
            <a:ext cx="40028" cy="65326"/>
          </a:xfrm>
          <a:custGeom>
            <a:avLst/>
            <a:gdLst/>
            <a:ahLst/>
            <a:cxnLst/>
            <a:rect l="l" t="t" r="r" b="b"/>
            <a:pathLst>
              <a:path w="40028" h="65326">
                <a:moveTo>
                  <a:pt x="24038" y="65326"/>
                </a:moveTo>
                <a:lnTo>
                  <a:pt x="24038" y="49049"/>
                </a:lnTo>
                <a:lnTo>
                  <a:pt x="12019" y="49049"/>
                </a:lnTo>
                <a:lnTo>
                  <a:pt x="12019" y="40802"/>
                </a:lnTo>
                <a:lnTo>
                  <a:pt x="0" y="44925"/>
                </a:lnTo>
                <a:lnTo>
                  <a:pt x="12019" y="40802"/>
                </a:lnTo>
                <a:lnTo>
                  <a:pt x="20068" y="24524"/>
                </a:lnTo>
                <a:lnTo>
                  <a:pt x="15990" y="20401"/>
                </a:lnTo>
                <a:lnTo>
                  <a:pt x="19960" y="24524"/>
                </a:lnTo>
                <a:lnTo>
                  <a:pt x="32087" y="28539"/>
                </a:lnTo>
                <a:lnTo>
                  <a:pt x="24038" y="36787"/>
                </a:lnTo>
                <a:lnTo>
                  <a:pt x="32087" y="40802"/>
                </a:lnTo>
                <a:lnTo>
                  <a:pt x="40028" y="40802"/>
                </a:lnTo>
                <a:lnTo>
                  <a:pt x="40028" y="24524"/>
                </a:lnTo>
                <a:lnTo>
                  <a:pt x="28009" y="24524"/>
                </a:lnTo>
                <a:lnTo>
                  <a:pt x="28009" y="16386"/>
                </a:lnTo>
                <a:lnTo>
                  <a:pt x="24038" y="12262"/>
                </a:lnTo>
                <a:lnTo>
                  <a:pt x="24038" y="0"/>
                </a:lnTo>
                <a:lnTo>
                  <a:pt x="15990" y="0"/>
                </a:lnTo>
                <a:lnTo>
                  <a:pt x="15990" y="28539"/>
                </a:lnTo>
                <a:lnTo>
                  <a:pt x="7941" y="36787"/>
                </a:lnTo>
                <a:lnTo>
                  <a:pt x="0" y="40802"/>
                </a:lnTo>
                <a:lnTo>
                  <a:pt x="0" y="53064"/>
                </a:lnTo>
                <a:lnTo>
                  <a:pt x="3970" y="57188"/>
                </a:lnTo>
                <a:lnTo>
                  <a:pt x="15990" y="53064"/>
                </a:lnTo>
                <a:lnTo>
                  <a:pt x="24038" y="65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7199054" y="1495007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20068" y="24524"/>
                </a:moveTo>
                <a:lnTo>
                  <a:pt x="20067" y="16277"/>
                </a:lnTo>
                <a:lnTo>
                  <a:pt x="12019" y="12262"/>
                </a:lnTo>
                <a:lnTo>
                  <a:pt x="20068" y="4015"/>
                </a:lnTo>
                <a:lnTo>
                  <a:pt x="8048" y="0"/>
                </a:lnTo>
                <a:lnTo>
                  <a:pt x="0" y="16277"/>
                </a:lnTo>
                <a:lnTo>
                  <a:pt x="12019" y="16277"/>
                </a:lnTo>
                <a:lnTo>
                  <a:pt x="20068" y="24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7187034" y="1486868"/>
            <a:ext cx="15990" cy="24416"/>
          </a:xfrm>
          <a:custGeom>
            <a:avLst/>
            <a:gdLst/>
            <a:ahLst/>
            <a:cxnLst/>
            <a:rect l="l" t="t" r="r" b="b"/>
            <a:pathLst>
              <a:path w="15990" h="24416">
                <a:moveTo>
                  <a:pt x="7941" y="20401"/>
                </a:moveTo>
                <a:lnTo>
                  <a:pt x="15990" y="12153"/>
                </a:lnTo>
                <a:lnTo>
                  <a:pt x="15990" y="0"/>
                </a:lnTo>
                <a:lnTo>
                  <a:pt x="7941" y="0"/>
                </a:lnTo>
                <a:lnTo>
                  <a:pt x="7941" y="8138"/>
                </a:lnTo>
                <a:lnTo>
                  <a:pt x="0" y="8138"/>
                </a:lnTo>
                <a:lnTo>
                  <a:pt x="0" y="24416"/>
                </a:lnTo>
                <a:lnTo>
                  <a:pt x="7941" y="20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7199054" y="1511285"/>
            <a:ext cx="20068" cy="8247"/>
          </a:xfrm>
          <a:custGeom>
            <a:avLst/>
            <a:gdLst/>
            <a:ahLst/>
            <a:cxnLst/>
            <a:rect l="l" t="t" r="r" b="b"/>
            <a:pathLst>
              <a:path w="20068" h="8247">
                <a:moveTo>
                  <a:pt x="12019" y="8247"/>
                </a:moveTo>
                <a:lnTo>
                  <a:pt x="20068" y="8247"/>
                </a:lnTo>
                <a:lnTo>
                  <a:pt x="12019" y="0"/>
                </a:lnTo>
                <a:lnTo>
                  <a:pt x="0" y="0"/>
                </a:lnTo>
                <a:lnTo>
                  <a:pt x="0" y="8247"/>
                </a:lnTo>
                <a:lnTo>
                  <a:pt x="12019" y="8247"/>
                </a:lnTo>
                <a:lnTo>
                  <a:pt x="12019" y="4123"/>
                </a:lnTo>
                <a:lnTo>
                  <a:pt x="12019" y="82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7215044" y="1482745"/>
            <a:ext cx="20068" cy="12262"/>
          </a:xfrm>
          <a:custGeom>
            <a:avLst/>
            <a:gdLst/>
            <a:ahLst/>
            <a:cxnLst/>
            <a:rect l="l" t="t" r="r" b="b"/>
            <a:pathLst>
              <a:path w="20068" h="12262">
                <a:moveTo>
                  <a:pt x="0" y="4123"/>
                </a:moveTo>
                <a:lnTo>
                  <a:pt x="0" y="12262"/>
                </a:lnTo>
                <a:lnTo>
                  <a:pt x="20068" y="12262"/>
                </a:lnTo>
                <a:lnTo>
                  <a:pt x="12019" y="0"/>
                </a:lnTo>
                <a:lnTo>
                  <a:pt x="12019" y="8138"/>
                </a:lnTo>
                <a:lnTo>
                  <a:pt x="12019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7175015" y="1535809"/>
            <a:ext cx="28009" cy="36786"/>
          </a:xfrm>
          <a:custGeom>
            <a:avLst/>
            <a:gdLst/>
            <a:ahLst/>
            <a:cxnLst/>
            <a:rect l="l" t="t" r="r" b="b"/>
            <a:pathLst>
              <a:path w="28009" h="36786">
                <a:moveTo>
                  <a:pt x="19960" y="4123"/>
                </a:moveTo>
                <a:lnTo>
                  <a:pt x="28009" y="16385"/>
                </a:lnTo>
                <a:lnTo>
                  <a:pt x="28009" y="0"/>
                </a:lnTo>
                <a:lnTo>
                  <a:pt x="15990" y="0"/>
                </a:lnTo>
                <a:lnTo>
                  <a:pt x="7941" y="8138"/>
                </a:lnTo>
                <a:lnTo>
                  <a:pt x="0" y="32663"/>
                </a:lnTo>
                <a:lnTo>
                  <a:pt x="3970" y="36786"/>
                </a:lnTo>
                <a:lnTo>
                  <a:pt x="12019" y="32663"/>
                </a:lnTo>
                <a:lnTo>
                  <a:pt x="12019" y="20401"/>
                </a:lnTo>
                <a:lnTo>
                  <a:pt x="7941" y="16385"/>
                </a:lnTo>
                <a:lnTo>
                  <a:pt x="19960" y="16385"/>
                </a:lnTo>
                <a:lnTo>
                  <a:pt x="19960" y="12262"/>
                </a:lnTo>
                <a:lnTo>
                  <a:pt x="28009" y="16385"/>
                </a:lnTo>
                <a:lnTo>
                  <a:pt x="19960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7182956" y="1552195"/>
            <a:ext cx="12019" cy="16277"/>
          </a:xfrm>
          <a:custGeom>
            <a:avLst/>
            <a:gdLst/>
            <a:ahLst/>
            <a:cxnLst/>
            <a:rect l="l" t="t" r="r" b="b"/>
            <a:pathLst>
              <a:path w="12019" h="16277">
                <a:moveTo>
                  <a:pt x="4077" y="4015"/>
                </a:moveTo>
                <a:lnTo>
                  <a:pt x="4078" y="16277"/>
                </a:lnTo>
                <a:lnTo>
                  <a:pt x="12019" y="16277"/>
                </a:lnTo>
                <a:lnTo>
                  <a:pt x="12019" y="0"/>
                </a:lnTo>
                <a:lnTo>
                  <a:pt x="0" y="0"/>
                </a:lnTo>
                <a:lnTo>
                  <a:pt x="4077" y="40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7170937" y="1511285"/>
            <a:ext cx="20068" cy="28648"/>
          </a:xfrm>
          <a:custGeom>
            <a:avLst/>
            <a:gdLst/>
            <a:ahLst/>
            <a:cxnLst/>
            <a:rect l="l" t="t" r="r" b="b"/>
            <a:pathLst>
              <a:path w="20068" h="28648">
                <a:moveTo>
                  <a:pt x="16097" y="0"/>
                </a:moveTo>
                <a:lnTo>
                  <a:pt x="8048" y="0"/>
                </a:lnTo>
                <a:lnTo>
                  <a:pt x="8048" y="20509"/>
                </a:lnTo>
                <a:lnTo>
                  <a:pt x="8048" y="16386"/>
                </a:lnTo>
                <a:lnTo>
                  <a:pt x="0" y="16386"/>
                </a:lnTo>
                <a:lnTo>
                  <a:pt x="8048" y="28648"/>
                </a:lnTo>
                <a:lnTo>
                  <a:pt x="20068" y="16386"/>
                </a:lnTo>
                <a:lnTo>
                  <a:pt x="16097" y="12262"/>
                </a:lnTo>
                <a:lnTo>
                  <a:pt x="160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7170937" y="1556210"/>
            <a:ext cx="8048" cy="44925"/>
          </a:xfrm>
          <a:custGeom>
            <a:avLst/>
            <a:gdLst/>
            <a:ahLst/>
            <a:cxnLst/>
            <a:rect l="l" t="t" r="r" b="b"/>
            <a:pathLst>
              <a:path w="8048" h="44925">
                <a:moveTo>
                  <a:pt x="8048" y="44925"/>
                </a:moveTo>
                <a:lnTo>
                  <a:pt x="8048" y="21453"/>
                </a:lnTo>
                <a:lnTo>
                  <a:pt x="4507" y="25067"/>
                </a:lnTo>
                <a:lnTo>
                  <a:pt x="0" y="0"/>
                </a:lnTo>
                <a:lnTo>
                  <a:pt x="8048" y="449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7194976" y="1548072"/>
            <a:ext cx="8048" cy="4123"/>
          </a:xfrm>
          <a:custGeom>
            <a:avLst/>
            <a:gdLst/>
            <a:ahLst/>
            <a:cxnLst/>
            <a:rect l="l" t="t" r="r" b="b"/>
            <a:pathLst>
              <a:path w="8048" h="4123">
                <a:moveTo>
                  <a:pt x="8048" y="4123"/>
                </a:moveTo>
                <a:lnTo>
                  <a:pt x="0" y="0"/>
                </a:lnTo>
                <a:lnTo>
                  <a:pt x="0" y="4123"/>
                </a:lnTo>
                <a:lnTo>
                  <a:pt x="8048" y="41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7223092" y="1428487"/>
            <a:ext cx="32623" cy="50134"/>
          </a:xfrm>
          <a:custGeom>
            <a:avLst/>
            <a:gdLst/>
            <a:ahLst/>
            <a:cxnLst/>
            <a:rect l="l" t="t" r="r" b="b"/>
            <a:pathLst>
              <a:path w="32623" h="50134">
                <a:moveTo>
                  <a:pt x="27902" y="0"/>
                </a:moveTo>
                <a:lnTo>
                  <a:pt x="20282" y="0"/>
                </a:lnTo>
                <a:lnTo>
                  <a:pt x="15560" y="4774"/>
                </a:lnTo>
                <a:lnTo>
                  <a:pt x="3970" y="16494"/>
                </a:lnTo>
                <a:lnTo>
                  <a:pt x="3970" y="17471"/>
                </a:lnTo>
                <a:lnTo>
                  <a:pt x="16097" y="17471"/>
                </a:lnTo>
                <a:lnTo>
                  <a:pt x="3970" y="17471"/>
                </a:lnTo>
                <a:lnTo>
                  <a:pt x="7941" y="25718"/>
                </a:lnTo>
                <a:lnTo>
                  <a:pt x="0" y="41995"/>
                </a:lnTo>
                <a:lnTo>
                  <a:pt x="0" y="50134"/>
                </a:lnTo>
                <a:lnTo>
                  <a:pt x="12019" y="50134"/>
                </a:lnTo>
                <a:lnTo>
                  <a:pt x="8048" y="41995"/>
                </a:lnTo>
                <a:lnTo>
                  <a:pt x="12019" y="37872"/>
                </a:lnTo>
                <a:lnTo>
                  <a:pt x="20068" y="29733"/>
                </a:lnTo>
                <a:lnTo>
                  <a:pt x="24575" y="30276"/>
                </a:lnTo>
                <a:lnTo>
                  <a:pt x="28116" y="21594"/>
                </a:lnTo>
                <a:lnTo>
                  <a:pt x="32623" y="4774"/>
                </a:lnTo>
                <a:lnTo>
                  <a:pt x="279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7233931" y="1339829"/>
            <a:ext cx="137578" cy="115569"/>
          </a:xfrm>
          <a:custGeom>
            <a:avLst/>
            <a:gdLst/>
            <a:ahLst/>
            <a:cxnLst/>
            <a:rect l="l" t="t" r="r" b="b"/>
            <a:pathLst>
              <a:path w="137578" h="115569">
                <a:moveTo>
                  <a:pt x="65355" y="36678"/>
                </a:moveTo>
                <a:lnTo>
                  <a:pt x="69433" y="32663"/>
                </a:lnTo>
                <a:lnTo>
                  <a:pt x="69468" y="48940"/>
                </a:lnTo>
                <a:lnTo>
                  <a:pt x="73403" y="48940"/>
                </a:lnTo>
                <a:lnTo>
                  <a:pt x="81452" y="57188"/>
                </a:lnTo>
                <a:lnTo>
                  <a:pt x="81452" y="48940"/>
                </a:lnTo>
                <a:lnTo>
                  <a:pt x="73403" y="44925"/>
                </a:lnTo>
                <a:lnTo>
                  <a:pt x="77410" y="40802"/>
                </a:lnTo>
                <a:lnTo>
                  <a:pt x="77374" y="24524"/>
                </a:lnTo>
                <a:lnTo>
                  <a:pt x="57306" y="24524"/>
                </a:lnTo>
                <a:lnTo>
                  <a:pt x="57306" y="40802"/>
                </a:lnTo>
                <a:lnTo>
                  <a:pt x="53335" y="48940"/>
                </a:lnTo>
                <a:lnTo>
                  <a:pt x="49365" y="52991"/>
                </a:lnTo>
                <a:lnTo>
                  <a:pt x="41316" y="61203"/>
                </a:lnTo>
                <a:lnTo>
                  <a:pt x="41316" y="77589"/>
                </a:lnTo>
                <a:lnTo>
                  <a:pt x="37775" y="86270"/>
                </a:lnTo>
                <a:lnTo>
                  <a:pt x="33267" y="85727"/>
                </a:lnTo>
                <a:lnTo>
                  <a:pt x="29297" y="73465"/>
                </a:lnTo>
                <a:lnTo>
                  <a:pt x="28760" y="60769"/>
                </a:lnTo>
                <a:lnTo>
                  <a:pt x="17277" y="72488"/>
                </a:lnTo>
                <a:lnTo>
                  <a:pt x="17277" y="73465"/>
                </a:lnTo>
                <a:lnTo>
                  <a:pt x="12770" y="85293"/>
                </a:lnTo>
                <a:lnTo>
                  <a:pt x="9229" y="93866"/>
                </a:lnTo>
                <a:lnTo>
                  <a:pt x="9229" y="88874"/>
                </a:lnTo>
                <a:lnTo>
                  <a:pt x="4721" y="93432"/>
                </a:lnTo>
                <a:lnTo>
                  <a:pt x="0" y="98207"/>
                </a:lnTo>
                <a:lnTo>
                  <a:pt x="0" y="105911"/>
                </a:lnTo>
                <a:lnTo>
                  <a:pt x="4721" y="110686"/>
                </a:lnTo>
                <a:lnTo>
                  <a:pt x="9443" y="115569"/>
                </a:lnTo>
                <a:lnTo>
                  <a:pt x="17063" y="115569"/>
                </a:lnTo>
                <a:lnTo>
                  <a:pt x="17277" y="85727"/>
                </a:lnTo>
                <a:lnTo>
                  <a:pt x="21248" y="97990"/>
                </a:lnTo>
                <a:lnTo>
                  <a:pt x="41316" y="97990"/>
                </a:lnTo>
                <a:lnTo>
                  <a:pt x="41316" y="82641"/>
                </a:lnTo>
                <a:lnTo>
                  <a:pt x="45823" y="78023"/>
                </a:lnTo>
                <a:lnTo>
                  <a:pt x="45287" y="73465"/>
                </a:lnTo>
                <a:lnTo>
                  <a:pt x="49365" y="53064"/>
                </a:lnTo>
                <a:lnTo>
                  <a:pt x="53335" y="65326"/>
                </a:lnTo>
                <a:lnTo>
                  <a:pt x="61384" y="57188"/>
                </a:lnTo>
                <a:lnTo>
                  <a:pt x="65355" y="57188"/>
                </a:lnTo>
                <a:lnTo>
                  <a:pt x="73403" y="65326"/>
                </a:lnTo>
                <a:lnTo>
                  <a:pt x="73403" y="57187"/>
                </a:lnTo>
                <a:lnTo>
                  <a:pt x="65355" y="53137"/>
                </a:lnTo>
                <a:lnTo>
                  <a:pt x="61384" y="40802"/>
                </a:lnTo>
                <a:lnTo>
                  <a:pt x="57306" y="44925"/>
                </a:lnTo>
                <a:lnTo>
                  <a:pt x="61384" y="40802"/>
                </a:lnTo>
                <a:lnTo>
                  <a:pt x="65355" y="32663"/>
                </a:lnTo>
                <a:lnTo>
                  <a:pt x="69325" y="32663"/>
                </a:lnTo>
                <a:lnTo>
                  <a:pt x="65355" y="36678"/>
                </a:lnTo>
                <a:close/>
              </a:path>
              <a:path w="137578" h="115569">
                <a:moveTo>
                  <a:pt x="97442" y="0"/>
                </a:moveTo>
                <a:lnTo>
                  <a:pt x="101520" y="8138"/>
                </a:lnTo>
                <a:lnTo>
                  <a:pt x="117510" y="0"/>
                </a:lnTo>
                <a:lnTo>
                  <a:pt x="97442" y="0"/>
                </a:lnTo>
                <a:close/>
              </a:path>
              <a:path w="137578" h="115569">
                <a:moveTo>
                  <a:pt x="12770" y="85293"/>
                </a:moveTo>
                <a:lnTo>
                  <a:pt x="17277" y="73465"/>
                </a:lnTo>
                <a:lnTo>
                  <a:pt x="9229" y="73465"/>
                </a:lnTo>
                <a:lnTo>
                  <a:pt x="9229" y="93866"/>
                </a:lnTo>
                <a:lnTo>
                  <a:pt x="12770" y="85293"/>
                </a:lnTo>
                <a:close/>
              </a:path>
              <a:path w="137578" h="115569">
                <a:moveTo>
                  <a:pt x="21785" y="110686"/>
                </a:moveTo>
                <a:lnTo>
                  <a:pt x="33267" y="98966"/>
                </a:lnTo>
                <a:lnTo>
                  <a:pt x="33267" y="97990"/>
                </a:lnTo>
                <a:lnTo>
                  <a:pt x="21248" y="97990"/>
                </a:lnTo>
                <a:lnTo>
                  <a:pt x="17277" y="85727"/>
                </a:lnTo>
                <a:lnTo>
                  <a:pt x="17063" y="115569"/>
                </a:lnTo>
                <a:lnTo>
                  <a:pt x="21785" y="110686"/>
                </a:lnTo>
                <a:close/>
              </a:path>
              <a:path w="137578" h="115569">
                <a:moveTo>
                  <a:pt x="57306" y="32663"/>
                </a:moveTo>
                <a:lnTo>
                  <a:pt x="49365" y="32663"/>
                </a:lnTo>
                <a:lnTo>
                  <a:pt x="49365" y="48940"/>
                </a:lnTo>
                <a:lnTo>
                  <a:pt x="40350" y="48940"/>
                </a:lnTo>
                <a:lnTo>
                  <a:pt x="28760" y="60769"/>
                </a:lnTo>
                <a:lnTo>
                  <a:pt x="29297" y="73465"/>
                </a:lnTo>
                <a:lnTo>
                  <a:pt x="33267" y="85727"/>
                </a:lnTo>
                <a:lnTo>
                  <a:pt x="37775" y="86270"/>
                </a:lnTo>
                <a:lnTo>
                  <a:pt x="41316" y="77589"/>
                </a:lnTo>
                <a:lnTo>
                  <a:pt x="41316" y="61203"/>
                </a:lnTo>
                <a:lnTo>
                  <a:pt x="49365" y="52991"/>
                </a:lnTo>
                <a:lnTo>
                  <a:pt x="53335" y="48940"/>
                </a:lnTo>
                <a:lnTo>
                  <a:pt x="57306" y="40802"/>
                </a:lnTo>
                <a:lnTo>
                  <a:pt x="57306" y="32663"/>
                </a:lnTo>
                <a:close/>
              </a:path>
              <a:path w="137578" h="115569">
                <a:moveTo>
                  <a:pt x="53335" y="65326"/>
                </a:moveTo>
                <a:lnTo>
                  <a:pt x="49365" y="53064"/>
                </a:lnTo>
                <a:lnTo>
                  <a:pt x="45287" y="73465"/>
                </a:lnTo>
                <a:lnTo>
                  <a:pt x="45823" y="78023"/>
                </a:lnTo>
                <a:lnTo>
                  <a:pt x="50331" y="73465"/>
                </a:lnTo>
                <a:lnTo>
                  <a:pt x="65355" y="73465"/>
                </a:lnTo>
                <a:lnTo>
                  <a:pt x="53872" y="69884"/>
                </a:lnTo>
                <a:lnTo>
                  <a:pt x="53335" y="65326"/>
                </a:lnTo>
                <a:close/>
              </a:path>
              <a:path w="137578" h="115569">
                <a:moveTo>
                  <a:pt x="41316" y="40802"/>
                </a:moveTo>
                <a:lnTo>
                  <a:pt x="41316" y="48940"/>
                </a:lnTo>
                <a:lnTo>
                  <a:pt x="49365" y="48940"/>
                </a:lnTo>
                <a:lnTo>
                  <a:pt x="49365" y="40802"/>
                </a:lnTo>
                <a:lnTo>
                  <a:pt x="41316" y="40802"/>
                </a:lnTo>
                <a:close/>
              </a:path>
              <a:path w="137578" h="115569">
                <a:moveTo>
                  <a:pt x="65355" y="65326"/>
                </a:moveTo>
                <a:lnTo>
                  <a:pt x="73403" y="65326"/>
                </a:lnTo>
                <a:lnTo>
                  <a:pt x="65355" y="57188"/>
                </a:lnTo>
                <a:lnTo>
                  <a:pt x="61384" y="57188"/>
                </a:lnTo>
                <a:lnTo>
                  <a:pt x="53335" y="65326"/>
                </a:lnTo>
                <a:lnTo>
                  <a:pt x="53872" y="69884"/>
                </a:lnTo>
                <a:lnTo>
                  <a:pt x="65355" y="73465"/>
                </a:lnTo>
                <a:lnTo>
                  <a:pt x="65355" y="65326"/>
                </a:lnTo>
                <a:close/>
              </a:path>
              <a:path w="137578" h="115569">
                <a:moveTo>
                  <a:pt x="69468" y="48940"/>
                </a:moveTo>
                <a:lnTo>
                  <a:pt x="69433" y="32663"/>
                </a:lnTo>
                <a:lnTo>
                  <a:pt x="65355" y="36678"/>
                </a:lnTo>
                <a:lnTo>
                  <a:pt x="69325" y="32663"/>
                </a:lnTo>
                <a:lnTo>
                  <a:pt x="65355" y="32663"/>
                </a:lnTo>
                <a:lnTo>
                  <a:pt x="61384" y="40802"/>
                </a:lnTo>
                <a:lnTo>
                  <a:pt x="65355" y="53064"/>
                </a:lnTo>
                <a:lnTo>
                  <a:pt x="73403" y="57187"/>
                </a:lnTo>
                <a:lnTo>
                  <a:pt x="81452" y="57188"/>
                </a:lnTo>
                <a:lnTo>
                  <a:pt x="73403" y="48940"/>
                </a:lnTo>
                <a:lnTo>
                  <a:pt x="69468" y="48940"/>
                </a:lnTo>
                <a:close/>
              </a:path>
              <a:path w="137578" h="115569">
                <a:moveTo>
                  <a:pt x="97442" y="8138"/>
                </a:moveTo>
                <a:lnTo>
                  <a:pt x="88427" y="8138"/>
                </a:lnTo>
                <a:lnTo>
                  <a:pt x="85423" y="16277"/>
                </a:lnTo>
                <a:lnTo>
                  <a:pt x="76945" y="19858"/>
                </a:lnTo>
                <a:lnTo>
                  <a:pt x="80453" y="16277"/>
                </a:lnTo>
                <a:lnTo>
                  <a:pt x="65355" y="16277"/>
                </a:lnTo>
                <a:lnTo>
                  <a:pt x="65355" y="24524"/>
                </a:lnTo>
                <a:lnTo>
                  <a:pt x="77374" y="24524"/>
                </a:lnTo>
                <a:lnTo>
                  <a:pt x="77410" y="40802"/>
                </a:lnTo>
                <a:lnTo>
                  <a:pt x="81452" y="36678"/>
                </a:lnTo>
                <a:lnTo>
                  <a:pt x="89393" y="28539"/>
                </a:lnTo>
                <a:lnTo>
                  <a:pt x="97442" y="8138"/>
                </a:lnTo>
                <a:close/>
              </a:path>
              <a:path w="137578" h="115569">
                <a:moveTo>
                  <a:pt x="73403" y="44925"/>
                </a:moveTo>
                <a:lnTo>
                  <a:pt x="81452" y="48940"/>
                </a:lnTo>
                <a:lnTo>
                  <a:pt x="81452" y="40802"/>
                </a:lnTo>
                <a:lnTo>
                  <a:pt x="90359" y="40802"/>
                </a:lnTo>
                <a:lnTo>
                  <a:pt x="93471" y="32663"/>
                </a:lnTo>
                <a:lnTo>
                  <a:pt x="101949" y="29082"/>
                </a:lnTo>
                <a:lnTo>
                  <a:pt x="109461" y="24524"/>
                </a:lnTo>
                <a:lnTo>
                  <a:pt x="117510" y="24524"/>
                </a:lnTo>
                <a:lnTo>
                  <a:pt x="121481" y="32663"/>
                </a:lnTo>
                <a:lnTo>
                  <a:pt x="121481" y="24524"/>
                </a:lnTo>
                <a:lnTo>
                  <a:pt x="125559" y="24524"/>
                </a:lnTo>
                <a:lnTo>
                  <a:pt x="121481" y="12262"/>
                </a:lnTo>
                <a:lnTo>
                  <a:pt x="109461" y="8138"/>
                </a:lnTo>
                <a:lnTo>
                  <a:pt x="97442" y="20401"/>
                </a:lnTo>
                <a:lnTo>
                  <a:pt x="97442" y="8138"/>
                </a:lnTo>
                <a:lnTo>
                  <a:pt x="89393" y="28539"/>
                </a:lnTo>
                <a:lnTo>
                  <a:pt x="81452" y="36678"/>
                </a:lnTo>
                <a:lnTo>
                  <a:pt x="77410" y="40802"/>
                </a:lnTo>
                <a:lnTo>
                  <a:pt x="73403" y="44925"/>
                </a:lnTo>
                <a:close/>
              </a:path>
              <a:path w="137578" h="115569">
                <a:moveTo>
                  <a:pt x="98408" y="32663"/>
                </a:moveTo>
                <a:lnTo>
                  <a:pt x="121481" y="32663"/>
                </a:lnTo>
                <a:lnTo>
                  <a:pt x="117510" y="24524"/>
                </a:lnTo>
                <a:lnTo>
                  <a:pt x="109461" y="24524"/>
                </a:lnTo>
                <a:lnTo>
                  <a:pt x="101949" y="29082"/>
                </a:lnTo>
                <a:lnTo>
                  <a:pt x="93471" y="32663"/>
                </a:lnTo>
                <a:lnTo>
                  <a:pt x="90359" y="40802"/>
                </a:lnTo>
                <a:lnTo>
                  <a:pt x="98408" y="32663"/>
                </a:lnTo>
                <a:close/>
              </a:path>
              <a:path w="137578" h="115569">
                <a:moveTo>
                  <a:pt x="97442" y="0"/>
                </a:moveTo>
                <a:lnTo>
                  <a:pt x="97442" y="20401"/>
                </a:lnTo>
                <a:lnTo>
                  <a:pt x="109461" y="8138"/>
                </a:lnTo>
                <a:lnTo>
                  <a:pt x="121481" y="12262"/>
                </a:lnTo>
                <a:lnTo>
                  <a:pt x="125559" y="24524"/>
                </a:lnTo>
                <a:lnTo>
                  <a:pt x="132212" y="24524"/>
                </a:lnTo>
                <a:lnTo>
                  <a:pt x="137578" y="18990"/>
                </a:lnTo>
                <a:lnTo>
                  <a:pt x="137578" y="5425"/>
                </a:lnTo>
                <a:lnTo>
                  <a:pt x="132212" y="0"/>
                </a:lnTo>
                <a:lnTo>
                  <a:pt x="117510" y="0"/>
                </a:lnTo>
                <a:lnTo>
                  <a:pt x="101520" y="8138"/>
                </a:lnTo>
                <a:lnTo>
                  <a:pt x="97442" y="0"/>
                </a:lnTo>
                <a:close/>
              </a:path>
              <a:path w="137578" h="115569">
                <a:moveTo>
                  <a:pt x="80453" y="16277"/>
                </a:moveTo>
                <a:lnTo>
                  <a:pt x="76945" y="19858"/>
                </a:lnTo>
                <a:lnTo>
                  <a:pt x="85423" y="16277"/>
                </a:lnTo>
                <a:lnTo>
                  <a:pt x="88427" y="8138"/>
                </a:lnTo>
                <a:lnTo>
                  <a:pt x="80453" y="16277"/>
                </a:lnTo>
                <a:close/>
              </a:path>
              <a:path w="137578" h="115569">
                <a:moveTo>
                  <a:pt x="81452" y="40802"/>
                </a:moveTo>
                <a:lnTo>
                  <a:pt x="81452" y="48940"/>
                </a:lnTo>
                <a:lnTo>
                  <a:pt x="89393" y="48940"/>
                </a:lnTo>
                <a:lnTo>
                  <a:pt x="89393" y="40802"/>
                </a:lnTo>
                <a:lnTo>
                  <a:pt x="81452" y="408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7347471" y="1331582"/>
            <a:ext cx="48077" cy="32771"/>
          </a:xfrm>
          <a:custGeom>
            <a:avLst/>
            <a:gdLst/>
            <a:ahLst/>
            <a:cxnLst/>
            <a:rect l="l" t="t" r="r" b="b"/>
            <a:pathLst>
              <a:path w="48077" h="32771">
                <a:moveTo>
                  <a:pt x="7941" y="0"/>
                </a:moveTo>
                <a:lnTo>
                  <a:pt x="7941" y="8247"/>
                </a:lnTo>
                <a:lnTo>
                  <a:pt x="19960" y="8247"/>
                </a:lnTo>
                <a:lnTo>
                  <a:pt x="19960" y="24524"/>
                </a:lnTo>
                <a:lnTo>
                  <a:pt x="28009" y="24524"/>
                </a:lnTo>
                <a:lnTo>
                  <a:pt x="32087" y="12262"/>
                </a:lnTo>
                <a:lnTo>
                  <a:pt x="36058" y="0"/>
                </a:lnTo>
                <a:lnTo>
                  <a:pt x="28009" y="0"/>
                </a:lnTo>
                <a:lnTo>
                  <a:pt x="12019" y="8247"/>
                </a:lnTo>
                <a:lnTo>
                  <a:pt x="7941" y="0"/>
                </a:lnTo>
                <a:close/>
              </a:path>
              <a:path w="48077" h="32771">
                <a:moveTo>
                  <a:pt x="5365" y="32771"/>
                </a:moveTo>
                <a:lnTo>
                  <a:pt x="12019" y="32771"/>
                </a:lnTo>
                <a:lnTo>
                  <a:pt x="7941" y="20509"/>
                </a:lnTo>
                <a:lnTo>
                  <a:pt x="5365" y="8247"/>
                </a:lnTo>
                <a:lnTo>
                  <a:pt x="0" y="13673"/>
                </a:lnTo>
                <a:lnTo>
                  <a:pt x="0" y="27237"/>
                </a:lnTo>
                <a:lnTo>
                  <a:pt x="5365" y="32771"/>
                </a:lnTo>
                <a:close/>
              </a:path>
              <a:path w="48077" h="32771">
                <a:moveTo>
                  <a:pt x="7941" y="0"/>
                </a:moveTo>
                <a:lnTo>
                  <a:pt x="12019" y="8247"/>
                </a:lnTo>
                <a:lnTo>
                  <a:pt x="28009" y="0"/>
                </a:lnTo>
                <a:lnTo>
                  <a:pt x="7941" y="0"/>
                </a:lnTo>
                <a:close/>
              </a:path>
              <a:path w="48077" h="32771">
                <a:moveTo>
                  <a:pt x="48077" y="12262"/>
                </a:moveTo>
                <a:lnTo>
                  <a:pt x="48077" y="5534"/>
                </a:lnTo>
                <a:lnTo>
                  <a:pt x="42711" y="0"/>
                </a:lnTo>
                <a:lnTo>
                  <a:pt x="36058" y="0"/>
                </a:lnTo>
                <a:lnTo>
                  <a:pt x="32087" y="12262"/>
                </a:lnTo>
                <a:lnTo>
                  <a:pt x="28009" y="24524"/>
                </a:lnTo>
                <a:lnTo>
                  <a:pt x="19960" y="24524"/>
                </a:lnTo>
                <a:lnTo>
                  <a:pt x="19960" y="8247"/>
                </a:lnTo>
                <a:lnTo>
                  <a:pt x="5365" y="8247"/>
                </a:lnTo>
                <a:lnTo>
                  <a:pt x="7941" y="20509"/>
                </a:lnTo>
                <a:lnTo>
                  <a:pt x="12019" y="32771"/>
                </a:lnTo>
                <a:lnTo>
                  <a:pt x="32087" y="32771"/>
                </a:lnTo>
                <a:lnTo>
                  <a:pt x="32087" y="24524"/>
                </a:lnTo>
                <a:lnTo>
                  <a:pt x="42711" y="24524"/>
                </a:lnTo>
                <a:lnTo>
                  <a:pt x="48077" y="19098"/>
                </a:lnTo>
                <a:lnTo>
                  <a:pt x="48077" y="122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1945604" y="3091281"/>
            <a:ext cx="19563" cy="429398"/>
          </a:xfrm>
          <a:custGeom>
            <a:avLst/>
            <a:gdLst/>
            <a:ahLst/>
            <a:cxnLst/>
            <a:rect l="l" t="t" r="r" b="b"/>
            <a:pathLst>
              <a:path w="19563" h="429398">
                <a:moveTo>
                  <a:pt x="0" y="0"/>
                </a:moveTo>
                <a:lnTo>
                  <a:pt x="3519" y="8681"/>
                </a:lnTo>
                <a:lnTo>
                  <a:pt x="7050" y="221590"/>
                </a:lnTo>
                <a:lnTo>
                  <a:pt x="11547" y="316007"/>
                </a:lnTo>
                <a:lnTo>
                  <a:pt x="11547" y="310898"/>
                </a:lnTo>
                <a:lnTo>
                  <a:pt x="11547" y="429398"/>
                </a:lnTo>
                <a:lnTo>
                  <a:pt x="19563" y="429398"/>
                </a:lnTo>
                <a:lnTo>
                  <a:pt x="15067" y="319580"/>
                </a:lnTo>
                <a:lnTo>
                  <a:pt x="11547" y="106671"/>
                </a:lnTo>
                <a:lnTo>
                  <a:pt x="8016" y="98098"/>
                </a:lnTo>
                <a:lnTo>
                  <a:pt x="11547" y="101682"/>
                </a:lnTo>
                <a:lnTo>
                  <a:pt x="11547" y="11828"/>
                </a:lnTo>
                <a:lnTo>
                  <a:pt x="3519" y="3605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1945116" y="3010110"/>
            <a:ext cx="0" cy="299143"/>
          </a:xfrm>
          <a:custGeom>
            <a:avLst/>
            <a:gdLst/>
            <a:ahLst/>
            <a:cxnLst/>
            <a:rect l="l" t="t" r="r" b="b"/>
            <a:pathLst>
              <a:path w="0" h="299143">
                <a:moveTo>
                  <a:pt x="0" y="0"/>
                </a:moveTo>
                <a:lnTo>
                  <a:pt x="0" y="299143"/>
                </a:lnTo>
              </a:path>
            </a:pathLst>
          </a:custGeom>
          <a:ln w="928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1953620" y="3189379"/>
            <a:ext cx="35618" cy="380240"/>
          </a:xfrm>
          <a:custGeom>
            <a:avLst/>
            <a:gdLst/>
            <a:ahLst/>
            <a:cxnLst/>
            <a:rect l="l" t="t" r="r" b="b"/>
            <a:pathLst>
              <a:path w="35618" h="380240">
                <a:moveTo>
                  <a:pt x="0" y="0"/>
                </a:moveTo>
                <a:lnTo>
                  <a:pt x="3530" y="8572"/>
                </a:lnTo>
                <a:lnTo>
                  <a:pt x="7050" y="221481"/>
                </a:lnTo>
                <a:lnTo>
                  <a:pt x="11547" y="331300"/>
                </a:lnTo>
                <a:lnTo>
                  <a:pt x="11547" y="327176"/>
                </a:lnTo>
                <a:lnTo>
                  <a:pt x="23577" y="331300"/>
                </a:lnTo>
                <a:lnTo>
                  <a:pt x="27590" y="319037"/>
                </a:lnTo>
                <a:lnTo>
                  <a:pt x="27590" y="310790"/>
                </a:lnTo>
                <a:lnTo>
                  <a:pt x="27590" y="319037"/>
                </a:lnTo>
                <a:lnTo>
                  <a:pt x="23577" y="331300"/>
                </a:lnTo>
                <a:lnTo>
                  <a:pt x="35618" y="380240"/>
                </a:lnTo>
                <a:lnTo>
                  <a:pt x="35618" y="306775"/>
                </a:lnTo>
                <a:lnTo>
                  <a:pt x="15560" y="306775"/>
                </a:lnTo>
                <a:lnTo>
                  <a:pt x="11547" y="319037"/>
                </a:lnTo>
                <a:lnTo>
                  <a:pt x="11547" y="106671"/>
                </a:lnTo>
                <a:lnTo>
                  <a:pt x="8027" y="97990"/>
                </a:lnTo>
                <a:lnTo>
                  <a:pt x="11547" y="101562"/>
                </a:lnTo>
                <a:lnTo>
                  <a:pt x="11547" y="11719"/>
                </a:lnTo>
                <a:lnTo>
                  <a:pt x="3530" y="358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1961648" y="3287369"/>
            <a:ext cx="19563" cy="221047"/>
          </a:xfrm>
          <a:custGeom>
            <a:avLst/>
            <a:gdLst/>
            <a:ahLst/>
            <a:cxnLst/>
            <a:rect l="l" t="t" r="r" b="b"/>
            <a:pathLst>
              <a:path w="19563" h="221047">
                <a:moveTo>
                  <a:pt x="0" y="0"/>
                </a:moveTo>
                <a:lnTo>
                  <a:pt x="3519" y="8681"/>
                </a:lnTo>
                <a:lnTo>
                  <a:pt x="3519" y="221047"/>
                </a:lnTo>
                <a:lnTo>
                  <a:pt x="7533" y="208785"/>
                </a:lnTo>
                <a:lnTo>
                  <a:pt x="19563" y="208785"/>
                </a:lnTo>
                <a:lnTo>
                  <a:pt x="19563" y="109709"/>
                </a:lnTo>
                <a:lnTo>
                  <a:pt x="11547" y="101573"/>
                </a:lnTo>
                <a:lnTo>
                  <a:pt x="11547" y="11719"/>
                </a:lnTo>
                <a:lnTo>
                  <a:pt x="3519" y="3572"/>
                </a:lnTo>
                <a:lnTo>
                  <a:pt x="8016" y="97990"/>
                </a:lnTo>
                <a:lnTo>
                  <a:pt x="11547" y="106671"/>
                </a:lnTo>
                <a:lnTo>
                  <a:pt x="8016" y="97990"/>
                </a:lnTo>
                <a:lnTo>
                  <a:pt x="3519" y="357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1973195" y="3569620"/>
            <a:ext cx="40103" cy="138900"/>
          </a:xfrm>
          <a:custGeom>
            <a:avLst/>
            <a:gdLst/>
            <a:ahLst/>
            <a:cxnLst/>
            <a:rect l="l" t="t" r="r" b="b"/>
            <a:pathLst>
              <a:path w="40103" h="138900">
                <a:moveTo>
                  <a:pt x="32076" y="72488"/>
                </a:moveTo>
                <a:lnTo>
                  <a:pt x="28556" y="101571"/>
                </a:lnTo>
                <a:lnTo>
                  <a:pt x="32076" y="110252"/>
                </a:lnTo>
                <a:lnTo>
                  <a:pt x="28556" y="101571"/>
                </a:lnTo>
                <a:lnTo>
                  <a:pt x="24060" y="64344"/>
                </a:lnTo>
                <a:lnTo>
                  <a:pt x="20540" y="60769"/>
                </a:lnTo>
                <a:lnTo>
                  <a:pt x="19563" y="127072"/>
                </a:lnTo>
                <a:lnTo>
                  <a:pt x="16043" y="118499"/>
                </a:lnTo>
                <a:lnTo>
                  <a:pt x="19563" y="127072"/>
                </a:lnTo>
                <a:lnTo>
                  <a:pt x="16043" y="0"/>
                </a:lnTo>
                <a:lnTo>
                  <a:pt x="4002" y="0"/>
                </a:lnTo>
                <a:lnTo>
                  <a:pt x="0" y="12262"/>
                </a:lnTo>
                <a:lnTo>
                  <a:pt x="0" y="24524"/>
                </a:lnTo>
                <a:lnTo>
                  <a:pt x="8016" y="77589"/>
                </a:lnTo>
                <a:lnTo>
                  <a:pt x="8016" y="115352"/>
                </a:lnTo>
                <a:lnTo>
                  <a:pt x="16043" y="123499"/>
                </a:lnTo>
                <a:lnTo>
                  <a:pt x="11547" y="86270"/>
                </a:lnTo>
                <a:lnTo>
                  <a:pt x="12030" y="24524"/>
                </a:lnTo>
                <a:lnTo>
                  <a:pt x="0" y="20401"/>
                </a:lnTo>
                <a:lnTo>
                  <a:pt x="12030" y="24524"/>
                </a:lnTo>
                <a:lnTo>
                  <a:pt x="16043" y="12262"/>
                </a:lnTo>
                <a:lnTo>
                  <a:pt x="16043" y="4123"/>
                </a:lnTo>
                <a:lnTo>
                  <a:pt x="16043" y="133366"/>
                </a:lnTo>
                <a:lnTo>
                  <a:pt x="21430" y="138900"/>
                </a:lnTo>
                <a:lnTo>
                  <a:pt x="24060" y="69450"/>
                </a:lnTo>
                <a:lnTo>
                  <a:pt x="28073" y="138900"/>
                </a:lnTo>
                <a:lnTo>
                  <a:pt x="34716" y="138900"/>
                </a:lnTo>
                <a:lnTo>
                  <a:pt x="40103" y="133366"/>
                </a:lnTo>
                <a:lnTo>
                  <a:pt x="40103" y="113399"/>
                </a:lnTo>
                <a:lnTo>
                  <a:pt x="32076" y="105176"/>
                </a:lnTo>
                <a:lnTo>
                  <a:pt x="32076" y="724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1973195" y="3594145"/>
            <a:ext cx="8016" cy="58162"/>
          </a:xfrm>
          <a:custGeom>
            <a:avLst/>
            <a:gdLst/>
            <a:ahLst/>
            <a:cxnLst/>
            <a:rect l="l" t="t" r="r" b="b"/>
            <a:pathLst>
              <a:path w="8016" h="58162">
                <a:moveTo>
                  <a:pt x="8016" y="58162"/>
                </a:moveTo>
                <a:lnTo>
                  <a:pt x="8016" y="53064"/>
                </a:lnTo>
                <a:lnTo>
                  <a:pt x="0" y="0"/>
                </a:lnTo>
                <a:lnTo>
                  <a:pt x="0" y="50025"/>
                </a:lnTo>
                <a:lnTo>
                  <a:pt x="8016" y="58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1965168" y="3516556"/>
            <a:ext cx="24070" cy="77589"/>
          </a:xfrm>
          <a:custGeom>
            <a:avLst/>
            <a:gdLst/>
            <a:ahLst/>
            <a:cxnLst/>
            <a:rect l="l" t="t" r="r" b="b"/>
            <a:pathLst>
              <a:path w="24070" h="77589">
                <a:moveTo>
                  <a:pt x="0" y="8138"/>
                </a:moveTo>
                <a:lnTo>
                  <a:pt x="0" y="77589"/>
                </a:lnTo>
                <a:lnTo>
                  <a:pt x="8027" y="77589"/>
                </a:lnTo>
                <a:lnTo>
                  <a:pt x="8027" y="65326"/>
                </a:lnTo>
                <a:lnTo>
                  <a:pt x="12030" y="53064"/>
                </a:lnTo>
                <a:lnTo>
                  <a:pt x="24070" y="53064"/>
                </a:lnTo>
                <a:lnTo>
                  <a:pt x="12030" y="4123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1989239" y="3569620"/>
            <a:ext cx="8016" cy="127072"/>
          </a:xfrm>
          <a:custGeom>
            <a:avLst/>
            <a:gdLst/>
            <a:ahLst/>
            <a:cxnLst/>
            <a:rect l="l" t="t" r="r" b="b"/>
            <a:pathLst>
              <a:path w="8016" h="127072">
                <a:moveTo>
                  <a:pt x="8016" y="0"/>
                </a:moveTo>
                <a:lnTo>
                  <a:pt x="0" y="0"/>
                </a:lnTo>
                <a:lnTo>
                  <a:pt x="3519" y="127072"/>
                </a:lnTo>
                <a:lnTo>
                  <a:pt x="4496" y="60769"/>
                </a:lnTo>
                <a:lnTo>
                  <a:pt x="8016" y="64344"/>
                </a:lnTo>
                <a:lnTo>
                  <a:pt x="80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1984742" y="3581882"/>
            <a:ext cx="4496" cy="111237"/>
          </a:xfrm>
          <a:custGeom>
            <a:avLst/>
            <a:gdLst/>
            <a:ahLst/>
            <a:cxnLst/>
            <a:rect l="l" t="t" r="r" b="b"/>
            <a:pathLst>
              <a:path w="4496" h="111237">
                <a:moveTo>
                  <a:pt x="482" y="12262"/>
                </a:moveTo>
                <a:lnTo>
                  <a:pt x="0" y="74008"/>
                </a:lnTo>
                <a:lnTo>
                  <a:pt x="4496" y="111237"/>
                </a:lnTo>
                <a:lnTo>
                  <a:pt x="4496" y="0"/>
                </a:lnTo>
                <a:lnTo>
                  <a:pt x="482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1994626" y="3639070"/>
            <a:ext cx="6642" cy="69450"/>
          </a:xfrm>
          <a:custGeom>
            <a:avLst/>
            <a:gdLst/>
            <a:ahLst/>
            <a:cxnLst/>
            <a:rect l="l" t="t" r="r" b="b"/>
            <a:pathLst>
              <a:path w="6642" h="69450">
                <a:moveTo>
                  <a:pt x="2629" y="0"/>
                </a:moveTo>
                <a:lnTo>
                  <a:pt x="0" y="69450"/>
                </a:lnTo>
                <a:lnTo>
                  <a:pt x="6642" y="69450"/>
                </a:lnTo>
                <a:lnTo>
                  <a:pt x="262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1997255" y="3633965"/>
            <a:ext cx="8016" cy="37226"/>
          </a:xfrm>
          <a:custGeom>
            <a:avLst/>
            <a:gdLst/>
            <a:ahLst/>
            <a:cxnLst/>
            <a:rect l="l" t="t" r="r" b="b"/>
            <a:pathLst>
              <a:path w="8016" h="37226">
                <a:moveTo>
                  <a:pt x="0" y="0"/>
                </a:moveTo>
                <a:lnTo>
                  <a:pt x="4496" y="37226"/>
                </a:lnTo>
                <a:lnTo>
                  <a:pt x="8016" y="814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1884960" y="2752818"/>
            <a:ext cx="24060" cy="57188"/>
          </a:xfrm>
          <a:custGeom>
            <a:avLst/>
            <a:gdLst/>
            <a:ahLst/>
            <a:cxnLst/>
            <a:rect l="l" t="t" r="r" b="b"/>
            <a:pathLst>
              <a:path w="24060" h="57188">
                <a:moveTo>
                  <a:pt x="16043" y="57188"/>
                </a:moveTo>
                <a:lnTo>
                  <a:pt x="16043" y="44925"/>
                </a:lnTo>
                <a:lnTo>
                  <a:pt x="20046" y="32663"/>
                </a:lnTo>
                <a:lnTo>
                  <a:pt x="12030" y="8247"/>
                </a:lnTo>
                <a:lnTo>
                  <a:pt x="24060" y="8247"/>
                </a:lnTo>
                <a:lnTo>
                  <a:pt x="24060" y="5534"/>
                </a:lnTo>
                <a:lnTo>
                  <a:pt x="18672" y="0"/>
                </a:lnTo>
                <a:lnTo>
                  <a:pt x="12030" y="0"/>
                </a:lnTo>
                <a:lnTo>
                  <a:pt x="8016" y="20401"/>
                </a:lnTo>
                <a:lnTo>
                  <a:pt x="8016" y="28648"/>
                </a:lnTo>
                <a:lnTo>
                  <a:pt x="8016" y="20401"/>
                </a:lnTo>
                <a:lnTo>
                  <a:pt x="12030" y="0"/>
                </a:lnTo>
                <a:lnTo>
                  <a:pt x="5387" y="0"/>
                </a:lnTo>
                <a:lnTo>
                  <a:pt x="0" y="5534"/>
                </a:lnTo>
                <a:lnTo>
                  <a:pt x="0" y="32663"/>
                </a:lnTo>
                <a:lnTo>
                  <a:pt x="8016" y="32663"/>
                </a:lnTo>
                <a:lnTo>
                  <a:pt x="8016" y="57188"/>
                </a:lnTo>
                <a:lnTo>
                  <a:pt x="16043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1917047" y="2916244"/>
            <a:ext cx="12030" cy="24416"/>
          </a:xfrm>
          <a:custGeom>
            <a:avLst/>
            <a:gdLst/>
            <a:ahLst/>
            <a:cxnLst/>
            <a:rect l="l" t="t" r="r" b="b"/>
            <a:pathLst>
              <a:path w="12030" h="24416">
                <a:moveTo>
                  <a:pt x="4002" y="0"/>
                </a:moveTo>
                <a:lnTo>
                  <a:pt x="0" y="12262"/>
                </a:lnTo>
                <a:lnTo>
                  <a:pt x="12030" y="24416"/>
                </a:lnTo>
                <a:lnTo>
                  <a:pt x="400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1925064" y="2940660"/>
            <a:ext cx="4013" cy="86270"/>
          </a:xfrm>
          <a:custGeom>
            <a:avLst/>
            <a:gdLst/>
            <a:ahLst/>
            <a:cxnLst/>
            <a:rect l="l" t="t" r="r" b="b"/>
            <a:pathLst>
              <a:path w="4013" h="86270">
                <a:moveTo>
                  <a:pt x="4013" y="0"/>
                </a:moveTo>
                <a:lnTo>
                  <a:pt x="0" y="77589"/>
                </a:lnTo>
                <a:lnTo>
                  <a:pt x="3519" y="86270"/>
                </a:lnTo>
                <a:lnTo>
                  <a:pt x="401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1901004" y="2761066"/>
            <a:ext cx="32076" cy="352132"/>
          </a:xfrm>
          <a:custGeom>
            <a:avLst/>
            <a:gdLst/>
            <a:ahLst/>
            <a:cxnLst/>
            <a:rect l="l" t="t" r="r" b="b"/>
            <a:pathLst>
              <a:path w="32076" h="352132">
                <a:moveTo>
                  <a:pt x="32076" y="151054"/>
                </a:moveTo>
                <a:lnTo>
                  <a:pt x="32076" y="80627"/>
                </a:lnTo>
                <a:lnTo>
                  <a:pt x="24060" y="72483"/>
                </a:lnTo>
                <a:lnTo>
                  <a:pt x="20540" y="68907"/>
                </a:lnTo>
                <a:lnTo>
                  <a:pt x="20046" y="155178"/>
                </a:lnTo>
                <a:lnTo>
                  <a:pt x="28073" y="179594"/>
                </a:lnTo>
                <a:lnTo>
                  <a:pt x="27580" y="265864"/>
                </a:lnTo>
                <a:lnTo>
                  <a:pt x="24060" y="257183"/>
                </a:lnTo>
                <a:lnTo>
                  <a:pt x="28073" y="179594"/>
                </a:lnTo>
                <a:lnTo>
                  <a:pt x="16043" y="167440"/>
                </a:lnTo>
                <a:lnTo>
                  <a:pt x="20046" y="155178"/>
                </a:lnTo>
                <a:lnTo>
                  <a:pt x="16043" y="24416"/>
                </a:lnTo>
                <a:lnTo>
                  <a:pt x="8016" y="4015"/>
                </a:lnTo>
                <a:lnTo>
                  <a:pt x="16043" y="24416"/>
                </a:lnTo>
                <a:lnTo>
                  <a:pt x="16043" y="0"/>
                </a:lnTo>
                <a:lnTo>
                  <a:pt x="8016" y="0"/>
                </a:lnTo>
                <a:lnTo>
                  <a:pt x="8016" y="12153"/>
                </a:lnTo>
                <a:lnTo>
                  <a:pt x="4002" y="24416"/>
                </a:lnTo>
                <a:lnTo>
                  <a:pt x="0" y="36678"/>
                </a:lnTo>
                <a:lnTo>
                  <a:pt x="0" y="48940"/>
                </a:lnTo>
                <a:lnTo>
                  <a:pt x="8016" y="85727"/>
                </a:lnTo>
                <a:lnTo>
                  <a:pt x="8016" y="179594"/>
                </a:lnTo>
                <a:lnTo>
                  <a:pt x="16043" y="179594"/>
                </a:lnTo>
                <a:lnTo>
                  <a:pt x="11536" y="94409"/>
                </a:lnTo>
                <a:lnTo>
                  <a:pt x="12030" y="48940"/>
                </a:lnTo>
                <a:lnTo>
                  <a:pt x="0" y="44817"/>
                </a:lnTo>
                <a:lnTo>
                  <a:pt x="12030" y="48940"/>
                </a:lnTo>
                <a:lnTo>
                  <a:pt x="16043" y="36678"/>
                </a:lnTo>
                <a:lnTo>
                  <a:pt x="16043" y="28539"/>
                </a:lnTo>
                <a:lnTo>
                  <a:pt x="16043" y="254145"/>
                </a:lnTo>
                <a:lnTo>
                  <a:pt x="24060" y="262288"/>
                </a:lnTo>
                <a:lnTo>
                  <a:pt x="24060" y="343996"/>
                </a:lnTo>
                <a:lnTo>
                  <a:pt x="32076" y="352132"/>
                </a:lnTo>
                <a:lnTo>
                  <a:pt x="32076" y="155178"/>
                </a:lnTo>
                <a:lnTo>
                  <a:pt x="24060" y="77589"/>
                </a:lnTo>
                <a:lnTo>
                  <a:pt x="32076" y="155178"/>
                </a:lnTo>
                <a:lnTo>
                  <a:pt x="32076" y="1510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1901004" y="2810007"/>
            <a:ext cx="8016" cy="41859"/>
          </a:xfrm>
          <a:custGeom>
            <a:avLst/>
            <a:gdLst/>
            <a:ahLst/>
            <a:cxnLst/>
            <a:rect l="l" t="t" r="r" b="b"/>
            <a:pathLst>
              <a:path w="8016" h="41859">
                <a:moveTo>
                  <a:pt x="8016" y="41859"/>
                </a:moveTo>
                <a:lnTo>
                  <a:pt x="8016" y="36786"/>
                </a:lnTo>
                <a:lnTo>
                  <a:pt x="0" y="0"/>
                </a:lnTo>
                <a:lnTo>
                  <a:pt x="0" y="33640"/>
                </a:lnTo>
                <a:lnTo>
                  <a:pt x="8016" y="418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1896990" y="2761066"/>
            <a:ext cx="12030" cy="24416"/>
          </a:xfrm>
          <a:custGeom>
            <a:avLst/>
            <a:gdLst/>
            <a:ahLst/>
            <a:cxnLst/>
            <a:rect l="l" t="t" r="r" b="b"/>
            <a:pathLst>
              <a:path w="12030" h="24416">
                <a:moveTo>
                  <a:pt x="0" y="0"/>
                </a:moveTo>
                <a:lnTo>
                  <a:pt x="8016" y="24416"/>
                </a:lnTo>
                <a:lnTo>
                  <a:pt x="12030" y="12153"/>
                </a:lnTo>
                <a:lnTo>
                  <a:pt x="1203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1917047" y="2785482"/>
            <a:ext cx="8016" cy="130762"/>
          </a:xfrm>
          <a:custGeom>
            <a:avLst/>
            <a:gdLst/>
            <a:ahLst/>
            <a:cxnLst/>
            <a:rect l="l" t="t" r="r" b="b"/>
            <a:pathLst>
              <a:path w="8016" h="130762">
                <a:moveTo>
                  <a:pt x="8016" y="0"/>
                </a:moveTo>
                <a:lnTo>
                  <a:pt x="0" y="0"/>
                </a:lnTo>
                <a:lnTo>
                  <a:pt x="4002" y="130762"/>
                </a:lnTo>
                <a:lnTo>
                  <a:pt x="4496" y="44491"/>
                </a:lnTo>
                <a:lnTo>
                  <a:pt x="8016" y="48067"/>
                </a:lnTo>
                <a:lnTo>
                  <a:pt x="80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1933080" y="2916244"/>
            <a:ext cx="24070" cy="491044"/>
          </a:xfrm>
          <a:custGeom>
            <a:avLst/>
            <a:gdLst/>
            <a:ahLst/>
            <a:cxnLst/>
            <a:rect l="l" t="t" r="r" b="b"/>
            <a:pathLst>
              <a:path w="24070" h="491044">
                <a:moveTo>
                  <a:pt x="16043" y="396084"/>
                </a:moveTo>
                <a:lnTo>
                  <a:pt x="16043" y="482897"/>
                </a:lnTo>
                <a:lnTo>
                  <a:pt x="24070" y="491044"/>
                </a:lnTo>
                <a:lnTo>
                  <a:pt x="19574" y="396626"/>
                </a:lnTo>
                <a:lnTo>
                  <a:pt x="16043" y="183717"/>
                </a:lnTo>
                <a:lnTo>
                  <a:pt x="12523" y="175036"/>
                </a:lnTo>
                <a:lnTo>
                  <a:pt x="16043" y="178642"/>
                </a:lnTo>
                <a:lnTo>
                  <a:pt x="16043" y="97013"/>
                </a:lnTo>
                <a:lnTo>
                  <a:pt x="8027" y="88794"/>
                </a:lnTo>
                <a:lnTo>
                  <a:pt x="4507" y="85185"/>
                </a:lnTo>
                <a:lnTo>
                  <a:pt x="3530" y="200537"/>
                </a:lnTo>
                <a:lnTo>
                  <a:pt x="0" y="191856"/>
                </a:lnTo>
                <a:lnTo>
                  <a:pt x="3530" y="200537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286808"/>
                </a:lnTo>
                <a:lnTo>
                  <a:pt x="8027" y="295030"/>
                </a:lnTo>
                <a:lnTo>
                  <a:pt x="8027" y="93866"/>
                </a:lnTo>
                <a:lnTo>
                  <a:pt x="11547" y="298636"/>
                </a:lnTo>
                <a:lnTo>
                  <a:pt x="16043" y="393010"/>
                </a:lnTo>
                <a:lnTo>
                  <a:pt x="16043" y="387945"/>
                </a:lnTo>
                <a:lnTo>
                  <a:pt x="16043" y="3960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1933080" y="2916244"/>
            <a:ext cx="8027" cy="200537"/>
          </a:xfrm>
          <a:custGeom>
            <a:avLst/>
            <a:gdLst/>
            <a:ahLst/>
            <a:cxnLst/>
            <a:rect l="l" t="t" r="r" b="b"/>
            <a:pathLst>
              <a:path w="8027" h="200537">
                <a:moveTo>
                  <a:pt x="8027" y="0"/>
                </a:moveTo>
                <a:lnTo>
                  <a:pt x="0" y="0"/>
                </a:lnTo>
                <a:lnTo>
                  <a:pt x="3530" y="200537"/>
                </a:lnTo>
                <a:lnTo>
                  <a:pt x="4507" y="85185"/>
                </a:lnTo>
                <a:lnTo>
                  <a:pt x="8027" y="88794"/>
                </a:lnTo>
                <a:lnTo>
                  <a:pt x="802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1912540" y="2797744"/>
            <a:ext cx="4507" cy="142915"/>
          </a:xfrm>
          <a:custGeom>
            <a:avLst/>
            <a:gdLst/>
            <a:ahLst/>
            <a:cxnLst/>
            <a:rect l="l" t="t" r="r" b="b"/>
            <a:pathLst>
              <a:path w="4507" h="142915">
                <a:moveTo>
                  <a:pt x="4507" y="142915"/>
                </a:moveTo>
                <a:lnTo>
                  <a:pt x="4507" y="0"/>
                </a:lnTo>
                <a:lnTo>
                  <a:pt x="493" y="12262"/>
                </a:lnTo>
                <a:lnTo>
                  <a:pt x="0" y="57730"/>
                </a:lnTo>
                <a:lnTo>
                  <a:pt x="4507" y="1429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2001269" y="3692135"/>
            <a:ext cx="8018" cy="12262"/>
          </a:xfrm>
          <a:custGeom>
            <a:avLst/>
            <a:gdLst/>
            <a:ahLst/>
            <a:cxnLst/>
            <a:rect l="l" t="t" r="r" b="b"/>
            <a:pathLst>
              <a:path w="8018" h="12262">
                <a:moveTo>
                  <a:pt x="4002" y="4080"/>
                </a:moveTo>
                <a:lnTo>
                  <a:pt x="4002" y="0"/>
                </a:lnTo>
                <a:lnTo>
                  <a:pt x="0" y="0"/>
                </a:lnTo>
                <a:lnTo>
                  <a:pt x="4002" y="12262"/>
                </a:lnTo>
                <a:lnTo>
                  <a:pt x="8018" y="8173"/>
                </a:lnTo>
                <a:lnTo>
                  <a:pt x="4002" y="40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2009285" y="3643194"/>
            <a:ext cx="28073" cy="73465"/>
          </a:xfrm>
          <a:custGeom>
            <a:avLst/>
            <a:gdLst/>
            <a:ahLst/>
            <a:cxnLst/>
            <a:rect l="l" t="t" r="r" b="b"/>
            <a:pathLst>
              <a:path w="28073" h="73465">
                <a:moveTo>
                  <a:pt x="0" y="48940"/>
                </a:moveTo>
                <a:lnTo>
                  <a:pt x="1" y="57113"/>
                </a:lnTo>
                <a:lnTo>
                  <a:pt x="4013" y="53028"/>
                </a:lnTo>
                <a:lnTo>
                  <a:pt x="20057" y="73465"/>
                </a:lnTo>
                <a:lnTo>
                  <a:pt x="20057" y="41776"/>
                </a:lnTo>
                <a:lnTo>
                  <a:pt x="28073" y="33640"/>
                </a:lnTo>
                <a:lnTo>
                  <a:pt x="28073" y="0"/>
                </a:lnTo>
                <a:lnTo>
                  <a:pt x="20057" y="36678"/>
                </a:lnTo>
                <a:lnTo>
                  <a:pt x="16526" y="45359"/>
                </a:lnTo>
                <a:lnTo>
                  <a:pt x="8027" y="48940"/>
                </a:lnTo>
                <a:lnTo>
                  <a:pt x="0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2007911" y="3666625"/>
            <a:ext cx="9400" cy="25509"/>
          </a:xfrm>
          <a:custGeom>
            <a:avLst/>
            <a:gdLst/>
            <a:ahLst/>
            <a:cxnLst/>
            <a:rect l="l" t="t" r="r" b="b"/>
            <a:pathLst>
              <a:path w="9400" h="25509">
                <a:moveTo>
                  <a:pt x="5387" y="22796"/>
                </a:moveTo>
                <a:lnTo>
                  <a:pt x="1373" y="25509"/>
                </a:lnTo>
                <a:lnTo>
                  <a:pt x="9400" y="25509"/>
                </a:lnTo>
                <a:lnTo>
                  <a:pt x="5387" y="5108"/>
                </a:lnTo>
                <a:lnTo>
                  <a:pt x="5387" y="0"/>
                </a:lnTo>
                <a:lnTo>
                  <a:pt x="0" y="17371"/>
                </a:lnTo>
                <a:lnTo>
                  <a:pt x="1373" y="25509"/>
                </a:lnTo>
                <a:lnTo>
                  <a:pt x="5387" y="227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2013299" y="3618669"/>
            <a:ext cx="24060" cy="73465"/>
          </a:xfrm>
          <a:custGeom>
            <a:avLst/>
            <a:gdLst/>
            <a:ahLst/>
            <a:cxnLst/>
            <a:rect l="l" t="t" r="r" b="b"/>
            <a:pathLst>
              <a:path w="24060" h="73465">
                <a:moveTo>
                  <a:pt x="24060" y="24524"/>
                </a:moveTo>
                <a:lnTo>
                  <a:pt x="12030" y="24524"/>
                </a:lnTo>
                <a:lnTo>
                  <a:pt x="8016" y="12262"/>
                </a:lnTo>
                <a:lnTo>
                  <a:pt x="8016" y="0"/>
                </a:lnTo>
                <a:lnTo>
                  <a:pt x="0" y="0"/>
                </a:lnTo>
                <a:lnTo>
                  <a:pt x="0" y="20401"/>
                </a:lnTo>
                <a:lnTo>
                  <a:pt x="3519" y="44383"/>
                </a:lnTo>
                <a:lnTo>
                  <a:pt x="4013" y="73465"/>
                </a:lnTo>
                <a:lnTo>
                  <a:pt x="12512" y="69884"/>
                </a:lnTo>
                <a:lnTo>
                  <a:pt x="16043" y="61203"/>
                </a:lnTo>
                <a:lnTo>
                  <a:pt x="2406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2013299" y="3639070"/>
            <a:ext cx="4013" cy="53064"/>
          </a:xfrm>
          <a:custGeom>
            <a:avLst/>
            <a:gdLst/>
            <a:ahLst/>
            <a:cxnLst/>
            <a:rect l="l" t="t" r="r" b="b"/>
            <a:pathLst>
              <a:path w="4013" h="53064">
                <a:moveTo>
                  <a:pt x="3519" y="23982"/>
                </a:moveTo>
                <a:lnTo>
                  <a:pt x="0" y="0"/>
                </a:lnTo>
                <a:lnTo>
                  <a:pt x="0" y="32663"/>
                </a:lnTo>
                <a:lnTo>
                  <a:pt x="4013" y="53064"/>
                </a:lnTo>
                <a:lnTo>
                  <a:pt x="3519" y="239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2021315" y="3495180"/>
            <a:ext cx="16043" cy="135751"/>
          </a:xfrm>
          <a:custGeom>
            <a:avLst/>
            <a:gdLst/>
            <a:ahLst/>
            <a:cxnLst/>
            <a:rect l="l" t="t" r="r" b="b"/>
            <a:pathLst>
              <a:path w="16043" h="135751">
                <a:moveTo>
                  <a:pt x="8027" y="73454"/>
                </a:moveTo>
                <a:lnTo>
                  <a:pt x="0" y="81601"/>
                </a:lnTo>
                <a:lnTo>
                  <a:pt x="8027" y="78563"/>
                </a:lnTo>
                <a:lnTo>
                  <a:pt x="12040" y="123489"/>
                </a:lnTo>
                <a:lnTo>
                  <a:pt x="16043" y="135751"/>
                </a:lnTo>
                <a:lnTo>
                  <a:pt x="16043" y="0"/>
                </a:lnTo>
                <a:lnTo>
                  <a:pt x="11547" y="69882"/>
                </a:lnTo>
                <a:lnTo>
                  <a:pt x="8027" y="734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2029342" y="3495180"/>
            <a:ext cx="8016" cy="73454"/>
          </a:xfrm>
          <a:custGeom>
            <a:avLst/>
            <a:gdLst/>
            <a:ahLst/>
            <a:cxnLst/>
            <a:rect l="l" t="t" r="r" b="b"/>
            <a:pathLst>
              <a:path w="8016" h="73454">
                <a:moveTo>
                  <a:pt x="3519" y="69882"/>
                </a:moveTo>
                <a:lnTo>
                  <a:pt x="8016" y="0"/>
                </a:lnTo>
                <a:lnTo>
                  <a:pt x="0" y="8136"/>
                </a:lnTo>
                <a:lnTo>
                  <a:pt x="0" y="73454"/>
                </a:lnTo>
                <a:lnTo>
                  <a:pt x="3519" y="698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2037359" y="3405318"/>
            <a:ext cx="8027" cy="185245"/>
          </a:xfrm>
          <a:custGeom>
            <a:avLst/>
            <a:gdLst/>
            <a:ahLst/>
            <a:cxnLst/>
            <a:rect l="l" t="t" r="r" b="b"/>
            <a:pathLst>
              <a:path w="8027" h="185245">
                <a:moveTo>
                  <a:pt x="3530" y="86278"/>
                </a:moveTo>
                <a:lnTo>
                  <a:pt x="4496" y="185245"/>
                </a:lnTo>
                <a:lnTo>
                  <a:pt x="8027" y="0"/>
                </a:lnTo>
                <a:lnTo>
                  <a:pt x="0" y="8147"/>
                </a:lnTo>
                <a:lnTo>
                  <a:pt x="0" y="86712"/>
                </a:lnTo>
                <a:lnTo>
                  <a:pt x="3530" y="86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2045386" y="3410318"/>
            <a:ext cx="16043" cy="171564"/>
          </a:xfrm>
          <a:custGeom>
            <a:avLst/>
            <a:gdLst/>
            <a:ahLst/>
            <a:cxnLst/>
            <a:rect l="l" t="t" r="r" b="b"/>
            <a:pathLst>
              <a:path w="16043" h="171564">
                <a:moveTo>
                  <a:pt x="8016" y="103098"/>
                </a:moveTo>
                <a:lnTo>
                  <a:pt x="16043" y="94951"/>
                </a:lnTo>
                <a:lnTo>
                  <a:pt x="8016" y="98098"/>
                </a:lnTo>
                <a:lnTo>
                  <a:pt x="4496" y="106671"/>
                </a:lnTo>
                <a:lnTo>
                  <a:pt x="0" y="0"/>
                </a:lnTo>
                <a:lnTo>
                  <a:pt x="0" y="171564"/>
                </a:lnTo>
                <a:lnTo>
                  <a:pt x="8016" y="168525"/>
                </a:lnTo>
                <a:lnTo>
                  <a:pt x="8016" y="1030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2045386" y="3315477"/>
            <a:ext cx="8016" cy="89840"/>
          </a:xfrm>
          <a:custGeom>
            <a:avLst/>
            <a:gdLst/>
            <a:ahLst/>
            <a:cxnLst/>
            <a:rect l="l" t="t" r="r" b="b"/>
            <a:pathLst>
              <a:path w="8016" h="89840">
                <a:moveTo>
                  <a:pt x="3519" y="86267"/>
                </a:moveTo>
                <a:lnTo>
                  <a:pt x="8016" y="0"/>
                </a:lnTo>
                <a:lnTo>
                  <a:pt x="0" y="8136"/>
                </a:lnTo>
                <a:lnTo>
                  <a:pt x="0" y="89840"/>
                </a:lnTo>
                <a:lnTo>
                  <a:pt x="3519" y="862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2053402" y="3185690"/>
            <a:ext cx="3530" cy="134777"/>
          </a:xfrm>
          <a:custGeom>
            <a:avLst/>
            <a:gdLst/>
            <a:ahLst/>
            <a:cxnLst/>
            <a:rect l="l" t="t" r="r" b="b"/>
            <a:pathLst>
              <a:path w="3530" h="134777">
                <a:moveTo>
                  <a:pt x="3530" y="126204"/>
                </a:moveTo>
                <a:lnTo>
                  <a:pt x="0" y="0"/>
                </a:lnTo>
                <a:lnTo>
                  <a:pt x="0" y="134777"/>
                </a:lnTo>
                <a:lnTo>
                  <a:pt x="3530" y="1262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2057899" y="3325567"/>
            <a:ext cx="19563" cy="179702"/>
          </a:xfrm>
          <a:custGeom>
            <a:avLst/>
            <a:gdLst/>
            <a:ahLst/>
            <a:cxnLst/>
            <a:rect l="l" t="t" r="r" b="b"/>
            <a:pathLst>
              <a:path w="19563" h="179702">
                <a:moveTo>
                  <a:pt x="11547" y="8219"/>
                </a:moveTo>
                <a:lnTo>
                  <a:pt x="19563" y="0"/>
                </a:lnTo>
                <a:lnTo>
                  <a:pt x="11547" y="3146"/>
                </a:lnTo>
                <a:lnTo>
                  <a:pt x="8027" y="11828"/>
                </a:lnTo>
                <a:lnTo>
                  <a:pt x="3530" y="92998"/>
                </a:lnTo>
                <a:lnTo>
                  <a:pt x="0" y="101571"/>
                </a:lnTo>
                <a:lnTo>
                  <a:pt x="3530" y="179702"/>
                </a:lnTo>
                <a:lnTo>
                  <a:pt x="3530" y="97987"/>
                </a:lnTo>
                <a:lnTo>
                  <a:pt x="11547" y="89851"/>
                </a:lnTo>
                <a:lnTo>
                  <a:pt x="11547" y="82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2021315" y="3185690"/>
            <a:ext cx="56147" cy="457504"/>
          </a:xfrm>
          <a:custGeom>
            <a:avLst/>
            <a:gdLst/>
            <a:ahLst/>
            <a:cxnLst/>
            <a:rect l="l" t="t" r="r" b="b"/>
            <a:pathLst>
              <a:path w="56147" h="457504">
                <a:moveTo>
                  <a:pt x="56147" y="24524"/>
                </a:moveTo>
                <a:lnTo>
                  <a:pt x="44117" y="24524"/>
                </a:lnTo>
                <a:lnTo>
                  <a:pt x="40114" y="12262"/>
                </a:lnTo>
                <a:lnTo>
                  <a:pt x="40114" y="0"/>
                </a:lnTo>
                <a:lnTo>
                  <a:pt x="32087" y="0"/>
                </a:lnTo>
                <a:lnTo>
                  <a:pt x="35618" y="126204"/>
                </a:lnTo>
                <a:lnTo>
                  <a:pt x="32087" y="134777"/>
                </a:lnTo>
                <a:lnTo>
                  <a:pt x="32087" y="129787"/>
                </a:lnTo>
                <a:lnTo>
                  <a:pt x="27590" y="216055"/>
                </a:lnTo>
                <a:lnTo>
                  <a:pt x="24070" y="219628"/>
                </a:lnTo>
                <a:lnTo>
                  <a:pt x="20540" y="404874"/>
                </a:lnTo>
                <a:lnTo>
                  <a:pt x="19574" y="305907"/>
                </a:lnTo>
                <a:lnTo>
                  <a:pt x="16043" y="306341"/>
                </a:lnTo>
                <a:lnTo>
                  <a:pt x="16043" y="453380"/>
                </a:lnTo>
                <a:lnTo>
                  <a:pt x="16043" y="445242"/>
                </a:lnTo>
                <a:lnTo>
                  <a:pt x="12040" y="432979"/>
                </a:lnTo>
                <a:lnTo>
                  <a:pt x="0" y="436994"/>
                </a:lnTo>
                <a:lnTo>
                  <a:pt x="12040" y="432979"/>
                </a:lnTo>
                <a:lnTo>
                  <a:pt x="8027" y="388053"/>
                </a:lnTo>
                <a:lnTo>
                  <a:pt x="0" y="391092"/>
                </a:lnTo>
                <a:lnTo>
                  <a:pt x="0" y="445242"/>
                </a:lnTo>
                <a:lnTo>
                  <a:pt x="4013" y="457504"/>
                </a:lnTo>
                <a:lnTo>
                  <a:pt x="24070" y="457504"/>
                </a:lnTo>
                <a:lnTo>
                  <a:pt x="24070" y="401290"/>
                </a:lnTo>
                <a:lnTo>
                  <a:pt x="32087" y="393154"/>
                </a:lnTo>
                <a:lnTo>
                  <a:pt x="24070" y="396192"/>
                </a:lnTo>
                <a:lnTo>
                  <a:pt x="24070" y="224628"/>
                </a:lnTo>
                <a:lnTo>
                  <a:pt x="28567" y="331300"/>
                </a:lnTo>
                <a:lnTo>
                  <a:pt x="32087" y="322727"/>
                </a:lnTo>
                <a:lnTo>
                  <a:pt x="40114" y="319580"/>
                </a:lnTo>
                <a:lnTo>
                  <a:pt x="36583" y="241448"/>
                </a:lnTo>
                <a:lnTo>
                  <a:pt x="40114" y="232875"/>
                </a:lnTo>
                <a:lnTo>
                  <a:pt x="44611" y="151705"/>
                </a:lnTo>
                <a:lnTo>
                  <a:pt x="48131" y="143024"/>
                </a:lnTo>
                <a:lnTo>
                  <a:pt x="56147" y="139877"/>
                </a:lnTo>
                <a:lnTo>
                  <a:pt x="5614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2061430" y="3005046"/>
            <a:ext cx="16032" cy="192906"/>
          </a:xfrm>
          <a:custGeom>
            <a:avLst/>
            <a:gdLst/>
            <a:ahLst/>
            <a:cxnLst/>
            <a:rect l="l" t="t" r="r" b="b"/>
            <a:pathLst>
              <a:path w="16032" h="192906">
                <a:moveTo>
                  <a:pt x="12030" y="180643"/>
                </a:moveTo>
                <a:lnTo>
                  <a:pt x="16032" y="192906"/>
                </a:lnTo>
                <a:lnTo>
                  <a:pt x="16032" y="0"/>
                </a:lnTo>
                <a:lnTo>
                  <a:pt x="11536" y="86234"/>
                </a:lnTo>
                <a:lnTo>
                  <a:pt x="8016" y="94916"/>
                </a:lnTo>
                <a:lnTo>
                  <a:pt x="8016" y="89843"/>
                </a:lnTo>
                <a:lnTo>
                  <a:pt x="0" y="98063"/>
                </a:lnTo>
                <a:lnTo>
                  <a:pt x="0" y="168490"/>
                </a:lnTo>
                <a:lnTo>
                  <a:pt x="12030" y="1806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2069446" y="3005046"/>
            <a:ext cx="8016" cy="94916"/>
          </a:xfrm>
          <a:custGeom>
            <a:avLst/>
            <a:gdLst/>
            <a:ahLst/>
            <a:cxnLst/>
            <a:rect l="l" t="t" r="r" b="b"/>
            <a:pathLst>
              <a:path w="8016" h="94916">
                <a:moveTo>
                  <a:pt x="3519" y="86234"/>
                </a:moveTo>
                <a:lnTo>
                  <a:pt x="8016" y="0"/>
                </a:lnTo>
                <a:lnTo>
                  <a:pt x="0" y="8211"/>
                </a:lnTo>
                <a:lnTo>
                  <a:pt x="0" y="94916"/>
                </a:lnTo>
                <a:lnTo>
                  <a:pt x="3519" y="862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2061430" y="2923397"/>
            <a:ext cx="32076" cy="286816"/>
          </a:xfrm>
          <a:custGeom>
            <a:avLst/>
            <a:gdLst/>
            <a:ahLst/>
            <a:cxnLst/>
            <a:rect l="l" t="t" r="r" b="b"/>
            <a:pathLst>
              <a:path w="32076" h="286816">
                <a:moveTo>
                  <a:pt x="24060" y="189808"/>
                </a:moveTo>
                <a:lnTo>
                  <a:pt x="32076" y="181664"/>
                </a:lnTo>
                <a:lnTo>
                  <a:pt x="24060" y="184703"/>
                </a:lnTo>
                <a:lnTo>
                  <a:pt x="20540" y="193384"/>
                </a:lnTo>
                <a:lnTo>
                  <a:pt x="16032" y="86712"/>
                </a:lnTo>
                <a:lnTo>
                  <a:pt x="19563" y="78031"/>
                </a:lnTo>
                <a:lnTo>
                  <a:pt x="24060" y="0"/>
                </a:lnTo>
                <a:lnTo>
                  <a:pt x="16032" y="8147"/>
                </a:lnTo>
                <a:lnTo>
                  <a:pt x="16032" y="282801"/>
                </a:lnTo>
                <a:lnTo>
                  <a:pt x="16032" y="274554"/>
                </a:lnTo>
                <a:lnTo>
                  <a:pt x="12030" y="262292"/>
                </a:lnTo>
                <a:lnTo>
                  <a:pt x="0" y="266415"/>
                </a:lnTo>
                <a:lnTo>
                  <a:pt x="12030" y="262292"/>
                </a:lnTo>
                <a:lnTo>
                  <a:pt x="0" y="250138"/>
                </a:lnTo>
                <a:lnTo>
                  <a:pt x="0" y="274554"/>
                </a:lnTo>
                <a:lnTo>
                  <a:pt x="4002" y="286816"/>
                </a:lnTo>
                <a:lnTo>
                  <a:pt x="24060" y="286816"/>
                </a:lnTo>
                <a:lnTo>
                  <a:pt x="24060" y="1898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2077463" y="2801868"/>
            <a:ext cx="32087" cy="314914"/>
          </a:xfrm>
          <a:custGeom>
            <a:avLst/>
            <a:gdLst/>
            <a:ahLst/>
            <a:cxnLst/>
            <a:rect l="l" t="t" r="r" b="b"/>
            <a:pathLst>
              <a:path w="32087" h="314914">
                <a:moveTo>
                  <a:pt x="24070" y="0"/>
                </a:moveTo>
                <a:lnTo>
                  <a:pt x="16043" y="0"/>
                </a:lnTo>
                <a:lnTo>
                  <a:pt x="16043" y="53064"/>
                </a:lnTo>
                <a:lnTo>
                  <a:pt x="19574" y="52630"/>
                </a:lnTo>
                <a:lnTo>
                  <a:pt x="16043" y="61203"/>
                </a:lnTo>
                <a:lnTo>
                  <a:pt x="16043" y="216381"/>
                </a:lnTo>
                <a:lnTo>
                  <a:pt x="12523" y="225062"/>
                </a:lnTo>
                <a:lnTo>
                  <a:pt x="8027" y="126638"/>
                </a:lnTo>
                <a:lnTo>
                  <a:pt x="8027" y="121529"/>
                </a:lnTo>
                <a:lnTo>
                  <a:pt x="3530" y="199561"/>
                </a:lnTo>
                <a:lnTo>
                  <a:pt x="0" y="208242"/>
                </a:lnTo>
                <a:lnTo>
                  <a:pt x="4507" y="314914"/>
                </a:lnTo>
                <a:lnTo>
                  <a:pt x="8027" y="306232"/>
                </a:lnTo>
                <a:lnTo>
                  <a:pt x="16043" y="303194"/>
                </a:lnTo>
                <a:lnTo>
                  <a:pt x="16043" y="221490"/>
                </a:lnTo>
                <a:lnTo>
                  <a:pt x="24070" y="213342"/>
                </a:lnTo>
                <a:lnTo>
                  <a:pt x="24070" y="139841"/>
                </a:lnTo>
                <a:lnTo>
                  <a:pt x="32087" y="131630"/>
                </a:lnTo>
                <a:lnTo>
                  <a:pt x="24070" y="134777"/>
                </a:lnTo>
                <a:lnTo>
                  <a:pt x="20540" y="143458"/>
                </a:lnTo>
                <a:lnTo>
                  <a:pt x="240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2085490" y="2854498"/>
            <a:ext cx="11547" cy="172432"/>
          </a:xfrm>
          <a:custGeom>
            <a:avLst/>
            <a:gdLst/>
            <a:ahLst/>
            <a:cxnLst/>
            <a:rect l="l" t="t" r="r" b="b"/>
            <a:pathLst>
              <a:path w="11547" h="172432">
                <a:moveTo>
                  <a:pt x="3519" y="65326"/>
                </a:moveTo>
                <a:lnTo>
                  <a:pt x="0" y="74008"/>
                </a:lnTo>
                <a:lnTo>
                  <a:pt x="4496" y="172432"/>
                </a:lnTo>
                <a:lnTo>
                  <a:pt x="8016" y="163750"/>
                </a:lnTo>
                <a:lnTo>
                  <a:pt x="8016" y="8572"/>
                </a:lnTo>
                <a:lnTo>
                  <a:pt x="11547" y="0"/>
                </a:lnTo>
                <a:lnTo>
                  <a:pt x="8016" y="434"/>
                </a:lnTo>
                <a:lnTo>
                  <a:pt x="8016" y="3583"/>
                </a:lnTo>
                <a:lnTo>
                  <a:pt x="0" y="11719"/>
                </a:lnTo>
                <a:lnTo>
                  <a:pt x="0" y="74008"/>
                </a:lnTo>
                <a:lnTo>
                  <a:pt x="3519" y="65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2101533" y="2785482"/>
            <a:ext cx="24060" cy="40910"/>
          </a:xfrm>
          <a:custGeom>
            <a:avLst/>
            <a:gdLst/>
            <a:ahLst/>
            <a:cxnLst/>
            <a:rect l="l" t="t" r="r" b="b"/>
            <a:pathLst>
              <a:path w="24060" h="40910">
                <a:moveTo>
                  <a:pt x="0" y="5534"/>
                </a:moveTo>
                <a:lnTo>
                  <a:pt x="0" y="28648"/>
                </a:lnTo>
                <a:lnTo>
                  <a:pt x="4013" y="40910"/>
                </a:lnTo>
                <a:lnTo>
                  <a:pt x="24060" y="40910"/>
                </a:lnTo>
                <a:lnTo>
                  <a:pt x="24060" y="5534"/>
                </a:lnTo>
                <a:lnTo>
                  <a:pt x="18672" y="0"/>
                </a:lnTo>
                <a:lnTo>
                  <a:pt x="12030" y="0"/>
                </a:lnTo>
                <a:lnTo>
                  <a:pt x="16043" y="28648"/>
                </a:lnTo>
                <a:lnTo>
                  <a:pt x="16043" y="36786"/>
                </a:lnTo>
                <a:lnTo>
                  <a:pt x="16043" y="28648"/>
                </a:lnTo>
                <a:lnTo>
                  <a:pt x="12030" y="16385"/>
                </a:lnTo>
                <a:lnTo>
                  <a:pt x="0" y="20401"/>
                </a:lnTo>
                <a:lnTo>
                  <a:pt x="12030" y="16385"/>
                </a:lnTo>
                <a:lnTo>
                  <a:pt x="0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2098003" y="2801868"/>
            <a:ext cx="19574" cy="143458"/>
          </a:xfrm>
          <a:custGeom>
            <a:avLst/>
            <a:gdLst/>
            <a:ahLst/>
            <a:cxnLst/>
            <a:rect l="l" t="t" r="r" b="b"/>
            <a:pathLst>
              <a:path w="19574" h="143458">
                <a:moveTo>
                  <a:pt x="3530" y="0"/>
                </a:moveTo>
                <a:lnTo>
                  <a:pt x="0" y="143458"/>
                </a:lnTo>
                <a:lnTo>
                  <a:pt x="3530" y="134777"/>
                </a:lnTo>
                <a:lnTo>
                  <a:pt x="11547" y="131630"/>
                </a:lnTo>
                <a:lnTo>
                  <a:pt x="11547" y="74450"/>
                </a:lnTo>
                <a:lnTo>
                  <a:pt x="19574" y="66303"/>
                </a:lnTo>
                <a:lnTo>
                  <a:pt x="19574" y="24524"/>
                </a:lnTo>
                <a:lnTo>
                  <a:pt x="11547" y="69450"/>
                </a:lnTo>
                <a:lnTo>
                  <a:pt x="8027" y="78023"/>
                </a:lnTo>
                <a:lnTo>
                  <a:pt x="3530" y="12262"/>
                </a:lnTo>
                <a:lnTo>
                  <a:pt x="353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101533" y="2785482"/>
            <a:ext cx="16043" cy="28648"/>
          </a:xfrm>
          <a:custGeom>
            <a:avLst/>
            <a:gdLst/>
            <a:ahLst/>
            <a:cxnLst/>
            <a:rect l="l" t="t" r="r" b="b"/>
            <a:pathLst>
              <a:path w="16043" h="28648">
                <a:moveTo>
                  <a:pt x="12030" y="16385"/>
                </a:moveTo>
                <a:lnTo>
                  <a:pt x="16043" y="28648"/>
                </a:lnTo>
                <a:lnTo>
                  <a:pt x="12030" y="0"/>
                </a:lnTo>
                <a:lnTo>
                  <a:pt x="5387" y="0"/>
                </a:lnTo>
                <a:lnTo>
                  <a:pt x="0" y="5534"/>
                </a:lnTo>
                <a:lnTo>
                  <a:pt x="12030" y="16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101533" y="2814130"/>
            <a:ext cx="16043" cy="65760"/>
          </a:xfrm>
          <a:custGeom>
            <a:avLst/>
            <a:gdLst/>
            <a:ahLst/>
            <a:cxnLst/>
            <a:rect l="l" t="t" r="r" b="b"/>
            <a:pathLst>
              <a:path w="16043" h="65760">
                <a:moveTo>
                  <a:pt x="4496" y="65760"/>
                </a:moveTo>
                <a:lnTo>
                  <a:pt x="8016" y="57188"/>
                </a:lnTo>
                <a:lnTo>
                  <a:pt x="16043" y="12262"/>
                </a:lnTo>
                <a:lnTo>
                  <a:pt x="4013" y="12262"/>
                </a:lnTo>
                <a:lnTo>
                  <a:pt x="0" y="0"/>
                </a:lnTo>
                <a:lnTo>
                  <a:pt x="4496" y="657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1989239" y="3666625"/>
            <a:ext cx="40103" cy="50034"/>
          </a:xfrm>
          <a:custGeom>
            <a:avLst/>
            <a:gdLst/>
            <a:ahLst/>
            <a:cxnLst/>
            <a:rect l="l" t="t" r="r" b="b"/>
            <a:pathLst>
              <a:path w="40103" h="50034">
                <a:moveTo>
                  <a:pt x="16032" y="37772"/>
                </a:moveTo>
                <a:lnTo>
                  <a:pt x="16032" y="29633"/>
                </a:lnTo>
                <a:lnTo>
                  <a:pt x="20048" y="33682"/>
                </a:lnTo>
                <a:lnTo>
                  <a:pt x="20046" y="25509"/>
                </a:lnTo>
                <a:lnTo>
                  <a:pt x="18672" y="17371"/>
                </a:lnTo>
                <a:lnTo>
                  <a:pt x="24060" y="0"/>
                </a:lnTo>
                <a:lnTo>
                  <a:pt x="16032" y="8147"/>
                </a:lnTo>
                <a:lnTo>
                  <a:pt x="16032" y="17371"/>
                </a:lnTo>
                <a:lnTo>
                  <a:pt x="5387" y="17371"/>
                </a:lnTo>
                <a:lnTo>
                  <a:pt x="0" y="22796"/>
                </a:lnTo>
                <a:lnTo>
                  <a:pt x="0" y="50034"/>
                </a:lnTo>
                <a:lnTo>
                  <a:pt x="20046" y="50034"/>
                </a:lnTo>
                <a:lnTo>
                  <a:pt x="24060" y="37772"/>
                </a:lnTo>
                <a:lnTo>
                  <a:pt x="24060" y="29633"/>
                </a:lnTo>
                <a:lnTo>
                  <a:pt x="24060" y="37772"/>
                </a:lnTo>
                <a:lnTo>
                  <a:pt x="20046" y="50034"/>
                </a:lnTo>
                <a:lnTo>
                  <a:pt x="40103" y="50034"/>
                </a:lnTo>
                <a:lnTo>
                  <a:pt x="24060" y="29597"/>
                </a:lnTo>
                <a:lnTo>
                  <a:pt x="20048" y="33682"/>
                </a:lnTo>
                <a:lnTo>
                  <a:pt x="16032" y="37772"/>
                </a:lnTo>
                <a:lnTo>
                  <a:pt x="12030" y="25509"/>
                </a:lnTo>
                <a:lnTo>
                  <a:pt x="16032" y="25509"/>
                </a:lnTo>
                <a:lnTo>
                  <a:pt x="16032" y="21494"/>
                </a:lnTo>
                <a:lnTo>
                  <a:pt x="16032" y="377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149654" y="2916244"/>
            <a:ext cx="16043" cy="179702"/>
          </a:xfrm>
          <a:custGeom>
            <a:avLst/>
            <a:gdLst/>
            <a:ahLst/>
            <a:cxnLst/>
            <a:rect l="l" t="t" r="r" b="b"/>
            <a:pathLst>
              <a:path w="16043" h="179702">
                <a:moveTo>
                  <a:pt x="8027" y="90803"/>
                </a:moveTo>
                <a:lnTo>
                  <a:pt x="8027" y="179702"/>
                </a:lnTo>
                <a:lnTo>
                  <a:pt x="16043" y="179702"/>
                </a:lnTo>
                <a:lnTo>
                  <a:pt x="11547" y="94409"/>
                </a:lnTo>
                <a:lnTo>
                  <a:pt x="8027" y="85727"/>
                </a:lnTo>
                <a:lnTo>
                  <a:pt x="0" y="0"/>
                </a:lnTo>
                <a:lnTo>
                  <a:pt x="0" y="82580"/>
                </a:lnTo>
                <a:lnTo>
                  <a:pt x="8027" y="908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149654" y="2903982"/>
            <a:ext cx="16043" cy="191965"/>
          </a:xfrm>
          <a:custGeom>
            <a:avLst/>
            <a:gdLst/>
            <a:ahLst/>
            <a:cxnLst/>
            <a:rect l="l" t="t" r="r" b="b"/>
            <a:pathLst>
              <a:path w="16043" h="191965">
                <a:moveTo>
                  <a:pt x="12040" y="12262"/>
                </a:moveTo>
                <a:lnTo>
                  <a:pt x="0" y="8138"/>
                </a:lnTo>
                <a:lnTo>
                  <a:pt x="0" y="12262"/>
                </a:lnTo>
                <a:lnTo>
                  <a:pt x="8027" y="97990"/>
                </a:lnTo>
                <a:lnTo>
                  <a:pt x="11547" y="106671"/>
                </a:lnTo>
                <a:lnTo>
                  <a:pt x="16043" y="191965"/>
                </a:lnTo>
                <a:lnTo>
                  <a:pt x="16043" y="0"/>
                </a:lnTo>
                <a:lnTo>
                  <a:pt x="1204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133621" y="2797744"/>
            <a:ext cx="56147" cy="473781"/>
          </a:xfrm>
          <a:custGeom>
            <a:avLst/>
            <a:gdLst/>
            <a:ahLst/>
            <a:cxnLst/>
            <a:rect l="l" t="t" r="r" b="b"/>
            <a:pathLst>
              <a:path w="56147" h="473781">
                <a:moveTo>
                  <a:pt x="32076" y="43949"/>
                </a:moveTo>
                <a:lnTo>
                  <a:pt x="24060" y="35805"/>
                </a:lnTo>
                <a:lnTo>
                  <a:pt x="20540" y="32229"/>
                </a:lnTo>
                <a:lnTo>
                  <a:pt x="20046" y="93975"/>
                </a:lnTo>
                <a:lnTo>
                  <a:pt x="16032" y="106237"/>
                </a:lnTo>
                <a:lnTo>
                  <a:pt x="16032" y="0"/>
                </a:lnTo>
                <a:lnTo>
                  <a:pt x="12030" y="12262"/>
                </a:lnTo>
                <a:lnTo>
                  <a:pt x="8016" y="49049"/>
                </a:lnTo>
                <a:lnTo>
                  <a:pt x="0" y="12262"/>
                </a:lnTo>
                <a:lnTo>
                  <a:pt x="0" y="45902"/>
                </a:lnTo>
                <a:lnTo>
                  <a:pt x="8016" y="54121"/>
                </a:lnTo>
                <a:lnTo>
                  <a:pt x="11536" y="57730"/>
                </a:lnTo>
                <a:lnTo>
                  <a:pt x="16032" y="118499"/>
                </a:lnTo>
                <a:lnTo>
                  <a:pt x="16032" y="114376"/>
                </a:lnTo>
                <a:lnTo>
                  <a:pt x="28073" y="118499"/>
                </a:lnTo>
                <a:lnTo>
                  <a:pt x="32076" y="106237"/>
                </a:lnTo>
                <a:lnTo>
                  <a:pt x="32076" y="97990"/>
                </a:lnTo>
                <a:lnTo>
                  <a:pt x="32076" y="387945"/>
                </a:lnTo>
                <a:lnTo>
                  <a:pt x="40103" y="387945"/>
                </a:lnTo>
                <a:lnTo>
                  <a:pt x="48120" y="473781"/>
                </a:lnTo>
                <a:lnTo>
                  <a:pt x="52133" y="387945"/>
                </a:lnTo>
                <a:lnTo>
                  <a:pt x="44117" y="363529"/>
                </a:lnTo>
                <a:lnTo>
                  <a:pt x="56147" y="363529"/>
                </a:lnTo>
                <a:lnTo>
                  <a:pt x="48120" y="277692"/>
                </a:lnTo>
                <a:lnTo>
                  <a:pt x="56147" y="363529"/>
                </a:lnTo>
                <a:lnTo>
                  <a:pt x="56147" y="273677"/>
                </a:lnTo>
                <a:lnTo>
                  <a:pt x="48120" y="273677"/>
                </a:lnTo>
                <a:lnTo>
                  <a:pt x="48120" y="285940"/>
                </a:lnTo>
                <a:lnTo>
                  <a:pt x="44117" y="298202"/>
                </a:lnTo>
                <a:lnTo>
                  <a:pt x="40103" y="375791"/>
                </a:lnTo>
                <a:lnTo>
                  <a:pt x="40103" y="383930"/>
                </a:lnTo>
                <a:lnTo>
                  <a:pt x="40103" y="375791"/>
                </a:lnTo>
                <a:lnTo>
                  <a:pt x="44117" y="298202"/>
                </a:lnTo>
                <a:lnTo>
                  <a:pt x="32076" y="285940"/>
                </a:lnTo>
                <a:lnTo>
                  <a:pt x="36090" y="273677"/>
                </a:lnTo>
                <a:lnTo>
                  <a:pt x="36573" y="187407"/>
                </a:lnTo>
                <a:lnTo>
                  <a:pt x="32076" y="93975"/>
                </a:lnTo>
                <a:lnTo>
                  <a:pt x="24060" y="40910"/>
                </a:lnTo>
                <a:lnTo>
                  <a:pt x="32076" y="93975"/>
                </a:lnTo>
                <a:lnTo>
                  <a:pt x="32076" y="439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2165697" y="2891719"/>
            <a:ext cx="16043" cy="204227"/>
          </a:xfrm>
          <a:custGeom>
            <a:avLst/>
            <a:gdLst/>
            <a:ahLst/>
            <a:cxnLst/>
            <a:rect l="l" t="t" r="r" b="b"/>
            <a:pathLst>
              <a:path w="16043" h="204227">
                <a:moveTo>
                  <a:pt x="12040" y="204227"/>
                </a:moveTo>
                <a:lnTo>
                  <a:pt x="16043" y="191965"/>
                </a:lnTo>
                <a:lnTo>
                  <a:pt x="16043" y="179702"/>
                </a:lnTo>
                <a:lnTo>
                  <a:pt x="8027" y="102113"/>
                </a:lnTo>
                <a:lnTo>
                  <a:pt x="16043" y="179702"/>
                </a:lnTo>
                <a:lnTo>
                  <a:pt x="16043" y="105152"/>
                </a:lnTo>
                <a:lnTo>
                  <a:pt x="8027" y="97015"/>
                </a:lnTo>
                <a:lnTo>
                  <a:pt x="8027" y="0"/>
                </a:lnTo>
                <a:lnTo>
                  <a:pt x="0" y="0"/>
                </a:lnTo>
                <a:lnTo>
                  <a:pt x="4496" y="93432"/>
                </a:lnTo>
                <a:lnTo>
                  <a:pt x="4013" y="179702"/>
                </a:lnTo>
                <a:lnTo>
                  <a:pt x="0" y="191965"/>
                </a:lnTo>
                <a:lnTo>
                  <a:pt x="12040" y="2042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2173725" y="3161274"/>
            <a:ext cx="24060" cy="286805"/>
          </a:xfrm>
          <a:custGeom>
            <a:avLst/>
            <a:gdLst/>
            <a:ahLst/>
            <a:cxnLst/>
            <a:rect l="l" t="t" r="r" b="b"/>
            <a:pathLst>
              <a:path w="24060" h="286805">
                <a:moveTo>
                  <a:pt x="0" y="24416"/>
                </a:moveTo>
                <a:lnTo>
                  <a:pt x="0" y="107105"/>
                </a:lnTo>
                <a:lnTo>
                  <a:pt x="8016" y="115317"/>
                </a:lnTo>
                <a:lnTo>
                  <a:pt x="11547" y="118933"/>
                </a:lnTo>
                <a:lnTo>
                  <a:pt x="16043" y="196965"/>
                </a:lnTo>
                <a:lnTo>
                  <a:pt x="16043" y="191965"/>
                </a:lnTo>
                <a:lnTo>
                  <a:pt x="16043" y="278669"/>
                </a:lnTo>
                <a:lnTo>
                  <a:pt x="24060" y="286805"/>
                </a:lnTo>
                <a:lnTo>
                  <a:pt x="19563" y="200537"/>
                </a:lnTo>
                <a:lnTo>
                  <a:pt x="16043" y="4015"/>
                </a:lnTo>
                <a:lnTo>
                  <a:pt x="16043" y="12262"/>
                </a:lnTo>
                <a:lnTo>
                  <a:pt x="16043" y="0"/>
                </a:lnTo>
                <a:lnTo>
                  <a:pt x="4013" y="0"/>
                </a:lnTo>
                <a:lnTo>
                  <a:pt x="12030" y="24416"/>
                </a:lnTo>
                <a:lnTo>
                  <a:pt x="8016" y="110252"/>
                </a:lnTo>
                <a:lnTo>
                  <a:pt x="0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189768" y="3161274"/>
            <a:ext cx="16043" cy="367544"/>
          </a:xfrm>
          <a:custGeom>
            <a:avLst/>
            <a:gdLst/>
            <a:ahLst/>
            <a:cxnLst/>
            <a:rect l="l" t="t" r="r" b="b"/>
            <a:pathLst>
              <a:path w="16043" h="367544">
                <a:moveTo>
                  <a:pt x="0" y="12262"/>
                </a:moveTo>
                <a:lnTo>
                  <a:pt x="0" y="4015"/>
                </a:lnTo>
                <a:lnTo>
                  <a:pt x="3519" y="200537"/>
                </a:lnTo>
                <a:lnTo>
                  <a:pt x="8016" y="286805"/>
                </a:lnTo>
                <a:lnTo>
                  <a:pt x="8016" y="281708"/>
                </a:lnTo>
                <a:lnTo>
                  <a:pt x="8016" y="367544"/>
                </a:lnTo>
                <a:lnTo>
                  <a:pt x="16043" y="367544"/>
                </a:lnTo>
                <a:lnTo>
                  <a:pt x="11547" y="290389"/>
                </a:lnTo>
                <a:lnTo>
                  <a:pt x="8016" y="102113"/>
                </a:lnTo>
                <a:lnTo>
                  <a:pt x="4496" y="93432"/>
                </a:lnTo>
                <a:lnTo>
                  <a:pt x="8016" y="97004"/>
                </a:lnTo>
                <a:lnTo>
                  <a:pt x="8016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194265" y="3254706"/>
            <a:ext cx="35607" cy="355716"/>
          </a:xfrm>
          <a:custGeom>
            <a:avLst/>
            <a:gdLst/>
            <a:ahLst/>
            <a:cxnLst/>
            <a:rect l="l" t="t" r="r" b="b"/>
            <a:pathLst>
              <a:path w="35607" h="355716">
                <a:moveTo>
                  <a:pt x="0" y="0"/>
                </a:moveTo>
                <a:lnTo>
                  <a:pt x="3519" y="8681"/>
                </a:lnTo>
                <a:lnTo>
                  <a:pt x="7050" y="196956"/>
                </a:lnTo>
                <a:lnTo>
                  <a:pt x="11547" y="274111"/>
                </a:lnTo>
                <a:lnTo>
                  <a:pt x="11547" y="269988"/>
                </a:lnTo>
                <a:lnTo>
                  <a:pt x="23577" y="274111"/>
                </a:lnTo>
                <a:lnTo>
                  <a:pt x="27590" y="261849"/>
                </a:lnTo>
                <a:lnTo>
                  <a:pt x="27590" y="253710"/>
                </a:lnTo>
                <a:lnTo>
                  <a:pt x="27590" y="261849"/>
                </a:lnTo>
                <a:lnTo>
                  <a:pt x="23577" y="274111"/>
                </a:lnTo>
                <a:lnTo>
                  <a:pt x="30220" y="355716"/>
                </a:lnTo>
                <a:lnTo>
                  <a:pt x="35607" y="350290"/>
                </a:lnTo>
                <a:lnTo>
                  <a:pt x="35607" y="249587"/>
                </a:lnTo>
                <a:lnTo>
                  <a:pt x="15550" y="249587"/>
                </a:lnTo>
                <a:lnTo>
                  <a:pt x="11547" y="261849"/>
                </a:lnTo>
                <a:lnTo>
                  <a:pt x="11547" y="90285"/>
                </a:lnTo>
                <a:lnTo>
                  <a:pt x="8016" y="81604"/>
                </a:lnTo>
                <a:lnTo>
                  <a:pt x="11547" y="85220"/>
                </a:lnTo>
                <a:lnTo>
                  <a:pt x="11547" y="11719"/>
                </a:lnTo>
                <a:lnTo>
                  <a:pt x="3519" y="357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202281" y="3336310"/>
            <a:ext cx="19574" cy="180245"/>
          </a:xfrm>
          <a:custGeom>
            <a:avLst/>
            <a:gdLst/>
            <a:ahLst/>
            <a:cxnLst/>
            <a:rect l="l" t="t" r="r" b="b"/>
            <a:pathLst>
              <a:path w="19574" h="180245">
                <a:moveTo>
                  <a:pt x="0" y="0"/>
                </a:moveTo>
                <a:lnTo>
                  <a:pt x="3530" y="8681"/>
                </a:lnTo>
                <a:lnTo>
                  <a:pt x="3530" y="180245"/>
                </a:lnTo>
                <a:lnTo>
                  <a:pt x="7533" y="167983"/>
                </a:lnTo>
                <a:lnTo>
                  <a:pt x="19574" y="167983"/>
                </a:lnTo>
                <a:lnTo>
                  <a:pt x="19574" y="101679"/>
                </a:lnTo>
                <a:lnTo>
                  <a:pt x="11547" y="93457"/>
                </a:lnTo>
                <a:lnTo>
                  <a:pt x="11547" y="11828"/>
                </a:lnTo>
                <a:lnTo>
                  <a:pt x="3530" y="3616"/>
                </a:lnTo>
                <a:lnTo>
                  <a:pt x="8027" y="89851"/>
                </a:lnTo>
                <a:lnTo>
                  <a:pt x="11547" y="98532"/>
                </a:lnTo>
                <a:lnTo>
                  <a:pt x="8027" y="89851"/>
                </a:lnTo>
                <a:lnTo>
                  <a:pt x="3530" y="3616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205812" y="3524694"/>
            <a:ext cx="18672" cy="85727"/>
          </a:xfrm>
          <a:custGeom>
            <a:avLst/>
            <a:gdLst/>
            <a:ahLst/>
            <a:cxnLst/>
            <a:rect l="l" t="t" r="r" b="b"/>
            <a:pathLst>
              <a:path w="18672" h="85727">
                <a:moveTo>
                  <a:pt x="12030" y="4123"/>
                </a:moveTo>
                <a:lnTo>
                  <a:pt x="0" y="0"/>
                </a:lnTo>
                <a:lnTo>
                  <a:pt x="0" y="80302"/>
                </a:lnTo>
                <a:lnTo>
                  <a:pt x="5387" y="85727"/>
                </a:lnTo>
                <a:lnTo>
                  <a:pt x="18672" y="85727"/>
                </a:lnTo>
                <a:lnTo>
                  <a:pt x="12030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2181741" y="3276591"/>
            <a:ext cx="8027" cy="81648"/>
          </a:xfrm>
          <a:custGeom>
            <a:avLst/>
            <a:gdLst/>
            <a:ahLst/>
            <a:cxnLst/>
            <a:rect l="l" t="t" r="r" b="b"/>
            <a:pathLst>
              <a:path w="8027" h="81648">
                <a:moveTo>
                  <a:pt x="8027" y="81648"/>
                </a:moveTo>
                <a:lnTo>
                  <a:pt x="3530" y="3616"/>
                </a:lnTo>
                <a:lnTo>
                  <a:pt x="0" y="0"/>
                </a:lnTo>
                <a:lnTo>
                  <a:pt x="0" y="73501"/>
                </a:lnTo>
                <a:lnTo>
                  <a:pt x="8027" y="81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2141637" y="2851866"/>
            <a:ext cx="8016" cy="64378"/>
          </a:xfrm>
          <a:custGeom>
            <a:avLst/>
            <a:gdLst/>
            <a:ahLst/>
            <a:cxnLst/>
            <a:rect l="l" t="t" r="r" b="b"/>
            <a:pathLst>
              <a:path w="8016" h="64378">
                <a:moveTo>
                  <a:pt x="8016" y="64378"/>
                </a:moveTo>
                <a:lnTo>
                  <a:pt x="3519" y="3608"/>
                </a:lnTo>
                <a:lnTo>
                  <a:pt x="0" y="0"/>
                </a:lnTo>
                <a:lnTo>
                  <a:pt x="0" y="64378"/>
                </a:lnTo>
                <a:lnTo>
                  <a:pt x="8016" y="643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2121580" y="2765121"/>
            <a:ext cx="24070" cy="44886"/>
          </a:xfrm>
          <a:custGeom>
            <a:avLst/>
            <a:gdLst/>
            <a:ahLst/>
            <a:cxnLst/>
            <a:rect l="l" t="t" r="r" b="b"/>
            <a:pathLst>
              <a:path w="24070" h="44886">
                <a:moveTo>
                  <a:pt x="12040" y="44886"/>
                </a:moveTo>
                <a:lnTo>
                  <a:pt x="4013" y="24484"/>
                </a:lnTo>
                <a:lnTo>
                  <a:pt x="12040" y="44886"/>
                </a:lnTo>
                <a:lnTo>
                  <a:pt x="12040" y="40762"/>
                </a:lnTo>
                <a:lnTo>
                  <a:pt x="24070" y="44886"/>
                </a:lnTo>
                <a:lnTo>
                  <a:pt x="16043" y="20361"/>
                </a:lnTo>
                <a:lnTo>
                  <a:pt x="12040" y="0"/>
                </a:lnTo>
                <a:lnTo>
                  <a:pt x="12040" y="32623"/>
                </a:lnTo>
                <a:lnTo>
                  <a:pt x="12040" y="20361"/>
                </a:lnTo>
                <a:lnTo>
                  <a:pt x="8027" y="12222"/>
                </a:lnTo>
                <a:lnTo>
                  <a:pt x="4015" y="8133"/>
                </a:lnTo>
                <a:lnTo>
                  <a:pt x="4013" y="16346"/>
                </a:lnTo>
                <a:lnTo>
                  <a:pt x="4013" y="8135"/>
                </a:lnTo>
                <a:lnTo>
                  <a:pt x="0" y="12222"/>
                </a:lnTo>
                <a:lnTo>
                  <a:pt x="4013" y="20361"/>
                </a:lnTo>
                <a:lnTo>
                  <a:pt x="4013" y="44886"/>
                </a:lnTo>
                <a:lnTo>
                  <a:pt x="12040" y="448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2101533" y="2752818"/>
            <a:ext cx="56147" cy="151163"/>
          </a:xfrm>
          <a:custGeom>
            <a:avLst/>
            <a:gdLst/>
            <a:ahLst/>
            <a:cxnLst/>
            <a:rect l="l" t="t" r="r" b="b"/>
            <a:pathLst>
              <a:path w="56147" h="151163">
                <a:moveTo>
                  <a:pt x="8016" y="8247"/>
                </a:moveTo>
                <a:lnTo>
                  <a:pt x="0" y="8247"/>
                </a:lnTo>
                <a:lnTo>
                  <a:pt x="0" y="51762"/>
                </a:lnTo>
                <a:lnTo>
                  <a:pt x="5387" y="57188"/>
                </a:lnTo>
                <a:lnTo>
                  <a:pt x="18672" y="57188"/>
                </a:lnTo>
                <a:lnTo>
                  <a:pt x="24060" y="51762"/>
                </a:lnTo>
                <a:lnTo>
                  <a:pt x="24060" y="32663"/>
                </a:lnTo>
                <a:lnTo>
                  <a:pt x="20046" y="24524"/>
                </a:lnTo>
                <a:lnTo>
                  <a:pt x="24060" y="20437"/>
                </a:lnTo>
                <a:lnTo>
                  <a:pt x="28073" y="24524"/>
                </a:lnTo>
                <a:lnTo>
                  <a:pt x="32087" y="32663"/>
                </a:lnTo>
                <a:lnTo>
                  <a:pt x="32087" y="12302"/>
                </a:lnTo>
                <a:lnTo>
                  <a:pt x="36090" y="32663"/>
                </a:lnTo>
                <a:lnTo>
                  <a:pt x="44117" y="57188"/>
                </a:lnTo>
                <a:lnTo>
                  <a:pt x="48120" y="44925"/>
                </a:lnTo>
                <a:lnTo>
                  <a:pt x="48120" y="151163"/>
                </a:lnTo>
                <a:lnTo>
                  <a:pt x="52133" y="138900"/>
                </a:lnTo>
                <a:lnTo>
                  <a:pt x="52627" y="77155"/>
                </a:lnTo>
                <a:lnTo>
                  <a:pt x="56147" y="80730"/>
                </a:lnTo>
                <a:lnTo>
                  <a:pt x="56147" y="32663"/>
                </a:lnTo>
                <a:lnTo>
                  <a:pt x="48120" y="32663"/>
                </a:lnTo>
                <a:lnTo>
                  <a:pt x="48120" y="36786"/>
                </a:lnTo>
                <a:lnTo>
                  <a:pt x="48120" y="32663"/>
                </a:lnTo>
                <a:lnTo>
                  <a:pt x="40103" y="20401"/>
                </a:lnTo>
                <a:lnTo>
                  <a:pt x="32087" y="12262"/>
                </a:lnTo>
                <a:lnTo>
                  <a:pt x="28073" y="8247"/>
                </a:lnTo>
                <a:lnTo>
                  <a:pt x="40103" y="0"/>
                </a:lnTo>
                <a:lnTo>
                  <a:pt x="8016" y="0"/>
                </a:lnTo>
                <a:lnTo>
                  <a:pt x="20046" y="8247"/>
                </a:lnTo>
                <a:lnTo>
                  <a:pt x="24060" y="20433"/>
                </a:lnTo>
                <a:lnTo>
                  <a:pt x="16043" y="28572"/>
                </a:lnTo>
                <a:lnTo>
                  <a:pt x="16043" y="32663"/>
                </a:lnTo>
                <a:lnTo>
                  <a:pt x="12030" y="32663"/>
                </a:lnTo>
                <a:lnTo>
                  <a:pt x="16043" y="12291"/>
                </a:lnTo>
                <a:lnTo>
                  <a:pt x="8016" y="20401"/>
                </a:lnTo>
                <a:lnTo>
                  <a:pt x="8016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2109550" y="2752818"/>
            <a:ext cx="16027" cy="32663"/>
          </a:xfrm>
          <a:custGeom>
            <a:avLst/>
            <a:gdLst/>
            <a:ahLst/>
            <a:cxnLst/>
            <a:rect l="l" t="t" r="r" b="b"/>
            <a:pathLst>
              <a:path w="16027" h="32663">
                <a:moveTo>
                  <a:pt x="0" y="20401"/>
                </a:moveTo>
                <a:lnTo>
                  <a:pt x="8027" y="12291"/>
                </a:lnTo>
                <a:lnTo>
                  <a:pt x="4013" y="32663"/>
                </a:lnTo>
                <a:lnTo>
                  <a:pt x="8027" y="32663"/>
                </a:lnTo>
                <a:lnTo>
                  <a:pt x="8027" y="28572"/>
                </a:lnTo>
                <a:lnTo>
                  <a:pt x="16027" y="20417"/>
                </a:lnTo>
                <a:lnTo>
                  <a:pt x="12030" y="8247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2129607" y="2752818"/>
            <a:ext cx="20046" cy="32663"/>
          </a:xfrm>
          <a:custGeom>
            <a:avLst/>
            <a:gdLst/>
            <a:ahLst/>
            <a:cxnLst/>
            <a:rect l="l" t="t" r="r" b="b"/>
            <a:pathLst>
              <a:path w="20046" h="32663">
                <a:moveTo>
                  <a:pt x="12030" y="8247"/>
                </a:moveTo>
                <a:lnTo>
                  <a:pt x="12030" y="0"/>
                </a:lnTo>
                <a:lnTo>
                  <a:pt x="0" y="8247"/>
                </a:lnTo>
                <a:lnTo>
                  <a:pt x="4013" y="12262"/>
                </a:lnTo>
                <a:lnTo>
                  <a:pt x="12030" y="20401"/>
                </a:lnTo>
                <a:lnTo>
                  <a:pt x="20046" y="32663"/>
                </a:lnTo>
                <a:lnTo>
                  <a:pt x="20046" y="8247"/>
                </a:lnTo>
                <a:lnTo>
                  <a:pt x="12030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2133621" y="2805883"/>
            <a:ext cx="12030" cy="40910"/>
          </a:xfrm>
          <a:custGeom>
            <a:avLst/>
            <a:gdLst/>
            <a:ahLst/>
            <a:cxnLst/>
            <a:rect l="l" t="t" r="r" b="b"/>
            <a:pathLst>
              <a:path w="12030" h="40910">
                <a:moveTo>
                  <a:pt x="0" y="4123"/>
                </a:moveTo>
                <a:lnTo>
                  <a:pt x="8016" y="40910"/>
                </a:lnTo>
                <a:lnTo>
                  <a:pt x="12030" y="4123"/>
                </a:lnTo>
                <a:lnTo>
                  <a:pt x="0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2204632" y="3584812"/>
            <a:ext cx="65344" cy="131847"/>
          </a:xfrm>
          <a:custGeom>
            <a:avLst/>
            <a:gdLst/>
            <a:ahLst/>
            <a:cxnLst/>
            <a:rect l="l" t="t" r="r" b="b"/>
            <a:pathLst>
              <a:path w="65344" h="131847">
                <a:moveTo>
                  <a:pt x="25240" y="131847"/>
                </a:moveTo>
                <a:lnTo>
                  <a:pt x="65344" y="131847"/>
                </a:lnTo>
                <a:lnTo>
                  <a:pt x="49300" y="119584"/>
                </a:lnTo>
                <a:lnTo>
                  <a:pt x="45292" y="115499"/>
                </a:lnTo>
                <a:lnTo>
                  <a:pt x="41284" y="119584"/>
                </a:lnTo>
                <a:lnTo>
                  <a:pt x="37270" y="115461"/>
                </a:lnTo>
                <a:lnTo>
                  <a:pt x="25240" y="103307"/>
                </a:lnTo>
                <a:lnTo>
                  <a:pt x="29737" y="53715"/>
                </a:lnTo>
                <a:lnTo>
                  <a:pt x="21720" y="4774"/>
                </a:lnTo>
                <a:lnTo>
                  <a:pt x="17224" y="70535"/>
                </a:lnTo>
                <a:lnTo>
                  <a:pt x="17020" y="0"/>
                </a:lnTo>
                <a:lnTo>
                  <a:pt x="9400" y="0"/>
                </a:lnTo>
                <a:lnTo>
                  <a:pt x="4700" y="4774"/>
                </a:lnTo>
                <a:lnTo>
                  <a:pt x="0" y="9549"/>
                </a:lnTo>
                <a:lnTo>
                  <a:pt x="0" y="17254"/>
                </a:lnTo>
                <a:lnTo>
                  <a:pt x="4700" y="22028"/>
                </a:lnTo>
                <a:lnTo>
                  <a:pt x="9196" y="26654"/>
                </a:lnTo>
                <a:lnTo>
                  <a:pt x="9196" y="21594"/>
                </a:lnTo>
                <a:lnTo>
                  <a:pt x="12716" y="30276"/>
                </a:lnTo>
                <a:lnTo>
                  <a:pt x="17224" y="75644"/>
                </a:lnTo>
                <a:lnTo>
                  <a:pt x="20744" y="79216"/>
                </a:lnTo>
                <a:lnTo>
                  <a:pt x="25240" y="115461"/>
                </a:lnTo>
                <a:lnTo>
                  <a:pt x="25240" y="111446"/>
                </a:lnTo>
                <a:lnTo>
                  <a:pt x="25240" y="1318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2213828" y="3606407"/>
            <a:ext cx="8027" cy="54049"/>
          </a:xfrm>
          <a:custGeom>
            <a:avLst/>
            <a:gdLst/>
            <a:ahLst/>
            <a:cxnLst/>
            <a:rect l="l" t="t" r="r" b="b"/>
            <a:pathLst>
              <a:path w="8027" h="54049">
                <a:moveTo>
                  <a:pt x="8027" y="54049"/>
                </a:moveTo>
                <a:lnTo>
                  <a:pt x="3519" y="8681"/>
                </a:lnTo>
                <a:lnTo>
                  <a:pt x="0" y="0"/>
                </a:lnTo>
                <a:lnTo>
                  <a:pt x="0" y="45902"/>
                </a:lnTo>
                <a:lnTo>
                  <a:pt x="8027" y="54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2226352" y="3589587"/>
            <a:ext cx="23571" cy="114810"/>
          </a:xfrm>
          <a:custGeom>
            <a:avLst/>
            <a:gdLst/>
            <a:ahLst/>
            <a:cxnLst/>
            <a:rect l="l" t="t" r="r" b="b"/>
            <a:pathLst>
              <a:path w="23571" h="114810">
                <a:moveTo>
                  <a:pt x="19563" y="106638"/>
                </a:moveTo>
                <a:lnTo>
                  <a:pt x="19563" y="114810"/>
                </a:lnTo>
                <a:lnTo>
                  <a:pt x="23571" y="110724"/>
                </a:lnTo>
                <a:lnTo>
                  <a:pt x="19563" y="102547"/>
                </a:lnTo>
                <a:lnTo>
                  <a:pt x="19563" y="86270"/>
                </a:lnTo>
                <a:lnTo>
                  <a:pt x="11536" y="57622"/>
                </a:lnTo>
                <a:lnTo>
                  <a:pt x="19563" y="86270"/>
                </a:lnTo>
                <a:lnTo>
                  <a:pt x="19563" y="60769"/>
                </a:lnTo>
                <a:lnTo>
                  <a:pt x="11536" y="52546"/>
                </a:lnTo>
                <a:lnTo>
                  <a:pt x="11536" y="11719"/>
                </a:lnTo>
                <a:lnTo>
                  <a:pt x="0" y="0"/>
                </a:lnTo>
                <a:lnTo>
                  <a:pt x="8016" y="48940"/>
                </a:lnTo>
                <a:lnTo>
                  <a:pt x="7533" y="86270"/>
                </a:lnTo>
                <a:lnTo>
                  <a:pt x="15550" y="102547"/>
                </a:lnTo>
                <a:lnTo>
                  <a:pt x="19563" y="1066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2229872" y="3638528"/>
            <a:ext cx="16043" cy="65869"/>
          </a:xfrm>
          <a:custGeom>
            <a:avLst/>
            <a:gdLst/>
            <a:ahLst/>
            <a:cxnLst/>
            <a:rect l="l" t="t" r="r" b="b"/>
            <a:pathLst>
              <a:path w="16043" h="65869">
                <a:moveTo>
                  <a:pt x="4496" y="0"/>
                </a:moveTo>
                <a:lnTo>
                  <a:pt x="0" y="49591"/>
                </a:lnTo>
                <a:lnTo>
                  <a:pt x="12030" y="61745"/>
                </a:lnTo>
                <a:lnTo>
                  <a:pt x="16043" y="65869"/>
                </a:lnTo>
                <a:lnTo>
                  <a:pt x="16043" y="57698"/>
                </a:lnTo>
                <a:lnTo>
                  <a:pt x="12030" y="53607"/>
                </a:lnTo>
                <a:lnTo>
                  <a:pt x="4013" y="37329"/>
                </a:lnTo>
                <a:lnTo>
                  <a:pt x="449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2221856" y="3660457"/>
            <a:ext cx="8016" cy="39817"/>
          </a:xfrm>
          <a:custGeom>
            <a:avLst/>
            <a:gdLst/>
            <a:ahLst/>
            <a:cxnLst/>
            <a:rect l="l" t="t" r="r" b="b"/>
            <a:pathLst>
              <a:path w="8016" h="39817">
                <a:moveTo>
                  <a:pt x="8016" y="39817"/>
                </a:moveTo>
                <a:lnTo>
                  <a:pt x="3519" y="3572"/>
                </a:lnTo>
                <a:lnTo>
                  <a:pt x="0" y="0"/>
                </a:lnTo>
                <a:lnTo>
                  <a:pt x="0" y="39817"/>
                </a:lnTo>
                <a:lnTo>
                  <a:pt x="8016" y="398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2245916" y="3598268"/>
            <a:ext cx="48131" cy="118391"/>
          </a:xfrm>
          <a:custGeom>
            <a:avLst/>
            <a:gdLst/>
            <a:ahLst/>
            <a:cxnLst/>
            <a:rect l="l" t="t" r="r" b="b"/>
            <a:pathLst>
              <a:path w="48131" h="118391">
                <a:moveTo>
                  <a:pt x="32087" y="61203"/>
                </a:moveTo>
                <a:lnTo>
                  <a:pt x="40103" y="61203"/>
                </a:lnTo>
                <a:lnTo>
                  <a:pt x="40103" y="12153"/>
                </a:lnTo>
                <a:lnTo>
                  <a:pt x="48131" y="12153"/>
                </a:lnTo>
                <a:lnTo>
                  <a:pt x="40103" y="8138"/>
                </a:lnTo>
                <a:lnTo>
                  <a:pt x="40103" y="0"/>
                </a:lnTo>
                <a:lnTo>
                  <a:pt x="28073" y="12153"/>
                </a:lnTo>
                <a:lnTo>
                  <a:pt x="32087" y="48940"/>
                </a:lnTo>
                <a:lnTo>
                  <a:pt x="20046" y="61203"/>
                </a:lnTo>
                <a:lnTo>
                  <a:pt x="20046" y="77589"/>
                </a:lnTo>
                <a:lnTo>
                  <a:pt x="8016" y="89851"/>
                </a:lnTo>
                <a:lnTo>
                  <a:pt x="8016" y="77589"/>
                </a:lnTo>
                <a:lnTo>
                  <a:pt x="0" y="77589"/>
                </a:lnTo>
                <a:lnTo>
                  <a:pt x="0" y="93866"/>
                </a:lnTo>
                <a:lnTo>
                  <a:pt x="4008" y="102043"/>
                </a:lnTo>
                <a:lnTo>
                  <a:pt x="8016" y="106128"/>
                </a:lnTo>
                <a:lnTo>
                  <a:pt x="24060" y="118391"/>
                </a:lnTo>
                <a:lnTo>
                  <a:pt x="12030" y="102005"/>
                </a:lnTo>
                <a:lnTo>
                  <a:pt x="8016" y="97957"/>
                </a:lnTo>
                <a:lnTo>
                  <a:pt x="4013" y="93866"/>
                </a:lnTo>
                <a:lnTo>
                  <a:pt x="0" y="81604"/>
                </a:lnTo>
                <a:lnTo>
                  <a:pt x="4013" y="93866"/>
                </a:lnTo>
                <a:lnTo>
                  <a:pt x="12030" y="93866"/>
                </a:lnTo>
                <a:lnTo>
                  <a:pt x="24060" y="89851"/>
                </a:lnTo>
                <a:lnTo>
                  <a:pt x="32087" y="61203"/>
                </a:lnTo>
                <a:lnTo>
                  <a:pt x="32087" y="57079"/>
                </a:lnTo>
                <a:lnTo>
                  <a:pt x="32087" y="612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2249929" y="3659471"/>
            <a:ext cx="28073" cy="57188"/>
          </a:xfrm>
          <a:custGeom>
            <a:avLst/>
            <a:gdLst/>
            <a:ahLst/>
            <a:cxnLst/>
            <a:rect l="l" t="t" r="r" b="b"/>
            <a:pathLst>
              <a:path w="28073" h="57188">
                <a:moveTo>
                  <a:pt x="28073" y="0"/>
                </a:moveTo>
                <a:lnTo>
                  <a:pt x="20046" y="28648"/>
                </a:lnTo>
                <a:lnTo>
                  <a:pt x="20046" y="36787"/>
                </a:lnTo>
                <a:lnTo>
                  <a:pt x="20046" y="28648"/>
                </a:lnTo>
                <a:lnTo>
                  <a:pt x="8016" y="32663"/>
                </a:lnTo>
                <a:lnTo>
                  <a:pt x="0" y="32663"/>
                </a:lnTo>
                <a:lnTo>
                  <a:pt x="4002" y="36754"/>
                </a:lnTo>
                <a:lnTo>
                  <a:pt x="8016" y="40802"/>
                </a:lnTo>
                <a:lnTo>
                  <a:pt x="20046" y="57188"/>
                </a:lnTo>
                <a:lnTo>
                  <a:pt x="20046" y="40802"/>
                </a:lnTo>
                <a:lnTo>
                  <a:pt x="28073" y="40802"/>
                </a:lnTo>
                <a:lnTo>
                  <a:pt x="2807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2269976" y="3455244"/>
            <a:ext cx="32087" cy="155178"/>
          </a:xfrm>
          <a:custGeom>
            <a:avLst/>
            <a:gdLst/>
            <a:ahLst/>
            <a:cxnLst/>
            <a:rect l="l" t="t" r="r" b="b"/>
            <a:pathLst>
              <a:path w="32087" h="155178">
                <a:moveTo>
                  <a:pt x="32087" y="24524"/>
                </a:moveTo>
                <a:lnTo>
                  <a:pt x="20057" y="24524"/>
                </a:lnTo>
                <a:lnTo>
                  <a:pt x="16043" y="12262"/>
                </a:lnTo>
                <a:lnTo>
                  <a:pt x="16043" y="0"/>
                </a:lnTo>
                <a:lnTo>
                  <a:pt x="11547" y="69016"/>
                </a:lnTo>
                <a:lnTo>
                  <a:pt x="8027" y="72588"/>
                </a:lnTo>
                <a:lnTo>
                  <a:pt x="0" y="80736"/>
                </a:lnTo>
                <a:lnTo>
                  <a:pt x="8027" y="77589"/>
                </a:lnTo>
                <a:lnTo>
                  <a:pt x="12030" y="130762"/>
                </a:lnTo>
                <a:lnTo>
                  <a:pt x="16043" y="143024"/>
                </a:lnTo>
                <a:lnTo>
                  <a:pt x="16043" y="151163"/>
                </a:lnTo>
                <a:lnTo>
                  <a:pt x="24070" y="155178"/>
                </a:lnTo>
                <a:lnTo>
                  <a:pt x="20540" y="94517"/>
                </a:lnTo>
                <a:lnTo>
                  <a:pt x="24070" y="85836"/>
                </a:lnTo>
                <a:lnTo>
                  <a:pt x="32087" y="82689"/>
                </a:lnTo>
                <a:lnTo>
                  <a:pt x="3208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2278003" y="3455244"/>
            <a:ext cx="8016" cy="72588"/>
          </a:xfrm>
          <a:custGeom>
            <a:avLst/>
            <a:gdLst/>
            <a:ahLst/>
            <a:cxnLst/>
            <a:rect l="l" t="t" r="r" b="b"/>
            <a:pathLst>
              <a:path w="8016" h="72588">
                <a:moveTo>
                  <a:pt x="3519" y="69016"/>
                </a:moveTo>
                <a:lnTo>
                  <a:pt x="8016" y="0"/>
                </a:lnTo>
                <a:lnTo>
                  <a:pt x="0" y="0"/>
                </a:lnTo>
                <a:lnTo>
                  <a:pt x="0" y="72588"/>
                </a:lnTo>
                <a:lnTo>
                  <a:pt x="3519" y="690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2290516" y="3537933"/>
            <a:ext cx="11547" cy="72488"/>
          </a:xfrm>
          <a:custGeom>
            <a:avLst/>
            <a:gdLst/>
            <a:ahLst/>
            <a:cxnLst/>
            <a:rect l="l" t="t" r="r" b="b"/>
            <a:pathLst>
              <a:path w="11547" h="72488">
                <a:moveTo>
                  <a:pt x="3530" y="8211"/>
                </a:moveTo>
                <a:lnTo>
                  <a:pt x="11547" y="0"/>
                </a:lnTo>
                <a:lnTo>
                  <a:pt x="3530" y="3146"/>
                </a:lnTo>
                <a:lnTo>
                  <a:pt x="0" y="11828"/>
                </a:lnTo>
                <a:lnTo>
                  <a:pt x="3530" y="72488"/>
                </a:lnTo>
                <a:lnTo>
                  <a:pt x="3530" y="82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2286020" y="3373640"/>
            <a:ext cx="16043" cy="93866"/>
          </a:xfrm>
          <a:custGeom>
            <a:avLst/>
            <a:gdLst/>
            <a:ahLst/>
            <a:cxnLst/>
            <a:rect l="l" t="t" r="r" b="b"/>
            <a:pathLst>
              <a:path w="16043" h="93866">
                <a:moveTo>
                  <a:pt x="12030" y="81604"/>
                </a:moveTo>
                <a:lnTo>
                  <a:pt x="16043" y="93866"/>
                </a:lnTo>
                <a:lnTo>
                  <a:pt x="12030" y="24416"/>
                </a:lnTo>
                <a:lnTo>
                  <a:pt x="8027" y="12262"/>
                </a:lnTo>
                <a:lnTo>
                  <a:pt x="8027" y="0"/>
                </a:lnTo>
                <a:lnTo>
                  <a:pt x="0" y="0"/>
                </a:lnTo>
                <a:lnTo>
                  <a:pt x="0" y="69341"/>
                </a:lnTo>
                <a:lnTo>
                  <a:pt x="12030" y="816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2310080" y="3099528"/>
            <a:ext cx="11547" cy="286374"/>
          </a:xfrm>
          <a:custGeom>
            <a:avLst/>
            <a:gdLst/>
            <a:ahLst/>
            <a:cxnLst/>
            <a:rect l="l" t="t" r="r" b="b"/>
            <a:pathLst>
              <a:path w="11547" h="286374">
                <a:moveTo>
                  <a:pt x="0" y="85220"/>
                </a:moveTo>
                <a:lnTo>
                  <a:pt x="0" y="286374"/>
                </a:lnTo>
                <a:lnTo>
                  <a:pt x="4496" y="213342"/>
                </a:lnTo>
                <a:lnTo>
                  <a:pt x="8027" y="204661"/>
                </a:lnTo>
                <a:lnTo>
                  <a:pt x="8027" y="8572"/>
                </a:lnTo>
                <a:lnTo>
                  <a:pt x="11547" y="0"/>
                </a:lnTo>
                <a:lnTo>
                  <a:pt x="8027" y="434"/>
                </a:lnTo>
                <a:lnTo>
                  <a:pt x="8027" y="3572"/>
                </a:lnTo>
                <a:lnTo>
                  <a:pt x="0" y="11719"/>
                </a:lnTo>
                <a:lnTo>
                  <a:pt x="3530" y="81604"/>
                </a:lnTo>
                <a:lnTo>
                  <a:pt x="0" y="90285"/>
                </a:lnTo>
                <a:lnTo>
                  <a:pt x="0" y="852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2294047" y="3206199"/>
            <a:ext cx="12030" cy="167440"/>
          </a:xfrm>
          <a:custGeom>
            <a:avLst/>
            <a:gdLst/>
            <a:ahLst/>
            <a:cxnLst/>
            <a:rect l="l" t="t" r="r" b="b"/>
            <a:pathLst>
              <a:path w="12030" h="167440">
                <a:moveTo>
                  <a:pt x="11536" y="81170"/>
                </a:moveTo>
                <a:lnTo>
                  <a:pt x="8016" y="0"/>
                </a:lnTo>
                <a:lnTo>
                  <a:pt x="8016" y="84746"/>
                </a:lnTo>
                <a:lnTo>
                  <a:pt x="0" y="92889"/>
                </a:lnTo>
                <a:lnTo>
                  <a:pt x="8016" y="89851"/>
                </a:lnTo>
                <a:lnTo>
                  <a:pt x="12030" y="167440"/>
                </a:lnTo>
                <a:lnTo>
                  <a:pt x="11536" y="811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2310080" y="3111248"/>
            <a:ext cx="3530" cy="78565"/>
          </a:xfrm>
          <a:custGeom>
            <a:avLst/>
            <a:gdLst/>
            <a:ahLst/>
            <a:cxnLst/>
            <a:rect l="l" t="t" r="r" b="b"/>
            <a:pathLst>
              <a:path w="3530" h="78565">
                <a:moveTo>
                  <a:pt x="3530" y="69884"/>
                </a:moveTo>
                <a:lnTo>
                  <a:pt x="0" y="0"/>
                </a:lnTo>
                <a:lnTo>
                  <a:pt x="0" y="78565"/>
                </a:lnTo>
                <a:lnTo>
                  <a:pt x="3530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2322603" y="3055036"/>
            <a:ext cx="19563" cy="151597"/>
          </a:xfrm>
          <a:custGeom>
            <a:avLst/>
            <a:gdLst/>
            <a:ahLst/>
            <a:cxnLst/>
            <a:rect l="l" t="t" r="r" b="b"/>
            <a:pathLst>
              <a:path w="19563" h="151597">
                <a:moveTo>
                  <a:pt x="11547" y="66376"/>
                </a:moveTo>
                <a:lnTo>
                  <a:pt x="19563" y="58164"/>
                </a:lnTo>
                <a:lnTo>
                  <a:pt x="19563" y="5534"/>
                </a:lnTo>
                <a:lnTo>
                  <a:pt x="14176" y="0"/>
                </a:lnTo>
                <a:lnTo>
                  <a:pt x="890" y="0"/>
                </a:lnTo>
                <a:lnTo>
                  <a:pt x="0" y="151597"/>
                </a:lnTo>
                <a:lnTo>
                  <a:pt x="3519" y="142915"/>
                </a:lnTo>
                <a:lnTo>
                  <a:pt x="8016" y="69992"/>
                </a:lnTo>
                <a:lnTo>
                  <a:pt x="11547" y="61311"/>
                </a:lnTo>
                <a:lnTo>
                  <a:pt x="11547" y="663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2286020" y="3055036"/>
            <a:ext cx="48131" cy="424732"/>
          </a:xfrm>
          <a:custGeom>
            <a:avLst/>
            <a:gdLst/>
            <a:ahLst/>
            <a:cxnLst/>
            <a:rect l="l" t="t" r="r" b="b"/>
            <a:pathLst>
              <a:path w="48131" h="424732">
                <a:moveTo>
                  <a:pt x="48131" y="66376"/>
                </a:moveTo>
                <a:lnTo>
                  <a:pt x="48131" y="61311"/>
                </a:lnTo>
                <a:lnTo>
                  <a:pt x="44600" y="69992"/>
                </a:lnTo>
                <a:lnTo>
                  <a:pt x="40103" y="142915"/>
                </a:lnTo>
                <a:lnTo>
                  <a:pt x="36583" y="151597"/>
                </a:lnTo>
                <a:lnTo>
                  <a:pt x="37474" y="0"/>
                </a:lnTo>
                <a:lnTo>
                  <a:pt x="32087" y="5534"/>
                </a:lnTo>
                <a:lnTo>
                  <a:pt x="32087" y="44925"/>
                </a:lnTo>
                <a:lnTo>
                  <a:pt x="35607" y="44491"/>
                </a:lnTo>
                <a:lnTo>
                  <a:pt x="32087" y="53064"/>
                </a:lnTo>
                <a:lnTo>
                  <a:pt x="32087" y="249153"/>
                </a:lnTo>
                <a:lnTo>
                  <a:pt x="28556" y="257834"/>
                </a:lnTo>
                <a:lnTo>
                  <a:pt x="24060" y="330865"/>
                </a:lnTo>
                <a:lnTo>
                  <a:pt x="24060" y="129712"/>
                </a:lnTo>
                <a:lnTo>
                  <a:pt x="16043" y="137924"/>
                </a:lnTo>
                <a:lnTo>
                  <a:pt x="16043" y="151163"/>
                </a:lnTo>
                <a:lnTo>
                  <a:pt x="19563" y="232333"/>
                </a:lnTo>
                <a:lnTo>
                  <a:pt x="20057" y="318603"/>
                </a:lnTo>
                <a:lnTo>
                  <a:pt x="16043" y="241014"/>
                </a:lnTo>
                <a:lnTo>
                  <a:pt x="8027" y="244052"/>
                </a:lnTo>
                <a:lnTo>
                  <a:pt x="8027" y="330865"/>
                </a:lnTo>
                <a:lnTo>
                  <a:pt x="12030" y="343019"/>
                </a:lnTo>
                <a:lnTo>
                  <a:pt x="16043" y="412470"/>
                </a:lnTo>
                <a:lnTo>
                  <a:pt x="16043" y="420717"/>
                </a:lnTo>
                <a:lnTo>
                  <a:pt x="16043" y="412470"/>
                </a:lnTo>
                <a:lnTo>
                  <a:pt x="12030" y="400207"/>
                </a:lnTo>
                <a:lnTo>
                  <a:pt x="0" y="404331"/>
                </a:lnTo>
                <a:lnTo>
                  <a:pt x="12030" y="400207"/>
                </a:lnTo>
                <a:lnTo>
                  <a:pt x="0" y="387945"/>
                </a:lnTo>
                <a:lnTo>
                  <a:pt x="0" y="412470"/>
                </a:lnTo>
                <a:lnTo>
                  <a:pt x="4013" y="424732"/>
                </a:lnTo>
                <a:lnTo>
                  <a:pt x="24060" y="424732"/>
                </a:lnTo>
                <a:lnTo>
                  <a:pt x="24060" y="339004"/>
                </a:lnTo>
                <a:lnTo>
                  <a:pt x="32087" y="343019"/>
                </a:lnTo>
                <a:lnTo>
                  <a:pt x="32087" y="254217"/>
                </a:lnTo>
                <a:lnTo>
                  <a:pt x="40103" y="246006"/>
                </a:lnTo>
                <a:lnTo>
                  <a:pt x="40103" y="148024"/>
                </a:lnTo>
                <a:lnTo>
                  <a:pt x="48131" y="139877"/>
                </a:lnTo>
                <a:lnTo>
                  <a:pt x="48131" y="663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2253932" y="3532833"/>
            <a:ext cx="32087" cy="155286"/>
          </a:xfrm>
          <a:custGeom>
            <a:avLst/>
            <a:gdLst/>
            <a:ahLst/>
            <a:cxnLst/>
            <a:rect l="l" t="t" r="r" b="b"/>
            <a:pathLst>
              <a:path w="32087" h="155286">
                <a:moveTo>
                  <a:pt x="28073" y="53172"/>
                </a:moveTo>
                <a:lnTo>
                  <a:pt x="24070" y="0"/>
                </a:lnTo>
                <a:lnTo>
                  <a:pt x="16043" y="3146"/>
                </a:lnTo>
                <a:lnTo>
                  <a:pt x="16043" y="65435"/>
                </a:lnTo>
                <a:lnTo>
                  <a:pt x="8027" y="53172"/>
                </a:lnTo>
                <a:lnTo>
                  <a:pt x="8027" y="114376"/>
                </a:lnTo>
                <a:lnTo>
                  <a:pt x="0" y="102113"/>
                </a:lnTo>
                <a:lnTo>
                  <a:pt x="0" y="155286"/>
                </a:lnTo>
                <a:lnTo>
                  <a:pt x="12030" y="143024"/>
                </a:lnTo>
                <a:lnTo>
                  <a:pt x="12030" y="126638"/>
                </a:lnTo>
                <a:lnTo>
                  <a:pt x="24070" y="114376"/>
                </a:lnTo>
                <a:lnTo>
                  <a:pt x="20057" y="102113"/>
                </a:lnTo>
                <a:lnTo>
                  <a:pt x="24070" y="114376"/>
                </a:lnTo>
                <a:lnTo>
                  <a:pt x="20057" y="77589"/>
                </a:lnTo>
                <a:lnTo>
                  <a:pt x="32087" y="65435"/>
                </a:lnTo>
                <a:lnTo>
                  <a:pt x="28073" y="531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2261959" y="3586006"/>
            <a:ext cx="8016" cy="12262"/>
          </a:xfrm>
          <a:custGeom>
            <a:avLst/>
            <a:gdLst/>
            <a:ahLst/>
            <a:cxnLst/>
            <a:rect l="l" t="t" r="r" b="b"/>
            <a:pathLst>
              <a:path w="8016" h="12262">
                <a:moveTo>
                  <a:pt x="8016" y="0"/>
                </a:moveTo>
                <a:lnTo>
                  <a:pt x="0" y="0"/>
                </a:lnTo>
                <a:lnTo>
                  <a:pt x="8016" y="12262"/>
                </a:lnTo>
                <a:lnTo>
                  <a:pt x="80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2253932" y="3634947"/>
            <a:ext cx="8027" cy="12262"/>
          </a:xfrm>
          <a:custGeom>
            <a:avLst/>
            <a:gdLst/>
            <a:ahLst/>
            <a:cxnLst/>
            <a:rect l="l" t="t" r="r" b="b"/>
            <a:pathLst>
              <a:path w="8027" h="12262">
                <a:moveTo>
                  <a:pt x="8027" y="0"/>
                </a:moveTo>
                <a:lnTo>
                  <a:pt x="0" y="0"/>
                </a:lnTo>
                <a:lnTo>
                  <a:pt x="8027" y="12262"/>
                </a:lnTo>
                <a:lnTo>
                  <a:pt x="802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2310080" y="3394041"/>
            <a:ext cx="8027" cy="4015"/>
          </a:xfrm>
          <a:custGeom>
            <a:avLst/>
            <a:gdLst/>
            <a:ahLst/>
            <a:cxnLst/>
            <a:rect l="l" t="t" r="r" b="b"/>
            <a:pathLst>
              <a:path w="8027" h="4015">
                <a:moveTo>
                  <a:pt x="8027" y="4015"/>
                </a:moveTo>
                <a:lnTo>
                  <a:pt x="0" y="0"/>
                </a:lnTo>
                <a:lnTo>
                  <a:pt x="0" y="4015"/>
                </a:lnTo>
                <a:lnTo>
                  <a:pt x="8027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2221652" y="3584812"/>
            <a:ext cx="4700" cy="70535"/>
          </a:xfrm>
          <a:custGeom>
            <a:avLst/>
            <a:gdLst/>
            <a:ahLst/>
            <a:cxnLst/>
            <a:rect l="l" t="t" r="r" b="b"/>
            <a:pathLst>
              <a:path w="4700" h="70535">
                <a:moveTo>
                  <a:pt x="0" y="0"/>
                </a:moveTo>
                <a:lnTo>
                  <a:pt x="203" y="70535"/>
                </a:lnTo>
                <a:lnTo>
                  <a:pt x="4700" y="477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2366238" y="2752818"/>
            <a:ext cx="20046" cy="20401"/>
          </a:xfrm>
          <a:custGeom>
            <a:avLst/>
            <a:gdLst/>
            <a:ahLst/>
            <a:cxnLst/>
            <a:rect l="l" t="t" r="r" b="b"/>
            <a:pathLst>
              <a:path w="20046" h="20401">
                <a:moveTo>
                  <a:pt x="12030" y="8247"/>
                </a:moveTo>
                <a:lnTo>
                  <a:pt x="16032" y="12262"/>
                </a:lnTo>
                <a:lnTo>
                  <a:pt x="20046" y="0"/>
                </a:lnTo>
                <a:lnTo>
                  <a:pt x="0" y="0"/>
                </a:lnTo>
                <a:lnTo>
                  <a:pt x="0" y="20401"/>
                </a:lnTo>
                <a:lnTo>
                  <a:pt x="12030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2374254" y="2777343"/>
            <a:ext cx="24060" cy="49049"/>
          </a:xfrm>
          <a:custGeom>
            <a:avLst/>
            <a:gdLst/>
            <a:ahLst/>
            <a:cxnLst/>
            <a:rect l="l" t="t" r="r" b="b"/>
            <a:pathLst>
              <a:path w="24060" h="49049">
                <a:moveTo>
                  <a:pt x="16043" y="0"/>
                </a:moveTo>
                <a:lnTo>
                  <a:pt x="8016" y="0"/>
                </a:lnTo>
                <a:lnTo>
                  <a:pt x="8016" y="8138"/>
                </a:lnTo>
                <a:lnTo>
                  <a:pt x="0" y="20401"/>
                </a:lnTo>
                <a:lnTo>
                  <a:pt x="0" y="32663"/>
                </a:lnTo>
                <a:lnTo>
                  <a:pt x="0" y="28539"/>
                </a:lnTo>
                <a:lnTo>
                  <a:pt x="8016" y="32663"/>
                </a:lnTo>
                <a:lnTo>
                  <a:pt x="8016" y="9115"/>
                </a:lnTo>
                <a:lnTo>
                  <a:pt x="16043" y="17338"/>
                </a:lnTo>
                <a:lnTo>
                  <a:pt x="16043" y="49049"/>
                </a:lnTo>
                <a:lnTo>
                  <a:pt x="24060" y="49049"/>
                </a:lnTo>
                <a:lnTo>
                  <a:pt x="19563" y="20943"/>
                </a:lnTo>
                <a:lnTo>
                  <a:pt x="16043" y="0"/>
                </a:lnTo>
                <a:lnTo>
                  <a:pt x="16043" y="12262"/>
                </a:lnTo>
                <a:lnTo>
                  <a:pt x="16043" y="8138"/>
                </a:lnTo>
                <a:lnTo>
                  <a:pt x="8016" y="4123"/>
                </a:lnTo>
                <a:lnTo>
                  <a:pt x="16043" y="8138"/>
                </a:lnTo>
                <a:lnTo>
                  <a:pt x="1604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2370241" y="2769170"/>
            <a:ext cx="16045" cy="16311"/>
          </a:xfrm>
          <a:custGeom>
            <a:avLst/>
            <a:gdLst/>
            <a:ahLst/>
            <a:cxnLst/>
            <a:rect l="l" t="t" r="r" b="b"/>
            <a:pathLst>
              <a:path w="16045" h="16311">
                <a:moveTo>
                  <a:pt x="12030" y="4049"/>
                </a:moveTo>
                <a:lnTo>
                  <a:pt x="0" y="16311"/>
                </a:lnTo>
                <a:lnTo>
                  <a:pt x="8027" y="8173"/>
                </a:lnTo>
                <a:lnTo>
                  <a:pt x="12030" y="4092"/>
                </a:lnTo>
                <a:lnTo>
                  <a:pt x="16045" y="0"/>
                </a:lnTo>
                <a:lnTo>
                  <a:pt x="12030" y="4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402328" y="2772785"/>
            <a:ext cx="12030" cy="41344"/>
          </a:xfrm>
          <a:custGeom>
            <a:avLst/>
            <a:gdLst/>
            <a:ahLst/>
            <a:cxnLst/>
            <a:rect l="l" t="t" r="r" b="b"/>
            <a:pathLst>
              <a:path w="12030" h="41344">
                <a:moveTo>
                  <a:pt x="12030" y="24958"/>
                </a:moveTo>
                <a:lnTo>
                  <a:pt x="12030" y="11719"/>
                </a:lnTo>
                <a:lnTo>
                  <a:pt x="4013" y="3583"/>
                </a:lnTo>
                <a:lnTo>
                  <a:pt x="482" y="0"/>
                </a:lnTo>
                <a:lnTo>
                  <a:pt x="0" y="29082"/>
                </a:lnTo>
                <a:lnTo>
                  <a:pt x="12030" y="41344"/>
                </a:lnTo>
                <a:lnTo>
                  <a:pt x="12030" y="29082"/>
                </a:lnTo>
                <a:lnTo>
                  <a:pt x="4013" y="8681"/>
                </a:lnTo>
                <a:lnTo>
                  <a:pt x="12030" y="29082"/>
                </a:lnTo>
                <a:lnTo>
                  <a:pt x="12030" y="249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418855" y="2862637"/>
            <a:ext cx="16934" cy="225062"/>
          </a:xfrm>
          <a:custGeom>
            <a:avLst/>
            <a:gdLst/>
            <a:ahLst/>
            <a:cxnLst/>
            <a:rect l="l" t="t" r="r" b="b"/>
            <a:pathLst>
              <a:path w="16934" h="225062">
                <a:moveTo>
                  <a:pt x="0" y="0"/>
                </a:moveTo>
                <a:lnTo>
                  <a:pt x="3530" y="8681"/>
                </a:lnTo>
                <a:lnTo>
                  <a:pt x="7050" y="139877"/>
                </a:lnTo>
                <a:lnTo>
                  <a:pt x="11547" y="201595"/>
                </a:lnTo>
                <a:lnTo>
                  <a:pt x="11547" y="196522"/>
                </a:lnTo>
                <a:lnTo>
                  <a:pt x="11547" y="219636"/>
                </a:lnTo>
                <a:lnTo>
                  <a:pt x="16934" y="225062"/>
                </a:lnTo>
                <a:lnTo>
                  <a:pt x="15067" y="205204"/>
                </a:lnTo>
                <a:lnTo>
                  <a:pt x="11547" y="57622"/>
                </a:lnTo>
                <a:lnTo>
                  <a:pt x="8027" y="48940"/>
                </a:lnTo>
                <a:lnTo>
                  <a:pt x="11547" y="52546"/>
                </a:lnTo>
                <a:lnTo>
                  <a:pt x="11547" y="11719"/>
                </a:lnTo>
                <a:lnTo>
                  <a:pt x="3530" y="358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426882" y="2911578"/>
            <a:ext cx="19563" cy="176121"/>
          </a:xfrm>
          <a:custGeom>
            <a:avLst/>
            <a:gdLst/>
            <a:ahLst/>
            <a:cxnLst/>
            <a:rect l="l" t="t" r="r" b="b"/>
            <a:pathLst>
              <a:path w="19563" h="176121">
                <a:moveTo>
                  <a:pt x="0" y="0"/>
                </a:moveTo>
                <a:lnTo>
                  <a:pt x="3519" y="8681"/>
                </a:lnTo>
                <a:lnTo>
                  <a:pt x="7039" y="156263"/>
                </a:lnTo>
                <a:lnTo>
                  <a:pt x="8907" y="176121"/>
                </a:lnTo>
                <a:lnTo>
                  <a:pt x="15550" y="176121"/>
                </a:lnTo>
                <a:lnTo>
                  <a:pt x="16043" y="130762"/>
                </a:lnTo>
                <a:lnTo>
                  <a:pt x="19563" y="134337"/>
                </a:lnTo>
                <a:lnTo>
                  <a:pt x="19563" y="77155"/>
                </a:lnTo>
                <a:lnTo>
                  <a:pt x="11547" y="69018"/>
                </a:lnTo>
                <a:lnTo>
                  <a:pt x="11547" y="74008"/>
                </a:lnTo>
                <a:lnTo>
                  <a:pt x="8016" y="65435"/>
                </a:lnTo>
                <a:lnTo>
                  <a:pt x="11547" y="11828"/>
                </a:lnTo>
                <a:lnTo>
                  <a:pt x="3519" y="3605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2414358" y="2933496"/>
            <a:ext cx="8027" cy="65413"/>
          </a:xfrm>
          <a:custGeom>
            <a:avLst/>
            <a:gdLst/>
            <a:ahLst/>
            <a:cxnLst/>
            <a:rect l="l" t="t" r="r" b="b"/>
            <a:pathLst>
              <a:path w="8027" h="65413">
                <a:moveTo>
                  <a:pt x="8027" y="65413"/>
                </a:moveTo>
                <a:lnTo>
                  <a:pt x="3530" y="3583"/>
                </a:lnTo>
                <a:lnTo>
                  <a:pt x="0" y="0"/>
                </a:lnTo>
                <a:lnTo>
                  <a:pt x="0" y="57190"/>
                </a:lnTo>
                <a:lnTo>
                  <a:pt x="8027" y="654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2434898" y="2923406"/>
            <a:ext cx="3530" cy="62179"/>
          </a:xfrm>
          <a:custGeom>
            <a:avLst/>
            <a:gdLst/>
            <a:ahLst/>
            <a:cxnLst/>
            <a:rect l="l" t="t" r="r" b="b"/>
            <a:pathLst>
              <a:path w="3530" h="62179">
                <a:moveTo>
                  <a:pt x="3530" y="57190"/>
                </a:moveTo>
                <a:lnTo>
                  <a:pt x="3530" y="0"/>
                </a:lnTo>
                <a:lnTo>
                  <a:pt x="0" y="53607"/>
                </a:lnTo>
                <a:lnTo>
                  <a:pt x="3530" y="62179"/>
                </a:lnTo>
                <a:lnTo>
                  <a:pt x="3530" y="571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2442432" y="3042340"/>
            <a:ext cx="12030" cy="45359"/>
          </a:xfrm>
          <a:custGeom>
            <a:avLst/>
            <a:gdLst/>
            <a:ahLst/>
            <a:cxnLst/>
            <a:rect l="l" t="t" r="r" b="b"/>
            <a:pathLst>
              <a:path w="12030" h="45359">
                <a:moveTo>
                  <a:pt x="0" y="45359"/>
                </a:moveTo>
                <a:lnTo>
                  <a:pt x="6642" y="45359"/>
                </a:lnTo>
                <a:lnTo>
                  <a:pt x="4013" y="8681"/>
                </a:lnTo>
                <a:lnTo>
                  <a:pt x="6642" y="45359"/>
                </a:lnTo>
                <a:lnTo>
                  <a:pt x="12030" y="39933"/>
                </a:lnTo>
                <a:lnTo>
                  <a:pt x="12030" y="11719"/>
                </a:lnTo>
                <a:lnTo>
                  <a:pt x="4013" y="3575"/>
                </a:lnTo>
                <a:lnTo>
                  <a:pt x="493" y="0"/>
                </a:lnTo>
                <a:lnTo>
                  <a:pt x="0" y="45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2362224" y="2765081"/>
            <a:ext cx="52133" cy="168414"/>
          </a:xfrm>
          <a:custGeom>
            <a:avLst/>
            <a:gdLst/>
            <a:ahLst/>
            <a:cxnLst/>
            <a:rect l="l" t="t" r="r" b="b"/>
            <a:pathLst>
              <a:path w="52133" h="168414">
                <a:moveTo>
                  <a:pt x="52133" y="168414"/>
                </a:moveTo>
                <a:lnTo>
                  <a:pt x="48120" y="61311"/>
                </a:lnTo>
                <a:lnTo>
                  <a:pt x="47637" y="123057"/>
                </a:lnTo>
                <a:lnTo>
                  <a:pt x="44117" y="114376"/>
                </a:lnTo>
                <a:lnTo>
                  <a:pt x="48120" y="61311"/>
                </a:lnTo>
                <a:lnTo>
                  <a:pt x="36090" y="49049"/>
                </a:lnTo>
                <a:lnTo>
                  <a:pt x="32087" y="12262"/>
                </a:lnTo>
                <a:lnTo>
                  <a:pt x="28073" y="0"/>
                </a:lnTo>
                <a:lnTo>
                  <a:pt x="28073" y="8174"/>
                </a:lnTo>
                <a:lnTo>
                  <a:pt x="24061" y="4089"/>
                </a:lnTo>
                <a:lnTo>
                  <a:pt x="20046" y="8182"/>
                </a:lnTo>
                <a:lnTo>
                  <a:pt x="16043" y="12262"/>
                </a:lnTo>
                <a:lnTo>
                  <a:pt x="8016" y="20401"/>
                </a:lnTo>
                <a:lnTo>
                  <a:pt x="0" y="44925"/>
                </a:lnTo>
                <a:lnTo>
                  <a:pt x="4013" y="81712"/>
                </a:lnTo>
                <a:lnTo>
                  <a:pt x="4013" y="89851"/>
                </a:lnTo>
                <a:lnTo>
                  <a:pt x="12030" y="93975"/>
                </a:lnTo>
                <a:lnTo>
                  <a:pt x="12030" y="32663"/>
                </a:lnTo>
                <a:lnTo>
                  <a:pt x="20046" y="20401"/>
                </a:lnTo>
                <a:lnTo>
                  <a:pt x="20046" y="12262"/>
                </a:lnTo>
                <a:lnTo>
                  <a:pt x="28073" y="12262"/>
                </a:lnTo>
                <a:lnTo>
                  <a:pt x="31593" y="33205"/>
                </a:lnTo>
                <a:lnTo>
                  <a:pt x="36090" y="61311"/>
                </a:lnTo>
                <a:lnTo>
                  <a:pt x="36090" y="57188"/>
                </a:lnTo>
                <a:lnTo>
                  <a:pt x="36090" y="111229"/>
                </a:lnTo>
                <a:lnTo>
                  <a:pt x="44117" y="119451"/>
                </a:lnTo>
                <a:lnTo>
                  <a:pt x="44117" y="160278"/>
                </a:lnTo>
                <a:lnTo>
                  <a:pt x="52133" y="1684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2323494" y="3026496"/>
            <a:ext cx="6642" cy="53064"/>
          </a:xfrm>
          <a:custGeom>
            <a:avLst/>
            <a:gdLst/>
            <a:ahLst/>
            <a:cxnLst/>
            <a:rect l="l" t="t" r="r" b="b"/>
            <a:pathLst>
              <a:path w="6642" h="53064">
                <a:moveTo>
                  <a:pt x="6642" y="53064"/>
                </a:moveTo>
                <a:lnTo>
                  <a:pt x="2629" y="0"/>
                </a:lnTo>
                <a:lnTo>
                  <a:pt x="0" y="53064"/>
                </a:lnTo>
                <a:lnTo>
                  <a:pt x="6642" y="530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2374254" y="2805883"/>
            <a:ext cx="8016" cy="4123"/>
          </a:xfrm>
          <a:custGeom>
            <a:avLst/>
            <a:gdLst/>
            <a:ahLst/>
            <a:cxnLst/>
            <a:rect l="l" t="t" r="r" b="b"/>
            <a:pathLst>
              <a:path w="8016" h="4123">
                <a:moveTo>
                  <a:pt x="8016" y="4123"/>
                </a:moveTo>
                <a:lnTo>
                  <a:pt x="0" y="0"/>
                </a:lnTo>
                <a:lnTo>
                  <a:pt x="0" y="4123"/>
                </a:lnTo>
                <a:lnTo>
                  <a:pt x="8016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2406342" y="2826392"/>
            <a:ext cx="4002" cy="61745"/>
          </a:xfrm>
          <a:custGeom>
            <a:avLst/>
            <a:gdLst/>
            <a:ahLst/>
            <a:cxnLst/>
            <a:rect l="l" t="t" r="r" b="b"/>
            <a:pathLst>
              <a:path w="4002" h="61745">
                <a:moveTo>
                  <a:pt x="4002" y="0"/>
                </a:moveTo>
                <a:lnTo>
                  <a:pt x="0" y="53064"/>
                </a:lnTo>
                <a:lnTo>
                  <a:pt x="3519" y="61745"/>
                </a:lnTo>
                <a:lnTo>
                  <a:pt x="400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2330137" y="2952922"/>
            <a:ext cx="6642" cy="126638"/>
          </a:xfrm>
          <a:custGeom>
            <a:avLst/>
            <a:gdLst/>
            <a:ahLst/>
            <a:cxnLst/>
            <a:rect l="l" t="t" r="r" b="b"/>
            <a:pathLst>
              <a:path w="6642" h="126638">
                <a:moveTo>
                  <a:pt x="6642" y="126638"/>
                </a:moveTo>
                <a:lnTo>
                  <a:pt x="4013" y="0"/>
                </a:lnTo>
                <a:lnTo>
                  <a:pt x="0" y="126638"/>
                </a:lnTo>
                <a:lnTo>
                  <a:pt x="6642" y="1266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2326123" y="2947847"/>
            <a:ext cx="8027" cy="73551"/>
          </a:xfrm>
          <a:custGeom>
            <a:avLst/>
            <a:gdLst/>
            <a:ahLst/>
            <a:cxnLst/>
            <a:rect l="l" t="t" r="r" b="b"/>
            <a:pathLst>
              <a:path w="8027" h="73551">
                <a:moveTo>
                  <a:pt x="3530" y="69968"/>
                </a:moveTo>
                <a:lnTo>
                  <a:pt x="8027" y="0"/>
                </a:lnTo>
                <a:lnTo>
                  <a:pt x="0" y="8222"/>
                </a:lnTo>
                <a:lnTo>
                  <a:pt x="0" y="73551"/>
                </a:lnTo>
                <a:lnTo>
                  <a:pt x="3530" y="699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2346664" y="2907997"/>
            <a:ext cx="11547" cy="61745"/>
          </a:xfrm>
          <a:custGeom>
            <a:avLst/>
            <a:gdLst/>
            <a:ahLst/>
            <a:cxnLst/>
            <a:rect l="l" t="t" r="r" b="b"/>
            <a:pathLst>
              <a:path w="11547" h="61745">
                <a:moveTo>
                  <a:pt x="11547" y="0"/>
                </a:moveTo>
                <a:lnTo>
                  <a:pt x="0" y="61745"/>
                </a:lnTo>
                <a:lnTo>
                  <a:pt x="3530" y="53172"/>
                </a:lnTo>
                <a:lnTo>
                  <a:pt x="11547" y="50025"/>
                </a:lnTo>
                <a:lnTo>
                  <a:pt x="1154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2334151" y="2814130"/>
            <a:ext cx="28073" cy="229186"/>
          </a:xfrm>
          <a:custGeom>
            <a:avLst/>
            <a:gdLst/>
            <a:ahLst/>
            <a:cxnLst/>
            <a:rect l="l" t="t" r="r" b="b"/>
            <a:pathLst>
              <a:path w="28073" h="229186">
                <a:moveTo>
                  <a:pt x="12030" y="93866"/>
                </a:moveTo>
                <a:lnTo>
                  <a:pt x="24060" y="81604"/>
                </a:lnTo>
                <a:lnTo>
                  <a:pt x="20046" y="44925"/>
                </a:lnTo>
                <a:lnTo>
                  <a:pt x="28073" y="20401"/>
                </a:lnTo>
                <a:lnTo>
                  <a:pt x="16043" y="0"/>
                </a:lnTo>
                <a:lnTo>
                  <a:pt x="16043" y="20401"/>
                </a:lnTo>
                <a:lnTo>
                  <a:pt x="8016" y="20401"/>
                </a:lnTo>
                <a:lnTo>
                  <a:pt x="8016" y="69450"/>
                </a:lnTo>
                <a:lnTo>
                  <a:pt x="0" y="69450"/>
                </a:lnTo>
                <a:lnTo>
                  <a:pt x="3519" y="130110"/>
                </a:lnTo>
                <a:lnTo>
                  <a:pt x="4496" y="229186"/>
                </a:lnTo>
                <a:lnTo>
                  <a:pt x="8016" y="220504"/>
                </a:lnTo>
                <a:lnTo>
                  <a:pt x="8016" y="73465"/>
                </a:lnTo>
                <a:lnTo>
                  <a:pt x="20046" y="69450"/>
                </a:lnTo>
                <a:lnTo>
                  <a:pt x="16043" y="32663"/>
                </a:lnTo>
                <a:lnTo>
                  <a:pt x="16043" y="24524"/>
                </a:lnTo>
                <a:lnTo>
                  <a:pt x="16043" y="32663"/>
                </a:lnTo>
                <a:lnTo>
                  <a:pt x="20046" y="69450"/>
                </a:lnTo>
                <a:lnTo>
                  <a:pt x="12030" y="938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2318107" y="2752818"/>
            <a:ext cx="112294" cy="326742"/>
          </a:xfrm>
          <a:custGeom>
            <a:avLst/>
            <a:gdLst/>
            <a:ahLst/>
            <a:cxnLst/>
            <a:rect l="l" t="t" r="r" b="b"/>
            <a:pathLst>
              <a:path w="112294" h="326742">
                <a:moveTo>
                  <a:pt x="36090" y="130762"/>
                </a:moveTo>
                <a:lnTo>
                  <a:pt x="24060" y="134777"/>
                </a:lnTo>
                <a:lnTo>
                  <a:pt x="24060" y="281816"/>
                </a:lnTo>
                <a:lnTo>
                  <a:pt x="20540" y="290497"/>
                </a:lnTo>
                <a:lnTo>
                  <a:pt x="19563" y="191422"/>
                </a:lnTo>
                <a:lnTo>
                  <a:pt x="16043" y="130762"/>
                </a:lnTo>
                <a:lnTo>
                  <a:pt x="16043" y="195028"/>
                </a:lnTo>
                <a:lnTo>
                  <a:pt x="11547" y="264996"/>
                </a:lnTo>
                <a:lnTo>
                  <a:pt x="8016" y="268579"/>
                </a:lnTo>
                <a:lnTo>
                  <a:pt x="0" y="276716"/>
                </a:lnTo>
                <a:lnTo>
                  <a:pt x="0" y="321207"/>
                </a:lnTo>
                <a:lnTo>
                  <a:pt x="5387" y="326742"/>
                </a:lnTo>
                <a:lnTo>
                  <a:pt x="8016" y="273677"/>
                </a:lnTo>
                <a:lnTo>
                  <a:pt x="12030" y="326742"/>
                </a:lnTo>
                <a:lnTo>
                  <a:pt x="16043" y="200103"/>
                </a:lnTo>
                <a:lnTo>
                  <a:pt x="18672" y="326742"/>
                </a:lnTo>
                <a:lnTo>
                  <a:pt x="24060" y="321208"/>
                </a:lnTo>
                <a:lnTo>
                  <a:pt x="24060" y="286925"/>
                </a:lnTo>
                <a:lnTo>
                  <a:pt x="32087" y="278778"/>
                </a:lnTo>
                <a:lnTo>
                  <a:pt x="32087" y="213340"/>
                </a:lnTo>
                <a:lnTo>
                  <a:pt x="40103" y="205204"/>
                </a:lnTo>
                <a:lnTo>
                  <a:pt x="32087" y="208351"/>
                </a:lnTo>
                <a:lnTo>
                  <a:pt x="28556" y="216923"/>
                </a:lnTo>
                <a:lnTo>
                  <a:pt x="40103" y="155178"/>
                </a:lnTo>
                <a:lnTo>
                  <a:pt x="40103" y="151163"/>
                </a:lnTo>
                <a:lnTo>
                  <a:pt x="40103" y="155178"/>
                </a:lnTo>
                <a:lnTo>
                  <a:pt x="48131" y="155178"/>
                </a:lnTo>
                <a:lnTo>
                  <a:pt x="48131" y="106237"/>
                </a:lnTo>
                <a:lnTo>
                  <a:pt x="56147" y="106237"/>
                </a:lnTo>
                <a:lnTo>
                  <a:pt x="48131" y="102113"/>
                </a:lnTo>
                <a:lnTo>
                  <a:pt x="48131" y="93975"/>
                </a:lnTo>
                <a:lnTo>
                  <a:pt x="44117" y="57188"/>
                </a:lnTo>
                <a:lnTo>
                  <a:pt x="52133" y="32663"/>
                </a:lnTo>
                <a:lnTo>
                  <a:pt x="64163" y="20401"/>
                </a:lnTo>
                <a:lnTo>
                  <a:pt x="68179" y="16351"/>
                </a:lnTo>
                <a:lnTo>
                  <a:pt x="72191" y="20437"/>
                </a:lnTo>
                <a:lnTo>
                  <a:pt x="72191" y="12262"/>
                </a:lnTo>
                <a:lnTo>
                  <a:pt x="76204" y="24524"/>
                </a:lnTo>
                <a:lnTo>
                  <a:pt x="80207" y="61311"/>
                </a:lnTo>
                <a:lnTo>
                  <a:pt x="92237" y="73573"/>
                </a:lnTo>
                <a:lnTo>
                  <a:pt x="96251" y="180677"/>
                </a:lnTo>
                <a:lnTo>
                  <a:pt x="99781" y="184260"/>
                </a:lnTo>
                <a:lnTo>
                  <a:pt x="96251" y="53064"/>
                </a:lnTo>
                <a:lnTo>
                  <a:pt x="99781" y="184260"/>
                </a:lnTo>
                <a:lnTo>
                  <a:pt x="104278" y="246090"/>
                </a:lnTo>
                <a:lnTo>
                  <a:pt x="104278" y="241014"/>
                </a:lnTo>
                <a:lnTo>
                  <a:pt x="104278" y="303194"/>
                </a:lnTo>
                <a:lnTo>
                  <a:pt x="112294" y="311413"/>
                </a:lnTo>
                <a:lnTo>
                  <a:pt x="107798" y="249695"/>
                </a:lnTo>
                <a:lnTo>
                  <a:pt x="104278" y="118499"/>
                </a:lnTo>
                <a:lnTo>
                  <a:pt x="100747" y="109818"/>
                </a:lnTo>
                <a:lnTo>
                  <a:pt x="104278" y="113401"/>
                </a:lnTo>
                <a:lnTo>
                  <a:pt x="104278" y="49049"/>
                </a:lnTo>
                <a:lnTo>
                  <a:pt x="96251" y="49049"/>
                </a:lnTo>
                <a:lnTo>
                  <a:pt x="96251" y="175687"/>
                </a:lnTo>
                <a:lnTo>
                  <a:pt x="96251" y="61311"/>
                </a:lnTo>
                <a:lnTo>
                  <a:pt x="84221" y="49049"/>
                </a:lnTo>
                <a:lnTo>
                  <a:pt x="84704" y="19966"/>
                </a:lnTo>
                <a:lnTo>
                  <a:pt x="88234" y="23550"/>
                </a:lnTo>
                <a:lnTo>
                  <a:pt x="88234" y="0"/>
                </a:lnTo>
                <a:lnTo>
                  <a:pt x="68177" y="0"/>
                </a:lnTo>
                <a:lnTo>
                  <a:pt x="64163" y="12262"/>
                </a:lnTo>
                <a:lnTo>
                  <a:pt x="60161" y="8247"/>
                </a:lnTo>
                <a:lnTo>
                  <a:pt x="48131" y="20401"/>
                </a:lnTo>
                <a:lnTo>
                  <a:pt x="48131" y="8247"/>
                </a:lnTo>
                <a:lnTo>
                  <a:pt x="40103" y="8247"/>
                </a:lnTo>
                <a:lnTo>
                  <a:pt x="40103" y="32663"/>
                </a:lnTo>
                <a:lnTo>
                  <a:pt x="32087" y="32663"/>
                </a:lnTo>
                <a:lnTo>
                  <a:pt x="32087" y="61311"/>
                </a:lnTo>
                <a:lnTo>
                  <a:pt x="44117" y="81712"/>
                </a:lnTo>
                <a:lnTo>
                  <a:pt x="40103" y="44925"/>
                </a:lnTo>
                <a:lnTo>
                  <a:pt x="40103" y="36786"/>
                </a:lnTo>
                <a:lnTo>
                  <a:pt x="40103" y="44925"/>
                </a:lnTo>
                <a:lnTo>
                  <a:pt x="44117" y="81712"/>
                </a:lnTo>
                <a:lnTo>
                  <a:pt x="36090" y="106237"/>
                </a:lnTo>
                <a:lnTo>
                  <a:pt x="40103" y="142915"/>
                </a:lnTo>
                <a:lnTo>
                  <a:pt x="28073" y="155178"/>
                </a:lnTo>
                <a:lnTo>
                  <a:pt x="36090" y="1307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2449966" y="3115805"/>
            <a:ext cx="20540" cy="176121"/>
          </a:xfrm>
          <a:custGeom>
            <a:avLst/>
            <a:gdLst/>
            <a:ahLst/>
            <a:cxnLst/>
            <a:rect l="l" t="t" r="r" b="b"/>
            <a:pathLst>
              <a:path w="20540" h="176121">
                <a:moveTo>
                  <a:pt x="0" y="99075"/>
                </a:moveTo>
                <a:lnTo>
                  <a:pt x="4496" y="176121"/>
                </a:lnTo>
                <a:lnTo>
                  <a:pt x="4496" y="8681"/>
                </a:lnTo>
                <a:lnTo>
                  <a:pt x="8510" y="151597"/>
                </a:lnTo>
                <a:lnTo>
                  <a:pt x="20540" y="163859"/>
                </a:lnTo>
                <a:lnTo>
                  <a:pt x="20540" y="85293"/>
                </a:lnTo>
                <a:lnTo>
                  <a:pt x="12523" y="77157"/>
                </a:lnTo>
                <a:lnTo>
                  <a:pt x="12523" y="11719"/>
                </a:lnTo>
                <a:lnTo>
                  <a:pt x="4496" y="3572"/>
                </a:lnTo>
                <a:lnTo>
                  <a:pt x="8993" y="73573"/>
                </a:lnTo>
                <a:lnTo>
                  <a:pt x="12523" y="82146"/>
                </a:lnTo>
                <a:lnTo>
                  <a:pt x="8993" y="73573"/>
                </a:lnTo>
                <a:lnTo>
                  <a:pt x="4496" y="3572"/>
                </a:lnTo>
                <a:lnTo>
                  <a:pt x="976" y="0"/>
                </a:lnTo>
                <a:lnTo>
                  <a:pt x="0" y="990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438429" y="3137734"/>
            <a:ext cx="8016" cy="73537"/>
          </a:xfrm>
          <a:custGeom>
            <a:avLst/>
            <a:gdLst/>
            <a:ahLst/>
            <a:cxnLst/>
            <a:rect l="l" t="t" r="r" b="b"/>
            <a:pathLst>
              <a:path w="8016" h="73537">
                <a:moveTo>
                  <a:pt x="8016" y="73537"/>
                </a:moveTo>
                <a:lnTo>
                  <a:pt x="3519" y="3572"/>
                </a:lnTo>
                <a:lnTo>
                  <a:pt x="0" y="0"/>
                </a:lnTo>
                <a:lnTo>
                  <a:pt x="0" y="65318"/>
                </a:lnTo>
                <a:lnTo>
                  <a:pt x="8016" y="735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2454462" y="3291927"/>
            <a:ext cx="8027" cy="90836"/>
          </a:xfrm>
          <a:custGeom>
            <a:avLst/>
            <a:gdLst/>
            <a:ahLst/>
            <a:cxnLst/>
            <a:rect l="l" t="t" r="r" b="b"/>
            <a:pathLst>
              <a:path w="8027" h="90836">
                <a:moveTo>
                  <a:pt x="8027" y="90836"/>
                </a:moveTo>
                <a:lnTo>
                  <a:pt x="8027" y="85727"/>
                </a:lnTo>
                <a:lnTo>
                  <a:pt x="0" y="0"/>
                </a:lnTo>
                <a:lnTo>
                  <a:pt x="0" y="82689"/>
                </a:lnTo>
                <a:lnTo>
                  <a:pt x="8027" y="908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478533" y="3496155"/>
            <a:ext cx="40103" cy="163316"/>
          </a:xfrm>
          <a:custGeom>
            <a:avLst/>
            <a:gdLst/>
            <a:ahLst/>
            <a:cxnLst/>
            <a:rect l="l" t="t" r="r" b="b"/>
            <a:pathLst>
              <a:path w="40103" h="163316">
                <a:moveTo>
                  <a:pt x="32087" y="64350"/>
                </a:moveTo>
                <a:lnTo>
                  <a:pt x="28556" y="101571"/>
                </a:lnTo>
                <a:lnTo>
                  <a:pt x="32087" y="110252"/>
                </a:lnTo>
                <a:lnTo>
                  <a:pt x="28556" y="101571"/>
                </a:lnTo>
                <a:lnTo>
                  <a:pt x="24060" y="56127"/>
                </a:lnTo>
                <a:lnTo>
                  <a:pt x="20540" y="52521"/>
                </a:lnTo>
                <a:lnTo>
                  <a:pt x="19563" y="127072"/>
                </a:lnTo>
                <a:lnTo>
                  <a:pt x="16043" y="118391"/>
                </a:lnTo>
                <a:lnTo>
                  <a:pt x="19563" y="127072"/>
                </a:lnTo>
                <a:lnTo>
                  <a:pt x="16043" y="0"/>
                </a:lnTo>
                <a:lnTo>
                  <a:pt x="4002" y="0"/>
                </a:lnTo>
                <a:lnTo>
                  <a:pt x="0" y="12262"/>
                </a:lnTo>
                <a:lnTo>
                  <a:pt x="0" y="24524"/>
                </a:lnTo>
                <a:lnTo>
                  <a:pt x="8016" y="69341"/>
                </a:lnTo>
                <a:lnTo>
                  <a:pt x="8016" y="115352"/>
                </a:lnTo>
                <a:lnTo>
                  <a:pt x="16043" y="123499"/>
                </a:lnTo>
                <a:lnTo>
                  <a:pt x="11547" y="78023"/>
                </a:lnTo>
                <a:lnTo>
                  <a:pt x="12030" y="24524"/>
                </a:lnTo>
                <a:lnTo>
                  <a:pt x="0" y="20401"/>
                </a:lnTo>
                <a:lnTo>
                  <a:pt x="12030" y="24524"/>
                </a:lnTo>
                <a:lnTo>
                  <a:pt x="16043" y="12262"/>
                </a:lnTo>
                <a:lnTo>
                  <a:pt x="16043" y="4015"/>
                </a:lnTo>
                <a:lnTo>
                  <a:pt x="16043" y="163316"/>
                </a:lnTo>
                <a:lnTo>
                  <a:pt x="24060" y="163316"/>
                </a:lnTo>
                <a:lnTo>
                  <a:pt x="24060" y="61203"/>
                </a:lnTo>
                <a:lnTo>
                  <a:pt x="28073" y="138792"/>
                </a:lnTo>
                <a:lnTo>
                  <a:pt x="40103" y="138792"/>
                </a:lnTo>
                <a:lnTo>
                  <a:pt x="40103" y="113290"/>
                </a:lnTo>
                <a:lnTo>
                  <a:pt x="32087" y="105154"/>
                </a:lnTo>
                <a:lnTo>
                  <a:pt x="32087" y="643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2474519" y="3430828"/>
            <a:ext cx="20057" cy="65326"/>
          </a:xfrm>
          <a:custGeom>
            <a:avLst/>
            <a:gdLst/>
            <a:ahLst/>
            <a:cxnLst/>
            <a:rect l="l" t="t" r="r" b="b"/>
            <a:pathLst>
              <a:path w="20057" h="65326">
                <a:moveTo>
                  <a:pt x="0" y="0"/>
                </a:moveTo>
                <a:lnTo>
                  <a:pt x="12030" y="12153"/>
                </a:lnTo>
                <a:lnTo>
                  <a:pt x="12030" y="4015"/>
                </a:lnTo>
                <a:lnTo>
                  <a:pt x="12030" y="12153"/>
                </a:lnTo>
                <a:lnTo>
                  <a:pt x="0" y="0"/>
                </a:lnTo>
                <a:lnTo>
                  <a:pt x="8016" y="24416"/>
                </a:lnTo>
                <a:lnTo>
                  <a:pt x="20057" y="65326"/>
                </a:lnTo>
                <a:lnTo>
                  <a:pt x="20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2478533" y="3520679"/>
            <a:ext cx="8016" cy="49914"/>
          </a:xfrm>
          <a:custGeom>
            <a:avLst/>
            <a:gdLst/>
            <a:ahLst/>
            <a:cxnLst/>
            <a:rect l="l" t="t" r="r" b="b"/>
            <a:pathLst>
              <a:path w="8016" h="49914">
                <a:moveTo>
                  <a:pt x="8016" y="49914"/>
                </a:moveTo>
                <a:lnTo>
                  <a:pt x="8016" y="44817"/>
                </a:lnTo>
                <a:lnTo>
                  <a:pt x="0" y="0"/>
                </a:lnTo>
                <a:lnTo>
                  <a:pt x="0" y="41778"/>
                </a:lnTo>
                <a:lnTo>
                  <a:pt x="8016" y="499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2454462" y="3124487"/>
            <a:ext cx="40114" cy="396192"/>
          </a:xfrm>
          <a:custGeom>
            <a:avLst/>
            <a:gdLst/>
            <a:ahLst/>
            <a:cxnLst/>
            <a:rect l="l" t="t" r="r" b="b"/>
            <a:pathLst>
              <a:path w="40114" h="396192">
                <a:moveTo>
                  <a:pt x="24070" y="396192"/>
                </a:moveTo>
                <a:lnTo>
                  <a:pt x="24070" y="383930"/>
                </a:lnTo>
                <a:lnTo>
                  <a:pt x="28073" y="371668"/>
                </a:lnTo>
                <a:lnTo>
                  <a:pt x="40114" y="371668"/>
                </a:lnTo>
                <a:lnTo>
                  <a:pt x="28073" y="330757"/>
                </a:lnTo>
                <a:lnTo>
                  <a:pt x="20057" y="306341"/>
                </a:lnTo>
                <a:lnTo>
                  <a:pt x="16043" y="147039"/>
                </a:lnTo>
                <a:lnTo>
                  <a:pt x="20057" y="306341"/>
                </a:lnTo>
                <a:lnTo>
                  <a:pt x="32087" y="306341"/>
                </a:lnTo>
                <a:lnTo>
                  <a:pt x="32087" y="248176"/>
                </a:lnTo>
                <a:lnTo>
                  <a:pt x="24070" y="239964"/>
                </a:lnTo>
                <a:lnTo>
                  <a:pt x="24070" y="142915"/>
                </a:lnTo>
                <a:lnTo>
                  <a:pt x="16043" y="142915"/>
                </a:lnTo>
                <a:lnTo>
                  <a:pt x="20540" y="236348"/>
                </a:lnTo>
                <a:lnTo>
                  <a:pt x="24070" y="245029"/>
                </a:lnTo>
                <a:lnTo>
                  <a:pt x="20540" y="236348"/>
                </a:lnTo>
                <a:lnTo>
                  <a:pt x="16043" y="142915"/>
                </a:lnTo>
                <a:lnTo>
                  <a:pt x="16043" y="326742"/>
                </a:lnTo>
                <a:lnTo>
                  <a:pt x="16043" y="155178"/>
                </a:lnTo>
                <a:lnTo>
                  <a:pt x="4013" y="142915"/>
                </a:lnTo>
                <a:lnTo>
                  <a:pt x="0" y="0"/>
                </a:lnTo>
                <a:lnTo>
                  <a:pt x="0" y="167440"/>
                </a:lnTo>
                <a:lnTo>
                  <a:pt x="8027" y="253168"/>
                </a:lnTo>
                <a:lnTo>
                  <a:pt x="8027" y="330757"/>
                </a:lnTo>
                <a:lnTo>
                  <a:pt x="16043" y="330757"/>
                </a:lnTo>
                <a:lnTo>
                  <a:pt x="11547" y="261849"/>
                </a:lnTo>
                <a:lnTo>
                  <a:pt x="12040" y="167440"/>
                </a:lnTo>
                <a:lnTo>
                  <a:pt x="0" y="163316"/>
                </a:lnTo>
                <a:lnTo>
                  <a:pt x="0" y="155178"/>
                </a:lnTo>
                <a:lnTo>
                  <a:pt x="12040" y="167440"/>
                </a:lnTo>
                <a:lnTo>
                  <a:pt x="16043" y="330757"/>
                </a:lnTo>
                <a:lnTo>
                  <a:pt x="16043" y="396192"/>
                </a:lnTo>
                <a:lnTo>
                  <a:pt x="24070" y="3961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2494577" y="3496155"/>
            <a:ext cx="8016" cy="127072"/>
          </a:xfrm>
          <a:custGeom>
            <a:avLst/>
            <a:gdLst/>
            <a:ahLst/>
            <a:cxnLst/>
            <a:rect l="l" t="t" r="r" b="b"/>
            <a:pathLst>
              <a:path w="8016" h="127072">
                <a:moveTo>
                  <a:pt x="8016" y="0"/>
                </a:moveTo>
                <a:lnTo>
                  <a:pt x="0" y="0"/>
                </a:lnTo>
                <a:lnTo>
                  <a:pt x="3519" y="127072"/>
                </a:lnTo>
                <a:lnTo>
                  <a:pt x="4496" y="52521"/>
                </a:lnTo>
                <a:lnTo>
                  <a:pt x="8016" y="56127"/>
                </a:lnTo>
                <a:lnTo>
                  <a:pt x="80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2490080" y="3508417"/>
            <a:ext cx="4496" cy="111237"/>
          </a:xfrm>
          <a:custGeom>
            <a:avLst/>
            <a:gdLst/>
            <a:ahLst/>
            <a:cxnLst/>
            <a:rect l="l" t="t" r="r" b="b"/>
            <a:pathLst>
              <a:path w="4496" h="111237">
                <a:moveTo>
                  <a:pt x="482" y="12262"/>
                </a:moveTo>
                <a:lnTo>
                  <a:pt x="0" y="65760"/>
                </a:lnTo>
                <a:lnTo>
                  <a:pt x="4496" y="111237"/>
                </a:lnTo>
                <a:lnTo>
                  <a:pt x="4496" y="0"/>
                </a:lnTo>
                <a:lnTo>
                  <a:pt x="482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2502593" y="3659471"/>
            <a:ext cx="56136" cy="57188"/>
          </a:xfrm>
          <a:custGeom>
            <a:avLst/>
            <a:gdLst/>
            <a:ahLst/>
            <a:cxnLst/>
            <a:rect l="l" t="t" r="r" b="b"/>
            <a:pathLst>
              <a:path w="56136" h="57188">
                <a:moveTo>
                  <a:pt x="56136" y="21811"/>
                </a:moveTo>
                <a:lnTo>
                  <a:pt x="50770" y="16385"/>
                </a:lnTo>
                <a:lnTo>
                  <a:pt x="37463" y="16385"/>
                </a:lnTo>
                <a:lnTo>
                  <a:pt x="32098" y="21811"/>
                </a:lnTo>
                <a:lnTo>
                  <a:pt x="32098" y="16385"/>
                </a:lnTo>
                <a:lnTo>
                  <a:pt x="28127" y="32663"/>
                </a:lnTo>
                <a:lnTo>
                  <a:pt x="20078" y="32663"/>
                </a:lnTo>
                <a:lnTo>
                  <a:pt x="20078" y="40802"/>
                </a:lnTo>
                <a:lnTo>
                  <a:pt x="8027" y="36786"/>
                </a:lnTo>
                <a:lnTo>
                  <a:pt x="20078" y="40802"/>
                </a:lnTo>
                <a:lnTo>
                  <a:pt x="20078" y="32663"/>
                </a:lnTo>
                <a:lnTo>
                  <a:pt x="28127" y="32663"/>
                </a:lnTo>
                <a:lnTo>
                  <a:pt x="24049" y="16385"/>
                </a:lnTo>
                <a:lnTo>
                  <a:pt x="12030" y="0"/>
                </a:lnTo>
                <a:lnTo>
                  <a:pt x="12030" y="16385"/>
                </a:lnTo>
                <a:lnTo>
                  <a:pt x="24049" y="28648"/>
                </a:lnTo>
                <a:lnTo>
                  <a:pt x="24049" y="20401"/>
                </a:lnTo>
                <a:lnTo>
                  <a:pt x="24049" y="28648"/>
                </a:lnTo>
                <a:lnTo>
                  <a:pt x="12030" y="16385"/>
                </a:lnTo>
                <a:lnTo>
                  <a:pt x="8027" y="28648"/>
                </a:lnTo>
                <a:lnTo>
                  <a:pt x="0" y="0"/>
                </a:lnTo>
                <a:lnTo>
                  <a:pt x="0" y="40802"/>
                </a:lnTo>
                <a:lnTo>
                  <a:pt x="8027" y="40802"/>
                </a:lnTo>
                <a:lnTo>
                  <a:pt x="8027" y="57188"/>
                </a:lnTo>
                <a:lnTo>
                  <a:pt x="28127" y="57188"/>
                </a:lnTo>
                <a:lnTo>
                  <a:pt x="32098" y="44925"/>
                </a:lnTo>
                <a:lnTo>
                  <a:pt x="32098" y="28648"/>
                </a:lnTo>
                <a:lnTo>
                  <a:pt x="36068" y="32663"/>
                </a:lnTo>
                <a:lnTo>
                  <a:pt x="44117" y="32663"/>
                </a:lnTo>
                <a:lnTo>
                  <a:pt x="56136" y="57188"/>
                </a:lnTo>
                <a:lnTo>
                  <a:pt x="56136" y="218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2502593" y="3557358"/>
            <a:ext cx="24049" cy="130762"/>
          </a:xfrm>
          <a:custGeom>
            <a:avLst/>
            <a:gdLst/>
            <a:ahLst/>
            <a:cxnLst/>
            <a:rect l="l" t="t" r="r" b="b"/>
            <a:pathLst>
              <a:path w="24049" h="130762">
                <a:moveTo>
                  <a:pt x="4013" y="77589"/>
                </a:moveTo>
                <a:lnTo>
                  <a:pt x="16043" y="89851"/>
                </a:lnTo>
                <a:lnTo>
                  <a:pt x="16043" y="81712"/>
                </a:lnTo>
                <a:lnTo>
                  <a:pt x="16043" y="89851"/>
                </a:lnTo>
                <a:lnTo>
                  <a:pt x="4013" y="77589"/>
                </a:lnTo>
                <a:lnTo>
                  <a:pt x="0" y="0"/>
                </a:lnTo>
                <a:lnTo>
                  <a:pt x="0" y="102113"/>
                </a:lnTo>
                <a:lnTo>
                  <a:pt x="8027" y="130762"/>
                </a:lnTo>
                <a:lnTo>
                  <a:pt x="12030" y="118499"/>
                </a:lnTo>
                <a:lnTo>
                  <a:pt x="12030" y="102113"/>
                </a:lnTo>
                <a:lnTo>
                  <a:pt x="0" y="97990"/>
                </a:lnTo>
                <a:lnTo>
                  <a:pt x="0" y="89851"/>
                </a:lnTo>
                <a:lnTo>
                  <a:pt x="12030" y="102113"/>
                </a:lnTo>
                <a:lnTo>
                  <a:pt x="24049" y="118499"/>
                </a:lnTo>
                <a:lnTo>
                  <a:pt x="24049" y="77589"/>
                </a:lnTo>
                <a:lnTo>
                  <a:pt x="4013" y="77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2530721" y="3688120"/>
            <a:ext cx="28009" cy="28539"/>
          </a:xfrm>
          <a:custGeom>
            <a:avLst/>
            <a:gdLst/>
            <a:ahLst/>
            <a:cxnLst/>
            <a:rect l="l" t="t" r="r" b="b"/>
            <a:pathLst>
              <a:path w="28009" h="28539">
                <a:moveTo>
                  <a:pt x="3970" y="4015"/>
                </a:moveTo>
                <a:lnTo>
                  <a:pt x="3970" y="16277"/>
                </a:lnTo>
                <a:lnTo>
                  <a:pt x="0" y="28539"/>
                </a:lnTo>
                <a:lnTo>
                  <a:pt x="28009" y="28539"/>
                </a:lnTo>
                <a:lnTo>
                  <a:pt x="15990" y="4015"/>
                </a:lnTo>
                <a:lnTo>
                  <a:pt x="7941" y="4015"/>
                </a:lnTo>
                <a:lnTo>
                  <a:pt x="3970" y="0"/>
                </a:lnTo>
                <a:lnTo>
                  <a:pt x="3970" y="8138"/>
                </a:lnTo>
                <a:lnTo>
                  <a:pt x="3970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2454462" y="3279665"/>
            <a:ext cx="12040" cy="12262"/>
          </a:xfrm>
          <a:custGeom>
            <a:avLst/>
            <a:gdLst/>
            <a:ahLst/>
            <a:cxnLst/>
            <a:rect l="l" t="t" r="r" b="b"/>
            <a:pathLst>
              <a:path w="12040" h="12262">
                <a:moveTo>
                  <a:pt x="0" y="8138"/>
                </a:moveTo>
                <a:lnTo>
                  <a:pt x="12040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2466009" y="3291927"/>
            <a:ext cx="4496" cy="163316"/>
          </a:xfrm>
          <a:custGeom>
            <a:avLst/>
            <a:gdLst/>
            <a:ahLst/>
            <a:cxnLst/>
            <a:rect l="l" t="t" r="r" b="b"/>
            <a:pathLst>
              <a:path w="4496" h="163316">
                <a:moveTo>
                  <a:pt x="0" y="94409"/>
                </a:moveTo>
                <a:lnTo>
                  <a:pt x="4496" y="163316"/>
                </a:lnTo>
                <a:lnTo>
                  <a:pt x="493" y="0"/>
                </a:lnTo>
                <a:lnTo>
                  <a:pt x="0" y="944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2502593" y="3647209"/>
            <a:ext cx="12030" cy="12262"/>
          </a:xfrm>
          <a:custGeom>
            <a:avLst/>
            <a:gdLst/>
            <a:ahLst/>
            <a:cxnLst/>
            <a:rect l="l" t="t" r="r" b="b"/>
            <a:pathLst>
              <a:path w="12030" h="12262">
                <a:moveTo>
                  <a:pt x="0" y="8138"/>
                </a:moveTo>
                <a:lnTo>
                  <a:pt x="12030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2526643" y="3675857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0" y="0"/>
                </a:moveTo>
                <a:lnTo>
                  <a:pt x="4077" y="16277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2502593" y="3552282"/>
            <a:ext cx="8027" cy="45443"/>
          </a:xfrm>
          <a:custGeom>
            <a:avLst/>
            <a:gdLst/>
            <a:ahLst/>
            <a:cxnLst/>
            <a:rect l="l" t="t" r="r" b="b"/>
            <a:pathLst>
              <a:path w="8027" h="45443">
                <a:moveTo>
                  <a:pt x="0" y="0"/>
                </a:moveTo>
                <a:lnTo>
                  <a:pt x="4496" y="45443"/>
                </a:lnTo>
                <a:lnTo>
                  <a:pt x="8027" y="822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2470506" y="3279665"/>
            <a:ext cx="0" cy="171564"/>
          </a:xfrm>
          <a:custGeom>
            <a:avLst/>
            <a:gdLst/>
            <a:ahLst/>
            <a:cxnLst/>
            <a:rect l="l" t="t" r="r" b="b"/>
            <a:pathLst>
              <a:path w="0" h="171564">
                <a:moveTo>
                  <a:pt x="0" y="0"/>
                </a:moveTo>
                <a:lnTo>
                  <a:pt x="0" y="17156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2442432" y="3063175"/>
            <a:ext cx="6642" cy="143024"/>
          </a:xfrm>
          <a:custGeom>
            <a:avLst/>
            <a:gdLst/>
            <a:ahLst/>
            <a:cxnLst/>
            <a:rect l="l" t="t" r="r" b="b"/>
            <a:pathLst>
              <a:path w="6642" h="143024">
                <a:moveTo>
                  <a:pt x="0" y="0"/>
                </a:moveTo>
                <a:lnTo>
                  <a:pt x="4013" y="143024"/>
                </a:lnTo>
                <a:lnTo>
                  <a:pt x="664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2435789" y="3063175"/>
            <a:ext cx="6642" cy="69450"/>
          </a:xfrm>
          <a:custGeom>
            <a:avLst/>
            <a:gdLst/>
            <a:ahLst/>
            <a:cxnLst/>
            <a:rect l="l" t="t" r="r" b="b"/>
            <a:pathLst>
              <a:path w="6642" h="69450">
                <a:moveTo>
                  <a:pt x="0" y="0"/>
                </a:moveTo>
                <a:lnTo>
                  <a:pt x="2639" y="69450"/>
                </a:lnTo>
                <a:lnTo>
                  <a:pt x="664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2430402" y="3063175"/>
            <a:ext cx="24060" cy="228752"/>
          </a:xfrm>
          <a:custGeom>
            <a:avLst/>
            <a:gdLst/>
            <a:ahLst/>
            <a:cxnLst/>
            <a:rect l="l" t="t" r="r" b="b"/>
            <a:pathLst>
              <a:path w="24060" h="228752">
                <a:moveTo>
                  <a:pt x="5387" y="0"/>
                </a:moveTo>
                <a:lnTo>
                  <a:pt x="0" y="5534"/>
                </a:lnTo>
                <a:lnTo>
                  <a:pt x="0" y="66411"/>
                </a:lnTo>
                <a:lnTo>
                  <a:pt x="8027" y="74559"/>
                </a:lnTo>
                <a:lnTo>
                  <a:pt x="11547" y="78131"/>
                </a:lnTo>
                <a:lnTo>
                  <a:pt x="16043" y="148096"/>
                </a:lnTo>
                <a:lnTo>
                  <a:pt x="16043" y="228752"/>
                </a:lnTo>
                <a:lnTo>
                  <a:pt x="24060" y="228752"/>
                </a:lnTo>
                <a:lnTo>
                  <a:pt x="19563" y="151705"/>
                </a:lnTo>
                <a:lnTo>
                  <a:pt x="20540" y="52630"/>
                </a:lnTo>
                <a:lnTo>
                  <a:pt x="24060" y="56202"/>
                </a:lnTo>
                <a:lnTo>
                  <a:pt x="24060" y="5534"/>
                </a:lnTo>
                <a:lnTo>
                  <a:pt x="18672" y="0"/>
                </a:lnTo>
                <a:lnTo>
                  <a:pt x="16043" y="143024"/>
                </a:lnTo>
                <a:lnTo>
                  <a:pt x="12030" y="0"/>
                </a:lnTo>
                <a:lnTo>
                  <a:pt x="8027" y="69450"/>
                </a:lnTo>
                <a:lnTo>
                  <a:pt x="538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2542740" y="3614546"/>
            <a:ext cx="24038" cy="85727"/>
          </a:xfrm>
          <a:custGeom>
            <a:avLst/>
            <a:gdLst/>
            <a:ahLst/>
            <a:cxnLst/>
            <a:rect l="l" t="t" r="r" b="b"/>
            <a:pathLst>
              <a:path w="24038" h="85727">
                <a:moveTo>
                  <a:pt x="3970" y="85727"/>
                </a:moveTo>
                <a:lnTo>
                  <a:pt x="24038" y="85727"/>
                </a:lnTo>
                <a:lnTo>
                  <a:pt x="12019" y="61311"/>
                </a:lnTo>
                <a:lnTo>
                  <a:pt x="0" y="65326"/>
                </a:lnTo>
                <a:lnTo>
                  <a:pt x="12019" y="61311"/>
                </a:lnTo>
                <a:lnTo>
                  <a:pt x="7941" y="49049"/>
                </a:lnTo>
                <a:lnTo>
                  <a:pt x="7941" y="40802"/>
                </a:lnTo>
                <a:lnTo>
                  <a:pt x="7941" y="49049"/>
                </a:lnTo>
                <a:lnTo>
                  <a:pt x="12019" y="61311"/>
                </a:lnTo>
                <a:lnTo>
                  <a:pt x="19960" y="36786"/>
                </a:lnTo>
                <a:lnTo>
                  <a:pt x="15990" y="0"/>
                </a:lnTo>
                <a:lnTo>
                  <a:pt x="7941" y="3146"/>
                </a:lnTo>
                <a:lnTo>
                  <a:pt x="7941" y="36786"/>
                </a:lnTo>
                <a:lnTo>
                  <a:pt x="3970" y="61311"/>
                </a:lnTo>
                <a:lnTo>
                  <a:pt x="0" y="61311"/>
                </a:lnTo>
                <a:lnTo>
                  <a:pt x="0" y="73573"/>
                </a:lnTo>
                <a:lnTo>
                  <a:pt x="3970" y="857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2534691" y="3675857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8048" y="12262"/>
                </a:moveTo>
                <a:lnTo>
                  <a:pt x="8048" y="0"/>
                </a:lnTo>
                <a:lnTo>
                  <a:pt x="5365" y="0"/>
                </a:lnTo>
                <a:lnTo>
                  <a:pt x="0" y="5425"/>
                </a:lnTo>
                <a:lnTo>
                  <a:pt x="0" y="18990"/>
                </a:lnTo>
                <a:lnTo>
                  <a:pt x="5365" y="24416"/>
                </a:lnTo>
                <a:lnTo>
                  <a:pt x="12019" y="24416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2542740" y="3651333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3970" y="24524"/>
                </a:moveTo>
                <a:lnTo>
                  <a:pt x="7941" y="0"/>
                </a:lnTo>
                <a:lnTo>
                  <a:pt x="0" y="0"/>
                </a:lnTo>
                <a:lnTo>
                  <a:pt x="0" y="24524"/>
                </a:lnTo>
                <a:lnTo>
                  <a:pt x="397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2550681" y="3576782"/>
            <a:ext cx="12019" cy="74550"/>
          </a:xfrm>
          <a:custGeom>
            <a:avLst/>
            <a:gdLst/>
            <a:ahLst/>
            <a:cxnLst/>
            <a:rect l="l" t="t" r="r" b="b"/>
            <a:pathLst>
              <a:path w="12019" h="74550">
                <a:moveTo>
                  <a:pt x="11590" y="29082"/>
                </a:moveTo>
                <a:lnTo>
                  <a:pt x="8048" y="0"/>
                </a:lnTo>
                <a:lnTo>
                  <a:pt x="8048" y="32696"/>
                </a:lnTo>
                <a:lnTo>
                  <a:pt x="0" y="40910"/>
                </a:lnTo>
                <a:lnTo>
                  <a:pt x="8048" y="37763"/>
                </a:lnTo>
                <a:lnTo>
                  <a:pt x="12019" y="74550"/>
                </a:lnTo>
                <a:lnTo>
                  <a:pt x="11590" y="29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2574827" y="3463491"/>
            <a:ext cx="19960" cy="81604"/>
          </a:xfrm>
          <a:custGeom>
            <a:avLst/>
            <a:gdLst/>
            <a:ahLst/>
            <a:cxnLst/>
            <a:rect l="l" t="t" r="r" b="b"/>
            <a:pathLst>
              <a:path w="19960" h="81604">
                <a:moveTo>
                  <a:pt x="0" y="44925"/>
                </a:moveTo>
                <a:lnTo>
                  <a:pt x="0" y="69341"/>
                </a:lnTo>
                <a:lnTo>
                  <a:pt x="3970" y="81604"/>
                </a:lnTo>
                <a:lnTo>
                  <a:pt x="15990" y="69341"/>
                </a:lnTo>
                <a:lnTo>
                  <a:pt x="12019" y="24416"/>
                </a:lnTo>
                <a:lnTo>
                  <a:pt x="19960" y="0"/>
                </a:lnTo>
                <a:lnTo>
                  <a:pt x="0" y="0"/>
                </a:lnTo>
                <a:lnTo>
                  <a:pt x="0" y="20401"/>
                </a:lnTo>
                <a:lnTo>
                  <a:pt x="12019" y="57188"/>
                </a:lnTo>
                <a:lnTo>
                  <a:pt x="7941" y="12262"/>
                </a:lnTo>
                <a:lnTo>
                  <a:pt x="7941" y="4015"/>
                </a:lnTo>
                <a:lnTo>
                  <a:pt x="7941" y="12262"/>
                </a:lnTo>
                <a:lnTo>
                  <a:pt x="12019" y="57188"/>
                </a:lnTo>
                <a:lnTo>
                  <a:pt x="0" y="61203"/>
                </a:lnTo>
                <a:lnTo>
                  <a:pt x="12019" y="57188"/>
                </a:lnTo>
                <a:lnTo>
                  <a:pt x="0" y="44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2566779" y="3520679"/>
            <a:ext cx="8048" cy="47964"/>
          </a:xfrm>
          <a:custGeom>
            <a:avLst/>
            <a:gdLst/>
            <a:ahLst/>
            <a:cxnLst/>
            <a:rect l="l" t="t" r="r" b="b"/>
            <a:pathLst>
              <a:path w="8048" h="47964">
                <a:moveTo>
                  <a:pt x="3541" y="44383"/>
                </a:moveTo>
                <a:lnTo>
                  <a:pt x="8048" y="0"/>
                </a:lnTo>
                <a:lnTo>
                  <a:pt x="0" y="0"/>
                </a:lnTo>
                <a:lnTo>
                  <a:pt x="0" y="47964"/>
                </a:lnTo>
                <a:lnTo>
                  <a:pt x="3541" y="443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2566779" y="3353239"/>
            <a:ext cx="40136" cy="310356"/>
          </a:xfrm>
          <a:custGeom>
            <a:avLst/>
            <a:gdLst/>
            <a:ahLst/>
            <a:cxnLst/>
            <a:rect l="l" t="t" r="r" b="b"/>
            <a:pathLst>
              <a:path w="40136" h="310356">
                <a:moveTo>
                  <a:pt x="20068" y="134668"/>
                </a:moveTo>
                <a:lnTo>
                  <a:pt x="24038" y="179594"/>
                </a:lnTo>
                <a:lnTo>
                  <a:pt x="12019" y="191856"/>
                </a:lnTo>
                <a:lnTo>
                  <a:pt x="8048" y="179594"/>
                </a:lnTo>
                <a:lnTo>
                  <a:pt x="8048" y="167440"/>
                </a:lnTo>
                <a:lnTo>
                  <a:pt x="3541" y="211823"/>
                </a:lnTo>
                <a:lnTo>
                  <a:pt x="0" y="215404"/>
                </a:lnTo>
                <a:lnTo>
                  <a:pt x="0" y="310356"/>
                </a:lnTo>
                <a:lnTo>
                  <a:pt x="0" y="220504"/>
                </a:lnTo>
                <a:lnTo>
                  <a:pt x="4507" y="278127"/>
                </a:lnTo>
                <a:lnTo>
                  <a:pt x="8048" y="269445"/>
                </a:lnTo>
                <a:lnTo>
                  <a:pt x="12555" y="237324"/>
                </a:lnTo>
                <a:lnTo>
                  <a:pt x="15990" y="228643"/>
                </a:lnTo>
                <a:lnTo>
                  <a:pt x="24038" y="191856"/>
                </a:lnTo>
                <a:lnTo>
                  <a:pt x="24038" y="187841"/>
                </a:lnTo>
                <a:lnTo>
                  <a:pt x="24038" y="191856"/>
                </a:lnTo>
                <a:lnTo>
                  <a:pt x="32087" y="191856"/>
                </a:lnTo>
                <a:lnTo>
                  <a:pt x="32087" y="134668"/>
                </a:lnTo>
                <a:lnTo>
                  <a:pt x="40136" y="134668"/>
                </a:lnTo>
                <a:lnTo>
                  <a:pt x="32087" y="130653"/>
                </a:lnTo>
                <a:lnTo>
                  <a:pt x="32087" y="122514"/>
                </a:lnTo>
                <a:lnTo>
                  <a:pt x="28009" y="77589"/>
                </a:lnTo>
                <a:lnTo>
                  <a:pt x="36058" y="53064"/>
                </a:lnTo>
                <a:lnTo>
                  <a:pt x="32087" y="0"/>
                </a:lnTo>
                <a:lnTo>
                  <a:pt x="24038" y="3038"/>
                </a:lnTo>
                <a:lnTo>
                  <a:pt x="24038" y="53064"/>
                </a:lnTo>
                <a:lnTo>
                  <a:pt x="15990" y="53064"/>
                </a:lnTo>
                <a:lnTo>
                  <a:pt x="15990" y="110252"/>
                </a:lnTo>
                <a:lnTo>
                  <a:pt x="28009" y="110252"/>
                </a:lnTo>
                <a:lnTo>
                  <a:pt x="24038" y="65326"/>
                </a:lnTo>
                <a:lnTo>
                  <a:pt x="24038" y="57079"/>
                </a:lnTo>
                <a:lnTo>
                  <a:pt x="24038" y="65326"/>
                </a:lnTo>
                <a:lnTo>
                  <a:pt x="28009" y="110252"/>
                </a:lnTo>
                <a:lnTo>
                  <a:pt x="20068" y="1346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2574827" y="3483892"/>
            <a:ext cx="12019" cy="36786"/>
          </a:xfrm>
          <a:custGeom>
            <a:avLst/>
            <a:gdLst/>
            <a:ahLst/>
            <a:cxnLst/>
            <a:rect l="l" t="t" r="r" b="b"/>
            <a:pathLst>
              <a:path w="12019" h="36786">
                <a:moveTo>
                  <a:pt x="12019" y="36786"/>
                </a:moveTo>
                <a:lnTo>
                  <a:pt x="0" y="0"/>
                </a:lnTo>
                <a:lnTo>
                  <a:pt x="0" y="24524"/>
                </a:lnTo>
                <a:lnTo>
                  <a:pt x="12019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2606915" y="3271526"/>
            <a:ext cx="15990" cy="159301"/>
          </a:xfrm>
          <a:custGeom>
            <a:avLst/>
            <a:gdLst/>
            <a:ahLst/>
            <a:cxnLst/>
            <a:rect l="l" t="t" r="r" b="b"/>
            <a:pathLst>
              <a:path w="15990" h="159301">
                <a:moveTo>
                  <a:pt x="7941" y="94918"/>
                </a:moveTo>
                <a:lnTo>
                  <a:pt x="15990" y="86704"/>
                </a:lnTo>
                <a:lnTo>
                  <a:pt x="7941" y="89851"/>
                </a:lnTo>
                <a:lnTo>
                  <a:pt x="4399" y="98532"/>
                </a:lnTo>
                <a:lnTo>
                  <a:pt x="0" y="0"/>
                </a:lnTo>
                <a:lnTo>
                  <a:pt x="0" y="155178"/>
                </a:lnTo>
                <a:lnTo>
                  <a:pt x="7941" y="159301"/>
                </a:lnTo>
                <a:lnTo>
                  <a:pt x="7941" y="949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2606915" y="3201132"/>
            <a:ext cx="7941" cy="65217"/>
          </a:xfrm>
          <a:custGeom>
            <a:avLst/>
            <a:gdLst/>
            <a:ahLst/>
            <a:cxnLst/>
            <a:rect l="l" t="t" r="r" b="b"/>
            <a:pathLst>
              <a:path w="7941" h="65217">
                <a:moveTo>
                  <a:pt x="3434" y="61712"/>
                </a:moveTo>
                <a:lnTo>
                  <a:pt x="7941" y="0"/>
                </a:lnTo>
                <a:lnTo>
                  <a:pt x="0" y="8105"/>
                </a:lnTo>
                <a:lnTo>
                  <a:pt x="0" y="65217"/>
                </a:lnTo>
                <a:lnTo>
                  <a:pt x="3434" y="6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2614856" y="3136749"/>
            <a:ext cx="8048" cy="64383"/>
          </a:xfrm>
          <a:custGeom>
            <a:avLst/>
            <a:gdLst/>
            <a:ahLst/>
            <a:cxnLst/>
            <a:rect l="l" t="t" r="r" b="b"/>
            <a:pathLst>
              <a:path w="8048" h="64383">
                <a:moveTo>
                  <a:pt x="3541" y="60769"/>
                </a:moveTo>
                <a:lnTo>
                  <a:pt x="8048" y="0"/>
                </a:lnTo>
                <a:lnTo>
                  <a:pt x="0" y="0"/>
                </a:lnTo>
                <a:lnTo>
                  <a:pt x="0" y="64383"/>
                </a:lnTo>
                <a:lnTo>
                  <a:pt x="3541" y="60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2630953" y="3021320"/>
            <a:ext cx="8048" cy="57264"/>
          </a:xfrm>
          <a:custGeom>
            <a:avLst/>
            <a:gdLst/>
            <a:ahLst/>
            <a:cxnLst/>
            <a:rect l="l" t="t" r="r" b="b"/>
            <a:pathLst>
              <a:path w="8048" h="57264">
                <a:moveTo>
                  <a:pt x="3541" y="53683"/>
                </a:moveTo>
                <a:lnTo>
                  <a:pt x="8048" y="0"/>
                </a:lnTo>
                <a:lnTo>
                  <a:pt x="0" y="8214"/>
                </a:lnTo>
                <a:lnTo>
                  <a:pt x="0" y="57264"/>
                </a:lnTo>
                <a:lnTo>
                  <a:pt x="3541" y="53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2646943" y="2932521"/>
            <a:ext cx="16097" cy="57188"/>
          </a:xfrm>
          <a:custGeom>
            <a:avLst/>
            <a:gdLst/>
            <a:ahLst/>
            <a:cxnLst/>
            <a:rect l="l" t="t" r="r" b="b"/>
            <a:pathLst>
              <a:path w="16097" h="57188">
                <a:moveTo>
                  <a:pt x="0" y="20401"/>
                </a:moveTo>
                <a:lnTo>
                  <a:pt x="0" y="44925"/>
                </a:lnTo>
                <a:lnTo>
                  <a:pt x="4077" y="57188"/>
                </a:lnTo>
                <a:lnTo>
                  <a:pt x="16097" y="44925"/>
                </a:lnTo>
                <a:lnTo>
                  <a:pt x="12019" y="32663"/>
                </a:lnTo>
                <a:lnTo>
                  <a:pt x="0" y="36786"/>
                </a:lnTo>
                <a:lnTo>
                  <a:pt x="12019" y="32663"/>
                </a:lnTo>
                <a:lnTo>
                  <a:pt x="5473" y="0"/>
                </a:lnTo>
                <a:lnTo>
                  <a:pt x="0" y="5534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2639002" y="2965185"/>
            <a:ext cx="7941" cy="56135"/>
          </a:xfrm>
          <a:custGeom>
            <a:avLst/>
            <a:gdLst/>
            <a:ahLst/>
            <a:cxnLst/>
            <a:rect l="l" t="t" r="r" b="b"/>
            <a:pathLst>
              <a:path w="7941" h="56135">
                <a:moveTo>
                  <a:pt x="3434" y="52630"/>
                </a:moveTo>
                <a:lnTo>
                  <a:pt x="7941" y="0"/>
                </a:lnTo>
                <a:lnTo>
                  <a:pt x="0" y="0"/>
                </a:lnTo>
                <a:lnTo>
                  <a:pt x="0" y="56135"/>
                </a:lnTo>
                <a:lnTo>
                  <a:pt x="3434" y="526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2639002" y="2932521"/>
            <a:ext cx="32087" cy="167983"/>
          </a:xfrm>
          <a:custGeom>
            <a:avLst/>
            <a:gdLst/>
            <a:ahLst/>
            <a:cxnLst/>
            <a:rect l="l" t="t" r="r" b="b"/>
            <a:pathLst>
              <a:path w="32087" h="167983">
                <a:moveTo>
                  <a:pt x="32087" y="5534"/>
                </a:moveTo>
                <a:lnTo>
                  <a:pt x="26614" y="0"/>
                </a:lnTo>
                <a:lnTo>
                  <a:pt x="13414" y="0"/>
                </a:lnTo>
                <a:lnTo>
                  <a:pt x="19960" y="32663"/>
                </a:lnTo>
                <a:lnTo>
                  <a:pt x="24038" y="44925"/>
                </a:lnTo>
                <a:lnTo>
                  <a:pt x="12019" y="57188"/>
                </a:lnTo>
                <a:lnTo>
                  <a:pt x="7941" y="44925"/>
                </a:lnTo>
                <a:lnTo>
                  <a:pt x="7941" y="32663"/>
                </a:lnTo>
                <a:lnTo>
                  <a:pt x="3434" y="85293"/>
                </a:lnTo>
                <a:lnTo>
                  <a:pt x="0" y="88798"/>
                </a:lnTo>
                <a:lnTo>
                  <a:pt x="0" y="93975"/>
                </a:lnTo>
                <a:lnTo>
                  <a:pt x="4399" y="167983"/>
                </a:lnTo>
                <a:lnTo>
                  <a:pt x="7941" y="159301"/>
                </a:lnTo>
                <a:lnTo>
                  <a:pt x="12448" y="110795"/>
                </a:lnTo>
                <a:lnTo>
                  <a:pt x="15990" y="102113"/>
                </a:lnTo>
                <a:lnTo>
                  <a:pt x="24038" y="57188"/>
                </a:lnTo>
                <a:lnTo>
                  <a:pt x="24038" y="53064"/>
                </a:lnTo>
                <a:lnTo>
                  <a:pt x="24038" y="57188"/>
                </a:lnTo>
                <a:lnTo>
                  <a:pt x="32087" y="57188"/>
                </a:lnTo>
                <a:lnTo>
                  <a:pt x="32087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2614856" y="2989709"/>
            <a:ext cx="48184" cy="298636"/>
          </a:xfrm>
          <a:custGeom>
            <a:avLst/>
            <a:gdLst/>
            <a:ahLst/>
            <a:cxnLst/>
            <a:rect l="l" t="t" r="r" b="b"/>
            <a:pathLst>
              <a:path w="48184" h="298636">
                <a:moveTo>
                  <a:pt x="40136" y="50026"/>
                </a:moveTo>
                <a:lnTo>
                  <a:pt x="48184" y="41887"/>
                </a:lnTo>
                <a:lnTo>
                  <a:pt x="48184" y="0"/>
                </a:lnTo>
                <a:lnTo>
                  <a:pt x="40136" y="44925"/>
                </a:lnTo>
                <a:lnTo>
                  <a:pt x="36594" y="53607"/>
                </a:lnTo>
                <a:lnTo>
                  <a:pt x="32087" y="102113"/>
                </a:lnTo>
                <a:lnTo>
                  <a:pt x="28545" y="110795"/>
                </a:lnTo>
                <a:lnTo>
                  <a:pt x="24146" y="36786"/>
                </a:lnTo>
                <a:lnTo>
                  <a:pt x="24146" y="31610"/>
                </a:lnTo>
                <a:lnTo>
                  <a:pt x="19638" y="85293"/>
                </a:lnTo>
                <a:lnTo>
                  <a:pt x="16097" y="88874"/>
                </a:lnTo>
                <a:lnTo>
                  <a:pt x="16097" y="93975"/>
                </a:lnTo>
                <a:lnTo>
                  <a:pt x="20068" y="147039"/>
                </a:lnTo>
                <a:lnTo>
                  <a:pt x="24146" y="159301"/>
                </a:lnTo>
                <a:lnTo>
                  <a:pt x="12019" y="171564"/>
                </a:lnTo>
                <a:lnTo>
                  <a:pt x="8048" y="159301"/>
                </a:lnTo>
                <a:lnTo>
                  <a:pt x="8048" y="147039"/>
                </a:lnTo>
                <a:lnTo>
                  <a:pt x="3541" y="207808"/>
                </a:lnTo>
                <a:lnTo>
                  <a:pt x="0" y="211423"/>
                </a:lnTo>
                <a:lnTo>
                  <a:pt x="0" y="216489"/>
                </a:lnTo>
                <a:lnTo>
                  <a:pt x="4507" y="298636"/>
                </a:lnTo>
                <a:lnTo>
                  <a:pt x="8048" y="289955"/>
                </a:lnTo>
                <a:lnTo>
                  <a:pt x="12555" y="233309"/>
                </a:lnTo>
                <a:lnTo>
                  <a:pt x="16097" y="224628"/>
                </a:lnTo>
                <a:lnTo>
                  <a:pt x="24146" y="171564"/>
                </a:lnTo>
                <a:lnTo>
                  <a:pt x="24146" y="167440"/>
                </a:lnTo>
                <a:lnTo>
                  <a:pt x="24146" y="171564"/>
                </a:lnTo>
                <a:lnTo>
                  <a:pt x="32087" y="171564"/>
                </a:lnTo>
                <a:lnTo>
                  <a:pt x="32087" y="107180"/>
                </a:lnTo>
                <a:lnTo>
                  <a:pt x="40136" y="98966"/>
                </a:lnTo>
                <a:lnTo>
                  <a:pt x="40136" y="500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2590817" y="3161274"/>
            <a:ext cx="48184" cy="326633"/>
          </a:xfrm>
          <a:custGeom>
            <a:avLst/>
            <a:gdLst/>
            <a:ahLst/>
            <a:cxnLst/>
            <a:rect l="l" t="t" r="r" b="b"/>
            <a:pathLst>
              <a:path w="48184" h="326633">
                <a:moveTo>
                  <a:pt x="40135" y="58131"/>
                </a:moveTo>
                <a:lnTo>
                  <a:pt x="48184" y="49917"/>
                </a:lnTo>
                <a:lnTo>
                  <a:pt x="48184" y="0"/>
                </a:lnTo>
                <a:lnTo>
                  <a:pt x="40136" y="53064"/>
                </a:lnTo>
                <a:lnTo>
                  <a:pt x="36594" y="61745"/>
                </a:lnTo>
                <a:lnTo>
                  <a:pt x="32087" y="118391"/>
                </a:lnTo>
                <a:lnTo>
                  <a:pt x="28545" y="127072"/>
                </a:lnTo>
                <a:lnTo>
                  <a:pt x="24038" y="44925"/>
                </a:lnTo>
                <a:lnTo>
                  <a:pt x="24038" y="39858"/>
                </a:lnTo>
                <a:lnTo>
                  <a:pt x="19531" y="101571"/>
                </a:lnTo>
                <a:lnTo>
                  <a:pt x="16097" y="105076"/>
                </a:lnTo>
                <a:lnTo>
                  <a:pt x="8048" y="113290"/>
                </a:lnTo>
                <a:lnTo>
                  <a:pt x="8048" y="186864"/>
                </a:lnTo>
                <a:lnTo>
                  <a:pt x="0" y="195003"/>
                </a:lnTo>
                <a:lnTo>
                  <a:pt x="8048" y="191965"/>
                </a:lnTo>
                <a:lnTo>
                  <a:pt x="12019" y="245029"/>
                </a:lnTo>
                <a:lnTo>
                  <a:pt x="11590" y="183283"/>
                </a:lnTo>
                <a:lnTo>
                  <a:pt x="12019" y="245029"/>
                </a:lnTo>
                <a:lnTo>
                  <a:pt x="3970" y="269554"/>
                </a:lnTo>
                <a:lnTo>
                  <a:pt x="8048" y="314479"/>
                </a:lnTo>
                <a:lnTo>
                  <a:pt x="8048" y="322618"/>
                </a:lnTo>
                <a:lnTo>
                  <a:pt x="16097" y="326633"/>
                </a:lnTo>
                <a:lnTo>
                  <a:pt x="16097" y="269554"/>
                </a:lnTo>
                <a:lnTo>
                  <a:pt x="24038" y="269554"/>
                </a:lnTo>
                <a:lnTo>
                  <a:pt x="16097" y="265430"/>
                </a:lnTo>
                <a:lnTo>
                  <a:pt x="16097" y="110252"/>
                </a:lnTo>
                <a:lnTo>
                  <a:pt x="20497" y="208785"/>
                </a:lnTo>
                <a:lnTo>
                  <a:pt x="24038" y="200103"/>
                </a:lnTo>
                <a:lnTo>
                  <a:pt x="32087" y="196956"/>
                </a:lnTo>
                <a:lnTo>
                  <a:pt x="32087" y="123491"/>
                </a:lnTo>
                <a:lnTo>
                  <a:pt x="40136" y="115352"/>
                </a:lnTo>
                <a:lnTo>
                  <a:pt x="40135" y="58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2622905" y="3078584"/>
            <a:ext cx="16097" cy="82689"/>
          </a:xfrm>
          <a:custGeom>
            <a:avLst/>
            <a:gdLst/>
            <a:ahLst/>
            <a:cxnLst/>
            <a:rect l="l" t="t" r="r" b="b"/>
            <a:pathLst>
              <a:path w="16097" h="82689">
                <a:moveTo>
                  <a:pt x="8048" y="0"/>
                </a:moveTo>
                <a:lnTo>
                  <a:pt x="0" y="8138"/>
                </a:lnTo>
                <a:lnTo>
                  <a:pt x="0" y="70427"/>
                </a:lnTo>
                <a:lnTo>
                  <a:pt x="3970" y="82689"/>
                </a:lnTo>
                <a:lnTo>
                  <a:pt x="16097" y="70427"/>
                </a:lnTo>
                <a:lnTo>
                  <a:pt x="12019" y="58164"/>
                </a:lnTo>
                <a:lnTo>
                  <a:pt x="0" y="62288"/>
                </a:lnTo>
                <a:lnTo>
                  <a:pt x="12019" y="58164"/>
                </a:lnTo>
                <a:lnTo>
                  <a:pt x="8048" y="510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2566779" y="3671734"/>
            <a:ext cx="8048" cy="4123"/>
          </a:xfrm>
          <a:custGeom>
            <a:avLst/>
            <a:gdLst/>
            <a:ahLst/>
            <a:cxnLst/>
            <a:rect l="l" t="t" r="r" b="b"/>
            <a:pathLst>
              <a:path w="8048" h="4123">
                <a:moveTo>
                  <a:pt x="8048" y="4123"/>
                </a:moveTo>
                <a:lnTo>
                  <a:pt x="0" y="0"/>
                </a:lnTo>
                <a:lnTo>
                  <a:pt x="0" y="4123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2554759" y="3545095"/>
            <a:ext cx="36058" cy="155178"/>
          </a:xfrm>
          <a:custGeom>
            <a:avLst/>
            <a:gdLst/>
            <a:ahLst/>
            <a:cxnLst/>
            <a:rect l="l" t="t" r="r" b="b"/>
            <a:pathLst>
              <a:path w="36058" h="155178">
                <a:moveTo>
                  <a:pt x="12019" y="118499"/>
                </a:moveTo>
                <a:lnTo>
                  <a:pt x="12019" y="23548"/>
                </a:lnTo>
                <a:lnTo>
                  <a:pt x="3970" y="31686"/>
                </a:lnTo>
                <a:lnTo>
                  <a:pt x="7512" y="60769"/>
                </a:lnTo>
                <a:lnTo>
                  <a:pt x="7941" y="106237"/>
                </a:lnTo>
                <a:lnTo>
                  <a:pt x="0" y="130762"/>
                </a:lnTo>
                <a:lnTo>
                  <a:pt x="12019" y="155178"/>
                </a:lnTo>
                <a:lnTo>
                  <a:pt x="12019" y="126638"/>
                </a:lnTo>
                <a:lnTo>
                  <a:pt x="20068" y="130762"/>
                </a:lnTo>
                <a:lnTo>
                  <a:pt x="20067" y="82655"/>
                </a:lnTo>
                <a:lnTo>
                  <a:pt x="28009" y="74550"/>
                </a:lnTo>
                <a:lnTo>
                  <a:pt x="28009" y="41963"/>
                </a:lnTo>
                <a:lnTo>
                  <a:pt x="36058" y="33748"/>
                </a:lnTo>
                <a:lnTo>
                  <a:pt x="36058" y="0"/>
                </a:lnTo>
                <a:lnTo>
                  <a:pt x="28009" y="36786"/>
                </a:lnTo>
                <a:lnTo>
                  <a:pt x="24575" y="45468"/>
                </a:lnTo>
                <a:lnTo>
                  <a:pt x="20068" y="77589"/>
                </a:lnTo>
                <a:lnTo>
                  <a:pt x="16526" y="86270"/>
                </a:lnTo>
                <a:lnTo>
                  <a:pt x="12019" y="28648"/>
                </a:lnTo>
                <a:lnTo>
                  <a:pt x="12019" y="1184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2646943" y="2752818"/>
            <a:ext cx="128349" cy="204227"/>
          </a:xfrm>
          <a:custGeom>
            <a:avLst/>
            <a:gdLst/>
            <a:ahLst/>
            <a:cxnLst/>
            <a:rect l="l" t="t" r="r" b="b"/>
            <a:pathLst>
              <a:path w="128349" h="204227">
                <a:moveTo>
                  <a:pt x="11590" y="150620"/>
                </a:moveTo>
                <a:lnTo>
                  <a:pt x="16097" y="113399"/>
                </a:lnTo>
                <a:lnTo>
                  <a:pt x="8048" y="121538"/>
                </a:lnTo>
                <a:lnTo>
                  <a:pt x="8048" y="154201"/>
                </a:lnTo>
                <a:lnTo>
                  <a:pt x="11590" y="150620"/>
                </a:lnTo>
                <a:close/>
              </a:path>
              <a:path w="128349" h="204227">
                <a:moveTo>
                  <a:pt x="40136" y="97990"/>
                </a:moveTo>
                <a:lnTo>
                  <a:pt x="28116" y="97990"/>
                </a:lnTo>
                <a:lnTo>
                  <a:pt x="24145" y="85836"/>
                </a:lnTo>
                <a:lnTo>
                  <a:pt x="24145" y="73573"/>
                </a:lnTo>
                <a:lnTo>
                  <a:pt x="19638" y="109818"/>
                </a:lnTo>
                <a:lnTo>
                  <a:pt x="20604" y="176121"/>
                </a:lnTo>
                <a:lnTo>
                  <a:pt x="24145" y="167440"/>
                </a:lnTo>
                <a:lnTo>
                  <a:pt x="28545" y="135319"/>
                </a:lnTo>
                <a:lnTo>
                  <a:pt x="32087" y="126638"/>
                </a:lnTo>
                <a:lnTo>
                  <a:pt x="40136" y="97990"/>
                </a:lnTo>
                <a:close/>
              </a:path>
              <a:path w="128349" h="204227">
                <a:moveTo>
                  <a:pt x="32087" y="61311"/>
                </a:moveTo>
                <a:lnTo>
                  <a:pt x="32087" y="49049"/>
                </a:lnTo>
                <a:lnTo>
                  <a:pt x="24145" y="49049"/>
                </a:lnTo>
                <a:lnTo>
                  <a:pt x="36165" y="73573"/>
                </a:lnTo>
                <a:lnTo>
                  <a:pt x="32087" y="61311"/>
                </a:lnTo>
                <a:close/>
              </a:path>
              <a:path w="128349" h="204227">
                <a:moveTo>
                  <a:pt x="32087" y="131705"/>
                </a:moveTo>
                <a:lnTo>
                  <a:pt x="40136" y="123491"/>
                </a:lnTo>
                <a:lnTo>
                  <a:pt x="40136" y="97990"/>
                </a:lnTo>
                <a:lnTo>
                  <a:pt x="32087" y="126638"/>
                </a:lnTo>
                <a:lnTo>
                  <a:pt x="28545" y="135319"/>
                </a:lnTo>
                <a:lnTo>
                  <a:pt x="24145" y="167440"/>
                </a:lnTo>
                <a:lnTo>
                  <a:pt x="20604" y="176121"/>
                </a:lnTo>
                <a:lnTo>
                  <a:pt x="19638" y="109818"/>
                </a:lnTo>
                <a:lnTo>
                  <a:pt x="24145" y="73573"/>
                </a:lnTo>
                <a:lnTo>
                  <a:pt x="16097" y="73573"/>
                </a:lnTo>
                <a:lnTo>
                  <a:pt x="16097" y="113399"/>
                </a:lnTo>
                <a:lnTo>
                  <a:pt x="11590" y="150620"/>
                </a:lnTo>
                <a:lnTo>
                  <a:pt x="8048" y="154201"/>
                </a:lnTo>
                <a:lnTo>
                  <a:pt x="0" y="162340"/>
                </a:lnTo>
                <a:lnTo>
                  <a:pt x="0" y="198693"/>
                </a:lnTo>
                <a:lnTo>
                  <a:pt x="5473" y="204227"/>
                </a:lnTo>
                <a:lnTo>
                  <a:pt x="8048" y="159301"/>
                </a:lnTo>
                <a:lnTo>
                  <a:pt x="12019" y="204227"/>
                </a:lnTo>
                <a:lnTo>
                  <a:pt x="16097" y="118499"/>
                </a:lnTo>
                <a:lnTo>
                  <a:pt x="18672" y="204227"/>
                </a:lnTo>
                <a:lnTo>
                  <a:pt x="24145" y="198693"/>
                </a:lnTo>
                <a:lnTo>
                  <a:pt x="24145" y="172507"/>
                </a:lnTo>
                <a:lnTo>
                  <a:pt x="32087" y="164402"/>
                </a:lnTo>
                <a:lnTo>
                  <a:pt x="32087" y="131705"/>
                </a:lnTo>
                <a:close/>
              </a:path>
              <a:path w="128349" h="204227">
                <a:moveTo>
                  <a:pt x="56233" y="53064"/>
                </a:moveTo>
                <a:lnTo>
                  <a:pt x="56233" y="49049"/>
                </a:lnTo>
                <a:lnTo>
                  <a:pt x="48184" y="61311"/>
                </a:lnTo>
                <a:lnTo>
                  <a:pt x="48184" y="73573"/>
                </a:lnTo>
                <a:lnTo>
                  <a:pt x="56233" y="73573"/>
                </a:lnTo>
                <a:lnTo>
                  <a:pt x="48184" y="69450"/>
                </a:lnTo>
                <a:lnTo>
                  <a:pt x="56233" y="73573"/>
                </a:lnTo>
                <a:lnTo>
                  <a:pt x="56233" y="53064"/>
                </a:lnTo>
                <a:close/>
              </a:path>
              <a:path w="128349" h="204227">
                <a:moveTo>
                  <a:pt x="64174" y="20473"/>
                </a:moveTo>
                <a:lnTo>
                  <a:pt x="60204" y="24524"/>
                </a:lnTo>
                <a:lnTo>
                  <a:pt x="64174" y="32663"/>
                </a:lnTo>
                <a:lnTo>
                  <a:pt x="72223" y="32663"/>
                </a:lnTo>
                <a:lnTo>
                  <a:pt x="68252" y="24524"/>
                </a:lnTo>
                <a:lnTo>
                  <a:pt x="64174" y="20473"/>
                </a:lnTo>
                <a:lnTo>
                  <a:pt x="64174" y="28648"/>
                </a:lnTo>
                <a:lnTo>
                  <a:pt x="64174" y="20473"/>
                </a:lnTo>
                <a:close/>
              </a:path>
              <a:path w="128349" h="204227">
                <a:moveTo>
                  <a:pt x="80272" y="28648"/>
                </a:moveTo>
                <a:lnTo>
                  <a:pt x="84242" y="32663"/>
                </a:lnTo>
                <a:lnTo>
                  <a:pt x="72223" y="20401"/>
                </a:lnTo>
                <a:lnTo>
                  <a:pt x="72223" y="12262"/>
                </a:lnTo>
                <a:lnTo>
                  <a:pt x="68199" y="16367"/>
                </a:lnTo>
                <a:lnTo>
                  <a:pt x="72223" y="20473"/>
                </a:lnTo>
                <a:lnTo>
                  <a:pt x="76194" y="24524"/>
                </a:lnTo>
                <a:lnTo>
                  <a:pt x="80272" y="28648"/>
                </a:lnTo>
                <a:close/>
              </a:path>
              <a:path w="128349" h="204227">
                <a:moveTo>
                  <a:pt x="76194" y="8247"/>
                </a:moveTo>
                <a:lnTo>
                  <a:pt x="84242" y="16385"/>
                </a:lnTo>
                <a:lnTo>
                  <a:pt x="92291" y="32663"/>
                </a:lnTo>
                <a:lnTo>
                  <a:pt x="104310" y="32663"/>
                </a:lnTo>
                <a:lnTo>
                  <a:pt x="96262" y="28648"/>
                </a:lnTo>
                <a:lnTo>
                  <a:pt x="88320" y="16385"/>
                </a:lnTo>
                <a:lnTo>
                  <a:pt x="88320" y="0"/>
                </a:lnTo>
                <a:lnTo>
                  <a:pt x="68252" y="0"/>
                </a:lnTo>
                <a:lnTo>
                  <a:pt x="76194" y="8247"/>
                </a:lnTo>
                <a:lnTo>
                  <a:pt x="84314" y="16385"/>
                </a:lnTo>
                <a:lnTo>
                  <a:pt x="88320" y="20401"/>
                </a:lnTo>
                <a:lnTo>
                  <a:pt x="84314" y="16385"/>
                </a:lnTo>
                <a:lnTo>
                  <a:pt x="76194" y="8247"/>
                </a:lnTo>
                <a:close/>
              </a:path>
              <a:path w="128349" h="204227">
                <a:moveTo>
                  <a:pt x="60204" y="8247"/>
                </a:moveTo>
                <a:lnTo>
                  <a:pt x="64174" y="12262"/>
                </a:lnTo>
                <a:lnTo>
                  <a:pt x="68252" y="0"/>
                </a:lnTo>
                <a:lnTo>
                  <a:pt x="48184" y="0"/>
                </a:lnTo>
                <a:lnTo>
                  <a:pt x="48184" y="20401"/>
                </a:lnTo>
                <a:lnTo>
                  <a:pt x="60204" y="8247"/>
                </a:lnTo>
                <a:close/>
              </a:path>
              <a:path w="128349" h="204227">
                <a:moveTo>
                  <a:pt x="96262" y="16385"/>
                </a:moveTo>
                <a:lnTo>
                  <a:pt x="96262" y="8247"/>
                </a:lnTo>
                <a:lnTo>
                  <a:pt x="88320" y="8247"/>
                </a:lnTo>
                <a:lnTo>
                  <a:pt x="88320" y="16385"/>
                </a:lnTo>
                <a:lnTo>
                  <a:pt x="96262" y="28648"/>
                </a:lnTo>
                <a:lnTo>
                  <a:pt x="104310" y="32663"/>
                </a:lnTo>
                <a:lnTo>
                  <a:pt x="104310" y="16385"/>
                </a:lnTo>
                <a:lnTo>
                  <a:pt x="96262" y="16385"/>
                </a:lnTo>
                <a:close/>
              </a:path>
              <a:path w="128349" h="204227">
                <a:moveTo>
                  <a:pt x="88320" y="57188"/>
                </a:moveTo>
                <a:lnTo>
                  <a:pt x="88320" y="81712"/>
                </a:lnTo>
                <a:lnTo>
                  <a:pt x="96262" y="81712"/>
                </a:lnTo>
                <a:lnTo>
                  <a:pt x="96262" y="69450"/>
                </a:lnTo>
                <a:lnTo>
                  <a:pt x="100340" y="57188"/>
                </a:lnTo>
                <a:lnTo>
                  <a:pt x="88320" y="53064"/>
                </a:lnTo>
                <a:lnTo>
                  <a:pt x="88320" y="44925"/>
                </a:lnTo>
                <a:lnTo>
                  <a:pt x="80272" y="40910"/>
                </a:lnTo>
                <a:lnTo>
                  <a:pt x="80272" y="57188"/>
                </a:lnTo>
                <a:lnTo>
                  <a:pt x="88320" y="57188"/>
                </a:lnTo>
                <a:close/>
              </a:path>
              <a:path w="128349" h="204227">
                <a:moveTo>
                  <a:pt x="88320" y="44925"/>
                </a:moveTo>
                <a:lnTo>
                  <a:pt x="88320" y="53064"/>
                </a:lnTo>
                <a:lnTo>
                  <a:pt x="100340" y="57188"/>
                </a:lnTo>
                <a:lnTo>
                  <a:pt x="92291" y="40910"/>
                </a:lnTo>
                <a:lnTo>
                  <a:pt x="80272" y="40910"/>
                </a:lnTo>
                <a:lnTo>
                  <a:pt x="88320" y="44925"/>
                </a:lnTo>
                <a:close/>
              </a:path>
              <a:path w="128349" h="204227">
                <a:moveTo>
                  <a:pt x="104310" y="114376"/>
                </a:moveTo>
                <a:lnTo>
                  <a:pt x="104310" y="157891"/>
                </a:lnTo>
                <a:lnTo>
                  <a:pt x="109676" y="163425"/>
                </a:lnTo>
                <a:lnTo>
                  <a:pt x="122983" y="163425"/>
                </a:lnTo>
                <a:lnTo>
                  <a:pt x="116330" y="114376"/>
                </a:lnTo>
                <a:lnTo>
                  <a:pt x="104310" y="110252"/>
                </a:lnTo>
                <a:lnTo>
                  <a:pt x="104310" y="102113"/>
                </a:lnTo>
                <a:lnTo>
                  <a:pt x="96262" y="81712"/>
                </a:lnTo>
                <a:lnTo>
                  <a:pt x="96262" y="114376"/>
                </a:lnTo>
                <a:lnTo>
                  <a:pt x="104310" y="114376"/>
                </a:lnTo>
                <a:close/>
              </a:path>
              <a:path w="128349" h="204227">
                <a:moveTo>
                  <a:pt x="12019" y="204227"/>
                </a:moveTo>
                <a:lnTo>
                  <a:pt x="8048" y="159301"/>
                </a:lnTo>
                <a:lnTo>
                  <a:pt x="5473" y="204227"/>
                </a:lnTo>
                <a:lnTo>
                  <a:pt x="12019" y="204227"/>
                </a:lnTo>
                <a:close/>
              </a:path>
              <a:path w="128349" h="204227">
                <a:moveTo>
                  <a:pt x="52155" y="24524"/>
                </a:moveTo>
                <a:lnTo>
                  <a:pt x="52155" y="32663"/>
                </a:lnTo>
                <a:lnTo>
                  <a:pt x="56233" y="36786"/>
                </a:lnTo>
                <a:lnTo>
                  <a:pt x="44106" y="49049"/>
                </a:lnTo>
                <a:lnTo>
                  <a:pt x="32087" y="53064"/>
                </a:lnTo>
                <a:lnTo>
                  <a:pt x="44106" y="49049"/>
                </a:lnTo>
                <a:lnTo>
                  <a:pt x="40136" y="36786"/>
                </a:lnTo>
                <a:lnTo>
                  <a:pt x="40136" y="24524"/>
                </a:lnTo>
                <a:lnTo>
                  <a:pt x="32087" y="24524"/>
                </a:lnTo>
                <a:lnTo>
                  <a:pt x="32087" y="61311"/>
                </a:lnTo>
                <a:lnTo>
                  <a:pt x="36165" y="73573"/>
                </a:lnTo>
                <a:lnTo>
                  <a:pt x="40136" y="85836"/>
                </a:lnTo>
                <a:lnTo>
                  <a:pt x="40136" y="93975"/>
                </a:lnTo>
                <a:lnTo>
                  <a:pt x="40136" y="85836"/>
                </a:lnTo>
                <a:lnTo>
                  <a:pt x="36165" y="73573"/>
                </a:lnTo>
                <a:lnTo>
                  <a:pt x="24145" y="77589"/>
                </a:lnTo>
                <a:lnTo>
                  <a:pt x="36165" y="73573"/>
                </a:lnTo>
                <a:lnTo>
                  <a:pt x="24145" y="49049"/>
                </a:lnTo>
                <a:lnTo>
                  <a:pt x="24145" y="85836"/>
                </a:lnTo>
                <a:lnTo>
                  <a:pt x="28116" y="97990"/>
                </a:lnTo>
                <a:lnTo>
                  <a:pt x="48184" y="97990"/>
                </a:lnTo>
                <a:lnTo>
                  <a:pt x="48184" y="61311"/>
                </a:lnTo>
                <a:lnTo>
                  <a:pt x="56233" y="49049"/>
                </a:lnTo>
                <a:lnTo>
                  <a:pt x="56233" y="44925"/>
                </a:lnTo>
                <a:lnTo>
                  <a:pt x="56233" y="49049"/>
                </a:lnTo>
                <a:lnTo>
                  <a:pt x="64174" y="49049"/>
                </a:lnTo>
                <a:lnTo>
                  <a:pt x="64174" y="32663"/>
                </a:lnTo>
                <a:lnTo>
                  <a:pt x="60204" y="24524"/>
                </a:lnTo>
                <a:lnTo>
                  <a:pt x="64174" y="20473"/>
                </a:lnTo>
                <a:lnTo>
                  <a:pt x="68252" y="24524"/>
                </a:lnTo>
                <a:lnTo>
                  <a:pt x="72223" y="24524"/>
                </a:lnTo>
                <a:lnTo>
                  <a:pt x="80272" y="32663"/>
                </a:lnTo>
                <a:lnTo>
                  <a:pt x="84207" y="32663"/>
                </a:lnTo>
                <a:lnTo>
                  <a:pt x="92291" y="40910"/>
                </a:lnTo>
                <a:lnTo>
                  <a:pt x="84242" y="32663"/>
                </a:lnTo>
                <a:lnTo>
                  <a:pt x="80272" y="28648"/>
                </a:lnTo>
                <a:lnTo>
                  <a:pt x="76194" y="24524"/>
                </a:lnTo>
                <a:lnTo>
                  <a:pt x="72223" y="20473"/>
                </a:lnTo>
                <a:lnTo>
                  <a:pt x="68199" y="16367"/>
                </a:lnTo>
                <a:lnTo>
                  <a:pt x="64174" y="20401"/>
                </a:lnTo>
                <a:lnTo>
                  <a:pt x="52155" y="24524"/>
                </a:lnTo>
                <a:close/>
              </a:path>
              <a:path w="128349" h="204227">
                <a:moveTo>
                  <a:pt x="108281" y="81712"/>
                </a:moveTo>
                <a:lnTo>
                  <a:pt x="108281" y="89851"/>
                </a:lnTo>
                <a:lnTo>
                  <a:pt x="120300" y="89851"/>
                </a:lnTo>
                <a:lnTo>
                  <a:pt x="108281" y="81712"/>
                </a:lnTo>
                <a:close/>
              </a:path>
              <a:path w="128349" h="204227">
                <a:moveTo>
                  <a:pt x="80272" y="40910"/>
                </a:moveTo>
                <a:lnTo>
                  <a:pt x="92291" y="40910"/>
                </a:lnTo>
                <a:lnTo>
                  <a:pt x="100340" y="57188"/>
                </a:lnTo>
                <a:lnTo>
                  <a:pt x="96262" y="69450"/>
                </a:lnTo>
                <a:lnTo>
                  <a:pt x="96262" y="81712"/>
                </a:lnTo>
                <a:lnTo>
                  <a:pt x="104310" y="102113"/>
                </a:lnTo>
                <a:lnTo>
                  <a:pt x="104310" y="110252"/>
                </a:lnTo>
                <a:lnTo>
                  <a:pt x="116330" y="114376"/>
                </a:lnTo>
                <a:lnTo>
                  <a:pt x="122983" y="163425"/>
                </a:lnTo>
                <a:lnTo>
                  <a:pt x="128349" y="157891"/>
                </a:lnTo>
                <a:lnTo>
                  <a:pt x="128349" y="89851"/>
                </a:lnTo>
                <a:lnTo>
                  <a:pt x="108281" y="89851"/>
                </a:lnTo>
                <a:lnTo>
                  <a:pt x="120300" y="102113"/>
                </a:lnTo>
                <a:lnTo>
                  <a:pt x="120300" y="93975"/>
                </a:lnTo>
                <a:lnTo>
                  <a:pt x="120300" y="102113"/>
                </a:lnTo>
                <a:lnTo>
                  <a:pt x="108281" y="89851"/>
                </a:lnTo>
                <a:lnTo>
                  <a:pt x="108281" y="81712"/>
                </a:lnTo>
                <a:lnTo>
                  <a:pt x="96262" y="77589"/>
                </a:lnTo>
                <a:lnTo>
                  <a:pt x="108281" y="81712"/>
                </a:lnTo>
                <a:lnTo>
                  <a:pt x="112359" y="69450"/>
                </a:lnTo>
                <a:lnTo>
                  <a:pt x="112359" y="61311"/>
                </a:lnTo>
                <a:lnTo>
                  <a:pt x="112359" y="69450"/>
                </a:lnTo>
                <a:lnTo>
                  <a:pt x="108281" y="81712"/>
                </a:lnTo>
                <a:lnTo>
                  <a:pt x="120300" y="89851"/>
                </a:lnTo>
                <a:lnTo>
                  <a:pt x="120300" y="57188"/>
                </a:lnTo>
                <a:lnTo>
                  <a:pt x="112359" y="57188"/>
                </a:lnTo>
                <a:lnTo>
                  <a:pt x="112359" y="32663"/>
                </a:lnTo>
                <a:lnTo>
                  <a:pt x="92291" y="32663"/>
                </a:lnTo>
                <a:lnTo>
                  <a:pt x="104310" y="44925"/>
                </a:lnTo>
                <a:lnTo>
                  <a:pt x="104310" y="36786"/>
                </a:lnTo>
                <a:lnTo>
                  <a:pt x="104310" y="44925"/>
                </a:lnTo>
                <a:lnTo>
                  <a:pt x="92291" y="32663"/>
                </a:lnTo>
                <a:lnTo>
                  <a:pt x="84242" y="16385"/>
                </a:lnTo>
                <a:lnTo>
                  <a:pt x="76194" y="8247"/>
                </a:lnTo>
                <a:lnTo>
                  <a:pt x="68252" y="0"/>
                </a:lnTo>
                <a:lnTo>
                  <a:pt x="64174" y="12262"/>
                </a:lnTo>
                <a:lnTo>
                  <a:pt x="60204" y="8247"/>
                </a:lnTo>
                <a:lnTo>
                  <a:pt x="48184" y="20401"/>
                </a:lnTo>
                <a:lnTo>
                  <a:pt x="48184" y="8247"/>
                </a:lnTo>
                <a:lnTo>
                  <a:pt x="40136" y="8247"/>
                </a:lnTo>
                <a:lnTo>
                  <a:pt x="40136" y="36786"/>
                </a:lnTo>
                <a:lnTo>
                  <a:pt x="44106" y="49049"/>
                </a:lnTo>
                <a:lnTo>
                  <a:pt x="56233" y="36786"/>
                </a:lnTo>
                <a:lnTo>
                  <a:pt x="52155" y="32663"/>
                </a:lnTo>
                <a:lnTo>
                  <a:pt x="52155" y="24524"/>
                </a:lnTo>
                <a:lnTo>
                  <a:pt x="40136" y="28648"/>
                </a:lnTo>
                <a:lnTo>
                  <a:pt x="52155" y="24524"/>
                </a:lnTo>
                <a:lnTo>
                  <a:pt x="64174" y="20401"/>
                </a:lnTo>
                <a:lnTo>
                  <a:pt x="68199" y="16367"/>
                </a:lnTo>
                <a:lnTo>
                  <a:pt x="72223" y="12262"/>
                </a:lnTo>
                <a:lnTo>
                  <a:pt x="72223" y="20401"/>
                </a:lnTo>
                <a:lnTo>
                  <a:pt x="84242" y="32663"/>
                </a:lnTo>
                <a:lnTo>
                  <a:pt x="80272" y="32663"/>
                </a:lnTo>
                <a:lnTo>
                  <a:pt x="80272" y="36786"/>
                </a:lnTo>
                <a:lnTo>
                  <a:pt x="80272" y="32663"/>
                </a:lnTo>
                <a:lnTo>
                  <a:pt x="72223" y="24524"/>
                </a:lnTo>
                <a:lnTo>
                  <a:pt x="68252" y="24524"/>
                </a:lnTo>
                <a:lnTo>
                  <a:pt x="72223" y="32663"/>
                </a:lnTo>
                <a:lnTo>
                  <a:pt x="72223" y="40910"/>
                </a:lnTo>
                <a:lnTo>
                  <a:pt x="80272" y="40910"/>
                </a:lnTo>
                <a:close/>
              </a:path>
              <a:path w="128349" h="204227">
                <a:moveTo>
                  <a:pt x="18672" y="204227"/>
                </a:moveTo>
                <a:lnTo>
                  <a:pt x="16097" y="118499"/>
                </a:lnTo>
                <a:lnTo>
                  <a:pt x="12019" y="204227"/>
                </a:lnTo>
                <a:lnTo>
                  <a:pt x="18672" y="2042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2855565" y="3430828"/>
            <a:ext cx="3970" cy="53498"/>
          </a:xfrm>
          <a:custGeom>
            <a:avLst/>
            <a:gdLst/>
            <a:ahLst/>
            <a:cxnLst/>
            <a:rect l="l" t="t" r="r" b="b"/>
            <a:pathLst>
              <a:path w="3970" h="53498">
                <a:moveTo>
                  <a:pt x="3970" y="0"/>
                </a:moveTo>
                <a:lnTo>
                  <a:pt x="0" y="44925"/>
                </a:lnTo>
                <a:lnTo>
                  <a:pt x="3541" y="53498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2839467" y="3340976"/>
            <a:ext cx="4077" cy="45359"/>
          </a:xfrm>
          <a:custGeom>
            <a:avLst/>
            <a:gdLst/>
            <a:ahLst/>
            <a:cxnLst/>
            <a:rect l="l" t="t" r="r" b="b"/>
            <a:pathLst>
              <a:path w="4077" h="45359">
                <a:moveTo>
                  <a:pt x="4077" y="0"/>
                </a:moveTo>
                <a:lnTo>
                  <a:pt x="0" y="36678"/>
                </a:lnTo>
                <a:lnTo>
                  <a:pt x="3541" y="45359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2791390" y="3038759"/>
            <a:ext cx="3970" cy="45359"/>
          </a:xfrm>
          <a:custGeom>
            <a:avLst/>
            <a:gdLst/>
            <a:ahLst/>
            <a:cxnLst/>
            <a:rect l="l" t="t" r="r" b="b"/>
            <a:pathLst>
              <a:path w="3970" h="45359">
                <a:moveTo>
                  <a:pt x="3970" y="0"/>
                </a:moveTo>
                <a:lnTo>
                  <a:pt x="0" y="36678"/>
                </a:lnTo>
                <a:lnTo>
                  <a:pt x="3541" y="45359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2759303" y="2903982"/>
            <a:ext cx="36058" cy="134777"/>
          </a:xfrm>
          <a:custGeom>
            <a:avLst/>
            <a:gdLst/>
            <a:ahLst/>
            <a:cxnLst/>
            <a:rect l="l" t="t" r="r" b="b"/>
            <a:pathLst>
              <a:path w="36058" h="134777">
                <a:moveTo>
                  <a:pt x="12019" y="20401"/>
                </a:moveTo>
                <a:lnTo>
                  <a:pt x="24038" y="32663"/>
                </a:lnTo>
                <a:lnTo>
                  <a:pt x="24038" y="24524"/>
                </a:lnTo>
                <a:lnTo>
                  <a:pt x="24038" y="32663"/>
                </a:lnTo>
                <a:lnTo>
                  <a:pt x="12019" y="20401"/>
                </a:lnTo>
                <a:lnTo>
                  <a:pt x="12019" y="12262"/>
                </a:lnTo>
                <a:lnTo>
                  <a:pt x="0" y="0"/>
                </a:lnTo>
                <a:lnTo>
                  <a:pt x="0" y="44925"/>
                </a:lnTo>
                <a:lnTo>
                  <a:pt x="7941" y="44925"/>
                </a:lnTo>
                <a:lnTo>
                  <a:pt x="7941" y="40802"/>
                </a:lnTo>
                <a:lnTo>
                  <a:pt x="7941" y="85727"/>
                </a:lnTo>
                <a:lnTo>
                  <a:pt x="15990" y="85727"/>
                </a:lnTo>
                <a:lnTo>
                  <a:pt x="24038" y="122514"/>
                </a:lnTo>
                <a:lnTo>
                  <a:pt x="36058" y="134777"/>
                </a:lnTo>
                <a:lnTo>
                  <a:pt x="28009" y="110252"/>
                </a:lnTo>
                <a:lnTo>
                  <a:pt x="28009" y="85727"/>
                </a:lnTo>
                <a:lnTo>
                  <a:pt x="20068" y="61203"/>
                </a:lnTo>
                <a:lnTo>
                  <a:pt x="32087" y="61203"/>
                </a:lnTo>
                <a:lnTo>
                  <a:pt x="20068" y="44925"/>
                </a:lnTo>
                <a:lnTo>
                  <a:pt x="15990" y="73465"/>
                </a:lnTo>
                <a:lnTo>
                  <a:pt x="15990" y="81604"/>
                </a:lnTo>
                <a:lnTo>
                  <a:pt x="15990" y="73465"/>
                </a:lnTo>
                <a:lnTo>
                  <a:pt x="20068" y="44925"/>
                </a:lnTo>
                <a:lnTo>
                  <a:pt x="7941" y="32663"/>
                </a:lnTo>
                <a:lnTo>
                  <a:pt x="3970" y="12262"/>
                </a:lnTo>
                <a:lnTo>
                  <a:pt x="0" y="8138"/>
                </a:lnTo>
                <a:lnTo>
                  <a:pt x="3970" y="12262"/>
                </a:lnTo>
                <a:lnTo>
                  <a:pt x="7941" y="32663"/>
                </a:lnTo>
                <a:lnTo>
                  <a:pt x="20068" y="44925"/>
                </a:lnTo>
                <a:lnTo>
                  <a:pt x="32087" y="61203"/>
                </a:lnTo>
                <a:lnTo>
                  <a:pt x="32087" y="20401"/>
                </a:lnTo>
                <a:lnTo>
                  <a:pt x="12019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2751254" y="2891719"/>
            <a:ext cx="32087" cy="32663"/>
          </a:xfrm>
          <a:custGeom>
            <a:avLst/>
            <a:gdLst/>
            <a:ahLst/>
            <a:cxnLst/>
            <a:rect l="l" t="t" r="r" b="b"/>
            <a:pathLst>
              <a:path w="32087" h="32663">
                <a:moveTo>
                  <a:pt x="5365" y="24524"/>
                </a:moveTo>
                <a:lnTo>
                  <a:pt x="8048" y="24524"/>
                </a:lnTo>
                <a:lnTo>
                  <a:pt x="8048" y="12262"/>
                </a:lnTo>
                <a:lnTo>
                  <a:pt x="20068" y="24524"/>
                </a:lnTo>
                <a:lnTo>
                  <a:pt x="20068" y="32663"/>
                </a:lnTo>
                <a:lnTo>
                  <a:pt x="32087" y="32663"/>
                </a:lnTo>
                <a:lnTo>
                  <a:pt x="32087" y="0"/>
                </a:lnTo>
                <a:lnTo>
                  <a:pt x="5365" y="0"/>
                </a:lnTo>
                <a:lnTo>
                  <a:pt x="0" y="5425"/>
                </a:lnTo>
                <a:lnTo>
                  <a:pt x="0" y="18990"/>
                </a:lnTo>
                <a:lnTo>
                  <a:pt x="5365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2775293" y="2965185"/>
            <a:ext cx="24038" cy="163425"/>
          </a:xfrm>
          <a:custGeom>
            <a:avLst/>
            <a:gdLst/>
            <a:ahLst/>
            <a:cxnLst/>
            <a:rect l="l" t="t" r="r" b="b"/>
            <a:pathLst>
              <a:path w="24038" h="163425">
                <a:moveTo>
                  <a:pt x="16097" y="0"/>
                </a:moveTo>
                <a:lnTo>
                  <a:pt x="4077" y="0"/>
                </a:lnTo>
                <a:lnTo>
                  <a:pt x="12019" y="24524"/>
                </a:lnTo>
                <a:lnTo>
                  <a:pt x="12019" y="49049"/>
                </a:lnTo>
                <a:lnTo>
                  <a:pt x="20068" y="73574"/>
                </a:lnTo>
                <a:lnTo>
                  <a:pt x="19638" y="118933"/>
                </a:lnTo>
                <a:lnTo>
                  <a:pt x="16097" y="110252"/>
                </a:lnTo>
                <a:lnTo>
                  <a:pt x="20068" y="73574"/>
                </a:lnTo>
                <a:lnTo>
                  <a:pt x="8048" y="61311"/>
                </a:lnTo>
                <a:lnTo>
                  <a:pt x="0" y="24524"/>
                </a:lnTo>
                <a:lnTo>
                  <a:pt x="0" y="73574"/>
                </a:lnTo>
                <a:lnTo>
                  <a:pt x="8048" y="73574"/>
                </a:lnTo>
                <a:lnTo>
                  <a:pt x="8048" y="69450"/>
                </a:lnTo>
                <a:lnTo>
                  <a:pt x="8048" y="107214"/>
                </a:lnTo>
                <a:lnTo>
                  <a:pt x="16097" y="115352"/>
                </a:lnTo>
                <a:lnTo>
                  <a:pt x="16097" y="163425"/>
                </a:lnTo>
                <a:lnTo>
                  <a:pt x="24038" y="163425"/>
                </a:lnTo>
                <a:lnTo>
                  <a:pt x="24038" y="49049"/>
                </a:lnTo>
                <a:lnTo>
                  <a:pt x="16097" y="12262"/>
                </a:lnTo>
                <a:lnTo>
                  <a:pt x="1609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2791390" y="2965185"/>
            <a:ext cx="7941" cy="49049"/>
          </a:xfrm>
          <a:custGeom>
            <a:avLst/>
            <a:gdLst/>
            <a:ahLst/>
            <a:cxnLst/>
            <a:rect l="l" t="t" r="r" b="b"/>
            <a:pathLst>
              <a:path w="7941" h="49049">
                <a:moveTo>
                  <a:pt x="7941" y="0"/>
                </a:moveTo>
                <a:lnTo>
                  <a:pt x="0" y="0"/>
                </a:lnTo>
                <a:lnTo>
                  <a:pt x="0" y="12262"/>
                </a:lnTo>
                <a:lnTo>
                  <a:pt x="7941" y="49049"/>
                </a:lnTo>
                <a:lnTo>
                  <a:pt x="0" y="4123"/>
                </a:lnTo>
                <a:lnTo>
                  <a:pt x="7941" y="49049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2799331" y="3014234"/>
            <a:ext cx="16097" cy="114376"/>
          </a:xfrm>
          <a:custGeom>
            <a:avLst/>
            <a:gdLst/>
            <a:ahLst/>
            <a:cxnLst/>
            <a:rect l="l" t="t" r="r" b="b"/>
            <a:pathLst>
              <a:path w="16097" h="114376">
                <a:moveTo>
                  <a:pt x="12126" y="114376"/>
                </a:moveTo>
                <a:lnTo>
                  <a:pt x="16097" y="102113"/>
                </a:lnTo>
                <a:lnTo>
                  <a:pt x="16097" y="89851"/>
                </a:lnTo>
                <a:lnTo>
                  <a:pt x="8048" y="53064"/>
                </a:lnTo>
                <a:lnTo>
                  <a:pt x="16097" y="89851"/>
                </a:lnTo>
                <a:lnTo>
                  <a:pt x="16097" y="56211"/>
                </a:lnTo>
                <a:lnTo>
                  <a:pt x="8048" y="47997"/>
                </a:lnTo>
                <a:lnTo>
                  <a:pt x="8048" y="0"/>
                </a:lnTo>
                <a:lnTo>
                  <a:pt x="0" y="0"/>
                </a:lnTo>
                <a:lnTo>
                  <a:pt x="4507" y="44383"/>
                </a:lnTo>
                <a:lnTo>
                  <a:pt x="4077" y="89851"/>
                </a:lnTo>
                <a:lnTo>
                  <a:pt x="0" y="102113"/>
                </a:lnTo>
                <a:lnTo>
                  <a:pt x="12126" y="1143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2811458" y="3169412"/>
            <a:ext cx="36058" cy="261415"/>
          </a:xfrm>
          <a:custGeom>
            <a:avLst/>
            <a:gdLst/>
            <a:ahLst/>
            <a:cxnLst/>
            <a:rect l="l" t="t" r="r" b="b"/>
            <a:pathLst>
              <a:path w="36058" h="261415">
                <a:moveTo>
                  <a:pt x="12019" y="0"/>
                </a:moveTo>
                <a:lnTo>
                  <a:pt x="0" y="0"/>
                </a:lnTo>
                <a:lnTo>
                  <a:pt x="7941" y="24524"/>
                </a:lnTo>
                <a:lnTo>
                  <a:pt x="7941" y="49049"/>
                </a:lnTo>
                <a:lnTo>
                  <a:pt x="15990" y="73465"/>
                </a:lnTo>
                <a:lnTo>
                  <a:pt x="15990" y="97990"/>
                </a:lnTo>
                <a:lnTo>
                  <a:pt x="24038" y="122514"/>
                </a:lnTo>
                <a:lnTo>
                  <a:pt x="24038" y="147039"/>
                </a:lnTo>
                <a:lnTo>
                  <a:pt x="32087" y="171564"/>
                </a:lnTo>
                <a:lnTo>
                  <a:pt x="31550" y="216923"/>
                </a:lnTo>
                <a:lnTo>
                  <a:pt x="28009" y="208242"/>
                </a:lnTo>
                <a:lnTo>
                  <a:pt x="32087" y="171564"/>
                </a:lnTo>
                <a:lnTo>
                  <a:pt x="19960" y="159301"/>
                </a:lnTo>
                <a:lnTo>
                  <a:pt x="12019" y="122514"/>
                </a:lnTo>
                <a:lnTo>
                  <a:pt x="12019" y="171564"/>
                </a:lnTo>
                <a:lnTo>
                  <a:pt x="19960" y="171564"/>
                </a:lnTo>
                <a:lnTo>
                  <a:pt x="19960" y="167440"/>
                </a:lnTo>
                <a:lnTo>
                  <a:pt x="19960" y="205204"/>
                </a:lnTo>
                <a:lnTo>
                  <a:pt x="28009" y="213342"/>
                </a:lnTo>
                <a:lnTo>
                  <a:pt x="28009" y="261415"/>
                </a:lnTo>
                <a:lnTo>
                  <a:pt x="36058" y="261415"/>
                </a:lnTo>
                <a:lnTo>
                  <a:pt x="36058" y="147039"/>
                </a:lnTo>
                <a:lnTo>
                  <a:pt x="28009" y="110252"/>
                </a:lnTo>
                <a:lnTo>
                  <a:pt x="28009" y="97990"/>
                </a:lnTo>
                <a:lnTo>
                  <a:pt x="19960" y="61203"/>
                </a:lnTo>
                <a:lnTo>
                  <a:pt x="19960" y="49049"/>
                </a:lnTo>
                <a:lnTo>
                  <a:pt x="12019" y="12262"/>
                </a:lnTo>
                <a:lnTo>
                  <a:pt x="1201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2823477" y="3169412"/>
            <a:ext cx="7941" cy="49049"/>
          </a:xfrm>
          <a:custGeom>
            <a:avLst/>
            <a:gdLst/>
            <a:ahLst/>
            <a:cxnLst/>
            <a:rect l="l" t="t" r="r" b="b"/>
            <a:pathLst>
              <a:path w="7941" h="49049">
                <a:moveTo>
                  <a:pt x="7941" y="0"/>
                </a:moveTo>
                <a:lnTo>
                  <a:pt x="0" y="0"/>
                </a:lnTo>
                <a:lnTo>
                  <a:pt x="0" y="12262"/>
                </a:lnTo>
                <a:lnTo>
                  <a:pt x="7941" y="49049"/>
                </a:lnTo>
                <a:lnTo>
                  <a:pt x="0" y="4123"/>
                </a:lnTo>
                <a:lnTo>
                  <a:pt x="7941" y="49049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2799331" y="3014234"/>
            <a:ext cx="44214" cy="326742"/>
          </a:xfrm>
          <a:custGeom>
            <a:avLst/>
            <a:gdLst/>
            <a:ahLst/>
            <a:cxnLst/>
            <a:rect l="l" t="t" r="r" b="b"/>
            <a:pathLst>
              <a:path w="44214" h="326742">
                <a:moveTo>
                  <a:pt x="28116" y="228643"/>
                </a:moveTo>
                <a:lnTo>
                  <a:pt x="20068" y="204227"/>
                </a:lnTo>
                <a:lnTo>
                  <a:pt x="20068" y="179702"/>
                </a:lnTo>
                <a:lnTo>
                  <a:pt x="16097" y="216381"/>
                </a:lnTo>
                <a:lnTo>
                  <a:pt x="16097" y="224628"/>
                </a:lnTo>
                <a:lnTo>
                  <a:pt x="16097" y="216381"/>
                </a:lnTo>
                <a:lnTo>
                  <a:pt x="20068" y="179702"/>
                </a:lnTo>
                <a:lnTo>
                  <a:pt x="12126" y="155178"/>
                </a:lnTo>
                <a:lnTo>
                  <a:pt x="24146" y="155178"/>
                </a:lnTo>
                <a:lnTo>
                  <a:pt x="16097" y="93866"/>
                </a:lnTo>
                <a:lnTo>
                  <a:pt x="24146" y="155178"/>
                </a:lnTo>
                <a:lnTo>
                  <a:pt x="24145" y="89851"/>
                </a:lnTo>
                <a:lnTo>
                  <a:pt x="16097" y="89851"/>
                </a:lnTo>
                <a:lnTo>
                  <a:pt x="16097" y="102113"/>
                </a:lnTo>
                <a:lnTo>
                  <a:pt x="12126" y="114376"/>
                </a:lnTo>
                <a:lnTo>
                  <a:pt x="8048" y="167440"/>
                </a:lnTo>
                <a:lnTo>
                  <a:pt x="8048" y="175579"/>
                </a:lnTo>
                <a:lnTo>
                  <a:pt x="8048" y="167440"/>
                </a:lnTo>
                <a:lnTo>
                  <a:pt x="12126" y="114376"/>
                </a:lnTo>
                <a:lnTo>
                  <a:pt x="0" y="102113"/>
                </a:lnTo>
                <a:lnTo>
                  <a:pt x="4077" y="89851"/>
                </a:lnTo>
                <a:lnTo>
                  <a:pt x="4507" y="44383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179702"/>
                </a:lnTo>
                <a:lnTo>
                  <a:pt x="8048" y="179702"/>
                </a:lnTo>
                <a:lnTo>
                  <a:pt x="8048" y="228643"/>
                </a:lnTo>
                <a:lnTo>
                  <a:pt x="16097" y="228643"/>
                </a:lnTo>
                <a:lnTo>
                  <a:pt x="16097" y="277692"/>
                </a:lnTo>
                <a:lnTo>
                  <a:pt x="24146" y="277692"/>
                </a:lnTo>
                <a:lnTo>
                  <a:pt x="32087" y="314479"/>
                </a:lnTo>
                <a:lnTo>
                  <a:pt x="44214" y="326742"/>
                </a:lnTo>
                <a:lnTo>
                  <a:pt x="36165" y="302217"/>
                </a:lnTo>
                <a:lnTo>
                  <a:pt x="36165" y="277692"/>
                </a:lnTo>
                <a:lnTo>
                  <a:pt x="28116" y="253168"/>
                </a:lnTo>
                <a:lnTo>
                  <a:pt x="28116" y="228643"/>
                </a:lnTo>
                <a:lnTo>
                  <a:pt x="24146" y="265430"/>
                </a:lnTo>
                <a:lnTo>
                  <a:pt x="24146" y="273569"/>
                </a:lnTo>
                <a:lnTo>
                  <a:pt x="24146" y="265430"/>
                </a:lnTo>
                <a:lnTo>
                  <a:pt x="28116" y="2286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2831419" y="3218462"/>
            <a:ext cx="8048" cy="48940"/>
          </a:xfrm>
          <a:custGeom>
            <a:avLst/>
            <a:gdLst/>
            <a:ahLst/>
            <a:cxnLst/>
            <a:rect l="l" t="t" r="r" b="b"/>
            <a:pathLst>
              <a:path w="8048" h="48940">
                <a:moveTo>
                  <a:pt x="8048" y="0"/>
                </a:moveTo>
                <a:lnTo>
                  <a:pt x="0" y="0"/>
                </a:lnTo>
                <a:lnTo>
                  <a:pt x="0" y="12153"/>
                </a:lnTo>
                <a:lnTo>
                  <a:pt x="8048" y="48940"/>
                </a:lnTo>
                <a:lnTo>
                  <a:pt x="0" y="4015"/>
                </a:lnTo>
                <a:lnTo>
                  <a:pt x="8048" y="4894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2847516" y="3316452"/>
            <a:ext cx="15990" cy="204227"/>
          </a:xfrm>
          <a:custGeom>
            <a:avLst/>
            <a:gdLst/>
            <a:ahLst/>
            <a:cxnLst/>
            <a:rect l="l" t="t" r="r" b="b"/>
            <a:pathLst>
              <a:path w="15990" h="204227">
                <a:moveTo>
                  <a:pt x="15990" y="85727"/>
                </a:moveTo>
                <a:lnTo>
                  <a:pt x="15990" y="56211"/>
                </a:lnTo>
                <a:lnTo>
                  <a:pt x="8048" y="48031"/>
                </a:lnTo>
                <a:lnTo>
                  <a:pt x="4507" y="44383"/>
                </a:lnTo>
                <a:lnTo>
                  <a:pt x="3970" y="89851"/>
                </a:lnTo>
                <a:lnTo>
                  <a:pt x="12019" y="114376"/>
                </a:lnTo>
                <a:lnTo>
                  <a:pt x="11590" y="167874"/>
                </a:lnTo>
                <a:lnTo>
                  <a:pt x="8048" y="159301"/>
                </a:lnTo>
                <a:lnTo>
                  <a:pt x="12019" y="114376"/>
                </a:lnTo>
                <a:lnTo>
                  <a:pt x="0" y="102113"/>
                </a:lnTo>
                <a:lnTo>
                  <a:pt x="3970" y="89851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156154"/>
                </a:lnTo>
                <a:lnTo>
                  <a:pt x="8048" y="164293"/>
                </a:lnTo>
                <a:lnTo>
                  <a:pt x="8048" y="204227"/>
                </a:lnTo>
                <a:lnTo>
                  <a:pt x="15990" y="204227"/>
                </a:lnTo>
                <a:lnTo>
                  <a:pt x="15990" y="89851"/>
                </a:lnTo>
                <a:lnTo>
                  <a:pt x="8048" y="53064"/>
                </a:lnTo>
                <a:lnTo>
                  <a:pt x="15990" y="89851"/>
                </a:lnTo>
                <a:lnTo>
                  <a:pt x="15990" y="857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2839467" y="3267402"/>
            <a:ext cx="8048" cy="49049"/>
          </a:xfrm>
          <a:custGeom>
            <a:avLst/>
            <a:gdLst/>
            <a:ahLst/>
            <a:cxnLst/>
            <a:rect l="l" t="t" r="r" b="b"/>
            <a:pathLst>
              <a:path w="8048" h="49049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49049"/>
                </a:lnTo>
                <a:lnTo>
                  <a:pt x="0" y="4123"/>
                </a:lnTo>
                <a:lnTo>
                  <a:pt x="8048" y="49049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2847516" y="3316452"/>
            <a:ext cx="8048" cy="89851"/>
          </a:xfrm>
          <a:custGeom>
            <a:avLst/>
            <a:gdLst/>
            <a:ahLst/>
            <a:cxnLst/>
            <a:rect l="l" t="t" r="r" b="b"/>
            <a:pathLst>
              <a:path w="8048" h="89851">
                <a:moveTo>
                  <a:pt x="8048" y="0"/>
                </a:moveTo>
                <a:lnTo>
                  <a:pt x="0" y="0"/>
                </a:lnTo>
                <a:lnTo>
                  <a:pt x="3970" y="89851"/>
                </a:lnTo>
                <a:lnTo>
                  <a:pt x="4507" y="44383"/>
                </a:lnTo>
                <a:lnTo>
                  <a:pt x="8048" y="48031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2867584" y="3496155"/>
            <a:ext cx="20068" cy="48940"/>
          </a:xfrm>
          <a:custGeom>
            <a:avLst/>
            <a:gdLst/>
            <a:ahLst/>
            <a:cxnLst/>
            <a:rect l="l" t="t" r="r" b="b"/>
            <a:pathLst>
              <a:path w="20068" h="48940">
                <a:moveTo>
                  <a:pt x="0" y="0"/>
                </a:moveTo>
                <a:lnTo>
                  <a:pt x="12019" y="12262"/>
                </a:lnTo>
                <a:lnTo>
                  <a:pt x="12019" y="4015"/>
                </a:lnTo>
                <a:lnTo>
                  <a:pt x="12019" y="12262"/>
                </a:lnTo>
                <a:lnTo>
                  <a:pt x="0" y="0"/>
                </a:lnTo>
                <a:lnTo>
                  <a:pt x="8048" y="24524"/>
                </a:lnTo>
                <a:lnTo>
                  <a:pt x="14594" y="48940"/>
                </a:lnTo>
                <a:lnTo>
                  <a:pt x="20068" y="43515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2863506" y="3406303"/>
            <a:ext cx="18672" cy="138792"/>
          </a:xfrm>
          <a:custGeom>
            <a:avLst/>
            <a:gdLst/>
            <a:ahLst/>
            <a:cxnLst/>
            <a:rect l="l" t="t" r="r" b="b"/>
            <a:pathLst>
              <a:path w="18672" h="138792">
                <a:moveTo>
                  <a:pt x="5473" y="138792"/>
                </a:moveTo>
                <a:lnTo>
                  <a:pt x="18672" y="138792"/>
                </a:lnTo>
                <a:lnTo>
                  <a:pt x="12126" y="114376"/>
                </a:lnTo>
                <a:lnTo>
                  <a:pt x="4077" y="89851"/>
                </a:lnTo>
                <a:lnTo>
                  <a:pt x="0" y="4015"/>
                </a:lnTo>
                <a:lnTo>
                  <a:pt x="4077" y="89851"/>
                </a:lnTo>
                <a:lnTo>
                  <a:pt x="16097" y="89851"/>
                </a:lnTo>
                <a:lnTo>
                  <a:pt x="16097" y="64350"/>
                </a:lnTo>
                <a:lnTo>
                  <a:pt x="8048" y="56136"/>
                </a:lnTo>
                <a:lnTo>
                  <a:pt x="8048" y="0"/>
                </a:lnTo>
                <a:lnTo>
                  <a:pt x="0" y="0"/>
                </a:lnTo>
                <a:lnTo>
                  <a:pt x="4507" y="52521"/>
                </a:lnTo>
                <a:lnTo>
                  <a:pt x="8048" y="61203"/>
                </a:lnTo>
                <a:lnTo>
                  <a:pt x="4507" y="52521"/>
                </a:lnTo>
                <a:lnTo>
                  <a:pt x="0" y="0"/>
                </a:lnTo>
                <a:lnTo>
                  <a:pt x="0" y="110252"/>
                </a:lnTo>
                <a:lnTo>
                  <a:pt x="0" y="12262"/>
                </a:lnTo>
                <a:lnTo>
                  <a:pt x="0" y="133366"/>
                </a:lnTo>
                <a:lnTo>
                  <a:pt x="5473" y="1387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2847516" y="3406303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2863506" y="3418565"/>
            <a:ext cx="0" cy="97990"/>
          </a:xfrm>
          <a:custGeom>
            <a:avLst/>
            <a:gdLst/>
            <a:ahLst/>
            <a:cxnLst/>
            <a:rect l="l" t="t" r="r" b="b"/>
            <a:pathLst>
              <a:path w="0" h="97990">
                <a:moveTo>
                  <a:pt x="0" y="0"/>
                </a:moveTo>
                <a:lnTo>
                  <a:pt x="0" y="9799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2863506" y="3520679"/>
            <a:ext cx="136398" cy="195980"/>
          </a:xfrm>
          <a:custGeom>
            <a:avLst/>
            <a:gdLst/>
            <a:ahLst/>
            <a:cxnLst/>
            <a:rect l="l" t="t" r="r" b="b"/>
            <a:pathLst>
              <a:path w="136398" h="195980">
                <a:moveTo>
                  <a:pt x="48184" y="73465"/>
                </a:moveTo>
                <a:lnTo>
                  <a:pt x="40136" y="73465"/>
                </a:lnTo>
                <a:lnTo>
                  <a:pt x="40136" y="77589"/>
                </a:lnTo>
                <a:lnTo>
                  <a:pt x="40136" y="73465"/>
                </a:lnTo>
                <a:lnTo>
                  <a:pt x="32087" y="61203"/>
                </a:lnTo>
                <a:lnTo>
                  <a:pt x="32087" y="48940"/>
                </a:lnTo>
                <a:lnTo>
                  <a:pt x="24145" y="20401"/>
                </a:lnTo>
                <a:lnTo>
                  <a:pt x="32087" y="48940"/>
                </a:lnTo>
                <a:lnTo>
                  <a:pt x="32087" y="23439"/>
                </a:lnTo>
                <a:lnTo>
                  <a:pt x="24145" y="15334"/>
                </a:lnTo>
                <a:lnTo>
                  <a:pt x="20604" y="11719"/>
                </a:lnTo>
                <a:lnTo>
                  <a:pt x="20068" y="48940"/>
                </a:lnTo>
                <a:lnTo>
                  <a:pt x="28116" y="73465"/>
                </a:lnTo>
                <a:lnTo>
                  <a:pt x="40136" y="85727"/>
                </a:lnTo>
                <a:lnTo>
                  <a:pt x="48184" y="97990"/>
                </a:lnTo>
                <a:lnTo>
                  <a:pt x="48184" y="73465"/>
                </a:lnTo>
                <a:close/>
              </a:path>
              <a:path w="136398" h="195980">
                <a:moveTo>
                  <a:pt x="16097" y="61203"/>
                </a:moveTo>
                <a:lnTo>
                  <a:pt x="20068" y="48940"/>
                </a:lnTo>
                <a:lnTo>
                  <a:pt x="20604" y="11719"/>
                </a:lnTo>
                <a:lnTo>
                  <a:pt x="24145" y="15334"/>
                </a:lnTo>
                <a:lnTo>
                  <a:pt x="24145" y="5425"/>
                </a:lnTo>
                <a:lnTo>
                  <a:pt x="18672" y="0"/>
                </a:lnTo>
                <a:lnTo>
                  <a:pt x="16097" y="61203"/>
                </a:lnTo>
                <a:close/>
              </a:path>
              <a:path w="136398" h="195980">
                <a:moveTo>
                  <a:pt x="40136" y="69341"/>
                </a:moveTo>
                <a:lnTo>
                  <a:pt x="40136" y="48940"/>
                </a:lnTo>
                <a:lnTo>
                  <a:pt x="32087" y="48940"/>
                </a:lnTo>
                <a:lnTo>
                  <a:pt x="32087" y="61203"/>
                </a:lnTo>
                <a:lnTo>
                  <a:pt x="40136" y="73465"/>
                </a:lnTo>
                <a:lnTo>
                  <a:pt x="32087" y="53064"/>
                </a:lnTo>
                <a:lnTo>
                  <a:pt x="40136" y="73465"/>
                </a:lnTo>
                <a:lnTo>
                  <a:pt x="40136" y="69341"/>
                </a:lnTo>
                <a:close/>
              </a:path>
              <a:path w="136398" h="195980">
                <a:moveTo>
                  <a:pt x="16097" y="73465"/>
                </a:moveTo>
                <a:lnTo>
                  <a:pt x="11590" y="37221"/>
                </a:lnTo>
                <a:lnTo>
                  <a:pt x="8048" y="33606"/>
                </a:lnTo>
                <a:lnTo>
                  <a:pt x="8048" y="73465"/>
                </a:lnTo>
                <a:lnTo>
                  <a:pt x="16097" y="73465"/>
                </a:lnTo>
                <a:close/>
              </a:path>
              <a:path w="136398" h="195980">
                <a:moveTo>
                  <a:pt x="40135" y="147983"/>
                </a:moveTo>
                <a:lnTo>
                  <a:pt x="40136" y="142915"/>
                </a:lnTo>
                <a:lnTo>
                  <a:pt x="32087" y="122514"/>
                </a:lnTo>
                <a:lnTo>
                  <a:pt x="32087" y="139768"/>
                </a:lnTo>
                <a:lnTo>
                  <a:pt x="40135" y="147983"/>
                </a:lnTo>
                <a:close/>
              </a:path>
              <a:path w="136398" h="195980">
                <a:moveTo>
                  <a:pt x="76194" y="187841"/>
                </a:moveTo>
                <a:lnTo>
                  <a:pt x="72223" y="167367"/>
                </a:lnTo>
                <a:lnTo>
                  <a:pt x="68252" y="163316"/>
                </a:lnTo>
                <a:lnTo>
                  <a:pt x="64174" y="155178"/>
                </a:lnTo>
                <a:lnTo>
                  <a:pt x="64174" y="146930"/>
                </a:lnTo>
                <a:lnTo>
                  <a:pt x="56233" y="134668"/>
                </a:lnTo>
                <a:lnTo>
                  <a:pt x="56233" y="97990"/>
                </a:lnTo>
                <a:lnTo>
                  <a:pt x="52691" y="126095"/>
                </a:lnTo>
                <a:lnTo>
                  <a:pt x="52155" y="146930"/>
                </a:lnTo>
                <a:lnTo>
                  <a:pt x="60239" y="155178"/>
                </a:lnTo>
                <a:lnTo>
                  <a:pt x="64174" y="159193"/>
                </a:lnTo>
                <a:lnTo>
                  <a:pt x="72223" y="167440"/>
                </a:lnTo>
                <a:lnTo>
                  <a:pt x="76194" y="187841"/>
                </a:lnTo>
                <a:close/>
              </a:path>
              <a:path w="136398" h="195980">
                <a:moveTo>
                  <a:pt x="76194" y="187841"/>
                </a:moveTo>
                <a:lnTo>
                  <a:pt x="68252" y="179594"/>
                </a:lnTo>
                <a:lnTo>
                  <a:pt x="64174" y="175579"/>
                </a:lnTo>
                <a:lnTo>
                  <a:pt x="60204" y="171455"/>
                </a:lnTo>
                <a:lnTo>
                  <a:pt x="56233" y="167440"/>
                </a:lnTo>
                <a:lnTo>
                  <a:pt x="60204" y="171455"/>
                </a:lnTo>
                <a:lnTo>
                  <a:pt x="60204" y="155178"/>
                </a:lnTo>
                <a:lnTo>
                  <a:pt x="72223" y="167440"/>
                </a:lnTo>
                <a:lnTo>
                  <a:pt x="64174" y="159193"/>
                </a:lnTo>
                <a:lnTo>
                  <a:pt x="60239" y="155178"/>
                </a:lnTo>
                <a:lnTo>
                  <a:pt x="52155" y="146930"/>
                </a:lnTo>
                <a:lnTo>
                  <a:pt x="48184" y="159193"/>
                </a:lnTo>
                <a:lnTo>
                  <a:pt x="56233" y="171455"/>
                </a:lnTo>
                <a:lnTo>
                  <a:pt x="64174" y="179594"/>
                </a:lnTo>
                <a:lnTo>
                  <a:pt x="68110" y="179594"/>
                </a:lnTo>
                <a:lnTo>
                  <a:pt x="76194" y="187841"/>
                </a:lnTo>
                <a:close/>
              </a:path>
              <a:path w="136398" h="195980">
                <a:moveTo>
                  <a:pt x="44214" y="122514"/>
                </a:moveTo>
                <a:lnTo>
                  <a:pt x="43677" y="151597"/>
                </a:lnTo>
                <a:lnTo>
                  <a:pt x="48184" y="171455"/>
                </a:lnTo>
                <a:lnTo>
                  <a:pt x="48184" y="110252"/>
                </a:lnTo>
                <a:lnTo>
                  <a:pt x="44214" y="122514"/>
                </a:lnTo>
                <a:close/>
              </a:path>
              <a:path w="136398" h="195980">
                <a:moveTo>
                  <a:pt x="76194" y="171455"/>
                </a:moveTo>
                <a:lnTo>
                  <a:pt x="72223" y="163316"/>
                </a:lnTo>
                <a:lnTo>
                  <a:pt x="72223" y="155178"/>
                </a:lnTo>
                <a:lnTo>
                  <a:pt x="64174" y="151054"/>
                </a:lnTo>
                <a:lnTo>
                  <a:pt x="72223" y="155178"/>
                </a:lnTo>
                <a:lnTo>
                  <a:pt x="72223" y="146930"/>
                </a:lnTo>
                <a:lnTo>
                  <a:pt x="64174" y="146930"/>
                </a:lnTo>
                <a:lnTo>
                  <a:pt x="64174" y="155178"/>
                </a:lnTo>
                <a:lnTo>
                  <a:pt x="68252" y="163316"/>
                </a:lnTo>
                <a:lnTo>
                  <a:pt x="72223" y="167367"/>
                </a:lnTo>
                <a:lnTo>
                  <a:pt x="76194" y="171455"/>
                </a:lnTo>
                <a:close/>
              </a:path>
              <a:path w="136398" h="195980">
                <a:moveTo>
                  <a:pt x="56233" y="129710"/>
                </a:moveTo>
                <a:lnTo>
                  <a:pt x="56233" y="134668"/>
                </a:lnTo>
                <a:lnTo>
                  <a:pt x="64174" y="146930"/>
                </a:lnTo>
                <a:lnTo>
                  <a:pt x="64174" y="137815"/>
                </a:lnTo>
                <a:lnTo>
                  <a:pt x="56233" y="129710"/>
                </a:lnTo>
                <a:close/>
              </a:path>
              <a:path w="136398" h="195980">
                <a:moveTo>
                  <a:pt x="68252" y="179594"/>
                </a:moveTo>
                <a:lnTo>
                  <a:pt x="76194" y="187841"/>
                </a:lnTo>
                <a:lnTo>
                  <a:pt x="68110" y="179594"/>
                </a:lnTo>
                <a:lnTo>
                  <a:pt x="64174" y="179594"/>
                </a:lnTo>
                <a:lnTo>
                  <a:pt x="56233" y="171455"/>
                </a:lnTo>
                <a:lnTo>
                  <a:pt x="48184" y="159193"/>
                </a:lnTo>
                <a:lnTo>
                  <a:pt x="52155" y="146930"/>
                </a:lnTo>
                <a:lnTo>
                  <a:pt x="52691" y="126095"/>
                </a:lnTo>
                <a:lnTo>
                  <a:pt x="56233" y="97990"/>
                </a:lnTo>
                <a:lnTo>
                  <a:pt x="36165" y="97990"/>
                </a:lnTo>
                <a:lnTo>
                  <a:pt x="32087" y="110252"/>
                </a:lnTo>
                <a:lnTo>
                  <a:pt x="32087" y="122514"/>
                </a:lnTo>
                <a:lnTo>
                  <a:pt x="40136" y="142915"/>
                </a:lnTo>
                <a:lnTo>
                  <a:pt x="40136" y="171455"/>
                </a:lnTo>
                <a:lnTo>
                  <a:pt x="48184" y="171455"/>
                </a:lnTo>
                <a:lnTo>
                  <a:pt x="43677" y="151597"/>
                </a:lnTo>
                <a:lnTo>
                  <a:pt x="44214" y="122514"/>
                </a:lnTo>
                <a:lnTo>
                  <a:pt x="32087" y="118391"/>
                </a:lnTo>
                <a:lnTo>
                  <a:pt x="44214" y="122514"/>
                </a:lnTo>
                <a:lnTo>
                  <a:pt x="48184" y="110252"/>
                </a:lnTo>
                <a:lnTo>
                  <a:pt x="48184" y="102005"/>
                </a:lnTo>
                <a:lnTo>
                  <a:pt x="48184" y="179594"/>
                </a:lnTo>
                <a:lnTo>
                  <a:pt x="56233" y="179594"/>
                </a:lnTo>
                <a:lnTo>
                  <a:pt x="56233" y="187841"/>
                </a:lnTo>
                <a:lnTo>
                  <a:pt x="64174" y="187841"/>
                </a:lnTo>
                <a:lnTo>
                  <a:pt x="64174" y="195980"/>
                </a:lnTo>
                <a:lnTo>
                  <a:pt x="84242" y="195980"/>
                </a:lnTo>
                <a:lnTo>
                  <a:pt x="80272" y="175579"/>
                </a:lnTo>
                <a:lnTo>
                  <a:pt x="80272" y="171455"/>
                </a:lnTo>
                <a:lnTo>
                  <a:pt x="88320" y="171455"/>
                </a:lnTo>
                <a:lnTo>
                  <a:pt x="96262" y="175579"/>
                </a:lnTo>
                <a:lnTo>
                  <a:pt x="100303" y="171455"/>
                </a:lnTo>
                <a:lnTo>
                  <a:pt x="104310" y="163316"/>
                </a:lnTo>
                <a:lnTo>
                  <a:pt x="104310" y="155178"/>
                </a:lnTo>
                <a:lnTo>
                  <a:pt x="96262" y="155178"/>
                </a:lnTo>
                <a:lnTo>
                  <a:pt x="96262" y="171455"/>
                </a:lnTo>
                <a:lnTo>
                  <a:pt x="92291" y="171455"/>
                </a:lnTo>
                <a:lnTo>
                  <a:pt x="88320" y="163316"/>
                </a:lnTo>
                <a:lnTo>
                  <a:pt x="80272" y="163316"/>
                </a:lnTo>
                <a:lnTo>
                  <a:pt x="80272" y="155178"/>
                </a:lnTo>
                <a:lnTo>
                  <a:pt x="72223" y="155178"/>
                </a:lnTo>
                <a:lnTo>
                  <a:pt x="72223" y="163316"/>
                </a:lnTo>
                <a:lnTo>
                  <a:pt x="76230" y="171455"/>
                </a:lnTo>
                <a:lnTo>
                  <a:pt x="72223" y="167440"/>
                </a:lnTo>
                <a:lnTo>
                  <a:pt x="60204" y="155178"/>
                </a:lnTo>
                <a:lnTo>
                  <a:pt x="60204" y="171455"/>
                </a:lnTo>
                <a:lnTo>
                  <a:pt x="64174" y="175579"/>
                </a:lnTo>
                <a:lnTo>
                  <a:pt x="68252" y="179594"/>
                </a:lnTo>
                <a:close/>
              </a:path>
              <a:path w="136398" h="195980">
                <a:moveTo>
                  <a:pt x="104310" y="155178"/>
                </a:moveTo>
                <a:lnTo>
                  <a:pt x="104310" y="163316"/>
                </a:lnTo>
                <a:lnTo>
                  <a:pt x="100303" y="171455"/>
                </a:lnTo>
                <a:lnTo>
                  <a:pt x="96262" y="175579"/>
                </a:lnTo>
                <a:lnTo>
                  <a:pt x="88320" y="171455"/>
                </a:lnTo>
                <a:lnTo>
                  <a:pt x="84242" y="171455"/>
                </a:lnTo>
                <a:lnTo>
                  <a:pt x="88320" y="183717"/>
                </a:lnTo>
                <a:lnTo>
                  <a:pt x="100340" y="171455"/>
                </a:lnTo>
                <a:lnTo>
                  <a:pt x="104310" y="167367"/>
                </a:lnTo>
                <a:lnTo>
                  <a:pt x="108281" y="163316"/>
                </a:lnTo>
                <a:lnTo>
                  <a:pt x="104310" y="155178"/>
                </a:lnTo>
                <a:close/>
              </a:path>
              <a:path w="136398" h="195980">
                <a:moveTo>
                  <a:pt x="88320" y="183717"/>
                </a:moveTo>
                <a:lnTo>
                  <a:pt x="84242" y="171455"/>
                </a:lnTo>
                <a:lnTo>
                  <a:pt x="80272" y="171455"/>
                </a:lnTo>
                <a:lnTo>
                  <a:pt x="80272" y="175579"/>
                </a:lnTo>
                <a:lnTo>
                  <a:pt x="84242" y="195980"/>
                </a:lnTo>
                <a:lnTo>
                  <a:pt x="112359" y="195980"/>
                </a:lnTo>
                <a:lnTo>
                  <a:pt x="112359" y="187841"/>
                </a:lnTo>
                <a:lnTo>
                  <a:pt x="100340" y="187841"/>
                </a:lnTo>
                <a:lnTo>
                  <a:pt x="100340" y="171455"/>
                </a:lnTo>
                <a:lnTo>
                  <a:pt x="88320" y="183717"/>
                </a:lnTo>
                <a:close/>
              </a:path>
              <a:path w="136398" h="195980">
                <a:moveTo>
                  <a:pt x="96262" y="163316"/>
                </a:moveTo>
                <a:lnTo>
                  <a:pt x="88320" y="163316"/>
                </a:lnTo>
                <a:lnTo>
                  <a:pt x="92291" y="171455"/>
                </a:lnTo>
                <a:lnTo>
                  <a:pt x="96262" y="171455"/>
                </a:lnTo>
                <a:lnTo>
                  <a:pt x="96262" y="163316"/>
                </a:lnTo>
                <a:close/>
              </a:path>
              <a:path w="136398" h="195980">
                <a:moveTo>
                  <a:pt x="104310" y="155178"/>
                </a:moveTo>
                <a:lnTo>
                  <a:pt x="108281" y="163316"/>
                </a:lnTo>
                <a:lnTo>
                  <a:pt x="104310" y="167367"/>
                </a:lnTo>
                <a:lnTo>
                  <a:pt x="100340" y="171455"/>
                </a:lnTo>
                <a:lnTo>
                  <a:pt x="100340" y="187841"/>
                </a:lnTo>
                <a:lnTo>
                  <a:pt x="120408" y="187841"/>
                </a:lnTo>
                <a:lnTo>
                  <a:pt x="120408" y="179594"/>
                </a:lnTo>
                <a:lnTo>
                  <a:pt x="128349" y="179594"/>
                </a:lnTo>
                <a:lnTo>
                  <a:pt x="128349" y="163316"/>
                </a:lnTo>
                <a:lnTo>
                  <a:pt x="124378" y="163316"/>
                </a:lnTo>
                <a:lnTo>
                  <a:pt x="120408" y="167440"/>
                </a:lnTo>
                <a:lnTo>
                  <a:pt x="112359" y="175579"/>
                </a:lnTo>
                <a:lnTo>
                  <a:pt x="112359" y="179594"/>
                </a:lnTo>
                <a:lnTo>
                  <a:pt x="108281" y="179594"/>
                </a:lnTo>
                <a:lnTo>
                  <a:pt x="104310" y="167440"/>
                </a:lnTo>
                <a:lnTo>
                  <a:pt x="116330" y="155178"/>
                </a:lnTo>
                <a:lnTo>
                  <a:pt x="104310" y="155178"/>
                </a:lnTo>
                <a:close/>
              </a:path>
              <a:path w="136398" h="195980">
                <a:moveTo>
                  <a:pt x="131032" y="138792"/>
                </a:moveTo>
                <a:lnTo>
                  <a:pt x="124378" y="138792"/>
                </a:lnTo>
                <a:lnTo>
                  <a:pt x="128349" y="151054"/>
                </a:lnTo>
                <a:lnTo>
                  <a:pt x="128349" y="159193"/>
                </a:lnTo>
                <a:lnTo>
                  <a:pt x="128349" y="151054"/>
                </a:lnTo>
                <a:lnTo>
                  <a:pt x="116330" y="163316"/>
                </a:lnTo>
                <a:lnTo>
                  <a:pt x="108281" y="179594"/>
                </a:lnTo>
                <a:lnTo>
                  <a:pt x="112359" y="179594"/>
                </a:lnTo>
                <a:lnTo>
                  <a:pt x="112359" y="175579"/>
                </a:lnTo>
                <a:lnTo>
                  <a:pt x="120408" y="167440"/>
                </a:lnTo>
                <a:lnTo>
                  <a:pt x="124378" y="163316"/>
                </a:lnTo>
                <a:lnTo>
                  <a:pt x="131032" y="163316"/>
                </a:lnTo>
                <a:lnTo>
                  <a:pt x="136398" y="157782"/>
                </a:lnTo>
                <a:lnTo>
                  <a:pt x="136398" y="144326"/>
                </a:lnTo>
                <a:lnTo>
                  <a:pt x="131032" y="138792"/>
                </a:lnTo>
                <a:close/>
              </a:path>
              <a:path w="136398" h="195980">
                <a:moveTo>
                  <a:pt x="116330" y="155178"/>
                </a:moveTo>
                <a:lnTo>
                  <a:pt x="104310" y="167440"/>
                </a:lnTo>
                <a:lnTo>
                  <a:pt x="108281" y="179594"/>
                </a:lnTo>
                <a:lnTo>
                  <a:pt x="116330" y="163316"/>
                </a:lnTo>
                <a:lnTo>
                  <a:pt x="128349" y="151054"/>
                </a:lnTo>
                <a:lnTo>
                  <a:pt x="124378" y="138792"/>
                </a:lnTo>
                <a:lnTo>
                  <a:pt x="104310" y="138792"/>
                </a:lnTo>
                <a:lnTo>
                  <a:pt x="104310" y="155178"/>
                </a:lnTo>
                <a:lnTo>
                  <a:pt x="116330" y="155178"/>
                </a:lnTo>
                <a:close/>
              </a:path>
              <a:path w="136398" h="195980">
                <a:moveTo>
                  <a:pt x="32087" y="122514"/>
                </a:moveTo>
                <a:lnTo>
                  <a:pt x="32087" y="110252"/>
                </a:lnTo>
                <a:lnTo>
                  <a:pt x="36165" y="97990"/>
                </a:lnTo>
                <a:lnTo>
                  <a:pt x="48184" y="97990"/>
                </a:lnTo>
                <a:lnTo>
                  <a:pt x="40136" y="85727"/>
                </a:lnTo>
                <a:lnTo>
                  <a:pt x="28116" y="73465"/>
                </a:lnTo>
                <a:lnTo>
                  <a:pt x="24145" y="85727"/>
                </a:lnTo>
                <a:lnTo>
                  <a:pt x="24145" y="93866"/>
                </a:lnTo>
                <a:lnTo>
                  <a:pt x="24145" y="85727"/>
                </a:lnTo>
                <a:lnTo>
                  <a:pt x="28116" y="73465"/>
                </a:lnTo>
                <a:lnTo>
                  <a:pt x="20068" y="48940"/>
                </a:lnTo>
                <a:lnTo>
                  <a:pt x="16097" y="61203"/>
                </a:lnTo>
                <a:lnTo>
                  <a:pt x="18672" y="0"/>
                </a:lnTo>
                <a:lnTo>
                  <a:pt x="12126" y="0"/>
                </a:lnTo>
                <a:lnTo>
                  <a:pt x="8048" y="28539"/>
                </a:lnTo>
                <a:lnTo>
                  <a:pt x="5473" y="0"/>
                </a:lnTo>
                <a:lnTo>
                  <a:pt x="0" y="5425"/>
                </a:lnTo>
                <a:lnTo>
                  <a:pt x="0" y="25392"/>
                </a:lnTo>
                <a:lnTo>
                  <a:pt x="8048" y="33606"/>
                </a:lnTo>
                <a:lnTo>
                  <a:pt x="11590" y="37221"/>
                </a:lnTo>
                <a:lnTo>
                  <a:pt x="16097" y="73465"/>
                </a:lnTo>
                <a:lnTo>
                  <a:pt x="16097" y="69341"/>
                </a:lnTo>
                <a:lnTo>
                  <a:pt x="16097" y="97990"/>
                </a:lnTo>
                <a:lnTo>
                  <a:pt x="24145" y="97990"/>
                </a:lnTo>
                <a:lnTo>
                  <a:pt x="24146" y="122514"/>
                </a:lnTo>
                <a:lnTo>
                  <a:pt x="32087" y="122514"/>
                </a:lnTo>
                <a:close/>
              </a:path>
              <a:path w="136398" h="195980">
                <a:moveTo>
                  <a:pt x="5473" y="0"/>
                </a:moveTo>
                <a:lnTo>
                  <a:pt x="8048" y="28539"/>
                </a:lnTo>
                <a:lnTo>
                  <a:pt x="12126" y="0"/>
                </a:lnTo>
                <a:lnTo>
                  <a:pt x="547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3048089" y="3381778"/>
            <a:ext cx="19960" cy="73465"/>
          </a:xfrm>
          <a:custGeom>
            <a:avLst/>
            <a:gdLst/>
            <a:ahLst/>
            <a:cxnLst/>
            <a:rect l="l" t="t" r="r" b="b"/>
            <a:pathLst>
              <a:path w="19960" h="73465">
                <a:moveTo>
                  <a:pt x="0" y="36786"/>
                </a:moveTo>
                <a:lnTo>
                  <a:pt x="0" y="61203"/>
                </a:lnTo>
                <a:lnTo>
                  <a:pt x="3970" y="73465"/>
                </a:lnTo>
                <a:lnTo>
                  <a:pt x="15990" y="61203"/>
                </a:lnTo>
                <a:lnTo>
                  <a:pt x="12019" y="24524"/>
                </a:lnTo>
                <a:lnTo>
                  <a:pt x="19960" y="0"/>
                </a:lnTo>
                <a:lnTo>
                  <a:pt x="0" y="0"/>
                </a:lnTo>
                <a:lnTo>
                  <a:pt x="0" y="20401"/>
                </a:lnTo>
                <a:lnTo>
                  <a:pt x="12019" y="49049"/>
                </a:lnTo>
                <a:lnTo>
                  <a:pt x="7941" y="12262"/>
                </a:lnTo>
                <a:lnTo>
                  <a:pt x="7941" y="4123"/>
                </a:lnTo>
                <a:lnTo>
                  <a:pt x="7941" y="12262"/>
                </a:lnTo>
                <a:lnTo>
                  <a:pt x="12019" y="49049"/>
                </a:lnTo>
                <a:lnTo>
                  <a:pt x="0" y="53064"/>
                </a:lnTo>
                <a:lnTo>
                  <a:pt x="12019" y="49049"/>
                </a:lnTo>
                <a:lnTo>
                  <a:pt x="0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3040040" y="3430828"/>
            <a:ext cx="8048" cy="31611"/>
          </a:xfrm>
          <a:custGeom>
            <a:avLst/>
            <a:gdLst/>
            <a:ahLst/>
            <a:cxnLst/>
            <a:rect l="l" t="t" r="r" b="b"/>
            <a:pathLst>
              <a:path w="8048" h="31611">
                <a:moveTo>
                  <a:pt x="3541" y="27997"/>
                </a:moveTo>
                <a:lnTo>
                  <a:pt x="8048" y="0"/>
                </a:lnTo>
                <a:lnTo>
                  <a:pt x="0" y="0"/>
                </a:lnTo>
                <a:lnTo>
                  <a:pt x="0" y="31611"/>
                </a:lnTo>
                <a:lnTo>
                  <a:pt x="3541" y="279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3048089" y="3402180"/>
            <a:ext cx="12019" cy="28648"/>
          </a:xfrm>
          <a:custGeom>
            <a:avLst/>
            <a:gdLst/>
            <a:ahLst/>
            <a:cxnLst/>
            <a:rect l="l" t="t" r="r" b="b"/>
            <a:pathLst>
              <a:path w="12019" h="28648">
                <a:moveTo>
                  <a:pt x="0" y="8138"/>
                </a:moveTo>
                <a:lnTo>
                  <a:pt x="0" y="16385"/>
                </a:lnTo>
                <a:lnTo>
                  <a:pt x="12019" y="28648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3064079" y="3242878"/>
            <a:ext cx="48077" cy="163425"/>
          </a:xfrm>
          <a:custGeom>
            <a:avLst/>
            <a:gdLst/>
            <a:ahLst/>
            <a:cxnLst/>
            <a:rect l="l" t="t" r="r" b="b"/>
            <a:pathLst>
              <a:path w="48077" h="163425">
                <a:moveTo>
                  <a:pt x="8048" y="72597"/>
                </a:moveTo>
                <a:lnTo>
                  <a:pt x="0" y="80736"/>
                </a:lnTo>
                <a:lnTo>
                  <a:pt x="8048" y="77589"/>
                </a:lnTo>
                <a:lnTo>
                  <a:pt x="12019" y="106237"/>
                </a:lnTo>
                <a:lnTo>
                  <a:pt x="3970" y="130762"/>
                </a:lnTo>
                <a:lnTo>
                  <a:pt x="8048" y="151163"/>
                </a:lnTo>
                <a:lnTo>
                  <a:pt x="8048" y="159301"/>
                </a:lnTo>
                <a:lnTo>
                  <a:pt x="16097" y="163425"/>
                </a:lnTo>
                <a:lnTo>
                  <a:pt x="16097" y="130762"/>
                </a:lnTo>
                <a:lnTo>
                  <a:pt x="24038" y="130762"/>
                </a:lnTo>
                <a:lnTo>
                  <a:pt x="16097" y="126638"/>
                </a:lnTo>
                <a:lnTo>
                  <a:pt x="16097" y="118499"/>
                </a:lnTo>
                <a:lnTo>
                  <a:pt x="20497" y="94517"/>
                </a:lnTo>
                <a:lnTo>
                  <a:pt x="24038" y="85836"/>
                </a:lnTo>
                <a:lnTo>
                  <a:pt x="28545" y="61745"/>
                </a:lnTo>
                <a:lnTo>
                  <a:pt x="32087" y="53172"/>
                </a:lnTo>
                <a:lnTo>
                  <a:pt x="36058" y="24524"/>
                </a:lnTo>
                <a:lnTo>
                  <a:pt x="28116" y="24524"/>
                </a:lnTo>
                <a:lnTo>
                  <a:pt x="40136" y="12262"/>
                </a:lnTo>
                <a:lnTo>
                  <a:pt x="42711" y="24524"/>
                </a:lnTo>
                <a:lnTo>
                  <a:pt x="48077" y="19098"/>
                </a:lnTo>
                <a:lnTo>
                  <a:pt x="48077" y="5534"/>
                </a:lnTo>
                <a:lnTo>
                  <a:pt x="42711" y="0"/>
                </a:lnTo>
                <a:lnTo>
                  <a:pt x="36058" y="0"/>
                </a:lnTo>
                <a:lnTo>
                  <a:pt x="19531" y="36352"/>
                </a:lnTo>
                <a:lnTo>
                  <a:pt x="16097" y="44925"/>
                </a:lnTo>
                <a:lnTo>
                  <a:pt x="16097" y="39857"/>
                </a:lnTo>
                <a:lnTo>
                  <a:pt x="11590" y="69016"/>
                </a:lnTo>
                <a:lnTo>
                  <a:pt x="8048" y="72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3072127" y="3282736"/>
            <a:ext cx="8048" cy="32739"/>
          </a:xfrm>
          <a:custGeom>
            <a:avLst/>
            <a:gdLst/>
            <a:ahLst/>
            <a:cxnLst/>
            <a:rect l="l" t="t" r="r" b="b"/>
            <a:pathLst>
              <a:path w="8048" h="32739">
                <a:moveTo>
                  <a:pt x="3541" y="29158"/>
                </a:moveTo>
                <a:lnTo>
                  <a:pt x="8048" y="0"/>
                </a:lnTo>
                <a:lnTo>
                  <a:pt x="0" y="8214"/>
                </a:lnTo>
                <a:lnTo>
                  <a:pt x="0" y="32739"/>
                </a:lnTo>
                <a:lnTo>
                  <a:pt x="3541" y="291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3080176" y="3242878"/>
            <a:ext cx="19960" cy="44925"/>
          </a:xfrm>
          <a:custGeom>
            <a:avLst/>
            <a:gdLst/>
            <a:ahLst/>
            <a:cxnLst/>
            <a:rect l="l" t="t" r="r" b="b"/>
            <a:pathLst>
              <a:path w="19960" h="44925">
                <a:moveTo>
                  <a:pt x="3434" y="36352"/>
                </a:moveTo>
                <a:lnTo>
                  <a:pt x="19960" y="0"/>
                </a:lnTo>
                <a:lnTo>
                  <a:pt x="0" y="0"/>
                </a:lnTo>
                <a:lnTo>
                  <a:pt x="0" y="44925"/>
                </a:lnTo>
                <a:lnTo>
                  <a:pt x="3434" y="363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3040040" y="3455244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15989" y="25501"/>
                </a:moveTo>
                <a:lnTo>
                  <a:pt x="24038" y="17362"/>
                </a:lnTo>
                <a:lnTo>
                  <a:pt x="24038" y="0"/>
                </a:lnTo>
                <a:lnTo>
                  <a:pt x="15990" y="20509"/>
                </a:lnTo>
                <a:lnTo>
                  <a:pt x="12448" y="29082"/>
                </a:lnTo>
                <a:lnTo>
                  <a:pt x="8048" y="53172"/>
                </a:lnTo>
                <a:lnTo>
                  <a:pt x="4507" y="61745"/>
                </a:lnTo>
                <a:lnTo>
                  <a:pt x="0" y="12262"/>
                </a:lnTo>
                <a:lnTo>
                  <a:pt x="0" y="85836"/>
                </a:lnTo>
                <a:lnTo>
                  <a:pt x="8048" y="89851"/>
                </a:lnTo>
                <a:lnTo>
                  <a:pt x="8048" y="58131"/>
                </a:lnTo>
                <a:lnTo>
                  <a:pt x="15990" y="50025"/>
                </a:lnTo>
                <a:lnTo>
                  <a:pt x="15989" y="255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3007953" y="3626808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3080176" y="3255140"/>
            <a:ext cx="26614" cy="118499"/>
          </a:xfrm>
          <a:custGeom>
            <a:avLst/>
            <a:gdLst/>
            <a:ahLst/>
            <a:cxnLst/>
            <a:rect l="l" t="t" r="r" b="b"/>
            <a:pathLst>
              <a:path w="26614" h="118499">
                <a:moveTo>
                  <a:pt x="19960" y="12262"/>
                </a:moveTo>
                <a:lnTo>
                  <a:pt x="15990" y="40910"/>
                </a:lnTo>
                <a:lnTo>
                  <a:pt x="12448" y="49483"/>
                </a:lnTo>
                <a:lnTo>
                  <a:pt x="7941" y="73573"/>
                </a:lnTo>
                <a:lnTo>
                  <a:pt x="4399" y="82255"/>
                </a:lnTo>
                <a:lnTo>
                  <a:pt x="0" y="106237"/>
                </a:lnTo>
                <a:lnTo>
                  <a:pt x="0" y="114376"/>
                </a:lnTo>
                <a:lnTo>
                  <a:pt x="7941" y="118499"/>
                </a:lnTo>
                <a:lnTo>
                  <a:pt x="7941" y="78641"/>
                </a:lnTo>
                <a:lnTo>
                  <a:pt x="15990" y="70427"/>
                </a:lnTo>
                <a:lnTo>
                  <a:pt x="15989" y="45902"/>
                </a:lnTo>
                <a:lnTo>
                  <a:pt x="24038" y="37763"/>
                </a:lnTo>
                <a:lnTo>
                  <a:pt x="24038" y="8247"/>
                </a:lnTo>
                <a:lnTo>
                  <a:pt x="24038" y="12262"/>
                </a:lnTo>
                <a:lnTo>
                  <a:pt x="26614" y="12262"/>
                </a:lnTo>
                <a:lnTo>
                  <a:pt x="24038" y="0"/>
                </a:lnTo>
                <a:lnTo>
                  <a:pt x="12019" y="12262"/>
                </a:lnTo>
                <a:lnTo>
                  <a:pt x="1996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2995933" y="3320467"/>
            <a:ext cx="84242" cy="330865"/>
          </a:xfrm>
          <a:custGeom>
            <a:avLst/>
            <a:gdLst/>
            <a:ahLst/>
            <a:cxnLst/>
            <a:rect l="l" t="t" r="r" b="b"/>
            <a:pathLst>
              <a:path w="84242" h="330865">
                <a:moveTo>
                  <a:pt x="68145" y="134777"/>
                </a:moveTo>
                <a:lnTo>
                  <a:pt x="68145" y="130762"/>
                </a:lnTo>
                <a:lnTo>
                  <a:pt x="68145" y="134777"/>
                </a:lnTo>
                <a:lnTo>
                  <a:pt x="76194" y="134777"/>
                </a:lnTo>
                <a:lnTo>
                  <a:pt x="76194" y="85836"/>
                </a:lnTo>
                <a:lnTo>
                  <a:pt x="84242" y="85836"/>
                </a:lnTo>
                <a:lnTo>
                  <a:pt x="76194" y="81712"/>
                </a:lnTo>
                <a:lnTo>
                  <a:pt x="76194" y="73573"/>
                </a:lnTo>
                <a:lnTo>
                  <a:pt x="72116" y="53172"/>
                </a:lnTo>
                <a:lnTo>
                  <a:pt x="80164" y="28648"/>
                </a:lnTo>
                <a:lnTo>
                  <a:pt x="76194" y="0"/>
                </a:lnTo>
                <a:lnTo>
                  <a:pt x="68145" y="3146"/>
                </a:lnTo>
                <a:lnTo>
                  <a:pt x="68145" y="28648"/>
                </a:lnTo>
                <a:lnTo>
                  <a:pt x="60096" y="28648"/>
                </a:lnTo>
                <a:lnTo>
                  <a:pt x="60096" y="61311"/>
                </a:lnTo>
                <a:lnTo>
                  <a:pt x="72116" y="61311"/>
                </a:lnTo>
                <a:lnTo>
                  <a:pt x="68145" y="40910"/>
                </a:lnTo>
                <a:lnTo>
                  <a:pt x="68145" y="32771"/>
                </a:lnTo>
                <a:lnTo>
                  <a:pt x="68145" y="40910"/>
                </a:lnTo>
                <a:lnTo>
                  <a:pt x="72116" y="61311"/>
                </a:lnTo>
                <a:lnTo>
                  <a:pt x="64174" y="85836"/>
                </a:lnTo>
                <a:lnTo>
                  <a:pt x="68145" y="122514"/>
                </a:lnTo>
                <a:lnTo>
                  <a:pt x="56126" y="134777"/>
                </a:lnTo>
                <a:lnTo>
                  <a:pt x="52155" y="122514"/>
                </a:lnTo>
                <a:lnTo>
                  <a:pt x="52155" y="110360"/>
                </a:lnTo>
                <a:lnTo>
                  <a:pt x="47648" y="138358"/>
                </a:lnTo>
                <a:lnTo>
                  <a:pt x="44106" y="141972"/>
                </a:lnTo>
                <a:lnTo>
                  <a:pt x="36058" y="150186"/>
                </a:lnTo>
                <a:lnTo>
                  <a:pt x="36058" y="179702"/>
                </a:lnTo>
                <a:lnTo>
                  <a:pt x="40028" y="200212"/>
                </a:lnTo>
                <a:lnTo>
                  <a:pt x="39599" y="171130"/>
                </a:lnTo>
                <a:lnTo>
                  <a:pt x="40028" y="200212"/>
                </a:lnTo>
                <a:lnTo>
                  <a:pt x="28009" y="212366"/>
                </a:lnTo>
                <a:lnTo>
                  <a:pt x="28009" y="277801"/>
                </a:lnTo>
                <a:lnTo>
                  <a:pt x="28009" y="200212"/>
                </a:lnTo>
                <a:lnTo>
                  <a:pt x="20068" y="200212"/>
                </a:lnTo>
                <a:lnTo>
                  <a:pt x="20068" y="220613"/>
                </a:lnTo>
                <a:lnTo>
                  <a:pt x="23502" y="228209"/>
                </a:lnTo>
                <a:lnTo>
                  <a:pt x="20068" y="236890"/>
                </a:lnTo>
                <a:lnTo>
                  <a:pt x="24038" y="257291"/>
                </a:lnTo>
                <a:lnTo>
                  <a:pt x="15990" y="281816"/>
                </a:lnTo>
                <a:lnTo>
                  <a:pt x="20068" y="294078"/>
                </a:lnTo>
                <a:lnTo>
                  <a:pt x="20068" y="302217"/>
                </a:lnTo>
                <a:lnTo>
                  <a:pt x="20068" y="294078"/>
                </a:lnTo>
                <a:lnTo>
                  <a:pt x="15990" y="281816"/>
                </a:lnTo>
                <a:lnTo>
                  <a:pt x="3970" y="285940"/>
                </a:lnTo>
                <a:lnTo>
                  <a:pt x="15990" y="281816"/>
                </a:lnTo>
                <a:lnTo>
                  <a:pt x="3970" y="257291"/>
                </a:lnTo>
                <a:lnTo>
                  <a:pt x="3970" y="294078"/>
                </a:lnTo>
                <a:lnTo>
                  <a:pt x="7941" y="306341"/>
                </a:lnTo>
                <a:lnTo>
                  <a:pt x="0" y="322727"/>
                </a:lnTo>
                <a:lnTo>
                  <a:pt x="0" y="330865"/>
                </a:lnTo>
                <a:lnTo>
                  <a:pt x="12019" y="330865"/>
                </a:lnTo>
                <a:lnTo>
                  <a:pt x="12019" y="318603"/>
                </a:lnTo>
                <a:lnTo>
                  <a:pt x="20068" y="306341"/>
                </a:lnTo>
                <a:lnTo>
                  <a:pt x="28009" y="306341"/>
                </a:lnTo>
                <a:lnTo>
                  <a:pt x="28009" y="281816"/>
                </a:lnTo>
                <a:lnTo>
                  <a:pt x="36058" y="281816"/>
                </a:lnTo>
                <a:lnTo>
                  <a:pt x="36058" y="250129"/>
                </a:lnTo>
                <a:lnTo>
                  <a:pt x="44106" y="241991"/>
                </a:lnTo>
                <a:lnTo>
                  <a:pt x="36058" y="245029"/>
                </a:lnTo>
                <a:lnTo>
                  <a:pt x="32516" y="253710"/>
                </a:lnTo>
                <a:lnTo>
                  <a:pt x="32087" y="224628"/>
                </a:lnTo>
                <a:lnTo>
                  <a:pt x="44106" y="212366"/>
                </a:lnTo>
                <a:lnTo>
                  <a:pt x="44106" y="147039"/>
                </a:lnTo>
                <a:lnTo>
                  <a:pt x="48613" y="196522"/>
                </a:lnTo>
                <a:lnTo>
                  <a:pt x="52155" y="187950"/>
                </a:lnTo>
                <a:lnTo>
                  <a:pt x="56555" y="163859"/>
                </a:lnTo>
                <a:lnTo>
                  <a:pt x="60096" y="155286"/>
                </a:lnTo>
                <a:lnTo>
                  <a:pt x="68145" y="1347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2975865" y="3643194"/>
            <a:ext cx="32087" cy="40802"/>
          </a:xfrm>
          <a:custGeom>
            <a:avLst/>
            <a:gdLst/>
            <a:ahLst/>
            <a:cxnLst/>
            <a:rect l="l" t="t" r="r" b="b"/>
            <a:pathLst>
              <a:path w="32087" h="40802">
                <a:moveTo>
                  <a:pt x="8048" y="0"/>
                </a:moveTo>
                <a:lnTo>
                  <a:pt x="0" y="0"/>
                </a:lnTo>
                <a:lnTo>
                  <a:pt x="0" y="35267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267"/>
                </a:lnTo>
                <a:lnTo>
                  <a:pt x="24038" y="20401"/>
                </a:lnTo>
                <a:lnTo>
                  <a:pt x="24038" y="24416"/>
                </a:lnTo>
                <a:lnTo>
                  <a:pt x="32087" y="24416"/>
                </a:lnTo>
                <a:lnTo>
                  <a:pt x="24038" y="12153"/>
                </a:lnTo>
                <a:lnTo>
                  <a:pt x="12019" y="24416"/>
                </a:lnTo>
                <a:lnTo>
                  <a:pt x="8048" y="12153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2983914" y="3602283"/>
            <a:ext cx="24038" cy="65326"/>
          </a:xfrm>
          <a:custGeom>
            <a:avLst/>
            <a:gdLst/>
            <a:ahLst/>
            <a:cxnLst/>
            <a:rect l="l" t="t" r="r" b="b"/>
            <a:pathLst>
              <a:path w="24038" h="65326">
                <a:moveTo>
                  <a:pt x="7941" y="0"/>
                </a:moveTo>
                <a:lnTo>
                  <a:pt x="7941" y="24524"/>
                </a:lnTo>
                <a:lnTo>
                  <a:pt x="0" y="24524"/>
                </a:lnTo>
                <a:lnTo>
                  <a:pt x="0" y="40910"/>
                </a:lnTo>
                <a:lnTo>
                  <a:pt x="7941" y="36786"/>
                </a:lnTo>
                <a:lnTo>
                  <a:pt x="7941" y="28648"/>
                </a:lnTo>
                <a:lnTo>
                  <a:pt x="7941" y="36786"/>
                </a:lnTo>
                <a:lnTo>
                  <a:pt x="0" y="40910"/>
                </a:ln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24038" y="65326"/>
                </a:lnTo>
                <a:lnTo>
                  <a:pt x="24038" y="49049"/>
                </a:lnTo>
                <a:lnTo>
                  <a:pt x="12019" y="49049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19960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3023943" y="3495178"/>
            <a:ext cx="12019" cy="94843"/>
          </a:xfrm>
          <a:custGeom>
            <a:avLst/>
            <a:gdLst/>
            <a:ahLst/>
            <a:cxnLst/>
            <a:rect l="l" t="t" r="r" b="b"/>
            <a:pathLst>
              <a:path w="12019" h="94843">
                <a:moveTo>
                  <a:pt x="0" y="21377"/>
                </a:moveTo>
                <a:lnTo>
                  <a:pt x="0" y="29516"/>
                </a:lnTo>
                <a:lnTo>
                  <a:pt x="0" y="25501"/>
                </a:lnTo>
                <a:lnTo>
                  <a:pt x="0" y="94843"/>
                </a:lnTo>
                <a:lnTo>
                  <a:pt x="0" y="37655"/>
                </a:lnTo>
                <a:lnTo>
                  <a:pt x="12019" y="25501"/>
                </a:lnTo>
                <a:lnTo>
                  <a:pt x="8048" y="4991"/>
                </a:lnTo>
                <a:lnTo>
                  <a:pt x="8048" y="0"/>
                </a:lnTo>
                <a:lnTo>
                  <a:pt x="0" y="8138"/>
                </a:lnTo>
                <a:lnTo>
                  <a:pt x="0" y="213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2999904" y="3541080"/>
            <a:ext cx="20068" cy="61203"/>
          </a:xfrm>
          <a:custGeom>
            <a:avLst/>
            <a:gdLst/>
            <a:ahLst/>
            <a:cxnLst/>
            <a:rect l="l" t="t" r="r" b="b"/>
            <a:pathLst>
              <a:path w="20068" h="61203">
                <a:moveTo>
                  <a:pt x="16097" y="0"/>
                </a:moveTo>
                <a:lnTo>
                  <a:pt x="16097" y="11133"/>
                </a:lnTo>
                <a:lnTo>
                  <a:pt x="8048" y="19424"/>
                </a:lnTo>
                <a:lnTo>
                  <a:pt x="8048" y="36678"/>
                </a:lnTo>
                <a:lnTo>
                  <a:pt x="0" y="36678"/>
                </a:lnTo>
                <a:lnTo>
                  <a:pt x="8048" y="48940"/>
                </a:lnTo>
                <a:lnTo>
                  <a:pt x="8048" y="40802"/>
                </a:lnTo>
                <a:lnTo>
                  <a:pt x="8048" y="48940"/>
                </a:lnTo>
                <a:lnTo>
                  <a:pt x="0" y="36678"/>
                </a:lnTo>
                <a:lnTo>
                  <a:pt x="12019" y="61203"/>
                </a:lnTo>
                <a:lnTo>
                  <a:pt x="20068" y="36678"/>
                </a:lnTo>
                <a:lnTo>
                  <a:pt x="16097" y="16277"/>
                </a:lnTo>
                <a:lnTo>
                  <a:pt x="19531" y="7596"/>
                </a:lnTo>
                <a:lnTo>
                  <a:pt x="1609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3028021" y="3532833"/>
            <a:ext cx="20068" cy="41344"/>
          </a:xfrm>
          <a:custGeom>
            <a:avLst/>
            <a:gdLst/>
            <a:ahLst/>
            <a:cxnLst/>
            <a:rect l="l" t="t" r="r" b="b"/>
            <a:pathLst>
              <a:path w="20068" h="41344">
                <a:moveTo>
                  <a:pt x="12019" y="12262"/>
                </a:moveTo>
                <a:lnTo>
                  <a:pt x="20068" y="12262"/>
                </a:lnTo>
                <a:lnTo>
                  <a:pt x="12019" y="8247"/>
                </a:lnTo>
                <a:lnTo>
                  <a:pt x="12019" y="0"/>
                </a:lnTo>
                <a:lnTo>
                  <a:pt x="0" y="12262"/>
                </a:lnTo>
                <a:lnTo>
                  <a:pt x="429" y="41344"/>
                </a:lnTo>
                <a:lnTo>
                  <a:pt x="3970" y="32663"/>
                </a:lnTo>
                <a:lnTo>
                  <a:pt x="12019" y="296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3124283" y="2952922"/>
            <a:ext cx="32087" cy="167440"/>
          </a:xfrm>
          <a:custGeom>
            <a:avLst/>
            <a:gdLst/>
            <a:ahLst/>
            <a:cxnLst/>
            <a:rect l="l" t="t" r="r" b="b"/>
            <a:pathLst>
              <a:path w="32087" h="167440">
                <a:moveTo>
                  <a:pt x="28009" y="0"/>
                </a:moveTo>
                <a:lnTo>
                  <a:pt x="28009" y="11285"/>
                </a:lnTo>
                <a:lnTo>
                  <a:pt x="19960" y="19424"/>
                </a:lnTo>
                <a:lnTo>
                  <a:pt x="19960" y="44925"/>
                </a:lnTo>
                <a:lnTo>
                  <a:pt x="12019" y="44925"/>
                </a:lnTo>
                <a:lnTo>
                  <a:pt x="12019" y="163425"/>
                </a:lnTo>
                <a:lnTo>
                  <a:pt x="12019" y="155178"/>
                </a:lnTo>
                <a:lnTo>
                  <a:pt x="7941" y="143024"/>
                </a:lnTo>
                <a:lnTo>
                  <a:pt x="0" y="167440"/>
                </a:lnTo>
                <a:lnTo>
                  <a:pt x="19960" y="167440"/>
                </a:lnTo>
                <a:lnTo>
                  <a:pt x="12019" y="89851"/>
                </a:lnTo>
                <a:lnTo>
                  <a:pt x="12019" y="81712"/>
                </a:lnTo>
                <a:lnTo>
                  <a:pt x="12019" y="89851"/>
                </a:lnTo>
                <a:lnTo>
                  <a:pt x="16526" y="131196"/>
                </a:lnTo>
                <a:lnTo>
                  <a:pt x="19960" y="122514"/>
                </a:lnTo>
                <a:lnTo>
                  <a:pt x="19960" y="127691"/>
                </a:lnTo>
                <a:lnTo>
                  <a:pt x="28009" y="119476"/>
                </a:lnTo>
                <a:lnTo>
                  <a:pt x="28009" y="102113"/>
                </a:lnTo>
                <a:lnTo>
                  <a:pt x="15990" y="102113"/>
                </a:lnTo>
                <a:lnTo>
                  <a:pt x="24038" y="77589"/>
                </a:lnTo>
                <a:lnTo>
                  <a:pt x="19960" y="57188"/>
                </a:lnTo>
                <a:lnTo>
                  <a:pt x="19960" y="49049"/>
                </a:lnTo>
                <a:lnTo>
                  <a:pt x="19960" y="57188"/>
                </a:lnTo>
                <a:lnTo>
                  <a:pt x="24038" y="77589"/>
                </a:lnTo>
                <a:lnTo>
                  <a:pt x="28009" y="89851"/>
                </a:lnTo>
                <a:lnTo>
                  <a:pt x="24038" y="69450"/>
                </a:lnTo>
                <a:lnTo>
                  <a:pt x="32087" y="44925"/>
                </a:lnTo>
                <a:lnTo>
                  <a:pt x="28009" y="16385"/>
                </a:lnTo>
                <a:lnTo>
                  <a:pt x="31550" y="7704"/>
                </a:lnTo>
                <a:lnTo>
                  <a:pt x="2800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3160341" y="2944784"/>
            <a:ext cx="8048" cy="77589"/>
          </a:xfrm>
          <a:custGeom>
            <a:avLst/>
            <a:gdLst/>
            <a:ahLst/>
            <a:cxnLst/>
            <a:rect l="l" t="t" r="r" b="b"/>
            <a:pathLst>
              <a:path w="8048" h="77589">
                <a:moveTo>
                  <a:pt x="8048" y="37730"/>
                </a:moveTo>
                <a:lnTo>
                  <a:pt x="8048" y="32663"/>
                </a:lnTo>
                <a:lnTo>
                  <a:pt x="4507" y="41344"/>
                </a:lnTo>
                <a:lnTo>
                  <a:pt x="0" y="0"/>
                </a:lnTo>
                <a:lnTo>
                  <a:pt x="8048" y="77589"/>
                </a:lnTo>
                <a:lnTo>
                  <a:pt x="8048" y="377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160341" y="2907997"/>
            <a:ext cx="15990" cy="114376"/>
          </a:xfrm>
          <a:custGeom>
            <a:avLst/>
            <a:gdLst/>
            <a:ahLst/>
            <a:cxnLst/>
            <a:rect l="l" t="t" r="r" b="b"/>
            <a:pathLst>
              <a:path w="15990" h="114376">
                <a:moveTo>
                  <a:pt x="0" y="0"/>
                </a:moveTo>
                <a:lnTo>
                  <a:pt x="0" y="110252"/>
                </a:lnTo>
                <a:lnTo>
                  <a:pt x="0" y="102113"/>
                </a:lnTo>
                <a:lnTo>
                  <a:pt x="0" y="114376"/>
                </a:lnTo>
                <a:lnTo>
                  <a:pt x="8048" y="114376"/>
                </a:lnTo>
                <a:lnTo>
                  <a:pt x="0" y="36786"/>
                </a:lnTo>
                <a:lnTo>
                  <a:pt x="0" y="28648"/>
                </a:lnTo>
                <a:lnTo>
                  <a:pt x="0" y="36786"/>
                </a:lnTo>
                <a:lnTo>
                  <a:pt x="4507" y="78131"/>
                </a:lnTo>
                <a:lnTo>
                  <a:pt x="8048" y="69450"/>
                </a:lnTo>
                <a:lnTo>
                  <a:pt x="8048" y="74517"/>
                </a:lnTo>
                <a:lnTo>
                  <a:pt x="15990" y="66411"/>
                </a:lnTo>
                <a:lnTo>
                  <a:pt x="15990" y="49049"/>
                </a:lnTo>
                <a:lnTo>
                  <a:pt x="3970" y="49049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184379" y="2834531"/>
            <a:ext cx="16097" cy="49049"/>
          </a:xfrm>
          <a:custGeom>
            <a:avLst/>
            <a:gdLst/>
            <a:ahLst/>
            <a:cxnLst/>
            <a:rect l="l" t="t" r="r" b="b"/>
            <a:pathLst>
              <a:path w="16097" h="49049">
                <a:moveTo>
                  <a:pt x="0" y="0"/>
                </a:moveTo>
                <a:lnTo>
                  <a:pt x="0" y="36787"/>
                </a:lnTo>
                <a:lnTo>
                  <a:pt x="4077" y="49049"/>
                </a:lnTo>
                <a:lnTo>
                  <a:pt x="16097" y="36787"/>
                </a:lnTo>
                <a:lnTo>
                  <a:pt x="12019" y="24524"/>
                </a:lnTo>
                <a:lnTo>
                  <a:pt x="0" y="28539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168389" y="2859056"/>
            <a:ext cx="20068" cy="36678"/>
          </a:xfrm>
          <a:custGeom>
            <a:avLst/>
            <a:gdLst/>
            <a:ahLst/>
            <a:cxnLst/>
            <a:rect l="l" t="t" r="r" b="b"/>
            <a:pathLst>
              <a:path w="20068" h="36678">
                <a:moveTo>
                  <a:pt x="7941" y="0"/>
                </a:moveTo>
                <a:lnTo>
                  <a:pt x="7941" y="28539"/>
                </a:lnTo>
                <a:lnTo>
                  <a:pt x="7941" y="24524"/>
                </a:lnTo>
                <a:lnTo>
                  <a:pt x="0" y="24524"/>
                </a:lnTo>
                <a:lnTo>
                  <a:pt x="7941" y="36678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204447" y="2826392"/>
            <a:ext cx="12019" cy="32663"/>
          </a:xfrm>
          <a:custGeom>
            <a:avLst/>
            <a:gdLst/>
            <a:ahLst/>
            <a:cxnLst/>
            <a:rect l="l" t="t" r="r" b="b"/>
            <a:pathLst>
              <a:path w="12019" h="32663">
                <a:moveTo>
                  <a:pt x="12019" y="12262"/>
                </a:moveTo>
                <a:lnTo>
                  <a:pt x="12019" y="5425"/>
                </a:lnTo>
                <a:lnTo>
                  <a:pt x="6653" y="0"/>
                </a:lnTo>
                <a:lnTo>
                  <a:pt x="0" y="0"/>
                </a:lnTo>
                <a:lnTo>
                  <a:pt x="3970" y="20401"/>
                </a:lnTo>
                <a:lnTo>
                  <a:pt x="3970" y="28539"/>
                </a:lnTo>
                <a:lnTo>
                  <a:pt x="12019" y="32663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3192428" y="2883581"/>
            <a:ext cx="8048" cy="24416"/>
          </a:xfrm>
          <a:custGeom>
            <a:avLst/>
            <a:gdLst/>
            <a:ahLst/>
            <a:cxnLst/>
            <a:rect l="l" t="t" r="r" b="b"/>
            <a:pathLst>
              <a:path w="8048" h="24416">
                <a:moveTo>
                  <a:pt x="8048" y="4015"/>
                </a:moveTo>
                <a:lnTo>
                  <a:pt x="8048" y="0"/>
                </a:lnTo>
                <a:lnTo>
                  <a:pt x="0" y="12153"/>
                </a:lnTo>
                <a:lnTo>
                  <a:pt x="0" y="24416"/>
                </a:lnTo>
                <a:lnTo>
                  <a:pt x="8048" y="24416"/>
                </a:lnTo>
                <a:lnTo>
                  <a:pt x="0" y="20401"/>
                </a:lnTo>
                <a:lnTo>
                  <a:pt x="8048" y="24416"/>
                </a:lnTo>
                <a:lnTo>
                  <a:pt x="8048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3168389" y="2883581"/>
            <a:ext cx="20068" cy="24416"/>
          </a:xfrm>
          <a:custGeom>
            <a:avLst/>
            <a:gdLst/>
            <a:ahLst/>
            <a:cxnLst/>
            <a:rect l="l" t="t" r="r" b="b"/>
            <a:pathLst>
              <a:path w="20068" h="24416">
                <a:moveTo>
                  <a:pt x="7941" y="12153"/>
                </a:moveTo>
                <a:lnTo>
                  <a:pt x="0" y="0"/>
                </a:lnTo>
                <a:lnTo>
                  <a:pt x="12019" y="24416"/>
                </a:lnTo>
                <a:lnTo>
                  <a:pt x="20068" y="0"/>
                </a:lnTo>
                <a:lnTo>
                  <a:pt x="7941" y="12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3164311" y="2826392"/>
            <a:ext cx="52155" cy="130653"/>
          </a:xfrm>
          <a:custGeom>
            <a:avLst/>
            <a:gdLst/>
            <a:ahLst/>
            <a:cxnLst/>
            <a:rect l="l" t="t" r="r" b="b"/>
            <a:pathLst>
              <a:path w="52155" h="130653">
                <a:moveTo>
                  <a:pt x="20068" y="106128"/>
                </a:moveTo>
                <a:lnTo>
                  <a:pt x="28116" y="106128"/>
                </a:lnTo>
                <a:lnTo>
                  <a:pt x="28116" y="69341"/>
                </a:lnTo>
                <a:lnTo>
                  <a:pt x="36165" y="57188"/>
                </a:lnTo>
                <a:lnTo>
                  <a:pt x="36165" y="53064"/>
                </a:lnTo>
                <a:lnTo>
                  <a:pt x="36165" y="57188"/>
                </a:lnTo>
                <a:lnTo>
                  <a:pt x="44106" y="57188"/>
                </a:lnTo>
                <a:lnTo>
                  <a:pt x="44106" y="32663"/>
                </a:lnTo>
                <a:lnTo>
                  <a:pt x="52155" y="32663"/>
                </a:lnTo>
                <a:lnTo>
                  <a:pt x="44106" y="28539"/>
                </a:lnTo>
                <a:lnTo>
                  <a:pt x="44106" y="20401"/>
                </a:lnTo>
                <a:lnTo>
                  <a:pt x="40136" y="0"/>
                </a:lnTo>
                <a:lnTo>
                  <a:pt x="40136" y="8138"/>
                </a:lnTo>
                <a:lnTo>
                  <a:pt x="40136" y="0"/>
                </a:lnTo>
                <a:lnTo>
                  <a:pt x="33482" y="0"/>
                </a:lnTo>
                <a:lnTo>
                  <a:pt x="28116" y="5425"/>
                </a:lnTo>
                <a:lnTo>
                  <a:pt x="28116" y="20401"/>
                </a:lnTo>
                <a:lnTo>
                  <a:pt x="32087" y="32663"/>
                </a:lnTo>
                <a:lnTo>
                  <a:pt x="36165" y="44925"/>
                </a:lnTo>
                <a:lnTo>
                  <a:pt x="24145" y="57188"/>
                </a:lnTo>
                <a:lnTo>
                  <a:pt x="16097" y="81604"/>
                </a:lnTo>
                <a:lnTo>
                  <a:pt x="20068" y="93866"/>
                </a:lnTo>
                <a:lnTo>
                  <a:pt x="20068" y="102113"/>
                </a:lnTo>
                <a:lnTo>
                  <a:pt x="20068" y="93866"/>
                </a:lnTo>
                <a:lnTo>
                  <a:pt x="16097" y="81604"/>
                </a:lnTo>
                <a:lnTo>
                  <a:pt x="4077" y="85727"/>
                </a:lnTo>
                <a:lnTo>
                  <a:pt x="16097" y="81604"/>
                </a:lnTo>
                <a:lnTo>
                  <a:pt x="4077" y="57188"/>
                </a:lnTo>
                <a:lnTo>
                  <a:pt x="4077" y="93866"/>
                </a:lnTo>
                <a:lnTo>
                  <a:pt x="8048" y="106128"/>
                </a:lnTo>
                <a:lnTo>
                  <a:pt x="12019" y="118391"/>
                </a:lnTo>
                <a:lnTo>
                  <a:pt x="12019" y="126529"/>
                </a:lnTo>
                <a:lnTo>
                  <a:pt x="12019" y="118391"/>
                </a:lnTo>
                <a:lnTo>
                  <a:pt x="8048" y="106128"/>
                </a:lnTo>
                <a:lnTo>
                  <a:pt x="0" y="130653"/>
                </a:lnTo>
                <a:lnTo>
                  <a:pt x="20068" y="130653"/>
                </a:lnTo>
                <a:lnTo>
                  <a:pt x="20068" y="106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088117" y="3095947"/>
            <a:ext cx="32087" cy="171455"/>
          </a:xfrm>
          <a:custGeom>
            <a:avLst/>
            <a:gdLst/>
            <a:ahLst/>
            <a:cxnLst/>
            <a:rect l="l" t="t" r="r" b="b"/>
            <a:pathLst>
              <a:path w="32087" h="171455">
                <a:moveTo>
                  <a:pt x="8048" y="102005"/>
                </a:moveTo>
                <a:lnTo>
                  <a:pt x="8048" y="114267"/>
                </a:lnTo>
                <a:lnTo>
                  <a:pt x="0" y="114267"/>
                </a:lnTo>
                <a:lnTo>
                  <a:pt x="0" y="166029"/>
                </a:lnTo>
                <a:lnTo>
                  <a:pt x="5365" y="171455"/>
                </a:lnTo>
                <a:lnTo>
                  <a:pt x="12019" y="171455"/>
                </a:lnTo>
                <a:lnTo>
                  <a:pt x="8048" y="126529"/>
                </a:lnTo>
                <a:lnTo>
                  <a:pt x="12019" y="138792"/>
                </a:lnTo>
                <a:lnTo>
                  <a:pt x="18672" y="171455"/>
                </a:lnTo>
                <a:lnTo>
                  <a:pt x="24038" y="166029"/>
                </a:lnTo>
                <a:lnTo>
                  <a:pt x="24038" y="138792"/>
                </a:lnTo>
                <a:lnTo>
                  <a:pt x="32087" y="138792"/>
                </a:lnTo>
                <a:lnTo>
                  <a:pt x="32087" y="0"/>
                </a:lnTo>
                <a:lnTo>
                  <a:pt x="24038" y="0"/>
                </a:lnTo>
                <a:lnTo>
                  <a:pt x="24038" y="20401"/>
                </a:lnTo>
                <a:lnTo>
                  <a:pt x="27580" y="27997"/>
                </a:lnTo>
                <a:lnTo>
                  <a:pt x="24038" y="36678"/>
                </a:lnTo>
                <a:lnTo>
                  <a:pt x="28116" y="65326"/>
                </a:lnTo>
                <a:lnTo>
                  <a:pt x="20068" y="89742"/>
                </a:lnTo>
                <a:lnTo>
                  <a:pt x="24038" y="126529"/>
                </a:lnTo>
                <a:lnTo>
                  <a:pt x="24038" y="134668"/>
                </a:lnTo>
                <a:lnTo>
                  <a:pt x="24038" y="126529"/>
                </a:lnTo>
                <a:lnTo>
                  <a:pt x="20068" y="114267"/>
                </a:lnTo>
                <a:lnTo>
                  <a:pt x="8048" y="118391"/>
                </a:lnTo>
                <a:lnTo>
                  <a:pt x="20068" y="114267"/>
                </a:lnTo>
                <a:lnTo>
                  <a:pt x="8048" y="85727"/>
                </a:lnTo>
                <a:lnTo>
                  <a:pt x="8048" y="1020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3096166" y="3222477"/>
            <a:ext cx="10624" cy="44925"/>
          </a:xfrm>
          <a:custGeom>
            <a:avLst/>
            <a:gdLst/>
            <a:ahLst/>
            <a:cxnLst/>
            <a:rect l="l" t="t" r="r" b="b"/>
            <a:pathLst>
              <a:path w="10624" h="44925">
                <a:moveTo>
                  <a:pt x="3970" y="12262"/>
                </a:moveTo>
                <a:lnTo>
                  <a:pt x="0" y="0"/>
                </a:lnTo>
                <a:lnTo>
                  <a:pt x="3970" y="44925"/>
                </a:lnTo>
                <a:lnTo>
                  <a:pt x="10624" y="44925"/>
                </a:lnTo>
                <a:lnTo>
                  <a:pt x="397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3120205" y="3030511"/>
            <a:ext cx="16097" cy="155178"/>
          </a:xfrm>
          <a:custGeom>
            <a:avLst/>
            <a:gdLst/>
            <a:ahLst/>
            <a:cxnLst/>
            <a:rect l="l" t="t" r="r" b="b"/>
            <a:pathLst>
              <a:path w="16097" h="155178">
                <a:moveTo>
                  <a:pt x="8048" y="115352"/>
                </a:moveTo>
                <a:lnTo>
                  <a:pt x="16097" y="107214"/>
                </a:lnTo>
                <a:lnTo>
                  <a:pt x="16097" y="89851"/>
                </a:lnTo>
                <a:lnTo>
                  <a:pt x="4077" y="89851"/>
                </a:lnTo>
                <a:lnTo>
                  <a:pt x="12019" y="65435"/>
                </a:lnTo>
                <a:lnTo>
                  <a:pt x="16097" y="77589"/>
                </a:lnTo>
                <a:lnTo>
                  <a:pt x="16097" y="0"/>
                </a:lnTo>
                <a:lnTo>
                  <a:pt x="11590" y="28105"/>
                </a:lnTo>
                <a:lnTo>
                  <a:pt x="8048" y="36786"/>
                </a:lnTo>
                <a:lnTo>
                  <a:pt x="0" y="39933"/>
                </a:lnTo>
                <a:lnTo>
                  <a:pt x="0" y="151163"/>
                </a:lnTo>
                <a:lnTo>
                  <a:pt x="0" y="143024"/>
                </a:lnTo>
                <a:lnTo>
                  <a:pt x="0" y="155178"/>
                </a:lnTo>
                <a:lnTo>
                  <a:pt x="8048" y="155178"/>
                </a:lnTo>
                <a:lnTo>
                  <a:pt x="0" y="77589"/>
                </a:lnTo>
                <a:lnTo>
                  <a:pt x="0" y="69450"/>
                </a:lnTo>
                <a:lnTo>
                  <a:pt x="0" y="77589"/>
                </a:lnTo>
                <a:lnTo>
                  <a:pt x="4507" y="118933"/>
                </a:lnTo>
                <a:lnTo>
                  <a:pt x="8048" y="110360"/>
                </a:lnTo>
                <a:lnTo>
                  <a:pt x="8048" y="1153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3096166" y="3116348"/>
            <a:ext cx="20068" cy="106128"/>
          </a:xfrm>
          <a:custGeom>
            <a:avLst/>
            <a:gdLst/>
            <a:ahLst/>
            <a:cxnLst/>
            <a:rect l="l" t="t" r="r" b="b"/>
            <a:pathLst>
              <a:path w="20068" h="106128">
                <a:moveTo>
                  <a:pt x="15990" y="0"/>
                </a:moveTo>
                <a:lnTo>
                  <a:pt x="15989" y="11244"/>
                </a:lnTo>
                <a:lnTo>
                  <a:pt x="8048" y="19424"/>
                </a:lnTo>
                <a:lnTo>
                  <a:pt x="8048" y="44925"/>
                </a:lnTo>
                <a:lnTo>
                  <a:pt x="0" y="44925"/>
                </a:lnTo>
                <a:lnTo>
                  <a:pt x="0" y="65326"/>
                </a:lnTo>
                <a:lnTo>
                  <a:pt x="12019" y="93866"/>
                </a:lnTo>
                <a:lnTo>
                  <a:pt x="8048" y="57188"/>
                </a:lnTo>
                <a:lnTo>
                  <a:pt x="8048" y="48940"/>
                </a:lnTo>
                <a:lnTo>
                  <a:pt x="8048" y="57188"/>
                </a:lnTo>
                <a:lnTo>
                  <a:pt x="12019" y="93866"/>
                </a:lnTo>
                <a:lnTo>
                  <a:pt x="15990" y="106128"/>
                </a:lnTo>
                <a:lnTo>
                  <a:pt x="12019" y="69341"/>
                </a:lnTo>
                <a:lnTo>
                  <a:pt x="20068" y="44925"/>
                </a:lnTo>
                <a:lnTo>
                  <a:pt x="15990" y="16277"/>
                </a:lnTo>
                <a:lnTo>
                  <a:pt x="19531" y="7596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3120205" y="3108101"/>
            <a:ext cx="8048" cy="77589"/>
          </a:xfrm>
          <a:custGeom>
            <a:avLst/>
            <a:gdLst/>
            <a:ahLst/>
            <a:cxnLst/>
            <a:rect l="l" t="t" r="r" b="b"/>
            <a:pathLst>
              <a:path w="8048" h="77589">
                <a:moveTo>
                  <a:pt x="8048" y="37763"/>
                </a:moveTo>
                <a:lnTo>
                  <a:pt x="8048" y="32771"/>
                </a:lnTo>
                <a:lnTo>
                  <a:pt x="4507" y="41344"/>
                </a:lnTo>
                <a:lnTo>
                  <a:pt x="0" y="0"/>
                </a:lnTo>
                <a:lnTo>
                  <a:pt x="8048" y="77589"/>
                </a:lnTo>
                <a:lnTo>
                  <a:pt x="8048" y="37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120205" y="3030511"/>
            <a:ext cx="16097" cy="39933"/>
          </a:xfrm>
          <a:custGeom>
            <a:avLst/>
            <a:gdLst/>
            <a:ahLst/>
            <a:cxnLst/>
            <a:rect l="l" t="t" r="r" b="b"/>
            <a:pathLst>
              <a:path w="16097" h="39933">
                <a:moveTo>
                  <a:pt x="11590" y="28105"/>
                </a:moveTo>
                <a:lnTo>
                  <a:pt x="16097" y="0"/>
                </a:lnTo>
                <a:lnTo>
                  <a:pt x="8048" y="0"/>
                </a:lnTo>
                <a:lnTo>
                  <a:pt x="8048" y="31719"/>
                </a:lnTo>
                <a:lnTo>
                  <a:pt x="0" y="39933"/>
                </a:lnTo>
                <a:lnTo>
                  <a:pt x="8048" y="36786"/>
                </a:lnTo>
                <a:lnTo>
                  <a:pt x="11590" y="281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3136302" y="3042774"/>
            <a:ext cx="7941" cy="77589"/>
          </a:xfrm>
          <a:custGeom>
            <a:avLst/>
            <a:gdLst/>
            <a:ahLst/>
            <a:cxnLst/>
            <a:rect l="l" t="t" r="r" b="b"/>
            <a:pathLst>
              <a:path w="7941" h="77589">
                <a:moveTo>
                  <a:pt x="7941" y="37839"/>
                </a:moveTo>
                <a:lnTo>
                  <a:pt x="7941" y="32663"/>
                </a:lnTo>
                <a:lnTo>
                  <a:pt x="4507" y="41344"/>
                </a:lnTo>
                <a:lnTo>
                  <a:pt x="0" y="0"/>
                </a:lnTo>
                <a:lnTo>
                  <a:pt x="7941" y="77589"/>
                </a:lnTo>
                <a:lnTo>
                  <a:pt x="7941" y="378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140273" y="2932521"/>
            <a:ext cx="20068" cy="122514"/>
          </a:xfrm>
          <a:custGeom>
            <a:avLst/>
            <a:gdLst/>
            <a:ahLst/>
            <a:cxnLst/>
            <a:rect l="l" t="t" r="r" b="b"/>
            <a:pathLst>
              <a:path w="20068" h="122514">
                <a:moveTo>
                  <a:pt x="8048" y="97990"/>
                </a:moveTo>
                <a:lnTo>
                  <a:pt x="0" y="122514"/>
                </a:lnTo>
                <a:lnTo>
                  <a:pt x="20068" y="122514"/>
                </a:lnTo>
                <a:lnTo>
                  <a:pt x="20068" y="0"/>
                </a:lnTo>
                <a:lnTo>
                  <a:pt x="12019" y="0"/>
                </a:lnTo>
                <a:lnTo>
                  <a:pt x="12019" y="20401"/>
                </a:lnTo>
                <a:lnTo>
                  <a:pt x="15560" y="28105"/>
                </a:lnTo>
                <a:lnTo>
                  <a:pt x="12019" y="36786"/>
                </a:lnTo>
                <a:lnTo>
                  <a:pt x="16097" y="65326"/>
                </a:lnTo>
                <a:lnTo>
                  <a:pt x="8048" y="89851"/>
                </a:lnTo>
                <a:lnTo>
                  <a:pt x="12019" y="110252"/>
                </a:lnTo>
                <a:lnTo>
                  <a:pt x="12019" y="118499"/>
                </a:lnTo>
                <a:lnTo>
                  <a:pt x="12019" y="110252"/>
                </a:lnTo>
                <a:lnTo>
                  <a:pt x="8048" y="9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3192428" y="2752818"/>
            <a:ext cx="136398" cy="97990"/>
          </a:xfrm>
          <a:custGeom>
            <a:avLst/>
            <a:gdLst/>
            <a:ahLst/>
            <a:cxnLst/>
            <a:rect l="l" t="t" r="r" b="b"/>
            <a:pathLst>
              <a:path w="136398" h="97990">
                <a:moveTo>
                  <a:pt x="100197" y="32663"/>
                </a:moveTo>
                <a:lnTo>
                  <a:pt x="96262" y="32663"/>
                </a:lnTo>
                <a:lnTo>
                  <a:pt x="104310" y="40910"/>
                </a:lnTo>
                <a:lnTo>
                  <a:pt x="104310" y="36859"/>
                </a:lnTo>
                <a:lnTo>
                  <a:pt x="100197" y="32663"/>
                </a:lnTo>
                <a:close/>
              </a:path>
              <a:path w="136398" h="97990">
                <a:moveTo>
                  <a:pt x="32087" y="61311"/>
                </a:moveTo>
                <a:lnTo>
                  <a:pt x="40136" y="73573"/>
                </a:lnTo>
                <a:lnTo>
                  <a:pt x="40136" y="57188"/>
                </a:lnTo>
                <a:lnTo>
                  <a:pt x="28116" y="57188"/>
                </a:lnTo>
                <a:lnTo>
                  <a:pt x="20068" y="73573"/>
                </a:lnTo>
                <a:lnTo>
                  <a:pt x="32087" y="61311"/>
                </a:lnTo>
                <a:close/>
              </a:path>
              <a:path w="136398" h="97990">
                <a:moveTo>
                  <a:pt x="32087" y="24524"/>
                </a:moveTo>
                <a:lnTo>
                  <a:pt x="24038" y="24524"/>
                </a:lnTo>
                <a:lnTo>
                  <a:pt x="24038" y="44925"/>
                </a:lnTo>
                <a:lnTo>
                  <a:pt x="28116" y="49049"/>
                </a:lnTo>
                <a:lnTo>
                  <a:pt x="32087" y="36714"/>
                </a:lnTo>
                <a:lnTo>
                  <a:pt x="32087" y="24524"/>
                </a:lnTo>
                <a:close/>
              </a:path>
              <a:path w="136398" h="97990">
                <a:moveTo>
                  <a:pt x="24038" y="77589"/>
                </a:moveTo>
                <a:lnTo>
                  <a:pt x="24038" y="82689"/>
                </a:lnTo>
                <a:lnTo>
                  <a:pt x="32087" y="74550"/>
                </a:lnTo>
                <a:lnTo>
                  <a:pt x="32087" y="73573"/>
                </a:lnTo>
                <a:lnTo>
                  <a:pt x="24038" y="77589"/>
                </a:lnTo>
                <a:close/>
              </a:path>
              <a:path w="136398" h="97990">
                <a:moveTo>
                  <a:pt x="12019" y="97990"/>
                </a:moveTo>
                <a:lnTo>
                  <a:pt x="8048" y="69450"/>
                </a:lnTo>
                <a:lnTo>
                  <a:pt x="5365" y="97990"/>
                </a:lnTo>
                <a:lnTo>
                  <a:pt x="12019" y="97990"/>
                </a:lnTo>
                <a:close/>
              </a:path>
              <a:path w="136398" h="97990">
                <a:moveTo>
                  <a:pt x="124271" y="65326"/>
                </a:moveTo>
                <a:lnTo>
                  <a:pt x="128349" y="53064"/>
                </a:lnTo>
                <a:lnTo>
                  <a:pt x="128349" y="40910"/>
                </a:lnTo>
                <a:lnTo>
                  <a:pt x="116330" y="40910"/>
                </a:lnTo>
                <a:lnTo>
                  <a:pt x="116330" y="49049"/>
                </a:lnTo>
                <a:lnTo>
                  <a:pt x="108281" y="40910"/>
                </a:lnTo>
                <a:lnTo>
                  <a:pt x="104310" y="36786"/>
                </a:lnTo>
                <a:lnTo>
                  <a:pt x="104310" y="44925"/>
                </a:lnTo>
                <a:lnTo>
                  <a:pt x="104310" y="40910"/>
                </a:lnTo>
                <a:lnTo>
                  <a:pt x="96262" y="32663"/>
                </a:lnTo>
                <a:lnTo>
                  <a:pt x="88213" y="24524"/>
                </a:lnTo>
                <a:lnTo>
                  <a:pt x="84242" y="24524"/>
                </a:lnTo>
                <a:lnTo>
                  <a:pt x="88213" y="32663"/>
                </a:lnTo>
                <a:lnTo>
                  <a:pt x="88213" y="40910"/>
                </a:lnTo>
                <a:lnTo>
                  <a:pt x="96262" y="40910"/>
                </a:lnTo>
                <a:lnTo>
                  <a:pt x="96262" y="49049"/>
                </a:lnTo>
                <a:lnTo>
                  <a:pt x="104310" y="49049"/>
                </a:lnTo>
                <a:lnTo>
                  <a:pt x="104310" y="65326"/>
                </a:lnTo>
                <a:lnTo>
                  <a:pt x="124271" y="65326"/>
                </a:lnTo>
                <a:close/>
              </a:path>
              <a:path w="136398" h="97990">
                <a:moveTo>
                  <a:pt x="72223" y="32663"/>
                </a:moveTo>
                <a:lnTo>
                  <a:pt x="56126" y="28648"/>
                </a:lnTo>
                <a:lnTo>
                  <a:pt x="56126" y="32663"/>
                </a:lnTo>
                <a:lnTo>
                  <a:pt x="72223" y="32663"/>
                </a:lnTo>
                <a:close/>
              </a:path>
              <a:path w="136398" h="97990">
                <a:moveTo>
                  <a:pt x="52155" y="8247"/>
                </a:moveTo>
                <a:lnTo>
                  <a:pt x="48077" y="0"/>
                </a:lnTo>
                <a:lnTo>
                  <a:pt x="48077" y="8247"/>
                </a:lnTo>
                <a:lnTo>
                  <a:pt x="52155" y="8247"/>
                </a:lnTo>
                <a:close/>
              </a:path>
              <a:path w="136398" h="97990">
                <a:moveTo>
                  <a:pt x="24038" y="32663"/>
                </a:moveTo>
                <a:lnTo>
                  <a:pt x="15990" y="32663"/>
                </a:lnTo>
                <a:lnTo>
                  <a:pt x="15990" y="53064"/>
                </a:lnTo>
                <a:lnTo>
                  <a:pt x="15990" y="49049"/>
                </a:lnTo>
                <a:lnTo>
                  <a:pt x="11590" y="60769"/>
                </a:lnTo>
                <a:lnTo>
                  <a:pt x="8048" y="64383"/>
                </a:lnTo>
                <a:lnTo>
                  <a:pt x="0" y="72597"/>
                </a:lnTo>
                <a:lnTo>
                  <a:pt x="0" y="92564"/>
                </a:lnTo>
                <a:lnTo>
                  <a:pt x="5365" y="97990"/>
                </a:lnTo>
                <a:lnTo>
                  <a:pt x="8048" y="69450"/>
                </a:lnTo>
                <a:lnTo>
                  <a:pt x="12019" y="97990"/>
                </a:lnTo>
                <a:lnTo>
                  <a:pt x="15990" y="61311"/>
                </a:lnTo>
                <a:lnTo>
                  <a:pt x="28116" y="49049"/>
                </a:lnTo>
                <a:lnTo>
                  <a:pt x="24038" y="44925"/>
                </a:lnTo>
                <a:lnTo>
                  <a:pt x="24038" y="32663"/>
                </a:lnTo>
                <a:close/>
              </a:path>
              <a:path w="136398" h="97990">
                <a:moveTo>
                  <a:pt x="8048" y="49049"/>
                </a:moveTo>
                <a:lnTo>
                  <a:pt x="8048" y="64383"/>
                </a:lnTo>
                <a:lnTo>
                  <a:pt x="11590" y="60769"/>
                </a:lnTo>
                <a:lnTo>
                  <a:pt x="15990" y="49049"/>
                </a:lnTo>
                <a:lnTo>
                  <a:pt x="8048" y="49049"/>
                </a:lnTo>
                <a:close/>
              </a:path>
              <a:path w="136398" h="97990">
                <a:moveTo>
                  <a:pt x="40136" y="73573"/>
                </a:moveTo>
                <a:lnTo>
                  <a:pt x="32087" y="61311"/>
                </a:lnTo>
                <a:lnTo>
                  <a:pt x="20068" y="73573"/>
                </a:lnTo>
                <a:lnTo>
                  <a:pt x="20497" y="86270"/>
                </a:lnTo>
                <a:lnTo>
                  <a:pt x="24038" y="92564"/>
                </a:lnTo>
                <a:lnTo>
                  <a:pt x="24038" y="77589"/>
                </a:lnTo>
                <a:lnTo>
                  <a:pt x="32087" y="73573"/>
                </a:lnTo>
                <a:lnTo>
                  <a:pt x="40136" y="73573"/>
                </a:lnTo>
                <a:close/>
              </a:path>
              <a:path w="136398" h="97990">
                <a:moveTo>
                  <a:pt x="40136" y="44925"/>
                </a:moveTo>
                <a:lnTo>
                  <a:pt x="36094" y="49049"/>
                </a:lnTo>
                <a:lnTo>
                  <a:pt x="40136" y="57188"/>
                </a:lnTo>
                <a:lnTo>
                  <a:pt x="48077" y="57188"/>
                </a:lnTo>
                <a:lnTo>
                  <a:pt x="48077" y="36786"/>
                </a:lnTo>
                <a:lnTo>
                  <a:pt x="36058" y="49049"/>
                </a:lnTo>
                <a:lnTo>
                  <a:pt x="32087" y="36786"/>
                </a:lnTo>
                <a:lnTo>
                  <a:pt x="44106" y="24524"/>
                </a:lnTo>
                <a:lnTo>
                  <a:pt x="48077" y="8247"/>
                </a:lnTo>
                <a:lnTo>
                  <a:pt x="32087" y="8247"/>
                </a:lnTo>
                <a:lnTo>
                  <a:pt x="32087" y="36714"/>
                </a:lnTo>
                <a:lnTo>
                  <a:pt x="36058" y="32663"/>
                </a:lnTo>
                <a:lnTo>
                  <a:pt x="32087" y="28648"/>
                </a:lnTo>
                <a:lnTo>
                  <a:pt x="36058" y="32663"/>
                </a:lnTo>
                <a:lnTo>
                  <a:pt x="32087" y="36714"/>
                </a:lnTo>
                <a:lnTo>
                  <a:pt x="28116" y="49049"/>
                </a:lnTo>
                <a:lnTo>
                  <a:pt x="36094" y="49049"/>
                </a:lnTo>
                <a:lnTo>
                  <a:pt x="40136" y="44925"/>
                </a:lnTo>
                <a:lnTo>
                  <a:pt x="40136" y="53064"/>
                </a:lnTo>
                <a:lnTo>
                  <a:pt x="40136" y="44925"/>
                </a:lnTo>
                <a:close/>
              </a:path>
              <a:path w="136398" h="97990">
                <a:moveTo>
                  <a:pt x="40136" y="57188"/>
                </a:moveTo>
                <a:lnTo>
                  <a:pt x="36094" y="49049"/>
                </a:lnTo>
                <a:lnTo>
                  <a:pt x="28116" y="49049"/>
                </a:lnTo>
                <a:lnTo>
                  <a:pt x="15990" y="61311"/>
                </a:lnTo>
                <a:lnTo>
                  <a:pt x="12019" y="97990"/>
                </a:lnTo>
                <a:lnTo>
                  <a:pt x="18672" y="97990"/>
                </a:lnTo>
                <a:lnTo>
                  <a:pt x="24038" y="92564"/>
                </a:lnTo>
                <a:lnTo>
                  <a:pt x="20497" y="86270"/>
                </a:lnTo>
                <a:lnTo>
                  <a:pt x="20068" y="73573"/>
                </a:lnTo>
                <a:lnTo>
                  <a:pt x="28116" y="57188"/>
                </a:lnTo>
                <a:lnTo>
                  <a:pt x="40136" y="57188"/>
                </a:lnTo>
                <a:close/>
              </a:path>
              <a:path w="136398" h="97990">
                <a:moveTo>
                  <a:pt x="48077" y="49049"/>
                </a:moveTo>
                <a:lnTo>
                  <a:pt x="56126" y="49049"/>
                </a:lnTo>
                <a:lnTo>
                  <a:pt x="52155" y="32663"/>
                </a:lnTo>
                <a:lnTo>
                  <a:pt x="56126" y="20401"/>
                </a:lnTo>
                <a:lnTo>
                  <a:pt x="48077" y="20401"/>
                </a:lnTo>
                <a:lnTo>
                  <a:pt x="60204" y="8247"/>
                </a:lnTo>
                <a:lnTo>
                  <a:pt x="60204" y="24524"/>
                </a:lnTo>
                <a:lnTo>
                  <a:pt x="68145" y="24524"/>
                </a:lnTo>
                <a:lnTo>
                  <a:pt x="72223" y="12262"/>
                </a:lnTo>
                <a:lnTo>
                  <a:pt x="76194" y="0"/>
                </a:lnTo>
                <a:lnTo>
                  <a:pt x="48077" y="0"/>
                </a:lnTo>
                <a:lnTo>
                  <a:pt x="52155" y="8247"/>
                </a:lnTo>
                <a:lnTo>
                  <a:pt x="48077" y="8247"/>
                </a:lnTo>
                <a:lnTo>
                  <a:pt x="44106" y="24524"/>
                </a:lnTo>
                <a:lnTo>
                  <a:pt x="44106" y="32663"/>
                </a:lnTo>
                <a:lnTo>
                  <a:pt x="48077" y="36786"/>
                </a:lnTo>
                <a:lnTo>
                  <a:pt x="48077" y="49049"/>
                </a:lnTo>
                <a:close/>
              </a:path>
              <a:path w="136398" h="97990">
                <a:moveTo>
                  <a:pt x="36058" y="49049"/>
                </a:moveTo>
                <a:lnTo>
                  <a:pt x="48077" y="36786"/>
                </a:lnTo>
                <a:lnTo>
                  <a:pt x="44106" y="32663"/>
                </a:lnTo>
                <a:lnTo>
                  <a:pt x="44106" y="24524"/>
                </a:lnTo>
                <a:lnTo>
                  <a:pt x="32087" y="36786"/>
                </a:lnTo>
                <a:lnTo>
                  <a:pt x="36058" y="49049"/>
                </a:lnTo>
                <a:close/>
              </a:path>
              <a:path w="136398" h="97990">
                <a:moveTo>
                  <a:pt x="128349" y="24524"/>
                </a:moveTo>
                <a:lnTo>
                  <a:pt x="120300" y="24524"/>
                </a:lnTo>
                <a:lnTo>
                  <a:pt x="120300" y="36786"/>
                </a:lnTo>
                <a:lnTo>
                  <a:pt x="112252" y="28575"/>
                </a:lnTo>
                <a:lnTo>
                  <a:pt x="100232" y="16385"/>
                </a:lnTo>
                <a:lnTo>
                  <a:pt x="100232" y="32663"/>
                </a:lnTo>
                <a:lnTo>
                  <a:pt x="96262" y="28648"/>
                </a:lnTo>
                <a:lnTo>
                  <a:pt x="92255" y="24524"/>
                </a:lnTo>
                <a:lnTo>
                  <a:pt x="88213" y="20401"/>
                </a:lnTo>
                <a:lnTo>
                  <a:pt x="80164" y="12262"/>
                </a:lnTo>
                <a:lnTo>
                  <a:pt x="76194" y="0"/>
                </a:lnTo>
                <a:lnTo>
                  <a:pt x="72223" y="12262"/>
                </a:lnTo>
                <a:lnTo>
                  <a:pt x="68145" y="24524"/>
                </a:lnTo>
                <a:lnTo>
                  <a:pt x="60204" y="24524"/>
                </a:lnTo>
                <a:lnTo>
                  <a:pt x="60204" y="8247"/>
                </a:lnTo>
                <a:lnTo>
                  <a:pt x="48077" y="20401"/>
                </a:lnTo>
                <a:lnTo>
                  <a:pt x="56126" y="20401"/>
                </a:lnTo>
                <a:lnTo>
                  <a:pt x="52155" y="32663"/>
                </a:lnTo>
                <a:lnTo>
                  <a:pt x="56126" y="49049"/>
                </a:lnTo>
                <a:lnTo>
                  <a:pt x="56126" y="28648"/>
                </a:lnTo>
                <a:lnTo>
                  <a:pt x="72223" y="32663"/>
                </a:lnTo>
                <a:lnTo>
                  <a:pt x="72223" y="24524"/>
                </a:lnTo>
                <a:lnTo>
                  <a:pt x="80164" y="24524"/>
                </a:lnTo>
                <a:lnTo>
                  <a:pt x="80164" y="32663"/>
                </a:lnTo>
                <a:lnTo>
                  <a:pt x="88213" y="32663"/>
                </a:lnTo>
                <a:lnTo>
                  <a:pt x="84242" y="24524"/>
                </a:lnTo>
                <a:lnTo>
                  <a:pt x="88213" y="24524"/>
                </a:lnTo>
                <a:lnTo>
                  <a:pt x="96262" y="32663"/>
                </a:lnTo>
                <a:lnTo>
                  <a:pt x="100197" y="32663"/>
                </a:lnTo>
                <a:lnTo>
                  <a:pt x="104310" y="36859"/>
                </a:lnTo>
                <a:lnTo>
                  <a:pt x="108281" y="40910"/>
                </a:lnTo>
                <a:lnTo>
                  <a:pt x="116330" y="49049"/>
                </a:lnTo>
                <a:lnTo>
                  <a:pt x="116330" y="40910"/>
                </a:lnTo>
                <a:lnTo>
                  <a:pt x="128349" y="40910"/>
                </a:lnTo>
                <a:lnTo>
                  <a:pt x="128349" y="24524"/>
                </a:lnTo>
                <a:close/>
              </a:path>
              <a:path w="136398" h="97990">
                <a:moveTo>
                  <a:pt x="112252" y="8247"/>
                </a:moveTo>
                <a:lnTo>
                  <a:pt x="104310" y="8247"/>
                </a:lnTo>
                <a:lnTo>
                  <a:pt x="104310" y="20401"/>
                </a:lnTo>
                <a:lnTo>
                  <a:pt x="100340" y="16385"/>
                </a:lnTo>
                <a:lnTo>
                  <a:pt x="92291" y="8247"/>
                </a:lnTo>
                <a:lnTo>
                  <a:pt x="92291" y="24524"/>
                </a:lnTo>
                <a:lnTo>
                  <a:pt x="88213" y="20401"/>
                </a:lnTo>
                <a:lnTo>
                  <a:pt x="92255" y="24524"/>
                </a:lnTo>
                <a:lnTo>
                  <a:pt x="96262" y="28648"/>
                </a:lnTo>
                <a:lnTo>
                  <a:pt x="100232" y="32663"/>
                </a:lnTo>
                <a:lnTo>
                  <a:pt x="100232" y="16385"/>
                </a:lnTo>
                <a:lnTo>
                  <a:pt x="112252" y="28648"/>
                </a:lnTo>
                <a:lnTo>
                  <a:pt x="108281" y="24524"/>
                </a:lnTo>
                <a:lnTo>
                  <a:pt x="112252" y="16385"/>
                </a:lnTo>
                <a:lnTo>
                  <a:pt x="112252" y="8247"/>
                </a:lnTo>
                <a:close/>
              </a:path>
              <a:path w="136398" h="97990">
                <a:moveTo>
                  <a:pt x="104310" y="20401"/>
                </a:moveTo>
                <a:lnTo>
                  <a:pt x="104310" y="0"/>
                </a:lnTo>
                <a:lnTo>
                  <a:pt x="76194" y="0"/>
                </a:lnTo>
                <a:lnTo>
                  <a:pt x="80164" y="12262"/>
                </a:lnTo>
                <a:lnTo>
                  <a:pt x="88213" y="20401"/>
                </a:lnTo>
                <a:lnTo>
                  <a:pt x="92291" y="24524"/>
                </a:lnTo>
                <a:lnTo>
                  <a:pt x="92291" y="8247"/>
                </a:lnTo>
                <a:lnTo>
                  <a:pt x="100340" y="16385"/>
                </a:lnTo>
                <a:lnTo>
                  <a:pt x="104310" y="20401"/>
                </a:lnTo>
                <a:close/>
              </a:path>
              <a:path w="136398" h="97990">
                <a:moveTo>
                  <a:pt x="112252" y="28648"/>
                </a:moveTo>
                <a:lnTo>
                  <a:pt x="112252" y="24524"/>
                </a:lnTo>
                <a:lnTo>
                  <a:pt x="120300" y="24524"/>
                </a:lnTo>
                <a:lnTo>
                  <a:pt x="120300" y="16385"/>
                </a:lnTo>
                <a:lnTo>
                  <a:pt x="112252" y="16385"/>
                </a:lnTo>
                <a:lnTo>
                  <a:pt x="108281" y="24524"/>
                </a:lnTo>
                <a:lnTo>
                  <a:pt x="112252" y="28648"/>
                </a:lnTo>
                <a:close/>
              </a:path>
              <a:path w="136398" h="97990">
                <a:moveTo>
                  <a:pt x="112252" y="24524"/>
                </a:moveTo>
                <a:lnTo>
                  <a:pt x="112252" y="28575"/>
                </a:lnTo>
                <a:lnTo>
                  <a:pt x="120300" y="36786"/>
                </a:lnTo>
                <a:lnTo>
                  <a:pt x="120300" y="24524"/>
                </a:lnTo>
                <a:lnTo>
                  <a:pt x="112252" y="24524"/>
                </a:lnTo>
                <a:close/>
              </a:path>
              <a:path w="136398" h="97990">
                <a:moveTo>
                  <a:pt x="136398" y="53064"/>
                </a:moveTo>
                <a:lnTo>
                  <a:pt x="136398" y="46336"/>
                </a:lnTo>
                <a:lnTo>
                  <a:pt x="130924" y="40910"/>
                </a:lnTo>
                <a:lnTo>
                  <a:pt x="128349" y="40910"/>
                </a:lnTo>
                <a:lnTo>
                  <a:pt x="128349" y="53064"/>
                </a:lnTo>
                <a:lnTo>
                  <a:pt x="124271" y="65326"/>
                </a:lnTo>
                <a:lnTo>
                  <a:pt x="130924" y="65326"/>
                </a:lnTo>
                <a:lnTo>
                  <a:pt x="128349" y="44925"/>
                </a:lnTo>
                <a:lnTo>
                  <a:pt x="130924" y="65326"/>
                </a:lnTo>
                <a:lnTo>
                  <a:pt x="136398" y="59900"/>
                </a:lnTo>
                <a:lnTo>
                  <a:pt x="136398" y="530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3397401" y="3034093"/>
            <a:ext cx="35628" cy="159844"/>
          </a:xfrm>
          <a:custGeom>
            <a:avLst/>
            <a:gdLst/>
            <a:ahLst/>
            <a:cxnLst/>
            <a:rect l="l" t="t" r="r" b="b"/>
            <a:pathLst>
              <a:path w="35628" h="159844">
                <a:moveTo>
                  <a:pt x="0" y="0"/>
                </a:moveTo>
                <a:lnTo>
                  <a:pt x="3541" y="8681"/>
                </a:lnTo>
                <a:lnTo>
                  <a:pt x="7082" y="99075"/>
                </a:lnTo>
                <a:lnTo>
                  <a:pt x="11590" y="135319"/>
                </a:lnTo>
                <a:lnTo>
                  <a:pt x="11590" y="131196"/>
                </a:lnTo>
                <a:lnTo>
                  <a:pt x="23609" y="135319"/>
                </a:lnTo>
                <a:lnTo>
                  <a:pt x="27687" y="123057"/>
                </a:lnTo>
                <a:lnTo>
                  <a:pt x="27687" y="114918"/>
                </a:lnTo>
                <a:lnTo>
                  <a:pt x="27687" y="123057"/>
                </a:lnTo>
                <a:lnTo>
                  <a:pt x="23609" y="135319"/>
                </a:lnTo>
                <a:lnTo>
                  <a:pt x="30262" y="159844"/>
                </a:lnTo>
                <a:lnTo>
                  <a:pt x="35628" y="154310"/>
                </a:lnTo>
                <a:lnTo>
                  <a:pt x="35628" y="110795"/>
                </a:lnTo>
                <a:lnTo>
                  <a:pt x="15560" y="110795"/>
                </a:lnTo>
                <a:lnTo>
                  <a:pt x="11590" y="123057"/>
                </a:lnTo>
                <a:lnTo>
                  <a:pt x="11590" y="41344"/>
                </a:lnTo>
                <a:lnTo>
                  <a:pt x="8048" y="32771"/>
                </a:lnTo>
                <a:lnTo>
                  <a:pt x="11590" y="36352"/>
                </a:lnTo>
                <a:lnTo>
                  <a:pt x="11590" y="11828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3405449" y="3066864"/>
            <a:ext cx="19638" cy="90285"/>
          </a:xfrm>
          <a:custGeom>
            <a:avLst/>
            <a:gdLst/>
            <a:ahLst/>
            <a:cxnLst/>
            <a:rect l="l" t="t" r="r" b="b"/>
            <a:pathLst>
              <a:path w="19638" h="90285">
                <a:moveTo>
                  <a:pt x="0" y="0"/>
                </a:moveTo>
                <a:lnTo>
                  <a:pt x="3541" y="8572"/>
                </a:lnTo>
                <a:lnTo>
                  <a:pt x="3541" y="90285"/>
                </a:lnTo>
                <a:lnTo>
                  <a:pt x="7512" y="78023"/>
                </a:lnTo>
                <a:lnTo>
                  <a:pt x="19638" y="78023"/>
                </a:lnTo>
                <a:lnTo>
                  <a:pt x="19638" y="52521"/>
                </a:lnTo>
                <a:lnTo>
                  <a:pt x="11590" y="44383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40802"/>
                </a:lnTo>
                <a:lnTo>
                  <a:pt x="11590" y="49483"/>
                </a:lnTo>
                <a:lnTo>
                  <a:pt x="8048" y="40802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3408991" y="3165289"/>
            <a:ext cx="18672" cy="28648"/>
          </a:xfrm>
          <a:custGeom>
            <a:avLst/>
            <a:gdLst/>
            <a:ahLst/>
            <a:cxnLst/>
            <a:rect l="l" t="t" r="r" b="b"/>
            <a:pathLst>
              <a:path w="18672" h="28648">
                <a:moveTo>
                  <a:pt x="12019" y="4123"/>
                </a:moveTo>
                <a:lnTo>
                  <a:pt x="0" y="0"/>
                </a:lnTo>
                <a:lnTo>
                  <a:pt x="0" y="23113"/>
                </a:lnTo>
                <a:lnTo>
                  <a:pt x="5365" y="28648"/>
                </a:lnTo>
                <a:lnTo>
                  <a:pt x="18672" y="28648"/>
                </a:lnTo>
                <a:lnTo>
                  <a:pt x="12019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3384952" y="3056013"/>
            <a:ext cx="8048" cy="32739"/>
          </a:xfrm>
          <a:custGeom>
            <a:avLst/>
            <a:gdLst/>
            <a:ahLst/>
            <a:cxnLst/>
            <a:rect l="l" t="t" r="r" b="b"/>
            <a:pathLst>
              <a:path w="8048" h="32739">
                <a:moveTo>
                  <a:pt x="8048" y="32739"/>
                </a:moveTo>
                <a:lnTo>
                  <a:pt x="3541" y="3581"/>
                </a:lnTo>
                <a:lnTo>
                  <a:pt x="0" y="0"/>
                </a:lnTo>
                <a:lnTo>
                  <a:pt x="0" y="24524"/>
                </a:lnTo>
                <a:lnTo>
                  <a:pt x="8048" y="327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3304680" y="2793729"/>
            <a:ext cx="36165" cy="97990"/>
          </a:xfrm>
          <a:custGeom>
            <a:avLst/>
            <a:gdLst/>
            <a:ahLst/>
            <a:cxnLst/>
            <a:rect l="l" t="t" r="r" b="b"/>
            <a:pathLst>
              <a:path w="36165" h="97990">
                <a:moveTo>
                  <a:pt x="32087" y="97990"/>
                </a:moveTo>
                <a:lnTo>
                  <a:pt x="32087" y="85727"/>
                </a:lnTo>
                <a:lnTo>
                  <a:pt x="36165" y="73465"/>
                </a:lnTo>
                <a:lnTo>
                  <a:pt x="28116" y="57079"/>
                </a:lnTo>
                <a:lnTo>
                  <a:pt x="24145" y="61203"/>
                </a:lnTo>
                <a:lnTo>
                  <a:pt x="24145" y="69341"/>
                </a:lnTo>
                <a:lnTo>
                  <a:pt x="24145" y="61203"/>
                </a:lnTo>
                <a:lnTo>
                  <a:pt x="28116" y="57079"/>
                </a:lnTo>
                <a:lnTo>
                  <a:pt x="28116" y="48940"/>
                </a:lnTo>
                <a:lnTo>
                  <a:pt x="20068" y="32663"/>
                </a:lnTo>
                <a:lnTo>
                  <a:pt x="24145" y="20401"/>
                </a:lnTo>
                <a:lnTo>
                  <a:pt x="20604" y="11719"/>
                </a:lnTo>
                <a:lnTo>
                  <a:pt x="18672" y="0"/>
                </a:lnTo>
                <a:lnTo>
                  <a:pt x="16097" y="44925"/>
                </a:lnTo>
                <a:lnTo>
                  <a:pt x="12019" y="0"/>
                </a:lnTo>
                <a:lnTo>
                  <a:pt x="8048" y="28539"/>
                </a:lnTo>
                <a:lnTo>
                  <a:pt x="5473" y="0"/>
                </a:lnTo>
                <a:lnTo>
                  <a:pt x="0" y="5425"/>
                </a:lnTo>
                <a:lnTo>
                  <a:pt x="0" y="25501"/>
                </a:lnTo>
                <a:lnTo>
                  <a:pt x="8048" y="33640"/>
                </a:lnTo>
                <a:lnTo>
                  <a:pt x="11590" y="37221"/>
                </a:lnTo>
                <a:lnTo>
                  <a:pt x="16097" y="57079"/>
                </a:lnTo>
                <a:lnTo>
                  <a:pt x="16097" y="53064"/>
                </a:lnTo>
                <a:lnTo>
                  <a:pt x="16097" y="73465"/>
                </a:lnTo>
                <a:lnTo>
                  <a:pt x="24145" y="73465"/>
                </a:lnTo>
                <a:lnTo>
                  <a:pt x="24145" y="97990"/>
                </a:lnTo>
                <a:lnTo>
                  <a:pt x="32087" y="9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3352865" y="2916244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3970" y="0"/>
                </a:moveTo>
                <a:lnTo>
                  <a:pt x="0" y="12262"/>
                </a:lnTo>
                <a:lnTo>
                  <a:pt x="12019" y="24416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3360913" y="2940660"/>
            <a:ext cx="3970" cy="29082"/>
          </a:xfrm>
          <a:custGeom>
            <a:avLst/>
            <a:gdLst/>
            <a:ahLst/>
            <a:cxnLst/>
            <a:rect l="l" t="t" r="r" b="b"/>
            <a:pathLst>
              <a:path w="3970" h="29082">
                <a:moveTo>
                  <a:pt x="3970" y="0"/>
                </a:moveTo>
                <a:lnTo>
                  <a:pt x="0" y="20509"/>
                </a:lnTo>
                <a:lnTo>
                  <a:pt x="3434" y="29082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3316699" y="2793729"/>
            <a:ext cx="6653" cy="44925"/>
          </a:xfrm>
          <a:custGeom>
            <a:avLst/>
            <a:gdLst/>
            <a:ahLst/>
            <a:cxnLst/>
            <a:rect l="l" t="t" r="r" b="b"/>
            <a:pathLst>
              <a:path w="6653" h="44925">
                <a:moveTo>
                  <a:pt x="0" y="0"/>
                </a:moveTo>
                <a:lnTo>
                  <a:pt x="4077" y="44925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3310153" y="2793729"/>
            <a:ext cx="6546" cy="28539"/>
          </a:xfrm>
          <a:custGeom>
            <a:avLst/>
            <a:gdLst/>
            <a:ahLst/>
            <a:cxnLst/>
            <a:rect l="l" t="t" r="r" b="b"/>
            <a:pathLst>
              <a:path w="6546" h="28539">
                <a:moveTo>
                  <a:pt x="0" y="0"/>
                </a:moveTo>
                <a:lnTo>
                  <a:pt x="2575" y="28539"/>
                </a:lnTo>
                <a:lnTo>
                  <a:pt x="654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3323353" y="2793729"/>
            <a:ext cx="29511" cy="73465"/>
          </a:xfrm>
          <a:custGeom>
            <a:avLst/>
            <a:gdLst/>
            <a:ahLst/>
            <a:cxnLst/>
            <a:rect l="l" t="t" r="r" b="b"/>
            <a:pathLst>
              <a:path w="29511" h="73465">
                <a:moveTo>
                  <a:pt x="29511" y="48940"/>
                </a:moveTo>
                <a:lnTo>
                  <a:pt x="21463" y="48940"/>
                </a:lnTo>
                <a:lnTo>
                  <a:pt x="21463" y="53064"/>
                </a:lnTo>
                <a:lnTo>
                  <a:pt x="21463" y="48940"/>
                </a:lnTo>
                <a:lnTo>
                  <a:pt x="13414" y="44925"/>
                </a:lnTo>
                <a:lnTo>
                  <a:pt x="13414" y="23439"/>
                </a:lnTo>
                <a:lnTo>
                  <a:pt x="5473" y="15334"/>
                </a:lnTo>
                <a:lnTo>
                  <a:pt x="5473" y="5425"/>
                </a:lnTo>
                <a:lnTo>
                  <a:pt x="0" y="0"/>
                </a:lnTo>
                <a:lnTo>
                  <a:pt x="1931" y="11719"/>
                </a:lnTo>
                <a:lnTo>
                  <a:pt x="5473" y="20401"/>
                </a:lnTo>
                <a:lnTo>
                  <a:pt x="1395" y="32663"/>
                </a:lnTo>
                <a:lnTo>
                  <a:pt x="9443" y="48940"/>
                </a:lnTo>
                <a:lnTo>
                  <a:pt x="21463" y="61203"/>
                </a:lnTo>
                <a:lnTo>
                  <a:pt x="29511" y="73465"/>
                </a:lnTo>
                <a:lnTo>
                  <a:pt x="29511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3336767" y="2826392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8048" y="0"/>
                </a:moveTo>
                <a:lnTo>
                  <a:pt x="0" y="0"/>
                </a:lnTo>
                <a:lnTo>
                  <a:pt x="0" y="4015"/>
                </a:lnTo>
                <a:lnTo>
                  <a:pt x="0" y="0"/>
                </a:lnTo>
                <a:lnTo>
                  <a:pt x="0" y="12262"/>
                </a:lnTo>
                <a:lnTo>
                  <a:pt x="8048" y="16277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3332797" y="2842670"/>
            <a:ext cx="36058" cy="155178"/>
          </a:xfrm>
          <a:custGeom>
            <a:avLst/>
            <a:gdLst/>
            <a:ahLst/>
            <a:cxnLst/>
            <a:rect l="l" t="t" r="r" b="b"/>
            <a:pathLst>
              <a:path w="36058" h="155178">
                <a:moveTo>
                  <a:pt x="36058" y="69450"/>
                </a:moveTo>
                <a:lnTo>
                  <a:pt x="36058" y="56211"/>
                </a:lnTo>
                <a:lnTo>
                  <a:pt x="28116" y="48106"/>
                </a:lnTo>
                <a:lnTo>
                  <a:pt x="24575" y="44491"/>
                </a:lnTo>
                <a:lnTo>
                  <a:pt x="24038" y="73573"/>
                </a:lnTo>
                <a:lnTo>
                  <a:pt x="32087" y="97990"/>
                </a:lnTo>
                <a:lnTo>
                  <a:pt x="31550" y="127072"/>
                </a:lnTo>
                <a:lnTo>
                  <a:pt x="28116" y="118499"/>
                </a:lnTo>
                <a:lnTo>
                  <a:pt x="32087" y="97990"/>
                </a:lnTo>
                <a:lnTo>
                  <a:pt x="20068" y="85836"/>
                </a:lnTo>
                <a:lnTo>
                  <a:pt x="24038" y="73573"/>
                </a:lnTo>
                <a:lnTo>
                  <a:pt x="20068" y="24524"/>
                </a:ln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lnTo>
                  <a:pt x="8048" y="24524"/>
                </a:lnTo>
                <a:lnTo>
                  <a:pt x="3970" y="36786"/>
                </a:lnTo>
                <a:lnTo>
                  <a:pt x="3970" y="49049"/>
                </a:lnTo>
                <a:lnTo>
                  <a:pt x="12019" y="61311"/>
                </a:lnTo>
                <a:lnTo>
                  <a:pt x="12019" y="97990"/>
                </a:lnTo>
                <a:lnTo>
                  <a:pt x="20068" y="97990"/>
                </a:lnTo>
                <a:lnTo>
                  <a:pt x="15560" y="69992"/>
                </a:lnTo>
                <a:lnTo>
                  <a:pt x="15990" y="49049"/>
                </a:lnTo>
                <a:lnTo>
                  <a:pt x="3970" y="44925"/>
                </a:lnTo>
                <a:lnTo>
                  <a:pt x="15990" y="49049"/>
                </a:lnTo>
                <a:lnTo>
                  <a:pt x="20068" y="36786"/>
                </a:lnTo>
                <a:lnTo>
                  <a:pt x="20068" y="28648"/>
                </a:lnTo>
                <a:lnTo>
                  <a:pt x="20068" y="115352"/>
                </a:lnTo>
                <a:lnTo>
                  <a:pt x="28116" y="123567"/>
                </a:lnTo>
                <a:lnTo>
                  <a:pt x="28116" y="155178"/>
                </a:lnTo>
                <a:lnTo>
                  <a:pt x="36058" y="155178"/>
                </a:lnTo>
                <a:lnTo>
                  <a:pt x="36058" y="73573"/>
                </a:lnTo>
                <a:lnTo>
                  <a:pt x="28116" y="53064"/>
                </a:lnTo>
                <a:lnTo>
                  <a:pt x="36058" y="73573"/>
                </a:lnTo>
                <a:lnTo>
                  <a:pt x="36058" y="694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3312729" y="2827369"/>
            <a:ext cx="8048" cy="23439"/>
          </a:xfrm>
          <a:custGeom>
            <a:avLst/>
            <a:gdLst/>
            <a:ahLst/>
            <a:cxnLst/>
            <a:rect l="l" t="t" r="r" b="b"/>
            <a:pathLst>
              <a:path w="8048" h="23439">
                <a:moveTo>
                  <a:pt x="8048" y="23439"/>
                </a:moveTo>
                <a:lnTo>
                  <a:pt x="3541" y="3580"/>
                </a:lnTo>
                <a:lnTo>
                  <a:pt x="0" y="0"/>
                </a:lnTo>
                <a:lnTo>
                  <a:pt x="0" y="23439"/>
                </a:lnTo>
                <a:lnTo>
                  <a:pt x="8048" y="234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3336767" y="2891719"/>
            <a:ext cx="8048" cy="17329"/>
          </a:xfrm>
          <a:custGeom>
            <a:avLst/>
            <a:gdLst/>
            <a:ahLst/>
            <a:cxnLst/>
            <a:rect l="l" t="t" r="r" b="b"/>
            <a:pathLst>
              <a:path w="8048" h="17329">
                <a:moveTo>
                  <a:pt x="0" y="0"/>
                </a:moveTo>
                <a:lnTo>
                  <a:pt x="0" y="9115"/>
                </a:lnTo>
                <a:lnTo>
                  <a:pt x="8048" y="17329"/>
                </a:lnTo>
                <a:lnTo>
                  <a:pt x="8048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3352865" y="2867195"/>
            <a:ext cx="8048" cy="49049"/>
          </a:xfrm>
          <a:custGeom>
            <a:avLst/>
            <a:gdLst/>
            <a:ahLst/>
            <a:cxnLst/>
            <a:rect l="l" t="t" r="r" b="b"/>
            <a:pathLst>
              <a:path w="8048" h="49049">
                <a:moveTo>
                  <a:pt x="8048" y="0"/>
                </a:moveTo>
                <a:lnTo>
                  <a:pt x="0" y="0"/>
                </a:lnTo>
                <a:lnTo>
                  <a:pt x="3970" y="49049"/>
                </a:lnTo>
                <a:lnTo>
                  <a:pt x="4507" y="19966"/>
                </a:lnTo>
                <a:lnTo>
                  <a:pt x="8048" y="23581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3368855" y="2916244"/>
            <a:ext cx="24145" cy="134777"/>
          </a:xfrm>
          <a:custGeom>
            <a:avLst/>
            <a:gdLst/>
            <a:ahLst/>
            <a:cxnLst/>
            <a:rect l="l" t="t" r="r" b="b"/>
            <a:pathLst>
              <a:path w="24145" h="134777">
                <a:moveTo>
                  <a:pt x="24145" y="85727"/>
                </a:moveTo>
                <a:lnTo>
                  <a:pt x="24145" y="57188"/>
                </a:lnTo>
                <a:lnTo>
                  <a:pt x="16097" y="57188"/>
                </a:lnTo>
                <a:lnTo>
                  <a:pt x="16097" y="69341"/>
                </a:lnTo>
                <a:lnTo>
                  <a:pt x="12019" y="81604"/>
                </a:lnTo>
                <a:lnTo>
                  <a:pt x="8048" y="102005"/>
                </a:lnTo>
                <a:lnTo>
                  <a:pt x="8048" y="110252"/>
                </a:lnTo>
                <a:lnTo>
                  <a:pt x="8048" y="102005"/>
                </a:lnTo>
                <a:lnTo>
                  <a:pt x="12019" y="81604"/>
                </a:lnTo>
                <a:lnTo>
                  <a:pt x="0" y="69341"/>
                </a:lnTo>
                <a:lnTo>
                  <a:pt x="4077" y="57188"/>
                </a:lnTo>
                <a:lnTo>
                  <a:pt x="4507" y="27997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114267"/>
                </a:lnTo>
                <a:lnTo>
                  <a:pt x="8048" y="114267"/>
                </a:lnTo>
                <a:lnTo>
                  <a:pt x="16097" y="134777"/>
                </a:lnTo>
                <a:lnTo>
                  <a:pt x="20068" y="114267"/>
                </a:lnTo>
                <a:lnTo>
                  <a:pt x="12019" y="89851"/>
                </a:lnTo>
                <a:lnTo>
                  <a:pt x="24145" y="89851"/>
                </a:lnTo>
                <a:lnTo>
                  <a:pt x="16097" y="61203"/>
                </a:lnTo>
                <a:lnTo>
                  <a:pt x="24145" y="89851"/>
                </a:lnTo>
                <a:lnTo>
                  <a:pt x="24145" y="857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3368855" y="2916244"/>
            <a:ext cx="16097" cy="81604"/>
          </a:xfrm>
          <a:custGeom>
            <a:avLst/>
            <a:gdLst/>
            <a:ahLst/>
            <a:cxnLst/>
            <a:rect l="l" t="t" r="r" b="b"/>
            <a:pathLst>
              <a:path w="16097" h="81604">
                <a:moveTo>
                  <a:pt x="16097" y="53064"/>
                </a:moveTo>
                <a:lnTo>
                  <a:pt x="16097" y="39825"/>
                </a:lnTo>
                <a:lnTo>
                  <a:pt x="8048" y="31611"/>
                </a:lnTo>
                <a:lnTo>
                  <a:pt x="8048" y="0"/>
                </a:lnTo>
                <a:lnTo>
                  <a:pt x="0" y="0"/>
                </a:lnTo>
                <a:lnTo>
                  <a:pt x="4507" y="27997"/>
                </a:lnTo>
                <a:lnTo>
                  <a:pt x="4077" y="57188"/>
                </a:lnTo>
                <a:lnTo>
                  <a:pt x="0" y="69341"/>
                </a:lnTo>
                <a:lnTo>
                  <a:pt x="12019" y="81604"/>
                </a:lnTo>
                <a:lnTo>
                  <a:pt x="16097" y="69341"/>
                </a:lnTo>
                <a:lnTo>
                  <a:pt x="16097" y="57188"/>
                </a:lnTo>
                <a:lnTo>
                  <a:pt x="8048" y="36678"/>
                </a:lnTo>
                <a:lnTo>
                  <a:pt x="16097" y="57188"/>
                </a:lnTo>
                <a:lnTo>
                  <a:pt x="16097" y="530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3348358" y="2879457"/>
            <a:ext cx="4507" cy="61203"/>
          </a:xfrm>
          <a:custGeom>
            <a:avLst/>
            <a:gdLst/>
            <a:ahLst/>
            <a:cxnLst/>
            <a:rect l="l" t="t" r="r" b="b"/>
            <a:pathLst>
              <a:path w="4507" h="61203">
                <a:moveTo>
                  <a:pt x="4507" y="61203"/>
                </a:moveTo>
                <a:lnTo>
                  <a:pt x="4507" y="0"/>
                </a:lnTo>
                <a:lnTo>
                  <a:pt x="429" y="12262"/>
                </a:lnTo>
                <a:lnTo>
                  <a:pt x="0" y="33205"/>
                </a:lnTo>
                <a:lnTo>
                  <a:pt x="4507" y="612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3376903" y="3006095"/>
            <a:ext cx="24038" cy="123424"/>
          </a:xfrm>
          <a:custGeom>
            <a:avLst/>
            <a:gdLst/>
            <a:ahLst/>
            <a:cxnLst/>
            <a:rect l="l" t="t" r="r" b="b"/>
            <a:pathLst>
              <a:path w="24038" h="123424">
                <a:moveTo>
                  <a:pt x="0" y="24416"/>
                </a:moveTo>
                <a:lnTo>
                  <a:pt x="0" y="41778"/>
                </a:lnTo>
                <a:lnTo>
                  <a:pt x="8048" y="49917"/>
                </a:lnTo>
                <a:lnTo>
                  <a:pt x="11590" y="53498"/>
                </a:lnTo>
                <a:lnTo>
                  <a:pt x="16097" y="82656"/>
                </a:lnTo>
                <a:lnTo>
                  <a:pt x="16097" y="77589"/>
                </a:lnTo>
                <a:lnTo>
                  <a:pt x="16097" y="115244"/>
                </a:lnTo>
                <a:lnTo>
                  <a:pt x="24038" y="123424"/>
                </a:lnTo>
                <a:lnTo>
                  <a:pt x="19531" y="86161"/>
                </a:lnTo>
                <a:lnTo>
                  <a:pt x="16097" y="4015"/>
                </a:lnTo>
                <a:lnTo>
                  <a:pt x="16097" y="12153"/>
                </a:lnTo>
                <a:lnTo>
                  <a:pt x="16097" y="0"/>
                </a:lnTo>
                <a:lnTo>
                  <a:pt x="3970" y="0"/>
                </a:lnTo>
                <a:lnTo>
                  <a:pt x="12019" y="24416"/>
                </a:lnTo>
                <a:lnTo>
                  <a:pt x="8048" y="44925"/>
                </a:lnTo>
                <a:lnTo>
                  <a:pt x="0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3393001" y="3006095"/>
            <a:ext cx="15990" cy="163316"/>
          </a:xfrm>
          <a:custGeom>
            <a:avLst/>
            <a:gdLst/>
            <a:ahLst/>
            <a:cxnLst/>
            <a:rect l="l" t="t" r="r" b="b"/>
            <a:pathLst>
              <a:path w="15990" h="163316">
                <a:moveTo>
                  <a:pt x="0" y="12153"/>
                </a:moveTo>
                <a:lnTo>
                  <a:pt x="0" y="4015"/>
                </a:lnTo>
                <a:lnTo>
                  <a:pt x="3434" y="86161"/>
                </a:lnTo>
                <a:lnTo>
                  <a:pt x="7941" y="123424"/>
                </a:lnTo>
                <a:lnTo>
                  <a:pt x="7941" y="118391"/>
                </a:lnTo>
                <a:lnTo>
                  <a:pt x="7941" y="163316"/>
                </a:lnTo>
                <a:lnTo>
                  <a:pt x="15990" y="163316"/>
                </a:lnTo>
                <a:lnTo>
                  <a:pt x="11482" y="127072"/>
                </a:lnTo>
                <a:lnTo>
                  <a:pt x="7941" y="36678"/>
                </a:lnTo>
                <a:lnTo>
                  <a:pt x="4399" y="27997"/>
                </a:lnTo>
                <a:lnTo>
                  <a:pt x="7941" y="31611"/>
                </a:lnTo>
                <a:lnTo>
                  <a:pt x="7941" y="0"/>
                </a:lnTo>
                <a:lnTo>
                  <a:pt x="0" y="0"/>
                </a:lnTo>
                <a:lnTo>
                  <a:pt x="0" y="12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3457176" y="3389917"/>
            <a:ext cx="7941" cy="33606"/>
          </a:xfrm>
          <a:custGeom>
            <a:avLst/>
            <a:gdLst/>
            <a:ahLst/>
            <a:cxnLst/>
            <a:rect l="l" t="t" r="r" b="b"/>
            <a:pathLst>
              <a:path w="7941" h="33606">
                <a:moveTo>
                  <a:pt x="7941" y="33606"/>
                </a:moveTo>
                <a:lnTo>
                  <a:pt x="7941" y="28648"/>
                </a:lnTo>
                <a:lnTo>
                  <a:pt x="0" y="0"/>
                </a:lnTo>
                <a:lnTo>
                  <a:pt x="0" y="25501"/>
                </a:lnTo>
                <a:lnTo>
                  <a:pt x="7941" y="336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3461146" y="3344992"/>
            <a:ext cx="12019" cy="32663"/>
          </a:xfrm>
          <a:custGeom>
            <a:avLst/>
            <a:gdLst/>
            <a:ahLst/>
            <a:cxnLst/>
            <a:rect l="l" t="t" r="r" b="b"/>
            <a:pathLst>
              <a:path w="12019" h="32663">
                <a:moveTo>
                  <a:pt x="12019" y="20401"/>
                </a:moveTo>
                <a:lnTo>
                  <a:pt x="3970" y="0"/>
                </a:lnTo>
                <a:lnTo>
                  <a:pt x="0" y="12262"/>
                </a:lnTo>
                <a:lnTo>
                  <a:pt x="0" y="20401"/>
                </a:lnTo>
                <a:lnTo>
                  <a:pt x="12019" y="32663"/>
                </a:lnTo>
                <a:lnTo>
                  <a:pt x="12019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3481214" y="3463491"/>
            <a:ext cx="32087" cy="73465"/>
          </a:xfrm>
          <a:custGeom>
            <a:avLst/>
            <a:gdLst/>
            <a:ahLst/>
            <a:cxnLst/>
            <a:rect l="l" t="t" r="r" b="b"/>
            <a:pathLst>
              <a:path w="32087" h="73465">
                <a:moveTo>
                  <a:pt x="12019" y="32663"/>
                </a:moveTo>
                <a:lnTo>
                  <a:pt x="24038" y="44925"/>
                </a:lnTo>
                <a:lnTo>
                  <a:pt x="24038" y="36678"/>
                </a:lnTo>
                <a:lnTo>
                  <a:pt x="24038" y="44925"/>
                </a:lnTo>
                <a:lnTo>
                  <a:pt x="12019" y="32663"/>
                </a:lnTo>
                <a:lnTo>
                  <a:pt x="12019" y="24416"/>
                </a:lnTo>
                <a:lnTo>
                  <a:pt x="0" y="20401"/>
                </a:lnTo>
                <a:lnTo>
                  <a:pt x="12019" y="24416"/>
                </a:lnTo>
                <a:lnTo>
                  <a:pt x="15990" y="12262"/>
                </a:lnTo>
                <a:lnTo>
                  <a:pt x="15990" y="4015"/>
                </a:lnTo>
                <a:lnTo>
                  <a:pt x="15990" y="12262"/>
                </a:lnTo>
                <a:lnTo>
                  <a:pt x="12019" y="24416"/>
                </a:lnTo>
                <a:lnTo>
                  <a:pt x="24038" y="32663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416"/>
                </a:lnTo>
                <a:lnTo>
                  <a:pt x="7941" y="44925"/>
                </a:lnTo>
                <a:lnTo>
                  <a:pt x="20068" y="57188"/>
                </a:lnTo>
                <a:lnTo>
                  <a:pt x="32087" y="73465"/>
                </a:lnTo>
                <a:lnTo>
                  <a:pt x="32087" y="32663"/>
                </a:lnTo>
                <a:lnTo>
                  <a:pt x="12019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3477136" y="3430828"/>
            <a:ext cx="20068" cy="32663"/>
          </a:xfrm>
          <a:custGeom>
            <a:avLst/>
            <a:gdLst/>
            <a:ahLst/>
            <a:cxnLst/>
            <a:rect l="l" t="t" r="r" b="b"/>
            <a:pathLst>
              <a:path w="20068" h="32663">
                <a:moveTo>
                  <a:pt x="0" y="0"/>
                </a:moveTo>
                <a:lnTo>
                  <a:pt x="12019" y="12153"/>
                </a:lnTo>
                <a:lnTo>
                  <a:pt x="12019" y="4015"/>
                </a:lnTo>
                <a:lnTo>
                  <a:pt x="12019" y="12153"/>
                </a:lnTo>
                <a:lnTo>
                  <a:pt x="0" y="0"/>
                </a:lnTo>
                <a:lnTo>
                  <a:pt x="8048" y="24416"/>
                </a:lnTo>
                <a:lnTo>
                  <a:pt x="20068" y="32663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3441078" y="3308313"/>
            <a:ext cx="56126" cy="179594"/>
          </a:xfrm>
          <a:custGeom>
            <a:avLst/>
            <a:gdLst/>
            <a:ahLst/>
            <a:cxnLst/>
            <a:rect l="l" t="t" r="r" b="b"/>
            <a:pathLst>
              <a:path w="56126" h="179594">
                <a:moveTo>
                  <a:pt x="32087" y="159193"/>
                </a:moveTo>
                <a:lnTo>
                  <a:pt x="32087" y="179594"/>
                </a:lnTo>
                <a:lnTo>
                  <a:pt x="40136" y="179594"/>
                </a:lnTo>
                <a:lnTo>
                  <a:pt x="40136" y="167440"/>
                </a:lnTo>
                <a:lnTo>
                  <a:pt x="44106" y="155178"/>
                </a:lnTo>
                <a:lnTo>
                  <a:pt x="56126" y="155178"/>
                </a:lnTo>
                <a:lnTo>
                  <a:pt x="44106" y="146930"/>
                </a:lnTo>
                <a:lnTo>
                  <a:pt x="36058" y="122514"/>
                </a:lnTo>
                <a:lnTo>
                  <a:pt x="32087" y="61203"/>
                </a:lnTo>
                <a:lnTo>
                  <a:pt x="36058" y="122514"/>
                </a:lnTo>
                <a:lnTo>
                  <a:pt x="48077" y="122514"/>
                </a:lnTo>
                <a:lnTo>
                  <a:pt x="48077" y="105152"/>
                </a:lnTo>
                <a:lnTo>
                  <a:pt x="40135" y="97047"/>
                </a:lnTo>
                <a:lnTo>
                  <a:pt x="40136" y="57079"/>
                </a:lnTo>
                <a:lnTo>
                  <a:pt x="32087" y="57079"/>
                </a:lnTo>
                <a:lnTo>
                  <a:pt x="36594" y="93432"/>
                </a:lnTo>
                <a:lnTo>
                  <a:pt x="40136" y="102005"/>
                </a:lnTo>
                <a:lnTo>
                  <a:pt x="36594" y="93432"/>
                </a:lnTo>
                <a:lnTo>
                  <a:pt x="32087" y="57079"/>
                </a:lnTo>
                <a:lnTo>
                  <a:pt x="32087" y="142915"/>
                </a:lnTo>
                <a:lnTo>
                  <a:pt x="32087" y="69341"/>
                </a:lnTo>
                <a:lnTo>
                  <a:pt x="20068" y="57079"/>
                </a:lnTo>
                <a:lnTo>
                  <a:pt x="20068" y="48940"/>
                </a:lnTo>
                <a:lnTo>
                  <a:pt x="8048" y="44925"/>
                </a:lnTo>
                <a:lnTo>
                  <a:pt x="20068" y="48940"/>
                </a:lnTo>
                <a:lnTo>
                  <a:pt x="24038" y="36678"/>
                </a:lnTo>
                <a:lnTo>
                  <a:pt x="24038" y="28539"/>
                </a:lnTo>
                <a:lnTo>
                  <a:pt x="24038" y="36678"/>
                </a:lnTo>
                <a:lnTo>
                  <a:pt x="32087" y="57079"/>
                </a:lnTo>
                <a:lnTo>
                  <a:pt x="32087" y="24416"/>
                </a:lnTo>
                <a:lnTo>
                  <a:pt x="24038" y="24416"/>
                </a:lnTo>
                <a:lnTo>
                  <a:pt x="12019" y="0"/>
                </a:lnTo>
                <a:lnTo>
                  <a:pt x="12019" y="24416"/>
                </a:lnTo>
                <a:lnTo>
                  <a:pt x="8048" y="36678"/>
                </a:lnTo>
                <a:lnTo>
                  <a:pt x="0" y="0"/>
                </a:lnTo>
                <a:lnTo>
                  <a:pt x="0" y="48940"/>
                </a:lnTo>
                <a:lnTo>
                  <a:pt x="8048" y="48940"/>
                </a:lnTo>
                <a:lnTo>
                  <a:pt x="8048" y="81604"/>
                </a:lnTo>
                <a:lnTo>
                  <a:pt x="16097" y="81604"/>
                </a:lnTo>
                <a:lnTo>
                  <a:pt x="16097" y="69341"/>
                </a:lnTo>
                <a:lnTo>
                  <a:pt x="28116" y="81604"/>
                </a:lnTo>
                <a:lnTo>
                  <a:pt x="27580" y="118825"/>
                </a:lnTo>
                <a:lnTo>
                  <a:pt x="32087" y="146930"/>
                </a:lnTo>
                <a:lnTo>
                  <a:pt x="32087" y="1591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3501282" y="3536957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12019" y="12262"/>
                </a:moveTo>
                <a:lnTo>
                  <a:pt x="12019" y="0"/>
                </a:lnTo>
                <a:lnTo>
                  <a:pt x="0" y="0"/>
                </a:lnTo>
                <a:lnTo>
                  <a:pt x="7941" y="245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3521243" y="3561481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0401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524"/>
                </a:lnTo>
                <a:lnTo>
                  <a:pt x="0" y="4015"/>
                </a:lnTo>
                <a:lnTo>
                  <a:pt x="8048" y="24524"/>
                </a:lnTo>
                <a:lnTo>
                  <a:pt x="8048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3509224" y="3536957"/>
            <a:ext cx="28116" cy="97990"/>
          </a:xfrm>
          <a:custGeom>
            <a:avLst/>
            <a:gdLst/>
            <a:ahLst/>
            <a:cxnLst/>
            <a:rect l="l" t="t" r="r" b="b"/>
            <a:pathLst>
              <a:path w="28116" h="97990">
                <a:moveTo>
                  <a:pt x="4077" y="77589"/>
                </a:moveTo>
                <a:lnTo>
                  <a:pt x="4077" y="97990"/>
                </a:lnTo>
                <a:lnTo>
                  <a:pt x="24145" y="97990"/>
                </a:lnTo>
                <a:lnTo>
                  <a:pt x="16097" y="73465"/>
                </a:lnTo>
                <a:lnTo>
                  <a:pt x="4077" y="69450"/>
                </a:lnTo>
                <a:lnTo>
                  <a:pt x="16097" y="73465"/>
                </a:lnTo>
                <a:lnTo>
                  <a:pt x="20068" y="61311"/>
                </a:lnTo>
                <a:lnTo>
                  <a:pt x="28116" y="73465"/>
                </a:lnTo>
                <a:lnTo>
                  <a:pt x="28116" y="49049"/>
                </a:lnTo>
                <a:lnTo>
                  <a:pt x="20068" y="49049"/>
                </a:lnTo>
                <a:lnTo>
                  <a:pt x="20068" y="53064"/>
                </a:lnTo>
                <a:lnTo>
                  <a:pt x="20068" y="49049"/>
                </a:lnTo>
                <a:lnTo>
                  <a:pt x="12019" y="36787"/>
                </a:lnTo>
                <a:lnTo>
                  <a:pt x="12019" y="24524"/>
                </a:lnTo>
                <a:lnTo>
                  <a:pt x="4077" y="4123"/>
                </a:lnTo>
                <a:lnTo>
                  <a:pt x="12019" y="24524"/>
                </a:lnTo>
                <a:lnTo>
                  <a:pt x="12019" y="0"/>
                </a:lnTo>
                <a:lnTo>
                  <a:pt x="4078" y="0"/>
                </a:lnTo>
                <a:lnTo>
                  <a:pt x="4077" y="12262"/>
                </a:lnTo>
                <a:lnTo>
                  <a:pt x="0" y="24524"/>
                </a:lnTo>
                <a:lnTo>
                  <a:pt x="8048" y="49049"/>
                </a:lnTo>
                <a:lnTo>
                  <a:pt x="4077" y="61311"/>
                </a:lnTo>
                <a:lnTo>
                  <a:pt x="4077" y="73465"/>
                </a:lnTo>
                <a:lnTo>
                  <a:pt x="12019" y="85727"/>
                </a:lnTo>
                <a:lnTo>
                  <a:pt x="12019" y="93975"/>
                </a:lnTo>
                <a:lnTo>
                  <a:pt x="12019" y="85727"/>
                </a:lnTo>
                <a:lnTo>
                  <a:pt x="4077" y="73465"/>
                </a:lnTo>
                <a:lnTo>
                  <a:pt x="4077" y="77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3481214" y="3487907"/>
            <a:ext cx="36058" cy="122514"/>
          </a:xfrm>
          <a:custGeom>
            <a:avLst/>
            <a:gdLst/>
            <a:ahLst/>
            <a:cxnLst/>
            <a:rect l="l" t="t" r="r" b="b"/>
            <a:pathLst>
              <a:path w="36058" h="122514">
                <a:moveTo>
                  <a:pt x="24038" y="98098"/>
                </a:moveTo>
                <a:lnTo>
                  <a:pt x="24038" y="122514"/>
                </a:lnTo>
                <a:lnTo>
                  <a:pt x="32087" y="122514"/>
                </a:lnTo>
                <a:lnTo>
                  <a:pt x="32087" y="110360"/>
                </a:lnTo>
                <a:lnTo>
                  <a:pt x="36058" y="98098"/>
                </a:lnTo>
                <a:lnTo>
                  <a:pt x="28009" y="73573"/>
                </a:lnTo>
                <a:lnTo>
                  <a:pt x="24038" y="85836"/>
                </a:lnTo>
                <a:lnTo>
                  <a:pt x="24038" y="93975"/>
                </a:lnTo>
                <a:lnTo>
                  <a:pt x="24038" y="85836"/>
                </a:lnTo>
                <a:lnTo>
                  <a:pt x="28009" y="73573"/>
                </a:lnTo>
                <a:lnTo>
                  <a:pt x="20068" y="49049"/>
                </a:lnTo>
                <a:lnTo>
                  <a:pt x="32087" y="49049"/>
                </a:lnTo>
                <a:lnTo>
                  <a:pt x="20068" y="32771"/>
                </a:lnTo>
                <a:lnTo>
                  <a:pt x="15990" y="61311"/>
                </a:lnTo>
                <a:lnTo>
                  <a:pt x="15990" y="69450"/>
                </a:lnTo>
                <a:lnTo>
                  <a:pt x="15990" y="61311"/>
                </a:lnTo>
                <a:lnTo>
                  <a:pt x="20068" y="32771"/>
                </a:lnTo>
                <a:lnTo>
                  <a:pt x="7941" y="20509"/>
                </a:lnTo>
                <a:lnTo>
                  <a:pt x="0" y="0"/>
                </a:lnTo>
                <a:lnTo>
                  <a:pt x="0" y="32771"/>
                </a:lnTo>
                <a:lnTo>
                  <a:pt x="7941" y="32771"/>
                </a:lnTo>
                <a:lnTo>
                  <a:pt x="7941" y="28648"/>
                </a:lnTo>
                <a:lnTo>
                  <a:pt x="7941" y="73573"/>
                </a:lnTo>
                <a:lnTo>
                  <a:pt x="15990" y="73573"/>
                </a:lnTo>
                <a:lnTo>
                  <a:pt x="15990" y="98098"/>
                </a:lnTo>
                <a:lnTo>
                  <a:pt x="24038" y="980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3441078" y="3296051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3521243" y="3598268"/>
            <a:ext cx="24145" cy="44925"/>
          </a:xfrm>
          <a:custGeom>
            <a:avLst/>
            <a:gdLst/>
            <a:ahLst/>
            <a:cxnLst/>
            <a:rect l="l" t="t" r="r" b="b"/>
            <a:pathLst>
              <a:path w="24145" h="44925">
                <a:moveTo>
                  <a:pt x="5473" y="44925"/>
                </a:moveTo>
                <a:lnTo>
                  <a:pt x="18780" y="44925"/>
                </a:lnTo>
                <a:lnTo>
                  <a:pt x="24145" y="39391"/>
                </a:lnTo>
                <a:lnTo>
                  <a:pt x="24145" y="12153"/>
                </a:lnTo>
                <a:lnTo>
                  <a:pt x="16097" y="12153"/>
                </a:lnTo>
                <a:lnTo>
                  <a:pt x="8048" y="0"/>
                </a:lnTo>
                <a:lnTo>
                  <a:pt x="4077" y="12153"/>
                </a:lnTo>
                <a:lnTo>
                  <a:pt x="16097" y="24416"/>
                </a:lnTo>
                <a:lnTo>
                  <a:pt x="16097" y="16277"/>
                </a:lnTo>
                <a:lnTo>
                  <a:pt x="16097" y="24416"/>
                </a:lnTo>
                <a:lnTo>
                  <a:pt x="4077" y="12153"/>
                </a:lnTo>
                <a:lnTo>
                  <a:pt x="12126" y="36678"/>
                </a:lnTo>
                <a:lnTo>
                  <a:pt x="0" y="36678"/>
                </a:lnTo>
                <a:lnTo>
                  <a:pt x="0" y="39391"/>
                </a:lnTo>
                <a:lnTo>
                  <a:pt x="5473" y="44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3493234" y="3487907"/>
            <a:ext cx="12019" cy="8247"/>
          </a:xfrm>
          <a:custGeom>
            <a:avLst/>
            <a:gdLst/>
            <a:ahLst/>
            <a:cxnLst/>
            <a:rect l="l" t="t" r="r" b="b"/>
            <a:pathLst>
              <a:path w="12019" h="8247">
                <a:moveTo>
                  <a:pt x="0" y="0"/>
                </a:moveTo>
                <a:lnTo>
                  <a:pt x="0" y="8247"/>
                </a:lnTo>
                <a:lnTo>
                  <a:pt x="12019" y="8247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3473166" y="3377655"/>
            <a:ext cx="0" cy="73573"/>
          </a:xfrm>
          <a:custGeom>
            <a:avLst/>
            <a:gdLst/>
            <a:ahLst/>
            <a:cxnLst/>
            <a:rect l="l" t="t" r="r" b="b"/>
            <a:pathLst>
              <a:path w="0" h="73573">
                <a:moveTo>
                  <a:pt x="0" y="0"/>
                </a:moveTo>
                <a:lnTo>
                  <a:pt x="0" y="7357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3441078" y="3217410"/>
            <a:ext cx="8048" cy="29049"/>
          </a:xfrm>
          <a:custGeom>
            <a:avLst/>
            <a:gdLst/>
            <a:ahLst/>
            <a:cxnLst/>
            <a:rect l="l" t="t" r="r" b="b"/>
            <a:pathLst>
              <a:path w="8048" h="29049">
                <a:moveTo>
                  <a:pt x="0" y="0"/>
                </a:moveTo>
                <a:lnTo>
                  <a:pt x="4507" y="29049"/>
                </a:lnTo>
                <a:lnTo>
                  <a:pt x="8048" y="82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3417040" y="3202076"/>
            <a:ext cx="8048" cy="33716"/>
          </a:xfrm>
          <a:custGeom>
            <a:avLst/>
            <a:gdLst/>
            <a:ahLst/>
            <a:cxnLst/>
            <a:rect l="l" t="t" r="r" b="b"/>
            <a:pathLst>
              <a:path w="8048" h="33716">
                <a:moveTo>
                  <a:pt x="8048" y="33716"/>
                </a:moveTo>
                <a:lnTo>
                  <a:pt x="8048" y="28539"/>
                </a:lnTo>
                <a:lnTo>
                  <a:pt x="0" y="0"/>
                </a:lnTo>
                <a:lnTo>
                  <a:pt x="0" y="25501"/>
                </a:lnTo>
                <a:lnTo>
                  <a:pt x="8048" y="337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3417040" y="3169412"/>
            <a:ext cx="15990" cy="20401"/>
          </a:xfrm>
          <a:custGeom>
            <a:avLst/>
            <a:gdLst/>
            <a:ahLst/>
            <a:cxnLst/>
            <a:rect l="l" t="t" r="r" b="b"/>
            <a:pathLst>
              <a:path w="15990" h="20401">
                <a:moveTo>
                  <a:pt x="0" y="20401"/>
                </a:moveTo>
                <a:lnTo>
                  <a:pt x="3970" y="8138"/>
                </a:lnTo>
                <a:lnTo>
                  <a:pt x="15990" y="8138"/>
                </a:lnTo>
                <a:lnTo>
                  <a:pt x="15990" y="5534"/>
                </a:lnTo>
                <a:lnTo>
                  <a:pt x="10624" y="0"/>
                </a:lnTo>
                <a:lnTo>
                  <a:pt x="397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3408991" y="3169412"/>
            <a:ext cx="48184" cy="138900"/>
          </a:xfrm>
          <a:custGeom>
            <a:avLst/>
            <a:gdLst/>
            <a:ahLst/>
            <a:cxnLst/>
            <a:rect l="l" t="t" r="r" b="b"/>
            <a:pathLst>
              <a:path w="48184" h="138900">
                <a:moveTo>
                  <a:pt x="0" y="12262"/>
                </a:moveTo>
                <a:lnTo>
                  <a:pt x="0" y="32663"/>
                </a:lnTo>
                <a:lnTo>
                  <a:pt x="8048" y="32663"/>
                </a:lnTo>
                <a:lnTo>
                  <a:pt x="16097" y="61203"/>
                </a:lnTo>
                <a:lnTo>
                  <a:pt x="16097" y="90828"/>
                </a:lnTo>
                <a:lnTo>
                  <a:pt x="24038" y="98933"/>
                </a:lnTo>
                <a:lnTo>
                  <a:pt x="19531" y="69884"/>
                </a:lnTo>
                <a:lnTo>
                  <a:pt x="20068" y="32663"/>
                </a:lnTo>
                <a:lnTo>
                  <a:pt x="8048" y="28539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138900"/>
                </a:lnTo>
                <a:lnTo>
                  <a:pt x="32087" y="138900"/>
                </a:lnTo>
                <a:lnTo>
                  <a:pt x="32087" y="53064"/>
                </a:lnTo>
                <a:lnTo>
                  <a:pt x="36058" y="114376"/>
                </a:lnTo>
                <a:lnTo>
                  <a:pt x="48184" y="114376"/>
                </a:lnTo>
                <a:lnTo>
                  <a:pt x="48184" y="88874"/>
                </a:lnTo>
                <a:lnTo>
                  <a:pt x="40135" y="80660"/>
                </a:lnTo>
                <a:lnTo>
                  <a:pt x="40136" y="56211"/>
                </a:lnTo>
                <a:lnTo>
                  <a:pt x="36594" y="77046"/>
                </a:lnTo>
                <a:lnTo>
                  <a:pt x="40136" y="85727"/>
                </a:lnTo>
                <a:lnTo>
                  <a:pt x="36594" y="77046"/>
                </a:lnTo>
                <a:lnTo>
                  <a:pt x="32087" y="47997"/>
                </a:lnTo>
                <a:lnTo>
                  <a:pt x="28545" y="44383"/>
                </a:lnTo>
                <a:lnTo>
                  <a:pt x="27580" y="102547"/>
                </a:lnTo>
                <a:lnTo>
                  <a:pt x="24038" y="93975"/>
                </a:lnTo>
                <a:lnTo>
                  <a:pt x="27580" y="102547"/>
                </a:lnTo>
                <a:lnTo>
                  <a:pt x="24038" y="8138"/>
                </a:lnTo>
                <a:lnTo>
                  <a:pt x="12019" y="8138"/>
                </a:lnTo>
                <a:lnTo>
                  <a:pt x="8048" y="20401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3433030" y="3177551"/>
            <a:ext cx="8048" cy="94409"/>
          </a:xfrm>
          <a:custGeom>
            <a:avLst/>
            <a:gdLst/>
            <a:ahLst/>
            <a:cxnLst/>
            <a:rect l="l" t="t" r="r" b="b"/>
            <a:pathLst>
              <a:path w="8048" h="94409">
                <a:moveTo>
                  <a:pt x="8048" y="0"/>
                </a:moveTo>
                <a:lnTo>
                  <a:pt x="0" y="0"/>
                </a:lnTo>
                <a:lnTo>
                  <a:pt x="3541" y="94409"/>
                </a:lnTo>
                <a:lnTo>
                  <a:pt x="4507" y="36244"/>
                </a:lnTo>
                <a:lnTo>
                  <a:pt x="8048" y="39858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3428522" y="3189813"/>
            <a:ext cx="4507" cy="78532"/>
          </a:xfrm>
          <a:custGeom>
            <a:avLst/>
            <a:gdLst/>
            <a:ahLst/>
            <a:cxnLst/>
            <a:rect l="l" t="t" r="r" b="b"/>
            <a:pathLst>
              <a:path w="4507" h="78532">
                <a:moveTo>
                  <a:pt x="536" y="12262"/>
                </a:moveTo>
                <a:lnTo>
                  <a:pt x="0" y="49483"/>
                </a:lnTo>
                <a:lnTo>
                  <a:pt x="4507" y="78532"/>
                </a:lnTo>
                <a:lnTo>
                  <a:pt x="4507" y="0"/>
                </a:lnTo>
                <a:lnTo>
                  <a:pt x="536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3441078" y="3222477"/>
            <a:ext cx="24038" cy="122514"/>
          </a:xfrm>
          <a:custGeom>
            <a:avLst/>
            <a:gdLst/>
            <a:ahLst/>
            <a:cxnLst/>
            <a:rect l="l" t="t" r="r" b="b"/>
            <a:pathLst>
              <a:path w="24038" h="122514">
                <a:moveTo>
                  <a:pt x="3970" y="61311"/>
                </a:moveTo>
                <a:lnTo>
                  <a:pt x="16097" y="73573"/>
                </a:lnTo>
                <a:lnTo>
                  <a:pt x="16097" y="65326"/>
                </a:lnTo>
                <a:lnTo>
                  <a:pt x="16097" y="73573"/>
                </a:lnTo>
                <a:lnTo>
                  <a:pt x="3970" y="61311"/>
                </a:lnTo>
                <a:lnTo>
                  <a:pt x="0" y="0"/>
                </a:lnTo>
                <a:lnTo>
                  <a:pt x="0" y="85836"/>
                </a:lnTo>
                <a:lnTo>
                  <a:pt x="8048" y="122514"/>
                </a:lnTo>
                <a:lnTo>
                  <a:pt x="12019" y="110252"/>
                </a:lnTo>
                <a:lnTo>
                  <a:pt x="12019" y="85836"/>
                </a:lnTo>
                <a:lnTo>
                  <a:pt x="0" y="81712"/>
                </a:lnTo>
                <a:lnTo>
                  <a:pt x="0" y="73573"/>
                </a:lnTo>
                <a:lnTo>
                  <a:pt x="12019" y="85836"/>
                </a:lnTo>
                <a:lnTo>
                  <a:pt x="24038" y="110252"/>
                </a:lnTo>
                <a:lnTo>
                  <a:pt x="24038" y="61311"/>
                </a:lnTo>
                <a:lnTo>
                  <a:pt x="3970" y="613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3457176" y="3377655"/>
            <a:ext cx="15990" cy="77589"/>
          </a:xfrm>
          <a:custGeom>
            <a:avLst/>
            <a:gdLst/>
            <a:ahLst/>
            <a:cxnLst/>
            <a:rect l="l" t="t" r="r" b="b"/>
            <a:pathLst>
              <a:path w="15990" h="77589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7941" y="40910"/>
                </a:lnTo>
                <a:lnTo>
                  <a:pt x="7941" y="77589"/>
                </a:lnTo>
                <a:lnTo>
                  <a:pt x="15990" y="77589"/>
                </a:lnTo>
                <a:lnTo>
                  <a:pt x="11482" y="49483"/>
                </a:lnTo>
                <a:lnTo>
                  <a:pt x="12019" y="12262"/>
                </a:lnTo>
                <a:lnTo>
                  <a:pt x="0" y="8247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3521243" y="3586006"/>
            <a:ext cx="136398" cy="130653"/>
          </a:xfrm>
          <a:custGeom>
            <a:avLst/>
            <a:gdLst/>
            <a:ahLst/>
            <a:cxnLst/>
            <a:rect l="l" t="t" r="r" b="b"/>
            <a:pathLst>
              <a:path w="136398" h="130653">
                <a:moveTo>
                  <a:pt x="32087" y="122514"/>
                </a:moveTo>
                <a:lnTo>
                  <a:pt x="32087" y="130653"/>
                </a:lnTo>
                <a:lnTo>
                  <a:pt x="52155" y="130653"/>
                </a:lnTo>
                <a:lnTo>
                  <a:pt x="48184" y="110179"/>
                </a:lnTo>
                <a:lnTo>
                  <a:pt x="44214" y="106128"/>
                </a:lnTo>
                <a:lnTo>
                  <a:pt x="48184" y="110252"/>
                </a:lnTo>
                <a:lnTo>
                  <a:pt x="44214" y="122514"/>
                </a:lnTo>
                <a:lnTo>
                  <a:pt x="32087" y="110252"/>
                </a:lnTo>
                <a:lnTo>
                  <a:pt x="36165" y="106128"/>
                </a:lnTo>
                <a:lnTo>
                  <a:pt x="28116" y="81604"/>
                </a:lnTo>
                <a:lnTo>
                  <a:pt x="28116" y="89851"/>
                </a:lnTo>
                <a:lnTo>
                  <a:pt x="16097" y="85727"/>
                </a:lnTo>
                <a:lnTo>
                  <a:pt x="28116" y="89851"/>
                </a:lnTo>
                <a:lnTo>
                  <a:pt x="20068" y="65326"/>
                </a:lnTo>
                <a:lnTo>
                  <a:pt x="24145" y="61203"/>
                </a:lnTo>
                <a:lnTo>
                  <a:pt x="24145" y="53064"/>
                </a:lnTo>
                <a:lnTo>
                  <a:pt x="24145" y="61203"/>
                </a:lnTo>
                <a:lnTo>
                  <a:pt x="32087" y="65326"/>
                </a:lnTo>
                <a:lnTo>
                  <a:pt x="32087" y="48940"/>
                </a:lnTo>
                <a:lnTo>
                  <a:pt x="24146" y="48940"/>
                </a:lnTo>
                <a:lnTo>
                  <a:pt x="24145" y="38089"/>
                </a:lnTo>
                <a:lnTo>
                  <a:pt x="18780" y="32663"/>
                </a:lnTo>
                <a:lnTo>
                  <a:pt x="12126" y="32663"/>
                </a:lnTo>
                <a:lnTo>
                  <a:pt x="12126" y="48940"/>
                </a:lnTo>
                <a:lnTo>
                  <a:pt x="20068" y="73465"/>
                </a:lnTo>
                <a:lnTo>
                  <a:pt x="16097" y="77589"/>
                </a:lnTo>
                <a:lnTo>
                  <a:pt x="16097" y="89851"/>
                </a:lnTo>
                <a:lnTo>
                  <a:pt x="24145" y="93866"/>
                </a:lnTo>
                <a:lnTo>
                  <a:pt x="24145" y="102113"/>
                </a:lnTo>
                <a:lnTo>
                  <a:pt x="24145" y="93866"/>
                </a:lnTo>
                <a:lnTo>
                  <a:pt x="16097" y="89851"/>
                </a:lnTo>
                <a:lnTo>
                  <a:pt x="16097" y="106128"/>
                </a:lnTo>
                <a:lnTo>
                  <a:pt x="24145" y="106128"/>
                </a:lnTo>
                <a:lnTo>
                  <a:pt x="24145" y="122514"/>
                </a:lnTo>
                <a:lnTo>
                  <a:pt x="32087" y="122514"/>
                </a:lnTo>
                <a:close/>
              </a:path>
              <a:path w="136398" h="130653">
                <a:moveTo>
                  <a:pt x="12126" y="32663"/>
                </a:moveTo>
                <a:lnTo>
                  <a:pt x="5473" y="32663"/>
                </a:lnTo>
                <a:lnTo>
                  <a:pt x="0" y="38089"/>
                </a:lnTo>
                <a:lnTo>
                  <a:pt x="0" y="73465"/>
                </a:lnTo>
                <a:lnTo>
                  <a:pt x="8048" y="73465"/>
                </a:lnTo>
                <a:lnTo>
                  <a:pt x="8048" y="89851"/>
                </a:lnTo>
                <a:lnTo>
                  <a:pt x="16097" y="89851"/>
                </a:lnTo>
                <a:lnTo>
                  <a:pt x="16097" y="77589"/>
                </a:lnTo>
                <a:lnTo>
                  <a:pt x="20068" y="73465"/>
                </a:lnTo>
                <a:lnTo>
                  <a:pt x="12126" y="48940"/>
                </a:lnTo>
                <a:lnTo>
                  <a:pt x="12126" y="32663"/>
                </a:lnTo>
                <a:lnTo>
                  <a:pt x="8048" y="61203"/>
                </a:lnTo>
                <a:lnTo>
                  <a:pt x="8048" y="69341"/>
                </a:lnTo>
                <a:lnTo>
                  <a:pt x="8048" y="61203"/>
                </a:lnTo>
                <a:lnTo>
                  <a:pt x="12126" y="32663"/>
                </a:lnTo>
                <a:close/>
              </a:path>
              <a:path w="136398" h="130653">
                <a:moveTo>
                  <a:pt x="52155" y="130653"/>
                </a:moveTo>
                <a:lnTo>
                  <a:pt x="60204" y="130653"/>
                </a:lnTo>
                <a:lnTo>
                  <a:pt x="56233" y="118391"/>
                </a:lnTo>
                <a:lnTo>
                  <a:pt x="48184" y="106128"/>
                </a:lnTo>
                <a:lnTo>
                  <a:pt x="48184" y="97990"/>
                </a:lnTo>
                <a:lnTo>
                  <a:pt x="40136" y="93866"/>
                </a:lnTo>
                <a:lnTo>
                  <a:pt x="40136" y="81604"/>
                </a:lnTo>
                <a:lnTo>
                  <a:pt x="32087" y="69341"/>
                </a:lnTo>
                <a:lnTo>
                  <a:pt x="40136" y="81604"/>
                </a:lnTo>
                <a:lnTo>
                  <a:pt x="40136" y="65326"/>
                </a:lnTo>
                <a:lnTo>
                  <a:pt x="32087" y="65326"/>
                </a:lnTo>
                <a:lnTo>
                  <a:pt x="32087" y="77589"/>
                </a:lnTo>
                <a:lnTo>
                  <a:pt x="28116" y="81604"/>
                </a:lnTo>
                <a:lnTo>
                  <a:pt x="36165" y="97990"/>
                </a:lnTo>
                <a:lnTo>
                  <a:pt x="44214" y="106128"/>
                </a:lnTo>
                <a:lnTo>
                  <a:pt x="48184" y="110179"/>
                </a:lnTo>
                <a:lnTo>
                  <a:pt x="52155" y="130653"/>
                </a:lnTo>
                <a:close/>
              </a:path>
              <a:path w="136398" h="130653">
                <a:moveTo>
                  <a:pt x="20068" y="65326"/>
                </a:moveTo>
                <a:lnTo>
                  <a:pt x="28116" y="89851"/>
                </a:lnTo>
                <a:lnTo>
                  <a:pt x="28116" y="81604"/>
                </a:lnTo>
                <a:lnTo>
                  <a:pt x="32087" y="77589"/>
                </a:lnTo>
                <a:lnTo>
                  <a:pt x="32087" y="65326"/>
                </a:lnTo>
                <a:lnTo>
                  <a:pt x="24145" y="61203"/>
                </a:lnTo>
                <a:lnTo>
                  <a:pt x="20068" y="65326"/>
                </a:lnTo>
                <a:close/>
              </a:path>
              <a:path w="136398" h="130653">
                <a:moveTo>
                  <a:pt x="48184" y="81604"/>
                </a:moveTo>
                <a:lnTo>
                  <a:pt x="40136" y="81604"/>
                </a:lnTo>
                <a:lnTo>
                  <a:pt x="40136" y="85727"/>
                </a:lnTo>
                <a:lnTo>
                  <a:pt x="40136" y="81604"/>
                </a:lnTo>
                <a:lnTo>
                  <a:pt x="40136" y="93866"/>
                </a:lnTo>
                <a:lnTo>
                  <a:pt x="48184" y="97990"/>
                </a:lnTo>
                <a:lnTo>
                  <a:pt x="48184" y="81604"/>
                </a:lnTo>
                <a:close/>
              </a:path>
              <a:path w="136398" h="130653">
                <a:moveTo>
                  <a:pt x="36165" y="97990"/>
                </a:moveTo>
                <a:lnTo>
                  <a:pt x="28116" y="81604"/>
                </a:lnTo>
                <a:lnTo>
                  <a:pt x="36165" y="106128"/>
                </a:lnTo>
                <a:lnTo>
                  <a:pt x="32087" y="110252"/>
                </a:lnTo>
                <a:lnTo>
                  <a:pt x="44214" y="122514"/>
                </a:lnTo>
                <a:lnTo>
                  <a:pt x="48184" y="110252"/>
                </a:lnTo>
                <a:lnTo>
                  <a:pt x="44214" y="106128"/>
                </a:lnTo>
                <a:lnTo>
                  <a:pt x="36165" y="97990"/>
                </a:lnTo>
                <a:close/>
              </a:path>
              <a:path w="136398" h="130653">
                <a:moveTo>
                  <a:pt x="56233" y="106128"/>
                </a:moveTo>
                <a:lnTo>
                  <a:pt x="56233" y="97990"/>
                </a:lnTo>
                <a:lnTo>
                  <a:pt x="48184" y="97990"/>
                </a:lnTo>
                <a:lnTo>
                  <a:pt x="48184" y="106128"/>
                </a:lnTo>
                <a:lnTo>
                  <a:pt x="56233" y="118391"/>
                </a:lnTo>
                <a:lnTo>
                  <a:pt x="60204" y="130653"/>
                </a:lnTo>
                <a:lnTo>
                  <a:pt x="64174" y="118391"/>
                </a:lnTo>
                <a:lnTo>
                  <a:pt x="72223" y="110252"/>
                </a:lnTo>
                <a:lnTo>
                  <a:pt x="72223" y="106128"/>
                </a:lnTo>
                <a:lnTo>
                  <a:pt x="76265" y="106128"/>
                </a:lnTo>
                <a:lnTo>
                  <a:pt x="80271" y="102041"/>
                </a:lnTo>
                <a:lnTo>
                  <a:pt x="92291" y="89851"/>
                </a:lnTo>
                <a:lnTo>
                  <a:pt x="88320" y="85727"/>
                </a:lnTo>
                <a:lnTo>
                  <a:pt x="88320" y="73465"/>
                </a:lnTo>
                <a:lnTo>
                  <a:pt x="80272" y="73465"/>
                </a:lnTo>
                <a:lnTo>
                  <a:pt x="80272" y="89851"/>
                </a:lnTo>
                <a:lnTo>
                  <a:pt x="84242" y="97990"/>
                </a:lnTo>
                <a:lnTo>
                  <a:pt x="72223" y="97990"/>
                </a:lnTo>
                <a:lnTo>
                  <a:pt x="68252" y="106128"/>
                </a:lnTo>
                <a:lnTo>
                  <a:pt x="52155" y="106128"/>
                </a:lnTo>
                <a:lnTo>
                  <a:pt x="48184" y="102113"/>
                </a:lnTo>
                <a:lnTo>
                  <a:pt x="52155" y="106128"/>
                </a:lnTo>
                <a:lnTo>
                  <a:pt x="56233" y="106128"/>
                </a:lnTo>
                <a:close/>
              </a:path>
              <a:path w="136398" h="130653">
                <a:moveTo>
                  <a:pt x="64174" y="97990"/>
                </a:moveTo>
                <a:lnTo>
                  <a:pt x="64174" y="106128"/>
                </a:lnTo>
                <a:lnTo>
                  <a:pt x="68252" y="106128"/>
                </a:lnTo>
                <a:lnTo>
                  <a:pt x="72223" y="97990"/>
                </a:lnTo>
                <a:lnTo>
                  <a:pt x="64174" y="97990"/>
                </a:lnTo>
                <a:close/>
              </a:path>
              <a:path w="136398" h="130653">
                <a:moveTo>
                  <a:pt x="80272" y="97990"/>
                </a:moveTo>
                <a:lnTo>
                  <a:pt x="84242" y="97990"/>
                </a:lnTo>
                <a:lnTo>
                  <a:pt x="80272" y="89851"/>
                </a:lnTo>
                <a:lnTo>
                  <a:pt x="72223" y="89851"/>
                </a:lnTo>
                <a:lnTo>
                  <a:pt x="72223" y="97990"/>
                </a:lnTo>
                <a:lnTo>
                  <a:pt x="80272" y="97990"/>
                </a:lnTo>
                <a:lnTo>
                  <a:pt x="80272" y="93866"/>
                </a:lnTo>
                <a:lnTo>
                  <a:pt x="80272" y="97990"/>
                </a:lnTo>
                <a:close/>
              </a:path>
              <a:path w="136398" h="130653">
                <a:moveTo>
                  <a:pt x="68252" y="130653"/>
                </a:moveTo>
                <a:lnTo>
                  <a:pt x="88320" y="130653"/>
                </a:lnTo>
                <a:lnTo>
                  <a:pt x="88320" y="110252"/>
                </a:lnTo>
                <a:lnTo>
                  <a:pt x="84385" y="114267"/>
                </a:lnTo>
                <a:lnTo>
                  <a:pt x="76301" y="122514"/>
                </a:lnTo>
                <a:lnTo>
                  <a:pt x="68252" y="130653"/>
                </a:lnTo>
                <a:close/>
              </a:path>
              <a:path w="136398" h="130653">
                <a:moveTo>
                  <a:pt x="100340" y="73465"/>
                </a:moveTo>
                <a:lnTo>
                  <a:pt x="108388" y="48940"/>
                </a:lnTo>
                <a:lnTo>
                  <a:pt x="96262" y="53064"/>
                </a:lnTo>
                <a:lnTo>
                  <a:pt x="108388" y="48940"/>
                </a:lnTo>
                <a:lnTo>
                  <a:pt x="116330" y="32663"/>
                </a:lnTo>
                <a:lnTo>
                  <a:pt x="112359" y="20401"/>
                </a:lnTo>
                <a:lnTo>
                  <a:pt x="112359" y="8138"/>
                </a:lnTo>
                <a:lnTo>
                  <a:pt x="104310" y="8138"/>
                </a:lnTo>
                <a:lnTo>
                  <a:pt x="104310" y="32663"/>
                </a:lnTo>
                <a:lnTo>
                  <a:pt x="96262" y="32663"/>
                </a:lnTo>
                <a:lnTo>
                  <a:pt x="96262" y="48940"/>
                </a:lnTo>
                <a:lnTo>
                  <a:pt x="104310" y="44925"/>
                </a:lnTo>
                <a:lnTo>
                  <a:pt x="104310" y="36678"/>
                </a:lnTo>
                <a:lnTo>
                  <a:pt x="104310" y="44925"/>
                </a:lnTo>
                <a:lnTo>
                  <a:pt x="96262" y="48940"/>
                </a:lnTo>
                <a:lnTo>
                  <a:pt x="96262" y="61203"/>
                </a:lnTo>
                <a:lnTo>
                  <a:pt x="100340" y="73465"/>
                </a:lnTo>
                <a:close/>
              </a:path>
              <a:path w="136398" h="130653">
                <a:moveTo>
                  <a:pt x="96262" y="102113"/>
                </a:moveTo>
                <a:lnTo>
                  <a:pt x="96262" y="114267"/>
                </a:lnTo>
                <a:lnTo>
                  <a:pt x="104310" y="114267"/>
                </a:lnTo>
                <a:lnTo>
                  <a:pt x="104310" y="97990"/>
                </a:lnTo>
                <a:lnTo>
                  <a:pt x="92291" y="97990"/>
                </a:lnTo>
                <a:lnTo>
                  <a:pt x="84242" y="114267"/>
                </a:lnTo>
                <a:lnTo>
                  <a:pt x="96262" y="102113"/>
                </a:lnTo>
                <a:close/>
              </a:path>
              <a:path w="136398" h="130653">
                <a:moveTo>
                  <a:pt x="120408" y="57187"/>
                </a:moveTo>
                <a:lnTo>
                  <a:pt x="112359" y="61203"/>
                </a:lnTo>
                <a:lnTo>
                  <a:pt x="112359" y="69341"/>
                </a:lnTo>
                <a:lnTo>
                  <a:pt x="112359" y="61203"/>
                </a:lnTo>
                <a:lnTo>
                  <a:pt x="112359" y="73465"/>
                </a:lnTo>
                <a:lnTo>
                  <a:pt x="120408" y="73465"/>
                </a:lnTo>
                <a:lnTo>
                  <a:pt x="120408" y="57187"/>
                </a:lnTo>
                <a:close/>
              </a:path>
              <a:path w="136398" h="130653">
                <a:moveTo>
                  <a:pt x="108388" y="48940"/>
                </a:moveTo>
                <a:lnTo>
                  <a:pt x="100340" y="73465"/>
                </a:lnTo>
                <a:lnTo>
                  <a:pt x="108388" y="57188"/>
                </a:lnTo>
                <a:lnTo>
                  <a:pt x="120408" y="44925"/>
                </a:lnTo>
                <a:lnTo>
                  <a:pt x="128349" y="57188"/>
                </a:lnTo>
                <a:lnTo>
                  <a:pt x="128349" y="32663"/>
                </a:lnTo>
                <a:lnTo>
                  <a:pt x="136398" y="32663"/>
                </a:lnTo>
                <a:lnTo>
                  <a:pt x="128349" y="28539"/>
                </a:lnTo>
                <a:lnTo>
                  <a:pt x="128349" y="20401"/>
                </a:lnTo>
                <a:lnTo>
                  <a:pt x="124378" y="0"/>
                </a:lnTo>
                <a:lnTo>
                  <a:pt x="124378" y="8138"/>
                </a:lnTo>
                <a:lnTo>
                  <a:pt x="124378" y="0"/>
                </a:lnTo>
                <a:lnTo>
                  <a:pt x="117725" y="0"/>
                </a:lnTo>
                <a:lnTo>
                  <a:pt x="112359" y="5425"/>
                </a:lnTo>
                <a:lnTo>
                  <a:pt x="112359" y="20401"/>
                </a:lnTo>
                <a:lnTo>
                  <a:pt x="116330" y="32663"/>
                </a:lnTo>
                <a:lnTo>
                  <a:pt x="108388" y="48940"/>
                </a:lnTo>
                <a:close/>
              </a:path>
              <a:path w="136398" h="130653">
                <a:moveTo>
                  <a:pt x="136398" y="12262"/>
                </a:moveTo>
                <a:lnTo>
                  <a:pt x="136398" y="5425"/>
                </a:lnTo>
                <a:lnTo>
                  <a:pt x="131032" y="0"/>
                </a:lnTo>
                <a:lnTo>
                  <a:pt x="124378" y="0"/>
                </a:lnTo>
                <a:lnTo>
                  <a:pt x="128349" y="20401"/>
                </a:lnTo>
                <a:lnTo>
                  <a:pt x="128349" y="28539"/>
                </a:lnTo>
                <a:lnTo>
                  <a:pt x="136398" y="32663"/>
                </a:lnTo>
                <a:lnTo>
                  <a:pt x="136398" y="12262"/>
                </a:lnTo>
                <a:close/>
              </a:path>
              <a:path w="136398" h="130653">
                <a:moveTo>
                  <a:pt x="92291" y="89851"/>
                </a:moveTo>
                <a:lnTo>
                  <a:pt x="104310" y="85727"/>
                </a:lnTo>
                <a:lnTo>
                  <a:pt x="100340" y="73465"/>
                </a:lnTo>
                <a:lnTo>
                  <a:pt x="88320" y="77589"/>
                </a:lnTo>
                <a:lnTo>
                  <a:pt x="100340" y="73465"/>
                </a:lnTo>
                <a:lnTo>
                  <a:pt x="96262" y="61203"/>
                </a:lnTo>
                <a:lnTo>
                  <a:pt x="96262" y="48940"/>
                </a:lnTo>
                <a:lnTo>
                  <a:pt x="88320" y="48940"/>
                </a:lnTo>
                <a:lnTo>
                  <a:pt x="88320" y="85727"/>
                </a:lnTo>
                <a:lnTo>
                  <a:pt x="92291" y="89851"/>
                </a:lnTo>
                <a:close/>
              </a:path>
              <a:path w="136398" h="130653">
                <a:moveTo>
                  <a:pt x="112359" y="73465"/>
                </a:moveTo>
                <a:lnTo>
                  <a:pt x="112359" y="61203"/>
                </a:lnTo>
                <a:lnTo>
                  <a:pt x="120408" y="57187"/>
                </a:lnTo>
                <a:lnTo>
                  <a:pt x="120408" y="53064"/>
                </a:lnTo>
                <a:lnTo>
                  <a:pt x="120408" y="57187"/>
                </a:lnTo>
                <a:lnTo>
                  <a:pt x="128349" y="57188"/>
                </a:lnTo>
                <a:lnTo>
                  <a:pt x="120408" y="44925"/>
                </a:lnTo>
                <a:lnTo>
                  <a:pt x="108388" y="57188"/>
                </a:lnTo>
                <a:lnTo>
                  <a:pt x="100340" y="73465"/>
                </a:lnTo>
                <a:lnTo>
                  <a:pt x="104310" y="85727"/>
                </a:lnTo>
                <a:lnTo>
                  <a:pt x="104310" y="93866"/>
                </a:lnTo>
                <a:lnTo>
                  <a:pt x="104310" y="85727"/>
                </a:lnTo>
                <a:lnTo>
                  <a:pt x="92291" y="89851"/>
                </a:lnTo>
                <a:lnTo>
                  <a:pt x="80272" y="102113"/>
                </a:lnTo>
                <a:lnTo>
                  <a:pt x="76265" y="106128"/>
                </a:lnTo>
                <a:lnTo>
                  <a:pt x="72223" y="106128"/>
                </a:lnTo>
                <a:lnTo>
                  <a:pt x="72223" y="110252"/>
                </a:lnTo>
                <a:lnTo>
                  <a:pt x="64174" y="118391"/>
                </a:lnTo>
                <a:lnTo>
                  <a:pt x="60204" y="130653"/>
                </a:lnTo>
                <a:lnTo>
                  <a:pt x="68252" y="130653"/>
                </a:lnTo>
                <a:lnTo>
                  <a:pt x="76301" y="122514"/>
                </a:lnTo>
                <a:lnTo>
                  <a:pt x="84385" y="114267"/>
                </a:lnTo>
                <a:lnTo>
                  <a:pt x="88320" y="110252"/>
                </a:lnTo>
                <a:lnTo>
                  <a:pt x="88320" y="122514"/>
                </a:lnTo>
                <a:lnTo>
                  <a:pt x="96262" y="122514"/>
                </a:lnTo>
                <a:lnTo>
                  <a:pt x="96262" y="102113"/>
                </a:lnTo>
                <a:lnTo>
                  <a:pt x="84242" y="114267"/>
                </a:lnTo>
                <a:lnTo>
                  <a:pt x="92291" y="97990"/>
                </a:lnTo>
                <a:lnTo>
                  <a:pt x="112359" y="97990"/>
                </a:lnTo>
                <a:lnTo>
                  <a:pt x="112359" y="734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633602" y="3438967"/>
            <a:ext cx="44106" cy="171455"/>
          </a:xfrm>
          <a:custGeom>
            <a:avLst/>
            <a:gdLst/>
            <a:ahLst/>
            <a:cxnLst/>
            <a:rect l="l" t="t" r="r" b="b"/>
            <a:pathLst>
              <a:path w="44106" h="171455">
                <a:moveTo>
                  <a:pt x="24038" y="20401"/>
                </a:moveTo>
                <a:lnTo>
                  <a:pt x="24038" y="142915"/>
                </a:lnTo>
                <a:lnTo>
                  <a:pt x="24038" y="134777"/>
                </a:lnTo>
                <a:lnTo>
                  <a:pt x="20068" y="122514"/>
                </a:lnTo>
                <a:lnTo>
                  <a:pt x="8048" y="126529"/>
                </a:lnTo>
                <a:lnTo>
                  <a:pt x="20068" y="122514"/>
                </a:lnTo>
                <a:lnTo>
                  <a:pt x="8048" y="110252"/>
                </a:lnTo>
                <a:lnTo>
                  <a:pt x="8048" y="122514"/>
                </a:lnTo>
                <a:lnTo>
                  <a:pt x="0" y="122514"/>
                </a:lnTo>
                <a:lnTo>
                  <a:pt x="0" y="166029"/>
                </a:lnTo>
                <a:lnTo>
                  <a:pt x="5365" y="171455"/>
                </a:lnTo>
                <a:lnTo>
                  <a:pt x="12019" y="171455"/>
                </a:lnTo>
                <a:lnTo>
                  <a:pt x="8048" y="134777"/>
                </a:lnTo>
                <a:lnTo>
                  <a:pt x="12019" y="147039"/>
                </a:lnTo>
                <a:lnTo>
                  <a:pt x="18672" y="171455"/>
                </a:lnTo>
                <a:lnTo>
                  <a:pt x="24038" y="166029"/>
                </a:lnTo>
                <a:lnTo>
                  <a:pt x="24038" y="147039"/>
                </a:lnTo>
                <a:lnTo>
                  <a:pt x="32087" y="147039"/>
                </a:lnTo>
                <a:lnTo>
                  <a:pt x="24038" y="53064"/>
                </a:lnTo>
                <a:lnTo>
                  <a:pt x="24038" y="44925"/>
                </a:lnTo>
                <a:lnTo>
                  <a:pt x="24038" y="53064"/>
                </a:lnTo>
                <a:lnTo>
                  <a:pt x="28545" y="102547"/>
                </a:lnTo>
                <a:lnTo>
                  <a:pt x="32087" y="93866"/>
                </a:lnTo>
                <a:lnTo>
                  <a:pt x="32087" y="98966"/>
                </a:lnTo>
                <a:lnTo>
                  <a:pt x="40136" y="90828"/>
                </a:lnTo>
                <a:lnTo>
                  <a:pt x="40136" y="65326"/>
                </a:lnTo>
                <a:lnTo>
                  <a:pt x="28009" y="65326"/>
                </a:lnTo>
                <a:lnTo>
                  <a:pt x="36058" y="40802"/>
                </a:lnTo>
                <a:lnTo>
                  <a:pt x="32087" y="12262"/>
                </a:lnTo>
                <a:lnTo>
                  <a:pt x="32087" y="4015"/>
                </a:lnTo>
                <a:lnTo>
                  <a:pt x="32087" y="12262"/>
                </a:lnTo>
                <a:lnTo>
                  <a:pt x="36058" y="40802"/>
                </a:lnTo>
                <a:lnTo>
                  <a:pt x="40136" y="53064"/>
                </a:lnTo>
                <a:lnTo>
                  <a:pt x="36058" y="24524"/>
                </a:lnTo>
                <a:lnTo>
                  <a:pt x="44106" y="0"/>
                </a:lnTo>
                <a:lnTo>
                  <a:pt x="24038" y="0"/>
                </a:lnTo>
                <a:lnTo>
                  <a:pt x="24038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689728" y="3255140"/>
            <a:ext cx="12019" cy="155178"/>
          </a:xfrm>
          <a:custGeom>
            <a:avLst/>
            <a:gdLst/>
            <a:ahLst/>
            <a:cxnLst/>
            <a:rect l="l" t="t" r="r" b="b"/>
            <a:pathLst>
              <a:path w="12019" h="155178">
                <a:moveTo>
                  <a:pt x="0" y="49049"/>
                </a:moveTo>
                <a:lnTo>
                  <a:pt x="0" y="57188"/>
                </a:lnTo>
                <a:lnTo>
                  <a:pt x="0" y="53172"/>
                </a:lnTo>
                <a:lnTo>
                  <a:pt x="0" y="155178"/>
                </a:lnTo>
                <a:lnTo>
                  <a:pt x="0" y="65326"/>
                </a:lnTo>
                <a:lnTo>
                  <a:pt x="12019" y="53172"/>
                </a:lnTo>
                <a:lnTo>
                  <a:pt x="8048" y="0"/>
                </a:lnTo>
                <a:lnTo>
                  <a:pt x="0" y="3146"/>
                </a:lnTo>
                <a:lnTo>
                  <a:pt x="0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3673738" y="3328714"/>
            <a:ext cx="12019" cy="69341"/>
          </a:xfrm>
          <a:custGeom>
            <a:avLst/>
            <a:gdLst/>
            <a:ahLst/>
            <a:cxnLst/>
            <a:rect l="l" t="t" r="r" b="b"/>
            <a:pathLst>
              <a:path w="12019" h="69341">
                <a:moveTo>
                  <a:pt x="11482" y="23982"/>
                </a:moveTo>
                <a:lnTo>
                  <a:pt x="7941" y="0"/>
                </a:lnTo>
                <a:lnTo>
                  <a:pt x="7941" y="27596"/>
                </a:lnTo>
                <a:lnTo>
                  <a:pt x="0" y="35701"/>
                </a:lnTo>
                <a:lnTo>
                  <a:pt x="7941" y="32663"/>
                </a:lnTo>
                <a:lnTo>
                  <a:pt x="12019" y="69341"/>
                </a:lnTo>
                <a:lnTo>
                  <a:pt x="11482" y="239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3693699" y="3320467"/>
            <a:ext cx="20068" cy="57730"/>
          </a:xfrm>
          <a:custGeom>
            <a:avLst/>
            <a:gdLst/>
            <a:ahLst/>
            <a:cxnLst/>
            <a:rect l="l" t="t" r="r" b="b"/>
            <a:pathLst>
              <a:path w="20068" h="57730">
                <a:moveTo>
                  <a:pt x="12126" y="12262"/>
                </a:moveTo>
                <a:lnTo>
                  <a:pt x="20068" y="12262"/>
                </a:lnTo>
                <a:lnTo>
                  <a:pt x="12126" y="8247"/>
                </a:lnTo>
                <a:lnTo>
                  <a:pt x="12126" y="0"/>
                </a:lnTo>
                <a:lnTo>
                  <a:pt x="0" y="12262"/>
                </a:lnTo>
                <a:lnTo>
                  <a:pt x="536" y="57730"/>
                </a:lnTo>
                <a:lnTo>
                  <a:pt x="4077" y="49049"/>
                </a:lnTo>
                <a:lnTo>
                  <a:pt x="12126" y="46010"/>
                </a:lnTo>
                <a:lnTo>
                  <a:pt x="12126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3705826" y="3108101"/>
            <a:ext cx="19960" cy="163859"/>
          </a:xfrm>
          <a:custGeom>
            <a:avLst/>
            <a:gdLst/>
            <a:ahLst/>
            <a:cxnLst/>
            <a:rect l="l" t="t" r="r" b="b"/>
            <a:pathLst>
              <a:path w="19960" h="163859">
                <a:moveTo>
                  <a:pt x="7941" y="160278"/>
                </a:moveTo>
                <a:lnTo>
                  <a:pt x="15990" y="152139"/>
                </a:lnTo>
                <a:lnTo>
                  <a:pt x="7941" y="155286"/>
                </a:lnTo>
                <a:lnTo>
                  <a:pt x="15990" y="110360"/>
                </a:lnTo>
                <a:lnTo>
                  <a:pt x="15990" y="98098"/>
                </a:lnTo>
                <a:lnTo>
                  <a:pt x="12019" y="61311"/>
                </a:lnTo>
                <a:lnTo>
                  <a:pt x="19960" y="36786"/>
                </a:lnTo>
                <a:lnTo>
                  <a:pt x="15990" y="0"/>
                </a:lnTo>
                <a:lnTo>
                  <a:pt x="7941" y="3146"/>
                </a:lnTo>
                <a:lnTo>
                  <a:pt x="7941" y="36786"/>
                </a:lnTo>
                <a:lnTo>
                  <a:pt x="0" y="36786"/>
                </a:lnTo>
                <a:lnTo>
                  <a:pt x="0" y="81712"/>
                </a:lnTo>
                <a:lnTo>
                  <a:pt x="12019" y="85836"/>
                </a:lnTo>
                <a:lnTo>
                  <a:pt x="7941" y="49049"/>
                </a:lnTo>
                <a:lnTo>
                  <a:pt x="7941" y="40910"/>
                </a:lnTo>
                <a:lnTo>
                  <a:pt x="7941" y="49049"/>
                </a:lnTo>
                <a:lnTo>
                  <a:pt x="12019" y="85836"/>
                </a:lnTo>
                <a:lnTo>
                  <a:pt x="3970" y="110360"/>
                </a:lnTo>
                <a:lnTo>
                  <a:pt x="4399" y="163859"/>
                </a:lnTo>
                <a:lnTo>
                  <a:pt x="7941" y="160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3713767" y="3218462"/>
            <a:ext cx="8048" cy="44925"/>
          </a:xfrm>
          <a:custGeom>
            <a:avLst/>
            <a:gdLst/>
            <a:ahLst/>
            <a:cxnLst/>
            <a:rect l="l" t="t" r="r" b="b"/>
            <a:pathLst>
              <a:path w="8048" h="44925">
                <a:moveTo>
                  <a:pt x="8048" y="0"/>
                </a:moveTo>
                <a:lnTo>
                  <a:pt x="0" y="44925"/>
                </a:lnTo>
                <a:lnTo>
                  <a:pt x="8048" y="41778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3677709" y="3189813"/>
            <a:ext cx="40136" cy="273677"/>
          </a:xfrm>
          <a:custGeom>
            <a:avLst/>
            <a:gdLst/>
            <a:ahLst/>
            <a:cxnLst/>
            <a:rect l="l" t="t" r="r" b="b"/>
            <a:pathLst>
              <a:path w="40136" h="273677">
                <a:moveTo>
                  <a:pt x="36058" y="122514"/>
                </a:moveTo>
                <a:lnTo>
                  <a:pt x="36057" y="78565"/>
                </a:lnTo>
                <a:lnTo>
                  <a:pt x="32516" y="82146"/>
                </a:lnTo>
                <a:lnTo>
                  <a:pt x="32087" y="28648"/>
                </a:lnTo>
                <a:lnTo>
                  <a:pt x="40136" y="4123"/>
                </a:lnTo>
                <a:lnTo>
                  <a:pt x="28116" y="0"/>
                </a:lnTo>
                <a:lnTo>
                  <a:pt x="28116" y="8138"/>
                </a:lnTo>
                <a:lnTo>
                  <a:pt x="28116" y="4123"/>
                </a:lnTo>
                <a:lnTo>
                  <a:pt x="20067" y="4123"/>
                </a:lnTo>
                <a:lnTo>
                  <a:pt x="20067" y="60259"/>
                </a:lnTo>
                <a:lnTo>
                  <a:pt x="12019" y="68473"/>
                </a:lnTo>
                <a:lnTo>
                  <a:pt x="20067" y="65326"/>
                </a:lnTo>
                <a:lnTo>
                  <a:pt x="24038" y="118499"/>
                </a:lnTo>
                <a:lnTo>
                  <a:pt x="23609" y="56645"/>
                </a:lnTo>
                <a:lnTo>
                  <a:pt x="24038" y="118499"/>
                </a:lnTo>
                <a:lnTo>
                  <a:pt x="12019" y="130653"/>
                </a:lnTo>
                <a:lnTo>
                  <a:pt x="12019" y="228752"/>
                </a:lnTo>
                <a:lnTo>
                  <a:pt x="12019" y="118499"/>
                </a:lnTo>
                <a:lnTo>
                  <a:pt x="3970" y="118499"/>
                </a:lnTo>
                <a:lnTo>
                  <a:pt x="3970" y="138900"/>
                </a:lnTo>
                <a:lnTo>
                  <a:pt x="7512" y="162882"/>
                </a:lnTo>
                <a:lnTo>
                  <a:pt x="8048" y="208242"/>
                </a:lnTo>
                <a:lnTo>
                  <a:pt x="0" y="232767"/>
                </a:lnTo>
                <a:lnTo>
                  <a:pt x="3970" y="261415"/>
                </a:lnTo>
                <a:lnTo>
                  <a:pt x="3970" y="269554"/>
                </a:lnTo>
                <a:lnTo>
                  <a:pt x="3970" y="261415"/>
                </a:lnTo>
                <a:lnTo>
                  <a:pt x="3970" y="273677"/>
                </a:lnTo>
                <a:lnTo>
                  <a:pt x="12019" y="273677"/>
                </a:lnTo>
                <a:lnTo>
                  <a:pt x="12019" y="232767"/>
                </a:lnTo>
                <a:lnTo>
                  <a:pt x="20068" y="232767"/>
                </a:lnTo>
                <a:lnTo>
                  <a:pt x="20067" y="184803"/>
                </a:lnTo>
                <a:lnTo>
                  <a:pt x="28116" y="176664"/>
                </a:lnTo>
                <a:lnTo>
                  <a:pt x="20068" y="179702"/>
                </a:lnTo>
                <a:lnTo>
                  <a:pt x="16526" y="188384"/>
                </a:lnTo>
                <a:lnTo>
                  <a:pt x="15990" y="142915"/>
                </a:lnTo>
                <a:lnTo>
                  <a:pt x="28116" y="130653"/>
                </a:lnTo>
                <a:lnTo>
                  <a:pt x="28116" y="16385"/>
                </a:lnTo>
                <a:lnTo>
                  <a:pt x="36058" y="142915"/>
                </a:lnTo>
                <a:lnTo>
                  <a:pt x="36058" y="1225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3713767" y="3075437"/>
            <a:ext cx="12019" cy="69450"/>
          </a:xfrm>
          <a:custGeom>
            <a:avLst/>
            <a:gdLst/>
            <a:ahLst/>
            <a:cxnLst/>
            <a:rect l="l" t="t" r="r" b="b"/>
            <a:pathLst>
              <a:path w="12019" h="69450">
                <a:moveTo>
                  <a:pt x="11590" y="24090"/>
                </a:moveTo>
                <a:lnTo>
                  <a:pt x="8048" y="0"/>
                </a:lnTo>
                <a:lnTo>
                  <a:pt x="8048" y="27671"/>
                </a:lnTo>
                <a:lnTo>
                  <a:pt x="0" y="35810"/>
                </a:lnTo>
                <a:lnTo>
                  <a:pt x="8048" y="32663"/>
                </a:lnTo>
                <a:lnTo>
                  <a:pt x="12019" y="69450"/>
                </a:lnTo>
                <a:lnTo>
                  <a:pt x="11590" y="240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737913" y="2965185"/>
            <a:ext cx="15990" cy="65326"/>
          </a:xfrm>
          <a:custGeom>
            <a:avLst/>
            <a:gdLst/>
            <a:ahLst/>
            <a:cxnLst/>
            <a:rect l="l" t="t" r="r" b="b"/>
            <a:pathLst>
              <a:path w="15990" h="65326">
                <a:moveTo>
                  <a:pt x="0" y="28648"/>
                </a:move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5365" y="0"/>
                </a:lnTo>
                <a:lnTo>
                  <a:pt x="0" y="5534"/>
                </a:lnTo>
                <a:lnTo>
                  <a:pt x="0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729864" y="3006095"/>
            <a:ext cx="8048" cy="47964"/>
          </a:xfrm>
          <a:custGeom>
            <a:avLst/>
            <a:gdLst/>
            <a:ahLst/>
            <a:cxnLst/>
            <a:rect l="l" t="t" r="r" b="b"/>
            <a:pathLst>
              <a:path w="8048" h="47964">
                <a:moveTo>
                  <a:pt x="3541" y="44383"/>
                </a:moveTo>
                <a:lnTo>
                  <a:pt x="8048" y="0"/>
                </a:lnTo>
                <a:lnTo>
                  <a:pt x="0" y="0"/>
                </a:lnTo>
                <a:lnTo>
                  <a:pt x="0" y="47964"/>
                </a:lnTo>
                <a:lnTo>
                  <a:pt x="3541" y="443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3729864" y="2965185"/>
            <a:ext cx="32087" cy="191965"/>
          </a:xfrm>
          <a:custGeom>
            <a:avLst/>
            <a:gdLst/>
            <a:ahLst/>
            <a:cxnLst/>
            <a:rect l="l" t="t" r="r" b="b"/>
            <a:pathLst>
              <a:path w="32087" h="191965">
                <a:moveTo>
                  <a:pt x="32087" y="5534"/>
                </a:moveTo>
                <a:lnTo>
                  <a:pt x="26721" y="0"/>
                </a:lnTo>
                <a:lnTo>
                  <a:pt x="13414" y="0"/>
                </a:lnTo>
                <a:lnTo>
                  <a:pt x="20068" y="40910"/>
                </a:lnTo>
                <a:lnTo>
                  <a:pt x="24038" y="53064"/>
                </a:lnTo>
                <a:lnTo>
                  <a:pt x="12019" y="65326"/>
                </a:lnTo>
                <a:lnTo>
                  <a:pt x="8048" y="53064"/>
                </a:lnTo>
                <a:lnTo>
                  <a:pt x="8048" y="40910"/>
                </a:lnTo>
                <a:lnTo>
                  <a:pt x="3541" y="85293"/>
                </a:lnTo>
                <a:lnTo>
                  <a:pt x="0" y="88874"/>
                </a:lnTo>
                <a:lnTo>
                  <a:pt x="0" y="191965"/>
                </a:lnTo>
                <a:lnTo>
                  <a:pt x="0" y="93975"/>
                </a:lnTo>
                <a:lnTo>
                  <a:pt x="4507" y="159844"/>
                </a:lnTo>
                <a:lnTo>
                  <a:pt x="8048" y="151163"/>
                </a:lnTo>
                <a:lnTo>
                  <a:pt x="12448" y="110795"/>
                </a:lnTo>
                <a:lnTo>
                  <a:pt x="15990" y="102113"/>
                </a:lnTo>
                <a:lnTo>
                  <a:pt x="24038" y="65326"/>
                </a:lnTo>
                <a:lnTo>
                  <a:pt x="24038" y="61311"/>
                </a:lnTo>
                <a:lnTo>
                  <a:pt x="24038" y="65326"/>
                </a:lnTo>
                <a:lnTo>
                  <a:pt x="32087" y="65326"/>
                </a:lnTo>
                <a:lnTo>
                  <a:pt x="32087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3705826" y="3206199"/>
            <a:ext cx="7941" cy="126529"/>
          </a:xfrm>
          <a:custGeom>
            <a:avLst/>
            <a:gdLst/>
            <a:ahLst/>
            <a:cxnLst/>
            <a:rect l="l" t="t" r="r" b="b"/>
            <a:pathLst>
              <a:path w="7941" h="126529">
                <a:moveTo>
                  <a:pt x="0" y="114267"/>
                </a:moveTo>
                <a:lnTo>
                  <a:pt x="0" y="122514"/>
                </a:lnTo>
                <a:lnTo>
                  <a:pt x="7941" y="126529"/>
                </a:lnTo>
                <a:lnTo>
                  <a:pt x="0" y="0"/>
                </a:lnTo>
                <a:lnTo>
                  <a:pt x="0" y="1142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3729864" y="3165289"/>
            <a:ext cx="8048" cy="4123"/>
          </a:xfrm>
          <a:custGeom>
            <a:avLst/>
            <a:gdLst/>
            <a:ahLst/>
            <a:cxnLst/>
            <a:rect l="l" t="t" r="r" b="b"/>
            <a:pathLst>
              <a:path w="8048" h="4123">
                <a:moveTo>
                  <a:pt x="8048" y="4123"/>
                </a:moveTo>
                <a:lnTo>
                  <a:pt x="0" y="0"/>
                </a:lnTo>
                <a:lnTo>
                  <a:pt x="0" y="4123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3717845" y="3030512"/>
            <a:ext cx="36058" cy="187950"/>
          </a:xfrm>
          <a:custGeom>
            <a:avLst/>
            <a:gdLst/>
            <a:ahLst/>
            <a:cxnLst/>
            <a:rect l="l" t="t" r="r" b="b"/>
            <a:pathLst>
              <a:path w="36058" h="187950">
                <a:moveTo>
                  <a:pt x="12019" y="126638"/>
                </a:moveTo>
                <a:lnTo>
                  <a:pt x="12019" y="23548"/>
                </a:lnTo>
                <a:lnTo>
                  <a:pt x="3970" y="31686"/>
                </a:lnTo>
                <a:lnTo>
                  <a:pt x="3970" y="44925"/>
                </a:lnTo>
                <a:lnTo>
                  <a:pt x="7512" y="69016"/>
                </a:lnTo>
                <a:lnTo>
                  <a:pt x="7941" y="114376"/>
                </a:lnTo>
                <a:lnTo>
                  <a:pt x="0" y="138900"/>
                </a:lnTo>
                <a:lnTo>
                  <a:pt x="3970" y="175687"/>
                </a:lnTo>
                <a:lnTo>
                  <a:pt x="3970" y="183826"/>
                </a:lnTo>
                <a:lnTo>
                  <a:pt x="3970" y="175687"/>
                </a:lnTo>
                <a:lnTo>
                  <a:pt x="3970" y="187950"/>
                </a:lnTo>
                <a:lnTo>
                  <a:pt x="12019" y="187950"/>
                </a:lnTo>
                <a:lnTo>
                  <a:pt x="12019" y="134777"/>
                </a:lnTo>
                <a:lnTo>
                  <a:pt x="20068" y="138900"/>
                </a:lnTo>
                <a:lnTo>
                  <a:pt x="20067" y="90869"/>
                </a:lnTo>
                <a:lnTo>
                  <a:pt x="28009" y="82689"/>
                </a:lnTo>
                <a:lnTo>
                  <a:pt x="28009" y="41887"/>
                </a:lnTo>
                <a:lnTo>
                  <a:pt x="36058" y="33748"/>
                </a:lnTo>
                <a:lnTo>
                  <a:pt x="36058" y="0"/>
                </a:lnTo>
                <a:lnTo>
                  <a:pt x="28009" y="36786"/>
                </a:lnTo>
                <a:lnTo>
                  <a:pt x="24467" y="45468"/>
                </a:lnTo>
                <a:lnTo>
                  <a:pt x="20068" y="85836"/>
                </a:lnTo>
                <a:lnTo>
                  <a:pt x="16526" y="94517"/>
                </a:lnTo>
                <a:lnTo>
                  <a:pt x="12019" y="28648"/>
                </a:lnTo>
                <a:lnTo>
                  <a:pt x="12019" y="1266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3641651" y="3573744"/>
            <a:ext cx="10624" cy="36678"/>
          </a:xfrm>
          <a:custGeom>
            <a:avLst/>
            <a:gdLst/>
            <a:ahLst/>
            <a:cxnLst/>
            <a:rect l="l" t="t" r="r" b="b"/>
            <a:pathLst>
              <a:path w="10624" h="36678">
                <a:moveTo>
                  <a:pt x="3970" y="12262"/>
                </a:moveTo>
                <a:lnTo>
                  <a:pt x="0" y="0"/>
                </a:lnTo>
                <a:lnTo>
                  <a:pt x="3970" y="36678"/>
                </a:lnTo>
                <a:lnTo>
                  <a:pt x="10624" y="36678"/>
                </a:lnTo>
                <a:lnTo>
                  <a:pt x="397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3641651" y="3479769"/>
            <a:ext cx="15990" cy="93975"/>
          </a:xfrm>
          <a:custGeom>
            <a:avLst/>
            <a:gdLst/>
            <a:ahLst/>
            <a:cxnLst/>
            <a:rect l="l" t="t" r="r" b="b"/>
            <a:pathLst>
              <a:path w="15990" h="93975">
                <a:moveTo>
                  <a:pt x="12019" y="81712"/>
                </a:moveTo>
                <a:lnTo>
                  <a:pt x="15990" y="93975"/>
                </a:lnTo>
                <a:lnTo>
                  <a:pt x="15990" y="0"/>
                </a:lnTo>
                <a:lnTo>
                  <a:pt x="11482" y="36244"/>
                </a:lnTo>
                <a:lnTo>
                  <a:pt x="7941" y="44925"/>
                </a:lnTo>
                <a:lnTo>
                  <a:pt x="7941" y="39892"/>
                </a:lnTo>
                <a:lnTo>
                  <a:pt x="0" y="48072"/>
                </a:lnTo>
                <a:lnTo>
                  <a:pt x="0" y="69450"/>
                </a:lnTo>
                <a:lnTo>
                  <a:pt x="12019" y="8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3649592" y="3479769"/>
            <a:ext cx="8048" cy="44925"/>
          </a:xfrm>
          <a:custGeom>
            <a:avLst/>
            <a:gdLst/>
            <a:ahLst/>
            <a:cxnLst/>
            <a:rect l="l" t="t" r="r" b="b"/>
            <a:pathLst>
              <a:path w="8048" h="44925">
                <a:moveTo>
                  <a:pt x="3541" y="36244"/>
                </a:moveTo>
                <a:lnTo>
                  <a:pt x="8048" y="0"/>
                </a:lnTo>
                <a:lnTo>
                  <a:pt x="0" y="0"/>
                </a:lnTo>
                <a:lnTo>
                  <a:pt x="0" y="44925"/>
                </a:lnTo>
                <a:lnTo>
                  <a:pt x="3541" y="362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3657641" y="3492031"/>
            <a:ext cx="8048" cy="93975"/>
          </a:xfrm>
          <a:custGeom>
            <a:avLst/>
            <a:gdLst/>
            <a:ahLst/>
            <a:cxnLst/>
            <a:rect l="l" t="t" r="r" b="b"/>
            <a:pathLst>
              <a:path w="8048" h="93975">
                <a:moveTo>
                  <a:pt x="8048" y="45902"/>
                </a:moveTo>
                <a:lnTo>
                  <a:pt x="8048" y="40802"/>
                </a:lnTo>
                <a:lnTo>
                  <a:pt x="4507" y="49483"/>
                </a:lnTo>
                <a:lnTo>
                  <a:pt x="0" y="0"/>
                </a:lnTo>
                <a:lnTo>
                  <a:pt x="8048" y="93975"/>
                </a:lnTo>
                <a:lnTo>
                  <a:pt x="8048" y="459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3661612" y="3361377"/>
            <a:ext cx="24145" cy="142915"/>
          </a:xfrm>
          <a:custGeom>
            <a:avLst/>
            <a:gdLst/>
            <a:ahLst/>
            <a:cxnLst/>
            <a:rect l="l" t="t" r="r" b="b"/>
            <a:pathLst>
              <a:path w="24145" h="142915">
                <a:moveTo>
                  <a:pt x="8048" y="118391"/>
                </a:moveTo>
                <a:lnTo>
                  <a:pt x="0" y="142915"/>
                </a:lnTo>
                <a:lnTo>
                  <a:pt x="20068" y="142915"/>
                </a:lnTo>
                <a:lnTo>
                  <a:pt x="20068" y="89851"/>
                </a:lnTo>
                <a:lnTo>
                  <a:pt x="16097" y="61203"/>
                </a:lnTo>
                <a:lnTo>
                  <a:pt x="24145" y="36678"/>
                </a:lnTo>
                <a:lnTo>
                  <a:pt x="20067" y="0"/>
                </a:lnTo>
                <a:lnTo>
                  <a:pt x="12126" y="3038"/>
                </a:lnTo>
                <a:lnTo>
                  <a:pt x="12126" y="36678"/>
                </a:lnTo>
                <a:lnTo>
                  <a:pt x="4077" y="36678"/>
                </a:lnTo>
                <a:lnTo>
                  <a:pt x="4077" y="77589"/>
                </a:lnTo>
                <a:lnTo>
                  <a:pt x="16097" y="77589"/>
                </a:lnTo>
                <a:lnTo>
                  <a:pt x="12126" y="48940"/>
                </a:lnTo>
                <a:lnTo>
                  <a:pt x="12126" y="40802"/>
                </a:lnTo>
                <a:lnTo>
                  <a:pt x="12126" y="48940"/>
                </a:lnTo>
                <a:lnTo>
                  <a:pt x="16097" y="77589"/>
                </a:lnTo>
                <a:lnTo>
                  <a:pt x="8048" y="102113"/>
                </a:lnTo>
                <a:lnTo>
                  <a:pt x="12126" y="130653"/>
                </a:lnTo>
                <a:lnTo>
                  <a:pt x="12126" y="138792"/>
                </a:lnTo>
                <a:lnTo>
                  <a:pt x="12126" y="130653"/>
                </a:lnTo>
                <a:lnTo>
                  <a:pt x="8048" y="1183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3753903" y="2854932"/>
            <a:ext cx="12019" cy="53064"/>
          </a:xfrm>
          <a:custGeom>
            <a:avLst/>
            <a:gdLst/>
            <a:ahLst/>
            <a:cxnLst/>
            <a:rect l="l" t="t" r="r" b="b"/>
            <a:pathLst>
              <a:path w="12019" h="53064">
                <a:moveTo>
                  <a:pt x="11590" y="15843"/>
                </a:moveTo>
                <a:lnTo>
                  <a:pt x="8048" y="0"/>
                </a:lnTo>
                <a:lnTo>
                  <a:pt x="8048" y="19424"/>
                </a:lnTo>
                <a:lnTo>
                  <a:pt x="0" y="27563"/>
                </a:lnTo>
                <a:lnTo>
                  <a:pt x="8048" y="24524"/>
                </a:lnTo>
                <a:lnTo>
                  <a:pt x="12019" y="53064"/>
                </a:lnTo>
                <a:lnTo>
                  <a:pt x="11590" y="158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3802088" y="2785482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7941" y="4123"/>
                </a:moveTo>
                <a:lnTo>
                  <a:pt x="7941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24524"/>
                </a:lnTo>
                <a:lnTo>
                  <a:pt x="0" y="20401"/>
                </a:lnTo>
                <a:lnTo>
                  <a:pt x="7941" y="24524"/>
                </a:lnTo>
                <a:lnTo>
                  <a:pt x="7941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3785990" y="2761066"/>
            <a:ext cx="24038" cy="48940"/>
          </a:xfrm>
          <a:custGeom>
            <a:avLst/>
            <a:gdLst/>
            <a:ahLst/>
            <a:cxnLst/>
            <a:rect l="l" t="t" r="r" b="b"/>
            <a:pathLst>
              <a:path w="24038" h="48940">
                <a:moveTo>
                  <a:pt x="12019" y="24416"/>
                </a:moveTo>
                <a:lnTo>
                  <a:pt x="20068" y="16277"/>
                </a:lnTo>
                <a:lnTo>
                  <a:pt x="24038" y="12153"/>
                </a:lnTo>
                <a:lnTo>
                  <a:pt x="20068" y="0"/>
                </a:lnTo>
                <a:lnTo>
                  <a:pt x="8048" y="12153"/>
                </a:lnTo>
                <a:lnTo>
                  <a:pt x="0" y="0"/>
                </a:lnTo>
                <a:lnTo>
                  <a:pt x="0" y="36678"/>
                </a:lnTo>
                <a:lnTo>
                  <a:pt x="3970" y="48940"/>
                </a:lnTo>
                <a:lnTo>
                  <a:pt x="12019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3810029" y="2777343"/>
            <a:ext cx="8048" cy="8138"/>
          </a:xfrm>
          <a:custGeom>
            <a:avLst/>
            <a:gdLst/>
            <a:ahLst/>
            <a:cxnLst/>
            <a:rect l="l" t="t" r="r" b="b"/>
            <a:pathLst>
              <a:path w="8048" h="8138">
                <a:moveTo>
                  <a:pt x="8048" y="0"/>
                </a:moveTo>
                <a:lnTo>
                  <a:pt x="0" y="0"/>
                </a:lnTo>
                <a:lnTo>
                  <a:pt x="0" y="8138"/>
                </a:lnTo>
                <a:lnTo>
                  <a:pt x="8048" y="8138"/>
                </a:lnTo>
                <a:lnTo>
                  <a:pt x="0" y="4123"/>
                </a:lnTo>
                <a:lnTo>
                  <a:pt x="8048" y="8138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3785990" y="2752819"/>
            <a:ext cx="32087" cy="24524"/>
          </a:xfrm>
          <a:custGeom>
            <a:avLst/>
            <a:gdLst/>
            <a:ahLst/>
            <a:cxnLst/>
            <a:rect l="l" t="t" r="r" b="b"/>
            <a:pathLst>
              <a:path w="32087" h="24524">
                <a:moveTo>
                  <a:pt x="24038" y="20401"/>
                </a:moveTo>
                <a:lnTo>
                  <a:pt x="20068" y="24524"/>
                </a:lnTo>
                <a:lnTo>
                  <a:pt x="24038" y="20473"/>
                </a:lnTo>
                <a:lnTo>
                  <a:pt x="32087" y="12262"/>
                </a:lnTo>
                <a:lnTo>
                  <a:pt x="28116" y="0"/>
                </a:lnTo>
                <a:lnTo>
                  <a:pt x="8048" y="0"/>
                </a:lnTo>
                <a:lnTo>
                  <a:pt x="8048" y="8247"/>
                </a:lnTo>
                <a:lnTo>
                  <a:pt x="0" y="8247"/>
                </a:lnTo>
                <a:lnTo>
                  <a:pt x="8048" y="20401"/>
                </a:lnTo>
                <a:lnTo>
                  <a:pt x="20068" y="8247"/>
                </a:lnTo>
                <a:lnTo>
                  <a:pt x="24038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3822048" y="2761066"/>
            <a:ext cx="28116" cy="24416"/>
          </a:xfrm>
          <a:custGeom>
            <a:avLst/>
            <a:gdLst/>
            <a:ahLst/>
            <a:cxnLst/>
            <a:rect l="l" t="t" r="r" b="b"/>
            <a:pathLst>
              <a:path w="28116" h="24416">
                <a:moveTo>
                  <a:pt x="28116" y="0"/>
                </a:moveTo>
                <a:lnTo>
                  <a:pt x="20068" y="0"/>
                </a:lnTo>
                <a:lnTo>
                  <a:pt x="20068" y="12153"/>
                </a:lnTo>
                <a:lnTo>
                  <a:pt x="8048" y="0"/>
                </a:lnTo>
                <a:lnTo>
                  <a:pt x="4077" y="12153"/>
                </a:lnTo>
                <a:lnTo>
                  <a:pt x="0" y="16277"/>
                </a:lnTo>
                <a:lnTo>
                  <a:pt x="8048" y="16277"/>
                </a:lnTo>
                <a:lnTo>
                  <a:pt x="16097" y="24416"/>
                </a:lnTo>
                <a:lnTo>
                  <a:pt x="16097" y="16277"/>
                </a:lnTo>
                <a:lnTo>
                  <a:pt x="28116" y="16277"/>
                </a:lnTo>
                <a:lnTo>
                  <a:pt x="281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3838146" y="2777343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8138"/>
                </a:lnTo>
                <a:lnTo>
                  <a:pt x="8048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3842116" y="2810007"/>
            <a:ext cx="24038" cy="66520"/>
          </a:xfrm>
          <a:custGeom>
            <a:avLst/>
            <a:gdLst/>
            <a:ahLst/>
            <a:cxnLst/>
            <a:rect l="l" t="t" r="r" b="b"/>
            <a:pathLst>
              <a:path w="24038" h="66520">
                <a:moveTo>
                  <a:pt x="4077" y="0"/>
                </a:moveTo>
                <a:lnTo>
                  <a:pt x="16097" y="12262"/>
                </a:lnTo>
                <a:lnTo>
                  <a:pt x="16097" y="4123"/>
                </a:lnTo>
                <a:lnTo>
                  <a:pt x="16097" y="12262"/>
                </a:lnTo>
                <a:lnTo>
                  <a:pt x="4077" y="0"/>
                </a:lnTo>
                <a:lnTo>
                  <a:pt x="12019" y="24524"/>
                </a:lnTo>
                <a:lnTo>
                  <a:pt x="0" y="24524"/>
                </a:lnTo>
                <a:lnTo>
                  <a:pt x="0" y="50025"/>
                </a:lnTo>
                <a:lnTo>
                  <a:pt x="11590" y="61745"/>
                </a:lnTo>
                <a:lnTo>
                  <a:pt x="16311" y="66520"/>
                </a:lnTo>
                <a:lnTo>
                  <a:pt x="20604" y="36244"/>
                </a:lnTo>
                <a:lnTo>
                  <a:pt x="24038" y="39810"/>
                </a:lnTo>
                <a:lnTo>
                  <a:pt x="24038" y="0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858428" y="2846251"/>
            <a:ext cx="16955" cy="30276"/>
          </a:xfrm>
          <a:custGeom>
            <a:avLst/>
            <a:gdLst/>
            <a:ahLst/>
            <a:cxnLst/>
            <a:rect l="l" t="t" r="r" b="b"/>
            <a:pathLst>
              <a:path w="16955" h="30276">
                <a:moveTo>
                  <a:pt x="0" y="30276"/>
                </a:moveTo>
                <a:lnTo>
                  <a:pt x="7619" y="30276"/>
                </a:lnTo>
                <a:lnTo>
                  <a:pt x="7726" y="8681"/>
                </a:lnTo>
                <a:lnTo>
                  <a:pt x="12233" y="25501"/>
                </a:lnTo>
                <a:lnTo>
                  <a:pt x="16955" y="20726"/>
                </a:lnTo>
                <a:lnTo>
                  <a:pt x="16955" y="13021"/>
                </a:lnTo>
                <a:lnTo>
                  <a:pt x="12233" y="8247"/>
                </a:lnTo>
                <a:lnTo>
                  <a:pt x="7726" y="3566"/>
                </a:lnTo>
                <a:lnTo>
                  <a:pt x="4292" y="0"/>
                </a:lnTo>
                <a:lnTo>
                  <a:pt x="0" y="302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773971" y="2846794"/>
            <a:ext cx="20068" cy="49483"/>
          </a:xfrm>
          <a:custGeom>
            <a:avLst/>
            <a:gdLst/>
            <a:ahLst/>
            <a:cxnLst/>
            <a:rect l="l" t="t" r="r" b="b"/>
            <a:pathLst>
              <a:path w="20068" h="49483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429" y="49483"/>
                </a:lnTo>
                <a:lnTo>
                  <a:pt x="3970" y="40802"/>
                </a:lnTo>
                <a:lnTo>
                  <a:pt x="12019" y="37763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745854" y="2752819"/>
            <a:ext cx="112359" cy="220613"/>
          </a:xfrm>
          <a:custGeom>
            <a:avLst/>
            <a:gdLst/>
            <a:ahLst/>
            <a:cxnLst/>
            <a:rect l="l" t="t" r="r" b="b"/>
            <a:pathLst>
              <a:path w="112359" h="220613">
                <a:moveTo>
                  <a:pt x="40136" y="102113"/>
                </a:moveTo>
                <a:lnTo>
                  <a:pt x="48184" y="106237"/>
                </a:lnTo>
                <a:lnTo>
                  <a:pt x="48184" y="81712"/>
                </a:lnTo>
                <a:lnTo>
                  <a:pt x="56233" y="81712"/>
                </a:lnTo>
                <a:lnTo>
                  <a:pt x="56233" y="44925"/>
                </a:lnTo>
                <a:lnTo>
                  <a:pt x="64174" y="32663"/>
                </a:lnTo>
                <a:lnTo>
                  <a:pt x="64174" y="24524"/>
                </a:lnTo>
                <a:lnTo>
                  <a:pt x="72223" y="24524"/>
                </a:lnTo>
                <a:lnTo>
                  <a:pt x="72223" y="32663"/>
                </a:lnTo>
                <a:lnTo>
                  <a:pt x="80272" y="32663"/>
                </a:lnTo>
                <a:lnTo>
                  <a:pt x="80272" y="28648"/>
                </a:lnTo>
                <a:lnTo>
                  <a:pt x="80272" y="49049"/>
                </a:lnTo>
                <a:lnTo>
                  <a:pt x="88320" y="49049"/>
                </a:lnTo>
                <a:lnTo>
                  <a:pt x="88320" y="81712"/>
                </a:lnTo>
                <a:lnTo>
                  <a:pt x="108281" y="81712"/>
                </a:lnTo>
                <a:lnTo>
                  <a:pt x="100340" y="57188"/>
                </a:lnTo>
                <a:lnTo>
                  <a:pt x="112359" y="57188"/>
                </a:lnTo>
                <a:lnTo>
                  <a:pt x="104310" y="28648"/>
                </a:lnTo>
                <a:lnTo>
                  <a:pt x="112359" y="57188"/>
                </a:lnTo>
                <a:lnTo>
                  <a:pt x="112359" y="24524"/>
                </a:lnTo>
                <a:lnTo>
                  <a:pt x="104310" y="24524"/>
                </a:lnTo>
                <a:lnTo>
                  <a:pt x="104310" y="36786"/>
                </a:lnTo>
                <a:lnTo>
                  <a:pt x="100340" y="49049"/>
                </a:lnTo>
                <a:lnTo>
                  <a:pt x="96262" y="69450"/>
                </a:lnTo>
                <a:lnTo>
                  <a:pt x="96262" y="77589"/>
                </a:lnTo>
                <a:lnTo>
                  <a:pt x="96262" y="69450"/>
                </a:lnTo>
                <a:lnTo>
                  <a:pt x="100340" y="49049"/>
                </a:lnTo>
                <a:lnTo>
                  <a:pt x="92291" y="32663"/>
                </a:lnTo>
                <a:lnTo>
                  <a:pt x="88320" y="36786"/>
                </a:lnTo>
                <a:lnTo>
                  <a:pt x="88320" y="44925"/>
                </a:lnTo>
                <a:lnTo>
                  <a:pt x="88320" y="36786"/>
                </a:lnTo>
                <a:lnTo>
                  <a:pt x="92291" y="32663"/>
                </a:lnTo>
                <a:lnTo>
                  <a:pt x="84242" y="24524"/>
                </a:lnTo>
                <a:lnTo>
                  <a:pt x="76194" y="24524"/>
                </a:lnTo>
                <a:lnTo>
                  <a:pt x="80272" y="20401"/>
                </a:lnTo>
                <a:lnTo>
                  <a:pt x="84242" y="8247"/>
                </a:lnTo>
                <a:lnTo>
                  <a:pt x="96262" y="20401"/>
                </a:lnTo>
                <a:lnTo>
                  <a:pt x="96262" y="0"/>
                </a:lnTo>
                <a:lnTo>
                  <a:pt x="68252" y="0"/>
                </a:lnTo>
                <a:lnTo>
                  <a:pt x="72223" y="12262"/>
                </a:lnTo>
                <a:lnTo>
                  <a:pt x="64174" y="20473"/>
                </a:lnTo>
                <a:lnTo>
                  <a:pt x="60204" y="24524"/>
                </a:lnTo>
                <a:lnTo>
                  <a:pt x="52155" y="32663"/>
                </a:lnTo>
                <a:lnTo>
                  <a:pt x="44106" y="57188"/>
                </a:lnTo>
                <a:lnTo>
                  <a:pt x="48184" y="69450"/>
                </a:lnTo>
                <a:lnTo>
                  <a:pt x="48184" y="77589"/>
                </a:lnTo>
                <a:lnTo>
                  <a:pt x="48184" y="69450"/>
                </a:lnTo>
                <a:lnTo>
                  <a:pt x="44106" y="57188"/>
                </a:lnTo>
                <a:lnTo>
                  <a:pt x="32087" y="61311"/>
                </a:lnTo>
                <a:lnTo>
                  <a:pt x="44106" y="57188"/>
                </a:lnTo>
                <a:lnTo>
                  <a:pt x="40136" y="44925"/>
                </a:lnTo>
                <a:lnTo>
                  <a:pt x="40136" y="32663"/>
                </a:lnTo>
                <a:lnTo>
                  <a:pt x="32087" y="32663"/>
                </a:lnTo>
                <a:lnTo>
                  <a:pt x="32087" y="69450"/>
                </a:lnTo>
                <a:lnTo>
                  <a:pt x="36165" y="81712"/>
                </a:lnTo>
                <a:lnTo>
                  <a:pt x="24145" y="93975"/>
                </a:lnTo>
                <a:lnTo>
                  <a:pt x="24145" y="175687"/>
                </a:lnTo>
                <a:lnTo>
                  <a:pt x="24145" y="81712"/>
                </a:lnTo>
                <a:lnTo>
                  <a:pt x="16097" y="81712"/>
                </a:lnTo>
                <a:lnTo>
                  <a:pt x="16097" y="102113"/>
                </a:lnTo>
                <a:lnTo>
                  <a:pt x="19638" y="117957"/>
                </a:lnTo>
                <a:lnTo>
                  <a:pt x="20068" y="155178"/>
                </a:lnTo>
                <a:lnTo>
                  <a:pt x="12019" y="179702"/>
                </a:lnTo>
                <a:lnTo>
                  <a:pt x="16097" y="208351"/>
                </a:lnTo>
                <a:lnTo>
                  <a:pt x="16097" y="216489"/>
                </a:lnTo>
                <a:lnTo>
                  <a:pt x="16097" y="208351"/>
                </a:lnTo>
                <a:lnTo>
                  <a:pt x="12019" y="196088"/>
                </a:lnTo>
                <a:lnTo>
                  <a:pt x="0" y="200103"/>
                </a:lnTo>
                <a:lnTo>
                  <a:pt x="12019" y="196088"/>
                </a:lnTo>
                <a:lnTo>
                  <a:pt x="0" y="175687"/>
                </a:lnTo>
                <a:lnTo>
                  <a:pt x="0" y="208351"/>
                </a:lnTo>
                <a:lnTo>
                  <a:pt x="4077" y="220613"/>
                </a:lnTo>
                <a:lnTo>
                  <a:pt x="24145" y="220613"/>
                </a:lnTo>
                <a:lnTo>
                  <a:pt x="24145" y="179702"/>
                </a:lnTo>
                <a:lnTo>
                  <a:pt x="32087" y="179702"/>
                </a:lnTo>
                <a:lnTo>
                  <a:pt x="32087" y="139877"/>
                </a:lnTo>
                <a:lnTo>
                  <a:pt x="40136" y="131738"/>
                </a:lnTo>
                <a:lnTo>
                  <a:pt x="32087" y="134777"/>
                </a:lnTo>
                <a:lnTo>
                  <a:pt x="28545" y="143458"/>
                </a:lnTo>
                <a:lnTo>
                  <a:pt x="28116" y="106237"/>
                </a:lnTo>
                <a:lnTo>
                  <a:pt x="40136" y="93975"/>
                </a:lnTo>
                <a:lnTo>
                  <a:pt x="40136" y="1021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866048" y="2854932"/>
            <a:ext cx="4614" cy="21594"/>
          </a:xfrm>
          <a:custGeom>
            <a:avLst/>
            <a:gdLst/>
            <a:ahLst/>
            <a:cxnLst/>
            <a:rect l="l" t="t" r="r" b="b"/>
            <a:pathLst>
              <a:path w="4614" h="21594">
                <a:moveTo>
                  <a:pt x="107" y="0"/>
                </a:moveTo>
                <a:lnTo>
                  <a:pt x="0" y="21594"/>
                </a:lnTo>
                <a:lnTo>
                  <a:pt x="4614" y="16820"/>
                </a:lnTo>
                <a:lnTo>
                  <a:pt x="10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737913" y="2948907"/>
            <a:ext cx="24038" cy="40802"/>
          </a:xfrm>
          <a:custGeom>
            <a:avLst/>
            <a:gdLst/>
            <a:ahLst/>
            <a:cxnLst/>
            <a:rect l="l" t="t" r="r" b="b"/>
            <a:pathLst>
              <a:path w="24038" h="40802">
                <a:moveTo>
                  <a:pt x="7941" y="0"/>
                </a:moveTo>
                <a:lnTo>
                  <a:pt x="0" y="0"/>
                </a:lnTo>
                <a:lnTo>
                  <a:pt x="0" y="35267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267"/>
                </a:lnTo>
                <a:lnTo>
                  <a:pt x="24038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745854" y="2879457"/>
            <a:ext cx="20068" cy="81712"/>
          </a:xfrm>
          <a:custGeom>
            <a:avLst/>
            <a:gdLst/>
            <a:ahLst/>
            <a:cxnLst/>
            <a:rect l="l" t="t" r="r" b="b"/>
            <a:pathLst>
              <a:path w="20068" h="81712">
                <a:moveTo>
                  <a:pt x="0" y="49049"/>
                </a:moveTo>
                <a:lnTo>
                  <a:pt x="12019" y="69450"/>
                </a:lnTo>
                <a:lnTo>
                  <a:pt x="8048" y="40802"/>
                </a:lnTo>
                <a:lnTo>
                  <a:pt x="8048" y="32663"/>
                </a:lnTo>
                <a:lnTo>
                  <a:pt x="8048" y="40802"/>
                </a:lnTo>
                <a:lnTo>
                  <a:pt x="12019" y="69450"/>
                </a:lnTo>
                <a:lnTo>
                  <a:pt x="16097" y="81712"/>
                </a:lnTo>
                <a:lnTo>
                  <a:pt x="12019" y="53064"/>
                </a:lnTo>
                <a:lnTo>
                  <a:pt x="20068" y="28539"/>
                </a:lnTo>
                <a:lnTo>
                  <a:pt x="16097" y="0"/>
                </a:lnTo>
                <a:lnTo>
                  <a:pt x="8048" y="3038"/>
                </a:lnTo>
                <a:lnTo>
                  <a:pt x="8048" y="28539"/>
                </a:lnTo>
                <a:lnTo>
                  <a:pt x="0" y="28539"/>
                </a:lnTo>
                <a:lnTo>
                  <a:pt x="0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770000" y="2810007"/>
            <a:ext cx="12019" cy="110252"/>
          </a:xfrm>
          <a:custGeom>
            <a:avLst/>
            <a:gdLst/>
            <a:ahLst/>
            <a:cxnLst/>
            <a:rect l="l" t="t" r="r" b="b"/>
            <a:pathLst>
              <a:path w="12019" h="110252">
                <a:moveTo>
                  <a:pt x="0" y="20401"/>
                </a:moveTo>
                <a:lnTo>
                  <a:pt x="0" y="28648"/>
                </a:lnTo>
                <a:lnTo>
                  <a:pt x="0" y="24524"/>
                </a:lnTo>
                <a:lnTo>
                  <a:pt x="0" y="110252"/>
                </a:lnTo>
                <a:lnTo>
                  <a:pt x="0" y="36787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954476" y="3606407"/>
            <a:ext cx="18672" cy="44925"/>
          </a:xfrm>
          <a:custGeom>
            <a:avLst/>
            <a:gdLst/>
            <a:ahLst/>
            <a:cxnLst/>
            <a:rect l="l" t="t" r="r" b="b"/>
            <a:pathLst>
              <a:path w="18672" h="44925">
                <a:moveTo>
                  <a:pt x="12019" y="4015"/>
                </a:moveTo>
                <a:lnTo>
                  <a:pt x="0" y="0"/>
                </a:lnTo>
                <a:lnTo>
                  <a:pt x="0" y="39391"/>
                </a:lnTo>
                <a:lnTo>
                  <a:pt x="5365" y="44925"/>
                </a:lnTo>
                <a:lnTo>
                  <a:pt x="18672" y="44925"/>
                </a:lnTo>
                <a:lnTo>
                  <a:pt x="12019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898242" y="3186708"/>
            <a:ext cx="8048" cy="65393"/>
          </a:xfrm>
          <a:custGeom>
            <a:avLst/>
            <a:gdLst/>
            <a:ahLst/>
            <a:cxnLst/>
            <a:rect l="l" t="t" r="r" b="b"/>
            <a:pathLst>
              <a:path w="8048" h="65393">
                <a:moveTo>
                  <a:pt x="8048" y="65393"/>
                </a:moveTo>
                <a:lnTo>
                  <a:pt x="3541" y="3647"/>
                </a:lnTo>
                <a:lnTo>
                  <a:pt x="0" y="0"/>
                </a:lnTo>
                <a:lnTo>
                  <a:pt x="0" y="57254"/>
                </a:lnTo>
                <a:lnTo>
                  <a:pt x="8048" y="653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930330" y="3414442"/>
            <a:ext cx="12126" cy="24524"/>
          </a:xfrm>
          <a:custGeom>
            <a:avLst/>
            <a:gdLst/>
            <a:ahLst/>
            <a:cxnLst/>
            <a:rect l="l" t="t" r="r" b="b"/>
            <a:pathLst>
              <a:path w="12126" h="24524">
                <a:moveTo>
                  <a:pt x="4077" y="0"/>
                </a:moveTo>
                <a:lnTo>
                  <a:pt x="0" y="12262"/>
                </a:lnTo>
                <a:lnTo>
                  <a:pt x="12126" y="24524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938378" y="3438967"/>
            <a:ext cx="4077" cy="61745"/>
          </a:xfrm>
          <a:custGeom>
            <a:avLst/>
            <a:gdLst/>
            <a:ahLst/>
            <a:cxnLst/>
            <a:rect l="l" t="t" r="r" b="b"/>
            <a:pathLst>
              <a:path w="4077" h="61745">
                <a:moveTo>
                  <a:pt x="4077" y="0"/>
                </a:moveTo>
                <a:lnTo>
                  <a:pt x="0" y="53064"/>
                </a:lnTo>
                <a:lnTo>
                  <a:pt x="3541" y="61745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3874204" y="2948907"/>
            <a:ext cx="4077" cy="53607"/>
          </a:xfrm>
          <a:custGeom>
            <a:avLst/>
            <a:gdLst/>
            <a:ahLst/>
            <a:cxnLst/>
            <a:rect l="l" t="t" r="r" b="b"/>
            <a:pathLst>
              <a:path w="4077" h="53607">
                <a:moveTo>
                  <a:pt x="4077" y="0"/>
                </a:moveTo>
                <a:lnTo>
                  <a:pt x="0" y="44925"/>
                </a:lnTo>
                <a:lnTo>
                  <a:pt x="3541" y="53607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3855531" y="2850809"/>
            <a:ext cx="6653" cy="44925"/>
          </a:xfrm>
          <a:custGeom>
            <a:avLst/>
            <a:gdLst/>
            <a:ahLst/>
            <a:cxnLst/>
            <a:rect l="l" t="t" r="r" b="b"/>
            <a:pathLst>
              <a:path w="6653" h="44925">
                <a:moveTo>
                  <a:pt x="0" y="0"/>
                </a:moveTo>
                <a:lnTo>
                  <a:pt x="2682" y="44925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3850165" y="2850809"/>
            <a:ext cx="32087" cy="204227"/>
          </a:xfrm>
          <a:custGeom>
            <a:avLst/>
            <a:gdLst/>
            <a:ahLst/>
            <a:cxnLst/>
            <a:rect l="l" t="t" r="r" b="b"/>
            <a:pathLst>
              <a:path w="32087" h="204227">
                <a:moveTo>
                  <a:pt x="5365" y="0"/>
                </a:moveTo>
                <a:lnTo>
                  <a:pt x="0" y="5534"/>
                </a:lnTo>
                <a:lnTo>
                  <a:pt x="0" y="41887"/>
                </a:lnTo>
                <a:lnTo>
                  <a:pt x="8048" y="50025"/>
                </a:lnTo>
                <a:lnTo>
                  <a:pt x="11590" y="53607"/>
                </a:lnTo>
                <a:lnTo>
                  <a:pt x="15990" y="98098"/>
                </a:lnTo>
                <a:lnTo>
                  <a:pt x="15990" y="93975"/>
                </a:lnTo>
                <a:lnTo>
                  <a:pt x="15990" y="139877"/>
                </a:lnTo>
                <a:lnTo>
                  <a:pt x="24038" y="148091"/>
                </a:lnTo>
                <a:lnTo>
                  <a:pt x="24038" y="204227"/>
                </a:lnTo>
                <a:lnTo>
                  <a:pt x="32087" y="204227"/>
                </a:lnTo>
                <a:lnTo>
                  <a:pt x="32087" y="73573"/>
                </a:lnTo>
                <a:lnTo>
                  <a:pt x="24038" y="36786"/>
                </a:lnTo>
                <a:lnTo>
                  <a:pt x="32087" y="73573"/>
                </a:lnTo>
                <a:lnTo>
                  <a:pt x="32087" y="39933"/>
                </a:lnTo>
                <a:lnTo>
                  <a:pt x="24038" y="31719"/>
                </a:lnTo>
                <a:lnTo>
                  <a:pt x="24038" y="5534"/>
                </a:lnTo>
                <a:lnTo>
                  <a:pt x="18672" y="0"/>
                </a:lnTo>
                <a:lnTo>
                  <a:pt x="20497" y="28105"/>
                </a:lnTo>
                <a:lnTo>
                  <a:pt x="20068" y="73573"/>
                </a:lnTo>
                <a:lnTo>
                  <a:pt x="28116" y="98098"/>
                </a:lnTo>
                <a:lnTo>
                  <a:pt x="27580" y="151705"/>
                </a:lnTo>
                <a:lnTo>
                  <a:pt x="24038" y="143024"/>
                </a:lnTo>
                <a:lnTo>
                  <a:pt x="28116" y="98098"/>
                </a:lnTo>
                <a:lnTo>
                  <a:pt x="15990" y="85836"/>
                </a:lnTo>
                <a:lnTo>
                  <a:pt x="12019" y="0"/>
                </a:lnTo>
                <a:lnTo>
                  <a:pt x="8048" y="44925"/>
                </a:lnTo>
                <a:lnTo>
                  <a:pt x="53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3862184" y="2850809"/>
            <a:ext cx="16097" cy="98098"/>
          </a:xfrm>
          <a:custGeom>
            <a:avLst/>
            <a:gdLst/>
            <a:ahLst/>
            <a:cxnLst/>
            <a:rect l="l" t="t" r="r" b="b"/>
            <a:pathLst>
              <a:path w="16097" h="98098">
                <a:moveTo>
                  <a:pt x="6653" y="0"/>
                </a:moveTo>
                <a:lnTo>
                  <a:pt x="0" y="0"/>
                </a:lnTo>
                <a:lnTo>
                  <a:pt x="3970" y="85836"/>
                </a:lnTo>
                <a:lnTo>
                  <a:pt x="16097" y="98098"/>
                </a:lnTo>
                <a:lnTo>
                  <a:pt x="8048" y="73573"/>
                </a:lnTo>
                <a:lnTo>
                  <a:pt x="8477" y="28105"/>
                </a:lnTo>
                <a:lnTo>
                  <a:pt x="665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882252" y="2924383"/>
            <a:ext cx="24038" cy="257291"/>
          </a:xfrm>
          <a:custGeom>
            <a:avLst/>
            <a:gdLst/>
            <a:ahLst/>
            <a:cxnLst/>
            <a:rect l="l" t="t" r="r" b="b"/>
            <a:pathLst>
              <a:path w="24038" h="257291">
                <a:moveTo>
                  <a:pt x="24038" y="175579"/>
                </a:moveTo>
                <a:lnTo>
                  <a:pt x="24038" y="106128"/>
                </a:lnTo>
                <a:lnTo>
                  <a:pt x="15990" y="106128"/>
                </a:lnTo>
                <a:lnTo>
                  <a:pt x="15990" y="118391"/>
                </a:lnTo>
                <a:lnTo>
                  <a:pt x="12019" y="130653"/>
                </a:lnTo>
                <a:lnTo>
                  <a:pt x="8048" y="191965"/>
                </a:lnTo>
                <a:lnTo>
                  <a:pt x="8048" y="200103"/>
                </a:lnTo>
                <a:lnTo>
                  <a:pt x="8048" y="191965"/>
                </a:lnTo>
                <a:lnTo>
                  <a:pt x="12019" y="130653"/>
                </a:lnTo>
                <a:lnTo>
                  <a:pt x="0" y="118391"/>
                </a:lnTo>
                <a:lnTo>
                  <a:pt x="3970" y="106128"/>
                </a:lnTo>
                <a:lnTo>
                  <a:pt x="4507" y="52630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204227"/>
                </a:lnTo>
                <a:lnTo>
                  <a:pt x="8048" y="204227"/>
                </a:lnTo>
                <a:lnTo>
                  <a:pt x="15990" y="257291"/>
                </a:lnTo>
                <a:lnTo>
                  <a:pt x="20068" y="204227"/>
                </a:lnTo>
                <a:lnTo>
                  <a:pt x="12019" y="179702"/>
                </a:lnTo>
                <a:lnTo>
                  <a:pt x="24038" y="179702"/>
                </a:lnTo>
                <a:lnTo>
                  <a:pt x="15990" y="110252"/>
                </a:lnTo>
                <a:lnTo>
                  <a:pt x="24038" y="179702"/>
                </a:lnTo>
                <a:lnTo>
                  <a:pt x="24038" y="1755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882252" y="2924383"/>
            <a:ext cx="15990" cy="130653"/>
          </a:xfrm>
          <a:custGeom>
            <a:avLst/>
            <a:gdLst/>
            <a:ahLst/>
            <a:cxnLst/>
            <a:rect l="l" t="t" r="r" b="b"/>
            <a:pathLst>
              <a:path w="15990" h="130653">
                <a:moveTo>
                  <a:pt x="12019" y="130653"/>
                </a:moveTo>
                <a:lnTo>
                  <a:pt x="15990" y="118391"/>
                </a:lnTo>
                <a:lnTo>
                  <a:pt x="15990" y="106128"/>
                </a:lnTo>
                <a:lnTo>
                  <a:pt x="8048" y="61203"/>
                </a:lnTo>
                <a:lnTo>
                  <a:pt x="15990" y="106128"/>
                </a:lnTo>
                <a:lnTo>
                  <a:pt x="15990" y="64350"/>
                </a:lnTo>
                <a:lnTo>
                  <a:pt x="8048" y="56244"/>
                </a:lnTo>
                <a:lnTo>
                  <a:pt x="8048" y="0"/>
                </a:lnTo>
                <a:lnTo>
                  <a:pt x="0" y="0"/>
                </a:lnTo>
                <a:lnTo>
                  <a:pt x="4507" y="52630"/>
                </a:lnTo>
                <a:lnTo>
                  <a:pt x="3970" y="106128"/>
                </a:lnTo>
                <a:lnTo>
                  <a:pt x="0" y="118391"/>
                </a:lnTo>
                <a:lnTo>
                  <a:pt x="12019" y="1306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858214" y="2900835"/>
            <a:ext cx="7941" cy="48072"/>
          </a:xfrm>
          <a:custGeom>
            <a:avLst/>
            <a:gdLst/>
            <a:ahLst/>
            <a:cxnLst/>
            <a:rect l="l" t="t" r="r" b="b"/>
            <a:pathLst>
              <a:path w="7941" h="48072">
                <a:moveTo>
                  <a:pt x="7941" y="48072"/>
                </a:moveTo>
                <a:lnTo>
                  <a:pt x="3541" y="3581"/>
                </a:lnTo>
                <a:lnTo>
                  <a:pt x="0" y="0"/>
                </a:lnTo>
                <a:lnTo>
                  <a:pt x="0" y="48072"/>
                </a:lnTo>
                <a:lnTo>
                  <a:pt x="7941" y="480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890301" y="3104086"/>
            <a:ext cx="24038" cy="212366"/>
          </a:xfrm>
          <a:custGeom>
            <a:avLst/>
            <a:gdLst/>
            <a:ahLst/>
            <a:cxnLst/>
            <a:rect l="l" t="t" r="r" b="b"/>
            <a:pathLst>
              <a:path w="24038" h="212366">
                <a:moveTo>
                  <a:pt x="0" y="24524"/>
                </a:moveTo>
                <a:lnTo>
                  <a:pt x="0" y="74442"/>
                </a:lnTo>
                <a:lnTo>
                  <a:pt x="7941" y="82622"/>
                </a:lnTo>
                <a:lnTo>
                  <a:pt x="11482" y="86270"/>
                </a:lnTo>
                <a:lnTo>
                  <a:pt x="15989" y="148016"/>
                </a:lnTo>
                <a:lnTo>
                  <a:pt x="15990" y="142915"/>
                </a:lnTo>
                <a:lnTo>
                  <a:pt x="15990" y="212366"/>
                </a:lnTo>
                <a:lnTo>
                  <a:pt x="24038" y="212366"/>
                </a:lnTo>
                <a:lnTo>
                  <a:pt x="19531" y="151597"/>
                </a:lnTo>
                <a:lnTo>
                  <a:pt x="15990" y="4015"/>
                </a:lnTo>
                <a:lnTo>
                  <a:pt x="15990" y="12262"/>
                </a:lnTo>
                <a:lnTo>
                  <a:pt x="15990" y="0"/>
                </a:lnTo>
                <a:lnTo>
                  <a:pt x="3970" y="0"/>
                </a:lnTo>
                <a:lnTo>
                  <a:pt x="12019" y="24524"/>
                </a:lnTo>
                <a:lnTo>
                  <a:pt x="7941" y="77589"/>
                </a:lnTo>
                <a:lnTo>
                  <a:pt x="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906291" y="3104086"/>
            <a:ext cx="40136" cy="458372"/>
          </a:xfrm>
          <a:custGeom>
            <a:avLst/>
            <a:gdLst/>
            <a:ahLst/>
            <a:cxnLst/>
            <a:rect l="l" t="t" r="r" b="b"/>
            <a:pathLst>
              <a:path w="40136" h="458372">
                <a:moveTo>
                  <a:pt x="0" y="12262"/>
                </a:moveTo>
                <a:lnTo>
                  <a:pt x="0" y="4015"/>
                </a:lnTo>
                <a:lnTo>
                  <a:pt x="3541" y="151597"/>
                </a:lnTo>
                <a:lnTo>
                  <a:pt x="8048" y="212366"/>
                </a:lnTo>
                <a:lnTo>
                  <a:pt x="8048" y="208242"/>
                </a:lnTo>
                <a:lnTo>
                  <a:pt x="20068" y="212366"/>
                </a:lnTo>
                <a:lnTo>
                  <a:pt x="24038" y="200103"/>
                </a:lnTo>
                <a:lnTo>
                  <a:pt x="24038" y="191965"/>
                </a:lnTo>
                <a:lnTo>
                  <a:pt x="24038" y="384907"/>
                </a:lnTo>
                <a:lnTo>
                  <a:pt x="32087" y="393045"/>
                </a:lnTo>
                <a:lnTo>
                  <a:pt x="32087" y="450233"/>
                </a:lnTo>
                <a:lnTo>
                  <a:pt x="40135" y="458372"/>
                </a:lnTo>
                <a:lnTo>
                  <a:pt x="40136" y="310356"/>
                </a:lnTo>
                <a:lnTo>
                  <a:pt x="32087" y="257291"/>
                </a:lnTo>
                <a:lnTo>
                  <a:pt x="40136" y="310356"/>
                </a:lnTo>
                <a:lnTo>
                  <a:pt x="40136" y="260330"/>
                </a:lnTo>
                <a:lnTo>
                  <a:pt x="32087" y="252191"/>
                </a:lnTo>
                <a:lnTo>
                  <a:pt x="28545" y="248610"/>
                </a:lnTo>
                <a:lnTo>
                  <a:pt x="28116" y="310356"/>
                </a:lnTo>
                <a:lnTo>
                  <a:pt x="36165" y="334881"/>
                </a:lnTo>
                <a:lnTo>
                  <a:pt x="35628" y="396626"/>
                </a:lnTo>
                <a:lnTo>
                  <a:pt x="32087" y="387945"/>
                </a:lnTo>
                <a:lnTo>
                  <a:pt x="36165" y="334881"/>
                </a:lnTo>
                <a:lnTo>
                  <a:pt x="24038" y="322618"/>
                </a:lnTo>
                <a:lnTo>
                  <a:pt x="28116" y="310356"/>
                </a:lnTo>
                <a:lnTo>
                  <a:pt x="24038" y="187841"/>
                </a:lnTo>
                <a:lnTo>
                  <a:pt x="12019" y="187841"/>
                </a:lnTo>
                <a:lnTo>
                  <a:pt x="8048" y="200103"/>
                </a:lnTo>
                <a:lnTo>
                  <a:pt x="8048" y="69450"/>
                </a:lnTo>
                <a:lnTo>
                  <a:pt x="4507" y="60769"/>
                </a:lnTo>
                <a:lnTo>
                  <a:pt x="8048" y="64350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910798" y="3164855"/>
            <a:ext cx="19531" cy="139334"/>
          </a:xfrm>
          <a:custGeom>
            <a:avLst/>
            <a:gdLst/>
            <a:ahLst/>
            <a:cxnLst/>
            <a:rect l="l" t="t" r="r" b="b"/>
            <a:pathLst>
              <a:path w="19531" h="139334">
                <a:moveTo>
                  <a:pt x="0" y="0"/>
                </a:moveTo>
                <a:lnTo>
                  <a:pt x="3541" y="8681"/>
                </a:lnTo>
                <a:lnTo>
                  <a:pt x="3541" y="139334"/>
                </a:lnTo>
                <a:lnTo>
                  <a:pt x="7512" y="127072"/>
                </a:lnTo>
                <a:lnTo>
                  <a:pt x="19531" y="127072"/>
                </a:lnTo>
                <a:lnTo>
                  <a:pt x="19531" y="77046"/>
                </a:lnTo>
                <a:lnTo>
                  <a:pt x="11590" y="68941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65326"/>
                </a:lnTo>
                <a:lnTo>
                  <a:pt x="11590" y="74008"/>
                </a:lnTo>
                <a:lnTo>
                  <a:pt x="8048" y="65326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914340" y="3316452"/>
            <a:ext cx="15990" cy="122514"/>
          </a:xfrm>
          <a:custGeom>
            <a:avLst/>
            <a:gdLst/>
            <a:ahLst/>
            <a:cxnLst/>
            <a:rect l="l" t="t" r="r" b="b"/>
            <a:pathLst>
              <a:path w="15990" h="122514">
                <a:moveTo>
                  <a:pt x="8048" y="58164"/>
                </a:moveTo>
                <a:lnTo>
                  <a:pt x="8048" y="122514"/>
                </a:lnTo>
                <a:lnTo>
                  <a:pt x="15990" y="122514"/>
                </a:lnTo>
                <a:lnTo>
                  <a:pt x="11590" y="61745"/>
                </a:lnTo>
                <a:lnTo>
                  <a:pt x="8048" y="53064"/>
                </a:lnTo>
                <a:lnTo>
                  <a:pt x="0" y="0"/>
                </a:lnTo>
                <a:lnTo>
                  <a:pt x="0" y="50025"/>
                </a:lnTo>
                <a:lnTo>
                  <a:pt x="8048" y="581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914340" y="3304189"/>
            <a:ext cx="15990" cy="134777"/>
          </a:xfrm>
          <a:custGeom>
            <a:avLst/>
            <a:gdLst/>
            <a:ahLst/>
            <a:cxnLst/>
            <a:rect l="l" t="t" r="r" b="b"/>
            <a:pathLst>
              <a:path w="15990" h="134777">
                <a:moveTo>
                  <a:pt x="12019" y="12262"/>
                </a:moveTo>
                <a:lnTo>
                  <a:pt x="0" y="8138"/>
                </a:lnTo>
                <a:lnTo>
                  <a:pt x="0" y="12262"/>
                </a:lnTo>
                <a:lnTo>
                  <a:pt x="8048" y="65326"/>
                </a:lnTo>
                <a:lnTo>
                  <a:pt x="11590" y="74008"/>
                </a:lnTo>
                <a:lnTo>
                  <a:pt x="15990" y="134777"/>
                </a:lnTo>
                <a:lnTo>
                  <a:pt x="15990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930330" y="3291927"/>
            <a:ext cx="8048" cy="122514"/>
          </a:xfrm>
          <a:custGeom>
            <a:avLst/>
            <a:gdLst/>
            <a:ahLst/>
            <a:cxnLst/>
            <a:rect l="l" t="t" r="r" b="b"/>
            <a:pathLst>
              <a:path w="8048" h="122514">
                <a:moveTo>
                  <a:pt x="8048" y="0"/>
                </a:moveTo>
                <a:lnTo>
                  <a:pt x="0" y="0"/>
                </a:lnTo>
                <a:lnTo>
                  <a:pt x="4077" y="122514"/>
                </a:lnTo>
                <a:lnTo>
                  <a:pt x="4507" y="60769"/>
                </a:lnTo>
                <a:lnTo>
                  <a:pt x="8048" y="6435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946427" y="3414442"/>
            <a:ext cx="32087" cy="236890"/>
          </a:xfrm>
          <a:custGeom>
            <a:avLst/>
            <a:gdLst/>
            <a:ahLst/>
            <a:cxnLst/>
            <a:rect l="l" t="t" r="r" b="b"/>
            <a:pathLst>
              <a:path w="32087" h="236890">
                <a:moveTo>
                  <a:pt x="0" y="12262"/>
                </a:moveTo>
                <a:lnTo>
                  <a:pt x="0" y="148016"/>
                </a:lnTo>
                <a:lnTo>
                  <a:pt x="3541" y="151597"/>
                </a:lnTo>
                <a:lnTo>
                  <a:pt x="0" y="4123"/>
                </a:lnTo>
                <a:lnTo>
                  <a:pt x="3541" y="151597"/>
                </a:lnTo>
                <a:lnTo>
                  <a:pt x="8048" y="195980"/>
                </a:lnTo>
                <a:lnTo>
                  <a:pt x="8048" y="191965"/>
                </a:lnTo>
                <a:lnTo>
                  <a:pt x="20068" y="195980"/>
                </a:lnTo>
                <a:lnTo>
                  <a:pt x="24038" y="183826"/>
                </a:lnTo>
                <a:lnTo>
                  <a:pt x="24038" y="175579"/>
                </a:lnTo>
                <a:lnTo>
                  <a:pt x="24038" y="183826"/>
                </a:lnTo>
                <a:lnTo>
                  <a:pt x="20068" y="195980"/>
                </a:lnTo>
                <a:lnTo>
                  <a:pt x="26721" y="236890"/>
                </a:lnTo>
                <a:lnTo>
                  <a:pt x="32087" y="231356"/>
                </a:lnTo>
                <a:lnTo>
                  <a:pt x="32087" y="171564"/>
                </a:lnTo>
                <a:lnTo>
                  <a:pt x="12019" y="171564"/>
                </a:lnTo>
                <a:lnTo>
                  <a:pt x="8048" y="183826"/>
                </a:lnTo>
                <a:lnTo>
                  <a:pt x="8048" y="69450"/>
                </a:lnTo>
                <a:lnTo>
                  <a:pt x="4507" y="60769"/>
                </a:lnTo>
                <a:lnTo>
                  <a:pt x="8048" y="64383"/>
                </a:lnTo>
                <a:lnTo>
                  <a:pt x="8048" y="0"/>
                </a:lnTo>
                <a:lnTo>
                  <a:pt x="0" y="0"/>
                </a:lnTo>
                <a:lnTo>
                  <a:pt x="0" y="142915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950934" y="3475211"/>
            <a:ext cx="19531" cy="123057"/>
          </a:xfrm>
          <a:custGeom>
            <a:avLst/>
            <a:gdLst/>
            <a:ahLst/>
            <a:cxnLst/>
            <a:rect l="l" t="t" r="r" b="b"/>
            <a:pathLst>
              <a:path w="19531" h="123057">
                <a:moveTo>
                  <a:pt x="0" y="0"/>
                </a:moveTo>
                <a:lnTo>
                  <a:pt x="3541" y="8681"/>
                </a:lnTo>
                <a:lnTo>
                  <a:pt x="3541" y="123057"/>
                </a:lnTo>
                <a:lnTo>
                  <a:pt x="7512" y="110795"/>
                </a:lnTo>
                <a:lnTo>
                  <a:pt x="19531" y="110795"/>
                </a:lnTo>
                <a:lnTo>
                  <a:pt x="19531" y="77046"/>
                </a:lnTo>
                <a:lnTo>
                  <a:pt x="11482" y="68831"/>
                </a:lnTo>
                <a:lnTo>
                  <a:pt x="11482" y="11719"/>
                </a:lnTo>
                <a:lnTo>
                  <a:pt x="3541" y="3614"/>
                </a:lnTo>
                <a:lnTo>
                  <a:pt x="8048" y="65326"/>
                </a:lnTo>
                <a:lnTo>
                  <a:pt x="11482" y="74008"/>
                </a:lnTo>
                <a:lnTo>
                  <a:pt x="8048" y="65326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946427" y="3562458"/>
            <a:ext cx="8048" cy="47964"/>
          </a:xfrm>
          <a:custGeom>
            <a:avLst/>
            <a:gdLst/>
            <a:ahLst/>
            <a:cxnLst/>
            <a:rect l="l" t="t" r="r" b="b"/>
            <a:pathLst>
              <a:path w="8048" h="47964">
                <a:moveTo>
                  <a:pt x="8048" y="47964"/>
                </a:moveTo>
                <a:lnTo>
                  <a:pt x="3541" y="3581"/>
                </a:lnTo>
                <a:lnTo>
                  <a:pt x="0" y="0"/>
                </a:lnTo>
                <a:lnTo>
                  <a:pt x="0" y="47964"/>
                </a:lnTo>
                <a:lnTo>
                  <a:pt x="8048" y="479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4042689" y="3405250"/>
            <a:ext cx="8048" cy="62255"/>
          </a:xfrm>
          <a:custGeom>
            <a:avLst/>
            <a:gdLst/>
            <a:ahLst/>
            <a:cxnLst/>
            <a:rect l="l" t="t" r="r" b="b"/>
            <a:pathLst>
              <a:path w="8048" h="62255">
                <a:moveTo>
                  <a:pt x="3541" y="53574"/>
                </a:moveTo>
                <a:lnTo>
                  <a:pt x="8048" y="0"/>
                </a:lnTo>
                <a:lnTo>
                  <a:pt x="0" y="8214"/>
                </a:lnTo>
                <a:lnTo>
                  <a:pt x="0" y="62255"/>
                </a:lnTo>
                <a:lnTo>
                  <a:pt x="3541" y="535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4058679" y="3258287"/>
            <a:ext cx="8048" cy="73498"/>
          </a:xfrm>
          <a:custGeom>
            <a:avLst/>
            <a:gdLst/>
            <a:ahLst/>
            <a:cxnLst/>
            <a:rect l="l" t="t" r="r" b="b"/>
            <a:pathLst>
              <a:path w="8048" h="73498">
                <a:moveTo>
                  <a:pt x="3541" y="69884"/>
                </a:moveTo>
                <a:lnTo>
                  <a:pt x="8048" y="0"/>
                </a:lnTo>
                <a:lnTo>
                  <a:pt x="0" y="8138"/>
                </a:lnTo>
                <a:lnTo>
                  <a:pt x="0" y="73498"/>
                </a:lnTo>
                <a:lnTo>
                  <a:pt x="3541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4066728" y="3207610"/>
            <a:ext cx="3541" cy="55777"/>
          </a:xfrm>
          <a:custGeom>
            <a:avLst/>
            <a:gdLst/>
            <a:ahLst/>
            <a:cxnLst/>
            <a:rect l="l" t="t" r="r" b="b"/>
            <a:pathLst>
              <a:path w="3541" h="55777">
                <a:moveTo>
                  <a:pt x="3541" y="47096"/>
                </a:moveTo>
                <a:lnTo>
                  <a:pt x="0" y="0"/>
                </a:lnTo>
                <a:lnTo>
                  <a:pt x="0" y="55777"/>
                </a:lnTo>
                <a:lnTo>
                  <a:pt x="3541" y="470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4066728" y="3271526"/>
            <a:ext cx="16097" cy="147039"/>
          </a:xfrm>
          <a:custGeom>
            <a:avLst/>
            <a:gdLst/>
            <a:ahLst/>
            <a:cxnLst/>
            <a:rect l="l" t="t" r="r" b="b"/>
            <a:pathLst>
              <a:path w="16097" h="147039">
                <a:moveTo>
                  <a:pt x="16097" y="5033"/>
                </a:moveTo>
                <a:lnTo>
                  <a:pt x="16097" y="0"/>
                </a:lnTo>
                <a:lnTo>
                  <a:pt x="12555" y="8681"/>
                </a:lnTo>
                <a:lnTo>
                  <a:pt x="8048" y="73465"/>
                </a:lnTo>
                <a:lnTo>
                  <a:pt x="4507" y="82146"/>
                </a:lnTo>
                <a:lnTo>
                  <a:pt x="0" y="147039"/>
                </a:lnTo>
                <a:lnTo>
                  <a:pt x="8048" y="143892"/>
                </a:lnTo>
                <a:lnTo>
                  <a:pt x="8048" y="78565"/>
                </a:lnTo>
                <a:lnTo>
                  <a:pt x="16097" y="70427"/>
                </a:lnTo>
                <a:lnTo>
                  <a:pt x="16097" y="5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4055245" y="3202076"/>
            <a:ext cx="35521" cy="282250"/>
          </a:xfrm>
          <a:custGeom>
            <a:avLst/>
            <a:gdLst/>
            <a:ahLst/>
            <a:cxnLst/>
            <a:rect l="l" t="t" r="r" b="b"/>
            <a:pathLst>
              <a:path w="35521" h="282250">
                <a:moveTo>
                  <a:pt x="35521" y="5534"/>
                </a:moveTo>
                <a:lnTo>
                  <a:pt x="30155" y="0"/>
                </a:lnTo>
                <a:lnTo>
                  <a:pt x="16848" y="0"/>
                </a:lnTo>
                <a:lnTo>
                  <a:pt x="11482" y="5534"/>
                </a:lnTo>
                <a:lnTo>
                  <a:pt x="15024" y="52630"/>
                </a:lnTo>
                <a:lnTo>
                  <a:pt x="11482" y="61311"/>
                </a:lnTo>
                <a:lnTo>
                  <a:pt x="11482" y="56211"/>
                </a:lnTo>
                <a:lnTo>
                  <a:pt x="6975" y="126095"/>
                </a:lnTo>
                <a:lnTo>
                  <a:pt x="3434" y="129710"/>
                </a:lnTo>
                <a:lnTo>
                  <a:pt x="0" y="282250"/>
                </a:lnTo>
                <a:lnTo>
                  <a:pt x="3434" y="273677"/>
                </a:lnTo>
                <a:lnTo>
                  <a:pt x="3434" y="134777"/>
                </a:lnTo>
                <a:lnTo>
                  <a:pt x="7941" y="225062"/>
                </a:lnTo>
                <a:lnTo>
                  <a:pt x="11482" y="270530"/>
                </a:lnTo>
                <a:lnTo>
                  <a:pt x="11482" y="221481"/>
                </a:lnTo>
                <a:lnTo>
                  <a:pt x="19531" y="213342"/>
                </a:lnTo>
                <a:lnTo>
                  <a:pt x="11482" y="216489"/>
                </a:lnTo>
                <a:lnTo>
                  <a:pt x="15990" y="151597"/>
                </a:lnTo>
                <a:lnTo>
                  <a:pt x="19531" y="142915"/>
                </a:lnTo>
                <a:lnTo>
                  <a:pt x="24038" y="78131"/>
                </a:lnTo>
                <a:lnTo>
                  <a:pt x="27580" y="69450"/>
                </a:lnTo>
                <a:lnTo>
                  <a:pt x="27580" y="74483"/>
                </a:lnTo>
                <a:lnTo>
                  <a:pt x="35521" y="66303"/>
                </a:lnTo>
                <a:lnTo>
                  <a:pt x="35521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4010602" y="3634947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034640" y="3655348"/>
            <a:ext cx="8048" cy="4123"/>
          </a:xfrm>
          <a:custGeom>
            <a:avLst/>
            <a:gdLst/>
            <a:ahLst/>
            <a:cxnLst/>
            <a:rect l="l" t="t" r="r" b="b"/>
            <a:pathLst>
              <a:path w="8048" h="4123">
                <a:moveTo>
                  <a:pt x="8048" y="4123"/>
                </a:moveTo>
                <a:lnTo>
                  <a:pt x="0" y="0"/>
                </a:lnTo>
                <a:lnTo>
                  <a:pt x="0" y="4123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3970466" y="3331786"/>
            <a:ext cx="96262" cy="384873"/>
          </a:xfrm>
          <a:custGeom>
            <a:avLst/>
            <a:gdLst/>
            <a:ahLst/>
            <a:cxnLst/>
            <a:rect l="l" t="t" r="r" b="b"/>
            <a:pathLst>
              <a:path w="96262" h="384873">
                <a:moveTo>
                  <a:pt x="64174" y="327685"/>
                </a:moveTo>
                <a:lnTo>
                  <a:pt x="64174" y="323561"/>
                </a:lnTo>
                <a:lnTo>
                  <a:pt x="72223" y="327685"/>
                </a:lnTo>
                <a:lnTo>
                  <a:pt x="72223" y="279688"/>
                </a:lnTo>
                <a:lnTo>
                  <a:pt x="80272" y="271474"/>
                </a:lnTo>
                <a:lnTo>
                  <a:pt x="80272" y="230638"/>
                </a:lnTo>
                <a:lnTo>
                  <a:pt x="88213" y="222533"/>
                </a:lnTo>
                <a:lnTo>
                  <a:pt x="88213" y="149035"/>
                </a:lnTo>
                <a:lnTo>
                  <a:pt x="96262" y="140820"/>
                </a:lnTo>
                <a:lnTo>
                  <a:pt x="92720" y="95352"/>
                </a:lnTo>
                <a:lnTo>
                  <a:pt x="88213" y="5066"/>
                </a:lnTo>
                <a:lnTo>
                  <a:pt x="88213" y="143967"/>
                </a:lnTo>
                <a:lnTo>
                  <a:pt x="84779" y="152540"/>
                </a:lnTo>
                <a:lnTo>
                  <a:pt x="88213" y="0"/>
                </a:lnTo>
                <a:lnTo>
                  <a:pt x="80272" y="8105"/>
                </a:lnTo>
                <a:lnTo>
                  <a:pt x="80272" y="70393"/>
                </a:lnTo>
                <a:lnTo>
                  <a:pt x="83706" y="69959"/>
                </a:lnTo>
                <a:lnTo>
                  <a:pt x="80272" y="78532"/>
                </a:lnTo>
                <a:lnTo>
                  <a:pt x="80272" y="225571"/>
                </a:lnTo>
                <a:lnTo>
                  <a:pt x="76730" y="234253"/>
                </a:lnTo>
                <a:lnTo>
                  <a:pt x="72223" y="274621"/>
                </a:lnTo>
                <a:lnTo>
                  <a:pt x="68681" y="283302"/>
                </a:lnTo>
                <a:lnTo>
                  <a:pt x="64174" y="217433"/>
                </a:lnTo>
                <a:lnTo>
                  <a:pt x="64174" y="315423"/>
                </a:lnTo>
                <a:lnTo>
                  <a:pt x="64174" y="212332"/>
                </a:lnTo>
                <a:lnTo>
                  <a:pt x="56126" y="220471"/>
                </a:lnTo>
                <a:lnTo>
                  <a:pt x="56126" y="233710"/>
                </a:lnTo>
                <a:lnTo>
                  <a:pt x="59667" y="257801"/>
                </a:lnTo>
                <a:lnTo>
                  <a:pt x="60204" y="303160"/>
                </a:lnTo>
                <a:lnTo>
                  <a:pt x="56126" y="266482"/>
                </a:lnTo>
                <a:lnTo>
                  <a:pt x="48184" y="269520"/>
                </a:lnTo>
                <a:lnTo>
                  <a:pt x="48184" y="315423"/>
                </a:lnTo>
                <a:lnTo>
                  <a:pt x="52155" y="327685"/>
                </a:lnTo>
                <a:lnTo>
                  <a:pt x="56126" y="339947"/>
                </a:lnTo>
                <a:lnTo>
                  <a:pt x="56126" y="348086"/>
                </a:lnTo>
                <a:lnTo>
                  <a:pt x="56126" y="339947"/>
                </a:lnTo>
                <a:lnTo>
                  <a:pt x="52155" y="327685"/>
                </a:lnTo>
                <a:lnTo>
                  <a:pt x="40136" y="331809"/>
                </a:lnTo>
                <a:lnTo>
                  <a:pt x="52155" y="327685"/>
                </a:lnTo>
                <a:lnTo>
                  <a:pt x="40136" y="303160"/>
                </a:lnTo>
                <a:lnTo>
                  <a:pt x="40136" y="339947"/>
                </a:lnTo>
                <a:lnTo>
                  <a:pt x="44106" y="352210"/>
                </a:lnTo>
                <a:lnTo>
                  <a:pt x="32087" y="344071"/>
                </a:lnTo>
                <a:lnTo>
                  <a:pt x="24038" y="344071"/>
                </a:lnTo>
                <a:lnTo>
                  <a:pt x="24038" y="352210"/>
                </a:lnTo>
                <a:lnTo>
                  <a:pt x="32087" y="352210"/>
                </a:lnTo>
                <a:lnTo>
                  <a:pt x="24038" y="348086"/>
                </a:lnTo>
                <a:lnTo>
                  <a:pt x="32087" y="352210"/>
                </a:lnTo>
                <a:lnTo>
                  <a:pt x="32087" y="348086"/>
                </a:lnTo>
                <a:lnTo>
                  <a:pt x="32087" y="356333"/>
                </a:lnTo>
                <a:lnTo>
                  <a:pt x="32087" y="352210"/>
                </a:lnTo>
                <a:lnTo>
                  <a:pt x="24038" y="352210"/>
                </a:lnTo>
                <a:lnTo>
                  <a:pt x="24038" y="344071"/>
                </a:lnTo>
                <a:lnTo>
                  <a:pt x="16097" y="331809"/>
                </a:lnTo>
                <a:lnTo>
                  <a:pt x="24038" y="344071"/>
                </a:lnTo>
                <a:lnTo>
                  <a:pt x="24038" y="327685"/>
                </a:lnTo>
                <a:lnTo>
                  <a:pt x="16097" y="327685"/>
                </a:lnTo>
                <a:lnTo>
                  <a:pt x="16097" y="339947"/>
                </a:lnTo>
                <a:lnTo>
                  <a:pt x="12019" y="344071"/>
                </a:lnTo>
                <a:lnTo>
                  <a:pt x="20068" y="360348"/>
                </a:lnTo>
                <a:lnTo>
                  <a:pt x="24038" y="364399"/>
                </a:lnTo>
                <a:lnTo>
                  <a:pt x="24038" y="372611"/>
                </a:lnTo>
                <a:lnTo>
                  <a:pt x="20068" y="368487"/>
                </a:lnTo>
                <a:lnTo>
                  <a:pt x="8048" y="364472"/>
                </a:lnTo>
                <a:lnTo>
                  <a:pt x="20068" y="368487"/>
                </a:lnTo>
                <a:lnTo>
                  <a:pt x="12019" y="344071"/>
                </a:lnTo>
                <a:lnTo>
                  <a:pt x="16097" y="339947"/>
                </a:lnTo>
                <a:lnTo>
                  <a:pt x="4077" y="327685"/>
                </a:lnTo>
                <a:lnTo>
                  <a:pt x="0" y="339947"/>
                </a:lnTo>
                <a:lnTo>
                  <a:pt x="0" y="348086"/>
                </a:lnTo>
                <a:lnTo>
                  <a:pt x="12019" y="352210"/>
                </a:lnTo>
                <a:lnTo>
                  <a:pt x="8048" y="356333"/>
                </a:lnTo>
                <a:lnTo>
                  <a:pt x="8048" y="384873"/>
                </a:lnTo>
                <a:lnTo>
                  <a:pt x="28116" y="384873"/>
                </a:lnTo>
                <a:lnTo>
                  <a:pt x="32087" y="372611"/>
                </a:lnTo>
                <a:lnTo>
                  <a:pt x="28080" y="368523"/>
                </a:lnTo>
                <a:lnTo>
                  <a:pt x="24038" y="360348"/>
                </a:lnTo>
                <a:lnTo>
                  <a:pt x="24038" y="356333"/>
                </a:lnTo>
                <a:lnTo>
                  <a:pt x="28116" y="360348"/>
                </a:lnTo>
                <a:lnTo>
                  <a:pt x="36165" y="360348"/>
                </a:lnTo>
                <a:lnTo>
                  <a:pt x="36165" y="376734"/>
                </a:lnTo>
                <a:lnTo>
                  <a:pt x="48184" y="364472"/>
                </a:lnTo>
                <a:lnTo>
                  <a:pt x="36165" y="376734"/>
                </a:lnTo>
                <a:lnTo>
                  <a:pt x="56126" y="376734"/>
                </a:lnTo>
                <a:lnTo>
                  <a:pt x="56126" y="352210"/>
                </a:lnTo>
                <a:lnTo>
                  <a:pt x="64174" y="352210"/>
                </a:lnTo>
                <a:lnTo>
                  <a:pt x="64174" y="3276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3962417" y="3626808"/>
            <a:ext cx="24145" cy="73465"/>
          </a:xfrm>
          <a:custGeom>
            <a:avLst/>
            <a:gdLst/>
            <a:ahLst/>
            <a:cxnLst/>
            <a:rect l="l" t="t" r="r" b="b"/>
            <a:pathLst>
              <a:path w="24145" h="73465">
                <a:moveTo>
                  <a:pt x="24145" y="44925"/>
                </a:moveTo>
                <a:lnTo>
                  <a:pt x="24145" y="0"/>
                </a:lnTo>
                <a:lnTo>
                  <a:pt x="4077" y="0"/>
                </a:lnTo>
                <a:lnTo>
                  <a:pt x="12126" y="24524"/>
                </a:lnTo>
                <a:lnTo>
                  <a:pt x="0" y="24524"/>
                </a:lnTo>
                <a:lnTo>
                  <a:pt x="0" y="57188"/>
                </a:lnTo>
                <a:lnTo>
                  <a:pt x="8048" y="57188"/>
                </a:lnTo>
                <a:lnTo>
                  <a:pt x="8048" y="73465"/>
                </a:lnTo>
                <a:lnTo>
                  <a:pt x="16097" y="73465"/>
                </a:lnTo>
                <a:lnTo>
                  <a:pt x="16097" y="61311"/>
                </a:lnTo>
                <a:lnTo>
                  <a:pt x="20068" y="57188"/>
                </a:lnTo>
                <a:lnTo>
                  <a:pt x="8048" y="53064"/>
                </a:lnTo>
                <a:lnTo>
                  <a:pt x="8048" y="44925"/>
                </a:lnTo>
                <a:lnTo>
                  <a:pt x="12126" y="32663"/>
                </a:lnTo>
                <a:lnTo>
                  <a:pt x="24145" y="44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3954476" y="3626808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12019" y="0"/>
                </a:moveTo>
                <a:lnTo>
                  <a:pt x="5365" y="0"/>
                </a:lnTo>
                <a:lnTo>
                  <a:pt x="0" y="5534"/>
                </a:lnTo>
                <a:lnTo>
                  <a:pt x="0" y="18990"/>
                </a:lnTo>
                <a:lnTo>
                  <a:pt x="5365" y="24524"/>
                </a:lnTo>
                <a:lnTo>
                  <a:pt x="20068" y="24524"/>
                </a:lnTo>
                <a:lnTo>
                  <a:pt x="12019" y="0"/>
                </a:lnTo>
                <a:lnTo>
                  <a:pt x="7941" y="12262"/>
                </a:lnTo>
                <a:lnTo>
                  <a:pt x="7941" y="20401"/>
                </a:lnTo>
                <a:lnTo>
                  <a:pt x="7941" y="12262"/>
                </a:lnTo>
                <a:lnTo>
                  <a:pt x="1201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3982485" y="3675857"/>
            <a:ext cx="12019" cy="28539"/>
          </a:xfrm>
          <a:custGeom>
            <a:avLst/>
            <a:gdLst/>
            <a:ahLst/>
            <a:cxnLst/>
            <a:rect l="l" t="t" r="r" b="b"/>
            <a:pathLst>
              <a:path w="12019" h="28539">
                <a:moveTo>
                  <a:pt x="8048" y="16277"/>
                </a:moveTo>
                <a:lnTo>
                  <a:pt x="0" y="0"/>
                </a:lnTo>
                <a:lnTo>
                  <a:pt x="8048" y="24416"/>
                </a:lnTo>
                <a:lnTo>
                  <a:pt x="12019" y="28539"/>
                </a:lnTo>
                <a:lnTo>
                  <a:pt x="12019" y="20328"/>
                </a:lnTo>
                <a:lnTo>
                  <a:pt x="8048" y="16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3994504" y="3688120"/>
            <a:ext cx="24146" cy="28539"/>
          </a:xfrm>
          <a:custGeom>
            <a:avLst/>
            <a:gdLst/>
            <a:ahLst/>
            <a:cxnLst/>
            <a:rect l="l" t="t" r="r" b="b"/>
            <a:pathLst>
              <a:path w="24146" h="28539">
                <a:moveTo>
                  <a:pt x="8048" y="8138"/>
                </a:moveTo>
                <a:lnTo>
                  <a:pt x="12090" y="4015"/>
                </a:lnTo>
                <a:lnTo>
                  <a:pt x="4078" y="4015"/>
                </a:lnTo>
                <a:lnTo>
                  <a:pt x="0" y="0"/>
                </a:lnTo>
                <a:lnTo>
                  <a:pt x="0" y="4015"/>
                </a:lnTo>
                <a:lnTo>
                  <a:pt x="4042" y="12189"/>
                </a:lnTo>
                <a:lnTo>
                  <a:pt x="8048" y="16277"/>
                </a:lnTo>
                <a:lnTo>
                  <a:pt x="4078" y="28539"/>
                </a:lnTo>
                <a:lnTo>
                  <a:pt x="24146" y="28539"/>
                </a:lnTo>
                <a:lnTo>
                  <a:pt x="24146" y="20401"/>
                </a:lnTo>
                <a:lnTo>
                  <a:pt x="12126" y="20401"/>
                </a:lnTo>
                <a:lnTo>
                  <a:pt x="12090" y="4015"/>
                </a:lnTo>
                <a:lnTo>
                  <a:pt x="8048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4002553" y="3659472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16385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4034640" y="3401745"/>
            <a:ext cx="19531" cy="245463"/>
          </a:xfrm>
          <a:custGeom>
            <a:avLst/>
            <a:gdLst/>
            <a:ahLst/>
            <a:cxnLst/>
            <a:rect l="l" t="t" r="r" b="b"/>
            <a:pathLst>
              <a:path w="19531" h="245463">
                <a:moveTo>
                  <a:pt x="16097" y="3504"/>
                </a:moveTo>
                <a:lnTo>
                  <a:pt x="11590" y="57079"/>
                </a:lnTo>
                <a:lnTo>
                  <a:pt x="8048" y="65760"/>
                </a:lnTo>
                <a:lnTo>
                  <a:pt x="8048" y="60693"/>
                </a:lnTo>
                <a:lnTo>
                  <a:pt x="3541" y="138792"/>
                </a:lnTo>
                <a:lnTo>
                  <a:pt x="0" y="142373"/>
                </a:lnTo>
                <a:lnTo>
                  <a:pt x="0" y="245463"/>
                </a:lnTo>
                <a:lnTo>
                  <a:pt x="0" y="147473"/>
                </a:lnTo>
                <a:lnTo>
                  <a:pt x="4507" y="213342"/>
                </a:lnTo>
                <a:lnTo>
                  <a:pt x="8048" y="204661"/>
                </a:lnTo>
                <a:lnTo>
                  <a:pt x="12555" y="164293"/>
                </a:lnTo>
                <a:lnTo>
                  <a:pt x="16097" y="155612"/>
                </a:lnTo>
                <a:lnTo>
                  <a:pt x="16097" y="8572"/>
                </a:lnTo>
                <a:lnTo>
                  <a:pt x="19531" y="0"/>
                </a:lnTo>
                <a:lnTo>
                  <a:pt x="16097" y="434"/>
                </a:lnTo>
                <a:lnTo>
                  <a:pt x="16097" y="35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4018650" y="3565496"/>
            <a:ext cx="12019" cy="69450"/>
          </a:xfrm>
          <a:custGeom>
            <a:avLst/>
            <a:gdLst/>
            <a:ahLst/>
            <a:cxnLst/>
            <a:rect l="l" t="t" r="r" b="b"/>
            <a:pathLst>
              <a:path w="12019" h="69450">
                <a:moveTo>
                  <a:pt x="11482" y="24090"/>
                </a:moveTo>
                <a:lnTo>
                  <a:pt x="7941" y="0"/>
                </a:lnTo>
                <a:lnTo>
                  <a:pt x="7941" y="27705"/>
                </a:lnTo>
                <a:lnTo>
                  <a:pt x="0" y="35810"/>
                </a:lnTo>
                <a:lnTo>
                  <a:pt x="7941" y="32771"/>
                </a:lnTo>
                <a:lnTo>
                  <a:pt x="12019" y="69450"/>
                </a:lnTo>
                <a:lnTo>
                  <a:pt x="11482" y="240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4034640" y="3462439"/>
            <a:ext cx="8048" cy="81679"/>
          </a:xfrm>
          <a:custGeom>
            <a:avLst/>
            <a:gdLst/>
            <a:ahLst/>
            <a:cxnLst/>
            <a:rect l="l" t="t" r="r" b="b"/>
            <a:pathLst>
              <a:path w="8048" h="81679">
                <a:moveTo>
                  <a:pt x="3541" y="78098"/>
                </a:moveTo>
                <a:lnTo>
                  <a:pt x="8048" y="0"/>
                </a:lnTo>
                <a:lnTo>
                  <a:pt x="0" y="8214"/>
                </a:lnTo>
                <a:lnTo>
                  <a:pt x="0" y="81679"/>
                </a:lnTo>
                <a:lnTo>
                  <a:pt x="3541" y="780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4142922" y="2765081"/>
            <a:ext cx="4077" cy="8101"/>
          </a:xfrm>
          <a:custGeom>
            <a:avLst/>
            <a:gdLst/>
            <a:ahLst/>
            <a:cxnLst/>
            <a:rect l="l" t="t" r="r" b="b"/>
            <a:pathLst>
              <a:path w="4077" h="8101">
                <a:moveTo>
                  <a:pt x="4077" y="0"/>
                </a:moveTo>
                <a:lnTo>
                  <a:pt x="0" y="4123"/>
                </a:lnTo>
                <a:lnTo>
                  <a:pt x="4077" y="8101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4066728" y="3018249"/>
            <a:ext cx="28116" cy="208351"/>
          </a:xfrm>
          <a:custGeom>
            <a:avLst/>
            <a:gdLst/>
            <a:ahLst/>
            <a:cxnLst/>
            <a:rect l="l" t="t" r="r" b="b"/>
            <a:pathLst>
              <a:path w="28116" h="208351">
                <a:moveTo>
                  <a:pt x="16097" y="81712"/>
                </a:moveTo>
                <a:lnTo>
                  <a:pt x="16097" y="89851"/>
                </a:lnTo>
                <a:lnTo>
                  <a:pt x="16097" y="85836"/>
                </a:lnTo>
                <a:lnTo>
                  <a:pt x="11590" y="162882"/>
                </a:lnTo>
                <a:lnTo>
                  <a:pt x="8048" y="166497"/>
                </a:lnTo>
                <a:lnTo>
                  <a:pt x="0" y="174711"/>
                </a:lnTo>
                <a:lnTo>
                  <a:pt x="0" y="202816"/>
                </a:lnTo>
                <a:lnTo>
                  <a:pt x="5365" y="208351"/>
                </a:lnTo>
                <a:lnTo>
                  <a:pt x="8048" y="171564"/>
                </a:lnTo>
                <a:lnTo>
                  <a:pt x="12019" y="208351"/>
                </a:lnTo>
                <a:lnTo>
                  <a:pt x="18672" y="208351"/>
                </a:lnTo>
                <a:lnTo>
                  <a:pt x="16097" y="98098"/>
                </a:lnTo>
                <a:lnTo>
                  <a:pt x="28116" y="85836"/>
                </a:lnTo>
                <a:lnTo>
                  <a:pt x="24038" y="0"/>
                </a:lnTo>
                <a:lnTo>
                  <a:pt x="16097" y="3146"/>
                </a:lnTo>
                <a:lnTo>
                  <a:pt x="16097" y="8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4074776" y="3104086"/>
            <a:ext cx="8048" cy="80660"/>
          </a:xfrm>
          <a:custGeom>
            <a:avLst/>
            <a:gdLst/>
            <a:ahLst/>
            <a:cxnLst/>
            <a:rect l="l" t="t" r="r" b="b"/>
            <a:pathLst>
              <a:path w="8048" h="80660">
                <a:moveTo>
                  <a:pt x="3541" y="77046"/>
                </a:moveTo>
                <a:lnTo>
                  <a:pt x="8048" y="0"/>
                </a:lnTo>
                <a:lnTo>
                  <a:pt x="0" y="0"/>
                </a:lnTo>
                <a:lnTo>
                  <a:pt x="0" y="80660"/>
                </a:lnTo>
                <a:lnTo>
                  <a:pt x="3541" y="770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4086796" y="2947855"/>
            <a:ext cx="12019" cy="258777"/>
          </a:xfrm>
          <a:custGeom>
            <a:avLst/>
            <a:gdLst/>
            <a:ahLst/>
            <a:cxnLst/>
            <a:rect l="l" t="t" r="r" b="b"/>
            <a:pathLst>
              <a:path w="12019" h="258777">
                <a:moveTo>
                  <a:pt x="3970" y="255196"/>
                </a:moveTo>
                <a:lnTo>
                  <a:pt x="12019" y="247058"/>
                </a:lnTo>
                <a:lnTo>
                  <a:pt x="3970" y="250096"/>
                </a:lnTo>
                <a:lnTo>
                  <a:pt x="12019" y="180754"/>
                </a:lnTo>
                <a:lnTo>
                  <a:pt x="12019" y="0"/>
                </a:lnTo>
                <a:lnTo>
                  <a:pt x="3970" y="8214"/>
                </a:lnTo>
                <a:lnTo>
                  <a:pt x="3970" y="21452"/>
                </a:lnTo>
                <a:lnTo>
                  <a:pt x="7512" y="61821"/>
                </a:lnTo>
                <a:lnTo>
                  <a:pt x="8048" y="156230"/>
                </a:lnTo>
                <a:lnTo>
                  <a:pt x="0" y="180754"/>
                </a:lnTo>
                <a:lnTo>
                  <a:pt x="429" y="258777"/>
                </a:lnTo>
                <a:lnTo>
                  <a:pt x="3970" y="2551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4090766" y="3128610"/>
            <a:ext cx="8048" cy="69341"/>
          </a:xfrm>
          <a:custGeom>
            <a:avLst/>
            <a:gdLst/>
            <a:ahLst/>
            <a:cxnLst/>
            <a:rect l="l" t="t" r="r" b="b"/>
            <a:pathLst>
              <a:path w="8048" h="69341">
                <a:moveTo>
                  <a:pt x="8048" y="0"/>
                </a:moveTo>
                <a:lnTo>
                  <a:pt x="0" y="69341"/>
                </a:lnTo>
                <a:lnTo>
                  <a:pt x="8048" y="66303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4082825" y="2969308"/>
            <a:ext cx="12019" cy="134777"/>
          </a:xfrm>
          <a:custGeom>
            <a:avLst/>
            <a:gdLst/>
            <a:ahLst/>
            <a:cxnLst/>
            <a:rect l="l" t="t" r="r" b="b"/>
            <a:pathLst>
              <a:path w="12019" h="134777">
                <a:moveTo>
                  <a:pt x="11482" y="40368"/>
                </a:moveTo>
                <a:lnTo>
                  <a:pt x="7941" y="0"/>
                </a:lnTo>
                <a:lnTo>
                  <a:pt x="7941" y="43982"/>
                </a:lnTo>
                <a:lnTo>
                  <a:pt x="0" y="52087"/>
                </a:lnTo>
                <a:lnTo>
                  <a:pt x="7941" y="48940"/>
                </a:lnTo>
                <a:lnTo>
                  <a:pt x="12019" y="134777"/>
                </a:lnTo>
                <a:lnTo>
                  <a:pt x="11482" y="403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4106864" y="2834531"/>
            <a:ext cx="8048" cy="56211"/>
          </a:xfrm>
          <a:custGeom>
            <a:avLst/>
            <a:gdLst/>
            <a:ahLst/>
            <a:cxnLst/>
            <a:rect l="l" t="t" r="r" b="b"/>
            <a:pathLst>
              <a:path w="8048" h="56211">
                <a:moveTo>
                  <a:pt x="3541" y="52630"/>
                </a:moveTo>
                <a:lnTo>
                  <a:pt x="8048" y="0"/>
                </a:lnTo>
                <a:lnTo>
                  <a:pt x="0" y="0"/>
                </a:lnTo>
                <a:lnTo>
                  <a:pt x="0" y="56211"/>
                </a:lnTo>
                <a:lnTo>
                  <a:pt x="3541" y="526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4098815" y="2895734"/>
            <a:ext cx="32087" cy="232875"/>
          </a:xfrm>
          <a:custGeom>
            <a:avLst/>
            <a:gdLst/>
            <a:ahLst/>
            <a:cxnLst/>
            <a:rect l="l" t="t" r="r" b="b"/>
            <a:pathLst>
              <a:path w="32087" h="232875">
                <a:moveTo>
                  <a:pt x="24038" y="13314"/>
                </a:moveTo>
                <a:lnTo>
                  <a:pt x="32087" y="5100"/>
                </a:lnTo>
                <a:lnTo>
                  <a:pt x="24038" y="8247"/>
                </a:lnTo>
                <a:lnTo>
                  <a:pt x="20497" y="16928"/>
                </a:lnTo>
                <a:lnTo>
                  <a:pt x="16097" y="65435"/>
                </a:lnTo>
                <a:lnTo>
                  <a:pt x="12555" y="74008"/>
                </a:lnTo>
                <a:lnTo>
                  <a:pt x="8048" y="0"/>
                </a:lnTo>
                <a:lnTo>
                  <a:pt x="8048" y="130762"/>
                </a:lnTo>
                <a:lnTo>
                  <a:pt x="4507" y="139443"/>
                </a:lnTo>
                <a:lnTo>
                  <a:pt x="0" y="57188"/>
                </a:lnTo>
                <a:lnTo>
                  <a:pt x="3541" y="48506"/>
                </a:lnTo>
                <a:lnTo>
                  <a:pt x="0" y="40910"/>
                </a:lnTo>
                <a:lnTo>
                  <a:pt x="0" y="228752"/>
                </a:lnTo>
                <a:lnTo>
                  <a:pt x="0" y="220613"/>
                </a:lnTo>
                <a:lnTo>
                  <a:pt x="0" y="232875"/>
                </a:lnTo>
                <a:lnTo>
                  <a:pt x="8048" y="232875"/>
                </a:lnTo>
                <a:lnTo>
                  <a:pt x="8048" y="135829"/>
                </a:lnTo>
                <a:lnTo>
                  <a:pt x="16097" y="127615"/>
                </a:lnTo>
                <a:lnTo>
                  <a:pt x="16097" y="70393"/>
                </a:lnTo>
                <a:lnTo>
                  <a:pt x="24038" y="62288"/>
                </a:lnTo>
                <a:lnTo>
                  <a:pt x="24038" y="133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4098815" y="2834531"/>
            <a:ext cx="40136" cy="200646"/>
          </a:xfrm>
          <a:custGeom>
            <a:avLst/>
            <a:gdLst/>
            <a:ahLst/>
            <a:cxnLst/>
            <a:rect l="l" t="t" r="r" b="b"/>
            <a:pathLst>
              <a:path w="40136" h="200646">
                <a:moveTo>
                  <a:pt x="32087" y="24524"/>
                </a:moveTo>
                <a:lnTo>
                  <a:pt x="32087" y="20401"/>
                </a:lnTo>
                <a:lnTo>
                  <a:pt x="32087" y="24524"/>
                </a:lnTo>
                <a:lnTo>
                  <a:pt x="40136" y="24524"/>
                </a:lnTo>
                <a:lnTo>
                  <a:pt x="32087" y="12262"/>
                </a:ln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11590" y="52630"/>
                </a:lnTo>
                <a:lnTo>
                  <a:pt x="8048" y="56211"/>
                </a:lnTo>
                <a:lnTo>
                  <a:pt x="0" y="64350"/>
                </a:lnTo>
                <a:lnTo>
                  <a:pt x="0" y="102113"/>
                </a:lnTo>
                <a:lnTo>
                  <a:pt x="3541" y="109709"/>
                </a:lnTo>
                <a:lnTo>
                  <a:pt x="0" y="118391"/>
                </a:lnTo>
                <a:lnTo>
                  <a:pt x="4507" y="200646"/>
                </a:lnTo>
                <a:lnTo>
                  <a:pt x="8048" y="191965"/>
                </a:lnTo>
                <a:lnTo>
                  <a:pt x="8048" y="61203"/>
                </a:lnTo>
                <a:lnTo>
                  <a:pt x="12555" y="135211"/>
                </a:lnTo>
                <a:lnTo>
                  <a:pt x="16097" y="126638"/>
                </a:lnTo>
                <a:lnTo>
                  <a:pt x="20497" y="78131"/>
                </a:lnTo>
                <a:lnTo>
                  <a:pt x="24038" y="69450"/>
                </a:lnTo>
                <a:lnTo>
                  <a:pt x="32087" y="66303"/>
                </a:lnTo>
                <a:lnTo>
                  <a:pt x="3208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4122854" y="2769204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20401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4154941" y="2773183"/>
            <a:ext cx="40136" cy="167477"/>
          </a:xfrm>
          <a:custGeom>
            <a:avLst/>
            <a:gdLst/>
            <a:ahLst/>
            <a:cxnLst/>
            <a:rect l="l" t="t" r="r" b="b"/>
            <a:pathLst>
              <a:path w="40136" h="167477">
                <a:moveTo>
                  <a:pt x="0" y="16422"/>
                </a:moveTo>
                <a:lnTo>
                  <a:pt x="12019" y="20546"/>
                </a:lnTo>
                <a:lnTo>
                  <a:pt x="4077" y="4160"/>
                </a:lnTo>
                <a:lnTo>
                  <a:pt x="0" y="36"/>
                </a:lnTo>
                <a:lnTo>
                  <a:pt x="4077" y="4160"/>
                </a:lnTo>
                <a:lnTo>
                  <a:pt x="0" y="0"/>
                </a:lnTo>
                <a:lnTo>
                  <a:pt x="0" y="53209"/>
                </a:lnTo>
                <a:lnTo>
                  <a:pt x="8048" y="53209"/>
                </a:lnTo>
                <a:lnTo>
                  <a:pt x="8048" y="40947"/>
                </a:lnTo>
                <a:lnTo>
                  <a:pt x="20068" y="53209"/>
                </a:lnTo>
                <a:lnTo>
                  <a:pt x="19638" y="90430"/>
                </a:lnTo>
                <a:lnTo>
                  <a:pt x="24146" y="144081"/>
                </a:lnTo>
                <a:lnTo>
                  <a:pt x="27580" y="147618"/>
                </a:lnTo>
                <a:lnTo>
                  <a:pt x="24146" y="32700"/>
                </a:lnTo>
                <a:lnTo>
                  <a:pt x="27580" y="147618"/>
                </a:lnTo>
                <a:lnTo>
                  <a:pt x="29511" y="167477"/>
                </a:lnTo>
                <a:lnTo>
                  <a:pt x="36165" y="167477"/>
                </a:lnTo>
                <a:lnTo>
                  <a:pt x="36594" y="122117"/>
                </a:lnTo>
                <a:lnTo>
                  <a:pt x="40136" y="125698"/>
                </a:lnTo>
                <a:lnTo>
                  <a:pt x="40136" y="76649"/>
                </a:lnTo>
                <a:lnTo>
                  <a:pt x="32087" y="68510"/>
                </a:lnTo>
                <a:lnTo>
                  <a:pt x="32087" y="73610"/>
                </a:lnTo>
                <a:lnTo>
                  <a:pt x="28545" y="64929"/>
                </a:lnTo>
                <a:lnTo>
                  <a:pt x="32087" y="28685"/>
                </a:lnTo>
                <a:lnTo>
                  <a:pt x="24146" y="28685"/>
                </a:lnTo>
                <a:lnTo>
                  <a:pt x="24146" y="138937"/>
                </a:lnTo>
                <a:lnTo>
                  <a:pt x="24146" y="40947"/>
                </a:lnTo>
                <a:lnTo>
                  <a:pt x="12019" y="28685"/>
                </a:lnTo>
                <a:lnTo>
                  <a:pt x="12019" y="20546"/>
                </a:lnTo>
                <a:lnTo>
                  <a:pt x="0" y="16422"/>
                </a:lnTo>
                <a:lnTo>
                  <a:pt x="0" y="8284"/>
                </a:lnTo>
                <a:lnTo>
                  <a:pt x="0" y="164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4147000" y="2781467"/>
            <a:ext cx="7941" cy="12262"/>
          </a:xfrm>
          <a:custGeom>
            <a:avLst/>
            <a:gdLst/>
            <a:ahLst/>
            <a:cxnLst/>
            <a:rect l="l" t="t" r="r" b="b"/>
            <a:pathLst>
              <a:path w="7941" h="12262">
                <a:moveTo>
                  <a:pt x="0" y="8138"/>
                </a:moveTo>
                <a:lnTo>
                  <a:pt x="7941" y="12262"/>
                </a:lnTo>
                <a:lnTo>
                  <a:pt x="0" y="0"/>
                </a:lnTo>
                <a:lnTo>
                  <a:pt x="0" y="12262"/>
                </a:lnTo>
                <a:lnTo>
                  <a:pt x="7941" y="12262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4142922" y="2752819"/>
            <a:ext cx="28116" cy="24524"/>
          </a:xfrm>
          <a:custGeom>
            <a:avLst/>
            <a:gdLst/>
            <a:ahLst/>
            <a:cxnLst/>
            <a:rect l="l" t="t" r="r" b="b"/>
            <a:pathLst>
              <a:path w="28116" h="24524">
                <a:moveTo>
                  <a:pt x="28116" y="0"/>
                </a:moveTo>
                <a:lnTo>
                  <a:pt x="8048" y="0"/>
                </a:lnTo>
                <a:lnTo>
                  <a:pt x="0" y="16385"/>
                </a:lnTo>
                <a:lnTo>
                  <a:pt x="4077" y="12262"/>
                </a:lnTo>
                <a:lnTo>
                  <a:pt x="4077" y="20364"/>
                </a:lnTo>
                <a:lnTo>
                  <a:pt x="0" y="16385"/>
                </a:lnTo>
                <a:lnTo>
                  <a:pt x="0" y="24524"/>
                </a:lnTo>
                <a:lnTo>
                  <a:pt x="8048" y="24524"/>
                </a:lnTo>
                <a:lnTo>
                  <a:pt x="8048" y="16313"/>
                </a:lnTo>
                <a:lnTo>
                  <a:pt x="12019" y="12262"/>
                </a:lnTo>
                <a:lnTo>
                  <a:pt x="16097" y="16385"/>
                </a:lnTo>
                <a:lnTo>
                  <a:pt x="28116" y="16385"/>
                </a:lnTo>
                <a:lnTo>
                  <a:pt x="2811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4162990" y="2814130"/>
            <a:ext cx="16097" cy="103133"/>
          </a:xfrm>
          <a:custGeom>
            <a:avLst/>
            <a:gdLst/>
            <a:ahLst/>
            <a:cxnLst/>
            <a:rect l="l" t="t" r="r" b="b"/>
            <a:pathLst>
              <a:path w="16097" h="103133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8048" y="40802"/>
                </a:lnTo>
                <a:lnTo>
                  <a:pt x="8048" y="94843"/>
                </a:lnTo>
                <a:lnTo>
                  <a:pt x="16097" y="103133"/>
                </a:lnTo>
                <a:lnTo>
                  <a:pt x="11590" y="49483"/>
                </a:lnTo>
                <a:lnTo>
                  <a:pt x="12019" y="12262"/>
                </a:lnTo>
                <a:lnTo>
                  <a:pt x="0" y="8138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4162990" y="2826393"/>
            <a:ext cx="8048" cy="33640"/>
          </a:xfrm>
          <a:custGeom>
            <a:avLst/>
            <a:gdLst/>
            <a:ahLst/>
            <a:cxnLst/>
            <a:rect l="l" t="t" r="r" b="b"/>
            <a:pathLst>
              <a:path w="8048" h="33640">
                <a:moveTo>
                  <a:pt x="8048" y="33640"/>
                </a:moveTo>
                <a:lnTo>
                  <a:pt x="8048" y="28539"/>
                </a:lnTo>
                <a:lnTo>
                  <a:pt x="0" y="0"/>
                </a:lnTo>
                <a:lnTo>
                  <a:pt x="0" y="25501"/>
                </a:lnTo>
                <a:lnTo>
                  <a:pt x="8048" y="336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4183487" y="2801868"/>
            <a:ext cx="3541" cy="44925"/>
          </a:xfrm>
          <a:custGeom>
            <a:avLst/>
            <a:gdLst/>
            <a:ahLst/>
            <a:cxnLst/>
            <a:rect l="l" t="t" r="r" b="b"/>
            <a:pathLst>
              <a:path w="3541" h="44925">
                <a:moveTo>
                  <a:pt x="3541" y="39825"/>
                </a:moveTo>
                <a:lnTo>
                  <a:pt x="3541" y="0"/>
                </a:lnTo>
                <a:lnTo>
                  <a:pt x="0" y="36244"/>
                </a:lnTo>
                <a:lnTo>
                  <a:pt x="3541" y="44925"/>
                </a:lnTo>
                <a:lnTo>
                  <a:pt x="3541" y="39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4191106" y="2895300"/>
            <a:ext cx="12019" cy="45359"/>
          </a:xfrm>
          <a:custGeom>
            <a:avLst/>
            <a:gdLst/>
            <a:ahLst/>
            <a:cxnLst/>
            <a:rect l="l" t="t" r="r" b="b"/>
            <a:pathLst>
              <a:path w="12019" h="45359">
                <a:moveTo>
                  <a:pt x="0" y="45359"/>
                </a:moveTo>
                <a:lnTo>
                  <a:pt x="6653" y="45359"/>
                </a:lnTo>
                <a:lnTo>
                  <a:pt x="3970" y="8681"/>
                </a:lnTo>
                <a:lnTo>
                  <a:pt x="6653" y="45359"/>
                </a:lnTo>
                <a:lnTo>
                  <a:pt x="12019" y="39933"/>
                </a:lnTo>
                <a:lnTo>
                  <a:pt x="12019" y="11719"/>
                </a:lnTo>
                <a:lnTo>
                  <a:pt x="3970" y="3581"/>
                </a:lnTo>
                <a:lnTo>
                  <a:pt x="429" y="0"/>
                </a:lnTo>
                <a:lnTo>
                  <a:pt x="0" y="45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4179087" y="2917264"/>
            <a:ext cx="5365" cy="23395"/>
          </a:xfrm>
          <a:custGeom>
            <a:avLst/>
            <a:gdLst/>
            <a:ahLst/>
            <a:cxnLst/>
            <a:rect l="l" t="t" r="r" b="b"/>
            <a:pathLst>
              <a:path w="5365" h="23395">
                <a:moveTo>
                  <a:pt x="5365" y="23395"/>
                </a:moveTo>
                <a:lnTo>
                  <a:pt x="3434" y="3537"/>
                </a:lnTo>
                <a:lnTo>
                  <a:pt x="0" y="0"/>
                </a:lnTo>
                <a:lnTo>
                  <a:pt x="0" y="17970"/>
                </a:lnTo>
                <a:lnTo>
                  <a:pt x="5365" y="23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4114912" y="2793729"/>
            <a:ext cx="12019" cy="40802"/>
          </a:xfrm>
          <a:custGeom>
            <a:avLst/>
            <a:gdLst/>
            <a:ahLst/>
            <a:cxnLst/>
            <a:rect l="l" t="t" r="r" b="b"/>
            <a:pathLst>
              <a:path w="12019" h="40802">
                <a:moveTo>
                  <a:pt x="0" y="20401"/>
                </a:moveTo>
                <a:lnTo>
                  <a:pt x="0" y="28539"/>
                </a:lnTo>
                <a:lnTo>
                  <a:pt x="12019" y="40802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4114912" y="2793729"/>
            <a:ext cx="24038" cy="65326"/>
          </a:xfrm>
          <a:custGeom>
            <a:avLst/>
            <a:gdLst/>
            <a:ahLst/>
            <a:cxnLst/>
            <a:rect l="l" t="t" r="r" b="b"/>
            <a:pathLst>
              <a:path w="24038" h="65326">
                <a:moveTo>
                  <a:pt x="24038" y="24416"/>
                </a:moveTo>
                <a:lnTo>
                  <a:pt x="12019" y="24416"/>
                </a:lnTo>
                <a:lnTo>
                  <a:pt x="7941" y="12153"/>
                </a:lnTo>
                <a:lnTo>
                  <a:pt x="7941" y="0"/>
                </a:lnTo>
                <a:lnTo>
                  <a:pt x="0" y="0"/>
                </a:lnTo>
                <a:lnTo>
                  <a:pt x="12019" y="40802"/>
                </a:lnTo>
                <a:lnTo>
                  <a:pt x="0" y="44925"/>
                </a:lnTo>
                <a:lnTo>
                  <a:pt x="12019" y="40802"/>
                </a:lnTo>
                <a:lnTo>
                  <a:pt x="0" y="28539"/>
                </a:lnTo>
                <a:lnTo>
                  <a:pt x="0" y="53064"/>
                </a:lnTo>
                <a:lnTo>
                  <a:pt x="3970" y="65326"/>
                </a:lnTo>
                <a:lnTo>
                  <a:pt x="15990" y="53064"/>
                </a:lnTo>
                <a:lnTo>
                  <a:pt x="24038" y="65326"/>
                </a:lnTo>
                <a:lnTo>
                  <a:pt x="24038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4082825" y="3104086"/>
            <a:ext cx="12019" cy="122514"/>
          </a:xfrm>
          <a:custGeom>
            <a:avLst/>
            <a:gdLst/>
            <a:ahLst/>
            <a:cxnLst/>
            <a:rect l="l" t="t" r="r" b="b"/>
            <a:pathLst>
              <a:path w="12019" h="122514">
                <a:moveTo>
                  <a:pt x="12019" y="0"/>
                </a:moveTo>
                <a:lnTo>
                  <a:pt x="0" y="12262"/>
                </a:lnTo>
                <a:lnTo>
                  <a:pt x="2575" y="122514"/>
                </a:lnTo>
                <a:lnTo>
                  <a:pt x="7941" y="116980"/>
                </a:lnTo>
                <a:lnTo>
                  <a:pt x="7941" y="98966"/>
                </a:lnTo>
                <a:lnTo>
                  <a:pt x="4399" y="102547"/>
                </a:lnTo>
                <a:lnTo>
                  <a:pt x="3970" y="24524"/>
                </a:lnTo>
                <a:lnTo>
                  <a:pt x="1201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4072094" y="3189813"/>
            <a:ext cx="6653" cy="36786"/>
          </a:xfrm>
          <a:custGeom>
            <a:avLst/>
            <a:gdLst/>
            <a:ahLst/>
            <a:cxnLst/>
            <a:rect l="l" t="t" r="r" b="b"/>
            <a:pathLst>
              <a:path w="6653" h="36786">
                <a:moveTo>
                  <a:pt x="6653" y="36786"/>
                </a:moveTo>
                <a:lnTo>
                  <a:pt x="2682" y="0"/>
                </a:lnTo>
                <a:lnTo>
                  <a:pt x="0" y="36786"/>
                </a:lnTo>
                <a:lnTo>
                  <a:pt x="6653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122854" y="2752819"/>
            <a:ext cx="56233" cy="65326"/>
          </a:xfrm>
          <a:custGeom>
            <a:avLst/>
            <a:gdLst/>
            <a:ahLst/>
            <a:cxnLst/>
            <a:rect l="l" t="t" r="r" b="b"/>
            <a:pathLst>
              <a:path w="56233" h="65326">
                <a:moveTo>
                  <a:pt x="24145" y="40910"/>
                </a:moveTo>
                <a:lnTo>
                  <a:pt x="24145" y="28648"/>
                </a:lnTo>
                <a:lnTo>
                  <a:pt x="32087" y="40910"/>
                </a:lnTo>
                <a:lnTo>
                  <a:pt x="32087" y="20364"/>
                </a:lnTo>
                <a:lnTo>
                  <a:pt x="36165" y="24524"/>
                </a:lnTo>
                <a:lnTo>
                  <a:pt x="44106" y="40910"/>
                </a:lnTo>
                <a:lnTo>
                  <a:pt x="44106" y="49049"/>
                </a:lnTo>
                <a:lnTo>
                  <a:pt x="56233" y="61311"/>
                </a:lnTo>
                <a:lnTo>
                  <a:pt x="56233" y="16385"/>
                </a:lnTo>
                <a:lnTo>
                  <a:pt x="36165" y="16385"/>
                </a:lnTo>
                <a:lnTo>
                  <a:pt x="48184" y="28648"/>
                </a:lnTo>
                <a:lnTo>
                  <a:pt x="48184" y="20401"/>
                </a:lnTo>
                <a:lnTo>
                  <a:pt x="48184" y="28648"/>
                </a:lnTo>
                <a:lnTo>
                  <a:pt x="36165" y="16385"/>
                </a:lnTo>
                <a:lnTo>
                  <a:pt x="32087" y="12262"/>
                </a:lnTo>
                <a:lnTo>
                  <a:pt x="28116" y="16313"/>
                </a:lnTo>
                <a:lnTo>
                  <a:pt x="28116" y="24524"/>
                </a:lnTo>
                <a:lnTo>
                  <a:pt x="20068" y="24524"/>
                </a:lnTo>
                <a:lnTo>
                  <a:pt x="20068" y="16385"/>
                </a:lnTo>
                <a:lnTo>
                  <a:pt x="8048" y="20401"/>
                </a:lnTo>
                <a:lnTo>
                  <a:pt x="20068" y="16385"/>
                </a:lnTo>
                <a:lnTo>
                  <a:pt x="28116" y="0"/>
                </a:lnTo>
                <a:lnTo>
                  <a:pt x="8048" y="0"/>
                </a:lnTo>
                <a:lnTo>
                  <a:pt x="8048" y="28648"/>
                </a:lnTo>
                <a:lnTo>
                  <a:pt x="12019" y="40910"/>
                </a:lnTo>
                <a:lnTo>
                  <a:pt x="16097" y="53064"/>
                </a:lnTo>
                <a:lnTo>
                  <a:pt x="16097" y="61311"/>
                </a:lnTo>
                <a:lnTo>
                  <a:pt x="16097" y="53064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0" y="36786"/>
                </a:lnTo>
                <a:lnTo>
                  <a:pt x="0" y="53064"/>
                </a:lnTo>
                <a:lnTo>
                  <a:pt x="4077" y="65326"/>
                </a:lnTo>
                <a:lnTo>
                  <a:pt x="24145" y="65326"/>
                </a:lnTo>
                <a:lnTo>
                  <a:pt x="24145" y="409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4251203" y="3610422"/>
            <a:ext cx="56126" cy="106237"/>
          </a:xfrm>
          <a:custGeom>
            <a:avLst/>
            <a:gdLst/>
            <a:ahLst/>
            <a:cxnLst/>
            <a:rect l="l" t="t" r="r" b="b"/>
            <a:pathLst>
              <a:path w="56126" h="106237">
                <a:moveTo>
                  <a:pt x="40136" y="93975"/>
                </a:moveTo>
                <a:lnTo>
                  <a:pt x="40135" y="85763"/>
                </a:lnTo>
                <a:lnTo>
                  <a:pt x="36165" y="81712"/>
                </a:lnTo>
                <a:lnTo>
                  <a:pt x="32087" y="77697"/>
                </a:lnTo>
                <a:lnTo>
                  <a:pt x="36165" y="81712"/>
                </a:lnTo>
                <a:lnTo>
                  <a:pt x="40135" y="81712"/>
                </a:lnTo>
                <a:lnTo>
                  <a:pt x="40136" y="93975"/>
                </a:lnTo>
                <a:lnTo>
                  <a:pt x="36111" y="89869"/>
                </a:lnTo>
                <a:lnTo>
                  <a:pt x="32087" y="85836"/>
                </a:lnTo>
                <a:lnTo>
                  <a:pt x="20068" y="73574"/>
                </a:lnTo>
                <a:lnTo>
                  <a:pt x="16097" y="4123"/>
                </a:lnTo>
                <a:lnTo>
                  <a:pt x="16097" y="12262"/>
                </a:lnTo>
                <a:lnTo>
                  <a:pt x="16097" y="0"/>
                </a:lnTo>
                <a:lnTo>
                  <a:pt x="4077" y="0"/>
                </a:lnTo>
                <a:lnTo>
                  <a:pt x="12019" y="24524"/>
                </a:lnTo>
                <a:lnTo>
                  <a:pt x="8048" y="61311"/>
                </a:lnTo>
                <a:lnTo>
                  <a:pt x="0" y="24524"/>
                </a:lnTo>
                <a:lnTo>
                  <a:pt x="0" y="58164"/>
                </a:lnTo>
                <a:lnTo>
                  <a:pt x="8048" y="66378"/>
                </a:lnTo>
                <a:lnTo>
                  <a:pt x="11590" y="69992"/>
                </a:lnTo>
                <a:lnTo>
                  <a:pt x="16097" y="98098"/>
                </a:lnTo>
                <a:lnTo>
                  <a:pt x="16097" y="85836"/>
                </a:lnTo>
                <a:lnTo>
                  <a:pt x="28116" y="98098"/>
                </a:lnTo>
                <a:lnTo>
                  <a:pt x="32087" y="93975"/>
                </a:lnTo>
                <a:lnTo>
                  <a:pt x="36165" y="106237"/>
                </a:lnTo>
                <a:lnTo>
                  <a:pt x="56126" y="106237"/>
                </a:lnTo>
                <a:lnTo>
                  <a:pt x="44106" y="81712"/>
                </a:lnTo>
                <a:lnTo>
                  <a:pt x="40136" y="73574"/>
                </a:lnTo>
                <a:lnTo>
                  <a:pt x="32087" y="69450"/>
                </a:lnTo>
                <a:lnTo>
                  <a:pt x="32087" y="81712"/>
                </a:lnTo>
                <a:lnTo>
                  <a:pt x="36111" y="89869"/>
                </a:lnTo>
                <a:lnTo>
                  <a:pt x="40136" y="939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4267301" y="3610422"/>
            <a:ext cx="40028" cy="106237"/>
          </a:xfrm>
          <a:custGeom>
            <a:avLst/>
            <a:gdLst/>
            <a:ahLst/>
            <a:cxnLst/>
            <a:rect l="l" t="t" r="r" b="b"/>
            <a:pathLst>
              <a:path w="40028" h="106237">
                <a:moveTo>
                  <a:pt x="40028" y="62722"/>
                </a:moveTo>
                <a:lnTo>
                  <a:pt x="34662" y="57188"/>
                </a:lnTo>
                <a:lnTo>
                  <a:pt x="21355" y="57188"/>
                </a:lnTo>
                <a:lnTo>
                  <a:pt x="15990" y="62722"/>
                </a:lnTo>
                <a:lnTo>
                  <a:pt x="15990" y="56211"/>
                </a:lnTo>
                <a:lnTo>
                  <a:pt x="7941" y="47996"/>
                </a:lnTo>
                <a:lnTo>
                  <a:pt x="7941" y="0"/>
                </a:lnTo>
                <a:lnTo>
                  <a:pt x="0" y="0"/>
                </a:lnTo>
                <a:lnTo>
                  <a:pt x="4507" y="44491"/>
                </a:lnTo>
                <a:lnTo>
                  <a:pt x="7941" y="53172"/>
                </a:lnTo>
                <a:lnTo>
                  <a:pt x="4507" y="44491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3970" y="73574"/>
                </a:lnTo>
                <a:lnTo>
                  <a:pt x="15990" y="85836"/>
                </a:lnTo>
                <a:lnTo>
                  <a:pt x="12019" y="81712"/>
                </a:lnTo>
                <a:lnTo>
                  <a:pt x="15990" y="85836"/>
                </a:lnTo>
                <a:lnTo>
                  <a:pt x="20014" y="89869"/>
                </a:lnTo>
                <a:lnTo>
                  <a:pt x="15990" y="81712"/>
                </a:lnTo>
                <a:lnTo>
                  <a:pt x="15990" y="69450"/>
                </a:lnTo>
                <a:lnTo>
                  <a:pt x="24038" y="73574"/>
                </a:lnTo>
                <a:lnTo>
                  <a:pt x="28009" y="81712"/>
                </a:lnTo>
                <a:lnTo>
                  <a:pt x="40028" y="106237"/>
                </a:lnTo>
                <a:lnTo>
                  <a:pt x="40028" y="627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267301" y="3696259"/>
            <a:ext cx="20068" cy="20401"/>
          </a:xfrm>
          <a:custGeom>
            <a:avLst/>
            <a:gdLst/>
            <a:ahLst/>
            <a:cxnLst/>
            <a:rect l="l" t="t" r="r" b="b"/>
            <a:pathLst>
              <a:path w="20068" h="20401">
                <a:moveTo>
                  <a:pt x="12019" y="12262"/>
                </a:moveTo>
                <a:lnTo>
                  <a:pt x="0" y="0"/>
                </a:lnTo>
                <a:lnTo>
                  <a:pt x="0" y="20401"/>
                </a:lnTo>
                <a:lnTo>
                  <a:pt x="20068" y="20401"/>
                </a:lnTo>
                <a:lnTo>
                  <a:pt x="15990" y="8138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4259252" y="3676801"/>
            <a:ext cx="8048" cy="31719"/>
          </a:xfrm>
          <a:custGeom>
            <a:avLst/>
            <a:gdLst/>
            <a:ahLst/>
            <a:cxnLst/>
            <a:rect l="l" t="t" r="r" b="b"/>
            <a:pathLst>
              <a:path w="8048" h="31719">
                <a:moveTo>
                  <a:pt x="8048" y="31719"/>
                </a:moveTo>
                <a:lnTo>
                  <a:pt x="3541" y="3614"/>
                </a:lnTo>
                <a:lnTo>
                  <a:pt x="0" y="0"/>
                </a:lnTo>
                <a:lnTo>
                  <a:pt x="0" y="31719"/>
                </a:lnTo>
                <a:lnTo>
                  <a:pt x="8048" y="317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4203126" y="3149011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214609" y="3161274"/>
            <a:ext cx="4507" cy="164260"/>
          </a:xfrm>
          <a:custGeom>
            <a:avLst/>
            <a:gdLst/>
            <a:ahLst/>
            <a:cxnLst/>
            <a:rect l="l" t="t" r="r" b="b"/>
            <a:pathLst>
              <a:path w="4507" h="164260">
                <a:moveTo>
                  <a:pt x="0" y="86270"/>
                </a:moveTo>
                <a:lnTo>
                  <a:pt x="4507" y="164260"/>
                </a:lnTo>
                <a:lnTo>
                  <a:pt x="536" y="0"/>
                </a:lnTo>
                <a:lnTo>
                  <a:pt x="0" y="862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4287369" y="3692135"/>
            <a:ext cx="3970" cy="4050"/>
          </a:xfrm>
          <a:custGeom>
            <a:avLst/>
            <a:gdLst/>
            <a:ahLst/>
            <a:cxnLst/>
            <a:rect l="l" t="t" r="r" b="b"/>
            <a:pathLst>
              <a:path w="3970" h="4050">
                <a:moveTo>
                  <a:pt x="0" y="0"/>
                </a:moveTo>
                <a:lnTo>
                  <a:pt x="3970" y="4050"/>
                </a:lnTo>
                <a:lnTo>
                  <a:pt x="39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4191106" y="2916244"/>
            <a:ext cx="6653" cy="159193"/>
          </a:xfrm>
          <a:custGeom>
            <a:avLst/>
            <a:gdLst/>
            <a:ahLst/>
            <a:cxnLst/>
            <a:rect l="l" t="t" r="r" b="b"/>
            <a:pathLst>
              <a:path w="6653" h="159193">
                <a:moveTo>
                  <a:pt x="0" y="0"/>
                </a:moveTo>
                <a:lnTo>
                  <a:pt x="3970" y="159193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4184453" y="2916244"/>
            <a:ext cx="6653" cy="85727"/>
          </a:xfrm>
          <a:custGeom>
            <a:avLst/>
            <a:gdLst/>
            <a:ahLst/>
            <a:cxnLst/>
            <a:rect l="l" t="t" r="r" b="b"/>
            <a:pathLst>
              <a:path w="6653" h="85727">
                <a:moveTo>
                  <a:pt x="0" y="0"/>
                </a:moveTo>
                <a:lnTo>
                  <a:pt x="2575" y="85727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4179087" y="2916244"/>
            <a:ext cx="24038" cy="245029"/>
          </a:xfrm>
          <a:custGeom>
            <a:avLst/>
            <a:gdLst/>
            <a:ahLst/>
            <a:cxnLst/>
            <a:rect l="l" t="t" r="r" b="b"/>
            <a:pathLst>
              <a:path w="24038" h="245029">
                <a:moveTo>
                  <a:pt x="5365" y="0"/>
                </a:moveTo>
                <a:lnTo>
                  <a:pt x="0" y="5425"/>
                </a:lnTo>
                <a:lnTo>
                  <a:pt x="0" y="82580"/>
                </a:lnTo>
                <a:lnTo>
                  <a:pt x="7941" y="90761"/>
                </a:lnTo>
                <a:lnTo>
                  <a:pt x="11482" y="94409"/>
                </a:lnTo>
                <a:lnTo>
                  <a:pt x="15990" y="164293"/>
                </a:lnTo>
                <a:lnTo>
                  <a:pt x="15990" y="245029"/>
                </a:lnTo>
                <a:lnTo>
                  <a:pt x="24038" y="245029"/>
                </a:lnTo>
                <a:lnTo>
                  <a:pt x="19531" y="167874"/>
                </a:lnTo>
                <a:lnTo>
                  <a:pt x="20497" y="68907"/>
                </a:lnTo>
                <a:lnTo>
                  <a:pt x="24038" y="72488"/>
                </a:lnTo>
                <a:lnTo>
                  <a:pt x="24038" y="5425"/>
                </a:lnTo>
                <a:lnTo>
                  <a:pt x="18672" y="0"/>
                </a:lnTo>
                <a:lnTo>
                  <a:pt x="15990" y="159193"/>
                </a:lnTo>
                <a:lnTo>
                  <a:pt x="12019" y="0"/>
                </a:lnTo>
                <a:lnTo>
                  <a:pt x="7941" y="85727"/>
                </a:lnTo>
                <a:lnTo>
                  <a:pt x="53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4198619" y="2985152"/>
            <a:ext cx="20497" cy="176121"/>
          </a:xfrm>
          <a:custGeom>
            <a:avLst/>
            <a:gdLst/>
            <a:ahLst/>
            <a:cxnLst/>
            <a:rect l="l" t="t" r="r" b="b"/>
            <a:pathLst>
              <a:path w="20497" h="176121">
                <a:moveTo>
                  <a:pt x="0" y="98966"/>
                </a:moveTo>
                <a:lnTo>
                  <a:pt x="4507" y="176121"/>
                </a:lnTo>
                <a:lnTo>
                  <a:pt x="4507" y="8681"/>
                </a:lnTo>
                <a:lnTo>
                  <a:pt x="8477" y="151597"/>
                </a:lnTo>
                <a:lnTo>
                  <a:pt x="20497" y="163859"/>
                </a:lnTo>
                <a:lnTo>
                  <a:pt x="20497" y="85293"/>
                </a:lnTo>
                <a:lnTo>
                  <a:pt x="12555" y="77113"/>
                </a:lnTo>
                <a:lnTo>
                  <a:pt x="12555" y="11719"/>
                </a:lnTo>
                <a:lnTo>
                  <a:pt x="4507" y="3581"/>
                </a:lnTo>
                <a:lnTo>
                  <a:pt x="9014" y="73465"/>
                </a:lnTo>
                <a:lnTo>
                  <a:pt x="12555" y="82146"/>
                </a:lnTo>
                <a:lnTo>
                  <a:pt x="9014" y="73465"/>
                </a:lnTo>
                <a:lnTo>
                  <a:pt x="4507" y="3581"/>
                </a:lnTo>
                <a:lnTo>
                  <a:pt x="965" y="0"/>
                </a:lnTo>
                <a:lnTo>
                  <a:pt x="0" y="989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4187028" y="3007005"/>
            <a:ext cx="8048" cy="73532"/>
          </a:xfrm>
          <a:custGeom>
            <a:avLst/>
            <a:gdLst/>
            <a:ahLst/>
            <a:cxnLst/>
            <a:rect l="l" t="t" r="r" b="b"/>
            <a:pathLst>
              <a:path w="8048" h="73532">
                <a:moveTo>
                  <a:pt x="8048" y="73532"/>
                </a:moveTo>
                <a:lnTo>
                  <a:pt x="3541" y="3647"/>
                </a:lnTo>
                <a:lnTo>
                  <a:pt x="0" y="0"/>
                </a:lnTo>
                <a:lnTo>
                  <a:pt x="0" y="65393"/>
                </a:lnTo>
                <a:lnTo>
                  <a:pt x="8048" y="735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4203126" y="2993833"/>
            <a:ext cx="64174" cy="677900"/>
          </a:xfrm>
          <a:custGeom>
            <a:avLst/>
            <a:gdLst/>
            <a:ahLst/>
            <a:cxnLst/>
            <a:rect l="l" t="t" r="r" b="b"/>
            <a:pathLst>
              <a:path w="64174" h="677900">
                <a:moveTo>
                  <a:pt x="8048" y="253168"/>
                </a:moveTo>
                <a:lnTo>
                  <a:pt x="8048" y="323595"/>
                </a:lnTo>
                <a:lnTo>
                  <a:pt x="15989" y="331700"/>
                </a:lnTo>
                <a:lnTo>
                  <a:pt x="11482" y="253710"/>
                </a:lnTo>
                <a:lnTo>
                  <a:pt x="12019" y="167440"/>
                </a:lnTo>
                <a:lnTo>
                  <a:pt x="0" y="163316"/>
                </a:lnTo>
                <a:lnTo>
                  <a:pt x="0" y="155178"/>
                </a:lnTo>
                <a:lnTo>
                  <a:pt x="12019" y="167440"/>
                </a:lnTo>
                <a:lnTo>
                  <a:pt x="15989" y="331700"/>
                </a:lnTo>
                <a:lnTo>
                  <a:pt x="19531" y="335315"/>
                </a:lnTo>
                <a:lnTo>
                  <a:pt x="15990" y="147039"/>
                </a:lnTo>
                <a:lnTo>
                  <a:pt x="19531" y="335315"/>
                </a:lnTo>
                <a:lnTo>
                  <a:pt x="24038" y="420608"/>
                </a:lnTo>
                <a:lnTo>
                  <a:pt x="24038" y="416485"/>
                </a:lnTo>
                <a:lnTo>
                  <a:pt x="36058" y="420608"/>
                </a:lnTo>
                <a:lnTo>
                  <a:pt x="40028" y="408346"/>
                </a:lnTo>
                <a:lnTo>
                  <a:pt x="40028" y="400207"/>
                </a:lnTo>
                <a:lnTo>
                  <a:pt x="40028" y="641113"/>
                </a:lnTo>
                <a:lnTo>
                  <a:pt x="48077" y="641113"/>
                </a:lnTo>
                <a:lnTo>
                  <a:pt x="56126" y="677900"/>
                </a:lnTo>
                <a:lnTo>
                  <a:pt x="60096" y="641113"/>
                </a:lnTo>
                <a:lnTo>
                  <a:pt x="52155" y="616589"/>
                </a:lnTo>
                <a:lnTo>
                  <a:pt x="64174" y="616589"/>
                </a:lnTo>
                <a:lnTo>
                  <a:pt x="56126" y="563524"/>
                </a:lnTo>
                <a:lnTo>
                  <a:pt x="64174" y="616589"/>
                </a:lnTo>
                <a:lnTo>
                  <a:pt x="64174" y="559509"/>
                </a:lnTo>
                <a:lnTo>
                  <a:pt x="56126" y="559509"/>
                </a:lnTo>
                <a:lnTo>
                  <a:pt x="56126" y="571663"/>
                </a:lnTo>
                <a:lnTo>
                  <a:pt x="52155" y="583925"/>
                </a:lnTo>
                <a:lnTo>
                  <a:pt x="48077" y="628851"/>
                </a:lnTo>
                <a:lnTo>
                  <a:pt x="48077" y="637098"/>
                </a:lnTo>
                <a:lnTo>
                  <a:pt x="48077" y="628851"/>
                </a:lnTo>
                <a:lnTo>
                  <a:pt x="52155" y="583925"/>
                </a:lnTo>
                <a:lnTo>
                  <a:pt x="40028" y="571663"/>
                </a:lnTo>
                <a:lnTo>
                  <a:pt x="44106" y="559509"/>
                </a:lnTo>
                <a:lnTo>
                  <a:pt x="44535" y="473239"/>
                </a:lnTo>
                <a:lnTo>
                  <a:pt x="40028" y="396084"/>
                </a:lnTo>
                <a:lnTo>
                  <a:pt x="28009" y="396084"/>
                </a:lnTo>
                <a:lnTo>
                  <a:pt x="24038" y="408346"/>
                </a:lnTo>
                <a:lnTo>
                  <a:pt x="24038" y="236782"/>
                </a:lnTo>
                <a:lnTo>
                  <a:pt x="20497" y="228209"/>
                </a:lnTo>
                <a:lnTo>
                  <a:pt x="24038" y="231790"/>
                </a:lnTo>
                <a:lnTo>
                  <a:pt x="24038" y="142915"/>
                </a:lnTo>
                <a:lnTo>
                  <a:pt x="15990" y="142915"/>
                </a:lnTo>
                <a:lnTo>
                  <a:pt x="15990" y="326633"/>
                </a:lnTo>
                <a:lnTo>
                  <a:pt x="15990" y="155178"/>
                </a:lnTo>
                <a:lnTo>
                  <a:pt x="3970" y="142915"/>
                </a:lnTo>
                <a:lnTo>
                  <a:pt x="0" y="0"/>
                </a:lnTo>
                <a:lnTo>
                  <a:pt x="0" y="167440"/>
                </a:lnTo>
                <a:lnTo>
                  <a:pt x="8048" y="245029"/>
                </a:lnTo>
                <a:lnTo>
                  <a:pt x="8048" y="253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4203126" y="3161274"/>
            <a:ext cx="8048" cy="82732"/>
          </a:xfrm>
          <a:custGeom>
            <a:avLst/>
            <a:gdLst/>
            <a:ahLst/>
            <a:cxnLst/>
            <a:rect l="l" t="t" r="r" b="b"/>
            <a:pathLst>
              <a:path w="8048" h="82732">
                <a:moveTo>
                  <a:pt x="8048" y="82732"/>
                </a:moveTo>
                <a:lnTo>
                  <a:pt x="8048" y="77589"/>
                </a:lnTo>
                <a:lnTo>
                  <a:pt x="0" y="0"/>
                </a:lnTo>
                <a:lnTo>
                  <a:pt x="0" y="74442"/>
                </a:lnTo>
                <a:lnTo>
                  <a:pt x="8048" y="827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4223623" y="3222043"/>
            <a:ext cx="19531" cy="180136"/>
          </a:xfrm>
          <a:custGeom>
            <a:avLst/>
            <a:gdLst/>
            <a:ahLst/>
            <a:cxnLst/>
            <a:rect l="l" t="t" r="r" b="b"/>
            <a:pathLst>
              <a:path w="19531" h="180136">
                <a:moveTo>
                  <a:pt x="0" y="0"/>
                </a:moveTo>
                <a:lnTo>
                  <a:pt x="3541" y="8572"/>
                </a:lnTo>
                <a:lnTo>
                  <a:pt x="3541" y="180136"/>
                </a:lnTo>
                <a:lnTo>
                  <a:pt x="7512" y="167874"/>
                </a:lnTo>
                <a:lnTo>
                  <a:pt x="19531" y="167874"/>
                </a:lnTo>
                <a:lnTo>
                  <a:pt x="19531" y="93432"/>
                </a:lnTo>
                <a:lnTo>
                  <a:pt x="11590" y="85252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81604"/>
                </a:lnTo>
                <a:lnTo>
                  <a:pt x="11590" y="90285"/>
                </a:lnTo>
                <a:lnTo>
                  <a:pt x="8048" y="81604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4227165" y="3414442"/>
            <a:ext cx="15990" cy="163316"/>
          </a:xfrm>
          <a:custGeom>
            <a:avLst/>
            <a:gdLst/>
            <a:ahLst/>
            <a:cxnLst/>
            <a:rect l="l" t="t" r="r" b="b"/>
            <a:pathLst>
              <a:path w="15990" h="163316">
                <a:moveTo>
                  <a:pt x="8048" y="74517"/>
                </a:moveTo>
                <a:lnTo>
                  <a:pt x="8048" y="163316"/>
                </a:lnTo>
                <a:lnTo>
                  <a:pt x="15990" y="163316"/>
                </a:lnTo>
                <a:lnTo>
                  <a:pt x="11590" y="78131"/>
                </a:lnTo>
                <a:lnTo>
                  <a:pt x="8048" y="69450"/>
                </a:lnTo>
                <a:lnTo>
                  <a:pt x="0" y="0"/>
                </a:lnTo>
                <a:lnTo>
                  <a:pt x="0" y="66303"/>
                </a:lnTo>
                <a:lnTo>
                  <a:pt x="8048" y="745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4227165" y="3402180"/>
            <a:ext cx="15990" cy="175579"/>
          </a:xfrm>
          <a:custGeom>
            <a:avLst/>
            <a:gdLst/>
            <a:ahLst/>
            <a:cxnLst/>
            <a:rect l="l" t="t" r="r" b="b"/>
            <a:pathLst>
              <a:path w="15990" h="175579">
                <a:moveTo>
                  <a:pt x="12019" y="12262"/>
                </a:moveTo>
                <a:lnTo>
                  <a:pt x="0" y="8138"/>
                </a:lnTo>
                <a:lnTo>
                  <a:pt x="0" y="12262"/>
                </a:lnTo>
                <a:lnTo>
                  <a:pt x="8048" y="81712"/>
                </a:lnTo>
                <a:lnTo>
                  <a:pt x="11590" y="90394"/>
                </a:lnTo>
                <a:lnTo>
                  <a:pt x="15990" y="175579"/>
                </a:lnTo>
                <a:lnTo>
                  <a:pt x="15990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4243155" y="3389917"/>
            <a:ext cx="16097" cy="187841"/>
          </a:xfrm>
          <a:custGeom>
            <a:avLst/>
            <a:gdLst/>
            <a:ahLst/>
            <a:cxnLst/>
            <a:rect l="l" t="t" r="r" b="b"/>
            <a:pathLst>
              <a:path w="16097" h="187841">
                <a:moveTo>
                  <a:pt x="12126" y="187841"/>
                </a:moveTo>
                <a:lnTo>
                  <a:pt x="16097" y="175579"/>
                </a:lnTo>
                <a:lnTo>
                  <a:pt x="16097" y="163425"/>
                </a:lnTo>
                <a:lnTo>
                  <a:pt x="8048" y="85836"/>
                </a:lnTo>
                <a:lnTo>
                  <a:pt x="16097" y="163425"/>
                </a:lnTo>
                <a:lnTo>
                  <a:pt x="16097" y="88874"/>
                </a:lnTo>
                <a:lnTo>
                  <a:pt x="8048" y="80736"/>
                </a:lnTo>
                <a:lnTo>
                  <a:pt x="8048" y="0"/>
                </a:lnTo>
                <a:lnTo>
                  <a:pt x="0" y="0"/>
                </a:lnTo>
                <a:lnTo>
                  <a:pt x="4507" y="77155"/>
                </a:lnTo>
                <a:lnTo>
                  <a:pt x="4077" y="163425"/>
                </a:lnTo>
                <a:lnTo>
                  <a:pt x="0" y="175579"/>
                </a:lnTo>
                <a:lnTo>
                  <a:pt x="12126" y="1878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4219116" y="3325534"/>
            <a:ext cx="8048" cy="88908"/>
          </a:xfrm>
          <a:custGeom>
            <a:avLst/>
            <a:gdLst/>
            <a:ahLst/>
            <a:cxnLst/>
            <a:rect l="l" t="t" r="r" b="b"/>
            <a:pathLst>
              <a:path w="8048" h="88908">
                <a:moveTo>
                  <a:pt x="8048" y="88908"/>
                </a:moveTo>
                <a:lnTo>
                  <a:pt x="3541" y="3614"/>
                </a:lnTo>
                <a:lnTo>
                  <a:pt x="0" y="0"/>
                </a:lnTo>
                <a:lnTo>
                  <a:pt x="0" y="88908"/>
                </a:lnTo>
                <a:lnTo>
                  <a:pt x="8048" y="88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4411640" y="2773220"/>
            <a:ext cx="2682" cy="4123"/>
          </a:xfrm>
          <a:custGeom>
            <a:avLst/>
            <a:gdLst/>
            <a:ahLst/>
            <a:cxnLst/>
            <a:rect l="l" t="t" r="r" b="b"/>
            <a:pathLst>
              <a:path w="2682" h="4123">
                <a:moveTo>
                  <a:pt x="2682" y="4123"/>
                </a:moveTo>
                <a:lnTo>
                  <a:pt x="0" y="0"/>
                </a:lnTo>
                <a:lnTo>
                  <a:pt x="0" y="4123"/>
                </a:lnTo>
                <a:lnTo>
                  <a:pt x="2682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4283291" y="3659472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2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4299388" y="3560538"/>
            <a:ext cx="7941" cy="111195"/>
          </a:xfrm>
          <a:custGeom>
            <a:avLst/>
            <a:gdLst/>
            <a:ahLst/>
            <a:cxnLst/>
            <a:rect l="l" t="t" r="r" b="b"/>
            <a:pathLst>
              <a:path w="7941" h="111195">
                <a:moveTo>
                  <a:pt x="0" y="57154"/>
                </a:moveTo>
                <a:lnTo>
                  <a:pt x="0" y="62146"/>
                </a:lnTo>
                <a:lnTo>
                  <a:pt x="3970" y="98933"/>
                </a:lnTo>
                <a:lnTo>
                  <a:pt x="7941" y="111195"/>
                </a:lnTo>
                <a:lnTo>
                  <a:pt x="7941" y="0"/>
                </a:lnTo>
                <a:lnTo>
                  <a:pt x="3541" y="53573"/>
                </a:lnTo>
                <a:lnTo>
                  <a:pt x="0" y="571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4299388" y="3560538"/>
            <a:ext cx="7941" cy="57154"/>
          </a:xfrm>
          <a:custGeom>
            <a:avLst/>
            <a:gdLst/>
            <a:ahLst/>
            <a:cxnLst/>
            <a:rect l="l" t="t" r="r" b="b"/>
            <a:pathLst>
              <a:path w="7941" h="57154">
                <a:moveTo>
                  <a:pt x="3541" y="53573"/>
                </a:moveTo>
                <a:lnTo>
                  <a:pt x="7941" y="0"/>
                </a:lnTo>
                <a:lnTo>
                  <a:pt x="0" y="8105"/>
                </a:lnTo>
                <a:lnTo>
                  <a:pt x="0" y="57154"/>
                </a:lnTo>
                <a:lnTo>
                  <a:pt x="3541" y="535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4307329" y="3495178"/>
            <a:ext cx="8048" cy="144326"/>
          </a:xfrm>
          <a:custGeom>
            <a:avLst/>
            <a:gdLst/>
            <a:ahLst/>
            <a:cxnLst/>
            <a:rect l="l" t="t" r="r" b="b"/>
            <a:pathLst>
              <a:path w="8048" h="144326">
                <a:moveTo>
                  <a:pt x="3541" y="61745"/>
                </a:moveTo>
                <a:lnTo>
                  <a:pt x="4507" y="144326"/>
                </a:lnTo>
                <a:lnTo>
                  <a:pt x="8048" y="0"/>
                </a:lnTo>
                <a:lnTo>
                  <a:pt x="0" y="8138"/>
                </a:lnTo>
                <a:lnTo>
                  <a:pt x="0" y="62179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4315378" y="3500170"/>
            <a:ext cx="16097" cy="130762"/>
          </a:xfrm>
          <a:custGeom>
            <a:avLst/>
            <a:gdLst/>
            <a:ahLst/>
            <a:cxnLst/>
            <a:rect l="l" t="t" r="r" b="b"/>
            <a:pathLst>
              <a:path w="16097" h="130762">
                <a:moveTo>
                  <a:pt x="8048" y="78641"/>
                </a:moveTo>
                <a:lnTo>
                  <a:pt x="16097" y="70427"/>
                </a:lnTo>
                <a:lnTo>
                  <a:pt x="8048" y="73573"/>
                </a:lnTo>
                <a:lnTo>
                  <a:pt x="4507" y="82255"/>
                </a:lnTo>
                <a:lnTo>
                  <a:pt x="0" y="0"/>
                </a:lnTo>
                <a:lnTo>
                  <a:pt x="0" y="130762"/>
                </a:lnTo>
                <a:lnTo>
                  <a:pt x="8048" y="127615"/>
                </a:lnTo>
                <a:lnTo>
                  <a:pt x="8048" y="7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4315378" y="3413465"/>
            <a:ext cx="8048" cy="81712"/>
          </a:xfrm>
          <a:custGeom>
            <a:avLst/>
            <a:gdLst/>
            <a:ahLst/>
            <a:cxnLst/>
            <a:rect l="l" t="t" r="r" b="b"/>
            <a:pathLst>
              <a:path w="8048" h="81712">
                <a:moveTo>
                  <a:pt x="3541" y="78131"/>
                </a:moveTo>
                <a:lnTo>
                  <a:pt x="8048" y="0"/>
                </a:lnTo>
                <a:lnTo>
                  <a:pt x="0" y="8138"/>
                </a:lnTo>
                <a:lnTo>
                  <a:pt x="0" y="81712"/>
                </a:lnTo>
                <a:lnTo>
                  <a:pt x="3541" y="78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4323427" y="3339891"/>
            <a:ext cx="3541" cy="78674"/>
          </a:xfrm>
          <a:custGeom>
            <a:avLst/>
            <a:gdLst/>
            <a:ahLst/>
            <a:cxnLst/>
            <a:rect l="l" t="t" r="r" b="b"/>
            <a:pathLst>
              <a:path w="3541" h="78674">
                <a:moveTo>
                  <a:pt x="3541" y="69992"/>
                </a:moveTo>
                <a:lnTo>
                  <a:pt x="0" y="0"/>
                </a:lnTo>
                <a:lnTo>
                  <a:pt x="0" y="78674"/>
                </a:lnTo>
                <a:lnTo>
                  <a:pt x="3541" y="699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4331475" y="3209271"/>
            <a:ext cx="7941" cy="122481"/>
          </a:xfrm>
          <a:custGeom>
            <a:avLst/>
            <a:gdLst/>
            <a:ahLst/>
            <a:cxnLst/>
            <a:rect l="l" t="t" r="r" b="b"/>
            <a:pathLst>
              <a:path w="7941" h="122481">
                <a:moveTo>
                  <a:pt x="3541" y="118900"/>
                </a:moveTo>
                <a:lnTo>
                  <a:pt x="7941" y="0"/>
                </a:lnTo>
                <a:lnTo>
                  <a:pt x="0" y="8105"/>
                </a:lnTo>
                <a:lnTo>
                  <a:pt x="0" y="122481"/>
                </a:lnTo>
                <a:lnTo>
                  <a:pt x="3541" y="1189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4339417" y="3119386"/>
            <a:ext cx="3541" cy="94951"/>
          </a:xfrm>
          <a:custGeom>
            <a:avLst/>
            <a:gdLst/>
            <a:ahLst/>
            <a:cxnLst/>
            <a:rect l="l" t="t" r="r" b="b"/>
            <a:pathLst>
              <a:path w="3541" h="94951">
                <a:moveTo>
                  <a:pt x="3541" y="86270"/>
                </a:moveTo>
                <a:lnTo>
                  <a:pt x="0" y="0"/>
                </a:lnTo>
                <a:lnTo>
                  <a:pt x="0" y="94951"/>
                </a:lnTo>
                <a:lnTo>
                  <a:pt x="3541" y="862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4327934" y="3116348"/>
            <a:ext cx="35628" cy="454248"/>
          </a:xfrm>
          <a:custGeom>
            <a:avLst/>
            <a:gdLst/>
            <a:ahLst/>
            <a:cxnLst/>
            <a:rect l="l" t="t" r="r" b="b"/>
            <a:pathLst>
              <a:path w="35628" h="454248">
                <a:moveTo>
                  <a:pt x="27580" y="111229"/>
                </a:moveTo>
                <a:lnTo>
                  <a:pt x="35628" y="103090"/>
                </a:lnTo>
                <a:lnTo>
                  <a:pt x="27580" y="106128"/>
                </a:lnTo>
                <a:lnTo>
                  <a:pt x="24038" y="114810"/>
                </a:lnTo>
                <a:lnTo>
                  <a:pt x="19531" y="0"/>
                </a:lnTo>
                <a:lnTo>
                  <a:pt x="19531" y="228643"/>
                </a:lnTo>
                <a:lnTo>
                  <a:pt x="15990" y="237324"/>
                </a:lnTo>
                <a:lnTo>
                  <a:pt x="11482" y="310356"/>
                </a:lnTo>
                <a:lnTo>
                  <a:pt x="8048" y="319037"/>
                </a:lnTo>
                <a:lnTo>
                  <a:pt x="3541" y="220504"/>
                </a:lnTo>
                <a:lnTo>
                  <a:pt x="3541" y="392069"/>
                </a:lnTo>
                <a:lnTo>
                  <a:pt x="0" y="400641"/>
                </a:lnTo>
                <a:lnTo>
                  <a:pt x="3541" y="454248"/>
                </a:lnTo>
                <a:lnTo>
                  <a:pt x="3541" y="397027"/>
                </a:lnTo>
                <a:lnTo>
                  <a:pt x="11482" y="388922"/>
                </a:lnTo>
                <a:lnTo>
                  <a:pt x="11482" y="315500"/>
                </a:lnTo>
                <a:lnTo>
                  <a:pt x="19531" y="307209"/>
                </a:lnTo>
                <a:lnTo>
                  <a:pt x="19531" y="233743"/>
                </a:lnTo>
                <a:lnTo>
                  <a:pt x="27580" y="225605"/>
                </a:lnTo>
                <a:lnTo>
                  <a:pt x="27580" y="1112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4347465" y="3029568"/>
            <a:ext cx="8048" cy="81679"/>
          </a:xfrm>
          <a:custGeom>
            <a:avLst/>
            <a:gdLst/>
            <a:ahLst/>
            <a:cxnLst/>
            <a:rect l="l" t="t" r="r" b="b"/>
            <a:pathLst>
              <a:path w="8048" h="81679">
                <a:moveTo>
                  <a:pt x="3541" y="78098"/>
                </a:moveTo>
                <a:lnTo>
                  <a:pt x="8048" y="0"/>
                </a:lnTo>
                <a:lnTo>
                  <a:pt x="0" y="8214"/>
                </a:lnTo>
                <a:lnTo>
                  <a:pt x="0" y="81679"/>
                </a:lnTo>
                <a:lnTo>
                  <a:pt x="3541" y="780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4355514" y="2952488"/>
            <a:ext cx="11482" cy="180679"/>
          </a:xfrm>
          <a:custGeom>
            <a:avLst/>
            <a:gdLst/>
            <a:ahLst/>
            <a:cxnLst/>
            <a:rect l="l" t="t" r="r" b="b"/>
            <a:pathLst>
              <a:path w="11482" h="180679">
                <a:moveTo>
                  <a:pt x="3541" y="73465"/>
                </a:moveTo>
                <a:lnTo>
                  <a:pt x="0" y="82146"/>
                </a:lnTo>
                <a:lnTo>
                  <a:pt x="4507" y="180679"/>
                </a:lnTo>
                <a:lnTo>
                  <a:pt x="8048" y="171998"/>
                </a:lnTo>
                <a:lnTo>
                  <a:pt x="8048" y="8681"/>
                </a:lnTo>
                <a:lnTo>
                  <a:pt x="11482" y="0"/>
                </a:lnTo>
                <a:lnTo>
                  <a:pt x="8048" y="434"/>
                </a:lnTo>
                <a:lnTo>
                  <a:pt x="8048" y="3504"/>
                </a:lnTo>
                <a:lnTo>
                  <a:pt x="0" y="11719"/>
                </a:lnTo>
                <a:lnTo>
                  <a:pt x="0" y="82146"/>
                </a:lnTo>
                <a:lnTo>
                  <a:pt x="3541" y="734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4368070" y="2793729"/>
            <a:ext cx="35521" cy="257726"/>
          </a:xfrm>
          <a:custGeom>
            <a:avLst/>
            <a:gdLst/>
            <a:ahLst/>
            <a:cxnLst/>
            <a:rect l="l" t="t" r="r" b="b"/>
            <a:pathLst>
              <a:path w="35521" h="257726">
                <a:moveTo>
                  <a:pt x="0" y="257726"/>
                </a:moveTo>
                <a:lnTo>
                  <a:pt x="3434" y="249044"/>
                </a:lnTo>
                <a:lnTo>
                  <a:pt x="3434" y="93866"/>
                </a:lnTo>
                <a:lnTo>
                  <a:pt x="7941" y="184260"/>
                </a:lnTo>
                <a:lnTo>
                  <a:pt x="11482" y="175579"/>
                </a:lnTo>
                <a:lnTo>
                  <a:pt x="19531" y="172432"/>
                </a:lnTo>
                <a:lnTo>
                  <a:pt x="19531" y="107105"/>
                </a:lnTo>
                <a:lnTo>
                  <a:pt x="27580" y="98966"/>
                </a:lnTo>
                <a:lnTo>
                  <a:pt x="27579" y="49884"/>
                </a:lnTo>
                <a:lnTo>
                  <a:pt x="35521" y="41778"/>
                </a:lnTo>
                <a:lnTo>
                  <a:pt x="35521" y="0"/>
                </a:lnTo>
                <a:lnTo>
                  <a:pt x="27580" y="44925"/>
                </a:lnTo>
                <a:lnTo>
                  <a:pt x="24038" y="53498"/>
                </a:lnTo>
                <a:lnTo>
                  <a:pt x="19531" y="102005"/>
                </a:lnTo>
                <a:lnTo>
                  <a:pt x="15990" y="110686"/>
                </a:lnTo>
                <a:lnTo>
                  <a:pt x="11482" y="36678"/>
                </a:lnTo>
                <a:lnTo>
                  <a:pt x="11482" y="31611"/>
                </a:lnTo>
                <a:lnTo>
                  <a:pt x="6975" y="85185"/>
                </a:lnTo>
                <a:lnTo>
                  <a:pt x="3434" y="88833"/>
                </a:lnTo>
                <a:lnTo>
                  <a:pt x="0" y="2577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4291339" y="2882562"/>
            <a:ext cx="96262" cy="801433"/>
          </a:xfrm>
          <a:custGeom>
            <a:avLst/>
            <a:gdLst/>
            <a:ahLst/>
            <a:cxnLst/>
            <a:rect l="l" t="t" r="r" b="b"/>
            <a:pathLst>
              <a:path w="96262" h="801433">
                <a:moveTo>
                  <a:pt x="88213" y="91813"/>
                </a:moveTo>
                <a:lnTo>
                  <a:pt x="96262" y="83599"/>
                </a:lnTo>
                <a:lnTo>
                  <a:pt x="88213" y="86746"/>
                </a:lnTo>
                <a:lnTo>
                  <a:pt x="84671" y="95427"/>
                </a:lnTo>
                <a:lnTo>
                  <a:pt x="80164" y="5033"/>
                </a:lnTo>
                <a:lnTo>
                  <a:pt x="80164" y="160211"/>
                </a:lnTo>
                <a:lnTo>
                  <a:pt x="76730" y="168892"/>
                </a:lnTo>
                <a:lnTo>
                  <a:pt x="80164" y="0"/>
                </a:lnTo>
                <a:lnTo>
                  <a:pt x="72223" y="8180"/>
                </a:lnTo>
                <a:lnTo>
                  <a:pt x="72223" y="70360"/>
                </a:lnTo>
                <a:lnTo>
                  <a:pt x="75657" y="69925"/>
                </a:lnTo>
                <a:lnTo>
                  <a:pt x="72223" y="78607"/>
                </a:lnTo>
                <a:lnTo>
                  <a:pt x="72223" y="241924"/>
                </a:lnTo>
                <a:lnTo>
                  <a:pt x="68681" y="250605"/>
                </a:lnTo>
                <a:lnTo>
                  <a:pt x="64174" y="152072"/>
                </a:lnTo>
                <a:lnTo>
                  <a:pt x="64174" y="147005"/>
                </a:lnTo>
                <a:lnTo>
                  <a:pt x="59667" y="225104"/>
                </a:lnTo>
                <a:lnTo>
                  <a:pt x="56126" y="228685"/>
                </a:lnTo>
                <a:lnTo>
                  <a:pt x="48077" y="236823"/>
                </a:lnTo>
                <a:lnTo>
                  <a:pt x="51618" y="323094"/>
                </a:lnTo>
                <a:lnTo>
                  <a:pt x="48077" y="331775"/>
                </a:lnTo>
                <a:lnTo>
                  <a:pt x="48077" y="326708"/>
                </a:lnTo>
                <a:lnTo>
                  <a:pt x="43677" y="445609"/>
                </a:lnTo>
                <a:lnTo>
                  <a:pt x="40135" y="449190"/>
                </a:lnTo>
                <a:lnTo>
                  <a:pt x="32087" y="457328"/>
                </a:lnTo>
                <a:lnTo>
                  <a:pt x="35628" y="527321"/>
                </a:lnTo>
                <a:lnTo>
                  <a:pt x="32087" y="536003"/>
                </a:lnTo>
                <a:lnTo>
                  <a:pt x="32087" y="530902"/>
                </a:lnTo>
                <a:lnTo>
                  <a:pt x="27580" y="609034"/>
                </a:lnTo>
                <a:lnTo>
                  <a:pt x="24038" y="612615"/>
                </a:lnTo>
                <a:lnTo>
                  <a:pt x="20497" y="756942"/>
                </a:lnTo>
                <a:lnTo>
                  <a:pt x="19531" y="674361"/>
                </a:lnTo>
                <a:lnTo>
                  <a:pt x="15990" y="674795"/>
                </a:lnTo>
                <a:lnTo>
                  <a:pt x="15990" y="797310"/>
                </a:lnTo>
                <a:lnTo>
                  <a:pt x="15990" y="789171"/>
                </a:lnTo>
                <a:lnTo>
                  <a:pt x="12019" y="776909"/>
                </a:lnTo>
                <a:lnTo>
                  <a:pt x="0" y="781032"/>
                </a:lnTo>
                <a:lnTo>
                  <a:pt x="12019" y="776909"/>
                </a:lnTo>
                <a:lnTo>
                  <a:pt x="8048" y="740122"/>
                </a:lnTo>
                <a:lnTo>
                  <a:pt x="8048" y="735130"/>
                </a:lnTo>
                <a:lnTo>
                  <a:pt x="0" y="743269"/>
                </a:lnTo>
                <a:lnTo>
                  <a:pt x="0" y="789171"/>
                </a:lnTo>
                <a:lnTo>
                  <a:pt x="3970" y="801433"/>
                </a:lnTo>
                <a:lnTo>
                  <a:pt x="24038" y="801433"/>
                </a:lnTo>
                <a:lnTo>
                  <a:pt x="24038" y="753361"/>
                </a:lnTo>
                <a:lnTo>
                  <a:pt x="32087" y="745222"/>
                </a:lnTo>
                <a:lnTo>
                  <a:pt x="24038" y="748369"/>
                </a:lnTo>
                <a:lnTo>
                  <a:pt x="24038" y="617607"/>
                </a:lnTo>
                <a:lnTo>
                  <a:pt x="28545" y="699862"/>
                </a:lnTo>
                <a:lnTo>
                  <a:pt x="32087" y="691181"/>
                </a:lnTo>
                <a:lnTo>
                  <a:pt x="40136" y="688034"/>
                </a:lnTo>
                <a:lnTo>
                  <a:pt x="36594" y="634427"/>
                </a:lnTo>
                <a:lnTo>
                  <a:pt x="40136" y="625854"/>
                </a:lnTo>
                <a:lnTo>
                  <a:pt x="40135" y="454290"/>
                </a:lnTo>
                <a:lnTo>
                  <a:pt x="44643" y="552823"/>
                </a:lnTo>
                <a:lnTo>
                  <a:pt x="48077" y="544141"/>
                </a:lnTo>
                <a:lnTo>
                  <a:pt x="52584" y="471110"/>
                </a:lnTo>
                <a:lnTo>
                  <a:pt x="56126" y="462429"/>
                </a:lnTo>
                <a:lnTo>
                  <a:pt x="56126" y="233785"/>
                </a:lnTo>
                <a:lnTo>
                  <a:pt x="60633" y="348595"/>
                </a:lnTo>
                <a:lnTo>
                  <a:pt x="64174" y="339914"/>
                </a:lnTo>
                <a:lnTo>
                  <a:pt x="72223" y="336875"/>
                </a:lnTo>
                <a:lnTo>
                  <a:pt x="72223" y="246957"/>
                </a:lnTo>
                <a:lnTo>
                  <a:pt x="80164" y="238777"/>
                </a:lnTo>
                <a:lnTo>
                  <a:pt x="80164" y="165387"/>
                </a:lnTo>
                <a:lnTo>
                  <a:pt x="88213" y="157173"/>
                </a:lnTo>
                <a:lnTo>
                  <a:pt x="88213" y="918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4371504" y="2825341"/>
            <a:ext cx="8048" cy="57221"/>
          </a:xfrm>
          <a:custGeom>
            <a:avLst/>
            <a:gdLst/>
            <a:ahLst/>
            <a:cxnLst/>
            <a:rect l="l" t="t" r="r" b="b"/>
            <a:pathLst>
              <a:path w="8048" h="57221">
                <a:moveTo>
                  <a:pt x="3541" y="53573"/>
                </a:moveTo>
                <a:lnTo>
                  <a:pt x="8048" y="0"/>
                </a:lnTo>
                <a:lnTo>
                  <a:pt x="0" y="8213"/>
                </a:lnTo>
                <a:lnTo>
                  <a:pt x="0" y="57221"/>
                </a:lnTo>
                <a:lnTo>
                  <a:pt x="3541" y="535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4379552" y="2769204"/>
            <a:ext cx="32087" cy="135211"/>
          </a:xfrm>
          <a:custGeom>
            <a:avLst/>
            <a:gdLst/>
            <a:ahLst/>
            <a:cxnLst/>
            <a:rect l="l" t="t" r="r" b="b"/>
            <a:pathLst>
              <a:path w="32087" h="135211">
                <a:moveTo>
                  <a:pt x="0" y="56136"/>
                </a:moveTo>
                <a:lnTo>
                  <a:pt x="0" y="61203"/>
                </a:lnTo>
                <a:lnTo>
                  <a:pt x="4507" y="135211"/>
                </a:lnTo>
                <a:lnTo>
                  <a:pt x="8048" y="126529"/>
                </a:lnTo>
                <a:lnTo>
                  <a:pt x="12556" y="78023"/>
                </a:lnTo>
                <a:lnTo>
                  <a:pt x="16097" y="69450"/>
                </a:lnTo>
                <a:lnTo>
                  <a:pt x="24038" y="24524"/>
                </a:lnTo>
                <a:lnTo>
                  <a:pt x="24038" y="20401"/>
                </a:lnTo>
                <a:lnTo>
                  <a:pt x="24038" y="24524"/>
                </a:lnTo>
                <a:lnTo>
                  <a:pt x="32087" y="24524"/>
                </a:lnTo>
                <a:lnTo>
                  <a:pt x="24038" y="12262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3541" y="52521"/>
                </a:lnTo>
                <a:lnTo>
                  <a:pt x="0" y="561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4387601" y="2752819"/>
            <a:ext cx="24038" cy="40910"/>
          </a:xfrm>
          <a:custGeom>
            <a:avLst/>
            <a:gdLst/>
            <a:ahLst/>
            <a:cxnLst/>
            <a:rect l="l" t="t" r="r" b="b"/>
            <a:pathLst>
              <a:path w="24038" h="40910">
                <a:moveTo>
                  <a:pt x="20068" y="0"/>
                </a:moveTo>
                <a:lnTo>
                  <a:pt x="0" y="0"/>
                </a:lnTo>
                <a:lnTo>
                  <a:pt x="0" y="28648"/>
                </a:lnTo>
                <a:lnTo>
                  <a:pt x="3970" y="40910"/>
                </a:lnTo>
                <a:lnTo>
                  <a:pt x="15990" y="28648"/>
                </a:lnTo>
                <a:lnTo>
                  <a:pt x="24038" y="40910"/>
                </a:lnTo>
                <a:lnTo>
                  <a:pt x="24038" y="24524"/>
                </a:lnTo>
                <a:lnTo>
                  <a:pt x="12019" y="24524"/>
                </a:lnTo>
                <a:lnTo>
                  <a:pt x="12019" y="16385"/>
                </a:lnTo>
                <a:lnTo>
                  <a:pt x="0" y="20401"/>
                </a:lnTo>
                <a:lnTo>
                  <a:pt x="12019" y="16385"/>
                </a:lnTo>
                <a:lnTo>
                  <a:pt x="2006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4379552" y="2769204"/>
            <a:ext cx="8048" cy="56136"/>
          </a:xfrm>
          <a:custGeom>
            <a:avLst/>
            <a:gdLst/>
            <a:ahLst/>
            <a:cxnLst/>
            <a:rect l="l" t="t" r="r" b="b"/>
            <a:pathLst>
              <a:path w="8048" h="56136">
                <a:moveTo>
                  <a:pt x="3541" y="52521"/>
                </a:moveTo>
                <a:lnTo>
                  <a:pt x="8048" y="0"/>
                </a:lnTo>
                <a:lnTo>
                  <a:pt x="0" y="0"/>
                </a:lnTo>
                <a:lnTo>
                  <a:pt x="0" y="56136"/>
                </a:lnTo>
                <a:lnTo>
                  <a:pt x="3541" y="52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4399621" y="2752819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12019" y="12262"/>
                </a:moveTo>
                <a:lnTo>
                  <a:pt x="12019" y="24524"/>
                </a:lnTo>
                <a:lnTo>
                  <a:pt x="12019" y="20401"/>
                </a:lnTo>
                <a:lnTo>
                  <a:pt x="14702" y="24524"/>
                </a:lnTo>
                <a:lnTo>
                  <a:pt x="20068" y="19098"/>
                </a:lnTo>
                <a:lnTo>
                  <a:pt x="20068" y="5534"/>
                </a:lnTo>
                <a:lnTo>
                  <a:pt x="14702" y="0"/>
                </a:lnTo>
                <a:lnTo>
                  <a:pt x="8048" y="0"/>
                </a:lnTo>
                <a:lnTo>
                  <a:pt x="0" y="16385"/>
                </a:lnTo>
                <a:lnTo>
                  <a:pt x="0" y="24524"/>
                </a:lnTo>
                <a:lnTo>
                  <a:pt x="12019" y="245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4491912" y="3618669"/>
            <a:ext cx="19960" cy="86270"/>
          </a:xfrm>
          <a:custGeom>
            <a:avLst/>
            <a:gdLst/>
            <a:ahLst/>
            <a:cxnLst/>
            <a:rect l="l" t="t" r="r" b="b"/>
            <a:pathLst>
              <a:path w="19960" h="86270">
                <a:moveTo>
                  <a:pt x="7941" y="48940"/>
                </a:moveTo>
                <a:lnTo>
                  <a:pt x="7941" y="74442"/>
                </a:lnTo>
                <a:lnTo>
                  <a:pt x="19531" y="86270"/>
                </a:lnTo>
                <a:lnTo>
                  <a:pt x="19960" y="48940"/>
                </a:lnTo>
                <a:lnTo>
                  <a:pt x="7941" y="44925"/>
                </a:lnTo>
                <a:lnTo>
                  <a:pt x="7941" y="36678"/>
                </a:lnTo>
                <a:lnTo>
                  <a:pt x="0" y="0"/>
                </a:lnTo>
                <a:lnTo>
                  <a:pt x="0" y="48940"/>
                </a:lnTo>
                <a:lnTo>
                  <a:pt x="7941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4516165" y="3679439"/>
            <a:ext cx="16955" cy="30276"/>
          </a:xfrm>
          <a:custGeom>
            <a:avLst/>
            <a:gdLst/>
            <a:ahLst/>
            <a:cxnLst/>
            <a:rect l="l" t="t" r="r" b="b"/>
            <a:pathLst>
              <a:path w="16955" h="30276">
                <a:moveTo>
                  <a:pt x="0" y="30276"/>
                </a:moveTo>
                <a:lnTo>
                  <a:pt x="7619" y="30276"/>
                </a:lnTo>
                <a:lnTo>
                  <a:pt x="7834" y="8681"/>
                </a:lnTo>
                <a:lnTo>
                  <a:pt x="12233" y="25501"/>
                </a:lnTo>
                <a:lnTo>
                  <a:pt x="16955" y="20726"/>
                </a:lnTo>
                <a:lnTo>
                  <a:pt x="16955" y="12913"/>
                </a:lnTo>
                <a:lnTo>
                  <a:pt x="12233" y="8138"/>
                </a:lnTo>
                <a:lnTo>
                  <a:pt x="7834" y="3629"/>
                </a:lnTo>
                <a:lnTo>
                  <a:pt x="4292" y="0"/>
                </a:lnTo>
                <a:lnTo>
                  <a:pt x="0" y="302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4411640" y="2794673"/>
            <a:ext cx="8048" cy="39858"/>
          </a:xfrm>
          <a:custGeom>
            <a:avLst/>
            <a:gdLst/>
            <a:ahLst/>
            <a:cxnLst/>
            <a:rect l="l" t="t" r="r" b="b"/>
            <a:pathLst>
              <a:path w="8048" h="39858">
                <a:moveTo>
                  <a:pt x="8048" y="39858"/>
                </a:moveTo>
                <a:lnTo>
                  <a:pt x="3541" y="3614"/>
                </a:lnTo>
                <a:lnTo>
                  <a:pt x="0" y="0"/>
                </a:lnTo>
                <a:lnTo>
                  <a:pt x="0" y="39858"/>
                </a:lnTo>
                <a:lnTo>
                  <a:pt x="8048" y="398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4523785" y="3688120"/>
            <a:ext cx="4614" cy="21594"/>
          </a:xfrm>
          <a:custGeom>
            <a:avLst/>
            <a:gdLst/>
            <a:ahLst/>
            <a:cxnLst/>
            <a:rect l="l" t="t" r="r" b="b"/>
            <a:pathLst>
              <a:path w="4614" h="21594">
                <a:moveTo>
                  <a:pt x="214" y="0"/>
                </a:moveTo>
                <a:lnTo>
                  <a:pt x="0" y="21594"/>
                </a:lnTo>
                <a:lnTo>
                  <a:pt x="4614" y="16820"/>
                </a:lnTo>
                <a:lnTo>
                  <a:pt x="214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4503931" y="3618669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0" y="24524"/>
                </a:lnTo>
                <a:lnTo>
                  <a:pt x="12019" y="2452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4443727" y="2981571"/>
            <a:ext cx="3970" cy="86270"/>
          </a:xfrm>
          <a:custGeom>
            <a:avLst/>
            <a:gdLst/>
            <a:ahLst/>
            <a:cxnLst/>
            <a:rect l="l" t="t" r="r" b="b"/>
            <a:pathLst>
              <a:path w="3970" h="86270">
                <a:moveTo>
                  <a:pt x="3970" y="0"/>
                </a:moveTo>
                <a:lnTo>
                  <a:pt x="0" y="77589"/>
                </a:lnTo>
                <a:lnTo>
                  <a:pt x="3541" y="86270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4403591" y="2765081"/>
            <a:ext cx="44106" cy="216489"/>
          </a:xfrm>
          <a:custGeom>
            <a:avLst/>
            <a:gdLst/>
            <a:ahLst/>
            <a:cxnLst/>
            <a:rect l="l" t="t" r="r" b="b"/>
            <a:pathLst>
              <a:path w="44106" h="216489">
                <a:moveTo>
                  <a:pt x="8048" y="24524"/>
                </a:moveTo>
                <a:lnTo>
                  <a:pt x="12019" y="12262"/>
                </a:lnTo>
                <a:lnTo>
                  <a:pt x="0" y="0"/>
                </a:lnTo>
                <a:lnTo>
                  <a:pt x="0" y="21377"/>
                </a:lnTo>
                <a:lnTo>
                  <a:pt x="8048" y="29591"/>
                </a:lnTo>
                <a:lnTo>
                  <a:pt x="11590" y="33205"/>
                </a:lnTo>
                <a:lnTo>
                  <a:pt x="16097" y="69450"/>
                </a:lnTo>
                <a:lnTo>
                  <a:pt x="16097" y="65326"/>
                </a:lnTo>
                <a:lnTo>
                  <a:pt x="16097" y="126638"/>
                </a:lnTo>
                <a:lnTo>
                  <a:pt x="24146" y="126638"/>
                </a:lnTo>
                <a:lnTo>
                  <a:pt x="32087" y="204227"/>
                </a:lnTo>
                <a:lnTo>
                  <a:pt x="44106" y="216489"/>
                </a:lnTo>
                <a:lnTo>
                  <a:pt x="36165" y="191965"/>
                </a:lnTo>
                <a:lnTo>
                  <a:pt x="36165" y="126638"/>
                </a:lnTo>
                <a:lnTo>
                  <a:pt x="28116" y="102113"/>
                </a:lnTo>
                <a:lnTo>
                  <a:pt x="40136" y="102113"/>
                </a:lnTo>
                <a:lnTo>
                  <a:pt x="32087" y="49049"/>
                </a:lnTo>
                <a:lnTo>
                  <a:pt x="40136" y="102113"/>
                </a:lnTo>
                <a:lnTo>
                  <a:pt x="40136" y="44925"/>
                </a:lnTo>
                <a:lnTo>
                  <a:pt x="32087" y="44925"/>
                </a:lnTo>
                <a:lnTo>
                  <a:pt x="32087" y="57188"/>
                </a:lnTo>
                <a:lnTo>
                  <a:pt x="28116" y="69450"/>
                </a:lnTo>
                <a:lnTo>
                  <a:pt x="24146" y="114376"/>
                </a:lnTo>
                <a:lnTo>
                  <a:pt x="24146" y="122514"/>
                </a:lnTo>
                <a:lnTo>
                  <a:pt x="24146" y="114376"/>
                </a:lnTo>
                <a:lnTo>
                  <a:pt x="28116" y="69450"/>
                </a:lnTo>
                <a:lnTo>
                  <a:pt x="16097" y="57188"/>
                </a:lnTo>
                <a:lnTo>
                  <a:pt x="20604" y="7704"/>
                </a:lnTo>
                <a:lnTo>
                  <a:pt x="12019" y="12262"/>
                </a:lnTo>
                <a:lnTo>
                  <a:pt x="8048" y="24524"/>
                </a:lnTo>
                <a:lnTo>
                  <a:pt x="4077" y="12262"/>
                </a:lnTo>
                <a:lnTo>
                  <a:pt x="0" y="8138"/>
                </a:lnTo>
                <a:lnTo>
                  <a:pt x="4077" y="12262"/>
                </a:lnTo>
                <a:lnTo>
                  <a:pt x="8048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4395650" y="2752819"/>
            <a:ext cx="40028" cy="81712"/>
          </a:xfrm>
          <a:custGeom>
            <a:avLst/>
            <a:gdLst/>
            <a:ahLst/>
            <a:cxnLst/>
            <a:rect l="l" t="t" r="r" b="b"/>
            <a:pathLst>
              <a:path w="40028" h="81712">
                <a:moveTo>
                  <a:pt x="5365" y="24524"/>
                </a:moveTo>
                <a:lnTo>
                  <a:pt x="7941" y="24524"/>
                </a:lnTo>
                <a:lnTo>
                  <a:pt x="7941" y="12262"/>
                </a:lnTo>
                <a:lnTo>
                  <a:pt x="19960" y="24524"/>
                </a:lnTo>
                <a:lnTo>
                  <a:pt x="28545" y="19966"/>
                </a:lnTo>
                <a:lnTo>
                  <a:pt x="32087" y="28648"/>
                </a:lnTo>
                <a:lnTo>
                  <a:pt x="28545" y="19966"/>
                </a:lnTo>
                <a:lnTo>
                  <a:pt x="24038" y="69450"/>
                </a:lnTo>
                <a:lnTo>
                  <a:pt x="36058" y="81712"/>
                </a:lnTo>
                <a:lnTo>
                  <a:pt x="28009" y="57188"/>
                </a:lnTo>
                <a:lnTo>
                  <a:pt x="40028" y="57188"/>
                </a:lnTo>
                <a:lnTo>
                  <a:pt x="40028" y="31686"/>
                </a:lnTo>
                <a:lnTo>
                  <a:pt x="32087" y="23581"/>
                </a:lnTo>
                <a:lnTo>
                  <a:pt x="32087" y="0"/>
                </a:lnTo>
                <a:lnTo>
                  <a:pt x="5365" y="0"/>
                </a:lnTo>
                <a:lnTo>
                  <a:pt x="0" y="5534"/>
                </a:lnTo>
                <a:lnTo>
                  <a:pt x="0" y="19098"/>
                </a:lnTo>
                <a:lnTo>
                  <a:pt x="5365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4423659" y="2810007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0" y="0"/>
                </a:moveTo>
                <a:lnTo>
                  <a:pt x="8048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4427737" y="2867195"/>
            <a:ext cx="24038" cy="286883"/>
          </a:xfrm>
          <a:custGeom>
            <a:avLst/>
            <a:gdLst/>
            <a:ahLst/>
            <a:cxnLst/>
            <a:rect l="l" t="t" r="r" b="b"/>
            <a:pathLst>
              <a:path w="24038" h="286883">
                <a:moveTo>
                  <a:pt x="15990" y="0"/>
                </a:moveTo>
                <a:lnTo>
                  <a:pt x="3970" y="0"/>
                </a:lnTo>
                <a:lnTo>
                  <a:pt x="12019" y="24524"/>
                </a:lnTo>
                <a:lnTo>
                  <a:pt x="12019" y="89851"/>
                </a:lnTo>
                <a:lnTo>
                  <a:pt x="19960" y="114376"/>
                </a:lnTo>
                <a:lnTo>
                  <a:pt x="19531" y="200646"/>
                </a:lnTo>
                <a:lnTo>
                  <a:pt x="15990" y="191965"/>
                </a:lnTo>
                <a:lnTo>
                  <a:pt x="19960" y="114376"/>
                </a:lnTo>
                <a:lnTo>
                  <a:pt x="7941" y="102113"/>
                </a:lnTo>
                <a:lnTo>
                  <a:pt x="0" y="24524"/>
                </a:lnTo>
                <a:lnTo>
                  <a:pt x="0" y="114376"/>
                </a:lnTo>
                <a:lnTo>
                  <a:pt x="7941" y="114376"/>
                </a:lnTo>
                <a:lnTo>
                  <a:pt x="7941" y="110252"/>
                </a:lnTo>
                <a:lnTo>
                  <a:pt x="7941" y="188818"/>
                </a:lnTo>
                <a:lnTo>
                  <a:pt x="15989" y="197032"/>
                </a:lnTo>
                <a:lnTo>
                  <a:pt x="15990" y="278669"/>
                </a:lnTo>
                <a:lnTo>
                  <a:pt x="24038" y="286883"/>
                </a:lnTo>
                <a:lnTo>
                  <a:pt x="24038" y="89851"/>
                </a:lnTo>
                <a:lnTo>
                  <a:pt x="15990" y="12262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4451776" y="2957046"/>
            <a:ext cx="24038" cy="482897"/>
          </a:xfrm>
          <a:custGeom>
            <a:avLst/>
            <a:gdLst/>
            <a:ahLst/>
            <a:cxnLst/>
            <a:rect l="l" t="t" r="r" b="b"/>
            <a:pathLst>
              <a:path w="24038" h="482897">
                <a:moveTo>
                  <a:pt x="15990" y="396192"/>
                </a:moveTo>
                <a:lnTo>
                  <a:pt x="15990" y="474758"/>
                </a:lnTo>
                <a:lnTo>
                  <a:pt x="24038" y="482897"/>
                </a:lnTo>
                <a:lnTo>
                  <a:pt x="19531" y="396626"/>
                </a:lnTo>
                <a:lnTo>
                  <a:pt x="15990" y="183826"/>
                </a:lnTo>
                <a:lnTo>
                  <a:pt x="12448" y="175145"/>
                </a:lnTo>
                <a:lnTo>
                  <a:pt x="15990" y="178726"/>
                </a:lnTo>
                <a:lnTo>
                  <a:pt x="15990" y="97013"/>
                </a:lnTo>
                <a:lnTo>
                  <a:pt x="8048" y="88908"/>
                </a:lnTo>
                <a:lnTo>
                  <a:pt x="4507" y="85293"/>
                </a:lnTo>
                <a:lnTo>
                  <a:pt x="3541" y="200646"/>
                </a:lnTo>
                <a:lnTo>
                  <a:pt x="0" y="191965"/>
                </a:lnTo>
                <a:lnTo>
                  <a:pt x="3541" y="200646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286916"/>
                </a:lnTo>
                <a:lnTo>
                  <a:pt x="8048" y="295131"/>
                </a:lnTo>
                <a:lnTo>
                  <a:pt x="8048" y="93975"/>
                </a:lnTo>
                <a:lnTo>
                  <a:pt x="11482" y="298636"/>
                </a:lnTo>
                <a:lnTo>
                  <a:pt x="15989" y="393012"/>
                </a:lnTo>
                <a:lnTo>
                  <a:pt x="15990" y="387945"/>
                </a:lnTo>
                <a:lnTo>
                  <a:pt x="15990" y="3961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4443727" y="2867195"/>
            <a:ext cx="8048" cy="89851"/>
          </a:xfrm>
          <a:custGeom>
            <a:avLst/>
            <a:gdLst/>
            <a:ahLst/>
            <a:cxnLst/>
            <a:rect l="l" t="t" r="r" b="b"/>
            <a:pathLst>
              <a:path w="8048" h="89851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89851"/>
                </a:lnTo>
                <a:lnTo>
                  <a:pt x="0" y="4123"/>
                </a:lnTo>
                <a:lnTo>
                  <a:pt x="8048" y="89851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4451776" y="2957046"/>
            <a:ext cx="8048" cy="200646"/>
          </a:xfrm>
          <a:custGeom>
            <a:avLst/>
            <a:gdLst/>
            <a:ahLst/>
            <a:cxnLst/>
            <a:rect l="l" t="t" r="r" b="b"/>
            <a:pathLst>
              <a:path w="8048" h="200646">
                <a:moveTo>
                  <a:pt x="8048" y="0"/>
                </a:moveTo>
                <a:lnTo>
                  <a:pt x="0" y="0"/>
                </a:lnTo>
                <a:lnTo>
                  <a:pt x="3541" y="200646"/>
                </a:lnTo>
                <a:lnTo>
                  <a:pt x="4507" y="85293"/>
                </a:lnTo>
                <a:lnTo>
                  <a:pt x="8048" y="88908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4464225" y="3132191"/>
            <a:ext cx="19638" cy="396626"/>
          </a:xfrm>
          <a:custGeom>
            <a:avLst/>
            <a:gdLst/>
            <a:ahLst/>
            <a:cxnLst/>
            <a:rect l="l" t="t" r="r" b="b"/>
            <a:pathLst>
              <a:path w="19638" h="396626">
                <a:moveTo>
                  <a:pt x="0" y="0"/>
                </a:moveTo>
                <a:lnTo>
                  <a:pt x="3541" y="8681"/>
                </a:lnTo>
                <a:lnTo>
                  <a:pt x="7082" y="221481"/>
                </a:lnTo>
                <a:lnTo>
                  <a:pt x="11590" y="307752"/>
                </a:lnTo>
                <a:lnTo>
                  <a:pt x="11590" y="302651"/>
                </a:lnTo>
                <a:lnTo>
                  <a:pt x="11590" y="396626"/>
                </a:lnTo>
                <a:lnTo>
                  <a:pt x="19638" y="396626"/>
                </a:lnTo>
                <a:lnTo>
                  <a:pt x="15131" y="311333"/>
                </a:lnTo>
                <a:lnTo>
                  <a:pt x="11590" y="106671"/>
                </a:lnTo>
                <a:lnTo>
                  <a:pt x="8048" y="97990"/>
                </a:lnTo>
                <a:lnTo>
                  <a:pt x="11590" y="101571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4463795" y="3051021"/>
            <a:ext cx="0" cy="299037"/>
          </a:xfrm>
          <a:custGeom>
            <a:avLst/>
            <a:gdLst/>
            <a:ahLst/>
            <a:cxnLst/>
            <a:rect l="l" t="t" r="r" b="b"/>
            <a:pathLst>
              <a:path w="0" h="299037">
                <a:moveTo>
                  <a:pt x="0" y="0"/>
                </a:moveTo>
                <a:lnTo>
                  <a:pt x="0" y="299037"/>
                </a:lnTo>
              </a:path>
            </a:pathLst>
          </a:custGeom>
          <a:ln w="921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4472273" y="3230181"/>
            <a:ext cx="35628" cy="363963"/>
          </a:xfrm>
          <a:custGeom>
            <a:avLst/>
            <a:gdLst/>
            <a:ahLst/>
            <a:cxnLst/>
            <a:rect l="l" t="t" r="r" b="b"/>
            <a:pathLst>
              <a:path w="35628" h="363963">
                <a:moveTo>
                  <a:pt x="0" y="0"/>
                </a:moveTo>
                <a:lnTo>
                  <a:pt x="3541" y="8681"/>
                </a:lnTo>
                <a:lnTo>
                  <a:pt x="7082" y="213342"/>
                </a:lnTo>
                <a:lnTo>
                  <a:pt x="11590" y="298636"/>
                </a:lnTo>
                <a:lnTo>
                  <a:pt x="11590" y="294513"/>
                </a:lnTo>
                <a:lnTo>
                  <a:pt x="23609" y="298636"/>
                </a:lnTo>
                <a:lnTo>
                  <a:pt x="27580" y="286374"/>
                </a:lnTo>
                <a:lnTo>
                  <a:pt x="27580" y="278235"/>
                </a:lnTo>
                <a:lnTo>
                  <a:pt x="27580" y="286374"/>
                </a:lnTo>
                <a:lnTo>
                  <a:pt x="23609" y="298636"/>
                </a:lnTo>
                <a:lnTo>
                  <a:pt x="35628" y="363963"/>
                </a:lnTo>
                <a:lnTo>
                  <a:pt x="35628" y="274111"/>
                </a:lnTo>
                <a:lnTo>
                  <a:pt x="15560" y="274111"/>
                </a:lnTo>
                <a:lnTo>
                  <a:pt x="11590" y="286374"/>
                </a:lnTo>
                <a:lnTo>
                  <a:pt x="11590" y="106671"/>
                </a:lnTo>
                <a:lnTo>
                  <a:pt x="8048" y="97990"/>
                </a:lnTo>
                <a:lnTo>
                  <a:pt x="11590" y="101571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4480322" y="3328172"/>
            <a:ext cx="19531" cy="188384"/>
          </a:xfrm>
          <a:custGeom>
            <a:avLst/>
            <a:gdLst/>
            <a:ahLst/>
            <a:cxnLst/>
            <a:rect l="l" t="t" r="r" b="b"/>
            <a:pathLst>
              <a:path w="19531" h="188384">
                <a:moveTo>
                  <a:pt x="0" y="0"/>
                </a:moveTo>
                <a:lnTo>
                  <a:pt x="3541" y="8681"/>
                </a:lnTo>
                <a:lnTo>
                  <a:pt x="3541" y="188384"/>
                </a:lnTo>
                <a:lnTo>
                  <a:pt x="7512" y="176121"/>
                </a:lnTo>
                <a:lnTo>
                  <a:pt x="19531" y="176121"/>
                </a:lnTo>
                <a:lnTo>
                  <a:pt x="19531" y="101571"/>
                </a:lnTo>
                <a:lnTo>
                  <a:pt x="11590" y="93465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89851"/>
                </a:lnTo>
                <a:lnTo>
                  <a:pt x="11590" y="98532"/>
                </a:lnTo>
                <a:lnTo>
                  <a:pt x="8048" y="89851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4491912" y="3594145"/>
            <a:ext cx="32087" cy="115569"/>
          </a:xfrm>
          <a:custGeom>
            <a:avLst/>
            <a:gdLst/>
            <a:ahLst/>
            <a:cxnLst/>
            <a:rect l="l" t="t" r="r" b="b"/>
            <a:pathLst>
              <a:path w="32087" h="115569">
                <a:moveTo>
                  <a:pt x="12019" y="49049"/>
                </a:moveTo>
                <a:lnTo>
                  <a:pt x="24038" y="61203"/>
                </a:lnTo>
                <a:lnTo>
                  <a:pt x="24038" y="53064"/>
                </a:lnTo>
                <a:lnTo>
                  <a:pt x="24038" y="61203"/>
                </a:lnTo>
                <a:lnTo>
                  <a:pt x="12019" y="49049"/>
                </a:ln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12262"/>
                </a:lnTo>
                <a:lnTo>
                  <a:pt x="12019" y="24524"/>
                </a:lnTo>
                <a:lnTo>
                  <a:pt x="24038" y="49049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61203"/>
                </a:lnTo>
                <a:lnTo>
                  <a:pt x="7941" y="69450"/>
                </a:lnTo>
                <a:lnTo>
                  <a:pt x="19960" y="73465"/>
                </a:lnTo>
                <a:lnTo>
                  <a:pt x="19531" y="110795"/>
                </a:lnTo>
                <a:lnTo>
                  <a:pt x="24253" y="115569"/>
                </a:lnTo>
                <a:lnTo>
                  <a:pt x="28545" y="85293"/>
                </a:lnTo>
                <a:lnTo>
                  <a:pt x="32087" y="88923"/>
                </a:lnTo>
                <a:lnTo>
                  <a:pt x="32087" y="49049"/>
                </a:lnTo>
                <a:lnTo>
                  <a:pt x="12019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4483863" y="3524694"/>
            <a:ext cx="24038" cy="93975"/>
          </a:xfrm>
          <a:custGeom>
            <a:avLst/>
            <a:gdLst/>
            <a:ahLst/>
            <a:cxnLst/>
            <a:rect l="l" t="t" r="r" b="b"/>
            <a:pathLst>
              <a:path w="24038" h="93975">
                <a:moveTo>
                  <a:pt x="0" y="8138"/>
                </a:moveTo>
                <a:lnTo>
                  <a:pt x="0" y="93975"/>
                </a:lnTo>
                <a:lnTo>
                  <a:pt x="8048" y="93975"/>
                </a:lnTo>
                <a:lnTo>
                  <a:pt x="8048" y="81712"/>
                </a:lnTo>
                <a:lnTo>
                  <a:pt x="12019" y="69450"/>
                </a:lnTo>
                <a:lnTo>
                  <a:pt x="24038" y="69450"/>
                </a:lnTo>
                <a:lnTo>
                  <a:pt x="12019" y="4123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4519921" y="3606407"/>
            <a:ext cx="28116" cy="110252"/>
          </a:xfrm>
          <a:custGeom>
            <a:avLst/>
            <a:gdLst/>
            <a:ahLst/>
            <a:cxnLst/>
            <a:rect l="l" t="t" r="r" b="b"/>
            <a:pathLst>
              <a:path w="28116" h="110252">
                <a:moveTo>
                  <a:pt x="4077" y="77589"/>
                </a:moveTo>
                <a:lnTo>
                  <a:pt x="0" y="77589"/>
                </a:lnTo>
                <a:lnTo>
                  <a:pt x="0" y="85727"/>
                </a:lnTo>
                <a:lnTo>
                  <a:pt x="4077" y="97990"/>
                </a:lnTo>
                <a:lnTo>
                  <a:pt x="8048" y="110252"/>
                </a:lnTo>
                <a:lnTo>
                  <a:pt x="28116" y="110252"/>
                </a:lnTo>
                <a:lnTo>
                  <a:pt x="24575" y="82146"/>
                </a:lnTo>
                <a:lnTo>
                  <a:pt x="20068" y="0"/>
                </a:lnTo>
                <a:lnTo>
                  <a:pt x="16097" y="85727"/>
                </a:lnTo>
                <a:lnTo>
                  <a:pt x="8048" y="85727"/>
                </a:lnTo>
                <a:lnTo>
                  <a:pt x="4077" y="81712"/>
                </a:lnTo>
                <a:lnTo>
                  <a:pt x="4077" y="89888"/>
                </a:lnTo>
                <a:lnTo>
                  <a:pt x="8048" y="93939"/>
                </a:lnTo>
                <a:lnTo>
                  <a:pt x="4077" y="89851"/>
                </a:lnTo>
                <a:lnTo>
                  <a:pt x="8048" y="93939"/>
                </a:lnTo>
                <a:lnTo>
                  <a:pt x="12019" y="89888"/>
                </a:lnTo>
                <a:lnTo>
                  <a:pt x="12019" y="97990"/>
                </a:lnTo>
                <a:lnTo>
                  <a:pt x="8048" y="93939"/>
                </a:lnTo>
                <a:lnTo>
                  <a:pt x="4077" y="89888"/>
                </a:lnTo>
                <a:lnTo>
                  <a:pt x="4077" y="77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4507902" y="3683996"/>
            <a:ext cx="20068" cy="32663"/>
          </a:xfrm>
          <a:custGeom>
            <a:avLst/>
            <a:gdLst/>
            <a:ahLst/>
            <a:cxnLst/>
            <a:rect l="l" t="t" r="r" b="b"/>
            <a:pathLst>
              <a:path w="20068" h="32663">
                <a:moveTo>
                  <a:pt x="12019" y="8138"/>
                </a:move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32663"/>
                </a:lnTo>
                <a:lnTo>
                  <a:pt x="20068" y="32663"/>
                </a:lnTo>
                <a:lnTo>
                  <a:pt x="16097" y="20401"/>
                </a:lnTo>
                <a:lnTo>
                  <a:pt x="12019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4527970" y="3671734"/>
            <a:ext cx="8048" cy="20401"/>
          </a:xfrm>
          <a:custGeom>
            <a:avLst/>
            <a:gdLst/>
            <a:ahLst/>
            <a:cxnLst/>
            <a:rect l="l" t="t" r="r" b="b"/>
            <a:pathLst>
              <a:path w="8048" h="20401">
                <a:moveTo>
                  <a:pt x="3970" y="17688"/>
                </a:moveTo>
                <a:lnTo>
                  <a:pt x="0" y="20401"/>
                </a:lnTo>
                <a:lnTo>
                  <a:pt x="8048" y="20401"/>
                </a:lnTo>
                <a:lnTo>
                  <a:pt x="3970" y="0"/>
                </a:lnTo>
                <a:lnTo>
                  <a:pt x="3970" y="176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4523999" y="3666667"/>
            <a:ext cx="7941" cy="17329"/>
          </a:xfrm>
          <a:custGeom>
            <a:avLst/>
            <a:gdLst/>
            <a:ahLst/>
            <a:cxnLst/>
            <a:rect l="l" t="t" r="r" b="b"/>
            <a:pathLst>
              <a:path w="7941" h="17329">
                <a:moveTo>
                  <a:pt x="0" y="8105"/>
                </a:moveTo>
                <a:lnTo>
                  <a:pt x="0" y="17329"/>
                </a:lnTo>
                <a:lnTo>
                  <a:pt x="2575" y="17329"/>
                </a:lnTo>
                <a:lnTo>
                  <a:pt x="7941" y="0"/>
                </a:lnTo>
                <a:lnTo>
                  <a:pt x="0" y="81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4531941" y="3601307"/>
            <a:ext cx="8048" cy="65360"/>
          </a:xfrm>
          <a:custGeom>
            <a:avLst/>
            <a:gdLst/>
            <a:ahLst/>
            <a:cxnLst/>
            <a:rect l="l" t="t" r="r" b="b"/>
            <a:pathLst>
              <a:path w="8048" h="65360">
                <a:moveTo>
                  <a:pt x="3541" y="61745"/>
                </a:moveTo>
                <a:lnTo>
                  <a:pt x="8048" y="0"/>
                </a:lnTo>
                <a:lnTo>
                  <a:pt x="0" y="8138"/>
                </a:lnTo>
                <a:lnTo>
                  <a:pt x="0" y="65360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4539989" y="3535980"/>
            <a:ext cx="8048" cy="65326"/>
          </a:xfrm>
          <a:custGeom>
            <a:avLst/>
            <a:gdLst/>
            <a:ahLst/>
            <a:cxnLst/>
            <a:rect l="l" t="t" r="r" b="b"/>
            <a:pathLst>
              <a:path w="8048" h="65326">
                <a:moveTo>
                  <a:pt x="3541" y="61745"/>
                </a:moveTo>
                <a:lnTo>
                  <a:pt x="8048" y="0"/>
                </a:lnTo>
                <a:lnTo>
                  <a:pt x="0" y="8138"/>
                </a:lnTo>
                <a:lnTo>
                  <a:pt x="0" y="65326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4548038" y="3470653"/>
            <a:ext cx="3541" cy="70427"/>
          </a:xfrm>
          <a:custGeom>
            <a:avLst/>
            <a:gdLst/>
            <a:ahLst/>
            <a:cxnLst/>
            <a:rect l="l" t="t" r="r" b="b"/>
            <a:pathLst>
              <a:path w="3541" h="70427">
                <a:moveTo>
                  <a:pt x="3541" y="61745"/>
                </a:moveTo>
                <a:lnTo>
                  <a:pt x="0" y="0"/>
                </a:lnTo>
                <a:lnTo>
                  <a:pt x="0" y="70427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4556087" y="3372622"/>
            <a:ext cx="7941" cy="89740"/>
          </a:xfrm>
          <a:custGeom>
            <a:avLst/>
            <a:gdLst/>
            <a:ahLst/>
            <a:cxnLst/>
            <a:rect l="l" t="t" r="r" b="b"/>
            <a:pathLst>
              <a:path w="7941" h="89740">
                <a:moveTo>
                  <a:pt x="3434" y="86203"/>
                </a:moveTo>
                <a:lnTo>
                  <a:pt x="7941" y="0"/>
                </a:lnTo>
                <a:lnTo>
                  <a:pt x="0" y="8180"/>
                </a:lnTo>
                <a:lnTo>
                  <a:pt x="0" y="89740"/>
                </a:lnTo>
                <a:lnTo>
                  <a:pt x="3434" y="862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4548038" y="3279665"/>
            <a:ext cx="32087" cy="400207"/>
          </a:xfrm>
          <a:custGeom>
            <a:avLst/>
            <a:gdLst/>
            <a:ahLst/>
            <a:cxnLst/>
            <a:rect l="l" t="t" r="r" b="b"/>
            <a:pathLst>
              <a:path w="32087" h="400207">
                <a:moveTo>
                  <a:pt x="24038" y="201080"/>
                </a:moveTo>
                <a:lnTo>
                  <a:pt x="32087" y="192941"/>
                </a:lnTo>
                <a:lnTo>
                  <a:pt x="28545" y="114810"/>
                </a:lnTo>
                <a:lnTo>
                  <a:pt x="24038" y="0"/>
                </a:lnTo>
                <a:lnTo>
                  <a:pt x="24038" y="196088"/>
                </a:lnTo>
                <a:lnTo>
                  <a:pt x="20497" y="204661"/>
                </a:lnTo>
                <a:lnTo>
                  <a:pt x="15990" y="269554"/>
                </a:lnTo>
                <a:lnTo>
                  <a:pt x="12448" y="278235"/>
                </a:lnTo>
                <a:lnTo>
                  <a:pt x="8048" y="187841"/>
                </a:lnTo>
                <a:lnTo>
                  <a:pt x="8048" y="334881"/>
                </a:lnTo>
                <a:lnTo>
                  <a:pt x="4507" y="343562"/>
                </a:lnTo>
                <a:lnTo>
                  <a:pt x="0" y="400207"/>
                </a:lnTo>
                <a:lnTo>
                  <a:pt x="8048" y="397169"/>
                </a:lnTo>
                <a:lnTo>
                  <a:pt x="8048" y="339947"/>
                </a:lnTo>
                <a:lnTo>
                  <a:pt x="15990" y="331842"/>
                </a:lnTo>
                <a:lnTo>
                  <a:pt x="15989" y="274621"/>
                </a:lnTo>
                <a:lnTo>
                  <a:pt x="24038" y="266407"/>
                </a:lnTo>
                <a:lnTo>
                  <a:pt x="24038" y="2010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4564028" y="3282812"/>
            <a:ext cx="3541" cy="94843"/>
          </a:xfrm>
          <a:custGeom>
            <a:avLst/>
            <a:gdLst/>
            <a:ahLst/>
            <a:cxnLst/>
            <a:rect l="l" t="t" r="r" b="b"/>
            <a:pathLst>
              <a:path w="3541" h="94843">
                <a:moveTo>
                  <a:pt x="3541" y="86161"/>
                </a:moveTo>
                <a:lnTo>
                  <a:pt x="0" y="0"/>
                </a:lnTo>
                <a:lnTo>
                  <a:pt x="0" y="94843"/>
                </a:lnTo>
                <a:lnTo>
                  <a:pt x="3541" y="861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4572077" y="3176574"/>
            <a:ext cx="8048" cy="98023"/>
          </a:xfrm>
          <a:custGeom>
            <a:avLst/>
            <a:gdLst/>
            <a:ahLst/>
            <a:cxnLst/>
            <a:rect l="l" t="t" r="r" b="b"/>
            <a:pathLst>
              <a:path w="8048" h="98023">
                <a:moveTo>
                  <a:pt x="3541" y="94409"/>
                </a:moveTo>
                <a:lnTo>
                  <a:pt x="8048" y="0"/>
                </a:lnTo>
                <a:lnTo>
                  <a:pt x="0" y="8138"/>
                </a:lnTo>
                <a:lnTo>
                  <a:pt x="0" y="98023"/>
                </a:lnTo>
                <a:lnTo>
                  <a:pt x="3541" y="944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4580125" y="3046897"/>
            <a:ext cx="3541" cy="134777"/>
          </a:xfrm>
          <a:custGeom>
            <a:avLst/>
            <a:gdLst/>
            <a:ahLst/>
            <a:cxnLst/>
            <a:rect l="l" t="t" r="r" b="b"/>
            <a:pathLst>
              <a:path w="3541" h="134777">
                <a:moveTo>
                  <a:pt x="3541" y="126095"/>
                </a:moveTo>
                <a:lnTo>
                  <a:pt x="0" y="0"/>
                </a:lnTo>
                <a:lnTo>
                  <a:pt x="0" y="134777"/>
                </a:lnTo>
                <a:lnTo>
                  <a:pt x="3541" y="1260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4580125" y="3186775"/>
            <a:ext cx="24038" cy="199127"/>
          </a:xfrm>
          <a:custGeom>
            <a:avLst/>
            <a:gdLst/>
            <a:ahLst/>
            <a:cxnLst/>
            <a:rect l="l" t="t" r="r" b="b"/>
            <a:pathLst>
              <a:path w="24038" h="199127">
                <a:moveTo>
                  <a:pt x="15989" y="8138"/>
                </a:moveTo>
                <a:lnTo>
                  <a:pt x="24038" y="0"/>
                </a:lnTo>
                <a:lnTo>
                  <a:pt x="15990" y="3038"/>
                </a:lnTo>
                <a:lnTo>
                  <a:pt x="12448" y="11719"/>
                </a:lnTo>
                <a:lnTo>
                  <a:pt x="7941" y="101028"/>
                </a:lnTo>
                <a:lnTo>
                  <a:pt x="4507" y="109709"/>
                </a:lnTo>
                <a:lnTo>
                  <a:pt x="0" y="199127"/>
                </a:lnTo>
                <a:lnTo>
                  <a:pt x="7941" y="195980"/>
                </a:lnTo>
                <a:lnTo>
                  <a:pt x="7941" y="106204"/>
                </a:lnTo>
                <a:lnTo>
                  <a:pt x="15990" y="97990"/>
                </a:lnTo>
                <a:lnTo>
                  <a:pt x="15989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4523999" y="3046897"/>
            <a:ext cx="80164" cy="669762"/>
          </a:xfrm>
          <a:custGeom>
            <a:avLst/>
            <a:gdLst/>
            <a:ahLst/>
            <a:cxnLst/>
            <a:rect l="l" t="t" r="r" b="b"/>
            <a:pathLst>
              <a:path w="80164" h="669762">
                <a:moveTo>
                  <a:pt x="80164" y="24524"/>
                </a:moveTo>
                <a:lnTo>
                  <a:pt x="68145" y="24524"/>
                </a:lnTo>
                <a:lnTo>
                  <a:pt x="64067" y="12262"/>
                </a:lnTo>
                <a:lnTo>
                  <a:pt x="64067" y="0"/>
                </a:lnTo>
                <a:lnTo>
                  <a:pt x="56125" y="0"/>
                </a:lnTo>
                <a:lnTo>
                  <a:pt x="59667" y="126095"/>
                </a:lnTo>
                <a:lnTo>
                  <a:pt x="56126" y="134777"/>
                </a:lnTo>
                <a:lnTo>
                  <a:pt x="56125" y="129676"/>
                </a:lnTo>
                <a:lnTo>
                  <a:pt x="51618" y="224085"/>
                </a:lnTo>
                <a:lnTo>
                  <a:pt x="48077" y="227700"/>
                </a:lnTo>
                <a:lnTo>
                  <a:pt x="40028" y="235914"/>
                </a:lnTo>
                <a:lnTo>
                  <a:pt x="43570" y="322076"/>
                </a:lnTo>
                <a:lnTo>
                  <a:pt x="40028" y="330757"/>
                </a:lnTo>
                <a:lnTo>
                  <a:pt x="40028" y="325724"/>
                </a:lnTo>
                <a:lnTo>
                  <a:pt x="35521" y="411927"/>
                </a:lnTo>
                <a:lnTo>
                  <a:pt x="32087" y="415464"/>
                </a:lnTo>
                <a:lnTo>
                  <a:pt x="24038" y="423755"/>
                </a:lnTo>
                <a:lnTo>
                  <a:pt x="27580" y="485501"/>
                </a:lnTo>
                <a:lnTo>
                  <a:pt x="24038" y="494182"/>
                </a:lnTo>
                <a:lnTo>
                  <a:pt x="24038" y="489082"/>
                </a:lnTo>
                <a:lnTo>
                  <a:pt x="19531" y="550828"/>
                </a:lnTo>
                <a:lnTo>
                  <a:pt x="15989" y="554409"/>
                </a:lnTo>
                <a:lnTo>
                  <a:pt x="11482" y="616155"/>
                </a:lnTo>
                <a:lnTo>
                  <a:pt x="7941" y="619769"/>
                </a:lnTo>
                <a:lnTo>
                  <a:pt x="2575" y="637098"/>
                </a:lnTo>
                <a:lnTo>
                  <a:pt x="0" y="637098"/>
                </a:lnTo>
                <a:lnTo>
                  <a:pt x="0" y="645237"/>
                </a:lnTo>
                <a:lnTo>
                  <a:pt x="0" y="641222"/>
                </a:lnTo>
                <a:lnTo>
                  <a:pt x="3970" y="645237"/>
                </a:lnTo>
                <a:lnTo>
                  <a:pt x="7941" y="642524"/>
                </a:lnTo>
                <a:lnTo>
                  <a:pt x="7941" y="624836"/>
                </a:lnTo>
                <a:lnTo>
                  <a:pt x="12019" y="645237"/>
                </a:lnTo>
                <a:lnTo>
                  <a:pt x="15990" y="559509"/>
                </a:lnTo>
                <a:lnTo>
                  <a:pt x="20497" y="641656"/>
                </a:lnTo>
                <a:lnTo>
                  <a:pt x="24038" y="669762"/>
                </a:lnTo>
                <a:lnTo>
                  <a:pt x="24038" y="638075"/>
                </a:lnTo>
                <a:lnTo>
                  <a:pt x="32087" y="629936"/>
                </a:lnTo>
                <a:lnTo>
                  <a:pt x="24038" y="632975"/>
                </a:lnTo>
                <a:lnTo>
                  <a:pt x="28545" y="576329"/>
                </a:lnTo>
                <a:lnTo>
                  <a:pt x="32087" y="567648"/>
                </a:lnTo>
                <a:lnTo>
                  <a:pt x="32087" y="420608"/>
                </a:lnTo>
                <a:lnTo>
                  <a:pt x="36487" y="511002"/>
                </a:lnTo>
                <a:lnTo>
                  <a:pt x="40028" y="502321"/>
                </a:lnTo>
                <a:lnTo>
                  <a:pt x="44535" y="437428"/>
                </a:lnTo>
                <a:lnTo>
                  <a:pt x="48077" y="428856"/>
                </a:lnTo>
                <a:lnTo>
                  <a:pt x="48077" y="232767"/>
                </a:lnTo>
                <a:lnTo>
                  <a:pt x="52584" y="347577"/>
                </a:lnTo>
                <a:lnTo>
                  <a:pt x="56126" y="425709"/>
                </a:lnTo>
                <a:lnTo>
                  <a:pt x="56125" y="343962"/>
                </a:lnTo>
                <a:lnTo>
                  <a:pt x="64067" y="335857"/>
                </a:lnTo>
                <a:lnTo>
                  <a:pt x="56126" y="339004"/>
                </a:lnTo>
                <a:lnTo>
                  <a:pt x="60633" y="249587"/>
                </a:lnTo>
                <a:lnTo>
                  <a:pt x="64067" y="240906"/>
                </a:lnTo>
                <a:lnTo>
                  <a:pt x="68574" y="151597"/>
                </a:lnTo>
                <a:lnTo>
                  <a:pt x="72116" y="142915"/>
                </a:lnTo>
                <a:lnTo>
                  <a:pt x="80164" y="139877"/>
                </a:lnTo>
                <a:lnTo>
                  <a:pt x="80164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4588067" y="2883581"/>
            <a:ext cx="16097" cy="175579"/>
          </a:xfrm>
          <a:custGeom>
            <a:avLst/>
            <a:gdLst/>
            <a:ahLst/>
            <a:cxnLst/>
            <a:rect l="l" t="t" r="r" b="b"/>
            <a:pathLst>
              <a:path w="16097" h="175579">
                <a:moveTo>
                  <a:pt x="12126" y="163316"/>
                </a:moveTo>
                <a:lnTo>
                  <a:pt x="16097" y="175579"/>
                </a:lnTo>
                <a:lnTo>
                  <a:pt x="16097" y="0"/>
                </a:lnTo>
                <a:lnTo>
                  <a:pt x="11590" y="77046"/>
                </a:lnTo>
                <a:lnTo>
                  <a:pt x="8048" y="85727"/>
                </a:lnTo>
                <a:lnTo>
                  <a:pt x="8048" y="80627"/>
                </a:lnTo>
                <a:lnTo>
                  <a:pt x="0" y="88766"/>
                </a:lnTo>
                <a:lnTo>
                  <a:pt x="0" y="151054"/>
                </a:lnTo>
                <a:lnTo>
                  <a:pt x="12126" y="1633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4596115" y="2883581"/>
            <a:ext cx="8048" cy="85727"/>
          </a:xfrm>
          <a:custGeom>
            <a:avLst/>
            <a:gdLst/>
            <a:ahLst/>
            <a:cxnLst/>
            <a:rect l="l" t="t" r="r" b="b"/>
            <a:pathLst>
              <a:path w="8048" h="85727">
                <a:moveTo>
                  <a:pt x="3541" y="77046"/>
                </a:moveTo>
                <a:lnTo>
                  <a:pt x="8048" y="0"/>
                </a:lnTo>
                <a:lnTo>
                  <a:pt x="0" y="0"/>
                </a:lnTo>
                <a:lnTo>
                  <a:pt x="0" y="85727"/>
                </a:lnTo>
                <a:lnTo>
                  <a:pt x="3541" y="770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4604164" y="2895734"/>
            <a:ext cx="8048" cy="175687"/>
          </a:xfrm>
          <a:custGeom>
            <a:avLst/>
            <a:gdLst/>
            <a:ahLst/>
            <a:cxnLst/>
            <a:rect l="l" t="t" r="r" b="b"/>
            <a:pathLst>
              <a:path w="8048" h="175687">
                <a:moveTo>
                  <a:pt x="8048" y="86779"/>
                </a:moveTo>
                <a:lnTo>
                  <a:pt x="8048" y="81712"/>
                </a:lnTo>
                <a:lnTo>
                  <a:pt x="4507" y="90394"/>
                </a:lnTo>
                <a:lnTo>
                  <a:pt x="0" y="0"/>
                </a:lnTo>
                <a:lnTo>
                  <a:pt x="8048" y="175687"/>
                </a:lnTo>
                <a:lnTo>
                  <a:pt x="8048" y="867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4604164" y="2785482"/>
            <a:ext cx="26721" cy="122514"/>
          </a:xfrm>
          <a:custGeom>
            <a:avLst/>
            <a:gdLst/>
            <a:ahLst/>
            <a:cxnLst/>
            <a:rect l="l" t="t" r="r" b="b"/>
            <a:pathLst>
              <a:path w="26721" h="122514">
                <a:moveTo>
                  <a:pt x="12019" y="98098"/>
                </a:moveTo>
                <a:lnTo>
                  <a:pt x="3970" y="122514"/>
                </a:lnTo>
                <a:lnTo>
                  <a:pt x="15990" y="110252"/>
                </a:lnTo>
                <a:lnTo>
                  <a:pt x="20497" y="61745"/>
                </a:lnTo>
                <a:lnTo>
                  <a:pt x="24038" y="53172"/>
                </a:lnTo>
                <a:lnTo>
                  <a:pt x="26721" y="0"/>
                </a:lnTo>
                <a:lnTo>
                  <a:pt x="13414" y="0"/>
                </a:lnTo>
                <a:lnTo>
                  <a:pt x="11590" y="36244"/>
                </a:lnTo>
                <a:lnTo>
                  <a:pt x="8048" y="44925"/>
                </a:lnTo>
                <a:lnTo>
                  <a:pt x="8048" y="39858"/>
                </a:lnTo>
                <a:lnTo>
                  <a:pt x="0" y="48072"/>
                </a:lnTo>
                <a:lnTo>
                  <a:pt x="0" y="98098"/>
                </a:lnTo>
                <a:lnTo>
                  <a:pt x="12019" y="980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612213" y="2785482"/>
            <a:ext cx="5365" cy="44925"/>
          </a:xfrm>
          <a:custGeom>
            <a:avLst/>
            <a:gdLst/>
            <a:ahLst/>
            <a:cxnLst/>
            <a:rect l="l" t="t" r="r" b="b"/>
            <a:pathLst>
              <a:path w="5365" h="44925">
                <a:moveTo>
                  <a:pt x="3541" y="36244"/>
                </a:moveTo>
                <a:lnTo>
                  <a:pt x="5365" y="0"/>
                </a:lnTo>
                <a:lnTo>
                  <a:pt x="0" y="5534"/>
                </a:lnTo>
                <a:lnTo>
                  <a:pt x="0" y="44925"/>
                </a:lnTo>
                <a:lnTo>
                  <a:pt x="3541" y="362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4588067" y="2785482"/>
            <a:ext cx="48184" cy="285940"/>
          </a:xfrm>
          <a:custGeom>
            <a:avLst/>
            <a:gdLst/>
            <a:ahLst/>
            <a:cxnLst/>
            <a:rect l="l" t="t" r="r" b="b"/>
            <a:pathLst>
              <a:path w="48184" h="285940">
                <a:moveTo>
                  <a:pt x="48184" y="5534"/>
                </a:moveTo>
                <a:lnTo>
                  <a:pt x="42818" y="0"/>
                </a:lnTo>
                <a:lnTo>
                  <a:pt x="40136" y="53172"/>
                </a:lnTo>
                <a:lnTo>
                  <a:pt x="36594" y="61745"/>
                </a:lnTo>
                <a:lnTo>
                  <a:pt x="32087" y="110252"/>
                </a:lnTo>
                <a:lnTo>
                  <a:pt x="20067" y="122514"/>
                </a:lnTo>
                <a:lnTo>
                  <a:pt x="28116" y="98098"/>
                </a:lnTo>
                <a:lnTo>
                  <a:pt x="16097" y="98098"/>
                </a:lnTo>
                <a:lnTo>
                  <a:pt x="16097" y="281816"/>
                </a:lnTo>
                <a:lnTo>
                  <a:pt x="16097" y="273677"/>
                </a:lnTo>
                <a:lnTo>
                  <a:pt x="12126" y="261415"/>
                </a:lnTo>
                <a:lnTo>
                  <a:pt x="0" y="265539"/>
                </a:lnTo>
                <a:lnTo>
                  <a:pt x="12126" y="261415"/>
                </a:lnTo>
                <a:lnTo>
                  <a:pt x="0" y="249153"/>
                </a:lnTo>
                <a:lnTo>
                  <a:pt x="0" y="273677"/>
                </a:lnTo>
                <a:lnTo>
                  <a:pt x="4077" y="285940"/>
                </a:lnTo>
                <a:lnTo>
                  <a:pt x="24145" y="285940"/>
                </a:lnTo>
                <a:lnTo>
                  <a:pt x="16097" y="110252"/>
                </a:lnTo>
                <a:lnTo>
                  <a:pt x="16097" y="102113"/>
                </a:lnTo>
                <a:lnTo>
                  <a:pt x="16097" y="110252"/>
                </a:lnTo>
                <a:lnTo>
                  <a:pt x="20604" y="200646"/>
                </a:lnTo>
                <a:lnTo>
                  <a:pt x="24145" y="191965"/>
                </a:lnTo>
                <a:lnTo>
                  <a:pt x="24145" y="197031"/>
                </a:lnTo>
                <a:lnTo>
                  <a:pt x="32087" y="188926"/>
                </a:lnTo>
                <a:lnTo>
                  <a:pt x="32087" y="122514"/>
                </a:lnTo>
                <a:lnTo>
                  <a:pt x="40136" y="122514"/>
                </a:lnTo>
                <a:lnTo>
                  <a:pt x="32087" y="118499"/>
                </a:lnTo>
                <a:lnTo>
                  <a:pt x="40136" y="122514"/>
                </a:lnTo>
                <a:lnTo>
                  <a:pt x="40135" y="58164"/>
                </a:lnTo>
                <a:lnTo>
                  <a:pt x="48184" y="50025"/>
                </a:lnTo>
                <a:lnTo>
                  <a:pt x="48184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4527970" y="3696295"/>
            <a:ext cx="3970" cy="8101"/>
          </a:xfrm>
          <a:custGeom>
            <a:avLst/>
            <a:gdLst/>
            <a:ahLst/>
            <a:cxnLst/>
            <a:rect l="l" t="t" r="r" b="b"/>
            <a:pathLst>
              <a:path w="3970" h="8101">
                <a:moveTo>
                  <a:pt x="3970" y="0"/>
                </a:moveTo>
                <a:lnTo>
                  <a:pt x="0" y="4050"/>
                </a:lnTo>
                <a:lnTo>
                  <a:pt x="3970" y="8101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4644300" y="2777343"/>
            <a:ext cx="48077" cy="515560"/>
          </a:xfrm>
          <a:custGeom>
            <a:avLst/>
            <a:gdLst/>
            <a:ahLst/>
            <a:cxnLst/>
            <a:rect l="l" t="t" r="r" b="b"/>
            <a:pathLst>
              <a:path w="48077" h="515560">
                <a:moveTo>
                  <a:pt x="32087" y="56211"/>
                </a:moveTo>
                <a:lnTo>
                  <a:pt x="24038" y="47997"/>
                </a:lnTo>
                <a:lnTo>
                  <a:pt x="20497" y="44383"/>
                </a:lnTo>
                <a:lnTo>
                  <a:pt x="20068" y="106237"/>
                </a:lnTo>
                <a:lnTo>
                  <a:pt x="15990" y="118391"/>
                </a:lnTo>
                <a:lnTo>
                  <a:pt x="15990" y="12262"/>
                </a:lnTo>
                <a:lnTo>
                  <a:pt x="3970" y="0"/>
                </a:lnTo>
                <a:lnTo>
                  <a:pt x="12019" y="24524"/>
                </a:lnTo>
                <a:lnTo>
                  <a:pt x="7941" y="61311"/>
                </a:lnTo>
                <a:lnTo>
                  <a:pt x="0" y="24524"/>
                </a:lnTo>
                <a:lnTo>
                  <a:pt x="0" y="58164"/>
                </a:lnTo>
                <a:lnTo>
                  <a:pt x="7941" y="66270"/>
                </a:lnTo>
                <a:lnTo>
                  <a:pt x="11482" y="69884"/>
                </a:lnTo>
                <a:lnTo>
                  <a:pt x="15990" y="130653"/>
                </a:lnTo>
                <a:lnTo>
                  <a:pt x="15990" y="126638"/>
                </a:lnTo>
                <a:lnTo>
                  <a:pt x="28009" y="130653"/>
                </a:lnTo>
                <a:lnTo>
                  <a:pt x="32087" y="118391"/>
                </a:lnTo>
                <a:lnTo>
                  <a:pt x="32087" y="110252"/>
                </a:lnTo>
                <a:lnTo>
                  <a:pt x="32087" y="409431"/>
                </a:lnTo>
                <a:lnTo>
                  <a:pt x="40028" y="417536"/>
                </a:lnTo>
                <a:lnTo>
                  <a:pt x="40028" y="507421"/>
                </a:lnTo>
                <a:lnTo>
                  <a:pt x="48077" y="515560"/>
                </a:lnTo>
                <a:lnTo>
                  <a:pt x="48077" y="269554"/>
                </a:lnTo>
                <a:lnTo>
                  <a:pt x="40028" y="191965"/>
                </a:lnTo>
                <a:lnTo>
                  <a:pt x="48077" y="269554"/>
                </a:lnTo>
                <a:lnTo>
                  <a:pt x="48077" y="195003"/>
                </a:lnTo>
                <a:lnTo>
                  <a:pt x="40028" y="186788"/>
                </a:lnTo>
                <a:lnTo>
                  <a:pt x="36594" y="183283"/>
                </a:lnTo>
                <a:lnTo>
                  <a:pt x="36058" y="269554"/>
                </a:lnTo>
                <a:lnTo>
                  <a:pt x="44106" y="294078"/>
                </a:lnTo>
                <a:lnTo>
                  <a:pt x="43570" y="421151"/>
                </a:lnTo>
                <a:lnTo>
                  <a:pt x="40028" y="412470"/>
                </a:lnTo>
                <a:lnTo>
                  <a:pt x="44106" y="294078"/>
                </a:lnTo>
                <a:lnTo>
                  <a:pt x="32087" y="281816"/>
                </a:lnTo>
                <a:lnTo>
                  <a:pt x="36058" y="269554"/>
                </a:lnTo>
                <a:lnTo>
                  <a:pt x="32087" y="106237"/>
                </a:lnTo>
                <a:lnTo>
                  <a:pt x="24038" y="53064"/>
                </a:lnTo>
                <a:lnTo>
                  <a:pt x="32087" y="106237"/>
                </a:lnTo>
                <a:lnTo>
                  <a:pt x="32087" y="562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4676387" y="2883581"/>
            <a:ext cx="7941" cy="163316"/>
          </a:xfrm>
          <a:custGeom>
            <a:avLst/>
            <a:gdLst/>
            <a:ahLst/>
            <a:cxnLst/>
            <a:rect l="l" t="t" r="r" b="b"/>
            <a:pathLst>
              <a:path w="7941" h="163316">
                <a:moveTo>
                  <a:pt x="7941" y="0"/>
                </a:moveTo>
                <a:lnTo>
                  <a:pt x="0" y="0"/>
                </a:lnTo>
                <a:lnTo>
                  <a:pt x="3970" y="163316"/>
                </a:lnTo>
                <a:lnTo>
                  <a:pt x="4507" y="77046"/>
                </a:lnTo>
                <a:lnTo>
                  <a:pt x="7941" y="80551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4692377" y="3046897"/>
            <a:ext cx="24038" cy="507354"/>
          </a:xfrm>
          <a:custGeom>
            <a:avLst/>
            <a:gdLst/>
            <a:ahLst/>
            <a:cxnLst/>
            <a:rect l="l" t="t" r="r" b="b"/>
            <a:pathLst>
              <a:path w="24038" h="507354">
                <a:moveTo>
                  <a:pt x="16097" y="436994"/>
                </a:moveTo>
                <a:lnTo>
                  <a:pt x="16097" y="499174"/>
                </a:lnTo>
                <a:lnTo>
                  <a:pt x="24038" y="507354"/>
                </a:lnTo>
                <a:lnTo>
                  <a:pt x="19638" y="437428"/>
                </a:lnTo>
                <a:lnTo>
                  <a:pt x="16097" y="232767"/>
                </a:lnTo>
                <a:lnTo>
                  <a:pt x="12555" y="224085"/>
                </a:lnTo>
                <a:lnTo>
                  <a:pt x="16097" y="227733"/>
                </a:lnTo>
                <a:lnTo>
                  <a:pt x="16097" y="137815"/>
                </a:lnTo>
                <a:lnTo>
                  <a:pt x="8048" y="129676"/>
                </a:lnTo>
                <a:lnTo>
                  <a:pt x="4507" y="126095"/>
                </a:lnTo>
                <a:lnTo>
                  <a:pt x="3541" y="249587"/>
                </a:lnTo>
                <a:lnTo>
                  <a:pt x="0" y="240906"/>
                </a:lnTo>
                <a:lnTo>
                  <a:pt x="3541" y="249587"/>
                </a:lnTo>
                <a:lnTo>
                  <a:pt x="0" y="0"/>
                </a:lnTo>
                <a:lnTo>
                  <a:pt x="0" y="12262"/>
                </a:lnTo>
                <a:lnTo>
                  <a:pt x="0" y="4123"/>
                </a:lnTo>
                <a:lnTo>
                  <a:pt x="0" y="335857"/>
                </a:lnTo>
                <a:lnTo>
                  <a:pt x="8048" y="343996"/>
                </a:lnTo>
                <a:lnTo>
                  <a:pt x="8048" y="134777"/>
                </a:lnTo>
                <a:lnTo>
                  <a:pt x="11590" y="347577"/>
                </a:lnTo>
                <a:lnTo>
                  <a:pt x="16097" y="433847"/>
                </a:lnTo>
                <a:lnTo>
                  <a:pt x="16097" y="428856"/>
                </a:lnTo>
                <a:lnTo>
                  <a:pt x="16097" y="4369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4692377" y="3046897"/>
            <a:ext cx="8048" cy="249587"/>
          </a:xfrm>
          <a:custGeom>
            <a:avLst/>
            <a:gdLst/>
            <a:ahLst/>
            <a:cxnLst/>
            <a:rect l="l" t="t" r="r" b="b"/>
            <a:pathLst>
              <a:path w="8048" h="249587">
                <a:moveTo>
                  <a:pt x="8048" y="0"/>
                </a:moveTo>
                <a:lnTo>
                  <a:pt x="0" y="0"/>
                </a:lnTo>
                <a:lnTo>
                  <a:pt x="3541" y="249587"/>
                </a:lnTo>
                <a:lnTo>
                  <a:pt x="4507" y="126095"/>
                </a:lnTo>
                <a:lnTo>
                  <a:pt x="8048" y="129676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4704933" y="3270983"/>
            <a:ext cx="19531" cy="348662"/>
          </a:xfrm>
          <a:custGeom>
            <a:avLst/>
            <a:gdLst/>
            <a:ahLst/>
            <a:cxnLst/>
            <a:rect l="l" t="t" r="r" b="b"/>
            <a:pathLst>
              <a:path w="19531" h="348662">
                <a:moveTo>
                  <a:pt x="0" y="0"/>
                </a:moveTo>
                <a:lnTo>
                  <a:pt x="3541" y="8681"/>
                </a:lnTo>
                <a:lnTo>
                  <a:pt x="7082" y="213342"/>
                </a:lnTo>
                <a:lnTo>
                  <a:pt x="11482" y="283268"/>
                </a:lnTo>
                <a:lnTo>
                  <a:pt x="11482" y="278235"/>
                </a:lnTo>
                <a:lnTo>
                  <a:pt x="11482" y="340523"/>
                </a:lnTo>
                <a:lnTo>
                  <a:pt x="19531" y="348662"/>
                </a:lnTo>
                <a:lnTo>
                  <a:pt x="15024" y="286916"/>
                </a:lnTo>
                <a:lnTo>
                  <a:pt x="11482" y="106671"/>
                </a:lnTo>
                <a:lnTo>
                  <a:pt x="8048" y="97990"/>
                </a:lnTo>
                <a:lnTo>
                  <a:pt x="11482" y="101527"/>
                </a:lnTo>
                <a:lnTo>
                  <a:pt x="11482" y="11828"/>
                </a:lnTo>
                <a:lnTo>
                  <a:pt x="3541" y="3648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4704450" y="3181675"/>
            <a:ext cx="0" cy="299070"/>
          </a:xfrm>
          <a:custGeom>
            <a:avLst/>
            <a:gdLst/>
            <a:ahLst/>
            <a:cxnLst/>
            <a:rect l="l" t="t" r="r" b="b"/>
            <a:pathLst>
              <a:path w="0" h="299070">
                <a:moveTo>
                  <a:pt x="0" y="0"/>
                </a:moveTo>
                <a:lnTo>
                  <a:pt x="0" y="299070"/>
                </a:lnTo>
              </a:path>
            </a:pathLst>
          </a:custGeom>
          <a:ln w="931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4712982" y="3368974"/>
            <a:ext cx="16848" cy="282359"/>
          </a:xfrm>
          <a:custGeom>
            <a:avLst/>
            <a:gdLst/>
            <a:ahLst/>
            <a:cxnLst/>
            <a:rect l="l" t="t" r="r" b="b"/>
            <a:pathLst>
              <a:path w="16848" h="282359">
                <a:moveTo>
                  <a:pt x="0" y="0"/>
                </a:moveTo>
                <a:lnTo>
                  <a:pt x="3434" y="8681"/>
                </a:lnTo>
                <a:lnTo>
                  <a:pt x="6975" y="188926"/>
                </a:lnTo>
                <a:lnTo>
                  <a:pt x="11482" y="250672"/>
                </a:lnTo>
                <a:lnTo>
                  <a:pt x="11482" y="245572"/>
                </a:lnTo>
                <a:lnTo>
                  <a:pt x="11482" y="276824"/>
                </a:lnTo>
                <a:lnTo>
                  <a:pt x="16848" y="282359"/>
                </a:lnTo>
                <a:lnTo>
                  <a:pt x="15024" y="254253"/>
                </a:lnTo>
                <a:lnTo>
                  <a:pt x="11482" y="98532"/>
                </a:lnTo>
                <a:lnTo>
                  <a:pt x="7941" y="89851"/>
                </a:lnTo>
                <a:lnTo>
                  <a:pt x="11482" y="93465"/>
                </a:lnTo>
                <a:lnTo>
                  <a:pt x="11482" y="11828"/>
                </a:lnTo>
                <a:lnTo>
                  <a:pt x="3434" y="3537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4720923" y="3458825"/>
            <a:ext cx="19638" cy="192507"/>
          </a:xfrm>
          <a:custGeom>
            <a:avLst/>
            <a:gdLst/>
            <a:ahLst/>
            <a:cxnLst/>
            <a:rect l="l" t="t" r="r" b="b"/>
            <a:pathLst>
              <a:path w="19638" h="192507">
                <a:moveTo>
                  <a:pt x="0" y="0"/>
                </a:moveTo>
                <a:lnTo>
                  <a:pt x="3541" y="8681"/>
                </a:lnTo>
                <a:lnTo>
                  <a:pt x="7082" y="164402"/>
                </a:lnTo>
                <a:lnTo>
                  <a:pt x="8907" y="192507"/>
                </a:lnTo>
                <a:lnTo>
                  <a:pt x="15560" y="192507"/>
                </a:lnTo>
                <a:lnTo>
                  <a:pt x="16097" y="138900"/>
                </a:lnTo>
                <a:lnTo>
                  <a:pt x="19638" y="142515"/>
                </a:lnTo>
                <a:lnTo>
                  <a:pt x="19638" y="85293"/>
                </a:lnTo>
                <a:lnTo>
                  <a:pt x="11590" y="77155"/>
                </a:lnTo>
                <a:lnTo>
                  <a:pt x="11590" y="82255"/>
                </a:lnTo>
                <a:lnTo>
                  <a:pt x="8048" y="73573"/>
                </a:lnTo>
                <a:lnTo>
                  <a:pt x="11590" y="11828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4728972" y="3470653"/>
            <a:ext cx="3541" cy="70427"/>
          </a:xfrm>
          <a:custGeom>
            <a:avLst/>
            <a:gdLst/>
            <a:ahLst/>
            <a:cxnLst/>
            <a:rect l="l" t="t" r="r" b="b"/>
            <a:pathLst>
              <a:path w="3541" h="70427">
                <a:moveTo>
                  <a:pt x="3541" y="65326"/>
                </a:moveTo>
                <a:lnTo>
                  <a:pt x="3541" y="0"/>
                </a:lnTo>
                <a:lnTo>
                  <a:pt x="0" y="61745"/>
                </a:lnTo>
                <a:lnTo>
                  <a:pt x="3541" y="70427"/>
                </a:lnTo>
                <a:lnTo>
                  <a:pt x="3541" y="65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4736484" y="3597726"/>
            <a:ext cx="12019" cy="53607"/>
          </a:xfrm>
          <a:custGeom>
            <a:avLst/>
            <a:gdLst/>
            <a:ahLst/>
            <a:cxnLst/>
            <a:rect l="l" t="t" r="r" b="b"/>
            <a:pathLst>
              <a:path w="12019" h="53607">
                <a:moveTo>
                  <a:pt x="0" y="53607"/>
                </a:moveTo>
                <a:lnTo>
                  <a:pt x="6653" y="53607"/>
                </a:lnTo>
                <a:lnTo>
                  <a:pt x="4077" y="8681"/>
                </a:lnTo>
                <a:lnTo>
                  <a:pt x="6653" y="53607"/>
                </a:lnTo>
                <a:lnTo>
                  <a:pt x="12019" y="48072"/>
                </a:lnTo>
                <a:lnTo>
                  <a:pt x="12019" y="11719"/>
                </a:lnTo>
                <a:lnTo>
                  <a:pt x="4077" y="3614"/>
                </a:lnTo>
                <a:lnTo>
                  <a:pt x="536" y="0"/>
                </a:lnTo>
                <a:lnTo>
                  <a:pt x="0" y="53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4652241" y="2843613"/>
            <a:ext cx="8048" cy="64383"/>
          </a:xfrm>
          <a:custGeom>
            <a:avLst/>
            <a:gdLst/>
            <a:ahLst/>
            <a:cxnLst/>
            <a:rect l="l" t="t" r="r" b="b"/>
            <a:pathLst>
              <a:path w="8048" h="64383">
                <a:moveTo>
                  <a:pt x="8048" y="64383"/>
                </a:moveTo>
                <a:lnTo>
                  <a:pt x="3541" y="3614"/>
                </a:lnTo>
                <a:lnTo>
                  <a:pt x="0" y="0"/>
                </a:lnTo>
                <a:lnTo>
                  <a:pt x="0" y="64383"/>
                </a:lnTo>
                <a:lnTo>
                  <a:pt x="8048" y="643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4644300" y="2789606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4676387" y="3046897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3970" y="0"/>
                </a:move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4684329" y="3071422"/>
            <a:ext cx="4077" cy="127072"/>
          </a:xfrm>
          <a:custGeom>
            <a:avLst/>
            <a:gdLst/>
            <a:ahLst/>
            <a:cxnLst/>
            <a:rect l="l" t="t" r="r" b="b"/>
            <a:pathLst>
              <a:path w="4077" h="127072">
                <a:moveTo>
                  <a:pt x="4077" y="0"/>
                </a:moveTo>
                <a:lnTo>
                  <a:pt x="0" y="118391"/>
                </a:lnTo>
                <a:lnTo>
                  <a:pt x="3541" y="127072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4620154" y="2752819"/>
            <a:ext cx="28116" cy="49049"/>
          </a:xfrm>
          <a:custGeom>
            <a:avLst/>
            <a:gdLst/>
            <a:ahLst/>
            <a:cxnLst/>
            <a:rect l="l" t="t" r="r" b="b"/>
            <a:pathLst>
              <a:path w="28116" h="49049">
                <a:moveTo>
                  <a:pt x="0" y="0"/>
                </a:moveTo>
                <a:lnTo>
                  <a:pt x="0" y="36786"/>
                </a:lnTo>
                <a:lnTo>
                  <a:pt x="4077" y="49049"/>
                </a:lnTo>
                <a:lnTo>
                  <a:pt x="24145" y="49049"/>
                </a:lnTo>
                <a:lnTo>
                  <a:pt x="16097" y="28648"/>
                </a:lnTo>
                <a:lnTo>
                  <a:pt x="24145" y="49049"/>
                </a:lnTo>
                <a:lnTo>
                  <a:pt x="24145" y="20473"/>
                </a:lnTo>
                <a:lnTo>
                  <a:pt x="24145" y="24524"/>
                </a:lnTo>
                <a:lnTo>
                  <a:pt x="28116" y="24524"/>
                </a:lnTo>
                <a:lnTo>
                  <a:pt x="24145" y="12262"/>
                </a:lnTo>
                <a:lnTo>
                  <a:pt x="20121" y="16367"/>
                </a:lnTo>
                <a:lnTo>
                  <a:pt x="20068" y="24524"/>
                </a:lnTo>
                <a:lnTo>
                  <a:pt x="16097" y="20473"/>
                </a:lnTo>
                <a:lnTo>
                  <a:pt x="16097" y="44925"/>
                </a:lnTo>
                <a:lnTo>
                  <a:pt x="16097" y="36786"/>
                </a:lnTo>
                <a:lnTo>
                  <a:pt x="12126" y="24524"/>
                </a:lnTo>
                <a:lnTo>
                  <a:pt x="0" y="28648"/>
                </a:lnTo>
                <a:lnTo>
                  <a:pt x="12126" y="2452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4612213" y="2777343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2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4644300" y="2777343"/>
            <a:ext cx="12019" cy="61311"/>
          </a:xfrm>
          <a:custGeom>
            <a:avLst/>
            <a:gdLst/>
            <a:ahLst/>
            <a:cxnLst/>
            <a:rect l="l" t="t" r="r" b="b"/>
            <a:pathLst>
              <a:path w="12019" h="61311">
                <a:moveTo>
                  <a:pt x="3970" y="0"/>
                </a:moveTo>
                <a:lnTo>
                  <a:pt x="0" y="0"/>
                </a:lnTo>
                <a:lnTo>
                  <a:pt x="0" y="4123"/>
                </a:lnTo>
                <a:lnTo>
                  <a:pt x="0" y="0"/>
                </a:lnTo>
                <a:lnTo>
                  <a:pt x="0" y="24524"/>
                </a:lnTo>
                <a:lnTo>
                  <a:pt x="7941" y="61311"/>
                </a:lnTo>
                <a:lnTo>
                  <a:pt x="12019" y="24524"/>
                </a:lnTo>
                <a:lnTo>
                  <a:pt x="0" y="20401"/>
                </a:lnTo>
                <a:lnTo>
                  <a:pt x="0" y="12262"/>
                </a:lnTo>
                <a:lnTo>
                  <a:pt x="12019" y="24524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4636251" y="2752819"/>
            <a:ext cx="32087" cy="142915"/>
          </a:xfrm>
          <a:custGeom>
            <a:avLst/>
            <a:gdLst/>
            <a:ahLst/>
            <a:cxnLst/>
            <a:rect l="l" t="t" r="r" b="b"/>
            <a:pathLst>
              <a:path w="32087" h="142915">
                <a:moveTo>
                  <a:pt x="3970" y="24524"/>
                </a:moveTo>
                <a:lnTo>
                  <a:pt x="4024" y="16367"/>
                </a:lnTo>
                <a:lnTo>
                  <a:pt x="0" y="20401"/>
                </a:lnTo>
                <a:lnTo>
                  <a:pt x="4024" y="16367"/>
                </a:lnTo>
                <a:lnTo>
                  <a:pt x="8048" y="12262"/>
                </a:lnTo>
                <a:lnTo>
                  <a:pt x="12019" y="24524"/>
                </a:lnTo>
                <a:lnTo>
                  <a:pt x="24038" y="36786"/>
                </a:lnTo>
                <a:lnTo>
                  <a:pt x="24038" y="142915"/>
                </a:lnTo>
                <a:lnTo>
                  <a:pt x="28116" y="130762"/>
                </a:lnTo>
                <a:lnTo>
                  <a:pt x="28545" y="68907"/>
                </a:lnTo>
                <a:lnTo>
                  <a:pt x="32087" y="72522"/>
                </a:lnTo>
                <a:lnTo>
                  <a:pt x="32087" y="24524"/>
                </a:lnTo>
                <a:lnTo>
                  <a:pt x="24038" y="24524"/>
                </a:lnTo>
                <a:lnTo>
                  <a:pt x="24038" y="28648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0473"/>
                </a:lnTo>
                <a:lnTo>
                  <a:pt x="397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4620154" y="2752819"/>
            <a:ext cx="20068" cy="36786"/>
          </a:xfrm>
          <a:custGeom>
            <a:avLst/>
            <a:gdLst/>
            <a:ahLst/>
            <a:cxnLst/>
            <a:rect l="l" t="t" r="r" b="b"/>
            <a:pathLst>
              <a:path w="20068" h="36786">
                <a:moveTo>
                  <a:pt x="12126" y="24524"/>
                </a:moveTo>
                <a:lnTo>
                  <a:pt x="16097" y="36786"/>
                </a:lnTo>
                <a:lnTo>
                  <a:pt x="16097" y="12262"/>
                </a:lnTo>
                <a:lnTo>
                  <a:pt x="20068" y="0"/>
                </a:lnTo>
                <a:lnTo>
                  <a:pt x="0" y="0"/>
                </a:lnTo>
                <a:lnTo>
                  <a:pt x="12126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4660290" y="2907997"/>
            <a:ext cx="16097" cy="163425"/>
          </a:xfrm>
          <a:custGeom>
            <a:avLst/>
            <a:gdLst/>
            <a:ahLst/>
            <a:cxnLst/>
            <a:rect l="l" t="t" r="r" b="b"/>
            <a:pathLst>
              <a:path w="16097" h="163425">
                <a:moveTo>
                  <a:pt x="8048" y="74550"/>
                </a:moveTo>
                <a:lnTo>
                  <a:pt x="8048" y="163425"/>
                </a:lnTo>
                <a:lnTo>
                  <a:pt x="16097" y="163425"/>
                </a:lnTo>
                <a:lnTo>
                  <a:pt x="11590" y="78131"/>
                </a:lnTo>
                <a:lnTo>
                  <a:pt x="8048" y="69450"/>
                </a:lnTo>
                <a:lnTo>
                  <a:pt x="0" y="0"/>
                </a:lnTo>
                <a:lnTo>
                  <a:pt x="0" y="66411"/>
                </a:lnTo>
                <a:lnTo>
                  <a:pt x="8048" y="745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4660290" y="2895734"/>
            <a:ext cx="16097" cy="175687"/>
          </a:xfrm>
          <a:custGeom>
            <a:avLst/>
            <a:gdLst/>
            <a:ahLst/>
            <a:cxnLst/>
            <a:rect l="l" t="t" r="r" b="b"/>
            <a:pathLst>
              <a:path w="16097" h="175687">
                <a:moveTo>
                  <a:pt x="12019" y="12262"/>
                </a:moveTo>
                <a:lnTo>
                  <a:pt x="0" y="8247"/>
                </a:lnTo>
                <a:lnTo>
                  <a:pt x="0" y="12262"/>
                </a:lnTo>
                <a:lnTo>
                  <a:pt x="8048" y="81712"/>
                </a:lnTo>
                <a:lnTo>
                  <a:pt x="11590" y="90394"/>
                </a:lnTo>
                <a:lnTo>
                  <a:pt x="16097" y="175687"/>
                </a:lnTo>
                <a:lnTo>
                  <a:pt x="16097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4788639" y="3328172"/>
            <a:ext cx="11590" cy="278235"/>
          </a:xfrm>
          <a:custGeom>
            <a:avLst/>
            <a:gdLst/>
            <a:ahLst/>
            <a:cxnLst/>
            <a:rect l="l" t="t" r="r" b="b"/>
            <a:pathLst>
              <a:path w="11590" h="278235">
                <a:moveTo>
                  <a:pt x="0" y="93432"/>
                </a:moveTo>
                <a:lnTo>
                  <a:pt x="0" y="278235"/>
                </a:lnTo>
                <a:lnTo>
                  <a:pt x="4507" y="221590"/>
                </a:lnTo>
                <a:lnTo>
                  <a:pt x="8048" y="212908"/>
                </a:lnTo>
                <a:lnTo>
                  <a:pt x="8048" y="8681"/>
                </a:lnTo>
                <a:lnTo>
                  <a:pt x="11590" y="0"/>
                </a:lnTo>
                <a:lnTo>
                  <a:pt x="8048" y="542"/>
                </a:lnTo>
                <a:lnTo>
                  <a:pt x="8048" y="3581"/>
                </a:lnTo>
                <a:lnTo>
                  <a:pt x="0" y="11719"/>
                </a:lnTo>
                <a:lnTo>
                  <a:pt x="3541" y="89851"/>
                </a:lnTo>
                <a:lnTo>
                  <a:pt x="0" y="98532"/>
                </a:lnTo>
                <a:lnTo>
                  <a:pt x="0" y="934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4772649" y="3442982"/>
            <a:ext cx="12019" cy="151163"/>
          </a:xfrm>
          <a:custGeom>
            <a:avLst/>
            <a:gdLst/>
            <a:ahLst/>
            <a:cxnLst/>
            <a:rect l="l" t="t" r="r" b="b"/>
            <a:pathLst>
              <a:path w="12019" h="151163">
                <a:moveTo>
                  <a:pt x="11482" y="81278"/>
                </a:moveTo>
                <a:lnTo>
                  <a:pt x="7941" y="0"/>
                </a:lnTo>
                <a:lnTo>
                  <a:pt x="7941" y="84893"/>
                </a:lnTo>
                <a:lnTo>
                  <a:pt x="0" y="92998"/>
                </a:lnTo>
                <a:lnTo>
                  <a:pt x="7941" y="89851"/>
                </a:lnTo>
                <a:lnTo>
                  <a:pt x="12019" y="151163"/>
                </a:lnTo>
                <a:lnTo>
                  <a:pt x="11482" y="81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4788639" y="3339891"/>
            <a:ext cx="3541" cy="86812"/>
          </a:xfrm>
          <a:custGeom>
            <a:avLst/>
            <a:gdLst/>
            <a:ahLst/>
            <a:cxnLst/>
            <a:rect l="l" t="t" r="r" b="b"/>
            <a:pathLst>
              <a:path w="3541" h="86812">
                <a:moveTo>
                  <a:pt x="3541" y="78131"/>
                </a:moveTo>
                <a:lnTo>
                  <a:pt x="0" y="0"/>
                </a:lnTo>
                <a:lnTo>
                  <a:pt x="0" y="86812"/>
                </a:lnTo>
                <a:lnTo>
                  <a:pt x="3541" y="78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4776620" y="3233686"/>
            <a:ext cx="36058" cy="433923"/>
          </a:xfrm>
          <a:custGeom>
            <a:avLst/>
            <a:gdLst/>
            <a:ahLst/>
            <a:cxnLst/>
            <a:rect l="l" t="t" r="r" b="b"/>
            <a:pathLst>
              <a:path w="36058" h="433923">
                <a:moveTo>
                  <a:pt x="23609" y="94485"/>
                </a:moveTo>
                <a:lnTo>
                  <a:pt x="20067" y="103166"/>
                </a:lnTo>
                <a:lnTo>
                  <a:pt x="20068" y="307393"/>
                </a:lnTo>
                <a:lnTo>
                  <a:pt x="16526" y="316075"/>
                </a:lnTo>
                <a:lnTo>
                  <a:pt x="12019" y="372720"/>
                </a:lnTo>
                <a:lnTo>
                  <a:pt x="12019" y="187917"/>
                </a:lnTo>
                <a:lnTo>
                  <a:pt x="3970" y="196056"/>
                </a:lnTo>
                <a:lnTo>
                  <a:pt x="3970" y="209295"/>
                </a:lnTo>
                <a:lnTo>
                  <a:pt x="7512" y="290573"/>
                </a:lnTo>
                <a:lnTo>
                  <a:pt x="8048" y="360458"/>
                </a:lnTo>
                <a:lnTo>
                  <a:pt x="0" y="384983"/>
                </a:lnTo>
                <a:lnTo>
                  <a:pt x="3970" y="421661"/>
                </a:lnTo>
                <a:lnTo>
                  <a:pt x="3970" y="429908"/>
                </a:lnTo>
                <a:lnTo>
                  <a:pt x="3970" y="421661"/>
                </a:lnTo>
                <a:lnTo>
                  <a:pt x="3970" y="433923"/>
                </a:lnTo>
                <a:lnTo>
                  <a:pt x="12019" y="433923"/>
                </a:lnTo>
                <a:lnTo>
                  <a:pt x="12019" y="380859"/>
                </a:lnTo>
                <a:lnTo>
                  <a:pt x="20068" y="384983"/>
                </a:lnTo>
                <a:lnTo>
                  <a:pt x="20067" y="312461"/>
                </a:lnTo>
                <a:lnTo>
                  <a:pt x="28116" y="304247"/>
                </a:lnTo>
                <a:lnTo>
                  <a:pt x="28116" y="206223"/>
                </a:lnTo>
                <a:lnTo>
                  <a:pt x="36058" y="198118"/>
                </a:lnTo>
                <a:lnTo>
                  <a:pt x="32623" y="119986"/>
                </a:lnTo>
                <a:lnTo>
                  <a:pt x="28116" y="5176"/>
                </a:lnTo>
                <a:lnTo>
                  <a:pt x="28116" y="201156"/>
                </a:lnTo>
                <a:lnTo>
                  <a:pt x="24575" y="209837"/>
                </a:lnTo>
                <a:lnTo>
                  <a:pt x="28116" y="0"/>
                </a:lnTo>
                <a:lnTo>
                  <a:pt x="20067" y="8214"/>
                </a:lnTo>
                <a:lnTo>
                  <a:pt x="20067" y="95027"/>
                </a:lnTo>
                <a:lnTo>
                  <a:pt x="23609" y="944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4804737" y="3135806"/>
            <a:ext cx="7941" cy="97880"/>
          </a:xfrm>
          <a:custGeom>
            <a:avLst/>
            <a:gdLst/>
            <a:ahLst/>
            <a:cxnLst/>
            <a:rect l="l" t="t" r="r" b="b"/>
            <a:pathLst>
              <a:path w="7941" h="97880">
                <a:moveTo>
                  <a:pt x="3434" y="94375"/>
                </a:moveTo>
                <a:lnTo>
                  <a:pt x="7941" y="0"/>
                </a:lnTo>
                <a:lnTo>
                  <a:pt x="0" y="8105"/>
                </a:lnTo>
                <a:lnTo>
                  <a:pt x="0" y="97880"/>
                </a:lnTo>
                <a:lnTo>
                  <a:pt x="3434" y="943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4812678" y="3243963"/>
            <a:ext cx="16097" cy="101028"/>
          </a:xfrm>
          <a:custGeom>
            <a:avLst/>
            <a:gdLst/>
            <a:ahLst/>
            <a:cxnLst/>
            <a:rect l="l" t="t" r="r" b="b"/>
            <a:pathLst>
              <a:path w="16097" h="101028">
                <a:moveTo>
                  <a:pt x="8048" y="8138"/>
                </a:moveTo>
                <a:lnTo>
                  <a:pt x="16097" y="0"/>
                </a:lnTo>
                <a:lnTo>
                  <a:pt x="8048" y="3038"/>
                </a:lnTo>
                <a:lnTo>
                  <a:pt x="4507" y="11719"/>
                </a:lnTo>
                <a:lnTo>
                  <a:pt x="0" y="101028"/>
                </a:lnTo>
                <a:lnTo>
                  <a:pt x="8048" y="97990"/>
                </a:lnTo>
                <a:lnTo>
                  <a:pt x="8048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4812678" y="3054060"/>
            <a:ext cx="3541" cy="86812"/>
          </a:xfrm>
          <a:custGeom>
            <a:avLst/>
            <a:gdLst/>
            <a:ahLst/>
            <a:cxnLst/>
            <a:rect l="l" t="t" r="r" b="b"/>
            <a:pathLst>
              <a:path w="3541" h="86812">
                <a:moveTo>
                  <a:pt x="3541" y="78131"/>
                </a:moveTo>
                <a:lnTo>
                  <a:pt x="0" y="0"/>
                </a:lnTo>
                <a:lnTo>
                  <a:pt x="0" y="86812"/>
                </a:lnTo>
                <a:lnTo>
                  <a:pt x="3541" y="78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4820727" y="2944784"/>
            <a:ext cx="24038" cy="212908"/>
          </a:xfrm>
          <a:custGeom>
            <a:avLst/>
            <a:gdLst/>
            <a:ahLst/>
            <a:cxnLst/>
            <a:rect l="l" t="t" r="r" b="b"/>
            <a:pathLst>
              <a:path w="24038" h="212908">
                <a:moveTo>
                  <a:pt x="8048" y="0"/>
                </a:moveTo>
                <a:lnTo>
                  <a:pt x="8048" y="12262"/>
                </a:lnTo>
                <a:lnTo>
                  <a:pt x="0" y="12262"/>
                </a:lnTo>
                <a:lnTo>
                  <a:pt x="0" y="106237"/>
                </a:lnTo>
                <a:lnTo>
                  <a:pt x="3541" y="97556"/>
                </a:lnTo>
                <a:lnTo>
                  <a:pt x="0" y="106237"/>
                </a:lnTo>
                <a:lnTo>
                  <a:pt x="4507" y="212908"/>
                </a:lnTo>
                <a:lnTo>
                  <a:pt x="8048" y="204227"/>
                </a:lnTo>
                <a:lnTo>
                  <a:pt x="8048" y="24524"/>
                </a:lnTo>
                <a:lnTo>
                  <a:pt x="12019" y="36786"/>
                </a:lnTo>
                <a:lnTo>
                  <a:pt x="24038" y="24524"/>
                </a:lnTo>
                <a:lnTo>
                  <a:pt x="20068" y="12262"/>
                </a:lnTo>
                <a:lnTo>
                  <a:pt x="8048" y="16385"/>
                </a:lnTo>
                <a:lnTo>
                  <a:pt x="20068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4801195" y="2875333"/>
            <a:ext cx="51618" cy="568190"/>
          </a:xfrm>
          <a:custGeom>
            <a:avLst/>
            <a:gdLst/>
            <a:ahLst/>
            <a:cxnLst/>
            <a:rect l="l" t="t" r="r" b="b"/>
            <a:pathLst>
              <a:path w="51618" h="568190">
                <a:moveTo>
                  <a:pt x="35628" y="188859"/>
                </a:moveTo>
                <a:lnTo>
                  <a:pt x="43570" y="180679"/>
                </a:lnTo>
                <a:lnTo>
                  <a:pt x="35628" y="183826"/>
                </a:lnTo>
                <a:lnTo>
                  <a:pt x="32087" y="192507"/>
                </a:lnTo>
                <a:lnTo>
                  <a:pt x="43570" y="106237"/>
                </a:lnTo>
                <a:lnTo>
                  <a:pt x="43570" y="102113"/>
                </a:lnTo>
                <a:lnTo>
                  <a:pt x="43570" y="106237"/>
                </a:lnTo>
                <a:lnTo>
                  <a:pt x="51618" y="106237"/>
                </a:lnTo>
                <a:lnTo>
                  <a:pt x="51618" y="5534"/>
                </a:lnTo>
                <a:lnTo>
                  <a:pt x="46252" y="0"/>
                </a:lnTo>
                <a:lnTo>
                  <a:pt x="32945" y="0"/>
                </a:lnTo>
                <a:lnTo>
                  <a:pt x="27580" y="5534"/>
                </a:lnTo>
                <a:lnTo>
                  <a:pt x="27580" y="69450"/>
                </a:lnTo>
                <a:lnTo>
                  <a:pt x="39599" y="81712"/>
                </a:lnTo>
                <a:lnTo>
                  <a:pt x="43570" y="93975"/>
                </a:lnTo>
                <a:lnTo>
                  <a:pt x="31550" y="106237"/>
                </a:lnTo>
                <a:lnTo>
                  <a:pt x="27580" y="93975"/>
                </a:lnTo>
                <a:lnTo>
                  <a:pt x="27580" y="273677"/>
                </a:lnTo>
                <a:lnTo>
                  <a:pt x="24038" y="282359"/>
                </a:lnTo>
                <a:lnTo>
                  <a:pt x="19531" y="175687"/>
                </a:lnTo>
                <a:lnTo>
                  <a:pt x="19531" y="170587"/>
                </a:lnTo>
                <a:lnTo>
                  <a:pt x="11482" y="178726"/>
                </a:lnTo>
                <a:lnTo>
                  <a:pt x="15024" y="256857"/>
                </a:lnTo>
                <a:lnTo>
                  <a:pt x="11482" y="265539"/>
                </a:lnTo>
                <a:lnTo>
                  <a:pt x="11482" y="260472"/>
                </a:lnTo>
                <a:lnTo>
                  <a:pt x="6975" y="354848"/>
                </a:lnTo>
                <a:lnTo>
                  <a:pt x="3541" y="358353"/>
                </a:lnTo>
                <a:lnTo>
                  <a:pt x="0" y="568190"/>
                </a:lnTo>
                <a:lnTo>
                  <a:pt x="3541" y="559509"/>
                </a:lnTo>
                <a:lnTo>
                  <a:pt x="3541" y="363529"/>
                </a:lnTo>
                <a:lnTo>
                  <a:pt x="8048" y="478339"/>
                </a:lnTo>
                <a:lnTo>
                  <a:pt x="11482" y="556471"/>
                </a:lnTo>
                <a:lnTo>
                  <a:pt x="11482" y="474834"/>
                </a:lnTo>
                <a:lnTo>
                  <a:pt x="19531" y="466619"/>
                </a:lnTo>
                <a:lnTo>
                  <a:pt x="11482" y="469658"/>
                </a:lnTo>
                <a:lnTo>
                  <a:pt x="15990" y="380349"/>
                </a:lnTo>
                <a:lnTo>
                  <a:pt x="19531" y="371668"/>
                </a:lnTo>
                <a:lnTo>
                  <a:pt x="27580" y="368629"/>
                </a:lnTo>
                <a:lnTo>
                  <a:pt x="27579" y="278745"/>
                </a:lnTo>
                <a:lnTo>
                  <a:pt x="35628" y="270530"/>
                </a:lnTo>
                <a:lnTo>
                  <a:pt x="35628" y="1888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4833283" y="2981571"/>
            <a:ext cx="11482" cy="86270"/>
          </a:xfrm>
          <a:custGeom>
            <a:avLst/>
            <a:gdLst/>
            <a:ahLst/>
            <a:cxnLst/>
            <a:rect l="l" t="t" r="r" b="b"/>
            <a:pathLst>
              <a:path w="11482" h="86270">
                <a:moveTo>
                  <a:pt x="11482" y="0"/>
                </a:moveTo>
                <a:lnTo>
                  <a:pt x="0" y="86270"/>
                </a:lnTo>
                <a:lnTo>
                  <a:pt x="3541" y="77589"/>
                </a:lnTo>
                <a:lnTo>
                  <a:pt x="11482" y="74442"/>
                </a:lnTo>
                <a:lnTo>
                  <a:pt x="1148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4732513" y="3532833"/>
            <a:ext cx="52155" cy="183826"/>
          </a:xfrm>
          <a:custGeom>
            <a:avLst/>
            <a:gdLst/>
            <a:ahLst/>
            <a:cxnLst/>
            <a:rect l="l" t="t" r="r" b="b"/>
            <a:pathLst>
              <a:path w="52155" h="183826">
                <a:moveTo>
                  <a:pt x="3541" y="155720"/>
                </a:moveTo>
                <a:lnTo>
                  <a:pt x="0" y="147039"/>
                </a:lnTo>
                <a:lnTo>
                  <a:pt x="0" y="183826"/>
                </a:lnTo>
                <a:lnTo>
                  <a:pt x="40136" y="183826"/>
                </a:lnTo>
                <a:lnTo>
                  <a:pt x="24038" y="171564"/>
                </a:lnTo>
                <a:lnTo>
                  <a:pt x="24038" y="155286"/>
                </a:lnTo>
                <a:lnTo>
                  <a:pt x="28116" y="159301"/>
                </a:lnTo>
                <a:lnTo>
                  <a:pt x="32087" y="122514"/>
                </a:lnTo>
                <a:lnTo>
                  <a:pt x="44106" y="110360"/>
                </a:lnTo>
                <a:lnTo>
                  <a:pt x="40136" y="73573"/>
                </a:lnTo>
                <a:lnTo>
                  <a:pt x="40136" y="65435"/>
                </a:lnTo>
                <a:lnTo>
                  <a:pt x="40136" y="73573"/>
                </a:lnTo>
                <a:lnTo>
                  <a:pt x="44106" y="110360"/>
                </a:lnTo>
                <a:lnTo>
                  <a:pt x="36058" y="134777"/>
                </a:lnTo>
                <a:lnTo>
                  <a:pt x="36594" y="172106"/>
                </a:lnTo>
                <a:lnTo>
                  <a:pt x="40136" y="163425"/>
                </a:lnTo>
                <a:lnTo>
                  <a:pt x="48077" y="134777"/>
                </a:lnTo>
                <a:lnTo>
                  <a:pt x="48077" y="122514"/>
                </a:lnTo>
                <a:lnTo>
                  <a:pt x="44106" y="85836"/>
                </a:lnTo>
                <a:lnTo>
                  <a:pt x="52155" y="61311"/>
                </a:lnTo>
                <a:lnTo>
                  <a:pt x="48077" y="0"/>
                </a:lnTo>
                <a:lnTo>
                  <a:pt x="40136" y="3146"/>
                </a:lnTo>
                <a:lnTo>
                  <a:pt x="40136" y="61311"/>
                </a:lnTo>
                <a:lnTo>
                  <a:pt x="32087" y="61311"/>
                </a:lnTo>
                <a:lnTo>
                  <a:pt x="32087" y="114376"/>
                </a:lnTo>
                <a:lnTo>
                  <a:pt x="32087" y="110360"/>
                </a:lnTo>
                <a:lnTo>
                  <a:pt x="27580" y="146605"/>
                </a:lnTo>
                <a:lnTo>
                  <a:pt x="24038" y="150186"/>
                </a:lnTo>
                <a:lnTo>
                  <a:pt x="20068" y="159301"/>
                </a:lnTo>
                <a:lnTo>
                  <a:pt x="20032" y="167476"/>
                </a:lnTo>
                <a:lnTo>
                  <a:pt x="15990" y="171564"/>
                </a:lnTo>
                <a:lnTo>
                  <a:pt x="3541" y="155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4788639" y="3614546"/>
            <a:ext cx="8048" cy="4123"/>
          </a:xfrm>
          <a:custGeom>
            <a:avLst/>
            <a:gdLst/>
            <a:ahLst/>
            <a:cxnLst/>
            <a:rect l="l" t="t" r="r" b="b"/>
            <a:pathLst>
              <a:path w="8048" h="4123">
                <a:moveTo>
                  <a:pt x="8048" y="4123"/>
                </a:moveTo>
                <a:lnTo>
                  <a:pt x="0" y="0"/>
                </a:lnTo>
                <a:lnTo>
                  <a:pt x="0" y="4123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4724465" y="3626808"/>
            <a:ext cx="32087" cy="77589"/>
          </a:xfrm>
          <a:custGeom>
            <a:avLst/>
            <a:gdLst/>
            <a:ahLst/>
            <a:cxnLst/>
            <a:rect l="l" t="t" r="r" b="b"/>
            <a:pathLst>
              <a:path w="32087" h="77589">
                <a:moveTo>
                  <a:pt x="24038" y="5534"/>
                </a:moveTo>
                <a:lnTo>
                  <a:pt x="20604" y="36244"/>
                </a:lnTo>
                <a:lnTo>
                  <a:pt x="24038" y="44925"/>
                </a:lnTo>
                <a:lnTo>
                  <a:pt x="24038" y="69377"/>
                </a:lnTo>
                <a:lnTo>
                  <a:pt x="20068" y="65326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50025"/>
                </a:lnTo>
                <a:lnTo>
                  <a:pt x="8048" y="58164"/>
                </a:lnTo>
                <a:lnTo>
                  <a:pt x="8048" y="53064"/>
                </a:lnTo>
                <a:lnTo>
                  <a:pt x="11590" y="61745"/>
                </a:lnTo>
                <a:lnTo>
                  <a:pt x="24038" y="77589"/>
                </a:lnTo>
                <a:lnTo>
                  <a:pt x="28080" y="73501"/>
                </a:lnTo>
                <a:lnTo>
                  <a:pt x="28116" y="65326"/>
                </a:lnTo>
                <a:lnTo>
                  <a:pt x="32087" y="56211"/>
                </a:lnTo>
                <a:lnTo>
                  <a:pt x="32087" y="47964"/>
                </a:lnTo>
                <a:lnTo>
                  <a:pt x="24038" y="39749"/>
                </a:lnTo>
                <a:lnTo>
                  <a:pt x="24038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4736484" y="3626808"/>
            <a:ext cx="12019" cy="69377"/>
          </a:xfrm>
          <a:custGeom>
            <a:avLst/>
            <a:gdLst/>
            <a:ahLst/>
            <a:cxnLst/>
            <a:rect l="l" t="t" r="r" b="b"/>
            <a:pathLst>
              <a:path w="12019" h="69377">
                <a:moveTo>
                  <a:pt x="12019" y="65326"/>
                </a:moveTo>
                <a:lnTo>
                  <a:pt x="12019" y="44925"/>
                </a:lnTo>
                <a:lnTo>
                  <a:pt x="8585" y="36244"/>
                </a:lnTo>
                <a:lnTo>
                  <a:pt x="12019" y="5534"/>
                </a:lnTo>
                <a:lnTo>
                  <a:pt x="6653" y="0"/>
                </a:lnTo>
                <a:lnTo>
                  <a:pt x="0" y="0"/>
                </a:lnTo>
                <a:lnTo>
                  <a:pt x="8048" y="65326"/>
                </a:lnTo>
                <a:lnTo>
                  <a:pt x="12019" y="69377"/>
                </a:lnTo>
                <a:lnTo>
                  <a:pt x="12019" y="65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4756552" y="3643194"/>
            <a:ext cx="24038" cy="73465"/>
          </a:xfrm>
          <a:custGeom>
            <a:avLst/>
            <a:gdLst/>
            <a:ahLst/>
            <a:cxnLst/>
            <a:rect l="l" t="t" r="r" b="b"/>
            <a:pathLst>
              <a:path w="24038" h="73465">
                <a:moveTo>
                  <a:pt x="0" y="48940"/>
                </a:moveTo>
                <a:lnTo>
                  <a:pt x="0" y="61203"/>
                </a:lnTo>
                <a:lnTo>
                  <a:pt x="16097" y="73465"/>
                </a:lnTo>
                <a:lnTo>
                  <a:pt x="16097" y="58097"/>
                </a:lnTo>
                <a:lnTo>
                  <a:pt x="24038" y="49917"/>
                </a:lnTo>
                <a:lnTo>
                  <a:pt x="24038" y="24416"/>
                </a:lnTo>
                <a:lnTo>
                  <a:pt x="16097" y="53064"/>
                </a:lnTo>
                <a:lnTo>
                  <a:pt x="12555" y="61745"/>
                </a:lnTo>
                <a:lnTo>
                  <a:pt x="12019" y="24416"/>
                </a:lnTo>
                <a:lnTo>
                  <a:pt x="20068" y="0"/>
                </a:lnTo>
                <a:lnTo>
                  <a:pt x="8048" y="12153"/>
                </a:lnTo>
                <a:lnTo>
                  <a:pt x="4077" y="48940"/>
                </a:lnTo>
                <a:lnTo>
                  <a:pt x="0" y="44925"/>
                </a:lnTo>
                <a:lnTo>
                  <a:pt x="0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4756552" y="3643194"/>
            <a:ext cx="8048" cy="39825"/>
          </a:xfrm>
          <a:custGeom>
            <a:avLst/>
            <a:gdLst/>
            <a:ahLst/>
            <a:cxnLst/>
            <a:rect l="l" t="t" r="r" b="b"/>
            <a:pathLst>
              <a:path w="8048" h="39825">
                <a:moveTo>
                  <a:pt x="3541" y="36244"/>
                </a:moveTo>
                <a:lnTo>
                  <a:pt x="8048" y="0"/>
                </a:lnTo>
                <a:lnTo>
                  <a:pt x="0" y="0"/>
                </a:lnTo>
                <a:lnTo>
                  <a:pt x="0" y="39825"/>
                </a:lnTo>
                <a:lnTo>
                  <a:pt x="3541" y="362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4945535" y="3217376"/>
            <a:ext cx="3541" cy="119476"/>
          </a:xfrm>
          <a:custGeom>
            <a:avLst/>
            <a:gdLst/>
            <a:ahLst/>
            <a:cxnLst/>
            <a:rect l="l" t="t" r="r" b="b"/>
            <a:pathLst>
              <a:path w="3541" h="119476">
                <a:moveTo>
                  <a:pt x="3541" y="114376"/>
                </a:moveTo>
                <a:lnTo>
                  <a:pt x="3541" y="0"/>
                </a:lnTo>
                <a:lnTo>
                  <a:pt x="0" y="110795"/>
                </a:lnTo>
                <a:lnTo>
                  <a:pt x="3541" y="119476"/>
                </a:lnTo>
                <a:lnTo>
                  <a:pt x="3541" y="1143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4953047" y="3409884"/>
            <a:ext cx="12019" cy="69884"/>
          </a:xfrm>
          <a:custGeom>
            <a:avLst/>
            <a:gdLst/>
            <a:ahLst/>
            <a:cxnLst/>
            <a:rect l="l" t="t" r="r" b="b"/>
            <a:pathLst>
              <a:path w="12019" h="69884">
                <a:moveTo>
                  <a:pt x="0" y="69884"/>
                </a:moveTo>
                <a:lnTo>
                  <a:pt x="6653" y="69884"/>
                </a:lnTo>
                <a:lnTo>
                  <a:pt x="4077" y="8681"/>
                </a:lnTo>
                <a:lnTo>
                  <a:pt x="6653" y="69884"/>
                </a:lnTo>
                <a:lnTo>
                  <a:pt x="12019" y="64458"/>
                </a:lnTo>
                <a:lnTo>
                  <a:pt x="12019" y="11719"/>
                </a:lnTo>
                <a:lnTo>
                  <a:pt x="4077" y="3614"/>
                </a:lnTo>
                <a:lnTo>
                  <a:pt x="536" y="0"/>
                </a:lnTo>
                <a:lnTo>
                  <a:pt x="0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4884901" y="2843647"/>
            <a:ext cx="8048" cy="57188"/>
          </a:xfrm>
          <a:custGeom>
            <a:avLst/>
            <a:gdLst/>
            <a:ahLst/>
            <a:cxnLst/>
            <a:rect l="l" t="t" r="r" b="b"/>
            <a:pathLst>
              <a:path w="8048" h="57188">
                <a:moveTo>
                  <a:pt x="8048" y="57188"/>
                </a:moveTo>
                <a:lnTo>
                  <a:pt x="3541" y="3580"/>
                </a:lnTo>
                <a:lnTo>
                  <a:pt x="0" y="0"/>
                </a:lnTo>
                <a:lnTo>
                  <a:pt x="0" y="49049"/>
                </a:lnTo>
                <a:lnTo>
                  <a:pt x="8048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4865370" y="2777343"/>
            <a:ext cx="3541" cy="57188"/>
          </a:xfrm>
          <a:custGeom>
            <a:avLst/>
            <a:gdLst/>
            <a:ahLst/>
            <a:cxnLst/>
            <a:rect l="l" t="t" r="r" b="b"/>
            <a:pathLst>
              <a:path w="3541" h="57188">
                <a:moveTo>
                  <a:pt x="0" y="20943"/>
                </a:moveTo>
                <a:lnTo>
                  <a:pt x="3541" y="57188"/>
                </a:lnTo>
                <a:lnTo>
                  <a:pt x="3541" y="0"/>
                </a:lnTo>
                <a:lnTo>
                  <a:pt x="0" y="209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4860863" y="2752819"/>
            <a:ext cx="32087" cy="85836"/>
          </a:xfrm>
          <a:custGeom>
            <a:avLst/>
            <a:gdLst/>
            <a:ahLst/>
            <a:cxnLst/>
            <a:rect l="l" t="t" r="r" b="b"/>
            <a:pathLst>
              <a:path w="32087" h="85836">
                <a:moveTo>
                  <a:pt x="15989" y="40910"/>
                </a:moveTo>
                <a:lnTo>
                  <a:pt x="24038" y="85836"/>
                </a:lnTo>
                <a:lnTo>
                  <a:pt x="28009" y="40910"/>
                </a:lnTo>
                <a:lnTo>
                  <a:pt x="15990" y="28648"/>
                </a:lnTo>
                <a:lnTo>
                  <a:pt x="28009" y="40910"/>
                </a:lnTo>
                <a:lnTo>
                  <a:pt x="20068" y="16385"/>
                </a:lnTo>
                <a:lnTo>
                  <a:pt x="32087" y="0"/>
                </a:lnTo>
                <a:lnTo>
                  <a:pt x="12019" y="0"/>
                </a:lnTo>
                <a:lnTo>
                  <a:pt x="15990" y="12262"/>
                </a:lnTo>
                <a:lnTo>
                  <a:pt x="20068" y="24524"/>
                </a:lnTo>
                <a:lnTo>
                  <a:pt x="15990" y="24524"/>
                </a:lnTo>
                <a:lnTo>
                  <a:pt x="15990" y="36786"/>
                </a:lnTo>
                <a:lnTo>
                  <a:pt x="15990" y="33640"/>
                </a:lnTo>
                <a:lnTo>
                  <a:pt x="12019" y="24524"/>
                </a:lnTo>
                <a:lnTo>
                  <a:pt x="8048" y="20364"/>
                </a:lnTo>
                <a:lnTo>
                  <a:pt x="3970" y="24524"/>
                </a:lnTo>
                <a:lnTo>
                  <a:pt x="0" y="69450"/>
                </a:lnTo>
                <a:lnTo>
                  <a:pt x="0" y="77589"/>
                </a:lnTo>
                <a:lnTo>
                  <a:pt x="0" y="69450"/>
                </a:lnTo>
                <a:lnTo>
                  <a:pt x="0" y="81712"/>
                </a:lnTo>
                <a:lnTo>
                  <a:pt x="8048" y="81712"/>
                </a:lnTo>
                <a:lnTo>
                  <a:pt x="4507" y="45468"/>
                </a:lnTo>
                <a:lnTo>
                  <a:pt x="8048" y="24524"/>
                </a:lnTo>
                <a:lnTo>
                  <a:pt x="8048" y="20401"/>
                </a:lnTo>
                <a:lnTo>
                  <a:pt x="8048" y="41820"/>
                </a:lnTo>
                <a:lnTo>
                  <a:pt x="8931" y="40910"/>
                </a:lnTo>
                <a:lnTo>
                  <a:pt x="8048" y="40910"/>
                </a:lnTo>
                <a:lnTo>
                  <a:pt x="15989" y="409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4836824" y="2752819"/>
            <a:ext cx="40028" cy="138900"/>
          </a:xfrm>
          <a:custGeom>
            <a:avLst/>
            <a:gdLst/>
            <a:ahLst/>
            <a:cxnLst/>
            <a:rect l="l" t="t" r="r" b="b"/>
            <a:pathLst>
              <a:path w="40028" h="138900">
                <a:moveTo>
                  <a:pt x="36058" y="16313"/>
                </a:moveTo>
                <a:lnTo>
                  <a:pt x="32087" y="12262"/>
                </a:lnTo>
                <a:lnTo>
                  <a:pt x="36058" y="0"/>
                </a:lnTo>
                <a:lnTo>
                  <a:pt x="15990" y="0"/>
                </a:lnTo>
                <a:lnTo>
                  <a:pt x="19531" y="19966"/>
                </a:lnTo>
                <a:lnTo>
                  <a:pt x="15990" y="28648"/>
                </a:lnTo>
                <a:lnTo>
                  <a:pt x="19960" y="57188"/>
                </a:lnTo>
                <a:lnTo>
                  <a:pt x="12019" y="81712"/>
                </a:lnTo>
                <a:lnTo>
                  <a:pt x="15990" y="126638"/>
                </a:lnTo>
                <a:lnTo>
                  <a:pt x="15990" y="134777"/>
                </a:lnTo>
                <a:lnTo>
                  <a:pt x="15990" y="126638"/>
                </a:lnTo>
                <a:lnTo>
                  <a:pt x="12019" y="114376"/>
                </a:lnTo>
                <a:lnTo>
                  <a:pt x="0" y="118499"/>
                </a:lnTo>
                <a:lnTo>
                  <a:pt x="12019" y="114376"/>
                </a:lnTo>
                <a:lnTo>
                  <a:pt x="0" y="77589"/>
                </a:lnTo>
                <a:lnTo>
                  <a:pt x="0" y="126638"/>
                </a:lnTo>
                <a:lnTo>
                  <a:pt x="3970" y="138900"/>
                </a:lnTo>
                <a:lnTo>
                  <a:pt x="24038" y="138900"/>
                </a:lnTo>
                <a:lnTo>
                  <a:pt x="24038" y="69450"/>
                </a:lnTo>
                <a:lnTo>
                  <a:pt x="28009" y="24524"/>
                </a:lnTo>
                <a:lnTo>
                  <a:pt x="32087" y="20364"/>
                </a:lnTo>
                <a:lnTo>
                  <a:pt x="36058" y="24524"/>
                </a:lnTo>
                <a:lnTo>
                  <a:pt x="40028" y="33640"/>
                </a:lnTo>
                <a:lnTo>
                  <a:pt x="40028" y="20364"/>
                </a:lnTo>
                <a:lnTo>
                  <a:pt x="36058" y="163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4828775" y="2867195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237"/>
                </a:moveTo>
                <a:lnTo>
                  <a:pt x="24038" y="24524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7237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2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4868911" y="2752819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7941" y="20364"/>
                </a:moveTo>
                <a:lnTo>
                  <a:pt x="7941" y="24524"/>
                </a:lnTo>
                <a:lnTo>
                  <a:pt x="12019" y="24524"/>
                </a:lnTo>
                <a:lnTo>
                  <a:pt x="7941" y="12262"/>
                </a:lnTo>
                <a:lnTo>
                  <a:pt x="3970" y="0"/>
                </a:lnTo>
                <a:lnTo>
                  <a:pt x="0" y="12262"/>
                </a:lnTo>
                <a:lnTo>
                  <a:pt x="3970" y="16313"/>
                </a:lnTo>
                <a:lnTo>
                  <a:pt x="7941" y="20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4876853" y="2752819"/>
            <a:ext cx="24146" cy="221633"/>
          </a:xfrm>
          <a:custGeom>
            <a:avLst/>
            <a:gdLst/>
            <a:ahLst/>
            <a:cxnLst/>
            <a:rect l="l" t="t" r="r" b="b"/>
            <a:pathLst>
              <a:path w="24146" h="221633">
                <a:moveTo>
                  <a:pt x="0" y="40910"/>
                </a:moveTo>
                <a:lnTo>
                  <a:pt x="0" y="82689"/>
                </a:lnTo>
                <a:lnTo>
                  <a:pt x="8048" y="90828"/>
                </a:lnTo>
                <a:lnTo>
                  <a:pt x="11590" y="94409"/>
                </a:lnTo>
                <a:lnTo>
                  <a:pt x="16097" y="148016"/>
                </a:lnTo>
                <a:lnTo>
                  <a:pt x="16097" y="142915"/>
                </a:lnTo>
                <a:lnTo>
                  <a:pt x="16097" y="213342"/>
                </a:lnTo>
                <a:lnTo>
                  <a:pt x="24146" y="221633"/>
                </a:lnTo>
                <a:lnTo>
                  <a:pt x="19638" y="151597"/>
                </a:lnTo>
                <a:lnTo>
                  <a:pt x="16097" y="20401"/>
                </a:lnTo>
                <a:lnTo>
                  <a:pt x="16097" y="28648"/>
                </a:lnTo>
                <a:lnTo>
                  <a:pt x="16097" y="0"/>
                </a:lnTo>
                <a:lnTo>
                  <a:pt x="4078" y="16385"/>
                </a:lnTo>
                <a:lnTo>
                  <a:pt x="12019" y="40910"/>
                </a:lnTo>
                <a:lnTo>
                  <a:pt x="8048" y="85836"/>
                </a:lnTo>
                <a:lnTo>
                  <a:pt x="0" y="409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4892950" y="2769204"/>
            <a:ext cx="15989" cy="278636"/>
          </a:xfrm>
          <a:custGeom>
            <a:avLst/>
            <a:gdLst/>
            <a:ahLst/>
            <a:cxnLst/>
            <a:rect l="l" t="t" r="r" b="b"/>
            <a:pathLst>
              <a:path w="15989" h="278636">
                <a:moveTo>
                  <a:pt x="0" y="12262"/>
                </a:moveTo>
                <a:lnTo>
                  <a:pt x="0" y="4015"/>
                </a:lnTo>
                <a:lnTo>
                  <a:pt x="3541" y="135211"/>
                </a:lnTo>
                <a:lnTo>
                  <a:pt x="8048" y="205247"/>
                </a:lnTo>
                <a:lnTo>
                  <a:pt x="8048" y="200103"/>
                </a:lnTo>
                <a:lnTo>
                  <a:pt x="8048" y="270530"/>
                </a:lnTo>
                <a:lnTo>
                  <a:pt x="15989" y="278636"/>
                </a:lnTo>
                <a:lnTo>
                  <a:pt x="11482" y="208785"/>
                </a:lnTo>
                <a:lnTo>
                  <a:pt x="8048" y="61203"/>
                </a:lnTo>
                <a:lnTo>
                  <a:pt x="4507" y="52521"/>
                </a:lnTo>
                <a:lnTo>
                  <a:pt x="8048" y="56169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4836824" y="2752819"/>
            <a:ext cx="19960" cy="126638"/>
          </a:xfrm>
          <a:custGeom>
            <a:avLst/>
            <a:gdLst/>
            <a:ahLst/>
            <a:cxnLst/>
            <a:rect l="l" t="t" r="r" b="b"/>
            <a:pathLst>
              <a:path w="19960" h="126638">
                <a:moveTo>
                  <a:pt x="15990" y="0"/>
                </a:moveTo>
                <a:lnTo>
                  <a:pt x="15990" y="23548"/>
                </a:lnTo>
                <a:lnTo>
                  <a:pt x="7941" y="31686"/>
                </a:lnTo>
                <a:lnTo>
                  <a:pt x="7941" y="57188"/>
                </a:lnTo>
                <a:lnTo>
                  <a:pt x="0" y="57188"/>
                </a:lnTo>
                <a:lnTo>
                  <a:pt x="0" y="77589"/>
                </a:lnTo>
                <a:lnTo>
                  <a:pt x="12019" y="114376"/>
                </a:lnTo>
                <a:lnTo>
                  <a:pt x="7941" y="69450"/>
                </a:lnTo>
                <a:lnTo>
                  <a:pt x="7941" y="61311"/>
                </a:lnTo>
                <a:lnTo>
                  <a:pt x="7941" y="69450"/>
                </a:lnTo>
                <a:lnTo>
                  <a:pt x="12019" y="114376"/>
                </a:lnTo>
                <a:lnTo>
                  <a:pt x="15990" y="126638"/>
                </a:lnTo>
                <a:lnTo>
                  <a:pt x="12019" y="81712"/>
                </a:lnTo>
                <a:lnTo>
                  <a:pt x="19960" y="57188"/>
                </a:lnTo>
                <a:lnTo>
                  <a:pt x="15990" y="28648"/>
                </a:lnTo>
                <a:lnTo>
                  <a:pt x="19531" y="19966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4897457" y="2821726"/>
            <a:ext cx="19531" cy="307827"/>
          </a:xfrm>
          <a:custGeom>
            <a:avLst/>
            <a:gdLst/>
            <a:ahLst/>
            <a:cxnLst/>
            <a:rect l="l" t="t" r="r" b="b"/>
            <a:pathLst>
              <a:path w="19531" h="307827">
                <a:moveTo>
                  <a:pt x="0" y="0"/>
                </a:moveTo>
                <a:lnTo>
                  <a:pt x="3541" y="8681"/>
                </a:lnTo>
                <a:lnTo>
                  <a:pt x="6975" y="156263"/>
                </a:lnTo>
                <a:lnTo>
                  <a:pt x="11482" y="226114"/>
                </a:lnTo>
                <a:lnTo>
                  <a:pt x="11482" y="221047"/>
                </a:lnTo>
                <a:lnTo>
                  <a:pt x="11482" y="299613"/>
                </a:lnTo>
                <a:lnTo>
                  <a:pt x="19531" y="307827"/>
                </a:lnTo>
                <a:lnTo>
                  <a:pt x="15024" y="229728"/>
                </a:lnTo>
                <a:lnTo>
                  <a:pt x="11482" y="65869"/>
                </a:lnTo>
                <a:lnTo>
                  <a:pt x="7941" y="57188"/>
                </a:lnTo>
                <a:lnTo>
                  <a:pt x="11482" y="60802"/>
                </a:lnTo>
                <a:lnTo>
                  <a:pt x="11482" y="11828"/>
                </a:lnTo>
                <a:lnTo>
                  <a:pt x="3541" y="3648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4905399" y="2878914"/>
            <a:ext cx="19638" cy="348662"/>
          </a:xfrm>
          <a:custGeom>
            <a:avLst/>
            <a:gdLst/>
            <a:ahLst/>
            <a:cxnLst/>
            <a:rect l="l" t="t" r="r" b="b"/>
            <a:pathLst>
              <a:path w="19638" h="348662">
                <a:moveTo>
                  <a:pt x="0" y="0"/>
                </a:moveTo>
                <a:lnTo>
                  <a:pt x="3541" y="8681"/>
                </a:lnTo>
                <a:lnTo>
                  <a:pt x="7082" y="172540"/>
                </a:lnTo>
                <a:lnTo>
                  <a:pt x="11589" y="250639"/>
                </a:lnTo>
                <a:lnTo>
                  <a:pt x="11590" y="245572"/>
                </a:lnTo>
                <a:lnTo>
                  <a:pt x="11590" y="340523"/>
                </a:lnTo>
                <a:lnTo>
                  <a:pt x="19638" y="348662"/>
                </a:lnTo>
                <a:lnTo>
                  <a:pt x="15131" y="254253"/>
                </a:lnTo>
                <a:lnTo>
                  <a:pt x="11590" y="82255"/>
                </a:lnTo>
                <a:lnTo>
                  <a:pt x="8048" y="73573"/>
                </a:lnTo>
                <a:lnTo>
                  <a:pt x="11590" y="77155"/>
                </a:lnTo>
                <a:lnTo>
                  <a:pt x="11590" y="11828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4913447" y="2952488"/>
            <a:ext cx="19638" cy="397679"/>
          </a:xfrm>
          <a:custGeom>
            <a:avLst/>
            <a:gdLst/>
            <a:ahLst/>
            <a:cxnLst/>
            <a:rect l="l" t="t" r="r" b="b"/>
            <a:pathLst>
              <a:path w="19638" h="397679">
                <a:moveTo>
                  <a:pt x="0" y="0"/>
                </a:moveTo>
                <a:lnTo>
                  <a:pt x="3541" y="8681"/>
                </a:lnTo>
                <a:lnTo>
                  <a:pt x="7082" y="180679"/>
                </a:lnTo>
                <a:lnTo>
                  <a:pt x="11590" y="275088"/>
                </a:lnTo>
                <a:lnTo>
                  <a:pt x="11590" y="269988"/>
                </a:lnTo>
                <a:lnTo>
                  <a:pt x="11590" y="389464"/>
                </a:lnTo>
                <a:lnTo>
                  <a:pt x="19638" y="397679"/>
                </a:lnTo>
                <a:lnTo>
                  <a:pt x="15131" y="278669"/>
                </a:lnTo>
                <a:lnTo>
                  <a:pt x="11590" y="82146"/>
                </a:lnTo>
                <a:lnTo>
                  <a:pt x="8048" y="73465"/>
                </a:lnTo>
                <a:lnTo>
                  <a:pt x="11589" y="77079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4921496" y="3025954"/>
            <a:ext cx="19531" cy="405783"/>
          </a:xfrm>
          <a:custGeom>
            <a:avLst/>
            <a:gdLst/>
            <a:ahLst/>
            <a:cxnLst/>
            <a:rect l="l" t="t" r="r" b="b"/>
            <a:pathLst>
              <a:path w="19531" h="405783">
                <a:moveTo>
                  <a:pt x="0" y="0"/>
                </a:moveTo>
                <a:lnTo>
                  <a:pt x="3541" y="8681"/>
                </a:lnTo>
                <a:lnTo>
                  <a:pt x="7082" y="205204"/>
                </a:lnTo>
                <a:lnTo>
                  <a:pt x="11590" y="324214"/>
                </a:lnTo>
                <a:lnTo>
                  <a:pt x="11590" y="319037"/>
                </a:lnTo>
                <a:lnTo>
                  <a:pt x="11590" y="397603"/>
                </a:lnTo>
                <a:lnTo>
                  <a:pt x="19531" y="405783"/>
                </a:lnTo>
                <a:lnTo>
                  <a:pt x="15024" y="327718"/>
                </a:lnTo>
                <a:lnTo>
                  <a:pt x="11590" y="90394"/>
                </a:lnTo>
                <a:lnTo>
                  <a:pt x="8048" y="81712"/>
                </a:lnTo>
                <a:lnTo>
                  <a:pt x="11590" y="85327"/>
                </a:lnTo>
                <a:lnTo>
                  <a:pt x="11590" y="11828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4929545" y="3107667"/>
            <a:ext cx="16848" cy="372102"/>
          </a:xfrm>
          <a:custGeom>
            <a:avLst/>
            <a:gdLst/>
            <a:ahLst/>
            <a:cxnLst/>
            <a:rect l="l" t="t" r="r" b="b"/>
            <a:pathLst>
              <a:path w="16848" h="372102">
                <a:moveTo>
                  <a:pt x="0" y="0"/>
                </a:moveTo>
                <a:lnTo>
                  <a:pt x="3541" y="8681"/>
                </a:lnTo>
                <a:lnTo>
                  <a:pt x="6975" y="246006"/>
                </a:lnTo>
                <a:lnTo>
                  <a:pt x="11482" y="324071"/>
                </a:lnTo>
                <a:lnTo>
                  <a:pt x="11482" y="319037"/>
                </a:lnTo>
                <a:lnTo>
                  <a:pt x="11482" y="366676"/>
                </a:lnTo>
                <a:lnTo>
                  <a:pt x="16848" y="372102"/>
                </a:lnTo>
                <a:lnTo>
                  <a:pt x="15024" y="327718"/>
                </a:lnTo>
                <a:lnTo>
                  <a:pt x="11482" y="106671"/>
                </a:lnTo>
                <a:lnTo>
                  <a:pt x="7941" y="97990"/>
                </a:lnTo>
                <a:lnTo>
                  <a:pt x="11482" y="101571"/>
                </a:lnTo>
                <a:lnTo>
                  <a:pt x="11482" y="11719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4937486" y="3205657"/>
            <a:ext cx="19638" cy="274111"/>
          </a:xfrm>
          <a:custGeom>
            <a:avLst/>
            <a:gdLst/>
            <a:ahLst/>
            <a:cxnLst/>
            <a:rect l="l" t="t" r="r" b="b"/>
            <a:pathLst>
              <a:path w="19638" h="274111">
                <a:moveTo>
                  <a:pt x="0" y="0"/>
                </a:moveTo>
                <a:lnTo>
                  <a:pt x="3541" y="8681"/>
                </a:lnTo>
                <a:lnTo>
                  <a:pt x="7082" y="229728"/>
                </a:lnTo>
                <a:lnTo>
                  <a:pt x="8907" y="274111"/>
                </a:lnTo>
                <a:lnTo>
                  <a:pt x="15560" y="274111"/>
                </a:lnTo>
                <a:lnTo>
                  <a:pt x="16097" y="204227"/>
                </a:lnTo>
                <a:lnTo>
                  <a:pt x="19638" y="207842"/>
                </a:lnTo>
                <a:lnTo>
                  <a:pt x="19638" y="134234"/>
                </a:lnTo>
                <a:lnTo>
                  <a:pt x="11590" y="126095"/>
                </a:lnTo>
                <a:lnTo>
                  <a:pt x="11590" y="131196"/>
                </a:lnTo>
                <a:lnTo>
                  <a:pt x="8048" y="122514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5037289" y="3402180"/>
            <a:ext cx="8048" cy="175579"/>
          </a:xfrm>
          <a:custGeom>
            <a:avLst/>
            <a:gdLst/>
            <a:ahLst/>
            <a:cxnLst/>
            <a:rect l="l" t="t" r="r" b="b"/>
            <a:pathLst>
              <a:path w="8048" h="175579">
                <a:moveTo>
                  <a:pt x="8048" y="86779"/>
                </a:moveTo>
                <a:lnTo>
                  <a:pt x="8048" y="81712"/>
                </a:lnTo>
                <a:lnTo>
                  <a:pt x="4507" y="90394"/>
                </a:lnTo>
                <a:lnTo>
                  <a:pt x="0" y="0"/>
                </a:lnTo>
                <a:lnTo>
                  <a:pt x="8048" y="175579"/>
                </a:lnTo>
                <a:lnTo>
                  <a:pt x="8048" y="867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5037289" y="3225624"/>
            <a:ext cx="16097" cy="89851"/>
          </a:xfrm>
          <a:custGeom>
            <a:avLst/>
            <a:gdLst/>
            <a:ahLst/>
            <a:cxnLst/>
            <a:rect l="l" t="t" r="r" b="b"/>
            <a:pathLst>
              <a:path w="16097" h="89851">
                <a:moveTo>
                  <a:pt x="11590" y="78023"/>
                </a:moveTo>
                <a:lnTo>
                  <a:pt x="16097" y="0"/>
                </a:lnTo>
                <a:lnTo>
                  <a:pt x="8048" y="8138"/>
                </a:lnTo>
                <a:lnTo>
                  <a:pt x="8048" y="81637"/>
                </a:lnTo>
                <a:lnTo>
                  <a:pt x="0" y="89851"/>
                </a:lnTo>
                <a:lnTo>
                  <a:pt x="8048" y="86704"/>
                </a:lnTo>
                <a:lnTo>
                  <a:pt x="11590" y="78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5053387" y="3202076"/>
            <a:ext cx="24038" cy="127072"/>
          </a:xfrm>
          <a:custGeom>
            <a:avLst/>
            <a:gdLst/>
            <a:ahLst/>
            <a:cxnLst/>
            <a:rect l="l" t="t" r="r" b="b"/>
            <a:pathLst>
              <a:path w="24038" h="127072">
                <a:moveTo>
                  <a:pt x="15989" y="41854"/>
                </a:moveTo>
                <a:lnTo>
                  <a:pt x="24038" y="33640"/>
                </a:lnTo>
                <a:lnTo>
                  <a:pt x="24038" y="5534"/>
                </a:lnTo>
                <a:lnTo>
                  <a:pt x="18672" y="0"/>
                </a:lnTo>
                <a:lnTo>
                  <a:pt x="5365" y="0"/>
                </a:lnTo>
                <a:lnTo>
                  <a:pt x="3541" y="19966"/>
                </a:lnTo>
                <a:lnTo>
                  <a:pt x="0" y="28539"/>
                </a:lnTo>
                <a:lnTo>
                  <a:pt x="4507" y="127072"/>
                </a:lnTo>
                <a:lnTo>
                  <a:pt x="7941" y="118391"/>
                </a:lnTo>
                <a:lnTo>
                  <a:pt x="12448" y="45468"/>
                </a:lnTo>
                <a:lnTo>
                  <a:pt x="15990" y="36786"/>
                </a:lnTo>
                <a:lnTo>
                  <a:pt x="15989" y="418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5041367" y="3202076"/>
            <a:ext cx="28009" cy="212366"/>
          </a:xfrm>
          <a:custGeom>
            <a:avLst/>
            <a:gdLst/>
            <a:ahLst/>
            <a:cxnLst/>
            <a:rect l="l" t="t" r="r" b="b"/>
            <a:pathLst>
              <a:path w="28009" h="212366">
                <a:moveTo>
                  <a:pt x="28009" y="41854"/>
                </a:moveTo>
                <a:lnTo>
                  <a:pt x="28009" y="36786"/>
                </a:lnTo>
                <a:lnTo>
                  <a:pt x="24467" y="45468"/>
                </a:lnTo>
                <a:lnTo>
                  <a:pt x="19960" y="118391"/>
                </a:lnTo>
                <a:lnTo>
                  <a:pt x="16526" y="127072"/>
                </a:lnTo>
                <a:lnTo>
                  <a:pt x="12019" y="28539"/>
                </a:lnTo>
                <a:lnTo>
                  <a:pt x="15560" y="19966"/>
                </a:lnTo>
                <a:lnTo>
                  <a:pt x="17385" y="0"/>
                </a:lnTo>
                <a:lnTo>
                  <a:pt x="12019" y="5534"/>
                </a:lnTo>
                <a:lnTo>
                  <a:pt x="12019" y="208242"/>
                </a:lnTo>
                <a:lnTo>
                  <a:pt x="12019" y="200103"/>
                </a:lnTo>
                <a:lnTo>
                  <a:pt x="7941" y="187841"/>
                </a:lnTo>
                <a:lnTo>
                  <a:pt x="0" y="212366"/>
                </a:lnTo>
                <a:lnTo>
                  <a:pt x="19960" y="212366"/>
                </a:lnTo>
                <a:lnTo>
                  <a:pt x="19960" y="123567"/>
                </a:lnTo>
                <a:lnTo>
                  <a:pt x="28009" y="115352"/>
                </a:lnTo>
                <a:lnTo>
                  <a:pt x="28009" y="418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4960666" y="3491597"/>
            <a:ext cx="68574" cy="225062"/>
          </a:xfrm>
          <a:custGeom>
            <a:avLst/>
            <a:gdLst/>
            <a:ahLst/>
            <a:cxnLst/>
            <a:rect l="l" t="t" r="r" b="b"/>
            <a:pathLst>
              <a:path w="68574" h="225062">
                <a:moveTo>
                  <a:pt x="60633" y="185170"/>
                </a:moveTo>
                <a:lnTo>
                  <a:pt x="68574" y="176989"/>
                </a:lnTo>
                <a:lnTo>
                  <a:pt x="68574" y="143349"/>
                </a:lnTo>
                <a:lnTo>
                  <a:pt x="60633" y="180136"/>
                </a:lnTo>
                <a:lnTo>
                  <a:pt x="57091" y="188818"/>
                </a:lnTo>
                <a:lnTo>
                  <a:pt x="56555" y="143349"/>
                </a:lnTo>
                <a:lnTo>
                  <a:pt x="64603" y="118825"/>
                </a:lnTo>
                <a:lnTo>
                  <a:pt x="52584" y="131087"/>
                </a:lnTo>
                <a:lnTo>
                  <a:pt x="52584" y="204661"/>
                </a:lnTo>
                <a:lnTo>
                  <a:pt x="40565" y="216923"/>
                </a:lnTo>
                <a:lnTo>
                  <a:pt x="36487" y="204698"/>
                </a:lnTo>
                <a:lnTo>
                  <a:pt x="32516" y="200537"/>
                </a:lnTo>
                <a:lnTo>
                  <a:pt x="28545" y="192399"/>
                </a:lnTo>
                <a:lnTo>
                  <a:pt x="36487" y="192399"/>
                </a:lnTo>
                <a:lnTo>
                  <a:pt x="36487" y="188275"/>
                </a:lnTo>
                <a:lnTo>
                  <a:pt x="48613" y="192399"/>
                </a:lnTo>
                <a:lnTo>
                  <a:pt x="48077" y="163316"/>
                </a:lnTo>
                <a:lnTo>
                  <a:pt x="44535" y="163750"/>
                </a:lnTo>
                <a:lnTo>
                  <a:pt x="44535" y="171998"/>
                </a:lnTo>
                <a:lnTo>
                  <a:pt x="36487" y="175036"/>
                </a:lnTo>
                <a:lnTo>
                  <a:pt x="36487" y="167874"/>
                </a:lnTo>
                <a:lnTo>
                  <a:pt x="16526" y="167874"/>
                </a:lnTo>
                <a:lnTo>
                  <a:pt x="12448" y="180136"/>
                </a:lnTo>
                <a:lnTo>
                  <a:pt x="12448" y="73899"/>
                </a:lnTo>
                <a:lnTo>
                  <a:pt x="8907" y="65326"/>
                </a:lnTo>
                <a:lnTo>
                  <a:pt x="12448" y="68907"/>
                </a:lnTo>
                <a:lnTo>
                  <a:pt x="12448" y="11719"/>
                </a:lnTo>
                <a:lnTo>
                  <a:pt x="4399" y="3504"/>
                </a:lnTo>
                <a:lnTo>
                  <a:pt x="965" y="0"/>
                </a:lnTo>
                <a:lnTo>
                  <a:pt x="0" y="90828"/>
                </a:lnTo>
                <a:lnTo>
                  <a:pt x="4399" y="144293"/>
                </a:lnTo>
                <a:lnTo>
                  <a:pt x="4399" y="8572"/>
                </a:lnTo>
                <a:lnTo>
                  <a:pt x="7941" y="147907"/>
                </a:lnTo>
                <a:lnTo>
                  <a:pt x="12448" y="192399"/>
                </a:lnTo>
                <a:lnTo>
                  <a:pt x="12448" y="188275"/>
                </a:lnTo>
                <a:lnTo>
                  <a:pt x="24467" y="192399"/>
                </a:lnTo>
                <a:lnTo>
                  <a:pt x="28545" y="180136"/>
                </a:lnTo>
                <a:lnTo>
                  <a:pt x="28545" y="171998"/>
                </a:lnTo>
                <a:lnTo>
                  <a:pt x="28545" y="200537"/>
                </a:lnTo>
                <a:lnTo>
                  <a:pt x="32516" y="208749"/>
                </a:lnTo>
                <a:lnTo>
                  <a:pt x="36487" y="212800"/>
                </a:lnTo>
                <a:lnTo>
                  <a:pt x="32516" y="225062"/>
                </a:lnTo>
                <a:lnTo>
                  <a:pt x="52584" y="225062"/>
                </a:lnTo>
                <a:lnTo>
                  <a:pt x="52584" y="216923"/>
                </a:lnTo>
                <a:lnTo>
                  <a:pt x="60633" y="216923"/>
                </a:lnTo>
                <a:lnTo>
                  <a:pt x="60633" y="1851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4997153" y="3692135"/>
            <a:ext cx="16097" cy="16385"/>
          </a:xfrm>
          <a:custGeom>
            <a:avLst/>
            <a:gdLst/>
            <a:ahLst/>
            <a:cxnLst/>
            <a:rect l="l" t="t" r="r" b="b"/>
            <a:pathLst>
              <a:path w="16097" h="16385">
                <a:moveTo>
                  <a:pt x="4077" y="0"/>
                </a:moveTo>
                <a:lnTo>
                  <a:pt x="0" y="4160"/>
                </a:lnTo>
                <a:lnTo>
                  <a:pt x="4077" y="16385"/>
                </a:lnTo>
                <a:lnTo>
                  <a:pt x="16097" y="4123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4985134" y="3692135"/>
            <a:ext cx="4077" cy="12262"/>
          </a:xfrm>
          <a:custGeom>
            <a:avLst/>
            <a:gdLst/>
            <a:ahLst/>
            <a:cxnLst/>
            <a:rect l="l" t="t" r="r" b="b"/>
            <a:pathLst>
              <a:path w="4077" h="12262">
                <a:moveTo>
                  <a:pt x="4077" y="4160"/>
                </a:moveTo>
                <a:lnTo>
                  <a:pt x="0" y="0"/>
                </a:lnTo>
                <a:lnTo>
                  <a:pt x="4077" y="12262"/>
                </a:lnTo>
                <a:lnTo>
                  <a:pt x="4077" y="41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4997153" y="3658495"/>
            <a:ext cx="8048" cy="8138"/>
          </a:xfrm>
          <a:custGeom>
            <a:avLst/>
            <a:gdLst/>
            <a:ahLst/>
            <a:cxnLst/>
            <a:rect l="l" t="t" r="r" b="b"/>
            <a:pathLst>
              <a:path w="8048" h="8138">
                <a:moveTo>
                  <a:pt x="8048" y="0"/>
                </a:moveTo>
                <a:lnTo>
                  <a:pt x="0" y="8138"/>
                </a:lnTo>
                <a:lnTo>
                  <a:pt x="8048" y="510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4953047" y="3455244"/>
            <a:ext cx="6653" cy="118499"/>
          </a:xfrm>
          <a:custGeom>
            <a:avLst/>
            <a:gdLst/>
            <a:ahLst/>
            <a:cxnLst/>
            <a:rect l="l" t="t" r="r" b="b"/>
            <a:pathLst>
              <a:path w="6653" h="118499">
                <a:moveTo>
                  <a:pt x="0" y="0"/>
                </a:moveTo>
                <a:lnTo>
                  <a:pt x="4077" y="118499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4946393" y="3455244"/>
            <a:ext cx="6653" cy="53172"/>
          </a:xfrm>
          <a:custGeom>
            <a:avLst/>
            <a:gdLst/>
            <a:ahLst/>
            <a:cxnLst/>
            <a:rect l="l" t="t" r="r" b="b"/>
            <a:pathLst>
              <a:path w="6653" h="53172">
                <a:moveTo>
                  <a:pt x="0" y="0"/>
                </a:moveTo>
                <a:lnTo>
                  <a:pt x="2682" y="53172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4941027" y="3455244"/>
            <a:ext cx="24038" cy="180646"/>
          </a:xfrm>
          <a:custGeom>
            <a:avLst/>
            <a:gdLst/>
            <a:ahLst/>
            <a:cxnLst/>
            <a:rect l="l" t="t" r="r" b="b"/>
            <a:pathLst>
              <a:path w="24038" h="180646">
                <a:moveTo>
                  <a:pt x="5365" y="0"/>
                </a:moveTo>
                <a:lnTo>
                  <a:pt x="0" y="5534"/>
                </a:lnTo>
                <a:lnTo>
                  <a:pt x="0" y="50025"/>
                </a:lnTo>
                <a:lnTo>
                  <a:pt x="8048" y="58164"/>
                </a:lnTo>
                <a:lnTo>
                  <a:pt x="11590" y="61745"/>
                </a:lnTo>
                <a:lnTo>
                  <a:pt x="16097" y="123566"/>
                </a:lnTo>
                <a:lnTo>
                  <a:pt x="16097" y="172540"/>
                </a:lnTo>
                <a:lnTo>
                  <a:pt x="24038" y="180646"/>
                </a:lnTo>
                <a:lnTo>
                  <a:pt x="19638" y="127181"/>
                </a:lnTo>
                <a:lnTo>
                  <a:pt x="20604" y="36352"/>
                </a:lnTo>
                <a:lnTo>
                  <a:pt x="24038" y="39857"/>
                </a:lnTo>
                <a:lnTo>
                  <a:pt x="24038" y="5534"/>
                </a:lnTo>
                <a:lnTo>
                  <a:pt x="18672" y="0"/>
                </a:lnTo>
                <a:lnTo>
                  <a:pt x="16097" y="118499"/>
                </a:lnTo>
                <a:lnTo>
                  <a:pt x="12019" y="0"/>
                </a:lnTo>
                <a:lnTo>
                  <a:pt x="8048" y="53172"/>
                </a:lnTo>
                <a:lnTo>
                  <a:pt x="53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4949076" y="3513409"/>
            <a:ext cx="8048" cy="65402"/>
          </a:xfrm>
          <a:custGeom>
            <a:avLst/>
            <a:gdLst/>
            <a:ahLst/>
            <a:cxnLst/>
            <a:rect l="l" t="t" r="r" b="b"/>
            <a:pathLst>
              <a:path w="8048" h="65402">
                <a:moveTo>
                  <a:pt x="8048" y="65402"/>
                </a:moveTo>
                <a:lnTo>
                  <a:pt x="3541" y="3581"/>
                </a:lnTo>
                <a:lnTo>
                  <a:pt x="0" y="0"/>
                </a:lnTo>
                <a:lnTo>
                  <a:pt x="0" y="57188"/>
                </a:lnTo>
                <a:lnTo>
                  <a:pt x="8048" y="654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4969573" y="3556924"/>
            <a:ext cx="19638" cy="114810"/>
          </a:xfrm>
          <a:custGeom>
            <a:avLst/>
            <a:gdLst/>
            <a:ahLst/>
            <a:cxnLst/>
            <a:rect l="l" t="t" r="r" b="b"/>
            <a:pathLst>
              <a:path w="19638" h="114810">
                <a:moveTo>
                  <a:pt x="0" y="0"/>
                </a:moveTo>
                <a:lnTo>
                  <a:pt x="3541" y="8572"/>
                </a:lnTo>
                <a:lnTo>
                  <a:pt x="3541" y="114810"/>
                </a:lnTo>
                <a:lnTo>
                  <a:pt x="7619" y="102547"/>
                </a:lnTo>
                <a:lnTo>
                  <a:pt x="19638" y="102547"/>
                </a:lnTo>
                <a:lnTo>
                  <a:pt x="19638" y="68907"/>
                </a:lnTo>
                <a:lnTo>
                  <a:pt x="11590" y="60769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57188"/>
                </a:lnTo>
                <a:lnTo>
                  <a:pt x="11590" y="65760"/>
                </a:lnTo>
                <a:lnTo>
                  <a:pt x="8048" y="57188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4965066" y="3500170"/>
            <a:ext cx="8048" cy="183826"/>
          </a:xfrm>
          <a:custGeom>
            <a:avLst/>
            <a:gdLst/>
            <a:ahLst/>
            <a:cxnLst/>
            <a:rect l="l" t="t" r="r" b="b"/>
            <a:pathLst>
              <a:path w="8048" h="183826">
                <a:moveTo>
                  <a:pt x="0" y="0"/>
                </a:moveTo>
                <a:lnTo>
                  <a:pt x="0" y="183826"/>
                </a:lnTo>
                <a:lnTo>
                  <a:pt x="8048" y="183826"/>
                </a:lnTo>
                <a:lnTo>
                  <a:pt x="3541" y="13933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4973115" y="3671734"/>
            <a:ext cx="24038" cy="44925"/>
          </a:xfrm>
          <a:custGeom>
            <a:avLst/>
            <a:gdLst/>
            <a:ahLst/>
            <a:cxnLst/>
            <a:rect l="l" t="t" r="r" b="b"/>
            <a:pathLst>
              <a:path w="24038" h="44925">
                <a:moveTo>
                  <a:pt x="12019" y="12262"/>
                </a:moveTo>
                <a:lnTo>
                  <a:pt x="12019" y="20401"/>
                </a:lnTo>
                <a:lnTo>
                  <a:pt x="16097" y="24561"/>
                </a:lnTo>
                <a:lnTo>
                  <a:pt x="16097" y="32663"/>
                </a:lnTo>
                <a:lnTo>
                  <a:pt x="12019" y="20401"/>
                </a:lnTo>
                <a:lnTo>
                  <a:pt x="12019" y="12262"/>
                </a:lnTo>
                <a:lnTo>
                  <a:pt x="0" y="8138"/>
                </a:lnTo>
                <a:lnTo>
                  <a:pt x="0" y="44925"/>
                </a:lnTo>
                <a:lnTo>
                  <a:pt x="20068" y="44925"/>
                </a:lnTo>
                <a:lnTo>
                  <a:pt x="24038" y="32663"/>
                </a:lnTo>
                <a:lnTo>
                  <a:pt x="20068" y="28612"/>
                </a:lnTo>
                <a:lnTo>
                  <a:pt x="16097" y="20401"/>
                </a:lnTo>
                <a:lnTo>
                  <a:pt x="16097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4989212" y="3475754"/>
            <a:ext cx="44106" cy="220541"/>
          </a:xfrm>
          <a:custGeom>
            <a:avLst/>
            <a:gdLst/>
            <a:ahLst/>
            <a:cxnLst/>
            <a:rect l="l" t="t" r="r" b="b"/>
            <a:pathLst>
              <a:path w="44106" h="220541">
                <a:moveTo>
                  <a:pt x="24038" y="97990"/>
                </a:moveTo>
                <a:lnTo>
                  <a:pt x="24038" y="138792"/>
                </a:lnTo>
                <a:lnTo>
                  <a:pt x="24038" y="134668"/>
                </a:lnTo>
                <a:lnTo>
                  <a:pt x="15990" y="134668"/>
                </a:lnTo>
                <a:lnTo>
                  <a:pt x="15990" y="179594"/>
                </a:lnTo>
                <a:lnTo>
                  <a:pt x="19531" y="179160"/>
                </a:lnTo>
                <a:lnTo>
                  <a:pt x="20068" y="208242"/>
                </a:lnTo>
                <a:lnTo>
                  <a:pt x="7941" y="204119"/>
                </a:lnTo>
                <a:lnTo>
                  <a:pt x="7941" y="220504"/>
                </a:lnTo>
                <a:lnTo>
                  <a:pt x="7941" y="208242"/>
                </a:lnTo>
                <a:lnTo>
                  <a:pt x="0" y="208242"/>
                </a:lnTo>
                <a:lnTo>
                  <a:pt x="3970" y="216381"/>
                </a:lnTo>
                <a:lnTo>
                  <a:pt x="7941" y="220541"/>
                </a:lnTo>
                <a:lnTo>
                  <a:pt x="12019" y="216381"/>
                </a:lnTo>
                <a:lnTo>
                  <a:pt x="7941" y="212366"/>
                </a:lnTo>
                <a:lnTo>
                  <a:pt x="12019" y="216381"/>
                </a:lnTo>
                <a:lnTo>
                  <a:pt x="24038" y="220504"/>
                </a:lnTo>
                <a:lnTo>
                  <a:pt x="24038" y="146930"/>
                </a:lnTo>
                <a:lnTo>
                  <a:pt x="36058" y="134668"/>
                </a:lnTo>
                <a:lnTo>
                  <a:pt x="32087" y="89742"/>
                </a:lnTo>
                <a:lnTo>
                  <a:pt x="32087" y="81604"/>
                </a:lnTo>
                <a:lnTo>
                  <a:pt x="32087" y="89742"/>
                </a:lnTo>
                <a:lnTo>
                  <a:pt x="36058" y="134668"/>
                </a:lnTo>
                <a:lnTo>
                  <a:pt x="28009" y="159193"/>
                </a:lnTo>
                <a:lnTo>
                  <a:pt x="28545" y="204661"/>
                </a:lnTo>
                <a:lnTo>
                  <a:pt x="32087" y="195980"/>
                </a:lnTo>
                <a:lnTo>
                  <a:pt x="40028" y="159193"/>
                </a:lnTo>
                <a:lnTo>
                  <a:pt x="40028" y="146930"/>
                </a:lnTo>
                <a:lnTo>
                  <a:pt x="36058" y="102005"/>
                </a:lnTo>
                <a:lnTo>
                  <a:pt x="44106" y="77589"/>
                </a:lnTo>
                <a:lnTo>
                  <a:pt x="40028" y="0"/>
                </a:lnTo>
                <a:lnTo>
                  <a:pt x="32087" y="3038"/>
                </a:lnTo>
                <a:lnTo>
                  <a:pt x="32087" y="77589"/>
                </a:lnTo>
                <a:lnTo>
                  <a:pt x="24038" y="77589"/>
                </a:lnTo>
                <a:lnTo>
                  <a:pt x="24038" y="9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5025270" y="3389917"/>
            <a:ext cx="12019" cy="245029"/>
          </a:xfrm>
          <a:custGeom>
            <a:avLst/>
            <a:gdLst/>
            <a:ahLst/>
            <a:cxnLst/>
            <a:rect l="l" t="t" r="r" b="b"/>
            <a:pathLst>
              <a:path w="12019" h="245029">
                <a:moveTo>
                  <a:pt x="3970" y="232767"/>
                </a:moveTo>
                <a:lnTo>
                  <a:pt x="3970" y="245029"/>
                </a:lnTo>
                <a:lnTo>
                  <a:pt x="12019" y="245029"/>
                </a:lnTo>
                <a:lnTo>
                  <a:pt x="12019" y="0"/>
                </a:lnTo>
                <a:lnTo>
                  <a:pt x="3970" y="0"/>
                </a:lnTo>
                <a:lnTo>
                  <a:pt x="3970" y="20401"/>
                </a:lnTo>
                <a:lnTo>
                  <a:pt x="7512" y="77155"/>
                </a:lnTo>
                <a:lnTo>
                  <a:pt x="8048" y="163425"/>
                </a:lnTo>
                <a:lnTo>
                  <a:pt x="0" y="187841"/>
                </a:lnTo>
                <a:lnTo>
                  <a:pt x="3970" y="232767"/>
                </a:lnTo>
                <a:lnTo>
                  <a:pt x="3970" y="241014"/>
                </a:lnTo>
                <a:lnTo>
                  <a:pt x="3970" y="2327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5037289" y="3225624"/>
            <a:ext cx="16097" cy="352135"/>
          </a:xfrm>
          <a:custGeom>
            <a:avLst/>
            <a:gdLst/>
            <a:ahLst/>
            <a:cxnLst/>
            <a:rect l="l" t="t" r="r" b="b"/>
            <a:pathLst>
              <a:path w="16097" h="352135">
                <a:moveTo>
                  <a:pt x="8048" y="263335"/>
                </a:moveTo>
                <a:lnTo>
                  <a:pt x="16097" y="255121"/>
                </a:lnTo>
                <a:lnTo>
                  <a:pt x="16097" y="188818"/>
                </a:lnTo>
                <a:lnTo>
                  <a:pt x="4077" y="188818"/>
                </a:lnTo>
                <a:lnTo>
                  <a:pt x="12019" y="164293"/>
                </a:lnTo>
                <a:lnTo>
                  <a:pt x="16097" y="176555"/>
                </a:lnTo>
                <a:lnTo>
                  <a:pt x="16097" y="0"/>
                </a:lnTo>
                <a:lnTo>
                  <a:pt x="11590" y="78023"/>
                </a:lnTo>
                <a:lnTo>
                  <a:pt x="8048" y="86704"/>
                </a:lnTo>
                <a:lnTo>
                  <a:pt x="0" y="89851"/>
                </a:lnTo>
                <a:lnTo>
                  <a:pt x="0" y="348119"/>
                </a:lnTo>
                <a:lnTo>
                  <a:pt x="0" y="339872"/>
                </a:lnTo>
                <a:lnTo>
                  <a:pt x="0" y="352135"/>
                </a:lnTo>
                <a:lnTo>
                  <a:pt x="8048" y="352135"/>
                </a:lnTo>
                <a:lnTo>
                  <a:pt x="0" y="176555"/>
                </a:lnTo>
                <a:lnTo>
                  <a:pt x="0" y="168417"/>
                </a:lnTo>
                <a:lnTo>
                  <a:pt x="0" y="176555"/>
                </a:lnTo>
                <a:lnTo>
                  <a:pt x="4507" y="266949"/>
                </a:lnTo>
                <a:lnTo>
                  <a:pt x="8048" y="258268"/>
                </a:lnTo>
                <a:lnTo>
                  <a:pt x="8048" y="2633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5021299" y="3410318"/>
            <a:ext cx="12019" cy="143024"/>
          </a:xfrm>
          <a:custGeom>
            <a:avLst/>
            <a:gdLst/>
            <a:ahLst/>
            <a:cxnLst/>
            <a:rect l="l" t="t" r="r" b="b"/>
            <a:pathLst>
              <a:path w="12019" h="143024">
                <a:moveTo>
                  <a:pt x="11482" y="56753"/>
                </a:moveTo>
                <a:lnTo>
                  <a:pt x="7941" y="0"/>
                </a:lnTo>
                <a:lnTo>
                  <a:pt x="7941" y="60368"/>
                </a:lnTo>
                <a:lnTo>
                  <a:pt x="0" y="68473"/>
                </a:lnTo>
                <a:lnTo>
                  <a:pt x="7941" y="65435"/>
                </a:lnTo>
                <a:lnTo>
                  <a:pt x="12019" y="143024"/>
                </a:lnTo>
                <a:lnTo>
                  <a:pt x="11482" y="567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5085474" y="2841727"/>
            <a:ext cx="7941" cy="57078"/>
          </a:xfrm>
          <a:custGeom>
            <a:avLst/>
            <a:gdLst/>
            <a:ahLst/>
            <a:cxnLst/>
            <a:rect l="l" t="t" r="r" b="b"/>
            <a:pathLst>
              <a:path w="7941" h="57078">
                <a:moveTo>
                  <a:pt x="3434" y="53573"/>
                </a:moveTo>
                <a:lnTo>
                  <a:pt x="7941" y="0"/>
                </a:lnTo>
                <a:lnTo>
                  <a:pt x="0" y="8105"/>
                </a:lnTo>
                <a:lnTo>
                  <a:pt x="0" y="57078"/>
                </a:lnTo>
                <a:lnTo>
                  <a:pt x="3434" y="535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5093415" y="2769205"/>
            <a:ext cx="40136" cy="151597"/>
          </a:xfrm>
          <a:custGeom>
            <a:avLst/>
            <a:gdLst/>
            <a:ahLst/>
            <a:cxnLst/>
            <a:rect l="l" t="t" r="r" b="b"/>
            <a:pathLst>
              <a:path w="40136" h="151597">
                <a:moveTo>
                  <a:pt x="8048" y="20401"/>
                </a:moveTo>
                <a:lnTo>
                  <a:pt x="8048" y="32663"/>
                </a:lnTo>
                <a:lnTo>
                  <a:pt x="0" y="32663"/>
                </a:lnTo>
                <a:lnTo>
                  <a:pt x="0" y="77589"/>
                </a:lnTo>
                <a:lnTo>
                  <a:pt x="3541" y="68907"/>
                </a:lnTo>
                <a:lnTo>
                  <a:pt x="0" y="77589"/>
                </a:lnTo>
                <a:lnTo>
                  <a:pt x="4507" y="151597"/>
                </a:lnTo>
                <a:lnTo>
                  <a:pt x="8048" y="142915"/>
                </a:lnTo>
                <a:lnTo>
                  <a:pt x="8048" y="44925"/>
                </a:lnTo>
                <a:lnTo>
                  <a:pt x="12126" y="57188"/>
                </a:lnTo>
                <a:lnTo>
                  <a:pt x="24145" y="44925"/>
                </a:lnTo>
                <a:lnTo>
                  <a:pt x="32087" y="57188"/>
                </a:lnTo>
                <a:lnTo>
                  <a:pt x="32087" y="24524"/>
                </a:lnTo>
                <a:lnTo>
                  <a:pt x="40136" y="24524"/>
                </a:lnTo>
                <a:lnTo>
                  <a:pt x="32087" y="8138"/>
                </a:lnTo>
                <a:lnTo>
                  <a:pt x="28116" y="8138"/>
                </a:lnTo>
                <a:lnTo>
                  <a:pt x="32087" y="12262"/>
                </a:lnTo>
                <a:lnTo>
                  <a:pt x="32087" y="20401"/>
                </a:lnTo>
                <a:lnTo>
                  <a:pt x="32087" y="12262"/>
                </a:lnTo>
                <a:lnTo>
                  <a:pt x="28116" y="8138"/>
                </a:lnTo>
                <a:lnTo>
                  <a:pt x="20068" y="24524"/>
                </a:lnTo>
                <a:lnTo>
                  <a:pt x="20068" y="32663"/>
                </a:lnTo>
                <a:lnTo>
                  <a:pt x="8048" y="36678"/>
                </a:lnTo>
                <a:lnTo>
                  <a:pt x="20068" y="32663"/>
                </a:lnTo>
                <a:lnTo>
                  <a:pt x="8048" y="0"/>
                </a:lnTo>
                <a:lnTo>
                  <a:pt x="8048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5077425" y="2814130"/>
            <a:ext cx="48077" cy="269988"/>
          </a:xfrm>
          <a:custGeom>
            <a:avLst/>
            <a:gdLst/>
            <a:ahLst/>
            <a:cxnLst/>
            <a:rect l="l" t="t" r="r" b="b"/>
            <a:pathLst>
              <a:path w="48077" h="269988">
                <a:moveTo>
                  <a:pt x="32087" y="45902"/>
                </a:moveTo>
                <a:lnTo>
                  <a:pt x="40136" y="37763"/>
                </a:lnTo>
                <a:lnTo>
                  <a:pt x="32087" y="40802"/>
                </a:lnTo>
                <a:lnTo>
                  <a:pt x="28545" y="49483"/>
                </a:lnTo>
                <a:lnTo>
                  <a:pt x="40136" y="12262"/>
                </a:lnTo>
                <a:lnTo>
                  <a:pt x="40136" y="8138"/>
                </a:lnTo>
                <a:lnTo>
                  <a:pt x="40136" y="12262"/>
                </a:lnTo>
                <a:lnTo>
                  <a:pt x="48077" y="12262"/>
                </a:lnTo>
                <a:lnTo>
                  <a:pt x="40136" y="0"/>
                </a:lnTo>
                <a:lnTo>
                  <a:pt x="28116" y="12262"/>
                </a:lnTo>
                <a:lnTo>
                  <a:pt x="24038" y="0"/>
                </a:lnTo>
                <a:lnTo>
                  <a:pt x="24038" y="97990"/>
                </a:lnTo>
                <a:lnTo>
                  <a:pt x="20497" y="106671"/>
                </a:lnTo>
                <a:lnTo>
                  <a:pt x="15990" y="32663"/>
                </a:lnTo>
                <a:lnTo>
                  <a:pt x="15990" y="27596"/>
                </a:lnTo>
                <a:lnTo>
                  <a:pt x="11482" y="81170"/>
                </a:lnTo>
                <a:lnTo>
                  <a:pt x="8048" y="84675"/>
                </a:lnTo>
                <a:lnTo>
                  <a:pt x="0" y="92889"/>
                </a:lnTo>
                <a:lnTo>
                  <a:pt x="0" y="163316"/>
                </a:lnTo>
                <a:lnTo>
                  <a:pt x="3541" y="171021"/>
                </a:lnTo>
                <a:lnTo>
                  <a:pt x="0" y="179702"/>
                </a:lnTo>
                <a:lnTo>
                  <a:pt x="4507" y="269988"/>
                </a:lnTo>
                <a:lnTo>
                  <a:pt x="8048" y="261307"/>
                </a:lnTo>
                <a:lnTo>
                  <a:pt x="8048" y="89851"/>
                </a:lnTo>
                <a:lnTo>
                  <a:pt x="12555" y="196522"/>
                </a:lnTo>
                <a:lnTo>
                  <a:pt x="15990" y="187841"/>
                </a:lnTo>
                <a:lnTo>
                  <a:pt x="24038" y="184694"/>
                </a:lnTo>
                <a:lnTo>
                  <a:pt x="24038" y="103057"/>
                </a:lnTo>
                <a:lnTo>
                  <a:pt x="32087" y="94843"/>
                </a:lnTo>
                <a:lnTo>
                  <a:pt x="32087" y="459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5105971" y="2826393"/>
            <a:ext cx="11590" cy="37221"/>
          </a:xfrm>
          <a:custGeom>
            <a:avLst/>
            <a:gdLst/>
            <a:ahLst/>
            <a:cxnLst/>
            <a:rect l="l" t="t" r="r" b="b"/>
            <a:pathLst>
              <a:path w="11590" h="37221">
                <a:moveTo>
                  <a:pt x="11590" y="0"/>
                </a:moveTo>
                <a:lnTo>
                  <a:pt x="0" y="37221"/>
                </a:lnTo>
                <a:lnTo>
                  <a:pt x="3541" y="28539"/>
                </a:lnTo>
                <a:lnTo>
                  <a:pt x="11590" y="25501"/>
                </a:lnTo>
                <a:lnTo>
                  <a:pt x="115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5125503" y="2752819"/>
            <a:ext cx="32087" cy="65326"/>
          </a:xfrm>
          <a:custGeom>
            <a:avLst/>
            <a:gdLst/>
            <a:ahLst/>
            <a:cxnLst/>
            <a:rect l="l" t="t" r="r" b="b"/>
            <a:pathLst>
              <a:path w="32087" h="65326">
                <a:moveTo>
                  <a:pt x="12019" y="16385"/>
                </a:moveTo>
                <a:lnTo>
                  <a:pt x="24145" y="0"/>
                </a:lnTo>
                <a:lnTo>
                  <a:pt x="4077" y="0"/>
                </a:lnTo>
                <a:lnTo>
                  <a:pt x="0" y="12262"/>
                </a:lnTo>
                <a:lnTo>
                  <a:pt x="0" y="20473"/>
                </a:lnTo>
                <a:lnTo>
                  <a:pt x="4077" y="24524"/>
                </a:lnTo>
                <a:lnTo>
                  <a:pt x="8048" y="24524"/>
                </a:lnTo>
                <a:lnTo>
                  <a:pt x="20068" y="40910"/>
                </a:lnTo>
                <a:lnTo>
                  <a:pt x="24145" y="28648"/>
                </a:lnTo>
                <a:lnTo>
                  <a:pt x="24145" y="20401"/>
                </a:lnTo>
                <a:lnTo>
                  <a:pt x="24145" y="28648"/>
                </a:lnTo>
                <a:lnTo>
                  <a:pt x="20068" y="40910"/>
                </a:lnTo>
                <a:lnTo>
                  <a:pt x="8048" y="36786"/>
                </a:lnTo>
                <a:lnTo>
                  <a:pt x="8048" y="40910"/>
                </a:lnTo>
                <a:lnTo>
                  <a:pt x="16097" y="53064"/>
                </a:lnTo>
                <a:lnTo>
                  <a:pt x="28116" y="65326"/>
                </a:lnTo>
                <a:lnTo>
                  <a:pt x="32087" y="53064"/>
                </a:lnTo>
                <a:lnTo>
                  <a:pt x="32087" y="16385"/>
                </a:lnTo>
                <a:lnTo>
                  <a:pt x="12019" y="16385"/>
                </a:lnTo>
                <a:lnTo>
                  <a:pt x="12019" y="24524"/>
                </a:lnTo>
                <a:lnTo>
                  <a:pt x="8048" y="20473"/>
                </a:lnTo>
                <a:lnTo>
                  <a:pt x="4024" y="16367"/>
                </a:lnTo>
                <a:lnTo>
                  <a:pt x="0" y="20401"/>
                </a:lnTo>
                <a:lnTo>
                  <a:pt x="4024" y="16367"/>
                </a:lnTo>
                <a:lnTo>
                  <a:pt x="8048" y="12262"/>
                </a:lnTo>
                <a:lnTo>
                  <a:pt x="12019" y="16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5101464" y="2769205"/>
            <a:ext cx="44106" cy="32663"/>
          </a:xfrm>
          <a:custGeom>
            <a:avLst/>
            <a:gdLst/>
            <a:ahLst/>
            <a:cxnLst/>
            <a:rect l="l" t="t" r="r" b="b"/>
            <a:pathLst>
              <a:path w="44106" h="32663">
                <a:moveTo>
                  <a:pt x="0" y="0"/>
                </a:moveTo>
                <a:lnTo>
                  <a:pt x="12019" y="32663"/>
                </a:lnTo>
                <a:lnTo>
                  <a:pt x="12019" y="24524"/>
                </a:lnTo>
                <a:lnTo>
                  <a:pt x="20068" y="8138"/>
                </a:lnTo>
                <a:lnTo>
                  <a:pt x="24038" y="8138"/>
                </a:lnTo>
                <a:lnTo>
                  <a:pt x="32087" y="24524"/>
                </a:lnTo>
                <a:lnTo>
                  <a:pt x="32087" y="20401"/>
                </a:lnTo>
                <a:lnTo>
                  <a:pt x="44106" y="24524"/>
                </a:lnTo>
                <a:lnTo>
                  <a:pt x="32087" y="8138"/>
                </a:lnTo>
                <a:lnTo>
                  <a:pt x="32087" y="12262"/>
                </a:lnTo>
                <a:lnTo>
                  <a:pt x="32087" y="8138"/>
                </a:lnTo>
                <a:lnTo>
                  <a:pt x="28116" y="8138"/>
                </a:lnTo>
                <a:lnTo>
                  <a:pt x="24038" y="4087"/>
                </a:lnTo>
                <a:lnTo>
                  <a:pt x="20068" y="0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5129527" y="2765081"/>
            <a:ext cx="7994" cy="12262"/>
          </a:xfrm>
          <a:custGeom>
            <a:avLst/>
            <a:gdLst/>
            <a:ahLst/>
            <a:cxnLst/>
            <a:rect l="l" t="t" r="r" b="b"/>
            <a:pathLst>
              <a:path w="7994" h="12262">
                <a:moveTo>
                  <a:pt x="7994" y="4123"/>
                </a:moveTo>
                <a:lnTo>
                  <a:pt x="4024" y="0"/>
                </a:lnTo>
                <a:lnTo>
                  <a:pt x="4024" y="8138"/>
                </a:lnTo>
                <a:lnTo>
                  <a:pt x="4024" y="0"/>
                </a:lnTo>
                <a:lnTo>
                  <a:pt x="0" y="4105"/>
                </a:lnTo>
                <a:lnTo>
                  <a:pt x="4024" y="8211"/>
                </a:lnTo>
                <a:lnTo>
                  <a:pt x="7994" y="12262"/>
                </a:lnTo>
                <a:lnTo>
                  <a:pt x="7994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5133551" y="2793729"/>
            <a:ext cx="32087" cy="110252"/>
          </a:xfrm>
          <a:custGeom>
            <a:avLst/>
            <a:gdLst/>
            <a:ahLst/>
            <a:cxnLst/>
            <a:rect l="l" t="t" r="r" b="b"/>
            <a:pathLst>
              <a:path w="32087" h="110252">
                <a:moveTo>
                  <a:pt x="0" y="0"/>
                </a:moveTo>
                <a:lnTo>
                  <a:pt x="0" y="24416"/>
                </a:lnTo>
                <a:lnTo>
                  <a:pt x="8048" y="24416"/>
                </a:lnTo>
                <a:lnTo>
                  <a:pt x="8048" y="20401"/>
                </a:lnTo>
                <a:lnTo>
                  <a:pt x="8048" y="65326"/>
                </a:lnTo>
                <a:lnTo>
                  <a:pt x="16097" y="65326"/>
                </a:lnTo>
                <a:lnTo>
                  <a:pt x="24038" y="110252"/>
                </a:lnTo>
                <a:lnTo>
                  <a:pt x="28116" y="65326"/>
                </a:lnTo>
                <a:lnTo>
                  <a:pt x="20068" y="40802"/>
                </a:lnTo>
                <a:lnTo>
                  <a:pt x="32087" y="40802"/>
                </a:lnTo>
                <a:lnTo>
                  <a:pt x="24038" y="4015"/>
                </a:lnTo>
                <a:lnTo>
                  <a:pt x="32087" y="40802"/>
                </a:lnTo>
                <a:lnTo>
                  <a:pt x="32087" y="0"/>
                </a:lnTo>
                <a:lnTo>
                  <a:pt x="24038" y="0"/>
                </a:lnTo>
                <a:lnTo>
                  <a:pt x="24038" y="12153"/>
                </a:lnTo>
                <a:lnTo>
                  <a:pt x="20068" y="24416"/>
                </a:lnTo>
                <a:lnTo>
                  <a:pt x="16097" y="53064"/>
                </a:lnTo>
                <a:lnTo>
                  <a:pt x="16097" y="61203"/>
                </a:lnTo>
                <a:lnTo>
                  <a:pt x="16097" y="53064"/>
                </a:lnTo>
                <a:lnTo>
                  <a:pt x="20068" y="24416"/>
                </a:lnTo>
                <a:lnTo>
                  <a:pt x="8048" y="1215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5109513" y="2752819"/>
            <a:ext cx="20068" cy="28648"/>
          </a:xfrm>
          <a:custGeom>
            <a:avLst/>
            <a:gdLst/>
            <a:ahLst/>
            <a:cxnLst/>
            <a:rect l="l" t="t" r="r" b="b"/>
            <a:pathLst>
              <a:path w="20068" h="28648">
                <a:moveTo>
                  <a:pt x="12019" y="16385"/>
                </a:moveTo>
                <a:lnTo>
                  <a:pt x="15990" y="20473"/>
                </a:lnTo>
                <a:lnTo>
                  <a:pt x="15990" y="12262"/>
                </a:lnTo>
                <a:lnTo>
                  <a:pt x="20068" y="0"/>
                </a:lnTo>
                <a:lnTo>
                  <a:pt x="0" y="0"/>
                </a:lnTo>
                <a:lnTo>
                  <a:pt x="0" y="28648"/>
                </a:lnTo>
                <a:lnTo>
                  <a:pt x="12019" y="16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5149649" y="2834531"/>
            <a:ext cx="26614" cy="130653"/>
          </a:xfrm>
          <a:custGeom>
            <a:avLst/>
            <a:gdLst/>
            <a:ahLst/>
            <a:cxnLst/>
            <a:rect l="l" t="t" r="r" b="b"/>
            <a:pathLst>
              <a:path w="26614" h="130653">
                <a:moveTo>
                  <a:pt x="0" y="24524"/>
                </a:moveTo>
                <a:lnTo>
                  <a:pt x="0" y="66303"/>
                </a:lnTo>
                <a:lnTo>
                  <a:pt x="7941" y="74483"/>
                </a:lnTo>
                <a:lnTo>
                  <a:pt x="11482" y="78131"/>
                </a:lnTo>
                <a:lnTo>
                  <a:pt x="13414" y="130653"/>
                </a:lnTo>
                <a:lnTo>
                  <a:pt x="26614" y="130653"/>
                </a:lnTo>
                <a:lnTo>
                  <a:pt x="20497" y="52630"/>
                </a:lnTo>
                <a:lnTo>
                  <a:pt x="24038" y="0"/>
                </a:lnTo>
                <a:lnTo>
                  <a:pt x="3970" y="0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12262"/>
                </a:lnTo>
                <a:lnTo>
                  <a:pt x="12019" y="24524"/>
                </a:lnTo>
                <a:lnTo>
                  <a:pt x="7941" y="69450"/>
                </a:lnTo>
                <a:lnTo>
                  <a:pt x="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5170146" y="2834531"/>
            <a:ext cx="11590" cy="130653"/>
          </a:xfrm>
          <a:custGeom>
            <a:avLst/>
            <a:gdLst/>
            <a:ahLst/>
            <a:cxnLst/>
            <a:rect l="l" t="t" r="r" b="b"/>
            <a:pathLst>
              <a:path w="11590" h="130653">
                <a:moveTo>
                  <a:pt x="11590" y="64350"/>
                </a:moveTo>
                <a:lnTo>
                  <a:pt x="3541" y="56211"/>
                </a:lnTo>
                <a:lnTo>
                  <a:pt x="3541" y="61203"/>
                </a:lnTo>
                <a:lnTo>
                  <a:pt x="3541" y="0"/>
                </a:lnTo>
                <a:lnTo>
                  <a:pt x="0" y="52630"/>
                </a:lnTo>
                <a:lnTo>
                  <a:pt x="6116" y="130653"/>
                </a:lnTo>
                <a:lnTo>
                  <a:pt x="11590" y="125227"/>
                </a:lnTo>
                <a:lnTo>
                  <a:pt x="11590" y="643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5157590" y="2909015"/>
            <a:ext cx="5473" cy="56169"/>
          </a:xfrm>
          <a:custGeom>
            <a:avLst/>
            <a:gdLst/>
            <a:ahLst/>
            <a:cxnLst/>
            <a:rect l="l" t="t" r="r" b="b"/>
            <a:pathLst>
              <a:path w="5473" h="56169">
                <a:moveTo>
                  <a:pt x="5473" y="56169"/>
                </a:moveTo>
                <a:lnTo>
                  <a:pt x="3541" y="3647"/>
                </a:lnTo>
                <a:lnTo>
                  <a:pt x="0" y="0"/>
                </a:lnTo>
                <a:lnTo>
                  <a:pt x="0" y="50743"/>
                </a:lnTo>
                <a:lnTo>
                  <a:pt x="5473" y="561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5137522" y="2752819"/>
            <a:ext cx="12126" cy="16385"/>
          </a:xfrm>
          <a:custGeom>
            <a:avLst/>
            <a:gdLst/>
            <a:ahLst/>
            <a:cxnLst/>
            <a:rect l="l" t="t" r="r" b="b"/>
            <a:pathLst>
              <a:path w="12126" h="16385">
                <a:moveTo>
                  <a:pt x="12126" y="0"/>
                </a:moveTo>
                <a:lnTo>
                  <a:pt x="0" y="16385"/>
                </a:lnTo>
                <a:lnTo>
                  <a:pt x="12126" y="16385"/>
                </a:lnTo>
                <a:lnTo>
                  <a:pt x="1212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5061328" y="3149011"/>
            <a:ext cx="10731" cy="77589"/>
          </a:xfrm>
          <a:custGeom>
            <a:avLst/>
            <a:gdLst/>
            <a:ahLst/>
            <a:cxnLst/>
            <a:rect l="l" t="t" r="r" b="b"/>
            <a:pathLst>
              <a:path w="10731" h="77589">
                <a:moveTo>
                  <a:pt x="4077" y="12262"/>
                </a:moveTo>
                <a:lnTo>
                  <a:pt x="0" y="0"/>
                </a:lnTo>
                <a:lnTo>
                  <a:pt x="4077" y="77589"/>
                </a:lnTo>
                <a:lnTo>
                  <a:pt x="10731" y="77589"/>
                </a:lnTo>
                <a:lnTo>
                  <a:pt x="4077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5061328" y="2988733"/>
            <a:ext cx="16097" cy="160278"/>
          </a:xfrm>
          <a:custGeom>
            <a:avLst/>
            <a:gdLst/>
            <a:ahLst/>
            <a:cxnLst/>
            <a:rect l="l" t="t" r="r" b="b"/>
            <a:pathLst>
              <a:path w="16097" h="160278">
                <a:moveTo>
                  <a:pt x="12126" y="148016"/>
                </a:moveTo>
                <a:lnTo>
                  <a:pt x="16097" y="160278"/>
                </a:lnTo>
                <a:lnTo>
                  <a:pt x="16097" y="0"/>
                </a:lnTo>
                <a:lnTo>
                  <a:pt x="11590" y="69884"/>
                </a:lnTo>
                <a:lnTo>
                  <a:pt x="8048" y="78565"/>
                </a:lnTo>
                <a:lnTo>
                  <a:pt x="8048" y="73498"/>
                </a:lnTo>
                <a:lnTo>
                  <a:pt x="0" y="81712"/>
                </a:lnTo>
                <a:lnTo>
                  <a:pt x="0" y="135753"/>
                </a:lnTo>
                <a:lnTo>
                  <a:pt x="12126" y="1480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5069377" y="2988733"/>
            <a:ext cx="8048" cy="78565"/>
          </a:xfrm>
          <a:custGeom>
            <a:avLst/>
            <a:gdLst/>
            <a:ahLst/>
            <a:cxnLst/>
            <a:rect l="l" t="t" r="r" b="b"/>
            <a:pathLst>
              <a:path w="8048" h="78565">
                <a:moveTo>
                  <a:pt x="3541" y="69884"/>
                </a:moveTo>
                <a:lnTo>
                  <a:pt x="8048" y="0"/>
                </a:lnTo>
                <a:lnTo>
                  <a:pt x="0" y="8138"/>
                </a:lnTo>
                <a:lnTo>
                  <a:pt x="0" y="78565"/>
                </a:lnTo>
                <a:lnTo>
                  <a:pt x="3541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5053387" y="2903982"/>
            <a:ext cx="48077" cy="322618"/>
          </a:xfrm>
          <a:custGeom>
            <a:avLst/>
            <a:gdLst/>
            <a:ahLst/>
            <a:cxnLst/>
            <a:rect l="l" t="t" r="r" b="b"/>
            <a:pathLst>
              <a:path w="48077" h="322618">
                <a:moveTo>
                  <a:pt x="40028" y="103133"/>
                </a:moveTo>
                <a:lnTo>
                  <a:pt x="48077" y="94843"/>
                </a:lnTo>
                <a:lnTo>
                  <a:pt x="40028" y="97990"/>
                </a:lnTo>
                <a:lnTo>
                  <a:pt x="36594" y="106671"/>
                </a:lnTo>
                <a:lnTo>
                  <a:pt x="32087" y="0"/>
                </a:lnTo>
                <a:lnTo>
                  <a:pt x="32087" y="171455"/>
                </a:lnTo>
                <a:lnTo>
                  <a:pt x="28545" y="180136"/>
                </a:lnTo>
                <a:lnTo>
                  <a:pt x="24038" y="89851"/>
                </a:lnTo>
                <a:lnTo>
                  <a:pt x="27580" y="81170"/>
                </a:lnTo>
                <a:lnTo>
                  <a:pt x="24038" y="73465"/>
                </a:lnTo>
                <a:lnTo>
                  <a:pt x="24038" y="253168"/>
                </a:lnTo>
                <a:lnTo>
                  <a:pt x="24038" y="245029"/>
                </a:lnTo>
                <a:lnTo>
                  <a:pt x="20068" y="232767"/>
                </a:lnTo>
                <a:lnTo>
                  <a:pt x="7941" y="236890"/>
                </a:lnTo>
                <a:lnTo>
                  <a:pt x="20068" y="232767"/>
                </a:lnTo>
                <a:lnTo>
                  <a:pt x="7941" y="220504"/>
                </a:lnTo>
                <a:lnTo>
                  <a:pt x="7941" y="232767"/>
                </a:lnTo>
                <a:lnTo>
                  <a:pt x="0" y="232767"/>
                </a:lnTo>
                <a:lnTo>
                  <a:pt x="0" y="317084"/>
                </a:lnTo>
                <a:lnTo>
                  <a:pt x="5365" y="322618"/>
                </a:lnTo>
                <a:lnTo>
                  <a:pt x="12019" y="322618"/>
                </a:lnTo>
                <a:lnTo>
                  <a:pt x="7941" y="245029"/>
                </a:lnTo>
                <a:lnTo>
                  <a:pt x="12019" y="257291"/>
                </a:lnTo>
                <a:lnTo>
                  <a:pt x="18672" y="322618"/>
                </a:lnTo>
                <a:lnTo>
                  <a:pt x="24038" y="317084"/>
                </a:lnTo>
                <a:lnTo>
                  <a:pt x="24038" y="257291"/>
                </a:lnTo>
                <a:lnTo>
                  <a:pt x="32087" y="257291"/>
                </a:lnTo>
                <a:lnTo>
                  <a:pt x="32087" y="176522"/>
                </a:lnTo>
                <a:lnTo>
                  <a:pt x="40028" y="168417"/>
                </a:lnTo>
                <a:lnTo>
                  <a:pt x="40028" y="1031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5245911" y="3659472"/>
            <a:ext cx="42711" cy="57188"/>
          </a:xfrm>
          <a:custGeom>
            <a:avLst/>
            <a:gdLst/>
            <a:ahLst/>
            <a:cxnLst/>
            <a:rect l="l" t="t" r="r" b="b"/>
            <a:pathLst>
              <a:path w="42711" h="57188">
                <a:moveTo>
                  <a:pt x="0" y="0"/>
                </a:moveTo>
                <a:lnTo>
                  <a:pt x="0" y="24524"/>
                </a:lnTo>
                <a:lnTo>
                  <a:pt x="7941" y="24524"/>
                </a:lnTo>
                <a:lnTo>
                  <a:pt x="7941" y="20401"/>
                </a:lnTo>
                <a:lnTo>
                  <a:pt x="7941" y="49049"/>
                </a:lnTo>
                <a:lnTo>
                  <a:pt x="15990" y="49049"/>
                </a:lnTo>
                <a:lnTo>
                  <a:pt x="15990" y="57188"/>
                </a:lnTo>
                <a:lnTo>
                  <a:pt x="42711" y="57188"/>
                </a:lnTo>
                <a:lnTo>
                  <a:pt x="40028" y="44925"/>
                </a:lnTo>
                <a:lnTo>
                  <a:pt x="32087" y="36786"/>
                </a:lnTo>
                <a:lnTo>
                  <a:pt x="40028" y="44925"/>
                </a:lnTo>
                <a:lnTo>
                  <a:pt x="40028" y="24524"/>
                </a:lnTo>
                <a:lnTo>
                  <a:pt x="36058" y="32663"/>
                </a:lnTo>
                <a:lnTo>
                  <a:pt x="32087" y="28648"/>
                </a:lnTo>
                <a:lnTo>
                  <a:pt x="32087" y="32663"/>
                </a:lnTo>
                <a:lnTo>
                  <a:pt x="28009" y="32663"/>
                </a:lnTo>
                <a:lnTo>
                  <a:pt x="28009" y="49049"/>
                </a:lnTo>
                <a:lnTo>
                  <a:pt x="15990" y="36786"/>
                </a:lnTo>
                <a:lnTo>
                  <a:pt x="19960" y="24524"/>
                </a:lnTo>
                <a:lnTo>
                  <a:pt x="7941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5261901" y="3659472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16097" y="24524"/>
                </a:moveTo>
                <a:lnTo>
                  <a:pt x="16097" y="0"/>
                </a:lnTo>
                <a:lnTo>
                  <a:pt x="8048" y="0"/>
                </a:lnTo>
                <a:lnTo>
                  <a:pt x="8048" y="12262"/>
                </a:lnTo>
                <a:lnTo>
                  <a:pt x="3970" y="24524"/>
                </a:lnTo>
                <a:lnTo>
                  <a:pt x="0" y="36786"/>
                </a:lnTo>
                <a:lnTo>
                  <a:pt x="12019" y="49049"/>
                </a:lnTo>
                <a:lnTo>
                  <a:pt x="12019" y="32663"/>
                </a:lnTo>
                <a:lnTo>
                  <a:pt x="16097" y="32663"/>
                </a:lnTo>
                <a:lnTo>
                  <a:pt x="16097" y="28648"/>
                </a:lnTo>
                <a:lnTo>
                  <a:pt x="20068" y="32663"/>
                </a:lnTo>
                <a:lnTo>
                  <a:pt x="24038" y="24524"/>
                </a:lnTo>
                <a:lnTo>
                  <a:pt x="1609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5245911" y="3655348"/>
            <a:ext cx="24038" cy="28648"/>
          </a:xfrm>
          <a:custGeom>
            <a:avLst/>
            <a:gdLst/>
            <a:ahLst/>
            <a:cxnLst/>
            <a:rect l="l" t="t" r="r" b="b"/>
            <a:pathLst>
              <a:path w="24038" h="28648">
                <a:moveTo>
                  <a:pt x="12019" y="4123"/>
                </a:moveTo>
                <a:lnTo>
                  <a:pt x="0" y="0"/>
                </a:lnTo>
                <a:lnTo>
                  <a:pt x="0" y="4123"/>
                </a:lnTo>
                <a:lnTo>
                  <a:pt x="7941" y="16385"/>
                </a:lnTo>
                <a:lnTo>
                  <a:pt x="19960" y="28648"/>
                </a:lnTo>
                <a:lnTo>
                  <a:pt x="24038" y="16385"/>
                </a:lnTo>
                <a:lnTo>
                  <a:pt x="24038" y="4123"/>
                </a:lnTo>
                <a:lnTo>
                  <a:pt x="12019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5285940" y="3692135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12262"/>
                </a:moveTo>
                <a:lnTo>
                  <a:pt x="8048" y="5534"/>
                </a:lnTo>
                <a:lnTo>
                  <a:pt x="2682" y="0"/>
                </a:lnTo>
                <a:lnTo>
                  <a:pt x="0" y="0"/>
                </a:lnTo>
                <a:lnTo>
                  <a:pt x="0" y="12262"/>
                </a:lnTo>
                <a:lnTo>
                  <a:pt x="2682" y="24524"/>
                </a:lnTo>
                <a:lnTo>
                  <a:pt x="8048" y="18990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5189678" y="3128610"/>
            <a:ext cx="4077" cy="78023"/>
          </a:xfrm>
          <a:custGeom>
            <a:avLst/>
            <a:gdLst/>
            <a:ahLst/>
            <a:cxnLst/>
            <a:rect l="l" t="t" r="r" b="b"/>
            <a:pathLst>
              <a:path w="4077" h="78023">
                <a:moveTo>
                  <a:pt x="4077" y="0"/>
                </a:moveTo>
                <a:lnTo>
                  <a:pt x="0" y="69341"/>
                </a:lnTo>
                <a:lnTo>
                  <a:pt x="3541" y="78023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5173473" y="2939466"/>
            <a:ext cx="4721" cy="87030"/>
          </a:xfrm>
          <a:custGeom>
            <a:avLst/>
            <a:gdLst/>
            <a:ahLst/>
            <a:cxnLst/>
            <a:rect l="l" t="t" r="r" b="b"/>
            <a:pathLst>
              <a:path w="4721" h="87030">
                <a:moveTo>
                  <a:pt x="0" y="0"/>
                </a:moveTo>
                <a:lnTo>
                  <a:pt x="214" y="87030"/>
                </a:lnTo>
                <a:lnTo>
                  <a:pt x="4721" y="488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5156410" y="2939466"/>
            <a:ext cx="41316" cy="337126"/>
          </a:xfrm>
          <a:custGeom>
            <a:avLst/>
            <a:gdLst/>
            <a:ahLst/>
            <a:cxnLst/>
            <a:rect l="l" t="t" r="r" b="b"/>
            <a:pathLst>
              <a:path w="41316" h="337126">
                <a:moveTo>
                  <a:pt x="4721" y="22137"/>
                </a:moveTo>
                <a:lnTo>
                  <a:pt x="9229" y="26694"/>
                </a:lnTo>
                <a:lnTo>
                  <a:pt x="9229" y="21703"/>
                </a:lnTo>
                <a:lnTo>
                  <a:pt x="12770" y="30276"/>
                </a:lnTo>
                <a:lnTo>
                  <a:pt x="17277" y="92097"/>
                </a:lnTo>
                <a:lnTo>
                  <a:pt x="20819" y="95711"/>
                </a:lnTo>
                <a:lnTo>
                  <a:pt x="25326" y="189143"/>
                </a:lnTo>
                <a:lnTo>
                  <a:pt x="25326" y="185020"/>
                </a:lnTo>
                <a:lnTo>
                  <a:pt x="25326" y="255447"/>
                </a:lnTo>
                <a:lnTo>
                  <a:pt x="33267" y="263552"/>
                </a:lnTo>
                <a:lnTo>
                  <a:pt x="33267" y="328912"/>
                </a:lnTo>
                <a:lnTo>
                  <a:pt x="41316" y="337126"/>
                </a:lnTo>
                <a:lnTo>
                  <a:pt x="41316" y="164619"/>
                </a:lnTo>
                <a:lnTo>
                  <a:pt x="33267" y="78782"/>
                </a:lnTo>
                <a:lnTo>
                  <a:pt x="41316" y="164619"/>
                </a:lnTo>
                <a:lnTo>
                  <a:pt x="41316" y="81929"/>
                </a:lnTo>
                <a:lnTo>
                  <a:pt x="33267" y="73791"/>
                </a:lnTo>
                <a:lnTo>
                  <a:pt x="29726" y="70209"/>
                </a:lnTo>
                <a:lnTo>
                  <a:pt x="29297" y="164619"/>
                </a:lnTo>
                <a:lnTo>
                  <a:pt x="37345" y="189143"/>
                </a:lnTo>
                <a:lnTo>
                  <a:pt x="36809" y="267166"/>
                </a:lnTo>
                <a:lnTo>
                  <a:pt x="33267" y="258485"/>
                </a:lnTo>
                <a:lnTo>
                  <a:pt x="37345" y="189143"/>
                </a:lnTo>
                <a:lnTo>
                  <a:pt x="25326" y="176881"/>
                </a:lnTo>
                <a:lnTo>
                  <a:pt x="21785" y="4883"/>
                </a:lnTo>
                <a:lnTo>
                  <a:pt x="17277" y="87030"/>
                </a:lnTo>
                <a:lnTo>
                  <a:pt x="17063" y="0"/>
                </a:lnTo>
                <a:lnTo>
                  <a:pt x="9443" y="0"/>
                </a:lnTo>
                <a:lnTo>
                  <a:pt x="4721" y="4774"/>
                </a:lnTo>
                <a:lnTo>
                  <a:pt x="0" y="9657"/>
                </a:lnTo>
                <a:lnTo>
                  <a:pt x="0" y="17362"/>
                </a:lnTo>
                <a:lnTo>
                  <a:pt x="4721" y="221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5165639" y="2961170"/>
            <a:ext cx="8048" cy="70393"/>
          </a:xfrm>
          <a:custGeom>
            <a:avLst/>
            <a:gdLst/>
            <a:ahLst/>
            <a:cxnLst/>
            <a:rect l="l" t="t" r="r" b="b"/>
            <a:pathLst>
              <a:path w="8048" h="70393">
                <a:moveTo>
                  <a:pt x="8048" y="70393"/>
                </a:moveTo>
                <a:lnTo>
                  <a:pt x="3541" y="8572"/>
                </a:lnTo>
                <a:lnTo>
                  <a:pt x="0" y="0"/>
                </a:lnTo>
                <a:lnTo>
                  <a:pt x="0" y="62179"/>
                </a:lnTo>
                <a:lnTo>
                  <a:pt x="8048" y="703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5178195" y="2944350"/>
            <a:ext cx="15560" cy="184260"/>
          </a:xfrm>
          <a:custGeom>
            <a:avLst/>
            <a:gdLst/>
            <a:ahLst/>
            <a:cxnLst/>
            <a:rect l="l" t="t" r="r" b="b"/>
            <a:pathLst>
              <a:path w="15560" h="184260">
                <a:moveTo>
                  <a:pt x="11482" y="11719"/>
                </a:moveTo>
                <a:lnTo>
                  <a:pt x="0" y="0"/>
                </a:lnTo>
                <a:lnTo>
                  <a:pt x="3541" y="171998"/>
                </a:lnTo>
                <a:lnTo>
                  <a:pt x="15560" y="184260"/>
                </a:lnTo>
                <a:lnTo>
                  <a:pt x="7512" y="159735"/>
                </a:lnTo>
                <a:lnTo>
                  <a:pt x="7941" y="65326"/>
                </a:lnTo>
                <a:lnTo>
                  <a:pt x="11482" y="68907"/>
                </a:lnTo>
                <a:lnTo>
                  <a:pt x="11482" y="117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5173687" y="3031564"/>
            <a:ext cx="8048" cy="97046"/>
          </a:xfrm>
          <a:custGeom>
            <a:avLst/>
            <a:gdLst/>
            <a:ahLst/>
            <a:cxnLst/>
            <a:rect l="l" t="t" r="r" b="b"/>
            <a:pathLst>
              <a:path w="8048" h="97046">
                <a:moveTo>
                  <a:pt x="8048" y="97046"/>
                </a:moveTo>
                <a:lnTo>
                  <a:pt x="3541" y="3614"/>
                </a:lnTo>
                <a:lnTo>
                  <a:pt x="0" y="0"/>
                </a:lnTo>
                <a:lnTo>
                  <a:pt x="0" y="97046"/>
                </a:lnTo>
                <a:lnTo>
                  <a:pt x="8048" y="970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5197726" y="3104086"/>
            <a:ext cx="24038" cy="376626"/>
          </a:xfrm>
          <a:custGeom>
            <a:avLst/>
            <a:gdLst/>
            <a:ahLst/>
            <a:cxnLst/>
            <a:rect l="l" t="t" r="r" b="b"/>
            <a:pathLst>
              <a:path w="24038" h="376626">
                <a:moveTo>
                  <a:pt x="16097" y="322618"/>
                </a:moveTo>
                <a:lnTo>
                  <a:pt x="16097" y="368521"/>
                </a:lnTo>
                <a:lnTo>
                  <a:pt x="24038" y="376626"/>
                </a:lnTo>
                <a:lnTo>
                  <a:pt x="19531" y="323052"/>
                </a:lnTo>
                <a:lnTo>
                  <a:pt x="16097" y="159301"/>
                </a:lnTo>
                <a:lnTo>
                  <a:pt x="12555" y="150620"/>
                </a:lnTo>
                <a:lnTo>
                  <a:pt x="16097" y="154235"/>
                </a:lnTo>
                <a:lnTo>
                  <a:pt x="16097" y="88874"/>
                </a:lnTo>
                <a:lnTo>
                  <a:pt x="8048" y="80660"/>
                </a:lnTo>
                <a:lnTo>
                  <a:pt x="4507" y="77046"/>
                </a:lnTo>
                <a:lnTo>
                  <a:pt x="3541" y="176121"/>
                </a:lnTo>
                <a:lnTo>
                  <a:pt x="0" y="167440"/>
                </a:lnTo>
                <a:lnTo>
                  <a:pt x="3541" y="176121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237867"/>
                </a:lnTo>
                <a:lnTo>
                  <a:pt x="8048" y="246006"/>
                </a:lnTo>
                <a:lnTo>
                  <a:pt x="8048" y="85727"/>
                </a:lnTo>
                <a:lnTo>
                  <a:pt x="11590" y="249587"/>
                </a:lnTo>
                <a:lnTo>
                  <a:pt x="16097" y="319547"/>
                </a:lnTo>
                <a:lnTo>
                  <a:pt x="16097" y="314479"/>
                </a:lnTo>
                <a:lnTo>
                  <a:pt x="16097" y="3226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5197726" y="3104086"/>
            <a:ext cx="8048" cy="176121"/>
          </a:xfrm>
          <a:custGeom>
            <a:avLst/>
            <a:gdLst/>
            <a:ahLst/>
            <a:cxnLst/>
            <a:rect l="l" t="t" r="r" b="b"/>
            <a:pathLst>
              <a:path w="8048" h="176121">
                <a:moveTo>
                  <a:pt x="8048" y="0"/>
                </a:moveTo>
                <a:lnTo>
                  <a:pt x="0" y="0"/>
                </a:lnTo>
                <a:lnTo>
                  <a:pt x="3541" y="176121"/>
                </a:lnTo>
                <a:lnTo>
                  <a:pt x="4507" y="77046"/>
                </a:lnTo>
                <a:lnTo>
                  <a:pt x="8048" y="8066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5210282" y="3254706"/>
            <a:ext cx="19531" cy="307752"/>
          </a:xfrm>
          <a:custGeom>
            <a:avLst/>
            <a:gdLst/>
            <a:ahLst/>
            <a:cxnLst/>
            <a:rect l="l" t="t" r="r" b="b"/>
            <a:pathLst>
              <a:path w="19531" h="307752">
                <a:moveTo>
                  <a:pt x="0" y="0"/>
                </a:moveTo>
                <a:lnTo>
                  <a:pt x="3541" y="8681"/>
                </a:lnTo>
                <a:lnTo>
                  <a:pt x="6975" y="172432"/>
                </a:lnTo>
                <a:lnTo>
                  <a:pt x="11482" y="226005"/>
                </a:lnTo>
                <a:lnTo>
                  <a:pt x="11482" y="221047"/>
                </a:lnTo>
                <a:lnTo>
                  <a:pt x="11482" y="299613"/>
                </a:lnTo>
                <a:lnTo>
                  <a:pt x="19531" y="307752"/>
                </a:lnTo>
                <a:lnTo>
                  <a:pt x="15024" y="229620"/>
                </a:lnTo>
                <a:lnTo>
                  <a:pt x="11482" y="82146"/>
                </a:lnTo>
                <a:lnTo>
                  <a:pt x="7941" y="73465"/>
                </a:lnTo>
                <a:lnTo>
                  <a:pt x="11482" y="77046"/>
                </a:lnTo>
                <a:lnTo>
                  <a:pt x="11482" y="11719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5205775" y="3189813"/>
            <a:ext cx="8048" cy="233819"/>
          </a:xfrm>
          <a:custGeom>
            <a:avLst/>
            <a:gdLst/>
            <a:ahLst/>
            <a:cxnLst/>
            <a:rect l="l" t="t" r="r" b="b"/>
            <a:pathLst>
              <a:path w="8048" h="233819">
                <a:moveTo>
                  <a:pt x="0" y="0"/>
                </a:moveTo>
                <a:lnTo>
                  <a:pt x="0" y="225605"/>
                </a:lnTo>
                <a:lnTo>
                  <a:pt x="8048" y="233819"/>
                </a:lnTo>
                <a:lnTo>
                  <a:pt x="3541" y="163859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5218223" y="3328172"/>
            <a:ext cx="19638" cy="283302"/>
          </a:xfrm>
          <a:custGeom>
            <a:avLst/>
            <a:gdLst/>
            <a:ahLst/>
            <a:cxnLst/>
            <a:rect l="l" t="t" r="r" b="b"/>
            <a:pathLst>
              <a:path w="19638" h="283302">
                <a:moveTo>
                  <a:pt x="0" y="0"/>
                </a:moveTo>
                <a:lnTo>
                  <a:pt x="3541" y="8681"/>
                </a:lnTo>
                <a:lnTo>
                  <a:pt x="7082" y="156154"/>
                </a:lnTo>
                <a:lnTo>
                  <a:pt x="11590" y="234286"/>
                </a:lnTo>
                <a:lnTo>
                  <a:pt x="11590" y="229186"/>
                </a:lnTo>
                <a:lnTo>
                  <a:pt x="11590" y="275088"/>
                </a:lnTo>
                <a:lnTo>
                  <a:pt x="19638" y="283302"/>
                </a:lnTo>
                <a:lnTo>
                  <a:pt x="15131" y="237867"/>
                </a:lnTo>
                <a:lnTo>
                  <a:pt x="11590" y="82146"/>
                </a:lnTo>
                <a:lnTo>
                  <a:pt x="8048" y="73573"/>
                </a:lnTo>
                <a:lnTo>
                  <a:pt x="11590" y="77155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5226272" y="3401746"/>
            <a:ext cx="19638" cy="257726"/>
          </a:xfrm>
          <a:custGeom>
            <a:avLst/>
            <a:gdLst/>
            <a:ahLst/>
            <a:cxnLst/>
            <a:rect l="l" t="t" r="r" b="b"/>
            <a:pathLst>
              <a:path w="19638" h="257726">
                <a:moveTo>
                  <a:pt x="0" y="0"/>
                </a:moveTo>
                <a:lnTo>
                  <a:pt x="3541" y="8572"/>
                </a:lnTo>
                <a:lnTo>
                  <a:pt x="7082" y="164293"/>
                </a:lnTo>
                <a:lnTo>
                  <a:pt x="11589" y="209728"/>
                </a:lnTo>
                <a:lnTo>
                  <a:pt x="11590" y="204661"/>
                </a:lnTo>
                <a:lnTo>
                  <a:pt x="11590" y="257726"/>
                </a:lnTo>
                <a:lnTo>
                  <a:pt x="19638" y="257726"/>
                </a:lnTo>
                <a:lnTo>
                  <a:pt x="15131" y="213342"/>
                </a:lnTo>
                <a:lnTo>
                  <a:pt x="11590" y="65760"/>
                </a:lnTo>
                <a:lnTo>
                  <a:pt x="8048" y="57079"/>
                </a:lnTo>
                <a:lnTo>
                  <a:pt x="11589" y="60693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5234321" y="3458825"/>
            <a:ext cx="35628" cy="200646"/>
          </a:xfrm>
          <a:custGeom>
            <a:avLst/>
            <a:gdLst/>
            <a:ahLst/>
            <a:cxnLst/>
            <a:rect l="l" t="t" r="r" b="b"/>
            <a:pathLst>
              <a:path w="35628" h="200646">
                <a:moveTo>
                  <a:pt x="0" y="0"/>
                </a:moveTo>
                <a:lnTo>
                  <a:pt x="3541" y="8681"/>
                </a:lnTo>
                <a:lnTo>
                  <a:pt x="7082" y="156263"/>
                </a:lnTo>
                <a:lnTo>
                  <a:pt x="11590" y="200646"/>
                </a:lnTo>
                <a:lnTo>
                  <a:pt x="11590" y="196522"/>
                </a:lnTo>
                <a:lnTo>
                  <a:pt x="23609" y="200646"/>
                </a:lnTo>
                <a:lnTo>
                  <a:pt x="27580" y="188384"/>
                </a:lnTo>
                <a:lnTo>
                  <a:pt x="27580" y="180245"/>
                </a:lnTo>
                <a:lnTo>
                  <a:pt x="27580" y="188384"/>
                </a:lnTo>
                <a:lnTo>
                  <a:pt x="23609" y="200646"/>
                </a:lnTo>
                <a:lnTo>
                  <a:pt x="35628" y="200646"/>
                </a:lnTo>
                <a:lnTo>
                  <a:pt x="35628" y="176121"/>
                </a:lnTo>
                <a:lnTo>
                  <a:pt x="15560" y="176121"/>
                </a:lnTo>
                <a:lnTo>
                  <a:pt x="11590" y="188384"/>
                </a:lnTo>
                <a:lnTo>
                  <a:pt x="11590" y="90394"/>
                </a:lnTo>
                <a:lnTo>
                  <a:pt x="8048" y="81712"/>
                </a:lnTo>
                <a:lnTo>
                  <a:pt x="11590" y="85327"/>
                </a:lnTo>
                <a:lnTo>
                  <a:pt x="11590" y="11828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5242369" y="3540538"/>
            <a:ext cx="19531" cy="106671"/>
          </a:xfrm>
          <a:custGeom>
            <a:avLst/>
            <a:gdLst/>
            <a:ahLst/>
            <a:cxnLst/>
            <a:rect l="l" t="t" r="r" b="b"/>
            <a:pathLst>
              <a:path w="19531" h="106671">
                <a:moveTo>
                  <a:pt x="0" y="0"/>
                </a:moveTo>
                <a:lnTo>
                  <a:pt x="3541" y="8681"/>
                </a:lnTo>
                <a:lnTo>
                  <a:pt x="3541" y="106671"/>
                </a:lnTo>
                <a:lnTo>
                  <a:pt x="7512" y="94409"/>
                </a:lnTo>
                <a:lnTo>
                  <a:pt x="19531" y="94409"/>
                </a:lnTo>
                <a:lnTo>
                  <a:pt x="19531" y="60769"/>
                </a:lnTo>
                <a:lnTo>
                  <a:pt x="11482" y="52630"/>
                </a:lnTo>
                <a:lnTo>
                  <a:pt x="11482" y="11719"/>
                </a:lnTo>
                <a:lnTo>
                  <a:pt x="3541" y="3614"/>
                </a:lnTo>
                <a:lnTo>
                  <a:pt x="7941" y="49049"/>
                </a:lnTo>
                <a:lnTo>
                  <a:pt x="11482" y="57730"/>
                </a:lnTo>
                <a:lnTo>
                  <a:pt x="7941" y="49049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5314056" y="3438967"/>
            <a:ext cx="36058" cy="212366"/>
          </a:xfrm>
          <a:custGeom>
            <a:avLst/>
            <a:gdLst/>
            <a:ahLst/>
            <a:cxnLst/>
            <a:rect l="l" t="t" r="r" b="b"/>
            <a:pathLst>
              <a:path w="36058" h="212366">
                <a:moveTo>
                  <a:pt x="12019" y="159301"/>
                </a:moveTo>
                <a:lnTo>
                  <a:pt x="12019" y="39825"/>
                </a:lnTo>
                <a:lnTo>
                  <a:pt x="3970" y="47964"/>
                </a:lnTo>
                <a:lnTo>
                  <a:pt x="3970" y="61203"/>
                </a:lnTo>
                <a:lnTo>
                  <a:pt x="7512" y="101571"/>
                </a:lnTo>
                <a:lnTo>
                  <a:pt x="8048" y="147039"/>
                </a:lnTo>
                <a:lnTo>
                  <a:pt x="0" y="171455"/>
                </a:lnTo>
                <a:lnTo>
                  <a:pt x="3970" y="200103"/>
                </a:lnTo>
                <a:lnTo>
                  <a:pt x="3970" y="208242"/>
                </a:lnTo>
                <a:lnTo>
                  <a:pt x="3970" y="200103"/>
                </a:lnTo>
                <a:lnTo>
                  <a:pt x="3970" y="212366"/>
                </a:lnTo>
                <a:lnTo>
                  <a:pt x="12019" y="212366"/>
                </a:lnTo>
                <a:lnTo>
                  <a:pt x="12019" y="167440"/>
                </a:lnTo>
                <a:lnTo>
                  <a:pt x="20068" y="171455"/>
                </a:lnTo>
                <a:lnTo>
                  <a:pt x="20068" y="123457"/>
                </a:lnTo>
                <a:lnTo>
                  <a:pt x="28009" y="115352"/>
                </a:lnTo>
                <a:lnTo>
                  <a:pt x="28009" y="58240"/>
                </a:lnTo>
                <a:lnTo>
                  <a:pt x="36058" y="50025"/>
                </a:lnTo>
                <a:lnTo>
                  <a:pt x="36058" y="0"/>
                </a:lnTo>
                <a:lnTo>
                  <a:pt x="28009" y="53064"/>
                </a:lnTo>
                <a:lnTo>
                  <a:pt x="24575" y="61745"/>
                </a:lnTo>
                <a:lnTo>
                  <a:pt x="20068" y="118391"/>
                </a:lnTo>
                <a:lnTo>
                  <a:pt x="16526" y="127072"/>
                </a:lnTo>
                <a:lnTo>
                  <a:pt x="12019" y="44925"/>
                </a:lnTo>
                <a:lnTo>
                  <a:pt x="12019" y="1593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5277998" y="3659472"/>
            <a:ext cx="24038" cy="57188"/>
          </a:xfrm>
          <a:custGeom>
            <a:avLst/>
            <a:gdLst/>
            <a:ahLst/>
            <a:cxnLst/>
            <a:rect l="l" t="t" r="r" b="b"/>
            <a:pathLst>
              <a:path w="24038" h="57188">
                <a:moveTo>
                  <a:pt x="24038" y="57188"/>
                </a:moveTo>
                <a:lnTo>
                  <a:pt x="24038" y="40802"/>
                </a:lnTo>
                <a:lnTo>
                  <a:pt x="12019" y="40802"/>
                </a:lnTo>
                <a:lnTo>
                  <a:pt x="12019" y="32663"/>
                </a:lnTo>
                <a:lnTo>
                  <a:pt x="0" y="36786"/>
                </a:lnTo>
                <a:lnTo>
                  <a:pt x="12019" y="32663"/>
                </a:lnTo>
                <a:lnTo>
                  <a:pt x="7941" y="28648"/>
                </a:lnTo>
                <a:lnTo>
                  <a:pt x="7941" y="20401"/>
                </a:lnTo>
                <a:lnTo>
                  <a:pt x="7941" y="28648"/>
                </a:lnTo>
                <a:lnTo>
                  <a:pt x="12019" y="32663"/>
                </a:lnTo>
                <a:lnTo>
                  <a:pt x="24038" y="28648"/>
                </a:lnTo>
                <a:lnTo>
                  <a:pt x="19960" y="24524"/>
                </a:lnTo>
                <a:lnTo>
                  <a:pt x="19960" y="16385"/>
                </a:lnTo>
                <a:lnTo>
                  <a:pt x="15990" y="12262"/>
                </a:lnTo>
                <a:lnTo>
                  <a:pt x="15990" y="0"/>
                </a:lnTo>
                <a:lnTo>
                  <a:pt x="7941" y="0"/>
                </a:lnTo>
                <a:lnTo>
                  <a:pt x="7941" y="16385"/>
                </a:lnTo>
                <a:lnTo>
                  <a:pt x="3970" y="32663"/>
                </a:lnTo>
                <a:lnTo>
                  <a:pt x="0" y="32663"/>
                </a:lnTo>
                <a:lnTo>
                  <a:pt x="0" y="44925"/>
                </a:lnTo>
                <a:lnTo>
                  <a:pt x="3970" y="57188"/>
                </a:lnTo>
                <a:lnTo>
                  <a:pt x="24038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5269950" y="3692135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8048" y="12262"/>
                </a:moveTo>
                <a:lnTo>
                  <a:pt x="8048" y="0"/>
                </a:lnTo>
                <a:lnTo>
                  <a:pt x="5365" y="0"/>
                </a:lnTo>
                <a:lnTo>
                  <a:pt x="0" y="5534"/>
                </a:lnTo>
                <a:lnTo>
                  <a:pt x="0" y="18990"/>
                </a:lnTo>
                <a:lnTo>
                  <a:pt x="5365" y="24524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5277998" y="3675857"/>
            <a:ext cx="7941" cy="16277"/>
          </a:xfrm>
          <a:custGeom>
            <a:avLst/>
            <a:gdLst/>
            <a:ahLst/>
            <a:cxnLst/>
            <a:rect l="l" t="t" r="r" b="b"/>
            <a:pathLst>
              <a:path w="7941" h="16277">
                <a:moveTo>
                  <a:pt x="0" y="0"/>
                </a:moveTo>
                <a:lnTo>
                  <a:pt x="0" y="16277"/>
                </a:lnTo>
                <a:lnTo>
                  <a:pt x="3970" y="16277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5293988" y="3614546"/>
            <a:ext cx="20068" cy="57188"/>
          </a:xfrm>
          <a:custGeom>
            <a:avLst/>
            <a:gdLst/>
            <a:ahLst/>
            <a:cxnLst/>
            <a:rect l="l" t="t" r="r" b="b"/>
            <a:pathLst>
              <a:path w="20068" h="57188">
                <a:moveTo>
                  <a:pt x="0" y="32663"/>
                </a:moveTo>
                <a:lnTo>
                  <a:pt x="12019" y="44925"/>
                </a:lnTo>
                <a:lnTo>
                  <a:pt x="8048" y="24524"/>
                </a:lnTo>
                <a:lnTo>
                  <a:pt x="8048" y="16385"/>
                </a:lnTo>
                <a:lnTo>
                  <a:pt x="8048" y="24524"/>
                </a:lnTo>
                <a:lnTo>
                  <a:pt x="12019" y="44925"/>
                </a:lnTo>
                <a:lnTo>
                  <a:pt x="16097" y="57188"/>
                </a:lnTo>
                <a:lnTo>
                  <a:pt x="12019" y="36786"/>
                </a:lnTo>
                <a:lnTo>
                  <a:pt x="20068" y="12262"/>
                </a:lnTo>
                <a:lnTo>
                  <a:pt x="8048" y="0"/>
                </a:lnTo>
                <a:lnTo>
                  <a:pt x="8048" y="12262"/>
                </a:lnTo>
                <a:lnTo>
                  <a:pt x="0" y="12262"/>
                </a:lnTo>
                <a:lnTo>
                  <a:pt x="0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5310086" y="3500170"/>
            <a:ext cx="12019" cy="85836"/>
          </a:xfrm>
          <a:custGeom>
            <a:avLst/>
            <a:gdLst/>
            <a:ahLst/>
            <a:cxnLst/>
            <a:rect l="l" t="t" r="r" b="b"/>
            <a:pathLst>
              <a:path w="12019" h="85836">
                <a:moveTo>
                  <a:pt x="11482" y="40368"/>
                </a:moveTo>
                <a:lnTo>
                  <a:pt x="7941" y="0"/>
                </a:lnTo>
                <a:lnTo>
                  <a:pt x="7941" y="43982"/>
                </a:lnTo>
                <a:lnTo>
                  <a:pt x="0" y="52087"/>
                </a:lnTo>
                <a:lnTo>
                  <a:pt x="7941" y="49049"/>
                </a:lnTo>
                <a:lnTo>
                  <a:pt x="12019" y="85836"/>
                </a:lnTo>
                <a:lnTo>
                  <a:pt x="11482" y="403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5326076" y="3414442"/>
            <a:ext cx="8048" cy="64350"/>
          </a:xfrm>
          <a:custGeom>
            <a:avLst/>
            <a:gdLst/>
            <a:ahLst/>
            <a:cxnLst/>
            <a:rect l="l" t="t" r="r" b="b"/>
            <a:pathLst>
              <a:path w="8048" h="64350">
                <a:moveTo>
                  <a:pt x="3541" y="60769"/>
                </a:moveTo>
                <a:lnTo>
                  <a:pt x="8048" y="0"/>
                </a:lnTo>
                <a:lnTo>
                  <a:pt x="0" y="0"/>
                </a:lnTo>
                <a:lnTo>
                  <a:pt x="0" y="64350"/>
                </a:lnTo>
                <a:lnTo>
                  <a:pt x="3541" y="60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5350114" y="3104086"/>
            <a:ext cx="32087" cy="212366"/>
          </a:xfrm>
          <a:custGeom>
            <a:avLst/>
            <a:gdLst/>
            <a:ahLst/>
            <a:cxnLst/>
            <a:rect l="l" t="t" r="r" b="b"/>
            <a:pathLst>
              <a:path w="32087" h="212366">
                <a:moveTo>
                  <a:pt x="0" y="175579"/>
                </a:moveTo>
                <a:lnTo>
                  <a:pt x="0" y="200103"/>
                </a:lnTo>
                <a:lnTo>
                  <a:pt x="4077" y="212366"/>
                </a:lnTo>
                <a:lnTo>
                  <a:pt x="24038" y="212366"/>
                </a:lnTo>
                <a:lnTo>
                  <a:pt x="24038" y="148092"/>
                </a:lnTo>
                <a:lnTo>
                  <a:pt x="32087" y="139877"/>
                </a:lnTo>
                <a:lnTo>
                  <a:pt x="24038" y="142915"/>
                </a:lnTo>
                <a:lnTo>
                  <a:pt x="20604" y="151597"/>
                </a:lnTo>
                <a:lnTo>
                  <a:pt x="19638" y="60769"/>
                </a:lnTo>
                <a:lnTo>
                  <a:pt x="24038" y="0"/>
                </a:lnTo>
                <a:lnTo>
                  <a:pt x="16097" y="0"/>
                </a:lnTo>
                <a:lnTo>
                  <a:pt x="16097" y="208242"/>
                </a:lnTo>
                <a:lnTo>
                  <a:pt x="16097" y="200103"/>
                </a:lnTo>
                <a:lnTo>
                  <a:pt x="12019" y="187841"/>
                </a:lnTo>
                <a:lnTo>
                  <a:pt x="0" y="191965"/>
                </a:lnTo>
                <a:lnTo>
                  <a:pt x="12019" y="187841"/>
                </a:lnTo>
                <a:lnTo>
                  <a:pt x="8048" y="134777"/>
                </a:lnTo>
                <a:lnTo>
                  <a:pt x="0" y="137815"/>
                </a:lnTo>
                <a:lnTo>
                  <a:pt x="0" y="1755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5342066" y="3291927"/>
            <a:ext cx="8048" cy="64383"/>
          </a:xfrm>
          <a:custGeom>
            <a:avLst/>
            <a:gdLst/>
            <a:ahLst/>
            <a:cxnLst/>
            <a:rect l="l" t="t" r="r" b="b"/>
            <a:pathLst>
              <a:path w="8048" h="64383">
                <a:moveTo>
                  <a:pt x="3541" y="60769"/>
                </a:moveTo>
                <a:lnTo>
                  <a:pt x="8048" y="0"/>
                </a:lnTo>
                <a:lnTo>
                  <a:pt x="0" y="0"/>
                </a:lnTo>
                <a:lnTo>
                  <a:pt x="0" y="64383"/>
                </a:lnTo>
                <a:lnTo>
                  <a:pt x="3541" y="60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5350114" y="3304189"/>
            <a:ext cx="16097" cy="74008"/>
          </a:xfrm>
          <a:custGeom>
            <a:avLst/>
            <a:gdLst/>
            <a:ahLst/>
            <a:cxnLst/>
            <a:rect l="l" t="t" r="r" b="b"/>
            <a:pathLst>
              <a:path w="16097" h="74008">
                <a:moveTo>
                  <a:pt x="4507" y="74008"/>
                </a:moveTo>
                <a:lnTo>
                  <a:pt x="8048" y="65326"/>
                </a:lnTo>
                <a:lnTo>
                  <a:pt x="16097" y="12262"/>
                </a:lnTo>
                <a:lnTo>
                  <a:pt x="4077" y="12262"/>
                </a:lnTo>
                <a:lnTo>
                  <a:pt x="0" y="0"/>
                </a:lnTo>
                <a:lnTo>
                  <a:pt x="4507" y="740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5350114" y="3168436"/>
            <a:ext cx="16097" cy="135753"/>
          </a:xfrm>
          <a:custGeom>
            <a:avLst/>
            <a:gdLst/>
            <a:ahLst/>
            <a:cxnLst/>
            <a:rect l="l" t="t" r="r" b="b"/>
            <a:pathLst>
              <a:path w="16097" h="135753">
                <a:moveTo>
                  <a:pt x="8048" y="65326"/>
                </a:moveTo>
                <a:lnTo>
                  <a:pt x="0" y="73465"/>
                </a:lnTo>
                <a:lnTo>
                  <a:pt x="8048" y="70427"/>
                </a:lnTo>
                <a:lnTo>
                  <a:pt x="12019" y="123491"/>
                </a:lnTo>
                <a:lnTo>
                  <a:pt x="16097" y="135753"/>
                </a:lnTo>
                <a:lnTo>
                  <a:pt x="16097" y="0"/>
                </a:lnTo>
                <a:lnTo>
                  <a:pt x="11590" y="61745"/>
                </a:lnTo>
                <a:lnTo>
                  <a:pt x="8048" y="65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5358163" y="3168436"/>
            <a:ext cx="8048" cy="65326"/>
          </a:xfrm>
          <a:custGeom>
            <a:avLst/>
            <a:gdLst/>
            <a:ahLst/>
            <a:cxnLst/>
            <a:rect l="l" t="t" r="r" b="b"/>
            <a:pathLst>
              <a:path w="8048" h="65326">
                <a:moveTo>
                  <a:pt x="3541" y="61745"/>
                </a:moveTo>
                <a:lnTo>
                  <a:pt x="8048" y="0"/>
                </a:lnTo>
                <a:lnTo>
                  <a:pt x="0" y="8138"/>
                </a:lnTo>
                <a:lnTo>
                  <a:pt x="0" y="65326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5374153" y="3030512"/>
            <a:ext cx="32087" cy="98098"/>
          </a:xfrm>
          <a:custGeom>
            <a:avLst/>
            <a:gdLst/>
            <a:ahLst/>
            <a:cxnLst/>
            <a:rect l="l" t="t" r="r" b="b"/>
            <a:pathLst>
              <a:path w="32087" h="98098">
                <a:moveTo>
                  <a:pt x="0" y="61311"/>
                </a:moveTo>
                <a:lnTo>
                  <a:pt x="0" y="85836"/>
                </a:lnTo>
                <a:lnTo>
                  <a:pt x="4077" y="98098"/>
                </a:lnTo>
                <a:lnTo>
                  <a:pt x="24145" y="98098"/>
                </a:lnTo>
                <a:lnTo>
                  <a:pt x="20068" y="24524"/>
                </a:lnTo>
                <a:lnTo>
                  <a:pt x="24145" y="12262"/>
                </a:lnTo>
                <a:lnTo>
                  <a:pt x="24145" y="20509"/>
                </a:lnTo>
                <a:lnTo>
                  <a:pt x="26721" y="24524"/>
                </a:lnTo>
                <a:lnTo>
                  <a:pt x="32087" y="19098"/>
                </a:lnTo>
                <a:lnTo>
                  <a:pt x="32087" y="5534"/>
                </a:lnTo>
                <a:lnTo>
                  <a:pt x="26721" y="0"/>
                </a:lnTo>
                <a:lnTo>
                  <a:pt x="0" y="0"/>
                </a:lnTo>
                <a:lnTo>
                  <a:pt x="12126" y="24524"/>
                </a:lnTo>
                <a:lnTo>
                  <a:pt x="16097" y="85836"/>
                </a:lnTo>
                <a:lnTo>
                  <a:pt x="16097" y="93975"/>
                </a:lnTo>
                <a:lnTo>
                  <a:pt x="16097" y="85836"/>
                </a:lnTo>
                <a:lnTo>
                  <a:pt x="12126" y="73573"/>
                </a:lnTo>
                <a:lnTo>
                  <a:pt x="0" y="77589"/>
                </a:lnTo>
                <a:lnTo>
                  <a:pt x="12126" y="73573"/>
                </a:lnTo>
                <a:lnTo>
                  <a:pt x="0" y="613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5369753" y="3104086"/>
            <a:ext cx="20497" cy="151597"/>
          </a:xfrm>
          <a:custGeom>
            <a:avLst/>
            <a:gdLst/>
            <a:ahLst/>
            <a:cxnLst/>
            <a:rect l="l" t="t" r="r" b="b"/>
            <a:pathLst>
              <a:path w="20497" h="151597">
                <a:moveTo>
                  <a:pt x="20497" y="24524"/>
                </a:moveTo>
                <a:lnTo>
                  <a:pt x="8477" y="24524"/>
                </a:lnTo>
                <a:lnTo>
                  <a:pt x="4399" y="12262"/>
                </a:lnTo>
                <a:lnTo>
                  <a:pt x="4399" y="0"/>
                </a:lnTo>
                <a:lnTo>
                  <a:pt x="0" y="60769"/>
                </a:lnTo>
                <a:lnTo>
                  <a:pt x="965" y="151597"/>
                </a:lnTo>
                <a:lnTo>
                  <a:pt x="4399" y="142915"/>
                </a:lnTo>
                <a:lnTo>
                  <a:pt x="12448" y="139877"/>
                </a:lnTo>
                <a:lnTo>
                  <a:pt x="8907" y="86270"/>
                </a:lnTo>
                <a:lnTo>
                  <a:pt x="12448" y="77589"/>
                </a:lnTo>
                <a:lnTo>
                  <a:pt x="20497" y="74442"/>
                </a:lnTo>
                <a:lnTo>
                  <a:pt x="2049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5378660" y="3178528"/>
            <a:ext cx="11590" cy="65435"/>
          </a:xfrm>
          <a:custGeom>
            <a:avLst/>
            <a:gdLst/>
            <a:ahLst/>
            <a:cxnLst/>
            <a:rect l="l" t="t" r="r" b="b"/>
            <a:pathLst>
              <a:path w="11590" h="65435">
                <a:moveTo>
                  <a:pt x="3541" y="8214"/>
                </a:moveTo>
                <a:lnTo>
                  <a:pt x="11590" y="0"/>
                </a:lnTo>
                <a:lnTo>
                  <a:pt x="3541" y="3146"/>
                </a:lnTo>
                <a:lnTo>
                  <a:pt x="0" y="11828"/>
                </a:lnTo>
                <a:lnTo>
                  <a:pt x="3541" y="65435"/>
                </a:lnTo>
                <a:lnTo>
                  <a:pt x="3541" y="82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5374153" y="3030512"/>
            <a:ext cx="16097" cy="85836"/>
          </a:xfrm>
          <a:custGeom>
            <a:avLst/>
            <a:gdLst/>
            <a:ahLst/>
            <a:cxnLst/>
            <a:rect l="l" t="t" r="r" b="b"/>
            <a:pathLst>
              <a:path w="16097" h="85836">
                <a:moveTo>
                  <a:pt x="12126" y="73573"/>
                </a:moveTo>
                <a:lnTo>
                  <a:pt x="16097" y="85836"/>
                </a:lnTo>
                <a:lnTo>
                  <a:pt x="12126" y="24524"/>
                </a:lnTo>
                <a:lnTo>
                  <a:pt x="0" y="0"/>
                </a:lnTo>
                <a:lnTo>
                  <a:pt x="0" y="61311"/>
                </a:lnTo>
                <a:lnTo>
                  <a:pt x="12126" y="735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5394221" y="3042774"/>
            <a:ext cx="6653" cy="85836"/>
          </a:xfrm>
          <a:custGeom>
            <a:avLst/>
            <a:gdLst/>
            <a:ahLst/>
            <a:cxnLst/>
            <a:rect l="l" t="t" r="r" b="b"/>
            <a:pathLst>
              <a:path w="6653" h="85836">
                <a:moveTo>
                  <a:pt x="4077" y="12262"/>
                </a:moveTo>
                <a:lnTo>
                  <a:pt x="6653" y="12262"/>
                </a:lnTo>
                <a:lnTo>
                  <a:pt x="4077" y="8247"/>
                </a:lnTo>
                <a:lnTo>
                  <a:pt x="4077" y="0"/>
                </a:lnTo>
                <a:lnTo>
                  <a:pt x="0" y="12262"/>
                </a:lnTo>
                <a:lnTo>
                  <a:pt x="4077" y="85836"/>
                </a:lnTo>
                <a:lnTo>
                  <a:pt x="4077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5326076" y="3291927"/>
            <a:ext cx="40136" cy="306341"/>
          </a:xfrm>
          <a:custGeom>
            <a:avLst/>
            <a:gdLst/>
            <a:ahLst/>
            <a:cxnLst/>
            <a:rect l="l" t="t" r="r" b="b"/>
            <a:pathLst>
              <a:path w="40136" h="306341">
                <a:moveTo>
                  <a:pt x="32087" y="82689"/>
                </a:moveTo>
                <a:lnTo>
                  <a:pt x="40136" y="74550"/>
                </a:lnTo>
                <a:lnTo>
                  <a:pt x="40136" y="24524"/>
                </a:lnTo>
                <a:lnTo>
                  <a:pt x="32087" y="77589"/>
                </a:lnTo>
                <a:lnTo>
                  <a:pt x="28545" y="86270"/>
                </a:lnTo>
                <a:lnTo>
                  <a:pt x="24038" y="12262"/>
                </a:lnTo>
                <a:lnTo>
                  <a:pt x="24038" y="0"/>
                </a:lnTo>
                <a:lnTo>
                  <a:pt x="19531" y="60769"/>
                </a:lnTo>
                <a:lnTo>
                  <a:pt x="15990" y="64383"/>
                </a:lnTo>
                <a:lnTo>
                  <a:pt x="15990" y="69450"/>
                </a:lnTo>
                <a:lnTo>
                  <a:pt x="20068" y="122514"/>
                </a:lnTo>
                <a:lnTo>
                  <a:pt x="24038" y="134777"/>
                </a:lnTo>
                <a:lnTo>
                  <a:pt x="12019" y="147039"/>
                </a:lnTo>
                <a:lnTo>
                  <a:pt x="8048" y="134777"/>
                </a:lnTo>
                <a:lnTo>
                  <a:pt x="8048" y="122514"/>
                </a:lnTo>
                <a:lnTo>
                  <a:pt x="3541" y="183283"/>
                </a:lnTo>
                <a:lnTo>
                  <a:pt x="0" y="186864"/>
                </a:lnTo>
                <a:lnTo>
                  <a:pt x="0" y="306341"/>
                </a:lnTo>
                <a:lnTo>
                  <a:pt x="0" y="191965"/>
                </a:lnTo>
                <a:lnTo>
                  <a:pt x="4507" y="274111"/>
                </a:lnTo>
                <a:lnTo>
                  <a:pt x="8048" y="265430"/>
                </a:lnTo>
                <a:lnTo>
                  <a:pt x="12555" y="208785"/>
                </a:lnTo>
                <a:lnTo>
                  <a:pt x="15990" y="200103"/>
                </a:lnTo>
                <a:lnTo>
                  <a:pt x="24038" y="147039"/>
                </a:lnTo>
                <a:lnTo>
                  <a:pt x="24038" y="142915"/>
                </a:lnTo>
                <a:lnTo>
                  <a:pt x="24038" y="147039"/>
                </a:lnTo>
                <a:lnTo>
                  <a:pt x="32087" y="147039"/>
                </a:lnTo>
                <a:lnTo>
                  <a:pt x="32087" y="826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5290018" y="3549219"/>
            <a:ext cx="32087" cy="151054"/>
          </a:xfrm>
          <a:custGeom>
            <a:avLst/>
            <a:gdLst/>
            <a:ahLst/>
            <a:cxnLst/>
            <a:rect l="l" t="t" r="r" b="b"/>
            <a:pathLst>
              <a:path w="32087" h="151054">
                <a:moveTo>
                  <a:pt x="32087" y="36786"/>
                </a:moveTo>
                <a:lnTo>
                  <a:pt x="28009" y="0"/>
                </a:lnTo>
                <a:lnTo>
                  <a:pt x="20067" y="3038"/>
                </a:lnTo>
                <a:lnTo>
                  <a:pt x="20068" y="36786"/>
                </a:lnTo>
                <a:lnTo>
                  <a:pt x="12019" y="36786"/>
                </a:lnTo>
                <a:lnTo>
                  <a:pt x="12019" y="65326"/>
                </a:lnTo>
                <a:lnTo>
                  <a:pt x="24038" y="77589"/>
                </a:lnTo>
                <a:lnTo>
                  <a:pt x="20068" y="49049"/>
                </a:lnTo>
                <a:lnTo>
                  <a:pt x="20068" y="40802"/>
                </a:lnTo>
                <a:lnTo>
                  <a:pt x="20068" y="49049"/>
                </a:lnTo>
                <a:lnTo>
                  <a:pt x="24038" y="77589"/>
                </a:lnTo>
                <a:lnTo>
                  <a:pt x="15990" y="102113"/>
                </a:lnTo>
                <a:lnTo>
                  <a:pt x="20068" y="122514"/>
                </a:lnTo>
                <a:lnTo>
                  <a:pt x="20068" y="130653"/>
                </a:lnTo>
                <a:lnTo>
                  <a:pt x="20068" y="122514"/>
                </a:lnTo>
                <a:lnTo>
                  <a:pt x="15990" y="110252"/>
                </a:lnTo>
                <a:lnTo>
                  <a:pt x="3970" y="114376"/>
                </a:lnTo>
                <a:lnTo>
                  <a:pt x="15990" y="110252"/>
                </a:lnTo>
                <a:lnTo>
                  <a:pt x="3970" y="97990"/>
                </a:lnTo>
                <a:lnTo>
                  <a:pt x="3970" y="122514"/>
                </a:lnTo>
                <a:lnTo>
                  <a:pt x="7941" y="126638"/>
                </a:lnTo>
                <a:lnTo>
                  <a:pt x="7941" y="134777"/>
                </a:lnTo>
                <a:lnTo>
                  <a:pt x="12019" y="138900"/>
                </a:lnTo>
                <a:lnTo>
                  <a:pt x="12019" y="147039"/>
                </a:lnTo>
                <a:lnTo>
                  <a:pt x="12019" y="138900"/>
                </a:lnTo>
                <a:lnTo>
                  <a:pt x="0" y="142915"/>
                </a:lnTo>
                <a:lnTo>
                  <a:pt x="0" y="151054"/>
                </a:lnTo>
                <a:lnTo>
                  <a:pt x="20068" y="151054"/>
                </a:lnTo>
                <a:lnTo>
                  <a:pt x="20068" y="134777"/>
                </a:lnTo>
                <a:lnTo>
                  <a:pt x="28009" y="134777"/>
                </a:lnTo>
                <a:lnTo>
                  <a:pt x="28009" y="89851"/>
                </a:lnTo>
                <a:lnTo>
                  <a:pt x="24038" y="61203"/>
                </a:lnTo>
                <a:lnTo>
                  <a:pt x="32087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5334124" y="3356311"/>
            <a:ext cx="15990" cy="82655"/>
          </a:xfrm>
          <a:custGeom>
            <a:avLst/>
            <a:gdLst/>
            <a:ahLst/>
            <a:cxnLst/>
            <a:rect l="l" t="t" r="r" b="b"/>
            <a:pathLst>
              <a:path w="15990" h="82655">
                <a:moveTo>
                  <a:pt x="7941" y="0"/>
                </a:moveTo>
                <a:lnTo>
                  <a:pt x="0" y="8105"/>
                </a:lnTo>
                <a:lnTo>
                  <a:pt x="0" y="70393"/>
                </a:lnTo>
                <a:lnTo>
                  <a:pt x="3970" y="82655"/>
                </a:lnTo>
                <a:lnTo>
                  <a:pt x="15990" y="70393"/>
                </a:lnTo>
                <a:lnTo>
                  <a:pt x="12019" y="58131"/>
                </a:lnTo>
                <a:lnTo>
                  <a:pt x="0" y="62254"/>
                </a:lnTo>
                <a:lnTo>
                  <a:pt x="12019" y="58131"/>
                </a:lnTo>
                <a:lnTo>
                  <a:pt x="7941" y="5066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5326076" y="3606407"/>
            <a:ext cx="8048" cy="4015"/>
          </a:xfrm>
          <a:custGeom>
            <a:avLst/>
            <a:gdLst/>
            <a:ahLst/>
            <a:cxnLst/>
            <a:rect l="l" t="t" r="r" b="b"/>
            <a:pathLst>
              <a:path w="8048" h="4015">
                <a:moveTo>
                  <a:pt x="8048" y="4015"/>
                </a:moveTo>
                <a:lnTo>
                  <a:pt x="0" y="0"/>
                </a:lnTo>
                <a:lnTo>
                  <a:pt x="0" y="4015"/>
                </a:lnTo>
                <a:lnTo>
                  <a:pt x="8048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5382202" y="2887596"/>
            <a:ext cx="28116" cy="167440"/>
          </a:xfrm>
          <a:custGeom>
            <a:avLst/>
            <a:gdLst/>
            <a:ahLst/>
            <a:cxnLst/>
            <a:rect l="l" t="t" r="r" b="b"/>
            <a:pathLst>
              <a:path w="28116" h="167440">
                <a:moveTo>
                  <a:pt x="16097" y="32663"/>
                </a:moveTo>
                <a:lnTo>
                  <a:pt x="16097" y="40910"/>
                </a:lnTo>
                <a:lnTo>
                  <a:pt x="16097" y="36786"/>
                </a:lnTo>
                <a:lnTo>
                  <a:pt x="11590" y="89417"/>
                </a:lnTo>
                <a:lnTo>
                  <a:pt x="8048" y="92998"/>
                </a:lnTo>
                <a:lnTo>
                  <a:pt x="0" y="101137"/>
                </a:lnTo>
                <a:lnTo>
                  <a:pt x="0" y="162014"/>
                </a:lnTo>
                <a:lnTo>
                  <a:pt x="5365" y="167440"/>
                </a:lnTo>
                <a:lnTo>
                  <a:pt x="8048" y="97990"/>
                </a:lnTo>
                <a:lnTo>
                  <a:pt x="12019" y="167440"/>
                </a:lnTo>
                <a:lnTo>
                  <a:pt x="16097" y="49049"/>
                </a:lnTo>
                <a:lnTo>
                  <a:pt x="28116" y="36786"/>
                </a:lnTo>
                <a:lnTo>
                  <a:pt x="24038" y="0"/>
                </a:lnTo>
                <a:lnTo>
                  <a:pt x="16097" y="3146"/>
                </a:lnTo>
                <a:lnTo>
                  <a:pt x="16097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5390250" y="2924383"/>
            <a:ext cx="8048" cy="56211"/>
          </a:xfrm>
          <a:custGeom>
            <a:avLst/>
            <a:gdLst/>
            <a:ahLst/>
            <a:cxnLst/>
            <a:rect l="l" t="t" r="r" b="b"/>
            <a:pathLst>
              <a:path w="8048" h="56211">
                <a:moveTo>
                  <a:pt x="3541" y="52630"/>
                </a:moveTo>
                <a:lnTo>
                  <a:pt x="8048" y="0"/>
                </a:lnTo>
                <a:lnTo>
                  <a:pt x="0" y="0"/>
                </a:lnTo>
                <a:lnTo>
                  <a:pt x="0" y="56211"/>
                </a:lnTo>
                <a:lnTo>
                  <a:pt x="3541" y="526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5400875" y="2948907"/>
            <a:ext cx="13414" cy="106128"/>
          </a:xfrm>
          <a:custGeom>
            <a:avLst/>
            <a:gdLst/>
            <a:ahLst/>
            <a:cxnLst/>
            <a:rect l="l" t="t" r="r" b="b"/>
            <a:pathLst>
              <a:path w="13414" h="106128">
                <a:moveTo>
                  <a:pt x="5365" y="50069"/>
                </a:moveTo>
                <a:lnTo>
                  <a:pt x="13414" y="41778"/>
                </a:lnTo>
                <a:lnTo>
                  <a:pt x="5365" y="44925"/>
                </a:lnTo>
                <a:lnTo>
                  <a:pt x="1931" y="53607"/>
                </a:lnTo>
                <a:lnTo>
                  <a:pt x="1395" y="0"/>
                </a:lnTo>
                <a:lnTo>
                  <a:pt x="0" y="106128"/>
                </a:lnTo>
                <a:lnTo>
                  <a:pt x="5365" y="100703"/>
                </a:lnTo>
                <a:lnTo>
                  <a:pt x="5365" y="500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5422338" y="2797744"/>
            <a:ext cx="15990" cy="36786"/>
          </a:xfrm>
          <a:custGeom>
            <a:avLst/>
            <a:gdLst/>
            <a:ahLst/>
            <a:cxnLst/>
            <a:rect l="l" t="t" r="r" b="b"/>
            <a:pathLst>
              <a:path w="15990" h="36786">
                <a:moveTo>
                  <a:pt x="0" y="0"/>
                </a:moveTo>
                <a:lnTo>
                  <a:pt x="0" y="24524"/>
                </a:lnTo>
                <a:lnTo>
                  <a:pt x="3970" y="36786"/>
                </a:lnTo>
                <a:lnTo>
                  <a:pt x="15990" y="24524"/>
                </a:lnTo>
                <a:lnTo>
                  <a:pt x="12019" y="12262"/>
                </a:lnTo>
                <a:lnTo>
                  <a:pt x="0" y="16385"/>
                </a:lnTo>
                <a:lnTo>
                  <a:pt x="12019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5414289" y="2810007"/>
            <a:ext cx="8048" cy="39858"/>
          </a:xfrm>
          <a:custGeom>
            <a:avLst/>
            <a:gdLst/>
            <a:ahLst/>
            <a:cxnLst/>
            <a:rect l="l" t="t" r="r" b="b"/>
            <a:pathLst>
              <a:path w="8048" h="39858">
                <a:moveTo>
                  <a:pt x="3541" y="36244"/>
                </a:moveTo>
                <a:lnTo>
                  <a:pt x="8048" y="0"/>
                </a:lnTo>
                <a:lnTo>
                  <a:pt x="0" y="0"/>
                </a:lnTo>
                <a:lnTo>
                  <a:pt x="0" y="39858"/>
                </a:lnTo>
                <a:lnTo>
                  <a:pt x="3541" y="362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5450454" y="2773292"/>
            <a:ext cx="12019" cy="12189"/>
          </a:xfrm>
          <a:custGeom>
            <a:avLst/>
            <a:gdLst/>
            <a:ahLst/>
            <a:cxnLst/>
            <a:rect l="l" t="t" r="r" b="b"/>
            <a:pathLst>
              <a:path w="12019" h="12189">
                <a:moveTo>
                  <a:pt x="3970" y="0"/>
                </a:moveTo>
                <a:lnTo>
                  <a:pt x="0" y="4050"/>
                </a:lnTo>
                <a:lnTo>
                  <a:pt x="3970" y="12189"/>
                </a:lnTo>
                <a:lnTo>
                  <a:pt x="12019" y="12189"/>
                </a:lnTo>
                <a:lnTo>
                  <a:pt x="7941" y="4050"/>
                </a:lnTo>
                <a:lnTo>
                  <a:pt x="3970" y="0"/>
                </a:lnTo>
                <a:lnTo>
                  <a:pt x="3970" y="8174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5430386" y="2752819"/>
            <a:ext cx="28009" cy="20401"/>
          </a:xfrm>
          <a:custGeom>
            <a:avLst/>
            <a:gdLst/>
            <a:ahLst/>
            <a:cxnLst/>
            <a:rect l="l" t="t" r="r" b="b"/>
            <a:pathLst>
              <a:path w="28009" h="20401">
                <a:moveTo>
                  <a:pt x="0" y="8247"/>
                </a:moveTo>
                <a:lnTo>
                  <a:pt x="7941" y="20401"/>
                </a:lnTo>
                <a:lnTo>
                  <a:pt x="20068" y="8247"/>
                </a:lnTo>
                <a:lnTo>
                  <a:pt x="28009" y="0"/>
                </a:lnTo>
                <a:lnTo>
                  <a:pt x="7941" y="0"/>
                </a:lnTo>
                <a:lnTo>
                  <a:pt x="7941" y="8247"/>
                </a:lnTo>
                <a:lnTo>
                  <a:pt x="0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5462474" y="2765081"/>
            <a:ext cx="7941" cy="20401"/>
          </a:xfrm>
          <a:custGeom>
            <a:avLst/>
            <a:gdLst/>
            <a:ahLst/>
            <a:cxnLst/>
            <a:rect l="l" t="t" r="r" b="b"/>
            <a:pathLst>
              <a:path w="7941" h="20401">
                <a:moveTo>
                  <a:pt x="3970" y="12262"/>
                </a:moveTo>
                <a:lnTo>
                  <a:pt x="7941" y="8138"/>
                </a:lnTo>
                <a:lnTo>
                  <a:pt x="0" y="0"/>
                </a:lnTo>
                <a:lnTo>
                  <a:pt x="0" y="12262"/>
                </a:lnTo>
                <a:lnTo>
                  <a:pt x="7941" y="20401"/>
                </a:lnTo>
                <a:lnTo>
                  <a:pt x="397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5466444" y="2752819"/>
            <a:ext cx="20068" cy="20401"/>
          </a:xfrm>
          <a:custGeom>
            <a:avLst/>
            <a:gdLst/>
            <a:ahLst/>
            <a:cxnLst/>
            <a:rect l="l" t="t" r="r" b="b"/>
            <a:pathLst>
              <a:path w="20068" h="20401">
                <a:moveTo>
                  <a:pt x="8048" y="8247"/>
                </a:moveTo>
                <a:lnTo>
                  <a:pt x="20068" y="20401"/>
                </a:lnTo>
                <a:lnTo>
                  <a:pt x="20068" y="0"/>
                </a:lnTo>
                <a:lnTo>
                  <a:pt x="0" y="0"/>
                </a:lnTo>
                <a:lnTo>
                  <a:pt x="8048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5478464" y="2810007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4524"/>
                </a:moveTo>
                <a:lnTo>
                  <a:pt x="8048" y="12262"/>
                </a:lnTo>
                <a:lnTo>
                  <a:pt x="0" y="0"/>
                </a:lnTo>
                <a:lnTo>
                  <a:pt x="0" y="24524"/>
                </a:lnTo>
                <a:lnTo>
                  <a:pt x="8048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5422338" y="2752819"/>
            <a:ext cx="80164" cy="81712"/>
          </a:xfrm>
          <a:custGeom>
            <a:avLst/>
            <a:gdLst/>
            <a:ahLst/>
            <a:cxnLst/>
            <a:rect l="l" t="t" r="r" b="b"/>
            <a:pathLst>
              <a:path w="80164" h="81712">
                <a:moveTo>
                  <a:pt x="80164" y="32663"/>
                </a:moveTo>
                <a:lnTo>
                  <a:pt x="72223" y="32663"/>
                </a:lnTo>
                <a:lnTo>
                  <a:pt x="72223" y="8247"/>
                </a:lnTo>
                <a:lnTo>
                  <a:pt x="64174" y="8247"/>
                </a:lnTo>
                <a:lnTo>
                  <a:pt x="64174" y="20401"/>
                </a:lnTo>
                <a:lnTo>
                  <a:pt x="52155" y="8247"/>
                </a:lnTo>
                <a:lnTo>
                  <a:pt x="44106" y="0"/>
                </a:lnTo>
                <a:lnTo>
                  <a:pt x="36058" y="0"/>
                </a:lnTo>
                <a:lnTo>
                  <a:pt x="28116" y="8247"/>
                </a:lnTo>
                <a:lnTo>
                  <a:pt x="15990" y="20401"/>
                </a:lnTo>
                <a:lnTo>
                  <a:pt x="8048" y="8247"/>
                </a:lnTo>
                <a:lnTo>
                  <a:pt x="8048" y="24524"/>
                </a:lnTo>
                <a:lnTo>
                  <a:pt x="0" y="24524"/>
                </a:lnTo>
                <a:lnTo>
                  <a:pt x="0" y="44925"/>
                </a:lnTo>
                <a:lnTo>
                  <a:pt x="12019" y="57188"/>
                </a:lnTo>
                <a:lnTo>
                  <a:pt x="8048" y="36786"/>
                </a:lnTo>
                <a:lnTo>
                  <a:pt x="8048" y="28648"/>
                </a:lnTo>
                <a:lnTo>
                  <a:pt x="8048" y="36786"/>
                </a:lnTo>
                <a:lnTo>
                  <a:pt x="12019" y="57188"/>
                </a:lnTo>
                <a:lnTo>
                  <a:pt x="15990" y="69450"/>
                </a:lnTo>
                <a:lnTo>
                  <a:pt x="12019" y="49049"/>
                </a:lnTo>
                <a:lnTo>
                  <a:pt x="20068" y="24524"/>
                </a:lnTo>
                <a:lnTo>
                  <a:pt x="32087" y="20401"/>
                </a:lnTo>
                <a:lnTo>
                  <a:pt x="20068" y="32663"/>
                </a:lnTo>
                <a:lnTo>
                  <a:pt x="24038" y="36786"/>
                </a:lnTo>
                <a:lnTo>
                  <a:pt x="24038" y="44925"/>
                </a:lnTo>
                <a:lnTo>
                  <a:pt x="32087" y="49049"/>
                </a:lnTo>
                <a:lnTo>
                  <a:pt x="32087" y="32663"/>
                </a:lnTo>
                <a:lnTo>
                  <a:pt x="28116" y="24524"/>
                </a:lnTo>
                <a:lnTo>
                  <a:pt x="32087" y="20473"/>
                </a:lnTo>
                <a:lnTo>
                  <a:pt x="36058" y="24524"/>
                </a:lnTo>
                <a:lnTo>
                  <a:pt x="40136" y="32663"/>
                </a:lnTo>
                <a:lnTo>
                  <a:pt x="48077" y="32663"/>
                </a:lnTo>
                <a:lnTo>
                  <a:pt x="40136" y="24524"/>
                </a:lnTo>
                <a:lnTo>
                  <a:pt x="40136" y="12262"/>
                </a:lnTo>
                <a:lnTo>
                  <a:pt x="52155" y="24524"/>
                </a:lnTo>
                <a:lnTo>
                  <a:pt x="60204" y="32663"/>
                </a:lnTo>
                <a:lnTo>
                  <a:pt x="56126" y="44925"/>
                </a:lnTo>
                <a:lnTo>
                  <a:pt x="56126" y="57188"/>
                </a:lnTo>
                <a:lnTo>
                  <a:pt x="64174" y="69450"/>
                </a:lnTo>
                <a:lnTo>
                  <a:pt x="64174" y="77589"/>
                </a:lnTo>
                <a:lnTo>
                  <a:pt x="64174" y="69450"/>
                </a:lnTo>
                <a:lnTo>
                  <a:pt x="64174" y="81712"/>
                </a:lnTo>
                <a:lnTo>
                  <a:pt x="76194" y="81712"/>
                </a:lnTo>
                <a:lnTo>
                  <a:pt x="68145" y="57188"/>
                </a:lnTo>
                <a:lnTo>
                  <a:pt x="56126" y="53064"/>
                </a:lnTo>
                <a:lnTo>
                  <a:pt x="68145" y="57188"/>
                </a:lnTo>
                <a:lnTo>
                  <a:pt x="72223" y="44925"/>
                </a:lnTo>
                <a:lnTo>
                  <a:pt x="72223" y="36786"/>
                </a:lnTo>
                <a:lnTo>
                  <a:pt x="72223" y="44925"/>
                </a:lnTo>
                <a:lnTo>
                  <a:pt x="68145" y="57188"/>
                </a:lnTo>
                <a:lnTo>
                  <a:pt x="80164" y="57188"/>
                </a:lnTo>
                <a:lnTo>
                  <a:pt x="80164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5486512" y="2810007"/>
            <a:ext cx="24038" cy="40802"/>
          </a:xfrm>
          <a:custGeom>
            <a:avLst/>
            <a:gdLst/>
            <a:ahLst/>
            <a:cxnLst/>
            <a:rect l="l" t="t" r="r" b="b"/>
            <a:pathLst>
              <a:path w="24038" h="40802">
                <a:moveTo>
                  <a:pt x="0" y="28648"/>
                </a:moveTo>
                <a:lnTo>
                  <a:pt x="0" y="35376"/>
                </a:lnTo>
                <a:lnTo>
                  <a:pt x="5365" y="40802"/>
                </a:lnTo>
                <a:lnTo>
                  <a:pt x="18672" y="40802"/>
                </a:lnTo>
                <a:lnTo>
                  <a:pt x="24038" y="35376"/>
                </a:lnTo>
                <a:lnTo>
                  <a:pt x="24038" y="0"/>
                </a:lnTo>
                <a:lnTo>
                  <a:pt x="3970" y="0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12262"/>
                </a:lnTo>
                <a:lnTo>
                  <a:pt x="3970" y="0"/>
                </a:lnTo>
                <a:lnTo>
                  <a:pt x="12019" y="24524"/>
                </a:lnTo>
                <a:lnTo>
                  <a:pt x="0" y="24524"/>
                </a:lnTo>
                <a:lnTo>
                  <a:pt x="0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5414289" y="2834531"/>
            <a:ext cx="24038" cy="114376"/>
          </a:xfrm>
          <a:custGeom>
            <a:avLst/>
            <a:gdLst/>
            <a:ahLst/>
            <a:cxnLst/>
            <a:rect l="l" t="t" r="r" b="b"/>
            <a:pathLst>
              <a:path w="24038" h="114376">
                <a:moveTo>
                  <a:pt x="16097" y="33606"/>
                </a:moveTo>
                <a:lnTo>
                  <a:pt x="24038" y="25501"/>
                </a:lnTo>
                <a:lnTo>
                  <a:pt x="24038" y="0"/>
                </a:lnTo>
                <a:lnTo>
                  <a:pt x="16097" y="28539"/>
                </a:lnTo>
                <a:lnTo>
                  <a:pt x="12555" y="37221"/>
                </a:lnTo>
                <a:lnTo>
                  <a:pt x="8048" y="61203"/>
                </a:lnTo>
                <a:lnTo>
                  <a:pt x="4507" y="69884"/>
                </a:lnTo>
                <a:lnTo>
                  <a:pt x="0" y="20401"/>
                </a:lnTo>
                <a:lnTo>
                  <a:pt x="0" y="110252"/>
                </a:lnTo>
                <a:lnTo>
                  <a:pt x="8048" y="114376"/>
                </a:lnTo>
                <a:lnTo>
                  <a:pt x="8048" y="66303"/>
                </a:lnTo>
                <a:lnTo>
                  <a:pt x="16097" y="58164"/>
                </a:lnTo>
                <a:lnTo>
                  <a:pt x="16097" y="336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5387567" y="2985586"/>
            <a:ext cx="6653" cy="69450"/>
          </a:xfrm>
          <a:custGeom>
            <a:avLst/>
            <a:gdLst/>
            <a:ahLst/>
            <a:cxnLst/>
            <a:rect l="l" t="t" r="r" b="b"/>
            <a:pathLst>
              <a:path w="6653" h="69450">
                <a:moveTo>
                  <a:pt x="6653" y="69450"/>
                </a:moveTo>
                <a:lnTo>
                  <a:pt x="2682" y="0"/>
                </a:lnTo>
                <a:lnTo>
                  <a:pt x="0" y="69450"/>
                </a:lnTo>
                <a:lnTo>
                  <a:pt x="6653" y="694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5462474" y="2765081"/>
            <a:ext cx="20068" cy="44925"/>
          </a:xfrm>
          <a:custGeom>
            <a:avLst/>
            <a:gdLst/>
            <a:ahLst/>
            <a:cxnLst/>
            <a:rect l="l" t="t" r="r" b="b"/>
            <a:pathLst>
              <a:path w="20068" h="44925">
                <a:moveTo>
                  <a:pt x="15990" y="44925"/>
                </a:moveTo>
                <a:lnTo>
                  <a:pt x="15990" y="32663"/>
                </a:lnTo>
                <a:lnTo>
                  <a:pt x="20068" y="20401"/>
                </a:lnTo>
                <a:lnTo>
                  <a:pt x="12019" y="12262"/>
                </a:lnTo>
                <a:lnTo>
                  <a:pt x="0" y="0"/>
                </a:lnTo>
                <a:lnTo>
                  <a:pt x="7941" y="8138"/>
                </a:lnTo>
                <a:lnTo>
                  <a:pt x="7941" y="16385"/>
                </a:lnTo>
                <a:lnTo>
                  <a:pt x="7941" y="8138"/>
                </a:lnTo>
                <a:lnTo>
                  <a:pt x="3970" y="12262"/>
                </a:lnTo>
                <a:lnTo>
                  <a:pt x="7941" y="20401"/>
                </a:lnTo>
                <a:lnTo>
                  <a:pt x="7941" y="44925"/>
                </a:lnTo>
                <a:lnTo>
                  <a:pt x="15990" y="44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5394221" y="2773220"/>
            <a:ext cx="60204" cy="281816"/>
          </a:xfrm>
          <a:custGeom>
            <a:avLst/>
            <a:gdLst/>
            <a:ahLst/>
            <a:cxnLst/>
            <a:rect l="l" t="t" r="r" b="b"/>
            <a:pathLst>
              <a:path w="60204" h="281816">
                <a:moveTo>
                  <a:pt x="44106" y="61311"/>
                </a:moveTo>
                <a:lnTo>
                  <a:pt x="44106" y="57188"/>
                </a:lnTo>
                <a:lnTo>
                  <a:pt x="44106" y="61311"/>
                </a:lnTo>
                <a:lnTo>
                  <a:pt x="52155" y="61311"/>
                </a:lnTo>
                <a:lnTo>
                  <a:pt x="52155" y="28648"/>
                </a:lnTo>
                <a:lnTo>
                  <a:pt x="60204" y="28648"/>
                </a:lnTo>
                <a:lnTo>
                  <a:pt x="52155" y="24524"/>
                </a:lnTo>
                <a:lnTo>
                  <a:pt x="52155" y="16385"/>
                </a:lnTo>
                <a:lnTo>
                  <a:pt x="48184" y="12262"/>
                </a:lnTo>
                <a:lnTo>
                  <a:pt x="60204" y="0"/>
                </a:lnTo>
                <a:lnTo>
                  <a:pt x="48184" y="4123"/>
                </a:lnTo>
                <a:lnTo>
                  <a:pt x="40135" y="28648"/>
                </a:lnTo>
                <a:lnTo>
                  <a:pt x="44106" y="49049"/>
                </a:lnTo>
                <a:lnTo>
                  <a:pt x="32087" y="61311"/>
                </a:lnTo>
                <a:lnTo>
                  <a:pt x="28116" y="49049"/>
                </a:lnTo>
                <a:lnTo>
                  <a:pt x="28116" y="36786"/>
                </a:lnTo>
                <a:lnTo>
                  <a:pt x="23609" y="73031"/>
                </a:lnTo>
                <a:lnTo>
                  <a:pt x="20067" y="76645"/>
                </a:lnTo>
                <a:lnTo>
                  <a:pt x="12019" y="84859"/>
                </a:lnTo>
                <a:lnTo>
                  <a:pt x="12019" y="109342"/>
                </a:lnTo>
                <a:lnTo>
                  <a:pt x="4077" y="117523"/>
                </a:lnTo>
                <a:lnTo>
                  <a:pt x="12019" y="114376"/>
                </a:lnTo>
                <a:lnTo>
                  <a:pt x="16097" y="151163"/>
                </a:lnTo>
                <a:lnTo>
                  <a:pt x="15560" y="105694"/>
                </a:lnTo>
                <a:lnTo>
                  <a:pt x="16097" y="151163"/>
                </a:lnTo>
                <a:lnTo>
                  <a:pt x="4077" y="163425"/>
                </a:lnTo>
                <a:lnTo>
                  <a:pt x="0" y="281816"/>
                </a:lnTo>
                <a:lnTo>
                  <a:pt x="6653" y="281816"/>
                </a:lnTo>
                <a:lnTo>
                  <a:pt x="8048" y="175687"/>
                </a:lnTo>
                <a:lnTo>
                  <a:pt x="8585" y="229294"/>
                </a:lnTo>
                <a:lnTo>
                  <a:pt x="12019" y="220613"/>
                </a:lnTo>
                <a:lnTo>
                  <a:pt x="20068" y="217466"/>
                </a:lnTo>
                <a:lnTo>
                  <a:pt x="20068" y="175687"/>
                </a:lnTo>
                <a:lnTo>
                  <a:pt x="28116" y="175687"/>
                </a:lnTo>
                <a:lnTo>
                  <a:pt x="20068" y="171564"/>
                </a:lnTo>
                <a:lnTo>
                  <a:pt x="20067" y="81712"/>
                </a:lnTo>
                <a:lnTo>
                  <a:pt x="24575" y="131196"/>
                </a:lnTo>
                <a:lnTo>
                  <a:pt x="28116" y="122514"/>
                </a:lnTo>
                <a:lnTo>
                  <a:pt x="32623" y="98532"/>
                </a:lnTo>
                <a:lnTo>
                  <a:pt x="36165" y="89851"/>
                </a:lnTo>
                <a:lnTo>
                  <a:pt x="44106" y="613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5550687" y="3165289"/>
            <a:ext cx="24038" cy="53172"/>
          </a:xfrm>
          <a:custGeom>
            <a:avLst/>
            <a:gdLst/>
            <a:ahLst/>
            <a:cxnLst/>
            <a:rect l="l" t="t" r="r" b="b"/>
            <a:pathLst>
              <a:path w="24038" h="53172">
                <a:moveTo>
                  <a:pt x="0" y="8247"/>
                </a:moveTo>
                <a:lnTo>
                  <a:pt x="0" y="53172"/>
                </a:lnTo>
                <a:lnTo>
                  <a:pt x="8048" y="53172"/>
                </a:lnTo>
                <a:lnTo>
                  <a:pt x="8048" y="40910"/>
                </a:lnTo>
                <a:lnTo>
                  <a:pt x="12019" y="28648"/>
                </a:lnTo>
                <a:lnTo>
                  <a:pt x="24038" y="28648"/>
                </a:lnTo>
                <a:lnTo>
                  <a:pt x="12019" y="4123"/>
                </a:lnTo>
                <a:lnTo>
                  <a:pt x="0" y="0"/>
                </a:lnTo>
                <a:lnTo>
                  <a:pt x="0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5574726" y="3193937"/>
            <a:ext cx="8048" cy="114376"/>
          </a:xfrm>
          <a:custGeom>
            <a:avLst/>
            <a:gdLst/>
            <a:ahLst/>
            <a:cxnLst/>
            <a:rect l="l" t="t" r="r" b="b"/>
            <a:pathLst>
              <a:path w="8048" h="114376">
                <a:moveTo>
                  <a:pt x="8048" y="0"/>
                </a:moveTo>
                <a:lnTo>
                  <a:pt x="0" y="0"/>
                </a:lnTo>
                <a:lnTo>
                  <a:pt x="3970" y="114376"/>
                </a:lnTo>
                <a:lnTo>
                  <a:pt x="4507" y="52521"/>
                </a:lnTo>
                <a:lnTo>
                  <a:pt x="8048" y="56136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5590823" y="3308313"/>
            <a:ext cx="15990" cy="114267"/>
          </a:xfrm>
          <a:custGeom>
            <a:avLst/>
            <a:gdLst/>
            <a:ahLst/>
            <a:cxnLst/>
            <a:rect l="l" t="t" r="r" b="b"/>
            <a:pathLst>
              <a:path w="15990" h="114267">
                <a:moveTo>
                  <a:pt x="12019" y="114267"/>
                </a:moveTo>
                <a:lnTo>
                  <a:pt x="15990" y="102005"/>
                </a:lnTo>
                <a:lnTo>
                  <a:pt x="15990" y="89742"/>
                </a:lnTo>
                <a:lnTo>
                  <a:pt x="7941" y="53064"/>
                </a:lnTo>
                <a:lnTo>
                  <a:pt x="15990" y="89742"/>
                </a:lnTo>
                <a:lnTo>
                  <a:pt x="15990" y="56102"/>
                </a:lnTo>
                <a:lnTo>
                  <a:pt x="7941" y="47964"/>
                </a:lnTo>
                <a:lnTo>
                  <a:pt x="7941" y="0"/>
                </a:lnTo>
                <a:lnTo>
                  <a:pt x="0" y="0"/>
                </a:lnTo>
                <a:lnTo>
                  <a:pt x="4399" y="44383"/>
                </a:lnTo>
                <a:lnTo>
                  <a:pt x="3970" y="89742"/>
                </a:lnTo>
                <a:lnTo>
                  <a:pt x="0" y="102005"/>
                </a:lnTo>
                <a:lnTo>
                  <a:pt x="12019" y="1142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5570218" y="3206199"/>
            <a:ext cx="4507" cy="126529"/>
          </a:xfrm>
          <a:custGeom>
            <a:avLst/>
            <a:gdLst/>
            <a:ahLst/>
            <a:cxnLst/>
            <a:rect l="l" t="t" r="r" b="b"/>
            <a:pathLst>
              <a:path w="4507" h="126529">
                <a:moveTo>
                  <a:pt x="4507" y="126529"/>
                </a:moveTo>
                <a:lnTo>
                  <a:pt x="4507" y="0"/>
                </a:lnTo>
                <a:lnTo>
                  <a:pt x="536" y="12262"/>
                </a:lnTo>
                <a:lnTo>
                  <a:pt x="0" y="65760"/>
                </a:lnTo>
                <a:lnTo>
                  <a:pt x="4507" y="1265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5602842" y="3438967"/>
            <a:ext cx="20068" cy="40802"/>
          </a:xfrm>
          <a:custGeom>
            <a:avLst/>
            <a:gdLst/>
            <a:ahLst/>
            <a:cxnLst/>
            <a:rect l="l" t="t" r="r" b="b"/>
            <a:pathLst>
              <a:path w="20068" h="40802">
                <a:moveTo>
                  <a:pt x="0" y="0"/>
                </a:moveTo>
                <a:lnTo>
                  <a:pt x="12019" y="12262"/>
                </a:lnTo>
                <a:lnTo>
                  <a:pt x="12019" y="4015"/>
                </a:lnTo>
                <a:lnTo>
                  <a:pt x="12019" y="12262"/>
                </a:lnTo>
                <a:lnTo>
                  <a:pt x="0" y="0"/>
                </a:lnTo>
                <a:lnTo>
                  <a:pt x="7941" y="24524"/>
                </a:lnTo>
                <a:lnTo>
                  <a:pt x="14594" y="40802"/>
                </a:lnTo>
                <a:lnTo>
                  <a:pt x="20068" y="35376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5590823" y="3308313"/>
            <a:ext cx="26614" cy="171455"/>
          </a:xfrm>
          <a:custGeom>
            <a:avLst/>
            <a:gdLst/>
            <a:ahLst/>
            <a:cxnLst/>
            <a:rect l="l" t="t" r="r" b="b"/>
            <a:pathLst>
              <a:path w="26614" h="171455">
                <a:moveTo>
                  <a:pt x="7941" y="159193"/>
                </a:moveTo>
                <a:lnTo>
                  <a:pt x="7941" y="166029"/>
                </a:lnTo>
                <a:lnTo>
                  <a:pt x="13414" y="171455"/>
                </a:lnTo>
                <a:lnTo>
                  <a:pt x="26614" y="171455"/>
                </a:lnTo>
                <a:lnTo>
                  <a:pt x="19960" y="155178"/>
                </a:lnTo>
                <a:lnTo>
                  <a:pt x="12019" y="130653"/>
                </a:lnTo>
                <a:lnTo>
                  <a:pt x="24038" y="130653"/>
                </a:lnTo>
                <a:lnTo>
                  <a:pt x="15990" y="93866"/>
                </a:lnTo>
                <a:lnTo>
                  <a:pt x="24038" y="130653"/>
                </a:lnTo>
                <a:lnTo>
                  <a:pt x="24038" y="89742"/>
                </a:lnTo>
                <a:lnTo>
                  <a:pt x="15990" y="89742"/>
                </a:lnTo>
                <a:lnTo>
                  <a:pt x="15990" y="102005"/>
                </a:lnTo>
                <a:lnTo>
                  <a:pt x="12019" y="114267"/>
                </a:lnTo>
                <a:lnTo>
                  <a:pt x="7941" y="142915"/>
                </a:lnTo>
                <a:lnTo>
                  <a:pt x="7941" y="151054"/>
                </a:lnTo>
                <a:lnTo>
                  <a:pt x="7941" y="142915"/>
                </a:lnTo>
                <a:lnTo>
                  <a:pt x="12019" y="114267"/>
                </a:lnTo>
                <a:lnTo>
                  <a:pt x="0" y="102005"/>
                </a:lnTo>
                <a:lnTo>
                  <a:pt x="3970" y="89742"/>
                </a:lnTo>
                <a:lnTo>
                  <a:pt x="4399" y="44383"/>
                </a:lnTo>
                <a:lnTo>
                  <a:pt x="0" y="0"/>
                </a:lnTo>
                <a:lnTo>
                  <a:pt x="0" y="12153"/>
                </a:lnTo>
                <a:lnTo>
                  <a:pt x="0" y="4015"/>
                </a:lnTo>
                <a:lnTo>
                  <a:pt x="0" y="155178"/>
                </a:lnTo>
                <a:lnTo>
                  <a:pt x="7941" y="155178"/>
                </a:lnTo>
                <a:lnTo>
                  <a:pt x="7941" y="1591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5574726" y="3308313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3970" y="0"/>
                </a:moveTo>
                <a:lnTo>
                  <a:pt x="0" y="12153"/>
                </a:lnTo>
                <a:lnTo>
                  <a:pt x="12019" y="24416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5582774" y="3332729"/>
            <a:ext cx="3970" cy="45468"/>
          </a:xfrm>
          <a:custGeom>
            <a:avLst/>
            <a:gdLst/>
            <a:ahLst/>
            <a:cxnLst/>
            <a:rect l="l" t="t" r="r" b="b"/>
            <a:pathLst>
              <a:path w="3970" h="45468">
                <a:moveTo>
                  <a:pt x="3970" y="0"/>
                </a:moveTo>
                <a:lnTo>
                  <a:pt x="0" y="36786"/>
                </a:lnTo>
                <a:lnTo>
                  <a:pt x="3541" y="45468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5534590" y="3030512"/>
            <a:ext cx="4077" cy="45468"/>
          </a:xfrm>
          <a:custGeom>
            <a:avLst/>
            <a:gdLst/>
            <a:ahLst/>
            <a:cxnLst/>
            <a:rect l="l" t="t" r="r" b="b"/>
            <a:pathLst>
              <a:path w="4077" h="45468">
                <a:moveTo>
                  <a:pt x="4077" y="0"/>
                </a:moveTo>
                <a:lnTo>
                  <a:pt x="0" y="36786"/>
                </a:lnTo>
                <a:lnTo>
                  <a:pt x="3541" y="45468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5494561" y="2859056"/>
            <a:ext cx="7941" cy="33606"/>
          </a:xfrm>
          <a:custGeom>
            <a:avLst/>
            <a:gdLst/>
            <a:ahLst/>
            <a:cxnLst/>
            <a:rect l="l" t="t" r="r" b="b"/>
            <a:pathLst>
              <a:path w="7941" h="33606">
                <a:moveTo>
                  <a:pt x="7941" y="33606"/>
                </a:moveTo>
                <a:lnTo>
                  <a:pt x="7941" y="28539"/>
                </a:lnTo>
                <a:lnTo>
                  <a:pt x="0" y="0"/>
                </a:lnTo>
                <a:lnTo>
                  <a:pt x="0" y="25501"/>
                </a:lnTo>
                <a:lnTo>
                  <a:pt x="7941" y="336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5494561" y="2826393"/>
            <a:ext cx="15990" cy="20401"/>
          </a:xfrm>
          <a:custGeom>
            <a:avLst/>
            <a:gdLst/>
            <a:ahLst/>
            <a:cxnLst/>
            <a:rect l="l" t="t" r="r" b="b"/>
            <a:pathLst>
              <a:path w="15990" h="20401">
                <a:moveTo>
                  <a:pt x="0" y="20401"/>
                </a:moveTo>
                <a:lnTo>
                  <a:pt x="3970" y="8138"/>
                </a:lnTo>
                <a:lnTo>
                  <a:pt x="15990" y="8138"/>
                </a:lnTo>
                <a:lnTo>
                  <a:pt x="15990" y="5425"/>
                </a:lnTo>
                <a:lnTo>
                  <a:pt x="10624" y="0"/>
                </a:lnTo>
                <a:lnTo>
                  <a:pt x="397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5486512" y="2826393"/>
            <a:ext cx="52155" cy="204119"/>
          </a:xfrm>
          <a:custGeom>
            <a:avLst/>
            <a:gdLst/>
            <a:ahLst/>
            <a:cxnLst/>
            <a:rect l="l" t="t" r="r" b="b"/>
            <a:pathLst>
              <a:path w="52155" h="204119">
                <a:moveTo>
                  <a:pt x="0" y="12262"/>
                </a:moveTo>
                <a:lnTo>
                  <a:pt x="0" y="32663"/>
                </a:lnTo>
                <a:lnTo>
                  <a:pt x="8048" y="32663"/>
                </a:lnTo>
                <a:lnTo>
                  <a:pt x="15990" y="61203"/>
                </a:lnTo>
                <a:lnTo>
                  <a:pt x="15990" y="106128"/>
                </a:lnTo>
                <a:lnTo>
                  <a:pt x="24038" y="106128"/>
                </a:lnTo>
                <a:lnTo>
                  <a:pt x="19531" y="69884"/>
                </a:lnTo>
                <a:lnTo>
                  <a:pt x="20068" y="32663"/>
                </a:lnTo>
                <a:lnTo>
                  <a:pt x="8048" y="28539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147039"/>
                </a:lnTo>
                <a:lnTo>
                  <a:pt x="32087" y="147039"/>
                </a:lnTo>
                <a:lnTo>
                  <a:pt x="40136" y="191856"/>
                </a:lnTo>
                <a:lnTo>
                  <a:pt x="52155" y="204119"/>
                </a:lnTo>
                <a:lnTo>
                  <a:pt x="44106" y="179702"/>
                </a:lnTo>
                <a:lnTo>
                  <a:pt x="44106" y="147039"/>
                </a:lnTo>
                <a:lnTo>
                  <a:pt x="36058" y="122514"/>
                </a:lnTo>
                <a:lnTo>
                  <a:pt x="48077" y="122514"/>
                </a:lnTo>
                <a:lnTo>
                  <a:pt x="40136" y="85727"/>
                </a:lnTo>
                <a:lnTo>
                  <a:pt x="48077" y="122514"/>
                </a:lnTo>
                <a:lnTo>
                  <a:pt x="48077" y="81604"/>
                </a:lnTo>
                <a:lnTo>
                  <a:pt x="40136" y="81604"/>
                </a:lnTo>
                <a:lnTo>
                  <a:pt x="40136" y="93866"/>
                </a:lnTo>
                <a:lnTo>
                  <a:pt x="36058" y="106128"/>
                </a:lnTo>
                <a:lnTo>
                  <a:pt x="32087" y="134777"/>
                </a:lnTo>
                <a:lnTo>
                  <a:pt x="32087" y="142915"/>
                </a:lnTo>
                <a:lnTo>
                  <a:pt x="32087" y="134777"/>
                </a:lnTo>
                <a:lnTo>
                  <a:pt x="36058" y="106128"/>
                </a:lnTo>
                <a:lnTo>
                  <a:pt x="24038" y="93866"/>
                </a:lnTo>
                <a:lnTo>
                  <a:pt x="28009" y="81604"/>
                </a:lnTo>
                <a:lnTo>
                  <a:pt x="28545" y="44383"/>
                </a:lnTo>
                <a:lnTo>
                  <a:pt x="24038" y="8138"/>
                </a:lnTo>
                <a:lnTo>
                  <a:pt x="12019" y="8138"/>
                </a:lnTo>
                <a:lnTo>
                  <a:pt x="8048" y="20401"/>
                </a:ln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5510551" y="2834531"/>
            <a:ext cx="16097" cy="97990"/>
          </a:xfrm>
          <a:custGeom>
            <a:avLst/>
            <a:gdLst/>
            <a:ahLst/>
            <a:cxnLst/>
            <a:rect l="l" t="t" r="r" b="b"/>
            <a:pathLst>
              <a:path w="16097" h="97990">
                <a:moveTo>
                  <a:pt x="12019" y="97990"/>
                </a:moveTo>
                <a:lnTo>
                  <a:pt x="16097" y="85727"/>
                </a:lnTo>
                <a:lnTo>
                  <a:pt x="16097" y="73465"/>
                </a:lnTo>
                <a:lnTo>
                  <a:pt x="8048" y="44925"/>
                </a:lnTo>
                <a:lnTo>
                  <a:pt x="16097" y="73465"/>
                </a:lnTo>
                <a:lnTo>
                  <a:pt x="16097" y="47964"/>
                </a:lnTo>
                <a:lnTo>
                  <a:pt x="8048" y="39825"/>
                </a:lnTo>
                <a:lnTo>
                  <a:pt x="8048" y="0"/>
                </a:lnTo>
                <a:lnTo>
                  <a:pt x="0" y="0"/>
                </a:lnTo>
                <a:lnTo>
                  <a:pt x="4507" y="36244"/>
                </a:lnTo>
                <a:lnTo>
                  <a:pt x="3970" y="73465"/>
                </a:lnTo>
                <a:lnTo>
                  <a:pt x="0" y="85727"/>
                </a:lnTo>
                <a:lnTo>
                  <a:pt x="12019" y="9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5506044" y="2846794"/>
            <a:ext cx="4507" cy="85727"/>
          </a:xfrm>
          <a:custGeom>
            <a:avLst/>
            <a:gdLst/>
            <a:ahLst/>
            <a:cxnLst/>
            <a:rect l="l" t="t" r="r" b="b"/>
            <a:pathLst>
              <a:path w="4507" h="85727">
                <a:moveTo>
                  <a:pt x="4507" y="85727"/>
                </a:moveTo>
                <a:lnTo>
                  <a:pt x="4507" y="0"/>
                </a:lnTo>
                <a:lnTo>
                  <a:pt x="536" y="12262"/>
                </a:lnTo>
                <a:lnTo>
                  <a:pt x="0" y="49483"/>
                </a:lnTo>
                <a:lnTo>
                  <a:pt x="4507" y="857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5518600" y="2948907"/>
            <a:ext cx="24038" cy="172507"/>
          </a:xfrm>
          <a:custGeom>
            <a:avLst/>
            <a:gdLst/>
            <a:ahLst/>
            <a:cxnLst/>
            <a:rect l="l" t="t" r="r" b="b"/>
            <a:pathLst>
              <a:path w="24038" h="172507">
                <a:moveTo>
                  <a:pt x="15990" y="0"/>
                </a:moveTo>
                <a:lnTo>
                  <a:pt x="3970" y="0"/>
                </a:lnTo>
                <a:lnTo>
                  <a:pt x="12019" y="24524"/>
                </a:lnTo>
                <a:lnTo>
                  <a:pt x="12019" y="57188"/>
                </a:lnTo>
                <a:lnTo>
                  <a:pt x="20068" y="81604"/>
                </a:lnTo>
                <a:lnTo>
                  <a:pt x="19531" y="127072"/>
                </a:lnTo>
                <a:lnTo>
                  <a:pt x="15990" y="118391"/>
                </a:lnTo>
                <a:lnTo>
                  <a:pt x="20068" y="81604"/>
                </a:lnTo>
                <a:lnTo>
                  <a:pt x="8048" y="69341"/>
                </a:lnTo>
                <a:lnTo>
                  <a:pt x="0" y="24524"/>
                </a:lnTo>
                <a:lnTo>
                  <a:pt x="0" y="81604"/>
                </a:lnTo>
                <a:lnTo>
                  <a:pt x="8048" y="81604"/>
                </a:lnTo>
                <a:lnTo>
                  <a:pt x="8048" y="77589"/>
                </a:lnTo>
                <a:lnTo>
                  <a:pt x="8048" y="115352"/>
                </a:lnTo>
                <a:lnTo>
                  <a:pt x="15990" y="123457"/>
                </a:lnTo>
                <a:lnTo>
                  <a:pt x="15990" y="164293"/>
                </a:lnTo>
                <a:lnTo>
                  <a:pt x="24038" y="172507"/>
                </a:lnTo>
                <a:lnTo>
                  <a:pt x="24038" y="57188"/>
                </a:lnTo>
                <a:lnTo>
                  <a:pt x="15990" y="12262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5542638" y="3006095"/>
            <a:ext cx="32087" cy="187841"/>
          </a:xfrm>
          <a:custGeom>
            <a:avLst/>
            <a:gdLst/>
            <a:ahLst/>
            <a:cxnLst/>
            <a:rect l="l" t="t" r="r" b="b"/>
            <a:pathLst>
              <a:path w="32087" h="187841">
                <a:moveTo>
                  <a:pt x="0" y="12153"/>
                </a:moveTo>
                <a:lnTo>
                  <a:pt x="0" y="115319"/>
                </a:lnTo>
                <a:lnTo>
                  <a:pt x="3541" y="118933"/>
                </a:lnTo>
                <a:lnTo>
                  <a:pt x="0" y="4015"/>
                </a:lnTo>
                <a:lnTo>
                  <a:pt x="3541" y="118933"/>
                </a:lnTo>
                <a:lnTo>
                  <a:pt x="8048" y="163316"/>
                </a:lnTo>
                <a:lnTo>
                  <a:pt x="8048" y="159193"/>
                </a:lnTo>
                <a:lnTo>
                  <a:pt x="20068" y="163316"/>
                </a:lnTo>
                <a:lnTo>
                  <a:pt x="24038" y="151054"/>
                </a:lnTo>
                <a:lnTo>
                  <a:pt x="24038" y="142915"/>
                </a:lnTo>
                <a:lnTo>
                  <a:pt x="24038" y="151054"/>
                </a:lnTo>
                <a:lnTo>
                  <a:pt x="20068" y="163316"/>
                </a:lnTo>
                <a:lnTo>
                  <a:pt x="32087" y="187841"/>
                </a:lnTo>
                <a:lnTo>
                  <a:pt x="32087" y="138792"/>
                </a:lnTo>
                <a:lnTo>
                  <a:pt x="12019" y="138792"/>
                </a:lnTo>
                <a:lnTo>
                  <a:pt x="8048" y="151054"/>
                </a:lnTo>
                <a:lnTo>
                  <a:pt x="8048" y="53064"/>
                </a:lnTo>
                <a:lnTo>
                  <a:pt x="4507" y="44383"/>
                </a:lnTo>
                <a:lnTo>
                  <a:pt x="8048" y="47964"/>
                </a:lnTo>
                <a:lnTo>
                  <a:pt x="8048" y="0"/>
                </a:lnTo>
                <a:lnTo>
                  <a:pt x="0" y="0"/>
                </a:lnTo>
                <a:lnTo>
                  <a:pt x="0" y="110252"/>
                </a:lnTo>
                <a:lnTo>
                  <a:pt x="0" y="12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5534590" y="2948907"/>
            <a:ext cx="8048" cy="57188"/>
          </a:xfrm>
          <a:custGeom>
            <a:avLst/>
            <a:gdLst/>
            <a:ahLst/>
            <a:cxnLst/>
            <a:rect l="l" t="t" r="r" b="b"/>
            <a:pathLst>
              <a:path w="8048" h="57188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57188"/>
                </a:lnTo>
                <a:lnTo>
                  <a:pt x="0" y="4015"/>
                </a:lnTo>
                <a:lnTo>
                  <a:pt x="8048" y="57188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5547146" y="3050479"/>
            <a:ext cx="19531" cy="106671"/>
          </a:xfrm>
          <a:custGeom>
            <a:avLst/>
            <a:gdLst/>
            <a:ahLst/>
            <a:cxnLst/>
            <a:rect l="l" t="t" r="r" b="b"/>
            <a:pathLst>
              <a:path w="19531" h="106671">
                <a:moveTo>
                  <a:pt x="0" y="0"/>
                </a:moveTo>
                <a:lnTo>
                  <a:pt x="3541" y="8681"/>
                </a:lnTo>
                <a:lnTo>
                  <a:pt x="3541" y="106671"/>
                </a:lnTo>
                <a:lnTo>
                  <a:pt x="7512" y="94409"/>
                </a:lnTo>
                <a:lnTo>
                  <a:pt x="19531" y="94409"/>
                </a:lnTo>
                <a:lnTo>
                  <a:pt x="19531" y="60769"/>
                </a:lnTo>
                <a:lnTo>
                  <a:pt x="11589" y="52663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49049"/>
                </a:lnTo>
                <a:lnTo>
                  <a:pt x="11590" y="57622"/>
                </a:lnTo>
                <a:lnTo>
                  <a:pt x="8048" y="4904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5558736" y="3193937"/>
            <a:ext cx="32087" cy="228643"/>
          </a:xfrm>
          <a:custGeom>
            <a:avLst/>
            <a:gdLst/>
            <a:ahLst/>
            <a:cxnLst/>
            <a:rect l="l" t="t" r="r" b="b"/>
            <a:pathLst>
              <a:path w="32087" h="228643">
                <a:moveTo>
                  <a:pt x="32087" y="110252"/>
                </a:moveTo>
                <a:lnTo>
                  <a:pt x="32087" y="64350"/>
                </a:lnTo>
                <a:lnTo>
                  <a:pt x="24038" y="56136"/>
                </a:lnTo>
                <a:lnTo>
                  <a:pt x="20497" y="52521"/>
                </a:lnTo>
                <a:lnTo>
                  <a:pt x="19960" y="114376"/>
                </a:lnTo>
                <a:lnTo>
                  <a:pt x="28009" y="138792"/>
                </a:lnTo>
                <a:lnTo>
                  <a:pt x="27580" y="184260"/>
                </a:lnTo>
                <a:lnTo>
                  <a:pt x="24038" y="175579"/>
                </a:lnTo>
                <a:lnTo>
                  <a:pt x="28009" y="138792"/>
                </a:lnTo>
                <a:lnTo>
                  <a:pt x="15990" y="126529"/>
                </a:lnTo>
                <a:lnTo>
                  <a:pt x="19960" y="114376"/>
                </a:lnTo>
                <a:lnTo>
                  <a:pt x="15990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7941" y="69450"/>
                </a:lnTo>
                <a:lnTo>
                  <a:pt x="7941" y="138792"/>
                </a:lnTo>
                <a:lnTo>
                  <a:pt x="15990" y="138792"/>
                </a:lnTo>
                <a:lnTo>
                  <a:pt x="11482" y="78023"/>
                </a:ln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015"/>
                </a:lnTo>
                <a:lnTo>
                  <a:pt x="15990" y="172540"/>
                </a:lnTo>
                <a:lnTo>
                  <a:pt x="24038" y="180679"/>
                </a:lnTo>
                <a:lnTo>
                  <a:pt x="24038" y="228643"/>
                </a:lnTo>
                <a:lnTo>
                  <a:pt x="32087" y="228643"/>
                </a:lnTo>
                <a:lnTo>
                  <a:pt x="32087" y="114376"/>
                </a:lnTo>
                <a:lnTo>
                  <a:pt x="24038" y="61203"/>
                </a:lnTo>
                <a:lnTo>
                  <a:pt x="32087" y="114376"/>
                </a:lnTo>
                <a:lnTo>
                  <a:pt x="32087" y="1102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5542638" y="3121415"/>
            <a:ext cx="8048" cy="47997"/>
          </a:xfrm>
          <a:custGeom>
            <a:avLst/>
            <a:gdLst/>
            <a:ahLst/>
            <a:cxnLst/>
            <a:rect l="l" t="t" r="r" b="b"/>
            <a:pathLst>
              <a:path w="8048" h="47997">
                <a:moveTo>
                  <a:pt x="8048" y="47997"/>
                </a:moveTo>
                <a:lnTo>
                  <a:pt x="3541" y="3614"/>
                </a:lnTo>
                <a:lnTo>
                  <a:pt x="0" y="0"/>
                </a:lnTo>
                <a:lnTo>
                  <a:pt x="0" y="47997"/>
                </a:lnTo>
                <a:lnTo>
                  <a:pt x="8048" y="479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5558736" y="3218462"/>
            <a:ext cx="7941" cy="49884"/>
          </a:xfrm>
          <a:custGeom>
            <a:avLst/>
            <a:gdLst/>
            <a:ahLst/>
            <a:cxnLst/>
            <a:rect l="l" t="t" r="r" b="b"/>
            <a:pathLst>
              <a:path w="7941" h="49884">
                <a:moveTo>
                  <a:pt x="7941" y="49884"/>
                </a:moveTo>
                <a:lnTo>
                  <a:pt x="7941" y="44925"/>
                </a:lnTo>
                <a:lnTo>
                  <a:pt x="0" y="0"/>
                </a:lnTo>
                <a:lnTo>
                  <a:pt x="0" y="41778"/>
                </a:lnTo>
                <a:lnTo>
                  <a:pt x="7941" y="4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5646949" y="3659472"/>
            <a:ext cx="48077" cy="57188"/>
          </a:xfrm>
          <a:custGeom>
            <a:avLst/>
            <a:gdLst/>
            <a:ahLst/>
            <a:cxnLst/>
            <a:rect l="l" t="t" r="r" b="b"/>
            <a:pathLst>
              <a:path w="48077" h="57188">
                <a:moveTo>
                  <a:pt x="48077" y="32663"/>
                </a:moveTo>
                <a:lnTo>
                  <a:pt x="48077" y="24524"/>
                </a:lnTo>
                <a:lnTo>
                  <a:pt x="40028" y="24524"/>
                </a:lnTo>
                <a:lnTo>
                  <a:pt x="36058" y="32663"/>
                </a:lnTo>
                <a:lnTo>
                  <a:pt x="32087" y="28648"/>
                </a:lnTo>
                <a:lnTo>
                  <a:pt x="40028" y="36786"/>
                </a:lnTo>
                <a:lnTo>
                  <a:pt x="36058" y="49049"/>
                </a:lnTo>
                <a:lnTo>
                  <a:pt x="27974" y="40802"/>
                </a:lnTo>
                <a:lnTo>
                  <a:pt x="24038" y="40802"/>
                </a:lnTo>
                <a:lnTo>
                  <a:pt x="15990" y="28648"/>
                </a:lnTo>
                <a:lnTo>
                  <a:pt x="20068" y="24524"/>
                </a:lnTo>
                <a:lnTo>
                  <a:pt x="8048" y="12262"/>
                </a:lnTo>
                <a:lnTo>
                  <a:pt x="0" y="0"/>
                </a:lnTo>
                <a:lnTo>
                  <a:pt x="0" y="24524"/>
                </a:lnTo>
                <a:lnTo>
                  <a:pt x="8048" y="24524"/>
                </a:lnTo>
                <a:lnTo>
                  <a:pt x="8048" y="20401"/>
                </a:lnTo>
                <a:lnTo>
                  <a:pt x="8048" y="40802"/>
                </a:lnTo>
                <a:lnTo>
                  <a:pt x="15990" y="40802"/>
                </a:lnTo>
                <a:lnTo>
                  <a:pt x="15990" y="49049"/>
                </a:lnTo>
                <a:lnTo>
                  <a:pt x="24038" y="49049"/>
                </a:lnTo>
                <a:lnTo>
                  <a:pt x="24038" y="57188"/>
                </a:lnTo>
                <a:lnTo>
                  <a:pt x="44106" y="57188"/>
                </a:lnTo>
                <a:lnTo>
                  <a:pt x="40028" y="36714"/>
                </a:lnTo>
                <a:lnTo>
                  <a:pt x="40028" y="32663"/>
                </a:lnTo>
                <a:lnTo>
                  <a:pt x="48077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5662939" y="3659472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0" y="28648"/>
                </a:moveTo>
                <a:lnTo>
                  <a:pt x="8048" y="40802"/>
                </a:lnTo>
                <a:lnTo>
                  <a:pt x="11984" y="40802"/>
                </a:lnTo>
                <a:lnTo>
                  <a:pt x="20068" y="49049"/>
                </a:lnTo>
                <a:lnTo>
                  <a:pt x="24038" y="36786"/>
                </a:lnTo>
                <a:lnTo>
                  <a:pt x="16097" y="28648"/>
                </a:lnTo>
                <a:lnTo>
                  <a:pt x="20068" y="32663"/>
                </a:lnTo>
                <a:lnTo>
                  <a:pt x="24038" y="24524"/>
                </a:lnTo>
                <a:lnTo>
                  <a:pt x="12055" y="24524"/>
                </a:lnTo>
                <a:lnTo>
                  <a:pt x="4077" y="16385"/>
                </a:lnTo>
                <a:lnTo>
                  <a:pt x="8048" y="12262"/>
                </a:lnTo>
                <a:lnTo>
                  <a:pt x="8048" y="0"/>
                </a:lnTo>
                <a:lnTo>
                  <a:pt x="16097" y="0"/>
                </a:lnTo>
                <a:lnTo>
                  <a:pt x="16097" y="16385"/>
                </a:lnTo>
                <a:lnTo>
                  <a:pt x="8048" y="4123"/>
                </a:lnTo>
                <a:lnTo>
                  <a:pt x="16097" y="16385"/>
                </a:lnTo>
                <a:lnTo>
                  <a:pt x="12019" y="24524"/>
                </a:lnTo>
                <a:lnTo>
                  <a:pt x="12019" y="40802"/>
                </a:lnTo>
                <a:lnTo>
                  <a:pt x="8048" y="36786"/>
                </a:lnTo>
                <a:lnTo>
                  <a:pt x="0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5638900" y="3594145"/>
            <a:ext cx="32087" cy="65326"/>
          </a:xfrm>
          <a:custGeom>
            <a:avLst/>
            <a:gdLst/>
            <a:ahLst/>
            <a:cxnLst/>
            <a:rect l="l" t="t" r="r" b="b"/>
            <a:pathLst>
              <a:path w="32087" h="65326">
                <a:moveTo>
                  <a:pt x="8048" y="65326"/>
                </a:moveTo>
                <a:lnTo>
                  <a:pt x="8048" y="53064"/>
                </a:lnTo>
                <a:lnTo>
                  <a:pt x="12019" y="49049"/>
                </a:lnTo>
                <a:lnTo>
                  <a:pt x="0" y="44925"/>
                </a:lnTo>
                <a:lnTo>
                  <a:pt x="12019" y="49049"/>
                </a:lnTo>
                <a:lnTo>
                  <a:pt x="12019" y="40802"/>
                </a:lnTo>
                <a:lnTo>
                  <a:pt x="24038" y="53064"/>
                </a:lnTo>
                <a:lnTo>
                  <a:pt x="32087" y="65326"/>
                </a:lnTo>
                <a:lnTo>
                  <a:pt x="32087" y="40802"/>
                </a:lnTo>
                <a:lnTo>
                  <a:pt x="24038" y="40802"/>
                </a:lnTo>
                <a:lnTo>
                  <a:pt x="24038" y="44925"/>
                </a:lnTo>
                <a:lnTo>
                  <a:pt x="24038" y="40802"/>
                </a:lnTo>
                <a:lnTo>
                  <a:pt x="16097" y="36786"/>
                </a:lnTo>
                <a:lnTo>
                  <a:pt x="16097" y="24524"/>
                </a:lnTo>
                <a:lnTo>
                  <a:pt x="8048" y="4123"/>
                </a:lnTo>
                <a:lnTo>
                  <a:pt x="16097" y="24524"/>
                </a:lnTo>
                <a:lnTo>
                  <a:pt x="16097" y="0"/>
                </a:lnTo>
                <a:lnTo>
                  <a:pt x="8048" y="0"/>
                </a:lnTo>
                <a:lnTo>
                  <a:pt x="8048" y="12262"/>
                </a:lnTo>
                <a:lnTo>
                  <a:pt x="3970" y="24524"/>
                </a:lnTo>
                <a:lnTo>
                  <a:pt x="0" y="36786"/>
                </a:lnTo>
                <a:lnTo>
                  <a:pt x="0" y="65326"/>
                </a:lnTo>
                <a:lnTo>
                  <a:pt x="8048" y="65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5674994" y="3675857"/>
            <a:ext cx="11983" cy="8138"/>
          </a:xfrm>
          <a:custGeom>
            <a:avLst/>
            <a:gdLst/>
            <a:ahLst/>
            <a:cxnLst/>
            <a:rect l="l" t="t" r="r" b="b"/>
            <a:pathLst>
              <a:path w="11983" h="8138">
                <a:moveTo>
                  <a:pt x="11983" y="0"/>
                </a:moveTo>
                <a:lnTo>
                  <a:pt x="4042" y="0"/>
                </a:lnTo>
                <a:lnTo>
                  <a:pt x="4042" y="4015"/>
                </a:lnTo>
                <a:lnTo>
                  <a:pt x="4042" y="0"/>
                </a:lnTo>
                <a:lnTo>
                  <a:pt x="0" y="8138"/>
                </a:lnTo>
                <a:lnTo>
                  <a:pt x="11983" y="8138"/>
                </a:lnTo>
                <a:lnTo>
                  <a:pt x="1198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5686978" y="3683996"/>
            <a:ext cx="42818" cy="32663"/>
          </a:xfrm>
          <a:custGeom>
            <a:avLst/>
            <a:gdLst/>
            <a:ahLst/>
            <a:cxnLst/>
            <a:rect l="l" t="t" r="r" b="b"/>
            <a:pathLst>
              <a:path w="42818" h="32663">
                <a:moveTo>
                  <a:pt x="36165" y="0"/>
                </a:moveTo>
                <a:lnTo>
                  <a:pt x="16097" y="0"/>
                </a:lnTo>
                <a:lnTo>
                  <a:pt x="16097" y="20401"/>
                </a:lnTo>
                <a:lnTo>
                  <a:pt x="12126" y="8138"/>
                </a:lnTo>
                <a:lnTo>
                  <a:pt x="0" y="8138"/>
                </a:lnTo>
                <a:lnTo>
                  <a:pt x="8048" y="20401"/>
                </a:lnTo>
                <a:lnTo>
                  <a:pt x="12126" y="32663"/>
                </a:lnTo>
                <a:lnTo>
                  <a:pt x="40136" y="32663"/>
                </a:lnTo>
                <a:lnTo>
                  <a:pt x="40136" y="24524"/>
                </a:lnTo>
                <a:lnTo>
                  <a:pt x="42818" y="24524"/>
                </a:lnTo>
                <a:lnTo>
                  <a:pt x="40136" y="12262"/>
                </a:lnTo>
                <a:lnTo>
                  <a:pt x="36165" y="24524"/>
                </a:lnTo>
                <a:lnTo>
                  <a:pt x="28116" y="24524"/>
                </a:lnTo>
                <a:lnTo>
                  <a:pt x="28116" y="8138"/>
                </a:lnTo>
                <a:lnTo>
                  <a:pt x="20068" y="8138"/>
                </a:lnTo>
                <a:lnTo>
                  <a:pt x="361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5686978" y="3692135"/>
            <a:ext cx="12126" cy="24524"/>
          </a:xfrm>
          <a:custGeom>
            <a:avLst/>
            <a:gdLst/>
            <a:ahLst/>
            <a:cxnLst/>
            <a:rect l="l" t="t" r="r" b="b"/>
            <a:pathLst>
              <a:path w="12126" h="24524">
                <a:moveTo>
                  <a:pt x="8048" y="12262"/>
                </a:moveTo>
                <a:lnTo>
                  <a:pt x="0" y="0"/>
                </a:lnTo>
                <a:lnTo>
                  <a:pt x="0" y="4050"/>
                </a:lnTo>
                <a:lnTo>
                  <a:pt x="4078" y="24524"/>
                </a:lnTo>
                <a:lnTo>
                  <a:pt x="12126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5707046" y="3683996"/>
            <a:ext cx="28116" cy="24524"/>
          </a:xfrm>
          <a:custGeom>
            <a:avLst/>
            <a:gdLst/>
            <a:ahLst/>
            <a:cxnLst/>
            <a:rect l="l" t="t" r="r" b="b"/>
            <a:pathLst>
              <a:path w="28116" h="24524">
                <a:moveTo>
                  <a:pt x="0" y="8138"/>
                </a:moveTo>
                <a:lnTo>
                  <a:pt x="8048" y="8138"/>
                </a:lnTo>
                <a:lnTo>
                  <a:pt x="8048" y="24524"/>
                </a:lnTo>
                <a:lnTo>
                  <a:pt x="16097" y="24524"/>
                </a:lnTo>
                <a:lnTo>
                  <a:pt x="20068" y="12262"/>
                </a:lnTo>
                <a:lnTo>
                  <a:pt x="22750" y="24524"/>
                </a:lnTo>
                <a:lnTo>
                  <a:pt x="28116" y="18990"/>
                </a:lnTo>
                <a:lnTo>
                  <a:pt x="28116" y="5425"/>
                </a:lnTo>
                <a:lnTo>
                  <a:pt x="22750" y="0"/>
                </a:lnTo>
                <a:lnTo>
                  <a:pt x="16097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5699104" y="3692135"/>
            <a:ext cx="3970" cy="12262"/>
          </a:xfrm>
          <a:custGeom>
            <a:avLst/>
            <a:gdLst/>
            <a:ahLst/>
            <a:cxnLst/>
            <a:rect l="l" t="t" r="r" b="b"/>
            <a:pathLst>
              <a:path w="3970" h="12262">
                <a:moveTo>
                  <a:pt x="3970" y="0"/>
                </a:moveTo>
                <a:lnTo>
                  <a:pt x="0" y="0"/>
                </a:lnTo>
                <a:lnTo>
                  <a:pt x="3970" y="12262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5598764" y="3455244"/>
            <a:ext cx="48184" cy="187950"/>
          </a:xfrm>
          <a:custGeom>
            <a:avLst/>
            <a:gdLst/>
            <a:ahLst/>
            <a:cxnLst/>
            <a:rect l="l" t="t" r="r" b="b"/>
            <a:pathLst>
              <a:path w="48184" h="187950">
                <a:moveTo>
                  <a:pt x="40136" y="187950"/>
                </a:moveTo>
                <a:lnTo>
                  <a:pt x="40136" y="175687"/>
                </a:lnTo>
                <a:lnTo>
                  <a:pt x="44106" y="163425"/>
                </a:lnTo>
                <a:lnTo>
                  <a:pt x="36165" y="138900"/>
                </a:lnTo>
                <a:lnTo>
                  <a:pt x="48184" y="138900"/>
                </a:lnTo>
                <a:lnTo>
                  <a:pt x="40136" y="110252"/>
                </a:lnTo>
                <a:lnTo>
                  <a:pt x="48184" y="138900"/>
                </a:lnTo>
                <a:lnTo>
                  <a:pt x="48184" y="106237"/>
                </a:lnTo>
                <a:lnTo>
                  <a:pt x="40136" y="106237"/>
                </a:lnTo>
                <a:lnTo>
                  <a:pt x="40136" y="118499"/>
                </a:lnTo>
                <a:lnTo>
                  <a:pt x="36165" y="130762"/>
                </a:lnTo>
                <a:lnTo>
                  <a:pt x="32087" y="151163"/>
                </a:lnTo>
                <a:lnTo>
                  <a:pt x="32087" y="159301"/>
                </a:lnTo>
                <a:lnTo>
                  <a:pt x="32087" y="151163"/>
                </a:lnTo>
                <a:lnTo>
                  <a:pt x="36165" y="130762"/>
                </a:lnTo>
                <a:lnTo>
                  <a:pt x="24146" y="118499"/>
                </a:lnTo>
                <a:lnTo>
                  <a:pt x="28116" y="106237"/>
                </a:lnTo>
                <a:lnTo>
                  <a:pt x="28545" y="60769"/>
                </a:lnTo>
                <a:lnTo>
                  <a:pt x="24145" y="24524"/>
                </a:lnTo>
                <a:lnTo>
                  <a:pt x="12019" y="24524"/>
                </a:lnTo>
                <a:lnTo>
                  <a:pt x="8048" y="36786"/>
                </a:lnTo>
                <a:lnTo>
                  <a:pt x="5473" y="0"/>
                </a:lnTo>
                <a:lnTo>
                  <a:pt x="0" y="5534"/>
                </a:lnTo>
                <a:lnTo>
                  <a:pt x="0" y="49049"/>
                </a:lnTo>
                <a:lnTo>
                  <a:pt x="8048" y="49049"/>
                </a:lnTo>
                <a:lnTo>
                  <a:pt x="16097" y="77589"/>
                </a:lnTo>
                <a:lnTo>
                  <a:pt x="16097" y="130762"/>
                </a:lnTo>
                <a:lnTo>
                  <a:pt x="24146" y="130762"/>
                </a:lnTo>
                <a:lnTo>
                  <a:pt x="19638" y="86270"/>
                </a:lnTo>
                <a:lnTo>
                  <a:pt x="20068" y="49049"/>
                </a:lnTo>
                <a:lnTo>
                  <a:pt x="8048" y="44925"/>
                </a:lnTo>
                <a:lnTo>
                  <a:pt x="20068" y="49049"/>
                </a:lnTo>
                <a:lnTo>
                  <a:pt x="24145" y="36786"/>
                </a:lnTo>
                <a:lnTo>
                  <a:pt x="24145" y="28648"/>
                </a:lnTo>
                <a:lnTo>
                  <a:pt x="24146" y="163425"/>
                </a:lnTo>
                <a:lnTo>
                  <a:pt x="32087" y="163425"/>
                </a:lnTo>
                <a:lnTo>
                  <a:pt x="32087" y="187950"/>
                </a:lnTo>
                <a:lnTo>
                  <a:pt x="40136" y="1879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5606813" y="3504293"/>
            <a:ext cx="8048" cy="33640"/>
          </a:xfrm>
          <a:custGeom>
            <a:avLst/>
            <a:gdLst/>
            <a:ahLst/>
            <a:cxnLst/>
            <a:rect l="l" t="t" r="r" b="b"/>
            <a:pathLst>
              <a:path w="8048" h="33640">
                <a:moveTo>
                  <a:pt x="8048" y="33640"/>
                </a:moveTo>
                <a:lnTo>
                  <a:pt x="8048" y="28539"/>
                </a:lnTo>
                <a:lnTo>
                  <a:pt x="0" y="0"/>
                </a:lnTo>
                <a:lnTo>
                  <a:pt x="0" y="25501"/>
                </a:lnTo>
                <a:lnTo>
                  <a:pt x="8048" y="336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5604237" y="3455244"/>
            <a:ext cx="18672" cy="36786"/>
          </a:xfrm>
          <a:custGeom>
            <a:avLst/>
            <a:gdLst/>
            <a:ahLst/>
            <a:cxnLst/>
            <a:rect l="l" t="t" r="r" b="b"/>
            <a:pathLst>
              <a:path w="18672" h="36786">
                <a:moveTo>
                  <a:pt x="18672" y="5534"/>
                </a:moveTo>
                <a:lnTo>
                  <a:pt x="13199" y="0"/>
                </a:lnTo>
                <a:lnTo>
                  <a:pt x="0" y="0"/>
                </a:lnTo>
                <a:lnTo>
                  <a:pt x="2575" y="36786"/>
                </a:lnTo>
                <a:lnTo>
                  <a:pt x="6546" y="24524"/>
                </a:lnTo>
                <a:lnTo>
                  <a:pt x="18672" y="24524"/>
                </a:lnTo>
                <a:lnTo>
                  <a:pt x="18672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5622910" y="3479769"/>
            <a:ext cx="15990" cy="106237"/>
          </a:xfrm>
          <a:custGeom>
            <a:avLst/>
            <a:gdLst/>
            <a:ahLst/>
            <a:cxnLst/>
            <a:rect l="l" t="t" r="r" b="b"/>
            <a:pathLst>
              <a:path w="15990" h="106237">
                <a:moveTo>
                  <a:pt x="12019" y="106237"/>
                </a:moveTo>
                <a:lnTo>
                  <a:pt x="15990" y="93975"/>
                </a:lnTo>
                <a:lnTo>
                  <a:pt x="15990" y="81712"/>
                </a:lnTo>
                <a:lnTo>
                  <a:pt x="7941" y="44925"/>
                </a:lnTo>
                <a:lnTo>
                  <a:pt x="15990" y="81712"/>
                </a:lnTo>
                <a:lnTo>
                  <a:pt x="15990" y="48072"/>
                </a:lnTo>
                <a:lnTo>
                  <a:pt x="7941" y="39858"/>
                </a:lnTo>
                <a:lnTo>
                  <a:pt x="7941" y="0"/>
                </a:lnTo>
                <a:lnTo>
                  <a:pt x="0" y="0"/>
                </a:lnTo>
                <a:lnTo>
                  <a:pt x="4399" y="36244"/>
                </a:lnTo>
                <a:lnTo>
                  <a:pt x="3970" y="81712"/>
                </a:lnTo>
                <a:lnTo>
                  <a:pt x="0" y="93975"/>
                </a:lnTo>
                <a:lnTo>
                  <a:pt x="12019" y="1062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5618403" y="3492031"/>
            <a:ext cx="4507" cy="93975"/>
          </a:xfrm>
          <a:custGeom>
            <a:avLst/>
            <a:gdLst/>
            <a:ahLst/>
            <a:cxnLst/>
            <a:rect l="l" t="t" r="r" b="b"/>
            <a:pathLst>
              <a:path w="4507" h="93975">
                <a:moveTo>
                  <a:pt x="4507" y="93975"/>
                </a:moveTo>
                <a:lnTo>
                  <a:pt x="4507" y="0"/>
                </a:lnTo>
                <a:lnTo>
                  <a:pt x="429" y="12262"/>
                </a:lnTo>
                <a:lnTo>
                  <a:pt x="0" y="49483"/>
                </a:lnTo>
                <a:lnTo>
                  <a:pt x="4507" y="939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5634930" y="3594145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12019" y="12262"/>
                </a:moveTo>
                <a:lnTo>
                  <a:pt x="12019" y="0"/>
                </a:lnTo>
                <a:lnTo>
                  <a:pt x="0" y="0"/>
                </a:lnTo>
                <a:lnTo>
                  <a:pt x="7941" y="24524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5646949" y="3634947"/>
            <a:ext cx="28009" cy="65326"/>
          </a:xfrm>
          <a:custGeom>
            <a:avLst/>
            <a:gdLst/>
            <a:ahLst/>
            <a:cxnLst/>
            <a:rect l="l" t="t" r="r" b="b"/>
            <a:pathLst>
              <a:path w="28009" h="65326">
                <a:moveTo>
                  <a:pt x="12019" y="24524"/>
                </a:moveTo>
                <a:lnTo>
                  <a:pt x="0" y="12262"/>
                </a:lnTo>
                <a:lnTo>
                  <a:pt x="0" y="24524"/>
                </a:lnTo>
                <a:lnTo>
                  <a:pt x="8048" y="36786"/>
                </a:lnTo>
                <a:lnTo>
                  <a:pt x="20068" y="49049"/>
                </a:lnTo>
                <a:lnTo>
                  <a:pt x="15990" y="53172"/>
                </a:lnTo>
                <a:lnTo>
                  <a:pt x="24038" y="61311"/>
                </a:lnTo>
                <a:lnTo>
                  <a:pt x="28009" y="65326"/>
                </a:lnTo>
                <a:lnTo>
                  <a:pt x="28009" y="49049"/>
                </a:lnTo>
                <a:lnTo>
                  <a:pt x="20068" y="40910"/>
                </a:lnTo>
                <a:lnTo>
                  <a:pt x="24038" y="36786"/>
                </a:lnTo>
                <a:lnTo>
                  <a:pt x="24038" y="24524"/>
                </a:lnTo>
                <a:lnTo>
                  <a:pt x="15990" y="12262"/>
                </a:lnTo>
                <a:lnTo>
                  <a:pt x="3970" y="0"/>
                </a:lnTo>
                <a:lnTo>
                  <a:pt x="3970" y="8247"/>
                </a:lnTo>
                <a:lnTo>
                  <a:pt x="0" y="12262"/>
                </a:lnTo>
                <a:lnTo>
                  <a:pt x="12019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5654998" y="3618669"/>
            <a:ext cx="7941" cy="16277"/>
          </a:xfrm>
          <a:custGeom>
            <a:avLst/>
            <a:gdLst/>
            <a:ahLst/>
            <a:cxnLst/>
            <a:rect l="l" t="t" r="r" b="b"/>
            <a:pathLst>
              <a:path w="7941" h="16277">
                <a:moveTo>
                  <a:pt x="7941" y="0"/>
                </a:moveTo>
                <a:lnTo>
                  <a:pt x="0" y="0"/>
                </a:lnTo>
                <a:lnTo>
                  <a:pt x="0" y="4015"/>
                </a:lnTo>
                <a:lnTo>
                  <a:pt x="0" y="0"/>
                </a:lnTo>
                <a:lnTo>
                  <a:pt x="0" y="12262"/>
                </a:lnTo>
                <a:lnTo>
                  <a:pt x="7941" y="16277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5767250" y="3586006"/>
            <a:ext cx="8048" cy="24416"/>
          </a:xfrm>
          <a:custGeom>
            <a:avLst/>
            <a:gdLst/>
            <a:ahLst/>
            <a:cxnLst/>
            <a:rect l="l" t="t" r="r" b="b"/>
            <a:pathLst>
              <a:path w="8048" h="24416">
                <a:moveTo>
                  <a:pt x="8048" y="4015"/>
                </a:moveTo>
                <a:lnTo>
                  <a:pt x="8048" y="0"/>
                </a:lnTo>
                <a:lnTo>
                  <a:pt x="0" y="12262"/>
                </a:lnTo>
                <a:lnTo>
                  <a:pt x="0" y="24416"/>
                </a:lnTo>
                <a:lnTo>
                  <a:pt x="8048" y="24416"/>
                </a:lnTo>
                <a:lnTo>
                  <a:pt x="0" y="20401"/>
                </a:lnTo>
                <a:lnTo>
                  <a:pt x="8048" y="24416"/>
                </a:lnTo>
                <a:lnTo>
                  <a:pt x="8048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5767250" y="3463491"/>
            <a:ext cx="32087" cy="97990"/>
          </a:xfrm>
          <a:custGeom>
            <a:avLst/>
            <a:gdLst/>
            <a:ahLst/>
            <a:cxnLst/>
            <a:rect l="l" t="t" r="r" b="b"/>
            <a:pathLst>
              <a:path w="32087" h="97990">
                <a:moveTo>
                  <a:pt x="24038" y="57188"/>
                </a:moveTo>
                <a:lnTo>
                  <a:pt x="32087" y="57188"/>
                </a:lnTo>
                <a:lnTo>
                  <a:pt x="24038" y="53064"/>
                </a:lnTo>
                <a:lnTo>
                  <a:pt x="24038" y="44925"/>
                </a:lnTo>
                <a:lnTo>
                  <a:pt x="20068" y="24416"/>
                </a:lnTo>
                <a:lnTo>
                  <a:pt x="28116" y="0"/>
                </a:lnTo>
                <a:lnTo>
                  <a:pt x="8048" y="0"/>
                </a:lnTo>
                <a:lnTo>
                  <a:pt x="8048" y="28539"/>
                </a:lnTo>
                <a:lnTo>
                  <a:pt x="20068" y="32663"/>
                </a:lnTo>
                <a:lnTo>
                  <a:pt x="15990" y="12262"/>
                </a:lnTo>
                <a:lnTo>
                  <a:pt x="15990" y="4015"/>
                </a:lnTo>
                <a:lnTo>
                  <a:pt x="15990" y="12262"/>
                </a:lnTo>
                <a:lnTo>
                  <a:pt x="20068" y="32663"/>
                </a:lnTo>
                <a:lnTo>
                  <a:pt x="12019" y="57188"/>
                </a:lnTo>
                <a:lnTo>
                  <a:pt x="8048" y="44925"/>
                </a:lnTo>
                <a:lnTo>
                  <a:pt x="0" y="32663"/>
                </a:lnTo>
                <a:lnTo>
                  <a:pt x="0" y="85727"/>
                </a:lnTo>
                <a:lnTo>
                  <a:pt x="3970" y="97990"/>
                </a:lnTo>
                <a:lnTo>
                  <a:pt x="15990" y="85727"/>
                </a:lnTo>
                <a:lnTo>
                  <a:pt x="12019" y="73465"/>
                </a:lnTo>
                <a:lnTo>
                  <a:pt x="15990" y="85727"/>
                </a:lnTo>
                <a:lnTo>
                  <a:pt x="15990" y="93866"/>
                </a:lnTo>
                <a:lnTo>
                  <a:pt x="24038" y="97990"/>
                </a:lnTo>
                <a:lnTo>
                  <a:pt x="24038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5767250" y="3492031"/>
            <a:ext cx="20068" cy="28648"/>
          </a:xfrm>
          <a:custGeom>
            <a:avLst/>
            <a:gdLst/>
            <a:ahLst/>
            <a:cxnLst/>
            <a:rect l="l" t="t" r="r" b="b"/>
            <a:pathLst>
              <a:path w="20068" h="28648">
                <a:moveTo>
                  <a:pt x="12019" y="28648"/>
                </a:moveTo>
                <a:lnTo>
                  <a:pt x="20068" y="4123"/>
                </a:lnTo>
                <a:lnTo>
                  <a:pt x="8048" y="8138"/>
                </a:lnTo>
                <a:lnTo>
                  <a:pt x="20068" y="4123"/>
                </a:lnTo>
                <a:lnTo>
                  <a:pt x="8048" y="0"/>
                </a:lnTo>
                <a:lnTo>
                  <a:pt x="8048" y="4123"/>
                </a:lnTo>
                <a:lnTo>
                  <a:pt x="0" y="4123"/>
                </a:lnTo>
                <a:lnTo>
                  <a:pt x="8048" y="16385"/>
                </a:lnTo>
                <a:lnTo>
                  <a:pt x="12019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5807386" y="3300066"/>
            <a:ext cx="24038" cy="89851"/>
          </a:xfrm>
          <a:custGeom>
            <a:avLst/>
            <a:gdLst/>
            <a:ahLst/>
            <a:cxnLst/>
            <a:rect l="l" t="t" r="r" b="b"/>
            <a:pathLst>
              <a:path w="24038" h="89851">
                <a:moveTo>
                  <a:pt x="0" y="53172"/>
                </a:moveTo>
                <a:lnTo>
                  <a:pt x="0" y="77589"/>
                </a:lnTo>
                <a:lnTo>
                  <a:pt x="3970" y="89851"/>
                </a:lnTo>
                <a:lnTo>
                  <a:pt x="24038" y="89851"/>
                </a:lnTo>
                <a:lnTo>
                  <a:pt x="24038" y="44925"/>
                </a:lnTo>
                <a:lnTo>
                  <a:pt x="20068" y="0"/>
                </a:lnTo>
                <a:lnTo>
                  <a:pt x="13414" y="0"/>
                </a:lnTo>
                <a:lnTo>
                  <a:pt x="20068" y="32663"/>
                </a:lnTo>
                <a:lnTo>
                  <a:pt x="12019" y="57188"/>
                </a:lnTo>
                <a:lnTo>
                  <a:pt x="15990" y="77589"/>
                </a:lnTo>
                <a:lnTo>
                  <a:pt x="15990" y="85836"/>
                </a:lnTo>
                <a:lnTo>
                  <a:pt x="15990" y="77589"/>
                </a:lnTo>
                <a:lnTo>
                  <a:pt x="12019" y="65326"/>
                </a:lnTo>
                <a:lnTo>
                  <a:pt x="0" y="69450"/>
                </a:lnTo>
                <a:lnTo>
                  <a:pt x="12019" y="65326"/>
                </a:lnTo>
                <a:lnTo>
                  <a:pt x="0" y="531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5791288" y="3365393"/>
            <a:ext cx="32087" cy="122514"/>
          </a:xfrm>
          <a:custGeom>
            <a:avLst/>
            <a:gdLst/>
            <a:ahLst/>
            <a:cxnLst/>
            <a:rect l="l" t="t" r="r" b="b"/>
            <a:pathLst>
              <a:path w="32087" h="122514">
                <a:moveTo>
                  <a:pt x="32087" y="24524"/>
                </a:move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11590" y="36352"/>
                </a:lnTo>
                <a:lnTo>
                  <a:pt x="8048" y="39933"/>
                </a:lnTo>
                <a:lnTo>
                  <a:pt x="0" y="48072"/>
                </a:lnTo>
                <a:lnTo>
                  <a:pt x="8048" y="44925"/>
                </a:lnTo>
                <a:lnTo>
                  <a:pt x="12019" y="65435"/>
                </a:lnTo>
                <a:lnTo>
                  <a:pt x="4077" y="89851"/>
                </a:lnTo>
                <a:lnTo>
                  <a:pt x="8048" y="110360"/>
                </a:lnTo>
                <a:lnTo>
                  <a:pt x="8048" y="118499"/>
                </a:lnTo>
                <a:lnTo>
                  <a:pt x="16097" y="122514"/>
                </a:lnTo>
                <a:lnTo>
                  <a:pt x="16097" y="89851"/>
                </a:lnTo>
                <a:lnTo>
                  <a:pt x="24038" y="89851"/>
                </a:lnTo>
                <a:lnTo>
                  <a:pt x="16097" y="85836"/>
                </a:lnTo>
                <a:lnTo>
                  <a:pt x="16097" y="77589"/>
                </a:lnTo>
                <a:lnTo>
                  <a:pt x="20604" y="61745"/>
                </a:lnTo>
                <a:lnTo>
                  <a:pt x="24038" y="53172"/>
                </a:lnTo>
                <a:lnTo>
                  <a:pt x="3208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5799337" y="3365393"/>
            <a:ext cx="8048" cy="39933"/>
          </a:xfrm>
          <a:custGeom>
            <a:avLst/>
            <a:gdLst/>
            <a:ahLst/>
            <a:cxnLst/>
            <a:rect l="l" t="t" r="r" b="b"/>
            <a:pathLst>
              <a:path w="8048" h="39933">
                <a:moveTo>
                  <a:pt x="3541" y="36352"/>
                </a:moveTo>
                <a:lnTo>
                  <a:pt x="8048" y="0"/>
                </a:lnTo>
                <a:lnTo>
                  <a:pt x="0" y="0"/>
                </a:lnTo>
                <a:lnTo>
                  <a:pt x="0" y="39933"/>
                </a:lnTo>
                <a:lnTo>
                  <a:pt x="3541" y="363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5807386" y="3389917"/>
            <a:ext cx="15990" cy="65326"/>
          </a:xfrm>
          <a:custGeom>
            <a:avLst/>
            <a:gdLst/>
            <a:ahLst/>
            <a:cxnLst/>
            <a:rect l="l" t="t" r="r" b="b"/>
            <a:pathLst>
              <a:path w="15990" h="65326">
                <a:moveTo>
                  <a:pt x="0" y="53064"/>
                </a:moveTo>
                <a:lnTo>
                  <a:pt x="0" y="61311"/>
                </a:lnTo>
                <a:lnTo>
                  <a:pt x="7941" y="65326"/>
                </a:lnTo>
                <a:lnTo>
                  <a:pt x="7941" y="33716"/>
                </a:lnTo>
                <a:lnTo>
                  <a:pt x="15990" y="25501"/>
                </a:lnTo>
                <a:lnTo>
                  <a:pt x="15990" y="0"/>
                </a:lnTo>
                <a:lnTo>
                  <a:pt x="7941" y="28648"/>
                </a:lnTo>
                <a:lnTo>
                  <a:pt x="4507" y="37221"/>
                </a:lnTo>
                <a:lnTo>
                  <a:pt x="0" y="530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5807386" y="3300066"/>
            <a:ext cx="20068" cy="77589"/>
          </a:xfrm>
          <a:custGeom>
            <a:avLst/>
            <a:gdLst/>
            <a:ahLst/>
            <a:cxnLst/>
            <a:rect l="l" t="t" r="r" b="b"/>
            <a:pathLst>
              <a:path w="20068" h="77589">
                <a:moveTo>
                  <a:pt x="20068" y="32663"/>
                </a:moveTo>
                <a:lnTo>
                  <a:pt x="13414" y="0"/>
                </a:lnTo>
                <a:lnTo>
                  <a:pt x="7941" y="5534"/>
                </a:lnTo>
                <a:lnTo>
                  <a:pt x="7941" y="44925"/>
                </a:lnTo>
                <a:lnTo>
                  <a:pt x="0" y="32663"/>
                </a:lnTo>
                <a:lnTo>
                  <a:pt x="0" y="53172"/>
                </a:lnTo>
                <a:lnTo>
                  <a:pt x="12019" y="65326"/>
                </a:lnTo>
                <a:lnTo>
                  <a:pt x="15990" y="77589"/>
                </a:lnTo>
                <a:lnTo>
                  <a:pt x="12019" y="57188"/>
                </a:lnTo>
                <a:lnTo>
                  <a:pt x="20068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5827454" y="3300066"/>
            <a:ext cx="12019" cy="57188"/>
          </a:xfrm>
          <a:custGeom>
            <a:avLst/>
            <a:gdLst/>
            <a:ahLst/>
            <a:cxnLst/>
            <a:rect l="l" t="t" r="r" b="b"/>
            <a:pathLst>
              <a:path w="12019" h="57188">
                <a:moveTo>
                  <a:pt x="3970" y="44925"/>
                </a:moveTo>
                <a:lnTo>
                  <a:pt x="3970" y="57188"/>
                </a:lnTo>
                <a:lnTo>
                  <a:pt x="12019" y="57188"/>
                </a:lnTo>
                <a:lnTo>
                  <a:pt x="12019" y="5534"/>
                </a:lnTo>
                <a:lnTo>
                  <a:pt x="6546" y="0"/>
                </a:lnTo>
                <a:lnTo>
                  <a:pt x="0" y="0"/>
                </a:lnTo>
                <a:lnTo>
                  <a:pt x="3970" y="44925"/>
                </a:lnTo>
                <a:lnTo>
                  <a:pt x="3970" y="53172"/>
                </a:lnTo>
                <a:lnTo>
                  <a:pt x="3970" y="44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5807386" y="3332729"/>
            <a:ext cx="7941" cy="12262"/>
          </a:xfrm>
          <a:custGeom>
            <a:avLst/>
            <a:gdLst/>
            <a:ahLst/>
            <a:cxnLst/>
            <a:rect l="l" t="t" r="r" b="b"/>
            <a:pathLst>
              <a:path w="7941" h="12262">
                <a:moveTo>
                  <a:pt x="7941" y="0"/>
                </a:moveTo>
                <a:lnTo>
                  <a:pt x="0" y="0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5783240" y="3410318"/>
            <a:ext cx="24145" cy="110360"/>
          </a:xfrm>
          <a:custGeom>
            <a:avLst/>
            <a:gdLst/>
            <a:ahLst/>
            <a:cxnLst/>
            <a:rect l="l" t="t" r="r" b="b"/>
            <a:pathLst>
              <a:path w="24145" h="110360">
                <a:moveTo>
                  <a:pt x="12126" y="53172"/>
                </a:moveTo>
                <a:lnTo>
                  <a:pt x="8048" y="32663"/>
                </a:lnTo>
                <a:lnTo>
                  <a:pt x="8048" y="24524"/>
                </a:lnTo>
                <a:lnTo>
                  <a:pt x="8048" y="32663"/>
                </a:lnTo>
                <a:lnTo>
                  <a:pt x="12126" y="53172"/>
                </a:lnTo>
                <a:lnTo>
                  <a:pt x="4077" y="77589"/>
                </a:lnTo>
                <a:lnTo>
                  <a:pt x="8048" y="98098"/>
                </a:lnTo>
                <a:lnTo>
                  <a:pt x="8048" y="106237"/>
                </a:lnTo>
                <a:lnTo>
                  <a:pt x="16097" y="110360"/>
                </a:lnTo>
                <a:lnTo>
                  <a:pt x="16097" y="77589"/>
                </a:lnTo>
                <a:lnTo>
                  <a:pt x="24145" y="77589"/>
                </a:lnTo>
                <a:lnTo>
                  <a:pt x="16097" y="73573"/>
                </a:lnTo>
                <a:lnTo>
                  <a:pt x="16097" y="65435"/>
                </a:lnTo>
                <a:lnTo>
                  <a:pt x="12126" y="44925"/>
                </a:lnTo>
                <a:lnTo>
                  <a:pt x="20068" y="20509"/>
                </a:lnTo>
                <a:lnTo>
                  <a:pt x="16097" y="0"/>
                </a:lnTo>
                <a:lnTo>
                  <a:pt x="8048" y="3146"/>
                </a:lnTo>
                <a:lnTo>
                  <a:pt x="8048" y="20509"/>
                </a:lnTo>
                <a:lnTo>
                  <a:pt x="0" y="20509"/>
                </a:lnTo>
                <a:lnTo>
                  <a:pt x="0" y="53172"/>
                </a:lnTo>
                <a:lnTo>
                  <a:pt x="12126" y="531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5743211" y="3549219"/>
            <a:ext cx="48077" cy="110252"/>
          </a:xfrm>
          <a:custGeom>
            <a:avLst/>
            <a:gdLst/>
            <a:ahLst/>
            <a:cxnLst/>
            <a:rect l="l" t="t" r="r" b="b"/>
            <a:pathLst>
              <a:path w="48077" h="110252">
                <a:moveTo>
                  <a:pt x="15990" y="85727"/>
                </a:moveTo>
                <a:lnTo>
                  <a:pt x="24038" y="85727"/>
                </a:lnTo>
                <a:lnTo>
                  <a:pt x="24038" y="49049"/>
                </a:lnTo>
                <a:lnTo>
                  <a:pt x="32087" y="36786"/>
                </a:lnTo>
                <a:lnTo>
                  <a:pt x="32087" y="32663"/>
                </a:lnTo>
                <a:lnTo>
                  <a:pt x="32087" y="36786"/>
                </a:lnTo>
                <a:lnTo>
                  <a:pt x="40028" y="36786"/>
                </a:lnTo>
                <a:lnTo>
                  <a:pt x="40028" y="12262"/>
                </a:lnTo>
                <a:lnTo>
                  <a:pt x="48077" y="12262"/>
                </a:lnTo>
                <a:lnTo>
                  <a:pt x="40028" y="8138"/>
                </a:lnTo>
                <a:lnTo>
                  <a:pt x="40028" y="0"/>
                </a:lnTo>
                <a:lnTo>
                  <a:pt x="28009" y="12262"/>
                </a:lnTo>
                <a:lnTo>
                  <a:pt x="32087" y="24524"/>
                </a:lnTo>
                <a:lnTo>
                  <a:pt x="20068" y="36786"/>
                </a:lnTo>
                <a:lnTo>
                  <a:pt x="12019" y="61203"/>
                </a:lnTo>
                <a:lnTo>
                  <a:pt x="15990" y="73465"/>
                </a:lnTo>
                <a:lnTo>
                  <a:pt x="15990" y="81712"/>
                </a:lnTo>
                <a:lnTo>
                  <a:pt x="15990" y="73465"/>
                </a:lnTo>
                <a:lnTo>
                  <a:pt x="12019" y="61203"/>
                </a:lnTo>
                <a:lnTo>
                  <a:pt x="0" y="65326"/>
                </a:lnTo>
                <a:lnTo>
                  <a:pt x="12019" y="61203"/>
                </a:lnTo>
                <a:lnTo>
                  <a:pt x="0" y="36786"/>
                </a:lnTo>
                <a:lnTo>
                  <a:pt x="0" y="73465"/>
                </a:lnTo>
                <a:lnTo>
                  <a:pt x="3970" y="85727"/>
                </a:lnTo>
                <a:lnTo>
                  <a:pt x="7941" y="97990"/>
                </a:lnTo>
                <a:lnTo>
                  <a:pt x="7941" y="106128"/>
                </a:lnTo>
                <a:lnTo>
                  <a:pt x="7941" y="97990"/>
                </a:lnTo>
                <a:lnTo>
                  <a:pt x="7941" y="110252"/>
                </a:lnTo>
                <a:lnTo>
                  <a:pt x="15990" y="110252"/>
                </a:lnTo>
                <a:lnTo>
                  <a:pt x="15990" y="857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5719065" y="3634947"/>
            <a:ext cx="24146" cy="57188"/>
          </a:xfrm>
          <a:custGeom>
            <a:avLst/>
            <a:gdLst/>
            <a:ahLst/>
            <a:cxnLst/>
            <a:rect l="l" t="t" r="r" b="b"/>
            <a:pathLst>
              <a:path w="24146" h="57188">
                <a:moveTo>
                  <a:pt x="24145" y="57188"/>
                </a:moveTo>
                <a:lnTo>
                  <a:pt x="24146" y="40910"/>
                </a:lnTo>
                <a:lnTo>
                  <a:pt x="12126" y="40910"/>
                </a:lnTo>
                <a:lnTo>
                  <a:pt x="12126" y="32663"/>
                </a:lnTo>
                <a:lnTo>
                  <a:pt x="0" y="36786"/>
                </a:lnTo>
                <a:lnTo>
                  <a:pt x="12126" y="32663"/>
                </a:lnTo>
                <a:lnTo>
                  <a:pt x="24145" y="28648"/>
                </a:lnTo>
                <a:lnTo>
                  <a:pt x="20068" y="24524"/>
                </a:lnTo>
                <a:lnTo>
                  <a:pt x="20068" y="16385"/>
                </a:lnTo>
                <a:lnTo>
                  <a:pt x="16097" y="12262"/>
                </a:lnTo>
                <a:lnTo>
                  <a:pt x="16097" y="0"/>
                </a:lnTo>
                <a:lnTo>
                  <a:pt x="8048" y="0"/>
                </a:lnTo>
                <a:lnTo>
                  <a:pt x="8048" y="16385"/>
                </a:lnTo>
                <a:lnTo>
                  <a:pt x="0" y="16385"/>
                </a:lnTo>
                <a:lnTo>
                  <a:pt x="0" y="32663"/>
                </a:lnTo>
                <a:lnTo>
                  <a:pt x="8048" y="28648"/>
                </a:lnTo>
                <a:lnTo>
                  <a:pt x="8048" y="20401"/>
                </a:lnTo>
                <a:lnTo>
                  <a:pt x="8048" y="28648"/>
                </a:lnTo>
                <a:lnTo>
                  <a:pt x="0" y="32663"/>
                </a:lnTo>
                <a:lnTo>
                  <a:pt x="0" y="44925"/>
                </a:lnTo>
                <a:lnTo>
                  <a:pt x="4077" y="57188"/>
                </a:lnTo>
                <a:lnTo>
                  <a:pt x="16097" y="44925"/>
                </a:lnTo>
                <a:lnTo>
                  <a:pt x="24145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5711124" y="3667610"/>
            <a:ext cx="32087" cy="40910"/>
          </a:xfrm>
          <a:custGeom>
            <a:avLst/>
            <a:gdLst/>
            <a:ahLst/>
            <a:cxnLst/>
            <a:rect l="l" t="t" r="r" b="b"/>
            <a:pathLst>
              <a:path w="32087" h="40910">
                <a:moveTo>
                  <a:pt x="7941" y="0"/>
                </a:moveTo>
                <a:lnTo>
                  <a:pt x="0" y="0"/>
                </a:lnTo>
                <a:lnTo>
                  <a:pt x="0" y="35376"/>
                </a:lnTo>
                <a:lnTo>
                  <a:pt x="5365" y="40910"/>
                </a:lnTo>
                <a:lnTo>
                  <a:pt x="18672" y="40910"/>
                </a:lnTo>
                <a:lnTo>
                  <a:pt x="24038" y="35376"/>
                </a:lnTo>
                <a:lnTo>
                  <a:pt x="24038" y="20509"/>
                </a:lnTo>
                <a:lnTo>
                  <a:pt x="24038" y="24524"/>
                </a:lnTo>
                <a:lnTo>
                  <a:pt x="32087" y="24524"/>
                </a:lnTo>
                <a:lnTo>
                  <a:pt x="24038" y="12262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5731192" y="3610422"/>
            <a:ext cx="19960" cy="65435"/>
          </a:xfrm>
          <a:custGeom>
            <a:avLst/>
            <a:gdLst/>
            <a:ahLst/>
            <a:cxnLst/>
            <a:rect l="l" t="t" r="r" b="b"/>
            <a:pathLst>
              <a:path w="19960" h="65435">
                <a:moveTo>
                  <a:pt x="3970" y="0"/>
                </a:moveTo>
                <a:lnTo>
                  <a:pt x="3970" y="36786"/>
                </a:lnTo>
                <a:lnTo>
                  <a:pt x="7941" y="40910"/>
                </a:lnTo>
                <a:lnTo>
                  <a:pt x="7941" y="49049"/>
                </a:lnTo>
                <a:lnTo>
                  <a:pt x="12019" y="53172"/>
                </a:lnTo>
                <a:lnTo>
                  <a:pt x="12019" y="61311"/>
                </a:lnTo>
                <a:lnTo>
                  <a:pt x="12019" y="53172"/>
                </a:lnTo>
                <a:lnTo>
                  <a:pt x="0" y="57188"/>
                </a:lnTo>
                <a:lnTo>
                  <a:pt x="0" y="65435"/>
                </a:lnTo>
                <a:lnTo>
                  <a:pt x="19960" y="65435"/>
                </a:lnTo>
                <a:lnTo>
                  <a:pt x="19960" y="36786"/>
                </a:lnTo>
                <a:lnTo>
                  <a:pt x="15990" y="24524"/>
                </a:lnTo>
                <a:lnTo>
                  <a:pt x="3970" y="28648"/>
                </a:lnTo>
                <a:lnTo>
                  <a:pt x="15990" y="24524"/>
                </a:lnTo>
                <a:lnTo>
                  <a:pt x="12019" y="12262"/>
                </a:lnTo>
                <a:lnTo>
                  <a:pt x="12019" y="0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5759201" y="3536957"/>
            <a:ext cx="16097" cy="49049"/>
          </a:xfrm>
          <a:custGeom>
            <a:avLst/>
            <a:gdLst/>
            <a:ahLst/>
            <a:cxnLst/>
            <a:rect l="l" t="t" r="r" b="b"/>
            <a:pathLst>
              <a:path w="16097" h="49049">
                <a:moveTo>
                  <a:pt x="0" y="0"/>
                </a:moveTo>
                <a:lnTo>
                  <a:pt x="0" y="36786"/>
                </a:lnTo>
                <a:lnTo>
                  <a:pt x="4077" y="49049"/>
                </a:lnTo>
                <a:lnTo>
                  <a:pt x="16097" y="36786"/>
                </a:lnTo>
                <a:lnTo>
                  <a:pt x="12019" y="24524"/>
                </a:lnTo>
                <a:lnTo>
                  <a:pt x="0" y="28539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5751152" y="3561481"/>
            <a:ext cx="12126" cy="28539"/>
          </a:xfrm>
          <a:custGeom>
            <a:avLst/>
            <a:gdLst/>
            <a:ahLst/>
            <a:cxnLst/>
            <a:rect l="l" t="t" r="r" b="b"/>
            <a:pathLst>
              <a:path w="12126" h="28539">
                <a:moveTo>
                  <a:pt x="0" y="0"/>
                </a:moveTo>
                <a:lnTo>
                  <a:pt x="0" y="28539"/>
                </a:lnTo>
                <a:lnTo>
                  <a:pt x="12126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5743211" y="3586006"/>
            <a:ext cx="20068" cy="24416"/>
          </a:xfrm>
          <a:custGeom>
            <a:avLst/>
            <a:gdLst/>
            <a:ahLst/>
            <a:cxnLst/>
            <a:rect l="l" t="t" r="r" b="b"/>
            <a:pathLst>
              <a:path w="20068" h="24416">
                <a:moveTo>
                  <a:pt x="7941" y="12262"/>
                </a:moveTo>
                <a:lnTo>
                  <a:pt x="7941" y="0"/>
                </a:lnTo>
                <a:lnTo>
                  <a:pt x="0" y="0"/>
                </a:lnTo>
                <a:lnTo>
                  <a:pt x="12019" y="24416"/>
                </a:lnTo>
                <a:lnTo>
                  <a:pt x="20068" y="0"/>
                </a:lnTo>
                <a:lnTo>
                  <a:pt x="7941" y="4015"/>
                </a:lnTo>
                <a:lnTo>
                  <a:pt x="7941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5815327" y="3283788"/>
            <a:ext cx="24146" cy="40802"/>
          </a:xfrm>
          <a:custGeom>
            <a:avLst/>
            <a:gdLst/>
            <a:ahLst/>
            <a:cxnLst/>
            <a:rect l="l" t="t" r="r" b="b"/>
            <a:pathLst>
              <a:path w="24146" h="40802">
                <a:moveTo>
                  <a:pt x="8048" y="0"/>
                </a:moveTo>
                <a:lnTo>
                  <a:pt x="0" y="0"/>
                </a:lnTo>
                <a:lnTo>
                  <a:pt x="0" y="35376"/>
                </a:lnTo>
                <a:lnTo>
                  <a:pt x="5473" y="40802"/>
                </a:lnTo>
                <a:lnTo>
                  <a:pt x="18672" y="40802"/>
                </a:lnTo>
                <a:lnTo>
                  <a:pt x="24145" y="35376"/>
                </a:lnTo>
                <a:lnTo>
                  <a:pt x="24146" y="24524"/>
                </a:lnTo>
                <a:lnTo>
                  <a:pt x="12126" y="24524"/>
                </a:lnTo>
                <a:lnTo>
                  <a:pt x="8048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5831424" y="3217333"/>
            <a:ext cx="8048" cy="78717"/>
          </a:xfrm>
          <a:custGeom>
            <a:avLst/>
            <a:gdLst/>
            <a:ahLst/>
            <a:cxnLst/>
            <a:rect l="l" t="t" r="r" b="b"/>
            <a:pathLst>
              <a:path w="8048" h="78717">
                <a:moveTo>
                  <a:pt x="0" y="32740"/>
                </a:moveTo>
                <a:lnTo>
                  <a:pt x="0" y="37807"/>
                </a:lnTo>
                <a:lnTo>
                  <a:pt x="3970" y="66455"/>
                </a:lnTo>
                <a:lnTo>
                  <a:pt x="8048" y="78717"/>
                </a:lnTo>
                <a:lnTo>
                  <a:pt x="8048" y="0"/>
                </a:lnTo>
                <a:lnTo>
                  <a:pt x="3541" y="29125"/>
                </a:lnTo>
                <a:lnTo>
                  <a:pt x="0" y="327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5831424" y="3217333"/>
            <a:ext cx="8048" cy="32740"/>
          </a:xfrm>
          <a:custGeom>
            <a:avLst/>
            <a:gdLst/>
            <a:ahLst/>
            <a:cxnLst/>
            <a:rect l="l" t="t" r="r" b="b"/>
            <a:pathLst>
              <a:path w="8048" h="32740">
                <a:moveTo>
                  <a:pt x="3541" y="29125"/>
                </a:moveTo>
                <a:lnTo>
                  <a:pt x="8048" y="0"/>
                </a:lnTo>
                <a:lnTo>
                  <a:pt x="0" y="8290"/>
                </a:lnTo>
                <a:lnTo>
                  <a:pt x="0" y="32740"/>
                </a:lnTo>
                <a:lnTo>
                  <a:pt x="3541" y="291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5842907" y="3177551"/>
            <a:ext cx="20604" cy="94409"/>
          </a:xfrm>
          <a:custGeom>
            <a:avLst/>
            <a:gdLst/>
            <a:ahLst/>
            <a:cxnLst/>
            <a:rect l="l" t="t" r="r" b="b"/>
            <a:pathLst>
              <a:path w="20604" h="94409">
                <a:moveTo>
                  <a:pt x="20604" y="24524"/>
                </a:moveTo>
                <a:lnTo>
                  <a:pt x="8585" y="24524"/>
                </a:lnTo>
                <a:lnTo>
                  <a:pt x="4507" y="12262"/>
                </a:lnTo>
                <a:lnTo>
                  <a:pt x="4507" y="0"/>
                </a:lnTo>
                <a:lnTo>
                  <a:pt x="0" y="36244"/>
                </a:lnTo>
                <a:lnTo>
                  <a:pt x="1073" y="94409"/>
                </a:lnTo>
                <a:lnTo>
                  <a:pt x="4507" y="85836"/>
                </a:lnTo>
                <a:lnTo>
                  <a:pt x="9014" y="61745"/>
                </a:lnTo>
                <a:lnTo>
                  <a:pt x="12555" y="53064"/>
                </a:lnTo>
                <a:lnTo>
                  <a:pt x="20604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5823376" y="3177551"/>
            <a:ext cx="40136" cy="130762"/>
          </a:xfrm>
          <a:custGeom>
            <a:avLst/>
            <a:gdLst/>
            <a:ahLst/>
            <a:cxnLst/>
            <a:rect l="l" t="t" r="r" b="b"/>
            <a:pathLst>
              <a:path w="40136" h="130762">
                <a:moveTo>
                  <a:pt x="24038" y="85836"/>
                </a:moveTo>
                <a:lnTo>
                  <a:pt x="20604" y="94409"/>
                </a:lnTo>
                <a:lnTo>
                  <a:pt x="19531" y="36244"/>
                </a:lnTo>
                <a:lnTo>
                  <a:pt x="24038" y="0"/>
                </a:lnTo>
                <a:lnTo>
                  <a:pt x="16097" y="0"/>
                </a:lnTo>
                <a:lnTo>
                  <a:pt x="16097" y="126638"/>
                </a:lnTo>
                <a:lnTo>
                  <a:pt x="16097" y="118499"/>
                </a:lnTo>
                <a:lnTo>
                  <a:pt x="12019" y="106237"/>
                </a:lnTo>
                <a:lnTo>
                  <a:pt x="0" y="110252"/>
                </a:lnTo>
                <a:lnTo>
                  <a:pt x="12019" y="106237"/>
                </a:lnTo>
                <a:lnTo>
                  <a:pt x="8048" y="77589"/>
                </a:lnTo>
                <a:lnTo>
                  <a:pt x="8048" y="72522"/>
                </a:lnTo>
                <a:lnTo>
                  <a:pt x="0" y="80736"/>
                </a:lnTo>
                <a:lnTo>
                  <a:pt x="0" y="118499"/>
                </a:lnTo>
                <a:lnTo>
                  <a:pt x="4077" y="130762"/>
                </a:lnTo>
                <a:lnTo>
                  <a:pt x="24038" y="130762"/>
                </a:lnTo>
                <a:lnTo>
                  <a:pt x="24038" y="90904"/>
                </a:lnTo>
                <a:lnTo>
                  <a:pt x="32087" y="82689"/>
                </a:lnTo>
                <a:lnTo>
                  <a:pt x="32087" y="58164"/>
                </a:lnTo>
                <a:lnTo>
                  <a:pt x="40136" y="50025"/>
                </a:lnTo>
                <a:lnTo>
                  <a:pt x="40136" y="24524"/>
                </a:lnTo>
                <a:lnTo>
                  <a:pt x="32087" y="53064"/>
                </a:lnTo>
                <a:lnTo>
                  <a:pt x="28545" y="61745"/>
                </a:lnTo>
                <a:lnTo>
                  <a:pt x="24038" y="858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5847414" y="3116348"/>
            <a:ext cx="20068" cy="73465"/>
          </a:xfrm>
          <a:custGeom>
            <a:avLst/>
            <a:gdLst/>
            <a:ahLst/>
            <a:cxnLst/>
            <a:rect l="l" t="t" r="r" b="b"/>
            <a:pathLst>
              <a:path w="20068" h="73465">
                <a:moveTo>
                  <a:pt x="0" y="48940"/>
                </a:moveTo>
                <a:lnTo>
                  <a:pt x="12126" y="61203"/>
                </a:lnTo>
                <a:lnTo>
                  <a:pt x="8048" y="40802"/>
                </a:lnTo>
                <a:lnTo>
                  <a:pt x="8048" y="32663"/>
                </a:lnTo>
                <a:lnTo>
                  <a:pt x="8048" y="40802"/>
                </a:lnTo>
                <a:lnTo>
                  <a:pt x="12126" y="61203"/>
                </a:lnTo>
                <a:lnTo>
                  <a:pt x="16097" y="73465"/>
                </a:lnTo>
                <a:lnTo>
                  <a:pt x="12126" y="53064"/>
                </a:lnTo>
                <a:lnTo>
                  <a:pt x="20068" y="28539"/>
                </a:lnTo>
                <a:lnTo>
                  <a:pt x="16097" y="0"/>
                </a:lnTo>
                <a:lnTo>
                  <a:pt x="8048" y="3038"/>
                </a:lnTo>
                <a:lnTo>
                  <a:pt x="8048" y="28539"/>
                </a:lnTo>
                <a:lnTo>
                  <a:pt x="0" y="28539"/>
                </a:lnTo>
                <a:lnTo>
                  <a:pt x="0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5855463" y="3091823"/>
            <a:ext cx="12019" cy="53064"/>
          </a:xfrm>
          <a:custGeom>
            <a:avLst/>
            <a:gdLst/>
            <a:ahLst/>
            <a:cxnLst/>
            <a:rect l="l" t="t" r="r" b="b"/>
            <a:pathLst>
              <a:path w="12019" h="53064">
                <a:moveTo>
                  <a:pt x="11590" y="15843"/>
                </a:moveTo>
                <a:lnTo>
                  <a:pt x="8048" y="0"/>
                </a:lnTo>
                <a:lnTo>
                  <a:pt x="8048" y="19424"/>
                </a:lnTo>
                <a:lnTo>
                  <a:pt x="0" y="27563"/>
                </a:lnTo>
                <a:lnTo>
                  <a:pt x="8048" y="24524"/>
                </a:lnTo>
                <a:lnTo>
                  <a:pt x="12019" y="53064"/>
                </a:lnTo>
                <a:lnTo>
                  <a:pt x="11590" y="158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5871560" y="3037741"/>
            <a:ext cx="7941" cy="32628"/>
          </a:xfrm>
          <a:custGeom>
            <a:avLst/>
            <a:gdLst/>
            <a:ahLst/>
            <a:cxnLst/>
            <a:rect l="l" t="t" r="r" b="b"/>
            <a:pathLst>
              <a:path w="7941" h="32628">
                <a:moveTo>
                  <a:pt x="3434" y="29123"/>
                </a:moveTo>
                <a:lnTo>
                  <a:pt x="7941" y="0"/>
                </a:lnTo>
                <a:lnTo>
                  <a:pt x="0" y="8180"/>
                </a:lnTo>
                <a:lnTo>
                  <a:pt x="0" y="32628"/>
                </a:lnTo>
                <a:lnTo>
                  <a:pt x="3434" y="29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5879502" y="3006095"/>
            <a:ext cx="8048" cy="36678"/>
          </a:xfrm>
          <a:custGeom>
            <a:avLst/>
            <a:gdLst/>
            <a:ahLst/>
            <a:cxnLst/>
            <a:rect l="l" t="t" r="r" b="b"/>
            <a:pathLst>
              <a:path w="8048" h="36678">
                <a:moveTo>
                  <a:pt x="3541" y="27997"/>
                </a:moveTo>
                <a:lnTo>
                  <a:pt x="8048" y="0"/>
                </a:lnTo>
                <a:lnTo>
                  <a:pt x="0" y="0"/>
                </a:lnTo>
                <a:lnTo>
                  <a:pt x="0" y="36678"/>
                </a:lnTo>
                <a:lnTo>
                  <a:pt x="3541" y="279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5887550" y="2936645"/>
            <a:ext cx="20068" cy="81604"/>
          </a:xfrm>
          <a:custGeom>
            <a:avLst/>
            <a:gdLst/>
            <a:ahLst/>
            <a:cxnLst/>
            <a:rect l="l" t="t" r="r" b="b"/>
            <a:pathLst>
              <a:path w="20068" h="81604">
                <a:moveTo>
                  <a:pt x="0" y="57188"/>
                </a:moveTo>
                <a:lnTo>
                  <a:pt x="12019" y="69450"/>
                </a:lnTo>
                <a:lnTo>
                  <a:pt x="8048" y="48940"/>
                </a:lnTo>
                <a:lnTo>
                  <a:pt x="8048" y="40802"/>
                </a:lnTo>
                <a:lnTo>
                  <a:pt x="8048" y="48940"/>
                </a:lnTo>
                <a:lnTo>
                  <a:pt x="12019" y="69450"/>
                </a:lnTo>
                <a:lnTo>
                  <a:pt x="16097" y="81604"/>
                </a:lnTo>
                <a:lnTo>
                  <a:pt x="12019" y="61203"/>
                </a:lnTo>
                <a:lnTo>
                  <a:pt x="20068" y="36786"/>
                </a:lnTo>
                <a:lnTo>
                  <a:pt x="16097" y="16277"/>
                </a:lnTo>
                <a:lnTo>
                  <a:pt x="19531" y="7596"/>
                </a:lnTo>
                <a:lnTo>
                  <a:pt x="16097" y="0"/>
                </a:lnTo>
                <a:lnTo>
                  <a:pt x="16097" y="11133"/>
                </a:lnTo>
                <a:lnTo>
                  <a:pt x="8048" y="19424"/>
                </a:lnTo>
                <a:lnTo>
                  <a:pt x="8048" y="36786"/>
                </a:lnTo>
                <a:lnTo>
                  <a:pt x="0" y="36786"/>
                </a:lnTo>
                <a:lnTo>
                  <a:pt x="0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5911589" y="2890743"/>
            <a:ext cx="12019" cy="94843"/>
          </a:xfrm>
          <a:custGeom>
            <a:avLst/>
            <a:gdLst/>
            <a:ahLst/>
            <a:cxnLst/>
            <a:rect l="l" t="t" r="r" b="b"/>
            <a:pathLst>
              <a:path w="12019" h="94843">
                <a:moveTo>
                  <a:pt x="0" y="21377"/>
                </a:moveTo>
                <a:lnTo>
                  <a:pt x="0" y="29516"/>
                </a:lnTo>
                <a:lnTo>
                  <a:pt x="0" y="25501"/>
                </a:lnTo>
                <a:lnTo>
                  <a:pt x="0" y="94843"/>
                </a:lnTo>
                <a:lnTo>
                  <a:pt x="0" y="37763"/>
                </a:lnTo>
                <a:lnTo>
                  <a:pt x="12019" y="25501"/>
                </a:lnTo>
                <a:lnTo>
                  <a:pt x="8048" y="4991"/>
                </a:lnTo>
                <a:lnTo>
                  <a:pt x="8048" y="0"/>
                </a:lnTo>
                <a:lnTo>
                  <a:pt x="0" y="8138"/>
                </a:lnTo>
                <a:lnTo>
                  <a:pt x="0" y="213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5915667" y="2928506"/>
            <a:ext cx="20068" cy="41236"/>
          </a:xfrm>
          <a:custGeom>
            <a:avLst/>
            <a:gdLst/>
            <a:ahLst/>
            <a:cxnLst/>
            <a:rect l="l" t="t" r="r" b="b"/>
            <a:pathLst>
              <a:path w="20068" h="41236">
                <a:moveTo>
                  <a:pt x="12019" y="12153"/>
                </a:moveTo>
                <a:lnTo>
                  <a:pt x="20068" y="12153"/>
                </a:lnTo>
                <a:lnTo>
                  <a:pt x="12019" y="8138"/>
                </a:lnTo>
                <a:lnTo>
                  <a:pt x="12019" y="0"/>
                </a:lnTo>
                <a:lnTo>
                  <a:pt x="0" y="12153"/>
                </a:lnTo>
                <a:lnTo>
                  <a:pt x="429" y="41236"/>
                </a:lnTo>
                <a:lnTo>
                  <a:pt x="3970" y="32663"/>
                </a:lnTo>
                <a:lnTo>
                  <a:pt x="12019" y="29516"/>
                </a:lnTo>
                <a:lnTo>
                  <a:pt x="12019" y="12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5927686" y="2859056"/>
            <a:ext cx="24038" cy="81604"/>
          </a:xfrm>
          <a:custGeom>
            <a:avLst/>
            <a:gdLst/>
            <a:ahLst/>
            <a:cxnLst/>
            <a:rect l="l" t="t" r="r" b="b"/>
            <a:pathLst>
              <a:path w="24038" h="81604">
                <a:moveTo>
                  <a:pt x="15990" y="32663"/>
                </a:moveTo>
                <a:lnTo>
                  <a:pt x="24038" y="32663"/>
                </a:lnTo>
                <a:lnTo>
                  <a:pt x="24038" y="5425"/>
                </a:lnTo>
                <a:lnTo>
                  <a:pt x="18672" y="0"/>
                </a:lnTo>
                <a:lnTo>
                  <a:pt x="5365" y="0"/>
                </a:lnTo>
                <a:lnTo>
                  <a:pt x="0" y="5425"/>
                </a:lnTo>
                <a:lnTo>
                  <a:pt x="12019" y="8138"/>
                </a:lnTo>
                <a:lnTo>
                  <a:pt x="15990" y="20401"/>
                </a:lnTo>
                <a:lnTo>
                  <a:pt x="3970" y="32663"/>
                </a:lnTo>
                <a:lnTo>
                  <a:pt x="4507" y="53607"/>
                </a:lnTo>
                <a:lnTo>
                  <a:pt x="8048" y="81604"/>
                </a:lnTo>
                <a:lnTo>
                  <a:pt x="8048" y="44925"/>
                </a:lnTo>
                <a:lnTo>
                  <a:pt x="15990" y="32663"/>
                </a:lnTo>
                <a:lnTo>
                  <a:pt x="15990" y="28539"/>
                </a:lnTo>
                <a:lnTo>
                  <a:pt x="15990" y="32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5935735" y="2891719"/>
            <a:ext cx="7941" cy="17295"/>
          </a:xfrm>
          <a:custGeom>
            <a:avLst/>
            <a:gdLst/>
            <a:ahLst/>
            <a:cxnLst/>
            <a:rect l="l" t="t" r="r" b="b"/>
            <a:pathLst>
              <a:path w="7941" h="17295">
                <a:moveTo>
                  <a:pt x="0" y="12262"/>
                </a:moveTo>
                <a:lnTo>
                  <a:pt x="0" y="17295"/>
                </a:lnTo>
                <a:lnTo>
                  <a:pt x="7941" y="9115"/>
                </a:lnTo>
                <a:lnTo>
                  <a:pt x="7941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5887550" y="2864482"/>
            <a:ext cx="56126" cy="166029"/>
          </a:xfrm>
          <a:custGeom>
            <a:avLst/>
            <a:gdLst/>
            <a:ahLst/>
            <a:cxnLst/>
            <a:rect l="l" t="t" r="r" b="b"/>
            <a:pathLst>
              <a:path w="56126" h="166029">
                <a:moveTo>
                  <a:pt x="48184" y="76178"/>
                </a:moveTo>
                <a:lnTo>
                  <a:pt x="44643" y="48181"/>
                </a:lnTo>
                <a:lnTo>
                  <a:pt x="44106" y="27237"/>
                </a:lnTo>
                <a:lnTo>
                  <a:pt x="56126" y="14975"/>
                </a:lnTo>
                <a:lnTo>
                  <a:pt x="52155" y="2712"/>
                </a:lnTo>
                <a:lnTo>
                  <a:pt x="40136" y="0"/>
                </a:lnTo>
                <a:lnTo>
                  <a:pt x="40136" y="6836"/>
                </a:lnTo>
                <a:lnTo>
                  <a:pt x="40136" y="2712"/>
                </a:lnTo>
                <a:lnTo>
                  <a:pt x="32087" y="2712"/>
                </a:lnTo>
                <a:lnTo>
                  <a:pt x="32087" y="31252"/>
                </a:lnTo>
                <a:lnTo>
                  <a:pt x="36058" y="51762"/>
                </a:lnTo>
                <a:lnTo>
                  <a:pt x="35628" y="22679"/>
                </a:lnTo>
                <a:lnTo>
                  <a:pt x="36058" y="51762"/>
                </a:lnTo>
                <a:lnTo>
                  <a:pt x="24038" y="64024"/>
                </a:lnTo>
                <a:lnTo>
                  <a:pt x="24038" y="129351"/>
                </a:lnTo>
                <a:lnTo>
                  <a:pt x="24038" y="51762"/>
                </a:lnTo>
                <a:lnTo>
                  <a:pt x="16097" y="51762"/>
                </a:lnTo>
                <a:lnTo>
                  <a:pt x="16097" y="72163"/>
                </a:lnTo>
                <a:lnTo>
                  <a:pt x="19531" y="79759"/>
                </a:lnTo>
                <a:lnTo>
                  <a:pt x="16097" y="88440"/>
                </a:lnTo>
                <a:lnTo>
                  <a:pt x="20068" y="108950"/>
                </a:lnTo>
                <a:lnTo>
                  <a:pt x="12019" y="133366"/>
                </a:lnTo>
                <a:lnTo>
                  <a:pt x="16097" y="153767"/>
                </a:lnTo>
                <a:lnTo>
                  <a:pt x="16097" y="162014"/>
                </a:lnTo>
                <a:lnTo>
                  <a:pt x="16097" y="153767"/>
                </a:lnTo>
                <a:lnTo>
                  <a:pt x="12019" y="141613"/>
                </a:lnTo>
                <a:lnTo>
                  <a:pt x="0" y="145628"/>
                </a:lnTo>
                <a:lnTo>
                  <a:pt x="12019" y="141613"/>
                </a:lnTo>
                <a:lnTo>
                  <a:pt x="0" y="129351"/>
                </a:lnTo>
                <a:lnTo>
                  <a:pt x="0" y="153767"/>
                </a:lnTo>
                <a:lnTo>
                  <a:pt x="3970" y="166029"/>
                </a:lnTo>
                <a:lnTo>
                  <a:pt x="24038" y="166029"/>
                </a:lnTo>
                <a:lnTo>
                  <a:pt x="24038" y="133366"/>
                </a:lnTo>
                <a:lnTo>
                  <a:pt x="32087" y="133366"/>
                </a:lnTo>
                <a:lnTo>
                  <a:pt x="32087" y="101679"/>
                </a:lnTo>
                <a:lnTo>
                  <a:pt x="40136" y="93540"/>
                </a:lnTo>
                <a:lnTo>
                  <a:pt x="32087" y="96687"/>
                </a:lnTo>
                <a:lnTo>
                  <a:pt x="28545" y="105260"/>
                </a:lnTo>
                <a:lnTo>
                  <a:pt x="28116" y="76178"/>
                </a:lnTo>
                <a:lnTo>
                  <a:pt x="40136" y="64024"/>
                </a:lnTo>
                <a:lnTo>
                  <a:pt x="40136" y="14975"/>
                </a:lnTo>
                <a:lnTo>
                  <a:pt x="48184" y="761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5927686" y="2879457"/>
            <a:ext cx="8048" cy="61203"/>
          </a:xfrm>
          <a:custGeom>
            <a:avLst/>
            <a:gdLst/>
            <a:ahLst/>
            <a:cxnLst/>
            <a:rect l="l" t="t" r="r" b="b"/>
            <a:pathLst>
              <a:path w="8048" h="61203">
                <a:moveTo>
                  <a:pt x="0" y="49049"/>
                </a:moveTo>
                <a:lnTo>
                  <a:pt x="0" y="57188"/>
                </a:lnTo>
                <a:lnTo>
                  <a:pt x="8048" y="61203"/>
                </a:lnTo>
                <a:lnTo>
                  <a:pt x="0" y="0"/>
                </a:lnTo>
                <a:lnTo>
                  <a:pt x="0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5871560" y="3006095"/>
            <a:ext cx="32087" cy="151054"/>
          </a:xfrm>
          <a:custGeom>
            <a:avLst/>
            <a:gdLst/>
            <a:ahLst/>
            <a:cxnLst/>
            <a:rect l="l" t="t" r="r" b="b"/>
            <a:pathLst>
              <a:path w="32087" h="151054">
                <a:moveTo>
                  <a:pt x="32087" y="24416"/>
                </a:moveTo>
                <a:lnTo>
                  <a:pt x="19960" y="24416"/>
                </a:lnTo>
                <a:lnTo>
                  <a:pt x="15990" y="12153"/>
                </a:lnTo>
                <a:lnTo>
                  <a:pt x="15990" y="0"/>
                </a:lnTo>
                <a:lnTo>
                  <a:pt x="11482" y="27997"/>
                </a:lnTo>
                <a:lnTo>
                  <a:pt x="7941" y="36678"/>
                </a:lnTo>
                <a:lnTo>
                  <a:pt x="7941" y="31645"/>
                </a:lnTo>
                <a:lnTo>
                  <a:pt x="3434" y="60769"/>
                </a:lnTo>
                <a:lnTo>
                  <a:pt x="0" y="64274"/>
                </a:lnTo>
                <a:lnTo>
                  <a:pt x="0" y="151054"/>
                </a:lnTo>
                <a:lnTo>
                  <a:pt x="0" y="69341"/>
                </a:lnTo>
                <a:lnTo>
                  <a:pt x="4507" y="127072"/>
                </a:lnTo>
                <a:lnTo>
                  <a:pt x="7941" y="118391"/>
                </a:lnTo>
                <a:lnTo>
                  <a:pt x="12448" y="86161"/>
                </a:lnTo>
                <a:lnTo>
                  <a:pt x="15990" y="77589"/>
                </a:lnTo>
                <a:lnTo>
                  <a:pt x="20497" y="53498"/>
                </a:lnTo>
                <a:lnTo>
                  <a:pt x="24038" y="44925"/>
                </a:lnTo>
                <a:lnTo>
                  <a:pt x="32087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5847414" y="3030512"/>
            <a:ext cx="56233" cy="171564"/>
          </a:xfrm>
          <a:custGeom>
            <a:avLst/>
            <a:gdLst/>
            <a:ahLst/>
            <a:cxnLst/>
            <a:rect l="l" t="t" r="r" b="b"/>
            <a:pathLst>
              <a:path w="56233" h="171564">
                <a:moveTo>
                  <a:pt x="24145" y="126638"/>
                </a:moveTo>
                <a:lnTo>
                  <a:pt x="24145" y="39857"/>
                </a:lnTo>
                <a:lnTo>
                  <a:pt x="16097" y="48072"/>
                </a:lnTo>
                <a:lnTo>
                  <a:pt x="16097" y="61311"/>
                </a:lnTo>
                <a:lnTo>
                  <a:pt x="19638" y="77155"/>
                </a:lnTo>
                <a:lnTo>
                  <a:pt x="20068" y="114376"/>
                </a:lnTo>
                <a:lnTo>
                  <a:pt x="12126" y="138900"/>
                </a:lnTo>
                <a:lnTo>
                  <a:pt x="16097" y="159301"/>
                </a:lnTo>
                <a:lnTo>
                  <a:pt x="16097" y="167440"/>
                </a:lnTo>
                <a:lnTo>
                  <a:pt x="16097" y="159301"/>
                </a:lnTo>
                <a:lnTo>
                  <a:pt x="12126" y="147039"/>
                </a:lnTo>
                <a:lnTo>
                  <a:pt x="0" y="151163"/>
                </a:lnTo>
                <a:lnTo>
                  <a:pt x="12126" y="147039"/>
                </a:lnTo>
                <a:lnTo>
                  <a:pt x="0" y="134777"/>
                </a:lnTo>
                <a:lnTo>
                  <a:pt x="0" y="159301"/>
                </a:lnTo>
                <a:lnTo>
                  <a:pt x="4077" y="171564"/>
                </a:lnTo>
                <a:lnTo>
                  <a:pt x="24145" y="171564"/>
                </a:lnTo>
                <a:lnTo>
                  <a:pt x="24146" y="138900"/>
                </a:lnTo>
                <a:lnTo>
                  <a:pt x="32087" y="138900"/>
                </a:lnTo>
                <a:lnTo>
                  <a:pt x="24145" y="134777"/>
                </a:lnTo>
                <a:lnTo>
                  <a:pt x="32087" y="138900"/>
                </a:lnTo>
                <a:lnTo>
                  <a:pt x="32087" y="99118"/>
                </a:lnTo>
                <a:lnTo>
                  <a:pt x="40136" y="90828"/>
                </a:lnTo>
                <a:lnTo>
                  <a:pt x="40135" y="58164"/>
                </a:lnTo>
                <a:lnTo>
                  <a:pt x="48184" y="50025"/>
                </a:lnTo>
                <a:lnTo>
                  <a:pt x="48184" y="25501"/>
                </a:lnTo>
                <a:lnTo>
                  <a:pt x="56233" y="17362"/>
                </a:lnTo>
                <a:lnTo>
                  <a:pt x="56233" y="0"/>
                </a:lnTo>
                <a:lnTo>
                  <a:pt x="48184" y="20509"/>
                </a:lnTo>
                <a:lnTo>
                  <a:pt x="44643" y="29082"/>
                </a:lnTo>
                <a:lnTo>
                  <a:pt x="40136" y="53172"/>
                </a:lnTo>
                <a:lnTo>
                  <a:pt x="36594" y="61745"/>
                </a:lnTo>
                <a:lnTo>
                  <a:pt x="32087" y="93975"/>
                </a:lnTo>
                <a:lnTo>
                  <a:pt x="28653" y="102656"/>
                </a:lnTo>
                <a:lnTo>
                  <a:pt x="24145" y="44925"/>
                </a:lnTo>
                <a:lnTo>
                  <a:pt x="24145" y="1266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5927686" y="2752819"/>
            <a:ext cx="128349" cy="130762"/>
          </a:xfrm>
          <a:custGeom>
            <a:avLst/>
            <a:gdLst/>
            <a:ahLst/>
            <a:cxnLst/>
            <a:rect l="l" t="t" r="r" b="b"/>
            <a:pathLst>
              <a:path w="128349" h="130762">
                <a:moveTo>
                  <a:pt x="52119" y="24524"/>
                </a:moveTo>
                <a:lnTo>
                  <a:pt x="48077" y="16385"/>
                </a:lnTo>
                <a:lnTo>
                  <a:pt x="48077" y="24524"/>
                </a:lnTo>
                <a:lnTo>
                  <a:pt x="52119" y="24524"/>
                </a:lnTo>
                <a:close/>
              </a:path>
              <a:path w="128349" h="130762">
                <a:moveTo>
                  <a:pt x="32087" y="114376"/>
                </a:moveTo>
                <a:lnTo>
                  <a:pt x="32087" y="97990"/>
                </a:lnTo>
                <a:lnTo>
                  <a:pt x="20068" y="97990"/>
                </a:lnTo>
                <a:lnTo>
                  <a:pt x="20068" y="89851"/>
                </a:lnTo>
                <a:lnTo>
                  <a:pt x="8048" y="93975"/>
                </a:lnTo>
                <a:lnTo>
                  <a:pt x="20068" y="89851"/>
                </a:lnTo>
                <a:lnTo>
                  <a:pt x="28009" y="73573"/>
                </a:lnTo>
                <a:lnTo>
                  <a:pt x="8048" y="73573"/>
                </a:lnTo>
                <a:lnTo>
                  <a:pt x="8048" y="89851"/>
                </a:lnTo>
                <a:lnTo>
                  <a:pt x="15990" y="85836"/>
                </a:lnTo>
                <a:lnTo>
                  <a:pt x="15990" y="77589"/>
                </a:lnTo>
                <a:lnTo>
                  <a:pt x="15990" y="85836"/>
                </a:lnTo>
                <a:lnTo>
                  <a:pt x="8048" y="89851"/>
                </a:lnTo>
                <a:lnTo>
                  <a:pt x="8048" y="102113"/>
                </a:lnTo>
                <a:lnTo>
                  <a:pt x="12019" y="114376"/>
                </a:lnTo>
                <a:lnTo>
                  <a:pt x="24038" y="102113"/>
                </a:lnTo>
                <a:lnTo>
                  <a:pt x="32087" y="114376"/>
                </a:lnTo>
                <a:close/>
              </a:path>
              <a:path w="128349" h="130762">
                <a:moveTo>
                  <a:pt x="8048" y="89851"/>
                </a:moveTo>
                <a:lnTo>
                  <a:pt x="0" y="89851"/>
                </a:lnTo>
                <a:lnTo>
                  <a:pt x="0" y="125227"/>
                </a:lnTo>
                <a:lnTo>
                  <a:pt x="5365" y="130762"/>
                </a:lnTo>
                <a:lnTo>
                  <a:pt x="18672" y="130762"/>
                </a:lnTo>
                <a:lnTo>
                  <a:pt x="24038" y="125227"/>
                </a:lnTo>
                <a:lnTo>
                  <a:pt x="24038" y="110252"/>
                </a:lnTo>
                <a:lnTo>
                  <a:pt x="24038" y="114376"/>
                </a:lnTo>
                <a:lnTo>
                  <a:pt x="32087" y="114376"/>
                </a:lnTo>
                <a:lnTo>
                  <a:pt x="24038" y="102113"/>
                </a:lnTo>
                <a:lnTo>
                  <a:pt x="12019" y="114376"/>
                </a:lnTo>
                <a:lnTo>
                  <a:pt x="8048" y="102113"/>
                </a:lnTo>
                <a:lnTo>
                  <a:pt x="8048" y="89851"/>
                </a:lnTo>
                <a:close/>
              </a:path>
              <a:path w="128349" h="130762">
                <a:moveTo>
                  <a:pt x="20068" y="89851"/>
                </a:moveTo>
                <a:lnTo>
                  <a:pt x="20068" y="97990"/>
                </a:lnTo>
                <a:lnTo>
                  <a:pt x="40136" y="97990"/>
                </a:lnTo>
                <a:lnTo>
                  <a:pt x="32087" y="53064"/>
                </a:lnTo>
                <a:lnTo>
                  <a:pt x="32087" y="44925"/>
                </a:lnTo>
                <a:lnTo>
                  <a:pt x="32087" y="53064"/>
                </a:lnTo>
                <a:lnTo>
                  <a:pt x="36594" y="78131"/>
                </a:lnTo>
                <a:lnTo>
                  <a:pt x="40136" y="74517"/>
                </a:lnTo>
                <a:lnTo>
                  <a:pt x="48077" y="66411"/>
                </a:lnTo>
                <a:lnTo>
                  <a:pt x="40136" y="69450"/>
                </a:lnTo>
                <a:lnTo>
                  <a:pt x="36058" y="65326"/>
                </a:lnTo>
                <a:lnTo>
                  <a:pt x="44106" y="49049"/>
                </a:lnTo>
                <a:lnTo>
                  <a:pt x="44106" y="40910"/>
                </a:lnTo>
                <a:lnTo>
                  <a:pt x="40136" y="36786"/>
                </a:lnTo>
                <a:lnTo>
                  <a:pt x="40136" y="24524"/>
                </a:lnTo>
                <a:lnTo>
                  <a:pt x="32087" y="24524"/>
                </a:lnTo>
                <a:lnTo>
                  <a:pt x="32087" y="93975"/>
                </a:lnTo>
                <a:lnTo>
                  <a:pt x="32087" y="85836"/>
                </a:lnTo>
                <a:lnTo>
                  <a:pt x="20068" y="89851"/>
                </a:lnTo>
                <a:close/>
              </a:path>
              <a:path w="128349" h="130762">
                <a:moveTo>
                  <a:pt x="28009" y="73573"/>
                </a:moveTo>
                <a:lnTo>
                  <a:pt x="20068" y="89851"/>
                </a:lnTo>
                <a:lnTo>
                  <a:pt x="32087" y="85836"/>
                </a:lnTo>
                <a:lnTo>
                  <a:pt x="32087" y="40910"/>
                </a:lnTo>
                <a:lnTo>
                  <a:pt x="27580" y="52630"/>
                </a:lnTo>
                <a:lnTo>
                  <a:pt x="24038" y="61311"/>
                </a:lnTo>
                <a:lnTo>
                  <a:pt x="15990" y="64350"/>
                </a:lnTo>
                <a:lnTo>
                  <a:pt x="15990" y="73573"/>
                </a:lnTo>
                <a:lnTo>
                  <a:pt x="28009" y="73573"/>
                </a:lnTo>
                <a:close/>
              </a:path>
              <a:path w="128349" h="130762">
                <a:moveTo>
                  <a:pt x="15990" y="64350"/>
                </a:moveTo>
                <a:lnTo>
                  <a:pt x="24038" y="61311"/>
                </a:lnTo>
                <a:lnTo>
                  <a:pt x="27580" y="52630"/>
                </a:lnTo>
                <a:lnTo>
                  <a:pt x="32087" y="40910"/>
                </a:lnTo>
                <a:lnTo>
                  <a:pt x="24038" y="40910"/>
                </a:lnTo>
                <a:lnTo>
                  <a:pt x="24038" y="56211"/>
                </a:lnTo>
                <a:lnTo>
                  <a:pt x="15990" y="64350"/>
                </a:lnTo>
                <a:close/>
              </a:path>
              <a:path w="128349" h="130762">
                <a:moveTo>
                  <a:pt x="48077" y="16385"/>
                </a:moveTo>
                <a:lnTo>
                  <a:pt x="40136" y="16385"/>
                </a:lnTo>
                <a:lnTo>
                  <a:pt x="40136" y="36786"/>
                </a:lnTo>
                <a:lnTo>
                  <a:pt x="44106" y="40910"/>
                </a:lnTo>
                <a:lnTo>
                  <a:pt x="44106" y="49049"/>
                </a:lnTo>
                <a:lnTo>
                  <a:pt x="36058" y="65326"/>
                </a:lnTo>
                <a:lnTo>
                  <a:pt x="40136" y="69450"/>
                </a:lnTo>
                <a:lnTo>
                  <a:pt x="48077" y="66411"/>
                </a:lnTo>
                <a:lnTo>
                  <a:pt x="48077" y="53064"/>
                </a:lnTo>
                <a:lnTo>
                  <a:pt x="56126" y="49049"/>
                </a:lnTo>
                <a:lnTo>
                  <a:pt x="56126" y="44925"/>
                </a:lnTo>
                <a:lnTo>
                  <a:pt x="56126" y="49049"/>
                </a:lnTo>
                <a:lnTo>
                  <a:pt x="64174" y="49049"/>
                </a:lnTo>
                <a:lnTo>
                  <a:pt x="64174" y="40910"/>
                </a:lnTo>
                <a:lnTo>
                  <a:pt x="52155" y="40910"/>
                </a:lnTo>
                <a:lnTo>
                  <a:pt x="56126" y="36786"/>
                </a:lnTo>
                <a:lnTo>
                  <a:pt x="52155" y="24524"/>
                </a:lnTo>
                <a:lnTo>
                  <a:pt x="48077" y="28648"/>
                </a:lnTo>
                <a:lnTo>
                  <a:pt x="48077" y="16385"/>
                </a:lnTo>
                <a:close/>
              </a:path>
              <a:path w="128349" h="130762">
                <a:moveTo>
                  <a:pt x="64174" y="40910"/>
                </a:moveTo>
                <a:lnTo>
                  <a:pt x="72223" y="40910"/>
                </a:lnTo>
                <a:lnTo>
                  <a:pt x="72223" y="32663"/>
                </a:lnTo>
                <a:lnTo>
                  <a:pt x="80164" y="32663"/>
                </a:lnTo>
                <a:lnTo>
                  <a:pt x="72223" y="24524"/>
                </a:lnTo>
                <a:lnTo>
                  <a:pt x="68145" y="24524"/>
                </a:lnTo>
                <a:lnTo>
                  <a:pt x="60096" y="32663"/>
                </a:lnTo>
                <a:lnTo>
                  <a:pt x="60096" y="16385"/>
                </a:lnTo>
                <a:lnTo>
                  <a:pt x="56126" y="8247"/>
                </a:lnTo>
                <a:lnTo>
                  <a:pt x="48077" y="8247"/>
                </a:lnTo>
                <a:lnTo>
                  <a:pt x="56126" y="16385"/>
                </a:lnTo>
                <a:lnTo>
                  <a:pt x="56126" y="20401"/>
                </a:lnTo>
                <a:lnTo>
                  <a:pt x="56126" y="16385"/>
                </a:lnTo>
                <a:lnTo>
                  <a:pt x="48077" y="8247"/>
                </a:lnTo>
                <a:lnTo>
                  <a:pt x="48077" y="16385"/>
                </a:lnTo>
                <a:lnTo>
                  <a:pt x="52119" y="24524"/>
                </a:lnTo>
                <a:lnTo>
                  <a:pt x="48077" y="24524"/>
                </a:lnTo>
                <a:lnTo>
                  <a:pt x="48077" y="28648"/>
                </a:lnTo>
                <a:lnTo>
                  <a:pt x="52155" y="24524"/>
                </a:lnTo>
                <a:lnTo>
                  <a:pt x="56126" y="36786"/>
                </a:lnTo>
                <a:lnTo>
                  <a:pt x="60239" y="32663"/>
                </a:lnTo>
                <a:lnTo>
                  <a:pt x="64174" y="28648"/>
                </a:lnTo>
                <a:lnTo>
                  <a:pt x="64174" y="40910"/>
                </a:lnTo>
                <a:close/>
              </a:path>
              <a:path w="128349" h="130762">
                <a:moveTo>
                  <a:pt x="56126" y="36859"/>
                </a:moveTo>
                <a:lnTo>
                  <a:pt x="60239" y="32663"/>
                </a:lnTo>
                <a:lnTo>
                  <a:pt x="56126" y="36786"/>
                </a:lnTo>
                <a:lnTo>
                  <a:pt x="52155" y="40910"/>
                </a:lnTo>
                <a:lnTo>
                  <a:pt x="64174" y="40910"/>
                </a:lnTo>
                <a:lnTo>
                  <a:pt x="64174" y="28648"/>
                </a:lnTo>
                <a:lnTo>
                  <a:pt x="60239" y="32663"/>
                </a:lnTo>
                <a:lnTo>
                  <a:pt x="56126" y="36859"/>
                </a:lnTo>
                <a:close/>
              </a:path>
              <a:path w="128349" h="130762">
                <a:moveTo>
                  <a:pt x="48077" y="53064"/>
                </a:moveTo>
                <a:lnTo>
                  <a:pt x="48077" y="65326"/>
                </a:lnTo>
                <a:lnTo>
                  <a:pt x="56126" y="65326"/>
                </a:lnTo>
                <a:lnTo>
                  <a:pt x="56126" y="49049"/>
                </a:lnTo>
                <a:lnTo>
                  <a:pt x="48077" y="53064"/>
                </a:lnTo>
                <a:close/>
              </a:path>
              <a:path w="128349" h="130762">
                <a:moveTo>
                  <a:pt x="80164" y="32663"/>
                </a:moveTo>
                <a:lnTo>
                  <a:pt x="76194" y="24524"/>
                </a:lnTo>
                <a:lnTo>
                  <a:pt x="72223" y="20401"/>
                </a:lnTo>
                <a:lnTo>
                  <a:pt x="80164" y="12262"/>
                </a:lnTo>
                <a:lnTo>
                  <a:pt x="84242" y="0"/>
                </a:lnTo>
                <a:lnTo>
                  <a:pt x="56126" y="0"/>
                </a:lnTo>
                <a:lnTo>
                  <a:pt x="68145" y="8247"/>
                </a:lnTo>
                <a:lnTo>
                  <a:pt x="68145" y="24524"/>
                </a:lnTo>
                <a:lnTo>
                  <a:pt x="72223" y="24524"/>
                </a:lnTo>
                <a:lnTo>
                  <a:pt x="80164" y="32663"/>
                </a:lnTo>
                <a:close/>
              </a:path>
              <a:path w="128349" h="130762">
                <a:moveTo>
                  <a:pt x="60096" y="32663"/>
                </a:moveTo>
                <a:lnTo>
                  <a:pt x="68145" y="24524"/>
                </a:lnTo>
                <a:lnTo>
                  <a:pt x="68145" y="8247"/>
                </a:lnTo>
                <a:lnTo>
                  <a:pt x="56126" y="0"/>
                </a:lnTo>
                <a:lnTo>
                  <a:pt x="56126" y="8247"/>
                </a:lnTo>
                <a:lnTo>
                  <a:pt x="60096" y="16385"/>
                </a:lnTo>
                <a:lnTo>
                  <a:pt x="60096" y="32663"/>
                </a:lnTo>
                <a:close/>
              </a:path>
              <a:path w="128349" h="130762">
                <a:moveTo>
                  <a:pt x="128349" y="8247"/>
                </a:moveTo>
                <a:lnTo>
                  <a:pt x="112252" y="8247"/>
                </a:lnTo>
                <a:lnTo>
                  <a:pt x="112252" y="20401"/>
                </a:lnTo>
                <a:lnTo>
                  <a:pt x="108281" y="8247"/>
                </a:lnTo>
                <a:lnTo>
                  <a:pt x="100232" y="8247"/>
                </a:lnTo>
                <a:lnTo>
                  <a:pt x="100232" y="24524"/>
                </a:lnTo>
                <a:lnTo>
                  <a:pt x="88213" y="12262"/>
                </a:lnTo>
                <a:lnTo>
                  <a:pt x="92184" y="0"/>
                </a:lnTo>
                <a:lnTo>
                  <a:pt x="84242" y="0"/>
                </a:lnTo>
                <a:lnTo>
                  <a:pt x="80164" y="12262"/>
                </a:lnTo>
                <a:lnTo>
                  <a:pt x="72223" y="20401"/>
                </a:lnTo>
                <a:lnTo>
                  <a:pt x="76194" y="24524"/>
                </a:lnTo>
                <a:lnTo>
                  <a:pt x="80164" y="32663"/>
                </a:lnTo>
                <a:lnTo>
                  <a:pt x="80164" y="24524"/>
                </a:lnTo>
                <a:lnTo>
                  <a:pt x="92184" y="24524"/>
                </a:lnTo>
                <a:lnTo>
                  <a:pt x="104310" y="32663"/>
                </a:lnTo>
                <a:lnTo>
                  <a:pt x="104310" y="20401"/>
                </a:lnTo>
                <a:lnTo>
                  <a:pt x="116330" y="32663"/>
                </a:lnTo>
                <a:lnTo>
                  <a:pt x="122983" y="49049"/>
                </a:lnTo>
                <a:lnTo>
                  <a:pt x="128349" y="43515"/>
                </a:lnTo>
                <a:lnTo>
                  <a:pt x="128349" y="8247"/>
                </a:lnTo>
                <a:close/>
              </a:path>
              <a:path w="128349" h="130762">
                <a:moveTo>
                  <a:pt x="88213" y="12262"/>
                </a:moveTo>
                <a:lnTo>
                  <a:pt x="100232" y="24524"/>
                </a:lnTo>
                <a:lnTo>
                  <a:pt x="100232" y="8247"/>
                </a:lnTo>
                <a:lnTo>
                  <a:pt x="108281" y="8247"/>
                </a:lnTo>
                <a:lnTo>
                  <a:pt x="112252" y="20401"/>
                </a:lnTo>
                <a:lnTo>
                  <a:pt x="112252" y="0"/>
                </a:lnTo>
                <a:lnTo>
                  <a:pt x="92184" y="0"/>
                </a:lnTo>
                <a:lnTo>
                  <a:pt x="88213" y="12262"/>
                </a:lnTo>
                <a:close/>
              </a:path>
              <a:path w="128349" h="130762">
                <a:moveTo>
                  <a:pt x="109676" y="49049"/>
                </a:moveTo>
                <a:lnTo>
                  <a:pt x="108281" y="32663"/>
                </a:lnTo>
                <a:lnTo>
                  <a:pt x="104310" y="28648"/>
                </a:lnTo>
                <a:lnTo>
                  <a:pt x="108281" y="32663"/>
                </a:lnTo>
                <a:lnTo>
                  <a:pt x="109676" y="49049"/>
                </a:lnTo>
                <a:lnTo>
                  <a:pt x="122983" y="49049"/>
                </a:lnTo>
                <a:lnTo>
                  <a:pt x="116330" y="32663"/>
                </a:lnTo>
                <a:lnTo>
                  <a:pt x="104310" y="20401"/>
                </a:lnTo>
                <a:lnTo>
                  <a:pt x="104310" y="43515"/>
                </a:lnTo>
                <a:lnTo>
                  <a:pt x="109676" y="49049"/>
                </a:lnTo>
                <a:close/>
              </a:path>
              <a:path w="128349" h="130762">
                <a:moveTo>
                  <a:pt x="88213" y="24524"/>
                </a:moveTo>
                <a:lnTo>
                  <a:pt x="88213" y="32663"/>
                </a:lnTo>
                <a:lnTo>
                  <a:pt x="104310" y="32663"/>
                </a:lnTo>
                <a:lnTo>
                  <a:pt x="92184" y="24524"/>
                </a:lnTo>
                <a:lnTo>
                  <a:pt x="88213" y="24524"/>
                </a:lnTo>
                <a:close/>
              </a:path>
              <a:path w="128349" h="130762">
                <a:moveTo>
                  <a:pt x="40136" y="97990"/>
                </a:moveTo>
                <a:lnTo>
                  <a:pt x="40136" y="74517"/>
                </a:lnTo>
                <a:lnTo>
                  <a:pt x="36594" y="78131"/>
                </a:lnTo>
                <a:lnTo>
                  <a:pt x="32087" y="53064"/>
                </a:lnTo>
                <a:lnTo>
                  <a:pt x="40136" y="9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6072026" y="2801868"/>
            <a:ext cx="8048" cy="15333"/>
          </a:xfrm>
          <a:custGeom>
            <a:avLst/>
            <a:gdLst/>
            <a:ahLst/>
            <a:cxnLst/>
            <a:rect l="l" t="t" r="r" b="b"/>
            <a:pathLst>
              <a:path w="8048" h="15333">
                <a:moveTo>
                  <a:pt x="8048" y="0"/>
                </a:moveTo>
                <a:lnTo>
                  <a:pt x="0" y="0"/>
                </a:lnTo>
                <a:lnTo>
                  <a:pt x="4507" y="11719"/>
                </a:lnTo>
                <a:lnTo>
                  <a:pt x="8048" y="15333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6076104" y="2822269"/>
            <a:ext cx="19960" cy="36786"/>
          </a:xfrm>
          <a:custGeom>
            <a:avLst/>
            <a:gdLst/>
            <a:ahLst/>
            <a:cxnLst/>
            <a:rect l="l" t="t" r="r" b="b"/>
            <a:pathLst>
              <a:path w="19960" h="36786">
                <a:moveTo>
                  <a:pt x="19960" y="12262"/>
                </a:moveTo>
                <a:lnTo>
                  <a:pt x="12019" y="12262"/>
                </a:lnTo>
                <a:lnTo>
                  <a:pt x="12019" y="16385"/>
                </a:lnTo>
                <a:lnTo>
                  <a:pt x="12019" y="12262"/>
                </a:lnTo>
                <a:lnTo>
                  <a:pt x="3970" y="0"/>
                </a:lnTo>
                <a:lnTo>
                  <a:pt x="0" y="12262"/>
                </a:lnTo>
                <a:lnTo>
                  <a:pt x="12019" y="24524"/>
                </a:lnTo>
                <a:lnTo>
                  <a:pt x="19960" y="36786"/>
                </a:lnTo>
                <a:lnTo>
                  <a:pt x="1996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6047987" y="2810007"/>
            <a:ext cx="8048" cy="16385"/>
          </a:xfrm>
          <a:custGeom>
            <a:avLst/>
            <a:gdLst/>
            <a:ahLst/>
            <a:cxnLst/>
            <a:rect l="l" t="t" r="r" b="b"/>
            <a:pathLst>
              <a:path w="8048" h="16385">
                <a:moveTo>
                  <a:pt x="0" y="0"/>
                </a:moveTo>
                <a:lnTo>
                  <a:pt x="0" y="16385"/>
                </a:lnTo>
                <a:lnTo>
                  <a:pt x="8048" y="16385"/>
                </a:lnTo>
                <a:lnTo>
                  <a:pt x="8048" y="412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6092094" y="2871318"/>
            <a:ext cx="12019" cy="36678"/>
          </a:xfrm>
          <a:custGeom>
            <a:avLst/>
            <a:gdLst/>
            <a:ahLst/>
            <a:cxnLst/>
            <a:rect l="l" t="t" r="r" b="b"/>
            <a:pathLst>
              <a:path w="12019" h="36678">
                <a:moveTo>
                  <a:pt x="0" y="12262"/>
                </a:moveTo>
                <a:lnTo>
                  <a:pt x="8048" y="36678"/>
                </a:lnTo>
                <a:lnTo>
                  <a:pt x="12019" y="24416"/>
                </a:lnTo>
                <a:lnTo>
                  <a:pt x="12019" y="12262"/>
                </a:lnTo>
                <a:lnTo>
                  <a:pt x="397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6112162" y="2907997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20509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8048" y="24524"/>
                </a:lnTo>
                <a:lnTo>
                  <a:pt x="0" y="4123"/>
                </a:lnTo>
                <a:lnTo>
                  <a:pt x="8048" y="24524"/>
                </a:lnTo>
                <a:lnTo>
                  <a:pt x="8048" y="205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6104113" y="2957046"/>
            <a:ext cx="8048" cy="25501"/>
          </a:xfrm>
          <a:custGeom>
            <a:avLst/>
            <a:gdLst/>
            <a:ahLst/>
            <a:cxnLst/>
            <a:rect l="l" t="t" r="r" b="b"/>
            <a:pathLst>
              <a:path w="8048" h="25501">
                <a:moveTo>
                  <a:pt x="8048" y="25501"/>
                </a:moveTo>
                <a:lnTo>
                  <a:pt x="8048" y="20401"/>
                </a:lnTo>
                <a:lnTo>
                  <a:pt x="0" y="0"/>
                </a:lnTo>
                <a:lnTo>
                  <a:pt x="0" y="17362"/>
                </a:lnTo>
                <a:lnTo>
                  <a:pt x="8048" y="255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6120211" y="2960627"/>
            <a:ext cx="24038" cy="159735"/>
          </a:xfrm>
          <a:custGeom>
            <a:avLst/>
            <a:gdLst/>
            <a:ahLst/>
            <a:cxnLst/>
            <a:rect l="l" t="t" r="r" b="b"/>
            <a:pathLst>
              <a:path w="24038" h="159735">
                <a:moveTo>
                  <a:pt x="0" y="61745"/>
                </a:moveTo>
                <a:lnTo>
                  <a:pt x="0" y="94409"/>
                </a:lnTo>
                <a:lnTo>
                  <a:pt x="7941" y="94409"/>
                </a:lnTo>
                <a:lnTo>
                  <a:pt x="7941" y="90394"/>
                </a:lnTo>
                <a:lnTo>
                  <a:pt x="7941" y="111771"/>
                </a:lnTo>
                <a:lnTo>
                  <a:pt x="15990" y="119910"/>
                </a:lnTo>
                <a:lnTo>
                  <a:pt x="15990" y="159735"/>
                </a:lnTo>
                <a:lnTo>
                  <a:pt x="24038" y="159735"/>
                </a:lnTo>
                <a:lnTo>
                  <a:pt x="24038" y="69884"/>
                </a:lnTo>
                <a:lnTo>
                  <a:pt x="15990" y="41344"/>
                </a:lnTo>
                <a:lnTo>
                  <a:pt x="15990" y="49483"/>
                </a:lnTo>
                <a:lnTo>
                  <a:pt x="15990" y="37221"/>
                </a:lnTo>
                <a:lnTo>
                  <a:pt x="7941" y="8681"/>
                </a:lnTo>
                <a:lnTo>
                  <a:pt x="15990" y="37221"/>
                </a:lnTo>
                <a:lnTo>
                  <a:pt x="15990" y="11719"/>
                </a:lnTo>
                <a:lnTo>
                  <a:pt x="7941" y="3505"/>
                </a:lnTo>
                <a:lnTo>
                  <a:pt x="4507" y="0"/>
                </a:lnTo>
                <a:lnTo>
                  <a:pt x="3970" y="37221"/>
                </a:lnTo>
                <a:lnTo>
                  <a:pt x="12019" y="61745"/>
                </a:lnTo>
                <a:lnTo>
                  <a:pt x="12019" y="69884"/>
                </a:lnTo>
                <a:lnTo>
                  <a:pt x="20068" y="94409"/>
                </a:lnTo>
                <a:lnTo>
                  <a:pt x="19531" y="123491"/>
                </a:lnTo>
                <a:lnTo>
                  <a:pt x="15990" y="114810"/>
                </a:lnTo>
                <a:lnTo>
                  <a:pt x="20068" y="94409"/>
                </a:lnTo>
                <a:lnTo>
                  <a:pt x="7941" y="82146"/>
                </a:lnTo>
                <a:lnTo>
                  <a:pt x="0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6115703" y="2944784"/>
            <a:ext cx="24575" cy="110252"/>
          </a:xfrm>
          <a:custGeom>
            <a:avLst/>
            <a:gdLst/>
            <a:ahLst/>
            <a:cxnLst/>
            <a:rect l="l" t="t" r="r" b="b"/>
            <a:pathLst>
              <a:path w="24575" h="110252">
                <a:moveTo>
                  <a:pt x="24575" y="110252"/>
                </a:moveTo>
                <a:lnTo>
                  <a:pt x="16526" y="85727"/>
                </a:lnTo>
                <a:lnTo>
                  <a:pt x="16526" y="77589"/>
                </a:lnTo>
                <a:lnTo>
                  <a:pt x="4507" y="73465"/>
                </a:lnTo>
                <a:lnTo>
                  <a:pt x="4507" y="65326"/>
                </a:lnTo>
                <a:lnTo>
                  <a:pt x="16526" y="77589"/>
                </a:lnTo>
                <a:lnTo>
                  <a:pt x="8477" y="53064"/>
                </a:lnTo>
                <a:lnTo>
                  <a:pt x="4507" y="0"/>
                </a:lnTo>
                <a:lnTo>
                  <a:pt x="429" y="12262"/>
                </a:lnTo>
                <a:lnTo>
                  <a:pt x="0" y="41344"/>
                </a:lnTo>
                <a:lnTo>
                  <a:pt x="4507" y="77589"/>
                </a:lnTo>
                <a:lnTo>
                  <a:pt x="12448" y="97990"/>
                </a:lnTo>
                <a:lnTo>
                  <a:pt x="24575" y="1102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6080075" y="2859056"/>
            <a:ext cx="28116" cy="97990"/>
          </a:xfrm>
          <a:custGeom>
            <a:avLst/>
            <a:gdLst/>
            <a:ahLst/>
            <a:cxnLst/>
            <a:rect l="l" t="t" r="r" b="b"/>
            <a:pathLst>
              <a:path w="28116" h="97990">
                <a:moveTo>
                  <a:pt x="15990" y="73465"/>
                </a:moveTo>
                <a:lnTo>
                  <a:pt x="15990" y="97990"/>
                </a:lnTo>
                <a:lnTo>
                  <a:pt x="24038" y="97990"/>
                </a:lnTo>
                <a:lnTo>
                  <a:pt x="24038" y="85727"/>
                </a:lnTo>
                <a:lnTo>
                  <a:pt x="28116" y="73465"/>
                </a:lnTo>
                <a:lnTo>
                  <a:pt x="20068" y="48940"/>
                </a:lnTo>
                <a:lnTo>
                  <a:pt x="15990" y="61203"/>
                </a:lnTo>
                <a:lnTo>
                  <a:pt x="15990" y="69450"/>
                </a:lnTo>
                <a:lnTo>
                  <a:pt x="15990" y="61203"/>
                </a:lnTo>
                <a:lnTo>
                  <a:pt x="20068" y="48940"/>
                </a:ln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015"/>
                </a:lnTo>
                <a:lnTo>
                  <a:pt x="15990" y="12262"/>
                </a:lnTo>
                <a:lnTo>
                  <a:pt x="24038" y="24524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36678"/>
                </a:lnTo>
                <a:lnTo>
                  <a:pt x="8048" y="44925"/>
                </a:lnTo>
                <a:lnTo>
                  <a:pt x="8048" y="36678"/>
                </a:lnTo>
                <a:lnTo>
                  <a:pt x="0" y="24524"/>
                </a:lnTo>
                <a:lnTo>
                  <a:pt x="0" y="48940"/>
                </a:lnTo>
                <a:lnTo>
                  <a:pt x="8048" y="48940"/>
                </a:lnTo>
                <a:lnTo>
                  <a:pt x="8048" y="73465"/>
                </a:lnTo>
                <a:lnTo>
                  <a:pt x="15990" y="734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6136201" y="2997848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8048" y="32663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6148220" y="3095947"/>
            <a:ext cx="20068" cy="40802"/>
          </a:xfrm>
          <a:custGeom>
            <a:avLst/>
            <a:gdLst/>
            <a:ahLst/>
            <a:cxnLst/>
            <a:rect l="l" t="t" r="r" b="b"/>
            <a:pathLst>
              <a:path w="20068" h="40802">
                <a:moveTo>
                  <a:pt x="0" y="0"/>
                </a:moveTo>
                <a:lnTo>
                  <a:pt x="12019" y="12153"/>
                </a:lnTo>
                <a:lnTo>
                  <a:pt x="12019" y="4015"/>
                </a:lnTo>
                <a:lnTo>
                  <a:pt x="12019" y="12153"/>
                </a:lnTo>
                <a:lnTo>
                  <a:pt x="0" y="0"/>
                </a:lnTo>
                <a:lnTo>
                  <a:pt x="8048" y="24416"/>
                </a:lnTo>
                <a:lnTo>
                  <a:pt x="14702" y="40802"/>
                </a:lnTo>
                <a:lnTo>
                  <a:pt x="20068" y="35267"/>
                </a:lnTo>
                <a:lnTo>
                  <a:pt x="20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6144249" y="3030512"/>
            <a:ext cx="18672" cy="106237"/>
          </a:xfrm>
          <a:custGeom>
            <a:avLst/>
            <a:gdLst/>
            <a:ahLst/>
            <a:cxnLst/>
            <a:rect l="l" t="t" r="r" b="b"/>
            <a:pathLst>
              <a:path w="18672" h="106237">
                <a:moveTo>
                  <a:pt x="0" y="93975"/>
                </a:moveTo>
                <a:lnTo>
                  <a:pt x="0" y="100703"/>
                </a:lnTo>
                <a:lnTo>
                  <a:pt x="5365" y="106237"/>
                </a:lnTo>
                <a:lnTo>
                  <a:pt x="18672" y="106237"/>
                </a:lnTo>
                <a:lnTo>
                  <a:pt x="12019" y="89851"/>
                </a:lnTo>
                <a:lnTo>
                  <a:pt x="3970" y="65435"/>
                </a:lnTo>
                <a:lnTo>
                  <a:pt x="0" y="4123"/>
                </a:lnTo>
                <a:lnTo>
                  <a:pt x="3970" y="65435"/>
                </a:lnTo>
                <a:lnTo>
                  <a:pt x="15990" y="65435"/>
                </a:lnTo>
                <a:lnTo>
                  <a:pt x="15990" y="39933"/>
                </a:lnTo>
                <a:lnTo>
                  <a:pt x="8048" y="31753"/>
                </a:lnTo>
                <a:lnTo>
                  <a:pt x="8048" y="0"/>
                </a:lnTo>
                <a:lnTo>
                  <a:pt x="0" y="0"/>
                </a:lnTo>
                <a:lnTo>
                  <a:pt x="4507" y="28105"/>
                </a:lnTo>
                <a:lnTo>
                  <a:pt x="8048" y="36786"/>
                </a:lnTo>
                <a:lnTo>
                  <a:pt x="4507" y="28105"/>
                </a:lnTo>
                <a:lnTo>
                  <a:pt x="0" y="0"/>
                </a:lnTo>
                <a:lnTo>
                  <a:pt x="0" y="85836"/>
                </a:lnTo>
                <a:lnTo>
                  <a:pt x="0" y="12262"/>
                </a:lnTo>
                <a:lnTo>
                  <a:pt x="0" y="939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6100143" y="2883581"/>
            <a:ext cx="28009" cy="138792"/>
          </a:xfrm>
          <a:custGeom>
            <a:avLst/>
            <a:gdLst/>
            <a:ahLst/>
            <a:cxnLst/>
            <a:rect l="l" t="t" r="r" b="b"/>
            <a:pathLst>
              <a:path w="28009" h="138792">
                <a:moveTo>
                  <a:pt x="12019" y="118391"/>
                </a:moveTo>
                <a:lnTo>
                  <a:pt x="12019" y="138792"/>
                </a:lnTo>
                <a:lnTo>
                  <a:pt x="20068" y="138792"/>
                </a:lnTo>
                <a:lnTo>
                  <a:pt x="15560" y="102547"/>
                </a:lnTo>
                <a:lnTo>
                  <a:pt x="15990" y="73465"/>
                </a:lnTo>
                <a:lnTo>
                  <a:pt x="3970" y="69341"/>
                </a:lnTo>
                <a:lnTo>
                  <a:pt x="15990" y="73465"/>
                </a:lnTo>
                <a:lnTo>
                  <a:pt x="20068" y="61203"/>
                </a:lnTo>
                <a:lnTo>
                  <a:pt x="24038" y="114267"/>
                </a:lnTo>
                <a:lnTo>
                  <a:pt x="24575" y="77046"/>
                </a:lnTo>
                <a:lnTo>
                  <a:pt x="28009" y="80551"/>
                </a:lnTo>
                <a:lnTo>
                  <a:pt x="28009" y="48940"/>
                </a:lnTo>
                <a:lnTo>
                  <a:pt x="20068" y="48940"/>
                </a:lnTo>
                <a:lnTo>
                  <a:pt x="20068" y="53064"/>
                </a:lnTo>
                <a:lnTo>
                  <a:pt x="20068" y="48940"/>
                </a:lnTo>
                <a:lnTo>
                  <a:pt x="12019" y="36678"/>
                </a:lnTo>
                <a:lnTo>
                  <a:pt x="12019" y="24416"/>
                </a:lnTo>
                <a:lnTo>
                  <a:pt x="3970" y="4015"/>
                </a:lnTo>
                <a:lnTo>
                  <a:pt x="12019" y="24416"/>
                </a:lnTo>
                <a:lnTo>
                  <a:pt x="12019" y="0"/>
                </a:lnTo>
                <a:lnTo>
                  <a:pt x="3970" y="0"/>
                </a:lnTo>
                <a:lnTo>
                  <a:pt x="3970" y="12153"/>
                </a:lnTo>
                <a:lnTo>
                  <a:pt x="0" y="24416"/>
                </a:lnTo>
                <a:lnTo>
                  <a:pt x="8048" y="48940"/>
                </a:lnTo>
                <a:lnTo>
                  <a:pt x="3970" y="61203"/>
                </a:lnTo>
                <a:lnTo>
                  <a:pt x="3970" y="73465"/>
                </a:lnTo>
                <a:lnTo>
                  <a:pt x="12019" y="93866"/>
                </a:lnTo>
                <a:lnTo>
                  <a:pt x="12019" y="1183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6120211" y="3010111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6144249" y="3042774"/>
            <a:ext cx="0" cy="73573"/>
          </a:xfrm>
          <a:custGeom>
            <a:avLst/>
            <a:gdLst/>
            <a:ahLst/>
            <a:cxnLst/>
            <a:rect l="l" t="t" r="r" b="b"/>
            <a:pathLst>
              <a:path w="0" h="73573">
                <a:moveTo>
                  <a:pt x="0" y="0"/>
                </a:moveTo>
                <a:lnTo>
                  <a:pt x="0" y="7357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6136201" y="3055036"/>
            <a:ext cx="4077" cy="29082"/>
          </a:xfrm>
          <a:custGeom>
            <a:avLst/>
            <a:gdLst/>
            <a:ahLst/>
            <a:cxnLst/>
            <a:rect l="l" t="t" r="r" b="b"/>
            <a:pathLst>
              <a:path w="4077" h="29082">
                <a:moveTo>
                  <a:pt x="4077" y="0"/>
                </a:moveTo>
                <a:lnTo>
                  <a:pt x="0" y="20401"/>
                </a:lnTo>
                <a:lnTo>
                  <a:pt x="3541" y="29082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6072026" y="2801868"/>
            <a:ext cx="24038" cy="81712"/>
          </a:xfrm>
          <a:custGeom>
            <a:avLst/>
            <a:gdLst/>
            <a:ahLst/>
            <a:cxnLst/>
            <a:rect l="l" t="t" r="r" b="b"/>
            <a:pathLst>
              <a:path w="24038" h="81712">
                <a:moveTo>
                  <a:pt x="8048" y="81712"/>
                </a:moveTo>
                <a:lnTo>
                  <a:pt x="8048" y="69450"/>
                </a:lnTo>
                <a:lnTo>
                  <a:pt x="12019" y="57188"/>
                </a:lnTo>
                <a:lnTo>
                  <a:pt x="24038" y="57188"/>
                </a:lnTo>
                <a:lnTo>
                  <a:pt x="16097" y="44925"/>
                </a:lnTo>
                <a:lnTo>
                  <a:pt x="4077" y="32663"/>
                </a:lnTo>
                <a:lnTo>
                  <a:pt x="0" y="4015"/>
                </a:lnTo>
                <a:lnTo>
                  <a:pt x="4077" y="32663"/>
                </a:lnTo>
                <a:lnTo>
                  <a:pt x="8048" y="20401"/>
                </a:lnTo>
                <a:lnTo>
                  <a:pt x="16097" y="32663"/>
                </a:lnTo>
                <a:lnTo>
                  <a:pt x="16097" y="23548"/>
                </a:lnTo>
                <a:lnTo>
                  <a:pt x="8048" y="15333"/>
                </a:lnTo>
                <a:lnTo>
                  <a:pt x="4507" y="11719"/>
                </a:lnTo>
                <a:lnTo>
                  <a:pt x="0" y="0"/>
                </a:lnTo>
                <a:lnTo>
                  <a:pt x="0" y="53064"/>
                </a:lnTo>
                <a:lnTo>
                  <a:pt x="0" y="12262"/>
                </a:lnTo>
                <a:lnTo>
                  <a:pt x="0" y="81712"/>
                </a:lnTo>
                <a:lnTo>
                  <a:pt x="8048" y="8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6072026" y="2814130"/>
            <a:ext cx="0" cy="40802"/>
          </a:xfrm>
          <a:custGeom>
            <a:avLst/>
            <a:gdLst/>
            <a:ahLst/>
            <a:cxnLst/>
            <a:rect l="l" t="t" r="r" b="b"/>
            <a:pathLst>
              <a:path w="0" h="40802">
                <a:moveTo>
                  <a:pt x="0" y="0"/>
                </a:moveTo>
                <a:lnTo>
                  <a:pt x="0" y="4080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6063977" y="2826393"/>
            <a:ext cx="4077" cy="12696"/>
          </a:xfrm>
          <a:custGeom>
            <a:avLst/>
            <a:gdLst/>
            <a:ahLst/>
            <a:cxnLst/>
            <a:rect l="l" t="t" r="r" b="b"/>
            <a:pathLst>
              <a:path w="4077" h="12696">
                <a:moveTo>
                  <a:pt x="4077" y="0"/>
                </a:moveTo>
                <a:lnTo>
                  <a:pt x="0" y="4015"/>
                </a:lnTo>
                <a:lnTo>
                  <a:pt x="3541" y="12696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6031997" y="2777343"/>
            <a:ext cx="40028" cy="81712"/>
          </a:xfrm>
          <a:custGeom>
            <a:avLst/>
            <a:gdLst/>
            <a:ahLst/>
            <a:cxnLst/>
            <a:rect l="l" t="t" r="r" b="b"/>
            <a:pathLst>
              <a:path w="40028" h="81712">
                <a:moveTo>
                  <a:pt x="5365" y="24524"/>
                </a:moveTo>
                <a:lnTo>
                  <a:pt x="7941" y="24524"/>
                </a:lnTo>
                <a:lnTo>
                  <a:pt x="7941" y="12262"/>
                </a:lnTo>
                <a:lnTo>
                  <a:pt x="15990" y="20473"/>
                </a:lnTo>
                <a:lnTo>
                  <a:pt x="19960" y="24524"/>
                </a:lnTo>
                <a:lnTo>
                  <a:pt x="15990" y="24524"/>
                </a:lnTo>
                <a:lnTo>
                  <a:pt x="15989" y="32663"/>
                </a:lnTo>
                <a:lnTo>
                  <a:pt x="24038" y="36786"/>
                </a:lnTo>
                <a:lnTo>
                  <a:pt x="24038" y="50025"/>
                </a:lnTo>
                <a:lnTo>
                  <a:pt x="31979" y="58131"/>
                </a:lnTo>
                <a:lnTo>
                  <a:pt x="31980" y="81712"/>
                </a:lnTo>
                <a:lnTo>
                  <a:pt x="40028" y="81712"/>
                </a:lnTo>
                <a:lnTo>
                  <a:pt x="40028" y="8138"/>
                </a:lnTo>
                <a:lnTo>
                  <a:pt x="31980" y="8138"/>
                </a:lnTo>
                <a:lnTo>
                  <a:pt x="31980" y="0"/>
                </a:lnTo>
                <a:lnTo>
                  <a:pt x="12019" y="0"/>
                </a:lnTo>
                <a:lnTo>
                  <a:pt x="19960" y="8138"/>
                </a:lnTo>
                <a:lnTo>
                  <a:pt x="31980" y="20401"/>
                </a:lnTo>
                <a:lnTo>
                  <a:pt x="28009" y="24524"/>
                </a:lnTo>
                <a:lnTo>
                  <a:pt x="36058" y="49049"/>
                </a:lnTo>
                <a:lnTo>
                  <a:pt x="35521" y="61745"/>
                </a:lnTo>
                <a:lnTo>
                  <a:pt x="31980" y="53064"/>
                </a:lnTo>
                <a:lnTo>
                  <a:pt x="36058" y="49049"/>
                </a:lnTo>
                <a:lnTo>
                  <a:pt x="28009" y="32663"/>
                </a:lnTo>
                <a:lnTo>
                  <a:pt x="15990" y="28539"/>
                </a:lnTo>
                <a:lnTo>
                  <a:pt x="28009" y="32663"/>
                </a:lnTo>
                <a:lnTo>
                  <a:pt x="15990" y="20401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18990"/>
                </a:lnTo>
                <a:lnTo>
                  <a:pt x="5365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6039939" y="2789606"/>
            <a:ext cx="12019" cy="20401"/>
          </a:xfrm>
          <a:custGeom>
            <a:avLst/>
            <a:gdLst/>
            <a:ahLst/>
            <a:cxnLst/>
            <a:rect l="l" t="t" r="r" b="b"/>
            <a:pathLst>
              <a:path w="12019" h="20401">
                <a:moveTo>
                  <a:pt x="4077" y="12262"/>
                </a:moveTo>
                <a:lnTo>
                  <a:pt x="8048" y="20401"/>
                </a:lnTo>
                <a:lnTo>
                  <a:pt x="8048" y="12262"/>
                </a:lnTo>
                <a:lnTo>
                  <a:pt x="12019" y="12262"/>
                </a:lnTo>
                <a:lnTo>
                  <a:pt x="8048" y="8211"/>
                </a:lnTo>
                <a:lnTo>
                  <a:pt x="0" y="0"/>
                </a:lnTo>
                <a:lnTo>
                  <a:pt x="0" y="20401"/>
                </a:lnTo>
                <a:lnTo>
                  <a:pt x="8048" y="20401"/>
                </a:lnTo>
                <a:lnTo>
                  <a:pt x="4077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6044017" y="2777343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7941" y="8138"/>
                </a:moveTo>
                <a:lnTo>
                  <a:pt x="0" y="0"/>
                </a:lnTo>
                <a:lnTo>
                  <a:pt x="3970" y="20401"/>
                </a:lnTo>
                <a:lnTo>
                  <a:pt x="15990" y="32663"/>
                </a:lnTo>
                <a:lnTo>
                  <a:pt x="24038" y="49049"/>
                </a:lnTo>
                <a:lnTo>
                  <a:pt x="15990" y="24524"/>
                </a:lnTo>
                <a:lnTo>
                  <a:pt x="19960" y="20401"/>
                </a:lnTo>
                <a:lnTo>
                  <a:pt x="7941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6208424" y="3381779"/>
            <a:ext cx="60096" cy="228643"/>
          </a:xfrm>
          <a:custGeom>
            <a:avLst/>
            <a:gdLst/>
            <a:ahLst/>
            <a:cxnLst/>
            <a:rect l="l" t="t" r="r" b="b"/>
            <a:pathLst>
              <a:path w="60096" h="228643">
                <a:moveTo>
                  <a:pt x="48077" y="223217"/>
                </a:moveTo>
                <a:lnTo>
                  <a:pt x="53550" y="228643"/>
                </a:lnTo>
                <a:lnTo>
                  <a:pt x="60096" y="228643"/>
                </a:lnTo>
                <a:lnTo>
                  <a:pt x="60096" y="220504"/>
                </a:lnTo>
                <a:lnTo>
                  <a:pt x="48077" y="208242"/>
                </a:lnTo>
                <a:lnTo>
                  <a:pt x="52155" y="195980"/>
                </a:lnTo>
                <a:lnTo>
                  <a:pt x="52584" y="166897"/>
                </a:lnTo>
                <a:lnTo>
                  <a:pt x="48077" y="138900"/>
                </a:lnTo>
                <a:lnTo>
                  <a:pt x="36058" y="138900"/>
                </a:lnTo>
                <a:lnTo>
                  <a:pt x="32087" y="151054"/>
                </a:lnTo>
                <a:lnTo>
                  <a:pt x="32087" y="85727"/>
                </a:lnTo>
                <a:lnTo>
                  <a:pt x="28545" y="77046"/>
                </a:lnTo>
                <a:lnTo>
                  <a:pt x="32087" y="80660"/>
                </a:lnTo>
                <a:lnTo>
                  <a:pt x="32087" y="49049"/>
                </a:lnTo>
                <a:lnTo>
                  <a:pt x="24038" y="49049"/>
                </a:lnTo>
                <a:lnTo>
                  <a:pt x="24038" y="126638"/>
                </a:lnTo>
                <a:lnTo>
                  <a:pt x="24038" y="61203"/>
                </a:lnTo>
                <a:lnTo>
                  <a:pt x="12019" y="49049"/>
                </a:lnTo>
                <a:lnTo>
                  <a:pt x="12019" y="24524"/>
                </a:lnTo>
                <a:lnTo>
                  <a:pt x="0" y="20401"/>
                </a:lnTo>
                <a:lnTo>
                  <a:pt x="12019" y="24524"/>
                </a:lnTo>
                <a:lnTo>
                  <a:pt x="15990" y="12262"/>
                </a:lnTo>
                <a:lnTo>
                  <a:pt x="15990" y="4123"/>
                </a:lnTo>
                <a:lnTo>
                  <a:pt x="15990" y="12262"/>
                </a:lnTo>
                <a:lnTo>
                  <a:pt x="12019" y="24524"/>
                </a:lnTo>
                <a:lnTo>
                  <a:pt x="24038" y="49049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73465"/>
                </a:lnTo>
                <a:lnTo>
                  <a:pt x="8048" y="73465"/>
                </a:lnTo>
                <a:lnTo>
                  <a:pt x="8048" y="61203"/>
                </a:lnTo>
                <a:lnTo>
                  <a:pt x="20068" y="73465"/>
                </a:lnTo>
                <a:lnTo>
                  <a:pt x="19531" y="102547"/>
                </a:lnTo>
                <a:lnTo>
                  <a:pt x="24038" y="131630"/>
                </a:lnTo>
                <a:lnTo>
                  <a:pt x="27580" y="135211"/>
                </a:lnTo>
                <a:lnTo>
                  <a:pt x="24038" y="53064"/>
                </a:lnTo>
                <a:lnTo>
                  <a:pt x="27580" y="135211"/>
                </a:lnTo>
                <a:lnTo>
                  <a:pt x="32087" y="163316"/>
                </a:lnTo>
                <a:lnTo>
                  <a:pt x="32087" y="159301"/>
                </a:lnTo>
                <a:lnTo>
                  <a:pt x="44106" y="163316"/>
                </a:lnTo>
                <a:lnTo>
                  <a:pt x="48077" y="151054"/>
                </a:lnTo>
                <a:lnTo>
                  <a:pt x="48077" y="142915"/>
                </a:lnTo>
                <a:lnTo>
                  <a:pt x="48077" y="2232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6192327" y="3333748"/>
            <a:ext cx="8048" cy="39892"/>
          </a:xfrm>
          <a:custGeom>
            <a:avLst/>
            <a:gdLst/>
            <a:ahLst/>
            <a:cxnLst/>
            <a:rect l="l" t="t" r="r" b="b"/>
            <a:pathLst>
              <a:path w="8048" h="39892">
                <a:moveTo>
                  <a:pt x="8048" y="39892"/>
                </a:moveTo>
                <a:lnTo>
                  <a:pt x="3541" y="3647"/>
                </a:lnTo>
                <a:lnTo>
                  <a:pt x="0" y="0"/>
                </a:lnTo>
                <a:lnTo>
                  <a:pt x="0" y="39892"/>
                </a:lnTo>
                <a:lnTo>
                  <a:pt x="8048" y="398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6200375" y="3369516"/>
            <a:ext cx="24038" cy="36786"/>
          </a:xfrm>
          <a:custGeom>
            <a:avLst/>
            <a:gdLst/>
            <a:ahLst/>
            <a:cxnLst/>
            <a:rect l="l" t="t" r="r" b="b"/>
            <a:pathLst>
              <a:path w="24038" h="36786">
                <a:moveTo>
                  <a:pt x="0" y="8138"/>
                </a:moveTo>
                <a:lnTo>
                  <a:pt x="0" y="36786"/>
                </a:lnTo>
                <a:lnTo>
                  <a:pt x="8048" y="36786"/>
                </a:lnTo>
                <a:lnTo>
                  <a:pt x="8048" y="24524"/>
                </a:lnTo>
                <a:lnTo>
                  <a:pt x="12019" y="12262"/>
                </a:lnTo>
                <a:lnTo>
                  <a:pt x="24038" y="12262"/>
                </a:lnTo>
                <a:lnTo>
                  <a:pt x="12019" y="4123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6216473" y="3442982"/>
            <a:ext cx="15989" cy="70427"/>
          </a:xfrm>
          <a:custGeom>
            <a:avLst/>
            <a:gdLst/>
            <a:ahLst/>
            <a:cxnLst/>
            <a:rect l="l" t="t" r="r" b="b"/>
            <a:pathLst>
              <a:path w="15989" h="70427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7941" y="32771"/>
                </a:lnTo>
                <a:lnTo>
                  <a:pt x="7941" y="62288"/>
                </a:lnTo>
                <a:lnTo>
                  <a:pt x="15989" y="70427"/>
                </a:lnTo>
                <a:lnTo>
                  <a:pt x="11482" y="41344"/>
                </a:lnTo>
                <a:lnTo>
                  <a:pt x="12019" y="12262"/>
                </a:lnTo>
                <a:lnTo>
                  <a:pt x="0" y="8247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6216473" y="3455244"/>
            <a:ext cx="7941" cy="25467"/>
          </a:xfrm>
          <a:custGeom>
            <a:avLst/>
            <a:gdLst/>
            <a:ahLst/>
            <a:cxnLst/>
            <a:rect l="l" t="t" r="r" b="b"/>
            <a:pathLst>
              <a:path w="7941" h="25467">
                <a:moveTo>
                  <a:pt x="7941" y="25467"/>
                </a:moveTo>
                <a:lnTo>
                  <a:pt x="7941" y="20509"/>
                </a:lnTo>
                <a:lnTo>
                  <a:pt x="0" y="0"/>
                </a:lnTo>
                <a:lnTo>
                  <a:pt x="0" y="17362"/>
                </a:lnTo>
                <a:lnTo>
                  <a:pt x="7941" y="254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6220443" y="3406303"/>
            <a:ext cx="12019" cy="36678"/>
          </a:xfrm>
          <a:custGeom>
            <a:avLst/>
            <a:gdLst/>
            <a:ahLst/>
            <a:cxnLst/>
            <a:rect l="l" t="t" r="r" b="b"/>
            <a:pathLst>
              <a:path w="12019" h="36678">
                <a:moveTo>
                  <a:pt x="12019" y="24524"/>
                </a:moveTo>
                <a:lnTo>
                  <a:pt x="0" y="0"/>
                </a:lnTo>
                <a:lnTo>
                  <a:pt x="0" y="24524"/>
                </a:lnTo>
                <a:lnTo>
                  <a:pt x="12019" y="36678"/>
                </a:lnTo>
                <a:lnTo>
                  <a:pt x="12019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6236970" y="3458825"/>
            <a:ext cx="19531" cy="74008"/>
          </a:xfrm>
          <a:custGeom>
            <a:avLst/>
            <a:gdLst/>
            <a:ahLst/>
            <a:cxnLst/>
            <a:rect l="l" t="t" r="r" b="b"/>
            <a:pathLst>
              <a:path w="19531" h="74008">
                <a:moveTo>
                  <a:pt x="0" y="0"/>
                </a:moveTo>
                <a:lnTo>
                  <a:pt x="3541" y="8681"/>
                </a:lnTo>
                <a:lnTo>
                  <a:pt x="3541" y="74008"/>
                </a:lnTo>
                <a:lnTo>
                  <a:pt x="7512" y="61854"/>
                </a:lnTo>
                <a:lnTo>
                  <a:pt x="19531" y="61854"/>
                </a:lnTo>
                <a:lnTo>
                  <a:pt x="19531" y="44491"/>
                </a:lnTo>
                <a:lnTo>
                  <a:pt x="11589" y="36386"/>
                </a:lnTo>
                <a:lnTo>
                  <a:pt x="11590" y="11828"/>
                </a:lnTo>
                <a:lnTo>
                  <a:pt x="3541" y="3614"/>
                </a:lnTo>
                <a:lnTo>
                  <a:pt x="8048" y="32771"/>
                </a:lnTo>
                <a:lnTo>
                  <a:pt x="11590" y="41344"/>
                </a:lnTo>
                <a:lnTo>
                  <a:pt x="8048" y="32771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6240511" y="3532833"/>
            <a:ext cx="15990" cy="69450"/>
          </a:xfrm>
          <a:custGeom>
            <a:avLst/>
            <a:gdLst/>
            <a:ahLst/>
            <a:cxnLst/>
            <a:rect l="l" t="t" r="r" b="b"/>
            <a:pathLst>
              <a:path w="15990" h="69450">
                <a:moveTo>
                  <a:pt x="15990" y="65435"/>
                </a:moveTo>
                <a:lnTo>
                  <a:pt x="15990" y="0"/>
                </a:lnTo>
                <a:lnTo>
                  <a:pt x="12019" y="12262"/>
                </a:lnTo>
                <a:lnTo>
                  <a:pt x="8048" y="32663"/>
                </a:lnTo>
                <a:lnTo>
                  <a:pt x="0" y="12262"/>
                </a:lnTo>
                <a:lnTo>
                  <a:pt x="0" y="29624"/>
                </a:lnTo>
                <a:lnTo>
                  <a:pt x="8048" y="37839"/>
                </a:lnTo>
                <a:lnTo>
                  <a:pt x="11482" y="41344"/>
                </a:lnTo>
                <a:lnTo>
                  <a:pt x="15990" y="69450"/>
                </a:lnTo>
                <a:lnTo>
                  <a:pt x="15990" y="6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6240511" y="3541080"/>
            <a:ext cx="12019" cy="24416"/>
          </a:xfrm>
          <a:custGeom>
            <a:avLst/>
            <a:gdLst/>
            <a:ahLst/>
            <a:cxnLst/>
            <a:rect l="l" t="t" r="r" b="b"/>
            <a:pathLst>
              <a:path w="12019" h="24416">
                <a:moveTo>
                  <a:pt x="0" y="4015"/>
                </a:moveTo>
                <a:lnTo>
                  <a:pt x="8048" y="24416"/>
                </a:lnTo>
                <a:lnTo>
                  <a:pt x="12019" y="4015"/>
                </a:lnTo>
                <a:lnTo>
                  <a:pt x="0" y="0"/>
                </a:lnTo>
                <a:lnTo>
                  <a:pt x="0" y="40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6256501" y="3520679"/>
            <a:ext cx="18672" cy="89742"/>
          </a:xfrm>
          <a:custGeom>
            <a:avLst/>
            <a:gdLst/>
            <a:ahLst/>
            <a:cxnLst/>
            <a:rect l="l" t="t" r="r" b="b"/>
            <a:pathLst>
              <a:path w="18672" h="89742">
                <a:moveTo>
                  <a:pt x="16097" y="53064"/>
                </a:moveTo>
                <a:lnTo>
                  <a:pt x="16097" y="39825"/>
                </a:lnTo>
                <a:lnTo>
                  <a:pt x="8048" y="31611"/>
                </a:lnTo>
                <a:lnTo>
                  <a:pt x="8048" y="0"/>
                </a:lnTo>
                <a:lnTo>
                  <a:pt x="0" y="0"/>
                </a:lnTo>
                <a:lnTo>
                  <a:pt x="4507" y="27997"/>
                </a:lnTo>
                <a:lnTo>
                  <a:pt x="4077" y="57079"/>
                </a:lnTo>
                <a:lnTo>
                  <a:pt x="0" y="69341"/>
                </a:lnTo>
                <a:lnTo>
                  <a:pt x="12019" y="81604"/>
                </a:lnTo>
                <a:lnTo>
                  <a:pt x="12019" y="89742"/>
                </a:lnTo>
                <a:lnTo>
                  <a:pt x="18672" y="89742"/>
                </a:lnTo>
                <a:lnTo>
                  <a:pt x="16097" y="61203"/>
                </a:lnTo>
                <a:lnTo>
                  <a:pt x="16097" y="69341"/>
                </a:lnTo>
                <a:lnTo>
                  <a:pt x="16097" y="57079"/>
                </a:lnTo>
                <a:lnTo>
                  <a:pt x="8048" y="36678"/>
                </a:lnTo>
                <a:lnTo>
                  <a:pt x="16097" y="57079"/>
                </a:lnTo>
                <a:lnTo>
                  <a:pt x="16097" y="530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6232463" y="3513409"/>
            <a:ext cx="8048" cy="31686"/>
          </a:xfrm>
          <a:custGeom>
            <a:avLst/>
            <a:gdLst/>
            <a:ahLst/>
            <a:cxnLst/>
            <a:rect l="l" t="t" r="r" b="b"/>
            <a:pathLst>
              <a:path w="8048" h="31686">
                <a:moveTo>
                  <a:pt x="8048" y="31686"/>
                </a:moveTo>
                <a:lnTo>
                  <a:pt x="3541" y="3581"/>
                </a:lnTo>
                <a:lnTo>
                  <a:pt x="0" y="0"/>
                </a:lnTo>
                <a:lnTo>
                  <a:pt x="0" y="31686"/>
                </a:lnTo>
                <a:lnTo>
                  <a:pt x="8048" y="316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6272599" y="3577759"/>
            <a:ext cx="8048" cy="32663"/>
          </a:xfrm>
          <a:custGeom>
            <a:avLst/>
            <a:gdLst/>
            <a:ahLst/>
            <a:cxnLst/>
            <a:rect l="l" t="t" r="r" b="b"/>
            <a:pathLst>
              <a:path w="8048" h="32663">
                <a:moveTo>
                  <a:pt x="0" y="12262"/>
                </a:moveTo>
                <a:lnTo>
                  <a:pt x="0" y="4123"/>
                </a:lnTo>
                <a:lnTo>
                  <a:pt x="2575" y="32663"/>
                </a:lnTo>
                <a:lnTo>
                  <a:pt x="8048" y="27237"/>
                </a:ln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6248560" y="3570673"/>
            <a:ext cx="7941" cy="31610"/>
          </a:xfrm>
          <a:custGeom>
            <a:avLst/>
            <a:gdLst/>
            <a:ahLst/>
            <a:cxnLst/>
            <a:rect l="l" t="t" r="r" b="b"/>
            <a:pathLst>
              <a:path w="7941" h="31610">
                <a:moveTo>
                  <a:pt x="7941" y="31610"/>
                </a:moveTo>
                <a:lnTo>
                  <a:pt x="3434" y="3504"/>
                </a:lnTo>
                <a:lnTo>
                  <a:pt x="0" y="0"/>
                </a:lnTo>
                <a:lnTo>
                  <a:pt x="0" y="31610"/>
                </a:lnTo>
                <a:lnTo>
                  <a:pt x="7941" y="316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6184385" y="3267402"/>
            <a:ext cx="3970" cy="37221"/>
          </a:xfrm>
          <a:custGeom>
            <a:avLst/>
            <a:gdLst/>
            <a:ahLst/>
            <a:cxnLst/>
            <a:rect l="l" t="t" r="r" b="b"/>
            <a:pathLst>
              <a:path w="3970" h="37221">
                <a:moveTo>
                  <a:pt x="3970" y="0"/>
                </a:moveTo>
                <a:lnTo>
                  <a:pt x="0" y="28648"/>
                </a:lnTo>
                <a:lnTo>
                  <a:pt x="3541" y="37221"/>
                </a:lnTo>
                <a:lnTo>
                  <a:pt x="39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6149615" y="3112224"/>
            <a:ext cx="6653" cy="28648"/>
          </a:xfrm>
          <a:custGeom>
            <a:avLst/>
            <a:gdLst/>
            <a:ahLst/>
            <a:cxnLst/>
            <a:rect l="l" t="t" r="r" b="b"/>
            <a:pathLst>
              <a:path w="6653" h="28648">
                <a:moveTo>
                  <a:pt x="0" y="0"/>
                </a:moveTo>
                <a:lnTo>
                  <a:pt x="2682" y="28648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6144249" y="3112224"/>
            <a:ext cx="44106" cy="155178"/>
          </a:xfrm>
          <a:custGeom>
            <a:avLst/>
            <a:gdLst/>
            <a:ahLst/>
            <a:cxnLst/>
            <a:rect l="l" t="t" r="r" b="b"/>
            <a:pathLst>
              <a:path w="44106" h="155178">
                <a:moveTo>
                  <a:pt x="5365" y="0"/>
                </a:moveTo>
                <a:lnTo>
                  <a:pt x="0" y="5534"/>
                </a:lnTo>
                <a:lnTo>
                  <a:pt x="0" y="25501"/>
                </a:lnTo>
                <a:lnTo>
                  <a:pt x="8048" y="33640"/>
                </a:lnTo>
                <a:lnTo>
                  <a:pt x="11590" y="37221"/>
                </a:lnTo>
                <a:lnTo>
                  <a:pt x="15990" y="73465"/>
                </a:lnTo>
                <a:lnTo>
                  <a:pt x="15990" y="69450"/>
                </a:lnTo>
                <a:lnTo>
                  <a:pt x="15990" y="122514"/>
                </a:lnTo>
                <a:lnTo>
                  <a:pt x="24038" y="122514"/>
                </a:lnTo>
                <a:lnTo>
                  <a:pt x="32087" y="142915"/>
                </a:lnTo>
                <a:lnTo>
                  <a:pt x="44106" y="155178"/>
                </a:lnTo>
                <a:lnTo>
                  <a:pt x="36058" y="130653"/>
                </a:lnTo>
                <a:lnTo>
                  <a:pt x="36058" y="122514"/>
                </a:lnTo>
                <a:lnTo>
                  <a:pt x="28116" y="97990"/>
                </a:lnTo>
                <a:lnTo>
                  <a:pt x="40136" y="97990"/>
                </a:lnTo>
                <a:lnTo>
                  <a:pt x="32087" y="53064"/>
                </a:lnTo>
                <a:lnTo>
                  <a:pt x="40136" y="97990"/>
                </a:lnTo>
                <a:lnTo>
                  <a:pt x="40136" y="49049"/>
                </a:lnTo>
                <a:lnTo>
                  <a:pt x="32087" y="49049"/>
                </a:lnTo>
                <a:lnTo>
                  <a:pt x="32087" y="61311"/>
                </a:lnTo>
                <a:lnTo>
                  <a:pt x="28116" y="73465"/>
                </a:lnTo>
                <a:lnTo>
                  <a:pt x="24038" y="110252"/>
                </a:lnTo>
                <a:lnTo>
                  <a:pt x="24038" y="118391"/>
                </a:lnTo>
                <a:lnTo>
                  <a:pt x="24038" y="110252"/>
                </a:lnTo>
                <a:lnTo>
                  <a:pt x="28116" y="73465"/>
                </a:lnTo>
                <a:lnTo>
                  <a:pt x="20068" y="49049"/>
                </a:lnTo>
                <a:lnTo>
                  <a:pt x="15990" y="61311"/>
                </a:lnTo>
                <a:lnTo>
                  <a:pt x="18672" y="0"/>
                </a:lnTo>
                <a:lnTo>
                  <a:pt x="12019" y="0"/>
                </a:lnTo>
                <a:lnTo>
                  <a:pt x="8048" y="28648"/>
                </a:lnTo>
                <a:lnTo>
                  <a:pt x="53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6164317" y="3123944"/>
            <a:ext cx="12019" cy="61745"/>
          </a:xfrm>
          <a:custGeom>
            <a:avLst/>
            <a:gdLst/>
            <a:ahLst/>
            <a:cxnLst/>
            <a:rect l="l" t="t" r="r" b="b"/>
            <a:pathLst>
              <a:path w="12019" h="61745">
                <a:moveTo>
                  <a:pt x="8048" y="61745"/>
                </a:moveTo>
                <a:lnTo>
                  <a:pt x="12019" y="49591"/>
                </a:lnTo>
                <a:lnTo>
                  <a:pt x="12019" y="37329"/>
                </a:lnTo>
                <a:lnTo>
                  <a:pt x="3970" y="8681"/>
                </a:lnTo>
                <a:lnTo>
                  <a:pt x="12019" y="37329"/>
                </a:lnTo>
                <a:lnTo>
                  <a:pt x="12019" y="11828"/>
                </a:lnTo>
                <a:lnTo>
                  <a:pt x="3970" y="3614"/>
                </a:lnTo>
                <a:lnTo>
                  <a:pt x="429" y="0"/>
                </a:lnTo>
                <a:lnTo>
                  <a:pt x="0" y="37329"/>
                </a:lnTo>
                <a:lnTo>
                  <a:pt x="8048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6160239" y="3112224"/>
            <a:ext cx="8048" cy="61311"/>
          </a:xfrm>
          <a:custGeom>
            <a:avLst/>
            <a:gdLst/>
            <a:ahLst/>
            <a:cxnLst/>
            <a:rect l="l" t="t" r="r" b="b"/>
            <a:pathLst>
              <a:path w="8048" h="61311">
                <a:moveTo>
                  <a:pt x="0" y="61311"/>
                </a:moveTo>
                <a:lnTo>
                  <a:pt x="4077" y="49049"/>
                </a:lnTo>
                <a:lnTo>
                  <a:pt x="4507" y="11719"/>
                </a:lnTo>
                <a:lnTo>
                  <a:pt x="8048" y="15334"/>
                </a:lnTo>
                <a:lnTo>
                  <a:pt x="8048" y="5534"/>
                </a:lnTo>
                <a:lnTo>
                  <a:pt x="2682" y="0"/>
                </a:lnTo>
                <a:lnTo>
                  <a:pt x="0" y="613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6152298" y="3145864"/>
            <a:ext cx="7941" cy="39825"/>
          </a:xfrm>
          <a:custGeom>
            <a:avLst/>
            <a:gdLst/>
            <a:ahLst/>
            <a:cxnLst/>
            <a:rect l="l" t="t" r="r" b="b"/>
            <a:pathLst>
              <a:path w="7941" h="39825">
                <a:moveTo>
                  <a:pt x="7941" y="39825"/>
                </a:moveTo>
                <a:lnTo>
                  <a:pt x="3541" y="3581"/>
                </a:lnTo>
                <a:lnTo>
                  <a:pt x="0" y="0"/>
                </a:lnTo>
                <a:lnTo>
                  <a:pt x="0" y="39825"/>
                </a:lnTo>
                <a:lnTo>
                  <a:pt x="7941" y="39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6168288" y="3210214"/>
            <a:ext cx="24038" cy="123533"/>
          </a:xfrm>
          <a:custGeom>
            <a:avLst/>
            <a:gdLst/>
            <a:ahLst/>
            <a:cxnLst/>
            <a:rect l="l" t="t" r="r" b="b"/>
            <a:pathLst>
              <a:path w="24038" h="123533">
                <a:moveTo>
                  <a:pt x="16097" y="0"/>
                </a:moveTo>
                <a:lnTo>
                  <a:pt x="4077" y="0"/>
                </a:lnTo>
                <a:lnTo>
                  <a:pt x="12019" y="24524"/>
                </a:lnTo>
                <a:lnTo>
                  <a:pt x="12019" y="32663"/>
                </a:lnTo>
                <a:lnTo>
                  <a:pt x="20068" y="57188"/>
                </a:lnTo>
                <a:lnTo>
                  <a:pt x="19638" y="94409"/>
                </a:lnTo>
                <a:lnTo>
                  <a:pt x="16097" y="85836"/>
                </a:lnTo>
                <a:lnTo>
                  <a:pt x="20068" y="57188"/>
                </a:lnTo>
                <a:lnTo>
                  <a:pt x="8048" y="44925"/>
                </a:lnTo>
                <a:lnTo>
                  <a:pt x="0" y="24524"/>
                </a:lnTo>
                <a:lnTo>
                  <a:pt x="0" y="57188"/>
                </a:lnTo>
                <a:lnTo>
                  <a:pt x="8048" y="57188"/>
                </a:lnTo>
                <a:lnTo>
                  <a:pt x="8048" y="53172"/>
                </a:lnTo>
                <a:lnTo>
                  <a:pt x="8048" y="82689"/>
                </a:lnTo>
                <a:lnTo>
                  <a:pt x="16097" y="90828"/>
                </a:lnTo>
                <a:lnTo>
                  <a:pt x="16097" y="115352"/>
                </a:lnTo>
                <a:lnTo>
                  <a:pt x="24038" y="123533"/>
                </a:lnTo>
                <a:lnTo>
                  <a:pt x="24038" y="32663"/>
                </a:lnTo>
                <a:lnTo>
                  <a:pt x="16097" y="4123"/>
                </a:lnTo>
                <a:lnTo>
                  <a:pt x="16097" y="12262"/>
                </a:lnTo>
                <a:lnTo>
                  <a:pt x="1609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6192327" y="3242878"/>
            <a:ext cx="32087" cy="138900"/>
          </a:xfrm>
          <a:custGeom>
            <a:avLst/>
            <a:gdLst/>
            <a:ahLst/>
            <a:cxnLst/>
            <a:rect l="l" t="t" r="r" b="b"/>
            <a:pathLst>
              <a:path w="32087" h="138900">
                <a:moveTo>
                  <a:pt x="0" y="12262"/>
                </a:moveTo>
                <a:lnTo>
                  <a:pt x="0" y="90869"/>
                </a:lnTo>
                <a:lnTo>
                  <a:pt x="3541" y="94517"/>
                </a:lnTo>
                <a:lnTo>
                  <a:pt x="0" y="4123"/>
                </a:lnTo>
                <a:lnTo>
                  <a:pt x="3541" y="94517"/>
                </a:lnTo>
                <a:lnTo>
                  <a:pt x="8048" y="130762"/>
                </a:lnTo>
                <a:lnTo>
                  <a:pt x="8048" y="126638"/>
                </a:lnTo>
                <a:lnTo>
                  <a:pt x="20068" y="130762"/>
                </a:lnTo>
                <a:lnTo>
                  <a:pt x="24146" y="118499"/>
                </a:lnTo>
                <a:lnTo>
                  <a:pt x="24146" y="110360"/>
                </a:lnTo>
                <a:lnTo>
                  <a:pt x="24146" y="118499"/>
                </a:lnTo>
                <a:lnTo>
                  <a:pt x="20068" y="130762"/>
                </a:lnTo>
                <a:lnTo>
                  <a:pt x="32087" y="138900"/>
                </a:lnTo>
                <a:lnTo>
                  <a:pt x="32087" y="106237"/>
                </a:lnTo>
                <a:lnTo>
                  <a:pt x="12126" y="106237"/>
                </a:lnTo>
                <a:lnTo>
                  <a:pt x="8048" y="118499"/>
                </a:lnTo>
                <a:lnTo>
                  <a:pt x="8048" y="44925"/>
                </a:lnTo>
                <a:lnTo>
                  <a:pt x="4507" y="36352"/>
                </a:lnTo>
                <a:lnTo>
                  <a:pt x="8048" y="39933"/>
                </a:lnTo>
                <a:lnTo>
                  <a:pt x="8048" y="0"/>
                </a:lnTo>
                <a:lnTo>
                  <a:pt x="0" y="0"/>
                </a:lnTo>
                <a:lnTo>
                  <a:pt x="0" y="85836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6184385" y="3210214"/>
            <a:ext cx="7941" cy="32663"/>
          </a:xfrm>
          <a:custGeom>
            <a:avLst/>
            <a:gdLst/>
            <a:ahLst/>
            <a:cxnLst/>
            <a:rect l="l" t="t" r="r" b="b"/>
            <a:pathLst>
              <a:path w="7941" h="32663">
                <a:moveTo>
                  <a:pt x="0" y="12262"/>
                </a:moveTo>
                <a:lnTo>
                  <a:pt x="0" y="4123"/>
                </a:lnTo>
                <a:lnTo>
                  <a:pt x="7941" y="32663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6196834" y="3279231"/>
            <a:ext cx="19638" cy="82146"/>
          </a:xfrm>
          <a:custGeom>
            <a:avLst/>
            <a:gdLst/>
            <a:ahLst/>
            <a:cxnLst/>
            <a:rect l="l" t="t" r="r" b="b"/>
            <a:pathLst>
              <a:path w="19638" h="82146">
                <a:moveTo>
                  <a:pt x="0" y="0"/>
                </a:moveTo>
                <a:lnTo>
                  <a:pt x="3541" y="8572"/>
                </a:lnTo>
                <a:lnTo>
                  <a:pt x="3541" y="82146"/>
                </a:lnTo>
                <a:lnTo>
                  <a:pt x="7619" y="69884"/>
                </a:lnTo>
                <a:lnTo>
                  <a:pt x="19638" y="69884"/>
                </a:lnTo>
                <a:lnTo>
                  <a:pt x="19638" y="44383"/>
                </a:lnTo>
                <a:lnTo>
                  <a:pt x="11590" y="36244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32663"/>
                </a:lnTo>
                <a:lnTo>
                  <a:pt x="11590" y="41236"/>
                </a:lnTo>
                <a:lnTo>
                  <a:pt x="8048" y="32663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6256501" y="3586006"/>
            <a:ext cx="128349" cy="130653"/>
          </a:xfrm>
          <a:custGeom>
            <a:avLst/>
            <a:gdLst/>
            <a:ahLst/>
            <a:cxnLst/>
            <a:rect l="l" t="t" r="r" b="b"/>
            <a:pathLst>
              <a:path w="128349" h="130653">
                <a:moveTo>
                  <a:pt x="56233" y="73465"/>
                </a:moveTo>
                <a:lnTo>
                  <a:pt x="48184" y="73465"/>
                </a:lnTo>
                <a:lnTo>
                  <a:pt x="48184" y="77589"/>
                </a:lnTo>
                <a:lnTo>
                  <a:pt x="48184" y="73465"/>
                </a:lnTo>
                <a:lnTo>
                  <a:pt x="48184" y="85727"/>
                </a:lnTo>
                <a:lnTo>
                  <a:pt x="56233" y="89851"/>
                </a:lnTo>
                <a:lnTo>
                  <a:pt x="56233" y="73465"/>
                </a:lnTo>
                <a:close/>
              </a:path>
              <a:path w="128349" h="130653">
                <a:moveTo>
                  <a:pt x="16097" y="65326"/>
                </a:moveTo>
                <a:lnTo>
                  <a:pt x="16097" y="81604"/>
                </a:lnTo>
                <a:lnTo>
                  <a:pt x="24145" y="81604"/>
                </a:lnTo>
                <a:lnTo>
                  <a:pt x="24145" y="69341"/>
                </a:lnTo>
                <a:lnTo>
                  <a:pt x="28116" y="65326"/>
                </a:lnTo>
                <a:lnTo>
                  <a:pt x="16097" y="65326"/>
                </a:lnTo>
                <a:close/>
              </a:path>
              <a:path w="128349" h="130653">
                <a:moveTo>
                  <a:pt x="72223" y="97990"/>
                </a:moveTo>
                <a:lnTo>
                  <a:pt x="64174" y="97990"/>
                </a:lnTo>
                <a:lnTo>
                  <a:pt x="68252" y="106128"/>
                </a:lnTo>
                <a:lnTo>
                  <a:pt x="76194" y="106128"/>
                </a:lnTo>
                <a:lnTo>
                  <a:pt x="80272" y="97990"/>
                </a:lnTo>
                <a:lnTo>
                  <a:pt x="72223" y="97990"/>
                </a:lnTo>
                <a:close/>
              </a:path>
              <a:path w="128349" h="130653">
                <a:moveTo>
                  <a:pt x="96262" y="93866"/>
                </a:moveTo>
                <a:lnTo>
                  <a:pt x="96262" y="81604"/>
                </a:lnTo>
                <a:lnTo>
                  <a:pt x="88320" y="81604"/>
                </a:lnTo>
                <a:lnTo>
                  <a:pt x="88320" y="89851"/>
                </a:lnTo>
                <a:lnTo>
                  <a:pt x="80272" y="89851"/>
                </a:lnTo>
                <a:lnTo>
                  <a:pt x="80272" y="97990"/>
                </a:lnTo>
                <a:lnTo>
                  <a:pt x="92291" y="97990"/>
                </a:lnTo>
                <a:lnTo>
                  <a:pt x="96262" y="93866"/>
                </a:lnTo>
                <a:close/>
              </a:path>
              <a:path w="128349" h="130653">
                <a:moveTo>
                  <a:pt x="96261" y="114267"/>
                </a:moveTo>
                <a:lnTo>
                  <a:pt x="104310" y="122514"/>
                </a:lnTo>
                <a:lnTo>
                  <a:pt x="104310" y="114267"/>
                </a:lnTo>
                <a:lnTo>
                  <a:pt x="96262" y="110252"/>
                </a:lnTo>
                <a:lnTo>
                  <a:pt x="92326" y="114267"/>
                </a:lnTo>
                <a:lnTo>
                  <a:pt x="84242" y="122514"/>
                </a:lnTo>
                <a:lnTo>
                  <a:pt x="80272" y="110252"/>
                </a:lnTo>
                <a:lnTo>
                  <a:pt x="76194" y="130653"/>
                </a:lnTo>
                <a:lnTo>
                  <a:pt x="96262" y="130653"/>
                </a:lnTo>
                <a:lnTo>
                  <a:pt x="96262" y="122514"/>
                </a:lnTo>
                <a:lnTo>
                  <a:pt x="104310" y="122514"/>
                </a:lnTo>
                <a:lnTo>
                  <a:pt x="96261" y="114267"/>
                </a:lnTo>
                <a:close/>
              </a:path>
              <a:path w="128349" h="130653">
                <a:moveTo>
                  <a:pt x="128349" y="46336"/>
                </a:moveTo>
                <a:lnTo>
                  <a:pt x="122983" y="40802"/>
                </a:lnTo>
                <a:lnTo>
                  <a:pt x="120408" y="77589"/>
                </a:lnTo>
                <a:lnTo>
                  <a:pt x="116866" y="86270"/>
                </a:lnTo>
                <a:lnTo>
                  <a:pt x="112359" y="93866"/>
                </a:lnTo>
                <a:lnTo>
                  <a:pt x="104310" y="102113"/>
                </a:lnTo>
                <a:lnTo>
                  <a:pt x="112359" y="106128"/>
                </a:lnTo>
                <a:lnTo>
                  <a:pt x="120408" y="106128"/>
                </a:lnTo>
                <a:lnTo>
                  <a:pt x="120407" y="82622"/>
                </a:lnTo>
                <a:lnTo>
                  <a:pt x="128349" y="74442"/>
                </a:lnTo>
                <a:lnTo>
                  <a:pt x="128349" y="46336"/>
                </a:lnTo>
                <a:close/>
              </a:path>
              <a:path w="128349" h="130653">
                <a:moveTo>
                  <a:pt x="120408" y="77589"/>
                </a:moveTo>
                <a:lnTo>
                  <a:pt x="122983" y="40802"/>
                </a:lnTo>
                <a:lnTo>
                  <a:pt x="109676" y="40802"/>
                </a:lnTo>
                <a:lnTo>
                  <a:pt x="107852" y="60769"/>
                </a:lnTo>
                <a:lnTo>
                  <a:pt x="104310" y="64350"/>
                </a:lnTo>
                <a:lnTo>
                  <a:pt x="96262" y="72488"/>
                </a:lnTo>
                <a:lnTo>
                  <a:pt x="104310" y="69341"/>
                </a:lnTo>
                <a:lnTo>
                  <a:pt x="108281" y="81604"/>
                </a:lnTo>
                <a:lnTo>
                  <a:pt x="96262" y="81604"/>
                </a:lnTo>
                <a:lnTo>
                  <a:pt x="96262" y="93866"/>
                </a:lnTo>
                <a:lnTo>
                  <a:pt x="92291" y="97990"/>
                </a:lnTo>
                <a:lnTo>
                  <a:pt x="80272" y="97990"/>
                </a:lnTo>
                <a:lnTo>
                  <a:pt x="76194" y="106128"/>
                </a:lnTo>
                <a:lnTo>
                  <a:pt x="68252" y="106128"/>
                </a:lnTo>
                <a:lnTo>
                  <a:pt x="64174" y="97990"/>
                </a:lnTo>
                <a:lnTo>
                  <a:pt x="56233" y="93866"/>
                </a:lnTo>
                <a:lnTo>
                  <a:pt x="64174" y="97990"/>
                </a:lnTo>
                <a:lnTo>
                  <a:pt x="64174" y="89851"/>
                </a:lnTo>
                <a:lnTo>
                  <a:pt x="56233" y="89851"/>
                </a:lnTo>
                <a:lnTo>
                  <a:pt x="56233" y="97990"/>
                </a:lnTo>
                <a:lnTo>
                  <a:pt x="60204" y="106128"/>
                </a:lnTo>
                <a:lnTo>
                  <a:pt x="64174" y="110179"/>
                </a:lnTo>
                <a:lnTo>
                  <a:pt x="64174" y="106128"/>
                </a:lnTo>
                <a:lnTo>
                  <a:pt x="72223" y="118391"/>
                </a:lnTo>
                <a:lnTo>
                  <a:pt x="80272" y="110179"/>
                </a:lnTo>
                <a:lnTo>
                  <a:pt x="80272" y="106128"/>
                </a:lnTo>
                <a:lnTo>
                  <a:pt x="84242" y="106128"/>
                </a:lnTo>
                <a:lnTo>
                  <a:pt x="88320" y="102041"/>
                </a:lnTo>
                <a:lnTo>
                  <a:pt x="100340" y="89851"/>
                </a:lnTo>
                <a:lnTo>
                  <a:pt x="100197" y="89851"/>
                </a:lnTo>
                <a:lnTo>
                  <a:pt x="96262" y="85727"/>
                </a:lnTo>
                <a:lnTo>
                  <a:pt x="100197" y="89851"/>
                </a:lnTo>
                <a:lnTo>
                  <a:pt x="100340" y="89851"/>
                </a:lnTo>
                <a:lnTo>
                  <a:pt x="100340" y="106128"/>
                </a:lnTo>
                <a:lnTo>
                  <a:pt x="104310" y="106128"/>
                </a:lnTo>
                <a:lnTo>
                  <a:pt x="112359" y="114267"/>
                </a:lnTo>
                <a:lnTo>
                  <a:pt x="112359" y="106128"/>
                </a:lnTo>
                <a:lnTo>
                  <a:pt x="104310" y="102113"/>
                </a:lnTo>
                <a:lnTo>
                  <a:pt x="112359" y="93866"/>
                </a:lnTo>
                <a:lnTo>
                  <a:pt x="116866" y="86270"/>
                </a:lnTo>
                <a:lnTo>
                  <a:pt x="120408" y="77589"/>
                </a:lnTo>
                <a:close/>
              </a:path>
              <a:path w="128349" h="130653">
                <a:moveTo>
                  <a:pt x="107852" y="60769"/>
                </a:moveTo>
                <a:lnTo>
                  <a:pt x="109676" y="40802"/>
                </a:lnTo>
                <a:lnTo>
                  <a:pt x="104310" y="46336"/>
                </a:lnTo>
                <a:lnTo>
                  <a:pt x="104310" y="64350"/>
                </a:lnTo>
                <a:lnTo>
                  <a:pt x="107852" y="60769"/>
                </a:lnTo>
                <a:close/>
              </a:path>
              <a:path w="128349" h="130653">
                <a:moveTo>
                  <a:pt x="96262" y="72488"/>
                </a:moveTo>
                <a:lnTo>
                  <a:pt x="96262" y="81604"/>
                </a:lnTo>
                <a:lnTo>
                  <a:pt x="108281" y="81604"/>
                </a:lnTo>
                <a:lnTo>
                  <a:pt x="104310" y="69341"/>
                </a:lnTo>
                <a:lnTo>
                  <a:pt x="96262" y="72488"/>
                </a:lnTo>
                <a:close/>
              </a:path>
              <a:path w="128349" h="130653">
                <a:moveTo>
                  <a:pt x="52155" y="114267"/>
                </a:moveTo>
                <a:lnTo>
                  <a:pt x="48184" y="110252"/>
                </a:lnTo>
                <a:lnTo>
                  <a:pt x="44106" y="97990"/>
                </a:lnTo>
                <a:lnTo>
                  <a:pt x="36165" y="81604"/>
                </a:lnTo>
                <a:lnTo>
                  <a:pt x="24145" y="77589"/>
                </a:lnTo>
                <a:lnTo>
                  <a:pt x="36165" y="81604"/>
                </a:lnTo>
                <a:lnTo>
                  <a:pt x="28116" y="57188"/>
                </a:lnTo>
                <a:lnTo>
                  <a:pt x="32087" y="53064"/>
                </a:lnTo>
                <a:lnTo>
                  <a:pt x="32087" y="44925"/>
                </a:lnTo>
                <a:lnTo>
                  <a:pt x="32087" y="53064"/>
                </a:lnTo>
                <a:lnTo>
                  <a:pt x="40136" y="57188"/>
                </a:lnTo>
                <a:lnTo>
                  <a:pt x="40136" y="40802"/>
                </a:lnTo>
                <a:lnTo>
                  <a:pt x="32087" y="40802"/>
                </a:lnTo>
                <a:lnTo>
                  <a:pt x="24145" y="20401"/>
                </a:lnTo>
                <a:lnTo>
                  <a:pt x="24145" y="28539"/>
                </a:lnTo>
                <a:lnTo>
                  <a:pt x="12019" y="16277"/>
                </a:lnTo>
                <a:lnTo>
                  <a:pt x="20068" y="40802"/>
                </a:lnTo>
                <a:lnTo>
                  <a:pt x="16097" y="53064"/>
                </a:lnTo>
                <a:lnTo>
                  <a:pt x="16097" y="61203"/>
                </a:lnTo>
                <a:lnTo>
                  <a:pt x="16097" y="53064"/>
                </a:lnTo>
                <a:lnTo>
                  <a:pt x="20068" y="40802"/>
                </a:lnTo>
                <a:lnTo>
                  <a:pt x="8048" y="40802"/>
                </a:lnTo>
                <a:lnTo>
                  <a:pt x="8048" y="65326"/>
                </a:lnTo>
                <a:lnTo>
                  <a:pt x="28116" y="65326"/>
                </a:lnTo>
                <a:lnTo>
                  <a:pt x="24145" y="69341"/>
                </a:lnTo>
                <a:lnTo>
                  <a:pt x="24145" y="81604"/>
                </a:lnTo>
                <a:lnTo>
                  <a:pt x="32087" y="85727"/>
                </a:lnTo>
                <a:lnTo>
                  <a:pt x="32087" y="93866"/>
                </a:lnTo>
                <a:lnTo>
                  <a:pt x="32087" y="85727"/>
                </a:lnTo>
                <a:lnTo>
                  <a:pt x="24145" y="81604"/>
                </a:lnTo>
                <a:lnTo>
                  <a:pt x="24145" y="97990"/>
                </a:lnTo>
                <a:lnTo>
                  <a:pt x="32087" y="97990"/>
                </a:lnTo>
                <a:lnTo>
                  <a:pt x="40136" y="102113"/>
                </a:lnTo>
                <a:lnTo>
                  <a:pt x="48184" y="114267"/>
                </a:lnTo>
                <a:lnTo>
                  <a:pt x="60204" y="122514"/>
                </a:lnTo>
                <a:lnTo>
                  <a:pt x="48184" y="122514"/>
                </a:lnTo>
                <a:lnTo>
                  <a:pt x="48184" y="130653"/>
                </a:lnTo>
                <a:lnTo>
                  <a:pt x="68252" y="130653"/>
                </a:lnTo>
                <a:lnTo>
                  <a:pt x="64174" y="110252"/>
                </a:lnTo>
                <a:lnTo>
                  <a:pt x="56233" y="102113"/>
                </a:lnTo>
                <a:lnTo>
                  <a:pt x="52155" y="97990"/>
                </a:lnTo>
                <a:lnTo>
                  <a:pt x="44106" y="89851"/>
                </a:lnTo>
                <a:lnTo>
                  <a:pt x="36165" y="73465"/>
                </a:lnTo>
                <a:lnTo>
                  <a:pt x="44106" y="97990"/>
                </a:lnTo>
                <a:lnTo>
                  <a:pt x="48184" y="110252"/>
                </a:lnTo>
                <a:lnTo>
                  <a:pt x="52120" y="114267"/>
                </a:lnTo>
                <a:close/>
              </a:path>
              <a:path w="128349" h="130653">
                <a:moveTo>
                  <a:pt x="8048" y="40802"/>
                </a:moveTo>
                <a:lnTo>
                  <a:pt x="20068" y="40802"/>
                </a:lnTo>
                <a:lnTo>
                  <a:pt x="12019" y="16277"/>
                </a:lnTo>
                <a:lnTo>
                  <a:pt x="24145" y="28539"/>
                </a:lnTo>
                <a:lnTo>
                  <a:pt x="24145" y="20401"/>
                </a:lnTo>
                <a:lnTo>
                  <a:pt x="32087" y="40802"/>
                </a:lnTo>
                <a:lnTo>
                  <a:pt x="32087" y="16277"/>
                </a:lnTo>
                <a:lnTo>
                  <a:pt x="24145" y="16277"/>
                </a:lnTo>
                <a:lnTo>
                  <a:pt x="24145" y="5425"/>
                </a:lnTo>
                <a:lnTo>
                  <a:pt x="18672" y="0"/>
                </a:lnTo>
                <a:lnTo>
                  <a:pt x="12019" y="0"/>
                </a:lnTo>
                <a:lnTo>
                  <a:pt x="8048" y="28539"/>
                </a:lnTo>
                <a:lnTo>
                  <a:pt x="8048" y="36678"/>
                </a:lnTo>
                <a:lnTo>
                  <a:pt x="8048" y="28539"/>
                </a:lnTo>
                <a:lnTo>
                  <a:pt x="12019" y="0"/>
                </a:lnTo>
                <a:lnTo>
                  <a:pt x="5473" y="0"/>
                </a:lnTo>
                <a:lnTo>
                  <a:pt x="0" y="5425"/>
                </a:lnTo>
                <a:lnTo>
                  <a:pt x="0" y="40802"/>
                </a:lnTo>
                <a:lnTo>
                  <a:pt x="8048" y="40802"/>
                </a:lnTo>
                <a:close/>
              </a:path>
              <a:path w="128349" h="130653">
                <a:moveTo>
                  <a:pt x="112359" y="114267"/>
                </a:moveTo>
                <a:lnTo>
                  <a:pt x="104310" y="106128"/>
                </a:lnTo>
                <a:lnTo>
                  <a:pt x="100340" y="106128"/>
                </a:lnTo>
                <a:lnTo>
                  <a:pt x="100340" y="89851"/>
                </a:lnTo>
                <a:lnTo>
                  <a:pt x="88320" y="102113"/>
                </a:lnTo>
                <a:lnTo>
                  <a:pt x="84242" y="106128"/>
                </a:lnTo>
                <a:lnTo>
                  <a:pt x="80272" y="106128"/>
                </a:lnTo>
                <a:lnTo>
                  <a:pt x="80272" y="110179"/>
                </a:lnTo>
                <a:lnTo>
                  <a:pt x="72223" y="118391"/>
                </a:lnTo>
                <a:lnTo>
                  <a:pt x="64174" y="106128"/>
                </a:lnTo>
                <a:lnTo>
                  <a:pt x="64174" y="110179"/>
                </a:lnTo>
                <a:lnTo>
                  <a:pt x="60204" y="106128"/>
                </a:lnTo>
                <a:lnTo>
                  <a:pt x="56233" y="97990"/>
                </a:lnTo>
                <a:lnTo>
                  <a:pt x="56233" y="89851"/>
                </a:lnTo>
                <a:lnTo>
                  <a:pt x="48184" y="85727"/>
                </a:lnTo>
                <a:lnTo>
                  <a:pt x="48184" y="73465"/>
                </a:lnTo>
                <a:lnTo>
                  <a:pt x="40136" y="61203"/>
                </a:lnTo>
                <a:lnTo>
                  <a:pt x="48184" y="73465"/>
                </a:lnTo>
                <a:lnTo>
                  <a:pt x="48184" y="57188"/>
                </a:lnTo>
                <a:lnTo>
                  <a:pt x="40136" y="57188"/>
                </a:lnTo>
                <a:lnTo>
                  <a:pt x="40136" y="69341"/>
                </a:lnTo>
                <a:lnTo>
                  <a:pt x="36165" y="73465"/>
                </a:lnTo>
                <a:lnTo>
                  <a:pt x="44106" y="89851"/>
                </a:lnTo>
                <a:lnTo>
                  <a:pt x="52155" y="97990"/>
                </a:lnTo>
                <a:lnTo>
                  <a:pt x="56233" y="102113"/>
                </a:lnTo>
                <a:lnTo>
                  <a:pt x="64174" y="110252"/>
                </a:lnTo>
                <a:lnTo>
                  <a:pt x="68252" y="130653"/>
                </a:lnTo>
                <a:lnTo>
                  <a:pt x="76194" y="130653"/>
                </a:lnTo>
                <a:lnTo>
                  <a:pt x="80272" y="110252"/>
                </a:lnTo>
                <a:lnTo>
                  <a:pt x="84242" y="122514"/>
                </a:lnTo>
                <a:lnTo>
                  <a:pt x="92291" y="114267"/>
                </a:lnTo>
                <a:lnTo>
                  <a:pt x="96262" y="110252"/>
                </a:lnTo>
                <a:lnTo>
                  <a:pt x="104310" y="114267"/>
                </a:lnTo>
                <a:lnTo>
                  <a:pt x="112359" y="114267"/>
                </a:lnTo>
                <a:close/>
              </a:path>
              <a:path w="128349" h="130653">
                <a:moveTo>
                  <a:pt x="28116" y="57188"/>
                </a:moveTo>
                <a:lnTo>
                  <a:pt x="36165" y="81604"/>
                </a:lnTo>
                <a:lnTo>
                  <a:pt x="44106" y="97990"/>
                </a:lnTo>
                <a:lnTo>
                  <a:pt x="36165" y="73465"/>
                </a:lnTo>
                <a:lnTo>
                  <a:pt x="40136" y="69341"/>
                </a:lnTo>
                <a:lnTo>
                  <a:pt x="40136" y="57188"/>
                </a:lnTo>
                <a:lnTo>
                  <a:pt x="32087" y="53064"/>
                </a:lnTo>
                <a:lnTo>
                  <a:pt x="28116" y="57188"/>
                </a:lnTo>
                <a:close/>
              </a:path>
              <a:path w="128349" h="130653">
                <a:moveTo>
                  <a:pt x="40136" y="114267"/>
                </a:moveTo>
                <a:lnTo>
                  <a:pt x="40136" y="122514"/>
                </a:lnTo>
                <a:lnTo>
                  <a:pt x="60204" y="122514"/>
                </a:lnTo>
                <a:lnTo>
                  <a:pt x="48184" y="114267"/>
                </a:lnTo>
                <a:lnTo>
                  <a:pt x="40136" y="102113"/>
                </a:lnTo>
                <a:lnTo>
                  <a:pt x="32087" y="97990"/>
                </a:lnTo>
                <a:lnTo>
                  <a:pt x="32087" y="114267"/>
                </a:lnTo>
                <a:lnTo>
                  <a:pt x="40136" y="1142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6392899" y="3496155"/>
            <a:ext cx="8048" cy="39825"/>
          </a:xfrm>
          <a:custGeom>
            <a:avLst/>
            <a:gdLst/>
            <a:ahLst/>
            <a:cxnLst/>
            <a:rect l="l" t="t" r="r" b="b"/>
            <a:pathLst>
              <a:path w="8048" h="39825">
                <a:moveTo>
                  <a:pt x="3541" y="36244"/>
                </a:moveTo>
                <a:lnTo>
                  <a:pt x="8048" y="0"/>
                </a:lnTo>
                <a:lnTo>
                  <a:pt x="0" y="0"/>
                </a:lnTo>
                <a:lnTo>
                  <a:pt x="0" y="39825"/>
                </a:lnTo>
                <a:lnTo>
                  <a:pt x="3541" y="362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6408997" y="3406303"/>
            <a:ext cx="3970" cy="89851"/>
          </a:xfrm>
          <a:custGeom>
            <a:avLst/>
            <a:gdLst/>
            <a:ahLst/>
            <a:cxnLst/>
            <a:rect l="l" t="t" r="r" b="b"/>
            <a:pathLst>
              <a:path w="3970" h="89851">
                <a:moveTo>
                  <a:pt x="3434" y="52521"/>
                </a:moveTo>
                <a:lnTo>
                  <a:pt x="0" y="0"/>
                </a:lnTo>
                <a:lnTo>
                  <a:pt x="0" y="61203"/>
                </a:lnTo>
                <a:lnTo>
                  <a:pt x="3970" y="89851"/>
                </a:lnTo>
                <a:lnTo>
                  <a:pt x="3434" y="52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6421016" y="3418566"/>
            <a:ext cx="19960" cy="65760"/>
          </a:xfrm>
          <a:custGeom>
            <a:avLst/>
            <a:gdLst/>
            <a:ahLst/>
            <a:cxnLst/>
            <a:rect l="l" t="t" r="r" b="b"/>
            <a:pathLst>
              <a:path w="19960" h="65760">
                <a:moveTo>
                  <a:pt x="12019" y="12262"/>
                </a:moveTo>
                <a:lnTo>
                  <a:pt x="19960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429" y="65760"/>
                </a:lnTo>
                <a:lnTo>
                  <a:pt x="3970" y="57188"/>
                </a:lnTo>
                <a:lnTo>
                  <a:pt x="12019" y="54041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6400948" y="3247001"/>
            <a:ext cx="52155" cy="273677"/>
          </a:xfrm>
          <a:custGeom>
            <a:avLst/>
            <a:gdLst/>
            <a:ahLst/>
            <a:cxnLst/>
            <a:rect l="l" t="t" r="r" b="b"/>
            <a:pathLst>
              <a:path w="52155" h="273677">
                <a:moveTo>
                  <a:pt x="40028" y="135829"/>
                </a:moveTo>
                <a:lnTo>
                  <a:pt x="48077" y="127615"/>
                </a:lnTo>
                <a:lnTo>
                  <a:pt x="40028" y="130653"/>
                </a:lnTo>
                <a:lnTo>
                  <a:pt x="48077" y="93975"/>
                </a:lnTo>
                <a:lnTo>
                  <a:pt x="48077" y="81712"/>
                </a:lnTo>
                <a:lnTo>
                  <a:pt x="44106" y="44925"/>
                </a:lnTo>
                <a:lnTo>
                  <a:pt x="52155" y="20401"/>
                </a:lnTo>
                <a:lnTo>
                  <a:pt x="40028" y="0"/>
                </a:lnTo>
                <a:lnTo>
                  <a:pt x="40028" y="20401"/>
                </a:lnTo>
                <a:lnTo>
                  <a:pt x="32087" y="20401"/>
                </a:lnTo>
                <a:lnTo>
                  <a:pt x="32087" y="73465"/>
                </a:lnTo>
                <a:lnTo>
                  <a:pt x="32087" y="69450"/>
                </a:lnTo>
                <a:lnTo>
                  <a:pt x="24038" y="69450"/>
                </a:lnTo>
                <a:lnTo>
                  <a:pt x="24038" y="122514"/>
                </a:lnTo>
                <a:lnTo>
                  <a:pt x="28009" y="159301"/>
                </a:lnTo>
                <a:lnTo>
                  <a:pt x="27580" y="113833"/>
                </a:lnTo>
                <a:lnTo>
                  <a:pt x="28009" y="159301"/>
                </a:lnTo>
                <a:lnTo>
                  <a:pt x="15990" y="163316"/>
                </a:lnTo>
                <a:lnTo>
                  <a:pt x="15990" y="269554"/>
                </a:lnTo>
                <a:lnTo>
                  <a:pt x="15990" y="261415"/>
                </a:lnTo>
                <a:lnTo>
                  <a:pt x="12019" y="249153"/>
                </a:lnTo>
                <a:lnTo>
                  <a:pt x="0" y="253168"/>
                </a:lnTo>
                <a:lnTo>
                  <a:pt x="12019" y="249153"/>
                </a:lnTo>
                <a:lnTo>
                  <a:pt x="8048" y="220504"/>
                </a:lnTo>
                <a:lnTo>
                  <a:pt x="8048" y="215361"/>
                </a:lnTo>
                <a:lnTo>
                  <a:pt x="0" y="223651"/>
                </a:lnTo>
                <a:lnTo>
                  <a:pt x="0" y="261415"/>
                </a:lnTo>
                <a:lnTo>
                  <a:pt x="3970" y="273677"/>
                </a:lnTo>
                <a:lnTo>
                  <a:pt x="24038" y="273677"/>
                </a:lnTo>
                <a:lnTo>
                  <a:pt x="24038" y="233743"/>
                </a:lnTo>
                <a:lnTo>
                  <a:pt x="32087" y="225605"/>
                </a:lnTo>
                <a:lnTo>
                  <a:pt x="24038" y="228752"/>
                </a:lnTo>
                <a:lnTo>
                  <a:pt x="20497" y="237324"/>
                </a:lnTo>
                <a:lnTo>
                  <a:pt x="20068" y="183826"/>
                </a:lnTo>
                <a:lnTo>
                  <a:pt x="32087" y="171564"/>
                </a:lnTo>
                <a:lnTo>
                  <a:pt x="32087" y="179702"/>
                </a:lnTo>
                <a:lnTo>
                  <a:pt x="40028" y="183826"/>
                </a:lnTo>
                <a:lnTo>
                  <a:pt x="32087" y="81712"/>
                </a:lnTo>
                <a:lnTo>
                  <a:pt x="44106" y="69450"/>
                </a:lnTo>
                <a:lnTo>
                  <a:pt x="40028" y="32663"/>
                </a:lnTo>
                <a:lnTo>
                  <a:pt x="40028" y="24524"/>
                </a:lnTo>
                <a:lnTo>
                  <a:pt x="40028" y="32663"/>
                </a:lnTo>
                <a:lnTo>
                  <a:pt x="44106" y="69450"/>
                </a:lnTo>
                <a:lnTo>
                  <a:pt x="36058" y="93975"/>
                </a:lnTo>
                <a:lnTo>
                  <a:pt x="36594" y="139334"/>
                </a:lnTo>
                <a:lnTo>
                  <a:pt x="40028" y="1358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6440977" y="3340976"/>
            <a:ext cx="8048" cy="36678"/>
          </a:xfrm>
          <a:custGeom>
            <a:avLst/>
            <a:gdLst/>
            <a:ahLst/>
            <a:cxnLst/>
            <a:rect l="l" t="t" r="r" b="b"/>
            <a:pathLst>
              <a:path w="8048" h="36678">
                <a:moveTo>
                  <a:pt x="8048" y="0"/>
                </a:moveTo>
                <a:lnTo>
                  <a:pt x="0" y="36678"/>
                </a:lnTo>
                <a:lnTo>
                  <a:pt x="8048" y="3364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6440977" y="3197952"/>
            <a:ext cx="20068" cy="143024"/>
          </a:xfrm>
          <a:custGeom>
            <a:avLst/>
            <a:gdLst/>
            <a:ahLst/>
            <a:cxnLst/>
            <a:rect l="l" t="t" r="r" b="b"/>
            <a:pathLst>
              <a:path w="20068" h="143024">
                <a:moveTo>
                  <a:pt x="8048" y="130762"/>
                </a:moveTo>
                <a:lnTo>
                  <a:pt x="8048" y="143024"/>
                </a:lnTo>
                <a:lnTo>
                  <a:pt x="16097" y="143024"/>
                </a:lnTo>
                <a:lnTo>
                  <a:pt x="16097" y="81712"/>
                </a:lnTo>
                <a:lnTo>
                  <a:pt x="12126" y="44925"/>
                </a:lnTo>
                <a:lnTo>
                  <a:pt x="20068" y="20509"/>
                </a:lnTo>
                <a:lnTo>
                  <a:pt x="8048" y="0"/>
                </a:lnTo>
                <a:lnTo>
                  <a:pt x="8048" y="20509"/>
                </a:lnTo>
                <a:lnTo>
                  <a:pt x="0" y="20509"/>
                </a:lnTo>
                <a:lnTo>
                  <a:pt x="0" y="49049"/>
                </a:lnTo>
                <a:lnTo>
                  <a:pt x="12126" y="69450"/>
                </a:lnTo>
                <a:lnTo>
                  <a:pt x="8048" y="32663"/>
                </a:lnTo>
                <a:lnTo>
                  <a:pt x="8048" y="24524"/>
                </a:lnTo>
                <a:lnTo>
                  <a:pt x="8048" y="32663"/>
                </a:lnTo>
                <a:lnTo>
                  <a:pt x="12126" y="69450"/>
                </a:lnTo>
                <a:lnTo>
                  <a:pt x="4077" y="93975"/>
                </a:lnTo>
                <a:lnTo>
                  <a:pt x="8048" y="130762"/>
                </a:lnTo>
                <a:lnTo>
                  <a:pt x="8048" y="138900"/>
                </a:lnTo>
                <a:lnTo>
                  <a:pt x="8048" y="1307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6433035" y="3316452"/>
            <a:ext cx="12019" cy="114376"/>
          </a:xfrm>
          <a:custGeom>
            <a:avLst/>
            <a:gdLst/>
            <a:ahLst/>
            <a:cxnLst/>
            <a:rect l="l" t="t" r="r" b="b"/>
            <a:pathLst>
              <a:path w="12019" h="114376">
                <a:moveTo>
                  <a:pt x="7941" y="93866"/>
                </a:moveTo>
                <a:lnTo>
                  <a:pt x="7941" y="66379"/>
                </a:lnTo>
                <a:lnTo>
                  <a:pt x="4507" y="69884"/>
                </a:lnTo>
                <a:lnTo>
                  <a:pt x="3970" y="24524"/>
                </a:lnTo>
                <a:lnTo>
                  <a:pt x="12019" y="0"/>
                </a:lnTo>
                <a:lnTo>
                  <a:pt x="0" y="12262"/>
                </a:lnTo>
                <a:lnTo>
                  <a:pt x="7941" y="114376"/>
                </a:lnTo>
                <a:lnTo>
                  <a:pt x="7941" y="938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6449025" y="3132625"/>
            <a:ext cx="20068" cy="159301"/>
          </a:xfrm>
          <a:custGeom>
            <a:avLst/>
            <a:gdLst/>
            <a:ahLst/>
            <a:cxnLst/>
            <a:rect l="l" t="t" r="r" b="b"/>
            <a:pathLst>
              <a:path w="20068" h="159301">
                <a:moveTo>
                  <a:pt x="8048" y="147039"/>
                </a:moveTo>
                <a:lnTo>
                  <a:pt x="8048" y="159301"/>
                </a:lnTo>
                <a:lnTo>
                  <a:pt x="16097" y="159301"/>
                </a:lnTo>
                <a:lnTo>
                  <a:pt x="16097" y="97990"/>
                </a:lnTo>
                <a:lnTo>
                  <a:pt x="12019" y="61311"/>
                </a:lnTo>
                <a:lnTo>
                  <a:pt x="20068" y="36786"/>
                </a:lnTo>
                <a:lnTo>
                  <a:pt x="8048" y="0"/>
                </a:lnTo>
                <a:lnTo>
                  <a:pt x="8048" y="36786"/>
                </a:lnTo>
                <a:lnTo>
                  <a:pt x="0" y="36786"/>
                </a:lnTo>
                <a:lnTo>
                  <a:pt x="0" y="65326"/>
                </a:lnTo>
                <a:lnTo>
                  <a:pt x="12019" y="85836"/>
                </a:lnTo>
                <a:lnTo>
                  <a:pt x="8048" y="49049"/>
                </a:lnTo>
                <a:lnTo>
                  <a:pt x="8048" y="40910"/>
                </a:lnTo>
                <a:lnTo>
                  <a:pt x="8048" y="49049"/>
                </a:lnTo>
                <a:lnTo>
                  <a:pt x="12019" y="85836"/>
                </a:lnTo>
                <a:lnTo>
                  <a:pt x="4077" y="110252"/>
                </a:lnTo>
                <a:lnTo>
                  <a:pt x="8048" y="147039"/>
                </a:lnTo>
                <a:lnTo>
                  <a:pt x="8048" y="155178"/>
                </a:lnTo>
                <a:lnTo>
                  <a:pt x="8048" y="1470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6457074" y="3058617"/>
            <a:ext cx="20068" cy="184260"/>
          </a:xfrm>
          <a:custGeom>
            <a:avLst/>
            <a:gdLst/>
            <a:ahLst/>
            <a:cxnLst/>
            <a:rect l="l" t="t" r="r" b="b"/>
            <a:pathLst>
              <a:path w="20068" h="184260">
                <a:moveTo>
                  <a:pt x="15990" y="542"/>
                </a:moveTo>
                <a:lnTo>
                  <a:pt x="15990" y="8681"/>
                </a:lnTo>
                <a:lnTo>
                  <a:pt x="8048" y="11828"/>
                </a:lnTo>
                <a:lnTo>
                  <a:pt x="8048" y="45468"/>
                </a:lnTo>
                <a:lnTo>
                  <a:pt x="0" y="45468"/>
                </a:lnTo>
                <a:lnTo>
                  <a:pt x="0" y="74008"/>
                </a:lnTo>
                <a:lnTo>
                  <a:pt x="12019" y="110795"/>
                </a:lnTo>
                <a:lnTo>
                  <a:pt x="8048" y="57730"/>
                </a:lnTo>
                <a:lnTo>
                  <a:pt x="8048" y="49483"/>
                </a:lnTo>
                <a:lnTo>
                  <a:pt x="8048" y="57730"/>
                </a:lnTo>
                <a:lnTo>
                  <a:pt x="12019" y="110795"/>
                </a:lnTo>
                <a:lnTo>
                  <a:pt x="3970" y="135319"/>
                </a:lnTo>
                <a:lnTo>
                  <a:pt x="8048" y="171998"/>
                </a:lnTo>
                <a:lnTo>
                  <a:pt x="8048" y="180245"/>
                </a:lnTo>
                <a:lnTo>
                  <a:pt x="8048" y="171998"/>
                </a:lnTo>
                <a:lnTo>
                  <a:pt x="8048" y="184260"/>
                </a:lnTo>
                <a:lnTo>
                  <a:pt x="15990" y="184260"/>
                </a:lnTo>
                <a:lnTo>
                  <a:pt x="15990" y="123057"/>
                </a:lnTo>
                <a:lnTo>
                  <a:pt x="12019" y="69992"/>
                </a:lnTo>
                <a:lnTo>
                  <a:pt x="20068" y="45468"/>
                </a:lnTo>
                <a:lnTo>
                  <a:pt x="19531" y="0"/>
                </a:lnTo>
                <a:lnTo>
                  <a:pt x="15990" y="5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6478537" y="3046898"/>
            <a:ext cx="13199" cy="69450"/>
          </a:xfrm>
          <a:custGeom>
            <a:avLst/>
            <a:gdLst/>
            <a:ahLst/>
            <a:cxnLst/>
            <a:rect l="l" t="t" r="r" b="b"/>
            <a:pathLst>
              <a:path w="13199" h="69450">
                <a:moveTo>
                  <a:pt x="10624" y="28539"/>
                </a:moveTo>
                <a:lnTo>
                  <a:pt x="13199" y="0"/>
                </a:lnTo>
                <a:lnTo>
                  <a:pt x="0" y="0"/>
                </a:lnTo>
                <a:lnTo>
                  <a:pt x="2575" y="69450"/>
                </a:lnTo>
                <a:lnTo>
                  <a:pt x="7082" y="37221"/>
                </a:lnTo>
                <a:lnTo>
                  <a:pt x="10624" y="285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6368861" y="3520679"/>
            <a:ext cx="48077" cy="122514"/>
          </a:xfrm>
          <a:custGeom>
            <a:avLst/>
            <a:gdLst/>
            <a:ahLst/>
            <a:cxnLst/>
            <a:rect l="l" t="t" r="r" b="b"/>
            <a:pathLst>
              <a:path w="48077" h="122514">
                <a:moveTo>
                  <a:pt x="15990" y="23439"/>
                </a:moveTo>
                <a:lnTo>
                  <a:pt x="15990" y="61203"/>
                </a:lnTo>
                <a:lnTo>
                  <a:pt x="20068" y="73465"/>
                </a:lnTo>
                <a:lnTo>
                  <a:pt x="12019" y="97990"/>
                </a:lnTo>
                <a:lnTo>
                  <a:pt x="15990" y="110252"/>
                </a:lnTo>
                <a:lnTo>
                  <a:pt x="15990" y="118391"/>
                </a:lnTo>
                <a:lnTo>
                  <a:pt x="15990" y="110252"/>
                </a:lnTo>
                <a:lnTo>
                  <a:pt x="12019" y="97990"/>
                </a:lnTo>
                <a:lnTo>
                  <a:pt x="0" y="102005"/>
                </a:lnTo>
                <a:lnTo>
                  <a:pt x="12019" y="97990"/>
                </a:lnTo>
                <a:lnTo>
                  <a:pt x="0" y="73465"/>
                </a:lnTo>
                <a:lnTo>
                  <a:pt x="0" y="110252"/>
                </a:lnTo>
                <a:lnTo>
                  <a:pt x="3970" y="122514"/>
                </a:lnTo>
                <a:lnTo>
                  <a:pt x="24038" y="122514"/>
                </a:lnTo>
                <a:lnTo>
                  <a:pt x="24038" y="85727"/>
                </a:lnTo>
                <a:lnTo>
                  <a:pt x="32087" y="73465"/>
                </a:lnTo>
                <a:lnTo>
                  <a:pt x="32087" y="69341"/>
                </a:lnTo>
                <a:lnTo>
                  <a:pt x="32087" y="73465"/>
                </a:lnTo>
                <a:lnTo>
                  <a:pt x="40136" y="73465"/>
                </a:lnTo>
                <a:lnTo>
                  <a:pt x="40135" y="33573"/>
                </a:lnTo>
                <a:lnTo>
                  <a:pt x="48077" y="25392"/>
                </a:lnTo>
                <a:lnTo>
                  <a:pt x="48077" y="0"/>
                </a:lnTo>
                <a:lnTo>
                  <a:pt x="40136" y="28539"/>
                </a:lnTo>
                <a:lnTo>
                  <a:pt x="36594" y="37221"/>
                </a:lnTo>
                <a:lnTo>
                  <a:pt x="32087" y="61203"/>
                </a:lnTo>
                <a:lnTo>
                  <a:pt x="28009" y="48940"/>
                </a:lnTo>
                <a:lnTo>
                  <a:pt x="15990" y="53064"/>
                </a:lnTo>
                <a:lnTo>
                  <a:pt x="28009" y="48940"/>
                </a:lnTo>
                <a:lnTo>
                  <a:pt x="24038" y="20401"/>
                </a:lnTo>
                <a:lnTo>
                  <a:pt x="15990" y="234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6408997" y="3364449"/>
            <a:ext cx="19960" cy="143967"/>
          </a:xfrm>
          <a:custGeom>
            <a:avLst/>
            <a:gdLst/>
            <a:ahLst/>
            <a:cxnLst/>
            <a:rect l="l" t="t" r="r" b="b"/>
            <a:pathLst>
              <a:path w="19960" h="143967">
                <a:moveTo>
                  <a:pt x="15989" y="0"/>
                </a:moveTo>
                <a:lnTo>
                  <a:pt x="7941" y="8214"/>
                </a:lnTo>
                <a:lnTo>
                  <a:pt x="7941" y="41854"/>
                </a:lnTo>
                <a:lnTo>
                  <a:pt x="0" y="41854"/>
                </a:lnTo>
                <a:lnTo>
                  <a:pt x="3434" y="94375"/>
                </a:lnTo>
                <a:lnTo>
                  <a:pt x="3970" y="131705"/>
                </a:lnTo>
                <a:lnTo>
                  <a:pt x="7941" y="143967"/>
                </a:lnTo>
                <a:lnTo>
                  <a:pt x="7941" y="45869"/>
                </a:lnTo>
                <a:lnTo>
                  <a:pt x="19960" y="41854"/>
                </a:lnTo>
                <a:lnTo>
                  <a:pt x="15990" y="5067"/>
                </a:lnTo>
                <a:lnTo>
                  <a:pt x="1598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6465123" y="3062265"/>
            <a:ext cx="7941" cy="8180"/>
          </a:xfrm>
          <a:custGeom>
            <a:avLst/>
            <a:gdLst/>
            <a:ahLst/>
            <a:cxnLst/>
            <a:rect l="l" t="t" r="r" b="b"/>
            <a:pathLst>
              <a:path w="7941" h="8180">
                <a:moveTo>
                  <a:pt x="7941" y="0"/>
                </a:moveTo>
                <a:lnTo>
                  <a:pt x="0" y="8180"/>
                </a:lnTo>
                <a:lnTo>
                  <a:pt x="7941" y="5033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6469093" y="3046898"/>
            <a:ext cx="28116" cy="147039"/>
          </a:xfrm>
          <a:custGeom>
            <a:avLst/>
            <a:gdLst/>
            <a:ahLst/>
            <a:cxnLst/>
            <a:rect l="l" t="t" r="r" b="b"/>
            <a:pathLst>
              <a:path w="28116" h="147039">
                <a:moveTo>
                  <a:pt x="28116" y="5425"/>
                </a:moveTo>
                <a:lnTo>
                  <a:pt x="22643" y="0"/>
                </a:lnTo>
                <a:lnTo>
                  <a:pt x="20068" y="28539"/>
                </a:lnTo>
                <a:lnTo>
                  <a:pt x="16526" y="37221"/>
                </a:lnTo>
                <a:lnTo>
                  <a:pt x="12019" y="69450"/>
                </a:lnTo>
                <a:lnTo>
                  <a:pt x="9443" y="0"/>
                </a:lnTo>
                <a:lnTo>
                  <a:pt x="3970" y="5425"/>
                </a:lnTo>
                <a:lnTo>
                  <a:pt x="3970" y="12262"/>
                </a:lnTo>
                <a:lnTo>
                  <a:pt x="7512" y="11719"/>
                </a:lnTo>
                <a:lnTo>
                  <a:pt x="8048" y="57188"/>
                </a:lnTo>
                <a:lnTo>
                  <a:pt x="0" y="81712"/>
                </a:lnTo>
                <a:lnTo>
                  <a:pt x="3970" y="134777"/>
                </a:lnTo>
                <a:lnTo>
                  <a:pt x="3970" y="142915"/>
                </a:lnTo>
                <a:lnTo>
                  <a:pt x="3970" y="134777"/>
                </a:lnTo>
                <a:lnTo>
                  <a:pt x="3970" y="147039"/>
                </a:lnTo>
                <a:lnTo>
                  <a:pt x="12019" y="147039"/>
                </a:lnTo>
                <a:lnTo>
                  <a:pt x="12019" y="81712"/>
                </a:lnTo>
                <a:lnTo>
                  <a:pt x="20068" y="81712"/>
                </a:lnTo>
                <a:lnTo>
                  <a:pt x="12019" y="77589"/>
                </a:lnTo>
                <a:lnTo>
                  <a:pt x="20068" y="81712"/>
                </a:lnTo>
                <a:lnTo>
                  <a:pt x="20068" y="33640"/>
                </a:lnTo>
                <a:lnTo>
                  <a:pt x="28116" y="25501"/>
                </a:lnTo>
                <a:lnTo>
                  <a:pt x="28116" y="54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6360812" y="3618669"/>
            <a:ext cx="24038" cy="32663"/>
          </a:xfrm>
          <a:custGeom>
            <a:avLst/>
            <a:gdLst/>
            <a:ahLst/>
            <a:cxnLst/>
            <a:rect l="l" t="t" r="r" b="b"/>
            <a:pathLst>
              <a:path w="24038" h="32663">
                <a:moveTo>
                  <a:pt x="24038" y="27129"/>
                </a:moveTo>
                <a:lnTo>
                  <a:pt x="24038" y="24524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7129"/>
                </a:lnTo>
                <a:lnTo>
                  <a:pt x="5365" y="32663"/>
                </a:lnTo>
                <a:lnTo>
                  <a:pt x="18672" y="32663"/>
                </a:lnTo>
                <a:lnTo>
                  <a:pt x="24038" y="271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6376909" y="3569620"/>
            <a:ext cx="12019" cy="28648"/>
          </a:xfrm>
          <a:custGeom>
            <a:avLst/>
            <a:gdLst/>
            <a:ahLst/>
            <a:cxnLst/>
            <a:rect l="l" t="t" r="r" b="b"/>
            <a:pathLst>
              <a:path w="12019" h="28648">
                <a:moveTo>
                  <a:pt x="0" y="0"/>
                </a:moveTo>
                <a:lnTo>
                  <a:pt x="0" y="28648"/>
                </a:lnTo>
                <a:lnTo>
                  <a:pt x="12019" y="24524"/>
                </a:lnTo>
                <a:lnTo>
                  <a:pt x="7941" y="12262"/>
                </a:lnTo>
                <a:lnTo>
                  <a:pt x="794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6368861" y="3594145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8048" y="12262"/>
                </a:moveTo>
                <a:lnTo>
                  <a:pt x="8048" y="0"/>
                </a:lnTo>
                <a:lnTo>
                  <a:pt x="0" y="0"/>
                </a:lnTo>
                <a:lnTo>
                  <a:pt x="12019" y="24524"/>
                </a:lnTo>
                <a:lnTo>
                  <a:pt x="20068" y="0"/>
                </a:lnTo>
                <a:lnTo>
                  <a:pt x="8048" y="4123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6392899" y="3594145"/>
            <a:ext cx="8048" cy="24524"/>
          </a:xfrm>
          <a:custGeom>
            <a:avLst/>
            <a:gdLst/>
            <a:ahLst/>
            <a:cxnLst/>
            <a:rect l="l" t="t" r="r" b="b"/>
            <a:pathLst>
              <a:path w="8048" h="24524">
                <a:moveTo>
                  <a:pt x="8048" y="4123"/>
                </a:moveTo>
                <a:lnTo>
                  <a:pt x="8048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24524"/>
                </a:lnTo>
                <a:lnTo>
                  <a:pt x="0" y="20401"/>
                </a:lnTo>
                <a:lnTo>
                  <a:pt x="8048" y="24524"/>
                </a:lnTo>
                <a:lnTo>
                  <a:pt x="8048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6384851" y="3496155"/>
            <a:ext cx="32087" cy="85727"/>
          </a:xfrm>
          <a:custGeom>
            <a:avLst/>
            <a:gdLst/>
            <a:ahLst/>
            <a:cxnLst/>
            <a:rect l="l" t="t" r="r" b="b"/>
            <a:pathLst>
              <a:path w="32087" h="85727">
                <a:moveTo>
                  <a:pt x="32087" y="24524"/>
                </a:moveTo>
                <a:lnTo>
                  <a:pt x="20068" y="24524"/>
                </a:lnTo>
                <a:lnTo>
                  <a:pt x="16097" y="12262"/>
                </a:lnTo>
                <a:lnTo>
                  <a:pt x="16097" y="0"/>
                </a:lnTo>
                <a:lnTo>
                  <a:pt x="11590" y="36244"/>
                </a:lnTo>
                <a:lnTo>
                  <a:pt x="8048" y="39825"/>
                </a:lnTo>
                <a:lnTo>
                  <a:pt x="0" y="47964"/>
                </a:lnTo>
                <a:lnTo>
                  <a:pt x="8048" y="44925"/>
                </a:lnTo>
                <a:lnTo>
                  <a:pt x="12019" y="73465"/>
                </a:lnTo>
                <a:lnTo>
                  <a:pt x="16097" y="85727"/>
                </a:lnTo>
                <a:lnTo>
                  <a:pt x="20604" y="61745"/>
                </a:lnTo>
                <a:lnTo>
                  <a:pt x="24145" y="53064"/>
                </a:lnTo>
                <a:lnTo>
                  <a:pt x="32087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6497210" y="2863071"/>
            <a:ext cx="20068" cy="126638"/>
          </a:xfrm>
          <a:custGeom>
            <a:avLst/>
            <a:gdLst/>
            <a:ahLst/>
            <a:cxnLst/>
            <a:rect l="l" t="t" r="r" b="b"/>
            <a:pathLst>
              <a:path w="20068" h="126638">
                <a:moveTo>
                  <a:pt x="7941" y="114376"/>
                </a:moveTo>
                <a:lnTo>
                  <a:pt x="7941" y="126638"/>
                </a:lnTo>
                <a:lnTo>
                  <a:pt x="15990" y="126638"/>
                </a:lnTo>
                <a:lnTo>
                  <a:pt x="15990" y="73573"/>
                </a:lnTo>
                <a:lnTo>
                  <a:pt x="12019" y="53172"/>
                </a:lnTo>
                <a:lnTo>
                  <a:pt x="20068" y="28648"/>
                </a:lnTo>
                <a:lnTo>
                  <a:pt x="15990" y="0"/>
                </a:lnTo>
                <a:lnTo>
                  <a:pt x="7941" y="3146"/>
                </a:lnTo>
                <a:lnTo>
                  <a:pt x="7941" y="28648"/>
                </a:lnTo>
                <a:lnTo>
                  <a:pt x="0" y="28648"/>
                </a:lnTo>
                <a:lnTo>
                  <a:pt x="0" y="57188"/>
                </a:lnTo>
                <a:lnTo>
                  <a:pt x="12019" y="61311"/>
                </a:lnTo>
                <a:lnTo>
                  <a:pt x="7941" y="40910"/>
                </a:lnTo>
                <a:lnTo>
                  <a:pt x="7941" y="32663"/>
                </a:lnTo>
                <a:lnTo>
                  <a:pt x="7941" y="40910"/>
                </a:lnTo>
                <a:lnTo>
                  <a:pt x="12019" y="61311"/>
                </a:lnTo>
                <a:lnTo>
                  <a:pt x="3970" y="85836"/>
                </a:lnTo>
                <a:lnTo>
                  <a:pt x="7941" y="114376"/>
                </a:lnTo>
                <a:lnTo>
                  <a:pt x="7941" y="122514"/>
                </a:lnTo>
                <a:lnTo>
                  <a:pt x="7941" y="1143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6521249" y="2785482"/>
            <a:ext cx="12019" cy="118499"/>
          </a:xfrm>
          <a:custGeom>
            <a:avLst/>
            <a:gdLst/>
            <a:ahLst/>
            <a:cxnLst/>
            <a:rect l="l" t="t" r="r" b="b"/>
            <a:pathLst>
              <a:path w="12019" h="118499">
                <a:moveTo>
                  <a:pt x="0" y="20401"/>
                </a:moveTo>
                <a:lnTo>
                  <a:pt x="0" y="28648"/>
                </a:lnTo>
                <a:lnTo>
                  <a:pt x="0" y="24524"/>
                </a:lnTo>
                <a:lnTo>
                  <a:pt x="0" y="118499"/>
                </a:lnTo>
                <a:lnTo>
                  <a:pt x="0" y="36787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6505151" y="2830408"/>
            <a:ext cx="12126" cy="61311"/>
          </a:xfrm>
          <a:custGeom>
            <a:avLst/>
            <a:gdLst/>
            <a:ahLst/>
            <a:cxnLst/>
            <a:rect l="l" t="t" r="r" b="b"/>
            <a:pathLst>
              <a:path w="12126" h="61311">
                <a:moveTo>
                  <a:pt x="11590" y="24090"/>
                </a:moveTo>
                <a:lnTo>
                  <a:pt x="8048" y="0"/>
                </a:lnTo>
                <a:lnTo>
                  <a:pt x="8048" y="27671"/>
                </a:lnTo>
                <a:lnTo>
                  <a:pt x="0" y="35810"/>
                </a:lnTo>
                <a:lnTo>
                  <a:pt x="8048" y="32663"/>
                </a:lnTo>
                <a:lnTo>
                  <a:pt x="12126" y="61311"/>
                </a:lnTo>
                <a:lnTo>
                  <a:pt x="11590" y="240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6525219" y="2822269"/>
            <a:ext cx="20068" cy="57622"/>
          </a:xfrm>
          <a:custGeom>
            <a:avLst/>
            <a:gdLst/>
            <a:ahLst/>
            <a:cxnLst/>
            <a:rect l="l" t="t" r="r" b="b"/>
            <a:pathLst>
              <a:path w="20068" h="57622">
                <a:moveTo>
                  <a:pt x="12019" y="12262"/>
                </a:moveTo>
                <a:lnTo>
                  <a:pt x="20068" y="12262"/>
                </a:lnTo>
                <a:lnTo>
                  <a:pt x="12019" y="8138"/>
                </a:lnTo>
                <a:lnTo>
                  <a:pt x="12019" y="0"/>
                </a:lnTo>
                <a:lnTo>
                  <a:pt x="0" y="12262"/>
                </a:lnTo>
                <a:lnTo>
                  <a:pt x="536" y="57622"/>
                </a:lnTo>
                <a:lnTo>
                  <a:pt x="4077" y="49049"/>
                </a:lnTo>
                <a:lnTo>
                  <a:pt x="12019" y="45902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6549400" y="2765081"/>
            <a:ext cx="24003" cy="28648"/>
          </a:xfrm>
          <a:custGeom>
            <a:avLst/>
            <a:gdLst/>
            <a:ahLst/>
            <a:cxnLst/>
            <a:rect l="l" t="t" r="r" b="b"/>
            <a:pathLst>
              <a:path w="24003" h="28648">
                <a:moveTo>
                  <a:pt x="24003" y="12262"/>
                </a:moveTo>
                <a:lnTo>
                  <a:pt x="19925" y="0"/>
                </a:lnTo>
                <a:lnTo>
                  <a:pt x="15954" y="4050"/>
                </a:lnTo>
                <a:lnTo>
                  <a:pt x="15955" y="12262"/>
                </a:lnTo>
                <a:lnTo>
                  <a:pt x="7942" y="12262"/>
                </a:lnTo>
                <a:lnTo>
                  <a:pt x="0" y="20401"/>
                </a:lnTo>
                <a:lnTo>
                  <a:pt x="3935" y="28648"/>
                </a:lnTo>
                <a:lnTo>
                  <a:pt x="11984" y="28648"/>
                </a:lnTo>
                <a:lnTo>
                  <a:pt x="11984" y="20401"/>
                </a:lnTo>
                <a:lnTo>
                  <a:pt x="3935" y="16385"/>
                </a:lnTo>
                <a:lnTo>
                  <a:pt x="3935" y="24524"/>
                </a:lnTo>
                <a:lnTo>
                  <a:pt x="3935" y="16385"/>
                </a:lnTo>
                <a:lnTo>
                  <a:pt x="11984" y="20401"/>
                </a:lnTo>
                <a:lnTo>
                  <a:pt x="19925" y="20401"/>
                </a:lnTo>
                <a:lnTo>
                  <a:pt x="19925" y="8101"/>
                </a:lnTo>
                <a:lnTo>
                  <a:pt x="24003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6565355" y="2752819"/>
            <a:ext cx="44106" cy="73573"/>
          </a:xfrm>
          <a:custGeom>
            <a:avLst/>
            <a:gdLst/>
            <a:ahLst/>
            <a:cxnLst/>
            <a:rect l="l" t="t" r="r" b="b"/>
            <a:pathLst>
              <a:path w="44106" h="73573">
                <a:moveTo>
                  <a:pt x="24038" y="49049"/>
                </a:moveTo>
                <a:lnTo>
                  <a:pt x="32087" y="73573"/>
                </a:lnTo>
                <a:lnTo>
                  <a:pt x="38740" y="73573"/>
                </a:lnTo>
                <a:lnTo>
                  <a:pt x="44106" y="68039"/>
                </a:lnTo>
                <a:lnTo>
                  <a:pt x="44106" y="54475"/>
                </a:lnTo>
                <a:lnTo>
                  <a:pt x="38740" y="49049"/>
                </a:lnTo>
                <a:lnTo>
                  <a:pt x="32087" y="49049"/>
                </a:lnTo>
                <a:lnTo>
                  <a:pt x="28116" y="28648"/>
                </a:lnTo>
                <a:lnTo>
                  <a:pt x="28116" y="36786"/>
                </a:lnTo>
                <a:lnTo>
                  <a:pt x="28116" y="8247"/>
                </a:lnTo>
                <a:lnTo>
                  <a:pt x="20068" y="8247"/>
                </a:lnTo>
                <a:lnTo>
                  <a:pt x="20068" y="0"/>
                </a:lnTo>
                <a:lnTo>
                  <a:pt x="0" y="0"/>
                </a:lnTo>
                <a:lnTo>
                  <a:pt x="8048" y="8247"/>
                </a:lnTo>
                <a:lnTo>
                  <a:pt x="20068" y="20401"/>
                </a:lnTo>
                <a:lnTo>
                  <a:pt x="16097" y="24524"/>
                </a:lnTo>
                <a:lnTo>
                  <a:pt x="24038" y="49049"/>
                </a:lnTo>
                <a:lnTo>
                  <a:pt x="36058" y="61311"/>
                </a:lnTo>
                <a:lnTo>
                  <a:pt x="36058" y="53064"/>
                </a:lnTo>
                <a:lnTo>
                  <a:pt x="36058" y="61311"/>
                </a:lnTo>
                <a:lnTo>
                  <a:pt x="24038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6545287" y="2752819"/>
            <a:ext cx="20068" cy="16385"/>
          </a:xfrm>
          <a:custGeom>
            <a:avLst/>
            <a:gdLst/>
            <a:ahLst/>
            <a:cxnLst/>
            <a:rect l="l" t="t" r="r" b="b"/>
            <a:pathLst>
              <a:path w="20068" h="16385">
                <a:moveTo>
                  <a:pt x="12019" y="8247"/>
                </a:moveTo>
                <a:lnTo>
                  <a:pt x="16097" y="12262"/>
                </a:lnTo>
                <a:lnTo>
                  <a:pt x="20068" y="0"/>
                </a:lnTo>
                <a:lnTo>
                  <a:pt x="0" y="0"/>
                </a:lnTo>
                <a:lnTo>
                  <a:pt x="0" y="8247"/>
                </a:lnTo>
                <a:lnTo>
                  <a:pt x="3970" y="16385"/>
                </a:lnTo>
                <a:lnTo>
                  <a:pt x="12019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6573404" y="2761066"/>
            <a:ext cx="15990" cy="40802"/>
          </a:xfrm>
          <a:custGeom>
            <a:avLst/>
            <a:gdLst/>
            <a:ahLst/>
            <a:cxnLst/>
            <a:rect l="l" t="t" r="r" b="b"/>
            <a:pathLst>
              <a:path w="15990" h="40802">
                <a:moveTo>
                  <a:pt x="8048" y="16277"/>
                </a:moveTo>
                <a:lnTo>
                  <a:pt x="12019" y="12153"/>
                </a:lnTo>
                <a:lnTo>
                  <a:pt x="0" y="0"/>
                </a:lnTo>
                <a:lnTo>
                  <a:pt x="8048" y="24416"/>
                </a:lnTo>
                <a:lnTo>
                  <a:pt x="15990" y="40802"/>
                </a:lnTo>
                <a:lnTo>
                  <a:pt x="8048" y="16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6593472" y="2777343"/>
            <a:ext cx="7941" cy="24524"/>
          </a:xfrm>
          <a:custGeom>
            <a:avLst/>
            <a:gdLst/>
            <a:ahLst/>
            <a:cxnLst/>
            <a:rect l="l" t="t" r="r" b="b"/>
            <a:pathLst>
              <a:path w="7941" h="24524">
                <a:moveTo>
                  <a:pt x="0" y="12262"/>
                </a:moveTo>
                <a:lnTo>
                  <a:pt x="0" y="4123"/>
                </a:lnTo>
                <a:lnTo>
                  <a:pt x="3970" y="24524"/>
                </a:lnTo>
                <a:lnTo>
                  <a:pt x="7941" y="24524"/>
                </a:lnTo>
                <a:lnTo>
                  <a:pt x="7941" y="0"/>
                </a:lnTo>
                <a:lnTo>
                  <a:pt x="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6569326" y="2785482"/>
            <a:ext cx="8048" cy="16385"/>
          </a:xfrm>
          <a:custGeom>
            <a:avLst/>
            <a:gdLst/>
            <a:ahLst/>
            <a:cxnLst/>
            <a:rect l="l" t="t" r="r" b="b"/>
            <a:pathLst>
              <a:path w="8048" h="16385">
                <a:moveTo>
                  <a:pt x="0" y="0"/>
                </a:moveTo>
                <a:lnTo>
                  <a:pt x="0" y="16385"/>
                </a:lnTo>
                <a:lnTo>
                  <a:pt x="8048" y="16385"/>
                </a:lnTo>
                <a:lnTo>
                  <a:pt x="8048" y="4123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6557307" y="2769132"/>
            <a:ext cx="8048" cy="8211"/>
          </a:xfrm>
          <a:custGeom>
            <a:avLst/>
            <a:gdLst/>
            <a:ahLst/>
            <a:cxnLst/>
            <a:rect l="l" t="t" r="r" b="b"/>
            <a:pathLst>
              <a:path w="8048" h="8211">
                <a:moveTo>
                  <a:pt x="4077" y="4050"/>
                </a:moveTo>
                <a:lnTo>
                  <a:pt x="0" y="8211"/>
                </a:lnTo>
                <a:lnTo>
                  <a:pt x="4077" y="4087"/>
                </a:lnTo>
                <a:lnTo>
                  <a:pt x="8048" y="8211"/>
                </a:lnTo>
                <a:lnTo>
                  <a:pt x="8048" y="0"/>
                </a:lnTo>
                <a:lnTo>
                  <a:pt x="4077" y="40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6529297" y="2761066"/>
            <a:ext cx="20068" cy="48940"/>
          </a:xfrm>
          <a:custGeom>
            <a:avLst/>
            <a:gdLst/>
            <a:ahLst/>
            <a:cxnLst/>
            <a:rect l="l" t="t" r="r" b="b"/>
            <a:pathLst>
              <a:path w="20068" h="48940">
                <a:moveTo>
                  <a:pt x="3970" y="48940"/>
                </a:moveTo>
                <a:lnTo>
                  <a:pt x="12019" y="24416"/>
                </a:lnTo>
                <a:lnTo>
                  <a:pt x="0" y="28539"/>
                </a:lnTo>
                <a:lnTo>
                  <a:pt x="12019" y="24416"/>
                </a:lnTo>
                <a:lnTo>
                  <a:pt x="20068" y="8138"/>
                </a:lnTo>
                <a:lnTo>
                  <a:pt x="15990" y="0"/>
                </a:lnTo>
                <a:lnTo>
                  <a:pt x="7941" y="0"/>
                </a:lnTo>
                <a:lnTo>
                  <a:pt x="15989" y="8138"/>
                </a:lnTo>
                <a:lnTo>
                  <a:pt x="15990" y="12153"/>
                </a:lnTo>
                <a:lnTo>
                  <a:pt x="7941" y="20401"/>
                </a:lnTo>
                <a:lnTo>
                  <a:pt x="0" y="24416"/>
                </a:lnTo>
                <a:lnTo>
                  <a:pt x="0" y="36678"/>
                </a:lnTo>
                <a:lnTo>
                  <a:pt x="3970" y="489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6529297" y="2761066"/>
            <a:ext cx="15990" cy="24416"/>
          </a:xfrm>
          <a:custGeom>
            <a:avLst/>
            <a:gdLst/>
            <a:ahLst/>
            <a:cxnLst/>
            <a:rect l="l" t="t" r="r" b="b"/>
            <a:pathLst>
              <a:path w="15990" h="24416">
                <a:moveTo>
                  <a:pt x="7941" y="20401"/>
                </a:moveTo>
                <a:lnTo>
                  <a:pt x="15990" y="12153"/>
                </a:lnTo>
                <a:lnTo>
                  <a:pt x="15989" y="8138"/>
                </a:lnTo>
                <a:lnTo>
                  <a:pt x="7941" y="0"/>
                </a:lnTo>
                <a:lnTo>
                  <a:pt x="7941" y="8138"/>
                </a:lnTo>
                <a:lnTo>
                  <a:pt x="0" y="8138"/>
                </a:lnTo>
                <a:lnTo>
                  <a:pt x="0" y="24416"/>
                </a:lnTo>
                <a:lnTo>
                  <a:pt x="7941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6509229" y="2752819"/>
            <a:ext cx="88213" cy="196088"/>
          </a:xfrm>
          <a:custGeom>
            <a:avLst/>
            <a:gdLst/>
            <a:ahLst/>
            <a:cxnLst/>
            <a:rect l="l" t="t" r="r" b="b"/>
            <a:pathLst>
              <a:path w="88213" h="196088">
                <a:moveTo>
                  <a:pt x="28009" y="77589"/>
                </a:moveTo>
                <a:lnTo>
                  <a:pt x="36058" y="81712"/>
                </a:lnTo>
                <a:lnTo>
                  <a:pt x="36058" y="57188"/>
                </a:lnTo>
                <a:lnTo>
                  <a:pt x="44106" y="57188"/>
                </a:lnTo>
                <a:lnTo>
                  <a:pt x="44106" y="40910"/>
                </a:lnTo>
                <a:lnTo>
                  <a:pt x="40170" y="32663"/>
                </a:lnTo>
                <a:lnTo>
                  <a:pt x="48113" y="24524"/>
                </a:lnTo>
                <a:lnTo>
                  <a:pt x="56126" y="24524"/>
                </a:lnTo>
                <a:lnTo>
                  <a:pt x="52155" y="20364"/>
                </a:lnTo>
                <a:lnTo>
                  <a:pt x="56125" y="16313"/>
                </a:lnTo>
                <a:lnTo>
                  <a:pt x="60096" y="12262"/>
                </a:lnTo>
                <a:lnTo>
                  <a:pt x="64174" y="24524"/>
                </a:lnTo>
                <a:lnTo>
                  <a:pt x="60096" y="20364"/>
                </a:lnTo>
                <a:lnTo>
                  <a:pt x="60096" y="24524"/>
                </a:lnTo>
                <a:lnTo>
                  <a:pt x="60096" y="20401"/>
                </a:lnTo>
                <a:lnTo>
                  <a:pt x="60096" y="32663"/>
                </a:lnTo>
                <a:lnTo>
                  <a:pt x="68145" y="36786"/>
                </a:lnTo>
                <a:lnTo>
                  <a:pt x="68145" y="44925"/>
                </a:lnTo>
                <a:lnTo>
                  <a:pt x="68145" y="36786"/>
                </a:lnTo>
                <a:lnTo>
                  <a:pt x="68145" y="73573"/>
                </a:lnTo>
                <a:lnTo>
                  <a:pt x="88213" y="73573"/>
                </a:lnTo>
                <a:lnTo>
                  <a:pt x="80164" y="49049"/>
                </a:lnTo>
                <a:lnTo>
                  <a:pt x="72223" y="32663"/>
                </a:lnTo>
                <a:lnTo>
                  <a:pt x="60096" y="28648"/>
                </a:lnTo>
                <a:lnTo>
                  <a:pt x="72223" y="32663"/>
                </a:lnTo>
                <a:lnTo>
                  <a:pt x="64174" y="8247"/>
                </a:lnTo>
                <a:lnTo>
                  <a:pt x="56126" y="0"/>
                </a:lnTo>
                <a:lnTo>
                  <a:pt x="52155" y="12262"/>
                </a:lnTo>
                <a:lnTo>
                  <a:pt x="48077" y="8247"/>
                </a:lnTo>
                <a:lnTo>
                  <a:pt x="40136" y="16385"/>
                </a:lnTo>
                <a:lnTo>
                  <a:pt x="32087" y="32663"/>
                </a:lnTo>
                <a:lnTo>
                  <a:pt x="32087" y="40910"/>
                </a:lnTo>
                <a:lnTo>
                  <a:pt x="36058" y="44925"/>
                </a:lnTo>
                <a:lnTo>
                  <a:pt x="36058" y="53064"/>
                </a:lnTo>
                <a:lnTo>
                  <a:pt x="36058" y="44925"/>
                </a:lnTo>
                <a:lnTo>
                  <a:pt x="32087" y="40910"/>
                </a:lnTo>
                <a:lnTo>
                  <a:pt x="32087" y="32663"/>
                </a:lnTo>
                <a:lnTo>
                  <a:pt x="24038" y="57188"/>
                </a:lnTo>
                <a:lnTo>
                  <a:pt x="12019" y="69450"/>
                </a:lnTo>
                <a:lnTo>
                  <a:pt x="12019" y="159301"/>
                </a:lnTo>
                <a:lnTo>
                  <a:pt x="12019" y="57188"/>
                </a:lnTo>
                <a:lnTo>
                  <a:pt x="3970" y="57188"/>
                </a:lnTo>
                <a:lnTo>
                  <a:pt x="3970" y="77589"/>
                </a:lnTo>
                <a:lnTo>
                  <a:pt x="7512" y="101679"/>
                </a:lnTo>
                <a:lnTo>
                  <a:pt x="8048" y="138900"/>
                </a:lnTo>
                <a:lnTo>
                  <a:pt x="0" y="163425"/>
                </a:lnTo>
                <a:lnTo>
                  <a:pt x="3970" y="183826"/>
                </a:lnTo>
                <a:lnTo>
                  <a:pt x="3970" y="191965"/>
                </a:lnTo>
                <a:lnTo>
                  <a:pt x="3970" y="183826"/>
                </a:lnTo>
                <a:lnTo>
                  <a:pt x="3970" y="196088"/>
                </a:lnTo>
                <a:lnTo>
                  <a:pt x="12019" y="196088"/>
                </a:lnTo>
                <a:lnTo>
                  <a:pt x="12019" y="163425"/>
                </a:lnTo>
                <a:lnTo>
                  <a:pt x="20068" y="163425"/>
                </a:lnTo>
                <a:lnTo>
                  <a:pt x="20067" y="123458"/>
                </a:lnTo>
                <a:lnTo>
                  <a:pt x="28009" y="115352"/>
                </a:lnTo>
                <a:lnTo>
                  <a:pt x="20068" y="118499"/>
                </a:lnTo>
                <a:lnTo>
                  <a:pt x="16526" y="127072"/>
                </a:lnTo>
                <a:lnTo>
                  <a:pt x="15990" y="81712"/>
                </a:lnTo>
                <a:lnTo>
                  <a:pt x="28009" y="69450"/>
                </a:lnTo>
                <a:lnTo>
                  <a:pt x="28009" y="77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6473064" y="2920259"/>
            <a:ext cx="36165" cy="151163"/>
          </a:xfrm>
          <a:custGeom>
            <a:avLst/>
            <a:gdLst/>
            <a:ahLst/>
            <a:cxnLst/>
            <a:rect l="l" t="t" r="r" b="b"/>
            <a:pathLst>
              <a:path w="36165" h="151163">
                <a:moveTo>
                  <a:pt x="8048" y="81712"/>
                </a:moveTo>
                <a:lnTo>
                  <a:pt x="8048" y="93975"/>
                </a:lnTo>
                <a:lnTo>
                  <a:pt x="0" y="93975"/>
                </a:lnTo>
                <a:lnTo>
                  <a:pt x="0" y="145628"/>
                </a:lnTo>
                <a:lnTo>
                  <a:pt x="5473" y="151163"/>
                </a:lnTo>
                <a:lnTo>
                  <a:pt x="12126" y="151163"/>
                </a:lnTo>
                <a:lnTo>
                  <a:pt x="8048" y="106237"/>
                </a:lnTo>
                <a:lnTo>
                  <a:pt x="12126" y="118499"/>
                </a:lnTo>
                <a:lnTo>
                  <a:pt x="18672" y="151163"/>
                </a:lnTo>
                <a:lnTo>
                  <a:pt x="24145" y="145628"/>
                </a:lnTo>
                <a:lnTo>
                  <a:pt x="24146" y="118499"/>
                </a:lnTo>
                <a:lnTo>
                  <a:pt x="32087" y="118499"/>
                </a:lnTo>
                <a:lnTo>
                  <a:pt x="32087" y="57188"/>
                </a:lnTo>
                <a:lnTo>
                  <a:pt x="28116" y="28648"/>
                </a:lnTo>
                <a:lnTo>
                  <a:pt x="36165" y="4123"/>
                </a:lnTo>
                <a:lnTo>
                  <a:pt x="24145" y="0"/>
                </a:lnTo>
                <a:lnTo>
                  <a:pt x="24145" y="4123"/>
                </a:lnTo>
                <a:lnTo>
                  <a:pt x="16097" y="4123"/>
                </a:lnTo>
                <a:lnTo>
                  <a:pt x="16097" y="44925"/>
                </a:lnTo>
                <a:lnTo>
                  <a:pt x="28116" y="44925"/>
                </a:lnTo>
                <a:lnTo>
                  <a:pt x="24145" y="16385"/>
                </a:lnTo>
                <a:lnTo>
                  <a:pt x="24145" y="8247"/>
                </a:lnTo>
                <a:lnTo>
                  <a:pt x="24145" y="16385"/>
                </a:lnTo>
                <a:lnTo>
                  <a:pt x="28116" y="44925"/>
                </a:lnTo>
                <a:lnTo>
                  <a:pt x="20068" y="69450"/>
                </a:lnTo>
                <a:lnTo>
                  <a:pt x="24145" y="106237"/>
                </a:lnTo>
                <a:lnTo>
                  <a:pt x="24145" y="114376"/>
                </a:lnTo>
                <a:lnTo>
                  <a:pt x="24145" y="106237"/>
                </a:lnTo>
                <a:lnTo>
                  <a:pt x="20068" y="93975"/>
                </a:lnTo>
                <a:lnTo>
                  <a:pt x="8048" y="97990"/>
                </a:lnTo>
                <a:lnTo>
                  <a:pt x="20068" y="93975"/>
                </a:lnTo>
                <a:lnTo>
                  <a:pt x="8048" y="65326"/>
                </a:lnTo>
                <a:lnTo>
                  <a:pt x="8048" y="8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6481113" y="3026496"/>
            <a:ext cx="10624" cy="44925"/>
          </a:xfrm>
          <a:custGeom>
            <a:avLst/>
            <a:gdLst/>
            <a:ahLst/>
            <a:cxnLst/>
            <a:rect l="l" t="t" r="r" b="b"/>
            <a:pathLst>
              <a:path w="10624" h="44925">
                <a:moveTo>
                  <a:pt x="4077" y="12262"/>
                </a:moveTo>
                <a:lnTo>
                  <a:pt x="0" y="0"/>
                </a:lnTo>
                <a:lnTo>
                  <a:pt x="4077" y="44925"/>
                </a:lnTo>
                <a:lnTo>
                  <a:pt x="10624" y="44925"/>
                </a:lnTo>
                <a:lnTo>
                  <a:pt x="4077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6481113" y="2965185"/>
            <a:ext cx="20068" cy="61311"/>
          </a:xfrm>
          <a:custGeom>
            <a:avLst/>
            <a:gdLst/>
            <a:ahLst/>
            <a:cxnLst/>
            <a:rect l="l" t="t" r="r" b="b"/>
            <a:pathLst>
              <a:path w="20068" h="61311">
                <a:moveTo>
                  <a:pt x="0" y="20401"/>
                </a:moveTo>
                <a:lnTo>
                  <a:pt x="12019" y="49049"/>
                </a:lnTo>
                <a:lnTo>
                  <a:pt x="8048" y="12262"/>
                </a:lnTo>
                <a:lnTo>
                  <a:pt x="8048" y="4123"/>
                </a:lnTo>
                <a:lnTo>
                  <a:pt x="8048" y="12262"/>
                </a:lnTo>
                <a:lnTo>
                  <a:pt x="12019" y="49049"/>
                </a:lnTo>
                <a:lnTo>
                  <a:pt x="16097" y="61311"/>
                </a:lnTo>
                <a:lnTo>
                  <a:pt x="12019" y="24524"/>
                </a:lnTo>
                <a:lnTo>
                  <a:pt x="20068" y="0"/>
                </a:lnTo>
                <a:lnTo>
                  <a:pt x="0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6641549" y="3149011"/>
            <a:ext cx="16097" cy="135829"/>
          </a:xfrm>
          <a:custGeom>
            <a:avLst/>
            <a:gdLst/>
            <a:ahLst/>
            <a:cxnLst/>
            <a:rect l="l" t="t" r="r" b="b"/>
            <a:pathLst>
              <a:path w="16097" h="135829">
                <a:moveTo>
                  <a:pt x="12019" y="12262"/>
                </a:moveTo>
                <a:lnTo>
                  <a:pt x="0" y="8138"/>
                </a:lnTo>
                <a:lnTo>
                  <a:pt x="0" y="12262"/>
                </a:lnTo>
                <a:lnTo>
                  <a:pt x="8048" y="65326"/>
                </a:lnTo>
                <a:lnTo>
                  <a:pt x="11590" y="74008"/>
                </a:lnTo>
                <a:lnTo>
                  <a:pt x="16097" y="135829"/>
                </a:lnTo>
                <a:lnTo>
                  <a:pt x="16097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6657647" y="3136749"/>
            <a:ext cx="7941" cy="151597"/>
          </a:xfrm>
          <a:custGeom>
            <a:avLst/>
            <a:gdLst/>
            <a:ahLst/>
            <a:cxnLst/>
            <a:rect l="l" t="t" r="r" b="b"/>
            <a:pathLst>
              <a:path w="7941" h="151597">
                <a:moveTo>
                  <a:pt x="7941" y="0"/>
                </a:moveTo>
                <a:lnTo>
                  <a:pt x="0" y="0"/>
                </a:lnTo>
                <a:lnTo>
                  <a:pt x="3434" y="151597"/>
                </a:lnTo>
                <a:lnTo>
                  <a:pt x="4399" y="60769"/>
                </a:lnTo>
                <a:lnTo>
                  <a:pt x="7941" y="64350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6633501" y="3096857"/>
            <a:ext cx="8048" cy="64417"/>
          </a:xfrm>
          <a:custGeom>
            <a:avLst/>
            <a:gdLst/>
            <a:ahLst/>
            <a:cxnLst/>
            <a:rect l="l" t="t" r="r" b="b"/>
            <a:pathLst>
              <a:path w="8048" h="64417">
                <a:moveTo>
                  <a:pt x="8048" y="64417"/>
                </a:moveTo>
                <a:lnTo>
                  <a:pt x="3541" y="3647"/>
                </a:lnTo>
                <a:lnTo>
                  <a:pt x="0" y="0"/>
                </a:lnTo>
                <a:lnTo>
                  <a:pt x="0" y="64417"/>
                </a:lnTo>
                <a:lnTo>
                  <a:pt x="8048" y="644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6670095" y="3262845"/>
            <a:ext cx="19638" cy="155720"/>
          </a:xfrm>
          <a:custGeom>
            <a:avLst/>
            <a:gdLst/>
            <a:ahLst/>
            <a:cxnLst/>
            <a:rect l="l" t="t" r="r" b="b"/>
            <a:pathLst>
              <a:path w="19638" h="155720">
                <a:moveTo>
                  <a:pt x="0" y="0"/>
                </a:moveTo>
                <a:lnTo>
                  <a:pt x="3541" y="8681"/>
                </a:lnTo>
                <a:lnTo>
                  <a:pt x="3541" y="155720"/>
                </a:lnTo>
                <a:lnTo>
                  <a:pt x="7512" y="143458"/>
                </a:lnTo>
                <a:lnTo>
                  <a:pt x="19638" y="143458"/>
                </a:lnTo>
                <a:lnTo>
                  <a:pt x="19638" y="93432"/>
                </a:lnTo>
                <a:lnTo>
                  <a:pt x="11590" y="85293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81712"/>
                </a:lnTo>
                <a:lnTo>
                  <a:pt x="11590" y="90394"/>
                </a:lnTo>
                <a:lnTo>
                  <a:pt x="8048" y="81712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6665588" y="3206199"/>
            <a:ext cx="8048" cy="224628"/>
          </a:xfrm>
          <a:custGeom>
            <a:avLst/>
            <a:gdLst/>
            <a:ahLst/>
            <a:cxnLst/>
            <a:rect l="l" t="t" r="r" b="b"/>
            <a:pathLst>
              <a:path w="8048" h="224628">
                <a:moveTo>
                  <a:pt x="0" y="0"/>
                </a:moveTo>
                <a:lnTo>
                  <a:pt x="0" y="224628"/>
                </a:lnTo>
                <a:lnTo>
                  <a:pt x="8048" y="224628"/>
                </a:lnTo>
                <a:lnTo>
                  <a:pt x="3541" y="163859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6681685" y="3463491"/>
            <a:ext cx="32087" cy="114267"/>
          </a:xfrm>
          <a:custGeom>
            <a:avLst/>
            <a:gdLst/>
            <a:ahLst/>
            <a:cxnLst/>
            <a:rect l="l" t="t" r="r" b="b"/>
            <a:pathLst>
              <a:path w="32087" h="114267">
                <a:moveTo>
                  <a:pt x="12019" y="57188"/>
                </a:moveTo>
                <a:lnTo>
                  <a:pt x="24038" y="69341"/>
                </a:lnTo>
                <a:lnTo>
                  <a:pt x="24038" y="61203"/>
                </a:lnTo>
                <a:lnTo>
                  <a:pt x="24038" y="69341"/>
                </a:lnTo>
                <a:lnTo>
                  <a:pt x="12019" y="57188"/>
                </a:lnTo>
                <a:lnTo>
                  <a:pt x="12019" y="24416"/>
                </a:lnTo>
                <a:lnTo>
                  <a:pt x="0" y="20401"/>
                </a:lnTo>
                <a:lnTo>
                  <a:pt x="12019" y="24416"/>
                </a:lnTo>
                <a:lnTo>
                  <a:pt x="15990" y="12262"/>
                </a:lnTo>
                <a:lnTo>
                  <a:pt x="15990" y="4015"/>
                </a:lnTo>
                <a:lnTo>
                  <a:pt x="15990" y="12262"/>
                </a:lnTo>
                <a:lnTo>
                  <a:pt x="12019" y="24416"/>
                </a:lnTo>
                <a:lnTo>
                  <a:pt x="24038" y="57188"/>
                </a:lnTo>
                <a:lnTo>
                  <a:pt x="24038" y="0"/>
                </a:lnTo>
                <a:lnTo>
                  <a:pt x="3970" y="0"/>
                </a:lnTo>
                <a:lnTo>
                  <a:pt x="0" y="12262"/>
                </a:lnTo>
                <a:lnTo>
                  <a:pt x="0" y="24416"/>
                </a:lnTo>
                <a:lnTo>
                  <a:pt x="8048" y="69341"/>
                </a:lnTo>
                <a:lnTo>
                  <a:pt x="8048" y="77589"/>
                </a:lnTo>
                <a:lnTo>
                  <a:pt x="20068" y="81604"/>
                </a:lnTo>
                <a:lnTo>
                  <a:pt x="13414" y="114267"/>
                </a:lnTo>
                <a:lnTo>
                  <a:pt x="26721" y="114267"/>
                </a:lnTo>
                <a:lnTo>
                  <a:pt x="32087" y="108841"/>
                </a:lnTo>
                <a:lnTo>
                  <a:pt x="32087" y="57188"/>
                </a:lnTo>
                <a:lnTo>
                  <a:pt x="12019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6673637" y="3426704"/>
            <a:ext cx="24038" cy="61203"/>
          </a:xfrm>
          <a:custGeom>
            <a:avLst/>
            <a:gdLst/>
            <a:ahLst/>
            <a:cxnLst/>
            <a:rect l="l" t="t" r="r" b="b"/>
            <a:pathLst>
              <a:path w="24038" h="61203">
                <a:moveTo>
                  <a:pt x="0" y="8138"/>
                </a:moveTo>
                <a:lnTo>
                  <a:pt x="0" y="61203"/>
                </a:lnTo>
                <a:lnTo>
                  <a:pt x="8048" y="61203"/>
                </a:lnTo>
                <a:lnTo>
                  <a:pt x="8048" y="49049"/>
                </a:lnTo>
                <a:lnTo>
                  <a:pt x="12019" y="36786"/>
                </a:lnTo>
                <a:lnTo>
                  <a:pt x="24038" y="36786"/>
                </a:lnTo>
                <a:lnTo>
                  <a:pt x="12019" y="4123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6681685" y="3487907"/>
            <a:ext cx="20068" cy="89851"/>
          </a:xfrm>
          <a:custGeom>
            <a:avLst/>
            <a:gdLst/>
            <a:ahLst/>
            <a:cxnLst/>
            <a:rect l="l" t="t" r="r" b="b"/>
            <a:pathLst>
              <a:path w="20068" h="89851">
                <a:moveTo>
                  <a:pt x="8048" y="57188"/>
                </a:moveTo>
                <a:lnTo>
                  <a:pt x="8048" y="84425"/>
                </a:lnTo>
                <a:lnTo>
                  <a:pt x="13414" y="89851"/>
                </a:lnTo>
                <a:lnTo>
                  <a:pt x="20068" y="57188"/>
                </a:lnTo>
                <a:lnTo>
                  <a:pt x="8048" y="53172"/>
                </a:lnTo>
                <a:lnTo>
                  <a:pt x="8048" y="44925"/>
                </a:lnTo>
                <a:lnTo>
                  <a:pt x="0" y="0"/>
                </a:lnTo>
                <a:lnTo>
                  <a:pt x="0" y="57188"/>
                </a:lnTo>
                <a:lnTo>
                  <a:pt x="8048" y="57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6617511" y="2977447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8138"/>
                </a:moveTo>
                <a:lnTo>
                  <a:pt x="12019" y="12262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6628994" y="2989709"/>
            <a:ext cx="4507" cy="107147"/>
          </a:xfrm>
          <a:custGeom>
            <a:avLst/>
            <a:gdLst/>
            <a:ahLst/>
            <a:cxnLst/>
            <a:rect l="l" t="t" r="r" b="b"/>
            <a:pathLst>
              <a:path w="4507" h="107147">
                <a:moveTo>
                  <a:pt x="0" y="53607"/>
                </a:moveTo>
                <a:lnTo>
                  <a:pt x="4507" y="107147"/>
                </a:lnTo>
                <a:lnTo>
                  <a:pt x="536" y="0"/>
                </a:lnTo>
                <a:lnTo>
                  <a:pt x="0" y="53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6693705" y="3487907"/>
            <a:ext cx="12019" cy="32771"/>
          </a:xfrm>
          <a:custGeom>
            <a:avLst/>
            <a:gdLst/>
            <a:ahLst/>
            <a:cxnLst/>
            <a:rect l="l" t="t" r="r" b="b"/>
            <a:pathLst>
              <a:path w="12019" h="32771">
                <a:moveTo>
                  <a:pt x="0" y="0"/>
                </a:moveTo>
                <a:lnTo>
                  <a:pt x="0" y="32771"/>
                </a:lnTo>
                <a:lnTo>
                  <a:pt x="12019" y="3277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6617511" y="2866218"/>
            <a:ext cx="8048" cy="37221"/>
          </a:xfrm>
          <a:custGeom>
            <a:avLst/>
            <a:gdLst/>
            <a:ahLst/>
            <a:cxnLst/>
            <a:rect l="l" t="t" r="r" b="b"/>
            <a:pathLst>
              <a:path w="8048" h="37221">
                <a:moveTo>
                  <a:pt x="0" y="0"/>
                </a:moveTo>
                <a:lnTo>
                  <a:pt x="4507" y="37221"/>
                </a:lnTo>
                <a:lnTo>
                  <a:pt x="8048" y="8138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6585423" y="2801868"/>
            <a:ext cx="48077" cy="187841"/>
          </a:xfrm>
          <a:custGeom>
            <a:avLst/>
            <a:gdLst/>
            <a:ahLst/>
            <a:cxnLst/>
            <a:rect l="l" t="t" r="r" b="b"/>
            <a:pathLst>
              <a:path w="48077" h="187841">
                <a:moveTo>
                  <a:pt x="40136" y="72488"/>
                </a:moveTo>
                <a:lnTo>
                  <a:pt x="36594" y="101571"/>
                </a:lnTo>
                <a:lnTo>
                  <a:pt x="40136" y="110252"/>
                </a:lnTo>
                <a:lnTo>
                  <a:pt x="36594" y="101571"/>
                </a:lnTo>
                <a:lnTo>
                  <a:pt x="32087" y="64350"/>
                </a:lnTo>
                <a:lnTo>
                  <a:pt x="28545" y="60769"/>
                </a:lnTo>
                <a:lnTo>
                  <a:pt x="27580" y="127072"/>
                </a:lnTo>
                <a:lnTo>
                  <a:pt x="24038" y="118391"/>
                </a:lnTo>
                <a:lnTo>
                  <a:pt x="27580" y="127072"/>
                </a:lnTo>
                <a:lnTo>
                  <a:pt x="24038" y="24524"/>
                </a:lnTo>
                <a:lnTo>
                  <a:pt x="12019" y="24524"/>
                </a:lnTo>
                <a:lnTo>
                  <a:pt x="8048" y="36786"/>
                </a:lnTo>
                <a:lnTo>
                  <a:pt x="5365" y="0"/>
                </a:lnTo>
                <a:lnTo>
                  <a:pt x="0" y="5425"/>
                </a:lnTo>
                <a:lnTo>
                  <a:pt x="0" y="48940"/>
                </a:lnTo>
                <a:lnTo>
                  <a:pt x="8048" y="48940"/>
                </a:lnTo>
                <a:lnTo>
                  <a:pt x="15990" y="77589"/>
                </a:lnTo>
                <a:lnTo>
                  <a:pt x="15990" y="115352"/>
                </a:lnTo>
                <a:lnTo>
                  <a:pt x="24038" y="123491"/>
                </a:lnTo>
                <a:lnTo>
                  <a:pt x="19531" y="86270"/>
                </a:lnTo>
                <a:lnTo>
                  <a:pt x="20068" y="48940"/>
                </a:lnTo>
                <a:lnTo>
                  <a:pt x="8048" y="44925"/>
                </a:lnTo>
                <a:lnTo>
                  <a:pt x="20068" y="48940"/>
                </a:lnTo>
                <a:lnTo>
                  <a:pt x="24038" y="36786"/>
                </a:lnTo>
                <a:lnTo>
                  <a:pt x="24038" y="28539"/>
                </a:lnTo>
                <a:lnTo>
                  <a:pt x="24038" y="187841"/>
                </a:lnTo>
                <a:lnTo>
                  <a:pt x="32087" y="187841"/>
                </a:lnTo>
                <a:lnTo>
                  <a:pt x="32087" y="69450"/>
                </a:lnTo>
                <a:lnTo>
                  <a:pt x="36058" y="163316"/>
                </a:lnTo>
                <a:lnTo>
                  <a:pt x="48077" y="175579"/>
                </a:lnTo>
                <a:lnTo>
                  <a:pt x="48077" y="113290"/>
                </a:lnTo>
                <a:lnTo>
                  <a:pt x="40136" y="105185"/>
                </a:lnTo>
                <a:lnTo>
                  <a:pt x="40136" y="724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6593472" y="2850809"/>
            <a:ext cx="7941" cy="33681"/>
          </a:xfrm>
          <a:custGeom>
            <a:avLst/>
            <a:gdLst/>
            <a:ahLst/>
            <a:cxnLst/>
            <a:rect l="l" t="t" r="r" b="b"/>
            <a:pathLst>
              <a:path w="7941" h="33681">
                <a:moveTo>
                  <a:pt x="7941" y="33681"/>
                </a:moveTo>
                <a:lnTo>
                  <a:pt x="7941" y="28648"/>
                </a:lnTo>
                <a:lnTo>
                  <a:pt x="0" y="0"/>
                </a:lnTo>
                <a:lnTo>
                  <a:pt x="0" y="25501"/>
                </a:lnTo>
                <a:lnTo>
                  <a:pt x="7941" y="336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6590789" y="2801868"/>
            <a:ext cx="18672" cy="36786"/>
          </a:xfrm>
          <a:custGeom>
            <a:avLst/>
            <a:gdLst/>
            <a:ahLst/>
            <a:cxnLst/>
            <a:rect l="l" t="t" r="r" b="b"/>
            <a:pathLst>
              <a:path w="18672" h="36786">
                <a:moveTo>
                  <a:pt x="18672" y="5425"/>
                </a:moveTo>
                <a:lnTo>
                  <a:pt x="13307" y="0"/>
                </a:lnTo>
                <a:lnTo>
                  <a:pt x="0" y="0"/>
                </a:lnTo>
                <a:lnTo>
                  <a:pt x="2682" y="36786"/>
                </a:lnTo>
                <a:lnTo>
                  <a:pt x="6653" y="24524"/>
                </a:lnTo>
                <a:lnTo>
                  <a:pt x="18672" y="24524"/>
                </a:lnTo>
                <a:lnTo>
                  <a:pt x="18672" y="54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6609462" y="2826393"/>
            <a:ext cx="8048" cy="102547"/>
          </a:xfrm>
          <a:custGeom>
            <a:avLst/>
            <a:gdLst/>
            <a:ahLst/>
            <a:cxnLst/>
            <a:rect l="l" t="t" r="r" b="b"/>
            <a:pathLst>
              <a:path w="8048" h="102547">
                <a:moveTo>
                  <a:pt x="8048" y="0"/>
                </a:moveTo>
                <a:lnTo>
                  <a:pt x="0" y="0"/>
                </a:lnTo>
                <a:lnTo>
                  <a:pt x="3541" y="102547"/>
                </a:lnTo>
                <a:lnTo>
                  <a:pt x="4507" y="36244"/>
                </a:lnTo>
                <a:lnTo>
                  <a:pt x="8048" y="39825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6604955" y="2838655"/>
            <a:ext cx="4507" cy="86704"/>
          </a:xfrm>
          <a:custGeom>
            <a:avLst/>
            <a:gdLst/>
            <a:ahLst/>
            <a:cxnLst/>
            <a:rect l="l" t="t" r="r" b="b"/>
            <a:pathLst>
              <a:path w="4507" h="86704">
                <a:moveTo>
                  <a:pt x="536" y="12153"/>
                </a:moveTo>
                <a:lnTo>
                  <a:pt x="0" y="49483"/>
                </a:lnTo>
                <a:lnTo>
                  <a:pt x="4507" y="86704"/>
                </a:lnTo>
                <a:lnTo>
                  <a:pt x="4507" y="0"/>
                </a:lnTo>
                <a:lnTo>
                  <a:pt x="536" y="12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6617511" y="2871318"/>
            <a:ext cx="80164" cy="592172"/>
          </a:xfrm>
          <a:custGeom>
            <a:avLst/>
            <a:gdLst/>
            <a:ahLst/>
            <a:cxnLst/>
            <a:rect l="l" t="t" r="r" b="b"/>
            <a:pathLst>
              <a:path w="80164" h="592172">
                <a:moveTo>
                  <a:pt x="8048" y="171455"/>
                </a:moveTo>
                <a:lnTo>
                  <a:pt x="8048" y="217357"/>
                </a:lnTo>
                <a:lnTo>
                  <a:pt x="15989" y="225538"/>
                </a:lnTo>
                <a:lnTo>
                  <a:pt x="11482" y="171998"/>
                </a:lnTo>
                <a:lnTo>
                  <a:pt x="12019" y="118391"/>
                </a:lnTo>
                <a:lnTo>
                  <a:pt x="0" y="114267"/>
                </a:lnTo>
                <a:lnTo>
                  <a:pt x="0" y="106128"/>
                </a:lnTo>
                <a:lnTo>
                  <a:pt x="12019" y="118391"/>
                </a:lnTo>
                <a:lnTo>
                  <a:pt x="15989" y="225538"/>
                </a:lnTo>
                <a:lnTo>
                  <a:pt x="19531" y="229186"/>
                </a:lnTo>
                <a:lnTo>
                  <a:pt x="15990" y="97990"/>
                </a:lnTo>
                <a:lnTo>
                  <a:pt x="19531" y="229186"/>
                </a:lnTo>
                <a:lnTo>
                  <a:pt x="24038" y="289955"/>
                </a:lnTo>
                <a:lnTo>
                  <a:pt x="24038" y="285831"/>
                </a:lnTo>
                <a:lnTo>
                  <a:pt x="36058" y="289955"/>
                </a:lnTo>
                <a:lnTo>
                  <a:pt x="40136" y="277692"/>
                </a:lnTo>
                <a:lnTo>
                  <a:pt x="40136" y="269554"/>
                </a:lnTo>
                <a:lnTo>
                  <a:pt x="40136" y="486912"/>
                </a:lnTo>
                <a:lnTo>
                  <a:pt x="48077" y="495092"/>
                </a:lnTo>
                <a:lnTo>
                  <a:pt x="48077" y="334881"/>
                </a:lnTo>
                <a:lnTo>
                  <a:pt x="51618" y="498740"/>
                </a:lnTo>
                <a:lnTo>
                  <a:pt x="56126" y="559509"/>
                </a:lnTo>
                <a:lnTo>
                  <a:pt x="56126" y="555385"/>
                </a:lnTo>
                <a:lnTo>
                  <a:pt x="68145" y="559509"/>
                </a:lnTo>
                <a:lnTo>
                  <a:pt x="72223" y="547247"/>
                </a:lnTo>
                <a:lnTo>
                  <a:pt x="72223" y="539000"/>
                </a:lnTo>
                <a:lnTo>
                  <a:pt x="72223" y="547247"/>
                </a:lnTo>
                <a:lnTo>
                  <a:pt x="68145" y="559509"/>
                </a:lnTo>
                <a:lnTo>
                  <a:pt x="80164" y="592172"/>
                </a:lnTo>
                <a:lnTo>
                  <a:pt x="80164" y="534984"/>
                </a:lnTo>
                <a:lnTo>
                  <a:pt x="60096" y="534984"/>
                </a:lnTo>
                <a:lnTo>
                  <a:pt x="56126" y="547247"/>
                </a:lnTo>
                <a:lnTo>
                  <a:pt x="56126" y="400207"/>
                </a:lnTo>
                <a:lnTo>
                  <a:pt x="52584" y="391526"/>
                </a:lnTo>
                <a:lnTo>
                  <a:pt x="56125" y="395107"/>
                </a:lnTo>
                <a:lnTo>
                  <a:pt x="56126" y="337919"/>
                </a:lnTo>
                <a:lnTo>
                  <a:pt x="48077" y="329780"/>
                </a:lnTo>
                <a:lnTo>
                  <a:pt x="44535" y="326199"/>
                </a:lnTo>
                <a:lnTo>
                  <a:pt x="43570" y="417027"/>
                </a:lnTo>
                <a:lnTo>
                  <a:pt x="40136" y="408346"/>
                </a:lnTo>
                <a:lnTo>
                  <a:pt x="43570" y="417027"/>
                </a:lnTo>
                <a:lnTo>
                  <a:pt x="40136" y="265430"/>
                </a:lnTo>
                <a:lnTo>
                  <a:pt x="28009" y="265430"/>
                </a:lnTo>
                <a:lnTo>
                  <a:pt x="24038" y="277692"/>
                </a:lnTo>
                <a:lnTo>
                  <a:pt x="24038" y="155178"/>
                </a:lnTo>
                <a:lnTo>
                  <a:pt x="20497" y="146496"/>
                </a:lnTo>
                <a:lnTo>
                  <a:pt x="24038" y="150077"/>
                </a:lnTo>
                <a:lnTo>
                  <a:pt x="24038" y="93866"/>
                </a:lnTo>
                <a:lnTo>
                  <a:pt x="15990" y="93866"/>
                </a:lnTo>
                <a:lnTo>
                  <a:pt x="15990" y="220504"/>
                </a:lnTo>
                <a:lnTo>
                  <a:pt x="15990" y="106128"/>
                </a:lnTo>
                <a:lnTo>
                  <a:pt x="3970" y="93866"/>
                </a:lnTo>
                <a:lnTo>
                  <a:pt x="0" y="0"/>
                </a:lnTo>
                <a:lnTo>
                  <a:pt x="0" y="118391"/>
                </a:lnTo>
                <a:lnTo>
                  <a:pt x="8048" y="163316"/>
                </a:lnTo>
                <a:lnTo>
                  <a:pt x="8048" y="1714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6617511" y="2989709"/>
            <a:ext cx="8048" cy="50102"/>
          </a:xfrm>
          <a:custGeom>
            <a:avLst/>
            <a:gdLst/>
            <a:ahLst/>
            <a:cxnLst/>
            <a:rect l="l" t="t" r="r" b="b"/>
            <a:pathLst>
              <a:path w="8048" h="50102">
                <a:moveTo>
                  <a:pt x="8048" y="50102"/>
                </a:moveTo>
                <a:lnTo>
                  <a:pt x="8048" y="44925"/>
                </a:lnTo>
                <a:lnTo>
                  <a:pt x="0" y="0"/>
                </a:lnTo>
                <a:lnTo>
                  <a:pt x="0" y="41887"/>
                </a:lnTo>
                <a:lnTo>
                  <a:pt x="8048" y="501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6638008" y="3017815"/>
            <a:ext cx="19638" cy="131196"/>
          </a:xfrm>
          <a:custGeom>
            <a:avLst/>
            <a:gdLst/>
            <a:ahLst/>
            <a:cxnLst/>
            <a:rect l="l" t="t" r="r" b="b"/>
            <a:pathLst>
              <a:path w="19638" h="131196">
                <a:moveTo>
                  <a:pt x="0" y="0"/>
                </a:moveTo>
                <a:lnTo>
                  <a:pt x="3541" y="8681"/>
                </a:lnTo>
                <a:lnTo>
                  <a:pt x="3541" y="131196"/>
                </a:lnTo>
                <a:lnTo>
                  <a:pt x="7512" y="118933"/>
                </a:lnTo>
                <a:lnTo>
                  <a:pt x="19638" y="118933"/>
                </a:lnTo>
                <a:lnTo>
                  <a:pt x="19638" y="68907"/>
                </a:lnTo>
                <a:lnTo>
                  <a:pt x="11590" y="60769"/>
                </a:lnTo>
                <a:lnTo>
                  <a:pt x="11590" y="11719"/>
                </a:lnTo>
                <a:lnTo>
                  <a:pt x="3541" y="3581"/>
                </a:lnTo>
                <a:lnTo>
                  <a:pt x="8048" y="57188"/>
                </a:lnTo>
                <a:lnTo>
                  <a:pt x="11590" y="65869"/>
                </a:lnTo>
                <a:lnTo>
                  <a:pt x="8048" y="57188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6641549" y="3161274"/>
            <a:ext cx="16097" cy="123567"/>
          </a:xfrm>
          <a:custGeom>
            <a:avLst/>
            <a:gdLst/>
            <a:ahLst/>
            <a:cxnLst/>
            <a:rect l="l" t="t" r="r" b="b"/>
            <a:pathLst>
              <a:path w="16097" h="123567">
                <a:moveTo>
                  <a:pt x="8048" y="58131"/>
                </a:moveTo>
                <a:lnTo>
                  <a:pt x="8048" y="115352"/>
                </a:lnTo>
                <a:lnTo>
                  <a:pt x="16097" y="123567"/>
                </a:lnTo>
                <a:lnTo>
                  <a:pt x="11590" y="61745"/>
                </a:lnTo>
                <a:lnTo>
                  <a:pt x="8048" y="53064"/>
                </a:lnTo>
                <a:lnTo>
                  <a:pt x="0" y="0"/>
                </a:lnTo>
                <a:lnTo>
                  <a:pt x="0" y="49917"/>
                </a:lnTo>
                <a:lnTo>
                  <a:pt x="8048" y="58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6709266" y="3565062"/>
            <a:ext cx="20497" cy="110795"/>
          </a:xfrm>
          <a:custGeom>
            <a:avLst/>
            <a:gdLst/>
            <a:ahLst/>
            <a:cxnLst/>
            <a:rect l="l" t="t" r="r" b="b"/>
            <a:pathLst>
              <a:path w="20497" h="110795">
                <a:moveTo>
                  <a:pt x="0" y="66303"/>
                </a:moveTo>
                <a:lnTo>
                  <a:pt x="4507" y="110795"/>
                </a:lnTo>
                <a:lnTo>
                  <a:pt x="4507" y="8681"/>
                </a:lnTo>
                <a:lnTo>
                  <a:pt x="4507" y="98532"/>
                </a:lnTo>
                <a:lnTo>
                  <a:pt x="8477" y="86270"/>
                </a:lnTo>
                <a:lnTo>
                  <a:pt x="20497" y="86270"/>
                </a:lnTo>
                <a:lnTo>
                  <a:pt x="20497" y="52630"/>
                </a:lnTo>
                <a:lnTo>
                  <a:pt x="12555" y="44450"/>
                </a:lnTo>
                <a:lnTo>
                  <a:pt x="12555" y="11719"/>
                </a:lnTo>
                <a:lnTo>
                  <a:pt x="4507" y="3581"/>
                </a:lnTo>
                <a:lnTo>
                  <a:pt x="9014" y="40802"/>
                </a:lnTo>
                <a:lnTo>
                  <a:pt x="12555" y="49483"/>
                </a:lnTo>
                <a:lnTo>
                  <a:pt x="9014" y="40802"/>
                </a:lnTo>
                <a:lnTo>
                  <a:pt x="4507" y="3581"/>
                </a:lnTo>
                <a:lnTo>
                  <a:pt x="965" y="0"/>
                </a:lnTo>
                <a:lnTo>
                  <a:pt x="0" y="663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6697675" y="3586949"/>
            <a:ext cx="8048" cy="40835"/>
          </a:xfrm>
          <a:custGeom>
            <a:avLst/>
            <a:gdLst/>
            <a:ahLst/>
            <a:cxnLst/>
            <a:rect l="l" t="t" r="r" b="b"/>
            <a:pathLst>
              <a:path w="8048" h="40835">
                <a:moveTo>
                  <a:pt x="8048" y="40835"/>
                </a:moveTo>
                <a:lnTo>
                  <a:pt x="3541" y="3614"/>
                </a:lnTo>
                <a:lnTo>
                  <a:pt x="0" y="0"/>
                </a:lnTo>
                <a:lnTo>
                  <a:pt x="0" y="32696"/>
                </a:lnTo>
                <a:lnTo>
                  <a:pt x="8048" y="408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6721821" y="3663595"/>
            <a:ext cx="44106" cy="53064"/>
          </a:xfrm>
          <a:custGeom>
            <a:avLst/>
            <a:gdLst/>
            <a:ahLst/>
            <a:cxnLst/>
            <a:rect l="l" t="t" r="r" b="b"/>
            <a:pathLst>
              <a:path w="44106" h="53064">
                <a:moveTo>
                  <a:pt x="32087" y="8138"/>
                </a:moveTo>
                <a:lnTo>
                  <a:pt x="32087" y="16277"/>
                </a:lnTo>
                <a:lnTo>
                  <a:pt x="32087" y="12262"/>
                </a:lnTo>
                <a:lnTo>
                  <a:pt x="24038" y="12262"/>
                </a:lnTo>
                <a:lnTo>
                  <a:pt x="19960" y="28539"/>
                </a:lnTo>
                <a:lnTo>
                  <a:pt x="12019" y="28539"/>
                </a:lnTo>
                <a:lnTo>
                  <a:pt x="12019" y="36678"/>
                </a:lnTo>
                <a:lnTo>
                  <a:pt x="0" y="32663"/>
                </a:lnTo>
                <a:lnTo>
                  <a:pt x="12019" y="36678"/>
                </a:lnTo>
                <a:lnTo>
                  <a:pt x="12019" y="28539"/>
                </a:lnTo>
                <a:lnTo>
                  <a:pt x="19960" y="28539"/>
                </a:lnTo>
                <a:lnTo>
                  <a:pt x="15990" y="12262"/>
                </a:lnTo>
                <a:lnTo>
                  <a:pt x="7941" y="0"/>
                </a:lnTo>
                <a:lnTo>
                  <a:pt x="3970" y="12262"/>
                </a:lnTo>
                <a:lnTo>
                  <a:pt x="15990" y="24524"/>
                </a:lnTo>
                <a:lnTo>
                  <a:pt x="15990" y="16277"/>
                </a:lnTo>
                <a:lnTo>
                  <a:pt x="15990" y="24524"/>
                </a:lnTo>
                <a:lnTo>
                  <a:pt x="3970" y="12262"/>
                </a:lnTo>
                <a:lnTo>
                  <a:pt x="0" y="24524"/>
                </a:lnTo>
                <a:lnTo>
                  <a:pt x="0" y="53064"/>
                </a:lnTo>
                <a:lnTo>
                  <a:pt x="28009" y="53064"/>
                </a:lnTo>
                <a:lnTo>
                  <a:pt x="24038" y="40802"/>
                </a:lnTo>
                <a:lnTo>
                  <a:pt x="24038" y="28539"/>
                </a:lnTo>
                <a:lnTo>
                  <a:pt x="28009" y="28539"/>
                </a:lnTo>
                <a:lnTo>
                  <a:pt x="32087" y="24524"/>
                </a:lnTo>
                <a:lnTo>
                  <a:pt x="44106" y="12262"/>
                </a:lnTo>
                <a:lnTo>
                  <a:pt x="32087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6713773" y="3573744"/>
            <a:ext cx="24038" cy="102113"/>
          </a:xfrm>
          <a:custGeom>
            <a:avLst/>
            <a:gdLst/>
            <a:ahLst/>
            <a:cxnLst/>
            <a:rect l="l" t="t" r="r" b="b"/>
            <a:pathLst>
              <a:path w="24038" h="102113">
                <a:moveTo>
                  <a:pt x="15990" y="89851"/>
                </a:moveTo>
                <a:lnTo>
                  <a:pt x="24038" y="102113"/>
                </a:lnTo>
                <a:lnTo>
                  <a:pt x="24038" y="77589"/>
                </a:lnTo>
                <a:lnTo>
                  <a:pt x="3970" y="77589"/>
                </a:lnTo>
                <a:lnTo>
                  <a:pt x="0" y="89851"/>
                </a:lnTo>
                <a:lnTo>
                  <a:pt x="0" y="0"/>
                </a:lnTo>
                <a:lnTo>
                  <a:pt x="0" y="102113"/>
                </a:lnTo>
                <a:lnTo>
                  <a:pt x="0" y="97990"/>
                </a:lnTo>
                <a:lnTo>
                  <a:pt x="12019" y="102113"/>
                </a:lnTo>
                <a:lnTo>
                  <a:pt x="15990" y="89851"/>
                </a:lnTo>
                <a:lnTo>
                  <a:pt x="15990" y="81604"/>
                </a:lnTo>
                <a:lnTo>
                  <a:pt x="15990" y="8985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6713773" y="3671734"/>
            <a:ext cx="12019" cy="28539"/>
          </a:xfrm>
          <a:custGeom>
            <a:avLst/>
            <a:gdLst/>
            <a:ahLst/>
            <a:cxnLst/>
            <a:rect l="l" t="t" r="r" b="b"/>
            <a:pathLst>
              <a:path w="12019" h="28539">
                <a:moveTo>
                  <a:pt x="0" y="4123"/>
                </a:moveTo>
                <a:lnTo>
                  <a:pt x="0" y="28539"/>
                </a:lnTo>
                <a:lnTo>
                  <a:pt x="8048" y="28539"/>
                </a:lnTo>
                <a:lnTo>
                  <a:pt x="8048" y="16385"/>
                </a:lnTo>
                <a:lnTo>
                  <a:pt x="12019" y="4123"/>
                </a:lnTo>
                <a:lnTo>
                  <a:pt x="0" y="0"/>
                </a:lnTo>
                <a:lnTo>
                  <a:pt x="0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6777947" y="3442982"/>
            <a:ext cx="40028" cy="204227"/>
          </a:xfrm>
          <a:custGeom>
            <a:avLst/>
            <a:gdLst/>
            <a:ahLst/>
            <a:cxnLst/>
            <a:rect l="l" t="t" r="r" b="b"/>
            <a:pathLst>
              <a:path w="40028" h="204227">
                <a:moveTo>
                  <a:pt x="24038" y="77697"/>
                </a:moveTo>
                <a:lnTo>
                  <a:pt x="32087" y="77697"/>
                </a:lnTo>
                <a:lnTo>
                  <a:pt x="32087" y="12262"/>
                </a:lnTo>
                <a:lnTo>
                  <a:pt x="40028" y="12262"/>
                </a:lnTo>
                <a:lnTo>
                  <a:pt x="32087" y="8247"/>
                </a:lnTo>
                <a:lnTo>
                  <a:pt x="32087" y="0"/>
                </a:lnTo>
                <a:lnTo>
                  <a:pt x="20068" y="12262"/>
                </a:lnTo>
                <a:lnTo>
                  <a:pt x="24038" y="65435"/>
                </a:lnTo>
                <a:lnTo>
                  <a:pt x="12019" y="77697"/>
                </a:lnTo>
                <a:lnTo>
                  <a:pt x="7941" y="65435"/>
                </a:lnTo>
                <a:lnTo>
                  <a:pt x="7941" y="53172"/>
                </a:lnTo>
                <a:lnTo>
                  <a:pt x="3541" y="105694"/>
                </a:lnTo>
                <a:lnTo>
                  <a:pt x="0" y="109309"/>
                </a:lnTo>
                <a:lnTo>
                  <a:pt x="0" y="204227"/>
                </a:lnTo>
                <a:lnTo>
                  <a:pt x="0" y="114376"/>
                </a:lnTo>
                <a:lnTo>
                  <a:pt x="4507" y="180245"/>
                </a:lnTo>
                <a:lnTo>
                  <a:pt x="7941" y="171564"/>
                </a:lnTo>
                <a:lnTo>
                  <a:pt x="12448" y="131196"/>
                </a:lnTo>
                <a:lnTo>
                  <a:pt x="15990" y="122514"/>
                </a:lnTo>
                <a:lnTo>
                  <a:pt x="24038" y="77697"/>
                </a:lnTo>
                <a:lnTo>
                  <a:pt x="24038" y="73573"/>
                </a:lnTo>
                <a:lnTo>
                  <a:pt x="24038" y="776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6761850" y="3573744"/>
            <a:ext cx="12019" cy="61203"/>
          </a:xfrm>
          <a:custGeom>
            <a:avLst/>
            <a:gdLst/>
            <a:ahLst/>
            <a:cxnLst/>
            <a:rect l="l" t="t" r="r" b="b"/>
            <a:pathLst>
              <a:path w="12019" h="61203">
                <a:moveTo>
                  <a:pt x="11590" y="23982"/>
                </a:moveTo>
                <a:lnTo>
                  <a:pt x="8048" y="0"/>
                </a:lnTo>
                <a:lnTo>
                  <a:pt x="8048" y="27563"/>
                </a:lnTo>
                <a:lnTo>
                  <a:pt x="0" y="35701"/>
                </a:lnTo>
                <a:lnTo>
                  <a:pt x="8048" y="32663"/>
                </a:lnTo>
                <a:lnTo>
                  <a:pt x="12019" y="61203"/>
                </a:lnTo>
                <a:lnTo>
                  <a:pt x="11590" y="239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6785889" y="3483892"/>
            <a:ext cx="16097" cy="36786"/>
          </a:xfrm>
          <a:custGeom>
            <a:avLst/>
            <a:gdLst/>
            <a:ahLst/>
            <a:cxnLst/>
            <a:rect l="l" t="t" r="r" b="b"/>
            <a:pathLst>
              <a:path w="16097" h="36786">
                <a:moveTo>
                  <a:pt x="0" y="0"/>
                </a:moveTo>
                <a:lnTo>
                  <a:pt x="0" y="24524"/>
                </a:lnTo>
                <a:lnTo>
                  <a:pt x="4077" y="36786"/>
                </a:lnTo>
                <a:lnTo>
                  <a:pt x="16097" y="24524"/>
                </a:lnTo>
                <a:lnTo>
                  <a:pt x="12126" y="12262"/>
                </a:lnTo>
                <a:lnTo>
                  <a:pt x="0" y="16277"/>
                </a:lnTo>
                <a:lnTo>
                  <a:pt x="12126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6777947" y="3496155"/>
            <a:ext cx="7941" cy="56136"/>
          </a:xfrm>
          <a:custGeom>
            <a:avLst/>
            <a:gdLst/>
            <a:ahLst/>
            <a:cxnLst/>
            <a:rect l="l" t="t" r="r" b="b"/>
            <a:pathLst>
              <a:path w="7941" h="56136">
                <a:moveTo>
                  <a:pt x="3541" y="52521"/>
                </a:moveTo>
                <a:lnTo>
                  <a:pt x="7941" y="0"/>
                </a:lnTo>
                <a:lnTo>
                  <a:pt x="0" y="0"/>
                </a:lnTo>
                <a:lnTo>
                  <a:pt x="0" y="56136"/>
                </a:lnTo>
                <a:lnTo>
                  <a:pt x="3541" y="52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6801986" y="3332729"/>
            <a:ext cx="5365" cy="36786"/>
          </a:xfrm>
          <a:custGeom>
            <a:avLst/>
            <a:gdLst/>
            <a:ahLst/>
            <a:cxnLst/>
            <a:rect l="l" t="t" r="r" b="b"/>
            <a:pathLst>
              <a:path w="5365" h="36786">
                <a:moveTo>
                  <a:pt x="3541" y="28105"/>
                </a:moveTo>
                <a:lnTo>
                  <a:pt x="5365" y="0"/>
                </a:lnTo>
                <a:lnTo>
                  <a:pt x="0" y="5534"/>
                </a:lnTo>
                <a:lnTo>
                  <a:pt x="0" y="36786"/>
                </a:lnTo>
                <a:lnTo>
                  <a:pt x="3541" y="281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6810035" y="3377655"/>
            <a:ext cx="7941" cy="77589"/>
          </a:xfrm>
          <a:custGeom>
            <a:avLst/>
            <a:gdLst/>
            <a:ahLst/>
            <a:cxnLst/>
            <a:rect l="l" t="t" r="r" b="b"/>
            <a:pathLst>
              <a:path w="7941" h="77589">
                <a:moveTo>
                  <a:pt x="7941" y="5176"/>
                </a:moveTo>
                <a:lnTo>
                  <a:pt x="7941" y="0"/>
                </a:lnTo>
                <a:lnTo>
                  <a:pt x="4507" y="8681"/>
                </a:lnTo>
                <a:lnTo>
                  <a:pt x="0" y="65326"/>
                </a:lnTo>
                <a:lnTo>
                  <a:pt x="0" y="73573"/>
                </a:lnTo>
                <a:lnTo>
                  <a:pt x="7941" y="77589"/>
                </a:lnTo>
                <a:lnTo>
                  <a:pt x="7941" y="5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6785889" y="3332729"/>
            <a:ext cx="40136" cy="175687"/>
          </a:xfrm>
          <a:custGeom>
            <a:avLst/>
            <a:gdLst/>
            <a:ahLst/>
            <a:cxnLst/>
            <a:rect l="l" t="t" r="r" b="b"/>
            <a:pathLst>
              <a:path w="40136" h="175687">
                <a:moveTo>
                  <a:pt x="40136" y="5534"/>
                </a:moveTo>
                <a:lnTo>
                  <a:pt x="34770" y="0"/>
                </a:lnTo>
                <a:lnTo>
                  <a:pt x="21463" y="0"/>
                </a:lnTo>
                <a:lnTo>
                  <a:pt x="20068" y="98098"/>
                </a:lnTo>
                <a:lnTo>
                  <a:pt x="21463" y="0"/>
                </a:lnTo>
                <a:lnTo>
                  <a:pt x="19638" y="28105"/>
                </a:lnTo>
                <a:lnTo>
                  <a:pt x="16097" y="36786"/>
                </a:lnTo>
                <a:lnTo>
                  <a:pt x="16097" y="31719"/>
                </a:lnTo>
                <a:lnTo>
                  <a:pt x="8048" y="39933"/>
                </a:lnTo>
                <a:lnTo>
                  <a:pt x="8048" y="110252"/>
                </a:lnTo>
                <a:lnTo>
                  <a:pt x="0" y="98098"/>
                </a:lnTo>
                <a:lnTo>
                  <a:pt x="0" y="151163"/>
                </a:lnTo>
                <a:lnTo>
                  <a:pt x="12126" y="163425"/>
                </a:lnTo>
                <a:lnTo>
                  <a:pt x="16097" y="175687"/>
                </a:lnTo>
                <a:lnTo>
                  <a:pt x="12126" y="122514"/>
                </a:lnTo>
                <a:lnTo>
                  <a:pt x="24145" y="110252"/>
                </a:lnTo>
                <a:lnTo>
                  <a:pt x="28653" y="53607"/>
                </a:lnTo>
                <a:lnTo>
                  <a:pt x="32087" y="44925"/>
                </a:lnTo>
                <a:lnTo>
                  <a:pt x="32087" y="50102"/>
                </a:lnTo>
                <a:lnTo>
                  <a:pt x="40136" y="41887"/>
                </a:lnTo>
                <a:lnTo>
                  <a:pt x="40136" y="55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6785889" y="3430828"/>
            <a:ext cx="8048" cy="12153"/>
          </a:xfrm>
          <a:custGeom>
            <a:avLst/>
            <a:gdLst/>
            <a:ahLst/>
            <a:cxnLst/>
            <a:rect l="l" t="t" r="r" b="b"/>
            <a:pathLst>
              <a:path w="8048" h="12153">
                <a:moveTo>
                  <a:pt x="8048" y="0"/>
                </a:moveTo>
                <a:lnTo>
                  <a:pt x="0" y="0"/>
                </a:lnTo>
                <a:lnTo>
                  <a:pt x="8048" y="12153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6745860" y="3634947"/>
            <a:ext cx="24038" cy="81712"/>
          </a:xfrm>
          <a:custGeom>
            <a:avLst/>
            <a:gdLst/>
            <a:ahLst/>
            <a:cxnLst/>
            <a:rect l="l" t="t" r="r" b="b"/>
            <a:pathLst>
              <a:path w="24038" h="81712">
                <a:moveTo>
                  <a:pt x="15990" y="0"/>
                </a:moveTo>
                <a:lnTo>
                  <a:pt x="8048" y="0"/>
                </a:lnTo>
                <a:lnTo>
                  <a:pt x="8048" y="36787"/>
                </a:lnTo>
                <a:lnTo>
                  <a:pt x="20068" y="40910"/>
                </a:lnTo>
                <a:lnTo>
                  <a:pt x="8048" y="53172"/>
                </a:lnTo>
                <a:lnTo>
                  <a:pt x="3970" y="57188"/>
                </a:lnTo>
                <a:lnTo>
                  <a:pt x="0" y="57188"/>
                </a:lnTo>
                <a:lnTo>
                  <a:pt x="0" y="69450"/>
                </a:lnTo>
                <a:lnTo>
                  <a:pt x="3970" y="81712"/>
                </a:lnTo>
                <a:lnTo>
                  <a:pt x="24038" y="81712"/>
                </a:lnTo>
                <a:lnTo>
                  <a:pt x="24038" y="65326"/>
                </a:lnTo>
                <a:lnTo>
                  <a:pt x="12019" y="65326"/>
                </a:lnTo>
                <a:lnTo>
                  <a:pt x="12019" y="57188"/>
                </a:lnTo>
                <a:lnTo>
                  <a:pt x="0" y="61311"/>
                </a:lnTo>
                <a:lnTo>
                  <a:pt x="12019" y="57188"/>
                </a:lnTo>
                <a:lnTo>
                  <a:pt x="24038" y="53172"/>
                </a:lnTo>
                <a:lnTo>
                  <a:pt x="20068" y="24524"/>
                </a:lnTo>
                <a:lnTo>
                  <a:pt x="15990" y="12262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6777947" y="3655348"/>
            <a:ext cx="7941" cy="4123"/>
          </a:xfrm>
          <a:custGeom>
            <a:avLst/>
            <a:gdLst/>
            <a:ahLst/>
            <a:cxnLst/>
            <a:rect l="l" t="t" r="r" b="b"/>
            <a:pathLst>
              <a:path w="7941" h="4123">
                <a:moveTo>
                  <a:pt x="7941" y="4123"/>
                </a:moveTo>
                <a:lnTo>
                  <a:pt x="0" y="0"/>
                </a:lnTo>
                <a:lnTo>
                  <a:pt x="0" y="4123"/>
                </a:lnTo>
                <a:lnTo>
                  <a:pt x="7941" y="41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6757879" y="3520679"/>
            <a:ext cx="44106" cy="179594"/>
          </a:xfrm>
          <a:custGeom>
            <a:avLst/>
            <a:gdLst/>
            <a:ahLst/>
            <a:cxnLst/>
            <a:rect l="l" t="t" r="r" b="b"/>
            <a:pathLst>
              <a:path w="44106" h="179594">
                <a:moveTo>
                  <a:pt x="20068" y="126529"/>
                </a:moveTo>
                <a:lnTo>
                  <a:pt x="20067" y="31611"/>
                </a:lnTo>
                <a:lnTo>
                  <a:pt x="12019" y="39825"/>
                </a:lnTo>
                <a:lnTo>
                  <a:pt x="12019" y="53064"/>
                </a:lnTo>
                <a:lnTo>
                  <a:pt x="15560" y="77046"/>
                </a:lnTo>
                <a:lnTo>
                  <a:pt x="15990" y="114267"/>
                </a:lnTo>
                <a:lnTo>
                  <a:pt x="12019" y="85727"/>
                </a:lnTo>
                <a:lnTo>
                  <a:pt x="3970" y="88766"/>
                </a:lnTo>
                <a:lnTo>
                  <a:pt x="3970" y="126529"/>
                </a:lnTo>
                <a:lnTo>
                  <a:pt x="8048" y="138792"/>
                </a:lnTo>
                <a:lnTo>
                  <a:pt x="12019" y="167440"/>
                </a:lnTo>
                <a:lnTo>
                  <a:pt x="12019" y="175579"/>
                </a:lnTo>
                <a:lnTo>
                  <a:pt x="12019" y="167440"/>
                </a:lnTo>
                <a:lnTo>
                  <a:pt x="0" y="171455"/>
                </a:lnTo>
                <a:lnTo>
                  <a:pt x="0" y="179594"/>
                </a:lnTo>
                <a:lnTo>
                  <a:pt x="20068" y="179594"/>
                </a:lnTo>
                <a:lnTo>
                  <a:pt x="20068" y="134668"/>
                </a:lnTo>
                <a:lnTo>
                  <a:pt x="28009" y="138792"/>
                </a:lnTo>
                <a:lnTo>
                  <a:pt x="28009" y="99042"/>
                </a:lnTo>
                <a:lnTo>
                  <a:pt x="36058" y="90828"/>
                </a:lnTo>
                <a:lnTo>
                  <a:pt x="36058" y="49917"/>
                </a:lnTo>
                <a:lnTo>
                  <a:pt x="44106" y="41778"/>
                </a:lnTo>
                <a:lnTo>
                  <a:pt x="44106" y="0"/>
                </a:lnTo>
                <a:lnTo>
                  <a:pt x="36058" y="44817"/>
                </a:lnTo>
                <a:lnTo>
                  <a:pt x="32516" y="53498"/>
                </a:lnTo>
                <a:lnTo>
                  <a:pt x="28009" y="93866"/>
                </a:lnTo>
                <a:lnTo>
                  <a:pt x="24575" y="102547"/>
                </a:lnTo>
                <a:lnTo>
                  <a:pt x="20067" y="36678"/>
                </a:lnTo>
                <a:lnTo>
                  <a:pt x="20068" y="1265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6737811" y="3675858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0" y="0"/>
                </a:moveTo>
                <a:lnTo>
                  <a:pt x="3970" y="16277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6701753" y="3553343"/>
            <a:ext cx="6653" cy="69341"/>
          </a:xfrm>
          <a:custGeom>
            <a:avLst/>
            <a:gdLst/>
            <a:ahLst/>
            <a:cxnLst/>
            <a:rect l="l" t="t" r="r" b="b"/>
            <a:pathLst>
              <a:path w="6653" h="69341">
                <a:moveTo>
                  <a:pt x="0" y="0"/>
                </a:moveTo>
                <a:lnTo>
                  <a:pt x="3970" y="69341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6695100" y="3553343"/>
            <a:ext cx="6653" cy="28539"/>
          </a:xfrm>
          <a:custGeom>
            <a:avLst/>
            <a:gdLst/>
            <a:ahLst/>
            <a:cxnLst/>
            <a:rect l="l" t="t" r="r" b="b"/>
            <a:pathLst>
              <a:path w="6653" h="28539">
                <a:moveTo>
                  <a:pt x="0" y="0"/>
                </a:moveTo>
                <a:lnTo>
                  <a:pt x="2575" y="28539"/>
                </a:lnTo>
                <a:lnTo>
                  <a:pt x="66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6689734" y="3553343"/>
            <a:ext cx="24038" cy="122514"/>
          </a:xfrm>
          <a:custGeom>
            <a:avLst/>
            <a:gdLst/>
            <a:ahLst/>
            <a:cxnLst/>
            <a:rect l="l" t="t" r="r" b="b"/>
            <a:pathLst>
              <a:path w="24038" h="122514">
                <a:moveTo>
                  <a:pt x="5365" y="0"/>
                </a:moveTo>
                <a:lnTo>
                  <a:pt x="0" y="5425"/>
                </a:lnTo>
                <a:lnTo>
                  <a:pt x="0" y="25501"/>
                </a:lnTo>
                <a:lnTo>
                  <a:pt x="7941" y="33606"/>
                </a:lnTo>
                <a:lnTo>
                  <a:pt x="11482" y="37221"/>
                </a:lnTo>
                <a:lnTo>
                  <a:pt x="15990" y="74442"/>
                </a:lnTo>
                <a:lnTo>
                  <a:pt x="15990" y="122514"/>
                </a:lnTo>
                <a:lnTo>
                  <a:pt x="24038" y="122514"/>
                </a:lnTo>
                <a:lnTo>
                  <a:pt x="19531" y="78023"/>
                </a:lnTo>
                <a:lnTo>
                  <a:pt x="20497" y="11719"/>
                </a:lnTo>
                <a:lnTo>
                  <a:pt x="24038" y="15300"/>
                </a:lnTo>
                <a:lnTo>
                  <a:pt x="24038" y="5425"/>
                </a:lnTo>
                <a:lnTo>
                  <a:pt x="18672" y="0"/>
                </a:lnTo>
                <a:lnTo>
                  <a:pt x="15990" y="69341"/>
                </a:lnTo>
                <a:lnTo>
                  <a:pt x="12019" y="0"/>
                </a:lnTo>
                <a:lnTo>
                  <a:pt x="7941" y="28539"/>
                </a:lnTo>
                <a:lnTo>
                  <a:pt x="536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6817976" y="3119386"/>
            <a:ext cx="8048" cy="193484"/>
          </a:xfrm>
          <a:custGeom>
            <a:avLst/>
            <a:gdLst/>
            <a:ahLst/>
            <a:cxnLst/>
            <a:rect l="l" t="t" r="r" b="b"/>
            <a:pathLst>
              <a:path w="8048" h="193484">
                <a:moveTo>
                  <a:pt x="3541" y="69992"/>
                </a:moveTo>
                <a:lnTo>
                  <a:pt x="4507" y="193484"/>
                </a:lnTo>
                <a:lnTo>
                  <a:pt x="8048" y="0"/>
                </a:lnTo>
                <a:lnTo>
                  <a:pt x="0" y="8138"/>
                </a:lnTo>
                <a:lnTo>
                  <a:pt x="0" y="73607"/>
                </a:lnTo>
                <a:lnTo>
                  <a:pt x="3541" y="699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6826025" y="3045921"/>
            <a:ext cx="8048" cy="73465"/>
          </a:xfrm>
          <a:custGeom>
            <a:avLst/>
            <a:gdLst/>
            <a:ahLst/>
            <a:cxnLst/>
            <a:rect l="l" t="t" r="r" b="b"/>
            <a:pathLst>
              <a:path w="8048" h="73465">
                <a:moveTo>
                  <a:pt x="3541" y="69884"/>
                </a:moveTo>
                <a:lnTo>
                  <a:pt x="8048" y="0"/>
                </a:lnTo>
                <a:lnTo>
                  <a:pt x="0" y="8138"/>
                </a:lnTo>
                <a:lnTo>
                  <a:pt x="0" y="73465"/>
                </a:lnTo>
                <a:lnTo>
                  <a:pt x="3541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6826025" y="2985586"/>
            <a:ext cx="24038" cy="323670"/>
          </a:xfrm>
          <a:custGeom>
            <a:avLst/>
            <a:gdLst/>
            <a:ahLst/>
            <a:cxnLst/>
            <a:rect l="l" t="t" r="r" b="b"/>
            <a:pathLst>
              <a:path w="24038" h="323670">
                <a:moveTo>
                  <a:pt x="16097" y="152106"/>
                </a:moveTo>
                <a:lnTo>
                  <a:pt x="24038" y="144001"/>
                </a:lnTo>
                <a:lnTo>
                  <a:pt x="20604" y="82255"/>
                </a:lnTo>
                <a:lnTo>
                  <a:pt x="16097" y="0"/>
                </a:lnTo>
                <a:lnTo>
                  <a:pt x="16097" y="147039"/>
                </a:lnTo>
                <a:lnTo>
                  <a:pt x="12556" y="155720"/>
                </a:lnTo>
                <a:lnTo>
                  <a:pt x="8048" y="220613"/>
                </a:lnTo>
                <a:lnTo>
                  <a:pt x="4507" y="229186"/>
                </a:lnTo>
                <a:lnTo>
                  <a:pt x="0" y="138900"/>
                </a:lnTo>
                <a:lnTo>
                  <a:pt x="0" y="323670"/>
                </a:lnTo>
                <a:lnTo>
                  <a:pt x="8048" y="315456"/>
                </a:lnTo>
                <a:lnTo>
                  <a:pt x="8048" y="225605"/>
                </a:lnTo>
                <a:lnTo>
                  <a:pt x="16097" y="217466"/>
                </a:lnTo>
                <a:lnTo>
                  <a:pt x="16097" y="1521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6834073" y="2980594"/>
            <a:ext cx="8048" cy="70426"/>
          </a:xfrm>
          <a:custGeom>
            <a:avLst/>
            <a:gdLst/>
            <a:ahLst/>
            <a:cxnLst/>
            <a:rect l="l" t="t" r="r" b="b"/>
            <a:pathLst>
              <a:path w="8048" h="70426">
                <a:moveTo>
                  <a:pt x="3541" y="61745"/>
                </a:moveTo>
                <a:lnTo>
                  <a:pt x="8048" y="0"/>
                </a:lnTo>
                <a:lnTo>
                  <a:pt x="0" y="8138"/>
                </a:lnTo>
                <a:lnTo>
                  <a:pt x="0" y="70426"/>
                </a:lnTo>
                <a:lnTo>
                  <a:pt x="3541" y="61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6842122" y="2915226"/>
            <a:ext cx="7941" cy="65368"/>
          </a:xfrm>
          <a:custGeom>
            <a:avLst/>
            <a:gdLst/>
            <a:ahLst/>
            <a:cxnLst/>
            <a:rect l="l" t="t" r="r" b="b"/>
            <a:pathLst>
              <a:path w="7941" h="65368">
                <a:moveTo>
                  <a:pt x="3541" y="61787"/>
                </a:moveTo>
                <a:lnTo>
                  <a:pt x="7941" y="0"/>
                </a:lnTo>
                <a:lnTo>
                  <a:pt x="0" y="8180"/>
                </a:lnTo>
                <a:lnTo>
                  <a:pt x="0" y="65368"/>
                </a:lnTo>
                <a:lnTo>
                  <a:pt x="3541" y="617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6850064" y="2874357"/>
            <a:ext cx="3541" cy="45902"/>
          </a:xfrm>
          <a:custGeom>
            <a:avLst/>
            <a:gdLst/>
            <a:ahLst/>
            <a:cxnLst/>
            <a:rect l="l" t="t" r="r" b="b"/>
            <a:pathLst>
              <a:path w="3541" h="45902">
                <a:moveTo>
                  <a:pt x="3541" y="37221"/>
                </a:moveTo>
                <a:lnTo>
                  <a:pt x="0" y="0"/>
                </a:lnTo>
                <a:lnTo>
                  <a:pt x="0" y="45902"/>
                </a:lnTo>
                <a:lnTo>
                  <a:pt x="3541" y="372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6866161" y="2777343"/>
            <a:ext cx="24038" cy="49049"/>
          </a:xfrm>
          <a:custGeom>
            <a:avLst/>
            <a:gdLst/>
            <a:ahLst/>
            <a:cxnLst/>
            <a:rect l="l" t="t" r="r" b="b"/>
            <a:pathLst>
              <a:path w="24038" h="49049">
                <a:moveTo>
                  <a:pt x="0" y="7162"/>
                </a:moveTo>
                <a:lnTo>
                  <a:pt x="0" y="36787"/>
                </a:lnTo>
                <a:lnTo>
                  <a:pt x="3970" y="49049"/>
                </a:lnTo>
                <a:lnTo>
                  <a:pt x="15990" y="36787"/>
                </a:lnTo>
                <a:lnTo>
                  <a:pt x="20497" y="20943"/>
                </a:lnTo>
                <a:lnTo>
                  <a:pt x="24038" y="12262"/>
                </a:lnTo>
                <a:lnTo>
                  <a:pt x="24038" y="0"/>
                </a:lnTo>
                <a:lnTo>
                  <a:pt x="20068" y="0"/>
                </a:lnTo>
                <a:lnTo>
                  <a:pt x="12019" y="24524"/>
                </a:lnTo>
                <a:lnTo>
                  <a:pt x="0" y="28539"/>
                </a:lnTo>
                <a:lnTo>
                  <a:pt x="12019" y="24524"/>
                </a:lnTo>
                <a:lnTo>
                  <a:pt x="8048" y="4123"/>
                </a:lnTo>
                <a:lnTo>
                  <a:pt x="0" y="7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6858112" y="2801868"/>
            <a:ext cx="8048" cy="64350"/>
          </a:xfrm>
          <a:custGeom>
            <a:avLst/>
            <a:gdLst/>
            <a:ahLst/>
            <a:cxnLst/>
            <a:rect l="l" t="t" r="r" b="b"/>
            <a:pathLst>
              <a:path w="8048" h="64350">
                <a:moveTo>
                  <a:pt x="3541" y="60769"/>
                </a:moveTo>
                <a:lnTo>
                  <a:pt x="8048" y="0"/>
                </a:lnTo>
                <a:lnTo>
                  <a:pt x="0" y="0"/>
                </a:lnTo>
                <a:lnTo>
                  <a:pt x="0" y="64350"/>
                </a:lnTo>
                <a:lnTo>
                  <a:pt x="3541" y="60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6850064" y="2871318"/>
            <a:ext cx="32087" cy="187841"/>
          </a:xfrm>
          <a:custGeom>
            <a:avLst/>
            <a:gdLst/>
            <a:ahLst/>
            <a:cxnLst/>
            <a:rect l="l" t="t" r="r" b="b"/>
            <a:pathLst>
              <a:path w="32087" h="187841">
                <a:moveTo>
                  <a:pt x="24145" y="13172"/>
                </a:moveTo>
                <a:lnTo>
                  <a:pt x="32087" y="4991"/>
                </a:lnTo>
                <a:lnTo>
                  <a:pt x="24145" y="8138"/>
                </a:lnTo>
                <a:lnTo>
                  <a:pt x="20604" y="16820"/>
                </a:lnTo>
                <a:lnTo>
                  <a:pt x="16097" y="57188"/>
                </a:lnTo>
                <a:lnTo>
                  <a:pt x="12555" y="65760"/>
                </a:lnTo>
                <a:lnTo>
                  <a:pt x="8048" y="0"/>
                </a:lnTo>
                <a:lnTo>
                  <a:pt x="8048" y="122514"/>
                </a:lnTo>
                <a:lnTo>
                  <a:pt x="4507" y="131196"/>
                </a:lnTo>
                <a:lnTo>
                  <a:pt x="0" y="187841"/>
                </a:lnTo>
                <a:lnTo>
                  <a:pt x="8048" y="184694"/>
                </a:lnTo>
                <a:lnTo>
                  <a:pt x="8048" y="127581"/>
                </a:lnTo>
                <a:lnTo>
                  <a:pt x="16097" y="119367"/>
                </a:lnTo>
                <a:lnTo>
                  <a:pt x="16097" y="62179"/>
                </a:lnTo>
                <a:lnTo>
                  <a:pt x="24145" y="54041"/>
                </a:lnTo>
                <a:lnTo>
                  <a:pt x="24145" y="131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6866161" y="2765081"/>
            <a:ext cx="24038" cy="36786"/>
          </a:xfrm>
          <a:custGeom>
            <a:avLst/>
            <a:gdLst/>
            <a:ahLst/>
            <a:cxnLst/>
            <a:rect l="l" t="t" r="r" b="b"/>
            <a:pathLst>
              <a:path w="24038" h="36786">
                <a:moveTo>
                  <a:pt x="24038" y="12262"/>
                </a:moveTo>
                <a:lnTo>
                  <a:pt x="24038" y="0"/>
                </a:lnTo>
                <a:lnTo>
                  <a:pt x="11590" y="7704"/>
                </a:lnTo>
                <a:lnTo>
                  <a:pt x="8048" y="11285"/>
                </a:lnTo>
                <a:lnTo>
                  <a:pt x="0" y="19424"/>
                </a:lnTo>
                <a:lnTo>
                  <a:pt x="8048" y="16385"/>
                </a:lnTo>
                <a:lnTo>
                  <a:pt x="12019" y="36786"/>
                </a:lnTo>
                <a:lnTo>
                  <a:pt x="20068" y="12262"/>
                </a:lnTo>
                <a:lnTo>
                  <a:pt x="2403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6894278" y="2752819"/>
            <a:ext cx="28009" cy="32663"/>
          </a:xfrm>
          <a:custGeom>
            <a:avLst/>
            <a:gdLst/>
            <a:ahLst/>
            <a:cxnLst/>
            <a:rect l="l" t="t" r="r" b="b"/>
            <a:pathLst>
              <a:path w="28009" h="32663">
                <a:moveTo>
                  <a:pt x="28009" y="28648"/>
                </a:moveTo>
                <a:lnTo>
                  <a:pt x="28009" y="8247"/>
                </a:lnTo>
                <a:lnTo>
                  <a:pt x="7941" y="8247"/>
                </a:lnTo>
                <a:lnTo>
                  <a:pt x="3970" y="12262"/>
                </a:lnTo>
                <a:lnTo>
                  <a:pt x="3970" y="28648"/>
                </a:lnTo>
                <a:lnTo>
                  <a:pt x="3970" y="12262"/>
                </a:lnTo>
                <a:lnTo>
                  <a:pt x="7941" y="8247"/>
                </a:lnTo>
                <a:lnTo>
                  <a:pt x="19960" y="8247"/>
                </a:lnTo>
                <a:lnTo>
                  <a:pt x="19960" y="0"/>
                </a:lnTo>
                <a:lnTo>
                  <a:pt x="0" y="0"/>
                </a:lnTo>
                <a:lnTo>
                  <a:pt x="0" y="24524"/>
                </a:lnTo>
                <a:lnTo>
                  <a:pt x="3970" y="32663"/>
                </a:lnTo>
                <a:lnTo>
                  <a:pt x="15990" y="32663"/>
                </a:lnTo>
                <a:lnTo>
                  <a:pt x="7941" y="24524"/>
                </a:lnTo>
                <a:lnTo>
                  <a:pt x="3970" y="20401"/>
                </a:lnTo>
                <a:lnTo>
                  <a:pt x="15990" y="32663"/>
                </a:lnTo>
                <a:lnTo>
                  <a:pt x="19960" y="20401"/>
                </a:lnTo>
                <a:lnTo>
                  <a:pt x="28009" y="32663"/>
                </a:lnTo>
                <a:lnTo>
                  <a:pt x="28009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6906297" y="2773220"/>
            <a:ext cx="24038" cy="77589"/>
          </a:xfrm>
          <a:custGeom>
            <a:avLst/>
            <a:gdLst/>
            <a:ahLst/>
            <a:cxnLst/>
            <a:rect l="l" t="t" r="r" b="b"/>
            <a:pathLst>
              <a:path w="24038" h="77589">
                <a:moveTo>
                  <a:pt x="15990" y="24524"/>
                </a:moveTo>
                <a:lnTo>
                  <a:pt x="18672" y="77589"/>
                </a:lnTo>
                <a:lnTo>
                  <a:pt x="24038" y="72163"/>
                </a:lnTo>
                <a:lnTo>
                  <a:pt x="24038" y="12262"/>
                </a:lnTo>
                <a:lnTo>
                  <a:pt x="15990" y="12262"/>
                </a:lnTo>
                <a:lnTo>
                  <a:pt x="7941" y="0"/>
                </a:lnTo>
                <a:lnTo>
                  <a:pt x="3970" y="12262"/>
                </a:lnTo>
                <a:lnTo>
                  <a:pt x="0" y="24524"/>
                </a:lnTo>
                <a:lnTo>
                  <a:pt x="0" y="72163"/>
                </a:lnTo>
                <a:lnTo>
                  <a:pt x="5365" y="77589"/>
                </a:lnTo>
                <a:lnTo>
                  <a:pt x="12019" y="77589"/>
                </a:lnTo>
                <a:lnTo>
                  <a:pt x="12019" y="36786"/>
                </a:lnTo>
                <a:lnTo>
                  <a:pt x="0" y="32663"/>
                </a:lnTo>
                <a:lnTo>
                  <a:pt x="12019" y="36786"/>
                </a:lnTo>
                <a:lnTo>
                  <a:pt x="15990" y="24524"/>
                </a:lnTo>
                <a:lnTo>
                  <a:pt x="15990" y="16385"/>
                </a:lnTo>
                <a:lnTo>
                  <a:pt x="15990" y="24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6801986" y="2752819"/>
            <a:ext cx="108281" cy="604435"/>
          </a:xfrm>
          <a:custGeom>
            <a:avLst/>
            <a:gdLst/>
            <a:ahLst/>
            <a:cxnLst/>
            <a:rect l="l" t="t" r="r" b="b"/>
            <a:pathLst>
              <a:path w="108281" h="604435">
                <a:moveTo>
                  <a:pt x="96262" y="36786"/>
                </a:moveTo>
                <a:lnTo>
                  <a:pt x="96262" y="57188"/>
                </a:lnTo>
                <a:lnTo>
                  <a:pt x="104310" y="57188"/>
                </a:lnTo>
                <a:lnTo>
                  <a:pt x="104310" y="44925"/>
                </a:lnTo>
                <a:lnTo>
                  <a:pt x="108281" y="32663"/>
                </a:lnTo>
                <a:lnTo>
                  <a:pt x="96261" y="32663"/>
                </a:lnTo>
                <a:lnTo>
                  <a:pt x="92291" y="24524"/>
                </a:lnTo>
                <a:lnTo>
                  <a:pt x="92291" y="0"/>
                </a:lnTo>
                <a:lnTo>
                  <a:pt x="72223" y="0"/>
                </a:lnTo>
                <a:lnTo>
                  <a:pt x="72223" y="23548"/>
                </a:lnTo>
                <a:lnTo>
                  <a:pt x="75764" y="19966"/>
                </a:lnTo>
                <a:lnTo>
                  <a:pt x="88213" y="12262"/>
                </a:lnTo>
                <a:lnTo>
                  <a:pt x="88213" y="36786"/>
                </a:lnTo>
                <a:lnTo>
                  <a:pt x="84671" y="45468"/>
                </a:lnTo>
                <a:lnTo>
                  <a:pt x="80164" y="61311"/>
                </a:lnTo>
                <a:lnTo>
                  <a:pt x="68145" y="73573"/>
                </a:lnTo>
                <a:lnTo>
                  <a:pt x="64174" y="61311"/>
                </a:lnTo>
                <a:lnTo>
                  <a:pt x="64174" y="49049"/>
                </a:lnTo>
                <a:lnTo>
                  <a:pt x="59667" y="109818"/>
                </a:lnTo>
                <a:lnTo>
                  <a:pt x="56126" y="113399"/>
                </a:lnTo>
                <a:lnTo>
                  <a:pt x="48077" y="121538"/>
                </a:lnTo>
                <a:lnTo>
                  <a:pt x="51618" y="158759"/>
                </a:lnTo>
                <a:lnTo>
                  <a:pt x="48077" y="167440"/>
                </a:lnTo>
                <a:lnTo>
                  <a:pt x="48077" y="162407"/>
                </a:lnTo>
                <a:lnTo>
                  <a:pt x="43677" y="224194"/>
                </a:lnTo>
                <a:lnTo>
                  <a:pt x="40135" y="227775"/>
                </a:lnTo>
                <a:lnTo>
                  <a:pt x="35628" y="289521"/>
                </a:lnTo>
                <a:lnTo>
                  <a:pt x="32087" y="298202"/>
                </a:lnTo>
                <a:lnTo>
                  <a:pt x="32087" y="293102"/>
                </a:lnTo>
                <a:lnTo>
                  <a:pt x="27580" y="362986"/>
                </a:lnTo>
                <a:lnTo>
                  <a:pt x="24038" y="366567"/>
                </a:lnTo>
                <a:lnTo>
                  <a:pt x="20497" y="560052"/>
                </a:lnTo>
                <a:lnTo>
                  <a:pt x="19531" y="436560"/>
                </a:lnTo>
                <a:lnTo>
                  <a:pt x="15989" y="440175"/>
                </a:lnTo>
                <a:lnTo>
                  <a:pt x="11590" y="534550"/>
                </a:lnTo>
                <a:lnTo>
                  <a:pt x="8048" y="538131"/>
                </a:lnTo>
                <a:lnTo>
                  <a:pt x="0" y="546270"/>
                </a:lnTo>
                <a:lnTo>
                  <a:pt x="0" y="599009"/>
                </a:lnTo>
                <a:lnTo>
                  <a:pt x="5365" y="604435"/>
                </a:lnTo>
                <a:lnTo>
                  <a:pt x="8048" y="543232"/>
                </a:lnTo>
                <a:lnTo>
                  <a:pt x="12019" y="604435"/>
                </a:lnTo>
                <a:lnTo>
                  <a:pt x="15990" y="445133"/>
                </a:lnTo>
                <a:lnTo>
                  <a:pt x="18672" y="604435"/>
                </a:lnTo>
                <a:lnTo>
                  <a:pt x="24038" y="599009"/>
                </a:lnTo>
                <a:lnTo>
                  <a:pt x="24038" y="371668"/>
                </a:lnTo>
                <a:lnTo>
                  <a:pt x="28545" y="461953"/>
                </a:lnTo>
                <a:lnTo>
                  <a:pt x="32087" y="453380"/>
                </a:lnTo>
                <a:lnTo>
                  <a:pt x="36594" y="388488"/>
                </a:lnTo>
                <a:lnTo>
                  <a:pt x="40136" y="379806"/>
                </a:lnTo>
                <a:lnTo>
                  <a:pt x="40135" y="232767"/>
                </a:lnTo>
                <a:lnTo>
                  <a:pt x="44643" y="315022"/>
                </a:lnTo>
                <a:lnTo>
                  <a:pt x="48077" y="376768"/>
                </a:lnTo>
                <a:lnTo>
                  <a:pt x="48077" y="311485"/>
                </a:lnTo>
                <a:lnTo>
                  <a:pt x="56126" y="303194"/>
                </a:lnTo>
                <a:lnTo>
                  <a:pt x="48077" y="306341"/>
                </a:lnTo>
                <a:lnTo>
                  <a:pt x="52584" y="249695"/>
                </a:lnTo>
                <a:lnTo>
                  <a:pt x="56126" y="241014"/>
                </a:lnTo>
                <a:lnTo>
                  <a:pt x="56126" y="118499"/>
                </a:lnTo>
                <a:lnTo>
                  <a:pt x="60633" y="184260"/>
                </a:lnTo>
                <a:lnTo>
                  <a:pt x="64174" y="175687"/>
                </a:lnTo>
                <a:lnTo>
                  <a:pt x="68681" y="135319"/>
                </a:lnTo>
                <a:lnTo>
                  <a:pt x="72223" y="126638"/>
                </a:lnTo>
                <a:lnTo>
                  <a:pt x="80164" y="123491"/>
                </a:lnTo>
                <a:lnTo>
                  <a:pt x="80164" y="69450"/>
                </a:lnTo>
                <a:lnTo>
                  <a:pt x="80164" y="73573"/>
                </a:lnTo>
                <a:lnTo>
                  <a:pt x="88213" y="73573"/>
                </a:lnTo>
                <a:lnTo>
                  <a:pt x="88213" y="41854"/>
                </a:lnTo>
                <a:lnTo>
                  <a:pt x="96262" y="33640"/>
                </a:lnTo>
                <a:lnTo>
                  <a:pt x="96262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6918316" y="2797744"/>
            <a:ext cx="6653" cy="53064"/>
          </a:xfrm>
          <a:custGeom>
            <a:avLst/>
            <a:gdLst/>
            <a:ahLst/>
            <a:cxnLst/>
            <a:rect l="l" t="t" r="r" b="b"/>
            <a:pathLst>
              <a:path w="6653" h="53064">
                <a:moveTo>
                  <a:pt x="0" y="12262"/>
                </a:moveTo>
                <a:lnTo>
                  <a:pt x="0" y="53064"/>
                </a:lnTo>
                <a:lnTo>
                  <a:pt x="6653" y="53064"/>
                </a:lnTo>
                <a:lnTo>
                  <a:pt x="3970" y="0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6807352" y="3296051"/>
            <a:ext cx="6653" cy="61203"/>
          </a:xfrm>
          <a:custGeom>
            <a:avLst/>
            <a:gdLst/>
            <a:ahLst/>
            <a:cxnLst/>
            <a:rect l="l" t="t" r="r" b="b"/>
            <a:pathLst>
              <a:path w="6653" h="61203">
                <a:moveTo>
                  <a:pt x="6653" y="61203"/>
                </a:moveTo>
                <a:lnTo>
                  <a:pt x="2682" y="0"/>
                </a:lnTo>
                <a:lnTo>
                  <a:pt x="0" y="61203"/>
                </a:lnTo>
                <a:lnTo>
                  <a:pt x="6653" y="612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6898248" y="2773220"/>
            <a:ext cx="12019" cy="12262"/>
          </a:xfrm>
          <a:custGeom>
            <a:avLst/>
            <a:gdLst/>
            <a:ahLst/>
            <a:cxnLst/>
            <a:rect l="l" t="t" r="r" b="b"/>
            <a:pathLst>
              <a:path w="12019" h="12262">
                <a:moveTo>
                  <a:pt x="0" y="0"/>
                </a:moveTo>
                <a:lnTo>
                  <a:pt x="3970" y="4123"/>
                </a:lnTo>
                <a:lnTo>
                  <a:pt x="12019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6814006" y="3197952"/>
            <a:ext cx="6653" cy="159301"/>
          </a:xfrm>
          <a:custGeom>
            <a:avLst/>
            <a:gdLst/>
            <a:ahLst/>
            <a:cxnLst/>
            <a:rect l="l" t="t" r="r" b="b"/>
            <a:pathLst>
              <a:path w="6653" h="159301">
                <a:moveTo>
                  <a:pt x="6653" y="159301"/>
                </a:moveTo>
                <a:lnTo>
                  <a:pt x="3970" y="0"/>
                </a:lnTo>
                <a:lnTo>
                  <a:pt x="0" y="159301"/>
                </a:lnTo>
                <a:lnTo>
                  <a:pt x="6653" y="1593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6810035" y="3192994"/>
            <a:ext cx="7941" cy="97956"/>
          </a:xfrm>
          <a:custGeom>
            <a:avLst/>
            <a:gdLst/>
            <a:ahLst/>
            <a:cxnLst/>
            <a:rect l="l" t="t" r="r" b="b"/>
            <a:pathLst>
              <a:path w="7941" h="97956">
                <a:moveTo>
                  <a:pt x="3541" y="94375"/>
                </a:moveTo>
                <a:lnTo>
                  <a:pt x="7941" y="0"/>
                </a:lnTo>
                <a:lnTo>
                  <a:pt x="0" y="8105"/>
                </a:lnTo>
                <a:lnTo>
                  <a:pt x="0" y="97956"/>
                </a:lnTo>
                <a:lnTo>
                  <a:pt x="3541" y="943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6966930" y="3181132"/>
            <a:ext cx="19531" cy="204770"/>
          </a:xfrm>
          <a:custGeom>
            <a:avLst/>
            <a:gdLst/>
            <a:ahLst/>
            <a:cxnLst/>
            <a:rect l="l" t="t" r="r" b="b"/>
            <a:pathLst>
              <a:path w="19531" h="204770">
                <a:moveTo>
                  <a:pt x="0" y="0"/>
                </a:moveTo>
                <a:lnTo>
                  <a:pt x="3541" y="8681"/>
                </a:lnTo>
                <a:lnTo>
                  <a:pt x="3541" y="204770"/>
                </a:lnTo>
                <a:lnTo>
                  <a:pt x="7512" y="192507"/>
                </a:lnTo>
                <a:lnTo>
                  <a:pt x="19531" y="192507"/>
                </a:lnTo>
                <a:lnTo>
                  <a:pt x="19531" y="117957"/>
                </a:lnTo>
                <a:lnTo>
                  <a:pt x="11482" y="109742"/>
                </a:lnTo>
                <a:lnTo>
                  <a:pt x="11482" y="11828"/>
                </a:lnTo>
                <a:lnTo>
                  <a:pt x="3541" y="3648"/>
                </a:lnTo>
                <a:lnTo>
                  <a:pt x="8048" y="106237"/>
                </a:lnTo>
                <a:lnTo>
                  <a:pt x="11482" y="114918"/>
                </a:lnTo>
                <a:lnTo>
                  <a:pt x="8048" y="106237"/>
                </a:lnTo>
                <a:lnTo>
                  <a:pt x="3541" y="3648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6978413" y="3455244"/>
            <a:ext cx="40136" cy="204227"/>
          </a:xfrm>
          <a:custGeom>
            <a:avLst/>
            <a:gdLst/>
            <a:ahLst/>
            <a:cxnLst/>
            <a:rect l="l" t="t" r="r" b="b"/>
            <a:pathLst>
              <a:path w="40136" h="204227">
                <a:moveTo>
                  <a:pt x="40136" y="175687"/>
                </a:moveTo>
                <a:lnTo>
                  <a:pt x="40136" y="130762"/>
                </a:lnTo>
                <a:lnTo>
                  <a:pt x="32087" y="130762"/>
                </a:lnTo>
                <a:lnTo>
                  <a:pt x="32087" y="143024"/>
                </a:lnTo>
                <a:lnTo>
                  <a:pt x="28116" y="155178"/>
                </a:lnTo>
                <a:lnTo>
                  <a:pt x="24146" y="191965"/>
                </a:lnTo>
                <a:lnTo>
                  <a:pt x="24146" y="200103"/>
                </a:lnTo>
                <a:lnTo>
                  <a:pt x="24146" y="191965"/>
                </a:lnTo>
                <a:lnTo>
                  <a:pt x="28116" y="155178"/>
                </a:lnTo>
                <a:lnTo>
                  <a:pt x="16097" y="143024"/>
                </a:lnTo>
                <a:lnTo>
                  <a:pt x="20068" y="130762"/>
                </a:lnTo>
                <a:lnTo>
                  <a:pt x="20604" y="69016"/>
                </a:lnTo>
                <a:lnTo>
                  <a:pt x="16097" y="0"/>
                </a:lnTo>
                <a:lnTo>
                  <a:pt x="4077" y="0"/>
                </a:lnTo>
                <a:lnTo>
                  <a:pt x="0" y="12262"/>
                </a:lnTo>
                <a:lnTo>
                  <a:pt x="0" y="24524"/>
                </a:lnTo>
                <a:lnTo>
                  <a:pt x="8048" y="85836"/>
                </a:lnTo>
                <a:lnTo>
                  <a:pt x="8048" y="155178"/>
                </a:lnTo>
                <a:lnTo>
                  <a:pt x="16097" y="155178"/>
                </a:lnTo>
                <a:lnTo>
                  <a:pt x="11590" y="94517"/>
                </a:lnTo>
                <a:lnTo>
                  <a:pt x="12019" y="24524"/>
                </a:lnTo>
                <a:lnTo>
                  <a:pt x="0" y="20509"/>
                </a:lnTo>
                <a:lnTo>
                  <a:pt x="12019" y="24524"/>
                </a:lnTo>
                <a:lnTo>
                  <a:pt x="16097" y="12262"/>
                </a:lnTo>
                <a:lnTo>
                  <a:pt x="16097" y="4123"/>
                </a:lnTo>
                <a:lnTo>
                  <a:pt x="16097" y="204227"/>
                </a:lnTo>
                <a:lnTo>
                  <a:pt x="36165" y="204227"/>
                </a:lnTo>
                <a:lnTo>
                  <a:pt x="28116" y="179702"/>
                </a:lnTo>
                <a:lnTo>
                  <a:pt x="40136" y="179702"/>
                </a:lnTo>
                <a:lnTo>
                  <a:pt x="32087" y="134777"/>
                </a:lnTo>
                <a:lnTo>
                  <a:pt x="40136" y="179702"/>
                </a:lnTo>
                <a:lnTo>
                  <a:pt x="40136" y="1756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6978413" y="3479769"/>
            <a:ext cx="8048" cy="66378"/>
          </a:xfrm>
          <a:custGeom>
            <a:avLst/>
            <a:gdLst/>
            <a:ahLst/>
            <a:cxnLst/>
            <a:rect l="l" t="t" r="r" b="b"/>
            <a:pathLst>
              <a:path w="8048" h="66378">
                <a:moveTo>
                  <a:pt x="8048" y="66378"/>
                </a:moveTo>
                <a:lnTo>
                  <a:pt x="8048" y="61311"/>
                </a:lnTo>
                <a:lnTo>
                  <a:pt x="0" y="0"/>
                </a:lnTo>
                <a:lnTo>
                  <a:pt x="0" y="58164"/>
                </a:lnTo>
                <a:lnTo>
                  <a:pt x="8048" y="663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6970472" y="3394041"/>
            <a:ext cx="24038" cy="85727"/>
          </a:xfrm>
          <a:custGeom>
            <a:avLst/>
            <a:gdLst/>
            <a:ahLst/>
            <a:cxnLst/>
            <a:rect l="l" t="t" r="r" b="b"/>
            <a:pathLst>
              <a:path w="24038" h="85727">
                <a:moveTo>
                  <a:pt x="0" y="8138"/>
                </a:moveTo>
                <a:lnTo>
                  <a:pt x="0" y="85727"/>
                </a:lnTo>
                <a:lnTo>
                  <a:pt x="7941" y="85727"/>
                </a:lnTo>
                <a:lnTo>
                  <a:pt x="7941" y="73465"/>
                </a:lnTo>
                <a:lnTo>
                  <a:pt x="12019" y="61203"/>
                </a:lnTo>
                <a:lnTo>
                  <a:pt x="24038" y="61203"/>
                </a:lnTo>
                <a:lnTo>
                  <a:pt x="12019" y="4015"/>
                </a:lnTo>
                <a:lnTo>
                  <a:pt x="0" y="0"/>
                </a:lnTo>
                <a:lnTo>
                  <a:pt x="0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6994510" y="3455244"/>
            <a:ext cx="15990" cy="155178"/>
          </a:xfrm>
          <a:custGeom>
            <a:avLst/>
            <a:gdLst/>
            <a:ahLst/>
            <a:cxnLst/>
            <a:rect l="l" t="t" r="r" b="b"/>
            <a:pathLst>
              <a:path w="15990" h="155178">
                <a:moveTo>
                  <a:pt x="12019" y="155178"/>
                </a:moveTo>
                <a:lnTo>
                  <a:pt x="15990" y="143024"/>
                </a:lnTo>
                <a:lnTo>
                  <a:pt x="15990" y="130762"/>
                </a:lnTo>
                <a:lnTo>
                  <a:pt x="8048" y="77589"/>
                </a:lnTo>
                <a:lnTo>
                  <a:pt x="15990" y="130762"/>
                </a:lnTo>
                <a:lnTo>
                  <a:pt x="15990" y="80736"/>
                </a:lnTo>
                <a:lnTo>
                  <a:pt x="8048" y="72630"/>
                </a:lnTo>
                <a:lnTo>
                  <a:pt x="8048" y="0"/>
                </a:lnTo>
                <a:lnTo>
                  <a:pt x="0" y="0"/>
                </a:lnTo>
                <a:lnTo>
                  <a:pt x="4507" y="69016"/>
                </a:lnTo>
                <a:lnTo>
                  <a:pt x="3970" y="130762"/>
                </a:lnTo>
                <a:lnTo>
                  <a:pt x="0" y="143024"/>
                </a:lnTo>
                <a:lnTo>
                  <a:pt x="12019" y="1551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6990003" y="3467506"/>
            <a:ext cx="4507" cy="142915"/>
          </a:xfrm>
          <a:custGeom>
            <a:avLst/>
            <a:gdLst/>
            <a:ahLst/>
            <a:cxnLst/>
            <a:rect l="l" t="t" r="r" b="b"/>
            <a:pathLst>
              <a:path w="4507" h="142915">
                <a:moveTo>
                  <a:pt x="4507" y="142915"/>
                </a:moveTo>
                <a:lnTo>
                  <a:pt x="4507" y="0"/>
                </a:lnTo>
                <a:lnTo>
                  <a:pt x="429" y="12262"/>
                </a:lnTo>
                <a:lnTo>
                  <a:pt x="0" y="82255"/>
                </a:lnTo>
                <a:lnTo>
                  <a:pt x="4507" y="1429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7002559" y="3634947"/>
            <a:ext cx="40028" cy="81712"/>
          </a:xfrm>
          <a:custGeom>
            <a:avLst/>
            <a:gdLst/>
            <a:ahLst/>
            <a:cxnLst/>
            <a:rect l="l" t="t" r="r" b="b"/>
            <a:pathLst>
              <a:path w="40028" h="81712">
                <a:moveTo>
                  <a:pt x="15990" y="0"/>
                </a:moveTo>
                <a:lnTo>
                  <a:pt x="3970" y="0"/>
                </a:lnTo>
                <a:lnTo>
                  <a:pt x="12019" y="24524"/>
                </a:lnTo>
                <a:lnTo>
                  <a:pt x="12019" y="40910"/>
                </a:lnTo>
                <a:lnTo>
                  <a:pt x="19960" y="57188"/>
                </a:lnTo>
                <a:lnTo>
                  <a:pt x="32087" y="69450"/>
                </a:lnTo>
                <a:lnTo>
                  <a:pt x="32087" y="61311"/>
                </a:lnTo>
                <a:lnTo>
                  <a:pt x="32087" y="69450"/>
                </a:lnTo>
                <a:lnTo>
                  <a:pt x="19960" y="57188"/>
                </a:lnTo>
                <a:lnTo>
                  <a:pt x="12019" y="40910"/>
                </a:lnTo>
                <a:lnTo>
                  <a:pt x="12019" y="24524"/>
                </a:lnTo>
                <a:lnTo>
                  <a:pt x="0" y="24524"/>
                </a:lnTo>
                <a:lnTo>
                  <a:pt x="7941" y="53172"/>
                </a:lnTo>
                <a:lnTo>
                  <a:pt x="7941" y="61311"/>
                </a:lnTo>
                <a:lnTo>
                  <a:pt x="19960" y="65326"/>
                </a:lnTo>
                <a:lnTo>
                  <a:pt x="28009" y="81712"/>
                </a:lnTo>
                <a:lnTo>
                  <a:pt x="34662" y="81712"/>
                </a:lnTo>
                <a:lnTo>
                  <a:pt x="40028" y="76178"/>
                </a:lnTo>
                <a:lnTo>
                  <a:pt x="40028" y="62722"/>
                </a:lnTo>
                <a:lnTo>
                  <a:pt x="34662" y="57188"/>
                </a:lnTo>
                <a:lnTo>
                  <a:pt x="28009" y="57188"/>
                </a:lnTo>
                <a:lnTo>
                  <a:pt x="24038" y="53172"/>
                </a:lnTo>
                <a:lnTo>
                  <a:pt x="24038" y="40910"/>
                </a:lnTo>
                <a:lnTo>
                  <a:pt x="15990" y="12262"/>
                </a:lnTo>
                <a:lnTo>
                  <a:pt x="15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7026598" y="3675858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8048" y="16277"/>
                </a:moveTo>
                <a:lnTo>
                  <a:pt x="8048" y="0"/>
                </a:lnTo>
                <a:lnTo>
                  <a:pt x="0" y="0"/>
                </a:lnTo>
                <a:lnTo>
                  <a:pt x="0" y="12262"/>
                </a:lnTo>
                <a:lnTo>
                  <a:pt x="3970" y="16277"/>
                </a:lnTo>
                <a:lnTo>
                  <a:pt x="0" y="4015"/>
                </a:lnTo>
                <a:lnTo>
                  <a:pt x="3970" y="16277"/>
                </a:lnTo>
                <a:lnTo>
                  <a:pt x="8048" y="16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7018549" y="3634947"/>
            <a:ext cx="8048" cy="40910"/>
          </a:xfrm>
          <a:custGeom>
            <a:avLst/>
            <a:gdLst/>
            <a:ahLst/>
            <a:cxnLst/>
            <a:rect l="l" t="t" r="r" b="b"/>
            <a:pathLst>
              <a:path w="8048" h="40910">
                <a:moveTo>
                  <a:pt x="8048" y="0"/>
                </a:moveTo>
                <a:lnTo>
                  <a:pt x="0" y="0"/>
                </a:lnTo>
                <a:lnTo>
                  <a:pt x="0" y="12262"/>
                </a:lnTo>
                <a:lnTo>
                  <a:pt x="8048" y="40910"/>
                </a:lnTo>
                <a:lnTo>
                  <a:pt x="0" y="4123"/>
                </a:lnTo>
                <a:lnTo>
                  <a:pt x="8048" y="40910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7002559" y="3659472"/>
            <a:ext cx="28009" cy="57188"/>
          </a:xfrm>
          <a:custGeom>
            <a:avLst/>
            <a:gdLst/>
            <a:ahLst/>
            <a:cxnLst/>
            <a:rect l="l" t="t" r="r" b="b"/>
            <a:pathLst>
              <a:path w="28009" h="57188">
                <a:moveTo>
                  <a:pt x="7941" y="40802"/>
                </a:moveTo>
                <a:lnTo>
                  <a:pt x="7941" y="57188"/>
                </a:lnTo>
                <a:lnTo>
                  <a:pt x="28009" y="57188"/>
                </a:lnTo>
                <a:lnTo>
                  <a:pt x="19960" y="40802"/>
                </a:lnTo>
                <a:lnTo>
                  <a:pt x="7941" y="36786"/>
                </a:lnTo>
                <a:lnTo>
                  <a:pt x="7941" y="28648"/>
                </a:lnTo>
                <a:lnTo>
                  <a:pt x="0" y="0"/>
                </a:lnTo>
                <a:lnTo>
                  <a:pt x="0" y="40802"/>
                </a:lnTo>
                <a:lnTo>
                  <a:pt x="7941" y="408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6914238" y="2826393"/>
            <a:ext cx="16097" cy="20401"/>
          </a:xfrm>
          <a:custGeom>
            <a:avLst/>
            <a:gdLst/>
            <a:ahLst/>
            <a:cxnLst/>
            <a:rect l="l" t="t" r="r" b="b"/>
            <a:pathLst>
              <a:path w="16097" h="20401">
                <a:moveTo>
                  <a:pt x="0" y="20401"/>
                </a:moveTo>
                <a:lnTo>
                  <a:pt x="4077" y="8138"/>
                </a:lnTo>
                <a:lnTo>
                  <a:pt x="16097" y="8138"/>
                </a:lnTo>
                <a:lnTo>
                  <a:pt x="16097" y="5425"/>
                </a:lnTo>
                <a:lnTo>
                  <a:pt x="10731" y="0"/>
                </a:lnTo>
                <a:lnTo>
                  <a:pt x="4077" y="0"/>
                </a:lnTo>
                <a:lnTo>
                  <a:pt x="0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6906297" y="2826393"/>
            <a:ext cx="48077" cy="376659"/>
          </a:xfrm>
          <a:custGeom>
            <a:avLst/>
            <a:gdLst/>
            <a:ahLst/>
            <a:cxnLst/>
            <a:rect l="l" t="t" r="r" b="b"/>
            <a:pathLst>
              <a:path w="48077" h="376659">
                <a:moveTo>
                  <a:pt x="0" y="12262"/>
                </a:moveTo>
                <a:lnTo>
                  <a:pt x="0" y="32663"/>
                </a:lnTo>
                <a:lnTo>
                  <a:pt x="7941" y="32663"/>
                </a:lnTo>
                <a:lnTo>
                  <a:pt x="7941" y="81604"/>
                </a:lnTo>
                <a:lnTo>
                  <a:pt x="15990" y="81604"/>
                </a:lnTo>
                <a:lnTo>
                  <a:pt x="15990" y="69341"/>
                </a:lnTo>
                <a:lnTo>
                  <a:pt x="28009" y="81604"/>
                </a:lnTo>
                <a:lnTo>
                  <a:pt x="27580" y="143349"/>
                </a:lnTo>
                <a:lnTo>
                  <a:pt x="32087" y="213418"/>
                </a:lnTo>
                <a:lnTo>
                  <a:pt x="35521" y="216923"/>
                </a:lnTo>
                <a:lnTo>
                  <a:pt x="32087" y="61203"/>
                </a:lnTo>
                <a:lnTo>
                  <a:pt x="35521" y="216923"/>
                </a:lnTo>
                <a:lnTo>
                  <a:pt x="40028" y="294988"/>
                </a:lnTo>
                <a:lnTo>
                  <a:pt x="40028" y="289955"/>
                </a:lnTo>
                <a:lnTo>
                  <a:pt x="40028" y="368521"/>
                </a:lnTo>
                <a:lnTo>
                  <a:pt x="48077" y="376659"/>
                </a:lnTo>
                <a:lnTo>
                  <a:pt x="43570" y="298636"/>
                </a:lnTo>
                <a:lnTo>
                  <a:pt x="40028" y="126529"/>
                </a:lnTo>
                <a:lnTo>
                  <a:pt x="36594" y="117848"/>
                </a:lnTo>
                <a:lnTo>
                  <a:pt x="40028" y="121386"/>
                </a:lnTo>
                <a:lnTo>
                  <a:pt x="40028" y="57188"/>
                </a:lnTo>
                <a:lnTo>
                  <a:pt x="32087" y="57188"/>
                </a:lnTo>
                <a:lnTo>
                  <a:pt x="32087" y="208242"/>
                </a:lnTo>
                <a:lnTo>
                  <a:pt x="32087" y="69341"/>
                </a:lnTo>
                <a:lnTo>
                  <a:pt x="20068" y="57188"/>
                </a:lnTo>
                <a:lnTo>
                  <a:pt x="20068" y="32663"/>
                </a:lnTo>
                <a:lnTo>
                  <a:pt x="7941" y="28539"/>
                </a:lnTo>
                <a:lnTo>
                  <a:pt x="20068" y="32663"/>
                </a:lnTo>
                <a:lnTo>
                  <a:pt x="24038" y="20401"/>
                </a:lnTo>
                <a:lnTo>
                  <a:pt x="24038" y="12262"/>
                </a:lnTo>
                <a:lnTo>
                  <a:pt x="24038" y="20401"/>
                </a:lnTo>
                <a:lnTo>
                  <a:pt x="32087" y="57188"/>
                </a:lnTo>
                <a:lnTo>
                  <a:pt x="32087" y="8138"/>
                </a:lnTo>
                <a:lnTo>
                  <a:pt x="12019" y="8138"/>
                </a:lnTo>
                <a:lnTo>
                  <a:pt x="7941" y="20401"/>
                </a:lnTo>
                <a:lnTo>
                  <a:pt x="12019" y="0"/>
                </a:lnTo>
                <a:lnTo>
                  <a:pt x="5365" y="0"/>
                </a:lnTo>
                <a:lnTo>
                  <a:pt x="0" y="5425"/>
                </a:lnTo>
                <a:lnTo>
                  <a:pt x="0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6922287" y="2895734"/>
            <a:ext cx="16097" cy="144077"/>
          </a:xfrm>
          <a:custGeom>
            <a:avLst/>
            <a:gdLst/>
            <a:ahLst/>
            <a:cxnLst/>
            <a:rect l="l" t="t" r="r" b="b"/>
            <a:pathLst>
              <a:path w="16097" h="144077">
                <a:moveTo>
                  <a:pt x="12019" y="12262"/>
                </a:moveTo>
                <a:lnTo>
                  <a:pt x="0" y="0"/>
                </a:lnTo>
                <a:lnTo>
                  <a:pt x="0" y="12262"/>
                </a:lnTo>
                <a:lnTo>
                  <a:pt x="8048" y="65435"/>
                </a:lnTo>
                <a:lnTo>
                  <a:pt x="8048" y="135862"/>
                </a:lnTo>
                <a:lnTo>
                  <a:pt x="16097" y="144077"/>
                </a:lnTo>
                <a:lnTo>
                  <a:pt x="11590" y="74008"/>
                </a:lnTo>
                <a:lnTo>
                  <a:pt x="12019" y="12262"/>
                </a:lnTo>
                <a:lnTo>
                  <a:pt x="0" y="8247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6922287" y="2907997"/>
            <a:ext cx="8048" cy="58164"/>
          </a:xfrm>
          <a:custGeom>
            <a:avLst/>
            <a:gdLst/>
            <a:ahLst/>
            <a:cxnLst/>
            <a:rect l="l" t="t" r="r" b="b"/>
            <a:pathLst>
              <a:path w="8048" h="58164">
                <a:moveTo>
                  <a:pt x="8048" y="58164"/>
                </a:moveTo>
                <a:lnTo>
                  <a:pt x="8048" y="53172"/>
                </a:lnTo>
                <a:lnTo>
                  <a:pt x="0" y="0"/>
                </a:lnTo>
                <a:lnTo>
                  <a:pt x="0" y="50025"/>
                </a:lnTo>
                <a:lnTo>
                  <a:pt x="8048" y="581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6926365" y="2846794"/>
            <a:ext cx="12019" cy="48940"/>
          </a:xfrm>
          <a:custGeom>
            <a:avLst/>
            <a:gdLst/>
            <a:ahLst/>
            <a:cxnLst/>
            <a:rect l="l" t="t" r="r" b="b"/>
            <a:pathLst>
              <a:path w="12019" h="48940">
                <a:moveTo>
                  <a:pt x="12019" y="36786"/>
                </a:moveTo>
                <a:lnTo>
                  <a:pt x="3970" y="0"/>
                </a:lnTo>
                <a:lnTo>
                  <a:pt x="0" y="12262"/>
                </a:lnTo>
                <a:lnTo>
                  <a:pt x="0" y="36786"/>
                </a:lnTo>
                <a:lnTo>
                  <a:pt x="12019" y="48940"/>
                </a:lnTo>
                <a:lnTo>
                  <a:pt x="12019" y="367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6942891" y="2944241"/>
            <a:ext cx="19531" cy="365015"/>
          </a:xfrm>
          <a:custGeom>
            <a:avLst/>
            <a:gdLst/>
            <a:ahLst/>
            <a:cxnLst/>
            <a:rect l="l" t="t" r="r" b="b"/>
            <a:pathLst>
              <a:path w="19531" h="365015">
                <a:moveTo>
                  <a:pt x="0" y="0"/>
                </a:moveTo>
                <a:lnTo>
                  <a:pt x="3434" y="8681"/>
                </a:lnTo>
                <a:lnTo>
                  <a:pt x="6975" y="180788"/>
                </a:lnTo>
                <a:lnTo>
                  <a:pt x="11482" y="258811"/>
                </a:lnTo>
                <a:lnTo>
                  <a:pt x="11482" y="253710"/>
                </a:lnTo>
                <a:lnTo>
                  <a:pt x="11482" y="356801"/>
                </a:lnTo>
                <a:lnTo>
                  <a:pt x="19531" y="365015"/>
                </a:lnTo>
                <a:lnTo>
                  <a:pt x="15024" y="262392"/>
                </a:lnTo>
                <a:lnTo>
                  <a:pt x="11482" y="82255"/>
                </a:lnTo>
                <a:lnTo>
                  <a:pt x="7941" y="73573"/>
                </a:lnTo>
                <a:lnTo>
                  <a:pt x="11482" y="77155"/>
                </a:lnTo>
                <a:lnTo>
                  <a:pt x="11482" y="11828"/>
                </a:lnTo>
                <a:lnTo>
                  <a:pt x="3434" y="3537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6950833" y="3017815"/>
            <a:ext cx="19638" cy="380240"/>
          </a:xfrm>
          <a:custGeom>
            <a:avLst/>
            <a:gdLst/>
            <a:ahLst/>
            <a:cxnLst/>
            <a:rect l="l" t="t" r="r" b="b"/>
            <a:pathLst>
              <a:path w="19638" h="380240">
                <a:moveTo>
                  <a:pt x="0" y="0"/>
                </a:moveTo>
                <a:lnTo>
                  <a:pt x="3541" y="8681"/>
                </a:lnTo>
                <a:lnTo>
                  <a:pt x="7082" y="188818"/>
                </a:lnTo>
                <a:lnTo>
                  <a:pt x="11589" y="291441"/>
                </a:lnTo>
                <a:lnTo>
                  <a:pt x="11590" y="286374"/>
                </a:lnTo>
                <a:lnTo>
                  <a:pt x="11590" y="380240"/>
                </a:lnTo>
                <a:lnTo>
                  <a:pt x="19638" y="380240"/>
                </a:lnTo>
                <a:lnTo>
                  <a:pt x="15131" y="295055"/>
                </a:lnTo>
                <a:lnTo>
                  <a:pt x="11590" y="90285"/>
                </a:lnTo>
                <a:lnTo>
                  <a:pt x="8048" y="81712"/>
                </a:lnTo>
                <a:lnTo>
                  <a:pt x="11589" y="85293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6938384" y="3039812"/>
            <a:ext cx="7941" cy="81569"/>
          </a:xfrm>
          <a:custGeom>
            <a:avLst/>
            <a:gdLst/>
            <a:ahLst/>
            <a:cxnLst/>
            <a:rect l="l" t="t" r="r" b="b"/>
            <a:pathLst>
              <a:path w="7941" h="81569">
                <a:moveTo>
                  <a:pt x="7941" y="81569"/>
                </a:moveTo>
                <a:lnTo>
                  <a:pt x="3434" y="3504"/>
                </a:lnTo>
                <a:lnTo>
                  <a:pt x="0" y="0"/>
                </a:lnTo>
                <a:lnTo>
                  <a:pt x="0" y="73389"/>
                </a:lnTo>
                <a:lnTo>
                  <a:pt x="7941" y="815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6958881" y="3099528"/>
            <a:ext cx="35628" cy="355716"/>
          </a:xfrm>
          <a:custGeom>
            <a:avLst/>
            <a:gdLst/>
            <a:ahLst/>
            <a:cxnLst/>
            <a:rect l="l" t="t" r="r" b="b"/>
            <a:pathLst>
              <a:path w="35628" h="355716">
                <a:moveTo>
                  <a:pt x="0" y="0"/>
                </a:moveTo>
                <a:lnTo>
                  <a:pt x="3541" y="8572"/>
                </a:lnTo>
                <a:lnTo>
                  <a:pt x="7082" y="213342"/>
                </a:lnTo>
                <a:lnTo>
                  <a:pt x="11590" y="298528"/>
                </a:lnTo>
                <a:lnTo>
                  <a:pt x="11590" y="294513"/>
                </a:lnTo>
                <a:lnTo>
                  <a:pt x="23609" y="298528"/>
                </a:lnTo>
                <a:lnTo>
                  <a:pt x="27580" y="286374"/>
                </a:lnTo>
                <a:lnTo>
                  <a:pt x="27580" y="278127"/>
                </a:lnTo>
                <a:lnTo>
                  <a:pt x="27580" y="286374"/>
                </a:lnTo>
                <a:lnTo>
                  <a:pt x="23609" y="298528"/>
                </a:lnTo>
                <a:lnTo>
                  <a:pt x="35628" y="355716"/>
                </a:lnTo>
                <a:lnTo>
                  <a:pt x="35628" y="274111"/>
                </a:lnTo>
                <a:lnTo>
                  <a:pt x="15560" y="274111"/>
                </a:lnTo>
                <a:lnTo>
                  <a:pt x="11590" y="286374"/>
                </a:lnTo>
                <a:lnTo>
                  <a:pt x="11590" y="90285"/>
                </a:lnTo>
                <a:lnTo>
                  <a:pt x="8048" y="81604"/>
                </a:lnTo>
                <a:lnTo>
                  <a:pt x="11589" y="85252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7038617" y="3344992"/>
            <a:ext cx="52155" cy="355282"/>
          </a:xfrm>
          <a:custGeom>
            <a:avLst/>
            <a:gdLst/>
            <a:ahLst/>
            <a:cxnLst/>
            <a:rect l="l" t="t" r="r" b="b"/>
            <a:pathLst>
              <a:path w="52155" h="355282">
                <a:moveTo>
                  <a:pt x="44106" y="103090"/>
                </a:moveTo>
                <a:lnTo>
                  <a:pt x="52155" y="94951"/>
                </a:lnTo>
                <a:lnTo>
                  <a:pt x="44106" y="97990"/>
                </a:lnTo>
                <a:lnTo>
                  <a:pt x="40565" y="106671"/>
                </a:lnTo>
                <a:lnTo>
                  <a:pt x="36058" y="0"/>
                </a:lnTo>
                <a:lnTo>
                  <a:pt x="36058" y="171564"/>
                </a:lnTo>
                <a:lnTo>
                  <a:pt x="24038" y="183826"/>
                </a:lnTo>
                <a:lnTo>
                  <a:pt x="20067" y="171564"/>
                </a:lnTo>
                <a:lnTo>
                  <a:pt x="20067" y="159301"/>
                </a:lnTo>
                <a:lnTo>
                  <a:pt x="15560" y="244595"/>
                </a:lnTo>
                <a:lnTo>
                  <a:pt x="12019" y="248176"/>
                </a:lnTo>
                <a:lnTo>
                  <a:pt x="3970" y="256315"/>
                </a:lnTo>
                <a:lnTo>
                  <a:pt x="3970" y="302217"/>
                </a:lnTo>
                <a:lnTo>
                  <a:pt x="8048" y="330865"/>
                </a:lnTo>
                <a:lnTo>
                  <a:pt x="7512" y="293536"/>
                </a:lnTo>
                <a:lnTo>
                  <a:pt x="8048" y="330865"/>
                </a:lnTo>
                <a:lnTo>
                  <a:pt x="0" y="347143"/>
                </a:lnTo>
                <a:lnTo>
                  <a:pt x="0" y="355282"/>
                </a:lnTo>
                <a:lnTo>
                  <a:pt x="12019" y="343128"/>
                </a:lnTo>
                <a:lnTo>
                  <a:pt x="12019" y="253276"/>
                </a:lnTo>
                <a:lnTo>
                  <a:pt x="16526" y="319037"/>
                </a:lnTo>
                <a:lnTo>
                  <a:pt x="20068" y="355282"/>
                </a:lnTo>
                <a:lnTo>
                  <a:pt x="20068" y="315456"/>
                </a:lnTo>
                <a:lnTo>
                  <a:pt x="28116" y="307317"/>
                </a:lnTo>
                <a:lnTo>
                  <a:pt x="20068" y="310356"/>
                </a:lnTo>
                <a:lnTo>
                  <a:pt x="24575" y="270096"/>
                </a:lnTo>
                <a:lnTo>
                  <a:pt x="28116" y="261415"/>
                </a:lnTo>
                <a:lnTo>
                  <a:pt x="36058" y="258268"/>
                </a:lnTo>
                <a:lnTo>
                  <a:pt x="36058" y="179702"/>
                </a:lnTo>
                <a:lnTo>
                  <a:pt x="36058" y="183826"/>
                </a:lnTo>
                <a:lnTo>
                  <a:pt x="44106" y="183826"/>
                </a:lnTo>
                <a:lnTo>
                  <a:pt x="44106" y="1030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7074675" y="3258287"/>
            <a:ext cx="8048" cy="81671"/>
          </a:xfrm>
          <a:custGeom>
            <a:avLst/>
            <a:gdLst/>
            <a:ahLst/>
            <a:cxnLst/>
            <a:rect l="l" t="t" r="r" b="b"/>
            <a:pathLst>
              <a:path w="8048" h="81671">
                <a:moveTo>
                  <a:pt x="3541" y="78023"/>
                </a:moveTo>
                <a:lnTo>
                  <a:pt x="8048" y="0"/>
                </a:lnTo>
                <a:lnTo>
                  <a:pt x="0" y="8138"/>
                </a:lnTo>
                <a:lnTo>
                  <a:pt x="0" y="81671"/>
                </a:lnTo>
                <a:lnTo>
                  <a:pt x="3541" y="78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7090772" y="2891719"/>
            <a:ext cx="24038" cy="293970"/>
          </a:xfrm>
          <a:custGeom>
            <a:avLst/>
            <a:gdLst/>
            <a:ahLst/>
            <a:cxnLst/>
            <a:rect l="l" t="t" r="r" b="b"/>
            <a:pathLst>
              <a:path w="24038" h="293970">
                <a:moveTo>
                  <a:pt x="0" y="257291"/>
                </a:moveTo>
                <a:lnTo>
                  <a:pt x="0" y="281816"/>
                </a:lnTo>
                <a:lnTo>
                  <a:pt x="3970" y="293970"/>
                </a:lnTo>
                <a:lnTo>
                  <a:pt x="24038" y="293970"/>
                </a:lnTo>
                <a:lnTo>
                  <a:pt x="24038" y="0"/>
                </a:lnTo>
                <a:lnTo>
                  <a:pt x="15990" y="0"/>
                </a:lnTo>
                <a:lnTo>
                  <a:pt x="15990" y="20401"/>
                </a:lnTo>
                <a:lnTo>
                  <a:pt x="19531" y="93432"/>
                </a:lnTo>
                <a:lnTo>
                  <a:pt x="20068" y="179702"/>
                </a:lnTo>
                <a:lnTo>
                  <a:pt x="15990" y="102113"/>
                </a:lnTo>
                <a:lnTo>
                  <a:pt x="8048" y="105152"/>
                </a:lnTo>
                <a:lnTo>
                  <a:pt x="8048" y="191965"/>
                </a:lnTo>
                <a:lnTo>
                  <a:pt x="12019" y="204227"/>
                </a:lnTo>
                <a:lnTo>
                  <a:pt x="15990" y="281816"/>
                </a:lnTo>
                <a:lnTo>
                  <a:pt x="15990" y="289955"/>
                </a:lnTo>
                <a:lnTo>
                  <a:pt x="15990" y="281816"/>
                </a:lnTo>
                <a:lnTo>
                  <a:pt x="12019" y="269554"/>
                </a:lnTo>
                <a:lnTo>
                  <a:pt x="0" y="273569"/>
                </a:lnTo>
                <a:lnTo>
                  <a:pt x="12019" y="269554"/>
                </a:lnTo>
                <a:lnTo>
                  <a:pt x="0" y="2572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7090772" y="3071422"/>
            <a:ext cx="15990" cy="102113"/>
          </a:xfrm>
          <a:custGeom>
            <a:avLst/>
            <a:gdLst/>
            <a:ahLst/>
            <a:cxnLst/>
            <a:rect l="l" t="t" r="r" b="b"/>
            <a:pathLst>
              <a:path w="15990" h="102113">
                <a:moveTo>
                  <a:pt x="12019" y="89851"/>
                </a:moveTo>
                <a:lnTo>
                  <a:pt x="15990" y="102113"/>
                </a:lnTo>
                <a:lnTo>
                  <a:pt x="12019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77589"/>
                </a:lnTo>
                <a:lnTo>
                  <a:pt x="12019" y="8985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7114811" y="2785482"/>
            <a:ext cx="16097" cy="310464"/>
          </a:xfrm>
          <a:custGeom>
            <a:avLst/>
            <a:gdLst/>
            <a:ahLst/>
            <a:cxnLst/>
            <a:rect l="l" t="t" r="r" b="b"/>
            <a:pathLst>
              <a:path w="16097" h="310464">
                <a:moveTo>
                  <a:pt x="8048" y="221557"/>
                </a:moveTo>
                <a:lnTo>
                  <a:pt x="16097" y="213342"/>
                </a:lnTo>
                <a:lnTo>
                  <a:pt x="16097" y="130762"/>
                </a:lnTo>
                <a:lnTo>
                  <a:pt x="3970" y="130762"/>
                </a:lnTo>
                <a:lnTo>
                  <a:pt x="12019" y="106237"/>
                </a:lnTo>
                <a:lnTo>
                  <a:pt x="16097" y="118499"/>
                </a:lnTo>
                <a:lnTo>
                  <a:pt x="16097" y="0"/>
                </a:lnTo>
                <a:lnTo>
                  <a:pt x="11590" y="44491"/>
                </a:lnTo>
                <a:lnTo>
                  <a:pt x="8048" y="53172"/>
                </a:lnTo>
                <a:lnTo>
                  <a:pt x="0" y="56211"/>
                </a:lnTo>
                <a:lnTo>
                  <a:pt x="0" y="306341"/>
                </a:lnTo>
                <a:lnTo>
                  <a:pt x="0" y="298202"/>
                </a:lnTo>
                <a:lnTo>
                  <a:pt x="0" y="310464"/>
                </a:lnTo>
                <a:lnTo>
                  <a:pt x="8048" y="310464"/>
                </a:lnTo>
                <a:lnTo>
                  <a:pt x="0" y="118499"/>
                </a:lnTo>
                <a:lnTo>
                  <a:pt x="0" y="110252"/>
                </a:lnTo>
                <a:lnTo>
                  <a:pt x="0" y="118499"/>
                </a:lnTo>
                <a:lnTo>
                  <a:pt x="4507" y="225171"/>
                </a:lnTo>
                <a:lnTo>
                  <a:pt x="8048" y="216489"/>
                </a:lnTo>
                <a:lnTo>
                  <a:pt x="8048" y="2215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7098821" y="2912120"/>
            <a:ext cx="12019" cy="159301"/>
          </a:xfrm>
          <a:custGeom>
            <a:avLst/>
            <a:gdLst/>
            <a:ahLst/>
            <a:cxnLst/>
            <a:rect l="l" t="t" r="r" b="b"/>
            <a:pathLst>
              <a:path w="12019" h="159301">
                <a:moveTo>
                  <a:pt x="11482" y="73031"/>
                </a:moveTo>
                <a:lnTo>
                  <a:pt x="7941" y="0"/>
                </a:lnTo>
                <a:lnTo>
                  <a:pt x="7941" y="76645"/>
                </a:lnTo>
                <a:lnTo>
                  <a:pt x="0" y="84751"/>
                </a:lnTo>
                <a:lnTo>
                  <a:pt x="7941" y="81712"/>
                </a:lnTo>
                <a:lnTo>
                  <a:pt x="12019" y="159301"/>
                </a:lnTo>
                <a:lnTo>
                  <a:pt x="11482" y="730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7114811" y="2903982"/>
            <a:ext cx="8048" cy="191965"/>
          </a:xfrm>
          <a:custGeom>
            <a:avLst/>
            <a:gdLst/>
            <a:ahLst/>
            <a:cxnLst/>
            <a:rect l="l" t="t" r="r" b="b"/>
            <a:pathLst>
              <a:path w="8048" h="191965">
                <a:moveTo>
                  <a:pt x="8048" y="103057"/>
                </a:moveTo>
                <a:lnTo>
                  <a:pt x="8048" y="97990"/>
                </a:lnTo>
                <a:lnTo>
                  <a:pt x="4507" y="106671"/>
                </a:lnTo>
                <a:lnTo>
                  <a:pt x="0" y="0"/>
                </a:lnTo>
                <a:lnTo>
                  <a:pt x="8048" y="191965"/>
                </a:lnTo>
                <a:lnTo>
                  <a:pt x="8048" y="1030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7114811" y="2785482"/>
            <a:ext cx="16097" cy="56211"/>
          </a:xfrm>
          <a:custGeom>
            <a:avLst/>
            <a:gdLst/>
            <a:ahLst/>
            <a:cxnLst/>
            <a:rect l="l" t="t" r="r" b="b"/>
            <a:pathLst>
              <a:path w="16097" h="56211">
                <a:moveTo>
                  <a:pt x="11590" y="44491"/>
                </a:moveTo>
                <a:lnTo>
                  <a:pt x="16097" y="0"/>
                </a:lnTo>
                <a:lnTo>
                  <a:pt x="8048" y="0"/>
                </a:lnTo>
                <a:lnTo>
                  <a:pt x="8048" y="48072"/>
                </a:lnTo>
                <a:lnTo>
                  <a:pt x="0" y="56211"/>
                </a:lnTo>
                <a:lnTo>
                  <a:pt x="8048" y="53172"/>
                </a:lnTo>
                <a:lnTo>
                  <a:pt x="11590" y="444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7130908" y="2797744"/>
            <a:ext cx="7941" cy="118499"/>
          </a:xfrm>
          <a:custGeom>
            <a:avLst/>
            <a:gdLst/>
            <a:ahLst/>
            <a:cxnLst/>
            <a:rect l="l" t="t" r="r" b="b"/>
            <a:pathLst>
              <a:path w="7941" h="118499">
                <a:moveTo>
                  <a:pt x="7941" y="54116"/>
                </a:moveTo>
                <a:lnTo>
                  <a:pt x="7941" y="49049"/>
                </a:lnTo>
                <a:lnTo>
                  <a:pt x="4399" y="57730"/>
                </a:lnTo>
                <a:lnTo>
                  <a:pt x="0" y="0"/>
                </a:lnTo>
                <a:lnTo>
                  <a:pt x="7941" y="118499"/>
                </a:lnTo>
                <a:lnTo>
                  <a:pt x="7941" y="541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7118782" y="2777343"/>
            <a:ext cx="36165" cy="138900"/>
          </a:xfrm>
          <a:custGeom>
            <a:avLst/>
            <a:gdLst/>
            <a:ahLst/>
            <a:cxnLst/>
            <a:rect l="l" t="t" r="r" b="b"/>
            <a:pathLst>
              <a:path w="36165" h="138900">
                <a:moveTo>
                  <a:pt x="36165" y="12262"/>
                </a:moveTo>
                <a:lnTo>
                  <a:pt x="36165" y="5534"/>
                </a:lnTo>
                <a:lnTo>
                  <a:pt x="30799" y="0"/>
                </a:lnTo>
                <a:lnTo>
                  <a:pt x="17492" y="0"/>
                </a:lnTo>
                <a:lnTo>
                  <a:pt x="12126" y="5534"/>
                </a:lnTo>
                <a:lnTo>
                  <a:pt x="12126" y="134777"/>
                </a:lnTo>
                <a:lnTo>
                  <a:pt x="12126" y="126638"/>
                </a:lnTo>
                <a:lnTo>
                  <a:pt x="8048" y="114376"/>
                </a:lnTo>
                <a:lnTo>
                  <a:pt x="0" y="138900"/>
                </a:lnTo>
                <a:lnTo>
                  <a:pt x="20068" y="138900"/>
                </a:lnTo>
                <a:lnTo>
                  <a:pt x="12126" y="20401"/>
                </a:lnTo>
                <a:lnTo>
                  <a:pt x="12126" y="12262"/>
                </a:lnTo>
                <a:lnTo>
                  <a:pt x="12126" y="20401"/>
                </a:lnTo>
                <a:lnTo>
                  <a:pt x="16526" y="78131"/>
                </a:lnTo>
                <a:lnTo>
                  <a:pt x="20068" y="69450"/>
                </a:lnTo>
                <a:lnTo>
                  <a:pt x="20067" y="74517"/>
                </a:lnTo>
                <a:lnTo>
                  <a:pt x="28116" y="66303"/>
                </a:lnTo>
                <a:lnTo>
                  <a:pt x="28116" y="32663"/>
                </a:lnTo>
                <a:lnTo>
                  <a:pt x="16097" y="32663"/>
                </a:lnTo>
                <a:lnTo>
                  <a:pt x="24145" y="8138"/>
                </a:lnTo>
                <a:lnTo>
                  <a:pt x="28116" y="20401"/>
                </a:lnTo>
                <a:lnTo>
                  <a:pt x="36165" y="32663"/>
                </a:lnTo>
                <a:lnTo>
                  <a:pt x="36165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7134879" y="2785482"/>
            <a:ext cx="20068" cy="24524"/>
          </a:xfrm>
          <a:custGeom>
            <a:avLst/>
            <a:gdLst/>
            <a:ahLst/>
            <a:cxnLst/>
            <a:rect l="l" t="t" r="r" b="b"/>
            <a:pathLst>
              <a:path w="20068" h="24524">
                <a:moveTo>
                  <a:pt x="8048" y="0"/>
                </a:moveTo>
                <a:lnTo>
                  <a:pt x="0" y="24524"/>
                </a:lnTo>
                <a:lnTo>
                  <a:pt x="20068" y="24524"/>
                </a:lnTo>
                <a:lnTo>
                  <a:pt x="12019" y="12262"/>
                </a:lnTo>
                <a:lnTo>
                  <a:pt x="12019" y="20401"/>
                </a:lnTo>
                <a:lnTo>
                  <a:pt x="12019" y="12262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7058685" y="3185690"/>
            <a:ext cx="48077" cy="343128"/>
          </a:xfrm>
          <a:custGeom>
            <a:avLst/>
            <a:gdLst/>
            <a:ahLst/>
            <a:cxnLst/>
            <a:rect l="l" t="t" r="r" b="b"/>
            <a:pathLst>
              <a:path w="48077" h="343128">
                <a:moveTo>
                  <a:pt x="40135" y="90869"/>
                </a:moveTo>
                <a:lnTo>
                  <a:pt x="48077" y="82689"/>
                </a:lnTo>
                <a:lnTo>
                  <a:pt x="48077" y="0"/>
                </a:lnTo>
                <a:lnTo>
                  <a:pt x="40136" y="85836"/>
                </a:lnTo>
                <a:lnTo>
                  <a:pt x="36594" y="94517"/>
                </a:lnTo>
                <a:lnTo>
                  <a:pt x="32087" y="167549"/>
                </a:lnTo>
                <a:lnTo>
                  <a:pt x="28545" y="176121"/>
                </a:lnTo>
                <a:lnTo>
                  <a:pt x="24038" y="77697"/>
                </a:lnTo>
                <a:lnTo>
                  <a:pt x="24038" y="72597"/>
                </a:lnTo>
                <a:lnTo>
                  <a:pt x="19531" y="150620"/>
                </a:lnTo>
                <a:lnTo>
                  <a:pt x="15989" y="154268"/>
                </a:lnTo>
                <a:lnTo>
                  <a:pt x="12019" y="318603"/>
                </a:lnTo>
                <a:lnTo>
                  <a:pt x="0" y="322727"/>
                </a:lnTo>
                <a:lnTo>
                  <a:pt x="12019" y="318603"/>
                </a:lnTo>
                <a:lnTo>
                  <a:pt x="8048" y="249153"/>
                </a:lnTo>
                <a:lnTo>
                  <a:pt x="0" y="252300"/>
                </a:lnTo>
                <a:lnTo>
                  <a:pt x="0" y="330865"/>
                </a:lnTo>
                <a:lnTo>
                  <a:pt x="3970" y="343128"/>
                </a:lnTo>
                <a:lnTo>
                  <a:pt x="15990" y="330865"/>
                </a:lnTo>
                <a:lnTo>
                  <a:pt x="15990" y="159301"/>
                </a:lnTo>
                <a:lnTo>
                  <a:pt x="20497" y="265973"/>
                </a:lnTo>
                <a:lnTo>
                  <a:pt x="24038" y="257291"/>
                </a:lnTo>
                <a:lnTo>
                  <a:pt x="32087" y="254253"/>
                </a:lnTo>
                <a:lnTo>
                  <a:pt x="32087" y="172540"/>
                </a:lnTo>
                <a:lnTo>
                  <a:pt x="40136" y="164402"/>
                </a:lnTo>
                <a:lnTo>
                  <a:pt x="40135" y="908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7026598" y="3598268"/>
            <a:ext cx="32087" cy="118391"/>
          </a:xfrm>
          <a:custGeom>
            <a:avLst/>
            <a:gdLst/>
            <a:ahLst/>
            <a:cxnLst/>
            <a:rect l="l" t="t" r="r" b="b"/>
            <a:pathLst>
              <a:path w="32087" h="118391">
                <a:moveTo>
                  <a:pt x="15989" y="43907"/>
                </a:moveTo>
                <a:lnTo>
                  <a:pt x="8048" y="52087"/>
                </a:lnTo>
                <a:lnTo>
                  <a:pt x="8048" y="77589"/>
                </a:lnTo>
                <a:lnTo>
                  <a:pt x="3970" y="93866"/>
                </a:lnTo>
                <a:lnTo>
                  <a:pt x="0" y="93866"/>
                </a:lnTo>
                <a:lnTo>
                  <a:pt x="0" y="106128"/>
                </a:lnTo>
                <a:lnTo>
                  <a:pt x="3970" y="118391"/>
                </a:lnTo>
                <a:lnTo>
                  <a:pt x="24038" y="118391"/>
                </a:lnTo>
                <a:lnTo>
                  <a:pt x="24038" y="97990"/>
                </a:lnTo>
                <a:lnTo>
                  <a:pt x="24038" y="102005"/>
                </a:lnTo>
                <a:lnTo>
                  <a:pt x="32087" y="102005"/>
                </a:lnTo>
                <a:lnTo>
                  <a:pt x="28545" y="65760"/>
                </a:lnTo>
                <a:lnTo>
                  <a:pt x="24038" y="0"/>
                </a:lnTo>
                <a:lnTo>
                  <a:pt x="24038" y="89851"/>
                </a:lnTo>
                <a:lnTo>
                  <a:pt x="12019" y="102005"/>
                </a:lnTo>
                <a:lnTo>
                  <a:pt x="12019" y="93866"/>
                </a:lnTo>
                <a:lnTo>
                  <a:pt x="0" y="97990"/>
                </a:lnTo>
                <a:lnTo>
                  <a:pt x="12019" y="93866"/>
                </a:lnTo>
                <a:lnTo>
                  <a:pt x="8048" y="89851"/>
                </a:lnTo>
                <a:lnTo>
                  <a:pt x="8048" y="81604"/>
                </a:lnTo>
                <a:lnTo>
                  <a:pt x="8048" y="89851"/>
                </a:lnTo>
                <a:lnTo>
                  <a:pt x="12019" y="93866"/>
                </a:lnTo>
                <a:lnTo>
                  <a:pt x="20068" y="77589"/>
                </a:lnTo>
                <a:lnTo>
                  <a:pt x="15990" y="48940"/>
                </a:lnTo>
                <a:lnTo>
                  <a:pt x="15989" y="43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7082724" y="3161274"/>
            <a:ext cx="24038" cy="200537"/>
          </a:xfrm>
          <a:custGeom>
            <a:avLst/>
            <a:gdLst/>
            <a:ahLst/>
            <a:cxnLst/>
            <a:rect l="l" t="t" r="r" b="b"/>
            <a:pathLst>
              <a:path w="24038" h="200537">
                <a:moveTo>
                  <a:pt x="24038" y="24416"/>
                </a:moveTo>
                <a:lnTo>
                  <a:pt x="12019" y="24416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102113"/>
                </a:lnTo>
                <a:lnTo>
                  <a:pt x="3541" y="93432"/>
                </a:lnTo>
                <a:lnTo>
                  <a:pt x="0" y="102113"/>
                </a:lnTo>
                <a:lnTo>
                  <a:pt x="4507" y="200537"/>
                </a:lnTo>
                <a:lnTo>
                  <a:pt x="8048" y="191965"/>
                </a:lnTo>
                <a:lnTo>
                  <a:pt x="12555" y="118933"/>
                </a:lnTo>
                <a:lnTo>
                  <a:pt x="16097" y="110252"/>
                </a:lnTo>
                <a:lnTo>
                  <a:pt x="24038" y="244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7018549" y="3692135"/>
            <a:ext cx="12019" cy="24524"/>
          </a:xfrm>
          <a:custGeom>
            <a:avLst/>
            <a:gdLst/>
            <a:ahLst/>
            <a:cxnLst/>
            <a:rect l="l" t="t" r="r" b="b"/>
            <a:pathLst>
              <a:path w="12019" h="24524">
                <a:moveTo>
                  <a:pt x="8048" y="12262"/>
                </a:moveTo>
                <a:lnTo>
                  <a:pt x="8048" y="0"/>
                </a:lnTo>
                <a:lnTo>
                  <a:pt x="5365" y="0"/>
                </a:lnTo>
                <a:lnTo>
                  <a:pt x="0" y="5534"/>
                </a:lnTo>
                <a:lnTo>
                  <a:pt x="0" y="18990"/>
                </a:lnTo>
                <a:lnTo>
                  <a:pt x="5365" y="24524"/>
                </a:lnTo>
                <a:lnTo>
                  <a:pt x="12019" y="24524"/>
                </a:lnTo>
                <a:lnTo>
                  <a:pt x="8048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7026598" y="3675858"/>
            <a:ext cx="8048" cy="16277"/>
          </a:xfrm>
          <a:custGeom>
            <a:avLst/>
            <a:gdLst/>
            <a:ahLst/>
            <a:cxnLst/>
            <a:rect l="l" t="t" r="r" b="b"/>
            <a:pathLst>
              <a:path w="8048" h="16277">
                <a:moveTo>
                  <a:pt x="0" y="0"/>
                </a:moveTo>
                <a:lnTo>
                  <a:pt x="0" y="16277"/>
                </a:lnTo>
                <a:lnTo>
                  <a:pt x="3970" y="16277"/>
                </a:lnTo>
                <a:lnTo>
                  <a:pt x="804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7050636" y="3504293"/>
            <a:ext cx="8048" cy="88874"/>
          </a:xfrm>
          <a:custGeom>
            <a:avLst/>
            <a:gdLst/>
            <a:ahLst/>
            <a:cxnLst/>
            <a:rect l="l" t="t" r="r" b="b"/>
            <a:pathLst>
              <a:path w="8048" h="88874">
                <a:moveTo>
                  <a:pt x="3541" y="85293"/>
                </a:moveTo>
                <a:lnTo>
                  <a:pt x="8048" y="0"/>
                </a:lnTo>
                <a:lnTo>
                  <a:pt x="0" y="0"/>
                </a:lnTo>
                <a:lnTo>
                  <a:pt x="0" y="88874"/>
                </a:lnTo>
                <a:lnTo>
                  <a:pt x="3541" y="852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7058685" y="3603260"/>
            <a:ext cx="15990" cy="52087"/>
          </a:xfrm>
          <a:custGeom>
            <a:avLst/>
            <a:gdLst/>
            <a:ahLst/>
            <a:cxnLst/>
            <a:rect l="l" t="t" r="r" b="b"/>
            <a:pathLst>
              <a:path w="15990" h="52087">
                <a:moveTo>
                  <a:pt x="8048" y="8180"/>
                </a:moveTo>
                <a:lnTo>
                  <a:pt x="15990" y="0"/>
                </a:lnTo>
                <a:lnTo>
                  <a:pt x="8048" y="3146"/>
                </a:lnTo>
                <a:lnTo>
                  <a:pt x="4507" y="11828"/>
                </a:lnTo>
                <a:lnTo>
                  <a:pt x="0" y="52087"/>
                </a:lnTo>
                <a:lnTo>
                  <a:pt x="8048" y="49049"/>
                </a:lnTo>
                <a:lnTo>
                  <a:pt x="8048" y="81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7058685" y="3339958"/>
            <a:ext cx="15989" cy="164335"/>
          </a:xfrm>
          <a:custGeom>
            <a:avLst/>
            <a:gdLst/>
            <a:ahLst/>
            <a:cxnLst/>
            <a:rect l="l" t="t" r="r" b="b"/>
            <a:pathLst>
              <a:path w="15989" h="164335">
                <a:moveTo>
                  <a:pt x="11482" y="86203"/>
                </a:moveTo>
                <a:lnTo>
                  <a:pt x="12019" y="164335"/>
                </a:lnTo>
                <a:lnTo>
                  <a:pt x="15989" y="0"/>
                </a:lnTo>
                <a:lnTo>
                  <a:pt x="8048" y="8180"/>
                </a:lnTo>
                <a:lnTo>
                  <a:pt x="8048" y="89740"/>
                </a:lnTo>
                <a:lnTo>
                  <a:pt x="0" y="98031"/>
                </a:lnTo>
                <a:lnTo>
                  <a:pt x="8048" y="94884"/>
                </a:lnTo>
                <a:lnTo>
                  <a:pt x="12019" y="164335"/>
                </a:lnTo>
                <a:lnTo>
                  <a:pt x="11482" y="862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7203024" y="3197952"/>
            <a:ext cx="16097" cy="225605"/>
          </a:xfrm>
          <a:custGeom>
            <a:avLst/>
            <a:gdLst/>
            <a:ahLst/>
            <a:cxnLst/>
            <a:rect l="l" t="t" r="r" b="b"/>
            <a:pathLst>
              <a:path w="16097" h="225605">
                <a:moveTo>
                  <a:pt x="12019" y="12262"/>
                </a:moveTo>
                <a:lnTo>
                  <a:pt x="0" y="8247"/>
                </a:lnTo>
                <a:lnTo>
                  <a:pt x="0" y="12262"/>
                </a:lnTo>
                <a:lnTo>
                  <a:pt x="8048" y="130762"/>
                </a:lnTo>
                <a:lnTo>
                  <a:pt x="11590" y="139443"/>
                </a:lnTo>
                <a:lnTo>
                  <a:pt x="16097" y="225605"/>
                </a:lnTo>
                <a:lnTo>
                  <a:pt x="16097" y="0"/>
                </a:lnTo>
                <a:lnTo>
                  <a:pt x="12019" y="122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7219122" y="3185690"/>
            <a:ext cx="7941" cy="241448"/>
          </a:xfrm>
          <a:custGeom>
            <a:avLst/>
            <a:gdLst/>
            <a:ahLst/>
            <a:cxnLst/>
            <a:rect l="l" t="t" r="r" b="b"/>
            <a:pathLst>
              <a:path w="7941" h="241448">
                <a:moveTo>
                  <a:pt x="7941" y="0"/>
                </a:moveTo>
                <a:lnTo>
                  <a:pt x="0" y="0"/>
                </a:lnTo>
                <a:lnTo>
                  <a:pt x="3541" y="241448"/>
                </a:lnTo>
                <a:lnTo>
                  <a:pt x="4507" y="126204"/>
                </a:lnTo>
                <a:lnTo>
                  <a:pt x="7941" y="129709"/>
                </a:lnTo>
                <a:lnTo>
                  <a:pt x="79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7231570" y="3401746"/>
            <a:ext cx="19638" cy="233201"/>
          </a:xfrm>
          <a:custGeom>
            <a:avLst/>
            <a:gdLst/>
            <a:ahLst/>
            <a:cxnLst/>
            <a:rect l="l" t="t" r="r" b="b"/>
            <a:pathLst>
              <a:path w="19638" h="233201">
                <a:moveTo>
                  <a:pt x="0" y="0"/>
                </a:moveTo>
                <a:lnTo>
                  <a:pt x="3541" y="8572"/>
                </a:lnTo>
                <a:lnTo>
                  <a:pt x="7082" y="188818"/>
                </a:lnTo>
                <a:lnTo>
                  <a:pt x="8907" y="233201"/>
                </a:lnTo>
                <a:lnTo>
                  <a:pt x="15560" y="233201"/>
                </a:lnTo>
                <a:lnTo>
                  <a:pt x="16097" y="163316"/>
                </a:lnTo>
                <a:lnTo>
                  <a:pt x="19638" y="166931"/>
                </a:lnTo>
                <a:lnTo>
                  <a:pt x="19638" y="101571"/>
                </a:lnTo>
                <a:lnTo>
                  <a:pt x="11589" y="93432"/>
                </a:lnTo>
                <a:lnTo>
                  <a:pt x="11590" y="98424"/>
                </a:lnTo>
                <a:lnTo>
                  <a:pt x="8048" y="89851"/>
                </a:lnTo>
                <a:lnTo>
                  <a:pt x="11590" y="11719"/>
                </a:lnTo>
                <a:lnTo>
                  <a:pt x="3541" y="358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7227063" y="3320467"/>
            <a:ext cx="8048" cy="266515"/>
          </a:xfrm>
          <a:custGeom>
            <a:avLst/>
            <a:gdLst/>
            <a:ahLst/>
            <a:cxnLst/>
            <a:rect l="l" t="t" r="r" b="b"/>
            <a:pathLst>
              <a:path w="8048" h="266515">
                <a:moveTo>
                  <a:pt x="0" y="0"/>
                </a:moveTo>
                <a:lnTo>
                  <a:pt x="0" y="258377"/>
                </a:lnTo>
                <a:lnTo>
                  <a:pt x="8048" y="266515"/>
                </a:lnTo>
                <a:lnTo>
                  <a:pt x="3541" y="19652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7239619" y="3413465"/>
            <a:ext cx="3541" cy="86704"/>
          </a:xfrm>
          <a:custGeom>
            <a:avLst/>
            <a:gdLst/>
            <a:ahLst/>
            <a:cxnLst/>
            <a:rect l="l" t="t" r="r" b="b"/>
            <a:pathLst>
              <a:path w="3541" h="86704">
                <a:moveTo>
                  <a:pt x="3541" y="81712"/>
                </a:moveTo>
                <a:lnTo>
                  <a:pt x="3541" y="0"/>
                </a:lnTo>
                <a:lnTo>
                  <a:pt x="0" y="78131"/>
                </a:lnTo>
                <a:lnTo>
                  <a:pt x="3541" y="86704"/>
                </a:lnTo>
                <a:lnTo>
                  <a:pt x="3541" y="817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7247131" y="3565062"/>
            <a:ext cx="12019" cy="69884"/>
          </a:xfrm>
          <a:custGeom>
            <a:avLst/>
            <a:gdLst/>
            <a:ahLst/>
            <a:cxnLst/>
            <a:rect l="l" t="t" r="r" b="b"/>
            <a:pathLst>
              <a:path w="12019" h="69884">
                <a:moveTo>
                  <a:pt x="0" y="69884"/>
                </a:moveTo>
                <a:lnTo>
                  <a:pt x="6653" y="69884"/>
                </a:lnTo>
                <a:lnTo>
                  <a:pt x="4077" y="8681"/>
                </a:lnTo>
                <a:lnTo>
                  <a:pt x="6653" y="69884"/>
                </a:lnTo>
                <a:lnTo>
                  <a:pt x="12019" y="64458"/>
                </a:lnTo>
                <a:lnTo>
                  <a:pt x="12019" y="11719"/>
                </a:lnTo>
                <a:lnTo>
                  <a:pt x="4077" y="3614"/>
                </a:lnTo>
                <a:lnTo>
                  <a:pt x="536" y="0"/>
                </a:lnTo>
                <a:lnTo>
                  <a:pt x="0" y="698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7162888" y="2801868"/>
            <a:ext cx="12126" cy="24524"/>
          </a:xfrm>
          <a:custGeom>
            <a:avLst/>
            <a:gdLst/>
            <a:ahLst/>
            <a:cxnLst/>
            <a:rect l="l" t="t" r="r" b="b"/>
            <a:pathLst>
              <a:path w="12126" h="24524">
                <a:moveTo>
                  <a:pt x="4077" y="0"/>
                </a:moveTo>
                <a:lnTo>
                  <a:pt x="0" y="12262"/>
                </a:lnTo>
                <a:lnTo>
                  <a:pt x="12126" y="24524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7170937" y="2826393"/>
            <a:ext cx="4077" cy="53498"/>
          </a:xfrm>
          <a:custGeom>
            <a:avLst/>
            <a:gdLst/>
            <a:ahLst/>
            <a:cxnLst/>
            <a:rect l="l" t="t" r="r" b="b"/>
            <a:pathLst>
              <a:path w="4077" h="53498">
                <a:moveTo>
                  <a:pt x="4077" y="0"/>
                </a:moveTo>
                <a:lnTo>
                  <a:pt x="0" y="44925"/>
                </a:lnTo>
                <a:lnTo>
                  <a:pt x="3541" y="53498"/>
                </a:lnTo>
                <a:lnTo>
                  <a:pt x="407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7146898" y="2781431"/>
            <a:ext cx="8048" cy="4051"/>
          </a:xfrm>
          <a:custGeom>
            <a:avLst/>
            <a:gdLst/>
            <a:ahLst/>
            <a:cxnLst/>
            <a:rect l="l" t="t" r="r" b="b"/>
            <a:pathLst>
              <a:path w="8048" h="4051">
                <a:moveTo>
                  <a:pt x="8048" y="4051"/>
                </a:moveTo>
                <a:lnTo>
                  <a:pt x="0" y="0"/>
                </a:lnTo>
                <a:lnTo>
                  <a:pt x="0" y="4050"/>
                </a:lnTo>
                <a:lnTo>
                  <a:pt x="8048" y="405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7130908" y="2752819"/>
            <a:ext cx="48077" cy="188893"/>
          </a:xfrm>
          <a:custGeom>
            <a:avLst/>
            <a:gdLst/>
            <a:ahLst/>
            <a:cxnLst/>
            <a:rect l="l" t="t" r="r" b="b"/>
            <a:pathLst>
              <a:path w="48077" h="188893">
                <a:moveTo>
                  <a:pt x="48077" y="49049"/>
                </a:moveTo>
                <a:lnTo>
                  <a:pt x="36058" y="49049"/>
                </a:lnTo>
                <a:lnTo>
                  <a:pt x="44106" y="73573"/>
                </a:lnTo>
                <a:lnTo>
                  <a:pt x="43570" y="127072"/>
                </a:lnTo>
                <a:lnTo>
                  <a:pt x="40028" y="118499"/>
                </a:lnTo>
                <a:lnTo>
                  <a:pt x="44106" y="73573"/>
                </a:lnTo>
                <a:lnTo>
                  <a:pt x="31980" y="61311"/>
                </a:lnTo>
                <a:lnTo>
                  <a:pt x="36058" y="49049"/>
                </a:lnTo>
                <a:lnTo>
                  <a:pt x="48077" y="49049"/>
                </a:lnTo>
                <a:lnTo>
                  <a:pt x="48077" y="8247"/>
                </a:lnTo>
                <a:lnTo>
                  <a:pt x="19960" y="8247"/>
                </a:lnTo>
                <a:lnTo>
                  <a:pt x="7941" y="0"/>
                </a:lnTo>
                <a:lnTo>
                  <a:pt x="7941" y="8247"/>
                </a:lnTo>
                <a:lnTo>
                  <a:pt x="0" y="8247"/>
                </a:lnTo>
                <a:lnTo>
                  <a:pt x="0" y="43515"/>
                </a:lnTo>
                <a:lnTo>
                  <a:pt x="5365" y="49049"/>
                </a:lnTo>
                <a:lnTo>
                  <a:pt x="12019" y="49049"/>
                </a:lnTo>
                <a:lnTo>
                  <a:pt x="7941" y="20401"/>
                </a:lnTo>
                <a:lnTo>
                  <a:pt x="15990" y="12262"/>
                </a:lnTo>
                <a:lnTo>
                  <a:pt x="23985" y="20418"/>
                </a:lnTo>
                <a:lnTo>
                  <a:pt x="31980" y="12262"/>
                </a:lnTo>
                <a:lnTo>
                  <a:pt x="40028" y="20401"/>
                </a:lnTo>
                <a:lnTo>
                  <a:pt x="36058" y="32663"/>
                </a:lnTo>
                <a:lnTo>
                  <a:pt x="31980" y="28502"/>
                </a:lnTo>
                <a:lnTo>
                  <a:pt x="28009" y="24524"/>
                </a:lnTo>
                <a:lnTo>
                  <a:pt x="24038" y="24524"/>
                </a:lnTo>
                <a:lnTo>
                  <a:pt x="31980" y="32663"/>
                </a:lnTo>
                <a:lnTo>
                  <a:pt x="31980" y="115352"/>
                </a:lnTo>
                <a:lnTo>
                  <a:pt x="40028" y="123491"/>
                </a:lnTo>
                <a:lnTo>
                  <a:pt x="40028" y="180679"/>
                </a:lnTo>
                <a:lnTo>
                  <a:pt x="48077" y="188893"/>
                </a:lnTo>
                <a:lnTo>
                  <a:pt x="48077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7142928" y="2765081"/>
            <a:ext cx="19960" cy="61311"/>
          </a:xfrm>
          <a:custGeom>
            <a:avLst/>
            <a:gdLst/>
            <a:ahLst/>
            <a:cxnLst/>
            <a:rect l="l" t="t" r="r" b="b"/>
            <a:pathLst>
              <a:path w="19960" h="61311">
                <a:moveTo>
                  <a:pt x="11965" y="8156"/>
                </a:moveTo>
                <a:lnTo>
                  <a:pt x="3970" y="0"/>
                </a:lnTo>
                <a:lnTo>
                  <a:pt x="3970" y="16350"/>
                </a:lnTo>
                <a:lnTo>
                  <a:pt x="12019" y="20401"/>
                </a:lnTo>
                <a:lnTo>
                  <a:pt x="12019" y="16385"/>
                </a:lnTo>
                <a:lnTo>
                  <a:pt x="12019" y="24524"/>
                </a:lnTo>
                <a:lnTo>
                  <a:pt x="12019" y="20401"/>
                </a:lnTo>
                <a:lnTo>
                  <a:pt x="3970" y="20401"/>
                </a:lnTo>
                <a:lnTo>
                  <a:pt x="3970" y="0"/>
                </a:lnTo>
                <a:lnTo>
                  <a:pt x="0" y="20401"/>
                </a:lnTo>
                <a:lnTo>
                  <a:pt x="6653" y="36786"/>
                </a:lnTo>
                <a:lnTo>
                  <a:pt x="12019" y="31252"/>
                </a:lnTo>
                <a:lnTo>
                  <a:pt x="12019" y="61311"/>
                </a:lnTo>
                <a:lnTo>
                  <a:pt x="19960" y="61311"/>
                </a:lnTo>
                <a:lnTo>
                  <a:pt x="19960" y="20401"/>
                </a:lnTo>
                <a:lnTo>
                  <a:pt x="12019" y="12262"/>
                </a:lnTo>
                <a:lnTo>
                  <a:pt x="7941" y="12262"/>
                </a:lnTo>
                <a:lnTo>
                  <a:pt x="11965" y="8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7138850" y="2765081"/>
            <a:ext cx="10731" cy="36786"/>
          </a:xfrm>
          <a:custGeom>
            <a:avLst/>
            <a:gdLst/>
            <a:ahLst/>
            <a:cxnLst/>
            <a:rect l="l" t="t" r="r" b="b"/>
            <a:pathLst>
              <a:path w="10731" h="36786">
                <a:moveTo>
                  <a:pt x="4077" y="20401"/>
                </a:moveTo>
                <a:lnTo>
                  <a:pt x="8048" y="0"/>
                </a:lnTo>
                <a:lnTo>
                  <a:pt x="0" y="8138"/>
                </a:lnTo>
                <a:lnTo>
                  <a:pt x="4077" y="36786"/>
                </a:lnTo>
                <a:lnTo>
                  <a:pt x="10731" y="36786"/>
                </a:lnTo>
                <a:lnTo>
                  <a:pt x="4077" y="20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7150905" y="2765081"/>
            <a:ext cx="20031" cy="20401"/>
          </a:xfrm>
          <a:custGeom>
            <a:avLst/>
            <a:gdLst/>
            <a:ahLst/>
            <a:cxnLst/>
            <a:rect l="l" t="t" r="r" b="b"/>
            <a:pathLst>
              <a:path w="20031" h="20401">
                <a:moveTo>
                  <a:pt x="3988" y="8156"/>
                </a:moveTo>
                <a:lnTo>
                  <a:pt x="0" y="12262"/>
                </a:lnTo>
                <a:lnTo>
                  <a:pt x="8012" y="12262"/>
                </a:lnTo>
                <a:lnTo>
                  <a:pt x="11983" y="16240"/>
                </a:lnTo>
                <a:lnTo>
                  <a:pt x="16061" y="20401"/>
                </a:lnTo>
                <a:lnTo>
                  <a:pt x="20031" y="8138"/>
                </a:lnTo>
                <a:lnTo>
                  <a:pt x="11983" y="0"/>
                </a:lnTo>
                <a:lnTo>
                  <a:pt x="4041" y="81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7138850" y="2752819"/>
            <a:ext cx="32087" cy="8247"/>
          </a:xfrm>
          <a:custGeom>
            <a:avLst/>
            <a:gdLst/>
            <a:ahLst/>
            <a:cxnLst/>
            <a:rect l="l" t="t" r="r" b="b"/>
            <a:pathLst>
              <a:path w="32087" h="8247">
                <a:moveTo>
                  <a:pt x="32087" y="0"/>
                </a:moveTo>
                <a:lnTo>
                  <a:pt x="0" y="0"/>
                </a:lnTo>
                <a:lnTo>
                  <a:pt x="12019" y="8247"/>
                </a:lnTo>
                <a:lnTo>
                  <a:pt x="32087" y="8247"/>
                </a:lnTo>
                <a:lnTo>
                  <a:pt x="3208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7178986" y="2801868"/>
            <a:ext cx="24038" cy="408346"/>
          </a:xfrm>
          <a:custGeom>
            <a:avLst/>
            <a:gdLst/>
            <a:ahLst/>
            <a:cxnLst/>
            <a:rect l="l" t="t" r="r" b="b"/>
            <a:pathLst>
              <a:path w="24038" h="408346">
                <a:moveTo>
                  <a:pt x="15990" y="314479"/>
                </a:moveTo>
                <a:lnTo>
                  <a:pt x="15990" y="408346"/>
                </a:lnTo>
                <a:lnTo>
                  <a:pt x="24038" y="408346"/>
                </a:lnTo>
                <a:lnTo>
                  <a:pt x="19531" y="314914"/>
                </a:lnTo>
                <a:lnTo>
                  <a:pt x="15990" y="126638"/>
                </a:lnTo>
                <a:lnTo>
                  <a:pt x="12555" y="117957"/>
                </a:lnTo>
                <a:lnTo>
                  <a:pt x="15990" y="121462"/>
                </a:lnTo>
                <a:lnTo>
                  <a:pt x="15990" y="64350"/>
                </a:lnTo>
                <a:lnTo>
                  <a:pt x="8048" y="56244"/>
                </a:lnTo>
                <a:lnTo>
                  <a:pt x="4507" y="52630"/>
                </a:lnTo>
                <a:lnTo>
                  <a:pt x="3541" y="143458"/>
                </a:lnTo>
                <a:lnTo>
                  <a:pt x="0" y="134777"/>
                </a:lnTo>
                <a:lnTo>
                  <a:pt x="3541" y="143458"/>
                </a:lnTo>
                <a:lnTo>
                  <a:pt x="0" y="0"/>
                </a:lnTo>
                <a:lnTo>
                  <a:pt x="0" y="12262"/>
                </a:lnTo>
                <a:lnTo>
                  <a:pt x="0" y="4015"/>
                </a:lnTo>
                <a:lnTo>
                  <a:pt x="0" y="213342"/>
                </a:lnTo>
                <a:lnTo>
                  <a:pt x="8048" y="221481"/>
                </a:lnTo>
                <a:lnTo>
                  <a:pt x="8048" y="61203"/>
                </a:lnTo>
                <a:lnTo>
                  <a:pt x="11590" y="225062"/>
                </a:lnTo>
                <a:lnTo>
                  <a:pt x="15989" y="311299"/>
                </a:lnTo>
                <a:lnTo>
                  <a:pt x="15990" y="306232"/>
                </a:lnTo>
                <a:lnTo>
                  <a:pt x="15990" y="3144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7178986" y="2801868"/>
            <a:ext cx="8048" cy="143458"/>
          </a:xfrm>
          <a:custGeom>
            <a:avLst/>
            <a:gdLst/>
            <a:ahLst/>
            <a:cxnLst/>
            <a:rect l="l" t="t" r="r" b="b"/>
            <a:pathLst>
              <a:path w="8048" h="143458">
                <a:moveTo>
                  <a:pt x="8048" y="0"/>
                </a:moveTo>
                <a:lnTo>
                  <a:pt x="0" y="0"/>
                </a:lnTo>
                <a:lnTo>
                  <a:pt x="3541" y="143458"/>
                </a:lnTo>
                <a:lnTo>
                  <a:pt x="4507" y="52630"/>
                </a:lnTo>
                <a:lnTo>
                  <a:pt x="8048" y="56244"/>
                </a:lnTo>
                <a:lnTo>
                  <a:pt x="804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7191542" y="2919825"/>
            <a:ext cx="48935" cy="715121"/>
          </a:xfrm>
          <a:custGeom>
            <a:avLst/>
            <a:gdLst/>
            <a:ahLst/>
            <a:cxnLst/>
            <a:rect l="l" t="t" r="r" b="b"/>
            <a:pathLst>
              <a:path w="48935" h="715121">
                <a:moveTo>
                  <a:pt x="0" y="0"/>
                </a:moveTo>
                <a:lnTo>
                  <a:pt x="3434" y="8681"/>
                </a:lnTo>
                <a:lnTo>
                  <a:pt x="6975" y="196956"/>
                </a:lnTo>
                <a:lnTo>
                  <a:pt x="11482" y="290389"/>
                </a:lnTo>
                <a:lnTo>
                  <a:pt x="11482" y="286374"/>
                </a:lnTo>
                <a:lnTo>
                  <a:pt x="23502" y="290389"/>
                </a:lnTo>
                <a:lnTo>
                  <a:pt x="27580" y="278127"/>
                </a:lnTo>
                <a:lnTo>
                  <a:pt x="27580" y="269988"/>
                </a:lnTo>
                <a:lnTo>
                  <a:pt x="27580" y="585444"/>
                </a:lnTo>
                <a:lnTo>
                  <a:pt x="35521" y="593550"/>
                </a:lnTo>
                <a:lnTo>
                  <a:pt x="35521" y="400641"/>
                </a:lnTo>
                <a:lnTo>
                  <a:pt x="39062" y="597164"/>
                </a:lnTo>
                <a:lnTo>
                  <a:pt x="43570" y="667157"/>
                </a:lnTo>
                <a:lnTo>
                  <a:pt x="43570" y="662057"/>
                </a:lnTo>
                <a:lnTo>
                  <a:pt x="43570" y="709696"/>
                </a:lnTo>
                <a:lnTo>
                  <a:pt x="48935" y="715121"/>
                </a:lnTo>
                <a:lnTo>
                  <a:pt x="47111" y="670738"/>
                </a:lnTo>
                <a:lnTo>
                  <a:pt x="43570" y="490493"/>
                </a:lnTo>
                <a:lnTo>
                  <a:pt x="40028" y="481920"/>
                </a:lnTo>
                <a:lnTo>
                  <a:pt x="43570" y="485501"/>
                </a:lnTo>
                <a:lnTo>
                  <a:pt x="43570" y="403788"/>
                </a:lnTo>
                <a:lnTo>
                  <a:pt x="35521" y="395574"/>
                </a:lnTo>
                <a:lnTo>
                  <a:pt x="32087" y="392069"/>
                </a:lnTo>
                <a:lnTo>
                  <a:pt x="31121" y="507313"/>
                </a:lnTo>
                <a:lnTo>
                  <a:pt x="27580" y="498740"/>
                </a:lnTo>
                <a:lnTo>
                  <a:pt x="31121" y="507313"/>
                </a:lnTo>
                <a:lnTo>
                  <a:pt x="27580" y="265864"/>
                </a:lnTo>
                <a:lnTo>
                  <a:pt x="15560" y="265864"/>
                </a:lnTo>
                <a:lnTo>
                  <a:pt x="11482" y="278127"/>
                </a:lnTo>
                <a:lnTo>
                  <a:pt x="11482" y="90285"/>
                </a:lnTo>
                <a:lnTo>
                  <a:pt x="7941" y="81604"/>
                </a:lnTo>
                <a:lnTo>
                  <a:pt x="11482" y="85218"/>
                </a:lnTo>
                <a:lnTo>
                  <a:pt x="11482" y="11719"/>
                </a:lnTo>
                <a:lnTo>
                  <a:pt x="3434" y="350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7187034" y="2863071"/>
            <a:ext cx="7941" cy="250096"/>
          </a:xfrm>
          <a:custGeom>
            <a:avLst/>
            <a:gdLst/>
            <a:ahLst/>
            <a:cxnLst/>
            <a:rect l="l" t="t" r="r" b="b"/>
            <a:pathLst>
              <a:path w="7941" h="250096">
                <a:moveTo>
                  <a:pt x="0" y="0"/>
                </a:moveTo>
                <a:lnTo>
                  <a:pt x="0" y="241991"/>
                </a:lnTo>
                <a:lnTo>
                  <a:pt x="7941" y="250096"/>
                </a:lnTo>
                <a:lnTo>
                  <a:pt x="3541" y="163859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7199483" y="3001429"/>
            <a:ext cx="19638" cy="196522"/>
          </a:xfrm>
          <a:custGeom>
            <a:avLst/>
            <a:gdLst/>
            <a:ahLst/>
            <a:cxnLst/>
            <a:rect l="l" t="t" r="r" b="b"/>
            <a:pathLst>
              <a:path w="19638" h="196522">
                <a:moveTo>
                  <a:pt x="0" y="0"/>
                </a:moveTo>
                <a:lnTo>
                  <a:pt x="3541" y="8681"/>
                </a:lnTo>
                <a:lnTo>
                  <a:pt x="3541" y="196522"/>
                </a:lnTo>
                <a:lnTo>
                  <a:pt x="7619" y="184260"/>
                </a:lnTo>
                <a:lnTo>
                  <a:pt x="19638" y="184260"/>
                </a:lnTo>
                <a:lnTo>
                  <a:pt x="19638" y="101679"/>
                </a:lnTo>
                <a:lnTo>
                  <a:pt x="11589" y="93465"/>
                </a:lnTo>
                <a:lnTo>
                  <a:pt x="11590" y="11828"/>
                </a:lnTo>
                <a:lnTo>
                  <a:pt x="3541" y="3614"/>
                </a:lnTo>
                <a:lnTo>
                  <a:pt x="8048" y="89851"/>
                </a:lnTo>
                <a:lnTo>
                  <a:pt x="11590" y="98532"/>
                </a:lnTo>
                <a:lnTo>
                  <a:pt x="8048" y="89851"/>
                </a:lnTo>
                <a:lnTo>
                  <a:pt x="3541" y="36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7203024" y="3210214"/>
            <a:ext cx="16097" cy="213342"/>
          </a:xfrm>
          <a:custGeom>
            <a:avLst/>
            <a:gdLst/>
            <a:ahLst/>
            <a:cxnLst/>
            <a:rect l="l" t="t" r="r" b="b"/>
            <a:pathLst>
              <a:path w="16097" h="213342">
                <a:moveTo>
                  <a:pt x="8048" y="123566"/>
                </a:moveTo>
                <a:lnTo>
                  <a:pt x="8048" y="205204"/>
                </a:lnTo>
                <a:lnTo>
                  <a:pt x="16097" y="213342"/>
                </a:lnTo>
                <a:lnTo>
                  <a:pt x="11590" y="127181"/>
                </a:lnTo>
                <a:lnTo>
                  <a:pt x="8048" y="118499"/>
                </a:lnTo>
                <a:lnTo>
                  <a:pt x="0" y="0"/>
                </a:lnTo>
                <a:lnTo>
                  <a:pt x="0" y="115352"/>
                </a:lnTo>
                <a:lnTo>
                  <a:pt x="8048" y="1235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7299286" y="2916244"/>
            <a:ext cx="56126" cy="604435"/>
          </a:xfrm>
          <a:custGeom>
            <a:avLst/>
            <a:gdLst/>
            <a:ahLst/>
            <a:cxnLst/>
            <a:rect l="l" t="t" r="r" b="b"/>
            <a:pathLst>
              <a:path w="56126" h="604435">
                <a:moveTo>
                  <a:pt x="8048" y="472696"/>
                </a:moveTo>
                <a:lnTo>
                  <a:pt x="0" y="480835"/>
                </a:lnTo>
                <a:lnTo>
                  <a:pt x="8048" y="477796"/>
                </a:lnTo>
                <a:lnTo>
                  <a:pt x="12019" y="579910"/>
                </a:lnTo>
                <a:lnTo>
                  <a:pt x="16097" y="592172"/>
                </a:lnTo>
                <a:lnTo>
                  <a:pt x="16097" y="600311"/>
                </a:lnTo>
                <a:lnTo>
                  <a:pt x="24038" y="604435"/>
                </a:lnTo>
                <a:lnTo>
                  <a:pt x="24038" y="491111"/>
                </a:lnTo>
                <a:lnTo>
                  <a:pt x="32087" y="482897"/>
                </a:lnTo>
                <a:lnTo>
                  <a:pt x="32087" y="393012"/>
                </a:lnTo>
                <a:lnTo>
                  <a:pt x="40136" y="384798"/>
                </a:lnTo>
                <a:lnTo>
                  <a:pt x="40135" y="295022"/>
                </a:lnTo>
                <a:lnTo>
                  <a:pt x="48184" y="286808"/>
                </a:lnTo>
                <a:lnTo>
                  <a:pt x="48184" y="196923"/>
                </a:lnTo>
                <a:lnTo>
                  <a:pt x="56126" y="188818"/>
                </a:lnTo>
                <a:lnTo>
                  <a:pt x="48184" y="191856"/>
                </a:lnTo>
                <a:lnTo>
                  <a:pt x="44643" y="200537"/>
                </a:lnTo>
                <a:lnTo>
                  <a:pt x="48184" y="0"/>
                </a:lnTo>
                <a:lnTo>
                  <a:pt x="40135" y="0"/>
                </a:lnTo>
                <a:lnTo>
                  <a:pt x="40135" y="85727"/>
                </a:lnTo>
                <a:lnTo>
                  <a:pt x="43677" y="85185"/>
                </a:lnTo>
                <a:lnTo>
                  <a:pt x="40135" y="93866"/>
                </a:lnTo>
                <a:lnTo>
                  <a:pt x="40136" y="289955"/>
                </a:lnTo>
                <a:lnTo>
                  <a:pt x="36594" y="298636"/>
                </a:lnTo>
                <a:lnTo>
                  <a:pt x="32087" y="387945"/>
                </a:lnTo>
                <a:lnTo>
                  <a:pt x="28545" y="396626"/>
                </a:lnTo>
                <a:lnTo>
                  <a:pt x="24038" y="281708"/>
                </a:lnTo>
                <a:lnTo>
                  <a:pt x="24038" y="485935"/>
                </a:lnTo>
                <a:lnTo>
                  <a:pt x="20604" y="494616"/>
                </a:lnTo>
                <a:lnTo>
                  <a:pt x="16097" y="379806"/>
                </a:lnTo>
                <a:lnTo>
                  <a:pt x="16097" y="374630"/>
                </a:lnTo>
                <a:lnTo>
                  <a:pt x="11590" y="469115"/>
                </a:lnTo>
                <a:lnTo>
                  <a:pt x="8048" y="4726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7307335" y="3290874"/>
            <a:ext cx="8048" cy="98066"/>
          </a:xfrm>
          <a:custGeom>
            <a:avLst/>
            <a:gdLst/>
            <a:ahLst/>
            <a:cxnLst/>
            <a:rect l="l" t="t" r="r" b="b"/>
            <a:pathLst>
              <a:path w="8048" h="98066">
                <a:moveTo>
                  <a:pt x="3541" y="94485"/>
                </a:moveTo>
                <a:lnTo>
                  <a:pt x="8048" y="0"/>
                </a:lnTo>
                <a:lnTo>
                  <a:pt x="0" y="8214"/>
                </a:lnTo>
                <a:lnTo>
                  <a:pt x="0" y="98066"/>
                </a:lnTo>
                <a:lnTo>
                  <a:pt x="3541" y="944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7323325" y="3094895"/>
            <a:ext cx="8048" cy="98098"/>
          </a:xfrm>
          <a:custGeom>
            <a:avLst/>
            <a:gdLst/>
            <a:ahLst/>
            <a:cxnLst/>
            <a:rect l="l" t="t" r="r" b="b"/>
            <a:pathLst>
              <a:path w="8048" h="98098">
                <a:moveTo>
                  <a:pt x="3541" y="94484"/>
                </a:moveTo>
                <a:lnTo>
                  <a:pt x="8048" y="0"/>
                </a:lnTo>
                <a:lnTo>
                  <a:pt x="0" y="8214"/>
                </a:lnTo>
                <a:lnTo>
                  <a:pt x="0" y="98098"/>
                </a:lnTo>
                <a:lnTo>
                  <a:pt x="3541" y="944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7315384" y="3001429"/>
            <a:ext cx="27580" cy="409431"/>
          </a:xfrm>
          <a:custGeom>
            <a:avLst/>
            <a:gdLst/>
            <a:ahLst/>
            <a:cxnLst/>
            <a:rect l="l" t="t" r="r" b="b"/>
            <a:pathLst>
              <a:path w="27580" h="409431">
                <a:moveTo>
                  <a:pt x="24038" y="3614"/>
                </a:moveTo>
                <a:lnTo>
                  <a:pt x="15990" y="11828"/>
                </a:lnTo>
                <a:lnTo>
                  <a:pt x="19531" y="89851"/>
                </a:lnTo>
                <a:lnTo>
                  <a:pt x="15990" y="98532"/>
                </a:lnTo>
                <a:lnTo>
                  <a:pt x="15989" y="93465"/>
                </a:lnTo>
                <a:lnTo>
                  <a:pt x="11482" y="187950"/>
                </a:lnTo>
                <a:lnTo>
                  <a:pt x="7941" y="191564"/>
                </a:lnTo>
                <a:lnTo>
                  <a:pt x="0" y="199669"/>
                </a:lnTo>
                <a:lnTo>
                  <a:pt x="0" y="294621"/>
                </a:lnTo>
                <a:lnTo>
                  <a:pt x="3434" y="285940"/>
                </a:lnTo>
                <a:lnTo>
                  <a:pt x="0" y="294621"/>
                </a:lnTo>
                <a:lnTo>
                  <a:pt x="4507" y="409431"/>
                </a:lnTo>
                <a:lnTo>
                  <a:pt x="7941" y="400750"/>
                </a:lnTo>
                <a:lnTo>
                  <a:pt x="7941" y="196522"/>
                </a:lnTo>
                <a:lnTo>
                  <a:pt x="12448" y="311441"/>
                </a:lnTo>
                <a:lnTo>
                  <a:pt x="15990" y="302760"/>
                </a:lnTo>
                <a:lnTo>
                  <a:pt x="20497" y="213451"/>
                </a:lnTo>
                <a:lnTo>
                  <a:pt x="24038" y="204770"/>
                </a:lnTo>
                <a:lnTo>
                  <a:pt x="24038" y="8681"/>
                </a:lnTo>
                <a:lnTo>
                  <a:pt x="27580" y="0"/>
                </a:lnTo>
                <a:lnTo>
                  <a:pt x="24038" y="542"/>
                </a:lnTo>
                <a:lnTo>
                  <a:pt x="24038" y="36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7331374" y="3013258"/>
            <a:ext cx="3541" cy="86704"/>
          </a:xfrm>
          <a:custGeom>
            <a:avLst/>
            <a:gdLst/>
            <a:ahLst/>
            <a:cxnLst/>
            <a:rect l="l" t="t" r="r" b="b"/>
            <a:pathLst>
              <a:path w="3541" h="86704">
                <a:moveTo>
                  <a:pt x="3541" y="78023"/>
                </a:moveTo>
                <a:lnTo>
                  <a:pt x="0" y="0"/>
                </a:lnTo>
                <a:lnTo>
                  <a:pt x="0" y="86704"/>
                </a:lnTo>
                <a:lnTo>
                  <a:pt x="3541" y="78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7347471" y="2875333"/>
            <a:ext cx="24038" cy="65326"/>
          </a:xfrm>
          <a:custGeom>
            <a:avLst/>
            <a:gdLst/>
            <a:ahLst/>
            <a:cxnLst/>
            <a:rect l="l" t="t" r="r" b="b"/>
            <a:pathLst>
              <a:path w="24038" h="65326">
                <a:moveTo>
                  <a:pt x="0" y="28648"/>
                </a:moveTo>
                <a:lnTo>
                  <a:pt x="0" y="53172"/>
                </a:lnTo>
                <a:lnTo>
                  <a:pt x="3970" y="65326"/>
                </a:lnTo>
                <a:lnTo>
                  <a:pt x="24038" y="65326"/>
                </a:lnTo>
                <a:lnTo>
                  <a:pt x="24038" y="5534"/>
                </a:lnTo>
                <a:lnTo>
                  <a:pt x="18672" y="0"/>
                </a:lnTo>
                <a:lnTo>
                  <a:pt x="12019" y="0"/>
                </a:lnTo>
                <a:lnTo>
                  <a:pt x="15990" y="53172"/>
                </a:lnTo>
                <a:lnTo>
                  <a:pt x="15990" y="61311"/>
                </a:lnTo>
                <a:lnTo>
                  <a:pt x="15990" y="53172"/>
                </a:lnTo>
                <a:lnTo>
                  <a:pt x="12019" y="40910"/>
                </a:lnTo>
                <a:lnTo>
                  <a:pt x="0" y="44925"/>
                </a:lnTo>
                <a:lnTo>
                  <a:pt x="12019" y="40910"/>
                </a:lnTo>
                <a:lnTo>
                  <a:pt x="0" y="286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7343930" y="2916244"/>
            <a:ext cx="19531" cy="200537"/>
          </a:xfrm>
          <a:custGeom>
            <a:avLst/>
            <a:gdLst/>
            <a:ahLst/>
            <a:cxnLst/>
            <a:rect l="l" t="t" r="r" b="b"/>
            <a:pathLst>
              <a:path w="19531" h="200537">
                <a:moveTo>
                  <a:pt x="3541" y="0"/>
                </a:moveTo>
                <a:lnTo>
                  <a:pt x="0" y="200537"/>
                </a:lnTo>
                <a:lnTo>
                  <a:pt x="3541" y="191856"/>
                </a:lnTo>
                <a:lnTo>
                  <a:pt x="11482" y="188818"/>
                </a:lnTo>
                <a:lnTo>
                  <a:pt x="11482" y="107181"/>
                </a:lnTo>
                <a:lnTo>
                  <a:pt x="19531" y="98966"/>
                </a:lnTo>
                <a:lnTo>
                  <a:pt x="19531" y="24416"/>
                </a:lnTo>
                <a:lnTo>
                  <a:pt x="11482" y="102005"/>
                </a:lnTo>
                <a:lnTo>
                  <a:pt x="8048" y="110686"/>
                </a:lnTo>
                <a:lnTo>
                  <a:pt x="3541" y="12262"/>
                </a:lnTo>
                <a:lnTo>
                  <a:pt x="35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7347471" y="2875333"/>
            <a:ext cx="15990" cy="53172"/>
          </a:xfrm>
          <a:custGeom>
            <a:avLst/>
            <a:gdLst/>
            <a:ahLst/>
            <a:cxnLst/>
            <a:rect l="l" t="t" r="r" b="b"/>
            <a:pathLst>
              <a:path w="15990" h="53172">
                <a:moveTo>
                  <a:pt x="12019" y="40910"/>
                </a:moveTo>
                <a:lnTo>
                  <a:pt x="15990" y="53172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28648"/>
                </a:lnTo>
                <a:lnTo>
                  <a:pt x="12019" y="409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7347471" y="2928506"/>
            <a:ext cx="15990" cy="98424"/>
          </a:xfrm>
          <a:custGeom>
            <a:avLst/>
            <a:gdLst/>
            <a:ahLst/>
            <a:cxnLst/>
            <a:rect l="l" t="t" r="r" b="b"/>
            <a:pathLst>
              <a:path w="15990" h="98424">
                <a:moveTo>
                  <a:pt x="4507" y="98424"/>
                </a:moveTo>
                <a:lnTo>
                  <a:pt x="7941" y="89742"/>
                </a:lnTo>
                <a:lnTo>
                  <a:pt x="15990" y="12153"/>
                </a:lnTo>
                <a:lnTo>
                  <a:pt x="3970" y="12153"/>
                </a:lnTo>
                <a:lnTo>
                  <a:pt x="0" y="0"/>
                </a:lnTo>
                <a:lnTo>
                  <a:pt x="4507" y="984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7275248" y="3674806"/>
            <a:ext cx="0" cy="13314"/>
          </a:xfrm>
          <a:custGeom>
            <a:avLst/>
            <a:gdLst/>
            <a:ahLst/>
            <a:cxnLst/>
            <a:rect l="l" t="t" r="r" b="b"/>
            <a:pathLst>
              <a:path w="0" h="13314">
                <a:moveTo>
                  <a:pt x="0" y="0"/>
                </a:moveTo>
                <a:lnTo>
                  <a:pt x="0" y="1331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7263658" y="3394041"/>
            <a:ext cx="59667" cy="302651"/>
          </a:xfrm>
          <a:custGeom>
            <a:avLst/>
            <a:gdLst/>
            <a:ahLst/>
            <a:cxnLst/>
            <a:rect l="l" t="t" r="r" b="b"/>
            <a:pathLst>
              <a:path w="59667" h="302651">
                <a:moveTo>
                  <a:pt x="43677" y="200103"/>
                </a:moveTo>
                <a:lnTo>
                  <a:pt x="43677" y="195980"/>
                </a:lnTo>
                <a:lnTo>
                  <a:pt x="43677" y="200103"/>
                </a:lnTo>
                <a:lnTo>
                  <a:pt x="51726" y="200103"/>
                </a:lnTo>
                <a:lnTo>
                  <a:pt x="51726" y="126638"/>
                </a:lnTo>
                <a:lnTo>
                  <a:pt x="59667" y="126638"/>
                </a:lnTo>
                <a:lnTo>
                  <a:pt x="51726" y="122514"/>
                </a:lnTo>
                <a:lnTo>
                  <a:pt x="51726" y="114376"/>
                </a:lnTo>
                <a:lnTo>
                  <a:pt x="47648" y="102113"/>
                </a:lnTo>
                <a:lnTo>
                  <a:pt x="43677" y="0"/>
                </a:lnTo>
                <a:lnTo>
                  <a:pt x="35628" y="3038"/>
                </a:lnTo>
                <a:lnTo>
                  <a:pt x="35628" y="114376"/>
                </a:lnTo>
                <a:lnTo>
                  <a:pt x="39706" y="126638"/>
                </a:lnTo>
                <a:lnTo>
                  <a:pt x="43677" y="187841"/>
                </a:lnTo>
                <a:lnTo>
                  <a:pt x="31658" y="200103"/>
                </a:lnTo>
                <a:lnTo>
                  <a:pt x="27580" y="187841"/>
                </a:lnTo>
                <a:lnTo>
                  <a:pt x="27580" y="175579"/>
                </a:lnTo>
                <a:lnTo>
                  <a:pt x="23180" y="236348"/>
                </a:lnTo>
                <a:lnTo>
                  <a:pt x="19638" y="239929"/>
                </a:lnTo>
                <a:lnTo>
                  <a:pt x="15131" y="277150"/>
                </a:lnTo>
                <a:lnTo>
                  <a:pt x="11590" y="280731"/>
                </a:lnTo>
                <a:lnTo>
                  <a:pt x="0" y="269011"/>
                </a:lnTo>
                <a:lnTo>
                  <a:pt x="3541" y="272592"/>
                </a:lnTo>
                <a:lnTo>
                  <a:pt x="11589" y="280764"/>
                </a:lnTo>
                <a:lnTo>
                  <a:pt x="11590" y="294078"/>
                </a:lnTo>
                <a:lnTo>
                  <a:pt x="11589" y="280764"/>
                </a:lnTo>
                <a:lnTo>
                  <a:pt x="11590" y="298094"/>
                </a:lnTo>
                <a:lnTo>
                  <a:pt x="15560" y="298094"/>
                </a:lnTo>
                <a:lnTo>
                  <a:pt x="19638" y="245029"/>
                </a:lnTo>
                <a:lnTo>
                  <a:pt x="24145" y="302651"/>
                </a:lnTo>
                <a:lnTo>
                  <a:pt x="27580" y="294078"/>
                </a:lnTo>
                <a:lnTo>
                  <a:pt x="32087" y="261849"/>
                </a:lnTo>
                <a:lnTo>
                  <a:pt x="35628" y="253168"/>
                </a:lnTo>
                <a:lnTo>
                  <a:pt x="43677" y="2001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7243160" y="3594145"/>
            <a:ext cx="64174" cy="122514"/>
          </a:xfrm>
          <a:custGeom>
            <a:avLst/>
            <a:gdLst/>
            <a:ahLst/>
            <a:cxnLst/>
            <a:rect l="l" t="t" r="r" b="b"/>
            <a:pathLst>
              <a:path w="64174" h="122514">
                <a:moveTo>
                  <a:pt x="0" y="49049"/>
                </a:moveTo>
                <a:lnTo>
                  <a:pt x="0" y="82689"/>
                </a:lnTo>
                <a:lnTo>
                  <a:pt x="8048" y="90828"/>
                </a:lnTo>
                <a:lnTo>
                  <a:pt x="11590" y="94409"/>
                </a:lnTo>
                <a:lnTo>
                  <a:pt x="20068" y="97990"/>
                </a:lnTo>
                <a:lnTo>
                  <a:pt x="15990" y="28539"/>
                </a:lnTo>
                <a:lnTo>
                  <a:pt x="20068" y="97990"/>
                </a:lnTo>
                <a:lnTo>
                  <a:pt x="24038" y="102041"/>
                </a:lnTo>
                <a:lnTo>
                  <a:pt x="24038" y="88874"/>
                </a:lnTo>
                <a:lnTo>
                  <a:pt x="28116" y="97990"/>
                </a:lnTo>
                <a:lnTo>
                  <a:pt x="28063" y="106146"/>
                </a:lnTo>
                <a:lnTo>
                  <a:pt x="32087" y="102041"/>
                </a:lnTo>
                <a:lnTo>
                  <a:pt x="48077" y="122514"/>
                </a:lnTo>
                <a:lnTo>
                  <a:pt x="48077" y="99042"/>
                </a:lnTo>
                <a:lnTo>
                  <a:pt x="56126" y="90828"/>
                </a:lnTo>
                <a:lnTo>
                  <a:pt x="56125" y="58164"/>
                </a:lnTo>
                <a:lnTo>
                  <a:pt x="64174" y="50025"/>
                </a:lnTo>
                <a:lnTo>
                  <a:pt x="64174" y="0"/>
                </a:lnTo>
                <a:lnTo>
                  <a:pt x="56126" y="53064"/>
                </a:lnTo>
                <a:lnTo>
                  <a:pt x="52584" y="61745"/>
                </a:lnTo>
                <a:lnTo>
                  <a:pt x="48077" y="93975"/>
                </a:lnTo>
                <a:lnTo>
                  <a:pt x="44643" y="102547"/>
                </a:lnTo>
                <a:lnTo>
                  <a:pt x="40136" y="44925"/>
                </a:lnTo>
                <a:lnTo>
                  <a:pt x="36058" y="97990"/>
                </a:lnTo>
                <a:lnTo>
                  <a:pt x="32087" y="97990"/>
                </a:lnTo>
                <a:lnTo>
                  <a:pt x="32087" y="80660"/>
                </a:lnTo>
                <a:lnTo>
                  <a:pt x="24038" y="77589"/>
                </a:lnTo>
                <a:lnTo>
                  <a:pt x="20497" y="68907"/>
                </a:lnTo>
                <a:lnTo>
                  <a:pt x="24038" y="72488"/>
                </a:lnTo>
                <a:lnTo>
                  <a:pt x="24038" y="24524"/>
                </a:lnTo>
                <a:lnTo>
                  <a:pt x="15990" y="24524"/>
                </a:lnTo>
                <a:lnTo>
                  <a:pt x="15990" y="36786"/>
                </a:lnTo>
                <a:lnTo>
                  <a:pt x="12019" y="49049"/>
                </a:lnTo>
                <a:lnTo>
                  <a:pt x="8048" y="85727"/>
                </a:lnTo>
                <a:lnTo>
                  <a:pt x="0" y="490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7235112" y="3610422"/>
            <a:ext cx="20068" cy="69450"/>
          </a:xfrm>
          <a:custGeom>
            <a:avLst/>
            <a:gdLst/>
            <a:ahLst/>
            <a:cxnLst/>
            <a:rect l="l" t="t" r="r" b="b"/>
            <a:pathLst>
              <a:path w="20068" h="69450">
                <a:moveTo>
                  <a:pt x="8048" y="32771"/>
                </a:moveTo>
                <a:lnTo>
                  <a:pt x="16097" y="69450"/>
                </a:lnTo>
                <a:lnTo>
                  <a:pt x="20068" y="32771"/>
                </a:lnTo>
                <a:lnTo>
                  <a:pt x="8048" y="28648"/>
                </a:lnTo>
                <a:lnTo>
                  <a:pt x="8048" y="20509"/>
                </a:lnTo>
                <a:lnTo>
                  <a:pt x="12019" y="0"/>
                </a:lnTo>
                <a:lnTo>
                  <a:pt x="5365" y="0"/>
                </a:lnTo>
                <a:lnTo>
                  <a:pt x="0" y="5534"/>
                </a:lnTo>
                <a:lnTo>
                  <a:pt x="0" y="32771"/>
                </a:lnTo>
                <a:lnTo>
                  <a:pt x="8048" y="327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7243160" y="3610422"/>
            <a:ext cx="15990" cy="32771"/>
          </a:xfrm>
          <a:custGeom>
            <a:avLst/>
            <a:gdLst/>
            <a:ahLst/>
            <a:cxnLst/>
            <a:rect l="l" t="t" r="r" b="b"/>
            <a:pathLst>
              <a:path w="15990" h="32771">
                <a:moveTo>
                  <a:pt x="3970" y="8247"/>
                </a:moveTo>
                <a:lnTo>
                  <a:pt x="12019" y="32771"/>
                </a:lnTo>
                <a:lnTo>
                  <a:pt x="15990" y="20509"/>
                </a:lnTo>
                <a:lnTo>
                  <a:pt x="15990" y="5534"/>
                </a:lnTo>
                <a:lnTo>
                  <a:pt x="10624" y="0"/>
                </a:lnTo>
                <a:lnTo>
                  <a:pt x="3970" y="0"/>
                </a:lnTo>
                <a:lnTo>
                  <a:pt x="0" y="20509"/>
                </a:lnTo>
                <a:lnTo>
                  <a:pt x="0" y="28648"/>
                </a:lnTo>
                <a:lnTo>
                  <a:pt x="12019" y="32771"/>
                </a:lnTo>
                <a:lnTo>
                  <a:pt x="3970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7267199" y="3683020"/>
            <a:ext cx="24038" cy="33640"/>
          </a:xfrm>
          <a:custGeom>
            <a:avLst/>
            <a:gdLst/>
            <a:ahLst/>
            <a:cxnLst/>
            <a:rect l="l" t="t" r="r" b="b"/>
            <a:pathLst>
              <a:path w="24038" h="33640">
                <a:moveTo>
                  <a:pt x="4024" y="17271"/>
                </a:moveTo>
                <a:lnTo>
                  <a:pt x="8048" y="21377"/>
                </a:lnTo>
                <a:lnTo>
                  <a:pt x="8048" y="13238"/>
                </a:lnTo>
                <a:lnTo>
                  <a:pt x="8048" y="21377"/>
                </a:lnTo>
                <a:lnTo>
                  <a:pt x="4024" y="17271"/>
                </a:lnTo>
                <a:lnTo>
                  <a:pt x="0" y="13238"/>
                </a:lnTo>
                <a:lnTo>
                  <a:pt x="4024" y="17271"/>
                </a:lnTo>
                <a:lnTo>
                  <a:pt x="4077" y="9115"/>
                </a:lnTo>
                <a:lnTo>
                  <a:pt x="0" y="0"/>
                </a:lnTo>
                <a:lnTo>
                  <a:pt x="0" y="21377"/>
                </a:lnTo>
                <a:lnTo>
                  <a:pt x="4077" y="33640"/>
                </a:lnTo>
                <a:lnTo>
                  <a:pt x="24038" y="33640"/>
                </a:lnTo>
                <a:lnTo>
                  <a:pt x="8048" y="13166"/>
                </a:lnTo>
                <a:lnTo>
                  <a:pt x="4024" y="172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7251209" y="3684973"/>
            <a:ext cx="20068" cy="31686"/>
          </a:xfrm>
          <a:custGeom>
            <a:avLst/>
            <a:gdLst/>
            <a:ahLst/>
            <a:cxnLst/>
            <a:rect l="l" t="t" r="r" b="b"/>
            <a:pathLst>
              <a:path w="20068" h="31686">
                <a:moveTo>
                  <a:pt x="15990" y="11213"/>
                </a:moveTo>
                <a:lnTo>
                  <a:pt x="12019" y="7162"/>
                </a:lnTo>
                <a:lnTo>
                  <a:pt x="3541" y="3581"/>
                </a:lnTo>
                <a:lnTo>
                  <a:pt x="0" y="0"/>
                </a:lnTo>
                <a:lnTo>
                  <a:pt x="0" y="31686"/>
                </a:lnTo>
                <a:lnTo>
                  <a:pt x="20068" y="31686"/>
                </a:lnTo>
                <a:lnTo>
                  <a:pt x="15990" y="19424"/>
                </a:lnTo>
                <a:lnTo>
                  <a:pt x="15990" y="112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7275248" y="3633970"/>
            <a:ext cx="8048" cy="40802"/>
          </a:xfrm>
          <a:custGeom>
            <a:avLst/>
            <a:gdLst/>
            <a:ahLst/>
            <a:cxnLst/>
            <a:rect l="l" t="t" r="r" b="b"/>
            <a:pathLst>
              <a:path w="8048" h="40802">
                <a:moveTo>
                  <a:pt x="3541" y="37221"/>
                </a:moveTo>
                <a:lnTo>
                  <a:pt x="8048" y="0"/>
                </a:lnTo>
                <a:lnTo>
                  <a:pt x="0" y="8138"/>
                </a:lnTo>
                <a:lnTo>
                  <a:pt x="0" y="40802"/>
                </a:lnTo>
                <a:lnTo>
                  <a:pt x="3541" y="372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7291238" y="3557358"/>
            <a:ext cx="16097" cy="36786"/>
          </a:xfrm>
          <a:custGeom>
            <a:avLst/>
            <a:gdLst/>
            <a:ahLst/>
            <a:cxnLst/>
            <a:rect l="l" t="t" r="r" b="b"/>
            <a:pathLst>
              <a:path w="16097" h="36786">
                <a:moveTo>
                  <a:pt x="0" y="0"/>
                </a:moveTo>
                <a:lnTo>
                  <a:pt x="0" y="24524"/>
                </a:lnTo>
                <a:lnTo>
                  <a:pt x="4077" y="36786"/>
                </a:lnTo>
                <a:lnTo>
                  <a:pt x="16097" y="24524"/>
                </a:lnTo>
                <a:lnTo>
                  <a:pt x="12126" y="12262"/>
                </a:lnTo>
                <a:lnTo>
                  <a:pt x="0" y="16385"/>
                </a:lnTo>
                <a:lnTo>
                  <a:pt x="12126" y="1226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7283296" y="3569620"/>
            <a:ext cx="7941" cy="64350"/>
          </a:xfrm>
          <a:custGeom>
            <a:avLst/>
            <a:gdLst/>
            <a:ahLst/>
            <a:cxnLst/>
            <a:rect l="l" t="t" r="r" b="b"/>
            <a:pathLst>
              <a:path w="7941" h="64350">
                <a:moveTo>
                  <a:pt x="3541" y="60769"/>
                </a:moveTo>
                <a:lnTo>
                  <a:pt x="7941" y="0"/>
                </a:lnTo>
                <a:lnTo>
                  <a:pt x="0" y="0"/>
                </a:lnTo>
                <a:lnTo>
                  <a:pt x="0" y="64350"/>
                </a:lnTo>
                <a:lnTo>
                  <a:pt x="3541" y="60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7291238" y="3496155"/>
            <a:ext cx="16097" cy="85727"/>
          </a:xfrm>
          <a:custGeom>
            <a:avLst/>
            <a:gdLst/>
            <a:ahLst/>
            <a:cxnLst/>
            <a:rect l="l" t="t" r="r" b="b"/>
            <a:pathLst>
              <a:path w="16097" h="85727">
                <a:moveTo>
                  <a:pt x="12126" y="73465"/>
                </a:moveTo>
                <a:lnTo>
                  <a:pt x="16097" y="85727"/>
                </a:lnTo>
                <a:lnTo>
                  <a:pt x="12126" y="24524"/>
                </a:lnTo>
                <a:lnTo>
                  <a:pt x="8048" y="12262"/>
                </a:lnTo>
                <a:lnTo>
                  <a:pt x="8048" y="0"/>
                </a:lnTo>
                <a:lnTo>
                  <a:pt x="0" y="0"/>
                </a:lnTo>
                <a:lnTo>
                  <a:pt x="0" y="61203"/>
                </a:lnTo>
                <a:lnTo>
                  <a:pt x="12126" y="734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7347471" y="2752819"/>
            <a:ext cx="48077" cy="147039"/>
          </a:xfrm>
          <a:custGeom>
            <a:avLst/>
            <a:gdLst/>
            <a:ahLst/>
            <a:cxnLst/>
            <a:rect l="l" t="t" r="r" b="b"/>
            <a:pathLst>
              <a:path w="48077" h="147039">
                <a:moveTo>
                  <a:pt x="28009" y="32663"/>
                </a:moveTo>
                <a:lnTo>
                  <a:pt x="15990" y="44925"/>
                </a:lnTo>
                <a:lnTo>
                  <a:pt x="18672" y="147039"/>
                </a:lnTo>
                <a:lnTo>
                  <a:pt x="24038" y="141613"/>
                </a:lnTo>
                <a:lnTo>
                  <a:pt x="24038" y="99042"/>
                </a:lnTo>
                <a:lnTo>
                  <a:pt x="20497" y="102656"/>
                </a:lnTo>
                <a:lnTo>
                  <a:pt x="19960" y="57188"/>
                </a:lnTo>
                <a:lnTo>
                  <a:pt x="28009" y="32663"/>
                </a:lnTo>
                <a:close/>
              </a:path>
              <a:path w="48077" h="147039">
                <a:moveTo>
                  <a:pt x="32087" y="57188"/>
                </a:moveTo>
                <a:lnTo>
                  <a:pt x="24038" y="93975"/>
                </a:lnTo>
                <a:lnTo>
                  <a:pt x="32087" y="90828"/>
                </a:lnTo>
                <a:lnTo>
                  <a:pt x="32087" y="57188"/>
                </a:lnTo>
                <a:close/>
              </a:path>
              <a:path w="48077" h="147039">
                <a:moveTo>
                  <a:pt x="12019" y="147039"/>
                </a:moveTo>
                <a:lnTo>
                  <a:pt x="7941" y="85836"/>
                </a:lnTo>
                <a:lnTo>
                  <a:pt x="5365" y="147039"/>
                </a:lnTo>
                <a:lnTo>
                  <a:pt x="12019" y="147039"/>
                </a:lnTo>
                <a:close/>
              </a:path>
              <a:path w="48077" h="147039">
                <a:moveTo>
                  <a:pt x="15990" y="28648"/>
                </a:moveTo>
                <a:lnTo>
                  <a:pt x="15990" y="36786"/>
                </a:lnTo>
                <a:lnTo>
                  <a:pt x="15990" y="32663"/>
                </a:lnTo>
                <a:lnTo>
                  <a:pt x="11482" y="77155"/>
                </a:lnTo>
                <a:lnTo>
                  <a:pt x="7941" y="80769"/>
                </a:lnTo>
                <a:lnTo>
                  <a:pt x="0" y="88874"/>
                </a:lnTo>
                <a:lnTo>
                  <a:pt x="0" y="141613"/>
                </a:lnTo>
                <a:lnTo>
                  <a:pt x="5365" y="147039"/>
                </a:lnTo>
                <a:lnTo>
                  <a:pt x="7941" y="85836"/>
                </a:lnTo>
                <a:lnTo>
                  <a:pt x="12019" y="147039"/>
                </a:lnTo>
                <a:lnTo>
                  <a:pt x="18672" y="147039"/>
                </a:lnTo>
                <a:lnTo>
                  <a:pt x="15990" y="44925"/>
                </a:lnTo>
                <a:lnTo>
                  <a:pt x="28009" y="32663"/>
                </a:lnTo>
                <a:lnTo>
                  <a:pt x="24038" y="20401"/>
                </a:lnTo>
                <a:lnTo>
                  <a:pt x="24038" y="8247"/>
                </a:lnTo>
                <a:lnTo>
                  <a:pt x="15990" y="8247"/>
                </a:lnTo>
                <a:lnTo>
                  <a:pt x="15990" y="28648"/>
                </a:lnTo>
                <a:close/>
              </a:path>
              <a:path w="48077" h="147039">
                <a:moveTo>
                  <a:pt x="11482" y="77155"/>
                </a:moveTo>
                <a:lnTo>
                  <a:pt x="15990" y="32663"/>
                </a:lnTo>
                <a:lnTo>
                  <a:pt x="7941" y="32663"/>
                </a:lnTo>
                <a:lnTo>
                  <a:pt x="7941" y="80769"/>
                </a:lnTo>
                <a:lnTo>
                  <a:pt x="11482" y="77155"/>
                </a:lnTo>
                <a:close/>
              </a:path>
              <a:path w="48077" h="147039">
                <a:moveTo>
                  <a:pt x="40028" y="32663"/>
                </a:moveTo>
                <a:lnTo>
                  <a:pt x="48077" y="32663"/>
                </a:lnTo>
                <a:lnTo>
                  <a:pt x="48077" y="5534"/>
                </a:lnTo>
                <a:lnTo>
                  <a:pt x="42711" y="0"/>
                </a:lnTo>
                <a:lnTo>
                  <a:pt x="36058" y="0"/>
                </a:lnTo>
                <a:lnTo>
                  <a:pt x="40028" y="20401"/>
                </a:lnTo>
                <a:lnTo>
                  <a:pt x="28009" y="32663"/>
                </a:lnTo>
                <a:lnTo>
                  <a:pt x="19960" y="57188"/>
                </a:lnTo>
                <a:lnTo>
                  <a:pt x="20497" y="102656"/>
                </a:lnTo>
                <a:lnTo>
                  <a:pt x="24038" y="99042"/>
                </a:lnTo>
                <a:lnTo>
                  <a:pt x="32087" y="90828"/>
                </a:lnTo>
                <a:lnTo>
                  <a:pt x="24038" y="93975"/>
                </a:lnTo>
                <a:lnTo>
                  <a:pt x="32087" y="57188"/>
                </a:lnTo>
                <a:lnTo>
                  <a:pt x="32087" y="44925"/>
                </a:lnTo>
                <a:lnTo>
                  <a:pt x="40028" y="32663"/>
                </a:lnTo>
                <a:lnTo>
                  <a:pt x="40028" y="28648"/>
                </a:lnTo>
                <a:lnTo>
                  <a:pt x="40028" y="32663"/>
                </a:lnTo>
                <a:close/>
              </a:path>
              <a:path w="48077" h="147039">
                <a:moveTo>
                  <a:pt x="40028" y="36786"/>
                </a:moveTo>
                <a:lnTo>
                  <a:pt x="40028" y="32663"/>
                </a:lnTo>
                <a:lnTo>
                  <a:pt x="32087" y="44925"/>
                </a:lnTo>
                <a:lnTo>
                  <a:pt x="32087" y="57188"/>
                </a:lnTo>
                <a:lnTo>
                  <a:pt x="40028" y="57188"/>
                </a:lnTo>
                <a:lnTo>
                  <a:pt x="32087" y="53064"/>
                </a:lnTo>
                <a:lnTo>
                  <a:pt x="40028" y="57188"/>
                </a:lnTo>
                <a:lnTo>
                  <a:pt x="40028" y="36786"/>
                </a:lnTo>
                <a:close/>
              </a:path>
              <a:path w="48077" h="147039">
                <a:moveTo>
                  <a:pt x="36058" y="8247"/>
                </a:moveTo>
                <a:lnTo>
                  <a:pt x="36058" y="0"/>
                </a:lnTo>
                <a:lnTo>
                  <a:pt x="29404" y="0"/>
                </a:lnTo>
                <a:lnTo>
                  <a:pt x="24038" y="5534"/>
                </a:lnTo>
                <a:lnTo>
                  <a:pt x="24038" y="20401"/>
                </a:lnTo>
                <a:lnTo>
                  <a:pt x="28009" y="32663"/>
                </a:lnTo>
                <a:lnTo>
                  <a:pt x="40028" y="20401"/>
                </a:lnTo>
                <a:lnTo>
                  <a:pt x="36058" y="0"/>
                </a:lnTo>
                <a:lnTo>
                  <a:pt x="36058" y="82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133600" y="5539740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762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133600" y="5862828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7620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35940" y="720207"/>
            <a:ext cx="2915915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b="1" u="heavy">
                <a:solidFill>
                  <a:srgbClr val="006600"/>
                </a:solidFill>
                <a:latin typeface="Arial"/>
                <a:cs typeface="Arial"/>
              </a:rPr>
              <a:t>FM</a:t>
            </a:r>
            <a:r>
              <a:rPr dirty="0" smtClean="0" sz="3600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b="1" u="heavy">
                <a:solidFill>
                  <a:srgbClr val="006600"/>
                </a:solidFill>
                <a:latin typeface="Arial"/>
                <a:cs typeface="Arial"/>
              </a:rPr>
              <a:t>Example:</a:t>
            </a:r>
            <a:endParaRPr sz="3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92020" y="1262442"/>
            <a:ext cx="187006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74368" y="31189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856478" y="4913304"/>
            <a:ext cx="37744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1.5</a:t>
            </a:r>
            <a:endParaRPr sz="1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569079" y="4941879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25345" y="4964104"/>
            <a:ext cx="2629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-4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735072" y="5390301"/>
            <a:ext cx="2740004" cy="254309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200" spc="14" b="1">
                <a:latin typeface="Arial"/>
                <a:cs typeface="Arial"/>
              </a:rPr>
              <a:t>M</a:t>
            </a:r>
            <a:r>
              <a:rPr dirty="0" smtClean="0" sz="1200" spc="14" b="1">
                <a:latin typeface="Arial"/>
                <a:cs typeface="Arial"/>
              </a:rPr>
              <a:t>e</a:t>
            </a:r>
            <a:r>
              <a:rPr dirty="0" smtClean="0" sz="1200" spc="14" b="1">
                <a:latin typeface="Arial"/>
                <a:cs typeface="Arial"/>
              </a:rPr>
              <a:t>s</a:t>
            </a:r>
            <a:r>
              <a:rPr dirty="0" smtClean="0" sz="1200" spc="14" b="1">
                <a:latin typeface="Arial"/>
                <a:cs typeface="Arial"/>
              </a:rPr>
              <a:t>s</a:t>
            </a:r>
            <a:r>
              <a:rPr dirty="0" smtClean="0" sz="1200" spc="14" b="1">
                <a:latin typeface="Arial"/>
                <a:cs typeface="Arial"/>
              </a:rPr>
              <a:t>a</a:t>
            </a:r>
            <a:r>
              <a:rPr dirty="0" smtClean="0" sz="1200" spc="14" b="1">
                <a:latin typeface="Arial"/>
                <a:cs typeface="Arial"/>
              </a:rPr>
              <a:t>ge</a:t>
            </a:r>
            <a:r>
              <a:rPr dirty="0" smtClean="0" sz="1200" spc="14" b="1">
                <a:latin typeface="Arial"/>
                <a:cs typeface="Arial"/>
              </a:rPr>
              <a:t> </a:t>
            </a:r>
            <a:r>
              <a:rPr dirty="0" smtClean="0" sz="1200" spc="14" b="1">
                <a:latin typeface="Arial"/>
                <a:cs typeface="Arial"/>
              </a:rPr>
              <a:t>s</a:t>
            </a:r>
            <a:r>
              <a:rPr dirty="0" smtClean="0" sz="1200" spc="14" b="1">
                <a:latin typeface="Arial"/>
                <a:cs typeface="Arial"/>
              </a:rPr>
              <a:t>ign</a:t>
            </a:r>
            <a:r>
              <a:rPr dirty="0" smtClean="0" sz="1200" spc="14" b="1">
                <a:latin typeface="Arial"/>
                <a:cs typeface="Arial"/>
              </a:rPr>
              <a:t>a</a:t>
            </a:r>
            <a:r>
              <a:rPr dirty="0" smtClean="0" sz="1200" spc="14" b="1">
                <a:latin typeface="Arial"/>
                <a:cs typeface="Arial"/>
              </a:rPr>
              <a:t>l</a:t>
            </a:r>
            <a:r>
              <a:rPr dirty="0" smtClean="0" sz="1200" spc="14" b="1">
                <a:latin typeface="Arial"/>
                <a:cs typeface="Arial"/>
              </a:rPr>
              <a:t> </a:t>
            </a:r>
            <a:r>
              <a:rPr dirty="0" smtClean="0" sz="1200" spc="14" b="1">
                <a:latin typeface="Arial"/>
                <a:cs typeface="Arial"/>
              </a:rPr>
              <a:t> </a:t>
            </a:r>
            <a:r>
              <a:rPr dirty="0" smtClean="0" sz="1700" spc="13" i="1">
                <a:latin typeface="Times New Roman"/>
                <a:cs typeface="Times New Roman"/>
              </a:rPr>
              <a:t>m</a:t>
            </a:r>
            <a:r>
              <a:rPr dirty="0" smtClean="0" sz="1700" spc="13">
                <a:latin typeface="Times New Roman"/>
                <a:cs typeface="Times New Roman"/>
              </a:rPr>
              <a:t>(</a:t>
            </a:r>
            <a:r>
              <a:rPr dirty="0" smtClean="0" sz="1700" spc="13" i="1">
                <a:latin typeface="Times New Roman"/>
                <a:cs typeface="Times New Roman"/>
              </a:rPr>
              <a:t>t</a:t>
            </a:r>
            <a:r>
              <a:rPr dirty="0" smtClean="0" sz="1700" spc="13">
                <a:latin typeface="Times New Roman"/>
                <a:cs typeface="Times New Roman"/>
              </a:rPr>
              <a:t>)</a:t>
            </a:r>
            <a:r>
              <a:rPr dirty="0" smtClean="0" sz="1700" spc="13">
                <a:latin typeface="Times New Roman"/>
                <a:cs typeface="Times New Roman"/>
              </a:rPr>
              <a:t> </a:t>
            </a:r>
            <a:r>
              <a:rPr dirty="0" smtClean="0" sz="1700" spc="-19">
                <a:latin typeface="Symbol"/>
                <a:cs typeface="Symbol"/>
              </a:rPr>
              <a:t></a:t>
            </a:r>
            <a:r>
              <a:rPr dirty="0" smtClean="0" sz="1700" spc="13">
                <a:latin typeface="Times New Roman"/>
                <a:cs typeface="Times New Roman"/>
              </a:rPr>
              <a:t> </a:t>
            </a:r>
            <a:r>
              <a:rPr dirty="0" smtClean="0" sz="1700" spc="13">
                <a:latin typeface="Times New Roman"/>
                <a:cs typeface="Times New Roman"/>
              </a:rPr>
              <a:t>4</a:t>
            </a:r>
            <a:r>
              <a:rPr dirty="0" smtClean="0" sz="1700" spc="13">
                <a:latin typeface="Times New Roman"/>
                <a:cs typeface="Times New Roman"/>
              </a:rPr>
              <a:t>c</a:t>
            </a:r>
            <a:r>
              <a:rPr dirty="0" smtClean="0" sz="1700" spc="13">
                <a:latin typeface="Times New Roman"/>
                <a:cs typeface="Times New Roman"/>
              </a:rPr>
              <a:t>o</a:t>
            </a:r>
            <a:r>
              <a:rPr dirty="0" smtClean="0" sz="1700" spc="13">
                <a:latin typeface="Times New Roman"/>
                <a:cs typeface="Times New Roman"/>
              </a:rPr>
              <a:t>s</a:t>
            </a:r>
            <a:r>
              <a:rPr dirty="0" smtClean="0" sz="1700" spc="13">
                <a:latin typeface="Times New Roman"/>
                <a:cs typeface="Times New Roman"/>
              </a:rPr>
              <a:t>(</a:t>
            </a:r>
            <a:r>
              <a:rPr dirty="0" smtClean="0" sz="1700" spc="13">
                <a:latin typeface="Times New Roman"/>
                <a:cs typeface="Times New Roman"/>
              </a:rPr>
              <a:t>2</a:t>
            </a:r>
            <a:r>
              <a:rPr dirty="0" smtClean="0" sz="1800" spc="-19">
                <a:latin typeface="Symbol"/>
                <a:cs typeface="Symbol"/>
              </a:rPr>
              <a:t></a:t>
            </a:r>
            <a:r>
              <a:rPr dirty="0" smtClean="0" sz="1700" spc="13" i="1">
                <a:latin typeface="Times New Roman"/>
                <a:cs typeface="Times New Roman"/>
              </a:rPr>
              <a:t>t</a:t>
            </a:r>
            <a:r>
              <a:rPr dirty="0" smtClean="0" sz="1700" spc="13">
                <a:latin typeface="Times New Roman"/>
                <a:cs typeface="Times New Roman"/>
              </a:rPr>
              <a:t>)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977940" y="5657953"/>
            <a:ext cx="2430213" cy="320290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1700" spc="-16" i="1">
                <a:latin typeface="Times New Roman"/>
                <a:cs typeface="Times New Roman"/>
              </a:rPr>
              <a:t>s</a:t>
            </a:r>
            <a:r>
              <a:rPr dirty="0" smtClean="0" sz="1700" spc="-16">
                <a:latin typeface="Times New Roman"/>
                <a:cs typeface="Times New Roman"/>
              </a:rPr>
              <a:t>(</a:t>
            </a:r>
            <a:r>
              <a:rPr dirty="0" smtClean="0" sz="1700" spc="-16" i="1">
                <a:latin typeface="Times New Roman"/>
                <a:cs typeface="Times New Roman"/>
              </a:rPr>
              <a:t>t</a:t>
            </a:r>
            <a:r>
              <a:rPr dirty="0" smtClean="0" sz="1700" spc="-16">
                <a:latin typeface="Times New Roman"/>
                <a:cs typeface="Times New Roman"/>
              </a:rPr>
              <a:t>)</a:t>
            </a:r>
            <a:r>
              <a:rPr dirty="0" smtClean="0" sz="1700" spc="-16">
                <a:latin typeface="Times New Roman"/>
                <a:cs typeface="Times New Roman"/>
              </a:rPr>
              <a:t> </a:t>
            </a:r>
            <a:r>
              <a:rPr dirty="0" smtClean="0" sz="1700" spc="-108">
                <a:latin typeface="Symbol"/>
                <a:cs typeface="Symbol"/>
              </a:rPr>
              <a:t></a:t>
            </a:r>
            <a:r>
              <a:rPr dirty="0" smtClean="0" sz="1700" spc="-16">
                <a:latin typeface="Times New Roman"/>
                <a:cs typeface="Times New Roman"/>
              </a:rPr>
              <a:t> </a:t>
            </a:r>
            <a:r>
              <a:rPr dirty="0" smtClean="0" sz="1700" spc="-16">
                <a:latin typeface="Times New Roman"/>
                <a:cs typeface="Times New Roman"/>
              </a:rPr>
              <a:t>c</a:t>
            </a:r>
            <a:r>
              <a:rPr dirty="0" smtClean="0" sz="1700" spc="-16">
                <a:latin typeface="Times New Roman"/>
                <a:cs typeface="Times New Roman"/>
              </a:rPr>
              <a:t>o</a:t>
            </a:r>
            <a:r>
              <a:rPr dirty="0" smtClean="0" sz="1700" spc="-16">
                <a:latin typeface="Times New Roman"/>
                <a:cs typeface="Times New Roman"/>
              </a:rPr>
              <a:t>s</a:t>
            </a:r>
            <a:r>
              <a:rPr dirty="0" smtClean="0" sz="2300" spc="-108">
                <a:latin typeface="Symbol"/>
                <a:cs typeface="Symbol"/>
              </a:rPr>
              <a:t></a:t>
            </a:r>
            <a:r>
              <a:rPr dirty="0" smtClean="0" sz="1700" spc="-16">
                <a:latin typeface="Times New Roman"/>
                <a:cs typeface="Times New Roman"/>
              </a:rPr>
              <a:t>2</a:t>
            </a:r>
            <a:r>
              <a:rPr dirty="0" smtClean="0" sz="1800" spc="-108">
                <a:latin typeface="Symbol"/>
                <a:cs typeface="Symbol"/>
              </a:rPr>
              <a:t></a:t>
            </a:r>
            <a:r>
              <a:rPr dirty="0" smtClean="0" sz="1800" spc="-16">
                <a:latin typeface="Times New Roman"/>
                <a:cs typeface="Times New Roman"/>
              </a:rPr>
              <a:t> </a:t>
            </a:r>
            <a:r>
              <a:rPr dirty="0" smtClean="0" sz="1700" spc="-16">
                <a:latin typeface="Times New Roman"/>
                <a:cs typeface="Times New Roman"/>
              </a:rPr>
              <a:t>8</a:t>
            </a:r>
            <a:r>
              <a:rPr dirty="0" smtClean="0" sz="1700" spc="-16" i="1">
                <a:latin typeface="Times New Roman"/>
                <a:cs typeface="Times New Roman"/>
              </a:rPr>
              <a:t>t</a:t>
            </a:r>
            <a:r>
              <a:rPr dirty="0" smtClean="0" sz="1700" spc="-16" i="1">
                <a:latin typeface="Times New Roman"/>
                <a:cs typeface="Times New Roman"/>
              </a:rPr>
              <a:t> </a:t>
            </a:r>
            <a:r>
              <a:rPr dirty="0" smtClean="0" sz="1700" spc="-108">
                <a:latin typeface="Symbol"/>
                <a:cs typeface="Symbol"/>
              </a:rPr>
              <a:t></a:t>
            </a:r>
            <a:r>
              <a:rPr dirty="0" smtClean="0" sz="1700" spc="-16">
                <a:latin typeface="Times New Roman"/>
                <a:cs typeface="Times New Roman"/>
              </a:rPr>
              <a:t> </a:t>
            </a:r>
            <a:r>
              <a:rPr dirty="0" smtClean="0" sz="1700" spc="-16">
                <a:latin typeface="Times New Roman"/>
                <a:cs typeface="Times New Roman"/>
              </a:rPr>
              <a:t>4</a:t>
            </a:r>
            <a:r>
              <a:rPr dirty="0" smtClean="0" sz="1700" spc="-16">
                <a:latin typeface="Times New Roman"/>
                <a:cs typeface="Times New Roman"/>
              </a:rPr>
              <a:t>s</a:t>
            </a:r>
            <a:r>
              <a:rPr dirty="0" smtClean="0" sz="1700" spc="-16">
                <a:latin typeface="Times New Roman"/>
                <a:cs typeface="Times New Roman"/>
              </a:rPr>
              <a:t>i</a:t>
            </a:r>
            <a:r>
              <a:rPr dirty="0" smtClean="0" sz="1700" spc="-16">
                <a:latin typeface="Times New Roman"/>
                <a:cs typeface="Times New Roman"/>
              </a:rPr>
              <a:t>n</a:t>
            </a:r>
            <a:r>
              <a:rPr dirty="0" smtClean="0" sz="1700" spc="-16">
                <a:latin typeface="Times New Roman"/>
                <a:cs typeface="Times New Roman"/>
              </a:rPr>
              <a:t>(</a:t>
            </a:r>
            <a:r>
              <a:rPr dirty="0" smtClean="0" sz="1700" spc="-16">
                <a:latin typeface="Times New Roman"/>
                <a:cs typeface="Times New Roman"/>
              </a:rPr>
              <a:t>2</a:t>
            </a:r>
            <a:r>
              <a:rPr dirty="0" smtClean="0" sz="1800" spc="-108">
                <a:latin typeface="Symbol"/>
                <a:cs typeface="Symbol"/>
              </a:rPr>
              <a:t></a:t>
            </a:r>
            <a:r>
              <a:rPr dirty="0" smtClean="0" sz="1700" spc="-16" i="1">
                <a:latin typeface="Times New Roman"/>
                <a:cs typeface="Times New Roman"/>
              </a:rPr>
              <a:t>t</a:t>
            </a:r>
            <a:r>
              <a:rPr dirty="0" smtClean="0" sz="1700" spc="-16">
                <a:latin typeface="Times New Roman"/>
                <a:cs typeface="Times New Roman"/>
              </a:rPr>
              <a:t>)</a:t>
            </a:r>
            <a:r>
              <a:rPr dirty="0" smtClean="0" sz="2300" spc="-108">
                <a:latin typeface="Symbol"/>
                <a:cs typeface="Symbol"/>
              </a:rPr>
              <a:t></a:t>
            </a:r>
            <a:endParaRPr sz="2300">
              <a:latin typeface="Symbol"/>
              <a:cs typeface="Symbo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746375" y="5784301"/>
            <a:ext cx="769683" cy="178104"/>
          </a:xfrm>
          <a:prstGeom prst="rect">
            <a:avLst/>
          </a:prstGeom>
        </p:spPr>
        <p:txBody>
          <a:bodyPr wrap="square" lIns="0" tIns="8445" rIns="0" bIns="0" rtlCol="0">
            <a:noAutofit/>
          </a:bodyPr>
          <a:lstStyle/>
          <a:p>
            <a:pPr marL="12700">
              <a:lnSpc>
                <a:spcPts val="1330"/>
              </a:lnSpc>
            </a:pPr>
            <a:r>
              <a:rPr dirty="0" smtClean="0" sz="1200" b="1">
                <a:latin typeface="Arial"/>
                <a:cs typeface="Arial"/>
              </a:rPr>
              <a:t>FM</a:t>
            </a:r>
            <a:r>
              <a:rPr dirty="0" smtClean="0" sz="1200" b="1">
                <a:latin typeface="Arial"/>
                <a:cs typeface="Arial"/>
              </a:rPr>
              <a:t> </a:t>
            </a:r>
            <a:r>
              <a:rPr dirty="0" smtClean="0" sz="1200" b="1">
                <a:latin typeface="Arial"/>
                <a:cs typeface="Arial"/>
              </a:rPr>
              <a:t>Sig</a:t>
            </a:r>
            <a:r>
              <a:rPr dirty="0" smtClean="0" sz="1200" b="1">
                <a:latin typeface="Arial"/>
                <a:cs typeface="Arial"/>
              </a:rPr>
              <a:t>n</a:t>
            </a:r>
            <a:r>
              <a:rPr dirty="0" smtClean="0" sz="1200" b="1">
                <a:latin typeface="Arial"/>
                <a:cs typeface="Arial"/>
              </a:rPr>
              <a:t>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732024" y="6036913"/>
            <a:ext cx="2151566" cy="254309"/>
          </a:xfrm>
          <a:prstGeom prst="rect">
            <a:avLst/>
          </a:prstGeom>
        </p:spPr>
        <p:txBody>
          <a:bodyPr wrap="square" lIns="0" tIns="12477" rIns="0" bIns="0" rtlCol="0">
            <a:noAutofit/>
          </a:bodyPr>
          <a:lstStyle/>
          <a:p>
            <a:pPr marL="12700">
              <a:lnSpc>
                <a:spcPts val="1964"/>
              </a:lnSpc>
            </a:pPr>
            <a:r>
              <a:rPr dirty="0" smtClean="0" sz="1200" spc="0" b="1">
                <a:latin typeface="Arial"/>
                <a:cs typeface="Arial"/>
              </a:rPr>
              <a:t>Car</a:t>
            </a:r>
            <a:r>
              <a:rPr dirty="0" smtClean="0" sz="1200" spc="4" b="1">
                <a:latin typeface="Arial"/>
                <a:cs typeface="Arial"/>
              </a:rPr>
              <a:t>r</a:t>
            </a:r>
            <a:r>
              <a:rPr dirty="0" smtClean="0" sz="1200" spc="0" b="1">
                <a:latin typeface="Arial"/>
                <a:cs typeface="Arial"/>
              </a:rPr>
              <a:t>i</a:t>
            </a:r>
            <a:r>
              <a:rPr dirty="0" smtClean="0" sz="1200" spc="4" b="1">
                <a:latin typeface="Arial"/>
                <a:cs typeface="Arial"/>
              </a:rPr>
              <a:t>e</a:t>
            </a:r>
            <a:r>
              <a:rPr dirty="0" smtClean="0" sz="1200" spc="0" b="1">
                <a:latin typeface="Arial"/>
                <a:cs typeface="Arial"/>
              </a:rPr>
              <a:t>r</a:t>
            </a:r>
            <a:r>
              <a:rPr dirty="0" smtClean="0" sz="1200" spc="-29" b="1">
                <a:latin typeface="Arial"/>
                <a:cs typeface="Arial"/>
              </a:rPr>
              <a:t> </a:t>
            </a:r>
            <a:r>
              <a:rPr dirty="0" smtClean="0" sz="1200" spc="0" b="1">
                <a:latin typeface="Arial"/>
                <a:cs typeface="Arial"/>
              </a:rPr>
              <a:t>Sign</a:t>
            </a:r>
            <a:r>
              <a:rPr dirty="0" smtClean="0" sz="1200" spc="4" b="1">
                <a:latin typeface="Arial"/>
                <a:cs typeface="Arial"/>
              </a:rPr>
              <a:t>a</a:t>
            </a:r>
            <a:r>
              <a:rPr dirty="0" smtClean="0" sz="1200" spc="0" b="1">
                <a:latin typeface="Arial"/>
                <a:cs typeface="Arial"/>
              </a:rPr>
              <a:t>l</a:t>
            </a:r>
            <a:r>
              <a:rPr dirty="0" smtClean="0" sz="1200" spc="0" b="1">
                <a:latin typeface="Arial"/>
                <a:cs typeface="Arial"/>
              </a:rPr>
              <a:t>    </a:t>
            </a:r>
            <a:r>
              <a:rPr dirty="0" smtClean="0" sz="1200" spc="242" b="1">
                <a:latin typeface="Arial"/>
                <a:cs typeface="Arial"/>
              </a:rPr>
              <a:t> </a:t>
            </a:r>
            <a:r>
              <a:rPr dirty="0" smtClean="0" sz="1700" spc="-2">
                <a:latin typeface="Times New Roman"/>
                <a:cs typeface="Times New Roman"/>
              </a:rPr>
              <a:t>c</a:t>
            </a:r>
            <a:r>
              <a:rPr dirty="0" smtClean="0" sz="1700" spc="44">
                <a:latin typeface="Times New Roman"/>
                <a:cs typeface="Times New Roman"/>
              </a:rPr>
              <a:t>o</a:t>
            </a:r>
            <a:r>
              <a:rPr dirty="0" smtClean="0" sz="1700" spc="4">
                <a:latin typeface="Times New Roman"/>
                <a:cs typeface="Times New Roman"/>
              </a:rPr>
              <a:t>s</a:t>
            </a:r>
            <a:r>
              <a:rPr dirty="0" smtClean="0" sz="1700" spc="-29">
                <a:latin typeface="Times New Roman"/>
                <a:cs typeface="Times New Roman"/>
              </a:rPr>
              <a:t>(</a:t>
            </a:r>
            <a:r>
              <a:rPr dirty="0" smtClean="0" sz="1700" spc="-89">
                <a:latin typeface="Times New Roman"/>
                <a:cs typeface="Times New Roman"/>
              </a:rPr>
              <a:t>2</a:t>
            </a:r>
            <a:r>
              <a:rPr dirty="0" smtClean="0" sz="1800" spc="-50">
                <a:latin typeface="Symbol"/>
                <a:cs typeface="Symbol"/>
              </a:rPr>
              <a:t></a:t>
            </a:r>
            <a:r>
              <a:rPr dirty="0" smtClean="0" sz="1800" spc="-250">
                <a:latin typeface="Times New Roman"/>
                <a:cs typeface="Times New Roman"/>
              </a:rPr>
              <a:t> </a:t>
            </a:r>
            <a:r>
              <a:rPr dirty="0" smtClean="0" sz="1700" spc="-59">
                <a:latin typeface="Times New Roman"/>
                <a:cs typeface="Times New Roman"/>
              </a:rPr>
              <a:t>8</a:t>
            </a:r>
            <a:r>
              <a:rPr dirty="0" smtClean="0" sz="1700" spc="108" i="1">
                <a:latin typeface="Times New Roman"/>
                <a:cs typeface="Times New Roman"/>
              </a:rPr>
              <a:t>t</a:t>
            </a:r>
            <a:r>
              <a:rPr dirty="0" smtClean="0" sz="1700" spc="0">
                <a:latin typeface="Times New Roman"/>
                <a:cs typeface="Times New Roman"/>
              </a:rPr>
              <a:t>)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451340" y="6471832"/>
            <a:ext cx="34031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94332" y="1330452"/>
            <a:ext cx="1405128" cy="16796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299460" y="1330452"/>
            <a:ext cx="1354074" cy="1720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653534" y="1330452"/>
            <a:ext cx="1363217" cy="1908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6016752" y="1330452"/>
            <a:ext cx="1405127" cy="1908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894332" y="3010110"/>
            <a:ext cx="50784" cy="228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1945116" y="3010110"/>
            <a:ext cx="1354343" cy="228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299460" y="3051021"/>
            <a:ext cx="1164335" cy="1878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463795" y="3051021"/>
            <a:ext cx="189738" cy="1878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894332" y="3238863"/>
            <a:ext cx="1541271" cy="19015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136143">
              <a:lnSpc>
                <a:spcPts val="1000"/>
              </a:lnSpc>
            </a:pPr>
            <a:endParaRPr sz="1000"/>
          </a:p>
          <a:p>
            <a:pPr marL="552068" marR="853389" algn="ctr">
              <a:lnSpc>
                <a:spcPct val="95825"/>
              </a:lnSpc>
              <a:spcBef>
                <a:spcPts val="8403"/>
              </a:spcBef>
            </a:pPr>
            <a:r>
              <a:rPr dirty="0" smtClean="0" sz="1800">
                <a:latin typeface="Arial"/>
                <a:cs typeface="Arial"/>
              </a:rPr>
              <a:t>-</a:t>
            </a:r>
            <a:endParaRPr sz="1800">
              <a:latin typeface="Arial"/>
              <a:cs typeface="Arial"/>
            </a:endParaRPr>
          </a:p>
          <a:p>
            <a:pPr algn="r">
              <a:lnSpc>
                <a:spcPts val="1720"/>
              </a:lnSpc>
              <a:spcBef>
                <a:spcPts val="1866"/>
              </a:spcBef>
            </a:pPr>
            <a:r>
              <a:rPr dirty="0" smtClean="0" baseline="-9662" sz="2700">
                <a:latin typeface="Arial"/>
                <a:cs typeface="Arial"/>
              </a:rPr>
              <a:t>0.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99460" y="3238863"/>
            <a:ext cx="1164335" cy="111195"/>
          </a:xfrm>
          <a:prstGeom prst="rect">
            <a:avLst/>
          </a:prstGeom>
        </p:spPr>
        <p:txBody>
          <a:bodyPr wrap="square" lIns="0" tIns="3245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8" name="object 8"/>
          <p:cNvSpPr txBox="1"/>
          <p:nvPr/>
        </p:nvSpPr>
        <p:spPr>
          <a:xfrm>
            <a:off x="4463795" y="3238863"/>
            <a:ext cx="189738" cy="111195"/>
          </a:xfrm>
          <a:prstGeom prst="rect">
            <a:avLst/>
          </a:prstGeom>
        </p:spPr>
        <p:txBody>
          <a:bodyPr wrap="square" lIns="0" tIns="3245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7" name="object 7"/>
          <p:cNvSpPr txBox="1"/>
          <p:nvPr/>
        </p:nvSpPr>
        <p:spPr>
          <a:xfrm>
            <a:off x="4653534" y="3238863"/>
            <a:ext cx="50916" cy="241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704450" y="3238863"/>
            <a:ext cx="1312301" cy="241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016752" y="3238863"/>
            <a:ext cx="1405127" cy="1901588"/>
          </a:xfrm>
          <a:prstGeom prst="rect">
            <a:avLst/>
          </a:prstGeom>
        </p:spPr>
        <p:txBody>
          <a:bodyPr wrap="square" lIns="0" tIns="5303" rIns="0" bIns="0" rtlCol="0">
            <a:noAutofit/>
          </a:bodyPr>
          <a:lstStyle/>
          <a:p>
            <a:pPr>
              <a:lnSpc>
                <a:spcPts val="650"/>
              </a:lnSpc>
            </a:pPr>
            <a:endParaRPr sz="650"/>
          </a:p>
          <a:p>
            <a:pPr marL="675512" marR="536422" algn="ctr">
              <a:lnSpc>
                <a:spcPct val="95825"/>
              </a:lnSpc>
              <a:spcBef>
                <a:spcPts val="9000"/>
              </a:spcBef>
            </a:pPr>
            <a:r>
              <a:rPr dirty="0" smtClean="0" sz="1800">
                <a:latin typeface="Arial"/>
                <a:cs typeface="Arial"/>
              </a:rPr>
              <a:t>+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99460" y="3350058"/>
            <a:ext cx="1354074" cy="1790393"/>
          </a:xfrm>
          <a:prstGeom prst="rect">
            <a:avLst/>
          </a:prstGeom>
        </p:spPr>
        <p:txBody>
          <a:bodyPr wrap="square" lIns="0" tIns="3582" rIns="0" bIns="0" rtlCol="0">
            <a:noAutofit/>
          </a:bodyPr>
          <a:lstStyle/>
          <a:p>
            <a:pPr>
              <a:lnSpc>
                <a:spcPts val="500"/>
              </a:lnSpc>
            </a:pPr>
            <a:endParaRPr sz="500"/>
          </a:p>
          <a:p>
            <a:pPr marL="572769" marR="588111" algn="ctr">
              <a:lnSpc>
                <a:spcPct val="95825"/>
              </a:lnSpc>
              <a:spcBef>
                <a:spcPts val="8000"/>
              </a:spcBef>
            </a:pPr>
            <a:r>
              <a:rPr dirty="0" smtClean="0" sz="1800">
                <a:latin typeface="Arial"/>
                <a:cs typeface="Arial"/>
              </a:rPr>
              <a:t>+</a:t>
            </a:r>
            <a:endParaRPr sz="1800">
              <a:latin typeface="Arial"/>
              <a:cs typeface="Arial"/>
            </a:endParaRPr>
          </a:p>
          <a:p>
            <a:pPr marL="9042">
              <a:lnSpc>
                <a:spcPts val="1720"/>
              </a:lnSpc>
              <a:spcBef>
                <a:spcPts val="1866"/>
              </a:spcBef>
            </a:pPr>
            <a:r>
              <a:rPr dirty="0" smtClean="0" baseline="-9662" sz="270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653534" y="3480745"/>
            <a:ext cx="1363217" cy="16597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574979" marR="646938" algn="ctr">
              <a:lnSpc>
                <a:spcPct val="95825"/>
              </a:lnSpc>
              <a:spcBef>
                <a:spcPts val="6499"/>
              </a:spcBef>
            </a:pPr>
            <a:r>
              <a:rPr dirty="0" smtClean="0" sz="1800">
                <a:latin typeface="Arial"/>
                <a:cs typeface="Arial"/>
              </a:rPr>
              <a:t>-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209276" y="963929"/>
            <a:ext cx="12718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609600" y="3564636"/>
            <a:ext cx="8153400" cy="2514600"/>
          </a:xfrm>
          <a:custGeom>
            <a:avLst/>
            <a:gdLst/>
            <a:ahLst/>
            <a:cxnLst/>
            <a:rect l="l" t="t" r="r" b="b"/>
            <a:pathLst>
              <a:path w="8153400" h="2514600">
                <a:moveTo>
                  <a:pt x="0" y="2514600"/>
                </a:moveTo>
                <a:lnTo>
                  <a:pt x="8153400" y="2514600"/>
                </a:lnTo>
                <a:lnTo>
                  <a:pt x="8153400" y="0"/>
                </a:lnTo>
                <a:lnTo>
                  <a:pt x="0" y="0"/>
                </a:lnTo>
                <a:lnTo>
                  <a:pt x="0" y="25146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057400" y="4707636"/>
            <a:ext cx="5943600" cy="0"/>
          </a:xfrm>
          <a:custGeom>
            <a:avLst/>
            <a:gdLst/>
            <a:ahLst/>
            <a:cxnLst/>
            <a:rect l="l" t="t" r="r" b="b"/>
            <a:pathLst>
              <a:path w="5943600" h="0">
                <a:moveTo>
                  <a:pt x="0" y="0"/>
                </a:moveTo>
                <a:lnTo>
                  <a:pt x="5943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008376" y="1310640"/>
            <a:ext cx="2676144" cy="1056131"/>
          </a:xfrm>
          <a:custGeom>
            <a:avLst/>
            <a:gdLst/>
            <a:ahLst/>
            <a:cxnLst/>
            <a:rect l="l" t="t" r="r" b="b"/>
            <a:pathLst>
              <a:path w="2676144" h="1056131">
                <a:moveTo>
                  <a:pt x="0" y="1056131"/>
                </a:moveTo>
                <a:lnTo>
                  <a:pt x="2676144" y="1056131"/>
                </a:lnTo>
                <a:lnTo>
                  <a:pt x="2676144" y="0"/>
                </a:lnTo>
                <a:lnTo>
                  <a:pt x="0" y="0"/>
                </a:lnTo>
                <a:lnTo>
                  <a:pt x="0" y="1056131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5940" y="720207"/>
            <a:ext cx="2329394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-1" b="1" u="heavy">
                <a:solidFill>
                  <a:srgbClr val="006600"/>
                </a:solidFill>
                <a:latin typeface="Arial"/>
                <a:cs typeface="Arial"/>
              </a:rPr>
              <a:t>In</a:t>
            </a:r>
            <a:r>
              <a:rPr dirty="0" smtClean="0" sz="3600" spc="-1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-1" b="1" u="heavy">
                <a:solidFill>
                  <a:srgbClr val="006600"/>
                </a:solidFill>
                <a:latin typeface="Arial"/>
                <a:cs typeface="Arial"/>
              </a:rPr>
              <a:t>eks</a:t>
            </a:r>
            <a:r>
              <a:rPr dirty="0" smtClean="0" sz="3600" spc="-1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 u="heavy">
                <a:solidFill>
                  <a:srgbClr val="006600"/>
                </a:solidFill>
                <a:latin typeface="Arial"/>
                <a:cs typeface="Arial"/>
              </a:rPr>
              <a:t>FM</a:t>
            </a:r>
            <a:endParaRPr sz="36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337248" y="1884573"/>
            <a:ext cx="121014" cy="247385"/>
          </a:xfrm>
          <a:prstGeom prst="rect">
            <a:avLst/>
          </a:prstGeom>
        </p:spPr>
        <p:txBody>
          <a:bodyPr wrap="square" lIns="0" tIns="11969" rIns="0" bIns="0" rtlCol="0">
            <a:noAutofit/>
          </a:bodyPr>
          <a:lstStyle/>
          <a:p>
            <a:pPr marL="12700">
              <a:lnSpc>
                <a:spcPts val="1885"/>
              </a:lnSpc>
            </a:pPr>
            <a:r>
              <a:rPr dirty="0" smtClean="0" sz="1750" spc="3" i="1">
                <a:latin typeface="Times New Roman"/>
                <a:cs typeface="Times New Roman"/>
              </a:rPr>
              <a:t>f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102753" y="1959287"/>
            <a:ext cx="401832" cy="405188"/>
          </a:xfrm>
          <a:prstGeom prst="rect">
            <a:avLst/>
          </a:prstGeom>
        </p:spPr>
        <p:txBody>
          <a:bodyPr wrap="square" lIns="0" tIns="20034" rIns="0" bIns="0" rtlCol="0">
            <a:noAutofit/>
          </a:bodyPr>
          <a:lstStyle/>
          <a:p>
            <a:pPr marL="12700">
              <a:lnSpc>
                <a:spcPts val="3155"/>
              </a:lnSpc>
            </a:pPr>
            <a:r>
              <a:rPr dirty="0" smtClean="0" sz="3000" i="1">
                <a:latin typeface="Times New Roman"/>
                <a:cs typeface="Times New Roman"/>
              </a:rPr>
              <a:t>W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162538" y="1959288"/>
            <a:ext cx="401832" cy="405188"/>
          </a:xfrm>
          <a:prstGeom prst="rect">
            <a:avLst/>
          </a:prstGeom>
        </p:spPr>
        <p:txBody>
          <a:bodyPr wrap="square" lIns="0" tIns="20034" rIns="0" bIns="0" rtlCol="0">
            <a:noAutofit/>
          </a:bodyPr>
          <a:lstStyle/>
          <a:p>
            <a:pPr marL="12700">
              <a:lnSpc>
                <a:spcPts val="3155"/>
              </a:lnSpc>
            </a:pPr>
            <a:r>
              <a:rPr dirty="0" smtClean="0" sz="3000" i="1">
                <a:latin typeface="Times New Roman"/>
                <a:cs typeface="Times New Roman"/>
              </a:rPr>
              <a:t>W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034920" y="2490144"/>
            <a:ext cx="402247" cy="8448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2880">
              <a:lnSpc>
                <a:spcPts val="1939"/>
              </a:lnSpc>
            </a:pPr>
            <a:r>
              <a:rPr dirty="0" smtClean="0" sz="1800" spc="-14">
                <a:latin typeface="Arial"/>
                <a:cs typeface="Arial"/>
              </a:rPr>
              <a:t>W</a:t>
            </a:r>
            <a:r>
              <a:rPr dirty="0" smtClean="0" sz="1800" spc="-14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ts val="2160"/>
              </a:lnSpc>
              <a:spcBef>
                <a:spcPts val="61"/>
              </a:spcBef>
            </a:pPr>
            <a:r>
              <a:rPr dirty="0" smtClean="0" sz="1800">
                <a:latin typeface="Symbol"/>
                <a:cs typeface="Symbol"/>
              </a:rPr>
              <a:t></a:t>
            </a:r>
            <a:r>
              <a:rPr dirty="0" smtClean="0" sz="1800" spc="1">
                <a:latin typeface="Arial"/>
                <a:cs typeface="Arial"/>
              </a:rPr>
              <a:t>f: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A</a:t>
            </a:r>
            <a:r>
              <a:rPr dirty="0" smtClean="0" baseline="-21740" sz="1800" spc="1">
                <a:latin typeface="Arial"/>
                <a:cs typeface="Arial"/>
              </a:rPr>
              <a:t>m</a:t>
            </a:r>
            <a:r>
              <a:rPr dirty="0" smtClean="0" sz="1800" spc="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01036" y="2490144"/>
            <a:ext cx="229288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Ba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maks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99152" y="2490144"/>
            <a:ext cx="187248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mo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492425" y="2764718"/>
            <a:ext cx="385582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ev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asi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frek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si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nc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k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t</a:t>
            </a:r>
            <a:r>
              <a:rPr dirty="0" smtClean="0" sz="1800" spc="-3">
                <a:latin typeface="Arial"/>
                <a:cs typeface="Arial"/>
              </a:rPr>
              <a:t>ra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smitte</a:t>
            </a:r>
            <a:r>
              <a:rPr dirty="0" smtClean="0" sz="1800" spc="-3">
                <a:latin typeface="Arial"/>
                <a:cs typeface="Arial"/>
              </a:rPr>
              <a:t>r</a:t>
            </a:r>
            <a:r>
              <a:rPr dirty="0" smtClean="0" sz="1800" spc="-3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505989" y="3039038"/>
            <a:ext cx="55346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k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63316" y="3039038"/>
            <a:ext cx="60490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val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73220" y="3039038"/>
            <a:ext cx="43962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ri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18076" y="3039038"/>
            <a:ext cx="63987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5">
                <a:latin typeface="Arial"/>
                <a:cs typeface="Arial"/>
              </a:rPr>
              <a:t>si</a:t>
            </a:r>
            <a:r>
              <a:rPr dirty="0" smtClean="0" sz="1800" spc="-5">
                <a:latin typeface="Arial"/>
                <a:cs typeface="Arial"/>
              </a:rPr>
              <a:t>n</a:t>
            </a:r>
            <a:r>
              <a:rPr dirty="0" smtClean="0" sz="1800" spc="-5">
                <a:latin typeface="Arial"/>
                <a:cs typeface="Arial"/>
              </a:rPr>
              <a:t>y</a:t>
            </a:r>
            <a:r>
              <a:rPr dirty="0" smtClean="0" sz="1800" spc="-5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65471" y="3039038"/>
            <a:ext cx="122509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mo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451340" y="6471832"/>
            <a:ext cx="33986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09600" y="3564636"/>
            <a:ext cx="8153400" cy="2514600"/>
          </a:xfrm>
          <a:prstGeom prst="rect">
            <a:avLst/>
          </a:prstGeom>
        </p:spPr>
        <p:txBody>
          <a:bodyPr wrap="square" lIns="0" tIns="5249" rIns="0" bIns="0" rtlCol="0">
            <a:noAutofit/>
          </a:bodyPr>
          <a:lstStyle/>
          <a:p>
            <a:pPr>
              <a:lnSpc>
                <a:spcPts val="550"/>
              </a:lnSpc>
            </a:pPr>
            <a:endParaRPr sz="550"/>
          </a:p>
          <a:p>
            <a:pPr marL="1482598" marR="822540" indent="-1143355">
              <a:lnSpc>
                <a:spcPts val="1804"/>
              </a:lnSpc>
              <a:spcBef>
                <a:spcPts val="1000"/>
              </a:spcBef>
            </a:pPr>
            <a:r>
              <a:rPr dirty="0" smtClean="0" sz="1800" spc="0">
                <a:latin typeface="Arial"/>
                <a:cs typeface="Arial"/>
              </a:rPr>
              <a:t>C</a:t>
            </a:r>
            <a:r>
              <a:rPr dirty="0" smtClean="0" sz="1800" spc="-9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nt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h:</a:t>
            </a:r>
            <a:r>
              <a:rPr dirty="0" smtClean="0" sz="1800" spc="0">
                <a:latin typeface="Arial"/>
                <a:cs typeface="Arial"/>
              </a:rPr>
              <a:t>    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rik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29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m(t)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=</a:t>
            </a:r>
            <a:r>
              <a:rPr dirty="0" smtClean="0" sz="1800" spc="4" b="1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4</a:t>
            </a:r>
            <a:r>
              <a:rPr dirty="0" smtClean="0" sz="1800" spc="-4" b="1">
                <a:latin typeface="Arial"/>
                <a:cs typeface="Arial"/>
              </a:rPr>
              <a:t>c</a:t>
            </a:r>
            <a:r>
              <a:rPr dirty="0" smtClean="0" sz="1800" spc="0" b="1">
                <a:latin typeface="Arial"/>
                <a:cs typeface="Arial"/>
              </a:rPr>
              <a:t>os(2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9">
                <a:latin typeface="Symbol"/>
                <a:cs typeface="Symbol"/>
              </a:rPr>
              <a:t></a:t>
            </a:r>
            <a:r>
              <a:rPr dirty="0" smtClean="0" sz="1800" spc="-4" b="1">
                <a:latin typeface="Arial"/>
                <a:cs typeface="Arial"/>
              </a:rPr>
              <a:t>x10</a:t>
            </a:r>
            <a:r>
              <a:rPr dirty="0" smtClean="0" baseline="26572" sz="1800" spc="4" b="1">
                <a:latin typeface="Arial"/>
                <a:cs typeface="Arial"/>
              </a:rPr>
              <a:t>3</a:t>
            </a:r>
            <a:r>
              <a:rPr dirty="0" smtClean="0" sz="1800" spc="0" b="1">
                <a:latin typeface="Arial"/>
                <a:cs typeface="Arial"/>
              </a:rPr>
              <a:t>t)</a:t>
            </a:r>
            <a:r>
              <a:rPr dirty="0" smtClean="0" sz="1800" spc="29" b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ah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-25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2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san</a:t>
            </a:r>
            <a:r>
              <a:rPr dirty="0" smtClean="0" sz="1800" spc="4">
                <a:latin typeface="Arial"/>
                <a:cs typeface="Arial"/>
              </a:rPr>
              <a:t> </a:t>
            </a:r>
            <a:endParaRPr sz="1800">
              <a:latin typeface="Arial"/>
              <a:cs typeface="Arial"/>
            </a:endParaRPr>
          </a:p>
          <a:p>
            <a:pPr marL="1482598" marR="822540">
              <a:lnSpc>
                <a:spcPts val="1905"/>
              </a:lnSpc>
              <a:spcBef>
                <a:spcPts val="632"/>
              </a:spcBef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sta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vi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frek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(k</a:t>
            </a:r>
            <a:r>
              <a:rPr dirty="0" smtClean="0" baseline="-21740" sz="1800" spc="0">
                <a:latin typeface="Arial"/>
                <a:cs typeface="Arial"/>
              </a:rPr>
              <a:t>f</a:t>
            </a:r>
            <a:r>
              <a:rPr dirty="0" smtClean="0" sz="1800" spc="0">
                <a:latin typeface="Arial"/>
                <a:cs typeface="Arial"/>
              </a:rPr>
              <a:t>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of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1</a:t>
            </a:r>
            <a:r>
              <a:rPr dirty="0" smtClean="0" sz="1800" spc="0">
                <a:latin typeface="Arial"/>
                <a:cs typeface="Arial"/>
              </a:rPr>
              <a:t>0</a:t>
            </a:r>
            <a:r>
              <a:rPr dirty="0" smtClean="0" sz="1800" spc="0">
                <a:latin typeface="Arial"/>
                <a:cs typeface="Arial"/>
              </a:rPr>
              <a:t>kHz</a:t>
            </a:r>
            <a:r>
              <a:rPr dirty="0" smtClean="0" sz="1800" spc="0">
                <a:latin typeface="Arial"/>
                <a:cs typeface="Arial"/>
              </a:rPr>
              <a:t>/</a:t>
            </a:r>
            <a:r>
              <a:rPr dirty="0" smtClean="0" sz="1800" spc="0">
                <a:latin typeface="Arial"/>
                <a:cs typeface="Arial"/>
              </a:rPr>
              <a:t>V;</a:t>
            </a:r>
            <a:endParaRPr sz="1800">
              <a:latin typeface="Arial"/>
              <a:cs typeface="Arial"/>
            </a:endParaRPr>
          </a:p>
          <a:p>
            <a:pPr marL="1482598">
              <a:lnSpc>
                <a:spcPts val="1755"/>
              </a:lnSpc>
              <a:spcBef>
                <a:spcPts val="620"/>
              </a:spcBef>
            </a:pP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p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ak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fre</a:t>
            </a:r>
            <a:r>
              <a:rPr dirty="0" smtClean="0" sz="1800" spc="0" i="1">
                <a:latin typeface="Arial"/>
                <a:cs typeface="Arial"/>
              </a:rPr>
              <a:t>q</a:t>
            </a:r>
            <a:r>
              <a:rPr dirty="0" smtClean="0" sz="1800" spc="0" i="1">
                <a:latin typeface="Arial"/>
                <a:cs typeface="Arial"/>
              </a:rPr>
              <a:t>u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ncy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d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vi</a:t>
            </a:r>
            <a:r>
              <a:rPr dirty="0" smtClean="0" sz="1800" spc="0" i="1">
                <a:latin typeface="Arial"/>
                <a:cs typeface="Arial"/>
              </a:rPr>
              <a:t>a</a:t>
            </a:r>
            <a:r>
              <a:rPr dirty="0" smtClean="0" sz="1800" spc="0" i="1">
                <a:latin typeface="Arial"/>
                <a:cs typeface="Arial"/>
              </a:rPr>
              <a:t>tion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 i="1">
                <a:latin typeface="Arial"/>
                <a:cs typeface="Arial"/>
              </a:rPr>
              <a:t>o</a:t>
            </a:r>
            <a:r>
              <a:rPr dirty="0" smtClean="0" sz="1800" spc="0" i="1">
                <a:latin typeface="Arial"/>
                <a:cs typeface="Arial"/>
              </a:rPr>
              <a:t>d</a:t>
            </a:r>
            <a:r>
              <a:rPr dirty="0" smtClean="0" sz="1800" spc="0" i="1">
                <a:latin typeface="Arial"/>
                <a:cs typeface="Arial"/>
              </a:rPr>
              <a:t>u</a:t>
            </a:r>
            <a:r>
              <a:rPr dirty="0" smtClean="0" sz="1800" spc="0" i="1">
                <a:latin typeface="Arial"/>
                <a:cs typeface="Arial"/>
              </a:rPr>
              <a:t>l</a:t>
            </a:r>
            <a:r>
              <a:rPr dirty="0" smtClean="0" sz="1800" spc="0" i="1">
                <a:latin typeface="Arial"/>
                <a:cs typeface="Arial"/>
              </a:rPr>
              <a:t>ati</a:t>
            </a:r>
            <a:r>
              <a:rPr dirty="0" smtClean="0" sz="1800" spc="0" i="1">
                <a:latin typeface="Arial"/>
                <a:cs typeface="Arial"/>
              </a:rPr>
              <a:t>o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i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d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x</a:t>
            </a:r>
            <a:r>
              <a:rPr dirty="0" smtClean="0" sz="1800" spc="0">
                <a:latin typeface="Arial"/>
                <a:cs typeface="Arial"/>
              </a:rPr>
              <a:t>!</a:t>
            </a:r>
            <a:endParaRPr sz="1800">
              <a:latin typeface="Arial"/>
              <a:cs typeface="Arial"/>
            </a:endParaRPr>
          </a:p>
          <a:p>
            <a:pPr marL="380390">
              <a:lnSpc>
                <a:spcPts val="2069"/>
              </a:lnSpc>
              <a:spcBef>
                <a:spcPts val="1423"/>
              </a:spcBef>
            </a:pPr>
            <a:r>
              <a:rPr dirty="0" smtClean="0" sz="1800" spc="0">
                <a:latin typeface="Arial"/>
                <a:cs typeface="Arial"/>
              </a:rPr>
              <a:t>Ja</a:t>
            </a:r>
            <a:r>
              <a:rPr dirty="0" smtClean="0" sz="1800" spc="-39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ab:</a:t>
            </a:r>
            <a:r>
              <a:rPr dirty="0" smtClean="0" sz="1800" spc="0">
                <a:latin typeface="Arial"/>
                <a:cs typeface="Arial"/>
              </a:rPr>
              <a:t>    </a:t>
            </a:r>
            <a:r>
              <a:rPr dirty="0" smtClean="0" sz="1800" spc="24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f</a:t>
            </a:r>
            <a:r>
              <a:rPr dirty="0" smtClean="0" baseline="-26572" sz="1800" spc="9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=4kHz</a:t>
            </a:r>
            <a:endParaRPr sz="1800">
              <a:latin typeface="Arial"/>
              <a:cs typeface="Arial"/>
            </a:endParaRPr>
          </a:p>
          <a:p>
            <a:pPr marL="1447545">
              <a:lnSpc>
                <a:spcPct val="102091"/>
              </a:lnSpc>
              <a:spcBef>
                <a:spcPts val="1906"/>
              </a:spcBef>
            </a:pPr>
            <a:r>
              <a:rPr dirty="0" smtClean="0" sz="1800">
                <a:latin typeface="Symbol"/>
                <a:cs typeface="Symbol"/>
              </a:rPr>
              <a:t></a:t>
            </a:r>
            <a:r>
              <a:rPr dirty="0" smtClean="0" sz="1800" spc="0">
                <a:latin typeface="Arial"/>
                <a:cs typeface="Arial"/>
              </a:rPr>
              <a:t>f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1</a:t>
            </a:r>
            <a:r>
              <a:rPr dirty="0" smtClean="0" sz="1800" spc="0">
                <a:latin typeface="Arial"/>
                <a:cs typeface="Arial"/>
              </a:rPr>
              <a:t>0</a:t>
            </a:r>
            <a:r>
              <a:rPr dirty="0" smtClean="0" sz="1800" spc="0">
                <a:latin typeface="Arial"/>
                <a:cs typeface="Arial"/>
              </a:rPr>
              <a:t>kHz/V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*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4V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4</a:t>
            </a:r>
            <a:r>
              <a:rPr dirty="0" smtClean="0" sz="1800" spc="0" u="heavy">
                <a:latin typeface="Arial"/>
                <a:cs typeface="Arial"/>
              </a:rPr>
              <a:t>0</a:t>
            </a:r>
            <a:r>
              <a:rPr dirty="0" smtClean="0" sz="1800" spc="0" u="heavy">
                <a:latin typeface="Arial"/>
                <a:cs typeface="Arial"/>
              </a:rPr>
              <a:t>kHz.</a:t>
            </a:r>
            <a:endParaRPr sz="1800">
              <a:latin typeface="Arial"/>
              <a:cs typeface="Arial"/>
            </a:endParaRPr>
          </a:p>
          <a:p>
            <a:pPr marL="1447545">
              <a:lnSpc>
                <a:spcPts val="2470"/>
              </a:lnSpc>
              <a:spcBef>
                <a:spcPts val="123"/>
              </a:spcBef>
            </a:pPr>
            <a:r>
              <a:rPr dirty="0" smtClean="0" sz="1800" spc="-4">
                <a:latin typeface="Symbol"/>
                <a:cs typeface="Symbol"/>
              </a:rPr>
              <a:t></a:t>
            </a:r>
            <a:r>
              <a:rPr dirty="0" smtClean="0" baseline="-12078" sz="1800" spc="0">
                <a:latin typeface="Arial"/>
                <a:cs typeface="Arial"/>
              </a:rPr>
              <a:t>f</a:t>
            </a:r>
            <a:r>
              <a:rPr dirty="0" smtClean="0" baseline="-12078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0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z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/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z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10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08376" y="1310640"/>
            <a:ext cx="2712969" cy="1056131"/>
          </a:xfrm>
          <a:prstGeom prst="rect">
            <a:avLst/>
          </a:prstGeom>
        </p:spPr>
        <p:txBody>
          <a:bodyPr wrap="square" lIns="0" tIns="27940" rIns="0" bIns="0" rtlCol="0">
            <a:noAutofit/>
          </a:bodyPr>
          <a:lstStyle/>
          <a:p>
            <a:pPr marL="67854">
              <a:lnSpc>
                <a:spcPct val="100000"/>
              </a:lnSpc>
            </a:pPr>
            <a:r>
              <a:rPr dirty="0" smtClean="0" baseline="-25913" sz="4725" spc="-69">
                <a:latin typeface="Symbol"/>
                <a:cs typeface="Symbol"/>
              </a:rPr>
              <a:t></a:t>
            </a:r>
            <a:r>
              <a:rPr dirty="0" smtClean="0" baseline="-27607" sz="4725" spc="0">
                <a:latin typeface="Times New Roman"/>
                <a:cs typeface="Times New Roman"/>
              </a:rPr>
              <a:t>  </a:t>
            </a:r>
            <a:r>
              <a:rPr dirty="0" smtClean="0" baseline="-27607" sz="4725" spc="29">
                <a:latin typeface="Times New Roman"/>
                <a:cs typeface="Times New Roman"/>
              </a:rPr>
              <a:t> </a:t>
            </a:r>
            <a:r>
              <a:rPr dirty="0" smtClean="0" baseline="-27208" sz="4500" spc="0">
                <a:latin typeface="Symbol"/>
                <a:cs typeface="Symbol"/>
              </a:rPr>
              <a:t></a:t>
            </a:r>
            <a:r>
              <a:rPr dirty="0" smtClean="0" baseline="-28987" sz="4500" spc="184">
                <a:latin typeface="Times New Roman"/>
                <a:cs typeface="Times New Roman"/>
              </a:rPr>
              <a:t> </a:t>
            </a:r>
            <a:r>
              <a:rPr dirty="0" smtClean="0" baseline="14493" sz="4500" spc="0" i="1" u="heavy">
                <a:latin typeface="Times New Roman"/>
                <a:cs typeface="Times New Roman"/>
              </a:rPr>
              <a:t>k</a:t>
            </a:r>
            <a:r>
              <a:rPr dirty="0" smtClean="0" baseline="14493" sz="4500" spc="-329" i="1" u="heavy">
                <a:latin typeface="Times New Roman"/>
                <a:cs typeface="Times New Roman"/>
              </a:rPr>
              <a:t> </a:t>
            </a:r>
            <a:r>
              <a:rPr dirty="0" smtClean="0" sz="1750" spc="3" i="1" u="heavy">
                <a:latin typeface="Times New Roman"/>
                <a:cs typeface="Times New Roman"/>
              </a:rPr>
              <a:t>f</a:t>
            </a:r>
            <a:r>
              <a:rPr dirty="0" smtClean="0" sz="1750" spc="0" i="1" u="heavy">
                <a:latin typeface="Times New Roman"/>
                <a:cs typeface="Times New Roman"/>
              </a:rPr>
              <a:t> </a:t>
            </a:r>
            <a:r>
              <a:rPr dirty="0" smtClean="0" sz="1750" spc="-84" i="1" u="heavy">
                <a:latin typeface="Times New Roman"/>
                <a:cs typeface="Times New Roman"/>
              </a:rPr>
              <a:t> </a:t>
            </a:r>
            <a:r>
              <a:rPr dirty="0" smtClean="0" baseline="14493" sz="4500" spc="-200" i="1" u="heavy">
                <a:latin typeface="Times New Roman"/>
                <a:cs typeface="Times New Roman"/>
              </a:rPr>
              <a:t>A</a:t>
            </a:r>
            <a:r>
              <a:rPr dirty="0" smtClean="0" sz="1750" spc="0" i="1" u="heavy">
                <a:latin typeface="Times New Roman"/>
                <a:cs typeface="Times New Roman"/>
              </a:rPr>
              <a:t>m</a:t>
            </a:r>
            <a:r>
              <a:rPr dirty="0" smtClean="0" sz="1750" spc="0" i="1" u="heavy">
                <a:latin typeface="Times New Roman"/>
                <a:cs typeface="Times New Roman"/>
              </a:rPr>
              <a:t> </a:t>
            </a:r>
            <a:r>
              <a:rPr dirty="0" smtClean="0" sz="1750" spc="0" i="1">
                <a:latin typeface="Times New Roman"/>
                <a:cs typeface="Times New Roman"/>
              </a:rPr>
              <a:t> </a:t>
            </a:r>
            <a:r>
              <a:rPr dirty="0" smtClean="0" sz="1750" spc="-75" i="1">
                <a:latin typeface="Times New Roman"/>
                <a:cs typeface="Times New Roman"/>
              </a:rPr>
              <a:t> </a:t>
            </a:r>
            <a:r>
              <a:rPr dirty="0" smtClean="0" baseline="-27208" sz="4500" spc="0">
                <a:latin typeface="Symbol"/>
                <a:cs typeface="Symbol"/>
              </a:rPr>
              <a:t></a:t>
            </a:r>
            <a:r>
              <a:rPr dirty="0" smtClean="0" baseline="-28987" sz="4500" spc="184">
                <a:latin typeface="Times New Roman"/>
                <a:cs typeface="Times New Roman"/>
              </a:rPr>
              <a:t> </a:t>
            </a:r>
            <a:r>
              <a:rPr dirty="0" smtClean="0" sz="3000" spc="-25" u="heavy">
                <a:latin typeface="Symbol"/>
                <a:cs typeface="Symbol"/>
              </a:rPr>
              <a:t></a:t>
            </a:r>
            <a:r>
              <a:rPr dirty="0" smtClean="0" baseline="7730" sz="4500" spc="7" i="1" u="heavy">
                <a:latin typeface="Times New Roman"/>
                <a:cs typeface="Times New Roman"/>
              </a:rPr>
              <a:t>f</a:t>
            </a:r>
            <a:r>
              <a:rPr dirty="0" smtClean="0" baseline="7730" sz="4500" spc="64" i="1" u="heavy">
                <a:latin typeface="Times New Roman"/>
                <a:cs typeface="Times New Roman"/>
              </a:rPr>
              <a:t> 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996185" y="963929"/>
            <a:ext cx="12718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090535" y="1554728"/>
            <a:ext cx="5387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505248" y="1601537"/>
            <a:ext cx="10383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206724" y="1649909"/>
            <a:ext cx="10086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678332" y="1649909"/>
            <a:ext cx="5772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057400" y="4567936"/>
            <a:ext cx="594360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bject 3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133600" y="2159507"/>
            <a:ext cx="4953000" cy="1600200"/>
          </a:xfrm>
          <a:custGeom>
            <a:avLst/>
            <a:gdLst/>
            <a:ahLst/>
            <a:cxnLst/>
            <a:rect l="l" t="t" r="r" b="b"/>
            <a:pathLst>
              <a:path w="4953000" h="1600200">
                <a:moveTo>
                  <a:pt x="0" y="1600200"/>
                </a:moveTo>
                <a:lnTo>
                  <a:pt x="4953000" y="1600200"/>
                </a:lnTo>
                <a:lnTo>
                  <a:pt x="4953000" y="0"/>
                </a:lnTo>
                <a:lnTo>
                  <a:pt x="0" y="0"/>
                </a:lnTo>
                <a:lnTo>
                  <a:pt x="0" y="16002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79476" y="4038600"/>
            <a:ext cx="8763000" cy="1447800"/>
          </a:xfrm>
          <a:custGeom>
            <a:avLst/>
            <a:gdLst/>
            <a:ahLst/>
            <a:cxnLst/>
            <a:rect l="l" t="t" r="r" b="b"/>
            <a:pathLst>
              <a:path w="8763000" h="1447800">
                <a:moveTo>
                  <a:pt x="0" y="1447800"/>
                </a:moveTo>
                <a:lnTo>
                  <a:pt x="8763000" y="1447800"/>
                </a:lnTo>
                <a:lnTo>
                  <a:pt x="8763000" y="0"/>
                </a:lnTo>
                <a:lnTo>
                  <a:pt x="0" y="0"/>
                </a:lnTo>
                <a:lnTo>
                  <a:pt x="0" y="14478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58216" y="863067"/>
            <a:ext cx="6988738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Sp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ktrum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Ban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width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Sin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y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al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FM</a:t>
            </a:r>
            <a:endParaRPr sz="3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41044" y="1670740"/>
            <a:ext cx="67805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5">
                <a:latin typeface="Arial"/>
                <a:cs typeface="Arial"/>
              </a:rPr>
              <a:t>Si</a:t>
            </a:r>
            <a:r>
              <a:rPr dirty="0" smtClean="0" sz="1800" spc="-5">
                <a:latin typeface="Arial"/>
                <a:cs typeface="Arial"/>
              </a:rPr>
              <a:t>n</a:t>
            </a:r>
            <a:r>
              <a:rPr dirty="0" smtClean="0" sz="1800" spc="-5">
                <a:latin typeface="Arial"/>
                <a:cs typeface="Arial"/>
              </a:rPr>
              <a:t>y</a:t>
            </a:r>
            <a:r>
              <a:rPr dirty="0" smtClean="0" sz="1800" spc="-5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26616" y="1670740"/>
            <a:ext cx="38978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FM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20265" y="1670740"/>
            <a:ext cx="88310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m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mi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iki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09519" y="1670740"/>
            <a:ext cx="51597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9</a:t>
            </a:r>
            <a:r>
              <a:rPr dirty="0" smtClean="0" sz="1800" spc="-3">
                <a:latin typeface="Arial"/>
                <a:cs typeface="Arial"/>
              </a:rPr>
              <a:t>8</a:t>
            </a:r>
            <a:r>
              <a:rPr dirty="0" smtClean="0" sz="1800" spc="-3">
                <a:latin typeface="Arial"/>
                <a:cs typeface="Arial"/>
              </a:rPr>
              <a:t>%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29355" y="1670740"/>
            <a:ext cx="44008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ari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774211" y="1670740"/>
            <a:ext cx="104655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total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28743" y="1670740"/>
            <a:ext cx="29811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2">
                <a:latin typeface="Arial"/>
                <a:cs typeface="Arial"/>
              </a:rPr>
              <a:t>y</a:t>
            </a:r>
            <a:r>
              <a:rPr dirty="0" smtClean="0" sz="1800" spc="-12"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133467" y="1670740"/>
            <a:ext cx="15177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tra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smis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57086" y="1670740"/>
            <a:ext cx="56695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da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228586" y="1670740"/>
            <a:ext cx="109319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7">
                <a:latin typeface="Arial"/>
                <a:cs typeface="Arial"/>
              </a:rPr>
              <a:t>b</a:t>
            </a:r>
            <a:r>
              <a:rPr dirty="0" smtClean="0" sz="1800" spc="-7">
                <a:latin typeface="Arial"/>
                <a:cs typeface="Arial"/>
              </a:rPr>
              <a:t>a</a:t>
            </a:r>
            <a:r>
              <a:rPr dirty="0" smtClean="0" sz="1800" spc="-7">
                <a:latin typeface="Arial"/>
                <a:cs typeface="Arial"/>
              </a:rPr>
              <a:t>n</a:t>
            </a:r>
            <a:r>
              <a:rPr dirty="0" smtClean="0" sz="1800" spc="-7">
                <a:latin typeface="Arial"/>
                <a:cs typeface="Arial"/>
              </a:rPr>
              <a:t>d</a:t>
            </a:r>
            <a:r>
              <a:rPr dirty="0" smtClean="0" sz="1800" spc="-7">
                <a:latin typeface="Arial"/>
                <a:cs typeface="Arial"/>
              </a:rPr>
              <a:t>w</a:t>
            </a:r>
            <a:r>
              <a:rPr dirty="0" smtClean="0" sz="1800" spc="-7">
                <a:latin typeface="Arial"/>
                <a:cs typeface="Arial"/>
              </a:rPr>
              <a:t>i</a:t>
            </a:r>
            <a:r>
              <a:rPr dirty="0" smtClean="0" sz="1800" spc="-7">
                <a:latin typeface="Arial"/>
                <a:cs typeface="Arial"/>
              </a:rPr>
              <a:t>d</a:t>
            </a:r>
            <a:r>
              <a:rPr dirty="0" smtClean="0" sz="1800" spc="-7">
                <a:latin typeface="Arial"/>
                <a:cs typeface="Arial"/>
              </a:rPr>
              <a:t>th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33409" y="1670740"/>
            <a:ext cx="40213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68">
                <a:latin typeface="Arial"/>
                <a:cs typeface="Arial"/>
              </a:rPr>
              <a:t>R</a:t>
            </a:r>
            <a:r>
              <a:rPr dirty="0" smtClean="0" sz="1800" spc="-68">
                <a:latin typeface="Arial"/>
                <a:cs typeface="Arial"/>
              </a:rPr>
              <a:t>F</a:t>
            </a:r>
            <a:r>
              <a:rPr dirty="0" smtClean="0" sz="1800" spc="-68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41156" y="1670740"/>
            <a:ext cx="311496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>
                <a:latin typeface="Arial"/>
                <a:cs typeface="Arial"/>
              </a:rPr>
              <a:t>B</a:t>
            </a:r>
            <a:r>
              <a:rPr dirty="0" smtClean="0" baseline="-9662" sz="1800">
                <a:latin typeface="Arial"/>
                <a:cs typeface="Arial"/>
              </a:rPr>
              <a:t>T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446768" y="6471832"/>
            <a:ext cx="34556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9476" y="4038600"/>
            <a:ext cx="8763000" cy="1447800"/>
          </a:xfrm>
          <a:prstGeom prst="rect">
            <a:avLst/>
          </a:prstGeom>
        </p:spPr>
        <p:txBody>
          <a:bodyPr wrap="square" lIns="0" tIns="4015" rIns="0" bIns="0" rtlCol="0">
            <a:noAutofit/>
          </a:bodyPr>
          <a:lstStyle/>
          <a:p>
            <a:pPr>
              <a:lnSpc>
                <a:spcPts val="1100"/>
              </a:lnSpc>
            </a:pPr>
            <a:endParaRPr sz="1100"/>
          </a:p>
          <a:p>
            <a:pPr marL="207264">
              <a:lnSpc>
                <a:spcPct val="95825"/>
              </a:lnSpc>
            </a:pPr>
            <a:r>
              <a:rPr dirty="0" smtClean="0" sz="1800" spc="2" b="1" u="heavy">
                <a:latin typeface="Arial"/>
                <a:cs typeface="Arial"/>
              </a:rPr>
              <a:t>Con</a:t>
            </a:r>
            <a:r>
              <a:rPr dirty="0" smtClean="0" sz="1800" spc="2" b="1" u="heavy">
                <a:latin typeface="Arial"/>
                <a:cs typeface="Arial"/>
              </a:rPr>
              <a:t>t</a:t>
            </a:r>
            <a:r>
              <a:rPr dirty="0" smtClean="0" sz="1800" spc="2" b="1" u="heavy">
                <a:latin typeface="Arial"/>
                <a:cs typeface="Arial"/>
              </a:rPr>
              <a:t>o</a:t>
            </a:r>
            <a:r>
              <a:rPr dirty="0" smtClean="0" sz="1800" spc="2" b="1" u="heavy">
                <a:latin typeface="Arial"/>
                <a:cs typeface="Arial"/>
              </a:rPr>
              <a:t>h</a:t>
            </a:r>
            <a:r>
              <a:rPr dirty="0" smtClean="0" sz="1800" spc="2" b="1" u="heavy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  <a:p>
            <a:pPr marL="207264" marR="138362">
              <a:lnSpc>
                <a:spcPts val="2160"/>
              </a:lnSpc>
              <a:spcBef>
                <a:spcPts val="158"/>
              </a:spcBef>
            </a:pPr>
            <a:r>
              <a:rPr dirty="0" smtClean="0" sz="1800">
                <a:latin typeface="Arial"/>
                <a:cs typeface="Arial"/>
              </a:rPr>
              <a:t>FM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-9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-6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AMPS</a:t>
            </a:r>
            <a:r>
              <a:rPr dirty="0" smtClean="0" sz="1800" spc="-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-9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ak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3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ks</a:t>
            </a:r>
            <a:r>
              <a:rPr dirty="0" smtClean="0" sz="1800" spc="1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mo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asi</a:t>
            </a:r>
            <a:r>
              <a:rPr dirty="0" smtClean="0" sz="1800" spc="2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baseline="-21740" sz="1800" spc="0">
                <a:latin typeface="Arial"/>
                <a:cs typeface="Arial"/>
              </a:rPr>
              <a:t>f</a:t>
            </a:r>
            <a:r>
              <a:rPr dirty="0" smtClean="0" baseline="-21740" sz="1800" spc="172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3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4">
                <a:latin typeface="Arial"/>
                <a:cs typeface="Arial"/>
              </a:rPr>
              <a:t>f</a:t>
            </a:r>
            <a:r>
              <a:rPr dirty="0" smtClean="0" baseline="-21740" sz="1800" spc="0">
                <a:latin typeface="Arial"/>
                <a:cs typeface="Arial"/>
              </a:rPr>
              <a:t>m</a:t>
            </a:r>
            <a:r>
              <a:rPr dirty="0" smtClean="0" baseline="-21740" sz="1800" spc="167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-9">
                <a:latin typeface="Arial"/>
                <a:cs typeface="Arial"/>
              </a:rPr>
              <a:t>4</a:t>
            </a:r>
            <a:r>
              <a:rPr dirty="0" smtClean="0" sz="1800" spc="0">
                <a:latin typeface="Arial"/>
                <a:cs typeface="Arial"/>
              </a:rPr>
              <a:t>kHz.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-9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ak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3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-9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kum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C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rso</a:t>
            </a:r>
            <a:r>
              <a:rPr dirty="0" smtClean="0" sz="1800" spc="-9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-75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AMPS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memil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ki</a:t>
            </a:r>
            <a:r>
              <a:rPr dirty="0" smtClean="0" sz="1800" spc="2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batas</a:t>
            </a:r>
            <a:r>
              <a:rPr dirty="0" smtClean="0" sz="1800" spc="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atas</a:t>
            </a:r>
            <a:r>
              <a:rPr dirty="0" smtClean="0" sz="1800" spc="-19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3</a:t>
            </a:r>
            <a:r>
              <a:rPr dirty="0" smtClean="0" sz="1800" spc="-9" u="heavy">
                <a:latin typeface="Arial"/>
                <a:cs typeface="Arial"/>
              </a:rPr>
              <a:t>2</a:t>
            </a:r>
            <a:r>
              <a:rPr dirty="0" smtClean="0" sz="1800" spc="0" u="heavy">
                <a:latin typeface="Arial"/>
                <a:cs typeface="Arial"/>
              </a:rPr>
              <a:t>kHz</a:t>
            </a:r>
            <a:r>
              <a:rPr dirty="0" smtClean="0" sz="1800" spc="498" u="heavy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39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ah</a:t>
            </a:r>
            <a:endParaRPr sz="1800">
              <a:latin typeface="Arial"/>
              <a:cs typeface="Arial"/>
            </a:endParaRPr>
          </a:p>
          <a:p>
            <a:pPr marL="207264">
              <a:lnSpc>
                <a:spcPct val="95825"/>
              </a:lnSpc>
            </a:pPr>
            <a:r>
              <a:rPr dirty="0" smtClean="0" sz="1800" spc="0" u="heavy">
                <a:latin typeface="Arial"/>
                <a:cs typeface="Arial"/>
              </a:rPr>
              <a:t>2</a:t>
            </a:r>
            <a:r>
              <a:rPr dirty="0" smtClean="0" sz="1800" spc="0" u="heavy">
                <a:latin typeface="Arial"/>
                <a:cs typeface="Arial"/>
              </a:rPr>
              <a:t>4</a:t>
            </a:r>
            <a:r>
              <a:rPr dirty="0" smtClean="0" sz="1800" spc="0" u="heavy">
                <a:latin typeface="Arial"/>
                <a:cs typeface="Arial"/>
              </a:rPr>
              <a:t>kHz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tuk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rl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33600" y="2159507"/>
            <a:ext cx="4953000" cy="1600200"/>
          </a:xfrm>
          <a:prstGeom prst="rect">
            <a:avLst/>
          </a:prstGeom>
        </p:spPr>
        <p:txBody>
          <a:bodyPr wrap="square" lIns="0" tIns="42545" rIns="0" bIns="0" rtlCol="0">
            <a:noAutofit/>
          </a:bodyPr>
          <a:lstStyle/>
          <a:p>
            <a:pPr marL="1643506" marR="1721611" algn="ctr">
              <a:lnSpc>
                <a:spcPct val="95825"/>
              </a:lnSpc>
            </a:pP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’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1800" spc="-5" b="1" u="heavy">
                <a:solidFill>
                  <a:srgbClr val="FF0000"/>
                </a:solidFill>
                <a:latin typeface="Arial"/>
                <a:cs typeface="Arial"/>
              </a:rPr>
              <a:t>Rule</a:t>
            </a:r>
            <a:endParaRPr sz="1800">
              <a:latin typeface="Arial"/>
              <a:cs typeface="Arial"/>
            </a:endParaRPr>
          </a:p>
          <a:p>
            <a:pPr marL="320758">
              <a:lnSpc>
                <a:spcPts val="3518"/>
              </a:lnSpc>
              <a:spcBef>
                <a:spcPts val="1197"/>
              </a:spcBef>
            </a:pPr>
            <a:r>
              <a:rPr dirty="0" smtClean="0" sz="2900" spc="-264" i="1">
                <a:latin typeface="Times New Roman"/>
                <a:cs typeface="Times New Roman"/>
              </a:rPr>
              <a:t>B</a:t>
            </a:r>
            <a:r>
              <a:rPr dirty="0" smtClean="0" baseline="-23872" sz="2550" spc="0" i="1">
                <a:latin typeface="Times New Roman"/>
                <a:cs typeface="Times New Roman"/>
              </a:rPr>
              <a:t>T</a:t>
            </a:r>
            <a:r>
              <a:rPr dirty="0" smtClean="0" baseline="-23872" sz="2550" spc="0" i="1">
                <a:latin typeface="Times New Roman"/>
                <a:cs typeface="Times New Roman"/>
              </a:rPr>
              <a:t> </a:t>
            </a:r>
            <a:r>
              <a:rPr dirty="0" smtClean="0" baseline="-23872" sz="2550" spc="343" i="1">
                <a:latin typeface="Times New Roman"/>
                <a:cs typeface="Times New Roman"/>
              </a:rPr>
              <a:t> </a:t>
            </a:r>
            <a:r>
              <a:rPr dirty="0" smtClean="0" sz="2900" spc="0">
                <a:latin typeface="Symbol"/>
                <a:cs typeface="Symbol"/>
              </a:rPr>
              <a:t></a:t>
            </a:r>
            <a:r>
              <a:rPr dirty="0" smtClean="0" sz="2900" spc="-56">
                <a:latin typeface="Times New Roman"/>
                <a:cs typeface="Times New Roman"/>
              </a:rPr>
              <a:t> </a:t>
            </a:r>
            <a:r>
              <a:rPr dirty="0" smtClean="0" sz="2900" spc="1">
                <a:latin typeface="Times New Roman"/>
                <a:cs typeface="Times New Roman"/>
              </a:rPr>
              <a:t>2</a:t>
            </a:r>
            <a:r>
              <a:rPr dirty="0" smtClean="0" sz="2900" spc="122">
                <a:latin typeface="Times New Roman"/>
                <a:cs typeface="Times New Roman"/>
              </a:rPr>
              <a:t>(</a:t>
            </a:r>
            <a:r>
              <a:rPr dirty="0" smtClean="0" sz="3050" spc="-50">
                <a:latin typeface="Symbol"/>
                <a:cs typeface="Symbol"/>
              </a:rPr>
              <a:t></a:t>
            </a:r>
            <a:r>
              <a:rPr dirty="0" smtClean="0" sz="3050" spc="-379">
                <a:latin typeface="Times New Roman"/>
                <a:cs typeface="Times New Roman"/>
              </a:rPr>
              <a:t> </a:t>
            </a:r>
            <a:r>
              <a:rPr dirty="0" smtClean="0" baseline="-23872" sz="2550" spc="0" i="1">
                <a:latin typeface="Times New Roman"/>
                <a:cs typeface="Times New Roman"/>
              </a:rPr>
              <a:t>f</a:t>
            </a:r>
            <a:r>
              <a:rPr dirty="0" smtClean="0" baseline="-23872" sz="2550" spc="0" i="1">
                <a:latin typeface="Times New Roman"/>
                <a:cs typeface="Times New Roman"/>
              </a:rPr>
              <a:t> </a:t>
            </a:r>
            <a:r>
              <a:rPr dirty="0" smtClean="0" baseline="-23872" sz="2550" spc="273" i="1">
                <a:latin typeface="Times New Roman"/>
                <a:cs typeface="Times New Roman"/>
              </a:rPr>
              <a:t> </a:t>
            </a:r>
            <a:r>
              <a:rPr dirty="0" smtClean="0" sz="2900" spc="159">
                <a:latin typeface="Symbol"/>
                <a:cs typeface="Symbol"/>
              </a:rPr>
              <a:t></a:t>
            </a:r>
            <a:r>
              <a:rPr dirty="0" smtClean="0" sz="2900" spc="-279">
                <a:latin typeface="Times New Roman"/>
                <a:cs typeface="Times New Roman"/>
              </a:rPr>
              <a:t>1</a:t>
            </a:r>
            <a:r>
              <a:rPr dirty="0" smtClean="0" sz="2900" spc="0">
                <a:latin typeface="Times New Roman"/>
                <a:cs typeface="Times New Roman"/>
              </a:rPr>
              <a:t>)</a:t>
            </a:r>
            <a:r>
              <a:rPr dirty="0" smtClean="0" sz="2900" spc="10">
                <a:latin typeface="Times New Roman"/>
                <a:cs typeface="Times New Roman"/>
              </a:rPr>
              <a:t> </a:t>
            </a:r>
            <a:r>
              <a:rPr dirty="0" smtClean="0" sz="2900" spc="104" i="1">
                <a:latin typeface="Times New Roman"/>
                <a:cs typeface="Times New Roman"/>
              </a:rPr>
              <a:t>f</a:t>
            </a:r>
            <a:r>
              <a:rPr dirty="0" smtClean="0" baseline="-23872" sz="2550" spc="0" i="1">
                <a:latin typeface="Times New Roman"/>
                <a:cs typeface="Times New Roman"/>
              </a:rPr>
              <a:t>m</a:t>
            </a:r>
            <a:r>
              <a:rPr dirty="0" smtClean="0" baseline="-23872" sz="2550" spc="0" i="1">
                <a:latin typeface="Times New Roman"/>
                <a:cs typeface="Times New Roman"/>
              </a:rPr>
              <a:t>      </a:t>
            </a:r>
            <a:r>
              <a:rPr dirty="0" smtClean="0" baseline="-23872" sz="2550" spc="151" i="1">
                <a:latin typeface="Times New Roman"/>
                <a:cs typeface="Times New Roman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atas</a:t>
            </a:r>
            <a:endParaRPr sz="1800">
              <a:latin typeface="Arial"/>
              <a:cs typeface="Arial"/>
            </a:endParaRPr>
          </a:p>
          <a:p>
            <a:pPr marL="758537">
              <a:lnSpc>
                <a:spcPts val="4215"/>
              </a:lnSpc>
              <a:spcBef>
                <a:spcPts val="910"/>
              </a:spcBef>
            </a:pPr>
            <a:r>
              <a:rPr dirty="0" smtClean="0" sz="3150" spc="-275" i="1">
                <a:latin typeface="Times New Roman"/>
                <a:cs typeface="Times New Roman"/>
              </a:rPr>
              <a:t>B</a:t>
            </a:r>
            <a:r>
              <a:rPr dirty="0" smtClean="0" baseline="-14102" sz="2775" spc="0" i="1">
                <a:latin typeface="Times New Roman"/>
                <a:cs typeface="Times New Roman"/>
              </a:rPr>
              <a:t>T</a:t>
            </a:r>
            <a:r>
              <a:rPr dirty="0" smtClean="0" baseline="-14102" sz="2775" spc="0" i="1">
                <a:latin typeface="Times New Roman"/>
                <a:cs typeface="Times New Roman"/>
              </a:rPr>
              <a:t> </a:t>
            </a:r>
            <a:r>
              <a:rPr dirty="0" smtClean="0" baseline="-14102" sz="2775" spc="362" i="1">
                <a:latin typeface="Times New Roman"/>
                <a:cs typeface="Times New Roman"/>
              </a:rPr>
              <a:t> </a:t>
            </a:r>
            <a:r>
              <a:rPr dirty="0" smtClean="0" sz="3150" spc="0">
                <a:latin typeface="Symbol"/>
                <a:cs typeface="Symbol"/>
              </a:rPr>
              <a:t></a:t>
            </a:r>
            <a:r>
              <a:rPr dirty="0" smtClean="0" sz="3150" spc="-75">
                <a:latin typeface="Times New Roman"/>
                <a:cs typeface="Times New Roman"/>
              </a:rPr>
              <a:t> </a:t>
            </a:r>
            <a:r>
              <a:rPr dirty="0" smtClean="0" sz="3150" spc="9">
                <a:latin typeface="Times New Roman"/>
                <a:cs typeface="Times New Roman"/>
              </a:rPr>
              <a:t>2</a:t>
            </a:r>
            <a:r>
              <a:rPr dirty="0" smtClean="0" sz="3150" spc="-64">
                <a:latin typeface="Symbol"/>
                <a:cs typeface="Symbol"/>
              </a:rPr>
              <a:t></a:t>
            </a:r>
            <a:r>
              <a:rPr dirty="0" smtClean="0" sz="3150" spc="0" i="1">
                <a:latin typeface="Times New Roman"/>
                <a:cs typeface="Times New Roman"/>
              </a:rPr>
              <a:t>f</a:t>
            </a:r>
            <a:r>
              <a:rPr dirty="0" smtClean="0" sz="3150" spc="0" i="1">
                <a:latin typeface="Times New Roman"/>
                <a:cs typeface="Times New Roman"/>
              </a:rPr>
              <a:t>        </a:t>
            </a:r>
            <a:r>
              <a:rPr dirty="0" smtClean="0" sz="3150" spc="317" i="1">
                <a:latin typeface="Times New Roman"/>
                <a:cs typeface="Times New Roman"/>
              </a:rPr>
              <a:t> </a:t>
            </a:r>
            <a:r>
              <a:rPr dirty="0" smtClean="0" baseline="16104" sz="2700" spc="0">
                <a:latin typeface="Arial"/>
                <a:cs typeface="Arial"/>
              </a:rPr>
              <a:t>B</a:t>
            </a:r>
            <a:r>
              <a:rPr dirty="0" smtClean="0" baseline="16104" sz="2700" spc="-4">
                <a:latin typeface="Arial"/>
                <a:cs typeface="Arial"/>
              </a:rPr>
              <a:t>a</a:t>
            </a:r>
            <a:r>
              <a:rPr dirty="0" smtClean="0" baseline="16104" sz="2700" spc="0">
                <a:latin typeface="Arial"/>
                <a:cs typeface="Arial"/>
              </a:rPr>
              <a:t>tas</a:t>
            </a:r>
            <a:r>
              <a:rPr dirty="0" smtClean="0" baseline="16104" sz="2700" spc="0">
                <a:latin typeface="Arial"/>
                <a:cs typeface="Arial"/>
              </a:rPr>
              <a:t> </a:t>
            </a:r>
            <a:r>
              <a:rPr dirty="0" smtClean="0" baseline="16104" sz="2700" spc="0">
                <a:latin typeface="Arial"/>
                <a:cs typeface="Arial"/>
              </a:rPr>
              <a:t>b</a:t>
            </a:r>
            <a:r>
              <a:rPr dirty="0" smtClean="0" baseline="16104" sz="2700" spc="-4">
                <a:latin typeface="Arial"/>
                <a:cs typeface="Arial"/>
              </a:rPr>
              <a:t>a</a:t>
            </a:r>
            <a:r>
              <a:rPr dirty="0" smtClean="0" baseline="16104" sz="2700" spc="-39">
                <a:latin typeface="Arial"/>
                <a:cs typeface="Arial"/>
              </a:rPr>
              <a:t>w</a:t>
            </a:r>
            <a:r>
              <a:rPr dirty="0" smtClean="0" baseline="16104" sz="2700" spc="0">
                <a:latin typeface="Arial"/>
                <a:cs typeface="Arial"/>
              </a:rPr>
              <a:t>ah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7352" y="1066038"/>
            <a:ext cx="10913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179288" y="1066038"/>
            <a:ext cx="11076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369685" y="1066038"/>
            <a:ext cx="10587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673174" y="1066038"/>
            <a:ext cx="11198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775073" y="2277110"/>
            <a:ext cx="6469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7102119" y="4805680"/>
            <a:ext cx="12621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8216" y="793606"/>
            <a:ext cx="3700373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FM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modu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ator</a:t>
            </a:r>
            <a:endParaRPr sz="3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5940" y="15458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79144" y="1545819"/>
            <a:ext cx="663136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Ko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versi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ri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 u="heavy">
                <a:latin typeface="Arial"/>
                <a:cs typeface="Arial"/>
              </a:rPr>
              <a:t>fr</a:t>
            </a:r>
            <a:r>
              <a:rPr dirty="0" smtClean="0" sz="3200" spc="-3" u="heavy">
                <a:latin typeface="Arial"/>
                <a:cs typeface="Arial"/>
              </a:rPr>
              <a:t>e</a:t>
            </a:r>
            <a:r>
              <a:rPr dirty="0" smtClean="0" sz="3200" spc="-3" u="heavy">
                <a:latin typeface="Arial"/>
                <a:cs typeface="Arial"/>
              </a:rPr>
              <a:t>k</a:t>
            </a:r>
            <a:r>
              <a:rPr dirty="0" smtClean="0" sz="3200" spc="-3" u="heavy">
                <a:latin typeface="Arial"/>
                <a:cs typeface="Arial"/>
              </a:rPr>
              <a:t>uen</a:t>
            </a:r>
            <a:r>
              <a:rPr dirty="0" smtClean="0" sz="3200" spc="-3" u="heavy">
                <a:latin typeface="Arial"/>
                <a:cs typeface="Arial"/>
              </a:rPr>
              <a:t>si</a:t>
            </a:r>
            <a:r>
              <a:rPr dirty="0" smtClean="0" sz="3200" spc="-3" u="heavy">
                <a:latin typeface="Arial"/>
                <a:cs typeface="Arial"/>
              </a:rPr>
              <a:t> </a:t>
            </a:r>
            <a:r>
              <a:rPr dirty="0" smtClean="0" sz="3200" spc="-3" u="heavy">
                <a:latin typeface="Arial"/>
                <a:cs typeface="Arial"/>
              </a:rPr>
              <a:t>sinyal</a:t>
            </a:r>
            <a:r>
              <a:rPr dirty="0" smtClean="0" sz="3200" spc="-3" u="heavy">
                <a:latin typeface="Arial"/>
                <a:cs typeface="Arial"/>
              </a:rPr>
              <a:t> </a:t>
            </a:r>
            <a:r>
              <a:rPr dirty="0" smtClean="0" sz="3200" spc="-3" u="heavy">
                <a:latin typeface="Arial"/>
                <a:cs typeface="Arial"/>
              </a:rPr>
              <a:t>carri</a:t>
            </a:r>
            <a:r>
              <a:rPr dirty="0" smtClean="0" sz="3200" spc="-3" u="heavy">
                <a:latin typeface="Arial"/>
                <a:cs typeface="Arial"/>
              </a:rPr>
              <a:t>e</a:t>
            </a:r>
            <a:r>
              <a:rPr dirty="0" smtClean="0" sz="3200" spc="-3" u="heavy">
                <a:latin typeface="Arial"/>
                <a:cs typeface="Arial"/>
              </a:rPr>
              <a:t>r</a:t>
            </a:r>
            <a:endParaRPr sz="32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533894" y="1545819"/>
            <a:ext cx="517717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4">
                <a:latin typeface="Arial"/>
                <a:cs typeface="Arial"/>
              </a:rPr>
              <a:t>ke</a:t>
            </a:r>
            <a:endParaRPr sz="32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79144" y="2034127"/>
            <a:ext cx="421600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u="heavy">
                <a:latin typeface="Arial"/>
                <a:cs typeface="Arial"/>
              </a:rPr>
              <a:t>a</a:t>
            </a:r>
            <a:r>
              <a:rPr dirty="0" smtClean="0" sz="3200" spc="-3" u="heavy">
                <a:latin typeface="Arial"/>
                <a:cs typeface="Arial"/>
              </a:rPr>
              <a:t>m</a:t>
            </a:r>
            <a:r>
              <a:rPr dirty="0" smtClean="0" sz="3200" spc="-3" u="heavy">
                <a:latin typeface="Arial"/>
                <a:cs typeface="Arial"/>
              </a:rPr>
              <a:t>pl</a:t>
            </a:r>
            <a:r>
              <a:rPr dirty="0" smtClean="0" sz="3200" spc="-3" u="heavy">
                <a:latin typeface="Arial"/>
                <a:cs typeface="Arial"/>
              </a:rPr>
              <a:t>i</a:t>
            </a:r>
            <a:r>
              <a:rPr dirty="0" smtClean="0" sz="3200" spc="-3" u="heavy">
                <a:latin typeface="Arial"/>
                <a:cs typeface="Arial"/>
              </a:rPr>
              <a:t>tu</a:t>
            </a:r>
            <a:r>
              <a:rPr dirty="0" smtClean="0" sz="3200" spc="-3" u="heavy">
                <a:latin typeface="Arial"/>
                <a:cs typeface="Arial"/>
              </a:rPr>
              <a:t>d</a:t>
            </a:r>
            <a:r>
              <a:rPr dirty="0" smtClean="0" sz="3200" spc="-3" u="heavy">
                <a:latin typeface="Arial"/>
                <a:cs typeface="Arial"/>
              </a:rPr>
              <a:t>a</a:t>
            </a:r>
            <a:r>
              <a:rPr dirty="0" smtClean="0" sz="3200" spc="-3" u="heavy">
                <a:latin typeface="Arial"/>
                <a:cs typeface="Arial"/>
              </a:rPr>
              <a:t> </a:t>
            </a:r>
            <a:r>
              <a:rPr dirty="0" smtClean="0" sz="3200" spc="-3" u="heavy">
                <a:latin typeface="Arial"/>
                <a:cs typeface="Arial"/>
              </a:rPr>
              <a:t>si</a:t>
            </a:r>
            <a:r>
              <a:rPr dirty="0" smtClean="0" sz="3200" spc="-3" u="heavy">
                <a:latin typeface="Arial"/>
                <a:cs typeface="Arial"/>
              </a:rPr>
              <a:t>n</a:t>
            </a:r>
            <a:r>
              <a:rPr dirty="0" smtClean="0" sz="3200" spc="-3" u="heavy">
                <a:latin typeface="Arial"/>
                <a:cs typeface="Arial"/>
              </a:rPr>
              <a:t>yal</a:t>
            </a:r>
            <a:r>
              <a:rPr dirty="0" smtClean="0" sz="3200" spc="-3" u="heavy">
                <a:latin typeface="Arial"/>
                <a:cs typeface="Arial"/>
              </a:rPr>
              <a:t> </a:t>
            </a:r>
            <a:r>
              <a:rPr dirty="0" smtClean="0" sz="3200" spc="-3" u="heavy">
                <a:latin typeface="Arial"/>
                <a:cs typeface="Arial"/>
              </a:rPr>
              <a:t>p</a:t>
            </a:r>
            <a:r>
              <a:rPr dirty="0" smtClean="0" sz="3200" spc="-3" u="heavy">
                <a:latin typeface="Arial"/>
                <a:cs typeface="Arial"/>
              </a:rPr>
              <a:t>e</a:t>
            </a:r>
            <a:r>
              <a:rPr dirty="0" smtClean="0" sz="3200" spc="-3" u="heavy">
                <a:latin typeface="Arial"/>
                <a:cs typeface="Arial"/>
              </a:rPr>
              <a:t>san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35940" y="2619343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9144" y="2619343"/>
            <a:ext cx="3560306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1">
                <a:latin typeface="Arial"/>
                <a:cs typeface="Arial"/>
              </a:rPr>
              <a:t>T</a:t>
            </a:r>
            <a:r>
              <a:rPr dirty="0" smtClean="0" sz="3200" spc="-21">
                <a:latin typeface="Arial"/>
                <a:cs typeface="Arial"/>
              </a:rPr>
              <a:t>eknik</a:t>
            </a:r>
            <a:r>
              <a:rPr dirty="0" smtClean="0" sz="3200" spc="-21">
                <a:latin typeface="Arial"/>
                <a:cs typeface="Arial"/>
              </a:rPr>
              <a:t> </a:t>
            </a:r>
            <a:r>
              <a:rPr dirty="0" smtClean="0" sz="3200" spc="-21">
                <a:latin typeface="Arial"/>
                <a:cs typeface="Arial"/>
              </a:rPr>
              <a:t>d</a:t>
            </a:r>
            <a:r>
              <a:rPr dirty="0" smtClean="0" sz="3200" spc="-21">
                <a:latin typeface="Arial"/>
                <a:cs typeface="Arial"/>
              </a:rPr>
              <a:t>e</a:t>
            </a:r>
            <a:r>
              <a:rPr dirty="0" smtClean="0" sz="3200" spc="-21">
                <a:latin typeface="Arial"/>
                <a:cs typeface="Arial"/>
              </a:rPr>
              <a:t>teksi</a:t>
            </a:r>
            <a:r>
              <a:rPr dirty="0" smtClean="0" sz="3200" spc="-21">
                <a:latin typeface="Arial"/>
                <a:cs typeface="Arial"/>
              </a:rPr>
              <a:t> </a:t>
            </a:r>
            <a:r>
              <a:rPr dirty="0" smtClean="0" sz="3200" spc="-21">
                <a:latin typeface="Arial"/>
                <a:cs typeface="Arial"/>
              </a:rPr>
              <a:t>FM</a:t>
            </a:r>
            <a:r>
              <a:rPr dirty="0" smtClean="0" sz="3200" spc="-21">
                <a:latin typeface="Arial"/>
                <a:cs typeface="Arial"/>
              </a:rPr>
              <a:t> </a:t>
            </a:r>
            <a:r>
              <a:rPr dirty="0" smtClean="0" sz="3200" spc="-21">
                <a:latin typeface="Arial"/>
                <a:cs typeface="Arial"/>
              </a:rPr>
              <a:t>:</a:t>
            </a:r>
            <a:endParaRPr sz="3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50594" y="3165132"/>
            <a:ext cx="177952" cy="1647436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570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696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696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79194" y="3165132"/>
            <a:ext cx="3640958" cy="1647436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39873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teksi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e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ts val="3460"/>
              </a:lnSpc>
              <a:spcBef>
                <a:spcPts val="225"/>
              </a:spcBef>
            </a:pPr>
            <a:r>
              <a:rPr dirty="0" smtClean="0" sz="2400">
                <a:latin typeface="Arial"/>
                <a:cs typeface="Arial"/>
              </a:rPr>
              <a:t>D</a:t>
            </a:r>
            <a:r>
              <a:rPr dirty="0" smtClean="0" sz="2400" spc="-4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teksi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Zero</a:t>
            </a:r>
            <a:r>
              <a:rPr dirty="0" smtClean="0" sz="2400" spc="4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crossing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-9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skriminasi</a:t>
            </a:r>
            <a:r>
              <a:rPr dirty="0" smtClean="0" sz="2400" spc="34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-4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as</a:t>
            </a:r>
            <a:r>
              <a:rPr dirty="0" smtClean="0" sz="2400" spc="-4">
                <a:latin typeface="Arial"/>
                <a:cs typeface="Arial"/>
              </a:rPr>
              <a:t>e</a:t>
            </a:r>
            <a:r>
              <a:rPr dirty="0" smtClean="0" sz="2400" spc="4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locked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-4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teksi</a:t>
            </a:r>
            <a:r>
              <a:rPr dirty="0" smtClean="0" sz="2400" spc="19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Quadratu</a:t>
            </a:r>
            <a:r>
              <a:rPr dirty="0" smtClean="0" sz="2400" spc="4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e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57436" y="6471832"/>
            <a:ext cx="33406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55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31112" y="1037082"/>
            <a:ext cx="12710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022344" y="1748789"/>
            <a:ext cx="10994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173128" y="1748789"/>
            <a:ext cx="11159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651178" y="2236851"/>
            <a:ext cx="11312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803135" y="2236851"/>
            <a:ext cx="1110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object 6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124200" y="5710428"/>
            <a:ext cx="1536191" cy="609600"/>
          </a:xfrm>
          <a:custGeom>
            <a:avLst/>
            <a:gdLst/>
            <a:ahLst/>
            <a:cxnLst/>
            <a:rect l="l" t="t" r="r" b="b"/>
            <a:pathLst>
              <a:path w="1536191" h="609600">
                <a:moveTo>
                  <a:pt x="0" y="609600"/>
                </a:moveTo>
                <a:lnTo>
                  <a:pt x="1536191" y="609600"/>
                </a:lnTo>
                <a:lnTo>
                  <a:pt x="1536191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725162" y="6022848"/>
            <a:ext cx="457200" cy="76200"/>
          </a:xfrm>
          <a:custGeom>
            <a:avLst/>
            <a:gdLst/>
            <a:ahLst/>
            <a:cxnLst/>
            <a:rect l="l" t="t" r="r" b="b"/>
            <a:pathLst>
              <a:path w="457200" h="76200">
                <a:moveTo>
                  <a:pt x="114300" y="38099"/>
                </a:moveTo>
                <a:lnTo>
                  <a:pt x="457200" y="38099"/>
                </a:lnTo>
                <a:lnTo>
                  <a:pt x="457200" y="0"/>
                </a:lnTo>
                <a:lnTo>
                  <a:pt x="95250" y="0"/>
                </a:lnTo>
                <a:lnTo>
                  <a:pt x="95250" y="38099"/>
                </a:lnTo>
                <a:lnTo>
                  <a:pt x="114300" y="38099"/>
                </a:lnTo>
                <a:close/>
              </a:path>
              <a:path w="457200" h="76200">
                <a:moveTo>
                  <a:pt x="114300" y="0"/>
                </a:moveTo>
                <a:lnTo>
                  <a:pt x="114300" y="-38100"/>
                </a:lnTo>
                <a:lnTo>
                  <a:pt x="0" y="19049"/>
                </a:lnTo>
                <a:lnTo>
                  <a:pt x="114300" y="76199"/>
                </a:lnTo>
                <a:lnTo>
                  <a:pt x="114300" y="38099"/>
                </a:lnTo>
                <a:lnTo>
                  <a:pt x="95250" y="38099"/>
                </a:lnTo>
                <a:lnTo>
                  <a:pt x="95250" y="0"/>
                </a:lnTo>
                <a:lnTo>
                  <a:pt x="1143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314269" y="5303264"/>
            <a:ext cx="300418" cy="0"/>
          </a:xfrm>
          <a:custGeom>
            <a:avLst/>
            <a:gdLst/>
            <a:ahLst/>
            <a:cxnLst/>
            <a:rect l="l" t="t" r="r" b="b"/>
            <a:pathLst>
              <a:path w="300418" h="0">
                <a:moveTo>
                  <a:pt x="0" y="0"/>
                </a:moveTo>
                <a:lnTo>
                  <a:pt x="300418" y="0"/>
                </a:lnTo>
              </a:path>
            </a:pathLst>
          </a:custGeom>
          <a:ln w="133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12954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2954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609600" y="2090927"/>
            <a:ext cx="685800" cy="76200"/>
          </a:xfrm>
          <a:custGeom>
            <a:avLst/>
            <a:gdLst/>
            <a:ahLst/>
            <a:cxnLst/>
            <a:rect l="l" t="t" r="r" b="b"/>
            <a:pathLst>
              <a:path w="685800" h="76200">
                <a:moveTo>
                  <a:pt x="622300" y="44450"/>
                </a:moveTo>
                <a:lnTo>
                  <a:pt x="609599" y="44450"/>
                </a:lnTo>
                <a:lnTo>
                  <a:pt x="609600" y="76200"/>
                </a:lnTo>
                <a:lnTo>
                  <a:pt x="685800" y="38100"/>
                </a:lnTo>
                <a:lnTo>
                  <a:pt x="622300" y="44450"/>
                </a:lnTo>
                <a:close/>
              </a:path>
              <a:path w="685800" h="76200">
                <a:moveTo>
                  <a:pt x="622300" y="31750"/>
                </a:moveTo>
                <a:lnTo>
                  <a:pt x="609600" y="0"/>
                </a:lnTo>
                <a:lnTo>
                  <a:pt x="609600" y="31749"/>
                </a:lnTo>
                <a:lnTo>
                  <a:pt x="622300" y="31750"/>
                </a:lnTo>
                <a:close/>
              </a:path>
              <a:path w="685800" h="76200">
                <a:moveTo>
                  <a:pt x="0" y="31750"/>
                </a:moveTo>
                <a:lnTo>
                  <a:pt x="0" y="44450"/>
                </a:lnTo>
                <a:lnTo>
                  <a:pt x="622300" y="44450"/>
                </a:lnTo>
                <a:lnTo>
                  <a:pt x="685800" y="38100"/>
                </a:lnTo>
                <a:lnTo>
                  <a:pt x="609600" y="0"/>
                </a:lnTo>
                <a:lnTo>
                  <a:pt x="6223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743200" y="2090927"/>
            <a:ext cx="914400" cy="76200"/>
          </a:xfrm>
          <a:custGeom>
            <a:avLst/>
            <a:gdLst/>
            <a:ahLst/>
            <a:cxnLst/>
            <a:rect l="l" t="t" r="r" b="b"/>
            <a:pathLst>
              <a:path w="914400" h="76200">
                <a:moveTo>
                  <a:pt x="850900" y="44450"/>
                </a:moveTo>
                <a:lnTo>
                  <a:pt x="838199" y="44450"/>
                </a:lnTo>
                <a:lnTo>
                  <a:pt x="838200" y="76200"/>
                </a:lnTo>
                <a:lnTo>
                  <a:pt x="914400" y="38100"/>
                </a:lnTo>
                <a:lnTo>
                  <a:pt x="850900" y="44450"/>
                </a:lnTo>
                <a:close/>
              </a:path>
              <a:path w="914400" h="76200">
                <a:moveTo>
                  <a:pt x="850900" y="31750"/>
                </a:moveTo>
                <a:lnTo>
                  <a:pt x="838200" y="0"/>
                </a:lnTo>
                <a:lnTo>
                  <a:pt x="838200" y="31749"/>
                </a:lnTo>
                <a:lnTo>
                  <a:pt x="850900" y="31750"/>
                </a:lnTo>
                <a:close/>
              </a:path>
              <a:path w="914400" h="76200">
                <a:moveTo>
                  <a:pt x="0" y="31750"/>
                </a:moveTo>
                <a:lnTo>
                  <a:pt x="0" y="44450"/>
                </a:lnTo>
                <a:lnTo>
                  <a:pt x="850900" y="44450"/>
                </a:lnTo>
                <a:lnTo>
                  <a:pt x="914400" y="38100"/>
                </a:lnTo>
                <a:lnTo>
                  <a:pt x="838200" y="0"/>
                </a:lnTo>
                <a:lnTo>
                  <a:pt x="8509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6957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6957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60960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6096000" y="1773936"/>
            <a:ext cx="1447800" cy="685800"/>
          </a:xfrm>
          <a:custGeom>
            <a:avLst/>
            <a:gdLst/>
            <a:ahLst/>
            <a:cxnLst/>
            <a:rect l="l" t="t" r="r" b="b"/>
            <a:pathLst>
              <a:path w="1447800" h="685800">
                <a:moveTo>
                  <a:pt x="0" y="685800"/>
                </a:moveTo>
                <a:lnTo>
                  <a:pt x="1447800" y="685800"/>
                </a:lnTo>
                <a:lnTo>
                  <a:pt x="14478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5181600" y="2078736"/>
            <a:ext cx="914400" cy="76200"/>
          </a:xfrm>
          <a:custGeom>
            <a:avLst/>
            <a:gdLst/>
            <a:ahLst/>
            <a:cxnLst/>
            <a:rect l="l" t="t" r="r" b="b"/>
            <a:pathLst>
              <a:path w="914400" h="76200">
                <a:moveTo>
                  <a:pt x="850900" y="44450"/>
                </a:moveTo>
                <a:lnTo>
                  <a:pt x="838199" y="44450"/>
                </a:lnTo>
                <a:lnTo>
                  <a:pt x="838200" y="76200"/>
                </a:lnTo>
                <a:lnTo>
                  <a:pt x="914400" y="38100"/>
                </a:lnTo>
                <a:lnTo>
                  <a:pt x="850900" y="44450"/>
                </a:lnTo>
                <a:close/>
              </a:path>
              <a:path w="914400" h="76200">
                <a:moveTo>
                  <a:pt x="850900" y="31750"/>
                </a:moveTo>
                <a:lnTo>
                  <a:pt x="838200" y="0"/>
                </a:lnTo>
                <a:lnTo>
                  <a:pt x="838200" y="31749"/>
                </a:lnTo>
                <a:lnTo>
                  <a:pt x="850900" y="31750"/>
                </a:lnTo>
                <a:close/>
              </a:path>
              <a:path w="914400" h="76200">
                <a:moveTo>
                  <a:pt x="0" y="31750"/>
                </a:moveTo>
                <a:lnTo>
                  <a:pt x="0" y="44450"/>
                </a:lnTo>
                <a:lnTo>
                  <a:pt x="850900" y="44450"/>
                </a:lnTo>
                <a:lnTo>
                  <a:pt x="914400" y="38100"/>
                </a:lnTo>
                <a:lnTo>
                  <a:pt x="838200" y="0"/>
                </a:lnTo>
                <a:lnTo>
                  <a:pt x="8509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7543800" y="2078736"/>
            <a:ext cx="762000" cy="76200"/>
          </a:xfrm>
          <a:custGeom>
            <a:avLst/>
            <a:gdLst/>
            <a:ahLst/>
            <a:cxnLst/>
            <a:rect l="l" t="t" r="r" b="b"/>
            <a:pathLst>
              <a:path w="762000" h="76200">
                <a:moveTo>
                  <a:pt x="698500" y="44450"/>
                </a:moveTo>
                <a:lnTo>
                  <a:pt x="685799" y="44450"/>
                </a:lnTo>
                <a:lnTo>
                  <a:pt x="685800" y="76200"/>
                </a:lnTo>
                <a:lnTo>
                  <a:pt x="762000" y="38100"/>
                </a:lnTo>
                <a:lnTo>
                  <a:pt x="698500" y="44450"/>
                </a:lnTo>
                <a:close/>
              </a:path>
              <a:path w="762000" h="76200">
                <a:moveTo>
                  <a:pt x="698500" y="31750"/>
                </a:moveTo>
                <a:lnTo>
                  <a:pt x="685800" y="0"/>
                </a:lnTo>
                <a:lnTo>
                  <a:pt x="685800" y="31749"/>
                </a:lnTo>
                <a:lnTo>
                  <a:pt x="698500" y="31750"/>
                </a:lnTo>
                <a:close/>
              </a:path>
              <a:path w="762000" h="76200">
                <a:moveTo>
                  <a:pt x="0" y="31750"/>
                </a:moveTo>
                <a:lnTo>
                  <a:pt x="0" y="44450"/>
                </a:lnTo>
                <a:lnTo>
                  <a:pt x="698500" y="44450"/>
                </a:lnTo>
                <a:lnTo>
                  <a:pt x="762000" y="38100"/>
                </a:lnTo>
                <a:lnTo>
                  <a:pt x="685800" y="0"/>
                </a:lnTo>
                <a:lnTo>
                  <a:pt x="6985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58216" y="872607"/>
            <a:ext cx="5200153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Cont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h: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Sl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pe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u="heavy">
                <a:solidFill>
                  <a:srgbClr val="006600"/>
                </a:solidFill>
                <a:latin typeface="Arial"/>
                <a:cs typeface="Arial"/>
              </a:rPr>
              <a:t>Detector</a:t>
            </a:r>
            <a:endParaRPr sz="3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20090" y="1728144"/>
            <a:ext cx="548478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-4">
                <a:latin typeface="Arial"/>
                <a:cs typeface="Arial"/>
              </a:rPr>
              <a:t>V</a:t>
            </a:r>
            <a:r>
              <a:rPr dirty="0" smtClean="0" baseline="-9662" sz="1800" spc="-4">
                <a:latin typeface="Arial"/>
                <a:cs typeface="Arial"/>
              </a:rPr>
              <a:t>i</a:t>
            </a:r>
            <a:r>
              <a:rPr dirty="0" smtClean="0" baseline="-9662" sz="1800" spc="-4">
                <a:latin typeface="Arial"/>
                <a:cs typeface="Arial"/>
              </a:rPr>
              <a:t>n</a:t>
            </a:r>
            <a:r>
              <a:rPr dirty="0" smtClean="0" baseline="8052" sz="2700" spc="-4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877936" y="1742368"/>
            <a:ext cx="635346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-12">
                <a:latin typeface="Arial"/>
                <a:cs typeface="Arial"/>
              </a:rPr>
              <a:t>V</a:t>
            </a:r>
            <a:r>
              <a:rPr dirty="0" smtClean="0" baseline="-9662" sz="1800" spc="-12">
                <a:latin typeface="Arial"/>
                <a:cs typeface="Arial"/>
              </a:rPr>
              <a:t>ou</a:t>
            </a:r>
            <a:r>
              <a:rPr dirty="0" smtClean="0" baseline="-9662" sz="1800" spc="-12">
                <a:latin typeface="Arial"/>
                <a:cs typeface="Arial"/>
              </a:rPr>
              <a:t>t</a:t>
            </a:r>
            <a:r>
              <a:rPr dirty="0" smtClean="0" baseline="8052" sz="2700" spc="-12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000248" y="1794819"/>
            <a:ext cx="519522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0">
                <a:latin typeface="Arial"/>
                <a:cs typeface="Arial"/>
              </a:rPr>
              <a:t>V</a:t>
            </a:r>
            <a:r>
              <a:rPr dirty="0" smtClean="0" baseline="-9662" sz="1800" spc="0">
                <a:latin typeface="Arial"/>
                <a:cs typeface="Arial"/>
              </a:rPr>
              <a:t>1</a:t>
            </a:r>
            <a:r>
              <a:rPr dirty="0" smtClean="0" baseline="8052" sz="2700" spc="0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13629" y="1792794"/>
            <a:ext cx="519855" cy="296238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0">
                <a:latin typeface="Arial"/>
                <a:cs typeface="Arial"/>
              </a:rPr>
              <a:t>V</a:t>
            </a:r>
            <a:r>
              <a:rPr dirty="0" smtClean="0" baseline="-9662" sz="1800" spc="0">
                <a:latin typeface="Arial"/>
                <a:cs typeface="Arial"/>
              </a:rPr>
              <a:t>2</a:t>
            </a:r>
            <a:r>
              <a:rPr dirty="0" smtClean="0" baseline="8052" sz="2700" spc="0">
                <a:latin typeface="Arial"/>
                <a:cs typeface="Arial"/>
              </a:rPr>
              <a:t>(t)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376162" y="2141148"/>
            <a:ext cx="92242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D</a:t>
            </a: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e</a:t>
            </a: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tector</a:t>
            </a:r>
            <a:endParaRPr sz="18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962545" y="2914375"/>
            <a:ext cx="104864" cy="210729"/>
          </a:xfrm>
          <a:prstGeom prst="rect">
            <a:avLst/>
          </a:prstGeom>
        </p:spPr>
        <p:txBody>
          <a:bodyPr wrap="square" lIns="0" tIns="10096" rIns="0" bIns="0" rtlCol="0">
            <a:noAutofit/>
          </a:bodyPr>
          <a:lstStyle/>
          <a:p>
            <a:pPr marL="12700">
              <a:lnSpc>
                <a:spcPts val="1590"/>
              </a:lnSpc>
            </a:pPr>
            <a:r>
              <a:rPr dirty="0" smtClean="0" sz="1450" spc="3" i="1">
                <a:latin typeface="Times New Roman"/>
                <a:cs typeface="Times New Roman"/>
              </a:rPr>
              <a:t>t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207161" y="2928181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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048194" y="2928181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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21178" y="3071269"/>
            <a:ext cx="5010096" cy="787145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2500" spc="-46" i="1">
                <a:latin typeface="Times New Roman"/>
                <a:cs typeface="Times New Roman"/>
              </a:rPr>
              <a:t>v</a:t>
            </a:r>
            <a:r>
              <a:rPr dirty="0" smtClean="0" baseline="-19991" sz="2175" spc="-46">
                <a:latin typeface="Times New Roman"/>
                <a:cs typeface="Times New Roman"/>
              </a:rPr>
              <a:t>1</a:t>
            </a:r>
            <a:r>
              <a:rPr dirty="0" smtClean="0" baseline="-19991" sz="2175" spc="-46">
                <a:latin typeface="Times New Roman"/>
                <a:cs typeface="Times New Roman"/>
              </a:rPr>
              <a:t> </a:t>
            </a:r>
            <a:r>
              <a:rPr dirty="0" smtClean="0" sz="2500" spc="-46">
                <a:latin typeface="Times New Roman"/>
                <a:cs typeface="Times New Roman"/>
              </a:rPr>
              <a:t>(</a:t>
            </a:r>
            <a:r>
              <a:rPr dirty="0" smtClean="0" sz="2500" spc="-46" i="1">
                <a:latin typeface="Times New Roman"/>
                <a:cs typeface="Times New Roman"/>
              </a:rPr>
              <a:t>t</a:t>
            </a:r>
            <a:r>
              <a:rPr dirty="0" smtClean="0" sz="2500" spc="-46">
                <a:latin typeface="Times New Roman"/>
                <a:cs typeface="Times New Roman"/>
              </a:rPr>
              <a:t>)</a:t>
            </a:r>
            <a:r>
              <a:rPr dirty="0" smtClean="0" sz="2500" spc="-46">
                <a:latin typeface="Times New Roman"/>
                <a:cs typeface="Times New Roman"/>
              </a:rPr>
              <a:t> </a:t>
            </a:r>
            <a:r>
              <a:rPr dirty="0" smtClean="0" sz="2500" spc="-71">
                <a:latin typeface="Symbol"/>
                <a:cs typeface="Symbol"/>
              </a:rPr>
              <a:t></a:t>
            </a:r>
            <a:r>
              <a:rPr dirty="0" smtClean="0" sz="2500" spc="-46">
                <a:latin typeface="Times New Roman"/>
                <a:cs typeface="Times New Roman"/>
              </a:rPr>
              <a:t> </a:t>
            </a:r>
            <a:r>
              <a:rPr dirty="0" smtClean="0" sz="2500" spc="-46" i="1">
                <a:latin typeface="Times New Roman"/>
                <a:cs typeface="Times New Roman"/>
              </a:rPr>
              <a:t>V</a:t>
            </a:r>
            <a:r>
              <a:rPr dirty="0" smtClean="0" baseline="-19991" sz="2175" spc="-46">
                <a:latin typeface="Times New Roman"/>
                <a:cs typeface="Times New Roman"/>
              </a:rPr>
              <a:t>1</a:t>
            </a:r>
            <a:r>
              <a:rPr dirty="0" smtClean="0" baseline="-19991" sz="2175" spc="-46">
                <a:latin typeface="Times New Roman"/>
                <a:cs typeface="Times New Roman"/>
              </a:rPr>
              <a:t> </a:t>
            </a:r>
            <a:r>
              <a:rPr dirty="0" smtClean="0" sz="2500" spc="-46">
                <a:latin typeface="Times New Roman"/>
                <a:cs typeface="Times New Roman"/>
              </a:rPr>
              <a:t>c</a:t>
            </a:r>
            <a:r>
              <a:rPr dirty="0" smtClean="0" sz="2500" spc="-46">
                <a:latin typeface="Times New Roman"/>
                <a:cs typeface="Times New Roman"/>
              </a:rPr>
              <a:t>o</a:t>
            </a:r>
            <a:r>
              <a:rPr dirty="0" smtClean="0" sz="2500" spc="-46">
                <a:latin typeface="Times New Roman"/>
                <a:cs typeface="Times New Roman"/>
              </a:rPr>
              <a:t>s</a:t>
            </a:r>
            <a:r>
              <a:rPr dirty="0" smtClean="0" sz="3400" spc="-71">
                <a:latin typeface="Symbol"/>
                <a:cs typeface="Symbol"/>
              </a:rPr>
              <a:t></a:t>
            </a:r>
            <a:r>
              <a:rPr dirty="0" smtClean="0" sz="2500" spc="-46">
                <a:latin typeface="Times New Roman"/>
                <a:cs typeface="Times New Roman"/>
              </a:rPr>
              <a:t>2</a:t>
            </a:r>
            <a:r>
              <a:rPr dirty="0" smtClean="0" sz="2650" spc="-71">
                <a:latin typeface="Symbol"/>
                <a:cs typeface="Symbol"/>
              </a:rPr>
              <a:t></a:t>
            </a:r>
            <a:r>
              <a:rPr dirty="0" smtClean="0" sz="2500" spc="-46" i="1">
                <a:latin typeface="Times New Roman"/>
                <a:cs typeface="Times New Roman"/>
              </a:rPr>
              <a:t>f</a:t>
            </a:r>
            <a:r>
              <a:rPr dirty="0" smtClean="0" baseline="-19991" sz="2175" spc="-46" i="1">
                <a:latin typeface="Times New Roman"/>
                <a:cs typeface="Times New Roman"/>
              </a:rPr>
              <a:t>c</a:t>
            </a:r>
            <a:r>
              <a:rPr dirty="0" smtClean="0" sz="2500" spc="-46" i="1">
                <a:latin typeface="Times New Roman"/>
                <a:cs typeface="Times New Roman"/>
              </a:rPr>
              <a:t>t</a:t>
            </a:r>
            <a:r>
              <a:rPr dirty="0" smtClean="0" sz="2500" spc="-46" i="1">
                <a:latin typeface="Times New Roman"/>
                <a:cs typeface="Times New Roman"/>
              </a:rPr>
              <a:t> </a:t>
            </a:r>
            <a:r>
              <a:rPr dirty="0" smtClean="0" sz="2500" spc="-71">
                <a:latin typeface="Symbol"/>
                <a:cs typeface="Symbol"/>
              </a:rPr>
              <a:t></a:t>
            </a:r>
            <a:r>
              <a:rPr dirty="0" smtClean="0" sz="2650" spc="-71">
                <a:latin typeface="Symbol"/>
                <a:cs typeface="Symbol"/>
              </a:rPr>
              <a:t></a:t>
            </a:r>
            <a:r>
              <a:rPr dirty="0" smtClean="0" sz="2650" spc="-46">
                <a:latin typeface="Times New Roman"/>
                <a:cs typeface="Times New Roman"/>
              </a:rPr>
              <a:t> </a:t>
            </a:r>
            <a:r>
              <a:rPr dirty="0" smtClean="0" sz="2500" spc="-46">
                <a:latin typeface="Times New Roman"/>
                <a:cs typeface="Times New Roman"/>
              </a:rPr>
              <a:t>(</a:t>
            </a:r>
            <a:r>
              <a:rPr dirty="0" smtClean="0" sz="2500" spc="-46" i="1">
                <a:latin typeface="Times New Roman"/>
                <a:cs typeface="Times New Roman"/>
              </a:rPr>
              <a:t>t</a:t>
            </a:r>
            <a:r>
              <a:rPr dirty="0" smtClean="0" sz="2500" spc="-46">
                <a:latin typeface="Times New Roman"/>
                <a:cs typeface="Times New Roman"/>
              </a:rPr>
              <a:t>)</a:t>
            </a:r>
            <a:r>
              <a:rPr dirty="0" smtClean="0" sz="3400" spc="-71">
                <a:latin typeface="Symbol"/>
                <a:cs typeface="Symbol"/>
              </a:rPr>
              <a:t></a:t>
            </a:r>
            <a:r>
              <a:rPr dirty="0" smtClean="0" sz="3400" spc="-46">
                <a:latin typeface="Times New Roman"/>
                <a:cs typeface="Times New Roman"/>
              </a:rPr>
              <a:t> </a:t>
            </a:r>
            <a:r>
              <a:rPr dirty="0" smtClean="0" sz="2500" spc="-71">
                <a:latin typeface="Symbol"/>
                <a:cs typeface="Symbol"/>
              </a:rPr>
              <a:t></a:t>
            </a:r>
            <a:r>
              <a:rPr dirty="0" smtClean="0" sz="2500" spc="-46">
                <a:latin typeface="Times New Roman"/>
                <a:cs typeface="Times New Roman"/>
              </a:rPr>
              <a:t> </a:t>
            </a:r>
            <a:r>
              <a:rPr dirty="0" smtClean="0" sz="2500" spc="-46" i="1">
                <a:latin typeface="Times New Roman"/>
                <a:cs typeface="Times New Roman"/>
              </a:rPr>
              <a:t>V</a:t>
            </a:r>
            <a:r>
              <a:rPr dirty="0" smtClean="0" baseline="-19991" sz="2175" spc="-46">
                <a:latin typeface="Times New Roman"/>
                <a:cs typeface="Times New Roman"/>
              </a:rPr>
              <a:t>1</a:t>
            </a:r>
            <a:r>
              <a:rPr dirty="0" smtClean="0" baseline="-19991" sz="2175" spc="-46">
                <a:latin typeface="Times New Roman"/>
                <a:cs typeface="Times New Roman"/>
              </a:rPr>
              <a:t> </a:t>
            </a:r>
            <a:r>
              <a:rPr dirty="0" smtClean="0" sz="2500" spc="-46">
                <a:latin typeface="Times New Roman"/>
                <a:cs typeface="Times New Roman"/>
              </a:rPr>
              <a:t>c</a:t>
            </a:r>
            <a:r>
              <a:rPr dirty="0" smtClean="0" sz="2500" spc="-46">
                <a:latin typeface="Times New Roman"/>
                <a:cs typeface="Times New Roman"/>
              </a:rPr>
              <a:t>o</a:t>
            </a:r>
            <a:r>
              <a:rPr dirty="0" smtClean="0" sz="2500" spc="-46">
                <a:latin typeface="Times New Roman"/>
                <a:cs typeface="Times New Roman"/>
              </a:rPr>
              <a:t>s</a:t>
            </a:r>
            <a:r>
              <a:rPr dirty="0" smtClean="0" baseline="-8706" sz="3750" spc="-71">
                <a:latin typeface="Symbol"/>
                <a:cs typeface="Symbol"/>
              </a:rPr>
              <a:t></a:t>
            </a:r>
            <a:r>
              <a:rPr dirty="0" smtClean="0" sz="2500" spc="-46">
                <a:latin typeface="Times New Roman"/>
                <a:cs typeface="Times New Roman"/>
              </a:rPr>
              <a:t>2</a:t>
            </a:r>
            <a:r>
              <a:rPr dirty="0" smtClean="0" sz="2650" spc="-71">
                <a:latin typeface="Symbol"/>
                <a:cs typeface="Symbol"/>
              </a:rPr>
              <a:t></a:t>
            </a:r>
            <a:r>
              <a:rPr dirty="0" smtClean="0" sz="2500" spc="-46" i="1">
                <a:latin typeface="Times New Roman"/>
                <a:cs typeface="Times New Roman"/>
              </a:rPr>
              <a:t>f</a:t>
            </a:r>
            <a:r>
              <a:rPr dirty="0" smtClean="0" baseline="-19991" sz="2175" spc="-46" i="1">
                <a:latin typeface="Times New Roman"/>
                <a:cs typeface="Times New Roman"/>
              </a:rPr>
              <a:t>c</a:t>
            </a:r>
            <a:r>
              <a:rPr dirty="0" smtClean="0" sz="2500" spc="-46" i="1">
                <a:latin typeface="Times New Roman"/>
                <a:cs typeface="Times New Roman"/>
              </a:rPr>
              <a:t>t</a:t>
            </a:r>
            <a:endParaRPr sz="2500">
              <a:latin typeface="Times New Roman"/>
              <a:cs typeface="Times New Roman"/>
            </a:endParaRPr>
          </a:p>
          <a:p>
            <a:pPr marR="689210" algn="r">
              <a:lnSpc>
                <a:spcPts val="2420"/>
              </a:lnSpc>
            </a:pPr>
            <a:r>
              <a:rPr dirty="0" smtClean="0" sz="2500">
                <a:latin typeface="Symbol"/>
                <a:cs typeface="Symbol"/>
              </a:rPr>
              <a:t>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003937" y="3151252"/>
            <a:ext cx="2263355" cy="502037"/>
          </a:xfrm>
          <a:prstGeom prst="rect">
            <a:avLst/>
          </a:prstGeom>
        </p:spPr>
        <p:txBody>
          <a:bodyPr wrap="square" lIns="0" tIns="25114" rIns="0" bIns="0" rtlCol="0">
            <a:noAutofit/>
          </a:bodyPr>
          <a:lstStyle/>
          <a:p>
            <a:pPr marL="12700">
              <a:lnSpc>
                <a:spcPts val="3954"/>
              </a:lnSpc>
            </a:pPr>
            <a:r>
              <a:rPr dirty="0" smtClean="0" baseline="19590" sz="3750" spc="0">
                <a:latin typeface="Symbol"/>
                <a:cs typeface="Symbol"/>
              </a:rPr>
              <a:t></a:t>
            </a:r>
            <a:r>
              <a:rPr dirty="0" smtClean="0" baseline="20871" sz="3750" spc="-164">
                <a:latin typeface="Times New Roman"/>
                <a:cs typeface="Times New Roman"/>
              </a:rPr>
              <a:t> </a:t>
            </a:r>
            <a:r>
              <a:rPr dirty="0" smtClean="0" baseline="20871" sz="3750" spc="-119">
                <a:latin typeface="Times New Roman"/>
                <a:cs typeface="Times New Roman"/>
              </a:rPr>
              <a:t>2</a:t>
            </a:r>
            <a:r>
              <a:rPr dirty="0" smtClean="0" baseline="18481" sz="3975" spc="-103">
                <a:latin typeface="Symbol"/>
                <a:cs typeface="Symbol"/>
              </a:rPr>
              <a:t></a:t>
            </a:r>
            <a:r>
              <a:rPr dirty="0" smtClean="0" baseline="20871" sz="3750" spc="0" i="1">
                <a:latin typeface="Times New Roman"/>
                <a:cs typeface="Times New Roman"/>
              </a:rPr>
              <a:t>k</a:t>
            </a:r>
            <a:r>
              <a:rPr dirty="0" smtClean="0" baseline="20871" sz="3750" spc="-269" i="1">
                <a:latin typeface="Times New Roman"/>
                <a:cs typeface="Times New Roman"/>
              </a:rPr>
              <a:t> </a:t>
            </a:r>
            <a:r>
              <a:rPr dirty="0" smtClean="0" baseline="9995" sz="2175" spc="0" i="1">
                <a:latin typeface="Times New Roman"/>
                <a:cs typeface="Times New Roman"/>
              </a:rPr>
              <a:t>f</a:t>
            </a:r>
            <a:r>
              <a:rPr dirty="0" smtClean="0" baseline="9995" sz="2175" spc="0" i="1">
                <a:latin typeface="Times New Roman"/>
                <a:cs typeface="Times New Roman"/>
              </a:rPr>
              <a:t>  </a:t>
            </a:r>
            <a:r>
              <a:rPr dirty="0" smtClean="0" baseline="9995" sz="2175" spc="43" i="1">
                <a:latin typeface="Times New Roman"/>
                <a:cs typeface="Times New Roman"/>
              </a:rPr>
              <a:t> </a:t>
            </a:r>
            <a:r>
              <a:rPr dirty="0" smtClean="0" sz="3750" spc="0">
                <a:latin typeface="Symbol"/>
                <a:cs typeface="Symbol"/>
              </a:rPr>
              <a:t></a:t>
            </a:r>
            <a:r>
              <a:rPr dirty="0" smtClean="0" sz="3750" spc="-544">
                <a:latin typeface="Times New Roman"/>
                <a:cs typeface="Times New Roman"/>
              </a:rPr>
              <a:t> </a:t>
            </a:r>
            <a:r>
              <a:rPr dirty="0" smtClean="0" baseline="20871" sz="3750" spc="25" i="1">
                <a:latin typeface="Times New Roman"/>
                <a:cs typeface="Times New Roman"/>
              </a:rPr>
              <a:t>m</a:t>
            </a:r>
            <a:r>
              <a:rPr dirty="0" smtClean="0" baseline="20871" sz="3750" spc="184">
                <a:latin typeface="Times New Roman"/>
                <a:cs typeface="Times New Roman"/>
              </a:rPr>
              <a:t>(</a:t>
            </a:r>
            <a:r>
              <a:rPr dirty="0" smtClean="0" baseline="20871" sz="3750" spc="54" i="1">
                <a:latin typeface="Times New Roman"/>
                <a:cs typeface="Times New Roman"/>
              </a:rPr>
              <a:t>x</a:t>
            </a:r>
            <a:r>
              <a:rPr dirty="0" smtClean="0" baseline="20871" sz="3750" spc="69">
                <a:latin typeface="Times New Roman"/>
                <a:cs typeface="Times New Roman"/>
              </a:rPr>
              <a:t>)</a:t>
            </a:r>
            <a:r>
              <a:rPr dirty="0" smtClean="0" baseline="20871" sz="3750" spc="75" i="1">
                <a:latin typeface="Times New Roman"/>
                <a:cs typeface="Times New Roman"/>
              </a:rPr>
              <a:t>d</a:t>
            </a:r>
            <a:r>
              <a:rPr dirty="0" smtClean="0" baseline="20871" sz="3750" spc="14" i="1">
                <a:latin typeface="Times New Roman"/>
                <a:cs typeface="Times New Roman"/>
              </a:rPr>
              <a:t>x</a:t>
            </a:r>
            <a:r>
              <a:rPr dirty="0" smtClean="0" baseline="7618" sz="3750" spc="0">
                <a:latin typeface="Symbol"/>
                <a:cs typeface="Symbol"/>
              </a:rPr>
              <a:t>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048194" y="3515659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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874512" y="3620194"/>
            <a:ext cx="294561" cy="210729"/>
          </a:xfrm>
          <a:prstGeom prst="rect">
            <a:avLst/>
          </a:prstGeom>
        </p:spPr>
        <p:txBody>
          <a:bodyPr wrap="square" lIns="0" tIns="10255" rIns="0" bIns="0" rtlCol="0">
            <a:noAutofit/>
          </a:bodyPr>
          <a:lstStyle/>
          <a:p>
            <a:pPr marL="12700">
              <a:lnSpc>
                <a:spcPts val="1614"/>
              </a:lnSpc>
            </a:pPr>
            <a:r>
              <a:rPr dirty="0" smtClean="0" sz="1450" spc="35">
                <a:latin typeface="Symbol"/>
                <a:cs typeface="Symbol"/>
              </a:rPr>
              <a:t></a:t>
            </a:r>
            <a:r>
              <a:rPr dirty="0" smtClean="0" sz="1450" spc="35">
                <a:latin typeface="Symbol"/>
                <a:cs typeface="Symbol"/>
              </a:rPr>
              <a:t>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40169" y="3955531"/>
            <a:ext cx="400885" cy="810288"/>
          </a:xfrm>
          <a:prstGeom prst="rect">
            <a:avLst/>
          </a:prstGeom>
        </p:spPr>
        <p:txBody>
          <a:bodyPr wrap="square" lIns="0" tIns="18002" rIns="0" bIns="0" rtlCol="0">
            <a:noAutofit/>
          </a:bodyPr>
          <a:lstStyle/>
          <a:p>
            <a:pPr marL="12700">
              <a:lnSpc>
                <a:spcPts val="2835"/>
              </a:lnSpc>
            </a:pPr>
            <a:r>
              <a:rPr dirty="0" smtClean="0" sz="2500" i="1" u="heavy">
                <a:latin typeface="Times New Roman"/>
                <a:cs typeface="Times New Roman"/>
              </a:rPr>
              <a:t>d</a:t>
            </a:r>
            <a:r>
              <a:rPr dirty="0" smtClean="0" sz="2650" u="heavy">
                <a:latin typeface="Symbol"/>
                <a:cs typeface="Symbol"/>
              </a:rPr>
              <a:t></a:t>
            </a:r>
            <a:endParaRPr sz="2650">
              <a:latin typeface="Symbol"/>
              <a:cs typeface="Symbol"/>
            </a:endParaRPr>
          </a:p>
          <a:p>
            <a:pPr marL="62251" marR="11660">
              <a:lnSpc>
                <a:spcPct val="95825"/>
              </a:lnSpc>
              <a:spcBef>
                <a:spcPts val="482"/>
              </a:spcBef>
            </a:pPr>
            <a:r>
              <a:rPr dirty="0" smtClean="0" sz="2500" spc="75" i="1">
                <a:latin typeface="Times New Roman"/>
                <a:cs typeface="Times New Roman"/>
              </a:rPr>
              <a:t>dt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957382" y="3974761"/>
            <a:ext cx="794835" cy="396345"/>
          </a:xfrm>
          <a:prstGeom prst="rect">
            <a:avLst/>
          </a:prstGeom>
        </p:spPr>
        <p:txBody>
          <a:bodyPr wrap="square" lIns="0" tIns="19526" rIns="0" bIns="0" rtlCol="0">
            <a:noAutofit/>
          </a:bodyPr>
          <a:lstStyle/>
          <a:p>
            <a:pPr marL="12700">
              <a:lnSpc>
                <a:spcPts val="3075"/>
              </a:lnSpc>
            </a:pPr>
            <a:r>
              <a:rPr dirty="0" smtClean="0" baseline="8116" sz="3750" spc="-104" i="1" u="heavy">
                <a:latin typeface="Times New Roman"/>
                <a:cs typeface="Times New Roman"/>
              </a:rPr>
              <a:t>d</a:t>
            </a:r>
            <a:r>
              <a:rPr dirty="0" smtClean="0" baseline="8116" sz="3750" spc="-104" i="1" u="heavy">
                <a:latin typeface="Times New Roman"/>
                <a:cs typeface="Times New Roman"/>
              </a:rPr>
              <a:t>v</a:t>
            </a:r>
            <a:r>
              <a:rPr dirty="0" smtClean="0" baseline="-11995" sz="2175" spc="-104" u="heavy">
                <a:latin typeface="Times New Roman"/>
                <a:cs typeface="Times New Roman"/>
              </a:rPr>
              <a:t>1</a:t>
            </a:r>
            <a:r>
              <a:rPr dirty="0" smtClean="0" baseline="-11995" sz="2175" spc="-104" u="heavy">
                <a:latin typeface="Times New Roman"/>
                <a:cs typeface="Times New Roman"/>
              </a:rPr>
              <a:t> </a:t>
            </a:r>
            <a:r>
              <a:rPr dirty="0" smtClean="0" baseline="8116" sz="3750" spc="-104" u="heavy">
                <a:latin typeface="Times New Roman"/>
                <a:cs typeface="Times New Roman"/>
              </a:rPr>
              <a:t>(</a:t>
            </a:r>
            <a:r>
              <a:rPr dirty="0" smtClean="0" baseline="8116" sz="3750" spc="-104" i="1" u="heavy">
                <a:latin typeface="Times New Roman"/>
                <a:cs typeface="Times New Roman"/>
              </a:rPr>
              <a:t>t</a:t>
            </a:r>
            <a:r>
              <a:rPr dirty="0" smtClean="0" baseline="8116" sz="3750" spc="-104" i="1" u="heavy">
                <a:latin typeface="Times New Roman"/>
                <a:cs typeface="Times New Roman"/>
              </a:rPr>
              <a:t> </a:t>
            </a:r>
            <a:r>
              <a:rPr dirty="0" smtClean="0" baseline="8116" sz="3750" spc="-104" u="heavy">
                <a:latin typeface="Times New Roman"/>
                <a:cs typeface="Times New Roman"/>
              </a:rPr>
              <a:t>)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770130" y="3992559"/>
            <a:ext cx="1323005" cy="524979"/>
          </a:xfrm>
          <a:prstGeom prst="rect">
            <a:avLst/>
          </a:prstGeom>
        </p:spPr>
        <p:txBody>
          <a:bodyPr wrap="square" lIns="0" tIns="26130" rIns="0" bIns="0" rtlCol="0">
            <a:noAutofit/>
          </a:bodyPr>
          <a:lstStyle/>
          <a:p>
            <a:pPr marL="12700">
              <a:lnSpc>
                <a:spcPts val="4115"/>
              </a:lnSpc>
            </a:pPr>
            <a:r>
              <a:rPr dirty="0" smtClean="0" sz="2500" spc="-39">
                <a:latin typeface="Symbol"/>
                <a:cs typeface="Symbol"/>
              </a:rPr>
              <a:t></a:t>
            </a:r>
            <a:r>
              <a:rPr dirty="0" smtClean="0" sz="2500" spc="-5">
                <a:latin typeface="Times New Roman"/>
                <a:cs typeface="Times New Roman"/>
              </a:rPr>
              <a:t> </a:t>
            </a:r>
            <a:r>
              <a:rPr dirty="0" smtClean="0" sz="2500" spc="-39">
                <a:latin typeface="Symbol"/>
                <a:cs typeface="Symbol"/>
              </a:rPr>
              <a:t></a:t>
            </a:r>
            <a:r>
              <a:rPr dirty="0" smtClean="0" sz="2500" spc="-5" i="1">
                <a:latin typeface="Times New Roman"/>
                <a:cs typeface="Times New Roman"/>
              </a:rPr>
              <a:t>V</a:t>
            </a:r>
            <a:r>
              <a:rPr dirty="0" smtClean="0" sz="2500" spc="-5" i="1">
                <a:latin typeface="Times New Roman"/>
                <a:cs typeface="Times New Roman"/>
              </a:rPr>
              <a:t> </a:t>
            </a:r>
            <a:r>
              <a:rPr dirty="0" smtClean="0" baseline="25032" sz="3750" spc="-39">
                <a:latin typeface="Symbol"/>
                <a:cs typeface="Symbol"/>
              </a:rPr>
              <a:t></a:t>
            </a:r>
            <a:r>
              <a:rPr dirty="0" smtClean="0" sz="2500" spc="-5">
                <a:latin typeface="Times New Roman"/>
                <a:cs typeface="Times New Roman"/>
              </a:rPr>
              <a:t>2</a:t>
            </a:r>
            <a:r>
              <a:rPr dirty="0" smtClean="0" sz="2650" spc="-39">
                <a:latin typeface="Symbol"/>
                <a:cs typeface="Symbol"/>
              </a:rPr>
              <a:t></a:t>
            </a:r>
            <a:r>
              <a:rPr dirty="0" smtClean="0" sz="2500" spc="-5" i="1">
                <a:latin typeface="Times New Roman"/>
                <a:cs typeface="Times New Roman"/>
              </a:rPr>
              <a:t>f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838689" y="3992559"/>
            <a:ext cx="1150696" cy="536315"/>
          </a:xfrm>
          <a:prstGeom prst="rect">
            <a:avLst/>
          </a:prstGeom>
        </p:spPr>
        <p:txBody>
          <a:bodyPr wrap="square" lIns="0" tIns="26828" rIns="0" bIns="0" rtlCol="0">
            <a:noAutofit/>
          </a:bodyPr>
          <a:lstStyle/>
          <a:p>
            <a:pPr marL="12700">
              <a:lnSpc>
                <a:spcPts val="4225"/>
              </a:lnSpc>
            </a:pPr>
            <a:r>
              <a:rPr dirty="0" smtClean="0" baseline="27208" sz="3750" spc="-146">
                <a:latin typeface="Symbol"/>
                <a:cs typeface="Symbol"/>
              </a:rPr>
              <a:t></a:t>
            </a:r>
            <a:r>
              <a:rPr dirty="0" smtClean="0" baseline="28987" sz="3750" spc="-51">
                <a:latin typeface="Times New Roman"/>
                <a:cs typeface="Times New Roman"/>
              </a:rPr>
              <a:t> </a:t>
            </a:r>
            <a:r>
              <a:rPr dirty="0" smtClean="0" sz="2500" spc="-51">
                <a:latin typeface="Times New Roman"/>
                <a:cs typeface="Times New Roman"/>
              </a:rPr>
              <a:t>s</a:t>
            </a:r>
            <a:r>
              <a:rPr dirty="0" smtClean="0" sz="2500" spc="-51">
                <a:latin typeface="Times New Roman"/>
                <a:cs typeface="Times New Roman"/>
              </a:rPr>
              <a:t>i</a:t>
            </a:r>
            <a:r>
              <a:rPr dirty="0" smtClean="0" sz="2500" spc="-51">
                <a:latin typeface="Times New Roman"/>
                <a:cs typeface="Times New Roman"/>
              </a:rPr>
              <a:t>n</a:t>
            </a:r>
            <a:r>
              <a:rPr dirty="0" smtClean="0" sz="3300" spc="-146">
                <a:latin typeface="Symbol"/>
                <a:cs typeface="Symbol"/>
              </a:rPr>
              <a:t></a:t>
            </a:r>
            <a:r>
              <a:rPr dirty="0" smtClean="0" sz="2500" spc="-51">
                <a:latin typeface="Times New Roman"/>
                <a:cs typeface="Times New Roman"/>
              </a:rPr>
              <a:t>2</a:t>
            </a:r>
            <a:r>
              <a:rPr dirty="0" smtClean="0" sz="2650" spc="-146">
                <a:latin typeface="Symbol"/>
                <a:cs typeface="Symbol"/>
              </a:rPr>
              <a:t></a:t>
            </a:r>
            <a:r>
              <a:rPr dirty="0" smtClean="0" sz="2500" spc="-51" i="1">
                <a:latin typeface="Times New Roman"/>
                <a:cs typeface="Times New Roman"/>
              </a:rPr>
              <a:t>f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996293" y="4083953"/>
            <a:ext cx="1095401" cy="444921"/>
          </a:xfrm>
          <a:prstGeom prst="rect">
            <a:avLst/>
          </a:prstGeom>
        </p:spPr>
        <p:txBody>
          <a:bodyPr wrap="square" lIns="0" tIns="22256" rIns="0" bIns="0" rtlCol="0">
            <a:noAutofit/>
          </a:bodyPr>
          <a:lstStyle/>
          <a:p>
            <a:pPr marL="12700">
              <a:lnSpc>
                <a:spcPts val="3504"/>
              </a:lnSpc>
            </a:pPr>
            <a:r>
              <a:rPr dirty="0" smtClean="0" sz="2500" spc="-25" i="1">
                <a:latin typeface="Times New Roman"/>
                <a:cs typeface="Times New Roman"/>
              </a:rPr>
              <a:t>t</a:t>
            </a:r>
            <a:r>
              <a:rPr dirty="0" smtClean="0" sz="2500" spc="-25" i="1">
                <a:latin typeface="Times New Roman"/>
                <a:cs typeface="Times New Roman"/>
              </a:rPr>
              <a:t> </a:t>
            </a:r>
            <a:r>
              <a:rPr dirty="0" smtClean="0" sz="2500" spc="-21">
                <a:latin typeface="Symbol"/>
                <a:cs typeface="Symbol"/>
              </a:rPr>
              <a:t></a:t>
            </a:r>
            <a:r>
              <a:rPr dirty="0" smtClean="0" sz="2650" spc="-21">
                <a:latin typeface="Symbol"/>
                <a:cs typeface="Symbol"/>
              </a:rPr>
              <a:t></a:t>
            </a:r>
            <a:r>
              <a:rPr dirty="0" smtClean="0" sz="2650" spc="-25">
                <a:latin typeface="Times New Roman"/>
                <a:cs typeface="Times New Roman"/>
              </a:rPr>
              <a:t> </a:t>
            </a:r>
            <a:r>
              <a:rPr dirty="0" smtClean="0" sz="2500" spc="-25">
                <a:latin typeface="Times New Roman"/>
                <a:cs typeface="Times New Roman"/>
              </a:rPr>
              <a:t>(</a:t>
            </a:r>
            <a:r>
              <a:rPr dirty="0" smtClean="0" sz="2500" spc="-25" i="1">
                <a:latin typeface="Times New Roman"/>
                <a:cs typeface="Times New Roman"/>
              </a:rPr>
              <a:t>t</a:t>
            </a:r>
            <a:r>
              <a:rPr dirty="0" smtClean="0" sz="2500" spc="-25">
                <a:latin typeface="Times New Roman"/>
                <a:cs typeface="Times New Roman"/>
              </a:rPr>
              <a:t>)</a:t>
            </a:r>
            <a:r>
              <a:rPr dirty="0" smtClean="0" sz="3300" spc="-21">
                <a:latin typeface="Symbol"/>
                <a:cs typeface="Symbol"/>
              </a:rPr>
              <a:t></a:t>
            </a:r>
            <a:endParaRPr sz="3300">
              <a:latin typeface="Symbol"/>
              <a:cs typeface="Symbo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21178" y="4169715"/>
            <a:ext cx="910381" cy="347823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 spc="79" i="1">
                <a:latin typeface="Times New Roman"/>
                <a:cs typeface="Times New Roman"/>
              </a:rPr>
              <a:t>v</a:t>
            </a:r>
            <a:r>
              <a:rPr dirty="0" smtClean="0" sz="2500" spc="79" i="1">
                <a:latin typeface="Times New Roman"/>
                <a:cs typeface="Times New Roman"/>
              </a:rPr>
              <a:t> </a:t>
            </a:r>
            <a:r>
              <a:rPr dirty="0" smtClean="0" sz="2500" spc="79">
                <a:latin typeface="Times New Roman"/>
                <a:cs typeface="Times New Roman"/>
              </a:rPr>
              <a:t>(</a:t>
            </a:r>
            <a:r>
              <a:rPr dirty="0" smtClean="0" sz="2500" spc="79" i="1">
                <a:latin typeface="Times New Roman"/>
                <a:cs typeface="Times New Roman"/>
              </a:rPr>
              <a:t>t</a:t>
            </a:r>
            <a:r>
              <a:rPr dirty="0" smtClean="0" sz="2500" spc="79">
                <a:latin typeface="Times New Roman"/>
                <a:cs typeface="Times New Roman"/>
              </a:rPr>
              <a:t>)</a:t>
            </a:r>
            <a:r>
              <a:rPr dirty="0" smtClean="0" sz="2500" spc="79">
                <a:latin typeface="Times New Roman"/>
                <a:cs typeface="Times New Roman"/>
              </a:rPr>
              <a:t> </a:t>
            </a:r>
            <a:r>
              <a:rPr dirty="0" smtClean="0" sz="2500" spc="0">
                <a:latin typeface="Symbol"/>
                <a:cs typeface="Symbol"/>
              </a:rPr>
              <a:t>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81079" y="4169715"/>
            <a:ext cx="247714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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339127" y="4297351"/>
            <a:ext cx="319321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baseline="15993" sz="2175" spc="-57">
                <a:latin typeface="Times New Roman"/>
                <a:cs typeface="Times New Roman"/>
              </a:rPr>
              <a:t>1</a:t>
            </a:r>
            <a:r>
              <a:rPr dirty="0" smtClean="0" baseline="15993" sz="2175" spc="-57">
                <a:latin typeface="Times New Roman"/>
                <a:cs typeface="Times New Roman"/>
              </a:rPr>
              <a:t> </a:t>
            </a:r>
            <a:r>
              <a:rPr dirty="0" smtClean="0" sz="2500" spc="0">
                <a:latin typeface="Symbol"/>
                <a:cs typeface="Symbol"/>
              </a:rPr>
              <a:t>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838689" y="4297351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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63743" y="4360399"/>
            <a:ext cx="146121" cy="210729"/>
          </a:xfrm>
          <a:prstGeom prst="rect">
            <a:avLst/>
          </a:prstGeom>
        </p:spPr>
        <p:txBody>
          <a:bodyPr wrap="square" lIns="0" tIns="10096" rIns="0" bIns="0" rtlCol="0">
            <a:noAutofit/>
          </a:bodyPr>
          <a:lstStyle/>
          <a:p>
            <a:pPr marL="12700">
              <a:lnSpc>
                <a:spcPts val="1590"/>
              </a:lnSpc>
            </a:pPr>
            <a:r>
              <a:rPr dirty="0" smtClean="0" sz="1450">
                <a:latin typeface="Times New Roman"/>
                <a:cs typeface="Times New Roman"/>
              </a:rPr>
              <a:t>2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009231" y="4360399"/>
            <a:ext cx="135714" cy="210729"/>
          </a:xfrm>
          <a:prstGeom prst="rect">
            <a:avLst/>
          </a:prstGeom>
        </p:spPr>
        <p:txBody>
          <a:bodyPr wrap="square" lIns="0" tIns="10096" rIns="0" bIns="0" rtlCol="0">
            <a:noAutofit/>
          </a:bodyPr>
          <a:lstStyle/>
          <a:p>
            <a:pPr marL="12700">
              <a:lnSpc>
                <a:spcPts val="1590"/>
              </a:lnSpc>
            </a:pPr>
            <a:r>
              <a:rPr dirty="0" smtClean="0" sz="1450" spc="5" i="1">
                <a:latin typeface="Times New Roman"/>
                <a:cs typeface="Times New Roman"/>
              </a:rPr>
              <a:t>c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904043" y="4360399"/>
            <a:ext cx="135714" cy="210729"/>
          </a:xfrm>
          <a:prstGeom prst="rect">
            <a:avLst/>
          </a:prstGeom>
        </p:spPr>
        <p:txBody>
          <a:bodyPr wrap="square" lIns="0" tIns="10096" rIns="0" bIns="0" rtlCol="0">
            <a:noAutofit/>
          </a:bodyPr>
          <a:lstStyle/>
          <a:p>
            <a:pPr marL="12700">
              <a:lnSpc>
                <a:spcPts val="1590"/>
              </a:lnSpc>
            </a:pPr>
            <a:r>
              <a:rPr dirty="0" smtClean="0" sz="1450" spc="5" i="1">
                <a:latin typeface="Times New Roman"/>
                <a:cs typeface="Times New Roman"/>
              </a:rPr>
              <a:t>c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182050" y="4423064"/>
            <a:ext cx="339673" cy="342755"/>
          </a:xfrm>
          <a:prstGeom prst="rect">
            <a:avLst/>
          </a:prstGeom>
        </p:spPr>
        <p:txBody>
          <a:bodyPr wrap="square" lIns="0" tIns="16827" rIns="0" bIns="0" rtlCol="0">
            <a:noAutofit/>
          </a:bodyPr>
          <a:lstStyle/>
          <a:p>
            <a:pPr marL="12700">
              <a:lnSpc>
                <a:spcPts val="2650"/>
              </a:lnSpc>
            </a:pPr>
            <a:r>
              <a:rPr dirty="0" smtClean="0" sz="2500" spc="75" i="1">
                <a:latin typeface="Times New Roman"/>
                <a:cs typeface="Times New Roman"/>
              </a:rPr>
              <a:t>dt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360134" y="4456107"/>
            <a:ext cx="298314" cy="801199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15808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</a:t>
            </a:r>
            <a:endParaRPr sz="2500">
              <a:latin typeface="Symbol"/>
              <a:cs typeface="Symbol"/>
            </a:endParaRPr>
          </a:p>
          <a:p>
            <a:pPr marL="12700" marR="47603">
              <a:lnSpc>
                <a:spcPct val="95825"/>
              </a:lnSpc>
              <a:spcBef>
                <a:spcPts val="551"/>
              </a:spcBef>
            </a:pPr>
            <a:r>
              <a:rPr dirty="0" smtClean="0" sz="2500" i="1">
                <a:latin typeface="Times New Roman"/>
                <a:cs typeface="Times New Roman"/>
              </a:rPr>
              <a:t>d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38689" y="4456107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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345623" y="4932350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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62102" y="4932350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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21178" y="5095345"/>
            <a:ext cx="2311343" cy="484552"/>
          </a:xfrm>
          <a:prstGeom prst="rect">
            <a:avLst/>
          </a:prstGeom>
        </p:spPr>
        <p:txBody>
          <a:bodyPr wrap="square" lIns="0" tIns="24193" rIns="0" bIns="0" rtlCol="0">
            <a:noAutofit/>
          </a:bodyPr>
          <a:lstStyle/>
          <a:p>
            <a:pPr marL="12700">
              <a:lnSpc>
                <a:spcPts val="3810"/>
              </a:lnSpc>
            </a:pPr>
            <a:r>
              <a:rPr dirty="0" smtClean="0" baseline="18552" sz="3750" spc="-14" i="1">
                <a:latin typeface="Times New Roman"/>
                <a:cs typeface="Times New Roman"/>
              </a:rPr>
              <a:t>v</a:t>
            </a:r>
            <a:r>
              <a:rPr dirty="0" smtClean="0" sz="1450" spc="-14" i="1">
                <a:latin typeface="Times New Roman"/>
                <a:cs typeface="Times New Roman"/>
              </a:rPr>
              <a:t>ou</a:t>
            </a:r>
            <a:r>
              <a:rPr dirty="0" smtClean="0" sz="1450" spc="-14" i="1">
                <a:latin typeface="Times New Roman"/>
                <a:cs typeface="Times New Roman"/>
              </a:rPr>
              <a:t>t</a:t>
            </a:r>
            <a:r>
              <a:rPr dirty="0" smtClean="0" sz="1450" spc="-14" i="1">
                <a:latin typeface="Times New Roman"/>
                <a:cs typeface="Times New Roman"/>
              </a:rPr>
              <a:t> </a:t>
            </a:r>
            <a:r>
              <a:rPr dirty="0" smtClean="0" baseline="18552" sz="3750" spc="-14">
                <a:latin typeface="Times New Roman"/>
                <a:cs typeface="Times New Roman"/>
              </a:rPr>
              <a:t>(</a:t>
            </a:r>
            <a:r>
              <a:rPr dirty="0" smtClean="0" baseline="18552" sz="3750" spc="-14" i="1">
                <a:latin typeface="Times New Roman"/>
                <a:cs typeface="Times New Roman"/>
              </a:rPr>
              <a:t>t</a:t>
            </a:r>
            <a:r>
              <a:rPr dirty="0" smtClean="0" baseline="18552" sz="3750" spc="-14">
                <a:latin typeface="Times New Roman"/>
                <a:cs typeface="Times New Roman"/>
              </a:rPr>
              <a:t>)</a:t>
            </a:r>
            <a:r>
              <a:rPr dirty="0" smtClean="0" baseline="18552" sz="3750" spc="-14">
                <a:latin typeface="Times New Roman"/>
                <a:cs typeface="Times New Roman"/>
              </a:rPr>
              <a:t> </a:t>
            </a:r>
            <a:r>
              <a:rPr dirty="0" smtClean="0" baseline="17413" sz="3750" spc="1">
                <a:latin typeface="Symbol"/>
                <a:cs typeface="Symbol"/>
              </a:rPr>
              <a:t></a:t>
            </a:r>
            <a:r>
              <a:rPr dirty="0" smtClean="0" baseline="18552" sz="3750" spc="-14">
                <a:latin typeface="Times New Roman"/>
                <a:cs typeface="Times New Roman"/>
              </a:rPr>
              <a:t> </a:t>
            </a:r>
            <a:r>
              <a:rPr dirty="0" smtClean="0" baseline="18552" sz="3750" spc="-14" i="1">
                <a:latin typeface="Times New Roman"/>
                <a:cs typeface="Times New Roman"/>
              </a:rPr>
              <a:t>V</a:t>
            </a:r>
            <a:r>
              <a:rPr dirty="0" smtClean="0" sz="1450" spc="-14">
                <a:latin typeface="Times New Roman"/>
                <a:cs typeface="Times New Roman"/>
              </a:rPr>
              <a:t>1</a:t>
            </a:r>
            <a:r>
              <a:rPr dirty="0" smtClean="0" sz="1450" spc="-14">
                <a:latin typeface="Times New Roman"/>
                <a:cs typeface="Times New Roman"/>
              </a:rPr>
              <a:t> </a:t>
            </a:r>
            <a:r>
              <a:rPr dirty="0" smtClean="0" sz="2500" spc="1">
                <a:latin typeface="Symbol"/>
                <a:cs typeface="Symbol"/>
              </a:rPr>
              <a:t></a:t>
            </a:r>
            <a:r>
              <a:rPr dirty="0" smtClean="0" baseline="18552" sz="3750" spc="-14">
                <a:latin typeface="Times New Roman"/>
                <a:cs typeface="Times New Roman"/>
              </a:rPr>
              <a:t>2</a:t>
            </a:r>
            <a:r>
              <a:rPr dirty="0" smtClean="0" baseline="16427" sz="3975" spc="1">
                <a:latin typeface="Symbol"/>
                <a:cs typeface="Symbol"/>
              </a:rPr>
              <a:t></a:t>
            </a:r>
            <a:r>
              <a:rPr dirty="0" smtClean="0" baseline="18552" sz="3750" spc="-14" i="1">
                <a:latin typeface="Times New Roman"/>
                <a:cs typeface="Times New Roman"/>
              </a:rPr>
              <a:t>f</a:t>
            </a:r>
            <a:r>
              <a:rPr dirty="0" smtClean="0" sz="1450" spc="-14" i="1">
                <a:latin typeface="Times New Roman"/>
                <a:cs typeface="Times New Roman"/>
              </a:rPr>
              <a:t>c</a:t>
            </a:r>
            <a:r>
              <a:rPr dirty="0" smtClean="0" sz="1450" spc="-14" i="1">
                <a:latin typeface="Times New Roman"/>
                <a:cs typeface="Times New Roman"/>
              </a:rPr>
              <a:t> </a:t>
            </a:r>
            <a:r>
              <a:rPr dirty="0" smtClean="0" baseline="17413" sz="3750" spc="1">
                <a:latin typeface="Symbol"/>
                <a:cs typeface="Symbol"/>
              </a:rPr>
              <a:t>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26789" y="5095345"/>
            <a:ext cx="751788" cy="484552"/>
          </a:xfrm>
          <a:prstGeom prst="rect">
            <a:avLst/>
          </a:prstGeom>
        </p:spPr>
        <p:txBody>
          <a:bodyPr wrap="square" lIns="0" tIns="24193" rIns="0" bIns="0" rtlCol="0">
            <a:noAutofit/>
          </a:bodyPr>
          <a:lstStyle/>
          <a:p>
            <a:pPr marL="12700">
              <a:lnSpc>
                <a:spcPts val="3810"/>
              </a:lnSpc>
            </a:pPr>
            <a:r>
              <a:rPr dirty="0" smtClean="0" baseline="16427" sz="3975">
                <a:latin typeface="Symbol"/>
                <a:cs typeface="Symbol"/>
              </a:rPr>
              <a:t></a:t>
            </a:r>
            <a:r>
              <a:rPr dirty="0" smtClean="0" baseline="17502" sz="3975" spc="-31">
                <a:latin typeface="Times New Roman"/>
                <a:cs typeface="Times New Roman"/>
              </a:rPr>
              <a:t> </a:t>
            </a:r>
            <a:r>
              <a:rPr dirty="0" smtClean="0" baseline="18552" sz="3750" spc="-31">
                <a:latin typeface="Times New Roman"/>
                <a:cs typeface="Times New Roman"/>
              </a:rPr>
              <a:t>(</a:t>
            </a:r>
            <a:r>
              <a:rPr dirty="0" smtClean="0" baseline="18552" sz="3750" spc="-31" i="1">
                <a:latin typeface="Times New Roman"/>
                <a:cs typeface="Times New Roman"/>
              </a:rPr>
              <a:t>t</a:t>
            </a:r>
            <a:r>
              <a:rPr dirty="0" smtClean="0" baseline="18552" sz="3750" spc="-31">
                <a:latin typeface="Times New Roman"/>
                <a:cs typeface="Times New Roman"/>
              </a:rPr>
              <a:t>)</a:t>
            </a:r>
            <a:r>
              <a:rPr dirty="0" smtClean="0" sz="2500" spc="0">
                <a:latin typeface="Symbol"/>
                <a:cs typeface="Symbol"/>
              </a:rPr>
              <a:t>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22575" y="5362855"/>
            <a:ext cx="339673" cy="342755"/>
          </a:xfrm>
          <a:prstGeom prst="rect">
            <a:avLst/>
          </a:prstGeom>
        </p:spPr>
        <p:txBody>
          <a:bodyPr wrap="square" lIns="0" tIns="16827" rIns="0" bIns="0" rtlCol="0">
            <a:noAutofit/>
          </a:bodyPr>
          <a:lstStyle/>
          <a:p>
            <a:pPr marL="12700">
              <a:lnSpc>
                <a:spcPts val="2650"/>
              </a:lnSpc>
            </a:pPr>
            <a:r>
              <a:rPr dirty="0" smtClean="0" sz="2500" spc="75" i="1">
                <a:latin typeface="Times New Roman"/>
                <a:cs typeface="Times New Roman"/>
              </a:rPr>
              <a:t>dt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28839" y="5395898"/>
            <a:ext cx="1322772" cy="828758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492982" marR="634584" algn="ctr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</a:t>
            </a:r>
            <a:endParaRPr sz="2500">
              <a:latin typeface="Symbol"/>
              <a:cs typeface="Symbol"/>
            </a:endParaRPr>
          </a:p>
          <a:p>
            <a:pPr algn="ctr">
              <a:lnSpc>
                <a:spcPts val="3049"/>
              </a:lnSpc>
              <a:spcBef>
                <a:spcPts val="64"/>
              </a:spcBef>
            </a:pPr>
            <a:r>
              <a:rPr dirty="0" smtClean="0" sz="2500" spc="-18">
                <a:latin typeface="Symbol"/>
                <a:cs typeface="Symbol"/>
              </a:rPr>
              <a:t></a:t>
            </a:r>
            <a:r>
              <a:rPr dirty="0" smtClean="0" sz="2500" spc="-43">
                <a:latin typeface="Times New Roman"/>
                <a:cs typeface="Times New Roman"/>
              </a:rPr>
              <a:t> </a:t>
            </a:r>
            <a:r>
              <a:rPr dirty="0" smtClean="0" sz="2500" spc="-43" i="1">
                <a:latin typeface="Times New Roman"/>
                <a:cs typeface="Times New Roman"/>
              </a:rPr>
              <a:t>V</a:t>
            </a:r>
            <a:r>
              <a:rPr dirty="0" smtClean="0" baseline="-25989" sz="2175" spc="-43">
                <a:latin typeface="Times New Roman"/>
                <a:cs typeface="Times New Roman"/>
              </a:rPr>
              <a:t>1</a:t>
            </a:r>
            <a:r>
              <a:rPr dirty="0" smtClean="0" baseline="-25989" sz="2175" spc="-43">
                <a:latin typeface="Times New Roman"/>
                <a:cs typeface="Times New Roman"/>
              </a:rPr>
              <a:t> </a:t>
            </a:r>
            <a:r>
              <a:rPr dirty="0" smtClean="0" sz="2500" spc="-43">
                <a:latin typeface="Times New Roman"/>
                <a:cs typeface="Times New Roman"/>
              </a:rPr>
              <a:t>2</a:t>
            </a:r>
            <a:r>
              <a:rPr dirty="0" smtClean="0" sz="2650" spc="-18">
                <a:latin typeface="Symbol"/>
                <a:cs typeface="Symbol"/>
              </a:rPr>
              <a:t></a:t>
            </a:r>
            <a:r>
              <a:rPr dirty="0" smtClean="0" sz="2500" spc="-43" i="1">
                <a:latin typeface="Times New Roman"/>
                <a:cs typeface="Times New Roman"/>
              </a:rPr>
              <a:t>f</a:t>
            </a:r>
            <a:r>
              <a:rPr dirty="0" smtClean="0" baseline="-25989" sz="2175" spc="-43" i="1">
                <a:latin typeface="Times New Roman"/>
                <a:cs typeface="Times New Roman"/>
              </a:rPr>
              <a:t>c</a:t>
            </a:r>
            <a:r>
              <a:rPr dirty="0" smtClean="0" baseline="-25989" sz="2175" spc="-43" i="1">
                <a:latin typeface="Times New Roman"/>
                <a:cs typeface="Times New Roman"/>
              </a:rPr>
              <a:t> </a:t>
            </a:r>
            <a:r>
              <a:rPr dirty="0" smtClean="0" sz="2500" spc="-18">
                <a:latin typeface="Symbol"/>
                <a:cs typeface="Symbol"/>
              </a:rPr>
              <a:t>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62102" y="5395898"/>
            <a:ext cx="195205" cy="342755"/>
          </a:xfrm>
          <a:prstGeom prst="rect">
            <a:avLst/>
          </a:prstGeom>
        </p:spPr>
        <p:txBody>
          <a:bodyPr wrap="square" lIns="0" tIns="17145" rIns="0" bIns="0" rtlCol="0">
            <a:noAutofit/>
          </a:bodyPr>
          <a:lstStyle/>
          <a:p>
            <a:pPr marL="12700">
              <a:lnSpc>
                <a:spcPts val="2700"/>
              </a:lnSpc>
            </a:pPr>
            <a:r>
              <a:rPr dirty="0" smtClean="0" sz="2500">
                <a:latin typeface="Symbol"/>
                <a:cs typeface="Symbol"/>
              </a:rPr>
              <a:t>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13629" y="5831006"/>
            <a:ext cx="2306218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Pro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ter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ap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san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as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725765" y="5831006"/>
            <a:ext cx="63987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5">
                <a:latin typeface="Arial"/>
                <a:cs typeface="Arial"/>
              </a:rPr>
              <a:t>si</a:t>
            </a:r>
            <a:r>
              <a:rPr dirty="0" smtClean="0" sz="1800" spc="-5">
                <a:latin typeface="Arial"/>
                <a:cs typeface="Arial"/>
              </a:rPr>
              <a:t>n</a:t>
            </a:r>
            <a:r>
              <a:rPr dirty="0" smtClean="0" sz="1800" spc="-5">
                <a:latin typeface="Arial"/>
                <a:cs typeface="Arial"/>
              </a:rPr>
              <a:t>y</a:t>
            </a:r>
            <a:r>
              <a:rPr dirty="0" smtClean="0" sz="1800" spc="-5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46768" y="6471832"/>
            <a:ext cx="34522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24200" y="5710428"/>
            <a:ext cx="1536191" cy="609600"/>
          </a:xfrm>
          <a:prstGeom prst="rect">
            <a:avLst/>
          </a:prstGeom>
        </p:spPr>
        <p:txBody>
          <a:bodyPr wrap="square" lIns="0" tIns="53975" rIns="0" bIns="0" rtlCol="0">
            <a:noAutofit/>
          </a:bodyPr>
          <a:lstStyle/>
          <a:p>
            <a:pPr marL="13766">
              <a:lnSpc>
                <a:spcPts val="3049"/>
              </a:lnSpc>
            </a:pPr>
            <a:r>
              <a:rPr dirty="0" smtClean="0" sz="2500" spc="-39" i="1">
                <a:latin typeface="Times New Roman"/>
                <a:cs typeface="Times New Roman"/>
              </a:rPr>
              <a:t>V</a:t>
            </a:r>
            <a:r>
              <a:rPr dirty="0" smtClean="0" baseline="-25989" sz="2175" spc="-39">
                <a:latin typeface="Times New Roman"/>
                <a:cs typeface="Times New Roman"/>
              </a:rPr>
              <a:t>1</a:t>
            </a:r>
            <a:r>
              <a:rPr dirty="0" smtClean="0" baseline="-25989" sz="2175" spc="-39">
                <a:latin typeface="Times New Roman"/>
                <a:cs typeface="Times New Roman"/>
              </a:rPr>
              <a:t> </a:t>
            </a:r>
            <a:r>
              <a:rPr dirty="0" smtClean="0" sz="2500" spc="-39">
                <a:latin typeface="Times New Roman"/>
                <a:cs typeface="Times New Roman"/>
              </a:rPr>
              <a:t>2</a:t>
            </a:r>
            <a:r>
              <a:rPr dirty="0" smtClean="0" sz="2650" spc="-108">
                <a:latin typeface="Symbol"/>
                <a:cs typeface="Symbol"/>
              </a:rPr>
              <a:t></a:t>
            </a:r>
            <a:r>
              <a:rPr dirty="0" smtClean="0" sz="2500" spc="-39" i="1">
                <a:latin typeface="Times New Roman"/>
                <a:cs typeface="Times New Roman"/>
              </a:rPr>
              <a:t>k</a:t>
            </a:r>
            <a:r>
              <a:rPr dirty="0" smtClean="0" sz="2500" spc="-39" i="1">
                <a:latin typeface="Times New Roman"/>
                <a:cs typeface="Times New Roman"/>
              </a:rPr>
              <a:t> </a:t>
            </a:r>
            <a:r>
              <a:rPr dirty="0" smtClean="0" baseline="-25989" sz="2175" spc="-39" i="1">
                <a:latin typeface="Times New Roman"/>
                <a:cs typeface="Times New Roman"/>
              </a:rPr>
              <a:t>f</a:t>
            </a:r>
            <a:r>
              <a:rPr dirty="0" smtClean="0" baseline="-25989" sz="2175" spc="-39" i="1">
                <a:latin typeface="Times New Roman"/>
                <a:cs typeface="Times New Roman"/>
              </a:rPr>
              <a:t> </a:t>
            </a:r>
            <a:r>
              <a:rPr dirty="0" smtClean="0" sz="2500" spc="-39" i="1">
                <a:latin typeface="Times New Roman"/>
                <a:cs typeface="Times New Roman"/>
              </a:rPr>
              <a:t>m</a:t>
            </a:r>
            <a:r>
              <a:rPr dirty="0" smtClean="0" sz="2500" spc="-39">
                <a:latin typeface="Times New Roman"/>
                <a:cs typeface="Times New Roman"/>
              </a:rPr>
              <a:t>(</a:t>
            </a:r>
            <a:r>
              <a:rPr dirty="0" smtClean="0" sz="2500" spc="-39" i="1">
                <a:latin typeface="Times New Roman"/>
                <a:cs typeface="Times New Roman"/>
              </a:rPr>
              <a:t>t</a:t>
            </a:r>
            <a:r>
              <a:rPr dirty="0" smtClean="0" sz="2500" spc="-39">
                <a:latin typeface="Times New Roman"/>
                <a:cs typeface="Times New Roman"/>
              </a:rPr>
              <a:t>)</a:t>
            </a:r>
            <a:endParaRPr sz="25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96000" y="1773936"/>
            <a:ext cx="1447800" cy="685800"/>
          </a:xfrm>
          <a:prstGeom prst="rect">
            <a:avLst/>
          </a:prstGeom>
        </p:spPr>
        <p:txBody>
          <a:bodyPr wrap="square" lIns="0" tIns="205" rIns="0" bIns="0" rtlCol="0">
            <a:noAutofit/>
          </a:bodyPr>
          <a:lstStyle/>
          <a:p>
            <a:pPr>
              <a:lnSpc>
                <a:spcPts val="600"/>
              </a:lnSpc>
            </a:pPr>
            <a:endParaRPr sz="600"/>
          </a:p>
          <a:p>
            <a:pPr marL="216662">
              <a:lnSpc>
                <a:spcPct val="95825"/>
              </a:lnSpc>
            </a:pP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E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n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ve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l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o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p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e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95700" y="1773936"/>
            <a:ext cx="1447800" cy="685800"/>
          </a:xfrm>
          <a:prstGeom prst="rect">
            <a:avLst/>
          </a:prstGeom>
        </p:spPr>
        <p:txBody>
          <a:bodyPr wrap="square" lIns="0" tIns="4015" rIns="0" bIns="0" rtlCol="0">
            <a:noAutofit/>
          </a:bodyPr>
          <a:lstStyle/>
          <a:p>
            <a:pPr>
              <a:lnSpc>
                <a:spcPts val="650"/>
              </a:lnSpc>
            </a:pPr>
            <a:endParaRPr sz="650"/>
          </a:p>
          <a:p>
            <a:pPr marL="74422">
              <a:lnSpc>
                <a:spcPct val="95825"/>
              </a:lnSpc>
              <a:spcBef>
                <a:spcPts val="1000"/>
              </a:spcBef>
            </a:pP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D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i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f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fer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e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nti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a</a:t>
            </a:r>
            <a:r>
              <a:rPr dirty="0" smtClean="0" sz="1800" spc="-3">
                <a:solidFill>
                  <a:srgbClr val="FFFFCC"/>
                </a:solidFill>
                <a:latin typeface="Arial"/>
                <a:cs typeface="Arial"/>
              </a:rPr>
              <a:t>tor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95400" y="1773936"/>
            <a:ext cx="1447800" cy="685800"/>
          </a:xfrm>
          <a:prstGeom prst="rect">
            <a:avLst/>
          </a:prstGeom>
        </p:spPr>
        <p:txBody>
          <a:bodyPr wrap="square" lIns="0" tIns="4015" rIns="0" bIns="0" rtlCol="0">
            <a:noAutofit/>
          </a:bodyPr>
          <a:lstStyle/>
          <a:p>
            <a:pPr>
              <a:lnSpc>
                <a:spcPts val="650"/>
              </a:lnSpc>
            </a:pPr>
            <a:endParaRPr sz="650"/>
          </a:p>
          <a:p>
            <a:pPr marL="381888">
              <a:lnSpc>
                <a:spcPct val="95825"/>
              </a:lnSpc>
              <a:spcBef>
                <a:spcPts val="1000"/>
              </a:spcBef>
            </a:pP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L</a:t>
            </a: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i</a:t>
            </a:r>
            <a:r>
              <a:rPr dirty="0" smtClean="0" sz="1800" spc="-1">
                <a:solidFill>
                  <a:srgbClr val="FFFFCC"/>
                </a:solidFill>
                <a:latin typeface="Arial"/>
                <a:cs typeface="Arial"/>
              </a:rPr>
              <a:t>miter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22701" y="1116329"/>
            <a:ext cx="12756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594217" y="1116329"/>
            <a:ext cx="12718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314269" y="5163564"/>
            <a:ext cx="30041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532638" y="765810"/>
            <a:ext cx="5334000" cy="682751"/>
          </a:xfrm>
          <a:custGeom>
            <a:avLst/>
            <a:gdLst/>
            <a:ahLst/>
            <a:cxnLst/>
            <a:rect l="l" t="t" r="r" b="b"/>
            <a:pathLst>
              <a:path w="5334000" h="682751">
                <a:moveTo>
                  <a:pt x="0" y="682751"/>
                </a:moveTo>
                <a:lnTo>
                  <a:pt x="5334000" y="682751"/>
                </a:lnTo>
                <a:lnTo>
                  <a:pt x="5334000" y="0"/>
                </a:lnTo>
                <a:lnTo>
                  <a:pt x="0" y="0"/>
                </a:lnTo>
                <a:lnTo>
                  <a:pt x="0" y="6827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35940" y="16982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9144" y="1698219"/>
            <a:ext cx="5161864" cy="876863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 marR="4572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I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u</a:t>
            </a:r>
            <a:r>
              <a:rPr dirty="0" smtClean="0" sz="3200" spc="-3">
                <a:latin typeface="Arial"/>
                <a:cs typeface="Arial"/>
              </a:rPr>
              <a:t>t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l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h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sinyal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i</a:t>
            </a:r>
            <a:r>
              <a:rPr dirty="0" smtClean="0" sz="3200" spc="-3">
                <a:latin typeface="Arial"/>
                <a:cs typeface="Arial"/>
              </a:rPr>
              <a:t>sk</a:t>
            </a:r>
            <a:r>
              <a:rPr dirty="0" smtClean="0" sz="3200" spc="-3">
                <a:latin typeface="Arial"/>
                <a:cs typeface="Arial"/>
              </a:rPr>
              <a:t>r</a:t>
            </a:r>
            <a:r>
              <a:rPr dirty="0" smtClean="0" sz="3200" spc="-3">
                <a:latin typeface="Arial"/>
                <a:cs typeface="Arial"/>
              </a:rPr>
              <a:t>et</a:t>
            </a:r>
            <a:endParaRPr sz="3200">
              <a:latin typeface="Arial"/>
              <a:cs typeface="Arial"/>
            </a:endParaRPr>
          </a:p>
          <a:p>
            <a:pPr marL="584149">
              <a:lnSpc>
                <a:spcPct val="95825"/>
              </a:lnSpc>
              <a:spcBef>
                <a:spcPts val="552"/>
              </a:spcBef>
            </a:pPr>
            <a:r>
              <a:rPr dirty="0" smtClean="0" sz="2400" spc="10">
                <a:latin typeface="Arial"/>
                <a:cs typeface="Arial"/>
              </a:rPr>
              <a:t>•</a:t>
            </a:r>
            <a:r>
              <a:rPr dirty="0" smtClean="0" sz="2400" spc="10">
                <a:latin typeface="Arial"/>
                <a:cs typeface="Arial"/>
              </a:rPr>
              <a:t> </a:t>
            </a:r>
            <a:r>
              <a:rPr dirty="0" smtClean="0" sz="2400" spc="10">
                <a:latin typeface="Arial"/>
                <a:cs typeface="Arial"/>
              </a:rPr>
              <a:t>D</a:t>
            </a:r>
            <a:r>
              <a:rPr dirty="0" smtClean="0" sz="2400" spc="10">
                <a:latin typeface="Arial"/>
                <a:cs typeface="Arial"/>
              </a:rPr>
              <a:t>e</a:t>
            </a:r>
            <a:r>
              <a:rPr dirty="0" smtClean="0" sz="2400" spc="10">
                <a:latin typeface="Arial"/>
                <a:cs typeface="Arial"/>
              </a:rPr>
              <a:t>retan</a:t>
            </a:r>
            <a:r>
              <a:rPr dirty="0" smtClean="0" sz="2400" spc="10">
                <a:latin typeface="Arial"/>
                <a:cs typeface="Arial"/>
              </a:rPr>
              <a:t> </a:t>
            </a:r>
            <a:r>
              <a:rPr dirty="0" smtClean="0" sz="2400" spc="10">
                <a:latin typeface="Arial"/>
                <a:cs typeface="Arial"/>
              </a:rPr>
              <a:t>w</a:t>
            </a:r>
            <a:r>
              <a:rPr dirty="0" smtClean="0" sz="2400" spc="10">
                <a:latin typeface="Arial"/>
                <a:cs typeface="Arial"/>
              </a:rPr>
              <a:t>a</a:t>
            </a:r>
            <a:r>
              <a:rPr dirty="0" smtClean="0" sz="2400" spc="10">
                <a:latin typeface="Arial"/>
                <a:cs typeface="Arial"/>
              </a:rPr>
              <a:t>ktu</a:t>
            </a:r>
            <a:r>
              <a:rPr dirty="0" smtClean="0" sz="2400" spc="10">
                <a:latin typeface="Arial"/>
                <a:cs typeface="Arial"/>
              </a:rPr>
              <a:t> </a:t>
            </a:r>
            <a:r>
              <a:rPr dirty="0" smtClean="0" sz="2400" spc="10">
                <a:latin typeface="Arial"/>
                <a:cs typeface="Arial"/>
              </a:rPr>
              <a:t>pu</a:t>
            </a:r>
            <a:r>
              <a:rPr dirty="0" smtClean="0" sz="2400" spc="10">
                <a:latin typeface="Arial"/>
                <a:cs typeface="Arial"/>
              </a:rPr>
              <a:t>l</a:t>
            </a:r>
            <a:r>
              <a:rPr dirty="0" smtClean="0" sz="2400" spc="10">
                <a:latin typeface="Arial"/>
                <a:cs typeface="Arial"/>
              </a:rPr>
              <a:t>s</a:t>
            </a:r>
            <a:r>
              <a:rPr dirty="0" smtClean="0" sz="2400" spc="10">
                <a:latin typeface="Arial"/>
                <a:cs typeface="Arial"/>
              </a:rPr>
              <a:t>a</a:t>
            </a:r>
            <a:r>
              <a:rPr dirty="0" smtClean="0" sz="2400" spc="10">
                <a:latin typeface="Arial"/>
                <a:cs typeface="Arial"/>
              </a:rPr>
              <a:t>-</a:t>
            </a:r>
            <a:r>
              <a:rPr dirty="0" smtClean="0" sz="2400" spc="10">
                <a:latin typeface="Arial"/>
                <a:cs typeface="Arial"/>
              </a:rPr>
              <a:t>pu</a:t>
            </a:r>
            <a:r>
              <a:rPr dirty="0" smtClean="0" sz="2400" spc="10">
                <a:latin typeface="Arial"/>
                <a:cs typeface="Arial"/>
              </a:rPr>
              <a:t>l</a:t>
            </a:r>
            <a:r>
              <a:rPr dirty="0" smtClean="0" sz="2400" spc="10">
                <a:latin typeface="Arial"/>
                <a:cs typeface="Arial"/>
              </a:rPr>
              <a:t>sa</a:t>
            </a:r>
            <a:r>
              <a:rPr dirty="0" smtClean="0" sz="2400" spc="10">
                <a:latin typeface="Arial"/>
                <a:cs typeface="Arial"/>
              </a:rPr>
              <a:t> </a:t>
            </a:r>
            <a:r>
              <a:rPr dirty="0" smtClean="0" sz="2400" spc="10">
                <a:latin typeface="Arial"/>
                <a:cs typeface="Arial"/>
              </a:rPr>
              <a:t>atau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54623" y="2244883"/>
            <a:ext cx="95168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simbol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35940" y="2722975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79144" y="2722975"/>
            <a:ext cx="5590680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b</a:t>
            </a:r>
            <a:r>
              <a:rPr dirty="0" smtClean="0" sz="3200" spc="-3">
                <a:latin typeface="Arial"/>
                <a:cs typeface="Arial"/>
              </a:rPr>
              <a:t>erikan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b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nyak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kele</a:t>
            </a:r>
            <a:r>
              <a:rPr dirty="0" smtClean="0" sz="3200" spc="-3">
                <a:latin typeface="Arial"/>
                <a:cs typeface="Arial"/>
              </a:rPr>
              <a:t>b</a:t>
            </a:r>
            <a:r>
              <a:rPr dirty="0" smtClean="0" sz="3200" spc="-3">
                <a:latin typeface="Arial"/>
                <a:cs typeface="Arial"/>
              </a:rPr>
              <a:t>ih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n</a:t>
            </a:r>
            <a:endParaRPr sz="3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50594" y="3268764"/>
            <a:ext cx="177952" cy="769612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570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79194" y="3268764"/>
            <a:ext cx="6472474" cy="2380415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52573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koh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terhad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keti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aks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mpurn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al</a:t>
            </a:r>
            <a:endParaRPr sz="2400">
              <a:latin typeface="Arial"/>
              <a:cs typeface="Arial"/>
            </a:endParaRPr>
          </a:p>
          <a:p>
            <a:pPr marL="12700" marR="361797">
              <a:lnSpc>
                <a:spcPct val="100041"/>
              </a:lnSpc>
              <a:spcBef>
                <a:spcPts val="570"/>
              </a:spcBef>
            </a:pPr>
            <a:r>
              <a:rPr dirty="0" smtClean="0" sz="2400" spc="0">
                <a:latin typeface="Arial"/>
                <a:cs typeface="Arial"/>
              </a:rPr>
              <a:t>Le</a:t>
            </a: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0">
                <a:latin typeface="Arial"/>
                <a:cs typeface="Arial"/>
              </a:rPr>
              <a:t>ih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mudah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am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multip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x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bermacam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sumber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fo</a:t>
            </a:r>
            <a:r>
              <a:rPr dirty="0" smtClean="0" sz="2400" spc="0">
                <a:latin typeface="Arial"/>
                <a:cs typeface="Arial"/>
              </a:rPr>
              <a:t>r</a:t>
            </a:r>
            <a:r>
              <a:rPr dirty="0" smtClean="0" sz="2400" spc="0">
                <a:latin typeface="Arial"/>
                <a:cs typeface="Arial"/>
              </a:rPr>
              <a:t>masi,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seperti: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vo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ce,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data,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v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de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.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578"/>
              </a:spcBef>
            </a:pP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pat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mengakomod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kod</a:t>
            </a:r>
            <a:r>
              <a:rPr dirty="0" smtClean="0" sz="2400" spc="1">
                <a:latin typeface="Arial"/>
                <a:cs typeface="Arial"/>
              </a:rPr>
              <a:t>e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kode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er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o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control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699"/>
              </a:spcBef>
            </a:pPr>
            <a:r>
              <a:rPr dirty="0" smtClean="0" sz="2400" spc="1">
                <a:latin typeface="Arial"/>
                <a:cs typeface="Arial"/>
              </a:rPr>
              <a:t>Me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un</a:t>
            </a:r>
            <a:r>
              <a:rPr dirty="0" smtClean="0" sz="2400" spc="1">
                <a:latin typeface="Arial"/>
                <a:cs typeface="Arial"/>
              </a:rPr>
              <a:t>g</a:t>
            </a:r>
            <a:r>
              <a:rPr dirty="0" smtClean="0" sz="2400" spc="1">
                <a:latin typeface="Arial"/>
                <a:cs typeface="Arial"/>
              </a:rPr>
              <a:t>ki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enkripsi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yal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yang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t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ansfer</a:t>
            </a:r>
            <a:endParaRPr sz="2400">
              <a:latin typeface="Arial"/>
              <a:cs typeface="Arial"/>
            </a:endParaRPr>
          </a:p>
          <a:p>
            <a:pPr marL="698500" marR="52573">
              <a:lnSpc>
                <a:spcPct val="95825"/>
              </a:lnSpc>
              <a:spcBef>
                <a:spcPts val="579"/>
              </a:spcBef>
            </a:pPr>
            <a:r>
              <a:rPr dirty="0" smtClean="0" sz="2000" spc="10">
                <a:latin typeface="Arial"/>
                <a:cs typeface="Arial"/>
              </a:rPr>
              <a:t>»</a:t>
            </a:r>
            <a:r>
              <a:rPr dirty="0" smtClean="0" sz="2000" spc="10">
                <a:latin typeface="Arial"/>
                <a:cs typeface="Arial"/>
              </a:rPr>
              <a:t> </a:t>
            </a:r>
            <a:r>
              <a:rPr dirty="0" smtClean="0" sz="2000" spc="10">
                <a:latin typeface="Arial"/>
                <a:cs typeface="Arial"/>
              </a:rPr>
              <a:t>L</a:t>
            </a:r>
            <a:r>
              <a:rPr dirty="0" smtClean="0" sz="2000" spc="10">
                <a:latin typeface="Arial"/>
                <a:cs typeface="Arial"/>
              </a:rPr>
              <a:t>e</a:t>
            </a:r>
            <a:r>
              <a:rPr dirty="0" smtClean="0" sz="2000" spc="10">
                <a:latin typeface="Arial"/>
                <a:cs typeface="Arial"/>
              </a:rPr>
              <a:t>bih</a:t>
            </a:r>
            <a:r>
              <a:rPr dirty="0" smtClean="0" sz="2000" spc="10">
                <a:latin typeface="Arial"/>
                <a:cs typeface="Arial"/>
              </a:rPr>
              <a:t> </a:t>
            </a:r>
            <a:r>
              <a:rPr dirty="0" smtClean="0" sz="2000" spc="10">
                <a:latin typeface="Arial"/>
                <a:cs typeface="Arial"/>
              </a:rPr>
              <a:t> </a:t>
            </a:r>
            <a:r>
              <a:rPr dirty="0" smtClean="0" sz="2000" spc="10">
                <a:latin typeface="Arial"/>
                <a:cs typeface="Arial"/>
              </a:rPr>
              <a:t>s</a:t>
            </a:r>
            <a:r>
              <a:rPr dirty="0" smtClean="0" sz="2000" spc="10">
                <a:latin typeface="Arial"/>
                <a:cs typeface="Arial"/>
              </a:rPr>
              <a:t>e</a:t>
            </a:r>
            <a:r>
              <a:rPr dirty="0" smtClean="0" sz="2000" spc="10">
                <a:latin typeface="Arial"/>
                <a:cs typeface="Arial"/>
              </a:rPr>
              <a:t>c</a:t>
            </a:r>
            <a:r>
              <a:rPr dirty="0" smtClean="0" sz="2000" spc="10">
                <a:latin typeface="Arial"/>
                <a:cs typeface="Arial"/>
              </a:rPr>
              <a:t>u</a:t>
            </a:r>
            <a:r>
              <a:rPr dirty="0" smtClean="0" sz="2000" spc="10">
                <a:latin typeface="Arial"/>
                <a:cs typeface="Arial"/>
              </a:rPr>
              <a:t>r</a:t>
            </a:r>
            <a:r>
              <a:rPr dirty="0" smtClean="0" sz="2000" spc="10">
                <a:latin typeface="Arial"/>
                <a:cs typeface="Arial"/>
              </a:rPr>
              <a:t>e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50594" y="4512849"/>
            <a:ext cx="177800" cy="769493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571"/>
              </a:spcBef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68104" y="6471832"/>
            <a:ext cx="32379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57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32638" y="765810"/>
            <a:ext cx="5334000" cy="682751"/>
          </a:xfrm>
          <a:prstGeom prst="rect">
            <a:avLst/>
          </a:prstGeom>
        </p:spPr>
        <p:txBody>
          <a:bodyPr wrap="square" lIns="0" tIns="6223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Digital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4000" spc="-1" b="1">
                <a:solidFill>
                  <a:srgbClr val="006600"/>
                </a:solidFill>
                <a:latin typeface="Arial"/>
                <a:cs typeface="Arial"/>
              </a:rPr>
              <a:t>lation</a:t>
            </a:r>
            <a:endParaRPr sz="4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object 5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726692" y="4305300"/>
            <a:ext cx="3977640" cy="0"/>
          </a:xfrm>
          <a:custGeom>
            <a:avLst/>
            <a:gdLst/>
            <a:ahLst/>
            <a:cxnLst/>
            <a:rect l="l" t="t" r="r" b="b"/>
            <a:pathLst>
              <a:path w="3977640" h="0">
                <a:moveTo>
                  <a:pt x="0" y="0"/>
                </a:moveTo>
                <a:lnTo>
                  <a:pt x="39776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286000" y="3695700"/>
            <a:ext cx="228600" cy="609600"/>
          </a:xfrm>
          <a:custGeom>
            <a:avLst/>
            <a:gdLst/>
            <a:ahLst/>
            <a:cxnLst/>
            <a:rect l="l" t="t" r="r" b="b"/>
            <a:pathLst>
              <a:path w="228600" h="609600">
                <a:moveTo>
                  <a:pt x="0" y="609600"/>
                </a:moveTo>
                <a:lnTo>
                  <a:pt x="228600" y="609600"/>
                </a:lnTo>
                <a:lnTo>
                  <a:pt x="228600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286000" y="3695700"/>
            <a:ext cx="228600" cy="609600"/>
          </a:xfrm>
          <a:custGeom>
            <a:avLst/>
            <a:gdLst/>
            <a:ahLst/>
            <a:cxnLst/>
            <a:rect l="l" t="t" r="r" b="b"/>
            <a:pathLst>
              <a:path w="228600" h="609600">
                <a:moveTo>
                  <a:pt x="0" y="609600"/>
                </a:moveTo>
                <a:lnTo>
                  <a:pt x="228600" y="609600"/>
                </a:lnTo>
                <a:lnTo>
                  <a:pt x="228600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743200" y="4114800"/>
            <a:ext cx="228600" cy="190500"/>
          </a:xfrm>
          <a:custGeom>
            <a:avLst/>
            <a:gdLst/>
            <a:ahLst/>
            <a:cxnLst/>
            <a:rect l="l" t="t" r="r" b="b"/>
            <a:pathLst>
              <a:path w="228600" h="190500">
                <a:moveTo>
                  <a:pt x="0" y="190500"/>
                </a:moveTo>
                <a:lnTo>
                  <a:pt x="228600" y="190500"/>
                </a:lnTo>
                <a:lnTo>
                  <a:pt x="228600" y="0"/>
                </a:lnTo>
                <a:lnTo>
                  <a:pt x="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743200" y="4114800"/>
            <a:ext cx="228600" cy="190500"/>
          </a:xfrm>
          <a:custGeom>
            <a:avLst/>
            <a:gdLst/>
            <a:ahLst/>
            <a:cxnLst/>
            <a:rect l="l" t="t" r="r" b="b"/>
            <a:pathLst>
              <a:path w="228600" h="190500">
                <a:moveTo>
                  <a:pt x="0" y="190500"/>
                </a:moveTo>
                <a:lnTo>
                  <a:pt x="228600" y="190500"/>
                </a:lnTo>
                <a:lnTo>
                  <a:pt x="228600" y="0"/>
                </a:lnTo>
                <a:lnTo>
                  <a:pt x="0" y="0"/>
                </a:lnTo>
                <a:lnTo>
                  <a:pt x="0" y="1905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200400" y="3429000"/>
            <a:ext cx="228600" cy="876300"/>
          </a:xfrm>
          <a:custGeom>
            <a:avLst/>
            <a:gdLst/>
            <a:ahLst/>
            <a:cxnLst/>
            <a:rect l="l" t="t" r="r" b="b"/>
            <a:pathLst>
              <a:path w="228600" h="876300">
                <a:moveTo>
                  <a:pt x="0" y="876300"/>
                </a:moveTo>
                <a:lnTo>
                  <a:pt x="228600" y="876300"/>
                </a:lnTo>
                <a:lnTo>
                  <a:pt x="228600" y="0"/>
                </a:lnTo>
                <a:lnTo>
                  <a:pt x="0" y="0"/>
                </a:lnTo>
                <a:lnTo>
                  <a:pt x="0" y="8763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200400" y="3429000"/>
            <a:ext cx="228600" cy="876300"/>
          </a:xfrm>
          <a:custGeom>
            <a:avLst/>
            <a:gdLst/>
            <a:ahLst/>
            <a:cxnLst/>
            <a:rect l="l" t="t" r="r" b="b"/>
            <a:pathLst>
              <a:path w="228600" h="876300">
                <a:moveTo>
                  <a:pt x="0" y="876300"/>
                </a:moveTo>
                <a:lnTo>
                  <a:pt x="228600" y="876300"/>
                </a:lnTo>
                <a:lnTo>
                  <a:pt x="228600" y="0"/>
                </a:lnTo>
                <a:lnTo>
                  <a:pt x="0" y="0"/>
                </a:lnTo>
                <a:lnTo>
                  <a:pt x="0" y="8763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733800" y="3886200"/>
            <a:ext cx="228600" cy="419100"/>
          </a:xfrm>
          <a:custGeom>
            <a:avLst/>
            <a:gdLst/>
            <a:ahLst/>
            <a:cxnLst/>
            <a:rect l="l" t="t" r="r" b="b"/>
            <a:pathLst>
              <a:path w="228600" h="419100">
                <a:moveTo>
                  <a:pt x="0" y="419100"/>
                </a:moveTo>
                <a:lnTo>
                  <a:pt x="228600" y="419100"/>
                </a:lnTo>
                <a:lnTo>
                  <a:pt x="228600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733800" y="3886200"/>
            <a:ext cx="228600" cy="419100"/>
          </a:xfrm>
          <a:custGeom>
            <a:avLst/>
            <a:gdLst/>
            <a:ahLst/>
            <a:cxnLst/>
            <a:rect l="l" t="t" r="r" b="b"/>
            <a:pathLst>
              <a:path w="228600" h="419100">
                <a:moveTo>
                  <a:pt x="0" y="419100"/>
                </a:moveTo>
                <a:lnTo>
                  <a:pt x="228600" y="419100"/>
                </a:lnTo>
                <a:lnTo>
                  <a:pt x="228600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5105400" y="3695700"/>
            <a:ext cx="228600" cy="609600"/>
          </a:xfrm>
          <a:custGeom>
            <a:avLst/>
            <a:gdLst/>
            <a:ahLst/>
            <a:cxnLst/>
            <a:rect l="l" t="t" r="r" b="b"/>
            <a:pathLst>
              <a:path w="228600" h="609600">
                <a:moveTo>
                  <a:pt x="0" y="609600"/>
                </a:moveTo>
                <a:lnTo>
                  <a:pt x="228600" y="609600"/>
                </a:lnTo>
                <a:lnTo>
                  <a:pt x="228600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105400" y="3695700"/>
            <a:ext cx="228600" cy="609600"/>
          </a:xfrm>
          <a:custGeom>
            <a:avLst/>
            <a:gdLst/>
            <a:ahLst/>
            <a:cxnLst/>
            <a:rect l="l" t="t" r="r" b="b"/>
            <a:pathLst>
              <a:path w="228600" h="609600">
                <a:moveTo>
                  <a:pt x="0" y="609600"/>
                </a:moveTo>
                <a:lnTo>
                  <a:pt x="228600" y="609600"/>
                </a:lnTo>
                <a:lnTo>
                  <a:pt x="228600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051050" y="3994150"/>
            <a:ext cx="536575" cy="998474"/>
          </a:xfrm>
          <a:custGeom>
            <a:avLst/>
            <a:gdLst/>
            <a:ahLst/>
            <a:cxnLst/>
            <a:rect l="l" t="t" r="r" b="b"/>
            <a:pathLst>
              <a:path w="536575" h="998474">
                <a:moveTo>
                  <a:pt x="504825" y="922273"/>
                </a:moveTo>
                <a:lnTo>
                  <a:pt x="504825" y="649224"/>
                </a:lnTo>
                <a:lnTo>
                  <a:pt x="492125" y="655574"/>
                </a:lnTo>
                <a:lnTo>
                  <a:pt x="12700" y="649223"/>
                </a:lnTo>
                <a:lnTo>
                  <a:pt x="6350" y="649224"/>
                </a:lnTo>
                <a:lnTo>
                  <a:pt x="0" y="0"/>
                </a:lnTo>
                <a:lnTo>
                  <a:pt x="0" y="661924"/>
                </a:lnTo>
                <a:lnTo>
                  <a:pt x="12700" y="655574"/>
                </a:lnTo>
                <a:lnTo>
                  <a:pt x="492125" y="661923"/>
                </a:lnTo>
                <a:lnTo>
                  <a:pt x="498475" y="661924"/>
                </a:lnTo>
                <a:lnTo>
                  <a:pt x="504825" y="922273"/>
                </a:lnTo>
                <a:close/>
              </a:path>
              <a:path w="536575" h="998474">
                <a:moveTo>
                  <a:pt x="492124" y="922274"/>
                </a:moveTo>
                <a:lnTo>
                  <a:pt x="460375" y="922274"/>
                </a:lnTo>
                <a:lnTo>
                  <a:pt x="498475" y="998474"/>
                </a:lnTo>
                <a:lnTo>
                  <a:pt x="536575" y="922274"/>
                </a:lnTo>
                <a:lnTo>
                  <a:pt x="504825" y="922273"/>
                </a:lnTo>
                <a:lnTo>
                  <a:pt x="504825" y="934974"/>
                </a:lnTo>
                <a:lnTo>
                  <a:pt x="492125" y="934974"/>
                </a:lnTo>
                <a:lnTo>
                  <a:pt x="492124" y="922274"/>
                </a:lnTo>
                <a:close/>
              </a:path>
              <a:path w="536575" h="998474">
                <a:moveTo>
                  <a:pt x="6350" y="12700"/>
                </a:moveTo>
                <a:lnTo>
                  <a:pt x="12700" y="649223"/>
                </a:lnTo>
                <a:lnTo>
                  <a:pt x="12700" y="6350"/>
                </a:lnTo>
                <a:lnTo>
                  <a:pt x="0" y="0"/>
                </a:lnTo>
                <a:lnTo>
                  <a:pt x="6350" y="649224"/>
                </a:lnTo>
                <a:lnTo>
                  <a:pt x="12700" y="649223"/>
                </a:lnTo>
                <a:lnTo>
                  <a:pt x="6350" y="12700"/>
                </a:lnTo>
                <a:close/>
              </a:path>
              <a:path w="536575" h="998474">
                <a:moveTo>
                  <a:pt x="12700" y="6350"/>
                </a:moveTo>
                <a:lnTo>
                  <a:pt x="12700" y="12699"/>
                </a:lnTo>
                <a:lnTo>
                  <a:pt x="234950" y="12700"/>
                </a:lnTo>
                <a:lnTo>
                  <a:pt x="234950" y="0"/>
                </a:lnTo>
                <a:lnTo>
                  <a:pt x="0" y="0"/>
                </a:lnTo>
                <a:lnTo>
                  <a:pt x="12700" y="6350"/>
                </a:lnTo>
                <a:close/>
              </a:path>
              <a:path w="536575" h="998474">
                <a:moveTo>
                  <a:pt x="492125" y="934974"/>
                </a:moveTo>
                <a:lnTo>
                  <a:pt x="504825" y="934974"/>
                </a:lnTo>
                <a:lnTo>
                  <a:pt x="504825" y="922273"/>
                </a:lnTo>
                <a:lnTo>
                  <a:pt x="498475" y="661924"/>
                </a:lnTo>
                <a:lnTo>
                  <a:pt x="492125" y="661923"/>
                </a:lnTo>
                <a:lnTo>
                  <a:pt x="492125" y="934974"/>
                </a:lnTo>
                <a:close/>
              </a:path>
              <a:path w="536575" h="998474">
                <a:moveTo>
                  <a:pt x="12700" y="655574"/>
                </a:moveTo>
                <a:lnTo>
                  <a:pt x="0" y="661924"/>
                </a:lnTo>
                <a:lnTo>
                  <a:pt x="492125" y="661923"/>
                </a:lnTo>
                <a:lnTo>
                  <a:pt x="12700" y="655574"/>
                </a:lnTo>
                <a:close/>
              </a:path>
              <a:path w="536575" h="998474">
                <a:moveTo>
                  <a:pt x="12700" y="649223"/>
                </a:moveTo>
                <a:lnTo>
                  <a:pt x="492125" y="655574"/>
                </a:lnTo>
                <a:lnTo>
                  <a:pt x="504825" y="649224"/>
                </a:lnTo>
                <a:lnTo>
                  <a:pt x="12700" y="649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400800" y="3733800"/>
            <a:ext cx="1600200" cy="1143000"/>
          </a:xfrm>
          <a:custGeom>
            <a:avLst/>
            <a:gdLst/>
            <a:ahLst/>
            <a:cxnLst/>
            <a:rect l="l" t="t" r="r" b="b"/>
            <a:pathLst>
              <a:path w="1600200" h="1143000">
                <a:moveTo>
                  <a:pt x="0" y="1143000"/>
                </a:moveTo>
                <a:lnTo>
                  <a:pt x="1600200" y="1143000"/>
                </a:lnTo>
                <a:lnTo>
                  <a:pt x="16002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solidFill>
            <a:srgbClr val="00336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6400800" y="3733800"/>
            <a:ext cx="1600200" cy="1143000"/>
          </a:xfrm>
          <a:custGeom>
            <a:avLst/>
            <a:gdLst/>
            <a:ahLst/>
            <a:cxnLst/>
            <a:rect l="l" t="t" r="r" b="b"/>
            <a:pathLst>
              <a:path w="1600200" h="1143000">
                <a:moveTo>
                  <a:pt x="0" y="1143000"/>
                </a:moveTo>
                <a:lnTo>
                  <a:pt x="1600200" y="1143000"/>
                </a:lnTo>
                <a:lnTo>
                  <a:pt x="160020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ln w="9144">
            <a:solidFill>
              <a:srgbClr val="003366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791200" y="4102607"/>
            <a:ext cx="609600" cy="381000"/>
          </a:xfrm>
          <a:custGeom>
            <a:avLst/>
            <a:gdLst/>
            <a:ahLst/>
            <a:cxnLst/>
            <a:rect l="l" t="t" r="r" b="b"/>
            <a:pathLst>
              <a:path w="609600" h="381000">
                <a:moveTo>
                  <a:pt x="0" y="95250"/>
                </a:moveTo>
                <a:lnTo>
                  <a:pt x="457200" y="95250"/>
                </a:lnTo>
                <a:lnTo>
                  <a:pt x="457200" y="0"/>
                </a:lnTo>
                <a:lnTo>
                  <a:pt x="609600" y="190500"/>
                </a:lnTo>
                <a:lnTo>
                  <a:pt x="457200" y="381000"/>
                </a:lnTo>
                <a:lnTo>
                  <a:pt x="457200" y="285750"/>
                </a:lnTo>
                <a:lnTo>
                  <a:pt x="0" y="285750"/>
                </a:lnTo>
                <a:lnTo>
                  <a:pt x="0" y="9525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35940" y="787114"/>
            <a:ext cx="3607411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Digital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Modu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200" spc="-2" b="1" u="heavy">
                <a:solidFill>
                  <a:srgbClr val="006600"/>
                </a:solidFill>
                <a:latin typeface="Arial"/>
                <a:cs typeface="Arial"/>
              </a:rPr>
              <a:t>ation</a:t>
            </a:r>
            <a:endParaRPr sz="3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17244" y="1594540"/>
            <a:ext cx="793038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mo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re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res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ret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aktu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mb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-p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ls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17244" y="2143561"/>
            <a:ext cx="210657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T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sim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ol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mem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ki</a:t>
            </a:r>
            <a:endParaRPr sz="18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093847" y="2143561"/>
            <a:ext cx="231566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i="1">
                <a:latin typeface="Arial"/>
                <a:cs typeface="Arial"/>
              </a:rPr>
              <a:t>m</a:t>
            </a:r>
            <a:r>
              <a:rPr dirty="0" smtClean="0" sz="1800" spc="-1" i="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state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terb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tas: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417489" y="2143561"/>
            <a:ext cx="70639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rarti</a:t>
            </a:r>
            <a:endParaRPr sz="18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27750" y="2143561"/>
            <a:ext cx="42819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tiap</a:t>
            </a:r>
            <a:endParaRPr sz="18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60489" y="2143561"/>
            <a:ext cx="176710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4">
                <a:latin typeface="Arial"/>
                <a:cs typeface="Arial"/>
              </a:rPr>
              <a:t>sim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-4">
                <a:latin typeface="Arial"/>
                <a:cs typeface="Arial"/>
              </a:rPr>
              <a:t>l</a:t>
            </a:r>
            <a:r>
              <a:rPr dirty="0" smtClean="0" sz="1800" spc="-4">
                <a:latin typeface="Arial"/>
                <a:cs typeface="Arial"/>
              </a:rPr>
              <a:t>mem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w</a:t>
            </a:r>
            <a:r>
              <a:rPr dirty="0" smtClean="0" sz="1800" spc="-4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338820" y="2143561"/>
            <a:ext cx="49044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i="1">
                <a:latin typeface="Arial"/>
                <a:cs typeface="Arial"/>
              </a:rPr>
              <a:t>n</a:t>
            </a:r>
            <a:r>
              <a:rPr dirty="0" smtClean="0" sz="1800" spc="-1" i="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7244" y="2417881"/>
            <a:ext cx="112610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Inform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47900" y="2417881"/>
            <a:ext cx="93522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ma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051175" y="2417881"/>
            <a:ext cx="1032119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-1" i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baseline="8052" sz="2700" spc="-1" i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baseline="8052" sz="2700" spc="-1">
                <a:solidFill>
                  <a:srgbClr val="FF0000"/>
                </a:solidFill>
                <a:latin typeface="Arial"/>
                <a:cs typeface="Arial"/>
              </a:rPr>
              <a:t>=</a:t>
            </a:r>
            <a:r>
              <a:rPr dirty="0" smtClean="0" baseline="8052" sz="2700" spc="-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baseline="8052" sz="2700" spc="-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mtClean="0" baseline="8052" sz="2700" spc="-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baseline="8052" sz="2700" spc="-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mtClean="0" baseline="-9662" sz="1800" spc="-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mtClean="0" baseline="8052" sz="2700" spc="-1" i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45407" y="2417881"/>
            <a:ext cx="114759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t</a:t>
            </a:r>
            <a:r>
              <a:rPr dirty="0" smtClean="0" sz="1800" spc="-3">
                <a:latin typeface="Arial"/>
                <a:cs typeface="Arial"/>
              </a:rPr>
              <a:t>/</a:t>
            </a:r>
            <a:r>
              <a:rPr dirty="0" smtClean="0" sz="1800" spc="-3">
                <a:latin typeface="Arial"/>
                <a:cs typeface="Arial"/>
              </a:rPr>
              <a:t>s</a:t>
            </a:r>
            <a:r>
              <a:rPr dirty="0" smtClean="0" sz="1800" spc="-3">
                <a:latin typeface="Arial"/>
                <a:cs typeface="Arial"/>
              </a:rPr>
              <a:t>y</a:t>
            </a:r>
            <a:r>
              <a:rPr dirty="0" smtClean="0" sz="1800" spc="-3">
                <a:latin typeface="Arial"/>
                <a:cs typeface="Arial"/>
              </a:rPr>
              <a:t>mb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l.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280154" y="3577206"/>
            <a:ext cx="526719" cy="532892"/>
          </a:xfrm>
          <a:prstGeom prst="rect">
            <a:avLst/>
          </a:prstGeom>
        </p:spPr>
        <p:txBody>
          <a:bodyPr wrap="square" lIns="0" tIns="26574" rIns="0" bIns="0" rtlCol="0">
            <a:noAutofit/>
          </a:bodyPr>
          <a:lstStyle/>
          <a:p>
            <a:pPr marL="12700">
              <a:lnSpc>
                <a:spcPts val="4185"/>
              </a:lnSpc>
            </a:pPr>
            <a:r>
              <a:rPr dirty="0" smtClean="0" sz="4000" spc="4">
                <a:latin typeface="Arial"/>
                <a:cs typeface="Arial"/>
              </a:rPr>
              <a:t>...</a:t>
            </a:r>
            <a:endParaRPr sz="40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337054" y="433685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843860" y="433685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288715" y="433685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795522" y="433685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187010" y="4336851"/>
            <a:ext cx="19936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61492" y="5064180"/>
            <a:ext cx="4529181" cy="83878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159002" marR="20312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S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tu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s</a:t>
            </a:r>
            <a:r>
              <a:rPr dirty="0" smtClean="0" sz="1800" spc="-3">
                <a:latin typeface="Arial"/>
                <a:cs typeface="Arial"/>
              </a:rPr>
              <a:t>y</a:t>
            </a:r>
            <a:r>
              <a:rPr dirty="0" smtClean="0" sz="1800" spc="-3">
                <a:latin typeface="Arial"/>
                <a:cs typeface="Arial"/>
              </a:rPr>
              <a:t>mb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  <a:p>
            <a:pPr marL="386860" marR="480033" algn="ctr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(mem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state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–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vel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n)</a:t>
            </a:r>
            <a:endParaRPr sz="1800">
              <a:latin typeface="Arial"/>
              <a:cs typeface="Arial"/>
            </a:endParaRPr>
          </a:p>
          <a:p>
            <a:pPr algn="ctr">
              <a:lnSpc>
                <a:spcPts val="1905"/>
              </a:lnSpc>
              <a:spcBef>
                <a:spcPts val="105"/>
              </a:spcBef>
            </a:pPr>
            <a:r>
              <a:rPr dirty="0" smtClean="0" sz="1800" spc="0">
                <a:latin typeface="Arial"/>
                <a:cs typeface="Arial"/>
              </a:rPr>
              <a:t>(m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tas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baseline="-21740" sz="1800" spc="0">
                <a:latin typeface="Arial"/>
                <a:cs typeface="Arial"/>
              </a:rPr>
              <a:t>2</a:t>
            </a: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form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si)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440672" y="6471832"/>
            <a:ext cx="35170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58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400800" y="3733800"/>
            <a:ext cx="1600200" cy="1143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294385">
              <a:lnSpc>
                <a:spcPct val="95825"/>
              </a:lnSpc>
              <a:spcBef>
                <a:spcPts val="2490"/>
              </a:spcBef>
            </a:pP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Mo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u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l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at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o</a:t>
            </a:r>
            <a:r>
              <a:rPr dirty="0" smtClean="0" sz="1800" spc="-2">
                <a:solidFill>
                  <a:srgbClr val="FFFF00"/>
                </a:solidFill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26692" y="3429000"/>
            <a:ext cx="1473708" cy="2667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200400" y="3429000"/>
            <a:ext cx="228600" cy="8763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429000" y="3429000"/>
            <a:ext cx="2275332" cy="2667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726692" y="3695700"/>
            <a:ext cx="559307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2286000" y="3695700"/>
            <a:ext cx="2286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514600" y="3695700"/>
            <a:ext cx="685800" cy="419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429000" y="3695700"/>
            <a:ext cx="1676400" cy="1905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05400" y="3695700"/>
            <a:ext cx="2286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334000" y="3695700"/>
            <a:ext cx="37033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3429000" y="3886200"/>
            <a:ext cx="304800" cy="419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733800" y="3886200"/>
            <a:ext cx="228600" cy="419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962400" y="3886200"/>
            <a:ext cx="1143000" cy="419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514600" y="4114800"/>
            <a:ext cx="228600" cy="1905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743200" y="4114800"/>
            <a:ext cx="228600" cy="1905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71800" y="4114800"/>
            <a:ext cx="228600" cy="1905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792150" y="989838"/>
            <a:ext cx="10864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object 2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5940" y="695854"/>
            <a:ext cx="7532569" cy="444320"/>
          </a:xfrm>
          <a:prstGeom prst="rect">
            <a:avLst/>
          </a:prstGeom>
        </p:spPr>
        <p:txBody>
          <a:bodyPr wrap="square" lIns="0" tIns="22034" rIns="0" bIns="0" rtlCol="0">
            <a:noAutofit/>
          </a:bodyPr>
          <a:lstStyle/>
          <a:p>
            <a:pPr marL="12700">
              <a:lnSpc>
                <a:spcPts val="3470"/>
              </a:lnSpc>
            </a:pP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Fa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k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to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r</a:t>
            </a:r>
            <a:r>
              <a:rPr dirty="0" smtClean="0" baseline="25617" sz="3225" spc="-3" b="1" u="heavy">
                <a:solidFill>
                  <a:srgbClr val="006600"/>
                </a:solidFill>
                <a:latin typeface="Arial"/>
                <a:cs typeface="Arial"/>
              </a:rPr>
              <a:t>2</a:t>
            </a:r>
            <a:r>
              <a:rPr dirty="0" smtClean="0" baseline="25617" sz="3225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y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ng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mp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ngaru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pe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ili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35940" y="1195546"/>
            <a:ext cx="4460697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te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k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nik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modul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digit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l</a:t>
            </a:r>
            <a:endParaRPr sz="32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5940" y="1885614"/>
            <a:ext cx="20294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79144" y="1885614"/>
            <a:ext cx="5084040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8">
                <a:latin typeface="Arial"/>
                <a:cs typeface="Arial"/>
              </a:rPr>
              <a:t>Skema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mo</a:t>
            </a:r>
            <a:r>
              <a:rPr dirty="0" smtClean="0" sz="2800" spc="-8">
                <a:latin typeface="Arial"/>
                <a:cs typeface="Arial"/>
              </a:rPr>
              <a:t>d</a:t>
            </a:r>
            <a:r>
              <a:rPr dirty="0" smtClean="0" sz="2800" spc="-8">
                <a:latin typeface="Arial"/>
                <a:cs typeface="Arial"/>
              </a:rPr>
              <a:t>u</a:t>
            </a:r>
            <a:r>
              <a:rPr dirty="0" smtClean="0" sz="2800" spc="-8">
                <a:latin typeface="Arial"/>
                <a:cs typeface="Arial"/>
              </a:rPr>
              <a:t>l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s</a:t>
            </a:r>
            <a:r>
              <a:rPr dirty="0" smtClean="0" sz="2800" spc="-8">
                <a:latin typeface="Arial"/>
                <a:cs typeface="Arial"/>
              </a:rPr>
              <a:t>i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yg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d</a:t>
            </a:r>
            <a:r>
              <a:rPr dirty="0" smtClean="0" sz="2800" spc="-8">
                <a:latin typeface="Arial"/>
                <a:cs typeface="Arial"/>
              </a:rPr>
              <a:t>i</a:t>
            </a:r>
            <a:r>
              <a:rPr dirty="0" smtClean="0" sz="2800" spc="-8">
                <a:latin typeface="Arial"/>
                <a:cs typeface="Arial"/>
              </a:rPr>
              <a:t>i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g</a:t>
            </a:r>
            <a:r>
              <a:rPr dirty="0" smtClean="0" sz="2800" spc="-8">
                <a:latin typeface="Arial"/>
                <a:cs typeface="Arial"/>
              </a:rPr>
              <a:t>i</a:t>
            </a:r>
            <a:r>
              <a:rPr dirty="0" smtClean="0" sz="2800" spc="-8">
                <a:latin typeface="Arial"/>
                <a:cs typeface="Arial"/>
              </a:rPr>
              <a:t>n</a:t>
            </a:r>
            <a:r>
              <a:rPr dirty="0" smtClean="0" sz="2800" spc="-8">
                <a:latin typeface="Arial"/>
                <a:cs typeface="Arial"/>
              </a:rPr>
              <a:t>k</a:t>
            </a:r>
            <a:r>
              <a:rPr dirty="0" smtClean="0" sz="2800" spc="-8">
                <a:latin typeface="Arial"/>
                <a:cs typeface="Arial"/>
              </a:rPr>
              <a:t>an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:</a:t>
            </a:r>
            <a:endParaRPr sz="2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450594" y="2355739"/>
            <a:ext cx="15265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79194" y="2355739"/>
            <a:ext cx="6535764" cy="610331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2">
                <a:latin typeface="Arial"/>
                <a:cs typeface="Arial"/>
              </a:rPr>
              <a:t>Membe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ik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n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bi</a:t>
            </a:r>
            <a:r>
              <a:rPr dirty="0" smtClean="0" sz="2000" spc="-2">
                <a:latin typeface="Arial"/>
                <a:cs typeface="Arial"/>
              </a:rPr>
              <a:t>t</a:t>
            </a:r>
            <a:r>
              <a:rPr dirty="0" smtClean="0" sz="2000" spc="-2">
                <a:latin typeface="Arial"/>
                <a:cs typeface="Arial"/>
              </a:rPr>
              <a:t>-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o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a</a:t>
            </a:r>
            <a:r>
              <a:rPr dirty="0" smtClean="0" sz="2000" spc="-2">
                <a:latin typeface="Arial"/>
                <a:cs typeface="Arial"/>
              </a:rPr>
              <a:t>te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yang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r</a:t>
            </a:r>
            <a:r>
              <a:rPr dirty="0" smtClean="0" sz="2000" spc="-2">
                <a:latin typeface="Arial"/>
                <a:cs typeface="Arial"/>
              </a:rPr>
              <a:t>e</a:t>
            </a:r>
            <a:r>
              <a:rPr dirty="0" smtClean="0" sz="2000" spc="-2">
                <a:latin typeface="Arial"/>
                <a:cs typeface="Arial"/>
              </a:rPr>
              <a:t>ndah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pada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SNR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yg</a:t>
            </a:r>
            <a:r>
              <a:rPr dirty="0" smtClean="0" sz="2000" spc="-2">
                <a:latin typeface="Arial"/>
                <a:cs typeface="Arial"/>
              </a:rPr>
              <a:t> </a:t>
            </a:r>
            <a:r>
              <a:rPr dirty="0" smtClean="0" sz="2000" spc="-2">
                <a:latin typeface="Arial"/>
                <a:cs typeface="Arial"/>
              </a:rPr>
              <a:t>juga</a:t>
            </a:r>
            <a:endParaRPr sz="2000">
              <a:latin typeface="Arial"/>
              <a:cs typeface="Arial"/>
            </a:endParaRPr>
          </a:p>
          <a:p>
            <a:pPr marL="241300" marR="38176">
              <a:lnSpc>
                <a:spcPct val="95825"/>
              </a:lnSpc>
              <a:spcBef>
                <a:spcPts val="420"/>
              </a:spcBef>
            </a:pPr>
            <a:r>
              <a:rPr dirty="0" smtClean="0" sz="1800" spc="15">
                <a:latin typeface="Arial"/>
                <a:cs typeface="Arial"/>
              </a:rPr>
              <a:t>–</a:t>
            </a:r>
            <a:r>
              <a:rPr dirty="0" smtClean="0" sz="1800" spc="15">
                <a:latin typeface="Arial"/>
                <a:cs typeface="Arial"/>
              </a:rPr>
              <a:t> </a:t>
            </a:r>
            <a:r>
              <a:rPr dirty="0" smtClean="0" sz="1800" spc="15">
                <a:latin typeface="Arial"/>
                <a:cs typeface="Arial"/>
              </a:rPr>
              <a:t>Efis</a:t>
            </a:r>
            <a:r>
              <a:rPr dirty="0" smtClean="0" sz="1800" spc="15">
                <a:latin typeface="Arial"/>
                <a:cs typeface="Arial"/>
              </a:rPr>
              <a:t>i</a:t>
            </a:r>
            <a:r>
              <a:rPr dirty="0" smtClean="0" sz="1800" spc="15">
                <a:latin typeface="Arial"/>
                <a:cs typeface="Arial"/>
              </a:rPr>
              <a:t>e</a:t>
            </a:r>
            <a:r>
              <a:rPr dirty="0" smtClean="0" sz="1800" spc="15">
                <a:latin typeface="Arial"/>
                <a:cs typeface="Arial"/>
              </a:rPr>
              <a:t>n</a:t>
            </a:r>
            <a:r>
              <a:rPr dirty="0" smtClean="0" sz="1800" spc="15">
                <a:latin typeface="Arial"/>
                <a:cs typeface="Arial"/>
              </a:rPr>
              <a:t>si</a:t>
            </a:r>
            <a:r>
              <a:rPr dirty="0" smtClean="0" sz="1800" spc="15">
                <a:latin typeface="Arial"/>
                <a:cs typeface="Arial"/>
              </a:rPr>
              <a:t> </a:t>
            </a:r>
            <a:r>
              <a:rPr dirty="0" smtClean="0" sz="1800" spc="15">
                <a:latin typeface="Arial"/>
                <a:cs typeface="Arial"/>
              </a:rPr>
              <a:t>d</a:t>
            </a:r>
            <a:r>
              <a:rPr dirty="0" smtClean="0" sz="1800" spc="15">
                <a:latin typeface="Arial"/>
                <a:cs typeface="Arial"/>
              </a:rPr>
              <a:t>a</a:t>
            </a:r>
            <a:r>
              <a:rPr dirty="0" smtClean="0" sz="1800" spc="15">
                <a:latin typeface="Arial"/>
                <a:cs typeface="Arial"/>
              </a:rPr>
              <a:t>y</a:t>
            </a:r>
            <a:r>
              <a:rPr dirty="0" smtClean="0" sz="1800" spc="15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222135" y="2355739"/>
            <a:ext cx="856623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re</a:t>
            </a:r>
            <a:r>
              <a:rPr dirty="0" smtClean="0" sz="2000" spc="0">
                <a:latin typeface="Arial"/>
                <a:cs typeface="Arial"/>
              </a:rPr>
              <a:t>n</a:t>
            </a:r>
            <a:r>
              <a:rPr dirty="0" smtClean="0" sz="2000" spc="0">
                <a:latin typeface="Arial"/>
                <a:cs typeface="Arial"/>
              </a:rPr>
              <a:t>dah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50594" y="3050937"/>
            <a:ext cx="152653" cy="64566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72"/>
              </a:spcBef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79194" y="3050937"/>
            <a:ext cx="6880827" cy="1340669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Performansi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yang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baik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pada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ling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ung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mult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path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fading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472"/>
              </a:spcBef>
            </a:pPr>
            <a:r>
              <a:rPr dirty="0" smtClean="0" sz="2000" spc="-1">
                <a:latin typeface="Arial"/>
                <a:cs typeface="Arial"/>
              </a:rPr>
              <a:t>Mengg</a:t>
            </a:r>
            <a:r>
              <a:rPr dirty="0" smtClean="0" sz="2000" spc="-1">
                <a:latin typeface="Arial"/>
                <a:cs typeface="Arial"/>
              </a:rPr>
              <a:t>u</a:t>
            </a:r>
            <a:r>
              <a:rPr dirty="0" smtClean="0" sz="2000" spc="-1">
                <a:latin typeface="Arial"/>
                <a:cs typeface="Arial"/>
              </a:rPr>
              <a:t>na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ban</a:t>
            </a: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width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nal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RF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minimum</a:t>
            </a:r>
            <a:endParaRPr sz="2000">
              <a:latin typeface="Arial"/>
              <a:cs typeface="Arial"/>
            </a:endParaRPr>
          </a:p>
          <a:p>
            <a:pPr marL="241300" marR="38176">
              <a:lnSpc>
                <a:spcPct val="95825"/>
              </a:lnSpc>
              <a:spcBef>
                <a:spcPts val="527"/>
              </a:spcBef>
            </a:pPr>
            <a:r>
              <a:rPr dirty="0" smtClean="0" sz="1800" spc="10">
                <a:latin typeface="Arial"/>
                <a:cs typeface="Arial"/>
              </a:rPr>
              <a:t>–</a:t>
            </a:r>
            <a:r>
              <a:rPr dirty="0" smtClean="0" sz="1800" spc="10">
                <a:latin typeface="Arial"/>
                <a:cs typeface="Arial"/>
              </a:rPr>
              <a:t> </a:t>
            </a:r>
            <a:r>
              <a:rPr dirty="0" smtClean="0" sz="1800" spc="10">
                <a:latin typeface="Arial"/>
                <a:cs typeface="Arial"/>
              </a:rPr>
              <a:t>Efisi</a:t>
            </a:r>
            <a:r>
              <a:rPr dirty="0" smtClean="0" sz="1800" spc="10">
                <a:latin typeface="Arial"/>
                <a:cs typeface="Arial"/>
              </a:rPr>
              <a:t>e</a:t>
            </a:r>
            <a:r>
              <a:rPr dirty="0" smtClean="0" sz="1800" spc="10">
                <a:latin typeface="Arial"/>
                <a:cs typeface="Arial"/>
              </a:rPr>
              <a:t>nsi</a:t>
            </a:r>
            <a:r>
              <a:rPr dirty="0" smtClean="0" sz="1800" spc="10">
                <a:latin typeface="Arial"/>
                <a:cs typeface="Arial"/>
              </a:rPr>
              <a:t> </a:t>
            </a:r>
            <a:r>
              <a:rPr dirty="0" smtClean="0" sz="1800" spc="10">
                <a:latin typeface="Arial"/>
                <a:cs typeface="Arial"/>
              </a:rPr>
              <a:t>b</a:t>
            </a:r>
            <a:r>
              <a:rPr dirty="0" smtClean="0" sz="1800" spc="10">
                <a:latin typeface="Arial"/>
                <a:cs typeface="Arial"/>
              </a:rPr>
              <a:t>a</a:t>
            </a:r>
            <a:r>
              <a:rPr dirty="0" smtClean="0" sz="1800" spc="10">
                <a:latin typeface="Arial"/>
                <a:cs typeface="Arial"/>
              </a:rPr>
              <a:t>n</a:t>
            </a:r>
            <a:r>
              <a:rPr dirty="0" smtClean="0" sz="1800" spc="10">
                <a:latin typeface="Arial"/>
                <a:cs typeface="Arial"/>
              </a:rPr>
              <a:t>d</a:t>
            </a:r>
            <a:r>
              <a:rPr dirty="0" smtClean="0" sz="1800" spc="10">
                <a:latin typeface="Arial"/>
                <a:cs typeface="Arial"/>
              </a:rPr>
              <a:t>w</a:t>
            </a:r>
            <a:r>
              <a:rPr dirty="0" smtClean="0" sz="1800" spc="10">
                <a:latin typeface="Arial"/>
                <a:cs typeface="Arial"/>
              </a:rPr>
              <a:t>i</a:t>
            </a:r>
            <a:r>
              <a:rPr dirty="0" smtClean="0" sz="1800" spc="10">
                <a:latin typeface="Arial"/>
                <a:cs typeface="Arial"/>
              </a:rPr>
              <a:t>d</a:t>
            </a:r>
            <a:r>
              <a:rPr dirty="0" smtClean="0" sz="1800" spc="10">
                <a:latin typeface="Arial"/>
                <a:cs typeface="Arial"/>
              </a:rPr>
              <a:t>th</a:t>
            </a:r>
            <a:endParaRPr sz="18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574"/>
              </a:spcBef>
            </a:pPr>
            <a:r>
              <a:rPr dirty="0" smtClean="0" sz="2000" spc="-3">
                <a:latin typeface="Arial"/>
                <a:cs typeface="Arial"/>
              </a:rPr>
              <a:t>Mudah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dan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co</a:t>
            </a:r>
            <a:r>
              <a:rPr dirty="0" smtClean="0" sz="2000" spc="-3">
                <a:latin typeface="Arial"/>
                <a:cs typeface="Arial"/>
              </a:rPr>
              <a:t>s</a:t>
            </a:r>
            <a:r>
              <a:rPr dirty="0" smtClean="0" sz="2000" spc="-3">
                <a:latin typeface="Arial"/>
                <a:cs typeface="Arial"/>
              </a:rPr>
              <a:t>t</a:t>
            </a:r>
            <a:r>
              <a:rPr dirty="0" smtClean="0" sz="2000" spc="-3">
                <a:latin typeface="Arial"/>
                <a:cs typeface="Arial"/>
              </a:rPr>
              <a:t>-</a:t>
            </a:r>
            <a:r>
              <a:rPr dirty="0" smtClean="0" sz="2000" spc="-3">
                <a:latin typeface="Arial"/>
                <a:cs typeface="Arial"/>
              </a:rPr>
              <a:t>e</a:t>
            </a:r>
            <a:r>
              <a:rPr dirty="0" smtClean="0" sz="2000" spc="-3">
                <a:latin typeface="Arial"/>
                <a:cs typeface="Arial"/>
              </a:rPr>
              <a:t>f</a:t>
            </a:r>
            <a:r>
              <a:rPr dirty="0" smtClean="0" sz="2000" spc="-3">
                <a:latin typeface="Arial"/>
                <a:cs typeface="Arial"/>
              </a:rPr>
              <a:t>fe</a:t>
            </a:r>
            <a:r>
              <a:rPr dirty="0" smtClean="0" sz="2000" spc="-3">
                <a:latin typeface="Arial"/>
                <a:cs typeface="Arial"/>
              </a:rPr>
              <a:t>c</a:t>
            </a:r>
            <a:r>
              <a:rPr dirty="0" smtClean="0" sz="2000" spc="-3">
                <a:latin typeface="Arial"/>
                <a:cs typeface="Arial"/>
              </a:rPr>
              <a:t>t</a:t>
            </a:r>
            <a:r>
              <a:rPr dirty="0" smtClean="0" sz="2000" spc="-3">
                <a:latin typeface="Arial"/>
                <a:cs typeface="Arial"/>
              </a:rPr>
              <a:t>i</a:t>
            </a:r>
            <a:r>
              <a:rPr dirty="0" smtClean="0" sz="2000" spc="-3">
                <a:latin typeface="Arial"/>
                <a:cs typeface="Arial"/>
              </a:rPr>
              <a:t>v</a:t>
            </a:r>
            <a:r>
              <a:rPr dirty="0" smtClean="0" sz="2000" spc="-3">
                <a:latin typeface="Arial"/>
                <a:cs typeface="Arial"/>
              </a:rPr>
              <a:t>e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untuk</a:t>
            </a:r>
            <a:r>
              <a:rPr dirty="0" smtClean="0" sz="2000" spc="-3">
                <a:latin typeface="Arial"/>
                <a:cs typeface="Arial"/>
              </a:rPr>
              <a:t> </a:t>
            </a:r>
            <a:r>
              <a:rPr dirty="0" smtClean="0" sz="2000" spc="-3">
                <a:latin typeface="Arial"/>
                <a:cs typeface="Arial"/>
              </a:rPr>
              <a:t>diimp</a:t>
            </a:r>
            <a:r>
              <a:rPr dirty="0" smtClean="0" sz="2000" spc="-3">
                <a:latin typeface="Arial"/>
                <a:cs typeface="Arial"/>
              </a:rPr>
              <a:t>l</a:t>
            </a:r>
            <a:r>
              <a:rPr dirty="0" smtClean="0" sz="2000" spc="-3">
                <a:latin typeface="Arial"/>
                <a:cs typeface="Arial"/>
              </a:rPr>
              <a:t>emen</a:t>
            </a:r>
            <a:r>
              <a:rPr dirty="0" smtClean="0" sz="2000" spc="-3">
                <a:latin typeface="Arial"/>
                <a:cs typeface="Arial"/>
              </a:rPr>
              <a:t>t</a:t>
            </a:r>
            <a:r>
              <a:rPr dirty="0" smtClean="0" sz="2000" spc="-3">
                <a:latin typeface="Arial"/>
                <a:cs typeface="Arial"/>
              </a:rPr>
              <a:t>asi</a:t>
            </a:r>
            <a:r>
              <a:rPr dirty="0" smtClean="0" sz="2000" spc="-3">
                <a:latin typeface="Arial"/>
                <a:cs typeface="Arial"/>
              </a:rPr>
              <a:t>k</a:t>
            </a:r>
            <a:r>
              <a:rPr dirty="0" smtClean="0" sz="2000" spc="-3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50594" y="4111394"/>
            <a:ext cx="152806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5940" y="4519721"/>
            <a:ext cx="202945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9144" y="4519721"/>
            <a:ext cx="6571425" cy="1233939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37544">
              <a:lnSpc>
                <a:spcPts val="2960"/>
              </a:lnSpc>
            </a:pPr>
            <a:r>
              <a:rPr dirty="0" smtClean="0" sz="2800" spc="-12">
                <a:latin typeface="Arial"/>
                <a:cs typeface="Arial"/>
              </a:rPr>
              <a:t>T</a:t>
            </a:r>
            <a:r>
              <a:rPr dirty="0" smtClean="0" sz="2800" spc="-12">
                <a:latin typeface="Arial"/>
                <a:cs typeface="Arial"/>
              </a:rPr>
              <a:t>e</a:t>
            </a:r>
            <a:r>
              <a:rPr dirty="0" smtClean="0" sz="2800" spc="-12">
                <a:latin typeface="Arial"/>
                <a:cs typeface="Arial"/>
              </a:rPr>
              <a:t>r</a:t>
            </a:r>
            <a:r>
              <a:rPr dirty="0" smtClean="0" sz="2800" spc="-12">
                <a:latin typeface="Arial"/>
                <a:cs typeface="Arial"/>
              </a:rPr>
              <a:t>g</a:t>
            </a:r>
            <a:r>
              <a:rPr dirty="0" smtClean="0" sz="2800" spc="-12">
                <a:latin typeface="Arial"/>
                <a:cs typeface="Arial"/>
              </a:rPr>
              <a:t>a</a:t>
            </a:r>
            <a:r>
              <a:rPr dirty="0" smtClean="0" sz="2800" spc="-12">
                <a:latin typeface="Arial"/>
                <a:cs typeface="Arial"/>
              </a:rPr>
              <a:t>nt</a:t>
            </a:r>
            <a:r>
              <a:rPr dirty="0" smtClean="0" sz="2800" spc="-12">
                <a:latin typeface="Arial"/>
                <a:cs typeface="Arial"/>
              </a:rPr>
              <a:t>u</a:t>
            </a:r>
            <a:r>
              <a:rPr dirty="0" smtClean="0" sz="2800" spc="-12">
                <a:latin typeface="Arial"/>
                <a:cs typeface="Arial"/>
              </a:rPr>
              <a:t>ng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p</a:t>
            </a:r>
            <a:r>
              <a:rPr dirty="0" smtClean="0" sz="2800" spc="-12">
                <a:latin typeface="Arial"/>
                <a:cs typeface="Arial"/>
              </a:rPr>
              <a:t>a</a:t>
            </a:r>
            <a:r>
              <a:rPr dirty="0" smtClean="0" sz="2800" spc="-12">
                <a:latin typeface="Arial"/>
                <a:cs typeface="Arial"/>
              </a:rPr>
              <a:t>da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k</a:t>
            </a:r>
            <a:r>
              <a:rPr dirty="0" smtClean="0" sz="2800" spc="-12">
                <a:latin typeface="Arial"/>
                <a:cs typeface="Arial"/>
              </a:rPr>
              <a:t>e</a:t>
            </a:r>
            <a:r>
              <a:rPr dirty="0" smtClean="0" sz="2800" spc="-12">
                <a:latin typeface="Arial"/>
                <a:cs typeface="Arial"/>
              </a:rPr>
              <a:t>i</a:t>
            </a:r>
            <a:r>
              <a:rPr dirty="0" smtClean="0" sz="2800" spc="-12">
                <a:latin typeface="Arial"/>
                <a:cs typeface="Arial"/>
              </a:rPr>
              <a:t>n</a:t>
            </a:r>
            <a:r>
              <a:rPr dirty="0" smtClean="0" sz="2800" spc="-12">
                <a:latin typeface="Arial"/>
                <a:cs typeface="Arial"/>
              </a:rPr>
              <a:t>g</a:t>
            </a:r>
            <a:r>
              <a:rPr dirty="0" smtClean="0" sz="2800" spc="-12">
                <a:latin typeface="Arial"/>
                <a:cs typeface="Arial"/>
              </a:rPr>
              <a:t>i</a:t>
            </a:r>
            <a:r>
              <a:rPr dirty="0" smtClean="0" sz="2800" spc="-12">
                <a:latin typeface="Arial"/>
                <a:cs typeface="Arial"/>
              </a:rPr>
              <a:t>n</a:t>
            </a:r>
            <a:r>
              <a:rPr dirty="0" smtClean="0" sz="2800" spc="-12">
                <a:latin typeface="Arial"/>
                <a:cs typeface="Arial"/>
              </a:rPr>
              <a:t>an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a</a:t>
            </a:r>
            <a:r>
              <a:rPr dirty="0" smtClean="0" sz="2800" spc="-12">
                <a:latin typeface="Arial"/>
                <a:cs typeface="Arial"/>
              </a:rPr>
              <a:t>k</a:t>
            </a:r>
            <a:r>
              <a:rPr dirty="0" smtClean="0" sz="2800" spc="-12">
                <a:latin typeface="Arial"/>
                <a:cs typeface="Arial"/>
              </a:rPr>
              <a:t>an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a</a:t>
            </a:r>
            <a:r>
              <a:rPr dirty="0" smtClean="0" sz="2800" spc="-12">
                <a:latin typeface="Arial"/>
                <a:cs typeface="Arial"/>
              </a:rPr>
              <a:t>p</a:t>
            </a:r>
            <a:r>
              <a:rPr dirty="0" smtClean="0" sz="2800" spc="-12">
                <a:latin typeface="Arial"/>
                <a:cs typeface="Arial"/>
              </a:rPr>
              <a:t>li</a:t>
            </a:r>
            <a:r>
              <a:rPr dirty="0" smtClean="0" sz="2800" spc="-12">
                <a:latin typeface="Arial"/>
                <a:cs typeface="Arial"/>
              </a:rPr>
              <a:t>k</a:t>
            </a:r>
            <a:r>
              <a:rPr dirty="0" smtClean="0" sz="2800" spc="-12">
                <a:latin typeface="Arial"/>
                <a:cs typeface="Arial"/>
              </a:rPr>
              <a:t>a</a:t>
            </a:r>
            <a:r>
              <a:rPr dirty="0" smtClean="0" sz="2800" spc="-12">
                <a:latin typeface="Arial"/>
                <a:cs typeface="Arial"/>
              </a:rPr>
              <a:t>s</a:t>
            </a:r>
            <a:r>
              <a:rPr dirty="0" smtClean="0" sz="2800" spc="-12">
                <a:latin typeface="Arial"/>
                <a:cs typeface="Arial"/>
              </a:rPr>
              <a:t>i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800" spc="-7">
                <a:latin typeface="Arial"/>
                <a:cs typeface="Arial"/>
              </a:rPr>
              <a:t>k</a:t>
            </a:r>
            <a:r>
              <a:rPr dirty="0" smtClean="0" sz="2800" spc="-7">
                <a:latin typeface="Arial"/>
                <a:cs typeface="Arial"/>
              </a:rPr>
              <a:t>h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u</a:t>
            </a:r>
            <a:r>
              <a:rPr dirty="0" smtClean="0" sz="2800" spc="-7">
                <a:latin typeface="Arial"/>
                <a:cs typeface="Arial"/>
              </a:rPr>
              <a:t>s</a:t>
            </a:r>
            <a:r>
              <a:rPr dirty="0" smtClean="0" sz="2800" spc="-7">
                <a:latin typeface="Arial"/>
                <a:cs typeface="Arial"/>
              </a:rPr>
              <a:t>,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ter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p</a:t>
            </a:r>
            <a:r>
              <a:rPr dirty="0" smtClean="0" sz="2800" spc="-7">
                <a:latin typeface="Arial"/>
                <a:cs typeface="Arial"/>
              </a:rPr>
              <a:t>at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b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r</a:t>
            </a:r>
            <a:r>
              <a:rPr dirty="0" smtClean="0" sz="2800" spc="-7">
                <a:latin typeface="Arial"/>
                <a:cs typeface="Arial"/>
              </a:rPr>
              <a:t>b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g</a:t>
            </a:r>
            <a:r>
              <a:rPr dirty="0" smtClean="0" sz="2800" spc="-7">
                <a:latin typeface="Arial"/>
                <a:cs typeface="Arial"/>
              </a:rPr>
              <a:t>ai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tr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d</a:t>
            </a:r>
            <a:r>
              <a:rPr dirty="0" smtClean="0" sz="2800" spc="-7">
                <a:latin typeface="Arial"/>
                <a:cs typeface="Arial"/>
              </a:rPr>
              <a:t>e</a:t>
            </a:r>
            <a:r>
              <a:rPr dirty="0" smtClean="0" sz="2800" spc="-7">
                <a:latin typeface="Arial"/>
                <a:cs typeface="Arial"/>
              </a:rPr>
              <a:t>o</a:t>
            </a:r>
            <a:r>
              <a:rPr dirty="0" smtClean="0" sz="2800" spc="-7">
                <a:latin typeface="Arial"/>
                <a:cs typeface="Arial"/>
              </a:rPr>
              <a:t>f</a:t>
            </a:r>
            <a:r>
              <a:rPr dirty="0" smtClean="0" sz="2800" spc="-7">
                <a:latin typeface="Arial"/>
                <a:cs typeface="Arial"/>
              </a:rPr>
              <a:t>f</a:t>
            </a:r>
            <a:r>
              <a:rPr dirty="0" smtClean="0" sz="2800" spc="-7">
                <a:latin typeface="Arial"/>
                <a:cs typeface="Arial"/>
              </a:rPr>
              <a:t> </a:t>
            </a:r>
            <a:r>
              <a:rPr dirty="0" smtClean="0" sz="2800" spc="-7">
                <a:latin typeface="Arial"/>
                <a:cs typeface="Arial"/>
              </a:rPr>
              <a:t>dal</a:t>
            </a:r>
            <a:r>
              <a:rPr dirty="0" smtClean="0" sz="2800" spc="-7">
                <a:latin typeface="Arial"/>
                <a:cs typeface="Arial"/>
              </a:rPr>
              <a:t>a</a:t>
            </a:r>
            <a:r>
              <a:rPr dirty="0" smtClean="0" sz="2800" spc="-7">
                <a:latin typeface="Arial"/>
                <a:cs typeface="Arial"/>
              </a:rPr>
              <a:t>m</a:t>
            </a:r>
            <a:endParaRPr sz="2800">
              <a:latin typeface="Arial"/>
              <a:cs typeface="Arial"/>
            </a:endParaRPr>
          </a:p>
          <a:p>
            <a:pPr marL="12700" marR="61335">
              <a:lnSpc>
                <a:spcPct val="95825"/>
              </a:lnSpc>
              <a:spcBef>
                <a:spcPts val="140"/>
              </a:spcBef>
            </a:pPr>
            <a:r>
              <a:rPr dirty="0" smtClean="0" sz="2800" spc="-3">
                <a:latin typeface="Arial"/>
                <a:cs typeface="Arial"/>
              </a:rPr>
              <a:t>s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ema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mo</a:t>
            </a:r>
            <a:r>
              <a:rPr dirty="0" smtClean="0" sz="2800" spc="-3">
                <a:latin typeface="Arial"/>
                <a:cs typeface="Arial"/>
              </a:rPr>
              <a:t>d</a:t>
            </a:r>
            <a:r>
              <a:rPr dirty="0" smtClean="0" sz="2800" spc="-3">
                <a:latin typeface="Arial"/>
                <a:cs typeface="Arial"/>
              </a:rPr>
              <a:t>ul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si.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433077" y="4519721"/>
            <a:ext cx="1799439" cy="80721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>
                <a:latin typeface="Arial"/>
                <a:cs typeface="Arial"/>
              </a:rPr>
              <a:t>dan</a:t>
            </a:r>
            <a:r>
              <a:rPr dirty="0" smtClean="0" sz="2800" spc="-1">
                <a:latin typeface="Arial"/>
                <a:cs typeface="Arial"/>
              </a:rPr>
              <a:t> </a:t>
            </a:r>
            <a:r>
              <a:rPr dirty="0" smtClean="0" sz="2800" spc="-1">
                <a:latin typeface="Arial"/>
                <a:cs typeface="Arial"/>
              </a:rPr>
              <a:t>s</a:t>
            </a:r>
            <a:r>
              <a:rPr dirty="0" smtClean="0" sz="2800" spc="-1">
                <a:latin typeface="Arial"/>
                <a:cs typeface="Arial"/>
              </a:rPr>
              <a:t>i</a:t>
            </a:r>
            <a:r>
              <a:rPr dirty="0" smtClean="0" sz="2800" spc="-1">
                <a:latin typeface="Arial"/>
                <a:cs typeface="Arial"/>
              </a:rPr>
              <a:t>s</a:t>
            </a:r>
            <a:r>
              <a:rPr dirty="0" smtClean="0" sz="2800" spc="-1">
                <a:latin typeface="Arial"/>
                <a:cs typeface="Arial"/>
              </a:rPr>
              <a:t>t</a:t>
            </a:r>
            <a:r>
              <a:rPr dirty="0" smtClean="0" sz="2800" spc="-1">
                <a:latin typeface="Arial"/>
                <a:cs typeface="Arial"/>
              </a:rPr>
              <a:t>em</a:t>
            </a:r>
            <a:endParaRPr sz="2800">
              <a:latin typeface="Arial"/>
              <a:cs typeface="Arial"/>
            </a:endParaRPr>
          </a:p>
          <a:p>
            <a:pPr marL="43593" marR="53263">
              <a:lnSpc>
                <a:spcPct val="95825"/>
              </a:lnSpc>
            </a:pPr>
            <a:r>
              <a:rPr dirty="0" smtClean="0" sz="2800" spc="1">
                <a:latin typeface="Arial"/>
                <a:cs typeface="Arial"/>
              </a:rPr>
              <a:t>memi</a:t>
            </a:r>
            <a:r>
              <a:rPr dirty="0" smtClean="0" sz="2800" spc="1">
                <a:latin typeface="Arial"/>
                <a:cs typeface="Arial"/>
              </a:rPr>
              <a:t>l</a:t>
            </a:r>
            <a:r>
              <a:rPr dirty="0" smtClean="0" sz="2800" spc="1">
                <a:latin typeface="Arial"/>
                <a:cs typeface="Arial"/>
              </a:rPr>
              <a:t>ih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46768" y="6471832"/>
            <a:ext cx="34522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59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41781" y="788670"/>
            <a:ext cx="7167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961960" y="910589"/>
            <a:ext cx="11067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985286" y="910589"/>
            <a:ext cx="1110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723383" y="1398270"/>
            <a:ext cx="10986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617540" y="1398270"/>
            <a:ext cx="10864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34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762000" y="3822192"/>
            <a:ext cx="7924800" cy="1066800"/>
          </a:xfrm>
          <a:custGeom>
            <a:avLst/>
            <a:gdLst/>
            <a:ahLst/>
            <a:cxnLst/>
            <a:rect l="l" t="t" r="r" b="b"/>
            <a:pathLst>
              <a:path w="7924800" h="1066800">
                <a:moveTo>
                  <a:pt x="0" y="1066799"/>
                </a:moveTo>
                <a:lnTo>
                  <a:pt x="7924800" y="1066799"/>
                </a:lnTo>
                <a:lnTo>
                  <a:pt x="7924800" y="0"/>
                </a:lnTo>
                <a:lnTo>
                  <a:pt x="0" y="0"/>
                </a:lnTo>
                <a:lnTo>
                  <a:pt x="0" y="1066799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848868" y="4020312"/>
            <a:ext cx="7536180" cy="937260"/>
          </a:xfrm>
          <a:custGeom>
            <a:avLst/>
            <a:gdLst/>
            <a:ahLst/>
            <a:cxnLst/>
            <a:rect l="l" t="t" r="r" b="b"/>
            <a:pathLst>
              <a:path w="7536180" h="937260">
                <a:moveTo>
                  <a:pt x="0" y="937260"/>
                </a:moveTo>
                <a:lnTo>
                  <a:pt x="7536180" y="937260"/>
                </a:lnTo>
                <a:lnTo>
                  <a:pt x="7536180" y="0"/>
                </a:lnTo>
                <a:lnTo>
                  <a:pt x="0" y="0"/>
                </a:lnTo>
                <a:lnTo>
                  <a:pt x="0" y="93726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57962" y="765810"/>
            <a:ext cx="5867400" cy="682751"/>
          </a:xfrm>
          <a:custGeom>
            <a:avLst/>
            <a:gdLst/>
            <a:ahLst/>
            <a:cxnLst/>
            <a:rect l="l" t="t" r="r" b="b"/>
            <a:pathLst>
              <a:path w="5867400" h="682751">
                <a:moveTo>
                  <a:pt x="0" y="682751"/>
                </a:moveTo>
                <a:lnTo>
                  <a:pt x="5867400" y="682751"/>
                </a:lnTo>
                <a:lnTo>
                  <a:pt x="5867400" y="0"/>
                </a:lnTo>
                <a:lnTo>
                  <a:pt x="0" y="0"/>
                </a:lnTo>
                <a:lnTo>
                  <a:pt x="0" y="6827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35940" y="1683423"/>
            <a:ext cx="177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79144" y="1683423"/>
            <a:ext cx="7736618" cy="69658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Ef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si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nsi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ya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ah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kemamp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an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tekn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modu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u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tuk</a:t>
            </a:r>
            <a:endParaRPr sz="2400">
              <a:latin typeface="Arial"/>
              <a:cs typeface="Arial"/>
            </a:endParaRPr>
          </a:p>
          <a:p>
            <a:pPr marL="12700" marR="45765">
              <a:lnSpc>
                <a:spcPct val="95825"/>
              </a:lnSpc>
            </a:pPr>
            <a:r>
              <a:rPr dirty="0" smtClean="0" sz="2400" spc="1" u="heavy">
                <a:latin typeface="Arial"/>
                <a:cs typeface="Arial"/>
              </a:rPr>
              <a:t>meli</a:t>
            </a:r>
            <a:r>
              <a:rPr dirty="0" smtClean="0" sz="2400" spc="1" u="heavy">
                <a:latin typeface="Arial"/>
                <a:cs typeface="Arial"/>
              </a:rPr>
              <a:t>n</a:t>
            </a:r>
            <a:r>
              <a:rPr dirty="0" smtClean="0" sz="2400" spc="1" u="heavy">
                <a:latin typeface="Arial"/>
                <a:cs typeface="Arial"/>
              </a:rPr>
              <a:t>du</a:t>
            </a:r>
            <a:r>
              <a:rPr dirty="0" smtClean="0" sz="2400" spc="1" u="heavy">
                <a:latin typeface="Arial"/>
                <a:cs typeface="Arial"/>
              </a:rPr>
              <a:t>n</a:t>
            </a:r>
            <a:r>
              <a:rPr dirty="0" smtClean="0" sz="2400" spc="1" u="heavy">
                <a:latin typeface="Arial"/>
                <a:cs typeface="Arial"/>
              </a:rPr>
              <a:t>gi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pes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pa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pa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 u="heavy">
                <a:latin typeface="Arial"/>
                <a:cs typeface="Arial"/>
              </a:rPr>
              <a:t>tingkat</a:t>
            </a:r>
            <a:r>
              <a:rPr dirty="0" smtClean="0" sz="2400" spc="1" u="heavy">
                <a:latin typeface="Arial"/>
                <a:cs typeface="Arial"/>
              </a:rPr>
              <a:t> </a:t>
            </a:r>
            <a:r>
              <a:rPr dirty="0" smtClean="0" sz="2400" spc="1" u="heavy">
                <a:latin typeface="Arial"/>
                <a:cs typeface="Arial"/>
              </a:rPr>
              <a:t>daya</a:t>
            </a:r>
            <a:r>
              <a:rPr dirty="0" smtClean="0" sz="2400" spc="1" u="heavy">
                <a:latin typeface="Arial"/>
                <a:cs typeface="Arial"/>
              </a:rPr>
              <a:t> </a:t>
            </a:r>
            <a:r>
              <a:rPr dirty="0" smtClean="0" sz="2400" spc="1" u="heavy">
                <a:latin typeface="Arial"/>
                <a:cs typeface="Arial"/>
              </a:rPr>
              <a:t>rendah</a:t>
            </a:r>
            <a:r>
              <a:rPr dirty="0" smtClean="0" sz="2400" spc="1">
                <a:latin typeface="Arial"/>
                <a:cs typeface="Arial"/>
              </a:rPr>
              <a:t>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5940" y="2488723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79144" y="2488723"/>
            <a:ext cx="7057720" cy="695959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mendap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tkan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 i="1">
                <a:latin typeface="Arial"/>
                <a:cs typeface="Arial"/>
              </a:rPr>
              <a:t>go</a:t>
            </a:r>
            <a:r>
              <a:rPr dirty="0" smtClean="0" sz="2400" spc="1" i="1">
                <a:latin typeface="Arial"/>
                <a:cs typeface="Arial"/>
              </a:rPr>
              <a:t>o</a:t>
            </a:r>
            <a:r>
              <a:rPr dirty="0" smtClean="0" sz="2400" spc="1" i="1">
                <a:latin typeface="Arial"/>
                <a:cs typeface="Arial"/>
              </a:rPr>
              <a:t>d</a:t>
            </a:r>
            <a:r>
              <a:rPr dirty="0" smtClean="0" sz="2400" spc="1" i="1">
                <a:latin typeface="Arial"/>
                <a:cs typeface="Arial"/>
              </a:rPr>
              <a:t> </a:t>
            </a:r>
            <a:r>
              <a:rPr dirty="0" smtClean="0" sz="2400" spc="1" i="1">
                <a:latin typeface="Arial"/>
                <a:cs typeface="Arial"/>
              </a:rPr>
              <a:t>fide</a:t>
            </a:r>
            <a:r>
              <a:rPr dirty="0" smtClean="0" sz="2400" spc="1" i="1">
                <a:latin typeface="Arial"/>
                <a:cs typeface="Arial"/>
              </a:rPr>
              <a:t>l</a:t>
            </a:r>
            <a:r>
              <a:rPr dirty="0" smtClean="0" sz="2400" spc="1" i="1">
                <a:latin typeface="Arial"/>
                <a:cs typeface="Arial"/>
              </a:rPr>
              <a:t>it</a:t>
            </a:r>
            <a:r>
              <a:rPr dirty="0" smtClean="0" sz="2400" spc="1" i="1">
                <a:latin typeface="Arial"/>
                <a:cs typeface="Arial"/>
              </a:rPr>
              <a:t>y</a:t>
            </a:r>
            <a:r>
              <a:rPr dirty="0" smtClean="0" sz="2400" spc="1">
                <a:latin typeface="Arial"/>
                <a:cs typeface="Arial"/>
              </a:rPr>
              <a:t>,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daya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yal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perlu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tingkatkan.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06804" y="3262177"/>
            <a:ext cx="139700" cy="58343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27"/>
              </a:spcBef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558798" y="3262177"/>
            <a:ext cx="6567474" cy="58343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90">
              <a:lnSpc>
                <a:spcPts val="1939"/>
              </a:lnSpc>
            </a:pPr>
            <a:r>
              <a:rPr dirty="0" smtClean="0" sz="1800" spc="-4">
                <a:latin typeface="Arial"/>
                <a:cs typeface="Arial"/>
              </a:rPr>
              <a:t>T</a:t>
            </a:r>
            <a:r>
              <a:rPr dirty="0" smtClean="0" sz="1800" spc="-4">
                <a:latin typeface="Arial"/>
                <a:cs typeface="Arial"/>
              </a:rPr>
              <a:t>ra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-4">
                <a:latin typeface="Arial"/>
                <a:cs typeface="Arial"/>
              </a:rPr>
              <a:t>f</a:t>
            </a:r>
            <a:r>
              <a:rPr dirty="0" smtClean="0" sz="1800" spc="-4">
                <a:latin typeface="Arial"/>
                <a:cs typeface="Arial"/>
              </a:rPr>
              <a:t>f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tara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f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l</a:t>
            </a:r>
            <a:r>
              <a:rPr dirty="0" smtClean="0" sz="1800" spc="-4">
                <a:latin typeface="Arial"/>
                <a:cs typeface="Arial"/>
              </a:rPr>
              <a:t>ity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y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si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y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l</a:t>
            </a:r>
            <a:r>
              <a:rPr dirty="0" smtClean="0" sz="1800" spc="-4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27"/>
              </a:spcBef>
            </a:pPr>
            <a:r>
              <a:rPr dirty="0" smtClean="0" sz="1800" spc="-1">
                <a:latin typeface="Arial"/>
                <a:cs typeface="Arial"/>
              </a:rPr>
              <a:t>Efisi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me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am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ark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se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er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pa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efis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en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tra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f</a:t>
            </a:r>
            <a:r>
              <a:rPr dirty="0" smtClean="0" sz="1800" spc="-1">
                <a:latin typeface="Arial"/>
                <a:cs typeface="Arial"/>
              </a:rPr>
              <a:t>f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at.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4906" y="4294042"/>
            <a:ext cx="2797988" cy="383157"/>
          </a:xfrm>
          <a:prstGeom prst="rect">
            <a:avLst/>
          </a:prstGeom>
        </p:spPr>
        <p:txBody>
          <a:bodyPr wrap="square" lIns="0" tIns="18510" rIns="0" bIns="0" rtlCol="0">
            <a:noAutofit/>
          </a:bodyPr>
          <a:lstStyle/>
          <a:p>
            <a:pPr marL="12700">
              <a:lnSpc>
                <a:spcPts val="2915"/>
              </a:lnSpc>
            </a:pPr>
            <a:r>
              <a:rPr dirty="0" smtClean="0" sz="2300" spc="-20">
                <a:latin typeface="Times New Roman"/>
                <a:cs typeface="Times New Roman"/>
              </a:rPr>
              <a:t>P</a:t>
            </a:r>
            <a:r>
              <a:rPr dirty="0" smtClean="0" sz="2300" spc="-20">
                <a:latin typeface="Times New Roman"/>
                <a:cs typeface="Times New Roman"/>
              </a:rPr>
              <a:t>o</a:t>
            </a:r>
            <a:r>
              <a:rPr dirty="0" smtClean="0" sz="2300" spc="-20">
                <a:latin typeface="Times New Roman"/>
                <a:cs typeface="Times New Roman"/>
              </a:rPr>
              <a:t>w</a:t>
            </a:r>
            <a:r>
              <a:rPr dirty="0" smtClean="0" sz="2300" spc="-20">
                <a:latin typeface="Times New Roman"/>
                <a:cs typeface="Times New Roman"/>
              </a:rPr>
              <a:t>er</a:t>
            </a:r>
            <a:r>
              <a:rPr dirty="0" smtClean="0" sz="2300" spc="-20">
                <a:latin typeface="Times New Roman"/>
                <a:cs typeface="Times New Roman"/>
              </a:rPr>
              <a:t> </a:t>
            </a:r>
            <a:r>
              <a:rPr dirty="0" smtClean="0" sz="2300" spc="-20">
                <a:latin typeface="Times New Roman"/>
                <a:cs typeface="Times New Roman"/>
              </a:rPr>
              <a:t>E</a:t>
            </a:r>
            <a:r>
              <a:rPr dirty="0" smtClean="0" sz="2300" spc="-20">
                <a:latin typeface="Times New Roman"/>
                <a:cs typeface="Times New Roman"/>
              </a:rPr>
              <a:t>f</a:t>
            </a:r>
            <a:r>
              <a:rPr dirty="0" smtClean="0" sz="2300" spc="-20">
                <a:latin typeface="Times New Roman"/>
                <a:cs typeface="Times New Roman"/>
              </a:rPr>
              <a:t>f</a:t>
            </a:r>
            <a:r>
              <a:rPr dirty="0" smtClean="0" sz="2300" spc="-20">
                <a:latin typeface="Times New Roman"/>
                <a:cs typeface="Times New Roman"/>
              </a:rPr>
              <a:t>i</a:t>
            </a:r>
            <a:r>
              <a:rPr dirty="0" smtClean="0" sz="2300" spc="-20">
                <a:latin typeface="Times New Roman"/>
                <a:cs typeface="Times New Roman"/>
              </a:rPr>
              <a:t>c</a:t>
            </a:r>
            <a:r>
              <a:rPr dirty="0" smtClean="0" sz="2300" spc="-20">
                <a:latin typeface="Times New Roman"/>
                <a:cs typeface="Times New Roman"/>
              </a:rPr>
              <a:t>i</a:t>
            </a:r>
            <a:r>
              <a:rPr dirty="0" smtClean="0" sz="2300" spc="-20">
                <a:latin typeface="Times New Roman"/>
                <a:cs typeface="Times New Roman"/>
              </a:rPr>
              <a:t>e</a:t>
            </a:r>
            <a:r>
              <a:rPr dirty="0" smtClean="0" sz="2300" spc="-20">
                <a:latin typeface="Times New Roman"/>
                <a:cs typeface="Times New Roman"/>
              </a:rPr>
              <a:t>n</a:t>
            </a:r>
            <a:r>
              <a:rPr dirty="0" smtClean="0" sz="2300" spc="-20">
                <a:latin typeface="Times New Roman"/>
                <a:cs typeface="Times New Roman"/>
              </a:rPr>
              <a:t>c</a:t>
            </a:r>
            <a:r>
              <a:rPr dirty="0" smtClean="0" sz="2300" spc="-20">
                <a:latin typeface="Times New Roman"/>
                <a:cs typeface="Times New Roman"/>
              </a:rPr>
              <a:t>y</a:t>
            </a:r>
            <a:r>
              <a:rPr dirty="0" smtClean="0" sz="2300" spc="-20">
                <a:latin typeface="Times New Roman"/>
                <a:cs typeface="Times New Roman"/>
              </a:rPr>
              <a:t> </a:t>
            </a:r>
            <a:r>
              <a:rPr dirty="0" smtClean="0" sz="2300" spc="-20">
                <a:latin typeface="Times New Roman"/>
                <a:cs typeface="Times New Roman"/>
              </a:rPr>
              <a:t>:</a:t>
            </a:r>
            <a:r>
              <a:rPr dirty="0" smtClean="0" sz="2400" spc="-28">
                <a:latin typeface="Symbol"/>
                <a:cs typeface="Symbol"/>
              </a:rPr>
              <a:t></a:t>
            </a:r>
            <a:r>
              <a:rPr dirty="0" smtClean="0" sz="2400" spc="-20">
                <a:latin typeface="Times New Roman"/>
                <a:cs typeface="Times New Roman"/>
              </a:rPr>
              <a:t> </a:t>
            </a:r>
            <a:r>
              <a:rPr dirty="0" smtClean="0" baseline="-12883" sz="2025" spc="-20" i="1">
                <a:latin typeface="Times New Roman"/>
                <a:cs typeface="Times New Roman"/>
              </a:rPr>
              <a:t>p</a:t>
            </a:r>
            <a:r>
              <a:rPr dirty="0" smtClean="0" baseline="-12883" sz="2025" spc="-20" i="1">
                <a:latin typeface="Times New Roman"/>
                <a:cs typeface="Times New Roman"/>
              </a:rPr>
              <a:t> </a:t>
            </a:r>
            <a:r>
              <a:rPr dirty="0" smtClean="0" baseline="-12883" sz="2025" spc="-20" i="1">
                <a:latin typeface="Times New Roman"/>
                <a:cs typeface="Times New Roman"/>
              </a:rPr>
              <a:t> </a:t>
            </a:r>
            <a:r>
              <a:rPr dirty="0" smtClean="0" sz="2300" spc="-28">
                <a:latin typeface="Symbol"/>
                <a:cs typeface="Symbol"/>
              </a:rPr>
              <a:t></a:t>
            </a:r>
            <a:endParaRPr sz="2300">
              <a:latin typeface="Symbol"/>
              <a:cs typeface="Symbo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76785" y="4382092"/>
            <a:ext cx="181447" cy="316465"/>
          </a:xfrm>
          <a:prstGeom prst="rect">
            <a:avLst/>
          </a:prstGeom>
        </p:spPr>
        <p:txBody>
          <a:bodyPr wrap="square" lIns="0" tIns="15779" rIns="0" bIns="0" rtlCol="0">
            <a:noAutofit/>
          </a:bodyPr>
          <a:lstStyle/>
          <a:p>
            <a:pPr marL="12700">
              <a:lnSpc>
                <a:spcPts val="2485"/>
              </a:lnSpc>
            </a:pPr>
            <a:r>
              <a:rPr dirty="0" smtClean="0" sz="2300">
                <a:latin typeface="Symbol"/>
                <a:cs typeface="Symbol"/>
              </a:rPr>
              <a:t></a:t>
            </a:r>
            <a:endParaRPr sz="2300">
              <a:latin typeface="Symbol"/>
              <a:cs typeface="Symbo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52090" y="4382092"/>
            <a:ext cx="4136644" cy="316465"/>
          </a:xfrm>
          <a:prstGeom prst="rect">
            <a:avLst/>
          </a:prstGeom>
        </p:spPr>
        <p:txBody>
          <a:bodyPr wrap="square" lIns="0" tIns="15811" rIns="0" bIns="0" rtlCol="0">
            <a:noAutofit/>
          </a:bodyPr>
          <a:lstStyle/>
          <a:p>
            <a:pPr marL="12700">
              <a:lnSpc>
                <a:spcPts val="2490"/>
              </a:lnSpc>
            </a:pPr>
            <a:r>
              <a:rPr dirty="0" smtClean="0" baseline="22442" sz="2325" spc="-54">
                <a:latin typeface="Times New Roman"/>
                <a:cs typeface="Times New Roman"/>
              </a:rPr>
              <a:t>y</a:t>
            </a:r>
            <a:r>
              <a:rPr dirty="0" smtClean="0" baseline="22442" sz="2325" spc="0">
                <a:latin typeface="Times New Roman"/>
                <a:cs typeface="Times New Roman"/>
              </a:rPr>
              <a:t>g</a:t>
            </a:r>
            <a:r>
              <a:rPr dirty="0" smtClean="0" baseline="22442" sz="2325" spc="-33">
                <a:latin typeface="Times New Roman"/>
                <a:cs typeface="Times New Roman"/>
              </a:rPr>
              <a:t> </a:t>
            </a:r>
            <a:r>
              <a:rPr dirty="0" smtClean="0" baseline="22442" sz="2325" spc="-54">
                <a:latin typeface="Times New Roman"/>
                <a:cs typeface="Times New Roman"/>
              </a:rPr>
              <a:t>d</a:t>
            </a:r>
            <a:r>
              <a:rPr dirty="0" smtClean="0" baseline="22442" sz="2325" spc="-119">
                <a:latin typeface="Times New Roman"/>
                <a:cs typeface="Times New Roman"/>
              </a:rPr>
              <a:t>i</a:t>
            </a:r>
            <a:r>
              <a:rPr dirty="0" smtClean="0" baseline="22442" sz="2325" spc="-54">
                <a:latin typeface="Times New Roman"/>
                <a:cs typeface="Times New Roman"/>
              </a:rPr>
              <a:t>p</a:t>
            </a:r>
            <a:r>
              <a:rPr dirty="0" smtClean="0" baseline="22442" sz="2325" spc="29">
                <a:latin typeface="Times New Roman"/>
                <a:cs typeface="Times New Roman"/>
              </a:rPr>
              <a:t>e</a:t>
            </a:r>
            <a:r>
              <a:rPr dirty="0" smtClean="0" baseline="22442" sz="2325" spc="0">
                <a:latin typeface="Times New Roman"/>
                <a:cs typeface="Times New Roman"/>
              </a:rPr>
              <a:t>r</a:t>
            </a:r>
            <a:r>
              <a:rPr dirty="0" smtClean="0" baseline="22442" sz="2325" spc="-119">
                <a:latin typeface="Times New Roman"/>
                <a:cs typeface="Times New Roman"/>
              </a:rPr>
              <a:t>l</a:t>
            </a:r>
            <a:r>
              <a:rPr dirty="0" smtClean="0" baseline="22442" sz="2325" spc="-54">
                <a:latin typeface="Times New Roman"/>
                <a:cs typeface="Times New Roman"/>
              </a:rPr>
              <a:t>u</a:t>
            </a:r>
            <a:r>
              <a:rPr dirty="0" smtClean="0" baseline="22442" sz="2325" spc="-54">
                <a:latin typeface="Times New Roman"/>
                <a:cs typeface="Times New Roman"/>
              </a:rPr>
              <a:t>k</a:t>
            </a:r>
            <a:r>
              <a:rPr dirty="0" smtClean="0" baseline="22442" sz="2325" spc="29">
                <a:latin typeface="Times New Roman"/>
                <a:cs typeface="Times New Roman"/>
              </a:rPr>
              <a:t>a</a:t>
            </a:r>
            <a:r>
              <a:rPr dirty="0" smtClean="0" baseline="22442" sz="2325" spc="0">
                <a:latin typeface="Times New Roman"/>
                <a:cs typeface="Times New Roman"/>
              </a:rPr>
              <a:t>n</a:t>
            </a:r>
            <a:r>
              <a:rPr dirty="0" smtClean="0" baseline="22442" sz="2325" spc="0">
                <a:latin typeface="Times New Roman"/>
                <a:cs typeface="Times New Roman"/>
              </a:rPr>
              <a:t> </a:t>
            </a:r>
            <a:r>
              <a:rPr dirty="0" smtClean="0" baseline="22442" sz="2325" spc="97">
                <a:latin typeface="Times New Roman"/>
                <a:cs typeface="Times New Roman"/>
              </a:rPr>
              <a:t> </a:t>
            </a:r>
            <a:r>
              <a:rPr dirty="0" smtClean="0" baseline="22442" sz="2325" spc="-54">
                <a:latin typeface="Times New Roman"/>
                <a:cs typeface="Times New Roman"/>
              </a:rPr>
              <a:t>p</a:t>
            </a:r>
            <a:r>
              <a:rPr dirty="0" smtClean="0" baseline="22442" sz="2325" spc="29">
                <a:latin typeface="Times New Roman"/>
                <a:cs typeface="Times New Roman"/>
              </a:rPr>
              <a:t>a</a:t>
            </a:r>
            <a:r>
              <a:rPr dirty="0" smtClean="0" baseline="22442" sz="2325" spc="-54">
                <a:latin typeface="Times New Roman"/>
                <a:cs typeface="Times New Roman"/>
              </a:rPr>
              <a:t>d</a:t>
            </a:r>
            <a:r>
              <a:rPr dirty="0" smtClean="0" baseline="22442" sz="2325" spc="0">
                <a:latin typeface="Times New Roman"/>
                <a:cs typeface="Times New Roman"/>
              </a:rPr>
              <a:t>a</a:t>
            </a:r>
            <a:r>
              <a:rPr dirty="0" smtClean="0" baseline="22442" sz="2325" spc="73">
                <a:latin typeface="Times New Roman"/>
                <a:cs typeface="Times New Roman"/>
              </a:rPr>
              <a:t> </a:t>
            </a:r>
            <a:r>
              <a:rPr dirty="0" smtClean="0" baseline="22442" sz="2325" spc="-119">
                <a:latin typeface="Times New Roman"/>
                <a:cs typeface="Times New Roman"/>
              </a:rPr>
              <a:t>i</a:t>
            </a:r>
            <a:r>
              <a:rPr dirty="0" smtClean="0" baseline="22442" sz="2325" spc="-54">
                <a:latin typeface="Times New Roman"/>
                <a:cs typeface="Times New Roman"/>
              </a:rPr>
              <a:t>n</a:t>
            </a:r>
            <a:r>
              <a:rPr dirty="0" smtClean="0" baseline="22442" sz="2325" spc="-54">
                <a:latin typeface="Times New Roman"/>
                <a:cs typeface="Times New Roman"/>
              </a:rPr>
              <a:t>p</a:t>
            </a:r>
            <a:r>
              <a:rPr dirty="0" smtClean="0" baseline="22442" sz="2325" spc="-54">
                <a:latin typeface="Times New Roman"/>
                <a:cs typeface="Times New Roman"/>
              </a:rPr>
              <a:t>u</a:t>
            </a:r>
            <a:r>
              <a:rPr dirty="0" smtClean="0" baseline="22442" sz="2325" spc="0">
                <a:latin typeface="Times New Roman"/>
                <a:cs typeface="Times New Roman"/>
              </a:rPr>
              <a:t>t</a:t>
            </a:r>
            <a:r>
              <a:rPr dirty="0" smtClean="0" baseline="22442" sz="2325" spc="341">
                <a:latin typeface="Times New Roman"/>
                <a:cs typeface="Times New Roman"/>
              </a:rPr>
              <a:t> </a:t>
            </a:r>
            <a:r>
              <a:rPr dirty="0" smtClean="0" baseline="22442" sz="2325" spc="0">
                <a:latin typeface="Times New Roman"/>
                <a:cs typeface="Times New Roman"/>
              </a:rPr>
              <a:t>r</a:t>
            </a:r>
            <a:r>
              <a:rPr dirty="0" smtClean="0" baseline="22442" sz="2325" spc="29">
                <a:latin typeface="Times New Roman"/>
                <a:cs typeface="Times New Roman"/>
              </a:rPr>
              <a:t>e</a:t>
            </a:r>
            <a:r>
              <a:rPr dirty="0" smtClean="0" baseline="22442" sz="2325" spc="29">
                <a:latin typeface="Times New Roman"/>
                <a:cs typeface="Times New Roman"/>
              </a:rPr>
              <a:t>c</a:t>
            </a:r>
            <a:r>
              <a:rPr dirty="0" smtClean="0" baseline="22442" sz="2325" spc="29">
                <a:latin typeface="Times New Roman"/>
                <a:cs typeface="Times New Roman"/>
              </a:rPr>
              <a:t>e</a:t>
            </a:r>
            <a:r>
              <a:rPr dirty="0" smtClean="0" baseline="22442" sz="2325" spc="-119">
                <a:latin typeface="Times New Roman"/>
                <a:cs typeface="Times New Roman"/>
              </a:rPr>
              <a:t>i</a:t>
            </a:r>
            <a:r>
              <a:rPr dirty="0" smtClean="0" baseline="22442" sz="2325" spc="-54">
                <a:latin typeface="Times New Roman"/>
                <a:cs typeface="Times New Roman"/>
              </a:rPr>
              <a:t>v</a:t>
            </a:r>
            <a:r>
              <a:rPr dirty="0" smtClean="0" baseline="22442" sz="2325" spc="29">
                <a:latin typeface="Times New Roman"/>
                <a:cs typeface="Times New Roman"/>
              </a:rPr>
              <a:t>e</a:t>
            </a:r>
            <a:r>
              <a:rPr dirty="0" smtClean="0" baseline="22442" sz="2325" spc="0">
                <a:latin typeface="Times New Roman"/>
                <a:cs typeface="Times New Roman"/>
              </a:rPr>
              <a:t>r</a:t>
            </a:r>
            <a:r>
              <a:rPr dirty="0" smtClean="0" baseline="22442" sz="2325" spc="64">
                <a:latin typeface="Times New Roman"/>
                <a:cs typeface="Times New Roman"/>
              </a:rPr>
              <a:t> </a:t>
            </a:r>
            <a:r>
              <a:rPr dirty="0" smtClean="0" baseline="22442" sz="2325" spc="-54">
                <a:latin typeface="Times New Roman"/>
                <a:cs typeface="Times New Roman"/>
              </a:rPr>
              <a:t>u</a:t>
            </a:r>
            <a:r>
              <a:rPr dirty="0" smtClean="0" baseline="22442" sz="2325" spc="-19">
                <a:latin typeface="Times New Roman"/>
                <a:cs typeface="Times New Roman"/>
              </a:rPr>
              <a:t>t</a:t>
            </a:r>
            <a:r>
              <a:rPr dirty="0" smtClean="0" baseline="22442" sz="2325" spc="0">
                <a:latin typeface="Times New Roman"/>
                <a:cs typeface="Times New Roman"/>
              </a:rPr>
              <a:t>k</a:t>
            </a:r>
            <a:r>
              <a:rPr dirty="0" smtClean="0" baseline="22442" sz="2325" spc="99">
                <a:latin typeface="Times New Roman"/>
                <a:cs typeface="Times New Roman"/>
              </a:rPr>
              <a:t> </a:t>
            </a:r>
            <a:r>
              <a:rPr dirty="0" smtClean="0" baseline="22442" sz="2325" spc="69">
                <a:latin typeface="Times New Roman"/>
                <a:cs typeface="Times New Roman"/>
              </a:rPr>
              <a:t>P</a:t>
            </a:r>
            <a:r>
              <a:rPr dirty="0" smtClean="0" baseline="22442" sz="2325" spc="-14">
                <a:latin typeface="Times New Roman"/>
                <a:cs typeface="Times New Roman"/>
              </a:rPr>
              <a:t>E</a:t>
            </a:r>
            <a:r>
              <a:rPr dirty="0" smtClean="0" baseline="22442" sz="2325" spc="0">
                <a:latin typeface="Times New Roman"/>
                <a:cs typeface="Times New Roman"/>
              </a:rPr>
              <a:t>R</a:t>
            </a:r>
            <a:r>
              <a:rPr dirty="0" smtClean="0" baseline="22442" sz="2325" spc="71">
                <a:latin typeface="Times New Roman"/>
                <a:cs typeface="Times New Roman"/>
              </a:rPr>
              <a:t> </a:t>
            </a:r>
            <a:r>
              <a:rPr dirty="0" smtClean="0" baseline="22442" sz="2325" spc="-11">
                <a:latin typeface="Times New Roman"/>
                <a:cs typeface="Times New Roman"/>
              </a:rPr>
              <a:t>t</a:t>
            </a:r>
            <a:r>
              <a:rPr dirty="0" smtClean="0" baseline="22442" sz="2325" spc="42">
                <a:latin typeface="Times New Roman"/>
                <a:cs typeface="Times New Roman"/>
              </a:rPr>
              <a:t>e</a:t>
            </a:r>
            <a:r>
              <a:rPr dirty="0" smtClean="0" baseline="22442" sz="2325" spc="9">
                <a:latin typeface="Times New Roman"/>
                <a:cs typeface="Times New Roman"/>
              </a:rPr>
              <a:t>r</a:t>
            </a:r>
            <a:r>
              <a:rPr dirty="0" smtClean="0" baseline="22442" sz="2325" spc="-11">
                <a:latin typeface="Times New Roman"/>
                <a:cs typeface="Times New Roman"/>
              </a:rPr>
              <a:t>t</a:t>
            </a:r>
            <a:r>
              <a:rPr dirty="0" smtClean="0" baseline="22442" sz="2325" spc="42">
                <a:latin typeface="Times New Roman"/>
                <a:cs typeface="Times New Roman"/>
              </a:rPr>
              <a:t>e</a:t>
            </a:r>
            <a:r>
              <a:rPr dirty="0" smtClean="0" baseline="22442" sz="2325" spc="-39">
                <a:latin typeface="Times New Roman"/>
                <a:cs typeface="Times New Roman"/>
              </a:rPr>
              <a:t>n</a:t>
            </a:r>
            <a:r>
              <a:rPr dirty="0" smtClean="0" baseline="22442" sz="2325" spc="-11">
                <a:latin typeface="Times New Roman"/>
                <a:cs typeface="Times New Roman"/>
              </a:rPr>
              <a:t>t</a:t>
            </a:r>
            <a:r>
              <a:rPr dirty="0" smtClean="0" baseline="22442" sz="2325" spc="14">
                <a:latin typeface="Times New Roman"/>
                <a:cs typeface="Times New Roman"/>
              </a:rPr>
              <a:t>u</a:t>
            </a:r>
            <a:r>
              <a:rPr dirty="0" smtClean="0" baseline="22442" sz="2325" spc="-204">
                <a:latin typeface="Times New Roman"/>
                <a:cs typeface="Times New Roman"/>
              </a:rPr>
              <a:t> </a:t>
            </a:r>
            <a:r>
              <a:rPr dirty="0" smtClean="0" sz="2300" spc="0">
                <a:latin typeface="Symbol"/>
                <a:cs typeface="Symbol"/>
              </a:rPr>
              <a:t></a:t>
            </a:r>
            <a:endParaRPr sz="2300">
              <a:latin typeface="Symbol"/>
              <a:cs typeface="Symbo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60624" y="5100756"/>
            <a:ext cx="1025642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-1" i="1">
                <a:latin typeface="Arial"/>
                <a:cs typeface="Arial"/>
              </a:rPr>
              <a:t>E</a:t>
            </a:r>
            <a:r>
              <a:rPr dirty="0" smtClean="0" baseline="-9662" sz="1800" spc="-1" i="1">
                <a:latin typeface="Arial"/>
                <a:cs typeface="Arial"/>
              </a:rPr>
              <a:t>b</a:t>
            </a:r>
            <a:r>
              <a:rPr dirty="0" smtClean="0" baseline="8052" sz="2700" spc="-1">
                <a:latin typeface="Arial"/>
                <a:cs typeface="Arial"/>
              </a:rPr>
              <a:t>:</a:t>
            </a:r>
            <a:r>
              <a:rPr dirty="0" smtClean="0" baseline="8052" sz="2700" spc="-1">
                <a:latin typeface="Arial"/>
                <a:cs typeface="Arial"/>
              </a:rPr>
              <a:t> </a:t>
            </a:r>
            <a:r>
              <a:rPr dirty="0" smtClean="0" baseline="8052" sz="2700" spc="-1">
                <a:latin typeface="Arial"/>
                <a:cs typeface="Arial"/>
              </a:rPr>
              <a:t>s</a:t>
            </a:r>
            <a:r>
              <a:rPr dirty="0" smtClean="0" baseline="8052" sz="2700" spc="-1">
                <a:latin typeface="Arial"/>
                <a:cs typeface="Arial"/>
              </a:rPr>
              <a:t>i</a:t>
            </a:r>
            <a:r>
              <a:rPr dirty="0" smtClean="0" baseline="8052" sz="2700" spc="-1">
                <a:latin typeface="Arial"/>
                <a:cs typeface="Arial"/>
              </a:rPr>
              <a:t>g</a:t>
            </a:r>
            <a:r>
              <a:rPr dirty="0" smtClean="0" baseline="8052" sz="2700" spc="-1">
                <a:latin typeface="Arial"/>
                <a:cs typeface="Arial"/>
              </a:rPr>
              <a:t>n</a:t>
            </a:r>
            <a:r>
              <a:rPr dirty="0" smtClean="0" baseline="8052" sz="2700" spc="-1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984523" y="5100756"/>
            <a:ext cx="145575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er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bit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960624" y="5375076"/>
            <a:ext cx="3323141" cy="528269"/>
          </a:xfrm>
          <a:prstGeom prst="rect">
            <a:avLst/>
          </a:prstGeom>
        </p:spPr>
        <p:txBody>
          <a:bodyPr wrap="square" lIns="0" tIns="14351" rIns="0" bIns="0" rtlCol="0">
            <a:noAutofit/>
          </a:bodyPr>
          <a:lstStyle/>
          <a:p>
            <a:pPr marL="12700">
              <a:lnSpc>
                <a:spcPts val="2260"/>
              </a:lnSpc>
            </a:pPr>
            <a:r>
              <a:rPr dirty="0" smtClean="0" baseline="8052" sz="2700" spc="-1" i="1">
                <a:latin typeface="Arial"/>
                <a:cs typeface="Arial"/>
              </a:rPr>
              <a:t>N</a:t>
            </a:r>
            <a:r>
              <a:rPr dirty="0" smtClean="0" baseline="-9662" sz="1800" spc="-1" i="1">
                <a:latin typeface="Arial"/>
                <a:cs typeface="Arial"/>
              </a:rPr>
              <a:t>0</a:t>
            </a:r>
            <a:r>
              <a:rPr dirty="0" smtClean="0" baseline="8052" sz="2700" spc="-1">
                <a:latin typeface="Arial"/>
                <a:cs typeface="Arial"/>
              </a:rPr>
              <a:t>:</a:t>
            </a:r>
            <a:r>
              <a:rPr dirty="0" smtClean="0" baseline="8052" sz="2700" spc="-1">
                <a:latin typeface="Arial"/>
                <a:cs typeface="Arial"/>
              </a:rPr>
              <a:t> </a:t>
            </a:r>
            <a:r>
              <a:rPr dirty="0" smtClean="0" baseline="8052" sz="2700" spc="-1">
                <a:latin typeface="Arial"/>
                <a:cs typeface="Arial"/>
              </a:rPr>
              <a:t>n</a:t>
            </a:r>
            <a:r>
              <a:rPr dirty="0" smtClean="0" baseline="8052" sz="2700" spc="-1">
                <a:latin typeface="Arial"/>
                <a:cs typeface="Arial"/>
              </a:rPr>
              <a:t>o</a:t>
            </a:r>
            <a:r>
              <a:rPr dirty="0" smtClean="0" baseline="8052" sz="2700" spc="-1">
                <a:latin typeface="Arial"/>
                <a:cs typeface="Arial"/>
              </a:rPr>
              <a:t>i</a:t>
            </a:r>
            <a:r>
              <a:rPr dirty="0" smtClean="0" baseline="8052" sz="2700" spc="-1">
                <a:latin typeface="Arial"/>
                <a:cs typeface="Arial"/>
              </a:rPr>
              <a:t>se</a:t>
            </a:r>
            <a:r>
              <a:rPr dirty="0" smtClean="0" baseline="8052" sz="2700" spc="-1">
                <a:latin typeface="Arial"/>
                <a:cs typeface="Arial"/>
              </a:rPr>
              <a:t> </a:t>
            </a:r>
            <a:r>
              <a:rPr dirty="0" smtClean="0" baseline="8052" sz="2700" spc="-1">
                <a:latin typeface="Arial"/>
                <a:cs typeface="Arial"/>
              </a:rPr>
              <a:t>p</a:t>
            </a:r>
            <a:r>
              <a:rPr dirty="0" smtClean="0" baseline="8052" sz="2700" spc="-1">
                <a:latin typeface="Arial"/>
                <a:cs typeface="Arial"/>
              </a:rPr>
              <a:t>o</a:t>
            </a:r>
            <a:r>
              <a:rPr dirty="0" smtClean="0" baseline="8052" sz="2700" spc="-1">
                <a:latin typeface="Arial"/>
                <a:cs typeface="Arial"/>
              </a:rPr>
              <a:t>w</a:t>
            </a:r>
            <a:r>
              <a:rPr dirty="0" smtClean="0" baseline="8052" sz="2700" spc="-1">
                <a:latin typeface="Arial"/>
                <a:cs typeface="Arial"/>
              </a:rPr>
              <a:t>er</a:t>
            </a:r>
            <a:r>
              <a:rPr dirty="0" smtClean="0" baseline="8052" sz="2700" spc="-1">
                <a:latin typeface="Arial"/>
                <a:cs typeface="Arial"/>
              </a:rPr>
              <a:t> </a:t>
            </a:r>
            <a:r>
              <a:rPr dirty="0" smtClean="0" baseline="8052" sz="2700" spc="-1">
                <a:latin typeface="Arial"/>
                <a:cs typeface="Arial"/>
              </a:rPr>
              <a:t>sp</a:t>
            </a:r>
            <a:r>
              <a:rPr dirty="0" smtClean="0" baseline="8052" sz="2700" spc="-1">
                <a:latin typeface="Arial"/>
                <a:cs typeface="Arial"/>
              </a:rPr>
              <a:t>e</a:t>
            </a:r>
            <a:r>
              <a:rPr dirty="0" smtClean="0" baseline="8052" sz="2700" spc="-1">
                <a:latin typeface="Arial"/>
                <a:cs typeface="Arial"/>
              </a:rPr>
              <a:t>ctral</a:t>
            </a:r>
            <a:r>
              <a:rPr dirty="0" smtClean="0" baseline="8052" sz="2700" spc="-1">
                <a:latin typeface="Arial"/>
                <a:cs typeface="Arial"/>
              </a:rPr>
              <a:t> </a:t>
            </a:r>
            <a:r>
              <a:rPr dirty="0" smtClean="0" baseline="8052" sz="2700" spc="-1">
                <a:latin typeface="Arial"/>
                <a:cs typeface="Arial"/>
              </a:rPr>
              <a:t>d</a:t>
            </a:r>
            <a:r>
              <a:rPr dirty="0" smtClean="0" baseline="8052" sz="2700" spc="-1">
                <a:latin typeface="Arial"/>
                <a:cs typeface="Arial"/>
              </a:rPr>
              <a:t>e</a:t>
            </a:r>
            <a:r>
              <a:rPr dirty="0" smtClean="0" baseline="8052" sz="2700" spc="-1">
                <a:latin typeface="Arial"/>
                <a:cs typeface="Arial"/>
              </a:rPr>
              <a:t>ns</a:t>
            </a:r>
            <a:r>
              <a:rPr dirty="0" smtClean="0" baseline="8052" sz="2700" spc="-1">
                <a:latin typeface="Arial"/>
                <a:cs typeface="Arial"/>
              </a:rPr>
              <a:t>i</a:t>
            </a:r>
            <a:r>
              <a:rPr dirty="0" smtClean="0" baseline="8052" sz="2700" spc="-1">
                <a:latin typeface="Arial"/>
                <a:cs typeface="Arial"/>
              </a:rPr>
              <a:t>ty</a:t>
            </a:r>
            <a:endParaRPr sz="1800">
              <a:latin typeface="Arial"/>
              <a:cs typeface="Arial"/>
            </a:endParaRPr>
          </a:p>
          <a:p>
            <a:pPr marL="12700" marR="40572">
              <a:lnSpc>
                <a:spcPts val="1839"/>
              </a:lnSpc>
            </a:pPr>
            <a:r>
              <a:rPr dirty="0" smtClean="0" sz="1800" spc="0" i="1">
                <a:latin typeface="Arial"/>
                <a:cs typeface="Arial"/>
              </a:rPr>
              <a:t>PE</a:t>
            </a:r>
            <a:r>
              <a:rPr dirty="0" smtClean="0" sz="1800" spc="0" i="1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pr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of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err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423908" y="6471832"/>
            <a:ext cx="36748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62000" y="3822192"/>
            <a:ext cx="7924800" cy="198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762000" y="4020312"/>
            <a:ext cx="86868" cy="868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848868" y="4020312"/>
            <a:ext cx="7550898" cy="868680"/>
          </a:xfrm>
          <a:prstGeom prst="rect">
            <a:avLst/>
          </a:prstGeom>
        </p:spPr>
        <p:txBody>
          <a:bodyPr wrap="square" lIns="0" tIns="40640" rIns="0" bIns="0" rtlCol="0">
            <a:noAutofit/>
          </a:bodyPr>
          <a:lstStyle/>
          <a:p>
            <a:pPr marL="2840617">
              <a:lnSpc>
                <a:spcPts val="2671"/>
              </a:lnSpc>
            </a:pPr>
            <a:r>
              <a:rPr dirty="0" smtClean="0" sz="2300" spc="89">
                <a:latin typeface="Symbol"/>
                <a:cs typeface="Symbol"/>
              </a:rPr>
              <a:t></a:t>
            </a:r>
            <a:r>
              <a:rPr dirty="0" smtClean="0" sz="2300" spc="-209" i="1" u="sng">
                <a:latin typeface="Times New Roman"/>
                <a:cs typeface="Times New Roman"/>
              </a:rPr>
              <a:t> </a:t>
            </a:r>
            <a:r>
              <a:rPr dirty="0" smtClean="0" sz="2300" spc="0" i="1" u="sng">
                <a:latin typeface="Times New Roman"/>
                <a:cs typeface="Times New Roman"/>
              </a:rPr>
              <a:t>E</a:t>
            </a:r>
            <a:r>
              <a:rPr dirty="0" smtClean="0" baseline="-32208" sz="2025" spc="0" i="1" u="sng">
                <a:latin typeface="Times New Roman"/>
                <a:cs typeface="Times New Roman"/>
              </a:rPr>
              <a:t>b</a:t>
            </a:r>
            <a:r>
              <a:rPr dirty="0" smtClean="0" baseline="-32208" sz="2025" spc="0" i="1" u="sng">
                <a:latin typeface="Times New Roman"/>
                <a:cs typeface="Times New Roman"/>
              </a:rPr>
              <a:t> </a:t>
            </a:r>
            <a:r>
              <a:rPr dirty="0" smtClean="0" baseline="-32208" sz="2025" spc="10" i="1" u="sng">
                <a:latin typeface="Times New Roman"/>
                <a:cs typeface="Times New Roman"/>
              </a:rPr>
              <a:t> </a:t>
            </a:r>
            <a:r>
              <a:rPr dirty="0" smtClean="0" baseline="-32208" sz="2025" spc="0" i="1">
                <a:latin typeface="Times New Roman"/>
                <a:cs typeface="Times New Roman"/>
              </a:rPr>
              <a:t>                                                                                            </a:t>
            </a:r>
            <a:r>
              <a:rPr dirty="0" smtClean="0" baseline="-32208" sz="2025" spc="212" i="1">
                <a:latin typeface="Times New Roman"/>
                <a:cs typeface="Times New Roman"/>
              </a:rPr>
              <a:t> </a:t>
            </a:r>
            <a:r>
              <a:rPr dirty="0" smtClean="0" sz="2300" spc="0">
                <a:latin typeface="Symbol"/>
                <a:cs typeface="Symbol"/>
              </a:rPr>
              <a:t></a:t>
            </a:r>
            <a:endParaRPr sz="2300">
              <a:latin typeface="Symbol"/>
              <a:cs typeface="Symbol"/>
            </a:endParaRPr>
          </a:p>
          <a:p>
            <a:pPr marL="2840617" marR="215">
              <a:lnSpc>
                <a:spcPts val="2955"/>
              </a:lnSpc>
              <a:spcBef>
                <a:spcPts val="1117"/>
              </a:spcBef>
            </a:pPr>
            <a:r>
              <a:rPr dirty="0" smtClean="0" baseline="-9463" sz="3450" spc="0">
                <a:latin typeface="Symbol"/>
                <a:cs typeface="Symbol"/>
              </a:rPr>
              <a:t></a:t>
            </a:r>
            <a:r>
              <a:rPr dirty="0" smtClean="0" baseline="-10082" sz="3450" spc="-219">
                <a:latin typeface="Times New Roman"/>
                <a:cs typeface="Times New Roman"/>
              </a:rPr>
              <a:t> </a:t>
            </a:r>
            <a:r>
              <a:rPr dirty="0" smtClean="0" sz="2300" spc="134" i="1">
                <a:latin typeface="Times New Roman"/>
                <a:cs typeface="Times New Roman"/>
              </a:rPr>
              <a:t>N</a:t>
            </a:r>
            <a:r>
              <a:rPr dirty="0" smtClean="0" baseline="-15030" sz="2025" spc="0">
                <a:latin typeface="Times New Roman"/>
                <a:cs typeface="Times New Roman"/>
              </a:rPr>
              <a:t>0</a:t>
            </a:r>
            <a:r>
              <a:rPr dirty="0" smtClean="0" baseline="-15030" sz="2025" spc="0">
                <a:latin typeface="Times New Roman"/>
                <a:cs typeface="Times New Roman"/>
              </a:rPr>
              <a:t>                                                                                              </a:t>
            </a:r>
            <a:r>
              <a:rPr dirty="0" smtClean="0" baseline="-15030" sz="2025" spc="45">
                <a:latin typeface="Times New Roman"/>
                <a:cs typeface="Times New Roman"/>
              </a:rPr>
              <a:t> </a:t>
            </a:r>
            <a:r>
              <a:rPr dirty="0" smtClean="0" baseline="-9463" sz="3450" spc="0">
                <a:latin typeface="Symbol"/>
                <a:cs typeface="Symbol"/>
              </a:rPr>
              <a:t></a:t>
            </a:r>
            <a:endParaRPr sz="2300">
              <a:latin typeface="Symbol"/>
              <a:cs typeface="Symbo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85048" y="4020312"/>
            <a:ext cx="301751" cy="868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762000" y="4888992"/>
            <a:ext cx="86868" cy="68580"/>
          </a:xfrm>
          <a:prstGeom prst="rect">
            <a:avLst/>
          </a:prstGeom>
        </p:spPr>
        <p:txBody>
          <a:bodyPr wrap="square" lIns="0" tIns="5080" rIns="0" bIns="0" rtlCol="0">
            <a:noAutofit/>
          </a:bodyPr>
          <a:lstStyle/>
          <a:p>
            <a:pPr marL="25400">
              <a:lnSpc>
                <a:spcPts val="500"/>
              </a:lnSpc>
            </a:pPr>
            <a:endParaRPr sz="500"/>
          </a:p>
        </p:txBody>
      </p:sp>
      <p:sp>
        <p:nvSpPr>
          <p:cNvPr id="7" name="object 7"/>
          <p:cNvSpPr txBox="1"/>
          <p:nvPr/>
        </p:nvSpPr>
        <p:spPr>
          <a:xfrm>
            <a:off x="848868" y="4888992"/>
            <a:ext cx="7536180" cy="68580"/>
          </a:xfrm>
          <a:prstGeom prst="rect">
            <a:avLst/>
          </a:prstGeom>
        </p:spPr>
        <p:txBody>
          <a:bodyPr wrap="square" lIns="0" tIns="5080" rIns="0" bIns="0" rtlCol="0">
            <a:noAutofit/>
          </a:bodyPr>
          <a:lstStyle/>
          <a:p>
            <a:pPr marL="25400">
              <a:lnSpc>
                <a:spcPts val="500"/>
              </a:lnSpc>
            </a:pPr>
            <a:endParaRPr sz="500"/>
          </a:p>
        </p:txBody>
      </p:sp>
      <p:sp>
        <p:nvSpPr>
          <p:cNvPr id="6" name="object 6"/>
          <p:cNvSpPr txBox="1"/>
          <p:nvPr/>
        </p:nvSpPr>
        <p:spPr>
          <a:xfrm>
            <a:off x="8385048" y="4888992"/>
            <a:ext cx="301751" cy="68580"/>
          </a:xfrm>
          <a:prstGeom prst="rect">
            <a:avLst/>
          </a:prstGeom>
        </p:spPr>
        <p:txBody>
          <a:bodyPr wrap="square" lIns="0" tIns="5080" rIns="0" bIns="0" rtlCol="0">
            <a:noAutofit/>
          </a:bodyPr>
          <a:lstStyle/>
          <a:p>
            <a:pPr marL="25400">
              <a:lnSpc>
                <a:spcPts val="500"/>
              </a:lnSpc>
            </a:pPr>
            <a:endParaRPr sz="500"/>
          </a:p>
        </p:txBody>
      </p:sp>
      <p:sp>
        <p:nvSpPr>
          <p:cNvPr id="5" name="object 5"/>
          <p:cNvSpPr txBox="1"/>
          <p:nvPr/>
        </p:nvSpPr>
        <p:spPr>
          <a:xfrm>
            <a:off x="457962" y="765810"/>
            <a:ext cx="5867400" cy="682751"/>
          </a:xfrm>
          <a:prstGeom prst="rect">
            <a:avLst/>
          </a:prstGeom>
        </p:spPr>
        <p:txBody>
          <a:bodyPr wrap="square" lIns="0" tIns="6096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Efisie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Daya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Mo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ulasi</a:t>
            </a:r>
            <a:endParaRPr sz="3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95441" y="2169795"/>
            <a:ext cx="8473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0982" y="2169795"/>
            <a:ext cx="8595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123618" y="4307639"/>
            <a:ext cx="6483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bject 2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459992" y="4427220"/>
            <a:ext cx="6172200" cy="914400"/>
          </a:xfrm>
          <a:custGeom>
            <a:avLst/>
            <a:gdLst/>
            <a:ahLst/>
            <a:cxnLst/>
            <a:rect l="l" t="t" r="r" b="b"/>
            <a:pathLst>
              <a:path w="6172200" h="914400">
                <a:moveTo>
                  <a:pt x="0" y="914399"/>
                </a:moveTo>
                <a:lnTo>
                  <a:pt x="6172200" y="914399"/>
                </a:lnTo>
                <a:lnTo>
                  <a:pt x="6172200" y="0"/>
                </a:lnTo>
                <a:lnTo>
                  <a:pt x="0" y="0"/>
                </a:lnTo>
                <a:lnTo>
                  <a:pt x="0" y="914399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671827" y="4410456"/>
            <a:ext cx="5724144" cy="923544"/>
          </a:xfrm>
          <a:custGeom>
            <a:avLst/>
            <a:gdLst/>
            <a:ahLst/>
            <a:cxnLst/>
            <a:rect l="l" t="t" r="r" b="b"/>
            <a:pathLst>
              <a:path w="5724144" h="923544">
                <a:moveTo>
                  <a:pt x="0" y="923544"/>
                </a:moveTo>
                <a:lnTo>
                  <a:pt x="5724144" y="923544"/>
                </a:lnTo>
                <a:lnTo>
                  <a:pt x="5724144" y="0"/>
                </a:lnTo>
                <a:lnTo>
                  <a:pt x="0" y="0"/>
                </a:lnTo>
                <a:lnTo>
                  <a:pt x="0" y="92354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532638" y="762761"/>
            <a:ext cx="8229600" cy="600456"/>
          </a:xfrm>
          <a:custGeom>
            <a:avLst/>
            <a:gdLst/>
            <a:ahLst/>
            <a:cxnLst/>
            <a:rect l="l" t="t" r="r" b="b"/>
            <a:pathLst>
              <a:path w="8229600" h="600456">
                <a:moveTo>
                  <a:pt x="0" y="600456"/>
                </a:moveTo>
                <a:lnTo>
                  <a:pt x="8229600" y="600456"/>
                </a:lnTo>
                <a:lnTo>
                  <a:pt x="8229600" y="0"/>
                </a:lnTo>
                <a:lnTo>
                  <a:pt x="0" y="0"/>
                </a:lnTo>
                <a:lnTo>
                  <a:pt x="0" y="600456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5940" y="1691438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79144" y="1691438"/>
            <a:ext cx="7004326" cy="174668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53309">
              <a:lnSpc>
                <a:spcPts val="2960"/>
              </a:lnSpc>
            </a:pPr>
            <a:r>
              <a:rPr dirty="0" smtClean="0" sz="2800" spc="-8">
                <a:latin typeface="Arial"/>
                <a:cs typeface="Arial"/>
              </a:rPr>
              <a:t>Kemampuan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s</a:t>
            </a:r>
            <a:r>
              <a:rPr dirty="0" smtClean="0" sz="2800" spc="-8">
                <a:latin typeface="Arial"/>
                <a:cs typeface="Arial"/>
              </a:rPr>
              <a:t>k</a:t>
            </a:r>
            <a:r>
              <a:rPr dirty="0" smtClean="0" sz="2800" spc="-8">
                <a:latin typeface="Arial"/>
                <a:cs typeface="Arial"/>
              </a:rPr>
              <a:t>ema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mo</a:t>
            </a:r>
            <a:r>
              <a:rPr dirty="0" smtClean="0" sz="2800" spc="-8">
                <a:latin typeface="Arial"/>
                <a:cs typeface="Arial"/>
              </a:rPr>
              <a:t>d</a:t>
            </a:r>
            <a:r>
              <a:rPr dirty="0" smtClean="0" sz="2800" spc="-8">
                <a:latin typeface="Arial"/>
                <a:cs typeface="Arial"/>
              </a:rPr>
              <a:t>ul</a:t>
            </a:r>
            <a:r>
              <a:rPr dirty="0" smtClean="0" sz="2800" spc="-8">
                <a:latin typeface="Arial"/>
                <a:cs typeface="Arial"/>
              </a:rPr>
              <a:t>a</a:t>
            </a:r>
            <a:r>
              <a:rPr dirty="0" smtClean="0" sz="2800" spc="-8">
                <a:latin typeface="Arial"/>
                <a:cs typeface="Arial"/>
              </a:rPr>
              <a:t>si</a:t>
            </a:r>
            <a:r>
              <a:rPr dirty="0" smtClean="0" sz="2800" spc="-8">
                <a:latin typeface="Arial"/>
                <a:cs typeface="Arial"/>
              </a:rPr>
              <a:t> </a:t>
            </a:r>
            <a:r>
              <a:rPr dirty="0" smtClean="0" sz="2800" spc="-8">
                <a:latin typeface="Arial"/>
                <a:cs typeface="Arial"/>
              </a:rPr>
              <a:t>un</a:t>
            </a:r>
            <a:r>
              <a:rPr dirty="0" smtClean="0" sz="2800" spc="-8">
                <a:latin typeface="Arial"/>
                <a:cs typeface="Arial"/>
              </a:rPr>
              <a:t>t</a:t>
            </a:r>
            <a:r>
              <a:rPr dirty="0" smtClean="0" sz="2800" spc="-8">
                <a:latin typeface="Arial"/>
                <a:cs typeface="Arial"/>
              </a:rPr>
              <a:t>uk</a:t>
            </a:r>
            <a:endParaRPr sz="2800">
              <a:latin typeface="Arial"/>
              <a:cs typeface="Arial"/>
            </a:endParaRPr>
          </a:p>
          <a:p>
            <a:pPr marL="12700" marR="260598">
              <a:lnSpc>
                <a:spcPct val="100041"/>
              </a:lnSpc>
            </a:pPr>
            <a:r>
              <a:rPr dirty="0" smtClean="0" sz="2800" spc="-5">
                <a:latin typeface="Arial"/>
                <a:cs typeface="Arial"/>
              </a:rPr>
              <a:t>me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g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k</a:t>
            </a:r>
            <a:r>
              <a:rPr dirty="0" smtClean="0" sz="2800" spc="-5">
                <a:latin typeface="Arial"/>
                <a:cs typeface="Arial"/>
              </a:rPr>
              <a:t>o</a:t>
            </a:r>
            <a:r>
              <a:rPr dirty="0" smtClean="0" sz="2800" spc="-5">
                <a:latin typeface="Arial"/>
                <a:cs typeface="Arial"/>
              </a:rPr>
              <a:t>mo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i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ta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l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m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b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wid</a:t>
            </a:r>
            <a:r>
              <a:rPr dirty="0" smtClean="0" sz="2800" spc="-5">
                <a:latin typeface="Arial"/>
                <a:cs typeface="Arial"/>
              </a:rPr>
              <a:t>t</a:t>
            </a:r>
            <a:r>
              <a:rPr dirty="0" smtClean="0" sz="2800" spc="-5">
                <a:latin typeface="Arial"/>
                <a:cs typeface="Arial"/>
              </a:rPr>
              <a:t>h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yg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te</a:t>
            </a:r>
            <a:r>
              <a:rPr dirty="0" smtClean="0" sz="2800" spc="-5">
                <a:latin typeface="Arial"/>
                <a:cs typeface="Arial"/>
              </a:rPr>
              <a:t>r</a:t>
            </a:r>
            <a:r>
              <a:rPr dirty="0" smtClean="0" sz="2800" spc="-5">
                <a:latin typeface="Arial"/>
                <a:cs typeface="Arial"/>
              </a:rPr>
              <a:t>b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ta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74"/>
              </a:spcBef>
            </a:pPr>
            <a:r>
              <a:rPr dirty="0" smtClean="0" sz="2800" spc="-4">
                <a:latin typeface="Arial"/>
                <a:cs typeface="Arial"/>
              </a:rPr>
              <a:t>Efisi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ban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width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mer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fl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ik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eb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ra</a:t>
            </a:r>
            <a:r>
              <a:rPr dirty="0" smtClean="0" sz="2800" spc="-4">
                <a:latin typeface="Arial"/>
                <a:cs typeface="Arial"/>
              </a:rPr>
              <a:t>p</a:t>
            </a:r>
            <a:r>
              <a:rPr dirty="0" smtClean="0" sz="2800" spc="-4"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5940" y="3057323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79144" y="3484544"/>
            <a:ext cx="5360657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4">
                <a:latin typeface="Arial"/>
                <a:cs typeface="Arial"/>
              </a:rPr>
              <a:t>ef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en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b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wid</a:t>
            </a:r>
            <a:r>
              <a:rPr dirty="0" smtClean="0" sz="2800" spc="-4">
                <a:latin typeface="Arial"/>
                <a:cs typeface="Arial"/>
              </a:rPr>
              <a:t>t</a:t>
            </a:r>
            <a:r>
              <a:rPr dirty="0" smtClean="0" sz="2800" spc="-4">
                <a:latin typeface="Arial"/>
                <a:cs typeface="Arial"/>
              </a:rPr>
              <a:t>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yg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60919" y="3484544"/>
            <a:ext cx="1721319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4">
                <a:latin typeface="Arial"/>
                <a:cs typeface="Arial"/>
              </a:rPr>
              <a:t>d</a:t>
            </a:r>
            <a:r>
              <a:rPr dirty="0" smtClean="0" sz="2800" spc="4">
                <a:latin typeface="Arial"/>
                <a:cs typeface="Arial"/>
              </a:rPr>
              <a:t>i</a:t>
            </a:r>
            <a:r>
              <a:rPr dirty="0" smtClean="0" sz="2800" spc="4">
                <a:latin typeface="Arial"/>
                <a:cs typeface="Arial"/>
              </a:rPr>
              <a:t>g</a:t>
            </a:r>
            <a:r>
              <a:rPr dirty="0" smtClean="0" sz="2800" spc="4">
                <a:latin typeface="Arial"/>
                <a:cs typeface="Arial"/>
              </a:rPr>
              <a:t>u</a:t>
            </a:r>
            <a:r>
              <a:rPr dirty="0" smtClean="0" sz="2800" spc="4">
                <a:latin typeface="Arial"/>
                <a:cs typeface="Arial"/>
              </a:rPr>
              <a:t>n</a:t>
            </a:r>
            <a:r>
              <a:rPr dirty="0" smtClean="0" sz="2800" spc="4">
                <a:latin typeface="Arial"/>
                <a:cs typeface="Arial"/>
              </a:rPr>
              <a:t>a</a:t>
            </a:r>
            <a:r>
              <a:rPr dirty="0" smtClean="0" sz="2800" spc="4">
                <a:latin typeface="Arial"/>
                <a:cs typeface="Arial"/>
              </a:rPr>
              <a:t>k</a:t>
            </a:r>
            <a:r>
              <a:rPr dirty="0" smtClean="0" sz="2800" spc="4">
                <a:latin typeface="Arial"/>
                <a:cs typeface="Arial"/>
              </a:rPr>
              <a:t>a</a:t>
            </a:r>
            <a:r>
              <a:rPr dirty="0" smtClean="0" sz="2800" spc="4">
                <a:latin typeface="Arial"/>
                <a:cs typeface="Arial"/>
              </a:rPr>
              <a:t>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9144" y="3911264"/>
            <a:ext cx="651427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d</a:t>
            </a:r>
            <a:r>
              <a:rPr dirty="0" smtClean="0" sz="2800" spc="1">
                <a:latin typeface="Arial"/>
                <a:cs typeface="Arial"/>
              </a:rPr>
              <a:t>l</a:t>
            </a:r>
            <a:r>
              <a:rPr dirty="0" smtClean="0" sz="2800" spc="1">
                <a:latin typeface="Arial"/>
                <a:cs typeface="Arial"/>
              </a:rPr>
              <a:t>m</a:t>
            </a:r>
            <a:endParaRPr sz="2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52044" y="3911264"/>
            <a:ext cx="2293727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5">
                <a:latin typeface="Arial"/>
                <a:cs typeface="Arial"/>
              </a:rPr>
              <a:t>tr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misi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ta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41690" y="4882890"/>
            <a:ext cx="182871" cy="231001"/>
          </a:xfrm>
          <a:prstGeom prst="rect">
            <a:avLst/>
          </a:prstGeom>
        </p:spPr>
        <p:txBody>
          <a:bodyPr wrap="square" lIns="0" tIns="11112" rIns="0" bIns="0" rtlCol="0">
            <a:noAutofit/>
          </a:bodyPr>
          <a:lstStyle/>
          <a:p>
            <a:pPr marL="12700">
              <a:lnSpc>
                <a:spcPts val="1750"/>
              </a:lnSpc>
            </a:pPr>
            <a:r>
              <a:rPr dirty="0" smtClean="0" sz="1600" spc="18" i="1">
                <a:latin typeface="Times New Roman"/>
                <a:cs typeface="Times New Roman"/>
              </a:rPr>
              <a:t>B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908100" y="4951712"/>
            <a:ext cx="295051" cy="377468"/>
          </a:xfrm>
          <a:prstGeom prst="rect">
            <a:avLst/>
          </a:prstGeom>
        </p:spPr>
        <p:txBody>
          <a:bodyPr wrap="square" lIns="0" tIns="18573" rIns="0" bIns="0" rtlCol="0">
            <a:noAutofit/>
          </a:bodyPr>
          <a:lstStyle/>
          <a:p>
            <a:pPr marL="12700">
              <a:lnSpc>
                <a:spcPts val="2925"/>
              </a:lnSpc>
            </a:pPr>
            <a:r>
              <a:rPr dirty="0" smtClean="0" sz="2750" spc="15" i="1">
                <a:latin typeface="Times New Roman"/>
                <a:cs typeface="Times New Roman"/>
              </a:rPr>
              <a:t>B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36673" y="5526206"/>
            <a:ext cx="5199989" cy="52831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9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R: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he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rate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(b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s)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B: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dth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occ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ed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the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mo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RF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72676" y="6471832"/>
            <a:ext cx="31915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59992" y="4416552"/>
            <a:ext cx="211835" cy="918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671827" y="4416552"/>
            <a:ext cx="5724144" cy="918972"/>
          </a:xfrm>
          <a:prstGeom prst="rect">
            <a:avLst/>
          </a:prstGeom>
        </p:spPr>
        <p:txBody>
          <a:bodyPr wrap="square" lIns="0" tIns="7620" rIns="0" bIns="0" rtlCol="0">
            <a:noAutofit/>
          </a:bodyPr>
          <a:lstStyle/>
          <a:p>
            <a:pPr marL="35802">
              <a:lnSpc>
                <a:spcPts val="3192"/>
              </a:lnSpc>
            </a:pPr>
            <a:r>
              <a:rPr dirty="0" smtClean="0" sz="2750" spc="-14">
                <a:latin typeface="Arial"/>
                <a:cs typeface="Arial"/>
              </a:rPr>
              <a:t>B</a:t>
            </a:r>
            <a:r>
              <a:rPr dirty="0" smtClean="0" sz="2750" spc="-14">
                <a:latin typeface="Arial"/>
                <a:cs typeface="Arial"/>
              </a:rPr>
              <a:t>a</a:t>
            </a:r>
            <a:r>
              <a:rPr dirty="0" smtClean="0" sz="2750" spc="-14">
                <a:latin typeface="Arial"/>
                <a:cs typeface="Arial"/>
              </a:rPr>
              <a:t>n</a:t>
            </a:r>
            <a:r>
              <a:rPr dirty="0" smtClean="0" sz="2750" spc="-14">
                <a:latin typeface="Arial"/>
                <a:cs typeface="Arial"/>
              </a:rPr>
              <a:t>d</a:t>
            </a:r>
            <a:r>
              <a:rPr dirty="0" smtClean="0" sz="2750" spc="-14">
                <a:latin typeface="Arial"/>
                <a:cs typeface="Arial"/>
              </a:rPr>
              <a:t>w</a:t>
            </a:r>
            <a:r>
              <a:rPr dirty="0" smtClean="0" sz="2750" spc="-14">
                <a:latin typeface="Arial"/>
                <a:cs typeface="Arial"/>
              </a:rPr>
              <a:t>i</a:t>
            </a:r>
            <a:r>
              <a:rPr dirty="0" smtClean="0" sz="2750" spc="-14">
                <a:latin typeface="Arial"/>
                <a:cs typeface="Arial"/>
              </a:rPr>
              <a:t>d</a:t>
            </a:r>
            <a:r>
              <a:rPr dirty="0" smtClean="0" sz="2750" spc="-14">
                <a:latin typeface="Arial"/>
                <a:cs typeface="Arial"/>
              </a:rPr>
              <a:t>t</a:t>
            </a:r>
            <a:r>
              <a:rPr dirty="0" smtClean="0" sz="2750" spc="-14">
                <a:latin typeface="Arial"/>
                <a:cs typeface="Arial"/>
              </a:rPr>
              <a:t>h</a:t>
            </a:r>
            <a:r>
              <a:rPr dirty="0" smtClean="0" sz="2750" spc="-14">
                <a:latin typeface="Arial"/>
                <a:cs typeface="Arial"/>
              </a:rPr>
              <a:t> </a:t>
            </a:r>
            <a:r>
              <a:rPr dirty="0" smtClean="0" sz="2750" spc="-14">
                <a:latin typeface="Arial"/>
                <a:cs typeface="Arial"/>
              </a:rPr>
              <a:t>E</a:t>
            </a:r>
            <a:r>
              <a:rPr dirty="0" smtClean="0" sz="2750" spc="-14">
                <a:latin typeface="Arial"/>
                <a:cs typeface="Arial"/>
              </a:rPr>
              <a:t>f</a:t>
            </a:r>
            <a:r>
              <a:rPr dirty="0" smtClean="0" sz="2750" spc="-14">
                <a:latin typeface="Arial"/>
                <a:cs typeface="Arial"/>
              </a:rPr>
              <a:t>f</a:t>
            </a:r>
            <a:r>
              <a:rPr dirty="0" smtClean="0" sz="2750" spc="-14">
                <a:latin typeface="Arial"/>
                <a:cs typeface="Arial"/>
              </a:rPr>
              <a:t>i</a:t>
            </a:r>
            <a:r>
              <a:rPr dirty="0" smtClean="0" sz="2750" spc="-14">
                <a:latin typeface="Arial"/>
                <a:cs typeface="Arial"/>
              </a:rPr>
              <a:t>c</a:t>
            </a:r>
            <a:r>
              <a:rPr dirty="0" smtClean="0" sz="2750" spc="-14">
                <a:latin typeface="Arial"/>
                <a:cs typeface="Arial"/>
              </a:rPr>
              <a:t>i</a:t>
            </a:r>
            <a:r>
              <a:rPr dirty="0" smtClean="0" sz="2750" spc="-14">
                <a:latin typeface="Arial"/>
                <a:cs typeface="Arial"/>
              </a:rPr>
              <a:t>e</a:t>
            </a:r>
            <a:r>
              <a:rPr dirty="0" smtClean="0" sz="2750" spc="-14">
                <a:latin typeface="Arial"/>
                <a:cs typeface="Arial"/>
              </a:rPr>
              <a:t>n</a:t>
            </a:r>
            <a:r>
              <a:rPr dirty="0" smtClean="0" sz="2750" spc="-14">
                <a:latin typeface="Arial"/>
                <a:cs typeface="Arial"/>
              </a:rPr>
              <a:t>c</a:t>
            </a:r>
            <a:r>
              <a:rPr dirty="0" smtClean="0" sz="2750" spc="-14">
                <a:latin typeface="Arial"/>
                <a:cs typeface="Arial"/>
              </a:rPr>
              <a:t>y</a:t>
            </a:r>
            <a:r>
              <a:rPr dirty="0" smtClean="0" sz="2750" spc="-14">
                <a:latin typeface="Arial"/>
                <a:cs typeface="Arial"/>
              </a:rPr>
              <a:t> </a:t>
            </a:r>
            <a:r>
              <a:rPr dirty="0" smtClean="0" sz="2750" spc="-14">
                <a:latin typeface="Arial"/>
                <a:cs typeface="Arial"/>
              </a:rPr>
              <a:t>:</a:t>
            </a:r>
            <a:r>
              <a:rPr dirty="0" smtClean="0" sz="2900" spc="0">
                <a:latin typeface="Symbol"/>
                <a:cs typeface="Symbol"/>
              </a:rPr>
              <a:t></a:t>
            </a:r>
            <a:r>
              <a:rPr dirty="0" smtClean="0" sz="2900" spc="54">
                <a:latin typeface="Times New Roman"/>
                <a:cs typeface="Times New Roman"/>
              </a:rPr>
              <a:t> </a:t>
            </a:r>
            <a:r>
              <a:rPr dirty="0" smtClean="0" sz="2900" spc="54">
                <a:latin typeface="Times New Roman"/>
                <a:cs typeface="Times New Roman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</a:t>
            </a:r>
            <a:r>
              <a:rPr dirty="0" smtClean="0" sz="2750" spc="54">
                <a:latin typeface="Times New Roman"/>
                <a:cs typeface="Times New Roman"/>
              </a:rPr>
              <a:t> </a:t>
            </a:r>
            <a:r>
              <a:rPr dirty="0" smtClean="0" baseline="36893" sz="4125" spc="54" i="1">
                <a:latin typeface="Times New Roman"/>
                <a:cs typeface="Times New Roman"/>
              </a:rPr>
              <a:t> </a:t>
            </a:r>
            <a:r>
              <a:rPr dirty="0" smtClean="0" baseline="36893" sz="4125" spc="54" i="1" u="heavy">
                <a:latin typeface="Times New Roman"/>
                <a:cs typeface="Times New Roman"/>
              </a:rPr>
              <a:t>R</a:t>
            </a:r>
            <a:r>
              <a:rPr dirty="0" smtClean="0" baseline="36893" sz="4125" spc="54" i="1">
                <a:latin typeface="Times New Roman"/>
                <a:cs typeface="Times New Roman"/>
              </a:rPr>
              <a:t> </a:t>
            </a:r>
            <a:r>
              <a:rPr dirty="0" smtClean="0" sz="2750" spc="-14">
                <a:latin typeface="Arial"/>
                <a:cs typeface="Arial"/>
              </a:rPr>
              <a:t>b</a:t>
            </a:r>
            <a:r>
              <a:rPr dirty="0" smtClean="0" sz="2750" spc="-14">
                <a:latin typeface="Arial"/>
                <a:cs typeface="Arial"/>
              </a:rPr>
              <a:t>p</a:t>
            </a:r>
            <a:r>
              <a:rPr dirty="0" smtClean="0" sz="2750" spc="-14">
                <a:latin typeface="Arial"/>
                <a:cs typeface="Arial"/>
              </a:rPr>
              <a:t>s</a:t>
            </a:r>
            <a:r>
              <a:rPr dirty="0" smtClean="0" sz="2750" spc="-14">
                <a:latin typeface="Arial"/>
                <a:cs typeface="Arial"/>
              </a:rPr>
              <a:t>/</a:t>
            </a:r>
            <a:r>
              <a:rPr dirty="0" smtClean="0" sz="2750" spc="-14">
                <a:latin typeface="Arial"/>
                <a:cs typeface="Arial"/>
              </a:rPr>
              <a:t>H</a:t>
            </a:r>
            <a:r>
              <a:rPr dirty="0" smtClean="0" sz="2750" spc="-14">
                <a:latin typeface="Arial"/>
                <a:cs typeface="Arial"/>
              </a:rPr>
              <a:t>z</a:t>
            </a:r>
            <a:endParaRPr sz="275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395972" y="4416552"/>
            <a:ext cx="236220" cy="918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532638" y="762761"/>
            <a:ext cx="8229600" cy="600456"/>
          </a:xfrm>
          <a:prstGeom prst="rect">
            <a:avLst/>
          </a:prstGeom>
        </p:spPr>
        <p:txBody>
          <a:bodyPr wrap="square" lIns="0" tIns="6096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Bandwi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th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Efficiency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of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Modu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ation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34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133600" y="3150107"/>
            <a:ext cx="4572000" cy="1600200"/>
          </a:xfrm>
          <a:custGeom>
            <a:avLst/>
            <a:gdLst/>
            <a:ahLst/>
            <a:cxnLst/>
            <a:rect l="l" t="t" r="r" b="b"/>
            <a:pathLst>
              <a:path w="4572000" h="1600200">
                <a:moveTo>
                  <a:pt x="0" y="1600200"/>
                </a:moveTo>
                <a:lnTo>
                  <a:pt x="4572000" y="1600200"/>
                </a:lnTo>
                <a:lnTo>
                  <a:pt x="4572000" y="0"/>
                </a:lnTo>
                <a:lnTo>
                  <a:pt x="0" y="0"/>
                </a:lnTo>
                <a:lnTo>
                  <a:pt x="0" y="16002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719664" y="4157856"/>
            <a:ext cx="335028" cy="0"/>
          </a:xfrm>
          <a:custGeom>
            <a:avLst/>
            <a:gdLst/>
            <a:ahLst/>
            <a:cxnLst/>
            <a:rect l="l" t="t" r="r" b="b"/>
            <a:pathLst>
              <a:path w="335028" h="0">
                <a:moveTo>
                  <a:pt x="0" y="0"/>
                </a:moveTo>
                <a:lnTo>
                  <a:pt x="335028" y="0"/>
                </a:lnTo>
              </a:path>
            </a:pathLst>
          </a:custGeom>
          <a:ln w="173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5858448" y="4157856"/>
            <a:ext cx="387630" cy="0"/>
          </a:xfrm>
          <a:custGeom>
            <a:avLst/>
            <a:gdLst/>
            <a:ahLst/>
            <a:cxnLst/>
            <a:rect l="l" t="t" r="r" b="b"/>
            <a:pathLst>
              <a:path w="387630" h="0">
                <a:moveTo>
                  <a:pt x="0" y="0"/>
                </a:moveTo>
                <a:lnTo>
                  <a:pt x="387630" y="0"/>
                </a:lnTo>
              </a:path>
            </a:pathLst>
          </a:custGeom>
          <a:ln w="173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357628" y="3602736"/>
            <a:ext cx="4123944" cy="1080515"/>
          </a:xfrm>
          <a:custGeom>
            <a:avLst/>
            <a:gdLst/>
            <a:ahLst/>
            <a:cxnLst/>
            <a:rect l="l" t="t" r="r" b="b"/>
            <a:pathLst>
              <a:path w="4123944" h="1080515">
                <a:moveTo>
                  <a:pt x="0" y="1080515"/>
                </a:moveTo>
                <a:lnTo>
                  <a:pt x="4123944" y="1080515"/>
                </a:lnTo>
                <a:lnTo>
                  <a:pt x="4123944" y="0"/>
                </a:lnTo>
                <a:lnTo>
                  <a:pt x="0" y="0"/>
                </a:lnTo>
                <a:lnTo>
                  <a:pt x="0" y="1080515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57962" y="765810"/>
            <a:ext cx="4418076" cy="682751"/>
          </a:xfrm>
          <a:custGeom>
            <a:avLst/>
            <a:gdLst/>
            <a:ahLst/>
            <a:cxnLst/>
            <a:rect l="l" t="t" r="r" b="b"/>
            <a:pathLst>
              <a:path w="4418076" h="682751">
                <a:moveTo>
                  <a:pt x="0" y="682751"/>
                </a:moveTo>
                <a:lnTo>
                  <a:pt x="4418076" y="682751"/>
                </a:lnTo>
                <a:lnTo>
                  <a:pt x="4418076" y="0"/>
                </a:lnTo>
                <a:lnTo>
                  <a:pt x="0" y="0"/>
                </a:lnTo>
                <a:lnTo>
                  <a:pt x="0" y="6827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91895" y="1746940"/>
            <a:ext cx="7570343" cy="52870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4">
                <a:latin typeface="Arial"/>
                <a:cs typeface="Arial"/>
              </a:rPr>
              <a:t>T</a:t>
            </a:r>
            <a:r>
              <a:rPr dirty="0" smtClean="0" sz="1800" spc="-4">
                <a:latin typeface="Arial"/>
                <a:cs typeface="Arial"/>
              </a:rPr>
              <a:t>er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at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tas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f</a:t>
            </a:r>
            <a:r>
              <a:rPr dirty="0" smtClean="0" sz="1800" spc="-4">
                <a:latin typeface="Arial"/>
                <a:cs typeface="Arial"/>
              </a:rPr>
              <a:t>u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me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tal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y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g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t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ca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at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da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efis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si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w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dt</a:t>
            </a:r>
            <a:r>
              <a:rPr dirty="0" smtClean="0" sz="1800" spc="-4">
                <a:latin typeface="Arial"/>
                <a:cs typeface="Arial"/>
              </a:rPr>
              <a:t>h</a:t>
            </a:r>
            <a:r>
              <a:rPr dirty="0" smtClean="0" sz="1800" spc="-4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3" u="heavy">
                <a:latin typeface="Arial"/>
                <a:cs typeface="Arial"/>
              </a:rPr>
              <a:t>T</a:t>
            </a:r>
            <a:r>
              <a:rPr dirty="0" smtClean="0" sz="1800" spc="-3" u="heavy">
                <a:latin typeface="Arial"/>
                <a:cs typeface="Arial"/>
              </a:rPr>
              <a:t>e</a:t>
            </a:r>
            <a:r>
              <a:rPr dirty="0" smtClean="0" sz="1800" spc="-3" u="heavy">
                <a:latin typeface="Arial"/>
                <a:cs typeface="Arial"/>
              </a:rPr>
              <a:t>o</a:t>
            </a:r>
            <a:r>
              <a:rPr dirty="0" smtClean="0" sz="1800" spc="-3" u="heavy">
                <a:latin typeface="Arial"/>
                <a:cs typeface="Arial"/>
              </a:rPr>
              <a:t>rema</a:t>
            </a:r>
            <a:r>
              <a:rPr dirty="0" smtClean="0" sz="1800" spc="-3" u="heavy">
                <a:latin typeface="Arial"/>
                <a:cs typeface="Arial"/>
              </a:rPr>
              <a:t> </a:t>
            </a:r>
            <a:r>
              <a:rPr dirty="0" smtClean="0" sz="1800" spc="-3" u="heavy">
                <a:latin typeface="Arial"/>
                <a:cs typeface="Arial"/>
              </a:rPr>
              <a:t>Sh</a:t>
            </a:r>
            <a:r>
              <a:rPr dirty="0" smtClean="0" sz="1800" spc="-3" u="heavy">
                <a:latin typeface="Arial"/>
                <a:cs typeface="Arial"/>
              </a:rPr>
              <a:t>a</a:t>
            </a:r>
            <a:r>
              <a:rPr dirty="0" smtClean="0" sz="1800" spc="-3" u="heavy">
                <a:latin typeface="Arial"/>
                <a:cs typeface="Arial"/>
              </a:rPr>
              <a:t>n</a:t>
            </a:r>
            <a:r>
              <a:rPr dirty="0" smtClean="0" sz="1800" spc="-3" u="heavy">
                <a:latin typeface="Arial"/>
                <a:cs typeface="Arial"/>
              </a:rPr>
              <a:t>n</a:t>
            </a:r>
            <a:r>
              <a:rPr dirty="0" smtClean="0" sz="1800" spc="-3" u="heavy">
                <a:latin typeface="Arial"/>
                <a:cs typeface="Arial"/>
              </a:rPr>
              <a:t>on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mem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er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kan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h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an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tara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w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dth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ka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al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91895" y="2295961"/>
            <a:ext cx="636927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8">
                <a:latin typeface="Arial"/>
                <a:cs typeface="Arial"/>
              </a:rPr>
              <a:t>maks</a:t>
            </a:r>
            <a:r>
              <a:rPr dirty="0" smtClean="0" sz="1800" spc="8">
                <a:latin typeface="Arial"/>
                <a:cs typeface="Arial"/>
              </a:rPr>
              <a:t>i</a:t>
            </a:r>
            <a:r>
              <a:rPr dirty="0" smtClean="0" sz="1800" spc="8">
                <a:latin typeface="Arial"/>
                <a:cs typeface="Arial"/>
              </a:rPr>
              <a:t>mum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d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ta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rate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y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n</a:t>
            </a:r>
            <a:r>
              <a:rPr dirty="0" smtClean="0" sz="1800" spc="8">
                <a:latin typeface="Arial"/>
                <a:cs typeface="Arial"/>
              </a:rPr>
              <a:t>g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d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p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t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d</a:t>
            </a:r>
            <a:r>
              <a:rPr dirty="0" smtClean="0" sz="1800" spc="8">
                <a:latin typeface="Arial"/>
                <a:cs typeface="Arial"/>
              </a:rPr>
              <a:t>i</a:t>
            </a:r>
            <a:r>
              <a:rPr dirty="0" smtClean="0" sz="1800" spc="8">
                <a:latin typeface="Arial"/>
                <a:cs typeface="Arial"/>
              </a:rPr>
              <a:t>tra</a:t>
            </a:r>
            <a:r>
              <a:rPr dirty="0" smtClean="0" sz="1800" spc="8">
                <a:latin typeface="Arial"/>
                <a:cs typeface="Arial"/>
              </a:rPr>
              <a:t>n</a:t>
            </a:r>
            <a:r>
              <a:rPr dirty="0" smtClean="0" sz="1800" spc="8">
                <a:latin typeface="Arial"/>
                <a:cs typeface="Arial"/>
              </a:rPr>
              <a:t>smis</a:t>
            </a:r>
            <a:r>
              <a:rPr dirty="0" smtClean="0" sz="1800" spc="8">
                <a:latin typeface="Arial"/>
                <a:cs typeface="Arial"/>
              </a:rPr>
              <a:t>i</a:t>
            </a:r>
            <a:r>
              <a:rPr dirty="0" smtClean="0" sz="1800" spc="8">
                <a:latin typeface="Arial"/>
                <a:cs typeface="Arial"/>
              </a:rPr>
              <a:t>kan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me</a:t>
            </a:r>
            <a:r>
              <a:rPr dirty="0" smtClean="0" sz="1800" spc="8">
                <a:latin typeface="Arial"/>
                <a:cs typeface="Arial"/>
              </a:rPr>
              <a:t>l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l</a:t>
            </a:r>
            <a:r>
              <a:rPr dirty="0" smtClean="0" sz="1800" spc="8">
                <a:latin typeface="Arial"/>
                <a:cs typeface="Arial"/>
              </a:rPr>
              <a:t>ui</a:t>
            </a:r>
            <a:r>
              <a:rPr dirty="0" smtClean="0" sz="1800" spc="8">
                <a:latin typeface="Arial"/>
                <a:cs typeface="Arial"/>
              </a:rPr>
              <a:t> </a:t>
            </a:r>
            <a:r>
              <a:rPr dirty="0" smtClean="0" sz="1800" spc="8">
                <a:latin typeface="Arial"/>
                <a:cs typeface="Arial"/>
              </a:rPr>
              <a:t>ka</a:t>
            </a:r>
            <a:r>
              <a:rPr dirty="0" smtClean="0" sz="1800" spc="8">
                <a:latin typeface="Arial"/>
                <a:cs typeface="Arial"/>
              </a:rPr>
              <a:t>n</a:t>
            </a:r>
            <a:r>
              <a:rPr dirty="0" smtClean="0" sz="1800" spc="8">
                <a:latin typeface="Arial"/>
                <a:cs typeface="Arial"/>
              </a:rPr>
              <a:t>a</a:t>
            </a:r>
            <a:r>
              <a:rPr dirty="0" smtClean="0" sz="1800" spc="8">
                <a:latin typeface="Arial"/>
                <a:cs typeface="Arial"/>
              </a:rPr>
              <a:t>l</a:t>
            </a:r>
            <a:r>
              <a:rPr dirty="0" smtClean="0" sz="1800" spc="8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465720" y="2295961"/>
            <a:ext cx="163154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mem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er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atik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91895" y="2570281"/>
            <a:ext cx="49060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j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ga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87246" y="2570281"/>
            <a:ext cx="6049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u="heavy">
                <a:latin typeface="Arial"/>
                <a:cs typeface="Arial"/>
              </a:rPr>
              <a:t>n</a:t>
            </a:r>
            <a:r>
              <a:rPr dirty="0" smtClean="0" sz="1800" spc="-1" u="heavy">
                <a:latin typeface="Arial"/>
                <a:cs typeface="Arial"/>
              </a:rPr>
              <a:t>o</a:t>
            </a:r>
            <a:r>
              <a:rPr dirty="0" smtClean="0" sz="1800" spc="-1" u="heavy">
                <a:latin typeface="Arial"/>
                <a:cs typeface="Arial"/>
              </a:rPr>
              <a:t>ise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196846" y="2570281"/>
            <a:ext cx="55117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8">
                <a:latin typeface="Arial"/>
                <a:cs typeface="Arial"/>
              </a:rPr>
              <a:t>y</a:t>
            </a:r>
            <a:r>
              <a:rPr dirty="0" smtClean="0" sz="1800" spc="-8">
                <a:latin typeface="Arial"/>
                <a:cs typeface="Arial"/>
              </a:rPr>
              <a:t>a</a:t>
            </a:r>
            <a:r>
              <a:rPr dirty="0" smtClean="0" sz="1800" spc="-8">
                <a:latin typeface="Arial"/>
                <a:cs typeface="Arial"/>
              </a:rPr>
              <a:t>n</a:t>
            </a:r>
            <a:r>
              <a:rPr dirty="0" smtClean="0" sz="1800" spc="-8"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756001" y="2570281"/>
            <a:ext cx="43985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99714" y="2570281"/>
            <a:ext cx="56626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70985" y="2570281"/>
            <a:ext cx="66730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ka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44441" y="2570281"/>
            <a:ext cx="82001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270373" y="2570281"/>
            <a:ext cx="107307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h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49365" y="2570281"/>
            <a:ext cx="80721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rik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t: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047748" y="4895905"/>
            <a:ext cx="115034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 i="1">
                <a:latin typeface="Arial"/>
                <a:cs typeface="Arial"/>
              </a:rPr>
              <a:t>C</a:t>
            </a:r>
            <a:r>
              <a:rPr dirty="0" smtClean="0" sz="1800" spc="-1">
                <a:latin typeface="Arial"/>
                <a:cs typeface="Arial"/>
              </a:rPr>
              <a:t>: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ch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el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02635" y="4895905"/>
            <a:ext cx="366694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ca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ac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ty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(ma</a:t>
            </a:r>
            <a:r>
              <a:rPr dirty="0" smtClean="0" sz="1800" spc="0">
                <a:latin typeface="Arial"/>
                <a:cs typeface="Arial"/>
              </a:rPr>
              <a:t>x</a:t>
            </a:r>
            <a:r>
              <a:rPr dirty="0" smtClean="0" sz="1800" spc="0">
                <a:latin typeface="Arial"/>
                <a:cs typeface="Arial"/>
              </a:rPr>
              <a:t>im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-rat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(bps)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47748" y="5170225"/>
            <a:ext cx="3462401" cy="52829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89">
              <a:lnSpc>
                <a:spcPts val="1939"/>
              </a:lnSpc>
            </a:pPr>
            <a:r>
              <a:rPr dirty="0" smtClean="0" sz="1800" spc="-4" i="1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: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R</a:t>
            </a:r>
            <a:r>
              <a:rPr dirty="0" smtClean="0" sz="1800" spc="-4">
                <a:latin typeface="Arial"/>
                <a:cs typeface="Arial"/>
              </a:rPr>
              <a:t>F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w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th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800" spc="0" i="1">
                <a:latin typeface="Arial"/>
                <a:cs typeface="Arial"/>
              </a:rPr>
              <a:t>S/N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-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-n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ise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ratio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(no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it)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40672" y="6471832"/>
            <a:ext cx="35041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57628" y="3602736"/>
            <a:ext cx="4123944" cy="1080515"/>
          </a:xfrm>
          <a:prstGeom prst="rect">
            <a:avLst/>
          </a:prstGeom>
        </p:spPr>
        <p:txBody>
          <a:bodyPr wrap="square" lIns="0" tIns="1931" rIns="0" bIns="0" rtlCol="0">
            <a:noAutofit/>
          </a:bodyPr>
          <a:lstStyle/>
          <a:p>
            <a:pPr>
              <a:lnSpc>
                <a:spcPts val="750"/>
              </a:lnSpc>
            </a:pPr>
            <a:endParaRPr sz="750"/>
          </a:p>
          <a:p>
            <a:pPr marL="15378">
              <a:lnSpc>
                <a:spcPts val="3973"/>
              </a:lnSpc>
              <a:spcBef>
                <a:spcPts val="1000"/>
              </a:spcBef>
            </a:pPr>
            <a:r>
              <a:rPr dirty="0" smtClean="0" sz="3450" spc="110">
                <a:latin typeface="Symbol"/>
                <a:cs typeface="Symbol"/>
              </a:rPr>
              <a:t></a:t>
            </a:r>
            <a:r>
              <a:rPr dirty="0" smtClean="0" baseline="-24410" sz="2850" spc="0" i="1">
                <a:latin typeface="Times New Roman"/>
                <a:cs typeface="Times New Roman"/>
              </a:rPr>
              <a:t>B</a:t>
            </a:r>
            <a:r>
              <a:rPr dirty="0" smtClean="0" baseline="-24410" sz="2850" spc="-229" i="1">
                <a:latin typeface="Times New Roman"/>
                <a:cs typeface="Times New Roman"/>
              </a:rPr>
              <a:t> </a:t>
            </a:r>
            <a:r>
              <a:rPr dirty="0" smtClean="0" baseline="-24410" sz="2850" spc="-184">
                <a:latin typeface="Times New Roman"/>
                <a:cs typeface="Times New Roman"/>
              </a:rPr>
              <a:t>m</a:t>
            </a:r>
            <a:r>
              <a:rPr dirty="0" smtClean="0" baseline="-24410" sz="2850" spc="19">
                <a:latin typeface="Times New Roman"/>
                <a:cs typeface="Times New Roman"/>
              </a:rPr>
              <a:t>a</a:t>
            </a:r>
            <a:r>
              <a:rPr dirty="0" smtClean="0" baseline="-24410" sz="2850" spc="0">
                <a:latin typeface="Times New Roman"/>
                <a:cs typeface="Times New Roman"/>
              </a:rPr>
              <a:t>x</a:t>
            </a:r>
            <a:r>
              <a:rPr dirty="0" smtClean="0" baseline="-24410" sz="2850" spc="0">
                <a:latin typeface="Times New Roman"/>
                <a:cs typeface="Times New Roman"/>
              </a:rPr>
              <a:t> </a:t>
            </a:r>
            <a:r>
              <a:rPr dirty="0" smtClean="0" baseline="-24410" sz="2850" spc="340">
                <a:latin typeface="Times New Roman"/>
                <a:cs typeface="Times New Roman"/>
              </a:rPr>
              <a:t> </a:t>
            </a:r>
            <a:r>
              <a:rPr dirty="0" smtClean="0" sz="3250" spc="0">
                <a:latin typeface="Symbol"/>
                <a:cs typeface="Symbol"/>
              </a:rPr>
              <a:t></a:t>
            </a:r>
            <a:r>
              <a:rPr dirty="0" smtClean="0" sz="3250" spc="0">
                <a:latin typeface="Times New Roman"/>
                <a:cs typeface="Times New Roman"/>
              </a:rPr>
              <a:t>    </a:t>
            </a:r>
            <a:r>
              <a:rPr dirty="0" smtClean="0" sz="3250" spc="249">
                <a:latin typeface="Times New Roman"/>
                <a:cs typeface="Times New Roman"/>
              </a:rPr>
              <a:t> </a:t>
            </a:r>
            <a:r>
              <a:rPr dirty="0" smtClean="0" sz="3250" spc="0">
                <a:latin typeface="Symbol"/>
                <a:cs typeface="Symbol"/>
              </a:rPr>
              <a:t></a:t>
            </a:r>
            <a:r>
              <a:rPr dirty="0" smtClean="0" sz="3250" spc="-109">
                <a:latin typeface="Times New Roman"/>
                <a:cs typeface="Times New Roman"/>
              </a:rPr>
              <a:t> </a:t>
            </a:r>
            <a:r>
              <a:rPr dirty="0" smtClean="0" sz="3250" spc="-39">
                <a:latin typeface="Times New Roman"/>
                <a:cs typeface="Times New Roman"/>
              </a:rPr>
              <a:t>l</a:t>
            </a:r>
            <a:r>
              <a:rPr dirty="0" smtClean="0" sz="3250" spc="-44">
                <a:latin typeface="Times New Roman"/>
                <a:cs typeface="Times New Roman"/>
              </a:rPr>
              <a:t>o</a:t>
            </a:r>
            <a:r>
              <a:rPr dirty="0" smtClean="0" sz="3250" spc="269">
                <a:latin typeface="Times New Roman"/>
                <a:cs typeface="Times New Roman"/>
              </a:rPr>
              <a:t>g</a:t>
            </a:r>
            <a:r>
              <a:rPr dirty="0" smtClean="0" baseline="-24410" sz="2850" spc="0">
                <a:latin typeface="Times New Roman"/>
                <a:cs typeface="Times New Roman"/>
              </a:rPr>
              <a:t>2</a:t>
            </a:r>
            <a:r>
              <a:rPr dirty="0" smtClean="0" baseline="-24410" sz="2850" spc="-100">
                <a:latin typeface="Times New Roman"/>
                <a:cs typeface="Times New Roman"/>
              </a:rPr>
              <a:t> </a:t>
            </a:r>
            <a:r>
              <a:rPr dirty="0" smtClean="0" sz="3250" spc="-269">
                <a:latin typeface="Times New Roman"/>
                <a:cs typeface="Times New Roman"/>
              </a:rPr>
              <a:t>(</a:t>
            </a:r>
            <a:r>
              <a:rPr dirty="0" smtClean="0" sz="3250" spc="250">
                <a:latin typeface="Times New Roman"/>
                <a:cs typeface="Times New Roman"/>
              </a:rPr>
              <a:t>1</a:t>
            </a:r>
            <a:r>
              <a:rPr dirty="0" smtClean="0" sz="3250" spc="0">
                <a:latin typeface="Symbol"/>
                <a:cs typeface="Symbol"/>
              </a:rPr>
              <a:t></a:t>
            </a:r>
            <a:r>
              <a:rPr dirty="0" smtClean="0" sz="3250" spc="0">
                <a:latin typeface="Times New Roman"/>
                <a:cs typeface="Times New Roman"/>
              </a:rPr>
              <a:t>   </a:t>
            </a:r>
            <a:r>
              <a:rPr dirty="0" smtClean="0" sz="3250" spc="602">
                <a:latin typeface="Times New Roman"/>
                <a:cs typeface="Times New Roman"/>
              </a:rPr>
              <a:t> </a:t>
            </a:r>
            <a:r>
              <a:rPr dirty="0" smtClean="0" sz="3250" spc="0">
                <a:latin typeface="Times New Roman"/>
                <a:cs typeface="Times New Roman"/>
              </a:rPr>
              <a:t>)</a:t>
            </a:r>
            <a:endParaRPr sz="32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33600" y="3150107"/>
            <a:ext cx="4572000" cy="1600200"/>
          </a:xfrm>
          <a:prstGeom prst="rect">
            <a:avLst/>
          </a:prstGeom>
        </p:spPr>
        <p:txBody>
          <a:bodyPr wrap="square" lIns="0" tIns="1475" rIns="0" bIns="0" rtlCol="0">
            <a:noAutofit/>
          </a:bodyPr>
          <a:lstStyle/>
          <a:p>
            <a:pPr>
              <a:lnSpc>
                <a:spcPts val="700"/>
              </a:lnSpc>
            </a:pPr>
            <a:endParaRPr sz="700"/>
          </a:p>
          <a:p>
            <a:pPr marL="1235075">
              <a:lnSpc>
                <a:spcPct val="95825"/>
              </a:lnSpc>
            </a:pP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’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1800" spc="-4">
                <a:solidFill>
                  <a:srgbClr val="FF0000"/>
                </a:solidFill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  <a:p>
            <a:pPr marL="1633467" marR="450522" indent="-32428">
              <a:lnSpc>
                <a:spcPts val="4580"/>
              </a:lnSpc>
              <a:spcBef>
                <a:spcPts val="484"/>
              </a:spcBef>
              <a:tabLst>
                <a:tab pos="3771900" algn="l"/>
              </a:tabLst>
            </a:pPr>
            <a:r>
              <a:rPr dirty="0" smtClean="0" sz="3250" i="1">
                <a:latin typeface="Times New Roman"/>
                <a:cs typeface="Times New Roman"/>
              </a:rPr>
              <a:t>	</a:t>
            </a:r>
            <a:r>
              <a:rPr dirty="0" smtClean="0" sz="3250" spc="-154" i="1">
                <a:latin typeface="Times New Roman"/>
                <a:cs typeface="Times New Roman"/>
              </a:rPr>
              <a:t> </a:t>
            </a:r>
            <a:r>
              <a:rPr dirty="0" smtClean="0" sz="3250" spc="-154" i="1">
                <a:latin typeface="Times New Roman"/>
                <a:cs typeface="Times New Roman"/>
              </a:rPr>
              <a:t>S</a:t>
            </a:r>
            <a:r>
              <a:rPr dirty="0" smtClean="0" sz="3250" spc="-154" i="1">
                <a:latin typeface="Times New Roman"/>
                <a:cs typeface="Times New Roman"/>
              </a:rPr>
              <a:t> </a:t>
            </a:r>
            <a:r>
              <a:rPr dirty="0" smtClean="0" sz="3250" spc="0" i="1">
                <a:latin typeface="Times New Roman"/>
                <a:cs typeface="Times New Roman"/>
              </a:rPr>
              <a:t>	</a:t>
            </a:r>
            <a:r>
              <a:rPr dirty="0" smtClean="0" sz="3250" spc="-154" i="1">
                <a:latin typeface="Times New Roman"/>
                <a:cs typeface="Times New Roman"/>
              </a:rPr>
              <a:t>N</a:t>
            </a:r>
            <a:endParaRPr sz="32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7962" y="765810"/>
            <a:ext cx="4418076" cy="682751"/>
          </a:xfrm>
          <a:prstGeom prst="rect">
            <a:avLst/>
          </a:prstGeom>
        </p:spPr>
        <p:txBody>
          <a:bodyPr wrap="square" lIns="0" tIns="6096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Batas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ann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-2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endParaRPr sz="3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94306" y="2079878"/>
            <a:ext cx="6240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719664" y="4018156"/>
            <a:ext cx="33502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5858448" y="4018156"/>
            <a:ext cx="38763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object 3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57962" y="806958"/>
            <a:ext cx="8229600" cy="946403"/>
          </a:xfrm>
          <a:custGeom>
            <a:avLst/>
            <a:gdLst/>
            <a:ahLst/>
            <a:cxnLst/>
            <a:rect l="l" t="t" r="r" b="b"/>
            <a:pathLst>
              <a:path w="8229600" h="946403">
                <a:moveTo>
                  <a:pt x="0" y="946403"/>
                </a:moveTo>
                <a:lnTo>
                  <a:pt x="8229600" y="946403"/>
                </a:lnTo>
                <a:lnTo>
                  <a:pt x="8229600" y="0"/>
                </a:lnTo>
                <a:lnTo>
                  <a:pt x="0" y="0"/>
                </a:lnTo>
                <a:lnTo>
                  <a:pt x="0" y="946403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35940" y="1243567"/>
            <a:ext cx="3195167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Efisiensi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Da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y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a</a:t>
            </a:r>
            <a:endParaRPr sz="3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35940" y="1996027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79144" y="1996027"/>
            <a:ext cx="440901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1">
                <a:latin typeface="Arial"/>
                <a:cs typeface="Arial"/>
              </a:rPr>
              <a:t>T</a:t>
            </a:r>
            <a:r>
              <a:rPr dirty="0" smtClean="0" sz="3200" spc="-21">
                <a:latin typeface="Arial"/>
                <a:cs typeface="Arial"/>
              </a:rPr>
              <a:t>er</a:t>
            </a:r>
            <a:r>
              <a:rPr dirty="0" smtClean="0" sz="3200" spc="-21">
                <a:latin typeface="Arial"/>
                <a:cs typeface="Arial"/>
              </a:rPr>
              <a:t>d</a:t>
            </a:r>
            <a:r>
              <a:rPr dirty="0" smtClean="0" sz="3200" spc="-21">
                <a:latin typeface="Arial"/>
                <a:cs typeface="Arial"/>
              </a:rPr>
              <a:t>a</a:t>
            </a:r>
            <a:r>
              <a:rPr dirty="0" smtClean="0" sz="3200" spc="-21">
                <a:latin typeface="Arial"/>
                <a:cs typeface="Arial"/>
              </a:rPr>
              <a:t>p</a:t>
            </a:r>
            <a:r>
              <a:rPr dirty="0" smtClean="0" sz="3200" spc="-21">
                <a:latin typeface="Arial"/>
                <a:cs typeface="Arial"/>
              </a:rPr>
              <a:t>at</a:t>
            </a:r>
            <a:r>
              <a:rPr dirty="0" smtClean="0" sz="3200" spc="-21">
                <a:latin typeface="Arial"/>
                <a:cs typeface="Arial"/>
              </a:rPr>
              <a:t> </a:t>
            </a:r>
            <a:r>
              <a:rPr dirty="0" smtClean="0" sz="3200" spc="-21">
                <a:latin typeface="Arial"/>
                <a:cs typeface="Arial"/>
              </a:rPr>
              <a:t>tra</a:t>
            </a:r>
            <a:r>
              <a:rPr dirty="0" smtClean="0" sz="3200" spc="-21">
                <a:latin typeface="Arial"/>
                <a:cs typeface="Arial"/>
              </a:rPr>
              <a:t>d</a:t>
            </a:r>
            <a:r>
              <a:rPr dirty="0" smtClean="0" sz="3200" spc="-21">
                <a:latin typeface="Arial"/>
                <a:cs typeface="Arial"/>
              </a:rPr>
              <a:t>e</a:t>
            </a:r>
            <a:r>
              <a:rPr dirty="0" smtClean="0" sz="3200" spc="-21">
                <a:latin typeface="Arial"/>
                <a:cs typeface="Arial"/>
              </a:rPr>
              <a:t>o</a:t>
            </a:r>
            <a:r>
              <a:rPr dirty="0" smtClean="0" sz="3200" spc="-21">
                <a:latin typeface="Arial"/>
                <a:cs typeface="Arial"/>
              </a:rPr>
              <a:t>f</a:t>
            </a:r>
            <a:r>
              <a:rPr dirty="0" smtClean="0" sz="3200" spc="-21">
                <a:latin typeface="Arial"/>
                <a:cs typeface="Arial"/>
              </a:rPr>
              <a:t>f</a:t>
            </a:r>
            <a:r>
              <a:rPr dirty="0" smtClean="0" sz="3200" spc="-21">
                <a:latin typeface="Arial"/>
                <a:cs typeface="Arial"/>
              </a:rPr>
              <a:t> </a:t>
            </a:r>
            <a:r>
              <a:rPr dirty="0" smtClean="0" sz="3200" spc="-21">
                <a:latin typeface="Arial"/>
                <a:cs typeface="Arial"/>
              </a:rPr>
              <a:t>a</a:t>
            </a:r>
            <a:r>
              <a:rPr dirty="0" smtClean="0" sz="3200" spc="-21">
                <a:latin typeface="Arial"/>
                <a:cs typeface="Arial"/>
              </a:rPr>
              <a:t>n</a:t>
            </a:r>
            <a:r>
              <a:rPr dirty="0" smtClean="0" sz="3200" spc="-21">
                <a:latin typeface="Arial"/>
                <a:cs typeface="Arial"/>
              </a:rPr>
              <a:t>tara</a:t>
            </a:r>
            <a:endParaRPr sz="32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311186" y="1996027"/>
            <a:ext cx="1554560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1">
                <a:latin typeface="Arial"/>
                <a:cs typeface="Arial"/>
              </a:rPr>
              <a:t>ef</a:t>
            </a:r>
            <a:r>
              <a:rPr dirty="0" smtClean="0" sz="3200" spc="-1">
                <a:latin typeface="Arial"/>
                <a:cs typeface="Arial"/>
              </a:rPr>
              <a:t>i</a:t>
            </a:r>
            <a:r>
              <a:rPr dirty="0" smtClean="0" sz="3200" spc="-1">
                <a:latin typeface="Arial"/>
                <a:cs typeface="Arial"/>
              </a:rPr>
              <a:t>siensi</a:t>
            </a:r>
            <a:endParaRPr sz="32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79144" y="2434692"/>
            <a:ext cx="5299212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b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wid</a:t>
            </a:r>
            <a:r>
              <a:rPr dirty="0" smtClean="0" sz="3200" spc="-4">
                <a:latin typeface="Arial"/>
                <a:cs typeface="Arial"/>
              </a:rPr>
              <a:t>t</a:t>
            </a:r>
            <a:r>
              <a:rPr dirty="0" smtClean="0" sz="3200" spc="-4">
                <a:latin typeface="Arial"/>
                <a:cs typeface="Arial"/>
              </a:rPr>
              <a:t>h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e</a:t>
            </a:r>
            <a:r>
              <a:rPr dirty="0" smtClean="0" sz="3200" spc="-4">
                <a:latin typeface="Arial"/>
                <a:cs typeface="Arial"/>
              </a:rPr>
              <a:t>f</a:t>
            </a:r>
            <a:r>
              <a:rPr dirty="0" smtClean="0" sz="3200" spc="-4">
                <a:latin typeface="Arial"/>
                <a:cs typeface="Arial"/>
              </a:rPr>
              <a:t>isie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si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ya</a:t>
            </a:r>
            <a:endParaRPr sz="32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06804" y="2944653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558798" y="2944653"/>
            <a:ext cx="5125085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P</a:t>
            </a:r>
            <a:r>
              <a:rPr dirty="0" smtClean="0" sz="2400" spc="1">
                <a:latin typeface="Arial"/>
                <a:cs typeface="Arial"/>
              </a:rPr>
              <a:t>e</a:t>
            </a:r>
            <a:r>
              <a:rPr dirty="0" smtClean="0" sz="2400" spc="1">
                <a:latin typeface="Arial"/>
                <a:cs typeface="Arial"/>
              </a:rPr>
              <a:t>nambah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kode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kode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er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or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c</a:t>
            </a:r>
            <a:r>
              <a:rPr dirty="0" smtClean="0" sz="2400" spc="1">
                <a:latin typeface="Arial"/>
                <a:cs typeface="Arial"/>
              </a:rPr>
              <a:t>o</a:t>
            </a:r>
            <a:r>
              <a:rPr dirty="0" smtClean="0" sz="2400" spc="1">
                <a:latin typeface="Arial"/>
                <a:cs typeface="Arial"/>
              </a:rPr>
              <a:t>nt</a:t>
            </a:r>
            <a:r>
              <a:rPr dirty="0" smtClean="0" sz="2400" spc="1">
                <a:latin typeface="Arial"/>
                <a:cs typeface="Arial"/>
              </a:rPr>
              <a:t>r</a:t>
            </a:r>
            <a:r>
              <a:rPr dirty="0" smtClean="0" sz="2400" spc="1">
                <a:latin typeface="Arial"/>
                <a:cs typeface="Arial"/>
              </a:rPr>
              <a:t>ol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60322" y="3331353"/>
            <a:ext cx="205082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–</a:t>
            </a:r>
            <a:endParaRPr sz="2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875789" y="3331353"/>
            <a:ext cx="325383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Mening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atkan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efisien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daya</a:t>
            </a:r>
            <a:endParaRPr sz="2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77314" y="3666633"/>
            <a:ext cx="20508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»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17166" y="3666633"/>
            <a:ext cx="4454602" cy="55422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Mengu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angi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daya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terima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yg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dibutuh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ts val="2160"/>
              </a:lnSpc>
              <a:spcBef>
                <a:spcPts val="0"/>
              </a:spcBef>
            </a:pP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te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tertentu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74110" y="3666633"/>
            <a:ext cx="68610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untuk</a:t>
            </a:r>
            <a:endParaRPr sz="2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364081" y="3666633"/>
            <a:ext cx="332336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bit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702322" y="3666633"/>
            <a:ext cx="601860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e</a:t>
            </a:r>
            <a:r>
              <a:rPr dirty="0" smtClean="0" sz="2000" spc="1">
                <a:latin typeface="Arial"/>
                <a:cs typeface="Arial"/>
              </a:rPr>
              <a:t>r</a:t>
            </a:r>
            <a:r>
              <a:rPr dirty="0" smtClean="0" sz="2000" spc="1">
                <a:latin typeface="Arial"/>
                <a:cs typeface="Arial"/>
              </a:rPr>
              <a:t>r</a:t>
            </a:r>
            <a:r>
              <a:rPr dirty="0" smtClean="0" sz="2000" spc="1">
                <a:latin typeface="Arial"/>
                <a:cs typeface="Arial"/>
              </a:rPr>
              <a:t>o</a:t>
            </a:r>
            <a:r>
              <a:rPr dirty="0" smtClean="0" sz="2000" spc="1">
                <a:latin typeface="Arial"/>
                <a:cs typeface="Arial"/>
              </a:rPr>
              <a:t>r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60322" y="4275986"/>
            <a:ext cx="205297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–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75789" y="4275986"/>
            <a:ext cx="3625140" cy="280212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Mengurangi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ef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sien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bandwidth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77314" y="4611894"/>
            <a:ext cx="20508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»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17166" y="4611894"/>
            <a:ext cx="4356617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Mening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atkan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pen</a:t>
            </a:r>
            <a:r>
              <a:rPr dirty="0" smtClean="0" sz="2000" spc="-1">
                <a:latin typeface="Arial"/>
                <a:cs typeface="Arial"/>
              </a:rPr>
              <a:t>g</a:t>
            </a:r>
            <a:r>
              <a:rPr dirty="0" smtClean="0" sz="2000" spc="-1">
                <a:latin typeface="Arial"/>
                <a:cs typeface="Arial"/>
              </a:rPr>
              <a:t>gun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ban</a:t>
            </a: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width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06804" y="4962810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58798" y="4962810"/>
            <a:ext cx="339069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M</a:t>
            </a:r>
            <a:r>
              <a:rPr dirty="0" smtClean="0" sz="2400">
                <a:latin typeface="Arial"/>
                <a:cs typeface="Arial"/>
              </a:rPr>
              <a:t>-</a:t>
            </a:r>
            <a:r>
              <a:rPr dirty="0" smtClean="0" sz="2400">
                <a:latin typeface="Arial"/>
                <a:cs typeface="Arial"/>
              </a:rPr>
              <a:t>ary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key</a:t>
            </a:r>
            <a:r>
              <a:rPr dirty="0" smtClean="0" sz="2400">
                <a:latin typeface="Arial"/>
                <a:cs typeface="Arial"/>
              </a:rPr>
              <a:t>i</a:t>
            </a:r>
            <a:r>
              <a:rPr dirty="0" smtClean="0" sz="2400">
                <a:latin typeface="Arial"/>
                <a:cs typeface="Arial"/>
              </a:rPr>
              <a:t>ng</a:t>
            </a:r>
            <a:r>
              <a:rPr dirty="0" smtClean="0" sz="2400">
                <a:latin typeface="Arial"/>
                <a:cs typeface="Arial"/>
              </a:rPr>
              <a:t> </a:t>
            </a:r>
            <a:r>
              <a:rPr dirty="0" smtClean="0" sz="2400">
                <a:latin typeface="Arial"/>
                <a:cs typeface="Arial"/>
              </a:rPr>
              <a:t>modul</a:t>
            </a:r>
            <a:r>
              <a:rPr dirty="0" smtClean="0" sz="2400">
                <a:latin typeface="Arial"/>
                <a:cs typeface="Arial"/>
              </a:rPr>
              <a:t>a</a:t>
            </a:r>
            <a:r>
              <a:rPr dirty="0" smtClean="0" sz="2400">
                <a:latin typeface="Arial"/>
                <a:cs typeface="Arial"/>
              </a:rPr>
              <a:t>tion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60322" y="5349510"/>
            <a:ext cx="205297" cy="61519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215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–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232"/>
              </a:spcBef>
            </a:pPr>
            <a:r>
              <a:rPr dirty="0" smtClean="0" sz="2000">
                <a:latin typeface="Arial"/>
                <a:cs typeface="Arial"/>
              </a:rPr>
              <a:t>–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75789" y="5349510"/>
            <a:ext cx="3933624" cy="615195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Mening</a:t>
            </a:r>
            <a:r>
              <a:rPr dirty="0" smtClean="0" sz="2000" spc="0">
                <a:latin typeface="Arial"/>
                <a:cs typeface="Arial"/>
              </a:rPr>
              <a:t>k</a:t>
            </a:r>
            <a:r>
              <a:rPr dirty="0" smtClean="0" sz="2000" spc="0">
                <a:latin typeface="Arial"/>
                <a:cs typeface="Arial"/>
              </a:rPr>
              <a:t>atkan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efisien</a:t>
            </a: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ban</a:t>
            </a:r>
            <a:r>
              <a:rPr dirty="0" smtClean="0" sz="2000" spc="0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width.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  <a:spcBef>
                <a:spcPts val="232"/>
              </a:spcBef>
            </a:pPr>
            <a:r>
              <a:rPr dirty="0" smtClean="0" sz="2000" spc="19">
                <a:latin typeface="Arial"/>
                <a:cs typeface="Arial"/>
              </a:rPr>
              <a:t>Mengurangi</a:t>
            </a:r>
            <a:r>
              <a:rPr dirty="0" smtClean="0" sz="2000" spc="19">
                <a:latin typeface="Arial"/>
                <a:cs typeface="Arial"/>
              </a:rPr>
              <a:t> </a:t>
            </a:r>
            <a:r>
              <a:rPr dirty="0" smtClean="0" sz="2000" spc="19">
                <a:latin typeface="Arial"/>
                <a:cs typeface="Arial"/>
              </a:rPr>
              <a:t>ef</a:t>
            </a:r>
            <a:r>
              <a:rPr dirty="0" smtClean="0" sz="2000" spc="19">
                <a:latin typeface="Arial"/>
                <a:cs typeface="Arial"/>
              </a:rPr>
              <a:t>i</a:t>
            </a:r>
            <a:r>
              <a:rPr dirty="0" smtClean="0" sz="2000" spc="19">
                <a:latin typeface="Arial"/>
                <a:cs typeface="Arial"/>
              </a:rPr>
              <a:t>sien</a:t>
            </a:r>
            <a:r>
              <a:rPr dirty="0" smtClean="0" sz="2000" spc="19">
                <a:latin typeface="Arial"/>
                <a:cs typeface="Arial"/>
              </a:rPr>
              <a:t>s</a:t>
            </a:r>
            <a:r>
              <a:rPr dirty="0" smtClean="0" sz="2000" spc="19">
                <a:latin typeface="Arial"/>
                <a:cs typeface="Arial"/>
              </a:rPr>
              <a:t>i</a:t>
            </a:r>
            <a:r>
              <a:rPr dirty="0" smtClean="0" sz="2000" spc="19">
                <a:latin typeface="Arial"/>
                <a:cs typeface="Arial"/>
              </a:rPr>
              <a:t> </a:t>
            </a:r>
            <a:r>
              <a:rPr dirty="0" smtClean="0" sz="2000" spc="19">
                <a:latin typeface="Arial"/>
                <a:cs typeface="Arial"/>
              </a:rPr>
              <a:t>da</a:t>
            </a:r>
            <a:r>
              <a:rPr dirty="0" smtClean="0" sz="2000" spc="19">
                <a:latin typeface="Arial"/>
                <a:cs typeface="Arial"/>
              </a:rPr>
              <a:t>y</a:t>
            </a:r>
            <a:r>
              <a:rPr dirty="0" smtClean="0" sz="2000" spc="19">
                <a:latin typeface="Arial"/>
                <a:cs typeface="Arial"/>
              </a:rPr>
              <a:t>a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77314" y="6020324"/>
            <a:ext cx="20508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»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7166" y="6020324"/>
            <a:ext cx="4595854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D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ya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terima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dipe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lu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lebih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t</a:t>
            </a:r>
            <a:r>
              <a:rPr dirty="0" smtClean="0" sz="2000" spc="-1">
                <a:latin typeface="Arial"/>
                <a:cs typeface="Arial"/>
              </a:rPr>
              <a:t>inggi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pada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818670" y="6020324"/>
            <a:ext cx="969115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r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c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i</a:t>
            </a:r>
            <a:r>
              <a:rPr dirty="0" smtClean="0" sz="2000" spc="0">
                <a:latin typeface="Arial"/>
                <a:cs typeface="Arial"/>
              </a:rPr>
              <a:t>v</a:t>
            </a:r>
            <a:r>
              <a:rPr dirty="0" smtClean="0" sz="2000" spc="0">
                <a:latin typeface="Arial"/>
                <a:cs typeface="Arial"/>
              </a:rPr>
              <a:t>er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40672" y="6471832"/>
            <a:ext cx="34996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806958"/>
            <a:ext cx="8229600" cy="946403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T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radeoff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antara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Efis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ensi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B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W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24" b="1">
                <a:solidFill>
                  <a:srgbClr val="006600"/>
                </a:solidFill>
                <a:latin typeface="Arial"/>
                <a:cs typeface="Arial"/>
              </a:rPr>
              <a:t>an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object 3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532975" y="4064450"/>
            <a:ext cx="399389" cy="0"/>
          </a:xfrm>
          <a:custGeom>
            <a:avLst/>
            <a:gdLst/>
            <a:ahLst/>
            <a:cxnLst/>
            <a:rect l="l" t="t" r="r" b="b"/>
            <a:pathLst>
              <a:path w="399389" h="0">
                <a:moveTo>
                  <a:pt x="0" y="0"/>
                </a:moveTo>
                <a:lnTo>
                  <a:pt x="399389" y="0"/>
                </a:lnTo>
              </a:path>
            </a:pathLst>
          </a:custGeom>
          <a:ln w="59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6667500" y="4902708"/>
            <a:ext cx="1257300" cy="533399"/>
          </a:xfrm>
          <a:custGeom>
            <a:avLst/>
            <a:gdLst/>
            <a:ahLst/>
            <a:cxnLst/>
            <a:rect l="l" t="t" r="r" b="b"/>
            <a:pathLst>
              <a:path w="1257300" h="533400">
                <a:moveTo>
                  <a:pt x="0" y="533399"/>
                </a:moveTo>
                <a:lnTo>
                  <a:pt x="1257300" y="533399"/>
                </a:lnTo>
                <a:lnTo>
                  <a:pt x="1257300" y="0"/>
                </a:lnTo>
                <a:lnTo>
                  <a:pt x="0" y="0"/>
                </a:lnTo>
                <a:lnTo>
                  <a:pt x="0" y="53339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35940" y="793606"/>
            <a:ext cx="1845970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b="1" u="heavy">
                <a:solidFill>
                  <a:srgbClr val="006600"/>
                </a:solidFill>
                <a:latin typeface="Arial"/>
                <a:cs typeface="Arial"/>
              </a:rPr>
              <a:t>Contoh:</a:t>
            </a:r>
            <a:endParaRPr sz="3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35940" y="1648766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79144" y="1648766"/>
            <a:ext cx="6924007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R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un</a:t>
            </a:r>
            <a:r>
              <a:rPr dirty="0" smtClean="0" sz="2800" spc="-6">
                <a:latin typeface="Arial"/>
                <a:cs typeface="Arial"/>
              </a:rPr>
              <a:t>t</a:t>
            </a:r>
            <a:r>
              <a:rPr dirty="0" smtClean="0" sz="2800" spc="-6">
                <a:latin typeface="Arial"/>
                <a:cs typeface="Arial"/>
              </a:rPr>
              <a:t>uk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k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nal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wir</a:t>
            </a:r>
            <a:r>
              <a:rPr dirty="0" smtClean="0" sz="2800" spc="-6">
                <a:latin typeface="Arial"/>
                <a:cs typeface="Arial"/>
              </a:rPr>
              <a:t>e</a:t>
            </a:r>
            <a:r>
              <a:rPr dirty="0" smtClean="0" sz="2800" spc="-6">
                <a:latin typeface="Arial"/>
                <a:cs typeface="Arial"/>
              </a:rPr>
              <a:t>le</a:t>
            </a: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da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ah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30</a:t>
            </a:r>
            <a:r>
              <a:rPr dirty="0" smtClean="0" sz="2800" spc="-6">
                <a:latin typeface="Arial"/>
                <a:cs typeface="Arial"/>
              </a:rPr>
              <a:t>d</a:t>
            </a:r>
            <a:r>
              <a:rPr dirty="0" smtClean="0" sz="2800" spc="-6">
                <a:latin typeface="Arial"/>
                <a:cs typeface="Arial"/>
              </a:rPr>
              <a:t>B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dan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79144" y="2033442"/>
            <a:ext cx="367858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4">
                <a:latin typeface="Arial"/>
                <a:cs typeface="Arial"/>
              </a:rPr>
              <a:t>b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wid</a:t>
            </a:r>
            <a:r>
              <a:rPr dirty="0" smtClean="0" sz="2800" spc="-4">
                <a:latin typeface="Arial"/>
                <a:cs typeface="Arial"/>
              </a:rPr>
              <a:t>t</a:t>
            </a:r>
            <a:r>
              <a:rPr dirty="0" smtClean="0" sz="2800" spc="-4">
                <a:latin typeface="Arial"/>
                <a:cs typeface="Arial"/>
              </a:rPr>
              <a:t>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RF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2</a:t>
            </a:r>
            <a:r>
              <a:rPr dirty="0" smtClean="0" sz="2800" spc="-4">
                <a:latin typeface="Arial"/>
                <a:cs typeface="Arial"/>
              </a:rPr>
              <a:t>0</a:t>
            </a:r>
            <a:r>
              <a:rPr dirty="0" smtClean="0" sz="2800" spc="-4">
                <a:latin typeface="Arial"/>
                <a:cs typeface="Arial"/>
              </a:rPr>
              <a:t>0</a:t>
            </a:r>
            <a:r>
              <a:rPr dirty="0" smtClean="0" sz="2800" spc="-4">
                <a:latin typeface="Arial"/>
                <a:cs typeface="Arial"/>
              </a:rPr>
              <a:t>kH</a:t>
            </a:r>
            <a:r>
              <a:rPr dirty="0" smtClean="0" sz="2800" spc="-4">
                <a:latin typeface="Arial"/>
                <a:cs typeface="Arial"/>
              </a:rPr>
              <a:t>z</a:t>
            </a:r>
            <a:r>
              <a:rPr dirty="0" smtClean="0" sz="2800" spc="-4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577783" y="2033442"/>
            <a:ext cx="371977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>
                <a:latin typeface="Arial"/>
                <a:cs typeface="Arial"/>
              </a:rPr>
              <a:t>Hi</a:t>
            </a:r>
            <a:r>
              <a:rPr dirty="0" smtClean="0" sz="2800" spc="-6">
                <a:latin typeface="Arial"/>
                <a:cs typeface="Arial"/>
              </a:rPr>
              <a:t>t</a:t>
            </a:r>
            <a:r>
              <a:rPr dirty="0" smtClean="0" sz="2800" spc="-6">
                <a:latin typeface="Arial"/>
                <a:cs typeface="Arial"/>
              </a:rPr>
              <a:t>u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g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ma</a:t>
            </a:r>
            <a:r>
              <a:rPr dirty="0" smtClean="0" sz="2800" spc="-6">
                <a:latin typeface="Arial"/>
                <a:cs typeface="Arial"/>
              </a:rPr>
              <a:t>k</a:t>
            </a:r>
            <a:r>
              <a:rPr dirty="0" smtClean="0" sz="2800" spc="-6">
                <a:latin typeface="Arial"/>
                <a:cs typeface="Arial"/>
              </a:rPr>
              <a:t>s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mum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d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ta</a:t>
            </a:r>
            <a:endParaRPr sz="2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79144" y="2417490"/>
            <a:ext cx="2708830" cy="1233989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te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te</a:t>
            </a:r>
            <a:r>
              <a:rPr dirty="0" smtClean="0" sz="2800" spc="-4">
                <a:latin typeface="Arial"/>
                <a:cs typeface="Arial"/>
              </a:rPr>
              <a:t>o</a:t>
            </a:r>
            <a:r>
              <a:rPr dirty="0" smtClean="0" sz="2800" spc="-4">
                <a:latin typeface="Arial"/>
                <a:cs typeface="Arial"/>
              </a:rPr>
              <a:t>ri</a:t>
            </a:r>
            <a:r>
              <a:rPr dirty="0" smtClean="0" sz="2800" spc="-4">
                <a:latin typeface="Arial"/>
                <a:cs typeface="Arial"/>
              </a:rPr>
              <a:t>t</a:t>
            </a:r>
            <a:r>
              <a:rPr dirty="0" smtClean="0" sz="2800" spc="-4">
                <a:latin typeface="Arial"/>
                <a:cs typeface="Arial"/>
              </a:rPr>
              <a:t>is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y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ng</a:t>
            </a:r>
            <a:endParaRPr sz="2800">
              <a:latin typeface="Arial"/>
              <a:cs typeface="Arial"/>
            </a:endParaRPr>
          </a:p>
          <a:p>
            <a:pPr marL="12700" marR="53263">
              <a:lnSpc>
                <a:spcPts val="3025"/>
              </a:lnSpc>
              <a:spcBef>
                <a:spcPts val="3"/>
              </a:spcBef>
            </a:pPr>
            <a:r>
              <a:rPr dirty="0" smtClean="0" sz="2800" spc="-6">
                <a:latin typeface="Arial"/>
                <a:cs typeface="Arial"/>
              </a:rPr>
              <a:t>k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?</a:t>
            </a:r>
            <a:endParaRPr sz="2800">
              <a:latin typeface="Arial"/>
              <a:cs typeface="Arial"/>
            </a:endParaRPr>
          </a:p>
          <a:p>
            <a:pPr marL="12700" marR="53263">
              <a:lnSpc>
                <a:spcPct val="95825"/>
              </a:lnSpc>
              <a:spcBef>
                <a:spcPts val="323"/>
              </a:spcBef>
            </a:pPr>
            <a:r>
              <a:rPr dirty="0" smtClean="0" sz="2800" spc="0">
                <a:latin typeface="Arial"/>
                <a:cs typeface="Arial"/>
              </a:rPr>
              <a:t>J</a:t>
            </a:r>
            <a:r>
              <a:rPr dirty="0" smtClean="0" sz="2800" spc="0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wab:</a:t>
            </a:r>
            <a:endParaRPr sz="2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609092" y="2417490"/>
            <a:ext cx="969589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p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t</a:t>
            </a:r>
            <a:endParaRPr sz="2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598733" y="2417490"/>
            <a:ext cx="2353028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it</a:t>
            </a:r>
            <a:r>
              <a:rPr dirty="0" smtClean="0" sz="2800" spc="3">
                <a:latin typeface="Arial"/>
                <a:cs typeface="Arial"/>
              </a:rPr>
              <a:t>r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n</a:t>
            </a:r>
            <a:r>
              <a:rPr dirty="0" smtClean="0" sz="2800" spc="3">
                <a:latin typeface="Arial"/>
                <a:cs typeface="Arial"/>
              </a:rPr>
              <a:t>smi</a:t>
            </a:r>
            <a:r>
              <a:rPr dirty="0" smtClean="0" sz="2800" spc="3">
                <a:latin typeface="Arial"/>
                <a:cs typeface="Arial"/>
              </a:rPr>
              <a:t>s</a:t>
            </a:r>
            <a:r>
              <a:rPr dirty="0" smtClean="0" sz="2800" spc="3">
                <a:latin typeface="Arial"/>
                <a:cs typeface="Arial"/>
              </a:rPr>
              <a:t>i</a:t>
            </a:r>
            <a:r>
              <a:rPr dirty="0" smtClean="0" sz="2800" spc="3">
                <a:latin typeface="Arial"/>
                <a:cs typeface="Arial"/>
              </a:rPr>
              <a:t>k</a:t>
            </a:r>
            <a:r>
              <a:rPr dirty="0" smtClean="0" sz="2800" spc="3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972878" y="2417490"/>
            <a:ext cx="120501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me</a:t>
            </a:r>
            <a:r>
              <a:rPr dirty="0" smtClean="0" sz="2800" spc="2">
                <a:latin typeface="Arial"/>
                <a:cs typeface="Arial"/>
              </a:rPr>
              <a:t>l</a:t>
            </a: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l</a:t>
            </a:r>
            <a:r>
              <a:rPr dirty="0" smtClean="0" sz="2800" spc="2">
                <a:latin typeface="Arial"/>
                <a:cs typeface="Arial"/>
              </a:rPr>
              <a:t>ui</a:t>
            </a:r>
            <a:endParaRPr sz="2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5940" y="3270683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36555" y="3845097"/>
            <a:ext cx="625179" cy="210842"/>
          </a:xfrm>
          <a:prstGeom prst="rect">
            <a:avLst/>
          </a:prstGeom>
        </p:spPr>
        <p:txBody>
          <a:bodyPr wrap="square" lIns="0" tIns="10191" rIns="0" bIns="0" rtlCol="0">
            <a:noAutofit/>
          </a:bodyPr>
          <a:lstStyle/>
          <a:p>
            <a:pPr marL="12700">
              <a:lnSpc>
                <a:spcPts val="1605"/>
              </a:lnSpc>
            </a:pPr>
            <a:r>
              <a:rPr dirty="0" smtClean="0" sz="1400" spc="15">
                <a:latin typeface="Symbol"/>
                <a:cs typeface="Symbol"/>
              </a:rPr>
              <a:t></a:t>
            </a:r>
            <a:r>
              <a:rPr dirty="0" smtClean="0" sz="1400" spc="-67">
                <a:latin typeface="Times New Roman"/>
                <a:cs typeface="Times New Roman"/>
              </a:rPr>
              <a:t> </a:t>
            </a:r>
            <a:r>
              <a:rPr dirty="0" smtClean="0" sz="1400" spc="-67">
                <a:latin typeface="Times New Roman"/>
                <a:cs typeface="Times New Roman"/>
              </a:rPr>
              <a:t>3</a:t>
            </a:r>
            <a:r>
              <a:rPr dirty="0" smtClean="0" sz="1400" spc="-67">
                <a:latin typeface="Times New Roman"/>
                <a:cs typeface="Times New Roman"/>
              </a:rPr>
              <a:t>0</a:t>
            </a:r>
            <a:r>
              <a:rPr dirty="0" smtClean="0" sz="1400" spc="-67">
                <a:latin typeface="Times New Roman"/>
                <a:cs typeface="Times New Roman"/>
              </a:rPr>
              <a:t> </a:t>
            </a:r>
            <a:r>
              <a:rPr dirty="0" smtClean="0" sz="1400" spc="-67" i="1">
                <a:latin typeface="Times New Roman"/>
                <a:cs typeface="Times New Roman"/>
              </a:rPr>
              <a:t>d</a:t>
            </a:r>
            <a:r>
              <a:rPr dirty="0" smtClean="0" sz="1400" spc="-67" i="1">
                <a:latin typeface="Times New Roman"/>
                <a:cs typeface="Times New Roman"/>
              </a:rPr>
              <a:t>B</a:t>
            </a:r>
            <a:r>
              <a:rPr dirty="0" smtClean="0" sz="1400" spc="-67" i="1">
                <a:latin typeface="Times New Roman"/>
                <a:cs typeface="Times New Roman"/>
              </a:rPr>
              <a:t> </a:t>
            </a:r>
            <a:r>
              <a:rPr dirty="0" smtClean="0" sz="1400" spc="15">
                <a:latin typeface="Symbol"/>
                <a:cs typeface="Symbol"/>
              </a:rPr>
              <a:t>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61297" y="3927672"/>
            <a:ext cx="279815" cy="325994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2350" spc="-61" i="1" u="sng">
                <a:latin typeface="Times New Roman"/>
                <a:cs typeface="Times New Roman"/>
              </a:rPr>
              <a:t> </a:t>
            </a:r>
            <a:r>
              <a:rPr dirty="0" smtClean="0" sz="2350" spc="-61" i="1" u="sng">
                <a:latin typeface="Times New Roman"/>
                <a:cs typeface="Times New Roman"/>
              </a:rPr>
              <a:t>S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20916" y="4017494"/>
            <a:ext cx="608813" cy="425695"/>
          </a:xfrm>
          <a:prstGeom prst="rect">
            <a:avLst/>
          </a:prstGeom>
        </p:spPr>
        <p:txBody>
          <a:bodyPr wrap="square" lIns="0" tIns="7556" rIns="0" bIns="0" rtlCol="0">
            <a:noAutofit/>
          </a:bodyPr>
          <a:lstStyle/>
          <a:p>
            <a:pPr marR="12700" algn="r">
              <a:lnSpc>
                <a:spcPts val="1190"/>
              </a:lnSpc>
            </a:pPr>
            <a:r>
              <a:rPr dirty="0" smtClean="0" baseline="-11660" sz="2100" spc="15">
                <a:latin typeface="Symbol"/>
                <a:cs typeface="Symbol"/>
              </a:rPr>
              <a:t>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2120"/>
              </a:lnSpc>
              <a:spcBef>
                <a:spcPts val="46"/>
              </a:spcBef>
            </a:pPr>
            <a:r>
              <a:rPr dirty="0" smtClean="0" sz="2350" spc="11">
                <a:latin typeface="Symbol"/>
                <a:cs typeface="Symbol"/>
              </a:rPr>
              <a:t></a:t>
            </a:r>
            <a:r>
              <a:rPr dirty="0" smtClean="0" sz="2350" spc="-122">
                <a:latin typeface="Times New Roman"/>
                <a:cs typeface="Times New Roman"/>
              </a:rPr>
              <a:t> </a:t>
            </a:r>
            <a:r>
              <a:rPr dirty="0" smtClean="0" sz="2350" spc="-122">
                <a:latin typeface="Times New Roman"/>
                <a:cs typeface="Times New Roman"/>
              </a:rPr>
              <a:t>10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40743" y="4017494"/>
            <a:ext cx="119439" cy="200497"/>
          </a:xfrm>
          <a:prstGeom prst="rect">
            <a:avLst/>
          </a:prstGeom>
        </p:spPr>
        <p:txBody>
          <a:bodyPr wrap="square" lIns="0" tIns="9715" rIns="0" bIns="0" rtlCol="0">
            <a:noAutofit/>
          </a:bodyPr>
          <a:lstStyle/>
          <a:p>
            <a:pPr marL="12700">
              <a:lnSpc>
                <a:spcPts val="1530"/>
              </a:lnSpc>
            </a:pPr>
            <a:r>
              <a:rPr dirty="0" smtClean="0" sz="1400" spc="15">
                <a:latin typeface="Symbol"/>
                <a:cs typeface="Symbol"/>
              </a:rPr>
              <a:t>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625697" y="4090824"/>
            <a:ext cx="210699" cy="200497"/>
          </a:xfrm>
          <a:prstGeom prst="rect">
            <a:avLst/>
          </a:prstGeom>
        </p:spPr>
        <p:txBody>
          <a:bodyPr wrap="square" lIns="0" tIns="9525" rIns="0" bIns="0" rtlCol="0">
            <a:noAutofit/>
          </a:bodyPr>
          <a:lstStyle/>
          <a:p>
            <a:pPr marL="12700">
              <a:lnSpc>
                <a:spcPts val="1500"/>
              </a:lnSpc>
            </a:pPr>
            <a:r>
              <a:rPr dirty="0" smtClean="0" sz="1400" spc="-55">
                <a:latin typeface="Times New Roman"/>
                <a:cs typeface="Times New Roman"/>
              </a:rPr>
              <a:t>10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436555" y="4108371"/>
            <a:ext cx="119439" cy="200497"/>
          </a:xfrm>
          <a:prstGeom prst="rect">
            <a:avLst/>
          </a:prstGeom>
        </p:spPr>
        <p:txBody>
          <a:bodyPr wrap="square" lIns="0" tIns="9715" rIns="0" bIns="0" rtlCol="0">
            <a:noAutofit/>
          </a:bodyPr>
          <a:lstStyle/>
          <a:p>
            <a:pPr marL="12700">
              <a:lnSpc>
                <a:spcPts val="1530"/>
              </a:lnSpc>
            </a:pPr>
            <a:r>
              <a:rPr dirty="0" smtClean="0" sz="1400" spc="15">
                <a:latin typeface="Symbol"/>
                <a:cs typeface="Symbol"/>
              </a:rPr>
              <a:t>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940743" y="4108371"/>
            <a:ext cx="119439" cy="200497"/>
          </a:xfrm>
          <a:prstGeom prst="rect">
            <a:avLst/>
          </a:prstGeom>
        </p:spPr>
        <p:txBody>
          <a:bodyPr wrap="square" lIns="0" tIns="9715" rIns="0" bIns="0" rtlCol="0">
            <a:noAutofit/>
          </a:bodyPr>
          <a:lstStyle/>
          <a:p>
            <a:pPr marL="12700">
              <a:lnSpc>
                <a:spcPts val="1530"/>
              </a:lnSpc>
            </a:pPr>
            <a:r>
              <a:rPr dirty="0" smtClean="0" sz="1400" spc="15">
                <a:latin typeface="Symbol"/>
                <a:cs typeface="Symbol"/>
              </a:rPr>
              <a:t>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95633" y="4352182"/>
            <a:ext cx="272588" cy="325994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2350" spc="14" i="1">
                <a:latin typeface="Times New Roman"/>
                <a:cs typeface="Times New Roman"/>
              </a:rPr>
              <a:t>N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97948" y="4802975"/>
            <a:ext cx="279812" cy="325994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2350" spc="-61" i="1" u="sng">
                <a:latin typeface="Times New Roman"/>
                <a:cs typeface="Times New Roman"/>
              </a:rPr>
              <a:t> </a:t>
            </a:r>
            <a:r>
              <a:rPr dirty="0" smtClean="0" sz="2350" spc="-61" i="1" u="sng">
                <a:latin typeface="Times New Roman"/>
                <a:cs typeface="Times New Roman"/>
              </a:rPr>
              <a:t>S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91915" y="4958975"/>
            <a:ext cx="3111581" cy="359543"/>
          </a:xfrm>
          <a:prstGeom prst="rect">
            <a:avLst/>
          </a:prstGeom>
        </p:spPr>
        <p:txBody>
          <a:bodyPr wrap="square" lIns="0" tIns="17684" rIns="0" bIns="0" rtlCol="0">
            <a:noAutofit/>
          </a:bodyPr>
          <a:lstStyle/>
          <a:p>
            <a:pPr marL="12700">
              <a:lnSpc>
                <a:spcPts val="2785"/>
              </a:lnSpc>
            </a:pPr>
            <a:r>
              <a:rPr dirty="0" smtClean="0" sz="2350" spc="27">
                <a:latin typeface="Times New Roman"/>
                <a:cs typeface="Times New Roman"/>
              </a:rPr>
              <a:t>)</a:t>
            </a:r>
            <a:r>
              <a:rPr dirty="0" smtClean="0" sz="2350" spc="27">
                <a:latin typeface="Times New Roman"/>
                <a:cs typeface="Times New Roman"/>
              </a:rPr>
              <a:t> </a:t>
            </a:r>
            <a:r>
              <a:rPr dirty="0" smtClean="0" sz="2350" spc="58">
                <a:latin typeface="Symbol"/>
                <a:cs typeface="Symbol"/>
              </a:rPr>
              <a:t></a:t>
            </a:r>
            <a:r>
              <a:rPr dirty="0" smtClean="0" sz="2350" spc="27">
                <a:latin typeface="Times New Roman"/>
                <a:cs typeface="Times New Roman"/>
              </a:rPr>
              <a:t> </a:t>
            </a:r>
            <a:r>
              <a:rPr dirty="0" smtClean="0" sz="2350" spc="27">
                <a:latin typeface="Times New Roman"/>
                <a:cs typeface="Times New Roman"/>
              </a:rPr>
              <a:t>2</a:t>
            </a:r>
            <a:r>
              <a:rPr dirty="0" smtClean="0" sz="2350" spc="27" i="1">
                <a:latin typeface="Times New Roman"/>
                <a:cs typeface="Times New Roman"/>
              </a:rPr>
              <a:t>x</a:t>
            </a:r>
            <a:r>
              <a:rPr dirty="0" smtClean="0" sz="2350" spc="27">
                <a:latin typeface="Times New Roman"/>
                <a:cs typeface="Times New Roman"/>
              </a:rPr>
              <a:t>1</a:t>
            </a:r>
            <a:r>
              <a:rPr dirty="0" smtClean="0" sz="2350" spc="27">
                <a:latin typeface="Times New Roman"/>
                <a:cs typeface="Times New Roman"/>
              </a:rPr>
              <a:t>0</a:t>
            </a:r>
            <a:r>
              <a:rPr dirty="0" smtClean="0" baseline="41411" sz="2100" spc="27">
                <a:latin typeface="Times New Roman"/>
                <a:cs typeface="Times New Roman"/>
              </a:rPr>
              <a:t>5</a:t>
            </a:r>
            <a:r>
              <a:rPr dirty="0" smtClean="0" baseline="41411" sz="2100" spc="27">
                <a:latin typeface="Times New Roman"/>
                <a:cs typeface="Times New Roman"/>
              </a:rPr>
              <a:t> </a:t>
            </a:r>
            <a:r>
              <a:rPr dirty="0" smtClean="0" sz="2350" spc="27">
                <a:latin typeface="Times New Roman"/>
                <a:cs typeface="Times New Roman"/>
              </a:rPr>
              <a:t>l</a:t>
            </a:r>
            <a:r>
              <a:rPr dirty="0" smtClean="0" sz="2350" spc="27">
                <a:latin typeface="Times New Roman"/>
                <a:cs typeface="Times New Roman"/>
              </a:rPr>
              <a:t>o</a:t>
            </a:r>
            <a:r>
              <a:rPr dirty="0" smtClean="0" sz="2350" spc="27">
                <a:latin typeface="Times New Roman"/>
                <a:cs typeface="Times New Roman"/>
              </a:rPr>
              <a:t>g</a:t>
            </a:r>
            <a:r>
              <a:rPr dirty="0" smtClean="0" sz="2350" spc="27">
                <a:latin typeface="Times New Roman"/>
                <a:cs typeface="Times New Roman"/>
              </a:rPr>
              <a:t> </a:t>
            </a:r>
            <a:r>
              <a:rPr dirty="0" smtClean="0" sz="2350" spc="27">
                <a:latin typeface="Times New Roman"/>
                <a:cs typeface="Times New Roman"/>
              </a:rPr>
              <a:t>(</a:t>
            </a:r>
            <a:r>
              <a:rPr dirty="0" smtClean="0" sz="2350" spc="27">
                <a:latin typeface="Times New Roman"/>
                <a:cs typeface="Times New Roman"/>
              </a:rPr>
              <a:t>1</a:t>
            </a:r>
            <a:r>
              <a:rPr dirty="0" smtClean="0" sz="2350" spc="58">
                <a:latin typeface="Symbol"/>
                <a:cs typeface="Symbol"/>
              </a:rPr>
              <a:t></a:t>
            </a:r>
            <a:r>
              <a:rPr dirty="0" smtClean="0" sz="2350" spc="27">
                <a:latin typeface="Times New Roman"/>
                <a:cs typeface="Times New Roman"/>
              </a:rPr>
              <a:t>100</a:t>
            </a:r>
            <a:r>
              <a:rPr dirty="0" smtClean="0" sz="2350" spc="27">
                <a:latin typeface="Times New Roman"/>
                <a:cs typeface="Times New Roman"/>
              </a:rPr>
              <a:t>0</a:t>
            </a:r>
            <a:r>
              <a:rPr dirty="0" smtClean="0" sz="2350" spc="27">
                <a:latin typeface="Times New Roman"/>
                <a:cs typeface="Times New Roman"/>
              </a:rPr>
              <a:t>)</a:t>
            </a:r>
            <a:r>
              <a:rPr dirty="0" smtClean="0" sz="2350" spc="27">
                <a:latin typeface="Times New Roman"/>
                <a:cs typeface="Times New Roman"/>
              </a:rPr>
              <a:t> </a:t>
            </a:r>
            <a:r>
              <a:rPr dirty="0" smtClean="0" sz="2350" spc="58">
                <a:latin typeface="Symbol"/>
                <a:cs typeface="Symbol"/>
              </a:rPr>
              <a:t></a:t>
            </a:r>
            <a:endParaRPr sz="2350">
              <a:latin typeface="Symbol"/>
              <a:cs typeface="Symbo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47442" y="4987722"/>
            <a:ext cx="1762772" cy="330795"/>
          </a:xfrm>
          <a:prstGeom prst="rect">
            <a:avLst/>
          </a:prstGeom>
        </p:spPr>
        <p:txBody>
          <a:bodyPr wrap="square" lIns="0" tIns="16256" rIns="0" bIns="0" rtlCol="0">
            <a:noAutofit/>
          </a:bodyPr>
          <a:lstStyle/>
          <a:p>
            <a:pPr marL="12700">
              <a:lnSpc>
                <a:spcPts val="2560"/>
              </a:lnSpc>
            </a:pPr>
            <a:r>
              <a:rPr dirty="0" smtClean="0" sz="2350" spc="32" i="1">
                <a:latin typeface="Times New Roman"/>
                <a:cs typeface="Times New Roman"/>
              </a:rPr>
              <a:t>C</a:t>
            </a:r>
            <a:r>
              <a:rPr dirty="0" smtClean="0" sz="2350" spc="32" i="1">
                <a:latin typeface="Times New Roman"/>
                <a:cs typeface="Times New Roman"/>
              </a:rPr>
              <a:t> </a:t>
            </a:r>
            <a:r>
              <a:rPr dirty="0" smtClean="0" sz="2350" spc="5">
                <a:latin typeface="Symbol"/>
                <a:cs typeface="Symbol"/>
              </a:rPr>
              <a:t></a:t>
            </a:r>
            <a:r>
              <a:rPr dirty="0" smtClean="0" sz="2350" spc="32">
                <a:latin typeface="Times New Roman"/>
                <a:cs typeface="Times New Roman"/>
              </a:rPr>
              <a:t> </a:t>
            </a:r>
            <a:r>
              <a:rPr dirty="0" smtClean="0" sz="2350" spc="32" i="1">
                <a:latin typeface="Times New Roman"/>
                <a:cs typeface="Times New Roman"/>
              </a:rPr>
              <a:t>B</a:t>
            </a:r>
            <a:r>
              <a:rPr dirty="0" smtClean="0" sz="2350" spc="32" i="1">
                <a:latin typeface="Times New Roman"/>
                <a:cs typeface="Times New Roman"/>
              </a:rPr>
              <a:t> </a:t>
            </a:r>
            <a:r>
              <a:rPr dirty="0" smtClean="0" sz="2350" spc="32">
                <a:latin typeface="Times New Roman"/>
                <a:cs typeface="Times New Roman"/>
              </a:rPr>
              <a:t>l</a:t>
            </a:r>
            <a:r>
              <a:rPr dirty="0" smtClean="0" sz="2350" spc="32">
                <a:latin typeface="Times New Roman"/>
                <a:cs typeface="Times New Roman"/>
              </a:rPr>
              <a:t>o</a:t>
            </a:r>
            <a:r>
              <a:rPr dirty="0" smtClean="0" sz="2350" spc="32">
                <a:latin typeface="Times New Roman"/>
                <a:cs typeface="Times New Roman"/>
              </a:rPr>
              <a:t>g</a:t>
            </a:r>
            <a:r>
              <a:rPr dirty="0" smtClean="0" sz="2350" spc="32">
                <a:latin typeface="Times New Roman"/>
                <a:cs typeface="Times New Roman"/>
              </a:rPr>
              <a:t> </a:t>
            </a:r>
            <a:r>
              <a:rPr dirty="0" smtClean="0" sz="2350" spc="32">
                <a:latin typeface="Times New Roman"/>
                <a:cs typeface="Times New Roman"/>
              </a:rPr>
              <a:t>(</a:t>
            </a:r>
            <a:r>
              <a:rPr dirty="0" smtClean="0" sz="2350" spc="32">
                <a:latin typeface="Times New Roman"/>
                <a:cs typeface="Times New Roman"/>
              </a:rPr>
              <a:t>1</a:t>
            </a:r>
            <a:r>
              <a:rPr dirty="0" smtClean="0" sz="2350" spc="5">
                <a:latin typeface="Symbol"/>
                <a:cs typeface="Symbol"/>
              </a:rPr>
              <a:t></a:t>
            </a:r>
            <a:endParaRPr sz="2350">
              <a:latin typeface="Symbol"/>
              <a:cs typeface="Symbo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03405" y="5168836"/>
            <a:ext cx="139913" cy="200497"/>
          </a:xfrm>
          <a:prstGeom prst="rect">
            <a:avLst/>
          </a:prstGeom>
        </p:spPr>
        <p:txBody>
          <a:bodyPr wrap="square" lIns="0" tIns="9525" rIns="0" bIns="0" rtlCol="0">
            <a:noAutofit/>
          </a:bodyPr>
          <a:lstStyle/>
          <a:p>
            <a:pPr marL="12700">
              <a:lnSpc>
                <a:spcPts val="1500"/>
              </a:lnSpc>
            </a:pPr>
            <a:r>
              <a:rPr dirty="0" smtClean="0" sz="1400" spc="13"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35238" y="5168836"/>
            <a:ext cx="139913" cy="200497"/>
          </a:xfrm>
          <a:prstGeom prst="rect">
            <a:avLst/>
          </a:prstGeom>
        </p:spPr>
        <p:txBody>
          <a:bodyPr wrap="square" lIns="0" tIns="9525" rIns="0" bIns="0" rtlCol="0">
            <a:noAutofit/>
          </a:bodyPr>
          <a:lstStyle/>
          <a:p>
            <a:pPr marL="12700">
              <a:lnSpc>
                <a:spcPts val="1500"/>
              </a:lnSpc>
            </a:pPr>
            <a:r>
              <a:rPr dirty="0" smtClean="0" sz="1400" spc="13"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32299" y="5227492"/>
            <a:ext cx="272588" cy="325994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2350" spc="14" i="1">
                <a:latin typeface="Times New Roman"/>
                <a:cs typeface="Times New Roman"/>
              </a:rPr>
              <a:t>N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36100" y="6471832"/>
            <a:ext cx="35565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67500" y="4902708"/>
            <a:ext cx="1289797" cy="533399"/>
          </a:xfrm>
          <a:prstGeom prst="rect">
            <a:avLst/>
          </a:prstGeom>
        </p:spPr>
        <p:txBody>
          <a:bodyPr wrap="square" lIns="0" tIns="2264" rIns="0" bIns="0" rtlCol="0">
            <a:noAutofit/>
          </a:bodyPr>
          <a:lstStyle/>
          <a:p>
            <a:pPr marR="32497">
              <a:lnSpc>
                <a:spcPts val="500"/>
              </a:lnSpc>
            </a:pPr>
            <a:endParaRPr sz="500"/>
          </a:p>
          <a:p>
            <a:pPr marL="8644">
              <a:lnSpc>
                <a:spcPct val="95825"/>
              </a:lnSpc>
            </a:pPr>
            <a:r>
              <a:rPr dirty="0" smtClean="0" sz="2350" spc="30">
                <a:latin typeface="Times New Roman"/>
                <a:cs typeface="Times New Roman"/>
              </a:rPr>
              <a:t>1</a:t>
            </a:r>
            <a:r>
              <a:rPr dirty="0" smtClean="0" sz="2350" spc="30">
                <a:latin typeface="Times New Roman"/>
                <a:cs typeface="Times New Roman"/>
              </a:rPr>
              <a:t>.</a:t>
            </a:r>
            <a:r>
              <a:rPr dirty="0" smtClean="0" sz="2350" spc="30">
                <a:latin typeface="Times New Roman"/>
                <a:cs typeface="Times New Roman"/>
              </a:rPr>
              <a:t>9</a:t>
            </a:r>
            <a:r>
              <a:rPr dirty="0" smtClean="0" sz="2350" spc="30">
                <a:latin typeface="Times New Roman"/>
                <a:cs typeface="Times New Roman"/>
              </a:rPr>
              <a:t>9</a:t>
            </a:r>
            <a:r>
              <a:rPr dirty="0" smtClean="0" sz="2350" spc="30" i="1">
                <a:latin typeface="Times New Roman"/>
                <a:cs typeface="Times New Roman"/>
              </a:rPr>
              <a:t>M</a:t>
            </a:r>
            <a:r>
              <a:rPr dirty="0" smtClean="0" sz="2350" spc="30" i="1">
                <a:latin typeface="Times New Roman"/>
                <a:cs typeface="Times New Roman"/>
              </a:rPr>
              <a:t>b</a:t>
            </a:r>
            <a:r>
              <a:rPr dirty="0" smtClean="0" sz="2350" spc="30" i="1">
                <a:latin typeface="Times New Roman"/>
                <a:cs typeface="Times New Roman"/>
              </a:rPr>
              <a:t>p</a:t>
            </a:r>
            <a:r>
              <a:rPr dirty="0" smtClean="0" sz="2350" spc="30" i="1">
                <a:latin typeface="Times New Roman"/>
                <a:cs typeface="Times New Roman"/>
              </a:rPr>
              <a:t>s</a:t>
            </a:r>
            <a:endParaRPr sz="23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32975" y="3924750"/>
            <a:ext cx="399389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573997" y="4042552"/>
            <a:ext cx="5782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310648" y="4917855"/>
            <a:ext cx="5782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116580" y="2743200"/>
            <a:ext cx="2827020" cy="1143000"/>
          </a:xfrm>
          <a:custGeom>
            <a:avLst/>
            <a:gdLst/>
            <a:ahLst/>
            <a:cxnLst/>
            <a:rect l="l" t="t" r="r" b="b"/>
            <a:pathLst>
              <a:path w="2827020" h="1143000">
                <a:moveTo>
                  <a:pt x="0" y="1143000"/>
                </a:moveTo>
                <a:lnTo>
                  <a:pt x="2827020" y="1143000"/>
                </a:lnTo>
                <a:lnTo>
                  <a:pt x="2827020" y="0"/>
                </a:lnTo>
                <a:lnTo>
                  <a:pt x="0" y="0"/>
                </a:lnTo>
                <a:lnTo>
                  <a:pt x="0" y="11430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342132" y="3238500"/>
            <a:ext cx="2377440" cy="576072"/>
          </a:xfrm>
          <a:custGeom>
            <a:avLst/>
            <a:gdLst/>
            <a:ahLst/>
            <a:cxnLst/>
            <a:rect l="l" t="t" r="r" b="b"/>
            <a:pathLst>
              <a:path w="2377440" h="576072">
                <a:moveTo>
                  <a:pt x="0" y="576072"/>
                </a:moveTo>
                <a:lnTo>
                  <a:pt x="2377440" y="576072"/>
                </a:lnTo>
                <a:lnTo>
                  <a:pt x="2377440" y="0"/>
                </a:lnTo>
                <a:lnTo>
                  <a:pt x="0" y="0"/>
                </a:lnTo>
                <a:lnTo>
                  <a:pt x="0" y="57607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433578" y="765810"/>
            <a:ext cx="8633460" cy="606551"/>
          </a:xfrm>
          <a:custGeom>
            <a:avLst/>
            <a:gdLst/>
            <a:ahLst/>
            <a:cxnLst/>
            <a:rect l="l" t="t" r="r" b="b"/>
            <a:pathLst>
              <a:path w="8633460" h="606551">
                <a:moveTo>
                  <a:pt x="0" y="606551"/>
                </a:moveTo>
                <a:lnTo>
                  <a:pt x="8633460" y="606551"/>
                </a:lnTo>
                <a:lnTo>
                  <a:pt x="8633460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893063" y="5105400"/>
            <a:ext cx="7488936" cy="762000"/>
          </a:xfrm>
          <a:custGeom>
            <a:avLst/>
            <a:gdLst/>
            <a:ahLst/>
            <a:cxnLst/>
            <a:rect l="l" t="t" r="r" b="b"/>
            <a:pathLst>
              <a:path w="7488936" h="762000">
                <a:moveTo>
                  <a:pt x="0" y="762000"/>
                </a:moveTo>
                <a:lnTo>
                  <a:pt x="7488936" y="762000"/>
                </a:lnTo>
                <a:lnTo>
                  <a:pt x="7488936" y="0"/>
                </a:lnTo>
                <a:lnTo>
                  <a:pt x="0" y="0"/>
                </a:lnTo>
                <a:lnTo>
                  <a:pt x="0" y="7620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02994" y="1746940"/>
            <a:ext cx="6361947" cy="80302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2673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tuk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pa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ise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o</a:t>
            </a:r>
            <a:r>
              <a:rPr dirty="0" smtClean="0" sz="1800" spc="0" i="1">
                <a:latin typeface="Arial"/>
                <a:cs typeface="Arial"/>
              </a:rPr>
              <a:t>is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l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ss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ch</a:t>
            </a:r>
            <a:r>
              <a:rPr dirty="0" smtClean="0" sz="1800" spc="0" i="1">
                <a:latin typeface="Arial"/>
                <a:cs typeface="Arial"/>
              </a:rPr>
              <a:t>a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),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rema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q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ist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41"/>
              </a:lnSpc>
            </a:pP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or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mem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er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tara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w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th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maks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rate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sa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itra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smis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sb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40866" y="3993951"/>
            <a:ext cx="6711111" cy="80264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90">
              <a:lnSpc>
                <a:spcPts val="1939"/>
              </a:lnSpc>
            </a:pPr>
            <a:r>
              <a:rPr dirty="0" smtClean="0" sz="1800" spc="1" i="1">
                <a:latin typeface="Arial"/>
                <a:cs typeface="Arial"/>
              </a:rPr>
              <a:t>C</a:t>
            </a:r>
            <a:r>
              <a:rPr dirty="0" smtClean="0" sz="1800" spc="1">
                <a:latin typeface="Arial"/>
                <a:cs typeface="Arial"/>
              </a:rPr>
              <a:t>: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kapas</a:t>
            </a:r>
            <a:r>
              <a:rPr dirty="0" smtClean="0" sz="1800" spc="1">
                <a:latin typeface="Arial"/>
                <a:cs typeface="Arial"/>
              </a:rPr>
              <a:t>i</a:t>
            </a:r>
            <a:r>
              <a:rPr dirty="0" smtClean="0" sz="1800" spc="1">
                <a:latin typeface="Arial"/>
                <a:cs typeface="Arial"/>
              </a:rPr>
              <a:t>t</a:t>
            </a:r>
            <a:r>
              <a:rPr dirty="0" smtClean="0" sz="1800" spc="1">
                <a:latin typeface="Arial"/>
                <a:cs typeface="Arial"/>
              </a:rPr>
              <a:t>as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kanal</a:t>
            </a:r>
            <a:r>
              <a:rPr dirty="0" smtClean="0" sz="1800" spc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(bps)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2" i="1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: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RF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ba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w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t</a:t>
            </a:r>
            <a:r>
              <a:rPr dirty="0" smtClean="0" sz="1800" spc="-2">
                <a:latin typeface="Arial"/>
                <a:cs typeface="Arial"/>
              </a:rPr>
              <a:t>h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j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ml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state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ter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sim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ol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tra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smis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46768" y="6471832"/>
            <a:ext cx="34416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65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3063" y="5105400"/>
            <a:ext cx="7496158" cy="762000"/>
          </a:xfrm>
          <a:prstGeom prst="rect">
            <a:avLst/>
          </a:prstGeom>
        </p:spPr>
        <p:txBody>
          <a:bodyPr wrap="square" lIns="0" tIns="4269" rIns="0" bIns="0" rtlCol="0">
            <a:noAutofit/>
          </a:bodyPr>
          <a:lstStyle/>
          <a:p>
            <a:pPr marR="7222">
              <a:lnSpc>
                <a:spcPts val="750"/>
              </a:lnSpc>
            </a:pPr>
            <a:endParaRPr sz="750"/>
          </a:p>
          <a:p>
            <a:pPr marL="1261618" indent="-1016863">
              <a:lnSpc>
                <a:spcPct val="100041"/>
              </a:lnSpc>
            </a:pPr>
            <a:r>
              <a:rPr dirty="0" smtClean="0" sz="1800" spc="0">
                <a:latin typeface="Arial"/>
                <a:cs typeface="Arial"/>
              </a:rPr>
              <a:t>C</a:t>
            </a:r>
            <a:r>
              <a:rPr dirty="0" smtClean="0" sz="1800" spc="-9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nt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h:</a:t>
            </a:r>
            <a:r>
              <a:rPr dirty="0" smtClean="0" sz="1800" spc="0">
                <a:latin typeface="Arial"/>
                <a:cs typeface="Arial"/>
              </a:rPr>
              <a:t>  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ss</a:t>
            </a:r>
            <a:r>
              <a:rPr dirty="0" smtClean="0" sz="1800" spc="1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9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29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b</a:t>
            </a:r>
            <a:r>
              <a:rPr dirty="0" smtClean="0" sz="1800" spc="-9" u="heavy">
                <a:latin typeface="Arial"/>
                <a:cs typeface="Arial"/>
              </a:rPr>
              <a:t>a</a:t>
            </a:r>
            <a:r>
              <a:rPr dirty="0" smtClean="0" sz="1800" spc="0" u="heavy">
                <a:latin typeface="Arial"/>
                <a:cs typeface="Arial"/>
              </a:rPr>
              <a:t>n</a:t>
            </a:r>
            <a:r>
              <a:rPr dirty="0" smtClean="0" sz="1800" spc="-9" u="heavy">
                <a:latin typeface="Arial"/>
                <a:cs typeface="Arial"/>
              </a:rPr>
              <a:t>d</a:t>
            </a:r>
            <a:r>
              <a:rPr dirty="0" smtClean="0" sz="1800" spc="-39" u="heavy">
                <a:latin typeface="Arial"/>
                <a:cs typeface="Arial"/>
              </a:rPr>
              <a:t>w</a:t>
            </a:r>
            <a:r>
              <a:rPr dirty="0" smtClean="0" sz="1800" spc="0" u="heavy">
                <a:latin typeface="Arial"/>
                <a:cs typeface="Arial"/>
              </a:rPr>
              <a:t>i</a:t>
            </a:r>
            <a:r>
              <a:rPr dirty="0" smtClean="0" sz="1800" spc="-9" u="heavy">
                <a:latin typeface="Arial"/>
                <a:cs typeface="Arial"/>
              </a:rPr>
              <a:t>d</a:t>
            </a:r>
            <a:r>
              <a:rPr dirty="0" smtClean="0" sz="1800" spc="0" u="heavy">
                <a:latin typeface="Arial"/>
                <a:cs typeface="Arial"/>
              </a:rPr>
              <a:t>th</a:t>
            </a:r>
            <a:r>
              <a:rPr dirty="0" smtClean="0" sz="1800" spc="59" u="heavy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3k</a:t>
            </a:r>
            <a:r>
              <a:rPr dirty="0" smtClean="0" sz="1800" spc="-9" u="heavy">
                <a:latin typeface="Arial"/>
                <a:cs typeface="Arial"/>
              </a:rPr>
              <a:t>H</a:t>
            </a:r>
            <a:r>
              <a:rPr dirty="0" smtClean="0" sz="1800" spc="0" u="heavy">
                <a:latin typeface="Arial"/>
                <a:cs typeface="Arial"/>
              </a:rPr>
              <a:t>z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-9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-9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tra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mis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maks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mum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6</a:t>
            </a:r>
            <a:r>
              <a:rPr dirty="0" smtClean="0" sz="1800" spc="-4" u="heavy">
                <a:latin typeface="Arial"/>
                <a:cs typeface="Arial"/>
              </a:rPr>
              <a:t>K</a:t>
            </a:r>
            <a:r>
              <a:rPr dirty="0" smtClean="0" sz="1800" spc="0" u="heavy">
                <a:latin typeface="Arial"/>
                <a:cs typeface="Arial"/>
              </a:rPr>
              <a:t>b</a:t>
            </a:r>
            <a:r>
              <a:rPr dirty="0" smtClean="0" sz="1800" spc="-9" u="heavy">
                <a:latin typeface="Arial"/>
                <a:cs typeface="Arial"/>
              </a:rPr>
              <a:t>p</a:t>
            </a:r>
            <a:r>
              <a:rPr dirty="0" smtClean="0" sz="1800" spc="0" u="heavy">
                <a:latin typeface="Arial"/>
                <a:cs typeface="Arial"/>
              </a:rPr>
              <a:t>s</a:t>
            </a:r>
            <a:r>
              <a:rPr dirty="0" smtClean="0" sz="1800" spc="1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j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</a:t>
            </a:r>
            <a:r>
              <a:rPr dirty="0" smtClean="0" sz="1800" spc="9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sim</a:t>
            </a:r>
            <a:r>
              <a:rPr dirty="0" smtClean="0" sz="1800" spc="-4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-29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34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-9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29">
                <a:latin typeface="Arial"/>
                <a:cs typeface="Arial"/>
              </a:rPr>
              <a:t> </a:t>
            </a:r>
            <a:r>
              <a:rPr dirty="0" smtClean="0" sz="1800" spc="0" u="heavy">
                <a:latin typeface="Arial"/>
                <a:cs typeface="Arial"/>
              </a:rPr>
              <a:t>b</a:t>
            </a:r>
            <a:r>
              <a:rPr dirty="0" smtClean="0" sz="1800" spc="-9" u="heavy">
                <a:latin typeface="Arial"/>
                <a:cs typeface="Arial"/>
              </a:rPr>
              <a:t>i</a:t>
            </a:r>
            <a:r>
              <a:rPr dirty="0" smtClean="0" sz="1800" spc="0" u="heavy">
                <a:latin typeface="Arial"/>
                <a:cs typeface="Arial"/>
              </a:rPr>
              <a:t>n</a:t>
            </a:r>
            <a:r>
              <a:rPr dirty="0" smtClean="0" sz="1800" spc="-9" u="heavy">
                <a:latin typeface="Arial"/>
                <a:cs typeface="Arial"/>
              </a:rPr>
              <a:t>a</a:t>
            </a:r>
            <a:r>
              <a:rPr dirty="0" smtClean="0" sz="1800" spc="0" u="heavy">
                <a:latin typeface="Arial"/>
                <a:cs typeface="Arial"/>
              </a:rPr>
              <a:t>r</a:t>
            </a:r>
            <a:r>
              <a:rPr dirty="0" smtClean="0" sz="1800" spc="-154" u="heavy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42132" y="3238500"/>
            <a:ext cx="2377440" cy="576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116580" y="2743200"/>
            <a:ext cx="2827020" cy="1143000"/>
          </a:xfrm>
          <a:prstGeom prst="rect">
            <a:avLst/>
          </a:prstGeom>
        </p:spPr>
        <p:txBody>
          <a:bodyPr wrap="square" lIns="0" tIns="3507" rIns="0" bIns="0" rtlCol="0">
            <a:noAutofit/>
          </a:bodyPr>
          <a:lstStyle/>
          <a:p>
            <a:pPr>
              <a:lnSpc>
                <a:spcPts val="600"/>
              </a:lnSpc>
            </a:pPr>
            <a:endParaRPr sz="600"/>
          </a:p>
          <a:p>
            <a:pPr marL="496801" marR="534469" algn="ctr">
              <a:lnSpc>
                <a:spcPct val="95825"/>
              </a:lnSpc>
            </a:pP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q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ist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mtClean="0" sz="1800" spc="-2">
                <a:solidFill>
                  <a:srgbClr val="FF0000"/>
                </a:solidFill>
                <a:latin typeface="Arial"/>
                <a:cs typeface="Arial"/>
              </a:rPr>
              <a:t>m</a:t>
            </a:r>
            <a:endParaRPr sz="1800">
              <a:latin typeface="Arial"/>
              <a:cs typeface="Arial"/>
            </a:endParaRPr>
          </a:p>
          <a:p>
            <a:pPr marL="229648" marR="239090" algn="ctr">
              <a:lnSpc>
                <a:spcPts val="3652"/>
              </a:lnSpc>
              <a:spcBef>
                <a:spcPts val="1225"/>
              </a:spcBef>
            </a:pPr>
            <a:r>
              <a:rPr dirty="0" smtClean="0" sz="3150" spc="35" i="1">
                <a:latin typeface="Times New Roman"/>
                <a:cs typeface="Times New Roman"/>
              </a:rPr>
              <a:t>C</a:t>
            </a:r>
            <a:r>
              <a:rPr dirty="0" smtClean="0" sz="3150" spc="35" i="1">
                <a:latin typeface="Times New Roman"/>
                <a:cs typeface="Times New Roman"/>
              </a:rPr>
              <a:t> </a:t>
            </a:r>
            <a:r>
              <a:rPr dirty="0" smtClean="0" sz="3150" spc="0">
                <a:latin typeface="Symbol"/>
                <a:cs typeface="Symbol"/>
              </a:rPr>
              <a:t></a:t>
            </a:r>
            <a:r>
              <a:rPr dirty="0" smtClean="0" sz="3150" spc="35">
                <a:latin typeface="Times New Roman"/>
                <a:cs typeface="Times New Roman"/>
              </a:rPr>
              <a:t> </a:t>
            </a:r>
            <a:r>
              <a:rPr dirty="0" smtClean="0" sz="3150" spc="35">
                <a:latin typeface="Times New Roman"/>
                <a:cs typeface="Times New Roman"/>
              </a:rPr>
              <a:t>2</a:t>
            </a:r>
            <a:r>
              <a:rPr dirty="0" smtClean="0" sz="3150" spc="35" i="1">
                <a:latin typeface="Times New Roman"/>
                <a:cs typeface="Times New Roman"/>
              </a:rPr>
              <a:t>B</a:t>
            </a:r>
            <a:r>
              <a:rPr dirty="0" smtClean="0" sz="3150" spc="35" i="1">
                <a:latin typeface="Times New Roman"/>
                <a:cs typeface="Times New Roman"/>
              </a:rPr>
              <a:t> </a:t>
            </a:r>
            <a:r>
              <a:rPr dirty="0" smtClean="0" sz="3150" spc="35">
                <a:latin typeface="Times New Roman"/>
                <a:cs typeface="Times New Roman"/>
              </a:rPr>
              <a:t>l</a:t>
            </a:r>
            <a:r>
              <a:rPr dirty="0" smtClean="0" sz="3150" spc="35">
                <a:latin typeface="Times New Roman"/>
                <a:cs typeface="Times New Roman"/>
              </a:rPr>
              <a:t>o</a:t>
            </a:r>
            <a:r>
              <a:rPr dirty="0" smtClean="0" sz="3150" spc="35">
                <a:latin typeface="Times New Roman"/>
                <a:cs typeface="Times New Roman"/>
              </a:rPr>
              <a:t>g</a:t>
            </a:r>
            <a:r>
              <a:rPr dirty="0" smtClean="0" baseline="-25070" sz="2775" spc="35">
                <a:latin typeface="Times New Roman"/>
                <a:cs typeface="Times New Roman"/>
              </a:rPr>
              <a:t>2</a:t>
            </a:r>
            <a:r>
              <a:rPr dirty="0" smtClean="0" baseline="-25070" sz="2775" spc="35">
                <a:latin typeface="Times New Roman"/>
                <a:cs typeface="Times New Roman"/>
              </a:rPr>
              <a:t> </a:t>
            </a:r>
            <a:r>
              <a:rPr dirty="0" smtClean="0" sz="3150" spc="35" i="1">
                <a:latin typeface="Times New Roman"/>
                <a:cs typeface="Times New Roman"/>
              </a:rPr>
              <a:t>m</a:t>
            </a:r>
            <a:endParaRPr sz="31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33578" y="765810"/>
            <a:ext cx="8633460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1287">
              <a:lnSpc>
                <a:spcPts val="3760"/>
              </a:lnSpc>
            </a:pP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Kanal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iseless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dan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T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eorema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Nyqu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-9" b="1">
                <a:solidFill>
                  <a:srgbClr val="006600"/>
                </a:solidFill>
                <a:latin typeface="Arial"/>
                <a:cs typeface="Arial"/>
              </a:rPr>
              <a:t>st</a:t>
            </a:r>
            <a:endParaRPr sz="36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15228" y="5279644"/>
            <a:ext cx="7132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object 44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57962" y="765810"/>
            <a:ext cx="8229600" cy="987551"/>
          </a:xfrm>
          <a:custGeom>
            <a:avLst/>
            <a:gdLst/>
            <a:ahLst/>
            <a:cxnLst/>
            <a:rect l="l" t="t" r="r" b="b"/>
            <a:pathLst>
              <a:path w="8229600" h="987551">
                <a:moveTo>
                  <a:pt x="0" y="987551"/>
                </a:moveTo>
                <a:lnTo>
                  <a:pt x="8229600" y="987551"/>
                </a:lnTo>
                <a:lnTo>
                  <a:pt x="8229600" y="0"/>
                </a:lnTo>
                <a:lnTo>
                  <a:pt x="0" y="0"/>
                </a:lnTo>
                <a:lnTo>
                  <a:pt x="0" y="987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854590" y="3942546"/>
            <a:ext cx="0" cy="309647"/>
          </a:xfrm>
          <a:custGeom>
            <a:avLst/>
            <a:gdLst/>
            <a:ahLst/>
            <a:cxnLst/>
            <a:rect l="l" t="t" r="r" b="b"/>
            <a:pathLst>
              <a:path w="0" h="309647">
                <a:moveTo>
                  <a:pt x="0" y="0"/>
                </a:moveTo>
                <a:lnTo>
                  <a:pt x="0" y="309647"/>
                </a:lnTo>
              </a:path>
            </a:pathLst>
          </a:custGeom>
          <a:ln w="108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568253" y="3942546"/>
            <a:ext cx="0" cy="309647"/>
          </a:xfrm>
          <a:custGeom>
            <a:avLst/>
            <a:gdLst/>
            <a:ahLst/>
            <a:cxnLst/>
            <a:rect l="l" t="t" r="r" b="b"/>
            <a:pathLst>
              <a:path w="0" h="309647">
                <a:moveTo>
                  <a:pt x="0" y="0"/>
                </a:moveTo>
                <a:lnTo>
                  <a:pt x="0" y="309647"/>
                </a:lnTo>
              </a:path>
            </a:pathLst>
          </a:custGeom>
          <a:ln w="108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849392" y="3847160"/>
            <a:ext cx="844521" cy="0"/>
          </a:xfrm>
          <a:custGeom>
            <a:avLst/>
            <a:gdLst/>
            <a:ahLst/>
            <a:cxnLst/>
            <a:rect l="l" t="t" r="r" b="b"/>
            <a:pathLst>
              <a:path w="844521" h="0">
                <a:moveTo>
                  <a:pt x="0" y="0"/>
                </a:moveTo>
                <a:lnTo>
                  <a:pt x="844521" y="0"/>
                </a:lnTo>
              </a:path>
            </a:pathLst>
          </a:custGeom>
          <a:ln w="108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35940" y="1202419"/>
            <a:ext cx="4614773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Digital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dan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B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ndw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th</a:t>
            </a:r>
            <a:endParaRPr sz="36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35940" y="1947463"/>
            <a:ext cx="203098" cy="89261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152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64"/>
              </a:spcBef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79144" y="1947463"/>
            <a:ext cx="4751466" cy="89261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53309">
              <a:lnSpc>
                <a:spcPts val="2960"/>
              </a:lnSpc>
            </a:pPr>
            <a:r>
              <a:rPr dirty="0" smtClean="0" sz="2800" spc="-4">
                <a:latin typeface="Arial"/>
                <a:cs typeface="Arial"/>
              </a:rPr>
              <a:t>Apa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ti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b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wid</a:t>
            </a:r>
            <a:r>
              <a:rPr dirty="0" smtClean="0" sz="2800" spc="-4">
                <a:latin typeface="Arial"/>
                <a:cs typeface="Arial"/>
              </a:rPr>
              <a:t>t</a:t>
            </a:r>
            <a:r>
              <a:rPr dirty="0" smtClean="0" sz="2800" spc="-4">
                <a:latin typeface="Arial"/>
                <a:cs typeface="Arial"/>
              </a:rPr>
              <a:t>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y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?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64"/>
              </a:spcBef>
            </a:pPr>
            <a:r>
              <a:rPr dirty="0" smtClean="0" sz="2800" spc="-4">
                <a:latin typeface="Arial"/>
                <a:cs typeface="Arial"/>
              </a:rPr>
              <a:t>J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waban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ad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lah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be</a:t>
            </a:r>
            <a:r>
              <a:rPr dirty="0" smtClean="0" sz="2800" spc="-4">
                <a:latin typeface="Arial"/>
                <a:cs typeface="Arial"/>
              </a:rPr>
              <a:t>r</a:t>
            </a:r>
            <a:r>
              <a:rPr dirty="0" smtClean="0" sz="2800" spc="-4">
                <a:latin typeface="Arial"/>
                <a:cs typeface="Arial"/>
              </a:rPr>
              <a:t>da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ar</a:t>
            </a:r>
            <a:r>
              <a:rPr dirty="0" smtClean="0" sz="2800" spc="-4">
                <a:latin typeface="Arial"/>
                <a:cs typeface="Arial"/>
              </a:rPr>
              <a:t>k</a:t>
            </a:r>
            <a:r>
              <a:rPr dirty="0" smtClean="0" sz="2800" spc="-4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651768" y="2459280"/>
            <a:ext cx="1983525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0">
                <a:latin typeface="Arial"/>
                <a:cs typeface="Arial"/>
              </a:rPr>
              <a:t>pa</a:t>
            </a:r>
            <a:r>
              <a:rPr dirty="0" smtClean="0" sz="2800" spc="0">
                <a:latin typeface="Arial"/>
                <a:cs typeface="Arial"/>
              </a:rPr>
              <a:t>d</a:t>
            </a:r>
            <a:r>
              <a:rPr dirty="0" smtClean="0" sz="2800" spc="0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 </a:t>
            </a:r>
            <a:r>
              <a:rPr dirty="0" smtClean="0" sz="2800" spc="0" u="heavy">
                <a:latin typeface="Arial"/>
                <a:cs typeface="Arial"/>
              </a:rPr>
              <a:t>Power</a:t>
            </a:r>
            <a:endParaRPr sz="28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79144" y="2886501"/>
            <a:ext cx="543960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5" u="heavy">
                <a:latin typeface="Arial"/>
                <a:cs typeface="Arial"/>
              </a:rPr>
              <a:t>Spe</a:t>
            </a:r>
            <a:r>
              <a:rPr dirty="0" smtClean="0" sz="2800" spc="-5" u="heavy">
                <a:latin typeface="Arial"/>
                <a:cs typeface="Arial"/>
              </a:rPr>
              <a:t>c</a:t>
            </a:r>
            <a:r>
              <a:rPr dirty="0" smtClean="0" sz="2800" spc="-5" u="heavy">
                <a:latin typeface="Arial"/>
                <a:cs typeface="Arial"/>
              </a:rPr>
              <a:t>tr</a:t>
            </a:r>
            <a:r>
              <a:rPr dirty="0" smtClean="0" sz="2800" spc="-5" u="heavy">
                <a:latin typeface="Arial"/>
                <a:cs typeface="Arial"/>
              </a:rPr>
              <a:t>a</a:t>
            </a:r>
            <a:r>
              <a:rPr dirty="0" smtClean="0" sz="2800" spc="-5" u="heavy">
                <a:latin typeface="Arial"/>
                <a:cs typeface="Arial"/>
              </a:rPr>
              <a:t>l</a:t>
            </a:r>
            <a:r>
              <a:rPr dirty="0" smtClean="0" sz="2800" spc="-5" u="heavy">
                <a:latin typeface="Arial"/>
                <a:cs typeface="Arial"/>
              </a:rPr>
              <a:t> </a:t>
            </a:r>
            <a:r>
              <a:rPr dirty="0" smtClean="0" sz="2800" spc="-5" u="heavy">
                <a:latin typeface="Arial"/>
                <a:cs typeface="Arial"/>
              </a:rPr>
              <a:t>D</a:t>
            </a:r>
            <a:r>
              <a:rPr dirty="0" smtClean="0" sz="2800" spc="-5" u="heavy">
                <a:latin typeface="Arial"/>
                <a:cs typeface="Arial"/>
              </a:rPr>
              <a:t>e</a:t>
            </a:r>
            <a:r>
              <a:rPr dirty="0" smtClean="0" sz="2800" spc="-5" u="heavy">
                <a:latin typeface="Arial"/>
                <a:cs typeface="Arial"/>
              </a:rPr>
              <a:t>n</a:t>
            </a:r>
            <a:r>
              <a:rPr dirty="0" smtClean="0" sz="2800" spc="-5" u="heavy">
                <a:latin typeface="Arial"/>
                <a:cs typeface="Arial"/>
              </a:rPr>
              <a:t>s</a:t>
            </a:r>
            <a:r>
              <a:rPr dirty="0" smtClean="0" sz="2800" spc="-5" u="heavy">
                <a:latin typeface="Arial"/>
                <a:cs typeface="Arial"/>
              </a:rPr>
              <a:t>ity</a:t>
            </a:r>
            <a:r>
              <a:rPr dirty="0" smtClean="0" sz="2800" spc="-5" u="heavy">
                <a:latin typeface="Arial"/>
                <a:cs typeface="Arial"/>
              </a:rPr>
              <a:t> </a:t>
            </a:r>
            <a:r>
              <a:rPr dirty="0" smtClean="0" sz="2800" spc="-5" u="heavy">
                <a:latin typeface="Arial"/>
                <a:cs typeface="Arial"/>
              </a:rPr>
              <a:t>(PSD)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d</a:t>
            </a:r>
            <a:r>
              <a:rPr dirty="0" smtClean="0" sz="2800" spc="-5">
                <a:latin typeface="Arial"/>
                <a:cs typeface="Arial"/>
              </a:rPr>
              <a:t>a</a:t>
            </a:r>
            <a:r>
              <a:rPr dirty="0" smtClean="0" sz="2800" spc="-5">
                <a:latin typeface="Arial"/>
                <a:cs typeface="Arial"/>
              </a:rPr>
              <a:t>ri</a:t>
            </a:r>
            <a:r>
              <a:rPr dirty="0" smtClean="0" sz="2800" spc="-5">
                <a:latin typeface="Arial"/>
                <a:cs typeface="Arial"/>
              </a:rPr>
              <a:t> </a:t>
            </a:r>
            <a:r>
              <a:rPr dirty="0" smtClean="0" sz="2800" spc="-5">
                <a:latin typeface="Arial"/>
                <a:cs typeface="Arial"/>
              </a:rPr>
              <a:t>s</a:t>
            </a:r>
            <a:r>
              <a:rPr dirty="0" smtClean="0" sz="2800" spc="-5">
                <a:latin typeface="Arial"/>
                <a:cs typeface="Arial"/>
              </a:rPr>
              <a:t>i</a:t>
            </a:r>
            <a:r>
              <a:rPr dirty="0" smtClean="0" sz="2800" spc="-5">
                <a:latin typeface="Arial"/>
                <a:cs typeface="Arial"/>
              </a:rPr>
              <a:t>n</a:t>
            </a:r>
            <a:r>
              <a:rPr dirty="0" smtClean="0" sz="2800" spc="-5">
                <a:latin typeface="Arial"/>
                <a:cs typeface="Arial"/>
              </a:rPr>
              <a:t>y</a:t>
            </a:r>
            <a:r>
              <a:rPr dirty="0" smtClean="0" sz="2800" spc="-5">
                <a:latin typeface="Arial"/>
                <a:cs typeface="Arial"/>
              </a:rPr>
              <a:t>al</a:t>
            </a:r>
            <a:endParaRPr sz="2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35940" y="3398565"/>
            <a:ext cx="20294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79144" y="3398565"/>
            <a:ext cx="1007229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Unt</a:t>
            </a:r>
            <a:r>
              <a:rPr dirty="0" smtClean="0" sz="2800" spc="1">
                <a:latin typeface="Arial"/>
                <a:cs typeface="Arial"/>
              </a:rPr>
              <a:t>u</a:t>
            </a:r>
            <a:r>
              <a:rPr dirty="0" smtClean="0" sz="2800" spc="1">
                <a:latin typeface="Arial"/>
                <a:cs typeface="Arial"/>
              </a:rPr>
              <a:t>k</a:t>
            </a:r>
            <a:endParaRPr sz="2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907136" y="3398565"/>
            <a:ext cx="229372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s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n</a:t>
            </a:r>
            <a:r>
              <a:rPr dirty="0" smtClean="0" sz="2800" spc="-2">
                <a:latin typeface="Arial"/>
                <a:cs typeface="Arial"/>
              </a:rPr>
              <a:t>y</a:t>
            </a:r>
            <a:r>
              <a:rPr dirty="0" smtClean="0" sz="2800" spc="-2">
                <a:latin typeface="Arial"/>
                <a:cs typeface="Arial"/>
              </a:rPr>
              <a:t>al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r</a:t>
            </a:r>
            <a:r>
              <a:rPr dirty="0" smtClean="0" sz="2800" spc="-2">
                <a:latin typeface="Arial"/>
                <a:cs typeface="Arial"/>
              </a:rPr>
              <a:t>a</a:t>
            </a:r>
            <a:r>
              <a:rPr dirty="0" smtClean="0" sz="2800" spc="-2">
                <a:latin typeface="Arial"/>
                <a:cs typeface="Arial"/>
              </a:rPr>
              <a:t>n</a:t>
            </a:r>
            <a:r>
              <a:rPr dirty="0" smtClean="0" sz="2800" spc="-2">
                <a:latin typeface="Arial"/>
                <a:cs typeface="Arial"/>
              </a:rPr>
              <a:t>d</a:t>
            </a:r>
            <a:r>
              <a:rPr dirty="0" smtClean="0" sz="2800" spc="-2">
                <a:latin typeface="Arial"/>
                <a:cs typeface="Arial"/>
              </a:rPr>
              <a:t>om</a:t>
            </a:r>
            <a:endParaRPr sz="2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320696" y="3398565"/>
            <a:ext cx="3755641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w(t</a:t>
            </a:r>
            <a:r>
              <a:rPr dirty="0" smtClean="0" sz="2800" spc="-2">
                <a:latin typeface="Arial"/>
                <a:cs typeface="Arial"/>
              </a:rPr>
              <a:t>)</a:t>
            </a:r>
            <a:r>
              <a:rPr dirty="0" smtClean="0" sz="2800" spc="-2">
                <a:latin typeface="Arial"/>
                <a:cs typeface="Arial"/>
              </a:rPr>
              <a:t>,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PSD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d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d</a:t>
            </a:r>
            <a:r>
              <a:rPr dirty="0" smtClean="0" sz="2800" spc="-2">
                <a:latin typeface="Arial"/>
                <a:cs typeface="Arial"/>
              </a:rPr>
              <a:t>ef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n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s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k</a:t>
            </a:r>
            <a:r>
              <a:rPr dirty="0" smtClean="0" sz="2800" spc="-2">
                <a:latin typeface="Arial"/>
                <a:cs typeface="Arial"/>
              </a:rPr>
              <a:t>a</a:t>
            </a:r>
            <a:r>
              <a:rPr dirty="0" smtClean="0" sz="2800" spc="-2">
                <a:latin typeface="Arial"/>
                <a:cs typeface="Arial"/>
              </a:rPr>
              <a:t>n:</a:t>
            </a:r>
            <a:endParaRPr sz="2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681604" y="3834290"/>
            <a:ext cx="163525" cy="283668"/>
          </a:xfrm>
          <a:prstGeom prst="rect">
            <a:avLst/>
          </a:prstGeom>
        </p:spPr>
        <p:txBody>
          <a:bodyPr wrap="square" lIns="0" tIns="14033" rIns="0" bIns="0" rtlCol="0">
            <a:noAutofit/>
          </a:bodyPr>
          <a:lstStyle/>
          <a:p>
            <a:pPr marL="12700">
              <a:lnSpc>
                <a:spcPts val="2210"/>
              </a:lnSpc>
            </a:pPr>
            <a:r>
              <a:rPr dirty="0" smtClean="0" sz="2050" spc="14">
                <a:latin typeface="Symbol"/>
                <a:cs typeface="Symbol"/>
              </a:rPr>
              <a:t>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735129" y="3834290"/>
            <a:ext cx="163525" cy="283668"/>
          </a:xfrm>
          <a:prstGeom prst="rect">
            <a:avLst/>
          </a:prstGeom>
        </p:spPr>
        <p:txBody>
          <a:bodyPr wrap="square" lIns="0" tIns="14033" rIns="0" bIns="0" rtlCol="0">
            <a:noAutofit/>
          </a:bodyPr>
          <a:lstStyle/>
          <a:p>
            <a:pPr marL="12700">
              <a:lnSpc>
                <a:spcPts val="2210"/>
              </a:lnSpc>
            </a:pPr>
            <a:r>
              <a:rPr dirty="0" smtClean="0" sz="2050" spc="14">
                <a:latin typeface="Symbol"/>
                <a:cs typeface="Symbol"/>
              </a:rPr>
              <a:t>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588847" y="3871880"/>
            <a:ext cx="123461" cy="176018"/>
          </a:xfrm>
          <a:prstGeom prst="rect">
            <a:avLst/>
          </a:prstGeom>
        </p:spPr>
        <p:txBody>
          <a:bodyPr wrap="square" lIns="0" tIns="8286" rIns="0" bIns="0" rtlCol="0">
            <a:noAutofit/>
          </a:bodyPr>
          <a:lstStyle/>
          <a:p>
            <a:pPr marL="12700">
              <a:lnSpc>
                <a:spcPts val="1305"/>
              </a:lnSpc>
            </a:pPr>
            <a:r>
              <a:rPr dirty="0" smtClean="0" sz="1200" spc="17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845005" y="3941516"/>
            <a:ext cx="1062438" cy="342261"/>
          </a:xfrm>
          <a:prstGeom prst="rect">
            <a:avLst/>
          </a:prstGeom>
        </p:spPr>
        <p:txBody>
          <a:bodyPr wrap="square" lIns="0" tIns="16986" rIns="0" bIns="0" rtlCol="0">
            <a:noAutofit/>
          </a:bodyPr>
          <a:lstStyle/>
          <a:p>
            <a:pPr marL="12700">
              <a:lnSpc>
                <a:spcPts val="2675"/>
              </a:lnSpc>
            </a:pPr>
            <a:r>
              <a:rPr dirty="0" smtClean="0" baseline="11312" sz="3075" spc="-114" i="1" u="sng">
                <a:latin typeface="Times New Roman"/>
                <a:cs typeface="Times New Roman"/>
              </a:rPr>
              <a:t>W</a:t>
            </a:r>
            <a:r>
              <a:rPr dirty="0" smtClean="0" sz="1200" spc="0" i="1" u="sng">
                <a:latin typeface="Times New Roman"/>
                <a:cs typeface="Times New Roman"/>
              </a:rPr>
              <a:t>T</a:t>
            </a:r>
            <a:r>
              <a:rPr dirty="0" smtClean="0" sz="1200" spc="135" i="1" u="sng">
                <a:latin typeface="Times New Roman"/>
                <a:cs typeface="Times New Roman"/>
              </a:rPr>
              <a:t> </a:t>
            </a:r>
            <a:r>
              <a:rPr dirty="0" smtClean="0" baseline="11312" sz="3075" spc="0" u="sng">
                <a:latin typeface="Times New Roman"/>
                <a:cs typeface="Times New Roman"/>
              </a:rPr>
              <a:t>(</a:t>
            </a:r>
            <a:r>
              <a:rPr dirty="0" smtClean="0" baseline="11312" sz="3075" spc="-62" u="sng">
                <a:latin typeface="Times New Roman"/>
                <a:cs typeface="Times New Roman"/>
              </a:rPr>
              <a:t> </a:t>
            </a:r>
            <a:r>
              <a:rPr dirty="0" smtClean="0" baseline="11312" sz="3075" spc="0" i="1" u="sng">
                <a:latin typeface="Times New Roman"/>
                <a:cs typeface="Times New Roman"/>
              </a:rPr>
              <a:t>f</a:t>
            </a:r>
            <a:r>
              <a:rPr dirty="0" smtClean="0" baseline="11312" sz="3075" spc="-8" i="1" u="sng">
                <a:latin typeface="Times New Roman"/>
                <a:cs typeface="Times New Roman"/>
              </a:rPr>
              <a:t> </a:t>
            </a:r>
            <a:r>
              <a:rPr dirty="0" smtClean="0" baseline="11312" sz="3075" spc="0" u="sng">
                <a:latin typeface="Times New Roman"/>
                <a:cs typeface="Times New Roman"/>
              </a:rPr>
              <a:t>)</a:t>
            </a:r>
            <a:r>
              <a:rPr dirty="0" smtClean="0" baseline="11312" sz="3075" spc="0" u="sng">
                <a:latin typeface="Times New Roman"/>
                <a:cs typeface="Times New Roman"/>
              </a:rPr>
              <a:t>  </a:t>
            </a:r>
            <a:r>
              <a:rPr dirty="0" smtClean="0" baseline="11312" sz="3075" spc="11" u="sng">
                <a:latin typeface="Times New Roman"/>
                <a:cs typeface="Times New Roman"/>
              </a:rPr>
              <a:t> </a:t>
            </a:r>
            <a:r>
              <a:rPr dirty="0" smtClean="0" baseline="11312" sz="3075" spc="-509">
                <a:latin typeface="Times New Roman"/>
                <a:cs typeface="Times New Roman"/>
              </a:rPr>
              <a:t> </a:t>
            </a:r>
            <a:r>
              <a:rPr dirty="0" smtClean="0" sz="2050" spc="14">
                <a:latin typeface="Symbol"/>
                <a:cs typeface="Symbol"/>
              </a:rPr>
              <a:t>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366220" y="4000110"/>
            <a:ext cx="1498169" cy="412072"/>
          </a:xfrm>
          <a:prstGeom prst="rect">
            <a:avLst/>
          </a:prstGeom>
        </p:spPr>
        <p:txBody>
          <a:bodyPr wrap="square" lIns="0" tIns="20224" rIns="0" bIns="0" rtlCol="0">
            <a:noAutofit/>
          </a:bodyPr>
          <a:lstStyle/>
          <a:p>
            <a:pPr marL="12700">
              <a:lnSpc>
                <a:spcPts val="3185"/>
              </a:lnSpc>
            </a:pPr>
            <a:r>
              <a:rPr dirty="0" smtClean="0" sz="2050" spc="7" i="1">
                <a:latin typeface="Times New Roman"/>
                <a:cs typeface="Times New Roman"/>
              </a:rPr>
              <a:t>P</a:t>
            </a:r>
            <a:r>
              <a:rPr dirty="0" smtClean="0" sz="2050" spc="7" i="1">
                <a:latin typeface="Times New Roman"/>
                <a:cs typeface="Times New Roman"/>
              </a:rPr>
              <a:t>w</a:t>
            </a:r>
            <a:r>
              <a:rPr dirty="0" smtClean="0" sz="2050" spc="7">
                <a:latin typeface="Times New Roman"/>
                <a:cs typeface="Times New Roman"/>
              </a:rPr>
              <a:t>(</a:t>
            </a:r>
            <a:r>
              <a:rPr dirty="0" smtClean="0" sz="2050" spc="7">
                <a:latin typeface="Times New Roman"/>
                <a:cs typeface="Times New Roman"/>
              </a:rPr>
              <a:t> </a:t>
            </a:r>
            <a:r>
              <a:rPr dirty="0" smtClean="0" sz="2050" spc="7" i="1">
                <a:latin typeface="Times New Roman"/>
                <a:cs typeface="Times New Roman"/>
              </a:rPr>
              <a:t>f</a:t>
            </a:r>
            <a:r>
              <a:rPr dirty="0" smtClean="0" sz="2050" spc="7" i="1">
                <a:latin typeface="Times New Roman"/>
                <a:cs typeface="Times New Roman"/>
              </a:rPr>
              <a:t> </a:t>
            </a:r>
            <a:r>
              <a:rPr dirty="0" smtClean="0" sz="2050" spc="7">
                <a:latin typeface="Times New Roman"/>
                <a:cs typeface="Times New Roman"/>
              </a:rPr>
              <a:t>)</a:t>
            </a:r>
            <a:r>
              <a:rPr dirty="0" smtClean="0" sz="2050" spc="7">
                <a:latin typeface="Times New Roman"/>
                <a:cs typeface="Times New Roman"/>
              </a:rPr>
              <a:t> </a:t>
            </a:r>
            <a:r>
              <a:rPr dirty="0" smtClean="0" sz="2050" spc="7">
                <a:latin typeface="Symbol"/>
                <a:cs typeface="Symbol"/>
              </a:rPr>
              <a:t></a:t>
            </a:r>
            <a:r>
              <a:rPr dirty="0" smtClean="0" sz="2050" spc="7">
                <a:latin typeface="Times New Roman"/>
                <a:cs typeface="Times New Roman"/>
              </a:rPr>
              <a:t> </a:t>
            </a:r>
            <a:r>
              <a:rPr dirty="0" smtClean="0" sz="2050" spc="7">
                <a:latin typeface="Times New Roman"/>
                <a:cs typeface="Times New Roman"/>
              </a:rPr>
              <a:t>li</a:t>
            </a:r>
            <a:r>
              <a:rPr dirty="0" smtClean="0" sz="2050" spc="7">
                <a:latin typeface="Times New Roman"/>
                <a:cs typeface="Times New Roman"/>
              </a:rPr>
              <a:t>m</a:t>
            </a:r>
            <a:r>
              <a:rPr dirty="0" smtClean="0" baseline="21236" sz="3075" spc="7">
                <a:latin typeface="Symbol"/>
                <a:cs typeface="Symbol"/>
              </a:rPr>
              <a:t>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34061" y="4247639"/>
            <a:ext cx="1472327" cy="1467952"/>
          </a:xfrm>
          <a:prstGeom prst="rect">
            <a:avLst/>
          </a:prstGeom>
        </p:spPr>
        <p:txBody>
          <a:bodyPr wrap="square" lIns="0" tIns="13843" rIns="0" bIns="0" rtlCol="0">
            <a:noAutofit/>
          </a:bodyPr>
          <a:lstStyle/>
          <a:p>
            <a:pPr marR="12700" algn="r">
              <a:lnSpc>
                <a:spcPts val="2180"/>
              </a:lnSpc>
            </a:pPr>
            <a:r>
              <a:rPr dirty="0" smtClean="0" baseline="-12078" sz="1800" spc="-44" i="1">
                <a:latin typeface="Times New Roman"/>
                <a:cs typeface="Times New Roman"/>
              </a:rPr>
              <a:t>T</a:t>
            </a:r>
            <a:r>
              <a:rPr dirty="0" smtClean="0" baseline="-12078" sz="1800" spc="-44" i="1">
                <a:latin typeface="Times New Roman"/>
                <a:cs typeface="Times New Roman"/>
              </a:rPr>
              <a:t> </a:t>
            </a:r>
            <a:r>
              <a:rPr dirty="0" smtClean="0" baseline="-11336" sz="1800" spc="44">
                <a:latin typeface="Symbol"/>
                <a:cs typeface="Symbol"/>
              </a:rPr>
              <a:t></a:t>
            </a:r>
            <a:r>
              <a:rPr dirty="0" smtClean="0" baseline="-11336" sz="1800" spc="44">
                <a:latin typeface="Symbol"/>
                <a:cs typeface="Symbol"/>
              </a:rPr>
              <a:t></a:t>
            </a:r>
            <a:r>
              <a:rPr dirty="0" smtClean="0" sz="2050" spc="44">
                <a:latin typeface="Symbol"/>
                <a:cs typeface="Symbol"/>
              </a:rPr>
              <a:t></a:t>
            </a:r>
            <a:endParaRPr sz="2050">
              <a:latin typeface="Symbol"/>
              <a:cs typeface="Symbol"/>
            </a:endParaRPr>
          </a:p>
          <a:p>
            <a:pPr marR="12700" algn="r">
              <a:lnSpc>
                <a:spcPts val="2045"/>
              </a:lnSpc>
            </a:pPr>
            <a:r>
              <a:rPr dirty="0" smtClean="0" sz="2050" spc="14">
                <a:latin typeface="Symbol"/>
                <a:cs typeface="Symbol"/>
              </a:rPr>
              <a:t></a:t>
            </a:r>
            <a:endParaRPr sz="2050">
              <a:latin typeface="Symbol"/>
              <a:cs typeface="Symbol"/>
            </a:endParaRPr>
          </a:p>
          <a:p>
            <a:pPr marR="39019" algn="r">
              <a:lnSpc>
                <a:spcPts val="2138"/>
              </a:lnSpc>
              <a:spcBef>
                <a:spcPts val="327"/>
              </a:spcBef>
            </a:pPr>
            <a:r>
              <a:rPr dirty="0" smtClean="0" sz="2050" spc="-5" i="1">
                <a:latin typeface="Times New Roman"/>
                <a:cs typeface="Times New Roman"/>
              </a:rPr>
              <a:t>W</a:t>
            </a:r>
            <a:r>
              <a:rPr dirty="0" smtClean="0" baseline="-24156" sz="1800" spc="-5" i="1">
                <a:latin typeface="Times New Roman"/>
                <a:cs typeface="Times New Roman"/>
              </a:rPr>
              <a:t>T</a:t>
            </a:r>
            <a:r>
              <a:rPr dirty="0" smtClean="0" baseline="-24156" sz="1800" spc="-5" i="1">
                <a:latin typeface="Times New Roman"/>
                <a:cs typeface="Times New Roman"/>
              </a:rPr>
              <a:t> </a:t>
            </a:r>
            <a:r>
              <a:rPr dirty="0" smtClean="0" sz="2050" spc="-5">
                <a:latin typeface="Times New Roman"/>
                <a:cs typeface="Times New Roman"/>
              </a:rPr>
              <a:t>(</a:t>
            </a:r>
            <a:r>
              <a:rPr dirty="0" smtClean="0" sz="2050" spc="-5">
                <a:latin typeface="Times New Roman"/>
                <a:cs typeface="Times New Roman"/>
              </a:rPr>
              <a:t> </a:t>
            </a:r>
            <a:r>
              <a:rPr dirty="0" smtClean="0" sz="2050" spc="-5" i="1">
                <a:latin typeface="Times New Roman"/>
                <a:cs typeface="Times New Roman"/>
              </a:rPr>
              <a:t>f</a:t>
            </a:r>
            <a:r>
              <a:rPr dirty="0" smtClean="0" sz="2050" spc="-5" i="1">
                <a:latin typeface="Times New Roman"/>
                <a:cs typeface="Times New Roman"/>
              </a:rPr>
              <a:t> </a:t>
            </a:r>
            <a:r>
              <a:rPr dirty="0" smtClean="0" sz="2050" spc="-5">
                <a:latin typeface="Times New Roman"/>
                <a:cs typeface="Times New Roman"/>
              </a:rPr>
              <a:t>)</a:t>
            </a:r>
            <a:r>
              <a:rPr dirty="0" smtClean="0" sz="2050" spc="-5">
                <a:latin typeface="Times New Roman"/>
                <a:cs typeface="Times New Roman"/>
              </a:rPr>
              <a:t> </a:t>
            </a:r>
            <a:r>
              <a:rPr dirty="0" smtClean="0" sz="2050" spc="-5">
                <a:latin typeface="Times New Roman"/>
                <a:cs typeface="Times New Roman"/>
              </a:rPr>
              <a:t>a</a:t>
            </a:r>
            <a:r>
              <a:rPr dirty="0" smtClean="0" sz="2050" spc="-5">
                <a:latin typeface="Times New Roman"/>
                <a:cs typeface="Times New Roman"/>
              </a:rPr>
              <a:t>d</a:t>
            </a:r>
            <a:r>
              <a:rPr dirty="0" smtClean="0" sz="2050" spc="-5">
                <a:latin typeface="Times New Roman"/>
                <a:cs typeface="Times New Roman"/>
              </a:rPr>
              <a:t>a</a:t>
            </a:r>
            <a:r>
              <a:rPr dirty="0" smtClean="0" sz="2050" spc="-5">
                <a:latin typeface="Times New Roman"/>
                <a:cs typeface="Times New Roman"/>
              </a:rPr>
              <a:t>l</a:t>
            </a:r>
            <a:r>
              <a:rPr dirty="0" smtClean="0" sz="2050" spc="-5">
                <a:latin typeface="Times New Roman"/>
                <a:cs typeface="Times New Roman"/>
              </a:rPr>
              <a:t>a</a:t>
            </a:r>
            <a:r>
              <a:rPr dirty="0" smtClean="0" sz="2050" spc="-5">
                <a:latin typeface="Times New Roman"/>
                <a:cs typeface="Times New Roman"/>
              </a:rPr>
              <a:t>h</a:t>
            </a:r>
            <a:endParaRPr sz="2050">
              <a:latin typeface="Times New Roman"/>
              <a:cs typeface="Times New Roman"/>
            </a:endParaRPr>
          </a:p>
          <a:p>
            <a:pPr marR="58055" algn="r">
              <a:lnSpc>
                <a:spcPts val="2062"/>
              </a:lnSpc>
              <a:spcBef>
                <a:spcPts val="1128"/>
              </a:spcBef>
            </a:pPr>
            <a:r>
              <a:rPr dirty="0" smtClean="0" baseline="30526" sz="3075" spc="54">
                <a:latin typeface="Symbol"/>
                <a:cs typeface="Symbol"/>
              </a:rPr>
              <a:t></a:t>
            </a:r>
            <a:r>
              <a:rPr dirty="0" smtClean="0" sz="2050" spc="37" i="1">
                <a:latin typeface="Times New Roman"/>
                <a:cs typeface="Times New Roman"/>
              </a:rPr>
              <a:t>w</a:t>
            </a:r>
            <a:r>
              <a:rPr dirty="0" smtClean="0" sz="2050" spc="37">
                <a:latin typeface="Times New Roman"/>
                <a:cs typeface="Times New Roman"/>
              </a:rPr>
              <a:t>(</a:t>
            </a:r>
            <a:r>
              <a:rPr dirty="0" smtClean="0" sz="2050" spc="37" i="1">
                <a:latin typeface="Times New Roman"/>
                <a:cs typeface="Times New Roman"/>
              </a:rPr>
              <a:t>t</a:t>
            </a:r>
            <a:r>
              <a:rPr dirty="0" smtClean="0" sz="2050" spc="37">
                <a:latin typeface="Times New Roman"/>
                <a:cs typeface="Times New Roman"/>
              </a:rPr>
              <a:t>)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735129" y="4247639"/>
            <a:ext cx="163525" cy="539986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2700" marR="0">
              <a:lnSpc>
                <a:spcPts val="2165"/>
              </a:lnSpc>
            </a:pPr>
            <a:r>
              <a:rPr dirty="0" smtClean="0" sz="2050" spc="14">
                <a:latin typeface="Symbol"/>
                <a:cs typeface="Symbol"/>
              </a:rPr>
              <a:t></a:t>
            </a:r>
            <a:endParaRPr sz="2050">
              <a:latin typeface="Symbol"/>
              <a:cs typeface="Symbol"/>
            </a:endParaRPr>
          </a:p>
          <a:p>
            <a:pPr marL="12700">
              <a:lnSpc>
                <a:spcPts val="2065"/>
              </a:lnSpc>
            </a:pPr>
            <a:r>
              <a:rPr dirty="0" smtClean="0" sz="2050" spc="14">
                <a:latin typeface="Symbol"/>
                <a:cs typeface="Symbol"/>
              </a:rPr>
              <a:t>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65556" y="4330988"/>
            <a:ext cx="208042" cy="283668"/>
          </a:xfrm>
          <a:prstGeom prst="rect">
            <a:avLst/>
          </a:prstGeom>
        </p:spPr>
        <p:txBody>
          <a:bodyPr wrap="square" lIns="0" tIns="13779" rIns="0" bIns="0" rtlCol="0">
            <a:noAutofit/>
          </a:bodyPr>
          <a:lstStyle/>
          <a:p>
            <a:pPr marL="12700">
              <a:lnSpc>
                <a:spcPts val="2170"/>
              </a:lnSpc>
            </a:pPr>
            <a:r>
              <a:rPr dirty="0" smtClean="0" sz="2050" spc="10" i="1">
                <a:latin typeface="Times New Roman"/>
                <a:cs typeface="Times New Roman"/>
              </a:rPr>
              <a:t>T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31279" y="4855562"/>
            <a:ext cx="3143173" cy="326860"/>
          </a:xfrm>
          <a:prstGeom prst="rect">
            <a:avLst/>
          </a:prstGeom>
        </p:spPr>
        <p:txBody>
          <a:bodyPr wrap="square" lIns="0" tIns="15779" rIns="0" bIns="0" rtlCol="0">
            <a:noAutofit/>
          </a:bodyPr>
          <a:lstStyle/>
          <a:p>
            <a:pPr marL="12700">
              <a:lnSpc>
                <a:spcPts val="2485"/>
              </a:lnSpc>
            </a:pPr>
            <a:r>
              <a:rPr dirty="0" smtClean="0" sz="2050" spc="12">
                <a:latin typeface="Times New Roman"/>
                <a:cs typeface="Times New Roman"/>
              </a:rPr>
              <a:t>t</a:t>
            </a:r>
            <a:r>
              <a:rPr dirty="0" smtClean="0" sz="2050" spc="12">
                <a:latin typeface="Times New Roman"/>
                <a:cs typeface="Times New Roman"/>
              </a:rPr>
              <a:t>r</a:t>
            </a:r>
            <a:r>
              <a:rPr dirty="0" smtClean="0" sz="2050" spc="12">
                <a:latin typeface="Times New Roman"/>
                <a:cs typeface="Times New Roman"/>
              </a:rPr>
              <a:t>a</a:t>
            </a:r>
            <a:r>
              <a:rPr dirty="0" smtClean="0" sz="2050" spc="12">
                <a:latin typeface="Times New Roman"/>
                <a:cs typeface="Times New Roman"/>
              </a:rPr>
              <a:t>n</a:t>
            </a:r>
            <a:r>
              <a:rPr dirty="0" smtClean="0" sz="2050" spc="12">
                <a:latin typeface="Times New Roman"/>
                <a:cs typeface="Times New Roman"/>
              </a:rPr>
              <a:t>s</a:t>
            </a:r>
            <a:r>
              <a:rPr dirty="0" smtClean="0" sz="2050" spc="12">
                <a:latin typeface="Times New Roman"/>
                <a:cs typeface="Times New Roman"/>
              </a:rPr>
              <a:t>f</a:t>
            </a:r>
            <a:r>
              <a:rPr dirty="0" smtClean="0" sz="2050" spc="12">
                <a:latin typeface="Times New Roman"/>
                <a:cs typeface="Times New Roman"/>
              </a:rPr>
              <a:t>o</a:t>
            </a:r>
            <a:r>
              <a:rPr dirty="0" smtClean="0" sz="2050" spc="12">
                <a:latin typeface="Times New Roman"/>
                <a:cs typeface="Times New Roman"/>
              </a:rPr>
              <a:t>r</a:t>
            </a:r>
            <a:r>
              <a:rPr dirty="0" smtClean="0" sz="2050" spc="12">
                <a:latin typeface="Times New Roman"/>
                <a:cs typeface="Times New Roman"/>
              </a:rPr>
              <a:t>m</a:t>
            </a:r>
            <a:r>
              <a:rPr dirty="0" smtClean="0" sz="2050" spc="12">
                <a:latin typeface="Times New Roman"/>
                <a:cs typeface="Times New Roman"/>
              </a:rPr>
              <a:t>a</a:t>
            </a:r>
            <a:r>
              <a:rPr dirty="0" smtClean="0" sz="2050" spc="12">
                <a:latin typeface="Times New Roman"/>
                <a:cs typeface="Times New Roman"/>
              </a:rPr>
              <a:t>s</a:t>
            </a:r>
            <a:r>
              <a:rPr dirty="0" smtClean="0" sz="2050" spc="12">
                <a:latin typeface="Times New Roman"/>
                <a:cs typeface="Times New Roman"/>
              </a:rPr>
              <a:t>i</a:t>
            </a:r>
            <a:r>
              <a:rPr dirty="0" smtClean="0" sz="2050" spc="12">
                <a:latin typeface="Times New Roman"/>
                <a:cs typeface="Times New Roman"/>
              </a:rPr>
              <a:t>f</a:t>
            </a:r>
            <a:r>
              <a:rPr dirty="0" smtClean="0" sz="2050" spc="12">
                <a:latin typeface="Times New Roman"/>
                <a:cs typeface="Times New Roman"/>
              </a:rPr>
              <a:t>o</a:t>
            </a:r>
            <a:r>
              <a:rPr dirty="0" smtClean="0" sz="2050" spc="12">
                <a:latin typeface="Times New Roman"/>
                <a:cs typeface="Times New Roman"/>
              </a:rPr>
              <a:t>u</a:t>
            </a:r>
            <a:r>
              <a:rPr dirty="0" smtClean="0" sz="2050" spc="12">
                <a:latin typeface="Times New Roman"/>
                <a:cs typeface="Times New Roman"/>
              </a:rPr>
              <a:t>r</a:t>
            </a:r>
            <a:r>
              <a:rPr dirty="0" smtClean="0" sz="2050" spc="12">
                <a:latin typeface="Times New Roman"/>
                <a:cs typeface="Times New Roman"/>
              </a:rPr>
              <a:t>i</a:t>
            </a:r>
            <a:r>
              <a:rPr dirty="0" smtClean="0" sz="2050" spc="12">
                <a:latin typeface="Times New Roman"/>
                <a:cs typeface="Times New Roman"/>
              </a:rPr>
              <a:t>er</a:t>
            </a:r>
            <a:r>
              <a:rPr dirty="0" smtClean="0" sz="2050" spc="12">
                <a:latin typeface="Times New Roman"/>
                <a:cs typeface="Times New Roman"/>
              </a:rPr>
              <a:t> </a:t>
            </a:r>
            <a:r>
              <a:rPr dirty="0" smtClean="0" sz="2050" spc="12">
                <a:latin typeface="Times New Roman"/>
                <a:cs typeface="Times New Roman"/>
              </a:rPr>
              <a:t>d</a:t>
            </a:r>
            <a:r>
              <a:rPr dirty="0" smtClean="0" sz="2050" spc="12">
                <a:latin typeface="Times New Roman"/>
                <a:cs typeface="Times New Roman"/>
              </a:rPr>
              <a:t>a</a:t>
            </a:r>
            <a:r>
              <a:rPr dirty="0" smtClean="0" sz="2050" spc="12">
                <a:latin typeface="Times New Roman"/>
                <a:cs typeface="Times New Roman"/>
              </a:rPr>
              <a:t>r</a:t>
            </a:r>
            <a:r>
              <a:rPr dirty="0" smtClean="0" sz="2050" spc="12">
                <a:latin typeface="Times New Roman"/>
                <a:cs typeface="Times New Roman"/>
              </a:rPr>
              <a:t>i</a:t>
            </a:r>
            <a:r>
              <a:rPr dirty="0" smtClean="0" sz="2050" spc="12">
                <a:latin typeface="Times New Roman"/>
                <a:cs typeface="Times New Roman"/>
              </a:rPr>
              <a:t> </a:t>
            </a:r>
            <a:r>
              <a:rPr dirty="0" smtClean="0" sz="2050" spc="12" i="1">
                <a:latin typeface="Times New Roman"/>
                <a:cs typeface="Times New Roman"/>
              </a:rPr>
              <a:t>w</a:t>
            </a:r>
            <a:r>
              <a:rPr dirty="0" smtClean="0" baseline="-12078" sz="1800" spc="12" i="1">
                <a:latin typeface="Times New Roman"/>
                <a:cs typeface="Times New Roman"/>
              </a:rPr>
              <a:t>T</a:t>
            </a:r>
            <a:r>
              <a:rPr dirty="0" smtClean="0" baseline="-12078" sz="1800" spc="12" i="1">
                <a:latin typeface="Times New Roman"/>
                <a:cs typeface="Times New Roman"/>
              </a:rPr>
              <a:t> </a:t>
            </a:r>
            <a:r>
              <a:rPr dirty="0" smtClean="0" sz="2050" spc="12">
                <a:latin typeface="Times New Roman"/>
                <a:cs typeface="Times New Roman"/>
              </a:rPr>
              <a:t>(</a:t>
            </a:r>
            <a:r>
              <a:rPr dirty="0" smtClean="0" sz="2050" spc="12" i="1">
                <a:latin typeface="Times New Roman"/>
                <a:cs typeface="Times New Roman"/>
              </a:rPr>
              <a:t>t</a:t>
            </a:r>
            <a:r>
              <a:rPr dirty="0" smtClean="0" sz="2050" spc="12">
                <a:latin typeface="Times New Roman"/>
                <a:cs typeface="Times New Roman"/>
              </a:rPr>
              <a:t>)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916062" y="5268805"/>
            <a:ext cx="423281" cy="442662"/>
          </a:xfrm>
          <a:prstGeom prst="rect">
            <a:avLst/>
          </a:prstGeom>
        </p:spPr>
        <p:txBody>
          <a:bodyPr wrap="square" lIns="0" tIns="22066" rIns="0" bIns="0" rtlCol="0">
            <a:noAutofit/>
          </a:bodyPr>
          <a:lstStyle/>
          <a:p>
            <a:pPr marL="12700">
              <a:lnSpc>
                <a:spcPts val="3475"/>
              </a:lnSpc>
            </a:pPr>
            <a:r>
              <a:rPr dirty="0" smtClean="0" sz="2050">
                <a:latin typeface="Symbol"/>
                <a:cs typeface="Symbol"/>
              </a:rPr>
              <a:t></a:t>
            </a:r>
            <a:r>
              <a:rPr dirty="0" smtClean="0" sz="2050" spc="20">
                <a:latin typeface="Times New Roman"/>
                <a:cs typeface="Times New Roman"/>
              </a:rPr>
              <a:t> </a:t>
            </a:r>
            <a:r>
              <a:rPr dirty="0" smtClean="0" baseline="29694" sz="3075" spc="20" i="1" u="sng">
                <a:latin typeface="Times New Roman"/>
                <a:cs typeface="Times New Roman"/>
              </a:rPr>
              <a:t>T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903105" y="5268805"/>
            <a:ext cx="225769" cy="648746"/>
          </a:xfrm>
          <a:prstGeom prst="rect">
            <a:avLst/>
          </a:prstGeom>
        </p:spPr>
        <p:txBody>
          <a:bodyPr wrap="square" lIns="0" tIns="13779" rIns="0" bIns="0" rtlCol="0">
            <a:noAutofit/>
          </a:bodyPr>
          <a:lstStyle/>
          <a:p>
            <a:pPr marL="12700" marR="17726">
              <a:lnSpc>
                <a:spcPts val="2170"/>
              </a:lnSpc>
            </a:pPr>
            <a:r>
              <a:rPr dirty="0" smtClean="0" sz="2050" spc="10" i="1" u="sng">
                <a:latin typeface="Times New Roman"/>
                <a:cs typeface="Times New Roman"/>
              </a:rPr>
              <a:t>T</a:t>
            </a:r>
            <a:endParaRPr sz="2050">
              <a:latin typeface="Times New Roman"/>
              <a:cs typeface="Times New Roman"/>
            </a:endParaRPr>
          </a:p>
          <a:p>
            <a:pPr marL="44920">
              <a:lnSpc>
                <a:spcPct val="95825"/>
              </a:lnSpc>
              <a:spcBef>
                <a:spcPts val="466"/>
              </a:spcBef>
            </a:pPr>
            <a:r>
              <a:rPr dirty="0" smtClean="0" sz="2050" spc="9">
                <a:latin typeface="Times New Roman"/>
                <a:cs typeface="Times New Roman"/>
              </a:rPr>
              <a:t>2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59545" y="5427799"/>
            <a:ext cx="542479" cy="287793"/>
          </a:xfrm>
          <a:prstGeom prst="rect">
            <a:avLst/>
          </a:prstGeom>
        </p:spPr>
        <p:txBody>
          <a:bodyPr wrap="square" lIns="0" tIns="14033" rIns="0" bIns="0" rtlCol="0">
            <a:noAutofit/>
          </a:bodyPr>
          <a:lstStyle/>
          <a:p>
            <a:pPr marL="12700">
              <a:lnSpc>
                <a:spcPts val="2210"/>
              </a:lnSpc>
            </a:pPr>
            <a:r>
              <a:rPr dirty="0" smtClean="0" sz="2050" spc="10">
                <a:latin typeface="Symbol"/>
                <a:cs typeface="Symbol"/>
              </a:rPr>
              <a:t></a:t>
            </a:r>
            <a:r>
              <a:rPr dirty="0" smtClean="0" sz="2050" spc="-12">
                <a:latin typeface="Times New Roman"/>
                <a:cs typeface="Times New Roman"/>
              </a:rPr>
              <a:t> </a:t>
            </a:r>
            <a:r>
              <a:rPr dirty="0" smtClean="0" sz="2050" spc="-12" i="1">
                <a:latin typeface="Times New Roman"/>
                <a:cs typeface="Times New Roman"/>
              </a:rPr>
              <a:t>t</a:t>
            </a:r>
            <a:r>
              <a:rPr dirty="0" smtClean="0" sz="2050" spc="-12" i="1">
                <a:latin typeface="Times New Roman"/>
                <a:cs typeface="Times New Roman"/>
              </a:rPr>
              <a:t> </a:t>
            </a:r>
            <a:r>
              <a:rPr dirty="0" smtClean="0" sz="2050" spc="10">
                <a:latin typeface="Symbol"/>
                <a:cs typeface="Symbol"/>
              </a:rPr>
              <a:t>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72262" y="5457315"/>
            <a:ext cx="337100" cy="845522"/>
          </a:xfrm>
          <a:prstGeom prst="rect">
            <a:avLst/>
          </a:prstGeom>
        </p:spPr>
        <p:txBody>
          <a:bodyPr wrap="square" lIns="0" tIns="12192" rIns="0" bIns="0" rtlCol="0">
            <a:noAutofit/>
          </a:bodyPr>
          <a:lstStyle/>
          <a:p>
            <a:pPr marL="12700" marR="56761">
              <a:lnSpc>
                <a:spcPts val="1920"/>
              </a:lnSpc>
            </a:pPr>
            <a:r>
              <a:rPr dirty="0" smtClean="0" sz="2050" spc="9">
                <a:latin typeface="Symbol"/>
                <a:cs typeface="Symbol"/>
              </a:rPr>
              <a:t></a:t>
            </a:r>
            <a:endParaRPr sz="2050">
              <a:latin typeface="Symbol"/>
              <a:cs typeface="Symbol"/>
            </a:endParaRPr>
          </a:p>
          <a:p>
            <a:pPr marL="12700" marR="56761">
              <a:lnSpc>
                <a:spcPts val="1739"/>
              </a:lnSpc>
            </a:pPr>
            <a:r>
              <a:rPr dirty="0" smtClean="0" sz="2050" spc="9">
                <a:latin typeface="Symbol"/>
                <a:cs typeface="Symbol"/>
              </a:rPr>
              <a:t></a:t>
            </a:r>
            <a:endParaRPr sz="2050">
              <a:latin typeface="Symbol"/>
              <a:cs typeface="Symbol"/>
            </a:endParaRPr>
          </a:p>
          <a:p>
            <a:pPr marL="12700">
              <a:lnSpc>
                <a:spcPts val="2980"/>
              </a:lnSpc>
              <a:spcBef>
                <a:spcPts val="62"/>
              </a:spcBef>
            </a:pPr>
            <a:r>
              <a:rPr dirty="0" smtClean="0" baseline="21236" sz="3075" spc="-502">
                <a:latin typeface="Symbol"/>
                <a:cs typeface="Symbol"/>
              </a:rPr>
              <a:t></a:t>
            </a:r>
            <a:r>
              <a:rPr dirty="0" smtClean="0" sz="2050" spc="-502">
                <a:latin typeface="Symbol"/>
                <a:cs typeface="Symbol"/>
              </a:rPr>
              <a:t></a:t>
            </a:r>
            <a:r>
              <a:rPr dirty="0" smtClean="0" baseline="9898" sz="3075" spc="9">
                <a:latin typeface="Times New Roman"/>
                <a:cs typeface="Times New Roman"/>
              </a:rPr>
              <a:t>0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62070" y="5606973"/>
            <a:ext cx="821316" cy="331499"/>
          </a:xfrm>
          <a:prstGeom prst="rect">
            <a:avLst/>
          </a:prstGeom>
        </p:spPr>
        <p:txBody>
          <a:bodyPr wrap="square" lIns="0" tIns="16002" rIns="0" bIns="0" rtlCol="0">
            <a:noAutofit/>
          </a:bodyPr>
          <a:lstStyle/>
          <a:p>
            <a:pPr marL="12700">
              <a:lnSpc>
                <a:spcPts val="2520"/>
              </a:lnSpc>
            </a:pPr>
            <a:r>
              <a:rPr dirty="0" smtClean="0" sz="2050" spc="13" i="1">
                <a:latin typeface="Times New Roman"/>
                <a:cs typeface="Times New Roman"/>
              </a:rPr>
              <a:t>w</a:t>
            </a:r>
            <a:r>
              <a:rPr dirty="0" smtClean="0" baseline="-12078" sz="1800" spc="13" i="1">
                <a:latin typeface="Times New Roman"/>
                <a:cs typeface="Times New Roman"/>
              </a:rPr>
              <a:t>T</a:t>
            </a:r>
            <a:r>
              <a:rPr dirty="0" smtClean="0" baseline="-12078" sz="1800" spc="13" i="1">
                <a:latin typeface="Times New Roman"/>
                <a:cs typeface="Times New Roman"/>
              </a:rPr>
              <a:t> </a:t>
            </a:r>
            <a:r>
              <a:rPr dirty="0" smtClean="0" sz="2050" spc="13">
                <a:latin typeface="Times New Roman"/>
                <a:cs typeface="Times New Roman"/>
              </a:rPr>
              <a:t>(</a:t>
            </a:r>
            <a:r>
              <a:rPr dirty="0" smtClean="0" sz="2050" spc="13" i="1">
                <a:latin typeface="Times New Roman"/>
                <a:cs typeface="Times New Roman"/>
              </a:rPr>
              <a:t>t</a:t>
            </a:r>
            <a:r>
              <a:rPr dirty="0" smtClean="0" sz="2050" spc="13">
                <a:latin typeface="Times New Roman"/>
                <a:cs typeface="Times New Roman"/>
              </a:rPr>
              <a:t>)</a:t>
            </a:r>
            <a:r>
              <a:rPr dirty="0" smtClean="0" sz="2050" spc="13">
                <a:latin typeface="Times New Roman"/>
                <a:cs typeface="Times New Roman"/>
              </a:rPr>
              <a:t> </a:t>
            </a:r>
            <a:r>
              <a:rPr dirty="0" smtClean="0" sz="2050" spc="21">
                <a:latin typeface="Symbol"/>
                <a:cs typeface="Symbol"/>
              </a:rPr>
              <a:t></a:t>
            </a:r>
            <a:endParaRPr sz="2050">
              <a:latin typeface="Symbol"/>
              <a:cs typeface="Symbo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40145" y="5633883"/>
            <a:ext cx="193548" cy="283668"/>
          </a:xfrm>
          <a:prstGeom prst="rect">
            <a:avLst/>
          </a:prstGeom>
        </p:spPr>
        <p:txBody>
          <a:bodyPr wrap="square" lIns="0" tIns="13779" rIns="0" bIns="0" rtlCol="0">
            <a:noAutofit/>
          </a:bodyPr>
          <a:lstStyle/>
          <a:p>
            <a:pPr marL="12700">
              <a:lnSpc>
                <a:spcPts val="2170"/>
              </a:lnSpc>
            </a:pPr>
            <a:r>
              <a:rPr dirty="0" smtClean="0" sz="2050" spc="9">
                <a:latin typeface="Times New Roman"/>
                <a:cs typeface="Times New Roman"/>
              </a:rPr>
              <a:t>2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24353" y="5961152"/>
            <a:ext cx="831531" cy="283668"/>
          </a:xfrm>
          <a:prstGeom prst="rect">
            <a:avLst/>
          </a:prstGeom>
        </p:spPr>
        <p:txBody>
          <a:bodyPr wrap="square" lIns="0" tIns="13779" rIns="0" bIns="0" rtlCol="0">
            <a:noAutofit/>
          </a:bodyPr>
          <a:lstStyle/>
          <a:p>
            <a:pPr marL="12700">
              <a:lnSpc>
                <a:spcPts val="2170"/>
              </a:lnSpc>
            </a:pPr>
            <a:r>
              <a:rPr dirty="0" smtClean="0" sz="2050" spc="18">
                <a:latin typeface="Times New Roman"/>
                <a:cs typeface="Times New Roman"/>
              </a:rPr>
              <a:t>l</a:t>
            </a:r>
            <a:r>
              <a:rPr dirty="0" smtClean="0" sz="2050" spc="18">
                <a:latin typeface="Times New Roman"/>
                <a:cs typeface="Times New Roman"/>
              </a:rPr>
              <a:t>a</a:t>
            </a:r>
            <a:r>
              <a:rPr dirty="0" smtClean="0" sz="2050" spc="18">
                <a:latin typeface="Times New Roman"/>
                <a:cs typeface="Times New Roman"/>
              </a:rPr>
              <a:t>i</a:t>
            </a:r>
            <a:r>
              <a:rPr dirty="0" smtClean="0" sz="2050" spc="18">
                <a:latin typeface="Times New Roman"/>
                <a:cs typeface="Times New Roman"/>
              </a:rPr>
              <a:t>n</a:t>
            </a:r>
            <a:r>
              <a:rPr dirty="0" smtClean="0" sz="2050" spc="18">
                <a:latin typeface="Times New Roman"/>
                <a:cs typeface="Times New Roman"/>
              </a:rPr>
              <a:t>n</a:t>
            </a:r>
            <a:r>
              <a:rPr dirty="0" smtClean="0" sz="2050" spc="18">
                <a:latin typeface="Times New Roman"/>
                <a:cs typeface="Times New Roman"/>
              </a:rPr>
              <a:t>y</a:t>
            </a:r>
            <a:r>
              <a:rPr dirty="0" smtClean="0" sz="2050" spc="18">
                <a:latin typeface="Times New Roman"/>
                <a:cs typeface="Times New Roman"/>
              </a:rPr>
              <a:t>a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36100" y="6471832"/>
            <a:ext cx="35532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962" y="765810"/>
            <a:ext cx="8229600" cy="987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Power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Spectral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Dens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ty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dari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yal</a:t>
            </a:r>
            <a:endParaRPr sz="3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96807" y="3047238"/>
            <a:ext cx="987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481175" y="3047238"/>
            <a:ext cx="9978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849392" y="3707460"/>
            <a:ext cx="84452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277394" y="4022338"/>
            <a:ext cx="5543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404779" y="4022338"/>
            <a:ext cx="6133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552300" y="4022338"/>
            <a:ext cx="16330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object 3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57962" y="765810"/>
            <a:ext cx="4265676" cy="630936"/>
          </a:xfrm>
          <a:custGeom>
            <a:avLst/>
            <a:gdLst/>
            <a:ahLst/>
            <a:cxnLst/>
            <a:rect l="l" t="t" r="r" b="b"/>
            <a:pathLst>
              <a:path w="4265676" h="630936">
                <a:moveTo>
                  <a:pt x="0" y="630936"/>
                </a:moveTo>
                <a:lnTo>
                  <a:pt x="4265676" y="630936"/>
                </a:lnTo>
                <a:lnTo>
                  <a:pt x="4265676" y="0"/>
                </a:lnTo>
                <a:lnTo>
                  <a:pt x="0" y="0"/>
                </a:lnTo>
                <a:lnTo>
                  <a:pt x="0" y="630936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412492" y="2362200"/>
            <a:ext cx="4750308" cy="1551432"/>
          </a:xfrm>
          <a:custGeom>
            <a:avLst/>
            <a:gdLst/>
            <a:ahLst/>
            <a:cxnLst/>
            <a:rect l="l" t="t" r="r" b="b"/>
            <a:pathLst>
              <a:path w="4750308" h="1551431">
                <a:moveTo>
                  <a:pt x="0" y="1551432"/>
                </a:moveTo>
                <a:lnTo>
                  <a:pt x="4750308" y="1551432"/>
                </a:lnTo>
                <a:lnTo>
                  <a:pt x="4750308" y="0"/>
                </a:lnTo>
                <a:lnTo>
                  <a:pt x="0" y="0"/>
                </a:lnTo>
                <a:lnTo>
                  <a:pt x="0" y="1551432"/>
                </a:lnTo>
                <a:close/>
              </a:path>
            </a:pathLst>
          </a:custGeom>
          <a:solidFill>
            <a:srgbClr val="CCCC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069442" y="3565552"/>
            <a:ext cx="361793" cy="0"/>
          </a:xfrm>
          <a:custGeom>
            <a:avLst/>
            <a:gdLst/>
            <a:ahLst/>
            <a:cxnLst/>
            <a:rect l="l" t="t" r="r" b="b"/>
            <a:pathLst>
              <a:path w="361793" h="0">
                <a:moveTo>
                  <a:pt x="0" y="0"/>
                </a:moveTo>
                <a:lnTo>
                  <a:pt x="361793" y="0"/>
                </a:lnTo>
              </a:path>
            </a:pathLst>
          </a:custGeom>
          <a:ln w="118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407920" y="2357628"/>
            <a:ext cx="4759452" cy="1560576"/>
          </a:xfrm>
          <a:custGeom>
            <a:avLst/>
            <a:gdLst/>
            <a:ahLst/>
            <a:cxnLst/>
            <a:rect l="l" t="t" r="r" b="b"/>
            <a:pathLst>
              <a:path w="4759452" h="1560576">
                <a:moveTo>
                  <a:pt x="0" y="1560576"/>
                </a:moveTo>
                <a:lnTo>
                  <a:pt x="4759452" y="1560576"/>
                </a:lnTo>
                <a:lnTo>
                  <a:pt x="4759452" y="0"/>
                </a:lnTo>
                <a:lnTo>
                  <a:pt x="0" y="0"/>
                </a:lnTo>
                <a:lnTo>
                  <a:pt x="0" y="1560576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12140" y="1639117"/>
            <a:ext cx="8703081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 b="1">
                <a:latin typeface="Arial"/>
                <a:cs typeface="Arial"/>
              </a:rPr>
              <a:t>Jo</a:t>
            </a:r>
            <a:r>
              <a:rPr dirty="0" smtClean="0" sz="1800" spc="-3" b="1">
                <a:latin typeface="Arial"/>
                <a:cs typeface="Arial"/>
              </a:rPr>
              <a:t>s</a:t>
            </a:r>
            <a:r>
              <a:rPr dirty="0" smtClean="0" sz="1800" spc="-3" b="1">
                <a:latin typeface="Arial"/>
                <a:cs typeface="Arial"/>
              </a:rPr>
              <a:t>eph</a:t>
            </a:r>
            <a:r>
              <a:rPr dirty="0" smtClean="0" sz="1800" spc="-3" b="1">
                <a:latin typeface="Arial"/>
                <a:cs typeface="Arial"/>
              </a:rPr>
              <a:t> </a:t>
            </a:r>
            <a:r>
              <a:rPr dirty="0" smtClean="0" sz="1800" spc="-3" b="1">
                <a:latin typeface="Arial"/>
                <a:cs typeface="Arial"/>
              </a:rPr>
              <a:t> </a:t>
            </a:r>
            <a:r>
              <a:rPr dirty="0" smtClean="0" sz="1800" spc="-3" b="1">
                <a:latin typeface="Arial"/>
                <a:cs typeface="Arial"/>
              </a:rPr>
              <a:t>F</a:t>
            </a:r>
            <a:r>
              <a:rPr dirty="0" smtClean="0" sz="1800" spc="-3" b="1">
                <a:latin typeface="Arial"/>
                <a:cs typeface="Arial"/>
              </a:rPr>
              <a:t>o</a:t>
            </a:r>
            <a:r>
              <a:rPr dirty="0" smtClean="0" sz="1800" spc="-3" b="1">
                <a:latin typeface="Arial"/>
                <a:cs typeface="Arial"/>
              </a:rPr>
              <a:t>urier</a:t>
            </a:r>
            <a:r>
              <a:rPr dirty="0" smtClean="0" sz="1800" spc="-3" b="1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mem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er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h</a:t>
            </a:r>
            <a:r>
              <a:rPr dirty="0" smtClean="0" sz="1800" spc="-3">
                <a:latin typeface="Arial"/>
                <a:cs typeface="Arial"/>
              </a:rPr>
              <a:t>atk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h</a:t>
            </a:r>
            <a:r>
              <a:rPr dirty="0" smtClean="0" sz="1800" spc="-3">
                <a:latin typeface="Arial"/>
                <a:cs typeface="Arial"/>
              </a:rPr>
              <a:t>w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fu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gsi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ri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k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F(</a:t>
            </a:r>
            <a:r>
              <a:rPr dirty="0" smtClean="0" sz="1800" spc="-3">
                <a:latin typeface="Arial"/>
                <a:cs typeface="Arial"/>
              </a:rPr>
              <a:t>f</a:t>
            </a:r>
            <a:r>
              <a:rPr dirty="0" smtClean="0" sz="1800" spc="-3">
                <a:latin typeface="Arial"/>
                <a:cs typeface="Arial"/>
              </a:rPr>
              <a:t>)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an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ri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de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T</a:t>
            </a:r>
            <a:r>
              <a:rPr dirty="0" smtClean="0" sz="1800" spc="-3">
                <a:latin typeface="Arial"/>
                <a:cs typeface="Arial"/>
              </a:rPr>
              <a:t>,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s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lu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un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j</a:t>
            </a:r>
            <a:r>
              <a:rPr dirty="0" smtClean="0" sz="1800" spc="0">
                <a:latin typeface="Arial"/>
                <a:cs typeface="Arial"/>
              </a:rPr>
              <a:t>uml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(mu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gk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j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ga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tak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er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at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j</a:t>
            </a:r>
            <a:r>
              <a:rPr dirty="0" smtClean="0" sz="1800" spc="0">
                <a:latin typeface="Arial"/>
                <a:cs typeface="Arial"/>
              </a:rPr>
              <a:t>uml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us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12140" y="2187510"/>
            <a:ext cx="1341373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c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s.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179647" y="2413092"/>
            <a:ext cx="344647" cy="3543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2720"/>
              </a:lnSpc>
            </a:pPr>
            <a:r>
              <a:rPr dirty="0" smtClean="0" baseline="7905" sz="3300" spc="13" i="1" u="sng">
                <a:latin typeface="Times New Roman"/>
                <a:cs typeface="Times New Roman"/>
              </a:rPr>
              <a:t>a</a:t>
            </a:r>
            <a:r>
              <a:rPr dirty="0" smtClean="0" baseline="-11149" sz="1950" spc="13" u="sng">
                <a:latin typeface="Times New Roman"/>
                <a:cs typeface="Times New Roman"/>
              </a:rPr>
              <a:t>0</a:t>
            </a:r>
            <a:r>
              <a:rPr dirty="0" smtClean="0" baseline="-11149" sz="1950" spc="13" u="sng">
                <a:latin typeface="Times New Roman"/>
                <a:cs typeface="Times New Roman"/>
              </a:rPr>
              <a:t> 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716571" y="2536046"/>
            <a:ext cx="395425" cy="447738"/>
          </a:xfrm>
          <a:prstGeom prst="rect">
            <a:avLst/>
          </a:prstGeom>
        </p:spPr>
        <p:txBody>
          <a:bodyPr wrap="square" lIns="0" tIns="22383" rIns="0" bIns="0" rtlCol="0">
            <a:noAutofit/>
          </a:bodyPr>
          <a:lstStyle/>
          <a:p>
            <a:pPr marL="12700">
              <a:lnSpc>
                <a:spcPts val="3525"/>
              </a:lnSpc>
            </a:pPr>
            <a:r>
              <a:rPr dirty="0" smtClean="0" sz="3350" spc="46">
                <a:latin typeface="Symbol"/>
                <a:cs typeface="Symbol"/>
              </a:rPr>
              <a:t></a:t>
            </a:r>
            <a:endParaRPr sz="3350">
              <a:latin typeface="Symbol"/>
              <a:cs typeface="Symbo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61717" y="2573925"/>
            <a:ext cx="3121443" cy="324197"/>
          </a:xfrm>
          <a:prstGeom prst="rect">
            <a:avLst/>
          </a:prstGeom>
        </p:spPr>
        <p:txBody>
          <a:bodyPr wrap="square" lIns="0" tIns="16033" rIns="0" bIns="0" rtlCol="0">
            <a:noAutofit/>
          </a:bodyPr>
          <a:lstStyle/>
          <a:p>
            <a:pPr marL="12700">
              <a:lnSpc>
                <a:spcPts val="2525"/>
              </a:lnSpc>
            </a:pPr>
            <a:r>
              <a:rPr dirty="0" smtClean="0" sz="2200" spc="68" i="1">
                <a:latin typeface="Times New Roman"/>
                <a:cs typeface="Times New Roman"/>
              </a:rPr>
              <a:t>a</a:t>
            </a:r>
            <a:r>
              <a:rPr dirty="0" smtClean="0" sz="2200" spc="68" i="1">
                <a:latin typeface="Times New Roman"/>
                <a:cs typeface="Times New Roman"/>
              </a:rPr>
              <a:t> </a:t>
            </a:r>
            <a:r>
              <a:rPr dirty="0" smtClean="0" sz="2200" spc="68" i="1">
                <a:latin typeface="Times New Roman"/>
                <a:cs typeface="Times New Roman"/>
              </a:rPr>
              <a:t> </a:t>
            </a:r>
            <a:r>
              <a:rPr dirty="0" smtClean="0" sz="2200" spc="68">
                <a:latin typeface="Times New Roman"/>
                <a:cs typeface="Times New Roman"/>
              </a:rPr>
              <a:t>c</a:t>
            </a:r>
            <a:r>
              <a:rPr dirty="0" smtClean="0" sz="2200" spc="68">
                <a:latin typeface="Times New Roman"/>
                <a:cs typeface="Times New Roman"/>
              </a:rPr>
              <a:t>o</a:t>
            </a:r>
            <a:r>
              <a:rPr dirty="0" smtClean="0" sz="2200" spc="68">
                <a:latin typeface="Times New Roman"/>
                <a:cs typeface="Times New Roman"/>
              </a:rPr>
              <a:t>s</a:t>
            </a:r>
            <a:r>
              <a:rPr dirty="0" smtClean="0" sz="2200" spc="68">
                <a:latin typeface="Times New Roman"/>
                <a:cs typeface="Times New Roman"/>
              </a:rPr>
              <a:t>(</a:t>
            </a:r>
            <a:r>
              <a:rPr dirty="0" smtClean="0" sz="2200" spc="68" i="1">
                <a:latin typeface="Times New Roman"/>
                <a:cs typeface="Times New Roman"/>
              </a:rPr>
              <a:t>n</a:t>
            </a:r>
            <a:r>
              <a:rPr dirty="0" smtClean="0" sz="2350" spc="0">
                <a:latin typeface="Symbol"/>
                <a:cs typeface="Symbol"/>
              </a:rPr>
              <a:t></a:t>
            </a:r>
            <a:r>
              <a:rPr dirty="0" smtClean="0" sz="2350" spc="68">
                <a:latin typeface="Times New Roman"/>
                <a:cs typeface="Times New Roman"/>
              </a:rPr>
              <a:t> </a:t>
            </a:r>
            <a:r>
              <a:rPr dirty="0" smtClean="0" sz="2200" spc="68" i="1">
                <a:latin typeface="Times New Roman"/>
                <a:cs typeface="Times New Roman"/>
              </a:rPr>
              <a:t>t</a:t>
            </a:r>
            <a:r>
              <a:rPr dirty="0" smtClean="0" sz="2200" spc="68">
                <a:latin typeface="Times New Roman"/>
                <a:cs typeface="Times New Roman"/>
              </a:rPr>
              <a:t>)</a:t>
            </a:r>
            <a:r>
              <a:rPr dirty="0" smtClean="0" sz="2200" spc="68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</a:t>
            </a:r>
            <a:r>
              <a:rPr dirty="0" smtClean="0" sz="2200" spc="68">
                <a:latin typeface="Times New Roman"/>
                <a:cs typeface="Times New Roman"/>
              </a:rPr>
              <a:t> </a:t>
            </a:r>
            <a:r>
              <a:rPr dirty="0" smtClean="0" sz="2200" spc="68" i="1">
                <a:latin typeface="Times New Roman"/>
                <a:cs typeface="Times New Roman"/>
              </a:rPr>
              <a:t>b</a:t>
            </a:r>
            <a:r>
              <a:rPr dirty="0" smtClean="0" sz="2200" spc="68" i="1">
                <a:latin typeface="Times New Roman"/>
                <a:cs typeface="Times New Roman"/>
              </a:rPr>
              <a:t> </a:t>
            </a:r>
            <a:r>
              <a:rPr dirty="0" smtClean="0" sz="2200" spc="68">
                <a:latin typeface="Times New Roman"/>
                <a:cs typeface="Times New Roman"/>
              </a:rPr>
              <a:t>s</a:t>
            </a:r>
            <a:r>
              <a:rPr dirty="0" smtClean="0" sz="2200" spc="68">
                <a:latin typeface="Times New Roman"/>
                <a:cs typeface="Times New Roman"/>
              </a:rPr>
              <a:t>i</a:t>
            </a:r>
            <a:r>
              <a:rPr dirty="0" smtClean="0" sz="2200" spc="68">
                <a:latin typeface="Times New Roman"/>
                <a:cs typeface="Times New Roman"/>
              </a:rPr>
              <a:t>n</a:t>
            </a:r>
            <a:r>
              <a:rPr dirty="0" smtClean="0" sz="2200" spc="68">
                <a:latin typeface="Times New Roman"/>
                <a:cs typeface="Times New Roman"/>
              </a:rPr>
              <a:t>(</a:t>
            </a:r>
            <a:r>
              <a:rPr dirty="0" smtClean="0" sz="2200" spc="68" i="1">
                <a:latin typeface="Times New Roman"/>
                <a:cs typeface="Times New Roman"/>
              </a:rPr>
              <a:t>n</a:t>
            </a:r>
            <a:r>
              <a:rPr dirty="0" smtClean="0" sz="2350" spc="0">
                <a:latin typeface="Symbol"/>
                <a:cs typeface="Symbol"/>
              </a:rPr>
              <a:t></a:t>
            </a:r>
            <a:r>
              <a:rPr dirty="0" smtClean="0" sz="2350" spc="68">
                <a:latin typeface="Times New Roman"/>
                <a:cs typeface="Times New Roman"/>
              </a:rPr>
              <a:t> </a:t>
            </a:r>
            <a:r>
              <a:rPr dirty="0" smtClean="0" sz="2200" spc="68" i="1">
                <a:latin typeface="Times New Roman"/>
                <a:cs typeface="Times New Roman"/>
              </a:rPr>
              <a:t>t</a:t>
            </a:r>
            <a:r>
              <a:rPr dirty="0" smtClean="0" sz="2200" spc="68">
                <a:latin typeface="Times New Roman"/>
                <a:cs typeface="Times New Roman"/>
              </a:rPr>
              <a:t>)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452050" y="2586864"/>
            <a:ext cx="705098" cy="311258"/>
          </a:xfrm>
          <a:prstGeom prst="rect">
            <a:avLst/>
          </a:prstGeom>
        </p:spPr>
        <p:txBody>
          <a:bodyPr wrap="square" lIns="0" tIns="15240" rIns="0" bIns="0" rtlCol="0">
            <a:noAutofit/>
          </a:bodyPr>
          <a:lstStyle/>
          <a:p>
            <a:pPr marL="12700">
              <a:lnSpc>
                <a:spcPts val="2400"/>
              </a:lnSpc>
            </a:pPr>
            <a:r>
              <a:rPr dirty="0" smtClean="0" sz="2200" spc="-43" i="1">
                <a:latin typeface="Times New Roman"/>
                <a:cs typeface="Times New Roman"/>
              </a:rPr>
              <a:t>F</a:t>
            </a:r>
            <a:r>
              <a:rPr dirty="0" smtClean="0" sz="2200" spc="-43" i="1">
                <a:latin typeface="Times New Roman"/>
                <a:cs typeface="Times New Roman"/>
              </a:rPr>
              <a:t> </a:t>
            </a:r>
            <a:r>
              <a:rPr dirty="0" smtClean="0" sz="2200" spc="-43">
                <a:latin typeface="Times New Roman"/>
                <a:cs typeface="Times New Roman"/>
              </a:rPr>
              <a:t>(</a:t>
            </a:r>
            <a:r>
              <a:rPr dirty="0" smtClean="0" sz="2200" spc="-43" i="1">
                <a:latin typeface="Times New Roman"/>
                <a:cs typeface="Times New Roman"/>
              </a:rPr>
              <a:t>t</a:t>
            </a:r>
            <a:r>
              <a:rPr dirty="0" smtClean="0" sz="2200" spc="-43">
                <a:latin typeface="Times New Roman"/>
                <a:cs typeface="Times New Roman"/>
              </a:rPr>
              <a:t>)</a:t>
            </a:r>
            <a:r>
              <a:rPr dirty="0" smtClean="0" sz="2200" spc="23">
                <a:latin typeface="Symbol"/>
                <a:cs typeface="Symbol"/>
              </a:rPr>
              <a:t>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08123" y="2586864"/>
            <a:ext cx="224919" cy="306764"/>
          </a:xfrm>
          <a:prstGeom prst="rect">
            <a:avLst/>
          </a:prstGeom>
        </p:spPr>
        <p:txBody>
          <a:bodyPr wrap="square" lIns="0" tIns="15240" rIns="0" bIns="0" rtlCol="0">
            <a:noAutofit/>
          </a:bodyPr>
          <a:lstStyle/>
          <a:p>
            <a:pPr marL="12700">
              <a:lnSpc>
                <a:spcPts val="2400"/>
              </a:lnSpc>
            </a:pPr>
            <a:r>
              <a:rPr dirty="0" smtClean="0" sz="2200" spc="23">
                <a:latin typeface="Symbol"/>
                <a:cs typeface="Symbol"/>
              </a:rPr>
              <a:t>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08713" y="2756250"/>
            <a:ext cx="133568" cy="189487"/>
          </a:xfrm>
          <a:prstGeom prst="rect">
            <a:avLst/>
          </a:prstGeom>
        </p:spPr>
        <p:txBody>
          <a:bodyPr wrap="square" lIns="0" tIns="9017" rIns="0" bIns="0" rtlCol="0">
            <a:noAutofit/>
          </a:bodyPr>
          <a:lstStyle/>
          <a:p>
            <a:pPr marL="12700">
              <a:lnSpc>
                <a:spcPts val="1420"/>
              </a:lnSpc>
            </a:pPr>
            <a:r>
              <a:rPr dirty="0" smtClean="0" sz="1300" spc="5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179181" y="2756250"/>
            <a:ext cx="142926" cy="189487"/>
          </a:xfrm>
          <a:prstGeom prst="rect">
            <a:avLst/>
          </a:prstGeom>
        </p:spPr>
        <p:txBody>
          <a:bodyPr wrap="square" lIns="0" tIns="9017" rIns="0" bIns="0" rtlCol="0">
            <a:noAutofit/>
          </a:bodyPr>
          <a:lstStyle/>
          <a:p>
            <a:pPr marL="12700">
              <a:lnSpc>
                <a:spcPts val="1420"/>
              </a:lnSpc>
            </a:pPr>
            <a:r>
              <a:rPr dirty="0" smtClean="0" sz="1300" spc="6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876941" y="2756250"/>
            <a:ext cx="133568" cy="189487"/>
          </a:xfrm>
          <a:prstGeom prst="rect">
            <a:avLst/>
          </a:prstGeom>
        </p:spPr>
        <p:txBody>
          <a:bodyPr wrap="square" lIns="0" tIns="9017" rIns="0" bIns="0" rtlCol="0">
            <a:noAutofit/>
          </a:bodyPr>
          <a:lstStyle/>
          <a:p>
            <a:pPr marL="12700">
              <a:lnSpc>
                <a:spcPts val="1420"/>
              </a:lnSpc>
            </a:pPr>
            <a:r>
              <a:rPr dirty="0" smtClean="0" sz="1300" spc="5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98727" y="2756250"/>
            <a:ext cx="142926" cy="189487"/>
          </a:xfrm>
          <a:prstGeom prst="rect">
            <a:avLst/>
          </a:prstGeom>
        </p:spPr>
        <p:txBody>
          <a:bodyPr wrap="square" lIns="0" tIns="9017" rIns="0" bIns="0" rtlCol="0">
            <a:noAutofit/>
          </a:bodyPr>
          <a:lstStyle/>
          <a:p>
            <a:pPr marL="12700">
              <a:lnSpc>
                <a:spcPts val="1420"/>
              </a:lnSpc>
            </a:pPr>
            <a:r>
              <a:rPr dirty="0" smtClean="0" sz="1300" spc="6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425060" y="3379534"/>
            <a:ext cx="637729" cy="371240"/>
          </a:xfrm>
          <a:prstGeom prst="rect">
            <a:avLst/>
          </a:prstGeom>
        </p:spPr>
        <p:txBody>
          <a:bodyPr wrap="square" lIns="0" tIns="18097" rIns="0" bIns="0" rtlCol="0">
            <a:noAutofit/>
          </a:bodyPr>
          <a:lstStyle/>
          <a:p>
            <a:pPr marL="12700">
              <a:lnSpc>
                <a:spcPts val="2850"/>
              </a:lnSpc>
            </a:pPr>
            <a:r>
              <a:rPr dirty="0" smtClean="0" sz="2350" spc="0">
                <a:latin typeface="Symbol"/>
                <a:cs typeface="Symbol"/>
              </a:rPr>
              <a:t></a:t>
            </a:r>
            <a:r>
              <a:rPr dirty="0" smtClean="0" baseline="-13379" sz="1950" spc="81" i="1">
                <a:latin typeface="Times New Roman"/>
                <a:cs typeface="Times New Roman"/>
              </a:rPr>
              <a:t>T</a:t>
            </a:r>
            <a:r>
              <a:rPr dirty="0" smtClean="0" baseline="-13379" sz="1950" spc="81" i="1">
                <a:latin typeface="Times New Roman"/>
                <a:cs typeface="Times New Roman"/>
              </a:rPr>
              <a:t> </a:t>
            </a:r>
            <a:r>
              <a:rPr dirty="0" smtClean="0" baseline="-13379" sz="1950" spc="81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94329" y="3379534"/>
            <a:ext cx="762085" cy="371240"/>
          </a:xfrm>
          <a:prstGeom prst="rect">
            <a:avLst/>
          </a:prstGeom>
        </p:spPr>
        <p:txBody>
          <a:bodyPr wrap="square" lIns="0" tIns="18097" rIns="0" bIns="0" rtlCol="0">
            <a:noAutofit/>
          </a:bodyPr>
          <a:lstStyle/>
          <a:p>
            <a:pPr marL="12700">
              <a:lnSpc>
                <a:spcPts val="2850"/>
              </a:lnSpc>
            </a:pPr>
            <a:r>
              <a:rPr dirty="0" smtClean="0" sz="2200" spc="-32">
                <a:latin typeface="Symbol"/>
                <a:cs typeface="Symbol"/>
              </a:rPr>
              <a:t></a:t>
            </a:r>
            <a:r>
              <a:rPr dirty="0" smtClean="0" sz="2200" spc="14">
                <a:latin typeface="Times New Roman"/>
                <a:cs typeface="Times New Roman"/>
              </a:rPr>
              <a:t> </a:t>
            </a:r>
            <a:r>
              <a:rPr dirty="0" smtClean="0" sz="2200" spc="14">
                <a:latin typeface="Times New Roman"/>
                <a:cs typeface="Times New Roman"/>
              </a:rPr>
              <a:t>2</a:t>
            </a:r>
            <a:r>
              <a:rPr dirty="0" smtClean="0" sz="2350" spc="-32">
                <a:latin typeface="Symbol"/>
                <a:cs typeface="Symbol"/>
              </a:rPr>
              <a:t></a:t>
            </a:r>
            <a:r>
              <a:rPr dirty="0" smtClean="0" sz="2200" spc="14" i="1">
                <a:latin typeface="Times New Roman"/>
                <a:cs typeface="Times New Roman"/>
              </a:rPr>
              <a:t>f</a:t>
            </a:r>
            <a:r>
              <a:rPr dirty="0" smtClean="0" baseline="-13379" sz="1950" spc="14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88340" y="4030026"/>
            <a:ext cx="1365179" cy="5288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k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mp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si</a:t>
            </a:r>
            <a:r>
              <a:rPr dirty="0" smtClean="0" sz="1800" spc="-2">
                <a:latin typeface="Arial"/>
                <a:cs typeface="Arial"/>
              </a:rPr>
              <a:t>s</a:t>
            </a:r>
            <a:r>
              <a:rPr dirty="0" smtClean="0" sz="1800" spc="-2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  <a:p>
            <a:pPr marL="12700" marR="34335">
              <a:lnSpc>
                <a:spcPct val="95825"/>
              </a:lnSpc>
            </a:pPr>
            <a:r>
              <a:rPr dirty="0" smtClean="0" sz="1800" spc="1" i="1">
                <a:latin typeface="Arial"/>
                <a:cs typeface="Arial"/>
              </a:rPr>
              <a:t>Fo</a:t>
            </a:r>
            <a:r>
              <a:rPr dirty="0" smtClean="0" sz="1800" spc="1" i="1">
                <a:latin typeface="Arial"/>
                <a:cs typeface="Arial"/>
              </a:rPr>
              <a:t>u</a:t>
            </a:r>
            <a:r>
              <a:rPr dirty="0" smtClean="0" sz="1800" spc="1" i="1">
                <a:latin typeface="Arial"/>
                <a:cs typeface="Arial"/>
              </a:rPr>
              <a:t>ri</a:t>
            </a:r>
            <a:r>
              <a:rPr dirty="0" smtClean="0" sz="1800" spc="1" i="1">
                <a:latin typeface="Arial"/>
                <a:cs typeface="Arial"/>
              </a:rPr>
              <a:t>e</a:t>
            </a:r>
            <a:r>
              <a:rPr dirty="0" smtClean="0" sz="1800" spc="1" i="1">
                <a:latin typeface="Arial"/>
                <a:cs typeface="Arial"/>
              </a:rPr>
              <a:t>r</a:t>
            </a:r>
            <a:r>
              <a:rPr dirty="0" smtClean="0" sz="1800" spc="1" i="1">
                <a:latin typeface="Arial"/>
                <a:cs typeface="Arial"/>
              </a:rPr>
              <a:t> </a:t>
            </a:r>
            <a:r>
              <a:rPr dirty="0" smtClean="0" sz="1800" spc="1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060166" y="4030026"/>
            <a:ext cx="7297777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ters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D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r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t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Fo</a:t>
            </a:r>
            <a:r>
              <a:rPr dirty="0" smtClean="0" sz="1800" spc="0" i="1">
                <a:latin typeface="Arial"/>
                <a:cs typeface="Arial"/>
              </a:rPr>
              <a:t>u</a:t>
            </a:r>
            <a:r>
              <a:rPr dirty="0" smtClean="0" sz="1800" spc="0" i="1">
                <a:latin typeface="Arial"/>
                <a:cs typeface="Arial"/>
              </a:rPr>
              <a:t>ri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r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fis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K</a:t>
            </a:r>
            <a:r>
              <a:rPr dirty="0" smtClean="0" sz="1800" spc="0" i="1">
                <a:latin typeface="Arial"/>
                <a:cs typeface="Arial"/>
              </a:rPr>
              <a:t>o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fis</a:t>
            </a:r>
            <a:r>
              <a:rPr dirty="0" smtClean="0" sz="1800" spc="0" i="1">
                <a:latin typeface="Arial"/>
                <a:cs typeface="Arial"/>
              </a:rPr>
              <a:t>i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88340" y="4853487"/>
            <a:ext cx="8199729" cy="84465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mb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tu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kom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-kom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en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ret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Fo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mb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frek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.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Gam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kem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ts val="1905"/>
              </a:lnSpc>
              <a:spcBef>
                <a:spcPts val="90"/>
              </a:spcBef>
            </a:pP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ktrum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tau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fre</a:t>
            </a:r>
            <a:r>
              <a:rPr dirty="0" smtClean="0" sz="1800" spc="0" i="1">
                <a:latin typeface="Arial"/>
                <a:cs typeface="Arial"/>
              </a:rPr>
              <a:t>q</a:t>
            </a:r>
            <a:r>
              <a:rPr dirty="0" smtClean="0" sz="1800" spc="0" i="1">
                <a:latin typeface="Arial"/>
                <a:cs typeface="Arial"/>
              </a:rPr>
              <a:t>u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cy</a:t>
            </a:r>
            <a:r>
              <a:rPr dirty="0" smtClean="0" sz="1800" spc="0" i="1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s</a:t>
            </a:r>
            <a:r>
              <a:rPr dirty="0" smtClean="0" sz="1800" spc="0" i="1">
                <a:latin typeface="Arial"/>
                <a:cs typeface="Arial"/>
              </a:rPr>
              <a:t>p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ctru</a:t>
            </a: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>
                <a:latin typeface="Arial"/>
                <a:cs typeface="Arial"/>
              </a:rPr>
              <a:t>.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</a:t>
            </a:r>
            <a:r>
              <a:rPr dirty="0" smtClean="0" baseline="-21740" sz="1800" spc="0">
                <a:latin typeface="Arial"/>
                <a:cs typeface="Arial"/>
              </a:rPr>
              <a:t>0</a:t>
            </a:r>
            <a:r>
              <a:rPr dirty="0" smtClean="0" baseline="-2174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frek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i="1">
                <a:latin typeface="Arial"/>
                <a:cs typeface="Arial"/>
              </a:rPr>
              <a:t>fu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d</a:t>
            </a:r>
            <a:r>
              <a:rPr dirty="0" smtClean="0" sz="1800" spc="0" i="1">
                <a:latin typeface="Arial"/>
                <a:cs typeface="Arial"/>
              </a:rPr>
              <a:t>a</a:t>
            </a:r>
            <a:r>
              <a:rPr dirty="0" smtClean="0" sz="1800" spc="0" i="1">
                <a:latin typeface="Arial"/>
                <a:cs typeface="Arial"/>
              </a:rPr>
              <a:t>m</a:t>
            </a:r>
            <a:r>
              <a:rPr dirty="0" smtClean="0" sz="1800" spc="0" i="1">
                <a:latin typeface="Arial"/>
                <a:cs typeface="Arial"/>
              </a:rPr>
              <a:t>e</a:t>
            </a:r>
            <a:r>
              <a:rPr dirty="0" smtClean="0" sz="1800" spc="0" i="1">
                <a:latin typeface="Arial"/>
                <a:cs typeface="Arial"/>
              </a:rPr>
              <a:t>n</a:t>
            </a:r>
            <a:r>
              <a:rPr dirty="0" smtClean="0" sz="1800" spc="0" i="1">
                <a:latin typeface="Arial"/>
                <a:cs typeface="Arial"/>
              </a:rPr>
              <a:t>tal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8340" y="5951097"/>
            <a:ext cx="8427710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1">
                <a:latin typeface="Arial"/>
                <a:cs typeface="Arial"/>
              </a:rPr>
              <a:t>B</a:t>
            </a:r>
            <a:r>
              <a:rPr dirty="0" smtClean="0" baseline="8052" sz="2700" spc="1">
                <a:latin typeface="Arial"/>
                <a:cs typeface="Arial"/>
              </a:rPr>
              <a:t>e</a:t>
            </a:r>
            <a:r>
              <a:rPr dirty="0" smtClean="0" baseline="8052" sz="2700" spc="1">
                <a:latin typeface="Arial"/>
                <a:cs typeface="Arial"/>
              </a:rPr>
              <a:t>nt</a:t>
            </a:r>
            <a:r>
              <a:rPr dirty="0" smtClean="0" baseline="8052" sz="2700" spc="1">
                <a:latin typeface="Arial"/>
                <a:cs typeface="Arial"/>
              </a:rPr>
              <a:t>u</a:t>
            </a:r>
            <a:r>
              <a:rPr dirty="0" smtClean="0" baseline="8052" sz="2700" spc="1">
                <a:latin typeface="Arial"/>
                <a:cs typeface="Arial"/>
              </a:rPr>
              <a:t>k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ke-n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d</a:t>
            </a:r>
            <a:r>
              <a:rPr dirty="0" smtClean="0" baseline="8052" sz="2700" spc="1">
                <a:latin typeface="Arial"/>
                <a:cs typeface="Arial"/>
              </a:rPr>
              <a:t>i</a:t>
            </a:r>
            <a:r>
              <a:rPr dirty="0" smtClean="0" baseline="8052" sz="2700" spc="1">
                <a:latin typeface="Arial"/>
                <a:cs typeface="Arial"/>
              </a:rPr>
              <a:t>se</a:t>
            </a:r>
            <a:r>
              <a:rPr dirty="0" smtClean="0" baseline="8052" sz="2700" spc="1">
                <a:latin typeface="Arial"/>
                <a:cs typeface="Arial"/>
              </a:rPr>
              <a:t>b</a:t>
            </a:r>
            <a:r>
              <a:rPr dirty="0" smtClean="0" baseline="8052" sz="2700" spc="1">
                <a:latin typeface="Arial"/>
                <a:cs typeface="Arial"/>
              </a:rPr>
              <a:t>ut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 i="1">
                <a:latin typeface="Arial"/>
                <a:cs typeface="Arial"/>
              </a:rPr>
              <a:t>h</a:t>
            </a:r>
            <a:r>
              <a:rPr dirty="0" smtClean="0" baseline="8052" sz="2700" spc="1" i="1">
                <a:latin typeface="Arial"/>
                <a:cs typeface="Arial"/>
              </a:rPr>
              <a:t>a</a:t>
            </a:r>
            <a:r>
              <a:rPr dirty="0" smtClean="0" baseline="8052" sz="2700" spc="1" i="1">
                <a:latin typeface="Arial"/>
                <a:cs typeface="Arial"/>
              </a:rPr>
              <a:t>r</a:t>
            </a:r>
            <a:r>
              <a:rPr dirty="0" smtClean="0" baseline="8052" sz="2700" spc="1" i="1">
                <a:latin typeface="Arial"/>
                <a:cs typeface="Arial"/>
              </a:rPr>
              <a:t>m</a:t>
            </a:r>
            <a:r>
              <a:rPr dirty="0" smtClean="0" baseline="8052" sz="2700" spc="1" i="1">
                <a:latin typeface="Arial"/>
                <a:cs typeface="Arial"/>
              </a:rPr>
              <a:t>o</a:t>
            </a:r>
            <a:r>
              <a:rPr dirty="0" smtClean="0" baseline="8052" sz="2700" spc="1" i="1">
                <a:latin typeface="Arial"/>
                <a:cs typeface="Arial"/>
              </a:rPr>
              <a:t>n</a:t>
            </a:r>
            <a:r>
              <a:rPr dirty="0" smtClean="0" baseline="8052" sz="2700" spc="1" i="1">
                <a:latin typeface="Arial"/>
                <a:cs typeface="Arial"/>
              </a:rPr>
              <a:t>ik</a:t>
            </a:r>
            <a:r>
              <a:rPr dirty="0" smtClean="0" baseline="8052" sz="2700" spc="1" i="1">
                <a:latin typeface="Arial"/>
                <a:cs typeface="Arial"/>
              </a:rPr>
              <a:t> </a:t>
            </a:r>
            <a:r>
              <a:rPr dirty="0" smtClean="0" baseline="8052" sz="2700" spc="1" i="1">
                <a:latin typeface="Arial"/>
                <a:cs typeface="Arial"/>
              </a:rPr>
              <a:t>k</a:t>
            </a:r>
            <a:r>
              <a:rPr dirty="0" smtClean="0" baseline="8052" sz="2700" spc="1" i="1">
                <a:latin typeface="Arial"/>
                <a:cs typeface="Arial"/>
              </a:rPr>
              <a:t>e</a:t>
            </a:r>
            <a:r>
              <a:rPr dirty="0" smtClean="0" baseline="8052" sz="2700" spc="1" i="1">
                <a:latin typeface="Arial"/>
                <a:cs typeface="Arial"/>
              </a:rPr>
              <a:t>-</a:t>
            </a:r>
            <a:r>
              <a:rPr dirty="0" smtClean="0" baseline="8052" sz="2700" spc="1" i="1">
                <a:latin typeface="Arial"/>
                <a:cs typeface="Arial"/>
              </a:rPr>
              <a:t>n</a:t>
            </a:r>
            <a:r>
              <a:rPr dirty="0" smtClean="0" baseline="8052" sz="2700" spc="1">
                <a:latin typeface="Arial"/>
                <a:cs typeface="Arial"/>
              </a:rPr>
              <a:t>.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K</a:t>
            </a:r>
            <a:r>
              <a:rPr dirty="0" smtClean="0" baseline="8052" sz="2700" spc="1">
                <a:latin typeface="Arial"/>
                <a:cs typeface="Arial"/>
              </a:rPr>
              <a:t>o</a:t>
            </a:r>
            <a:r>
              <a:rPr dirty="0" smtClean="0" baseline="8052" sz="2700" spc="1">
                <a:latin typeface="Arial"/>
                <a:cs typeface="Arial"/>
              </a:rPr>
              <a:t>efis</a:t>
            </a:r>
            <a:r>
              <a:rPr dirty="0" smtClean="0" baseline="8052" sz="2700" spc="1">
                <a:latin typeface="Arial"/>
                <a:cs typeface="Arial"/>
              </a:rPr>
              <a:t>i</a:t>
            </a:r>
            <a:r>
              <a:rPr dirty="0" smtClean="0" baseline="8052" sz="2700" spc="1">
                <a:latin typeface="Arial"/>
                <a:cs typeface="Arial"/>
              </a:rPr>
              <a:t>en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d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8052" sz="2700" spc="1">
                <a:latin typeface="Arial"/>
                <a:cs typeface="Arial"/>
              </a:rPr>
              <a:t>ri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h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8052" sz="2700" spc="1">
                <a:latin typeface="Arial"/>
                <a:cs typeface="Arial"/>
              </a:rPr>
              <a:t>rmo</a:t>
            </a:r>
            <a:r>
              <a:rPr dirty="0" smtClean="0" baseline="8052" sz="2700" spc="1">
                <a:latin typeface="Arial"/>
                <a:cs typeface="Arial"/>
              </a:rPr>
              <a:t>n</a:t>
            </a:r>
            <a:r>
              <a:rPr dirty="0" smtClean="0" baseline="8052" sz="2700" spc="1">
                <a:latin typeface="Arial"/>
                <a:cs typeface="Arial"/>
              </a:rPr>
              <a:t>ik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k</a:t>
            </a:r>
            <a:r>
              <a:rPr dirty="0" smtClean="0" baseline="8052" sz="2700" spc="1">
                <a:latin typeface="Arial"/>
                <a:cs typeface="Arial"/>
              </a:rPr>
              <a:t>e</a:t>
            </a:r>
            <a:r>
              <a:rPr dirty="0" smtClean="0" baseline="8052" sz="2700" spc="1">
                <a:latin typeface="Arial"/>
                <a:cs typeface="Arial"/>
              </a:rPr>
              <a:t>-n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8052" sz="2700" spc="1">
                <a:latin typeface="Arial"/>
                <a:cs typeface="Arial"/>
              </a:rPr>
              <a:t>d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8052" sz="2700" spc="1">
                <a:latin typeface="Arial"/>
                <a:cs typeface="Arial"/>
              </a:rPr>
              <a:t>l</a:t>
            </a:r>
            <a:r>
              <a:rPr dirty="0" smtClean="0" baseline="8052" sz="2700" spc="1">
                <a:latin typeface="Arial"/>
                <a:cs typeface="Arial"/>
              </a:rPr>
              <a:t>ah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-9662" sz="1800" spc="1">
                <a:latin typeface="Arial"/>
                <a:cs typeface="Arial"/>
              </a:rPr>
              <a:t>n</a:t>
            </a:r>
            <a:r>
              <a:rPr dirty="0" smtClean="0" baseline="-9662" sz="18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d</a:t>
            </a:r>
            <a:r>
              <a:rPr dirty="0" smtClean="0" baseline="8052" sz="2700" spc="1">
                <a:latin typeface="Arial"/>
                <a:cs typeface="Arial"/>
              </a:rPr>
              <a:t>a</a:t>
            </a:r>
            <a:r>
              <a:rPr dirty="0" smtClean="0" baseline="8052" sz="2700" spc="1">
                <a:latin typeface="Arial"/>
                <a:cs typeface="Arial"/>
              </a:rPr>
              <a:t>n</a:t>
            </a:r>
            <a:r>
              <a:rPr dirty="0" smtClean="0" baseline="8052" sz="2700" spc="1">
                <a:latin typeface="Arial"/>
                <a:cs typeface="Arial"/>
              </a:rPr>
              <a:t> </a:t>
            </a:r>
            <a:r>
              <a:rPr dirty="0" smtClean="0" baseline="8052" sz="2700" spc="1">
                <a:latin typeface="Arial"/>
                <a:cs typeface="Arial"/>
              </a:rPr>
              <a:t>b</a:t>
            </a:r>
            <a:r>
              <a:rPr dirty="0" smtClean="0" baseline="-9662" sz="1800" spc="1">
                <a:latin typeface="Arial"/>
                <a:cs typeface="Arial"/>
              </a:rPr>
              <a:t>n</a:t>
            </a:r>
            <a:r>
              <a:rPr dirty="0" smtClean="0" baseline="8052" sz="2700" spc="1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57436" y="6471832"/>
            <a:ext cx="33389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67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07920" y="2357628"/>
            <a:ext cx="4759452" cy="1560576"/>
          </a:xfrm>
          <a:prstGeom prst="rect">
            <a:avLst/>
          </a:prstGeom>
        </p:spPr>
        <p:txBody>
          <a:bodyPr wrap="square" lIns="0" tIns="20320" rIns="0" bIns="0" rtlCol="0">
            <a:noAutofit/>
          </a:bodyPr>
          <a:lstStyle/>
          <a:p>
            <a:pPr marL="1412102">
              <a:lnSpc>
                <a:spcPct val="102091"/>
              </a:lnSpc>
            </a:pPr>
            <a:r>
              <a:rPr dirty="0" smtClean="0" sz="1300" spc="8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  <a:p>
            <a:pPr marL="842431">
              <a:lnSpc>
                <a:spcPts val="2298"/>
              </a:lnSpc>
              <a:spcBef>
                <a:spcPts val="1631"/>
              </a:spcBef>
            </a:pPr>
            <a:r>
              <a:rPr dirty="0" smtClean="0" baseline="10541" sz="3300" spc="0">
                <a:latin typeface="Times New Roman"/>
                <a:cs typeface="Times New Roman"/>
              </a:rPr>
              <a:t>2</a:t>
            </a:r>
            <a:r>
              <a:rPr dirty="0" smtClean="0" baseline="10541" sz="3300" spc="0">
                <a:latin typeface="Times New Roman"/>
                <a:cs typeface="Times New Roman"/>
              </a:rPr>
              <a:t>    </a:t>
            </a:r>
            <a:r>
              <a:rPr dirty="0" smtClean="0" baseline="10541" sz="3300" spc="151">
                <a:latin typeface="Times New Roman"/>
                <a:cs typeface="Times New Roman"/>
              </a:rPr>
              <a:t> </a:t>
            </a:r>
            <a:r>
              <a:rPr dirty="0" smtClean="0" sz="1300" spc="91" i="1">
                <a:latin typeface="Times New Roman"/>
                <a:cs typeface="Times New Roman"/>
              </a:rPr>
              <a:t>n</a:t>
            </a:r>
            <a:r>
              <a:rPr dirty="0" smtClean="0" sz="1300" spc="-63">
                <a:latin typeface="Symbol"/>
                <a:cs typeface="Symbol"/>
              </a:rPr>
              <a:t></a:t>
            </a:r>
            <a:r>
              <a:rPr dirty="0" smtClean="0" sz="1300" spc="5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  <a:p>
            <a:pPr marL="681047">
              <a:lnSpc>
                <a:spcPct val="102091"/>
              </a:lnSpc>
              <a:spcBef>
                <a:spcPts val="625"/>
              </a:spcBef>
            </a:pPr>
            <a:r>
              <a:rPr dirty="0" smtClean="0" sz="2200" spc="-100">
                <a:latin typeface="Times New Roman"/>
                <a:cs typeface="Times New Roman"/>
              </a:rPr>
              <a:t>2</a:t>
            </a:r>
            <a:r>
              <a:rPr dirty="0" smtClean="0" sz="2350" spc="0">
                <a:latin typeface="Symbol"/>
                <a:cs typeface="Symbol"/>
              </a:rPr>
              <a:t></a:t>
            </a:r>
            <a:endParaRPr sz="2350">
              <a:latin typeface="Symbol"/>
              <a:cs typeface="Symbol"/>
            </a:endParaRPr>
          </a:p>
          <a:p>
            <a:pPr marL="739622">
              <a:lnSpc>
                <a:spcPct val="95825"/>
              </a:lnSpc>
              <a:spcBef>
                <a:spcPts val="572"/>
              </a:spcBef>
            </a:pPr>
            <a:r>
              <a:rPr dirty="0" smtClean="0" sz="2200" spc="23" i="1">
                <a:latin typeface="Times New Roman"/>
                <a:cs typeface="Times New Roman"/>
              </a:rPr>
              <a:t>T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7962" y="765810"/>
            <a:ext cx="4265676" cy="630936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Analis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F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urier</a:t>
            </a:r>
            <a:endParaRPr sz="36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069442" y="3425852"/>
            <a:ext cx="36179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object 28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35940" y="848843"/>
            <a:ext cx="6724700" cy="999696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 marR="34290">
              <a:lnSpc>
                <a:spcPts val="3375"/>
              </a:lnSpc>
            </a:pP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Ana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is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Four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-3" b="1">
                <a:solidFill>
                  <a:srgbClr val="006600"/>
                </a:solidFill>
                <a:latin typeface="Arial"/>
                <a:cs typeface="Arial"/>
              </a:rPr>
              <a:t>er</a:t>
            </a:r>
            <a:endParaRPr sz="3200">
              <a:latin typeface="Arial"/>
              <a:cs typeface="Arial"/>
            </a:endParaRPr>
          </a:p>
          <a:p>
            <a:pPr marL="317804">
              <a:lnSpc>
                <a:spcPct val="95825"/>
              </a:lnSpc>
              <a:spcBef>
                <a:spcPts val="2196"/>
              </a:spcBef>
            </a:pP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efis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-ko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fisi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fu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F(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266559" y="1594540"/>
            <a:ext cx="80721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rik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t: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135881" y="2228408"/>
            <a:ext cx="229167" cy="261107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29127" marR="63340">
              <a:lnSpc>
                <a:spcPts val="1425"/>
              </a:lnSpc>
            </a:pPr>
            <a:r>
              <a:rPr dirty="0" smtClean="0" sz="1300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  <a:p>
            <a:pPr marL="31939" marR="5671">
              <a:lnSpc>
                <a:spcPts val="3700"/>
              </a:lnSpc>
              <a:spcBef>
                <a:spcPts val="113"/>
              </a:spcBef>
            </a:pPr>
            <a:r>
              <a:rPr dirty="0" smtClean="0" sz="3300">
                <a:latin typeface="Symbol"/>
                <a:cs typeface="Symbol"/>
              </a:rPr>
              <a:t></a:t>
            </a:r>
            <a:endParaRPr sz="3300">
              <a:latin typeface="Symbol"/>
              <a:cs typeface="Symbol"/>
            </a:endParaRPr>
          </a:p>
          <a:p>
            <a:pPr marL="47781" marR="63340">
              <a:lnSpc>
                <a:spcPts val="1240"/>
              </a:lnSpc>
            </a:pPr>
            <a:r>
              <a:rPr dirty="0" smtClean="0" sz="130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  <a:p>
            <a:pPr marL="34775" marR="63340">
              <a:lnSpc>
                <a:spcPct val="95825"/>
              </a:lnSpc>
              <a:spcBef>
                <a:spcPts val="559"/>
              </a:spcBef>
            </a:pPr>
            <a:r>
              <a:rPr dirty="0" smtClean="0" sz="1300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  <a:p>
            <a:pPr marL="37611">
              <a:lnSpc>
                <a:spcPts val="3700"/>
              </a:lnSpc>
              <a:spcBef>
                <a:spcPts val="185"/>
              </a:spcBef>
            </a:pPr>
            <a:r>
              <a:rPr dirty="0" smtClean="0" sz="3300">
                <a:latin typeface="Symbol"/>
                <a:cs typeface="Symbol"/>
              </a:rPr>
              <a:t></a:t>
            </a:r>
            <a:endParaRPr sz="3300">
              <a:latin typeface="Symbol"/>
              <a:cs typeface="Symbol"/>
            </a:endParaRPr>
          </a:p>
          <a:p>
            <a:pPr marL="54015" marR="63340">
              <a:lnSpc>
                <a:spcPts val="1240"/>
              </a:lnSpc>
            </a:pPr>
            <a:r>
              <a:rPr dirty="0" smtClean="0" sz="130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  <a:p>
            <a:pPr marL="12700" marR="63340">
              <a:lnSpc>
                <a:spcPct val="95825"/>
              </a:lnSpc>
              <a:spcBef>
                <a:spcPts val="559"/>
              </a:spcBef>
            </a:pPr>
            <a:r>
              <a:rPr dirty="0" smtClean="0" sz="1300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  <a:p>
            <a:pPr marL="15535" marR="22075">
              <a:lnSpc>
                <a:spcPts val="3704"/>
              </a:lnSpc>
              <a:spcBef>
                <a:spcPts val="185"/>
              </a:spcBef>
            </a:pPr>
            <a:r>
              <a:rPr dirty="0" smtClean="0" sz="3300">
                <a:latin typeface="Symbol"/>
                <a:cs typeface="Symbol"/>
              </a:rPr>
              <a:t></a:t>
            </a:r>
            <a:endParaRPr sz="3300">
              <a:latin typeface="Symbol"/>
              <a:cs typeface="Symbol"/>
            </a:endParaRPr>
          </a:p>
          <a:p>
            <a:pPr marL="31939" marR="63340">
              <a:lnSpc>
                <a:spcPts val="1245"/>
              </a:lnSpc>
            </a:pPr>
            <a:r>
              <a:rPr dirty="0" smtClean="0" sz="130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96519" y="2279061"/>
            <a:ext cx="245066" cy="307091"/>
          </a:xfrm>
          <a:prstGeom prst="rect">
            <a:avLst/>
          </a:prstGeom>
        </p:spPr>
        <p:txBody>
          <a:bodyPr wrap="square" lIns="0" tIns="14986" rIns="0" bIns="0" rtlCol="0">
            <a:noAutofit/>
          </a:bodyPr>
          <a:lstStyle/>
          <a:p>
            <a:pPr marL="12700">
              <a:lnSpc>
                <a:spcPts val="2360"/>
              </a:lnSpc>
            </a:pPr>
            <a:r>
              <a:rPr dirty="0" smtClean="0" sz="2200" spc="-132" u="sng">
                <a:latin typeface="Times New Roman"/>
                <a:cs typeface="Times New Roman"/>
              </a:rPr>
              <a:t> </a:t>
            </a:r>
            <a:r>
              <a:rPr dirty="0" smtClean="0" sz="2200" spc="-132" u="sng">
                <a:latin typeface="Times New Roman"/>
                <a:cs typeface="Times New Roman"/>
              </a:rPr>
              <a:t>2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353840" y="2452107"/>
            <a:ext cx="540200" cy="311590"/>
          </a:xfrm>
          <a:prstGeom prst="rect">
            <a:avLst/>
          </a:prstGeom>
        </p:spPr>
        <p:txBody>
          <a:bodyPr wrap="square" lIns="0" tIns="15271" rIns="0" bIns="0" rtlCol="0">
            <a:noAutofit/>
          </a:bodyPr>
          <a:lstStyle/>
          <a:p>
            <a:pPr marL="12700">
              <a:lnSpc>
                <a:spcPts val="2405"/>
              </a:lnSpc>
            </a:pPr>
            <a:r>
              <a:rPr dirty="0" smtClean="0" sz="2200" spc="98" i="1">
                <a:latin typeface="Times New Roman"/>
                <a:cs typeface="Times New Roman"/>
              </a:rPr>
              <a:t>a</a:t>
            </a:r>
            <a:r>
              <a:rPr dirty="0" smtClean="0" sz="2200" spc="98" i="1">
                <a:latin typeface="Times New Roman"/>
                <a:cs typeface="Times New Roman"/>
              </a:rPr>
              <a:t> </a:t>
            </a:r>
            <a:r>
              <a:rPr dirty="0" smtClean="0" sz="2200" spc="98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24883" y="2456606"/>
            <a:ext cx="799141" cy="307091"/>
          </a:xfrm>
          <a:prstGeom prst="rect">
            <a:avLst/>
          </a:prstGeom>
        </p:spPr>
        <p:txBody>
          <a:bodyPr wrap="square" lIns="0" tIns="14986" rIns="0" bIns="0" rtlCol="0">
            <a:noAutofit/>
          </a:bodyPr>
          <a:lstStyle/>
          <a:p>
            <a:pPr marL="12700">
              <a:lnSpc>
                <a:spcPts val="2360"/>
              </a:lnSpc>
            </a:pPr>
            <a:r>
              <a:rPr dirty="0" smtClean="0" sz="2200" spc="7" i="1">
                <a:latin typeface="Times New Roman"/>
                <a:cs typeface="Times New Roman"/>
              </a:rPr>
              <a:t>F</a:t>
            </a:r>
            <a:r>
              <a:rPr dirty="0" smtClean="0" sz="2200" spc="7" i="1">
                <a:latin typeface="Times New Roman"/>
                <a:cs typeface="Times New Roman"/>
              </a:rPr>
              <a:t> </a:t>
            </a:r>
            <a:r>
              <a:rPr dirty="0" smtClean="0" sz="2200" spc="7">
                <a:latin typeface="Times New Roman"/>
                <a:cs typeface="Times New Roman"/>
              </a:rPr>
              <a:t>(</a:t>
            </a:r>
            <a:r>
              <a:rPr dirty="0" smtClean="0" sz="2200" spc="7" i="1">
                <a:latin typeface="Times New Roman"/>
                <a:cs typeface="Times New Roman"/>
              </a:rPr>
              <a:t>t</a:t>
            </a:r>
            <a:r>
              <a:rPr dirty="0" smtClean="0" sz="2200" spc="7">
                <a:latin typeface="Times New Roman"/>
                <a:cs typeface="Times New Roman"/>
              </a:rPr>
              <a:t>)</a:t>
            </a:r>
            <a:r>
              <a:rPr dirty="0" smtClean="0" sz="2200" spc="7" i="1">
                <a:latin typeface="Times New Roman"/>
                <a:cs typeface="Times New Roman"/>
              </a:rPr>
              <a:t>dt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495878" y="2621334"/>
            <a:ext cx="132108" cy="18976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12700">
              <a:lnSpc>
                <a:spcPts val="1425"/>
              </a:lnSpc>
            </a:pPr>
            <a:r>
              <a:rPr dirty="0" smtClean="0" sz="130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97644" y="2676612"/>
            <a:ext cx="249589" cy="806112"/>
          </a:xfrm>
          <a:prstGeom prst="rect">
            <a:avLst/>
          </a:prstGeom>
        </p:spPr>
        <p:txBody>
          <a:bodyPr wrap="square" lIns="0" tIns="14986" rIns="0" bIns="0" rtlCol="0">
            <a:noAutofit/>
          </a:bodyPr>
          <a:lstStyle/>
          <a:p>
            <a:pPr marL="12700" marR="25566">
              <a:lnSpc>
                <a:spcPts val="2360"/>
              </a:lnSpc>
            </a:pPr>
            <a:r>
              <a:rPr dirty="0" smtClean="0" sz="2200" i="1">
                <a:latin typeface="Times New Roman"/>
                <a:cs typeface="Times New Roman"/>
              </a:rPr>
              <a:t>T</a:t>
            </a:r>
            <a:endParaRPr sz="2200">
              <a:latin typeface="Times New Roman"/>
              <a:cs typeface="Times New Roman"/>
            </a:endParaRPr>
          </a:p>
          <a:p>
            <a:pPr marL="17246">
              <a:lnSpc>
                <a:spcPct val="95825"/>
              </a:lnSpc>
              <a:spcBef>
                <a:spcPts val="1281"/>
              </a:spcBef>
            </a:pPr>
            <a:r>
              <a:rPr dirty="0" smtClean="0" sz="2200" spc="-132" u="sng">
                <a:latin typeface="Times New Roman"/>
                <a:cs typeface="Times New Roman"/>
              </a:rPr>
              <a:t> </a:t>
            </a:r>
            <a:r>
              <a:rPr dirty="0" smtClean="0" sz="2200" spc="-132" u="sng">
                <a:latin typeface="Times New Roman"/>
                <a:cs typeface="Times New Roman"/>
              </a:rPr>
              <a:t>2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30554" y="3336169"/>
            <a:ext cx="1878922" cy="324053"/>
          </a:xfrm>
          <a:prstGeom prst="rect">
            <a:avLst/>
          </a:prstGeom>
        </p:spPr>
        <p:txBody>
          <a:bodyPr wrap="square" lIns="0" tIns="16033" rIns="0" bIns="0" rtlCol="0">
            <a:noAutofit/>
          </a:bodyPr>
          <a:lstStyle/>
          <a:p>
            <a:pPr marL="12700">
              <a:lnSpc>
                <a:spcPts val="2525"/>
              </a:lnSpc>
            </a:pPr>
            <a:r>
              <a:rPr dirty="0" smtClean="0" sz="2200" spc="-1" i="1">
                <a:latin typeface="Times New Roman"/>
                <a:cs typeface="Times New Roman"/>
              </a:rPr>
              <a:t>F</a:t>
            </a:r>
            <a:r>
              <a:rPr dirty="0" smtClean="0" sz="2200" spc="-1" i="1">
                <a:latin typeface="Times New Roman"/>
                <a:cs typeface="Times New Roman"/>
              </a:rPr>
              <a:t> </a:t>
            </a:r>
            <a:r>
              <a:rPr dirty="0" smtClean="0" sz="2200" spc="-1">
                <a:latin typeface="Times New Roman"/>
                <a:cs typeface="Times New Roman"/>
              </a:rPr>
              <a:t>(</a:t>
            </a:r>
            <a:r>
              <a:rPr dirty="0" smtClean="0" sz="2200" spc="-1" i="1">
                <a:latin typeface="Times New Roman"/>
                <a:cs typeface="Times New Roman"/>
              </a:rPr>
              <a:t>t</a:t>
            </a:r>
            <a:r>
              <a:rPr dirty="0" smtClean="0" sz="2200" spc="-1">
                <a:latin typeface="Times New Roman"/>
                <a:cs typeface="Times New Roman"/>
              </a:rPr>
              <a:t>)</a:t>
            </a:r>
            <a:r>
              <a:rPr dirty="0" smtClean="0" sz="2200" spc="-1">
                <a:latin typeface="Times New Roman"/>
                <a:cs typeface="Times New Roman"/>
              </a:rPr>
              <a:t> </a:t>
            </a:r>
            <a:r>
              <a:rPr dirty="0" smtClean="0" sz="2200" spc="-1">
                <a:latin typeface="Times New Roman"/>
                <a:cs typeface="Times New Roman"/>
              </a:rPr>
              <a:t>c</a:t>
            </a:r>
            <a:r>
              <a:rPr dirty="0" smtClean="0" sz="2200" spc="-1">
                <a:latin typeface="Times New Roman"/>
                <a:cs typeface="Times New Roman"/>
              </a:rPr>
              <a:t>o</a:t>
            </a:r>
            <a:r>
              <a:rPr dirty="0" smtClean="0" sz="2200" spc="-1">
                <a:latin typeface="Times New Roman"/>
                <a:cs typeface="Times New Roman"/>
              </a:rPr>
              <a:t>s</a:t>
            </a:r>
            <a:r>
              <a:rPr dirty="0" smtClean="0" sz="2200" spc="-1">
                <a:latin typeface="Times New Roman"/>
                <a:cs typeface="Times New Roman"/>
              </a:rPr>
              <a:t> </a:t>
            </a:r>
            <a:r>
              <a:rPr dirty="0" smtClean="0" sz="2200" spc="-1" i="1">
                <a:latin typeface="Times New Roman"/>
                <a:cs typeface="Times New Roman"/>
              </a:rPr>
              <a:t>n</a:t>
            </a:r>
            <a:r>
              <a:rPr dirty="0" smtClean="0" sz="2350" spc="0">
                <a:latin typeface="Symbol"/>
                <a:cs typeface="Symbol"/>
              </a:rPr>
              <a:t></a:t>
            </a:r>
            <a:r>
              <a:rPr dirty="0" smtClean="0" sz="2350" spc="-1">
                <a:latin typeface="Times New Roman"/>
                <a:cs typeface="Times New Roman"/>
              </a:rPr>
              <a:t> </a:t>
            </a:r>
            <a:r>
              <a:rPr dirty="0" smtClean="0" sz="2200" spc="-1" i="1">
                <a:latin typeface="Times New Roman"/>
                <a:cs typeface="Times New Roman"/>
              </a:rPr>
              <a:t>td</a:t>
            </a:r>
            <a:r>
              <a:rPr dirty="0" smtClean="0" sz="2200" spc="-1" i="1">
                <a:latin typeface="Times New Roman"/>
                <a:cs typeface="Times New Roman"/>
              </a:rPr>
              <a:t>t</a:t>
            </a:r>
            <a:r>
              <a:rPr dirty="0" smtClean="0" sz="2200" spc="-1">
                <a:latin typeface="Times New Roman"/>
                <a:cs typeface="Times New Roman"/>
              </a:rPr>
              <a:t>,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53840" y="3348632"/>
            <a:ext cx="546410" cy="311590"/>
          </a:xfrm>
          <a:prstGeom prst="rect">
            <a:avLst/>
          </a:prstGeom>
        </p:spPr>
        <p:txBody>
          <a:bodyPr wrap="square" lIns="0" tIns="15271" rIns="0" bIns="0" rtlCol="0">
            <a:noAutofit/>
          </a:bodyPr>
          <a:lstStyle/>
          <a:p>
            <a:pPr marL="12700">
              <a:lnSpc>
                <a:spcPts val="2405"/>
              </a:lnSpc>
            </a:pPr>
            <a:r>
              <a:rPr dirty="0" smtClean="0" sz="2200" spc="113" i="1">
                <a:latin typeface="Times New Roman"/>
                <a:cs typeface="Times New Roman"/>
              </a:rPr>
              <a:t>a</a:t>
            </a:r>
            <a:r>
              <a:rPr dirty="0" smtClean="0" sz="2200" spc="113" i="1">
                <a:latin typeface="Times New Roman"/>
                <a:cs typeface="Times New Roman"/>
              </a:rPr>
              <a:t> </a:t>
            </a:r>
            <a:r>
              <a:rPr dirty="0" smtClean="0" sz="2200" spc="113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677335" y="3348632"/>
            <a:ext cx="1090295" cy="311590"/>
          </a:xfrm>
          <a:prstGeom prst="rect">
            <a:avLst/>
          </a:prstGeom>
        </p:spPr>
        <p:txBody>
          <a:bodyPr wrap="square" lIns="0" tIns="15271" rIns="0" bIns="0" rtlCol="0">
            <a:noAutofit/>
          </a:bodyPr>
          <a:lstStyle/>
          <a:p>
            <a:pPr marL="12700">
              <a:lnSpc>
                <a:spcPts val="2405"/>
              </a:lnSpc>
            </a:pPr>
            <a:r>
              <a:rPr dirty="0" smtClean="0" sz="2200" spc="-35" i="1">
                <a:latin typeface="Times New Roman"/>
                <a:cs typeface="Times New Roman"/>
              </a:rPr>
              <a:t>n</a:t>
            </a:r>
            <a:r>
              <a:rPr dirty="0" smtClean="0" sz="2200" spc="-35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r>
              <a:rPr dirty="0" smtClean="0" sz="2200" spc="-35">
                <a:latin typeface="Times New Roman"/>
                <a:cs typeface="Times New Roman"/>
              </a:rPr>
              <a:t> </a:t>
            </a:r>
            <a:r>
              <a:rPr dirty="0" smtClean="0" sz="2200" spc="-35">
                <a:latin typeface="Times New Roman"/>
                <a:cs typeface="Times New Roman"/>
              </a:rPr>
              <a:t>1</a:t>
            </a:r>
            <a:r>
              <a:rPr dirty="0" smtClean="0" sz="2200" spc="-35">
                <a:latin typeface="Times New Roman"/>
                <a:cs typeface="Times New Roman"/>
              </a:rPr>
              <a:t>,</a:t>
            </a:r>
            <a:r>
              <a:rPr dirty="0" smtClean="0" sz="2200" spc="-35">
                <a:latin typeface="Times New Roman"/>
                <a:cs typeface="Times New Roman"/>
              </a:rPr>
              <a:t>2</a:t>
            </a:r>
            <a:r>
              <a:rPr dirty="0" smtClean="0" sz="2200" spc="-35">
                <a:latin typeface="Times New Roman"/>
                <a:cs typeface="Times New Roman"/>
              </a:rPr>
              <a:t>,...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498706" y="3517859"/>
            <a:ext cx="132108" cy="18976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12700">
              <a:lnSpc>
                <a:spcPts val="1425"/>
              </a:lnSpc>
            </a:pPr>
            <a:r>
              <a:rPr dirty="0" smtClean="0" sz="130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37183" y="3517860"/>
            <a:ext cx="141298" cy="18976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12700">
              <a:lnSpc>
                <a:spcPts val="1425"/>
              </a:lnSpc>
            </a:pPr>
            <a:r>
              <a:rPr dirty="0" smtClean="0" sz="1300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80114" y="3573160"/>
            <a:ext cx="247786" cy="806112"/>
          </a:xfrm>
          <a:prstGeom prst="rect">
            <a:avLst/>
          </a:prstGeom>
        </p:spPr>
        <p:txBody>
          <a:bodyPr wrap="square" lIns="0" tIns="14986" rIns="0" bIns="0" rtlCol="0">
            <a:noAutofit/>
          </a:bodyPr>
          <a:lstStyle/>
          <a:p>
            <a:pPr marL="36462">
              <a:lnSpc>
                <a:spcPts val="2360"/>
              </a:lnSpc>
            </a:pPr>
            <a:r>
              <a:rPr dirty="0" smtClean="0" sz="2200" i="1">
                <a:latin typeface="Times New Roman"/>
                <a:cs typeface="Times New Roman"/>
              </a:rPr>
              <a:t>T</a:t>
            </a:r>
            <a:endParaRPr sz="2200">
              <a:latin typeface="Times New Roman"/>
              <a:cs typeface="Times New Roman"/>
            </a:endParaRPr>
          </a:p>
          <a:p>
            <a:pPr marL="12700" marR="2743">
              <a:lnSpc>
                <a:spcPct val="95825"/>
              </a:lnSpc>
              <a:spcBef>
                <a:spcPts val="1281"/>
              </a:spcBef>
            </a:pPr>
            <a:r>
              <a:rPr dirty="0" smtClean="0" sz="2200" spc="-132" u="sng">
                <a:latin typeface="Times New Roman"/>
                <a:cs typeface="Times New Roman"/>
              </a:rPr>
              <a:t> </a:t>
            </a:r>
            <a:r>
              <a:rPr dirty="0" smtClean="0" sz="2200" spc="-132" u="sng">
                <a:latin typeface="Times New Roman"/>
                <a:cs typeface="Times New Roman"/>
              </a:rPr>
              <a:t>2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08479" y="4232694"/>
            <a:ext cx="1838661" cy="324053"/>
          </a:xfrm>
          <a:prstGeom prst="rect">
            <a:avLst/>
          </a:prstGeom>
        </p:spPr>
        <p:txBody>
          <a:bodyPr wrap="square" lIns="0" tIns="16033" rIns="0" bIns="0" rtlCol="0">
            <a:noAutofit/>
          </a:bodyPr>
          <a:lstStyle/>
          <a:p>
            <a:pPr marL="12700">
              <a:lnSpc>
                <a:spcPts val="2525"/>
              </a:lnSpc>
            </a:pPr>
            <a:r>
              <a:rPr dirty="0" smtClean="0" sz="2200" spc="1" i="1">
                <a:latin typeface="Times New Roman"/>
                <a:cs typeface="Times New Roman"/>
              </a:rPr>
              <a:t>F</a:t>
            </a:r>
            <a:r>
              <a:rPr dirty="0" smtClean="0" sz="2200" spc="1" i="1">
                <a:latin typeface="Times New Roman"/>
                <a:cs typeface="Times New Roman"/>
              </a:rPr>
              <a:t> </a:t>
            </a:r>
            <a:r>
              <a:rPr dirty="0" smtClean="0" sz="2200" spc="1">
                <a:latin typeface="Times New Roman"/>
                <a:cs typeface="Times New Roman"/>
              </a:rPr>
              <a:t>(</a:t>
            </a:r>
            <a:r>
              <a:rPr dirty="0" smtClean="0" sz="2200" spc="1" i="1">
                <a:latin typeface="Times New Roman"/>
                <a:cs typeface="Times New Roman"/>
              </a:rPr>
              <a:t>t</a:t>
            </a:r>
            <a:r>
              <a:rPr dirty="0" smtClean="0" sz="2200" spc="1">
                <a:latin typeface="Times New Roman"/>
                <a:cs typeface="Times New Roman"/>
              </a:rPr>
              <a:t>)</a:t>
            </a:r>
            <a:r>
              <a:rPr dirty="0" smtClean="0" sz="2200" spc="1">
                <a:latin typeface="Times New Roman"/>
                <a:cs typeface="Times New Roman"/>
              </a:rPr>
              <a:t> </a:t>
            </a:r>
            <a:r>
              <a:rPr dirty="0" smtClean="0" sz="2200" spc="1">
                <a:latin typeface="Times New Roman"/>
                <a:cs typeface="Times New Roman"/>
              </a:rPr>
              <a:t>s</a:t>
            </a:r>
            <a:r>
              <a:rPr dirty="0" smtClean="0" sz="2200" spc="1">
                <a:latin typeface="Times New Roman"/>
                <a:cs typeface="Times New Roman"/>
              </a:rPr>
              <a:t>i</a:t>
            </a:r>
            <a:r>
              <a:rPr dirty="0" smtClean="0" sz="2200" spc="1">
                <a:latin typeface="Times New Roman"/>
                <a:cs typeface="Times New Roman"/>
              </a:rPr>
              <a:t>n</a:t>
            </a:r>
            <a:r>
              <a:rPr dirty="0" smtClean="0" sz="2200" spc="1">
                <a:latin typeface="Times New Roman"/>
                <a:cs typeface="Times New Roman"/>
              </a:rPr>
              <a:t> </a:t>
            </a:r>
            <a:r>
              <a:rPr dirty="0" smtClean="0" sz="2200" spc="1" i="1">
                <a:latin typeface="Times New Roman"/>
                <a:cs typeface="Times New Roman"/>
              </a:rPr>
              <a:t>n</a:t>
            </a:r>
            <a:r>
              <a:rPr dirty="0" smtClean="0" sz="2350" spc="0">
                <a:latin typeface="Symbol"/>
                <a:cs typeface="Symbol"/>
              </a:rPr>
              <a:t></a:t>
            </a:r>
            <a:r>
              <a:rPr dirty="0" smtClean="0" sz="2350" spc="1">
                <a:latin typeface="Times New Roman"/>
                <a:cs typeface="Times New Roman"/>
              </a:rPr>
              <a:t> </a:t>
            </a:r>
            <a:r>
              <a:rPr dirty="0" smtClean="0" sz="2200" spc="1" i="1">
                <a:latin typeface="Times New Roman"/>
                <a:cs typeface="Times New Roman"/>
              </a:rPr>
              <a:t>td</a:t>
            </a:r>
            <a:r>
              <a:rPr dirty="0" smtClean="0" sz="2200" spc="1" i="1">
                <a:latin typeface="Times New Roman"/>
                <a:cs typeface="Times New Roman"/>
              </a:rPr>
              <a:t>t</a:t>
            </a:r>
            <a:r>
              <a:rPr dirty="0" smtClean="0" sz="2200" spc="1">
                <a:latin typeface="Times New Roman"/>
                <a:cs typeface="Times New Roman"/>
              </a:rPr>
              <a:t>,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45352" y="4245157"/>
            <a:ext cx="532823" cy="311590"/>
          </a:xfrm>
          <a:prstGeom prst="rect">
            <a:avLst/>
          </a:prstGeom>
        </p:spPr>
        <p:txBody>
          <a:bodyPr wrap="square" lIns="0" tIns="15271" rIns="0" bIns="0" rtlCol="0">
            <a:noAutofit/>
          </a:bodyPr>
          <a:lstStyle/>
          <a:p>
            <a:pPr marL="12700">
              <a:lnSpc>
                <a:spcPts val="2405"/>
              </a:lnSpc>
            </a:pPr>
            <a:r>
              <a:rPr dirty="0" smtClean="0" sz="2200" spc="78" i="1">
                <a:latin typeface="Times New Roman"/>
                <a:cs typeface="Times New Roman"/>
              </a:rPr>
              <a:t>b</a:t>
            </a:r>
            <a:r>
              <a:rPr dirty="0" smtClean="0" sz="2200" spc="78" i="1">
                <a:latin typeface="Times New Roman"/>
                <a:cs typeface="Times New Roman"/>
              </a:rPr>
              <a:t> </a:t>
            </a:r>
            <a:r>
              <a:rPr dirty="0" smtClean="0" sz="2200" spc="78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94911" y="4245157"/>
            <a:ext cx="1090295" cy="311590"/>
          </a:xfrm>
          <a:prstGeom prst="rect">
            <a:avLst/>
          </a:prstGeom>
        </p:spPr>
        <p:txBody>
          <a:bodyPr wrap="square" lIns="0" tIns="15271" rIns="0" bIns="0" rtlCol="0">
            <a:noAutofit/>
          </a:bodyPr>
          <a:lstStyle/>
          <a:p>
            <a:pPr marL="12700">
              <a:lnSpc>
                <a:spcPts val="2405"/>
              </a:lnSpc>
            </a:pPr>
            <a:r>
              <a:rPr dirty="0" smtClean="0" sz="2200" spc="-36" i="1">
                <a:latin typeface="Times New Roman"/>
                <a:cs typeface="Times New Roman"/>
              </a:rPr>
              <a:t>n</a:t>
            </a:r>
            <a:r>
              <a:rPr dirty="0" smtClean="0" sz="2200" spc="-36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r>
              <a:rPr dirty="0" smtClean="0" sz="2200" spc="-36">
                <a:latin typeface="Times New Roman"/>
                <a:cs typeface="Times New Roman"/>
              </a:rPr>
              <a:t> </a:t>
            </a:r>
            <a:r>
              <a:rPr dirty="0" smtClean="0" sz="2200" spc="-36">
                <a:latin typeface="Times New Roman"/>
                <a:cs typeface="Times New Roman"/>
              </a:rPr>
              <a:t>1</a:t>
            </a:r>
            <a:r>
              <a:rPr dirty="0" smtClean="0" sz="2200" spc="-36">
                <a:latin typeface="Times New Roman"/>
                <a:cs typeface="Times New Roman"/>
              </a:rPr>
              <a:t>,</a:t>
            </a:r>
            <a:r>
              <a:rPr dirty="0" smtClean="0" sz="2200" spc="-36">
                <a:latin typeface="Times New Roman"/>
                <a:cs typeface="Times New Roman"/>
              </a:rPr>
              <a:t>2</a:t>
            </a:r>
            <a:r>
              <a:rPr dirty="0" smtClean="0" sz="2200" spc="-36">
                <a:latin typeface="Times New Roman"/>
                <a:cs typeface="Times New Roman"/>
              </a:rPr>
              <a:t>,...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76638" y="4414948"/>
            <a:ext cx="132108" cy="18976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12700">
              <a:lnSpc>
                <a:spcPts val="1425"/>
              </a:lnSpc>
            </a:pPr>
            <a:r>
              <a:rPr dirty="0" smtClean="0" sz="130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75503" y="4414948"/>
            <a:ext cx="141298" cy="189769"/>
          </a:xfrm>
          <a:prstGeom prst="rect">
            <a:avLst/>
          </a:prstGeom>
        </p:spPr>
        <p:txBody>
          <a:bodyPr wrap="square" lIns="0" tIns="9048" rIns="0" bIns="0" rtlCol="0">
            <a:noAutofit/>
          </a:bodyPr>
          <a:lstStyle/>
          <a:p>
            <a:pPr marL="12700">
              <a:lnSpc>
                <a:spcPts val="1425"/>
              </a:lnSpc>
            </a:pPr>
            <a:r>
              <a:rPr dirty="0" smtClean="0" sz="1300" i="1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81802" y="4469685"/>
            <a:ext cx="224023" cy="307091"/>
          </a:xfrm>
          <a:prstGeom prst="rect">
            <a:avLst/>
          </a:prstGeom>
        </p:spPr>
        <p:txBody>
          <a:bodyPr wrap="square" lIns="0" tIns="14986" rIns="0" bIns="0" rtlCol="0">
            <a:noAutofit/>
          </a:bodyPr>
          <a:lstStyle/>
          <a:p>
            <a:pPr marL="12700">
              <a:lnSpc>
                <a:spcPts val="2360"/>
              </a:lnSpc>
            </a:pPr>
            <a:r>
              <a:rPr dirty="0" smtClean="0" sz="2200" i="1">
                <a:latin typeface="Times New Roman"/>
                <a:cs typeface="Times New Roman"/>
              </a:rPr>
              <a:t>T</a:t>
            </a:r>
            <a:endParaRPr sz="2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30004" y="6471832"/>
            <a:ext cx="36179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68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4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5486400" y="3636264"/>
            <a:ext cx="914400" cy="902208"/>
          </a:xfrm>
          <a:custGeom>
            <a:avLst/>
            <a:gdLst/>
            <a:ahLst/>
            <a:cxnLst/>
            <a:rect l="l" t="t" r="r" b="b"/>
            <a:pathLst>
              <a:path w="914400" h="902208">
                <a:moveTo>
                  <a:pt x="0" y="0"/>
                </a:moveTo>
                <a:lnTo>
                  <a:pt x="0" y="902208"/>
                </a:lnTo>
                <a:lnTo>
                  <a:pt x="914400" y="0"/>
                </a:lnTo>
                <a:lnTo>
                  <a:pt x="0" y="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572000" y="2709672"/>
            <a:ext cx="914400" cy="902207"/>
          </a:xfrm>
          <a:custGeom>
            <a:avLst/>
            <a:gdLst/>
            <a:ahLst/>
            <a:cxnLst/>
            <a:rect l="l" t="t" r="r" b="b"/>
            <a:pathLst>
              <a:path w="914400" h="902207">
                <a:moveTo>
                  <a:pt x="914400" y="902207"/>
                </a:moveTo>
                <a:lnTo>
                  <a:pt x="914400" y="0"/>
                </a:lnTo>
                <a:lnTo>
                  <a:pt x="0" y="902207"/>
                </a:lnTo>
                <a:lnTo>
                  <a:pt x="914400" y="902207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558284" y="2126741"/>
            <a:ext cx="57912" cy="2590800"/>
          </a:xfrm>
          <a:custGeom>
            <a:avLst/>
            <a:gdLst/>
            <a:ahLst/>
            <a:cxnLst/>
            <a:rect l="l" t="t" r="r" b="b"/>
            <a:pathLst>
              <a:path w="57912" h="2590800">
                <a:moveTo>
                  <a:pt x="0" y="2590800"/>
                </a:moveTo>
                <a:lnTo>
                  <a:pt x="28955" y="2590800"/>
                </a:lnTo>
                <a:lnTo>
                  <a:pt x="28955" y="72390"/>
                </a:lnTo>
                <a:lnTo>
                  <a:pt x="57912" y="86868"/>
                </a:lnTo>
                <a:lnTo>
                  <a:pt x="14477" y="0"/>
                </a:lnTo>
                <a:lnTo>
                  <a:pt x="0" y="72390"/>
                </a:lnTo>
                <a:lnTo>
                  <a:pt x="0" y="2590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529328" y="2126741"/>
            <a:ext cx="43434" cy="86868"/>
          </a:xfrm>
          <a:custGeom>
            <a:avLst/>
            <a:gdLst/>
            <a:ahLst/>
            <a:cxnLst/>
            <a:rect l="l" t="t" r="r" b="b"/>
            <a:pathLst>
              <a:path w="43434" h="86868">
                <a:moveTo>
                  <a:pt x="28956" y="72390"/>
                </a:moveTo>
                <a:lnTo>
                  <a:pt x="43434" y="0"/>
                </a:lnTo>
                <a:lnTo>
                  <a:pt x="0" y="86868"/>
                </a:lnTo>
                <a:lnTo>
                  <a:pt x="28956" y="86867"/>
                </a:lnTo>
                <a:lnTo>
                  <a:pt x="28956" y="72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587240" y="2199132"/>
            <a:ext cx="28956" cy="14477"/>
          </a:xfrm>
          <a:custGeom>
            <a:avLst/>
            <a:gdLst/>
            <a:ahLst/>
            <a:cxnLst/>
            <a:rect l="l" t="t" r="r" b="b"/>
            <a:pathLst>
              <a:path w="28956" h="14477">
                <a:moveTo>
                  <a:pt x="28956" y="14477"/>
                </a:moveTo>
                <a:lnTo>
                  <a:pt x="0" y="0"/>
                </a:lnTo>
                <a:lnTo>
                  <a:pt x="0" y="14477"/>
                </a:lnTo>
                <a:lnTo>
                  <a:pt x="28956" y="144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7686294" y="3624833"/>
            <a:ext cx="86867" cy="43434"/>
          </a:xfrm>
          <a:custGeom>
            <a:avLst/>
            <a:gdLst/>
            <a:ahLst/>
            <a:cxnLst/>
            <a:rect l="l" t="t" r="r" b="b"/>
            <a:pathLst>
              <a:path w="86867" h="43434">
                <a:moveTo>
                  <a:pt x="14477" y="14478"/>
                </a:moveTo>
                <a:lnTo>
                  <a:pt x="0" y="14477"/>
                </a:lnTo>
                <a:lnTo>
                  <a:pt x="0" y="43434"/>
                </a:lnTo>
                <a:lnTo>
                  <a:pt x="86867" y="0"/>
                </a:lnTo>
                <a:lnTo>
                  <a:pt x="14477" y="14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7686293" y="3581400"/>
            <a:ext cx="14478" cy="28956"/>
          </a:xfrm>
          <a:custGeom>
            <a:avLst/>
            <a:gdLst/>
            <a:ahLst/>
            <a:cxnLst/>
            <a:rect l="l" t="t" r="r" b="b"/>
            <a:pathLst>
              <a:path w="14478" h="28956">
                <a:moveTo>
                  <a:pt x="14478" y="28956"/>
                </a:moveTo>
                <a:lnTo>
                  <a:pt x="0" y="0"/>
                </a:lnTo>
                <a:lnTo>
                  <a:pt x="0" y="28956"/>
                </a:lnTo>
                <a:lnTo>
                  <a:pt x="14478" y="28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134362" y="3581400"/>
            <a:ext cx="5638799" cy="57912"/>
          </a:xfrm>
          <a:custGeom>
            <a:avLst/>
            <a:gdLst/>
            <a:ahLst/>
            <a:cxnLst/>
            <a:rect l="l" t="t" r="r" b="b"/>
            <a:pathLst>
              <a:path w="5638799" h="57912">
                <a:moveTo>
                  <a:pt x="0" y="28956"/>
                </a:moveTo>
                <a:lnTo>
                  <a:pt x="0" y="57912"/>
                </a:lnTo>
                <a:lnTo>
                  <a:pt x="5566410" y="57912"/>
                </a:lnTo>
                <a:lnTo>
                  <a:pt x="5638799" y="43433"/>
                </a:lnTo>
                <a:lnTo>
                  <a:pt x="5551932" y="0"/>
                </a:lnTo>
                <a:lnTo>
                  <a:pt x="5566410" y="28956"/>
                </a:lnTo>
                <a:lnTo>
                  <a:pt x="0" y="28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657600" y="2709672"/>
            <a:ext cx="1828800" cy="1828800"/>
          </a:xfrm>
          <a:custGeom>
            <a:avLst/>
            <a:gdLst/>
            <a:ahLst/>
            <a:cxnLst/>
            <a:rect l="l" t="t" r="r" b="b"/>
            <a:pathLst>
              <a:path w="1828800" h="1828800">
                <a:moveTo>
                  <a:pt x="0" y="1828800"/>
                </a:moveTo>
                <a:lnTo>
                  <a:pt x="1828800" y="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474208" y="2735579"/>
            <a:ext cx="1828799" cy="1828800"/>
          </a:xfrm>
          <a:custGeom>
            <a:avLst/>
            <a:gdLst/>
            <a:ahLst/>
            <a:cxnLst/>
            <a:rect l="l" t="t" r="r" b="b"/>
            <a:pathLst>
              <a:path w="1828799" h="1828800">
                <a:moveTo>
                  <a:pt x="0" y="1828800"/>
                </a:moveTo>
                <a:lnTo>
                  <a:pt x="1828799" y="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474208" y="2709672"/>
            <a:ext cx="0" cy="1828800"/>
          </a:xfrm>
          <a:custGeom>
            <a:avLst/>
            <a:gdLst/>
            <a:ahLst/>
            <a:cxnLst/>
            <a:rect l="l" t="t" r="r" b="b"/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657600" y="2709672"/>
            <a:ext cx="0" cy="1828800"/>
          </a:xfrm>
          <a:custGeom>
            <a:avLst/>
            <a:gdLst/>
            <a:ahLst/>
            <a:cxnLst/>
            <a:rect l="l" t="t" r="r" b="b"/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7315200" y="2709672"/>
            <a:ext cx="0" cy="1828800"/>
          </a:xfrm>
          <a:custGeom>
            <a:avLst/>
            <a:gdLst/>
            <a:ahLst/>
            <a:cxnLst/>
            <a:rect l="l" t="t" r="r" b="b"/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828800" y="2709672"/>
            <a:ext cx="1828800" cy="1828800"/>
          </a:xfrm>
          <a:custGeom>
            <a:avLst/>
            <a:gdLst/>
            <a:ahLst/>
            <a:cxnLst/>
            <a:rect l="l" t="t" r="r" b="b"/>
            <a:pathLst>
              <a:path w="1828800" h="1828800">
                <a:moveTo>
                  <a:pt x="0" y="1828800"/>
                </a:moveTo>
                <a:lnTo>
                  <a:pt x="1828800" y="0"/>
                </a:lnTo>
              </a:path>
            </a:pathLst>
          </a:custGeom>
          <a:ln w="91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546092" y="2519172"/>
            <a:ext cx="1828800" cy="76200"/>
          </a:xfrm>
          <a:custGeom>
            <a:avLst/>
            <a:gdLst/>
            <a:ahLst/>
            <a:cxnLst/>
            <a:rect l="l" t="t" r="r" b="b"/>
            <a:pathLst>
              <a:path w="1828800" h="76200">
                <a:moveTo>
                  <a:pt x="63500" y="31750"/>
                </a:moveTo>
                <a:lnTo>
                  <a:pt x="63500" y="44450"/>
                </a:lnTo>
                <a:lnTo>
                  <a:pt x="1765300" y="44450"/>
                </a:lnTo>
                <a:lnTo>
                  <a:pt x="1828800" y="38100"/>
                </a:lnTo>
                <a:lnTo>
                  <a:pt x="1752600" y="0"/>
                </a:lnTo>
                <a:lnTo>
                  <a:pt x="1765300" y="31750"/>
                </a:lnTo>
                <a:lnTo>
                  <a:pt x="63500" y="31750"/>
                </a:lnTo>
                <a:close/>
              </a:path>
              <a:path w="1828800" h="76200">
                <a:moveTo>
                  <a:pt x="1765300" y="44450"/>
                </a:moveTo>
                <a:lnTo>
                  <a:pt x="1752599" y="44450"/>
                </a:lnTo>
                <a:lnTo>
                  <a:pt x="1752600" y="76200"/>
                </a:lnTo>
                <a:lnTo>
                  <a:pt x="1828800" y="38100"/>
                </a:lnTo>
                <a:lnTo>
                  <a:pt x="1765300" y="44450"/>
                </a:lnTo>
                <a:close/>
              </a:path>
              <a:path w="1828800" h="76200">
                <a:moveTo>
                  <a:pt x="1765300" y="31750"/>
                </a:moveTo>
                <a:lnTo>
                  <a:pt x="1752600" y="0"/>
                </a:lnTo>
                <a:lnTo>
                  <a:pt x="1752600" y="31749"/>
                </a:lnTo>
                <a:lnTo>
                  <a:pt x="1765300" y="31750"/>
                </a:lnTo>
                <a:close/>
              </a:path>
              <a:path w="1828800" h="76200">
                <a:moveTo>
                  <a:pt x="76200" y="31749"/>
                </a:moveTo>
                <a:lnTo>
                  <a:pt x="76200" y="0"/>
                </a:lnTo>
                <a:lnTo>
                  <a:pt x="0" y="38100"/>
                </a:lnTo>
                <a:lnTo>
                  <a:pt x="76200" y="76200"/>
                </a:lnTo>
                <a:lnTo>
                  <a:pt x="76199" y="44450"/>
                </a:lnTo>
                <a:lnTo>
                  <a:pt x="63500" y="44450"/>
                </a:lnTo>
                <a:lnTo>
                  <a:pt x="63500" y="31750"/>
                </a:lnTo>
                <a:lnTo>
                  <a:pt x="762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5940" y="902691"/>
            <a:ext cx="480078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Contoh: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Fun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g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Per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-5" b="1" u="heavy">
                <a:solidFill>
                  <a:srgbClr val="006600"/>
                </a:solidFill>
                <a:latin typeface="Arial"/>
                <a:cs typeface="Arial"/>
              </a:rPr>
              <a:t>odik</a:t>
            </a:r>
            <a:endParaRPr sz="32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42771" y="1561393"/>
            <a:ext cx="546653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4">
                <a:latin typeface="Arial"/>
                <a:cs typeface="Arial"/>
              </a:rPr>
              <a:t>T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tuk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er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t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fo</a:t>
            </a:r>
            <a:r>
              <a:rPr dirty="0" smtClean="0" sz="1800" spc="-4">
                <a:latin typeface="Arial"/>
                <a:cs typeface="Arial"/>
              </a:rPr>
              <a:t>u</a:t>
            </a:r>
            <a:r>
              <a:rPr dirty="0" smtClean="0" sz="1800" spc="-4">
                <a:latin typeface="Arial"/>
                <a:cs typeface="Arial"/>
              </a:rPr>
              <a:t>rir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a</a:t>
            </a:r>
            <a:r>
              <a:rPr dirty="0" smtClean="0" sz="1800" spc="-4">
                <a:latin typeface="Arial"/>
                <a:cs typeface="Arial"/>
              </a:rPr>
              <a:t>ri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fu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gsi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p</a:t>
            </a:r>
            <a:r>
              <a:rPr dirty="0" smtClean="0" sz="1800" spc="-4">
                <a:latin typeface="Arial"/>
                <a:cs typeface="Arial"/>
              </a:rPr>
              <a:t>e</a:t>
            </a:r>
            <a:r>
              <a:rPr dirty="0" smtClean="0" sz="1800" spc="-4">
                <a:latin typeface="Arial"/>
                <a:cs typeface="Arial"/>
              </a:rPr>
              <a:t>ri</a:t>
            </a:r>
            <a:r>
              <a:rPr dirty="0" smtClean="0" sz="1800" spc="-4">
                <a:latin typeface="Arial"/>
                <a:cs typeface="Arial"/>
              </a:rPr>
              <a:t>o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k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f(</a:t>
            </a:r>
            <a:r>
              <a:rPr dirty="0" smtClean="0" sz="1800" spc="-4">
                <a:latin typeface="Arial"/>
                <a:cs typeface="Arial"/>
              </a:rPr>
              <a:t>x</a:t>
            </a:r>
            <a:r>
              <a:rPr dirty="0" smtClean="0" sz="1800" spc="-4">
                <a:latin typeface="Arial"/>
                <a:cs typeface="Arial"/>
              </a:rPr>
              <a:t>),</a:t>
            </a:r>
            <a:r>
              <a:rPr dirty="0" smtClean="0" sz="1800" spc="-4">
                <a:latin typeface="Arial"/>
                <a:cs typeface="Arial"/>
              </a:rPr>
              <a:t> </a:t>
            </a:r>
            <a:r>
              <a:rPr dirty="0" smtClean="0" sz="1800" spc="-4">
                <a:latin typeface="Arial"/>
                <a:cs typeface="Arial"/>
              </a:rPr>
              <a:t>d</a:t>
            </a:r>
            <a:r>
              <a:rPr dirty="0" smtClean="0" sz="1800" spc="-4">
                <a:latin typeface="Arial"/>
                <a:cs typeface="Arial"/>
              </a:rPr>
              <a:t>i</a:t>
            </a:r>
            <a:r>
              <a:rPr dirty="0" smtClean="0" sz="1800" spc="-4">
                <a:latin typeface="Arial"/>
                <a:cs typeface="Arial"/>
              </a:rPr>
              <a:t>ma</a:t>
            </a:r>
            <a:r>
              <a:rPr dirty="0" smtClean="0" sz="1800" spc="-4">
                <a:latin typeface="Arial"/>
                <a:cs typeface="Arial"/>
              </a:rPr>
              <a:t>n</a:t>
            </a:r>
            <a:r>
              <a:rPr dirty="0" smtClean="0" sz="1800" spc="-4"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342771" y="1835713"/>
            <a:ext cx="52923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S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tu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875866" y="1835713"/>
            <a:ext cx="82024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ri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de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702026" y="1835713"/>
            <a:ext cx="38887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f(</a:t>
            </a:r>
            <a:r>
              <a:rPr dirty="0" smtClean="0" sz="1800" spc="-1">
                <a:latin typeface="Arial"/>
                <a:cs typeface="Arial"/>
              </a:rPr>
              <a:t>x</a:t>
            </a:r>
            <a:r>
              <a:rPr dirty="0" smtClean="0" sz="1800" spc="-1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94761" y="1835713"/>
            <a:ext cx="313756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di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efi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is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: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f(</a:t>
            </a:r>
            <a:r>
              <a:rPr dirty="0" smtClean="0" sz="1800" spc="0">
                <a:latin typeface="Arial"/>
                <a:cs typeface="Arial"/>
              </a:rPr>
              <a:t>x</a:t>
            </a:r>
            <a:r>
              <a:rPr dirty="0" smtClean="0" sz="1800" spc="0">
                <a:latin typeface="Arial"/>
                <a:cs typeface="Arial"/>
              </a:rPr>
              <a:t>)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x</a:t>
            </a:r>
            <a:r>
              <a:rPr dirty="0" smtClean="0" sz="1800" spc="0">
                <a:latin typeface="Arial"/>
                <a:cs typeface="Arial"/>
              </a:rPr>
              <a:t>,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430518" y="1833351"/>
            <a:ext cx="457452" cy="256361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>
                <a:latin typeface="Arial"/>
                <a:cs typeface="Arial"/>
              </a:rPr>
              <a:t>-</a:t>
            </a:r>
            <a:r>
              <a:rPr dirty="0" smtClean="0" sz="1800">
                <a:latin typeface="Symbol"/>
                <a:cs typeface="Symbol"/>
              </a:rPr>
              <a:t></a:t>
            </a:r>
            <a:r>
              <a:rPr dirty="0" smtClean="0" sz="1800" spc="39">
                <a:latin typeface="Times New Roman"/>
                <a:cs typeface="Times New Roman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&lt;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892391" y="1835713"/>
            <a:ext cx="36944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x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&lt;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265924" y="1833351"/>
            <a:ext cx="185191" cy="254000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61229" y="2321031"/>
            <a:ext cx="587881" cy="256361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4">
                <a:latin typeface="Arial"/>
                <a:cs typeface="Arial"/>
              </a:rPr>
              <a:t>T</a:t>
            </a:r>
            <a:r>
              <a:rPr dirty="0" smtClean="0" sz="1800" spc="4">
                <a:latin typeface="Arial"/>
                <a:cs typeface="Arial"/>
              </a:rPr>
              <a:t>=2</a:t>
            </a:r>
            <a:r>
              <a:rPr dirty="0" smtClean="0" sz="1800" spc="0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295902" y="2578206"/>
            <a:ext cx="185191" cy="254000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86048" y="3632560"/>
            <a:ext cx="310159" cy="254000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-2">
                <a:latin typeface="Symbol"/>
                <a:cs typeface="Symbol"/>
              </a:rPr>
              <a:t></a:t>
            </a:r>
            <a:r>
              <a:rPr dirty="0" smtClean="0" sz="1800" spc="-2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527929" y="3629008"/>
            <a:ext cx="185404" cy="254304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17056" y="3645387"/>
            <a:ext cx="299491" cy="254000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>
                <a:latin typeface="Symbol"/>
                <a:cs typeface="Symbol"/>
              </a:rPr>
              <a:t>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35754" y="365562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216400" y="4382114"/>
            <a:ext cx="310159" cy="254000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-2">
                <a:latin typeface="Symbol"/>
                <a:cs typeface="Symbol"/>
              </a:rPr>
              <a:t></a:t>
            </a:r>
            <a:r>
              <a:rPr dirty="0" smtClean="0" sz="1800" spc="-2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139419" y="5005201"/>
            <a:ext cx="1225305" cy="465974"/>
          </a:xfrm>
          <a:prstGeom prst="rect">
            <a:avLst/>
          </a:prstGeom>
        </p:spPr>
        <p:txBody>
          <a:bodyPr wrap="square" lIns="0" tIns="23304" rIns="0" bIns="0" rtlCol="0">
            <a:noAutofit/>
          </a:bodyPr>
          <a:lstStyle/>
          <a:p>
            <a:pPr marL="12700">
              <a:lnSpc>
                <a:spcPts val="3670"/>
              </a:lnSpc>
            </a:pPr>
            <a:r>
              <a:rPr dirty="0" smtClean="0" sz="3250" spc="66" i="1">
                <a:latin typeface="Times New Roman"/>
                <a:cs typeface="Times New Roman"/>
              </a:rPr>
              <a:t>T</a:t>
            </a:r>
            <a:r>
              <a:rPr dirty="0" smtClean="0" sz="3250" spc="66" i="1">
                <a:latin typeface="Times New Roman"/>
                <a:cs typeface="Times New Roman"/>
              </a:rPr>
              <a:t> </a:t>
            </a:r>
            <a:r>
              <a:rPr dirty="0" smtClean="0" sz="3250" spc="0">
                <a:latin typeface="Symbol"/>
                <a:cs typeface="Symbol"/>
              </a:rPr>
              <a:t></a:t>
            </a:r>
            <a:r>
              <a:rPr dirty="0" smtClean="0" sz="3250" spc="66">
                <a:latin typeface="Times New Roman"/>
                <a:cs typeface="Times New Roman"/>
              </a:rPr>
              <a:t> </a:t>
            </a:r>
            <a:r>
              <a:rPr dirty="0" smtClean="0" sz="3250" spc="66">
                <a:latin typeface="Times New Roman"/>
                <a:cs typeface="Times New Roman"/>
              </a:rPr>
              <a:t>2</a:t>
            </a:r>
            <a:r>
              <a:rPr dirty="0" smtClean="0" sz="3450" spc="0">
                <a:latin typeface="Symbol"/>
                <a:cs typeface="Symbol"/>
              </a:rPr>
              <a:t></a:t>
            </a:r>
            <a:endParaRPr sz="3450">
              <a:latin typeface="Symbol"/>
              <a:cs typeface="Symbo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36100" y="6471832"/>
            <a:ext cx="35532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69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09079" y="1105662"/>
            <a:ext cx="10709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549391" y="1105662"/>
            <a:ext cx="10831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object 66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093811" y="388704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926143" y="388704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093811" y="3644789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926143" y="3644789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093811" y="340251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926143" y="340251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093811" y="3160279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926143" y="3160279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1093811" y="2918152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926143" y="291815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1092258" y="2916769"/>
            <a:ext cx="2852339" cy="0"/>
          </a:xfrm>
          <a:custGeom>
            <a:avLst/>
            <a:gdLst/>
            <a:ahLst/>
            <a:cxnLst/>
            <a:rect l="l" t="t" r="r" b="b"/>
            <a:pathLst>
              <a:path w="2852339" h="0">
                <a:moveTo>
                  <a:pt x="0" y="0"/>
                </a:moveTo>
                <a:lnTo>
                  <a:pt x="2852339" y="0"/>
                </a:lnTo>
              </a:path>
            </a:pathLst>
          </a:custGeom>
          <a:ln w="744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2519829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2519829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2518311" y="1947835"/>
            <a:ext cx="0" cy="1937794"/>
          </a:xfrm>
          <a:custGeom>
            <a:avLst/>
            <a:gdLst/>
            <a:ahLst/>
            <a:cxnLst/>
            <a:rect l="l" t="t" r="r" b="b"/>
            <a:pathLst>
              <a:path w="0" h="1937794">
                <a:moveTo>
                  <a:pt x="0" y="1937794"/>
                </a:moveTo>
                <a:lnTo>
                  <a:pt x="0" y="0"/>
                </a:lnTo>
              </a:path>
            </a:pathLst>
          </a:custGeom>
          <a:ln w="81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093811" y="2675918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926143" y="2675918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1093811" y="2433631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926143" y="243363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093811" y="219150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926143" y="219150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093811" y="1949271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926143" y="1949271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1157977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1157977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1612092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1612091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066048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066048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2973961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2973961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427918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427918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881816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881816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1093811" y="1949271"/>
            <a:ext cx="2852363" cy="1937773"/>
          </a:xfrm>
          <a:custGeom>
            <a:avLst/>
            <a:gdLst/>
            <a:ahLst/>
            <a:cxnLst/>
            <a:rect l="l" t="t" r="r" b="b"/>
            <a:pathLst>
              <a:path w="2852363" h="1937773">
                <a:moveTo>
                  <a:pt x="0" y="1937773"/>
                </a:moveTo>
                <a:lnTo>
                  <a:pt x="2852363" y="1937773"/>
                </a:lnTo>
                <a:lnTo>
                  <a:pt x="2852362" y="0"/>
                </a:lnTo>
                <a:lnTo>
                  <a:pt x="0" y="0"/>
                </a:lnTo>
                <a:lnTo>
                  <a:pt x="0" y="1937773"/>
                </a:lnTo>
              </a:path>
            </a:pathLst>
          </a:custGeom>
          <a:ln w="7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3668182" y="2009882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115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1092258" y="3647490"/>
            <a:ext cx="56550" cy="30311"/>
          </a:xfrm>
          <a:custGeom>
            <a:avLst/>
            <a:gdLst/>
            <a:ahLst/>
            <a:cxnLst/>
            <a:rect l="l" t="t" r="r" b="b"/>
            <a:pathLst>
              <a:path w="56550" h="30311">
                <a:moveTo>
                  <a:pt x="0" y="30311"/>
                </a:moveTo>
                <a:lnTo>
                  <a:pt x="286" y="30183"/>
                </a:lnTo>
                <a:lnTo>
                  <a:pt x="566" y="29928"/>
                </a:lnTo>
                <a:lnTo>
                  <a:pt x="846" y="29800"/>
                </a:lnTo>
                <a:lnTo>
                  <a:pt x="1273" y="29667"/>
                </a:lnTo>
                <a:lnTo>
                  <a:pt x="1413" y="29540"/>
                </a:lnTo>
                <a:lnTo>
                  <a:pt x="1693" y="29284"/>
                </a:lnTo>
                <a:lnTo>
                  <a:pt x="1979" y="29157"/>
                </a:lnTo>
                <a:lnTo>
                  <a:pt x="2260" y="29029"/>
                </a:lnTo>
                <a:lnTo>
                  <a:pt x="2540" y="28902"/>
                </a:lnTo>
                <a:lnTo>
                  <a:pt x="2820" y="28641"/>
                </a:lnTo>
                <a:lnTo>
                  <a:pt x="3106" y="28514"/>
                </a:lnTo>
                <a:lnTo>
                  <a:pt x="3527" y="28386"/>
                </a:lnTo>
                <a:lnTo>
                  <a:pt x="3807" y="28258"/>
                </a:lnTo>
                <a:lnTo>
                  <a:pt x="3953" y="27998"/>
                </a:lnTo>
                <a:lnTo>
                  <a:pt x="4234" y="27870"/>
                </a:lnTo>
                <a:lnTo>
                  <a:pt x="4514" y="27870"/>
                </a:lnTo>
                <a:lnTo>
                  <a:pt x="4794" y="27743"/>
                </a:lnTo>
                <a:lnTo>
                  <a:pt x="5080" y="27487"/>
                </a:lnTo>
                <a:lnTo>
                  <a:pt x="5501" y="27360"/>
                </a:lnTo>
                <a:lnTo>
                  <a:pt x="5787" y="27227"/>
                </a:lnTo>
                <a:lnTo>
                  <a:pt x="6067" y="27099"/>
                </a:lnTo>
                <a:lnTo>
                  <a:pt x="6348" y="26844"/>
                </a:lnTo>
                <a:lnTo>
                  <a:pt x="6488" y="26716"/>
                </a:lnTo>
                <a:lnTo>
                  <a:pt x="6774" y="26589"/>
                </a:lnTo>
                <a:lnTo>
                  <a:pt x="7054" y="26456"/>
                </a:lnTo>
                <a:lnTo>
                  <a:pt x="7475" y="26201"/>
                </a:lnTo>
                <a:lnTo>
                  <a:pt x="7761" y="26073"/>
                </a:lnTo>
                <a:lnTo>
                  <a:pt x="8041" y="25946"/>
                </a:lnTo>
                <a:lnTo>
                  <a:pt x="8322" y="25818"/>
                </a:lnTo>
                <a:lnTo>
                  <a:pt x="8602" y="25557"/>
                </a:lnTo>
                <a:lnTo>
                  <a:pt x="8888" y="25557"/>
                </a:lnTo>
                <a:lnTo>
                  <a:pt x="9028" y="25430"/>
                </a:lnTo>
                <a:lnTo>
                  <a:pt x="9309" y="25302"/>
                </a:lnTo>
                <a:lnTo>
                  <a:pt x="9735" y="25047"/>
                </a:lnTo>
                <a:lnTo>
                  <a:pt x="10015" y="24919"/>
                </a:lnTo>
                <a:lnTo>
                  <a:pt x="10296" y="24786"/>
                </a:lnTo>
                <a:lnTo>
                  <a:pt x="10582" y="24659"/>
                </a:lnTo>
                <a:lnTo>
                  <a:pt x="10862" y="24404"/>
                </a:lnTo>
                <a:lnTo>
                  <a:pt x="11143" y="24276"/>
                </a:lnTo>
                <a:lnTo>
                  <a:pt x="11423" y="24148"/>
                </a:lnTo>
                <a:lnTo>
                  <a:pt x="11709" y="23888"/>
                </a:lnTo>
                <a:lnTo>
                  <a:pt x="11989" y="23760"/>
                </a:lnTo>
                <a:lnTo>
                  <a:pt x="12270" y="23633"/>
                </a:lnTo>
                <a:lnTo>
                  <a:pt x="12556" y="23505"/>
                </a:lnTo>
                <a:lnTo>
                  <a:pt x="12836" y="23245"/>
                </a:lnTo>
                <a:lnTo>
                  <a:pt x="13117" y="23245"/>
                </a:lnTo>
                <a:lnTo>
                  <a:pt x="13397" y="23117"/>
                </a:lnTo>
                <a:lnTo>
                  <a:pt x="13823" y="22989"/>
                </a:lnTo>
                <a:lnTo>
                  <a:pt x="13963" y="22734"/>
                </a:lnTo>
                <a:lnTo>
                  <a:pt x="14244" y="22607"/>
                </a:lnTo>
                <a:lnTo>
                  <a:pt x="14530" y="22479"/>
                </a:lnTo>
                <a:lnTo>
                  <a:pt x="14810" y="22346"/>
                </a:lnTo>
                <a:lnTo>
                  <a:pt x="15091" y="22091"/>
                </a:lnTo>
                <a:lnTo>
                  <a:pt x="15377" y="21963"/>
                </a:lnTo>
                <a:lnTo>
                  <a:pt x="15657" y="21836"/>
                </a:lnTo>
                <a:lnTo>
                  <a:pt x="16077" y="21708"/>
                </a:lnTo>
                <a:lnTo>
                  <a:pt x="16364" y="21447"/>
                </a:lnTo>
                <a:lnTo>
                  <a:pt x="16504" y="21320"/>
                </a:lnTo>
                <a:lnTo>
                  <a:pt x="16784" y="21192"/>
                </a:lnTo>
                <a:lnTo>
                  <a:pt x="17064" y="21065"/>
                </a:lnTo>
                <a:lnTo>
                  <a:pt x="17351" y="20937"/>
                </a:lnTo>
                <a:lnTo>
                  <a:pt x="17631" y="20804"/>
                </a:lnTo>
                <a:lnTo>
                  <a:pt x="18051" y="20677"/>
                </a:lnTo>
                <a:lnTo>
                  <a:pt x="18338" y="20549"/>
                </a:lnTo>
                <a:lnTo>
                  <a:pt x="18618" y="20294"/>
                </a:lnTo>
                <a:lnTo>
                  <a:pt x="18898" y="20166"/>
                </a:lnTo>
                <a:lnTo>
                  <a:pt x="19038" y="20039"/>
                </a:lnTo>
                <a:lnTo>
                  <a:pt x="19325" y="19906"/>
                </a:lnTo>
                <a:lnTo>
                  <a:pt x="19605" y="19650"/>
                </a:lnTo>
                <a:lnTo>
                  <a:pt x="20025" y="19523"/>
                </a:lnTo>
                <a:lnTo>
                  <a:pt x="20312" y="19395"/>
                </a:lnTo>
                <a:lnTo>
                  <a:pt x="20592" y="19268"/>
                </a:lnTo>
                <a:lnTo>
                  <a:pt x="20872" y="19007"/>
                </a:lnTo>
                <a:lnTo>
                  <a:pt x="21158" y="18879"/>
                </a:lnTo>
                <a:lnTo>
                  <a:pt x="21439" y="18752"/>
                </a:lnTo>
                <a:lnTo>
                  <a:pt x="21579" y="18624"/>
                </a:lnTo>
                <a:lnTo>
                  <a:pt x="21859" y="18497"/>
                </a:lnTo>
                <a:lnTo>
                  <a:pt x="22286" y="18364"/>
                </a:lnTo>
                <a:lnTo>
                  <a:pt x="22566" y="18236"/>
                </a:lnTo>
                <a:lnTo>
                  <a:pt x="22846" y="18109"/>
                </a:lnTo>
                <a:lnTo>
                  <a:pt x="23132" y="17853"/>
                </a:lnTo>
                <a:lnTo>
                  <a:pt x="23413" y="17726"/>
                </a:lnTo>
                <a:lnTo>
                  <a:pt x="23693" y="17598"/>
                </a:lnTo>
                <a:lnTo>
                  <a:pt x="23973" y="17465"/>
                </a:lnTo>
                <a:lnTo>
                  <a:pt x="24260" y="17210"/>
                </a:lnTo>
                <a:lnTo>
                  <a:pt x="24540" y="17082"/>
                </a:lnTo>
                <a:lnTo>
                  <a:pt x="24820" y="16955"/>
                </a:lnTo>
                <a:lnTo>
                  <a:pt x="25106" y="16827"/>
                </a:lnTo>
                <a:lnTo>
                  <a:pt x="25387" y="16567"/>
                </a:lnTo>
                <a:lnTo>
                  <a:pt x="25667" y="16439"/>
                </a:lnTo>
                <a:lnTo>
                  <a:pt x="25953" y="16311"/>
                </a:lnTo>
                <a:lnTo>
                  <a:pt x="26374" y="16311"/>
                </a:lnTo>
                <a:lnTo>
                  <a:pt x="26514" y="16056"/>
                </a:lnTo>
                <a:lnTo>
                  <a:pt x="26794" y="15923"/>
                </a:lnTo>
                <a:lnTo>
                  <a:pt x="27080" y="15796"/>
                </a:lnTo>
                <a:lnTo>
                  <a:pt x="27361" y="15668"/>
                </a:lnTo>
                <a:lnTo>
                  <a:pt x="27641" y="15413"/>
                </a:lnTo>
                <a:lnTo>
                  <a:pt x="27927" y="15285"/>
                </a:lnTo>
                <a:lnTo>
                  <a:pt x="28208" y="15152"/>
                </a:lnTo>
                <a:lnTo>
                  <a:pt x="28628" y="15025"/>
                </a:lnTo>
                <a:lnTo>
                  <a:pt x="28914" y="14770"/>
                </a:lnTo>
                <a:lnTo>
                  <a:pt x="29054" y="14642"/>
                </a:lnTo>
                <a:lnTo>
                  <a:pt x="29335" y="14514"/>
                </a:lnTo>
                <a:lnTo>
                  <a:pt x="29615" y="14387"/>
                </a:lnTo>
                <a:lnTo>
                  <a:pt x="29901" y="14126"/>
                </a:lnTo>
                <a:lnTo>
                  <a:pt x="30182" y="13999"/>
                </a:lnTo>
                <a:lnTo>
                  <a:pt x="30602" y="13999"/>
                </a:lnTo>
                <a:lnTo>
                  <a:pt x="30888" y="13871"/>
                </a:lnTo>
                <a:lnTo>
                  <a:pt x="31168" y="13616"/>
                </a:lnTo>
                <a:lnTo>
                  <a:pt x="31449" y="13483"/>
                </a:lnTo>
                <a:lnTo>
                  <a:pt x="31589" y="13355"/>
                </a:lnTo>
                <a:lnTo>
                  <a:pt x="31875" y="13228"/>
                </a:lnTo>
                <a:lnTo>
                  <a:pt x="32155" y="12973"/>
                </a:lnTo>
                <a:lnTo>
                  <a:pt x="32576" y="12845"/>
                </a:lnTo>
                <a:lnTo>
                  <a:pt x="32862" y="12712"/>
                </a:lnTo>
                <a:lnTo>
                  <a:pt x="33142" y="12584"/>
                </a:lnTo>
                <a:lnTo>
                  <a:pt x="33423" y="12329"/>
                </a:lnTo>
                <a:lnTo>
                  <a:pt x="33709" y="12202"/>
                </a:lnTo>
                <a:lnTo>
                  <a:pt x="33989" y="12074"/>
                </a:lnTo>
                <a:lnTo>
                  <a:pt x="34129" y="11946"/>
                </a:lnTo>
                <a:lnTo>
                  <a:pt x="34410" y="11686"/>
                </a:lnTo>
                <a:lnTo>
                  <a:pt x="34836" y="11686"/>
                </a:lnTo>
                <a:lnTo>
                  <a:pt x="35116" y="11558"/>
                </a:lnTo>
                <a:lnTo>
                  <a:pt x="35397" y="11431"/>
                </a:lnTo>
                <a:lnTo>
                  <a:pt x="35683" y="11175"/>
                </a:lnTo>
                <a:lnTo>
                  <a:pt x="35963" y="11043"/>
                </a:lnTo>
                <a:lnTo>
                  <a:pt x="36244" y="10915"/>
                </a:lnTo>
                <a:lnTo>
                  <a:pt x="36530" y="10787"/>
                </a:lnTo>
                <a:lnTo>
                  <a:pt x="36810" y="10532"/>
                </a:lnTo>
                <a:lnTo>
                  <a:pt x="37090" y="10404"/>
                </a:lnTo>
                <a:lnTo>
                  <a:pt x="37371" y="10272"/>
                </a:lnTo>
                <a:lnTo>
                  <a:pt x="37657" y="10144"/>
                </a:lnTo>
                <a:lnTo>
                  <a:pt x="37937" y="9889"/>
                </a:lnTo>
                <a:lnTo>
                  <a:pt x="38218" y="9761"/>
                </a:lnTo>
                <a:lnTo>
                  <a:pt x="38504" y="9634"/>
                </a:lnTo>
                <a:lnTo>
                  <a:pt x="38924" y="9501"/>
                </a:lnTo>
                <a:lnTo>
                  <a:pt x="39064" y="9245"/>
                </a:lnTo>
                <a:lnTo>
                  <a:pt x="39351" y="9245"/>
                </a:lnTo>
                <a:lnTo>
                  <a:pt x="39631" y="9118"/>
                </a:lnTo>
                <a:lnTo>
                  <a:pt x="39911" y="8990"/>
                </a:lnTo>
                <a:lnTo>
                  <a:pt x="40192" y="8735"/>
                </a:lnTo>
                <a:lnTo>
                  <a:pt x="40478" y="8602"/>
                </a:lnTo>
                <a:lnTo>
                  <a:pt x="40758" y="8474"/>
                </a:lnTo>
                <a:lnTo>
                  <a:pt x="41179" y="8347"/>
                </a:lnTo>
                <a:lnTo>
                  <a:pt x="41465" y="8092"/>
                </a:lnTo>
                <a:lnTo>
                  <a:pt x="41605" y="7964"/>
                </a:lnTo>
                <a:lnTo>
                  <a:pt x="41885" y="7831"/>
                </a:lnTo>
                <a:lnTo>
                  <a:pt x="42166" y="7704"/>
                </a:lnTo>
                <a:lnTo>
                  <a:pt x="42452" y="7448"/>
                </a:lnTo>
                <a:lnTo>
                  <a:pt x="42732" y="7321"/>
                </a:lnTo>
                <a:lnTo>
                  <a:pt x="43158" y="7193"/>
                </a:lnTo>
                <a:lnTo>
                  <a:pt x="43439" y="7060"/>
                </a:lnTo>
                <a:lnTo>
                  <a:pt x="43719" y="6933"/>
                </a:lnTo>
                <a:lnTo>
                  <a:pt x="43999" y="6805"/>
                </a:lnTo>
                <a:lnTo>
                  <a:pt x="44145" y="6677"/>
                </a:lnTo>
                <a:lnTo>
                  <a:pt x="44426" y="6550"/>
                </a:lnTo>
                <a:lnTo>
                  <a:pt x="44706" y="6295"/>
                </a:lnTo>
                <a:lnTo>
                  <a:pt x="45132" y="6162"/>
                </a:lnTo>
                <a:lnTo>
                  <a:pt x="45413" y="6034"/>
                </a:lnTo>
                <a:lnTo>
                  <a:pt x="45693" y="5906"/>
                </a:lnTo>
                <a:lnTo>
                  <a:pt x="45973" y="5651"/>
                </a:lnTo>
                <a:lnTo>
                  <a:pt x="46259" y="5524"/>
                </a:lnTo>
                <a:lnTo>
                  <a:pt x="46540" y="5391"/>
                </a:lnTo>
                <a:lnTo>
                  <a:pt x="46680" y="5263"/>
                </a:lnTo>
                <a:lnTo>
                  <a:pt x="46960" y="5008"/>
                </a:lnTo>
                <a:lnTo>
                  <a:pt x="47387" y="4880"/>
                </a:lnTo>
                <a:lnTo>
                  <a:pt x="47667" y="4753"/>
                </a:lnTo>
                <a:lnTo>
                  <a:pt x="47953" y="4620"/>
                </a:lnTo>
                <a:lnTo>
                  <a:pt x="48233" y="4492"/>
                </a:lnTo>
                <a:lnTo>
                  <a:pt x="48514" y="4365"/>
                </a:lnTo>
                <a:lnTo>
                  <a:pt x="48794" y="4237"/>
                </a:lnTo>
                <a:lnTo>
                  <a:pt x="49080" y="4109"/>
                </a:lnTo>
                <a:lnTo>
                  <a:pt x="49361" y="3854"/>
                </a:lnTo>
                <a:lnTo>
                  <a:pt x="49641" y="3721"/>
                </a:lnTo>
                <a:lnTo>
                  <a:pt x="49927" y="3594"/>
                </a:lnTo>
                <a:lnTo>
                  <a:pt x="50207" y="3466"/>
                </a:lnTo>
                <a:lnTo>
                  <a:pt x="50488" y="3211"/>
                </a:lnTo>
                <a:lnTo>
                  <a:pt x="50768" y="3083"/>
                </a:lnTo>
                <a:lnTo>
                  <a:pt x="51054" y="2950"/>
                </a:lnTo>
                <a:lnTo>
                  <a:pt x="51475" y="2823"/>
                </a:lnTo>
                <a:lnTo>
                  <a:pt x="51615" y="2568"/>
                </a:lnTo>
                <a:lnTo>
                  <a:pt x="51901" y="2440"/>
                </a:lnTo>
                <a:lnTo>
                  <a:pt x="52181" y="2312"/>
                </a:lnTo>
                <a:lnTo>
                  <a:pt x="52462" y="2312"/>
                </a:lnTo>
                <a:lnTo>
                  <a:pt x="52748" y="2052"/>
                </a:lnTo>
                <a:lnTo>
                  <a:pt x="53028" y="1924"/>
                </a:lnTo>
                <a:lnTo>
                  <a:pt x="53309" y="1797"/>
                </a:lnTo>
                <a:lnTo>
                  <a:pt x="53735" y="1669"/>
                </a:lnTo>
                <a:lnTo>
                  <a:pt x="54015" y="1408"/>
                </a:lnTo>
                <a:lnTo>
                  <a:pt x="54155" y="1281"/>
                </a:lnTo>
                <a:lnTo>
                  <a:pt x="54436" y="1153"/>
                </a:lnTo>
                <a:lnTo>
                  <a:pt x="54722" y="1026"/>
                </a:lnTo>
                <a:lnTo>
                  <a:pt x="55002" y="770"/>
                </a:lnTo>
                <a:lnTo>
                  <a:pt x="55283" y="643"/>
                </a:lnTo>
                <a:lnTo>
                  <a:pt x="55709" y="510"/>
                </a:lnTo>
                <a:lnTo>
                  <a:pt x="55989" y="382"/>
                </a:lnTo>
                <a:lnTo>
                  <a:pt x="56270" y="127"/>
                </a:lnTo>
                <a:lnTo>
                  <a:pt x="56550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1148808" y="3617173"/>
            <a:ext cx="56696" cy="30316"/>
          </a:xfrm>
          <a:custGeom>
            <a:avLst/>
            <a:gdLst/>
            <a:ahLst/>
            <a:cxnLst/>
            <a:rect l="l" t="t" r="r" b="b"/>
            <a:pathLst>
              <a:path w="56696" h="30316">
                <a:moveTo>
                  <a:pt x="0" y="30316"/>
                </a:moveTo>
                <a:lnTo>
                  <a:pt x="146" y="30316"/>
                </a:lnTo>
                <a:lnTo>
                  <a:pt x="426" y="30188"/>
                </a:lnTo>
                <a:lnTo>
                  <a:pt x="706" y="29928"/>
                </a:lnTo>
                <a:lnTo>
                  <a:pt x="1132" y="29800"/>
                </a:lnTo>
                <a:lnTo>
                  <a:pt x="1413" y="29673"/>
                </a:lnTo>
                <a:lnTo>
                  <a:pt x="1693" y="29545"/>
                </a:lnTo>
                <a:lnTo>
                  <a:pt x="1979" y="29284"/>
                </a:lnTo>
                <a:lnTo>
                  <a:pt x="2260" y="29157"/>
                </a:lnTo>
                <a:lnTo>
                  <a:pt x="2540" y="29029"/>
                </a:lnTo>
                <a:lnTo>
                  <a:pt x="2680" y="28902"/>
                </a:lnTo>
                <a:lnTo>
                  <a:pt x="2966" y="28646"/>
                </a:lnTo>
                <a:lnTo>
                  <a:pt x="3387" y="28519"/>
                </a:lnTo>
                <a:lnTo>
                  <a:pt x="3667" y="28386"/>
                </a:lnTo>
                <a:lnTo>
                  <a:pt x="3953" y="28258"/>
                </a:lnTo>
                <a:lnTo>
                  <a:pt x="4234" y="28003"/>
                </a:lnTo>
                <a:lnTo>
                  <a:pt x="4514" y="28003"/>
                </a:lnTo>
                <a:lnTo>
                  <a:pt x="4794" y="27876"/>
                </a:lnTo>
                <a:lnTo>
                  <a:pt x="5080" y="27748"/>
                </a:lnTo>
                <a:lnTo>
                  <a:pt x="5361" y="27487"/>
                </a:lnTo>
                <a:lnTo>
                  <a:pt x="5641" y="27360"/>
                </a:lnTo>
                <a:lnTo>
                  <a:pt x="5927" y="27232"/>
                </a:lnTo>
                <a:lnTo>
                  <a:pt x="6208" y="27105"/>
                </a:lnTo>
                <a:lnTo>
                  <a:pt x="6488" y="26844"/>
                </a:lnTo>
                <a:lnTo>
                  <a:pt x="6774" y="26716"/>
                </a:lnTo>
                <a:lnTo>
                  <a:pt x="7054" y="26589"/>
                </a:lnTo>
                <a:lnTo>
                  <a:pt x="7475" y="26461"/>
                </a:lnTo>
                <a:lnTo>
                  <a:pt x="7615" y="26206"/>
                </a:lnTo>
                <a:lnTo>
                  <a:pt x="7901" y="26078"/>
                </a:lnTo>
                <a:lnTo>
                  <a:pt x="8182" y="25946"/>
                </a:lnTo>
                <a:lnTo>
                  <a:pt x="8462" y="25818"/>
                </a:lnTo>
                <a:lnTo>
                  <a:pt x="8748" y="25690"/>
                </a:lnTo>
                <a:lnTo>
                  <a:pt x="9028" y="25563"/>
                </a:lnTo>
                <a:lnTo>
                  <a:pt x="9309" y="25435"/>
                </a:lnTo>
                <a:lnTo>
                  <a:pt x="9735" y="25307"/>
                </a:lnTo>
                <a:lnTo>
                  <a:pt x="10015" y="25047"/>
                </a:lnTo>
                <a:lnTo>
                  <a:pt x="10156" y="24919"/>
                </a:lnTo>
                <a:lnTo>
                  <a:pt x="10436" y="24792"/>
                </a:lnTo>
                <a:lnTo>
                  <a:pt x="10722" y="24664"/>
                </a:lnTo>
                <a:lnTo>
                  <a:pt x="11002" y="24404"/>
                </a:lnTo>
                <a:lnTo>
                  <a:pt x="11283" y="24276"/>
                </a:lnTo>
                <a:lnTo>
                  <a:pt x="11709" y="24148"/>
                </a:lnTo>
                <a:lnTo>
                  <a:pt x="11989" y="24021"/>
                </a:lnTo>
                <a:lnTo>
                  <a:pt x="12270" y="23766"/>
                </a:lnTo>
                <a:lnTo>
                  <a:pt x="12556" y="23633"/>
                </a:lnTo>
                <a:lnTo>
                  <a:pt x="12696" y="23505"/>
                </a:lnTo>
                <a:lnTo>
                  <a:pt x="12976" y="23377"/>
                </a:lnTo>
                <a:lnTo>
                  <a:pt x="13257" y="23250"/>
                </a:lnTo>
                <a:lnTo>
                  <a:pt x="13683" y="23122"/>
                </a:lnTo>
                <a:lnTo>
                  <a:pt x="13963" y="22995"/>
                </a:lnTo>
                <a:lnTo>
                  <a:pt x="14244" y="22867"/>
                </a:lnTo>
                <a:lnTo>
                  <a:pt x="14530" y="22607"/>
                </a:lnTo>
                <a:lnTo>
                  <a:pt x="14810" y="22479"/>
                </a:lnTo>
                <a:lnTo>
                  <a:pt x="15091" y="22351"/>
                </a:lnTo>
                <a:lnTo>
                  <a:pt x="15231" y="22224"/>
                </a:lnTo>
                <a:lnTo>
                  <a:pt x="15517" y="21963"/>
                </a:lnTo>
                <a:lnTo>
                  <a:pt x="15937" y="21836"/>
                </a:lnTo>
                <a:lnTo>
                  <a:pt x="16218" y="21708"/>
                </a:lnTo>
                <a:lnTo>
                  <a:pt x="16504" y="21580"/>
                </a:lnTo>
                <a:lnTo>
                  <a:pt x="16784" y="21325"/>
                </a:lnTo>
                <a:lnTo>
                  <a:pt x="17064" y="21192"/>
                </a:lnTo>
                <a:lnTo>
                  <a:pt x="17351" y="21065"/>
                </a:lnTo>
                <a:lnTo>
                  <a:pt x="17631" y="20937"/>
                </a:lnTo>
                <a:lnTo>
                  <a:pt x="17911" y="20809"/>
                </a:lnTo>
                <a:lnTo>
                  <a:pt x="18192" y="20682"/>
                </a:lnTo>
                <a:lnTo>
                  <a:pt x="18478" y="20554"/>
                </a:lnTo>
                <a:lnTo>
                  <a:pt x="18758" y="20421"/>
                </a:lnTo>
                <a:lnTo>
                  <a:pt x="19038" y="20166"/>
                </a:lnTo>
                <a:lnTo>
                  <a:pt x="19325" y="20039"/>
                </a:lnTo>
                <a:lnTo>
                  <a:pt x="19605" y="19911"/>
                </a:lnTo>
                <a:lnTo>
                  <a:pt x="20025" y="19783"/>
                </a:lnTo>
                <a:lnTo>
                  <a:pt x="20312" y="19523"/>
                </a:lnTo>
                <a:lnTo>
                  <a:pt x="20452" y="19395"/>
                </a:lnTo>
                <a:lnTo>
                  <a:pt x="20732" y="19268"/>
                </a:lnTo>
                <a:lnTo>
                  <a:pt x="21012" y="19140"/>
                </a:lnTo>
                <a:lnTo>
                  <a:pt x="21299" y="18885"/>
                </a:lnTo>
                <a:lnTo>
                  <a:pt x="21579" y="18752"/>
                </a:lnTo>
                <a:lnTo>
                  <a:pt x="21859" y="18624"/>
                </a:lnTo>
                <a:lnTo>
                  <a:pt x="22286" y="18624"/>
                </a:lnTo>
                <a:lnTo>
                  <a:pt x="22566" y="18369"/>
                </a:lnTo>
                <a:lnTo>
                  <a:pt x="22846" y="18241"/>
                </a:lnTo>
                <a:lnTo>
                  <a:pt x="22986" y="18114"/>
                </a:lnTo>
                <a:lnTo>
                  <a:pt x="23273" y="17981"/>
                </a:lnTo>
                <a:lnTo>
                  <a:pt x="23553" y="17726"/>
                </a:lnTo>
                <a:lnTo>
                  <a:pt x="23833" y="17598"/>
                </a:lnTo>
                <a:lnTo>
                  <a:pt x="24260" y="17471"/>
                </a:lnTo>
                <a:lnTo>
                  <a:pt x="24540" y="17343"/>
                </a:lnTo>
                <a:lnTo>
                  <a:pt x="24820" y="17082"/>
                </a:lnTo>
                <a:lnTo>
                  <a:pt x="25106" y="16955"/>
                </a:lnTo>
                <a:lnTo>
                  <a:pt x="25247" y="16827"/>
                </a:lnTo>
                <a:lnTo>
                  <a:pt x="25527" y="16700"/>
                </a:lnTo>
                <a:lnTo>
                  <a:pt x="25807" y="16444"/>
                </a:lnTo>
                <a:lnTo>
                  <a:pt x="26234" y="16311"/>
                </a:lnTo>
                <a:lnTo>
                  <a:pt x="26514" y="16311"/>
                </a:lnTo>
                <a:lnTo>
                  <a:pt x="26794" y="16184"/>
                </a:lnTo>
                <a:lnTo>
                  <a:pt x="27080" y="15929"/>
                </a:lnTo>
                <a:lnTo>
                  <a:pt x="27361" y="15801"/>
                </a:lnTo>
                <a:lnTo>
                  <a:pt x="27641" y="15673"/>
                </a:lnTo>
                <a:lnTo>
                  <a:pt x="27781" y="15541"/>
                </a:lnTo>
                <a:lnTo>
                  <a:pt x="28067" y="15285"/>
                </a:lnTo>
                <a:lnTo>
                  <a:pt x="28488" y="15158"/>
                </a:lnTo>
                <a:lnTo>
                  <a:pt x="28768" y="15030"/>
                </a:lnTo>
                <a:lnTo>
                  <a:pt x="29054" y="14903"/>
                </a:lnTo>
                <a:lnTo>
                  <a:pt x="29335" y="14642"/>
                </a:lnTo>
                <a:lnTo>
                  <a:pt x="29615" y="14514"/>
                </a:lnTo>
                <a:lnTo>
                  <a:pt x="29901" y="14387"/>
                </a:lnTo>
                <a:lnTo>
                  <a:pt x="30182" y="14259"/>
                </a:lnTo>
                <a:lnTo>
                  <a:pt x="30462" y="14004"/>
                </a:lnTo>
                <a:lnTo>
                  <a:pt x="30748" y="14004"/>
                </a:lnTo>
                <a:lnTo>
                  <a:pt x="31028" y="13871"/>
                </a:lnTo>
                <a:lnTo>
                  <a:pt x="31309" y="13743"/>
                </a:lnTo>
                <a:lnTo>
                  <a:pt x="31589" y="13488"/>
                </a:lnTo>
                <a:lnTo>
                  <a:pt x="31875" y="13361"/>
                </a:lnTo>
                <a:lnTo>
                  <a:pt x="32155" y="13233"/>
                </a:lnTo>
                <a:lnTo>
                  <a:pt x="32436" y="13100"/>
                </a:lnTo>
                <a:lnTo>
                  <a:pt x="32862" y="12845"/>
                </a:lnTo>
                <a:lnTo>
                  <a:pt x="33002" y="12717"/>
                </a:lnTo>
                <a:lnTo>
                  <a:pt x="33283" y="12590"/>
                </a:lnTo>
                <a:lnTo>
                  <a:pt x="33563" y="12462"/>
                </a:lnTo>
                <a:lnTo>
                  <a:pt x="33849" y="12202"/>
                </a:lnTo>
                <a:lnTo>
                  <a:pt x="34129" y="12074"/>
                </a:lnTo>
                <a:lnTo>
                  <a:pt x="34410" y="11946"/>
                </a:lnTo>
                <a:lnTo>
                  <a:pt x="34836" y="11819"/>
                </a:lnTo>
                <a:lnTo>
                  <a:pt x="35116" y="11691"/>
                </a:lnTo>
                <a:lnTo>
                  <a:pt x="35397" y="11564"/>
                </a:lnTo>
                <a:lnTo>
                  <a:pt x="35543" y="11431"/>
                </a:lnTo>
                <a:lnTo>
                  <a:pt x="35823" y="11303"/>
                </a:lnTo>
                <a:lnTo>
                  <a:pt x="36103" y="11048"/>
                </a:lnTo>
                <a:lnTo>
                  <a:pt x="36384" y="10920"/>
                </a:lnTo>
                <a:lnTo>
                  <a:pt x="36810" y="10793"/>
                </a:lnTo>
                <a:lnTo>
                  <a:pt x="37090" y="10660"/>
                </a:lnTo>
                <a:lnTo>
                  <a:pt x="37371" y="10404"/>
                </a:lnTo>
                <a:lnTo>
                  <a:pt x="37657" y="10277"/>
                </a:lnTo>
                <a:lnTo>
                  <a:pt x="37937" y="10149"/>
                </a:lnTo>
                <a:lnTo>
                  <a:pt x="38077" y="10022"/>
                </a:lnTo>
                <a:lnTo>
                  <a:pt x="38358" y="9761"/>
                </a:lnTo>
                <a:lnTo>
                  <a:pt x="38644" y="9634"/>
                </a:lnTo>
                <a:lnTo>
                  <a:pt x="39064" y="9506"/>
                </a:lnTo>
                <a:lnTo>
                  <a:pt x="39351" y="9378"/>
                </a:lnTo>
                <a:lnTo>
                  <a:pt x="39631" y="9251"/>
                </a:lnTo>
                <a:lnTo>
                  <a:pt x="39911" y="9123"/>
                </a:lnTo>
                <a:lnTo>
                  <a:pt x="40192" y="8990"/>
                </a:lnTo>
                <a:lnTo>
                  <a:pt x="40478" y="8863"/>
                </a:lnTo>
                <a:lnTo>
                  <a:pt x="40618" y="8607"/>
                </a:lnTo>
                <a:lnTo>
                  <a:pt x="41038" y="8480"/>
                </a:lnTo>
                <a:lnTo>
                  <a:pt x="41325" y="8352"/>
                </a:lnTo>
                <a:lnTo>
                  <a:pt x="41605" y="8219"/>
                </a:lnTo>
                <a:lnTo>
                  <a:pt x="41885" y="7964"/>
                </a:lnTo>
                <a:lnTo>
                  <a:pt x="42166" y="7836"/>
                </a:lnTo>
                <a:lnTo>
                  <a:pt x="42452" y="7709"/>
                </a:lnTo>
                <a:lnTo>
                  <a:pt x="42732" y="7581"/>
                </a:lnTo>
                <a:lnTo>
                  <a:pt x="43012" y="7321"/>
                </a:lnTo>
                <a:lnTo>
                  <a:pt x="43299" y="7193"/>
                </a:lnTo>
                <a:lnTo>
                  <a:pt x="43579" y="7066"/>
                </a:lnTo>
                <a:lnTo>
                  <a:pt x="43859" y="7066"/>
                </a:lnTo>
                <a:lnTo>
                  <a:pt x="44145" y="6810"/>
                </a:lnTo>
                <a:lnTo>
                  <a:pt x="44426" y="6677"/>
                </a:lnTo>
                <a:lnTo>
                  <a:pt x="44706" y="6550"/>
                </a:lnTo>
                <a:lnTo>
                  <a:pt x="44986" y="6422"/>
                </a:lnTo>
                <a:lnTo>
                  <a:pt x="45413" y="6167"/>
                </a:lnTo>
                <a:lnTo>
                  <a:pt x="45553" y="6039"/>
                </a:lnTo>
                <a:lnTo>
                  <a:pt x="45833" y="5912"/>
                </a:lnTo>
                <a:lnTo>
                  <a:pt x="46119" y="5779"/>
                </a:lnTo>
                <a:lnTo>
                  <a:pt x="46400" y="5524"/>
                </a:lnTo>
                <a:lnTo>
                  <a:pt x="46680" y="5396"/>
                </a:lnTo>
                <a:lnTo>
                  <a:pt x="46960" y="5268"/>
                </a:lnTo>
                <a:lnTo>
                  <a:pt x="47387" y="5141"/>
                </a:lnTo>
                <a:lnTo>
                  <a:pt x="47667" y="4880"/>
                </a:lnTo>
                <a:lnTo>
                  <a:pt x="47953" y="4753"/>
                </a:lnTo>
                <a:lnTo>
                  <a:pt x="48093" y="4753"/>
                </a:lnTo>
                <a:lnTo>
                  <a:pt x="48374" y="4625"/>
                </a:lnTo>
                <a:lnTo>
                  <a:pt x="48654" y="4370"/>
                </a:lnTo>
                <a:lnTo>
                  <a:pt x="48940" y="4237"/>
                </a:lnTo>
                <a:lnTo>
                  <a:pt x="49361" y="4109"/>
                </a:lnTo>
                <a:lnTo>
                  <a:pt x="49641" y="3982"/>
                </a:lnTo>
                <a:lnTo>
                  <a:pt x="49927" y="3727"/>
                </a:lnTo>
                <a:lnTo>
                  <a:pt x="50207" y="3599"/>
                </a:lnTo>
                <a:lnTo>
                  <a:pt x="50488" y="3471"/>
                </a:lnTo>
                <a:lnTo>
                  <a:pt x="50628" y="3338"/>
                </a:lnTo>
                <a:lnTo>
                  <a:pt x="50914" y="3083"/>
                </a:lnTo>
                <a:lnTo>
                  <a:pt x="51194" y="2956"/>
                </a:lnTo>
                <a:lnTo>
                  <a:pt x="51615" y="2828"/>
                </a:lnTo>
                <a:lnTo>
                  <a:pt x="51901" y="2700"/>
                </a:lnTo>
                <a:lnTo>
                  <a:pt x="52181" y="2440"/>
                </a:lnTo>
                <a:lnTo>
                  <a:pt x="52462" y="2312"/>
                </a:lnTo>
                <a:lnTo>
                  <a:pt x="52748" y="2312"/>
                </a:lnTo>
                <a:lnTo>
                  <a:pt x="53028" y="2185"/>
                </a:lnTo>
                <a:lnTo>
                  <a:pt x="53168" y="1929"/>
                </a:lnTo>
                <a:lnTo>
                  <a:pt x="53589" y="1797"/>
                </a:lnTo>
                <a:lnTo>
                  <a:pt x="53875" y="1669"/>
                </a:lnTo>
                <a:lnTo>
                  <a:pt x="54155" y="1541"/>
                </a:lnTo>
                <a:lnTo>
                  <a:pt x="54436" y="1286"/>
                </a:lnTo>
                <a:lnTo>
                  <a:pt x="54722" y="1159"/>
                </a:lnTo>
                <a:lnTo>
                  <a:pt x="55002" y="1031"/>
                </a:lnTo>
                <a:lnTo>
                  <a:pt x="55283" y="898"/>
                </a:lnTo>
                <a:lnTo>
                  <a:pt x="55563" y="643"/>
                </a:lnTo>
                <a:lnTo>
                  <a:pt x="55849" y="515"/>
                </a:lnTo>
                <a:lnTo>
                  <a:pt x="56129" y="388"/>
                </a:lnTo>
                <a:lnTo>
                  <a:pt x="56410" y="260"/>
                </a:lnTo>
                <a:lnTo>
                  <a:pt x="56696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1205505" y="3586990"/>
            <a:ext cx="56690" cy="30183"/>
          </a:xfrm>
          <a:custGeom>
            <a:avLst/>
            <a:gdLst/>
            <a:ahLst/>
            <a:cxnLst/>
            <a:rect l="l" t="t" r="r" b="b"/>
            <a:pathLst>
              <a:path w="56690" h="30183">
                <a:moveTo>
                  <a:pt x="0" y="30183"/>
                </a:moveTo>
                <a:lnTo>
                  <a:pt x="280" y="30183"/>
                </a:lnTo>
                <a:lnTo>
                  <a:pt x="560" y="30055"/>
                </a:lnTo>
                <a:lnTo>
                  <a:pt x="846" y="29928"/>
                </a:lnTo>
                <a:lnTo>
                  <a:pt x="1267" y="29673"/>
                </a:lnTo>
                <a:lnTo>
                  <a:pt x="1407" y="29540"/>
                </a:lnTo>
                <a:lnTo>
                  <a:pt x="1687" y="29412"/>
                </a:lnTo>
                <a:lnTo>
                  <a:pt x="1973" y="29284"/>
                </a:lnTo>
                <a:lnTo>
                  <a:pt x="2254" y="29029"/>
                </a:lnTo>
                <a:lnTo>
                  <a:pt x="2534" y="28902"/>
                </a:lnTo>
                <a:lnTo>
                  <a:pt x="2820" y="28769"/>
                </a:lnTo>
                <a:lnTo>
                  <a:pt x="3241" y="28641"/>
                </a:lnTo>
                <a:lnTo>
                  <a:pt x="3521" y="28386"/>
                </a:lnTo>
                <a:lnTo>
                  <a:pt x="3807" y="28258"/>
                </a:lnTo>
                <a:lnTo>
                  <a:pt x="3947" y="28131"/>
                </a:lnTo>
                <a:lnTo>
                  <a:pt x="4228" y="28003"/>
                </a:lnTo>
                <a:lnTo>
                  <a:pt x="4508" y="27870"/>
                </a:lnTo>
                <a:lnTo>
                  <a:pt x="4794" y="27743"/>
                </a:lnTo>
                <a:lnTo>
                  <a:pt x="5215" y="27615"/>
                </a:lnTo>
                <a:lnTo>
                  <a:pt x="5495" y="27487"/>
                </a:lnTo>
                <a:lnTo>
                  <a:pt x="5781" y="27232"/>
                </a:lnTo>
                <a:lnTo>
                  <a:pt x="6062" y="27099"/>
                </a:lnTo>
                <a:lnTo>
                  <a:pt x="6342" y="26972"/>
                </a:lnTo>
                <a:lnTo>
                  <a:pt x="6482" y="26844"/>
                </a:lnTo>
                <a:lnTo>
                  <a:pt x="6768" y="26589"/>
                </a:lnTo>
                <a:lnTo>
                  <a:pt x="7049" y="26461"/>
                </a:lnTo>
                <a:lnTo>
                  <a:pt x="7469" y="26328"/>
                </a:lnTo>
                <a:lnTo>
                  <a:pt x="7755" y="26201"/>
                </a:lnTo>
                <a:lnTo>
                  <a:pt x="8036" y="25946"/>
                </a:lnTo>
                <a:lnTo>
                  <a:pt x="8316" y="25818"/>
                </a:lnTo>
                <a:lnTo>
                  <a:pt x="8602" y="25690"/>
                </a:lnTo>
                <a:lnTo>
                  <a:pt x="8882" y="25563"/>
                </a:lnTo>
                <a:lnTo>
                  <a:pt x="9023" y="25430"/>
                </a:lnTo>
                <a:lnTo>
                  <a:pt x="9443" y="25302"/>
                </a:lnTo>
                <a:lnTo>
                  <a:pt x="9729" y="25175"/>
                </a:lnTo>
                <a:lnTo>
                  <a:pt x="10010" y="25047"/>
                </a:lnTo>
                <a:lnTo>
                  <a:pt x="10290" y="24792"/>
                </a:lnTo>
                <a:lnTo>
                  <a:pt x="10576" y="24659"/>
                </a:lnTo>
                <a:lnTo>
                  <a:pt x="10856" y="24531"/>
                </a:lnTo>
                <a:lnTo>
                  <a:pt x="11137" y="24404"/>
                </a:lnTo>
                <a:lnTo>
                  <a:pt x="11423" y="24148"/>
                </a:lnTo>
                <a:lnTo>
                  <a:pt x="11703" y="24021"/>
                </a:lnTo>
                <a:lnTo>
                  <a:pt x="11984" y="23888"/>
                </a:lnTo>
                <a:lnTo>
                  <a:pt x="12264" y="23760"/>
                </a:lnTo>
                <a:lnTo>
                  <a:pt x="12550" y="23505"/>
                </a:lnTo>
                <a:lnTo>
                  <a:pt x="12830" y="23377"/>
                </a:lnTo>
                <a:lnTo>
                  <a:pt x="13111" y="23250"/>
                </a:lnTo>
                <a:lnTo>
                  <a:pt x="13397" y="23250"/>
                </a:lnTo>
                <a:lnTo>
                  <a:pt x="13817" y="22989"/>
                </a:lnTo>
                <a:lnTo>
                  <a:pt x="13958" y="22862"/>
                </a:lnTo>
                <a:lnTo>
                  <a:pt x="14238" y="22734"/>
                </a:lnTo>
                <a:lnTo>
                  <a:pt x="14524" y="22607"/>
                </a:lnTo>
                <a:lnTo>
                  <a:pt x="14804" y="22351"/>
                </a:lnTo>
                <a:lnTo>
                  <a:pt x="15085" y="22218"/>
                </a:lnTo>
                <a:lnTo>
                  <a:pt x="15371" y="22091"/>
                </a:lnTo>
                <a:lnTo>
                  <a:pt x="15791" y="21963"/>
                </a:lnTo>
                <a:lnTo>
                  <a:pt x="16072" y="21708"/>
                </a:lnTo>
                <a:lnTo>
                  <a:pt x="16358" y="21580"/>
                </a:lnTo>
                <a:lnTo>
                  <a:pt x="16498" y="21447"/>
                </a:lnTo>
                <a:lnTo>
                  <a:pt x="16778" y="21320"/>
                </a:lnTo>
                <a:lnTo>
                  <a:pt x="17059" y="21065"/>
                </a:lnTo>
                <a:lnTo>
                  <a:pt x="17345" y="20937"/>
                </a:lnTo>
                <a:lnTo>
                  <a:pt x="17765" y="20937"/>
                </a:lnTo>
                <a:lnTo>
                  <a:pt x="18046" y="20809"/>
                </a:lnTo>
                <a:lnTo>
                  <a:pt x="18332" y="20549"/>
                </a:lnTo>
                <a:lnTo>
                  <a:pt x="18612" y="20421"/>
                </a:lnTo>
                <a:lnTo>
                  <a:pt x="18892" y="20294"/>
                </a:lnTo>
                <a:lnTo>
                  <a:pt x="19033" y="20166"/>
                </a:lnTo>
                <a:lnTo>
                  <a:pt x="19319" y="19911"/>
                </a:lnTo>
                <a:lnTo>
                  <a:pt x="19599" y="19778"/>
                </a:lnTo>
                <a:lnTo>
                  <a:pt x="20025" y="19650"/>
                </a:lnTo>
                <a:lnTo>
                  <a:pt x="20306" y="19523"/>
                </a:lnTo>
                <a:lnTo>
                  <a:pt x="20586" y="19268"/>
                </a:lnTo>
                <a:lnTo>
                  <a:pt x="20866" y="19140"/>
                </a:lnTo>
                <a:lnTo>
                  <a:pt x="21153" y="19007"/>
                </a:lnTo>
                <a:lnTo>
                  <a:pt x="21433" y="18879"/>
                </a:lnTo>
                <a:lnTo>
                  <a:pt x="21573" y="18624"/>
                </a:lnTo>
                <a:lnTo>
                  <a:pt x="21999" y="18624"/>
                </a:lnTo>
                <a:lnTo>
                  <a:pt x="22280" y="18497"/>
                </a:lnTo>
                <a:lnTo>
                  <a:pt x="22560" y="18369"/>
                </a:lnTo>
                <a:lnTo>
                  <a:pt x="22840" y="18109"/>
                </a:lnTo>
                <a:lnTo>
                  <a:pt x="23127" y="17981"/>
                </a:lnTo>
                <a:lnTo>
                  <a:pt x="23407" y="17853"/>
                </a:lnTo>
                <a:lnTo>
                  <a:pt x="23687" y="17726"/>
                </a:lnTo>
                <a:lnTo>
                  <a:pt x="23973" y="17471"/>
                </a:lnTo>
                <a:lnTo>
                  <a:pt x="24254" y="17338"/>
                </a:lnTo>
                <a:lnTo>
                  <a:pt x="24534" y="17210"/>
                </a:lnTo>
                <a:lnTo>
                  <a:pt x="24820" y="17082"/>
                </a:lnTo>
                <a:lnTo>
                  <a:pt x="25101" y="16827"/>
                </a:lnTo>
                <a:lnTo>
                  <a:pt x="25381" y="16700"/>
                </a:lnTo>
                <a:lnTo>
                  <a:pt x="25661" y="16567"/>
                </a:lnTo>
                <a:lnTo>
                  <a:pt x="25947" y="16439"/>
                </a:lnTo>
                <a:lnTo>
                  <a:pt x="26368" y="16311"/>
                </a:lnTo>
                <a:lnTo>
                  <a:pt x="26508" y="16184"/>
                </a:lnTo>
                <a:lnTo>
                  <a:pt x="26794" y="16056"/>
                </a:lnTo>
                <a:lnTo>
                  <a:pt x="27075" y="15929"/>
                </a:lnTo>
                <a:lnTo>
                  <a:pt x="27355" y="15668"/>
                </a:lnTo>
                <a:lnTo>
                  <a:pt x="27635" y="15541"/>
                </a:lnTo>
                <a:lnTo>
                  <a:pt x="27921" y="15413"/>
                </a:lnTo>
                <a:lnTo>
                  <a:pt x="28342" y="15285"/>
                </a:lnTo>
                <a:lnTo>
                  <a:pt x="28622" y="15025"/>
                </a:lnTo>
                <a:lnTo>
                  <a:pt x="28908" y="14897"/>
                </a:lnTo>
                <a:lnTo>
                  <a:pt x="29049" y="14770"/>
                </a:lnTo>
                <a:lnTo>
                  <a:pt x="29329" y="14642"/>
                </a:lnTo>
                <a:lnTo>
                  <a:pt x="29615" y="14387"/>
                </a:lnTo>
                <a:lnTo>
                  <a:pt x="29895" y="14259"/>
                </a:lnTo>
                <a:lnTo>
                  <a:pt x="30316" y="14126"/>
                </a:lnTo>
                <a:lnTo>
                  <a:pt x="30602" y="13999"/>
                </a:lnTo>
                <a:lnTo>
                  <a:pt x="30882" y="13871"/>
                </a:lnTo>
                <a:lnTo>
                  <a:pt x="31163" y="13743"/>
                </a:lnTo>
                <a:lnTo>
                  <a:pt x="31443" y="13616"/>
                </a:lnTo>
                <a:lnTo>
                  <a:pt x="31589" y="13488"/>
                </a:lnTo>
                <a:lnTo>
                  <a:pt x="31869" y="13228"/>
                </a:lnTo>
                <a:lnTo>
                  <a:pt x="32150" y="13100"/>
                </a:lnTo>
                <a:lnTo>
                  <a:pt x="32576" y="12973"/>
                </a:lnTo>
                <a:lnTo>
                  <a:pt x="32856" y="12845"/>
                </a:lnTo>
                <a:lnTo>
                  <a:pt x="33137" y="12584"/>
                </a:lnTo>
                <a:lnTo>
                  <a:pt x="33417" y="12457"/>
                </a:lnTo>
                <a:lnTo>
                  <a:pt x="33703" y="12329"/>
                </a:lnTo>
                <a:lnTo>
                  <a:pt x="33983" y="12202"/>
                </a:lnTo>
                <a:lnTo>
                  <a:pt x="34124" y="11946"/>
                </a:lnTo>
                <a:lnTo>
                  <a:pt x="34550" y="11813"/>
                </a:lnTo>
                <a:lnTo>
                  <a:pt x="34830" y="11686"/>
                </a:lnTo>
                <a:lnTo>
                  <a:pt x="35111" y="11558"/>
                </a:lnTo>
                <a:lnTo>
                  <a:pt x="35397" y="11431"/>
                </a:lnTo>
                <a:lnTo>
                  <a:pt x="35677" y="11303"/>
                </a:lnTo>
                <a:lnTo>
                  <a:pt x="35957" y="11175"/>
                </a:lnTo>
                <a:lnTo>
                  <a:pt x="36238" y="11048"/>
                </a:lnTo>
                <a:lnTo>
                  <a:pt x="36524" y="10787"/>
                </a:lnTo>
                <a:lnTo>
                  <a:pt x="36804" y="10660"/>
                </a:lnTo>
                <a:lnTo>
                  <a:pt x="37085" y="10532"/>
                </a:lnTo>
                <a:lnTo>
                  <a:pt x="37371" y="10404"/>
                </a:lnTo>
                <a:lnTo>
                  <a:pt x="37651" y="10144"/>
                </a:lnTo>
                <a:lnTo>
                  <a:pt x="37931" y="10016"/>
                </a:lnTo>
                <a:lnTo>
                  <a:pt x="38212" y="9889"/>
                </a:lnTo>
                <a:lnTo>
                  <a:pt x="38498" y="9761"/>
                </a:lnTo>
                <a:lnTo>
                  <a:pt x="38918" y="9506"/>
                </a:lnTo>
                <a:lnTo>
                  <a:pt x="39059" y="9373"/>
                </a:lnTo>
                <a:lnTo>
                  <a:pt x="39345" y="9245"/>
                </a:lnTo>
                <a:lnTo>
                  <a:pt x="39625" y="9245"/>
                </a:lnTo>
                <a:lnTo>
                  <a:pt x="39905" y="8990"/>
                </a:lnTo>
                <a:lnTo>
                  <a:pt x="40192" y="8863"/>
                </a:lnTo>
                <a:lnTo>
                  <a:pt x="40472" y="8735"/>
                </a:lnTo>
                <a:lnTo>
                  <a:pt x="40892" y="8607"/>
                </a:lnTo>
                <a:lnTo>
                  <a:pt x="41179" y="8347"/>
                </a:lnTo>
                <a:lnTo>
                  <a:pt x="41459" y="8219"/>
                </a:lnTo>
                <a:lnTo>
                  <a:pt x="41599" y="8092"/>
                </a:lnTo>
                <a:lnTo>
                  <a:pt x="41879" y="7964"/>
                </a:lnTo>
                <a:lnTo>
                  <a:pt x="42166" y="7704"/>
                </a:lnTo>
                <a:lnTo>
                  <a:pt x="42446" y="7576"/>
                </a:lnTo>
                <a:lnTo>
                  <a:pt x="42866" y="7448"/>
                </a:lnTo>
                <a:lnTo>
                  <a:pt x="43153" y="7321"/>
                </a:lnTo>
                <a:lnTo>
                  <a:pt x="43433" y="7066"/>
                </a:lnTo>
                <a:lnTo>
                  <a:pt x="43713" y="6933"/>
                </a:lnTo>
                <a:lnTo>
                  <a:pt x="43999" y="6933"/>
                </a:lnTo>
                <a:lnTo>
                  <a:pt x="44140" y="6805"/>
                </a:lnTo>
                <a:lnTo>
                  <a:pt x="44420" y="6550"/>
                </a:lnTo>
                <a:lnTo>
                  <a:pt x="44700" y="6422"/>
                </a:lnTo>
                <a:lnTo>
                  <a:pt x="45127" y="6295"/>
                </a:lnTo>
                <a:lnTo>
                  <a:pt x="45407" y="6167"/>
                </a:lnTo>
                <a:lnTo>
                  <a:pt x="45687" y="5906"/>
                </a:lnTo>
                <a:lnTo>
                  <a:pt x="45973" y="5779"/>
                </a:lnTo>
                <a:lnTo>
                  <a:pt x="46254" y="5651"/>
                </a:lnTo>
                <a:lnTo>
                  <a:pt x="46534" y="5524"/>
                </a:lnTo>
                <a:lnTo>
                  <a:pt x="46674" y="5263"/>
                </a:lnTo>
                <a:lnTo>
                  <a:pt x="47100" y="5136"/>
                </a:lnTo>
                <a:lnTo>
                  <a:pt x="47381" y="5008"/>
                </a:lnTo>
                <a:lnTo>
                  <a:pt x="47661" y="4753"/>
                </a:lnTo>
                <a:lnTo>
                  <a:pt x="47947" y="4625"/>
                </a:lnTo>
                <a:lnTo>
                  <a:pt x="48228" y="4625"/>
                </a:lnTo>
                <a:lnTo>
                  <a:pt x="48508" y="4492"/>
                </a:lnTo>
                <a:lnTo>
                  <a:pt x="48794" y="4237"/>
                </a:lnTo>
                <a:lnTo>
                  <a:pt x="49215" y="4109"/>
                </a:lnTo>
                <a:lnTo>
                  <a:pt x="49355" y="3982"/>
                </a:lnTo>
                <a:lnTo>
                  <a:pt x="49635" y="3854"/>
                </a:lnTo>
                <a:lnTo>
                  <a:pt x="49921" y="3594"/>
                </a:lnTo>
                <a:lnTo>
                  <a:pt x="50202" y="3466"/>
                </a:lnTo>
                <a:lnTo>
                  <a:pt x="50482" y="3338"/>
                </a:lnTo>
                <a:lnTo>
                  <a:pt x="50768" y="3211"/>
                </a:lnTo>
                <a:lnTo>
                  <a:pt x="51048" y="2956"/>
                </a:lnTo>
                <a:lnTo>
                  <a:pt x="51469" y="2823"/>
                </a:lnTo>
                <a:lnTo>
                  <a:pt x="51609" y="2695"/>
                </a:lnTo>
                <a:lnTo>
                  <a:pt x="51895" y="2568"/>
                </a:lnTo>
                <a:lnTo>
                  <a:pt x="52176" y="2312"/>
                </a:lnTo>
                <a:lnTo>
                  <a:pt x="52456" y="2312"/>
                </a:lnTo>
                <a:lnTo>
                  <a:pt x="52742" y="2185"/>
                </a:lnTo>
                <a:lnTo>
                  <a:pt x="53022" y="2052"/>
                </a:lnTo>
                <a:lnTo>
                  <a:pt x="53443" y="1797"/>
                </a:lnTo>
                <a:lnTo>
                  <a:pt x="53729" y="1669"/>
                </a:lnTo>
                <a:lnTo>
                  <a:pt x="54009" y="1541"/>
                </a:lnTo>
                <a:lnTo>
                  <a:pt x="54150" y="1414"/>
                </a:lnTo>
                <a:lnTo>
                  <a:pt x="54430" y="1153"/>
                </a:lnTo>
                <a:lnTo>
                  <a:pt x="54716" y="1026"/>
                </a:lnTo>
                <a:lnTo>
                  <a:pt x="54996" y="898"/>
                </a:lnTo>
                <a:lnTo>
                  <a:pt x="55417" y="770"/>
                </a:lnTo>
                <a:lnTo>
                  <a:pt x="55703" y="515"/>
                </a:lnTo>
                <a:lnTo>
                  <a:pt x="55983" y="382"/>
                </a:lnTo>
                <a:lnTo>
                  <a:pt x="56264" y="255"/>
                </a:lnTo>
                <a:lnTo>
                  <a:pt x="56550" y="127"/>
                </a:lnTo>
                <a:lnTo>
                  <a:pt x="56690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1262195" y="3556673"/>
            <a:ext cx="56830" cy="30316"/>
          </a:xfrm>
          <a:custGeom>
            <a:avLst/>
            <a:gdLst/>
            <a:ahLst/>
            <a:cxnLst/>
            <a:rect l="l" t="t" r="r" b="b"/>
            <a:pathLst>
              <a:path w="56830" h="30316">
                <a:moveTo>
                  <a:pt x="0" y="30316"/>
                </a:moveTo>
                <a:lnTo>
                  <a:pt x="280" y="30188"/>
                </a:lnTo>
                <a:lnTo>
                  <a:pt x="560" y="30061"/>
                </a:lnTo>
                <a:lnTo>
                  <a:pt x="986" y="29928"/>
                </a:lnTo>
                <a:lnTo>
                  <a:pt x="1267" y="29673"/>
                </a:lnTo>
                <a:lnTo>
                  <a:pt x="1547" y="29545"/>
                </a:lnTo>
                <a:lnTo>
                  <a:pt x="1833" y="29417"/>
                </a:lnTo>
                <a:lnTo>
                  <a:pt x="2114" y="29290"/>
                </a:lnTo>
                <a:lnTo>
                  <a:pt x="2394" y="29029"/>
                </a:lnTo>
                <a:lnTo>
                  <a:pt x="2534" y="28902"/>
                </a:lnTo>
                <a:lnTo>
                  <a:pt x="2960" y="28774"/>
                </a:lnTo>
                <a:lnTo>
                  <a:pt x="3241" y="28646"/>
                </a:lnTo>
                <a:lnTo>
                  <a:pt x="3521" y="28391"/>
                </a:lnTo>
                <a:lnTo>
                  <a:pt x="3807" y="28258"/>
                </a:lnTo>
                <a:lnTo>
                  <a:pt x="4088" y="28131"/>
                </a:lnTo>
                <a:lnTo>
                  <a:pt x="4368" y="28003"/>
                </a:lnTo>
                <a:lnTo>
                  <a:pt x="4654" y="27876"/>
                </a:lnTo>
                <a:lnTo>
                  <a:pt x="4934" y="27748"/>
                </a:lnTo>
                <a:lnTo>
                  <a:pt x="5215" y="27620"/>
                </a:lnTo>
                <a:lnTo>
                  <a:pt x="5501" y="27487"/>
                </a:lnTo>
                <a:lnTo>
                  <a:pt x="5781" y="27232"/>
                </a:lnTo>
                <a:lnTo>
                  <a:pt x="6062" y="27105"/>
                </a:lnTo>
                <a:lnTo>
                  <a:pt x="6342" y="26977"/>
                </a:lnTo>
                <a:lnTo>
                  <a:pt x="6628" y="26849"/>
                </a:lnTo>
                <a:lnTo>
                  <a:pt x="6908" y="26589"/>
                </a:lnTo>
                <a:lnTo>
                  <a:pt x="7329" y="26461"/>
                </a:lnTo>
                <a:lnTo>
                  <a:pt x="7615" y="26334"/>
                </a:lnTo>
                <a:lnTo>
                  <a:pt x="7755" y="26206"/>
                </a:lnTo>
                <a:lnTo>
                  <a:pt x="8036" y="25946"/>
                </a:lnTo>
                <a:lnTo>
                  <a:pt x="8316" y="25818"/>
                </a:lnTo>
                <a:lnTo>
                  <a:pt x="8602" y="25690"/>
                </a:lnTo>
                <a:lnTo>
                  <a:pt x="8882" y="25563"/>
                </a:lnTo>
                <a:lnTo>
                  <a:pt x="9303" y="25435"/>
                </a:lnTo>
                <a:lnTo>
                  <a:pt x="9589" y="25307"/>
                </a:lnTo>
                <a:lnTo>
                  <a:pt x="9869" y="25180"/>
                </a:lnTo>
                <a:lnTo>
                  <a:pt x="10010" y="25047"/>
                </a:lnTo>
                <a:lnTo>
                  <a:pt x="10296" y="24792"/>
                </a:lnTo>
                <a:lnTo>
                  <a:pt x="10576" y="24664"/>
                </a:lnTo>
                <a:lnTo>
                  <a:pt x="10856" y="24537"/>
                </a:lnTo>
                <a:lnTo>
                  <a:pt x="11137" y="24409"/>
                </a:lnTo>
                <a:lnTo>
                  <a:pt x="11563" y="24148"/>
                </a:lnTo>
                <a:lnTo>
                  <a:pt x="11843" y="24021"/>
                </a:lnTo>
                <a:lnTo>
                  <a:pt x="12124" y="23893"/>
                </a:lnTo>
                <a:lnTo>
                  <a:pt x="12410" y="23766"/>
                </a:lnTo>
                <a:lnTo>
                  <a:pt x="12550" y="23505"/>
                </a:lnTo>
                <a:lnTo>
                  <a:pt x="12830" y="23377"/>
                </a:lnTo>
                <a:lnTo>
                  <a:pt x="13111" y="23250"/>
                </a:lnTo>
                <a:lnTo>
                  <a:pt x="13537" y="23250"/>
                </a:lnTo>
                <a:lnTo>
                  <a:pt x="13817" y="22995"/>
                </a:lnTo>
                <a:lnTo>
                  <a:pt x="14098" y="22867"/>
                </a:lnTo>
                <a:lnTo>
                  <a:pt x="14384" y="22739"/>
                </a:lnTo>
                <a:lnTo>
                  <a:pt x="14664" y="22607"/>
                </a:lnTo>
                <a:lnTo>
                  <a:pt x="14944" y="22351"/>
                </a:lnTo>
                <a:lnTo>
                  <a:pt x="15091" y="22224"/>
                </a:lnTo>
                <a:lnTo>
                  <a:pt x="15511" y="22096"/>
                </a:lnTo>
                <a:lnTo>
                  <a:pt x="15791" y="21969"/>
                </a:lnTo>
                <a:lnTo>
                  <a:pt x="16077" y="21708"/>
                </a:lnTo>
                <a:lnTo>
                  <a:pt x="16358" y="21580"/>
                </a:lnTo>
                <a:lnTo>
                  <a:pt x="16638" y="21453"/>
                </a:lnTo>
                <a:lnTo>
                  <a:pt x="16918" y="21325"/>
                </a:lnTo>
                <a:lnTo>
                  <a:pt x="17205" y="21065"/>
                </a:lnTo>
                <a:lnTo>
                  <a:pt x="17485" y="20937"/>
                </a:lnTo>
                <a:lnTo>
                  <a:pt x="17765" y="20937"/>
                </a:lnTo>
                <a:lnTo>
                  <a:pt x="18051" y="20809"/>
                </a:lnTo>
                <a:lnTo>
                  <a:pt x="18332" y="20554"/>
                </a:lnTo>
                <a:lnTo>
                  <a:pt x="18612" y="20427"/>
                </a:lnTo>
                <a:lnTo>
                  <a:pt x="18892" y="20299"/>
                </a:lnTo>
                <a:lnTo>
                  <a:pt x="19179" y="20166"/>
                </a:lnTo>
                <a:lnTo>
                  <a:pt x="19459" y="19911"/>
                </a:lnTo>
                <a:lnTo>
                  <a:pt x="19885" y="19783"/>
                </a:lnTo>
                <a:lnTo>
                  <a:pt x="20166" y="19656"/>
                </a:lnTo>
                <a:lnTo>
                  <a:pt x="20306" y="19528"/>
                </a:lnTo>
                <a:lnTo>
                  <a:pt x="20586" y="19268"/>
                </a:lnTo>
                <a:lnTo>
                  <a:pt x="20872" y="19140"/>
                </a:lnTo>
                <a:lnTo>
                  <a:pt x="21153" y="19012"/>
                </a:lnTo>
                <a:lnTo>
                  <a:pt x="21433" y="18885"/>
                </a:lnTo>
                <a:lnTo>
                  <a:pt x="21859" y="18624"/>
                </a:lnTo>
                <a:lnTo>
                  <a:pt x="22140" y="18624"/>
                </a:lnTo>
                <a:lnTo>
                  <a:pt x="22420" y="18497"/>
                </a:lnTo>
                <a:lnTo>
                  <a:pt x="22700" y="18369"/>
                </a:lnTo>
                <a:lnTo>
                  <a:pt x="22846" y="18114"/>
                </a:lnTo>
                <a:lnTo>
                  <a:pt x="23127" y="17986"/>
                </a:lnTo>
                <a:lnTo>
                  <a:pt x="23407" y="17853"/>
                </a:lnTo>
                <a:lnTo>
                  <a:pt x="23687" y="17726"/>
                </a:lnTo>
                <a:lnTo>
                  <a:pt x="24114" y="17471"/>
                </a:lnTo>
                <a:lnTo>
                  <a:pt x="24394" y="17343"/>
                </a:lnTo>
                <a:lnTo>
                  <a:pt x="24680" y="17215"/>
                </a:lnTo>
                <a:lnTo>
                  <a:pt x="24960" y="17088"/>
                </a:lnTo>
                <a:lnTo>
                  <a:pt x="25241" y="16827"/>
                </a:lnTo>
                <a:lnTo>
                  <a:pt x="25381" y="16700"/>
                </a:lnTo>
                <a:lnTo>
                  <a:pt x="25667" y="16572"/>
                </a:lnTo>
                <a:lnTo>
                  <a:pt x="26088" y="16444"/>
                </a:lnTo>
                <a:lnTo>
                  <a:pt x="26368" y="16317"/>
                </a:lnTo>
                <a:lnTo>
                  <a:pt x="26654" y="16184"/>
                </a:lnTo>
                <a:lnTo>
                  <a:pt x="26934" y="16056"/>
                </a:lnTo>
                <a:lnTo>
                  <a:pt x="27215" y="15929"/>
                </a:lnTo>
                <a:lnTo>
                  <a:pt x="27495" y="15673"/>
                </a:lnTo>
                <a:lnTo>
                  <a:pt x="27641" y="15546"/>
                </a:lnTo>
                <a:lnTo>
                  <a:pt x="28062" y="15413"/>
                </a:lnTo>
                <a:lnTo>
                  <a:pt x="28342" y="15285"/>
                </a:lnTo>
                <a:lnTo>
                  <a:pt x="28628" y="15030"/>
                </a:lnTo>
                <a:lnTo>
                  <a:pt x="28908" y="14903"/>
                </a:lnTo>
                <a:lnTo>
                  <a:pt x="29189" y="14775"/>
                </a:lnTo>
                <a:lnTo>
                  <a:pt x="29475" y="14647"/>
                </a:lnTo>
                <a:lnTo>
                  <a:pt x="29755" y="14387"/>
                </a:lnTo>
                <a:lnTo>
                  <a:pt x="30035" y="14259"/>
                </a:lnTo>
                <a:lnTo>
                  <a:pt x="30316" y="14132"/>
                </a:lnTo>
                <a:lnTo>
                  <a:pt x="30602" y="14004"/>
                </a:lnTo>
                <a:lnTo>
                  <a:pt x="30882" y="13876"/>
                </a:lnTo>
                <a:lnTo>
                  <a:pt x="31163" y="13743"/>
                </a:lnTo>
                <a:lnTo>
                  <a:pt x="31449" y="13616"/>
                </a:lnTo>
                <a:lnTo>
                  <a:pt x="31729" y="13488"/>
                </a:lnTo>
                <a:lnTo>
                  <a:pt x="32009" y="13233"/>
                </a:lnTo>
                <a:lnTo>
                  <a:pt x="32436" y="13105"/>
                </a:lnTo>
                <a:lnTo>
                  <a:pt x="32716" y="12973"/>
                </a:lnTo>
                <a:lnTo>
                  <a:pt x="32856" y="12845"/>
                </a:lnTo>
                <a:lnTo>
                  <a:pt x="33137" y="12590"/>
                </a:lnTo>
                <a:lnTo>
                  <a:pt x="33423" y="12462"/>
                </a:lnTo>
                <a:lnTo>
                  <a:pt x="33703" y="12334"/>
                </a:lnTo>
                <a:lnTo>
                  <a:pt x="33983" y="12202"/>
                </a:lnTo>
                <a:lnTo>
                  <a:pt x="34410" y="11946"/>
                </a:lnTo>
                <a:lnTo>
                  <a:pt x="34690" y="11819"/>
                </a:lnTo>
                <a:lnTo>
                  <a:pt x="34970" y="11691"/>
                </a:lnTo>
                <a:lnTo>
                  <a:pt x="35257" y="11691"/>
                </a:lnTo>
                <a:lnTo>
                  <a:pt x="35397" y="11436"/>
                </a:lnTo>
                <a:lnTo>
                  <a:pt x="35677" y="11303"/>
                </a:lnTo>
                <a:lnTo>
                  <a:pt x="35957" y="11175"/>
                </a:lnTo>
                <a:lnTo>
                  <a:pt x="36244" y="11048"/>
                </a:lnTo>
                <a:lnTo>
                  <a:pt x="36664" y="10793"/>
                </a:lnTo>
                <a:lnTo>
                  <a:pt x="36944" y="10665"/>
                </a:lnTo>
                <a:lnTo>
                  <a:pt x="37231" y="10532"/>
                </a:lnTo>
                <a:lnTo>
                  <a:pt x="37511" y="10404"/>
                </a:lnTo>
                <a:lnTo>
                  <a:pt x="37791" y="10149"/>
                </a:lnTo>
                <a:lnTo>
                  <a:pt x="37931" y="10022"/>
                </a:lnTo>
                <a:lnTo>
                  <a:pt x="38218" y="9894"/>
                </a:lnTo>
                <a:lnTo>
                  <a:pt x="38638" y="9761"/>
                </a:lnTo>
                <a:lnTo>
                  <a:pt x="38918" y="9506"/>
                </a:lnTo>
                <a:lnTo>
                  <a:pt x="39205" y="9378"/>
                </a:lnTo>
                <a:lnTo>
                  <a:pt x="39485" y="9378"/>
                </a:lnTo>
                <a:lnTo>
                  <a:pt x="39765" y="9251"/>
                </a:lnTo>
                <a:lnTo>
                  <a:pt x="40051" y="8990"/>
                </a:lnTo>
                <a:lnTo>
                  <a:pt x="40332" y="8863"/>
                </a:lnTo>
                <a:lnTo>
                  <a:pt x="40612" y="8735"/>
                </a:lnTo>
                <a:lnTo>
                  <a:pt x="40892" y="8607"/>
                </a:lnTo>
                <a:lnTo>
                  <a:pt x="41179" y="8352"/>
                </a:lnTo>
                <a:lnTo>
                  <a:pt x="41459" y="8225"/>
                </a:lnTo>
                <a:lnTo>
                  <a:pt x="41739" y="8092"/>
                </a:lnTo>
                <a:lnTo>
                  <a:pt x="42025" y="7964"/>
                </a:lnTo>
                <a:lnTo>
                  <a:pt x="42306" y="7709"/>
                </a:lnTo>
                <a:lnTo>
                  <a:pt x="42586" y="7581"/>
                </a:lnTo>
                <a:lnTo>
                  <a:pt x="42866" y="7454"/>
                </a:lnTo>
                <a:lnTo>
                  <a:pt x="43153" y="7321"/>
                </a:lnTo>
                <a:lnTo>
                  <a:pt x="43433" y="7066"/>
                </a:lnTo>
                <a:lnTo>
                  <a:pt x="43713" y="6938"/>
                </a:lnTo>
                <a:lnTo>
                  <a:pt x="43999" y="6938"/>
                </a:lnTo>
                <a:lnTo>
                  <a:pt x="44280" y="6810"/>
                </a:lnTo>
                <a:lnTo>
                  <a:pt x="44560" y="6550"/>
                </a:lnTo>
                <a:lnTo>
                  <a:pt x="44986" y="6422"/>
                </a:lnTo>
                <a:lnTo>
                  <a:pt x="45267" y="6295"/>
                </a:lnTo>
                <a:lnTo>
                  <a:pt x="45407" y="6167"/>
                </a:lnTo>
                <a:lnTo>
                  <a:pt x="45687" y="5912"/>
                </a:lnTo>
                <a:lnTo>
                  <a:pt x="45973" y="5784"/>
                </a:lnTo>
                <a:lnTo>
                  <a:pt x="46254" y="5651"/>
                </a:lnTo>
                <a:lnTo>
                  <a:pt x="46534" y="5524"/>
                </a:lnTo>
                <a:lnTo>
                  <a:pt x="46960" y="5268"/>
                </a:lnTo>
                <a:lnTo>
                  <a:pt x="47241" y="5141"/>
                </a:lnTo>
                <a:lnTo>
                  <a:pt x="47521" y="5013"/>
                </a:lnTo>
                <a:lnTo>
                  <a:pt x="47807" y="4880"/>
                </a:lnTo>
                <a:lnTo>
                  <a:pt x="47947" y="4625"/>
                </a:lnTo>
                <a:lnTo>
                  <a:pt x="48228" y="4625"/>
                </a:lnTo>
                <a:lnTo>
                  <a:pt x="48508" y="4498"/>
                </a:lnTo>
                <a:lnTo>
                  <a:pt x="48794" y="4370"/>
                </a:lnTo>
                <a:lnTo>
                  <a:pt x="49215" y="4109"/>
                </a:lnTo>
                <a:lnTo>
                  <a:pt x="49495" y="3982"/>
                </a:lnTo>
                <a:lnTo>
                  <a:pt x="49781" y="3854"/>
                </a:lnTo>
                <a:lnTo>
                  <a:pt x="50061" y="3727"/>
                </a:lnTo>
                <a:lnTo>
                  <a:pt x="50342" y="3471"/>
                </a:lnTo>
                <a:lnTo>
                  <a:pt x="50482" y="3344"/>
                </a:lnTo>
                <a:lnTo>
                  <a:pt x="50768" y="3211"/>
                </a:lnTo>
                <a:lnTo>
                  <a:pt x="51189" y="3083"/>
                </a:lnTo>
                <a:lnTo>
                  <a:pt x="51469" y="2828"/>
                </a:lnTo>
                <a:lnTo>
                  <a:pt x="51755" y="2700"/>
                </a:lnTo>
                <a:lnTo>
                  <a:pt x="52035" y="2573"/>
                </a:lnTo>
                <a:lnTo>
                  <a:pt x="52316" y="2440"/>
                </a:lnTo>
                <a:lnTo>
                  <a:pt x="52602" y="2312"/>
                </a:lnTo>
                <a:lnTo>
                  <a:pt x="52882" y="2185"/>
                </a:lnTo>
                <a:lnTo>
                  <a:pt x="53163" y="2057"/>
                </a:lnTo>
                <a:lnTo>
                  <a:pt x="53449" y="1929"/>
                </a:lnTo>
                <a:lnTo>
                  <a:pt x="53729" y="1669"/>
                </a:lnTo>
                <a:lnTo>
                  <a:pt x="54009" y="1541"/>
                </a:lnTo>
                <a:lnTo>
                  <a:pt x="54290" y="1414"/>
                </a:lnTo>
                <a:lnTo>
                  <a:pt x="54576" y="1286"/>
                </a:lnTo>
                <a:lnTo>
                  <a:pt x="54856" y="1031"/>
                </a:lnTo>
                <a:lnTo>
                  <a:pt x="55137" y="898"/>
                </a:lnTo>
                <a:lnTo>
                  <a:pt x="55423" y="770"/>
                </a:lnTo>
                <a:lnTo>
                  <a:pt x="55703" y="643"/>
                </a:lnTo>
                <a:lnTo>
                  <a:pt x="55983" y="388"/>
                </a:lnTo>
                <a:lnTo>
                  <a:pt x="56264" y="260"/>
                </a:lnTo>
                <a:lnTo>
                  <a:pt x="56550" y="132"/>
                </a:lnTo>
                <a:lnTo>
                  <a:pt x="56830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1319026" y="3526341"/>
            <a:ext cx="56690" cy="30332"/>
          </a:xfrm>
          <a:custGeom>
            <a:avLst/>
            <a:gdLst/>
            <a:ahLst/>
            <a:cxnLst/>
            <a:rect l="l" t="t" r="r" b="b"/>
            <a:pathLst>
              <a:path w="56690" h="30332">
                <a:moveTo>
                  <a:pt x="0" y="30332"/>
                </a:moveTo>
                <a:lnTo>
                  <a:pt x="280" y="30204"/>
                </a:lnTo>
                <a:lnTo>
                  <a:pt x="706" y="30077"/>
                </a:lnTo>
                <a:lnTo>
                  <a:pt x="986" y="29949"/>
                </a:lnTo>
                <a:lnTo>
                  <a:pt x="1127" y="29821"/>
                </a:lnTo>
                <a:lnTo>
                  <a:pt x="1413" y="29561"/>
                </a:lnTo>
                <a:lnTo>
                  <a:pt x="1693" y="29433"/>
                </a:lnTo>
                <a:lnTo>
                  <a:pt x="1973" y="29306"/>
                </a:lnTo>
                <a:lnTo>
                  <a:pt x="2254" y="29178"/>
                </a:lnTo>
                <a:lnTo>
                  <a:pt x="2680" y="28923"/>
                </a:lnTo>
                <a:lnTo>
                  <a:pt x="2960" y="28790"/>
                </a:lnTo>
                <a:lnTo>
                  <a:pt x="3241" y="28662"/>
                </a:lnTo>
                <a:lnTo>
                  <a:pt x="3527" y="28535"/>
                </a:lnTo>
                <a:lnTo>
                  <a:pt x="3667" y="28280"/>
                </a:lnTo>
                <a:lnTo>
                  <a:pt x="3947" y="28152"/>
                </a:lnTo>
                <a:lnTo>
                  <a:pt x="4228" y="28024"/>
                </a:lnTo>
                <a:lnTo>
                  <a:pt x="4514" y="28024"/>
                </a:lnTo>
                <a:lnTo>
                  <a:pt x="4934" y="27764"/>
                </a:lnTo>
                <a:lnTo>
                  <a:pt x="5215" y="27636"/>
                </a:lnTo>
                <a:lnTo>
                  <a:pt x="5501" y="27509"/>
                </a:lnTo>
                <a:lnTo>
                  <a:pt x="5781" y="27381"/>
                </a:lnTo>
                <a:lnTo>
                  <a:pt x="6062" y="27121"/>
                </a:lnTo>
                <a:lnTo>
                  <a:pt x="6208" y="26993"/>
                </a:lnTo>
                <a:lnTo>
                  <a:pt x="6488" y="26865"/>
                </a:lnTo>
                <a:lnTo>
                  <a:pt x="6908" y="26738"/>
                </a:lnTo>
                <a:lnTo>
                  <a:pt x="7195" y="26482"/>
                </a:lnTo>
                <a:lnTo>
                  <a:pt x="7475" y="26350"/>
                </a:lnTo>
                <a:lnTo>
                  <a:pt x="7755" y="26222"/>
                </a:lnTo>
                <a:lnTo>
                  <a:pt x="8036" y="26094"/>
                </a:lnTo>
                <a:lnTo>
                  <a:pt x="8322" y="25839"/>
                </a:lnTo>
                <a:lnTo>
                  <a:pt x="8602" y="25712"/>
                </a:lnTo>
                <a:lnTo>
                  <a:pt x="8882" y="25712"/>
                </a:lnTo>
                <a:lnTo>
                  <a:pt x="9169" y="25584"/>
                </a:lnTo>
                <a:lnTo>
                  <a:pt x="9449" y="25323"/>
                </a:lnTo>
                <a:lnTo>
                  <a:pt x="9729" y="25196"/>
                </a:lnTo>
                <a:lnTo>
                  <a:pt x="10015" y="25068"/>
                </a:lnTo>
                <a:lnTo>
                  <a:pt x="10296" y="24941"/>
                </a:lnTo>
                <a:lnTo>
                  <a:pt x="10576" y="24680"/>
                </a:lnTo>
                <a:lnTo>
                  <a:pt x="10856" y="24552"/>
                </a:lnTo>
                <a:lnTo>
                  <a:pt x="11143" y="24425"/>
                </a:lnTo>
                <a:lnTo>
                  <a:pt x="11423" y="24297"/>
                </a:lnTo>
                <a:lnTo>
                  <a:pt x="11703" y="24042"/>
                </a:lnTo>
                <a:lnTo>
                  <a:pt x="11989" y="23909"/>
                </a:lnTo>
                <a:lnTo>
                  <a:pt x="12270" y="23782"/>
                </a:lnTo>
                <a:lnTo>
                  <a:pt x="12550" y="23654"/>
                </a:lnTo>
                <a:lnTo>
                  <a:pt x="12830" y="23399"/>
                </a:lnTo>
                <a:lnTo>
                  <a:pt x="13257" y="23399"/>
                </a:lnTo>
                <a:lnTo>
                  <a:pt x="13537" y="23271"/>
                </a:lnTo>
                <a:lnTo>
                  <a:pt x="13677" y="23138"/>
                </a:lnTo>
                <a:lnTo>
                  <a:pt x="13963" y="22883"/>
                </a:lnTo>
                <a:lnTo>
                  <a:pt x="14244" y="22755"/>
                </a:lnTo>
                <a:lnTo>
                  <a:pt x="14524" y="22628"/>
                </a:lnTo>
                <a:lnTo>
                  <a:pt x="14810" y="22500"/>
                </a:lnTo>
                <a:lnTo>
                  <a:pt x="15231" y="22240"/>
                </a:lnTo>
                <a:lnTo>
                  <a:pt x="15511" y="22112"/>
                </a:lnTo>
                <a:lnTo>
                  <a:pt x="15797" y="21984"/>
                </a:lnTo>
                <a:lnTo>
                  <a:pt x="16077" y="21857"/>
                </a:lnTo>
                <a:lnTo>
                  <a:pt x="16218" y="21602"/>
                </a:lnTo>
                <a:lnTo>
                  <a:pt x="16498" y="21469"/>
                </a:lnTo>
                <a:lnTo>
                  <a:pt x="16784" y="21341"/>
                </a:lnTo>
                <a:lnTo>
                  <a:pt x="17064" y="21214"/>
                </a:lnTo>
                <a:lnTo>
                  <a:pt x="17485" y="21086"/>
                </a:lnTo>
                <a:lnTo>
                  <a:pt x="17771" y="20958"/>
                </a:lnTo>
                <a:lnTo>
                  <a:pt x="18051" y="20831"/>
                </a:lnTo>
                <a:lnTo>
                  <a:pt x="18332" y="20698"/>
                </a:lnTo>
                <a:lnTo>
                  <a:pt x="18612" y="20443"/>
                </a:lnTo>
                <a:lnTo>
                  <a:pt x="18758" y="20315"/>
                </a:lnTo>
                <a:lnTo>
                  <a:pt x="19038" y="20187"/>
                </a:lnTo>
                <a:lnTo>
                  <a:pt x="19459" y="20060"/>
                </a:lnTo>
                <a:lnTo>
                  <a:pt x="19745" y="19799"/>
                </a:lnTo>
                <a:lnTo>
                  <a:pt x="20025" y="19672"/>
                </a:lnTo>
                <a:lnTo>
                  <a:pt x="20306" y="19544"/>
                </a:lnTo>
                <a:lnTo>
                  <a:pt x="20592" y="19416"/>
                </a:lnTo>
                <a:lnTo>
                  <a:pt x="20872" y="19161"/>
                </a:lnTo>
                <a:lnTo>
                  <a:pt x="21153" y="19028"/>
                </a:lnTo>
                <a:lnTo>
                  <a:pt x="21433" y="18901"/>
                </a:lnTo>
                <a:lnTo>
                  <a:pt x="21719" y="18773"/>
                </a:lnTo>
                <a:lnTo>
                  <a:pt x="21999" y="18646"/>
                </a:lnTo>
                <a:lnTo>
                  <a:pt x="22280" y="18518"/>
                </a:lnTo>
                <a:lnTo>
                  <a:pt x="22566" y="18390"/>
                </a:lnTo>
                <a:lnTo>
                  <a:pt x="22846" y="18257"/>
                </a:lnTo>
                <a:lnTo>
                  <a:pt x="23127" y="18002"/>
                </a:lnTo>
                <a:lnTo>
                  <a:pt x="23407" y="17875"/>
                </a:lnTo>
                <a:lnTo>
                  <a:pt x="23693" y="17747"/>
                </a:lnTo>
                <a:lnTo>
                  <a:pt x="23973" y="17619"/>
                </a:lnTo>
                <a:lnTo>
                  <a:pt x="24254" y="17359"/>
                </a:lnTo>
                <a:lnTo>
                  <a:pt x="24540" y="17231"/>
                </a:lnTo>
                <a:lnTo>
                  <a:pt x="24820" y="17104"/>
                </a:lnTo>
                <a:lnTo>
                  <a:pt x="25101" y="16976"/>
                </a:lnTo>
                <a:lnTo>
                  <a:pt x="25387" y="16721"/>
                </a:lnTo>
                <a:lnTo>
                  <a:pt x="25807" y="16588"/>
                </a:lnTo>
                <a:lnTo>
                  <a:pt x="26088" y="16460"/>
                </a:lnTo>
                <a:lnTo>
                  <a:pt x="26228" y="16333"/>
                </a:lnTo>
                <a:lnTo>
                  <a:pt x="26514" y="16205"/>
                </a:lnTo>
                <a:lnTo>
                  <a:pt x="26794" y="16078"/>
                </a:lnTo>
                <a:lnTo>
                  <a:pt x="27075" y="15950"/>
                </a:lnTo>
                <a:lnTo>
                  <a:pt x="27361" y="15817"/>
                </a:lnTo>
                <a:lnTo>
                  <a:pt x="27781" y="15562"/>
                </a:lnTo>
                <a:lnTo>
                  <a:pt x="28062" y="15434"/>
                </a:lnTo>
                <a:lnTo>
                  <a:pt x="28348" y="15307"/>
                </a:lnTo>
                <a:lnTo>
                  <a:pt x="28628" y="15179"/>
                </a:lnTo>
                <a:lnTo>
                  <a:pt x="28768" y="14918"/>
                </a:lnTo>
                <a:lnTo>
                  <a:pt x="29049" y="14791"/>
                </a:lnTo>
                <a:lnTo>
                  <a:pt x="29335" y="14663"/>
                </a:lnTo>
                <a:lnTo>
                  <a:pt x="29615" y="14536"/>
                </a:lnTo>
                <a:lnTo>
                  <a:pt x="30035" y="14280"/>
                </a:lnTo>
                <a:lnTo>
                  <a:pt x="30322" y="14148"/>
                </a:lnTo>
                <a:lnTo>
                  <a:pt x="30602" y="14020"/>
                </a:lnTo>
                <a:lnTo>
                  <a:pt x="30882" y="14020"/>
                </a:lnTo>
                <a:lnTo>
                  <a:pt x="31168" y="13765"/>
                </a:lnTo>
                <a:lnTo>
                  <a:pt x="31309" y="13637"/>
                </a:lnTo>
                <a:lnTo>
                  <a:pt x="31589" y="13509"/>
                </a:lnTo>
                <a:lnTo>
                  <a:pt x="32009" y="13377"/>
                </a:lnTo>
                <a:lnTo>
                  <a:pt x="32296" y="13121"/>
                </a:lnTo>
                <a:lnTo>
                  <a:pt x="32576" y="12994"/>
                </a:lnTo>
                <a:lnTo>
                  <a:pt x="32856" y="12866"/>
                </a:lnTo>
                <a:lnTo>
                  <a:pt x="33142" y="12739"/>
                </a:lnTo>
                <a:lnTo>
                  <a:pt x="33423" y="12478"/>
                </a:lnTo>
                <a:lnTo>
                  <a:pt x="33703" y="12350"/>
                </a:lnTo>
                <a:lnTo>
                  <a:pt x="33843" y="12223"/>
                </a:lnTo>
                <a:lnTo>
                  <a:pt x="34270" y="12095"/>
                </a:lnTo>
                <a:lnTo>
                  <a:pt x="34550" y="11840"/>
                </a:lnTo>
                <a:lnTo>
                  <a:pt x="34830" y="11707"/>
                </a:lnTo>
                <a:lnTo>
                  <a:pt x="35116" y="11707"/>
                </a:lnTo>
                <a:lnTo>
                  <a:pt x="35397" y="11579"/>
                </a:lnTo>
                <a:lnTo>
                  <a:pt x="35677" y="11324"/>
                </a:lnTo>
                <a:lnTo>
                  <a:pt x="35963" y="11197"/>
                </a:lnTo>
                <a:lnTo>
                  <a:pt x="36244" y="11069"/>
                </a:lnTo>
                <a:lnTo>
                  <a:pt x="36524" y="10936"/>
                </a:lnTo>
                <a:lnTo>
                  <a:pt x="36804" y="10681"/>
                </a:lnTo>
                <a:lnTo>
                  <a:pt x="37090" y="10553"/>
                </a:lnTo>
                <a:lnTo>
                  <a:pt x="37371" y="10426"/>
                </a:lnTo>
                <a:lnTo>
                  <a:pt x="37651" y="10298"/>
                </a:lnTo>
                <a:lnTo>
                  <a:pt x="37937" y="10038"/>
                </a:lnTo>
                <a:lnTo>
                  <a:pt x="38358" y="9910"/>
                </a:lnTo>
                <a:lnTo>
                  <a:pt x="38638" y="9782"/>
                </a:lnTo>
                <a:lnTo>
                  <a:pt x="38784" y="9655"/>
                </a:lnTo>
                <a:lnTo>
                  <a:pt x="39064" y="9394"/>
                </a:lnTo>
                <a:lnTo>
                  <a:pt x="39345" y="9394"/>
                </a:lnTo>
                <a:lnTo>
                  <a:pt x="39625" y="9267"/>
                </a:lnTo>
                <a:lnTo>
                  <a:pt x="39911" y="9139"/>
                </a:lnTo>
                <a:lnTo>
                  <a:pt x="40192" y="8884"/>
                </a:lnTo>
                <a:lnTo>
                  <a:pt x="40612" y="8756"/>
                </a:lnTo>
                <a:lnTo>
                  <a:pt x="40898" y="8629"/>
                </a:lnTo>
                <a:lnTo>
                  <a:pt x="41179" y="8496"/>
                </a:lnTo>
                <a:lnTo>
                  <a:pt x="41319" y="8241"/>
                </a:lnTo>
                <a:lnTo>
                  <a:pt x="41599" y="8113"/>
                </a:lnTo>
                <a:lnTo>
                  <a:pt x="41885" y="7985"/>
                </a:lnTo>
                <a:lnTo>
                  <a:pt x="42166" y="7858"/>
                </a:lnTo>
                <a:lnTo>
                  <a:pt x="42586" y="7597"/>
                </a:lnTo>
                <a:lnTo>
                  <a:pt x="42872" y="7470"/>
                </a:lnTo>
                <a:lnTo>
                  <a:pt x="43153" y="7342"/>
                </a:lnTo>
                <a:lnTo>
                  <a:pt x="43433" y="7214"/>
                </a:lnTo>
                <a:lnTo>
                  <a:pt x="43719" y="7087"/>
                </a:lnTo>
                <a:lnTo>
                  <a:pt x="43859" y="6954"/>
                </a:lnTo>
                <a:lnTo>
                  <a:pt x="44140" y="6826"/>
                </a:lnTo>
                <a:lnTo>
                  <a:pt x="44566" y="6699"/>
                </a:lnTo>
                <a:lnTo>
                  <a:pt x="44846" y="6443"/>
                </a:lnTo>
                <a:lnTo>
                  <a:pt x="45127" y="6316"/>
                </a:lnTo>
                <a:lnTo>
                  <a:pt x="45407" y="6183"/>
                </a:lnTo>
                <a:lnTo>
                  <a:pt x="45693" y="6055"/>
                </a:lnTo>
                <a:lnTo>
                  <a:pt x="45973" y="5800"/>
                </a:lnTo>
                <a:lnTo>
                  <a:pt x="46254" y="5673"/>
                </a:lnTo>
                <a:lnTo>
                  <a:pt x="46394" y="5545"/>
                </a:lnTo>
                <a:lnTo>
                  <a:pt x="46820" y="5417"/>
                </a:lnTo>
                <a:lnTo>
                  <a:pt x="47100" y="5157"/>
                </a:lnTo>
                <a:lnTo>
                  <a:pt x="47381" y="5029"/>
                </a:lnTo>
                <a:lnTo>
                  <a:pt x="47667" y="4902"/>
                </a:lnTo>
                <a:lnTo>
                  <a:pt x="47947" y="4774"/>
                </a:lnTo>
                <a:lnTo>
                  <a:pt x="48228" y="4646"/>
                </a:lnTo>
                <a:lnTo>
                  <a:pt x="48514" y="4513"/>
                </a:lnTo>
                <a:lnTo>
                  <a:pt x="48934" y="4386"/>
                </a:lnTo>
                <a:lnTo>
                  <a:pt x="49074" y="4258"/>
                </a:lnTo>
                <a:lnTo>
                  <a:pt x="49361" y="4003"/>
                </a:lnTo>
                <a:lnTo>
                  <a:pt x="49641" y="3875"/>
                </a:lnTo>
                <a:lnTo>
                  <a:pt x="49921" y="3743"/>
                </a:lnTo>
                <a:lnTo>
                  <a:pt x="50202" y="3615"/>
                </a:lnTo>
                <a:lnTo>
                  <a:pt x="50488" y="3360"/>
                </a:lnTo>
                <a:lnTo>
                  <a:pt x="50908" y="3232"/>
                </a:lnTo>
                <a:lnTo>
                  <a:pt x="51189" y="3105"/>
                </a:lnTo>
                <a:lnTo>
                  <a:pt x="51475" y="2977"/>
                </a:lnTo>
                <a:lnTo>
                  <a:pt x="51615" y="2716"/>
                </a:lnTo>
                <a:lnTo>
                  <a:pt x="51895" y="2589"/>
                </a:lnTo>
                <a:lnTo>
                  <a:pt x="52176" y="2461"/>
                </a:lnTo>
                <a:lnTo>
                  <a:pt x="52462" y="2461"/>
                </a:lnTo>
                <a:lnTo>
                  <a:pt x="52742" y="2206"/>
                </a:lnTo>
                <a:lnTo>
                  <a:pt x="53168" y="2073"/>
                </a:lnTo>
                <a:lnTo>
                  <a:pt x="53449" y="1945"/>
                </a:lnTo>
                <a:lnTo>
                  <a:pt x="53729" y="1807"/>
                </a:lnTo>
                <a:lnTo>
                  <a:pt x="53869" y="1541"/>
                </a:lnTo>
                <a:lnTo>
                  <a:pt x="54155" y="1435"/>
                </a:lnTo>
                <a:lnTo>
                  <a:pt x="54436" y="1329"/>
                </a:lnTo>
                <a:lnTo>
                  <a:pt x="54716" y="1169"/>
                </a:lnTo>
                <a:lnTo>
                  <a:pt x="55142" y="903"/>
                </a:lnTo>
                <a:lnTo>
                  <a:pt x="55423" y="797"/>
                </a:lnTo>
                <a:lnTo>
                  <a:pt x="55703" y="638"/>
                </a:lnTo>
                <a:lnTo>
                  <a:pt x="55983" y="531"/>
                </a:lnTo>
                <a:lnTo>
                  <a:pt x="56270" y="265"/>
                </a:lnTo>
                <a:lnTo>
                  <a:pt x="56410" y="159"/>
                </a:lnTo>
                <a:lnTo>
                  <a:pt x="56690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1375716" y="3496195"/>
            <a:ext cx="56976" cy="30146"/>
          </a:xfrm>
          <a:custGeom>
            <a:avLst/>
            <a:gdLst/>
            <a:ahLst/>
            <a:cxnLst/>
            <a:rect l="l" t="t" r="r" b="b"/>
            <a:pathLst>
              <a:path w="56976" h="30146">
                <a:moveTo>
                  <a:pt x="0" y="30146"/>
                </a:moveTo>
                <a:lnTo>
                  <a:pt x="426" y="30146"/>
                </a:lnTo>
                <a:lnTo>
                  <a:pt x="706" y="29933"/>
                </a:lnTo>
                <a:lnTo>
                  <a:pt x="986" y="29774"/>
                </a:lnTo>
                <a:lnTo>
                  <a:pt x="1273" y="29667"/>
                </a:lnTo>
                <a:lnTo>
                  <a:pt x="1553" y="29508"/>
                </a:lnTo>
                <a:lnTo>
                  <a:pt x="1833" y="29242"/>
                </a:lnTo>
                <a:lnTo>
                  <a:pt x="2114" y="29136"/>
                </a:lnTo>
                <a:lnTo>
                  <a:pt x="2260" y="29029"/>
                </a:lnTo>
                <a:lnTo>
                  <a:pt x="2680" y="28870"/>
                </a:lnTo>
                <a:lnTo>
                  <a:pt x="2960" y="28604"/>
                </a:lnTo>
                <a:lnTo>
                  <a:pt x="3247" y="28498"/>
                </a:lnTo>
                <a:lnTo>
                  <a:pt x="3527" y="28391"/>
                </a:lnTo>
                <a:lnTo>
                  <a:pt x="3807" y="28232"/>
                </a:lnTo>
                <a:lnTo>
                  <a:pt x="4088" y="27966"/>
                </a:lnTo>
                <a:lnTo>
                  <a:pt x="4374" y="27860"/>
                </a:lnTo>
                <a:lnTo>
                  <a:pt x="4794" y="27860"/>
                </a:lnTo>
                <a:lnTo>
                  <a:pt x="4934" y="27700"/>
                </a:lnTo>
                <a:lnTo>
                  <a:pt x="5221" y="27487"/>
                </a:lnTo>
                <a:lnTo>
                  <a:pt x="5501" y="27328"/>
                </a:lnTo>
                <a:lnTo>
                  <a:pt x="5781" y="27222"/>
                </a:lnTo>
                <a:lnTo>
                  <a:pt x="6067" y="27062"/>
                </a:lnTo>
                <a:lnTo>
                  <a:pt x="6348" y="26849"/>
                </a:lnTo>
                <a:lnTo>
                  <a:pt x="6768" y="26690"/>
                </a:lnTo>
                <a:lnTo>
                  <a:pt x="7054" y="26584"/>
                </a:lnTo>
                <a:lnTo>
                  <a:pt x="7335" y="26424"/>
                </a:lnTo>
                <a:lnTo>
                  <a:pt x="7475" y="26158"/>
                </a:lnTo>
                <a:lnTo>
                  <a:pt x="7755" y="26052"/>
                </a:lnTo>
                <a:lnTo>
                  <a:pt x="8041" y="25946"/>
                </a:lnTo>
                <a:lnTo>
                  <a:pt x="8322" y="25786"/>
                </a:lnTo>
                <a:lnTo>
                  <a:pt x="8602" y="25520"/>
                </a:lnTo>
                <a:lnTo>
                  <a:pt x="9028" y="25520"/>
                </a:lnTo>
                <a:lnTo>
                  <a:pt x="9309" y="25414"/>
                </a:lnTo>
                <a:lnTo>
                  <a:pt x="9589" y="25307"/>
                </a:lnTo>
                <a:lnTo>
                  <a:pt x="9875" y="25042"/>
                </a:lnTo>
                <a:lnTo>
                  <a:pt x="10015" y="24882"/>
                </a:lnTo>
                <a:lnTo>
                  <a:pt x="10296" y="24776"/>
                </a:lnTo>
                <a:lnTo>
                  <a:pt x="10576" y="24669"/>
                </a:lnTo>
                <a:lnTo>
                  <a:pt x="11002" y="24404"/>
                </a:lnTo>
                <a:lnTo>
                  <a:pt x="11283" y="24244"/>
                </a:lnTo>
                <a:lnTo>
                  <a:pt x="11563" y="24138"/>
                </a:lnTo>
                <a:lnTo>
                  <a:pt x="11849" y="23978"/>
                </a:lnTo>
                <a:lnTo>
                  <a:pt x="12130" y="23766"/>
                </a:lnTo>
                <a:lnTo>
                  <a:pt x="12410" y="23606"/>
                </a:lnTo>
                <a:lnTo>
                  <a:pt x="12550" y="23500"/>
                </a:lnTo>
                <a:lnTo>
                  <a:pt x="12976" y="23340"/>
                </a:lnTo>
                <a:lnTo>
                  <a:pt x="13257" y="23234"/>
                </a:lnTo>
                <a:lnTo>
                  <a:pt x="13537" y="23128"/>
                </a:lnTo>
                <a:lnTo>
                  <a:pt x="13823" y="22968"/>
                </a:lnTo>
                <a:lnTo>
                  <a:pt x="14104" y="22862"/>
                </a:lnTo>
                <a:lnTo>
                  <a:pt x="14384" y="22596"/>
                </a:lnTo>
                <a:lnTo>
                  <a:pt x="14670" y="22436"/>
                </a:lnTo>
                <a:lnTo>
                  <a:pt x="14810" y="22330"/>
                </a:lnTo>
                <a:lnTo>
                  <a:pt x="15231" y="22224"/>
                </a:lnTo>
                <a:lnTo>
                  <a:pt x="15511" y="21958"/>
                </a:lnTo>
                <a:lnTo>
                  <a:pt x="15797" y="21798"/>
                </a:lnTo>
                <a:lnTo>
                  <a:pt x="16077" y="21692"/>
                </a:lnTo>
                <a:lnTo>
                  <a:pt x="16358" y="21586"/>
                </a:lnTo>
                <a:lnTo>
                  <a:pt x="16644" y="21320"/>
                </a:lnTo>
                <a:lnTo>
                  <a:pt x="16924" y="21160"/>
                </a:lnTo>
                <a:lnTo>
                  <a:pt x="17345" y="21054"/>
                </a:lnTo>
                <a:lnTo>
                  <a:pt x="17485" y="20895"/>
                </a:lnTo>
                <a:lnTo>
                  <a:pt x="17771" y="20788"/>
                </a:lnTo>
                <a:lnTo>
                  <a:pt x="18051" y="20682"/>
                </a:lnTo>
                <a:lnTo>
                  <a:pt x="18332" y="20522"/>
                </a:lnTo>
                <a:lnTo>
                  <a:pt x="18618" y="20416"/>
                </a:lnTo>
                <a:lnTo>
                  <a:pt x="18898" y="20150"/>
                </a:lnTo>
                <a:lnTo>
                  <a:pt x="19319" y="20044"/>
                </a:lnTo>
                <a:lnTo>
                  <a:pt x="19605" y="19884"/>
                </a:lnTo>
                <a:lnTo>
                  <a:pt x="19885" y="19778"/>
                </a:lnTo>
                <a:lnTo>
                  <a:pt x="20025" y="19512"/>
                </a:lnTo>
                <a:lnTo>
                  <a:pt x="20306" y="19353"/>
                </a:lnTo>
                <a:lnTo>
                  <a:pt x="20592" y="19246"/>
                </a:lnTo>
                <a:lnTo>
                  <a:pt x="20872" y="19140"/>
                </a:lnTo>
                <a:lnTo>
                  <a:pt x="21153" y="18874"/>
                </a:lnTo>
                <a:lnTo>
                  <a:pt x="21579" y="18715"/>
                </a:lnTo>
                <a:lnTo>
                  <a:pt x="21859" y="18608"/>
                </a:lnTo>
                <a:lnTo>
                  <a:pt x="22140" y="18608"/>
                </a:lnTo>
                <a:lnTo>
                  <a:pt x="22426" y="18342"/>
                </a:lnTo>
                <a:lnTo>
                  <a:pt x="22566" y="18236"/>
                </a:lnTo>
                <a:lnTo>
                  <a:pt x="22846" y="18077"/>
                </a:lnTo>
                <a:lnTo>
                  <a:pt x="23127" y="17970"/>
                </a:lnTo>
                <a:lnTo>
                  <a:pt x="23553" y="17704"/>
                </a:lnTo>
                <a:lnTo>
                  <a:pt x="23833" y="17598"/>
                </a:lnTo>
                <a:lnTo>
                  <a:pt x="24114" y="17439"/>
                </a:lnTo>
                <a:lnTo>
                  <a:pt x="24400" y="17332"/>
                </a:lnTo>
                <a:lnTo>
                  <a:pt x="24680" y="17066"/>
                </a:lnTo>
                <a:lnTo>
                  <a:pt x="24960" y="16960"/>
                </a:lnTo>
                <a:lnTo>
                  <a:pt x="25101" y="16801"/>
                </a:lnTo>
                <a:lnTo>
                  <a:pt x="25527" y="16694"/>
                </a:lnTo>
                <a:lnTo>
                  <a:pt x="25807" y="16428"/>
                </a:lnTo>
                <a:lnTo>
                  <a:pt x="26088" y="16269"/>
                </a:lnTo>
                <a:lnTo>
                  <a:pt x="26374" y="16269"/>
                </a:lnTo>
                <a:lnTo>
                  <a:pt x="26654" y="16056"/>
                </a:lnTo>
                <a:lnTo>
                  <a:pt x="26934" y="15897"/>
                </a:lnTo>
                <a:lnTo>
                  <a:pt x="27221" y="15790"/>
                </a:lnTo>
                <a:lnTo>
                  <a:pt x="27501" y="15631"/>
                </a:lnTo>
                <a:lnTo>
                  <a:pt x="27781" y="15418"/>
                </a:lnTo>
                <a:lnTo>
                  <a:pt x="28062" y="15259"/>
                </a:lnTo>
                <a:lnTo>
                  <a:pt x="28348" y="15152"/>
                </a:lnTo>
                <a:lnTo>
                  <a:pt x="28628" y="14993"/>
                </a:lnTo>
                <a:lnTo>
                  <a:pt x="28908" y="14727"/>
                </a:lnTo>
                <a:lnTo>
                  <a:pt x="29195" y="14621"/>
                </a:lnTo>
                <a:lnTo>
                  <a:pt x="29475" y="14514"/>
                </a:lnTo>
                <a:lnTo>
                  <a:pt x="29895" y="14355"/>
                </a:lnTo>
                <a:lnTo>
                  <a:pt x="30041" y="14089"/>
                </a:lnTo>
                <a:lnTo>
                  <a:pt x="30322" y="13983"/>
                </a:lnTo>
                <a:lnTo>
                  <a:pt x="30602" y="13983"/>
                </a:lnTo>
                <a:lnTo>
                  <a:pt x="30882" y="13876"/>
                </a:lnTo>
                <a:lnTo>
                  <a:pt x="31168" y="13611"/>
                </a:lnTo>
                <a:lnTo>
                  <a:pt x="31449" y="13451"/>
                </a:lnTo>
                <a:lnTo>
                  <a:pt x="31869" y="13345"/>
                </a:lnTo>
                <a:lnTo>
                  <a:pt x="32155" y="13185"/>
                </a:lnTo>
                <a:lnTo>
                  <a:pt x="32436" y="12973"/>
                </a:lnTo>
                <a:lnTo>
                  <a:pt x="32576" y="12813"/>
                </a:lnTo>
                <a:lnTo>
                  <a:pt x="32856" y="12707"/>
                </a:lnTo>
                <a:lnTo>
                  <a:pt x="33142" y="12547"/>
                </a:lnTo>
                <a:lnTo>
                  <a:pt x="33423" y="12334"/>
                </a:lnTo>
                <a:lnTo>
                  <a:pt x="33703" y="12175"/>
                </a:lnTo>
                <a:lnTo>
                  <a:pt x="34129" y="12069"/>
                </a:lnTo>
                <a:lnTo>
                  <a:pt x="34410" y="11909"/>
                </a:lnTo>
                <a:lnTo>
                  <a:pt x="34690" y="11696"/>
                </a:lnTo>
                <a:lnTo>
                  <a:pt x="34976" y="11537"/>
                </a:lnTo>
                <a:lnTo>
                  <a:pt x="35116" y="11537"/>
                </a:lnTo>
                <a:lnTo>
                  <a:pt x="35397" y="11431"/>
                </a:lnTo>
                <a:lnTo>
                  <a:pt x="35677" y="11165"/>
                </a:lnTo>
                <a:lnTo>
                  <a:pt x="36103" y="11005"/>
                </a:lnTo>
                <a:lnTo>
                  <a:pt x="36384" y="10899"/>
                </a:lnTo>
                <a:lnTo>
                  <a:pt x="36664" y="10793"/>
                </a:lnTo>
                <a:lnTo>
                  <a:pt x="36950" y="10527"/>
                </a:lnTo>
                <a:lnTo>
                  <a:pt x="37231" y="10367"/>
                </a:lnTo>
                <a:lnTo>
                  <a:pt x="37511" y="10261"/>
                </a:lnTo>
                <a:lnTo>
                  <a:pt x="37651" y="10155"/>
                </a:lnTo>
                <a:lnTo>
                  <a:pt x="38077" y="9889"/>
                </a:lnTo>
                <a:lnTo>
                  <a:pt x="38358" y="9729"/>
                </a:lnTo>
                <a:lnTo>
                  <a:pt x="38644" y="9623"/>
                </a:lnTo>
                <a:lnTo>
                  <a:pt x="38924" y="9463"/>
                </a:lnTo>
                <a:lnTo>
                  <a:pt x="39205" y="9251"/>
                </a:lnTo>
                <a:lnTo>
                  <a:pt x="39485" y="9251"/>
                </a:lnTo>
                <a:lnTo>
                  <a:pt x="39771" y="9091"/>
                </a:lnTo>
                <a:lnTo>
                  <a:pt x="40051" y="8985"/>
                </a:lnTo>
                <a:lnTo>
                  <a:pt x="40332" y="8719"/>
                </a:lnTo>
                <a:lnTo>
                  <a:pt x="40618" y="8613"/>
                </a:lnTo>
                <a:lnTo>
                  <a:pt x="40898" y="8453"/>
                </a:lnTo>
                <a:lnTo>
                  <a:pt x="41179" y="8347"/>
                </a:lnTo>
                <a:lnTo>
                  <a:pt x="41459" y="8081"/>
                </a:lnTo>
                <a:lnTo>
                  <a:pt x="41745" y="7922"/>
                </a:lnTo>
                <a:lnTo>
                  <a:pt x="42025" y="7815"/>
                </a:lnTo>
                <a:lnTo>
                  <a:pt x="42446" y="7709"/>
                </a:lnTo>
                <a:lnTo>
                  <a:pt x="42592" y="7443"/>
                </a:lnTo>
                <a:lnTo>
                  <a:pt x="42872" y="7284"/>
                </a:lnTo>
                <a:lnTo>
                  <a:pt x="43153" y="7177"/>
                </a:lnTo>
                <a:lnTo>
                  <a:pt x="43439" y="7071"/>
                </a:lnTo>
                <a:lnTo>
                  <a:pt x="43719" y="6911"/>
                </a:lnTo>
                <a:lnTo>
                  <a:pt x="43999" y="6805"/>
                </a:lnTo>
                <a:lnTo>
                  <a:pt x="44426" y="6646"/>
                </a:lnTo>
                <a:lnTo>
                  <a:pt x="44706" y="6539"/>
                </a:lnTo>
                <a:lnTo>
                  <a:pt x="44986" y="6273"/>
                </a:lnTo>
                <a:lnTo>
                  <a:pt x="45127" y="6167"/>
                </a:lnTo>
                <a:lnTo>
                  <a:pt x="45413" y="6007"/>
                </a:lnTo>
                <a:lnTo>
                  <a:pt x="45693" y="5901"/>
                </a:lnTo>
                <a:lnTo>
                  <a:pt x="45973" y="5635"/>
                </a:lnTo>
                <a:lnTo>
                  <a:pt x="46254" y="5529"/>
                </a:lnTo>
                <a:lnTo>
                  <a:pt x="46680" y="5369"/>
                </a:lnTo>
                <a:lnTo>
                  <a:pt x="46960" y="5263"/>
                </a:lnTo>
                <a:lnTo>
                  <a:pt x="47241" y="4997"/>
                </a:lnTo>
                <a:lnTo>
                  <a:pt x="47527" y="4838"/>
                </a:lnTo>
                <a:lnTo>
                  <a:pt x="47667" y="4731"/>
                </a:lnTo>
                <a:lnTo>
                  <a:pt x="47947" y="4625"/>
                </a:lnTo>
                <a:lnTo>
                  <a:pt x="48233" y="4466"/>
                </a:lnTo>
                <a:lnTo>
                  <a:pt x="48654" y="4359"/>
                </a:lnTo>
                <a:lnTo>
                  <a:pt x="48934" y="4200"/>
                </a:lnTo>
                <a:lnTo>
                  <a:pt x="49220" y="4093"/>
                </a:lnTo>
                <a:lnTo>
                  <a:pt x="49501" y="3828"/>
                </a:lnTo>
                <a:lnTo>
                  <a:pt x="49781" y="3721"/>
                </a:lnTo>
                <a:lnTo>
                  <a:pt x="50061" y="3562"/>
                </a:lnTo>
                <a:lnTo>
                  <a:pt x="50207" y="3455"/>
                </a:lnTo>
                <a:lnTo>
                  <a:pt x="50628" y="3190"/>
                </a:lnTo>
                <a:lnTo>
                  <a:pt x="50908" y="3083"/>
                </a:lnTo>
                <a:lnTo>
                  <a:pt x="51194" y="2924"/>
                </a:lnTo>
                <a:lnTo>
                  <a:pt x="51475" y="2817"/>
                </a:lnTo>
                <a:lnTo>
                  <a:pt x="51755" y="2552"/>
                </a:lnTo>
                <a:lnTo>
                  <a:pt x="52035" y="2445"/>
                </a:lnTo>
                <a:lnTo>
                  <a:pt x="52322" y="2286"/>
                </a:lnTo>
                <a:lnTo>
                  <a:pt x="52602" y="2286"/>
                </a:lnTo>
                <a:lnTo>
                  <a:pt x="52882" y="2020"/>
                </a:lnTo>
                <a:lnTo>
                  <a:pt x="53168" y="1914"/>
                </a:lnTo>
                <a:lnTo>
                  <a:pt x="53449" y="1754"/>
                </a:lnTo>
                <a:lnTo>
                  <a:pt x="53729" y="1648"/>
                </a:lnTo>
                <a:lnTo>
                  <a:pt x="54015" y="1382"/>
                </a:lnTo>
                <a:lnTo>
                  <a:pt x="54296" y="1276"/>
                </a:lnTo>
                <a:lnTo>
                  <a:pt x="54576" y="1116"/>
                </a:lnTo>
                <a:lnTo>
                  <a:pt x="55002" y="1010"/>
                </a:lnTo>
                <a:lnTo>
                  <a:pt x="55142" y="744"/>
                </a:lnTo>
                <a:lnTo>
                  <a:pt x="55423" y="638"/>
                </a:lnTo>
                <a:lnTo>
                  <a:pt x="55703" y="478"/>
                </a:lnTo>
                <a:lnTo>
                  <a:pt x="55989" y="372"/>
                </a:lnTo>
                <a:lnTo>
                  <a:pt x="56270" y="106"/>
                </a:lnTo>
                <a:lnTo>
                  <a:pt x="56550" y="0"/>
                </a:lnTo>
                <a:lnTo>
                  <a:pt x="56976" y="0"/>
                </a:lnTo>
              </a:path>
            </a:pathLst>
          </a:custGeom>
          <a:ln w="1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1432693" y="3465889"/>
            <a:ext cx="56696" cy="30305"/>
          </a:xfrm>
          <a:custGeom>
            <a:avLst/>
            <a:gdLst/>
            <a:ahLst/>
            <a:cxnLst/>
            <a:rect l="l" t="t" r="r" b="b"/>
            <a:pathLst>
              <a:path w="56696" h="30305">
                <a:moveTo>
                  <a:pt x="0" y="30305"/>
                </a:moveTo>
                <a:lnTo>
                  <a:pt x="280" y="30146"/>
                </a:lnTo>
                <a:lnTo>
                  <a:pt x="560" y="29880"/>
                </a:lnTo>
                <a:lnTo>
                  <a:pt x="700" y="29774"/>
                </a:lnTo>
                <a:lnTo>
                  <a:pt x="986" y="29667"/>
                </a:lnTo>
                <a:lnTo>
                  <a:pt x="1267" y="29508"/>
                </a:lnTo>
                <a:lnTo>
                  <a:pt x="1547" y="29242"/>
                </a:lnTo>
                <a:lnTo>
                  <a:pt x="1833" y="29136"/>
                </a:lnTo>
                <a:lnTo>
                  <a:pt x="2254" y="28976"/>
                </a:lnTo>
                <a:lnTo>
                  <a:pt x="2534" y="28870"/>
                </a:lnTo>
                <a:lnTo>
                  <a:pt x="2820" y="28604"/>
                </a:lnTo>
                <a:lnTo>
                  <a:pt x="3101" y="28498"/>
                </a:lnTo>
                <a:lnTo>
                  <a:pt x="3241" y="28338"/>
                </a:lnTo>
                <a:lnTo>
                  <a:pt x="3521" y="28232"/>
                </a:lnTo>
                <a:lnTo>
                  <a:pt x="3807" y="27966"/>
                </a:lnTo>
                <a:lnTo>
                  <a:pt x="4228" y="27966"/>
                </a:lnTo>
                <a:lnTo>
                  <a:pt x="4508" y="27860"/>
                </a:lnTo>
                <a:lnTo>
                  <a:pt x="4794" y="27700"/>
                </a:lnTo>
                <a:lnTo>
                  <a:pt x="5075" y="27487"/>
                </a:lnTo>
                <a:lnTo>
                  <a:pt x="5355" y="27328"/>
                </a:lnTo>
                <a:lnTo>
                  <a:pt x="5641" y="27222"/>
                </a:lnTo>
                <a:lnTo>
                  <a:pt x="5781" y="27062"/>
                </a:lnTo>
                <a:lnTo>
                  <a:pt x="6062" y="26796"/>
                </a:lnTo>
                <a:lnTo>
                  <a:pt x="6482" y="26690"/>
                </a:lnTo>
                <a:lnTo>
                  <a:pt x="6768" y="26584"/>
                </a:lnTo>
                <a:lnTo>
                  <a:pt x="7049" y="26424"/>
                </a:lnTo>
                <a:lnTo>
                  <a:pt x="7329" y="26158"/>
                </a:lnTo>
                <a:lnTo>
                  <a:pt x="7615" y="26052"/>
                </a:lnTo>
                <a:lnTo>
                  <a:pt x="7895" y="25946"/>
                </a:lnTo>
                <a:lnTo>
                  <a:pt x="8176" y="25786"/>
                </a:lnTo>
                <a:lnTo>
                  <a:pt x="8456" y="25680"/>
                </a:lnTo>
                <a:lnTo>
                  <a:pt x="8742" y="25520"/>
                </a:lnTo>
                <a:lnTo>
                  <a:pt x="9023" y="25414"/>
                </a:lnTo>
                <a:lnTo>
                  <a:pt x="9303" y="25254"/>
                </a:lnTo>
                <a:lnTo>
                  <a:pt x="9589" y="25042"/>
                </a:lnTo>
                <a:lnTo>
                  <a:pt x="9869" y="24882"/>
                </a:lnTo>
                <a:lnTo>
                  <a:pt x="10150" y="24776"/>
                </a:lnTo>
                <a:lnTo>
                  <a:pt x="10576" y="24616"/>
                </a:lnTo>
                <a:lnTo>
                  <a:pt x="10716" y="24404"/>
                </a:lnTo>
                <a:lnTo>
                  <a:pt x="10997" y="24244"/>
                </a:lnTo>
                <a:lnTo>
                  <a:pt x="11277" y="24138"/>
                </a:lnTo>
                <a:lnTo>
                  <a:pt x="11563" y="23978"/>
                </a:lnTo>
                <a:lnTo>
                  <a:pt x="11843" y="23712"/>
                </a:lnTo>
                <a:lnTo>
                  <a:pt x="12124" y="23606"/>
                </a:lnTo>
                <a:lnTo>
                  <a:pt x="12410" y="23500"/>
                </a:lnTo>
                <a:lnTo>
                  <a:pt x="12830" y="23340"/>
                </a:lnTo>
                <a:lnTo>
                  <a:pt x="13111" y="23234"/>
                </a:lnTo>
                <a:lnTo>
                  <a:pt x="13251" y="23074"/>
                </a:lnTo>
                <a:lnTo>
                  <a:pt x="13537" y="22968"/>
                </a:lnTo>
                <a:lnTo>
                  <a:pt x="13817" y="22862"/>
                </a:lnTo>
                <a:lnTo>
                  <a:pt x="14098" y="22596"/>
                </a:lnTo>
                <a:lnTo>
                  <a:pt x="14384" y="22436"/>
                </a:lnTo>
                <a:lnTo>
                  <a:pt x="14804" y="22330"/>
                </a:lnTo>
                <a:lnTo>
                  <a:pt x="15085" y="22171"/>
                </a:lnTo>
                <a:lnTo>
                  <a:pt x="15371" y="21958"/>
                </a:lnTo>
                <a:lnTo>
                  <a:pt x="15651" y="21798"/>
                </a:lnTo>
                <a:lnTo>
                  <a:pt x="15791" y="21692"/>
                </a:lnTo>
                <a:lnTo>
                  <a:pt x="16072" y="21533"/>
                </a:lnTo>
                <a:lnTo>
                  <a:pt x="16358" y="21320"/>
                </a:lnTo>
                <a:lnTo>
                  <a:pt x="16778" y="21160"/>
                </a:lnTo>
                <a:lnTo>
                  <a:pt x="17059" y="21054"/>
                </a:lnTo>
                <a:lnTo>
                  <a:pt x="17345" y="20895"/>
                </a:lnTo>
                <a:lnTo>
                  <a:pt x="17625" y="20788"/>
                </a:lnTo>
                <a:lnTo>
                  <a:pt x="17905" y="20629"/>
                </a:lnTo>
                <a:lnTo>
                  <a:pt x="18192" y="20522"/>
                </a:lnTo>
                <a:lnTo>
                  <a:pt x="18332" y="20416"/>
                </a:lnTo>
                <a:lnTo>
                  <a:pt x="18612" y="20150"/>
                </a:lnTo>
                <a:lnTo>
                  <a:pt x="19038" y="19991"/>
                </a:lnTo>
                <a:lnTo>
                  <a:pt x="19319" y="19884"/>
                </a:lnTo>
                <a:lnTo>
                  <a:pt x="19599" y="19778"/>
                </a:lnTo>
                <a:lnTo>
                  <a:pt x="19879" y="19512"/>
                </a:lnTo>
                <a:lnTo>
                  <a:pt x="20166" y="19353"/>
                </a:lnTo>
                <a:lnTo>
                  <a:pt x="20446" y="19246"/>
                </a:lnTo>
                <a:lnTo>
                  <a:pt x="20726" y="19087"/>
                </a:lnTo>
                <a:lnTo>
                  <a:pt x="21012" y="18874"/>
                </a:lnTo>
                <a:lnTo>
                  <a:pt x="21293" y="18715"/>
                </a:lnTo>
                <a:lnTo>
                  <a:pt x="21573" y="18608"/>
                </a:lnTo>
                <a:lnTo>
                  <a:pt x="21853" y="18608"/>
                </a:lnTo>
                <a:lnTo>
                  <a:pt x="22140" y="18342"/>
                </a:lnTo>
                <a:lnTo>
                  <a:pt x="22420" y="18236"/>
                </a:lnTo>
                <a:lnTo>
                  <a:pt x="22700" y="18077"/>
                </a:lnTo>
                <a:lnTo>
                  <a:pt x="23127" y="17970"/>
                </a:lnTo>
                <a:lnTo>
                  <a:pt x="23267" y="17704"/>
                </a:lnTo>
                <a:lnTo>
                  <a:pt x="23547" y="17545"/>
                </a:lnTo>
                <a:lnTo>
                  <a:pt x="23833" y="17439"/>
                </a:lnTo>
                <a:lnTo>
                  <a:pt x="24114" y="17332"/>
                </a:lnTo>
                <a:lnTo>
                  <a:pt x="24394" y="17066"/>
                </a:lnTo>
                <a:lnTo>
                  <a:pt x="24692" y="16907"/>
                </a:lnTo>
                <a:lnTo>
                  <a:pt x="24984" y="16801"/>
                </a:lnTo>
                <a:lnTo>
                  <a:pt x="25393" y="16694"/>
                </a:lnTo>
                <a:lnTo>
                  <a:pt x="25685" y="16428"/>
                </a:lnTo>
                <a:lnTo>
                  <a:pt x="25801" y="16269"/>
                </a:lnTo>
                <a:lnTo>
                  <a:pt x="26093" y="16269"/>
                </a:lnTo>
                <a:lnTo>
                  <a:pt x="26385" y="16163"/>
                </a:lnTo>
                <a:lnTo>
                  <a:pt x="26677" y="15897"/>
                </a:lnTo>
                <a:lnTo>
                  <a:pt x="26911" y="15790"/>
                </a:lnTo>
                <a:lnTo>
                  <a:pt x="27378" y="15631"/>
                </a:lnTo>
                <a:lnTo>
                  <a:pt x="27612" y="15525"/>
                </a:lnTo>
                <a:lnTo>
                  <a:pt x="27904" y="15259"/>
                </a:lnTo>
                <a:lnTo>
                  <a:pt x="28196" y="15152"/>
                </a:lnTo>
                <a:lnTo>
                  <a:pt x="28371" y="14993"/>
                </a:lnTo>
                <a:lnTo>
                  <a:pt x="28605" y="14887"/>
                </a:lnTo>
                <a:lnTo>
                  <a:pt x="28897" y="14621"/>
                </a:lnTo>
                <a:lnTo>
                  <a:pt x="29305" y="14461"/>
                </a:lnTo>
                <a:lnTo>
                  <a:pt x="29597" y="14355"/>
                </a:lnTo>
                <a:lnTo>
                  <a:pt x="29889" y="14249"/>
                </a:lnTo>
                <a:lnTo>
                  <a:pt x="30182" y="13983"/>
                </a:lnTo>
                <a:lnTo>
                  <a:pt x="30474" y="13983"/>
                </a:lnTo>
                <a:lnTo>
                  <a:pt x="30766" y="13823"/>
                </a:lnTo>
                <a:lnTo>
                  <a:pt x="31174" y="13451"/>
                </a:lnTo>
                <a:lnTo>
                  <a:pt x="31583" y="13345"/>
                </a:lnTo>
                <a:lnTo>
                  <a:pt x="31875" y="13185"/>
                </a:lnTo>
                <a:lnTo>
                  <a:pt x="32167" y="13079"/>
                </a:lnTo>
                <a:lnTo>
                  <a:pt x="32459" y="12813"/>
                </a:lnTo>
                <a:lnTo>
                  <a:pt x="32693" y="12707"/>
                </a:lnTo>
                <a:lnTo>
                  <a:pt x="32985" y="12547"/>
                </a:lnTo>
                <a:lnTo>
                  <a:pt x="33277" y="12441"/>
                </a:lnTo>
                <a:lnTo>
                  <a:pt x="33569" y="12175"/>
                </a:lnTo>
                <a:lnTo>
                  <a:pt x="33861" y="12069"/>
                </a:lnTo>
                <a:lnTo>
                  <a:pt x="34153" y="11909"/>
                </a:lnTo>
                <a:lnTo>
                  <a:pt x="34386" y="11803"/>
                </a:lnTo>
                <a:lnTo>
                  <a:pt x="34678" y="11643"/>
                </a:lnTo>
                <a:lnTo>
                  <a:pt x="34970" y="11537"/>
                </a:lnTo>
                <a:lnTo>
                  <a:pt x="35262" y="11431"/>
                </a:lnTo>
                <a:lnTo>
                  <a:pt x="35671" y="11271"/>
                </a:lnTo>
                <a:lnTo>
                  <a:pt x="35963" y="11005"/>
                </a:lnTo>
                <a:lnTo>
                  <a:pt x="36080" y="10899"/>
                </a:lnTo>
                <a:lnTo>
                  <a:pt x="36372" y="10739"/>
                </a:lnTo>
                <a:lnTo>
                  <a:pt x="36664" y="10633"/>
                </a:lnTo>
                <a:lnTo>
                  <a:pt x="36956" y="10367"/>
                </a:lnTo>
                <a:lnTo>
                  <a:pt x="37248" y="10261"/>
                </a:lnTo>
                <a:lnTo>
                  <a:pt x="37482" y="10101"/>
                </a:lnTo>
                <a:lnTo>
                  <a:pt x="37949" y="9995"/>
                </a:lnTo>
                <a:lnTo>
                  <a:pt x="38241" y="9729"/>
                </a:lnTo>
                <a:lnTo>
                  <a:pt x="38650" y="9463"/>
                </a:lnTo>
                <a:lnTo>
                  <a:pt x="38942" y="9357"/>
                </a:lnTo>
                <a:lnTo>
                  <a:pt x="39175" y="9198"/>
                </a:lnTo>
                <a:lnTo>
                  <a:pt x="39467" y="9091"/>
                </a:lnTo>
                <a:lnTo>
                  <a:pt x="39935" y="8985"/>
                </a:lnTo>
                <a:lnTo>
                  <a:pt x="40168" y="8825"/>
                </a:lnTo>
                <a:lnTo>
                  <a:pt x="40460" y="8560"/>
                </a:lnTo>
                <a:lnTo>
                  <a:pt x="40752" y="8453"/>
                </a:lnTo>
                <a:lnTo>
                  <a:pt x="41161" y="8187"/>
                </a:lnTo>
                <a:lnTo>
                  <a:pt x="41453" y="7922"/>
                </a:lnTo>
                <a:lnTo>
                  <a:pt x="41862" y="7815"/>
                </a:lnTo>
                <a:lnTo>
                  <a:pt x="42154" y="7656"/>
                </a:lnTo>
                <a:lnTo>
                  <a:pt x="42446" y="7549"/>
                </a:lnTo>
                <a:lnTo>
                  <a:pt x="42738" y="7284"/>
                </a:lnTo>
                <a:lnTo>
                  <a:pt x="43030" y="7177"/>
                </a:lnTo>
                <a:lnTo>
                  <a:pt x="43263" y="7018"/>
                </a:lnTo>
                <a:lnTo>
                  <a:pt x="43439" y="7018"/>
                </a:lnTo>
                <a:lnTo>
                  <a:pt x="43731" y="6805"/>
                </a:lnTo>
                <a:lnTo>
                  <a:pt x="44140" y="6646"/>
                </a:lnTo>
                <a:lnTo>
                  <a:pt x="44432" y="6539"/>
                </a:lnTo>
                <a:lnTo>
                  <a:pt x="44724" y="6380"/>
                </a:lnTo>
                <a:lnTo>
                  <a:pt x="44957" y="6114"/>
                </a:lnTo>
                <a:lnTo>
                  <a:pt x="45249" y="6007"/>
                </a:lnTo>
                <a:lnTo>
                  <a:pt x="45541" y="5901"/>
                </a:lnTo>
                <a:lnTo>
                  <a:pt x="45833" y="5742"/>
                </a:lnTo>
                <a:lnTo>
                  <a:pt x="46125" y="5476"/>
                </a:lnTo>
                <a:lnTo>
                  <a:pt x="46417" y="5369"/>
                </a:lnTo>
                <a:lnTo>
                  <a:pt x="46651" y="5263"/>
                </a:lnTo>
                <a:lnTo>
                  <a:pt x="46943" y="5104"/>
                </a:lnTo>
                <a:lnTo>
                  <a:pt x="47235" y="4838"/>
                </a:lnTo>
                <a:lnTo>
                  <a:pt x="47527" y="4731"/>
                </a:lnTo>
                <a:lnTo>
                  <a:pt x="47819" y="4572"/>
                </a:lnTo>
                <a:lnTo>
                  <a:pt x="48228" y="4572"/>
                </a:lnTo>
                <a:lnTo>
                  <a:pt x="48520" y="4359"/>
                </a:lnTo>
                <a:lnTo>
                  <a:pt x="48636" y="4200"/>
                </a:lnTo>
                <a:lnTo>
                  <a:pt x="48928" y="4093"/>
                </a:lnTo>
                <a:lnTo>
                  <a:pt x="49220" y="3934"/>
                </a:lnTo>
                <a:lnTo>
                  <a:pt x="49512" y="3721"/>
                </a:lnTo>
                <a:lnTo>
                  <a:pt x="49804" y="3562"/>
                </a:lnTo>
                <a:lnTo>
                  <a:pt x="50038" y="3455"/>
                </a:lnTo>
                <a:lnTo>
                  <a:pt x="50505" y="3296"/>
                </a:lnTo>
                <a:lnTo>
                  <a:pt x="50739" y="3030"/>
                </a:lnTo>
                <a:lnTo>
                  <a:pt x="51031" y="2924"/>
                </a:lnTo>
                <a:lnTo>
                  <a:pt x="51206" y="2817"/>
                </a:lnTo>
                <a:lnTo>
                  <a:pt x="51498" y="2658"/>
                </a:lnTo>
                <a:lnTo>
                  <a:pt x="51732" y="2392"/>
                </a:lnTo>
                <a:lnTo>
                  <a:pt x="52024" y="2286"/>
                </a:lnTo>
                <a:lnTo>
                  <a:pt x="52433" y="2286"/>
                </a:lnTo>
                <a:lnTo>
                  <a:pt x="52725" y="2179"/>
                </a:lnTo>
                <a:lnTo>
                  <a:pt x="53017" y="1914"/>
                </a:lnTo>
                <a:lnTo>
                  <a:pt x="53309" y="1754"/>
                </a:lnTo>
                <a:lnTo>
                  <a:pt x="53601" y="1648"/>
                </a:lnTo>
                <a:lnTo>
                  <a:pt x="53717" y="1488"/>
                </a:lnTo>
                <a:lnTo>
                  <a:pt x="54009" y="1276"/>
                </a:lnTo>
                <a:lnTo>
                  <a:pt x="54418" y="1116"/>
                </a:lnTo>
                <a:lnTo>
                  <a:pt x="54710" y="1010"/>
                </a:lnTo>
                <a:lnTo>
                  <a:pt x="55002" y="850"/>
                </a:lnTo>
                <a:lnTo>
                  <a:pt x="55294" y="638"/>
                </a:lnTo>
                <a:lnTo>
                  <a:pt x="55586" y="478"/>
                </a:lnTo>
                <a:lnTo>
                  <a:pt x="55820" y="372"/>
                </a:lnTo>
                <a:lnTo>
                  <a:pt x="55995" y="212"/>
                </a:lnTo>
                <a:lnTo>
                  <a:pt x="56287" y="0"/>
                </a:lnTo>
                <a:lnTo>
                  <a:pt x="56696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1489390" y="3435530"/>
            <a:ext cx="56824" cy="30358"/>
          </a:xfrm>
          <a:custGeom>
            <a:avLst/>
            <a:gdLst/>
            <a:ahLst/>
            <a:cxnLst/>
            <a:rect l="l" t="t" r="r" b="b"/>
            <a:pathLst>
              <a:path w="56824" h="30358">
                <a:moveTo>
                  <a:pt x="0" y="30358"/>
                </a:moveTo>
                <a:lnTo>
                  <a:pt x="292" y="30199"/>
                </a:lnTo>
                <a:lnTo>
                  <a:pt x="584" y="30093"/>
                </a:lnTo>
                <a:lnTo>
                  <a:pt x="817" y="29827"/>
                </a:lnTo>
                <a:lnTo>
                  <a:pt x="1109" y="29667"/>
                </a:lnTo>
                <a:lnTo>
                  <a:pt x="1401" y="29561"/>
                </a:lnTo>
                <a:lnTo>
                  <a:pt x="1693" y="2945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817"/>
                </a:lnTo>
                <a:lnTo>
                  <a:pt x="3095" y="28551"/>
                </a:lnTo>
                <a:lnTo>
                  <a:pt x="3387" y="28391"/>
                </a:lnTo>
                <a:lnTo>
                  <a:pt x="3679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606" y="27275"/>
                </a:lnTo>
                <a:lnTo>
                  <a:pt x="5898" y="27115"/>
                </a:lnTo>
                <a:lnTo>
                  <a:pt x="6365" y="27009"/>
                </a:lnTo>
                <a:lnTo>
                  <a:pt x="6599" y="26743"/>
                </a:lnTo>
                <a:lnTo>
                  <a:pt x="6891" y="26584"/>
                </a:lnTo>
                <a:lnTo>
                  <a:pt x="7066" y="26477"/>
                </a:lnTo>
                <a:lnTo>
                  <a:pt x="7300" y="26371"/>
                </a:lnTo>
                <a:lnTo>
                  <a:pt x="7592" y="26105"/>
                </a:lnTo>
                <a:lnTo>
                  <a:pt x="7884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461" y="25307"/>
                </a:lnTo>
                <a:lnTo>
                  <a:pt x="9869" y="24935"/>
                </a:lnTo>
                <a:lnTo>
                  <a:pt x="10278" y="24829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4031"/>
                </a:lnTo>
                <a:lnTo>
                  <a:pt x="11972" y="23925"/>
                </a:lnTo>
                <a:lnTo>
                  <a:pt x="12147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081" y="23393"/>
                </a:lnTo>
                <a:lnTo>
                  <a:pt x="13373" y="23128"/>
                </a:lnTo>
                <a:lnTo>
                  <a:pt x="13666" y="23021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644" y="21479"/>
                </a:lnTo>
                <a:lnTo>
                  <a:pt x="16936" y="21214"/>
                </a:lnTo>
                <a:lnTo>
                  <a:pt x="17345" y="21107"/>
                </a:lnTo>
                <a:lnTo>
                  <a:pt x="17637" y="20948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416"/>
                </a:lnTo>
                <a:lnTo>
                  <a:pt x="18863" y="20310"/>
                </a:lnTo>
                <a:lnTo>
                  <a:pt x="19155" y="20044"/>
                </a:lnTo>
                <a:lnTo>
                  <a:pt x="19447" y="19938"/>
                </a:lnTo>
                <a:lnTo>
                  <a:pt x="19622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440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768"/>
                </a:lnTo>
                <a:lnTo>
                  <a:pt x="21725" y="18768"/>
                </a:lnTo>
                <a:lnTo>
                  <a:pt x="22017" y="18661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8023"/>
                </a:lnTo>
                <a:lnTo>
                  <a:pt x="23419" y="17864"/>
                </a:lnTo>
                <a:lnTo>
                  <a:pt x="23711" y="17598"/>
                </a:lnTo>
                <a:lnTo>
                  <a:pt x="23944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645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38" y="16588"/>
                </a:lnTo>
                <a:lnTo>
                  <a:pt x="25930" y="16322"/>
                </a:lnTo>
                <a:lnTo>
                  <a:pt x="26222" y="16322"/>
                </a:lnTo>
                <a:lnTo>
                  <a:pt x="26514" y="16216"/>
                </a:lnTo>
                <a:lnTo>
                  <a:pt x="26806" y="16056"/>
                </a:lnTo>
                <a:lnTo>
                  <a:pt x="27098" y="15844"/>
                </a:lnTo>
                <a:lnTo>
                  <a:pt x="27332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733" y="14940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770"/>
                </a:lnTo>
                <a:lnTo>
                  <a:pt x="31420" y="13611"/>
                </a:lnTo>
                <a:lnTo>
                  <a:pt x="31712" y="13398"/>
                </a:lnTo>
                <a:lnTo>
                  <a:pt x="32004" y="13238"/>
                </a:lnTo>
                <a:lnTo>
                  <a:pt x="32412" y="12973"/>
                </a:lnTo>
                <a:lnTo>
                  <a:pt x="32704" y="12760"/>
                </a:lnTo>
                <a:lnTo>
                  <a:pt x="32996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069"/>
                </a:lnTo>
                <a:lnTo>
                  <a:pt x="34281" y="11962"/>
                </a:lnTo>
                <a:lnTo>
                  <a:pt x="34515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274" y="11431"/>
                </a:lnTo>
                <a:lnTo>
                  <a:pt x="35683" y="11324"/>
                </a:lnTo>
                <a:lnTo>
                  <a:pt x="35975" y="1121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201" y="10314"/>
                </a:lnTo>
                <a:lnTo>
                  <a:pt x="37669" y="10155"/>
                </a:lnTo>
                <a:lnTo>
                  <a:pt x="37902" y="10048"/>
                </a:lnTo>
                <a:lnTo>
                  <a:pt x="38194" y="9889"/>
                </a:lnTo>
                <a:lnTo>
                  <a:pt x="38486" y="9676"/>
                </a:lnTo>
                <a:lnTo>
                  <a:pt x="38778" y="9517"/>
                </a:lnTo>
                <a:lnTo>
                  <a:pt x="39070" y="9410"/>
                </a:lnTo>
                <a:lnTo>
                  <a:pt x="39362" y="9410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056" y="8347"/>
                </a:lnTo>
                <a:lnTo>
                  <a:pt x="41290" y="8241"/>
                </a:lnTo>
                <a:lnTo>
                  <a:pt x="41582" y="8134"/>
                </a:lnTo>
                <a:lnTo>
                  <a:pt x="41990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230"/>
                </a:lnTo>
                <a:lnTo>
                  <a:pt x="43275" y="7071"/>
                </a:lnTo>
                <a:lnTo>
                  <a:pt x="43567" y="7071"/>
                </a:lnTo>
                <a:lnTo>
                  <a:pt x="43976" y="6965"/>
                </a:lnTo>
                <a:lnTo>
                  <a:pt x="44268" y="6699"/>
                </a:lnTo>
                <a:lnTo>
                  <a:pt x="44560" y="6592"/>
                </a:lnTo>
                <a:lnTo>
                  <a:pt x="44677" y="6433"/>
                </a:lnTo>
                <a:lnTo>
                  <a:pt x="44969" y="6326"/>
                </a:lnTo>
                <a:lnTo>
                  <a:pt x="45261" y="6061"/>
                </a:lnTo>
                <a:lnTo>
                  <a:pt x="45553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423"/>
                </a:lnTo>
                <a:lnTo>
                  <a:pt x="46838" y="5263"/>
                </a:lnTo>
                <a:lnTo>
                  <a:pt x="47071" y="5157"/>
                </a:lnTo>
                <a:lnTo>
                  <a:pt x="47246" y="5050"/>
                </a:lnTo>
                <a:lnTo>
                  <a:pt x="47538" y="4785"/>
                </a:lnTo>
                <a:lnTo>
                  <a:pt x="47772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758" y="3615"/>
                </a:lnTo>
                <a:lnTo>
                  <a:pt x="50225" y="3509"/>
                </a:lnTo>
                <a:lnTo>
                  <a:pt x="50459" y="3349"/>
                </a:lnTo>
                <a:lnTo>
                  <a:pt x="50751" y="3243"/>
                </a:lnTo>
                <a:lnTo>
                  <a:pt x="51043" y="2977"/>
                </a:lnTo>
                <a:lnTo>
                  <a:pt x="51335" y="2871"/>
                </a:lnTo>
                <a:lnTo>
                  <a:pt x="51627" y="2711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554" y="1701"/>
                </a:lnTo>
                <a:lnTo>
                  <a:pt x="53846" y="1541"/>
                </a:lnTo>
                <a:lnTo>
                  <a:pt x="54138" y="1435"/>
                </a:lnTo>
                <a:lnTo>
                  <a:pt x="54547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248" y="797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1546214" y="3405224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700" y="29933"/>
                </a:lnTo>
                <a:lnTo>
                  <a:pt x="992" y="29667"/>
                </a:lnTo>
                <a:lnTo>
                  <a:pt x="1284" y="29561"/>
                </a:lnTo>
                <a:lnTo>
                  <a:pt x="1693" y="29401"/>
                </a:lnTo>
                <a:lnTo>
                  <a:pt x="1985" y="29295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2978" y="28657"/>
                </a:lnTo>
                <a:lnTo>
                  <a:pt x="3270" y="28391"/>
                </a:lnTo>
                <a:lnTo>
                  <a:pt x="3504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489" y="27222"/>
                </a:lnTo>
                <a:lnTo>
                  <a:pt x="5898" y="27115"/>
                </a:lnTo>
                <a:lnTo>
                  <a:pt x="6190" y="2700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318"/>
                </a:lnTo>
                <a:lnTo>
                  <a:pt x="7592" y="26105"/>
                </a:lnTo>
                <a:lnTo>
                  <a:pt x="7884" y="25946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467"/>
                </a:lnTo>
                <a:lnTo>
                  <a:pt x="9285" y="25307"/>
                </a:lnTo>
                <a:lnTo>
                  <a:pt x="9577" y="25201"/>
                </a:lnTo>
                <a:lnTo>
                  <a:pt x="9869" y="24935"/>
                </a:lnTo>
                <a:lnTo>
                  <a:pt x="10278" y="24776"/>
                </a:lnTo>
                <a:lnTo>
                  <a:pt x="10453" y="24669"/>
                </a:lnTo>
                <a:lnTo>
                  <a:pt x="10745" y="24563"/>
                </a:lnTo>
                <a:lnTo>
                  <a:pt x="10979" y="24297"/>
                </a:lnTo>
                <a:lnTo>
                  <a:pt x="11271" y="24138"/>
                </a:lnTo>
                <a:lnTo>
                  <a:pt x="11563" y="24031"/>
                </a:lnTo>
                <a:lnTo>
                  <a:pt x="11855" y="23925"/>
                </a:lnTo>
                <a:lnTo>
                  <a:pt x="12264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534" y="21852"/>
                </a:lnTo>
                <a:lnTo>
                  <a:pt x="15768" y="21692"/>
                </a:lnTo>
                <a:lnTo>
                  <a:pt x="16060" y="21586"/>
                </a:lnTo>
                <a:lnTo>
                  <a:pt x="16527" y="21479"/>
                </a:lnTo>
                <a:lnTo>
                  <a:pt x="16761" y="21214"/>
                </a:lnTo>
                <a:lnTo>
                  <a:pt x="17053" y="21054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682"/>
                </a:lnTo>
                <a:lnTo>
                  <a:pt x="18454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615" y="19299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768"/>
                </a:lnTo>
                <a:lnTo>
                  <a:pt x="21550" y="18768"/>
                </a:lnTo>
                <a:lnTo>
                  <a:pt x="21842" y="18661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332"/>
                </a:lnTo>
                <a:lnTo>
                  <a:pt x="24411" y="1722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813" y="16428"/>
                </a:lnTo>
                <a:lnTo>
                  <a:pt x="26105" y="16322"/>
                </a:lnTo>
                <a:lnTo>
                  <a:pt x="26397" y="16216"/>
                </a:lnTo>
                <a:lnTo>
                  <a:pt x="26806" y="16056"/>
                </a:lnTo>
                <a:lnTo>
                  <a:pt x="27098" y="15790"/>
                </a:lnTo>
                <a:lnTo>
                  <a:pt x="27332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091" y="15152"/>
                </a:lnTo>
                <a:lnTo>
                  <a:pt x="28324" y="15046"/>
                </a:lnTo>
                <a:lnTo>
                  <a:pt x="28616" y="14887"/>
                </a:lnTo>
                <a:lnTo>
                  <a:pt x="29025" y="14780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602" y="13876"/>
                </a:lnTo>
                <a:lnTo>
                  <a:pt x="31011" y="13770"/>
                </a:lnTo>
                <a:lnTo>
                  <a:pt x="31303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412" y="12973"/>
                </a:lnTo>
                <a:lnTo>
                  <a:pt x="32704" y="12707"/>
                </a:lnTo>
                <a:lnTo>
                  <a:pt x="33113" y="12600"/>
                </a:lnTo>
                <a:lnTo>
                  <a:pt x="33288" y="12494"/>
                </a:lnTo>
                <a:lnTo>
                  <a:pt x="33580" y="12334"/>
                </a:lnTo>
                <a:lnTo>
                  <a:pt x="33872" y="12069"/>
                </a:lnTo>
                <a:lnTo>
                  <a:pt x="34106" y="11962"/>
                </a:lnTo>
                <a:lnTo>
                  <a:pt x="34398" y="11803"/>
                </a:lnTo>
                <a:lnTo>
                  <a:pt x="34690" y="11803"/>
                </a:lnTo>
                <a:lnTo>
                  <a:pt x="34982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800" y="11165"/>
                </a:lnTo>
                <a:lnTo>
                  <a:pt x="36092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6968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10048"/>
                </a:lnTo>
                <a:lnTo>
                  <a:pt x="38194" y="9889"/>
                </a:lnTo>
                <a:lnTo>
                  <a:pt x="38369" y="9623"/>
                </a:lnTo>
                <a:lnTo>
                  <a:pt x="38661" y="9517"/>
                </a:lnTo>
                <a:lnTo>
                  <a:pt x="38895" y="9410"/>
                </a:lnTo>
                <a:lnTo>
                  <a:pt x="39362" y="9410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19"/>
                </a:lnTo>
                <a:lnTo>
                  <a:pt x="40589" y="8506"/>
                </a:lnTo>
                <a:lnTo>
                  <a:pt x="40881" y="8347"/>
                </a:lnTo>
                <a:lnTo>
                  <a:pt x="41173" y="8241"/>
                </a:lnTo>
                <a:lnTo>
                  <a:pt x="41582" y="8081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177"/>
                </a:lnTo>
                <a:lnTo>
                  <a:pt x="43158" y="7071"/>
                </a:lnTo>
                <a:lnTo>
                  <a:pt x="43567" y="7071"/>
                </a:lnTo>
                <a:lnTo>
                  <a:pt x="43859" y="6965"/>
                </a:lnTo>
                <a:lnTo>
                  <a:pt x="44151" y="6699"/>
                </a:lnTo>
                <a:lnTo>
                  <a:pt x="44443" y="6539"/>
                </a:lnTo>
                <a:lnTo>
                  <a:pt x="44677" y="6433"/>
                </a:lnTo>
                <a:lnTo>
                  <a:pt x="44969" y="6326"/>
                </a:lnTo>
                <a:lnTo>
                  <a:pt x="45261" y="6061"/>
                </a:lnTo>
                <a:lnTo>
                  <a:pt x="45670" y="5901"/>
                </a:lnTo>
                <a:lnTo>
                  <a:pt x="45845" y="5795"/>
                </a:lnTo>
                <a:lnTo>
                  <a:pt x="46137" y="5688"/>
                </a:lnTo>
                <a:lnTo>
                  <a:pt x="46370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246" y="4997"/>
                </a:lnTo>
                <a:lnTo>
                  <a:pt x="47538" y="4785"/>
                </a:lnTo>
                <a:lnTo>
                  <a:pt x="47947" y="4785"/>
                </a:lnTo>
                <a:lnTo>
                  <a:pt x="48239" y="4625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524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459" y="3349"/>
                </a:lnTo>
                <a:lnTo>
                  <a:pt x="50751" y="3243"/>
                </a:lnTo>
                <a:lnTo>
                  <a:pt x="50926" y="2977"/>
                </a:lnTo>
                <a:lnTo>
                  <a:pt x="51218" y="2817"/>
                </a:lnTo>
                <a:lnTo>
                  <a:pt x="51451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729" y="1541"/>
                </a:lnTo>
                <a:lnTo>
                  <a:pt x="54138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797"/>
                </a:lnTo>
                <a:lnTo>
                  <a:pt x="55540" y="531"/>
                </a:lnTo>
                <a:lnTo>
                  <a:pt x="55832" y="372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1602922" y="3375025"/>
            <a:ext cx="56824" cy="30199"/>
          </a:xfrm>
          <a:custGeom>
            <a:avLst/>
            <a:gdLst/>
            <a:ahLst/>
            <a:cxnLst/>
            <a:rect l="l" t="t" r="r" b="b"/>
            <a:pathLst>
              <a:path w="56824" h="30199">
                <a:moveTo>
                  <a:pt x="0" y="30199"/>
                </a:moveTo>
                <a:lnTo>
                  <a:pt x="292" y="30093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561"/>
                </a:lnTo>
                <a:lnTo>
                  <a:pt x="1518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19" y="28923"/>
                </a:lnTo>
                <a:lnTo>
                  <a:pt x="2511" y="28817"/>
                </a:lnTo>
                <a:lnTo>
                  <a:pt x="2803" y="28657"/>
                </a:lnTo>
                <a:lnTo>
                  <a:pt x="3095" y="28551"/>
                </a:lnTo>
                <a:lnTo>
                  <a:pt x="3387" y="28285"/>
                </a:lnTo>
                <a:lnTo>
                  <a:pt x="3796" y="28179"/>
                </a:lnTo>
                <a:lnTo>
                  <a:pt x="4088" y="28019"/>
                </a:lnTo>
                <a:lnTo>
                  <a:pt x="4496" y="27753"/>
                </a:lnTo>
                <a:lnTo>
                  <a:pt x="4788" y="27647"/>
                </a:lnTo>
                <a:lnTo>
                  <a:pt x="5080" y="27487"/>
                </a:lnTo>
                <a:lnTo>
                  <a:pt x="5314" y="27381"/>
                </a:lnTo>
                <a:lnTo>
                  <a:pt x="5781" y="27115"/>
                </a:lnTo>
                <a:lnTo>
                  <a:pt x="6073" y="27009"/>
                </a:lnTo>
                <a:lnTo>
                  <a:pt x="6307" y="26849"/>
                </a:lnTo>
                <a:lnTo>
                  <a:pt x="6599" y="26743"/>
                </a:lnTo>
                <a:lnTo>
                  <a:pt x="6774" y="26477"/>
                </a:lnTo>
                <a:lnTo>
                  <a:pt x="7008" y="26371"/>
                </a:lnTo>
                <a:lnTo>
                  <a:pt x="7300" y="26211"/>
                </a:lnTo>
                <a:lnTo>
                  <a:pt x="7767" y="26105"/>
                </a:lnTo>
                <a:lnTo>
                  <a:pt x="8001" y="25839"/>
                </a:lnTo>
                <a:lnTo>
                  <a:pt x="8293" y="25733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307"/>
                </a:lnTo>
                <a:lnTo>
                  <a:pt x="9577" y="25095"/>
                </a:lnTo>
                <a:lnTo>
                  <a:pt x="9986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096" y="24297"/>
                </a:lnTo>
                <a:lnTo>
                  <a:pt x="11388" y="2403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393"/>
                </a:lnTo>
                <a:lnTo>
                  <a:pt x="12789" y="23393"/>
                </a:lnTo>
                <a:lnTo>
                  <a:pt x="13081" y="23287"/>
                </a:lnTo>
                <a:lnTo>
                  <a:pt x="13373" y="23128"/>
                </a:lnTo>
                <a:lnTo>
                  <a:pt x="13666" y="22862"/>
                </a:lnTo>
                <a:lnTo>
                  <a:pt x="13958" y="22755"/>
                </a:lnTo>
                <a:lnTo>
                  <a:pt x="14250" y="22649"/>
                </a:lnTo>
                <a:lnTo>
                  <a:pt x="14483" y="22490"/>
                </a:lnTo>
                <a:lnTo>
                  <a:pt x="14775" y="22224"/>
                </a:lnTo>
                <a:lnTo>
                  <a:pt x="15067" y="22117"/>
                </a:lnTo>
                <a:lnTo>
                  <a:pt x="15359" y="22011"/>
                </a:lnTo>
                <a:lnTo>
                  <a:pt x="15651" y="21852"/>
                </a:lnTo>
                <a:lnTo>
                  <a:pt x="15943" y="21586"/>
                </a:lnTo>
                <a:lnTo>
                  <a:pt x="16352" y="21479"/>
                </a:lnTo>
                <a:lnTo>
                  <a:pt x="16644" y="21373"/>
                </a:lnTo>
                <a:lnTo>
                  <a:pt x="16761" y="21214"/>
                </a:lnTo>
                <a:lnTo>
                  <a:pt x="17053" y="20948"/>
                </a:lnTo>
                <a:lnTo>
                  <a:pt x="17345" y="20948"/>
                </a:lnTo>
                <a:lnTo>
                  <a:pt x="17637" y="20841"/>
                </a:lnTo>
                <a:lnTo>
                  <a:pt x="17870" y="20682"/>
                </a:lnTo>
                <a:lnTo>
                  <a:pt x="18338" y="20469"/>
                </a:lnTo>
                <a:lnTo>
                  <a:pt x="18571" y="20310"/>
                </a:lnTo>
                <a:lnTo>
                  <a:pt x="18863" y="20203"/>
                </a:lnTo>
                <a:lnTo>
                  <a:pt x="19155" y="20044"/>
                </a:lnTo>
                <a:lnTo>
                  <a:pt x="19330" y="19831"/>
                </a:lnTo>
                <a:lnTo>
                  <a:pt x="19564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557" y="19140"/>
                </a:lnTo>
                <a:lnTo>
                  <a:pt x="20849" y="19034"/>
                </a:lnTo>
                <a:lnTo>
                  <a:pt x="21141" y="18927"/>
                </a:lnTo>
                <a:lnTo>
                  <a:pt x="21433" y="18768"/>
                </a:lnTo>
                <a:lnTo>
                  <a:pt x="21725" y="18661"/>
                </a:lnTo>
                <a:lnTo>
                  <a:pt x="21842" y="18502"/>
                </a:lnTo>
                <a:lnTo>
                  <a:pt x="22134" y="18396"/>
                </a:lnTo>
                <a:lnTo>
                  <a:pt x="22543" y="18289"/>
                </a:lnTo>
                <a:lnTo>
                  <a:pt x="22835" y="18023"/>
                </a:lnTo>
                <a:lnTo>
                  <a:pt x="23127" y="17864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385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747"/>
                </a:lnTo>
                <a:lnTo>
                  <a:pt x="25346" y="16588"/>
                </a:lnTo>
                <a:lnTo>
                  <a:pt x="25638" y="16482"/>
                </a:lnTo>
                <a:lnTo>
                  <a:pt x="25930" y="16322"/>
                </a:lnTo>
                <a:lnTo>
                  <a:pt x="26222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39" y="15844"/>
                </a:lnTo>
                <a:lnTo>
                  <a:pt x="27332" y="15578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441" y="14940"/>
                </a:lnTo>
                <a:lnTo>
                  <a:pt x="28908" y="14780"/>
                </a:lnTo>
                <a:lnTo>
                  <a:pt x="29200" y="14674"/>
                </a:lnTo>
                <a:lnTo>
                  <a:pt x="29317" y="14514"/>
                </a:lnTo>
                <a:lnTo>
                  <a:pt x="29609" y="14302"/>
                </a:lnTo>
                <a:lnTo>
                  <a:pt x="29901" y="14142"/>
                </a:lnTo>
                <a:lnTo>
                  <a:pt x="30135" y="14036"/>
                </a:lnTo>
                <a:lnTo>
                  <a:pt x="30427" y="14036"/>
                </a:lnTo>
                <a:lnTo>
                  <a:pt x="30894" y="13770"/>
                </a:lnTo>
                <a:lnTo>
                  <a:pt x="31128" y="13664"/>
                </a:lnTo>
                <a:lnTo>
                  <a:pt x="31420" y="13504"/>
                </a:lnTo>
                <a:lnTo>
                  <a:pt x="31712" y="13398"/>
                </a:lnTo>
                <a:lnTo>
                  <a:pt x="31828" y="13132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3113" y="12494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122"/>
                </a:lnTo>
                <a:lnTo>
                  <a:pt x="34223" y="11856"/>
                </a:lnTo>
                <a:lnTo>
                  <a:pt x="34398" y="11696"/>
                </a:lnTo>
                <a:lnTo>
                  <a:pt x="34690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218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686"/>
                </a:lnTo>
                <a:lnTo>
                  <a:pt x="36793" y="10580"/>
                </a:lnTo>
                <a:lnTo>
                  <a:pt x="37085" y="10420"/>
                </a:lnTo>
                <a:lnTo>
                  <a:pt x="37377" y="10314"/>
                </a:lnTo>
                <a:lnTo>
                  <a:pt x="37610" y="10048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76"/>
                </a:lnTo>
                <a:lnTo>
                  <a:pt x="38778" y="9410"/>
                </a:lnTo>
                <a:lnTo>
                  <a:pt x="39070" y="9410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8" y="8241"/>
                </a:lnTo>
                <a:lnTo>
                  <a:pt x="41465" y="8134"/>
                </a:lnTo>
                <a:lnTo>
                  <a:pt x="41698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458" y="7496"/>
                </a:lnTo>
                <a:lnTo>
                  <a:pt x="42691" y="7337"/>
                </a:lnTo>
                <a:lnTo>
                  <a:pt x="42983" y="7230"/>
                </a:lnTo>
                <a:lnTo>
                  <a:pt x="43392" y="7071"/>
                </a:lnTo>
                <a:lnTo>
                  <a:pt x="43684" y="6965"/>
                </a:lnTo>
                <a:lnTo>
                  <a:pt x="43976" y="6858"/>
                </a:lnTo>
                <a:lnTo>
                  <a:pt x="44268" y="6699"/>
                </a:lnTo>
                <a:lnTo>
                  <a:pt x="44385" y="6433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670" y="5795"/>
                </a:lnTo>
                <a:lnTo>
                  <a:pt x="45962" y="5688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157"/>
                </a:lnTo>
                <a:lnTo>
                  <a:pt x="46954" y="5050"/>
                </a:lnTo>
                <a:lnTo>
                  <a:pt x="47246" y="4891"/>
                </a:lnTo>
                <a:lnTo>
                  <a:pt x="47655" y="4785"/>
                </a:lnTo>
                <a:lnTo>
                  <a:pt x="47947" y="4625"/>
                </a:lnTo>
                <a:lnTo>
                  <a:pt x="48239" y="4519"/>
                </a:lnTo>
                <a:lnTo>
                  <a:pt x="48473" y="4412"/>
                </a:lnTo>
                <a:lnTo>
                  <a:pt x="48765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74"/>
                </a:lnTo>
                <a:lnTo>
                  <a:pt x="49933" y="3615"/>
                </a:lnTo>
                <a:lnTo>
                  <a:pt x="50167" y="334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335" y="2711"/>
                </a:lnTo>
                <a:lnTo>
                  <a:pt x="51627" y="2605"/>
                </a:lnTo>
                <a:lnTo>
                  <a:pt x="51860" y="2445"/>
                </a:lnTo>
                <a:lnTo>
                  <a:pt x="52152" y="2339"/>
                </a:lnTo>
                <a:lnTo>
                  <a:pt x="52444" y="2233"/>
                </a:lnTo>
                <a:lnTo>
                  <a:pt x="52736" y="2073"/>
                </a:lnTo>
                <a:lnTo>
                  <a:pt x="53028" y="1967"/>
                </a:lnTo>
                <a:lnTo>
                  <a:pt x="53262" y="1807"/>
                </a:lnTo>
                <a:lnTo>
                  <a:pt x="53554" y="1541"/>
                </a:lnTo>
                <a:lnTo>
                  <a:pt x="54021" y="1435"/>
                </a:lnTo>
                <a:lnTo>
                  <a:pt x="54255" y="1329"/>
                </a:lnTo>
                <a:lnTo>
                  <a:pt x="54430" y="1169"/>
                </a:lnTo>
                <a:lnTo>
                  <a:pt x="54722" y="903"/>
                </a:lnTo>
                <a:lnTo>
                  <a:pt x="54956" y="797"/>
                </a:lnTo>
                <a:lnTo>
                  <a:pt x="55248" y="691"/>
                </a:lnTo>
                <a:lnTo>
                  <a:pt x="55540" y="531"/>
                </a:lnTo>
                <a:lnTo>
                  <a:pt x="55948" y="265"/>
                </a:lnTo>
                <a:lnTo>
                  <a:pt x="56240" y="159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1659747" y="3344719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116" y="30093"/>
                </a:lnTo>
                <a:lnTo>
                  <a:pt x="408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19" y="29029"/>
                </a:lnTo>
                <a:lnTo>
                  <a:pt x="2511" y="28763"/>
                </a:lnTo>
                <a:lnTo>
                  <a:pt x="2686" y="28657"/>
                </a:lnTo>
                <a:lnTo>
                  <a:pt x="2978" y="28551"/>
                </a:lnTo>
                <a:lnTo>
                  <a:pt x="3387" y="28391"/>
                </a:lnTo>
                <a:lnTo>
                  <a:pt x="3679" y="28125"/>
                </a:lnTo>
                <a:lnTo>
                  <a:pt x="3912" y="28019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06" y="27222"/>
                </a:lnTo>
                <a:lnTo>
                  <a:pt x="5898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371"/>
                </a:lnTo>
                <a:lnTo>
                  <a:pt x="7300" y="26211"/>
                </a:lnTo>
                <a:lnTo>
                  <a:pt x="7767" y="26105"/>
                </a:lnTo>
                <a:lnTo>
                  <a:pt x="7884" y="25946"/>
                </a:lnTo>
                <a:lnTo>
                  <a:pt x="8176" y="25680"/>
                </a:lnTo>
                <a:lnTo>
                  <a:pt x="8468" y="25680"/>
                </a:lnTo>
                <a:lnTo>
                  <a:pt x="8760" y="25573"/>
                </a:lnTo>
                <a:lnTo>
                  <a:pt x="8993" y="25467"/>
                </a:lnTo>
                <a:lnTo>
                  <a:pt x="9285" y="25201"/>
                </a:lnTo>
                <a:lnTo>
                  <a:pt x="9694" y="25042"/>
                </a:lnTo>
                <a:lnTo>
                  <a:pt x="9986" y="24935"/>
                </a:lnTo>
                <a:lnTo>
                  <a:pt x="10161" y="24829"/>
                </a:lnTo>
                <a:lnTo>
                  <a:pt x="10453" y="24563"/>
                </a:lnTo>
                <a:lnTo>
                  <a:pt x="10687" y="24404"/>
                </a:lnTo>
                <a:lnTo>
                  <a:pt x="10979" y="24297"/>
                </a:lnTo>
                <a:lnTo>
                  <a:pt x="11271" y="2419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500"/>
                </a:lnTo>
                <a:lnTo>
                  <a:pt x="12965" y="23287"/>
                </a:lnTo>
                <a:lnTo>
                  <a:pt x="13257" y="23128"/>
                </a:lnTo>
                <a:lnTo>
                  <a:pt x="13549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242" y="21958"/>
                </a:lnTo>
                <a:lnTo>
                  <a:pt x="15476" y="21852"/>
                </a:lnTo>
                <a:lnTo>
                  <a:pt x="15943" y="21745"/>
                </a:lnTo>
                <a:lnTo>
                  <a:pt x="16235" y="21479"/>
                </a:lnTo>
                <a:lnTo>
                  <a:pt x="16469" y="21320"/>
                </a:lnTo>
                <a:lnTo>
                  <a:pt x="16761" y="21214"/>
                </a:lnTo>
                <a:lnTo>
                  <a:pt x="17053" y="21107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564" y="19672"/>
                </a:lnTo>
                <a:lnTo>
                  <a:pt x="19856" y="19565"/>
                </a:lnTo>
                <a:lnTo>
                  <a:pt x="20323" y="19406"/>
                </a:lnTo>
                <a:lnTo>
                  <a:pt x="20732" y="19034"/>
                </a:lnTo>
                <a:lnTo>
                  <a:pt x="21024" y="18874"/>
                </a:lnTo>
                <a:lnTo>
                  <a:pt x="21258" y="18768"/>
                </a:lnTo>
                <a:lnTo>
                  <a:pt x="21550" y="18768"/>
                </a:lnTo>
                <a:lnTo>
                  <a:pt x="21842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2951" y="17864"/>
                </a:lnTo>
                <a:lnTo>
                  <a:pt x="23243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854"/>
                </a:lnTo>
                <a:lnTo>
                  <a:pt x="25346" y="16588"/>
                </a:lnTo>
                <a:lnTo>
                  <a:pt x="25521" y="16482"/>
                </a:lnTo>
                <a:lnTo>
                  <a:pt x="25813" y="16482"/>
                </a:lnTo>
                <a:lnTo>
                  <a:pt x="26105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418"/>
                </a:lnTo>
                <a:lnTo>
                  <a:pt x="27799" y="15312"/>
                </a:lnTo>
                <a:lnTo>
                  <a:pt x="28032" y="15152"/>
                </a:lnTo>
                <a:lnTo>
                  <a:pt x="28500" y="15046"/>
                </a:lnTo>
                <a:lnTo>
                  <a:pt x="28733" y="14780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142"/>
                </a:lnTo>
                <a:lnTo>
                  <a:pt x="30193" y="14036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611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821" y="12707"/>
                </a:lnTo>
                <a:lnTo>
                  <a:pt x="32996" y="12600"/>
                </a:lnTo>
                <a:lnTo>
                  <a:pt x="33288" y="12334"/>
                </a:lnTo>
                <a:lnTo>
                  <a:pt x="33580" y="12228"/>
                </a:lnTo>
                <a:lnTo>
                  <a:pt x="33814" y="12069"/>
                </a:lnTo>
                <a:lnTo>
                  <a:pt x="34106" y="11962"/>
                </a:lnTo>
                <a:lnTo>
                  <a:pt x="34398" y="1169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508" y="11165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02" y="9889"/>
                </a:lnTo>
                <a:lnTo>
                  <a:pt x="38077" y="9782"/>
                </a:lnTo>
                <a:lnTo>
                  <a:pt x="38369" y="9676"/>
                </a:lnTo>
                <a:lnTo>
                  <a:pt x="38603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472" y="8613"/>
                </a:lnTo>
                <a:lnTo>
                  <a:pt x="41056" y="8241"/>
                </a:lnTo>
                <a:lnTo>
                  <a:pt x="41290" y="8134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337"/>
                </a:lnTo>
                <a:lnTo>
                  <a:pt x="43275" y="7071"/>
                </a:lnTo>
                <a:lnTo>
                  <a:pt x="43567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385" y="6433"/>
                </a:lnTo>
                <a:lnTo>
                  <a:pt x="44677" y="6326"/>
                </a:lnTo>
                <a:lnTo>
                  <a:pt x="44969" y="6167"/>
                </a:lnTo>
                <a:lnTo>
                  <a:pt x="45378" y="6061"/>
                </a:lnTo>
                <a:lnTo>
                  <a:pt x="45553" y="5795"/>
                </a:lnTo>
                <a:lnTo>
                  <a:pt x="45845" y="5688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157"/>
                </a:lnTo>
                <a:lnTo>
                  <a:pt x="46954" y="5050"/>
                </a:lnTo>
                <a:lnTo>
                  <a:pt x="47363" y="4891"/>
                </a:lnTo>
                <a:lnTo>
                  <a:pt x="47655" y="4785"/>
                </a:lnTo>
                <a:lnTo>
                  <a:pt x="47947" y="4625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398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167" y="3349"/>
                </a:lnTo>
                <a:lnTo>
                  <a:pt x="50459" y="3243"/>
                </a:lnTo>
                <a:lnTo>
                  <a:pt x="50634" y="3083"/>
                </a:lnTo>
                <a:lnTo>
                  <a:pt x="50926" y="2977"/>
                </a:lnTo>
                <a:lnTo>
                  <a:pt x="51159" y="2711"/>
                </a:lnTo>
                <a:lnTo>
                  <a:pt x="51627" y="2605"/>
                </a:lnTo>
                <a:lnTo>
                  <a:pt x="51860" y="2445"/>
                </a:lnTo>
                <a:lnTo>
                  <a:pt x="52152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028" y="1967"/>
                </a:lnTo>
                <a:lnTo>
                  <a:pt x="53145" y="1807"/>
                </a:lnTo>
                <a:lnTo>
                  <a:pt x="53554" y="1541"/>
                </a:lnTo>
                <a:lnTo>
                  <a:pt x="53846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248" y="638"/>
                </a:lnTo>
                <a:lnTo>
                  <a:pt x="55540" y="531"/>
                </a:lnTo>
                <a:lnTo>
                  <a:pt x="55832" y="265"/>
                </a:lnTo>
                <a:lnTo>
                  <a:pt x="56124" y="159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1716455" y="3314413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039"/>
                </a:lnTo>
                <a:lnTo>
                  <a:pt x="525" y="29933"/>
                </a:lnTo>
                <a:lnTo>
                  <a:pt x="817" y="29827"/>
                </a:lnTo>
                <a:lnTo>
                  <a:pt x="1226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763"/>
                </a:lnTo>
                <a:lnTo>
                  <a:pt x="2803" y="28657"/>
                </a:lnTo>
                <a:lnTo>
                  <a:pt x="3212" y="28498"/>
                </a:lnTo>
                <a:lnTo>
                  <a:pt x="3504" y="28391"/>
                </a:lnTo>
                <a:lnTo>
                  <a:pt x="3796" y="2812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647"/>
                </a:lnTo>
                <a:lnTo>
                  <a:pt x="5022" y="27487"/>
                </a:lnTo>
                <a:lnTo>
                  <a:pt x="5489" y="27381"/>
                </a:lnTo>
                <a:lnTo>
                  <a:pt x="5781" y="27222"/>
                </a:lnTo>
                <a:lnTo>
                  <a:pt x="6015" y="27009"/>
                </a:lnTo>
                <a:lnTo>
                  <a:pt x="6307" y="26849"/>
                </a:lnTo>
                <a:lnTo>
                  <a:pt x="6482" y="26743"/>
                </a:lnTo>
                <a:lnTo>
                  <a:pt x="6716" y="26584"/>
                </a:lnTo>
                <a:lnTo>
                  <a:pt x="7008" y="26318"/>
                </a:lnTo>
                <a:lnTo>
                  <a:pt x="7475" y="26211"/>
                </a:lnTo>
                <a:lnTo>
                  <a:pt x="7709" y="26105"/>
                </a:lnTo>
                <a:lnTo>
                  <a:pt x="8001" y="25946"/>
                </a:lnTo>
                <a:lnTo>
                  <a:pt x="8293" y="25680"/>
                </a:lnTo>
                <a:lnTo>
                  <a:pt x="8585" y="25680"/>
                </a:lnTo>
                <a:lnTo>
                  <a:pt x="8877" y="25573"/>
                </a:lnTo>
                <a:lnTo>
                  <a:pt x="9402" y="25201"/>
                </a:lnTo>
                <a:lnTo>
                  <a:pt x="9694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563"/>
                </a:lnTo>
                <a:lnTo>
                  <a:pt x="10804" y="24404"/>
                </a:lnTo>
                <a:lnTo>
                  <a:pt x="11096" y="24297"/>
                </a:lnTo>
                <a:lnTo>
                  <a:pt x="11388" y="24138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497" y="23500"/>
                </a:lnTo>
                <a:lnTo>
                  <a:pt x="12789" y="23393"/>
                </a:lnTo>
                <a:lnTo>
                  <a:pt x="13081" y="23234"/>
                </a:lnTo>
                <a:lnTo>
                  <a:pt x="13373" y="23128"/>
                </a:lnTo>
                <a:lnTo>
                  <a:pt x="13782" y="23021"/>
                </a:lnTo>
                <a:lnTo>
                  <a:pt x="13958" y="22755"/>
                </a:lnTo>
                <a:lnTo>
                  <a:pt x="14191" y="22596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1958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479"/>
                </a:lnTo>
                <a:lnTo>
                  <a:pt x="16469" y="21320"/>
                </a:lnTo>
                <a:lnTo>
                  <a:pt x="16761" y="21214"/>
                </a:lnTo>
                <a:lnTo>
                  <a:pt x="17053" y="21054"/>
                </a:lnTo>
                <a:lnTo>
                  <a:pt x="17345" y="20948"/>
                </a:lnTo>
                <a:lnTo>
                  <a:pt x="17578" y="20841"/>
                </a:lnTo>
                <a:lnTo>
                  <a:pt x="18046" y="20682"/>
                </a:lnTo>
                <a:lnTo>
                  <a:pt x="18279" y="20576"/>
                </a:lnTo>
                <a:lnTo>
                  <a:pt x="18571" y="20310"/>
                </a:lnTo>
                <a:lnTo>
                  <a:pt x="18863" y="20150"/>
                </a:lnTo>
                <a:lnTo>
                  <a:pt x="19038" y="20044"/>
                </a:lnTo>
                <a:lnTo>
                  <a:pt x="19272" y="19938"/>
                </a:lnTo>
                <a:lnTo>
                  <a:pt x="19564" y="19672"/>
                </a:lnTo>
                <a:lnTo>
                  <a:pt x="19973" y="19512"/>
                </a:lnTo>
                <a:lnTo>
                  <a:pt x="20265" y="19406"/>
                </a:lnTo>
                <a:lnTo>
                  <a:pt x="20557" y="19299"/>
                </a:lnTo>
                <a:lnTo>
                  <a:pt x="20849" y="19034"/>
                </a:lnTo>
                <a:lnTo>
                  <a:pt x="21141" y="18874"/>
                </a:lnTo>
                <a:lnTo>
                  <a:pt x="21433" y="18768"/>
                </a:lnTo>
                <a:lnTo>
                  <a:pt x="21959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864"/>
                </a:lnTo>
                <a:lnTo>
                  <a:pt x="23360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054" y="16854"/>
                </a:lnTo>
                <a:lnTo>
                  <a:pt x="25346" y="16588"/>
                </a:lnTo>
                <a:lnTo>
                  <a:pt x="25638" y="16428"/>
                </a:lnTo>
                <a:lnTo>
                  <a:pt x="25930" y="16428"/>
                </a:lnTo>
                <a:lnTo>
                  <a:pt x="26339" y="16322"/>
                </a:lnTo>
                <a:lnTo>
                  <a:pt x="26514" y="16056"/>
                </a:lnTo>
                <a:lnTo>
                  <a:pt x="26747" y="15950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780"/>
                </a:lnTo>
                <a:lnTo>
                  <a:pt x="29317" y="14514"/>
                </a:lnTo>
                <a:lnTo>
                  <a:pt x="29609" y="14408"/>
                </a:lnTo>
                <a:lnTo>
                  <a:pt x="29843" y="14142"/>
                </a:lnTo>
                <a:lnTo>
                  <a:pt x="30135" y="14142"/>
                </a:lnTo>
                <a:lnTo>
                  <a:pt x="30602" y="13983"/>
                </a:lnTo>
                <a:lnTo>
                  <a:pt x="30836" y="13876"/>
                </a:lnTo>
                <a:lnTo>
                  <a:pt x="31128" y="13611"/>
                </a:lnTo>
                <a:lnTo>
                  <a:pt x="31420" y="13504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2973"/>
                </a:lnTo>
                <a:lnTo>
                  <a:pt x="32529" y="12866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069"/>
                </a:lnTo>
                <a:lnTo>
                  <a:pt x="34515" y="11803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25" y="11165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18" y="10261"/>
                </a:lnTo>
                <a:lnTo>
                  <a:pt x="37610" y="10155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23"/>
                </a:lnTo>
                <a:lnTo>
                  <a:pt x="38895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719"/>
                </a:lnTo>
                <a:lnTo>
                  <a:pt x="40472" y="8613"/>
                </a:lnTo>
                <a:lnTo>
                  <a:pt x="40881" y="8506"/>
                </a:lnTo>
                <a:lnTo>
                  <a:pt x="41173" y="8347"/>
                </a:lnTo>
                <a:lnTo>
                  <a:pt x="41406" y="808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399" y="7443"/>
                </a:lnTo>
                <a:lnTo>
                  <a:pt x="42691" y="7337"/>
                </a:lnTo>
                <a:lnTo>
                  <a:pt x="43100" y="7177"/>
                </a:lnTo>
                <a:lnTo>
                  <a:pt x="43392" y="7071"/>
                </a:lnTo>
                <a:lnTo>
                  <a:pt x="43684" y="6965"/>
                </a:lnTo>
                <a:lnTo>
                  <a:pt x="43976" y="6805"/>
                </a:lnTo>
                <a:lnTo>
                  <a:pt x="44385" y="6539"/>
                </a:lnTo>
                <a:lnTo>
                  <a:pt x="44677" y="6326"/>
                </a:lnTo>
                <a:lnTo>
                  <a:pt x="45086" y="6167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529"/>
                </a:lnTo>
                <a:lnTo>
                  <a:pt x="46487" y="5423"/>
                </a:lnTo>
                <a:lnTo>
                  <a:pt x="46662" y="5263"/>
                </a:lnTo>
                <a:lnTo>
                  <a:pt x="47071" y="4997"/>
                </a:lnTo>
                <a:lnTo>
                  <a:pt x="47363" y="4891"/>
                </a:lnTo>
                <a:lnTo>
                  <a:pt x="47655" y="4785"/>
                </a:lnTo>
                <a:lnTo>
                  <a:pt x="47947" y="4785"/>
                </a:lnTo>
                <a:lnTo>
                  <a:pt x="48181" y="4519"/>
                </a:lnTo>
                <a:lnTo>
                  <a:pt x="48473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881"/>
                </a:lnTo>
                <a:lnTo>
                  <a:pt x="49641" y="3721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2970" y="1914"/>
                </a:lnTo>
                <a:lnTo>
                  <a:pt x="53437" y="1807"/>
                </a:lnTo>
                <a:lnTo>
                  <a:pt x="53729" y="1701"/>
                </a:lnTo>
                <a:lnTo>
                  <a:pt x="53963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664" y="1010"/>
                </a:lnTo>
                <a:lnTo>
                  <a:pt x="54956" y="797"/>
                </a:lnTo>
                <a:lnTo>
                  <a:pt x="55248" y="638"/>
                </a:lnTo>
                <a:lnTo>
                  <a:pt x="55656" y="531"/>
                </a:lnTo>
                <a:lnTo>
                  <a:pt x="55948" y="372"/>
                </a:lnTo>
                <a:lnTo>
                  <a:pt x="56240" y="159"/>
                </a:lnTo>
                <a:lnTo>
                  <a:pt x="56532" y="159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1773105" y="3284107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992" y="29827"/>
                </a:lnTo>
                <a:lnTo>
                  <a:pt x="1284" y="29667"/>
                </a:lnTo>
                <a:lnTo>
                  <a:pt x="1576" y="29561"/>
                </a:lnTo>
                <a:lnTo>
                  <a:pt x="1868" y="29295"/>
                </a:lnTo>
                <a:lnTo>
                  <a:pt x="2102" y="29136"/>
                </a:lnTo>
                <a:lnTo>
                  <a:pt x="2394" y="29029"/>
                </a:lnTo>
                <a:lnTo>
                  <a:pt x="2569" y="28923"/>
                </a:lnTo>
                <a:lnTo>
                  <a:pt x="2978" y="28657"/>
                </a:lnTo>
                <a:lnTo>
                  <a:pt x="3270" y="28498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672" y="27860"/>
                </a:lnTo>
                <a:lnTo>
                  <a:pt x="4964" y="27753"/>
                </a:lnTo>
                <a:lnTo>
                  <a:pt x="5256" y="27487"/>
                </a:lnTo>
                <a:lnTo>
                  <a:pt x="5489" y="27381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584"/>
                </a:lnTo>
                <a:lnTo>
                  <a:pt x="7358" y="26477"/>
                </a:lnTo>
                <a:lnTo>
                  <a:pt x="7650" y="26211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344" y="25414"/>
                </a:lnTo>
                <a:lnTo>
                  <a:pt x="9577" y="25307"/>
                </a:lnTo>
                <a:lnTo>
                  <a:pt x="9869" y="25042"/>
                </a:lnTo>
                <a:lnTo>
                  <a:pt x="10161" y="24935"/>
                </a:lnTo>
                <a:lnTo>
                  <a:pt x="10337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154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766"/>
                </a:lnTo>
                <a:lnTo>
                  <a:pt x="12439" y="23659"/>
                </a:lnTo>
                <a:lnTo>
                  <a:pt x="12556" y="23500"/>
                </a:lnTo>
                <a:lnTo>
                  <a:pt x="12848" y="23500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862"/>
                </a:lnTo>
                <a:lnTo>
                  <a:pt x="14425" y="22596"/>
                </a:lnTo>
                <a:lnTo>
                  <a:pt x="14658" y="22490"/>
                </a:lnTo>
                <a:lnTo>
                  <a:pt x="14950" y="22330"/>
                </a:lnTo>
                <a:lnTo>
                  <a:pt x="15126" y="22224"/>
                </a:lnTo>
                <a:lnTo>
                  <a:pt x="15359" y="21958"/>
                </a:lnTo>
                <a:lnTo>
                  <a:pt x="15826" y="21852"/>
                </a:lnTo>
                <a:lnTo>
                  <a:pt x="16118" y="21692"/>
                </a:lnTo>
                <a:lnTo>
                  <a:pt x="16352" y="21586"/>
                </a:lnTo>
                <a:lnTo>
                  <a:pt x="16644" y="21320"/>
                </a:lnTo>
                <a:lnTo>
                  <a:pt x="16936" y="21214"/>
                </a:lnTo>
                <a:lnTo>
                  <a:pt x="17228" y="21214"/>
                </a:lnTo>
                <a:lnTo>
                  <a:pt x="17520" y="21054"/>
                </a:lnTo>
                <a:lnTo>
                  <a:pt x="17812" y="2078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20044"/>
                </a:lnTo>
                <a:lnTo>
                  <a:pt x="19506" y="19884"/>
                </a:lnTo>
                <a:lnTo>
                  <a:pt x="19914" y="19778"/>
                </a:lnTo>
                <a:lnTo>
                  <a:pt x="20206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874"/>
                </a:lnTo>
                <a:lnTo>
                  <a:pt x="21433" y="18768"/>
                </a:lnTo>
                <a:lnTo>
                  <a:pt x="21725" y="18768"/>
                </a:lnTo>
                <a:lnTo>
                  <a:pt x="22134" y="18608"/>
                </a:lnTo>
                <a:lnTo>
                  <a:pt x="22426" y="18342"/>
                </a:lnTo>
                <a:lnTo>
                  <a:pt x="22718" y="18236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119" y="17492"/>
                </a:lnTo>
                <a:lnTo>
                  <a:pt x="24411" y="17332"/>
                </a:lnTo>
                <a:lnTo>
                  <a:pt x="24703" y="17066"/>
                </a:lnTo>
                <a:lnTo>
                  <a:pt x="24995" y="16960"/>
                </a:lnTo>
                <a:lnTo>
                  <a:pt x="25287" y="16801"/>
                </a:lnTo>
                <a:lnTo>
                  <a:pt x="25696" y="16428"/>
                </a:lnTo>
                <a:lnTo>
                  <a:pt x="26105" y="16428"/>
                </a:lnTo>
                <a:lnTo>
                  <a:pt x="26397" y="16322"/>
                </a:lnTo>
                <a:lnTo>
                  <a:pt x="26689" y="16163"/>
                </a:lnTo>
                <a:lnTo>
                  <a:pt x="26923" y="15950"/>
                </a:lnTo>
                <a:lnTo>
                  <a:pt x="27215" y="15790"/>
                </a:lnTo>
                <a:lnTo>
                  <a:pt x="27507" y="15684"/>
                </a:lnTo>
                <a:lnTo>
                  <a:pt x="27799" y="15525"/>
                </a:lnTo>
                <a:lnTo>
                  <a:pt x="27916" y="15312"/>
                </a:lnTo>
                <a:lnTo>
                  <a:pt x="28383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621"/>
                </a:lnTo>
                <a:lnTo>
                  <a:pt x="29492" y="14514"/>
                </a:lnTo>
                <a:lnTo>
                  <a:pt x="29784" y="14408"/>
                </a:lnTo>
                <a:lnTo>
                  <a:pt x="30076" y="14249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504"/>
                </a:lnTo>
                <a:lnTo>
                  <a:pt x="31770" y="13345"/>
                </a:lnTo>
                <a:lnTo>
                  <a:pt x="32004" y="13238"/>
                </a:lnTo>
                <a:lnTo>
                  <a:pt x="32471" y="13079"/>
                </a:lnTo>
                <a:lnTo>
                  <a:pt x="32704" y="12866"/>
                </a:lnTo>
                <a:lnTo>
                  <a:pt x="32880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697" y="12228"/>
                </a:lnTo>
                <a:lnTo>
                  <a:pt x="33989" y="12069"/>
                </a:lnTo>
                <a:lnTo>
                  <a:pt x="34281" y="11962"/>
                </a:lnTo>
                <a:lnTo>
                  <a:pt x="34690" y="11803"/>
                </a:lnTo>
                <a:lnTo>
                  <a:pt x="34982" y="11696"/>
                </a:lnTo>
                <a:lnTo>
                  <a:pt x="35274" y="11537"/>
                </a:lnTo>
                <a:lnTo>
                  <a:pt x="35683" y="11324"/>
                </a:lnTo>
                <a:lnTo>
                  <a:pt x="35975" y="11058"/>
                </a:lnTo>
                <a:lnTo>
                  <a:pt x="36267" y="10899"/>
                </a:lnTo>
                <a:lnTo>
                  <a:pt x="36676" y="10793"/>
                </a:lnTo>
                <a:lnTo>
                  <a:pt x="36968" y="10686"/>
                </a:lnTo>
                <a:lnTo>
                  <a:pt x="37260" y="10420"/>
                </a:lnTo>
                <a:lnTo>
                  <a:pt x="37552" y="10261"/>
                </a:lnTo>
                <a:lnTo>
                  <a:pt x="37785" y="10155"/>
                </a:lnTo>
                <a:lnTo>
                  <a:pt x="37961" y="9995"/>
                </a:lnTo>
                <a:lnTo>
                  <a:pt x="38253" y="9782"/>
                </a:lnTo>
                <a:lnTo>
                  <a:pt x="38661" y="9623"/>
                </a:lnTo>
                <a:lnTo>
                  <a:pt x="38953" y="9517"/>
                </a:lnTo>
                <a:lnTo>
                  <a:pt x="39245" y="9517"/>
                </a:lnTo>
                <a:lnTo>
                  <a:pt x="39479" y="9251"/>
                </a:lnTo>
                <a:lnTo>
                  <a:pt x="39771" y="9144"/>
                </a:lnTo>
                <a:lnTo>
                  <a:pt x="40063" y="8985"/>
                </a:lnTo>
                <a:lnTo>
                  <a:pt x="40355" y="8879"/>
                </a:lnTo>
                <a:lnTo>
                  <a:pt x="40472" y="8613"/>
                </a:lnTo>
                <a:lnTo>
                  <a:pt x="40939" y="8453"/>
                </a:lnTo>
                <a:lnTo>
                  <a:pt x="41173" y="8347"/>
                </a:lnTo>
                <a:lnTo>
                  <a:pt x="41465" y="8241"/>
                </a:lnTo>
                <a:lnTo>
                  <a:pt x="41757" y="7975"/>
                </a:lnTo>
                <a:lnTo>
                  <a:pt x="42049" y="7815"/>
                </a:lnTo>
                <a:lnTo>
                  <a:pt x="42341" y="7709"/>
                </a:lnTo>
                <a:lnTo>
                  <a:pt x="42633" y="7603"/>
                </a:lnTo>
                <a:lnTo>
                  <a:pt x="42866" y="7337"/>
                </a:lnTo>
                <a:lnTo>
                  <a:pt x="43158" y="7177"/>
                </a:lnTo>
                <a:lnTo>
                  <a:pt x="43450" y="7177"/>
                </a:lnTo>
                <a:lnTo>
                  <a:pt x="43742" y="7071"/>
                </a:lnTo>
                <a:lnTo>
                  <a:pt x="44034" y="6805"/>
                </a:lnTo>
                <a:lnTo>
                  <a:pt x="44268" y="6699"/>
                </a:lnTo>
                <a:lnTo>
                  <a:pt x="44560" y="6539"/>
                </a:lnTo>
                <a:lnTo>
                  <a:pt x="45027" y="6433"/>
                </a:lnTo>
                <a:lnTo>
                  <a:pt x="45261" y="6167"/>
                </a:lnTo>
                <a:lnTo>
                  <a:pt x="45436" y="6061"/>
                </a:lnTo>
                <a:lnTo>
                  <a:pt x="45728" y="5901"/>
                </a:lnTo>
                <a:lnTo>
                  <a:pt x="45962" y="579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263"/>
                </a:lnTo>
                <a:lnTo>
                  <a:pt x="47246" y="5157"/>
                </a:lnTo>
                <a:lnTo>
                  <a:pt x="47538" y="4891"/>
                </a:lnTo>
                <a:lnTo>
                  <a:pt x="47831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53"/>
                </a:lnTo>
                <a:lnTo>
                  <a:pt x="49232" y="4093"/>
                </a:lnTo>
                <a:lnTo>
                  <a:pt x="49524" y="3987"/>
                </a:lnTo>
                <a:lnTo>
                  <a:pt x="49816" y="3721"/>
                </a:lnTo>
                <a:lnTo>
                  <a:pt x="50108" y="3615"/>
                </a:lnTo>
                <a:lnTo>
                  <a:pt x="50342" y="3455"/>
                </a:lnTo>
                <a:lnTo>
                  <a:pt x="50517" y="3349"/>
                </a:lnTo>
                <a:lnTo>
                  <a:pt x="50809" y="3083"/>
                </a:lnTo>
                <a:lnTo>
                  <a:pt x="51218" y="2977"/>
                </a:lnTo>
                <a:lnTo>
                  <a:pt x="51510" y="2817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339"/>
                </a:lnTo>
                <a:lnTo>
                  <a:pt x="52911" y="2179"/>
                </a:lnTo>
                <a:lnTo>
                  <a:pt x="53028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313" y="1276"/>
                </a:lnTo>
                <a:lnTo>
                  <a:pt x="54605" y="1169"/>
                </a:lnTo>
                <a:lnTo>
                  <a:pt x="54897" y="1010"/>
                </a:lnTo>
                <a:lnTo>
                  <a:pt x="55131" y="903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829930" y="3253802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700" y="30039"/>
                </a:lnTo>
                <a:lnTo>
                  <a:pt x="992" y="29774"/>
                </a:lnTo>
                <a:lnTo>
                  <a:pt x="1168" y="29667"/>
                </a:lnTo>
                <a:lnTo>
                  <a:pt x="1460" y="29561"/>
                </a:lnTo>
                <a:lnTo>
                  <a:pt x="1693" y="29401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978" y="28763"/>
                </a:lnTo>
                <a:lnTo>
                  <a:pt x="3270" y="28498"/>
                </a:lnTo>
                <a:lnTo>
                  <a:pt x="3562" y="28391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860"/>
                </a:lnTo>
                <a:lnTo>
                  <a:pt x="4964" y="27753"/>
                </a:lnTo>
                <a:lnTo>
                  <a:pt x="5256" y="27594"/>
                </a:lnTo>
                <a:lnTo>
                  <a:pt x="5548" y="27328"/>
                </a:lnTo>
                <a:lnTo>
                  <a:pt x="5781" y="27222"/>
                </a:lnTo>
                <a:lnTo>
                  <a:pt x="6073" y="27115"/>
                </a:lnTo>
                <a:lnTo>
                  <a:pt x="6248" y="26956"/>
                </a:lnTo>
                <a:lnTo>
                  <a:pt x="6482" y="26690"/>
                </a:lnTo>
                <a:lnTo>
                  <a:pt x="6949" y="26584"/>
                </a:lnTo>
                <a:lnTo>
                  <a:pt x="7241" y="26477"/>
                </a:lnTo>
                <a:lnTo>
                  <a:pt x="7475" y="26318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786"/>
                </a:lnTo>
                <a:lnTo>
                  <a:pt x="8643" y="25786"/>
                </a:lnTo>
                <a:lnTo>
                  <a:pt x="8760" y="25573"/>
                </a:lnTo>
                <a:lnTo>
                  <a:pt x="9169" y="25414"/>
                </a:lnTo>
                <a:lnTo>
                  <a:pt x="9461" y="25307"/>
                </a:lnTo>
                <a:lnTo>
                  <a:pt x="9753" y="25148"/>
                </a:lnTo>
                <a:lnTo>
                  <a:pt x="10045" y="24935"/>
                </a:lnTo>
                <a:lnTo>
                  <a:pt x="10337" y="24776"/>
                </a:lnTo>
                <a:lnTo>
                  <a:pt x="10629" y="24669"/>
                </a:lnTo>
                <a:lnTo>
                  <a:pt x="10862" y="24510"/>
                </a:lnTo>
                <a:lnTo>
                  <a:pt x="11154" y="24244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872"/>
                </a:lnTo>
                <a:lnTo>
                  <a:pt x="12264" y="23606"/>
                </a:lnTo>
                <a:lnTo>
                  <a:pt x="12556" y="23500"/>
                </a:lnTo>
                <a:lnTo>
                  <a:pt x="12848" y="23500"/>
                </a:lnTo>
                <a:lnTo>
                  <a:pt x="13257" y="23393"/>
                </a:lnTo>
                <a:lnTo>
                  <a:pt x="13549" y="23128"/>
                </a:lnTo>
                <a:lnTo>
                  <a:pt x="13724" y="22968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224"/>
                </a:lnTo>
                <a:lnTo>
                  <a:pt x="15534" y="22064"/>
                </a:lnTo>
                <a:lnTo>
                  <a:pt x="15826" y="21852"/>
                </a:lnTo>
                <a:lnTo>
                  <a:pt x="16118" y="21692"/>
                </a:lnTo>
                <a:lnTo>
                  <a:pt x="16527" y="21426"/>
                </a:lnTo>
                <a:lnTo>
                  <a:pt x="16819" y="21160"/>
                </a:lnTo>
                <a:lnTo>
                  <a:pt x="17111" y="21160"/>
                </a:lnTo>
                <a:lnTo>
                  <a:pt x="17520" y="21054"/>
                </a:lnTo>
                <a:lnTo>
                  <a:pt x="17812" y="2094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805" y="20150"/>
                </a:lnTo>
                <a:lnTo>
                  <a:pt x="19038" y="20044"/>
                </a:lnTo>
                <a:lnTo>
                  <a:pt x="19506" y="19884"/>
                </a:lnTo>
                <a:lnTo>
                  <a:pt x="19739" y="19778"/>
                </a:lnTo>
                <a:lnTo>
                  <a:pt x="20031" y="19512"/>
                </a:lnTo>
                <a:lnTo>
                  <a:pt x="20323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8874"/>
                </a:lnTo>
                <a:lnTo>
                  <a:pt x="21725" y="18768"/>
                </a:lnTo>
                <a:lnTo>
                  <a:pt x="22017" y="18608"/>
                </a:lnTo>
                <a:lnTo>
                  <a:pt x="22309" y="18342"/>
                </a:lnTo>
                <a:lnTo>
                  <a:pt x="22601" y="18236"/>
                </a:lnTo>
                <a:lnTo>
                  <a:pt x="22893" y="18130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587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88"/>
                </a:lnTo>
                <a:lnTo>
                  <a:pt x="26105" y="16428"/>
                </a:lnTo>
                <a:lnTo>
                  <a:pt x="26280" y="16322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25"/>
                </a:lnTo>
                <a:lnTo>
                  <a:pt x="28091" y="15259"/>
                </a:lnTo>
                <a:lnTo>
                  <a:pt x="28383" y="15152"/>
                </a:lnTo>
                <a:lnTo>
                  <a:pt x="28675" y="15046"/>
                </a:lnTo>
                <a:lnTo>
                  <a:pt x="28792" y="14887"/>
                </a:lnTo>
                <a:lnTo>
                  <a:pt x="29084" y="14621"/>
                </a:lnTo>
                <a:lnTo>
                  <a:pt x="29376" y="14514"/>
                </a:lnTo>
                <a:lnTo>
                  <a:pt x="29609" y="14355"/>
                </a:lnTo>
                <a:lnTo>
                  <a:pt x="30076" y="14249"/>
                </a:lnTo>
                <a:lnTo>
                  <a:pt x="30368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303" y="13504"/>
                </a:lnTo>
                <a:lnTo>
                  <a:pt x="31595" y="13345"/>
                </a:lnTo>
                <a:lnTo>
                  <a:pt x="32062" y="13238"/>
                </a:lnTo>
                <a:lnTo>
                  <a:pt x="32296" y="13079"/>
                </a:lnTo>
                <a:lnTo>
                  <a:pt x="32588" y="1281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756" y="12175"/>
                </a:lnTo>
                <a:lnTo>
                  <a:pt x="34281" y="11962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449" y="11431"/>
                </a:lnTo>
                <a:lnTo>
                  <a:pt x="35683" y="11271"/>
                </a:lnTo>
                <a:lnTo>
                  <a:pt x="35975" y="11058"/>
                </a:lnTo>
                <a:lnTo>
                  <a:pt x="36384" y="10899"/>
                </a:lnTo>
                <a:lnTo>
                  <a:pt x="36559" y="10793"/>
                </a:lnTo>
                <a:lnTo>
                  <a:pt x="36851" y="10633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729"/>
                </a:lnTo>
                <a:lnTo>
                  <a:pt x="38661" y="9623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985"/>
                </a:lnTo>
                <a:lnTo>
                  <a:pt x="40238" y="8879"/>
                </a:lnTo>
                <a:lnTo>
                  <a:pt x="40647" y="8613"/>
                </a:lnTo>
                <a:lnTo>
                  <a:pt x="40939" y="8453"/>
                </a:lnTo>
                <a:lnTo>
                  <a:pt x="41231" y="8347"/>
                </a:lnTo>
                <a:lnTo>
                  <a:pt x="41348" y="8187"/>
                </a:lnTo>
                <a:lnTo>
                  <a:pt x="41640" y="7975"/>
                </a:lnTo>
                <a:lnTo>
                  <a:pt x="41932" y="7815"/>
                </a:lnTo>
                <a:lnTo>
                  <a:pt x="42166" y="7709"/>
                </a:lnTo>
                <a:lnTo>
                  <a:pt x="42633" y="7549"/>
                </a:lnTo>
                <a:lnTo>
                  <a:pt x="42866" y="7337"/>
                </a:lnTo>
                <a:lnTo>
                  <a:pt x="43158" y="7177"/>
                </a:lnTo>
                <a:lnTo>
                  <a:pt x="43450" y="7177"/>
                </a:lnTo>
                <a:lnTo>
                  <a:pt x="43742" y="707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539"/>
                </a:lnTo>
                <a:lnTo>
                  <a:pt x="44852" y="6433"/>
                </a:lnTo>
                <a:lnTo>
                  <a:pt x="45144" y="6167"/>
                </a:lnTo>
                <a:lnTo>
                  <a:pt x="45436" y="6007"/>
                </a:lnTo>
                <a:lnTo>
                  <a:pt x="45728" y="5901"/>
                </a:lnTo>
                <a:lnTo>
                  <a:pt x="46020" y="5795"/>
                </a:lnTo>
                <a:lnTo>
                  <a:pt x="46254" y="5529"/>
                </a:lnTo>
                <a:lnTo>
                  <a:pt x="46429" y="5369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4891"/>
                </a:lnTo>
                <a:lnTo>
                  <a:pt x="47714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940" y="4253"/>
                </a:lnTo>
                <a:lnTo>
                  <a:pt x="49115" y="4093"/>
                </a:lnTo>
                <a:lnTo>
                  <a:pt x="49407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809" y="3083"/>
                </a:lnTo>
                <a:lnTo>
                  <a:pt x="51218" y="2924"/>
                </a:lnTo>
                <a:lnTo>
                  <a:pt x="51510" y="2817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286"/>
                </a:lnTo>
                <a:lnTo>
                  <a:pt x="52795" y="2179"/>
                </a:lnTo>
                <a:lnTo>
                  <a:pt x="53203" y="1914"/>
                </a:lnTo>
                <a:lnTo>
                  <a:pt x="53495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189" y="903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1886638" y="3223496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700" y="30039"/>
                </a:lnTo>
                <a:lnTo>
                  <a:pt x="992" y="29774"/>
                </a:lnTo>
                <a:lnTo>
                  <a:pt x="1284" y="29667"/>
                </a:lnTo>
                <a:lnTo>
                  <a:pt x="1576" y="29508"/>
                </a:lnTo>
                <a:lnTo>
                  <a:pt x="1868" y="29401"/>
                </a:lnTo>
                <a:lnTo>
                  <a:pt x="2102" y="29136"/>
                </a:lnTo>
                <a:lnTo>
                  <a:pt x="2277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498"/>
                </a:lnTo>
                <a:lnTo>
                  <a:pt x="3504" y="28391"/>
                </a:lnTo>
                <a:lnTo>
                  <a:pt x="3796" y="28232"/>
                </a:lnTo>
                <a:lnTo>
                  <a:pt x="4088" y="28232"/>
                </a:lnTo>
                <a:lnTo>
                  <a:pt x="4380" y="27966"/>
                </a:lnTo>
                <a:lnTo>
                  <a:pt x="4788" y="27860"/>
                </a:lnTo>
                <a:lnTo>
                  <a:pt x="4964" y="27753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65" y="26956"/>
                </a:lnTo>
                <a:lnTo>
                  <a:pt x="6657" y="26690"/>
                </a:lnTo>
                <a:lnTo>
                  <a:pt x="7066" y="26584"/>
                </a:lnTo>
                <a:lnTo>
                  <a:pt x="7358" y="26424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946"/>
                </a:lnTo>
                <a:lnTo>
                  <a:pt x="8585" y="25786"/>
                </a:lnTo>
                <a:lnTo>
                  <a:pt x="9052" y="25520"/>
                </a:lnTo>
                <a:lnTo>
                  <a:pt x="9285" y="25414"/>
                </a:lnTo>
                <a:lnTo>
                  <a:pt x="9577" y="25307"/>
                </a:lnTo>
                <a:lnTo>
                  <a:pt x="9869" y="25148"/>
                </a:lnTo>
                <a:lnTo>
                  <a:pt x="10045" y="24882"/>
                </a:lnTo>
                <a:lnTo>
                  <a:pt x="10278" y="24776"/>
                </a:lnTo>
                <a:lnTo>
                  <a:pt x="10570" y="24669"/>
                </a:lnTo>
                <a:lnTo>
                  <a:pt x="10979" y="24510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3978"/>
                </a:lnTo>
                <a:lnTo>
                  <a:pt x="12147" y="23872"/>
                </a:lnTo>
                <a:lnTo>
                  <a:pt x="12439" y="23606"/>
                </a:lnTo>
                <a:lnTo>
                  <a:pt x="12848" y="23500"/>
                </a:lnTo>
                <a:lnTo>
                  <a:pt x="13257" y="23340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862"/>
                </a:lnTo>
                <a:lnTo>
                  <a:pt x="14366" y="22702"/>
                </a:lnTo>
                <a:lnTo>
                  <a:pt x="14658" y="22436"/>
                </a:lnTo>
                <a:lnTo>
                  <a:pt x="14834" y="22330"/>
                </a:lnTo>
                <a:lnTo>
                  <a:pt x="15242" y="22224"/>
                </a:lnTo>
                <a:lnTo>
                  <a:pt x="15534" y="22064"/>
                </a:lnTo>
                <a:lnTo>
                  <a:pt x="15826" y="21798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160"/>
                </a:lnTo>
                <a:lnTo>
                  <a:pt x="17345" y="21160"/>
                </a:lnTo>
                <a:lnTo>
                  <a:pt x="17520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922" y="20257"/>
                </a:lnTo>
                <a:lnTo>
                  <a:pt x="19214" y="20044"/>
                </a:lnTo>
                <a:lnTo>
                  <a:pt x="19622" y="19884"/>
                </a:lnTo>
                <a:lnTo>
                  <a:pt x="19914" y="19778"/>
                </a:lnTo>
                <a:lnTo>
                  <a:pt x="20031" y="19619"/>
                </a:lnTo>
                <a:lnTo>
                  <a:pt x="20323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980"/>
                </a:lnTo>
                <a:lnTo>
                  <a:pt x="21608" y="18874"/>
                </a:lnTo>
                <a:lnTo>
                  <a:pt x="21842" y="18715"/>
                </a:lnTo>
                <a:lnTo>
                  <a:pt x="22134" y="18608"/>
                </a:lnTo>
                <a:lnTo>
                  <a:pt x="22426" y="18502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535" y="17864"/>
                </a:lnTo>
                <a:lnTo>
                  <a:pt x="23827" y="17598"/>
                </a:lnTo>
                <a:lnTo>
                  <a:pt x="24119" y="17439"/>
                </a:lnTo>
                <a:lnTo>
                  <a:pt x="24411" y="17332"/>
                </a:lnTo>
                <a:lnTo>
                  <a:pt x="24703" y="17173"/>
                </a:lnTo>
                <a:lnTo>
                  <a:pt x="24995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689" y="16163"/>
                </a:lnTo>
                <a:lnTo>
                  <a:pt x="26923" y="16056"/>
                </a:lnTo>
                <a:lnTo>
                  <a:pt x="27215" y="15790"/>
                </a:lnTo>
                <a:lnTo>
                  <a:pt x="27507" y="15631"/>
                </a:lnTo>
                <a:lnTo>
                  <a:pt x="27799" y="15525"/>
                </a:lnTo>
                <a:lnTo>
                  <a:pt x="28091" y="15418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355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478" y="13611"/>
                </a:lnTo>
                <a:lnTo>
                  <a:pt x="31712" y="13345"/>
                </a:lnTo>
                <a:lnTo>
                  <a:pt x="32179" y="13238"/>
                </a:lnTo>
                <a:lnTo>
                  <a:pt x="32471" y="13079"/>
                </a:lnTo>
                <a:lnTo>
                  <a:pt x="32880" y="12707"/>
                </a:lnTo>
                <a:lnTo>
                  <a:pt x="33172" y="12547"/>
                </a:lnTo>
                <a:lnTo>
                  <a:pt x="33405" y="12441"/>
                </a:lnTo>
                <a:lnTo>
                  <a:pt x="33697" y="12334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909"/>
                </a:lnTo>
                <a:lnTo>
                  <a:pt x="34982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384" y="10899"/>
                </a:lnTo>
                <a:lnTo>
                  <a:pt x="36676" y="10793"/>
                </a:lnTo>
                <a:lnTo>
                  <a:pt x="36968" y="10633"/>
                </a:lnTo>
                <a:lnTo>
                  <a:pt x="37260" y="10527"/>
                </a:lnTo>
                <a:lnTo>
                  <a:pt x="37493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889"/>
                </a:lnTo>
                <a:lnTo>
                  <a:pt x="38661" y="9623"/>
                </a:lnTo>
                <a:lnTo>
                  <a:pt x="38953" y="9623"/>
                </a:lnTo>
                <a:lnTo>
                  <a:pt x="39187" y="9463"/>
                </a:lnTo>
                <a:lnTo>
                  <a:pt x="39479" y="9357"/>
                </a:lnTo>
                <a:lnTo>
                  <a:pt x="39771" y="9091"/>
                </a:lnTo>
                <a:lnTo>
                  <a:pt x="40063" y="8985"/>
                </a:lnTo>
                <a:lnTo>
                  <a:pt x="40355" y="8825"/>
                </a:lnTo>
                <a:lnTo>
                  <a:pt x="40647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187"/>
                </a:lnTo>
                <a:lnTo>
                  <a:pt x="41757" y="8081"/>
                </a:lnTo>
                <a:lnTo>
                  <a:pt x="42049" y="7815"/>
                </a:lnTo>
                <a:lnTo>
                  <a:pt x="42458" y="7709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450" y="7177"/>
                </a:lnTo>
                <a:lnTo>
                  <a:pt x="43742" y="7071"/>
                </a:lnTo>
                <a:lnTo>
                  <a:pt x="44034" y="6911"/>
                </a:lnTo>
                <a:lnTo>
                  <a:pt x="44268" y="6646"/>
                </a:lnTo>
                <a:lnTo>
                  <a:pt x="44735" y="6539"/>
                </a:lnTo>
                <a:lnTo>
                  <a:pt x="44969" y="6433"/>
                </a:lnTo>
                <a:lnTo>
                  <a:pt x="45144" y="6273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662" y="5369"/>
                </a:lnTo>
                <a:lnTo>
                  <a:pt x="46954" y="5263"/>
                </a:lnTo>
                <a:lnTo>
                  <a:pt x="47246" y="5104"/>
                </a:lnTo>
                <a:lnTo>
                  <a:pt x="47538" y="4997"/>
                </a:lnTo>
                <a:lnTo>
                  <a:pt x="47947" y="4731"/>
                </a:lnTo>
                <a:lnTo>
                  <a:pt x="48239" y="4625"/>
                </a:lnTo>
                <a:lnTo>
                  <a:pt x="48648" y="4466"/>
                </a:lnTo>
                <a:lnTo>
                  <a:pt x="48940" y="4200"/>
                </a:lnTo>
                <a:lnTo>
                  <a:pt x="49232" y="4093"/>
                </a:lnTo>
                <a:lnTo>
                  <a:pt x="49524" y="3987"/>
                </a:lnTo>
                <a:lnTo>
                  <a:pt x="49816" y="3828"/>
                </a:lnTo>
                <a:lnTo>
                  <a:pt x="50050" y="3562"/>
                </a:lnTo>
                <a:lnTo>
                  <a:pt x="50225" y="3455"/>
                </a:lnTo>
                <a:lnTo>
                  <a:pt x="50517" y="3349"/>
                </a:lnTo>
                <a:lnTo>
                  <a:pt x="50926" y="3190"/>
                </a:lnTo>
                <a:lnTo>
                  <a:pt x="51218" y="2924"/>
                </a:lnTo>
                <a:lnTo>
                  <a:pt x="51451" y="2817"/>
                </a:lnTo>
                <a:lnTo>
                  <a:pt x="51743" y="2658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286"/>
                </a:lnTo>
                <a:lnTo>
                  <a:pt x="52911" y="2179"/>
                </a:lnTo>
                <a:lnTo>
                  <a:pt x="53145" y="2020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313" y="1382"/>
                </a:lnTo>
                <a:lnTo>
                  <a:pt x="54605" y="1116"/>
                </a:lnTo>
                <a:lnTo>
                  <a:pt x="55014" y="1010"/>
                </a:lnTo>
                <a:lnTo>
                  <a:pt x="55423" y="744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265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1943463" y="3193190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408" y="30146"/>
                </a:lnTo>
                <a:lnTo>
                  <a:pt x="700" y="30039"/>
                </a:lnTo>
                <a:lnTo>
                  <a:pt x="876" y="29880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401"/>
                </a:lnTo>
                <a:lnTo>
                  <a:pt x="1985" y="29242"/>
                </a:lnTo>
                <a:lnTo>
                  <a:pt x="2394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604"/>
                </a:lnTo>
                <a:lnTo>
                  <a:pt x="3387" y="28338"/>
                </a:lnTo>
                <a:lnTo>
                  <a:pt x="3679" y="28232"/>
                </a:lnTo>
                <a:lnTo>
                  <a:pt x="3971" y="28232"/>
                </a:lnTo>
                <a:lnTo>
                  <a:pt x="4380" y="28125"/>
                </a:lnTo>
                <a:lnTo>
                  <a:pt x="4672" y="27860"/>
                </a:lnTo>
                <a:lnTo>
                  <a:pt x="4964" y="27700"/>
                </a:lnTo>
                <a:lnTo>
                  <a:pt x="5256" y="27594"/>
                </a:lnTo>
                <a:lnTo>
                  <a:pt x="5489" y="27487"/>
                </a:lnTo>
                <a:lnTo>
                  <a:pt x="5781" y="27222"/>
                </a:lnTo>
                <a:lnTo>
                  <a:pt x="5956" y="27062"/>
                </a:lnTo>
                <a:lnTo>
                  <a:pt x="6190" y="26956"/>
                </a:lnTo>
                <a:lnTo>
                  <a:pt x="6657" y="26796"/>
                </a:lnTo>
                <a:lnTo>
                  <a:pt x="6949" y="26584"/>
                </a:lnTo>
                <a:lnTo>
                  <a:pt x="7183" y="26424"/>
                </a:lnTo>
                <a:lnTo>
                  <a:pt x="7475" y="26318"/>
                </a:lnTo>
                <a:lnTo>
                  <a:pt x="7767" y="26158"/>
                </a:lnTo>
                <a:lnTo>
                  <a:pt x="8059" y="25946"/>
                </a:lnTo>
                <a:lnTo>
                  <a:pt x="8351" y="25946"/>
                </a:lnTo>
                <a:lnTo>
                  <a:pt x="8643" y="25786"/>
                </a:lnTo>
                <a:lnTo>
                  <a:pt x="8877" y="25680"/>
                </a:lnTo>
                <a:lnTo>
                  <a:pt x="9169" y="25414"/>
                </a:lnTo>
                <a:lnTo>
                  <a:pt x="9461" y="25254"/>
                </a:lnTo>
                <a:lnTo>
                  <a:pt x="9753" y="25148"/>
                </a:lnTo>
                <a:lnTo>
                  <a:pt x="10045" y="25042"/>
                </a:lnTo>
                <a:lnTo>
                  <a:pt x="10337" y="24776"/>
                </a:lnTo>
                <a:lnTo>
                  <a:pt x="10745" y="24616"/>
                </a:lnTo>
                <a:lnTo>
                  <a:pt x="11154" y="24404"/>
                </a:lnTo>
                <a:lnTo>
                  <a:pt x="11446" y="24138"/>
                </a:lnTo>
                <a:lnTo>
                  <a:pt x="11738" y="23978"/>
                </a:lnTo>
                <a:lnTo>
                  <a:pt x="12030" y="23872"/>
                </a:lnTo>
                <a:lnTo>
                  <a:pt x="12264" y="23766"/>
                </a:lnTo>
                <a:lnTo>
                  <a:pt x="12556" y="23606"/>
                </a:lnTo>
                <a:lnTo>
                  <a:pt x="12965" y="23500"/>
                </a:lnTo>
                <a:lnTo>
                  <a:pt x="13257" y="23340"/>
                </a:lnTo>
                <a:lnTo>
                  <a:pt x="13432" y="23234"/>
                </a:lnTo>
                <a:lnTo>
                  <a:pt x="13666" y="22968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596"/>
                </a:lnTo>
                <a:lnTo>
                  <a:pt x="14950" y="22330"/>
                </a:lnTo>
                <a:lnTo>
                  <a:pt x="15242" y="22224"/>
                </a:lnTo>
                <a:lnTo>
                  <a:pt x="15534" y="22064"/>
                </a:lnTo>
                <a:lnTo>
                  <a:pt x="15826" y="21958"/>
                </a:lnTo>
                <a:lnTo>
                  <a:pt x="15943" y="21692"/>
                </a:lnTo>
                <a:lnTo>
                  <a:pt x="16235" y="21533"/>
                </a:lnTo>
                <a:lnTo>
                  <a:pt x="16527" y="21426"/>
                </a:lnTo>
                <a:lnTo>
                  <a:pt x="16819" y="21320"/>
                </a:lnTo>
                <a:lnTo>
                  <a:pt x="17228" y="21160"/>
                </a:lnTo>
                <a:lnTo>
                  <a:pt x="17520" y="21054"/>
                </a:lnTo>
                <a:lnTo>
                  <a:pt x="17812" y="20895"/>
                </a:lnTo>
                <a:lnTo>
                  <a:pt x="18046" y="20788"/>
                </a:lnTo>
                <a:lnTo>
                  <a:pt x="18338" y="20522"/>
                </a:lnTo>
                <a:lnTo>
                  <a:pt x="18513" y="20416"/>
                </a:lnTo>
                <a:lnTo>
                  <a:pt x="18746" y="20257"/>
                </a:lnTo>
                <a:lnTo>
                  <a:pt x="19214" y="20150"/>
                </a:lnTo>
                <a:lnTo>
                  <a:pt x="19447" y="19884"/>
                </a:lnTo>
                <a:lnTo>
                  <a:pt x="19739" y="19778"/>
                </a:lnTo>
                <a:lnTo>
                  <a:pt x="20031" y="19619"/>
                </a:lnTo>
                <a:lnTo>
                  <a:pt x="20323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980"/>
                </a:lnTo>
                <a:lnTo>
                  <a:pt x="21433" y="18980"/>
                </a:lnTo>
                <a:lnTo>
                  <a:pt x="21725" y="18715"/>
                </a:lnTo>
                <a:lnTo>
                  <a:pt x="22017" y="18608"/>
                </a:lnTo>
                <a:lnTo>
                  <a:pt x="22309" y="18449"/>
                </a:lnTo>
                <a:lnTo>
                  <a:pt x="22601" y="18342"/>
                </a:lnTo>
                <a:lnTo>
                  <a:pt x="22835" y="18077"/>
                </a:lnTo>
                <a:lnTo>
                  <a:pt x="23127" y="17970"/>
                </a:lnTo>
                <a:lnTo>
                  <a:pt x="23594" y="17811"/>
                </a:lnTo>
                <a:lnTo>
                  <a:pt x="24003" y="17439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801"/>
                </a:lnTo>
                <a:lnTo>
                  <a:pt x="25521" y="16694"/>
                </a:lnTo>
                <a:lnTo>
                  <a:pt x="25813" y="16535"/>
                </a:lnTo>
                <a:lnTo>
                  <a:pt x="25988" y="16535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6056"/>
                </a:lnTo>
                <a:lnTo>
                  <a:pt x="27098" y="15897"/>
                </a:lnTo>
                <a:lnTo>
                  <a:pt x="27507" y="15631"/>
                </a:lnTo>
                <a:lnTo>
                  <a:pt x="27799" y="15525"/>
                </a:lnTo>
                <a:lnTo>
                  <a:pt x="28091" y="15365"/>
                </a:lnTo>
                <a:lnTo>
                  <a:pt x="28383" y="15259"/>
                </a:lnTo>
                <a:lnTo>
                  <a:pt x="28500" y="14993"/>
                </a:lnTo>
                <a:lnTo>
                  <a:pt x="28792" y="14887"/>
                </a:lnTo>
                <a:lnTo>
                  <a:pt x="29084" y="14727"/>
                </a:lnTo>
                <a:lnTo>
                  <a:pt x="29376" y="14621"/>
                </a:lnTo>
                <a:lnTo>
                  <a:pt x="29784" y="14355"/>
                </a:lnTo>
                <a:lnTo>
                  <a:pt x="30076" y="14249"/>
                </a:lnTo>
                <a:lnTo>
                  <a:pt x="30310" y="14249"/>
                </a:lnTo>
                <a:lnTo>
                  <a:pt x="30602" y="14089"/>
                </a:lnTo>
                <a:lnTo>
                  <a:pt x="30894" y="13823"/>
                </a:lnTo>
                <a:lnTo>
                  <a:pt x="31303" y="13611"/>
                </a:lnTo>
                <a:lnTo>
                  <a:pt x="31770" y="13451"/>
                </a:lnTo>
                <a:lnTo>
                  <a:pt x="32004" y="13185"/>
                </a:lnTo>
                <a:lnTo>
                  <a:pt x="32296" y="13079"/>
                </a:lnTo>
                <a:lnTo>
                  <a:pt x="32588" y="12973"/>
                </a:lnTo>
                <a:lnTo>
                  <a:pt x="32880" y="12813"/>
                </a:lnTo>
                <a:lnTo>
                  <a:pt x="33172" y="12547"/>
                </a:lnTo>
                <a:lnTo>
                  <a:pt x="33464" y="12441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1909"/>
                </a:lnTo>
                <a:lnTo>
                  <a:pt x="34573" y="11909"/>
                </a:lnTo>
                <a:lnTo>
                  <a:pt x="34865" y="11803"/>
                </a:lnTo>
                <a:lnTo>
                  <a:pt x="35157" y="11643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267" y="11005"/>
                </a:lnTo>
                <a:lnTo>
                  <a:pt x="36559" y="10739"/>
                </a:lnTo>
                <a:lnTo>
                  <a:pt x="36793" y="10633"/>
                </a:lnTo>
                <a:lnTo>
                  <a:pt x="37085" y="10527"/>
                </a:lnTo>
                <a:lnTo>
                  <a:pt x="37377" y="10367"/>
                </a:lnTo>
                <a:lnTo>
                  <a:pt x="37669" y="10101"/>
                </a:lnTo>
                <a:lnTo>
                  <a:pt x="38077" y="9995"/>
                </a:lnTo>
                <a:lnTo>
                  <a:pt x="38369" y="9889"/>
                </a:lnTo>
                <a:lnTo>
                  <a:pt x="38661" y="9729"/>
                </a:lnTo>
                <a:lnTo>
                  <a:pt x="39070" y="9463"/>
                </a:lnTo>
                <a:lnTo>
                  <a:pt x="39362" y="9357"/>
                </a:lnTo>
                <a:lnTo>
                  <a:pt x="39654" y="9251"/>
                </a:lnTo>
                <a:lnTo>
                  <a:pt x="40063" y="8985"/>
                </a:lnTo>
                <a:lnTo>
                  <a:pt x="40355" y="8825"/>
                </a:lnTo>
                <a:lnTo>
                  <a:pt x="40647" y="8719"/>
                </a:lnTo>
                <a:lnTo>
                  <a:pt x="40939" y="8560"/>
                </a:lnTo>
                <a:lnTo>
                  <a:pt x="41056" y="8347"/>
                </a:lnTo>
                <a:lnTo>
                  <a:pt x="41348" y="8187"/>
                </a:lnTo>
                <a:lnTo>
                  <a:pt x="41640" y="8081"/>
                </a:lnTo>
                <a:lnTo>
                  <a:pt x="41874" y="7922"/>
                </a:lnTo>
                <a:lnTo>
                  <a:pt x="42341" y="7709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450" y="7177"/>
                </a:lnTo>
                <a:lnTo>
                  <a:pt x="43567" y="7018"/>
                </a:lnTo>
                <a:lnTo>
                  <a:pt x="43859" y="6911"/>
                </a:lnTo>
                <a:lnTo>
                  <a:pt x="44268" y="6805"/>
                </a:lnTo>
                <a:lnTo>
                  <a:pt x="44560" y="6539"/>
                </a:lnTo>
                <a:lnTo>
                  <a:pt x="44852" y="6380"/>
                </a:lnTo>
                <a:lnTo>
                  <a:pt x="45144" y="6273"/>
                </a:lnTo>
                <a:lnTo>
                  <a:pt x="45436" y="6167"/>
                </a:lnTo>
                <a:lnTo>
                  <a:pt x="45728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546" y="5476"/>
                </a:lnTo>
                <a:lnTo>
                  <a:pt x="46838" y="5263"/>
                </a:lnTo>
                <a:lnTo>
                  <a:pt x="47130" y="5104"/>
                </a:lnTo>
                <a:lnTo>
                  <a:pt x="47422" y="4997"/>
                </a:lnTo>
                <a:lnTo>
                  <a:pt x="47655" y="4997"/>
                </a:lnTo>
                <a:lnTo>
                  <a:pt x="47947" y="4731"/>
                </a:lnTo>
                <a:lnTo>
                  <a:pt x="48239" y="4625"/>
                </a:lnTo>
                <a:lnTo>
                  <a:pt x="48648" y="4466"/>
                </a:lnTo>
                <a:lnTo>
                  <a:pt x="48823" y="4359"/>
                </a:lnTo>
                <a:lnTo>
                  <a:pt x="49115" y="4093"/>
                </a:lnTo>
                <a:lnTo>
                  <a:pt x="49349" y="3934"/>
                </a:lnTo>
                <a:lnTo>
                  <a:pt x="49641" y="3828"/>
                </a:lnTo>
                <a:lnTo>
                  <a:pt x="49933" y="3721"/>
                </a:lnTo>
                <a:lnTo>
                  <a:pt x="50225" y="3455"/>
                </a:lnTo>
                <a:lnTo>
                  <a:pt x="50634" y="3296"/>
                </a:lnTo>
                <a:lnTo>
                  <a:pt x="50926" y="3190"/>
                </a:lnTo>
                <a:lnTo>
                  <a:pt x="51218" y="3083"/>
                </a:lnTo>
                <a:lnTo>
                  <a:pt x="51335" y="2817"/>
                </a:lnTo>
                <a:lnTo>
                  <a:pt x="51627" y="2658"/>
                </a:lnTo>
                <a:lnTo>
                  <a:pt x="51919" y="2658"/>
                </a:lnTo>
                <a:lnTo>
                  <a:pt x="52211" y="2552"/>
                </a:lnTo>
                <a:lnTo>
                  <a:pt x="52619" y="2286"/>
                </a:lnTo>
                <a:lnTo>
                  <a:pt x="52911" y="2179"/>
                </a:lnTo>
                <a:lnTo>
                  <a:pt x="53203" y="2020"/>
                </a:lnTo>
                <a:lnTo>
                  <a:pt x="53437" y="1914"/>
                </a:lnTo>
                <a:lnTo>
                  <a:pt x="53729" y="1648"/>
                </a:lnTo>
                <a:lnTo>
                  <a:pt x="53904" y="1541"/>
                </a:lnTo>
                <a:lnTo>
                  <a:pt x="54196" y="1382"/>
                </a:lnTo>
                <a:lnTo>
                  <a:pt x="54430" y="1116"/>
                </a:lnTo>
                <a:lnTo>
                  <a:pt x="54897" y="1010"/>
                </a:lnTo>
                <a:lnTo>
                  <a:pt x="55131" y="850"/>
                </a:lnTo>
                <a:lnTo>
                  <a:pt x="55423" y="744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372"/>
                </a:lnTo>
                <a:lnTo>
                  <a:pt x="56416" y="212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000288" y="3162991"/>
            <a:ext cx="56883" cy="30199"/>
          </a:xfrm>
          <a:custGeom>
            <a:avLst/>
            <a:gdLst/>
            <a:ahLst/>
            <a:cxnLst/>
            <a:rect l="l" t="t" r="r" b="b"/>
            <a:pathLst>
              <a:path w="56883" h="30199">
                <a:moveTo>
                  <a:pt x="0" y="30199"/>
                </a:moveTo>
                <a:lnTo>
                  <a:pt x="292" y="30039"/>
                </a:lnTo>
                <a:lnTo>
                  <a:pt x="584" y="29933"/>
                </a:lnTo>
                <a:lnTo>
                  <a:pt x="876" y="29774"/>
                </a:lnTo>
                <a:lnTo>
                  <a:pt x="1168" y="29508"/>
                </a:lnTo>
                <a:lnTo>
                  <a:pt x="1460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8870"/>
                </a:lnTo>
                <a:lnTo>
                  <a:pt x="2569" y="28763"/>
                </a:lnTo>
                <a:lnTo>
                  <a:pt x="2861" y="28657"/>
                </a:lnTo>
                <a:lnTo>
                  <a:pt x="3153" y="28498"/>
                </a:lnTo>
                <a:lnTo>
                  <a:pt x="3387" y="28232"/>
                </a:lnTo>
                <a:lnTo>
                  <a:pt x="3679" y="28125"/>
                </a:lnTo>
                <a:lnTo>
                  <a:pt x="3971" y="28125"/>
                </a:lnTo>
                <a:lnTo>
                  <a:pt x="4380" y="27966"/>
                </a:lnTo>
                <a:lnTo>
                  <a:pt x="4555" y="27753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115"/>
                </a:lnTo>
                <a:lnTo>
                  <a:pt x="5956" y="26956"/>
                </a:lnTo>
                <a:lnTo>
                  <a:pt x="6365" y="26849"/>
                </a:lnTo>
                <a:lnTo>
                  <a:pt x="6657" y="26690"/>
                </a:lnTo>
                <a:lnTo>
                  <a:pt x="6949" y="26477"/>
                </a:lnTo>
                <a:lnTo>
                  <a:pt x="7066" y="26318"/>
                </a:lnTo>
                <a:lnTo>
                  <a:pt x="7358" y="26211"/>
                </a:lnTo>
                <a:lnTo>
                  <a:pt x="7650" y="26052"/>
                </a:lnTo>
                <a:lnTo>
                  <a:pt x="7942" y="25786"/>
                </a:lnTo>
                <a:lnTo>
                  <a:pt x="8351" y="25786"/>
                </a:lnTo>
                <a:lnTo>
                  <a:pt x="8643" y="25680"/>
                </a:lnTo>
                <a:lnTo>
                  <a:pt x="8935" y="25573"/>
                </a:lnTo>
                <a:lnTo>
                  <a:pt x="9169" y="25307"/>
                </a:lnTo>
                <a:lnTo>
                  <a:pt x="9461" y="25148"/>
                </a:lnTo>
                <a:lnTo>
                  <a:pt x="9636" y="25042"/>
                </a:lnTo>
                <a:lnTo>
                  <a:pt x="9869" y="24935"/>
                </a:lnTo>
                <a:lnTo>
                  <a:pt x="10161" y="24669"/>
                </a:lnTo>
                <a:lnTo>
                  <a:pt x="10570" y="24510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031"/>
                </a:lnTo>
                <a:lnTo>
                  <a:pt x="11738" y="23872"/>
                </a:lnTo>
                <a:lnTo>
                  <a:pt x="12030" y="23766"/>
                </a:lnTo>
                <a:lnTo>
                  <a:pt x="12147" y="2360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432" y="23128"/>
                </a:lnTo>
                <a:lnTo>
                  <a:pt x="13724" y="22862"/>
                </a:lnTo>
                <a:lnTo>
                  <a:pt x="13958" y="22702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064"/>
                </a:lnTo>
                <a:lnTo>
                  <a:pt x="15418" y="21958"/>
                </a:lnTo>
                <a:lnTo>
                  <a:pt x="15651" y="21852"/>
                </a:lnTo>
                <a:lnTo>
                  <a:pt x="15943" y="21586"/>
                </a:lnTo>
                <a:lnTo>
                  <a:pt x="16235" y="21426"/>
                </a:lnTo>
                <a:lnTo>
                  <a:pt x="16527" y="21320"/>
                </a:lnTo>
                <a:lnTo>
                  <a:pt x="16936" y="21160"/>
                </a:lnTo>
                <a:lnTo>
                  <a:pt x="17111" y="21054"/>
                </a:lnTo>
                <a:lnTo>
                  <a:pt x="17345" y="20948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416"/>
                </a:lnTo>
                <a:lnTo>
                  <a:pt x="18513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506" y="19778"/>
                </a:lnTo>
                <a:lnTo>
                  <a:pt x="19622" y="19619"/>
                </a:lnTo>
                <a:lnTo>
                  <a:pt x="19914" y="19512"/>
                </a:lnTo>
                <a:lnTo>
                  <a:pt x="20206" y="19406"/>
                </a:lnTo>
                <a:lnTo>
                  <a:pt x="20499" y="19140"/>
                </a:lnTo>
                <a:lnTo>
                  <a:pt x="20907" y="18980"/>
                </a:lnTo>
                <a:lnTo>
                  <a:pt x="21199" y="18874"/>
                </a:lnTo>
                <a:lnTo>
                  <a:pt x="21433" y="18874"/>
                </a:lnTo>
                <a:lnTo>
                  <a:pt x="21725" y="18608"/>
                </a:lnTo>
                <a:lnTo>
                  <a:pt x="22017" y="18502"/>
                </a:lnTo>
                <a:lnTo>
                  <a:pt x="22134" y="18342"/>
                </a:lnTo>
                <a:lnTo>
                  <a:pt x="22426" y="18236"/>
                </a:lnTo>
                <a:lnTo>
                  <a:pt x="22718" y="17970"/>
                </a:lnTo>
                <a:lnTo>
                  <a:pt x="23127" y="17864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332"/>
                </a:lnTo>
                <a:lnTo>
                  <a:pt x="24295" y="17226"/>
                </a:lnTo>
                <a:lnTo>
                  <a:pt x="24587" y="17066"/>
                </a:lnTo>
                <a:lnTo>
                  <a:pt x="25112" y="16694"/>
                </a:lnTo>
                <a:lnTo>
                  <a:pt x="25404" y="16535"/>
                </a:lnTo>
                <a:lnTo>
                  <a:pt x="25696" y="16535"/>
                </a:lnTo>
                <a:lnTo>
                  <a:pt x="25988" y="16428"/>
                </a:lnTo>
                <a:lnTo>
                  <a:pt x="26280" y="16163"/>
                </a:lnTo>
                <a:lnTo>
                  <a:pt x="26514" y="16056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82" y="15418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887"/>
                </a:lnTo>
                <a:lnTo>
                  <a:pt x="28792" y="14780"/>
                </a:lnTo>
                <a:lnTo>
                  <a:pt x="29084" y="14621"/>
                </a:lnTo>
                <a:lnTo>
                  <a:pt x="29492" y="14514"/>
                </a:lnTo>
                <a:lnTo>
                  <a:pt x="29609" y="14249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3983"/>
                </a:lnTo>
                <a:lnTo>
                  <a:pt x="30777" y="13717"/>
                </a:lnTo>
                <a:lnTo>
                  <a:pt x="31069" y="13611"/>
                </a:lnTo>
                <a:lnTo>
                  <a:pt x="31478" y="13451"/>
                </a:lnTo>
                <a:lnTo>
                  <a:pt x="31770" y="13345"/>
                </a:lnTo>
                <a:lnTo>
                  <a:pt x="32062" y="13079"/>
                </a:lnTo>
                <a:lnTo>
                  <a:pt x="32471" y="12813"/>
                </a:lnTo>
                <a:lnTo>
                  <a:pt x="32763" y="12707"/>
                </a:lnTo>
                <a:lnTo>
                  <a:pt x="32996" y="12441"/>
                </a:lnTo>
                <a:lnTo>
                  <a:pt x="33464" y="12334"/>
                </a:lnTo>
                <a:lnTo>
                  <a:pt x="33697" y="12175"/>
                </a:lnTo>
                <a:lnTo>
                  <a:pt x="33989" y="12069"/>
                </a:lnTo>
                <a:lnTo>
                  <a:pt x="34281" y="11962"/>
                </a:lnTo>
                <a:lnTo>
                  <a:pt x="34573" y="11803"/>
                </a:lnTo>
                <a:lnTo>
                  <a:pt x="34982" y="11537"/>
                </a:lnTo>
                <a:lnTo>
                  <a:pt x="35274" y="11271"/>
                </a:lnTo>
                <a:lnTo>
                  <a:pt x="35683" y="11165"/>
                </a:lnTo>
                <a:lnTo>
                  <a:pt x="35975" y="11058"/>
                </a:lnTo>
                <a:lnTo>
                  <a:pt x="36267" y="10899"/>
                </a:lnTo>
                <a:lnTo>
                  <a:pt x="36559" y="10633"/>
                </a:lnTo>
                <a:lnTo>
                  <a:pt x="36851" y="10527"/>
                </a:lnTo>
                <a:lnTo>
                  <a:pt x="37085" y="10420"/>
                </a:lnTo>
                <a:lnTo>
                  <a:pt x="37260" y="10261"/>
                </a:lnTo>
                <a:lnTo>
                  <a:pt x="37669" y="9995"/>
                </a:lnTo>
                <a:lnTo>
                  <a:pt x="37961" y="9889"/>
                </a:lnTo>
                <a:lnTo>
                  <a:pt x="38253" y="9729"/>
                </a:lnTo>
                <a:lnTo>
                  <a:pt x="38545" y="9623"/>
                </a:lnTo>
                <a:lnTo>
                  <a:pt x="38778" y="9517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879"/>
                </a:lnTo>
                <a:lnTo>
                  <a:pt x="40238" y="8719"/>
                </a:lnTo>
                <a:lnTo>
                  <a:pt x="40472" y="8613"/>
                </a:lnTo>
                <a:lnTo>
                  <a:pt x="40764" y="8453"/>
                </a:lnTo>
                <a:lnTo>
                  <a:pt x="41056" y="8187"/>
                </a:lnTo>
                <a:lnTo>
                  <a:pt x="41348" y="8081"/>
                </a:lnTo>
                <a:lnTo>
                  <a:pt x="41640" y="7975"/>
                </a:lnTo>
                <a:lnTo>
                  <a:pt x="42049" y="7815"/>
                </a:lnTo>
                <a:lnTo>
                  <a:pt x="42166" y="7549"/>
                </a:lnTo>
                <a:lnTo>
                  <a:pt x="42458" y="7443"/>
                </a:lnTo>
                <a:lnTo>
                  <a:pt x="42750" y="7337"/>
                </a:lnTo>
                <a:lnTo>
                  <a:pt x="43042" y="7177"/>
                </a:lnTo>
                <a:lnTo>
                  <a:pt x="43334" y="7071"/>
                </a:lnTo>
                <a:lnTo>
                  <a:pt x="43626" y="6911"/>
                </a:lnTo>
                <a:lnTo>
                  <a:pt x="44034" y="6805"/>
                </a:lnTo>
                <a:lnTo>
                  <a:pt x="44326" y="6646"/>
                </a:lnTo>
                <a:lnTo>
                  <a:pt x="44560" y="6433"/>
                </a:lnTo>
                <a:lnTo>
                  <a:pt x="44735" y="6273"/>
                </a:lnTo>
                <a:lnTo>
                  <a:pt x="45027" y="6167"/>
                </a:lnTo>
                <a:lnTo>
                  <a:pt x="45319" y="6007"/>
                </a:lnTo>
                <a:lnTo>
                  <a:pt x="45553" y="5795"/>
                </a:lnTo>
                <a:lnTo>
                  <a:pt x="45845" y="563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104"/>
                </a:lnTo>
                <a:lnTo>
                  <a:pt x="47130" y="4997"/>
                </a:lnTo>
                <a:lnTo>
                  <a:pt x="47538" y="4891"/>
                </a:lnTo>
                <a:lnTo>
                  <a:pt x="47831" y="4625"/>
                </a:lnTo>
                <a:lnTo>
                  <a:pt x="48239" y="4466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3987"/>
                </a:lnTo>
                <a:lnTo>
                  <a:pt x="49407" y="3828"/>
                </a:lnTo>
                <a:lnTo>
                  <a:pt x="49641" y="3721"/>
                </a:lnTo>
                <a:lnTo>
                  <a:pt x="49816" y="3562"/>
                </a:lnTo>
                <a:lnTo>
                  <a:pt x="50225" y="3349"/>
                </a:lnTo>
                <a:lnTo>
                  <a:pt x="50517" y="3190"/>
                </a:lnTo>
                <a:lnTo>
                  <a:pt x="50809" y="3083"/>
                </a:lnTo>
                <a:lnTo>
                  <a:pt x="51101" y="2924"/>
                </a:lnTo>
                <a:lnTo>
                  <a:pt x="51335" y="2711"/>
                </a:lnTo>
                <a:lnTo>
                  <a:pt x="51627" y="2552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807"/>
                </a:lnTo>
                <a:lnTo>
                  <a:pt x="53612" y="1541"/>
                </a:lnTo>
                <a:lnTo>
                  <a:pt x="53904" y="1382"/>
                </a:lnTo>
                <a:lnTo>
                  <a:pt x="54196" y="1276"/>
                </a:lnTo>
                <a:lnTo>
                  <a:pt x="54605" y="1169"/>
                </a:lnTo>
                <a:lnTo>
                  <a:pt x="54722" y="903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478"/>
                </a:lnTo>
                <a:lnTo>
                  <a:pt x="55890" y="265"/>
                </a:lnTo>
                <a:lnTo>
                  <a:pt x="56124" y="265"/>
                </a:lnTo>
                <a:lnTo>
                  <a:pt x="56591" y="106"/>
                </a:lnTo>
                <a:lnTo>
                  <a:pt x="56883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057171" y="3132685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039"/>
                </a:lnTo>
                <a:lnTo>
                  <a:pt x="408" y="29933"/>
                </a:lnTo>
                <a:lnTo>
                  <a:pt x="700" y="29774"/>
                </a:lnTo>
                <a:lnTo>
                  <a:pt x="934" y="29667"/>
                </a:lnTo>
                <a:lnTo>
                  <a:pt x="1226" y="29401"/>
                </a:lnTo>
                <a:lnTo>
                  <a:pt x="1518" y="29295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763"/>
                </a:lnTo>
                <a:lnTo>
                  <a:pt x="2803" y="28604"/>
                </a:lnTo>
                <a:lnTo>
                  <a:pt x="3212" y="28391"/>
                </a:lnTo>
                <a:lnTo>
                  <a:pt x="3504" y="28232"/>
                </a:lnTo>
                <a:lnTo>
                  <a:pt x="3912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594"/>
                </a:lnTo>
                <a:lnTo>
                  <a:pt x="5022" y="27487"/>
                </a:lnTo>
                <a:lnTo>
                  <a:pt x="5314" y="27328"/>
                </a:lnTo>
                <a:lnTo>
                  <a:pt x="5489" y="27222"/>
                </a:lnTo>
                <a:lnTo>
                  <a:pt x="5898" y="26956"/>
                </a:lnTo>
                <a:lnTo>
                  <a:pt x="6190" y="26849"/>
                </a:lnTo>
                <a:lnTo>
                  <a:pt x="6482" y="26690"/>
                </a:lnTo>
                <a:lnTo>
                  <a:pt x="6716" y="26584"/>
                </a:lnTo>
                <a:lnTo>
                  <a:pt x="7008" y="26318"/>
                </a:lnTo>
                <a:lnTo>
                  <a:pt x="7300" y="26211"/>
                </a:lnTo>
                <a:lnTo>
                  <a:pt x="7592" y="26052"/>
                </a:lnTo>
                <a:lnTo>
                  <a:pt x="7884" y="25946"/>
                </a:lnTo>
                <a:lnTo>
                  <a:pt x="8176" y="25786"/>
                </a:lnTo>
                <a:lnTo>
                  <a:pt x="8409" y="25680"/>
                </a:lnTo>
                <a:lnTo>
                  <a:pt x="8701" y="25520"/>
                </a:lnTo>
                <a:lnTo>
                  <a:pt x="8993" y="25414"/>
                </a:lnTo>
                <a:lnTo>
                  <a:pt x="9285" y="25148"/>
                </a:lnTo>
                <a:lnTo>
                  <a:pt x="9577" y="25042"/>
                </a:lnTo>
                <a:lnTo>
                  <a:pt x="9869" y="24882"/>
                </a:lnTo>
                <a:lnTo>
                  <a:pt x="10278" y="24776"/>
                </a:lnTo>
                <a:lnTo>
                  <a:pt x="10395" y="24510"/>
                </a:lnTo>
                <a:lnTo>
                  <a:pt x="10687" y="24404"/>
                </a:lnTo>
                <a:lnTo>
                  <a:pt x="10979" y="24244"/>
                </a:lnTo>
                <a:lnTo>
                  <a:pt x="11271" y="24138"/>
                </a:lnTo>
                <a:lnTo>
                  <a:pt x="11563" y="23872"/>
                </a:lnTo>
                <a:lnTo>
                  <a:pt x="11797" y="23766"/>
                </a:lnTo>
                <a:lnTo>
                  <a:pt x="12264" y="23606"/>
                </a:lnTo>
                <a:lnTo>
                  <a:pt x="12497" y="23606"/>
                </a:lnTo>
                <a:lnTo>
                  <a:pt x="12789" y="23340"/>
                </a:lnTo>
                <a:lnTo>
                  <a:pt x="12965" y="23234"/>
                </a:lnTo>
                <a:lnTo>
                  <a:pt x="13198" y="23128"/>
                </a:lnTo>
                <a:lnTo>
                  <a:pt x="13490" y="22968"/>
                </a:lnTo>
                <a:lnTo>
                  <a:pt x="13782" y="22702"/>
                </a:lnTo>
                <a:lnTo>
                  <a:pt x="14074" y="22596"/>
                </a:lnTo>
                <a:lnTo>
                  <a:pt x="14483" y="22436"/>
                </a:lnTo>
                <a:lnTo>
                  <a:pt x="14775" y="22330"/>
                </a:lnTo>
                <a:lnTo>
                  <a:pt x="15067" y="22064"/>
                </a:lnTo>
                <a:lnTo>
                  <a:pt x="15359" y="21958"/>
                </a:lnTo>
                <a:lnTo>
                  <a:pt x="15476" y="21798"/>
                </a:lnTo>
                <a:lnTo>
                  <a:pt x="15768" y="21692"/>
                </a:lnTo>
                <a:lnTo>
                  <a:pt x="16060" y="21426"/>
                </a:lnTo>
                <a:lnTo>
                  <a:pt x="16469" y="21320"/>
                </a:lnTo>
                <a:lnTo>
                  <a:pt x="16761" y="21160"/>
                </a:lnTo>
                <a:lnTo>
                  <a:pt x="17053" y="21160"/>
                </a:lnTo>
                <a:lnTo>
                  <a:pt x="17345" y="20895"/>
                </a:lnTo>
                <a:lnTo>
                  <a:pt x="17578" y="20788"/>
                </a:lnTo>
                <a:lnTo>
                  <a:pt x="17870" y="20682"/>
                </a:lnTo>
                <a:lnTo>
                  <a:pt x="18046" y="20522"/>
                </a:lnTo>
                <a:lnTo>
                  <a:pt x="18454" y="20257"/>
                </a:lnTo>
                <a:lnTo>
                  <a:pt x="18746" y="20150"/>
                </a:lnTo>
                <a:lnTo>
                  <a:pt x="18980" y="20044"/>
                </a:lnTo>
                <a:lnTo>
                  <a:pt x="19272" y="19884"/>
                </a:lnTo>
                <a:lnTo>
                  <a:pt x="19564" y="19619"/>
                </a:lnTo>
                <a:lnTo>
                  <a:pt x="19856" y="19512"/>
                </a:lnTo>
                <a:lnTo>
                  <a:pt x="20148" y="19353"/>
                </a:lnTo>
                <a:lnTo>
                  <a:pt x="20440" y="19246"/>
                </a:lnTo>
                <a:lnTo>
                  <a:pt x="20674" y="18980"/>
                </a:lnTo>
                <a:lnTo>
                  <a:pt x="20966" y="18874"/>
                </a:lnTo>
                <a:lnTo>
                  <a:pt x="21258" y="18874"/>
                </a:lnTo>
                <a:lnTo>
                  <a:pt x="21550" y="18715"/>
                </a:lnTo>
                <a:lnTo>
                  <a:pt x="21842" y="18502"/>
                </a:lnTo>
                <a:lnTo>
                  <a:pt x="22134" y="18342"/>
                </a:lnTo>
                <a:lnTo>
                  <a:pt x="22367" y="18236"/>
                </a:lnTo>
                <a:lnTo>
                  <a:pt x="22835" y="18077"/>
                </a:lnTo>
                <a:lnTo>
                  <a:pt x="23127" y="17811"/>
                </a:lnTo>
                <a:lnTo>
                  <a:pt x="23535" y="17598"/>
                </a:lnTo>
                <a:lnTo>
                  <a:pt x="23827" y="17439"/>
                </a:lnTo>
                <a:lnTo>
                  <a:pt x="24061" y="17173"/>
                </a:lnTo>
                <a:lnTo>
                  <a:pt x="24353" y="17066"/>
                </a:lnTo>
                <a:lnTo>
                  <a:pt x="24820" y="16960"/>
                </a:lnTo>
                <a:lnTo>
                  <a:pt x="25054" y="16801"/>
                </a:lnTo>
                <a:lnTo>
                  <a:pt x="25346" y="16535"/>
                </a:lnTo>
                <a:lnTo>
                  <a:pt x="25638" y="16535"/>
                </a:lnTo>
                <a:lnTo>
                  <a:pt x="26047" y="16269"/>
                </a:lnTo>
                <a:lnTo>
                  <a:pt x="26339" y="16056"/>
                </a:lnTo>
                <a:lnTo>
                  <a:pt x="26631" y="15897"/>
                </a:lnTo>
                <a:lnTo>
                  <a:pt x="27039" y="15790"/>
                </a:lnTo>
                <a:lnTo>
                  <a:pt x="27332" y="15631"/>
                </a:lnTo>
                <a:lnTo>
                  <a:pt x="27624" y="15418"/>
                </a:lnTo>
                <a:lnTo>
                  <a:pt x="27916" y="15259"/>
                </a:lnTo>
                <a:lnTo>
                  <a:pt x="28324" y="14993"/>
                </a:lnTo>
                <a:lnTo>
                  <a:pt x="28616" y="14780"/>
                </a:lnTo>
                <a:lnTo>
                  <a:pt x="29025" y="14621"/>
                </a:lnTo>
                <a:lnTo>
                  <a:pt x="29317" y="14514"/>
                </a:lnTo>
                <a:lnTo>
                  <a:pt x="29609" y="14355"/>
                </a:lnTo>
                <a:lnTo>
                  <a:pt x="29843" y="14249"/>
                </a:lnTo>
                <a:lnTo>
                  <a:pt x="30135" y="14089"/>
                </a:lnTo>
                <a:lnTo>
                  <a:pt x="30427" y="13983"/>
                </a:lnTo>
                <a:lnTo>
                  <a:pt x="30602" y="13876"/>
                </a:lnTo>
                <a:lnTo>
                  <a:pt x="31011" y="13611"/>
                </a:lnTo>
                <a:lnTo>
                  <a:pt x="31303" y="13451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2973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547"/>
                </a:lnTo>
                <a:lnTo>
                  <a:pt x="33230" y="12334"/>
                </a:lnTo>
                <a:lnTo>
                  <a:pt x="33522" y="12175"/>
                </a:lnTo>
                <a:lnTo>
                  <a:pt x="33814" y="12069"/>
                </a:lnTo>
                <a:lnTo>
                  <a:pt x="34106" y="11909"/>
                </a:lnTo>
                <a:lnTo>
                  <a:pt x="34398" y="11803"/>
                </a:lnTo>
                <a:lnTo>
                  <a:pt x="34690" y="11696"/>
                </a:lnTo>
                <a:lnTo>
                  <a:pt x="34924" y="11537"/>
                </a:lnTo>
                <a:lnTo>
                  <a:pt x="35391" y="11431"/>
                </a:lnTo>
                <a:lnTo>
                  <a:pt x="35625" y="11165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793"/>
                </a:lnTo>
                <a:lnTo>
                  <a:pt x="36617" y="10527"/>
                </a:lnTo>
                <a:lnTo>
                  <a:pt x="36909" y="10367"/>
                </a:lnTo>
                <a:lnTo>
                  <a:pt x="37318" y="10261"/>
                </a:lnTo>
                <a:lnTo>
                  <a:pt x="37610" y="10155"/>
                </a:lnTo>
                <a:lnTo>
                  <a:pt x="37902" y="9889"/>
                </a:lnTo>
                <a:lnTo>
                  <a:pt x="38194" y="9729"/>
                </a:lnTo>
                <a:lnTo>
                  <a:pt x="38603" y="9623"/>
                </a:lnTo>
                <a:lnTo>
                  <a:pt x="38895" y="9357"/>
                </a:lnTo>
                <a:lnTo>
                  <a:pt x="39187" y="9251"/>
                </a:lnTo>
                <a:lnTo>
                  <a:pt x="39596" y="9091"/>
                </a:lnTo>
                <a:lnTo>
                  <a:pt x="39888" y="8985"/>
                </a:lnTo>
                <a:lnTo>
                  <a:pt x="40180" y="8719"/>
                </a:lnTo>
                <a:lnTo>
                  <a:pt x="40472" y="8613"/>
                </a:lnTo>
                <a:lnTo>
                  <a:pt x="40705" y="8453"/>
                </a:lnTo>
                <a:lnTo>
                  <a:pt x="40881" y="8347"/>
                </a:lnTo>
                <a:lnTo>
                  <a:pt x="41173" y="8081"/>
                </a:lnTo>
                <a:lnTo>
                  <a:pt x="41582" y="7922"/>
                </a:lnTo>
                <a:lnTo>
                  <a:pt x="41874" y="7815"/>
                </a:lnTo>
                <a:lnTo>
                  <a:pt x="42166" y="7709"/>
                </a:lnTo>
                <a:lnTo>
                  <a:pt x="42399" y="7443"/>
                </a:lnTo>
                <a:lnTo>
                  <a:pt x="42691" y="7284"/>
                </a:lnTo>
                <a:lnTo>
                  <a:pt x="42983" y="7284"/>
                </a:lnTo>
                <a:lnTo>
                  <a:pt x="43567" y="6911"/>
                </a:lnTo>
                <a:lnTo>
                  <a:pt x="43801" y="6805"/>
                </a:lnTo>
                <a:lnTo>
                  <a:pt x="44093" y="6646"/>
                </a:lnTo>
                <a:lnTo>
                  <a:pt x="44385" y="6539"/>
                </a:lnTo>
                <a:lnTo>
                  <a:pt x="44677" y="6273"/>
                </a:lnTo>
                <a:lnTo>
                  <a:pt x="44969" y="6167"/>
                </a:lnTo>
                <a:lnTo>
                  <a:pt x="45261" y="6007"/>
                </a:lnTo>
                <a:lnTo>
                  <a:pt x="45494" y="5901"/>
                </a:lnTo>
                <a:lnTo>
                  <a:pt x="45786" y="5635"/>
                </a:lnTo>
                <a:lnTo>
                  <a:pt x="46078" y="5529"/>
                </a:lnTo>
                <a:lnTo>
                  <a:pt x="46370" y="5369"/>
                </a:lnTo>
                <a:lnTo>
                  <a:pt x="46662" y="5263"/>
                </a:lnTo>
                <a:lnTo>
                  <a:pt x="46954" y="4997"/>
                </a:lnTo>
                <a:lnTo>
                  <a:pt x="47188" y="4997"/>
                </a:lnTo>
                <a:lnTo>
                  <a:pt x="47480" y="4838"/>
                </a:lnTo>
                <a:lnTo>
                  <a:pt x="47947" y="4731"/>
                </a:lnTo>
                <a:lnTo>
                  <a:pt x="48181" y="4466"/>
                </a:lnTo>
                <a:lnTo>
                  <a:pt x="48356" y="4359"/>
                </a:lnTo>
                <a:lnTo>
                  <a:pt x="48648" y="4200"/>
                </a:lnTo>
                <a:lnTo>
                  <a:pt x="48882" y="4093"/>
                </a:lnTo>
                <a:lnTo>
                  <a:pt x="49174" y="3828"/>
                </a:lnTo>
                <a:lnTo>
                  <a:pt x="49466" y="3721"/>
                </a:lnTo>
                <a:lnTo>
                  <a:pt x="49875" y="3562"/>
                </a:lnTo>
                <a:lnTo>
                  <a:pt x="50167" y="3455"/>
                </a:lnTo>
                <a:lnTo>
                  <a:pt x="50459" y="3190"/>
                </a:lnTo>
                <a:lnTo>
                  <a:pt x="50751" y="3083"/>
                </a:lnTo>
                <a:lnTo>
                  <a:pt x="50867" y="2924"/>
                </a:lnTo>
                <a:lnTo>
                  <a:pt x="51159" y="2817"/>
                </a:lnTo>
                <a:lnTo>
                  <a:pt x="51451" y="2552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2970" y="1914"/>
                </a:lnTo>
                <a:lnTo>
                  <a:pt x="53262" y="1807"/>
                </a:lnTo>
                <a:lnTo>
                  <a:pt x="53437" y="1648"/>
                </a:lnTo>
                <a:lnTo>
                  <a:pt x="53729" y="1382"/>
                </a:lnTo>
                <a:lnTo>
                  <a:pt x="54138" y="1276"/>
                </a:lnTo>
                <a:lnTo>
                  <a:pt x="54430" y="1116"/>
                </a:lnTo>
                <a:lnTo>
                  <a:pt x="54664" y="1010"/>
                </a:lnTo>
                <a:lnTo>
                  <a:pt x="54956" y="744"/>
                </a:lnTo>
                <a:lnTo>
                  <a:pt x="55248" y="638"/>
                </a:lnTo>
                <a:lnTo>
                  <a:pt x="55540" y="478"/>
                </a:lnTo>
                <a:lnTo>
                  <a:pt x="55832" y="372"/>
                </a:lnTo>
                <a:lnTo>
                  <a:pt x="56124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113821" y="3102379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584" y="29880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861" y="28604"/>
                </a:lnTo>
                <a:lnTo>
                  <a:pt x="3095" y="28498"/>
                </a:lnTo>
                <a:lnTo>
                  <a:pt x="3387" y="28338"/>
                </a:lnTo>
                <a:lnTo>
                  <a:pt x="3796" y="28232"/>
                </a:lnTo>
                <a:lnTo>
                  <a:pt x="4088" y="28125"/>
                </a:lnTo>
                <a:lnTo>
                  <a:pt x="4263" y="27966"/>
                </a:lnTo>
                <a:lnTo>
                  <a:pt x="4496" y="27860"/>
                </a:lnTo>
                <a:lnTo>
                  <a:pt x="4788" y="27700"/>
                </a:lnTo>
                <a:lnTo>
                  <a:pt x="5080" y="27487"/>
                </a:lnTo>
                <a:lnTo>
                  <a:pt x="5372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65" y="26796"/>
                </a:lnTo>
                <a:lnTo>
                  <a:pt x="6657" y="26690"/>
                </a:lnTo>
                <a:lnTo>
                  <a:pt x="7066" y="26424"/>
                </a:lnTo>
                <a:lnTo>
                  <a:pt x="7358" y="26158"/>
                </a:lnTo>
                <a:lnTo>
                  <a:pt x="7650" y="26052"/>
                </a:lnTo>
                <a:lnTo>
                  <a:pt x="8059" y="25946"/>
                </a:lnTo>
                <a:lnTo>
                  <a:pt x="8351" y="25946"/>
                </a:lnTo>
                <a:lnTo>
                  <a:pt x="8643" y="25680"/>
                </a:lnTo>
                <a:lnTo>
                  <a:pt x="8877" y="25520"/>
                </a:lnTo>
                <a:lnTo>
                  <a:pt x="9169" y="25414"/>
                </a:lnTo>
                <a:lnTo>
                  <a:pt x="9344" y="25254"/>
                </a:lnTo>
                <a:lnTo>
                  <a:pt x="9577" y="25042"/>
                </a:lnTo>
                <a:lnTo>
                  <a:pt x="10045" y="24882"/>
                </a:lnTo>
                <a:lnTo>
                  <a:pt x="10278" y="24776"/>
                </a:lnTo>
                <a:lnTo>
                  <a:pt x="10570" y="24616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138"/>
                </a:lnTo>
                <a:lnTo>
                  <a:pt x="11738" y="23978"/>
                </a:lnTo>
                <a:lnTo>
                  <a:pt x="11972" y="23712"/>
                </a:lnTo>
                <a:lnTo>
                  <a:pt x="12264" y="23606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432" y="23074"/>
                </a:lnTo>
                <a:lnTo>
                  <a:pt x="13666" y="22968"/>
                </a:lnTo>
                <a:lnTo>
                  <a:pt x="13958" y="2286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330"/>
                </a:lnTo>
                <a:lnTo>
                  <a:pt x="15126" y="22171"/>
                </a:lnTo>
                <a:lnTo>
                  <a:pt x="15359" y="21958"/>
                </a:lnTo>
                <a:lnTo>
                  <a:pt x="15651" y="21798"/>
                </a:lnTo>
                <a:lnTo>
                  <a:pt x="15943" y="21692"/>
                </a:lnTo>
                <a:lnTo>
                  <a:pt x="16352" y="21533"/>
                </a:lnTo>
                <a:lnTo>
                  <a:pt x="16644" y="21320"/>
                </a:lnTo>
                <a:lnTo>
                  <a:pt x="16819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637" y="20788"/>
                </a:lnTo>
                <a:lnTo>
                  <a:pt x="17929" y="20629"/>
                </a:lnTo>
                <a:lnTo>
                  <a:pt x="18221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19991"/>
                </a:lnTo>
                <a:lnTo>
                  <a:pt x="19622" y="19778"/>
                </a:lnTo>
                <a:lnTo>
                  <a:pt x="19914" y="19512"/>
                </a:lnTo>
                <a:lnTo>
                  <a:pt x="20206" y="19353"/>
                </a:lnTo>
                <a:lnTo>
                  <a:pt x="20615" y="19246"/>
                </a:lnTo>
                <a:lnTo>
                  <a:pt x="20907" y="19087"/>
                </a:lnTo>
                <a:lnTo>
                  <a:pt x="21141" y="18980"/>
                </a:lnTo>
                <a:lnTo>
                  <a:pt x="21433" y="18874"/>
                </a:lnTo>
                <a:lnTo>
                  <a:pt x="21725" y="18715"/>
                </a:lnTo>
                <a:lnTo>
                  <a:pt x="21900" y="18608"/>
                </a:lnTo>
                <a:lnTo>
                  <a:pt x="22134" y="18342"/>
                </a:lnTo>
                <a:lnTo>
                  <a:pt x="22601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411" y="17066"/>
                </a:lnTo>
                <a:lnTo>
                  <a:pt x="24820" y="16907"/>
                </a:lnTo>
                <a:lnTo>
                  <a:pt x="25112" y="16801"/>
                </a:lnTo>
                <a:lnTo>
                  <a:pt x="25404" y="16694"/>
                </a:lnTo>
                <a:lnTo>
                  <a:pt x="25696" y="16535"/>
                </a:lnTo>
                <a:lnTo>
                  <a:pt x="25988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31"/>
                </a:lnTo>
                <a:lnTo>
                  <a:pt x="27682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993"/>
                </a:lnTo>
                <a:lnTo>
                  <a:pt x="28908" y="14887"/>
                </a:lnTo>
                <a:lnTo>
                  <a:pt x="29200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823"/>
                </a:lnTo>
                <a:lnTo>
                  <a:pt x="31186" y="13717"/>
                </a:lnTo>
                <a:lnTo>
                  <a:pt x="31478" y="13451"/>
                </a:lnTo>
                <a:lnTo>
                  <a:pt x="31770" y="13345"/>
                </a:lnTo>
                <a:lnTo>
                  <a:pt x="31887" y="13185"/>
                </a:lnTo>
                <a:lnTo>
                  <a:pt x="32179" y="13079"/>
                </a:lnTo>
                <a:lnTo>
                  <a:pt x="32471" y="12813"/>
                </a:lnTo>
                <a:lnTo>
                  <a:pt x="32704" y="12707"/>
                </a:lnTo>
                <a:lnTo>
                  <a:pt x="33172" y="12547"/>
                </a:lnTo>
                <a:lnTo>
                  <a:pt x="33464" y="12281"/>
                </a:lnTo>
                <a:lnTo>
                  <a:pt x="33697" y="12175"/>
                </a:lnTo>
                <a:lnTo>
                  <a:pt x="33989" y="12069"/>
                </a:lnTo>
                <a:lnTo>
                  <a:pt x="34281" y="11909"/>
                </a:lnTo>
                <a:lnTo>
                  <a:pt x="34690" y="1164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5975" y="11005"/>
                </a:lnTo>
                <a:lnTo>
                  <a:pt x="36267" y="10899"/>
                </a:lnTo>
                <a:lnTo>
                  <a:pt x="36559" y="10739"/>
                </a:lnTo>
                <a:lnTo>
                  <a:pt x="36793" y="10527"/>
                </a:lnTo>
                <a:lnTo>
                  <a:pt x="36968" y="10367"/>
                </a:lnTo>
                <a:lnTo>
                  <a:pt x="37377" y="10261"/>
                </a:lnTo>
                <a:lnTo>
                  <a:pt x="37669" y="10101"/>
                </a:lnTo>
                <a:lnTo>
                  <a:pt x="37961" y="9889"/>
                </a:lnTo>
                <a:lnTo>
                  <a:pt x="38253" y="9729"/>
                </a:lnTo>
                <a:lnTo>
                  <a:pt x="38486" y="9623"/>
                </a:lnTo>
                <a:lnTo>
                  <a:pt x="38778" y="9623"/>
                </a:lnTo>
                <a:lnTo>
                  <a:pt x="39070" y="9357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985"/>
                </a:lnTo>
                <a:lnTo>
                  <a:pt x="40180" y="8719"/>
                </a:lnTo>
                <a:lnTo>
                  <a:pt x="40472" y="8560"/>
                </a:lnTo>
                <a:lnTo>
                  <a:pt x="40764" y="8453"/>
                </a:lnTo>
                <a:lnTo>
                  <a:pt x="41056" y="8347"/>
                </a:lnTo>
                <a:lnTo>
                  <a:pt x="41465" y="8081"/>
                </a:lnTo>
                <a:lnTo>
                  <a:pt x="41757" y="7922"/>
                </a:lnTo>
                <a:lnTo>
                  <a:pt x="42166" y="7656"/>
                </a:lnTo>
                <a:lnTo>
                  <a:pt x="42458" y="7443"/>
                </a:lnTo>
                <a:lnTo>
                  <a:pt x="42750" y="7284"/>
                </a:lnTo>
                <a:lnTo>
                  <a:pt x="43042" y="7284"/>
                </a:lnTo>
                <a:lnTo>
                  <a:pt x="43334" y="7177"/>
                </a:lnTo>
                <a:lnTo>
                  <a:pt x="43742" y="6911"/>
                </a:lnTo>
                <a:lnTo>
                  <a:pt x="44034" y="6805"/>
                </a:lnTo>
                <a:lnTo>
                  <a:pt x="44268" y="6646"/>
                </a:lnTo>
                <a:lnTo>
                  <a:pt x="44443" y="6539"/>
                </a:lnTo>
                <a:lnTo>
                  <a:pt x="44735" y="6273"/>
                </a:lnTo>
                <a:lnTo>
                  <a:pt x="45027" y="6114"/>
                </a:lnTo>
                <a:lnTo>
                  <a:pt x="45261" y="6007"/>
                </a:lnTo>
                <a:lnTo>
                  <a:pt x="45728" y="5901"/>
                </a:lnTo>
                <a:lnTo>
                  <a:pt x="45962" y="5635"/>
                </a:lnTo>
                <a:lnTo>
                  <a:pt x="46254" y="5476"/>
                </a:lnTo>
                <a:lnTo>
                  <a:pt x="46546" y="5369"/>
                </a:lnTo>
                <a:lnTo>
                  <a:pt x="46838" y="5263"/>
                </a:lnTo>
                <a:lnTo>
                  <a:pt x="46954" y="4997"/>
                </a:lnTo>
                <a:lnTo>
                  <a:pt x="47246" y="4997"/>
                </a:lnTo>
                <a:lnTo>
                  <a:pt x="47655" y="4838"/>
                </a:lnTo>
                <a:lnTo>
                  <a:pt x="47947" y="4731"/>
                </a:lnTo>
                <a:lnTo>
                  <a:pt x="48239" y="4466"/>
                </a:lnTo>
                <a:lnTo>
                  <a:pt x="48531" y="4359"/>
                </a:lnTo>
                <a:lnTo>
                  <a:pt x="48823" y="4200"/>
                </a:lnTo>
                <a:lnTo>
                  <a:pt x="49115" y="4093"/>
                </a:lnTo>
                <a:lnTo>
                  <a:pt x="49349" y="3828"/>
                </a:lnTo>
                <a:lnTo>
                  <a:pt x="49524" y="3721"/>
                </a:lnTo>
                <a:lnTo>
                  <a:pt x="49933" y="3562"/>
                </a:lnTo>
                <a:lnTo>
                  <a:pt x="50225" y="3455"/>
                </a:lnTo>
                <a:lnTo>
                  <a:pt x="50517" y="3190"/>
                </a:lnTo>
                <a:lnTo>
                  <a:pt x="50809" y="3083"/>
                </a:lnTo>
                <a:lnTo>
                  <a:pt x="51043" y="2924"/>
                </a:lnTo>
                <a:lnTo>
                  <a:pt x="51335" y="2817"/>
                </a:lnTo>
                <a:lnTo>
                  <a:pt x="51627" y="2658"/>
                </a:lnTo>
                <a:lnTo>
                  <a:pt x="52035" y="2552"/>
                </a:lnTo>
                <a:lnTo>
                  <a:pt x="52211" y="2392"/>
                </a:lnTo>
                <a:lnTo>
                  <a:pt x="52444" y="2286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754"/>
                </a:lnTo>
                <a:lnTo>
                  <a:pt x="53612" y="1648"/>
                </a:lnTo>
                <a:lnTo>
                  <a:pt x="54021" y="1382"/>
                </a:lnTo>
                <a:lnTo>
                  <a:pt x="54313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478"/>
                </a:lnTo>
                <a:lnTo>
                  <a:pt x="55832" y="372"/>
                </a:lnTo>
                <a:lnTo>
                  <a:pt x="56299" y="21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170645" y="3072020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175" y="30199"/>
                </a:lnTo>
                <a:lnTo>
                  <a:pt x="467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460" y="29561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686" y="28657"/>
                </a:lnTo>
                <a:lnTo>
                  <a:pt x="2978" y="28551"/>
                </a:lnTo>
                <a:lnTo>
                  <a:pt x="3387" y="28391"/>
                </a:lnTo>
                <a:lnTo>
                  <a:pt x="3679" y="28391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913"/>
                </a:lnTo>
                <a:lnTo>
                  <a:pt x="4788" y="27753"/>
                </a:lnTo>
                <a:lnTo>
                  <a:pt x="5080" y="27487"/>
                </a:lnTo>
                <a:lnTo>
                  <a:pt x="5256" y="27381"/>
                </a:lnTo>
                <a:lnTo>
                  <a:pt x="5664" y="27275"/>
                </a:lnTo>
                <a:lnTo>
                  <a:pt x="5956" y="27115"/>
                </a:lnTo>
                <a:lnTo>
                  <a:pt x="6248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211"/>
                </a:lnTo>
                <a:lnTo>
                  <a:pt x="7767" y="26105"/>
                </a:lnTo>
                <a:lnTo>
                  <a:pt x="7942" y="25946"/>
                </a:lnTo>
                <a:lnTo>
                  <a:pt x="8176" y="25946"/>
                </a:lnTo>
                <a:lnTo>
                  <a:pt x="8468" y="25733"/>
                </a:lnTo>
                <a:lnTo>
                  <a:pt x="8760" y="25573"/>
                </a:lnTo>
                <a:lnTo>
                  <a:pt x="9052" y="25467"/>
                </a:lnTo>
                <a:lnTo>
                  <a:pt x="9344" y="25307"/>
                </a:lnTo>
                <a:lnTo>
                  <a:pt x="9753" y="25042"/>
                </a:lnTo>
                <a:lnTo>
                  <a:pt x="10045" y="24935"/>
                </a:lnTo>
                <a:lnTo>
                  <a:pt x="10337" y="24829"/>
                </a:lnTo>
                <a:lnTo>
                  <a:pt x="10453" y="24669"/>
                </a:lnTo>
                <a:lnTo>
                  <a:pt x="10745" y="24404"/>
                </a:lnTo>
                <a:lnTo>
                  <a:pt x="11037" y="24297"/>
                </a:lnTo>
                <a:lnTo>
                  <a:pt x="11329" y="24191"/>
                </a:lnTo>
                <a:lnTo>
                  <a:pt x="11563" y="24031"/>
                </a:lnTo>
                <a:lnTo>
                  <a:pt x="12030" y="23766"/>
                </a:lnTo>
                <a:lnTo>
                  <a:pt x="12264" y="23659"/>
                </a:lnTo>
                <a:lnTo>
                  <a:pt x="12556" y="23659"/>
                </a:lnTo>
                <a:lnTo>
                  <a:pt x="12731" y="23500"/>
                </a:lnTo>
                <a:lnTo>
                  <a:pt x="13023" y="23287"/>
                </a:lnTo>
                <a:lnTo>
                  <a:pt x="13257" y="23128"/>
                </a:lnTo>
                <a:lnTo>
                  <a:pt x="13549" y="23021"/>
                </a:lnTo>
                <a:lnTo>
                  <a:pt x="13958" y="22862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242" y="21958"/>
                </a:lnTo>
                <a:lnTo>
                  <a:pt x="15534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527" y="21320"/>
                </a:lnTo>
                <a:lnTo>
                  <a:pt x="16819" y="21320"/>
                </a:lnTo>
                <a:lnTo>
                  <a:pt x="17111" y="21214"/>
                </a:lnTo>
                <a:lnTo>
                  <a:pt x="17345" y="21107"/>
                </a:lnTo>
                <a:lnTo>
                  <a:pt x="17637" y="20841"/>
                </a:lnTo>
                <a:lnTo>
                  <a:pt x="17812" y="20682"/>
                </a:lnTo>
                <a:lnTo>
                  <a:pt x="18221" y="20576"/>
                </a:lnTo>
                <a:lnTo>
                  <a:pt x="18513" y="20469"/>
                </a:lnTo>
                <a:lnTo>
                  <a:pt x="18805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565"/>
                </a:lnTo>
                <a:lnTo>
                  <a:pt x="20323" y="1940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927"/>
                </a:lnTo>
                <a:lnTo>
                  <a:pt x="21608" y="18768"/>
                </a:lnTo>
                <a:lnTo>
                  <a:pt x="21900" y="18661"/>
                </a:lnTo>
                <a:lnTo>
                  <a:pt x="22309" y="18396"/>
                </a:lnTo>
                <a:lnTo>
                  <a:pt x="22601" y="18236"/>
                </a:lnTo>
                <a:lnTo>
                  <a:pt x="22893" y="18130"/>
                </a:lnTo>
                <a:lnTo>
                  <a:pt x="23302" y="17758"/>
                </a:lnTo>
                <a:lnTo>
                  <a:pt x="23594" y="17598"/>
                </a:lnTo>
                <a:lnTo>
                  <a:pt x="23827" y="17492"/>
                </a:lnTo>
                <a:lnTo>
                  <a:pt x="24119" y="17385"/>
                </a:lnTo>
                <a:lnTo>
                  <a:pt x="24587" y="17120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514" y="16216"/>
                </a:lnTo>
                <a:lnTo>
                  <a:pt x="26806" y="15950"/>
                </a:lnTo>
                <a:lnTo>
                  <a:pt x="27098" y="15844"/>
                </a:lnTo>
                <a:lnTo>
                  <a:pt x="27390" y="15684"/>
                </a:lnTo>
                <a:lnTo>
                  <a:pt x="27682" y="15578"/>
                </a:lnTo>
                <a:lnTo>
                  <a:pt x="27916" y="15312"/>
                </a:lnTo>
                <a:lnTo>
                  <a:pt x="28091" y="15152"/>
                </a:lnTo>
                <a:lnTo>
                  <a:pt x="28500" y="15046"/>
                </a:lnTo>
                <a:lnTo>
                  <a:pt x="28792" y="14940"/>
                </a:lnTo>
                <a:lnTo>
                  <a:pt x="29084" y="14674"/>
                </a:lnTo>
                <a:lnTo>
                  <a:pt x="29376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93" y="14142"/>
                </a:lnTo>
                <a:lnTo>
                  <a:pt x="30368" y="14036"/>
                </a:lnTo>
                <a:lnTo>
                  <a:pt x="30777" y="13876"/>
                </a:lnTo>
                <a:lnTo>
                  <a:pt x="31069" y="13770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866"/>
                </a:lnTo>
                <a:lnTo>
                  <a:pt x="32880" y="12760"/>
                </a:lnTo>
                <a:lnTo>
                  <a:pt x="32996" y="12600"/>
                </a:lnTo>
                <a:lnTo>
                  <a:pt x="33288" y="12494"/>
                </a:lnTo>
                <a:lnTo>
                  <a:pt x="33580" y="12228"/>
                </a:lnTo>
                <a:lnTo>
                  <a:pt x="33872" y="12069"/>
                </a:lnTo>
                <a:lnTo>
                  <a:pt x="34165" y="12069"/>
                </a:lnTo>
                <a:lnTo>
                  <a:pt x="34457" y="11962"/>
                </a:lnTo>
                <a:lnTo>
                  <a:pt x="34865" y="11696"/>
                </a:lnTo>
                <a:lnTo>
                  <a:pt x="35157" y="11590"/>
                </a:lnTo>
                <a:lnTo>
                  <a:pt x="35391" y="11431"/>
                </a:lnTo>
                <a:lnTo>
                  <a:pt x="35566" y="11324"/>
                </a:lnTo>
                <a:lnTo>
                  <a:pt x="35858" y="11058"/>
                </a:lnTo>
                <a:lnTo>
                  <a:pt x="36150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61" y="10048"/>
                </a:lnTo>
                <a:lnTo>
                  <a:pt x="38077" y="9782"/>
                </a:lnTo>
                <a:lnTo>
                  <a:pt x="38369" y="9782"/>
                </a:lnTo>
                <a:lnTo>
                  <a:pt x="38661" y="9676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613"/>
                </a:lnTo>
                <a:lnTo>
                  <a:pt x="40647" y="8506"/>
                </a:lnTo>
                <a:lnTo>
                  <a:pt x="41056" y="8347"/>
                </a:lnTo>
                <a:lnTo>
                  <a:pt x="41348" y="8241"/>
                </a:lnTo>
                <a:lnTo>
                  <a:pt x="41640" y="7975"/>
                </a:lnTo>
                <a:lnTo>
                  <a:pt x="41932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337"/>
                </a:lnTo>
                <a:lnTo>
                  <a:pt x="43042" y="7337"/>
                </a:lnTo>
                <a:lnTo>
                  <a:pt x="43334" y="7230"/>
                </a:lnTo>
                <a:lnTo>
                  <a:pt x="43567" y="7071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735" y="6433"/>
                </a:lnTo>
                <a:lnTo>
                  <a:pt x="45027" y="6167"/>
                </a:lnTo>
                <a:lnTo>
                  <a:pt x="45436" y="6061"/>
                </a:lnTo>
                <a:lnTo>
                  <a:pt x="45845" y="5795"/>
                </a:lnTo>
                <a:lnTo>
                  <a:pt x="46137" y="5529"/>
                </a:lnTo>
                <a:lnTo>
                  <a:pt x="46429" y="5423"/>
                </a:lnTo>
                <a:lnTo>
                  <a:pt x="46721" y="5263"/>
                </a:lnTo>
                <a:lnTo>
                  <a:pt x="46954" y="5157"/>
                </a:lnTo>
                <a:lnTo>
                  <a:pt x="47246" y="5050"/>
                </a:lnTo>
                <a:lnTo>
                  <a:pt x="47714" y="4891"/>
                </a:lnTo>
                <a:lnTo>
                  <a:pt x="47947" y="4785"/>
                </a:lnTo>
                <a:lnTo>
                  <a:pt x="48123" y="4625"/>
                </a:lnTo>
                <a:lnTo>
                  <a:pt x="48415" y="4412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634" y="3083"/>
                </a:lnTo>
                <a:lnTo>
                  <a:pt x="50926" y="2977"/>
                </a:lnTo>
                <a:lnTo>
                  <a:pt x="51218" y="2871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339"/>
                </a:lnTo>
                <a:lnTo>
                  <a:pt x="52736" y="2179"/>
                </a:lnTo>
                <a:lnTo>
                  <a:pt x="53028" y="1967"/>
                </a:lnTo>
                <a:lnTo>
                  <a:pt x="53203" y="1807"/>
                </a:lnTo>
                <a:lnTo>
                  <a:pt x="53495" y="1701"/>
                </a:lnTo>
                <a:lnTo>
                  <a:pt x="53904" y="1541"/>
                </a:lnTo>
                <a:lnTo>
                  <a:pt x="54196" y="1329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42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227354" y="3041714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584" y="30093"/>
                </a:lnTo>
                <a:lnTo>
                  <a:pt x="876" y="29827"/>
                </a:lnTo>
                <a:lnTo>
                  <a:pt x="1284" y="29667"/>
                </a:lnTo>
                <a:lnTo>
                  <a:pt x="1693" y="29401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803" y="28763"/>
                </a:lnTo>
                <a:lnTo>
                  <a:pt x="3095" y="28551"/>
                </a:lnTo>
                <a:lnTo>
                  <a:pt x="3504" y="28391"/>
                </a:lnTo>
                <a:lnTo>
                  <a:pt x="3796" y="28391"/>
                </a:lnTo>
                <a:lnTo>
                  <a:pt x="3971" y="28285"/>
                </a:lnTo>
                <a:lnTo>
                  <a:pt x="4263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489" y="27381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700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475" y="26318"/>
                </a:lnTo>
                <a:lnTo>
                  <a:pt x="7767" y="26105"/>
                </a:lnTo>
                <a:lnTo>
                  <a:pt x="8059" y="26105"/>
                </a:lnTo>
                <a:lnTo>
                  <a:pt x="8351" y="25946"/>
                </a:lnTo>
                <a:lnTo>
                  <a:pt x="8585" y="25839"/>
                </a:lnTo>
                <a:lnTo>
                  <a:pt x="8877" y="25573"/>
                </a:lnTo>
                <a:lnTo>
                  <a:pt x="9052" y="25467"/>
                </a:lnTo>
                <a:lnTo>
                  <a:pt x="9285" y="25307"/>
                </a:lnTo>
                <a:lnTo>
                  <a:pt x="9753" y="25201"/>
                </a:lnTo>
                <a:lnTo>
                  <a:pt x="10045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446" y="24138"/>
                </a:lnTo>
                <a:lnTo>
                  <a:pt x="11680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373" y="23128"/>
                </a:lnTo>
                <a:lnTo>
                  <a:pt x="13841" y="23021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6060" y="21745"/>
                </a:lnTo>
                <a:lnTo>
                  <a:pt x="16352" y="21586"/>
                </a:lnTo>
                <a:lnTo>
                  <a:pt x="16527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20031" y="19672"/>
                </a:lnTo>
                <a:lnTo>
                  <a:pt x="20323" y="19406"/>
                </a:lnTo>
                <a:lnTo>
                  <a:pt x="20615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608" y="18768"/>
                </a:lnTo>
                <a:lnTo>
                  <a:pt x="21842" y="18661"/>
                </a:lnTo>
                <a:lnTo>
                  <a:pt x="22309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598"/>
                </a:lnTo>
                <a:lnTo>
                  <a:pt x="24003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694"/>
                </a:lnTo>
                <a:lnTo>
                  <a:pt x="25930" y="16428"/>
                </a:lnTo>
                <a:lnTo>
                  <a:pt x="26397" y="16322"/>
                </a:lnTo>
                <a:lnTo>
                  <a:pt x="26806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93" y="14249"/>
                </a:lnTo>
                <a:lnTo>
                  <a:pt x="30602" y="14036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588" y="1297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069"/>
                </a:lnTo>
                <a:lnTo>
                  <a:pt x="34398" y="11962"/>
                </a:lnTo>
                <a:lnTo>
                  <a:pt x="34865" y="11803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10048"/>
                </a:lnTo>
                <a:lnTo>
                  <a:pt x="38194" y="9889"/>
                </a:lnTo>
                <a:lnTo>
                  <a:pt x="38486" y="9782"/>
                </a:lnTo>
                <a:lnTo>
                  <a:pt x="38953" y="9623"/>
                </a:lnTo>
                <a:lnTo>
                  <a:pt x="39362" y="9410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582" y="8081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3158" y="7337"/>
                </a:lnTo>
                <a:lnTo>
                  <a:pt x="43450" y="7230"/>
                </a:lnTo>
                <a:lnTo>
                  <a:pt x="43742" y="7071"/>
                </a:lnTo>
                <a:lnTo>
                  <a:pt x="43976" y="6965"/>
                </a:lnTo>
                <a:lnTo>
                  <a:pt x="44151" y="6699"/>
                </a:lnTo>
                <a:lnTo>
                  <a:pt x="44443" y="6539"/>
                </a:lnTo>
                <a:lnTo>
                  <a:pt x="44735" y="6433"/>
                </a:lnTo>
                <a:lnTo>
                  <a:pt x="45144" y="6326"/>
                </a:lnTo>
                <a:lnTo>
                  <a:pt x="45436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363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751" y="3243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817"/>
                </a:lnTo>
                <a:lnTo>
                  <a:pt x="51919" y="2711"/>
                </a:lnTo>
                <a:lnTo>
                  <a:pt x="52211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729" y="1701"/>
                </a:lnTo>
                <a:lnTo>
                  <a:pt x="54021" y="1541"/>
                </a:lnTo>
                <a:lnTo>
                  <a:pt x="54313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797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372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284062" y="3011409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25" y="30039"/>
                </a:lnTo>
                <a:lnTo>
                  <a:pt x="992" y="29933"/>
                </a:lnTo>
                <a:lnTo>
                  <a:pt x="1284" y="29667"/>
                </a:lnTo>
                <a:lnTo>
                  <a:pt x="1518" y="29561"/>
                </a:lnTo>
                <a:lnTo>
                  <a:pt x="1810" y="29401"/>
                </a:lnTo>
                <a:lnTo>
                  <a:pt x="2102" y="29295"/>
                </a:lnTo>
                <a:lnTo>
                  <a:pt x="2394" y="29029"/>
                </a:lnTo>
                <a:lnTo>
                  <a:pt x="2803" y="28763"/>
                </a:lnTo>
                <a:lnTo>
                  <a:pt x="3212" y="28657"/>
                </a:lnTo>
                <a:lnTo>
                  <a:pt x="3504" y="28391"/>
                </a:lnTo>
                <a:lnTo>
                  <a:pt x="3796" y="28391"/>
                </a:lnTo>
                <a:lnTo>
                  <a:pt x="4088" y="28285"/>
                </a:lnTo>
                <a:lnTo>
                  <a:pt x="4380" y="28125"/>
                </a:lnTo>
                <a:lnTo>
                  <a:pt x="4613" y="27860"/>
                </a:lnTo>
                <a:lnTo>
                  <a:pt x="4905" y="27753"/>
                </a:lnTo>
                <a:lnTo>
                  <a:pt x="5197" y="27594"/>
                </a:lnTo>
                <a:lnTo>
                  <a:pt x="5489" y="27487"/>
                </a:lnTo>
                <a:lnTo>
                  <a:pt x="5781" y="27222"/>
                </a:lnTo>
                <a:lnTo>
                  <a:pt x="6073" y="27115"/>
                </a:lnTo>
                <a:lnTo>
                  <a:pt x="6307" y="26956"/>
                </a:lnTo>
                <a:lnTo>
                  <a:pt x="6599" y="26849"/>
                </a:lnTo>
                <a:lnTo>
                  <a:pt x="6891" y="26584"/>
                </a:lnTo>
                <a:lnTo>
                  <a:pt x="7300" y="26477"/>
                </a:lnTo>
                <a:lnTo>
                  <a:pt x="7592" y="26318"/>
                </a:lnTo>
                <a:lnTo>
                  <a:pt x="7767" y="26211"/>
                </a:lnTo>
                <a:lnTo>
                  <a:pt x="8001" y="26105"/>
                </a:lnTo>
                <a:lnTo>
                  <a:pt x="8293" y="25946"/>
                </a:lnTo>
                <a:lnTo>
                  <a:pt x="8585" y="25839"/>
                </a:lnTo>
                <a:lnTo>
                  <a:pt x="8877" y="25680"/>
                </a:lnTo>
                <a:lnTo>
                  <a:pt x="9169" y="25414"/>
                </a:lnTo>
                <a:lnTo>
                  <a:pt x="9577" y="25307"/>
                </a:lnTo>
                <a:lnTo>
                  <a:pt x="9869" y="25201"/>
                </a:lnTo>
                <a:lnTo>
                  <a:pt x="10161" y="25042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089" y="23872"/>
                </a:lnTo>
                <a:lnTo>
                  <a:pt x="12381" y="23766"/>
                </a:lnTo>
                <a:lnTo>
                  <a:pt x="12673" y="23659"/>
                </a:lnTo>
                <a:lnTo>
                  <a:pt x="12848" y="23500"/>
                </a:lnTo>
                <a:lnTo>
                  <a:pt x="13081" y="23393"/>
                </a:lnTo>
                <a:lnTo>
                  <a:pt x="13549" y="23128"/>
                </a:lnTo>
                <a:lnTo>
                  <a:pt x="13782" y="23021"/>
                </a:lnTo>
                <a:lnTo>
                  <a:pt x="14074" y="22862"/>
                </a:lnTo>
                <a:lnTo>
                  <a:pt x="14366" y="22755"/>
                </a:lnTo>
                <a:lnTo>
                  <a:pt x="14658" y="22490"/>
                </a:lnTo>
                <a:lnTo>
                  <a:pt x="14950" y="22330"/>
                </a:lnTo>
                <a:lnTo>
                  <a:pt x="15359" y="22117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79"/>
                </a:lnTo>
                <a:lnTo>
                  <a:pt x="16936" y="21320"/>
                </a:lnTo>
                <a:lnTo>
                  <a:pt x="17170" y="21214"/>
                </a:lnTo>
                <a:lnTo>
                  <a:pt x="17462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863" y="20310"/>
                </a:lnTo>
                <a:lnTo>
                  <a:pt x="19155" y="20044"/>
                </a:lnTo>
                <a:lnTo>
                  <a:pt x="19447" y="19938"/>
                </a:lnTo>
                <a:lnTo>
                  <a:pt x="19739" y="19778"/>
                </a:lnTo>
                <a:lnTo>
                  <a:pt x="20148" y="19672"/>
                </a:lnTo>
                <a:lnTo>
                  <a:pt x="20323" y="19406"/>
                </a:lnTo>
                <a:lnTo>
                  <a:pt x="20557" y="19246"/>
                </a:lnTo>
                <a:lnTo>
                  <a:pt x="20849" y="19140"/>
                </a:lnTo>
                <a:lnTo>
                  <a:pt x="21141" y="19140"/>
                </a:lnTo>
                <a:lnTo>
                  <a:pt x="21433" y="18874"/>
                </a:lnTo>
                <a:lnTo>
                  <a:pt x="21725" y="18768"/>
                </a:lnTo>
                <a:lnTo>
                  <a:pt x="22134" y="18608"/>
                </a:lnTo>
                <a:lnTo>
                  <a:pt x="22426" y="18502"/>
                </a:lnTo>
                <a:lnTo>
                  <a:pt x="22718" y="18236"/>
                </a:lnTo>
                <a:lnTo>
                  <a:pt x="23127" y="17970"/>
                </a:lnTo>
                <a:lnTo>
                  <a:pt x="23419" y="17864"/>
                </a:lnTo>
                <a:lnTo>
                  <a:pt x="23652" y="17598"/>
                </a:lnTo>
                <a:lnTo>
                  <a:pt x="24119" y="17492"/>
                </a:lnTo>
                <a:lnTo>
                  <a:pt x="24411" y="17332"/>
                </a:lnTo>
                <a:lnTo>
                  <a:pt x="24645" y="17226"/>
                </a:lnTo>
                <a:lnTo>
                  <a:pt x="24937" y="16960"/>
                </a:lnTo>
                <a:lnTo>
                  <a:pt x="25229" y="16854"/>
                </a:lnTo>
                <a:lnTo>
                  <a:pt x="25638" y="16694"/>
                </a:lnTo>
                <a:lnTo>
                  <a:pt x="25930" y="16428"/>
                </a:lnTo>
                <a:lnTo>
                  <a:pt x="26339" y="16322"/>
                </a:lnTo>
                <a:lnTo>
                  <a:pt x="26631" y="16163"/>
                </a:lnTo>
                <a:lnTo>
                  <a:pt x="26923" y="16056"/>
                </a:lnTo>
                <a:lnTo>
                  <a:pt x="27215" y="15790"/>
                </a:lnTo>
                <a:lnTo>
                  <a:pt x="27507" y="15684"/>
                </a:lnTo>
                <a:lnTo>
                  <a:pt x="27740" y="15525"/>
                </a:lnTo>
                <a:lnTo>
                  <a:pt x="27916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434" y="14514"/>
                </a:lnTo>
                <a:lnTo>
                  <a:pt x="29726" y="14514"/>
                </a:lnTo>
                <a:lnTo>
                  <a:pt x="30018" y="14408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28" y="13770"/>
                </a:lnTo>
                <a:lnTo>
                  <a:pt x="31420" y="13611"/>
                </a:lnTo>
                <a:lnTo>
                  <a:pt x="31712" y="13345"/>
                </a:lnTo>
                <a:lnTo>
                  <a:pt x="32004" y="13238"/>
                </a:lnTo>
                <a:lnTo>
                  <a:pt x="32296" y="13079"/>
                </a:lnTo>
                <a:lnTo>
                  <a:pt x="32704" y="12973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441"/>
                </a:lnTo>
                <a:lnTo>
                  <a:pt x="33697" y="12334"/>
                </a:lnTo>
                <a:lnTo>
                  <a:pt x="33989" y="12069"/>
                </a:lnTo>
                <a:lnTo>
                  <a:pt x="34281" y="12069"/>
                </a:lnTo>
                <a:lnTo>
                  <a:pt x="34690" y="11962"/>
                </a:lnTo>
                <a:lnTo>
                  <a:pt x="34982" y="11803"/>
                </a:lnTo>
                <a:lnTo>
                  <a:pt x="35216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09" y="10899"/>
                </a:lnTo>
                <a:lnTo>
                  <a:pt x="36676" y="10793"/>
                </a:lnTo>
                <a:lnTo>
                  <a:pt x="36909" y="10686"/>
                </a:lnTo>
                <a:lnTo>
                  <a:pt x="37201" y="10527"/>
                </a:lnTo>
                <a:lnTo>
                  <a:pt x="37493" y="10261"/>
                </a:lnTo>
                <a:lnTo>
                  <a:pt x="37785" y="10155"/>
                </a:lnTo>
                <a:lnTo>
                  <a:pt x="38194" y="9889"/>
                </a:lnTo>
                <a:lnTo>
                  <a:pt x="38486" y="9782"/>
                </a:lnTo>
                <a:lnTo>
                  <a:pt x="38895" y="9623"/>
                </a:lnTo>
                <a:lnTo>
                  <a:pt x="39187" y="9517"/>
                </a:lnTo>
                <a:lnTo>
                  <a:pt x="39479" y="9357"/>
                </a:lnTo>
                <a:lnTo>
                  <a:pt x="39771" y="9144"/>
                </a:lnTo>
                <a:lnTo>
                  <a:pt x="40063" y="8985"/>
                </a:lnTo>
                <a:lnTo>
                  <a:pt x="40297" y="8879"/>
                </a:lnTo>
                <a:lnTo>
                  <a:pt x="40472" y="8719"/>
                </a:lnTo>
                <a:lnTo>
                  <a:pt x="40881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757" y="8081"/>
                </a:lnTo>
                <a:lnTo>
                  <a:pt x="41990" y="7815"/>
                </a:lnTo>
                <a:lnTo>
                  <a:pt x="42282" y="7709"/>
                </a:lnTo>
                <a:lnTo>
                  <a:pt x="42574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684" y="7071"/>
                </a:lnTo>
                <a:lnTo>
                  <a:pt x="43976" y="6965"/>
                </a:lnTo>
                <a:lnTo>
                  <a:pt x="44268" y="6699"/>
                </a:lnTo>
                <a:lnTo>
                  <a:pt x="44560" y="6539"/>
                </a:lnTo>
                <a:lnTo>
                  <a:pt x="44852" y="6433"/>
                </a:lnTo>
                <a:lnTo>
                  <a:pt x="45261" y="6273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35"/>
                </a:lnTo>
                <a:lnTo>
                  <a:pt x="46546" y="5423"/>
                </a:lnTo>
                <a:lnTo>
                  <a:pt x="46779" y="5263"/>
                </a:lnTo>
                <a:lnTo>
                  <a:pt x="47246" y="5157"/>
                </a:lnTo>
                <a:lnTo>
                  <a:pt x="47538" y="5157"/>
                </a:lnTo>
                <a:lnTo>
                  <a:pt x="47772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473" y="4519"/>
                </a:lnTo>
                <a:lnTo>
                  <a:pt x="48765" y="4253"/>
                </a:lnTo>
                <a:lnTo>
                  <a:pt x="49232" y="4093"/>
                </a:lnTo>
                <a:lnTo>
                  <a:pt x="49466" y="3987"/>
                </a:lnTo>
                <a:lnTo>
                  <a:pt x="49758" y="3881"/>
                </a:lnTo>
                <a:lnTo>
                  <a:pt x="50050" y="3615"/>
                </a:lnTo>
                <a:lnTo>
                  <a:pt x="50342" y="3455"/>
                </a:lnTo>
                <a:lnTo>
                  <a:pt x="50751" y="3190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817"/>
                </a:lnTo>
                <a:lnTo>
                  <a:pt x="52035" y="2711"/>
                </a:lnTo>
                <a:lnTo>
                  <a:pt x="52327" y="2445"/>
                </a:lnTo>
                <a:lnTo>
                  <a:pt x="52561" y="2339"/>
                </a:lnTo>
                <a:lnTo>
                  <a:pt x="52853" y="2179"/>
                </a:lnTo>
                <a:lnTo>
                  <a:pt x="53028" y="2073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255" y="1435"/>
                </a:lnTo>
                <a:lnTo>
                  <a:pt x="54547" y="1169"/>
                </a:lnTo>
                <a:lnTo>
                  <a:pt x="54839" y="1010"/>
                </a:lnTo>
                <a:lnTo>
                  <a:pt x="55131" y="903"/>
                </a:lnTo>
                <a:lnTo>
                  <a:pt x="55423" y="797"/>
                </a:lnTo>
                <a:lnTo>
                  <a:pt x="55715" y="531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340886" y="2981209"/>
            <a:ext cx="56708" cy="30199"/>
          </a:xfrm>
          <a:custGeom>
            <a:avLst/>
            <a:gdLst/>
            <a:ahLst/>
            <a:cxnLst/>
            <a:rect l="l" t="t" r="r" b="b"/>
            <a:pathLst>
              <a:path w="56708" h="30199">
                <a:moveTo>
                  <a:pt x="0" y="30199"/>
                </a:moveTo>
                <a:lnTo>
                  <a:pt x="292" y="30093"/>
                </a:lnTo>
                <a:lnTo>
                  <a:pt x="584" y="29933"/>
                </a:lnTo>
                <a:lnTo>
                  <a:pt x="992" y="29827"/>
                </a:lnTo>
                <a:lnTo>
                  <a:pt x="1109" y="29561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8923"/>
                </a:lnTo>
                <a:lnTo>
                  <a:pt x="2511" y="28817"/>
                </a:lnTo>
                <a:lnTo>
                  <a:pt x="2978" y="28657"/>
                </a:lnTo>
                <a:lnTo>
                  <a:pt x="3212" y="28551"/>
                </a:lnTo>
                <a:lnTo>
                  <a:pt x="3504" y="28391"/>
                </a:lnTo>
                <a:lnTo>
                  <a:pt x="3679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753"/>
                </a:lnTo>
                <a:lnTo>
                  <a:pt x="4905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477"/>
                </a:lnTo>
                <a:lnTo>
                  <a:pt x="7183" y="26371"/>
                </a:lnTo>
                <a:lnTo>
                  <a:pt x="7475" y="26211"/>
                </a:lnTo>
                <a:lnTo>
                  <a:pt x="7767" y="26105"/>
                </a:lnTo>
                <a:lnTo>
                  <a:pt x="8059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760" y="25573"/>
                </a:lnTo>
                <a:lnTo>
                  <a:pt x="9169" y="25307"/>
                </a:lnTo>
                <a:lnTo>
                  <a:pt x="9461" y="25201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03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081" y="23287"/>
                </a:lnTo>
                <a:lnTo>
                  <a:pt x="13549" y="23128"/>
                </a:lnTo>
                <a:lnTo>
                  <a:pt x="13666" y="22862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224"/>
                </a:lnTo>
                <a:lnTo>
                  <a:pt x="15067" y="22117"/>
                </a:lnTo>
                <a:lnTo>
                  <a:pt x="15534" y="21958"/>
                </a:lnTo>
                <a:lnTo>
                  <a:pt x="15768" y="21852"/>
                </a:lnTo>
                <a:lnTo>
                  <a:pt x="16060" y="21586"/>
                </a:lnTo>
                <a:lnTo>
                  <a:pt x="16235" y="21479"/>
                </a:lnTo>
                <a:lnTo>
                  <a:pt x="16469" y="21320"/>
                </a:lnTo>
                <a:lnTo>
                  <a:pt x="16761" y="21320"/>
                </a:lnTo>
                <a:lnTo>
                  <a:pt x="17053" y="21107"/>
                </a:lnTo>
                <a:lnTo>
                  <a:pt x="17462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9038" y="20044"/>
                </a:lnTo>
                <a:lnTo>
                  <a:pt x="19330" y="19778"/>
                </a:lnTo>
                <a:lnTo>
                  <a:pt x="19739" y="19672"/>
                </a:lnTo>
                <a:lnTo>
                  <a:pt x="20031" y="19565"/>
                </a:lnTo>
                <a:lnTo>
                  <a:pt x="20323" y="19406"/>
                </a:lnTo>
                <a:lnTo>
                  <a:pt x="20557" y="19140"/>
                </a:lnTo>
                <a:lnTo>
                  <a:pt x="20849" y="19034"/>
                </a:lnTo>
                <a:lnTo>
                  <a:pt x="21141" y="19034"/>
                </a:lnTo>
                <a:lnTo>
                  <a:pt x="21316" y="18874"/>
                </a:lnTo>
                <a:lnTo>
                  <a:pt x="21725" y="18661"/>
                </a:lnTo>
                <a:lnTo>
                  <a:pt x="22017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023"/>
                </a:lnTo>
                <a:lnTo>
                  <a:pt x="23127" y="17864"/>
                </a:lnTo>
                <a:lnTo>
                  <a:pt x="23419" y="17758"/>
                </a:lnTo>
                <a:lnTo>
                  <a:pt x="23827" y="17598"/>
                </a:lnTo>
                <a:lnTo>
                  <a:pt x="23944" y="17332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694"/>
                </a:lnTo>
                <a:lnTo>
                  <a:pt x="25404" y="16694"/>
                </a:lnTo>
                <a:lnTo>
                  <a:pt x="25638" y="16588"/>
                </a:lnTo>
                <a:lnTo>
                  <a:pt x="26105" y="16482"/>
                </a:lnTo>
                <a:lnTo>
                  <a:pt x="26222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32" y="15578"/>
                </a:lnTo>
                <a:lnTo>
                  <a:pt x="27624" y="15418"/>
                </a:lnTo>
                <a:lnTo>
                  <a:pt x="28032" y="15312"/>
                </a:lnTo>
                <a:lnTo>
                  <a:pt x="28324" y="15152"/>
                </a:lnTo>
                <a:lnTo>
                  <a:pt x="28616" y="14940"/>
                </a:lnTo>
                <a:lnTo>
                  <a:pt x="28792" y="14780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30018" y="14302"/>
                </a:lnTo>
                <a:lnTo>
                  <a:pt x="30310" y="14142"/>
                </a:lnTo>
                <a:lnTo>
                  <a:pt x="30602" y="14036"/>
                </a:lnTo>
                <a:lnTo>
                  <a:pt x="30894" y="13770"/>
                </a:lnTo>
                <a:lnTo>
                  <a:pt x="31186" y="13611"/>
                </a:lnTo>
                <a:lnTo>
                  <a:pt x="31595" y="13398"/>
                </a:lnTo>
                <a:lnTo>
                  <a:pt x="31887" y="13132"/>
                </a:lnTo>
                <a:lnTo>
                  <a:pt x="32296" y="12973"/>
                </a:lnTo>
                <a:lnTo>
                  <a:pt x="32588" y="12866"/>
                </a:lnTo>
                <a:lnTo>
                  <a:pt x="32880" y="12760"/>
                </a:lnTo>
                <a:lnTo>
                  <a:pt x="33113" y="12494"/>
                </a:lnTo>
                <a:lnTo>
                  <a:pt x="33405" y="12334"/>
                </a:lnTo>
                <a:lnTo>
                  <a:pt x="33697" y="12228"/>
                </a:lnTo>
                <a:lnTo>
                  <a:pt x="33814" y="12069"/>
                </a:lnTo>
                <a:lnTo>
                  <a:pt x="34281" y="11962"/>
                </a:lnTo>
                <a:lnTo>
                  <a:pt x="34573" y="1185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218"/>
                </a:lnTo>
                <a:lnTo>
                  <a:pt x="35975" y="11058"/>
                </a:lnTo>
                <a:lnTo>
                  <a:pt x="36384" y="10952"/>
                </a:lnTo>
                <a:lnTo>
                  <a:pt x="36501" y="10686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048"/>
                </a:lnTo>
                <a:lnTo>
                  <a:pt x="37902" y="9889"/>
                </a:lnTo>
                <a:lnTo>
                  <a:pt x="38194" y="9782"/>
                </a:lnTo>
                <a:lnTo>
                  <a:pt x="38661" y="9782"/>
                </a:lnTo>
                <a:lnTo>
                  <a:pt x="38895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589" y="8613"/>
                </a:lnTo>
                <a:lnTo>
                  <a:pt x="40881" y="8506"/>
                </a:lnTo>
                <a:lnTo>
                  <a:pt x="41173" y="824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574" y="744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684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433"/>
                </a:lnTo>
                <a:lnTo>
                  <a:pt x="44852" y="6326"/>
                </a:lnTo>
                <a:lnTo>
                  <a:pt x="45144" y="6167"/>
                </a:lnTo>
                <a:lnTo>
                  <a:pt x="45378" y="6061"/>
                </a:lnTo>
                <a:lnTo>
                  <a:pt x="45670" y="5795"/>
                </a:lnTo>
                <a:lnTo>
                  <a:pt x="45962" y="5688"/>
                </a:lnTo>
                <a:lnTo>
                  <a:pt x="46254" y="5529"/>
                </a:lnTo>
                <a:lnTo>
                  <a:pt x="46838" y="5157"/>
                </a:lnTo>
                <a:lnTo>
                  <a:pt x="47071" y="5050"/>
                </a:lnTo>
                <a:lnTo>
                  <a:pt x="47363" y="5050"/>
                </a:lnTo>
                <a:lnTo>
                  <a:pt x="47655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765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459" y="3243"/>
                </a:lnTo>
                <a:lnTo>
                  <a:pt x="50751" y="3083"/>
                </a:lnTo>
                <a:lnTo>
                  <a:pt x="51159" y="2977"/>
                </a:lnTo>
                <a:lnTo>
                  <a:pt x="51451" y="2711"/>
                </a:lnTo>
                <a:lnTo>
                  <a:pt x="51627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145" y="1967"/>
                </a:lnTo>
                <a:lnTo>
                  <a:pt x="53437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430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397595" y="2951063"/>
            <a:ext cx="56824" cy="30146"/>
          </a:xfrm>
          <a:custGeom>
            <a:avLst/>
            <a:gdLst/>
            <a:ahLst/>
            <a:cxnLst/>
            <a:rect l="l" t="t" r="r" b="b"/>
            <a:pathLst>
              <a:path w="56824" h="30146">
                <a:moveTo>
                  <a:pt x="0" y="30146"/>
                </a:moveTo>
                <a:lnTo>
                  <a:pt x="233" y="29933"/>
                </a:lnTo>
                <a:lnTo>
                  <a:pt x="700" y="29774"/>
                </a:lnTo>
                <a:lnTo>
                  <a:pt x="992" y="29667"/>
                </a:lnTo>
                <a:lnTo>
                  <a:pt x="1226" y="29508"/>
                </a:lnTo>
                <a:lnTo>
                  <a:pt x="1518" y="29242"/>
                </a:lnTo>
                <a:lnTo>
                  <a:pt x="1810" y="29136"/>
                </a:lnTo>
                <a:lnTo>
                  <a:pt x="2102" y="29029"/>
                </a:lnTo>
                <a:lnTo>
                  <a:pt x="2219" y="28870"/>
                </a:lnTo>
                <a:lnTo>
                  <a:pt x="2686" y="28604"/>
                </a:lnTo>
                <a:lnTo>
                  <a:pt x="2920" y="28498"/>
                </a:lnTo>
                <a:lnTo>
                  <a:pt x="3212" y="28391"/>
                </a:lnTo>
                <a:lnTo>
                  <a:pt x="3504" y="28232"/>
                </a:lnTo>
                <a:lnTo>
                  <a:pt x="3796" y="28125"/>
                </a:lnTo>
                <a:lnTo>
                  <a:pt x="4088" y="27966"/>
                </a:lnTo>
                <a:lnTo>
                  <a:pt x="4321" y="27860"/>
                </a:lnTo>
                <a:lnTo>
                  <a:pt x="4613" y="27700"/>
                </a:lnTo>
                <a:lnTo>
                  <a:pt x="4905" y="27487"/>
                </a:lnTo>
                <a:lnTo>
                  <a:pt x="5197" y="27328"/>
                </a:lnTo>
                <a:lnTo>
                  <a:pt x="5489" y="27222"/>
                </a:lnTo>
                <a:lnTo>
                  <a:pt x="5781" y="27062"/>
                </a:lnTo>
                <a:lnTo>
                  <a:pt x="6015" y="26849"/>
                </a:lnTo>
                <a:lnTo>
                  <a:pt x="6307" y="26690"/>
                </a:lnTo>
                <a:lnTo>
                  <a:pt x="6599" y="26584"/>
                </a:lnTo>
                <a:lnTo>
                  <a:pt x="7008" y="26424"/>
                </a:lnTo>
                <a:lnTo>
                  <a:pt x="7300" y="26158"/>
                </a:lnTo>
                <a:lnTo>
                  <a:pt x="7475" y="26052"/>
                </a:lnTo>
                <a:lnTo>
                  <a:pt x="7709" y="25946"/>
                </a:lnTo>
                <a:lnTo>
                  <a:pt x="8001" y="25946"/>
                </a:lnTo>
                <a:lnTo>
                  <a:pt x="8293" y="25680"/>
                </a:lnTo>
                <a:lnTo>
                  <a:pt x="8585" y="25520"/>
                </a:lnTo>
                <a:lnTo>
                  <a:pt x="8993" y="25414"/>
                </a:lnTo>
                <a:lnTo>
                  <a:pt x="9285" y="25307"/>
                </a:lnTo>
                <a:lnTo>
                  <a:pt x="9577" y="25042"/>
                </a:lnTo>
                <a:lnTo>
                  <a:pt x="9869" y="24882"/>
                </a:lnTo>
                <a:lnTo>
                  <a:pt x="10278" y="24616"/>
                </a:lnTo>
                <a:lnTo>
                  <a:pt x="10570" y="24404"/>
                </a:lnTo>
                <a:lnTo>
                  <a:pt x="10862" y="24244"/>
                </a:lnTo>
                <a:lnTo>
                  <a:pt x="11271" y="24138"/>
                </a:lnTo>
                <a:lnTo>
                  <a:pt x="11563" y="23978"/>
                </a:lnTo>
                <a:lnTo>
                  <a:pt x="11797" y="23766"/>
                </a:lnTo>
                <a:lnTo>
                  <a:pt x="12089" y="23606"/>
                </a:lnTo>
                <a:lnTo>
                  <a:pt x="12381" y="23606"/>
                </a:lnTo>
                <a:lnTo>
                  <a:pt x="12556" y="23500"/>
                </a:lnTo>
                <a:lnTo>
                  <a:pt x="12789" y="23234"/>
                </a:lnTo>
                <a:lnTo>
                  <a:pt x="13257" y="23074"/>
                </a:lnTo>
                <a:lnTo>
                  <a:pt x="13490" y="22968"/>
                </a:lnTo>
                <a:lnTo>
                  <a:pt x="13782" y="22862"/>
                </a:lnTo>
                <a:lnTo>
                  <a:pt x="14074" y="22596"/>
                </a:lnTo>
                <a:lnTo>
                  <a:pt x="14366" y="22436"/>
                </a:lnTo>
                <a:lnTo>
                  <a:pt x="14658" y="22330"/>
                </a:lnTo>
                <a:lnTo>
                  <a:pt x="14950" y="22224"/>
                </a:lnTo>
                <a:lnTo>
                  <a:pt x="15184" y="21958"/>
                </a:lnTo>
                <a:lnTo>
                  <a:pt x="15476" y="21798"/>
                </a:lnTo>
                <a:lnTo>
                  <a:pt x="15768" y="21692"/>
                </a:lnTo>
                <a:lnTo>
                  <a:pt x="16060" y="21533"/>
                </a:lnTo>
                <a:lnTo>
                  <a:pt x="16352" y="21320"/>
                </a:lnTo>
                <a:lnTo>
                  <a:pt x="16644" y="21320"/>
                </a:lnTo>
                <a:lnTo>
                  <a:pt x="16878" y="21160"/>
                </a:lnTo>
                <a:lnTo>
                  <a:pt x="17170" y="21054"/>
                </a:lnTo>
                <a:lnTo>
                  <a:pt x="17462" y="20788"/>
                </a:lnTo>
                <a:lnTo>
                  <a:pt x="17754" y="20682"/>
                </a:lnTo>
                <a:lnTo>
                  <a:pt x="18046" y="20522"/>
                </a:lnTo>
                <a:lnTo>
                  <a:pt x="18338" y="20416"/>
                </a:lnTo>
                <a:lnTo>
                  <a:pt x="18571" y="20150"/>
                </a:lnTo>
                <a:lnTo>
                  <a:pt x="18863" y="19991"/>
                </a:lnTo>
                <a:lnTo>
                  <a:pt x="19155" y="19884"/>
                </a:lnTo>
                <a:lnTo>
                  <a:pt x="19564" y="19778"/>
                </a:lnTo>
                <a:lnTo>
                  <a:pt x="19856" y="19512"/>
                </a:lnTo>
                <a:lnTo>
                  <a:pt x="20031" y="19353"/>
                </a:lnTo>
                <a:lnTo>
                  <a:pt x="20265" y="19246"/>
                </a:lnTo>
                <a:lnTo>
                  <a:pt x="20557" y="19140"/>
                </a:lnTo>
                <a:lnTo>
                  <a:pt x="20849" y="18980"/>
                </a:lnTo>
                <a:lnTo>
                  <a:pt x="21141" y="18874"/>
                </a:lnTo>
                <a:lnTo>
                  <a:pt x="21550" y="18715"/>
                </a:lnTo>
                <a:lnTo>
                  <a:pt x="21842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543" y="18077"/>
                </a:lnTo>
                <a:lnTo>
                  <a:pt x="22835" y="17970"/>
                </a:lnTo>
                <a:lnTo>
                  <a:pt x="23127" y="17704"/>
                </a:lnTo>
                <a:lnTo>
                  <a:pt x="23360" y="17598"/>
                </a:lnTo>
                <a:lnTo>
                  <a:pt x="23827" y="17439"/>
                </a:lnTo>
                <a:lnTo>
                  <a:pt x="24119" y="17332"/>
                </a:lnTo>
                <a:lnTo>
                  <a:pt x="24353" y="17066"/>
                </a:lnTo>
                <a:lnTo>
                  <a:pt x="24645" y="16960"/>
                </a:lnTo>
                <a:lnTo>
                  <a:pt x="24937" y="16801"/>
                </a:lnTo>
                <a:lnTo>
                  <a:pt x="25346" y="16535"/>
                </a:lnTo>
                <a:lnTo>
                  <a:pt x="25813" y="16428"/>
                </a:lnTo>
                <a:lnTo>
                  <a:pt x="26047" y="16269"/>
                </a:lnTo>
                <a:lnTo>
                  <a:pt x="26339" y="16163"/>
                </a:lnTo>
                <a:lnTo>
                  <a:pt x="26631" y="15897"/>
                </a:lnTo>
                <a:lnTo>
                  <a:pt x="26923" y="15790"/>
                </a:lnTo>
                <a:lnTo>
                  <a:pt x="27215" y="15631"/>
                </a:lnTo>
                <a:lnTo>
                  <a:pt x="27448" y="15525"/>
                </a:lnTo>
                <a:lnTo>
                  <a:pt x="27740" y="15259"/>
                </a:lnTo>
                <a:lnTo>
                  <a:pt x="28032" y="15152"/>
                </a:lnTo>
                <a:lnTo>
                  <a:pt x="28324" y="14993"/>
                </a:lnTo>
                <a:lnTo>
                  <a:pt x="28616" y="14887"/>
                </a:lnTo>
                <a:lnTo>
                  <a:pt x="28908" y="14621"/>
                </a:lnTo>
                <a:lnTo>
                  <a:pt x="29142" y="14514"/>
                </a:lnTo>
                <a:lnTo>
                  <a:pt x="29434" y="14355"/>
                </a:lnTo>
                <a:lnTo>
                  <a:pt x="29726" y="14249"/>
                </a:lnTo>
                <a:lnTo>
                  <a:pt x="30018" y="14249"/>
                </a:lnTo>
                <a:lnTo>
                  <a:pt x="30310" y="14089"/>
                </a:lnTo>
                <a:lnTo>
                  <a:pt x="30602" y="13983"/>
                </a:lnTo>
                <a:lnTo>
                  <a:pt x="30836" y="13876"/>
                </a:lnTo>
                <a:lnTo>
                  <a:pt x="31128" y="13611"/>
                </a:lnTo>
                <a:lnTo>
                  <a:pt x="31420" y="13451"/>
                </a:lnTo>
                <a:lnTo>
                  <a:pt x="31712" y="13345"/>
                </a:lnTo>
                <a:lnTo>
                  <a:pt x="32120" y="13185"/>
                </a:lnTo>
                <a:lnTo>
                  <a:pt x="32412" y="12973"/>
                </a:lnTo>
                <a:lnTo>
                  <a:pt x="32529" y="12813"/>
                </a:lnTo>
                <a:lnTo>
                  <a:pt x="32821" y="12707"/>
                </a:lnTo>
                <a:lnTo>
                  <a:pt x="33113" y="12547"/>
                </a:lnTo>
                <a:lnTo>
                  <a:pt x="33405" y="12334"/>
                </a:lnTo>
                <a:lnTo>
                  <a:pt x="33697" y="12175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803"/>
                </a:lnTo>
                <a:lnTo>
                  <a:pt x="34924" y="1164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5917" y="11005"/>
                </a:lnTo>
                <a:lnTo>
                  <a:pt x="36384" y="10899"/>
                </a:lnTo>
                <a:lnTo>
                  <a:pt x="36617" y="10793"/>
                </a:lnTo>
                <a:lnTo>
                  <a:pt x="36909" y="10527"/>
                </a:lnTo>
                <a:lnTo>
                  <a:pt x="37201" y="10367"/>
                </a:lnTo>
                <a:lnTo>
                  <a:pt x="37493" y="10261"/>
                </a:lnTo>
                <a:lnTo>
                  <a:pt x="37610" y="10101"/>
                </a:lnTo>
                <a:lnTo>
                  <a:pt x="37902" y="9889"/>
                </a:lnTo>
                <a:lnTo>
                  <a:pt x="38311" y="9729"/>
                </a:lnTo>
                <a:lnTo>
                  <a:pt x="38603" y="9623"/>
                </a:lnTo>
                <a:lnTo>
                  <a:pt x="38895" y="9623"/>
                </a:lnTo>
                <a:lnTo>
                  <a:pt x="39187" y="9357"/>
                </a:lnTo>
                <a:lnTo>
                  <a:pt x="39479" y="9251"/>
                </a:lnTo>
                <a:lnTo>
                  <a:pt x="39771" y="9091"/>
                </a:lnTo>
                <a:lnTo>
                  <a:pt x="40005" y="8985"/>
                </a:lnTo>
                <a:lnTo>
                  <a:pt x="40297" y="8719"/>
                </a:lnTo>
                <a:lnTo>
                  <a:pt x="40589" y="8560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698" y="7922"/>
                </a:lnTo>
                <a:lnTo>
                  <a:pt x="41990" y="7815"/>
                </a:lnTo>
                <a:lnTo>
                  <a:pt x="42282" y="7709"/>
                </a:lnTo>
                <a:lnTo>
                  <a:pt x="42574" y="7443"/>
                </a:lnTo>
                <a:lnTo>
                  <a:pt x="42866" y="7284"/>
                </a:lnTo>
                <a:lnTo>
                  <a:pt x="43158" y="7284"/>
                </a:lnTo>
                <a:lnTo>
                  <a:pt x="43392" y="7177"/>
                </a:lnTo>
                <a:lnTo>
                  <a:pt x="43684" y="6911"/>
                </a:lnTo>
                <a:lnTo>
                  <a:pt x="43976" y="6805"/>
                </a:lnTo>
                <a:lnTo>
                  <a:pt x="44268" y="6646"/>
                </a:lnTo>
                <a:lnTo>
                  <a:pt x="44677" y="6539"/>
                </a:lnTo>
                <a:lnTo>
                  <a:pt x="44969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476"/>
                </a:lnTo>
                <a:lnTo>
                  <a:pt x="46662" y="5369"/>
                </a:lnTo>
                <a:lnTo>
                  <a:pt x="46954" y="5104"/>
                </a:lnTo>
                <a:lnTo>
                  <a:pt x="47246" y="4997"/>
                </a:lnTo>
                <a:lnTo>
                  <a:pt x="47480" y="4997"/>
                </a:lnTo>
                <a:lnTo>
                  <a:pt x="47655" y="4838"/>
                </a:lnTo>
                <a:lnTo>
                  <a:pt x="47947" y="4625"/>
                </a:lnTo>
                <a:lnTo>
                  <a:pt x="48181" y="4466"/>
                </a:lnTo>
                <a:lnTo>
                  <a:pt x="48473" y="4359"/>
                </a:lnTo>
                <a:lnTo>
                  <a:pt x="48940" y="4200"/>
                </a:lnTo>
                <a:lnTo>
                  <a:pt x="49174" y="3987"/>
                </a:lnTo>
                <a:lnTo>
                  <a:pt x="49466" y="3828"/>
                </a:lnTo>
                <a:lnTo>
                  <a:pt x="49758" y="3721"/>
                </a:lnTo>
                <a:lnTo>
                  <a:pt x="50050" y="3562"/>
                </a:lnTo>
                <a:lnTo>
                  <a:pt x="50167" y="3296"/>
                </a:lnTo>
                <a:lnTo>
                  <a:pt x="50459" y="3190"/>
                </a:lnTo>
                <a:lnTo>
                  <a:pt x="50867" y="3083"/>
                </a:lnTo>
                <a:lnTo>
                  <a:pt x="51159" y="2924"/>
                </a:lnTo>
                <a:lnTo>
                  <a:pt x="51451" y="2658"/>
                </a:lnTo>
                <a:lnTo>
                  <a:pt x="51743" y="2658"/>
                </a:lnTo>
                <a:lnTo>
                  <a:pt x="52035" y="2552"/>
                </a:lnTo>
                <a:lnTo>
                  <a:pt x="52269" y="2445"/>
                </a:lnTo>
                <a:lnTo>
                  <a:pt x="52561" y="2179"/>
                </a:lnTo>
                <a:lnTo>
                  <a:pt x="52853" y="2020"/>
                </a:lnTo>
                <a:lnTo>
                  <a:pt x="53145" y="1914"/>
                </a:lnTo>
                <a:lnTo>
                  <a:pt x="53437" y="1754"/>
                </a:lnTo>
                <a:lnTo>
                  <a:pt x="53729" y="1541"/>
                </a:lnTo>
                <a:lnTo>
                  <a:pt x="53963" y="1382"/>
                </a:lnTo>
                <a:lnTo>
                  <a:pt x="54255" y="1276"/>
                </a:lnTo>
                <a:lnTo>
                  <a:pt x="54547" y="1116"/>
                </a:lnTo>
                <a:lnTo>
                  <a:pt x="54839" y="903"/>
                </a:lnTo>
                <a:lnTo>
                  <a:pt x="55131" y="744"/>
                </a:lnTo>
                <a:lnTo>
                  <a:pt x="55423" y="638"/>
                </a:lnTo>
                <a:lnTo>
                  <a:pt x="55656" y="478"/>
                </a:lnTo>
                <a:lnTo>
                  <a:pt x="55948" y="372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454419" y="2920704"/>
            <a:ext cx="56649" cy="30358"/>
          </a:xfrm>
          <a:custGeom>
            <a:avLst/>
            <a:gdLst/>
            <a:ahLst/>
            <a:cxnLst/>
            <a:rect l="l" t="t" r="r" b="b"/>
            <a:pathLst>
              <a:path w="56649" h="30358">
                <a:moveTo>
                  <a:pt x="0" y="30358"/>
                </a:moveTo>
                <a:lnTo>
                  <a:pt x="408" y="30093"/>
                </a:lnTo>
                <a:lnTo>
                  <a:pt x="700" y="29933"/>
                </a:lnTo>
                <a:lnTo>
                  <a:pt x="1109" y="29720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394" y="29029"/>
                </a:lnTo>
                <a:lnTo>
                  <a:pt x="2686" y="28817"/>
                </a:lnTo>
                <a:lnTo>
                  <a:pt x="2920" y="28657"/>
                </a:lnTo>
                <a:lnTo>
                  <a:pt x="3212" y="28551"/>
                </a:lnTo>
                <a:lnTo>
                  <a:pt x="3387" y="28391"/>
                </a:lnTo>
                <a:lnTo>
                  <a:pt x="3679" y="28285"/>
                </a:lnTo>
                <a:lnTo>
                  <a:pt x="3912" y="28179"/>
                </a:lnTo>
                <a:lnTo>
                  <a:pt x="4204" y="28019"/>
                </a:lnTo>
                <a:lnTo>
                  <a:pt x="4613" y="27913"/>
                </a:lnTo>
                <a:lnTo>
                  <a:pt x="4905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275"/>
                </a:lnTo>
                <a:lnTo>
                  <a:pt x="5898" y="27009"/>
                </a:lnTo>
                <a:lnTo>
                  <a:pt x="6190" y="26849"/>
                </a:lnTo>
                <a:lnTo>
                  <a:pt x="6599" y="26743"/>
                </a:lnTo>
                <a:lnTo>
                  <a:pt x="6891" y="26637"/>
                </a:lnTo>
                <a:lnTo>
                  <a:pt x="7183" y="26371"/>
                </a:lnTo>
                <a:lnTo>
                  <a:pt x="7475" y="26211"/>
                </a:lnTo>
                <a:lnTo>
                  <a:pt x="7767" y="26105"/>
                </a:lnTo>
                <a:lnTo>
                  <a:pt x="8001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461" y="25201"/>
                </a:lnTo>
                <a:lnTo>
                  <a:pt x="9694" y="25095"/>
                </a:lnTo>
                <a:lnTo>
                  <a:pt x="9986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659"/>
                </a:lnTo>
                <a:lnTo>
                  <a:pt x="12965" y="23393"/>
                </a:lnTo>
                <a:lnTo>
                  <a:pt x="13257" y="23287"/>
                </a:lnTo>
                <a:lnTo>
                  <a:pt x="13373" y="23128"/>
                </a:lnTo>
                <a:lnTo>
                  <a:pt x="13666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483" y="22490"/>
                </a:lnTo>
                <a:lnTo>
                  <a:pt x="14950" y="22383"/>
                </a:lnTo>
                <a:lnTo>
                  <a:pt x="15242" y="22117"/>
                </a:lnTo>
                <a:lnTo>
                  <a:pt x="15476" y="22011"/>
                </a:lnTo>
                <a:lnTo>
                  <a:pt x="15768" y="21852"/>
                </a:lnTo>
                <a:lnTo>
                  <a:pt x="15943" y="21745"/>
                </a:lnTo>
                <a:lnTo>
                  <a:pt x="16177" y="21479"/>
                </a:lnTo>
                <a:lnTo>
                  <a:pt x="16469" y="21320"/>
                </a:lnTo>
                <a:lnTo>
                  <a:pt x="16761" y="21320"/>
                </a:lnTo>
                <a:lnTo>
                  <a:pt x="17170" y="21214"/>
                </a:lnTo>
                <a:lnTo>
                  <a:pt x="17462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155" y="20044"/>
                </a:lnTo>
                <a:lnTo>
                  <a:pt x="19447" y="19938"/>
                </a:lnTo>
                <a:lnTo>
                  <a:pt x="19739" y="19672"/>
                </a:lnTo>
                <a:lnTo>
                  <a:pt x="20031" y="19565"/>
                </a:lnTo>
                <a:lnTo>
                  <a:pt x="20265" y="19406"/>
                </a:lnTo>
                <a:lnTo>
                  <a:pt x="20557" y="19299"/>
                </a:lnTo>
                <a:lnTo>
                  <a:pt x="20849" y="19034"/>
                </a:lnTo>
                <a:lnTo>
                  <a:pt x="21024" y="19034"/>
                </a:lnTo>
                <a:lnTo>
                  <a:pt x="21258" y="18927"/>
                </a:lnTo>
                <a:lnTo>
                  <a:pt x="21550" y="18768"/>
                </a:lnTo>
                <a:lnTo>
                  <a:pt x="21842" y="18502"/>
                </a:lnTo>
                <a:lnTo>
                  <a:pt x="22134" y="18396"/>
                </a:lnTo>
                <a:lnTo>
                  <a:pt x="22426" y="18289"/>
                </a:lnTo>
                <a:lnTo>
                  <a:pt x="22718" y="18130"/>
                </a:lnTo>
                <a:lnTo>
                  <a:pt x="22951" y="17864"/>
                </a:lnTo>
                <a:lnTo>
                  <a:pt x="23419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226"/>
                </a:lnTo>
                <a:lnTo>
                  <a:pt x="24411" y="17120"/>
                </a:lnTo>
                <a:lnTo>
                  <a:pt x="24645" y="16960"/>
                </a:lnTo>
                <a:lnTo>
                  <a:pt x="24937" y="16854"/>
                </a:lnTo>
                <a:lnTo>
                  <a:pt x="25346" y="16747"/>
                </a:lnTo>
                <a:lnTo>
                  <a:pt x="25638" y="16588"/>
                </a:lnTo>
                <a:lnTo>
                  <a:pt x="25930" y="16482"/>
                </a:lnTo>
                <a:lnTo>
                  <a:pt x="26047" y="16322"/>
                </a:lnTo>
                <a:lnTo>
                  <a:pt x="26339" y="16056"/>
                </a:lnTo>
                <a:lnTo>
                  <a:pt x="26631" y="15950"/>
                </a:lnTo>
                <a:lnTo>
                  <a:pt x="26923" y="15844"/>
                </a:lnTo>
                <a:lnTo>
                  <a:pt x="27215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500" y="15046"/>
                </a:lnTo>
                <a:lnTo>
                  <a:pt x="28616" y="14780"/>
                </a:lnTo>
                <a:lnTo>
                  <a:pt x="28908" y="14674"/>
                </a:lnTo>
                <a:lnTo>
                  <a:pt x="29200" y="14514"/>
                </a:lnTo>
                <a:lnTo>
                  <a:pt x="29609" y="14408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664"/>
                </a:lnTo>
                <a:lnTo>
                  <a:pt x="31128" y="13504"/>
                </a:lnTo>
                <a:lnTo>
                  <a:pt x="31595" y="13398"/>
                </a:lnTo>
                <a:lnTo>
                  <a:pt x="31828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2996" y="12600"/>
                </a:lnTo>
                <a:lnTo>
                  <a:pt x="33288" y="12334"/>
                </a:lnTo>
                <a:lnTo>
                  <a:pt x="33522" y="12228"/>
                </a:lnTo>
                <a:lnTo>
                  <a:pt x="33814" y="12122"/>
                </a:lnTo>
                <a:lnTo>
                  <a:pt x="34106" y="12122"/>
                </a:lnTo>
                <a:lnTo>
                  <a:pt x="34398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216" y="11431"/>
                </a:lnTo>
                <a:lnTo>
                  <a:pt x="35508" y="11218"/>
                </a:lnTo>
                <a:lnTo>
                  <a:pt x="35975" y="11058"/>
                </a:lnTo>
                <a:lnTo>
                  <a:pt x="36384" y="10793"/>
                </a:lnTo>
                <a:lnTo>
                  <a:pt x="36676" y="10580"/>
                </a:lnTo>
                <a:lnTo>
                  <a:pt x="36909" y="10420"/>
                </a:lnTo>
                <a:lnTo>
                  <a:pt x="37201" y="10314"/>
                </a:lnTo>
                <a:lnTo>
                  <a:pt x="37493" y="10155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76"/>
                </a:lnTo>
                <a:lnTo>
                  <a:pt x="38895" y="9410"/>
                </a:lnTo>
                <a:lnTo>
                  <a:pt x="39187" y="9251"/>
                </a:lnTo>
                <a:lnTo>
                  <a:pt x="39479" y="9144"/>
                </a:lnTo>
                <a:lnTo>
                  <a:pt x="39771" y="9038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8" y="8347"/>
                </a:lnTo>
                <a:lnTo>
                  <a:pt x="41173" y="8134"/>
                </a:lnTo>
                <a:lnTo>
                  <a:pt x="41465" y="7975"/>
                </a:lnTo>
                <a:lnTo>
                  <a:pt x="41757" y="7868"/>
                </a:lnTo>
                <a:lnTo>
                  <a:pt x="42166" y="7709"/>
                </a:lnTo>
                <a:lnTo>
                  <a:pt x="42458" y="7496"/>
                </a:lnTo>
                <a:lnTo>
                  <a:pt x="42691" y="7337"/>
                </a:lnTo>
                <a:lnTo>
                  <a:pt x="42983" y="7337"/>
                </a:lnTo>
                <a:lnTo>
                  <a:pt x="43275" y="7230"/>
                </a:lnTo>
                <a:lnTo>
                  <a:pt x="43567" y="6965"/>
                </a:lnTo>
                <a:lnTo>
                  <a:pt x="44151" y="6699"/>
                </a:lnTo>
                <a:lnTo>
                  <a:pt x="44385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54"/>
                </a:lnTo>
                <a:lnTo>
                  <a:pt x="45845" y="5688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316"/>
                </a:lnTo>
                <a:lnTo>
                  <a:pt x="46954" y="5050"/>
                </a:lnTo>
                <a:lnTo>
                  <a:pt x="47246" y="5050"/>
                </a:lnTo>
                <a:lnTo>
                  <a:pt x="47538" y="4891"/>
                </a:lnTo>
                <a:lnTo>
                  <a:pt x="47772" y="4785"/>
                </a:lnTo>
                <a:lnTo>
                  <a:pt x="48064" y="4519"/>
                </a:lnTo>
                <a:lnTo>
                  <a:pt x="48473" y="4412"/>
                </a:lnTo>
                <a:lnTo>
                  <a:pt x="48648" y="4253"/>
                </a:lnTo>
                <a:lnTo>
                  <a:pt x="48940" y="4147"/>
                </a:lnTo>
                <a:lnTo>
                  <a:pt x="49174" y="3881"/>
                </a:lnTo>
                <a:lnTo>
                  <a:pt x="49466" y="3774"/>
                </a:lnTo>
                <a:lnTo>
                  <a:pt x="49758" y="3615"/>
                </a:lnTo>
                <a:lnTo>
                  <a:pt x="50050" y="350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451" y="2711"/>
                </a:lnTo>
                <a:lnTo>
                  <a:pt x="51743" y="2605"/>
                </a:lnTo>
                <a:lnTo>
                  <a:pt x="52035" y="2445"/>
                </a:lnTo>
                <a:lnTo>
                  <a:pt x="52327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320" y="1807"/>
                </a:lnTo>
                <a:lnTo>
                  <a:pt x="53554" y="1701"/>
                </a:lnTo>
                <a:lnTo>
                  <a:pt x="53729" y="1435"/>
                </a:lnTo>
                <a:lnTo>
                  <a:pt x="54021" y="1329"/>
                </a:lnTo>
                <a:lnTo>
                  <a:pt x="54255" y="1169"/>
                </a:lnTo>
                <a:lnTo>
                  <a:pt x="54722" y="1063"/>
                </a:lnTo>
                <a:lnTo>
                  <a:pt x="54956" y="797"/>
                </a:lnTo>
                <a:lnTo>
                  <a:pt x="55248" y="691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649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511069" y="2890398"/>
            <a:ext cx="56883" cy="30305"/>
          </a:xfrm>
          <a:custGeom>
            <a:avLst/>
            <a:gdLst/>
            <a:ahLst/>
            <a:cxnLst/>
            <a:rect l="l" t="t" r="r" b="b"/>
            <a:pathLst>
              <a:path w="56883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876" y="29827"/>
                </a:lnTo>
                <a:lnTo>
                  <a:pt x="1168" y="29667"/>
                </a:lnTo>
                <a:lnTo>
                  <a:pt x="1460" y="29561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861" y="28657"/>
                </a:lnTo>
                <a:lnTo>
                  <a:pt x="3153" y="28551"/>
                </a:lnTo>
                <a:lnTo>
                  <a:pt x="3387" y="28391"/>
                </a:lnTo>
                <a:lnTo>
                  <a:pt x="3679" y="28391"/>
                </a:lnTo>
                <a:lnTo>
                  <a:pt x="3971" y="28125"/>
                </a:lnTo>
                <a:lnTo>
                  <a:pt x="4380" y="28019"/>
                </a:lnTo>
                <a:lnTo>
                  <a:pt x="4555" y="27913"/>
                </a:lnTo>
                <a:lnTo>
                  <a:pt x="4847" y="27753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22"/>
                </a:lnTo>
                <a:lnTo>
                  <a:pt x="5956" y="27115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584"/>
                </a:lnTo>
                <a:lnTo>
                  <a:pt x="7358" y="26211"/>
                </a:lnTo>
                <a:lnTo>
                  <a:pt x="7650" y="26105"/>
                </a:lnTo>
                <a:lnTo>
                  <a:pt x="7942" y="26105"/>
                </a:lnTo>
                <a:lnTo>
                  <a:pt x="8234" y="25946"/>
                </a:lnTo>
                <a:lnTo>
                  <a:pt x="8643" y="25680"/>
                </a:lnTo>
                <a:lnTo>
                  <a:pt x="8935" y="25573"/>
                </a:lnTo>
                <a:lnTo>
                  <a:pt x="9169" y="25467"/>
                </a:lnTo>
                <a:lnTo>
                  <a:pt x="9461" y="25307"/>
                </a:lnTo>
                <a:lnTo>
                  <a:pt x="9636" y="25042"/>
                </a:lnTo>
                <a:lnTo>
                  <a:pt x="9869" y="24935"/>
                </a:lnTo>
                <a:lnTo>
                  <a:pt x="10161" y="24829"/>
                </a:lnTo>
                <a:lnTo>
                  <a:pt x="10629" y="24669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287"/>
                </a:lnTo>
                <a:lnTo>
                  <a:pt x="13432" y="23128"/>
                </a:lnTo>
                <a:lnTo>
                  <a:pt x="13724" y="23021"/>
                </a:lnTo>
                <a:lnTo>
                  <a:pt x="14016" y="22862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418" y="21958"/>
                </a:lnTo>
                <a:lnTo>
                  <a:pt x="15710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527" y="21320"/>
                </a:lnTo>
                <a:lnTo>
                  <a:pt x="16936" y="21320"/>
                </a:lnTo>
                <a:lnTo>
                  <a:pt x="17228" y="21214"/>
                </a:lnTo>
                <a:lnTo>
                  <a:pt x="17637" y="20841"/>
                </a:lnTo>
                <a:lnTo>
                  <a:pt x="17929" y="20682"/>
                </a:lnTo>
                <a:lnTo>
                  <a:pt x="18221" y="20576"/>
                </a:lnTo>
                <a:lnTo>
                  <a:pt x="18513" y="20416"/>
                </a:lnTo>
                <a:lnTo>
                  <a:pt x="18922" y="20203"/>
                </a:lnTo>
                <a:lnTo>
                  <a:pt x="19214" y="20044"/>
                </a:lnTo>
                <a:lnTo>
                  <a:pt x="19506" y="19938"/>
                </a:lnTo>
                <a:lnTo>
                  <a:pt x="19622" y="19778"/>
                </a:lnTo>
                <a:lnTo>
                  <a:pt x="19914" y="19565"/>
                </a:lnTo>
                <a:lnTo>
                  <a:pt x="20206" y="19406"/>
                </a:lnTo>
                <a:lnTo>
                  <a:pt x="20499" y="19299"/>
                </a:lnTo>
                <a:lnTo>
                  <a:pt x="20732" y="19140"/>
                </a:lnTo>
                <a:lnTo>
                  <a:pt x="21199" y="19034"/>
                </a:lnTo>
                <a:lnTo>
                  <a:pt x="21491" y="18874"/>
                </a:lnTo>
                <a:lnTo>
                  <a:pt x="21725" y="18768"/>
                </a:lnTo>
                <a:lnTo>
                  <a:pt x="22017" y="18661"/>
                </a:lnTo>
                <a:lnTo>
                  <a:pt x="22192" y="18396"/>
                </a:lnTo>
                <a:lnTo>
                  <a:pt x="22426" y="18236"/>
                </a:lnTo>
                <a:lnTo>
                  <a:pt x="22718" y="18130"/>
                </a:lnTo>
                <a:lnTo>
                  <a:pt x="23127" y="18023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492"/>
                </a:lnTo>
                <a:lnTo>
                  <a:pt x="24295" y="17332"/>
                </a:lnTo>
                <a:lnTo>
                  <a:pt x="24587" y="17120"/>
                </a:lnTo>
                <a:lnTo>
                  <a:pt x="24703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5988" y="16482"/>
                </a:lnTo>
                <a:lnTo>
                  <a:pt x="26280" y="16322"/>
                </a:lnTo>
                <a:lnTo>
                  <a:pt x="26514" y="1621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78"/>
                </a:lnTo>
                <a:lnTo>
                  <a:pt x="27974" y="15312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940"/>
                </a:lnTo>
                <a:lnTo>
                  <a:pt x="29084" y="14674"/>
                </a:lnTo>
                <a:lnTo>
                  <a:pt x="29492" y="14514"/>
                </a:lnTo>
                <a:lnTo>
                  <a:pt x="29784" y="14408"/>
                </a:lnTo>
                <a:lnTo>
                  <a:pt x="30193" y="14142"/>
                </a:lnTo>
                <a:lnTo>
                  <a:pt x="30485" y="14036"/>
                </a:lnTo>
                <a:lnTo>
                  <a:pt x="30777" y="13876"/>
                </a:lnTo>
                <a:lnTo>
                  <a:pt x="31069" y="13770"/>
                </a:lnTo>
                <a:lnTo>
                  <a:pt x="31478" y="13504"/>
                </a:lnTo>
                <a:lnTo>
                  <a:pt x="31770" y="13398"/>
                </a:lnTo>
                <a:lnTo>
                  <a:pt x="32062" y="13238"/>
                </a:lnTo>
                <a:lnTo>
                  <a:pt x="32296" y="13132"/>
                </a:lnTo>
                <a:lnTo>
                  <a:pt x="32471" y="12866"/>
                </a:lnTo>
                <a:lnTo>
                  <a:pt x="32763" y="12707"/>
                </a:lnTo>
                <a:lnTo>
                  <a:pt x="33055" y="12600"/>
                </a:lnTo>
                <a:lnTo>
                  <a:pt x="33288" y="12494"/>
                </a:lnTo>
                <a:lnTo>
                  <a:pt x="33756" y="12228"/>
                </a:lnTo>
                <a:lnTo>
                  <a:pt x="33989" y="12069"/>
                </a:lnTo>
                <a:lnTo>
                  <a:pt x="34281" y="12069"/>
                </a:lnTo>
                <a:lnTo>
                  <a:pt x="34573" y="11962"/>
                </a:lnTo>
                <a:lnTo>
                  <a:pt x="34865" y="11696"/>
                </a:lnTo>
                <a:lnTo>
                  <a:pt x="35274" y="11431"/>
                </a:lnTo>
                <a:lnTo>
                  <a:pt x="35683" y="11324"/>
                </a:lnTo>
                <a:lnTo>
                  <a:pt x="35975" y="11058"/>
                </a:lnTo>
                <a:lnTo>
                  <a:pt x="36267" y="10952"/>
                </a:lnTo>
                <a:lnTo>
                  <a:pt x="36559" y="10793"/>
                </a:lnTo>
                <a:lnTo>
                  <a:pt x="36851" y="10686"/>
                </a:lnTo>
                <a:lnTo>
                  <a:pt x="37143" y="10420"/>
                </a:lnTo>
                <a:lnTo>
                  <a:pt x="37669" y="10155"/>
                </a:lnTo>
                <a:lnTo>
                  <a:pt x="37961" y="10048"/>
                </a:lnTo>
                <a:lnTo>
                  <a:pt x="38253" y="9782"/>
                </a:lnTo>
                <a:lnTo>
                  <a:pt x="38545" y="9782"/>
                </a:lnTo>
                <a:lnTo>
                  <a:pt x="38837" y="9623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613"/>
                </a:lnTo>
                <a:lnTo>
                  <a:pt x="40764" y="8506"/>
                </a:lnTo>
                <a:lnTo>
                  <a:pt x="41056" y="8347"/>
                </a:lnTo>
                <a:lnTo>
                  <a:pt x="41348" y="8241"/>
                </a:lnTo>
                <a:lnTo>
                  <a:pt x="41640" y="7975"/>
                </a:lnTo>
                <a:lnTo>
                  <a:pt x="42049" y="7868"/>
                </a:lnTo>
                <a:lnTo>
                  <a:pt x="42341" y="7709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230"/>
                </a:lnTo>
                <a:lnTo>
                  <a:pt x="43626" y="7071"/>
                </a:lnTo>
                <a:lnTo>
                  <a:pt x="44034" y="6805"/>
                </a:lnTo>
                <a:lnTo>
                  <a:pt x="44326" y="6699"/>
                </a:lnTo>
                <a:lnTo>
                  <a:pt x="44618" y="6592"/>
                </a:lnTo>
                <a:lnTo>
                  <a:pt x="44852" y="6433"/>
                </a:lnTo>
                <a:lnTo>
                  <a:pt x="45027" y="6167"/>
                </a:lnTo>
                <a:lnTo>
                  <a:pt x="45319" y="6061"/>
                </a:lnTo>
                <a:lnTo>
                  <a:pt x="45553" y="5901"/>
                </a:lnTo>
                <a:lnTo>
                  <a:pt x="45845" y="5795"/>
                </a:lnTo>
                <a:lnTo>
                  <a:pt x="46254" y="5529"/>
                </a:lnTo>
                <a:lnTo>
                  <a:pt x="46546" y="5423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5050"/>
                </a:lnTo>
                <a:lnTo>
                  <a:pt x="47538" y="4891"/>
                </a:lnTo>
                <a:lnTo>
                  <a:pt x="47831" y="4785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4147"/>
                </a:lnTo>
                <a:lnTo>
                  <a:pt x="49407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809" y="3083"/>
                </a:lnTo>
                <a:lnTo>
                  <a:pt x="51101" y="2977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339"/>
                </a:lnTo>
                <a:lnTo>
                  <a:pt x="52795" y="2179"/>
                </a:lnTo>
                <a:lnTo>
                  <a:pt x="53028" y="1967"/>
                </a:lnTo>
                <a:lnTo>
                  <a:pt x="53320" y="1807"/>
                </a:lnTo>
                <a:lnTo>
                  <a:pt x="53612" y="1701"/>
                </a:lnTo>
                <a:lnTo>
                  <a:pt x="53904" y="1541"/>
                </a:lnTo>
                <a:lnTo>
                  <a:pt x="54196" y="1276"/>
                </a:lnTo>
                <a:lnTo>
                  <a:pt x="54605" y="1169"/>
                </a:lnTo>
                <a:lnTo>
                  <a:pt x="54897" y="1063"/>
                </a:lnTo>
                <a:lnTo>
                  <a:pt x="55014" y="903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82" y="425"/>
                </a:lnTo>
                <a:lnTo>
                  <a:pt x="56416" y="159"/>
                </a:lnTo>
                <a:lnTo>
                  <a:pt x="56883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567952" y="2860092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99"/>
                </a:lnTo>
                <a:lnTo>
                  <a:pt x="525" y="30039"/>
                </a:lnTo>
                <a:lnTo>
                  <a:pt x="700" y="29827"/>
                </a:lnTo>
                <a:lnTo>
                  <a:pt x="992" y="29667"/>
                </a:lnTo>
                <a:lnTo>
                  <a:pt x="1226" y="29561"/>
                </a:lnTo>
                <a:lnTo>
                  <a:pt x="1518" y="29401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3095" y="28498"/>
                </a:lnTo>
                <a:lnTo>
                  <a:pt x="3504" y="28391"/>
                </a:lnTo>
                <a:lnTo>
                  <a:pt x="3912" y="2828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14" y="27381"/>
                </a:lnTo>
                <a:lnTo>
                  <a:pt x="5606" y="27222"/>
                </a:lnTo>
                <a:lnTo>
                  <a:pt x="5781" y="27115"/>
                </a:lnTo>
                <a:lnTo>
                  <a:pt x="6190" y="26956"/>
                </a:lnTo>
                <a:lnTo>
                  <a:pt x="6482" y="26743"/>
                </a:lnTo>
                <a:lnTo>
                  <a:pt x="6774" y="26584"/>
                </a:lnTo>
                <a:lnTo>
                  <a:pt x="7008" y="26477"/>
                </a:lnTo>
                <a:lnTo>
                  <a:pt x="7300" y="26318"/>
                </a:lnTo>
                <a:lnTo>
                  <a:pt x="7592" y="26105"/>
                </a:lnTo>
                <a:lnTo>
                  <a:pt x="7884" y="26105"/>
                </a:lnTo>
                <a:lnTo>
                  <a:pt x="8176" y="25946"/>
                </a:lnTo>
                <a:lnTo>
                  <a:pt x="8409" y="25839"/>
                </a:lnTo>
                <a:lnTo>
                  <a:pt x="8701" y="25573"/>
                </a:lnTo>
                <a:lnTo>
                  <a:pt x="8993" y="25467"/>
                </a:lnTo>
                <a:lnTo>
                  <a:pt x="9285" y="25307"/>
                </a:lnTo>
                <a:lnTo>
                  <a:pt x="9577" y="25201"/>
                </a:lnTo>
                <a:lnTo>
                  <a:pt x="9869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979" y="24297"/>
                </a:lnTo>
                <a:lnTo>
                  <a:pt x="11271" y="24138"/>
                </a:lnTo>
                <a:lnTo>
                  <a:pt x="11563" y="24031"/>
                </a:lnTo>
                <a:lnTo>
                  <a:pt x="11797" y="23925"/>
                </a:lnTo>
                <a:lnTo>
                  <a:pt x="12089" y="23766"/>
                </a:lnTo>
                <a:lnTo>
                  <a:pt x="12556" y="23659"/>
                </a:lnTo>
                <a:lnTo>
                  <a:pt x="12789" y="23500"/>
                </a:lnTo>
                <a:lnTo>
                  <a:pt x="13081" y="23393"/>
                </a:lnTo>
                <a:lnTo>
                  <a:pt x="13257" y="23128"/>
                </a:lnTo>
                <a:lnTo>
                  <a:pt x="13490" y="23021"/>
                </a:lnTo>
                <a:lnTo>
                  <a:pt x="13782" y="22862"/>
                </a:lnTo>
                <a:lnTo>
                  <a:pt x="14074" y="22755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5768" y="21692"/>
                </a:lnTo>
                <a:lnTo>
                  <a:pt x="16060" y="21586"/>
                </a:lnTo>
                <a:lnTo>
                  <a:pt x="16469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578" y="20948"/>
                </a:lnTo>
                <a:lnTo>
                  <a:pt x="17870" y="20682"/>
                </a:lnTo>
                <a:lnTo>
                  <a:pt x="18162" y="20576"/>
                </a:lnTo>
                <a:lnTo>
                  <a:pt x="18338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272" y="19938"/>
                </a:lnTo>
                <a:lnTo>
                  <a:pt x="19564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440" y="19299"/>
                </a:lnTo>
                <a:lnTo>
                  <a:pt x="20732" y="19140"/>
                </a:lnTo>
                <a:lnTo>
                  <a:pt x="20966" y="19140"/>
                </a:lnTo>
                <a:lnTo>
                  <a:pt x="21258" y="18874"/>
                </a:lnTo>
                <a:lnTo>
                  <a:pt x="21550" y="18768"/>
                </a:lnTo>
                <a:lnTo>
                  <a:pt x="21842" y="18608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332"/>
                </a:lnTo>
                <a:lnTo>
                  <a:pt x="24353" y="17226"/>
                </a:lnTo>
                <a:lnTo>
                  <a:pt x="24645" y="16960"/>
                </a:lnTo>
                <a:lnTo>
                  <a:pt x="25054" y="16854"/>
                </a:lnTo>
                <a:lnTo>
                  <a:pt x="25346" y="16854"/>
                </a:lnTo>
                <a:lnTo>
                  <a:pt x="25638" y="16588"/>
                </a:lnTo>
                <a:lnTo>
                  <a:pt x="25755" y="16428"/>
                </a:lnTo>
                <a:lnTo>
                  <a:pt x="26047" y="16322"/>
                </a:lnTo>
                <a:lnTo>
                  <a:pt x="26339" y="16216"/>
                </a:lnTo>
                <a:lnTo>
                  <a:pt x="26631" y="15950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525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4887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35" y="14142"/>
                </a:lnTo>
                <a:lnTo>
                  <a:pt x="30427" y="13983"/>
                </a:lnTo>
                <a:lnTo>
                  <a:pt x="30719" y="13876"/>
                </a:lnTo>
                <a:lnTo>
                  <a:pt x="31303" y="13504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3132"/>
                </a:lnTo>
                <a:lnTo>
                  <a:pt x="32412" y="12866"/>
                </a:lnTo>
                <a:lnTo>
                  <a:pt x="32704" y="12707"/>
                </a:lnTo>
                <a:lnTo>
                  <a:pt x="32996" y="12600"/>
                </a:lnTo>
                <a:lnTo>
                  <a:pt x="33230" y="12441"/>
                </a:lnTo>
                <a:lnTo>
                  <a:pt x="33522" y="12228"/>
                </a:lnTo>
                <a:lnTo>
                  <a:pt x="33814" y="12069"/>
                </a:lnTo>
                <a:lnTo>
                  <a:pt x="34106" y="12069"/>
                </a:lnTo>
                <a:lnTo>
                  <a:pt x="34398" y="11962"/>
                </a:lnTo>
                <a:lnTo>
                  <a:pt x="34690" y="11696"/>
                </a:lnTo>
                <a:lnTo>
                  <a:pt x="34924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617" y="10686"/>
                </a:lnTo>
                <a:lnTo>
                  <a:pt x="36909" y="10420"/>
                </a:lnTo>
                <a:lnTo>
                  <a:pt x="37201" y="10261"/>
                </a:lnTo>
                <a:lnTo>
                  <a:pt x="37610" y="10155"/>
                </a:lnTo>
                <a:lnTo>
                  <a:pt x="37902" y="10048"/>
                </a:lnTo>
                <a:lnTo>
                  <a:pt x="38194" y="9782"/>
                </a:lnTo>
                <a:lnTo>
                  <a:pt x="38603" y="9623"/>
                </a:lnTo>
                <a:lnTo>
                  <a:pt x="38895" y="9517"/>
                </a:lnTo>
                <a:lnTo>
                  <a:pt x="39187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613"/>
                </a:lnTo>
                <a:lnTo>
                  <a:pt x="40705" y="8506"/>
                </a:lnTo>
                <a:lnTo>
                  <a:pt x="40881" y="8347"/>
                </a:lnTo>
                <a:lnTo>
                  <a:pt x="41173" y="824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399" y="7603"/>
                </a:lnTo>
                <a:lnTo>
                  <a:pt x="42691" y="7443"/>
                </a:lnTo>
                <a:lnTo>
                  <a:pt x="42983" y="7337"/>
                </a:lnTo>
                <a:lnTo>
                  <a:pt x="43275" y="7177"/>
                </a:lnTo>
                <a:lnTo>
                  <a:pt x="43859" y="6805"/>
                </a:lnTo>
                <a:lnTo>
                  <a:pt x="44093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01"/>
                </a:lnTo>
                <a:lnTo>
                  <a:pt x="45786" y="5795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246" y="4997"/>
                </a:lnTo>
                <a:lnTo>
                  <a:pt x="47480" y="4891"/>
                </a:lnTo>
                <a:lnTo>
                  <a:pt x="47947" y="4785"/>
                </a:lnTo>
                <a:lnTo>
                  <a:pt x="48181" y="4625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174" y="3987"/>
                </a:lnTo>
                <a:lnTo>
                  <a:pt x="49466" y="3721"/>
                </a:lnTo>
                <a:lnTo>
                  <a:pt x="49758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083"/>
                </a:lnTo>
                <a:lnTo>
                  <a:pt x="51159" y="2817"/>
                </a:lnTo>
                <a:lnTo>
                  <a:pt x="51451" y="2817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1914"/>
                </a:lnTo>
                <a:lnTo>
                  <a:pt x="53262" y="1807"/>
                </a:lnTo>
                <a:lnTo>
                  <a:pt x="53437" y="1701"/>
                </a:lnTo>
                <a:lnTo>
                  <a:pt x="53729" y="1541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4956" y="903"/>
                </a:lnTo>
                <a:lnTo>
                  <a:pt x="55248" y="638"/>
                </a:lnTo>
                <a:lnTo>
                  <a:pt x="55540" y="531"/>
                </a:lnTo>
                <a:lnTo>
                  <a:pt x="55832" y="531"/>
                </a:lnTo>
                <a:lnTo>
                  <a:pt x="55948" y="372"/>
                </a:lnTo>
                <a:lnTo>
                  <a:pt x="56357" y="159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624602" y="2829787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30039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61"/>
                </a:lnTo>
                <a:lnTo>
                  <a:pt x="1868" y="29401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923"/>
                </a:lnTo>
                <a:lnTo>
                  <a:pt x="2861" y="28763"/>
                </a:lnTo>
                <a:lnTo>
                  <a:pt x="3095" y="28498"/>
                </a:lnTo>
                <a:lnTo>
                  <a:pt x="3387" y="28498"/>
                </a:lnTo>
                <a:lnTo>
                  <a:pt x="3854" y="28391"/>
                </a:lnTo>
                <a:lnTo>
                  <a:pt x="4088" y="28285"/>
                </a:lnTo>
                <a:lnTo>
                  <a:pt x="4380" y="28019"/>
                </a:lnTo>
                <a:lnTo>
                  <a:pt x="4555" y="27860"/>
                </a:lnTo>
                <a:lnTo>
                  <a:pt x="4788" y="27753"/>
                </a:lnTo>
                <a:lnTo>
                  <a:pt x="5080" y="27594"/>
                </a:lnTo>
                <a:lnTo>
                  <a:pt x="5372" y="27381"/>
                </a:lnTo>
                <a:lnTo>
                  <a:pt x="5664" y="27222"/>
                </a:lnTo>
                <a:lnTo>
                  <a:pt x="6073" y="27115"/>
                </a:lnTo>
                <a:lnTo>
                  <a:pt x="6365" y="26956"/>
                </a:lnTo>
                <a:lnTo>
                  <a:pt x="6657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318"/>
                </a:lnTo>
                <a:lnTo>
                  <a:pt x="7650" y="26052"/>
                </a:lnTo>
                <a:lnTo>
                  <a:pt x="8059" y="26052"/>
                </a:lnTo>
                <a:lnTo>
                  <a:pt x="8351" y="25946"/>
                </a:lnTo>
                <a:lnTo>
                  <a:pt x="8643" y="25839"/>
                </a:lnTo>
                <a:lnTo>
                  <a:pt x="8877" y="25573"/>
                </a:lnTo>
                <a:lnTo>
                  <a:pt x="9169" y="25414"/>
                </a:lnTo>
                <a:lnTo>
                  <a:pt x="9344" y="25307"/>
                </a:lnTo>
                <a:lnTo>
                  <a:pt x="9636" y="25201"/>
                </a:lnTo>
                <a:lnTo>
                  <a:pt x="10045" y="24935"/>
                </a:lnTo>
                <a:lnTo>
                  <a:pt x="10337" y="24776"/>
                </a:lnTo>
                <a:lnTo>
                  <a:pt x="10570" y="24669"/>
                </a:lnTo>
                <a:lnTo>
                  <a:pt x="10862" y="24510"/>
                </a:lnTo>
                <a:lnTo>
                  <a:pt x="11154" y="24297"/>
                </a:lnTo>
                <a:lnTo>
                  <a:pt x="11446" y="24138"/>
                </a:lnTo>
                <a:lnTo>
                  <a:pt x="11738" y="24031"/>
                </a:lnTo>
                <a:lnTo>
                  <a:pt x="11855" y="23872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432" y="23128"/>
                </a:lnTo>
                <a:lnTo>
                  <a:pt x="13724" y="22968"/>
                </a:lnTo>
                <a:lnTo>
                  <a:pt x="13958" y="22862"/>
                </a:lnTo>
                <a:lnTo>
                  <a:pt x="14425" y="22755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224"/>
                </a:lnTo>
                <a:lnTo>
                  <a:pt x="15418" y="22117"/>
                </a:lnTo>
                <a:lnTo>
                  <a:pt x="15651" y="21852"/>
                </a:lnTo>
                <a:lnTo>
                  <a:pt x="15943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320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682"/>
                </a:lnTo>
                <a:lnTo>
                  <a:pt x="18221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214" y="20044"/>
                </a:lnTo>
                <a:lnTo>
                  <a:pt x="19506" y="19884"/>
                </a:lnTo>
                <a:lnTo>
                  <a:pt x="19914" y="19672"/>
                </a:lnTo>
                <a:lnTo>
                  <a:pt x="20206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9140"/>
                </a:lnTo>
                <a:lnTo>
                  <a:pt x="21433" y="18874"/>
                </a:lnTo>
                <a:lnTo>
                  <a:pt x="21725" y="18768"/>
                </a:lnTo>
                <a:lnTo>
                  <a:pt x="21900" y="18608"/>
                </a:lnTo>
                <a:lnTo>
                  <a:pt x="22134" y="18502"/>
                </a:lnTo>
                <a:lnTo>
                  <a:pt x="22601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598"/>
                </a:lnTo>
                <a:lnTo>
                  <a:pt x="24003" y="17492"/>
                </a:lnTo>
                <a:lnTo>
                  <a:pt x="24295" y="17332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801"/>
                </a:lnTo>
                <a:lnTo>
                  <a:pt x="25696" y="16694"/>
                </a:lnTo>
                <a:lnTo>
                  <a:pt x="25988" y="16428"/>
                </a:lnTo>
                <a:lnTo>
                  <a:pt x="26222" y="16322"/>
                </a:lnTo>
                <a:lnTo>
                  <a:pt x="26514" y="16163"/>
                </a:lnTo>
                <a:lnTo>
                  <a:pt x="26981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25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887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85" y="13983"/>
                </a:lnTo>
                <a:lnTo>
                  <a:pt x="30777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770" y="13345"/>
                </a:lnTo>
                <a:lnTo>
                  <a:pt x="32004" y="13238"/>
                </a:lnTo>
                <a:lnTo>
                  <a:pt x="32179" y="13079"/>
                </a:lnTo>
                <a:lnTo>
                  <a:pt x="32471" y="12973"/>
                </a:lnTo>
                <a:lnTo>
                  <a:pt x="32763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2069"/>
                </a:lnTo>
                <a:lnTo>
                  <a:pt x="34573" y="11962"/>
                </a:lnTo>
                <a:lnTo>
                  <a:pt x="34690" y="11803"/>
                </a:lnTo>
                <a:lnTo>
                  <a:pt x="34982" y="11537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899"/>
                </a:lnTo>
                <a:lnTo>
                  <a:pt x="36559" y="10793"/>
                </a:lnTo>
                <a:lnTo>
                  <a:pt x="36851" y="10686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253" y="9889"/>
                </a:lnTo>
                <a:lnTo>
                  <a:pt x="38545" y="9782"/>
                </a:lnTo>
                <a:lnTo>
                  <a:pt x="38778" y="9623"/>
                </a:lnTo>
                <a:lnTo>
                  <a:pt x="39070" y="9517"/>
                </a:lnTo>
                <a:lnTo>
                  <a:pt x="39479" y="9357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719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241"/>
                </a:lnTo>
                <a:lnTo>
                  <a:pt x="41757" y="8081"/>
                </a:lnTo>
                <a:lnTo>
                  <a:pt x="42049" y="7815"/>
                </a:lnTo>
                <a:lnTo>
                  <a:pt x="42458" y="760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177"/>
                </a:lnTo>
                <a:lnTo>
                  <a:pt x="43742" y="7071"/>
                </a:lnTo>
                <a:lnTo>
                  <a:pt x="44034" y="6911"/>
                </a:lnTo>
                <a:lnTo>
                  <a:pt x="44326" y="6699"/>
                </a:lnTo>
                <a:lnTo>
                  <a:pt x="44560" y="6539"/>
                </a:lnTo>
                <a:lnTo>
                  <a:pt x="44735" y="6433"/>
                </a:lnTo>
                <a:lnTo>
                  <a:pt x="45027" y="6273"/>
                </a:lnTo>
                <a:lnTo>
                  <a:pt x="45261" y="6061"/>
                </a:lnTo>
                <a:lnTo>
                  <a:pt x="45728" y="5901"/>
                </a:lnTo>
                <a:lnTo>
                  <a:pt x="46020" y="5795"/>
                </a:lnTo>
                <a:lnTo>
                  <a:pt x="46254" y="5635"/>
                </a:lnTo>
                <a:lnTo>
                  <a:pt x="46546" y="5369"/>
                </a:lnTo>
                <a:lnTo>
                  <a:pt x="46838" y="5263"/>
                </a:lnTo>
                <a:lnTo>
                  <a:pt x="47130" y="5157"/>
                </a:lnTo>
                <a:lnTo>
                  <a:pt x="47538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115" y="4093"/>
                </a:lnTo>
                <a:lnTo>
                  <a:pt x="49349" y="3987"/>
                </a:lnTo>
                <a:lnTo>
                  <a:pt x="49641" y="3828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809" y="3190"/>
                </a:lnTo>
                <a:lnTo>
                  <a:pt x="51043" y="2977"/>
                </a:lnTo>
                <a:lnTo>
                  <a:pt x="51335" y="2817"/>
                </a:lnTo>
                <a:lnTo>
                  <a:pt x="51627" y="2817"/>
                </a:lnTo>
                <a:lnTo>
                  <a:pt x="52035" y="2711"/>
                </a:lnTo>
                <a:lnTo>
                  <a:pt x="52211" y="2445"/>
                </a:lnTo>
                <a:lnTo>
                  <a:pt x="52503" y="2286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612" y="1648"/>
                </a:lnTo>
                <a:lnTo>
                  <a:pt x="53904" y="1541"/>
                </a:lnTo>
                <a:lnTo>
                  <a:pt x="54313" y="1435"/>
                </a:lnTo>
                <a:lnTo>
                  <a:pt x="54605" y="1169"/>
                </a:lnTo>
                <a:lnTo>
                  <a:pt x="54722" y="1010"/>
                </a:lnTo>
                <a:lnTo>
                  <a:pt x="55014" y="903"/>
                </a:lnTo>
                <a:lnTo>
                  <a:pt x="55306" y="797"/>
                </a:lnTo>
                <a:lnTo>
                  <a:pt x="55598" y="531"/>
                </a:lnTo>
                <a:lnTo>
                  <a:pt x="55890" y="531"/>
                </a:lnTo>
                <a:lnTo>
                  <a:pt x="56299" y="372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681427" y="2799587"/>
            <a:ext cx="56708" cy="30199"/>
          </a:xfrm>
          <a:custGeom>
            <a:avLst/>
            <a:gdLst/>
            <a:ahLst/>
            <a:cxnLst/>
            <a:rect l="l" t="t" r="r" b="b"/>
            <a:pathLst>
              <a:path w="56708" h="30199">
                <a:moveTo>
                  <a:pt x="0" y="30199"/>
                </a:moveTo>
                <a:lnTo>
                  <a:pt x="292" y="30093"/>
                </a:lnTo>
                <a:lnTo>
                  <a:pt x="467" y="29933"/>
                </a:lnTo>
                <a:lnTo>
                  <a:pt x="759" y="29827"/>
                </a:lnTo>
                <a:lnTo>
                  <a:pt x="992" y="29561"/>
                </a:lnTo>
                <a:lnTo>
                  <a:pt x="1460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8923"/>
                </a:lnTo>
                <a:lnTo>
                  <a:pt x="2569" y="28763"/>
                </a:lnTo>
                <a:lnTo>
                  <a:pt x="2861" y="28657"/>
                </a:lnTo>
                <a:lnTo>
                  <a:pt x="3270" y="28391"/>
                </a:lnTo>
                <a:lnTo>
                  <a:pt x="3679" y="28285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753"/>
                </a:lnTo>
                <a:lnTo>
                  <a:pt x="4847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115"/>
                </a:lnTo>
                <a:lnTo>
                  <a:pt x="5956" y="27009"/>
                </a:lnTo>
                <a:lnTo>
                  <a:pt x="6248" y="26849"/>
                </a:lnTo>
                <a:lnTo>
                  <a:pt x="6540" y="26743"/>
                </a:lnTo>
                <a:lnTo>
                  <a:pt x="6774" y="26477"/>
                </a:lnTo>
                <a:lnTo>
                  <a:pt x="7066" y="26371"/>
                </a:lnTo>
                <a:lnTo>
                  <a:pt x="7358" y="26211"/>
                </a:lnTo>
                <a:lnTo>
                  <a:pt x="7767" y="26105"/>
                </a:lnTo>
                <a:lnTo>
                  <a:pt x="7942" y="25946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307"/>
                </a:lnTo>
                <a:lnTo>
                  <a:pt x="9344" y="25201"/>
                </a:lnTo>
                <a:lnTo>
                  <a:pt x="9636" y="25042"/>
                </a:lnTo>
                <a:lnTo>
                  <a:pt x="10045" y="24935"/>
                </a:lnTo>
                <a:lnTo>
                  <a:pt x="10337" y="24669"/>
                </a:lnTo>
                <a:lnTo>
                  <a:pt x="10745" y="24404"/>
                </a:lnTo>
                <a:lnTo>
                  <a:pt x="11037" y="24297"/>
                </a:lnTo>
                <a:lnTo>
                  <a:pt x="11329" y="24031"/>
                </a:lnTo>
                <a:lnTo>
                  <a:pt x="11563" y="23925"/>
                </a:lnTo>
                <a:lnTo>
                  <a:pt x="12030" y="23766"/>
                </a:lnTo>
                <a:lnTo>
                  <a:pt x="12322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023" y="23287"/>
                </a:lnTo>
                <a:lnTo>
                  <a:pt x="13257" y="23128"/>
                </a:lnTo>
                <a:lnTo>
                  <a:pt x="13549" y="22862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117"/>
                </a:lnTo>
                <a:lnTo>
                  <a:pt x="15418" y="21958"/>
                </a:lnTo>
                <a:lnTo>
                  <a:pt x="15826" y="21586"/>
                </a:lnTo>
                <a:lnTo>
                  <a:pt x="16235" y="21479"/>
                </a:lnTo>
                <a:lnTo>
                  <a:pt x="16527" y="21479"/>
                </a:lnTo>
                <a:lnTo>
                  <a:pt x="16819" y="21320"/>
                </a:lnTo>
                <a:lnTo>
                  <a:pt x="17111" y="21054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221" y="20416"/>
                </a:lnTo>
                <a:lnTo>
                  <a:pt x="18513" y="20310"/>
                </a:lnTo>
                <a:lnTo>
                  <a:pt x="18805" y="20203"/>
                </a:lnTo>
                <a:lnTo>
                  <a:pt x="19038" y="20044"/>
                </a:lnTo>
                <a:lnTo>
                  <a:pt x="19330" y="19778"/>
                </a:lnTo>
                <a:lnTo>
                  <a:pt x="19622" y="19672"/>
                </a:lnTo>
                <a:lnTo>
                  <a:pt x="19914" y="19512"/>
                </a:lnTo>
                <a:lnTo>
                  <a:pt x="20323" y="19406"/>
                </a:lnTo>
                <a:lnTo>
                  <a:pt x="20499" y="19140"/>
                </a:lnTo>
                <a:lnTo>
                  <a:pt x="20732" y="19034"/>
                </a:lnTo>
                <a:lnTo>
                  <a:pt x="21024" y="19034"/>
                </a:lnTo>
                <a:lnTo>
                  <a:pt x="21316" y="18874"/>
                </a:lnTo>
                <a:lnTo>
                  <a:pt x="21608" y="18661"/>
                </a:lnTo>
                <a:lnTo>
                  <a:pt x="21900" y="18502"/>
                </a:lnTo>
                <a:lnTo>
                  <a:pt x="22192" y="18396"/>
                </a:lnTo>
                <a:lnTo>
                  <a:pt x="22601" y="18236"/>
                </a:lnTo>
                <a:lnTo>
                  <a:pt x="22893" y="17970"/>
                </a:lnTo>
                <a:lnTo>
                  <a:pt x="23302" y="17758"/>
                </a:lnTo>
                <a:lnTo>
                  <a:pt x="23594" y="17598"/>
                </a:lnTo>
                <a:lnTo>
                  <a:pt x="23886" y="17332"/>
                </a:lnTo>
                <a:lnTo>
                  <a:pt x="24119" y="17226"/>
                </a:lnTo>
                <a:lnTo>
                  <a:pt x="24587" y="17120"/>
                </a:lnTo>
                <a:lnTo>
                  <a:pt x="24820" y="16960"/>
                </a:lnTo>
                <a:lnTo>
                  <a:pt x="25112" y="16694"/>
                </a:lnTo>
                <a:lnTo>
                  <a:pt x="25404" y="16694"/>
                </a:lnTo>
                <a:lnTo>
                  <a:pt x="25579" y="16588"/>
                </a:lnTo>
                <a:lnTo>
                  <a:pt x="25813" y="16482"/>
                </a:lnTo>
                <a:lnTo>
                  <a:pt x="26105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578"/>
                </a:lnTo>
                <a:lnTo>
                  <a:pt x="27682" y="15418"/>
                </a:lnTo>
                <a:lnTo>
                  <a:pt x="27974" y="15312"/>
                </a:lnTo>
                <a:lnTo>
                  <a:pt x="28091" y="15152"/>
                </a:lnTo>
                <a:lnTo>
                  <a:pt x="28383" y="14940"/>
                </a:lnTo>
                <a:lnTo>
                  <a:pt x="28792" y="14780"/>
                </a:lnTo>
                <a:lnTo>
                  <a:pt x="29084" y="14674"/>
                </a:lnTo>
                <a:lnTo>
                  <a:pt x="29376" y="14514"/>
                </a:lnTo>
                <a:lnTo>
                  <a:pt x="29668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777" y="13770"/>
                </a:lnTo>
                <a:lnTo>
                  <a:pt x="31069" y="13611"/>
                </a:lnTo>
                <a:lnTo>
                  <a:pt x="31361" y="13504"/>
                </a:lnTo>
                <a:lnTo>
                  <a:pt x="31595" y="13398"/>
                </a:lnTo>
                <a:lnTo>
                  <a:pt x="31887" y="13132"/>
                </a:lnTo>
                <a:lnTo>
                  <a:pt x="32179" y="12973"/>
                </a:lnTo>
                <a:lnTo>
                  <a:pt x="32471" y="12866"/>
                </a:lnTo>
                <a:lnTo>
                  <a:pt x="32880" y="12707"/>
                </a:lnTo>
                <a:lnTo>
                  <a:pt x="32996" y="12494"/>
                </a:lnTo>
                <a:lnTo>
                  <a:pt x="33288" y="12334"/>
                </a:lnTo>
                <a:lnTo>
                  <a:pt x="33580" y="12228"/>
                </a:lnTo>
                <a:lnTo>
                  <a:pt x="33872" y="12069"/>
                </a:lnTo>
                <a:lnTo>
                  <a:pt x="34165" y="11962"/>
                </a:lnTo>
                <a:lnTo>
                  <a:pt x="34457" y="11856"/>
                </a:lnTo>
                <a:lnTo>
                  <a:pt x="34690" y="11696"/>
                </a:lnTo>
                <a:lnTo>
                  <a:pt x="35157" y="11590"/>
                </a:lnTo>
                <a:lnTo>
                  <a:pt x="35449" y="11324"/>
                </a:lnTo>
                <a:lnTo>
                  <a:pt x="35566" y="11165"/>
                </a:lnTo>
                <a:lnTo>
                  <a:pt x="35858" y="11058"/>
                </a:lnTo>
                <a:lnTo>
                  <a:pt x="36150" y="10952"/>
                </a:lnTo>
                <a:lnTo>
                  <a:pt x="36384" y="10686"/>
                </a:lnTo>
                <a:lnTo>
                  <a:pt x="36676" y="10527"/>
                </a:lnTo>
                <a:lnTo>
                  <a:pt x="37143" y="10420"/>
                </a:lnTo>
                <a:lnTo>
                  <a:pt x="37377" y="10314"/>
                </a:lnTo>
                <a:lnTo>
                  <a:pt x="37669" y="10048"/>
                </a:lnTo>
                <a:lnTo>
                  <a:pt x="37961" y="9889"/>
                </a:lnTo>
                <a:lnTo>
                  <a:pt x="38369" y="9782"/>
                </a:lnTo>
                <a:lnTo>
                  <a:pt x="38661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238" y="8772"/>
                </a:lnTo>
                <a:lnTo>
                  <a:pt x="40472" y="8613"/>
                </a:lnTo>
                <a:lnTo>
                  <a:pt x="40647" y="8506"/>
                </a:lnTo>
                <a:lnTo>
                  <a:pt x="40939" y="8241"/>
                </a:lnTo>
                <a:lnTo>
                  <a:pt x="41348" y="8081"/>
                </a:lnTo>
                <a:lnTo>
                  <a:pt x="41640" y="7975"/>
                </a:lnTo>
                <a:lnTo>
                  <a:pt x="41932" y="7868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071"/>
                </a:lnTo>
                <a:lnTo>
                  <a:pt x="43626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433"/>
                </a:lnTo>
                <a:lnTo>
                  <a:pt x="44735" y="6326"/>
                </a:lnTo>
                <a:lnTo>
                  <a:pt x="45027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6137" y="5529"/>
                </a:lnTo>
                <a:lnTo>
                  <a:pt x="46429" y="5423"/>
                </a:lnTo>
                <a:lnTo>
                  <a:pt x="46721" y="5157"/>
                </a:lnTo>
                <a:lnTo>
                  <a:pt x="47013" y="5157"/>
                </a:lnTo>
                <a:lnTo>
                  <a:pt x="47246" y="4997"/>
                </a:lnTo>
                <a:lnTo>
                  <a:pt x="47714" y="4891"/>
                </a:lnTo>
                <a:lnTo>
                  <a:pt x="47947" y="4625"/>
                </a:lnTo>
                <a:lnTo>
                  <a:pt x="48123" y="4519"/>
                </a:lnTo>
                <a:lnTo>
                  <a:pt x="48415" y="4359"/>
                </a:lnTo>
                <a:lnTo>
                  <a:pt x="48707" y="4253"/>
                </a:lnTo>
                <a:lnTo>
                  <a:pt x="48940" y="398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243"/>
                </a:lnTo>
                <a:lnTo>
                  <a:pt x="50634" y="3083"/>
                </a:lnTo>
                <a:lnTo>
                  <a:pt x="50926" y="2977"/>
                </a:lnTo>
                <a:lnTo>
                  <a:pt x="51218" y="2817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179"/>
                </a:lnTo>
                <a:lnTo>
                  <a:pt x="52795" y="2073"/>
                </a:lnTo>
                <a:lnTo>
                  <a:pt x="53028" y="1967"/>
                </a:lnTo>
                <a:lnTo>
                  <a:pt x="53203" y="1807"/>
                </a:lnTo>
                <a:lnTo>
                  <a:pt x="53495" y="1541"/>
                </a:lnTo>
                <a:lnTo>
                  <a:pt x="53904" y="1435"/>
                </a:lnTo>
                <a:lnTo>
                  <a:pt x="54196" y="1276"/>
                </a:lnTo>
                <a:lnTo>
                  <a:pt x="54488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738135" y="2769281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039"/>
                </a:lnTo>
                <a:lnTo>
                  <a:pt x="584" y="29933"/>
                </a:lnTo>
                <a:lnTo>
                  <a:pt x="876" y="29827"/>
                </a:lnTo>
                <a:lnTo>
                  <a:pt x="1109" y="29667"/>
                </a:lnTo>
                <a:lnTo>
                  <a:pt x="1576" y="29401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763"/>
                </a:lnTo>
                <a:lnTo>
                  <a:pt x="2803" y="28657"/>
                </a:lnTo>
                <a:lnTo>
                  <a:pt x="3095" y="28498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263" y="28019"/>
                </a:lnTo>
                <a:lnTo>
                  <a:pt x="4496" y="27753"/>
                </a:lnTo>
                <a:lnTo>
                  <a:pt x="4788" y="27647"/>
                </a:lnTo>
                <a:lnTo>
                  <a:pt x="5080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6956"/>
                </a:lnTo>
                <a:lnTo>
                  <a:pt x="6365" y="26849"/>
                </a:lnTo>
                <a:lnTo>
                  <a:pt x="6657" y="26743"/>
                </a:lnTo>
                <a:lnTo>
                  <a:pt x="6774" y="26477"/>
                </a:lnTo>
                <a:lnTo>
                  <a:pt x="7066" y="26318"/>
                </a:lnTo>
                <a:lnTo>
                  <a:pt x="7358" y="26211"/>
                </a:lnTo>
                <a:lnTo>
                  <a:pt x="7767" y="26105"/>
                </a:lnTo>
                <a:lnTo>
                  <a:pt x="8059" y="25946"/>
                </a:lnTo>
                <a:lnTo>
                  <a:pt x="8351" y="25839"/>
                </a:lnTo>
                <a:lnTo>
                  <a:pt x="8585" y="25680"/>
                </a:lnTo>
                <a:lnTo>
                  <a:pt x="8877" y="25573"/>
                </a:lnTo>
                <a:lnTo>
                  <a:pt x="9052" y="25307"/>
                </a:lnTo>
                <a:lnTo>
                  <a:pt x="9344" y="25201"/>
                </a:lnTo>
                <a:lnTo>
                  <a:pt x="9753" y="25042"/>
                </a:lnTo>
                <a:lnTo>
                  <a:pt x="10045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031"/>
                </a:lnTo>
                <a:lnTo>
                  <a:pt x="11738" y="23872"/>
                </a:lnTo>
                <a:lnTo>
                  <a:pt x="11972" y="23766"/>
                </a:lnTo>
                <a:lnTo>
                  <a:pt x="12264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432" y="23128"/>
                </a:lnTo>
                <a:lnTo>
                  <a:pt x="13666" y="22862"/>
                </a:lnTo>
                <a:lnTo>
                  <a:pt x="14133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117"/>
                </a:lnTo>
                <a:lnTo>
                  <a:pt x="15359" y="21958"/>
                </a:lnTo>
                <a:lnTo>
                  <a:pt x="15651" y="21852"/>
                </a:lnTo>
                <a:lnTo>
                  <a:pt x="16060" y="21586"/>
                </a:lnTo>
                <a:lnTo>
                  <a:pt x="16352" y="21479"/>
                </a:lnTo>
                <a:lnTo>
                  <a:pt x="16644" y="21479"/>
                </a:lnTo>
                <a:lnTo>
                  <a:pt x="16819" y="21320"/>
                </a:lnTo>
                <a:lnTo>
                  <a:pt x="17053" y="21054"/>
                </a:lnTo>
                <a:lnTo>
                  <a:pt x="17345" y="20948"/>
                </a:lnTo>
                <a:lnTo>
                  <a:pt x="17637" y="2078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330" y="19778"/>
                </a:lnTo>
                <a:lnTo>
                  <a:pt x="19622" y="19672"/>
                </a:lnTo>
                <a:lnTo>
                  <a:pt x="19914" y="19512"/>
                </a:lnTo>
                <a:lnTo>
                  <a:pt x="20323" y="19406"/>
                </a:lnTo>
                <a:lnTo>
                  <a:pt x="20615" y="19140"/>
                </a:lnTo>
                <a:lnTo>
                  <a:pt x="20907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725" y="18608"/>
                </a:lnTo>
                <a:lnTo>
                  <a:pt x="22309" y="18396"/>
                </a:lnTo>
                <a:lnTo>
                  <a:pt x="22601" y="18236"/>
                </a:lnTo>
                <a:lnTo>
                  <a:pt x="22835" y="17970"/>
                </a:lnTo>
                <a:lnTo>
                  <a:pt x="23127" y="17864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332"/>
                </a:lnTo>
                <a:lnTo>
                  <a:pt x="24236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5930" y="16428"/>
                </a:lnTo>
                <a:lnTo>
                  <a:pt x="26222" y="16216"/>
                </a:lnTo>
                <a:lnTo>
                  <a:pt x="26689" y="16056"/>
                </a:lnTo>
                <a:lnTo>
                  <a:pt x="27098" y="15790"/>
                </a:lnTo>
                <a:lnTo>
                  <a:pt x="27390" y="15525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4887"/>
                </a:lnTo>
                <a:lnTo>
                  <a:pt x="28908" y="14780"/>
                </a:lnTo>
                <a:lnTo>
                  <a:pt x="29200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602" y="13983"/>
                </a:lnTo>
                <a:lnTo>
                  <a:pt x="30894" y="13770"/>
                </a:lnTo>
                <a:lnTo>
                  <a:pt x="31186" y="13611"/>
                </a:lnTo>
                <a:lnTo>
                  <a:pt x="31478" y="13504"/>
                </a:lnTo>
                <a:lnTo>
                  <a:pt x="31712" y="13345"/>
                </a:lnTo>
                <a:lnTo>
                  <a:pt x="31887" y="13132"/>
                </a:lnTo>
                <a:lnTo>
                  <a:pt x="32179" y="12973"/>
                </a:lnTo>
                <a:lnTo>
                  <a:pt x="32471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069"/>
                </a:lnTo>
                <a:lnTo>
                  <a:pt x="34281" y="11962"/>
                </a:lnTo>
                <a:lnTo>
                  <a:pt x="34398" y="11803"/>
                </a:lnTo>
                <a:lnTo>
                  <a:pt x="34865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165"/>
                </a:lnTo>
                <a:lnTo>
                  <a:pt x="35975" y="11058"/>
                </a:lnTo>
                <a:lnTo>
                  <a:pt x="36267" y="10899"/>
                </a:lnTo>
                <a:lnTo>
                  <a:pt x="36559" y="10686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048"/>
                </a:lnTo>
                <a:lnTo>
                  <a:pt x="37961" y="9889"/>
                </a:lnTo>
                <a:lnTo>
                  <a:pt x="38253" y="9782"/>
                </a:lnTo>
                <a:lnTo>
                  <a:pt x="38486" y="9782"/>
                </a:lnTo>
                <a:lnTo>
                  <a:pt x="38778" y="9517"/>
                </a:lnTo>
                <a:lnTo>
                  <a:pt x="39187" y="935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180" y="8719"/>
                </a:lnTo>
                <a:lnTo>
                  <a:pt x="40472" y="8613"/>
                </a:lnTo>
                <a:lnTo>
                  <a:pt x="40764" y="8506"/>
                </a:lnTo>
                <a:lnTo>
                  <a:pt x="41173" y="8241"/>
                </a:lnTo>
                <a:lnTo>
                  <a:pt x="41465" y="8081"/>
                </a:lnTo>
                <a:lnTo>
                  <a:pt x="41757" y="7975"/>
                </a:lnTo>
                <a:lnTo>
                  <a:pt x="41874" y="7815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65"/>
                </a:lnTo>
                <a:lnTo>
                  <a:pt x="44034" y="6805"/>
                </a:lnTo>
                <a:lnTo>
                  <a:pt x="44268" y="6699"/>
                </a:lnTo>
                <a:lnTo>
                  <a:pt x="44443" y="6433"/>
                </a:lnTo>
                <a:lnTo>
                  <a:pt x="44735" y="6326"/>
                </a:lnTo>
                <a:lnTo>
                  <a:pt x="44969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423"/>
                </a:lnTo>
                <a:lnTo>
                  <a:pt x="46838" y="5157"/>
                </a:lnTo>
                <a:lnTo>
                  <a:pt x="47422" y="4997"/>
                </a:lnTo>
                <a:lnTo>
                  <a:pt x="47655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823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335" y="2817"/>
                </a:lnTo>
                <a:lnTo>
                  <a:pt x="51743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028" y="1914"/>
                </a:lnTo>
                <a:lnTo>
                  <a:pt x="53320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313" y="1276"/>
                </a:lnTo>
                <a:lnTo>
                  <a:pt x="54722" y="903"/>
                </a:lnTo>
                <a:lnTo>
                  <a:pt x="55014" y="797"/>
                </a:lnTo>
                <a:lnTo>
                  <a:pt x="55306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794960" y="2738976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175" y="30039"/>
                </a:lnTo>
                <a:lnTo>
                  <a:pt x="467" y="29933"/>
                </a:lnTo>
                <a:lnTo>
                  <a:pt x="700" y="29774"/>
                </a:lnTo>
                <a:lnTo>
                  <a:pt x="1168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763"/>
                </a:lnTo>
                <a:lnTo>
                  <a:pt x="3095" y="28498"/>
                </a:lnTo>
                <a:lnTo>
                  <a:pt x="3387" y="2849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86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22"/>
                </a:lnTo>
                <a:lnTo>
                  <a:pt x="5956" y="26956"/>
                </a:lnTo>
                <a:lnTo>
                  <a:pt x="6248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066" y="26318"/>
                </a:lnTo>
                <a:lnTo>
                  <a:pt x="7475" y="26211"/>
                </a:lnTo>
                <a:lnTo>
                  <a:pt x="7650" y="26211"/>
                </a:lnTo>
                <a:lnTo>
                  <a:pt x="7942" y="26052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414"/>
                </a:lnTo>
                <a:lnTo>
                  <a:pt x="9461" y="25148"/>
                </a:lnTo>
                <a:lnTo>
                  <a:pt x="9753" y="25042"/>
                </a:lnTo>
                <a:lnTo>
                  <a:pt x="10045" y="24935"/>
                </a:lnTo>
                <a:lnTo>
                  <a:pt x="10161" y="24776"/>
                </a:lnTo>
                <a:lnTo>
                  <a:pt x="10453" y="24510"/>
                </a:lnTo>
                <a:lnTo>
                  <a:pt x="10745" y="24404"/>
                </a:lnTo>
                <a:lnTo>
                  <a:pt x="11037" y="24297"/>
                </a:lnTo>
                <a:lnTo>
                  <a:pt x="11446" y="24138"/>
                </a:lnTo>
                <a:lnTo>
                  <a:pt x="11738" y="23872"/>
                </a:lnTo>
                <a:lnTo>
                  <a:pt x="12030" y="23766"/>
                </a:lnTo>
                <a:lnTo>
                  <a:pt x="12264" y="23766"/>
                </a:lnTo>
                <a:lnTo>
                  <a:pt x="12556" y="23606"/>
                </a:lnTo>
                <a:lnTo>
                  <a:pt x="12731" y="23393"/>
                </a:lnTo>
                <a:lnTo>
                  <a:pt x="12965" y="23234"/>
                </a:lnTo>
                <a:lnTo>
                  <a:pt x="13257" y="23128"/>
                </a:lnTo>
                <a:lnTo>
                  <a:pt x="13724" y="22968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117"/>
                </a:lnTo>
                <a:lnTo>
                  <a:pt x="15242" y="21958"/>
                </a:lnTo>
                <a:lnTo>
                  <a:pt x="15651" y="21852"/>
                </a:lnTo>
                <a:lnTo>
                  <a:pt x="15943" y="21692"/>
                </a:lnTo>
                <a:lnTo>
                  <a:pt x="16235" y="21426"/>
                </a:lnTo>
                <a:lnTo>
                  <a:pt x="16527" y="21426"/>
                </a:lnTo>
                <a:lnTo>
                  <a:pt x="16819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576"/>
                </a:lnTo>
                <a:lnTo>
                  <a:pt x="18513" y="20310"/>
                </a:lnTo>
                <a:lnTo>
                  <a:pt x="18746" y="20150"/>
                </a:lnTo>
                <a:lnTo>
                  <a:pt x="19038" y="20044"/>
                </a:lnTo>
                <a:lnTo>
                  <a:pt x="19330" y="19884"/>
                </a:lnTo>
                <a:lnTo>
                  <a:pt x="19622" y="19672"/>
                </a:lnTo>
                <a:lnTo>
                  <a:pt x="20031" y="19512"/>
                </a:lnTo>
                <a:lnTo>
                  <a:pt x="20206" y="19406"/>
                </a:lnTo>
                <a:lnTo>
                  <a:pt x="20440" y="1924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874"/>
                </a:lnTo>
                <a:lnTo>
                  <a:pt x="21608" y="18768"/>
                </a:lnTo>
                <a:lnTo>
                  <a:pt x="22017" y="18502"/>
                </a:lnTo>
                <a:lnTo>
                  <a:pt x="22309" y="18342"/>
                </a:lnTo>
                <a:lnTo>
                  <a:pt x="22601" y="18236"/>
                </a:lnTo>
                <a:lnTo>
                  <a:pt x="23010" y="17864"/>
                </a:lnTo>
                <a:lnTo>
                  <a:pt x="23302" y="17704"/>
                </a:lnTo>
                <a:lnTo>
                  <a:pt x="23594" y="17598"/>
                </a:lnTo>
                <a:lnTo>
                  <a:pt x="24003" y="17492"/>
                </a:lnTo>
                <a:lnTo>
                  <a:pt x="24295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287" y="16694"/>
                </a:lnTo>
                <a:lnTo>
                  <a:pt x="25521" y="16588"/>
                </a:lnTo>
                <a:lnTo>
                  <a:pt x="25813" y="16428"/>
                </a:lnTo>
                <a:lnTo>
                  <a:pt x="26222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418"/>
                </a:lnTo>
                <a:lnTo>
                  <a:pt x="27799" y="15259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780"/>
                </a:lnTo>
                <a:lnTo>
                  <a:pt x="29084" y="14621"/>
                </a:lnTo>
                <a:lnTo>
                  <a:pt x="29376" y="14514"/>
                </a:lnTo>
                <a:lnTo>
                  <a:pt x="29609" y="14514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3983"/>
                </a:lnTo>
                <a:lnTo>
                  <a:pt x="30777" y="13876"/>
                </a:lnTo>
                <a:lnTo>
                  <a:pt x="31069" y="13611"/>
                </a:lnTo>
                <a:lnTo>
                  <a:pt x="31303" y="13504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2973"/>
                </a:lnTo>
                <a:lnTo>
                  <a:pt x="32588" y="12866"/>
                </a:lnTo>
                <a:lnTo>
                  <a:pt x="32880" y="12707"/>
                </a:lnTo>
                <a:lnTo>
                  <a:pt x="33288" y="12334"/>
                </a:lnTo>
                <a:lnTo>
                  <a:pt x="33580" y="12175"/>
                </a:lnTo>
                <a:lnTo>
                  <a:pt x="33872" y="12175"/>
                </a:lnTo>
                <a:lnTo>
                  <a:pt x="34165" y="12069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566" y="11165"/>
                </a:lnTo>
                <a:lnTo>
                  <a:pt x="35858" y="11058"/>
                </a:lnTo>
                <a:lnTo>
                  <a:pt x="36092" y="10899"/>
                </a:lnTo>
                <a:lnTo>
                  <a:pt x="36384" y="10793"/>
                </a:lnTo>
                <a:lnTo>
                  <a:pt x="36851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785" y="9889"/>
                </a:lnTo>
                <a:lnTo>
                  <a:pt x="38077" y="9889"/>
                </a:lnTo>
                <a:lnTo>
                  <a:pt x="38369" y="9782"/>
                </a:lnTo>
                <a:lnTo>
                  <a:pt x="38778" y="9623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985"/>
                </a:lnTo>
                <a:lnTo>
                  <a:pt x="40180" y="8719"/>
                </a:lnTo>
                <a:lnTo>
                  <a:pt x="40355" y="8613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081"/>
                </a:lnTo>
                <a:lnTo>
                  <a:pt x="41640" y="7975"/>
                </a:lnTo>
                <a:lnTo>
                  <a:pt x="41874" y="7815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177"/>
                </a:lnTo>
                <a:lnTo>
                  <a:pt x="43567" y="6911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39"/>
                </a:lnTo>
                <a:lnTo>
                  <a:pt x="44735" y="6273"/>
                </a:lnTo>
                <a:lnTo>
                  <a:pt x="45144" y="6167"/>
                </a:lnTo>
                <a:lnTo>
                  <a:pt x="45436" y="6061"/>
                </a:lnTo>
                <a:lnTo>
                  <a:pt x="45553" y="5901"/>
                </a:lnTo>
                <a:lnTo>
                  <a:pt x="45845" y="5635"/>
                </a:lnTo>
                <a:lnTo>
                  <a:pt x="46137" y="5529"/>
                </a:lnTo>
                <a:lnTo>
                  <a:pt x="46429" y="5369"/>
                </a:lnTo>
                <a:lnTo>
                  <a:pt x="46721" y="5263"/>
                </a:lnTo>
                <a:lnTo>
                  <a:pt x="47130" y="5157"/>
                </a:lnTo>
                <a:lnTo>
                  <a:pt x="47422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123" y="4519"/>
                </a:lnTo>
                <a:lnTo>
                  <a:pt x="48415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455"/>
                </a:lnTo>
                <a:lnTo>
                  <a:pt x="50342" y="3190"/>
                </a:lnTo>
                <a:lnTo>
                  <a:pt x="50634" y="3083"/>
                </a:lnTo>
                <a:lnTo>
                  <a:pt x="50926" y="2977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286"/>
                </a:lnTo>
                <a:lnTo>
                  <a:pt x="52736" y="2073"/>
                </a:lnTo>
                <a:lnTo>
                  <a:pt x="52911" y="1914"/>
                </a:lnTo>
                <a:lnTo>
                  <a:pt x="53320" y="1807"/>
                </a:lnTo>
                <a:lnTo>
                  <a:pt x="53612" y="1648"/>
                </a:lnTo>
                <a:lnTo>
                  <a:pt x="53904" y="1435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531"/>
                </a:lnTo>
                <a:lnTo>
                  <a:pt x="56124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851668" y="2708670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992" y="29774"/>
                </a:lnTo>
                <a:lnTo>
                  <a:pt x="1284" y="29667"/>
                </a:lnTo>
                <a:lnTo>
                  <a:pt x="1401" y="29508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511" y="28870"/>
                </a:lnTo>
                <a:lnTo>
                  <a:pt x="2978" y="28657"/>
                </a:lnTo>
                <a:lnTo>
                  <a:pt x="3270" y="28498"/>
                </a:lnTo>
                <a:lnTo>
                  <a:pt x="3504" y="28498"/>
                </a:lnTo>
                <a:lnTo>
                  <a:pt x="3796" y="28391"/>
                </a:lnTo>
                <a:lnTo>
                  <a:pt x="3971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753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183" y="26424"/>
                </a:lnTo>
                <a:lnTo>
                  <a:pt x="7475" y="26211"/>
                </a:lnTo>
                <a:lnTo>
                  <a:pt x="7767" y="26211"/>
                </a:lnTo>
                <a:lnTo>
                  <a:pt x="8059" y="26052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73"/>
                </a:lnTo>
                <a:lnTo>
                  <a:pt x="9169" y="25414"/>
                </a:lnTo>
                <a:lnTo>
                  <a:pt x="9461" y="25307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138"/>
                </a:lnTo>
                <a:lnTo>
                  <a:pt x="11680" y="24031"/>
                </a:lnTo>
                <a:lnTo>
                  <a:pt x="11972" y="23872"/>
                </a:lnTo>
                <a:lnTo>
                  <a:pt x="12264" y="23766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330"/>
                </a:lnTo>
                <a:lnTo>
                  <a:pt x="15067" y="22224"/>
                </a:lnTo>
                <a:lnTo>
                  <a:pt x="15534" y="21958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527" y="21426"/>
                </a:lnTo>
                <a:lnTo>
                  <a:pt x="16761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330" y="19884"/>
                </a:lnTo>
                <a:lnTo>
                  <a:pt x="19739" y="19778"/>
                </a:lnTo>
                <a:lnTo>
                  <a:pt x="20031" y="19512"/>
                </a:lnTo>
                <a:lnTo>
                  <a:pt x="20323" y="19406"/>
                </a:lnTo>
                <a:lnTo>
                  <a:pt x="20615" y="19246"/>
                </a:lnTo>
                <a:lnTo>
                  <a:pt x="20849" y="19246"/>
                </a:lnTo>
                <a:lnTo>
                  <a:pt x="21141" y="18980"/>
                </a:lnTo>
                <a:lnTo>
                  <a:pt x="21433" y="18874"/>
                </a:lnTo>
                <a:lnTo>
                  <a:pt x="21725" y="18768"/>
                </a:lnTo>
                <a:lnTo>
                  <a:pt x="22017" y="18608"/>
                </a:lnTo>
                <a:lnTo>
                  <a:pt x="22309" y="18342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801"/>
                </a:lnTo>
                <a:lnTo>
                  <a:pt x="25638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32" y="15684"/>
                </a:lnTo>
                <a:lnTo>
                  <a:pt x="27624" y="15525"/>
                </a:lnTo>
                <a:lnTo>
                  <a:pt x="28091" y="15259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025" y="14621"/>
                </a:lnTo>
                <a:lnTo>
                  <a:pt x="29317" y="14514"/>
                </a:lnTo>
                <a:lnTo>
                  <a:pt x="29609" y="14514"/>
                </a:lnTo>
                <a:lnTo>
                  <a:pt x="29901" y="14355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420" y="13451"/>
                </a:lnTo>
                <a:lnTo>
                  <a:pt x="31595" y="13345"/>
                </a:lnTo>
                <a:lnTo>
                  <a:pt x="31887" y="13238"/>
                </a:lnTo>
                <a:lnTo>
                  <a:pt x="32296" y="13079"/>
                </a:lnTo>
                <a:lnTo>
                  <a:pt x="32588" y="12813"/>
                </a:lnTo>
                <a:lnTo>
                  <a:pt x="32880" y="12707"/>
                </a:lnTo>
                <a:lnTo>
                  <a:pt x="33113" y="12600"/>
                </a:lnTo>
                <a:lnTo>
                  <a:pt x="33405" y="12441"/>
                </a:lnTo>
                <a:lnTo>
                  <a:pt x="33697" y="12175"/>
                </a:lnTo>
                <a:lnTo>
                  <a:pt x="33989" y="12175"/>
                </a:lnTo>
                <a:lnTo>
                  <a:pt x="34281" y="12069"/>
                </a:lnTo>
                <a:lnTo>
                  <a:pt x="34573" y="11909"/>
                </a:lnTo>
                <a:lnTo>
                  <a:pt x="34807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75" y="11058"/>
                </a:lnTo>
                <a:lnTo>
                  <a:pt x="36267" y="10899"/>
                </a:lnTo>
                <a:lnTo>
                  <a:pt x="36501" y="10793"/>
                </a:lnTo>
                <a:lnTo>
                  <a:pt x="36793" y="10633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194" y="9889"/>
                </a:lnTo>
                <a:lnTo>
                  <a:pt x="38661" y="9729"/>
                </a:lnTo>
                <a:lnTo>
                  <a:pt x="38895" y="9623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888" y="8985"/>
                </a:lnTo>
                <a:lnTo>
                  <a:pt x="40180" y="8719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874" y="7815"/>
                </a:lnTo>
                <a:lnTo>
                  <a:pt x="42166" y="7709"/>
                </a:lnTo>
                <a:lnTo>
                  <a:pt x="42458" y="7549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742" y="6911"/>
                </a:lnTo>
                <a:lnTo>
                  <a:pt x="43976" y="6805"/>
                </a:lnTo>
                <a:lnTo>
                  <a:pt x="44151" y="6646"/>
                </a:lnTo>
                <a:lnTo>
                  <a:pt x="44443" y="6539"/>
                </a:lnTo>
                <a:lnTo>
                  <a:pt x="44852" y="6273"/>
                </a:lnTo>
                <a:lnTo>
                  <a:pt x="45144" y="6167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263"/>
                </a:lnTo>
                <a:lnTo>
                  <a:pt x="47130" y="5104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239" y="4466"/>
                </a:lnTo>
                <a:lnTo>
                  <a:pt x="48531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562"/>
                </a:lnTo>
                <a:lnTo>
                  <a:pt x="50225" y="3455"/>
                </a:lnTo>
                <a:lnTo>
                  <a:pt x="50459" y="3190"/>
                </a:lnTo>
                <a:lnTo>
                  <a:pt x="50751" y="3083"/>
                </a:lnTo>
                <a:lnTo>
                  <a:pt x="51218" y="2924"/>
                </a:lnTo>
                <a:lnTo>
                  <a:pt x="51451" y="2924"/>
                </a:lnTo>
                <a:lnTo>
                  <a:pt x="51627" y="2711"/>
                </a:lnTo>
                <a:lnTo>
                  <a:pt x="51919" y="2552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3145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382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744"/>
                </a:lnTo>
                <a:lnTo>
                  <a:pt x="55423" y="638"/>
                </a:lnTo>
                <a:lnTo>
                  <a:pt x="55715" y="638"/>
                </a:lnTo>
                <a:lnTo>
                  <a:pt x="56007" y="478"/>
                </a:lnTo>
                <a:lnTo>
                  <a:pt x="56240" y="265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908376" y="2678364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700" y="29933"/>
                </a:lnTo>
                <a:lnTo>
                  <a:pt x="992" y="29774"/>
                </a:lnTo>
                <a:lnTo>
                  <a:pt x="1226" y="29667"/>
                </a:lnTo>
                <a:lnTo>
                  <a:pt x="1518" y="29508"/>
                </a:lnTo>
                <a:lnTo>
                  <a:pt x="1810" y="29242"/>
                </a:lnTo>
                <a:lnTo>
                  <a:pt x="2102" y="29136"/>
                </a:lnTo>
                <a:lnTo>
                  <a:pt x="2394" y="29029"/>
                </a:lnTo>
                <a:lnTo>
                  <a:pt x="2511" y="28870"/>
                </a:lnTo>
                <a:lnTo>
                  <a:pt x="2920" y="28604"/>
                </a:lnTo>
                <a:lnTo>
                  <a:pt x="3212" y="28498"/>
                </a:lnTo>
                <a:lnTo>
                  <a:pt x="3504" y="28498"/>
                </a:lnTo>
                <a:lnTo>
                  <a:pt x="3796" y="28391"/>
                </a:lnTo>
                <a:lnTo>
                  <a:pt x="4088" y="28125"/>
                </a:lnTo>
                <a:lnTo>
                  <a:pt x="4380" y="27966"/>
                </a:lnTo>
                <a:lnTo>
                  <a:pt x="4613" y="27860"/>
                </a:lnTo>
                <a:lnTo>
                  <a:pt x="4905" y="27753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07" y="26849"/>
                </a:lnTo>
                <a:lnTo>
                  <a:pt x="6599" y="26690"/>
                </a:lnTo>
                <a:lnTo>
                  <a:pt x="7008" y="26584"/>
                </a:lnTo>
                <a:lnTo>
                  <a:pt x="7300" y="26424"/>
                </a:lnTo>
                <a:lnTo>
                  <a:pt x="7475" y="26211"/>
                </a:lnTo>
                <a:lnTo>
                  <a:pt x="7767" y="26211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20"/>
                </a:lnTo>
                <a:lnTo>
                  <a:pt x="9285" y="25414"/>
                </a:lnTo>
                <a:lnTo>
                  <a:pt x="9577" y="25307"/>
                </a:lnTo>
                <a:lnTo>
                  <a:pt x="9869" y="25042"/>
                </a:lnTo>
                <a:lnTo>
                  <a:pt x="9986" y="24882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3978"/>
                </a:lnTo>
                <a:lnTo>
                  <a:pt x="12089" y="23872"/>
                </a:lnTo>
                <a:lnTo>
                  <a:pt x="12381" y="23766"/>
                </a:lnTo>
                <a:lnTo>
                  <a:pt x="12556" y="23606"/>
                </a:lnTo>
                <a:lnTo>
                  <a:pt x="12789" y="23500"/>
                </a:lnTo>
                <a:lnTo>
                  <a:pt x="13257" y="23234"/>
                </a:lnTo>
                <a:lnTo>
                  <a:pt x="13549" y="23128"/>
                </a:lnTo>
                <a:lnTo>
                  <a:pt x="13782" y="22968"/>
                </a:lnTo>
                <a:lnTo>
                  <a:pt x="14074" y="22862"/>
                </a:lnTo>
                <a:lnTo>
                  <a:pt x="14366" y="22596"/>
                </a:lnTo>
                <a:lnTo>
                  <a:pt x="14658" y="22436"/>
                </a:lnTo>
                <a:lnTo>
                  <a:pt x="14950" y="22330"/>
                </a:lnTo>
                <a:lnTo>
                  <a:pt x="15476" y="21958"/>
                </a:lnTo>
                <a:lnTo>
                  <a:pt x="15768" y="21798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878" y="21320"/>
                </a:lnTo>
                <a:lnTo>
                  <a:pt x="17170" y="21160"/>
                </a:lnTo>
                <a:lnTo>
                  <a:pt x="17637" y="21054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571" y="20416"/>
                </a:lnTo>
                <a:lnTo>
                  <a:pt x="18863" y="20150"/>
                </a:lnTo>
                <a:lnTo>
                  <a:pt x="19155" y="20044"/>
                </a:lnTo>
                <a:lnTo>
                  <a:pt x="19564" y="19884"/>
                </a:lnTo>
                <a:lnTo>
                  <a:pt x="19856" y="19778"/>
                </a:lnTo>
                <a:lnTo>
                  <a:pt x="20031" y="19512"/>
                </a:lnTo>
                <a:lnTo>
                  <a:pt x="20265" y="19353"/>
                </a:lnTo>
                <a:lnTo>
                  <a:pt x="20557" y="19246"/>
                </a:lnTo>
                <a:lnTo>
                  <a:pt x="20849" y="19246"/>
                </a:lnTo>
                <a:lnTo>
                  <a:pt x="21141" y="18980"/>
                </a:lnTo>
                <a:lnTo>
                  <a:pt x="21433" y="18874"/>
                </a:lnTo>
                <a:lnTo>
                  <a:pt x="21842" y="18715"/>
                </a:lnTo>
                <a:lnTo>
                  <a:pt x="22134" y="18608"/>
                </a:lnTo>
                <a:lnTo>
                  <a:pt x="22426" y="18342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827" y="17598"/>
                </a:lnTo>
                <a:lnTo>
                  <a:pt x="24119" y="17439"/>
                </a:lnTo>
                <a:lnTo>
                  <a:pt x="24353" y="17332"/>
                </a:lnTo>
                <a:lnTo>
                  <a:pt x="24645" y="17066"/>
                </a:lnTo>
                <a:lnTo>
                  <a:pt x="24937" y="16960"/>
                </a:lnTo>
                <a:lnTo>
                  <a:pt x="25112" y="16960"/>
                </a:lnTo>
                <a:lnTo>
                  <a:pt x="25346" y="16801"/>
                </a:lnTo>
                <a:lnTo>
                  <a:pt x="25813" y="16535"/>
                </a:lnTo>
                <a:lnTo>
                  <a:pt x="26047" y="16428"/>
                </a:lnTo>
                <a:lnTo>
                  <a:pt x="26339" y="16269"/>
                </a:lnTo>
                <a:lnTo>
                  <a:pt x="26631" y="16163"/>
                </a:lnTo>
                <a:lnTo>
                  <a:pt x="26923" y="15897"/>
                </a:lnTo>
                <a:lnTo>
                  <a:pt x="27215" y="15790"/>
                </a:lnTo>
                <a:lnTo>
                  <a:pt x="27507" y="15631"/>
                </a:lnTo>
                <a:lnTo>
                  <a:pt x="28032" y="15259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200" y="14621"/>
                </a:lnTo>
                <a:lnTo>
                  <a:pt x="29434" y="14621"/>
                </a:lnTo>
                <a:lnTo>
                  <a:pt x="29726" y="14514"/>
                </a:lnTo>
                <a:lnTo>
                  <a:pt x="30135" y="14355"/>
                </a:lnTo>
                <a:lnTo>
                  <a:pt x="30310" y="1408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28" y="13717"/>
                </a:lnTo>
                <a:lnTo>
                  <a:pt x="31420" y="13451"/>
                </a:lnTo>
                <a:lnTo>
                  <a:pt x="31712" y="13345"/>
                </a:lnTo>
                <a:lnTo>
                  <a:pt x="32120" y="13238"/>
                </a:lnTo>
                <a:lnTo>
                  <a:pt x="32412" y="13079"/>
                </a:lnTo>
                <a:lnTo>
                  <a:pt x="32704" y="12813"/>
                </a:lnTo>
                <a:lnTo>
                  <a:pt x="33113" y="12547"/>
                </a:lnTo>
                <a:lnTo>
                  <a:pt x="33405" y="12441"/>
                </a:lnTo>
                <a:lnTo>
                  <a:pt x="33697" y="12334"/>
                </a:lnTo>
                <a:lnTo>
                  <a:pt x="33989" y="12175"/>
                </a:lnTo>
                <a:lnTo>
                  <a:pt x="34398" y="12069"/>
                </a:lnTo>
                <a:lnTo>
                  <a:pt x="34690" y="11909"/>
                </a:lnTo>
                <a:lnTo>
                  <a:pt x="34982" y="11696"/>
                </a:lnTo>
                <a:lnTo>
                  <a:pt x="35216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17" y="11005"/>
                </a:lnTo>
                <a:lnTo>
                  <a:pt x="36384" y="10899"/>
                </a:lnTo>
                <a:lnTo>
                  <a:pt x="36676" y="10793"/>
                </a:lnTo>
                <a:lnTo>
                  <a:pt x="36909" y="10633"/>
                </a:lnTo>
                <a:lnTo>
                  <a:pt x="37201" y="10367"/>
                </a:lnTo>
                <a:lnTo>
                  <a:pt x="37493" y="10261"/>
                </a:lnTo>
                <a:lnTo>
                  <a:pt x="37902" y="9995"/>
                </a:lnTo>
                <a:lnTo>
                  <a:pt x="38369" y="9889"/>
                </a:lnTo>
                <a:lnTo>
                  <a:pt x="38603" y="9729"/>
                </a:lnTo>
                <a:lnTo>
                  <a:pt x="38895" y="9623"/>
                </a:lnTo>
                <a:lnTo>
                  <a:pt x="39187" y="9463"/>
                </a:lnTo>
                <a:lnTo>
                  <a:pt x="39479" y="9251"/>
                </a:lnTo>
                <a:lnTo>
                  <a:pt x="39771" y="9091"/>
                </a:lnTo>
                <a:lnTo>
                  <a:pt x="40005" y="8985"/>
                </a:lnTo>
                <a:lnTo>
                  <a:pt x="40180" y="8825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187"/>
                </a:lnTo>
                <a:lnTo>
                  <a:pt x="41698" y="7922"/>
                </a:lnTo>
                <a:lnTo>
                  <a:pt x="41990" y="7815"/>
                </a:lnTo>
                <a:lnTo>
                  <a:pt x="42282" y="7709"/>
                </a:lnTo>
                <a:lnTo>
                  <a:pt x="42691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805"/>
                </a:lnTo>
                <a:lnTo>
                  <a:pt x="44268" y="6646"/>
                </a:lnTo>
                <a:lnTo>
                  <a:pt x="44677" y="6539"/>
                </a:lnTo>
                <a:lnTo>
                  <a:pt x="44969" y="6380"/>
                </a:lnTo>
                <a:lnTo>
                  <a:pt x="45261" y="6167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529"/>
                </a:lnTo>
                <a:lnTo>
                  <a:pt x="46546" y="5369"/>
                </a:lnTo>
                <a:lnTo>
                  <a:pt x="46954" y="5263"/>
                </a:lnTo>
                <a:lnTo>
                  <a:pt x="47246" y="5263"/>
                </a:lnTo>
                <a:lnTo>
                  <a:pt x="47480" y="4997"/>
                </a:lnTo>
                <a:lnTo>
                  <a:pt x="47772" y="4838"/>
                </a:lnTo>
                <a:lnTo>
                  <a:pt x="47947" y="4731"/>
                </a:lnTo>
                <a:lnTo>
                  <a:pt x="48239" y="4625"/>
                </a:lnTo>
                <a:lnTo>
                  <a:pt x="48473" y="4359"/>
                </a:lnTo>
                <a:lnTo>
                  <a:pt x="48940" y="4200"/>
                </a:lnTo>
                <a:lnTo>
                  <a:pt x="49174" y="4093"/>
                </a:lnTo>
                <a:lnTo>
                  <a:pt x="49466" y="3987"/>
                </a:lnTo>
                <a:lnTo>
                  <a:pt x="49758" y="3721"/>
                </a:lnTo>
                <a:lnTo>
                  <a:pt x="50050" y="3562"/>
                </a:lnTo>
                <a:lnTo>
                  <a:pt x="50342" y="3455"/>
                </a:lnTo>
                <a:lnTo>
                  <a:pt x="50459" y="3296"/>
                </a:lnTo>
                <a:lnTo>
                  <a:pt x="50867" y="3083"/>
                </a:lnTo>
                <a:lnTo>
                  <a:pt x="51159" y="2924"/>
                </a:lnTo>
                <a:lnTo>
                  <a:pt x="51451" y="2924"/>
                </a:lnTo>
                <a:lnTo>
                  <a:pt x="51743" y="2817"/>
                </a:lnTo>
                <a:lnTo>
                  <a:pt x="52035" y="2552"/>
                </a:lnTo>
                <a:lnTo>
                  <a:pt x="52327" y="2445"/>
                </a:lnTo>
                <a:lnTo>
                  <a:pt x="52561" y="2286"/>
                </a:lnTo>
                <a:lnTo>
                  <a:pt x="52736" y="2179"/>
                </a:lnTo>
                <a:lnTo>
                  <a:pt x="53145" y="1914"/>
                </a:lnTo>
                <a:lnTo>
                  <a:pt x="53437" y="1754"/>
                </a:lnTo>
                <a:lnTo>
                  <a:pt x="53729" y="1648"/>
                </a:lnTo>
                <a:lnTo>
                  <a:pt x="54021" y="1541"/>
                </a:lnTo>
                <a:lnTo>
                  <a:pt x="54255" y="1276"/>
                </a:lnTo>
                <a:lnTo>
                  <a:pt x="54547" y="1116"/>
                </a:lnTo>
                <a:lnTo>
                  <a:pt x="54839" y="1010"/>
                </a:lnTo>
                <a:lnTo>
                  <a:pt x="55248" y="903"/>
                </a:lnTo>
                <a:lnTo>
                  <a:pt x="55423" y="638"/>
                </a:lnTo>
                <a:lnTo>
                  <a:pt x="55715" y="638"/>
                </a:lnTo>
                <a:lnTo>
                  <a:pt x="55948" y="478"/>
                </a:lnTo>
                <a:lnTo>
                  <a:pt x="56240" y="37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965201" y="2648058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408" y="30146"/>
                </a:lnTo>
                <a:lnTo>
                  <a:pt x="700" y="30039"/>
                </a:lnTo>
                <a:lnTo>
                  <a:pt x="992" y="29774"/>
                </a:lnTo>
                <a:lnTo>
                  <a:pt x="1401" y="29508"/>
                </a:lnTo>
                <a:lnTo>
                  <a:pt x="1693" y="29401"/>
                </a:lnTo>
                <a:lnTo>
                  <a:pt x="1985" y="29136"/>
                </a:lnTo>
                <a:lnTo>
                  <a:pt x="2219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12" y="28604"/>
                </a:lnTo>
                <a:lnTo>
                  <a:pt x="3504" y="28498"/>
                </a:lnTo>
                <a:lnTo>
                  <a:pt x="3679" y="28338"/>
                </a:lnTo>
                <a:lnTo>
                  <a:pt x="3912" y="28232"/>
                </a:lnTo>
                <a:lnTo>
                  <a:pt x="4204" y="27966"/>
                </a:lnTo>
                <a:lnTo>
                  <a:pt x="4672" y="27860"/>
                </a:lnTo>
                <a:lnTo>
                  <a:pt x="4905" y="27700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599" y="26690"/>
                </a:lnTo>
                <a:lnTo>
                  <a:pt x="6891" y="26584"/>
                </a:lnTo>
                <a:lnTo>
                  <a:pt x="7183" y="26424"/>
                </a:lnTo>
                <a:lnTo>
                  <a:pt x="7475" y="26318"/>
                </a:lnTo>
                <a:lnTo>
                  <a:pt x="7767" y="26158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786"/>
                </a:lnTo>
                <a:lnTo>
                  <a:pt x="8877" y="25520"/>
                </a:lnTo>
                <a:lnTo>
                  <a:pt x="9169" y="25414"/>
                </a:lnTo>
                <a:lnTo>
                  <a:pt x="9461" y="25254"/>
                </a:lnTo>
                <a:lnTo>
                  <a:pt x="9694" y="25148"/>
                </a:lnTo>
                <a:lnTo>
                  <a:pt x="9986" y="24882"/>
                </a:lnTo>
                <a:lnTo>
                  <a:pt x="10278" y="24776"/>
                </a:lnTo>
                <a:lnTo>
                  <a:pt x="10570" y="24616"/>
                </a:lnTo>
                <a:lnTo>
                  <a:pt x="10979" y="24510"/>
                </a:lnTo>
                <a:lnTo>
                  <a:pt x="11154" y="24244"/>
                </a:lnTo>
                <a:lnTo>
                  <a:pt x="11388" y="24138"/>
                </a:lnTo>
                <a:lnTo>
                  <a:pt x="11680" y="23978"/>
                </a:lnTo>
                <a:lnTo>
                  <a:pt x="11972" y="23978"/>
                </a:lnTo>
                <a:lnTo>
                  <a:pt x="12264" y="23712"/>
                </a:lnTo>
                <a:lnTo>
                  <a:pt x="12556" y="23606"/>
                </a:lnTo>
                <a:lnTo>
                  <a:pt x="12965" y="23500"/>
                </a:lnTo>
                <a:lnTo>
                  <a:pt x="13257" y="23340"/>
                </a:lnTo>
                <a:lnTo>
                  <a:pt x="13549" y="23074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436"/>
                </a:lnTo>
                <a:lnTo>
                  <a:pt x="14775" y="22330"/>
                </a:lnTo>
                <a:lnTo>
                  <a:pt x="15242" y="22171"/>
                </a:lnTo>
                <a:lnTo>
                  <a:pt x="15476" y="22064"/>
                </a:lnTo>
                <a:lnTo>
                  <a:pt x="15768" y="21798"/>
                </a:lnTo>
                <a:lnTo>
                  <a:pt x="16060" y="21692"/>
                </a:lnTo>
                <a:lnTo>
                  <a:pt x="16235" y="21533"/>
                </a:lnTo>
                <a:lnTo>
                  <a:pt x="16469" y="21533"/>
                </a:lnTo>
                <a:lnTo>
                  <a:pt x="16761" y="21320"/>
                </a:lnTo>
                <a:lnTo>
                  <a:pt x="17170" y="21160"/>
                </a:lnTo>
                <a:lnTo>
                  <a:pt x="17462" y="21054"/>
                </a:lnTo>
                <a:lnTo>
                  <a:pt x="17754" y="20895"/>
                </a:lnTo>
                <a:lnTo>
                  <a:pt x="18046" y="20629"/>
                </a:lnTo>
                <a:lnTo>
                  <a:pt x="18338" y="20522"/>
                </a:lnTo>
                <a:lnTo>
                  <a:pt x="18630" y="20416"/>
                </a:lnTo>
                <a:lnTo>
                  <a:pt x="18746" y="20257"/>
                </a:lnTo>
                <a:lnTo>
                  <a:pt x="19155" y="19991"/>
                </a:lnTo>
                <a:lnTo>
                  <a:pt x="19447" y="19884"/>
                </a:lnTo>
                <a:lnTo>
                  <a:pt x="19739" y="19778"/>
                </a:lnTo>
                <a:lnTo>
                  <a:pt x="20031" y="19619"/>
                </a:lnTo>
                <a:lnTo>
                  <a:pt x="20323" y="19353"/>
                </a:lnTo>
                <a:lnTo>
                  <a:pt x="20557" y="19246"/>
                </a:lnTo>
                <a:lnTo>
                  <a:pt x="20849" y="19246"/>
                </a:lnTo>
                <a:lnTo>
                  <a:pt x="21141" y="19087"/>
                </a:lnTo>
                <a:lnTo>
                  <a:pt x="21433" y="18874"/>
                </a:lnTo>
                <a:lnTo>
                  <a:pt x="21725" y="18715"/>
                </a:lnTo>
                <a:lnTo>
                  <a:pt x="22017" y="18608"/>
                </a:lnTo>
                <a:lnTo>
                  <a:pt x="22251" y="18449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535" y="17811"/>
                </a:lnTo>
                <a:lnTo>
                  <a:pt x="23711" y="17545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173"/>
                </a:lnTo>
                <a:lnTo>
                  <a:pt x="24820" y="16907"/>
                </a:lnTo>
                <a:lnTo>
                  <a:pt x="25112" y="16907"/>
                </a:lnTo>
                <a:lnTo>
                  <a:pt x="25521" y="16801"/>
                </a:lnTo>
                <a:lnTo>
                  <a:pt x="25813" y="16694"/>
                </a:lnTo>
                <a:lnTo>
                  <a:pt x="26105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6056"/>
                </a:lnTo>
                <a:lnTo>
                  <a:pt x="27039" y="15790"/>
                </a:lnTo>
                <a:lnTo>
                  <a:pt x="27332" y="15631"/>
                </a:lnTo>
                <a:lnTo>
                  <a:pt x="27799" y="15525"/>
                </a:lnTo>
                <a:lnTo>
                  <a:pt x="28032" y="15365"/>
                </a:lnTo>
                <a:lnTo>
                  <a:pt x="28324" y="15152"/>
                </a:lnTo>
                <a:lnTo>
                  <a:pt x="28616" y="14993"/>
                </a:lnTo>
                <a:lnTo>
                  <a:pt x="29025" y="14727"/>
                </a:lnTo>
                <a:lnTo>
                  <a:pt x="29317" y="14621"/>
                </a:lnTo>
                <a:lnTo>
                  <a:pt x="29726" y="14514"/>
                </a:lnTo>
                <a:lnTo>
                  <a:pt x="30018" y="14355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23"/>
                </a:lnTo>
                <a:lnTo>
                  <a:pt x="31128" y="13717"/>
                </a:lnTo>
                <a:lnTo>
                  <a:pt x="31303" y="13611"/>
                </a:lnTo>
                <a:lnTo>
                  <a:pt x="31595" y="13345"/>
                </a:lnTo>
                <a:lnTo>
                  <a:pt x="32004" y="13185"/>
                </a:lnTo>
                <a:lnTo>
                  <a:pt x="32296" y="13079"/>
                </a:lnTo>
                <a:lnTo>
                  <a:pt x="32588" y="12973"/>
                </a:lnTo>
                <a:lnTo>
                  <a:pt x="32821" y="12707"/>
                </a:lnTo>
                <a:lnTo>
                  <a:pt x="33113" y="12547"/>
                </a:lnTo>
                <a:lnTo>
                  <a:pt x="33405" y="12441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2069"/>
                </a:lnTo>
                <a:lnTo>
                  <a:pt x="34515" y="11909"/>
                </a:lnTo>
                <a:lnTo>
                  <a:pt x="34807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209" y="10899"/>
                </a:lnTo>
                <a:lnTo>
                  <a:pt x="36501" y="10739"/>
                </a:lnTo>
                <a:lnTo>
                  <a:pt x="36793" y="10633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01"/>
                </a:lnTo>
                <a:lnTo>
                  <a:pt x="37902" y="9995"/>
                </a:lnTo>
                <a:lnTo>
                  <a:pt x="38369" y="9995"/>
                </a:lnTo>
                <a:lnTo>
                  <a:pt x="38603" y="9729"/>
                </a:lnTo>
                <a:lnTo>
                  <a:pt x="38778" y="9623"/>
                </a:lnTo>
                <a:lnTo>
                  <a:pt x="39070" y="9463"/>
                </a:lnTo>
                <a:lnTo>
                  <a:pt x="39362" y="9357"/>
                </a:lnTo>
                <a:lnTo>
                  <a:pt x="39596" y="9091"/>
                </a:lnTo>
                <a:lnTo>
                  <a:pt x="39888" y="8985"/>
                </a:lnTo>
                <a:lnTo>
                  <a:pt x="40297" y="8825"/>
                </a:lnTo>
                <a:lnTo>
                  <a:pt x="40589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290" y="8187"/>
                </a:lnTo>
                <a:lnTo>
                  <a:pt x="41582" y="8081"/>
                </a:lnTo>
                <a:lnTo>
                  <a:pt x="41874" y="7815"/>
                </a:lnTo>
                <a:lnTo>
                  <a:pt x="42282" y="7656"/>
                </a:lnTo>
                <a:lnTo>
                  <a:pt x="42574" y="7656"/>
                </a:lnTo>
                <a:lnTo>
                  <a:pt x="42866" y="7549"/>
                </a:lnTo>
                <a:lnTo>
                  <a:pt x="43158" y="7284"/>
                </a:lnTo>
                <a:lnTo>
                  <a:pt x="43450" y="7177"/>
                </a:lnTo>
                <a:lnTo>
                  <a:pt x="43684" y="7018"/>
                </a:lnTo>
                <a:lnTo>
                  <a:pt x="43859" y="6911"/>
                </a:lnTo>
                <a:lnTo>
                  <a:pt x="44151" y="6646"/>
                </a:lnTo>
                <a:lnTo>
                  <a:pt x="44560" y="6539"/>
                </a:lnTo>
                <a:lnTo>
                  <a:pt x="44852" y="6380"/>
                </a:lnTo>
                <a:lnTo>
                  <a:pt x="45144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546" y="5369"/>
                </a:lnTo>
                <a:lnTo>
                  <a:pt x="46838" y="5369"/>
                </a:lnTo>
                <a:lnTo>
                  <a:pt x="47071" y="5263"/>
                </a:lnTo>
                <a:lnTo>
                  <a:pt x="47363" y="5104"/>
                </a:lnTo>
                <a:lnTo>
                  <a:pt x="47655" y="4838"/>
                </a:lnTo>
                <a:lnTo>
                  <a:pt x="47947" y="4731"/>
                </a:lnTo>
                <a:lnTo>
                  <a:pt x="48239" y="4572"/>
                </a:lnTo>
                <a:lnTo>
                  <a:pt x="48648" y="4466"/>
                </a:lnTo>
                <a:lnTo>
                  <a:pt x="48765" y="4200"/>
                </a:lnTo>
                <a:lnTo>
                  <a:pt x="49057" y="4093"/>
                </a:lnTo>
                <a:lnTo>
                  <a:pt x="49349" y="3934"/>
                </a:lnTo>
                <a:lnTo>
                  <a:pt x="49641" y="3828"/>
                </a:lnTo>
                <a:lnTo>
                  <a:pt x="49933" y="3562"/>
                </a:lnTo>
                <a:lnTo>
                  <a:pt x="50167" y="3455"/>
                </a:lnTo>
                <a:lnTo>
                  <a:pt x="50459" y="3296"/>
                </a:lnTo>
                <a:lnTo>
                  <a:pt x="50926" y="3190"/>
                </a:lnTo>
                <a:lnTo>
                  <a:pt x="51159" y="2924"/>
                </a:lnTo>
                <a:lnTo>
                  <a:pt x="51335" y="2924"/>
                </a:lnTo>
                <a:lnTo>
                  <a:pt x="51627" y="2817"/>
                </a:lnTo>
                <a:lnTo>
                  <a:pt x="51860" y="2658"/>
                </a:lnTo>
                <a:lnTo>
                  <a:pt x="52152" y="2392"/>
                </a:lnTo>
                <a:lnTo>
                  <a:pt x="52444" y="2286"/>
                </a:lnTo>
                <a:lnTo>
                  <a:pt x="52853" y="2179"/>
                </a:lnTo>
                <a:lnTo>
                  <a:pt x="53145" y="2020"/>
                </a:lnTo>
                <a:lnTo>
                  <a:pt x="53437" y="1754"/>
                </a:lnTo>
                <a:lnTo>
                  <a:pt x="53729" y="1648"/>
                </a:lnTo>
                <a:lnTo>
                  <a:pt x="54138" y="1382"/>
                </a:lnTo>
                <a:lnTo>
                  <a:pt x="54430" y="1116"/>
                </a:lnTo>
                <a:lnTo>
                  <a:pt x="54839" y="1010"/>
                </a:lnTo>
                <a:lnTo>
                  <a:pt x="55131" y="850"/>
                </a:lnTo>
                <a:lnTo>
                  <a:pt x="55423" y="744"/>
                </a:lnTo>
                <a:lnTo>
                  <a:pt x="55715" y="638"/>
                </a:lnTo>
                <a:lnTo>
                  <a:pt x="55948" y="478"/>
                </a:lnTo>
                <a:lnTo>
                  <a:pt x="56240" y="372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021909" y="2617699"/>
            <a:ext cx="56941" cy="30358"/>
          </a:xfrm>
          <a:custGeom>
            <a:avLst/>
            <a:gdLst/>
            <a:ahLst/>
            <a:cxnLst/>
            <a:rect l="l" t="t" r="r" b="b"/>
            <a:pathLst>
              <a:path w="56941" h="30358">
                <a:moveTo>
                  <a:pt x="0" y="30358"/>
                </a:moveTo>
                <a:lnTo>
                  <a:pt x="408" y="30199"/>
                </a:lnTo>
                <a:lnTo>
                  <a:pt x="700" y="30093"/>
                </a:lnTo>
                <a:lnTo>
                  <a:pt x="934" y="29933"/>
                </a:lnTo>
                <a:lnTo>
                  <a:pt x="1226" y="29667"/>
                </a:lnTo>
                <a:lnTo>
                  <a:pt x="1518" y="29561"/>
                </a:lnTo>
                <a:lnTo>
                  <a:pt x="1810" y="29455"/>
                </a:lnTo>
                <a:lnTo>
                  <a:pt x="2102" y="29295"/>
                </a:lnTo>
                <a:lnTo>
                  <a:pt x="2394" y="29029"/>
                </a:lnTo>
                <a:lnTo>
                  <a:pt x="2628" y="28923"/>
                </a:lnTo>
                <a:lnTo>
                  <a:pt x="2920" y="28817"/>
                </a:lnTo>
                <a:lnTo>
                  <a:pt x="3212" y="28657"/>
                </a:lnTo>
                <a:lnTo>
                  <a:pt x="3504" y="28551"/>
                </a:lnTo>
                <a:lnTo>
                  <a:pt x="3796" y="28391"/>
                </a:lnTo>
                <a:lnTo>
                  <a:pt x="4088" y="28285"/>
                </a:lnTo>
                <a:lnTo>
                  <a:pt x="4496" y="28125"/>
                </a:lnTo>
                <a:lnTo>
                  <a:pt x="4788" y="27913"/>
                </a:lnTo>
                <a:lnTo>
                  <a:pt x="4905" y="27753"/>
                </a:lnTo>
                <a:lnTo>
                  <a:pt x="5197" y="27647"/>
                </a:lnTo>
                <a:lnTo>
                  <a:pt x="5489" y="27487"/>
                </a:lnTo>
                <a:lnTo>
                  <a:pt x="5781" y="27275"/>
                </a:lnTo>
                <a:lnTo>
                  <a:pt x="6015" y="27115"/>
                </a:lnTo>
                <a:lnTo>
                  <a:pt x="6307" y="27009"/>
                </a:lnTo>
                <a:lnTo>
                  <a:pt x="6716" y="26849"/>
                </a:lnTo>
                <a:lnTo>
                  <a:pt x="7008" y="26584"/>
                </a:lnTo>
                <a:lnTo>
                  <a:pt x="7183" y="26477"/>
                </a:lnTo>
                <a:lnTo>
                  <a:pt x="7475" y="26371"/>
                </a:lnTo>
                <a:lnTo>
                  <a:pt x="7709" y="26371"/>
                </a:lnTo>
                <a:lnTo>
                  <a:pt x="8001" y="26105"/>
                </a:lnTo>
                <a:lnTo>
                  <a:pt x="8293" y="25946"/>
                </a:lnTo>
                <a:lnTo>
                  <a:pt x="8701" y="25839"/>
                </a:lnTo>
                <a:lnTo>
                  <a:pt x="8993" y="25733"/>
                </a:lnTo>
                <a:lnTo>
                  <a:pt x="9285" y="25467"/>
                </a:lnTo>
                <a:lnTo>
                  <a:pt x="9577" y="25307"/>
                </a:lnTo>
                <a:lnTo>
                  <a:pt x="9986" y="25042"/>
                </a:lnTo>
                <a:lnTo>
                  <a:pt x="10278" y="24829"/>
                </a:lnTo>
                <a:lnTo>
                  <a:pt x="10687" y="24669"/>
                </a:lnTo>
                <a:lnTo>
                  <a:pt x="10979" y="24563"/>
                </a:lnTo>
                <a:lnTo>
                  <a:pt x="11271" y="24404"/>
                </a:lnTo>
                <a:lnTo>
                  <a:pt x="11563" y="24191"/>
                </a:lnTo>
                <a:lnTo>
                  <a:pt x="11797" y="24031"/>
                </a:lnTo>
                <a:lnTo>
                  <a:pt x="12089" y="24031"/>
                </a:lnTo>
                <a:lnTo>
                  <a:pt x="12264" y="23925"/>
                </a:lnTo>
                <a:lnTo>
                  <a:pt x="12497" y="23659"/>
                </a:lnTo>
                <a:lnTo>
                  <a:pt x="12965" y="23500"/>
                </a:lnTo>
                <a:lnTo>
                  <a:pt x="13257" y="23393"/>
                </a:lnTo>
                <a:lnTo>
                  <a:pt x="13490" y="23287"/>
                </a:lnTo>
                <a:lnTo>
                  <a:pt x="13782" y="23021"/>
                </a:lnTo>
                <a:lnTo>
                  <a:pt x="14074" y="22862"/>
                </a:lnTo>
                <a:lnTo>
                  <a:pt x="14366" y="22755"/>
                </a:lnTo>
                <a:lnTo>
                  <a:pt x="14658" y="22649"/>
                </a:lnTo>
                <a:lnTo>
                  <a:pt x="14950" y="22383"/>
                </a:lnTo>
                <a:lnTo>
                  <a:pt x="15184" y="22224"/>
                </a:lnTo>
                <a:lnTo>
                  <a:pt x="15476" y="22117"/>
                </a:lnTo>
                <a:lnTo>
                  <a:pt x="15768" y="21958"/>
                </a:lnTo>
                <a:lnTo>
                  <a:pt x="16060" y="21745"/>
                </a:lnTo>
                <a:lnTo>
                  <a:pt x="16352" y="21745"/>
                </a:lnTo>
                <a:lnTo>
                  <a:pt x="16586" y="21586"/>
                </a:lnTo>
                <a:lnTo>
                  <a:pt x="17053" y="21479"/>
                </a:lnTo>
                <a:lnTo>
                  <a:pt x="17345" y="21214"/>
                </a:lnTo>
                <a:lnTo>
                  <a:pt x="17754" y="20948"/>
                </a:lnTo>
                <a:lnTo>
                  <a:pt x="18046" y="20682"/>
                </a:lnTo>
                <a:lnTo>
                  <a:pt x="18279" y="20576"/>
                </a:lnTo>
                <a:lnTo>
                  <a:pt x="18571" y="20416"/>
                </a:lnTo>
                <a:lnTo>
                  <a:pt x="18863" y="20310"/>
                </a:lnTo>
                <a:lnTo>
                  <a:pt x="19272" y="20044"/>
                </a:lnTo>
                <a:lnTo>
                  <a:pt x="19564" y="19938"/>
                </a:lnTo>
                <a:lnTo>
                  <a:pt x="19856" y="19778"/>
                </a:lnTo>
                <a:lnTo>
                  <a:pt x="20265" y="19406"/>
                </a:lnTo>
                <a:lnTo>
                  <a:pt x="20557" y="19406"/>
                </a:lnTo>
                <a:lnTo>
                  <a:pt x="20849" y="19299"/>
                </a:lnTo>
                <a:lnTo>
                  <a:pt x="21258" y="19140"/>
                </a:lnTo>
                <a:lnTo>
                  <a:pt x="21550" y="18927"/>
                </a:lnTo>
                <a:lnTo>
                  <a:pt x="21842" y="18768"/>
                </a:lnTo>
                <a:lnTo>
                  <a:pt x="22134" y="18661"/>
                </a:lnTo>
                <a:lnTo>
                  <a:pt x="22251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243" y="18023"/>
                </a:lnTo>
                <a:lnTo>
                  <a:pt x="23535" y="17864"/>
                </a:lnTo>
                <a:lnTo>
                  <a:pt x="23827" y="17598"/>
                </a:lnTo>
                <a:lnTo>
                  <a:pt x="24061" y="17492"/>
                </a:lnTo>
                <a:lnTo>
                  <a:pt x="24353" y="17385"/>
                </a:lnTo>
                <a:lnTo>
                  <a:pt x="24645" y="17226"/>
                </a:lnTo>
                <a:lnTo>
                  <a:pt x="24820" y="17120"/>
                </a:lnTo>
                <a:lnTo>
                  <a:pt x="25054" y="16960"/>
                </a:lnTo>
                <a:lnTo>
                  <a:pt x="25521" y="16854"/>
                </a:lnTo>
                <a:lnTo>
                  <a:pt x="25755" y="16694"/>
                </a:lnTo>
                <a:lnTo>
                  <a:pt x="26047" y="16482"/>
                </a:lnTo>
                <a:lnTo>
                  <a:pt x="26339" y="16322"/>
                </a:lnTo>
                <a:lnTo>
                  <a:pt x="26631" y="16216"/>
                </a:lnTo>
                <a:lnTo>
                  <a:pt x="26923" y="16056"/>
                </a:lnTo>
                <a:lnTo>
                  <a:pt x="27215" y="15844"/>
                </a:lnTo>
                <a:lnTo>
                  <a:pt x="27448" y="15684"/>
                </a:lnTo>
                <a:lnTo>
                  <a:pt x="27740" y="15578"/>
                </a:lnTo>
                <a:lnTo>
                  <a:pt x="28032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940"/>
                </a:lnTo>
                <a:lnTo>
                  <a:pt x="29142" y="14780"/>
                </a:lnTo>
                <a:lnTo>
                  <a:pt x="29609" y="14674"/>
                </a:lnTo>
                <a:lnTo>
                  <a:pt x="29843" y="14514"/>
                </a:lnTo>
                <a:lnTo>
                  <a:pt x="30018" y="14408"/>
                </a:lnTo>
                <a:lnTo>
                  <a:pt x="30310" y="14302"/>
                </a:lnTo>
                <a:lnTo>
                  <a:pt x="30602" y="14036"/>
                </a:lnTo>
                <a:lnTo>
                  <a:pt x="30836" y="13876"/>
                </a:lnTo>
                <a:lnTo>
                  <a:pt x="31128" y="13770"/>
                </a:lnTo>
                <a:lnTo>
                  <a:pt x="31420" y="13611"/>
                </a:lnTo>
                <a:lnTo>
                  <a:pt x="31828" y="13398"/>
                </a:lnTo>
                <a:lnTo>
                  <a:pt x="32120" y="13238"/>
                </a:lnTo>
                <a:lnTo>
                  <a:pt x="32412" y="13132"/>
                </a:lnTo>
                <a:lnTo>
                  <a:pt x="32529" y="12973"/>
                </a:lnTo>
                <a:lnTo>
                  <a:pt x="32821" y="12760"/>
                </a:lnTo>
                <a:lnTo>
                  <a:pt x="33113" y="12600"/>
                </a:lnTo>
                <a:lnTo>
                  <a:pt x="33405" y="12494"/>
                </a:lnTo>
                <a:lnTo>
                  <a:pt x="33814" y="12334"/>
                </a:lnTo>
                <a:lnTo>
                  <a:pt x="34106" y="12228"/>
                </a:lnTo>
                <a:lnTo>
                  <a:pt x="34398" y="12069"/>
                </a:lnTo>
                <a:lnTo>
                  <a:pt x="34690" y="11962"/>
                </a:lnTo>
                <a:lnTo>
                  <a:pt x="34924" y="11856"/>
                </a:lnTo>
                <a:lnTo>
                  <a:pt x="35099" y="11590"/>
                </a:lnTo>
                <a:lnTo>
                  <a:pt x="35391" y="11431"/>
                </a:lnTo>
                <a:lnTo>
                  <a:pt x="35800" y="11324"/>
                </a:lnTo>
                <a:lnTo>
                  <a:pt x="36092" y="11218"/>
                </a:lnTo>
                <a:lnTo>
                  <a:pt x="36384" y="10952"/>
                </a:lnTo>
                <a:lnTo>
                  <a:pt x="36617" y="10793"/>
                </a:lnTo>
                <a:lnTo>
                  <a:pt x="36909" y="10686"/>
                </a:lnTo>
                <a:lnTo>
                  <a:pt x="37201" y="10527"/>
                </a:lnTo>
                <a:lnTo>
                  <a:pt x="37493" y="10314"/>
                </a:lnTo>
                <a:lnTo>
                  <a:pt x="37610" y="10155"/>
                </a:lnTo>
                <a:lnTo>
                  <a:pt x="38077" y="10048"/>
                </a:lnTo>
                <a:lnTo>
                  <a:pt x="38311" y="10048"/>
                </a:lnTo>
                <a:lnTo>
                  <a:pt x="38603" y="9782"/>
                </a:lnTo>
                <a:lnTo>
                  <a:pt x="38895" y="9676"/>
                </a:lnTo>
                <a:lnTo>
                  <a:pt x="39187" y="9517"/>
                </a:lnTo>
                <a:lnTo>
                  <a:pt x="39479" y="9410"/>
                </a:lnTo>
                <a:lnTo>
                  <a:pt x="39771" y="9144"/>
                </a:lnTo>
                <a:lnTo>
                  <a:pt x="40005" y="8985"/>
                </a:lnTo>
                <a:lnTo>
                  <a:pt x="40297" y="8879"/>
                </a:lnTo>
                <a:lnTo>
                  <a:pt x="40589" y="8772"/>
                </a:lnTo>
                <a:lnTo>
                  <a:pt x="40881" y="8506"/>
                </a:lnTo>
                <a:lnTo>
                  <a:pt x="41173" y="8347"/>
                </a:lnTo>
                <a:lnTo>
                  <a:pt x="41406" y="8241"/>
                </a:lnTo>
                <a:lnTo>
                  <a:pt x="41698" y="8134"/>
                </a:lnTo>
                <a:lnTo>
                  <a:pt x="42166" y="7868"/>
                </a:lnTo>
                <a:lnTo>
                  <a:pt x="42399" y="7709"/>
                </a:lnTo>
                <a:lnTo>
                  <a:pt x="42574" y="7709"/>
                </a:lnTo>
                <a:lnTo>
                  <a:pt x="42866" y="7603"/>
                </a:lnTo>
                <a:lnTo>
                  <a:pt x="43100" y="7337"/>
                </a:lnTo>
                <a:lnTo>
                  <a:pt x="43392" y="7230"/>
                </a:lnTo>
                <a:lnTo>
                  <a:pt x="43684" y="7071"/>
                </a:lnTo>
                <a:lnTo>
                  <a:pt x="43976" y="6965"/>
                </a:lnTo>
                <a:lnTo>
                  <a:pt x="44385" y="6699"/>
                </a:lnTo>
                <a:lnTo>
                  <a:pt x="44677" y="6592"/>
                </a:lnTo>
                <a:lnTo>
                  <a:pt x="44969" y="6433"/>
                </a:lnTo>
                <a:lnTo>
                  <a:pt x="45378" y="6061"/>
                </a:lnTo>
                <a:lnTo>
                  <a:pt x="45670" y="5954"/>
                </a:lnTo>
                <a:lnTo>
                  <a:pt x="45962" y="5795"/>
                </a:lnTo>
                <a:lnTo>
                  <a:pt x="46370" y="5688"/>
                </a:lnTo>
                <a:lnTo>
                  <a:pt x="46662" y="5423"/>
                </a:lnTo>
                <a:lnTo>
                  <a:pt x="46954" y="5423"/>
                </a:lnTo>
                <a:lnTo>
                  <a:pt x="47188" y="5263"/>
                </a:lnTo>
                <a:lnTo>
                  <a:pt x="47480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356" y="4625"/>
                </a:lnTo>
                <a:lnTo>
                  <a:pt x="48648" y="4519"/>
                </a:lnTo>
                <a:lnTo>
                  <a:pt x="48882" y="4253"/>
                </a:lnTo>
                <a:lnTo>
                  <a:pt x="49174" y="4147"/>
                </a:lnTo>
                <a:lnTo>
                  <a:pt x="49466" y="3987"/>
                </a:lnTo>
                <a:lnTo>
                  <a:pt x="49758" y="3881"/>
                </a:lnTo>
                <a:lnTo>
                  <a:pt x="50050" y="3615"/>
                </a:lnTo>
                <a:lnTo>
                  <a:pt x="50575" y="3349"/>
                </a:lnTo>
                <a:lnTo>
                  <a:pt x="50867" y="3243"/>
                </a:lnTo>
                <a:lnTo>
                  <a:pt x="51159" y="3083"/>
                </a:lnTo>
                <a:lnTo>
                  <a:pt x="51451" y="2977"/>
                </a:lnTo>
                <a:lnTo>
                  <a:pt x="51743" y="2871"/>
                </a:lnTo>
                <a:lnTo>
                  <a:pt x="52035" y="2711"/>
                </a:lnTo>
                <a:lnTo>
                  <a:pt x="52269" y="2445"/>
                </a:lnTo>
                <a:lnTo>
                  <a:pt x="52561" y="2339"/>
                </a:lnTo>
                <a:lnTo>
                  <a:pt x="52853" y="2179"/>
                </a:lnTo>
                <a:lnTo>
                  <a:pt x="53145" y="2073"/>
                </a:lnTo>
                <a:lnTo>
                  <a:pt x="53437" y="1807"/>
                </a:lnTo>
                <a:lnTo>
                  <a:pt x="53729" y="1701"/>
                </a:lnTo>
                <a:lnTo>
                  <a:pt x="53963" y="1541"/>
                </a:lnTo>
                <a:lnTo>
                  <a:pt x="54255" y="1435"/>
                </a:lnTo>
                <a:lnTo>
                  <a:pt x="54664" y="1169"/>
                </a:lnTo>
                <a:lnTo>
                  <a:pt x="54956" y="1063"/>
                </a:lnTo>
                <a:lnTo>
                  <a:pt x="55131" y="903"/>
                </a:lnTo>
                <a:lnTo>
                  <a:pt x="55423" y="797"/>
                </a:lnTo>
                <a:lnTo>
                  <a:pt x="55656" y="638"/>
                </a:lnTo>
                <a:lnTo>
                  <a:pt x="55948" y="531"/>
                </a:lnTo>
                <a:lnTo>
                  <a:pt x="56240" y="425"/>
                </a:lnTo>
                <a:lnTo>
                  <a:pt x="56532" y="265"/>
                </a:lnTo>
                <a:lnTo>
                  <a:pt x="56941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078850" y="2587553"/>
            <a:ext cx="56708" cy="30146"/>
          </a:xfrm>
          <a:custGeom>
            <a:avLst/>
            <a:gdLst/>
            <a:ahLst/>
            <a:cxnLst/>
            <a:rect l="l" t="t" r="r" b="b"/>
            <a:pathLst>
              <a:path w="56708" h="30146">
                <a:moveTo>
                  <a:pt x="0" y="30146"/>
                </a:moveTo>
                <a:lnTo>
                  <a:pt x="292" y="30039"/>
                </a:lnTo>
                <a:lnTo>
                  <a:pt x="584" y="29933"/>
                </a:lnTo>
                <a:lnTo>
                  <a:pt x="700" y="29774"/>
                </a:lnTo>
                <a:lnTo>
                  <a:pt x="992" y="29508"/>
                </a:lnTo>
                <a:lnTo>
                  <a:pt x="1284" y="29401"/>
                </a:lnTo>
                <a:lnTo>
                  <a:pt x="1576" y="29242"/>
                </a:lnTo>
                <a:lnTo>
                  <a:pt x="1985" y="29136"/>
                </a:lnTo>
                <a:lnTo>
                  <a:pt x="2277" y="28870"/>
                </a:lnTo>
                <a:lnTo>
                  <a:pt x="2569" y="28763"/>
                </a:lnTo>
                <a:lnTo>
                  <a:pt x="2803" y="28604"/>
                </a:lnTo>
                <a:lnTo>
                  <a:pt x="3095" y="28604"/>
                </a:lnTo>
                <a:lnTo>
                  <a:pt x="3270" y="28391"/>
                </a:lnTo>
                <a:lnTo>
                  <a:pt x="3504" y="28232"/>
                </a:lnTo>
                <a:lnTo>
                  <a:pt x="3796" y="28125"/>
                </a:lnTo>
                <a:lnTo>
                  <a:pt x="4263" y="27966"/>
                </a:lnTo>
                <a:lnTo>
                  <a:pt x="4496" y="2770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062"/>
                </a:lnTo>
                <a:lnTo>
                  <a:pt x="5781" y="26956"/>
                </a:lnTo>
                <a:lnTo>
                  <a:pt x="6190" y="26849"/>
                </a:lnTo>
                <a:lnTo>
                  <a:pt x="6482" y="26690"/>
                </a:lnTo>
                <a:lnTo>
                  <a:pt x="6774" y="26424"/>
                </a:lnTo>
                <a:lnTo>
                  <a:pt x="7066" y="26318"/>
                </a:lnTo>
                <a:lnTo>
                  <a:pt x="7358" y="26158"/>
                </a:lnTo>
                <a:lnTo>
                  <a:pt x="7592" y="26158"/>
                </a:lnTo>
                <a:lnTo>
                  <a:pt x="7884" y="25946"/>
                </a:lnTo>
                <a:lnTo>
                  <a:pt x="8176" y="25786"/>
                </a:lnTo>
                <a:lnTo>
                  <a:pt x="8468" y="25680"/>
                </a:lnTo>
                <a:lnTo>
                  <a:pt x="8760" y="25520"/>
                </a:lnTo>
                <a:lnTo>
                  <a:pt x="9052" y="25307"/>
                </a:lnTo>
                <a:lnTo>
                  <a:pt x="9285" y="25148"/>
                </a:lnTo>
                <a:lnTo>
                  <a:pt x="9577" y="25042"/>
                </a:lnTo>
                <a:lnTo>
                  <a:pt x="9869" y="24882"/>
                </a:lnTo>
                <a:lnTo>
                  <a:pt x="10161" y="24616"/>
                </a:lnTo>
                <a:lnTo>
                  <a:pt x="10570" y="24510"/>
                </a:lnTo>
                <a:lnTo>
                  <a:pt x="10745" y="24404"/>
                </a:lnTo>
                <a:lnTo>
                  <a:pt x="10979" y="24244"/>
                </a:lnTo>
                <a:lnTo>
                  <a:pt x="11271" y="23978"/>
                </a:lnTo>
                <a:lnTo>
                  <a:pt x="11563" y="23872"/>
                </a:lnTo>
                <a:lnTo>
                  <a:pt x="11855" y="23872"/>
                </a:lnTo>
                <a:lnTo>
                  <a:pt x="12147" y="23766"/>
                </a:lnTo>
                <a:lnTo>
                  <a:pt x="12556" y="23500"/>
                </a:lnTo>
                <a:lnTo>
                  <a:pt x="12848" y="23340"/>
                </a:lnTo>
                <a:lnTo>
                  <a:pt x="13140" y="23234"/>
                </a:lnTo>
                <a:lnTo>
                  <a:pt x="13257" y="23074"/>
                </a:lnTo>
                <a:lnTo>
                  <a:pt x="13549" y="22862"/>
                </a:lnTo>
                <a:lnTo>
                  <a:pt x="13841" y="22702"/>
                </a:lnTo>
                <a:lnTo>
                  <a:pt x="14133" y="22596"/>
                </a:lnTo>
                <a:lnTo>
                  <a:pt x="14542" y="22436"/>
                </a:lnTo>
                <a:lnTo>
                  <a:pt x="14834" y="22224"/>
                </a:lnTo>
                <a:lnTo>
                  <a:pt x="15067" y="22064"/>
                </a:lnTo>
                <a:lnTo>
                  <a:pt x="15359" y="21958"/>
                </a:lnTo>
                <a:lnTo>
                  <a:pt x="15651" y="21798"/>
                </a:lnTo>
                <a:lnTo>
                  <a:pt x="15826" y="21586"/>
                </a:lnTo>
                <a:lnTo>
                  <a:pt x="16060" y="21586"/>
                </a:lnTo>
                <a:lnTo>
                  <a:pt x="16352" y="21426"/>
                </a:lnTo>
                <a:lnTo>
                  <a:pt x="16761" y="21320"/>
                </a:lnTo>
                <a:lnTo>
                  <a:pt x="17053" y="21054"/>
                </a:lnTo>
                <a:lnTo>
                  <a:pt x="17345" y="20895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416"/>
                </a:lnTo>
                <a:lnTo>
                  <a:pt x="18338" y="20257"/>
                </a:lnTo>
                <a:lnTo>
                  <a:pt x="18746" y="20150"/>
                </a:lnTo>
                <a:lnTo>
                  <a:pt x="19038" y="20044"/>
                </a:lnTo>
                <a:lnTo>
                  <a:pt x="19330" y="19778"/>
                </a:lnTo>
                <a:lnTo>
                  <a:pt x="19622" y="19619"/>
                </a:lnTo>
                <a:lnTo>
                  <a:pt x="19914" y="19512"/>
                </a:lnTo>
                <a:lnTo>
                  <a:pt x="20148" y="19353"/>
                </a:lnTo>
                <a:lnTo>
                  <a:pt x="20440" y="19246"/>
                </a:lnTo>
                <a:lnTo>
                  <a:pt x="20732" y="19140"/>
                </a:lnTo>
                <a:lnTo>
                  <a:pt x="21024" y="18980"/>
                </a:lnTo>
                <a:lnTo>
                  <a:pt x="21316" y="18874"/>
                </a:lnTo>
                <a:lnTo>
                  <a:pt x="21608" y="18608"/>
                </a:lnTo>
                <a:lnTo>
                  <a:pt x="21842" y="18502"/>
                </a:lnTo>
                <a:lnTo>
                  <a:pt x="22134" y="18342"/>
                </a:lnTo>
                <a:lnTo>
                  <a:pt x="22426" y="18236"/>
                </a:lnTo>
                <a:lnTo>
                  <a:pt x="22718" y="17970"/>
                </a:lnTo>
                <a:lnTo>
                  <a:pt x="23127" y="17811"/>
                </a:lnTo>
                <a:lnTo>
                  <a:pt x="23302" y="17704"/>
                </a:lnTo>
                <a:lnTo>
                  <a:pt x="23535" y="17598"/>
                </a:lnTo>
                <a:lnTo>
                  <a:pt x="23827" y="17332"/>
                </a:lnTo>
                <a:lnTo>
                  <a:pt x="24119" y="17173"/>
                </a:lnTo>
                <a:lnTo>
                  <a:pt x="24411" y="17066"/>
                </a:lnTo>
                <a:lnTo>
                  <a:pt x="24703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696" y="16535"/>
                </a:lnTo>
                <a:lnTo>
                  <a:pt x="26105" y="16163"/>
                </a:lnTo>
                <a:lnTo>
                  <a:pt x="26397" y="16056"/>
                </a:lnTo>
                <a:lnTo>
                  <a:pt x="26631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24" y="15418"/>
                </a:lnTo>
                <a:lnTo>
                  <a:pt x="27916" y="15259"/>
                </a:lnTo>
                <a:lnTo>
                  <a:pt x="28208" y="15152"/>
                </a:lnTo>
                <a:lnTo>
                  <a:pt x="28324" y="14887"/>
                </a:lnTo>
                <a:lnTo>
                  <a:pt x="28616" y="14727"/>
                </a:lnTo>
                <a:lnTo>
                  <a:pt x="28908" y="14621"/>
                </a:lnTo>
                <a:lnTo>
                  <a:pt x="29317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717"/>
                </a:lnTo>
                <a:lnTo>
                  <a:pt x="31303" y="13451"/>
                </a:lnTo>
                <a:lnTo>
                  <a:pt x="31595" y="13345"/>
                </a:lnTo>
                <a:lnTo>
                  <a:pt x="31887" y="13079"/>
                </a:lnTo>
                <a:lnTo>
                  <a:pt x="32179" y="12973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441"/>
                </a:lnTo>
                <a:lnTo>
                  <a:pt x="33288" y="12334"/>
                </a:lnTo>
                <a:lnTo>
                  <a:pt x="33580" y="12334"/>
                </a:lnTo>
                <a:lnTo>
                  <a:pt x="33872" y="12175"/>
                </a:lnTo>
                <a:lnTo>
                  <a:pt x="34106" y="11909"/>
                </a:lnTo>
                <a:lnTo>
                  <a:pt x="34398" y="11803"/>
                </a:lnTo>
                <a:lnTo>
                  <a:pt x="34690" y="11643"/>
                </a:lnTo>
                <a:lnTo>
                  <a:pt x="34982" y="11537"/>
                </a:lnTo>
                <a:lnTo>
                  <a:pt x="35274" y="11271"/>
                </a:lnTo>
                <a:lnTo>
                  <a:pt x="35683" y="11165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633"/>
                </a:lnTo>
                <a:lnTo>
                  <a:pt x="36676" y="10527"/>
                </a:lnTo>
                <a:lnTo>
                  <a:pt x="36968" y="10367"/>
                </a:lnTo>
                <a:lnTo>
                  <a:pt x="37260" y="10261"/>
                </a:lnTo>
                <a:lnTo>
                  <a:pt x="37669" y="9995"/>
                </a:lnTo>
                <a:lnTo>
                  <a:pt x="37961" y="9995"/>
                </a:lnTo>
                <a:lnTo>
                  <a:pt x="38194" y="9889"/>
                </a:lnTo>
                <a:lnTo>
                  <a:pt x="38369" y="9729"/>
                </a:lnTo>
                <a:lnTo>
                  <a:pt x="38661" y="9463"/>
                </a:lnTo>
                <a:lnTo>
                  <a:pt x="38953" y="9357"/>
                </a:lnTo>
                <a:lnTo>
                  <a:pt x="39187" y="9251"/>
                </a:lnTo>
                <a:lnTo>
                  <a:pt x="39654" y="9091"/>
                </a:lnTo>
                <a:lnTo>
                  <a:pt x="39888" y="8825"/>
                </a:lnTo>
                <a:lnTo>
                  <a:pt x="40180" y="8719"/>
                </a:lnTo>
                <a:lnTo>
                  <a:pt x="40472" y="8560"/>
                </a:lnTo>
                <a:lnTo>
                  <a:pt x="40764" y="8453"/>
                </a:lnTo>
                <a:lnTo>
                  <a:pt x="40881" y="8187"/>
                </a:lnTo>
                <a:lnTo>
                  <a:pt x="41173" y="8081"/>
                </a:lnTo>
                <a:lnTo>
                  <a:pt x="41465" y="7922"/>
                </a:lnTo>
                <a:lnTo>
                  <a:pt x="41874" y="7815"/>
                </a:lnTo>
                <a:lnTo>
                  <a:pt x="42166" y="7549"/>
                </a:lnTo>
                <a:lnTo>
                  <a:pt x="42458" y="7549"/>
                </a:lnTo>
                <a:lnTo>
                  <a:pt x="42750" y="7443"/>
                </a:lnTo>
                <a:lnTo>
                  <a:pt x="43042" y="7284"/>
                </a:lnTo>
                <a:lnTo>
                  <a:pt x="43275" y="7071"/>
                </a:lnTo>
                <a:lnTo>
                  <a:pt x="43450" y="691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380"/>
                </a:lnTo>
                <a:lnTo>
                  <a:pt x="44735" y="6273"/>
                </a:lnTo>
                <a:lnTo>
                  <a:pt x="44969" y="6167"/>
                </a:lnTo>
                <a:lnTo>
                  <a:pt x="45261" y="6007"/>
                </a:lnTo>
                <a:lnTo>
                  <a:pt x="45553" y="5742"/>
                </a:lnTo>
                <a:lnTo>
                  <a:pt x="45962" y="5635"/>
                </a:lnTo>
                <a:lnTo>
                  <a:pt x="46137" y="5529"/>
                </a:lnTo>
                <a:lnTo>
                  <a:pt x="46429" y="5369"/>
                </a:lnTo>
                <a:lnTo>
                  <a:pt x="46662" y="5263"/>
                </a:lnTo>
                <a:lnTo>
                  <a:pt x="46954" y="5104"/>
                </a:lnTo>
                <a:lnTo>
                  <a:pt x="47246" y="4997"/>
                </a:lnTo>
                <a:lnTo>
                  <a:pt x="47538" y="4838"/>
                </a:lnTo>
                <a:lnTo>
                  <a:pt x="47831" y="4625"/>
                </a:lnTo>
                <a:lnTo>
                  <a:pt x="48239" y="4466"/>
                </a:lnTo>
                <a:lnTo>
                  <a:pt x="48648" y="4200"/>
                </a:lnTo>
                <a:lnTo>
                  <a:pt x="48940" y="3987"/>
                </a:lnTo>
                <a:lnTo>
                  <a:pt x="49232" y="3828"/>
                </a:lnTo>
                <a:lnTo>
                  <a:pt x="49524" y="3721"/>
                </a:lnTo>
                <a:lnTo>
                  <a:pt x="49758" y="3562"/>
                </a:lnTo>
                <a:lnTo>
                  <a:pt x="50225" y="3296"/>
                </a:lnTo>
                <a:lnTo>
                  <a:pt x="50517" y="3190"/>
                </a:lnTo>
                <a:lnTo>
                  <a:pt x="50751" y="3083"/>
                </a:lnTo>
                <a:lnTo>
                  <a:pt x="50926" y="2924"/>
                </a:lnTo>
                <a:lnTo>
                  <a:pt x="51218" y="2817"/>
                </a:lnTo>
                <a:lnTo>
                  <a:pt x="51451" y="2658"/>
                </a:lnTo>
                <a:lnTo>
                  <a:pt x="51743" y="2552"/>
                </a:lnTo>
                <a:lnTo>
                  <a:pt x="52211" y="2445"/>
                </a:lnTo>
                <a:lnTo>
                  <a:pt x="52444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754"/>
                </a:lnTo>
                <a:lnTo>
                  <a:pt x="53437" y="1541"/>
                </a:lnTo>
                <a:lnTo>
                  <a:pt x="53729" y="1382"/>
                </a:lnTo>
                <a:lnTo>
                  <a:pt x="54021" y="1276"/>
                </a:lnTo>
                <a:lnTo>
                  <a:pt x="54430" y="1116"/>
                </a:lnTo>
                <a:lnTo>
                  <a:pt x="54722" y="903"/>
                </a:lnTo>
                <a:lnTo>
                  <a:pt x="55014" y="744"/>
                </a:lnTo>
                <a:lnTo>
                  <a:pt x="55306" y="638"/>
                </a:lnTo>
                <a:lnTo>
                  <a:pt x="55540" y="638"/>
                </a:lnTo>
                <a:lnTo>
                  <a:pt x="55832" y="372"/>
                </a:lnTo>
                <a:lnTo>
                  <a:pt x="56007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135559" y="2557194"/>
            <a:ext cx="56824" cy="30358"/>
          </a:xfrm>
          <a:custGeom>
            <a:avLst/>
            <a:gdLst/>
            <a:ahLst/>
            <a:cxnLst/>
            <a:rect l="l" t="t" r="r" b="b"/>
            <a:pathLst>
              <a:path w="56824" h="30358">
                <a:moveTo>
                  <a:pt x="0" y="30358"/>
                </a:moveTo>
                <a:lnTo>
                  <a:pt x="292" y="30093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720"/>
                </a:lnTo>
                <a:lnTo>
                  <a:pt x="1401" y="29455"/>
                </a:lnTo>
                <a:lnTo>
                  <a:pt x="1810" y="29295"/>
                </a:lnTo>
                <a:lnTo>
                  <a:pt x="1985" y="29189"/>
                </a:lnTo>
                <a:lnTo>
                  <a:pt x="2219" y="29029"/>
                </a:lnTo>
                <a:lnTo>
                  <a:pt x="2511" y="28817"/>
                </a:lnTo>
                <a:lnTo>
                  <a:pt x="2803" y="28657"/>
                </a:lnTo>
                <a:lnTo>
                  <a:pt x="3095" y="28657"/>
                </a:lnTo>
                <a:lnTo>
                  <a:pt x="3387" y="28551"/>
                </a:lnTo>
                <a:lnTo>
                  <a:pt x="3679" y="28285"/>
                </a:lnTo>
                <a:lnTo>
                  <a:pt x="4088" y="28179"/>
                </a:lnTo>
                <a:lnTo>
                  <a:pt x="4380" y="28019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06" y="27275"/>
                </a:lnTo>
                <a:lnTo>
                  <a:pt x="6073" y="27009"/>
                </a:lnTo>
                <a:lnTo>
                  <a:pt x="6307" y="26849"/>
                </a:lnTo>
                <a:lnTo>
                  <a:pt x="6599" y="26743"/>
                </a:lnTo>
                <a:lnTo>
                  <a:pt x="6891" y="26637"/>
                </a:lnTo>
                <a:lnTo>
                  <a:pt x="7066" y="26371"/>
                </a:lnTo>
                <a:lnTo>
                  <a:pt x="7300" y="26371"/>
                </a:lnTo>
                <a:lnTo>
                  <a:pt x="7592" y="26211"/>
                </a:lnTo>
                <a:lnTo>
                  <a:pt x="8001" y="26105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285" y="25201"/>
                </a:lnTo>
                <a:lnTo>
                  <a:pt x="9577" y="25095"/>
                </a:lnTo>
                <a:lnTo>
                  <a:pt x="9869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57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4031"/>
                </a:lnTo>
                <a:lnTo>
                  <a:pt x="11855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081" y="23287"/>
                </a:lnTo>
                <a:lnTo>
                  <a:pt x="13373" y="23128"/>
                </a:lnTo>
                <a:lnTo>
                  <a:pt x="13666" y="23021"/>
                </a:lnTo>
                <a:lnTo>
                  <a:pt x="13958" y="22755"/>
                </a:lnTo>
                <a:lnTo>
                  <a:pt x="14366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2011"/>
                </a:lnTo>
                <a:lnTo>
                  <a:pt x="15651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644" y="21479"/>
                </a:lnTo>
                <a:lnTo>
                  <a:pt x="16936" y="21373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841"/>
                </a:lnTo>
                <a:lnTo>
                  <a:pt x="17870" y="20682"/>
                </a:lnTo>
                <a:lnTo>
                  <a:pt x="18162" y="20576"/>
                </a:lnTo>
                <a:lnTo>
                  <a:pt x="18630" y="20310"/>
                </a:lnTo>
                <a:lnTo>
                  <a:pt x="18863" y="20203"/>
                </a:lnTo>
                <a:lnTo>
                  <a:pt x="19155" y="20044"/>
                </a:lnTo>
                <a:lnTo>
                  <a:pt x="19447" y="19938"/>
                </a:lnTo>
                <a:lnTo>
                  <a:pt x="19564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557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927"/>
                </a:lnTo>
                <a:lnTo>
                  <a:pt x="21725" y="18768"/>
                </a:lnTo>
                <a:lnTo>
                  <a:pt x="22017" y="18502"/>
                </a:lnTo>
                <a:lnTo>
                  <a:pt x="22426" y="18289"/>
                </a:lnTo>
                <a:lnTo>
                  <a:pt x="22835" y="18130"/>
                </a:lnTo>
                <a:lnTo>
                  <a:pt x="23127" y="17864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226"/>
                </a:lnTo>
                <a:lnTo>
                  <a:pt x="24411" y="17120"/>
                </a:lnTo>
                <a:lnTo>
                  <a:pt x="24820" y="16960"/>
                </a:lnTo>
                <a:lnTo>
                  <a:pt x="25112" y="16960"/>
                </a:lnTo>
                <a:lnTo>
                  <a:pt x="25346" y="16747"/>
                </a:lnTo>
                <a:lnTo>
                  <a:pt x="25638" y="16588"/>
                </a:lnTo>
                <a:lnTo>
                  <a:pt x="25930" y="16482"/>
                </a:lnTo>
                <a:lnTo>
                  <a:pt x="26222" y="16322"/>
                </a:lnTo>
                <a:lnTo>
                  <a:pt x="26514" y="16056"/>
                </a:lnTo>
                <a:lnTo>
                  <a:pt x="26923" y="15950"/>
                </a:lnTo>
                <a:lnTo>
                  <a:pt x="27332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500" y="15046"/>
                </a:lnTo>
                <a:lnTo>
                  <a:pt x="28733" y="14780"/>
                </a:lnTo>
                <a:lnTo>
                  <a:pt x="29200" y="14674"/>
                </a:lnTo>
                <a:lnTo>
                  <a:pt x="29434" y="14674"/>
                </a:lnTo>
                <a:lnTo>
                  <a:pt x="29609" y="14514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128" y="13664"/>
                </a:lnTo>
                <a:lnTo>
                  <a:pt x="31420" y="13504"/>
                </a:lnTo>
                <a:lnTo>
                  <a:pt x="31712" y="13398"/>
                </a:lnTo>
                <a:lnTo>
                  <a:pt x="32004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2996" y="12600"/>
                </a:lnTo>
                <a:lnTo>
                  <a:pt x="33405" y="12334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2122"/>
                </a:lnTo>
                <a:lnTo>
                  <a:pt x="34515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391" y="11484"/>
                </a:lnTo>
                <a:lnTo>
                  <a:pt x="35683" y="11218"/>
                </a:lnTo>
                <a:lnTo>
                  <a:pt x="35975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580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02" y="10048"/>
                </a:lnTo>
                <a:lnTo>
                  <a:pt x="38194" y="9942"/>
                </a:lnTo>
                <a:lnTo>
                  <a:pt x="38486" y="9782"/>
                </a:lnTo>
                <a:lnTo>
                  <a:pt x="38778" y="9676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9038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8" y="8400"/>
                </a:lnTo>
                <a:lnTo>
                  <a:pt x="41290" y="8134"/>
                </a:lnTo>
                <a:lnTo>
                  <a:pt x="41757" y="7975"/>
                </a:lnTo>
                <a:lnTo>
                  <a:pt x="41990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691" y="7496"/>
                </a:lnTo>
                <a:lnTo>
                  <a:pt x="42983" y="7337"/>
                </a:lnTo>
                <a:lnTo>
                  <a:pt x="43275" y="7230"/>
                </a:lnTo>
                <a:lnTo>
                  <a:pt x="43684" y="6965"/>
                </a:lnTo>
                <a:lnTo>
                  <a:pt x="43976" y="6858"/>
                </a:lnTo>
                <a:lnTo>
                  <a:pt x="44268" y="6699"/>
                </a:lnTo>
                <a:lnTo>
                  <a:pt x="44560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54"/>
                </a:lnTo>
                <a:lnTo>
                  <a:pt x="45962" y="5688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423"/>
                </a:lnTo>
                <a:lnTo>
                  <a:pt x="47071" y="5157"/>
                </a:lnTo>
                <a:lnTo>
                  <a:pt x="47246" y="5050"/>
                </a:lnTo>
                <a:lnTo>
                  <a:pt x="47538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473" y="4412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881"/>
                </a:lnTo>
                <a:lnTo>
                  <a:pt x="49641" y="3774"/>
                </a:lnTo>
                <a:lnTo>
                  <a:pt x="49933" y="3615"/>
                </a:lnTo>
                <a:lnTo>
                  <a:pt x="50167" y="350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3083"/>
                </a:lnTo>
                <a:lnTo>
                  <a:pt x="51335" y="2977"/>
                </a:lnTo>
                <a:lnTo>
                  <a:pt x="51627" y="2711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320" y="1807"/>
                </a:lnTo>
                <a:lnTo>
                  <a:pt x="53554" y="1541"/>
                </a:lnTo>
                <a:lnTo>
                  <a:pt x="53846" y="1435"/>
                </a:lnTo>
                <a:lnTo>
                  <a:pt x="54255" y="1329"/>
                </a:lnTo>
                <a:lnTo>
                  <a:pt x="54547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248" y="691"/>
                </a:lnTo>
                <a:lnTo>
                  <a:pt x="55540" y="691"/>
                </a:lnTo>
                <a:lnTo>
                  <a:pt x="55832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192383" y="2526888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093"/>
                </a:lnTo>
                <a:lnTo>
                  <a:pt x="408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284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763"/>
                </a:lnTo>
                <a:lnTo>
                  <a:pt x="2803" y="28657"/>
                </a:lnTo>
                <a:lnTo>
                  <a:pt x="2978" y="28657"/>
                </a:lnTo>
                <a:lnTo>
                  <a:pt x="3212" y="28551"/>
                </a:lnTo>
                <a:lnTo>
                  <a:pt x="3679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75"/>
                </a:lnTo>
                <a:lnTo>
                  <a:pt x="5898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371"/>
                </a:lnTo>
                <a:lnTo>
                  <a:pt x="7358" y="26371"/>
                </a:lnTo>
                <a:lnTo>
                  <a:pt x="7592" y="26211"/>
                </a:lnTo>
                <a:lnTo>
                  <a:pt x="7884" y="26105"/>
                </a:lnTo>
                <a:lnTo>
                  <a:pt x="8176" y="25839"/>
                </a:lnTo>
                <a:lnTo>
                  <a:pt x="8468" y="25733"/>
                </a:lnTo>
                <a:lnTo>
                  <a:pt x="8760" y="25573"/>
                </a:lnTo>
                <a:lnTo>
                  <a:pt x="8993" y="25467"/>
                </a:lnTo>
                <a:lnTo>
                  <a:pt x="9285" y="25201"/>
                </a:lnTo>
                <a:lnTo>
                  <a:pt x="9577" y="25042"/>
                </a:lnTo>
                <a:lnTo>
                  <a:pt x="9986" y="24935"/>
                </a:lnTo>
                <a:lnTo>
                  <a:pt x="10278" y="24829"/>
                </a:lnTo>
                <a:lnTo>
                  <a:pt x="10453" y="24563"/>
                </a:lnTo>
                <a:lnTo>
                  <a:pt x="10687" y="24404"/>
                </a:lnTo>
                <a:lnTo>
                  <a:pt x="10979" y="24297"/>
                </a:lnTo>
                <a:lnTo>
                  <a:pt x="11271" y="24191"/>
                </a:lnTo>
                <a:lnTo>
                  <a:pt x="11563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1958"/>
                </a:lnTo>
                <a:lnTo>
                  <a:pt x="15534" y="21852"/>
                </a:lnTo>
                <a:lnTo>
                  <a:pt x="15768" y="21745"/>
                </a:lnTo>
                <a:lnTo>
                  <a:pt x="16235" y="21586"/>
                </a:lnTo>
                <a:lnTo>
                  <a:pt x="16469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440" y="1940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874"/>
                </a:lnTo>
                <a:lnTo>
                  <a:pt x="21550" y="18768"/>
                </a:lnTo>
                <a:lnTo>
                  <a:pt x="21842" y="18502"/>
                </a:lnTo>
                <a:lnTo>
                  <a:pt x="22134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010" y="17864"/>
                </a:lnTo>
                <a:lnTo>
                  <a:pt x="23243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226"/>
                </a:lnTo>
                <a:lnTo>
                  <a:pt x="24528" y="17120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339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32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032" y="15152"/>
                </a:lnTo>
                <a:lnTo>
                  <a:pt x="28324" y="15046"/>
                </a:lnTo>
                <a:lnTo>
                  <a:pt x="28792" y="14780"/>
                </a:lnTo>
                <a:lnTo>
                  <a:pt x="29025" y="14780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719" y="13876"/>
                </a:lnTo>
                <a:lnTo>
                  <a:pt x="31011" y="13611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3113" y="12600"/>
                </a:lnTo>
                <a:lnTo>
                  <a:pt x="33288" y="12334"/>
                </a:lnTo>
                <a:lnTo>
                  <a:pt x="33580" y="12334"/>
                </a:lnTo>
                <a:lnTo>
                  <a:pt x="33814" y="12228"/>
                </a:lnTo>
                <a:lnTo>
                  <a:pt x="34106" y="12069"/>
                </a:lnTo>
                <a:lnTo>
                  <a:pt x="34398" y="11856"/>
                </a:lnTo>
                <a:lnTo>
                  <a:pt x="34690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508" y="11218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676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61" y="10048"/>
                </a:lnTo>
                <a:lnTo>
                  <a:pt x="38077" y="9889"/>
                </a:lnTo>
                <a:lnTo>
                  <a:pt x="38369" y="9782"/>
                </a:lnTo>
                <a:lnTo>
                  <a:pt x="38661" y="9676"/>
                </a:lnTo>
                <a:lnTo>
                  <a:pt x="38895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772"/>
                </a:lnTo>
                <a:lnTo>
                  <a:pt x="40472" y="8613"/>
                </a:lnTo>
                <a:lnTo>
                  <a:pt x="40881" y="8347"/>
                </a:lnTo>
                <a:lnTo>
                  <a:pt x="41290" y="8134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337"/>
                </a:lnTo>
                <a:lnTo>
                  <a:pt x="43275" y="7230"/>
                </a:lnTo>
                <a:lnTo>
                  <a:pt x="43567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670" y="5901"/>
                </a:lnTo>
                <a:lnTo>
                  <a:pt x="45845" y="5688"/>
                </a:lnTo>
                <a:lnTo>
                  <a:pt x="46137" y="5529"/>
                </a:lnTo>
                <a:lnTo>
                  <a:pt x="46370" y="5423"/>
                </a:lnTo>
                <a:lnTo>
                  <a:pt x="46662" y="5423"/>
                </a:lnTo>
                <a:lnTo>
                  <a:pt x="46954" y="5157"/>
                </a:lnTo>
                <a:lnTo>
                  <a:pt x="47246" y="5050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459" y="3243"/>
                </a:lnTo>
                <a:lnTo>
                  <a:pt x="50634" y="3083"/>
                </a:lnTo>
                <a:lnTo>
                  <a:pt x="50926" y="3083"/>
                </a:lnTo>
                <a:lnTo>
                  <a:pt x="51159" y="2977"/>
                </a:lnTo>
                <a:lnTo>
                  <a:pt x="51451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145" y="1807"/>
                </a:lnTo>
                <a:lnTo>
                  <a:pt x="53437" y="1701"/>
                </a:lnTo>
                <a:lnTo>
                  <a:pt x="53846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797"/>
                </a:lnTo>
                <a:lnTo>
                  <a:pt x="55306" y="797"/>
                </a:lnTo>
                <a:lnTo>
                  <a:pt x="55540" y="638"/>
                </a:lnTo>
                <a:lnTo>
                  <a:pt x="55832" y="53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249091" y="2496583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33" y="30199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667"/>
                </a:lnTo>
                <a:lnTo>
                  <a:pt x="1518" y="29561"/>
                </a:lnTo>
                <a:lnTo>
                  <a:pt x="1693" y="29295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3095" y="28657"/>
                </a:lnTo>
                <a:lnTo>
                  <a:pt x="3504" y="28551"/>
                </a:lnTo>
                <a:lnTo>
                  <a:pt x="3796" y="28391"/>
                </a:lnTo>
                <a:lnTo>
                  <a:pt x="4088" y="28125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487"/>
                </a:lnTo>
                <a:lnTo>
                  <a:pt x="5314" y="27381"/>
                </a:lnTo>
                <a:lnTo>
                  <a:pt x="5781" y="27222"/>
                </a:lnTo>
                <a:lnTo>
                  <a:pt x="6015" y="27115"/>
                </a:lnTo>
                <a:lnTo>
                  <a:pt x="6307" y="26849"/>
                </a:lnTo>
                <a:lnTo>
                  <a:pt x="6599" y="26743"/>
                </a:lnTo>
                <a:lnTo>
                  <a:pt x="6774" y="26584"/>
                </a:lnTo>
                <a:lnTo>
                  <a:pt x="7008" y="26477"/>
                </a:lnTo>
                <a:lnTo>
                  <a:pt x="7300" y="26318"/>
                </a:lnTo>
                <a:lnTo>
                  <a:pt x="7709" y="26211"/>
                </a:lnTo>
                <a:lnTo>
                  <a:pt x="8001" y="26105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73"/>
                </a:lnTo>
                <a:lnTo>
                  <a:pt x="9169" y="25467"/>
                </a:lnTo>
                <a:lnTo>
                  <a:pt x="9285" y="25307"/>
                </a:lnTo>
                <a:lnTo>
                  <a:pt x="9694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096" y="24297"/>
                </a:lnTo>
                <a:lnTo>
                  <a:pt x="11388" y="24138"/>
                </a:lnTo>
                <a:lnTo>
                  <a:pt x="11563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789" y="23500"/>
                </a:lnTo>
                <a:lnTo>
                  <a:pt x="13081" y="23234"/>
                </a:lnTo>
                <a:lnTo>
                  <a:pt x="13373" y="23128"/>
                </a:lnTo>
                <a:lnTo>
                  <a:pt x="13666" y="23021"/>
                </a:lnTo>
                <a:lnTo>
                  <a:pt x="14074" y="22862"/>
                </a:lnTo>
                <a:lnTo>
                  <a:pt x="14250" y="22596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1958"/>
                </a:lnTo>
                <a:lnTo>
                  <a:pt x="15651" y="21852"/>
                </a:lnTo>
                <a:lnTo>
                  <a:pt x="16060" y="21692"/>
                </a:lnTo>
                <a:lnTo>
                  <a:pt x="16352" y="21692"/>
                </a:lnTo>
                <a:lnTo>
                  <a:pt x="16644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578" y="20841"/>
                </a:lnTo>
                <a:lnTo>
                  <a:pt x="17870" y="20682"/>
                </a:lnTo>
                <a:lnTo>
                  <a:pt x="18338" y="20576"/>
                </a:lnTo>
                <a:lnTo>
                  <a:pt x="18571" y="20416"/>
                </a:lnTo>
                <a:lnTo>
                  <a:pt x="18863" y="20150"/>
                </a:lnTo>
                <a:lnTo>
                  <a:pt x="19155" y="20044"/>
                </a:lnTo>
                <a:lnTo>
                  <a:pt x="19564" y="19778"/>
                </a:lnTo>
                <a:lnTo>
                  <a:pt x="19856" y="19512"/>
                </a:lnTo>
                <a:lnTo>
                  <a:pt x="20265" y="19406"/>
                </a:lnTo>
                <a:lnTo>
                  <a:pt x="20557" y="19406"/>
                </a:lnTo>
                <a:lnTo>
                  <a:pt x="20849" y="19299"/>
                </a:lnTo>
                <a:lnTo>
                  <a:pt x="21141" y="19034"/>
                </a:lnTo>
                <a:lnTo>
                  <a:pt x="21433" y="18874"/>
                </a:lnTo>
                <a:lnTo>
                  <a:pt x="21725" y="18768"/>
                </a:lnTo>
                <a:lnTo>
                  <a:pt x="21842" y="18608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332"/>
                </a:lnTo>
                <a:lnTo>
                  <a:pt x="24528" y="17066"/>
                </a:lnTo>
                <a:lnTo>
                  <a:pt x="24820" y="17066"/>
                </a:lnTo>
                <a:lnTo>
                  <a:pt x="25054" y="16960"/>
                </a:lnTo>
                <a:lnTo>
                  <a:pt x="25346" y="16854"/>
                </a:lnTo>
                <a:lnTo>
                  <a:pt x="25638" y="16588"/>
                </a:lnTo>
                <a:lnTo>
                  <a:pt x="25930" y="16428"/>
                </a:lnTo>
                <a:lnTo>
                  <a:pt x="26222" y="16322"/>
                </a:lnTo>
                <a:lnTo>
                  <a:pt x="26631" y="16216"/>
                </a:lnTo>
                <a:lnTo>
                  <a:pt x="26747" y="15950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578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609" y="14514"/>
                </a:lnTo>
                <a:lnTo>
                  <a:pt x="29901" y="14408"/>
                </a:lnTo>
                <a:lnTo>
                  <a:pt x="30135" y="14142"/>
                </a:lnTo>
                <a:lnTo>
                  <a:pt x="30427" y="14036"/>
                </a:lnTo>
                <a:lnTo>
                  <a:pt x="30836" y="13876"/>
                </a:lnTo>
                <a:lnTo>
                  <a:pt x="31128" y="13770"/>
                </a:lnTo>
                <a:lnTo>
                  <a:pt x="31420" y="13504"/>
                </a:lnTo>
                <a:lnTo>
                  <a:pt x="31712" y="13345"/>
                </a:lnTo>
                <a:lnTo>
                  <a:pt x="32120" y="13132"/>
                </a:lnTo>
                <a:lnTo>
                  <a:pt x="32412" y="12866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228"/>
                </a:lnTo>
                <a:lnTo>
                  <a:pt x="34223" y="12069"/>
                </a:lnTo>
                <a:lnTo>
                  <a:pt x="34398" y="11962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420"/>
                </a:lnTo>
                <a:lnTo>
                  <a:pt x="37377" y="10261"/>
                </a:lnTo>
                <a:lnTo>
                  <a:pt x="37610" y="10155"/>
                </a:lnTo>
                <a:lnTo>
                  <a:pt x="37902" y="10155"/>
                </a:lnTo>
                <a:lnTo>
                  <a:pt x="38194" y="9889"/>
                </a:lnTo>
                <a:lnTo>
                  <a:pt x="38486" y="9782"/>
                </a:lnTo>
                <a:lnTo>
                  <a:pt x="38778" y="9623"/>
                </a:lnTo>
                <a:lnTo>
                  <a:pt x="39187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613"/>
                </a:lnTo>
                <a:lnTo>
                  <a:pt x="40764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698" y="7975"/>
                </a:lnTo>
                <a:lnTo>
                  <a:pt x="41874" y="7868"/>
                </a:lnTo>
                <a:lnTo>
                  <a:pt x="42166" y="7868"/>
                </a:lnTo>
                <a:lnTo>
                  <a:pt x="42399" y="7709"/>
                </a:lnTo>
                <a:lnTo>
                  <a:pt x="42691" y="7443"/>
                </a:lnTo>
                <a:lnTo>
                  <a:pt x="42983" y="7337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805"/>
                </a:lnTo>
                <a:lnTo>
                  <a:pt x="44268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4969" y="6167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423"/>
                </a:lnTo>
                <a:lnTo>
                  <a:pt x="46954" y="5263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85"/>
                </a:lnTo>
                <a:lnTo>
                  <a:pt x="48181" y="4625"/>
                </a:lnTo>
                <a:lnTo>
                  <a:pt x="48473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987"/>
                </a:lnTo>
                <a:lnTo>
                  <a:pt x="49641" y="3721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083"/>
                </a:lnTo>
                <a:lnTo>
                  <a:pt x="51043" y="3083"/>
                </a:lnTo>
                <a:lnTo>
                  <a:pt x="51335" y="2977"/>
                </a:lnTo>
                <a:lnTo>
                  <a:pt x="51743" y="2817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1914"/>
                </a:lnTo>
                <a:lnTo>
                  <a:pt x="53262" y="1807"/>
                </a:lnTo>
                <a:lnTo>
                  <a:pt x="53729" y="1701"/>
                </a:lnTo>
                <a:lnTo>
                  <a:pt x="53963" y="1541"/>
                </a:lnTo>
                <a:lnTo>
                  <a:pt x="54255" y="1276"/>
                </a:lnTo>
                <a:lnTo>
                  <a:pt x="54430" y="1169"/>
                </a:lnTo>
                <a:lnTo>
                  <a:pt x="54722" y="1063"/>
                </a:lnTo>
                <a:lnTo>
                  <a:pt x="54956" y="903"/>
                </a:lnTo>
                <a:lnTo>
                  <a:pt x="55248" y="797"/>
                </a:lnTo>
                <a:lnTo>
                  <a:pt x="55540" y="638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305916" y="2466277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408" y="30039"/>
                </a:lnTo>
                <a:lnTo>
                  <a:pt x="700" y="29827"/>
                </a:lnTo>
                <a:lnTo>
                  <a:pt x="1109" y="29667"/>
                </a:lnTo>
                <a:lnTo>
                  <a:pt x="1401" y="29561"/>
                </a:lnTo>
                <a:lnTo>
                  <a:pt x="1693" y="29401"/>
                </a:lnTo>
                <a:lnTo>
                  <a:pt x="1985" y="29136"/>
                </a:lnTo>
                <a:lnTo>
                  <a:pt x="2219" y="29029"/>
                </a:lnTo>
                <a:lnTo>
                  <a:pt x="2511" y="28923"/>
                </a:lnTo>
                <a:lnTo>
                  <a:pt x="2686" y="28763"/>
                </a:lnTo>
                <a:lnTo>
                  <a:pt x="3095" y="28657"/>
                </a:lnTo>
                <a:lnTo>
                  <a:pt x="3387" y="28498"/>
                </a:lnTo>
                <a:lnTo>
                  <a:pt x="3679" y="28391"/>
                </a:lnTo>
                <a:lnTo>
                  <a:pt x="3912" y="2828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594"/>
                </a:lnTo>
                <a:lnTo>
                  <a:pt x="5372" y="27381"/>
                </a:lnTo>
                <a:lnTo>
                  <a:pt x="5606" y="27222"/>
                </a:lnTo>
                <a:lnTo>
                  <a:pt x="5898" y="27115"/>
                </a:lnTo>
                <a:lnTo>
                  <a:pt x="6190" y="26956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475" y="26477"/>
                </a:lnTo>
                <a:lnTo>
                  <a:pt x="7592" y="26211"/>
                </a:lnTo>
                <a:lnTo>
                  <a:pt x="7884" y="26052"/>
                </a:lnTo>
                <a:lnTo>
                  <a:pt x="8176" y="25946"/>
                </a:lnTo>
                <a:lnTo>
                  <a:pt x="8468" y="25839"/>
                </a:lnTo>
                <a:lnTo>
                  <a:pt x="8760" y="25573"/>
                </a:lnTo>
                <a:lnTo>
                  <a:pt x="8993" y="25414"/>
                </a:lnTo>
                <a:lnTo>
                  <a:pt x="9461" y="25307"/>
                </a:lnTo>
                <a:lnTo>
                  <a:pt x="9694" y="25201"/>
                </a:lnTo>
                <a:lnTo>
                  <a:pt x="9986" y="24935"/>
                </a:lnTo>
                <a:lnTo>
                  <a:pt x="10161" y="24776"/>
                </a:lnTo>
                <a:lnTo>
                  <a:pt x="10395" y="24669"/>
                </a:lnTo>
                <a:lnTo>
                  <a:pt x="10687" y="24510"/>
                </a:lnTo>
                <a:lnTo>
                  <a:pt x="10979" y="24297"/>
                </a:lnTo>
                <a:lnTo>
                  <a:pt x="11271" y="24138"/>
                </a:lnTo>
                <a:lnTo>
                  <a:pt x="11680" y="24138"/>
                </a:lnTo>
                <a:lnTo>
                  <a:pt x="11972" y="24031"/>
                </a:lnTo>
                <a:lnTo>
                  <a:pt x="12264" y="23766"/>
                </a:lnTo>
                <a:lnTo>
                  <a:pt x="12556" y="23659"/>
                </a:lnTo>
                <a:lnTo>
                  <a:pt x="12673" y="23500"/>
                </a:lnTo>
                <a:lnTo>
                  <a:pt x="12965" y="23393"/>
                </a:lnTo>
                <a:lnTo>
                  <a:pt x="13257" y="23128"/>
                </a:lnTo>
                <a:lnTo>
                  <a:pt x="13666" y="22968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775" y="22330"/>
                </a:lnTo>
                <a:lnTo>
                  <a:pt x="15067" y="22224"/>
                </a:lnTo>
                <a:lnTo>
                  <a:pt x="15242" y="22117"/>
                </a:lnTo>
                <a:lnTo>
                  <a:pt x="15651" y="21852"/>
                </a:lnTo>
                <a:lnTo>
                  <a:pt x="15943" y="21852"/>
                </a:lnTo>
                <a:lnTo>
                  <a:pt x="16177" y="21692"/>
                </a:lnTo>
                <a:lnTo>
                  <a:pt x="16469" y="21586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7870" y="20682"/>
                </a:lnTo>
                <a:lnTo>
                  <a:pt x="18162" y="20576"/>
                </a:lnTo>
                <a:lnTo>
                  <a:pt x="18454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330" y="19884"/>
                </a:lnTo>
                <a:lnTo>
                  <a:pt x="19564" y="19778"/>
                </a:lnTo>
                <a:lnTo>
                  <a:pt x="20031" y="19672"/>
                </a:lnTo>
                <a:lnTo>
                  <a:pt x="20148" y="19512"/>
                </a:lnTo>
                <a:lnTo>
                  <a:pt x="20440" y="19406"/>
                </a:lnTo>
                <a:lnTo>
                  <a:pt x="20732" y="19246"/>
                </a:lnTo>
                <a:lnTo>
                  <a:pt x="21024" y="19140"/>
                </a:lnTo>
                <a:lnTo>
                  <a:pt x="21258" y="18874"/>
                </a:lnTo>
                <a:lnTo>
                  <a:pt x="21550" y="18768"/>
                </a:lnTo>
                <a:lnTo>
                  <a:pt x="21959" y="18608"/>
                </a:lnTo>
                <a:lnTo>
                  <a:pt x="22251" y="18502"/>
                </a:lnTo>
                <a:lnTo>
                  <a:pt x="22543" y="18236"/>
                </a:lnTo>
                <a:lnTo>
                  <a:pt x="22718" y="18130"/>
                </a:lnTo>
                <a:lnTo>
                  <a:pt x="22951" y="17970"/>
                </a:lnTo>
                <a:lnTo>
                  <a:pt x="23243" y="17864"/>
                </a:lnTo>
                <a:lnTo>
                  <a:pt x="23535" y="17598"/>
                </a:lnTo>
                <a:lnTo>
                  <a:pt x="23827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820" y="17066"/>
                </a:lnTo>
                <a:lnTo>
                  <a:pt x="25112" y="16960"/>
                </a:lnTo>
                <a:lnTo>
                  <a:pt x="25521" y="16694"/>
                </a:lnTo>
                <a:lnTo>
                  <a:pt x="25813" y="16428"/>
                </a:lnTo>
                <a:lnTo>
                  <a:pt x="26222" y="16322"/>
                </a:lnTo>
                <a:lnTo>
                  <a:pt x="26514" y="16163"/>
                </a:lnTo>
                <a:lnTo>
                  <a:pt x="26806" y="16056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525"/>
                </a:lnTo>
                <a:lnTo>
                  <a:pt x="28208" y="15152"/>
                </a:lnTo>
                <a:lnTo>
                  <a:pt x="28500" y="15046"/>
                </a:lnTo>
                <a:lnTo>
                  <a:pt x="28733" y="14887"/>
                </a:lnTo>
                <a:lnTo>
                  <a:pt x="29025" y="14780"/>
                </a:lnTo>
                <a:lnTo>
                  <a:pt x="29317" y="14621"/>
                </a:lnTo>
                <a:lnTo>
                  <a:pt x="29609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27" y="13983"/>
                </a:lnTo>
                <a:lnTo>
                  <a:pt x="30719" y="13876"/>
                </a:lnTo>
                <a:lnTo>
                  <a:pt x="31011" y="13770"/>
                </a:lnTo>
                <a:lnTo>
                  <a:pt x="31303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20" y="13079"/>
                </a:lnTo>
                <a:lnTo>
                  <a:pt x="32588" y="12866"/>
                </a:lnTo>
                <a:lnTo>
                  <a:pt x="32821" y="12707"/>
                </a:lnTo>
                <a:lnTo>
                  <a:pt x="32996" y="12600"/>
                </a:lnTo>
                <a:lnTo>
                  <a:pt x="33288" y="12441"/>
                </a:lnTo>
                <a:lnTo>
                  <a:pt x="33522" y="12334"/>
                </a:lnTo>
                <a:lnTo>
                  <a:pt x="33814" y="12228"/>
                </a:lnTo>
                <a:lnTo>
                  <a:pt x="34106" y="12069"/>
                </a:lnTo>
                <a:lnTo>
                  <a:pt x="34398" y="11962"/>
                </a:lnTo>
                <a:lnTo>
                  <a:pt x="34807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800" y="11058"/>
                </a:lnTo>
                <a:lnTo>
                  <a:pt x="36092" y="10899"/>
                </a:lnTo>
                <a:lnTo>
                  <a:pt x="36384" y="10793"/>
                </a:lnTo>
                <a:lnTo>
                  <a:pt x="36793" y="10686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8077" y="9889"/>
                </a:lnTo>
                <a:lnTo>
                  <a:pt x="38369" y="9782"/>
                </a:lnTo>
                <a:lnTo>
                  <a:pt x="38778" y="9623"/>
                </a:lnTo>
                <a:lnTo>
                  <a:pt x="39070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297" y="8613"/>
                </a:lnTo>
                <a:lnTo>
                  <a:pt x="40589" y="8453"/>
                </a:lnTo>
                <a:lnTo>
                  <a:pt x="40998" y="8347"/>
                </a:lnTo>
                <a:lnTo>
                  <a:pt x="41290" y="8241"/>
                </a:lnTo>
                <a:lnTo>
                  <a:pt x="41582" y="7975"/>
                </a:lnTo>
                <a:lnTo>
                  <a:pt x="41874" y="7815"/>
                </a:lnTo>
                <a:lnTo>
                  <a:pt x="42166" y="7815"/>
                </a:lnTo>
                <a:lnTo>
                  <a:pt x="42458" y="7709"/>
                </a:lnTo>
                <a:lnTo>
                  <a:pt x="42691" y="7443"/>
                </a:lnTo>
                <a:lnTo>
                  <a:pt x="42983" y="7337"/>
                </a:lnTo>
                <a:lnTo>
                  <a:pt x="43275" y="7177"/>
                </a:lnTo>
                <a:lnTo>
                  <a:pt x="43567" y="7071"/>
                </a:lnTo>
                <a:lnTo>
                  <a:pt x="43859" y="6805"/>
                </a:lnTo>
                <a:lnTo>
                  <a:pt x="44151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5086" y="6167"/>
                </a:lnTo>
                <a:lnTo>
                  <a:pt x="45378" y="6061"/>
                </a:lnTo>
                <a:lnTo>
                  <a:pt x="45553" y="5901"/>
                </a:lnTo>
                <a:lnTo>
                  <a:pt x="45845" y="5795"/>
                </a:lnTo>
                <a:lnTo>
                  <a:pt x="46078" y="5529"/>
                </a:lnTo>
                <a:lnTo>
                  <a:pt x="46370" y="5529"/>
                </a:lnTo>
                <a:lnTo>
                  <a:pt x="46662" y="5423"/>
                </a:lnTo>
                <a:lnTo>
                  <a:pt x="46954" y="5263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349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634" y="3190"/>
                </a:lnTo>
                <a:lnTo>
                  <a:pt x="50867" y="3083"/>
                </a:lnTo>
                <a:lnTo>
                  <a:pt x="51335" y="2977"/>
                </a:lnTo>
                <a:lnTo>
                  <a:pt x="51627" y="2817"/>
                </a:lnTo>
                <a:lnTo>
                  <a:pt x="51860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2853" y="1914"/>
                </a:lnTo>
                <a:lnTo>
                  <a:pt x="53145" y="1807"/>
                </a:lnTo>
                <a:lnTo>
                  <a:pt x="53554" y="1648"/>
                </a:lnTo>
                <a:lnTo>
                  <a:pt x="53846" y="1541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903"/>
                </a:lnTo>
                <a:lnTo>
                  <a:pt x="55248" y="797"/>
                </a:lnTo>
                <a:lnTo>
                  <a:pt x="55540" y="638"/>
                </a:lnTo>
                <a:lnTo>
                  <a:pt x="55832" y="531"/>
                </a:lnTo>
                <a:lnTo>
                  <a:pt x="56124" y="37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362624" y="2435971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99"/>
                </a:lnTo>
                <a:lnTo>
                  <a:pt x="525" y="30039"/>
                </a:lnTo>
                <a:lnTo>
                  <a:pt x="934" y="29774"/>
                </a:lnTo>
                <a:lnTo>
                  <a:pt x="1226" y="29667"/>
                </a:lnTo>
                <a:lnTo>
                  <a:pt x="1401" y="29561"/>
                </a:lnTo>
                <a:lnTo>
                  <a:pt x="1635" y="29401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870"/>
                </a:lnTo>
                <a:lnTo>
                  <a:pt x="2803" y="28870"/>
                </a:lnTo>
                <a:lnTo>
                  <a:pt x="3212" y="28657"/>
                </a:lnTo>
                <a:lnTo>
                  <a:pt x="3504" y="28498"/>
                </a:lnTo>
                <a:lnTo>
                  <a:pt x="3796" y="28391"/>
                </a:lnTo>
                <a:lnTo>
                  <a:pt x="3912" y="28232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15" y="27115"/>
                </a:lnTo>
                <a:lnTo>
                  <a:pt x="6307" y="26956"/>
                </a:lnTo>
                <a:lnTo>
                  <a:pt x="6482" y="26690"/>
                </a:lnTo>
                <a:lnTo>
                  <a:pt x="6716" y="26584"/>
                </a:lnTo>
                <a:lnTo>
                  <a:pt x="7183" y="26477"/>
                </a:lnTo>
                <a:lnTo>
                  <a:pt x="7417" y="26477"/>
                </a:lnTo>
                <a:lnTo>
                  <a:pt x="7709" y="26211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786"/>
                </a:lnTo>
                <a:lnTo>
                  <a:pt x="8877" y="25573"/>
                </a:lnTo>
                <a:lnTo>
                  <a:pt x="8993" y="25414"/>
                </a:lnTo>
                <a:lnTo>
                  <a:pt x="9402" y="25307"/>
                </a:lnTo>
                <a:lnTo>
                  <a:pt x="9694" y="25148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04" y="24510"/>
                </a:lnTo>
                <a:lnTo>
                  <a:pt x="11096" y="24244"/>
                </a:lnTo>
                <a:lnTo>
                  <a:pt x="11388" y="24138"/>
                </a:lnTo>
                <a:lnTo>
                  <a:pt x="11680" y="24138"/>
                </a:lnTo>
                <a:lnTo>
                  <a:pt x="11972" y="24031"/>
                </a:lnTo>
                <a:lnTo>
                  <a:pt x="12264" y="23766"/>
                </a:lnTo>
                <a:lnTo>
                  <a:pt x="12497" y="23606"/>
                </a:lnTo>
                <a:lnTo>
                  <a:pt x="12789" y="23500"/>
                </a:lnTo>
                <a:lnTo>
                  <a:pt x="13081" y="23393"/>
                </a:lnTo>
                <a:lnTo>
                  <a:pt x="13490" y="23128"/>
                </a:lnTo>
                <a:lnTo>
                  <a:pt x="13782" y="22968"/>
                </a:lnTo>
                <a:lnTo>
                  <a:pt x="13958" y="22862"/>
                </a:lnTo>
                <a:lnTo>
                  <a:pt x="14191" y="22702"/>
                </a:lnTo>
                <a:lnTo>
                  <a:pt x="14483" y="22490"/>
                </a:lnTo>
                <a:lnTo>
                  <a:pt x="14775" y="22330"/>
                </a:lnTo>
                <a:lnTo>
                  <a:pt x="15067" y="22224"/>
                </a:lnTo>
                <a:lnTo>
                  <a:pt x="15359" y="22064"/>
                </a:lnTo>
                <a:lnTo>
                  <a:pt x="15768" y="21852"/>
                </a:lnTo>
                <a:lnTo>
                  <a:pt x="16060" y="21852"/>
                </a:lnTo>
                <a:lnTo>
                  <a:pt x="16352" y="21692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279" y="20522"/>
                </a:lnTo>
                <a:lnTo>
                  <a:pt x="18571" y="20416"/>
                </a:lnTo>
                <a:lnTo>
                  <a:pt x="18863" y="20310"/>
                </a:lnTo>
                <a:lnTo>
                  <a:pt x="18980" y="20044"/>
                </a:lnTo>
                <a:lnTo>
                  <a:pt x="19272" y="19884"/>
                </a:lnTo>
                <a:lnTo>
                  <a:pt x="19739" y="19778"/>
                </a:lnTo>
                <a:lnTo>
                  <a:pt x="19973" y="19672"/>
                </a:lnTo>
                <a:lnTo>
                  <a:pt x="20265" y="19512"/>
                </a:lnTo>
                <a:lnTo>
                  <a:pt x="20557" y="19406"/>
                </a:lnTo>
                <a:lnTo>
                  <a:pt x="20849" y="19246"/>
                </a:lnTo>
                <a:lnTo>
                  <a:pt x="21141" y="19140"/>
                </a:lnTo>
                <a:lnTo>
                  <a:pt x="21433" y="18874"/>
                </a:lnTo>
                <a:lnTo>
                  <a:pt x="21959" y="18608"/>
                </a:lnTo>
                <a:lnTo>
                  <a:pt x="22251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360" y="17864"/>
                </a:lnTo>
                <a:lnTo>
                  <a:pt x="23652" y="17598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226"/>
                </a:lnTo>
                <a:lnTo>
                  <a:pt x="24762" y="17066"/>
                </a:lnTo>
                <a:lnTo>
                  <a:pt x="25054" y="16960"/>
                </a:lnTo>
                <a:lnTo>
                  <a:pt x="25346" y="16801"/>
                </a:lnTo>
                <a:lnTo>
                  <a:pt x="25638" y="16694"/>
                </a:lnTo>
                <a:lnTo>
                  <a:pt x="26047" y="16428"/>
                </a:lnTo>
                <a:lnTo>
                  <a:pt x="26339" y="16322"/>
                </a:lnTo>
                <a:lnTo>
                  <a:pt x="26455" y="16163"/>
                </a:lnTo>
                <a:lnTo>
                  <a:pt x="26747" y="16056"/>
                </a:lnTo>
                <a:lnTo>
                  <a:pt x="27039" y="15790"/>
                </a:lnTo>
                <a:lnTo>
                  <a:pt x="27332" y="15684"/>
                </a:lnTo>
                <a:lnTo>
                  <a:pt x="27624" y="15525"/>
                </a:lnTo>
                <a:lnTo>
                  <a:pt x="27916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317" y="14621"/>
                </a:lnTo>
                <a:lnTo>
                  <a:pt x="29609" y="14514"/>
                </a:lnTo>
                <a:lnTo>
                  <a:pt x="29843" y="14355"/>
                </a:lnTo>
                <a:lnTo>
                  <a:pt x="30310" y="14249"/>
                </a:lnTo>
                <a:lnTo>
                  <a:pt x="30544" y="13983"/>
                </a:lnTo>
                <a:lnTo>
                  <a:pt x="30836" y="13876"/>
                </a:lnTo>
                <a:lnTo>
                  <a:pt x="31128" y="13717"/>
                </a:lnTo>
                <a:lnTo>
                  <a:pt x="31420" y="13611"/>
                </a:lnTo>
                <a:lnTo>
                  <a:pt x="31536" y="13345"/>
                </a:lnTo>
                <a:lnTo>
                  <a:pt x="31828" y="13238"/>
                </a:lnTo>
                <a:lnTo>
                  <a:pt x="32237" y="13079"/>
                </a:lnTo>
                <a:lnTo>
                  <a:pt x="32529" y="12973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600"/>
                </a:lnTo>
                <a:lnTo>
                  <a:pt x="33697" y="12441"/>
                </a:lnTo>
                <a:lnTo>
                  <a:pt x="33931" y="12175"/>
                </a:lnTo>
                <a:lnTo>
                  <a:pt x="34106" y="12069"/>
                </a:lnTo>
                <a:lnTo>
                  <a:pt x="34515" y="11962"/>
                </a:lnTo>
                <a:lnTo>
                  <a:pt x="34807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25" y="11271"/>
                </a:lnTo>
                <a:lnTo>
                  <a:pt x="35917" y="11165"/>
                </a:lnTo>
                <a:lnTo>
                  <a:pt x="36209" y="10899"/>
                </a:lnTo>
                <a:lnTo>
                  <a:pt x="36501" y="10793"/>
                </a:lnTo>
                <a:lnTo>
                  <a:pt x="36793" y="10633"/>
                </a:lnTo>
                <a:lnTo>
                  <a:pt x="37085" y="10527"/>
                </a:lnTo>
                <a:lnTo>
                  <a:pt x="37318" y="10261"/>
                </a:lnTo>
                <a:lnTo>
                  <a:pt x="37610" y="10261"/>
                </a:lnTo>
                <a:lnTo>
                  <a:pt x="37902" y="10155"/>
                </a:lnTo>
                <a:lnTo>
                  <a:pt x="38194" y="9995"/>
                </a:lnTo>
                <a:lnTo>
                  <a:pt x="38603" y="9729"/>
                </a:lnTo>
                <a:lnTo>
                  <a:pt x="38895" y="9623"/>
                </a:lnTo>
                <a:lnTo>
                  <a:pt x="39304" y="9357"/>
                </a:lnTo>
                <a:lnTo>
                  <a:pt x="39596" y="9091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406" y="8241"/>
                </a:lnTo>
                <a:lnTo>
                  <a:pt x="41582" y="8081"/>
                </a:lnTo>
                <a:lnTo>
                  <a:pt x="41874" y="7815"/>
                </a:lnTo>
                <a:lnTo>
                  <a:pt x="42166" y="7815"/>
                </a:lnTo>
                <a:lnTo>
                  <a:pt x="42399" y="7709"/>
                </a:lnTo>
                <a:lnTo>
                  <a:pt x="42866" y="7549"/>
                </a:lnTo>
                <a:lnTo>
                  <a:pt x="43100" y="7337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911"/>
                </a:lnTo>
                <a:lnTo>
                  <a:pt x="44093" y="6699"/>
                </a:lnTo>
                <a:lnTo>
                  <a:pt x="44385" y="6539"/>
                </a:lnTo>
                <a:lnTo>
                  <a:pt x="44794" y="6433"/>
                </a:lnTo>
                <a:lnTo>
                  <a:pt x="45086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35"/>
                </a:lnTo>
                <a:lnTo>
                  <a:pt x="46487" y="5529"/>
                </a:lnTo>
                <a:lnTo>
                  <a:pt x="46662" y="5369"/>
                </a:lnTo>
                <a:lnTo>
                  <a:pt x="47071" y="5263"/>
                </a:lnTo>
                <a:lnTo>
                  <a:pt x="47363" y="5157"/>
                </a:lnTo>
                <a:lnTo>
                  <a:pt x="47655" y="4891"/>
                </a:lnTo>
                <a:lnTo>
                  <a:pt x="47947" y="4731"/>
                </a:lnTo>
                <a:lnTo>
                  <a:pt x="48181" y="4625"/>
                </a:lnTo>
                <a:lnTo>
                  <a:pt x="48473" y="4466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987"/>
                </a:lnTo>
                <a:lnTo>
                  <a:pt x="49583" y="3828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190"/>
                </a:lnTo>
                <a:lnTo>
                  <a:pt x="51159" y="3083"/>
                </a:lnTo>
                <a:lnTo>
                  <a:pt x="51451" y="2924"/>
                </a:lnTo>
                <a:lnTo>
                  <a:pt x="51860" y="2711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179"/>
                </a:lnTo>
                <a:lnTo>
                  <a:pt x="52970" y="2073"/>
                </a:lnTo>
                <a:lnTo>
                  <a:pt x="53437" y="1807"/>
                </a:lnTo>
                <a:lnTo>
                  <a:pt x="53729" y="1648"/>
                </a:lnTo>
                <a:lnTo>
                  <a:pt x="53963" y="1541"/>
                </a:lnTo>
                <a:lnTo>
                  <a:pt x="54138" y="1382"/>
                </a:lnTo>
                <a:lnTo>
                  <a:pt x="54430" y="1169"/>
                </a:lnTo>
                <a:lnTo>
                  <a:pt x="54664" y="1010"/>
                </a:lnTo>
                <a:lnTo>
                  <a:pt x="54956" y="903"/>
                </a:lnTo>
                <a:lnTo>
                  <a:pt x="55364" y="903"/>
                </a:lnTo>
                <a:lnTo>
                  <a:pt x="55656" y="638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265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419274" y="2405772"/>
            <a:ext cx="56824" cy="30199"/>
          </a:xfrm>
          <a:custGeom>
            <a:avLst/>
            <a:gdLst/>
            <a:ahLst/>
            <a:cxnLst/>
            <a:rect l="l" t="t" r="r" b="b"/>
            <a:pathLst>
              <a:path w="56824" h="30199">
                <a:moveTo>
                  <a:pt x="0" y="30199"/>
                </a:moveTo>
                <a:lnTo>
                  <a:pt x="292" y="30039"/>
                </a:lnTo>
                <a:lnTo>
                  <a:pt x="700" y="29933"/>
                </a:lnTo>
                <a:lnTo>
                  <a:pt x="992" y="29827"/>
                </a:lnTo>
                <a:lnTo>
                  <a:pt x="1284" y="29561"/>
                </a:lnTo>
                <a:lnTo>
                  <a:pt x="1576" y="29401"/>
                </a:lnTo>
                <a:lnTo>
                  <a:pt x="1868" y="29295"/>
                </a:lnTo>
                <a:lnTo>
                  <a:pt x="2102" y="29189"/>
                </a:lnTo>
                <a:lnTo>
                  <a:pt x="2394" y="28923"/>
                </a:lnTo>
                <a:lnTo>
                  <a:pt x="2569" y="28763"/>
                </a:lnTo>
                <a:lnTo>
                  <a:pt x="2978" y="28763"/>
                </a:lnTo>
                <a:lnTo>
                  <a:pt x="3270" y="28657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672" y="27753"/>
                </a:lnTo>
                <a:lnTo>
                  <a:pt x="5080" y="27647"/>
                </a:lnTo>
                <a:lnTo>
                  <a:pt x="5256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6956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477"/>
                </a:lnTo>
                <a:lnTo>
                  <a:pt x="7358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5946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344" y="25307"/>
                </a:lnTo>
                <a:lnTo>
                  <a:pt x="9577" y="25201"/>
                </a:lnTo>
                <a:lnTo>
                  <a:pt x="9869" y="25042"/>
                </a:lnTo>
                <a:lnTo>
                  <a:pt x="10045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271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925"/>
                </a:lnTo>
                <a:lnTo>
                  <a:pt x="12439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862"/>
                </a:lnTo>
                <a:lnTo>
                  <a:pt x="14133" y="22755"/>
                </a:lnTo>
                <a:lnTo>
                  <a:pt x="14425" y="22596"/>
                </a:lnTo>
                <a:lnTo>
                  <a:pt x="14658" y="22490"/>
                </a:lnTo>
                <a:lnTo>
                  <a:pt x="14950" y="22224"/>
                </a:lnTo>
                <a:lnTo>
                  <a:pt x="15126" y="22117"/>
                </a:lnTo>
                <a:lnTo>
                  <a:pt x="15534" y="21958"/>
                </a:lnTo>
                <a:lnTo>
                  <a:pt x="15826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79"/>
                </a:lnTo>
                <a:lnTo>
                  <a:pt x="16936" y="21320"/>
                </a:lnTo>
                <a:lnTo>
                  <a:pt x="17228" y="21054"/>
                </a:lnTo>
                <a:lnTo>
                  <a:pt x="17637" y="2094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447" y="19778"/>
                </a:lnTo>
                <a:lnTo>
                  <a:pt x="19914" y="19672"/>
                </a:lnTo>
                <a:lnTo>
                  <a:pt x="20206" y="19512"/>
                </a:lnTo>
                <a:lnTo>
                  <a:pt x="20615" y="19299"/>
                </a:lnTo>
                <a:lnTo>
                  <a:pt x="20907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842" y="18608"/>
                </a:lnTo>
                <a:lnTo>
                  <a:pt x="22134" y="18502"/>
                </a:lnTo>
                <a:lnTo>
                  <a:pt x="22426" y="18396"/>
                </a:lnTo>
                <a:lnTo>
                  <a:pt x="22601" y="18236"/>
                </a:lnTo>
                <a:lnTo>
                  <a:pt x="22835" y="17970"/>
                </a:lnTo>
                <a:lnTo>
                  <a:pt x="23127" y="17864"/>
                </a:lnTo>
                <a:lnTo>
                  <a:pt x="23419" y="17758"/>
                </a:lnTo>
                <a:lnTo>
                  <a:pt x="23827" y="17598"/>
                </a:lnTo>
                <a:lnTo>
                  <a:pt x="24119" y="17332"/>
                </a:lnTo>
                <a:lnTo>
                  <a:pt x="24411" y="17226"/>
                </a:lnTo>
                <a:lnTo>
                  <a:pt x="24703" y="17066"/>
                </a:lnTo>
                <a:lnTo>
                  <a:pt x="24995" y="17066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6105" y="16428"/>
                </a:lnTo>
                <a:lnTo>
                  <a:pt x="26397" y="16216"/>
                </a:lnTo>
                <a:lnTo>
                  <a:pt x="26689" y="16056"/>
                </a:lnTo>
                <a:lnTo>
                  <a:pt x="26923" y="15950"/>
                </a:lnTo>
                <a:lnTo>
                  <a:pt x="27215" y="15790"/>
                </a:lnTo>
                <a:lnTo>
                  <a:pt x="27507" y="15525"/>
                </a:lnTo>
                <a:lnTo>
                  <a:pt x="27682" y="15418"/>
                </a:lnTo>
                <a:lnTo>
                  <a:pt x="28091" y="15312"/>
                </a:lnTo>
                <a:lnTo>
                  <a:pt x="28383" y="15152"/>
                </a:lnTo>
                <a:lnTo>
                  <a:pt x="28616" y="14887"/>
                </a:lnTo>
                <a:lnTo>
                  <a:pt x="28908" y="14780"/>
                </a:lnTo>
                <a:lnTo>
                  <a:pt x="29200" y="14780"/>
                </a:lnTo>
                <a:lnTo>
                  <a:pt x="29492" y="14674"/>
                </a:lnTo>
                <a:lnTo>
                  <a:pt x="29784" y="14408"/>
                </a:lnTo>
                <a:lnTo>
                  <a:pt x="30193" y="14249"/>
                </a:lnTo>
                <a:lnTo>
                  <a:pt x="30602" y="13983"/>
                </a:lnTo>
                <a:lnTo>
                  <a:pt x="30894" y="13770"/>
                </a:lnTo>
                <a:lnTo>
                  <a:pt x="31186" y="13611"/>
                </a:lnTo>
                <a:lnTo>
                  <a:pt x="31478" y="13504"/>
                </a:lnTo>
                <a:lnTo>
                  <a:pt x="31770" y="13345"/>
                </a:lnTo>
                <a:lnTo>
                  <a:pt x="32004" y="13132"/>
                </a:lnTo>
                <a:lnTo>
                  <a:pt x="32471" y="12973"/>
                </a:lnTo>
                <a:lnTo>
                  <a:pt x="32704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398" y="11962"/>
                </a:lnTo>
                <a:lnTo>
                  <a:pt x="34690" y="11803"/>
                </a:lnTo>
                <a:lnTo>
                  <a:pt x="34982" y="11696"/>
                </a:lnTo>
                <a:lnTo>
                  <a:pt x="35274" y="11590"/>
                </a:lnTo>
                <a:lnTo>
                  <a:pt x="35391" y="11324"/>
                </a:lnTo>
                <a:lnTo>
                  <a:pt x="35683" y="11165"/>
                </a:lnTo>
                <a:lnTo>
                  <a:pt x="35975" y="11058"/>
                </a:lnTo>
                <a:lnTo>
                  <a:pt x="36384" y="10899"/>
                </a:lnTo>
                <a:lnTo>
                  <a:pt x="36676" y="10686"/>
                </a:lnTo>
                <a:lnTo>
                  <a:pt x="36968" y="10527"/>
                </a:lnTo>
                <a:lnTo>
                  <a:pt x="37260" y="10420"/>
                </a:lnTo>
                <a:lnTo>
                  <a:pt x="37552" y="10261"/>
                </a:lnTo>
                <a:lnTo>
                  <a:pt x="37785" y="10155"/>
                </a:lnTo>
                <a:lnTo>
                  <a:pt x="37961" y="10048"/>
                </a:lnTo>
                <a:lnTo>
                  <a:pt x="38253" y="9889"/>
                </a:lnTo>
                <a:lnTo>
                  <a:pt x="38661" y="9782"/>
                </a:lnTo>
                <a:lnTo>
                  <a:pt x="38953" y="9517"/>
                </a:lnTo>
                <a:lnTo>
                  <a:pt x="39245" y="9410"/>
                </a:lnTo>
                <a:lnTo>
                  <a:pt x="39479" y="9251"/>
                </a:lnTo>
                <a:lnTo>
                  <a:pt x="39771" y="9144"/>
                </a:lnTo>
                <a:lnTo>
                  <a:pt x="40063" y="8879"/>
                </a:lnTo>
                <a:lnTo>
                  <a:pt x="40180" y="8719"/>
                </a:lnTo>
                <a:lnTo>
                  <a:pt x="40647" y="8613"/>
                </a:lnTo>
                <a:lnTo>
                  <a:pt x="40881" y="8506"/>
                </a:lnTo>
                <a:lnTo>
                  <a:pt x="41173" y="8241"/>
                </a:lnTo>
                <a:lnTo>
                  <a:pt x="41465" y="8081"/>
                </a:lnTo>
                <a:lnTo>
                  <a:pt x="41757" y="7975"/>
                </a:lnTo>
                <a:lnTo>
                  <a:pt x="42049" y="7868"/>
                </a:lnTo>
                <a:lnTo>
                  <a:pt x="42341" y="7709"/>
                </a:lnTo>
                <a:lnTo>
                  <a:pt x="42750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65"/>
                </a:lnTo>
                <a:lnTo>
                  <a:pt x="44034" y="6805"/>
                </a:lnTo>
                <a:lnTo>
                  <a:pt x="44268" y="6699"/>
                </a:lnTo>
                <a:lnTo>
                  <a:pt x="44560" y="6433"/>
                </a:lnTo>
                <a:lnTo>
                  <a:pt x="45027" y="6326"/>
                </a:lnTo>
                <a:lnTo>
                  <a:pt x="45261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529"/>
                </a:lnTo>
                <a:lnTo>
                  <a:pt x="46954" y="5263"/>
                </a:lnTo>
                <a:lnTo>
                  <a:pt x="47246" y="5157"/>
                </a:lnTo>
                <a:lnTo>
                  <a:pt x="47538" y="4997"/>
                </a:lnTo>
                <a:lnTo>
                  <a:pt x="47831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940" y="4253"/>
                </a:lnTo>
                <a:lnTo>
                  <a:pt x="49232" y="3987"/>
                </a:lnTo>
                <a:lnTo>
                  <a:pt x="49524" y="3881"/>
                </a:lnTo>
                <a:lnTo>
                  <a:pt x="49816" y="3721"/>
                </a:lnTo>
                <a:lnTo>
                  <a:pt x="50050" y="3615"/>
                </a:lnTo>
                <a:lnTo>
                  <a:pt x="50342" y="3349"/>
                </a:lnTo>
                <a:lnTo>
                  <a:pt x="50517" y="3243"/>
                </a:lnTo>
                <a:lnTo>
                  <a:pt x="50809" y="3243"/>
                </a:lnTo>
                <a:lnTo>
                  <a:pt x="51218" y="3083"/>
                </a:lnTo>
                <a:lnTo>
                  <a:pt x="51510" y="2817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179"/>
                </a:lnTo>
                <a:lnTo>
                  <a:pt x="52911" y="2073"/>
                </a:lnTo>
                <a:lnTo>
                  <a:pt x="53203" y="1914"/>
                </a:lnTo>
                <a:lnTo>
                  <a:pt x="53437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313" y="1276"/>
                </a:lnTo>
                <a:lnTo>
                  <a:pt x="54605" y="1169"/>
                </a:lnTo>
                <a:lnTo>
                  <a:pt x="54897" y="903"/>
                </a:lnTo>
                <a:lnTo>
                  <a:pt x="55306" y="797"/>
                </a:lnTo>
                <a:lnTo>
                  <a:pt x="55715" y="638"/>
                </a:lnTo>
                <a:lnTo>
                  <a:pt x="56007" y="372"/>
                </a:lnTo>
                <a:lnTo>
                  <a:pt x="56299" y="265"/>
                </a:lnTo>
                <a:lnTo>
                  <a:pt x="56591" y="159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476099" y="2375466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039"/>
                </a:lnTo>
                <a:lnTo>
                  <a:pt x="700" y="29933"/>
                </a:lnTo>
                <a:lnTo>
                  <a:pt x="992" y="29774"/>
                </a:lnTo>
                <a:lnTo>
                  <a:pt x="1168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686" y="28763"/>
                </a:lnTo>
                <a:lnTo>
                  <a:pt x="2978" y="28763"/>
                </a:lnTo>
                <a:lnTo>
                  <a:pt x="3270" y="28657"/>
                </a:lnTo>
                <a:lnTo>
                  <a:pt x="3562" y="2849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672" y="27860"/>
                </a:lnTo>
                <a:lnTo>
                  <a:pt x="4964" y="27594"/>
                </a:lnTo>
                <a:lnTo>
                  <a:pt x="5256" y="27487"/>
                </a:lnTo>
                <a:lnTo>
                  <a:pt x="5548" y="27381"/>
                </a:lnTo>
                <a:lnTo>
                  <a:pt x="5781" y="27222"/>
                </a:lnTo>
                <a:lnTo>
                  <a:pt x="6073" y="26956"/>
                </a:lnTo>
                <a:lnTo>
                  <a:pt x="6248" y="26849"/>
                </a:lnTo>
                <a:lnTo>
                  <a:pt x="6482" y="26743"/>
                </a:lnTo>
                <a:lnTo>
                  <a:pt x="6949" y="26584"/>
                </a:lnTo>
                <a:lnTo>
                  <a:pt x="7183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6052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169" y="25414"/>
                </a:lnTo>
                <a:lnTo>
                  <a:pt x="9461" y="25201"/>
                </a:lnTo>
                <a:lnTo>
                  <a:pt x="9753" y="25042"/>
                </a:lnTo>
                <a:lnTo>
                  <a:pt x="10045" y="24935"/>
                </a:lnTo>
                <a:lnTo>
                  <a:pt x="10337" y="24669"/>
                </a:lnTo>
                <a:lnTo>
                  <a:pt x="10570" y="24510"/>
                </a:lnTo>
                <a:lnTo>
                  <a:pt x="11037" y="24404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872"/>
                </a:lnTo>
                <a:lnTo>
                  <a:pt x="12264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257" y="23234"/>
                </a:lnTo>
                <a:lnTo>
                  <a:pt x="13549" y="23128"/>
                </a:lnTo>
                <a:lnTo>
                  <a:pt x="13724" y="22862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242" y="22117"/>
                </a:lnTo>
                <a:lnTo>
                  <a:pt x="15534" y="21958"/>
                </a:lnTo>
                <a:lnTo>
                  <a:pt x="15826" y="21852"/>
                </a:lnTo>
                <a:lnTo>
                  <a:pt x="16118" y="21692"/>
                </a:lnTo>
                <a:lnTo>
                  <a:pt x="16527" y="21426"/>
                </a:lnTo>
                <a:lnTo>
                  <a:pt x="16819" y="21320"/>
                </a:lnTo>
                <a:lnTo>
                  <a:pt x="17228" y="21054"/>
                </a:lnTo>
                <a:lnTo>
                  <a:pt x="17520" y="20948"/>
                </a:lnTo>
                <a:lnTo>
                  <a:pt x="17812" y="2078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805" y="20150"/>
                </a:lnTo>
                <a:lnTo>
                  <a:pt x="19038" y="20044"/>
                </a:lnTo>
                <a:lnTo>
                  <a:pt x="19506" y="19778"/>
                </a:lnTo>
                <a:lnTo>
                  <a:pt x="19739" y="19672"/>
                </a:lnTo>
                <a:lnTo>
                  <a:pt x="20031" y="19512"/>
                </a:lnTo>
                <a:lnTo>
                  <a:pt x="20323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9034"/>
                </a:lnTo>
                <a:lnTo>
                  <a:pt x="21433" y="18874"/>
                </a:lnTo>
                <a:lnTo>
                  <a:pt x="21725" y="18608"/>
                </a:lnTo>
                <a:lnTo>
                  <a:pt x="22017" y="18502"/>
                </a:lnTo>
                <a:lnTo>
                  <a:pt x="22309" y="18342"/>
                </a:lnTo>
                <a:lnTo>
                  <a:pt x="22601" y="18236"/>
                </a:lnTo>
                <a:lnTo>
                  <a:pt x="22893" y="17970"/>
                </a:lnTo>
                <a:lnTo>
                  <a:pt x="23127" y="17864"/>
                </a:lnTo>
                <a:lnTo>
                  <a:pt x="23594" y="17704"/>
                </a:lnTo>
                <a:lnTo>
                  <a:pt x="24003" y="17332"/>
                </a:lnTo>
                <a:lnTo>
                  <a:pt x="24295" y="17226"/>
                </a:lnTo>
                <a:lnTo>
                  <a:pt x="24587" y="17226"/>
                </a:lnTo>
                <a:lnTo>
                  <a:pt x="24820" y="17066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88"/>
                </a:lnTo>
                <a:lnTo>
                  <a:pt x="26105" y="16428"/>
                </a:lnTo>
                <a:lnTo>
                  <a:pt x="26222" y="16163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525"/>
                </a:lnTo>
                <a:lnTo>
                  <a:pt x="27799" y="15418"/>
                </a:lnTo>
                <a:lnTo>
                  <a:pt x="28091" y="15259"/>
                </a:lnTo>
                <a:lnTo>
                  <a:pt x="28383" y="15152"/>
                </a:lnTo>
                <a:lnTo>
                  <a:pt x="28675" y="14887"/>
                </a:lnTo>
                <a:lnTo>
                  <a:pt x="29084" y="14780"/>
                </a:lnTo>
                <a:lnTo>
                  <a:pt x="29376" y="14621"/>
                </a:lnTo>
                <a:lnTo>
                  <a:pt x="29784" y="14408"/>
                </a:lnTo>
                <a:lnTo>
                  <a:pt x="30076" y="14249"/>
                </a:lnTo>
                <a:lnTo>
                  <a:pt x="30368" y="14142"/>
                </a:lnTo>
                <a:lnTo>
                  <a:pt x="30602" y="13983"/>
                </a:lnTo>
                <a:lnTo>
                  <a:pt x="30894" y="13717"/>
                </a:lnTo>
                <a:lnTo>
                  <a:pt x="31186" y="13611"/>
                </a:lnTo>
                <a:lnTo>
                  <a:pt x="31595" y="13345"/>
                </a:lnTo>
                <a:lnTo>
                  <a:pt x="32004" y="13079"/>
                </a:lnTo>
                <a:lnTo>
                  <a:pt x="32296" y="12973"/>
                </a:lnTo>
                <a:lnTo>
                  <a:pt x="32588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1962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391" y="11324"/>
                </a:lnTo>
                <a:lnTo>
                  <a:pt x="35683" y="11165"/>
                </a:lnTo>
                <a:lnTo>
                  <a:pt x="36150" y="11058"/>
                </a:lnTo>
                <a:lnTo>
                  <a:pt x="36267" y="10899"/>
                </a:lnTo>
                <a:lnTo>
                  <a:pt x="36559" y="10686"/>
                </a:lnTo>
                <a:lnTo>
                  <a:pt x="36851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889"/>
                </a:lnTo>
                <a:lnTo>
                  <a:pt x="38661" y="9782"/>
                </a:lnTo>
                <a:lnTo>
                  <a:pt x="38778" y="9517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355" y="8719"/>
                </a:lnTo>
                <a:lnTo>
                  <a:pt x="40647" y="8613"/>
                </a:lnTo>
                <a:lnTo>
                  <a:pt x="40939" y="8453"/>
                </a:lnTo>
                <a:lnTo>
                  <a:pt x="41173" y="8241"/>
                </a:lnTo>
                <a:lnTo>
                  <a:pt x="41348" y="8081"/>
                </a:lnTo>
                <a:lnTo>
                  <a:pt x="41640" y="7975"/>
                </a:lnTo>
                <a:lnTo>
                  <a:pt x="41932" y="7815"/>
                </a:lnTo>
                <a:lnTo>
                  <a:pt x="42166" y="7709"/>
                </a:lnTo>
                <a:lnTo>
                  <a:pt x="42633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11"/>
                </a:lnTo>
                <a:lnTo>
                  <a:pt x="44151" y="6699"/>
                </a:lnTo>
                <a:lnTo>
                  <a:pt x="44560" y="6433"/>
                </a:lnTo>
                <a:lnTo>
                  <a:pt x="44852" y="6273"/>
                </a:lnTo>
                <a:lnTo>
                  <a:pt x="45144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6020" y="5635"/>
                </a:lnTo>
                <a:lnTo>
                  <a:pt x="46254" y="5529"/>
                </a:lnTo>
                <a:lnTo>
                  <a:pt x="46546" y="5529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4997"/>
                </a:lnTo>
                <a:lnTo>
                  <a:pt x="47714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3987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190"/>
                </a:lnTo>
                <a:lnTo>
                  <a:pt x="50926" y="3190"/>
                </a:lnTo>
                <a:lnTo>
                  <a:pt x="51218" y="3083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179"/>
                </a:lnTo>
                <a:lnTo>
                  <a:pt x="52911" y="2073"/>
                </a:lnTo>
                <a:lnTo>
                  <a:pt x="53203" y="1914"/>
                </a:lnTo>
                <a:lnTo>
                  <a:pt x="53495" y="1807"/>
                </a:lnTo>
                <a:lnTo>
                  <a:pt x="53729" y="1541"/>
                </a:lnTo>
                <a:lnTo>
                  <a:pt x="53904" y="1435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903"/>
                </a:lnTo>
                <a:lnTo>
                  <a:pt x="55131" y="903"/>
                </a:lnTo>
                <a:lnTo>
                  <a:pt x="55423" y="744"/>
                </a:lnTo>
                <a:lnTo>
                  <a:pt x="55715" y="638"/>
                </a:lnTo>
                <a:lnTo>
                  <a:pt x="56007" y="372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532807" y="2345160"/>
            <a:ext cx="57000" cy="30305"/>
          </a:xfrm>
          <a:custGeom>
            <a:avLst/>
            <a:gdLst/>
            <a:ahLst/>
            <a:cxnLst/>
            <a:rect l="l" t="t" r="r" b="b"/>
            <a:pathLst>
              <a:path w="57000" h="30305">
                <a:moveTo>
                  <a:pt x="0" y="30305"/>
                </a:moveTo>
                <a:lnTo>
                  <a:pt x="408" y="30039"/>
                </a:lnTo>
                <a:lnTo>
                  <a:pt x="700" y="29933"/>
                </a:lnTo>
                <a:lnTo>
                  <a:pt x="992" y="29774"/>
                </a:lnTo>
                <a:lnTo>
                  <a:pt x="1284" y="29667"/>
                </a:lnTo>
                <a:lnTo>
                  <a:pt x="1576" y="29401"/>
                </a:lnTo>
                <a:lnTo>
                  <a:pt x="1810" y="29295"/>
                </a:lnTo>
                <a:lnTo>
                  <a:pt x="2102" y="29136"/>
                </a:lnTo>
                <a:lnTo>
                  <a:pt x="2394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657"/>
                </a:lnTo>
                <a:lnTo>
                  <a:pt x="3504" y="28498"/>
                </a:lnTo>
                <a:lnTo>
                  <a:pt x="3796" y="28232"/>
                </a:lnTo>
                <a:lnTo>
                  <a:pt x="4088" y="28125"/>
                </a:lnTo>
                <a:lnTo>
                  <a:pt x="4380" y="28019"/>
                </a:lnTo>
                <a:lnTo>
                  <a:pt x="4788" y="27860"/>
                </a:lnTo>
                <a:lnTo>
                  <a:pt x="4964" y="27594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6956"/>
                </a:lnTo>
                <a:lnTo>
                  <a:pt x="6365" y="26849"/>
                </a:lnTo>
                <a:lnTo>
                  <a:pt x="6774" y="26690"/>
                </a:lnTo>
                <a:lnTo>
                  <a:pt x="7066" y="26584"/>
                </a:lnTo>
                <a:lnTo>
                  <a:pt x="7358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6052"/>
                </a:lnTo>
                <a:lnTo>
                  <a:pt x="8351" y="25786"/>
                </a:lnTo>
                <a:lnTo>
                  <a:pt x="8760" y="25680"/>
                </a:lnTo>
                <a:lnTo>
                  <a:pt x="9052" y="25573"/>
                </a:lnTo>
                <a:lnTo>
                  <a:pt x="9285" y="25414"/>
                </a:lnTo>
                <a:lnTo>
                  <a:pt x="9577" y="25148"/>
                </a:lnTo>
                <a:lnTo>
                  <a:pt x="9753" y="25042"/>
                </a:lnTo>
                <a:lnTo>
                  <a:pt x="10045" y="24935"/>
                </a:lnTo>
                <a:lnTo>
                  <a:pt x="10278" y="24776"/>
                </a:lnTo>
                <a:lnTo>
                  <a:pt x="10570" y="24510"/>
                </a:lnTo>
                <a:lnTo>
                  <a:pt x="10979" y="24404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872"/>
                </a:lnTo>
                <a:lnTo>
                  <a:pt x="12556" y="23606"/>
                </a:lnTo>
                <a:lnTo>
                  <a:pt x="12965" y="23393"/>
                </a:lnTo>
                <a:lnTo>
                  <a:pt x="13257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702"/>
                </a:lnTo>
                <a:lnTo>
                  <a:pt x="14366" y="22596"/>
                </a:lnTo>
                <a:lnTo>
                  <a:pt x="14658" y="22490"/>
                </a:lnTo>
                <a:lnTo>
                  <a:pt x="14950" y="22330"/>
                </a:lnTo>
                <a:lnTo>
                  <a:pt x="15242" y="22064"/>
                </a:lnTo>
                <a:lnTo>
                  <a:pt x="15534" y="21958"/>
                </a:lnTo>
                <a:lnTo>
                  <a:pt x="15826" y="21852"/>
                </a:lnTo>
                <a:lnTo>
                  <a:pt x="16060" y="2185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320"/>
                </a:lnTo>
                <a:lnTo>
                  <a:pt x="17345" y="21160"/>
                </a:lnTo>
                <a:lnTo>
                  <a:pt x="17462" y="20948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310"/>
                </a:lnTo>
                <a:lnTo>
                  <a:pt x="18922" y="20150"/>
                </a:lnTo>
                <a:lnTo>
                  <a:pt x="19330" y="20044"/>
                </a:lnTo>
                <a:lnTo>
                  <a:pt x="19622" y="19884"/>
                </a:lnTo>
                <a:lnTo>
                  <a:pt x="19914" y="19619"/>
                </a:lnTo>
                <a:lnTo>
                  <a:pt x="20323" y="19512"/>
                </a:lnTo>
                <a:lnTo>
                  <a:pt x="20615" y="19406"/>
                </a:lnTo>
                <a:lnTo>
                  <a:pt x="20849" y="19140"/>
                </a:lnTo>
                <a:lnTo>
                  <a:pt x="21316" y="18980"/>
                </a:lnTo>
                <a:lnTo>
                  <a:pt x="21608" y="18874"/>
                </a:lnTo>
                <a:lnTo>
                  <a:pt x="21842" y="18768"/>
                </a:lnTo>
                <a:lnTo>
                  <a:pt x="22134" y="18502"/>
                </a:lnTo>
                <a:lnTo>
                  <a:pt x="22426" y="18342"/>
                </a:lnTo>
                <a:lnTo>
                  <a:pt x="22835" y="18077"/>
                </a:lnTo>
                <a:lnTo>
                  <a:pt x="23127" y="17864"/>
                </a:lnTo>
                <a:lnTo>
                  <a:pt x="23535" y="17704"/>
                </a:lnTo>
                <a:lnTo>
                  <a:pt x="23827" y="17598"/>
                </a:lnTo>
                <a:lnTo>
                  <a:pt x="24119" y="17439"/>
                </a:lnTo>
                <a:lnTo>
                  <a:pt x="24411" y="17226"/>
                </a:lnTo>
                <a:lnTo>
                  <a:pt x="24703" y="17226"/>
                </a:lnTo>
                <a:lnTo>
                  <a:pt x="24820" y="17066"/>
                </a:lnTo>
                <a:lnTo>
                  <a:pt x="25112" y="16960"/>
                </a:lnTo>
                <a:lnTo>
                  <a:pt x="25521" y="16694"/>
                </a:lnTo>
                <a:lnTo>
                  <a:pt x="25813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631" y="16056"/>
                </a:lnTo>
                <a:lnTo>
                  <a:pt x="26923" y="15897"/>
                </a:lnTo>
                <a:lnTo>
                  <a:pt x="27215" y="15790"/>
                </a:lnTo>
                <a:lnTo>
                  <a:pt x="27507" y="15684"/>
                </a:lnTo>
                <a:lnTo>
                  <a:pt x="27799" y="15418"/>
                </a:lnTo>
                <a:lnTo>
                  <a:pt x="28091" y="15259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492" y="14621"/>
                </a:lnTo>
                <a:lnTo>
                  <a:pt x="29901" y="14514"/>
                </a:lnTo>
                <a:lnTo>
                  <a:pt x="30018" y="14249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611"/>
                </a:lnTo>
                <a:lnTo>
                  <a:pt x="31478" y="13504"/>
                </a:lnTo>
                <a:lnTo>
                  <a:pt x="31887" y="13345"/>
                </a:lnTo>
                <a:lnTo>
                  <a:pt x="32179" y="13238"/>
                </a:lnTo>
                <a:lnTo>
                  <a:pt x="32412" y="12973"/>
                </a:lnTo>
                <a:lnTo>
                  <a:pt x="32588" y="1281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05" y="12441"/>
                </a:lnTo>
                <a:lnTo>
                  <a:pt x="33872" y="12334"/>
                </a:lnTo>
                <a:lnTo>
                  <a:pt x="34106" y="12175"/>
                </a:lnTo>
                <a:lnTo>
                  <a:pt x="34398" y="12069"/>
                </a:lnTo>
                <a:lnTo>
                  <a:pt x="34690" y="11803"/>
                </a:lnTo>
                <a:lnTo>
                  <a:pt x="34982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6092" y="11058"/>
                </a:lnTo>
                <a:lnTo>
                  <a:pt x="36384" y="10899"/>
                </a:lnTo>
                <a:lnTo>
                  <a:pt x="36676" y="10793"/>
                </a:lnTo>
                <a:lnTo>
                  <a:pt x="36968" y="10527"/>
                </a:lnTo>
                <a:lnTo>
                  <a:pt x="37260" y="10420"/>
                </a:lnTo>
                <a:lnTo>
                  <a:pt x="37493" y="10261"/>
                </a:lnTo>
                <a:lnTo>
                  <a:pt x="37669" y="10261"/>
                </a:lnTo>
                <a:lnTo>
                  <a:pt x="38077" y="9995"/>
                </a:lnTo>
                <a:lnTo>
                  <a:pt x="38369" y="9889"/>
                </a:lnTo>
                <a:lnTo>
                  <a:pt x="38661" y="9729"/>
                </a:lnTo>
                <a:lnTo>
                  <a:pt x="38953" y="9623"/>
                </a:lnTo>
                <a:lnTo>
                  <a:pt x="39187" y="9357"/>
                </a:lnTo>
                <a:lnTo>
                  <a:pt x="39479" y="9251"/>
                </a:lnTo>
                <a:lnTo>
                  <a:pt x="39771" y="9091"/>
                </a:lnTo>
                <a:lnTo>
                  <a:pt x="40063" y="8985"/>
                </a:lnTo>
                <a:lnTo>
                  <a:pt x="40355" y="8719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757" y="7975"/>
                </a:lnTo>
                <a:lnTo>
                  <a:pt x="42049" y="7975"/>
                </a:lnTo>
                <a:lnTo>
                  <a:pt x="42458" y="7815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742" y="6911"/>
                </a:lnTo>
                <a:lnTo>
                  <a:pt x="43976" y="6805"/>
                </a:lnTo>
                <a:lnTo>
                  <a:pt x="44443" y="6646"/>
                </a:lnTo>
                <a:lnTo>
                  <a:pt x="44735" y="6539"/>
                </a:lnTo>
                <a:lnTo>
                  <a:pt x="44969" y="6273"/>
                </a:lnTo>
                <a:lnTo>
                  <a:pt x="45144" y="6167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370" y="5529"/>
                </a:lnTo>
                <a:lnTo>
                  <a:pt x="46662" y="5529"/>
                </a:lnTo>
                <a:lnTo>
                  <a:pt x="46954" y="5369"/>
                </a:lnTo>
                <a:lnTo>
                  <a:pt x="47246" y="5104"/>
                </a:lnTo>
                <a:lnTo>
                  <a:pt x="47538" y="4997"/>
                </a:lnTo>
                <a:lnTo>
                  <a:pt x="47947" y="4731"/>
                </a:lnTo>
                <a:lnTo>
                  <a:pt x="48239" y="4466"/>
                </a:lnTo>
                <a:lnTo>
                  <a:pt x="48648" y="4359"/>
                </a:lnTo>
                <a:lnTo>
                  <a:pt x="48940" y="4253"/>
                </a:lnTo>
                <a:lnTo>
                  <a:pt x="49232" y="4093"/>
                </a:lnTo>
                <a:lnTo>
                  <a:pt x="49524" y="3828"/>
                </a:lnTo>
                <a:lnTo>
                  <a:pt x="49758" y="3721"/>
                </a:lnTo>
                <a:lnTo>
                  <a:pt x="50050" y="3562"/>
                </a:lnTo>
                <a:lnTo>
                  <a:pt x="50225" y="3455"/>
                </a:lnTo>
                <a:lnTo>
                  <a:pt x="50634" y="3190"/>
                </a:lnTo>
                <a:lnTo>
                  <a:pt x="50926" y="3190"/>
                </a:lnTo>
                <a:lnTo>
                  <a:pt x="51218" y="3083"/>
                </a:lnTo>
                <a:lnTo>
                  <a:pt x="51451" y="2924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286"/>
                </a:lnTo>
                <a:lnTo>
                  <a:pt x="52911" y="2073"/>
                </a:lnTo>
                <a:lnTo>
                  <a:pt x="53145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382"/>
                </a:lnTo>
                <a:lnTo>
                  <a:pt x="54313" y="1276"/>
                </a:lnTo>
                <a:lnTo>
                  <a:pt x="54605" y="1169"/>
                </a:lnTo>
                <a:lnTo>
                  <a:pt x="55014" y="1010"/>
                </a:lnTo>
                <a:lnTo>
                  <a:pt x="55423" y="744"/>
                </a:lnTo>
                <a:lnTo>
                  <a:pt x="55715" y="638"/>
                </a:lnTo>
                <a:lnTo>
                  <a:pt x="56007" y="531"/>
                </a:lnTo>
                <a:lnTo>
                  <a:pt x="56299" y="265"/>
                </a:lnTo>
                <a:lnTo>
                  <a:pt x="56532" y="106"/>
                </a:lnTo>
                <a:lnTo>
                  <a:pt x="57000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589807" y="2314854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46"/>
                </a:lnTo>
                <a:lnTo>
                  <a:pt x="525" y="29933"/>
                </a:lnTo>
                <a:lnTo>
                  <a:pt x="700" y="29774"/>
                </a:lnTo>
                <a:lnTo>
                  <a:pt x="992" y="29667"/>
                </a:lnTo>
                <a:lnTo>
                  <a:pt x="1226" y="29508"/>
                </a:lnTo>
                <a:lnTo>
                  <a:pt x="1518" y="29295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870"/>
                </a:lnTo>
                <a:lnTo>
                  <a:pt x="2803" y="28763"/>
                </a:lnTo>
                <a:lnTo>
                  <a:pt x="3095" y="28604"/>
                </a:lnTo>
                <a:lnTo>
                  <a:pt x="3504" y="28391"/>
                </a:lnTo>
                <a:lnTo>
                  <a:pt x="3796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487"/>
                </a:lnTo>
                <a:lnTo>
                  <a:pt x="5314" y="27328"/>
                </a:lnTo>
                <a:lnTo>
                  <a:pt x="5606" y="27222"/>
                </a:lnTo>
                <a:lnTo>
                  <a:pt x="5781" y="27062"/>
                </a:lnTo>
                <a:lnTo>
                  <a:pt x="6190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008" y="26584"/>
                </a:lnTo>
                <a:lnTo>
                  <a:pt x="7300" y="26318"/>
                </a:lnTo>
                <a:lnTo>
                  <a:pt x="7592" y="26211"/>
                </a:lnTo>
                <a:lnTo>
                  <a:pt x="7884" y="26052"/>
                </a:lnTo>
                <a:lnTo>
                  <a:pt x="8176" y="25946"/>
                </a:lnTo>
                <a:lnTo>
                  <a:pt x="8409" y="25680"/>
                </a:lnTo>
                <a:lnTo>
                  <a:pt x="8701" y="25520"/>
                </a:lnTo>
                <a:lnTo>
                  <a:pt x="8993" y="25414"/>
                </a:lnTo>
                <a:lnTo>
                  <a:pt x="9285" y="25307"/>
                </a:lnTo>
                <a:lnTo>
                  <a:pt x="9577" y="25042"/>
                </a:lnTo>
                <a:lnTo>
                  <a:pt x="9869" y="24882"/>
                </a:lnTo>
                <a:lnTo>
                  <a:pt x="10103" y="24776"/>
                </a:lnTo>
                <a:lnTo>
                  <a:pt x="10570" y="24669"/>
                </a:lnTo>
                <a:lnTo>
                  <a:pt x="10687" y="24404"/>
                </a:lnTo>
                <a:lnTo>
                  <a:pt x="10979" y="24244"/>
                </a:lnTo>
                <a:lnTo>
                  <a:pt x="11271" y="24244"/>
                </a:lnTo>
                <a:lnTo>
                  <a:pt x="11563" y="24138"/>
                </a:lnTo>
                <a:lnTo>
                  <a:pt x="11797" y="23872"/>
                </a:lnTo>
                <a:lnTo>
                  <a:pt x="12089" y="23766"/>
                </a:lnTo>
                <a:lnTo>
                  <a:pt x="12556" y="23606"/>
                </a:lnTo>
                <a:lnTo>
                  <a:pt x="12789" y="23500"/>
                </a:lnTo>
                <a:lnTo>
                  <a:pt x="13081" y="23234"/>
                </a:lnTo>
                <a:lnTo>
                  <a:pt x="13257" y="23128"/>
                </a:lnTo>
                <a:lnTo>
                  <a:pt x="13490" y="22968"/>
                </a:lnTo>
                <a:lnTo>
                  <a:pt x="13782" y="22862"/>
                </a:lnTo>
                <a:lnTo>
                  <a:pt x="14074" y="22596"/>
                </a:lnTo>
                <a:lnTo>
                  <a:pt x="14366" y="22436"/>
                </a:lnTo>
                <a:lnTo>
                  <a:pt x="14775" y="22330"/>
                </a:lnTo>
                <a:lnTo>
                  <a:pt x="15067" y="22224"/>
                </a:lnTo>
                <a:lnTo>
                  <a:pt x="15359" y="21958"/>
                </a:lnTo>
                <a:lnTo>
                  <a:pt x="15651" y="21958"/>
                </a:lnTo>
                <a:lnTo>
                  <a:pt x="15768" y="21798"/>
                </a:lnTo>
                <a:lnTo>
                  <a:pt x="16060" y="21692"/>
                </a:lnTo>
                <a:lnTo>
                  <a:pt x="16352" y="21426"/>
                </a:lnTo>
                <a:lnTo>
                  <a:pt x="16761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578" y="20788"/>
                </a:lnTo>
                <a:lnTo>
                  <a:pt x="17870" y="20682"/>
                </a:lnTo>
                <a:lnTo>
                  <a:pt x="18162" y="20522"/>
                </a:lnTo>
                <a:lnTo>
                  <a:pt x="18338" y="20416"/>
                </a:lnTo>
                <a:lnTo>
                  <a:pt x="18746" y="20150"/>
                </a:lnTo>
                <a:lnTo>
                  <a:pt x="19038" y="20044"/>
                </a:lnTo>
                <a:lnTo>
                  <a:pt x="19272" y="19884"/>
                </a:lnTo>
                <a:lnTo>
                  <a:pt x="19564" y="19778"/>
                </a:lnTo>
                <a:lnTo>
                  <a:pt x="19856" y="19619"/>
                </a:lnTo>
                <a:lnTo>
                  <a:pt x="20148" y="19512"/>
                </a:lnTo>
                <a:lnTo>
                  <a:pt x="20440" y="19353"/>
                </a:lnTo>
                <a:lnTo>
                  <a:pt x="20732" y="19246"/>
                </a:lnTo>
                <a:lnTo>
                  <a:pt x="20966" y="18980"/>
                </a:lnTo>
                <a:lnTo>
                  <a:pt x="21258" y="18874"/>
                </a:lnTo>
                <a:lnTo>
                  <a:pt x="21550" y="18715"/>
                </a:lnTo>
                <a:lnTo>
                  <a:pt x="21842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659" y="18077"/>
                </a:lnTo>
                <a:lnTo>
                  <a:pt x="23127" y="17970"/>
                </a:lnTo>
                <a:lnTo>
                  <a:pt x="23243" y="17704"/>
                </a:lnTo>
                <a:lnTo>
                  <a:pt x="23535" y="17598"/>
                </a:lnTo>
                <a:lnTo>
                  <a:pt x="23827" y="17439"/>
                </a:lnTo>
                <a:lnTo>
                  <a:pt x="24119" y="17332"/>
                </a:lnTo>
                <a:lnTo>
                  <a:pt x="24353" y="17173"/>
                </a:lnTo>
                <a:lnTo>
                  <a:pt x="24645" y="17066"/>
                </a:lnTo>
                <a:lnTo>
                  <a:pt x="25054" y="16960"/>
                </a:lnTo>
                <a:lnTo>
                  <a:pt x="25346" y="16801"/>
                </a:lnTo>
                <a:lnTo>
                  <a:pt x="25638" y="16535"/>
                </a:lnTo>
                <a:lnTo>
                  <a:pt x="26047" y="16322"/>
                </a:lnTo>
                <a:lnTo>
                  <a:pt x="26339" y="16163"/>
                </a:lnTo>
                <a:lnTo>
                  <a:pt x="26631" y="15897"/>
                </a:lnTo>
                <a:lnTo>
                  <a:pt x="26923" y="15790"/>
                </a:lnTo>
                <a:lnTo>
                  <a:pt x="27332" y="15631"/>
                </a:lnTo>
                <a:lnTo>
                  <a:pt x="27624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324" y="14993"/>
                </a:lnTo>
                <a:lnTo>
                  <a:pt x="28616" y="14887"/>
                </a:lnTo>
                <a:lnTo>
                  <a:pt x="28908" y="14780"/>
                </a:lnTo>
                <a:lnTo>
                  <a:pt x="29317" y="14621"/>
                </a:lnTo>
                <a:lnTo>
                  <a:pt x="29609" y="14514"/>
                </a:lnTo>
                <a:lnTo>
                  <a:pt x="29901" y="14355"/>
                </a:lnTo>
                <a:lnTo>
                  <a:pt x="30135" y="14089"/>
                </a:lnTo>
                <a:lnTo>
                  <a:pt x="30427" y="13983"/>
                </a:lnTo>
                <a:lnTo>
                  <a:pt x="30719" y="13876"/>
                </a:lnTo>
                <a:lnTo>
                  <a:pt x="30836" y="13717"/>
                </a:lnTo>
                <a:lnTo>
                  <a:pt x="31303" y="13451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3079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547"/>
                </a:lnTo>
                <a:lnTo>
                  <a:pt x="33230" y="12547"/>
                </a:lnTo>
                <a:lnTo>
                  <a:pt x="33522" y="12334"/>
                </a:lnTo>
                <a:lnTo>
                  <a:pt x="33814" y="12175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696"/>
                </a:lnTo>
                <a:lnTo>
                  <a:pt x="34924" y="11537"/>
                </a:lnTo>
                <a:lnTo>
                  <a:pt x="35216" y="11431"/>
                </a:lnTo>
                <a:lnTo>
                  <a:pt x="35683" y="11271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793"/>
                </a:lnTo>
                <a:lnTo>
                  <a:pt x="36617" y="10633"/>
                </a:lnTo>
                <a:lnTo>
                  <a:pt x="36909" y="10367"/>
                </a:lnTo>
                <a:lnTo>
                  <a:pt x="37201" y="10261"/>
                </a:lnTo>
                <a:lnTo>
                  <a:pt x="37610" y="10261"/>
                </a:lnTo>
                <a:lnTo>
                  <a:pt x="37902" y="10155"/>
                </a:lnTo>
                <a:lnTo>
                  <a:pt x="38194" y="9889"/>
                </a:lnTo>
                <a:lnTo>
                  <a:pt x="38311" y="9729"/>
                </a:lnTo>
                <a:lnTo>
                  <a:pt x="38603" y="9623"/>
                </a:lnTo>
                <a:lnTo>
                  <a:pt x="38895" y="9463"/>
                </a:lnTo>
                <a:lnTo>
                  <a:pt x="39187" y="9251"/>
                </a:lnTo>
                <a:lnTo>
                  <a:pt x="39479" y="9091"/>
                </a:lnTo>
                <a:lnTo>
                  <a:pt x="39888" y="8985"/>
                </a:lnTo>
                <a:lnTo>
                  <a:pt x="40180" y="8825"/>
                </a:lnTo>
                <a:lnTo>
                  <a:pt x="40472" y="8613"/>
                </a:lnTo>
                <a:lnTo>
                  <a:pt x="40705" y="8453"/>
                </a:lnTo>
                <a:lnTo>
                  <a:pt x="40881" y="8347"/>
                </a:lnTo>
                <a:lnTo>
                  <a:pt x="41173" y="8187"/>
                </a:lnTo>
                <a:lnTo>
                  <a:pt x="41465" y="7922"/>
                </a:lnTo>
                <a:lnTo>
                  <a:pt x="41874" y="7922"/>
                </a:lnTo>
                <a:lnTo>
                  <a:pt x="42166" y="7815"/>
                </a:lnTo>
                <a:lnTo>
                  <a:pt x="42399" y="7709"/>
                </a:lnTo>
                <a:lnTo>
                  <a:pt x="42691" y="7443"/>
                </a:lnTo>
                <a:lnTo>
                  <a:pt x="42983" y="7284"/>
                </a:lnTo>
                <a:lnTo>
                  <a:pt x="43275" y="7177"/>
                </a:lnTo>
                <a:lnTo>
                  <a:pt x="43859" y="6805"/>
                </a:lnTo>
                <a:lnTo>
                  <a:pt x="44093" y="6646"/>
                </a:lnTo>
                <a:lnTo>
                  <a:pt x="44385" y="6539"/>
                </a:lnTo>
                <a:lnTo>
                  <a:pt x="44677" y="6380"/>
                </a:lnTo>
                <a:lnTo>
                  <a:pt x="44969" y="6167"/>
                </a:lnTo>
                <a:lnTo>
                  <a:pt x="45261" y="6007"/>
                </a:lnTo>
                <a:lnTo>
                  <a:pt x="45553" y="5901"/>
                </a:lnTo>
                <a:lnTo>
                  <a:pt x="45786" y="5635"/>
                </a:lnTo>
                <a:lnTo>
                  <a:pt x="46078" y="5635"/>
                </a:lnTo>
                <a:lnTo>
                  <a:pt x="46370" y="5529"/>
                </a:lnTo>
                <a:lnTo>
                  <a:pt x="46662" y="5369"/>
                </a:lnTo>
                <a:lnTo>
                  <a:pt x="46954" y="5104"/>
                </a:lnTo>
                <a:lnTo>
                  <a:pt x="47246" y="4997"/>
                </a:lnTo>
                <a:lnTo>
                  <a:pt x="47480" y="4891"/>
                </a:lnTo>
                <a:lnTo>
                  <a:pt x="47772" y="4731"/>
                </a:lnTo>
                <a:lnTo>
                  <a:pt x="48181" y="4466"/>
                </a:lnTo>
                <a:lnTo>
                  <a:pt x="48473" y="4359"/>
                </a:lnTo>
                <a:lnTo>
                  <a:pt x="48648" y="4200"/>
                </a:lnTo>
                <a:lnTo>
                  <a:pt x="48940" y="4093"/>
                </a:lnTo>
                <a:lnTo>
                  <a:pt x="49174" y="3828"/>
                </a:lnTo>
                <a:lnTo>
                  <a:pt x="49466" y="3721"/>
                </a:lnTo>
                <a:lnTo>
                  <a:pt x="49758" y="3562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190"/>
                </a:lnTo>
                <a:lnTo>
                  <a:pt x="51159" y="2924"/>
                </a:lnTo>
                <a:lnTo>
                  <a:pt x="51451" y="2658"/>
                </a:lnTo>
                <a:lnTo>
                  <a:pt x="51743" y="2552"/>
                </a:lnTo>
                <a:lnTo>
                  <a:pt x="52035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3028" y="1914"/>
                </a:lnTo>
                <a:lnTo>
                  <a:pt x="53262" y="1807"/>
                </a:lnTo>
                <a:lnTo>
                  <a:pt x="53437" y="1648"/>
                </a:lnTo>
                <a:lnTo>
                  <a:pt x="53729" y="1382"/>
                </a:lnTo>
                <a:lnTo>
                  <a:pt x="53963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4956" y="903"/>
                </a:lnTo>
                <a:lnTo>
                  <a:pt x="55248" y="744"/>
                </a:lnTo>
                <a:lnTo>
                  <a:pt x="55540" y="638"/>
                </a:lnTo>
                <a:lnTo>
                  <a:pt x="55832" y="478"/>
                </a:lnTo>
                <a:lnTo>
                  <a:pt x="55948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646457" y="2284548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584" y="29880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861" y="28763"/>
                </a:lnTo>
                <a:lnTo>
                  <a:pt x="3095" y="28604"/>
                </a:lnTo>
                <a:lnTo>
                  <a:pt x="3387" y="28498"/>
                </a:lnTo>
                <a:lnTo>
                  <a:pt x="3679" y="28338"/>
                </a:lnTo>
                <a:lnTo>
                  <a:pt x="4088" y="28125"/>
                </a:lnTo>
                <a:lnTo>
                  <a:pt x="4380" y="27966"/>
                </a:lnTo>
                <a:lnTo>
                  <a:pt x="4555" y="27860"/>
                </a:lnTo>
                <a:lnTo>
                  <a:pt x="4788" y="27700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222"/>
                </a:lnTo>
                <a:lnTo>
                  <a:pt x="6073" y="27062"/>
                </a:lnTo>
                <a:lnTo>
                  <a:pt x="6365" y="26796"/>
                </a:lnTo>
                <a:lnTo>
                  <a:pt x="6657" y="26690"/>
                </a:lnTo>
                <a:lnTo>
                  <a:pt x="6949" y="26584"/>
                </a:lnTo>
                <a:lnTo>
                  <a:pt x="7358" y="26318"/>
                </a:lnTo>
                <a:lnTo>
                  <a:pt x="7650" y="26158"/>
                </a:lnTo>
                <a:lnTo>
                  <a:pt x="7942" y="26052"/>
                </a:lnTo>
                <a:lnTo>
                  <a:pt x="8351" y="25946"/>
                </a:lnTo>
                <a:lnTo>
                  <a:pt x="8643" y="25680"/>
                </a:lnTo>
                <a:lnTo>
                  <a:pt x="8877" y="25520"/>
                </a:lnTo>
                <a:lnTo>
                  <a:pt x="9169" y="25414"/>
                </a:lnTo>
                <a:lnTo>
                  <a:pt x="9461" y="25254"/>
                </a:lnTo>
                <a:lnTo>
                  <a:pt x="9636" y="25042"/>
                </a:lnTo>
                <a:lnTo>
                  <a:pt x="9869" y="24882"/>
                </a:lnTo>
                <a:lnTo>
                  <a:pt x="10337" y="24776"/>
                </a:lnTo>
                <a:lnTo>
                  <a:pt x="10570" y="24616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244"/>
                </a:lnTo>
                <a:lnTo>
                  <a:pt x="11738" y="24138"/>
                </a:lnTo>
                <a:lnTo>
                  <a:pt x="11855" y="23872"/>
                </a:lnTo>
                <a:lnTo>
                  <a:pt x="12264" y="23712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432" y="23074"/>
                </a:lnTo>
                <a:lnTo>
                  <a:pt x="13724" y="22968"/>
                </a:lnTo>
                <a:lnTo>
                  <a:pt x="13958" y="2286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330"/>
                </a:lnTo>
                <a:lnTo>
                  <a:pt x="15126" y="22171"/>
                </a:lnTo>
                <a:lnTo>
                  <a:pt x="15418" y="21958"/>
                </a:lnTo>
                <a:lnTo>
                  <a:pt x="15651" y="21958"/>
                </a:lnTo>
                <a:lnTo>
                  <a:pt x="15943" y="21798"/>
                </a:lnTo>
                <a:lnTo>
                  <a:pt x="16235" y="21692"/>
                </a:lnTo>
                <a:lnTo>
                  <a:pt x="16644" y="21426"/>
                </a:lnTo>
                <a:lnTo>
                  <a:pt x="16936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19991"/>
                </a:lnTo>
                <a:lnTo>
                  <a:pt x="19506" y="19884"/>
                </a:lnTo>
                <a:lnTo>
                  <a:pt x="19914" y="19619"/>
                </a:lnTo>
                <a:lnTo>
                  <a:pt x="20206" y="19512"/>
                </a:lnTo>
                <a:lnTo>
                  <a:pt x="20440" y="19353"/>
                </a:lnTo>
                <a:lnTo>
                  <a:pt x="20907" y="19246"/>
                </a:lnTo>
                <a:lnTo>
                  <a:pt x="21199" y="18980"/>
                </a:lnTo>
                <a:lnTo>
                  <a:pt x="21433" y="18874"/>
                </a:lnTo>
                <a:lnTo>
                  <a:pt x="21725" y="18715"/>
                </a:lnTo>
                <a:lnTo>
                  <a:pt x="22017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893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907"/>
                </a:lnTo>
                <a:lnTo>
                  <a:pt x="25404" y="16801"/>
                </a:lnTo>
                <a:lnTo>
                  <a:pt x="25696" y="16535"/>
                </a:lnTo>
                <a:lnTo>
                  <a:pt x="25988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31"/>
                </a:lnTo>
                <a:lnTo>
                  <a:pt x="27682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993"/>
                </a:lnTo>
                <a:lnTo>
                  <a:pt x="28792" y="14993"/>
                </a:lnTo>
                <a:lnTo>
                  <a:pt x="29200" y="14727"/>
                </a:lnTo>
                <a:lnTo>
                  <a:pt x="29492" y="14621"/>
                </a:lnTo>
                <a:lnTo>
                  <a:pt x="29901" y="14355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823"/>
                </a:lnTo>
                <a:lnTo>
                  <a:pt x="31186" y="13717"/>
                </a:lnTo>
                <a:lnTo>
                  <a:pt x="31478" y="13451"/>
                </a:lnTo>
                <a:lnTo>
                  <a:pt x="31770" y="13345"/>
                </a:lnTo>
                <a:lnTo>
                  <a:pt x="32004" y="13185"/>
                </a:lnTo>
                <a:lnTo>
                  <a:pt x="32179" y="13079"/>
                </a:lnTo>
                <a:lnTo>
                  <a:pt x="32471" y="12813"/>
                </a:lnTo>
                <a:lnTo>
                  <a:pt x="32763" y="12707"/>
                </a:lnTo>
                <a:lnTo>
                  <a:pt x="32996" y="12707"/>
                </a:lnTo>
                <a:lnTo>
                  <a:pt x="33464" y="12547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2069"/>
                </a:lnTo>
                <a:lnTo>
                  <a:pt x="34573" y="11909"/>
                </a:lnTo>
                <a:lnTo>
                  <a:pt x="34690" y="11643"/>
                </a:lnTo>
                <a:lnTo>
                  <a:pt x="34982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75" y="11005"/>
                </a:lnTo>
                <a:lnTo>
                  <a:pt x="36267" y="10899"/>
                </a:lnTo>
                <a:lnTo>
                  <a:pt x="36559" y="10739"/>
                </a:lnTo>
                <a:lnTo>
                  <a:pt x="36851" y="10633"/>
                </a:lnTo>
                <a:lnTo>
                  <a:pt x="37085" y="10367"/>
                </a:lnTo>
                <a:lnTo>
                  <a:pt x="37377" y="10261"/>
                </a:lnTo>
                <a:lnTo>
                  <a:pt x="37669" y="10261"/>
                </a:lnTo>
                <a:lnTo>
                  <a:pt x="37961" y="10101"/>
                </a:lnTo>
                <a:lnTo>
                  <a:pt x="38253" y="9889"/>
                </a:lnTo>
                <a:lnTo>
                  <a:pt x="38545" y="9729"/>
                </a:lnTo>
                <a:lnTo>
                  <a:pt x="38778" y="9623"/>
                </a:lnTo>
                <a:lnTo>
                  <a:pt x="39070" y="9463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985"/>
                </a:lnTo>
                <a:lnTo>
                  <a:pt x="40238" y="8825"/>
                </a:lnTo>
                <a:lnTo>
                  <a:pt x="40472" y="8560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187"/>
                </a:lnTo>
                <a:lnTo>
                  <a:pt x="41757" y="7922"/>
                </a:lnTo>
                <a:lnTo>
                  <a:pt x="42049" y="7922"/>
                </a:lnTo>
                <a:lnTo>
                  <a:pt x="42458" y="7656"/>
                </a:lnTo>
                <a:lnTo>
                  <a:pt x="42750" y="7443"/>
                </a:lnTo>
                <a:lnTo>
                  <a:pt x="43042" y="7284"/>
                </a:lnTo>
                <a:lnTo>
                  <a:pt x="43334" y="7177"/>
                </a:lnTo>
                <a:lnTo>
                  <a:pt x="43567" y="7018"/>
                </a:lnTo>
                <a:lnTo>
                  <a:pt x="44034" y="6805"/>
                </a:lnTo>
                <a:lnTo>
                  <a:pt x="44326" y="6646"/>
                </a:lnTo>
                <a:lnTo>
                  <a:pt x="44560" y="6539"/>
                </a:lnTo>
                <a:lnTo>
                  <a:pt x="44735" y="6380"/>
                </a:lnTo>
                <a:lnTo>
                  <a:pt x="45027" y="6167"/>
                </a:lnTo>
                <a:lnTo>
                  <a:pt x="45261" y="6007"/>
                </a:lnTo>
                <a:lnTo>
                  <a:pt x="45553" y="5901"/>
                </a:lnTo>
                <a:lnTo>
                  <a:pt x="46020" y="5742"/>
                </a:lnTo>
                <a:lnTo>
                  <a:pt x="46254" y="5635"/>
                </a:lnTo>
                <a:lnTo>
                  <a:pt x="46546" y="5476"/>
                </a:lnTo>
                <a:lnTo>
                  <a:pt x="46838" y="5369"/>
                </a:lnTo>
                <a:lnTo>
                  <a:pt x="47130" y="5263"/>
                </a:lnTo>
                <a:lnTo>
                  <a:pt x="47246" y="4997"/>
                </a:lnTo>
                <a:lnTo>
                  <a:pt x="47538" y="4838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00"/>
                </a:lnTo>
                <a:lnTo>
                  <a:pt x="49115" y="4093"/>
                </a:lnTo>
                <a:lnTo>
                  <a:pt x="49349" y="3934"/>
                </a:lnTo>
                <a:lnTo>
                  <a:pt x="49641" y="3721"/>
                </a:lnTo>
                <a:lnTo>
                  <a:pt x="49816" y="3562"/>
                </a:lnTo>
                <a:lnTo>
                  <a:pt x="50225" y="3455"/>
                </a:lnTo>
                <a:lnTo>
                  <a:pt x="50517" y="3296"/>
                </a:lnTo>
                <a:lnTo>
                  <a:pt x="50809" y="3190"/>
                </a:lnTo>
                <a:lnTo>
                  <a:pt x="51043" y="3083"/>
                </a:lnTo>
                <a:lnTo>
                  <a:pt x="51335" y="2924"/>
                </a:lnTo>
                <a:lnTo>
                  <a:pt x="51627" y="2817"/>
                </a:lnTo>
                <a:lnTo>
                  <a:pt x="51919" y="2552"/>
                </a:lnTo>
                <a:lnTo>
                  <a:pt x="52211" y="2392"/>
                </a:lnTo>
                <a:lnTo>
                  <a:pt x="52503" y="2286"/>
                </a:lnTo>
                <a:lnTo>
                  <a:pt x="52736" y="2179"/>
                </a:lnTo>
                <a:lnTo>
                  <a:pt x="53028" y="1914"/>
                </a:lnTo>
                <a:lnTo>
                  <a:pt x="53320" y="1754"/>
                </a:lnTo>
                <a:lnTo>
                  <a:pt x="53612" y="1648"/>
                </a:lnTo>
                <a:lnTo>
                  <a:pt x="53904" y="1541"/>
                </a:lnTo>
                <a:lnTo>
                  <a:pt x="54313" y="1276"/>
                </a:lnTo>
                <a:lnTo>
                  <a:pt x="54605" y="1116"/>
                </a:lnTo>
                <a:lnTo>
                  <a:pt x="55014" y="1010"/>
                </a:lnTo>
                <a:lnTo>
                  <a:pt x="55306" y="744"/>
                </a:lnTo>
                <a:lnTo>
                  <a:pt x="55598" y="638"/>
                </a:lnTo>
                <a:lnTo>
                  <a:pt x="55890" y="478"/>
                </a:lnTo>
                <a:lnTo>
                  <a:pt x="56124" y="37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703282" y="2254189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292" y="30199"/>
                </a:lnTo>
                <a:lnTo>
                  <a:pt x="467" y="30093"/>
                </a:lnTo>
                <a:lnTo>
                  <a:pt x="759" y="29827"/>
                </a:lnTo>
                <a:lnTo>
                  <a:pt x="992" y="29667"/>
                </a:lnTo>
                <a:lnTo>
                  <a:pt x="1284" y="29561"/>
                </a:lnTo>
                <a:lnTo>
                  <a:pt x="1693" y="2945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9029"/>
                </a:lnTo>
                <a:lnTo>
                  <a:pt x="2861" y="28923"/>
                </a:lnTo>
                <a:lnTo>
                  <a:pt x="2978" y="28657"/>
                </a:lnTo>
                <a:lnTo>
                  <a:pt x="3270" y="28551"/>
                </a:lnTo>
                <a:lnTo>
                  <a:pt x="3679" y="28391"/>
                </a:lnTo>
                <a:lnTo>
                  <a:pt x="3971" y="28285"/>
                </a:lnTo>
                <a:lnTo>
                  <a:pt x="4263" y="28019"/>
                </a:lnTo>
                <a:lnTo>
                  <a:pt x="4555" y="27913"/>
                </a:lnTo>
                <a:lnTo>
                  <a:pt x="4847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548" y="27275"/>
                </a:lnTo>
                <a:lnTo>
                  <a:pt x="5956" y="27115"/>
                </a:lnTo>
                <a:lnTo>
                  <a:pt x="6248" y="27009"/>
                </a:lnTo>
                <a:lnTo>
                  <a:pt x="6540" y="26743"/>
                </a:lnTo>
                <a:lnTo>
                  <a:pt x="6774" y="26743"/>
                </a:lnTo>
                <a:lnTo>
                  <a:pt x="7066" y="26584"/>
                </a:lnTo>
                <a:lnTo>
                  <a:pt x="7358" y="26477"/>
                </a:lnTo>
                <a:lnTo>
                  <a:pt x="7650" y="26211"/>
                </a:lnTo>
                <a:lnTo>
                  <a:pt x="7942" y="26105"/>
                </a:lnTo>
                <a:lnTo>
                  <a:pt x="8176" y="25946"/>
                </a:lnTo>
                <a:lnTo>
                  <a:pt x="8468" y="25839"/>
                </a:lnTo>
                <a:lnTo>
                  <a:pt x="8760" y="25573"/>
                </a:lnTo>
                <a:lnTo>
                  <a:pt x="9052" y="25467"/>
                </a:lnTo>
                <a:lnTo>
                  <a:pt x="9344" y="25307"/>
                </a:lnTo>
                <a:lnTo>
                  <a:pt x="9636" y="25201"/>
                </a:lnTo>
                <a:lnTo>
                  <a:pt x="10045" y="24935"/>
                </a:lnTo>
                <a:lnTo>
                  <a:pt x="10337" y="24829"/>
                </a:lnTo>
                <a:lnTo>
                  <a:pt x="10453" y="24669"/>
                </a:lnTo>
                <a:lnTo>
                  <a:pt x="10745" y="24563"/>
                </a:lnTo>
                <a:lnTo>
                  <a:pt x="11037" y="24404"/>
                </a:lnTo>
                <a:lnTo>
                  <a:pt x="11329" y="24297"/>
                </a:lnTo>
                <a:lnTo>
                  <a:pt x="11563" y="24191"/>
                </a:lnTo>
                <a:lnTo>
                  <a:pt x="11855" y="24031"/>
                </a:lnTo>
                <a:lnTo>
                  <a:pt x="12322" y="23766"/>
                </a:lnTo>
                <a:lnTo>
                  <a:pt x="12556" y="23659"/>
                </a:lnTo>
                <a:lnTo>
                  <a:pt x="12848" y="23553"/>
                </a:lnTo>
                <a:lnTo>
                  <a:pt x="13023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418" y="22117"/>
                </a:lnTo>
                <a:lnTo>
                  <a:pt x="15826" y="21852"/>
                </a:lnTo>
                <a:lnTo>
                  <a:pt x="16235" y="21745"/>
                </a:lnTo>
                <a:lnTo>
                  <a:pt x="16527" y="21586"/>
                </a:lnTo>
                <a:lnTo>
                  <a:pt x="16819" y="21320"/>
                </a:lnTo>
                <a:lnTo>
                  <a:pt x="17111" y="21214"/>
                </a:lnTo>
                <a:lnTo>
                  <a:pt x="17345" y="21107"/>
                </a:lnTo>
                <a:lnTo>
                  <a:pt x="17637" y="20948"/>
                </a:lnTo>
                <a:lnTo>
                  <a:pt x="17929" y="20682"/>
                </a:lnTo>
                <a:lnTo>
                  <a:pt x="18104" y="20576"/>
                </a:lnTo>
                <a:lnTo>
                  <a:pt x="18513" y="20469"/>
                </a:lnTo>
                <a:lnTo>
                  <a:pt x="18805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672"/>
                </a:lnTo>
                <a:lnTo>
                  <a:pt x="20206" y="19565"/>
                </a:lnTo>
                <a:lnTo>
                  <a:pt x="20499" y="19406"/>
                </a:lnTo>
                <a:lnTo>
                  <a:pt x="20732" y="19299"/>
                </a:lnTo>
                <a:lnTo>
                  <a:pt x="21024" y="19140"/>
                </a:lnTo>
                <a:lnTo>
                  <a:pt x="21316" y="18927"/>
                </a:lnTo>
                <a:lnTo>
                  <a:pt x="21608" y="18768"/>
                </a:lnTo>
                <a:lnTo>
                  <a:pt x="21900" y="18661"/>
                </a:lnTo>
                <a:lnTo>
                  <a:pt x="22192" y="18502"/>
                </a:lnTo>
                <a:lnTo>
                  <a:pt x="22601" y="18236"/>
                </a:lnTo>
                <a:lnTo>
                  <a:pt x="22893" y="18130"/>
                </a:lnTo>
                <a:lnTo>
                  <a:pt x="23302" y="17864"/>
                </a:lnTo>
                <a:lnTo>
                  <a:pt x="23594" y="17598"/>
                </a:lnTo>
                <a:lnTo>
                  <a:pt x="23886" y="17492"/>
                </a:lnTo>
                <a:lnTo>
                  <a:pt x="24119" y="17385"/>
                </a:lnTo>
                <a:lnTo>
                  <a:pt x="24411" y="17385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854"/>
                </a:lnTo>
                <a:lnTo>
                  <a:pt x="25579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397" y="16216"/>
                </a:lnTo>
                <a:lnTo>
                  <a:pt x="26806" y="16056"/>
                </a:lnTo>
                <a:lnTo>
                  <a:pt x="27098" y="15844"/>
                </a:lnTo>
                <a:lnTo>
                  <a:pt x="27390" y="15684"/>
                </a:lnTo>
                <a:lnTo>
                  <a:pt x="27682" y="15578"/>
                </a:lnTo>
                <a:lnTo>
                  <a:pt x="27974" y="15418"/>
                </a:lnTo>
                <a:lnTo>
                  <a:pt x="28091" y="15152"/>
                </a:lnTo>
                <a:lnTo>
                  <a:pt x="28383" y="15046"/>
                </a:lnTo>
                <a:lnTo>
                  <a:pt x="28792" y="15046"/>
                </a:lnTo>
                <a:lnTo>
                  <a:pt x="29084" y="14940"/>
                </a:lnTo>
                <a:lnTo>
                  <a:pt x="29376" y="14674"/>
                </a:lnTo>
                <a:lnTo>
                  <a:pt x="29668" y="14514"/>
                </a:lnTo>
                <a:lnTo>
                  <a:pt x="29901" y="14408"/>
                </a:lnTo>
                <a:lnTo>
                  <a:pt x="30193" y="14302"/>
                </a:lnTo>
                <a:lnTo>
                  <a:pt x="30485" y="14036"/>
                </a:lnTo>
                <a:lnTo>
                  <a:pt x="30602" y="13876"/>
                </a:lnTo>
                <a:lnTo>
                  <a:pt x="31069" y="13770"/>
                </a:lnTo>
                <a:lnTo>
                  <a:pt x="31361" y="13611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973"/>
                </a:lnTo>
                <a:lnTo>
                  <a:pt x="32763" y="12760"/>
                </a:lnTo>
                <a:lnTo>
                  <a:pt x="33172" y="12760"/>
                </a:lnTo>
                <a:lnTo>
                  <a:pt x="33288" y="12600"/>
                </a:lnTo>
                <a:lnTo>
                  <a:pt x="33580" y="12494"/>
                </a:lnTo>
                <a:lnTo>
                  <a:pt x="33872" y="12228"/>
                </a:lnTo>
                <a:lnTo>
                  <a:pt x="34165" y="12069"/>
                </a:lnTo>
                <a:lnTo>
                  <a:pt x="34457" y="11962"/>
                </a:lnTo>
                <a:lnTo>
                  <a:pt x="34690" y="11856"/>
                </a:lnTo>
                <a:lnTo>
                  <a:pt x="35157" y="11590"/>
                </a:lnTo>
                <a:lnTo>
                  <a:pt x="35449" y="11431"/>
                </a:lnTo>
                <a:lnTo>
                  <a:pt x="35683" y="11324"/>
                </a:lnTo>
                <a:lnTo>
                  <a:pt x="35858" y="11218"/>
                </a:lnTo>
                <a:lnTo>
                  <a:pt x="36150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6968" y="10527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155"/>
                </a:lnTo>
                <a:lnTo>
                  <a:pt x="38369" y="9782"/>
                </a:lnTo>
                <a:lnTo>
                  <a:pt x="38661" y="9676"/>
                </a:lnTo>
                <a:lnTo>
                  <a:pt x="38953" y="9517"/>
                </a:lnTo>
                <a:lnTo>
                  <a:pt x="39362" y="9410"/>
                </a:lnTo>
                <a:lnTo>
                  <a:pt x="39654" y="9144"/>
                </a:lnTo>
                <a:lnTo>
                  <a:pt x="39946" y="9038"/>
                </a:lnTo>
                <a:lnTo>
                  <a:pt x="40238" y="8879"/>
                </a:lnTo>
                <a:lnTo>
                  <a:pt x="40472" y="8772"/>
                </a:lnTo>
                <a:lnTo>
                  <a:pt x="40647" y="8506"/>
                </a:lnTo>
                <a:lnTo>
                  <a:pt x="40939" y="8347"/>
                </a:lnTo>
                <a:lnTo>
                  <a:pt x="41348" y="8241"/>
                </a:lnTo>
                <a:lnTo>
                  <a:pt x="41640" y="8134"/>
                </a:lnTo>
                <a:lnTo>
                  <a:pt x="41932" y="7975"/>
                </a:lnTo>
                <a:lnTo>
                  <a:pt x="42166" y="7868"/>
                </a:lnTo>
                <a:lnTo>
                  <a:pt x="42458" y="7709"/>
                </a:lnTo>
                <a:lnTo>
                  <a:pt x="42750" y="7603"/>
                </a:lnTo>
                <a:lnTo>
                  <a:pt x="43042" y="7337"/>
                </a:lnTo>
                <a:lnTo>
                  <a:pt x="43626" y="7071"/>
                </a:lnTo>
                <a:lnTo>
                  <a:pt x="43859" y="6965"/>
                </a:lnTo>
                <a:lnTo>
                  <a:pt x="44151" y="6699"/>
                </a:lnTo>
                <a:lnTo>
                  <a:pt x="44443" y="6592"/>
                </a:lnTo>
                <a:lnTo>
                  <a:pt x="44735" y="6433"/>
                </a:lnTo>
                <a:lnTo>
                  <a:pt x="45027" y="6326"/>
                </a:lnTo>
                <a:lnTo>
                  <a:pt x="45319" y="6061"/>
                </a:lnTo>
                <a:lnTo>
                  <a:pt x="45728" y="5954"/>
                </a:lnTo>
                <a:lnTo>
                  <a:pt x="45845" y="5795"/>
                </a:lnTo>
                <a:lnTo>
                  <a:pt x="46137" y="5795"/>
                </a:lnTo>
                <a:lnTo>
                  <a:pt x="46429" y="5529"/>
                </a:lnTo>
                <a:lnTo>
                  <a:pt x="46721" y="5423"/>
                </a:lnTo>
                <a:lnTo>
                  <a:pt x="47013" y="5263"/>
                </a:lnTo>
                <a:lnTo>
                  <a:pt x="47246" y="5157"/>
                </a:lnTo>
                <a:lnTo>
                  <a:pt x="47714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415" y="4519"/>
                </a:lnTo>
                <a:lnTo>
                  <a:pt x="48707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524" y="388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809" y="3349"/>
                </a:lnTo>
                <a:lnTo>
                  <a:pt x="50926" y="3083"/>
                </a:lnTo>
                <a:lnTo>
                  <a:pt x="51218" y="2977"/>
                </a:lnTo>
                <a:lnTo>
                  <a:pt x="51510" y="2871"/>
                </a:lnTo>
                <a:lnTo>
                  <a:pt x="51919" y="2711"/>
                </a:lnTo>
                <a:lnTo>
                  <a:pt x="52211" y="2445"/>
                </a:lnTo>
                <a:lnTo>
                  <a:pt x="52503" y="2339"/>
                </a:lnTo>
                <a:lnTo>
                  <a:pt x="52795" y="2179"/>
                </a:lnTo>
                <a:lnTo>
                  <a:pt x="53028" y="2073"/>
                </a:lnTo>
                <a:lnTo>
                  <a:pt x="53203" y="1807"/>
                </a:lnTo>
                <a:lnTo>
                  <a:pt x="53495" y="1701"/>
                </a:lnTo>
                <a:lnTo>
                  <a:pt x="53904" y="1541"/>
                </a:lnTo>
                <a:lnTo>
                  <a:pt x="54196" y="1435"/>
                </a:lnTo>
                <a:lnTo>
                  <a:pt x="54488" y="1169"/>
                </a:lnTo>
                <a:lnTo>
                  <a:pt x="54722" y="1063"/>
                </a:lnTo>
                <a:lnTo>
                  <a:pt x="55014" y="1063"/>
                </a:lnTo>
                <a:lnTo>
                  <a:pt x="55306" y="903"/>
                </a:lnTo>
                <a:lnTo>
                  <a:pt x="55598" y="638"/>
                </a:lnTo>
                <a:lnTo>
                  <a:pt x="56182" y="425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759990" y="2223884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30093"/>
                </a:lnTo>
                <a:lnTo>
                  <a:pt x="876" y="29933"/>
                </a:lnTo>
                <a:lnTo>
                  <a:pt x="1109" y="29667"/>
                </a:lnTo>
                <a:lnTo>
                  <a:pt x="1576" y="29561"/>
                </a:lnTo>
                <a:lnTo>
                  <a:pt x="1693" y="29401"/>
                </a:lnTo>
                <a:lnTo>
                  <a:pt x="1985" y="29295"/>
                </a:lnTo>
                <a:lnTo>
                  <a:pt x="2277" y="29029"/>
                </a:lnTo>
                <a:lnTo>
                  <a:pt x="2569" y="29029"/>
                </a:lnTo>
                <a:lnTo>
                  <a:pt x="2803" y="28923"/>
                </a:lnTo>
                <a:lnTo>
                  <a:pt x="3095" y="28763"/>
                </a:lnTo>
                <a:lnTo>
                  <a:pt x="3562" y="28551"/>
                </a:lnTo>
                <a:lnTo>
                  <a:pt x="3796" y="28391"/>
                </a:lnTo>
                <a:lnTo>
                  <a:pt x="4088" y="28285"/>
                </a:lnTo>
                <a:lnTo>
                  <a:pt x="4263" y="28125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487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7009"/>
                </a:lnTo>
                <a:lnTo>
                  <a:pt x="6657" y="26849"/>
                </a:lnTo>
                <a:lnTo>
                  <a:pt x="7066" y="26584"/>
                </a:lnTo>
                <a:lnTo>
                  <a:pt x="7358" y="26477"/>
                </a:lnTo>
                <a:lnTo>
                  <a:pt x="7767" y="26371"/>
                </a:lnTo>
                <a:lnTo>
                  <a:pt x="8059" y="26105"/>
                </a:lnTo>
                <a:lnTo>
                  <a:pt x="8351" y="25946"/>
                </a:lnTo>
                <a:lnTo>
                  <a:pt x="8585" y="25839"/>
                </a:lnTo>
                <a:lnTo>
                  <a:pt x="8877" y="25680"/>
                </a:lnTo>
                <a:lnTo>
                  <a:pt x="9169" y="25467"/>
                </a:lnTo>
                <a:lnTo>
                  <a:pt x="9344" y="25307"/>
                </a:lnTo>
                <a:lnTo>
                  <a:pt x="9753" y="25201"/>
                </a:lnTo>
                <a:lnTo>
                  <a:pt x="10045" y="25042"/>
                </a:lnTo>
                <a:lnTo>
                  <a:pt x="10278" y="24829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404"/>
                </a:lnTo>
                <a:lnTo>
                  <a:pt x="11446" y="24297"/>
                </a:lnTo>
                <a:lnTo>
                  <a:pt x="11738" y="24138"/>
                </a:lnTo>
                <a:lnTo>
                  <a:pt x="11972" y="24031"/>
                </a:lnTo>
                <a:lnTo>
                  <a:pt x="12264" y="23925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432" y="23287"/>
                </a:lnTo>
                <a:lnTo>
                  <a:pt x="13666" y="23021"/>
                </a:lnTo>
                <a:lnTo>
                  <a:pt x="14133" y="22862"/>
                </a:lnTo>
                <a:lnTo>
                  <a:pt x="14542" y="22596"/>
                </a:lnTo>
                <a:lnTo>
                  <a:pt x="14834" y="22383"/>
                </a:lnTo>
                <a:lnTo>
                  <a:pt x="15126" y="22224"/>
                </a:lnTo>
                <a:lnTo>
                  <a:pt x="15359" y="22117"/>
                </a:lnTo>
                <a:lnTo>
                  <a:pt x="15651" y="22117"/>
                </a:lnTo>
                <a:lnTo>
                  <a:pt x="15943" y="21852"/>
                </a:lnTo>
                <a:lnTo>
                  <a:pt x="16352" y="21745"/>
                </a:lnTo>
                <a:lnTo>
                  <a:pt x="16644" y="21586"/>
                </a:lnTo>
                <a:lnTo>
                  <a:pt x="16819" y="21479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841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214" y="20203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778"/>
                </a:lnTo>
                <a:lnTo>
                  <a:pt x="20323" y="19672"/>
                </a:lnTo>
                <a:lnTo>
                  <a:pt x="20615" y="19406"/>
                </a:lnTo>
                <a:lnTo>
                  <a:pt x="20907" y="19299"/>
                </a:lnTo>
                <a:lnTo>
                  <a:pt x="21141" y="19140"/>
                </a:lnTo>
                <a:lnTo>
                  <a:pt x="21433" y="19034"/>
                </a:lnTo>
                <a:lnTo>
                  <a:pt x="21725" y="18768"/>
                </a:lnTo>
                <a:lnTo>
                  <a:pt x="22134" y="18502"/>
                </a:lnTo>
                <a:lnTo>
                  <a:pt x="22601" y="1839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758"/>
                </a:lnTo>
                <a:lnTo>
                  <a:pt x="24003" y="17492"/>
                </a:lnTo>
                <a:lnTo>
                  <a:pt x="24236" y="17492"/>
                </a:lnTo>
                <a:lnTo>
                  <a:pt x="24528" y="17332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854"/>
                </a:lnTo>
                <a:lnTo>
                  <a:pt x="25696" y="16694"/>
                </a:lnTo>
                <a:lnTo>
                  <a:pt x="25930" y="16428"/>
                </a:lnTo>
                <a:lnTo>
                  <a:pt x="26222" y="16322"/>
                </a:lnTo>
                <a:lnTo>
                  <a:pt x="26689" y="16216"/>
                </a:lnTo>
                <a:lnTo>
                  <a:pt x="26806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908" y="15046"/>
                </a:lnTo>
                <a:lnTo>
                  <a:pt x="29200" y="14887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85" y="14036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712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973"/>
                </a:lnTo>
                <a:lnTo>
                  <a:pt x="32880" y="12707"/>
                </a:lnTo>
                <a:lnTo>
                  <a:pt x="33172" y="12707"/>
                </a:lnTo>
                <a:lnTo>
                  <a:pt x="33405" y="12600"/>
                </a:lnTo>
                <a:lnTo>
                  <a:pt x="33697" y="12494"/>
                </a:lnTo>
                <a:lnTo>
                  <a:pt x="33989" y="12228"/>
                </a:lnTo>
                <a:lnTo>
                  <a:pt x="34281" y="12069"/>
                </a:lnTo>
                <a:lnTo>
                  <a:pt x="34690" y="1185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952"/>
                </a:lnTo>
                <a:lnTo>
                  <a:pt x="36559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155"/>
                </a:lnTo>
                <a:lnTo>
                  <a:pt x="38253" y="10048"/>
                </a:lnTo>
                <a:lnTo>
                  <a:pt x="38486" y="9782"/>
                </a:lnTo>
                <a:lnTo>
                  <a:pt x="38778" y="9623"/>
                </a:lnTo>
                <a:lnTo>
                  <a:pt x="39187" y="9517"/>
                </a:lnTo>
                <a:lnTo>
                  <a:pt x="39362" y="9410"/>
                </a:lnTo>
                <a:lnTo>
                  <a:pt x="39654" y="9144"/>
                </a:lnTo>
                <a:lnTo>
                  <a:pt x="39946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056" y="8347"/>
                </a:lnTo>
                <a:lnTo>
                  <a:pt x="41465" y="8241"/>
                </a:lnTo>
                <a:lnTo>
                  <a:pt x="41757" y="8081"/>
                </a:lnTo>
                <a:lnTo>
                  <a:pt x="42166" y="7868"/>
                </a:lnTo>
                <a:lnTo>
                  <a:pt x="42458" y="7709"/>
                </a:lnTo>
                <a:lnTo>
                  <a:pt x="42750" y="7603"/>
                </a:lnTo>
                <a:lnTo>
                  <a:pt x="43042" y="7337"/>
                </a:lnTo>
                <a:lnTo>
                  <a:pt x="43450" y="7230"/>
                </a:lnTo>
                <a:lnTo>
                  <a:pt x="43742" y="7071"/>
                </a:lnTo>
                <a:lnTo>
                  <a:pt x="44034" y="6965"/>
                </a:lnTo>
                <a:lnTo>
                  <a:pt x="44268" y="6699"/>
                </a:lnTo>
                <a:lnTo>
                  <a:pt x="44443" y="6539"/>
                </a:lnTo>
                <a:lnTo>
                  <a:pt x="44735" y="6433"/>
                </a:lnTo>
                <a:lnTo>
                  <a:pt x="44969" y="6326"/>
                </a:lnTo>
                <a:lnTo>
                  <a:pt x="45436" y="6061"/>
                </a:lnTo>
                <a:lnTo>
                  <a:pt x="45728" y="5901"/>
                </a:lnTo>
                <a:lnTo>
                  <a:pt x="45962" y="5795"/>
                </a:lnTo>
                <a:lnTo>
                  <a:pt x="46254" y="5795"/>
                </a:lnTo>
                <a:lnTo>
                  <a:pt x="46546" y="5529"/>
                </a:lnTo>
                <a:lnTo>
                  <a:pt x="46838" y="5423"/>
                </a:lnTo>
                <a:lnTo>
                  <a:pt x="46954" y="5263"/>
                </a:lnTo>
                <a:lnTo>
                  <a:pt x="47246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455"/>
                </a:lnTo>
                <a:lnTo>
                  <a:pt x="50751" y="3349"/>
                </a:lnTo>
                <a:lnTo>
                  <a:pt x="51043" y="3083"/>
                </a:lnTo>
                <a:lnTo>
                  <a:pt x="51335" y="2977"/>
                </a:lnTo>
                <a:lnTo>
                  <a:pt x="51743" y="2817"/>
                </a:lnTo>
                <a:lnTo>
                  <a:pt x="51919" y="2711"/>
                </a:lnTo>
                <a:lnTo>
                  <a:pt x="52211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612" y="1701"/>
                </a:lnTo>
                <a:lnTo>
                  <a:pt x="54021" y="1541"/>
                </a:lnTo>
                <a:lnTo>
                  <a:pt x="54313" y="1435"/>
                </a:lnTo>
                <a:lnTo>
                  <a:pt x="54430" y="1169"/>
                </a:lnTo>
                <a:lnTo>
                  <a:pt x="54722" y="1169"/>
                </a:lnTo>
                <a:lnTo>
                  <a:pt x="55014" y="1063"/>
                </a:lnTo>
                <a:lnTo>
                  <a:pt x="55306" y="903"/>
                </a:lnTo>
                <a:lnTo>
                  <a:pt x="55598" y="638"/>
                </a:lnTo>
                <a:lnTo>
                  <a:pt x="56007" y="531"/>
                </a:lnTo>
                <a:lnTo>
                  <a:pt x="56299" y="372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816815" y="2193737"/>
            <a:ext cx="56708" cy="30146"/>
          </a:xfrm>
          <a:custGeom>
            <a:avLst/>
            <a:gdLst/>
            <a:ahLst/>
            <a:cxnLst/>
            <a:rect l="l" t="t" r="r" b="b"/>
            <a:pathLst>
              <a:path w="56708" h="30146">
                <a:moveTo>
                  <a:pt x="0" y="30146"/>
                </a:moveTo>
                <a:lnTo>
                  <a:pt x="175" y="30039"/>
                </a:lnTo>
                <a:lnTo>
                  <a:pt x="467" y="29880"/>
                </a:lnTo>
                <a:lnTo>
                  <a:pt x="700" y="29774"/>
                </a:lnTo>
                <a:lnTo>
                  <a:pt x="1168" y="29508"/>
                </a:lnTo>
                <a:lnTo>
                  <a:pt x="1401" y="29401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978" y="28604"/>
                </a:lnTo>
                <a:lnTo>
                  <a:pt x="3387" y="2833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7966"/>
                </a:lnTo>
                <a:lnTo>
                  <a:pt x="4555" y="2770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062"/>
                </a:lnTo>
                <a:lnTo>
                  <a:pt x="5956" y="26956"/>
                </a:lnTo>
                <a:lnTo>
                  <a:pt x="6248" y="26796"/>
                </a:lnTo>
                <a:lnTo>
                  <a:pt x="6482" y="26690"/>
                </a:lnTo>
                <a:lnTo>
                  <a:pt x="6774" y="26584"/>
                </a:lnTo>
                <a:lnTo>
                  <a:pt x="7066" y="26424"/>
                </a:lnTo>
                <a:lnTo>
                  <a:pt x="7475" y="26318"/>
                </a:lnTo>
                <a:lnTo>
                  <a:pt x="7650" y="26158"/>
                </a:lnTo>
                <a:lnTo>
                  <a:pt x="7942" y="25946"/>
                </a:lnTo>
                <a:lnTo>
                  <a:pt x="8176" y="25786"/>
                </a:lnTo>
                <a:lnTo>
                  <a:pt x="8468" y="25680"/>
                </a:lnTo>
                <a:lnTo>
                  <a:pt x="8760" y="25520"/>
                </a:lnTo>
                <a:lnTo>
                  <a:pt x="9052" y="25254"/>
                </a:lnTo>
                <a:lnTo>
                  <a:pt x="9344" y="25148"/>
                </a:lnTo>
                <a:lnTo>
                  <a:pt x="9753" y="25042"/>
                </a:lnTo>
                <a:lnTo>
                  <a:pt x="10045" y="24882"/>
                </a:lnTo>
                <a:lnTo>
                  <a:pt x="10161" y="24616"/>
                </a:lnTo>
                <a:lnTo>
                  <a:pt x="10453" y="24510"/>
                </a:lnTo>
                <a:lnTo>
                  <a:pt x="10745" y="24404"/>
                </a:lnTo>
                <a:lnTo>
                  <a:pt x="11037" y="24244"/>
                </a:lnTo>
                <a:lnTo>
                  <a:pt x="11271" y="24138"/>
                </a:lnTo>
                <a:lnTo>
                  <a:pt x="11738" y="23978"/>
                </a:lnTo>
                <a:lnTo>
                  <a:pt x="12030" y="23872"/>
                </a:lnTo>
                <a:lnTo>
                  <a:pt x="12264" y="23712"/>
                </a:lnTo>
                <a:lnTo>
                  <a:pt x="12556" y="23500"/>
                </a:lnTo>
                <a:lnTo>
                  <a:pt x="12731" y="23340"/>
                </a:lnTo>
                <a:lnTo>
                  <a:pt x="12965" y="23234"/>
                </a:lnTo>
                <a:lnTo>
                  <a:pt x="13257" y="23074"/>
                </a:lnTo>
                <a:lnTo>
                  <a:pt x="13724" y="22862"/>
                </a:lnTo>
                <a:lnTo>
                  <a:pt x="13958" y="2270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171"/>
                </a:lnTo>
                <a:lnTo>
                  <a:pt x="15126" y="22064"/>
                </a:lnTo>
                <a:lnTo>
                  <a:pt x="15534" y="21958"/>
                </a:lnTo>
                <a:lnTo>
                  <a:pt x="15943" y="21692"/>
                </a:lnTo>
                <a:lnTo>
                  <a:pt x="16235" y="21533"/>
                </a:lnTo>
                <a:lnTo>
                  <a:pt x="16527" y="21426"/>
                </a:lnTo>
                <a:lnTo>
                  <a:pt x="16819" y="21320"/>
                </a:lnTo>
                <a:lnTo>
                  <a:pt x="17053" y="21054"/>
                </a:lnTo>
                <a:lnTo>
                  <a:pt x="17345" y="20895"/>
                </a:lnTo>
                <a:lnTo>
                  <a:pt x="17637" y="20788"/>
                </a:lnTo>
                <a:lnTo>
                  <a:pt x="17929" y="20629"/>
                </a:lnTo>
                <a:lnTo>
                  <a:pt x="18221" y="20416"/>
                </a:lnTo>
                <a:lnTo>
                  <a:pt x="18513" y="20257"/>
                </a:lnTo>
                <a:lnTo>
                  <a:pt x="18746" y="20150"/>
                </a:lnTo>
                <a:lnTo>
                  <a:pt x="19038" y="19991"/>
                </a:lnTo>
                <a:lnTo>
                  <a:pt x="19330" y="19778"/>
                </a:lnTo>
                <a:lnTo>
                  <a:pt x="19622" y="19619"/>
                </a:lnTo>
                <a:lnTo>
                  <a:pt x="20031" y="19619"/>
                </a:lnTo>
                <a:lnTo>
                  <a:pt x="20323" y="19512"/>
                </a:lnTo>
                <a:lnTo>
                  <a:pt x="20440" y="19246"/>
                </a:lnTo>
                <a:lnTo>
                  <a:pt x="20732" y="19087"/>
                </a:lnTo>
                <a:lnTo>
                  <a:pt x="21024" y="18980"/>
                </a:lnTo>
                <a:lnTo>
                  <a:pt x="21316" y="18874"/>
                </a:lnTo>
                <a:lnTo>
                  <a:pt x="21608" y="18608"/>
                </a:lnTo>
                <a:lnTo>
                  <a:pt x="21900" y="18449"/>
                </a:lnTo>
                <a:lnTo>
                  <a:pt x="22309" y="18342"/>
                </a:lnTo>
                <a:lnTo>
                  <a:pt x="22601" y="18236"/>
                </a:lnTo>
                <a:lnTo>
                  <a:pt x="22718" y="17970"/>
                </a:lnTo>
                <a:lnTo>
                  <a:pt x="23010" y="17811"/>
                </a:lnTo>
                <a:lnTo>
                  <a:pt x="23302" y="17704"/>
                </a:lnTo>
                <a:lnTo>
                  <a:pt x="23594" y="17545"/>
                </a:lnTo>
                <a:lnTo>
                  <a:pt x="23827" y="17332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801"/>
                </a:lnTo>
                <a:lnTo>
                  <a:pt x="25287" y="16694"/>
                </a:lnTo>
                <a:lnTo>
                  <a:pt x="25521" y="16535"/>
                </a:lnTo>
                <a:lnTo>
                  <a:pt x="25813" y="16428"/>
                </a:lnTo>
                <a:lnTo>
                  <a:pt x="26222" y="16163"/>
                </a:lnTo>
                <a:lnTo>
                  <a:pt x="26514" y="1600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82" y="15365"/>
                </a:lnTo>
                <a:lnTo>
                  <a:pt x="28091" y="15152"/>
                </a:lnTo>
                <a:lnTo>
                  <a:pt x="28500" y="14993"/>
                </a:lnTo>
                <a:lnTo>
                  <a:pt x="28792" y="14887"/>
                </a:lnTo>
                <a:lnTo>
                  <a:pt x="29084" y="14727"/>
                </a:lnTo>
                <a:lnTo>
                  <a:pt x="29376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717"/>
                </a:lnTo>
                <a:lnTo>
                  <a:pt x="31069" y="13611"/>
                </a:lnTo>
                <a:lnTo>
                  <a:pt x="31303" y="13451"/>
                </a:lnTo>
                <a:lnTo>
                  <a:pt x="31595" y="13345"/>
                </a:lnTo>
                <a:lnTo>
                  <a:pt x="31887" y="13079"/>
                </a:lnTo>
                <a:lnTo>
                  <a:pt x="32179" y="12973"/>
                </a:lnTo>
                <a:lnTo>
                  <a:pt x="32588" y="12813"/>
                </a:lnTo>
                <a:lnTo>
                  <a:pt x="32880" y="12707"/>
                </a:lnTo>
                <a:lnTo>
                  <a:pt x="32996" y="12547"/>
                </a:lnTo>
                <a:lnTo>
                  <a:pt x="33288" y="12441"/>
                </a:lnTo>
                <a:lnTo>
                  <a:pt x="33580" y="12281"/>
                </a:lnTo>
                <a:lnTo>
                  <a:pt x="33872" y="12175"/>
                </a:lnTo>
                <a:lnTo>
                  <a:pt x="34165" y="11909"/>
                </a:lnTo>
                <a:lnTo>
                  <a:pt x="34398" y="11803"/>
                </a:lnTo>
                <a:lnTo>
                  <a:pt x="34865" y="11643"/>
                </a:lnTo>
                <a:lnTo>
                  <a:pt x="35157" y="11537"/>
                </a:lnTo>
                <a:lnTo>
                  <a:pt x="35391" y="11271"/>
                </a:lnTo>
                <a:lnTo>
                  <a:pt x="35566" y="11165"/>
                </a:lnTo>
                <a:lnTo>
                  <a:pt x="35858" y="11005"/>
                </a:lnTo>
                <a:lnTo>
                  <a:pt x="36092" y="10899"/>
                </a:lnTo>
                <a:lnTo>
                  <a:pt x="36384" y="10633"/>
                </a:lnTo>
                <a:lnTo>
                  <a:pt x="36851" y="10527"/>
                </a:lnTo>
                <a:lnTo>
                  <a:pt x="37085" y="10367"/>
                </a:lnTo>
                <a:lnTo>
                  <a:pt x="37377" y="10367"/>
                </a:lnTo>
                <a:lnTo>
                  <a:pt x="37669" y="10101"/>
                </a:lnTo>
                <a:lnTo>
                  <a:pt x="37961" y="9995"/>
                </a:lnTo>
                <a:lnTo>
                  <a:pt x="38369" y="9729"/>
                </a:lnTo>
                <a:lnTo>
                  <a:pt x="38778" y="9463"/>
                </a:lnTo>
                <a:lnTo>
                  <a:pt x="39070" y="9357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825"/>
                </a:lnTo>
                <a:lnTo>
                  <a:pt x="40180" y="8719"/>
                </a:lnTo>
                <a:lnTo>
                  <a:pt x="40355" y="8560"/>
                </a:lnTo>
                <a:lnTo>
                  <a:pt x="40647" y="8453"/>
                </a:lnTo>
                <a:lnTo>
                  <a:pt x="41056" y="8187"/>
                </a:lnTo>
                <a:lnTo>
                  <a:pt x="41348" y="8081"/>
                </a:lnTo>
                <a:lnTo>
                  <a:pt x="41640" y="7922"/>
                </a:lnTo>
                <a:lnTo>
                  <a:pt x="41874" y="7922"/>
                </a:lnTo>
                <a:lnTo>
                  <a:pt x="42166" y="7656"/>
                </a:lnTo>
                <a:lnTo>
                  <a:pt x="42458" y="7549"/>
                </a:lnTo>
                <a:lnTo>
                  <a:pt x="42750" y="7443"/>
                </a:lnTo>
                <a:lnTo>
                  <a:pt x="43042" y="7284"/>
                </a:lnTo>
                <a:lnTo>
                  <a:pt x="43334" y="7018"/>
                </a:lnTo>
                <a:lnTo>
                  <a:pt x="43567" y="691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380"/>
                </a:lnTo>
                <a:lnTo>
                  <a:pt x="44735" y="6273"/>
                </a:lnTo>
                <a:lnTo>
                  <a:pt x="45027" y="6114"/>
                </a:lnTo>
                <a:lnTo>
                  <a:pt x="45436" y="6007"/>
                </a:lnTo>
                <a:lnTo>
                  <a:pt x="45553" y="5742"/>
                </a:lnTo>
                <a:lnTo>
                  <a:pt x="45845" y="5635"/>
                </a:lnTo>
                <a:lnTo>
                  <a:pt x="46137" y="5635"/>
                </a:lnTo>
                <a:lnTo>
                  <a:pt x="46429" y="5476"/>
                </a:lnTo>
                <a:lnTo>
                  <a:pt x="46721" y="5263"/>
                </a:lnTo>
                <a:lnTo>
                  <a:pt x="46954" y="5104"/>
                </a:lnTo>
                <a:lnTo>
                  <a:pt x="47422" y="4997"/>
                </a:lnTo>
                <a:lnTo>
                  <a:pt x="47655" y="4838"/>
                </a:lnTo>
                <a:lnTo>
                  <a:pt x="47947" y="4572"/>
                </a:lnTo>
                <a:lnTo>
                  <a:pt x="48123" y="4466"/>
                </a:lnTo>
                <a:lnTo>
                  <a:pt x="48415" y="4359"/>
                </a:lnTo>
                <a:lnTo>
                  <a:pt x="48648" y="4200"/>
                </a:lnTo>
                <a:lnTo>
                  <a:pt x="48940" y="3934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562"/>
                </a:lnTo>
                <a:lnTo>
                  <a:pt x="50225" y="3296"/>
                </a:lnTo>
                <a:lnTo>
                  <a:pt x="50517" y="3296"/>
                </a:lnTo>
                <a:lnTo>
                  <a:pt x="50926" y="3030"/>
                </a:lnTo>
                <a:lnTo>
                  <a:pt x="51218" y="2817"/>
                </a:lnTo>
                <a:lnTo>
                  <a:pt x="51627" y="2658"/>
                </a:lnTo>
                <a:lnTo>
                  <a:pt x="51919" y="2552"/>
                </a:lnTo>
                <a:lnTo>
                  <a:pt x="52211" y="2392"/>
                </a:lnTo>
                <a:lnTo>
                  <a:pt x="52503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203" y="1754"/>
                </a:lnTo>
                <a:lnTo>
                  <a:pt x="53612" y="1541"/>
                </a:lnTo>
                <a:lnTo>
                  <a:pt x="53904" y="1382"/>
                </a:lnTo>
                <a:lnTo>
                  <a:pt x="54196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5014" y="850"/>
                </a:lnTo>
                <a:lnTo>
                  <a:pt x="55306" y="744"/>
                </a:lnTo>
                <a:lnTo>
                  <a:pt x="55598" y="638"/>
                </a:lnTo>
                <a:lnTo>
                  <a:pt x="55890" y="372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873523" y="2163378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292" y="30093"/>
                </a:lnTo>
                <a:lnTo>
                  <a:pt x="584" y="29933"/>
                </a:lnTo>
                <a:lnTo>
                  <a:pt x="817" y="29827"/>
                </a:lnTo>
                <a:lnTo>
                  <a:pt x="1284" y="29667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817"/>
                </a:lnTo>
                <a:lnTo>
                  <a:pt x="3270" y="28657"/>
                </a:lnTo>
                <a:lnTo>
                  <a:pt x="3504" y="28551"/>
                </a:lnTo>
                <a:lnTo>
                  <a:pt x="3796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275"/>
                </a:lnTo>
                <a:lnTo>
                  <a:pt x="6073" y="27009"/>
                </a:lnTo>
                <a:lnTo>
                  <a:pt x="6365" y="26849"/>
                </a:lnTo>
                <a:lnTo>
                  <a:pt x="6774" y="26743"/>
                </a:lnTo>
                <a:lnTo>
                  <a:pt x="7066" y="26477"/>
                </a:lnTo>
                <a:lnTo>
                  <a:pt x="7475" y="26371"/>
                </a:lnTo>
                <a:lnTo>
                  <a:pt x="7767" y="26211"/>
                </a:lnTo>
                <a:lnTo>
                  <a:pt x="8059" y="26105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052" y="25467"/>
                </a:lnTo>
                <a:lnTo>
                  <a:pt x="9461" y="25201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404"/>
                </a:lnTo>
                <a:lnTo>
                  <a:pt x="11446" y="24297"/>
                </a:lnTo>
                <a:lnTo>
                  <a:pt x="11680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140" y="23287"/>
                </a:lnTo>
                <a:lnTo>
                  <a:pt x="13373" y="23128"/>
                </a:lnTo>
                <a:lnTo>
                  <a:pt x="13841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117"/>
                </a:lnTo>
                <a:lnTo>
                  <a:pt x="15359" y="22117"/>
                </a:lnTo>
                <a:lnTo>
                  <a:pt x="15768" y="21958"/>
                </a:lnTo>
                <a:lnTo>
                  <a:pt x="16060" y="21852"/>
                </a:lnTo>
                <a:lnTo>
                  <a:pt x="16352" y="21586"/>
                </a:lnTo>
                <a:lnTo>
                  <a:pt x="16527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310"/>
                </a:lnTo>
                <a:lnTo>
                  <a:pt x="18922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672"/>
                </a:lnTo>
                <a:lnTo>
                  <a:pt x="20031" y="19672"/>
                </a:lnTo>
                <a:lnTo>
                  <a:pt x="20323" y="19565"/>
                </a:lnTo>
                <a:lnTo>
                  <a:pt x="20615" y="19406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2017" y="18502"/>
                </a:lnTo>
                <a:lnTo>
                  <a:pt x="22309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864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492"/>
                </a:lnTo>
                <a:lnTo>
                  <a:pt x="24236" y="17385"/>
                </a:lnTo>
                <a:lnTo>
                  <a:pt x="24528" y="17226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694"/>
                </a:lnTo>
                <a:lnTo>
                  <a:pt x="25638" y="16588"/>
                </a:lnTo>
                <a:lnTo>
                  <a:pt x="25930" y="16482"/>
                </a:lnTo>
                <a:lnTo>
                  <a:pt x="26397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844"/>
                </a:lnTo>
                <a:lnTo>
                  <a:pt x="27332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940"/>
                </a:lnTo>
                <a:lnTo>
                  <a:pt x="29025" y="14780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302"/>
                </a:lnTo>
                <a:lnTo>
                  <a:pt x="30310" y="14142"/>
                </a:lnTo>
                <a:lnTo>
                  <a:pt x="30602" y="14036"/>
                </a:lnTo>
                <a:lnTo>
                  <a:pt x="30894" y="13876"/>
                </a:lnTo>
                <a:lnTo>
                  <a:pt x="31186" y="13611"/>
                </a:lnTo>
                <a:lnTo>
                  <a:pt x="31420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2973"/>
                </a:lnTo>
                <a:lnTo>
                  <a:pt x="32588" y="12866"/>
                </a:lnTo>
                <a:lnTo>
                  <a:pt x="32880" y="12760"/>
                </a:lnTo>
                <a:lnTo>
                  <a:pt x="33113" y="1276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228"/>
                </a:lnTo>
                <a:lnTo>
                  <a:pt x="34106" y="12069"/>
                </a:lnTo>
                <a:lnTo>
                  <a:pt x="34573" y="1185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218"/>
                </a:lnTo>
                <a:lnTo>
                  <a:pt x="35975" y="11058"/>
                </a:lnTo>
                <a:lnTo>
                  <a:pt x="36267" y="10952"/>
                </a:lnTo>
                <a:lnTo>
                  <a:pt x="36501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048"/>
                </a:lnTo>
                <a:lnTo>
                  <a:pt x="38194" y="9889"/>
                </a:lnTo>
                <a:lnTo>
                  <a:pt x="38486" y="9782"/>
                </a:lnTo>
                <a:lnTo>
                  <a:pt x="38895" y="9676"/>
                </a:lnTo>
                <a:lnTo>
                  <a:pt x="39070" y="9410"/>
                </a:lnTo>
                <a:lnTo>
                  <a:pt x="39362" y="9251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772"/>
                </a:lnTo>
                <a:lnTo>
                  <a:pt x="40472" y="8613"/>
                </a:lnTo>
                <a:lnTo>
                  <a:pt x="40881" y="8506"/>
                </a:lnTo>
                <a:lnTo>
                  <a:pt x="41173" y="8347"/>
                </a:lnTo>
                <a:lnTo>
                  <a:pt x="41465" y="8134"/>
                </a:lnTo>
                <a:lnTo>
                  <a:pt x="41874" y="7975"/>
                </a:lnTo>
                <a:lnTo>
                  <a:pt x="42166" y="7868"/>
                </a:lnTo>
                <a:lnTo>
                  <a:pt x="42458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230"/>
                </a:lnTo>
                <a:lnTo>
                  <a:pt x="43742" y="6965"/>
                </a:lnTo>
                <a:lnTo>
                  <a:pt x="43976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677" y="6326"/>
                </a:lnTo>
                <a:lnTo>
                  <a:pt x="45144" y="6167"/>
                </a:lnTo>
                <a:lnTo>
                  <a:pt x="45436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529"/>
                </a:lnTo>
                <a:lnTo>
                  <a:pt x="47130" y="5157"/>
                </a:lnTo>
                <a:lnTo>
                  <a:pt x="47363" y="5050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531" y="4412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459" y="3349"/>
                </a:lnTo>
                <a:lnTo>
                  <a:pt x="50751" y="3243"/>
                </a:lnTo>
                <a:lnTo>
                  <a:pt x="51043" y="3083"/>
                </a:lnTo>
                <a:lnTo>
                  <a:pt x="51451" y="2977"/>
                </a:lnTo>
                <a:lnTo>
                  <a:pt x="51627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437" y="1807"/>
                </a:lnTo>
                <a:lnTo>
                  <a:pt x="53729" y="1701"/>
                </a:lnTo>
                <a:lnTo>
                  <a:pt x="54021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423" y="797"/>
                </a:lnTo>
                <a:lnTo>
                  <a:pt x="55715" y="638"/>
                </a:lnTo>
                <a:lnTo>
                  <a:pt x="56007" y="531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930231" y="2155669"/>
            <a:ext cx="14366" cy="7709"/>
          </a:xfrm>
          <a:custGeom>
            <a:avLst/>
            <a:gdLst/>
            <a:ahLst/>
            <a:cxnLst/>
            <a:rect l="l" t="t" r="r" b="b"/>
            <a:pathLst>
              <a:path w="14366" h="7709">
                <a:moveTo>
                  <a:pt x="0" y="7709"/>
                </a:moveTo>
                <a:lnTo>
                  <a:pt x="292" y="7603"/>
                </a:lnTo>
                <a:lnTo>
                  <a:pt x="525" y="7337"/>
                </a:lnTo>
                <a:lnTo>
                  <a:pt x="992" y="7230"/>
                </a:lnTo>
                <a:lnTo>
                  <a:pt x="1226" y="7071"/>
                </a:lnTo>
                <a:lnTo>
                  <a:pt x="1518" y="6965"/>
                </a:lnTo>
                <a:lnTo>
                  <a:pt x="1810" y="6699"/>
                </a:lnTo>
                <a:lnTo>
                  <a:pt x="2102" y="6592"/>
                </a:lnTo>
                <a:lnTo>
                  <a:pt x="2394" y="6433"/>
                </a:lnTo>
                <a:lnTo>
                  <a:pt x="2920" y="6167"/>
                </a:lnTo>
                <a:lnTo>
                  <a:pt x="3212" y="6061"/>
                </a:lnTo>
                <a:lnTo>
                  <a:pt x="3504" y="5954"/>
                </a:lnTo>
                <a:lnTo>
                  <a:pt x="3796" y="5688"/>
                </a:lnTo>
                <a:lnTo>
                  <a:pt x="4088" y="5529"/>
                </a:lnTo>
                <a:lnTo>
                  <a:pt x="4380" y="5423"/>
                </a:lnTo>
                <a:lnTo>
                  <a:pt x="4613" y="5263"/>
                </a:lnTo>
                <a:lnTo>
                  <a:pt x="5080" y="5050"/>
                </a:lnTo>
                <a:lnTo>
                  <a:pt x="5197" y="4891"/>
                </a:lnTo>
                <a:lnTo>
                  <a:pt x="5489" y="4785"/>
                </a:lnTo>
                <a:lnTo>
                  <a:pt x="5781" y="4625"/>
                </a:lnTo>
                <a:lnTo>
                  <a:pt x="6073" y="4412"/>
                </a:lnTo>
                <a:lnTo>
                  <a:pt x="6307" y="4253"/>
                </a:lnTo>
                <a:lnTo>
                  <a:pt x="6599" y="4147"/>
                </a:lnTo>
                <a:lnTo>
                  <a:pt x="6891" y="4147"/>
                </a:lnTo>
                <a:lnTo>
                  <a:pt x="7300" y="3881"/>
                </a:lnTo>
                <a:lnTo>
                  <a:pt x="7592" y="3721"/>
                </a:lnTo>
                <a:lnTo>
                  <a:pt x="7767" y="3615"/>
                </a:lnTo>
                <a:lnTo>
                  <a:pt x="8001" y="3509"/>
                </a:lnTo>
                <a:lnTo>
                  <a:pt x="8293" y="3243"/>
                </a:lnTo>
                <a:lnTo>
                  <a:pt x="8585" y="3083"/>
                </a:lnTo>
                <a:lnTo>
                  <a:pt x="8877" y="2977"/>
                </a:lnTo>
                <a:lnTo>
                  <a:pt x="9285" y="2871"/>
                </a:lnTo>
                <a:lnTo>
                  <a:pt x="9577" y="2605"/>
                </a:lnTo>
                <a:lnTo>
                  <a:pt x="9869" y="2445"/>
                </a:lnTo>
                <a:lnTo>
                  <a:pt x="10278" y="2179"/>
                </a:lnTo>
                <a:lnTo>
                  <a:pt x="10570" y="1967"/>
                </a:lnTo>
                <a:lnTo>
                  <a:pt x="10862" y="1807"/>
                </a:lnTo>
                <a:lnTo>
                  <a:pt x="11271" y="1807"/>
                </a:lnTo>
                <a:lnTo>
                  <a:pt x="11563" y="1701"/>
                </a:lnTo>
                <a:lnTo>
                  <a:pt x="11855" y="1435"/>
                </a:lnTo>
                <a:lnTo>
                  <a:pt x="12089" y="1329"/>
                </a:lnTo>
                <a:lnTo>
                  <a:pt x="12381" y="1169"/>
                </a:lnTo>
                <a:lnTo>
                  <a:pt x="12556" y="1063"/>
                </a:lnTo>
                <a:lnTo>
                  <a:pt x="12789" y="797"/>
                </a:lnTo>
                <a:lnTo>
                  <a:pt x="13081" y="638"/>
                </a:lnTo>
                <a:lnTo>
                  <a:pt x="13549" y="531"/>
                </a:lnTo>
                <a:lnTo>
                  <a:pt x="13782" y="425"/>
                </a:lnTo>
                <a:lnTo>
                  <a:pt x="14074" y="159"/>
                </a:lnTo>
                <a:lnTo>
                  <a:pt x="14366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3668182" y="2097503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770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092258" y="2916769"/>
            <a:ext cx="56550" cy="60079"/>
          </a:xfrm>
          <a:custGeom>
            <a:avLst/>
            <a:gdLst/>
            <a:ahLst/>
            <a:cxnLst/>
            <a:rect l="l" t="t" r="r" b="b"/>
            <a:pathLst>
              <a:path w="56550" h="60079">
                <a:moveTo>
                  <a:pt x="0" y="0"/>
                </a:moveTo>
                <a:lnTo>
                  <a:pt x="286" y="372"/>
                </a:lnTo>
                <a:lnTo>
                  <a:pt x="566" y="638"/>
                </a:lnTo>
                <a:lnTo>
                  <a:pt x="846" y="1010"/>
                </a:lnTo>
                <a:lnTo>
                  <a:pt x="1273" y="1276"/>
                </a:lnTo>
                <a:lnTo>
                  <a:pt x="1413" y="1648"/>
                </a:lnTo>
                <a:lnTo>
                  <a:pt x="1693" y="1914"/>
                </a:lnTo>
                <a:lnTo>
                  <a:pt x="1979" y="2179"/>
                </a:lnTo>
                <a:lnTo>
                  <a:pt x="2260" y="2392"/>
                </a:lnTo>
                <a:lnTo>
                  <a:pt x="2540" y="2817"/>
                </a:lnTo>
                <a:lnTo>
                  <a:pt x="2820" y="3083"/>
                </a:lnTo>
                <a:lnTo>
                  <a:pt x="3106" y="3455"/>
                </a:lnTo>
                <a:lnTo>
                  <a:pt x="3527" y="3721"/>
                </a:lnTo>
                <a:lnTo>
                  <a:pt x="3807" y="4093"/>
                </a:lnTo>
                <a:lnTo>
                  <a:pt x="3953" y="4359"/>
                </a:lnTo>
                <a:lnTo>
                  <a:pt x="4234" y="4625"/>
                </a:lnTo>
                <a:lnTo>
                  <a:pt x="4514" y="4838"/>
                </a:lnTo>
                <a:lnTo>
                  <a:pt x="4794" y="5263"/>
                </a:lnTo>
                <a:lnTo>
                  <a:pt x="5080" y="5476"/>
                </a:lnTo>
                <a:lnTo>
                  <a:pt x="5501" y="5901"/>
                </a:lnTo>
                <a:lnTo>
                  <a:pt x="5787" y="6167"/>
                </a:lnTo>
                <a:lnTo>
                  <a:pt x="6067" y="6539"/>
                </a:lnTo>
                <a:lnTo>
                  <a:pt x="6348" y="6646"/>
                </a:lnTo>
                <a:lnTo>
                  <a:pt x="6488" y="7018"/>
                </a:lnTo>
                <a:lnTo>
                  <a:pt x="6774" y="7284"/>
                </a:lnTo>
                <a:lnTo>
                  <a:pt x="7054" y="7709"/>
                </a:lnTo>
                <a:lnTo>
                  <a:pt x="7475" y="7922"/>
                </a:lnTo>
                <a:lnTo>
                  <a:pt x="7761" y="8347"/>
                </a:lnTo>
                <a:lnTo>
                  <a:pt x="8041" y="8560"/>
                </a:lnTo>
                <a:lnTo>
                  <a:pt x="8322" y="8985"/>
                </a:lnTo>
                <a:lnTo>
                  <a:pt x="8602" y="9091"/>
                </a:lnTo>
                <a:lnTo>
                  <a:pt x="8888" y="9463"/>
                </a:lnTo>
                <a:lnTo>
                  <a:pt x="9028" y="9729"/>
                </a:lnTo>
                <a:lnTo>
                  <a:pt x="9309" y="10101"/>
                </a:lnTo>
                <a:lnTo>
                  <a:pt x="9735" y="10367"/>
                </a:lnTo>
                <a:lnTo>
                  <a:pt x="10015" y="10793"/>
                </a:lnTo>
                <a:lnTo>
                  <a:pt x="10296" y="11005"/>
                </a:lnTo>
                <a:lnTo>
                  <a:pt x="10582" y="11271"/>
                </a:lnTo>
                <a:lnTo>
                  <a:pt x="10862" y="11537"/>
                </a:lnTo>
                <a:lnTo>
                  <a:pt x="11143" y="11909"/>
                </a:lnTo>
                <a:lnTo>
                  <a:pt x="11423" y="12175"/>
                </a:lnTo>
                <a:lnTo>
                  <a:pt x="11709" y="12547"/>
                </a:lnTo>
                <a:lnTo>
                  <a:pt x="11989" y="12813"/>
                </a:lnTo>
                <a:lnTo>
                  <a:pt x="12270" y="13185"/>
                </a:lnTo>
                <a:lnTo>
                  <a:pt x="12556" y="13451"/>
                </a:lnTo>
                <a:lnTo>
                  <a:pt x="12836" y="13717"/>
                </a:lnTo>
                <a:lnTo>
                  <a:pt x="13117" y="13983"/>
                </a:lnTo>
                <a:lnTo>
                  <a:pt x="13397" y="14355"/>
                </a:lnTo>
                <a:lnTo>
                  <a:pt x="13823" y="14621"/>
                </a:lnTo>
                <a:lnTo>
                  <a:pt x="13963" y="14993"/>
                </a:lnTo>
                <a:lnTo>
                  <a:pt x="14244" y="15259"/>
                </a:lnTo>
                <a:lnTo>
                  <a:pt x="14530" y="15631"/>
                </a:lnTo>
                <a:lnTo>
                  <a:pt x="14810" y="15897"/>
                </a:lnTo>
                <a:lnTo>
                  <a:pt x="15091" y="16163"/>
                </a:lnTo>
                <a:lnTo>
                  <a:pt x="15377" y="16428"/>
                </a:lnTo>
                <a:lnTo>
                  <a:pt x="15657" y="16801"/>
                </a:lnTo>
                <a:lnTo>
                  <a:pt x="16077" y="17066"/>
                </a:lnTo>
                <a:lnTo>
                  <a:pt x="16364" y="17439"/>
                </a:lnTo>
                <a:lnTo>
                  <a:pt x="16504" y="17704"/>
                </a:lnTo>
                <a:lnTo>
                  <a:pt x="16784" y="18077"/>
                </a:lnTo>
                <a:lnTo>
                  <a:pt x="17064" y="18342"/>
                </a:lnTo>
                <a:lnTo>
                  <a:pt x="17351" y="18608"/>
                </a:lnTo>
                <a:lnTo>
                  <a:pt x="17631" y="18874"/>
                </a:lnTo>
                <a:lnTo>
                  <a:pt x="18051" y="19246"/>
                </a:lnTo>
                <a:lnTo>
                  <a:pt x="18338" y="19512"/>
                </a:lnTo>
                <a:lnTo>
                  <a:pt x="18618" y="19884"/>
                </a:lnTo>
                <a:lnTo>
                  <a:pt x="18898" y="20150"/>
                </a:lnTo>
                <a:lnTo>
                  <a:pt x="19038" y="20522"/>
                </a:lnTo>
                <a:lnTo>
                  <a:pt x="19325" y="20682"/>
                </a:lnTo>
                <a:lnTo>
                  <a:pt x="19605" y="21054"/>
                </a:lnTo>
                <a:lnTo>
                  <a:pt x="20025" y="21320"/>
                </a:lnTo>
                <a:lnTo>
                  <a:pt x="20312" y="21692"/>
                </a:lnTo>
                <a:lnTo>
                  <a:pt x="20592" y="21958"/>
                </a:lnTo>
                <a:lnTo>
                  <a:pt x="20872" y="22330"/>
                </a:lnTo>
                <a:lnTo>
                  <a:pt x="21158" y="22596"/>
                </a:lnTo>
                <a:lnTo>
                  <a:pt x="21439" y="22968"/>
                </a:lnTo>
                <a:lnTo>
                  <a:pt x="21579" y="23074"/>
                </a:lnTo>
                <a:lnTo>
                  <a:pt x="21859" y="23340"/>
                </a:lnTo>
                <a:lnTo>
                  <a:pt x="22286" y="23766"/>
                </a:lnTo>
                <a:lnTo>
                  <a:pt x="22566" y="23978"/>
                </a:lnTo>
                <a:lnTo>
                  <a:pt x="22846" y="24404"/>
                </a:lnTo>
                <a:lnTo>
                  <a:pt x="23132" y="24616"/>
                </a:lnTo>
                <a:lnTo>
                  <a:pt x="23413" y="25042"/>
                </a:lnTo>
                <a:lnTo>
                  <a:pt x="23693" y="25254"/>
                </a:lnTo>
                <a:lnTo>
                  <a:pt x="23973" y="25520"/>
                </a:lnTo>
                <a:lnTo>
                  <a:pt x="24260" y="25786"/>
                </a:lnTo>
                <a:lnTo>
                  <a:pt x="24540" y="26158"/>
                </a:lnTo>
                <a:lnTo>
                  <a:pt x="24820" y="26424"/>
                </a:lnTo>
                <a:lnTo>
                  <a:pt x="25106" y="26796"/>
                </a:lnTo>
                <a:lnTo>
                  <a:pt x="25387" y="27062"/>
                </a:lnTo>
                <a:lnTo>
                  <a:pt x="25667" y="27487"/>
                </a:lnTo>
                <a:lnTo>
                  <a:pt x="25953" y="27594"/>
                </a:lnTo>
                <a:lnTo>
                  <a:pt x="26374" y="27966"/>
                </a:lnTo>
                <a:lnTo>
                  <a:pt x="26514" y="28232"/>
                </a:lnTo>
                <a:lnTo>
                  <a:pt x="26794" y="28604"/>
                </a:lnTo>
                <a:lnTo>
                  <a:pt x="27080" y="28870"/>
                </a:lnTo>
                <a:lnTo>
                  <a:pt x="27361" y="29242"/>
                </a:lnTo>
                <a:lnTo>
                  <a:pt x="27641" y="29508"/>
                </a:lnTo>
                <a:lnTo>
                  <a:pt x="27927" y="29880"/>
                </a:lnTo>
                <a:lnTo>
                  <a:pt x="28208" y="30039"/>
                </a:lnTo>
                <a:lnTo>
                  <a:pt x="28628" y="30412"/>
                </a:lnTo>
                <a:lnTo>
                  <a:pt x="28914" y="30677"/>
                </a:lnTo>
                <a:lnTo>
                  <a:pt x="29054" y="31050"/>
                </a:lnTo>
                <a:lnTo>
                  <a:pt x="29335" y="31315"/>
                </a:lnTo>
                <a:lnTo>
                  <a:pt x="29615" y="31688"/>
                </a:lnTo>
                <a:lnTo>
                  <a:pt x="29901" y="31953"/>
                </a:lnTo>
                <a:lnTo>
                  <a:pt x="30182" y="32219"/>
                </a:lnTo>
                <a:lnTo>
                  <a:pt x="30602" y="32485"/>
                </a:lnTo>
                <a:lnTo>
                  <a:pt x="30888" y="32857"/>
                </a:lnTo>
                <a:lnTo>
                  <a:pt x="31168" y="33123"/>
                </a:lnTo>
                <a:lnTo>
                  <a:pt x="31449" y="33495"/>
                </a:lnTo>
                <a:lnTo>
                  <a:pt x="31589" y="33761"/>
                </a:lnTo>
                <a:lnTo>
                  <a:pt x="31875" y="34133"/>
                </a:lnTo>
                <a:lnTo>
                  <a:pt x="32155" y="34399"/>
                </a:lnTo>
                <a:lnTo>
                  <a:pt x="32576" y="34665"/>
                </a:lnTo>
                <a:lnTo>
                  <a:pt x="32862" y="34931"/>
                </a:lnTo>
                <a:lnTo>
                  <a:pt x="33142" y="35303"/>
                </a:lnTo>
                <a:lnTo>
                  <a:pt x="33423" y="35569"/>
                </a:lnTo>
                <a:lnTo>
                  <a:pt x="33709" y="35941"/>
                </a:lnTo>
                <a:lnTo>
                  <a:pt x="33989" y="36207"/>
                </a:lnTo>
                <a:lnTo>
                  <a:pt x="34129" y="36579"/>
                </a:lnTo>
                <a:lnTo>
                  <a:pt x="34410" y="36845"/>
                </a:lnTo>
                <a:lnTo>
                  <a:pt x="34836" y="37111"/>
                </a:lnTo>
                <a:lnTo>
                  <a:pt x="35116" y="37377"/>
                </a:lnTo>
                <a:lnTo>
                  <a:pt x="35397" y="37749"/>
                </a:lnTo>
                <a:lnTo>
                  <a:pt x="35683" y="38015"/>
                </a:lnTo>
                <a:lnTo>
                  <a:pt x="35963" y="38387"/>
                </a:lnTo>
                <a:lnTo>
                  <a:pt x="36244" y="38653"/>
                </a:lnTo>
                <a:lnTo>
                  <a:pt x="36530" y="39025"/>
                </a:lnTo>
                <a:lnTo>
                  <a:pt x="36810" y="39291"/>
                </a:lnTo>
                <a:lnTo>
                  <a:pt x="37090" y="39557"/>
                </a:lnTo>
                <a:lnTo>
                  <a:pt x="37371" y="39769"/>
                </a:lnTo>
                <a:lnTo>
                  <a:pt x="37657" y="40195"/>
                </a:lnTo>
                <a:lnTo>
                  <a:pt x="37937" y="40460"/>
                </a:lnTo>
                <a:lnTo>
                  <a:pt x="38218" y="40833"/>
                </a:lnTo>
                <a:lnTo>
                  <a:pt x="38504" y="41098"/>
                </a:lnTo>
                <a:lnTo>
                  <a:pt x="38924" y="41471"/>
                </a:lnTo>
                <a:lnTo>
                  <a:pt x="39064" y="41577"/>
                </a:lnTo>
                <a:lnTo>
                  <a:pt x="39351" y="42002"/>
                </a:lnTo>
                <a:lnTo>
                  <a:pt x="39631" y="42215"/>
                </a:lnTo>
                <a:lnTo>
                  <a:pt x="39911" y="42640"/>
                </a:lnTo>
                <a:lnTo>
                  <a:pt x="40192" y="42853"/>
                </a:lnTo>
                <a:lnTo>
                  <a:pt x="40478" y="43278"/>
                </a:lnTo>
                <a:lnTo>
                  <a:pt x="40758" y="43544"/>
                </a:lnTo>
                <a:lnTo>
                  <a:pt x="41179" y="43916"/>
                </a:lnTo>
                <a:lnTo>
                  <a:pt x="41465" y="44023"/>
                </a:lnTo>
                <a:lnTo>
                  <a:pt x="41605" y="44395"/>
                </a:lnTo>
                <a:lnTo>
                  <a:pt x="41885" y="44661"/>
                </a:lnTo>
                <a:lnTo>
                  <a:pt x="42166" y="45086"/>
                </a:lnTo>
                <a:lnTo>
                  <a:pt x="42452" y="45299"/>
                </a:lnTo>
                <a:lnTo>
                  <a:pt x="42732" y="45724"/>
                </a:lnTo>
                <a:lnTo>
                  <a:pt x="43158" y="45937"/>
                </a:lnTo>
                <a:lnTo>
                  <a:pt x="43439" y="46203"/>
                </a:lnTo>
                <a:lnTo>
                  <a:pt x="43719" y="46468"/>
                </a:lnTo>
                <a:lnTo>
                  <a:pt x="43999" y="46841"/>
                </a:lnTo>
                <a:lnTo>
                  <a:pt x="44145" y="47106"/>
                </a:lnTo>
                <a:lnTo>
                  <a:pt x="44426" y="47479"/>
                </a:lnTo>
                <a:lnTo>
                  <a:pt x="44706" y="47744"/>
                </a:lnTo>
                <a:lnTo>
                  <a:pt x="45132" y="48170"/>
                </a:lnTo>
                <a:lnTo>
                  <a:pt x="45413" y="48382"/>
                </a:lnTo>
                <a:lnTo>
                  <a:pt x="45693" y="48542"/>
                </a:lnTo>
                <a:lnTo>
                  <a:pt x="45973" y="48808"/>
                </a:lnTo>
                <a:lnTo>
                  <a:pt x="46259" y="49020"/>
                </a:lnTo>
                <a:lnTo>
                  <a:pt x="46540" y="49446"/>
                </a:lnTo>
                <a:lnTo>
                  <a:pt x="46680" y="49712"/>
                </a:lnTo>
                <a:lnTo>
                  <a:pt x="46960" y="50084"/>
                </a:lnTo>
                <a:lnTo>
                  <a:pt x="47387" y="50350"/>
                </a:lnTo>
                <a:lnTo>
                  <a:pt x="47667" y="50722"/>
                </a:lnTo>
                <a:lnTo>
                  <a:pt x="47953" y="50828"/>
                </a:lnTo>
                <a:lnTo>
                  <a:pt x="48233" y="51253"/>
                </a:lnTo>
                <a:lnTo>
                  <a:pt x="48514" y="51466"/>
                </a:lnTo>
                <a:lnTo>
                  <a:pt x="48794" y="51892"/>
                </a:lnTo>
                <a:lnTo>
                  <a:pt x="49080" y="52104"/>
                </a:lnTo>
                <a:lnTo>
                  <a:pt x="49361" y="52530"/>
                </a:lnTo>
                <a:lnTo>
                  <a:pt x="49641" y="52742"/>
                </a:lnTo>
                <a:lnTo>
                  <a:pt x="49927" y="53168"/>
                </a:lnTo>
                <a:lnTo>
                  <a:pt x="50207" y="53274"/>
                </a:lnTo>
                <a:lnTo>
                  <a:pt x="50488" y="53646"/>
                </a:lnTo>
                <a:lnTo>
                  <a:pt x="50768" y="53912"/>
                </a:lnTo>
                <a:lnTo>
                  <a:pt x="51054" y="54284"/>
                </a:lnTo>
                <a:lnTo>
                  <a:pt x="51475" y="54550"/>
                </a:lnTo>
                <a:lnTo>
                  <a:pt x="51615" y="54975"/>
                </a:lnTo>
                <a:lnTo>
                  <a:pt x="51901" y="55188"/>
                </a:lnTo>
                <a:lnTo>
                  <a:pt x="52181" y="55613"/>
                </a:lnTo>
                <a:lnTo>
                  <a:pt x="52462" y="55720"/>
                </a:lnTo>
                <a:lnTo>
                  <a:pt x="52748" y="56092"/>
                </a:lnTo>
                <a:lnTo>
                  <a:pt x="53028" y="56358"/>
                </a:lnTo>
                <a:lnTo>
                  <a:pt x="53309" y="56730"/>
                </a:lnTo>
                <a:lnTo>
                  <a:pt x="53735" y="56996"/>
                </a:lnTo>
                <a:lnTo>
                  <a:pt x="54015" y="57368"/>
                </a:lnTo>
                <a:lnTo>
                  <a:pt x="54155" y="57634"/>
                </a:lnTo>
                <a:lnTo>
                  <a:pt x="54436" y="57900"/>
                </a:lnTo>
                <a:lnTo>
                  <a:pt x="54722" y="58165"/>
                </a:lnTo>
                <a:lnTo>
                  <a:pt x="55002" y="58538"/>
                </a:lnTo>
                <a:lnTo>
                  <a:pt x="55283" y="58803"/>
                </a:lnTo>
                <a:lnTo>
                  <a:pt x="55709" y="59069"/>
                </a:lnTo>
                <a:lnTo>
                  <a:pt x="55989" y="59441"/>
                </a:lnTo>
                <a:lnTo>
                  <a:pt x="56270" y="59707"/>
                </a:lnTo>
                <a:lnTo>
                  <a:pt x="56550" y="60079"/>
                </a:lnTo>
              </a:path>
            </a:pathLst>
          </a:custGeom>
          <a:ln w="810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148808" y="2976849"/>
            <a:ext cx="56696" cy="59495"/>
          </a:xfrm>
          <a:custGeom>
            <a:avLst/>
            <a:gdLst/>
            <a:ahLst/>
            <a:cxnLst/>
            <a:rect l="l" t="t" r="r" b="b"/>
            <a:pathLst>
              <a:path w="56696" h="59495">
                <a:moveTo>
                  <a:pt x="0" y="0"/>
                </a:moveTo>
                <a:lnTo>
                  <a:pt x="146" y="159"/>
                </a:lnTo>
                <a:lnTo>
                  <a:pt x="426" y="531"/>
                </a:lnTo>
                <a:lnTo>
                  <a:pt x="706" y="797"/>
                </a:lnTo>
                <a:lnTo>
                  <a:pt x="1132" y="1169"/>
                </a:lnTo>
                <a:lnTo>
                  <a:pt x="1413" y="1435"/>
                </a:lnTo>
                <a:lnTo>
                  <a:pt x="1693" y="1807"/>
                </a:lnTo>
                <a:lnTo>
                  <a:pt x="1979" y="2073"/>
                </a:lnTo>
                <a:lnTo>
                  <a:pt x="2260" y="2445"/>
                </a:lnTo>
                <a:lnTo>
                  <a:pt x="2540" y="2605"/>
                </a:lnTo>
                <a:lnTo>
                  <a:pt x="2680" y="2977"/>
                </a:lnTo>
                <a:lnTo>
                  <a:pt x="2966" y="3243"/>
                </a:lnTo>
                <a:lnTo>
                  <a:pt x="3387" y="3615"/>
                </a:lnTo>
                <a:lnTo>
                  <a:pt x="3667" y="3881"/>
                </a:lnTo>
                <a:lnTo>
                  <a:pt x="3953" y="4253"/>
                </a:lnTo>
                <a:lnTo>
                  <a:pt x="4234" y="4519"/>
                </a:lnTo>
                <a:lnTo>
                  <a:pt x="4514" y="4785"/>
                </a:lnTo>
                <a:lnTo>
                  <a:pt x="4794" y="4997"/>
                </a:lnTo>
                <a:lnTo>
                  <a:pt x="5080" y="5423"/>
                </a:lnTo>
                <a:lnTo>
                  <a:pt x="5361" y="5688"/>
                </a:lnTo>
                <a:lnTo>
                  <a:pt x="5641" y="6061"/>
                </a:lnTo>
                <a:lnTo>
                  <a:pt x="5927" y="6326"/>
                </a:lnTo>
                <a:lnTo>
                  <a:pt x="6208" y="6539"/>
                </a:lnTo>
                <a:lnTo>
                  <a:pt x="6488" y="6965"/>
                </a:lnTo>
                <a:lnTo>
                  <a:pt x="6774" y="7071"/>
                </a:lnTo>
                <a:lnTo>
                  <a:pt x="7054" y="7443"/>
                </a:lnTo>
                <a:lnTo>
                  <a:pt x="7475" y="7709"/>
                </a:lnTo>
                <a:lnTo>
                  <a:pt x="7615" y="8081"/>
                </a:lnTo>
                <a:lnTo>
                  <a:pt x="7901" y="8347"/>
                </a:lnTo>
                <a:lnTo>
                  <a:pt x="8182" y="8719"/>
                </a:lnTo>
                <a:lnTo>
                  <a:pt x="8462" y="8985"/>
                </a:lnTo>
                <a:lnTo>
                  <a:pt x="8748" y="9410"/>
                </a:lnTo>
                <a:lnTo>
                  <a:pt x="9028" y="9517"/>
                </a:lnTo>
                <a:lnTo>
                  <a:pt x="9309" y="9889"/>
                </a:lnTo>
                <a:lnTo>
                  <a:pt x="9735" y="10155"/>
                </a:lnTo>
                <a:lnTo>
                  <a:pt x="10015" y="10527"/>
                </a:lnTo>
                <a:lnTo>
                  <a:pt x="10156" y="10793"/>
                </a:lnTo>
                <a:lnTo>
                  <a:pt x="10436" y="11165"/>
                </a:lnTo>
                <a:lnTo>
                  <a:pt x="10722" y="11431"/>
                </a:lnTo>
                <a:lnTo>
                  <a:pt x="11002" y="11803"/>
                </a:lnTo>
                <a:lnTo>
                  <a:pt x="11283" y="11962"/>
                </a:lnTo>
                <a:lnTo>
                  <a:pt x="11709" y="12228"/>
                </a:lnTo>
                <a:lnTo>
                  <a:pt x="11989" y="12600"/>
                </a:lnTo>
                <a:lnTo>
                  <a:pt x="12270" y="12866"/>
                </a:lnTo>
                <a:lnTo>
                  <a:pt x="12556" y="13238"/>
                </a:lnTo>
                <a:lnTo>
                  <a:pt x="12696" y="13504"/>
                </a:lnTo>
                <a:lnTo>
                  <a:pt x="12976" y="13876"/>
                </a:lnTo>
                <a:lnTo>
                  <a:pt x="13257" y="14142"/>
                </a:lnTo>
                <a:lnTo>
                  <a:pt x="13683" y="14408"/>
                </a:lnTo>
                <a:lnTo>
                  <a:pt x="13963" y="14674"/>
                </a:lnTo>
                <a:lnTo>
                  <a:pt x="14244" y="15046"/>
                </a:lnTo>
                <a:lnTo>
                  <a:pt x="14530" y="15312"/>
                </a:lnTo>
                <a:lnTo>
                  <a:pt x="14810" y="15684"/>
                </a:lnTo>
                <a:lnTo>
                  <a:pt x="15091" y="15950"/>
                </a:lnTo>
                <a:lnTo>
                  <a:pt x="15231" y="16322"/>
                </a:lnTo>
                <a:lnTo>
                  <a:pt x="15517" y="16428"/>
                </a:lnTo>
                <a:lnTo>
                  <a:pt x="15937" y="16854"/>
                </a:lnTo>
                <a:lnTo>
                  <a:pt x="16218" y="17120"/>
                </a:lnTo>
                <a:lnTo>
                  <a:pt x="16504" y="17332"/>
                </a:lnTo>
                <a:lnTo>
                  <a:pt x="16784" y="17758"/>
                </a:lnTo>
                <a:lnTo>
                  <a:pt x="17064" y="17970"/>
                </a:lnTo>
                <a:lnTo>
                  <a:pt x="17351" y="18396"/>
                </a:lnTo>
                <a:lnTo>
                  <a:pt x="17631" y="18661"/>
                </a:lnTo>
                <a:lnTo>
                  <a:pt x="17911" y="18874"/>
                </a:lnTo>
                <a:lnTo>
                  <a:pt x="18192" y="19140"/>
                </a:lnTo>
                <a:lnTo>
                  <a:pt x="18478" y="19512"/>
                </a:lnTo>
                <a:lnTo>
                  <a:pt x="18758" y="19778"/>
                </a:lnTo>
                <a:lnTo>
                  <a:pt x="19038" y="20150"/>
                </a:lnTo>
                <a:lnTo>
                  <a:pt x="19325" y="20416"/>
                </a:lnTo>
                <a:lnTo>
                  <a:pt x="19605" y="20841"/>
                </a:lnTo>
                <a:lnTo>
                  <a:pt x="20025" y="21054"/>
                </a:lnTo>
                <a:lnTo>
                  <a:pt x="20312" y="21320"/>
                </a:lnTo>
                <a:lnTo>
                  <a:pt x="20452" y="21586"/>
                </a:lnTo>
                <a:lnTo>
                  <a:pt x="20732" y="21852"/>
                </a:lnTo>
                <a:lnTo>
                  <a:pt x="21012" y="22224"/>
                </a:lnTo>
                <a:lnTo>
                  <a:pt x="21299" y="22490"/>
                </a:lnTo>
                <a:lnTo>
                  <a:pt x="21579" y="22862"/>
                </a:lnTo>
                <a:lnTo>
                  <a:pt x="21859" y="23128"/>
                </a:lnTo>
                <a:lnTo>
                  <a:pt x="22286" y="23393"/>
                </a:lnTo>
                <a:lnTo>
                  <a:pt x="22566" y="23659"/>
                </a:lnTo>
                <a:lnTo>
                  <a:pt x="22846" y="24031"/>
                </a:lnTo>
                <a:lnTo>
                  <a:pt x="22986" y="24297"/>
                </a:lnTo>
                <a:lnTo>
                  <a:pt x="23273" y="24669"/>
                </a:lnTo>
                <a:lnTo>
                  <a:pt x="23553" y="24935"/>
                </a:lnTo>
                <a:lnTo>
                  <a:pt x="23833" y="25307"/>
                </a:lnTo>
                <a:lnTo>
                  <a:pt x="24260" y="25573"/>
                </a:lnTo>
                <a:lnTo>
                  <a:pt x="24540" y="25839"/>
                </a:lnTo>
                <a:lnTo>
                  <a:pt x="24820" y="26105"/>
                </a:lnTo>
                <a:lnTo>
                  <a:pt x="25106" y="26318"/>
                </a:lnTo>
                <a:lnTo>
                  <a:pt x="25247" y="26743"/>
                </a:lnTo>
                <a:lnTo>
                  <a:pt x="25527" y="27009"/>
                </a:lnTo>
                <a:lnTo>
                  <a:pt x="25807" y="27381"/>
                </a:lnTo>
                <a:lnTo>
                  <a:pt x="26234" y="27647"/>
                </a:lnTo>
                <a:lnTo>
                  <a:pt x="26514" y="28019"/>
                </a:lnTo>
                <a:lnTo>
                  <a:pt x="26794" y="28125"/>
                </a:lnTo>
                <a:lnTo>
                  <a:pt x="27080" y="28551"/>
                </a:lnTo>
                <a:lnTo>
                  <a:pt x="27361" y="28763"/>
                </a:lnTo>
                <a:lnTo>
                  <a:pt x="27641" y="29189"/>
                </a:lnTo>
                <a:lnTo>
                  <a:pt x="27781" y="29401"/>
                </a:lnTo>
                <a:lnTo>
                  <a:pt x="28067" y="29667"/>
                </a:lnTo>
                <a:lnTo>
                  <a:pt x="28488" y="30093"/>
                </a:lnTo>
                <a:lnTo>
                  <a:pt x="28768" y="30305"/>
                </a:lnTo>
                <a:lnTo>
                  <a:pt x="29054" y="30571"/>
                </a:lnTo>
                <a:lnTo>
                  <a:pt x="29335" y="30837"/>
                </a:lnTo>
                <a:lnTo>
                  <a:pt x="29615" y="31209"/>
                </a:lnTo>
                <a:lnTo>
                  <a:pt x="29901" y="31475"/>
                </a:lnTo>
                <a:lnTo>
                  <a:pt x="30182" y="31847"/>
                </a:lnTo>
                <a:lnTo>
                  <a:pt x="30462" y="32113"/>
                </a:lnTo>
                <a:lnTo>
                  <a:pt x="30748" y="32485"/>
                </a:lnTo>
                <a:lnTo>
                  <a:pt x="31028" y="32751"/>
                </a:lnTo>
                <a:lnTo>
                  <a:pt x="31309" y="32911"/>
                </a:lnTo>
                <a:lnTo>
                  <a:pt x="31589" y="33283"/>
                </a:lnTo>
                <a:lnTo>
                  <a:pt x="31875" y="33549"/>
                </a:lnTo>
                <a:lnTo>
                  <a:pt x="32155" y="33921"/>
                </a:lnTo>
                <a:lnTo>
                  <a:pt x="32436" y="34187"/>
                </a:lnTo>
                <a:lnTo>
                  <a:pt x="32862" y="34559"/>
                </a:lnTo>
                <a:lnTo>
                  <a:pt x="33002" y="34825"/>
                </a:lnTo>
                <a:lnTo>
                  <a:pt x="33283" y="35090"/>
                </a:lnTo>
                <a:lnTo>
                  <a:pt x="33563" y="35356"/>
                </a:lnTo>
                <a:lnTo>
                  <a:pt x="33849" y="35728"/>
                </a:lnTo>
                <a:lnTo>
                  <a:pt x="34129" y="35994"/>
                </a:lnTo>
                <a:lnTo>
                  <a:pt x="34410" y="36207"/>
                </a:lnTo>
                <a:lnTo>
                  <a:pt x="34836" y="36632"/>
                </a:lnTo>
                <a:lnTo>
                  <a:pt x="35116" y="36898"/>
                </a:lnTo>
                <a:lnTo>
                  <a:pt x="35397" y="37270"/>
                </a:lnTo>
                <a:lnTo>
                  <a:pt x="35543" y="37377"/>
                </a:lnTo>
                <a:lnTo>
                  <a:pt x="35823" y="37749"/>
                </a:lnTo>
                <a:lnTo>
                  <a:pt x="36103" y="38015"/>
                </a:lnTo>
                <a:lnTo>
                  <a:pt x="36384" y="38440"/>
                </a:lnTo>
                <a:lnTo>
                  <a:pt x="36810" y="38653"/>
                </a:lnTo>
                <a:lnTo>
                  <a:pt x="37090" y="39078"/>
                </a:lnTo>
                <a:lnTo>
                  <a:pt x="37371" y="39291"/>
                </a:lnTo>
                <a:lnTo>
                  <a:pt x="37657" y="39557"/>
                </a:lnTo>
                <a:lnTo>
                  <a:pt x="37937" y="39822"/>
                </a:lnTo>
                <a:lnTo>
                  <a:pt x="38077" y="40088"/>
                </a:lnTo>
                <a:lnTo>
                  <a:pt x="38358" y="40460"/>
                </a:lnTo>
                <a:lnTo>
                  <a:pt x="38644" y="40726"/>
                </a:lnTo>
                <a:lnTo>
                  <a:pt x="39064" y="41098"/>
                </a:lnTo>
                <a:lnTo>
                  <a:pt x="39351" y="41364"/>
                </a:lnTo>
                <a:lnTo>
                  <a:pt x="39631" y="41736"/>
                </a:lnTo>
                <a:lnTo>
                  <a:pt x="39911" y="42002"/>
                </a:lnTo>
                <a:lnTo>
                  <a:pt x="40192" y="42162"/>
                </a:lnTo>
                <a:lnTo>
                  <a:pt x="40478" y="42534"/>
                </a:lnTo>
                <a:lnTo>
                  <a:pt x="40618" y="42800"/>
                </a:lnTo>
                <a:lnTo>
                  <a:pt x="41038" y="43172"/>
                </a:lnTo>
                <a:lnTo>
                  <a:pt x="41325" y="43438"/>
                </a:lnTo>
                <a:lnTo>
                  <a:pt x="41605" y="43810"/>
                </a:lnTo>
                <a:lnTo>
                  <a:pt x="41885" y="44076"/>
                </a:lnTo>
                <a:lnTo>
                  <a:pt x="42166" y="44342"/>
                </a:lnTo>
                <a:lnTo>
                  <a:pt x="42452" y="44607"/>
                </a:lnTo>
                <a:lnTo>
                  <a:pt x="42732" y="44820"/>
                </a:lnTo>
                <a:lnTo>
                  <a:pt x="43012" y="45246"/>
                </a:lnTo>
                <a:lnTo>
                  <a:pt x="43299" y="45458"/>
                </a:lnTo>
                <a:lnTo>
                  <a:pt x="43579" y="45884"/>
                </a:lnTo>
                <a:lnTo>
                  <a:pt x="43859" y="46149"/>
                </a:lnTo>
                <a:lnTo>
                  <a:pt x="44145" y="46522"/>
                </a:lnTo>
                <a:lnTo>
                  <a:pt x="44426" y="46628"/>
                </a:lnTo>
                <a:lnTo>
                  <a:pt x="44706" y="46894"/>
                </a:lnTo>
                <a:lnTo>
                  <a:pt x="44986" y="47266"/>
                </a:lnTo>
                <a:lnTo>
                  <a:pt x="45413" y="47532"/>
                </a:lnTo>
                <a:lnTo>
                  <a:pt x="45553" y="47904"/>
                </a:lnTo>
                <a:lnTo>
                  <a:pt x="45833" y="48170"/>
                </a:lnTo>
                <a:lnTo>
                  <a:pt x="46119" y="48542"/>
                </a:lnTo>
                <a:lnTo>
                  <a:pt x="46400" y="48808"/>
                </a:lnTo>
                <a:lnTo>
                  <a:pt x="46680" y="49074"/>
                </a:lnTo>
                <a:lnTo>
                  <a:pt x="46960" y="49339"/>
                </a:lnTo>
                <a:lnTo>
                  <a:pt x="47387" y="49605"/>
                </a:lnTo>
                <a:lnTo>
                  <a:pt x="47667" y="49977"/>
                </a:lnTo>
                <a:lnTo>
                  <a:pt x="47953" y="50243"/>
                </a:lnTo>
                <a:lnTo>
                  <a:pt x="48093" y="50615"/>
                </a:lnTo>
                <a:lnTo>
                  <a:pt x="48374" y="50881"/>
                </a:lnTo>
                <a:lnTo>
                  <a:pt x="48654" y="51253"/>
                </a:lnTo>
                <a:lnTo>
                  <a:pt x="48940" y="51413"/>
                </a:lnTo>
                <a:lnTo>
                  <a:pt x="49361" y="51626"/>
                </a:lnTo>
                <a:lnTo>
                  <a:pt x="49641" y="52051"/>
                </a:lnTo>
                <a:lnTo>
                  <a:pt x="49927" y="52264"/>
                </a:lnTo>
                <a:lnTo>
                  <a:pt x="50207" y="52689"/>
                </a:lnTo>
                <a:lnTo>
                  <a:pt x="50488" y="52955"/>
                </a:lnTo>
                <a:lnTo>
                  <a:pt x="50628" y="53327"/>
                </a:lnTo>
                <a:lnTo>
                  <a:pt x="50914" y="53593"/>
                </a:lnTo>
                <a:lnTo>
                  <a:pt x="51194" y="53699"/>
                </a:lnTo>
                <a:lnTo>
                  <a:pt x="51615" y="54071"/>
                </a:lnTo>
                <a:lnTo>
                  <a:pt x="51901" y="54337"/>
                </a:lnTo>
                <a:lnTo>
                  <a:pt x="52181" y="54709"/>
                </a:lnTo>
                <a:lnTo>
                  <a:pt x="52462" y="54975"/>
                </a:lnTo>
                <a:lnTo>
                  <a:pt x="52748" y="55347"/>
                </a:lnTo>
                <a:lnTo>
                  <a:pt x="53028" y="55613"/>
                </a:lnTo>
                <a:lnTo>
                  <a:pt x="53168" y="56039"/>
                </a:lnTo>
                <a:lnTo>
                  <a:pt x="53589" y="56145"/>
                </a:lnTo>
                <a:lnTo>
                  <a:pt x="53875" y="56411"/>
                </a:lnTo>
                <a:lnTo>
                  <a:pt x="54155" y="56783"/>
                </a:lnTo>
                <a:lnTo>
                  <a:pt x="54436" y="57049"/>
                </a:lnTo>
                <a:lnTo>
                  <a:pt x="54722" y="57421"/>
                </a:lnTo>
                <a:lnTo>
                  <a:pt x="55002" y="57687"/>
                </a:lnTo>
                <a:lnTo>
                  <a:pt x="55283" y="57953"/>
                </a:lnTo>
                <a:lnTo>
                  <a:pt x="55563" y="58325"/>
                </a:lnTo>
                <a:lnTo>
                  <a:pt x="55849" y="58431"/>
                </a:lnTo>
                <a:lnTo>
                  <a:pt x="56129" y="58857"/>
                </a:lnTo>
                <a:lnTo>
                  <a:pt x="56410" y="59122"/>
                </a:lnTo>
                <a:lnTo>
                  <a:pt x="56696" y="59495"/>
                </a:lnTo>
              </a:path>
            </a:pathLst>
          </a:custGeom>
          <a:ln w="810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205505" y="3036344"/>
            <a:ext cx="56690" cy="57527"/>
          </a:xfrm>
          <a:custGeom>
            <a:avLst/>
            <a:gdLst/>
            <a:ahLst/>
            <a:cxnLst/>
            <a:rect l="l" t="t" r="r" b="b"/>
            <a:pathLst>
              <a:path w="56690" h="57527">
                <a:moveTo>
                  <a:pt x="0" y="0"/>
                </a:moveTo>
                <a:lnTo>
                  <a:pt x="280" y="265"/>
                </a:lnTo>
                <a:lnTo>
                  <a:pt x="560" y="478"/>
                </a:lnTo>
                <a:lnTo>
                  <a:pt x="846" y="903"/>
                </a:lnTo>
                <a:lnTo>
                  <a:pt x="1267" y="1169"/>
                </a:lnTo>
                <a:lnTo>
                  <a:pt x="1407" y="1382"/>
                </a:lnTo>
                <a:lnTo>
                  <a:pt x="1687" y="1648"/>
                </a:lnTo>
                <a:lnTo>
                  <a:pt x="1973" y="2020"/>
                </a:lnTo>
                <a:lnTo>
                  <a:pt x="2254" y="2286"/>
                </a:lnTo>
                <a:lnTo>
                  <a:pt x="2534" y="2552"/>
                </a:lnTo>
                <a:lnTo>
                  <a:pt x="2820" y="2924"/>
                </a:lnTo>
                <a:lnTo>
                  <a:pt x="3241" y="3190"/>
                </a:lnTo>
                <a:lnTo>
                  <a:pt x="3521" y="3455"/>
                </a:lnTo>
                <a:lnTo>
                  <a:pt x="3807" y="3721"/>
                </a:lnTo>
                <a:lnTo>
                  <a:pt x="3947" y="4093"/>
                </a:lnTo>
                <a:lnTo>
                  <a:pt x="4228" y="4359"/>
                </a:lnTo>
                <a:lnTo>
                  <a:pt x="4508" y="4625"/>
                </a:lnTo>
                <a:lnTo>
                  <a:pt x="4794" y="4997"/>
                </a:lnTo>
                <a:lnTo>
                  <a:pt x="5215" y="5263"/>
                </a:lnTo>
                <a:lnTo>
                  <a:pt x="5495" y="5635"/>
                </a:lnTo>
                <a:lnTo>
                  <a:pt x="5781" y="5742"/>
                </a:lnTo>
                <a:lnTo>
                  <a:pt x="6062" y="6007"/>
                </a:lnTo>
                <a:lnTo>
                  <a:pt x="6342" y="6433"/>
                </a:lnTo>
                <a:lnTo>
                  <a:pt x="6482" y="6646"/>
                </a:lnTo>
                <a:lnTo>
                  <a:pt x="6768" y="7071"/>
                </a:lnTo>
                <a:lnTo>
                  <a:pt x="7049" y="7284"/>
                </a:lnTo>
                <a:lnTo>
                  <a:pt x="7469" y="7549"/>
                </a:lnTo>
                <a:lnTo>
                  <a:pt x="7755" y="7975"/>
                </a:lnTo>
                <a:lnTo>
                  <a:pt x="8036" y="8187"/>
                </a:lnTo>
                <a:lnTo>
                  <a:pt x="8316" y="8453"/>
                </a:lnTo>
                <a:lnTo>
                  <a:pt x="8602" y="8719"/>
                </a:lnTo>
                <a:lnTo>
                  <a:pt x="8882" y="9091"/>
                </a:lnTo>
                <a:lnTo>
                  <a:pt x="9023" y="9357"/>
                </a:lnTo>
                <a:lnTo>
                  <a:pt x="9443" y="9623"/>
                </a:lnTo>
                <a:lnTo>
                  <a:pt x="9729" y="9995"/>
                </a:lnTo>
                <a:lnTo>
                  <a:pt x="10010" y="10261"/>
                </a:lnTo>
                <a:lnTo>
                  <a:pt x="10290" y="10527"/>
                </a:lnTo>
                <a:lnTo>
                  <a:pt x="10576" y="10793"/>
                </a:lnTo>
                <a:lnTo>
                  <a:pt x="10856" y="11058"/>
                </a:lnTo>
                <a:lnTo>
                  <a:pt x="11137" y="11431"/>
                </a:lnTo>
                <a:lnTo>
                  <a:pt x="11423" y="11696"/>
                </a:lnTo>
                <a:lnTo>
                  <a:pt x="11703" y="12069"/>
                </a:lnTo>
                <a:lnTo>
                  <a:pt x="11984" y="12334"/>
                </a:lnTo>
                <a:lnTo>
                  <a:pt x="12264" y="12600"/>
                </a:lnTo>
                <a:lnTo>
                  <a:pt x="12550" y="12813"/>
                </a:lnTo>
                <a:lnTo>
                  <a:pt x="12830" y="13079"/>
                </a:lnTo>
                <a:lnTo>
                  <a:pt x="13111" y="13451"/>
                </a:lnTo>
                <a:lnTo>
                  <a:pt x="13397" y="13717"/>
                </a:lnTo>
                <a:lnTo>
                  <a:pt x="13817" y="13983"/>
                </a:lnTo>
                <a:lnTo>
                  <a:pt x="13958" y="14355"/>
                </a:lnTo>
                <a:lnTo>
                  <a:pt x="14238" y="14621"/>
                </a:lnTo>
                <a:lnTo>
                  <a:pt x="14524" y="14993"/>
                </a:lnTo>
                <a:lnTo>
                  <a:pt x="14804" y="15152"/>
                </a:lnTo>
                <a:lnTo>
                  <a:pt x="15085" y="15418"/>
                </a:lnTo>
                <a:lnTo>
                  <a:pt x="15371" y="15790"/>
                </a:lnTo>
                <a:lnTo>
                  <a:pt x="15791" y="16056"/>
                </a:lnTo>
                <a:lnTo>
                  <a:pt x="16072" y="16428"/>
                </a:lnTo>
                <a:lnTo>
                  <a:pt x="16358" y="16694"/>
                </a:lnTo>
                <a:lnTo>
                  <a:pt x="16498" y="16960"/>
                </a:lnTo>
                <a:lnTo>
                  <a:pt x="16778" y="17332"/>
                </a:lnTo>
                <a:lnTo>
                  <a:pt x="17059" y="17439"/>
                </a:lnTo>
                <a:lnTo>
                  <a:pt x="17345" y="17864"/>
                </a:lnTo>
                <a:lnTo>
                  <a:pt x="17765" y="18077"/>
                </a:lnTo>
                <a:lnTo>
                  <a:pt x="18046" y="18342"/>
                </a:lnTo>
                <a:lnTo>
                  <a:pt x="18332" y="18715"/>
                </a:lnTo>
                <a:lnTo>
                  <a:pt x="18612" y="18980"/>
                </a:lnTo>
                <a:lnTo>
                  <a:pt x="18892" y="19406"/>
                </a:lnTo>
                <a:lnTo>
                  <a:pt x="19033" y="19619"/>
                </a:lnTo>
                <a:lnTo>
                  <a:pt x="19319" y="19778"/>
                </a:lnTo>
                <a:lnTo>
                  <a:pt x="19599" y="20150"/>
                </a:lnTo>
                <a:lnTo>
                  <a:pt x="20025" y="20416"/>
                </a:lnTo>
                <a:lnTo>
                  <a:pt x="20306" y="20788"/>
                </a:lnTo>
                <a:lnTo>
                  <a:pt x="20586" y="21054"/>
                </a:lnTo>
                <a:lnTo>
                  <a:pt x="20866" y="21320"/>
                </a:lnTo>
                <a:lnTo>
                  <a:pt x="21153" y="21692"/>
                </a:lnTo>
                <a:lnTo>
                  <a:pt x="21433" y="21958"/>
                </a:lnTo>
                <a:lnTo>
                  <a:pt x="21573" y="22224"/>
                </a:lnTo>
                <a:lnTo>
                  <a:pt x="21999" y="22490"/>
                </a:lnTo>
                <a:lnTo>
                  <a:pt x="22280" y="22702"/>
                </a:lnTo>
                <a:lnTo>
                  <a:pt x="22560" y="23128"/>
                </a:lnTo>
                <a:lnTo>
                  <a:pt x="22840" y="23340"/>
                </a:lnTo>
                <a:lnTo>
                  <a:pt x="23127" y="23766"/>
                </a:lnTo>
                <a:lnTo>
                  <a:pt x="23407" y="24031"/>
                </a:lnTo>
                <a:lnTo>
                  <a:pt x="23687" y="24244"/>
                </a:lnTo>
                <a:lnTo>
                  <a:pt x="23973" y="24510"/>
                </a:lnTo>
                <a:lnTo>
                  <a:pt x="24254" y="24776"/>
                </a:lnTo>
                <a:lnTo>
                  <a:pt x="24534" y="25148"/>
                </a:lnTo>
                <a:lnTo>
                  <a:pt x="24820" y="25414"/>
                </a:lnTo>
                <a:lnTo>
                  <a:pt x="25101" y="25680"/>
                </a:lnTo>
                <a:lnTo>
                  <a:pt x="25381" y="26052"/>
                </a:lnTo>
                <a:lnTo>
                  <a:pt x="25661" y="26318"/>
                </a:lnTo>
                <a:lnTo>
                  <a:pt x="25947" y="26584"/>
                </a:lnTo>
                <a:lnTo>
                  <a:pt x="26368" y="26849"/>
                </a:lnTo>
                <a:lnTo>
                  <a:pt x="26508" y="27115"/>
                </a:lnTo>
                <a:lnTo>
                  <a:pt x="26794" y="27487"/>
                </a:lnTo>
                <a:lnTo>
                  <a:pt x="27075" y="27753"/>
                </a:lnTo>
                <a:lnTo>
                  <a:pt x="27355" y="27966"/>
                </a:lnTo>
                <a:lnTo>
                  <a:pt x="27635" y="28391"/>
                </a:lnTo>
                <a:lnTo>
                  <a:pt x="27921" y="28657"/>
                </a:lnTo>
                <a:lnTo>
                  <a:pt x="28342" y="28870"/>
                </a:lnTo>
                <a:lnTo>
                  <a:pt x="28622" y="29136"/>
                </a:lnTo>
                <a:lnTo>
                  <a:pt x="28908" y="29401"/>
                </a:lnTo>
                <a:lnTo>
                  <a:pt x="29049" y="29774"/>
                </a:lnTo>
                <a:lnTo>
                  <a:pt x="29329" y="30039"/>
                </a:lnTo>
                <a:lnTo>
                  <a:pt x="29615" y="30305"/>
                </a:lnTo>
                <a:lnTo>
                  <a:pt x="29895" y="30677"/>
                </a:lnTo>
                <a:lnTo>
                  <a:pt x="30316" y="30943"/>
                </a:lnTo>
                <a:lnTo>
                  <a:pt x="30602" y="31315"/>
                </a:lnTo>
                <a:lnTo>
                  <a:pt x="30882" y="31475"/>
                </a:lnTo>
                <a:lnTo>
                  <a:pt x="31163" y="31688"/>
                </a:lnTo>
                <a:lnTo>
                  <a:pt x="31443" y="32113"/>
                </a:lnTo>
                <a:lnTo>
                  <a:pt x="31589" y="32379"/>
                </a:lnTo>
                <a:lnTo>
                  <a:pt x="31869" y="32592"/>
                </a:lnTo>
                <a:lnTo>
                  <a:pt x="32150" y="33017"/>
                </a:lnTo>
                <a:lnTo>
                  <a:pt x="32576" y="33230"/>
                </a:lnTo>
                <a:lnTo>
                  <a:pt x="32856" y="33655"/>
                </a:lnTo>
                <a:lnTo>
                  <a:pt x="33137" y="33761"/>
                </a:lnTo>
                <a:lnTo>
                  <a:pt x="33417" y="34027"/>
                </a:lnTo>
                <a:lnTo>
                  <a:pt x="33703" y="34399"/>
                </a:lnTo>
                <a:lnTo>
                  <a:pt x="33983" y="34665"/>
                </a:lnTo>
                <a:lnTo>
                  <a:pt x="34124" y="34931"/>
                </a:lnTo>
                <a:lnTo>
                  <a:pt x="34550" y="35303"/>
                </a:lnTo>
                <a:lnTo>
                  <a:pt x="34830" y="35569"/>
                </a:lnTo>
                <a:lnTo>
                  <a:pt x="35111" y="35835"/>
                </a:lnTo>
                <a:lnTo>
                  <a:pt x="35397" y="36101"/>
                </a:lnTo>
                <a:lnTo>
                  <a:pt x="35677" y="36313"/>
                </a:lnTo>
                <a:lnTo>
                  <a:pt x="35957" y="36739"/>
                </a:lnTo>
                <a:lnTo>
                  <a:pt x="36238" y="37004"/>
                </a:lnTo>
                <a:lnTo>
                  <a:pt x="36524" y="37217"/>
                </a:lnTo>
                <a:lnTo>
                  <a:pt x="36804" y="37642"/>
                </a:lnTo>
                <a:lnTo>
                  <a:pt x="37085" y="37855"/>
                </a:lnTo>
                <a:lnTo>
                  <a:pt x="37371" y="38121"/>
                </a:lnTo>
                <a:lnTo>
                  <a:pt x="37651" y="38387"/>
                </a:lnTo>
                <a:lnTo>
                  <a:pt x="37931" y="38653"/>
                </a:lnTo>
                <a:lnTo>
                  <a:pt x="38212" y="39025"/>
                </a:lnTo>
                <a:lnTo>
                  <a:pt x="38498" y="39291"/>
                </a:lnTo>
                <a:lnTo>
                  <a:pt x="38918" y="39557"/>
                </a:lnTo>
                <a:lnTo>
                  <a:pt x="39059" y="39929"/>
                </a:lnTo>
                <a:lnTo>
                  <a:pt x="39345" y="40195"/>
                </a:lnTo>
                <a:lnTo>
                  <a:pt x="39625" y="40460"/>
                </a:lnTo>
                <a:lnTo>
                  <a:pt x="39905" y="40726"/>
                </a:lnTo>
                <a:lnTo>
                  <a:pt x="40192" y="40939"/>
                </a:lnTo>
                <a:lnTo>
                  <a:pt x="40472" y="41205"/>
                </a:lnTo>
                <a:lnTo>
                  <a:pt x="40892" y="41630"/>
                </a:lnTo>
                <a:lnTo>
                  <a:pt x="41179" y="41843"/>
                </a:lnTo>
                <a:lnTo>
                  <a:pt x="41459" y="42109"/>
                </a:lnTo>
                <a:lnTo>
                  <a:pt x="41599" y="42481"/>
                </a:lnTo>
                <a:lnTo>
                  <a:pt x="41879" y="42747"/>
                </a:lnTo>
                <a:lnTo>
                  <a:pt x="42166" y="43012"/>
                </a:lnTo>
                <a:lnTo>
                  <a:pt x="42446" y="43278"/>
                </a:lnTo>
                <a:lnTo>
                  <a:pt x="42866" y="43544"/>
                </a:lnTo>
                <a:lnTo>
                  <a:pt x="43153" y="43916"/>
                </a:lnTo>
                <a:lnTo>
                  <a:pt x="43433" y="44182"/>
                </a:lnTo>
                <a:lnTo>
                  <a:pt x="43713" y="44448"/>
                </a:lnTo>
                <a:lnTo>
                  <a:pt x="43999" y="44820"/>
                </a:lnTo>
                <a:lnTo>
                  <a:pt x="44140" y="45086"/>
                </a:lnTo>
                <a:lnTo>
                  <a:pt x="44420" y="45352"/>
                </a:lnTo>
                <a:lnTo>
                  <a:pt x="44700" y="45565"/>
                </a:lnTo>
                <a:lnTo>
                  <a:pt x="45127" y="45830"/>
                </a:lnTo>
                <a:lnTo>
                  <a:pt x="45407" y="46096"/>
                </a:lnTo>
                <a:lnTo>
                  <a:pt x="45687" y="46468"/>
                </a:lnTo>
                <a:lnTo>
                  <a:pt x="45973" y="46734"/>
                </a:lnTo>
                <a:lnTo>
                  <a:pt x="46254" y="47000"/>
                </a:lnTo>
                <a:lnTo>
                  <a:pt x="46534" y="47372"/>
                </a:lnTo>
                <a:lnTo>
                  <a:pt x="46674" y="47638"/>
                </a:lnTo>
                <a:lnTo>
                  <a:pt x="47100" y="47904"/>
                </a:lnTo>
                <a:lnTo>
                  <a:pt x="47381" y="48170"/>
                </a:lnTo>
                <a:lnTo>
                  <a:pt x="47661" y="48436"/>
                </a:lnTo>
                <a:lnTo>
                  <a:pt x="47947" y="48808"/>
                </a:lnTo>
                <a:lnTo>
                  <a:pt x="48228" y="49074"/>
                </a:lnTo>
                <a:lnTo>
                  <a:pt x="48508" y="49286"/>
                </a:lnTo>
                <a:lnTo>
                  <a:pt x="48794" y="49712"/>
                </a:lnTo>
                <a:lnTo>
                  <a:pt x="49215" y="49977"/>
                </a:lnTo>
                <a:lnTo>
                  <a:pt x="49355" y="50084"/>
                </a:lnTo>
                <a:lnTo>
                  <a:pt x="49635" y="50456"/>
                </a:lnTo>
                <a:lnTo>
                  <a:pt x="49921" y="50722"/>
                </a:lnTo>
                <a:lnTo>
                  <a:pt x="50202" y="50988"/>
                </a:lnTo>
                <a:lnTo>
                  <a:pt x="50482" y="51360"/>
                </a:lnTo>
                <a:lnTo>
                  <a:pt x="50768" y="51626"/>
                </a:lnTo>
                <a:lnTo>
                  <a:pt x="51048" y="51892"/>
                </a:lnTo>
                <a:lnTo>
                  <a:pt x="51469" y="52264"/>
                </a:lnTo>
                <a:lnTo>
                  <a:pt x="51609" y="52370"/>
                </a:lnTo>
                <a:lnTo>
                  <a:pt x="51895" y="52636"/>
                </a:lnTo>
                <a:lnTo>
                  <a:pt x="52176" y="53061"/>
                </a:lnTo>
                <a:lnTo>
                  <a:pt x="52456" y="53274"/>
                </a:lnTo>
                <a:lnTo>
                  <a:pt x="52742" y="53540"/>
                </a:lnTo>
                <a:lnTo>
                  <a:pt x="53022" y="53912"/>
                </a:lnTo>
                <a:lnTo>
                  <a:pt x="53443" y="54178"/>
                </a:lnTo>
                <a:lnTo>
                  <a:pt x="53729" y="54444"/>
                </a:lnTo>
                <a:lnTo>
                  <a:pt x="54009" y="54709"/>
                </a:lnTo>
                <a:lnTo>
                  <a:pt x="54150" y="54975"/>
                </a:lnTo>
                <a:lnTo>
                  <a:pt x="54430" y="55241"/>
                </a:lnTo>
                <a:lnTo>
                  <a:pt x="54716" y="55613"/>
                </a:lnTo>
                <a:lnTo>
                  <a:pt x="54996" y="55879"/>
                </a:lnTo>
                <a:lnTo>
                  <a:pt x="55417" y="56145"/>
                </a:lnTo>
                <a:lnTo>
                  <a:pt x="55703" y="56517"/>
                </a:lnTo>
                <a:lnTo>
                  <a:pt x="55983" y="56783"/>
                </a:lnTo>
                <a:lnTo>
                  <a:pt x="56264" y="56996"/>
                </a:lnTo>
                <a:lnTo>
                  <a:pt x="56550" y="57261"/>
                </a:lnTo>
                <a:lnTo>
                  <a:pt x="56690" y="57527"/>
                </a:lnTo>
              </a:path>
            </a:pathLst>
          </a:custGeom>
          <a:ln w="808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262195" y="3093872"/>
            <a:ext cx="56830" cy="54975"/>
          </a:xfrm>
          <a:custGeom>
            <a:avLst/>
            <a:gdLst/>
            <a:ahLst/>
            <a:cxnLst/>
            <a:rect l="l" t="t" r="r" b="b"/>
            <a:pathLst>
              <a:path w="56830" h="54975">
                <a:moveTo>
                  <a:pt x="0" y="0"/>
                </a:moveTo>
                <a:lnTo>
                  <a:pt x="280" y="265"/>
                </a:lnTo>
                <a:lnTo>
                  <a:pt x="560" y="638"/>
                </a:lnTo>
                <a:lnTo>
                  <a:pt x="986" y="903"/>
                </a:lnTo>
                <a:lnTo>
                  <a:pt x="1267" y="1169"/>
                </a:lnTo>
                <a:lnTo>
                  <a:pt x="1547" y="1541"/>
                </a:lnTo>
                <a:lnTo>
                  <a:pt x="1833" y="1807"/>
                </a:lnTo>
                <a:lnTo>
                  <a:pt x="2114" y="1914"/>
                </a:lnTo>
                <a:lnTo>
                  <a:pt x="2394" y="2339"/>
                </a:lnTo>
                <a:lnTo>
                  <a:pt x="2534" y="2552"/>
                </a:lnTo>
                <a:lnTo>
                  <a:pt x="2960" y="2817"/>
                </a:lnTo>
                <a:lnTo>
                  <a:pt x="3241" y="3190"/>
                </a:lnTo>
                <a:lnTo>
                  <a:pt x="3521" y="3455"/>
                </a:lnTo>
                <a:lnTo>
                  <a:pt x="3807" y="3721"/>
                </a:lnTo>
                <a:lnTo>
                  <a:pt x="4088" y="3987"/>
                </a:lnTo>
                <a:lnTo>
                  <a:pt x="4368" y="4253"/>
                </a:lnTo>
                <a:lnTo>
                  <a:pt x="4654" y="4519"/>
                </a:lnTo>
                <a:lnTo>
                  <a:pt x="4934" y="4731"/>
                </a:lnTo>
                <a:lnTo>
                  <a:pt x="5215" y="5157"/>
                </a:lnTo>
                <a:lnTo>
                  <a:pt x="5501" y="5423"/>
                </a:lnTo>
                <a:lnTo>
                  <a:pt x="5781" y="5635"/>
                </a:lnTo>
                <a:lnTo>
                  <a:pt x="6062" y="6061"/>
                </a:lnTo>
                <a:lnTo>
                  <a:pt x="6342" y="6273"/>
                </a:lnTo>
                <a:lnTo>
                  <a:pt x="6628" y="6539"/>
                </a:lnTo>
                <a:lnTo>
                  <a:pt x="6908" y="6805"/>
                </a:lnTo>
                <a:lnTo>
                  <a:pt x="7329" y="7071"/>
                </a:lnTo>
                <a:lnTo>
                  <a:pt x="7615" y="7337"/>
                </a:lnTo>
                <a:lnTo>
                  <a:pt x="7755" y="7709"/>
                </a:lnTo>
                <a:lnTo>
                  <a:pt x="8036" y="7975"/>
                </a:lnTo>
                <a:lnTo>
                  <a:pt x="8316" y="8241"/>
                </a:lnTo>
                <a:lnTo>
                  <a:pt x="8602" y="8613"/>
                </a:lnTo>
                <a:lnTo>
                  <a:pt x="8882" y="8879"/>
                </a:lnTo>
                <a:lnTo>
                  <a:pt x="9303" y="8985"/>
                </a:lnTo>
                <a:lnTo>
                  <a:pt x="9589" y="9251"/>
                </a:lnTo>
                <a:lnTo>
                  <a:pt x="9869" y="9623"/>
                </a:lnTo>
                <a:lnTo>
                  <a:pt x="10010" y="9889"/>
                </a:lnTo>
                <a:lnTo>
                  <a:pt x="10296" y="10155"/>
                </a:lnTo>
                <a:lnTo>
                  <a:pt x="10576" y="10527"/>
                </a:lnTo>
                <a:lnTo>
                  <a:pt x="10856" y="10793"/>
                </a:lnTo>
                <a:lnTo>
                  <a:pt x="11137" y="11058"/>
                </a:lnTo>
                <a:lnTo>
                  <a:pt x="11563" y="11324"/>
                </a:lnTo>
                <a:lnTo>
                  <a:pt x="11843" y="11590"/>
                </a:lnTo>
                <a:lnTo>
                  <a:pt x="12124" y="11803"/>
                </a:lnTo>
                <a:lnTo>
                  <a:pt x="12410" y="12228"/>
                </a:lnTo>
                <a:lnTo>
                  <a:pt x="12550" y="12441"/>
                </a:lnTo>
                <a:lnTo>
                  <a:pt x="12830" y="12707"/>
                </a:lnTo>
                <a:lnTo>
                  <a:pt x="13111" y="12973"/>
                </a:lnTo>
                <a:lnTo>
                  <a:pt x="13537" y="13345"/>
                </a:lnTo>
                <a:lnTo>
                  <a:pt x="13817" y="13504"/>
                </a:lnTo>
                <a:lnTo>
                  <a:pt x="14098" y="13770"/>
                </a:lnTo>
                <a:lnTo>
                  <a:pt x="14384" y="14142"/>
                </a:lnTo>
                <a:lnTo>
                  <a:pt x="14664" y="14408"/>
                </a:lnTo>
                <a:lnTo>
                  <a:pt x="14944" y="14621"/>
                </a:lnTo>
                <a:lnTo>
                  <a:pt x="15091" y="15046"/>
                </a:lnTo>
                <a:lnTo>
                  <a:pt x="15511" y="15312"/>
                </a:lnTo>
                <a:lnTo>
                  <a:pt x="15791" y="15525"/>
                </a:lnTo>
                <a:lnTo>
                  <a:pt x="16077" y="15790"/>
                </a:lnTo>
                <a:lnTo>
                  <a:pt x="16358" y="16056"/>
                </a:lnTo>
                <a:lnTo>
                  <a:pt x="16638" y="16322"/>
                </a:lnTo>
                <a:lnTo>
                  <a:pt x="16918" y="16588"/>
                </a:lnTo>
                <a:lnTo>
                  <a:pt x="17205" y="16960"/>
                </a:lnTo>
                <a:lnTo>
                  <a:pt x="17485" y="17226"/>
                </a:lnTo>
                <a:lnTo>
                  <a:pt x="17765" y="17492"/>
                </a:lnTo>
                <a:lnTo>
                  <a:pt x="18051" y="17704"/>
                </a:lnTo>
                <a:lnTo>
                  <a:pt x="18332" y="18130"/>
                </a:lnTo>
                <a:lnTo>
                  <a:pt x="18612" y="18236"/>
                </a:lnTo>
                <a:lnTo>
                  <a:pt x="18892" y="18502"/>
                </a:lnTo>
                <a:lnTo>
                  <a:pt x="19179" y="18874"/>
                </a:lnTo>
                <a:lnTo>
                  <a:pt x="19459" y="19140"/>
                </a:lnTo>
                <a:lnTo>
                  <a:pt x="19885" y="19406"/>
                </a:lnTo>
                <a:lnTo>
                  <a:pt x="20166" y="19672"/>
                </a:lnTo>
                <a:lnTo>
                  <a:pt x="20306" y="20044"/>
                </a:lnTo>
                <a:lnTo>
                  <a:pt x="20586" y="20310"/>
                </a:lnTo>
                <a:lnTo>
                  <a:pt x="20872" y="20416"/>
                </a:lnTo>
                <a:lnTo>
                  <a:pt x="21153" y="20788"/>
                </a:lnTo>
                <a:lnTo>
                  <a:pt x="21433" y="21054"/>
                </a:lnTo>
                <a:lnTo>
                  <a:pt x="21859" y="21320"/>
                </a:lnTo>
                <a:lnTo>
                  <a:pt x="22140" y="21586"/>
                </a:lnTo>
                <a:lnTo>
                  <a:pt x="22420" y="21958"/>
                </a:lnTo>
                <a:lnTo>
                  <a:pt x="22700" y="22224"/>
                </a:lnTo>
                <a:lnTo>
                  <a:pt x="22846" y="22490"/>
                </a:lnTo>
                <a:lnTo>
                  <a:pt x="23127" y="22755"/>
                </a:lnTo>
                <a:lnTo>
                  <a:pt x="23407" y="23021"/>
                </a:lnTo>
                <a:lnTo>
                  <a:pt x="23687" y="23234"/>
                </a:lnTo>
                <a:lnTo>
                  <a:pt x="24114" y="23500"/>
                </a:lnTo>
                <a:lnTo>
                  <a:pt x="24394" y="23872"/>
                </a:lnTo>
                <a:lnTo>
                  <a:pt x="24680" y="24138"/>
                </a:lnTo>
                <a:lnTo>
                  <a:pt x="24960" y="24404"/>
                </a:lnTo>
                <a:lnTo>
                  <a:pt x="25241" y="24669"/>
                </a:lnTo>
                <a:lnTo>
                  <a:pt x="25381" y="25042"/>
                </a:lnTo>
                <a:lnTo>
                  <a:pt x="25667" y="25201"/>
                </a:lnTo>
                <a:lnTo>
                  <a:pt x="26088" y="25414"/>
                </a:lnTo>
                <a:lnTo>
                  <a:pt x="26368" y="25839"/>
                </a:lnTo>
                <a:lnTo>
                  <a:pt x="26654" y="26105"/>
                </a:lnTo>
                <a:lnTo>
                  <a:pt x="26934" y="26318"/>
                </a:lnTo>
                <a:lnTo>
                  <a:pt x="27215" y="26584"/>
                </a:lnTo>
                <a:lnTo>
                  <a:pt x="27495" y="26956"/>
                </a:lnTo>
                <a:lnTo>
                  <a:pt x="27641" y="27222"/>
                </a:lnTo>
                <a:lnTo>
                  <a:pt x="28062" y="27487"/>
                </a:lnTo>
                <a:lnTo>
                  <a:pt x="28342" y="27594"/>
                </a:lnTo>
                <a:lnTo>
                  <a:pt x="28628" y="28019"/>
                </a:lnTo>
                <a:lnTo>
                  <a:pt x="28908" y="28285"/>
                </a:lnTo>
                <a:lnTo>
                  <a:pt x="29189" y="28498"/>
                </a:lnTo>
                <a:lnTo>
                  <a:pt x="29475" y="28763"/>
                </a:lnTo>
                <a:lnTo>
                  <a:pt x="29755" y="29136"/>
                </a:lnTo>
                <a:lnTo>
                  <a:pt x="30036" y="29401"/>
                </a:lnTo>
                <a:lnTo>
                  <a:pt x="30316" y="29667"/>
                </a:lnTo>
                <a:lnTo>
                  <a:pt x="30602" y="29933"/>
                </a:lnTo>
                <a:lnTo>
                  <a:pt x="30882" y="30199"/>
                </a:lnTo>
                <a:lnTo>
                  <a:pt x="31163" y="30465"/>
                </a:lnTo>
                <a:lnTo>
                  <a:pt x="31449" y="30677"/>
                </a:lnTo>
                <a:lnTo>
                  <a:pt x="31729" y="31103"/>
                </a:lnTo>
                <a:lnTo>
                  <a:pt x="32009" y="31369"/>
                </a:lnTo>
                <a:lnTo>
                  <a:pt x="32436" y="31581"/>
                </a:lnTo>
                <a:lnTo>
                  <a:pt x="32716" y="31847"/>
                </a:lnTo>
                <a:lnTo>
                  <a:pt x="32856" y="32113"/>
                </a:lnTo>
                <a:lnTo>
                  <a:pt x="33137" y="32379"/>
                </a:lnTo>
                <a:lnTo>
                  <a:pt x="33423" y="32645"/>
                </a:lnTo>
                <a:lnTo>
                  <a:pt x="33703" y="32911"/>
                </a:lnTo>
                <a:lnTo>
                  <a:pt x="33983" y="33283"/>
                </a:lnTo>
                <a:lnTo>
                  <a:pt x="34410" y="33549"/>
                </a:lnTo>
                <a:lnTo>
                  <a:pt x="34690" y="33761"/>
                </a:lnTo>
                <a:lnTo>
                  <a:pt x="34970" y="34027"/>
                </a:lnTo>
                <a:lnTo>
                  <a:pt x="35257" y="34452"/>
                </a:lnTo>
                <a:lnTo>
                  <a:pt x="35397" y="34559"/>
                </a:lnTo>
                <a:lnTo>
                  <a:pt x="35677" y="34825"/>
                </a:lnTo>
                <a:lnTo>
                  <a:pt x="35957" y="35090"/>
                </a:lnTo>
                <a:lnTo>
                  <a:pt x="36244" y="35463"/>
                </a:lnTo>
                <a:lnTo>
                  <a:pt x="36664" y="35728"/>
                </a:lnTo>
                <a:lnTo>
                  <a:pt x="36944" y="35994"/>
                </a:lnTo>
                <a:lnTo>
                  <a:pt x="37231" y="36207"/>
                </a:lnTo>
                <a:lnTo>
                  <a:pt x="37511" y="36632"/>
                </a:lnTo>
                <a:lnTo>
                  <a:pt x="37791" y="36739"/>
                </a:lnTo>
                <a:lnTo>
                  <a:pt x="37931" y="37004"/>
                </a:lnTo>
                <a:lnTo>
                  <a:pt x="38218" y="37270"/>
                </a:lnTo>
                <a:lnTo>
                  <a:pt x="38638" y="37642"/>
                </a:lnTo>
                <a:lnTo>
                  <a:pt x="38918" y="37908"/>
                </a:lnTo>
                <a:lnTo>
                  <a:pt x="39205" y="38174"/>
                </a:lnTo>
                <a:lnTo>
                  <a:pt x="39485" y="38387"/>
                </a:lnTo>
                <a:lnTo>
                  <a:pt x="39765" y="38812"/>
                </a:lnTo>
                <a:lnTo>
                  <a:pt x="40051" y="39078"/>
                </a:lnTo>
                <a:lnTo>
                  <a:pt x="40332" y="39184"/>
                </a:lnTo>
                <a:lnTo>
                  <a:pt x="40612" y="39450"/>
                </a:lnTo>
                <a:lnTo>
                  <a:pt x="40892" y="39716"/>
                </a:lnTo>
                <a:lnTo>
                  <a:pt x="41179" y="40088"/>
                </a:lnTo>
                <a:lnTo>
                  <a:pt x="41459" y="40354"/>
                </a:lnTo>
                <a:lnTo>
                  <a:pt x="41739" y="40620"/>
                </a:lnTo>
                <a:lnTo>
                  <a:pt x="42025" y="40833"/>
                </a:lnTo>
                <a:lnTo>
                  <a:pt x="42306" y="41258"/>
                </a:lnTo>
                <a:lnTo>
                  <a:pt x="42586" y="41364"/>
                </a:lnTo>
                <a:lnTo>
                  <a:pt x="42866" y="41630"/>
                </a:lnTo>
                <a:lnTo>
                  <a:pt x="43153" y="41896"/>
                </a:lnTo>
                <a:lnTo>
                  <a:pt x="43433" y="42268"/>
                </a:lnTo>
                <a:lnTo>
                  <a:pt x="43713" y="42534"/>
                </a:lnTo>
                <a:lnTo>
                  <a:pt x="43999" y="42800"/>
                </a:lnTo>
                <a:lnTo>
                  <a:pt x="44280" y="43012"/>
                </a:lnTo>
                <a:lnTo>
                  <a:pt x="44560" y="43438"/>
                </a:lnTo>
                <a:lnTo>
                  <a:pt x="44986" y="43650"/>
                </a:lnTo>
                <a:lnTo>
                  <a:pt x="45267" y="43810"/>
                </a:lnTo>
                <a:lnTo>
                  <a:pt x="45407" y="44076"/>
                </a:lnTo>
                <a:lnTo>
                  <a:pt x="45687" y="44342"/>
                </a:lnTo>
                <a:lnTo>
                  <a:pt x="45973" y="44714"/>
                </a:lnTo>
                <a:lnTo>
                  <a:pt x="46254" y="44980"/>
                </a:lnTo>
                <a:lnTo>
                  <a:pt x="46534" y="45192"/>
                </a:lnTo>
                <a:lnTo>
                  <a:pt x="46960" y="45458"/>
                </a:lnTo>
                <a:lnTo>
                  <a:pt x="47241" y="45884"/>
                </a:lnTo>
                <a:lnTo>
                  <a:pt x="47521" y="46096"/>
                </a:lnTo>
                <a:lnTo>
                  <a:pt x="47807" y="46256"/>
                </a:lnTo>
                <a:lnTo>
                  <a:pt x="47947" y="46522"/>
                </a:lnTo>
                <a:lnTo>
                  <a:pt x="48228" y="46734"/>
                </a:lnTo>
                <a:lnTo>
                  <a:pt x="48508" y="47160"/>
                </a:lnTo>
                <a:lnTo>
                  <a:pt x="48794" y="47425"/>
                </a:lnTo>
                <a:lnTo>
                  <a:pt x="49215" y="47638"/>
                </a:lnTo>
                <a:lnTo>
                  <a:pt x="49495" y="47904"/>
                </a:lnTo>
                <a:lnTo>
                  <a:pt x="49781" y="48170"/>
                </a:lnTo>
                <a:lnTo>
                  <a:pt x="50061" y="48436"/>
                </a:lnTo>
                <a:lnTo>
                  <a:pt x="50342" y="48701"/>
                </a:lnTo>
                <a:lnTo>
                  <a:pt x="50482" y="48967"/>
                </a:lnTo>
                <a:lnTo>
                  <a:pt x="50768" y="49180"/>
                </a:lnTo>
                <a:lnTo>
                  <a:pt x="51189" y="49605"/>
                </a:lnTo>
                <a:lnTo>
                  <a:pt x="51469" y="49818"/>
                </a:lnTo>
                <a:lnTo>
                  <a:pt x="51755" y="50084"/>
                </a:lnTo>
                <a:lnTo>
                  <a:pt x="52035" y="50350"/>
                </a:lnTo>
                <a:lnTo>
                  <a:pt x="52316" y="50615"/>
                </a:lnTo>
                <a:lnTo>
                  <a:pt x="52602" y="50881"/>
                </a:lnTo>
                <a:lnTo>
                  <a:pt x="52882" y="51147"/>
                </a:lnTo>
                <a:lnTo>
                  <a:pt x="53163" y="51360"/>
                </a:lnTo>
                <a:lnTo>
                  <a:pt x="53449" y="51626"/>
                </a:lnTo>
                <a:lnTo>
                  <a:pt x="53729" y="51892"/>
                </a:lnTo>
                <a:lnTo>
                  <a:pt x="54009" y="52264"/>
                </a:lnTo>
                <a:lnTo>
                  <a:pt x="54290" y="52530"/>
                </a:lnTo>
                <a:lnTo>
                  <a:pt x="54576" y="52795"/>
                </a:lnTo>
                <a:lnTo>
                  <a:pt x="54856" y="53061"/>
                </a:lnTo>
                <a:lnTo>
                  <a:pt x="55137" y="53168"/>
                </a:lnTo>
                <a:lnTo>
                  <a:pt x="55423" y="53593"/>
                </a:lnTo>
                <a:lnTo>
                  <a:pt x="55703" y="53806"/>
                </a:lnTo>
                <a:lnTo>
                  <a:pt x="55983" y="54071"/>
                </a:lnTo>
                <a:lnTo>
                  <a:pt x="56264" y="54337"/>
                </a:lnTo>
                <a:lnTo>
                  <a:pt x="56550" y="54603"/>
                </a:lnTo>
                <a:lnTo>
                  <a:pt x="56830" y="54975"/>
                </a:lnTo>
              </a:path>
            </a:pathLst>
          </a:custGeom>
          <a:ln w="806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319026" y="3148848"/>
            <a:ext cx="56690" cy="51147"/>
          </a:xfrm>
          <a:custGeom>
            <a:avLst/>
            <a:gdLst/>
            <a:ahLst/>
            <a:cxnLst/>
            <a:rect l="l" t="t" r="r" b="b"/>
            <a:pathLst>
              <a:path w="56690" h="51147">
                <a:moveTo>
                  <a:pt x="0" y="0"/>
                </a:moveTo>
                <a:lnTo>
                  <a:pt x="280" y="265"/>
                </a:lnTo>
                <a:lnTo>
                  <a:pt x="706" y="372"/>
                </a:lnTo>
                <a:lnTo>
                  <a:pt x="986" y="638"/>
                </a:lnTo>
                <a:lnTo>
                  <a:pt x="1127" y="903"/>
                </a:lnTo>
                <a:lnTo>
                  <a:pt x="1413" y="1276"/>
                </a:lnTo>
                <a:lnTo>
                  <a:pt x="1693" y="1541"/>
                </a:lnTo>
                <a:lnTo>
                  <a:pt x="1973" y="1807"/>
                </a:lnTo>
                <a:lnTo>
                  <a:pt x="2254" y="2073"/>
                </a:lnTo>
                <a:lnTo>
                  <a:pt x="2680" y="2339"/>
                </a:lnTo>
                <a:lnTo>
                  <a:pt x="2960" y="2711"/>
                </a:lnTo>
                <a:lnTo>
                  <a:pt x="3241" y="2817"/>
                </a:lnTo>
                <a:lnTo>
                  <a:pt x="3527" y="3083"/>
                </a:lnTo>
                <a:lnTo>
                  <a:pt x="3667" y="3349"/>
                </a:lnTo>
                <a:lnTo>
                  <a:pt x="3947" y="3615"/>
                </a:lnTo>
                <a:lnTo>
                  <a:pt x="4228" y="3881"/>
                </a:lnTo>
                <a:lnTo>
                  <a:pt x="4514" y="4253"/>
                </a:lnTo>
                <a:lnTo>
                  <a:pt x="4934" y="4519"/>
                </a:lnTo>
                <a:lnTo>
                  <a:pt x="5215" y="4731"/>
                </a:lnTo>
                <a:lnTo>
                  <a:pt x="5501" y="4997"/>
                </a:lnTo>
                <a:lnTo>
                  <a:pt x="5781" y="5157"/>
                </a:lnTo>
                <a:lnTo>
                  <a:pt x="6062" y="5529"/>
                </a:lnTo>
                <a:lnTo>
                  <a:pt x="6208" y="5795"/>
                </a:lnTo>
                <a:lnTo>
                  <a:pt x="6488" y="6061"/>
                </a:lnTo>
                <a:lnTo>
                  <a:pt x="6908" y="6273"/>
                </a:lnTo>
                <a:lnTo>
                  <a:pt x="7195" y="6539"/>
                </a:lnTo>
                <a:lnTo>
                  <a:pt x="7475" y="6805"/>
                </a:lnTo>
                <a:lnTo>
                  <a:pt x="7755" y="7177"/>
                </a:lnTo>
                <a:lnTo>
                  <a:pt x="8036" y="7443"/>
                </a:lnTo>
                <a:lnTo>
                  <a:pt x="8322" y="7603"/>
                </a:lnTo>
                <a:lnTo>
                  <a:pt x="8602" y="7815"/>
                </a:lnTo>
                <a:lnTo>
                  <a:pt x="8882" y="8081"/>
                </a:lnTo>
                <a:lnTo>
                  <a:pt x="9169" y="8347"/>
                </a:lnTo>
                <a:lnTo>
                  <a:pt x="9449" y="8719"/>
                </a:lnTo>
                <a:lnTo>
                  <a:pt x="9729" y="8985"/>
                </a:lnTo>
                <a:lnTo>
                  <a:pt x="10015" y="9251"/>
                </a:lnTo>
                <a:lnTo>
                  <a:pt x="10296" y="9517"/>
                </a:lnTo>
                <a:lnTo>
                  <a:pt x="10576" y="9782"/>
                </a:lnTo>
                <a:lnTo>
                  <a:pt x="10856" y="9889"/>
                </a:lnTo>
                <a:lnTo>
                  <a:pt x="11143" y="10261"/>
                </a:lnTo>
                <a:lnTo>
                  <a:pt x="11423" y="10527"/>
                </a:lnTo>
                <a:lnTo>
                  <a:pt x="11703" y="10793"/>
                </a:lnTo>
                <a:lnTo>
                  <a:pt x="11989" y="11058"/>
                </a:lnTo>
                <a:lnTo>
                  <a:pt x="12270" y="11324"/>
                </a:lnTo>
                <a:lnTo>
                  <a:pt x="12550" y="11590"/>
                </a:lnTo>
                <a:lnTo>
                  <a:pt x="12830" y="11962"/>
                </a:lnTo>
                <a:lnTo>
                  <a:pt x="13257" y="12069"/>
                </a:lnTo>
                <a:lnTo>
                  <a:pt x="13537" y="12334"/>
                </a:lnTo>
                <a:lnTo>
                  <a:pt x="13677" y="12600"/>
                </a:lnTo>
                <a:lnTo>
                  <a:pt x="13963" y="12866"/>
                </a:lnTo>
                <a:lnTo>
                  <a:pt x="14244" y="13132"/>
                </a:lnTo>
                <a:lnTo>
                  <a:pt x="14524" y="13504"/>
                </a:lnTo>
                <a:lnTo>
                  <a:pt x="14810" y="13770"/>
                </a:lnTo>
                <a:lnTo>
                  <a:pt x="15231" y="13983"/>
                </a:lnTo>
                <a:lnTo>
                  <a:pt x="15511" y="14249"/>
                </a:lnTo>
                <a:lnTo>
                  <a:pt x="15797" y="14408"/>
                </a:lnTo>
                <a:lnTo>
                  <a:pt x="16077" y="14621"/>
                </a:lnTo>
                <a:lnTo>
                  <a:pt x="16218" y="14887"/>
                </a:lnTo>
                <a:lnTo>
                  <a:pt x="16498" y="15312"/>
                </a:lnTo>
                <a:lnTo>
                  <a:pt x="16784" y="15525"/>
                </a:lnTo>
                <a:lnTo>
                  <a:pt x="17064" y="15790"/>
                </a:lnTo>
                <a:lnTo>
                  <a:pt x="17485" y="16056"/>
                </a:lnTo>
                <a:lnTo>
                  <a:pt x="17771" y="16322"/>
                </a:lnTo>
                <a:lnTo>
                  <a:pt x="18051" y="16588"/>
                </a:lnTo>
                <a:lnTo>
                  <a:pt x="18332" y="16854"/>
                </a:lnTo>
                <a:lnTo>
                  <a:pt x="18612" y="17066"/>
                </a:lnTo>
                <a:lnTo>
                  <a:pt x="18758" y="17332"/>
                </a:lnTo>
                <a:lnTo>
                  <a:pt x="19038" y="17598"/>
                </a:lnTo>
                <a:lnTo>
                  <a:pt x="19459" y="17864"/>
                </a:lnTo>
                <a:lnTo>
                  <a:pt x="19745" y="18130"/>
                </a:lnTo>
                <a:lnTo>
                  <a:pt x="20025" y="18396"/>
                </a:lnTo>
                <a:lnTo>
                  <a:pt x="20306" y="18768"/>
                </a:lnTo>
                <a:lnTo>
                  <a:pt x="20592" y="19034"/>
                </a:lnTo>
                <a:lnTo>
                  <a:pt x="20872" y="19140"/>
                </a:lnTo>
                <a:lnTo>
                  <a:pt x="21153" y="19406"/>
                </a:lnTo>
                <a:lnTo>
                  <a:pt x="21433" y="19672"/>
                </a:lnTo>
                <a:lnTo>
                  <a:pt x="21719" y="19938"/>
                </a:lnTo>
                <a:lnTo>
                  <a:pt x="21999" y="20150"/>
                </a:lnTo>
                <a:lnTo>
                  <a:pt x="22280" y="20416"/>
                </a:lnTo>
                <a:lnTo>
                  <a:pt x="22566" y="20788"/>
                </a:lnTo>
                <a:lnTo>
                  <a:pt x="22846" y="21054"/>
                </a:lnTo>
                <a:lnTo>
                  <a:pt x="23127" y="21320"/>
                </a:lnTo>
                <a:lnTo>
                  <a:pt x="23407" y="21479"/>
                </a:lnTo>
                <a:lnTo>
                  <a:pt x="23693" y="21692"/>
                </a:lnTo>
                <a:lnTo>
                  <a:pt x="23973" y="21958"/>
                </a:lnTo>
                <a:lnTo>
                  <a:pt x="24254" y="22224"/>
                </a:lnTo>
                <a:lnTo>
                  <a:pt x="24540" y="22596"/>
                </a:lnTo>
                <a:lnTo>
                  <a:pt x="24820" y="22862"/>
                </a:lnTo>
                <a:lnTo>
                  <a:pt x="25101" y="23128"/>
                </a:lnTo>
                <a:lnTo>
                  <a:pt x="25387" y="23393"/>
                </a:lnTo>
                <a:lnTo>
                  <a:pt x="25807" y="23659"/>
                </a:lnTo>
                <a:lnTo>
                  <a:pt x="26088" y="23766"/>
                </a:lnTo>
                <a:lnTo>
                  <a:pt x="26228" y="24031"/>
                </a:lnTo>
                <a:lnTo>
                  <a:pt x="26514" y="24297"/>
                </a:lnTo>
                <a:lnTo>
                  <a:pt x="26794" y="24669"/>
                </a:lnTo>
                <a:lnTo>
                  <a:pt x="27075" y="24935"/>
                </a:lnTo>
                <a:lnTo>
                  <a:pt x="27361" y="25201"/>
                </a:lnTo>
                <a:lnTo>
                  <a:pt x="27781" y="25414"/>
                </a:lnTo>
                <a:lnTo>
                  <a:pt x="28062" y="25680"/>
                </a:lnTo>
                <a:lnTo>
                  <a:pt x="28348" y="25946"/>
                </a:lnTo>
                <a:lnTo>
                  <a:pt x="28628" y="26105"/>
                </a:lnTo>
                <a:lnTo>
                  <a:pt x="28768" y="26318"/>
                </a:lnTo>
                <a:lnTo>
                  <a:pt x="29049" y="26584"/>
                </a:lnTo>
                <a:lnTo>
                  <a:pt x="29335" y="26956"/>
                </a:lnTo>
                <a:lnTo>
                  <a:pt x="29615" y="27222"/>
                </a:lnTo>
                <a:lnTo>
                  <a:pt x="30036" y="27487"/>
                </a:lnTo>
                <a:lnTo>
                  <a:pt x="30322" y="27753"/>
                </a:lnTo>
                <a:lnTo>
                  <a:pt x="30602" y="28019"/>
                </a:lnTo>
                <a:lnTo>
                  <a:pt x="30882" y="28285"/>
                </a:lnTo>
                <a:lnTo>
                  <a:pt x="31168" y="28391"/>
                </a:lnTo>
                <a:lnTo>
                  <a:pt x="31309" y="28657"/>
                </a:lnTo>
                <a:lnTo>
                  <a:pt x="31589" y="28923"/>
                </a:lnTo>
                <a:lnTo>
                  <a:pt x="32009" y="29295"/>
                </a:lnTo>
                <a:lnTo>
                  <a:pt x="32296" y="29561"/>
                </a:lnTo>
                <a:lnTo>
                  <a:pt x="32576" y="29827"/>
                </a:lnTo>
                <a:lnTo>
                  <a:pt x="32856" y="30039"/>
                </a:lnTo>
                <a:lnTo>
                  <a:pt x="33142" y="30305"/>
                </a:lnTo>
                <a:lnTo>
                  <a:pt x="33423" y="30571"/>
                </a:lnTo>
                <a:lnTo>
                  <a:pt x="33703" y="30677"/>
                </a:lnTo>
                <a:lnTo>
                  <a:pt x="33843" y="30943"/>
                </a:lnTo>
                <a:lnTo>
                  <a:pt x="34270" y="31209"/>
                </a:lnTo>
                <a:lnTo>
                  <a:pt x="34550" y="31475"/>
                </a:lnTo>
                <a:lnTo>
                  <a:pt x="34830" y="31847"/>
                </a:lnTo>
                <a:lnTo>
                  <a:pt x="35116" y="32113"/>
                </a:lnTo>
                <a:lnTo>
                  <a:pt x="35397" y="32379"/>
                </a:lnTo>
                <a:lnTo>
                  <a:pt x="35677" y="32645"/>
                </a:lnTo>
                <a:lnTo>
                  <a:pt x="35963" y="32911"/>
                </a:lnTo>
                <a:lnTo>
                  <a:pt x="36244" y="33017"/>
                </a:lnTo>
                <a:lnTo>
                  <a:pt x="36524" y="33283"/>
                </a:lnTo>
                <a:lnTo>
                  <a:pt x="36804" y="33549"/>
                </a:lnTo>
                <a:lnTo>
                  <a:pt x="37090" y="33761"/>
                </a:lnTo>
                <a:lnTo>
                  <a:pt x="37371" y="34027"/>
                </a:lnTo>
                <a:lnTo>
                  <a:pt x="37651" y="34293"/>
                </a:lnTo>
                <a:lnTo>
                  <a:pt x="37937" y="34665"/>
                </a:lnTo>
                <a:lnTo>
                  <a:pt x="38358" y="34931"/>
                </a:lnTo>
                <a:lnTo>
                  <a:pt x="38638" y="35197"/>
                </a:lnTo>
                <a:lnTo>
                  <a:pt x="38784" y="35303"/>
                </a:lnTo>
                <a:lnTo>
                  <a:pt x="39064" y="35569"/>
                </a:lnTo>
                <a:lnTo>
                  <a:pt x="39345" y="35835"/>
                </a:lnTo>
                <a:lnTo>
                  <a:pt x="39625" y="36101"/>
                </a:lnTo>
                <a:lnTo>
                  <a:pt x="39911" y="36366"/>
                </a:lnTo>
                <a:lnTo>
                  <a:pt x="40192" y="36632"/>
                </a:lnTo>
                <a:lnTo>
                  <a:pt x="40612" y="36845"/>
                </a:lnTo>
                <a:lnTo>
                  <a:pt x="40898" y="37111"/>
                </a:lnTo>
                <a:lnTo>
                  <a:pt x="41179" y="37377"/>
                </a:lnTo>
                <a:lnTo>
                  <a:pt x="41319" y="37642"/>
                </a:lnTo>
                <a:lnTo>
                  <a:pt x="41599" y="37908"/>
                </a:lnTo>
                <a:lnTo>
                  <a:pt x="41885" y="38174"/>
                </a:lnTo>
                <a:lnTo>
                  <a:pt x="42166" y="38387"/>
                </a:lnTo>
                <a:lnTo>
                  <a:pt x="42586" y="38653"/>
                </a:lnTo>
                <a:lnTo>
                  <a:pt x="42872" y="38919"/>
                </a:lnTo>
                <a:lnTo>
                  <a:pt x="43153" y="39184"/>
                </a:lnTo>
                <a:lnTo>
                  <a:pt x="43433" y="39450"/>
                </a:lnTo>
                <a:lnTo>
                  <a:pt x="43719" y="39716"/>
                </a:lnTo>
                <a:lnTo>
                  <a:pt x="43859" y="39929"/>
                </a:lnTo>
                <a:lnTo>
                  <a:pt x="44140" y="40088"/>
                </a:lnTo>
                <a:lnTo>
                  <a:pt x="44566" y="40354"/>
                </a:lnTo>
                <a:lnTo>
                  <a:pt x="44846" y="40620"/>
                </a:lnTo>
                <a:lnTo>
                  <a:pt x="45127" y="40833"/>
                </a:lnTo>
                <a:lnTo>
                  <a:pt x="45407" y="41258"/>
                </a:lnTo>
                <a:lnTo>
                  <a:pt x="45693" y="41471"/>
                </a:lnTo>
                <a:lnTo>
                  <a:pt x="45973" y="41736"/>
                </a:lnTo>
                <a:lnTo>
                  <a:pt x="46254" y="42002"/>
                </a:lnTo>
                <a:lnTo>
                  <a:pt x="46394" y="42268"/>
                </a:lnTo>
                <a:lnTo>
                  <a:pt x="46820" y="42374"/>
                </a:lnTo>
                <a:lnTo>
                  <a:pt x="47100" y="42640"/>
                </a:lnTo>
                <a:lnTo>
                  <a:pt x="47381" y="42906"/>
                </a:lnTo>
                <a:lnTo>
                  <a:pt x="47667" y="43172"/>
                </a:lnTo>
                <a:lnTo>
                  <a:pt x="47947" y="43438"/>
                </a:lnTo>
                <a:lnTo>
                  <a:pt x="48228" y="43650"/>
                </a:lnTo>
                <a:lnTo>
                  <a:pt x="48514" y="43916"/>
                </a:lnTo>
                <a:lnTo>
                  <a:pt x="48934" y="44182"/>
                </a:lnTo>
                <a:lnTo>
                  <a:pt x="49074" y="44448"/>
                </a:lnTo>
                <a:lnTo>
                  <a:pt x="49361" y="44714"/>
                </a:lnTo>
                <a:lnTo>
                  <a:pt x="49641" y="44820"/>
                </a:lnTo>
                <a:lnTo>
                  <a:pt x="49921" y="45086"/>
                </a:lnTo>
                <a:lnTo>
                  <a:pt x="50202" y="45458"/>
                </a:lnTo>
                <a:lnTo>
                  <a:pt x="50488" y="45724"/>
                </a:lnTo>
                <a:lnTo>
                  <a:pt x="50908" y="45990"/>
                </a:lnTo>
                <a:lnTo>
                  <a:pt x="51189" y="46256"/>
                </a:lnTo>
                <a:lnTo>
                  <a:pt x="51475" y="46522"/>
                </a:lnTo>
                <a:lnTo>
                  <a:pt x="51615" y="46734"/>
                </a:lnTo>
                <a:lnTo>
                  <a:pt x="51895" y="47000"/>
                </a:lnTo>
                <a:lnTo>
                  <a:pt x="52176" y="47160"/>
                </a:lnTo>
                <a:lnTo>
                  <a:pt x="52462" y="47425"/>
                </a:lnTo>
                <a:lnTo>
                  <a:pt x="52742" y="47638"/>
                </a:lnTo>
                <a:lnTo>
                  <a:pt x="53168" y="47904"/>
                </a:lnTo>
                <a:lnTo>
                  <a:pt x="53449" y="48170"/>
                </a:lnTo>
                <a:lnTo>
                  <a:pt x="53729" y="48436"/>
                </a:lnTo>
                <a:lnTo>
                  <a:pt x="53869" y="48701"/>
                </a:lnTo>
                <a:lnTo>
                  <a:pt x="54155" y="48967"/>
                </a:lnTo>
                <a:lnTo>
                  <a:pt x="54436" y="49180"/>
                </a:lnTo>
                <a:lnTo>
                  <a:pt x="54716" y="49339"/>
                </a:lnTo>
                <a:lnTo>
                  <a:pt x="55142" y="49605"/>
                </a:lnTo>
                <a:lnTo>
                  <a:pt x="55423" y="49818"/>
                </a:lnTo>
                <a:lnTo>
                  <a:pt x="55703" y="50084"/>
                </a:lnTo>
                <a:lnTo>
                  <a:pt x="55983" y="50350"/>
                </a:lnTo>
                <a:lnTo>
                  <a:pt x="56270" y="50615"/>
                </a:lnTo>
                <a:lnTo>
                  <a:pt x="56410" y="50881"/>
                </a:lnTo>
                <a:lnTo>
                  <a:pt x="56690" y="51147"/>
                </a:lnTo>
              </a:path>
            </a:pathLst>
          </a:custGeom>
          <a:ln w="804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375716" y="3199996"/>
            <a:ext cx="56976" cy="46841"/>
          </a:xfrm>
          <a:custGeom>
            <a:avLst/>
            <a:gdLst/>
            <a:ahLst/>
            <a:cxnLst/>
            <a:rect l="l" t="t" r="r" b="b"/>
            <a:pathLst>
              <a:path w="56976" h="46841">
                <a:moveTo>
                  <a:pt x="0" y="0"/>
                </a:moveTo>
                <a:lnTo>
                  <a:pt x="426" y="212"/>
                </a:lnTo>
                <a:lnTo>
                  <a:pt x="706" y="478"/>
                </a:lnTo>
                <a:lnTo>
                  <a:pt x="986" y="744"/>
                </a:lnTo>
                <a:lnTo>
                  <a:pt x="1273" y="1010"/>
                </a:lnTo>
                <a:lnTo>
                  <a:pt x="1553" y="1276"/>
                </a:lnTo>
                <a:lnTo>
                  <a:pt x="1833" y="1541"/>
                </a:lnTo>
                <a:lnTo>
                  <a:pt x="2114" y="1754"/>
                </a:lnTo>
                <a:lnTo>
                  <a:pt x="2260" y="2020"/>
                </a:lnTo>
                <a:lnTo>
                  <a:pt x="2680" y="2286"/>
                </a:lnTo>
                <a:lnTo>
                  <a:pt x="2960" y="2552"/>
                </a:lnTo>
                <a:lnTo>
                  <a:pt x="3247" y="2817"/>
                </a:lnTo>
                <a:lnTo>
                  <a:pt x="3527" y="2924"/>
                </a:lnTo>
                <a:lnTo>
                  <a:pt x="3807" y="3190"/>
                </a:lnTo>
                <a:lnTo>
                  <a:pt x="4088" y="3455"/>
                </a:lnTo>
                <a:lnTo>
                  <a:pt x="4374" y="3721"/>
                </a:lnTo>
                <a:lnTo>
                  <a:pt x="4794" y="3934"/>
                </a:lnTo>
                <a:lnTo>
                  <a:pt x="4934" y="4200"/>
                </a:lnTo>
                <a:lnTo>
                  <a:pt x="5221" y="4466"/>
                </a:lnTo>
                <a:lnTo>
                  <a:pt x="5501" y="4731"/>
                </a:lnTo>
                <a:lnTo>
                  <a:pt x="5781" y="4997"/>
                </a:lnTo>
                <a:lnTo>
                  <a:pt x="6067" y="5104"/>
                </a:lnTo>
                <a:lnTo>
                  <a:pt x="6348" y="5369"/>
                </a:lnTo>
                <a:lnTo>
                  <a:pt x="6768" y="5635"/>
                </a:lnTo>
                <a:lnTo>
                  <a:pt x="7054" y="5901"/>
                </a:lnTo>
                <a:lnTo>
                  <a:pt x="7335" y="6167"/>
                </a:lnTo>
                <a:lnTo>
                  <a:pt x="7475" y="6380"/>
                </a:lnTo>
                <a:lnTo>
                  <a:pt x="7755" y="6646"/>
                </a:lnTo>
                <a:lnTo>
                  <a:pt x="8041" y="6911"/>
                </a:lnTo>
                <a:lnTo>
                  <a:pt x="8322" y="7177"/>
                </a:lnTo>
                <a:lnTo>
                  <a:pt x="8602" y="7443"/>
                </a:lnTo>
                <a:lnTo>
                  <a:pt x="9028" y="7549"/>
                </a:lnTo>
                <a:lnTo>
                  <a:pt x="9309" y="7815"/>
                </a:lnTo>
                <a:lnTo>
                  <a:pt x="9589" y="8081"/>
                </a:lnTo>
                <a:lnTo>
                  <a:pt x="9875" y="8347"/>
                </a:lnTo>
                <a:lnTo>
                  <a:pt x="10015" y="8560"/>
                </a:lnTo>
                <a:lnTo>
                  <a:pt x="10296" y="8825"/>
                </a:lnTo>
                <a:lnTo>
                  <a:pt x="10576" y="9091"/>
                </a:lnTo>
                <a:lnTo>
                  <a:pt x="11002" y="9357"/>
                </a:lnTo>
                <a:lnTo>
                  <a:pt x="11283" y="9623"/>
                </a:lnTo>
                <a:lnTo>
                  <a:pt x="11563" y="9729"/>
                </a:lnTo>
                <a:lnTo>
                  <a:pt x="11849" y="9995"/>
                </a:lnTo>
                <a:lnTo>
                  <a:pt x="12130" y="10261"/>
                </a:lnTo>
                <a:lnTo>
                  <a:pt x="12410" y="10527"/>
                </a:lnTo>
                <a:lnTo>
                  <a:pt x="12550" y="10793"/>
                </a:lnTo>
                <a:lnTo>
                  <a:pt x="12976" y="11005"/>
                </a:lnTo>
                <a:lnTo>
                  <a:pt x="13257" y="11271"/>
                </a:lnTo>
                <a:lnTo>
                  <a:pt x="13537" y="11537"/>
                </a:lnTo>
                <a:lnTo>
                  <a:pt x="13823" y="11803"/>
                </a:lnTo>
                <a:lnTo>
                  <a:pt x="14104" y="12069"/>
                </a:lnTo>
                <a:lnTo>
                  <a:pt x="14384" y="12175"/>
                </a:lnTo>
                <a:lnTo>
                  <a:pt x="14670" y="12441"/>
                </a:lnTo>
                <a:lnTo>
                  <a:pt x="14810" y="12707"/>
                </a:lnTo>
                <a:lnTo>
                  <a:pt x="15231" y="12973"/>
                </a:lnTo>
                <a:lnTo>
                  <a:pt x="15511" y="13185"/>
                </a:lnTo>
                <a:lnTo>
                  <a:pt x="15797" y="13451"/>
                </a:lnTo>
                <a:lnTo>
                  <a:pt x="16077" y="13717"/>
                </a:lnTo>
                <a:lnTo>
                  <a:pt x="16358" y="13983"/>
                </a:lnTo>
                <a:lnTo>
                  <a:pt x="16644" y="14249"/>
                </a:lnTo>
                <a:lnTo>
                  <a:pt x="16924" y="14514"/>
                </a:lnTo>
                <a:lnTo>
                  <a:pt x="17345" y="14514"/>
                </a:lnTo>
                <a:lnTo>
                  <a:pt x="17485" y="14727"/>
                </a:lnTo>
                <a:lnTo>
                  <a:pt x="17771" y="14993"/>
                </a:lnTo>
                <a:lnTo>
                  <a:pt x="18051" y="15259"/>
                </a:lnTo>
                <a:lnTo>
                  <a:pt x="18332" y="15525"/>
                </a:lnTo>
                <a:lnTo>
                  <a:pt x="18618" y="15790"/>
                </a:lnTo>
                <a:lnTo>
                  <a:pt x="18898" y="16056"/>
                </a:lnTo>
                <a:lnTo>
                  <a:pt x="19319" y="16269"/>
                </a:lnTo>
                <a:lnTo>
                  <a:pt x="19605" y="16535"/>
                </a:lnTo>
                <a:lnTo>
                  <a:pt x="19885" y="16801"/>
                </a:lnTo>
                <a:lnTo>
                  <a:pt x="20025" y="16960"/>
                </a:lnTo>
                <a:lnTo>
                  <a:pt x="20306" y="17173"/>
                </a:lnTo>
                <a:lnTo>
                  <a:pt x="20592" y="17439"/>
                </a:lnTo>
                <a:lnTo>
                  <a:pt x="20872" y="17704"/>
                </a:lnTo>
                <a:lnTo>
                  <a:pt x="21153" y="17970"/>
                </a:lnTo>
                <a:lnTo>
                  <a:pt x="21579" y="18236"/>
                </a:lnTo>
                <a:lnTo>
                  <a:pt x="21859" y="18449"/>
                </a:lnTo>
                <a:lnTo>
                  <a:pt x="22140" y="18715"/>
                </a:lnTo>
                <a:lnTo>
                  <a:pt x="22426" y="18980"/>
                </a:lnTo>
                <a:lnTo>
                  <a:pt x="22566" y="19140"/>
                </a:lnTo>
                <a:lnTo>
                  <a:pt x="22846" y="19353"/>
                </a:lnTo>
                <a:lnTo>
                  <a:pt x="23127" y="19619"/>
                </a:lnTo>
                <a:lnTo>
                  <a:pt x="23553" y="19884"/>
                </a:lnTo>
                <a:lnTo>
                  <a:pt x="23833" y="20150"/>
                </a:lnTo>
                <a:lnTo>
                  <a:pt x="24114" y="20416"/>
                </a:lnTo>
                <a:lnTo>
                  <a:pt x="24400" y="20522"/>
                </a:lnTo>
                <a:lnTo>
                  <a:pt x="24680" y="20788"/>
                </a:lnTo>
                <a:lnTo>
                  <a:pt x="24960" y="21054"/>
                </a:lnTo>
                <a:lnTo>
                  <a:pt x="25101" y="21320"/>
                </a:lnTo>
                <a:lnTo>
                  <a:pt x="25527" y="21426"/>
                </a:lnTo>
                <a:lnTo>
                  <a:pt x="25807" y="21692"/>
                </a:lnTo>
                <a:lnTo>
                  <a:pt x="26088" y="21958"/>
                </a:lnTo>
                <a:lnTo>
                  <a:pt x="26374" y="22224"/>
                </a:lnTo>
                <a:lnTo>
                  <a:pt x="26654" y="22436"/>
                </a:lnTo>
                <a:lnTo>
                  <a:pt x="26934" y="22702"/>
                </a:lnTo>
                <a:lnTo>
                  <a:pt x="27221" y="22968"/>
                </a:lnTo>
                <a:lnTo>
                  <a:pt x="27501" y="23234"/>
                </a:lnTo>
                <a:lnTo>
                  <a:pt x="27781" y="23500"/>
                </a:lnTo>
                <a:lnTo>
                  <a:pt x="28062" y="23766"/>
                </a:lnTo>
                <a:lnTo>
                  <a:pt x="28348" y="23872"/>
                </a:lnTo>
                <a:lnTo>
                  <a:pt x="28628" y="24138"/>
                </a:lnTo>
                <a:lnTo>
                  <a:pt x="28908" y="24404"/>
                </a:lnTo>
                <a:lnTo>
                  <a:pt x="29195" y="24510"/>
                </a:lnTo>
                <a:lnTo>
                  <a:pt x="29475" y="24776"/>
                </a:lnTo>
                <a:lnTo>
                  <a:pt x="29895" y="25042"/>
                </a:lnTo>
                <a:lnTo>
                  <a:pt x="30041" y="25307"/>
                </a:lnTo>
                <a:lnTo>
                  <a:pt x="30322" y="25520"/>
                </a:lnTo>
                <a:lnTo>
                  <a:pt x="30602" y="25786"/>
                </a:lnTo>
                <a:lnTo>
                  <a:pt x="30882" y="26052"/>
                </a:lnTo>
                <a:lnTo>
                  <a:pt x="31168" y="26158"/>
                </a:lnTo>
                <a:lnTo>
                  <a:pt x="31449" y="26424"/>
                </a:lnTo>
                <a:lnTo>
                  <a:pt x="31869" y="26690"/>
                </a:lnTo>
                <a:lnTo>
                  <a:pt x="32155" y="26956"/>
                </a:lnTo>
                <a:lnTo>
                  <a:pt x="32436" y="27222"/>
                </a:lnTo>
                <a:lnTo>
                  <a:pt x="32576" y="27487"/>
                </a:lnTo>
                <a:lnTo>
                  <a:pt x="32856" y="27594"/>
                </a:lnTo>
                <a:lnTo>
                  <a:pt x="33142" y="27860"/>
                </a:lnTo>
                <a:lnTo>
                  <a:pt x="33423" y="28125"/>
                </a:lnTo>
                <a:lnTo>
                  <a:pt x="33703" y="28391"/>
                </a:lnTo>
                <a:lnTo>
                  <a:pt x="34129" y="28498"/>
                </a:lnTo>
                <a:lnTo>
                  <a:pt x="34410" y="28763"/>
                </a:lnTo>
                <a:lnTo>
                  <a:pt x="34690" y="29029"/>
                </a:lnTo>
                <a:lnTo>
                  <a:pt x="34976" y="29242"/>
                </a:lnTo>
                <a:lnTo>
                  <a:pt x="35116" y="29508"/>
                </a:lnTo>
                <a:lnTo>
                  <a:pt x="35397" y="29774"/>
                </a:lnTo>
                <a:lnTo>
                  <a:pt x="35677" y="30039"/>
                </a:lnTo>
                <a:lnTo>
                  <a:pt x="36103" y="30146"/>
                </a:lnTo>
                <a:lnTo>
                  <a:pt x="36384" y="30412"/>
                </a:lnTo>
                <a:lnTo>
                  <a:pt x="36664" y="30677"/>
                </a:lnTo>
                <a:lnTo>
                  <a:pt x="36950" y="30784"/>
                </a:lnTo>
                <a:lnTo>
                  <a:pt x="37231" y="31050"/>
                </a:lnTo>
                <a:lnTo>
                  <a:pt x="37511" y="31315"/>
                </a:lnTo>
                <a:lnTo>
                  <a:pt x="37651" y="31581"/>
                </a:lnTo>
                <a:lnTo>
                  <a:pt x="38077" y="31847"/>
                </a:lnTo>
                <a:lnTo>
                  <a:pt x="38358" y="32113"/>
                </a:lnTo>
                <a:lnTo>
                  <a:pt x="38644" y="32326"/>
                </a:lnTo>
                <a:lnTo>
                  <a:pt x="38924" y="32592"/>
                </a:lnTo>
                <a:lnTo>
                  <a:pt x="39205" y="32751"/>
                </a:lnTo>
                <a:lnTo>
                  <a:pt x="39485" y="32964"/>
                </a:lnTo>
                <a:lnTo>
                  <a:pt x="39771" y="33123"/>
                </a:lnTo>
                <a:lnTo>
                  <a:pt x="40051" y="33389"/>
                </a:lnTo>
                <a:lnTo>
                  <a:pt x="40332" y="33655"/>
                </a:lnTo>
                <a:lnTo>
                  <a:pt x="40618" y="33868"/>
                </a:lnTo>
                <a:lnTo>
                  <a:pt x="40898" y="34133"/>
                </a:lnTo>
                <a:lnTo>
                  <a:pt x="41179" y="34399"/>
                </a:lnTo>
                <a:lnTo>
                  <a:pt x="41459" y="34665"/>
                </a:lnTo>
                <a:lnTo>
                  <a:pt x="41745" y="34771"/>
                </a:lnTo>
                <a:lnTo>
                  <a:pt x="42025" y="35037"/>
                </a:lnTo>
                <a:lnTo>
                  <a:pt x="42446" y="35303"/>
                </a:lnTo>
                <a:lnTo>
                  <a:pt x="42592" y="35409"/>
                </a:lnTo>
                <a:lnTo>
                  <a:pt x="42872" y="35675"/>
                </a:lnTo>
                <a:lnTo>
                  <a:pt x="43153" y="35941"/>
                </a:lnTo>
                <a:lnTo>
                  <a:pt x="43439" y="36207"/>
                </a:lnTo>
                <a:lnTo>
                  <a:pt x="43719" y="36473"/>
                </a:lnTo>
                <a:lnTo>
                  <a:pt x="43999" y="36579"/>
                </a:lnTo>
                <a:lnTo>
                  <a:pt x="44426" y="36845"/>
                </a:lnTo>
                <a:lnTo>
                  <a:pt x="44706" y="37111"/>
                </a:lnTo>
                <a:lnTo>
                  <a:pt x="44986" y="37377"/>
                </a:lnTo>
                <a:lnTo>
                  <a:pt x="45127" y="37589"/>
                </a:lnTo>
                <a:lnTo>
                  <a:pt x="45413" y="37749"/>
                </a:lnTo>
                <a:lnTo>
                  <a:pt x="45693" y="38015"/>
                </a:lnTo>
                <a:lnTo>
                  <a:pt x="45973" y="38280"/>
                </a:lnTo>
                <a:lnTo>
                  <a:pt x="46254" y="38387"/>
                </a:lnTo>
                <a:lnTo>
                  <a:pt x="46680" y="38653"/>
                </a:lnTo>
                <a:lnTo>
                  <a:pt x="46960" y="38919"/>
                </a:lnTo>
                <a:lnTo>
                  <a:pt x="47241" y="39131"/>
                </a:lnTo>
                <a:lnTo>
                  <a:pt x="47527" y="39397"/>
                </a:lnTo>
                <a:lnTo>
                  <a:pt x="47667" y="39663"/>
                </a:lnTo>
                <a:lnTo>
                  <a:pt x="47947" y="39929"/>
                </a:lnTo>
                <a:lnTo>
                  <a:pt x="48233" y="40035"/>
                </a:lnTo>
                <a:lnTo>
                  <a:pt x="48654" y="40195"/>
                </a:lnTo>
                <a:lnTo>
                  <a:pt x="48934" y="40460"/>
                </a:lnTo>
                <a:lnTo>
                  <a:pt x="49220" y="40673"/>
                </a:lnTo>
                <a:lnTo>
                  <a:pt x="49501" y="40939"/>
                </a:lnTo>
                <a:lnTo>
                  <a:pt x="49781" y="41205"/>
                </a:lnTo>
                <a:lnTo>
                  <a:pt x="50061" y="41471"/>
                </a:lnTo>
                <a:lnTo>
                  <a:pt x="50207" y="41736"/>
                </a:lnTo>
                <a:lnTo>
                  <a:pt x="50628" y="41843"/>
                </a:lnTo>
                <a:lnTo>
                  <a:pt x="50908" y="42109"/>
                </a:lnTo>
                <a:lnTo>
                  <a:pt x="51194" y="42374"/>
                </a:lnTo>
                <a:lnTo>
                  <a:pt x="51475" y="42481"/>
                </a:lnTo>
                <a:lnTo>
                  <a:pt x="51755" y="42747"/>
                </a:lnTo>
                <a:lnTo>
                  <a:pt x="52035" y="43012"/>
                </a:lnTo>
                <a:lnTo>
                  <a:pt x="52322" y="43278"/>
                </a:lnTo>
                <a:lnTo>
                  <a:pt x="52602" y="43385"/>
                </a:lnTo>
                <a:lnTo>
                  <a:pt x="52882" y="43650"/>
                </a:lnTo>
                <a:lnTo>
                  <a:pt x="53168" y="43916"/>
                </a:lnTo>
                <a:lnTo>
                  <a:pt x="53449" y="44182"/>
                </a:lnTo>
                <a:lnTo>
                  <a:pt x="53729" y="44448"/>
                </a:lnTo>
                <a:lnTo>
                  <a:pt x="54015" y="44661"/>
                </a:lnTo>
                <a:lnTo>
                  <a:pt x="54296" y="44661"/>
                </a:lnTo>
                <a:lnTo>
                  <a:pt x="54576" y="44926"/>
                </a:lnTo>
                <a:lnTo>
                  <a:pt x="55002" y="45192"/>
                </a:lnTo>
                <a:lnTo>
                  <a:pt x="55142" y="45458"/>
                </a:lnTo>
                <a:lnTo>
                  <a:pt x="55423" y="45724"/>
                </a:lnTo>
                <a:lnTo>
                  <a:pt x="55703" y="45937"/>
                </a:lnTo>
                <a:lnTo>
                  <a:pt x="55989" y="46096"/>
                </a:lnTo>
                <a:lnTo>
                  <a:pt x="56270" y="46362"/>
                </a:lnTo>
                <a:lnTo>
                  <a:pt x="56550" y="46628"/>
                </a:lnTo>
                <a:lnTo>
                  <a:pt x="56976" y="46841"/>
                </a:lnTo>
              </a:path>
            </a:pathLst>
          </a:custGeom>
          <a:ln w="800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432693" y="3246837"/>
            <a:ext cx="56696" cy="41630"/>
          </a:xfrm>
          <a:custGeom>
            <a:avLst/>
            <a:gdLst/>
            <a:ahLst/>
            <a:cxnLst/>
            <a:rect l="l" t="t" r="r" b="b"/>
            <a:pathLst>
              <a:path w="56696" h="41630">
                <a:moveTo>
                  <a:pt x="0" y="0"/>
                </a:moveTo>
                <a:lnTo>
                  <a:pt x="280" y="159"/>
                </a:lnTo>
                <a:lnTo>
                  <a:pt x="560" y="425"/>
                </a:lnTo>
                <a:lnTo>
                  <a:pt x="700" y="531"/>
                </a:lnTo>
                <a:lnTo>
                  <a:pt x="986" y="797"/>
                </a:lnTo>
                <a:lnTo>
                  <a:pt x="1267" y="1063"/>
                </a:lnTo>
                <a:lnTo>
                  <a:pt x="1547" y="1329"/>
                </a:lnTo>
                <a:lnTo>
                  <a:pt x="1833" y="1541"/>
                </a:lnTo>
                <a:lnTo>
                  <a:pt x="2254" y="1807"/>
                </a:lnTo>
                <a:lnTo>
                  <a:pt x="2534" y="1967"/>
                </a:lnTo>
                <a:lnTo>
                  <a:pt x="2820" y="2179"/>
                </a:lnTo>
                <a:lnTo>
                  <a:pt x="3101" y="2445"/>
                </a:lnTo>
                <a:lnTo>
                  <a:pt x="3241" y="2605"/>
                </a:lnTo>
                <a:lnTo>
                  <a:pt x="3521" y="2871"/>
                </a:lnTo>
                <a:lnTo>
                  <a:pt x="3807" y="2977"/>
                </a:lnTo>
                <a:lnTo>
                  <a:pt x="4228" y="3243"/>
                </a:lnTo>
                <a:lnTo>
                  <a:pt x="4508" y="3509"/>
                </a:lnTo>
                <a:lnTo>
                  <a:pt x="4794" y="3721"/>
                </a:lnTo>
                <a:lnTo>
                  <a:pt x="5075" y="3987"/>
                </a:lnTo>
                <a:lnTo>
                  <a:pt x="5355" y="4253"/>
                </a:lnTo>
                <a:lnTo>
                  <a:pt x="5641" y="4412"/>
                </a:lnTo>
                <a:lnTo>
                  <a:pt x="5781" y="4625"/>
                </a:lnTo>
                <a:lnTo>
                  <a:pt x="6062" y="4891"/>
                </a:lnTo>
                <a:lnTo>
                  <a:pt x="6482" y="5050"/>
                </a:lnTo>
                <a:lnTo>
                  <a:pt x="6768" y="5263"/>
                </a:lnTo>
                <a:lnTo>
                  <a:pt x="7049" y="5423"/>
                </a:lnTo>
                <a:lnTo>
                  <a:pt x="7329" y="5688"/>
                </a:lnTo>
                <a:lnTo>
                  <a:pt x="7615" y="5954"/>
                </a:lnTo>
                <a:lnTo>
                  <a:pt x="7895" y="6167"/>
                </a:lnTo>
                <a:lnTo>
                  <a:pt x="8176" y="6433"/>
                </a:lnTo>
                <a:lnTo>
                  <a:pt x="8456" y="6592"/>
                </a:lnTo>
                <a:lnTo>
                  <a:pt x="8742" y="6805"/>
                </a:lnTo>
                <a:lnTo>
                  <a:pt x="9023" y="7071"/>
                </a:lnTo>
                <a:lnTo>
                  <a:pt x="9303" y="7230"/>
                </a:lnTo>
                <a:lnTo>
                  <a:pt x="9589" y="7496"/>
                </a:lnTo>
                <a:lnTo>
                  <a:pt x="9869" y="7603"/>
                </a:lnTo>
                <a:lnTo>
                  <a:pt x="10150" y="7868"/>
                </a:lnTo>
                <a:lnTo>
                  <a:pt x="10576" y="8134"/>
                </a:lnTo>
                <a:lnTo>
                  <a:pt x="10716" y="8347"/>
                </a:lnTo>
                <a:lnTo>
                  <a:pt x="10997" y="8506"/>
                </a:lnTo>
                <a:lnTo>
                  <a:pt x="11277" y="8772"/>
                </a:lnTo>
                <a:lnTo>
                  <a:pt x="11563" y="9038"/>
                </a:lnTo>
                <a:lnTo>
                  <a:pt x="11843" y="9251"/>
                </a:lnTo>
                <a:lnTo>
                  <a:pt x="12124" y="9517"/>
                </a:lnTo>
                <a:lnTo>
                  <a:pt x="12410" y="9517"/>
                </a:lnTo>
                <a:lnTo>
                  <a:pt x="12830" y="9782"/>
                </a:lnTo>
                <a:lnTo>
                  <a:pt x="13111" y="10048"/>
                </a:lnTo>
                <a:lnTo>
                  <a:pt x="13251" y="10314"/>
                </a:lnTo>
                <a:lnTo>
                  <a:pt x="13537" y="10580"/>
                </a:lnTo>
                <a:lnTo>
                  <a:pt x="13817" y="10686"/>
                </a:lnTo>
                <a:lnTo>
                  <a:pt x="14098" y="10952"/>
                </a:lnTo>
                <a:lnTo>
                  <a:pt x="14384" y="11218"/>
                </a:lnTo>
                <a:lnTo>
                  <a:pt x="14804" y="11431"/>
                </a:lnTo>
                <a:lnTo>
                  <a:pt x="15085" y="11590"/>
                </a:lnTo>
                <a:lnTo>
                  <a:pt x="15371" y="11856"/>
                </a:lnTo>
                <a:lnTo>
                  <a:pt x="15651" y="11962"/>
                </a:lnTo>
                <a:lnTo>
                  <a:pt x="15791" y="12228"/>
                </a:lnTo>
                <a:lnTo>
                  <a:pt x="16072" y="12494"/>
                </a:lnTo>
                <a:lnTo>
                  <a:pt x="16358" y="12600"/>
                </a:lnTo>
                <a:lnTo>
                  <a:pt x="16778" y="12866"/>
                </a:lnTo>
                <a:lnTo>
                  <a:pt x="17059" y="13132"/>
                </a:lnTo>
                <a:lnTo>
                  <a:pt x="17345" y="13398"/>
                </a:lnTo>
                <a:lnTo>
                  <a:pt x="17625" y="13504"/>
                </a:lnTo>
                <a:lnTo>
                  <a:pt x="17905" y="13770"/>
                </a:lnTo>
                <a:lnTo>
                  <a:pt x="18192" y="14036"/>
                </a:lnTo>
                <a:lnTo>
                  <a:pt x="18332" y="14142"/>
                </a:lnTo>
                <a:lnTo>
                  <a:pt x="18612" y="14302"/>
                </a:lnTo>
                <a:lnTo>
                  <a:pt x="19038" y="14514"/>
                </a:lnTo>
                <a:lnTo>
                  <a:pt x="19319" y="14780"/>
                </a:lnTo>
                <a:lnTo>
                  <a:pt x="19599" y="15046"/>
                </a:lnTo>
                <a:lnTo>
                  <a:pt x="19879" y="15152"/>
                </a:lnTo>
                <a:lnTo>
                  <a:pt x="20166" y="15418"/>
                </a:lnTo>
                <a:lnTo>
                  <a:pt x="20446" y="15684"/>
                </a:lnTo>
                <a:lnTo>
                  <a:pt x="20726" y="15950"/>
                </a:lnTo>
                <a:lnTo>
                  <a:pt x="21012" y="16056"/>
                </a:lnTo>
                <a:lnTo>
                  <a:pt x="21293" y="16322"/>
                </a:lnTo>
                <a:lnTo>
                  <a:pt x="21573" y="16482"/>
                </a:lnTo>
                <a:lnTo>
                  <a:pt x="21853" y="16694"/>
                </a:lnTo>
                <a:lnTo>
                  <a:pt x="22140" y="16854"/>
                </a:lnTo>
                <a:lnTo>
                  <a:pt x="22420" y="17120"/>
                </a:lnTo>
                <a:lnTo>
                  <a:pt x="22700" y="17385"/>
                </a:lnTo>
                <a:lnTo>
                  <a:pt x="23127" y="17598"/>
                </a:lnTo>
                <a:lnTo>
                  <a:pt x="23267" y="17758"/>
                </a:lnTo>
                <a:lnTo>
                  <a:pt x="23547" y="18023"/>
                </a:lnTo>
                <a:lnTo>
                  <a:pt x="23833" y="18236"/>
                </a:lnTo>
                <a:lnTo>
                  <a:pt x="24114" y="18502"/>
                </a:lnTo>
                <a:lnTo>
                  <a:pt x="24394" y="18661"/>
                </a:lnTo>
                <a:lnTo>
                  <a:pt x="24692" y="18768"/>
                </a:lnTo>
                <a:lnTo>
                  <a:pt x="24984" y="19034"/>
                </a:lnTo>
                <a:lnTo>
                  <a:pt x="25393" y="19300"/>
                </a:lnTo>
                <a:lnTo>
                  <a:pt x="25685" y="19406"/>
                </a:lnTo>
                <a:lnTo>
                  <a:pt x="25801" y="19672"/>
                </a:lnTo>
                <a:lnTo>
                  <a:pt x="26093" y="19938"/>
                </a:lnTo>
                <a:lnTo>
                  <a:pt x="26385" y="20044"/>
                </a:lnTo>
                <a:lnTo>
                  <a:pt x="26677" y="20310"/>
                </a:lnTo>
                <a:lnTo>
                  <a:pt x="26911" y="20576"/>
                </a:lnTo>
                <a:lnTo>
                  <a:pt x="27378" y="20841"/>
                </a:lnTo>
                <a:lnTo>
                  <a:pt x="27612" y="20948"/>
                </a:lnTo>
                <a:lnTo>
                  <a:pt x="27904" y="21214"/>
                </a:lnTo>
                <a:lnTo>
                  <a:pt x="28196" y="21320"/>
                </a:lnTo>
                <a:lnTo>
                  <a:pt x="28371" y="21586"/>
                </a:lnTo>
                <a:lnTo>
                  <a:pt x="28605" y="21745"/>
                </a:lnTo>
                <a:lnTo>
                  <a:pt x="28897" y="22011"/>
                </a:lnTo>
                <a:lnTo>
                  <a:pt x="29305" y="22224"/>
                </a:lnTo>
                <a:lnTo>
                  <a:pt x="29597" y="22383"/>
                </a:lnTo>
                <a:lnTo>
                  <a:pt x="29889" y="22649"/>
                </a:lnTo>
                <a:lnTo>
                  <a:pt x="30182" y="22862"/>
                </a:lnTo>
                <a:lnTo>
                  <a:pt x="30474" y="23128"/>
                </a:lnTo>
                <a:lnTo>
                  <a:pt x="30766" y="23287"/>
                </a:lnTo>
                <a:lnTo>
                  <a:pt x="30882" y="23553"/>
                </a:lnTo>
                <a:lnTo>
                  <a:pt x="31174" y="23659"/>
                </a:lnTo>
                <a:lnTo>
                  <a:pt x="31583" y="23766"/>
                </a:lnTo>
                <a:lnTo>
                  <a:pt x="31875" y="24031"/>
                </a:lnTo>
                <a:lnTo>
                  <a:pt x="32167" y="24297"/>
                </a:lnTo>
                <a:lnTo>
                  <a:pt x="32459" y="24404"/>
                </a:lnTo>
                <a:lnTo>
                  <a:pt x="32693" y="24669"/>
                </a:lnTo>
                <a:lnTo>
                  <a:pt x="32985" y="24935"/>
                </a:lnTo>
                <a:lnTo>
                  <a:pt x="33277" y="25201"/>
                </a:lnTo>
                <a:lnTo>
                  <a:pt x="33569" y="25307"/>
                </a:lnTo>
                <a:lnTo>
                  <a:pt x="33861" y="25573"/>
                </a:lnTo>
                <a:lnTo>
                  <a:pt x="34153" y="25839"/>
                </a:lnTo>
                <a:lnTo>
                  <a:pt x="34386" y="25839"/>
                </a:lnTo>
                <a:lnTo>
                  <a:pt x="34678" y="26105"/>
                </a:lnTo>
                <a:lnTo>
                  <a:pt x="34970" y="26371"/>
                </a:lnTo>
                <a:lnTo>
                  <a:pt x="35262" y="26477"/>
                </a:lnTo>
                <a:lnTo>
                  <a:pt x="35671" y="26743"/>
                </a:lnTo>
                <a:lnTo>
                  <a:pt x="35963" y="27009"/>
                </a:lnTo>
                <a:lnTo>
                  <a:pt x="36080" y="27275"/>
                </a:lnTo>
                <a:lnTo>
                  <a:pt x="36372" y="27381"/>
                </a:lnTo>
                <a:lnTo>
                  <a:pt x="36664" y="27647"/>
                </a:lnTo>
                <a:lnTo>
                  <a:pt x="36956" y="27913"/>
                </a:lnTo>
                <a:lnTo>
                  <a:pt x="37248" y="28019"/>
                </a:lnTo>
                <a:lnTo>
                  <a:pt x="37482" y="28125"/>
                </a:lnTo>
                <a:lnTo>
                  <a:pt x="37949" y="28391"/>
                </a:lnTo>
                <a:lnTo>
                  <a:pt x="38241" y="28551"/>
                </a:lnTo>
                <a:lnTo>
                  <a:pt x="38358" y="28817"/>
                </a:lnTo>
                <a:lnTo>
                  <a:pt x="38650" y="29029"/>
                </a:lnTo>
                <a:lnTo>
                  <a:pt x="38942" y="29189"/>
                </a:lnTo>
                <a:lnTo>
                  <a:pt x="39175" y="29455"/>
                </a:lnTo>
                <a:lnTo>
                  <a:pt x="39467" y="29667"/>
                </a:lnTo>
                <a:lnTo>
                  <a:pt x="39935" y="29827"/>
                </a:lnTo>
                <a:lnTo>
                  <a:pt x="40168" y="30093"/>
                </a:lnTo>
                <a:lnTo>
                  <a:pt x="40460" y="30358"/>
                </a:lnTo>
                <a:lnTo>
                  <a:pt x="40752" y="30465"/>
                </a:lnTo>
                <a:lnTo>
                  <a:pt x="41161" y="30837"/>
                </a:lnTo>
                <a:lnTo>
                  <a:pt x="41453" y="30996"/>
                </a:lnTo>
                <a:lnTo>
                  <a:pt x="41862" y="31209"/>
                </a:lnTo>
                <a:lnTo>
                  <a:pt x="42154" y="31475"/>
                </a:lnTo>
                <a:lnTo>
                  <a:pt x="42446" y="31634"/>
                </a:lnTo>
                <a:lnTo>
                  <a:pt x="42738" y="31900"/>
                </a:lnTo>
                <a:lnTo>
                  <a:pt x="43030" y="32113"/>
                </a:lnTo>
                <a:lnTo>
                  <a:pt x="43263" y="32273"/>
                </a:lnTo>
                <a:lnTo>
                  <a:pt x="43439" y="32538"/>
                </a:lnTo>
                <a:lnTo>
                  <a:pt x="43731" y="32751"/>
                </a:lnTo>
                <a:lnTo>
                  <a:pt x="44140" y="32751"/>
                </a:lnTo>
                <a:lnTo>
                  <a:pt x="44432" y="33017"/>
                </a:lnTo>
                <a:lnTo>
                  <a:pt x="44724" y="33283"/>
                </a:lnTo>
                <a:lnTo>
                  <a:pt x="44957" y="33442"/>
                </a:lnTo>
                <a:lnTo>
                  <a:pt x="45249" y="33655"/>
                </a:lnTo>
                <a:lnTo>
                  <a:pt x="45541" y="33921"/>
                </a:lnTo>
                <a:lnTo>
                  <a:pt x="45833" y="34080"/>
                </a:lnTo>
                <a:lnTo>
                  <a:pt x="46125" y="34293"/>
                </a:lnTo>
                <a:lnTo>
                  <a:pt x="46417" y="34559"/>
                </a:lnTo>
                <a:lnTo>
                  <a:pt x="46651" y="34718"/>
                </a:lnTo>
                <a:lnTo>
                  <a:pt x="46943" y="34984"/>
                </a:lnTo>
                <a:lnTo>
                  <a:pt x="47235" y="35090"/>
                </a:lnTo>
                <a:lnTo>
                  <a:pt x="47527" y="35197"/>
                </a:lnTo>
                <a:lnTo>
                  <a:pt x="47819" y="35463"/>
                </a:lnTo>
                <a:lnTo>
                  <a:pt x="48228" y="35622"/>
                </a:lnTo>
                <a:lnTo>
                  <a:pt x="48520" y="35835"/>
                </a:lnTo>
                <a:lnTo>
                  <a:pt x="48636" y="36101"/>
                </a:lnTo>
                <a:lnTo>
                  <a:pt x="48928" y="36260"/>
                </a:lnTo>
                <a:lnTo>
                  <a:pt x="49220" y="36526"/>
                </a:lnTo>
                <a:lnTo>
                  <a:pt x="49512" y="36739"/>
                </a:lnTo>
                <a:lnTo>
                  <a:pt x="49804" y="36898"/>
                </a:lnTo>
                <a:lnTo>
                  <a:pt x="50038" y="37164"/>
                </a:lnTo>
                <a:lnTo>
                  <a:pt x="50505" y="37377"/>
                </a:lnTo>
                <a:lnTo>
                  <a:pt x="50739" y="37377"/>
                </a:lnTo>
                <a:lnTo>
                  <a:pt x="51031" y="37642"/>
                </a:lnTo>
                <a:lnTo>
                  <a:pt x="51206" y="37802"/>
                </a:lnTo>
                <a:lnTo>
                  <a:pt x="51498" y="38068"/>
                </a:lnTo>
                <a:lnTo>
                  <a:pt x="51732" y="38280"/>
                </a:lnTo>
                <a:lnTo>
                  <a:pt x="52024" y="38440"/>
                </a:lnTo>
                <a:lnTo>
                  <a:pt x="52433" y="38706"/>
                </a:lnTo>
                <a:lnTo>
                  <a:pt x="52725" y="38919"/>
                </a:lnTo>
                <a:lnTo>
                  <a:pt x="53017" y="39078"/>
                </a:lnTo>
                <a:lnTo>
                  <a:pt x="53309" y="39344"/>
                </a:lnTo>
                <a:lnTo>
                  <a:pt x="53601" y="39450"/>
                </a:lnTo>
                <a:lnTo>
                  <a:pt x="53717" y="39716"/>
                </a:lnTo>
                <a:lnTo>
                  <a:pt x="54009" y="39822"/>
                </a:lnTo>
                <a:lnTo>
                  <a:pt x="54418" y="39982"/>
                </a:lnTo>
                <a:lnTo>
                  <a:pt x="54710" y="40248"/>
                </a:lnTo>
                <a:lnTo>
                  <a:pt x="55002" y="40354"/>
                </a:lnTo>
                <a:lnTo>
                  <a:pt x="55294" y="40620"/>
                </a:lnTo>
                <a:lnTo>
                  <a:pt x="55586" y="40886"/>
                </a:lnTo>
                <a:lnTo>
                  <a:pt x="55820" y="40992"/>
                </a:lnTo>
                <a:lnTo>
                  <a:pt x="55995" y="41258"/>
                </a:lnTo>
                <a:lnTo>
                  <a:pt x="56287" y="41364"/>
                </a:lnTo>
                <a:lnTo>
                  <a:pt x="56696" y="41630"/>
                </a:lnTo>
              </a:path>
            </a:pathLst>
          </a:custGeom>
          <a:ln w="796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489390" y="3288467"/>
            <a:ext cx="56824" cy="35835"/>
          </a:xfrm>
          <a:custGeom>
            <a:avLst/>
            <a:gdLst/>
            <a:ahLst/>
            <a:cxnLst/>
            <a:rect l="l" t="t" r="r" b="b"/>
            <a:pathLst>
              <a:path w="56824" h="35835">
                <a:moveTo>
                  <a:pt x="0" y="0"/>
                </a:moveTo>
                <a:lnTo>
                  <a:pt x="292" y="265"/>
                </a:lnTo>
                <a:lnTo>
                  <a:pt x="584" y="372"/>
                </a:lnTo>
                <a:lnTo>
                  <a:pt x="817" y="531"/>
                </a:lnTo>
                <a:lnTo>
                  <a:pt x="1109" y="638"/>
                </a:lnTo>
                <a:lnTo>
                  <a:pt x="1401" y="903"/>
                </a:lnTo>
                <a:lnTo>
                  <a:pt x="1693" y="1169"/>
                </a:lnTo>
                <a:lnTo>
                  <a:pt x="1985" y="1276"/>
                </a:lnTo>
                <a:lnTo>
                  <a:pt x="2277" y="1541"/>
                </a:lnTo>
                <a:lnTo>
                  <a:pt x="2511" y="1701"/>
                </a:lnTo>
                <a:lnTo>
                  <a:pt x="2803" y="1914"/>
                </a:lnTo>
                <a:lnTo>
                  <a:pt x="3095" y="2179"/>
                </a:lnTo>
                <a:lnTo>
                  <a:pt x="3387" y="2339"/>
                </a:lnTo>
                <a:lnTo>
                  <a:pt x="3679" y="2552"/>
                </a:lnTo>
                <a:lnTo>
                  <a:pt x="4088" y="2711"/>
                </a:lnTo>
                <a:lnTo>
                  <a:pt x="4380" y="2817"/>
                </a:lnTo>
                <a:lnTo>
                  <a:pt x="4496" y="3083"/>
                </a:lnTo>
                <a:lnTo>
                  <a:pt x="4788" y="3243"/>
                </a:lnTo>
                <a:lnTo>
                  <a:pt x="5080" y="3455"/>
                </a:lnTo>
                <a:lnTo>
                  <a:pt x="5372" y="3615"/>
                </a:lnTo>
                <a:lnTo>
                  <a:pt x="5606" y="3881"/>
                </a:lnTo>
                <a:lnTo>
                  <a:pt x="5898" y="3987"/>
                </a:lnTo>
                <a:lnTo>
                  <a:pt x="6365" y="4253"/>
                </a:lnTo>
                <a:lnTo>
                  <a:pt x="6599" y="4519"/>
                </a:lnTo>
                <a:lnTo>
                  <a:pt x="6891" y="4625"/>
                </a:lnTo>
                <a:lnTo>
                  <a:pt x="7066" y="4891"/>
                </a:lnTo>
                <a:lnTo>
                  <a:pt x="7300" y="4997"/>
                </a:lnTo>
                <a:lnTo>
                  <a:pt x="7592" y="5157"/>
                </a:lnTo>
                <a:lnTo>
                  <a:pt x="7884" y="5423"/>
                </a:lnTo>
                <a:lnTo>
                  <a:pt x="8293" y="5529"/>
                </a:lnTo>
                <a:lnTo>
                  <a:pt x="8585" y="5795"/>
                </a:lnTo>
                <a:lnTo>
                  <a:pt x="8877" y="5901"/>
                </a:lnTo>
                <a:lnTo>
                  <a:pt x="9169" y="6167"/>
                </a:lnTo>
                <a:lnTo>
                  <a:pt x="9461" y="6326"/>
                </a:lnTo>
                <a:lnTo>
                  <a:pt x="9577" y="6539"/>
                </a:lnTo>
                <a:lnTo>
                  <a:pt x="9869" y="6699"/>
                </a:lnTo>
                <a:lnTo>
                  <a:pt x="10278" y="6965"/>
                </a:lnTo>
                <a:lnTo>
                  <a:pt x="10570" y="7177"/>
                </a:lnTo>
                <a:lnTo>
                  <a:pt x="10862" y="7337"/>
                </a:lnTo>
                <a:lnTo>
                  <a:pt x="11154" y="7443"/>
                </a:lnTo>
                <a:lnTo>
                  <a:pt x="11388" y="7603"/>
                </a:lnTo>
                <a:lnTo>
                  <a:pt x="11680" y="7868"/>
                </a:lnTo>
                <a:lnTo>
                  <a:pt x="11972" y="7975"/>
                </a:lnTo>
                <a:lnTo>
                  <a:pt x="12147" y="8241"/>
                </a:lnTo>
                <a:lnTo>
                  <a:pt x="12556" y="8347"/>
                </a:lnTo>
                <a:lnTo>
                  <a:pt x="12848" y="8613"/>
                </a:lnTo>
                <a:lnTo>
                  <a:pt x="13081" y="8879"/>
                </a:lnTo>
                <a:lnTo>
                  <a:pt x="13373" y="8985"/>
                </a:lnTo>
                <a:lnTo>
                  <a:pt x="13666" y="9251"/>
                </a:lnTo>
                <a:lnTo>
                  <a:pt x="13958" y="9410"/>
                </a:lnTo>
                <a:lnTo>
                  <a:pt x="14250" y="9623"/>
                </a:lnTo>
                <a:lnTo>
                  <a:pt x="14542" y="9782"/>
                </a:lnTo>
                <a:lnTo>
                  <a:pt x="14775" y="9889"/>
                </a:lnTo>
                <a:lnTo>
                  <a:pt x="15067" y="10048"/>
                </a:lnTo>
                <a:lnTo>
                  <a:pt x="15359" y="10261"/>
                </a:lnTo>
                <a:lnTo>
                  <a:pt x="15651" y="10420"/>
                </a:lnTo>
                <a:lnTo>
                  <a:pt x="15943" y="10686"/>
                </a:lnTo>
                <a:lnTo>
                  <a:pt x="16235" y="10952"/>
                </a:lnTo>
                <a:lnTo>
                  <a:pt x="16644" y="11058"/>
                </a:lnTo>
                <a:lnTo>
                  <a:pt x="16936" y="11324"/>
                </a:lnTo>
                <a:lnTo>
                  <a:pt x="17345" y="11696"/>
                </a:lnTo>
                <a:lnTo>
                  <a:pt x="17637" y="11803"/>
                </a:lnTo>
                <a:lnTo>
                  <a:pt x="17929" y="12069"/>
                </a:lnTo>
                <a:lnTo>
                  <a:pt x="18162" y="12069"/>
                </a:lnTo>
                <a:lnTo>
                  <a:pt x="18454" y="12334"/>
                </a:lnTo>
                <a:lnTo>
                  <a:pt x="18863" y="12441"/>
                </a:lnTo>
                <a:lnTo>
                  <a:pt x="19155" y="12707"/>
                </a:lnTo>
                <a:lnTo>
                  <a:pt x="19447" y="12866"/>
                </a:lnTo>
                <a:lnTo>
                  <a:pt x="19622" y="13132"/>
                </a:lnTo>
                <a:lnTo>
                  <a:pt x="19856" y="13238"/>
                </a:lnTo>
                <a:lnTo>
                  <a:pt x="20148" y="13504"/>
                </a:lnTo>
                <a:lnTo>
                  <a:pt x="20440" y="13611"/>
                </a:lnTo>
                <a:lnTo>
                  <a:pt x="20849" y="13876"/>
                </a:lnTo>
                <a:lnTo>
                  <a:pt x="21141" y="13983"/>
                </a:lnTo>
                <a:lnTo>
                  <a:pt x="21433" y="14249"/>
                </a:lnTo>
                <a:lnTo>
                  <a:pt x="21725" y="14408"/>
                </a:lnTo>
                <a:lnTo>
                  <a:pt x="22017" y="14514"/>
                </a:lnTo>
                <a:lnTo>
                  <a:pt x="22134" y="14674"/>
                </a:lnTo>
                <a:lnTo>
                  <a:pt x="22426" y="14887"/>
                </a:lnTo>
                <a:lnTo>
                  <a:pt x="22835" y="15046"/>
                </a:lnTo>
                <a:lnTo>
                  <a:pt x="23127" y="15312"/>
                </a:lnTo>
                <a:lnTo>
                  <a:pt x="23419" y="15418"/>
                </a:lnTo>
                <a:lnTo>
                  <a:pt x="23711" y="15684"/>
                </a:lnTo>
                <a:lnTo>
                  <a:pt x="23944" y="15790"/>
                </a:lnTo>
                <a:lnTo>
                  <a:pt x="24236" y="16056"/>
                </a:lnTo>
                <a:lnTo>
                  <a:pt x="24528" y="16216"/>
                </a:lnTo>
                <a:lnTo>
                  <a:pt x="24645" y="16428"/>
                </a:lnTo>
                <a:lnTo>
                  <a:pt x="25112" y="16588"/>
                </a:lnTo>
                <a:lnTo>
                  <a:pt x="25404" y="16854"/>
                </a:lnTo>
                <a:lnTo>
                  <a:pt x="25638" y="16854"/>
                </a:lnTo>
                <a:lnTo>
                  <a:pt x="25930" y="17066"/>
                </a:lnTo>
                <a:lnTo>
                  <a:pt x="26222" y="17226"/>
                </a:lnTo>
                <a:lnTo>
                  <a:pt x="26514" y="17492"/>
                </a:lnTo>
                <a:lnTo>
                  <a:pt x="26806" y="17598"/>
                </a:lnTo>
                <a:lnTo>
                  <a:pt x="27098" y="17864"/>
                </a:lnTo>
                <a:lnTo>
                  <a:pt x="27332" y="17970"/>
                </a:lnTo>
                <a:lnTo>
                  <a:pt x="27624" y="18236"/>
                </a:lnTo>
                <a:lnTo>
                  <a:pt x="27916" y="18396"/>
                </a:lnTo>
                <a:lnTo>
                  <a:pt x="28208" y="18608"/>
                </a:lnTo>
                <a:lnTo>
                  <a:pt x="28500" y="18768"/>
                </a:lnTo>
                <a:lnTo>
                  <a:pt x="28733" y="19034"/>
                </a:lnTo>
                <a:lnTo>
                  <a:pt x="29200" y="19140"/>
                </a:lnTo>
                <a:lnTo>
                  <a:pt x="29492" y="19300"/>
                </a:lnTo>
                <a:lnTo>
                  <a:pt x="29901" y="19672"/>
                </a:lnTo>
                <a:lnTo>
                  <a:pt x="30193" y="19778"/>
                </a:lnTo>
                <a:lnTo>
                  <a:pt x="30427" y="20044"/>
                </a:lnTo>
                <a:lnTo>
                  <a:pt x="30719" y="20150"/>
                </a:lnTo>
                <a:lnTo>
                  <a:pt x="31011" y="20416"/>
                </a:lnTo>
                <a:lnTo>
                  <a:pt x="31420" y="20576"/>
                </a:lnTo>
                <a:lnTo>
                  <a:pt x="31712" y="20841"/>
                </a:lnTo>
                <a:lnTo>
                  <a:pt x="32004" y="20948"/>
                </a:lnTo>
                <a:lnTo>
                  <a:pt x="32412" y="21320"/>
                </a:lnTo>
                <a:lnTo>
                  <a:pt x="32704" y="21479"/>
                </a:lnTo>
                <a:lnTo>
                  <a:pt x="32996" y="21586"/>
                </a:lnTo>
                <a:lnTo>
                  <a:pt x="33405" y="21692"/>
                </a:lnTo>
                <a:lnTo>
                  <a:pt x="33697" y="21958"/>
                </a:lnTo>
                <a:lnTo>
                  <a:pt x="33989" y="22117"/>
                </a:lnTo>
                <a:lnTo>
                  <a:pt x="34281" y="22383"/>
                </a:lnTo>
                <a:lnTo>
                  <a:pt x="34515" y="22490"/>
                </a:lnTo>
                <a:lnTo>
                  <a:pt x="34690" y="22755"/>
                </a:lnTo>
                <a:lnTo>
                  <a:pt x="34982" y="22862"/>
                </a:lnTo>
                <a:lnTo>
                  <a:pt x="35274" y="23021"/>
                </a:lnTo>
                <a:lnTo>
                  <a:pt x="35683" y="23234"/>
                </a:lnTo>
                <a:lnTo>
                  <a:pt x="35975" y="23393"/>
                </a:lnTo>
                <a:lnTo>
                  <a:pt x="36209" y="23659"/>
                </a:lnTo>
                <a:lnTo>
                  <a:pt x="36501" y="23766"/>
                </a:lnTo>
                <a:lnTo>
                  <a:pt x="36793" y="23925"/>
                </a:lnTo>
                <a:lnTo>
                  <a:pt x="37085" y="24031"/>
                </a:lnTo>
                <a:lnTo>
                  <a:pt x="37201" y="24297"/>
                </a:lnTo>
                <a:lnTo>
                  <a:pt x="37669" y="24404"/>
                </a:lnTo>
                <a:lnTo>
                  <a:pt x="37902" y="24563"/>
                </a:lnTo>
                <a:lnTo>
                  <a:pt x="38194" y="24776"/>
                </a:lnTo>
                <a:lnTo>
                  <a:pt x="38486" y="24935"/>
                </a:lnTo>
                <a:lnTo>
                  <a:pt x="38778" y="25201"/>
                </a:lnTo>
                <a:lnTo>
                  <a:pt x="39070" y="25307"/>
                </a:lnTo>
                <a:lnTo>
                  <a:pt x="39362" y="25573"/>
                </a:lnTo>
                <a:lnTo>
                  <a:pt x="39596" y="25680"/>
                </a:lnTo>
                <a:lnTo>
                  <a:pt x="39888" y="25839"/>
                </a:lnTo>
                <a:lnTo>
                  <a:pt x="40180" y="26105"/>
                </a:lnTo>
                <a:lnTo>
                  <a:pt x="40472" y="26105"/>
                </a:lnTo>
                <a:lnTo>
                  <a:pt x="40764" y="26318"/>
                </a:lnTo>
                <a:lnTo>
                  <a:pt x="41056" y="26477"/>
                </a:lnTo>
                <a:lnTo>
                  <a:pt x="41290" y="26743"/>
                </a:lnTo>
                <a:lnTo>
                  <a:pt x="41582" y="26849"/>
                </a:lnTo>
                <a:lnTo>
                  <a:pt x="41990" y="26956"/>
                </a:lnTo>
                <a:lnTo>
                  <a:pt x="42166" y="27222"/>
                </a:lnTo>
                <a:lnTo>
                  <a:pt x="42458" y="27381"/>
                </a:lnTo>
                <a:lnTo>
                  <a:pt x="42750" y="27647"/>
                </a:lnTo>
                <a:lnTo>
                  <a:pt x="42983" y="27753"/>
                </a:lnTo>
                <a:lnTo>
                  <a:pt x="43275" y="28019"/>
                </a:lnTo>
                <a:lnTo>
                  <a:pt x="43567" y="28125"/>
                </a:lnTo>
                <a:lnTo>
                  <a:pt x="43976" y="28285"/>
                </a:lnTo>
                <a:lnTo>
                  <a:pt x="44268" y="28391"/>
                </a:lnTo>
                <a:lnTo>
                  <a:pt x="44560" y="28498"/>
                </a:lnTo>
                <a:lnTo>
                  <a:pt x="44677" y="28763"/>
                </a:lnTo>
                <a:lnTo>
                  <a:pt x="44969" y="28923"/>
                </a:lnTo>
                <a:lnTo>
                  <a:pt x="45261" y="29029"/>
                </a:lnTo>
                <a:lnTo>
                  <a:pt x="45553" y="29295"/>
                </a:lnTo>
                <a:lnTo>
                  <a:pt x="45962" y="29401"/>
                </a:lnTo>
                <a:lnTo>
                  <a:pt x="46254" y="29667"/>
                </a:lnTo>
                <a:lnTo>
                  <a:pt x="46546" y="29827"/>
                </a:lnTo>
                <a:lnTo>
                  <a:pt x="46838" y="29933"/>
                </a:lnTo>
                <a:lnTo>
                  <a:pt x="47071" y="30199"/>
                </a:lnTo>
                <a:lnTo>
                  <a:pt x="47246" y="30305"/>
                </a:lnTo>
                <a:lnTo>
                  <a:pt x="47538" y="30571"/>
                </a:lnTo>
                <a:lnTo>
                  <a:pt x="47772" y="30731"/>
                </a:lnTo>
                <a:lnTo>
                  <a:pt x="48239" y="30731"/>
                </a:lnTo>
                <a:lnTo>
                  <a:pt x="48531" y="30943"/>
                </a:lnTo>
                <a:lnTo>
                  <a:pt x="48765" y="31103"/>
                </a:lnTo>
                <a:lnTo>
                  <a:pt x="49057" y="31369"/>
                </a:lnTo>
                <a:lnTo>
                  <a:pt x="49349" y="31475"/>
                </a:lnTo>
                <a:lnTo>
                  <a:pt x="49641" y="31581"/>
                </a:lnTo>
                <a:lnTo>
                  <a:pt x="49758" y="31847"/>
                </a:lnTo>
                <a:lnTo>
                  <a:pt x="50225" y="32007"/>
                </a:lnTo>
                <a:lnTo>
                  <a:pt x="50459" y="32113"/>
                </a:lnTo>
                <a:lnTo>
                  <a:pt x="50751" y="32379"/>
                </a:lnTo>
                <a:lnTo>
                  <a:pt x="51043" y="32485"/>
                </a:lnTo>
                <a:lnTo>
                  <a:pt x="51335" y="32751"/>
                </a:lnTo>
                <a:lnTo>
                  <a:pt x="51627" y="32911"/>
                </a:lnTo>
                <a:lnTo>
                  <a:pt x="51860" y="33017"/>
                </a:lnTo>
                <a:lnTo>
                  <a:pt x="52152" y="33123"/>
                </a:lnTo>
                <a:lnTo>
                  <a:pt x="52444" y="33283"/>
                </a:lnTo>
                <a:lnTo>
                  <a:pt x="52736" y="33389"/>
                </a:lnTo>
                <a:lnTo>
                  <a:pt x="53028" y="33655"/>
                </a:lnTo>
                <a:lnTo>
                  <a:pt x="53320" y="33814"/>
                </a:lnTo>
                <a:lnTo>
                  <a:pt x="53554" y="34027"/>
                </a:lnTo>
                <a:lnTo>
                  <a:pt x="53846" y="34187"/>
                </a:lnTo>
                <a:lnTo>
                  <a:pt x="54138" y="34293"/>
                </a:lnTo>
                <a:lnTo>
                  <a:pt x="54547" y="34559"/>
                </a:lnTo>
                <a:lnTo>
                  <a:pt x="54722" y="34665"/>
                </a:lnTo>
                <a:lnTo>
                  <a:pt x="55014" y="34825"/>
                </a:lnTo>
                <a:lnTo>
                  <a:pt x="55248" y="35090"/>
                </a:lnTo>
                <a:lnTo>
                  <a:pt x="55540" y="35197"/>
                </a:lnTo>
                <a:lnTo>
                  <a:pt x="55832" y="35356"/>
                </a:lnTo>
                <a:lnTo>
                  <a:pt x="56124" y="35463"/>
                </a:lnTo>
                <a:lnTo>
                  <a:pt x="56532" y="35569"/>
                </a:lnTo>
                <a:lnTo>
                  <a:pt x="56824" y="35835"/>
                </a:lnTo>
              </a:path>
            </a:pathLst>
          </a:custGeom>
          <a:ln w="791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546214" y="3324303"/>
            <a:ext cx="56708" cy="29561"/>
          </a:xfrm>
          <a:custGeom>
            <a:avLst/>
            <a:gdLst/>
            <a:ahLst/>
            <a:cxnLst/>
            <a:rect l="l" t="t" r="r" b="b"/>
            <a:pathLst>
              <a:path w="56708" h="29561">
                <a:moveTo>
                  <a:pt x="0" y="0"/>
                </a:moveTo>
                <a:lnTo>
                  <a:pt x="292" y="159"/>
                </a:lnTo>
                <a:lnTo>
                  <a:pt x="700" y="531"/>
                </a:lnTo>
                <a:lnTo>
                  <a:pt x="992" y="638"/>
                </a:lnTo>
                <a:lnTo>
                  <a:pt x="1284" y="797"/>
                </a:lnTo>
                <a:lnTo>
                  <a:pt x="1693" y="1063"/>
                </a:lnTo>
                <a:lnTo>
                  <a:pt x="1985" y="1169"/>
                </a:lnTo>
                <a:lnTo>
                  <a:pt x="2277" y="1276"/>
                </a:lnTo>
                <a:lnTo>
                  <a:pt x="2511" y="1541"/>
                </a:lnTo>
                <a:lnTo>
                  <a:pt x="2803" y="1701"/>
                </a:lnTo>
                <a:lnTo>
                  <a:pt x="2978" y="1807"/>
                </a:lnTo>
                <a:lnTo>
                  <a:pt x="3270" y="1914"/>
                </a:lnTo>
                <a:lnTo>
                  <a:pt x="3504" y="2073"/>
                </a:lnTo>
                <a:lnTo>
                  <a:pt x="3971" y="2179"/>
                </a:lnTo>
                <a:lnTo>
                  <a:pt x="4204" y="2445"/>
                </a:lnTo>
                <a:lnTo>
                  <a:pt x="4496" y="2605"/>
                </a:lnTo>
                <a:lnTo>
                  <a:pt x="4788" y="2711"/>
                </a:lnTo>
                <a:lnTo>
                  <a:pt x="5080" y="2977"/>
                </a:lnTo>
                <a:lnTo>
                  <a:pt x="5372" y="3083"/>
                </a:lnTo>
                <a:lnTo>
                  <a:pt x="5489" y="3243"/>
                </a:lnTo>
                <a:lnTo>
                  <a:pt x="5898" y="3455"/>
                </a:lnTo>
                <a:lnTo>
                  <a:pt x="6190" y="3615"/>
                </a:lnTo>
                <a:lnTo>
                  <a:pt x="6482" y="3721"/>
                </a:lnTo>
                <a:lnTo>
                  <a:pt x="6774" y="3987"/>
                </a:lnTo>
                <a:lnTo>
                  <a:pt x="7066" y="4093"/>
                </a:lnTo>
                <a:lnTo>
                  <a:pt x="7358" y="4253"/>
                </a:lnTo>
                <a:lnTo>
                  <a:pt x="7592" y="4359"/>
                </a:lnTo>
                <a:lnTo>
                  <a:pt x="7884" y="4519"/>
                </a:lnTo>
                <a:lnTo>
                  <a:pt x="8176" y="4625"/>
                </a:lnTo>
                <a:lnTo>
                  <a:pt x="8468" y="4785"/>
                </a:lnTo>
                <a:lnTo>
                  <a:pt x="8760" y="4997"/>
                </a:lnTo>
                <a:lnTo>
                  <a:pt x="9052" y="5157"/>
                </a:lnTo>
                <a:lnTo>
                  <a:pt x="9285" y="5263"/>
                </a:lnTo>
                <a:lnTo>
                  <a:pt x="9577" y="5529"/>
                </a:lnTo>
                <a:lnTo>
                  <a:pt x="9869" y="5635"/>
                </a:lnTo>
                <a:lnTo>
                  <a:pt x="10278" y="5795"/>
                </a:lnTo>
                <a:lnTo>
                  <a:pt x="10453" y="6061"/>
                </a:lnTo>
                <a:lnTo>
                  <a:pt x="10745" y="6167"/>
                </a:lnTo>
                <a:lnTo>
                  <a:pt x="10979" y="6326"/>
                </a:lnTo>
                <a:lnTo>
                  <a:pt x="11271" y="6539"/>
                </a:lnTo>
                <a:lnTo>
                  <a:pt x="11563" y="6539"/>
                </a:lnTo>
                <a:lnTo>
                  <a:pt x="11855" y="6699"/>
                </a:lnTo>
                <a:lnTo>
                  <a:pt x="12264" y="6805"/>
                </a:lnTo>
                <a:lnTo>
                  <a:pt x="12556" y="7071"/>
                </a:lnTo>
                <a:lnTo>
                  <a:pt x="12848" y="7177"/>
                </a:lnTo>
                <a:lnTo>
                  <a:pt x="12965" y="7337"/>
                </a:lnTo>
                <a:lnTo>
                  <a:pt x="13257" y="7603"/>
                </a:lnTo>
                <a:lnTo>
                  <a:pt x="13549" y="7709"/>
                </a:lnTo>
                <a:lnTo>
                  <a:pt x="13841" y="7868"/>
                </a:lnTo>
                <a:lnTo>
                  <a:pt x="14250" y="7975"/>
                </a:lnTo>
                <a:lnTo>
                  <a:pt x="14542" y="8241"/>
                </a:lnTo>
                <a:lnTo>
                  <a:pt x="14834" y="8347"/>
                </a:lnTo>
                <a:lnTo>
                  <a:pt x="15067" y="8506"/>
                </a:lnTo>
                <a:lnTo>
                  <a:pt x="15359" y="8719"/>
                </a:lnTo>
                <a:lnTo>
                  <a:pt x="15534" y="8879"/>
                </a:lnTo>
                <a:lnTo>
                  <a:pt x="15768" y="8879"/>
                </a:lnTo>
                <a:lnTo>
                  <a:pt x="16060" y="8985"/>
                </a:lnTo>
                <a:lnTo>
                  <a:pt x="16527" y="9251"/>
                </a:lnTo>
                <a:lnTo>
                  <a:pt x="16761" y="9410"/>
                </a:lnTo>
                <a:lnTo>
                  <a:pt x="17053" y="9517"/>
                </a:lnTo>
                <a:lnTo>
                  <a:pt x="17345" y="9782"/>
                </a:lnTo>
                <a:lnTo>
                  <a:pt x="17637" y="9889"/>
                </a:lnTo>
                <a:lnTo>
                  <a:pt x="17929" y="10048"/>
                </a:lnTo>
                <a:lnTo>
                  <a:pt x="18454" y="10420"/>
                </a:lnTo>
                <a:lnTo>
                  <a:pt x="18746" y="10527"/>
                </a:lnTo>
                <a:lnTo>
                  <a:pt x="19038" y="10686"/>
                </a:lnTo>
                <a:lnTo>
                  <a:pt x="19330" y="10793"/>
                </a:lnTo>
                <a:lnTo>
                  <a:pt x="19622" y="11058"/>
                </a:lnTo>
                <a:lnTo>
                  <a:pt x="19856" y="11165"/>
                </a:lnTo>
                <a:lnTo>
                  <a:pt x="20148" y="11165"/>
                </a:lnTo>
                <a:lnTo>
                  <a:pt x="20615" y="11324"/>
                </a:lnTo>
                <a:lnTo>
                  <a:pt x="20732" y="11590"/>
                </a:lnTo>
                <a:lnTo>
                  <a:pt x="21024" y="11696"/>
                </a:lnTo>
                <a:lnTo>
                  <a:pt x="21316" y="11803"/>
                </a:lnTo>
                <a:lnTo>
                  <a:pt x="21550" y="11962"/>
                </a:lnTo>
                <a:lnTo>
                  <a:pt x="21842" y="12228"/>
                </a:lnTo>
                <a:lnTo>
                  <a:pt x="22134" y="12334"/>
                </a:lnTo>
                <a:lnTo>
                  <a:pt x="22426" y="12494"/>
                </a:lnTo>
                <a:lnTo>
                  <a:pt x="22835" y="12600"/>
                </a:lnTo>
                <a:lnTo>
                  <a:pt x="23127" y="12866"/>
                </a:lnTo>
                <a:lnTo>
                  <a:pt x="23535" y="13132"/>
                </a:lnTo>
                <a:lnTo>
                  <a:pt x="23827" y="13238"/>
                </a:lnTo>
                <a:lnTo>
                  <a:pt x="24119" y="13504"/>
                </a:lnTo>
                <a:lnTo>
                  <a:pt x="24411" y="13504"/>
                </a:lnTo>
                <a:lnTo>
                  <a:pt x="24820" y="13611"/>
                </a:lnTo>
                <a:lnTo>
                  <a:pt x="25112" y="13770"/>
                </a:lnTo>
                <a:lnTo>
                  <a:pt x="25404" y="14036"/>
                </a:lnTo>
                <a:lnTo>
                  <a:pt x="25521" y="14142"/>
                </a:lnTo>
                <a:lnTo>
                  <a:pt x="25813" y="14249"/>
                </a:lnTo>
                <a:lnTo>
                  <a:pt x="26105" y="14408"/>
                </a:lnTo>
                <a:lnTo>
                  <a:pt x="26397" y="14514"/>
                </a:lnTo>
                <a:lnTo>
                  <a:pt x="26806" y="14780"/>
                </a:lnTo>
                <a:lnTo>
                  <a:pt x="27098" y="14887"/>
                </a:lnTo>
                <a:lnTo>
                  <a:pt x="27332" y="15046"/>
                </a:lnTo>
                <a:lnTo>
                  <a:pt x="27624" y="15152"/>
                </a:lnTo>
                <a:lnTo>
                  <a:pt x="27916" y="15418"/>
                </a:lnTo>
                <a:lnTo>
                  <a:pt x="28091" y="15578"/>
                </a:lnTo>
                <a:lnTo>
                  <a:pt x="28324" y="15684"/>
                </a:lnTo>
                <a:lnTo>
                  <a:pt x="28616" y="15790"/>
                </a:lnTo>
                <a:lnTo>
                  <a:pt x="29025" y="15790"/>
                </a:lnTo>
                <a:lnTo>
                  <a:pt x="29317" y="16056"/>
                </a:lnTo>
                <a:lnTo>
                  <a:pt x="29609" y="16216"/>
                </a:lnTo>
                <a:lnTo>
                  <a:pt x="29901" y="16322"/>
                </a:lnTo>
                <a:lnTo>
                  <a:pt x="30193" y="16428"/>
                </a:lnTo>
                <a:lnTo>
                  <a:pt x="30485" y="16588"/>
                </a:lnTo>
                <a:lnTo>
                  <a:pt x="30602" y="16854"/>
                </a:lnTo>
                <a:lnTo>
                  <a:pt x="31011" y="16960"/>
                </a:lnTo>
                <a:lnTo>
                  <a:pt x="31303" y="17120"/>
                </a:lnTo>
                <a:lnTo>
                  <a:pt x="31595" y="17226"/>
                </a:lnTo>
                <a:lnTo>
                  <a:pt x="31887" y="17492"/>
                </a:lnTo>
                <a:lnTo>
                  <a:pt x="32179" y="17598"/>
                </a:lnTo>
                <a:lnTo>
                  <a:pt x="32412" y="17758"/>
                </a:lnTo>
                <a:lnTo>
                  <a:pt x="32704" y="17864"/>
                </a:lnTo>
                <a:lnTo>
                  <a:pt x="33113" y="17970"/>
                </a:lnTo>
                <a:lnTo>
                  <a:pt x="33288" y="18130"/>
                </a:lnTo>
                <a:lnTo>
                  <a:pt x="33580" y="18236"/>
                </a:lnTo>
                <a:lnTo>
                  <a:pt x="33872" y="18396"/>
                </a:lnTo>
                <a:lnTo>
                  <a:pt x="34106" y="18502"/>
                </a:lnTo>
                <a:lnTo>
                  <a:pt x="34398" y="18608"/>
                </a:lnTo>
                <a:lnTo>
                  <a:pt x="34690" y="18768"/>
                </a:lnTo>
                <a:lnTo>
                  <a:pt x="34982" y="19034"/>
                </a:lnTo>
                <a:lnTo>
                  <a:pt x="35391" y="19140"/>
                </a:lnTo>
                <a:lnTo>
                  <a:pt x="35683" y="19300"/>
                </a:lnTo>
                <a:lnTo>
                  <a:pt x="36092" y="19512"/>
                </a:lnTo>
                <a:lnTo>
                  <a:pt x="36384" y="19778"/>
                </a:lnTo>
                <a:lnTo>
                  <a:pt x="36676" y="19938"/>
                </a:lnTo>
                <a:lnTo>
                  <a:pt x="36968" y="20044"/>
                </a:lnTo>
                <a:lnTo>
                  <a:pt x="37377" y="20150"/>
                </a:lnTo>
                <a:lnTo>
                  <a:pt x="37669" y="20310"/>
                </a:lnTo>
                <a:lnTo>
                  <a:pt x="37961" y="20416"/>
                </a:lnTo>
                <a:lnTo>
                  <a:pt x="38194" y="20576"/>
                </a:lnTo>
                <a:lnTo>
                  <a:pt x="38369" y="20682"/>
                </a:lnTo>
                <a:lnTo>
                  <a:pt x="38661" y="20841"/>
                </a:lnTo>
                <a:lnTo>
                  <a:pt x="38895" y="20948"/>
                </a:lnTo>
                <a:lnTo>
                  <a:pt x="39362" y="21054"/>
                </a:lnTo>
                <a:lnTo>
                  <a:pt x="39654" y="21214"/>
                </a:lnTo>
                <a:lnTo>
                  <a:pt x="39888" y="21479"/>
                </a:lnTo>
                <a:lnTo>
                  <a:pt x="40180" y="21586"/>
                </a:lnTo>
                <a:lnTo>
                  <a:pt x="40472" y="21692"/>
                </a:lnTo>
                <a:lnTo>
                  <a:pt x="40589" y="21852"/>
                </a:lnTo>
                <a:lnTo>
                  <a:pt x="40881" y="21958"/>
                </a:lnTo>
                <a:lnTo>
                  <a:pt x="41173" y="22117"/>
                </a:lnTo>
                <a:lnTo>
                  <a:pt x="41582" y="22383"/>
                </a:lnTo>
                <a:lnTo>
                  <a:pt x="41874" y="22490"/>
                </a:lnTo>
                <a:lnTo>
                  <a:pt x="42166" y="22596"/>
                </a:lnTo>
                <a:lnTo>
                  <a:pt x="42458" y="22755"/>
                </a:lnTo>
                <a:lnTo>
                  <a:pt x="42750" y="22862"/>
                </a:lnTo>
                <a:lnTo>
                  <a:pt x="42983" y="22862"/>
                </a:lnTo>
                <a:lnTo>
                  <a:pt x="43158" y="23021"/>
                </a:lnTo>
                <a:lnTo>
                  <a:pt x="43567" y="23234"/>
                </a:lnTo>
                <a:lnTo>
                  <a:pt x="43859" y="23393"/>
                </a:lnTo>
                <a:lnTo>
                  <a:pt x="44151" y="23500"/>
                </a:lnTo>
                <a:lnTo>
                  <a:pt x="44443" y="23659"/>
                </a:lnTo>
                <a:lnTo>
                  <a:pt x="44677" y="23766"/>
                </a:lnTo>
                <a:lnTo>
                  <a:pt x="44969" y="23925"/>
                </a:lnTo>
                <a:lnTo>
                  <a:pt x="45261" y="24031"/>
                </a:lnTo>
                <a:lnTo>
                  <a:pt x="45670" y="24297"/>
                </a:lnTo>
                <a:lnTo>
                  <a:pt x="45845" y="24404"/>
                </a:lnTo>
                <a:lnTo>
                  <a:pt x="46137" y="24563"/>
                </a:lnTo>
                <a:lnTo>
                  <a:pt x="46370" y="24669"/>
                </a:lnTo>
                <a:lnTo>
                  <a:pt x="46662" y="24776"/>
                </a:lnTo>
                <a:lnTo>
                  <a:pt x="46954" y="24935"/>
                </a:lnTo>
                <a:lnTo>
                  <a:pt x="47246" y="25042"/>
                </a:lnTo>
                <a:lnTo>
                  <a:pt x="47538" y="25201"/>
                </a:lnTo>
                <a:lnTo>
                  <a:pt x="47947" y="25307"/>
                </a:lnTo>
                <a:lnTo>
                  <a:pt x="48239" y="25467"/>
                </a:lnTo>
                <a:lnTo>
                  <a:pt x="48648" y="25680"/>
                </a:lnTo>
                <a:lnTo>
                  <a:pt x="48940" y="25839"/>
                </a:lnTo>
                <a:lnTo>
                  <a:pt x="49232" y="25946"/>
                </a:lnTo>
                <a:lnTo>
                  <a:pt x="49524" y="26105"/>
                </a:lnTo>
                <a:lnTo>
                  <a:pt x="49933" y="26211"/>
                </a:lnTo>
                <a:lnTo>
                  <a:pt x="50225" y="26318"/>
                </a:lnTo>
                <a:lnTo>
                  <a:pt x="50459" y="26584"/>
                </a:lnTo>
                <a:lnTo>
                  <a:pt x="50751" y="26743"/>
                </a:lnTo>
                <a:lnTo>
                  <a:pt x="50926" y="26849"/>
                </a:lnTo>
                <a:lnTo>
                  <a:pt x="51218" y="27009"/>
                </a:lnTo>
                <a:lnTo>
                  <a:pt x="51451" y="27115"/>
                </a:lnTo>
                <a:lnTo>
                  <a:pt x="51919" y="27222"/>
                </a:lnTo>
                <a:lnTo>
                  <a:pt x="52152" y="27381"/>
                </a:lnTo>
                <a:lnTo>
                  <a:pt x="52444" y="27487"/>
                </a:lnTo>
                <a:lnTo>
                  <a:pt x="52736" y="27487"/>
                </a:lnTo>
                <a:lnTo>
                  <a:pt x="53028" y="27753"/>
                </a:lnTo>
                <a:lnTo>
                  <a:pt x="53320" y="27860"/>
                </a:lnTo>
                <a:lnTo>
                  <a:pt x="53437" y="28019"/>
                </a:lnTo>
                <a:lnTo>
                  <a:pt x="53729" y="28125"/>
                </a:lnTo>
                <a:lnTo>
                  <a:pt x="54138" y="28285"/>
                </a:lnTo>
                <a:lnTo>
                  <a:pt x="54430" y="28391"/>
                </a:lnTo>
                <a:lnTo>
                  <a:pt x="54722" y="28551"/>
                </a:lnTo>
                <a:lnTo>
                  <a:pt x="55014" y="28657"/>
                </a:lnTo>
                <a:lnTo>
                  <a:pt x="55306" y="28763"/>
                </a:lnTo>
                <a:lnTo>
                  <a:pt x="55540" y="28923"/>
                </a:lnTo>
                <a:lnTo>
                  <a:pt x="55832" y="29029"/>
                </a:lnTo>
                <a:lnTo>
                  <a:pt x="56124" y="29295"/>
                </a:lnTo>
                <a:lnTo>
                  <a:pt x="56416" y="29401"/>
                </a:lnTo>
                <a:lnTo>
                  <a:pt x="56708" y="29561"/>
                </a:lnTo>
              </a:path>
            </a:pathLst>
          </a:custGeom>
          <a:ln w="786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602922" y="3353864"/>
            <a:ext cx="56824" cy="22596"/>
          </a:xfrm>
          <a:custGeom>
            <a:avLst/>
            <a:gdLst/>
            <a:ahLst/>
            <a:cxnLst/>
            <a:rect l="l" t="t" r="r" b="b"/>
            <a:pathLst>
              <a:path w="56824" h="22596">
                <a:moveTo>
                  <a:pt x="0" y="0"/>
                </a:moveTo>
                <a:lnTo>
                  <a:pt x="292" y="106"/>
                </a:lnTo>
                <a:lnTo>
                  <a:pt x="525" y="265"/>
                </a:lnTo>
                <a:lnTo>
                  <a:pt x="817" y="265"/>
                </a:lnTo>
                <a:lnTo>
                  <a:pt x="1109" y="372"/>
                </a:lnTo>
                <a:lnTo>
                  <a:pt x="1518" y="531"/>
                </a:lnTo>
                <a:lnTo>
                  <a:pt x="1693" y="638"/>
                </a:lnTo>
                <a:lnTo>
                  <a:pt x="1985" y="744"/>
                </a:lnTo>
                <a:lnTo>
                  <a:pt x="2219" y="903"/>
                </a:lnTo>
                <a:lnTo>
                  <a:pt x="2511" y="1010"/>
                </a:lnTo>
                <a:lnTo>
                  <a:pt x="2803" y="1169"/>
                </a:lnTo>
                <a:lnTo>
                  <a:pt x="3095" y="1276"/>
                </a:lnTo>
                <a:lnTo>
                  <a:pt x="3387" y="1541"/>
                </a:lnTo>
                <a:lnTo>
                  <a:pt x="3796" y="1648"/>
                </a:lnTo>
                <a:lnTo>
                  <a:pt x="4088" y="1807"/>
                </a:lnTo>
                <a:lnTo>
                  <a:pt x="4496" y="2020"/>
                </a:lnTo>
                <a:lnTo>
                  <a:pt x="4788" y="2179"/>
                </a:lnTo>
                <a:lnTo>
                  <a:pt x="5080" y="2286"/>
                </a:lnTo>
                <a:lnTo>
                  <a:pt x="5314" y="2445"/>
                </a:lnTo>
                <a:lnTo>
                  <a:pt x="5781" y="2552"/>
                </a:lnTo>
                <a:lnTo>
                  <a:pt x="6073" y="2552"/>
                </a:lnTo>
                <a:lnTo>
                  <a:pt x="6307" y="2711"/>
                </a:lnTo>
                <a:lnTo>
                  <a:pt x="6599" y="2817"/>
                </a:lnTo>
                <a:lnTo>
                  <a:pt x="6774" y="2924"/>
                </a:lnTo>
                <a:lnTo>
                  <a:pt x="7008" y="3083"/>
                </a:lnTo>
                <a:lnTo>
                  <a:pt x="7300" y="3190"/>
                </a:lnTo>
                <a:lnTo>
                  <a:pt x="7767" y="3349"/>
                </a:lnTo>
                <a:lnTo>
                  <a:pt x="8001" y="3455"/>
                </a:lnTo>
                <a:lnTo>
                  <a:pt x="8293" y="3562"/>
                </a:lnTo>
                <a:lnTo>
                  <a:pt x="8585" y="3721"/>
                </a:lnTo>
                <a:lnTo>
                  <a:pt x="8877" y="3828"/>
                </a:lnTo>
                <a:lnTo>
                  <a:pt x="9169" y="3987"/>
                </a:lnTo>
                <a:lnTo>
                  <a:pt x="9285" y="4253"/>
                </a:lnTo>
                <a:lnTo>
                  <a:pt x="9577" y="4359"/>
                </a:lnTo>
                <a:lnTo>
                  <a:pt x="9986" y="4466"/>
                </a:lnTo>
                <a:lnTo>
                  <a:pt x="10278" y="4625"/>
                </a:lnTo>
                <a:lnTo>
                  <a:pt x="10570" y="4731"/>
                </a:lnTo>
                <a:lnTo>
                  <a:pt x="10862" y="4891"/>
                </a:lnTo>
                <a:lnTo>
                  <a:pt x="11096" y="4891"/>
                </a:lnTo>
                <a:lnTo>
                  <a:pt x="11388" y="4997"/>
                </a:lnTo>
                <a:lnTo>
                  <a:pt x="11680" y="5104"/>
                </a:lnTo>
                <a:lnTo>
                  <a:pt x="11972" y="5263"/>
                </a:lnTo>
                <a:lnTo>
                  <a:pt x="12264" y="5369"/>
                </a:lnTo>
                <a:lnTo>
                  <a:pt x="12556" y="5529"/>
                </a:lnTo>
                <a:lnTo>
                  <a:pt x="12789" y="5635"/>
                </a:lnTo>
                <a:lnTo>
                  <a:pt x="13081" y="5795"/>
                </a:lnTo>
                <a:lnTo>
                  <a:pt x="13373" y="5901"/>
                </a:lnTo>
                <a:lnTo>
                  <a:pt x="13666" y="6007"/>
                </a:lnTo>
                <a:lnTo>
                  <a:pt x="13958" y="6167"/>
                </a:lnTo>
                <a:lnTo>
                  <a:pt x="14250" y="6273"/>
                </a:lnTo>
                <a:lnTo>
                  <a:pt x="14483" y="6433"/>
                </a:lnTo>
                <a:lnTo>
                  <a:pt x="14775" y="6539"/>
                </a:lnTo>
                <a:lnTo>
                  <a:pt x="15067" y="6646"/>
                </a:lnTo>
                <a:lnTo>
                  <a:pt x="15359" y="6805"/>
                </a:lnTo>
                <a:lnTo>
                  <a:pt x="15651" y="6911"/>
                </a:lnTo>
                <a:lnTo>
                  <a:pt x="15943" y="7071"/>
                </a:lnTo>
                <a:lnTo>
                  <a:pt x="16352" y="7177"/>
                </a:lnTo>
                <a:lnTo>
                  <a:pt x="16644" y="7337"/>
                </a:lnTo>
                <a:lnTo>
                  <a:pt x="17053" y="7443"/>
                </a:lnTo>
                <a:lnTo>
                  <a:pt x="17345" y="7549"/>
                </a:lnTo>
                <a:lnTo>
                  <a:pt x="17637" y="7709"/>
                </a:lnTo>
                <a:lnTo>
                  <a:pt x="17870" y="7815"/>
                </a:lnTo>
                <a:lnTo>
                  <a:pt x="18338" y="7975"/>
                </a:lnTo>
                <a:lnTo>
                  <a:pt x="18571" y="8081"/>
                </a:lnTo>
                <a:lnTo>
                  <a:pt x="18863" y="8187"/>
                </a:lnTo>
                <a:lnTo>
                  <a:pt x="19155" y="8347"/>
                </a:lnTo>
                <a:lnTo>
                  <a:pt x="19330" y="8453"/>
                </a:lnTo>
                <a:lnTo>
                  <a:pt x="19564" y="8613"/>
                </a:lnTo>
                <a:lnTo>
                  <a:pt x="19856" y="8719"/>
                </a:lnTo>
                <a:lnTo>
                  <a:pt x="20148" y="8879"/>
                </a:lnTo>
                <a:lnTo>
                  <a:pt x="20557" y="8985"/>
                </a:lnTo>
                <a:lnTo>
                  <a:pt x="20849" y="9091"/>
                </a:lnTo>
                <a:lnTo>
                  <a:pt x="21141" y="9251"/>
                </a:lnTo>
                <a:lnTo>
                  <a:pt x="21433" y="9357"/>
                </a:lnTo>
                <a:lnTo>
                  <a:pt x="21725" y="9517"/>
                </a:lnTo>
                <a:lnTo>
                  <a:pt x="22134" y="9623"/>
                </a:lnTo>
                <a:lnTo>
                  <a:pt x="22543" y="9623"/>
                </a:lnTo>
                <a:lnTo>
                  <a:pt x="22835" y="9729"/>
                </a:lnTo>
                <a:lnTo>
                  <a:pt x="23127" y="9889"/>
                </a:lnTo>
                <a:lnTo>
                  <a:pt x="23419" y="9995"/>
                </a:lnTo>
                <a:lnTo>
                  <a:pt x="23652" y="10155"/>
                </a:lnTo>
                <a:lnTo>
                  <a:pt x="23944" y="10261"/>
                </a:lnTo>
                <a:lnTo>
                  <a:pt x="24236" y="10420"/>
                </a:lnTo>
                <a:lnTo>
                  <a:pt x="24528" y="10527"/>
                </a:lnTo>
                <a:lnTo>
                  <a:pt x="24820" y="10633"/>
                </a:lnTo>
                <a:lnTo>
                  <a:pt x="25112" y="10793"/>
                </a:lnTo>
                <a:lnTo>
                  <a:pt x="25346" y="10899"/>
                </a:lnTo>
                <a:lnTo>
                  <a:pt x="25638" y="11058"/>
                </a:lnTo>
                <a:lnTo>
                  <a:pt x="25930" y="11165"/>
                </a:lnTo>
                <a:lnTo>
                  <a:pt x="26222" y="11271"/>
                </a:lnTo>
                <a:lnTo>
                  <a:pt x="26514" y="11431"/>
                </a:lnTo>
                <a:lnTo>
                  <a:pt x="26806" y="11537"/>
                </a:lnTo>
                <a:lnTo>
                  <a:pt x="27039" y="11696"/>
                </a:lnTo>
                <a:lnTo>
                  <a:pt x="27332" y="11803"/>
                </a:lnTo>
                <a:lnTo>
                  <a:pt x="27624" y="11962"/>
                </a:lnTo>
                <a:lnTo>
                  <a:pt x="27916" y="11962"/>
                </a:lnTo>
                <a:lnTo>
                  <a:pt x="28208" y="11962"/>
                </a:lnTo>
                <a:lnTo>
                  <a:pt x="28441" y="12069"/>
                </a:lnTo>
                <a:lnTo>
                  <a:pt x="28908" y="12175"/>
                </a:lnTo>
                <a:lnTo>
                  <a:pt x="29200" y="12334"/>
                </a:lnTo>
                <a:lnTo>
                  <a:pt x="29609" y="12600"/>
                </a:lnTo>
                <a:lnTo>
                  <a:pt x="29901" y="12707"/>
                </a:lnTo>
                <a:lnTo>
                  <a:pt x="30135" y="12813"/>
                </a:lnTo>
                <a:lnTo>
                  <a:pt x="30427" y="12973"/>
                </a:lnTo>
                <a:lnTo>
                  <a:pt x="30894" y="13079"/>
                </a:lnTo>
                <a:lnTo>
                  <a:pt x="31128" y="13238"/>
                </a:lnTo>
                <a:lnTo>
                  <a:pt x="31420" y="13345"/>
                </a:lnTo>
                <a:lnTo>
                  <a:pt x="31712" y="13504"/>
                </a:lnTo>
                <a:lnTo>
                  <a:pt x="32120" y="13611"/>
                </a:lnTo>
                <a:lnTo>
                  <a:pt x="32412" y="13717"/>
                </a:lnTo>
                <a:lnTo>
                  <a:pt x="32704" y="13876"/>
                </a:lnTo>
                <a:lnTo>
                  <a:pt x="33113" y="13983"/>
                </a:lnTo>
                <a:lnTo>
                  <a:pt x="33405" y="14142"/>
                </a:lnTo>
                <a:lnTo>
                  <a:pt x="33697" y="14249"/>
                </a:lnTo>
                <a:lnTo>
                  <a:pt x="33989" y="14249"/>
                </a:lnTo>
                <a:lnTo>
                  <a:pt x="34223" y="14355"/>
                </a:lnTo>
                <a:lnTo>
                  <a:pt x="34398" y="14514"/>
                </a:lnTo>
                <a:lnTo>
                  <a:pt x="34690" y="14621"/>
                </a:lnTo>
                <a:lnTo>
                  <a:pt x="35099" y="14780"/>
                </a:lnTo>
                <a:lnTo>
                  <a:pt x="35391" y="14780"/>
                </a:lnTo>
                <a:lnTo>
                  <a:pt x="35683" y="14887"/>
                </a:lnTo>
                <a:lnTo>
                  <a:pt x="35917" y="15046"/>
                </a:lnTo>
                <a:lnTo>
                  <a:pt x="36209" y="15152"/>
                </a:lnTo>
                <a:lnTo>
                  <a:pt x="36501" y="15259"/>
                </a:lnTo>
                <a:lnTo>
                  <a:pt x="36793" y="15418"/>
                </a:lnTo>
                <a:lnTo>
                  <a:pt x="37085" y="15525"/>
                </a:lnTo>
                <a:lnTo>
                  <a:pt x="37377" y="15684"/>
                </a:lnTo>
                <a:lnTo>
                  <a:pt x="37610" y="15790"/>
                </a:lnTo>
                <a:lnTo>
                  <a:pt x="37902" y="15790"/>
                </a:lnTo>
                <a:lnTo>
                  <a:pt x="38194" y="15897"/>
                </a:lnTo>
                <a:lnTo>
                  <a:pt x="38486" y="16056"/>
                </a:lnTo>
                <a:lnTo>
                  <a:pt x="38778" y="16163"/>
                </a:lnTo>
                <a:lnTo>
                  <a:pt x="39070" y="16322"/>
                </a:lnTo>
                <a:lnTo>
                  <a:pt x="39304" y="16428"/>
                </a:lnTo>
                <a:lnTo>
                  <a:pt x="39596" y="16535"/>
                </a:lnTo>
                <a:lnTo>
                  <a:pt x="39888" y="16535"/>
                </a:lnTo>
                <a:lnTo>
                  <a:pt x="40180" y="16694"/>
                </a:lnTo>
                <a:lnTo>
                  <a:pt x="40472" y="16694"/>
                </a:lnTo>
                <a:lnTo>
                  <a:pt x="40764" y="16801"/>
                </a:lnTo>
                <a:lnTo>
                  <a:pt x="40998" y="16960"/>
                </a:lnTo>
                <a:lnTo>
                  <a:pt x="41465" y="17066"/>
                </a:lnTo>
                <a:lnTo>
                  <a:pt x="41698" y="17226"/>
                </a:lnTo>
                <a:lnTo>
                  <a:pt x="41874" y="17332"/>
                </a:lnTo>
                <a:lnTo>
                  <a:pt x="42166" y="17439"/>
                </a:lnTo>
                <a:lnTo>
                  <a:pt x="42458" y="17439"/>
                </a:lnTo>
                <a:lnTo>
                  <a:pt x="42691" y="17598"/>
                </a:lnTo>
                <a:lnTo>
                  <a:pt x="42983" y="17704"/>
                </a:lnTo>
                <a:lnTo>
                  <a:pt x="43392" y="17864"/>
                </a:lnTo>
                <a:lnTo>
                  <a:pt x="43684" y="17970"/>
                </a:lnTo>
                <a:lnTo>
                  <a:pt x="43976" y="18077"/>
                </a:lnTo>
                <a:lnTo>
                  <a:pt x="44268" y="18236"/>
                </a:lnTo>
                <a:lnTo>
                  <a:pt x="44677" y="18342"/>
                </a:lnTo>
                <a:lnTo>
                  <a:pt x="44969" y="18502"/>
                </a:lnTo>
                <a:lnTo>
                  <a:pt x="45261" y="18608"/>
                </a:lnTo>
                <a:lnTo>
                  <a:pt x="45670" y="18768"/>
                </a:lnTo>
                <a:lnTo>
                  <a:pt x="45962" y="18874"/>
                </a:lnTo>
                <a:lnTo>
                  <a:pt x="46254" y="18874"/>
                </a:lnTo>
                <a:lnTo>
                  <a:pt x="46546" y="18874"/>
                </a:lnTo>
                <a:lnTo>
                  <a:pt x="46779" y="18980"/>
                </a:lnTo>
                <a:lnTo>
                  <a:pt x="46954" y="19140"/>
                </a:lnTo>
                <a:lnTo>
                  <a:pt x="47246" y="19246"/>
                </a:lnTo>
                <a:lnTo>
                  <a:pt x="47655" y="19406"/>
                </a:lnTo>
                <a:lnTo>
                  <a:pt x="47947" y="19512"/>
                </a:lnTo>
                <a:lnTo>
                  <a:pt x="48239" y="19512"/>
                </a:lnTo>
                <a:lnTo>
                  <a:pt x="48473" y="19619"/>
                </a:lnTo>
                <a:lnTo>
                  <a:pt x="48765" y="19778"/>
                </a:lnTo>
                <a:lnTo>
                  <a:pt x="49057" y="19884"/>
                </a:lnTo>
                <a:lnTo>
                  <a:pt x="49349" y="20044"/>
                </a:lnTo>
                <a:lnTo>
                  <a:pt x="49641" y="20150"/>
                </a:lnTo>
                <a:lnTo>
                  <a:pt x="49933" y="20150"/>
                </a:lnTo>
                <a:lnTo>
                  <a:pt x="50167" y="20310"/>
                </a:lnTo>
                <a:lnTo>
                  <a:pt x="50459" y="20416"/>
                </a:lnTo>
                <a:lnTo>
                  <a:pt x="50751" y="20522"/>
                </a:lnTo>
                <a:lnTo>
                  <a:pt x="51043" y="20682"/>
                </a:lnTo>
                <a:lnTo>
                  <a:pt x="51335" y="20788"/>
                </a:lnTo>
                <a:lnTo>
                  <a:pt x="51627" y="20788"/>
                </a:lnTo>
                <a:lnTo>
                  <a:pt x="51860" y="20948"/>
                </a:lnTo>
                <a:lnTo>
                  <a:pt x="52152" y="21054"/>
                </a:lnTo>
                <a:lnTo>
                  <a:pt x="52444" y="21160"/>
                </a:lnTo>
                <a:lnTo>
                  <a:pt x="52736" y="21160"/>
                </a:lnTo>
                <a:lnTo>
                  <a:pt x="53028" y="21160"/>
                </a:lnTo>
                <a:lnTo>
                  <a:pt x="53262" y="21320"/>
                </a:lnTo>
                <a:lnTo>
                  <a:pt x="53554" y="21426"/>
                </a:lnTo>
                <a:lnTo>
                  <a:pt x="54021" y="21586"/>
                </a:lnTo>
                <a:lnTo>
                  <a:pt x="54255" y="21692"/>
                </a:lnTo>
                <a:lnTo>
                  <a:pt x="54430" y="21692"/>
                </a:lnTo>
                <a:lnTo>
                  <a:pt x="54722" y="21852"/>
                </a:lnTo>
                <a:lnTo>
                  <a:pt x="54956" y="21958"/>
                </a:lnTo>
                <a:lnTo>
                  <a:pt x="55248" y="22064"/>
                </a:lnTo>
                <a:lnTo>
                  <a:pt x="55540" y="22224"/>
                </a:lnTo>
                <a:lnTo>
                  <a:pt x="55948" y="22224"/>
                </a:lnTo>
                <a:lnTo>
                  <a:pt x="56240" y="22330"/>
                </a:lnTo>
                <a:lnTo>
                  <a:pt x="56532" y="22490"/>
                </a:lnTo>
                <a:lnTo>
                  <a:pt x="56824" y="22596"/>
                </a:lnTo>
              </a:path>
            </a:pathLst>
          </a:custGeom>
          <a:ln w="78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659747" y="3376460"/>
            <a:ext cx="56708" cy="15418"/>
          </a:xfrm>
          <a:custGeom>
            <a:avLst/>
            <a:gdLst/>
            <a:ahLst/>
            <a:cxnLst/>
            <a:rect l="l" t="t" r="r" b="b"/>
            <a:pathLst>
              <a:path w="56708" h="15418">
                <a:moveTo>
                  <a:pt x="0" y="0"/>
                </a:moveTo>
                <a:lnTo>
                  <a:pt x="408" y="106"/>
                </a:lnTo>
                <a:lnTo>
                  <a:pt x="700" y="265"/>
                </a:lnTo>
                <a:lnTo>
                  <a:pt x="992" y="372"/>
                </a:lnTo>
                <a:lnTo>
                  <a:pt x="1401" y="531"/>
                </a:lnTo>
                <a:lnTo>
                  <a:pt x="1693" y="531"/>
                </a:lnTo>
                <a:lnTo>
                  <a:pt x="1985" y="638"/>
                </a:lnTo>
                <a:lnTo>
                  <a:pt x="2219" y="797"/>
                </a:lnTo>
                <a:lnTo>
                  <a:pt x="2511" y="903"/>
                </a:lnTo>
                <a:lnTo>
                  <a:pt x="2686" y="903"/>
                </a:lnTo>
                <a:lnTo>
                  <a:pt x="2978" y="903"/>
                </a:lnTo>
                <a:lnTo>
                  <a:pt x="3387" y="1010"/>
                </a:lnTo>
                <a:lnTo>
                  <a:pt x="3679" y="1169"/>
                </a:lnTo>
                <a:lnTo>
                  <a:pt x="3912" y="1276"/>
                </a:lnTo>
                <a:lnTo>
                  <a:pt x="4204" y="1276"/>
                </a:lnTo>
                <a:lnTo>
                  <a:pt x="4496" y="1435"/>
                </a:lnTo>
                <a:lnTo>
                  <a:pt x="4788" y="1541"/>
                </a:lnTo>
                <a:lnTo>
                  <a:pt x="5080" y="1648"/>
                </a:lnTo>
                <a:lnTo>
                  <a:pt x="5372" y="1648"/>
                </a:lnTo>
                <a:lnTo>
                  <a:pt x="5606" y="1807"/>
                </a:lnTo>
                <a:lnTo>
                  <a:pt x="5898" y="1914"/>
                </a:lnTo>
                <a:lnTo>
                  <a:pt x="6190" y="2073"/>
                </a:lnTo>
                <a:lnTo>
                  <a:pt x="6482" y="2179"/>
                </a:lnTo>
                <a:lnTo>
                  <a:pt x="6774" y="2179"/>
                </a:lnTo>
                <a:lnTo>
                  <a:pt x="7066" y="2339"/>
                </a:lnTo>
                <a:lnTo>
                  <a:pt x="7300" y="2445"/>
                </a:lnTo>
                <a:lnTo>
                  <a:pt x="7767" y="2552"/>
                </a:lnTo>
                <a:lnTo>
                  <a:pt x="8176" y="2711"/>
                </a:lnTo>
                <a:lnTo>
                  <a:pt x="8468" y="2817"/>
                </a:lnTo>
                <a:lnTo>
                  <a:pt x="8760" y="2977"/>
                </a:lnTo>
                <a:lnTo>
                  <a:pt x="8993" y="2977"/>
                </a:lnTo>
                <a:lnTo>
                  <a:pt x="9285" y="3083"/>
                </a:lnTo>
                <a:lnTo>
                  <a:pt x="9694" y="3190"/>
                </a:lnTo>
                <a:lnTo>
                  <a:pt x="9986" y="3190"/>
                </a:lnTo>
                <a:lnTo>
                  <a:pt x="10161" y="3349"/>
                </a:lnTo>
                <a:lnTo>
                  <a:pt x="10453" y="3349"/>
                </a:lnTo>
                <a:lnTo>
                  <a:pt x="10687" y="3455"/>
                </a:lnTo>
                <a:lnTo>
                  <a:pt x="10979" y="3455"/>
                </a:lnTo>
                <a:lnTo>
                  <a:pt x="11271" y="3615"/>
                </a:lnTo>
                <a:lnTo>
                  <a:pt x="11680" y="3721"/>
                </a:lnTo>
                <a:lnTo>
                  <a:pt x="11972" y="3881"/>
                </a:lnTo>
                <a:lnTo>
                  <a:pt x="12264" y="3881"/>
                </a:lnTo>
                <a:lnTo>
                  <a:pt x="12556" y="3987"/>
                </a:lnTo>
                <a:lnTo>
                  <a:pt x="12965" y="4093"/>
                </a:lnTo>
                <a:lnTo>
                  <a:pt x="13257" y="4253"/>
                </a:lnTo>
                <a:lnTo>
                  <a:pt x="13549" y="4359"/>
                </a:lnTo>
                <a:lnTo>
                  <a:pt x="13958" y="4519"/>
                </a:lnTo>
                <a:lnTo>
                  <a:pt x="14250" y="4519"/>
                </a:lnTo>
                <a:lnTo>
                  <a:pt x="14542" y="4625"/>
                </a:lnTo>
                <a:lnTo>
                  <a:pt x="14775" y="4731"/>
                </a:lnTo>
                <a:lnTo>
                  <a:pt x="15067" y="4731"/>
                </a:lnTo>
                <a:lnTo>
                  <a:pt x="15242" y="4891"/>
                </a:lnTo>
                <a:lnTo>
                  <a:pt x="15476" y="4997"/>
                </a:lnTo>
                <a:lnTo>
                  <a:pt x="15943" y="5157"/>
                </a:lnTo>
                <a:lnTo>
                  <a:pt x="16235" y="5157"/>
                </a:lnTo>
                <a:lnTo>
                  <a:pt x="16469" y="5263"/>
                </a:lnTo>
                <a:lnTo>
                  <a:pt x="16761" y="5423"/>
                </a:lnTo>
                <a:lnTo>
                  <a:pt x="17053" y="5423"/>
                </a:lnTo>
                <a:lnTo>
                  <a:pt x="17345" y="5529"/>
                </a:lnTo>
                <a:lnTo>
                  <a:pt x="17637" y="5635"/>
                </a:lnTo>
                <a:lnTo>
                  <a:pt x="17929" y="5635"/>
                </a:lnTo>
                <a:lnTo>
                  <a:pt x="18162" y="5635"/>
                </a:lnTo>
                <a:lnTo>
                  <a:pt x="18454" y="5795"/>
                </a:lnTo>
                <a:lnTo>
                  <a:pt x="18746" y="5901"/>
                </a:lnTo>
                <a:lnTo>
                  <a:pt x="19038" y="5901"/>
                </a:lnTo>
                <a:lnTo>
                  <a:pt x="19330" y="6061"/>
                </a:lnTo>
                <a:lnTo>
                  <a:pt x="19564" y="6167"/>
                </a:lnTo>
                <a:lnTo>
                  <a:pt x="19856" y="6167"/>
                </a:lnTo>
                <a:lnTo>
                  <a:pt x="20323" y="6273"/>
                </a:lnTo>
                <a:lnTo>
                  <a:pt x="20440" y="6433"/>
                </a:lnTo>
                <a:lnTo>
                  <a:pt x="20732" y="6433"/>
                </a:lnTo>
                <a:lnTo>
                  <a:pt x="21024" y="6539"/>
                </a:lnTo>
                <a:lnTo>
                  <a:pt x="21258" y="6699"/>
                </a:lnTo>
                <a:lnTo>
                  <a:pt x="21550" y="6699"/>
                </a:lnTo>
                <a:lnTo>
                  <a:pt x="21842" y="6805"/>
                </a:lnTo>
                <a:lnTo>
                  <a:pt x="22251" y="6965"/>
                </a:lnTo>
                <a:lnTo>
                  <a:pt x="22543" y="6965"/>
                </a:lnTo>
                <a:lnTo>
                  <a:pt x="22835" y="7071"/>
                </a:lnTo>
                <a:lnTo>
                  <a:pt x="23243" y="7177"/>
                </a:lnTo>
                <a:lnTo>
                  <a:pt x="23535" y="7337"/>
                </a:lnTo>
                <a:lnTo>
                  <a:pt x="23827" y="7443"/>
                </a:lnTo>
                <a:lnTo>
                  <a:pt x="24236" y="7443"/>
                </a:lnTo>
                <a:lnTo>
                  <a:pt x="24528" y="7603"/>
                </a:lnTo>
                <a:lnTo>
                  <a:pt x="24820" y="7709"/>
                </a:lnTo>
                <a:lnTo>
                  <a:pt x="25112" y="7709"/>
                </a:lnTo>
                <a:lnTo>
                  <a:pt x="25346" y="7815"/>
                </a:lnTo>
                <a:lnTo>
                  <a:pt x="25521" y="7975"/>
                </a:lnTo>
                <a:lnTo>
                  <a:pt x="25813" y="7975"/>
                </a:lnTo>
                <a:lnTo>
                  <a:pt x="26105" y="7975"/>
                </a:lnTo>
                <a:lnTo>
                  <a:pt x="26514" y="8081"/>
                </a:lnTo>
                <a:lnTo>
                  <a:pt x="26806" y="8081"/>
                </a:lnTo>
                <a:lnTo>
                  <a:pt x="27039" y="8241"/>
                </a:lnTo>
                <a:lnTo>
                  <a:pt x="27332" y="8347"/>
                </a:lnTo>
                <a:lnTo>
                  <a:pt x="27624" y="8347"/>
                </a:lnTo>
                <a:lnTo>
                  <a:pt x="27799" y="8453"/>
                </a:lnTo>
                <a:lnTo>
                  <a:pt x="28032" y="8613"/>
                </a:lnTo>
                <a:lnTo>
                  <a:pt x="28500" y="8613"/>
                </a:lnTo>
                <a:lnTo>
                  <a:pt x="28733" y="8719"/>
                </a:lnTo>
                <a:lnTo>
                  <a:pt x="29025" y="8719"/>
                </a:lnTo>
                <a:lnTo>
                  <a:pt x="29317" y="8879"/>
                </a:lnTo>
                <a:lnTo>
                  <a:pt x="29609" y="8985"/>
                </a:lnTo>
                <a:lnTo>
                  <a:pt x="29901" y="8985"/>
                </a:lnTo>
                <a:lnTo>
                  <a:pt x="30193" y="9144"/>
                </a:lnTo>
                <a:lnTo>
                  <a:pt x="30427" y="9251"/>
                </a:lnTo>
                <a:lnTo>
                  <a:pt x="30719" y="9251"/>
                </a:lnTo>
                <a:lnTo>
                  <a:pt x="31011" y="9357"/>
                </a:lnTo>
                <a:lnTo>
                  <a:pt x="31303" y="9357"/>
                </a:lnTo>
                <a:lnTo>
                  <a:pt x="31595" y="9517"/>
                </a:lnTo>
                <a:lnTo>
                  <a:pt x="31887" y="9623"/>
                </a:lnTo>
                <a:lnTo>
                  <a:pt x="32120" y="9623"/>
                </a:lnTo>
                <a:lnTo>
                  <a:pt x="32412" y="9782"/>
                </a:lnTo>
                <a:lnTo>
                  <a:pt x="32821" y="9889"/>
                </a:lnTo>
                <a:lnTo>
                  <a:pt x="32996" y="9889"/>
                </a:lnTo>
                <a:lnTo>
                  <a:pt x="33288" y="9995"/>
                </a:lnTo>
                <a:lnTo>
                  <a:pt x="33580" y="9995"/>
                </a:lnTo>
                <a:lnTo>
                  <a:pt x="33814" y="10155"/>
                </a:lnTo>
                <a:lnTo>
                  <a:pt x="34106" y="10261"/>
                </a:lnTo>
                <a:lnTo>
                  <a:pt x="34398" y="10261"/>
                </a:lnTo>
                <a:lnTo>
                  <a:pt x="34807" y="10261"/>
                </a:lnTo>
                <a:lnTo>
                  <a:pt x="35099" y="10261"/>
                </a:lnTo>
                <a:lnTo>
                  <a:pt x="35391" y="10420"/>
                </a:lnTo>
                <a:lnTo>
                  <a:pt x="35800" y="10527"/>
                </a:lnTo>
                <a:lnTo>
                  <a:pt x="36092" y="10686"/>
                </a:lnTo>
                <a:lnTo>
                  <a:pt x="36384" y="10686"/>
                </a:lnTo>
                <a:lnTo>
                  <a:pt x="36793" y="10793"/>
                </a:lnTo>
                <a:lnTo>
                  <a:pt x="37085" y="10899"/>
                </a:lnTo>
                <a:lnTo>
                  <a:pt x="37377" y="10899"/>
                </a:lnTo>
                <a:lnTo>
                  <a:pt x="37669" y="11058"/>
                </a:lnTo>
                <a:lnTo>
                  <a:pt x="37902" y="11058"/>
                </a:lnTo>
                <a:lnTo>
                  <a:pt x="38077" y="11165"/>
                </a:lnTo>
                <a:lnTo>
                  <a:pt x="38369" y="11324"/>
                </a:lnTo>
                <a:lnTo>
                  <a:pt x="38603" y="11324"/>
                </a:lnTo>
                <a:lnTo>
                  <a:pt x="39070" y="11431"/>
                </a:lnTo>
                <a:lnTo>
                  <a:pt x="39362" y="11431"/>
                </a:lnTo>
                <a:lnTo>
                  <a:pt x="39596" y="11537"/>
                </a:lnTo>
                <a:lnTo>
                  <a:pt x="39888" y="11537"/>
                </a:lnTo>
                <a:lnTo>
                  <a:pt x="40180" y="11696"/>
                </a:lnTo>
                <a:lnTo>
                  <a:pt x="40472" y="11803"/>
                </a:lnTo>
                <a:lnTo>
                  <a:pt x="41056" y="11962"/>
                </a:lnTo>
                <a:lnTo>
                  <a:pt x="41290" y="11962"/>
                </a:lnTo>
                <a:lnTo>
                  <a:pt x="41582" y="12069"/>
                </a:lnTo>
                <a:lnTo>
                  <a:pt x="41874" y="12069"/>
                </a:lnTo>
                <a:lnTo>
                  <a:pt x="42166" y="12228"/>
                </a:lnTo>
                <a:lnTo>
                  <a:pt x="42458" y="12334"/>
                </a:lnTo>
                <a:lnTo>
                  <a:pt x="42750" y="12334"/>
                </a:lnTo>
                <a:lnTo>
                  <a:pt x="43275" y="12441"/>
                </a:lnTo>
                <a:lnTo>
                  <a:pt x="43567" y="12600"/>
                </a:lnTo>
                <a:lnTo>
                  <a:pt x="43859" y="12600"/>
                </a:lnTo>
                <a:lnTo>
                  <a:pt x="44151" y="12600"/>
                </a:lnTo>
                <a:lnTo>
                  <a:pt x="44385" y="12707"/>
                </a:lnTo>
                <a:lnTo>
                  <a:pt x="44677" y="12707"/>
                </a:lnTo>
                <a:lnTo>
                  <a:pt x="44969" y="12866"/>
                </a:lnTo>
                <a:lnTo>
                  <a:pt x="45378" y="12866"/>
                </a:lnTo>
                <a:lnTo>
                  <a:pt x="45553" y="12973"/>
                </a:lnTo>
                <a:lnTo>
                  <a:pt x="45845" y="12973"/>
                </a:lnTo>
                <a:lnTo>
                  <a:pt x="46078" y="13079"/>
                </a:lnTo>
                <a:lnTo>
                  <a:pt x="46370" y="13079"/>
                </a:lnTo>
                <a:lnTo>
                  <a:pt x="46662" y="13238"/>
                </a:lnTo>
                <a:lnTo>
                  <a:pt x="46954" y="13238"/>
                </a:lnTo>
                <a:lnTo>
                  <a:pt x="47363" y="13345"/>
                </a:lnTo>
                <a:lnTo>
                  <a:pt x="47655" y="13504"/>
                </a:lnTo>
                <a:lnTo>
                  <a:pt x="47947" y="13504"/>
                </a:lnTo>
                <a:lnTo>
                  <a:pt x="48356" y="13611"/>
                </a:lnTo>
                <a:lnTo>
                  <a:pt x="48648" y="13770"/>
                </a:lnTo>
                <a:lnTo>
                  <a:pt x="48940" y="13770"/>
                </a:lnTo>
                <a:lnTo>
                  <a:pt x="49232" y="13876"/>
                </a:lnTo>
                <a:lnTo>
                  <a:pt x="49641" y="13876"/>
                </a:lnTo>
                <a:lnTo>
                  <a:pt x="49933" y="13983"/>
                </a:lnTo>
                <a:lnTo>
                  <a:pt x="50167" y="13983"/>
                </a:lnTo>
                <a:lnTo>
                  <a:pt x="50459" y="14142"/>
                </a:lnTo>
                <a:lnTo>
                  <a:pt x="50634" y="14142"/>
                </a:lnTo>
                <a:lnTo>
                  <a:pt x="50926" y="14249"/>
                </a:lnTo>
                <a:lnTo>
                  <a:pt x="51159" y="14249"/>
                </a:lnTo>
                <a:lnTo>
                  <a:pt x="51627" y="14408"/>
                </a:lnTo>
                <a:lnTo>
                  <a:pt x="51860" y="14408"/>
                </a:lnTo>
                <a:lnTo>
                  <a:pt x="52152" y="14514"/>
                </a:lnTo>
                <a:lnTo>
                  <a:pt x="52444" y="14514"/>
                </a:lnTo>
                <a:lnTo>
                  <a:pt x="52736" y="14621"/>
                </a:lnTo>
                <a:lnTo>
                  <a:pt x="53028" y="14621"/>
                </a:lnTo>
                <a:lnTo>
                  <a:pt x="53145" y="14780"/>
                </a:lnTo>
                <a:lnTo>
                  <a:pt x="53554" y="14780"/>
                </a:lnTo>
                <a:lnTo>
                  <a:pt x="53846" y="14887"/>
                </a:lnTo>
                <a:lnTo>
                  <a:pt x="54138" y="14887"/>
                </a:lnTo>
                <a:lnTo>
                  <a:pt x="54430" y="14887"/>
                </a:lnTo>
                <a:lnTo>
                  <a:pt x="54722" y="14887"/>
                </a:lnTo>
                <a:lnTo>
                  <a:pt x="55014" y="15046"/>
                </a:lnTo>
                <a:lnTo>
                  <a:pt x="55248" y="15046"/>
                </a:lnTo>
                <a:lnTo>
                  <a:pt x="55540" y="15152"/>
                </a:lnTo>
                <a:lnTo>
                  <a:pt x="55832" y="15152"/>
                </a:lnTo>
                <a:lnTo>
                  <a:pt x="56124" y="15312"/>
                </a:lnTo>
                <a:lnTo>
                  <a:pt x="56416" y="15312"/>
                </a:lnTo>
                <a:lnTo>
                  <a:pt x="56708" y="15418"/>
                </a:lnTo>
              </a:path>
            </a:pathLst>
          </a:custGeom>
          <a:ln w="775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716455" y="3391879"/>
            <a:ext cx="56649" cy="8081"/>
          </a:xfrm>
          <a:custGeom>
            <a:avLst/>
            <a:gdLst/>
            <a:ahLst/>
            <a:cxnLst/>
            <a:rect l="l" t="t" r="r" b="b"/>
            <a:pathLst>
              <a:path w="56649" h="8081">
                <a:moveTo>
                  <a:pt x="0" y="0"/>
                </a:moveTo>
                <a:lnTo>
                  <a:pt x="233" y="0"/>
                </a:lnTo>
                <a:lnTo>
                  <a:pt x="525" y="106"/>
                </a:lnTo>
                <a:lnTo>
                  <a:pt x="817" y="106"/>
                </a:lnTo>
                <a:lnTo>
                  <a:pt x="1226" y="265"/>
                </a:lnTo>
                <a:lnTo>
                  <a:pt x="1401" y="265"/>
                </a:lnTo>
                <a:lnTo>
                  <a:pt x="1693" y="372"/>
                </a:lnTo>
                <a:lnTo>
                  <a:pt x="1927" y="372"/>
                </a:lnTo>
                <a:lnTo>
                  <a:pt x="2219" y="531"/>
                </a:lnTo>
                <a:lnTo>
                  <a:pt x="2511" y="531"/>
                </a:lnTo>
                <a:lnTo>
                  <a:pt x="2803" y="638"/>
                </a:lnTo>
                <a:lnTo>
                  <a:pt x="3212" y="638"/>
                </a:lnTo>
                <a:lnTo>
                  <a:pt x="3504" y="744"/>
                </a:lnTo>
                <a:lnTo>
                  <a:pt x="3796" y="744"/>
                </a:lnTo>
                <a:lnTo>
                  <a:pt x="3912" y="903"/>
                </a:lnTo>
                <a:lnTo>
                  <a:pt x="4204" y="903"/>
                </a:lnTo>
                <a:lnTo>
                  <a:pt x="4496" y="903"/>
                </a:lnTo>
                <a:lnTo>
                  <a:pt x="4788" y="1010"/>
                </a:lnTo>
                <a:lnTo>
                  <a:pt x="5022" y="1010"/>
                </a:lnTo>
                <a:lnTo>
                  <a:pt x="5489" y="1169"/>
                </a:lnTo>
                <a:lnTo>
                  <a:pt x="5781" y="1169"/>
                </a:lnTo>
                <a:lnTo>
                  <a:pt x="6015" y="1276"/>
                </a:lnTo>
                <a:lnTo>
                  <a:pt x="6307" y="1276"/>
                </a:lnTo>
                <a:lnTo>
                  <a:pt x="6482" y="1435"/>
                </a:lnTo>
                <a:lnTo>
                  <a:pt x="6716" y="1435"/>
                </a:lnTo>
                <a:lnTo>
                  <a:pt x="7008" y="1541"/>
                </a:lnTo>
                <a:lnTo>
                  <a:pt x="7475" y="1541"/>
                </a:lnTo>
                <a:lnTo>
                  <a:pt x="7709" y="1541"/>
                </a:lnTo>
                <a:lnTo>
                  <a:pt x="8001" y="1648"/>
                </a:lnTo>
                <a:lnTo>
                  <a:pt x="8293" y="1648"/>
                </a:lnTo>
                <a:lnTo>
                  <a:pt x="8585" y="1807"/>
                </a:lnTo>
                <a:lnTo>
                  <a:pt x="8877" y="1807"/>
                </a:lnTo>
                <a:lnTo>
                  <a:pt x="9402" y="1807"/>
                </a:lnTo>
                <a:lnTo>
                  <a:pt x="9694" y="1914"/>
                </a:lnTo>
                <a:lnTo>
                  <a:pt x="9986" y="1914"/>
                </a:lnTo>
                <a:lnTo>
                  <a:pt x="10278" y="1914"/>
                </a:lnTo>
                <a:lnTo>
                  <a:pt x="10570" y="2073"/>
                </a:lnTo>
                <a:lnTo>
                  <a:pt x="10804" y="2073"/>
                </a:lnTo>
                <a:lnTo>
                  <a:pt x="11096" y="2179"/>
                </a:lnTo>
                <a:lnTo>
                  <a:pt x="11388" y="2179"/>
                </a:lnTo>
                <a:lnTo>
                  <a:pt x="11680" y="2286"/>
                </a:lnTo>
                <a:lnTo>
                  <a:pt x="11972" y="2286"/>
                </a:lnTo>
                <a:lnTo>
                  <a:pt x="12264" y="2286"/>
                </a:lnTo>
                <a:lnTo>
                  <a:pt x="12497" y="2445"/>
                </a:lnTo>
                <a:lnTo>
                  <a:pt x="12789" y="2445"/>
                </a:lnTo>
                <a:lnTo>
                  <a:pt x="13081" y="2552"/>
                </a:lnTo>
                <a:lnTo>
                  <a:pt x="13373" y="2552"/>
                </a:lnTo>
                <a:lnTo>
                  <a:pt x="13782" y="2552"/>
                </a:lnTo>
                <a:lnTo>
                  <a:pt x="13958" y="2711"/>
                </a:lnTo>
                <a:lnTo>
                  <a:pt x="14191" y="2711"/>
                </a:lnTo>
                <a:lnTo>
                  <a:pt x="14483" y="2817"/>
                </a:lnTo>
                <a:lnTo>
                  <a:pt x="14775" y="2817"/>
                </a:lnTo>
                <a:lnTo>
                  <a:pt x="15067" y="2977"/>
                </a:lnTo>
                <a:lnTo>
                  <a:pt x="15359" y="2977"/>
                </a:lnTo>
                <a:lnTo>
                  <a:pt x="15768" y="2977"/>
                </a:lnTo>
                <a:lnTo>
                  <a:pt x="16060" y="3083"/>
                </a:lnTo>
                <a:lnTo>
                  <a:pt x="16352" y="3083"/>
                </a:lnTo>
                <a:lnTo>
                  <a:pt x="16761" y="3190"/>
                </a:lnTo>
                <a:lnTo>
                  <a:pt x="17053" y="3190"/>
                </a:lnTo>
                <a:lnTo>
                  <a:pt x="17345" y="3349"/>
                </a:lnTo>
                <a:lnTo>
                  <a:pt x="17578" y="3349"/>
                </a:lnTo>
                <a:lnTo>
                  <a:pt x="18046" y="3349"/>
                </a:lnTo>
                <a:lnTo>
                  <a:pt x="18279" y="3455"/>
                </a:lnTo>
                <a:lnTo>
                  <a:pt x="18571" y="3455"/>
                </a:lnTo>
                <a:lnTo>
                  <a:pt x="18863" y="3615"/>
                </a:lnTo>
                <a:lnTo>
                  <a:pt x="19038" y="3615"/>
                </a:lnTo>
                <a:lnTo>
                  <a:pt x="19272" y="3615"/>
                </a:lnTo>
                <a:lnTo>
                  <a:pt x="19564" y="3721"/>
                </a:lnTo>
                <a:lnTo>
                  <a:pt x="19973" y="3721"/>
                </a:lnTo>
                <a:lnTo>
                  <a:pt x="20265" y="3828"/>
                </a:lnTo>
                <a:lnTo>
                  <a:pt x="20557" y="3828"/>
                </a:lnTo>
                <a:lnTo>
                  <a:pt x="20849" y="3828"/>
                </a:lnTo>
                <a:lnTo>
                  <a:pt x="21141" y="3987"/>
                </a:lnTo>
                <a:lnTo>
                  <a:pt x="21433" y="3987"/>
                </a:lnTo>
                <a:lnTo>
                  <a:pt x="21959" y="4093"/>
                </a:lnTo>
                <a:lnTo>
                  <a:pt x="22251" y="4093"/>
                </a:lnTo>
                <a:lnTo>
                  <a:pt x="22543" y="4093"/>
                </a:lnTo>
                <a:lnTo>
                  <a:pt x="22835" y="4093"/>
                </a:lnTo>
                <a:lnTo>
                  <a:pt x="23127" y="4093"/>
                </a:lnTo>
                <a:lnTo>
                  <a:pt x="23360" y="4253"/>
                </a:lnTo>
                <a:lnTo>
                  <a:pt x="23652" y="4253"/>
                </a:lnTo>
                <a:lnTo>
                  <a:pt x="23944" y="4253"/>
                </a:lnTo>
                <a:lnTo>
                  <a:pt x="24236" y="4359"/>
                </a:lnTo>
                <a:lnTo>
                  <a:pt x="24528" y="4359"/>
                </a:lnTo>
                <a:lnTo>
                  <a:pt x="24820" y="4359"/>
                </a:lnTo>
                <a:lnTo>
                  <a:pt x="25054" y="4519"/>
                </a:lnTo>
                <a:lnTo>
                  <a:pt x="25346" y="4519"/>
                </a:lnTo>
                <a:lnTo>
                  <a:pt x="25638" y="4519"/>
                </a:lnTo>
                <a:lnTo>
                  <a:pt x="25930" y="4625"/>
                </a:lnTo>
                <a:lnTo>
                  <a:pt x="26339" y="4625"/>
                </a:lnTo>
                <a:lnTo>
                  <a:pt x="26514" y="4625"/>
                </a:lnTo>
                <a:lnTo>
                  <a:pt x="26747" y="4731"/>
                </a:lnTo>
                <a:lnTo>
                  <a:pt x="27039" y="4731"/>
                </a:lnTo>
                <a:lnTo>
                  <a:pt x="27332" y="4731"/>
                </a:lnTo>
                <a:lnTo>
                  <a:pt x="27624" y="4891"/>
                </a:lnTo>
                <a:lnTo>
                  <a:pt x="27916" y="4891"/>
                </a:lnTo>
                <a:lnTo>
                  <a:pt x="28324" y="4891"/>
                </a:lnTo>
                <a:lnTo>
                  <a:pt x="28616" y="4997"/>
                </a:lnTo>
                <a:lnTo>
                  <a:pt x="28908" y="4997"/>
                </a:lnTo>
                <a:lnTo>
                  <a:pt x="29317" y="5157"/>
                </a:lnTo>
                <a:lnTo>
                  <a:pt x="29609" y="5157"/>
                </a:lnTo>
                <a:lnTo>
                  <a:pt x="29843" y="5157"/>
                </a:lnTo>
                <a:lnTo>
                  <a:pt x="30135" y="5263"/>
                </a:lnTo>
                <a:lnTo>
                  <a:pt x="30602" y="5263"/>
                </a:lnTo>
                <a:lnTo>
                  <a:pt x="30836" y="5263"/>
                </a:lnTo>
                <a:lnTo>
                  <a:pt x="31128" y="5369"/>
                </a:lnTo>
                <a:lnTo>
                  <a:pt x="31420" y="5369"/>
                </a:lnTo>
                <a:lnTo>
                  <a:pt x="31828" y="5529"/>
                </a:lnTo>
                <a:lnTo>
                  <a:pt x="32120" y="5529"/>
                </a:lnTo>
                <a:lnTo>
                  <a:pt x="32529" y="5529"/>
                </a:lnTo>
                <a:lnTo>
                  <a:pt x="32821" y="5635"/>
                </a:lnTo>
                <a:lnTo>
                  <a:pt x="33113" y="5635"/>
                </a:lnTo>
                <a:lnTo>
                  <a:pt x="33405" y="5635"/>
                </a:lnTo>
                <a:lnTo>
                  <a:pt x="33697" y="5795"/>
                </a:lnTo>
                <a:lnTo>
                  <a:pt x="33989" y="5795"/>
                </a:lnTo>
                <a:lnTo>
                  <a:pt x="34515" y="5795"/>
                </a:lnTo>
                <a:lnTo>
                  <a:pt x="34807" y="5901"/>
                </a:lnTo>
                <a:lnTo>
                  <a:pt x="35099" y="5901"/>
                </a:lnTo>
                <a:lnTo>
                  <a:pt x="35391" y="5901"/>
                </a:lnTo>
                <a:lnTo>
                  <a:pt x="35625" y="6007"/>
                </a:lnTo>
                <a:lnTo>
                  <a:pt x="35917" y="6007"/>
                </a:lnTo>
                <a:lnTo>
                  <a:pt x="36209" y="6007"/>
                </a:lnTo>
                <a:lnTo>
                  <a:pt x="36501" y="6007"/>
                </a:lnTo>
                <a:lnTo>
                  <a:pt x="36793" y="6167"/>
                </a:lnTo>
                <a:lnTo>
                  <a:pt x="37085" y="6167"/>
                </a:lnTo>
                <a:lnTo>
                  <a:pt x="37318" y="6167"/>
                </a:lnTo>
                <a:lnTo>
                  <a:pt x="37610" y="6273"/>
                </a:lnTo>
                <a:lnTo>
                  <a:pt x="37902" y="6273"/>
                </a:lnTo>
                <a:lnTo>
                  <a:pt x="38194" y="6273"/>
                </a:lnTo>
                <a:lnTo>
                  <a:pt x="38486" y="6273"/>
                </a:lnTo>
                <a:lnTo>
                  <a:pt x="38895" y="6433"/>
                </a:lnTo>
                <a:lnTo>
                  <a:pt x="39304" y="6433"/>
                </a:lnTo>
                <a:lnTo>
                  <a:pt x="39596" y="6539"/>
                </a:lnTo>
                <a:lnTo>
                  <a:pt x="39888" y="6539"/>
                </a:lnTo>
                <a:lnTo>
                  <a:pt x="40180" y="6539"/>
                </a:lnTo>
                <a:lnTo>
                  <a:pt x="40472" y="6539"/>
                </a:lnTo>
                <a:lnTo>
                  <a:pt x="40881" y="6539"/>
                </a:lnTo>
                <a:lnTo>
                  <a:pt x="41173" y="6539"/>
                </a:lnTo>
                <a:lnTo>
                  <a:pt x="41406" y="6539"/>
                </a:lnTo>
                <a:lnTo>
                  <a:pt x="41582" y="6539"/>
                </a:lnTo>
                <a:lnTo>
                  <a:pt x="41874" y="6699"/>
                </a:lnTo>
                <a:lnTo>
                  <a:pt x="42166" y="6699"/>
                </a:lnTo>
                <a:lnTo>
                  <a:pt x="42399" y="6699"/>
                </a:lnTo>
                <a:lnTo>
                  <a:pt x="42691" y="6699"/>
                </a:lnTo>
                <a:lnTo>
                  <a:pt x="43100" y="6805"/>
                </a:lnTo>
                <a:lnTo>
                  <a:pt x="43392" y="6805"/>
                </a:lnTo>
                <a:lnTo>
                  <a:pt x="43684" y="6805"/>
                </a:lnTo>
                <a:lnTo>
                  <a:pt x="43976" y="6805"/>
                </a:lnTo>
                <a:lnTo>
                  <a:pt x="44385" y="6911"/>
                </a:lnTo>
                <a:lnTo>
                  <a:pt x="44677" y="6911"/>
                </a:lnTo>
                <a:lnTo>
                  <a:pt x="45086" y="6911"/>
                </a:lnTo>
                <a:lnTo>
                  <a:pt x="45378" y="7071"/>
                </a:lnTo>
                <a:lnTo>
                  <a:pt x="45670" y="7071"/>
                </a:lnTo>
                <a:lnTo>
                  <a:pt x="45962" y="7071"/>
                </a:lnTo>
                <a:lnTo>
                  <a:pt x="46254" y="7071"/>
                </a:lnTo>
                <a:lnTo>
                  <a:pt x="46487" y="7177"/>
                </a:lnTo>
                <a:lnTo>
                  <a:pt x="46662" y="7177"/>
                </a:lnTo>
                <a:lnTo>
                  <a:pt x="47071" y="7177"/>
                </a:lnTo>
                <a:lnTo>
                  <a:pt x="47363" y="7177"/>
                </a:lnTo>
                <a:lnTo>
                  <a:pt x="47655" y="7337"/>
                </a:lnTo>
                <a:lnTo>
                  <a:pt x="47947" y="7337"/>
                </a:lnTo>
                <a:lnTo>
                  <a:pt x="48181" y="7337"/>
                </a:lnTo>
                <a:lnTo>
                  <a:pt x="48473" y="7337"/>
                </a:lnTo>
                <a:lnTo>
                  <a:pt x="48765" y="7337"/>
                </a:lnTo>
                <a:lnTo>
                  <a:pt x="49057" y="7443"/>
                </a:lnTo>
                <a:lnTo>
                  <a:pt x="49349" y="7443"/>
                </a:lnTo>
                <a:lnTo>
                  <a:pt x="49641" y="7443"/>
                </a:lnTo>
                <a:lnTo>
                  <a:pt x="49875" y="7443"/>
                </a:lnTo>
                <a:lnTo>
                  <a:pt x="50167" y="7549"/>
                </a:lnTo>
                <a:lnTo>
                  <a:pt x="50459" y="7549"/>
                </a:lnTo>
                <a:lnTo>
                  <a:pt x="50751" y="7549"/>
                </a:lnTo>
                <a:lnTo>
                  <a:pt x="51043" y="7549"/>
                </a:lnTo>
                <a:lnTo>
                  <a:pt x="51451" y="7549"/>
                </a:lnTo>
                <a:lnTo>
                  <a:pt x="51743" y="7709"/>
                </a:lnTo>
                <a:lnTo>
                  <a:pt x="52152" y="7709"/>
                </a:lnTo>
                <a:lnTo>
                  <a:pt x="52444" y="7709"/>
                </a:lnTo>
                <a:lnTo>
                  <a:pt x="52736" y="7709"/>
                </a:lnTo>
                <a:lnTo>
                  <a:pt x="52970" y="7815"/>
                </a:lnTo>
                <a:lnTo>
                  <a:pt x="53437" y="7815"/>
                </a:lnTo>
                <a:lnTo>
                  <a:pt x="53729" y="7815"/>
                </a:lnTo>
                <a:lnTo>
                  <a:pt x="53963" y="7815"/>
                </a:lnTo>
                <a:lnTo>
                  <a:pt x="54138" y="7815"/>
                </a:lnTo>
                <a:lnTo>
                  <a:pt x="54430" y="7975"/>
                </a:lnTo>
                <a:lnTo>
                  <a:pt x="54664" y="7975"/>
                </a:lnTo>
                <a:lnTo>
                  <a:pt x="54956" y="7975"/>
                </a:lnTo>
                <a:lnTo>
                  <a:pt x="55248" y="7975"/>
                </a:lnTo>
                <a:lnTo>
                  <a:pt x="55656" y="7975"/>
                </a:lnTo>
                <a:lnTo>
                  <a:pt x="55948" y="7975"/>
                </a:lnTo>
                <a:lnTo>
                  <a:pt x="56240" y="8081"/>
                </a:lnTo>
                <a:lnTo>
                  <a:pt x="56532" y="8081"/>
                </a:lnTo>
              </a:path>
            </a:pathLst>
          </a:custGeom>
          <a:ln w="771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773105" y="3399961"/>
            <a:ext cx="56824" cy="1169"/>
          </a:xfrm>
          <a:custGeom>
            <a:avLst/>
            <a:gdLst/>
            <a:ahLst/>
            <a:cxnLst/>
            <a:rect l="l" t="t" r="r" b="b"/>
            <a:pathLst>
              <a:path w="56824" h="1169">
                <a:moveTo>
                  <a:pt x="0" y="0"/>
                </a:moveTo>
                <a:lnTo>
                  <a:pt x="292" y="0"/>
                </a:lnTo>
                <a:lnTo>
                  <a:pt x="584" y="0"/>
                </a:lnTo>
                <a:lnTo>
                  <a:pt x="992" y="159"/>
                </a:lnTo>
                <a:lnTo>
                  <a:pt x="1284" y="159"/>
                </a:lnTo>
                <a:lnTo>
                  <a:pt x="1576" y="159"/>
                </a:lnTo>
                <a:lnTo>
                  <a:pt x="1868" y="159"/>
                </a:lnTo>
                <a:lnTo>
                  <a:pt x="2102" y="159"/>
                </a:lnTo>
                <a:lnTo>
                  <a:pt x="2394" y="159"/>
                </a:lnTo>
                <a:lnTo>
                  <a:pt x="2569" y="265"/>
                </a:lnTo>
                <a:lnTo>
                  <a:pt x="2978" y="265"/>
                </a:lnTo>
                <a:lnTo>
                  <a:pt x="3270" y="265"/>
                </a:lnTo>
                <a:lnTo>
                  <a:pt x="3562" y="265"/>
                </a:lnTo>
                <a:lnTo>
                  <a:pt x="3796" y="265"/>
                </a:lnTo>
                <a:lnTo>
                  <a:pt x="4088" y="265"/>
                </a:lnTo>
                <a:lnTo>
                  <a:pt x="4380" y="265"/>
                </a:lnTo>
                <a:lnTo>
                  <a:pt x="4672" y="372"/>
                </a:lnTo>
                <a:lnTo>
                  <a:pt x="4964" y="372"/>
                </a:lnTo>
                <a:lnTo>
                  <a:pt x="5256" y="372"/>
                </a:lnTo>
                <a:lnTo>
                  <a:pt x="5489" y="372"/>
                </a:lnTo>
                <a:lnTo>
                  <a:pt x="5781" y="372"/>
                </a:lnTo>
                <a:lnTo>
                  <a:pt x="6073" y="372"/>
                </a:lnTo>
                <a:lnTo>
                  <a:pt x="6365" y="531"/>
                </a:lnTo>
                <a:lnTo>
                  <a:pt x="6657" y="531"/>
                </a:lnTo>
                <a:lnTo>
                  <a:pt x="6949" y="531"/>
                </a:lnTo>
                <a:lnTo>
                  <a:pt x="7358" y="531"/>
                </a:lnTo>
                <a:lnTo>
                  <a:pt x="7650" y="531"/>
                </a:lnTo>
                <a:lnTo>
                  <a:pt x="8059" y="531"/>
                </a:lnTo>
                <a:lnTo>
                  <a:pt x="8351" y="531"/>
                </a:lnTo>
                <a:lnTo>
                  <a:pt x="8643" y="638"/>
                </a:lnTo>
                <a:lnTo>
                  <a:pt x="8877" y="638"/>
                </a:lnTo>
                <a:lnTo>
                  <a:pt x="9344" y="638"/>
                </a:lnTo>
                <a:lnTo>
                  <a:pt x="9577" y="638"/>
                </a:lnTo>
                <a:lnTo>
                  <a:pt x="9869" y="638"/>
                </a:lnTo>
                <a:lnTo>
                  <a:pt x="10161" y="638"/>
                </a:lnTo>
                <a:lnTo>
                  <a:pt x="10337" y="638"/>
                </a:lnTo>
                <a:lnTo>
                  <a:pt x="10570" y="638"/>
                </a:lnTo>
                <a:lnTo>
                  <a:pt x="10862" y="797"/>
                </a:lnTo>
                <a:lnTo>
                  <a:pt x="11154" y="797"/>
                </a:lnTo>
                <a:lnTo>
                  <a:pt x="11563" y="797"/>
                </a:lnTo>
                <a:lnTo>
                  <a:pt x="11855" y="797"/>
                </a:lnTo>
                <a:lnTo>
                  <a:pt x="12147" y="797"/>
                </a:lnTo>
                <a:lnTo>
                  <a:pt x="12439" y="797"/>
                </a:lnTo>
                <a:lnTo>
                  <a:pt x="12848" y="797"/>
                </a:lnTo>
                <a:lnTo>
                  <a:pt x="13140" y="797"/>
                </a:lnTo>
                <a:lnTo>
                  <a:pt x="13549" y="797"/>
                </a:lnTo>
                <a:lnTo>
                  <a:pt x="13841" y="797"/>
                </a:lnTo>
                <a:lnTo>
                  <a:pt x="14133" y="797"/>
                </a:lnTo>
                <a:lnTo>
                  <a:pt x="14425" y="797"/>
                </a:lnTo>
                <a:lnTo>
                  <a:pt x="14658" y="797"/>
                </a:lnTo>
                <a:lnTo>
                  <a:pt x="14950" y="797"/>
                </a:lnTo>
                <a:lnTo>
                  <a:pt x="15126" y="797"/>
                </a:lnTo>
                <a:lnTo>
                  <a:pt x="15359" y="797"/>
                </a:lnTo>
                <a:lnTo>
                  <a:pt x="15826" y="797"/>
                </a:lnTo>
                <a:lnTo>
                  <a:pt x="16118" y="797"/>
                </a:lnTo>
                <a:lnTo>
                  <a:pt x="16352" y="903"/>
                </a:lnTo>
                <a:lnTo>
                  <a:pt x="16644" y="903"/>
                </a:lnTo>
                <a:lnTo>
                  <a:pt x="16936" y="903"/>
                </a:lnTo>
                <a:lnTo>
                  <a:pt x="17228" y="903"/>
                </a:lnTo>
                <a:lnTo>
                  <a:pt x="17520" y="903"/>
                </a:lnTo>
                <a:lnTo>
                  <a:pt x="17812" y="903"/>
                </a:lnTo>
                <a:lnTo>
                  <a:pt x="18046" y="903"/>
                </a:lnTo>
                <a:lnTo>
                  <a:pt x="18338" y="903"/>
                </a:lnTo>
                <a:lnTo>
                  <a:pt x="18630" y="903"/>
                </a:lnTo>
                <a:lnTo>
                  <a:pt x="18922" y="903"/>
                </a:lnTo>
                <a:lnTo>
                  <a:pt x="19214" y="903"/>
                </a:lnTo>
                <a:lnTo>
                  <a:pt x="19506" y="903"/>
                </a:lnTo>
                <a:lnTo>
                  <a:pt x="19914" y="903"/>
                </a:lnTo>
                <a:lnTo>
                  <a:pt x="20206" y="1010"/>
                </a:lnTo>
                <a:lnTo>
                  <a:pt x="20615" y="1010"/>
                </a:lnTo>
                <a:lnTo>
                  <a:pt x="20907" y="1010"/>
                </a:lnTo>
                <a:lnTo>
                  <a:pt x="21141" y="1010"/>
                </a:lnTo>
                <a:lnTo>
                  <a:pt x="21433" y="1010"/>
                </a:lnTo>
                <a:lnTo>
                  <a:pt x="21725" y="1010"/>
                </a:lnTo>
                <a:lnTo>
                  <a:pt x="22134" y="1010"/>
                </a:lnTo>
                <a:lnTo>
                  <a:pt x="22426" y="1010"/>
                </a:lnTo>
                <a:lnTo>
                  <a:pt x="22718" y="1010"/>
                </a:lnTo>
                <a:lnTo>
                  <a:pt x="23127" y="1010"/>
                </a:lnTo>
                <a:lnTo>
                  <a:pt x="23419" y="1010"/>
                </a:lnTo>
                <a:lnTo>
                  <a:pt x="23711" y="1010"/>
                </a:lnTo>
                <a:lnTo>
                  <a:pt x="24119" y="1010"/>
                </a:lnTo>
                <a:lnTo>
                  <a:pt x="24411" y="1010"/>
                </a:lnTo>
                <a:lnTo>
                  <a:pt x="24703" y="1010"/>
                </a:lnTo>
                <a:lnTo>
                  <a:pt x="24995" y="1010"/>
                </a:lnTo>
                <a:lnTo>
                  <a:pt x="25287" y="1169"/>
                </a:lnTo>
                <a:lnTo>
                  <a:pt x="25696" y="1169"/>
                </a:lnTo>
                <a:lnTo>
                  <a:pt x="26105" y="1169"/>
                </a:lnTo>
                <a:lnTo>
                  <a:pt x="26397" y="1169"/>
                </a:lnTo>
                <a:lnTo>
                  <a:pt x="26689" y="1169"/>
                </a:lnTo>
                <a:lnTo>
                  <a:pt x="26923" y="1169"/>
                </a:lnTo>
                <a:lnTo>
                  <a:pt x="27215" y="1169"/>
                </a:lnTo>
                <a:lnTo>
                  <a:pt x="27507" y="1169"/>
                </a:lnTo>
                <a:lnTo>
                  <a:pt x="27799" y="1169"/>
                </a:lnTo>
                <a:lnTo>
                  <a:pt x="28383" y="1169"/>
                </a:lnTo>
                <a:lnTo>
                  <a:pt x="28616" y="1169"/>
                </a:lnTo>
                <a:lnTo>
                  <a:pt x="28908" y="1169"/>
                </a:lnTo>
                <a:lnTo>
                  <a:pt x="29200" y="1169"/>
                </a:lnTo>
                <a:lnTo>
                  <a:pt x="29492" y="1169"/>
                </a:lnTo>
                <a:lnTo>
                  <a:pt x="29784" y="1169"/>
                </a:lnTo>
                <a:lnTo>
                  <a:pt x="30076" y="1169"/>
                </a:lnTo>
                <a:lnTo>
                  <a:pt x="30310" y="1169"/>
                </a:lnTo>
                <a:lnTo>
                  <a:pt x="30602" y="1169"/>
                </a:lnTo>
                <a:lnTo>
                  <a:pt x="30894" y="1169"/>
                </a:lnTo>
                <a:lnTo>
                  <a:pt x="31186" y="1169"/>
                </a:lnTo>
                <a:lnTo>
                  <a:pt x="31478" y="1169"/>
                </a:lnTo>
                <a:lnTo>
                  <a:pt x="31770" y="1169"/>
                </a:lnTo>
                <a:lnTo>
                  <a:pt x="32004" y="1169"/>
                </a:lnTo>
                <a:lnTo>
                  <a:pt x="32471" y="1169"/>
                </a:lnTo>
                <a:lnTo>
                  <a:pt x="32704" y="1169"/>
                </a:lnTo>
                <a:lnTo>
                  <a:pt x="32880" y="1169"/>
                </a:lnTo>
                <a:lnTo>
                  <a:pt x="33172" y="1169"/>
                </a:lnTo>
                <a:lnTo>
                  <a:pt x="33464" y="1169"/>
                </a:lnTo>
                <a:lnTo>
                  <a:pt x="33697" y="1169"/>
                </a:lnTo>
                <a:lnTo>
                  <a:pt x="33989" y="1169"/>
                </a:lnTo>
                <a:lnTo>
                  <a:pt x="34281" y="1169"/>
                </a:lnTo>
                <a:lnTo>
                  <a:pt x="34690" y="1169"/>
                </a:lnTo>
                <a:lnTo>
                  <a:pt x="34982" y="1169"/>
                </a:lnTo>
                <a:lnTo>
                  <a:pt x="35274" y="1169"/>
                </a:lnTo>
                <a:lnTo>
                  <a:pt x="35683" y="1169"/>
                </a:lnTo>
                <a:lnTo>
                  <a:pt x="35975" y="1169"/>
                </a:lnTo>
                <a:lnTo>
                  <a:pt x="36267" y="1169"/>
                </a:lnTo>
                <a:lnTo>
                  <a:pt x="36676" y="1169"/>
                </a:lnTo>
                <a:lnTo>
                  <a:pt x="36968" y="1169"/>
                </a:lnTo>
                <a:lnTo>
                  <a:pt x="37260" y="1169"/>
                </a:lnTo>
                <a:lnTo>
                  <a:pt x="37552" y="1169"/>
                </a:lnTo>
                <a:lnTo>
                  <a:pt x="37785" y="1169"/>
                </a:lnTo>
                <a:lnTo>
                  <a:pt x="37961" y="1169"/>
                </a:lnTo>
                <a:lnTo>
                  <a:pt x="38253" y="1169"/>
                </a:lnTo>
                <a:lnTo>
                  <a:pt x="38661" y="1169"/>
                </a:lnTo>
                <a:lnTo>
                  <a:pt x="38953" y="1169"/>
                </a:lnTo>
                <a:lnTo>
                  <a:pt x="39245" y="1169"/>
                </a:lnTo>
                <a:lnTo>
                  <a:pt x="39479" y="1010"/>
                </a:lnTo>
                <a:lnTo>
                  <a:pt x="39771" y="1010"/>
                </a:lnTo>
                <a:lnTo>
                  <a:pt x="40063" y="1010"/>
                </a:lnTo>
                <a:lnTo>
                  <a:pt x="40355" y="1010"/>
                </a:lnTo>
                <a:lnTo>
                  <a:pt x="40939" y="1010"/>
                </a:lnTo>
                <a:lnTo>
                  <a:pt x="41173" y="1010"/>
                </a:lnTo>
                <a:lnTo>
                  <a:pt x="41465" y="1010"/>
                </a:lnTo>
                <a:lnTo>
                  <a:pt x="41757" y="1010"/>
                </a:lnTo>
                <a:lnTo>
                  <a:pt x="42049" y="1010"/>
                </a:lnTo>
                <a:lnTo>
                  <a:pt x="42341" y="1010"/>
                </a:lnTo>
                <a:lnTo>
                  <a:pt x="42633" y="1010"/>
                </a:lnTo>
                <a:lnTo>
                  <a:pt x="42866" y="1010"/>
                </a:lnTo>
                <a:lnTo>
                  <a:pt x="43158" y="1010"/>
                </a:lnTo>
                <a:lnTo>
                  <a:pt x="43450" y="1010"/>
                </a:lnTo>
                <a:lnTo>
                  <a:pt x="43742" y="1010"/>
                </a:lnTo>
                <a:lnTo>
                  <a:pt x="44034" y="1010"/>
                </a:lnTo>
                <a:lnTo>
                  <a:pt x="44268" y="1010"/>
                </a:lnTo>
                <a:lnTo>
                  <a:pt x="44560" y="1010"/>
                </a:lnTo>
                <a:lnTo>
                  <a:pt x="45027" y="903"/>
                </a:lnTo>
                <a:lnTo>
                  <a:pt x="45261" y="903"/>
                </a:lnTo>
                <a:lnTo>
                  <a:pt x="45436" y="903"/>
                </a:lnTo>
                <a:lnTo>
                  <a:pt x="45728" y="903"/>
                </a:lnTo>
                <a:lnTo>
                  <a:pt x="45962" y="903"/>
                </a:lnTo>
                <a:lnTo>
                  <a:pt x="46254" y="903"/>
                </a:lnTo>
                <a:lnTo>
                  <a:pt x="46546" y="903"/>
                </a:lnTo>
                <a:lnTo>
                  <a:pt x="46838" y="903"/>
                </a:lnTo>
                <a:lnTo>
                  <a:pt x="47246" y="903"/>
                </a:lnTo>
                <a:lnTo>
                  <a:pt x="47538" y="903"/>
                </a:lnTo>
                <a:lnTo>
                  <a:pt x="47831" y="903"/>
                </a:lnTo>
                <a:lnTo>
                  <a:pt x="48239" y="903"/>
                </a:lnTo>
                <a:lnTo>
                  <a:pt x="48531" y="797"/>
                </a:lnTo>
                <a:lnTo>
                  <a:pt x="48823" y="797"/>
                </a:lnTo>
                <a:lnTo>
                  <a:pt x="49232" y="797"/>
                </a:lnTo>
                <a:lnTo>
                  <a:pt x="49524" y="797"/>
                </a:lnTo>
                <a:lnTo>
                  <a:pt x="49816" y="797"/>
                </a:lnTo>
                <a:lnTo>
                  <a:pt x="50108" y="797"/>
                </a:lnTo>
                <a:lnTo>
                  <a:pt x="50342" y="797"/>
                </a:lnTo>
                <a:lnTo>
                  <a:pt x="50517" y="797"/>
                </a:lnTo>
                <a:lnTo>
                  <a:pt x="50809" y="797"/>
                </a:lnTo>
                <a:lnTo>
                  <a:pt x="51218" y="797"/>
                </a:lnTo>
                <a:lnTo>
                  <a:pt x="51510" y="797"/>
                </a:lnTo>
                <a:lnTo>
                  <a:pt x="51743" y="797"/>
                </a:lnTo>
                <a:lnTo>
                  <a:pt x="52035" y="797"/>
                </a:lnTo>
                <a:lnTo>
                  <a:pt x="52327" y="797"/>
                </a:lnTo>
                <a:lnTo>
                  <a:pt x="52619" y="797"/>
                </a:lnTo>
                <a:lnTo>
                  <a:pt x="52911" y="797"/>
                </a:lnTo>
                <a:lnTo>
                  <a:pt x="53437" y="797"/>
                </a:lnTo>
                <a:lnTo>
                  <a:pt x="53729" y="797"/>
                </a:lnTo>
                <a:lnTo>
                  <a:pt x="54021" y="638"/>
                </a:lnTo>
                <a:lnTo>
                  <a:pt x="54313" y="638"/>
                </a:lnTo>
                <a:lnTo>
                  <a:pt x="54605" y="638"/>
                </a:lnTo>
                <a:lnTo>
                  <a:pt x="54897" y="638"/>
                </a:lnTo>
                <a:lnTo>
                  <a:pt x="55131" y="638"/>
                </a:lnTo>
                <a:lnTo>
                  <a:pt x="55423" y="638"/>
                </a:lnTo>
                <a:lnTo>
                  <a:pt x="55715" y="638"/>
                </a:lnTo>
                <a:lnTo>
                  <a:pt x="56007" y="638"/>
                </a:lnTo>
                <a:lnTo>
                  <a:pt x="56299" y="531"/>
                </a:lnTo>
                <a:lnTo>
                  <a:pt x="56591" y="531"/>
                </a:lnTo>
                <a:lnTo>
                  <a:pt x="56824" y="531"/>
                </a:lnTo>
              </a:path>
            </a:pathLst>
          </a:custGeom>
          <a:ln w="77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829930" y="3393421"/>
            <a:ext cx="56708" cy="7071"/>
          </a:xfrm>
          <a:custGeom>
            <a:avLst/>
            <a:gdLst/>
            <a:ahLst/>
            <a:cxnLst/>
            <a:rect l="l" t="t" r="r" b="b"/>
            <a:pathLst>
              <a:path w="56708" h="7071">
                <a:moveTo>
                  <a:pt x="0" y="7071"/>
                </a:moveTo>
                <a:lnTo>
                  <a:pt x="292" y="7071"/>
                </a:lnTo>
                <a:lnTo>
                  <a:pt x="700" y="7071"/>
                </a:lnTo>
                <a:lnTo>
                  <a:pt x="992" y="7071"/>
                </a:lnTo>
                <a:lnTo>
                  <a:pt x="1168" y="7071"/>
                </a:lnTo>
                <a:lnTo>
                  <a:pt x="1460" y="6911"/>
                </a:lnTo>
                <a:lnTo>
                  <a:pt x="1693" y="6911"/>
                </a:lnTo>
                <a:lnTo>
                  <a:pt x="1985" y="6911"/>
                </a:lnTo>
                <a:lnTo>
                  <a:pt x="2277" y="6911"/>
                </a:lnTo>
                <a:lnTo>
                  <a:pt x="2569" y="6911"/>
                </a:lnTo>
                <a:lnTo>
                  <a:pt x="2978" y="6911"/>
                </a:lnTo>
                <a:lnTo>
                  <a:pt x="3270" y="6911"/>
                </a:lnTo>
                <a:lnTo>
                  <a:pt x="3562" y="6805"/>
                </a:lnTo>
                <a:lnTo>
                  <a:pt x="3971" y="6805"/>
                </a:lnTo>
                <a:lnTo>
                  <a:pt x="4263" y="6805"/>
                </a:lnTo>
                <a:lnTo>
                  <a:pt x="4555" y="6805"/>
                </a:lnTo>
                <a:lnTo>
                  <a:pt x="4964" y="6805"/>
                </a:lnTo>
                <a:lnTo>
                  <a:pt x="5256" y="6699"/>
                </a:lnTo>
                <a:lnTo>
                  <a:pt x="5548" y="6699"/>
                </a:lnTo>
                <a:lnTo>
                  <a:pt x="5781" y="6699"/>
                </a:lnTo>
                <a:lnTo>
                  <a:pt x="6073" y="6699"/>
                </a:lnTo>
                <a:lnTo>
                  <a:pt x="6248" y="6699"/>
                </a:lnTo>
                <a:lnTo>
                  <a:pt x="6482" y="6699"/>
                </a:lnTo>
                <a:lnTo>
                  <a:pt x="6949" y="6539"/>
                </a:lnTo>
                <a:lnTo>
                  <a:pt x="7241" y="6539"/>
                </a:lnTo>
                <a:lnTo>
                  <a:pt x="7475" y="6539"/>
                </a:lnTo>
                <a:lnTo>
                  <a:pt x="7767" y="6539"/>
                </a:lnTo>
                <a:lnTo>
                  <a:pt x="8059" y="6539"/>
                </a:lnTo>
                <a:lnTo>
                  <a:pt x="8351" y="6539"/>
                </a:lnTo>
                <a:lnTo>
                  <a:pt x="8643" y="6433"/>
                </a:lnTo>
                <a:lnTo>
                  <a:pt x="9169" y="6433"/>
                </a:lnTo>
                <a:lnTo>
                  <a:pt x="9461" y="6433"/>
                </a:lnTo>
                <a:lnTo>
                  <a:pt x="9753" y="6433"/>
                </a:lnTo>
                <a:lnTo>
                  <a:pt x="10045" y="6273"/>
                </a:lnTo>
                <a:lnTo>
                  <a:pt x="10337" y="6273"/>
                </a:lnTo>
                <a:lnTo>
                  <a:pt x="10629" y="6273"/>
                </a:lnTo>
                <a:lnTo>
                  <a:pt x="10862" y="6273"/>
                </a:lnTo>
                <a:lnTo>
                  <a:pt x="11154" y="6273"/>
                </a:lnTo>
                <a:lnTo>
                  <a:pt x="11446" y="6167"/>
                </a:lnTo>
                <a:lnTo>
                  <a:pt x="11738" y="6167"/>
                </a:lnTo>
                <a:lnTo>
                  <a:pt x="12030" y="6167"/>
                </a:lnTo>
                <a:lnTo>
                  <a:pt x="12264" y="6167"/>
                </a:lnTo>
                <a:lnTo>
                  <a:pt x="12556" y="6167"/>
                </a:lnTo>
                <a:lnTo>
                  <a:pt x="12848" y="6007"/>
                </a:lnTo>
                <a:lnTo>
                  <a:pt x="13257" y="6007"/>
                </a:lnTo>
                <a:lnTo>
                  <a:pt x="13549" y="6007"/>
                </a:lnTo>
                <a:lnTo>
                  <a:pt x="13724" y="6007"/>
                </a:lnTo>
                <a:lnTo>
                  <a:pt x="13958" y="6007"/>
                </a:lnTo>
                <a:lnTo>
                  <a:pt x="14250" y="5901"/>
                </a:lnTo>
                <a:lnTo>
                  <a:pt x="14542" y="5901"/>
                </a:lnTo>
                <a:lnTo>
                  <a:pt x="14834" y="5901"/>
                </a:lnTo>
                <a:lnTo>
                  <a:pt x="15126" y="5901"/>
                </a:lnTo>
                <a:lnTo>
                  <a:pt x="15534" y="5901"/>
                </a:lnTo>
                <a:lnTo>
                  <a:pt x="15826" y="5795"/>
                </a:lnTo>
                <a:lnTo>
                  <a:pt x="16118" y="5795"/>
                </a:lnTo>
                <a:lnTo>
                  <a:pt x="16527" y="5795"/>
                </a:lnTo>
                <a:lnTo>
                  <a:pt x="16819" y="5635"/>
                </a:lnTo>
                <a:lnTo>
                  <a:pt x="17111" y="5635"/>
                </a:lnTo>
                <a:lnTo>
                  <a:pt x="17520" y="5635"/>
                </a:lnTo>
                <a:lnTo>
                  <a:pt x="17812" y="5635"/>
                </a:lnTo>
                <a:lnTo>
                  <a:pt x="18046" y="5635"/>
                </a:lnTo>
                <a:lnTo>
                  <a:pt x="18338" y="5529"/>
                </a:lnTo>
                <a:lnTo>
                  <a:pt x="18630" y="5529"/>
                </a:lnTo>
                <a:lnTo>
                  <a:pt x="18805" y="5529"/>
                </a:lnTo>
                <a:lnTo>
                  <a:pt x="19038" y="5529"/>
                </a:lnTo>
                <a:lnTo>
                  <a:pt x="19506" y="5369"/>
                </a:lnTo>
                <a:lnTo>
                  <a:pt x="19739" y="5369"/>
                </a:lnTo>
                <a:lnTo>
                  <a:pt x="20031" y="5369"/>
                </a:lnTo>
                <a:lnTo>
                  <a:pt x="20323" y="5369"/>
                </a:lnTo>
                <a:lnTo>
                  <a:pt x="20615" y="5263"/>
                </a:lnTo>
                <a:lnTo>
                  <a:pt x="20907" y="5263"/>
                </a:lnTo>
                <a:lnTo>
                  <a:pt x="21199" y="5263"/>
                </a:lnTo>
                <a:lnTo>
                  <a:pt x="21725" y="5157"/>
                </a:lnTo>
                <a:lnTo>
                  <a:pt x="22017" y="5157"/>
                </a:lnTo>
                <a:lnTo>
                  <a:pt x="22309" y="5157"/>
                </a:lnTo>
                <a:lnTo>
                  <a:pt x="22601" y="5157"/>
                </a:lnTo>
                <a:lnTo>
                  <a:pt x="22893" y="4997"/>
                </a:lnTo>
                <a:lnTo>
                  <a:pt x="23127" y="4997"/>
                </a:lnTo>
                <a:lnTo>
                  <a:pt x="23419" y="4997"/>
                </a:lnTo>
                <a:lnTo>
                  <a:pt x="23711" y="4997"/>
                </a:lnTo>
                <a:lnTo>
                  <a:pt x="24003" y="4997"/>
                </a:lnTo>
                <a:lnTo>
                  <a:pt x="24295" y="4997"/>
                </a:lnTo>
                <a:lnTo>
                  <a:pt x="24587" y="4997"/>
                </a:lnTo>
                <a:lnTo>
                  <a:pt x="24820" y="4891"/>
                </a:lnTo>
                <a:lnTo>
                  <a:pt x="25112" y="4891"/>
                </a:lnTo>
                <a:lnTo>
                  <a:pt x="25404" y="4891"/>
                </a:lnTo>
                <a:lnTo>
                  <a:pt x="25813" y="4891"/>
                </a:lnTo>
                <a:lnTo>
                  <a:pt x="26105" y="4731"/>
                </a:lnTo>
                <a:lnTo>
                  <a:pt x="26280" y="4731"/>
                </a:lnTo>
                <a:lnTo>
                  <a:pt x="26514" y="4731"/>
                </a:lnTo>
                <a:lnTo>
                  <a:pt x="26806" y="4625"/>
                </a:lnTo>
                <a:lnTo>
                  <a:pt x="27098" y="4625"/>
                </a:lnTo>
                <a:lnTo>
                  <a:pt x="27390" y="4625"/>
                </a:lnTo>
                <a:lnTo>
                  <a:pt x="27682" y="4625"/>
                </a:lnTo>
                <a:lnTo>
                  <a:pt x="28091" y="4466"/>
                </a:lnTo>
                <a:lnTo>
                  <a:pt x="28383" y="4466"/>
                </a:lnTo>
                <a:lnTo>
                  <a:pt x="28675" y="4466"/>
                </a:lnTo>
                <a:lnTo>
                  <a:pt x="29084" y="4359"/>
                </a:lnTo>
                <a:lnTo>
                  <a:pt x="29376" y="4359"/>
                </a:lnTo>
                <a:lnTo>
                  <a:pt x="29609" y="4359"/>
                </a:lnTo>
                <a:lnTo>
                  <a:pt x="30076" y="4253"/>
                </a:lnTo>
                <a:lnTo>
                  <a:pt x="30368" y="4253"/>
                </a:lnTo>
                <a:lnTo>
                  <a:pt x="30602" y="4253"/>
                </a:lnTo>
                <a:lnTo>
                  <a:pt x="30894" y="4093"/>
                </a:lnTo>
                <a:lnTo>
                  <a:pt x="31186" y="4093"/>
                </a:lnTo>
                <a:lnTo>
                  <a:pt x="31595" y="3987"/>
                </a:lnTo>
                <a:lnTo>
                  <a:pt x="32062" y="3987"/>
                </a:lnTo>
                <a:lnTo>
                  <a:pt x="32296" y="3987"/>
                </a:lnTo>
                <a:lnTo>
                  <a:pt x="32588" y="3987"/>
                </a:lnTo>
                <a:lnTo>
                  <a:pt x="32880" y="3828"/>
                </a:lnTo>
                <a:lnTo>
                  <a:pt x="33172" y="3828"/>
                </a:lnTo>
                <a:lnTo>
                  <a:pt x="33464" y="3828"/>
                </a:lnTo>
                <a:lnTo>
                  <a:pt x="33756" y="3721"/>
                </a:lnTo>
                <a:lnTo>
                  <a:pt x="34281" y="3721"/>
                </a:lnTo>
                <a:lnTo>
                  <a:pt x="34573" y="3615"/>
                </a:lnTo>
                <a:lnTo>
                  <a:pt x="34865" y="3615"/>
                </a:lnTo>
                <a:lnTo>
                  <a:pt x="35157" y="3615"/>
                </a:lnTo>
                <a:lnTo>
                  <a:pt x="35449" y="3455"/>
                </a:lnTo>
                <a:lnTo>
                  <a:pt x="35683" y="3455"/>
                </a:lnTo>
                <a:lnTo>
                  <a:pt x="35975" y="3455"/>
                </a:lnTo>
                <a:lnTo>
                  <a:pt x="36384" y="3349"/>
                </a:lnTo>
                <a:lnTo>
                  <a:pt x="36559" y="3349"/>
                </a:lnTo>
                <a:lnTo>
                  <a:pt x="36851" y="3349"/>
                </a:lnTo>
                <a:lnTo>
                  <a:pt x="37085" y="3190"/>
                </a:lnTo>
                <a:lnTo>
                  <a:pt x="37377" y="3190"/>
                </a:lnTo>
                <a:lnTo>
                  <a:pt x="37669" y="3190"/>
                </a:lnTo>
                <a:lnTo>
                  <a:pt x="37961" y="3083"/>
                </a:lnTo>
                <a:lnTo>
                  <a:pt x="38369" y="3083"/>
                </a:lnTo>
                <a:lnTo>
                  <a:pt x="38661" y="3083"/>
                </a:lnTo>
                <a:lnTo>
                  <a:pt x="39070" y="2977"/>
                </a:lnTo>
                <a:lnTo>
                  <a:pt x="39362" y="2977"/>
                </a:lnTo>
                <a:lnTo>
                  <a:pt x="39654" y="2817"/>
                </a:lnTo>
                <a:lnTo>
                  <a:pt x="39946" y="2817"/>
                </a:lnTo>
                <a:lnTo>
                  <a:pt x="40238" y="2711"/>
                </a:lnTo>
                <a:lnTo>
                  <a:pt x="40647" y="2711"/>
                </a:lnTo>
                <a:lnTo>
                  <a:pt x="40939" y="2711"/>
                </a:lnTo>
                <a:lnTo>
                  <a:pt x="41231" y="2552"/>
                </a:lnTo>
                <a:lnTo>
                  <a:pt x="41640" y="2552"/>
                </a:lnTo>
                <a:lnTo>
                  <a:pt x="41932" y="2552"/>
                </a:lnTo>
                <a:lnTo>
                  <a:pt x="42166" y="2552"/>
                </a:lnTo>
                <a:lnTo>
                  <a:pt x="42633" y="2552"/>
                </a:lnTo>
                <a:lnTo>
                  <a:pt x="42866" y="2445"/>
                </a:lnTo>
                <a:lnTo>
                  <a:pt x="43158" y="2445"/>
                </a:lnTo>
                <a:lnTo>
                  <a:pt x="43450" y="2286"/>
                </a:lnTo>
                <a:lnTo>
                  <a:pt x="43742" y="2286"/>
                </a:lnTo>
                <a:lnTo>
                  <a:pt x="44151" y="2179"/>
                </a:lnTo>
                <a:lnTo>
                  <a:pt x="44443" y="2179"/>
                </a:lnTo>
                <a:lnTo>
                  <a:pt x="44852" y="2179"/>
                </a:lnTo>
                <a:lnTo>
                  <a:pt x="45144" y="2073"/>
                </a:lnTo>
                <a:lnTo>
                  <a:pt x="45436" y="2073"/>
                </a:lnTo>
                <a:lnTo>
                  <a:pt x="45728" y="1914"/>
                </a:lnTo>
                <a:lnTo>
                  <a:pt x="46020" y="1914"/>
                </a:lnTo>
                <a:lnTo>
                  <a:pt x="46254" y="1914"/>
                </a:lnTo>
                <a:lnTo>
                  <a:pt x="46429" y="1807"/>
                </a:lnTo>
                <a:lnTo>
                  <a:pt x="46838" y="1807"/>
                </a:lnTo>
                <a:lnTo>
                  <a:pt x="47130" y="1648"/>
                </a:lnTo>
                <a:lnTo>
                  <a:pt x="47422" y="1648"/>
                </a:lnTo>
                <a:lnTo>
                  <a:pt x="47714" y="1648"/>
                </a:lnTo>
                <a:lnTo>
                  <a:pt x="47947" y="1541"/>
                </a:lnTo>
                <a:lnTo>
                  <a:pt x="48239" y="1541"/>
                </a:lnTo>
                <a:lnTo>
                  <a:pt x="48531" y="1541"/>
                </a:lnTo>
                <a:lnTo>
                  <a:pt x="48940" y="1435"/>
                </a:lnTo>
                <a:lnTo>
                  <a:pt x="49115" y="1435"/>
                </a:lnTo>
                <a:lnTo>
                  <a:pt x="49407" y="1276"/>
                </a:lnTo>
                <a:lnTo>
                  <a:pt x="49641" y="1276"/>
                </a:lnTo>
                <a:lnTo>
                  <a:pt x="49933" y="1169"/>
                </a:lnTo>
                <a:lnTo>
                  <a:pt x="50225" y="1169"/>
                </a:lnTo>
                <a:lnTo>
                  <a:pt x="50517" y="1169"/>
                </a:lnTo>
                <a:lnTo>
                  <a:pt x="50809" y="1010"/>
                </a:lnTo>
                <a:lnTo>
                  <a:pt x="51218" y="1010"/>
                </a:lnTo>
                <a:lnTo>
                  <a:pt x="51510" y="903"/>
                </a:lnTo>
                <a:lnTo>
                  <a:pt x="51919" y="903"/>
                </a:lnTo>
                <a:lnTo>
                  <a:pt x="52211" y="744"/>
                </a:lnTo>
                <a:lnTo>
                  <a:pt x="52503" y="744"/>
                </a:lnTo>
                <a:lnTo>
                  <a:pt x="52795" y="638"/>
                </a:lnTo>
                <a:lnTo>
                  <a:pt x="53203" y="638"/>
                </a:lnTo>
                <a:lnTo>
                  <a:pt x="53495" y="531"/>
                </a:lnTo>
                <a:lnTo>
                  <a:pt x="53729" y="531"/>
                </a:lnTo>
                <a:lnTo>
                  <a:pt x="54021" y="531"/>
                </a:lnTo>
                <a:lnTo>
                  <a:pt x="54196" y="372"/>
                </a:lnTo>
                <a:lnTo>
                  <a:pt x="54430" y="372"/>
                </a:lnTo>
                <a:lnTo>
                  <a:pt x="54722" y="265"/>
                </a:lnTo>
                <a:lnTo>
                  <a:pt x="55189" y="265"/>
                </a:lnTo>
                <a:lnTo>
                  <a:pt x="55423" y="265"/>
                </a:lnTo>
                <a:lnTo>
                  <a:pt x="55715" y="265"/>
                </a:lnTo>
                <a:lnTo>
                  <a:pt x="56007" y="265"/>
                </a:lnTo>
                <a:lnTo>
                  <a:pt x="56299" y="106"/>
                </a:lnTo>
                <a:lnTo>
                  <a:pt x="56708" y="0"/>
                </a:lnTo>
              </a:path>
            </a:pathLst>
          </a:custGeom>
          <a:ln w="77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886638" y="3378906"/>
            <a:ext cx="56824" cy="14514"/>
          </a:xfrm>
          <a:custGeom>
            <a:avLst/>
            <a:gdLst/>
            <a:ahLst/>
            <a:cxnLst/>
            <a:rect l="l" t="t" r="r" b="b"/>
            <a:pathLst>
              <a:path w="56824" h="14514">
                <a:moveTo>
                  <a:pt x="0" y="14514"/>
                </a:moveTo>
                <a:lnTo>
                  <a:pt x="292" y="14514"/>
                </a:lnTo>
                <a:lnTo>
                  <a:pt x="700" y="14408"/>
                </a:lnTo>
                <a:lnTo>
                  <a:pt x="992" y="14408"/>
                </a:lnTo>
                <a:lnTo>
                  <a:pt x="1284" y="14249"/>
                </a:lnTo>
                <a:lnTo>
                  <a:pt x="1576" y="14249"/>
                </a:lnTo>
                <a:lnTo>
                  <a:pt x="1868" y="14249"/>
                </a:lnTo>
                <a:lnTo>
                  <a:pt x="2102" y="14142"/>
                </a:lnTo>
                <a:lnTo>
                  <a:pt x="2277" y="14142"/>
                </a:lnTo>
                <a:lnTo>
                  <a:pt x="2686" y="13983"/>
                </a:lnTo>
                <a:lnTo>
                  <a:pt x="2978" y="13983"/>
                </a:lnTo>
                <a:lnTo>
                  <a:pt x="3270" y="13876"/>
                </a:lnTo>
                <a:lnTo>
                  <a:pt x="3504" y="13876"/>
                </a:lnTo>
                <a:lnTo>
                  <a:pt x="3796" y="13717"/>
                </a:lnTo>
                <a:lnTo>
                  <a:pt x="4088" y="13717"/>
                </a:lnTo>
                <a:lnTo>
                  <a:pt x="4380" y="13611"/>
                </a:lnTo>
                <a:lnTo>
                  <a:pt x="4788" y="13611"/>
                </a:lnTo>
                <a:lnTo>
                  <a:pt x="4964" y="13504"/>
                </a:lnTo>
                <a:lnTo>
                  <a:pt x="5197" y="13504"/>
                </a:lnTo>
                <a:lnTo>
                  <a:pt x="5489" y="13345"/>
                </a:lnTo>
                <a:lnTo>
                  <a:pt x="5781" y="13345"/>
                </a:lnTo>
                <a:lnTo>
                  <a:pt x="6073" y="13345"/>
                </a:lnTo>
                <a:lnTo>
                  <a:pt x="6365" y="13238"/>
                </a:lnTo>
                <a:lnTo>
                  <a:pt x="6657" y="13238"/>
                </a:lnTo>
                <a:lnTo>
                  <a:pt x="7066" y="13079"/>
                </a:lnTo>
                <a:lnTo>
                  <a:pt x="7358" y="13079"/>
                </a:lnTo>
                <a:lnTo>
                  <a:pt x="7767" y="12972"/>
                </a:lnTo>
                <a:lnTo>
                  <a:pt x="8059" y="12866"/>
                </a:lnTo>
                <a:lnTo>
                  <a:pt x="8351" y="12866"/>
                </a:lnTo>
                <a:lnTo>
                  <a:pt x="8585" y="12707"/>
                </a:lnTo>
                <a:lnTo>
                  <a:pt x="9052" y="12707"/>
                </a:lnTo>
                <a:lnTo>
                  <a:pt x="9285" y="12600"/>
                </a:lnTo>
                <a:lnTo>
                  <a:pt x="9577" y="12600"/>
                </a:lnTo>
                <a:lnTo>
                  <a:pt x="9869" y="12441"/>
                </a:lnTo>
                <a:lnTo>
                  <a:pt x="10045" y="12441"/>
                </a:lnTo>
                <a:lnTo>
                  <a:pt x="10278" y="12441"/>
                </a:lnTo>
                <a:lnTo>
                  <a:pt x="10570" y="12441"/>
                </a:lnTo>
                <a:lnTo>
                  <a:pt x="10979" y="12334"/>
                </a:lnTo>
                <a:lnTo>
                  <a:pt x="11271" y="12334"/>
                </a:lnTo>
                <a:lnTo>
                  <a:pt x="11563" y="12175"/>
                </a:lnTo>
                <a:lnTo>
                  <a:pt x="11855" y="12175"/>
                </a:lnTo>
                <a:lnTo>
                  <a:pt x="12147" y="12069"/>
                </a:lnTo>
                <a:lnTo>
                  <a:pt x="12439" y="12069"/>
                </a:lnTo>
                <a:lnTo>
                  <a:pt x="12848" y="11962"/>
                </a:lnTo>
                <a:lnTo>
                  <a:pt x="13257" y="11803"/>
                </a:lnTo>
                <a:lnTo>
                  <a:pt x="13549" y="11803"/>
                </a:lnTo>
                <a:lnTo>
                  <a:pt x="13841" y="11696"/>
                </a:lnTo>
                <a:lnTo>
                  <a:pt x="14133" y="11696"/>
                </a:lnTo>
                <a:lnTo>
                  <a:pt x="14366" y="11537"/>
                </a:lnTo>
                <a:lnTo>
                  <a:pt x="14658" y="11431"/>
                </a:lnTo>
                <a:lnTo>
                  <a:pt x="14834" y="11431"/>
                </a:lnTo>
                <a:lnTo>
                  <a:pt x="15242" y="11324"/>
                </a:lnTo>
                <a:lnTo>
                  <a:pt x="15534" y="11324"/>
                </a:lnTo>
                <a:lnTo>
                  <a:pt x="15826" y="11165"/>
                </a:lnTo>
                <a:lnTo>
                  <a:pt x="16060" y="11165"/>
                </a:lnTo>
                <a:lnTo>
                  <a:pt x="16352" y="11058"/>
                </a:lnTo>
                <a:lnTo>
                  <a:pt x="16644" y="11058"/>
                </a:lnTo>
                <a:lnTo>
                  <a:pt x="16936" y="10899"/>
                </a:lnTo>
                <a:lnTo>
                  <a:pt x="17345" y="10899"/>
                </a:lnTo>
                <a:lnTo>
                  <a:pt x="17520" y="10793"/>
                </a:lnTo>
                <a:lnTo>
                  <a:pt x="17754" y="10793"/>
                </a:lnTo>
                <a:lnTo>
                  <a:pt x="18046" y="10633"/>
                </a:lnTo>
                <a:lnTo>
                  <a:pt x="18338" y="10633"/>
                </a:lnTo>
                <a:lnTo>
                  <a:pt x="18630" y="10527"/>
                </a:lnTo>
                <a:lnTo>
                  <a:pt x="18922" y="10420"/>
                </a:lnTo>
                <a:lnTo>
                  <a:pt x="19214" y="10420"/>
                </a:lnTo>
                <a:lnTo>
                  <a:pt x="19622" y="10261"/>
                </a:lnTo>
                <a:lnTo>
                  <a:pt x="19914" y="10261"/>
                </a:lnTo>
                <a:lnTo>
                  <a:pt x="20323" y="10155"/>
                </a:lnTo>
                <a:lnTo>
                  <a:pt x="20615" y="10155"/>
                </a:lnTo>
                <a:lnTo>
                  <a:pt x="20907" y="10155"/>
                </a:lnTo>
                <a:lnTo>
                  <a:pt x="21141" y="9995"/>
                </a:lnTo>
                <a:lnTo>
                  <a:pt x="21608" y="9889"/>
                </a:lnTo>
                <a:lnTo>
                  <a:pt x="21842" y="9889"/>
                </a:lnTo>
                <a:lnTo>
                  <a:pt x="22134" y="9782"/>
                </a:lnTo>
                <a:lnTo>
                  <a:pt x="22426" y="9782"/>
                </a:lnTo>
                <a:lnTo>
                  <a:pt x="22543" y="9623"/>
                </a:lnTo>
                <a:lnTo>
                  <a:pt x="22835" y="9623"/>
                </a:lnTo>
                <a:lnTo>
                  <a:pt x="23127" y="9517"/>
                </a:lnTo>
                <a:lnTo>
                  <a:pt x="23535" y="9357"/>
                </a:lnTo>
                <a:lnTo>
                  <a:pt x="23827" y="9357"/>
                </a:lnTo>
                <a:lnTo>
                  <a:pt x="24119" y="9251"/>
                </a:lnTo>
                <a:lnTo>
                  <a:pt x="24411" y="9251"/>
                </a:lnTo>
                <a:lnTo>
                  <a:pt x="24703" y="9091"/>
                </a:lnTo>
                <a:lnTo>
                  <a:pt x="24995" y="9091"/>
                </a:lnTo>
                <a:lnTo>
                  <a:pt x="25404" y="8879"/>
                </a:lnTo>
                <a:lnTo>
                  <a:pt x="25813" y="8879"/>
                </a:lnTo>
                <a:lnTo>
                  <a:pt x="26105" y="8719"/>
                </a:lnTo>
                <a:lnTo>
                  <a:pt x="26397" y="8719"/>
                </a:lnTo>
                <a:lnTo>
                  <a:pt x="26689" y="8613"/>
                </a:lnTo>
                <a:lnTo>
                  <a:pt x="26923" y="8613"/>
                </a:lnTo>
                <a:lnTo>
                  <a:pt x="27215" y="8453"/>
                </a:lnTo>
                <a:lnTo>
                  <a:pt x="27507" y="8347"/>
                </a:lnTo>
                <a:lnTo>
                  <a:pt x="27799" y="8347"/>
                </a:lnTo>
                <a:lnTo>
                  <a:pt x="28091" y="8241"/>
                </a:lnTo>
                <a:lnTo>
                  <a:pt x="28324" y="8241"/>
                </a:lnTo>
                <a:lnTo>
                  <a:pt x="28616" y="8081"/>
                </a:lnTo>
                <a:lnTo>
                  <a:pt x="28908" y="7975"/>
                </a:lnTo>
                <a:lnTo>
                  <a:pt x="29200" y="7975"/>
                </a:lnTo>
                <a:lnTo>
                  <a:pt x="29492" y="7815"/>
                </a:lnTo>
                <a:lnTo>
                  <a:pt x="29901" y="7815"/>
                </a:lnTo>
                <a:lnTo>
                  <a:pt x="30310" y="7709"/>
                </a:lnTo>
                <a:lnTo>
                  <a:pt x="30602" y="7709"/>
                </a:lnTo>
                <a:lnTo>
                  <a:pt x="30894" y="7549"/>
                </a:lnTo>
                <a:lnTo>
                  <a:pt x="31186" y="7443"/>
                </a:lnTo>
                <a:lnTo>
                  <a:pt x="31478" y="7443"/>
                </a:lnTo>
                <a:lnTo>
                  <a:pt x="31712" y="7337"/>
                </a:lnTo>
                <a:lnTo>
                  <a:pt x="32179" y="7337"/>
                </a:lnTo>
                <a:lnTo>
                  <a:pt x="32471" y="7177"/>
                </a:lnTo>
                <a:lnTo>
                  <a:pt x="32880" y="7071"/>
                </a:lnTo>
                <a:lnTo>
                  <a:pt x="33172" y="6911"/>
                </a:lnTo>
                <a:lnTo>
                  <a:pt x="33405" y="6911"/>
                </a:lnTo>
                <a:lnTo>
                  <a:pt x="33697" y="6805"/>
                </a:lnTo>
                <a:lnTo>
                  <a:pt x="34106" y="6699"/>
                </a:lnTo>
                <a:lnTo>
                  <a:pt x="34398" y="6699"/>
                </a:lnTo>
                <a:lnTo>
                  <a:pt x="34690" y="6539"/>
                </a:lnTo>
                <a:lnTo>
                  <a:pt x="34982" y="6433"/>
                </a:lnTo>
                <a:lnTo>
                  <a:pt x="35391" y="6273"/>
                </a:lnTo>
                <a:lnTo>
                  <a:pt x="35683" y="6167"/>
                </a:lnTo>
                <a:lnTo>
                  <a:pt x="36092" y="6167"/>
                </a:lnTo>
                <a:lnTo>
                  <a:pt x="36384" y="6007"/>
                </a:lnTo>
                <a:lnTo>
                  <a:pt x="36676" y="6007"/>
                </a:lnTo>
                <a:lnTo>
                  <a:pt x="36968" y="5901"/>
                </a:lnTo>
                <a:lnTo>
                  <a:pt x="37260" y="5795"/>
                </a:lnTo>
                <a:lnTo>
                  <a:pt x="37493" y="5795"/>
                </a:lnTo>
                <a:lnTo>
                  <a:pt x="37669" y="5635"/>
                </a:lnTo>
                <a:lnTo>
                  <a:pt x="37961" y="5529"/>
                </a:lnTo>
                <a:lnTo>
                  <a:pt x="38369" y="5529"/>
                </a:lnTo>
                <a:lnTo>
                  <a:pt x="38661" y="5529"/>
                </a:lnTo>
                <a:lnTo>
                  <a:pt x="38953" y="5369"/>
                </a:lnTo>
                <a:lnTo>
                  <a:pt x="39187" y="5369"/>
                </a:lnTo>
                <a:lnTo>
                  <a:pt x="39479" y="5263"/>
                </a:lnTo>
                <a:lnTo>
                  <a:pt x="39771" y="5157"/>
                </a:lnTo>
                <a:lnTo>
                  <a:pt x="40063" y="5157"/>
                </a:lnTo>
                <a:lnTo>
                  <a:pt x="40355" y="4997"/>
                </a:lnTo>
                <a:lnTo>
                  <a:pt x="40647" y="4891"/>
                </a:lnTo>
                <a:lnTo>
                  <a:pt x="40881" y="4891"/>
                </a:lnTo>
                <a:lnTo>
                  <a:pt x="41173" y="4731"/>
                </a:lnTo>
                <a:lnTo>
                  <a:pt x="41465" y="4625"/>
                </a:lnTo>
                <a:lnTo>
                  <a:pt x="41757" y="4625"/>
                </a:lnTo>
                <a:lnTo>
                  <a:pt x="42049" y="4519"/>
                </a:lnTo>
                <a:lnTo>
                  <a:pt x="42458" y="4359"/>
                </a:lnTo>
                <a:lnTo>
                  <a:pt x="42866" y="4253"/>
                </a:lnTo>
                <a:lnTo>
                  <a:pt x="43158" y="4093"/>
                </a:lnTo>
                <a:lnTo>
                  <a:pt x="43450" y="4093"/>
                </a:lnTo>
                <a:lnTo>
                  <a:pt x="43742" y="3987"/>
                </a:lnTo>
                <a:lnTo>
                  <a:pt x="44034" y="3828"/>
                </a:lnTo>
                <a:lnTo>
                  <a:pt x="44268" y="3828"/>
                </a:lnTo>
                <a:lnTo>
                  <a:pt x="44735" y="3721"/>
                </a:lnTo>
                <a:lnTo>
                  <a:pt x="44969" y="3615"/>
                </a:lnTo>
                <a:lnTo>
                  <a:pt x="45144" y="3615"/>
                </a:lnTo>
                <a:lnTo>
                  <a:pt x="45436" y="3455"/>
                </a:lnTo>
                <a:lnTo>
                  <a:pt x="45670" y="3349"/>
                </a:lnTo>
                <a:lnTo>
                  <a:pt x="45962" y="3349"/>
                </a:lnTo>
                <a:lnTo>
                  <a:pt x="46254" y="3190"/>
                </a:lnTo>
                <a:lnTo>
                  <a:pt x="46662" y="3190"/>
                </a:lnTo>
                <a:lnTo>
                  <a:pt x="46954" y="3083"/>
                </a:lnTo>
                <a:lnTo>
                  <a:pt x="47246" y="3083"/>
                </a:lnTo>
                <a:lnTo>
                  <a:pt x="47538" y="2977"/>
                </a:lnTo>
                <a:lnTo>
                  <a:pt x="47655" y="2817"/>
                </a:lnTo>
                <a:lnTo>
                  <a:pt x="47947" y="2817"/>
                </a:lnTo>
                <a:lnTo>
                  <a:pt x="48239" y="2711"/>
                </a:lnTo>
                <a:lnTo>
                  <a:pt x="48648" y="2552"/>
                </a:lnTo>
                <a:lnTo>
                  <a:pt x="48940" y="2552"/>
                </a:lnTo>
                <a:lnTo>
                  <a:pt x="49232" y="2445"/>
                </a:lnTo>
                <a:lnTo>
                  <a:pt x="49524" y="2286"/>
                </a:lnTo>
                <a:lnTo>
                  <a:pt x="49816" y="2179"/>
                </a:lnTo>
                <a:lnTo>
                  <a:pt x="50050" y="2179"/>
                </a:lnTo>
                <a:lnTo>
                  <a:pt x="50225" y="2073"/>
                </a:lnTo>
                <a:lnTo>
                  <a:pt x="50517" y="1914"/>
                </a:lnTo>
                <a:lnTo>
                  <a:pt x="50926" y="1914"/>
                </a:lnTo>
                <a:lnTo>
                  <a:pt x="51218" y="1807"/>
                </a:lnTo>
                <a:lnTo>
                  <a:pt x="51451" y="1648"/>
                </a:lnTo>
                <a:lnTo>
                  <a:pt x="51743" y="1541"/>
                </a:lnTo>
                <a:lnTo>
                  <a:pt x="52035" y="1541"/>
                </a:lnTo>
                <a:lnTo>
                  <a:pt x="52327" y="1435"/>
                </a:lnTo>
                <a:lnTo>
                  <a:pt x="52619" y="1276"/>
                </a:lnTo>
                <a:lnTo>
                  <a:pt x="52911" y="1169"/>
                </a:lnTo>
                <a:lnTo>
                  <a:pt x="53145" y="1169"/>
                </a:lnTo>
                <a:lnTo>
                  <a:pt x="53437" y="1010"/>
                </a:lnTo>
                <a:lnTo>
                  <a:pt x="53729" y="903"/>
                </a:lnTo>
                <a:lnTo>
                  <a:pt x="54021" y="903"/>
                </a:lnTo>
                <a:lnTo>
                  <a:pt x="54313" y="903"/>
                </a:lnTo>
                <a:lnTo>
                  <a:pt x="54605" y="744"/>
                </a:lnTo>
                <a:lnTo>
                  <a:pt x="55014" y="638"/>
                </a:lnTo>
                <a:lnTo>
                  <a:pt x="55423" y="531"/>
                </a:lnTo>
                <a:lnTo>
                  <a:pt x="55715" y="372"/>
                </a:lnTo>
                <a:lnTo>
                  <a:pt x="56007" y="265"/>
                </a:lnTo>
                <a:lnTo>
                  <a:pt x="56299" y="265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74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943463" y="3357214"/>
            <a:ext cx="56824" cy="21692"/>
          </a:xfrm>
          <a:custGeom>
            <a:avLst/>
            <a:gdLst/>
            <a:ahLst/>
            <a:cxnLst/>
            <a:rect l="l" t="t" r="r" b="b"/>
            <a:pathLst>
              <a:path w="56824" h="21692">
                <a:moveTo>
                  <a:pt x="0" y="21692"/>
                </a:moveTo>
                <a:lnTo>
                  <a:pt x="408" y="21586"/>
                </a:lnTo>
                <a:lnTo>
                  <a:pt x="700" y="21586"/>
                </a:lnTo>
                <a:lnTo>
                  <a:pt x="876" y="21426"/>
                </a:lnTo>
                <a:lnTo>
                  <a:pt x="1168" y="21320"/>
                </a:lnTo>
                <a:lnTo>
                  <a:pt x="1401" y="21160"/>
                </a:lnTo>
                <a:lnTo>
                  <a:pt x="1693" y="21160"/>
                </a:lnTo>
                <a:lnTo>
                  <a:pt x="1985" y="21054"/>
                </a:lnTo>
                <a:lnTo>
                  <a:pt x="2394" y="20895"/>
                </a:lnTo>
                <a:lnTo>
                  <a:pt x="2686" y="20788"/>
                </a:lnTo>
                <a:lnTo>
                  <a:pt x="2978" y="20788"/>
                </a:lnTo>
                <a:lnTo>
                  <a:pt x="3270" y="20682"/>
                </a:lnTo>
                <a:lnTo>
                  <a:pt x="3387" y="20522"/>
                </a:lnTo>
                <a:lnTo>
                  <a:pt x="3679" y="20416"/>
                </a:lnTo>
                <a:lnTo>
                  <a:pt x="3971" y="20416"/>
                </a:lnTo>
                <a:lnTo>
                  <a:pt x="4380" y="20257"/>
                </a:lnTo>
                <a:lnTo>
                  <a:pt x="4672" y="20150"/>
                </a:lnTo>
                <a:lnTo>
                  <a:pt x="4964" y="20150"/>
                </a:lnTo>
                <a:lnTo>
                  <a:pt x="5256" y="20044"/>
                </a:lnTo>
                <a:lnTo>
                  <a:pt x="5489" y="20044"/>
                </a:lnTo>
                <a:lnTo>
                  <a:pt x="5781" y="19884"/>
                </a:lnTo>
                <a:lnTo>
                  <a:pt x="5956" y="19778"/>
                </a:lnTo>
                <a:lnTo>
                  <a:pt x="6190" y="19619"/>
                </a:lnTo>
                <a:lnTo>
                  <a:pt x="6657" y="19619"/>
                </a:lnTo>
                <a:lnTo>
                  <a:pt x="6949" y="19512"/>
                </a:lnTo>
                <a:lnTo>
                  <a:pt x="7183" y="19353"/>
                </a:lnTo>
                <a:lnTo>
                  <a:pt x="7475" y="19246"/>
                </a:lnTo>
                <a:lnTo>
                  <a:pt x="7767" y="19140"/>
                </a:lnTo>
                <a:lnTo>
                  <a:pt x="8059" y="19140"/>
                </a:lnTo>
                <a:lnTo>
                  <a:pt x="8351" y="18980"/>
                </a:lnTo>
                <a:lnTo>
                  <a:pt x="8643" y="18874"/>
                </a:lnTo>
                <a:lnTo>
                  <a:pt x="8877" y="18715"/>
                </a:lnTo>
                <a:lnTo>
                  <a:pt x="9169" y="18608"/>
                </a:lnTo>
                <a:lnTo>
                  <a:pt x="9461" y="18608"/>
                </a:lnTo>
                <a:lnTo>
                  <a:pt x="9753" y="18502"/>
                </a:lnTo>
                <a:lnTo>
                  <a:pt x="10045" y="18342"/>
                </a:lnTo>
                <a:lnTo>
                  <a:pt x="10337" y="18236"/>
                </a:lnTo>
                <a:lnTo>
                  <a:pt x="10745" y="18077"/>
                </a:lnTo>
                <a:lnTo>
                  <a:pt x="11154" y="17970"/>
                </a:lnTo>
                <a:lnTo>
                  <a:pt x="11446" y="17811"/>
                </a:lnTo>
                <a:lnTo>
                  <a:pt x="11738" y="17811"/>
                </a:lnTo>
                <a:lnTo>
                  <a:pt x="12030" y="17704"/>
                </a:lnTo>
                <a:lnTo>
                  <a:pt x="12264" y="17704"/>
                </a:lnTo>
                <a:lnTo>
                  <a:pt x="12556" y="17598"/>
                </a:lnTo>
                <a:lnTo>
                  <a:pt x="12965" y="17439"/>
                </a:lnTo>
                <a:lnTo>
                  <a:pt x="13257" y="17332"/>
                </a:lnTo>
                <a:lnTo>
                  <a:pt x="13432" y="17173"/>
                </a:lnTo>
                <a:lnTo>
                  <a:pt x="13666" y="17066"/>
                </a:lnTo>
                <a:lnTo>
                  <a:pt x="13958" y="17066"/>
                </a:lnTo>
                <a:lnTo>
                  <a:pt x="14250" y="16960"/>
                </a:lnTo>
                <a:lnTo>
                  <a:pt x="14542" y="16801"/>
                </a:lnTo>
                <a:lnTo>
                  <a:pt x="14950" y="16694"/>
                </a:lnTo>
                <a:lnTo>
                  <a:pt x="15242" y="16535"/>
                </a:lnTo>
                <a:lnTo>
                  <a:pt x="15534" y="16535"/>
                </a:lnTo>
                <a:lnTo>
                  <a:pt x="15826" y="16428"/>
                </a:lnTo>
                <a:lnTo>
                  <a:pt x="15943" y="16269"/>
                </a:lnTo>
                <a:lnTo>
                  <a:pt x="16235" y="16163"/>
                </a:lnTo>
                <a:lnTo>
                  <a:pt x="16527" y="16056"/>
                </a:lnTo>
                <a:lnTo>
                  <a:pt x="16819" y="15897"/>
                </a:lnTo>
                <a:lnTo>
                  <a:pt x="17228" y="15897"/>
                </a:lnTo>
                <a:lnTo>
                  <a:pt x="17520" y="15790"/>
                </a:lnTo>
                <a:lnTo>
                  <a:pt x="17812" y="15631"/>
                </a:lnTo>
                <a:lnTo>
                  <a:pt x="18046" y="15525"/>
                </a:lnTo>
                <a:lnTo>
                  <a:pt x="18338" y="15525"/>
                </a:lnTo>
                <a:lnTo>
                  <a:pt x="18513" y="15418"/>
                </a:lnTo>
                <a:lnTo>
                  <a:pt x="18746" y="15259"/>
                </a:lnTo>
                <a:lnTo>
                  <a:pt x="19214" y="15259"/>
                </a:lnTo>
                <a:lnTo>
                  <a:pt x="19447" y="15152"/>
                </a:lnTo>
                <a:lnTo>
                  <a:pt x="19739" y="14993"/>
                </a:lnTo>
                <a:lnTo>
                  <a:pt x="20031" y="14887"/>
                </a:lnTo>
                <a:lnTo>
                  <a:pt x="20323" y="14727"/>
                </a:lnTo>
                <a:lnTo>
                  <a:pt x="20615" y="14621"/>
                </a:lnTo>
                <a:lnTo>
                  <a:pt x="20907" y="14514"/>
                </a:lnTo>
                <a:lnTo>
                  <a:pt x="21141" y="14514"/>
                </a:lnTo>
                <a:lnTo>
                  <a:pt x="21433" y="14355"/>
                </a:lnTo>
                <a:lnTo>
                  <a:pt x="21725" y="14249"/>
                </a:lnTo>
                <a:lnTo>
                  <a:pt x="22017" y="14089"/>
                </a:lnTo>
                <a:lnTo>
                  <a:pt x="22309" y="13983"/>
                </a:lnTo>
                <a:lnTo>
                  <a:pt x="22601" y="13876"/>
                </a:lnTo>
                <a:lnTo>
                  <a:pt x="22835" y="13717"/>
                </a:lnTo>
                <a:lnTo>
                  <a:pt x="23127" y="13717"/>
                </a:lnTo>
                <a:lnTo>
                  <a:pt x="23594" y="13611"/>
                </a:lnTo>
                <a:lnTo>
                  <a:pt x="23711" y="13451"/>
                </a:lnTo>
                <a:lnTo>
                  <a:pt x="24003" y="13345"/>
                </a:lnTo>
                <a:lnTo>
                  <a:pt x="24295" y="13185"/>
                </a:lnTo>
                <a:lnTo>
                  <a:pt x="24528" y="13185"/>
                </a:lnTo>
                <a:lnTo>
                  <a:pt x="24820" y="13079"/>
                </a:lnTo>
                <a:lnTo>
                  <a:pt x="25112" y="12973"/>
                </a:lnTo>
                <a:lnTo>
                  <a:pt x="25521" y="12973"/>
                </a:lnTo>
                <a:lnTo>
                  <a:pt x="25813" y="12813"/>
                </a:lnTo>
                <a:lnTo>
                  <a:pt x="25988" y="12707"/>
                </a:lnTo>
                <a:lnTo>
                  <a:pt x="26222" y="12547"/>
                </a:lnTo>
                <a:lnTo>
                  <a:pt x="26514" y="12441"/>
                </a:lnTo>
                <a:lnTo>
                  <a:pt x="26806" y="12334"/>
                </a:lnTo>
                <a:lnTo>
                  <a:pt x="27098" y="12175"/>
                </a:lnTo>
                <a:lnTo>
                  <a:pt x="27507" y="12069"/>
                </a:lnTo>
                <a:lnTo>
                  <a:pt x="27799" y="11909"/>
                </a:lnTo>
                <a:lnTo>
                  <a:pt x="28091" y="11909"/>
                </a:lnTo>
                <a:lnTo>
                  <a:pt x="28383" y="11803"/>
                </a:lnTo>
                <a:lnTo>
                  <a:pt x="28792" y="11537"/>
                </a:lnTo>
                <a:lnTo>
                  <a:pt x="29084" y="11431"/>
                </a:lnTo>
                <a:lnTo>
                  <a:pt x="29376" y="11271"/>
                </a:lnTo>
                <a:lnTo>
                  <a:pt x="29784" y="11165"/>
                </a:lnTo>
                <a:lnTo>
                  <a:pt x="30076" y="11005"/>
                </a:lnTo>
                <a:lnTo>
                  <a:pt x="30310" y="10899"/>
                </a:lnTo>
                <a:lnTo>
                  <a:pt x="30602" y="10899"/>
                </a:lnTo>
                <a:lnTo>
                  <a:pt x="30894" y="10899"/>
                </a:lnTo>
                <a:lnTo>
                  <a:pt x="31303" y="10633"/>
                </a:lnTo>
                <a:lnTo>
                  <a:pt x="31770" y="10527"/>
                </a:lnTo>
                <a:lnTo>
                  <a:pt x="32004" y="10367"/>
                </a:lnTo>
                <a:lnTo>
                  <a:pt x="32296" y="10261"/>
                </a:lnTo>
                <a:lnTo>
                  <a:pt x="32588" y="10155"/>
                </a:lnTo>
                <a:lnTo>
                  <a:pt x="32880" y="9995"/>
                </a:lnTo>
                <a:lnTo>
                  <a:pt x="33172" y="9889"/>
                </a:lnTo>
                <a:lnTo>
                  <a:pt x="33464" y="9729"/>
                </a:lnTo>
                <a:lnTo>
                  <a:pt x="33697" y="9623"/>
                </a:lnTo>
                <a:lnTo>
                  <a:pt x="33989" y="9463"/>
                </a:lnTo>
                <a:lnTo>
                  <a:pt x="34281" y="9463"/>
                </a:lnTo>
                <a:lnTo>
                  <a:pt x="34573" y="9357"/>
                </a:lnTo>
                <a:lnTo>
                  <a:pt x="34865" y="9251"/>
                </a:lnTo>
                <a:lnTo>
                  <a:pt x="35157" y="9091"/>
                </a:lnTo>
                <a:lnTo>
                  <a:pt x="35391" y="8985"/>
                </a:lnTo>
                <a:lnTo>
                  <a:pt x="35683" y="8825"/>
                </a:lnTo>
                <a:lnTo>
                  <a:pt x="36092" y="8719"/>
                </a:lnTo>
                <a:lnTo>
                  <a:pt x="36267" y="8613"/>
                </a:lnTo>
                <a:lnTo>
                  <a:pt x="36559" y="8613"/>
                </a:lnTo>
                <a:lnTo>
                  <a:pt x="36793" y="8453"/>
                </a:lnTo>
                <a:lnTo>
                  <a:pt x="37085" y="8347"/>
                </a:lnTo>
                <a:lnTo>
                  <a:pt x="37377" y="8187"/>
                </a:lnTo>
                <a:lnTo>
                  <a:pt x="37669" y="8081"/>
                </a:lnTo>
                <a:lnTo>
                  <a:pt x="38077" y="7922"/>
                </a:lnTo>
                <a:lnTo>
                  <a:pt x="38369" y="7815"/>
                </a:lnTo>
                <a:lnTo>
                  <a:pt x="38661" y="7709"/>
                </a:lnTo>
                <a:lnTo>
                  <a:pt x="39070" y="7549"/>
                </a:lnTo>
                <a:lnTo>
                  <a:pt x="39362" y="7443"/>
                </a:lnTo>
                <a:lnTo>
                  <a:pt x="39654" y="7284"/>
                </a:lnTo>
                <a:lnTo>
                  <a:pt x="40063" y="7177"/>
                </a:lnTo>
                <a:lnTo>
                  <a:pt x="40355" y="7071"/>
                </a:lnTo>
                <a:lnTo>
                  <a:pt x="40647" y="6911"/>
                </a:lnTo>
                <a:lnTo>
                  <a:pt x="40939" y="6805"/>
                </a:lnTo>
                <a:lnTo>
                  <a:pt x="41056" y="6646"/>
                </a:lnTo>
                <a:lnTo>
                  <a:pt x="41348" y="6539"/>
                </a:lnTo>
                <a:lnTo>
                  <a:pt x="41640" y="6380"/>
                </a:lnTo>
                <a:lnTo>
                  <a:pt x="41874" y="6273"/>
                </a:lnTo>
                <a:lnTo>
                  <a:pt x="42341" y="6273"/>
                </a:lnTo>
                <a:lnTo>
                  <a:pt x="42574" y="6167"/>
                </a:lnTo>
                <a:lnTo>
                  <a:pt x="42866" y="6007"/>
                </a:lnTo>
                <a:lnTo>
                  <a:pt x="43158" y="5901"/>
                </a:lnTo>
                <a:lnTo>
                  <a:pt x="43450" y="5742"/>
                </a:lnTo>
                <a:lnTo>
                  <a:pt x="43859" y="5529"/>
                </a:lnTo>
                <a:lnTo>
                  <a:pt x="44268" y="5369"/>
                </a:lnTo>
                <a:lnTo>
                  <a:pt x="44560" y="5263"/>
                </a:lnTo>
                <a:lnTo>
                  <a:pt x="44852" y="5104"/>
                </a:lnTo>
                <a:lnTo>
                  <a:pt x="45144" y="4997"/>
                </a:lnTo>
                <a:lnTo>
                  <a:pt x="45436" y="4838"/>
                </a:lnTo>
                <a:lnTo>
                  <a:pt x="45728" y="4731"/>
                </a:lnTo>
                <a:lnTo>
                  <a:pt x="45962" y="4625"/>
                </a:lnTo>
                <a:lnTo>
                  <a:pt x="46254" y="4466"/>
                </a:lnTo>
                <a:lnTo>
                  <a:pt x="46546" y="4359"/>
                </a:lnTo>
                <a:lnTo>
                  <a:pt x="46838" y="4200"/>
                </a:lnTo>
                <a:lnTo>
                  <a:pt x="47130" y="4093"/>
                </a:lnTo>
                <a:lnTo>
                  <a:pt x="47422" y="3987"/>
                </a:lnTo>
                <a:lnTo>
                  <a:pt x="47655" y="3987"/>
                </a:lnTo>
                <a:lnTo>
                  <a:pt x="47947" y="3828"/>
                </a:lnTo>
                <a:lnTo>
                  <a:pt x="48239" y="3721"/>
                </a:lnTo>
                <a:lnTo>
                  <a:pt x="48648" y="3562"/>
                </a:lnTo>
                <a:lnTo>
                  <a:pt x="48823" y="3455"/>
                </a:lnTo>
                <a:lnTo>
                  <a:pt x="49115" y="3296"/>
                </a:lnTo>
                <a:lnTo>
                  <a:pt x="49349" y="3190"/>
                </a:lnTo>
                <a:lnTo>
                  <a:pt x="49641" y="3083"/>
                </a:lnTo>
                <a:lnTo>
                  <a:pt x="49933" y="2924"/>
                </a:lnTo>
                <a:lnTo>
                  <a:pt x="50225" y="2817"/>
                </a:lnTo>
                <a:lnTo>
                  <a:pt x="50634" y="2658"/>
                </a:lnTo>
                <a:lnTo>
                  <a:pt x="50926" y="2552"/>
                </a:lnTo>
                <a:lnTo>
                  <a:pt x="51218" y="2445"/>
                </a:lnTo>
                <a:lnTo>
                  <a:pt x="51335" y="2286"/>
                </a:lnTo>
                <a:lnTo>
                  <a:pt x="51627" y="2179"/>
                </a:lnTo>
                <a:lnTo>
                  <a:pt x="51919" y="2020"/>
                </a:lnTo>
                <a:lnTo>
                  <a:pt x="52211" y="1914"/>
                </a:lnTo>
                <a:lnTo>
                  <a:pt x="52619" y="1754"/>
                </a:lnTo>
                <a:lnTo>
                  <a:pt x="52911" y="1648"/>
                </a:lnTo>
                <a:lnTo>
                  <a:pt x="53203" y="1541"/>
                </a:lnTo>
                <a:lnTo>
                  <a:pt x="53437" y="1541"/>
                </a:lnTo>
                <a:lnTo>
                  <a:pt x="53729" y="1382"/>
                </a:lnTo>
                <a:lnTo>
                  <a:pt x="53904" y="1276"/>
                </a:lnTo>
                <a:lnTo>
                  <a:pt x="54196" y="1116"/>
                </a:lnTo>
                <a:lnTo>
                  <a:pt x="54430" y="1010"/>
                </a:lnTo>
                <a:lnTo>
                  <a:pt x="54897" y="903"/>
                </a:lnTo>
                <a:lnTo>
                  <a:pt x="55131" y="744"/>
                </a:lnTo>
                <a:lnTo>
                  <a:pt x="55423" y="638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212"/>
                </a:lnTo>
                <a:lnTo>
                  <a:pt x="56824" y="0"/>
                </a:lnTo>
              </a:path>
            </a:pathLst>
          </a:custGeom>
          <a:ln w="77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2000288" y="3328556"/>
            <a:ext cx="56883" cy="28657"/>
          </a:xfrm>
          <a:custGeom>
            <a:avLst/>
            <a:gdLst/>
            <a:ahLst/>
            <a:cxnLst/>
            <a:rect l="l" t="t" r="r" b="b"/>
            <a:pathLst>
              <a:path w="56883" h="28657">
                <a:moveTo>
                  <a:pt x="0" y="28657"/>
                </a:moveTo>
                <a:lnTo>
                  <a:pt x="292" y="28498"/>
                </a:lnTo>
                <a:lnTo>
                  <a:pt x="584" y="28391"/>
                </a:lnTo>
                <a:lnTo>
                  <a:pt x="876" y="28232"/>
                </a:lnTo>
                <a:lnTo>
                  <a:pt x="1168" y="28125"/>
                </a:lnTo>
                <a:lnTo>
                  <a:pt x="1460" y="28019"/>
                </a:lnTo>
                <a:lnTo>
                  <a:pt x="1693" y="27860"/>
                </a:lnTo>
                <a:lnTo>
                  <a:pt x="1985" y="27753"/>
                </a:lnTo>
                <a:lnTo>
                  <a:pt x="2277" y="27594"/>
                </a:lnTo>
                <a:lnTo>
                  <a:pt x="2569" y="27487"/>
                </a:lnTo>
                <a:lnTo>
                  <a:pt x="2861" y="27328"/>
                </a:lnTo>
                <a:lnTo>
                  <a:pt x="3153" y="27222"/>
                </a:lnTo>
                <a:lnTo>
                  <a:pt x="3387" y="27115"/>
                </a:lnTo>
                <a:lnTo>
                  <a:pt x="3679" y="26956"/>
                </a:lnTo>
                <a:lnTo>
                  <a:pt x="3971" y="26849"/>
                </a:lnTo>
                <a:lnTo>
                  <a:pt x="4380" y="26690"/>
                </a:lnTo>
                <a:lnTo>
                  <a:pt x="4555" y="26584"/>
                </a:lnTo>
                <a:lnTo>
                  <a:pt x="4788" y="26477"/>
                </a:lnTo>
                <a:lnTo>
                  <a:pt x="5080" y="26318"/>
                </a:lnTo>
                <a:lnTo>
                  <a:pt x="5372" y="26211"/>
                </a:lnTo>
                <a:lnTo>
                  <a:pt x="5664" y="26052"/>
                </a:lnTo>
                <a:lnTo>
                  <a:pt x="5956" y="25946"/>
                </a:lnTo>
                <a:lnTo>
                  <a:pt x="6365" y="25839"/>
                </a:lnTo>
                <a:lnTo>
                  <a:pt x="6657" y="25573"/>
                </a:lnTo>
                <a:lnTo>
                  <a:pt x="6949" y="25573"/>
                </a:lnTo>
                <a:lnTo>
                  <a:pt x="7066" y="25414"/>
                </a:lnTo>
                <a:lnTo>
                  <a:pt x="7358" y="25307"/>
                </a:lnTo>
                <a:lnTo>
                  <a:pt x="7650" y="25148"/>
                </a:lnTo>
                <a:lnTo>
                  <a:pt x="7942" y="25042"/>
                </a:lnTo>
                <a:lnTo>
                  <a:pt x="8351" y="24935"/>
                </a:lnTo>
                <a:lnTo>
                  <a:pt x="8643" y="24776"/>
                </a:lnTo>
                <a:lnTo>
                  <a:pt x="8935" y="24669"/>
                </a:lnTo>
                <a:lnTo>
                  <a:pt x="9169" y="24510"/>
                </a:lnTo>
                <a:lnTo>
                  <a:pt x="9461" y="24404"/>
                </a:lnTo>
                <a:lnTo>
                  <a:pt x="9636" y="24297"/>
                </a:lnTo>
                <a:lnTo>
                  <a:pt x="9869" y="24031"/>
                </a:lnTo>
                <a:lnTo>
                  <a:pt x="10161" y="23872"/>
                </a:lnTo>
                <a:lnTo>
                  <a:pt x="10570" y="23766"/>
                </a:lnTo>
                <a:lnTo>
                  <a:pt x="10862" y="23606"/>
                </a:lnTo>
                <a:lnTo>
                  <a:pt x="11154" y="23500"/>
                </a:lnTo>
                <a:lnTo>
                  <a:pt x="11446" y="23393"/>
                </a:lnTo>
                <a:lnTo>
                  <a:pt x="11738" y="23234"/>
                </a:lnTo>
                <a:lnTo>
                  <a:pt x="12030" y="23234"/>
                </a:lnTo>
                <a:lnTo>
                  <a:pt x="12556" y="22968"/>
                </a:lnTo>
                <a:lnTo>
                  <a:pt x="12848" y="22755"/>
                </a:lnTo>
                <a:lnTo>
                  <a:pt x="13140" y="22596"/>
                </a:lnTo>
                <a:lnTo>
                  <a:pt x="13432" y="22490"/>
                </a:lnTo>
                <a:lnTo>
                  <a:pt x="13724" y="22330"/>
                </a:lnTo>
                <a:lnTo>
                  <a:pt x="13958" y="22224"/>
                </a:lnTo>
                <a:lnTo>
                  <a:pt x="14250" y="22064"/>
                </a:lnTo>
                <a:lnTo>
                  <a:pt x="14542" y="21958"/>
                </a:lnTo>
                <a:lnTo>
                  <a:pt x="14834" y="21852"/>
                </a:lnTo>
                <a:lnTo>
                  <a:pt x="15126" y="21692"/>
                </a:lnTo>
                <a:lnTo>
                  <a:pt x="15418" y="21426"/>
                </a:lnTo>
                <a:lnTo>
                  <a:pt x="15651" y="21320"/>
                </a:lnTo>
                <a:lnTo>
                  <a:pt x="15943" y="21214"/>
                </a:lnTo>
                <a:lnTo>
                  <a:pt x="16235" y="21054"/>
                </a:lnTo>
                <a:lnTo>
                  <a:pt x="16527" y="20948"/>
                </a:lnTo>
                <a:lnTo>
                  <a:pt x="16936" y="20948"/>
                </a:lnTo>
                <a:lnTo>
                  <a:pt x="17111" y="20788"/>
                </a:lnTo>
                <a:lnTo>
                  <a:pt x="17345" y="20682"/>
                </a:lnTo>
                <a:lnTo>
                  <a:pt x="17637" y="20416"/>
                </a:lnTo>
                <a:lnTo>
                  <a:pt x="17929" y="20310"/>
                </a:lnTo>
                <a:lnTo>
                  <a:pt x="18221" y="20150"/>
                </a:lnTo>
                <a:lnTo>
                  <a:pt x="18513" y="20044"/>
                </a:lnTo>
                <a:lnTo>
                  <a:pt x="18922" y="19884"/>
                </a:lnTo>
                <a:lnTo>
                  <a:pt x="19214" y="19778"/>
                </a:lnTo>
                <a:lnTo>
                  <a:pt x="19506" y="19672"/>
                </a:lnTo>
                <a:lnTo>
                  <a:pt x="19622" y="19512"/>
                </a:lnTo>
                <a:lnTo>
                  <a:pt x="19914" y="19246"/>
                </a:lnTo>
                <a:lnTo>
                  <a:pt x="20206" y="19140"/>
                </a:lnTo>
                <a:lnTo>
                  <a:pt x="20499" y="18980"/>
                </a:lnTo>
                <a:lnTo>
                  <a:pt x="20907" y="18874"/>
                </a:lnTo>
                <a:lnTo>
                  <a:pt x="21199" y="18768"/>
                </a:lnTo>
                <a:lnTo>
                  <a:pt x="21433" y="18608"/>
                </a:lnTo>
                <a:lnTo>
                  <a:pt x="21725" y="18608"/>
                </a:lnTo>
                <a:lnTo>
                  <a:pt x="22017" y="18342"/>
                </a:lnTo>
                <a:lnTo>
                  <a:pt x="22426" y="18130"/>
                </a:lnTo>
                <a:lnTo>
                  <a:pt x="22718" y="17970"/>
                </a:lnTo>
                <a:lnTo>
                  <a:pt x="23127" y="17864"/>
                </a:lnTo>
                <a:lnTo>
                  <a:pt x="23419" y="17704"/>
                </a:lnTo>
                <a:lnTo>
                  <a:pt x="23711" y="17439"/>
                </a:lnTo>
                <a:lnTo>
                  <a:pt x="24003" y="17332"/>
                </a:lnTo>
                <a:lnTo>
                  <a:pt x="24295" y="17226"/>
                </a:lnTo>
                <a:lnTo>
                  <a:pt x="24587" y="17066"/>
                </a:lnTo>
                <a:lnTo>
                  <a:pt x="25112" y="16801"/>
                </a:lnTo>
                <a:lnTo>
                  <a:pt x="25404" y="16694"/>
                </a:lnTo>
                <a:lnTo>
                  <a:pt x="25696" y="16428"/>
                </a:lnTo>
                <a:lnTo>
                  <a:pt x="25988" y="16322"/>
                </a:lnTo>
                <a:lnTo>
                  <a:pt x="26280" y="16322"/>
                </a:lnTo>
                <a:lnTo>
                  <a:pt x="26514" y="16163"/>
                </a:lnTo>
                <a:lnTo>
                  <a:pt x="26806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25"/>
                </a:lnTo>
                <a:lnTo>
                  <a:pt x="27916" y="15418"/>
                </a:lnTo>
                <a:lnTo>
                  <a:pt x="28208" y="15259"/>
                </a:lnTo>
                <a:lnTo>
                  <a:pt x="28500" y="15152"/>
                </a:lnTo>
                <a:lnTo>
                  <a:pt x="28792" y="14887"/>
                </a:lnTo>
                <a:lnTo>
                  <a:pt x="29084" y="14780"/>
                </a:lnTo>
                <a:lnTo>
                  <a:pt x="29492" y="14621"/>
                </a:lnTo>
                <a:lnTo>
                  <a:pt x="29901" y="14355"/>
                </a:lnTo>
                <a:lnTo>
                  <a:pt x="30193" y="14142"/>
                </a:lnTo>
                <a:lnTo>
                  <a:pt x="30485" y="13983"/>
                </a:lnTo>
                <a:lnTo>
                  <a:pt x="30777" y="13983"/>
                </a:lnTo>
                <a:lnTo>
                  <a:pt x="31069" y="13876"/>
                </a:lnTo>
                <a:lnTo>
                  <a:pt x="31478" y="13717"/>
                </a:lnTo>
                <a:lnTo>
                  <a:pt x="31770" y="13611"/>
                </a:lnTo>
                <a:lnTo>
                  <a:pt x="32062" y="13345"/>
                </a:lnTo>
                <a:lnTo>
                  <a:pt x="32471" y="13079"/>
                </a:lnTo>
                <a:lnTo>
                  <a:pt x="32763" y="12973"/>
                </a:lnTo>
                <a:lnTo>
                  <a:pt x="32996" y="12866"/>
                </a:lnTo>
                <a:lnTo>
                  <a:pt x="33464" y="12600"/>
                </a:lnTo>
                <a:lnTo>
                  <a:pt x="33697" y="12441"/>
                </a:lnTo>
                <a:lnTo>
                  <a:pt x="33989" y="12334"/>
                </a:lnTo>
                <a:lnTo>
                  <a:pt x="34281" y="12175"/>
                </a:lnTo>
                <a:lnTo>
                  <a:pt x="34573" y="11962"/>
                </a:lnTo>
                <a:lnTo>
                  <a:pt x="34690" y="11803"/>
                </a:lnTo>
                <a:lnTo>
                  <a:pt x="34982" y="11696"/>
                </a:lnTo>
                <a:lnTo>
                  <a:pt x="35274" y="11537"/>
                </a:lnTo>
                <a:lnTo>
                  <a:pt x="35683" y="11537"/>
                </a:lnTo>
                <a:lnTo>
                  <a:pt x="35975" y="11324"/>
                </a:lnTo>
                <a:lnTo>
                  <a:pt x="36267" y="11165"/>
                </a:lnTo>
                <a:lnTo>
                  <a:pt x="36559" y="11058"/>
                </a:lnTo>
                <a:lnTo>
                  <a:pt x="36851" y="10899"/>
                </a:lnTo>
                <a:lnTo>
                  <a:pt x="37085" y="10793"/>
                </a:lnTo>
                <a:lnTo>
                  <a:pt x="37260" y="10527"/>
                </a:lnTo>
                <a:lnTo>
                  <a:pt x="37669" y="10420"/>
                </a:lnTo>
                <a:lnTo>
                  <a:pt x="37961" y="10261"/>
                </a:lnTo>
                <a:lnTo>
                  <a:pt x="38253" y="10155"/>
                </a:lnTo>
                <a:lnTo>
                  <a:pt x="38545" y="9889"/>
                </a:lnTo>
                <a:lnTo>
                  <a:pt x="38778" y="9782"/>
                </a:lnTo>
                <a:lnTo>
                  <a:pt x="39070" y="9623"/>
                </a:lnTo>
                <a:lnTo>
                  <a:pt x="39362" y="9517"/>
                </a:lnTo>
                <a:lnTo>
                  <a:pt x="39654" y="9251"/>
                </a:lnTo>
                <a:lnTo>
                  <a:pt x="39946" y="9251"/>
                </a:lnTo>
                <a:lnTo>
                  <a:pt x="40238" y="9091"/>
                </a:lnTo>
                <a:lnTo>
                  <a:pt x="40472" y="8985"/>
                </a:lnTo>
                <a:lnTo>
                  <a:pt x="40764" y="8879"/>
                </a:lnTo>
                <a:lnTo>
                  <a:pt x="41056" y="8613"/>
                </a:lnTo>
                <a:lnTo>
                  <a:pt x="41348" y="8453"/>
                </a:lnTo>
                <a:lnTo>
                  <a:pt x="41640" y="8347"/>
                </a:lnTo>
                <a:lnTo>
                  <a:pt x="42049" y="8241"/>
                </a:lnTo>
                <a:lnTo>
                  <a:pt x="42166" y="7975"/>
                </a:lnTo>
                <a:lnTo>
                  <a:pt x="42458" y="7815"/>
                </a:lnTo>
                <a:lnTo>
                  <a:pt x="42750" y="7709"/>
                </a:lnTo>
                <a:lnTo>
                  <a:pt x="43042" y="7549"/>
                </a:lnTo>
                <a:lnTo>
                  <a:pt x="43334" y="7337"/>
                </a:lnTo>
                <a:lnTo>
                  <a:pt x="43626" y="7177"/>
                </a:lnTo>
                <a:lnTo>
                  <a:pt x="44034" y="7071"/>
                </a:lnTo>
                <a:lnTo>
                  <a:pt x="44326" y="6911"/>
                </a:lnTo>
                <a:lnTo>
                  <a:pt x="44560" y="6805"/>
                </a:lnTo>
                <a:lnTo>
                  <a:pt x="44735" y="6699"/>
                </a:lnTo>
                <a:lnTo>
                  <a:pt x="45027" y="6539"/>
                </a:lnTo>
                <a:lnTo>
                  <a:pt x="45319" y="6273"/>
                </a:lnTo>
                <a:lnTo>
                  <a:pt x="45553" y="6167"/>
                </a:lnTo>
                <a:lnTo>
                  <a:pt x="45845" y="6007"/>
                </a:lnTo>
                <a:lnTo>
                  <a:pt x="46254" y="5901"/>
                </a:lnTo>
                <a:lnTo>
                  <a:pt x="46546" y="5635"/>
                </a:lnTo>
                <a:lnTo>
                  <a:pt x="46838" y="5529"/>
                </a:lnTo>
                <a:lnTo>
                  <a:pt x="47130" y="5369"/>
                </a:lnTo>
                <a:lnTo>
                  <a:pt x="47538" y="4997"/>
                </a:lnTo>
                <a:lnTo>
                  <a:pt x="47831" y="4891"/>
                </a:lnTo>
                <a:lnTo>
                  <a:pt x="48239" y="4731"/>
                </a:lnTo>
                <a:lnTo>
                  <a:pt x="48531" y="4625"/>
                </a:lnTo>
                <a:lnTo>
                  <a:pt x="48823" y="4466"/>
                </a:lnTo>
                <a:lnTo>
                  <a:pt x="49115" y="4359"/>
                </a:lnTo>
                <a:lnTo>
                  <a:pt x="49407" y="4253"/>
                </a:lnTo>
                <a:lnTo>
                  <a:pt x="49641" y="3987"/>
                </a:lnTo>
                <a:lnTo>
                  <a:pt x="49816" y="3828"/>
                </a:lnTo>
                <a:lnTo>
                  <a:pt x="50225" y="3721"/>
                </a:lnTo>
                <a:lnTo>
                  <a:pt x="50517" y="3615"/>
                </a:lnTo>
                <a:lnTo>
                  <a:pt x="50809" y="3349"/>
                </a:lnTo>
                <a:lnTo>
                  <a:pt x="51101" y="3190"/>
                </a:lnTo>
                <a:lnTo>
                  <a:pt x="51335" y="3083"/>
                </a:lnTo>
                <a:lnTo>
                  <a:pt x="51627" y="2817"/>
                </a:lnTo>
                <a:lnTo>
                  <a:pt x="51919" y="2711"/>
                </a:lnTo>
                <a:lnTo>
                  <a:pt x="52211" y="2552"/>
                </a:lnTo>
                <a:lnTo>
                  <a:pt x="52503" y="2286"/>
                </a:lnTo>
                <a:lnTo>
                  <a:pt x="52736" y="2286"/>
                </a:lnTo>
                <a:lnTo>
                  <a:pt x="53028" y="2179"/>
                </a:lnTo>
                <a:lnTo>
                  <a:pt x="53320" y="2073"/>
                </a:lnTo>
                <a:lnTo>
                  <a:pt x="53612" y="1807"/>
                </a:lnTo>
                <a:lnTo>
                  <a:pt x="53904" y="1648"/>
                </a:lnTo>
                <a:lnTo>
                  <a:pt x="54196" y="1541"/>
                </a:lnTo>
                <a:lnTo>
                  <a:pt x="54605" y="1276"/>
                </a:lnTo>
                <a:lnTo>
                  <a:pt x="55014" y="1010"/>
                </a:lnTo>
                <a:lnTo>
                  <a:pt x="55306" y="744"/>
                </a:lnTo>
                <a:lnTo>
                  <a:pt x="55598" y="638"/>
                </a:lnTo>
                <a:lnTo>
                  <a:pt x="55890" y="531"/>
                </a:lnTo>
                <a:lnTo>
                  <a:pt x="56124" y="372"/>
                </a:lnTo>
                <a:lnTo>
                  <a:pt x="56591" y="106"/>
                </a:lnTo>
                <a:lnTo>
                  <a:pt x="56883" y="0"/>
                </a:lnTo>
              </a:path>
            </a:pathLst>
          </a:custGeom>
          <a:ln w="785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2057171" y="3293625"/>
            <a:ext cx="56649" cy="34931"/>
          </a:xfrm>
          <a:custGeom>
            <a:avLst/>
            <a:gdLst/>
            <a:ahLst/>
            <a:cxnLst/>
            <a:rect l="l" t="t" r="r" b="b"/>
            <a:pathLst>
              <a:path w="56649" h="34931">
                <a:moveTo>
                  <a:pt x="0" y="34931"/>
                </a:moveTo>
                <a:lnTo>
                  <a:pt x="233" y="34931"/>
                </a:lnTo>
                <a:lnTo>
                  <a:pt x="408" y="34665"/>
                </a:lnTo>
                <a:lnTo>
                  <a:pt x="700" y="34559"/>
                </a:lnTo>
                <a:lnTo>
                  <a:pt x="934" y="34399"/>
                </a:lnTo>
                <a:lnTo>
                  <a:pt x="1226" y="34133"/>
                </a:lnTo>
                <a:lnTo>
                  <a:pt x="1518" y="34027"/>
                </a:lnTo>
                <a:lnTo>
                  <a:pt x="1927" y="33921"/>
                </a:lnTo>
                <a:lnTo>
                  <a:pt x="2219" y="33655"/>
                </a:lnTo>
                <a:lnTo>
                  <a:pt x="2511" y="33495"/>
                </a:lnTo>
                <a:lnTo>
                  <a:pt x="2803" y="33389"/>
                </a:lnTo>
                <a:lnTo>
                  <a:pt x="2920" y="33123"/>
                </a:lnTo>
                <a:lnTo>
                  <a:pt x="3212" y="33017"/>
                </a:lnTo>
                <a:lnTo>
                  <a:pt x="3504" y="32857"/>
                </a:lnTo>
                <a:lnTo>
                  <a:pt x="3912" y="32592"/>
                </a:lnTo>
                <a:lnTo>
                  <a:pt x="4204" y="32592"/>
                </a:lnTo>
                <a:lnTo>
                  <a:pt x="4496" y="32485"/>
                </a:lnTo>
                <a:lnTo>
                  <a:pt x="4788" y="32219"/>
                </a:lnTo>
                <a:lnTo>
                  <a:pt x="5022" y="32113"/>
                </a:lnTo>
                <a:lnTo>
                  <a:pt x="5314" y="31953"/>
                </a:lnTo>
                <a:lnTo>
                  <a:pt x="5489" y="31741"/>
                </a:lnTo>
                <a:lnTo>
                  <a:pt x="5898" y="31581"/>
                </a:lnTo>
                <a:lnTo>
                  <a:pt x="6190" y="31475"/>
                </a:lnTo>
                <a:lnTo>
                  <a:pt x="6482" y="31209"/>
                </a:lnTo>
                <a:lnTo>
                  <a:pt x="6716" y="31050"/>
                </a:lnTo>
                <a:lnTo>
                  <a:pt x="7008" y="30943"/>
                </a:lnTo>
                <a:lnTo>
                  <a:pt x="7300" y="30677"/>
                </a:lnTo>
                <a:lnTo>
                  <a:pt x="7592" y="30571"/>
                </a:lnTo>
                <a:lnTo>
                  <a:pt x="7884" y="30305"/>
                </a:lnTo>
                <a:lnTo>
                  <a:pt x="8176" y="30305"/>
                </a:lnTo>
                <a:lnTo>
                  <a:pt x="8409" y="30199"/>
                </a:lnTo>
                <a:lnTo>
                  <a:pt x="8701" y="29933"/>
                </a:lnTo>
                <a:lnTo>
                  <a:pt x="8993" y="29774"/>
                </a:lnTo>
                <a:lnTo>
                  <a:pt x="9285" y="29667"/>
                </a:lnTo>
                <a:lnTo>
                  <a:pt x="9577" y="29401"/>
                </a:lnTo>
                <a:lnTo>
                  <a:pt x="9869" y="29295"/>
                </a:lnTo>
                <a:lnTo>
                  <a:pt x="10278" y="29136"/>
                </a:lnTo>
                <a:lnTo>
                  <a:pt x="10395" y="28870"/>
                </a:lnTo>
                <a:lnTo>
                  <a:pt x="10687" y="28763"/>
                </a:lnTo>
                <a:lnTo>
                  <a:pt x="10979" y="28657"/>
                </a:lnTo>
                <a:lnTo>
                  <a:pt x="11271" y="28391"/>
                </a:lnTo>
                <a:lnTo>
                  <a:pt x="11563" y="28232"/>
                </a:lnTo>
                <a:lnTo>
                  <a:pt x="11797" y="27966"/>
                </a:lnTo>
                <a:lnTo>
                  <a:pt x="12264" y="27860"/>
                </a:lnTo>
                <a:lnTo>
                  <a:pt x="12497" y="27860"/>
                </a:lnTo>
                <a:lnTo>
                  <a:pt x="12789" y="27594"/>
                </a:lnTo>
                <a:lnTo>
                  <a:pt x="12965" y="27487"/>
                </a:lnTo>
                <a:lnTo>
                  <a:pt x="13198" y="27328"/>
                </a:lnTo>
                <a:lnTo>
                  <a:pt x="13490" y="27115"/>
                </a:lnTo>
                <a:lnTo>
                  <a:pt x="13782" y="26956"/>
                </a:lnTo>
                <a:lnTo>
                  <a:pt x="14074" y="26690"/>
                </a:lnTo>
                <a:lnTo>
                  <a:pt x="14483" y="26584"/>
                </a:lnTo>
                <a:lnTo>
                  <a:pt x="14775" y="26424"/>
                </a:lnTo>
                <a:lnTo>
                  <a:pt x="15067" y="26211"/>
                </a:lnTo>
                <a:lnTo>
                  <a:pt x="15359" y="26052"/>
                </a:lnTo>
                <a:lnTo>
                  <a:pt x="15476" y="25786"/>
                </a:lnTo>
                <a:lnTo>
                  <a:pt x="15768" y="25680"/>
                </a:lnTo>
                <a:lnTo>
                  <a:pt x="16060" y="25573"/>
                </a:lnTo>
                <a:lnTo>
                  <a:pt x="16469" y="25414"/>
                </a:lnTo>
                <a:lnTo>
                  <a:pt x="16761" y="25307"/>
                </a:lnTo>
                <a:lnTo>
                  <a:pt x="17053" y="25148"/>
                </a:lnTo>
                <a:lnTo>
                  <a:pt x="17345" y="24882"/>
                </a:lnTo>
                <a:lnTo>
                  <a:pt x="17578" y="24776"/>
                </a:lnTo>
                <a:lnTo>
                  <a:pt x="17870" y="24510"/>
                </a:lnTo>
                <a:lnTo>
                  <a:pt x="18046" y="24404"/>
                </a:lnTo>
                <a:lnTo>
                  <a:pt x="18454" y="24244"/>
                </a:lnTo>
                <a:lnTo>
                  <a:pt x="18746" y="24031"/>
                </a:lnTo>
                <a:lnTo>
                  <a:pt x="18980" y="23872"/>
                </a:lnTo>
                <a:lnTo>
                  <a:pt x="19272" y="23606"/>
                </a:lnTo>
                <a:lnTo>
                  <a:pt x="19564" y="23500"/>
                </a:lnTo>
                <a:lnTo>
                  <a:pt x="19856" y="23234"/>
                </a:lnTo>
                <a:lnTo>
                  <a:pt x="20148" y="23234"/>
                </a:lnTo>
                <a:lnTo>
                  <a:pt x="20440" y="23128"/>
                </a:lnTo>
                <a:lnTo>
                  <a:pt x="20674" y="22862"/>
                </a:lnTo>
                <a:lnTo>
                  <a:pt x="20966" y="22702"/>
                </a:lnTo>
                <a:lnTo>
                  <a:pt x="21258" y="22490"/>
                </a:lnTo>
                <a:lnTo>
                  <a:pt x="21550" y="22330"/>
                </a:lnTo>
                <a:lnTo>
                  <a:pt x="21842" y="22224"/>
                </a:lnTo>
                <a:lnTo>
                  <a:pt x="22134" y="21958"/>
                </a:lnTo>
                <a:lnTo>
                  <a:pt x="22367" y="21798"/>
                </a:lnTo>
                <a:lnTo>
                  <a:pt x="22835" y="21586"/>
                </a:lnTo>
                <a:lnTo>
                  <a:pt x="23127" y="21426"/>
                </a:lnTo>
                <a:lnTo>
                  <a:pt x="23243" y="21160"/>
                </a:lnTo>
                <a:lnTo>
                  <a:pt x="23535" y="21054"/>
                </a:lnTo>
                <a:lnTo>
                  <a:pt x="23827" y="20948"/>
                </a:lnTo>
                <a:lnTo>
                  <a:pt x="24061" y="20788"/>
                </a:lnTo>
                <a:lnTo>
                  <a:pt x="24353" y="20682"/>
                </a:lnTo>
                <a:lnTo>
                  <a:pt x="24820" y="20416"/>
                </a:lnTo>
                <a:lnTo>
                  <a:pt x="25054" y="20310"/>
                </a:lnTo>
                <a:lnTo>
                  <a:pt x="25346" y="20044"/>
                </a:lnTo>
                <a:lnTo>
                  <a:pt x="25638" y="19884"/>
                </a:lnTo>
                <a:lnTo>
                  <a:pt x="26047" y="19512"/>
                </a:lnTo>
                <a:lnTo>
                  <a:pt x="26339" y="19406"/>
                </a:lnTo>
                <a:lnTo>
                  <a:pt x="26631" y="19140"/>
                </a:lnTo>
                <a:lnTo>
                  <a:pt x="27039" y="18980"/>
                </a:lnTo>
                <a:lnTo>
                  <a:pt x="27332" y="18768"/>
                </a:lnTo>
                <a:lnTo>
                  <a:pt x="27624" y="18608"/>
                </a:lnTo>
                <a:lnTo>
                  <a:pt x="27916" y="18608"/>
                </a:lnTo>
                <a:lnTo>
                  <a:pt x="28032" y="18342"/>
                </a:lnTo>
                <a:lnTo>
                  <a:pt x="28324" y="18236"/>
                </a:lnTo>
                <a:lnTo>
                  <a:pt x="28616" y="17970"/>
                </a:lnTo>
                <a:lnTo>
                  <a:pt x="29025" y="17864"/>
                </a:lnTo>
                <a:lnTo>
                  <a:pt x="29317" y="17598"/>
                </a:lnTo>
                <a:lnTo>
                  <a:pt x="29609" y="17439"/>
                </a:lnTo>
                <a:lnTo>
                  <a:pt x="29843" y="17226"/>
                </a:lnTo>
                <a:lnTo>
                  <a:pt x="30135" y="17066"/>
                </a:lnTo>
                <a:lnTo>
                  <a:pt x="30427" y="16801"/>
                </a:lnTo>
                <a:lnTo>
                  <a:pt x="30602" y="16694"/>
                </a:lnTo>
                <a:lnTo>
                  <a:pt x="31011" y="16535"/>
                </a:lnTo>
                <a:lnTo>
                  <a:pt x="31303" y="16322"/>
                </a:lnTo>
                <a:lnTo>
                  <a:pt x="31536" y="16322"/>
                </a:lnTo>
                <a:lnTo>
                  <a:pt x="31828" y="16056"/>
                </a:lnTo>
                <a:lnTo>
                  <a:pt x="32120" y="15897"/>
                </a:lnTo>
                <a:lnTo>
                  <a:pt x="32412" y="15684"/>
                </a:lnTo>
                <a:lnTo>
                  <a:pt x="32704" y="15525"/>
                </a:lnTo>
                <a:lnTo>
                  <a:pt x="32996" y="15259"/>
                </a:lnTo>
                <a:lnTo>
                  <a:pt x="33230" y="15152"/>
                </a:lnTo>
                <a:lnTo>
                  <a:pt x="33522" y="14887"/>
                </a:lnTo>
                <a:lnTo>
                  <a:pt x="33814" y="14780"/>
                </a:lnTo>
                <a:lnTo>
                  <a:pt x="34106" y="14514"/>
                </a:lnTo>
                <a:lnTo>
                  <a:pt x="34398" y="14355"/>
                </a:lnTo>
                <a:lnTo>
                  <a:pt x="34690" y="14142"/>
                </a:lnTo>
                <a:lnTo>
                  <a:pt x="34924" y="13983"/>
                </a:lnTo>
                <a:lnTo>
                  <a:pt x="35391" y="13983"/>
                </a:lnTo>
                <a:lnTo>
                  <a:pt x="35625" y="13717"/>
                </a:lnTo>
                <a:lnTo>
                  <a:pt x="35800" y="13611"/>
                </a:lnTo>
                <a:lnTo>
                  <a:pt x="36092" y="13345"/>
                </a:lnTo>
                <a:lnTo>
                  <a:pt x="36384" y="13238"/>
                </a:lnTo>
                <a:lnTo>
                  <a:pt x="36617" y="12973"/>
                </a:lnTo>
                <a:lnTo>
                  <a:pt x="36909" y="12813"/>
                </a:lnTo>
                <a:lnTo>
                  <a:pt x="37318" y="12600"/>
                </a:lnTo>
                <a:lnTo>
                  <a:pt x="37610" y="12441"/>
                </a:lnTo>
                <a:lnTo>
                  <a:pt x="37902" y="12175"/>
                </a:lnTo>
                <a:lnTo>
                  <a:pt x="38194" y="12069"/>
                </a:lnTo>
                <a:lnTo>
                  <a:pt x="38311" y="11803"/>
                </a:lnTo>
                <a:lnTo>
                  <a:pt x="38603" y="11696"/>
                </a:lnTo>
                <a:lnTo>
                  <a:pt x="38895" y="11537"/>
                </a:lnTo>
                <a:lnTo>
                  <a:pt x="39187" y="11431"/>
                </a:lnTo>
                <a:lnTo>
                  <a:pt x="39596" y="11165"/>
                </a:lnTo>
                <a:lnTo>
                  <a:pt x="39888" y="11058"/>
                </a:lnTo>
                <a:lnTo>
                  <a:pt x="40180" y="10793"/>
                </a:lnTo>
                <a:lnTo>
                  <a:pt x="40472" y="10633"/>
                </a:lnTo>
                <a:lnTo>
                  <a:pt x="40705" y="10367"/>
                </a:lnTo>
                <a:lnTo>
                  <a:pt x="40881" y="10261"/>
                </a:lnTo>
                <a:lnTo>
                  <a:pt x="41173" y="9995"/>
                </a:lnTo>
                <a:lnTo>
                  <a:pt x="41582" y="9889"/>
                </a:lnTo>
                <a:lnTo>
                  <a:pt x="41874" y="9623"/>
                </a:lnTo>
                <a:lnTo>
                  <a:pt x="42166" y="9517"/>
                </a:lnTo>
                <a:lnTo>
                  <a:pt x="42399" y="9251"/>
                </a:lnTo>
                <a:lnTo>
                  <a:pt x="42691" y="9251"/>
                </a:lnTo>
                <a:lnTo>
                  <a:pt x="42983" y="8985"/>
                </a:lnTo>
                <a:lnTo>
                  <a:pt x="43100" y="8825"/>
                </a:lnTo>
                <a:lnTo>
                  <a:pt x="43567" y="8613"/>
                </a:lnTo>
                <a:lnTo>
                  <a:pt x="43801" y="8453"/>
                </a:lnTo>
                <a:lnTo>
                  <a:pt x="44093" y="8187"/>
                </a:lnTo>
                <a:lnTo>
                  <a:pt x="44385" y="8081"/>
                </a:lnTo>
                <a:lnTo>
                  <a:pt x="44677" y="7815"/>
                </a:lnTo>
                <a:lnTo>
                  <a:pt x="44969" y="7709"/>
                </a:lnTo>
                <a:lnTo>
                  <a:pt x="45261" y="7443"/>
                </a:lnTo>
                <a:lnTo>
                  <a:pt x="45494" y="7177"/>
                </a:lnTo>
                <a:lnTo>
                  <a:pt x="45786" y="7071"/>
                </a:lnTo>
                <a:lnTo>
                  <a:pt x="46078" y="6911"/>
                </a:lnTo>
                <a:lnTo>
                  <a:pt x="46370" y="6805"/>
                </a:lnTo>
                <a:lnTo>
                  <a:pt x="46662" y="6539"/>
                </a:lnTo>
                <a:lnTo>
                  <a:pt x="46954" y="6433"/>
                </a:lnTo>
                <a:lnTo>
                  <a:pt x="47188" y="6167"/>
                </a:lnTo>
                <a:lnTo>
                  <a:pt x="47480" y="6007"/>
                </a:lnTo>
                <a:lnTo>
                  <a:pt x="47947" y="5795"/>
                </a:lnTo>
                <a:lnTo>
                  <a:pt x="48181" y="5635"/>
                </a:lnTo>
                <a:lnTo>
                  <a:pt x="48356" y="5369"/>
                </a:lnTo>
                <a:lnTo>
                  <a:pt x="48648" y="5263"/>
                </a:lnTo>
                <a:lnTo>
                  <a:pt x="48882" y="4997"/>
                </a:lnTo>
                <a:lnTo>
                  <a:pt x="49174" y="4891"/>
                </a:lnTo>
                <a:lnTo>
                  <a:pt x="49466" y="4625"/>
                </a:lnTo>
                <a:lnTo>
                  <a:pt x="49875" y="4625"/>
                </a:lnTo>
                <a:lnTo>
                  <a:pt x="50167" y="4359"/>
                </a:lnTo>
                <a:lnTo>
                  <a:pt x="50459" y="4093"/>
                </a:lnTo>
                <a:lnTo>
                  <a:pt x="50751" y="3987"/>
                </a:lnTo>
                <a:lnTo>
                  <a:pt x="50867" y="3721"/>
                </a:lnTo>
                <a:lnTo>
                  <a:pt x="51159" y="3562"/>
                </a:lnTo>
                <a:lnTo>
                  <a:pt x="51451" y="3349"/>
                </a:lnTo>
                <a:lnTo>
                  <a:pt x="51743" y="3190"/>
                </a:lnTo>
                <a:lnTo>
                  <a:pt x="52152" y="2924"/>
                </a:lnTo>
                <a:lnTo>
                  <a:pt x="52444" y="2817"/>
                </a:lnTo>
                <a:lnTo>
                  <a:pt x="52736" y="2552"/>
                </a:lnTo>
                <a:lnTo>
                  <a:pt x="52970" y="2286"/>
                </a:lnTo>
                <a:lnTo>
                  <a:pt x="53262" y="2286"/>
                </a:lnTo>
                <a:lnTo>
                  <a:pt x="53437" y="2020"/>
                </a:lnTo>
                <a:lnTo>
                  <a:pt x="53729" y="1914"/>
                </a:lnTo>
                <a:lnTo>
                  <a:pt x="54138" y="1648"/>
                </a:lnTo>
                <a:lnTo>
                  <a:pt x="54430" y="1541"/>
                </a:lnTo>
                <a:lnTo>
                  <a:pt x="54664" y="1276"/>
                </a:lnTo>
                <a:lnTo>
                  <a:pt x="54956" y="1169"/>
                </a:lnTo>
                <a:lnTo>
                  <a:pt x="55248" y="903"/>
                </a:lnTo>
                <a:lnTo>
                  <a:pt x="55540" y="638"/>
                </a:lnTo>
                <a:lnTo>
                  <a:pt x="55832" y="478"/>
                </a:lnTo>
                <a:lnTo>
                  <a:pt x="56124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791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113821" y="3252632"/>
            <a:ext cx="56824" cy="40992"/>
          </a:xfrm>
          <a:custGeom>
            <a:avLst/>
            <a:gdLst/>
            <a:ahLst/>
            <a:cxnLst/>
            <a:rect l="l" t="t" r="r" b="b"/>
            <a:pathLst>
              <a:path w="56824" h="40992">
                <a:moveTo>
                  <a:pt x="0" y="40992"/>
                </a:moveTo>
                <a:lnTo>
                  <a:pt x="292" y="40833"/>
                </a:lnTo>
                <a:lnTo>
                  <a:pt x="584" y="40620"/>
                </a:lnTo>
                <a:lnTo>
                  <a:pt x="876" y="40354"/>
                </a:lnTo>
                <a:lnTo>
                  <a:pt x="1168" y="40195"/>
                </a:lnTo>
                <a:lnTo>
                  <a:pt x="1401" y="39929"/>
                </a:lnTo>
                <a:lnTo>
                  <a:pt x="1693" y="39822"/>
                </a:lnTo>
                <a:lnTo>
                  <a:pt x="1985" y="39557"/>
                </a:lnTo>
                <a:lnTo>
                  <a:pt x="2277" y="39450"/>
                </a:lnTo>
                <a:lnTo>
                  <a:pt x="2569" y="39184"/>
                </a:lnTo>
                <a:lnTo>
                  <a:pt x="2861" y="38919"/>
                </a:lnTo>
                <a:lnTo>
                  <a:pt x="3095" y="38812"/>
                </a:lnTo>
                <a:lnTo>
                  <a:pt x="3387" y="38653"/>
                </a:lnTo>
                <a:lnTo>
                  <a:pt x="3796" y="38546"/>
                </a:lnTo>
                <a:lnTo>
                  <a:pt x="4088" y="38280"/>
                </a:lnTo>
                <a:lnTo>
                  <a:pt x="4263" y="38015"/>
                </a:lnTo>
                <a:lnTo>
                  <a:pt x="4496" y="37908"/>
                </a:lnTo>
                <a:lnTo>
                  <a:pt x="4788" y="37642"/>
                </a:lnTo>
                <a:lnTo>
                  <a:pt x="5080" y="37536"/>
                </a:lnTo>
                <a:lnTo>
                  <a:pt x="5372" y="37270"/>
                </a:lnTo>
                <a:lnTo>
                  <a:pt x="5781" y="37004"/>
                </a:lnTo>
                <a:lnTo>
                  <a:pt x="6073" y="36845"/>
                </a:lnTo>
                <a:lnTo>
                  <a:pt x="6365" y="36632"/>
                </a:lnTo>
                <a:lnTo>
                  <a:pt x="6657" y="36473"/>
                </a:lnTo>
                <a:lnTo>
                  <a:pt x="7066" y="36101"/>
                </a:lnTo>
                <a:lnTo>
                  <a:pt x="7358" y="35994"/>
                </a:lnTo>
                <a:lnTo>
                  <a:pt x="7650" y="35728"/>
                </a:lnTo>
                <a:lnTo>
                  <a:pt x="8059" y="35569"/>
                </a:lnTo>
                <a:lnTo>
                  <a:pt x="8351" y="35303"/>
                </a:lnTo>
                <a:lnTo>
                  <a:pt x="8643" y="35090"/>
                </a:lnTo>
                <a:lnTo>
                  <a:pt x="8877" y="34931"/>
                </a:lnTo>
                <a:lnTo>
                  <a:pt x="9169" y="34665"/>
                </a:lnTo>
                <a:lnTo>
                  <a:pt x="9344" y="34559"/>
                </a:lnTo>
                <a:lnTo>
                  <a:pt x="9577" y="34293"/>
                </a:lnTo>
                <a:lnTo>
                  <a:pt x="10045" y="34027"/>
                </a:lnTo>
                <a:lnTo>
                  <a:pt x="10278" y="34027"/>
                </a:lnTo>
                <a:lnTo>
                  <a:pt x="10570" y="33814"/>
                </a:lnTo>
                <a:lnTo>
                  <a:pt x="10862" y="33655"/>
                </a:lnTo>
                <a:lnTo>
                  <a:pt x="11154" y="33389"/>
                </a:lnTo>
                <a:lnTo>
                  <a:pt x="11446" y="33123"/>
                </a:lnTo>
                <a:lnTo>
                  <a:pt x="11738" y="33017"/>
                </a:lnTo>
                <a:lnTo>
                  <a:pt x="11972" y="32751"/>
                </a:lnTo>
                <a:lnTo>
                  <a:pt x="12264" y="32485"/>
                </a:lnTo>
                <a:lnTo>
                  <a:pt x="12556" y="32379"/>
                </a:lnTo>
                <a:lnTo>
                  <a:pt x="12848" y="32113"/>
                </a:lnTo>
                <a:lnTo>
                  <a:pt x="13140" y="32007"/>
                </a:lnTo>
                <a:lnTo>
                  <a:pt x="13432" y="31741"/>
                </a:lnTo>
                <a:lnTo>
                  <a:pt x="13666" y="31581"/>
                </a:lnTo>
                <a:lnTo>
                  <a:pt x="13958" y="31475"/>
                </a:lnTo>
                <a:lnTo>
                  <a:pt x="14250" y="31209"/>
                </a:lnTo>
                <a:lnTo>
                  <a:pt x="14542" y="30943"/>
                </a:lnTo>
                <a:lnTo>
                  <a:pt x="14834" y="30837"/>
                </a:lnTo>
                <a:lnTo>
                  <a:pt x="15126" y="30571"/>
                </a:lnTo>
                <a:lnTo>
                  <a:pt x="15359" y="30465"/>
                </a:lnTo>
                <a:lnTo>
                  <a:pt x="15651" y="30199"/>
                </a:lnTo>
                <a:lnTo>
                  <a:pt x="15943" y="29933"/>
                </a:lnTo>
                <a:lnTo>
                  <a:pt x="16352" y="29827"/>
                </a:lnTo>
                <a:lnTo>
                  <a:pt x="16644" y="29561"/>
                </a:lnTo>
                <a:lnTo>
                  <a:pt x="16819" y="29295"/>
                </a:lnTo>
                <a:lnTo>
                  <a:pt x="17053" y="29295"/>
                </a:lnTo>
                <a:lnTo>
                  <a:pt x="17345" y="29029"/>
                </a:lnTo>
                <a:lnTo>
                  <a:pt x="17637" y="28763"/>
                </a:lnTo>
                <a:lnTo>
                  <a:pt x="17929" y="28657"/>
                </a:lnTo>
                <a:lnTo>
                  <a:pt x="18221" y="28391"/>
                </a:lnTo>
                <a:lnTo>
                  <a:pt x="18630" y="28125"/>
                </a:lnTo>
                <a:lnTo>
                  <a:pt x="18922" y="28019"/>
                </a:lnTo>
                <a:lnTo>
                  <a:pt x="19214" y="27753"/>
                </a:lnTo>
                <a:lnTo>
                  <a:pt x="19330" y="27487"/>
                </a:lnTo>
                <a:lnTo>
                  <a:pt x="19622" y="27381"/>
                </a:lnTo>
                <a:lnTo>
                  <a:pt x="19914" y="27115"/>
                </a:lnTo>
                <a:lnTo>
                  <a:pt x="20206" y="26956"/>
                </a:lnTo>
                <a:lnTo>
                  <a:pt x="20615" y="26849"/>
                </a:lnTo>
                <a:lnTo>
                  <a:pt x="20907" y="26584"/>
                </a:lnTo>
                <a:lnTo>
                  <a:pt x="21141" y="26477"/>
                </a:lnTo>
                <a:lnTo>
                  <a:pt x="21433" y="26211"/>
                </a:lnTo>
                <a:lnTo>
                  <a:pt x="21725" y="25946"/>
                </a:lnTo>
                <a:lnTo>
                  <a:pt x="21900" y="25839"/>
                </a:lnTo>
                <a:lnTo>
                  <a:pt x="22134" y="25573"/>
                </a:lnTo>
                <a:lnTo>
                  <a:pt x="22601" y="25307"/>
                </a:lnTo>
                <a:lnTo>
                  <a:pt x="22835" y="25201"/>
                </a:lnTo>
                <a:lnTo>
                  <a:pt x="23127" y="24935"/>
                </a:lnTo>
                <a:lnTo>
                  <a:pt x="23419" y="24669"/>
                </a:lnTo>
                <a:lnTo>
                  <a:pt x="23711" y="24669"/>
                </a:lnTo>
                <a:lnTo>
                  <a:pt x="24003" y="24404"/>
                </a:lnTo>
                <a:lnTo>
                  <a:pt x="24295" y="24138"/>
                </a:lnTo>
                <a:lnTo>
                  <a:pt x="24820" y="23766"/>
                </a:lnTo>
                <a:lnTo>
                  <a:pt x="25112" y="23500"/>
                </a:lnTo>
                <a:lnTo>
                  <a:pt x="25404" y="23393"/>
                </a:lnTo>
                <a:lnTo>
                  <a:pt x="25696" y="23128"/>
                </a:lnTo>
                <a:lnTo>
                  <a:pt x="25988" y="22862"/>
                </a:lnTo>
                <a:lnTo>
                  <a:pt x="26222" y="22596"/>
                </a:lnTo>
                <a:lnTo>
                  <a:pt x="26514" y="22490"/>
                </a:lnTo>
                <a:lnTo>
                  <a:pt x="26806" y="22330"/>
                </a:lnTo>
                <a:lnTo>
                  <a:pt x="27098" y="22117"/>
                </a:lnTo>
                <a:lnTo>
                  <a:pt x="27390" y="21958"/>
                </a:lnTo>
                <a:lnTo>
                  <a:pt x="27682" y="21692"/>
                </a:lnTo>
                <a:lnTo>
                  <a:pt x="27916" y="21479"/>
                </a:lnTo>
                <a:lnTo>
                  <a:pt x="28208" y="21320"/>
                </a:lnTo>
                <a:lnTo>
                  <a:pt x="28500" y="21054"/>
                </a:lnTo>
                <a:lnTo>
                  <a:pt x="28908" y="20788"/>
                </a:lnTo>
                <a:lnTo>
                  <a:pt x="29200" y="20682"/>
                </a:lnTo>
                <a:lnTo>
                  <a:pt x="29317" y="20416"/>
                </a:lnTo>
                <a:lnTo>
                  <a:pt x="29609" y="20150"/>
                </a:lnTo>
                <a:lnTo>
                  <a:pt x="29901" y="20044"/>
                </a:lnTo>
                <a:lnTo>
                  <a:pt x="30193" y="19938"/>
                </a:lnTo>
                <a:lnTo>
                  <a:pt x="30485" y="19672"/>
                </a:lnTo>
                <a:lnTo>
                  <a:pt x="30777" y="19406"/>
                </a:lnTo>
                <a:lnTo>
                  <a:pt x="31186" y="19299"/>
                </a:lnTo>
                <a:lnTo>
                  <a:pt x="31478" y="19034"/>
                </a:lnTo>
                <a:lnTo>
                  <a:pt x="31770" y="18768"/>
                </a:lnTo>
                <a:lnTo>
                  <a:pt x="31887" y="18608"/>
                </a:lnTo>
                <a:lnTo>
                  <a:pt x="32179" y="18396"/>
                </a:lnTo>
                <a:lnTo>
                  <a:pt x="32471" y="18130"/>
                </a:lnTo>
                <a:lnTo>
                  <a:pt x="32704" y="17970"/>
                </a:lnTo>
                <a:lnTo>
                  <a:pt x="33172" y="17758"/>
                </a:lnTo>
                <a:lnTo>
                  <a:pt x="33464" y="17598"/>
                </a:lnTo>
                <a:lnTo>
                  <a:pt x="33697" y="17332"/>
                </a:lnTo>
                <a:lnTo>
                  <a:pt x="33989" y="17226"/>
                </a:lnTo>
                <a:lnTo>
                  <a:pt x="34281" y="16960"/>
                </a:lnTo>
                <a:lnTo>
                  <a:pt x="34398" y="16694"/>
                </a:lnTo>
                <a:lnTo>
                  <a:pt x="34690" y="16588"/>
                </a:lnTo>
                <a:lnTo>
                  <a:pt x="35099" y="16322"/>
                </a:lnTo>
                <a:lnTo>
                  <a:pt x="35391" y="16056"/>
                </a:lnTo>
                <a:lnTo>
                  <a:pt x="35683" y="15790"/>
                </a:lnTo>
                <a:lnTo>
                  <a:pt x="35975" y="15684"/>
                </a:lnTo>
                <a:lnTo>
                  <a:pt x="36267" y="15418"/>
                </a:lnTo>
                <a:lnTo>
                  <a:pt x="36559" y="15312"/>
                </a:lnTo>
                <a:lnTo>
                  <a:pt x="36793" y="15046"/>
                </a:lnTo>
                <a:lnTo>
                  <a:pt x="36968" y="14887"/>
                </a:lnTo>
                <a:lnTo>
                  <a:pt x="37377" y="14674"/>
                </a:lnTo>
                <a:lnTo>
                  <a:pt x="37669" y="14408"/>
                </a:lnTo>
                <a:lnTo>
                  <a:pt x="37961" y="14249"/>
                </a:lnTo>
                <a:lnTo>
                  <a:pt x="38253" y="13983"/>
                </a:lnTo>
                <a:lnTo>
                  <a:pt x="38486" y="13770"/>
                </a:lnTo>
                <a:lnTo>
                  <a:pt x="38778" y="13504"/>
                </a:lnTo>
                <a:lnTo>
                  <a:pt x="39070" y="13345"/>
                </a:lnTo>
                <a:lnTo>
                  <a:pt x="39362" y="13132"/>
                </a:lnTo>
                <a:lnTo>
                  <a:pt x="39654" y="12973"/>
                </a:lnTo>
                <a:lnTo>
                  <a:pt x="39946" y="12707"/>
                </a:lnTo>
                <a:lnTo>
                  <a:pt x="40180" y="12600"/>
                </a:lnTo>
                <a:lnTo>
                  <a:pt x="40472" y="12334"/>
                </a:lnTo>
                <a:lnTo>
                  <a:pt x="40764" y="12069"/>
                </a:lnTo>
                <a:lnTo>
                  <a:pt x="41056" y="11803"/>
                </a:lnTo>
                <a:lnTo>
                  <a:pt x="41465" y="11696"/>
                </a:lnTo>
                <a:lnTo>
                  <a:pt x="41757" y="11431"/>
                </a:lnTo>
                <a:lnTo>
                  <a:pt x="41874" y="11165"/>
                </a:lnTo>
                <a:lnTo>
                  <a:pt x="42166" y="11058"/>
                </a:lnTo>
                <a:lnTo>
                  <a:pt x="42458" y="10793"/>
                </a:lnTo>
                <a:lnTo>
                  <a:pt x="42750" y="10686"/>
                </a:lnTo>
                <a:lnTo>
                  <a:pt x="43042" y="10420"/>
                </a:lnTo>
                <a:lnTo>
                  <a:pt x="43334" y="10261"/>
                </a:lnTo>
                <a:lnTo>
                  <a:pt x="43742" y="10048"/>
                </a:lnTo>
                <a:lnTo>
                  <a:pt x="44034" y="9782"/>
                </a:lnTo>
                <a:lnTo>
                  <a:pt x="44268" y="9517"/>
                </a:lnTo>
                <a:lnTo>
                  <a:pt x="44443" y="9357"/>
                </a:lnTo>
                <a:lnTo>
                  <a:pt x="44735" y="9144"/>
                </a:lnTo>
                <a:lnTo>
                  <a:pt x="45027" y="8879"/>
                </a:lnTo>
                <a:lnTo>
                  <a:pt x="45261" y="8613"/>
                </a:lnTo>
                <a:lnTo>
                  <a:pt x="45728" y="8347"/>
                </a:lnTo>
                <a:lnTo>
                  <a:pt x="45962" y="8347"/>
                </a:lnTo>
                <a:lnTo>
                  <a:pt x="46254" y="8081"/>
                </a:lnTo>
                <a:lnTo>
                  <a:pt x="46546" y="7815"/>
                </a:lnTo>
                <a:lnTo>
                  <a:pt x="46838" y="7603"/>
                </a:lnTo>
                <a:lnTo>
                  <a:pt x="46954" y="7443"/>
                </a:lnTo>
                <a:lnTo>
                  <a:pt x="47246" y="7177"/>
                </a:lnTo>
                <a:lnTo>
                  <a:pt x="47655" y="6965"/>
                </a:lnTo>
                <a:lnTo>
                  <a:pt x="47947" y="6699"/>
                </a:lnTo>
                <a:lnTo>
                  <a:pt x="48239" y="6539"/>
                </a:lnTo>
                <a:lnTo>
                  <a:pt x="48531" y="6326"/>
                </a:lnTo>
                <a:lnTo>
                  <a:pt x="48823" y="6061"/>
                </a:lnTo>
                <a:lnTo>
                  <a:pt x="49115" y="5901"/>
                </a:lnTo>
                <a:lnTo>
                  <a:pt x="49349" y="5795"/>
                </a:lnTo>
                <a:lnTo>
                  <a:pt x="49524" y="5529"/>
                </a:lnTo>
                <a:lnTo>
                  <a:pt x="49933" y="5263"/>
                </a:lnTo>
                <a:lnTo>
                  <a:pt x="50225" y="4997"/>
                </a:lnTo>
                <a:lnTo>
                  <a:pt x="50517" y="4785"/>
                </a:lnTo>
                <a:lnTo>
                  <a:pt x="50809" y="4625"/>
                </a:lnTo>
                <a:lnTo>
                  <a:pt x="51043" y="4359"/>
                </a:lnTo>
                <a:lnTo>
                  <a:pt x="51335" y="4093"/>
                </a:lnTo>
                <a:lnTo>
                  <a:pt x="51627" y="3881"/>
                </a:lnTo>
                <a:lnTo>
                  <a:pt x="52035" y="3721"/>
                </a:lnTo>
                <a:lnTo>
                  <a:pt x="52211" y="3615"/>
                </a:lnTo>
                <a:lnTo>
                  <a:pt x="52444" y="3349"/>
                </a:lnTo>
                <a:lnTo>
                  <a:pt x="52736" y="3083"/>
                </a:lnTo>
                <a:lnTo>
                  <a:pt x="53028" y="2817"/>
                </a:lnTo>
                <a:lnTo>
                  <a:pt x="53320" y="2711"/>
                </a:lnTo>
                <a:lnTo>
                  <a:pt x="53612" y="2445"/>
                </a:lnTo>
                <a:lnTo>
                  <a:pt x="54021" y="2179"/>
                </a:lnTo>
                <a:lnTo>
                  <a:pt x="54313" y="1914"/>
                </a:lnTo>
                <a:lnTo>
                  <a:pt x="54430" y="1701"/>
                </a:lnTo>
                <a:lnTo>
                  <a:pt x="54722" y="1541"/>
                </a:lnTo>
                <a:lnTo>
                  <a:pt x="55014" y="1435"/>
                </a:lnTo>
                <a:lnTo>
                  <a:pt x="55306" y="1169"/>
                </a:lnTo>
                <a:lnTo>
                  <a:pt x="55598" y="903"/>
                </a:lnTo>
                <a:lnTo>
                  <a:pt x="55832" y="638"/>
                </a:lnTo>
                <a:lnTo>
                  <a:pt x="56299" y="531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796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170646" y="3206535"/>
            <a:ext cx="56708" cy="46096"/>
          </a:xfrm>
          <a:custGeom>
            <a:avLst/>
            <a:gdLst/>
            <a:ahLst/>
            <a:cxnLst/>
            <a:rect l="l" t="t" r="r" b="b"/>
            <a:pathLst>
              <a:path w="56708" h="46096">
                <a:moveTo>
                  <a:pt x="0" y="46096"/>
                </a:moveTo>
                <a:lnTo>
                  <a:pt x="175" y="45830"/>
                </a:lnTo>
                <a:lnTo>
                  <a:pt x="467" y="45565"/>
                </a:lnTo>
                <a:lnTo>
                  <a:pt x="700" y="45458"/>
                </a:lnTo>
                <a:lnTo>
                  <a:pt x="992" y="45192"/>
                </a:lnTo>
                <a:lnTo>
                  <a:pt x="1460" y="45086"/>
                </a:lnTo>
                <a:lnTo>
                  <a:pt x="1693" y="44820"/>
                </a:lnTo>
                <a:lnTo>
                  <a:pt x="1985" y="44554"/>
                </a:lnTo>
                <a:lnTo>
                  <a:pt x="2277" y="44448"/>
                </a:lnTo>
                <a:lnTo>
                  <a:pt x="2569" y="44182"/>
                </a:lnTo>
                <a:lnTo>
                  <a:pt x="2686" y="43916"/>
                </a:lnTo>
                <a:lnTo>
                  <a:pt x="2978" y="43650"/>
                </a:lnTo>
                <a:lnTo>
                  <a:pt x="3387" y="43385"/>
                </a:lnTo>
                <a:lnTo>
                  <a:pt x="3679" y="43278"/>
                </a:lnTo>
                <a:lnTo>
                  <a:pt x="3971" y="43012"/>
                </a:lnTo>
                <a:lnTo>
                  <a:pt x="4263" y="42906"/>
                </a:lnTo>
                <a:lnTo>
                  <a:pt x="4555" y="42640"/>
                </a:lnTo>
                <a:lnTo>
                  <a:pt x="4788" y="42374"/>
                </a:lnTo>
                <a:lnTo>
                  <a:pt x="5080" y="42109"/>
                </a:lnTo>
                <a:lnTo>
                  <a:pt x="5256" y="42002"/>
                </a:lnTo>
                <a:lnTo>
                  <a:pt x="5664" y="41736"/>
                </a:lnTo>
                <a:lnTo>
                  <a:pt x="5956" y="41471"/>
                </a:lnTo>
                <a:lnTo>
                  <a:pt x="6248" y="41205"/>
                </a:lnTo>
                <a:lnTo>
                  <a:pt x="6482" y="40939"/>
                </a:lnTo>
                <a:lnTo>
                  <a:pt x="6774" y="40833"/>
                </a:lnTo>
                <a:lnTo>
                  <a:pt x="7066" y="40567"/>
                </a:lnTo>
                <a:lnTo>
                  <a:pt x="7358" y="40460"/>
                </a:lnTo>
                <a:lnTo>
                  <a:pt x="7767" y="40195"/>
                </a:lnTo>
                <a:lnTo>
                  <a:pt x="7942" y="39929"/>
                </a:lnTo>
                <a:lnTo>
                  <a:pt x="8176" y="39663"/>
                </a:lnTo>
                <a:lnTo>
                  <a:pt x="8468" y="39557"/>
                </a:lnTo>
                <a:lnTo>
                  <a:pt x="8760" y="39291"/>
                </a:lnTo>
                <a:lnTo>
                  <a:pt x="9052" y="39025"/>
                </a:lnTo>
                <a:lnTo>
                  <a:pt x="9344" y="38759"/>
                </a:lnTo>
                <a:lnTo>
                  <a:pt x="9753" y="38546"/>
                </a:lnTo>
                <a:lnTo>
                  <a:pt x="10045" y="38280"/>
                </a:lnTo>
                <a:lnTo>
                  <a:pt x="10337" y="38121"/>
                </a:lnTo>
                <a:lnTo>
                  <a:pt x="10745" y="37749"/>
                </a:lnTo>
                <a:lnTo>
                  <a:pt x="11037" y="37483"/>
                </a:lnTo>
                <a:lnTo>
                  <a:pt x="11329" y="37217"/>
                </a:lnTo>
                <a:lnTo>
                  <a:pt x="11563" y="37004"/>
                </a:lnTo>
                <a:lnTo>
                  <a:pt x="12030" y="36739"/>
                </a:lnTo>
                <a:lnTo>
                  <a:pt x="12264" y="36579"/>
                </a:lnTo>
                <a:lnTo>
                  <a:pt x="12556" y="36366"/>
                </a:lnTo>
                <a:lnTo>
                  <a:pt x="12731" y="36101"/>
                </a:lnTo>
                <a:lnTo>
                  <a:pt x="13023" y="35835"/>
                </a:lnTo>
                <a:lnTo>
                  <a:pt x="13257" y="35675"/>
                </a:lnTo>
                <a:lnTo>
                  <a:pt x="13549" y="35463"/>
                </a:lnTo>
                <a:lnTo>
                  <a:pt x="13958" y="35197"/>
                </a:lnTo>
                <a:lnTo>
                  <a:pt x="14250" y="35037"/>
                </a:lnTo>
                <a:lnTo>
                  <a:pt x="14542" y="34825"/>
                </a:lnTo>
                <a:lnTo>
                  <a:pt x="14834" y="34559"/>
                </a:lnTo>
                <a:lnTo>
                  <a:pt x="15126" y="34293"/>
                </a:lnTo>
                <a:lnTo>
                  <a:pt x="15242" y="34027"/>
                </a:lnTo>
                <a:lnTo>
                  <a:pt x="15534" y="33761"/>
                </a:lnTo>
                <a:lnTo>
                  <a:pt x="15943" y="33495"/>
                </a:lnTo>
                <a:lnTo>
                  <a:pt x="16235" y="33495"/>
                </a:lnTo>
                <a:lnTo>
                  <a:pt x="16527" y="33283"/>
                </a:lnTo>
                <a:lnTo>
                  <a:pt x="16819" y="33017"/>
                </a:lnTo>
                <a:lnTo>
                  <a:pt x="17111" y="32751"/>
                </a:lnTo>
                <a:lnTo>
                  <a:pt x="17345" y="32485"/>
                </a:lnTo>
                <a:lnTo>
                  <a:pt x="17637" y="32219"/>
                </a:lnTo>
                <a:lnTo>
                  <a:pt x="17812" y="31953"/>
                </a:lnTo>
                <a:lnTo>
                  <a:pt x="18221" y="31847"/>
                </a:lnTo>
                <a:lnTo>
                  <a:pt x="18513" y="31581"/>
                </a:lnTo>
                <a:lnTo>
                  <a:pt x="18805" y="31315"/>
                </a:lnTo>
                <a:lnTo>
                  <a:pt x="19038" y="31209"/>
                </a:lnTo>
                <a:lnTo>
                  <a:pt x="19330" y="30943"/>
                </a:lnTo>
                <a:lnTo>
                  <a:pt x="19622" y="30677"/>
                </a:lnTo>
                <a:lnTo>
                  <a:pt x="19914" y="30412"/>
                </a:lnTo>
                <a:lnTo>
                  <a:pt x="20323" y="30199"/>
                </a:lnTo>
                <a:lnTo>
                  <a:pt x="20440" y="30039"/>
                </a:lnTo>
                <a:lnTo>
                  <a:pt x="20732" y="29774"/>
                </a:lnTo>
                <a:lnTo>
                  <a:pt x="21024" y="29508"/>
                </a:lnTo>
                <a:lnTo>
                  <a:pt x="21316" y="29295"/>
                </a:lnTo>
                <a:lnTo>
                  <a:pt x="21608" y="29029"/>
                </a:lnTo>
                <a:lnTo>
                  <a:pt x="21900" y="28870"/>
                </a:lnTo>
                <a:lnTo>
                  <a:pt x="22309" y="28657"/>
                </a:lnTo>
                <a:lnTo>
                  <a:pt x="22601" y="28391"/>
                </a:lnTo>
                <a:lnTo>
                  <a:pt x="22893" y="28125"/>
                </a:lnTo>
                <a:lnTo>
                  <a:pt x="23010" y="27966"/>
                </a:lnTo>
                <a:lnTo>
                  <a:pt x="23302" y="27753"/>
                </a:lnTo>
                <a:lnTo>
                  <a:pt x="23594" y="27487"/>
                </a:lnTo>
                <a:lnTo>
                  <a:pt x="23827" y="27222"/>
                </a:lnTo>
                <a:lnTo>
                  <a:pt x="24119" y="26956"/>
                </a:lnTo>
                <a:lnTo>
                  <a:pt x="24587" y="26690"/>
                </a:lnTo>
                <a:lnTo>
                  <a:pt x="24820" y="26584"/>
                </a:lnTo>
                <a:lnTo>
                  <a:pt x="25112" y="26318"/>
                </a:lnTo>
                <a:lnTo>
                  <a:pt x="25404" y="26052"/>
                </a:lnTo>
                <a:lnTo>
                  <a:pt x="25813" y="25680"/>
                </a:lnTo>
                <a:lnTo>
                  <a:pt x="26105" y="25414"/>
                </a:lnTo>
                <a:lnTo>
                  <a:pt x="26514" y="25148"/>
                </a:lnTo>
                <a:lnTo>
                  <a:pt x="26806" y="24935"/>
                </a:lnTo>
                <a:lnTo>
                  <a:pt x="27098" y="24669"/>
                </a:lnTo>
                <a:lnTo>
                  <a:pt x="27390" y="24404"/>
                </a:lnTo>
                <a:lnTo>
                  <a:pt x="27682" y="24244"/>
                </a:lnTo>
                <a:lnTo>
                  <a:pt x="27916" y="24031"/>
                </a:lnTo>
                <a:lnTo>
                  <a:pt x="28091" y="23766"/>
                </a:lnTo>
                <a:lnTo>
                  <a:pt x="28500" y="23606"/>
                </a:lnTo>
                <a:lnTo>
                  <a:pt x="28792" y="23393"/>
                </a:lnTo>
                <a:lnTo>
                  <a:pt x="29084" y="23128"/>
                </a:lnTo>
                <a:lnTo>
                  <a:pt x="29376" y="22862"/>
                </a:lnTo>
                <a:lnTo>
                  <a:pt x="29609" y="22596"/>
                </a:lnTo>
                <a:lnTo>
                  <a:pt x="29901" y="22330"/>
                </a:lnTo>
                <a:lnTo>
                  <a:pt x="30193" y="22064"/>
                </a:lnTo>
                <a:lnTo>
                  <a:pt x="30368" y="21852"/>
                </a:lnTo>
                <a:lnTo>
                  <a:pt x="30777" y="21692"/>
                </a:lnTo>
                <a:lnTo>
                  <a:pt x="31069" y="21426"/>
                </a:lnTo>
                <a:lnTo>
                  <a:pt x="31303" y="21160"/>
                </a:lnTo>
                <a:lnTo>
                  <a:pt x="31595" y="21054"/>
                </a:lnTo>
                <a:lnTo>
                  <a:pt x="31887" y="20788"/>
                </a:lnTo>
                <a:lnTo>
                  <a:pt x="32179" y="20522"/>
                </a:lnTo>
                <a:lnTo>
                  <a:pt x="32471" y="20310"/>
                </a:lnTo>
                <a:lnTo>
                  <a:pt x="32880" y="20044"/>
                </a:lnTo>
                <a:lnTo>
                  <a:pt x="32996" y="19778"/>
                </a:lnTo>
                <a:lnTo>
                  <a:pt x="33288" y="19512"/>
                </a:lnTo>
                <a:lnTo>
                  <a:pt x="33580" y="19406"/>
                </a:lnTo>
                <a:lnTo>
                  <a:pt x="33872" y="19140"/>
                </a:lnTo>
                <a:lnTo>
                  <a:pt x="34165" y="18874"/>
                </a:lnTo>
                <a:lnTo>
                  <a:pt x="34457" y="18608"/>
                </a:lnTo>
                <a:lnTo>
                  <a:pt x="34865" y="18342"/>
                </a:lnTo>
                <a:lnTo>
                  <a:pt x="35157" y="18077"/>
                </a:lnTo>
                <a:lnTo>
                  <a:pt x="35391" y="17864"/>
                </a:lnTo>
                <a:lnTo>
                  <a:pt x="35566" y="17704"/>
                </a:lnTo>
                <a:lnTo>
                  <a:pt x="35858" y="17439"/>
                </a:lnTo>
                <a:lnTo>
                  <a:pt x="36150" y="17226"/>
                </a:lnTo>
                <a:lnTo>
                  <a:pt x="36384" y="17066"/>
                </a:lnTo>
                <a:lnTo>
                  <a:pt x="36676" y="16801"/>
                </a:lnTo>
                <a:lnTo>
                  <a:pt x="37085" y="16535"/>
                </a:lnTo>
                <a:lnTo>
                  <a:pt x="37377" y="16322"/>
                </a:lnTo>
                <a:lnTo>
                  <a:pt x="37669" y="16056"/>
                </a:lnTo>
                <a:lnTo>
                  <a:pt x="37961" y="15790"/>
                </a:lnTo>
                <a:lnTo>
                  <a:pt x="38077" y="15525"/>
                </a:lnTo>
                <a:lnTo>
                  <a:pt x="38369" y="15259"/>
                </a:lnTo>
                <a:lnTo>
                  <a:pt x="38661" y="14993"/>
                </a:lnTo>
                <a:lnTo>
                  <a:pt x="39070" y="14887"/>
                </a:lnTo>
                <a:lnTo>
                  <a:pt x="39362" y="14621"/>
                </a:lnTo>
                <a:lnTo>
                  <a:pt x="39654" y="14355"/>
                </a:lnTo>
                <a:lnTo>
                  <a:pt x="39946" y="14142"/>
                </a:lnTo>
                <a:lnTo>
                  <a:pt x="40238" y="13983"/>
                </a:lnTo>
                <a:lnTo>
                  <a:pt x="40472" y="13717"/>
                </a:lnTo>
                <a:lnTo>
                  <a:pt x="40647" y="13451"/>
                </a:lnTo>
                <a:lnTo>
                  <a:pt x="41056" y="13238"/>
                </a:lnTo>
                <a:lnTo>
                  <a:pt x="41348" y="12973"/>
                </a:lnTo>
                <a:lnTo>
                  <a:pt x="41640" y="12707"/>
                </a:lnTo>
                <a:lnTo>
                  <a:pt x="41932" y="12600"/>
                </a:lnTo>
                <a:lnTo>
                  <a:pt x="42166" y="12334"/>
                </a:lnTo>
                <a:lnTo>
                  <a:pt x="42458" y="12069"/>
                </a:lnTo>
                <a:lnTo>
                  <a:pt x="42750" y="11803"/>
                </a:lnTo>
                <a:lnTo>
                  <a:pt x="43042" y="11537"/>
                </a:lnTo>
                <a:lnTo>
                  <a:pt x="43334" y="11271"/>
                </a:lnTo>
                <a:lnTo>
                  <a:pt x="43567" y="11058"/>
                </a:lnTo>
                <a:lnTo>
                  <a:pt x="43859" y="10793"/>
                </a:lnTo>
                <a:lnTo>
                  <a:pt x="44151" y="10527"/>
                </a:lnTo>
                <a:lnTo>
                  <a:pt x="44443" y="10261"/>
                </a:lnTo>
                <a:lnTo>
                  <a:pt x="44735" y="10155"/>
                </a:lnTo>
                <a:lnTo>
                  <a:pt x="45027" y="9889"/>
                </a:lnTo>
                <a:lnTo>
                  <a:pt x="45436" y="9623"/>
                </a:lnTo>
                <a:lnTo>
                  <a:pt x="45553" y="9357"/>
                </a:lnTo>
                <a:lnTo>
                  <a:pt x="45845" y="9091"/>
                </a:lnTo>
                <a:lnTo>
                  <a:pt x="46137" y="8879"/>
                </a:lnTo>
                <a:lnTo>
                  <a:pt x="46429" y="8613"/>
                </a:lnTo>
                <a:lnTo>
                  <a:pt x="46721" y="8347"/>
                </a:lnTo>
                <a:lnTo>
                  <a:pt x="46954" y="8081"/>
                </a:lnTo>
                <a:lnTo>
                  <a:pt x="47246" y="7975"/>
                </a:lnTo>
                <a:lnTo>
                  <a:pt x="47714" y="7815"/>
                </a:lnTo>
                <a:lnTo>
                  <a:pt x="47947" y="7549"/>
                </a:lnTo>
                <a:lnTo>
                  <a:pt x="48123" y="7337"/>
                </a:lnTo>
                <a:lnTo>
                  <a:pt x="48415" y="7071"/>
                </a:lnTo>
                <a:lnTo>
                  <a:pt x="48648" y="6805"/>
                </a:lnTo>
                <a:lnTo>
                  <a:pt x="48940" y="6539"/>
                </a:lnTo>
                <a:lnTo>
                  <a:pt x="49232" y="6273"/>
                </a:lnTo>
                <a:lnTo>
                  <a:pt x="49641" y="6007"/>
                </a:lnTo>
                <a:lnTo>
                  <a:pt x="49933" y="5795"/>
                </a:lnTo>
                <a:lnTo>
                  <a:pt x="50225" y="5635"/>
                </a:lnTo>
                <a:lnTo>
                  <a:pt x="50517" y="5369"/>
                </a:lnTo>
                <a:lnTo>
                  <a:pt x="50634" y="5104"/>
                </a:lnTo>
                <a:lnTo>
                  <a:pt x="50926" y="4891"/>
                </a:lnTo>
                <a:lnTo>
                  <a:pt x="51218" y="4625"/>
                </a:lnTo>
                <a:lnTo>
                  <a:pt x="51627" y="4359"/>
                </a:lnTo>
                <a:lnTo>
                  <a:pt x="51919" y="4093"/>
                </a:lnTo>
                <a:lnTo>
                  <a:pt x="52211" y="3828"/>
                </a:lnTo>
                <a:lnTo>
                  <a:pt x="52503" y="3562"/>
                </a:lnTo>
                <a:lnTo>
                  <a:pt x="52736" y="3349"/>
                </a:lnTo>
                <a:lnTo>
                  <a:pt x="53028" y="3190"/>
                </a:lnTo>
                <a:lnTo>
                  <a:pt x="53203" y="2924"/>
                </a:lnTo>
                <a:lnTo>
                  <a:pt x="53495" y="2711"/>
                </a:lnTo>
                <a:lnTo>
                  <a:pt x="53904" y="2445"/>
                </a:lnTo>
                <a:lnTo>
                  <a:pt x="54196" y="2179"/>
                </a:lnTo>
                <a:lnTo>
                  <a:pt x="54430" y="1914"/>
                </a:lnTo>
                <a:lnTo>
                  <a:pt x="54722" y="1648"/>
                </a:lnTo>
                <a:lnTo>
                  <a:pt x="55014" y="1382"/>
                </a:lnTo>
                <a:lnTo>
                  <a:pt x="55306" y="1169"/>
                </a:lnTo>
                <a:lnTo>
                  <a:pt x="55598" y="903"/>
                </a:lnTo>
                <a:lnTo>
                  <a:pt x="55890" y="744"/>
                </a:lnTo>
                <a:lnTo>
                  <a:pt x="56124" y="478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800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2227354" y="3155813"/>
            <a:ext cx="56708" cy="50722"/>
          </a:xfrm>
          <a:custGeom>
            <a:avLst/>
            <a:gdLst/>
            <a:ahLst/>
            <a:cxnLst/>
            <a:rect l="l" t="t" r="r" b="b"/>
            <a:pathLst>
              <a:path w="56708" h="50722">
                <a:moveTo>
                  <a:pt x="0" y="50722"/>
                </a:moveTo>
                <a:lnTo>
                  <a:pt x="292" y="50456"/>
                </a:lnTo>
                <a:lnTo>
                  <a:pt x="584" y="50190"/>
                </a:lnTo>
                <a:lnTo>
                  <a:pt x="876" y="49924"/>
                </a:lnTo>
                <a:lnTo>
                  <a:pt x="1284" y="49658"/>
                </a:lnTo>
                <a:lnTo>
                  <a:pt x="1401" y="49446"/>
                </a:lnTo>
                <a:lnTo>
                  <a:pt x="1693" y="49286"/>
                </a:lnTo>
                <a:lnTo>
                  <a:pt x="1985" y="49020"/>
                </a:lnTo>
                <a:lnTo>
                  <a:pt x="2277" y="48808"/>
                </a:lnTo>
                <a:lnTo>
                  <a:pt x="2569" y="48542"/>
                </a:lnTo>
                <a:lnTo>
                  <a:pt x="2803" y="48276"/>
                </a:lnTo>
                <a:lnTo>
                  <a:pt x="3095" y="48010"/>
                </a:lnTo>
                <a:lnTo>
                  <a:pt x="3504" y="47744"/>
                </a:lnTo>
                <a:lnTo>
                  <a:pt x="3796" y="47479"/>
                </a:lnTo>
                <a:lnTo>
                  <a:pt x="3971" y="47266"/>
                </a:lnTo>
                <a:lnTo>
                  <a:pt x="4263" y="47000"/>
                </a:lnTo>
                <a:lnTo>
                  <a:pt x="4496" y="46841"/>
                </a:lnTo>
                <a:lnTo>
                  <a:pt x="4788" y="46628"/>
                </a:lnTo>
                <a:lnTo>
                  <a:pt x="5080" y="46362"/>
                </a:lnTo>
                <a:lnTo>
                  <a:pt x="5489" y="46096"/>
                </a:lnTo>
                <a:lnTo>
                  <a:pt x="5781" y="45830"/>
                </a:lnTo>
                <a:lnTo>
                  <a:pt x="6073" y="45565"/>
                </a:lnTo>
                <a:lnTo>
                  <a:pt x="6365" y="45299"/>
                </a:lnTo>
                <a:lnTo>
                  <a:pt x="6482" y="45086"/>
                </a:lnTo>
                <a:lnTo>
                  <a:pt x="6774" y="44820"/>
                </a:lnTo>
                <a:lnTo>
                  <a:pt x="7066" y="44554"/>
                </a:lnTo>
                <a:lnTo>
                  <a:pt x="7475" y="44288"/>
                </a:lnTo>
                <a:lnTo>
                  <a:pt x="7767" y="44023"/>
                </a:lnTo>
                <a:lnTo>
                  <a:pt x="8059" y="43757"/>
                </a:lnTo>
                <a:lnTo>
                  <a:pt x="8351" y="43544"/>
                </a:lnTo>
                <a:lnTo>
                  <a:pt x="8585" y="43278"/>
                </a:lnTo>
                <a:lnTo>
                  <a:pt x="8877" y="43012"/>
                </a:lnTo>
                <a:lnTo>
                  <a:pt x="9052" y="42747"/>
                </a:lnTo>
                <a:lnTo>
                  <a:pt x="9285" y="42481"/>
                </a:lnTo>
                <a:lnTo>
                  <a:pt x="9753" y="42374"/>
                </a:lnTo>
                <a:lnTo>
                  <a:pt x="10045" y="42109"/>
                </a:lnTo>
                <a:lnTo>
                  <a:pt x="10278" y="41843"/>
                </a:lnTo>
                <a:lnTo>
                  <a:pt x="10570" y="41577"/>
                </a:lnTo>
                <a:lnTo>
                  <a:pt x="10862" y="41311"/>
                </a:lnTo>
                <a:lnTo>
                  <a:pt x="11154" y="41098"/>
                </a:lnTo>
                <a:lnTo>
                  <a:pt x="11446" y="40833"/>
                </a:lnTo>
                <a:lnTo>
                  <a:pt x="11680" y="40567"/>
                </a:lnTo>
                <a:lnTo>
                  <a:pt x="11972" y="40301"/>
                </a:lnTo>
                <a:lnTo>
                  <a:pt x="12264" y="40035"/>
                </a:lnTo>
                <a:lnTo>
                  <a:pt x="12556" y="39929"/>
                </a:lnTo>
                <a:lnTo>
                  <a:pt x="12848" y="39663"/>
                </a:lnTo>
                <a:lnTo>
                  <a:pt x="13140" y="39397"/>
                </a:lnTo>
                <a:lnTo>
                  <a:pt x="13373" y="39131"/>
                </a:lnTo>
                <a:lnTo>
                  <a:pt x="13841" y="38919"/>
                </a:lnTo>
                <a:lnTo>
                  <a:pt x="13958" y="38653"/>
                </a:lnTo>
                <a:lnTo>
                  <a:pt x="14250" y="38387"/>
                </a:lnTo>
                <a:lnTo>
                  <a:pt x="14542" y="38015"/>
                </a:lnTo>
                <a:lnTo>
                  <a:pt x="14834" y="37749"/>
                </a:lnTo>
                <a:lnTo>
                  <a:pt x="15067" y="37589"/>
                </a:lnTo>
                <a:lnTo>
                  <a:pt x="15359" y="37377"/>
                </a:lnTo>
                <a:lnTo>
                  <a:pt x="15651" y="37111"/>
                </a:lnTo>
                <a:lnTo>
                  <a:pt x="16060" y="36845"/>
                </a:lnTo>
                <a:lnTo>
                  <a:pt x="16352" y="36579"/>
                </a:lnTo>
                <a:lnTo>
                  <a:pt x="16527" y="36313"/>
                </a:lnTo>
                <a:lnTo>
                  <a:pt x="16761" y="36047"/>
                </a:lnTo>
                <a:lnTo>
                  <a:pt x="17053" y="35835"/>
                </a:lnTo>
                <a:lnTo>
                  <a:pt x="17345" y="35569"/>
                </a:lnTo>
                <a:lnTo>
                  <a:pt x="17637" y="35303"/>
                </a:lnTo>
                <a:lnTo>
                  <a:pt x="18046" y="35144"/>
                </a:lnTo>
                <a:lnTo>
                  <a:pt x="18338" y="34931"/>
                </a:lnTo>
                <a:lnTo>
                  <a:pt x="18630" y="34665"/>
                </a:lnTo>
                <a:lnTo>
                  <a:pt x="18922" y="34399"/>
                </a:lnTo>
                <a:lnTo>
                  <a:pt x="19038" y="34133"/>
                </a:lnTo>
                <a:lnTo>
                  <a:pt x="19330" y="33761"/>
                </a:lnTo>
                <a:lnTo>
                  <a:pt x="19622" y="33495"/>
                </a:lnTo>
                <a:lnTo>
                  <a:pt x="20031" y="33230"/>
                </a:lnTo>
                <a:lnTo>
                  <a:pt x="20323" y="32964"/>
                </a:lnTo>
                <a:lnTo>
                  <a:pt x="20615" y="32857"/>
                </a:lnTo>
                <a:lnTo>
                  <a:pt x="20849" y="32592"/>
                </a:lnTo>
                <a:lnTo>
                  <a:pt x="21141" y="32326"/>
                </a:lnTo>
                <a:lnTo>
                  <a:pt x="21433" y="32113"/>
                </a:lnTo>
                <a:lnTo>
                  <a:pt x="21608" y="31847"/>
                </a:lnTo>
                <a:lnTo>
                  <a:pt x="21842" y="31581"/>
                </a:lnTo>
                <a:lnTo>
                  <a:pt x="22309" y="31315"/>
                </a:lnTo>
                <a:lnTo>
                  <a:pt x="22543" y="31050"/>
                </a:lnTo>
                <a:lnTo>
                  <a:pt x="22835" y="30784"/>
                </a:lnTo>
                <a:lnTo>
                  <a:pt x="23127" y="30677"/>
                </a:lnTo>
                <a:lnTo>
                  <a:pt x="23419" y="30305"/>
                </a:lnTo>
                <a:lnTo>
                  <a:pt x="23711" y="30039"/>
                </a:lnTo>
                <a:lnTo>
                  <a:pt x="24003" y="29774"/>
                </a:lnTo>
                <a:lnTo>
                  <a:pt x="24236" y="29508"/>
                </a:lnTo>
                <a:lnTo>
                  <a:pt x="24528" y="29242"/>
                </a:lnTo>
                <a:lnTo>
                  <a:pt x="24820" y="29029"/>
                </a:lnTo>
                <a:lnTo>
                  <a:pt x="25112" y="28763"/>
                </a:lnTo>
                <a:lnTo>
                  <a:pt x="25404" y="28498"/>
                </a:lnTo>
                <a:lnTo>
                  <a:pt x="25696" y="28338"/>
                </a:lnTo>
                <a:lnTo>
                  <a:pt x="25930" y="28125"/>
                </a:lnTo>
                <a:lnTo>
                  <a:pt x="26397" y="27860"/>
                </a:lnTo>
                <a:lnTo>
                  <a:pt x="26514" y="27594"/>
                </a:lnTo>
                <a:lnTo>
                  <a:pt x="26806" y="27222"/>
                </a:lnTo>
                <a:lnTo>
                  <a:pt x="27098" y="26956"/>
                </a:lnTo>
                <a:lnTo>
                  <a:pt x="27390" y="26690"/>
                </a:lnTo>
                <a:lnTo>
                  <a:pt x="27624" y="26424"/>
                </a:lnTo>
                <a:lnTo>
                  <a:pt x="27916" y="26158"/>
                </a:lnTo>
                <a:lnTo>
                  <a:pt x="28208" y="26052"/>
                </a:lnTo>
                <a:lnTo>
                  <a:pt x="28616" y="25786"/>
                </a:lnTo>
                <a:lnTo>
                  <a:pt x="28908" y="25520"/>
                </a:lnTo>
                <a:lnTo>
                  <a:pt x="29025" y="25254"/>
                </a:lnTo>
                <a:lnTo>
                  <a:pt x="29317" y="25042"/>
                </a:lnTo>
                <a:lnTo>
                  <a:pt x="29609" y="24776"/>
                </a:lnTo>
                <a:lnTo>
                  <a:pt x="29901" y="24404"/>
                </a:lnTo>
                <a:lnTo>
                  <a:pt x="30193" y="24138"/>
                </a:lnTo>
                <a:lnTo>
                  <a:pt x="30602" y="23872"/>
                </a:lnTo>
                <a:lnTo>
                  <a:pt x="30894" y="23712"/>
                </a:lnTo>
                <a:lnTo>
                  <a:pt x="31186" y="23500"/>
                </a:lnTo>
                <a:lnTo>
                  <a:pt x="31478" y="23234"/>
                </a:lnTo>
                <a:lnTo>
                  <a:pt x="31595" y="22968"/>
                </a:lnTo>
                <a:lnTo>
                  <a:pt x="31887" y="22702"/>
                </a:lnTo>
                <a:lnTo>
                  <a:pt x="32179" y="22436"/>
                </a:lnTo>
                <a:lnTo>
                  <a:pt x="32588" y="22064"/>
                </a:lnTo>
                <a:lnTo>
                  <a:pt x="32880" y="21798"/>
                </a:lnTo>
                <a:lnTo>
                  <a:pt x="33172" y="21533"/>
                </a:lnTo>
                <a:lnTo>
                  <a:pt x="33405" y="21426"/>
                </a:lnTo>
                <a:lnTo>
                  <a:pt x="33697" y="21160"/>
                </a:lnTo>
                <a:lnTo>
                  <a:pt x="33989" y="20895"/>
                </a:lnTo>
                <a:lnTo>
                  <a:pt x="34106" y="20629"/>
                </a:lnTo>
                <a:lnTo>
                  <a:pt x="34398" y="20416"/>
                </a:lnTo>
                <a:lnTo>
                  <a:pt x="34865" y="20150"/>
                </a:lnTo>
                <a:lnTo>
                  <a:pt x="35099" y="19778"/>
                </a:lnTo>
                <a:lnTo>
                  <a:pt x="35391" y="19512"/>
                </a:lnTo>
                <a:lnTo>
                  <a:pt x="35683" y="19246"/>
                </a:lnTo>
                <a:lnTo>
                  <a:pt x="35975" y="19140"/>
                </a:lnTo>
                <a:lnTo>
                  <a:pt x="36267" y="18874"/>
                </a:lnTo>
                <a:lnTo>
                  <a:pt x="36501" y="18608"/>
                </a:lnTo>
                <a:lnTo>
                  <a:pt x="36793" y="18342"/>
                </a:lnTo>
                <a:lnTo>
                  <a:pt x="37085" y="18077"/>
                </a:lnTo>
                <a:lnTo>
                  <a:pt x="37377" y="17811"/>
                </a:lnTo>
                <a:lnTo>
                  <a:pt x="37669" y="17439"/>
                </a:lnTo>
                <a:lnTo>
                  <a:pt x="37961" y="17173"/>
                </a:lnTo>
                <a:lnTo>
                  <a:pt x="38194" y="16907"/>
                </a:lnTo>
                <a:lnTo>
                  <a:pt x="38486" y="16694"/>
                </a:lnTo>
                <a:lnTo>
                  <a:pt x="38953" y="16535"/>
                </a:lnTo>
                <a:lnTo>
                  <a:pt x="39070" y="16269"/>
                </a:lnTo>
                <a:lnTo>
                  <a:pt x="39362" y="16056"/>
                </a:lnTo>
                <a:lnTo>
                  <a:pt x="39654" y="15790"/>
                </a:lnTo>
                <a:lnTo>
                  <a:pt x="39888" y="15365"/>
                </a:lnTo>
                <a:lnTo>
                  <a:pt x="40180" y="15152"/>
                </a:lnTo>
                <a:lnTo>
                  <a:pt x="40472" y="14887"/>
                </a:lnTo>
                <a:lnTo>
                  <a:pt x="40764" y="14621"/>
                </a:lnTo>
                <a:lnTo>
                  <a:pt x="41173" y="14355"/>
                </a:lnTo>
                <a:lnTo>
                  <a:pt x="41465" y="14249"/>
                </a:lnTo>
                <a:lnTo>
                  <a:pt x="41582" y="13983"/>
                </a:lnTo>
                <a:lnTo>
                  <a:pt x="41874" y="13717"/>
                </a:lnTo>
                <a:lnTo>
                  <a:pt x="42166" y="13345"/>
                </a:lnTo>
                <a:lnTo>
                  <a:pt x="42458" y="13079"/>
                </a:lnTo>
                <a:lnTo>
                  <a:pt x="42750" y="12813"/>
                </a:lnTo>
                <a:lnTo>
                  <a:pt x="43158" y="12547"/>
                </a:lnTo>
                <a:lnTo>
                  <a:pt x="43450" y="12281"/>
                </a:lnTo>
                <a:lnTo>
                  <a:pt x="43742" y="12069"/>
                </a:lnTo>
                <a:lnTo>
                  <a:pt x="43976" y="11909"/>
                </a:lnTo>
                <a:lnTo>
                  <a:pt x="44151" y="11537"/>
                </a:lnTo>
                <a:lnTo>
                  <a:pt x="44443" y="11271"/>
                </a:lnTo>
                <a:lnTo>
                  <a:pt x="44735" y="11005"/>
                </a:lnTo>
                <a:lnTo>
                  <a:pt x="45144" y="10739"/>
                </a:lnTo>
                <a:lnTo>
                  <a:pt x="45436" y="10527"/>
                </a:lnTo>
                <a:lnTo>
                  <a:pt x="45670" y="10261"/>
                </a:lnTo>
                <a:lnTo>
                  <a:pt x="45962" y="9995"/>
                </a:lnTo>
                <a:lnTo>
                  <a:pt x="46254" y="9729"/>
                </a:lnTo>
                <a:lnTo>
                  <a:pt x="46546" y="9463"/>
                </a:lnTo>
                <a:lnTo>
                  <a:pt x="46662" y="9198"/>
                </a:lnTo>
                <a:lnTo>
                  <a:pt x="46954" y="8985"/>
                </a:lnTo>
                <a:lnTo>
                  <a:pt x="47363" y="8719"/>
                </a:lnTo>
                <a:lnTo>
                  <a:pt x="47655" y="8453"/>
                </a:lnTo>
                <a:lnTo>
                  <a:pt x="47947" y="8187"/>
                </a:lnTo>
                <a:lnTo>
                  <a:pt x="48239" y="7815"/>
                </a:lnTo>
                <a:lnTo>
                  <a:pt x="48531" y="7549"/>
                </a:lnTo>
                <a:lnTo>
                  <a:pt x="48823" y="7443"/>
                </a:lnTo>
                <a:lnTo>
                  <a:pt x="49057" y="7177"/>
                </a:lnTo>
                <a:lnTo>
                  <a:pt x="49349" y="6911"/>
                </a:lnTo>
                <a:lnTo>
                  <a:pt x="49641" y="6646"/>
                </a:lnTo>
                <a:lnTo>
                  <a:pt x="49933" y="6273"/>
                </a:lnTo>
                <a:lnTo>
                  <a:pt x="50225" y="6007"/>
                </a:lnTo>
                <a:lnTo>
                  <a:pt x="50517" y="5742"/>
                </a:lnTo>
                <a:lnTo>
                  <a:pt x="50751" y="5476"/>
                </a:lnTo>
                <a:lnTo>
                  <a:pt x="51043" y="5263"/>
                </a:lnTo>
                <a:lnTo>
                  <a:pt x="51451" y="5104"/>
                </a:lnTo>
                <a:lnTo>
                  <a:pt x="51743" y="4838"/>
                </a:lnTo>
                <a:lnTo>
                  <a:pt x="51919" y="4466"/>
                </a:lnTo>
                <a:lnTo>
                  <a:pt x="52211" y="4200"/>
                </a:lnTo>
                <a:lnTo>
                  <a:pt x="52444" y="3934"/>
                </a:lnTo>
                <a:lnTo>
                  <a:pt x="52736" y="3721"/>
                </a:lnTo>
                <a:lnTo>
                  <a:pt x="53028" y="3455"/>
                </a:lnTo>
                <a:lnTo>
                  <a:pt x="53320" y="3190"/>
                </a:lnTo>
                <a:lnTo>
                  <a:pt x="53729" y="2817"/>
                </a:lnTo>
                <a:lnTo>
                  <a:pt x="54021" y="2658"/>
                </a:lnTo>
                <a:lnTo>
                  <a:pt x="54313" y="2392"/>
                </a:lnTo>
                <a:lnTo>
                  <a:pt x="54430" y="2179"/>
                </a:lnTo>
                <a:lnTo>
                  <a:pt x="54722" y="1914"/>
                </a:lnTo>
                <a:lnTo>
                  <a:pt x="55014" y="1648"/>
                </a:lnTo>
                <a:lnTo>
                  <a:pt x="55306" y="1276"/>
                </a:lnTo>
                <a:lnTo>
                  <a:pt x="55715" y="1010"/>
                </a:lnTo>
                <a:lnTo>
                  <a:pt x="56007" y="744"/>
                </a:lnTo>
                <a:lnTo>
                  <a:pt x="56299" y="478"/>
                </a:lnTo>
                <a:lnTo>
                  <a:pt x="56532" y="372"/>
                </a:lnTo>
                <a:lnTo>
                  <a:pt x="56708" y="0"/>
                </a:lnTo>
              </a:path>
            </a:pathLst>
          </a:custGeom>
          <a:ln w="803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284062" y="3101316"/>
            <a:ext cx="56824" cy="54497"/>
          </a:xfrm>
          <a:custGeom>
            <a:avLst/>
            <a:gdLst/>
            <a:ahLst/>
            <a:cxnLst/>
            <a:rect l="l" t="t" r="r" b="b"/>
            <a:pathLst>
              <a:path w="56824" h="54497">
                <a:moveTo>
                  <a:pt x="0" y="54497"/>
                </a:moveTo>
                <a:lnTo>
                  <a:pt x="292" y="54231"/>
                </a:lnTo>
                <a:lnTo>
                  <a:pt x="525" y="53965"/>
                </a:lnTo>
                <a:lnTo>
                  <a:pt x="992" y="53699"/>
                </a:lnTo>
                <a:lnTo>
                  <a:pt x="1284" y="53433"/>
                </a:lnTo>
                <a:lnTo>
                  <a:pt x="1518" y="53168"/>
                </a:lnTo>
                <a:lnTo>
                  <a:pt x="1810" y="52795"/>
                </a:lnTo>
                <a:lnTo>
                  <a:pt x="2102" y="52530"/>
                </a:lnTo>
                <a:lnTo>
                  <a:pt x="2394" y="52423"/>
                </a:lnTo>
                <a:lnTo>
                  <a:pt x="2511" y="52157"/>
                </a:lnTo>
                <a:lnTo>
                  <a:pt x="2803" y="51892"/>
                </a:lnTo>
                <a:lnTo>
                  <a:pt x="3212" y="51626"/>
                </a:lnTo>
                <a:lnTo>
                  <a:pt x="3504" y="51253"/>
                </a:lnTo>
                <a:lnTo>
                  <a:pt x="3796" y="50988"/>
                </a:lnTo>
                <a:lnTo>
                  <a:pt x="4088" y="50722"/>
                </a:lnTo>
                <a:lnTo>
                  <a:pt x="4380" y="50509"/>
                </a:lnTo>
                <a:lnTo>
                  <a:pt x="4613" y="50243"/>
                </a:lnTo>
                <a:lnTo>
                  <a:pt x="4905" y="49977"/>
                </a:lnTo>
                <a:lnTo>
                  <a:pt x="5197" y="49712"/>
                </a:lnTo>
                <a:lnTo>
                  <a:pt x="5489" y="49446"/>
                </a:lnTo>
                <a:lnTo>
                  <a:pt x="5781" y="49180"/>
                </a:lnTo>
                <a:lnTo>
                  <a:pt x="6073" y="48967"/>
                </a:lnTo>
                <a:lnTo>
                  <a:pt x="6307" y="48542"/>
                </a:lnTo>
                <a:lnTo>
                  <a:pt x="6599" y="48329"/>
                </a:lnTo>
                <a:lnTo>
                  <a:pt x="6891" y="48063"/>
                </a:lnTo>
                <a:lnTo>
                  <a:pt x="7300" y="47904"/>
                </a:lnTo>
                <a:lnTo>
                  <a:pt x="7592" y="47638"/>
                </a:lnTo>
                <a:lnTo>
                  <a:pt x="7767" y="47266"/>
                </a:lnTo>
                <a:lnTo>
                  <a:pt x="8001" y="47000"/>
                </a:lnTo>
                <a:lnTo>
                  <a:pt x="8293" y="46787"/>
                </a:lnTo>
                <a:lnTo>
                  <a:pt x="8585" y="46522"/>
                </a:lnTo>
                <a:lnTo>
                  <a:pt x="8877" y="46256"/>
                </a:lnTo>
                <a:lnTo>
                  <a:pt x="9169" y="45990"/>
                </a:lnTo>
                <a:lnTo>
                  <a:pt x="9577" y="45618"/>
                </a:lnTo>
                <a:lnTo>
                  <a:pt x="9869" y="45458"/>
                </a:lnTo>
                <a:lnTo>
                  <a:pt x="10161" y="45246"/>
                </a:lnTo>
                <a:lnTo>
                  <a:pt x="10278" y="44980"/>
                </a:lnTo>
                <a:lnTo>
                  <a:pt x="10570" y="44607"/>
                </a:lnTo>
                <a:lnTo>
                  <a:pt x="10862" y="44342"/>
                </a:lnTo>
                <a:lnTo>
                  <a:pt x="11154" y="44076"/>
                </a:lnTo>
                <a:lnTo>
                  <a:pt x="11563" y="43810"/>
                </a:lnTo>
                <a:lnTo>
                  <a:pt x="11855" y="43544"/>
                </a:lnTo>
                <a:lnTo>
                  <a:pt x="12089" y="43278"/>
                </a:lnTo>
                <a:lnTo>
                  <a:pt x="12381" y="43066"/>
                </a:lnTo>
                <a:lnTo>
                  <a:pt x="12673" y="42800"/>
                </a:lnTo>
                <a:lnTo>
                  <a:pt x="12848" y="42534"/>
                </a:lnTo>
                <a:lnTo>
                  <a:pt x="13081" y="42268"/>
                </a:lnTo>
                <a:lnTo>
                  <a:pt x="13549" y="41896"/>
                </a:lnTo>
                <a:lnTo>
                  <a:pt x="13782" y="41630"/>
                </a:lnTo>
                <a:lnTo>
                  <a:pt x="14074" y="41364"/>
                </a:lnTo>
                <a:lnTo>
                  <a:pt x="14366" y="41098"/>
                </a:lnTo>
                <a:lnTo>
                  <a:pt x="14658" y="40992"/>
                </a:lnTo>
                <a:lnTo>
                  <a:pt x="14950" y="40620"/>
                </a:lnTo>
                <a:lnTo>
                  <a:pt x="15067" y="40354"/>
                </a:lnTo>
                <a:lnTo>
                  <a:pt x="15359" y="40088"/>
                </a:lnTo>
                <a:lnTo>
                  <a:pt x="15768" y="39822"/>
                </a:lnTo>
                <a:lnTo>
                  <a:pt x="16060" y="39557"/>
                </a:lnTo>
                <a:lnTo>
                  <a:pt x="16352" y="39184"/>
                </a:lnTo>
                <a:lnTo>
                  <a:pt x="16644" y="38919"/>
                </a:lnTo>
                <a:lnTo>
                  <a:pt x="16936" y="38653"/>
                </a:lnTo>
                <a:lnTo>
                  <a:pt x="17170" y="38546"/>
                </a:lnTo>
                <a:lnTo>
                  <a:pt x="17462" y="38174"/>
                </a:lnTo>
                <a:lnTo>
                  <a:pt x="17754" y="37908"/>
                </a:lnTo>
                <a:lnTo>
                  <a:pt x="18046" y="37642"/>
                </a:lnTo>
                <a:lnTo>
                  <a:pt x="18338" y="37377"/>
                </a:lnTo>
                <a:lnTo>
                  <a:pt x="18630" y="37111"/>
                </a:lnTo>
                <a:lnTo>
                  <a:pt x="18863" y="36739"/>
                </a:lnTo>
                <a:lnTo>
                  <a:pt x="19155" y="36473"/>
                </a:lnTo>
                <a:lnTo>
                  <a:pt x="19447" y="36366"/>
                </a:lnTo>
                <a:lnTo>
                  <a:pt x="19739" y="36101"/>
                </a:lnTo>
                <a:lnTo>
                  <a:pt x="20148" y="35728"/>
                </a:lnTo>
                <a:lnTo>
                  <a:pt x="20323" y="35463"/>
                </a:lnTo>
                <a:lnTo>
                  <a:pt x="20557" y="35197"/>
                </a:lnTo>
                <a:lnTo>
                  <a:pt x="20849" y="34931"/>
                </a:lnTo>
                <a:lnTo>
                  <a:pt x="21141" y="34559"/>
                </a:lnTo>
                <a:lnTo>
                  <a:pt x="21433" y="34293"/>
                </a:lnTo>
                <a:lnTo>
                  <a:pt x="21725" y="34027"/>
                </a:lnTo>
                <a:lnTo>
                  <a:pt x="22134" y="33921"/>
                </a:lnTo>
                <a:lnTo>
                  <a:pt x="22426" y="33655"/>
                </a:lnTo>
                <a:lnTo>
                  <a:pt x="22718" y="33283"/>
                </a:lnTo>
                <a:lnTo>
                  <a:pt x="22835" y="33017"/>
                </a:lnTo>
                <a:lnTo>
                  <a:pt x="23127" y="32751"/>
                </a:lnTo>
                <a:lnTo>
                  <a:pt x="23419" y="32485"/>
                </a:lnTo>
                <a:lnTo>
                  <a:pt x="23652" y="32113"/>
                </a:lnTo>
                <a:lnTo>
                  <a:pt x="24119" y="31847"/>
                </a:lnTo>
                <a:lnTo>
                  <a:pt x="24411" y="31634"/>
                </a:lnTo>
                <a:lnTo>
                  <a:pt x="24645" y="31475"/>
                </a:lnTo>
                <a:lnTo>
                  <a:pt x="24937" y="31103"/>
                </a:lnTo>
                <a:lnTo>
                  <a:pt x="25229" y="30837"/>
                </a:lnTo>
                <a:lnTo>
                  <a:pt x="25346" y="30571"/>
                </a:lnTo>
                <a:lnTo>
                  <a:pt x="25638" y="30305"/>
                </a:lnTo>
                <a:lnTo>
                  <a:pt x="25930" y="29933"/>
                </a:lnTo>
                <a:lnTo>
                  <a:pt x="26339" y="29667"/>
                </a:lnTo>
                <a:lnTo>
                  <a:pt x="26631" y="29401"/>
                </a:lnTo>
                <a:lnTo>
                  <a:pt x="26923" y="29295"/>
                </a:lnTo>
                <a:lnTo>
                  <a:pt x="27215" y="28923"/>
                </a:lnTo>
                <a:lnTo>
                  <a:pt x="27507" y="28657"/>
                </a:lnTo>
                <a:lnTo>
                  <a:pt x="27740" y="28391"/>
                </a:lnTo>
                <a:lnTo>
                  <a:pt x="27916" y="28125"/>
                </a:lnTo>
                <a:lnTo>
                  <a:pt x="28324" y="27860"/>
                </a:lnTo>
                <a:lnTo>
                  <a:pt x="28616" y="27487"/>
                </a:lnTo>
                <a:lnTo>
                  <a:pt x="28908" y="27222"/>
                </a:lnTo>
                <a:lnTo>
                  <a:pt x="29200" y="27009"/>
                </a:lnTo>
                <a:lnTo>
                  <a:pt x="29434" y="26849"/>
                </a:lnTo>
                <a:lnTo>
                  <a:pt x="29726" y="26477"/>
                </a:lnTo>
                <a:lnTo>
                  <a:pt x="30018" y="26211"/>
                </a:lnTo>
                <a:lnTo>
                  <a:pt x="30310" y="25946"/>
                </a:lnTo>
                <a:lnTo>
                  <a:pt x="30602" y="25680"/>
                </a:lnTo>
                <a:lnTo>
                  <a:pt x="30894" y="25307"/>
                </a:lnTo>
                <a:lnTo>
                  <a:pt x="31128" y="25042"/>
                </a:lnTo>
                <a:lnTo>
                  <a:pt x="31420" y="24776"/>
                </a:lnTo>
                <a:lnTo>
                  <a:pt x="31712" y="24563"/>
                </a:lnTo>
                <a:lnTo>
                  <a:pt x="32004" y="24297"/>
                </a:lnTo>
                <a:lnTo>
                  <a:pt x="32296" y="24031"/>
                </a:lnTo>
                <a:lnTo>
                  <a:pt x="32704" y="23766"/>
                </a:lnTo>
                <a:lnTo>
                  <a:pt x="32821" y="23393"/>
                </a:lnTo>
                <a:lnTo>
                  <a:pt x="33113" y="23128"/>
                </a:lnTo>
                <a:lnTo>
                  <a:pt x="33405" y="22862"/>
                </a:lnTo>
                <a:lnTo>
                  <a:pt x="33697" y="22596"/>
                </a:lnTo>
                <a:lnTo>
                  <a:pt x="33989" y="22383"/>
                </a:lnTo>
                <a:lnTo>
                  <a:pt x="34281" y="22117"/>
                </a:lnTo>
                <a:lnTo>
                  <a:pt x="34690" y="21852"/>
                </a:lnTo>
                <a:lnTo>
                  <a:pt x="34982" y="21586"/>
                </a:lnTo>
                <a:lnTo>
                  <a:pt x="35216" y="21214"/>
                </a:lnTo>
                <a:lnTo>
                  <a:pt x="35391" y="20948"/>
                </a:lnTo>
                <a:lnTo>
                  <a:pt x="35683" y="20682"/>
                </a:lnTo>
                <a:lnTo>
                  <a:pt x="35975" y="20416"/>
                </a:lnTo>
                <a:lnTo>
                  <a:pt x="36209" y="20044"/>
                </a:lnTo>
                <a:lnTo>
                  <a:pt x="36676" y="19938"/>
                </a:lnTo>
                <a:lnTo>
                  <a:pt x="36909" y="19672"/>
                </a:lnTo>
                <a:lnTo>
                  <a:pt x="37201" y="19406"/>
                </a:lnTo>
                <a:lnTo>
                  <a:pt x="37493" y="19034"/>
                </a:lnTo>
                <a:lnTo>
                  <a:pt x="37785" y="18768"/>
                </a:lnTo>
                <a:lnTo>
                  <a:pt x="37902" y="18502"/>
                </a:lnTo>
                <a:lnTo>
                  <a:pt x="38194" y="18130"/>
                </a:lnTo>
                <a:lnTo>
                  <a:pt x="38486" y="17864"/>
                </a:lnTo>
                <a:lnTo>
                  <a:pt x="38895" y="17758"/>
                </a:lnTo>
                <a:lnTo>
                  <a:pt x="39187" y="17492"/>
                </a:lnTo>
                <a:lnTo>
                  <a:pt x="39479" y="17120"/>
                </a:lnTo>
                <a:lnTo>
                  <a:pt x="39771" y="16854"/>
                </a:lnTo>
                <a:lnTo>
                  <a:pt x="40063" y="16588"/>
                </a:lnTo>
                <a:lnTo>
                  <a:pt x="40297" y="16322"/>
                </a:lnTo>
                <a:lnTo>
                  <a:pt x="40472" y="15950"/>
                </a:lnTo>
                <a:lnTo>
                  <a:pt x="40881" y="15684"/>
                </a:lnTo>
                <a:lnTo>
                  <a:pt x="41173" y="15418"/>
                </a:lnTo>
                <a:lnTo>
                  <a:pt x="41465" y="15152"/>
                </a:lnTo>
                <a:lnTo>
                  <a:pt x="41757" y="14887"/>
                </a:lnTo>
                <a:lnTo>
                  <a:pt x="41990" y="14674"/>
                </a:lnTo>
                <a:lnTo>
                  <a:pt x="42282" y="14408"/>
                </a:lnTo>
                <a:lnTo>
                  <a:pt x="42574" y="14036"/>
                </a:lnTo>
                <a:lnTo>
                  <a:pt x="42866" y="13770"/>
                </a:lnTo>
                <a:lnTo>
                  <a:pt x="43158" y="13504"/>
                </a:lnTo>
                <a:lnTo>
                  <a:pt x="43450" y="13132"/>
                </a:lnTo>
                <a:lnTo>
                  <a:pt x="43684" y="12973"/>
                </a:lnTo>
                <a:lnTo>
                  <a:pt x="43976" y="12707"/>
                </a:lnTo>
                <a:lnTo>
                  <a:pt x="44268" y="12494"/>
                </a:lnTo>
                <a:lnTo>
                  <a:pt x="44560" y="12069"/>
                </a:lnTo>
                <a:lnTo>
                  <a:pt x="44852" y="11803"/>
                </a:lnTo>
                <a:lnTo>
                  <a:pt x="45261" y="11590"/>
                </a:lnTo>
                <a:lnTo>
                  <a:pt x="45378" y="11165"/>
                </a:lnTo>
                <a:lnTo>
                  <a:pt x="45670" y="10952"/>
                </a:lnTo>
                <a:lnTo>
                  <a:pt x="45962" y="10686"/>
                </a:lnTo>
                <a:lnTo>
                  <a:pt x="46254" y="10527"/>
                </a:lnTo>
                <a:lnTo>
                  <a:pt x="46546" y="10155"/>
                </a:lnTo>
                <a:lnTo>
                  <a:pt x="46779" y="9889"/>
                </a:lnTo>
                <a:lnTo>
                  <a:pt x="47246" y="9623"/>
                </a:lnTo>
                <a:lnTo>
                  <a:pt x="47538" y="9251"/>
                </a:lnTo>
                <a:lnTo>
                  <a:pt x="47772" y="8985"/>
                </a:lnTo>
                <a:lnTo>
                  <a:pt x="47947" y="8719"/>
                </a:lnTo>
                <a:lnTo>
                  <a:pt x="48239" y="8506"/>
                </a:lnTo>
                <a:lnTo>
                  <a:pt x="48473" y="8241"/>
                </a:lnTo>
                <a:lnTo>
                  <a:pt x="48765" y="7975"/>
                </a:lnTo>
                <a:lnTo>
                  <a:pt x="49232" y="7709"/>
                </a:lnTo>
                <a:lnTo>
                  <a:pt x="49466" y="7337"/>
                </a:lnTo>
                <a:lnTo>
                  <a:pt x="49758" y="7071"/>
                </a:lnTo>
                <a:lnTo>
                  <a:pt x="50050" y="6805"/>
                </a:lnTo>
                <a:lnTo>
                  <a:pt x="50342" y="6433"/>
                </a:lnTo>
                <a:lnTo>
                  <a:pt x="50459" y="6167"/>
                </a:lnTo>
                <a:lnTo>
                  <a:pt x="50751" y="6061"/>
                </a:lnTo>
                <a:lnTo>
                  <a:pt x="51043" y="5795"/>
                </a:lnTo>
                <a:lnTo>
                  <a:pt x="51451" y="5423"/>
                </a:lnTo>
                <a:lnTo>
                  <a:pt x="51743" y="5157"/>
                </a:lnTo>
                <a:lnTo>
                  <a:pt x="52035" y="4891"/>
                </a:lnTo>
                <a:lnTo>
                  <a:pt x="52327" y="4519"/>
                </a:lnTo>
                <a:lnTo>
                  <a:pt x="52561" y="4253"/>
                </a:lnTo>
                <a:lnTo>
                  <a:pt x="52853" y="3987"/>
                </a:lnTo>
                <a:lnTo>
                  <a:pt x="53028" y="3721"/>
                </a:lnTo>
                <a:lnTo>
                  <a:pt x="53437" y="3455"/>
                </a:lnTo>
                <a:lnTo>
                  <a:pt x="53729" y="3243"/>
                </a:lnTo>
                <a:lnTo>
                  <a:pt x="54021" y="2977"/>
                </a:lnTo>
                <a:lnTo>
                  <a:pt x="54255" y="2605"/>
                </a:lnTo>
                <a:lnTo>
                  <a:pt x="54547" y="2339"/>
                </a:lnTo>
                <a:lnTo>
                  <a:pt x="54839" y="2073"/>
                </a:lnTo>
                <a:lnTo>
                  <a:pt x="55131" y="1701"/>
                </a:lnTo>
                <a:lnTo>
                  <a:pt x="55423" y="1435"/>
                </a:lnTo>
                <a:lnTo>
                  <a:pt x="55715" y="1276"/>
                </a:lnTo>
                <a:lnTo>
                  <a:pt x="55948" y="903"/>
                </a:lnTo>
                <a:lnTo>
                  <a:pt x="56240" y="638"/>
                </a:lnTo>
                <a:lnTo>
                  <a:pt x="56532" y="372"/>
                </a:lnTo>
                <a:lnTo>
                  <a:pt x="56824" y="0"/>
                </a:lnTo>
              </a:path>
            </a:pathLst>
          </a:custGeom>
          <a:ln w="806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2340886" y="3044160"/>
            <a:ext cx="56708" cy="57155"/>
          </a:xfrm>
          <a:custGeom>
            <a:avLst/>
            <a:gdLst/>
            <a:ahLst/>
            <a:cxnLst/>
            <a:rect l="l" t="t" r="r" b="b"/>
            <a:pathLst>
              <a:path w="56708" h="57155">
                <a:moveTo>
                  <a:pt x="0" y="57155"/>
                </a:moveTo>
                <a:lnTo>
                  <a:pt x="292" y="56889"/>
                </a:lnTo>
                <a:lnTo>
                  <a:pt x="584" y="56677"/>
                </a:lnTo>
                <a:lnTo>
                  <a:pt x="992" y="56411"/>
                </a:lnTo>
                <a:lnTo>
                  <a:pt x="1109" y="56145"/>
                </a:lnTo>
                <a:lnTo>
                  <a:pt x="1401" y="55879"/>
                </a:lnTo>
                <a:lnTo>
                  <a:pt x="1693" y="55613"/>
                </a:lnTo>
                <a:lnTo>
                  <a:pt x="1985" y="55241"/>
                </a:lnTo>
                <a:lnTo>
                  <a:pt x="2277" y="54975"/>
                </a:lnTo>
                <a:lnTo>
                  <a:pt x="2511" y="54709"/>
                </a:lnTo>
                <a:lnTo>
                  <a:pt x="2978" y="54337"/>
                </a:lnTo>
                <a:lnTo>
                  <a:pt x="3212" y="54071"/>
                </a:lnTo>
                <a:lnTo>
                  <a:pt x="3504" y="53806"/>
                </a:lnTo>
                <a:lnTo>
                  <a:pt x="3679" y="53593"/>
                </a:lnTo>
                <a:lnTo>
                  <a:pt x="3971" y="53327"/>
                </a:lnTo>
                <a:lnTo>
                  <a:pt x="4204" y="53061"/>
                </a:lnTo>
                <a:lnTo>
                  <a:pt x="4496" y="52689"/>
                </a:lnTo>
                <a:lnTo>
                  <a:pt x="4905" y="52423"/>
                </a:lnTo>
                <a:lnTo>
                  <a:pt x="5197" y="52157"/>
                </a:lnTo>
                <a:lnTo>
                  <a:pt x="5489" y="51785"/>
                </a:lnTo>
                <a:lnTo>
                  <a:pt x="5781" y="51519"/>
                </a:lnTo>
                <a:lnTo>
                  <a:pt x="6073" y="51360"/>
                </a:lnTo>
                <a:lnTo>
                  <a:pt x="6190" y="50988"/>
                </a:lnTo>
                <a:lnTo>
                  <a:pt x="6482" y="50722"/>
                </a:lnTo>
                <a:lnTo>
                  <a:pt x="6774" y="50509"/>
                </a:lnTo>
                <a:lnTo>
                  <a:pt x="7183" y="50084"/>
                </a:lnTo>
                <a:lnTo>
                  <a:pt x="7475" y="49818"/>
                </a:lnTo>
                <a:lnTo>
                  <a:pt x="7767" y="49605"/>
                </a:lnTo>
                <a:lnTo>
                  <a:pt x="8059" y="49180"/>
                </a:lnTo>
                <a:lnTo>
                  <a:pt x="8293" y="49074"/>
                </a:lnTo>
                <a:lnTo>
                  <a:pt x="8585" y="48808"/>
                </a:lnTo>
                <a:lnTo>
                  <a:pt x="8760" y="48436"/>
                </a:lnTo>
                <a:lnTo>
                  <a:pt x="9169" y="48170"/>
                </a:lnTo>
                <a:lnTo>
                  <a:pt x="9461" y="47904"/>
                </a:lnTo>
                <a:lnTo>
                  <a:pt x="9753" y="47532"/>
                </a:lnTo>
                <a:lnTo>
                  <a:pt x="9986" y="47266"/>
                </a:lnTo>
                <a:lnTo>
                  <a:pt x="10278" y="47000"/>
                </a:lnTo>
                <a:lnTo>
                  <a:pt x="10570" y="46787"/>
                </a:lnTo>
                <a:lnTo>
                  <a:pt x="10862" y="46522"/>
                </a:lnTo>
                <a:lnTo>
                  <a:pt x="11154" y="46256"/>
                </a:lnTo>
                <a:lnTo>
                  <a:pt x="11446" y="45884"/>
                </a:lnTo>
                <a:lnTo>
                  <a:pt x="11680" y="45618"/>
                </a:lnTo>
                <a:lnTo>
                  <a:pt x="11972" y="45352"/>
                </a:lnTo>
                <a:lnTo>
                  <a:pt x="12264" y="44980"/>
                </a:lnTo>
                <a:lnTo>
                  <a:pt x="12556" y="44714"/>
                </a:lnTo>
                <a:lnTo>
                  <a:pt x="12848" y="44554"/>
                </a:lnTo>
                <a:lnTo>
                  <a:pt x="13081" y="44182"/>
                </a:lnTo>
                <a:lnTo>
                  <a:pt x="13549" y="43916"/>
                </a:lnTo>
                <a:lnTo>
                  <a:pt x="13666" y="43704"/>
                </a:lnTo>
                <a:lnTo>
                  <a:pt x="13958" y="43278"/>
                </a:lnTo>
                <a:lnTo>
                  <a:pt x="14250" y="43012"/>
                </a:lnTo>
                <a:lnTo>
                  <a:pt x="14542" y="42800"/>
                </a:lnTo>
                <a:lnTo>
                  <a:pt x="14775" y="42374"/>
                </a:lnTo>
                <a:lnTo>
                  <a:pt x="15067" y="42268"/>
                </a:lnTo>
                <a:lnTo>
                  <a:pt x="15534" y="42002"/>
                </a:lnTo>
                <a:lnTo>
                  <a:pt x="15768" y="41630"/>
                </a:lnTo>
                <a:lnTo>
                  <a:pt x="16060" y="41364"/>
                </a:lnTo>
                <a:lnTo>
                  <a:pt x="16235" y="41098"/>
                </a:lnTo>
                <a:lnTo>
                  <a:pt x="16469" y="40726"/>
                </a:lnTo>
                <a:lnTo>
                  <a:pt x="16761" y="40460"/>
                </a:lnTo>
                <a:lnTo>
                  <a:pt x="17053" y="40195"/>
                </a:lnTo>
                <a:lnTo>
                  <a:pt x="17462" y="39929"/>
                </a:lnTo>
                <a:lnTo>
                  <a:pt x="17754" y="39716"/>
                </a:lnTo>
                <a:lnTo>
                  <a:pt x="18046" y="39450"/>
                </a:lnTo>
                <a:lnTo>
                  <a:pt x="18338" y="39078"/>
                </a:lnTo>
                <a:lnTo>
                  <a:pt x="18630" y="38812"/>
                </a:lnTo>
                <a:lnTo>
                  <a:pt x="18746" y="38546"/>
                </a:lnTo>
                <a:lnTo>
                  <a:pt x="19038" y="38174"/>
                </a:lnTo>
                <a:lnTo>
                  <a:pt x="19330" y="37908"/>
                </a:lnTo>
                <a:lnTo>
                  <a:pt x="19739" y="37642"/>
                </a:lnTo>
                <a:lnTo>
                  <a:pt x="20031" y="37377"/>
                </a:lnTo>
                <a:lnTo>
                  <a:pt x="20323" y="37111"/>
                </a:lnTo>
                <a:lnTo>
                  <a:pt x="20557" y="36739"/>
                </a:lnTo>
                <a:lnTo>
                  <a:pt x="20849" y="36473"/>
                </a:lnTo>
                <a:lnTo>
                  <a:pt x="21141" y="36207"/>
                </a:lnTo>
                <a:lnTo>
                  <a:pt x="21316" y="35835"/>
                </a:lnTo>
                <a:lnTo>
                  <a:pt x="21725" y="35569"/>
                </a:lnTo>
                <a:lnTo>
                  <a:pt x="22017" y="35356"/>
                </a:lnTo>
                <a:lnTo>
                  <a:pt x="22251" y="35090"/>
                </a:lnTo>
                <a:lnTo>
                  <a:pt x="22543" y="34825"/>
                </a:lnTo>
                <a:lnTo>
                  <a:pt x="22835" y="34559"/>
                </a:lnTo>
                <a:lnTo>
                  <a:pt x="23127" y="34187"/>
                </a:lnTo>
                <a:lnTo>
                  <a:pt x="23419" y="33921"/>
                </a:lnTo>
                <a:lnTo>
                  <a:pt x="23827" y="33655"/>
                </a:lnTo>
                <a:lnTo>
                  <a:pt x="23944" y="33283"/>
                </a:lnTo>
                <a:lnTo>
                  <a:pt x="24236" y="33017"/>
                </a:lnTo>
                <a:lnTo>
                  <a:pt x="24528" y="32751"/>
                </a:lnTo>
                <a:lnTo>
                  <a:pt x="24820" y="32485"/>
                </a:lnTo>
                <a:lnTo>
                  <a:pt x="25112" y="32272"/>
                </a:lnTo>
                <a:lnTo>
                  <a:pt x="25404" y="31847"/>
                </a:lnTo>
                <a:lnTo>
                  <a:pt x="25638" y="31581"/>
                </a:lnTo>
                <a:lnTo>
                  <a:pt x="26105" y="31369"/>
                </a:lnTo>
                <a:lnTo>
                  <a:pt x="26222" y="30943"/>
                </a:lnTo>
                <a:lnTo>
                  <a:pt x="26514" y="30731"/>
                </a:lnTo>
                <a:lnTo>
                  <a:pt x="26806" y="30571"/>
                </a:lnTo>
                <a:lnTo>
                  <a:pt x="27098" y="30199"/>
                </a:lnTo>
                <a:lnTo>
                  <a:pt x="27332" y="29933"/>
                </a:lnTo>
                <a:lnTo>
                  <a:pt x="27624" y="29561"/>
                </a:lnTo>
                <a:lnTo>
                  <a:pt x="28032" y="29295"/>
                </a:lnTo>
                <a:lnTo>
                  <a:pt x="28324" y="29029"/>
                </a:lnTo>
                <a:lnTo>
                  <a:pt x="28616" y="28657"/>
                </a:lnTo>
                <a:lnTo>
                  <a:pt x="28792" y="28391"/>
                </a:lnTo>
                <a:lnTo>
                  <a:pt x="29025" y="28285"/>
                </a:lnTo>
                <a:lnTo>
                  <a:pt x="29317" y="27860"/>
                </a:lnTo>
                <a:lnTo>
                  <a:pt x="29609" y="27647"/>
                </a:lnTo>
                <a:lnTo>
                  <a:pt x="30018" y="27381"/>
                </a:lnTo>
                <a:lnTo>
                  <a:pt x="30310" y="26956"/>
                </a:lnTo>
                <a:lnTo>
                  <a:pt x="30602" y="26743"/>
                </a:lnTo>
                <a:lnTo>
                  <a:pt x="30894" y="26318"/>
                </a:lnTo>
                <a:lnTo>
                  <a:pt x="31186" y="26105"/>
                </a:lnTo>
                <a:lnTo>
                  <a:pt x="31303" y="25946"/>
                </a:lnTo>
                <a:lnTo>
                  <a:pt x="31595" y="25573"/>
                </a:lnTo>
                <a:lnTo>
                  <a:pt x="31887" y="25307"/>
                </a:lnTo>
                <a:lnTo>
                  <a:pt x="32296" y="25042"/>
                </a:lnTo>
                <a:lnTo>
                  <a:pt x="32588" y="24669"/>
                </a:lnTo>
                <a:lnTo>
                  <a:pt x="32880" y="24404"/>
                </a:lnTo>
                <a:lnTo>
                  <a:pt x="33113" y="24031"/>
                </a:lnTo>
                <a:lnTo>
                  <a:pt x="33405" y="23766"/>
                </a:lnTo>
                <a:lnTo>
                  <a:pt x="33697" y="23659"/>
                </a:lnTo>
                <a:lnTo>
                  <a:pt x="33814" y="23234"/>
                </a:lnTo>
                <a:lnTo>
                  <a:pt x="34281" y="23021"/>
                </a:lnTo>
                <a:lnTo>
                  <a:pt x="34573" y="22755"/>
                </a:lnTo>
                <a:lnTo>
                  <a:pt x="34807" y="22330"/>
                </a:lnTo>
                <a:lnTo>
                  <a:pt x="35099" y="22117"/>
                </a:lnTo>
                <a:lnTo>
                  <a:pt x="35391" y="21692"/>
                </a:lnTo>
                <a:lnTo>
                  <a:pt x="35683" y="21479"/>
                </a:lnTo>
                <a:lnTo>
                  <a:pt x="35975" y="21320"/>
                </a:lnTo>
                <a:lnTo>
                  <a:pt x="36384" y="20948"/>
                </a:lnTo>
                <a:lnTo>
                  <a:pt x="36501" y="20682"/>
                </a:lnTo>
                <a:lnTo>
                  <a:pt x="36793" y="20416"/>
                </a:lnTo>
                <a:lnTo>
                  <a:pt x="37085" y="20044"/>
                </a:lnTo>
                <a:lnTo>
                  <a:pt x="37377" y="19778"/>
                </a:lnTo>
                <a:lnTo>
                  <a:pt x="37669" y="19406"/>
                </a:lnTo>
                <a:lnTo>
                  <a:pt x="37902" y="19140"/>
                </a:lnTo>
                <a:lnTo>
                  <a:pt x="38194" y="19034"/>
                </a:lnTo>
                <a:lnTo>
                  <a:pt x="38661" y="18608"/>
                </a:lnTo>
                <a:lnTo>
                  <a:pt x="38895" y="18396"/>
                </a:lnTo>
                <a:lnTo>
                  <a:pt x="39070" y="17970"/>
                </a:lnTo>
                <a:lnTo>
                  <a:pt x="39362" y="17758"/>
                </a:lnTo>
                <a:lnTo>
                  <a:pt x="39596" y="17492"/>
                </a:lnTo>
                <a:lnTo>
                  <a:pt x="39888" y="17066"/>
                </a:lnTo>
                <a:lnTo>
                  <a:pt x="40180" y="16854"/>
                </a:lnTo>
                <a:lnTo>
                  <a:pt x="40589" y="16588"/>
                </a:lnTo>
                <a:lnTo>
                  <a:pt x="40881" y="16322"/>
                </a:lnTo>
                <a:lnTo>
                  <a:pt x="41173" y="16056"/>
                </a:lnTo>
                <a:lnTo>
                  <a:pt x="41290" y="15684"/>
                </a:lnTo>
                <a:lnTo>
                  <a:pt x="41582" y="15418"/>
                </a:lnTo>
                <a:lnTo>
                  <a:pt x="41874" y="15152"/>
                </a:lnTo>
                <a:lnTo>
                  <a:pt x="42166" y="14780"/>
                </a:lnTo>
                <a:lnTo>
                  <a:pt x="42574" y="14514"/>
                </a:lnTo>
                <a:lnTo>
                  <a:pt x="42866" y="14249"/>
                </a:lnTo>
                <a:lnTo>
                  <a:pt x="43158" y="13983"/>
                </a:lnTo>
                <a:lnTo>
                  <a:pt x="43450" y="13770"/>
                </a:lnTo>
                <a:lnTo>
                  <a:pt x="43684" y="13345"/>
                </a:lnTo>
                <a:lnTo>
                  <a:pt x="43859" y="13132"/>
                </a:lnTo>
                <a:lnTo>
                  <a:pt x="44151" y="12707"/>
                </a:lnTo>
                <a:lnTo>
                  <a:pt x="44443" y="12441"/>
                </a:lnTo>
                <a:lnTo>
                  <a:pt x="44852" y="12228"/>
                </a:lnTo>
                <a:lnTo>
                  <a:pt x="45144" y="11962"/>
                </a:lnTo>
                <a:lnTo>
                  <a:pt x="45378" y="11696"/>
                </a:lnTo>
                <a:lnTo>
                  <a:pt x="45670" y="11324"/>
                </a:lnTo>
                <a:lnTo>
                  <a:pt x="45962" y="11058"/>
                </a:lnTo>
                <a:lnTo>
                  <a:pt x="46254" y="10793"/>
                </a:lnTo>
                <a:lnTo>
                  <a:pt x="46370" y="10420"/>
                </a:lnTo>
                <a:lnTo>
                  <a:pt x="46838" y="10155"/>
                </a:lnTo>
                <a:lnTo>
                  <a:pt x="47071" y="9782"/>
                </a:lnTo>
                <a:lnTo>
                  <a:pt x="47363" y="9623"/>
                </a:lnTo>
                <a:lnTo>
                  <a:pt x="47655" y="9357"/>
                </a:lnTo>
                <a:lnTo>
                  <a:pt x="47947" y="8985"/>
                </a:lnTo>
                <a:lnTo>
                  <a:pt x="48239" y="8719"/>
                </a:lnTo>
                <a:lnTo>
                  <a:pt x="48531" y="8347"/>
                </a:lnTo>
                <a:lnTo>
                  <a:pt x="48765" y="8081"/>
                </a:lnTo>
                <a:lnTo>
                  <a:pt x="49057" y="7815"/>
                </a:lnTo>
                <a:lnTo>
                  <a:pt x="49349" y="7443"/>
                </a:lnTo>
                <a:lnTo>
                  <a:pt x="49641" y="7337"/>
                </a:lnTo>
                <a:lnTo>
                  <a:pt x="49933" y="6965"/>
                </a:lnTo>
                <a:lnTo>
                  <a:pt x="50225" y="6699"/>
                </a:lnTo>
                <a:lnTo>
                  <a:pt x="50459" y="6433"/>
                </a:lnTo>
                <a:lnTo>
                  <a:pt x="50751" y="6061"/>
                </a:lnTo>
                <a:lnTo>
                  <a:pt x="51159" y="5795"/>
                </a:lnTo>
                <a:lnTo>
                  <a:pt x="51451" y="5423"/>
                </a:lnTo>
                <a:lnTo>
                  <a:pt x="51627" y="5157"/>
                </a:lnTo>
                <a:lnTo>
                  <a:pt x="51919" y="4997"/>
                </a:lnTo>
                <a:lnTo>
                  <a:pt x="52152" y="4625"/>
                </a:lnTo>
                <a:lnTo>
                  <a:pt x="52444" y="4359"/>
                </a:lnTo>
                <a:lnTo>
                  <a:pt x="52736" y="3987"/>
                </a:lnTo>
                <a:lnTo>
                  <a:pt x="53145" y="3721"/>
                </a:lnTo>
                <a:lnTo>
                  <a:pt x="53437" y="3455"/>
                </a:lnTo>
                <a:lnTo>
                  <a:pt x="53729" y="3083"/>
                </a:lnTo>
                <a:lnTo>
                  <a:pt x="54021" y="2817"/>
                </a:lnTo>
                <a:lnTo>
                  <a:pt x="54138" y="2552"/>
                </a:lnTo>
                <a:lnTo>
                  <a:pt x="54430" y="2339"/>
                </a:lnTo>
                <a:lnTo>
                  <a:pt x="54722" y="2073"/>
                </a:lnTo>
                <a:lnTo>
                  <a:pt x="55014" y="1701"/>
                </a:lnTo>
                <a:lnTo>
                  <a:pt x="55423" y="1435"/>
                </a:lnTo>
                <a:lnTo>
                  <a:pt x="55715" y="1010"/>
                </a:lnTo>
                <a:lnTo>
                  <a:pt x="56007" y="797"/>
                </a:lnTo>
                <a:lnTo>
                  <a:pt x="56240" y="531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808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2397595" y="2984825"/>
            <a:ext cx="56824" cy="59335"/>
          </a:xfrm>
          <a:custGeom>
            <a:avLst/>
            <a:gdLst/>
            <a:ahLst/>
            <a:cxnLst/>
            <a:rect l="l" t="t" r="r" b="b"/>
            <a:pathLst>
              <a:path w="56824" h="59335">
                <a:moveTo>
                  <a:pt x="0" y="59335"/>
                </a:moveTo>
                <a:lnTo>
                  <a:pt x="233" y="58963"/>
                </a:lnTo>
                <a:lnTo>
                  <a:pt x="700" y="58697"/>
                </a:lnTo>
                <a:lnTo>
                  <a:pt x="992" y="58325"/>
                </a:lnTo>
                <a:lnTo>
                  <a:pt x="1226" y="58059"/>
                </a:lnTo>
                <a:lnTo>
                  <a:pt x="1518" y="57793"/>
                </a:lnTo>
                <a:lnTo>
                  <a:pt x="1810" y="57421"/>
                </a:lnTo>
                <a:lnTo>
                  <a:pt x="2102" y="57261"/>
                </a:lnTo>
                <a:lnTo>
                  <a:pt x="2219" y="56889"/>
                </a:lnTo>
                <a:lnTo>
                  <a:pt x="2686" y="56623"/>
                </a:lnTo>
                <a:lnTo>
                  <a:pt x="2920" y="56411"/>
                </a:lnTo>
                <a:lnTo>
                  <a:pt x="3212" y="55985"/>
                </a:lnTo>
                <a:lnTo>
                  <a:pt x="3504" y="55720"/>
                </a:lnTo>
                <a:lnTo>
                  <a:pt x="3796" y="55347"/>
                </a:lnTo>
                <a:lnTo>
                  <a:pt x="4088" y="55082"/>
                </a:lnTo>
                <a:lnTo>
                  <a:pt x="4321" y="54869"/>
                </a:lnTo>
                <a:lnTo>
                  <a:pt x="4613" y="54603"/>
                </a:lnTo>
                <a:lnTo>
                  <a:pt x="4905" y="54337"/>
                </a:lnTo>
                <a:lnTo>
                  <a:pt x="5197" y="53965"/>
                </a:lnTo>
                <a:lnTo>
                  <a:pt x="5489" y="53699"/>
                </a:lnTo>
                <a:lnTo>
                  <a:pt x="5781" y="53327"/>
                </a:lnTo>
                <a:lnTo>
                  <a:pt x="6015" y="53061"/>
                </a:lnTo>
                <a:lnTo>
                  <a:pt x="6307" y="52795"/>
                </a:lnTo>
                <a:lnTo>
                  <a:pt x="6599" y="52530"/>
                </a:lnTo>
                <a:lnTo>
                  <a:pt x="7008" y="52264"/>
                </a:lnTo>
                <a:lnTo>
                  <a:pt x="7300" y="51892"/>
                </a:lnTo>
                <a:lnTo>
                  <a:pt x="7475" y="51626"/>
                </a:lnTo>
                <a:lnTo>
                  <a:pt x="7709" y="51253"/>
                </a:lnTo>
                <a:lnTo>
                  <a:pt x="8001" y="50988"/>
                </a:lnTo>
                <a:lnTo>
                  <a:pt x="8293" y="50722"/>
                </a:lnTo>
                <a:lnTo>
                  <a:pt x="8585" y="50350"/>
                </a:lnTo>
                <a:lnTo>
                  <a:pt x="8993" y="50243"/>
                </a:lnTo>
                <a:lnTo>
                  <a:pt x="9285" y="49818"/>
                </a:lnTo>
                <a:lnTo>
                  <a:pt x="9577" y="49605"/>
                </a:lnTo>
                <a:lnTo>
                  <a:pt x="9869" y="49180"/>
                </a:lnTo>
                <a:lnTo>
                  <a:pt x="9986" y="48914"/>
                </a:lnTo>
                <a:lnTo>
                  <a:pt x="10278" y="48701"/>
                </a:lnTo>
                <a:lnTo>
                  <a:pt x="10570" y="48276"/>
                </a:lnTo>
                <a:lnTo>
                  <a:pt x="10862" y="48063"/>
                </a:lnTo>
                <a:lnTo>
                  <a:pt x="11271" y="47798"/>
                </a:lnTo>
                <a:lnTo>
                  <a:pt x="11563" y="47532"/>
                </a:lnTo>
                <a:lnTo>
                  <a:pt x="11797" y="47160"/>
                </a:lnTo>
                <a:lnTo>
                  <a:pt x="12089" y="46894"/>
                </a:lnTo>
                <a:lnTo>
                  <a:pt x="12381" y="46628"/>
                </a:lnTo>
                <a:lnTo>
                  <a:pt x="12556" y="46256"/>
                </a:lnTo>
                <a:lnTo>
                  <a:pt x="12789" y="45990"/>
                </a:lnTo>
                <a:lnTo>
                  <a:pt x="13257" y="45724"/>
                </a:lnTo>
                <a:lnTo>
                  <a:pt x="13490" y="45458"/>
                </a:lnTo>
                <a:lnTo>
                  <a:pt x="13782" y="45086"/>
                </a:lnTo>
                <a:lnTo>
                  <a:pt x="14074" y="44820"/>
                </a:lnTo>
                <a:lnTo>
                  <a:pt x="14366" y="44554"/>
                </a:lnTo>
                <a:lnTo>
                  <a:pt x="14658" y="44182"/>
                </a:lnTo>
                <a:lnTo>
                  <a:pt x="14950" y="43916"/>
                </a:lnTo>
                <a:lnTo>
                  <a:pt x="15184" y="43544"/>
                </a:lnTo>
                <a:lnTo>
                  <a:pt x="15476" y="43438"/>
                </a:lnTo>
                <a:lnTo>
                  <a:pt x="15768" y="43012"/>
                </a:lnTo>
                <a:lnTo>
                  <a:pt x="16060" y="42747"/>
                </a:lnTo>
                <a:lnTo>
                  <a:pt x="16352" y="42534"/>
                </a:lnTo>
                <a:lnTo>
                  <a:pt x="16644" y="42109"/>
                </a:lnTo>
                <a:lnTo>
                  <a:pt x="16878" y="41896"/>
                </a:lnTo>
                <a:lnTo>
                  <a:pt x="17170" y="41471"/>
                </a:lnTo>
                <a:lnTo>
                  <a:pt x="17462" y="41205"/>
                </a:lnTo>
                <a:lnTo>
                  <a:pt x="17754" y="40992"/>
                </a:lnTo>
                <a:lnTo>
                  <a:pt x="18046" y="40726"/>
                </a:lnTo>
                <a:lnTo>
                  <a:pt x="18338" y="40354"/>
                </a:lnTo>
                <a:lnTo>
                  <a:pt x="18571" y="40088"/>
                </a:lnTo>
                <a:lnTo>
                  <a:pt x="18863" y="39822"/>
                </a:lnTo>
                <a:lnTo>
                  <a:pt x="19155" y="39450"/>
                </a:lnTo>
                <a:lnTo>
                  <a:pt x="19564" y="39184"/>
                </a:lnTo>
                <a:lnTo>
                  <a:pt x="19856" y="38812"/>
                </a:lnTo>
                <a:lnTo>
                  <a:pt x="20031" y="38653"/>
                </a:lnTo>
                <a:lnTo>
                  <a:pt x="20265" y="38280"/>
                </a:lnTo>
                <a:lnTo>
                  <a:pt x="20557" y="38015"/>
                </a:lnTo>
                <a:lnTo>
                  <a:pt x="20849" y="37749"/>
                </a:lnTo>
                <a:lnTo>
                  <a:pt x="21141" y="37377"/>
                </a:lnTo>
                <a:lnTo>
                  <a:pt x="21550" y="37111"/>
                </a:lnTo>
                <a:lnTo>
                  <a:pt x="21842" y="36739"/>
                </a:lnTo>
                <a:lnTo>
                  <a:pt x="22134" y="36473"/>
                </a:lnTo>
                <a:lnTo>
                  <a:pt x="22426" y="36207"/>
                </a:lnTo>
                <a:lnTo>
                  <a:pt x="22543" y="35941"/>
                </a:lnTo>
                <a:lnTo>
                  <a:pt x="22835" y="35569"/>
                </a:lnTo>
                <a:lnTo>
                  <a:pt x="23127" y="35303"/>
                </a:lnTo>
                <a:lnTo>
                  <a:pt x="23360" y="35090"/>
                </a:lnTo>
                <a:lnTo>
                  <a:pt x="23827" y="34665"/>
                </a:lnTo>
                <a:lnTo>
                  <a:pt x="24119" y="34399"/>
                </a:lnTo>
                <a:lnTo>
                  <a:pt x="24353" y="34027"/>
                </a:lnTo>
                <a:lnTo>
                  <a:pt x="24645" y="33921"/>
                </a:lnTo>
                <a:lnTo>
                  <a:pt x="24937" y="33549"/>
                </a:lnTo>
                <a:lnTo>
                  <a:pt x="25054" y="33283"/>
                </a:lnTo>
                <a:lnTo>
                  <a:pt x="25346" y="32857"/>
                </a:lnTo>
                <a:lnTo>
                  <a:pt x="25813" y="32645"/>
                </a:lnTo>
                <a:lnTo>
                  <a:pt x="26047" y="32379"/>
                </a:lnTo>
                <a:lnTo>
                  <a:pt x="26339" y="32007"/>
                </a:lnTo>
                <a:lnTo>
                  <a:pt x="26631" y="31741"/>
                </a:lnTo>
                <a:lnTo>
                  <a:pt x="26923" y="31475"/>
                </a:lnTo>
                <a:lnTo>
                  <a:pt x="27215" y="31209"/>
                </a:lnTo>
                <a:lnTo>
                  <a:pt x="27448" y="30837"/>
                </a:lnTo>
                <a:lnTo>
                  <a:pt x="27740" y="30571"/>
                </a:lnTo>
                <a:lnTo>
                  <a:pt x="28032" y="30199"/>
                </a:lnTo>
                <a:lnTo>
                  <a:pt x="28324" y="29933"/>
                </a:lnTo>
                <a:lnTo>
                  <a:pt x="28616" y="29561"/>
                </a:lnTo>
                <a:lnTo>
                  <a:pt x="28908" y="29401"/>
                </a:lnTo>
                <a:lnTo>
                  <a:pt x="29142" y="29136"/>
                </a:lnTo>
                <a:lnTo>
                  <a:pt x="29434" y="28763"/>
                </a:lnTo>
                <a:lnTo>
                  <a:pt x="29726" y="28498"/>
                </a:lnTo>
                <a:lnTo>
                  <a:pt x="30018" y="28125"/>
                </a:lnTo>
                <a:lnTo>
                  <a:pt x="30310" y="27860"/>
                </a:lnTo>
                <a:lnTo>
                  <a:pt x="30602" y="27487"/>
                </a:lnTo>
                <a:lnTo>
                  <a:pt x="30836" y="27222"/>
                </a:lnTo>
                <a:lnTo>
                  <a:pt x="31128" y="26956"/>
                </a:lnTo>
                <a:lnTo>
                  <a:pt x="31420" y="26690"/>
                </a:lnTo>
                <a:lnTo>
                  <a:pt x="31712" y="26477"/>
                </a:lnTo>
                <a:lnTo>
                  <a:pt x="32120" y="26052"/>
                </a:lnTo>
                <a:lnTo>
                  <a:pt x="32412" y="25839"/>
                </a:lnTo>
                <a:lnTo>
                  <a:pt x="32529" y="25414"/>
                </a:lnTo>
                <a:lnTo>
                  <a:pt x="32821" y="25201"/>
                </a:lnTo>
                <a:lnTo>
                  <a:pt x="33113" y="24776"/>
                </a:lnTo>
                <a:lnTo>
                  <a:pt x="33405" y="24669"/>
                </a:lnTo>
                <a:lnTo>
                  <a:pt x="33697" y="24297"/>
                </a:lnTo>
                <a:lnTo>
                  <a:pt x="34106" y="24031"/>
                </a:lnTo>
                <a:lnTo>
                  <a:pt x="34398" y="23659"/>
                </a:lnTo>
                <a:lnTo>
                  <a:pt x="34690" y="23393"/>
                </a:lnTo>
                <a:lnTo>
                  <a:pt x="34924" y="23128"/>
                </a:lnTo>
                <a:lnTo>
                  <a:pt x="35099" y="22755"/>
                </a:lnTo>
                <a:lnTo>
                  <a:pt x="35391" y="22490"/>
                </a:lnTo>
                <a:lnTo>
                  <a:pt x="35683" y="22224"/>
                </a:lnTo>
                <a:lnTo>
                  <a:pt x="35917" y="21958"/>
                </a:lnTo>
                <a:lnTo>
                  <a:pt x="36384" y="21586"/>
                </a:lnTo>
                <a:lnTo>
                  <a:pt x="36617" y="21320"/>
                </a:lnTo>
                <a:lnTo>
                  <a:pt x="36909" y="20948"/>
                </a:lnTo>
                <a:lnTo>
                  <a:pt x="37201" y="20682"/>
                </a:lnTo>
                <a:lnTo>
                  <a:pt x="37493" y="20310"/>
                </a:lnTo>
                <a:lnTo>
                  <a:pt x="37610" y="20044"/>
                </a:lnTo>
                <a:lnTo>
                  <a:pt x="37902" y="19884"/>
                </a:lnTo>
                <a:lnTo>
                  <a:pt x="38311" y="19512"/>
                </a:lnTo>
                <a:lnTo>
                  <a:pt x="38603" y="19246"/>
                </a:lnTo>
                <a:lnTo>
                  <a:pt x="38895" y="18874"/>
                </a:lnTo>
                <a:lnTo>
                  <a:pt x="39187" y="18608"/>
                </a:lnTo>
                <a:lnTo>
                  <a:pt x="39479" y="18236"/>
                </a:lnTo>
                <a:lnTo>
                  <a:pt x="39771" y="17970"/>
                </a:lnTo>
                <a:lnTo>
                  <a:pt x="40005" y="17704"/>
                </a:lnTo>
                <a:lnTo>
                  <a:pt x="40297" y="17492"/>
                </a:lnTo>
                <a:lnTo>
                  <a:pt x="40589" y="17066"/>
                </a:lnTo>
                <a:lnTo>
                  <a:pt x="40881" y="16801"/>
                </a:lnTo>
                <a:lnTo>
                  <a:pt x="41173" y="16428"/>
                </a:lnTo>
                <a:lnTo>
                  <a:pt x="41465" y="16163"/>
                </a:lnTo>
                <a:lnTo>
                  <a:pt x="41698" y="15950"/>
                </a:lnTo>
                <a:lnTo>
                  <a:pt x="41990" y="15525"/>
                </a:lnTo>
                <a:lnTo>
                  <a:pt x="42282" y="15418"/>
                </a:lnTo>
                <a:lnTo>
                  <a:pt x="42574" y="15046"/>
                </a:lnTo>
                <a:lnTo>
                  <a:pt x="42866" y="14780"/>
                </a:lnTo>
                <a:lnTo>
                  <a:pt x="43158" y="14408"/>
                </a:lnTo>
                <a:lnTo>
                  <a:pt x="43392" y="14142"/>
                </a:lnTo>
                <a:lnTo>
                  <a:pt x="43684" y="13717"/>
                </a:lnTo>
                <a:lnTo>
                  <a:pt x="43976" y="13504"/>
                </a:lnTo>
                <a:lnTo>
                  <a:pt x="44268" y="13079"/>
                </a:lnTo>
                <a:lnTo>
                  <a:pt x="44677" y="12973"/>
                </a:lnTo>
                <a:lnTo>
                  <a:pt x="44969" y="12600"/>
                </a:lnTo>
                <a:lnTo>
                  <a:pt x="45086" y="12334"/>
                </a:lnTo>
                <a:lnTo>
                  <a:pt x="45378" y="11962"/>
                </a:lnTo>
                <a:lnTo>
                  <a:pt x="45670" y="11696"/>
                </a:lnTo>
                <a:lnTo>
                  <a:pt x="45962" y="11431"/>
                </a:lnTo>
                <a:lnTo>
                  <a:pt x="46254" y="11058"/>
                </a:lnTo>
                <a:lnTo>
                  <a:pt x="46662" y="10793"/>
                </a:lnTo>
                <a:lnTo>
                  <a:pt x="46954" y="10527"/>
                </a:lnTo>
                <a:lnTo>
                  <a:pt x="47246" y="10261"/>
                </a:lnTo>
                <a:lnTo>
                  <a:pt x="47480" y="9889"/>
                </a:lnTo>
                <a:lnTo>
                  <a:pt x="47655" y="9623"/>
                </a:lnTo>
                <a:lnTo>
                  <a:pt x="47947" y="9251"/>
                </a:lnTo>
                <a:lnTo>
                  <a:pt x="48181" y="8985"/>
                </a:lnTo>
                <a:lnTo>
                  <a:pt x="48473" y="8613"/>
                </a:lnTo>
                <a:lnTo>
                  <a:pt x="48940" y="8453"/>
                </a:lnTo>
                <a:lnTo>
                  <a:pt x="49174" y="8081"/>
                </a:lnTo>
                <a:lnTo>
                  <a:pt x="49466" y="7815"/>
                </a:lnTo>
                <a:lnTo>
                  <a:pt x="49758" y="7443"/>
                </a:lnTo>
                <a:lnTo>
                  <a:pt x="50050" y="7177"/>
                </a:lnTo>
                <a:lnTo>
                  <a:pt x="50167" y="6805"/>
                </a:lnTo>
                <a:lnTo>
                  <a:pt x="50459" y="6539"/>
                </a:lnTo>
                <a:lnTo>
                  <a:pt x="50867" y="6273"/>
                </a:lnTo>
                <a:lnTo>
                  <a:pt x="51159" y="6061"/>
                </a:lnTo>
                <a:lnTo>
                  <a:pt x="51451" y="5795"/>
                </a:lnTo>
                <a:lnTo>
                  <a:pt x="51743" y="5369"/>
                </a:lnTo>
                <a:lnTo>
                  <a:pt x="52035" y="5157"/>
                </a:lnTo>
                <a:lnTo>
                  <a:pt x="52269" y="4731"/>
                </a:lnTo>
                <a:lnTo>
                  <a:pt x="52561" y="4519"/>
                </a:lnTo>
                <a:lnTo>
                  <a:pt x="52853" y="4093"/>
                </a:lnTo>
                <a:lnTo>
                  <a:pt x="53145" y="3828"/>
                </a:lnTo>
                <a:lnTo>
                  <a:pt x="53437" y="3615"/>
                </a:lnTo>
                <a:lnTo>
                  <a:pt x="53729" y="3349"/>
                </a:lnTo>
                <a:lnTo>
                  <a:pt x="53963" y="2977"/>
                </a:lnTo>
                <a:lnTo>
                  <a:pt x="54255" y="2711"/>
                </a:lnTo>
                <a:lnTo>
                  <a:pt x="54547" y="2286"/>
                </a:lnTo>
                <a:lnTo>
                  <a:pt x="54839" y="2073"/>
                </a:lnTo>
                <a:lnTo>
                  <a:pt x="55131" y="1648"/>
                </a:lnTo>
                <a:lnTo>
                  <a:pt x="55423" y="1435"/>
                </a:lnTo>
                <a:lnTo>
                  <a:pt x="55656" y="1276"/>
                </a:lnTo>
                <a:lnTo>
                  <a:pt x="55948" y="903"/>
                </a:lnTo>
                <a:lnTo>
                  <a:pt x="56240" y="638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80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2454419" y="2924585"/>
            <a:ext cx="56649" cy="60239"/>
          </a:xfrm>
          <a:custGeom>
            <a:avLst/>
            <a:gdLst/>
            <a:ahLst/>
            <a:cxnLst/>
            <a:rect l="l" t="t" r="r" b="b"/>
            <a:pathLst>
              <a:path w="56649" h="60239">
                <a:moveTo>
                  <a:pt x="0" y="60239"/>
                </a:moveTo>
                <a:lnTo>
                  <a:pt x="408" y="59867"/>
                </a:lnTo>
                <a:lnTo>
                  <a:pt x="700" y="59601"/>
                </a:lnTo>
                <a:lnTo>
                  <a:pt x="817" y="59335"/>
                </a:lnTo>
                <a:lnTo>
                  <a:pt x="1109" y="59069"/>
                </a:lnTo>
                <a:lnTo>
                  <a:pt x="1401" y="58697"/>
                </a:lnTo>
                <a:lnTo>
                  <a:pt x="1693" y="58431"/>
                </a:lnTo>
                <a:lnTo>
                  <a:pt x="1985" y="58059"/>
                </a:lnTo>
                <a:lnTo>
                  <a:pt x="2394" y="57793"/>
                </a:lnTo>
                <a:lnTo>
                  <a:pt x="2686" y="57421"/>
                </a:lnTo>
                <a:lnTo>
                  <a:pt x="2920" y="57155"/>
                </a:lnTo>
                <a:lnTo>
                  <a:pt x="3212" y="56889"/>
                </a:lnTo>
                <a:lnTo>
                  <a:pt x="3387" y="56623"/>
                </a:lnTo>
                <a:lnTo>
                  <a:pt x="3679" y="56251"/>
                </a:lnTo>
                <a:lnTo>
                  <a:pt x="3912" y="55985"/>
                </a:lnTo>
                <a:lnTo>
                  <a:pt x="4204" y="55613"/>
                </a:lnTo>
                <a:lnTo>
                  <a:pt x="4613" y="55347"/>
                </a:lnTo>
                <a:lnTo>
                  <a:pt x="4905" y="54975"/>
                </a:lnTo>
                <a:lnTo>
                  <a:pt x="5197" y="54709"/>
                </a:lnTo>
                <a:lnTo>
                  <a:pt x="5489" y="54603"/>
                </a:lnTo>
                <a:lnTo>
                  <a:pt x="5781" y="54178"/>
                </a:lnTo>
                <a:lnTo>
                  <a:pt x="5898" y="53965"/>
                </a:lnTo>
                <a:lnTo>
                  <a:pt x="6190" y="53540"/>
                </a:lnTo>
                <a:lnTo>
                  <a:pt x="6599" y="53327"/>
                </a:lnTo>
                <a:lnTo>
                  <a:pt x="6891" y="52902"/>
                </a:lnTo>
                <a:lnTo>
                  <a:pt x="7183" y="52636"/>
                </a:lnTo>
                <a:lnTo>
                  <a:pt x="7475" y="52423"/>
                </a:lnTo>
                <a:lnTo>
                  <a:pt x="7767" y="52157"/>
                </a:lnTo>
                <a:lnTo>
                  <a:pt x="8001" y="51785"/>
                </a:lnTo>
                <a:lnTo>
                  <a:pt x="8293" y="51519"/>
                </a:lnTo>
                <a:lnTo>
                  <a:pt x="8585" y="51094"/>
                </a:lnTo>
                <a:lnTo>
                  <a:pt x="8877" y="50881"/>
                </a:lnTo>
                <a:lnTo>
                  <a:pt x="9169" y="50456"/>
                </a:lnTo>
                <a:lnTo>
                  <a:pt x="9461" y="50243"/>
                </a:lnTo>
                <a:lnTo>
                  <a:pt x="9694" y="49977"/>
                </a:lnTo>
                <a:lnTo>
                  <a:pt x="9986" y="49712"/>
                </a:lnTo>
                <a:lnTo>
                  <a:pt x="10278" y="49339"/>
                </a:lnTo>
                <a:lnTo>
                  <a:pt x="10570" y="49074"/>
                </a:lnTo>
                <a:lnTo>
                  <a:pt x="10862" y="48701"/>
                </a:lnTo>
                <a:lnTo>
                  <a:pt x="11154" y="48436"/>
                </a:lnTo>
                <a:lnTo>
                  <a:pt x="11388" y="48010"/>
                </a:lnTo>
                <a:lnTo>
                  <a:pt x="11680" y="47798"/>
                </a:lnTo>
                <a:lnTo>
                  <a:pt x="11972" y="47532"/>
                </a:lnTo>
                <a:lnTo>
                  <a:pt x="12264" y="47266"/>
                </a:lnTo>
                <a:lnTo>
                  <a:pt x="12556" y="46894"/>
                </a:lnTo>
                <a:lnTo>
                  <a:pt x="12965" y="46628"/>
                </a:lnTo>
                <a:lnTo>
                  <a:pt x="13257" y="46256"/>
                </a:lnTo>
                <a:lnTo>
                  <a:pt x="13373" y="45990"/>
                </a:lnTo>
                <a:lnTo>
                  <a:pt x="13666" y="45724"/>
                </a:lnTo>
                <a:lnTo>
                  <a:pt x="13958" y="45458"/>
                </a:lnTo>
                <a:lnTo>
                  <a:pt x="14250" y="45192"/>
                </a:lnTo>
                <a:lnTo>
                  <a:pt x="14483" y="44820"/>
                </a:lnTo>
                <a:lnTo>
                  <a:pt x="14950" y="44554"/>
                </a:lnTo>
                <a:lnTo>
                  <a:pt x="15242" y="44182"/>
                </a:lnTo>
                <a:lnTo>
                  <a:pt x="15476" y="43916"/>
                </a:lnTo>
                <a:lnTo>
                  <a:pt x="15768" y="43544"/>
                </a:lnTo>
                <a:lnTo>
                  <a:pt x="15943" y="43278"/>
                </a:lnTo>
                <a:lnTo>
                  <a:pt x="16177" y="43012"/>
                </a:lnTo>
                <a:lnTo>
                  <a:pt x="16469" y="42747"/>
                </a:lnTo>
                <a:lnTo>
                  <a:pt x="16761" y="42374"/>
                </a:lnTo>
                <a:lnTo>
                  <a:pt x="17170" y="42109"/>
                </a:lnTo>
                <a:lnTo>
                  <a:pt x="17462" y="41736"/>
                </a:lnTo>
                <a:lnTo>
                  <a:pt x="17754" y="41471"/>
                </a:lnTo>
                <a:lnTo>
                  <a:pt x="18046" y="41098"/>
                </a:lnTo>
                <a:lnTo>
                  <a:pt x="18338" y="40833"/>
                </a:lnTo>
                <a:lnTo>
                  <a:pt x="18746" y="40460"/>
                </a:lnTo>
                <a:lnTo>
                  <a:pt x="19155" y="40088"/>
                </a:lnTo>
                <a:lnTo>
                  <a:pt x="19447" y="39822"/>
                </a:lnTo>
                <a:lnTo>
                  <a:pt x="19739" y="39450"/>
                </a:lnTo>
                <a:lnTo>
                  <a:pt x="20031" y="39184"/>
                </a:lnTo>
                <a:lnTo>
                  <a:pt x="20265" y="38812"/>
                </a:lnTo>
                <a:lnTo>
                  <a:pt x="20557" y="38546"/>
                </a:lnTo>
                <a:lnTo>
                  <a:pt x="20849" y="38280"/>
                </a:lnTo>
                <a:lnTo>
                  <a:pt x="21024" y="38015"/>
                </a:lnTo>
                <a:lnTo>
                  <a:pt x="21258" y="37642"/>
                </a:lnTo>
                <a:lnTo>
                  <a:pt x="21550" y="37377"/>
                </a:lnTo>
                <a:lnTo>
                  <a:pt x="21842" y="37004"/>
                </a:lnTo>
                <a:lnTo>
                  <a:pt x="22134" y="36739"/>
                </a:lnTo>
                <a:lnTo>
                  <a:pt x="22426" y="36366"/>
                </a:lnTo>
                <a:lnTo>
                  <a:pt x="22718" y="36101"/>
                </a:lnTo>
                <a:lnTo>
                  <a:pt x="22951" y="35835"/>
                </a:lnTo>
                <a:lnTo>
                  <a:pt x="23419" y="35569"/>
                </a:lnTo>
                <a:lnTo>
                  <a:pt x="23535" y="35197"/>
                </a:lnTo>
                <a:lnTo>
                  <a:pt x="23827" y="34931"/>
                </a:lnTo>
                <a:lnTo>
                  <a:pt x="24119" y="34559"/>
                </a:lnTo>
                <a:lnTo>
                  <a:pt x="24411" y="34293"/>
                </a:lnTo>
                <a:lnTo>
                  <a:pt x="24645" y="33921"/>
                </a:lnTo>
                <a:lnTo>
                  <a:pt x="24937" y="33761"/>
                </a:lnTo>
                <a:lnTo>
                  <a:pt x="25346" y="33389"/>
                </a:lnTo>
                <a:lnTo>
                  <a:pt x="25638" y="33123"/>
                </a:lnTo>
                <a:lnTo>
                  <a:pt x="25930" y="32751"/>
                </a:lnTo>
                <a:lnTo>
                  <a:pt x="26047" y="32485"/>
                </a:lnTo>
                <a:lnTo>
                  <a:pt x="26339" y="32219"/>
                </a:lnTo>
                <a:lnTo>
                  <a:pt x="26631" y="31847"/>
                </a:lnTo>
                <a:lnTo>
                  <a:pt x="26923" y="31581"/>
                </a:lnTo>
                <a:lnTo>
                  <a:pt x="27215" y="31315"/>
                </a:lnTo>
                <a:lnTo>
                  <a:pt x="27624" y="31103"/>
                </a:lnTo>
                <a:lnTo>
                  <a:pt x="27916" y="30677"/>
                </a:lnTo>
                <a:lnTo>
                  <a:pt x="28208" y="30465"/>
                </a:lnTo>
                <a:lnTo>
                  <a:pt x="28500" y="30039"/>
                </a:lnTo>
                <a:lnTo>
                  <a:pt x="28616" y="29774"/>
                </a:lnTo>
                <a:lnTo>
                  <a:pt x="28908" y="29401"/>
                </a:lnTo>
                <a:lnTo>
                  <a:pt x="29200" y="29136"/>
                </a:lnTo>
                <a:lnTo>
                  <a:pt x="29609" y="28923"/>
                </a:lnTo>
                <a:lnTo>
                  <a:pt x="29901" y="28657"/>
                </a:lnTo>
                <a:lnTo>
                  <a:pt x="30193" y="28232"/>
                </a:lnTo>
                <a:lnTo>
                  <a:pt x="30427" y="28019"/>
                </a:lnTo>
                <a:lnTo>
                  <a:pt x="30719" y="27594"/>
                </a:lnTo>
                <a:lnTo>
                  <a:pt x="31011" y="27381"/>
                </a:lnTo>
                <a:lnTo>
                  <a:pt x="31128" y="26956"/>
                </a:lnTo>
                <a:lnTo>
                  <a:pt x="31595" y="26849"/>
                </a:lnTo>
                <a:lnTo>
                  <a:pt x="31828" y="26477"/>
                </a:lnTo>
                <a:lnTo>
                  <a:pt x="32120" y="26211"/>
                </a:lnTo>
                <a:lnTo>
                  <a:pt x="32412" y="25839"/>
                </a:lnTo>
                <a:lnTo>
                  <a:pt x="32704" y="25573"/>
                </a:lnTo>
                <a:lnTo>
                  <a:pt x="32996" y="25148"/>
                </a:lnTo>
                <a:lnTo>
                  <a:pt x="33288" y="24935"/>
                </a:lnTo>
                <a:lnTo>
                  <a:pt x="33522" y="24510"/>
                </a:lnTo>
                <a:lnTo>
                  <a:pt x="33814" y="24404"/>
                </a:lnTo>
                <a:lnTo>
                  <a:pt x="34106" y="24031"/>
                </a:lnTo>
                <a:lnTo>
                  <a:pt x="34398" y="23766"/>
                </a:lnTo>
                <a:lnTo>
                  <a:pt x="34690" y="23393"/>
                </a:lnTo>
                <a:lnTo>
                  <a:pt x="34982" y="23128"/>
                </a:lnTo>
                <a:lnTo>
                  <a:pt x="35216" y="22755"/>
                </a:lnTo>
                <a:lnTo>
                  <a:pt x="35508" y="22490"/>
                </a:lnTo>
                <a:lnTo>
                  <a:pt x="35975" y="22064"/>
                </a:lnTo>
                <a:lnTo>
                  <a:pt x="36384" y="21586"/>
                </a:lnTo>
                <a:lnTo>
                  <a:pt x="36676" y="21320"/>
                </a:lnTo>
                <a:lnTo>
                  <a:pt x="36909" y="20948"/>
                </a:lnTo>
                <a:lnTo>
                  <a:pt x="37201" y="20682"/>
                </a:lnTo>
                <a:lnTo>
                  <a:pt x="37493" y="20310"/>
                </a:lnTo>
                <a:lnTo>
                  <a:pt x="37902" y="20044"/>
                </a:lnTo>
                <a:lnTo>
                  <a:pt x="38194" y="19778"/>
                </a:lnTo>
                <a:lnTo>
                  <a:pt x="38486" y="19512"/>
                </a:lnTo>
                <a:lnTo>
                  <a:pt x="38603" y="19140"/>
                </a:lnTo>
                <a:lnTo>
                  <a:pt x="38895" y="18874"/>
                </a:lnTo>
                <a:lnTo>
                  <a:pt x="39187" y="18502"/>
                </a:lnTo>
                <a:lnTo>
                  <a:pt x="39479" y="18236"/>
                </a:lnTo>
                <a:lnTo>
                  <a:pt x="39771" y="17864"/>
                </a:lnTo>
                <a:lnTo>
                  <a:pt x="40180" y="17598"/>
                </a:lnTo>
                <a:lnTo>
                  <a:pt x="40472" y="17332"/>
                </a:lnTo>
                <a:lnTo>
                  <a:pt x="40764" y="17066"/>
                </a:lnTo>
                <a:lnTo>
                  <a:pt x="40998" y="16694"/>
                </a:lnTo>
                <a:lnTo>
                  <a:pt x="41173" y="16428"/>
                </a:lnTo>
                <a:lnTo>
                  <a:pt x="41465" y="16056"/>
                </a:lnTo>
                <a:lnTo>
                  <a:pt x="41757" y="15790"/>
                </a:lnTo>
                <a:lnTo>
                  <a:pt x="42166" y="15418"/>
                </a:lnTo>
                <a:lnTo>
                  <a:pt x="42458" y="15152"/>
                </a:lnTo>
                <a:lnTo>
                  <a:pt x="42691" y="14887"/>
                </a:lnTo>
                <a:lnTo>
                  <a:pt x="42983" y="14621"/>
                </a:lnTo>
                <a:lnTo>
                  <a:pt x="43275" y="14249"/>
                </a:lnTo>
                <a:lnTo>
                  <a:pt x="43567" y="13983"/>
                </a:lnTo>
                <a:lnTo>
                  <a:pt x="43684" y="13611"/>
                </a:lnTo>
                <a:lnTo>
                  <a:pt x="44151" y="13345"/>
                </a:lnTo>
                <a:lnTo>
                  <a:pt x="44385" y="12973"/>
                </a:lnTo>
                <a:lnTo>
                  <a:pt x="44677" y="12866"/>
                </a:lnTo>
                <a:lnTo>
                  <a:pt x="44969" y="12441"/>
                </a:lnTo>
                <a:lnTo>
                  <a:pt x="45261" y="12175"/>
                </a:lnTo>
                <a:lnTo>
                  <a:pt x="45553" y="11803"/>
                </a:lnTo>
                <a:lnTo>
                  <a:pt x="45845" y="11537"/>
                </a:lnTo>
                <a:lnTo>
                  <a:pt x="46078" y="11165"/>
                </a:lnTo>
                <a:lnTo>
                  <a:pt x="46370" y="10899"/>
                </a:lnTo>
                <a:lnTo>
                  <a:pt x="46662" y="10527"/>
                </a:lnTo>
                <a:lnTo>
                  <a:pt x="46954" y="10420"/>
                </a:lnTo>
                <a:lnTo>
                  <a:pt x="47246" y="9995"/>
                </a:lnTo>
                <a:lnTo>
                  <a:pt x="47538" y="9782"/>
                </a:lnTo>
                <a:lnTo>
                  <a:pt x="47772" y="9357"/>
                </a:lnTo>
                <a:lnTo>
                  <a:pt x="48064" y="9091"/>
                </a:lnTo>
                <a:lnTo>
                  <a:pt x="48473" y="8719"/>
                </a:lnTo>
                <a:lnTo>
                  <a:pt x="48648" y="8453"/>
                </a:lnTo>
                <a:lnTo>
                  <a:pt x="48940" y="8241"/>
                </a:lnTo>
                <a:lnTo>
                  <a:pt x="49174" y="7975"/>
                </a:lnTo>
                <a:lnTo>
                  <a:pt x="49466" y="7549"/>
                </a:lnTo>
                <a:lnTo>
                  <a:pt x="49758" y="7337"/>
                </a:lnTo>
                <a:lnTo>
                  <a:pt x="50050" y="6911"/>
                </a:lnTo>
                <a:lnTo>
                  <a:pt x="50459" y="6699"/>
                </a:lnTo>
                <a:lnTo>
                  <a:pt x="50751" y="6273"/>
                </a:lnTo>
                <a:lnTo>
                  <a:pt x="51043" y="6007"/>
                </a:lnTo>
                <a:lnTo>
                  <a:pt x="51159" y="5795"/>
                </a:lnTo>
                <a:lnTo>
                  <a:pt x="51451" y="5529"/>
                </a:lnTo>
                <a:lnTo>
                  <a:pt x="51743" y="5157"/>
                </a:lnTo>
                <a:lnTo>
                  <a:pt x="52035" y="4891"/>
                </a:lnTo>
                <a:lnTo>
                  <a:pt x="52327" y="4466"/>
                </a:lnTo>
                <a:lnTo>
                  <a:pt x="52736" y="4253"/>
                </a:lnTo>
                <a:lnTo>
                  <a:pt x="53028" y="3828"/>
                </a:lnTo>
                <a:lnTo>
                  <a:pt x="53320" y="3615"/>
                </a:lnTo>
                <a:lnTo>
                  <a:pt x="53554" y="3349"/>
                </a:lnTo>
                <a:lnTo>
                  <a:pt x="53729" y="3083"/>
                </a:lnTo>
                <a:lnTo>
                  <a:pt x="54021" y="2711"/>
                </a:lnTo>
                <a:lnTo>
                  <a:pt x="54255" y="2445"/>
                </a:lnTo>
                <a:lnTo>
                  <a:pt x="54722" y="2073"/>
                </a:lnTo>
                <a:lnTo>
                  <a:pt x="54956" y="1807"/>
                </a:lnTo>
                <a:lnTo>
                  <a:pt x="55248" y="1435"/>
                </a:lnTo>
                <a:lnTo>
                  <a:pt x="55540" y="1169"/>
                </a:lnTo>
                <a:lnTo>
                  <a:pt x="55832" y="903"/>
                </a:lnTo>
                <a:lnTo>
                  <a:pt x="56124" y="638"/>
                </a:lnTo>
                <a:lnTo>
                  <a:pt x="56240" y="265"/>
                </a:lnTo>
                <a:lnTo>
                  <a:pt x="56649" y="0"/>
                </a:lnTo>
              </a:path>
            </a:pathLst>
          </a:custGeom>
          <a:ln w="810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511069" y="2864080"/>
            <a:ext cx="56883" cy="60505"/>
          </a:xfrm>
          <a:custGeom>
            <a:avLst/>
            <a:gdLst/>
            <a:ahLst/>
            <a:cxnLst/>
            <a:rect l="l" t="t" r="r" b="b"/>
            <a:pathLst>
              <a:path w="56883" h="60505">
                <a:moveTo>
                  <a:pt x="0" y="60505"/>
                </a:moveTo>
                <a:lnTo>
                  <a:pt x="292" y="60133"/>
                </a:lnTo>
                <a:lnTo>
                  <a:pt x="584" y="59867"/>
                </a:lnTo>
                <a:lnTo>
                  <a:pt x="876" y="59495"/>
                </a:lnTo>
                <a:lnTo>
                  <a:pt x="1168" y="59335"/>
                </a:lnTo>
                <a:lnTo>
                  <a:pt x="1460" y="58963"/>
                </a:lnTo>
                <a:lnTo>
                  <a:pt x="1693" y="58697"/>
                </a:lnTo>
                <a:lnTo>
                  <a:pt x="1985" y="58325"/>
                </a:lnTo>
                <a:lnTo>
                  <a:pt x="2277" y="58059"/>
                </a:lnTo>
                <a:lnTo>
                  <a:pt x="2569" y="57687"/>
                </a:lnTo>
                <a:lnTo>
                  <a:pt x="2861" y="57421"/>
                </a:lnTo>
                <a:lnTo>
                  <a:pt x="3153" y="57049"/>
                </a:lnTo>
                <a:lnTo>
                  <a:pt x="3387" y="56889"/>
                </a:lnTo>
                <a:lnTo>
                  <a:pt x="3679" y="56517"/>
                </a:lnTo>
                <a:lnTo>
                  <a:pt x="3971" y="56251"/>
                </a:lnTo>
                <a:lnTo>
                  <a:pt x="4380" y="55879"/>
                </a:lnTo>
                <a:lnTo>
                  <a:pt x="4555" y="55613"/>
                </a:lnTo>
                <a:lnTo>
                  <a:pt x="4847" y="55241"/>
                </a:lnTo>
                <a:lnTo>
                  <a:pt x="5080" y="54975"/>
                </a:lnTo>
                <a:lnTo>
                  <a:pt x="5372" y="54709"/>
                </a:lnTo>
                <a:lnTo>
                  <a:pt x="5664" y="54444"/>
                </a:lnTo>
                <a:lnTo>
                  <a:pt x="5956" y="54071"/>
                </a:lnTo>
                <a:lnTo>
                  <a:pt x="6365" y="53806"/>
                </a:lnTo>
                <a:lnTo>
                  <a:pt x="6657" y="53433"/>
                </a:lnTo>
                <a:lnTo>
                  <a:pt x="6949" y="53168"/>
                </a:lnTo>
                <a:lnTo>
                  <a:pt x="7066" y="52795"/>
                </a:lnTo>
                <a:lnTo>
                  <a:pt x="7358" y="52530"/>
                </a:lnTo>
                <a:lnTo>
                  <a:pt x="7650" y="52264"/>
                </a:lnTo>
                <a:lnTo>
                  <a:pt x="7942" y="51998"/>
                </a:lnTo>
                <a:lnTo>
                  <a:pt x="8234" y="51626"/>
                </a:lnTo>
                <a:lnTo>
                  <a:pt x="8643" y="51360"/>
                </a:lnTo>
                <a:lnTo>
                  <a:pt x="8935" y="50988"/>
                </a:lnTo>
                <a:lnTo>
                  <a:pt x="9169" y="50722"/>
                </a:lnTo>
                <a:lnTo>
                  <a:pt x="9461" y="50350"/>
                </a:lnTo>
                <a:lnTo>
                  <a:pt x="9636" y="50084"/>
                </a:lnTo>
                <a:lnTo>
                  <a:pt x="9869" y="49818"/>
                </a:lnTo>
                <a:lnTo>
                  <a:pt x="10161" y="49605"/>
                </a:lnTo>
                <a:lnTo>
                  <a:pt x="10629" y="49180"/>
                </a:lnTo>
                <a:lnTo>
                  <a:pt x="10862" y="48967"/>
                </a:lnTo>
                <a:lnTo>
                  <a:pt x="11154" y="48542"/>
                </a:lnTo>
                <a:lnTo>
                  <a:pt x="11446" y="48276"/>
                </a:lnTo>
                <a:lnTo>
                  <a:pt x="11738" y="47904"/>
                </a:lnTo>
                <a:lnTo>
                  <a:pt x="12030" y="47638"/>
                </a:lnTo>
                <a:lnTo>
                  <a:pt x="12147" y="47425"/>
                </a:lnTo>
                <a:lnTo>
                  <a:pt x="12556" y="47160"/>
                </a:lnTo>
                <a:lnTo>
                  <a:pt x="12848" y="46734"/>
                </a:lnTo>
                <a:lnTo>
                  <a:pt x="13140" y="46522"/>
                </a:lnTo>
                <a:lnTo>
                  <a:pt x="13432" y="46096"/>
                </a:lnTo>
                <a:lnTo>
                  <a:pt x="13724" y="45884"/>
                </a:lnTo>
                <a:lnTo>
                  <a:pt x="14016" y="45458"/>
                </a:lnTo>
                <a:lnTo>
                  <a:pt x="14250" y="45352"/>
                </a:lnTo>
                <a:lnTo>
                  <a:pt x="14542" y="44980"/>
                </a:lnTo>
                <a:lnTo>
                  <a:pt x="14834" y="44714"/>
                </a:lnTo>
                <a:lnTo>
                  <a:pt x="15126" y="44342"/>
                </a:lnTo>
                <a:lnTo>
                  <a:pt x="15418" y="44076"/>
                </a:lnTo>
                <a:lnTo>
                  <a:pt x="15710" y="43650"/>
                </a:lnTo>
                <a:lnTo>
                  <a:pt x="15943" y="43438"/>
                </a:lnTo>
                <a:lnTo>
                  <a:pt x="16235" y="43012"/>
                </a:lnTo>
                <a:lnTo>
                  <a:pt x="16527" y="42906"/>
                </a:lnTo>
                <a:lnTo>
                  <a:pt x="16936" y="42534"/>
                </a:lnTo>
                <a:lnTo>
                  <a:pt x="17228" y="42268"/>
                </a:lnTo>
                <a:lnTo>
                  <a:pt x="17345" y="41896"/>
                </a:lnTo>
                <a:lnTo>
                  <a:pt x="17637" y="41630"/>
                </a:lnTo>
                <a:lnTo>
                  <a:pt x="17929" y="41258"/>
                </a:lnTo>
                <a:lnTo>
                  <a:pt x="18221" y="40992"/>
                </a:lnTo>
                <a:lnTo>
                  <a:pt x="18513" y="40726"/>
                </a:lnTo>
                <a:lnTo>
                  <a:pt x="18922" y="40460"/>
                </a:lnTo>
                <a:lnTo>
                  <a:pt x="19214" y="40088"/>
                </a:lnTo>
                <a:lnTo>
                  <a:pt x="19506" y="39822"/>
                </a:lnTo>
                <a:lnTo>
                  <a:pt x="19622" y="39450"/>
                </a:lnTo>
                <a:lnTo>
                  <a:pt x="19914" y="39184"/>
                </a:lnTo>
                <a:lnTo>
                  <a:pt x="20206" y="38812"/>
                </a:lnTo>
                <a:lnTo>
                  <a:pt x="20499" y="38546"/>
                </a:lnTo>
                <a:lnTo>
                  <a:pt x="20732" y="38280"/>
                </a:lnTo>
                <a:lnTo>
                  <a:pt x="21199" y="38015"/>
                </a:lnTo>
                <a:lnTo>
                  <a:pt x="21491" y="37642"/>
                </a:lnTo>
                <a:lnTo>
                  <a:pt x="21725" y="37377"/>
                </a:lnTo>
                <a:lnTo>
                  <a:pt x="22017" y="37004"/>
                </a:lnTo>
                <a:lnTo>
                  <a:pt x="22192" y="36739"/>
                </a:lnTo>
                <a:lnTo>
                  <a:pt x="22426" y="36366"/>
                </a:lnTo>
                <a:lnTo>
                  <a:pt x="22718" y="36101"/>
                </a:lnTo>
                <a:lnTo>
                  <a:pt x="23127" y="35835"/>
                </a:lnTo>
                <a:lnTo>
                  <a:pt x="23419" y="35569"/>
                </a:lnTo>
                <a:lnTo>
                  <a:pt x="23711" y="35197"/>
                </a:lnTo>
                <a:lnTo>
                  <a:pt x="24003" y="34931"/>
                </a:lnTo>
                <a:lnTo>
                  <a:pt x="24295" y="34559"/>
                </a:lnTo>
                <a:lnTo>
                  <a:pt x="24587" y="34293"/>
                </a:lnTo>
                <a:lnTo>
                  <a:pt x="24703" y="33921"/>
                </a:lnTo>
                <a:lnTo>
                  <a:pt x="25112" y="33761"/>
                </a:lnTo>
                <a:lnTo>
                  <a:pt x="25404" y="33389"/>
                </a:lnTo>
                <a:lnTo>
                  <a:pt x="25696" y="33123"/>
                </a:lnTo>
                <a:lnTo>
                  <a:pt x="25988" y="32751"/>
                </a:lnTo>
                <a:lnTo>
                  <a:pt x="26280" y="32485"/>
                </a:lnTo>
                <a:lnTo>
                  <a:pt x="26514" y="32113"/>
                </a:lnTo>
                <a:lnTo>
                  <a:pt x="26806" y="31847"/>
                </a:lnTo>
                <a:lnTo>
                  <a:pt x="27098" y="31475"/>
                </a:lnTo>
                <a:lnTo>
                  <a:pt x="27390" y="31369"/>
                </a:lnTo>
                <a:lnTo>
                  <a:pt x="27682" y="30943"/>
                </a:lnTo>
                <a:lnTo>
                  <a:pt x="27974" y="30677"/>
                </a:lnTo>
                <a:lnTo>
                  <a:pt x="28208" y="30305"/>
                </a:lnTo>
                <a:lnTo>
                  <a:pt x="28500" y="30039"/>
                </a:lnTo>
                <a:lnTo>
                  <a:pt x="28792" y="29667"/>
                </a:lnTo>
                <a:lnTo>
                  <a:pt x="29084" y="29401"/>
                </a:lnTo>
                <a:lnTo>
                  <a:pt x="29492" y="29029"/>
                </a:lnTo>
                <a:lnTo>
                  <a:pt x="29784" y="28923"/>
                </a:lnTo>
                <a:lnTo>
                  <a:pt x="29901" y="28498"/>
                </a:lnTo>
                <a:lnTo>
                  <a:pt x="30193" y="28285"/>
                </a:lnTo>
                <a:lnTo>
                  <a:pt x="30485" y="27860"/>
                </a:lnTo>
                <a:lnTo>
                  <a:pt x="30777" y="27594"/>
                </a:lnTo>
                <a:lnTo>
                  <a:pt x="31069" y="27222"/>
                </a:lnTo>
                <a:lnTo>
                  <a:pt x="31478" y="26956"/>
                </a:lnTo>
                <a:lnTo>
                  <a:pt x="31770" y="26743"/>
                </a:lnTo>
                <a:lnTo>
                  <a:pt x="32062" y="26477"/>
                </a:lnTo>
                <a:lnTo>
                  <a:pt x="32296" y="26052"/>
                </a:lnTo>
                <a:lnTo>
                  <a:pt x="32471" y="25839"/>
                </a:lnTo>
                <a:lnTo>
                  <a:pt x="32763" y="25414"/>
                </a:lnTo>
                <a:lnTo>
                  <a:pt x="33055" y="25201"/>
                </a:lnTo>
                <a:lnTo>
                  <a:pt x="33288" y="24776"/>
                </a:lnTo>
                <a:lnTo>
                  <a:pt x="33756" y="24510"/>
                </a:lnTo>
                <a:lnTo>
                  <a:pt x="33989" y="24297"/>
                </a:lnTo>
                <a:lnTo>
                  <a:pt x="34281" y="24031"/>
                </a:lnTo>
                <a:lnTo>
                  <a:pt x="34573" y="23659"/>
                </a:lnTo>
                <a:lnTo>
                  <a:pt x="34865" y="23393"/>
                </a:lnTo>
                <a:lnTo>
                  <a:pt x="34982" y="22968"/>
                </a:lnTo>
                <a:lnTo>
                  <a:pt x="35274" y="22755"/>
                </a:lnTo>
                <a:lnTo>
                  <a:pt x="35683" y="22330"/>
                </a:lnTo>
                <a:lnTo>
                  <a:pt x="35975" y="22117"/>
                </a:lnTo>
                <a:lnTo>
                  <a:pt x="36267" y="21852"/>
                </a:lnTo>
                <a:lnTo>
                  <a:pt x="36559" y="21586"/>
                </a:lnTo>
                <a:lnTo>
                  <a:pt x="36851" y="21214"/>
                </a:lnTo>
                <a:lnTo>
                  <a:pt x="37143" y="20948"/>
                </a:lnTo>
                <a:lnTo>
                  <a:pt x="37260" y="20576"/>
                </a:lnTo>
                <a:lnTo>
                  <a:pt x="37669" y="20310"/>
                </a:lnTo>
                <a:lnTo>
                  <a:pt x="37961" y="19938"/>
                </a:lnTo>
                <a:lnTo>
                  <a:pt x="38253" y="19778"/>
                </a:lnTo>
                <a:lnTo>
                  <a:pt x="38545" y="19406"/>
                </a:lnTo>
                <a:lnTo>
                  <a:pt x="38837" y="19140"/>
                </a:lnTo>
                <a:lnTo>
                  <a:pt x="39070" y="18768"/>
                </a:lnTo>
                <a:lnTo>
                  <a:pt x="39362" y="18502"/>
                </a:lnTo>
                <a:lnTo>
                  <a:pt x="39654" y="18130"/>
                </a:lnTo>
                <a:lnTo>
                  <a:pt x="39946" y="17864"/>
                </a:lnTo>
                <a:lnTo>
                  <a:pt x="40238" y="17492"/>
                </a:lnTo>
                <a:lnTo>
                  <a:pt x="40472" y="17332"/>
                </a:lnTo>
                <a:lnTo>
                  <a:pt x="40764" y="16960"/>
                </a:lnTo>
                <a:lnTo>
                  <a:pt x="41056" y="16694"/>
                </a:lnTo>
                <a:lnTo>
                  <a:pt x="41348" y="16322"/>
                </a:lnTo>
                <a:lnTo>
                  <a:pt x="41640" y="16056"/>
                </a:lnTo>
                <a:lnTo>
                  <a:pt x="42049" y="15684"/>
                </a:lnTo>
                <a:lnTo>
                  <a:pt x="42341" y="15418"/>
                </a:lnTo>
                <a:lnTo>
                  <a:pt x="42458" y="15152"/>
                </a:lnTo>
                <a:lnTo>
                  <a:pt x="42750" y="14887"/>
                </a:lnTo>
                <a:lnTo>
                  <a:pt x="43042" y="14514"/>
                </a:lnTo>
                <a:lnTo>
                  <a:pt x="43334" y="14249"/>
                </a:lnTo>
                <a:lnTo>
                  <a:pt x="43626" y="13876"/>
                </a:lnTo>
                <a:lnTo>
                  <a:pt x="44034" y="13611"/>
                </a:lnTo>
                <a:lnTo>
                  <a:pt x="44326" y="13238"/>
                </a:lnTo>
                <a:lnTo>
                  <a:pt x="44618" y="12973"/>
                </a:lnTo>
                <a:lnTo>
                  <a:pt x="44852" y="12707"/>
                </a:lnTo>
                <a:lnTo>
                  <a:pt x="45027" y="12441"/>
                </a:lnTo>
                <a:lnTo>
                  <a:pt x="45319" y="12228"/>
                </a:lnTo>
                <a:lnTo>
                  <a:pt x="45553" y="11803"/>
                </a:lnTo>
                <a:lnTo>
                  <a:pt x="45845" y="11537"/>
                </a:lnTo>
                <a:lnTo>
                  <a:pt x="46254" y="11165"/>
                </a:lnTo>
                <a:lnTo>
                  <a:pt x="46546" y="10899"/>
                </a:lnTo>
                <a:lnTo>
                  <a:pt x="46838" y="10527"/>
                </a:lnTo>
                <a:lnTo>
                  <a:pt x="47130" y="10420"/>
                </a:lnTo>
                <a:lnTo>
                  <a:pt x="47422" y="9995"/>
                </a:lnTo>
                <a:lnTo>
                  <a:pt x="47538" y="9782"/>
                </a:lnTo>
                <a:lnTo>
                  <a:pt x="47831" y="9357"/>
                </a:lnTo>
                <a:lnTo>
                  <a:pt x="48239" y="9144"/>
                </a:lnTo>
                <a:lnTo>
                  <a:pt x="48531" y="8719"/>
                </a:lnTo>
                <a:lnTo>
                  <a:pt x="48823" y="8453"/>
                </a:lnTo>
                <a:lnTo>
                  <a:pt x="49115" y="8081"/>
                </a:lnTo>
                <a:lnTo>
                  <a:pt x="49407" y="7975"/>
                </a:lnTo>
                <a:lnTo>
                  <a:pt x="49641" y="7603"/>
                </a:lnTo>
                <a:lnTo>
                  <a:pt x="49933" y="7337"/>
                </a:lnTo>
                <a:lnTo>
                  <a:pt x="50225" y="6965"/>
                </a:lnTo>
                <a:lnTo>
                  <a:pt x="50517" y="6699"/>
                </a:lnTo>
                <a:lnTo>
                  <a:pt x="50809" y="6273"/>
                </a:lnTo>
                <a:lnTo>
                  <a:pt x="51101" y="6061"/>
                </a:lnTo>
                <a:lnTo>
                  <a:pt x="51335" y="5795"/>
                </a:lnTo>
                <a:lnTo>
                  <a:pt x="51627" y="5529"/>
                </a:lnTo>
                <a:lnTo>
                  <a:pt x="51919" y="5157"/>
                </a:lnTo>
                <a:lnTo>
                  <a:pt x="52211" y="4891"/>
                </a:lnTo>
                <a:lnTo>
                  <a:pt x="52503" y="4519"/>
                </a:lnTo>
                <a:lnTo>
                  <a:pt x="52795" y="4253"/>
                </a:lnTo>
                <a:lnTo>
                  <a:pt x="53028" y="3881"/>
                </a:lnTo>
                <a:lnTo>
                  <a:pt x="53320" y="3615"/>
                </a:lnTo>
                <a:lnTo>
                  <a:pt x="53612" y="3349"/>
                </a:lnTo>
                <a:lnTo>
                  <a:pt x="53904" y="3083"/>
                </a:lnTo>
                <a:lnTo>
                  <a:pt x="54196" y="2711"/>
                </a:lnTo>
                <a:lnTo>
                  <a:pt x="54605" y="2445"/>
                </a:lnTo>
                <a:lnTo>
                  <a:pt x="54897" y="2073"/>
                </a:lnTo>
                <a:lnTo>
                  <a:pt x="55014" y="1807"/>
                </a:lnTo>
                <a:lnTo>
                  <a:pt x="55306" y="1435"/>
                </a:lnTo>
                <a:lnTo>
                  <a:pt x="55598" y="1169"/>
                </a:lnTo>
                <a:lnTo>
                  <a:pt x="55890" y="903"/>
                </a:lnTo>
                <a:lnTo>
                  <a:pt x="56182" y="638"/>
                </a:lnTo>
                <a:lnTo>
                  <a:pt x="56416" y="265"/>
                </a:lnTo>
                <a:lnTo>
                  <a:pt x="56883" y="0"/>
                </a:lnTo>
              </a:path>
            </a:pathLst>
          </a:custGeom>
          <a:ln w="810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567952" y="2804479"/>
            <a:ext cx="56649" cy="59601"/>
          </a:xfrm>
          <a:custGeom>
            <a:avLst/>
            <a:gdLst/>
            <a:ahLst/>
            <a:cxnLst/>
            <a:rect l="l" t="t" r="r" b="b"/>
            <a:pathLst>
              <a:path w="56649" h="59601">
                <a:moveTo>
                  <a:pt x="0" y="59601"/>
                </a:moveTo>
                <a:lnTo>
                  <a:pt x="233" y="59229"/>
                </a:lnTo>
                <a:lnTo>
                  <a:pt x="525" y="58963"/>
                </a:lnTo>
                <a:lnTo>
                  <a:pt x="700" y="58591"/>
                </a:lnTo>
                <a:lnTo>
                  <a:pt x="992" y="58431"/>
                </a:lnTo>
                <a:lnTo>
                  <a:pt x="1226" y="58165"/>
                </a:lnTo>
                <a:lnTo>
                  <a:pt x="1518" y="57793"/>
                </a:lnTo>
                <a:lnTo>
                  <a:pt x="1927" y="57527"/>
                </a:lnTo>
                <a:lnTo>
                  <a:pt x="2219" y="57155"/>
                </a:lnTo>
                <a:lnTo>
                  <a:pt x="2511" y="56889"/>
                </a:lnTo>
                <a:lnTo>
                  <a:pt x="2803" y="56517"/>
                </a:lnTo>
                <a:lnTo>
                  <a:pt x="3095" y="56251"/>
                </a:lnTo>
                <a:lnTo>
                  <a:pt x="3212" y="55985"/>
                </a:lnTo>
                <a:lnTo>
                  <a:pt x="3504" y="55773"/>
                </a:lnTo>
                <a:lnTo>
                  <a:pt x="3912" y="55347"/>
                </a:lnTo>
                <a:lnTo>
                  <a:pt x="4204" y="55082"/>
                </a:lnTo>
                <a:lnTo>
                  <a:pt x="4496" y="54709"/>
                </a:lnTo>
                <a:lnTo>
                  <a:pt x="4788" y="54444"/>
                </a:lnTo>
                <a:lnTo>
                  <a:pt x="5080" y="54071"/>
                </a:lnTo>
                <a:lnTo>
                  <a:pt x="5314" y="53806"/>
                </a:lnTo>
                <a:lnTo>
                  <a:pt x="5606" y="53593"/>
                </a:lnTo>
                <a:lnTo>
                  <a:pt x="5781" y="53327"/>
                </a:lnTo>
                <a:lnTo>
                  <a:pt x="6190" y="52902"/>
                </a:lnTo>
                <a:lnTo>
                  <a:pt x="6482" y="52689"/>
                </a:lnTo>
                <a:lnTo>
                  <a:pt x="6774" y="52264"/>
                </a:lnTo>
                <a:lnTo>
                  <a:pt x="7008" y="52051"/>
                </a:lnTo>
                <a:lnTo>
                  <a:pt x="7300" y="51626"/>
                </a:lnTo>
                <a:lnTo>
                  <a:pt x="7592" y="51360"/>
                </a:lnTo>
                <a:lnTo>
                  <a:pt x="7884" y="51147"/>
                </a:lnTo>
                <a:lnTo>
                  <a:pt x="8176" y="50881"/>
                </a:lnTo>
                <a:lnTo>
                  <a:pt x="8409" y="50509"/>
                </a:lnTo>
                <a:lnTo>
                  <a:pt x="8701" y="50243"/>
                </a:lnTo>
                <a:lnTo>
                  <a:pt x="8993" y="49818"/>
                </a:lnTo>
                <a:lnTo>
                  <a:pt x="9285" y="49605"/>
                </a:lnTo>
                <a:lnTo>
                  <a:pt x="9577" y="49339"/>
                </a:lnTo>
                <a:lnTo>
                  <a:pt x="9869" y="49074"/>
                </a:lnTo>
                <a:lnTo>
                  <a:pt x="10278" y="48808"/>
                </a:lnTo>
                <a:lnTo>
                  <a:pt x="10570" y="48436"/>
                </a:lnTo>
                <a:lnTo>
                  <a:pt x="10687" y="48170"/>
                </a:lnTo>
                <a:lnTo>
                  <a:pt x="10979" y="47798"/>
                </a:lnTo>
                <a:lnTo>
                  <a:pt x="11271" y="47532"/>
                </a:lnTo>
                <a:lnTo>
                  <a:pt x="11563" y="47160"/>
                </a:lnTo>
                <a:lnTo>
                  <a:pt x="11797" y="46894"/>
                </a:lnTo>
                <a:lnTo>
                  <a:pt x="12089" y="46628"/>
                </a:lnTo>
                <a:lnTo>
                  <a:pt x="12556" y="46362"/>
                </a:lnTo>
                <a:lnTo>
                  <a:pt x="12789" y="45990"/>
                </a:lnTo>
                <a:lnTo>
                  <a:pt x="13081" y="45724"/>
                </a:lnTo>
                <a:lnTo>
                  <a:pt x="13257" y="45352"/>
                </a:lnTo>
                <a:lnTo>
                  <a:pt x="13490" y="45086"/>
                </a:lnTo>
                <a:lnTo>
                  <a:pt x="13782" y="44714"/>
                </a:lnTo>
                <a:lnTo>
                  <a:pt x="14074" y="44448"/>
                </a:lnTo>
                <a:lnTo>
                  <a:pt x="14483" y="44182"/>
                </a:lnTo>
                <a:lnTo>
                  <a:pt x="14775" y="43916"/>
                </a:lnTo>
                <a:lnTo>
                  <a:pt x="15067" y="43544"/>
                </a:lnTo>
                <a:lnTo>
                  <a:pt x="15359" y="43278"/>
                </a:lnTo>
                <a:lnTo>
                  <a:pt x="15651" y="42906"/>
                </a:lnTo>
                <a:lnTo>
                  <a:pt x="15768" y="42640"/>
                </a:lnTo>
                <a:lnTo>
                  <a:pt x="16060" y="42374"/>
                </a:lnTo>
                <a:lnTo>
                  <a:pt x="16469" y="42109"/>
                </a:lnTo>
                <a:lnTo>
                  <a:pt x="16761" y="41896"/>
                </a:lnTo>
                <a:lnTo>
                  <a:pt x="17053" y="41471"/>
                </a:lnTo>
                <a:lnTo>
                  <a:pt x="17345" y="41258"/>
                </a:lnTo>
                <a:lnTo>
                  <a:pt x="17578" y="40833"/>
                </a:lnTo>
                <a:lnTo>
                  <a:pt x="17870" y="40567"/>
                </a:lnTo>
                <a:lnTo>
                  <a:pt x="18162" y="40195"/>
                </a:lnTo>
                <a:lnTo>
                  <a:pt x="18338" y="39929"/>
                </a:lnTo>
                <a:lnTo>
                  <a:pt x="18746" y="39716"/>
                </a:lnTo>
                <a:lnTo>
                  <a:pt x="19038" y="39450"/>
                </a:lnTo>
                <a:lnTo>
                  <a:pt x="19272" y="39078"/>
                </a:lnTo>
                <a:lnTo>
                  <a:pt x="19564" y="38812"/>
                </a:lnTo>
                <a:lnTo>
                  <a:pt x="19856" y="38387"/>
                </a:lnTo>
                <a:lnTo>
                  <a:pt x="20148" y="38174"/>
                </a:lnTo>
                <a:lnTo>
                  <a:pt x="20440" y="37749"/>
                </a:lnTo>
                <a:lnTo>
                  <a:pt x="20732" y="37536"/>
                </a:lnTo>
                <a:lnTo>
                  <a:pt x="20966" y="37377"/>
                </a:lnTo>
                <a:lnTo>
                  <a:pt x="21258" y="37004"/>
                </a:lnTo>
                <a:lnTo>
                  <a:pt x="21550" y="36739"/>
                </a:lnTo>
                <a:lnTo>
                  <a:pt x="21842" y="36366"/>
                </a:lnTo>
                <a:lnTo>
                  <a:pt x="22134" y="36101"/>
                </a:lnTo>
                <a:lnTo>
                  <a:pt x="22426" y="35728"/>
                </a:lnTo>
                <a:lnTo>
                  <a:pt x="22835" y="35463"/>
                </a:lnTo>
                <a:lnTo>
                  <a:pt x="23127" y="35197"/>
                </a:lnTo>
                <a:lnTo>
                  <a:pt x="23243" y="34931"/>
                </a:lnTo>
                <a:lnTo>
                  <a:pt x="23535" y="34559"/>
                </a:lnTo>
                <a:lnTo>
                  <a:pt x="23827" y="34293"/>
                </a:lnTo>
                <a:lnTo>
                  <a:pt x="24119" y="33921"/>
                </a:lnTo>
                <a:lnTo>
                  <a:pt x="24353" y="33655"/>
                </a:lnTo>
                <a:lnTo>
                  <a:pt x="24645" y="33283"/>
                </a:lnTo>
                <a:lnTo>
                  <a:pt x="25054" y="33017"/>
                </a:lnTo>
                <a:lnTo>
                  <a:pt x="25346" y="32751"/>
                </a:lnTo>
                <a:lnTo>
                  <a:pt x="25638" y="32485"/>
                </a:lnTo>
                <a:lnTo>
                  <a:pt x="25755" y="32219"/>
                </a:lnTo>
                <a:lnTo>
                  <a:pt x="26047" y="31847"/>
                </a:lnTo>
                <a:lnTo>
                  <a:pt x="26339" y="31581"/>
                </a:lnTo>
                <a:lnTo>
                  <a:pt x="26631" y="31209"/>
                </a:lnTo>
                <a:lnTo>
                  <a:pt x="27039" y="30943"/>
                </a:lnTo>
                <a:lnTo>
                  <a:pt x="27332" y="30571"/>
                </a:lnTo>
                <a:lnTo>
                  <a:pt x="27624" y="30465"/>
                </a:lnTo>
                <a:lnTo>
                  <a:pt x="27916" y="30039"/>
                </a:lnTo>
                <a:lnTo>
                  <a:pt x="28208" y="29827"/>
                </a:lnTo>
                <a:lnTo>
                  <a:pt x="28324" y="29401"/>
                </a:lnTo>
                <a:lnTo>
                  <a:pt x="28616" y="29136"/>
                </a:lnTo>
                <a:lnTo>
                  <a:pt x="29025" y="28763"/>
                </a:lnTo>
                <a:lnTo>
                  <a:pt x="29317" y="28498"/>
                </a:lnTo>
                <a:lnTo>
                  <a:pt x="29609" y="28125"/>
                </a:lnTo>
                <a:lnTo>
                  <a:pt x="29901" y="28019"/>
                </a:lnTo>
                <a:lnTo>
                  <a:pt x="30135" y="27753"/>
                </a:lnTo>
                <a:lnTo>
                  <a:pt x="30427" y="27381"/>
                </a:lnTo>
                <a:lnTo>
                  <a:pt x="30719" y="27115"/>
                </a:lnTo>
                <a:lnTo>
                  <a:pt x="30836" y="26743"/>
                </a:lnTo>
                <a:lnTo>
                  <a:pt x="31303" y="26477"/>
                </a:lnTo>
                <a:lnTo>
                  <a:pt x="31536" y="26105"/>
                </a:lnTo>
                <a:lnTo>
                  <a:pt x="31828" y="25839"/>
                </a:lnTo>
                <a:lnTo>
                  <a:pt x="32120" y="25573"/>
                </a:lnTo>
                <a:lnTo>
                  <a:pt x="32412" y="25307"/>
                </a:lnTo>
                <a:lnTo>
                  <a:pt x="32704" y="24935"/>
                </a:lnTo>
                <a:lnTo>
                  <a:pt x="32996" y="24669"/>
                </a:lnTo>
                <a:lnTo>
                  <a:pt x="33230" y="24297"/>
                </a:lnTo>
                <a:lnTo>
                  <a:pt x="33522" y="24031"/>
                </a:lnTo>
                <a:lnTo>
                  <a:pt x="33814" y="23766"/>
                </a:lnTo>
                <a:lnTo>
                  <a:pt x="34106" y="23500"/>
                </a:lnTo>
                <a:lnTo>
                  <a:pt x="34398" y="23234"/>
                </a:lnTo>
                <a:lnTo>
                  <a:pt x="34690" y="22862"/>
                </a:lnTo>
                <a:lnTo>
                  <a:pt x="34924" y="22596"/>
                </a:lnTo>
                <a:lnTo>
                  <a:pt x="35391" y="22224"/>
                </a:lnTo>
                <a:lnTo>
                  <a:pt x="35683" y="21958"/>
                </a:lnTo>
                <a:lnTo>
                  <a:pt x="35800" y="21586"/>
                </a:lnTo>
                <a:lnTo>
                  <a:pt x="36092" y="21320"/>
                </a:lnTo>
                <a:lnTo>
                  <a:pt x="36384" y="21054"/>
                </a:lnTo>
                <a:lnTo>
                  <a:pt x="36617" y="20788"/>
                </a:lnTo>
                <a:lnTo>
                  <a:pt x="36909" y="20576"/>
                </a:lnTo>
                <a:lnTo>
                  <a:pt x="37201" y="20150"/>
                </a:lnTo>
                <a:lnTo>
                  <a:pt x="37610" y="19938"/>
                </a:lnTo>
                <a:lnTo>
                  <a:pt x="37902" y="19512"/>
                </a:lnTo>
                <a:lnTo>
                  <a:pt x="38194" y="19246"/>
                </a:lnTo>
                <a:lnTo>
                  <a:pt x="38311" y="18874"/>
                </a:lnTo>
                <a:lnTo>
                  <a:pt x="38603" y="18768"/>
                </a:lnTo>
                <a:lnTo>
                  <a:pt x="38895" y="18396"/>
                </a:lnTo>
                <a:lnTo>
                  <a:pt x="39187" y="18130"/>
                </a:lnTo>
                <a:lnTo>
                  <a:pt x="39596" y="17704"/>
                </a:lnTo>
                <a:lnTo>
                  <a:pt x="39888" y="17492"/>
                </a:lnTo>
                <a:lnTo>
                  <a:pt x="40180" y="17226"/>
                </a:lnTo>
                <a:lnTo>
                  <a:pt x="40472" y="16854"/>
                </a:lnTo>
                <a:lnTo>
                  <a:pt x="40705" y="16588"/>
                </a:lnTo>
                <a:lnTo>
                  <a:pt x="40881" y="16322"/>
                </a:lnTo>
                <a:lnTo>
                  <a:pt x="41173" y="16056"/>
                </a:lnTo>
                <a:lnTo>
                  <a:pt x="41582" y="15684"/>
                </a:lnTo>
                <a:lnTo>
                  <a:pt x="41874" y="15418"/>
                </a:lnTo>
                <a:lnTo>
                  <a:pt x="42166" y="15046"/>
                </a:lnTo>
                <a:lnTo>
                  <a:pt x="42399" y="14780"/>
                </a:lnTo>
                <a:lnTo>
                  <a:pt x="42691" y="14514"/>
                </a:lnTo>
                <a:lnTo>
                  <a:pt x="42983" y="14142"/>
                </a:lnTo>
                <a:lnTo>
                  <a:pt x="43275" y="13983"/>
                </a:lnTo>
                <a:lnTo>
                  <a:pt x="43392" y="13611"/>
                </a:lnTo>
                <a:lnTo>
                  <a:pt x="43859" y="13345"/>
                </a:lnTo>
                <a:lnTo>
                  <a:pt x="44093" y="12973"/>
                </a:lnTo>
                <a:lnTo>
                  <a:pt x="44385" y="12707"/>
                </a:lnTo>
                <a:lnTo>
                  <a:pt x="44677" y="12334"/>
                </a:lnTo>
                <a:lnTo>
                  <a:pt x="44969" y="12069"/>
                </a:lnTo>
                <a:lnTo>
                  <a:pt x="45261" y="11803"/>
                </a:lnTo>
                <a:lnTo>
                  <a:pt x="45553" y="11590"/>
                </a:lnTo>
                <a:lnTo>
                  <a:pt x="45786" y="11324"/>
                </a:lnTo>
                <a:lnTo>
                  <a:pt x="46078" y="10899"/>
                </a:lnTo>
                <a:lnTo>
                  <a:pt x="46370" y="10686"/>
                </a:lnTo>
                <a:lnTo>
                  <a:pt x="46662" y="10261"/>
                </a:lnTo>
                <a:lnTo>
                  <a:pt x="46954" y="10048"/>
                </a:lnTo>
                <a:lnTo>
                  <a:pt x="47246" y="9623"/>
                </a:lnTo>
                <a:lnTo>
                  <a:pt x="47480" y="9517"/>
                </a:lnTo>
                <a:lnTo>
                  <a:pt x="47947" y="9144"/>
                </a:lnTo>
                <a:lnTo>
                  <a:pt x="48181" y="8879"/>
                </a:lnTo>
                <a:lnTo>
                  <a:pt x="48356" y="8613"/>
                </a:lnTo>
                <a:lnTo>
                  <a:pt x="48648" y="8241"/>
                </a:lnTo>
                <a:lnTo>
                  <a:pt x="48940" y="7975"/>
                </a:lnTo>
                <a:lnTo>
                  <a:pt x="49174" y="7603"/>
                </a:lnTo>
                <a:lnTo>
                  <a:pt x="49466" y="7337"/>
                </a:lnTo>
                <a:lnTo>
                  <a:pt x="49758" y="7071"/>
                </a:lnTo>
                <a:lnTo>
                  <a:pt x="50167" y="6805"/>
                </a:lnTo>
                <a:lnTo>
                  <a:pt x="50459" y="6433"/>
                </a:lnTo>
                <a:lnTo>
                  <a:pt x="50751" y="6167"/>
                </a:lnTo>
                <a:lnTo>
                  <a:pt x="50867" y="5901"/>
                </a:lnTo>
                <a:lnTo>
                  <a:pt x="51159" y="5529"/>
                </a:lnTo>
                <a:lnTo>
                  <a:pt x="51451" y="5263"/>
                </a:lnTo>
                <a:lnTo>
                  <a:pt x="51743" y="4891"/>
                </a:lnTo>
                <a:lnTo>
                  <a:pt x="52152" y="4731"/>
                </a:lnTo>
                <a:lnTo>
                  <a:pt x="52444" y="4359"/>
                </a:lnTo>
                <a:lnTo>
                  <a:pt x="52736" y="4093"/>
                </a:lnTo>
                <a:lnTo>
                  <a:pt x="53028" y="3881"/>
                </a:lnTo>
                <a:lnTo>
                  <a:pt x="53262" y="3455"/>
                </a:lnTo>
                <a:lnTo>
                  <a:pt x="53437" y="3190"/>
                </a:lnTo>
                <a:lnTo>
                  <a:pt x="53729" y="2817"/>
                </a:lnTo>
                <a:lnTo>
                  <a:pt x="54138" y="2552"/>
                </a:lnTo>
                <a:lnTo>
                  <a:pt x="54430" y="2339"/>
                </a:lnTo>
                <a:lnTo>
                  <a:pt x="54722" y="2073"/>
                </a:lnTo>
                <a:lnTo>
                  <a:pt x="54956" y="1648"/>
                </a:lnTo>
                <a:lnTo>
                  <a:pt x="55248" y="1435"/>
                </a:lnTo>
                <a:lnTo>
                  <a:pt x="55540" y="1169"/>
                </a:lnTo>
                <a:lnTo>
                  <a:pt x="55832" y="797"/>
                </a:lnTo>
                <a:lnTo>
                  <a:pt x="55948" y="531"/>
                </a:lnTo>
                <a:lnTo>
                  <a:pt x="56357" y="265"/>
                </a:lnTo>
                <a:lnTo>
                  <a:pt x="56649" y="0"/>
                </a:lnTo>
              </a:path>
            </a:pathLst>
          </a:custGeom>
          <a:ln w="810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2624602" y="2746579"/>
            <a:ext cx="56824" cy="57899"/>
          </a:xfrm>
          <a:custGeom>
            <a:avLst/>
            <a:gdLst/>
            <a:ahLst/>
            <a:cxnLst/>
            <a:rect l="l" t="t" r="r" b="b"/>
            <a:pathLst>
              <a:path w="56824" h="57899">
                <a:moveTo>
                  <a:pt x="0" y="57899"/>
                </a:moveTo>
                <a:lnTo>
                  <a:pt x="292" y="57527"/>
                </a:lnTo>
                <a:lnTo>
                  <a:pt x="584" y="57261"/>
                </a:lnTo>
                <a:lnTo>
                  <a:pt x="876" y="56996"/>
                </a:lnTo>
                <a:lnTo>
                  <a:pt x="1168" y="56623"/>
                </a:lnTo>
                <a:lnTo>
                  <a:pt x="1401" y="56358"/>
                </a:lnTo>
                <a:lnTo>
                  <a:pt x="1868" y="55985"/>
                </a:lnTo>
                <a:lnTo>
                  <a:pt x="1985" y="55826"/>
                </a:lnTo>
                <a:lnTo>
                  <a:pt x="2277" y="55454"/>
                </a:lnTo>
                <a:lnTo>
                  <a:pt x="2569" y="55188"/>
                </a:lnTo>
                <a:lnTo>
                  <a:pt x="2861" y="54975"/>
                </a:lnTo>
                <a:lnTo>
                  <a:pt x="3095" y="54550"/>
                </a:lnTo>
                <a:lnTo>
                  <a:pt x="3387" y="54284"/>
                </a:lnTo>
                <a:lnTo>
                  <a:pt x="3854" y="53912"/>
                </a:lnTo>
                <a:lnTo>
                  <a:pt x="4088" y="53646"/>
                </a:lnTo>
                <a:lnTo>
                  <a:pt x="4380" y="53433"/>
                </a:lnTo>
                <a:lnTo>
                  <a:pt x="4555" y="53168"/>
                </a:lnTo>
                <a:lnTo>
                  <a:pt x="4788" y="52902"/>
                </a:lnTo>
                <a:lnTo>
                  <a:pt x="5080" y="52530"/>
                </a:lnTo>
                <a:lnTo>
                  <a:pt x="5372" y="52264"/>
                </a:lnTo>
                <a:lnTo>
                  <a:pt x="5664" y="51892"/>
                </a:lnTo>
                <a:lnTo>
                  <a:pt x="6073" y="51626"/>
                </a:lnTo>
                <a:lnTo>
                  <a:pt x="6365" y="51200"/>
                </a:lnTo>
                <a:lnTo>
                  <a:pt x="6657" y="51094"/>
                </a:lnTo>
                <a:lnTo>
                  <a:pt x="6774" y="50828"/>
                </a:lnTo>
                <a:lnTo>
                  <a:pt x="7066" y="50456"/>
                </a:lnTo>
                <a:lnTo>
                  <a:pt x="7358" y="50190"/>
                </a:lnTo>
                <a:lnTo>
                  <a:pt x="7650" y="49818"/>
                </a:lnTo>
                <a:lnTo>
                  <a:pt x="8059" y="49552"/>
                </a:lnTo>
                <a:lnTo>
                  <a:pt x="8351" y="49180"/>
                </a:lnTo>
                <a:lnTo>
                  <a:pt x="8643" y="48914"/>
                </a:lnTo>
                <a:lnTo>
                  <a:pt x="8877" y="48808"/>
                </a:lnTo>
                <a:lnTo>
                  <a:pt x="9169" y="48382"/>
                </a:lnTo>
                <a:lnTo>
                  <a:pt x="9344" y="48117"/>
                </a:lnTo>
                <a:lnTo>
                  <a:pt x="9636" y="47744"/>
                </a:lnTo>
                <a:lnTo>
                  <a:pt x="10045" y="47479"/>
                </a:lnTo>
                <a:lnTo>
                  <a:pt x="10337" y="47266"/>
                </a:lnTo>
                <a:lnTo>
                  <a:pt x="10570" y="46841"/>
                </a:lnTo>
                <a:lnTo>
                  <a:pt x="10862" y="46575"/>
                </a:lnTo>
                <a:lnTo>
                  <a:pt x="11154" y="46362"/>
                </a:lnTo>
                <a:lnTo>
                  <a:pt x="11446" y="46096"/>
                </a:lnTo>
                <a:lnTo>
                  <a:pt x="11738" y="45724"/>
                </a:lnTo>
                <a:lnTo>
                  <a:pt x="11855" y="45458"/>
                </a:lnTo>
                <a:lnTo>
                  <a:pt x="12264" y="45192"/>
                </a:lnTo>
                <a:lnTo>
                  <a:pt x="12556" y="44820"/>
                </a:lnTo>
                <a:lnTo>
                  <a:pt x="12848" y="44554"/>
                </a:lnTo>
                <a:lnTo>
                  <a:pt x="13140" y="44182"/>
                </a:lnTo>
                <a:lnTo>
                  <a:pt x="13432" y="44023"/>
                </a:lnTo>
                <a:lnTo>
                  <a:pt x="13724" y="43757"/>
                </a:lnTo>
                <a:lnTo>
                  <a:pt x="13958" y="43385"/>
                </a:lnTo>
                <a:lnTo>
                  <a:pt x="14425" y="43119"/>
                </a:lnTo>
                <a:lnTo>
                  <a:pt x="14542" y="42747"/>
                </a:lnTo>
                <a:lnTo>
                  <a:pt x="14834" y="42481"/>
                </a:lnTo>
                <a:lnTo>
                  <a:pt x="15126" y="42109"/>
                </a:lnTo>
                <a:lnTo>
                  <a:pt x="15418" y="41843"/>
                </a:lnTo>
                <a:lnTo>
                  <a:pt x="15651" y="41736"/>
                </a:lnTo>
                <a:lnTo>
                  <a:pt x="15943" y="41311"/>
                </a:lnTo>
                <a:lnTo>
                  <a:pt x="16352" y="41098"/>
                </a:lnTo>
                <a:lnTo>
                  <a:pt x="16644" y="40673"/>
                </a:lnTo>
                <a:lnTo>
                  <a:pt x="16936" y="40460"/>
                </a:lnTo>
                <a:lnTo>
                  <a:pt x="17053" y="40195"/>
                </a:lnTo>
                <a:lnTo>
                  <a:pt x="17345" y="39769"/>
                </a:lnTo>
                <a:lnTo>
                  <a:pt x="17637" y="39557"/>
                </a:lnTo>
                <a:lnTo>
                  <a:pt x="17929" y="39291"/>
                </a:lnTo>
                <a:lnTo>
                  <a:pt x="18221" y="39025"/>
                </a:lnTo>
                <a:lnTo>
                  <a:pt x="18630" y="38759"/>
                </a:lnTo>
                <a:lnTo>
                  <a:pt x="18922" y="38387"/>
                </a:lnTo>
                <a:lnTo>
                  <a:pt x="19214" y="38121"/>
                </a:lnTo>
                <a:lnTo>
                  <a:pt x="19506" y="37749"/>
                </a:lnTo>
                <a:lnTo>
                  <a:pt x="19622" y="37483"/>
                </a:lnTo>
                <a:lnTo>
                  <a:pt x="19914" y="37217"/>
                </a:lnTo>
                <a:lnTo>
                  <a:pt x="20206" y="36951"/>
                </a:lnTo>
                <a:lnTo>
                  <a:pt x="20615" y="36685"/>
                </a:lnTo>
                <a:lnTo>
                  <a:pt x="20907" y="36313"/>
                </a:lnTo>
                <a:lnTo>
                  <a:pt x="21199" y="36047"/>
                </a:lnTo>
                <a:lnTo>
                  <a:pt x="21433" y="35835"/>
                </a:lnTo>
                <a:lnTo>
                  <a:pt x="21725" y="35409"/>
                </a:lnTo>
                <a:lnTo>
                  <a:pt x="21900" y="35144"/>
                </a:lnTo>
                <a:lnTo>
                  <a:pt x="22134" y="34771"/>
                </a:lnTo>
                <a:lnTo>
                  <a:pt x="22601" y="34665"/>
                </a:lnTo>
                <a:lnTo>
                  <a:pt x="22835" y="34399"/>
                </a:lnTo>
                <a:lnTo>
                  <a:pt x="23127" y="34027"/>
                </a:lnTo>
                <a:lnTo>
                  <a:pt x="23419" y="33761"/>
                </a:lnTo>
                <a:lnTo>
                  <a:pt x="23711" y="33389"/>
                </a:lnTo>
                <a:lnTo>
                  <a:pt x="24003" y="33123"/>
                </a:lnTo>
                <a:lnTo>
                  <a:pt x="24295" y="32857"/>
                </a:lnTo>
                <a:lnTo>
                  <a:pt x="24411" y="32485"/>
                </a:lnTo>
                <a:lnTo>
                  <a:pt x="24820" y="32326"/>
                </a:lnTo>
                <a:lnTo>
                  <a:pt x="25112" y="31953"/>
                </a:lnTo>
                <a:lnTo>
                  <a:pt x="25404" y="31688"/>
                </a:lnTo>
                <a:lnTo>
                  <a:pt x="25696" y="31422"/>
                </a:lnTo>
                <a:lnTo>
                  <a:pt x="25988" y="31050"/>
                </a:lnTo>
                <a:lnTo>
                  <a:pt x="26222" y="30784"/>
                </a:lnTo>
                <a:lnTo>
                  <a:pt x="26514" y="30412"/>
                </a:lnTo>
                <a:lnTo>
                  <a:pt x="26981" y="30146"/>
                </a:lnTo>
                <a:lnTo>
                  <a:pt x="27390" y="29667"/>
                </a:lnTo>
                <a:lnTo>
                  <a:pt x="27682" y="29401"/>
                </a:lnTo>
                <a:lnTo>
                  <a:pt x="27916" y="29029"/>
                </a:lnTo>
                <a:lnTo>
                  <a:pt x="28208" y="28763"/>
                </a:lnTo>
                <a:lnTo>
                  <a:pt x="28500" y="28498"/>
                </a:lnTo>
                <a:lnTo>
                  <a:pt x="28792" y="28125"/>
                </a:lnTo>
                <a:lnTo>
                  <a:pt x="29200" y="27860"/>
                </a:lnTo>
                <a:lnTo>
                  <a:pt x="29492" y="27594"/>
                </a:lnTo>
                <a:lnTo>
                  <a:pt x="29609" y="27328"/>
                </a:lnTo>
                <a:lnTo>
                  <a:pt x="29901" y="27062"/>
                </a:lnTo>
                <a:lnTo>
                  <a:pt x="30193" y="26690"/>
                </a:lnTo>
                <a:lnTo>
                  <a:pt x="30485" y="26424"/>
                </a:lnTo>
                <a:lnTo>
                  <a:pt x="30777" y="26052"/>
                </a:lnTo>
                <a:lnTo>
                  <a:pt x="31186" y="25786"/>
                </a:lnTo>
                <a:lnTo>
                  <a:pt x="31478" y="25520"/>
                </a:lnTo>
                <a:lnTo>
                  <a:pt x="31770" y="25254"/>
                </a:lnTo>
                <a:lnTo>
                  <a:pt x="32004" y="25042"/>
                </a:lnTo>
                <a:lnTo>
                  <a:pt x="32179" y="24776"/>
                </a:lnTo>
                <a:lnTo>
                  <a:pt x="32471" y="24404"/>
                </a:lnTo>
                <a:lnTo>
                  <a:pt x="32763" y="24138"/>
                </a:lnTo>
                <a:lnTo>
                  <a:pt x="33172" y="23712"/>
                </a:lnTo>
                <a:lnTo>
                  <a:pt x="33464" y="23500"/>
                </a:lnTo>
                <a:lnTo>
                  <a:pt x="33697" y="23234"/>
                </a:lnTo>
                <a:lnTo>
                  <a:pt x="33989" y="22968"/>
                </a:lnTo>
                <a:lnTo>
                  <a:pt x="34281" y="22702"/>
                </a:lnTo>
                <a:lnTo>
                  <a:pt x="34573" y="22330"/>
                </a:lnTo>
                <a:lnTo>
                  <a:pt x="34690" y="22064"/>
                </a:lnTo>
                <a:lnTo>
                  <a:pt x="34982" y="21798"/>
                </a:lnTo>
                <a:lnTo>
                  <a:pt x="35391" y="21426"/>
                </a:lnTo>
                <a:lnTo>
                  <a:pt x="35683" y="21160"/>
                </a:lnTo>
                <a:lnTo>
                  <a:pt x="35975" y="20895"/>
                </a:lnTo>
                <a:lnTo>
                  <a:pt x="36267" y="20629"/>
                </a:lnTo>
                <a:lnTo>
                  <a:pt x="36559" y="20416"/>
                </a:lnTo>
                <a:lnTo>
                  <a:pt x="36851" y="19991"/>
                </a:lnTo>
                <a:lnTo>
                  <a:pt x="37085" y="19778"/>
                </a:lnTo>
                <a:lnTo>
                  <a:pt x="37377" y="19512"/>
                </a:lnTo>
                <a:lnTo>
                  <a:pt x="37669" y="19087"/>
                </a:lnTo>
                <a:lnTo>
                  <a:pt x="37961" y="18874"/>
                </a:lnTo>
                <a:lnTo>
                  <a:pt x="38253" y="18608"/>
                </a:lnTo>
                <a:lnTo>
                  <a:pt x="38545" y="18342"/>
                </a:lnTo>
                <a:lnTo>
                  <a:pt x="38778" y="18077"/>
                </a:lnTo>
                <a:lnTo>
                  <a:pt x="39070" y="17704"/>
                </a:lnTo>
                <a:lnTo>
                  <a:pt x="39479" y="17439"/>
                </a:lnTo>
                <a:lnTo>
                  <a:pt x="39654" y="17173"/>
                </a:lnTo>
                <a:lnTo>
                  <a:pt x="39946" y="16801"/>
                </a:lnTo>
                <a:lnTo>
                  <a:pt x="40238" y="16535"/>
                </a:lnTo>
                <a:lnTo>
                  <a:pt x="40472" y="16269"/>
                </a:lnTo>
                <a:lnTo>
                  <a:pt x="40764" y="16003"/>
                </a:lnTo>
                <a:lnTo>
                  <a:pt x="41056" y="15790"/>
                </a:lnTo>
                <a:lnTo>
                  <a:pt x="41348" y="15365"/>
                </a:lnTo>
                <a:lnTo>
                  <a:pt x="41757" y="15152"/>
                </a:lnTo>
                <a:lnTo>
                  <a:pt x="42049" y="14887"/>
                </a:lnTo>
                <a:lnTo>
                  <a:pt x="42166" y="14514"/>
                </a:lnTo>
                <a:lnTo>
                  <a:pt x="42458" y="14249"/>
                </a:lnTo>
                <a:lnTo>
                  <a:pt x="42750" y="13983"/>
                </a:lnTo>
                <a:lnTo>
                  <a:pt x="43042" y="13717"/>
                </a:lnTo>
                <a:lnTo>
                  <a:pt x="43334" y="13451"/>
                </a:lnTo>
                <a:lnTo>
                  <a:pt x="43742" y="13185"/>
                </a:lnTo>
                <a:lnTo>
                  <a:pt x="44034" y="12813"/>
                </a:lnTo>
                <a:lnTo>
                  <a:pt x="44326" y="12547"/>
                </a:lnTo>
                <a:lnTo>
                  <a:pt x="44560" y="12175"/>
                </a:lnTo>
                <a:lnTo>
                  <a:pt x="44735" y="11909"/>
                </a:lnTo>
                <a:lnTo>
                  <a:pt x="45027" y="11643"/>
                </a:lnTo>
                <a:lnTo>
                  <a:pt x="45261" y="11431"/>
                </a:lnTo>
                <a:lnTo>
                  <a:pt x="45728" y="11165"/>
                </a:lnTo>
                <a:lnTo>
                  <a:pt x="46020" y="10899"/>
                </a:lnTo>
                <a:lnTo>
                  <a:pt x="46254" y="10527"/>
                </a:lnTo>
                <a:lnTo>
                  <a:pt x="46546" y="10261"/>
                </a:lnTo>
                <a:lnTo>
                  <a:pt x="46838" y="9995"/>
                </a:lnTo>
                <a:lnTo>
                  <a:pt x="47130" y="9623"/>
                </a:lnTo>
                <a:lnTo>
                  <a:pt x="47246" y="9357"/>
                </a:lnTo>
                <a:lnTo>
                  <a:pt x="47538" y="9091"/>
                </a:lnTo>
                <a:lnTo>
                  <a:pt x="47947" y="8825"/>
                </a:lnTo>
                <a:lnTo>
                  <a:pt x="48239" y="8560"/>
                </a:lnTo>
                <a:lnTo>
                  <a:pt x="48531" y="8187"/>
                </a:lnTo>
                <a:lnTo>
                  <a:pt x="48823" y="7922"/>
                </a:lnTo>
                <a:lnTo>
                  <a:pt x="49115" y="7656"/>
                </a:lnTo>
                <a:lnTo>
                  <a:pt x="49349" y="7284"/>
                </a:lnTo>
                <a:lnTo>
                  <a:pt x="49641" y="7018"/>
                </a:lnTo>
                <a:lnTo>
                  <a:pt x="49933" y="6911"/>
                </a:lnTo>
                <a:lnTo>
                  <a:pt x="50225" y="6539"/>
                </a:lnTo>
                <a:lnTo>
                  <a:pt x="50517" y="6273"/>
                </a:lnTo>
                <a:lnTo>
                  <a:pt x="50809" y="6007"/>
                </a:lnTo>
                <a:lnTo>
                  <a:pt x="51043" y="5635"/>
                </a:lnTo>
                <a:lnTo>
                  <a:pt x="51335" y="5369"/>
                </a:lnTo>
                <a:lnTo>
                  <a:pt x="51627" y="4997"/>
                </a:lnTo>
                <a:lnTo>
                  <a:pt x="52035" y="4731"/>
                </a:lnTo>
                <a:lnTo>
                  <a:pt x="52211" y="4572"/>
                </a:lnTo>
                <a:lnTo>
                  <a:pt x="52503" y="4200"/>
                </a:lnTo>
                <a:lnTo>
                  <a:pt x="52736" y="3934"/>
                </a:lnTo>
                <a:lnTo>
                  <a:pt x="53028" y="3721"/>
                </a:lnTo>
                <a:lnTo>
                  <a:pt x="53320" y="3296"/>
                </a:lnTo>
                <a:lnTo>
                  <a:pt x="53612" y="3030"/>
                </a:lnTo>
                <a:lnTo>
                  <a:pt x="53904" y="2817"/>
                </a:lnTo>
                <a:lnTo>
                  <a:pt x="54313" y="2392"/>
                </a:lnTo>
                <a:lnTo>
                  <a:pt x="54605" y="2286"/>
                </a:lnTo>
                <a:lnTo>
                  <a:pt x="54722" y="2020"/>
                </a:lnTo>
                <a:lnTo>
                  <a:pt x="55014" y="1648"/>
                </a:lnTo>
                <a:lnTo>
                  <a:pt x="55306" y="1382"/>
                </a:lnTo>
                <a:lnTo>
                  <a:pt x="55598" y="1116"/>
                </a:lnTo>
                <a:lnTo>
                  <a:pt x="55890" y="744"/>
                </a:lnTo>
                <a:lnTo>
                  <a:pt x="56299" y="478"/>
                </a:lnTo>
                <a:lnTo>
                  <a:pt x="56591" y="212"/>
                </a:lnTo>
                <a:lnTo>
                  <a:pt x="56824" y="0"/>
                </a:lnTo>
              </a:path>
            </a:pathLst>
          </a:custGeom>
          <a:ln w="808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2681427" y="2691178"/>
            <a:ext cx="56708" cy="55401"/>
          </a:xfrm>
          <a:custGeom>
            <a:avLst/>
            <a:gdLst/>
            <a:ahLst/>
            <a:cxnLst/>
            <a:rect l="l" t="t" r="r" b="b"/>
            <a:pathLst>
              <a:path w="56708" h="55401">
                <a:moveTo>
                  <a:pt x="0" y="55401"/>
                </a:moveTo>
                <a:lnTo>
                  <a:pt x="292" y="55135"/>
                </a:lnTo>
                <a:lnTo>
                  <a:pt x="467" y="54869"/>
                </a:lnTo>
                <a:lnTo>
                  <a:pt x="759" y="54497"/>
                </a:lnTo>
                <a:lnTo>
                  <a:pt x="992" y="54231"/>
                </a:lnTo>
                <a:lnTo>
                  <a:pt x="1460" y="53965"/>
                </a:lnTo>
                <a:lnTo>
                  <a:pt x="1693" y="53593"/>
                </a:lnTo>
                <a:lnTo>
                  <a:pt x="1985" y="53327"/>
                </a:lnTo>
                <a:lnTo>
                  <a:pt x="2277" y="53061"/>
                </a:lnTo>
                <a:lnTo>
                  <a:pt x="2569" y="52795"/>
                </a:lnTo>
                <a:lnTo>
                  <a:pt x="2861" y="52530"/>
                </a:lnTo>
                <a:lnTo>
                  <a:pt x="2978" y="52317"/>
                </a:lnTo>
                <a:lnTo>
                  <a:pt x="3270" y="51892"/>
                </a:lnTo>
                <a:lnTo>
                  <a:pt x="3679" y="51626"/>
                </a:lnTo>
                <a:lnTo>
                  <a:pt x="3971" y="51413"/>
                </a:lnTo>
                <a:lnTo>
                  <a:pt x="4263" y="50988"/>
                </a:lnTo>
                <a:lnTo>
                  <a:pt x="4555" y="50775"/>
                </a:lnTo>
                <a:lnTo>
                  <a:pt x="4847" y="50615"/>
                </a:lnTo>
                <a:lnTo>
                  <a:pt x="5080" y="50243"/>
                </a:lnTo>
                <a:lnTo>
                  <a:pt x="5372" y="49977"/>
                </a:lnTo>
                <a:lnTo>
                  <a:pt x="5664" y="49712"/>
                </a:lnTo>
                <a:lnTo>
                  <a:pt x="5956" y="49339"/>
                </a:lnTo>
                <a:lnTo>
                  <a:pt x="6248" y="49074"/>
                </a:lnTo>
                <a:lnTo>
                  <a:pt x="6540" y="48808"/>
                </a:lnTo>
                <a:lnTo>
                  <a:pt x="6774" y="48436"/>
                </a:lnTo>
                <a:lnTo>
                  <a:pt x="7066" y="48329"/>
                </a:lnTo>
                <a:lnTo>
                  <a:pt x="7358" y="48063"/>
                </a:lnTo>
                <a:lnTo>
                  <a:pt x="7767" y="47691"/>
                </a:lnTo>
                <a:lnTo>
                  <a:pt x="7942" y="47425"/>
                </a:lnTo>
                <a:lnTo>
                  <a:pt x="8176" y="47160"/>
                </a:lnTo>
                <a:lnTo>
                  <a:pt x="8468" y="46787"/>
                </a:lnTo>
                <a:lnTo>
                  <a:pt x="8760" y="46522"/>
                </a:lnTo>
                <a:lnTo>
                  <a:pt x="9052" y="46256"/>
                </a:lnTo>
                <a:lnTo>
                  <a:pt x="9344" y="45990"/>
                </a:lnTo>
                <a:lnTo>
                  <a:pt x="9636" y="45724"/>
                </a:lnTo>
                <a:lnTo>
                  <a:pt x="10045" y="45458"/>
                </a:lnTo>
                <a:lnTo>
                  <a:pt x="10337" y="45086"/>
                </a:lnTo>
                <a:lnTo>
                  <a:pt x="10453" y="44820"/>
                </a:lnTo>
                <a:lnTo>
                  <a:pt x="10745" y="44607"/>
                </a:lnTo>
                <a:lnTo>
                  <a:pt x="11037" y="44182"/>
                </a:lnTo>
                <a:lnTo>
                  <a:pt x="11329" y="43916"/>
                </a:lnTo>
                <a:lnTo>
                  <a:pt x="11563" y="43704"/>
                </a:lnTo>
                <a:lnTo>
                  <a:pt x="12030" y="43438"/>
                </a:lnTo>
                <a:lnTo>
                  <a:pt x="12322" y="43172"/>
                </a:lnTo>
                <a:lnTo>
                  <a:pt x="12556" y="42906"/>
                </a:lnTo>
                <a:lnTo>
                  <a:pt x="12848" y="42534"/>
                </a:lnTo>
                <a:lnTo>
                  <a:pt x="13023" y="42268"/>
                </a:lnTo>
                <a:lnTo>
                  <a:pt x="13257" y="42002"/>
                </a:lnTo>
                <a:lnTo>
                  <a:pt x="13549" y="41630"/>
                </a:lnTo>
                <a:lnTo>
                  <a:pt x="13958" y="41364"/>
                </a:lnTo>
                <a:lnTo>
                  <a:pt x="14250" y="41258"/>
                </a:lnTo>
                <a:lnTo>
                  <a:pt x="14542" y="40992"/>
                </a:lnTo>
                <a:lnTo>
                  <a:pt x="14834" y="40620"/>
                </a:lnTo>
                <a:lnTo>
                  <a:pt x="15126" y="40354"/>
                </a:lnTo>
                <a:lnTo>
                  <a:pt x="15418" y="40088"/>
                </a:lnTo>
                <a:lnTo>
                  <a:pt x="15534" y="39716"/>
                </a:lnTo>
                <a:lnTo>
                  <a:pt x="15826" y="39450"/>
                </a:lnTo>
                <a:lnTo>
                  <a:pt x="16235" y="39184"/>
                </a:lnTo>
                <a:lnTo>
                  <a:pt x="16527" y="38919"/>
                </a:lnTo>
                <a:lnTo>
                  <a:pt x="16819" y="38653"/>
                </a:lnTo>
                <a:lnTo>
                  <a:pt x="17111" y="38440"/>
                </a:lnTo>
                <a:lnTo>
                  <a:pt x="17345" y="38015"/>
                </a:lnTo>
                <a:lnTo>
                  <a:pt x="17637" y="37802"/>
                </a:lnTo>
                <a:lnTo>
                  <a:pt x="17929" y="37536"/>
                </a:lnTo>
                <a:lnTo>
                  <a:pt x="18221" y="37270"/>
                </a:lnTo>
                <a:lnTo>
                  <a:pt x="18513" y="36898"/>
                </a:lnTo>
                <a:lnTo>
                  <a:pt x="18805" y="36739"/>
                </a:lnTo>
                <a:lnTo>
                  <a:pt x="19038" y="36473"/>
                </a:lnTo>
                <a:lnTo>
                  <a:pt x="19330" y="36101"/>
                </a:lnTo>
                <a:lnTo>
                  <a:pt x="19622" y="35835"/>
                </a:lnTo>
                <a:lnTo>
                  <a:pt x="19914" y="35569"/>
                </a:lnTo>
                <a:lnTo>
                  <a:pt x="20323" y="35197"/>
                </a:lnTo>
                <a:lnTo>
                  <a:pt x="20499" y="34931"/>
                </a:lnTo>
                <a:lnTo>
                  <a:pt x="20732" y="34718"/>
                </a:lnTo>
                <a:lnTo>
                  <a:pt x="21024" y="34452"/>
                </a:lnTo>
                <a:lnTo>
                  <a:pt x="21316" y="34187"/>
                </a:lnTo>
                <a:lnTo>
                  <a:pt x="21608" y="33921"/>
                </a:lnTo>
                <a:lnTo>
                  <a:pt x="21900" y="33655"/>
                </a:lnTo>
                <a:lnTo>
                  <a:pt x="22192" y="33283"/>
                </a:lnTo>
                <a:lnTo>
                  <a:pt x="22601" y="33017"/>
                </a:lnTo>
                <a:lnTo>
                  <a:pt x="22893" y="32751"/>
                </a:lnTo>
                <a:lnTo>
                  <a:pt x="23010" y="32379"/>
                </a:lnTo>
                <a:lnTo>
                  <a:pt x="23302" y="32113"/>
                </a:lnTo>
                <a:lnTo>
                  <a:pt x="23594" y="32007"/>
                </a:lnTo>
                <a:lnTo>
                  <a:pt x="23886" y="31741"/>
                </a:lnTo>
                <a:lnTo>
                  <a:pt x="24119" y="31369"/>
                </a:lnTo>
                <a:lnTo>
                  <a:pt x="24587" y="31103"/>
                </a:lnTo>
                <a:lnTo>
                  <a:pt x="24820" y="30837"/>
                </a:lnTo>
                <a:lnTo>
                  <a:pt x="25112" y="30465"/>
                </a:lnTo>
                <a:lnTo>
                  <a:pt x="25404" y="30199"/>
                </a:lnTo>
                <a:lnTo>
                  <a:pt x="25579" y="29933"/>
                </a:lnTo>
                <a:lnTo>
                  <a:pt x="25813" y="29667"/>
                </a:lnTo>
                <a:lnTo>
                  <a:pt x="26105" y="29401"/>
                </a:lnTo>
                <a:lnTo>
                  <a:pt x="26514" y="29189"/>
                </a:lnTo>
                <a:lnTo>
                  <a:pt x="26806" y="28923"/>
                </a:lnTo>
                <a:lnTo>
                  <a:pt x="27098" y="28551"/>
                </a:lnTo>
                <a:lnTo>
                  <a:pt x="27390" y="28285"/>
                </a:lnTo>
                <a:lnTo>
                  <a:pt x="27682" y="28019"/>
                </a:lnTo>
                <a:lnTo>
                  <a:pt x="27974" y="27753"/>
                </a:lnTo>
                <a:lnTo>
                  <a:pt x="28091" y="27381"/>
                </a:lnTo>
                <a:lnTo>
                  <a:pt x="28383" y="27222"/>
                </a:lnTo>
                <a:lnTo>
                  <a:pt x="28792" y="27009"/>
                </a:lnTo>
                <a:lnTo>
                  <a:pt x="29084" y="26584"/>
                </a:lnTo>
                <a:lnTo>
                  <a:pt x="29376" y="26371"/>
                </a:lnTo>
                <a:lnTo>
                  <a:pt x="29668" y="26105"/>
                </a:lnTo>
                <a:lnTo>
                  <a:pt x="29901" y="25839"/>
                </a:lnTo>
                <a:lnTo>
                  <a:pt x="30193" y="25467"/>
                </a:lnTo>
                <a:lnTo>
                  <a:pt x="30485" y="25201"/>
                </a:lnTo>
                <a:lnTo>
                  <a:pt x="30777" y="25042"/>
                </a:lnTo>
                <a:lnTo>
                  <a:pt x="31069" y="24669"/>
                </a:lnTo>
                <a:lnTo>
                  <a:pt x="31361" y="24404"/>
                </a:lnTo>
                <a:lnTo>
                  <a:pt x="31595" y="24138"/>
                </a:lnTo>
                <a:lnTo>
                  <a:pt x="31887" y="23925"/>
                </a:lnTo>
                <a:lnTo>
                  <a:pt x="32179" y="23500"/>
                </a:lnTo>
                <a:lnTo>
                  <a:pt x="32471" y="23287"/>
                </a:lnTo>
                <a:lnTo>
                  <a:pt x="32880" y="23021"/>
                </a:lnTo>
                <a:lnTo>
                  <a:pt x="32996" y="22755"/>
                </a:lnTo>
                <a:lnTo>
                  <a:pt x="33288" y="22490"/>
                </a:lnTo>
                <a:lnTo>
                  <a:pt x="33580" y="22224"/>
                </a:lnTo>
                <a:lnTo>
                  <a:pt x="33872" y="21958"/>
                </a:lnTo>
                <a:lnTo>
                  <a:pt x="34165" y="21586"/>
                </a:lnTo>
                <a:lnTo>
                  <a:pt x="34457" y="21320"/>
                </a:lnTo>
                <a:lnTo>
                  <a:pt x="34690" y="21054"/>
                </a:lnTo>
                <a:lnTo>
                  <a:pt x="35157" y="20841"/>
                </a:lnTo>
                <a:lnTo>
                  <a:pt x="35449" y="20416"/>
                </a:lnTo>
                <a:lnTo>
                  <a:pt x="35858" y="20044"/>
                </a:lnTo>
                <a:lnTo>
                  <a:pt x="36150" y="19778"/>
                </a:lnTo>
                <a:lnTo>
                  <a:pt x="36384" y="19406"/>
                </a:lnTo>
                <a:lnTo>
                  <a:pt x="36676" y="19140"/>
                </a:lnTo>
                <a:lnTo>
                  <a:pt x="37143" y="18874"/>
                </a:lnTo>
                <a:lnTo>
                  <a:pt x="37377" y="18661"/>
                </a:lnTo>
                <a:lnTo>
                  <a:pt x="37669" y="18236"/>
                </a:lnTo>
                <a:lnTo>
                  <a:pt x="37961" y="18130"/>
                </a:lnTo>
                <a:lnTo>
                  <a:pt x="38077" y="17864"/>
                </a:lnTo>
                <a:lnTo>
                  <a:pt x="38369" y="17598"/>
                </a:lnTo>
                <a:lnTo>
                  <a:pt x="38661" y="17226"/>
                </a:lnTo>
                <a:lnTo>
                  <a:pt x="39070" y="16960"/>
                </a:lnTo>
                <a:lnTo>
                  <a:pt x="39362" y="16694"/>
                </a:lnTo>
                <a:lnTo>
                  <a:pt x="39654" y="16428"/>
                </a:lnTo>
                <a:lnTo>
                  <a:pt x="39946" y="16056"/>
                </a:lnTo>
                <a:lnTo>
                  <a:pt x="40238" y="15790"/>
                </a:lnTo>
                <a:lnTo>
                  <a:pt x="40472" y="15684"/>
                </a:lnTo>
                <a:lnTo>
                  <a:pt x="40647" y="15312"/>
                </a:lnTo>
                <a:lnTo>
                  <a:pt x="40939" y="15046"/>
                </a:lnTo>
                <a:lnTo>
                  <a:pt x="41348" y="14780"/>
                </a:lnTo>
                <a:lnTo>
                  <a:pt x="41640" y="14514"/>
                </a:lnTo>
                <a:lnTo>
                  <a:pt x="41932" y="14142"/>
                </a:lnTo>
                <a:lnTo>
                  <a:pt x="42166" y="13876"/>
                </a:lnTo>
                <a:lnTo>
                  <a:pt x="42458" y="13611"/>
                </a:lnTo>
                <a:lnTo>
                  <a:pt x="42750" y="13398"/>
                </a:lnTo>
                <a:lnTo>
                  <a:pt x="43042" y="13132"/>
                </a:lnTo>
                <a:lnTo>
                  <a:pt x="43334" y="12866"/>
                </a:lnTo>
                <a:lnTo>
                  <a:pt x="43626" y="12600"/>
                </a:lnTo>
                <a:lnTo>
                  <a:pt x="43859" y="12334"/>
                </a:lnTo>
                <a:lnTo>
                  <a:pt x="44151" y="12069"/>
                </a:lnTo>
                <a:lnTo>
                  <a:pt x="44443" y="11696"/>
                </a:lnTo>
                <a:lnTo>
                  <a:pt x="44735" y="11431"/>
                </a:lnTo>
                <a:lnTo>
                  <a:pt x="45027" y="11165"/>
                </a:lnTo>
                <a:lnTo>
                  <a:pt x="45436" y="11058"/>
                </a:lnTo>
                <a:lnTo>
                  <a:pt x="45728" y="10686"/>
                </a:lnTo>
                <a:lnTo>
                  <a:pt x="45845" y="10420"/>
                </a:lnTo>
                <a:lnTo>
                  <a:pt x="46137" y="10155"/>
                </a:lnTo>
                <a:lnTo>
                  <a:pt x="46429" y="9889"/>
                </a:lnTo>
                <a:lnTo>
                  <a:pt x="46721" y="9517"/>
                </a:lnTo>
                <a:lnTo>
                  <a:pt x="47013" y="9251"/>
                </a:lnTo>
                <a:lnTo>
                  <a:pt x="47246" y="8985"/>
                </a:lnTo>
                <a:lnTo>
                  <a:pt x="47714" y="8772"/>
                </a:lnTo>
                <a:lnTo>
                  <a:pt x="47947" y="8506"/>
                </a:lnTo>
                <a:lnTo>
                  <a:pt x="48123" y="8241"/>
                </a:lnTo>
                <a:lnTo>
                  <a:pt x="48415" y="7975"/>
                </a:lnTo>
                <a:lnTo>
                  <a:pt x="48707" y="7709"/>
                </a:lnTo>
                <a:lnTo>
                  <a:pt x="48940" y="7337"/>
                </a:lnTo>
                <a:lnTo>
                  <a:pt x="49232" y="7071"/>
                </a:lnTo>
                <a:lnTo>
                  <a:pt x="49641" y="6805"/>
                </a:lnTo>
                <a:lnTo>
                  <a:pt x="49933" y="6539"/>
                </a:lnTo>
                <a:lnTo>
                  <a:pt x="50225" y="6433"/>
                </a:lnTo>
                <a:lnTo>
                  <a:pt x="50517" y="6061"/>
                </a:lnTo>
                <a:lnTo>
                  <a:pt x="50634" y="5795"/>
                </a:lnTo>
                <a:lnTo>
                  <a:pt x="50926" y="5529"/>
                </a:lnTo>
                <a:lnTo>
                  <a:pt x="51218" y="5263"/>
                </a:lnTo>
                <a:lnTo>
                  <a:pt x="51627" y="4891"/>
                </a:lnTo>
                <a:lnTo>
                  <a:pt x="51919" y="4625"/>
                </a:lnTo>
                <a:lnTo>
                  <a:pt x="52211" y="4359"/>
                </a:lnTo>
                <a:lnTo>
                  <a:pt x="52503" y="4147"/>
                </a:lnTo>
                <a:lnTo>
                  <a:pt x="52795" y="3881"/>
                </a:lnTo>
                <a:lnTo>
                  <a:pt x="53028" y="3615"/>
                </a:lnTo>
                <a:lnTo>
                  <a:pt x="53203" y="3349"/>
                </a:lnTo>
                <a:lnTo>
                  <a:pt x="53495" y="3083"/>
                </a:lnTo>
                <a:lnTo>
                  <a:pt x="53904" y="2817"/>
                </a:lnTo>
                <a:lnTo>
                  <a:pt x="54196" y="2445"/>
                </a:lnTo>
                <a:lnTo>
                  <a:pt x="54488" y="2179"/>
                </a:lnTo>
                <a:lnTo>
                  <a:pt x="54722" y="1914"/>
                </a:lnTo>
                <a:lnTo>
                  <a:pt x="55014" y="1807"/>
                </a:lnTo>
                <a:lnTo>
                  <a:pt x="55306" y="1435"/>
                </a:lnTo>
                <a:lnTo>
                  <a:pt x="55598" y="1169"/>
                </a:lnTo>
                <a:lnTo>
                  <a:pt x="55890" y="903"/>
                </a:lnTo>
                <a:lnTo>
                  <a:pt x="56124" y="638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07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2738135" y="2639551"/>
            <a:ext cx="56824" cy="51626"/>
          </a:xfrm>
          <a:custGeom>
            <a:avLst/>
            <a:gdLst/>
            <a:ahLst/>
            <a:cxnLst/>
            <a:rect l="l" t="t" r="r" b="b"/>
            <a:pathLst>
              <a:path w="56824" h="51626">
                <a:moveTo>
                  <a:pt x="0" y="51626"/>
                </a:moveTo>
                <a:lnTo>
                  <a:pt x="292" y="51360"/>
                </a:lnTo>
                <a:lnTo>
                  <a:pt x="584" y="51147"/>
                </a:lnTo>
                <a:lnTo>
                  <a:pt x="876" y="50988"/>
                </a:lnTo>
                <a:lnTo>
                  <a:pt x="1109" y="50722"/>
                </a:lnTo>
                <a:lnTo>
                  <a:pt x="1576" y="50350"/>
                </a:lnTo>
                <a:lnTo>
                  <a:pt x="1693" y="50084"/>
                </a:lnTo>
                <a:lnTo>
                  <a:pt x="1985" y="49818"/>
                </a:lnTo>
                <a:lnTo>
                  <a:pt x="2277" y="49605"/>
                </a:lnTo>
                <a:lnTo>
                  <a:pt x="2569" y="49339"/>
                </a:lnTo>
                <a:lnTo>
                  <a:pt x="2803" y="48967"/>
                </a:lnTo>
                <a:lnTo>
                  <a:pt x="3095" y="48701"/>
                </a:lnTo>
                <a:lnTo>
                  <a:pt x="3562" y="48542"/>
                </a:lnTo>
                <a:lnTo>
                  <a:pt x="3796" y="48276"/>
                </a:lnTo>
                <a:lnTo>
                  <a:pt x="4088" y="48063"/>
                </a:lnTo>
                <a:lnTo>
                  <a:pt x="4263" y="47638"/>
                </a:lnTo>
                <a:lnTo>
                  <a:pt x="4496" y="47425"/>
                </a:lnTo>
                <a:lnTo>
                  <a:pt x="4788" y="47160"/>
                </a:lnTo>
                <a:lnTo>
                  <a:pt x="5080" y="46894"/>
                </a:lnTo>
                <a:lnTo>
                  <a:pt x="5489" y="46522"/>
                </a:lnTo>
                <a:lnTo>
                  <a:pt x="5781" y="46362"/>
                </a:lnTo>
                <a:lnTo>
                  <a:pt x="6073" y="46096"/>
                </a:lnTo>
                <a:lnTo>
                  <a:pt x="6365" y="45884"/>
                </a:lnTo>
                <a:lnTo>
                  <a:pt x="6657" y="45618"/>
                </a:lnTo>
                <a:lnTo>
                  <a:pt x="6774" y="45352"/>
                </a:lnTo>
                <a:lnTo>
                  <a:pt x="7066" y="44980"/>
                </a:lnTo>
                <a:lnTo>
                  <a:pt x="7358" y="44714"/>
                </a:lnTo>
                <a:lnTo>
                  <a:pt x="7767" y="44448"/>
                </a:lnTo>
                <a:lnTo>
                  <a:pt x="8059" y="44182"/>
                </a:lnTo>
                <a:lnTo>
                  <a:pt x="8351" y="44076"/>
                </a:lnTo>
                <a:lnTo>
                  <a:pt x="8585" y="43650"/>
                </a:lnTo>
                <a:lnTo>
                  <a:pt x="8877" y="43438"/>
                </a:lnTo>
                <a:lnTo>
                  <a:pt x="9052" y="43172"/>
                </a:lnTo>
                <a:lnTo>
                  <a:pt x="9344" y="42906"/>
                </a:lnTo>
                <a:lnTo>
                  <a:pt x="9753" y="42640"/>
                </a:lnTo>
                <a:lnTo>
                  <a:pt x="10045" y="42268"/>
                </a:lnTo>
                <a:lnTo>
                  <a:pt x="10278" y="42002"/>
                </a:lnTo>
                <a:lnTo>
                  <a:pt x="10570" y="41736"/>
                </a:lnTo>
                <a:lnTo>
                  <a:pt x="10862" y="41630"/>
                </a:lnTo>
                <a:lnTo>
                  <a:pt x="11154" y="41364"/>
                </a:lnTo>
                <a:lnTo>
                  <a:pt x="11446" y="40992"/>
                </a:lnTo>
                <a:lnTo>
                  <a:pt x="11738" y="40726"/>
                </a:lnTo>
                <a:lnTo>
                  <a:pt x="11972" y="40460"/>
                </a:lnTo>
                <a:lnTo>
                  <a:pt x="12264" y="40195"/>
                </a:lnTo>
                <a:lnTo>
                  <a:pt x="12556" y="39929"/>
                </a:lnTo>
                <a:lnTo>
                  <a:pt x="12848" y="39716"/>
                </a:lnTo>
                <a:lnTo>
                  <a:pt x="13140" y="39450"/>
                </a:lnTo>
                <a:lnTo>
                  <a:pt x="13432" y="39184"/>
                </a:lnTo>
                <a:lnTo>
                  <a:pt x="13666" y="38919"/>
                </a:lnTo>
                <a:lnTo>
                  <a:pt x="14133" y="38653"/>
                </a:lnTo>
                <a:lnTo>
                  <a:pt x="14250" y="38387"/>
                </a:lnTo>
                <a:lnTo>
                  <a:pt x="14542" y="38174"/>
                </a:lnTo>
                <a:lnTo>
                  <a:pt x="14834" y="37749"/>
                </a:lnTo>
                <a:lnTo>
                  <a:pt x="15126" y="37536"/>
                </a:lnTo>
                <a:lnTo>
                  <a:pt x="15359" y="37270"/>
                </a:lnTo>
                <a:lnTo>
                  <a:pt x="15651" y="37111"/>
                </a:lnTo>
                <a:lnTo>
                  <a:pt x="16060" y="36845"/>
                </a:lnTo>
                <a:lnTo>
                  <a:pt x="16352" y="36473"/>
                </a:lnTo>
                <a:lnTo>
                  <a:pt x="16644" y="36207"/>
                </a:lnTo>
                <a:lnTo>
                  <a:pt x="16819" y="35994"/>
                </a:lnTo>
                <a:lnTo>
                  <a:pt x="17053" y="35728"/>
                </a:lnTo>
                <a:lnTo>
                  <a:pt x="17345" y="35463"/>
                </a:lnTo>
                <a:lnTo>
                  <a:pt x="17637" y="35197"/>
                </a:lnTo>
                <a:lnTo>
                  <a:pt x="18046" y="34825"/>
                </a:lnTo>
                <a:lnTo>
                  <a:pt x="18338" y="34665"/>
                </a:lnTo>
                <a:lnTo>
                  <a:pt x="18630" y="34452"/>
                </a:lnTo>
                <a:lnTo>
                  <a:pt x="18922" y="34187"/>
                </a:lnTo>
                <a:lnTo>
                  <a:pt x="19214" y="33921"/>
                </a:lnTo>
                <a:lnTo>
                  <a:pt x="19330" y="33655"/>
                </a:lnTo>
                <a:lnTo>
                  <a:pt x="19622" y="33283"/>
                </a:lnTo>
                <a:lnTo>
                  <a:pt x="19914" y="33017"/>
                </a:lnTo>
                <a:lnTo>
                  <a:pt x="20323" y="32751"/>
                </a:lnTo>
                <a:lnTo>
                  <a:pt x="20615" y="32485"/>
                </a:lnTo>
                <a:lnTo>
                  <a:pt x="20907" y="32379"/>
                </a:lnTo>
                <a:lnTo>
                  <a:pt x="21141" y="32113"/>
                </a:lnTo>
                <a:lnTo>
                  <a:pt x="21433" y="31847"/>
                </a:lnTo>
                <a:lnTo>
                  <a:pt x="21725" y="31475"/>
                </a:lnTo>
                <a:lnTo>
                  <a:pt x="21842" y="31209"/>
                </a:lnTo>
                <a:lnTo>
                  <a:pt x="22309" y="30943"/>
                </a:lnTo>
                <a:lnTo>
                  <a:pt x="22601" y="30677"/>
                </a:lnTo>
                <a:lnTo>
                  <a:pt x="22835" y="30465"/>
                </a:lnTo>
                <a:lnTo>
                  <a:pt x="23127" y="30199"/>
                </a:lnTo>
                <a:lnTo>
                  <a:pt x="23419" y="29933"/>
                </a:lnTo>
                <a:lnTo>
                  <a:pt x="23711" y="29667"/>
                </a:lnTo>
                <a:lnTo>
                  <a:pt x="24003" y="29401"/>
                </a:lnTo>
                <a:lnTo>
                  <a:pt x="24236" y="29136"/>
                </a:lnTo>
                <a:lnTo>
                  <a:pt x="24528" y="28923"/>
                </a:lnTo>
                <a:lnTo>
                  <a:pt x="24820" y="28657"/>
                </a:lnTo>
                <a:lnTo>
                  <a:pt x="25112" y="28391"/>
                </a:lnTo>
                <a:lnTo>
                  <a:pt x="25404" y="28019"/>
                </a:lnTo>
                <a:lnTo>
                  <a:pt x="25696" y="27753"/>
                </a:lnTo>
                <a:lnTo>
                  <a:pt x="25930" y="27594"/>
                </a:lnTo>
                <a:lnTo>
                  <a:pt x="26222" y="27381"/>
                </a:lnTo>
                <a:lnTo>
                  <a:pt x="26689" y="27115"/>
                </a:lnTo>
                <a:lnTo>
                  <a:pt x="26806" y="26849"/>
                </a:lnTo>
                <a:lnTo>
                  <a:pt x="27098" y="26584"/>
                </a:lnTo>
                <a:lnTo>
                  <a:pt x="27390" y="26211"/>
                </a:lnTo>
                <a:lnTo>
                  <a:pt x="27624" y="25946"/>
                </a:lnTo>
                <a:lnTo>
                  <a:pt x="27916" y="25680"/>
                </a:lnTo>
                <a:lnTo>
                  <a:pt x="28208" y="25414"/>
                </a:lnTo>
                <a:lnTo>
                  <a:pt x="28616" y="25307"/>
                </a:lnTo>
                <a:lnTo>
                  <a:pt x="28908" y="25042"/>
                </a:lnTo>
                <a:lnTo>
                  <a:pt x="29200" y="24776"/>
                </a:lnTo>
                <a:lnTo>
                  <a:pt x="29317" y="24404"/>
                </a:lnTo>
                <a:lnTo>
                  <a:pt x="29609" y="24138"/>
                </a:lnTo>
                <a:lnTo>
                  <a:pt x="29901" y="23872"/>
                </a:lnTo>
                <a:lnTo>
                  <a:pt x="30193" y="23659"/>
                </a:lnTo>
                <a:lnTo>
                  <a:pt x="30602" y="23393"/>
                </a:lnTo>
                <a:lnTo>
                  <a:pt x="30894" y="23128"/>
                </a:lnTo>
                <a:lnTo>
                  <a:pt x="31186" y="23021"/>
                </a:lnTo>
                <a:lnTo>
                  <a:pt x="31478" y="22755"/>
                </a:lnTo>
                <a:lnTo>
                  <a:pt x="31712" y="22330"/>
                </a:lnTo>
                <a:lnTo>
                  <a:pt x="31887" y="22117"/>
                </a:lnTo>
                <a:lnTo>
                  <a:pt x="32179" y="21852"/>
                </a:lnTo>
                <a:lnTo>
                  <a:pt x="32471" y="21586"/>
                </a:lnTo>
                <a:lnTo>
                  <a:pt x="32880" y="21320"/>
                </a:lnTo>
                <a:lnTo>
                  <a:pt x="33172" y="21054"/>
                </a:lnTo>
                <a:lnTo>
                  <a:pt x="33405" y="20788"/>
                </a:lnTo>
                <a:lnTo>
                  <a:pt x="33697" y="20682"/>
                </a:lnTo>
                <a:lnTo>
                  <a:pt x="33989" y="20310"/>
                </a:lnTo>
                <a:lnTo>
                  <a:pt x="34281" y="20044"/>
                </a:lnTo>
                <a:lnTo>
                  <a:pt x="34398" y="19778"/>
                </a:lnTo>
                <a:lnTo>
                  <a:pt x="34865" y="19512"/>
                </a:lnTo>
                <a:lnTo>
                  <a:pt x="35099" y="19246"/>
                </a:lnTo>
                <a:lnTo>
                  <a:pt x="35391" y="19034"/>
                </a:lnTo>
                <a:lnTo>
                  <a:pt x="35683" y="18768"/>
                </a:lnTo>
                <a:lnTo>
                  <a:pt x="35975" y="18502"/>
                </a:lnTo>
                <a:lnTo>
                  <a:pt x="36267" y="18396"/>
                </a:lnTo>
                <a:lnTo>
                  <a:pt x="36559" y="17970"/>
                </a:lnTo>
                <a:lnTo>
                  <a:pt x="36793" y="17704"/>
                </a:lnTo>
                <a:lnTo>
                  <a:pt x="37085" y="17492"/>
                </a:lnTo>
                <a:lnTo>
                  <a:pt x="37377" y="17226"/>
                </a:lnTo>
                <a:lnTo>
                  <a:pt x="37669" y="16960"/>
                </a:lnTo>
                <a:lnTo>
                  <a:pt x="37961" y="16694"/>
                </a:lnTo>
                <a:lnTo>
                  <a:pt x="38253" y="16428"/>
                </a:lnTo>
                <a:lnTo>
                  <a:pt x="38486" y="16163"/>
                </a:lnTo>
                <a:lnTo>
                  <a:pt x="38778" y="16056"/>
                </a:lnTo>
                <a:lnTo>
                  <a:pt x="39187" y="15684"/>
                </a:lnTo>
                <a:lnTo>
                  <a:pt x="39362" y="15418"/>
                </a:lnTo>
                <a:lnTo>
                  <a:pt x="39654" y="15152"/>
                </a:lnTo>
                <a:lnTo>
                  <a:pt x="39946" y="14887"/>
                </a:lnTo>
                <a:lnTo>
                  <a:pt x="40180" y="14621"/>
                </a:lnTo>
                <a:lnTo>
                  <a:pt x="40472" y="14408"/>
                </a:lnTo>
                <a:lnTo>
                  <a:pt x="40764" y="14142"/>
                </a:lnTo>
                <a:lnTo>
                  <a:pt x="41173" y="13876"/>
                </a:lnTo>
                <a:lnTo>
                  <a:pt x="41465" y="13770"/>
                </a:lnTo>
                <a:lnTo>
                  <a:pt x="41757" y="13345"/>
                </a:lnTo>
                <a:lnTo>
                  <a:pt x="41874" y="13079"/>
                </a:lnTo>
                <a:lnTo>
                  <a:pt x="42166" y="12866"/>
                </a:lnTo>
                <a:lnTo>
                  <a:pt x="42458" y="12600"/>
                </a:lnTo>
                <a:lnTo>
                  <a:pt x="42750" y="12334"/>
                </a:lnTo>
                <a:lnTo>
                  <a:pt x="43158" y="12069"/>
                </a:lnTo>
                <a:lnTo>
                  <a:pt x="43450" y="11803"/>
                </a:lnTo>
                <a:lnTo>
                  <a:pt x="43742" y="11590"/>
                </a:lnTo>
                <a:lnTo>
                  <a:pt x="44034" y="11431"/>
                </a:lnTo>
                <a:lnTo>
                  <a:pt x="44268" y="11165"/>
                </a:lnTo>
                <a:lnTo>
                  <a:pt x="44443" y="10899"/>
                </a:lnTo>
                <a:lnTo>
                  <a:pt x="44735" y="10527"/>
                </a:lnTo>
                <a:lnTo>
                  <a:pt x="44969" y="10261"/>
                </a:lnTo>
                <a:lnTo>
                  <a:pt x="45436" y="10048"/>
                </a:lnTo>
                <a:lnTo>
                  <a:pt x="45728" y="9782"/>
                </a:lnTo>
                <a:lnTo>
                  <a:pt x="45962" y="9517"/>
                </a:lnTo>
                <a:lnTo>
                  <a:pt x="46254" y="9251"/>
                </a:lnTo>
                <a:lnTo>
                  <a:pt x="46546" y="9144"/>
                </a:lnTo>
                <a:lnTo>
                  <a:pt x="46838" y="8879"/>
                </a:lnTo>
                <a:lnTo>
                  <a:pt x="46954" y="8613"/>
                </a:lnTo>
                <a:lnTo>
                  <a:pt x="47422" y="8347"/>
                </a:lnTo>
                <a:lnTo>
                  <a:pt x="47655" y="8081"/>
                </a:lnTo>
                <a:lnTo>
                  <a:pt x="47947" y="7815"/>
                </a:lnTo>
                <a:lnTo>
                  <a:pt x="48239" y="7443"/>
                </a:lnTo>
                <a:lnTo>
                  <a:pt x="48531" y="7177"/>
                </a:lnTo>
                <a:lnTo>
                  <a:pt x="48823" y="6965"/>
                </a:lnTo>
                <a:lnTo>
                  <a:pt x="49057" y="6805"/>
                </a:lnTo>
                <a:lnTo>
                  <a:pt x="49349" y="6539"/>
                </a:lnTo>
                <a:lnTo>
                  <a:pt x="49641" y="6273"/>
                </a:lnTo>
                <a:lnTo>
                  <a:pt x="49933" y="6061"/>
                </a:lnTo>
                <a:lnTo>
                  <a:pt x="50225" y="5795"/>
                </a:lnTo>
                <a:lnTo>
                  <a:pt x="50517" y="5529"/>
                </a:lnTo>
                <a:lnTo>
                  <a:pt x="50751" y="5263"/>
                </a:lnTo>
                <a:lnTo>
                  <a:pt x="51043" y="4997"/>
                </a:lnTo>
                <a:lnTo>
                  <a:pt x="51335" y="4731"/>
                </a:lnTo>
                <a:lnTo>
                  <a:pt x="51743" y="4519"/>
                </a:lnTo>
                <a:lnTo>
                  <a:pt x="51919" y="4359"/>
                </a:lnTo>
                <a:lnTo>
                  <a:pt x="52211" y="3987"/>
                </a:lnTo>
                <a:lnTo>
                  <a:pt x="52444" y="3721"/>
                </a:lnTo>
                <a:lnTo>
                  <a:pt x="52736" y="3455"/>
                </a:lnTo>
                <a:lnTo>
                  <a:pt x="53028" y="3190"/>
                </a:lnTo>
                <a:lnTo>
                  <a:pt x="53320" y="2977"/>
                </a:lnTo>
                <a:lnTo>
                  <a:pt x="53729" y="2711"/>
                </a:lnTo>
                <a:lnTo>
                  <a:pt x="54021" y="2445"/>
                </a:lnTo>
                <a:lnTo>
                  <a:pt x="54313" y="2179"/>
                </a:lnTo>
                <a:lnTo>
                  <a:pt x="54722" y="1807"/>
                </a:lnTo>
                <a:lnTo>
                  <a:pt x="55014" y="1541"/>
                </a:lnTo>
                <a:lnTo>
                  <a:pt x="55306" y="1276"/>
                </a:lnTo>
                <a:lnTo>
                  <a:pt x="55715" y="1010"/>
                </a:lnTo>
                <a:lnTo>
                  <a:pt x="56007" y="797"/>
                </a:lnTo>
                <a:lnTo>
                  <a:pt x="56299" y="53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804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794960" y="2592179"/>
            <a:ext cx="56708" cy="47372"/>
          </a:xfrm>
          <a:custGeom>
            <a:avLst/>
            <a:gdLst/>
            <a:ahLst/>
            <a:cxnLst/>
            <a:rect l="l" t="t" r="r" b="b"/>
            <a:pathLst>
              <a:path w="56708" h="47372">
                <a:moveTo>
                  <a:pt x="0" y="47372"/>
                </a:moveTo>
                <a:lnTo>
                  <a:pt x="175" y="47106"/>
                </a:lnTo>
                <a:lnTo>
                  <a:pt x="467" y="46841"/>
                </a:lnTo>
                <a:lnTo>
                  <a:pt x="700" y="46628"/>
                </a:lnTo>
                <a:lnTo>
                  <a:pt x="1168" y="46362"/>
                </a:lnTo>
                <a:lnTo>
                  <a:pt x="1401" y="46096"/>
                </a:lnTo>
                <a:lnTo>
                  <a:pt x="1693" y="45830"/>
                </a:lnTo>
                <a:lnTo>
                  <a:pt x="1985" y="45565"/>
                </a:lnTo>
                <a:lnTo>
                  <a:pt x="2277" y="45299"/>
                </a:lnTo>
                <a:lnTo>
                  <a:pt x="2569" y="45086"/>
                </a:lnTo>
                <a:lnTo>
                  <a:pt x="2686" y="44926"/>
                </a:lnTo>
                <a:lnTo>
                  <a:pt x="3095" y="44661"/>
                </a:lnTo>
                <a:lnTo>
                  <a:pt x="3387" y="44448"/>
                </a:lnTo>
                <a:lnTo>
                  <a:pt x="3679" y="44182"/>
                </a:lnTo>
                <a:lnTo>
                  <a:pt x="3971" y="43916"/>
                </a:lnTo>
                <a:lnTo>
                  <a:pt x="4263" y="43650"/>
                </a:lnTo>
                <a:lnTo>
                  <a:pt x="4555" y="43385"/>
                </a:lnTo>
                <a:lnTo>
                  <a:pt x="4788" y="43119"/>
                </a:lnTo>
                <a:lnTo>
                  <a:pt x="5080" y="42906"/>
                </a:lnTo>
                <a:lnTo>
                  <a:pt x="5372" y="42640"/>
                </a:lnTo>
                <a:lnTo>
                  <a:pt x="5664" y="42481"/>
                </a:lnTo>
                <a:lnTo>
                  <a:pt x="5956" y="42215"/>
                </a:lnTo>
                <a:lnTo>
                  <a:pt x="6248" y="42002"/>
                </a:lnTo>
                <a:lnTo>
                  <a:pt x="6482" y="41736"/>
                </a:lnTo>
                <a:lnTo>
                  <a:pt x="6774" y="41471"/>
                </a:lnTo>
                <a:lnTo>
                  <a:pt x="7066" y="41205"/>
                </a:lnTo>
                <a:lnTo>
                  <a:pt x="7475" y="40939"/>
                </a:lnTo>
                <a:lnTo>
                  <a:pt x="7650" y="40567"/>
                </a:lnTo>
                <a:lnTo>
                  <a:pt x="7942" y="40301"/>
                </a:lnTo>
                <a:lnTo>
                  <a:pt x="8176" y="40195"/>
                </a:lnTo>
                <a:lnTo>
                  <a:pt x="8468" y="39929"/>
                </a:lnTo>
                <a:lnTo>
                  <a:pt x="8760" y="39663"/>
                </a:lnTo>
                <a:lnTo>
                  <a:pt x="9052" y="39397"/>
                </a:lnTo>
                <a:lnTo>
                  <a:pt x="9461" y="39131"/>
                </a:lnTo>
                <a:lnTo>
                  <a:pt x="9753" y="38919"/>
                </a:lnTo>
                <a:lnTo>
                  <a:pt x="10045" y="38653"/>
                </a:lnTo>
                <a:lnTo>
                  <a:pt x="10161" y="38387"/>
                </a:lnTo>
                <a:lnTo>
                  <a:pt x="10453" y="38121"/>
                </a:lnTo>
                <a:lnTo>
                  <a:pt x="10745" y="37855"/>
                </a:lnTo>
                <a:lnTo>
                  <a:pt x="11037" y="37749"/>
                </a:lnTo>
                <a:lnTo>
                  <a:pt x="11446" y="37483"/>
                </a:lnTo>
                <a:lnTo>
                  <a:pt x="11738" y="37217"/>
                </a:lnTo>
                <a:lnTo>
                  <a:pt x="12030" y="36951"/>
                </a:lnTo>
                <a:lnTo>
                  <a:pt x="12264" y="36739"/>
                </a:lnTo>
                <a:lnTo>
                  <a:pt x="12556" y="36473"/>
                </a:lnTo>
                <a:lnTo>
                  <a:pt x="12731" y="36207"/>
                </a:lnTo>
                <a:lnTo>
                  <a:pt x="12965" y="35941"/>
                </a:lnTo>
                <a:lnTo>
                  <a:pt x="13257" y="35675"/>
                </a:lnTo>
                <a:lnTo>
                  <a:pt x="13724" y="35569"/>
                </a:lnTo>
                <a:lnTo>
                  <a:pt x="13958" y="35303"/>
                </a:lnTo>
                <a:lnTo>
                  <a:pt x="14250" y="35037"/>
                </a:lnTo>
                <a:lnTo>
                  <a:pt x="14542" y="34771"/>
                </a:lnTo>
                <a:lnTo>
                  <a:pt x="14834" y="34506"/>
                </a:lnTo>
                <a:lnTo>
                  <a:pt x="15126" y="34293"/>
                </a:lnTo>
                <a:lnTo>
                  <a:pt x="15242" y="34027"/>
                </a:lnTo>
                <a:lnTo>
                  <a:pt x="15651" y="33761"/>
                </a:lnTo>
                <a:lnTo>
                  <a:pt x="15943" y="33495"/>
                </a:lnTo>
                <a:lnTo>
                  <a:pt x="16235" y="33230"/>
                </a:lnTo>
                <a:lnTo>
                  <a:pt x="16527" y="33123"/>
                </a:lnTo>
                <a:lnTo>
                  <a:pt x="16819" y="32857"/>
                </a:lnTo>
                <a:lnTo>
                  <a:pt x="17053" y="32592"/>
                </a:lnTo>
                <a:lnTo>
                  <a:pt x="17345" y="32326"/>
                </a:lnTo>
                <a:lnTo>
                  <a:pt x="17637" y="32113"/>
                </a:lnTo>
                <a:lnTo>
                  <a:pt x="17929" y="31847"/>
                </a:lnTo>
                <a:lnTo>
                  <a:pt x="18221" y="31581"/>
                </a:lnTo>
                <a:lnTo>
                  <a:pt x="18513" y="31315"/>
                </a:lnTo>
                <a:lnTo>
                  <a:pt x="18746" y="31050"/>
                </a:lnTo>
                <a:lnTo>
                  <a:pt x="19038" y="30943"/>
                </a:lnTo>
                <a:lnTo>
                  <a:pt x="19330" y="30677"/>
                </a:lnTo>
                <a:lnTo>
                  <a:pt x="19622" y="30412"/>
                </a:lnTo>
                <a:lnTo>
                  <a:pt x="20031" y="30146"/>
                </a:lnTo>
                <a:lnTo>
                  <a:pt x="20206" y="29933"/>
                </a:lnTo>
                <a:lnTo>
                  <a:pt x="20440" y="29667"/>
                </a:lnTo>
                <a:lnTo>
                  <a:pt x="20732" y="29401"/>
                </a:lnTo>
                <a:lnTo>
                  <a:pt x="21024" y="29136"/>
                </a:lnTo>
                <a:lnTo>
                  <a:pt x="21316" y="28870"/>
                </a:lnTo>
                <a:lnTo>
                  <a:pt x="21608" y="28604"/>
                </a:lnTo>
                <a:lnTo>
                  <a:pt x="22017" y="28498"/>
                </a:lnTo>
                <a:lnTo>
                  <a:pt x="22309" y="28232"/>
                </a:lnTo>
                <a:lnTo>
                  <a:pt x="22601" y="27966"/>
                </a:lnTo>
                <a:lnTo>
                  <a:pt x="22718" y="27700"/>
                </a:lnTo>
                <a:lnTo>
                  <a:pt x="23010" y="27487"/>
                </a:lnTo>
                <a:lnTo>
                  <a:pt x="23302" y="27222"/>
                </a:lnTo>
                <a:lnTo>
                  <a:pt x="23594" y="26956"/>
                </a:lnTo>
                <a:lnTo>
                  <a:pt x="24003" y="26849"/>
                </a:lnTo>
                <a:lnTo>
                  <a:pt x="24295" y="26584"/>
                </a:lnTo>
                <a:lnTo>
                  <a:pt x="24528" y="26318"/>
                </a:lnTo>
                <a:lnTo>
                  <a:pt x="24820" y="26158"/>
                </a:lnTo>
                <a:lnTo>
                  <a:pt x="25112" y="25946"/>
                </a:lnTo>
                <a:lnTo>
                  <a:pt x="25287" y="25680"/>
                </a:lnTo>
                <a:lnTo>
                  <a:pt x="25521" y="25414"/>
                </a:lnTo>
                <a:lnTo>
                  <a:pt x="25813" y="25148"/>
                </a:lnTo>
                <a:lnTo>
                  <a:pt x="26222" y="24882"/>
                </a:lnTo>
                <a:lnTo>
                  <a:pt x="26514" y="24616"/>
                </a:lnTo>
                <a:lnTo>
                  <a:pt x="26806" y="24404"/>
                </a:lnTo>
                <a:lnTo>
                  <a:pt x="27098" y="24138"/>
                </a:lnTo>
                <a:lnTo>
                  <a:pt x="27390" y="23978"/>
                </a:lnTo>
                <a:lnTo>
                  <a:pt x="27682" y="23766"/>
                </a:lnTo>
                <a:lnTo>
                  <a:pt x="27799" y="23500"/>
                </a:lnTo>
                <a:lnTo>
                  <a:pt x="28208" y="23234"/>
                </a:lnTo>
                <a:lnTo>
                  <a:pt x="28500" y="22968"/>
                </a:lnTo>
                <a:lnTo>
                  <a:pt x="28792" y="22702"/>
                </a:lnTo>
                <a:lnTo>
                  <a:pt x="29084" y="22436"/>
                </a:lnTo>
                <a:lnTo>
                  <a:pt x="29376" y="22224"/>
                </a:lnTo>
                <a:lnTo>
                  <a:pt x="29609" y="21958"/>
                </a:lnTo>
                <a:lnTo>
                  <a:pt x="29901" y="21692"/>
                </a:lnTo>
                <a:lnTo>
                  <a:pt x="30193" y="21533"/>
                </a:lnTo>
                <a:lnTo>
                  <a:pt x="30485" y="21320"/>
                </a:lnTo>
                <a:lnTo>
                  <a:pt x="30777" y="21054"/>
                </a:lnTo>
                <a:lnTo>
                  <a:pt x="31069" y="20788"/>
                </a:lnTo>
                <a:lnTo>
                  <a:pt x="31303" y="20682"/>
                </a:lnTo>
                <a:lnTo>
                  <a:pt x="31595" y="20416"/>
                </a:lnTo>
                <a:lnTo>
                  <a:pt x="31887" y="20150"/>
                </a:lnTo>
                <a:lnTo>
                  <a:pt x="32179" y="19884"/>
                </a:lnTo>
                <a:lnTo>
                  <a:pt x="32588" y="19619"/>
                </a:lnTo>
                <a:lnTo>
                  <a:pt x="32880" y="19353"/>
                </a:lnTo>
                <a:lnTo>
                  <a:pt x="33288" y="18980"/>
                </a:lnTo>
                <a:lnTo>
                  <a:pt x="33580" y="18715"/>
                </a:lnTo>
                <a:lnTo>
                  <a:pt x="33872" y="18449"/>
                </a:lnTo>
                <a:lnTo>
                  <a:pt x="34165" y="18236"/>
                </a:lnTo>
                <a:lnTo>
                  <a:pt x="34573" y="17970"/>
                </a:lnTo>
                <a:lnTo>
                  <a:pt x="34865" y="17704"/>
                </a:lnTo>
                <a:lnTo>
                  <a:pt x="35157" y="17439"/>
                </a:lnTo>
                <a:lnTo>
                  <a:pt x="35274" y="17173"/>
                </a:lnTo>
                <a:lnTo>
                  <a:pt x="35566" y="16960"/>
                </a:lnTo>
                <a:lnTo>
                  <a:pt x="35858" y="16960"/>
                </a:lnTo>
                <a:lnTo>
                  <a:pt x="36092" y="16694"/>
                </a:lnTo>
                <a:lnTo>
                  <a:pt x="36384" y="16428"/>
                </a:lnTo>
                <a:lnTo>
                  <a:pt x="36851" y="16163"/>
                </a:lnTo>
                <a:lnTo>
                  <a:pt x="37085" y="15897"/>
                </a:lnTo>
                <a:lnTo>
                  <a:pt x="37377" y="15631"/>
                </a:lnTo>
                <a:lnTo>
                  <a:pt x="37669" y="15418"/>
                </a:lnTo>
                <a:lnTo>
                  <a:pt x="37785" y="15152"/>
                </a:lnTo>
                <a:lnTo>
                  <a:pt x="38077" y="14887"/>
                </a:lnTo>
                <a:lnTo>
                  <a:pt x="38369" y="14621"/>
                </a:lnTo>
                <a:lnTo>
                  <a:pt x="38778" y="14514"/>
                </a:lnTo>
                <a:lnTo>
                  <a:pt x="39070" y="14249"/>
                </a:lnTo>
                <a:lnTo>
                  <a:pt x="39362" y="13983"/>
                </a:lnTo>
                <a:lnTo>
                  <a:pt x="39654" y="13717"/>
                </a:lnTo>
                <a:lnTo>
                  <a:pt x="39946" y="13611"/>
                </a:lnTo>
                <a:lnTo>
                  <a:pt x="40180" y="13345"/>
                </a:lnTo>
                <a:lnTo>
                  <a:pt x="40355" y="13079"/>
                </a:lnTo>
                <a:lnTo>
                  <a:pt x="40764" y="12813"/>
                </a:lnTo>
                <a:lnTo>
                  <a:pt x="41056" y="12547"/>
                </a:lnTo>
                <a:lnTo>
                  <a:pt x="41348" y="12334"/>
                </a:lnTo>
                <a:lnTo>
                  <a:pt x="41640" y="12175"/>
                </a:lnTo>
                <a:lnTo>
                  <a:pt x="41874" y="11909"/>
                </a:lnTo>
                <a:lnTo>
                  <a:pt x="42166" y="11643"/>
                </a:lnTo>
                <a:lnTo>
                  <a:pt x="42458" y="11431"/>
                </a:lnTo>
                <a:lnTo>
                  <a:pt x="42750" y="11165"/>
                </a:lnTo>
                <a:lnTo>
                  <a:pt x="43042" y="11005"/>
                </a:lnTo>
                <a:lnTo>
                  <a:pt x="43334" y="10793"/>
                </a:lnTo>
                <a:lnTo>
                  <a:pt x="43567" y="10527"/>
                </a:lnTo>
                <a:lnTo>
                  <a:pt x="43859" y="10261"/>
                </a:lnTo>
                <a:lnTo>
                  <a:pt x="44151" y="9995"/>
                </a:lnTo>
                <a:lnTo>
                  <a:pt x="44443" y="9889"/>
                </a:lnTo>
                <a:lnTo>
                  <a:pt x="44735" y="9623"/>
                </a:lnTo>
                <a:lnTo>
                  <a:pt x="45144" y="9357"/>
                </a:lnTo>
                <a:lnTo>
                  <a:pt x="45436" y="9091"/>
                </a:lnTo>
                <a:lnTo>
                  <a:pt x="45553" y="8825"/>
                </a:lnTo>
                <a:lnTo>
                  <a:pt x="45845" y="8719"/>
                </a:lnTo>
                <a:lnTo>
                  <a:pt x="46137" y="8453"/>
                </a:lnTo>
                <a:lnTo>
                  <a:pt x="46429" y="8187"/>
                </a:lnTo>
                <a:lnTo>
                  <a:pt x="46721" y="7922"/>
                </a:lnTo>
                <a:lnTo>
                  <a:pt x="47130" y="7709"/>
                </a:lnTo>
                <a:lnTo>
                  <a:pt x="47422" y="7549"/>
                </a:lnTo>
                <a:lnTo>
                  <a:pt x="47655" y="7284"/>
                </a:lnTo>
                <a:lnTo>
                  <a:pt x="47947" y="7018"/>
                </a:lnTo>
                <a:lnTo>
                  <a:pt x="48123" y="6805"/>
                </a:lnTo>
                <a:lnTo>
                  <a:pt x="48415" y="6646"/>
                </a:lnTo>
                <a:lnTo>
                  <a:pt x="48648" y="6380"/>
                </a:lnTo>
                <a:lnTo>
                  <a:pt x="48940" y="6167"/>
                </a:lnTo>
                <a:lnTo>
                  <a:pt x="49349" y="5901"/>
                </a:lnTo>
                <a:lnTo>
                  <a:pt x="49641" y="5635"/>
                </a:lnTo>
                <a:lnTo>
                  <a:pt x="49933" y="5369"/>
                </a:lnTo>
                <a:lnTo>
                  <a:pt x="50225" y="5263"/>
                </a:lnTo>
                <a:lnTo>
                  <a:pt x="50342" y="4997"/>
                </a:lnTo>
                <a:lnTo>
                  <a:pt x="50634" y="4731"/>
                </a:lnTo>
                <a:lnTo>
                  <a:pt x="50926" y="4625"/>
                </a:lnTo>
                <a:lnTo>
                  <a:pt x="51335" y="4359"/>
                </a:lnTo>
                <a:lnTo>
                  <a:pt x="51627" y="4093"/>
                </a:lnTo>
                <a:lnTo>
                  <a:pt x="51919" y="3828"/>
                </a:lnTo>
                <a:lnTo>
                  <a:pt x="52211" y="3562"/>
                </a:lnTo>
                <a:lnTo>
                  <a:pt x="52503" y="3296"/>
                </a:lnTo>
                <a:lnTo>
                  <a:pt x="52736" y="3083"/>
                </a:lnTo>
                <a:lnTo>
                  <a:pt x="52911" y="2924"/>
                </a:lnTo>
                <a:lnTo>
                  <a:pt x="53320" y="2817"/>
                </a:lnTo>
                <a:lnTo>
                  <a:pt x="53612" y="2552"/>
                </a:lnTo>
                <a:lnTo>
                  <a:pt x="53904" y="2286"/>
                </a:lnTo>
                <a:lnTo>
                  <a:pt x="54196" y="2020"/>
                </a:lnTo>
                <a:lnTo>
                  <a:pt x="54430" y="1754"/>
                </a:lnTo>
                <a:lnTo>
                  <a:pt x="54722" y="1541"/>
                </a:lnTo>
                <a:lnTo>
                  <a:pt x="55014" y="1276"/>
                </a:lnTo>
                <a:lnTo>
                  <a:pt x="55306" y="1116"/>
                </a:lnTo>
                <a:lnTo>
                  <a:pt x="55598" y="903"/>
                </a:lnTo>
                <a:lnTo>
                  <a:pt x="55890" y="638"/>
                </a:lnTo>
                <a:lnTo>
                  <a:pt x="56124" y="478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80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851668" y="2549910"/>
            <a:ext cx="56708" cy="42268"/>
          </a:xfrm>
          <a:custGeom>
            <a:avLst/>
            <a:gdLst/>
            <a:ahLst/>
            <a:cxnLst/>
            <a:rect l="l" t="t" r="r" b="b"/>
            <a:pathLst>
              <a:path w="56708" h="42268">
                <a:moveTo>
                  <a:pt x="0" y="42268"/>
                </a:moveTo>
                <a:lnTo>
                  <a:pt x="292" y="42002"/>
                </a:lnTo>
                <a:lnTo>
                  <a:pt x="584" y="41843"/>
                </a:lnTo>
                <a:lnTo>
                  <a:pt x="992" y="41630"/>
                </a:lnTo>
                <a:lnTo>
                  <a:pt x="1284" y="41364"/>
                </a:lnTo>
                <a:lnTo>
                  <a:pt x="1401" y="41098"/>
                </a:lnTo>
                <a:lnTo>
                  <a:pt x="1693" y="40833"/>
                </a:lnTo>
                <a:lnTo>
                  <a:pt x="1985" y="40567"/>
                </a:lnTo>
                <a:lnTo>
                  <a:pt x="2277" y="40460"/>
                </a:lnTo>
                <a:lnTo>
                  <a:pt x="2511" y="40301"/>
                </a:lnTo>
                <a:lnTo>
                  <a:pt x="2978" y="40088"/>
                </a:lnTo>
                <a:lnTo>
                  <a:pt x="3270" y="39822"/>
                </a:lnTo>
                <a:lnTo>
                  <a:pt x="3504" y="39557"/>
                </a:lnTo>
                <a:lnTo>
                  <a:pt x="3796" y="39291"/>
                </a:lnTo>
                <a:lnTo>
                  <a:pt x="3971" y="39025"/>
                </a:lnTo>
                <a:lnTo>
                  <a:pt x="4204" y="38919"/>
                </a:lnTo>
                <a:lnTo>
                  <a:pt x="4496" y="38653"/>
                </a:lnTo>
                <a:lnTo>
                  <a:pt x="4788" y="38387"/>
                </a:lnTo>
                <a:lnTo>
                  <a:pt x="5197" y="38280"/>
                </a:lnTo>
                <a:lnTo>
                  <a:pt x="5489" y="38015"/>
                </a:lnTo>
                <a:lnTo>
                  <a:pt x="5781" y="37749"/>
                </a:lnTo>
                <a:lnTo>
                  <a:pt x="6073" y="37483"/>
                </a:lnTo>
                <a:lnTo>
                  <a:pt x="6365" y="37377"/>
                </a:lnTo>
                <a:lnTo>
                  <a:pt x="6482" y="37111"/>
                </a:lnTo>
                <a:lnTo>
                  <a:pt x="6774" y="36845"/>
                </a:lnTo>
                <a:lnTo>
                  <a:pt x="7183" y="36579"/>
                </a:lnTo>
                <a:lnTo>
                  <a:pt x="7475" y="36313"/>
                </a:lnTo>
                <a:lnTo>
                  <a:pt x="7767" y="36101"/>
                </a:lnTo>
                <a:lnTo>
                  <a:pt x="8059" y="35941"/>
                </a:lnTo>
                <a:lnTo>
                  <a:pt x="8293" y="35835"/>
                </a:lnTo>
                <a:lnTo>
                  <a:pt x="8585" y="35569"/>
                </a:lnTo>
                <a:lnTo>
                  <a:pt x="8877" y="35303"/>
                </a:lnTo>
                <a:lnTo>
                  <a:pt x="9169" y="35037"/>
                </a:lnTo>
                <a:lnTo>
                  <a:pt x="9461" y="34931"/>
                </a:lnTo>
                <a:lnTo>
                  <a:pt x="9753" y="34665"/>
                </a:lnTo>
                <a:lnTo>
                  <a:pt x="9986" y="34399"/>
                </a:lnTo>
                <a:lnTo>
                  <a:pt x="10278" y="34133"/>
                </a:lnTo>
                <a:lnTo>
                  <a:pt x="10570" y="33921"/>
                </a:lnTo>
                <a:lnTo>
                  <a:pt x="10862" y="33655"/>
                </a:lnTo>
                <a:lnTo>
                  <a:pt x="11154" y="33655"/>
                </a:lnTo>
                <a:lnTo>
                  <a:pt x="11446" y="33389"/>
                </a:lnTo>
                <a:lnTo>
                  <a:pt x="11680" y="33123"/>
                </a:lnTo>
                <a:lnTo>
                  <a:pt x="11972" y="32857"/>
                </a:lnTo>
                <a:lnTo>
                  <a:pt x="12264" y="32592"/>
                </a:lnTo>
                <a:lnTo>
                  <a:pt x="12556" y="32485"/>
                </a:lnTo>
                <a:lnTo>
                  <a:pt x="12848" y="32219"/>
                </a:lnTo>
                <a:lnTo>
                  <a:pt x="13140" y="31953"/>
                </a:lnTo>
                <a:lnTo>
                  <a:pt x="13549" y="31741"/>
                </a:lnTo>
                <a:lnTo>
                  <a:pt x="13841" y="31475"/>
                </a:lnTo>
                <a:lnTo>
                  <a:pt x="13958" y="31315"/>
                </a:lnTo>
                <a:lnTo>
                  <a:pt x="14250" y="31209"/>
                </a:lnTo>
                <a:lnTo>
                  <a:pt x="14542" y="30943"/>
                </a:lnTo>
                <a:lnTo>
                  <a:pt x="14834" y="30677"/>
                </a:lnTo>
                <a:lnTo>
                  <a:pt x="15067" y="30412"/>
                </a:lnTo>
                <a:lnTo>
                  <a:pt x="15534" y="30305"/>
                </a:lnTo>
                <a:lnTo>
                  <a:pt x="15768" y="30039"/>
                </a:lnTo>
                <a:lnTo>
                  <a:pt x="16060" y="29774"/>
                </a:lnTo>
                <a:lnTo>
                  <a:pt x="16352" y="29508"/>
                </a:lnTo>
                <a:lnTo>
                  <a:pt x="16527" y="29295"/>
                </a:lnTo>
                <a:lnTo>
                  <a:pt x="16761" y="29136"/>
                </a:lnTo>
                <a:lnTo>
                  <a:pt x="17053" y="29029"/>
                </a:lnTo>
                <a:lnTo>
                  <a:pt x="17345" y="28763"/>
                </a:lnTo>
                <a:lnTo>
                  <a:pt x="17754" y="28498"/>
                </a:lnTo>
                <a:lnTo>
                  <a:pt x="18046" y="28232"/>
                </a:lnTo>
                <a:lnTo>
                  <a:pt x="18338" y="28125"/>
                </a:lnTo>
                <a:lnTo>
                  <a:pt x="18630" y="27860"/>
                </a:lnTo>
                <a:lnTo>
                  <a:pt x="18922" y="27594"/>
                </a:lnTo>
                <a:lnTo>
                  <a:pt x="19038" y="27328"/>
                </a:lnTo>
                <a:lnTo>
                  <a:pt x="19330" y="27115"/>
                </a:lnTo>
                <a:lnTo>
                  <a:pt x="19739" y="26956"/>
                </a:lnTo>
                <a:lnTo>
                  <a:pt x="20031" y="26690"/>
                </a:lnTo>
                <a:lnTo>
                  <a:pt x="20323" y="26584"/>
                </a:lnTo>
                <a:lnTo>
                  <a:pt x="20615" y="26318"/>
                </a:lnTo>
                <a:lnTo>
                  <a:pt x="20849" y="26211"/>
                </a:lnTo>
                <a:lnTo>
                  <a:pt x="21141" y="25946"/>
                </a:lnTo>
                <a:lnTo>
                  <a:pt x="21433" y="25680"/>
                </a:lnTo>
                <a:lnTo>
                  <a:pt x="21725" y="25414"/>
                </a:lnTo>
                <a:lnTo>
                  <a:pt x="22017" y="25148"/>
                </a:lnTo>
                <a:lnTo>
                  <a:pt x="22309" y="25042"/>
                </a:lnTo>
                <a:lnTo>
                  <a:pt x="22543" y="24776"/>
                </a:lnTo>
                <a:lnTo>
                  <a:pt x="22835" y="24510"/>
                </a:lnTo>
                <a:lnTo>
                  <a:pt x="23127" y="24244"/>
                </a:lnTo>
                <a:lnTo>
                  <a:pt x="23419" y="24244"/>
                </a:lnTo>
                <a:lnTo>
                  <a:pt x="23711" y="24031"/>
                </a:lnTo>
                <a:lnTo>
                  <a:pt x="23944" y="23766"/>
                </a:lnTo>
                <a:lnTo>
                  <a:pt x="24236" y="23500"/>
                </a:lnTo>
                <a:lnTo>
                  <a:pt x="24528" y="23340"/>
                </a:lnTo>
                <a:lnTo>
                  <a:pt x="24820" y="23128"/>
                </a:lnTo>
                <a:lnTo>
                  <a:pt x="25112" y="22862"/>
                </a:lnTo>
                <a:lnTo>
                  <a:pt x="25404" y="22596"/>
                </a:lnTo>
                <a:lnTo>
                  <a:pt x="25638" y="22490"/>
                </a:lnTo>
                <a:lnTo>
                  <a:pt x="26105" y="22224"/>
                </a:lnTo>
                <a:lnTo>
                  <a:pt x="26397" y="21958"/>
                </a:lnTo>
                <a:lnTo>
                  <a:pt x="26514" y="21798"/>
                </a:lnTo>
                <a:lnTo>
                  <a:pt x="26806" y="21586"/>
                </a:lnTo>
                <a:lnTo>
                  <a:pt x="27098" y="21426"/>
                </a:lnTo>
                <a:lnTo>
                  <a:pt x="27332" y="21160"/>
                </a:lnTo>
                <a:lnTo>
                  <a:pt x="27624" y="20948"/>
                </a:lnTo>
                <a:lnTo>
                  <a:pt x="28091" y="20682"/>
                </a:lnTo>
                <a:lnTo>
                  <a:pt x="28324" y="20522"/>
                </a:lnTo>
                <a:lnTo>
                  <a:pt x="28616" y="20257"/>
                </a:lnTo>
                <a:lnTo>
                  <a:pt x="28908" y="20044"/>
                </a:lnTo>
                <a:lnTo>
                  <a:pt x="29025" y="19778"/>
                </a:lnTo>
                <a:lnTo>
                  <a:pt x="29317" y="19619"/>
                </a:lnTo>
                <a:lnTo>
                  <a:pt x="29609" y="19512"/>
                </a:lnTo>
                <a:lnTo>
                  <a:pt x="29901" y="19246"/>
                </a:lnTo>
                <a:lnTo>
                  <a:pt x="30310" y="19140"/>
                </a:lnTo>
                <a:lnTo>
                  <a:pt x="30602" y="18874"/>
                </a:lnTo>
                <a:lnTo>
                  <a:pt x="30894" y="18608"/>
                </a:lnTo>
                <a:lnTo>
                  <a:pt x="31186" y="18342"/>
                </a:lnTo>
                <a:lnTo>
                  <a:pt x="31420" y="18236"/>
                </a:lnTo>
                <a:lnTo>
                  <a:pt x="31595" y="17970"/>
                </a:lnTo>
                <a:lnTo>
                  <a:pt x="31887" y="17704"/>
                </a:lnTo>
                <a:lnTo>
                  <a:pt x="32296" y="17439"/>
                </a:lnTo>
                <a:lnTo>
                  <a:pt x="32588" y="17332"/>
                </a:lnTo>
                <a:lnTo>
                  <a:pt x="32880" y="17226"/>
                </a:lnTo>
                <a:lnTo>
                  <a:pt x="33113" y="16960"/>
                </a:lnTo>
                <a:lnTo>
                  <a:pt x="33405" y="16694"/>
                </a:lnTo>
                <a:lnTo>
                  <a:pt x="33697" y="16535"/>
                </a:lnTo>
                <a:lnTo>
                  <a:pt x="33989" y="16322"/>
                </a:lnTo>
                <a:lnTo>
                  <a:pt x="34281" y="16056"/>
                </a:lnTo>
                <a:lnTo>
                  <a:pt x="34573" y="15897"/>
                </a:lnTo>
                <a:lnTo>
                  <a:pt x="34807" y="15684"/>
                </a:lnTo>
                <a:lnTo>
                  <a:pt x="35099" y="15418"/>
                </a:lnTo>
                <a:lnTo>
                  <a:pt x="35391" y="15152"/>
                </a:lnTo>
                <a:lnTo>
                  <a:pt x="35683" y="14993"/>
                </a:lnTo>
                <a:lnTo>
                  <a:pt x="35975" y="14887"/>
                </a:lnTo>
                <a:lnTo>
                  <a:pt x="36267" y="14621"/>
                </a:lnTo>
                <a:lnTo>
                  <a:pt x="36501" y="14355"/>
                </a:lnTo>
                <a:lnTo>
                  <a:pt x="36793" y="14249"/>
                </a:lnTo>
                <a:lnTo>
                  <a:pt x="37085" y="13983"/>
                </a:lnTo>
                <a:lnTo>
                  <a:pt x="37377" y="13717"/>
                </a:lnTo>
                <a:lnTo>
                  <a:pt x="37669" y="13611"/>
                </a:lnTo>
                <a:lnTo>
                  <a:pt x="37961" y="13345"/>
                </a:lnTo>
                <a:lnTo>
                  <a:pt x="38194" y="13079"/>
                </a:lnTo>
                <a:lnTo>
                  <a:pt x="38661" y="12813"/>
                </a:lnTo>
                <a:lnTo>
                  <a:pt x="38895" y="12707"/>
                </a:lnTo>
                <a:lnTo>
                  <a:pt x="39070" y="12600"/>
                </a:lnTo>
                <a:lnTo>
                  <a:pt x="39362" y="12334"/>
                </a:lnTo>
                <a:lnTo>
                  <a:pt x="39654" y="12175"/>
                </a:lnTo>
                <a:lnTo>
                  <a:pt x="39888" y="11909"/>
                </a:lnTo>
                <a:lnTo>
                  <a:pt x="40180" y="11696"/>
                </a:lnTo>
                <a:lnTo>
                  <a:pt x="40589" y="11537"/>
                </a:lnTo>
                <a:lnTo>
                  <a:pt x="40881" y="11271"/>
                </a:lnTo>
                <a:lnTo>
                  <a:pt x="41173" y="11058"/>
                </a:lnTo>
                <a:lnTo>
                  <a:pt x="41465" y="10793"/>
                </a:lnTo>
                <a:lnTo>
                  <a:pt x="41582" y="10633"/>
                </a:lnTo>
                <a:lnTo>
                  <a:pt x="41874" y="10367"/>
                </a:lnTo>
                <a:lnTo>
                  <a:pt x="42166" y="10261"/>
                </a:lnTo>
                <a:lnTo>
                  <a:pt x="42458" y="10155"/>
                </a:lnTo>
                <a:lnTo>
                  <a:pt x="42866" y="9889"/>
                </a:lnTo>
                <a:lnTo>
                  <a:pt x="43158" y="9623"/>
                </a:lnTo>
                <a:lnTo>
                  <a:pt x="43450" y="9517"/>
                </a:lnTo>
                <a:lnTo>
                  <a:pt x="43742" y="9251"/>
                </a:lnTo>
                <a:lnTo>
                  <a:pt x="43976" y="8985"/>
                </a:lnTo>
                <a:lnTo>
                  <a:pt x="44151" y="8825"/>
                </a:lnTo>
                <a:lnTo>
                  <a:pt x="44443" y="8613"/>
                </a:lnTo>
                <a:lnTo>
                  <a:pt x="44852" y="8347"/>
                </a:lnTo>
                <a:lnTo>
                  <a:pt x="45144" y="8187"/>
                </a:lnTo>
                <a:lnTo>
                  <a:pt x="45436" y="7975"/>
                </a:lnTo>
                <a:lnTo>
                  <a:pt x="45670" y="7815"/>
                </a:lnTo>
                <a:lnTo>
                  <a:pt x="45962" y="7549"/>
                </a:lnTo>
                <a:lnTo>
                  <a:pt x="46254" y="7443"/>
                </a:lnTo>
                <a:lnTo>
                  <a:pt x="46546" y="7177"/>
                </a:lnTo>
                <a:lnTo>
                  <a:pt x="46838" y="6911"/>
                </a:lnTo>
                <a:lnTo>
                  <a:pt x="47130" y="6805"/>
                </a:lnTo>
                <a:lnTo>
                  <a:pt x="47363" y="6539"/>
                </a:lnTo>
                <a:lnTo>
                  <a:pt x="47655" y="6273"/>
                </a:lnTo>
                <a:lnTo>
                  <a:pt x="47947" y="6167"/>
                </a:lnTo>
                <a:lnTo>
                  <a:pt x="48239" y="5901"/>
                </a:lnTo>
                <a:lnTo>
                  <a:pt x="48531" y="5635"/>
                </a:lnTo>
                <a:lnTo>
                  <a:pt x="48765" y="5635"/>
                </a:lnTo>
                <a:lnTo>
                  <a:pt x="49057" y="5369"/>
                </a:lnTo>
                <a:lnTo>
                  <a:pt x="49349" y="5104"/>
                </a:lnTo>
                <a:lnTo>
                  <a:pt x="49641" y="4997"/>
                </a:lnTo>
                <a:lnTo>
                  <a:pt x="49933" y="4731"/>
                </a:lnTo>
                <a:lnTo>
                  <a:pt x="50225" y="4466"/>
                </a:lnTo>
                <a:lnTo>
                  <a:pt x="50459" y="4359"/>
                </a:lnTo>
                <a:lnTo>
                  <a:pt x="50751" y="4093"/>
                </a:lnTo>
                <a:lnTo>
                  <a:pt x="51218" y="3828"/>
                </a:lnTo>
                <a:lnTo>
                  <a:pt x="51451" y="3721"/>
                </a:lnTo>
                <a:lnTo>
                  <a:pt x="51627" y="3455"/>
                </a:lnTo>
                <a:lnTo>
                  <a:pt x="51919" y="3349"/>
                </a:lnTo>
                <a:lnTo>
                  <a:pt x="52152" y="3190"/>
                </a:lnTo>
                <a:lnTo>
                  <a:pt x="52444" y="2924"/>
                </a:lnTo>
                <a:lnTo>
                  <a:pt x="52736" y="2817"/>
                </a:lnTo>
                <a:lnTo>
                  <a:pt x="53145" y="2552"/>
                </a:lnTo>
                <a:lnTo>
                  <a:pt x="53437" y="2286"/>
                </a:lnTo>
                <a:lnTo>
                  <a:pt x="53729" y="2179"/>
                </a:lnTo>
                <a:lnTo>
                  <a:pt x="54021" y="1914"/>
                </a:lnTo>
                <a:lnTo>
                  <a:pt x="54138" y="1648"/>
                </a:lnTo>
                <a:lnTo>
                  <a:pt x="54430" y="1541"/>
                </a:lnTo>
                <a:lnTo>
                  <a:pt x="54722" y="1276"/>
                </a:lnTo>
                <a:lnTo>
                  <a:pt x="55014" y="1010"/>
                </a:lnTo>
                <a:lnTo>
                  <a:pt x="55423" y="1010"/>
                </a:lnTo>
                <a:lnTo>
                  <a:pt x="55715" y="744"/>
                </a:lnTo>
                <a:lnTo>
                  <a:pt x="56007" y="478"/>
                </a:lnTo>
                <a:lnTo>
                  <a:pt x="56240" y="372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797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908376" y="2513277"/>
            <a:ext cx="56824" cy="36632"/>
          </a:xfrm>
          <a:custGeom>
            <a:avLst/>
            <a:gdLst/>
            <a:ahLst/>
            <a:cxnLst/>
            <a:rect l="l" t="t" r="r" b="b"/>
            <a:pathLst>
              <a:path w="56824" h="36632">
                <a:moveTo>
                  <a:pt x="0" y="36632"/>
                </a:moveTo>
                <a:lnTo>
                  <a:pt x="292" y="36366"/>
                </a:lnTo>
                <a:lnTo>
                  <a:pt x="700" y="36101"/>
                </a:lnTo>
                <a:lnTo>
                  <a:pt x="992" y="35994"/>
                </a:lnTo>
                <a:lnTo>
                  <a:pt x="1226" y="35728"/>
                </a:lnTo>
                <a:lnTo>
                  <a:pt x="1518" y="35463"/>
                </a:lnTo>
                <a:lnTo>
                  <a:pt x="1810" y="35356"/>
                </a:lnTo>
                <a:lnTo>
                  <a:pt x="2102" y="35197"/>
                </a:lnTo>
                <a:lnTo>
                  <a:pt x="2394" y="35090"/>
                </a:lnTo>
                <a:lnTo>
                  <a:pt x="2511" y="34825"/>
                </a:lnTo>
                <a:lnTo>
                  <a:pt x="2920" y="34559"/>
                </a:lnTo>
                <a:lnTo>
                  <a:pt x="3212" y="34452"/>
                </a:lnTo>
                <a:lnTo>
                  <a:pt x="3504" y="34187"/>
                </a:lnTo>
                <a:lnTo>
                  <a:pt x="3796" y="33921"/>
                </a:lnTo>
                <a:lnTo>
                  <a:pt x="4088" y="33814"/>
                </a:lnTo>
                <a:lnTo>
                  <a:pt x="4380" y="33549"/>
                </a:lnTo>
                <a:lnTo>
                  <a:pt x="4613" y="33389"/>
                </a:lnTo>
                <a:lnTo>
                  <a:pt x="4905" y="33176"/>
                </a:lnTo>
                <a:lnTo>
                  <a:pt x="5197" y="33017"/>
                </a:lnTo>
                <a:lnTo>
                  <a:pt x="5489" y="32911"/>
                </a:lnTo>
                <a:lnTo>
                  <a:pt x="5781" y="32645"/>
                </a:lnTo>
                <a:lnTo>
                  <a:pt x="6073" y="32485"/>
                </a:lnTo>
                <a:lnTo>
                  <a:pt x="6307" y="32272"/>
                </a:lnTo>
                <a:lnTo>
                  <a:pt x="6599" y="32007"/>
                </a:lnTo>
                <a:lnTo>
                  <a:pt x="7008" y="31847"/>
                </a:lnTo>
                <a:lnTo>
                  <a:pt x="7300" y="31634"/>
                </a:lnTo>
                <a:lnTo>
                  <a:pt x="7475" y="31475"/>
                </a:lnTo>
                <a:lnTo>
                  <a:pt x="7767" y="31209"/>
                </a:lnTo>
                <a:lnTo>
                  <a:pt x="8001" y="30943"/>
                </a:lnTo>
                <a:lnTo>
                  <a:pt x="8293" y="30837"/>
                </a:lnTo>
                <a:lnTo>
                  <a:pt x="8585" y="30731"/>
                </a:lnTo>
                <a:lnTo>
                  <a:pt x="8877" y="30571"/>
                </a:lnTo>
                <a:lnTo>
                  <a:pt x="9285" y="30305"/>
                </a:lnTo>
                <a:lnTo>
                  <a:pt x="9577" y="30093"/>
                </a:lnTo>
                <a:lnTo>
                  <a:pt x="9869" y="29933"/>
                </a:lnTo>
                <a:lnTo>
                  <a:pt x="9986" y="29667"/>
                </a:lnTo>
                <a:lnTo>
                  <a:pt x="10278" y="29561"/>
                </a:lnTo>
                <a:lnTo>
                  <a:pt x="10570" y="29295"/>
                </a:lnTo>
                <a:lnTo>
                  <a:pt x="10862" y="29029"/>
                </a:lnTo>
                <a:lnTo>
                  <a:pt x="11271" y="28923"/>
                </a:lnTo>
                <a:lnTo>
                  <a:pt x="11563" y="28657"/>
                </a:lnTo>
                <a:lnTo>
                  <a:pt x="11855" y="28551"/>
                </a:lnTo>
                <a:lnTo>
                  <a:pt x="12089" y="28391"/>
                </a:lnTo>
                <a:lnTo>
                  <a:pt x="12381" y="28125"/>
                </a:lnTo>
                <a:lnTo>
                  <a:pt x="12556" y="28019"/>
                </a:lnTo>
                <a:lnTo>
                  <a:pt x="12789" y="27753"/>
                </a:lnTo>
                <a:lnTo>
                  <a:pt x="13257" y="27647"/>
                </a:lnTo>
                <a:lnTo>
                  <a:pt x="13549" y="27381"/>
                </a:lnTo>
                <a:lnTo>
                  <a:pt x="13782" y="27222"/>
                </a:lnTo>
                <a:lnTo>
                  <a:pt x="14074" y="27009"/>
                </a:lnTo>
                <a:lnTo>
                  <a:pt x="14366" y="26743"/>
                </a:lnTo>
                <a:lnTo>
                  <a:pt x="14658" y="26584"/>
                </a:lnTo>
                <a:lnTo>
                  <a:pt x="14950" y="26371"/>
                </a:lnTo>
                <a:lnTo>
                  <a:pt x="15067" y="26211"/>
                </a:lnTo>
                <a:lnTo>
                  <a:pt x="15476" y="25946"/>
                </a:lnTo>
                <a:lnTo>
                  <a:pt x="15768" y="25946"/>
                </a:lnTo>
                <a:lnTo>
                  <a:pt x="16060" y="25680"/>
                </a:lnTo>
                <a:lnTo>
                  <a:pt x="16352" y="25467"/>
                </a:lnTo>
                <a:lnTo>
                  <a:pt x="16644" y="25307"/>
                </a:lnTo>
                <a:lnTo>
                  <a:pt x="16878" y="25042"/>
                </a:lnTo>
                <a:lnTo>
                  <a:pt x="17170" y="24935"/>
                </a:lnTo>
                <a:lnTo>
                  <a:pt x="17637" y="24669"/>
                </a:lnTo>
                <a:lnTo>
                  <a:pt x="18046" y="24297"/>
                </a:lnTo>
                <a:lnTo>
                  <a:pt x="18338" y="24138"/>
                </a:lnTo>
                <a:lnTo>
                  <a:pt x="18571" y="23925"/>
                </a:lnTo>
                <a:lnTo>
                  <a:pt x="18863" y="23659"/>
                </a:lnTo>
                <a:lnTo>
                  <a:pt x="19155" y="23659"/>
                </a:lnTo>
                <a:lnTo>
                  <a:pt x="19564" y="23393"/>
                </a:lnTo>
                <a:lnTo>
                  <a:pt x="19856" y="23287"/>
                </a:lnTo>
                <a:lnTo>
                  <a:pt x="20031" y="23021"/>
                </a:lnTo>
                <a:lnTo>
                  <a:pt x="20265" y="22862"/>
                </a:lnTo>
                <a:lnTo>
                  <a:pt x="20557" y="22596"/>
                </a:lnTo>
                <a:lnTo>
                  <a:pt x="20849" y="22490"/>
                </a:lnTo>
                <a:lnTo>
                  <a:pt x="21141" y="22224"/>
                </a:lnTo>
                <a:lnTo>
                  <a:pt x="21433" y="21958"/>
                </a:lnTo>
                <a:lnTo>
                  <a:pt x="21842" y="21852"/>
                </a:lnTo>
                <a:lnTo>
                  <a:pt x="22134" y="21586"/>
                </a:lnTo>
                <a:lnTo>
                  <a:pt x="22426" y="21479"/>
                </a:lnTo>
                <a:lnTo>
                  <a:pt x="22543" y="21320"/>
                </a:lnTo>
                <a:lnTo>
                  <a:pt x="22835" y="21214"/>
                </a:lnTo>
                <a:lnTo>
                  <a:pt x="23127" y="20948"/>
                </a:lnTo>
                <a:lnTo>
                  <a:pt x="23419" y="20841"/>
                </a:lnTo>
                <a:lnTo>
                  <a:pt x="23827" y="20576"/>
                </a:lnTo>
                <a:lnTo>
                  <a:pt x="24119" y="20416"/>
                </a:lnTo>
                <a:lnTo>
                  <a:pt x="24353" y="20203"/>
                </a:lnTo>
                <a:lnTo>
                  <a:pt x="24645" y="20044"/>
                </a:lnTo>
                <a:lnTo>
                  <a:pt x="24937" y="19778"/>
                </a:lnTo>
                <a:lnTo>
                  <a:pt x="25112" y="19672"/>
                </a:lnTo>
                <a:lnTo>
                  <a:pt x="25346" y="19406"/>
                </a:lnTo>
                <a:lnTo>
                  <a:pt x="25813" y="19299"/>
                </a:lnTo>
                <a:lnTo>
                  <a:pt x="26047" y="19034"/>
                </a:lnTo>
                <a:lnTo>
                  <a:pt x="26339" y="18874"/>
                </a:lnTo>
                <a:lnTo>
                  <a:pt x="26631" y="18768"/>
                </a:lnTo>
                <a:lnTo>
                  <a:pt x="26923" y="18502"/>
                </a:lnTo>
                <a:lnTo>
                  <a:pt x="27215" y="18396"/>
                </a:lnTo>
                <a:lnTo>
                  <a:pt x="27507" y="18130"/>
                </a:lnTo>
                <a:lnTo>
                  <a:pt x="27624" y="17970"/>
                </a:lnTo>
                <a:lnTo>
                  <a:pt x="28032" y="17758"/>
                </a:lnTo>
                <a:lnTo>
                  <a:pt x="28324" y="17598"/>
                </a:lnTo>
                <a:lnTo>
                  <a:pt x="28616" y="17332"/>
                </a:lnTo>
                <a:lnTo>
                  <a:pt x="28908" y="17226"/>
                </a:lnTo>
                <a:lnTo>
                  <a:pt x="29200" y="16960"/>
                </a:lnTo>
                <a:lnTo>
                  <a:pt x="29434" y="16854"/>
                </a:lnTo>
                <a:lnTo>
                  <a:pt x="29726" y="16694"/>
                </a:lnTo>
                <a:lnTo>
                  <a:pt x="30135" y="16588"/>
                </a:lnTo>
                <a:lnTo>
                  <a:pt x="30310" y="16322"/>
                </a:lnTo>
                <a:lnTo>
                  <a:pt x="30602" y="16216"/>
                </a:lnTo>
                <a:lnTo>
                  <a:pt x="30894" y="15950"/>
                </a:lnTo>
                <a:lnTo>
                  <a:pt x="31128" y="15790"/>
                </a:lnTo>
                <a:lnTo>
                  <a:pt x="31420" y="15578"/>
                </a:lnTo>
                <a:lnTo>
                  <a:pt x="31712" y="15418"/>
                </a:lnTo>
                <a:lnTo>
                  <a:pt x="32120" y="15152"/>
                </a:lnTo>
                <a:lnTo>
                  <a:pt x="32412" y="15046"/>
                </a:lnTo>
                <a:lnTo>
                  <a:pt x="32704" y="14780"/>
                </a:lnTo>
                <a:lnTo>
                  <a:pt x="33113" y="14408"/>
                </a:lnTo>
                <a:lnTo>
                  <a:pt x="33405" y="14408"/>
                </a:lnTo>
                <a:lnTo>
                  <a:pt x="33697" y="14142"/>
                </a:lnTo>
                <a:lnTo>
                  <a:pt x="33989" y="14036"/>
                </a:lnTo>
                <a:lnTo>
                  <a:pt x="34398" y="13770"/>
                </a:lnTo>
                <a:lnTo>
                  <a:pt x="34690" y="13611"/>
                </a:lnTo>
                <a:lnTo>
                  <a:pt x="34982" y="13398"/>
                </a:lnTo>
                <a:lnTo>
                  <a:pt x="35216" y="13238"/>
                </a:lnTo>
                <a:lnTo>
                  <a:pt x="35391" y="12973"/>
                </a:lnTo>
                <a:lnTo>
                  <a:pt x="35683" y="12866"/>
                </a:lnTo>
                <a:lnTo>
                  <a:pt x="35917" y="12600"/>
                </a:lnTo>
                <a:lnTo>
                  <a:pt x="36384" y="12494"/>
                </a:lnTo>
                <a:lnTo>
                  <a:pt x="36676" y="12334"/>
                </a:lnTo>
                <a:lnTo>
                  <a:pt x="36909" y="12069"/>
                </a:lnTo>
                <a:lnTo>
                  <a:pt x="37201" y="12069"/>
                </a:lnTo>
                <a:lnTo>
                  <a:pt x="37493" y="11856"/>
                </a:lnTo>
                <a:lnTo>
                  <a:pt x="37610" y="11696"/>
                </a:lnTo>
                <a:lnTo>
                  <a:pt x="37902" y="11431"/>
                </a:lnTo>
                <a:lnTo>
                  <a:pt x="38369" y="11324"/>
                </a:lnTo>
                <a:lnTo>
                  <a:pt x="38603" y="11058"/>
                </a:lnTo>
                <a:lnTo>
                  <a:pt x="38895" y="10952"/>
                </a:lnTo>
                <a:lnTo>
                  <a:pt x="39187" y="10686"/>
                </a:lnTo>
                <a:lnTo>
                  <a:pt x="39479" y="10527"/>
                </a:lnTo>
                <a:lnTo>
                  <a:pt x="39771" y="10314"/>
                </a:lnTo>
                <a:lnTo>
                  <a:pt x="40005" y="10155"/>
                </a:lnTo>
                <a:lnTo>
                  <a:pt x="40180" y="9889"/>
                </a:lnTo>
                <a:lnTo>
                  <a:pt x="40589" y="9782"/>
                </a:lnTo>
                <a:lnTo>
                  <a:pt x="40881" y="9782"/>
                </a:lnTo>
                <a:lnTo>
                  <a:pt x="41173" y="9517"/>
                </a:lnTo>
                <a:lnTo>
                  <a:pt x="41465" y="9410"/>
                </a:lnTo>
                <a:lnTo>
                  <a:pt x="41698" y="9144"/>
                </a:lnTo>
                <a:lnTo>
                  <a:pt x="41990" y="8985"/>
                </a:lnTo>
                <a:lnTo>
                  <a:pt x="42282" y="8772"/>
                </a:lnTo>
                <a:lnTo>
                  <a:pt x="42691" y="8613"/>
                </a:lnTo>
                <a:lnTo>
                  <a:pt x="42866" y="8347"/>
                </a:lnTo>
                <a:lnTo>
                  <a:pt x="43158" y="8241"/>
                </a:lnTo>
                <a:lnTo>
                  <a:pt x="43392" y="7975"/>
                </a:lnTo>
                <a:lnTo>
                  <a:pt x="43684" y="7868"/>
                </a:lnTo>
                <a:lnTo>
                  <a:pt x="43976" y="7709"/>
                </a:lnTo>
                <a:lnTo>
                  <a:pt x="44268" y="7443"/>
                </a:lnTo>
                <a:lnTo>
                  <a:pt x="44677" y="7337"/>
                </a:lnTo>
                <a:lnTo>
                  <a:pt x="44969" y="7230"/>
                </a:lnTo>
                <a:lnTo>
                  <a:pt x="45261" y="7071"/>
                </a:lnTo>
                <a:lnTo>
                  <a:pt x="45378" y="6805"/>
                </a:lnTo>
                <a:lnTo>
                  <a:pt x="45670" y="6699"/>
                </a:lnTo>
                <a:lnTo>
                  <a:pt x="45962" y="6539"/>
                </a:lnTo>
                <a:lnTo>
                  <a:pt x="46254" y="6326"/>
                </a:lnTo>
                <a:lnTo>
                  <a:pt x="46546" y="6167"/>
                </a:lnTo>
                <a:lnTo>
                  <a:pt x="46954" y="5901"/>
                </a:lnTo>
                <a:lnTo>
                  <a:pt x="47246" y="5795"/>
                </a:lnTo>
                <a:lnTo>
                  <a:pt x="47480" y="5529"/>
                </a:lnTo>
                <a:lnTo>
                  <a:pt x="47772" y="5423"/>
                </a:lnTo>
                <a:lnTo>
                  <a:pt x="47947" y="5263"/>
                </a:lnTo>
                <a:lnTo>
                  <a:pt x="48239" y="4997"/>
                </a:lnTo>
                <a:lnTo>
                  <a:pt x="48473" y="4997"/>
                </a:lnTo>
                <a:lnTo>
                  <a:pt x="48940" y="4785"/>
                </a:lnTo>
                <a:lnTo>
                  <a:pt x="49174" y="4625"/>
                </a:lnTo>
                <a:lnTo>
                  <a:pt x="49466" y="4359"/>
                </a:lnTo>
                <a:lnTo>
                  <a:pt x="49758" y="4253"/>
                </a:lnTo>
                <a:lnTo>
                  <a:pt x="50050" y="4147"/>
                </a:lnTo>
                <a:lnTo>
                  <a:pt x="50342" y="3881"/>
                </a:lnTo>
                <a:lnTo>
                  <a:pt x="50459" y="3721"/>
                </a:lnTo>
                <a:lnTo>
                  <a:pt x="50867" y="3455"/>
                </a:lnTo>
                <a:lnTo>
                  <a:pt x="51159" y="3349"/>
                </a:lnTo>
                <a:lnTo>
                  <a:pt x="51451" y="3243"/>
                </a:lnTo>
                <a:lnTo>
                  <a:pt x="51743" y="2977"/>
                </a:lnTo>
                <a:lnTo>
                  <a:pt x="52035" y="2817"/>
                </a:lnTo>
                <a:lnTo>
                  <a:pt x="52327" y="2711"/>
                </a:lnTo>
                <a:lnTo>
                  <a:pt x="52561" y="2605"/>
                </a:lnTo>
                <a:lnTo>
                  <a:pt x="52736" y="2339"/>
                </a:lnTo>
                <a:lnTo>
                  <a:pt x="53145" y="2179"/>
                </a:lnTo>
                <a:lnTo>
                  <a:pt x="53437" y="2073"/>
                </a:lnTo>
                <a:lnTo>
                  <a:pt x="53729" y="1807"/>
                </a:lnTo>
                <a:lnTo>
                  <a:pt x="54021" y="1701"/>
                </a:lnTo>
                <a:lnTo>
                  <a:pt x="54255" y="1435"/>
                </a:lnTo>
                <a:lnTo>
                  <a:pt x="54547" y="1276"/>
                </a:lnTo>
                <a:lnTo>
                  <a:pt x="54839" y="1169"/>
                </a:lnTo>
                <a:lnTo>
                  <a:pt x="55248" y="903"/>
                </a:lnTo>
                <a:lnTo>
                  <a:pt x="55423" y="797"/>
                </a:lnTo>
                <a:lnTo>
                  <a:pt x="55715" y="638"/>
                </a:lnTo>
                <a:lnTo>
                  <a:pt x="55948" y="372"/>
                </a:lnTo>
                <a:lnTo>
                  <a:pt x="56240" y="372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792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2965201" y="2482971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408" y="30199"/>
                </a:lnTo>
                <a:lnTo>
                  <a:pt x="700" y="29933"/>
                </a:lnTo>
                <a:lnTo>
                  <a:pt x="992" y="29827"/>
                </a:lnTo>
                <a:lnTo>
                  <a:pt x="1109" y="29561"/>
                </a:lnTo>
                <a:lnTo>
                  <a:pt x="1401" y="29401"/>
                </a:lnTo>
                <a:lnTo>
                  <a:pt x="1693" y="29295"/>
                </a:lnTo>
                <a:lnTo>
                  <a:pt x="1985" y="29029"/>
                </a:lnTo>
                <a:lnTo>
                  <a:pt x="2219" y="28923"/>
                </a:lnTo>
                <a:lnTo>
                  <a:pt x="2686" y="28763"/>
                </a:lnTo>
                <a:lnTo>
                  <a:pt x="2978" y="28498"/>
                </a:lnTo>
                <a:lnTo>
                  <a:pt x="3212" y="28391"/>
                </a:lnTo>
                <a:lnTo>
                  <a:pt x="3504" y="28285"/>
                </a:lnTo>
                <a:lnTo>
                  <a:pt x="3679" y="28125"/>
                </a:lnTo>
                <a:lnTo>
                  <a:pt x="3912" y="28019"/>
                </a:lnTo>
                <a:lnTo>
                  <a:pt x="4204" y="27753"/>
                </a:lnTo>
                <a:lnTo>
                  <a:pt x="4672" y="27647"/>
                </a:lnTo>
                <a:lnTo>
                  <a:pt x="4905" y="27487"/>
                </a:lnTo>
                <a:lnTo>
                  <a:pt x="5197" y="27222"/>
                </a:lnTo>
                <a:lnTo>
                  <a:pt x="5489" y="27115"/>
                </a:lnTo>
                <a:lnTo>
                  <a:pt x="5781" y="26956"/>
                </a:lnTo>
                <a:lnTo>
                  <a:pt x="6073" y="26743"/>
                </a:lnTo>
                <a:lnTo>
                  <a:pt x="6190" y="26584"/>
                </a:lnTo>
                <a:lnTo>
                  <a:pt x="6599" y="26477"/>
                </a:lnTo>
                <a:lnTo>
                  <a:pt x="6891" y="26211"/>
                </a:lnTo>
                <a:lnTo>
                  <a:pt x="7183" y="26105"/>
                </a:lnTo>
                <a:lnTo>
                  <a:pt x="7475" y="25946"/>
                </a:lnTo>
                <a:lnTo>
                  <a:pt x="7767" y="25839"/>
                </a:lnTo>
                <a:lnTo>
                  <a:pt x="8001" y="25680"/>
                </a:lnTo>
                <a:lnTo>
                  <a:pt x="8293" y="25414"/>
                </a:lnTo>
                <a:lnTo>
                  <a:pt x="8585" y="25307"/>
                </a:lnTo>
                <a:lnTo>
                  <a:pt x="8877" y="25201"/>
                </a:lnTo>
                <a:lnTo>
                  <a:pt x="9169" y="24935"/>
                </a:lnTo>
                <a:lnTo>
                  <a:pt x="9461" y="24776"/>
                </a:lnTo>
                <a:lnTo>
                  <a:pt x="9694" y="24669"/>
                </a:lnTo>
                <a:lnTo>
                  <a:pt x="9986" y="24404"/>
                </a:lnTo>
                <a:lnTo>
                  <a:pt x="10278" y="24297"/>
                </a:lnTo>
                <a:lnTo>
                  <a:pt x="10570" y="24138"/>
                </a:lnTo>
                <a:lnTo>
                  <a:pt x="10979" y="23872"/>
                </a:lnTo>
                <a:lnTo>
                  <a:pt x="11154" y="23766"/>
                </a:lnTo>
                <a:lnTo>
                  <a:pt x="11388" y="23766"/>
                </a:lnTo>
                <a:lnTo>
                  <a:pt x="11680" y="23500"/>
                </a:lnTo>
                <a:lnTo>
                  <a:pt x="11972" y="23393"/>
                </a:lnTo>
                <a:lnTo>
                  <a:pt x="12264" y="23234"/>
                </a:lnTo>
                <a:lnTo>
                  <a:pt x="12556" y="23021"/>
                </a:lnTo>
                <a:lnTo>
                  <a:pt x="12965" y="22862"/>
                </a:lnTo>
                <a:lnTo>
                  <a:pt x="13257" y="22755"/>
                </a:lnTo>
                <a:lnTo>
                  <a:pt x="13549" y="22490"/>
                </a:lnTo>
                <a:lnTo>
                  <a:pt x="13666" y="22330"/>
                </a:lnTo>
                <a:lnTo>
                  <a:pt x="13958" y="22224"/>
                </a:lnTo>
                <a:lnTo>
                  <a:pt x="14250" y="21958"/>
                </a:lnTo>
                <a:lnTo>
                  <a:pt x="14542" y="21852"/>
                </a:lnTo>
                <a:lnTo>
                  <a:pt x="14775" y="21692"/>
                </a:lnTo>
                <a:lnTo>
                  <a:pt x="15242" y="21479"/>
                </a:lnTo>
                <a:lnTo>
                  <a:pt x="15476" y="21479"/>
                </a:lnTo>
                <a:lnTo>
                  <a:pt x="15768" y="21320"/>
                </a:lnTo>
                <a:lnTo>
                  <a:pt x="16060" y="21214"/>
                </a:lnTo>
                <a:lnTo>
                  <a:pt x="16235" y="20948"/>
                </a:lnTo>
                <a:lnTo>
                  <a:pt x="16469" y="20788"/>
                </a:lnTo>
                <a:lnTo>
                  <a:pt x="16761" y="20682"/>
                </a:lnTo>
                <a:lnTo>
                  <a:pt x="17170" y="20416"/>
                </a:lnTo>
                <a:lnTo>
                  <a:pt x="17462" y="20310"/>
                </a:lnTo>
                <a:lnTo>
                  <a:pt x="17754" y="20150"/>
                </a:lnTo>
                <a:lnTo>
                  <a:pt x="18046" y="19938"/>
                </a:lnTo>
                <a:lnTo>
                  <a:pt x="18338" y="19778"/>
                </a:lnTo>
                <a:lnTo>
                  <a:pt x="18630" y="19672"/>
                </a:lnTo>
                <a:lnTo>
                  <a:pt x="18746" y="19512"/>
                </a:lnTo>
                <a:lnTo>
                  <a:pt x="19155" y="19246"/>
                </a:lnTo>
                <a:lnTo>
                  <a:pt x="19447" y="19140"/>
                </a:lnTo>
                <a:lnTo>
                  <a:pt x="19739" y="19034"/>
                </a:lnTo>
                <a:lnTo>
                  <a:pt x="20031" y="18874"/>
                </a:lnTo>
                <a:lnTo>
                  <a:pt x="20323" y="18768"/>
                </a:lnTo>
                <a:lnTo>
                  <a:pt x="20557" y="18608"/>
                </a:lnTo>
                <a:lnTo>
                  <a:pt x="20849" y="18396"/>
                </a:lnTo>
                <a:lnTo>
                  <a:pt x="21141" y="18236"/>
                </a:lnTo>
                <a:lnTo>
                  <a:pt x="21433" y="18130"/>
                </a:lnTo>
                <a:lnTo>
                  <a:pt x="21725" y="17970"/>
                </a:lnTo>
                <a:lnTo>
                  <a:pt x="22017" y="17704"/>
                </a:lnTo>
                <a:lnTo>
                  <a:pt x="22251" y="17598"/>
                </a:lnTo>
                <a:lnTo>
                  <a:pt x="22543" y="17492"/>
                </a:lnTo>
                <a:lnTo>
                  <a:pt x="22835" y="17332"/>
                </a:lnTo>
                <a:lnTo>
                  <a:pt x="23127" y="17066"/>
                </a:lnTo>
                <a:lnTo>
                  <a:pt x="23535" y="16960"/>
                </a:lnTo>
                <a:lnTo>
                  <a:pt x="23711" y="16854"/>
                </a:lnTo>
                <a:lnTo>
                  <a:pt x="23944" y="16694"/>
                </a:lnTo>
                <a:lnTo>
                  <a:pt x="24236" y="16588"/>
                </a:lnTo>
                <a:lnTo>
                  <a:pt x="24528" y="16428"/>
                </a:lnTo>
                <a:lnTo>
                  <a:pt x="24820" y="16322"/>
                </a:lnTo>
                <a:lnTo>
                  <a:pt x="25112" y="16056"/>
                </a:lnTo>
                <a:lnTo>
                  <a:pt x="25521" y="15950"/>
                </a:lnTo>
                <a:lnTo>
                  <a:pt x="25813" y="15790"/>
                </a:lnTo>
                <a:lnTo>
                  <a:pt x="26105" y="15684"/>
                </a:lnTo>
                <a:lnTo>
                  <a:pt x="26222" y="15418"/>
                </a:lnTo>
                <a:lnTo>
                  <a:pt x="26514" y="15312"/>
                </a:lnTo>
                <a:lnTo>
                  <a:pt x="26806" y="15152"/>
                </a:lnTo>
                <a:lnTo>
                  <a:pt x="27039" y="14887"/>
                </a:lnTo>
                <a:lnTo>
                  <a:pt x="27332" y="14780"/>
                </a:lnTo>
                <a:lnTo>
                  <a:pt x="27799" y="14674"/>
                </a:lnTo>
                <a:lnTo>
                  <a:pt x="28032" y="14514"/>
                </a:lnTo>
                <a:lnTo>
                  <a:pt x="28324" y="14408"/>
                </a:lnTo>
                <a:lnTo>
                  <a:pt x="28616" y="14249"/>
                </a:lnTo>
                <a:lnTo>
                  <a:pt x="29025" y="13983"/>
                </a:lnTo>
                <a:lnTo>
                  <a:pt x="29317" y="13770"/>
                </a:lnTo>
                <a:lnTo>
                  <a:pt x="29726" y="13611"/>
                </a:lnTo>
                <a:lnTo>
                  <a:pt x="30018" y="13504"/>
                </a:lnTo>
                <a:lnTo>
                  <a:pt x="30310" y="13345"/>
                </a:lnTo>
                <a:lnTo>
                  <a:pt x="30602" y="13132"/>
                </a:lnTo>
                <a:lnTo>
                  <a:pt x="30894" y="12973"/>
                </a:lnTo>
                <a:lnTo>
                  <a:pt x="31128" y="12866"/>
                </a:lnTo>
                <a:lnTo>
                  <a:pt x="31303" y="12707"/>
                </a:lnTo>
                <a:lnTo>
                  <a:pt x="31595" y="12600"/>
                </a:lnTo>
                <a:lnTo>
                  <a:pt x="32004" y="12334"/>
                </a:lnTo>
                <a:lnTo>
                  <a:pt x="32296" y="12228"/>
                </a:lnTo>
                <a:lnTo>
                  <a:pt x="32588" y="12069"/>
                </a:lnTo>
                <a:lnTo>
                  <a:pt x="32821" y="12069"/>
                </a:lnTo>
                <a:lnTo>
                  <a:pt x="33113" y="11803"/>
                </a:lnTo>
                <a:lnTo>
                  <a:pt x="33405" y="11696"/>
                </a:lnTo>
                <a:lnTo>
                  <a:pt x="33697" y="11590"/>
                </a:lnTo>
                <a:lnTo>
                  <a:pt x="33989" y="11431"/>
                </a:lnTo>
                <a:lnTo>
                  <a:pt x="34281" y="11165"/>
                </a:lnTo>
                <a:lnTo>
                  <a:pt x="34515" y="11058"/>
                </a:lnTo>
                <a:lnTo>
                  <a:pt x="34807" y="10899"/>
                </a:lnTo>
                <a:lnTo>
                  <a:pt x="35099" y="10793"/>
                </a:lnTo>
                <a:lnTo>
                  <a:pt x="35391" y="10686"/>
                </a:lnTo>
                <a:lnTo>
                  <a:pt x="35683" y="10420"/>
                </a:lnTo>
                <a:lnTo>
                  <a:pt x="36092" y="10261"/>
                </a:lnTo>
                <a:lnTo>
                  <a:pt x="36501" y="10048"/>
                </a:lnTo>
                <a:lnTo>
                  <a:pt x="36793" y="9889"/>
                </a:lnTo>
                <a:lnTo>
                  <a:pt x="37085" y="9782"/>
                </a:lnTo>
                <a:lnTo>
                  <a:pt x="37377" y="9623"/>
                </a:lnTo>
                <a:lnTo>
                  <a:pt x="37669" y="9517"/>
                </a:lnTo>
                <a:lnTo>
                  <a:pt x="37902" y="9357"/>
                </a:lnTo>
                <a:lnTo>
                  <a:pt x="38369" y="9144"/>
                </a:lnTo>
                <a:lnTo>
                  <a:pt x="38603" y="8985"/>
                </a:lnTo>
                <a:lnTo>
                  <a:pt x="38778" y="8879"/>
                </a:lnTo>
                <a:lnTo>
                  <a:pt x="39070" y="8719"/>
                </a:lnTo>
                <a:lnTo>
                  <a:pt x="39362" y="8613"/>
                </a:lnTo>
                <a:lnTo>
                  <a:pt x="39596" y="8347"/>
                </a:lnTo>
                <a:lnTo>
                  <a:pt x="39888" y="8241"/>
                </a:lnTo>
                <a:lnTo>
                  <a:pt x="40297" y="8081"/>
                </a:lnTo>
                <a:lnTo>
                  <a:pt x="40589" y="7975"/>
                </a:lnTo>
                <a:lnTo>
                  <a:pt x="40881" y="7815"/>
                </a:lnTo>
                <a:lnTo>
                  <a:pt x="41173" y="7709"/>
                </a:lnTo>
                <a:lnTo>
                  <a:pt x="41290" y="7443"/>
                </a:lnTo>
                <a:lnTo>
                  <a:pt x="41582" y="7443"/>
                </a:lnTo>
                <a:lnTo>
                  <a:pt x="41874" y="7337"/>
                </a:lnTo>
                <a:lnTo>
                  <a:pt x="42282" y="7177"/>
                </a:lnTo>
                <a:lnTo>
                  <a:pt x="42574" y="7071"/>
                </a:lnTo>
                <a:lnTo>
                  <a:pt x="42866" y="6805"/>
                </a:lnTo>
                <a:lnTo>
                  <a:pt x="43158" y="6699"/>
                </a:lnTo>
                <a:lnTo>
                  <a:pt x="43450" y="6539"/>
                </a:lnTo>
                <a:lnTo>
                  <a:pt x="43684" y="6433"/>
                </a:lnTo>
                <a:lnTo>
                  <a:pt x="43859" y="6273"/>
                </a:lnTo>
                <a:lnTo>
                  <a:pt x="44151" y="6167"/>
                </a:lnTo>
                <a:lnTo>
                  <a:pt x="44560" y="5901"/>
                </a:lnTo>
                <a:lnTo>
                  <a:pt x="44852" y="5795"/>
                </a:lnTo>
                <a:lnTo>
                  <a:pt x="45144" y="5635"/>
                </a:lnTo>
                <a:lnTo>
                  <a:pt x="45378" y="5529"/>
                </a:lnTo>
                <a:lnTo>
                  <a:pt x="45670" y="5423"/>
                </a:lnTo>
                <a:lnTo>
                  <a:pt x="45962" y="5157"/>
                </a:lnTo>
                <a:lnTo>
                  <a:pt x="46254" y="5157"/>
                </a:lnTo>
                <a:lnTo>
                  <a:pt x="46546" y="4997"/>
                </a:lnTo>
                <a:lnTo>
                  <a:pt x="46838" y="4891"/>
                </a:lnTo>
                <a:lnTo>
                  <a:pt x="47071" y="4731"/>
                </a:lnTo>
                <a:lnTo>
                  <a:pt x="47363" y="4625"/>
                </a:lnTo>
                <a:lnTo>
                  <a:pt x="47655" y="4519"/>
                </a:lnTo>
                <a:lnTo>
                  <a:pt x="47947" y="4253"/>
                </a:lnTo>
                <a:lnTo>
                  <a:pt x="48239" y="4093"/>
                </a:lnTo>
                <a:lnTo>
                  <a:pt x="48648" y="3987"/>
                </a:lnTo>
                <a:lnTo>
                  <a:pt x="49057" y="3721"/>
                </a:lnTo>
                <a:lnTo>
                  <a:pt x="49349" y="3615"/>
                </a:lnTo>
                <a:lnTo>
                  <a:pt x="49641" y="3349"/>
                </a:lnTo>
                <a:lnTo>
                  <a:pt x="49933" y="3190"/>
                </a:lnTo>
                <a:lnTo>
                  <a:pt x="50167" y="3083"/>
                </a:lnTo>
                <a:lnTo>
                  <a:pt x="50459" y="2977"/>
                </a:lnTo>
                <a:lnTo>
                  <a:pt x="50926" y="2817"/>
                </a:lnTo>
                <a:lnTo>
                  <a:pt x="51159" y="2817"/>
                </a:lnTo>
                <a:lnTo>
                  <a:pt x="51335" y="2711"/>
                </a:lnTo>
                <a:lnTo>
                  <a:pt x="51627" y="2445"/>
                </a:lnTo>
                <a:lnTo>
                  <a:pt x="51860" y="2339"/>
                </a:lnTo>
                <a:lnTo>
                  <a:pt x="52152" y="2179"/>
                </a:lnTo>
                <a:lnTo>
                  <a:pt x="52444" y="2073"/>
                </a:lnTo>
                <a:lnTo>
                  <a:pt x="52853" y="1914"/>
                </a:lnTo>
                <a:lnTo>
                  <a:pt x="53145" y="1807"/>
                </a:lnTo>
                <a:lnTo>
                  <a:pt x="53437" y="1701"/>
                </a:lnTo>
                <a:lnTo>
                  <a:pt x="53729" y="1541"/>
                </a:lnTo>
                <a:lnTo>
                  <a:pt x="53846" y="1276"/>
                </a:lnTo>
                <a:lnTo>
                  <a:pt x="54138" y="1169"/>
                </a:lnTo>
                <a:lnTo>
                  <a:pt x="54430" y="1010"/>
                </a:lnTo>
                <a:lnTo>
                  <a:pt x="54839" y="903"/>
                </a:lnTo>
                <a:lnTo>
                  <a:pt x="55131" y="797"/>
                </a:lnTo>
                <a:lnTo>
                  <a:pt x="55423" y="638"/>
                </a:lnTo>
                <a:lnTo>
                  <a:pt x="55715" y="531"/>
                </a:lnTo>
                <a:lnTo>
                  <a:pt x="55948" y="372"/>
                </a:lnTo>
                <a:lnTo>
                  <a:pt x="56240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787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3021909" y="2459471"/>
            <a:ext cx="56941" cy="23500"/>
          </a:xfrm>
          <a:custGeom>
            <a:avLst/>
            <a:gdLst/>
            <a:ahLst/>
            <a:cxnLst/>
            <a:rect l="l" t="t" r="r" b="b"/>
            <a:pathLst>
              <a:path w="56941" h="23500">
                <a:moveTo>
                  <a:pt x="0" y="23500"/>
                </a:moveTo>
                <a:lnTo>
                  <a:pt x="408" y="23393"/>
                </a:lnTo>
                <a:lnTo>
                  <a:pt x="700" y="23234"/>
                </a:lnTo>
                <a:lnTo>
                  <a:pt x="934" y="23128"/>
                </a:lnTo>
                <a:lnTo>
                  <a:pt x="1226" y="22968"/>
                </a:lnTo>
                <a:lnTo>
                  <a:pt x="1518" y="22862"/>
                </a:lnTo>
                <a:lnTo>
                  <a:pt x="1810" y="22755"/>
                </a:lnTo>
                <a:lnTo>
                  <a:pt x="2102" y="22490"/>
                </a:lnTo>
                <a:lnTo>
                  <a:pt x="2394" y="22330"/>
                </a:lnTo>
                <a:lnTo>
                  <a:pt x="2628" y="22224"/>
                </a:lnTo>
                <a:lnTo>
                  <a:pt x="2920" y="22117"/>
                </a:lnTo>
                <a:lnTo>
                  <a:pt x="3212" y="21958"/>
                </a:lnTo>
                <a:lnTo>
                  <a:pt x="3504" y="21852"/>
                </a:lnTo>
                <a:lnTo>
                  <a:pt x="3796" y="21692"/>
                </a:lnTo>
                <a:lnTo>
                  <a:pt x="4088" y="21586"/>
                </a:lnTo>
                <a:lnTo>
                  <a:pt x="4496" y="21586"/>
                </a:lnTo>
                <a:lnTo>
                  <a:pt x="4788" y="21426"/>
                </a:lnTo>
                <a:lnTo>
                  <a:pt x="4905" y="21214"/>
                </a:lnTo>
                <a:lnTo>
                  <a:pt x="5197" y="21054"/>
                </a:lnTo>
                <a:lnTo>
                  <a:pt x="5489" y="20948"/>
                </a:lnTo>
                <a:lnTo>
                  <a:pt x="5781" y="20788"/>
                </a:lnTo>
                <a:lnTo>
                  <a:pt x="6015" y="20682"/>
                </a:lnTo>
                <a:lnTo>
                  <a:pt x="6307" y="20576"/>
                </a:lnTo>
                <a:lnTo>
                  <a:pt x="6716" y="20416"/>
                </a:lnTo>
                <a:lnTo>
                  <a:pt x="7008" y="20310"/>
                </a:lnTo>
                <a:lnTo>
                  <a:pt x="7183" y="20150"/>
                </a:lnTo>
                <a:lnTo>
                  <a:pt x="7475" y="20044"/>
                </a:lnTo>
                <a:lnTo>
                  <a:pt x="7709" y="19884"/>
                </a:lnTo>
                <a:lnTo>
                  <a:pt x="8001" y="19778"/>
                </a:lnTo>
                <a:lnTo>
                  <a:pt x="8293" y="19512"/>
                </a:lnTo>
                <a:lnTo>
                  <a:pt x="8701" y="19406"/>
                </a:lnTo>
                <a:lnTo>
                  <a:pt x="8993" y="19246"/>
                </a:lnTo>
                <a:lnTo>
                  <a:pt x="9285" y="19246"/>
                </a:lnTo>
                <a:lnTo>
                  <a:pt x="9577" y="19140"/>
                </a:lnTo>
                <a:lnTo>
                  <a:pt x="9986" y="18874"/>
                </a:lnTo>
                <a:lnTo>
                  <a:pt x="10278" y="18768"/>
                </a:lnTo>
                <a:lnTo>
                  <a:pt x="10687" y="18608"/>
                </a:lnTo>
                <a:lnTo>
                  <a:pt x="10979" y="18502"/>
                </a:lnTo>
                <a:lnTo>
                  <a:pt x="11271" y="18342"/>
                </a:lnTo>
                <a:lnTo>
                  <a:pt x="11563" y="18236"/>
                </a:lnTo>
                <a:lnTo>
                  <a:pt x="11797" y="18130"/>
                </a:lnTo>
                <a:lnTo>
                  <a:pt x="12089" y="17970"/>
                </a:lnTo>
                <a:lnTo>
                  <a:pt x="12264" y="17864"/>
                </a:lnTo>
                <a:lnTo>
                  <a:pt x="12497" y="17704"/>
                </a:lnTo>
                <a:lnTo>
                  <a:pt x="12965" y="17492"/>
                </a:lnTo>
                <a:lnTo>
                  <a:pt x="13257" y="17332"/>
                </a:lnTo>
                <a:lnTo>
                  <a:pt x="13490" y="17226"/>
                </a:lnTo>
                <a:lnTo>
                  <a:pt x="13782" y="17066"/>
                </a:lnTo>
                <a:lnTo>
                  <a:pt x="14074" y="16960"/>
                </a:lnTo>
                <a:lnTo>
                  <a:pt x="14366" y="16960"/>
                </a:lnTo>
                <a:lnTo>
                  <a:pt x="14658" y="16801"/>
                </a:lnTo>
                <a:lnTo>
                  <a:pt x="14950" y="16694"/>
                </a:lnTo>
                <a:lnTo>
                  <a:pt x="15184" y="16588"/>
                </a:lnTo>
                <a:lnTo>
                  <a:pt x="15476" y="16428"/>
                </a:lnTo>
                <a:lnTo>
                  <a:pt x="15768" y="16322"/>
                </a:lnTo>
                <a:lnTo>
                  <a:pt x="16060" y="16163"/>
                </a:lnTo>
                <a:lnTo>
                  <a:pt x="16352" y="16056"/>
                </a:lnTo>
                <a:lnTo>
                  <a:pt x="16586" y="15950"/>
                </a:lnTo>
                <a:lnTo>
                  <a:pt x="17053" y="15790"/>
                </a:lnTo>
                <a:lnTo>
                  <a:pt x="17345" y="15684"/>
                </a:lnTo>
                <a:lnTo>
                  <a:pt x="17462" y="15525"/>
                </a:lnTo>
                <a:lnTo>
                  <a:pt x="17754" y="15418"/>
                </a:lnTo>
                <a:lnTo>
                  <a:pt x="18046" y="15259"/>
                </a:lnTo>
                <a:lnTo>
                  <a:pt x="18279" y="15152"/>
                </a:lnTo>
                <a:lnTo>
                  <a:pt x="18571" y="15046"/>
                </a:lnTo>
                <a:lnTo>
                  <a:pt x="18863" y="14887"/>
                </a:lnTo>
                <a:lnTo>
                  <a:pt x="19272" y="14780"/>
                </a:lnTo>
                <a:lnTo>
                  <a:pt x="19564" y="14621"/>
                </a:lnTo>
                <a:lnTo>
                  <a:pt x="19856" y="14621"/>
                </a:lnTo>
                <a:lnTo>
                  <a:pt x="20265" y="14408"/>
                </a:lnTo>
                <a:lnTo>
                  <a:pt x="20557" y="14249"/>
                </a:lnTo>
                <a:lnTo>
                  <a:pt x="20849" y="14142"/>
                </a:lnTo>
                <a:lnTo>
                  <a:pt x="21258" y="13983"/>
                </a:lnTo>
                <a:lnTo>
                  <a:pt x="21550" y="13876"/>
                </a:lnTo>
                <a:lnTo>
                  <a:pt x="21842" y="13717"/>
                </a:lnTo>
                <a:lnTo>
                  <a:pt x="22134" y="13611"/>
                </a:lnTo>
                <a:lnTo>
                  <a:pt x="22543" y="13345"/>
                </a:lnTo>
                <a:lnTo>
                  <a:pt x="22835" y="13238"/>
                </a:lnTo>
                <a:lnTo>
                  <a:pt x="23243" y="13079"/>
                </a:lnTo>
                <a:lnTo>
                  <a:pt x="23535" y="12973"/>
                </a:lnTo>
                <a:lnTo>
                  <a:pt x="23827" y="12866"/>
                </a:lnTo>
                <a:lnTo>
                  <a:pt x="24061" y="12707"/>
                </a:lnTo>
                <a:lnTo>
                  <a:pt x="24353" y="12600"/>
                </a:lnTo>
                <a:lnTo>
                  <a:pt x="24645" y="12441"/>
                </a:lnTo>
                <a:lnTo>
                  <a:pt x="24820" y="12334"/>
                </a:lnTo>
                <a:lnTo>
                  <a:pt x="25054" y="12334"/>
                </a:lnTo>
                <a:lnTo>
                  <a:pt x="25521" y="12228"/>
                </a:lnTo>
                <a:lnTo>
                  <a:pt x="25755" y="12069"/>
                </a:lnTo>
                <a:lnTo>
                  <a:pt x="26047" y="11962"/>
                </a:lnTo>
                <a:lnTo>
                  <a:pt x="26339" y="11803"/>
                </a:lnTo>
                <a:lnTo>
                  <a:pt x="26631" y="11696"/>
                </a:lnTo>
                <a:lnTo>
                  <a:pt x="26923" y="11537"/>
                </a:lnTo>
                <a:lnTo>
                  <a:pt x="27215" y="11431"/>
                </a:lnTo>
                <a:lnTo>
                  <a:pt x="27448" y="11324"/>
                </a:lnTo>
                <a:lnTo>
                  <a:pt x="27740" y="11165"/>
                </a:lnTo>
                <a:lnTo>
                  <a:pt x="28032" y="11058"/>
                </a:lnTo>
                <a:lnTo>
                  <a:pt x="28324" y="10899"/>
                </a:lnTo>
                <a:lnTo>
                  <a:pt x="28616" y="10793"/>
                </a:lnTo>
                <a:lnTo>
                  <a:pt x="28908" y="10686"/>
                </a:lnTo>
                <a:lnTo>
                  <a:pt x="29142" y="10527"/>
                </a:lnTo>
                <a:lnTo>
                  <a:pt x="29609" y="10420"/>
                </a:lnTo>
                <a:lnTo>
                  <a:pt x="29843" y="10261"/>
                </a:lnTo>
                <a:lnTo>
                  <a:pt x="30018" y="10155"/>
                </a:lnTo>
                <a:lnTo>
                  <a:pt x="30310" y="9995"/>
                </a:lnTo>
                <a:lnTo>
                  <a:pt x="30602" y="9995"/>
                </a:lnTo>
                <a:lnTo>
                  <a:pt x="30836" y="9889"/>
                </a:lnTo>
                <a:lnTo>
                  <a:pt x="31128" y="9782"/>
                </a:lnTo>
                <a:lnTo>
                  <a:pt x="31420" y="9623"/>
                </a:lnTo>
                <a:lnTo>
                  <a:pt x="31828" y="9517"/>
                </a:lnTo>
                <a:lnTo>
                  <a:pt x="32120" y="9357"/>
                </a:lnTo>
                <a:lnTo>
                  <a:pt x="32412" y="9251"/>
                </a:lnTo>
                <a:lnTo>
                  <a:pt x="32821" y="9144"/>
                </a:lnTo>
                <a:lnTo>
                  <a:pt x="33113" y="8985"/>
                </a:lnTo>
                <a:lnTo>
                  <a:pt x="33405" y="8879"/>
                </a:lnTo>
                <a:lnTo>
                  <a:pt x="33814" y="8719"/>
                </a:lnTo>
                <a:lnTo>
                  <a:pt x="34106" y="8613"/>
                </a:lnTo>
                <a:lnTo>
                  <a:pt x="34398" y="8453"/>
                </a:lnTo>
                <a:lnTo>
                  <a:pt x="34690" y="8347"/>
                </a:lnTo>
                <a:lnTo>
                  <a:pt x="34924" y="8241"/>
                </a:lnTo>
                <a:lnTo>
                  <a:pt x="35099" y="8081"/>
                </a:lnTo>
                <a:lnTo>
                  <a:pt x="35391" y="7975"/>
                </a:lnTo>
                <a:lnTo>
                  <a:pt x="35800" y="7815"/>
                </a:lnTo>
                <a:lnTo>
                  <a:pt x="36092" y="7709"/>
                </a:lnTo>
                <a:lnTo>
                  <a:pt x="36384" y="7709"/>
                </a:lnTo>
                <a:lnTo>
                  <a:pt x="36617" y="7603"/>
                </a:lnTo>
                <a:lnTo>
                  <a:pt x="36909" y="7443"/>
                </a:lnTo>
                <a:lnTo>
                  <a:pt x="37201" y="7337"/>
                </a:lnTo>
                <a:lnTo>
                  <a:pt x="37493" y="7337"/>
                </a:lnTo>
                <a:lnTo>
                  <a:pt x="37610" y="7177"/>
                </a:lnTo>
                <a:lnTo>
                  <a:pt x="38077" y="7071"/>
                </a:lnTo>
                <a:lnTo>
                  <a:pt x="38311" y="6911"/>
                </a:lnTo>
                <a:lnTo>
                  <a:pt x="38603" y="6805"/>
                </a:lnTo>
                <a:lnTo>
                  <a:pt x="38895" y="6699"/>
                </a:lnTo>
                <a:lnTo>
                  <a:pt x="39187" y="6539"/>
                </a:lnTo>
                <a:lnTo>
                  <a:pt x="39479" y="6433"/>
                </a:lnTo>
                <a:lnTo>
                  <a:pt x="39771" y="6273"/>
                </a:lnTo>
                <a:lnTo>
                  <a:pt x="40005" y="6167"/>
                </a:lnTo>
                <a:lnTo>
                  <a:pt x="40297" y="6061"/>
                </a:lnTo>
                <a:lnTo>
                  <a:pt x="40589" y="5901"/>
                </a:lnTo>
                <a:lnTo>
                  <a:pt x="40881" y="5901"/>
                </a:lnTo>
                <a:lnTo>
                  <a:pt x="41173" y="5795"/>
                </a:lnTo>
                <a:lnTo>
                  <a:pt x="41406" y="5635"/>
                </a:lnTo>
                <a:lnTo>
                  <a:pt x="41698" y="5529"/>
                </a:lnTo>
                <a:lnTo>
                  <a:pt x="42166" y="5369"/>
                </a:lnTo>
                <a:lnTo>
                  <a:pt x="42399" y="5369"/>
                </a:lnTo>
                <a:lnTo>
                  <a:pt x="42574" y="5263"/>
                </a:lnTo>
                <a:lnTo>
                  <a:pt x="42866" y="5157"/>
                </a:lnTo>
                <a:lnTo>
                  <a:pt x="43100" y="4997"/>
                </a:lnTo>
                <a:lnTo>
                  <a:pt x="43392" y="4891"/>
                </a:lnTo>
                <a:lnTo>
                  <a:pt x="43684" y="4891"/>
                </a:lnTo>
                <a:lnTo>
                  <a:pt x="43976" y="4731"/>
                </a:lnTo>
                <a:lnTo>
                  <a:pt x="44385" y="4625"/>
                </a:lnTo>
                <a:lnTo>
                  <a:pt x="44677" y="4519"/>
                </a:lnTo>
                <a:lnTo>
                  <a:pt x="44969" y="4359"/>
                </a:lnTo>
                <a:lnTo>
                  <a:pt x="45378" y="4093"/>
                </a:lnTo>
                <a:lnTo>
                  <a:pt x="45670" y="3987"/>
                </a:lnTo>
                <a:lnTo>
                  <a:pt x="45962" y="3828"/>
                </a:lnTo>
                <a:lnTo>
                  <a:pt x="46370" y="3828"/>
                </a:lnTo>
                <a:lnTo>
                  <a:pt x="46662" y="3721"/>
                </a:lnTo>
                <a:lnTo>
                  <a:pt x="46954" y="3615"/>
                </a:lnTo>
                <a:lnTo>
                  <a:pt x="47188" y="3455"/>
                </a:lnTo>
                <a:lnTo>
                  <a:pt x="47480" y="3349"/>
                </a:lnTo>
                <a:lnTo>
                  <a:pt x="47655" y="3190"/>
                </a:lnTo>
                <a:lnTo>
                  <a:pt x="47947" y="3083"/>
                </a:lnTo>
                <a:lnTo>
                  <a:pt x="48356" y="2977"/>
                </a:lnTo>
                <a:lnTo>
                  <a:pt x="48648" y="2977"/>
                </a:lnTo>
                <a:lnTo>
                  <a:pt x="48882" y="2977"/>
                </a:lnTo>
                <a:lnTo>
                  <a:pt x="49174" y="2817"/>
                </a:lnTo>
                <a:lnTo>
                  <a:pt x="49466" y="2711"/>
                </a:lnTo>
                <a:lnTo>
                  <a:pt x="49758" y="2552"/>
                </a:lnTo>
                <a:lnTo>
                  <a:pt x="50050" y="2445"/>
                </a:lnTo>
                <a:lnTo>
                  <a:pt x="50167" y="2286"/>
                </a:lnTo>
                <a:lnTo>
                  <a:pt x="50575" y="2286"/>
                </a:lnTo>
                <a:lnTo>
                  <a:pt x="50867" y="2179"/>
                </a:lnTo>
                <a:lnTo>
                  <a:pt x="51159" y="2073"/>
                </a:lnTo>
                <a:lnTo>
                  <a:pt x="51451" y="1914"/>
                </a:lnTo>
                <a:lnTo>
                  <a:pt x="51743" y="1807"/>
                </a:lnTo>
                <a:lnTo>
                  <a:pt x="52035" y="1648"/>
                </a:lnTo>
                <a:lnTo>
                  <a:pt x="52269" y="1541"/>
                </a:lnTo>
                <a:lnTo>
                  <a:pt x="52561" y="1541"/>
                </a:lnTo>
                <a:lnTo>
                  <a:pt x="52853" y="1435"/>
                </a:lnTo>
                <a:lnTo>
                  <a:pt x="53145" y="1276"/>
                </a:lnTo>
                <a:lnTo>
                  <a:pt x="53437" y="1169"/>
                </a:lnTo>
                <a:lnTo>
                  <a:pt x="53729" y="1010"/>
                </a:lnTo>
                <a:lnTo>
                  <a:pt x="53963" y="903"/>
                </a:lnTo>
                <a:lnTo>
                  <a:pt x="54255" y="744"/>
                </a:lnTo>
                <a:lnTo>
                  <a:pt x="54664" y="744"/>
                </a:lnTo>
                <a:lnTo>
                  <a:pt x="54956" y="638"/>
                </a:lnTo>
                <a:lnTo>
                  <a:pt x="55131" y="638"/>
                </a:lnTo>
                <a:lnTo>
                  <a:pt x="55423" y="531"/>
                </a:lnTo>
                <a:lnTo>
                  <a:pt x="55656" y="372"/>
                </a:lnTo>
                <a:lnTo>
                  <a:pt x="55948" y="265"/>
                </a:lnTo>
                <a:lnTo>
                  <a:pt x="56240" y="265"/>
                </a:lnTo>
                <a:lnTo>
                  <a:pt x="56532" y="106"/>
                </a:lnTo>
                <a:lnTo>
                  <a:pt x="56941" y="0"/>
                </a:lnTo>
              </a:path>
            </a:pathLst>
          </a:custGeom>
          <a:ln w="781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3078850" y="2443149"/>
            <a:ext cx="56708" cy="16322"/>
          </a:xfrm>
          <a:custGeom>
            <a:avLst/>
            <a:gdLst/>
            <a:ahLst/>
            <a:cxnLst/>
            <a:rect l="l" t="t" r="r" b="b"/>
            <a:pathLst>
              <a:path w="56708" h="16322">
                <a:moveTo>
                  <a:pt x="0" y="16322"/>
                </a:moveTo>
                <a:lnTo>
                  <a:pt x="292" y="16216"/>
                </a:lnTo>
                <a:lnTo>
                  <a:pt x="584" y="16056"/>
                </a:lnTo>
                <a:lnTo>
                  <a:pt x="992" y="15950"/>
                </a:lnTo>
                <a:lnTo>
                  <a:pt x="1284" y="15790"/>
                </a:lnTo>
                <a:lnTo>
                  <a:pt x="1576" y="15684"/>
                </a:lnTo>
                <a:lnTo>
                  <a:pt x="1985" y="15525"/>
                </a:lnTo>
                <a:lnTo>
                  <a:pt x="2277" y="15418"/>
                </a:lnTo>
                <a:lnTo>
                  <a:pt x="2569" y="15418"/>
                </a:lnTo>
                <a:lnTo>
                  <a:pt x="2803" y="15312"/>
                </a:lnTo>
                <a:lnTo>
                  <a:pt x="3095" y="15152"/>
                </a:lnTo>
                <a:lnTo>
                  <a:pt x="3270" y="15046"/>
                </a:lnTo>
                <a:lnTo>
                  <a:pt x="3504" y="14887"/>
                </a:lnTo>
                <a:lnTo>
                  <a:pt x="3796" y="14887"/>
                </a:lnTo>
                <a:lnTo>
                  <a:pt x="4263" y="14780"/>
                </a:lnTo>
                <a:lnTo>
                  <a:pt x="4496" y="14674"/>
                </a:lnTo>
                <a:lnTo>
                  <a:pt x="4788" y="14674"/>
                </a:lnTo>
                <a:lnTo>
                  <a:pt x="5080" y="14514"/>
                </a:lnTo>
                <a:lnTo>
                  <a:pt x="5372" y="14514"/>
                </a:lnTo>
                <a:lnTo>
                  <a:pt x="5664" y="14408"/>
                </a:lnTo>
                <a:lnTo>
                  <a:pt x="5781" y="14249"/>
                </a:lnTo>
                <a:lnTo>
                  <a:pt x="6190" y="14142"/>
                </a:lnTo>
                <a:lnTo>
                  <a:pt x="6482" y="14036"/>
                </a:lnTo>
                <a:lnTo>
                  <a:pt x="6774" y="14036"/>
                </a:lnTo>
                <a:lnTo>
                  <a:pt x="7066" y="13876"/>
                </a:lnTo>
                <a:lnTo>
                  <a:pt x="7358" y="13770"/>
                </a:lnTo>
                <a:lnTo>
                  <a:pt x="7592" y="13611"/>
                </a:lnTo>
                <a:lnTo>
                  <a:pt x="7884" y="13504"/>
                </a:lnTo>
                <a:lnTo>
                  <a:pt x="8176" y="13504"/>
                </a:lnTo>
                <a:lnTo>
                  <a:pt x="8468" y="13345"/>
                </a:lnTo>
                <a:lnTo>
                  <a:pt x="8760" y="13238"/>
                </a:lnTo>
                <a:lnTo>
                  <a:pt x="9052" y="13132"/>
                </a:lnTo>
                <a:lnTo>
                  <a:pt x="9285" y="13132"/>
                </a:lnTo>
                <a:lnTo>
                  <a:pt x="9577" y="12972"/>
                </a:lnTo>
                <a:lnTo>
                  <a:pt x="9869" y="12866"/>
                </a:lnTo>
                <a:lnTo>
                  <a:pt x="10161" y="12707"/>
                </a:lnTo>
                <a:lnTo>
                  <a:pt x="10570" y="12600"/>
                </a:lnTo>
                <a:lnTo>
                  <a:pt x="10745" y="12600"/>
                </a:lnTo>
                <a:lnTo>
                  <a:pt x="10979" y="12494"/>
                </a:lnTo>
                <a:lnTo>
                  <a:pt x="11271" y="12334"/>
                </a:lnTo>
                <a:lnTo>
                  <a:pt x="11563" y="12334"/>
                </a:lnTo>
                <a:lnTo>
                  <a:pt x="11855" y="12334"/>
                </a:lnTo>
                <a:lnTo>
                  <a:pt x="12147" y="12228"/>
                </a:lnTo>
                <a:lnTo>
                  <a:pt x="12556" y="12069"/>
                </a:lnTo>
                <a:lnTo>
                  <a:pt x="12848" y="11962"/>
                </a:lnTo>
                <a:lnTo>
                  <a:pt x="13140" y="11962"/>
                </a:lnTo>
                <a:lnTo>
                  <a:pt x="13257" y="11803"/>
                </a:lnTo>
                <a:lnTo>
                  <a:pt x="13549" y="11696"/>
                </a:lnTo>
                <a:lnTo>
                  <a:pt x="13841" y="11590"/>
                </a:lnTo>
                <a:lnTo>
                  <a:pt x="14133" y="11590"/>
                </a:lnTo>
                <a:lnTo>
                  <a:pt x="14542" y="11431"/>
                </a:lnTo>
                <a:lnTo>
                  <a:pt x="14834" y="11324"/>
                </a:lnTo>
                <a:lnTo>
                  <a:pt x="15067" y="11165"/>
                </a:lnTo>
                <a:lnTo>
                  <a:pt x="15359" y="11165"/>
                </a:lnTo>
                <a:lnTo>
                  <a:pt x="15651" y="11058"/>
                </a:lnTo>
                <a:lnTo>
                  <a:pt x="15826" y="10952"/>
                </a:lnTo>
                <a:lnTo>
                  <a:pt x="16060" y="10793"/>
                </a:lnTo>
                <a:lnTo>
                  <a:pt x="16352" y="10793"/>
                </a:lnTo>
                <a:lnTo>
                  <a:pt x="16761" y="10686"/>
                </a:lnTo>
                <a:lnTo>
                  <a:pt x="17053" y="10527"/>
                </a:lnTo>
                <a:lnTo>
                  <a:pt x="17345" y="10420"/>
                </a:lnTo>
                <a:lnTo>
                  <a:pt x="17637" y="10420"/>
                </a:lnTo>
                <a:lnTo>
                  <a:pt x="17929" y="10261"/>
                </a:lnTo>
                <a:lnTo>
                  <a:pt x="18221" y="10155"/>
                </a:lnTo>
                <a:lnTo>
                  <a:pt x="18746" y="10048"/>
                </a:lnTo>
                <a:lnTo>
                  <a:pt x="19038" y="10048"/>
                </a:lnTo>
                <a:lnTo>
                  <a:pt x="19330" y="9889"/>
                </a:lnTo>
                <a:lnTo>
                  <a:pt x="19622" y="9889"/>
                </a:lnTo>
                <a:lnTo>
                  <a:pt x="19914" y="9782"/>
                </a:lnTo>
                <a:lnTo>
                  <a:pt x="20148" y="9623"/>
                </a:lnTo>
                <a:lnTo>
                  <a:pt x="20440" y="9517"/>
                </a:lnTo>
                <a:lnTo>
                  <a:pt x="20732" y="9517"/>
                </a:lnTo>
                <a:lnTo>
                  <a:pt x="21024" y="9410"/>
                </a:lnTo>
                <a:lnTo>
                  <a:pt x="21316" y="9251"/>
                </a:lnTo>
                <a:lnTo>
                  <a:pt x="21608" y="9251"/>
                </a:lnTo>
                <a:lnTo>
                  <a:pt x="21842" y="9144"/>
                </a:lnTo>
                <a:lnTo>
                  <a:pt x="22134" y="8985"/>
                </a:lnTo>
                <a:lnTo>
                  <a:pt x="22426" y="8879"/>
                </a:lnTo>
                <a:lnTo>
                  <a:pt x="22718" y="8879"/>
                </a:lnTo>
                <a:lnTo>
                  <a:pt x="23127" y="8719"/>
                </a:lnTo>
                <a:lnTo>
                  <a:pt x="23302" y="8613"/>
                </a:lnTo>
                <a:lnTo>
                  <a:pt x="23535" y="8613"/>
                </a:lnTo>
                <a:lnTo>
                  <a:pt x="23827" y="8506"/>
                </a:lnTo>
                <a:lnTo>
                  <a:pt x="24119" y="8347"/>
                </a:lnTo>
                <a:lnTo>
                  <a:pt x="24411" y="8347"/>
                </a:lnTo>
                <a:lnTo>
                  <a:pt x="24703" y="8241"/>
                </a:lnTo>
                <a:lnTo>
                  <a:pt x="25112" y="8081"/>
                </a:lnTo>
                <a:lnTo>
                  <a:pt x="25404" y="7975"/>
                </a:lnTo>
                <a:lnTo>
                  <a:pt x="25696" y="7975"/>
                </a:lnTo>
                <a:lnTo>
                  <a:pt x="26105" y="7709"/>
                </a:lnTo>
                <a:lnTo>
                  <a:pt x="26397" y="7709"/>
                </a:lnTo>
                <a:lnTo>
                  <a:pt x="26631" y="7709"/>
                </a:lnTo>
                <a:lnTo>
                  <a:pt x="27098" y="7603"/>
                </a:lnTo>
                <a:lnTo>
                  <a:pt x="27390" y="7603"/>
                </a:lnTo>
                <a:lnTo>
                  <a:pt x="27624" y="7443"/>
                </a:lnTo>
                <a:lnTo>
                  <a:pt x="27916" y="7337"/>
                </a:lnTo>
                <a:lnTo>
                  <a:pt x="28208" y="7337"/>
                </a:lnTo>
                <a:lnTo>
                  <a:pt x="28324" y="7177"/>
                </a:lnTo>
                <a:lnTo>
                  <a:pt x="28616" y="7071"/>
                </a:lnTo>
                <a:lnTo>
                  <a:pt x="28908" y="7071"/>
                </a:lnTo>
                <a:lnTo>
                  <a:pt x="29317" y="6965"/>
                </a:lnTo>
                <a:lnTo>
                  <a:pt x="29609" y="6805"/>
                </a:lnTo>
                <a:lnTo>
                  <a:pt x="29901" y="6805"/>
                </a:lnTo>
                <a:lnTo>
                  <a:pt x="30193" y="6699"/>
                </a:lnTo>
                <a:lnTo>
                  <a:pt x="30485" y="6539"/>
                </a:lnTo>
                <a:lnTo>
                  <a:pt x="30777" y="6539"/>
                </a:lnTo>
                <a:lnTo>
                  <a:pt x="31303" y="6326"/>
                </a:lnTo>
                <a:lnTo>
                  <a:pt x="31595" y="6326"/>
                </a:lnTo>
                <a:lnTo>
                  <a:pt x="31887" y="6167"/>
                </a:lnTo>
                <a:lnTo>
                  <a:pt x="32179" y="6061"/>
                </a:lnTo>
                <a:lnTo>
                  <a:pt x="32412" y="6061"/>
                </a:lnTo>
                <a:lnTo>
                  <a:pt x="32704" y="5901"/>
                </a:lnTo>
                <a:lnTo>
                  <a:pt x="32996" y="5795"/>
                </a:lnTo>
                <a:lnTo>
                  <a:pt x="33288" y="5795"/>
                </a:lnTo>
                <a:lnTo>
                  <a:pt x="33580" y="5635"/>
                </a:lnTo>
                <a:lnTo>
                  <a:pt x="33872" y="5529"/>
                </a:lnTo>
                <a:lnTo>
                  <a:pt x="34106" y="5529"/>
                </a:lnTo>
                <a:lnTo>
                  <a:pt x="34398" y="5423"/>
                </a:lnTo>
                <a:lnTo>
                  <a:pt x="34690" y="5423"/>
                </a:lnTo>
                <a:lnTo>
                  <a:pt x="34982" y="5423"/>
                </a:lnTo>
                <a:lnTo>
                  <a:pt x="35274" y="5263"/>
                </a:lnTo>
                <a:lnTo>
                  <a:pt x="35683" y="5263"/>
                </a:lnTo>
                <a:lnTo>
                  <a:pt x="36092" y="4997"/>
                </a:lnTo>
                <a:lnTo>
                  <a:pt x="36384" y="4997"/>
                </a:lnTo>
                <a:lnTo>
                  <a:pt x="36676" y="4891"/>
                </a:lnTo>
                <a:lnTo>
                  <a:pt x="36968" y="4785"/>
                </a:lnTo>
                <a:lnTo>
                  <a:pt x="37260" y="4785"/>
                </a:lnTo>
                <a:lnTo>
                  <a:pt x="37669" y="4625"/>
                </a:lnTo>
                <a:lnTo>
                  <a:pt x="37961" y="4519"/>
                </a:lnTo>
                <a:lnTo>
                  <a:pt x="38194" y="4519"/>
                </a:lnTo>
                <a:lnTo>
                  <a:pt x="38369" y="4359"/>
                </a:lnTo>
                <a:lnTo>
                  <a:pt x="38661" y="4359"/>
                </a:lnTo>
                <a:lnTo>
                  <a:pt x="38953" y="4253"/>
                </a:lnTo>
                <a:lnTo>
                  <a:pt x="39187" y="4093"/>
                </a:lnTo>
                <a:lnTo>
                  <a:pt x="39654" y="4093"/>
                </a:lnTo>
                <a:lnTo>
                  <a:pt x="39888" y="3987"/>
                </a:lnTo>
                <a:lnTo>
                  <a:pt x="40180" y="3987"/>
                </a:lnTo>
                <a:lnTo>
                  <a:pt x="40472" y="3881"/>
                </a:lnTo>
                <a:lnTo>
                  <a:pt x="40764" y="3721"/>
                </a:lnTo>
                <a:lnTo>
                  <a:pt x="41173" y="3615"/>
                </a:lnTo>
                <a:lnTo>
                  <a:pt x="41465" y="3455"/>
                </a:lnTo>
                <a:lnTo>
                  <a:pt x="41874" y="3455"/>
                </a:lnTo>
                <a:lnTo>
                  <a:pt x="42166" y="3349"/>
                </a:lnTo>
                <a:lnTo>
                  <a:pt x="42458" y="3349"/>
                </a:lnTo>
                <a:lnTo>
                  <a:pt x="42750" y="3243"/>
                </a:lnTo>
                <a:lnTo>
                  <a:pt x="43042" y="3083"/>
                </a:lnTo>
                <a:lnTo>
                  <a:pt x="43275" y="3083"/>
                </a:lnTo>
                <a:lnTo>
                  <a:pt x="43450" y="3083"/>
                </a:lnTo>
                <a:lnTo>
                  <a:pt x="43859" y="3083"/>
                </a:lnTo>
                <a:lnTo>
                  <a:pt x="44151" y="2977"/>
                </a:lnTo>
                <a:lnTo>
                  <a:pt x="44443" y="2817"/>
                </a:lnTo>
                <a:lnTo>
                  <a:pt x="44735" y="2817"/>
                </a:lnTo>
                <a:lnTo>
                  <a:pt x="44969" y="2711"/>
                </a:lnTo>
                <a:lnTo>
                  <a:pt x="45261" y="2711"/>
                </a:lnTo>
                <a:lnTo>
                  <a:pt x="45553" y="2552"/>
                </a:lnTo>
                <a:lnTo>
                  <a:pt x="45962" y="2552"/>
                </a:lnTo>
                <a:lnTo>
                  <a:pt x="46137" y="2445"/>
                </a:lnTo>
                <a:lnTo>
                  <a:pt x="46429" y="2339"/>
                </a:lnTo>
                <a:lnTo>
                  <a:pt x="46662" y="2339"/>
                </a:lnTo>
                <a:lnTo>
                  <a:pt x="46954" y="2179"/>
                </a:lnTo>
                <a:lnTo>
                  <a:pt x="47246" y="2179"/>
                </a:lnTo>
                <a:lnTo>
                  <a:pt x="47538" y="2073"/>
                </a:lnTo>
                <a:lnTo>
                  <a:pt x="47831" y="2073"/>
                </a:lnTo>
                <a:lnTo>
                  <a:pt x="48239" y="1914"/>
                </a:lnTo>
                <a:lnTo>
                  <a:pt x="48648" y="1807"/>
                </a:lnTo>
                <a:lnTo>
                  <a:pt x="48940" y="1701"/>
                </a:lnTo>
                <a:lnTo>
                  <a:pt x="49232" y="1701"/>
                </a:lnTo>
                <a:lnTo>
                  <a:pt x="49524" y="1541"/>
                </a:lnTo>
                <a:lnTo>
                  <a:pt x="49758" y="1541"/>
                </a:lnTo>
                <a:lnTo>
                  <a:pt x="50225" y="1435"/>
                </a:lnTo>
                <a:lnTo>
                  <a:pt x="50517" y="1276"/>
                </a:lnTo>
                <a:lnTo>
                  <a:pt x="50751" y="1276"/>
                </a:lnTo>
                <a:lnTo>
                  <a:pt x="50926" y="1169"/>
                </a:lnTo>
                <a:lnTo>
                  <a:pt x="51218" y="1169"/>
                </a:lnTo>
                <a:lnTo>
                  <a:pt x="51451" y="1063"/>
                </a:lnTo>
                <a:lnTo>
                  <a:pt x="51743" y="1063"/>
                </a:lnTo>
                <a:lnTo>
                  <a:pt x="52211" y="903"/>
                </a:lnTo>
                <a:lnTo>
                  <a:pt x="52444" y="903"/>
                </a:lnTo>
                <a:lnTo>
                  <a:pt x="52736" y="797"/>
                </a:lnTo>
                <a:lnTo>
                  <a:pt x="53028" y="638"/>
                </a:lnTo>
                <a:lnTo>
                  <a:pt x="53320" y="638"/>
                </a:lnTo>
                <a:lnTo>
                  <a:pt x="53729" y="638"/>
                </a:lnTo>
                <a:lnTo>
                  <a:pt x="54021" y="531"/>
                </a:lnTo>
                <a:lnTo>
                  <a:pt x="54430" y="531"/>
                </a:lnTo>
                <a:lnTo>
                  <a:pt x="54722" y="372"/>
                </a:lnTo>
                <a:lnTo>
                  <a:pt x="55014" y="372"/>
                </a:lnTo>
                <a:lnTo>
                  <a:pt x="55306" y="265"/>
                </a:lnTo>
                <a:lnTo>
                  <a:pt x="55540" y="265"/>
                </a:lnTo>
                <a:lnTo>
                  <a:pt x="55832" y="159"/>
                </a:lnTo>
                <a:lnTo>
                  <a:pt x="56007" y="159"/>
                </a:lnTo>
                <a:lnTo>
                  <a:pt x="56416" y="0"/>
                </a:lnTo>
                <a:lnTo>
                  <a:pt x="56708" y="0"/>
                </a:lnTo>
              </a:path>
            </a:pathLst>
          </a:custGeom>
          <a:ln w="776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3135559" y="2434163"/>
            <a:ext cx="56824" cy="8985"/>
          </a:xfrm>
          <a:custGeom>
            <a:avLst/>
            <a:gdLst/>
            <a:ahLst/>
            <a:cxnLst/>
            <a:rect l="l" t="t" r="r" b="b"/>
            <a:pathLst>
              <a:path w="56824" h="8985">
                <a:moveTo>
                  <a:pt x="0" y="8985"/>
                </a:moveTo>
                <a:lnTo>
                  <a:pt x="292" y="8879"/>
                </a:lnTo>
                <a:lnTo>
                  <a:pt x="525" y="8719"/>
                </a:lnTo>
                <a:lnTo>
                  <a:pt x="817" y="8719"/>
                </a:lnTo>
                <a:lnTo>
                  <a:pt x="1109" y="8613"/>
                </a:lnTo>
                <a:lnTo>
                  <a:pt x="1401" y="8613"/>
                </a:lnTo>
                <a:lnTo>
                  <a:pt x="1810" y="8506"/>
                </a:lnTo>
                <a:lnTo>
                  <a:pt x="1985" y="8506"/>
                </a:lnTo>
                <a:lnTo>
                  <a:pt x="2219" y="8347"/>
                </a:lnTo>
                <a:lnTo>
                  <a:pt x="2511" y="8347"/>
                </a:lnTo>
                <a:lnTo>
                  <a:pt x="2803" y="8241"/>
                </a:lnTo>
                <a:lnTo>
                  <a:pt x="3095" y="8241"/>
                </a:lnTo>
                <a:lnTo>
                  <a:pt x="3387" y="8081"/>
                </a:lnTo>
                <a:lnTo>
                  <a:pt x="3679" y="8081"/>
                </a:lnTo>
                <a:lnTo>
                  <a:pt x="4088" y="7975"/>
                </a:lnTo>
                <a:lnTo>
                  <a:pt x="4380" y="7975"/>
                </a:lnTo>
                <a:lnTo>
                  <a:pt x="4496" y="7815"/>
                </a:lnTo>
                <a:lnTo>
                  <a:pt x="4788" y="7815"/>
                </a:lnTo>
                <a:lnTo>
                  <a:pt x="5080" y="7709"/>
                </a:lnTo>
                <a:lnTo>
                  <a:pt x="5372" y="7709"/>
                </a:lnTo>
                <a:lnTo>
                  <a:pt x="5606" y="7603"/>
                </a:lnTo>
                <a:lnTo>
                  <a:pt x="6073" y="7603"/>
                </a:lnTo>
                <a:lnTo>
                  <a:pt x="6307" y="7443"/>
                </a:lnTo>
                <a:lnTo>
                  <a:pt x="6599" y="7443"/>
                </a:lnTo>
                <a:lnTo>
                  <a:pt x="6891" y="7337"/>
                </a:lnTo>
                <a:lnTo>
                  <a:pt x="7066" y="7337"/>
                </a:lnTo>
                <a:lnTo>
                  <a:pt x="7300" y="7337"/>
                </a:lnTo>
                <a:lnTo>
                  <a:pt x="7592" y="7337"/>
                </a:lnTo>
                <a:lnTo>
                  <a:pt x="8001" y="7177"/>
                </a:lnTo>
                <a:lnTo>
                  <a:pt x="8293" y="7177"/>
                </a:lnTo>
                <a:lnTo>
                  <a:pt x="8585" y="7071"/>
                </a:lnTo>
                <a:lnTo>
                  <a:pt x="8877" y="7071"/>
                </a:lnTo>
                <a:lnTo>
                  <a:pt x="9169" y="7071"/>
                </a:lnTo>
                <a:lnTo>
                  <a:pt x="9577" y="6965"/>
                </a:lnTo>
                <a:lnTo>
                  <a:pt x="9869" y="6805"/>
                </a:lnTo>
                <a:lnTo>
                  <a:pt x="10278" y="6805"/>
                </a:lnTo>
                <a:lnTo>
                  <a:pt x="10570" y="6699"/>
                </a:lnTo>
                <a:lnTo>
                  <a:pt x="10862" y="6699"/>
                </a:lnTo>
                <a:lnTo>
                  <a:pt x="11154" y="6539"/>
                </a:lnTo>
                <a:lnTo>
                  <a:pt x="11388" y="6539"/>
                </a:lnTo>
                <a:lnTo>
                  <a:pt x="11680" y="6433"/>
                </a:lnTo>
                <a:lnTo>
                  <a:pt x="11855" y="6433"/>
                </a:lnTo>
                <a:lnTo>
                  <a:pt x="12264" y="6273"/>
                </a:lnTo>
                <a:lnTo>
                  <a:pt x="12556" y="6273"/>
                </a:lnTo>
                <a:lnTo>
                  <a:pt x="12848" y="6167"/>
                </a:lnTo>
                <a:lnTo>
                  <a:pt x="13081" y="6167"/>
                </a:lnTo>
                <a:lnTo>
                  <a:pt x="13373" y="6167"/>
                </a:lnTo>
                <a:lnTo>
                  <a:pt x="13666" y="6061"/>
                </a:lnTo>
                <a:lnTo>
                  <a:pt x="13958" y="6061"/>
                </a:lnTo>
                <a:lnTo>
                  <a:pt x="14366" y="5901"/>
                </a:lnTo>
                <a:lnTo>
                  <a:pt x="14542" y="5901"/>
                </a:lnTo>
                <a:lnTo>
                  <a:pt x="14775" y="5795"/>
                </a:lnTo>
                <a:lnTo>
                  <a:pt x="15067" y="5795"/>
                </a:lnTo>
                <a:lnTo>
                  <a:pt x="15359" y="5635"/>
                </a:lnTo>
                <a:lnTo>
                  <a:pt x="15651" y="5635"/>
                </a:lnTo>
                <a:lnTo>
                  <a:pt x="15943" y="5635"/>
                </a:lnTo>
                <a:lnTo>
                  <a:pt x="16235" y="5529"/>
                </a:lnTo>
                <a:lnTo>
                  <a:pt x="16644" y="5529"/>
                </a:lnTo>
                <a:lnTo>
                  <a:pt x="16936" y="5423"/>
                </a:lnTo>
                <a:lnTo>
                  <a:pt x="17345" y="5263"/>
                </a:lnTo>
                <a:lnTo>
                  <a:pt x="17637" y="5263"/>
                </a:lnTo>
                <a:lnTo>
                  <a:pt x="17870" y="5263"/>
                </a:lnTo>
                <a:lnTo>
                  <a:pt x="18162" y="5157"/>
                </a:lnTo>
                <a:lnTo>
                  <a:pt x="18630" y="5157"/>
                </a:lnTo>
                <a:lnTo>
                  <a:pt x="18863" y="4997"/>
                </a:lnTo>
                <a:lnTo>
                  <a:pt x="19155" y="4997"/>
                </a:lnTo>
                <a:lnTo>
                  <a:pt x="19447" y="4997"/>
                </a:lnTo>
                <a:lnTo>
                  <a:pt x="19856" y="4997"/>
                </a:lnTo>
                <a:lnTo>
                  <a:pt x="20148" y="4891"/>
                </a:lnTo>
                <a:lnTo>
                  <a:pt x="20557" y="4891"/>
                </a:lnTo>
                <a:lnTo>
                  <a:pt x="20849" y="4731"/>
                </a:lnTo>
                <a:lnTo>
                  <a:pt x="21141" y="4731"/>
                </a:lnTo>
                <a:lnTo>
                  <a:pt x="21433" y="4731"/>
                </a:lnTo>
                <a:lnTo>
                  <a:pt x="21725" y="4625"/>
                </a:lnTo>
                <a:lnTo>
                  <a:pt x="22017" y="4625"/>
                </a:lnTo>
                <a:lnTo>
                  <a:pt x="22426" y="4519"/>
                </a:lnTo>
                <a:lnTo>
                  <a:pt x="22835" y="4359"/>
                </a:lnTo>
                <a:lnTo>
                  <a:pt x="23127" y="4359"/>
                </a:lnTo>
                <a:lnTo>
                  <a:pt x="23419" y="4359"/>
                </a:lnTo>
                <a:lnTo>
                  <a:pt x="23652" y="4253"/>
                </a:lnTo>
                <a:lnTo>
                  <a:pt x="23944" y="4253"/>
                </a:lnTo>
                <a:lnTo>
                  <a:pt x="24236" y="4253"/>
                </a:lnTo>
                <a:lnTo>
                  <a:pt x="24411" y="4093"/>
                </a:lnTo>
                <a:lnTo>
                  <a:pt x="24820" y="4093"/>
                </a:lnTo>
                <a:lnTo>
                  <a:pt x="25112" y="3987"/>
                </a:lnTo>
                <a:lnTo>
                  <a:pt x="25346" y="3987"/>
                </a:lnTo>
                <a:lnTo>
                  <a:pt x="25638" y="3987"/>
                </a:lnTo>
                <a:lnTo>
                  <a:pt x="25930" y="3881"/>
                </a:lnTo>
                <a:lnTo>
                  <a:pt x="26222" y="3881"/>
                </a:lnTo>
                <a:lnTo>
                  <a:pt x="26514" y="3721"/>
                </a:lnTo>
                <a:lnTo>
                  <a:pt x="26923" y="3721"/>
                </a:lnTo>
                <a:lnTo>
                  <a:pt x="27332" y="3615"/>
                </a:lnTo>
                <a:lnTo>
                  <a:pt x="27624" y="3615"/>
                </a:lnTo>
                <a:lnTo>
                  <a:pt x="27916" y="3615"/>
                </a:lnTo>
                <a:lnTo>
                  <a:pt x="28208" y="3455"/>
                </a:lnTo>
                <a:lnTo>
                  <a:pt x="28500" y="3455"/>
                </a:lnTo>
                <a:lnTo>
                  <a:pt x="28733" y="3349"/>
                </a:lnTo>
                <a:lnTo>
                  <a:pt x="29200" y="3349"/>
                </a:lnTo>
                <a:lnTo>
                  <a:pt x="29434" y="3349"/>
                </a:lnTo>
                <a:lnTo>
                  <a:pt x="29609" y="3190"/>
                </a:lnTo>
                <a:lnTo>
                  <a:pt x="29901" y="3190"/>
                </a:lnTo>
                <a:lnTo>
                  <a:pt x="30193" y="3190"/>
                </a:lnTo>
                <a:lnTo>
                  <a:pt x="30427" y="3083"/>
                </a:lnTo>
                <a:lnTo>
                  <a:pt x="30719" y="3083"/>
                </a:lnTo>
                <a:lnTo>
                  <a:pt x="31128" y="3083"/>
                </a:lnTo>
                <a:lnTo>
                  <a:pt x="31420" y="2977"/>
                </a:lnTo>
                <a:lnTo>
                  <a:pt x="31712" y="2977"/>
                </a:lnTo>
                <a:lnTo>
                  <a:pt x="32004" y="2817"/>
                </a:lnTo>
                <a:lnTo>
                  <a:pt x="32412" y="2817"/>
                </a:lnTo>
                <a:lnTo>
                  <a:pt x="32704" y="2711"/>
                </a:lnTo>
                <a:lnTo>
                  <a:pt x="32996" y="2711"/>
                </a:lnTo>
                <a:lnTo>
                  <a:pt x="33405" y="2711"/>
                </a:lnTo>
                <a:lnTo>
                  <a:pt x="33697" y="2711"/>
                </a:lnTo>
                <a:lnTo>
                  <a:pt x="33989" y="2711"/>
                </a:lnTo>
                <a:lnTo>
                  <a:pt x="34281" y="2711"/>
                </a:lnTo>
                <a:lnTo>
                  <a:pt x="34515" y="2552"/>
                </a:lnTo>
                <a:lnTo>
                  <a:pt x="34690" y="2552"/>
                </a:lnTo>
                <a:lnTo>
                  <a:pt x="34982" y="2552"/>
                </a:lnTo>
                <a:lnTo>
                  <a:pt x="35391" y="2445"/>
                </a:lnTo>
                <a:lnTo>
                  <a:pt x="35683" y="2445"/>
                </a:lnTo>
                <a:lnTo>
                  <a:pt x="35975" y="2445"/>
                </a:lnTo>
                <a:lnTo>
                  <a:pt x="36209" y="2339"/>
                </a:lnTo>
                <a:lnTo>
                  <a:pt x="36501" y="2339"/>
                </a:lnTo>
                <a:lnTo>
                  <a:pt x="36793" y="2339"/>
                </a:lnTo>
                <a:lnTo>
                  <a:pt x="37085" y="2179"/>
                </a:lnTo>
                <a:lnTo>
                  <a:pt x="37377" y="2179"/>
                </a:lnTo>
                <a:lnTo>
                  <a:pt x="37669" y="2179"/>
                </a:lnTo>
                <a:lnTo>
                  <a:pt x="37902" y="2073"/>
                </a:lnTo>
                <a:lnTo>
                  <a:pt x="38194" y="2073"/>
                </a:lnTo>
                <a:lnTo>
                  <a:pt x="38486" y="2073"/>
                </a:lnTo>
                <a:lnTo>
                  <a:pt x="38778" y="1914"/>
                </a:lnTo>
                <a:lnTo>
                  <a:pt x="39070" y="1914"/>
                </a:lnTo>
                <a:lnTo>
                  <a:pt x="39362" y="1914"/>
                </a:lnTo>
                <a:lnTo>
                  <a:pt x="39596" y="1914"/>
                </a:lnTo>
                <a:lnTo>
                  <a:pt x="39888" y="1807"/>
                </a:lnTo>
                <a:lnTo>
                  <a:pt x="40180" y="1807"/>
                </a:lnTo>
                <a:lnTo>
                  <a:pt x="40472" y="1807"/>
                </a:lnTo>
                <a:lnTo>
                  <a:pt x="40764" y="1648"/>
                </a:lnTo>
                <a:lnTo>
                  <a:pt x="40998" y="1648"/>
                </a:lnTo>
                <a:lnTo>
                  <a:pt x="41290" y="1648"/>
                </a:lnTo>
                <a:lnTo>
                  <a:pt x="41757" y="1541"/>
                </a:lnTo>
                <a:lnTo>
                  <a:pt x="41990" y="1541"/>
                </a:lnTo>
                <a:lnTo>
                  <a:pt x="42166" y="1541"/>
                </a:lnTo>
                <a:lnTo>
                  <a:pt x="42458" y="1541"/>
                </a:lnTo>
                <a:lnTo>
                  <a:pt x="42691" y="1435"/>
                </a:lnTo>
                <a:lnTo>
                  <a:pt x="42983" y="1435"/>
                </a:lnTo>
                <a:lnTo>
                  <a:pt x="43275" y="1435"/>
                </a:lnTo>
                <a:lnTo>
                  <a:pt x="43684" y="1276"/>
                </a:lnTo>
                <a:lnTo>
                  <a:pt x="43976" y="1276"/>
                </a:lnTo>
                <a:lnTo>
                  <a:pt x="44268" y="1276"/>
                </a:lnTo>
                <a:lnTo>
                  <a:pt x="44560" y="1276"/>
                </a:lnTo>
                <a:lnTo>
                  <a:pt x="44969" y="1169"/>
                </a:lnTo>
                <a:lnTo>
                  <a:pt x="45261" y="1169"/>
                </a:lnTo>
                <a:lnTo>
                  <a:pt x="45553" y="1010"/>
                </a:lnTo>
                <a:lnTo>
                  <a:pt x="45962" y="1010"/>
                </a:lnTo>
                <a:lnTo>
                  <a:pt x="46254" y="1010"/>
                </a:lnTo>
                <a:lnTo>
                  <a:pt x="46546" y="1010"/>
                </a:lnTo>
                <a:lnTo>
                  <a:pt x="46779" y="903"/>
                </a:lnTo>
                <a:lnTo>
                  <a:pt x="47071" y="903"/>
                </a:lnTo>
                <a:lnTo>
                  <a:pt x="47246" y="903"/>
                </a:lnTo>
                <a:lnTo>
                  <a:pt x="47538" y="797"/>
                </a:lnTo>
                <a:lnTo>
                  <a:pt x="47947" y="797"/>
                </a:lnTo>
                <a:lnTo>
                  <a:pt x="48239" y="797"/>
                </a:lnTo>
                <a:lnTo>
                  <a:pt x="48473" y="797"/>
                </a:lnTo>
                <a:lnTo>
                  <a:pt x="48765" y="638"/>
                </a:lnTo>
                <a:lnTo>
                  <a:pt x="49057" y="638"/>
                </a:lnTo>
                <a:lnTo>
                  <a:pt x="49349" y="638"/>
                </a:lnTo>
                <a:lnTo>
                  <a:pt x="49641" y="638"/>
                </a:lnTo>
                <a:lnTo>
                  <a:pt x="49933" y="531"/>
                </a:lnTo>
                <a:lnTo>
                  <a:pt x="50167" y="531"/>
                </a:lnTo>
                <a:lnTo>
                  <a:pt x="50459" y="531"/>
                </a:lnTo>
                <a:lnTo>
                  <a:pt x="50751" y="531"/>
                </a:lnTo>
                <a:lnTo>
                  <a:pt x="51043" y="372"/>
                </a:lnTo>
                <a:lnTo>
                  <a:pt x="51335" y="372"/>
                </a:lnTo>
                <a:lnTo>
                  <a:pt x="51627" y="372"/>
                </a:lnTo>
                <a:lnTo>
                  <a:pt x="51860" y="372"/>
                </a:lnTo>
                <a:lnTo>
                  <a:pt x="52152" y="372"/>
                </a:lnTo>
                <a:lnTo>
                  <a:pt x="52444" y="372"/>
                </a:lnTo>
                <a:lnTo>
                  <a:pt x="52736" y="372"/>
                </a:lnTo>
                <a:lnTo>
                  <a:pt x="53028" y="372"/>
                </a:lnTo>
                <a:lnTo>
                  <a:pt x="53320" y="265"/>
                </a:lnTo>
                <a:lnTo>
                  <a:pt x="53554" y="265"/>
                </a:lnTo>
                <a:lnTo>
                  <a:pt x="53846" y="265"/>
                </a:lnTo>
                <a:lnTo>
                  <a:pt x="54255" y="265"/>
                </a:lnTo>
                <a:lnTo>
                  <a:pt x="54547" y="265"/>
                </a:lnTo>
                <a:lnTo>
                  <a:pt x="54722" y="106"/>
                </a:lnTo>
                <a:lnTo>
                  <a:pt x="55014" y="106"/>
                </a:lnTo>
                <a:lnTo>
                  <a:pt x="55248" y="106"/>
                </a:lnTo>
                <a:lnTo>
                  <a:pt x="55540" y="106"/>
                </a:lnTo>
                <a:lnTo>
                  <a:pt x="55832" y="0"/>
                </a:lnTo>
                <a:lnTo>
                  <a:pt x="56240" y="0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772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3192383" y="2432249"/>
            <a:ext cx="56708" cy="1914"/>
          </a:xfrm>
          <a:custGeom>
            <a:avLst/>
            <a:gdLst/>
            <a:ahLst/>
            <a:cxnLst/>
            <a:rect l="l" t="t" r="r" b="b"/>
            <a:pathLst>
              <a:path w="56708" h="1914">
                <a:moveTo>
                  <a:pt x="0" y="1914"/>
                </a:moveTo>
                <a:lnTo>
                  <a:pt x="292" y="1914"/>
                </a:lnTo>
                <a:lnTo>
                  <a:pt x="700" y="1807"/>
                </a:lnTo>
                <a:lnTo>
                  <a:pt x="992" y="1807"/>
                </a:lnTo>
                <a:lnTo>
                  <a:pt x="1284" y="1807"/>
                </a:lnTo>
                <a:lnTo>
                  <a:pt x="1693" y="1807"/>
                </a:lnTo>
                <a:lnTo>
                  <a:pt x="1985" y="1648"/>
                </a:lnTo>
                <a:lnTo>
                  <a:pt x="2277" y="1648"/>
                </a:lnTo>
                <a:lnTo>
                  <a:pt x="2511" y="1648"/>
                </a:lnTo>
                <a:lnTo>
                  <a:pt x="2803" y="1648"/>
                </a:lnTo>
                <a:lnTo>
                  <a:pt x="2978" y="1648"/>
                </a:lnTo>
                <a:lnTo>
                  <a:pt x="3212" y="1541"/>
                </a:lnTo>
                <a:lnTo>
                  <a:pt x="3679" y="1541"/>
                </a:lnTo>
                <a:lnTo>
                  <a:pt x="3971" y="1541"/>
                </a:lnTo>
                <a:lnTo>
                  <a:pt x="4204" y="1541"/>
                </a:lnTo>
                <a:lnTo>
                  <a:pt x="4496" y="1541"/>
                </a:lnTo>
                <a:lnTo>
                  <a:pt x="4788" y="1382"/>
                </a:lnTo>
                <a:lnTo>
                  <a:pt x="5080" y="1382"/>
                </a:lnTo>
                <a:lnTo>
                  <a:pt x="5372" y="1382"/>
                </a:lnTo>
                <a:lnTo>
                  <a:pt x="5664" y="1382"/>
                </a:lnTo>
                <a:lnTo>
                  <a:pt x="5898" y="1382"/>
                </a:lnTo>
                <a:lnTo>
                  <a:pt x="6190" y="1276"/>
                </a:lnTo>
                <a:lnTo>
                  <a:pt x="6482" y="1276"/>
                </a:lnTo>
                <a:lnTo>
                  <a:pt x="6774" y="1276"/>
                </a:lnTo>
                <a:lnTo>
                  <a:pt x="7066" y="1276"/>
                </a:lnTo>
                <a:lnTo>
                  <a:pt x="7358" y="1276"/>
                </a:lnTo>
                <a:lnTo>
                  <a:pt x="7592" y="1276"/>
                </a:lnTo>
                <a:lnTo>
                  <a:pt x="7884" y="1169"/>
                </a:lnTo>
                <a:lnTo>
                  <a:pt x="8176" y="1169"/>
                </a:lnTo>
                <a:lnTo>
                  <a:pt x="8468" y="1169"/>
                </a:lnTo>
                <a:lnTo>
                  <a:pt x="8760" y="1169"/>
                </a:lnTo>
                <a:lnTo>
                  <a:pt x="8993" y="1169"/>
                </a:lnTo>
                <a:lnTo>
                  <a:pt x="9285" y="1169"/>
                </a:lnTo>
                <a:lnTo>
                  <a:pt x="9577" y="1010"/>
                </a:lnTo>
                <a:lnTo>
                  <a:pt x="9986" y="1010"/>
                </a:lnTo>
                <a:lnTo>
                  <a:pt x="10278" y="1010"/>
                </a:lnTo>
                <a:lnTo>
                  <a:pt x="10453" y="1010"/>
                </a:lnTo>
                <a:lnTo>
                  <a:pt x="10687" y="1010"/>
                </a:lnTo>
                <a:lnTo>
                  <a:pt x="10979" y="1010"/>
                </a:lnTo>
                <a:lnTo>
                  <a:pt x="11271" y="903"/>
                </a:lnTo>
                <a:lnTo>
                  <a:pt x="11563" y="903"/>
                </a:lnTo>
                <a:lnTo>
                  <a:pt x="11972" y="903"/>
                </a:lnTo>
                <a:lnTo>
                  <a:pt x="12264" y="903"/>
                </a:lnTo>
                <a:lnTo>
                  <a:pt x="12556" y="903"/>
                </a:lnTo>
                <a:lnTo>
                  <a:pt x="12848" y="903"/>
                </a:lnTo>
                <a:lnTo>
                  <a:pt x="13257" y="744"/>
                </a:lnTo>
                <a:lnTo>
                  <a:pt x="13549" y="744"/>
                </a:lnTo>
                <a:lnTo>
                  <a:pt x="13841" y="744"/>
                </a:lnTo>
                <a:lnTo>
                  <a:pt x="14250" y="744"/>
                </a:lnTo>
                <a:lnTo>
                  <a:pt x="14542" y="744"/>
                </a:lnTo>
                <a:lnTo>
                  <a:pt x="14775" y="744"/>
                </a:lnTo>
                <a:lnTo>
                  <a:pt x="15067" y="744"/>
                </a:lnTo>
                <a:lnTo>
                  <a:pt x="15359" y="638"/>
                </a:lnTo>
                <a:lnTo>
                  <a:pt x="15534" y="638"/>
                </a:lnTo>
                <a:lnTo>
                  <a:pt x="15768" y="638"/>
                </a:lnTo>
                <a:lnTo>
                  <a:pt x="16235" y="638"/>
                </a:lnTo>
                <a:lnTo>
                  <a:pt x="16469" y="638"/>
                </a:lnTo>
                <a:lnTo>
                  <a:pt x="16761" y="638"/>
                </a:lnTo>
                <a:lnTo>
                  <a:pt x="17053" y="638"/>
                </a:lnTo>
                <a:lnTo>
                  <a:pt x="17345" y="638"/>
                </a:lnTo>
                <a:lnTo>
                  <a:pt x="17637" y="478"/>
                </a:lnTo>
                <a:lnTo>
                  <a:pt x="17929" y="478"/>
                </a:lnTo>
                <a:lnTo>
                  <a:pt x="18162" y="478"/>
                </a:lnTo>
                <a:lnTo>
                  <a:pt x="18454" y="478"/>
                </a:lnTo>
                <a:lnTo>
                  <a:pt x="18746" y="478"/>
                </a:lnTo>
                <a:lnTo>
                  <a:pt x="19038" y="478"/>
                </a:lnTo>
                <a:lnTo>
                  <a:pt x="19330" y="478"/>
                </a:lnTo>
                <a:lnTo>
                  <a:pt x="19622" y="478"/>
                </a:lnTo>
                <a:lnTo>
                  <a:pt x="19856" y="478"/>
                </a:lnTo>
                <a:lnTo>
                  <a:pt x="20148" y="372"/>
                </a:lnTo>
                <a:lnTo>
                  <a:pt x="20440" y="372"/>
                </a:lnTo>
                <a:lnTo>
                  <a:pt x="20732" y="372"/>
                </a:lnTo>
                <a:lnTo>
                  <a:pt x="21024" y="372"/>
                </a:lnTo>
                <a:lnTo>
                  <a:pt x="21316" y="372"/>
                </a:lnTo>
                <a:lnTo>
                  <a:pt x="21550" y="372"/>
                </a:lnTo>
                <a:lnTo>
                  <a:pt x="21842" y="372"/>
                </a:lnTo>
                <a:lnTo>
                  <a:pt x="22134" y="372"/>
                </a:lnTo>
                <a:lnTo>
                  <a:pt x="22543" y="372"/>
                </a:lnTo>
                <a:lnTo>
                  <a:pt x="22835" y="372"/>
                </a:lnTo>
                <a:lnTo>
                  <a:pt x="23010" y="265"/>
                </a:lnTo>
                <a:lnTo>
                  <a:pt x="23243" y="265"/>
                </a:lnTo>
                <a:lnTo>
                  <a:pt x="23535" y="265"/>
                </a:lnTo>
                <a:lnTo>
                  <a:pt x="23827" y="265"/>
                </a:lnTo>
                <a:lnTo>
                  <a:pt x="24119" y="265"/>
                </a:lnTo>
                <a:lnTo>
                  <a:pt x="24528" y="265"/>
                </a:lnTo>
                <a:lnTo>
                  <a:pt x="24820" y="265"/>
                </a:lnTo>
                <a:lnTo>
                  <a:pt x="25112" y="265"/>
                </a:lnTo>
                <a:lnTo>
                  <a:pt x="25404" y="265"/>
                </a:lnTo>
                <a:lnTo>
                  <a:pt x="25813" y="265"/>
                </a:lnTo>
                <a:lnTo>
                  <a:pt x="26105" y="265"/>
                </a:lnTo>
                <a:lnTo>
                  <a:pt x="26339" y="265"/>
                </a:lnTo>
                <a:lnTo>
                  <a:pt x="26806" y="106"/>
                </a:lnTo>
                <a:lnTo>
                  <a:pt x="27098" y="106"/>
                </a:lnTo>
                <a:lnTo>
                  <a:pt x="27332" y="106"/>
                </a:lnTo>
                <a:lnTo>
                  <a:pt x="27624" y="106"/>
                </a:lnTo>
                <a:lnTo>
                  <a:pt x="27916" y="106"/>
                </a:lnTo>
                <a:lnTo>
                  <a:pt x="28324" y="106"/>
                </a:lnTo>
                <a:lnTo>
                  <a:pt x="28792" y="106"/>
                </a:lnTo>
                <a:lnTo>
                  <a:pt x="29025" y="106"/>
                </a:lnTo>
                <a:lnTo>
                  <a:pt x="29317" y="106"/>
                </a:lnTo>
                <a:lnTo>
                  <a:pt x="29609" y="106"/>
                </a:lnTo>
                <a:lnTo>
                  <a:pt x="29901" y="106"/>
                </a:lnTo>
                <a:lnTo>
                  <a:pt x="30193" y="106"/>
                </a:lnTo>
                <a:lnTo>
                  <a:pt x="30485" y="106"/>
                </a:lnTo>
                <a:lnTo>
                  <a:pt x="30719" y="106"/>
                </a:lnTo>
                <a:lnTo>
                  <a:pt x="31011" y="106"/>
                </a:lnTo>
                <a:lnTo>
                  <a:pt x="31303" y="106"/>
                </a:lnTo>
                <a:lnTo>
                  <a:pt x="31595" y="106"/>
                </a:lnTo>
                <a:lnTo>
                  <a:pt x="31887" y="106"/>
                </a:lnTo>
                <a:lnTo>
                  <a:pt x="32120" y="0"/>
                </a:lnTo>
                <a:lnTo>
                  <a:pt x="32412" y="0"/>
                </a:lnTo>
                <a:lnTo>
                  <a:pt x="32704" y="0"/>
                </a:lnTo>
                <a:lnTo>
                  <a:pt x="33113" y="0"/>
                </a:lnTo>
                <a:lnTo>
                  <a:pt x="33288" y="0"/>
                </a:lnTo>
                <a:lnTo>
                  <a:pt x="33580" y="0"/>
                </a:lnTo>
                <a:lnTo>
                  <a:pt x="33814" y="0"/>
                </a:lnTo>
                <a:lnTo>
                  <a:pt x="34106" y="0"/>
                </a:lnTo>
                <a:lnTo>
                  <a:pt x="34398" y="0"/>
                </a:lnTo>
                <a:lnTo>
                  <a:pt x="34690" y="0"/>
                </a:lnTo>
                <a:lnTo>
                  <a:pt x="35099" y="0"/>
                </a:lnTo>
                <a:lnTo>
                  <a:pt x="35391" y="0"/>
                </a:lnTo>
                <a:lnTo>
                  <a:pt x="35800" y="0"/>
                </a:lnTo>
                <a:lnTo>
                  <a:pt x="36092" y="0"/>
                </a:lnTo>
                <a:lnTo>
                  <a:pt x="36384" y="0"/>
                </a:lnTo>
                <a:lnTo>
                  <a:pt x="36676" y="0"/>
                </a:lnTo>
                <a:lnTo>
                  <a:pt x="37085" y="0"/>
                </a:lnTo>
                <a:lnTo>
                  <a:pt x="37377" y="0"/>
                </a:lnTo>
                <a:lnTo>
                  <a:pt x="37669" y="0"/>
                </a:lnTo>
                <a:lnTo>
                  <a:pt x="37961" y="0"/>
                </a:lnTo>
                <a:lnTo>
                  <a:pt x="38369" y="0"/>
                </a:lnTo>
                <a:lnTo>
                  <a:pt x="38661" y="0"/>
                </a:lnTo>
                <a:lnTo>
                  <a:pt x="38895" y="0"/>
                </a:lnTo>
                <a:lnTo>
                  <a:pt x="39362" y="0"/>
                </a:lnTo>
                <a:lnTo>
                  <a:pt x="39596" y="0"/>
                </a:lnTo>
                <a:lnTo>
                  <a:pt x="39888" y="0"/>
                </a:lnTo>
                <a:lnTo>
                  <a:pt x="40180" y="0"/>
                </a:lnTo>
                <a:lnTo>
                  <a:pt x="40472" y="0"/>
                </a:lnTo>
                <a:lnTo>
                  <a:pt x="40881" y="0"/>
                </a:lnTo>
                <a:lnTo>
                  <a:pt x="41290" y="0"/>
                </a:lnTo>
                <a:lnTo>
                  <a:pt x="41582" y="0"/>
                </a:lnTo>
                <a:lnTo>
                  <a:pt x="41874" y="0"/>
                </a:lnTo>
                <a:lnTo>
                  <a:pt x="42166" y="0"/>
                </a:lnTo>
                <a:lnTo>
                  <a:pt x="42458" y="0"/>
                </a:lnTo>
                <a:lnTo>
                  <a:pt x="42750" y="0"/>
                </a:lnTo>
                <a:lnTo>
                  <a:pt x="42983" y="0"/>
                </a:lnTo>
                <a:lnTo>
                  <a:pt x="43275" y="0"/>
                </a:lnTo>
                <a:lnTo>
                  <a:pt x="43567" y="0"/>
                </a:lnTo>
                <a:lnTo>
                  <a:pt x="43859" y="0"/>
                </a:lnTo>
                <a:lnTo>
                  <a:pt x="44151" y="0"/>
                </a:lnTo>
                <a:lnTo>
                  <a:pt x="44443" y="0"/>
                </a:lnTo>
                <a:lnTo>
                  <a:pt x="44677" y="0"/>
                </a:lnTo>
                <a:lnTo>
                  <a:pt x="44969" y="0"/>
                </a:lnTo>
                <a:lnTo>
                  <a:pt x="45261" y="0"/>
                </a:lnTo>
                <a:lnTo>
                  <a:pt x="45670" y="0"/>
                </a:lnTo>
                <a:lnTo>
                  <a:pt x="45845" y="0"/>
                </a:lnTo>
                <a:lnTo>
                  <a:pt x="46137" y="0"/>
                </a:lnTo>
                <a:lnTo>
                  <a:pt x="46370" y="106"/>
                </a:lnTo>
                <a:lnTo>
                  <a:pt x="46662" y="106"/>
                </a:lnTo>
                <a:lnTo>
                  <a:pt x="46954" y="106"/>
                </a:lnTo>
                <a:lnTo>
                  <a:pt x="47246" y="106"/>
                </a:lnTo>
                <a:lnTo>
                  <a:pt x="47655" y="106"/>
                </a:lnTo>
                <a:lnTo>
                  <a:pt x="47947" y="106"/>
                </a:lnTo>
                <a:lnTo>
                  <a:pt x="48239" y="106"/>
                </a:lnTo>
                <a:lnTo>
                  <a:pt x="48648" y="106"/>
                </a:lnTo>
                <a:lnTo>
                  <a:pt x="48940" y="106"/>
                </a:lnTo>
                <a:lnTo>
                  <a:pt x="49232" y="106"/>
                </a:lnTo>
                <a:lnTo>
                  <a:pt x="49641" y="106"/>
                </a:lnTo>
                <a:lnTo>
                  <a:pt x="49933" y="106"/>
                </a:lnTo>
                <a:lnTo>
                  <a:pt x="50225" y="106"/>
                </a:lnTo>
                <a:lnTo>
                  <a:pt x="50459" y="106"/>
                </a:lnTo>
                <a:lnTo>
                  <a:pt x="50634" y="106"/>
                </a:lnTo>
                <a:lnTo>
                  <a:pt x="50926" y="106"/>
                </a:lnTo>
                <a:lnTo>
                  <a:pt x="51159" y="106"/>
                </a:lnTo>
                <a:lnTo>
                  <a:pt x="51451" y="265"/>
                </a:lnTo>
                <a:lnTo>
                  <a:pt x="51919" y="265"/>
                </a:lnTo>
                <a:lnTo>
                  <a:pt x="52152" y="265"/>
                </a:lnTo>
                <a:lnTo>
                  <a:pt x="52444" y="265"/>
                </a:lnTo>
                <a:lnTo>
                  <a:pt x="52736" y="265"/>
                </a:lnTo>
                <a:lnTo>
                  <a:pt x="53028" y="265"/>
                </a:lnTo>
                <a:lnTo>
                  <a:pt x="53437" y="265"/>
                </a:lnTo>
                <a:lnTo>
                  <a:pt x="53846" y="265"/>
                </a:lnTo>
                <a:lnTo>
                  <a:pt x="54138" y="265"/>
                </a:lnTo>
                <a:lnTo>
                  <a:pt x="54430" y="265"/>
                </a:lnTo>
                <a:lnTo>
                  <a:pt x="54722" y="265"/>
                </a:lnTo>
                <a:lnTo>
                  <a:pt x="55014" y="265"/>
                </a:lnTo>
                <a:lnTo>
                  <a:pt x="55306" y="372"/>
                </a:lnTo>
                <a:lnTo>
                  <a:pt x="55540" y="372"/>
                </a:lnTo>
                <a:lnTo>
                  <a:pt x="55832" y="372"/>
                </a:lnTo>
                <a:lnTo>
                  <a:pt x="56124" y="372"/>
                </a:lnTo>
                <a:lnTo>
                  <a:pt x="56416" y="372"/>
                </a:lnTo>
                <a:lnTo>
                  <a:pt x="56708" y="372"/>
                </a:lnTo>
              </a:path>
            </a:pathLst>
          </a:custGeom>
          <a:ln w="77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3249091" y="2432621"/>
            <a:ext cx="56824" cy="6167"/>
          </a:xfrm>
          <a:custGeom>
            <a:avLst/>
            <a:gdLst/>
            <a:ahLst/>
            <a:cxnLst/>
            <a:rect l="l" t="t" r="r" b="b"/>
            <a:pathLst>
              <a:path w="56824" h="6167">
                <a:moveTo>
                  <a:pt x="0" y="0"/>
                </a:moveTo>
                <a:lnTo>
                  <a:pt x="233" y="0"/>
                </a:lnTo>
                <a:lnTo>
                  <a:pt x="525" y="0"/>
                </a:lnTo>
                <a:lnTo>
                  <a:pt x="817" y="0"/>
                </a:lnTo>
                <a:lnTo>
                  <a:pt x="1109" y="0"/>
                </a:lnTo>
                <a:lnTo>
                  <a:pt x="1518" y="106"/>
                </a:lnTo>
                <a:lnTo>
                  <a:pt x="1693" y="106"/>
                </a:lnTo>
                <a:lnTo>
                  <a:pt x="1927" y="106"/>
                </a:lnTo>
                <a:lnTo>
                  <a:pt x="2219" y="106"/>
                </a:lnTo>
                <a:lnTo>
                  <a:pt x="2511" y="106"/>
                </a:lnTo>
                <a:lnTo>
                  <a:pt x="2803" y="106"/>
                </a:lnTo>
                <a:lnTo>
                  <a:pt x="3095" y="106"/>
                </a:lnTo>
                <a:lnTo>
                  <a:pt x="3504" y="106"/>
                </a:lnTo>
                <a:lnTo>
                  <a:pt x="3796" y="106"/>
                </a:lnTo>
                <a:lnTo>
                  <a:pt x="4088" y="265"/>
                </a:lnTo>
                <a:lnTo>
                  <a:pt x="4496" y="265"/>
                </a:lnTo>
                <a:lnTo>
                  <a:pt x="4788" y="265"/>
                </a:lnTo>
                <a:lnTo>
                  <a:pt x="5080" y="265"/>
                </a:lnTo>
                <a:lnTo>
                  <a:pt x="5314" y="265"/>
                </a:lnTo>
                <a:lnTo>
                  <a:pt x="5781" y="265"/>
                </a:lnTo>
                <a:lnTo>
                  <a:pt x="6015" y="265"/>
                </a:lnTo>
                <a:lnTo>
                  <a:pt x="6307" y="372"/>
                </a:lnTo>
                <a:lnTo>
                  <a:pt x="6599" y="372"/>
                </a:lnTo>
                <a:lnTo>
                  <a:pt x="6774" y="372"/>
                </a:lnTo>
                <a:lnTo>
                  <a:pt x="7008" y="372"/>
                </a:lnTo>
                <a:lnTo>
                  <a:pt x="7300" y="372"/>
                </a:lnTo>
                <a:lnTo>
                  <a:pt x="7709" y="372"/>
                </a:lnTo>
                <a:lnTo>
                  <a:pt x="8001" y="372"/>
                </a:lnTo>
                <a:lnTo>
                  <a:pt x="8293" y="372"/>
                </a:lnTo>
                <a:lnTo>
                  <a:pt x="8585" y="531"/>
                </a:lnTo>
                <a:lnTo>
                  <a:pt x="8877" y="531"/>
                </a:lnTo>
                <a:lnTo>
                  <a:pt x="9169" y="531"/>
                </a:lnTo>
                <a:lnTo>
                  <a:pt x="9694" y="531"/>
                </a:lnTo>
                <a:lnTo>
                  <a:pt x="9986" y="531"/>
                </a:lnTo>
                <a:lnTo>
                  <a:pt x="10278" y="638"/>
                </a:lnTo>
                <a:lnTo>
                  <a:pt x="10570" y="638"/>
                </a:lnTo>
                <a:lnTo>
                  <a:pt x="10862" y="638"/>
                </a:lnTo>
                <a:lnTo>
                  <a:pt x="11096" y="638"/>
                </a:lnTo>
                <a:lnTo>
                  <a:pt x="11388" y="638"/>
                </a:lnTo>
                <a:lnTo>
                  <a:pt x="11563" y="638"/>
                </a:lnTo>
                <a:lnTo>
                  <a:pt x="11972" y="638"/>
                </a:lnTo>
                <a:lnTo>
                  <a:pt x="12264" y="797"/>
                </a:lnTo>
                <a:lnTo>
                  <a:pt x="12556" y="797"/>
                </a:lnTo>
                <a:lnTo>
                  <a:pt x="12789" y="797"/>
                </a:lnTo>
                <a:lnTo>
                  <a:pt x="13081" y="797"/>
                </a:lnTo>
                <a:lnTo>
                  <a:pt x="13373" y="797"/>
                </a:lnTo>
                <a:lnTo>
                  <a:pt x="13666" y="797"/>
                </a:lnTo>
                <a:lnTo>
                  <a:pt x="14074" y="903"/>
                </a:lnTo>
                <a:lnTo>
                  <a:pt x="14250" y="903"/>
                </a:lnTo>
                <a:lnTo>
                  <a:pt x="14483" y="903"/>
                </a:lnTo>
                <a:lnTo>
                  <a:pt x="14775" y="903"/>
                </a:lnTo>
                <a:lnTo>
                  <a:pt x="15067" y="903"/>
                </a:lnTo>
                <a:lnTo>
                  <a:pt x="15359" y="1010"/>
                </a:lnTo>
                <a:lnTo>
                  <a:pt x="15651" y="1010"/>
                </a:lnTo>
                <a:lnTo>
                  <a:pt x="16060" y="1010"/>
                </a:lnTo>
                <a:lnTo>
                  <a:pt x="16352" y="1010"/>
                </a:lnTo>
                <a:lnTo>
                  <a:pt x="16644" y="1010"/>
                </a:lnTo>
                <a:lnTo>
                  <a:pt x="17053" y="1169"/>
                </a:lnTo>
                <a:lnTo>
                  <a:pt x="17345" y="1169"/>
                </a:lnTo>
                <a:lnTo>
                  <a:pt x="17578" y="1169"/>
                </a:lnTo>
                <a:lnTo>
                  <a:pt x="17870" y="1169"/>
                </a:lnTo>
                <a:lnTo>
                  <a:pt x="18338" y="1169"/>
                </a:lnTo>
                <a:lnTo>
                  <a:pt x="18571" y="1276"/>
                </a:lnTo>
                <a:lnTo>
                  <a:pt x="18863" y="1276"/>
                </a:lnTo>
                <a:lnTo>
                  <a:pt x="19155" y="1276"/>
                </a:lnTo>
                <a:lnTo>
                  <a:pt x="19564" y="1276"/>
                </a:lnTo>
                <a:lnTo>
                  <a:pt x="19856" y="1435"/>
                </a:lnTo>
                <a:lnTo>
                  <a:pt x="20265" y="1435"/>
                </a:lnTo>
                <a:lnTo>
                  <a:pt x="20557" y="1435"/>
                </a:lnTo>
                <a:lnTo>
                  <a:pt x="20849" y="1435"/>
                </a:lnTo>
                <a:lnTo>
                  <a:pt x="21141" y="1435"/>
                </a:lnTo>
                <a:lnTo>
                  <a:pt x="21433" y="1541"/>
                </a:lnTo>
                <a:lnTo>
                  <a:pt x="21725" y="1541"/>
                </a:lnTo>
                <a:lnTo>
                  <a:pt x="22251" y="1541"/>
                </a:lnTo>
                <a:lnTo>
                  <a:pt x="22543" y="1648"/>
                </a:lnTo>
                <a:lnTo>
                  <a:pt x="22835" y="1648"/>
                </a:lnTo>
                <a:lnTo>
                  <a:pt x="23127" y="1648"/>
                </a:lnTo>
                <a:lnTo>
                  <a:pt x="23419" y="1648"/>
                </a:lnTo>
                <a:lnTo>
                  <a:pt x="23652" y="1648"/>
                </a:lnTo>
                <a:lnTo>
                  <a:pt x="23944" y="1807"/>
                </a:lnTo>
                <a:lnTo>
                  <a:pt x="24236" y="1807"/>
                </a:lnTo>
                <a:lnTo>
                  <a:pt x="24528" y="1807"/>
                </a:lnTo>
                <a:lnTo>
                  <a:pt x="24820" y="1807"/>
                </a:lnTo>
                <a:lnTo>
                  <a:pt x="25054" y="1914"/>
                </a:lnTo>
                <a:lnTo>
                  <a:pt x="25346" y="1914"/>
                </a:lnTo>
                <a:lnTo>
                  <a:pt x="25638" y="1914"/>
                </a:lnTo>
                <a:lnTo>
                  <a:pt x="25930" y="1914"/>
                </a:lnTo>
                <a:lnTo>
                  <a:pt x="26222" y="1914"/>
                </a:lnTo>
                <a:lnTo>
                  <a:pt x="26631" y="1914"/>
                </a:lnTo>
                <a:lnTo>
                  <a:pt x="27039" y="1914"/>
                </a:lnTo>
                <a:lnTo>
                  <a:pt x="27332" y="2073"/>
                </a:lnTo>
                <a:lnTo>
                  <a:pt x="27624" y="2073"/>
                </a:lnTo>
                <a:lnTo>
                  <a:pt x="27916" y="2073"/>
                </a:lnTo>
                <a:lnTo>
                  <a:pt x="28208" y="2073"/>
                </a:lnTo>
                <a:lnTo>
                  <a:pt x="28616" y="2179"/>
                </a:lnTo>
                <a:lnTo>
                  <a:pt x="28908" y="2179"/>
                </a:lnTo>
                <a:lnTo>
                  <a:pt x="29200" y="2179"/>
                </a:lnTo>
                <a:lnTo>
                  <a:pt x="29609" y="2339"/>
                </a:lnTo>
                <a:lnTo>
                  <a:pt x="29901" y="2339"/>
                </a:lnTo>
                <a:lnTo>
                  <a:pt x="30135" y="2339"/>
                </a:lnTo>
                <a:lnTo>
                  <a:pt x="30427" y="2339"/>
                </a:lnTo>
                <a:lnTo>
                  <a:pt x="30836" y="2445"/>
                </a:lnTo>
                <a:lnTo>
                  <a:pt x="31128" y="2445"/>
                </a:lnTo>
                <a:lnTo>
                  <a:pt x="31420" y="2445"/>
                </a:lnTo>
                <a:lnTo>
                  <a:pt x="31712" y="2445"/>
                </a:lnTo>
                <a:lnTo>
                  <a:pt x="32120" y="2552"/>
                </a:lnTo>
                <a:lnTo>
                  <a:pt x="32412" y="2552"/>
                </a:lnTo>
                <a:lnTo>
                  <a:pt x="32821" y="2711"/>
                </a:lnTo>
                <a:lnTo>
                  <a:pt x="33113" y="2711"/>
                </a:lnTo>
                <a:lnTo>
                  <a:pt x="33405" y="2711"/>
                </a:lnTo>
                <a:lnTo>
                  <a:pt x="33697" y="2711"/>
                </a:lnTo>
                <a:lnTo>
                  <a:pt x="33989" y="2817"/>
                </a:lnTo>
                <a:lnTo>
                  <a:pt x="34223" y="2817"/>
                </a:lnTo>
                <a:lnTo>
                  <a:pt x="34398" y="2817"/>
                </a:lnTo>
                <a:lnTo>
                  <a:pt x="34807" y="2977"/>
                </a:lnTo>
                <a:lnTo>
                  <a:pt x="35099" y="2977"/>
                </a:lnTo>
                <a:lnTo>
                  <a:pt x="35391" y="2977"/>
                </a:lnTo>
                <a:lnTo>
                  <a:pt x="35683" y="2977"/>
                </a:lnTo>
                <a:lnTo>
                  <a:pt x="35917" y="3083"/>
                </a:lnTo>
                <a:lnTo>
                  <a:pt x="36209" y="3083"/>
                </a:lnTo>
                <a:lnTo>
                  <a:pt x="36501" y="3083"/>
                </a:lnTo>
                <a:lnTo>
                  <a:pt x="36793" y="3190"/>
                </a:lnTo>
                <a:lnTo>
                  <a:pt x="37085" y="3190"/>
                </a:lnTo>
                <a:lnTo>
                  <a:pt x="37377" y="3190"/>
                </a:lnTo>
                <a:lnTo>
                  <a:pt x="37610" y="3190"/>
                </a:lnTo>
                <a:lnTo>
                  <a:pt x="37902" y="3349"/>
                </a:lnTo>
                <a:lnTo>
                  <a:pt x="38194" y="3349"/>
                </a:lnTo>
                <a:lnTo>
                  <a:pt x="38486" y="3349"/>
                </a:lnTo>
                <a:lnTo>
                  <a:pt x="38778" y="3455"/>
                </a:lnTo>
                <a:lnTo>
                  <a:pt x="39187" y="3455"/>
                </a:lnTo>
                <a:lnTo>
                  <a:pt x="39596" y="3615"/>
                </a:lnTo>
                <a:lnTo>
                  <a:pt x="39888" y="3615"/>
                </a:lnTo>
                <a:lnTo>
                  <a:pt x="40180" y="3615"/>
                </a:lnTo>
                <a:lnTo>
                  <a:pt x="40472" y="3721"/>
                </a:lnTo>
                <a:lnTo>
                  <a:pt x="40764" y="3721"/>
                </a:lnTo>
                <a:lnTo>
                  <a:pt x="41173" y="3721"/>
                </a:lnTo>
                <a:lnTo>
                  <a:pt x="41465" y="3881"/>
                </a:lnTo>
                <a:lnTo>
                  <a:pt x="41698" y="3881"/>
                </a:lnTo>
                <a:lnTo>
                  <a:pt x="41874" y="3881"/>
                </a:lnTo>
                <a:lnTo>
                  <a:pt x="42166" y="3987"/>
                </a:lnTo>
                <a:lnTo>
                  <a:pt x="42399" y="3987"/>
                </a:lnTo>
                <a:lnTo>
                  <a:pt x="42691" y="3987"/>
                </a:lnTo>
                <a:lnTo>
                  <a:pt x="42983" y="4093"/>
                </a:lnTo>
                <a:lnTo>
                  <a:pt x="43392" y="4093"/>
                </a:lnTo>
                <a:lnTo>
                  <a:pt x="43684" y="4093"/>
                </a:lnTo>
                <a:lnTo>
                  <a:pt x="43976" y="4253"/>
                </a:lnTo>
                <a:lnTo>
                  <a:pt x="44268" y="4253"/>
                </a:lnTo>
                <a:lnTo>
                  <a:pt x="44677" y="4253"/>
                </a:lnTo>
                <a:lnTo>
                  <a:pt x="44969" y="4253"/>
                </a:lnTo>
                <a:lnTo>
                  <a:pt x="45378" y="4253"/>
                </a:lnTo>
                <a:lnTo>
                  <a:pt x="45670" y="4359"/>
                </a:lnTo>
                <a:lnTo>
                  <a:pt x="45962" y="4359"/>
                </a:lnTo>
                <a:lnTo>
                  <a:pt x="46254" y="4359"/>
                </a:lnTo>
                <a:lnTo>
                  <a:pt x="46546" y="4519"/>
                </a:lnTo>
                <a:lnTo>
                  <a:pt x="46779" y="4519"/>
                </a:lnTo>
                <a:lnTo>
                  <a:pt x="46954" y="4519"/>
                </a:lnTo>
                <a:lnTo>
                  <a:pt x="47363" y="4625"/>
                </a:lnTo>
                <a:lnTo>
                  <a:pt x="47655" y="4625"/>
                </a:lnTo>
                <a:lnTo>
                  <a:pt x="47947" y="4625"/>
                </a:lnTo>
                <a:lnTo>
                  <a:pt x="48181" y="4731"/>
                </a:lnTo>
                <a:lnTo>
                  <a:pt x="48473" y="4731"/>
                </a:lnTo>
                <a:lnTo>
                  <a:pt x="48765" y="4731"/>
                </a:lnTo>
                <a:lnTo>
                  <a:pt x="49057" y="4891"/>
                </a:lnTo>
                <a:lnTo>
                  <a:pt x="49349" y="4891"/>
                </a:lnTo>
                <a:lnTo>
                  <a:pt x="49641" y="4997"/>
                </a:lnTo>
                <a:lnTo>
                  <a:pt x="49875" y="4997"/>
                </a:lnTo>
                <a:lnTo>
                  <a:pt x="50167" y="4997"/>
                </a:lnTo>
                <a:lnTo>
                  <a:pt x="50459" y="5157"/>
                </a:lnTo>
                <a:lnTo>
                  <a:pt x="50751" y="5157"/>
                </a:lnTo>
                <a:lnTo>
                  <a:pt x="51043" y="5157"/>
                </a:lnTo>
                <a:lnTo>
                  <a:pt x="51335" y="5263"/>
                </a:lnTo>
                <a:lnTo>
                  <a:pt x="51743" y="5263"/>
                </a:lnTo>
                <a:lnTo>
                  <a:pt x="51860" y="5423"/>
                </a:lnTo>
                <a:lnTo>
                  <a:pt x="52152" y="5423"/>
                </a:lnTo>
                <a:lnTo>
                  <a:pt x="52444" y="5423"/>
                </a:lnTo>
                <a:lnTo>
                  <a:pt x="52736" y="5529"/>
                </a:lnTo>
                <a:lnTo>
                  <a:pt x="53028" y="5529"/>
                </a:lnTo>
                <a:lnTo>
                  <a:pt x="53262" y="5635"/>
                </a:lnTo>
                <a:lnTo>
                  <a:pt x="53729" y="5635"/>
                </a:lnTo>
                <a:lnTo>
                  <a:pt x="53963" y="5635"/>
                </a:lnTo>
                <a:lnTo>
                  <a:pt x="54255" y="5795"/>
                </a:lnTo>
                <a:lnTo>
                  <a:pt x="54430" y="5795"/>
                </a:lnTo>
                <a:lnTo>
                  <a:pt x="54722" y="5795"/>
                </a:lnTo>
                <a:lnTo>
                  <a:pt x="54956" y="5901"/>
                </a:lnTo>
                <a:lnTo>
                  <a:pt x="55248" y="5901"/>
                </a:lnTo>
                <a:lnTo>
                  <a:pt x="55540" y="6061"/>
                </a:lnTo>
                <a:lnTo>
                  <a:pt x="55948" y="6061"/>
                </a:lnTo>
                <a:lnTo>
                  <a:pt x="56240" y="6061"/>
                </a:lnTo>
                <a:lnTo>
                  <a:pt x="56532" y="6167"/>
                </a:lnTo>
                <a:lnTo>
                  <a:pt x="56824" y="6167"/>
                </a:lnTo>
              </a:path>
            </a:pathLst>
          </a:custGeom>
          <a:ln w="771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3305916" y="2438789"/>
            <a:ext cx="56708" cy="13611"/>
          </a:xfrm>
          <a:custGeom>
            <a:avLst/>
            <a:gdLst/>
            <a:ahLst/>
            <a:cxnLst/>
            <a:rect l="l" t="t" r="r" b="b"/>
            <a:pathLst>
              <a:path w="56708" h="13611">
                <a:moveTo>
                  <a:pt x="0" y="0"/>
                </a:moveTo>
                <a:lnTo>
                  <a:pt x="408" y="106"/>
                </a:lnTo>
                <a:lnTo>
                  <a:pt x="700" y="265"/>
                </a:lnTo>
                <a:lnTo>
                  <a:pt x="1109" y="265"/>
                </a:lnTo>
                <a:lnTo>
                  <a:pt x="1401" y="265"/>
                </a:lnTo>
                <a:lnTo>
                  <a:pt x="1693" y="372"/>
                </a:lnTo>
                <a:lnTo>
                  <a:pt x="1985" y="372"/>
                </a:lnTo>
                <a:lnTo>
                  <a:pt x="2219" y="372"/>
                </a:lnTo>
                <a:lnTo>
                  <a:pt x="2511" y="372"/>
                </a:lnTo>
                <a:lnTo>
                  <a:pt x="2686" y="372"/>
                </a:lnTo>
                <a:lnTo>
                  <a:pt x="3095" y="531"/>
                </a:lnTo>
                <a:lnTo>
                  <a:pt x="3387" y="531"/>
                </a:lnTo>
                <a:lnTo>
                  <a:pt x="3679" y="638"/>
                </a:lnTo>
                <a:lnTo>
                  <a:pt x="3912" y="638"/>
                </a:lnTo>
                <a:lnTo>
                  <a:pt x="4204" y="797"/>
                </a:lnTo>
                <a:lnTo>
                  <a:pt x="4496" y="797"/>
                </a:lnTo>
                <a:lnTo>
                  <a:pt x="4788" y="797"/>
                </a:lnTo>
                <a:lnTo>
                  <a:pt x="5080" y="903"/>
                </a:lnTo>
                <a:lnTo>
                  <a:pt x="5372" y="903"/>
                </a:lnTo>
                <a:lnTo>
                  <a:pt x="5606" y="1010"/>
                </a:lnTo>
                <a:lnTo>
                  <a:pt x="5898" y="1010"/>
                </a:lnTo>
                <a:lnTo>
                  <a:pt x="6190" y="1169"/>
                </a:lnTo>
                <a:lnTo>
                  <a:pt x="6482" y="1169"/>
                </a:lnTo>
                <a:lnTo>
                  <a:pt x="6774" y="1276"/>
                </a:lnTo>
                <a:lnTo>
                  <a:pt x="7066" y="1276"/>
                </a:lnTo>
                <a:lnTo>
                  <a:pt x="7475" y="1276"/>
                </a:lnTo>
                <a:lnTo>
                  <a:pt x="7592" y="1435"/>
                </a:lnTo>
                <a:lnTo>
                  <a:pt x="7884" y="1435"/>
                </a:lnTo>
                <a:lnTo>
                  <a:pt x="8176" y="1541"/>
                </a:lnTo>
                <a:lnTo>
                  <a:pt x="8468" y="1541"/>
                </a:lnTo>
                <a:lnTo>
                  <a:pt x="8760" y="1648"/>
                </a:lnTo>
                <a:lnTo>
                  <a:pt x="8993" y="1648"/>
                </a:lnTo>
                <a:lnTo>
                  <a:pt x="9461" y="1807"/>
                </a:lnTo>
                <a:lnTo>
                  <a:pt x="9694" y="1807"/>
                </a:lnTo>
                <a:lnTo>
                  <a:pt x="9986" y="1914"/>
                </a:lnTo>
                <a:lnTo>
                  <a:pt x="10161" y="1914"/>
                </a:lnTo>
                <a:lnTo>
                  <a:pt x="10395" y="1914"/>
                </a:lnTo>
                <a:lnTo>
                  <a:pt x="10687" y="2073"/>
                </a:lnTo>
                <a:lnTo>
                  <a:pt x="10979" y="2073"/>
                </a:lnTo>
                <a:lnTo>
                  <a:pt x="11271" y="2179"/>
                </a:lnTo>
                <a:lnTo>
                  <a:pt x="11680" y="2179"/>
                </a:lnTo>
                <a:lnTo>
                  <a:pt x="11972" y="2339"/>
                </a:lnTo>
                <a:lnTo>
                  <a:pt x="12264" y="2339"/>
                </a:lnTo>
                <a:lnTo>
                  <a:pt x="12556" y="2445"/>
                </a:lnTo>
                <a:lnTo>
                  <a:pt x="12965" y="2552"/>
                </a:lnTo>
                <a:lnTo>
                  <a:pt x="13257" y="2552"/>
                </a:lnTo>
                <a:lnTo>
                  <a:pt x="13666" y="2711"/>
                </a:lnTo>
                <a:lnTo>
                  <a:pt x="13958" y="2711"/>
                </a:lnTo>
                <a:lnTo>
                  <a:pt x="14250" y="2711"/>
                </a:lnTo>
                <a:lnTo>
                  <a:pt x="14542" y="2711"/>
                </a:lnTo>
                <a:lnTo>
                  <a:pt x="14775" y="2817"/>
                </a:lnTo>
                <a:lnTo>
                  <a:pt x="15067" y="2817"/>
                </a:lnTo>
                <a:lnTo>
                  <a:pt x="15242" y="2977"/>
                </a:lnTo>
                <a:lnTo>
                  <a:pt x="15651" y="2977"/>
                </a:lnTo>
                <a:lnTo>
                  <a:pt x="15943" y="3083"/>
                </a:lnTo>
                <a:lnTo>
                  <a:pt x="16177" y="3083"/>
                </a:lnTo>
                <a:lnTo>
                  <a:pt x="16469" y="3190"/>
                </a:lnTo>
                <a:lnTo>
                  <a:pt x="16761" y="3190"/>
                </a:lnTo>
                <a:lnTo>
                  <a:pt x="17053" y="3349"/>
                </a:lnTo>
                <a:lnTo>
                  <a:pt x="17345" y="3349"/>
                </a:lnTo>
                <a:lnTo>
                  <a:pt x="17637" y="3455"/>
                </a:lnTo>
                <a:lnTo>
                  <a:pt x="17870" y="3455"/>
                </a:lnTo>
                <a:lnTo>
                  <a:pt x="18162" y="3615"/>
                </a:lnTo>
                <a:lnTo>
                  <a:pt x="18454" y="3615"/>
                </a:lnTo>
                <a:lnTo>
                  <a:pt x="18746" y="3721"/>
                </a:lnTo>
                <a:lnTo>
                  <a:pt x="19038" y="3721"/>
                </a:lnTo>
                <a:lnTo>
                  <a:pt x="19330" y="3881"/>
                </a:lnTo>
                <a:lnTo>
                  <a:pt x="19564" y="3881"/>
                </a:lnTo>
                <a:lnTo>
                  <a:pt x="20031" y="3987"/>
                </a:lnTo>
                <a:lnTo>
                  <a:pt x="20440" y="4093"/>
                </a:lnTo>
                <a:lnTo>
                  <a:pt x="20732" y="4093"/>
                </a:lnTo>
                <a:lnTo>
                  <a:pt x="21024" y="4253"/>
                </a:lnTo>
                <a:lnTo>
                  <a:pt x="21258" y="4253"/>
                </a:lnTo>
                <a:lnTo>
                  <a:pt x="21550" y="4359"/>
                </a:lnTo>
                <a:lnTo>
                  <a:pt x="21959" y="4359"/>
                </a:lnTo>
                <a:lnTo>
                  <a:pt x="22251" y="4519"/>
                </a:lnTo>
                <a:lnTo>
                  <a:pt x="22543" y="4519"/>
                </a:lnTo>
                <a:lnTo>
                  <a:pt x="22718" y="4625"/>
                </a:lnTo>
                <a:lnTo>
                  <a:pt x="22951" y="4625"/>
                </a:lnTo>
                <a:lnTo>
                  <a:pt x="23243" y="4731"/>
                </a:lnTo>
                <a:lnTo>
                  <a:pt x="23535" y="4731"/>
                </a:lnTo>
                <a:lnTo>
                  <a:pt x="23827" y="4891"/>
                </a:lnTo>
                <a:lnTo>
                  <a:pt x="24236" y="4997"/>
                </a:lnTo>
                <a:lnTo>
                  <a:pt x="24528" y="4997"/>
                </a:lnTo>
                <a:lnTo>
                  <a:pt x="24820" y="4997"/>
                </a:lnTo>
                <a:lnTo>
                  <a:pt x="25112" y="4997"/>
                </a:lnTo>
                <a:lnTo>
                  <a:pt x="25229" y="5157"/>
                </a:lnTo>
                <a:lnTo>
                  <a:pt x="25521" y="5157"/>
                </a:lnTo>
                <a:lnTo>
                  <a:pt x="25813" y="5263"/>
                </a:lnTo>
                <a:lnTo>
                  <a:pt x="26222" y="5263"/>
                </a:lnTo>
                <a:lnTo>
                  <a:pt x="26514" y="5423"/>
                </a:lnTo>
                <a:lnTo>
                  <a:pt x="26806" y="5423"/>
                </a:lnTo>
                <a:lnTo>
                  <a:pt x="27039" y="5529"/>
                </a:lnTo>
                <a:lnTo>
                  <a:pt x="27332" y="5635"/>
                </a:lnTo>
                <a:lnTo>
                  <a:pt x="27624" y="5635"/>
                </a:lnTo>
                <a:lnTo>
                  <a:pt x="27740" y="5795"/>
                </a:lnTo>
                <a:lnTo>
                  <a:pt x="28208" y="5795"/>
                </a:lnTo>
                <a:lnTo>
                  <a:pt x="28500" y="5901"/>
                </a:lnTo>
                <a:lnTo>
                  <a:pt x="28733" y="5901"/>
                </a:lnTo>
                <a:lnTo>
                  <a:pt x="29025" y="6061"/>
                </a:lnTo>
                <a:lnTo>
                  <a:pt x="29317" y="6167"/>
                </a:lnTo>
                <a:lnTo>
                  <a:pt x="29609" y="6167"/>
                </a:lnTo>
                <a:lnTo>
                  <a:pt x="29901" y="6273"/>
                </a:lnTo>
                <a:lnTo>
                  <a:pt x="30193" y="6273"/>
                </a:lnTo>
                <a:lnTo>
                  <a:pt x="30427" y="6433"/>
                </a:lnTo>
                <a:lnTo>
                  <a:pt x="30719" y="6433"/>
                </a:lnTo>
                <a:lnTo>
                  <a:pt x="31011" y="6539"/>
                </a:lnTo>
                <a:lnTo>
                  <a:pt x="31303" y="6699"/>
                </a:lnTo>
                <a:lnTo>
                  <a:pt x="31595" y="6699"/>
                </a:lnTo>
                <a:lnTo>
                  <a:pt x="31887" y="6805"/>
                </a:lnTo>
                <a:lnTo>
                  <a:pt x="32120" y="6805"/>
                </a:lnTo>
                <a:lnTo>
                  <a:pt x="32588" y="6911"/>
                </a:lnTo>
                <a:lnTo>
                  <a:pt x="32821" y="6911"/>
                </a:lnTo>
                <a:lnTo>
                  <a:pt x="32996" y="7071"/>
                </a:lnTo>
                <a:lnTo>
                  <a:pt x="33288" y="7177"/>
                </a:lnTo>
                <a:lnTo>
                  <a:pt x="33522" y="7177"/>
                </a:lnTo>
                <a:lnTo>
                  <a:pt x="33814" y="7337"/>
                </a:lnTo>
                <a:lnTo>
                  <a:pt x="34106" y="7337"/>
                </a:lnTo>
                <a:lnTo>
                  <a:pt x="34398" y="7443"/>
                </a:lnTo>
                <a:lnTo>
                  <a:pt x="34807" y="7443"/>
                </a:lnTo>
                <a:lnTo>
                  <a:pt x="35099" y="7443"/>
                </a:lnTo>
                <a:lnTo>
                  <a:pt x="35391" y="7603"/>
                </a:lnTo>
                <a:lnTo>
                  <a:pt x="35800" y="7709"/>
                </a:lnTo>
                <a:lnTo>
                  <a:pt x="36092" y="7815"/>
                </a:lnTo>
                <a:lnTo>
                  <a:pt x="36384" y="7815"/>
                </a:lnTo>
                <a:lnTo>
                  <a:pt x="36793" y="7975"/>
                </a:lnTo>
                <a:lnTo>
                  <a:pt x="37085" y="7975"/>
                </a:lnTo>
                <a:lnTo>
                  <a:pt x="37377" y="8081"/>
                </a:lnTo>
                <a:lnTo>
                  <a:pt x="37669" y="8241"/>
                </a:lnTo>
                <a:lnTo>
                  <a:pt x="38077" y="8347"/>
                </a:lnTo>
                <a:lnTo>
                  <a:pt x="38369" y="8347"/>
                </a:lnTo>
                <a:lnTo>
                  <a:pt x="38778" y="8453"/>
                </a:lnTo>
                <a:lnTo>
                  <a:pt x="39070" y="8613"/>
                </a:lnTo>
                <a:lnTo>
                  <a:pt x="39304" y="8613"/>
                </a:lnTo>
                <a:lnTo>
                  <a:pt x="39596" y="8719"/>
                </a:lnTo>
                <a:lnTo>
                  <a:pt x="39888" y="8879"/>
                </a:lnTo>
                <a:lnTo>
                  <a:pt x="40180" y="8879"/>
                </a:lnTo>
                <a:lnTo>
                  <a:pt x="40589" y="8985"/>
                </a:lnTo>
                <a:lnTo>
                  <a:pt x="40998" y="9144"/>
                </a:lnTo>
                <a:lnTo>
                  <a:pt x="41290" y="9251"/>
                </a:lnTo>
                <a:lnTo>
                  <a:pt x="41582" y="9251"/>
                </a:lnTo>
                <a:lnTo>
                  <a:pt x="41874" y="9357"/>
                </a:lnTo>
                <a:lnTo>
                  <a:pt x="42166" y="9517"/>
                </a:lnTo>
                <a:lnTo>
                  <a:pt x="42458" y="9517"/>
                </a:lnTo>
                <a:lnTo>
                  <a:pt x="42691" y="9623"/>
                </a:lnTo>
                <a:lnTo>
                  <a:pt x="42983" y="9623"/>
                </a:lnTo>
                <a:lnTo>
                  <a:pt x="43275" y="9782"/>
                </a:lnTo>
                <a:lnTo>
                  <a:pt x="43567" y="9782"/>
                </a:lnTo>
                <a:lnTo>
                  <a:pt x="43859" y="9782"/>
                </a:lnTo>
                <a:lnTo>
                  <a:pt x="44151" y="9889"/>
                </a:lnTo>
                <a:lnTo>
                  <a:pt x="44385" y="9995"/>
                </a:lnTo>
                <a:lnTo>
                  <a:pt x="44677" y="9995"/>
                </a:lnTo>
                <a:lnTo>
                  <a:pt x="45086" y="10155"/>
                </a:lnTo>
                <a:lnTo>
                  <a:pt x="45378" y="10261"/>
                </a:lnTo>
                <a:lnTo>
                  <a:pt x="45553" y="10261"/>
                </a:lnTo>
                <a:lnTo>
                  <a:pt x="45845" y="10420"/>
                </a:lnTo>
                <a:lnTo>
                  <a:pt x="46078" y="10527"/>
                </a:lnTo>
                <a:lnTo>
                  <a:pt x="46370" y="10527"/>
                </a:lnTo>
                <a:lnTo>
                  <a:pt x="46662" y="10686"/>
                </a:lnTo>
                <a:lnTo>
                  <a:pt x="46954" y="10793"/>
                </a:lnTo>
                <a:lnTo>
                  <a:pt x="47363" y="10793"/>
                </a:lnTo>
                <a:lnTo>
                  <a:pt x="47655" y="10899"/>
                </a:lnTo>
                <a:lnTo>
                  <a:pt x="47947" y="11058"/>
                </a:lnTo>
                <a:lnTo>
                  <a:pt x="48356" y="11165"/>
                </a:lnTo>
                <a:lnTo>
                  <a:pt x="48648" y="11324"/>
                </a:lnTo>
                <a:lnTo>
                  <a:pt x="48940" y="11324"/>
                </a:lnTo>
                <a:lnTo>
                  <a:pt x="49349" y="11431"/>
                </a:lnTo>
                <a:lnTo>
                  <a:pt x="49641" y="11537"/>
                </a:lnTo>
                <a:lnTo>
                  <a:pt x="49933" y="11537"/>
                </a:lnTo>
                <a:lnTo>
                  <a:pt x="50167" y="11696"/>
                </a:lnTo>
                <a:lnTo>
                  <a:pt x="50459" y="11803"/>
                </a:lnTo>
                <a:lnTo>
                  <a:pt x="50634" y="11803"/>
                </a:lnTo>
                <a:lnTo>
                  <a:pt x="50867" y="11962"/>
                </a:lnTo>
                <a:lnTo>
                  <a:pt x="51335" y="12069"/>
                </a:lnTo>
                <a:lnTo>
                  <a:pt x="51627" y="12069"/>
                </a:lnTo>
                <a:lnTo>
                  <a:pt x="51860" y="12069"/>
                </a:lnTo>
                <a:lnTo>
                  <a:pt x="52152" y="12228"/>
                </a:lnTo>
                <a:lnTo>
                  <a:pt x="52444" y="12228"/>
                </a:lnTo>
                <a:lnTo>
                  <a:pt x="52736" y="12334"/>
                </a:lnTo>
                <a:lnTo>
                  <a:pt x="53145" y="12441"/>
                </a:lnTo>
                <a:lnTo>
                  <a:pt x="53554" y="12600"/>
                </a:lnTo>
                <a:lnTo>
                  <a:pt x="53846" y="12707"/>
                </a:lnTo>
                <a:lnTo>
                  <a:pt x="54138" y="12866"/>
                </a:lnTo>
                <a:lnTo>
                  <a:pt x="54430" y="12866"/>
                </a:lnTo>
                <a:lnTo>
                  <a:pt x="54722" y="12973"/>
                </a:lnTo>
                <a:lnTo>
                  <a:pt x="55014" y="13079"/>
                </a:lnTo>
                <a:lnTo>
                  <a:pt x="55248" y="13079"/>
                </a:lnTo>
                <a:lnTo>
                  <a:pt x="55540" y="13238"/>
                </a:lnTo>
                <a:lnTo>
                  <a:pt x="55832" y="13345"/>
                </a:lnTo>
                <a:lnTo>
                  <a:pt x="56124" y="13504"/>
                </a:lnTo>
                <a:lnTo>
                  <a:pt x="56416" y="13504"/>
                </a:lnTo>
                <a:lnTo>
                  <a:pt x="56708" y="13611"/>
                </a:lnTo>
              </a:path>
            </a:pathLst>
          </a:custGeom>
          <a:ln w="774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3362624" y="2452400"/>
            <a:ext cx="56649" cy="20788"/>
          </a:xfrm>
          <a:custGeom>
            <a:avLst/>
            <a:gdLst/>
            <a:ahLst/>
            <a:cxnLst/>
            <a:rect l="l" t="t" r="r" b="b"/>
            <a:pathLst>
              <a:path w="56649" h="20788">
                <a:moveTo>
                  <a:pt x="0" y="0"/>
                </a:moveTo>
                <a:lnTo>
                  <a:pt x="233" y="159"/>
                </a:lnTo>
                <a:lnTo>
                  <a:pt x="525" y="159"/>
                </a:lnTo>
                <a:lnTo>
                  <a:pt x="934" y="265"/>
                </a:lnTo>
                <a:lnTo>
                  <a:pt x="1226" y="372"/>
                </a:lnTo>
                <a:lnTo>
                  <a:pt x="1401" y="531"/>
                </a:lnTo>
                <a:lnTo>
                  <a:pt x="1635" y="531"/>
                </a:lnTo>
                <a:lnTo>
                  <a:pt x="1927" y="638"/>
                </a:lnTo>
                <a:lnTo>
                  <a:pt x="2219" y="797"/>
                </a:lnTo>
                <a:lnTo>
                  <a:pt x="2511" y="797"/>
                </a:lnTo>
                <a:lnTo>
                  <a:pt x="2803" y="797"/>
                </a:lnTo>
                <a:lnTo>
                  <a:pt x="3212" y="903"/>
                </a:lnTo>
                <a:lnTo>
                  <a:pt x="3504" y="1010"/>
                </a:lnTo>
                <a:lnTo>
                  <a:pt x="3796" y="1010"/>
                </a:lnTo>
                <a:lnTo>
                  <a:pt x="3912" y="1169"/>
                </a:lnTo>
                <a:lnTo>
                  <a:pt x="4204" y="1276"/>
                </a:lnTo>
                <a:lnTo>
                  <a:pt x="4496" y="1435"/>
                </a:lnTo>
                <a:lnTo>
                  <a:pt x="4788" y="1435"/>
                </a:lnTo>
                <a:lnTo>
                  <a:pt x="5197" y="1541"/>
                </a:lnTo>
                <a:lnTo>
                  <a:pt x="5489" y="1701"/>
                </a:lnTo>
                <a:lnTo>
                  <a:pt x="5781" y="1701"/>
                </a:lnTo>
                <a:lnTo>
                  <a:pt x="6015" y="1807"/>
                </a:lnTo>
                <a:lnTo>
                  <a:pt x="6307" y="1914"/>
                </a:lnTo>
                <a:lnTo>
                  <a:pt x="6482" y="2073"/>
                </a:lnTo>
                <a:lnTo>
                  <a:pt x="6716" y="2073"/>
                </a:lnTo>
                <a:lnTo>
                  <a:pt x="7183" y="2179"/>
                </a:lnTo>
                <a:lnTo>
                  <a:pt x="7417" y="2339"/>
                </a:lnTo>
                <a:lnTo>
                  <a:pt x="7709" y="2445"/>
                </a:lnTo>
                <a:lnTo>
                  <a:pt x="8001" y="2445"/>
                </a:lnTo>
                <a:lnTo>
                  <a:pt x="8293" y="2552"/>
                </a:lnTo>
                <a:lnTo>
                  <a:pt x="8585" y="2711"/>
                </a:lnTo>
                <a:lnTo>
                  <a:pt x="8877" y="2817"/>
                </a:lnTo>
                <a:lnTo>
                  <a:pt x="8993" y="2977"/>
                </a:lnTo>
                <a:lnTo>
                  <a:pt x="9402" y="2977"/>
                </a:lnTo>
                <a:lnTo>
                  <a:pt x="9694" y="3083"/>
                </a:lnTo>
                <a:lnTo>
                  <a:pt x="9986" y="3083"/>
                </a:lnTo>
                <a:lnTo>
                  <a:pt x="10278" y="3243"/>
                </a:lnTo>
                <a:lnTo>
                  <a:pt x="10570" y="3243"/>
                </a:lnTo>
                <a:lnTo>
                  <a:pt x="10804" y="3349"/>
                </a:lnTo>
                <a:lnTo>
                  <a:pt x="11096" y="3455"/>
                </a:lnTo>
                <a:lnTo>
                  <a:pt x="11388" y="3615"/>
                </a:lnTo>
                <a:lnTo>
                  <a:pt x="11680" y="3615"/>
                </a:lnTo>
                <a:lnTo>
                  <a:pt x="11972" y="3721"/>
                </a:lnTo>
                <a:lnTo>
                  <a:pt x="12264" y="3881"/>
                </a:lnTo>
                <a:lnTo>
                  <a:pt x="12497" y="3987"/>
                </a:lnTo>
                <a:lnTo>
                  <a:pt x="12789" y="4093"/>
                </a:lnTo>
                <a:lnTo>
                  <a:pt x="13081" y="4093"/>
                </a:lnTo>
                <a:lnTo>
                  <a:pt x="13490" y="4253"/>
                </a:lnTo>
                <a:lnTo>
                  <a:pt x="13782" y="4359"/>
                </a:lnTo>
                <a:lnTo>
                  <a:pt x="13958" y="4519"/>
                </a:lnTo>
                <a:lnTo>
                  <a:pt x="14191" y="4519"/>
                </a:lnTo>
                <a:lnTo>
                  <a:pt x="14483" y="4625"/>
                </a:lnTo>
                <a:lnTo>
                  <a:pt x="14775" y="4785"/>
                </a:lnTo>
                <a:lnTo>
                  <a:pt x="15067" y="4891"/>
                </a:lnTo>
                <a:lnTo>
                  <a:pt x="15359" y="4997"/>
                </a:lnTo>
                <a:lnTo>
                  <a:pt x="15768" y="4997"/>
                </a:lnTo>
                <a:lnTo>
                  <a:pt x="16060" y="5157"/>
                </a:lnTo>
                <a:lnTo>
                  <a:pt x="16352" y="5263"/>
                </a:lnTo>
                <a:lnTo>
                  <a:pt x="16469" y="5423"/>
                </a:lnTo>
                <a:lnTo>
                  <a:pt x="16761" y="5423"/>
                </a:lnTo>
                <a:lnTo>
                  <a:pt x="17053" y="5423"/>
                </a:lnTo>
                <a:lnTo>
                  <a:pt x="17345" y="5529"/>
                </a:lnTo>
                <a:lnTo>
                  <a:pt x="17754" y="5635"/>
                </a:lnTo>
                <a:lnTo>
                  <a:pt x="18046" y="5795"/>
                </a:lnTo>
                <a:lnTo>
                  <a:pt x="18279" y="5901"/>
                </a:lnTo>
                <a:lnTo>
                  <a:pt x="18571" y="5901"/>
                </a:lnTo>
                <a:lnTo>
                  <a:pt x="18863" y="6061"/>
                </a:lnTo>
                <a:lnTo>
                  <a:pt x="19272" y="6273"/>
                </a:lnTo>
                <a:lnTo>
                  <a:pt x="19739" y="6433"/>
                </a:lnTo>
                <a:lnTo>
                  <a:pt x="19973" y="6433"/>
                </a:lnTo>
                <a:lnTo>
                  <a:pt x="20265" y="6539"/>
                </a:lnTo>
                <a:lnTo>
                  <a:pt x="20557" y="6699"/>
                </a:lnTo>
                <a:lnTo>
                  <a:pt x="20849" y="6805"/>
                </a:lnTo>
                <a:lnTo>
                  <a:pt x="21141" y="6965"/>
                </a:lnTo>
                <a:lnTo>
                  <a:pt x="21433" y="7071"/>
                </a:lnTo>
                <a:lnTo>
                  <a:pt x="21959" y="7177"/>
                </a:lnTo>
                <a:lnTo>
                  <a:pt x="22251" y="7337"/>
                </a:lnTo>
                <a:lnTo>
                  <a:pt x="22543" y="7443"/>
                </a:lnTo>
                <a:lnTo>
                  <a:pt x="22835" y="7603"/>
                </a:lnTo>
                <a:lnTo>
                  <a:pt x="23127" y="7709"/>
                </a:lnTo>
                <a:lnTo>
                  <a:pt x="23360" y="7709"/>
                </a:lnTo>
                <a:lnTo>
                  <a:pt x="23652" y="7709"/>
                </a:lnTo>
                <a:lnTo>
                  <a:pt x="23944" y="7815"/>
                </a:lnTo>
                <a:lnTo>
                  <a:pt x="24236" y="7975"/>
                </a:lnTo>
                <a:lnTo>
                  <a:pt x="24528" y="8081"/>
                </a:lnTo>
                <a:lnTo>
                  <a:pt x="24762" y="8241"/>
                </a:lnTo>
                <a:lnTo>
                  <a:pt x="25054" y="8241"/>
                </a:lnTo>
                <a:lnTo>
                  <a:pt x="25346" y="8347"/>
                </a:lnTo>
                <a:lnTo>
                  <a:pt x="25638" y="8506"/>
                </a:lnTo>
                <a:lnTo>
                  <a:pt x="26047" y="8613"/>
                </a:lnTo>
                <a:lnTo>
                  <a:pt x="26339" y="8719"/>
                </a:lnTo>
                <a:lnTo>
                  <a:pt x="26455" y="8879"/>
                </a:lnTo>
                <a:lnTo>
                  <a:pt x="26747" y="8985"/>
                </a:lnTo>
                <a:lnTo>
                  <a:pt x="27039" y="8985"/>
                </a:lnTo>
                <a:lnTo>
                  <a:pt x="27332" y="9144"/>
                </a:lnTo>
                <a:lnTo>
                  <a:pt x="27624" y="9251"/>
                </a:lnTo>
                <a:lnTo>
                  <a:pt x="27916" y="9357"/>
                </a:lnTo>
                <a:lnTo>
                  <a:pt x="28324" y="9517"/>
                </a:lnTo>
                <a:lnTo>
                  <a:pt x="28616" y="9623"/>
                </a:lnTo>
                <a:lnTo>
                  <a:pt x="28908" y="9782"/>
                </a:lnTo>
                <a:lnTo>
                  <a:pt x="29317" y="9889"/>
                </a:lnTo>
                <a:lnTo>
                  <a:pt x="29609" y="10048"/>
                </a:lnTo>
                <a:lnTo>
                  <a:pt x="29843" y="10048"/>
                </a:lnTo>
                <a:lnTo>
                  <a:pt x="30310" y="10155"/>
                </a:lnTo>
                <a:lnTo>
                  <a:pt x="30544" y="10261"/>
                </a:lnTo>
                <a:lnTo>
                  <a:pt x="30836" y="10420"/>
                </a:lnTo>
                <a:lnTo>
                  <a:pt x="31128" y="10420"/>
                </a:lnTo>
                <a:lnTo>
                  <a:pt x="31420" y="10527"/>
                </a:lnTo>
                <a:lnTo>
                  <a:pt x="31536" y="10686"/>
                </a:lnTo>
                <a:lnTo>
                  <a:pt x="31828" y="10793"/>
                </a:lnTo>
                <a:lnTo>
                  <a:pt x="32237" y="10899"/>
                </a:lnTo>
                <a:lnTo>
                  <a:pt x="32529" y="11058"/>
                </a:lnTo>
                <a:lnTo>
                  <a:pt x="32821" y="11165"/>
                </a:lnTo>
                <a:lnTo>
                  <a:pt x="33113" y="11324"/>
                </a:lnTo>
                <a:lnTo>
                  <a:pt x="33405" y="11431"/>
                </a:lnTo>
                <a:lnTo>
                  <a:pt x="33697" y="11431"/>
                </a:lnTo>
                <a:lnTo>
                  <a:pt x="33931" y="11590"/>
                </a:lnTo>
                <a:lnTo>
                  <a:pt x="34106" y="11696"/>
                </a:lnTo>
                <a:lnTo>
                  <a:pt x="34515" y="11803"/>
                </a:lnTo>
                <a:lnTo>
                  <a:pt x="34807" y="11962"/>
                </a:lnTo>
                <a:lnTo>
                  <a:pt x="35099" y="12069"/>
                </a:lnTo>
                <a:lnTo>
                  <a:pt x="35391" y="12228"/>
                </a:lnTo>
                <a:lnTo>
                  <a:pt x="35625" y="12334"/>
                </a:lnTo>
                <a:lnTo>
                  <a:pt x="35917" y="12441"/>
                </a:lnTo>
                <a:lnTo>
                  <a:pt x="36209" y="12441"/>
                </a:lnTo>
                <a:lnTo>
                  <a:pt x="36501" y="12441"/>
                </a:lnTo>
                <a:lnTo>
                  <a:pt x="36793" y="12600"/>
                </a:lnTo>
                <a:lnTo>
                  <a:pt x="37085" y="12707"/>
                </a:lnTo>
                <a:lnTo>
                  <a:pt x="37318" y="12866"/>
                </a:lnTo>
                <a:lnTo>
                  <a:pt x="37610" y="12973"/>
                </a:lnTo>
                <a:lnTo>
                  <a:pt x="37902" y="13132"/>
                </a:lnTo>
                <a:lnTo>
                  <a:pt x="38194" y="13238"/>
                </a:lnTo>
                <a:lnTo>
                  <a:pt x="38603" y="13345"/>
                </a:lnTo>
                <a:lnTo>
                  <a:pt x="38895" y="13504"/>
                </a:lnTo>
                <a:lnTo>
                  <a:pt x="39304" y="13611"/>
                </a:lnTo>
                <a:lnTo>
                  <a:pt x="39596" y="13770"/>
                </a:lnTo>
                <a:lnTo>
                  <a:pt x="39888" y="13876"/>
                </a:lnTo>
                <a:lnTo>
                  <a:pt x="40180" y="13983"/>
                </a:lnTo>
                <a:lnTo>
                  <a:pt x="40472" y="14142"/>
                </a:lnTo>
                <a:lnTo>
                  <a:pt x="40881" y="14249"/>
                </a:lnTo>
                <a:lnTo>
                  <a:pt x="41173" y="14408"/>
                </a:lnTo>
                <a:lnTo>
                  <a:pt x="41406" y="14514"/>
                </a:lnTo>
                <a:lnTo>
                  <a:pt x="41582" y="14674"/>
                </a:lnTo>
                <a:lnTo>
                  <a:pt x="41874" y="14780"/>
                </a:lnTo>
                <a:lnTo>
                  <a:pt x="42166" y="14780"/>
                </a:lnTo>
                <a:lnTo>
                  <a:pt x="42399" y="14887"/>
                </a:lnTo>
                <a:lnTo>
                  <a:pt x="42866" y="15046"/>
                </a:lnTo>
                <a:lnTo>
                  <a:pt x="43100" y="15152"/>
                </a:lnTo>
                <a:lnTo>
                  <a:pt x="43392" y="15152"/>
                </a:lnTo>
                <a:lnTo>
                  <a:pt x="43684" y="15312"/>
                </a:lnTo>
                <a:lnTo>
                  <a:pt x="43976" y="15418"/>
                </a:lnTo>
                <a:lnTo>
                  <a:pt x="44385" y="15684"/>
                </a:lnTo>
                <a:lnTo>
                  <a:pt x="44794" y="15790"/>
                </a:lnTo>
                <a:lnTo>
                  <a:pt x="45086" y="15950"/>
                </a:lnTo>
                <a:lnTo>
                  <a:pt x="45378" y="16056"/>
                </a:lnTo>
                <a:lnTo>
                  <a:pt x="45670" y="16216"/>
                </a:lnTo>
                <a:lnTo>
                  <a:pt x="45962" y="16322"/>
                </a:lnTo>
                <a:lnTo>
                  <a:pt x="46254" y="16428"/>
                </a:lnTo>
                <a:lnTo>
                  <a:pt x="46487" y="16588"/>
                </a:lnTo>
                <a:lnTo>
                  <a:pt x="46662" y="16694"/>
                </a:lnTo>
                <a:lnTo>
                  <a:pt x="47071" y="16854"/>
                </a:lnTo>
                <a:lnTo>
                  <a:pt x="47363" y="16960"/>
                </a:lnTo>
                <a:lnTo>
                  <a:pt x="47655" y="17066"/>
                </a:lnTo>
                <a:lnTo>
                  <a:pt x="47947" y="17066"/>
                </a:lnTo>
                <a:lnTo>
                  <a:pt x="48181" y="17226"/>
                </a:lnTo>
                <a:lnTo>
                  <a:pt x="48473" y="17332"/>
                </a:lnTo>
                <a:lnTo>
                  <a:pt x="48765" y="17492"/>
                </a:lnTo>
                <a:lnTo>
                  <a:pt x="49057" y="17598"/>
                </a:lnTo>
                <a:lnTo>
                  <a:pt x="49349" y="17598"/>
                </a:lnTo>
                <a:lnTo>
                  <a:pt x="49583" y="17758"/>
                </a:lnTo>
                <a:lnTo>
                  <a:pt x="49875" y="17864"/>
                </a:lnTo>
                <a:lnTo>
                  <a:pt x="50167" y="17970"/>
                </a:lnTo>
                <a:lnTo>
                  <a:pt x="50459" y="18130"/>
                </a:lnTo>
                <a:lnTo>
                  <a:pt x="50751" y="18236"/>
                </a:lnTo>
                <a:lnTo>
                  <a:pt x="51159" y="18396"/>
                </a:lnTo>
                <a:lnTo>
                  <a:pt x="51451" y="18502"/>
                </a:lnTo>
                <a:lnTo>
                  <a:pt x="51860" y="18768"/>
                </a:lnTo>
                <a:lnTo>
                  <a:pt x="52152" y="18874"/>
                </a:lnTo>
                <a:lnTo>
                  <a:pt x="52444" y="19034"/>
                </a:lnTo>
                <a:lnTo>
                  <a:pt x="52736" y="19140"/>
                </a:lnTo>
                <a:lnTo>
                  <a:pt x="52970" y="19300"/>
                </a:lnTo>
                <a:lnTo>
                  <a:pt x="53437" y="19406"/>
                </a:lnTo>
                <a:lnTo>
                  <a:pt x="53729" y="19406"/>
                </a:lnTo>
                <a:lnTo>
                  <a:pt x="53963" y="19512"/>
                </a:lnTo>
                <a:lnTo>
                  <a:pt x="54138" y="19672"/>
                </a:lnTo>
                <a:lnTo>
                  <a:pt x="54430" y="19778"/>
                </a:lnTo>
                <a:lnTo>
                  <a:pt x="54664" y="19938"/>
                </a:lnTo>
                <a:lnTo>
                  <a:pt x="54956" y="20044"/>
                </a:lnTo>
                <a:lnTo>
                  <a:pt x="55364" y="20150"/>
                </a:lnTo>
                <a:lnTo>
                  <a:pt x="55656" y="20310"/>
                </a:lnTo>
                <a:lnTo>
                  <a:pt x="55948" y="20416"/>
                </a:lnTo>
                <a:lnTo>
                  <a:pt x="56240" y="20576"/>
                </a:lnTo>
                <a:lnTo>
                  <a:pt x="56532" y="20682"/>
                </a:lnTo>
              </a:path>
            </a:pathLst>
          </a:custGeom>
          <a:ln w="779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419274" y="2473189"/>
            <a:ext cx="56824" cy="27753"/>
          </a:xfrm>
          <a:custGeom>
            <a:avLst/>
            <a:gdLst/>
            <a:ahLst/>
            <a:cxnLst/>
            <a:rect l="l" t="t" r="r" b="b"/>
            <a:pathLst>
              <a:path w="56824" h="27753">
                <a:moveTo>
                  <a:pt x="0" y="0"/>
                </a:moveTo>
                <a:lnTo>
                  <a:pt x="292" y="159"/>
                </a:lnTo>
                <a:lnTo>
                  <a:pt x="700" y="265"/>
                </a:lnTo>
                <a:lnTo>
                  <a:pt x="992" y="425"/>
                </a:lnTo>
                <a:lnTo>
                  <a:pt x="1284" y="531"/>
                </a:lnTo>
                <a:lnTo>
                  <a:pt x="1576" y="691"/>
                </a:lnTo>
                <a:lnTo>
                  <a:pt x="1868" y="797"/>
                </a:lnTo>
                <a:lnTo>
                  <a:pt x="2102" y="903"/>
                </a:lnTo>
                <a:lnTo>
                  <a:pt x="2394" y="903"/>
                </a:lnTo>
                <a:lnTo>
                  <a:pt x="2569" y="1063"/>
                </a:lnTo>
                <a:lnTo>
                  <a:pt x="2978" y="1169"/>
                </a:lnTo>
                <a:lnTo>
                  <a:pt x="3270" y="1329"/>
                </a:lnTo>
                <a:lnTo>
                  <a:pt x="3562" y="1435"/>
                </a:lnTo>
                <a:lnTo>
                  <a:pt x="3796" y="1541"/>
                </a:lnTo>
                <a:lnTo>
                  <a:pt x="4088" y="1701"/>
                </a:lnTo>
                <a:lnTo>
                  <a:pt x="4380" y="1807"/>
                </a:lnTo>
                <a:lnTo>
                  <a:pt x="4672" y="1967"/>
                </a:lnTo>
                <a:lnTo>
                  <a:pt x="5080" y="2073"/>
                </a:lnTo>
                <a:lnTo>
                  <a:pt x="5256" y="2233"/>
                </a:lnTo>
                <a:lnTo>
                  <a:pt x="5489" y="2445"/>
                </a:lnTo>
                <a:lnTo>
                  <a:pt x="5781" y="2605"/>
                </a:lnTo>
                <a:lnTo>
                  <a:pt x="6073" y="2711"/>
                </a:lnTo>
                <a:lnTo>
                  <a:pt x="6365" y="2871"/>
                </a:lnTo>
                <a:lnTo>
                  <a:pt x="6657" y="2977"/>
                </a:lnTo>
                <a:lnTo>
                  <a:pt x="6949" y="3083"/>
                </a:lnTo>
                <a:lnTo>
                  <a:pt x="7358" y="3243"/>
                </a:lnTo>
                <a:lnTo>
                  <a:pt x="7767" y="3349"/>
                </a:lnTo>
                <a:lnTo>
                  <a:pt x="8059" y="3509"/>
                </a:lnTo>
                <a:lnTo>
                  <a:pt x="8351" y="3615"/>
                </a:lnTo>
                <a:lnTo>
                  <a:pt x="8643" y="3774"/>
                </a:lnTo>
                <a:lnTo>
                  <a:pt x="8877" y="3881"/>
                </a:lnTo>
                <a:lnTo>
                  <a:pt x="9344" y="3987"/>
                </a:lnTo>
                <a:lnTo>
                  <a:pt x="9577" y="4147"/>
                </a:lnTo>
                <a:lnTo>
                  <a:pt x="9869" y="4253"/>
                </a:lnTo>
                <a:lnTo>
                  <a:pt x="10045" y="4412"/>
                </a:lnTo>
                <a:lnTo>
                  <a:pt x="10278" y="4519"/>
                </a:lnTo>
                <a:lnTo>
                  <a:pt x="10570" y="4625"/>
                </a:lnTo>
                <a:lnTo>
                  <a:pt x="10862" y="4785"/>
                </a:lnTo>
                <a:lnTo>
                  <a:pt x="11271" y="4891"/>
                </a:lnTo>
                <a:lnTo>
                  <a:pt x="11563" y="5157"/>
                </a:lnTo>
                <a:lnTo>
                  <a:pt x="11855" y="5316"/>
                </a:lnTo>
                <a:lnTo>
                  <a:pt x="12147" y="5423"/>
                </a:lnTo>
                <a:lnTo>
                  <a:pt x="12439" y="5529"/>
                </a:lnTo>
                <a:lnTo>
                  <a:pt x="12848" y="5688"/>
                </a:lnTo>
                <a:lnTo>
                  <a:pt x="13140" y="5795"/>
                </a:lnTo>
                <a:lnTo>
                  <a:pt x="13549" y="5954"/>
                </a:lnTo>
                <a:lnTo>
                  <a:pt x="13841" y="6061"/>
                </a:lnTo>
                <a:lnTo>
                  <a:pt x="14133" y="6167"/>
                </a:lnTo>
                <a:lnTo>
                  <a:pt x="14425" y="6326"/>
                </a:lnTo>
                <a:lnTo>
                  <a:pt x="14658" y="6433"/>
                </a:lnTo>
                <a:lnTo>
                  <a:pt x="14950" y="6592"/>
                </a:lnTo>
                <a:lnTo>
                  <a:pt x="15126" y="6699"/>
                </a:lnTo>
                <a:lnTo>
                  <a:pt x="15534" y="6965"/>
                </a:lnTo>
                <a:lnTo>
                  <a:pt x="15826" y="7071"/>
                </a:lnTo>
                <a:lnTo>
                  <a:pt x="16060" y="7230"/>
                </a:lnTo>
                <a:lnTo>
                  <a:pt x="16352" y="7337"/>
                </a:lnTo>
                <a:lnTo>
                  <a:pt x="16644" y="7496"/>
                </a:lnTo>
                <a:lnTo>
                  <a:pt x="16936" y="7603"/>
                </a:lnTo>
                <a:lnTo>
                  <a:pt x="17228" y="7709"/>
                </a:lnTo>
                <a:lnTo>
                  <a:pt x="17637" y="7868"/>
                </a:lnTo>
                <a:lnTo>
                  <a:pt x="18046" y="7975"/>
                </a:lnTo>
                <a:lnTo>
                  <a:pt x="18338" y="8134"/>
                </a:lnTo>
                <a:lnTo>
                  <a:pt x="18630" y="8400"/>
                </a:lnTo>
                <a:lnTo>
                  <a:pt x="18922" y="8506"/>
                </a:lnTo>
                <a:lnTo>
                  <a:pt x="19214" y="8613"/>
                </a:lnTo>
                <a:lnTo>
                  <a:pt x="19447" y="8772"/>
                </a:lnTo>
                <a:lnTo>
                  <a:pt x="19914" y="8879"/>
                </a:lnTo>
                <a:lnTo>
                  <a:pt x="20206" y="9038"/>
                </a:lnTo>
                <a:lnTo>
                  <a:pt x="20615" y="9251"/>
                </a:lnTo>
                <a:lnTo>
                  <a:pt x="20907" y="9410"/>
                </a:lnTo>
                <a:lnTo>
                  <a:pt x="21141" y="9676"/>
                </a:lnTo>
                <a:lnTo>
                  <a:pt x="21433" y="9782"/>
                </a:lnTo>
                <a:lnTo>
                  <a:pt x="21842" y="9942"/>
                </a:lnTo>
                <a:lnTo>
                  <a:pt x="22134" y="10048"/>
                </a:lnTo>
                <a:lnTo>
                  <a:pt x="22426" y="10155"/>
                </a:lnTo>
                <a:lnTo>
                  <a:pt x="22601" y="10155"/>
                </a:lnTo>
                <a:lnTo>
                  <a:pt x="22835" y="10314"/>
                </a:lnTo>
                <a:lnTo>
                  <a:pt x="23127" y="10420"/>
                </a:lnTo>
                <a:lnTo>
                  <a:pt x="23419" y="10580"/>
                </a:lnTo>
                <a:lnTo>
                  <a:pt x="23827" y="10793"/>
                </a:lnTo>
                <a:lnTo>
                  <a:pt x="24119" y="10952"/>
                </a:lnTo>
                <a:lnTo>
                  <a:pt x="24411" y="11058"/>
                </a:lnTo>
                <a:lnTo>
                  <a:pt x="24703" y="11218"/>
                </a:lnTo>
                <a:lnTo>
                  <a:pt x="24995" y="11324"/>
                </a:lnTo>
                <a:lnTo>
                  <a:pt x="25112" y="11484"/>
                </a:lnTo>
                <a:lnTo>
                  <a:pt x="25404" y="11590"/>
                </a:lnTo>
                <a:lnTo>
                  <a:pt x="25696" y="11696"/>
                </a:lnTo>
                <a:lnTo>
                  <a:pt x="26105" y="11962"/>
                </a:lnTo>
                <a:lnTo>
                  <a:pt x="26397" y="12122"/>
                </a:lnTo>
                <a:lnTo>
                  <a:pt x="26689" y="12228"/>
                </a:lnTo>
                <a:lnTo>
                  <a:pt x="26923" y="12334"/>
                </a:lnTo>
                <a:lnTo>
                  <a:pt x="27215" y="12494"/>
                </a:lnTo>
                <a:lnTo>
                  <a:pt x="27507" y="12600"/>
                </a:lnTo>
                <a:lnTo>
                  <a:pt x="27682" y="12600"/>
                </a:lnTo>
                <a:lnTo>
                  <a:pt x="28091" y="12866"/>
                </a:lnTo>
                <a:lnTo>
                  <a:pt x="28383" y="12973"/>
                </a:lnTo>
                <a:lnTo>
                  <a:pt x="28616" y="13132"/>
                </a:lnTo>
                <a:lnTo>
                  <a:pt x="28908" y="13238"/>
                </a:lnTo>
                <a:lnTo>
                  <a:pt x="29200" y="13398"/>
                </a:lnTo>
                <a:lnTo>
                  <a:pt x="29492" y="13504"/>
                </a:lnTo>
                <a:lnTo>
                  <a:pt x="29784" y="13664"/>
                </a:lnTo>
                <a:lnTo>
                  <a:pt x="30193" y="13876"/>
                </a:lnTo>
                <a:lnTo>
                  <a:pt x="30310" y="14036"/>
                </a:lnTo>
                <a:lnTo>
                  <a:pt x="30602" y="14142"/>
                </a:lnTo>
                <a:lnTo>
                  <a:pt x="30894" y="14302"/>
                </a:lnTo>
                <a:lnTo>
                  <a:pt x="31186" y="14408"/>
                </a:lnTo>
                <a:lnTo>
                  <a:pt x="31478" y="14514"/>
                </a:lnTo>
                <a:lnTo>
                  <a:pt x="31770" y="14780"/>
                </a:lnTo>
                <a:lnTo>
                  <a:pt x="32004" y="14940"/>
                </a:lnTo>
                <a:lnTo>
                  <a:pt x="32471" y="14940"/>
                </a:lnTo>
                <a:lnTo>
                  <a:pt x="32704" y="15046"/>
                </a:lnTo>
                <a:lnTo>
                  <a:pt x="32880" y="15206"/>
                </a:lnTo>
                <a:lnTo>
                  <a:pt x="33172" y="15312"/>
                </a:lnTo>
                <a:lnTo>
                  <a:pt x="33464" y="15578"/>
                </a:lnTo>
                <a:lnTo>
                  <a:pt x="33697" y="15684"/>
                </a:lnTo>
                <a:lnTo>
                  <a:pt x="33989" y="15844"/>
                </a:lnTo>
                <a:lnTo>
                  <a:pt x="34398" y="15950"/>
                </a:lnTo>
                <a:lnTo>
                  <a:pt x="34690" y="16056"/>
                </a:lnTo>
                <a:lnTo>
                  <a:pt x="34982" y="16216"/>
                </a:lnTo>
                <a:lnTo>
                  <a:pt x="35274" y="16482"/>
                </a:lnTo>
                <a:lnTo>
                  <a:pt x="35683" y="16747"/>
                </a:lnTo>
                <a:lnTo>
                  <a:pt x="35975" y="16854"/>
                </a:lnTo>
                <a:lnTo>
                  <a:pt x="36384" y="16960"/>
                </a:lnTo>
                <a:lnTo>
                  <a:pt x="36676" y="17226"/>
                </a:lnTo>
                <a:lnTo>
                  <a:pt x="36968" y="17226"/>
                </a:lnTo>
                <a:lnTo>
                  <a:pt x="37260" y="17385"/>
                </a:lnTo>
                <a:lnTo>
                  <a:pt x="37552" y="17492"/>
                </a:lnTo>
                <a:lnTo>
                  <a:pt x="37785" y="17598"/>
                </a:lnTo>
                <a:lnTo>
                  <a:pt x="37961" y="17864"/>
                </a:lnTo>
                <a:lnTo>
                  <a:pt x="38253" y="18023"/>
                </a:lnTo>
                <a:lnTo>
                  <a:pt x="38661" y="18130"/>
                </a:lnTo>
                <a:lnTo>
                  <a:pt x="38953" y="18289"/>
                </a:lnTo>
                <a:lnTo>
                  <a:pt x="39245" y="18396"/>
                </a:lnTo>
                <a:lnTo>
                  <a:pt x="39479" y="18502"/>
                </a:lnTo>
                <a:lnTo>
                  <a:pt x="39771" y="18768"/>
                </a:lnTo>
                <a:lnTo>
                  <a:pt x="40063" y="18927"/>
                </a:lnTo>
                <a:lnTo>
                  <a:pt x="40647" y="19140"/>
                </a:lnTo>
                <a:lnTo>
                  <a:pt x="40881" y="19406"/>
                </a:lnTo>
                <a:lnTo>
                  <a:pt x="41173" y="19565"/>
                </a:lnTo>
                <a:lnTo>
                  <a:pt x="41465" y="19565"/>
                </a:lnTo>
                <a:lnTo>
                  <a:pt x="41757" y="19672"/>
                </a:lnTo>
                <a:lnTo>
                  <a:pt x="42049" y="19831"/>
                </a:lnTo>
                <a:lnTo>
                  <a:pt x="42341" y="20044"/>
                </a:lnTo>
                <a:lnTo>
                  <a:pt x="42750" y="20203"/>
                </a:lnTo>
                <a:lnTo>
                  <a:pt x="43158" y="20469"/>
                </a:lnTo>
                <a:lnTo>
                  <a:pt x="43450" y="20576"/>
                </a:lnTo>
                <a:lnTo>
                  <a:pt x="43742" y="20841"/>
                </a:lnTo>
                <a:lnTo>
                  <a:pt x="44034" y="20948"/>
                </a:lnTo>
                <a:lnTo>
                  <a:pt x="44268" y="21107"/>
                </a:lnTo>
                <a:lnTo>
                  <a:pt x="44560" y="21214"/>
                </a:lnTo>
                <a:lnTo>
                  <a:pt x="45027" y="21479"/>
                </a:lnTo>
                <a:lnTo>
                  <a:pt x="45261" y="21586"/>
                </a:lnTo>
                <a:lnTo>
                  <a:pt x="45436" y="21745"/>
                </a:lnTo>
                <a:lnTo>
                  <a:pt x="45728" y="21852"/>
                </a:lnTo>
                <a:lnTo>
                  <a:pt x="45962" y="21852"/>
                </a:lnTo>
                <a:lnTo>
                  <a:pt x="46254" y="22117"/>
                </a:lnTo>
                <a:lnTo>
                  <a:pt x="46546" y="22224"/>
                </a:lnTo>
                <a:lnTo>
                  <a:pt x="46954" y="22383"/>
                </a:lnTo>
                <a:lnTo>
                  <a:pt x="47246" y="22490"/>
                </a:lnTo>
                <a:lnTo>
                  <a:pt x="47538" y="22755"/>
                </a:lnTo>
                <a:lnTo>
                  <a:pt x="47831" y="22915"/>
                </a:lnTo>
                <a:lnTo>
                  <a:pt x="48239" y="23128"/>
                </a:lnTo>
                <a:lnTo>
                  <a:pt x="48531" y="23393"/>
                </a:lnTo>
                <a:lnTo>
                  <a:pt x="48940" y="23553"/>
                </a:lnTo>
                <a:lnTo>
                  <a:pt x="49232" y="23659"/>
                </a:lnTo>
                <a:lnTo>
                  <a:pt x="49524" y="23766"/>
                </a:lnTo>
                <a:lnTo>
                  <a:pt x="49816" y="24031"/>
                </a:lnTo>
                <a:lnTo>
                  <a:pt x="50050" y="24191"/>
                </a:lnTo>
                <a:lnTo>
                  <a:pt x="50342" y="24191"/>
                </a:lnTo>
                <a:lnTo>
                  <a:pt x="50517" y="24297"/>
                </a:lnTo>
                <a:lnTo>
                  <a:pt x="50809" y="24563"/>
                </a:lnTo>
                <a:lnTo>
                  <a:pt x="51218" y="24669"/>
                </a:lnTo>
                <a:lnTo>
                  <a:pt x="51510" y="24829"/>
                </a:lnTo>
                <a:lnTo>
                  <a:pt x="51743" y="24935"/>
                </a:lnTo>
                <a:lnTo>
                  <a:pt x="52035" y="25201"/>
                </a:lnTo>
                <a:lnTo>
                  <a:pt x="52327" y="25307"/>
                </a:lnTo>
                <a:lnTo>
                  <a:pt x="52619" y="25467"/>
                </a:lnTo>
                <a:lnTo>
                  <a:pt x="52911" y="25573"/>
                </a:lnTo>
                <a:lnTo>
                  <a:pt x="53203" y="25839"/>
                </a:lnTo>
                <a:lnTo>
                  <a:pt x="53437" y="25999"/>
                </a:lnTo>
                <a:lnTo>
                  <a:pt x="53729" y="26105"/>
                </a:lnTo>
                <a:lnTo>
                  <a:pt x="54021" y="26211"/>
                </a:lnTo>
                <a:lnTo>
                  <a:pt x="54313" y="26477"/>
                </a:lnTo>
                <a:lnTo>
                  <a:pt x="54605" y="26477"/>
                </a:lnTo>
                <a:lnTo>
                  <a:pt x="54897" y="26637"/>
                </a:lnTo>
                <a:lnTo>
                  <a:pt x="55306" y="26849"/>
                </a:lnTo>
                <a:lnTo>
                  <a:pt x="55423" y="27009"/>
                </a:lnTo>
                <a:lnTo>
                  <a:pt x="55715" y="27115"/>
                </a:lnTo>
                <a:lnTo>
                  <a:pt x="56007" y="27275"/>
                </a:lnTo>
                <a:lnTo>
                  <a:pt x="56299" y="27487"/>
                </a:lnTo>
                <a:lnTo>
                  <a:pt x="56591" y="27647"/>
                </a:lnTo>
                <a:lnTo>
                  <a:pt x="56824" y="27753"/>
                </a:lnTo>
              </a:path>
            </a:pathLst>
          </a:custGeom>
          <a:ln w="784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3476099" y="2500942"/>
            <a:ext cx="56708" cy="34293"/>
          </a:xfrm>
          <a:custGeom>
            <a:avLst/>
            <a:gdLst/>
            <a:ahLst/>
            <a:cxnLst/>
            <a:rect l="l" t="t" r="r" b="b"/>
            <a:pathLst>
              <a:path w="56708" h="34293">
                <a:moveTo>
                  <a:pt x="0" y="0"/>
                </a:moveTo>
                <a:lnTo>
                  <a:pt x="292" y="265"/>
                </a:lnTo>
                <a:lnTo>
                  <a:pt x="700" y="425"/>
                </a:lnTo>
                <a:lnTo>
                  <a:pt x="992" y="531"/>
                </a:lnTo>
                <a:lnTo>
                  <a:pt x="1168" y="638"/>
                </a:lnTo>
                <a:lnTo>
                  <a:pt x="1401" y="903"/>
                </a:lnTo>
                <a:lnTo>
                  <a:pt x="1693" y="1063"/>
                </a:lnTo>
                <a:lnTo>
                  <a:pt x="1985" y="1063"/>
                </a:lnTo>
                <a:lnTo>
                  <a:pt x="2277" y="1276"/>
                </a:lnTo>
                <a:lnTo>
                  <a:pt x="2686" y="1435"/>
                </a:lnTo>
                <a:lnTo>
                  <a:pt x="2978" y="1541"/>
                </a:lnTo>
                <a:lnTo>
                  <a:pt x="3270" y="1701"/>
                </a:lnTo>
                <a:lnTo>
                  <a:pt x="3562" y="1967"/>
                </a:lnTo>
                <a:lnTo>
                  <a:pt x="3971" y="2179"/>
                </a:lnTo>
                <a:lnTo>
                  <a:pt x="4263" y="2445"/>
                </a:lnTo>
                <a:lnTo>
                  <a:pt x="4672" y="2605"/>
                </a:lnTo>
                <a:lnTo>
                  <a:pt x="4964" y="2711"/>
                </a:lnTo>
                <a:lnTo>
                  <a:pt x="5256" y="2977"/>
                </a:lnTo>
                <a:lnTo>
                  <a:pt x="5548" y="3083"/>
                </a:lnTo>
                <a:lnTo>
                  <a:pt x="5781" y="3243"/>
                </a:lnTo>
                <a:lnTo>
                  <a:pt x="6073" y="3509"/>
                </a:lnTo>
                <a:lnTo>
                  <a:pt x="6248" y="3509"/>
                </a:lnTo>
                <a:lnTo>
                  <a:pt x="6482" y="3615"/>
                </a:lnTo>
                <a:lnTo>
                  <a:pt x="6949" y="3721"/>
                </a:lnTo>
                <a:lnTo>
                  <a:pt x="7183" y="3987"/>
                </a:lnTo>
                <a:lnTo>
                  <a:pt x="7475" y="4147"/>
                </a:lnTo>
                <a:lnTo>
                  <a:pt x="7767" y="4253"/>
                </a:lnTo>
                <a:lnTo>
                  <a:pt x="8059" y="4519"/>
                </a:lnTo>
                <a:lnTo>
                  <a:pt x="8351" y="4625"/>
                </a:lnTo>
                <a:lnTo>
                  <a:pt x="8643" y="4785"/>
                </a:lnTo>
                <a:lnTo>
                  <a:pt x="8877" y="5050"/>
                </a:lnTo>
                <a:lnTo>
                  <a:pt x="9169" y="5157"/>
                </a:lnTo>
                <a:lnTo>
                  <a:pt x="9461" y="5263"/>
                </a:lnTo>
                <a:lnTo>
                  <a:pt x="9753" y="5529"/>
                </a:lnTo>
                <a:lnTo>
                  <a:pt x="10045" y="5688"/>
                </a:lnTo>
                <a:lnTo>
                  <a:pt x="10337" y="5795"/>
                </a:lnTo>
                <a:lnTo>
                  <a:pt x="10570" y="5901"/>
                </a:lnTo>
                <a:lnTo>
                  <a:pt x="11037" y="6061"/>
                </a:lnTo>
                <a:lnTo>
                  <a:pt x="11446" y="6433"/>
                </a:lnTo>
                <a:lnTo>
                  <a:pt x="11738" y="6592"/>
                </a:lnTo>
                <a:lnTo>
                  <a:pt x="12030" y="6699"/>
                </a:lnTo>
                <a:lnTo>
                  <a:pt x="12264" y="6965"/>
                </a:lnTo>
                <a:lnTo>
                  <a:pt x="12556" y="7071"/>
                </a:lnTo>
                <a:lnTo>
                  <a:pt x="12848" y="7230"/>
                </a:lnTo>
                <a:lnTo>
                  <a:pt x="13257" y="7443"/>
                </a:lnTo>
                <a:lnTo>
                  <a:pt x="13549" y="7603"/>
                </a:lnTo>
                <a:lnTo>
                  <a:pt x="13724" y="7709"/>
                </a:lnTo>
                <a:lnTo>
                  <a:pt x="13958" y="7975"/>
                </a:lnTo>
                <a:lnTo>
                  <a:pt x="14250" y="8134"/>
                </a:lnTo>
                <a:lnTo>
                  <a:pt x="14542" y="8134"/>
                </a:lnTo>
                <a:lnTo>
                  <a:pt x="14834" y="8347"/>
                </a:lnTo>
                <a:lnTo>
                  <a:pt x="15242" y="8506"/>
                </a:lnTo>
                <a:lnTo>
                  <a:pt x="15534" y="8772"/>
                </a:lnTo>
                <a:lnTo>
                  <a:pt x="15826" y="8879"/>
                </a:lnTo>
                <a:lnTo>
                  <a:pt x="16118" y="8985"/>
                </a:lnTo>
                <a:lnTo>
                  <a:pt x="16235" y="9251"/>
                </a:lnTo>
                <a:lnTo>
                  <a:pt x="16527" y="9410"/>
                </a:lnTo>
                <a:lnTo>
                  <a:pt x="16819" y="9517"/>
                </a:lnTo>
                <a:lnTo>
                  <a:pt x="17228" y="9782"/>
                </a:lnTo>
                <a:lnTo>
                  <a:pt x="17520" y="9889"/>
                </a:lnTo>
                <a:lnTo>
                  <a:pt x="17812" y="10048"/>
                </a:lnTo>
                <a:lnTo>
                  <a:pt x="18046" y="10314"/>
                </a:lnTo>
                <a:lnTo>
                  <a:pt x="18338" y="10420"/>
                </a:lnTo>
                <a:lnTo>
                  <a:pt x="18630" y="10527"/>
                </a:lnTo>
                <a:lnTo>
                  <a:pt x="18805" y="10686"/>
                </a:lnTo>
                <a:lnTo>
                  <a:pt x="19038" y="10793"/>
                </a:lnTo>
                <a:lnTo>
                  <a:pt x="19506" y="11058"/>
                </a:lnTo>
                <a:lnTo>
                  <a:pt x="19739" y="11218"/>
                </a:lnTo>
                <a:lnTo>
                  <a:pt x="20031" y="11324"/>
                </a:lnTo>
                <a:lnTo>
                  <a:pt x="20323" y="11590"/>
                </a:lnTo>
                <a:lnTo>
                  <a:pt x="20615" y="11696"/>
                </a:lnTo>
                <a:lnTo>
                  <a:pt x="20907" y="11962"/>
                </a:lnTo>
                <a:lnTo>
                  <a:pt x="21199" y="12069"/>
                </a:lnTo>
                <a:lnTo>
                  <a:pt x="21433" y="12228"/>
                </a:lnTo>
                <a:lnTo>
                  <a:pt x="21725" y="12494"/>
                </a:lnTo>
                <a:lnTo>
                  <a:pt x="22017" y="12600"/>
                </a:lnTo>
                <a:lnTo>
                  <a:pt x="22309" y="12707"/>
                </a:lnTo>
                <a:lnTo>
                  <a:pt x="22601" y="12866"/>
                </a:lnTo>
                <a:lnTo>
                  <a:pt x="22893" y="12973"/>
                </a:lnTo>
                <a:lnTo>
                  <a:pt x="23127" y="13238"/>
                </a:lnTo>
                <a:lnTo>
                  <a:pt x="23594" y="13398"/>
                </a:lnTo>
                <a:lnTo>
                  <a:pt x="24003" y="13770"/>
                </a:lnTo>
                <a:lnTo>
                  <a:pt x="24295" y="13876"/>
                </a:lnTo>
                <a:lnTo>
                  <a:pt x="24587" y="14142"/>
                </a:lnTo>
                <a:lnTo>
                  <a:pt x="24820" y="14249"/>
                </a:lnTo>
                <a:lnTo>
                  <a:pt x="25112" y="14408"/>
                </a:lnTo>
                <a:lnTo>
                  <a:pt x="25404" y="14674"/>
                </a:lnTo>
                <a:lnTo>
                  <a:pt x="25813" y="14780"/>
                </a:lnTo>
                <a:lnTo>
                  <a:pt x="26105" y="15046"/>
                </a:lnTo>
                <a:lnTo>
                  <a:pt x="26514" y="15152"/>
                </a:lnTo>
                <a:lnTo>
                  <a:pt x="26806" y="15418"/>
                </a:lnTo>
                <a:lnTo>
                  <a:pt x="27098" y="15578"/>
                </a:lnTo>
                <a:lnTo>
                  <a:pt x="27390" y="15790"/>
                </a:lnTo>
                <a:lnTo>
                  <a:pt x="27799" y="15950"/>
                </a:lnTo>
                <a:lnTo>
                  <a:pt x="28091" y="16056"/>
                </a:lnTo>
                <a:lnTo>
                  <a:pt x="28383" y="16322"/>
                </a:lnTo>
                <a:lnTo>
                  <a:pt x="28675" y="16482"/>
                </a:lnTo>
                <a:lnTo>
                  <a:pt x="28792" y="16694"/>
                </a:lnTo>
                <a:lnTo>
                  <a:pt x="29084" y="16854"/>
                </a:lnTo>
                <a:lnTo>
                  <a:pt x="29376" y="17120"/>
                </a:lnTo>
                <a:lnTo>
                  <a:pt x="29784" y="17226"/>
                </a:lnTo>
                <a:lnTo>
                  <a:pt x="30076" y="17332"/>
                </a:lnTo>
                <a:lnTo>
                  <a:pt x="30368" y="17492"/>
                </a:lnTo>
                <a:lnTo>
                  <a:pt x="30602" y="17598"/>
                </a:lnTo>
                <a:lnTo>
                  <a:pt x="30894" y="17864"/>
                </a:lnTo>
                <a:lnTo>
                  <a:pt x="31186" y="18023"/>
                </a:lnTo>
                <a:lnTo>
                  <a:pt x="31303" y="18236"/>
                </a:lnTo>
                <a:lnTo>
                  <a:pt x="31595" y="18396"/>
                </a:lnTo>
                <a:lnTo>
                  <a:pt x="32004" y="18502"/>
                </a:lnTo>
                <a:lnTo>
                  <a:pt x="32296" y="18768"/>
                </a:lnTo>
                <a:lnTo>
                  <a:pt x="32588" y="18874"/>
                </a:lnTo>
                <a:lnTo>
                  <a:pt x="32880" y="19140"/>
                </a:lnTo>
                <a:lnTo>
                  <a:pt x="33172" y="19300"/>
                </a:lnTo>
                <a:lnTo>
                  <a:pt x="33464" y="19565"/>
                </a:lnTo>
                <a:lnTo>
                  <a:pt x="33697" y="19672"/>
                </a:lnTo>
                <a:lnTo>
                  <a:pt x="33989" y="19672"/>
                </a:lnTo>
                <a:lnTo>
                  <a:pt x="34281" y="19938"/>
                </a:lnTo>
                <a:lnTo>
                  <a:pt x="34573" y="20044"/>
                </a:lnTo>
                <a:lnTo>
                  <a:pt x="34865" y="20310"/>
                </a:lnTo>
                <a:lnTo>
                  <a:pt x="35157" y="20416"/>
                </a:lnTo>
                <a:lnTo>
                  <a:pt x="35391" y="20682"/>
                </a:lnTo>
                <a:lnTo>
                  <a:pt x="35683" y="20841"/>
                </a:lnTo>
                <a:lnTo>
                  <a:pt x="36150" y="21107"/>
                </a:lnTo>
                <a:lnTo>
                  <a:pt x="36559" y="21320"/>
                </a:lnTo>
                <a:lnTo>
                  <a:pt x="36851" y="21586"/>
                </a:lnTo>
                <a:lnTo>
                  <a:pt x="37085" y="21745"/>
                </a:lnTo>
                <a:lnTo>
                  <a:pt x="37377" y="21958"/>
                </a:lnTo>
                <a:lnTo>
                  <a:pt x="37669" y="22117"/>
                </a:lnTo>
                <a:lnTo>
                  <a:pt x="37961" y="22224"/>
                </a:lnTo>
                <a:lnTo>
                  <a:pt x="38369" y="22383"/>
                </a:lnTo>
                <a:lnTo>
                  <a:pt x="38661" y="22649"/>
                </a:lnTo>
                <a:lnTo>
                  <a:pt x="39070" y="23021"/>
                </a:lnTo>
                <a:lnTo>
                  <a:pt x="39362" y="23128"/>
                </a:lnTo>
                <a:lnTo>
                  <a:pt x="39654" y="23287"/>
                </a:lnTo>
                <a:lnTo>
                  <a:pt x="39946" y="23500"/>
                </a:lnTo>
                <a:lnTo>
                  <a:pt x="40355" y="23659"/>
                </a:lnTo>
                <a:lnTo>
                  <a:pt x="40647" y="23925"/>
                </a:lnTo>
                <a:lnTo>
                  <a:pt x="40939" y="24031"/>
                </a:lnTo>
                <a:lnTo>
                  <a:pt x="41173" y="24297"/>
                </a:lnTo>
                <a:lnTo>
                  <a:pt x="41348" y="24404"/>
                </a:lnTo>
                <a:lnTo>
                  <a:pt x="41640" y="24563"/>
                </a:lnTo>
                <a:lnTo>
                  <a:pt x="41932" y="24669"/>
                </a:lnTo>
                <a:lnTo>
                  <a:pt x="42166" y="24935"/>
                </a:lnTo>
                <a:lnTo>
                  <a:pt x="42633" y="25042"/>
                </a:lnTo>
                <a:lnTo>
                  <a:pt x="42866" y="25307"/>
                </a:lnTo>
                <a:lnTo>
                  <a:pt x="43158" y="25467"/>
                </a:lnTo>
                <a:lnTo>
                  <a:pt x="43450" y="25733"/>
                </a:lnTo>
                <a:lnTo>
                  <a:pt x="43742" y="25839"/>
                </a:lnTo>
                <a:lnTo>
                  <a:pt x="43859" y="26105"/>
                </a:lnTo>
                <a:lnTo>
                  <a:pt x="44151" y="26211"/>
                </a:lnTo>
                <a:lnTo>
                  <a:pt x="44560" y="26477"/>
                </a:lnTo>
                <a:lnTo>
                  <a:pt x="44852" y="26584"/>
                </a:lnTo>
                <a:lnTo>
                  <a:pt x="45144" y="26743"/>
                </a:lnTo>
                <a:lnTo>
                  <a:pt x="45436" y="26849"/>
                </a:lnTo>
                <a:lnTo>
                  <a:pt x="45728" y="27115"/>
                </a:lnTo>
                <a:lnTo>
                  <a:pt x="46020" y="27222"/>
                </a:lnTo>
                <a:lnTo>
                  <a:pt x="46254" y="27487"/>
                </a:lnTo>
                <a:lnTo>
                  <a:pt x="46546" y="27647"/>
                </a:lnTo>
                <a:lnTo>
                  <a:pt x="46838" y="27913"/>
                </a:lnTo>
                <a:lnTo>
                  <a:pt x="47130" y="28019"/>
                </a:lnTo>
                <a:lnTo>
                  <a:pt x="47422" y="28285"/>
                </a:lnTo>
                <a:lnTo>
                  <a:pt x="47714" y="28391"/>
                </a:lnTo>
                <a:lnTo>
                  <a:pt x="47947" y="28657"/>
                </a:lnTo>
                <a:lnTo>
                  <a:pt x="48239" y="28763"/>
                </a:lnTo>
                <a:lnTo>
                  <a:pt x="48531" y="29029"/>
                </a:lnTo>
                <a:lnTo>
                  <a:pt x="48823" y="29029"/>
                </a:lnTo>
                <a:lnTo>
                  <a:pt x="49115" y="29295"/>
                </a:lnTo>
                <a:lnTo>
                  <a:pt x="49349" y="29455"/>
                </a:lnTo>
                <a:lnTo>
                  <a:pt x="49641" y="29667"/>
                </a:lnTo>
                <a:lnTo>
                  <a:pt x="49933" y="29827"/>
                </a:lnTo>
                <a:lnTo>
                  <a:pt x="50225" y="30093"/>
                </a:lnTo>
                <a:lnTo>
                  <a:pt x="50517" y="30199"/>
                </a:lnTo>
                <a:lnTo>
                  <a:pt x="50926" y="30465"/>
                </a:lnTo>
                <a:lnTo>
                  <a:pt x="51218" y="30571"/>
                </a:lnTo>
                <a:lnTo>
                  <a:pt x="51335" y="30837"/>
                </a:lnTo>
                <a:lnTo>
                  <a:pt x="51627" y="30996"/>
                </a:lnTo>
                <a:lnTo>
                  <a:pt x="51919" y="31209"/>
                </a:lnTo>
                <a:lnTo>
                  <a:pt x="52211" y="31369"/>
                </a:lnTo>
                <a:lnTo>
                  <a:pt x="52503" y="31475"/>
                </a:lnTo>
                <a:lnTo>
                  <a:pt x="52911" y="31634"/>
                </a:lnTo>
                <a:lnTo>
                  <a:pt x="53203" y="31847"/>
                </a:lnTo>
                <a:lnTo>
                  <a:pt x="53495" y="32007"/>
                </a:lnTo>
                <a:lnTo>
                  <a:pt x="53729" y="32273"/>
                </a:lnTo>
                <a:lnTo>
                  <a:pt x="53904" y="32379"/>
                </a:lnTo>
                <a:lnTo>
                  <a:pt x="54196" y="32645"/>
                </a:lnTo>
                <a:lnTo>
                  <a:pt x="54430" y="32751"/>
                </a:lnTo>
                <a:lnTo>
                  <a:pt x="54722" y="33017"/>
                </a:lnTo>
                <a:lnTo>
                  <a:pt x="55131" y="33176"/>
                </a:lnTo>
                <a:lnTo>
                  <a:pt x="55423" y="33389"/>
                </a:lnTo>
                <a:lnTo>
                  <a:pt x="55715" y="33655"/>
                </a:lnTo>
                <a:lnTo>
                  <a:pt x="56007" y="33655"/>
                </a:lnTo>
                <a:lnTo>
                  <a:pt x="56299" y="33921"/>
                </a:lnTo>
                <a:lnTo>
                  <a:pt x="56416" y="34080"/>
                </a:lnTo>
                <a:lnTo>
                  <a:pt x="56708" y="34293"/>
                </a:lnTo>
              </a:path>
            </a:pathLst>
          </a:custGeom>
          <a:ln w="79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3532807" y="2535236"/>
            <a:ext cx="57000" cy="40248"/>
          </a:xfrm>
          <a:custGeom>
            <a:avLst/>
            <a:gdLst/>
            <a:ahLst/>
            <a:cxnLst/>
            <a:rect l="l" t="t" r="r" b="b"/>
            <a:pathLst>
              <a:path w="57000" h="40248">
                <a:moveTo>
                  <a:pt x="0" y="0"/>
                </a:moveTo>
                <a:lnTo>
                  <a:pt x="408" y="159"/>
                </a:lnTo>
                <a:lnTo>
                  <a:pt x="700" y="425"/>
                </a:lnTo>
                <a:lnTo>
                  <a:pt x="992" y="531"/>
                </a:lnTo>
                <a:lnTo>
                  <a:pt x="1284" y="797"/>
                </a:lnTo>
                <a:lnTo>
                  <a:pt x="1576" y="903"/>
                </a:lnTo>
                <a:lnTo>
                  <a:pt x="1810" y="1169"/>
                </a:lnTo>
                <a:lnTo>
                  <a:pt x="2102" y="1435"/>
                </a:lnTo>
                <a:lnTo>
                  <a:pt x="2394" y="1541"/>
                </a:lnTo>
                <a:lnTo>
                  <a:pt x="2686" y="1701"/>
                </a:lnTo>
                <a:lnTo>
                  <a:pt x="2978" y="1807"/>
                </a:lnTo>
                <a:lnTo>
                  <a:pt x="3270" y="2073"/>
                </a:lnTo>
                <a:lnTo>
                  <a:pt x="3504" y="2179"/>
                </a:lnTo>
                <a:lnTo>
                  <a:pt x="3796" y="2445"/>
                </a:lnTo>
                <a:lnTo>
                  <a:pt x="4088" y="2605"/>
                </a:lnTo>
                <a:lnTo>
                  <a:pt x="4380" y="2871"/>
                </a:lnTo>
                <a:lnTo>
                  <a:pt x="4788" y="3083"/>
                </a:lnTo>
                <a:lnTo>
                  <a:pt x="4964" y="3243"/>
                </a:lnTo>
                <a:lnTo>
                  <a:pt x="5197" y="3509"/>
                </a:lnTo>
                <a:lnTo>
                  <a:pt x="5489" y="3615"/>
                </a:lnTo>
                <a:lnTo>
                  <a:pt x="5781" y="3881"/>
                </a:lnTo>
                <a:lnTo>
                  <a:pt x="6073" y="3987"/>
                </a:lnTo>
                <a:lnTo>
                  <a:pt x="6365" y="4147"/>
                </a:lnTo>
                <a:lnTo>
                  <a:pt x="6774" y="4253"/>
                </a:lnTo>
                <a:lnTo>
                  <a:pt x="7066" y="4519"/>
                </a:lnTo>
                <a:lnTo>
                  <a:pt x="7358" y="4785"/>
                </a:lnTo>
                <a:lnTo>
                  <a:pt x="7767" y="5157"/>
                </a:lnTo>
                <a:lnTo>
                  <a:pt x="8059" y="5263"/>
                </a:lnTo>
                <a:lnTo>
                  <a:pt x="8351" y="5529"/>
                </a:lnTo>
                <a:lnTo>
                  <a:pt x="8760" y="5795"/>
                </a:lnTo>
                <a:lnTo>
                  <a:pt x="9052" y="5901"/>
                </a:lnTo>
                <a:lnTo>
                  <a:pt x="9285" y="6167"/>
                </a:lnTo>
                <a:lnTo>
                  <a:pt x="9577" y="6326"/>
                </a:lnTo>
                <a:lnTo>
                  <a:pt x="9753" y="6433"/>
                </a:lnTo>
                <a:lnTo>
                  <a:pt x="10045" y="6592"/>
                </a:lnTo>
                <a:lnTo>
                  <a:pt x="10278" y="6805"/>
                </a:lnTo>
                <a:lnTo>
                  <a:pt x="10570" y="7071"/>
                </a:lnTo>
                <a:lnTo>
                  <a:pt x="10979" y="7230"/>
                </a:lnTo>
                <a:lnTo>
                  <a:pt x="11271" y="7443"/>
                </a:lnTo>
                <a:lnTo>
                  <a:pt x="11563" y="7603"/>
                </a:lnTo>
                <a:lnTo>
                  <a:pt x="11855" y="7868"/>
                </a:lnTo>
                <a:lnTo>
                  <a:pt x="12147" y="8134"/>
                </a:lnTo>
                <a:lnTo>
                  <a:pt x="12556" y="8506"/>
                </a:lnTo>
                <a:lnTo>
                  <a:pt x="12965" y="8613"/>
                </a:lnTo>
                <a:lnTo>
                  <a:pt x="13257" y="8772"/>
                </a:lnTo>
                <a:lnTo>
                  <a:pt x="13549" y="8985"/>
                </a:lnTo>
                <a:lnTo>
                  <a:pt x="13841" y="9144"/>
                </a:lnTo>
                <a:lnTo>
                  <a:pt x="14133" y="9410"/>
                </a:lnTo>
                <a:lnTo>
                  <a:pt x="14366" y="9517"/>
                </a:lnTo>
                <a:lnTo>
                  <a:pt x="14658" y="9782"/>
                </a:lnTo>
                <a:lnTo>
                  <a:pt x="14950" y="10048"/>
                </a:lnTo>
                <a:lnTo>
                  <a:pt x="15242" y="10155"/>
                </a:lnTo>
                <a:lnTo>
                  <a:pt x="15534" y="10420"/>
                </a:lnTo>
                <a:lnTo>
                  <a:pt x="15826" y="10527"/>
                </a:lnTo>
                <a:lnTo>
                  <a:pt x="16060" y="10793"/>
                </a:lnTo>
                <a:lnTo>
                  <a:pt x="16352" y="11058"/>
                </a:lnTo>
                <a:lnTo>
                  <a:pt x="16644" y="11058"/>
                </a:lnTo>
                <a:lnTo>
                  <a:pt x="16936" y="11324"/>
                </a:lnTo>
                <a:lnTo>
                  <a:pt x="17345" y="11431"/>
                </a:lnTo>
                <a:lnTo>
                  <a:pt x="17462" y="11696"/>
                </a:lnTo>
                <a:lnTo>
                  <a:pt x="17754" y="11962"/>
                </a:lnTo>
                <a:lnTo>
                  <a:pt x="18046" y="12069"/>
                </a:lnTo>
                <a:lnTo>
                  <a:pt x="18338" y="12334"/>
                </a:lnTo>
                <a:lnTo>
                  <a:pt x="18630" y="12494"/>
                </a:lnTo>
                <a:lnTo>
                  <a:pt x="18922" y="12760"/>
                </a:lnTo>
                <a:lnTo>
                  <a:pt x="19330" y="12973"/>
                </a:lnTo>
                <a:lnTo>
                  <a:pt x="19622" y="13132"/>
                </a:lnTo>
                <a:lnTo>
                  <a:pt x="19914" y="13398"/>
                </a:lnTo>
                <a:lnTo>
                  <a:pt x="20323" y="13611"/>
                </a:lnTo>
                <a:lnTo>
                  <a:pt x="20615" y="13876"/>
                </a:lnTo>
                <a:lnTo>
                  <a:pt x="20849" y="14036"/>
                </a:lnTo>
                <a:lnTo>
                  <a:pt x="21316" y="14302"/>
                </a:lnTo>
                <a:lnTo>
                  <a:pt x="21608" y="14514"/>
                </a:lnTo>
                <a:lnTo>
                  <a:pt x="21842" y="14674"/>
                </a:lnTo>
                <a:lnTo>
                  <a:pt x="22134" y="14940"/>
                </a:lnTo>
                <a:lnTo>
                  <a:pt x="22426" y="15152"/>
                </a:lnTo>
                <a:lnTo>
                  <a:pt x="22543" y="15312"/>
                </a:lnTo>
                <a:lnTo>
                  <a:pt x="22835" y="15578"/>
                </a:lnTo>
                <a:lnTo>
                  <a:pt x="23127" y="15684"/>
                </a:lnTo>
                <a:lnTo>
                  <a:pt x="23535" y="15844"/>
                </a:lnTo>
                <a:lnTo>
                  <a:pt x="23827" y="16056"/>
                </a:lnTo>
                <a:lnTo>
                  <a:pt x="24119" y="16216"/>
                </a:lnTo>
                <a:lnTo>
                  <a:pt x="24411" y="16482"/>
                </a:lnTo>
                <a:lnTo>
                  <a:pt x="24703" y="16694"/>
                </a:lnTo>
                <a:lnTo>
                  <a:pt x="24820" y="16854"/>
                </a:lnTo>
                <a:lnTo>
                  <a:pt x="25112" y="17120"/>
                </a:lnTo>
                <a:lnTo>
                  <a:pt x="25521" y="17385"/>
                </a:lnTo>
                <a:lnTo>
                  <a:pt x="25813" y="17492"/>
                </a:lnTo>
                <a:lnTo>
                  <a:pt x="26105" y="17758"/>
                </a:lnTo>
                <a:lnTo>
                  <a:pt x="26397" y="18023"/>
                </a:lnTo>
                <a:lnTo>
                  <a:pt x="26631" y="18023"/>
                </a:lnTo>
                <a:lnTo>
                  <a:pt x="26923" y="18236"/>
                </a:lnTo>
                <a:lnTo>
                  <a:pt x="27215" y="18502"/>
                </a:lnTo>
                <a:lnTo>
                  <a:pt x="27507" y="18661"/>
                </a:lnTo>
                <a:lnTo>
                  <a:pt x="27799" y="18927"/>
                </a:lnTo>
                <a:lnTo>
                  <a:pt x="28091" y="19140"/>
                </a:lnTo>
                <a:lnTo>
                  <a:pt x="28324" y="19300"/>
                </a:lnTo>
                <a:lnTo>
                  <a:pt x="28616" y="19565"/>
                </a:lnTo>
                <a:lnTo>
                  <a:pt x="28908" y="19778"/>
                </a:lnTo>
                <a:lnTo>
                  <a:pt x="29200" y="19938"/>
                </a:lnTo>
                <a:lnTo>
                  <a:pt x="29492" y="20203"/>
                </a:lnTo>
                <a:lnTo>
                  <a:pt x="29901" y="20310"/>
                </a:lnTo>
                <a:lnTo>
                  <a:pt x="30310" y="20682"/>
                </a:lnTo>
                <a:lnTo>
                  <a:pt x="30602" y="20948"/>
                </a:lnTo>
                <a:lnTo>
                  <a:pt x="30894" y="21107"/>
                </a:lnTo>
                <a:lnTo>
                  <a:pt x="31186" y="21320"/>
                </a:lnTo>
                <a:lnTo>
                  <a:pt x="31478" y="21586"/>
                </a:lnTo>
                <a:lnTo>
                  <a:pt x="31887" y="21745"/>
                </a:lnTo>
                <a:lnTo>
                  <a:pt x="32179" y="21958"/>
                </a:lnTo>
                <a:lnTo>
                  <a:pt x="32412" y="22224"/>
                </a:lnTo>
                <a:lnTo>
                  <a:pt x="32588" y="22383"/>
                </a:lnTo>
                <a:lnTo>
                  <a:pt x="32880" y="22649"/>
                </a:lnTo>
                <a:lnTo>
                  <a:pt x="33172" y="22755"/>
                </a:lnTo>
                <a:lnTo>
                  <a:pt x="33405" y="22862"/>
                </a:lnTo>
                <a:lnTo>
                  <a:pt x="33872" y="23128"/>
                </a:lnTo>
                <a:lnTo>
                  <a:pt x="34106" y="23393"/>
                </a:lnTo>
                <a:lnTo>
                  <a:pt x="34398" y="23500"/>
                </a:lnTo>
                <a:lnTo>
                  <a:pt x="34690" y="23766"/>
                </a:lnTo>
                <a:lnTo>
                  <a:pt x="34982" y="24031"/>
                </a:lnTo>
                <a:lnTo>
                  <a:pt x="35099" y="24191"/>
                </a:lnTo>
                <a:lnTo>
                  <a:pt x="35391" y="24404"/>
                </a:lnTo>
                <a:lnTo>
                  <a:pt x="35683" y="24669"/>
                </a:lnTo>
                <a:lnTo>
                  <a:pt x="36092" y="24935"/>
                </a:lnTo>
                <a:lnTo>
                  <a:pt x="36384" y="25042"/>
                </a:lnTo>
                <a:lnTo>
                  <a:pt x="36676" y="25201"/>
                </a:lnTo>
                <a:lnTo>
                  <a:pt x="36968" y="25467"/>
                </a:lnTo>
                <a:lnTo>
                  <a:pt x="37260" y="25573"/>
                </a:lnTo>
                <a:lnTo>
                  <a:pt x="37493" y="25839"/>
                </a:lnTo>
                <a:lnTo>
                  <a:pt x="37669" y="26105"/>
                </a:lnTo>
                <a:lnTo>
                  <a:pt x="38077" y="26211"/>
                </a:lnTo>
                <a:lnTo>
                  <a:pt x="38369" y="26477"/>
                </a:lnTo>
                <a:lnTo>
                  <a:pt x="38661" y="26743"/>
                </a:lnTo>
                <a:lnTo>
                  <a:pt x="38953" y="27009"/>
                </a:lnTo>
                <a:lnTo>
                  <a:pt x="39187" y="27115"/>
                </a:lnTo>
                <a:lnTo>
                  <a:pt x="39479" y="27381"/>
                </a:lnTo>
                <a:lnTo>
                  <a:pt x="39771" y="27487"/>
                </a:lnTo>
                <a:lnTo>
                  <a:pt x="40063" y="27647"/>
                </a:lnTo>
                <a:lnTo>
                  <a:pt x="40355" y="27913"/>
                </a:lnTo>
                <a:lnTo>
                  <a:pt x="40589" y="28125"/>
                </a:lnTo>
                <a:lnTo>
                  <a:pt x="40881" y="28285"/>
                </a:lnTo>
                <a:lnTo>
                  <a:pt x="41173" y="28551"/>
                </a:lnTo>
                <a:lnTo>
                  <a:pt x="41465" y="28817"/>
                </a:lnTo>
                <a:lnTo>
                  <a:pt x="41757" y="29029"/>
                </a:lnTo>
                <a:lnTo>
                  <a:pt x="42049" y="29189"/>
                </a:lnTo>
                <a:lnTo>
                  <a:pt x="42458" y="29455"/>
                </a:lnTo>
                <a:lnTo>
                  <a:pt x="42574" y="29667"/>
                </a:lnTo>
                <a:lnTo>
                  <a:pt x="42866" y="29667"/>
                </a:lnTo>
                <a:lnTo>
                  <a:pt x="43158" y="29933"/>
                </a:lnTo>
                <a:lnTo>
                  <a:pt x="43450" y="30199"/>
                </a:lnTo>
                <a:lnTo>
                  <a:pt x="43742" y="30465"/>
                </a:lnTo>
                <a:lnTo>
                  <a:pt x="43976" y="30571"/>
                </a:lnTo>
                <a:lnTo>
                  <a:pt x="44443" y="30837"/>
                </a:lnTo>
                <a:lnTo>
                  <a:pt x="44735" y="31103"/>
                </a:lnTo>
                <a:lnTo>
                  <a:pt x="44969" y="31369"/>
                </a:lnTo>
                <a:lnTo>
                  <a:pt x="45144" y="31475"/>
                </a:lnTo>
                <a:lnTo>
                  <a:pt x="45436" y="31741"/>
                </a:lnTo>
                <a:lnTo>
                  <a:pt x="45670" y="32007"/>
                </a:lnTo>
                <a:lnTo>
                  <a:pt x="45962" y="32007"/>
                </a:lnTo>
                <a:lnTo>
                  <a:pt x="46370" y="32273"/>
                </a:lnTo>
                <a:lnTo>
                  <a:pt x="46662" y="32538"/>
                </a:lnTo>
                <a:lnTo>
                  <a:pt x="46954" y="32751"/>
                </a:lnTo>
                <a:lnTo>
                  <a:pt x="47246" y="32911"/>
                </a:lnTo>
                <a:lnTo>
                  <a:pt x="47538" y="33176"/>
                </a:lnTo>
                <a:lnTo>
                  <a:pt x="47655" y="33442"/>
                </a:lnTo>
                <a:lnTo>
                  <a:pt x="47947" y="33655"/>
                </a:lnTo>
                <a:lnTo>
                  <a:pt x="48239" y="33814"/>
                </a:lnTo>
                <a:lnTo>
                  <a:pt x="48648" y="34080"/>
                </a:lnTo>
                <a:lnTo>
                  <a:pt x="48940" y="34293"/>
                </a:lnTo>
                <a:lnTo>
                  <a:pt x="49232" y="34452"/>
                </a:lnTo>
                <a:lnTo>
                  <a:pt x="49524" y="34559"/>
                </a:lnTo>
                <a:lnTo>
                  <a:pt x="49758" y="34825"/>
                </a:lnTo>
                <a:lnTo>
                  <a:pt x="50050" y="35090"/>
                </a:lnTo>
                <a:lnTo>
                  <a:pt x="50225" y="35356"/>
                </a:lnTo>
                <a:lnTo>
                  <a:pt x="50634" y="35463"/>
                </a:lnTo>
                <a:lnTo>
                  <a:pt x="50926" y="35728"/>
                </a:lnTo>
                <a:lnTo>
                  <a:pt x="51218" y="35994"/>
                </a:lnTo>
                <a:lnTo>
                  <a:pt x="51451" y="36260"/>
                </a:lnTo>
                <a:lnTo>
                  <a:pt x="51743" y="36366"/>
                </a:lnTo>
                <a:lnTo>
                  <a:pt x="52035" y="36632"/>
                </a:lnTo>
                <a:lnTo>
                  <a:pt x="52327" y="36739"/>
                </a:lnTo>
                <a:lnTo>
                  <a:pt x="52619" y="37004"/>
                </a:lnTo>
                <a:lnTo>
                  <a:pt x="52911" y="37164"/>
                </a:lnTo>
                <a:lnTo>
                  <a:pt x="53145" y="37377"/>
                </a:lnTo>
                <a:lnTo>
                  <a:pt x="53437" y="37642"/>
                </a:lnTo>
                <a:lnTo>
                  <a:pt x="53729" y="37908"/>
                </a:lnTo>
                <a:lnTo>
                  <a:pt x="54021" y="38015"/>
                </a:lnTo>
                <a:lnTo>
                  <a:pt x="54313" y="38280"/>
                </a:lnTo>
                <a:lnTo>
                  <a:pt x="54605" y="38546"/>
                </a:lnTo>
                <a:lnTo>
                  <a:pt x="55014" y="38812"/>
                </a:lnTo>
                <a:lnTo>
                  <a:pt x="55423" y="39078"/>
                </a:lnTo>
                <a:lnTo>
                  <a:pt x="55715" y="39344"/>
                </a:lnTo>
                <a:lnTo>
                  <a:pt x="56007" y="39557"/>
                </a:lnTo>
                <a:lnTo>
                  <a:pt x="56299" y="39822"/>
                </a:lnTo>
                <a:lnTo>
                  <a:pt x="56532" y="39982"/>
                </a:lnTo>
                <a:lnTo>
                  <a:pt x="57000" y="40248"/>
                </a:lnTo>
              </a:path>
            </a:pathLst>
          </a:custGeom>
          <a:ln w="795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3589807" y="2575484"/>
            <a:ext cx="56649" cy="45458"/>
          </a:xfrm>
          <a:custGeom>
            <a:avLst/>
            <a:gdLst/>
            <a:ahLst/>
            <a:cxnLst/>
            <a:rect l="l" t="t" r="r" b="b"/>
            <a:pathLst>
              <a:path w="56649" h="45458">
                <a:moveTo>
                  <a:pt x="0" y="0"/>
                </a:moveTo>
                <a:lnTo>
                  <a:pt x="233" y="212"/>
                </a:lnTo>
                <a:lnTo>
                  <a:pt x="525" y="478"/>
                </a:lnTo>
                <a:lnTo>
                  <a:pt x="700" y="638"/>
                </a:lnTo>
                <a:lnTo>
                  <a:pt x="992" y="850"/>
                </a:lnTo>
                <a:lnTo>
                  <a:pt x="1226" y="1010"/>
                </a:lnTo>
                <a:lnTo>
                  <a:pt x="1518" y="1276"/>
                </a:lnTo>
                <a:lnTo>
                  <a:pt x="1927" y="1541"/>
                </a:lnTo>
                <a:lnTo>
                  <a:pt x="2219" y="1648"/>
                </a:lnTo>
                <a:lnTo>
                  <a:pt x="2511" y="1914"/>
                </a:lnTo>
                <a:lnTo>
                  <a:pt x="2803" y="2179"/>
                </a:lnTo>
                <a:lnTo>
                  <a:pt x="3095" y="2392"/>
                </a:lnTo>
                <a:lnTo>
                  <a:pt x="3212" y="2658"/>
                </a:lnTo>
                <a:lnTo>
                  <a:pt x="3504" y="2817"/>
                </a:lnTo>
                <a:lnTo>
                  <a:pt x="3796" y="3083"/>
                </a:lnTo>
                <a:lnTo>
                  <a:pt x="4204" y="3296"/>
                </a:lnTo>
                <a:lnTo>
                  <a:pt x="4496" y="3455"/>
                </a:lnTo>
                <a:lnTo>
                  <a:pt x="4788" y="3562"/>
                </a:lnTo>
                <a:lnTo>
                  <a:pt x="5080" y="3828"/>
                </a:lnTo>
                <a:lnTo>
                  <a:pt x="5314" y="4093"/>
                </a:lnTo>
                <a:lnTo>
                  <a:pt x="5606" y="4359"/>
                </a:lnTo>
                <a:lnTo>
                  <a:pt x="5781" y="4625"/>
                </a:lnTo>
                <a:lnTo>
                  <a:pt x="6190" y="4731"/>
                </a:lnTo>
                <a:lnTo>
                  <a:pt x="6482" y="4997"/>
                </a:lnTo>
                <a:lnTo>
                  <a:pt x="6774" y="5263"/>
                </a:lnTo>
                <a:lnTo>
                  <a:pt x="7008" y="5476"/>
                </a:lnTo>
                <a:lnTo>
                  <a:pt x="7300" y="5742"/>
                </a:lnTo>
                <a:lnTo>
                  <a:pt x="7592" y="5742"/>
                </a:lnTo>
                <a:lnTo>
                  <a:pt x="7884" y="6007"/>
                </a:lnTo>
                <a:lnTo>
                  <a:pt x="8176" y="6273"/>
                </a:lnTo>
                <a:lnTo>
                  <a:pt x="8409" y="6539"/>
                </a:lnTo>
                <a:lnTo>
                  <a:pt x="8701" y="6805"/>
                </a:lnTo>
                <a:lnTo>
                  <a:pt x="8993" y="6911"/>
                </a:lnTo>
                <a:lnTo>
                  <a:pt x="9285" y="7177"/>
                </a:lnTo>
                <a:lnTo>
                  <a:pt x="9577" y="7443"/>
                </a:lnTo>
                <a:lnTo>
                  <a:pt x="9869" y="7656"/>
                </a:lnTo>
                <a:lnTo>
                  <a:pt x="10103" y="7922"/>
                </a:lnTo>
                <a:lnTo>
                  <a:pt x="10570" y="8081"/>
                </a:lnTo>
                <a:lnTo>
                  <a:pt x="10979" y="8453"/>
                </a:lnTo>
                <a:lnTo>
                  <a:pt x="11271" y="8719"/>
                </a:lnTo>
                <a:lnTo>
                  <a:pt x="11563" y="8985"/>
                </a:lnTo>
                <a:lnTo>
                  <a:pt x="11797" y="9198"/>
                </a:lnTo>
                <a:lnTo>
                  <a:pt x="12089" y="9357"/>
                </a:lnTo>
                <a:lnTo>
                  <a:pt x="12556" y="9623"/>
                </a:lnTo>
                <a:lnTo>
                  <a:pt x="12789" y="9889"/>
                </a:lnTo>
                <a:lnTo>
                  <a:pt x="13081" y="10101"/>
                </a:lnTo>
                <a:lnTo>
                  <a:pt x="13257" y="10367"/>
                </a:lnTo>
                <a:lnTo>
                  <a:pt x="13490" y="10527"/>
                </a:lnTo>
                <a:lnTo>
                  <a:pt x="13782" y="10633"/>
                </a:lnTo>
                <a:lnTo>
                  <a:pt x="14074" y="10899"/>
                </a:lnTo>
                <a:lnTo>
                  <a:pt x="14366" y="11165"/>
                </a:lnTo>
                <a:lnTo>
                  <a:pt x="14775" y="11431"/>
                </a:lnTo>
                <a:lnTo>
                  <a:pt x="15067" y="11643"/>
                </a:lnTo>
                <a:lnTo>
                  <a:pt x="15359" y="11909"/>
                </a:lnTo>
                <a:lnTo>
                  <a:pt x="15651" y="12069"/>
                </a:lnTo>
                <a:lnTo>
                  <a:pt x="15768" y="12281"/>
                </a:lnTo>
                <a:lnTo>
                  <a:pt x="16060" y="12547"/>
                </a:lnTo>
                <a:lnTo>
                  <a:pt x="16352" y="12707"/>
                </a:lnTo>
                <a:lnTo>
                  <a:pt x="16761" y="12973"/>
                </a:lnTo>
                <a:lnTo>
                  <a:pt x="17053" y="13185"/>
                </a:lnTo>
                <a:lnTo>
                  <a:pt x="17345" y="13345"/>
                </a:lnTo>
                <a:lnTo>
                  <a:pt x="17578" y="13611"/>
                </a:lnTo>
                <a:lnTo>
                  <a:pt x="17870" y="13823"/>
                </a:lnTo>
                <a:lnTo>
                  <a:pt x="18162" y="14089"/>
                </a:lnTo>
                <a:lnTo>
                  <a:pt x="18338" y="14355"/>
                </a:lnTo>
                <a:lnTo>
                  <a:pt x="18746" y="14621"/>
                </a:lnTo>
                <a:lnTo>
                  <a:pt x="19038" y="14727"/>
                </a:lnTo>
                <a:lnTo>
                  <a:pt x="19272" y="14993"/>
                </a:lnTo>
                <a:lnTo>
                  <a:pt x="19564" y="15152"/>
                </a:lnTo>
                <a:lnTo>
                  <a:pt x="19856" y="15365"/>
                </a:lnTo>
                <a:lnTo>
                  <a:pt x="20148" y="15631"/>
                </a:lnTo>
                <a:lnTo>
                  <a:pt x="20440" y="15897"/>
                </a:lnTo>
                <a:lnTo>
                  <a:pt x="20732" y="16163"/>
                </a:lnTo>
                <a:lnTo>
                  <a:pt x="20966" y="16269"/>
                </a:lnTo>
                <a:lnTo>
                  <a:pt x="21258" y="16535"/>
                </a:lnTo>
                <a:lnTo>
                  <a:pt x="21550" y="16801"/>
                </a:lnTo>
                <a:lnTo>
                  <a:pt x="21842" y="17066"/>
                </a:lnTo>
                <a:lnTo>
                  <a:pt x="22134" y="17332"/>
                </a:lnTo>
                <a:lnTo>
                  <a:pt x="22426" y="17439"/>
                </a:lnTo>
                <a:lnTo>
                  <a:pt x="22659" y="17704"/>
                </a:lnTo>
                <a:lnTo>
                  <a:pt x="23127" y="17811"/>
                </a:lnTo>
                <a:lnTo>
                  <a:pt x="23243" y="18077"/>
                </a:lnTo>
                <a:lnTo>
                  <a:pt x="23535" y="18342"/>
                </a:lnTo>
                <a:lnTo>
                  <a:pt x="23827" y="18608"/>
                </a:lnTo>
                <a:lnTo>
                  <a:pt x="24119" y="18874"/>
                </a:lnTo>
                <a:lnTo>
                  <a:pt x="24353" y="19140"/>
                </a:lnTo>
                <a:lnTo>
                  <a:pt x="24645" y="19353"/>
                </a:lnTo>
                <a:lnTo>
                  <a:pt x="25054" y="19619"/>
                </a:lnTo>
                <a:lnTo>
                  <a:pt x="25346" y="19619"/>
                </a:lnTo>
                <a:lnTo>
                  <a:pt x="25638" y="19884"/>
                </a:lnTo>
                <a:lnTo>
                  <a:pt x="25755" y="20150"/>
                </a:lnTo>
                <a:lnTo>
                  <a:pt x="26047" y="20416"/>
                </a:lnTo>
                <a:lnTo>
                  <a:pt x="26339" y="20629"/>
                </a:lnTo>
                <a:lnTo>
                  <a:pt x="26631" y="20895"/>
                </a:lnTo>
                <a:lnTo>
                  <a:pt x="26923" y="21160"/>
                </a:lnTo>
                <a:lnTo>
                  <a:pt x="27332" y="21426"/>
                </a:lnTo>
                <a:lnTo>
                  <a:pt x="27624" y="21533"/>
                </a:lnTo>
                <a:lnTo>
                  <a:pt x="27916" y="21798"/>
                </a:lnTo>
                <a:lnTo>
                  <a:pt x="28208" y="22064"/>
                </a:lnTo>
                <a:lnTo>
                  <a:pt x="28616" y="22436"/>
                </a:lnTo>
                <a:lnTo>
                  <a:pt x="28908" y="22702"/>
                </a:lnTo>
                <a:lnTo>
                  <a:pt x="29317" y="22968"/>
                </a:lnTo>
                <a:lnTo>
                  <a:pt x="29609" y="23234"/>
                </a:lnTo>
                <a:lnTo>
                  <a:pt x="29901" y="23340"/>
                </a:lnTo>
                <a:lnTo>
                  <a:pt x="30135" y="23606"/>
                </a:lnTo>
                <a:lnTo>
                  <a:pt x="30427" y="23872"/>
                </a:lnTo>
                <a:lnTo>
                  <a:pt x="30719" y="24138"/>
                </a:lnTo>
                <a:lnTo>
                  <a:pt x="30836" y="24404"/>
                </a:lnTo>
                <a:lnTo>
                  <a:pt x="31303" y="24510"/>
                </a:lnTo>
                <a:lnTo>
                  <a:pt x="31536" y="24776"/>
                </a:lnTo>
                <a:lnTo>
                  <a:pt x="31828" y="25042"/>
                </a:lnTo>
                <a:lnTo>
                  <a:pt x="32120" y="25254"/>
                </a:lnTo>
                <a:lnTo>
                  <a:pt x="32412" y="25414"/>
                </a:lnTo>
                <a:lnTo>
                  <a:pt x="32704" y="25680"/>
                </a:lnTo>
                <a:lnTo>
                  <a:pt x="32996" y="25946"/>
                </a:lnTo>
                <a:lnTo>
                  <a:pt x="33230" y="26158"/>
                </a:lnTo>
                <a:lnTo>
                  <a:pt x="33522" y="26424"/>
                </a:lnTo>
                <a:lnTo>
                  <a:pt x="33814" y="26690"/>
                </a:lnTo>
                <a:lnTo>
                  <a:pt x="34106" y="26796"/>
                </a:lnTo>
                <a:lnTo>
                  <a:pt x="34398" y="27062"/>
                </a:lnTo>
                <a:lnTo>
                  <a:pt x="34690" y="27328"/>
                </a:lnTo>
                <a:lnTo>
                  <a:pt x="34924" y="27594"/>
                </a:lnTo>
                <a:lnTo>
                  <a:pt x="35216" y="27860"/>
                </a:lnTo>
                <a:lnTo>
                  <a:pt x="35683" y="27966"/>
                </a:lnTo>
                <a:lnTo>
                  <a:pt x="35800" y="28232"/>
                </a:lnTo>
                <a:lnTo>
                  <a:pt x="36092" y="28498"/>
                </a:lnTo>
                <a:lnTo>
                  <a:pt x="36384" y="28763"/>
                </a:lnTo>
                <a:lnTo>
                  <a:pt x="36617" y="29029"/>
                </a:lnTo>
                <a:lnTo>
                  <a:pt x="36909" y="29136"/>
                </a:lnTo>
                <a:lnTo>
                  <a:pt x="37201" y="29401"/>
                </a:lnTo>
                <a:lnTo>
                  <a:pt x="37610" y="29667"/>
                </a:lnTo>
                <a:lnTo>
                  <a:pt x="37902" y="29880"/>
                </a:lnTo>
                <a:lnTo>
                  <a:pt x="38194" y="30146"/>
                </a:lnTo>
                <a:lnTo>
                  <a:pt x="38311" y="30412"/>
                </a:lnTo>
                <a:lnTo>
                  <a:pt x="38603" y="30571"/>
                </a:lnTo>
                <a:lnTo>
                  <a:pt x="38895" y="30784"/>
                </a:lnTo>
                <a:lnTo>
                  <a:pt x="39187" y="31050"/>
                </a:lnTo>
                <a:lnTo>
                  <a:pt x="39479" y="31315"/>
                </a:lnTo>
                <a:lnTo>
                  <a:pt x="39888" y="31422"/>
                </a:lnTo>
                <a:lnTo>
                  <a:pt x="40180" y="31688"/>
                </a:lnTo>
                <a:lnTo>
                  <a:pt x="40472" y="31953"/>
                </a:lnTo>
                <a:lnTo>
                  <a:pt x="40705" y="32219"/>
                </a:lnTo>
                <a:lnTo>
                  <a:pt x="40881" y="32485"/>
                </a:lnTo>
                <a:lnTo>
                  <a:pt x="41173" y="32751"/>
                </a:lnTo>
                <a:lnTo>
                  <a:pt x="41465" y="32964"/>
                </a:lnTo>
                <a:lnTo>
                  <a:pt x="41874" y="33230"/>
                </a:lnTo>
                <a:lnTo>
                  <a:pt x="42166" y="33495"/>
                </a:lnTo>
                <a:lnTo>
                  <a:pt x="42399" y="33655"/>
                </a:lnTo>
                <a:lnTo>
                  <a:pt x="42691" y="33761"/>
                </a:lnTo>
                <a:lnTo>
                  <a:pt x="42983" y="34027"/>
                </a:lnTo>
                <a:lnTo>
                  <a:pt x="43275" y="34293"/>
                </a:lnTo>
                <a:lnTo>
                  <a:pt x="43392" y="34506"/>
                </a:lnTo>
                <a:lnTo>
                  <a:pt x="43859" y="34771"/>
                </a:lnTo>
                <a:lnTo>
                  <a:pt x="44093" y="35037"/>
                </a:lnTo>
                <a:lnTo>
                  <a:pt x="44385" y="35303"/>
                </a:lnTo>
                <a:lnTo>
                  <a:pt x="44677" y="35569"/>
                </a:lnTo>
                <a:lnTo>
                  <a:pt x="44969" y="35835"/>
                </a:lnTo>
                <a:lnTo>
                  <a:pt x="45261" y="35941"/>
                </a:lnTo>
                <a:lnTo>
                  <a:pt x="45553" y="36207"/>
                </a:lnTo>
                <a:lnTo>
                  <a:pt x="45786" y="36473"/>
                </a:lnTo>
                <a:lnTo>
                  <a:pt x="46078" y="36685"/>
                </a:lnTo>
                <a:lnTo>
                  <a:pt x="46370" y="36951"/>
                </a:lnTo>
                <a:lnTo>
                  <a:pt x="46662" y="37217"/>
                </a:lnTo>
                <a:lnTo>
                  <a:pt x="46954" y="37483"/>
                </a:lnTo>
                <a:lnTo>
                  <a:pt x="47246" y="37589"/>
                </a:lnTo>
                <a:lnTo>
                  <a:pt x="47480" y="37855"/>
                </a:lnTo>
                <a:lnTo>
                  <a:pt x="47772" y="38121"/>
                </a:lnTo>
                <a:lnTo>
                  <a:pt x="48181" y="38227"/>
                </a:lnTo>
                <a:lnTo>
                  <a:pt x="48473" y="38493"/>
                </a:lnTo>
                <a:lnTo>
                  <a:pt x="48648" y="38759"/>
                </a:lnTo>
                <a:lnTo>
                  <a:pt x="48940" y="39025"/>
                </a:lnTo>
                <a:lnTo>
                  <a:pt x="49174" y="39291"/>
                </a:lnTo>
                <a:lnTo>
                  <a:pt x="49466" y="39557"/>
                </a:lnTo>
                <a:lnTo>
                  <a:pt x="49758" y="39769"/>
                </a:lnTo>
                <a:lnTo>
                  <a:pt x="50167" y="40035"/>
                </a:lnTo>
                <a:lnTo>
                  <a:pt x="50459" y="40301"/>
                </a:lnTo>
                <a:lnTo>
                  <a:pt x="50751" y="40567"/>
                </a:lnTo>
                <a:lnTo>
                  <a:pt x="51159" y="40939"/>
                </a:lnTo>
                <a:lnTo>
                  <a:pt x="51451" y="41205"/>
                </a:lnTo>
                <a:lnTo>
                  <a:pt x="51743" y="41471"/>
                </a:lnTo>
                <a:lnTo>
                  <a:pt x="52035" y="41736"/>
                </a:lnTo>
                <a:lnTo>
                  <a:pt x="52444" y="42002"/>
                </a:lnTo>
                <a:lnTo>
                  <a:pt x="52736" y="42215"/>
                </a:lnTo>
                <a:lnTo>
                  <a:pt x="53028" y="42481"/>
                </a:lnTo>
                <a:lnTo>
                  <a:pt x="53262" y="42747"/>
                </a:lnTo>
                <a:lnTo>
                  <a:pt x="53437" y="43012"/>
                </a:lnTo>
                <a:lnTo>
                  <a:pt x="53729" y="43119"/>
                </a:lnTo>
                <a:lnTo>
                  <a:pt x="53963" y="43385"/>
                </a:lnTo>
                <a:lnTo>
                  <a:pt x="54430" y="43544"/>
                </a:lnTo>
                <a:lnTo>
                  <a:pt x="54722" y="43757"/>
                </a:lnTo>
                <a:lnTo>
                  <a:pt x="54956" y="44023"/>
                </a:lnTo>
                <a:lnTo>
                  <a:pt x="55248" y="44288"/>
                </a:lnTo>
                <a:lnTo>
                  <a:pt x="55540" y="44554"/>
                </a:lnTo>
                <a:lnTo>
                  <a:pt x="55832" y="44820"/>
                </a:lnTo>
                <a:lnTo>
                  <a:pt x="55948" y="45086"/>
                </a:lnTo>
                <a:lnTo>
                  <a:pt x="56357" y="45299"/>
                </a:lnTo>
                <a:lnTo>
                  <a:pt x="56649" y="45458"/>
                </a:lnTo>
              </a:path>
            </a:pathLst>
          </a:custGeom>
          <a:ln w="79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646457" y="2620943"/>
            <a:ext cx="56824" cy="50190"/>
          </a:xfrm>
          <a:custGeom>
            <a:avLst/>
            <a:gdLst/>
            <a:ahLst/>
            <a:cxnLst/>
            <a:rect l="l" t="t" r="r" b="b"/>
            <a:pathLst>
              <a:path w="56824" h="50190">
                <a:moveTo>
                  <a:pt x="0" y="0"/>
                </a:moveTo>
                <a:lnTo>
                  <a:pt x="292" y="265"/>
                </a:lnTo>
                <a:lnTo>
                  <a:pt x="584" y="478"/>
                </a:lnTo>
                <a:lnTo>
                  <a:pt x="876" y="744"/>
                </a:lnTo>
                <a:lnTo>
                  <a:pt x="1168" y="1010"/>
                </a:lnTo>
                <a:lnTo>
                  <a:pt x="1401" y="1276"/>
                </a:lnTo>
                <a:lnTo>
                  <a:pt x="1693" y="1541"/>
                </a:lnTo>
                <a:lnTo>
                  <a:pt x="1985" y="1807"/>
                </a:lnTo>
                <a:lnTo>
                  <a:pt x="2277" y="2020"/>
                </a:lnTo>
                <a:lnTo>
                  <a:pt x="2569" y="2179"/>
                </a:lnTo>
                <a:lnTo>
                  <a:pt x="2861" y="2445"/>
                </a:lnTo>
                <a:lnTo>
                  <a:pt x="3095" y="2711"/>
                </a:lnTo>
                <a:lnTo>
                  <a:pt x="3387" y="2924"/>
                </a:lnTo>
                <a:lnTo>
                  <a:pt x="3679" y="3190"/>
                </a:lnTo>
                <a:lnTo>
                  <a:pt x="4088" y="3455"/>
                </a:lnTo>
                <a:lnTo>
                  <a:pt x="4380" y="3721"/>
                </a:lnTo>
                <a:lnTo>
                  <a:pt x="4555" y="3987"/>
                </a:lnTo>
                <a:lnTo>
                  <a:pt x="4788" y="4200"/>
                </a:lnTo>
                <a:lnTo>
                  <a:pt x="5080" y="4466"/>
                </a:lnTo>
                <a:lnTo>
                  <a:pt x="5372" y="4625"/>
                </a:lnTo>
                <a:lnTo>
                  <a:pt x="5664" y="4891"/>
                </a:lnTo>
                <a:lnTo>
                  <a:pt x="6073" y="5104"/>
                </a:lnTo>
                <a:lnTo>
                  <a:pt x="6365" y="5369"/>
                </a:lnTo>
                <a:lnTo>
                  <a:pt x="6657" y="5635"/>
                </a:lnTo>
                <a:lnTo>
                  <a:pt x="6949" y="5901"/>
                </a:lnTo>
                <a:lnTo>
                  <a:pt x="7066" y="6167"/>
                </a:lnTo>
                <a:lnTo>
                  <a:pt x="7358" y="6433"/>
                </a:lnTo>
                <a:lnTo>
                  <a:pt x="7650" y="6646"/>
                </a:lnTo>
                <a:lnTo>
                  <a:pt x="7942" y="6805"/>
                </a:lnTo>
                <a:lnTo>
                  <a:pt x="8351" y="7071"/>
                </a:lnTo>
                <a:lnTo>
                  <a:pt x="8643" y="7284"/>
                </a:lnTo>
                <a:lnTo>
                  <a:pt x="8877" y="7549"/>
                </a:lnTo>
                <a:lnTo>
                  <a:pt x="9169" y="7815"/>
                </a:lnTo>
                <a:lnTo>
                  <a:pt x="9461" y="8081"/>
                </a:lnTo>
                <a:lnTo>
                  <a:pt x="9636" y="8347"/>
                </a:lnTo>
                <a:lnTo>
                  <a:pt x="9869" y="8613"/>
                </a:lnTo>
                <a:lnTo>
                  <a:pt x="10337" y="8825"/>
                </a:lnTo>
                <a:lnTo>
                  <a:pt x="10570" y="9091"/>
                </a:lnTo>
                <a:lnTo>
                  <a:pt x="10862" y="9251"/>
                </a:lnTo>
                <a:lnTo>
                  <a:pt x="11154" y="9517"/>
                </a:lnTo>
                <a:lnTo>
                  <a:pt x="11446" y="9729"/>
                </a:lnTo>
                <a:lnTo>
                  <a:pt x="11738" y="9995"/>
                </a:lnTo>
                <a:lnTo>
                  <a:pt x="11855" y="10261"/>
                </a:lnTo>
                <a:lnTo>
                  <a:pt x="12264" y="10527"/>
                </a:lnTo>
                <a:lnTo>
                  <a:pt x="12556" y="10793"/>
                </a:lnTo>
                <a:lnTo>
                  <a:pt x="12848" y="11058"/>
                </a:lnTo>
                <a:lnTo>
                  <a:pt x="13140" y="11271"/>
                </a:lnTo>
                <a:lnTo>
                  <a:pt x="13432" y="11431"/>
                </a:lnTo>
                <a:lnTo>
                  <a:pt x="13724" y="11696"/>
                </a:lnTo>
                <a:lnTo>
                  <a:pt x="13958" y="12069"/>
                </a:lnTo>
                <a:lnTo>
                  <a:pt x="14250" y="12334"/>
                </a:lnTo>
                <a:lnTo>
                  <a:pt x="14542" y="12600"/>
                </a:lnTo>
                <a:lnTo>
                  <a:pt x="14834" y="12813"/>
                </a:lnTo>
                <a:lnTo>
                  <a:pt x="15126" y="13079"/>
                </a:lnTo>
                <a:lnTo>
                  <a:pt x="15418" y="13345"/>
                </a:lnTo>
                <a:lnTo>
                  <a:pt x="15651" y="13611"/>
                </a:lnTo>
                <a:lnTo>
                  <a:pt x="15943" y="13876"/>
                </a:lnTo>
                <a:lnTo>
                  <a:pt x="16235" y="13983"/>
                </a:lnTo>
                <a:lnTo>
                  <a:pt x="16644" y="14249"/>
                </a:lnTo>
                <a:lnTo>
                  <a:pt x="16936" y="14514"/>
                </a:lnTo>
                <a:lnTo>
                  <a:pt x="17053" y="14780"/>
                </a:lnTo>
                <a:lnTo>
                  <a:pt x="17345" y="14993"/>
                </a:lnTo>
                <a:lnTo>
                  <a:pt x="17637" y="15259"/>
                </a:lnTo>
                <a:lnTo>
                  <a:pt x="17929" y="15525"/>
                </a:lnTo>
                <a:lnTo>
                  <a:pt x="18221" y="15790"/>
                </a:lnTo>
                <a:lnTo>
                  <a:pt x="18630" y="16056"/>
                </a:lnTo>
                <a:lnTo>
                  <a:pt x="18922" y="16163"/>
                </a:lnTo>
                <a:lnTo>
                  <a:pt x="19214" y="16428"/>
                </a:lnTo>
                <a:lnTo>
                  <a:pt x="19506" y="16694"/>
                </a:lnTo>
                <a:lnTo>
                  <a:pt x="19622" y="16960"/>
                </a:lnTo>
                <a:lnTo>
                  <a:pt x="19914" y="17173"/>
                </a:lnTo>
                <a:lnTo>
                  <a:pt x="20206" y="17439"/>
                </a:lnTo>
                <a:lnTo>
                  <a:pt x="20440" y="17704"/>
                </a:lnTo>
                <a:lnTo>
                  <a:pt x="20907" y="17970"/>
                </a:lnTo>
                <a:lnTo>
                  <a:pt x="21199" y="18236"/>
                </a:lnTo>
                <a:lnTo>
                  <a:pt x="21433" y="18502"/>
                </a:lnTo>
                <a:lnTo>
                  <a:pt x="21725" y="18715"/>
                </a:lnTo>
                <a:lnTo>
                  <a:pt x="22017" y="18980"/>
                </a:lnTo>
                <a:lnTo>
                  <a:pt x="22134" y="19246"/>
                </a:lnTo>
                <a:lnTo>
                  <a:pt x="22426" y="19512"/>
                </a:lnTo>
                <a:lnTo>
                  <a:pt x="22893" y="19778"/>
                </a:lnTo>
                <a:lnTo>
                  <a:pt x="23127" y="20044"/>
                </a:lnTo>
                <a:lnTo>
                  <a:pt x="23419" y="20257"/>
                </a:lnTo>
                <a:lnTo>
                  <a:pt x="23711" y="20522"/>
                </a:lnTo>
                <a:lnTo>
                  <a:pt x="24003" y="20788"/>
                </a:lnTo>
                <a:lnTo>
                  <a:pt x="24295" y="20948"/>
                </a:lnTo>
                <a:lnTo>
                  <a:pt x="24528" y="21160"/>
                </a:lnTo>
                <a:lnTo>
                  <a:pt x="24820" y="21426"/>
                </a:lnTo>
                <a:lnTo>
                  <a:pt x="25112" y="21692"/>
                </a:lnTo>
                <a:lnTo>
                  <a:pt x="25404" y="21958"/>
                </a:lnTo>
                <a:lnTo>
                  <a:pt x="25696" y="22224"/>
                </a:lnTo>
                <a:lnTo>
                  <a:pt x="25988" y="22490"/>
                </a:lnTo>
                <a:lnTo>
                  <a:pt x="26222" y="22862"/>
                </a:lnTo>
                <a:lnTo>
                  <a:pt x="26514" y="23128"/>
                </a:lnTo>
                <a:lnTo>
                  <a:pt x="26806" y="23234"/>
                </a:lnTo>
                <a:lnTo>
                  <a:pt x="27098" y="23500"/>
                </a:lnTo>
                <a:lnTo>
                  <a:pt x="27390" y="23766"/>
                </a:lnTo>
                <a:lnTo>
                  <a:pt x="27682" y="24031"/>
                </a:lnTo>
                <a:lnTo>
                  <a:pt x="27916" y="24244"/>
                </a:lnTo>
                <a:lnTo>
                  <a:pt x="28208" y="24510"/>
                </a:lnTo>
                <a:lnTo>
                  <a:pt x="28500" y="24776"/>
                </a:lnTo>
                <a:lnTo>
                  <a:pt x="28792" y="25042"/>
                </a:lnTo>
                <a:lnTo>
                  <a:pt x="29200" y="25307"/>
                </a:lnTo>
                <a:lnTo>
                  <a:pt x="29492" y="25414"/>
                </a:lnTo>
                <a:lnTo>
                  <a:pt x="29609" y="25680"/>
                </a:lnTo>
                <a:lnTo>
                  <a:pt x="29901" y="25946"/>
                </a:lnTo>
                <a:lnTo>
                  <a:pt x="30193" y="26318"/>
                </a:lnTo>
                <a:lnTo>
                  <a:pt x="30485" y="26584"/>
                </a:lnTo>
                <a:lnTo>
                  <a:pt x="30777" y="26849"/>
                </a:lnTo>
                <a:lnTo>
                  <a:pt x="31186" y="27115"/>
                </a:lnTo>
                <a:lnTo>
                  <a:pt x="31478" y="27328"/>
                </a:lnTo>
                <a:lnTo>
                  <a:pt x="31770" y="27594"/>
                </a:lnTo>
                <a:lnTo>
                  <a:pt x="32004" y="27753"/>
                </a:lnTo>
                <a:lnTo>
                  <a:pt x="32179" y="27966"/>
                </a:lnTo>
                <a:lnTo>
                  <a:pt x="32471" y="28232"/>
                </a:lnTo>
                <a:lnTo>
                  <a:pt x="32763" y="28498"/>
                </a:lnTo>
                <a:lnTo>
                  <a:pt x="32996" y="28763"/>
                </a:lnTo>
                <a:lnTo>
                  <a:pt x="33464" y="29029"/>
                </a:lnTo>
                <a:lnTo>
                  <a:pt x="33697" y="29401"/>
                </a:lnTo>
                <a:lnTo>
                  <a:pt x="33989" y="29667"/>
                </a:lnTo>
                <a:lnTo>
                  <a:pt x="34281" y="29933"/>
                </a:lnTo>
                <a:lnTo>
                  <a:pt x="34573" y="30039"/>
                </a:lnTo>
                <a:lnTo>
                  <a:pt x="34690" y="30305"/>
                </a:lnTo>
                <a:lnTo>
                  <a:pt x="34982" y="30571"/>
                </a:lnTo>
                <a:lnTo>
                  <a:pt x="35391" y="30837"/>
                </a:lnTo>
                <a:lnTo>
                  <a:pt x="35683" y="31050"/>
                </a:lnTo>
                <a:lnTo>
                  <a:pt x="35975" y="31315"/>
                </a:lnTo>
                <a:lnTo>
                  <a:pt x="36267" y="31581"/>
                </a:lnTo>
                <a:lnTo>
                  <a:pt x="36559" y="31847"/>
                </a:lnTo>
                <a:lnTo>
                  <a:pt x="36851" y="32219"/>
                </a:lnTo>
                <a:lnTo>
                  <a:pt x="37085" y="32485"/>
                </a:lnTo>
                <a:lnTo>
                  <a:pt x="37377" y="32592"/>
                </a:lnTo>
                <a:lnTo>
                  <a:pt x="37669" y="32857"/>
                </a:lnTo>
                <a:lnTo>
                  <a:pt x="37961" y="33123"/>
                </a:lnTo>
                <a:lnTo>
                  <a:pt x="38253" y="33389"/>
                </a:lnTo>
                <a:lnTo>
                  <a:pt x="38545" y="33655"/>
                </a:lnTo>
                <a:lnTo>
                  <a:pt x="38778" y="33921"/>
                </a:lnTo>
                <a:lnTo>
                  <a:pt x="39070" y="34133"/>
                </a:lnTo>
                <a:lnTo>
                  <a:pt x="39362" y="34399"/>
                </a:lnTo>
                <a:lnTo>
                  <a:pt x="39654" y="34771"/>
                </a:lnTo>
                <a:lnTo>
                  <a:pt x="39946" y="34931"/>
                </a:lnTo>
                <a:lnTo>
                  <a:pt x="40238" y="35197"/>
                </a:lnTo>
                <a:lnTo>
                  <a:pt x="40472" y="35463"/>
                </a:lnTo>
                <a:lnTo>
                  <a:pt x="40764" y="35675"/>
                </a:lnTo>
                <a:lnTo>
                  <a:pt x="41056" y="35941"/>
                </a:lnTo>
                <a:lnTo>
                  <a:pt x="41348" y="36207"/>
                </a:lnTo>
                <a:lnTo>
                  <a:pt x="41757" y="36473"/>
                </a:lnTo>
                <a:lnTo>
                  <a:pt x="42049" y="36739"/>
                </a:lnTo>
                <a:lnTo>
                  <a:pt x="42166" y="37111"/>
                </a:lnTo>
                <a:lnTo>
                  <a:pt x="42458" y="37217"/>
                </a:lnTo>
                <a:lnTo>
                  <a:pt x="42750" y="37483"/>
                </a:lnTo>
                <a:lnTo>
                  <a:pt x="43042" y="37749"/>
                </a:lnTo>
                <a:lnTo>
                  <a:pt x="43334" y="38015"/>
                </a:lnTo>
                <a:lnTo>
                  <a:pt x="43567" y="38280"/>
                </a:lnTo>
                <a:lnTo>
                  <a:pt x="44034" y="38546"/>
                </a:lnTo>
                <a:lnTo>
                  <a:pt x="44326" y="38759"/>
                </a:lnTo>
                <a:lnTo>
                  <a:pt x="44560" y="39025"/>
                </a:lnTo>
                <a:lnTo>
                  <a:pt x="44735" y="39397"/>
                </a:lnTo>
                <a:lnTo>
                  <a:pt x="45027" y="39557"/>
                </a:lnTo>
                <a:lnTo>
                  <a:pt x="45261" y="39822"/>
                </a:lnTo>
                <a:lnTo>
                  <a:pt x="45553" y="40088"/>
                </a:lnTo>
                <a:lnTo>
                  <a:pt x="46020" y="40301"/>
                </a:lnTo>
                <a:lnTo>
                  <a:pt x="46254" y="40567"/>
                </a:lnTo>
                <a:lnTo>
                  <a:pt x="46546" y="40833"/>
                </a:lnTo>
                <a:lnTo>
                  <a:pt x="46838" y="41098"/>
                </a:lnTo>
                <a:lnTo>
                  <a:pt x="47130" y="41471"/>
                </a:lnTo>
                <a:lnTo>
                  <a:pt x="47246" y="41736"/>
                </a:lnTo>
                <a:lnTo>
                  <a:pt x="47538" y="41843"/>
                </a:lnTo>
                <a:lnTo>
                  <a:pt x="47947" y="42109"/>
                </a:lnTo>
                <a:lnTo>
                  <a:pt x="48239" y="42374"/>
                </a:lnTo>
                <a:lnTo>
                  <a:pt x="48531" y="42640"/>
                </a:lnTo>
                <a:lnTo>
                  <a:pt x="48823" y="42906"/>
                </a:lnTo>
                <a:lnTo>
                  <a:pt x="49115" y="43278"/>
                </a:lnTo>
                <a:lnTo>
                  <a:pt x="49349" y="43544"/>
                </a:lnTo>
                <a:lnTo>
                  <a:pt x="49641" y="43810"/>
                </a:lnTo>
                <a:lnTo>
                  <a:pt x="49816" y="44023"/>
                </a:lnTo>
                <a:lnTo>
                  <a:pt x="50225" y="44182"/>
                </a:lnTo>
                <a:lnTo>
                  <a:pt x="50517" y="44448"/>
                </a:lnTo>
                <a:lnTo>
                  <a:pt x="50809" y="44661"/>
                </a:lnTo>
                <a:lnTo>
                  <a:pt x="51043" y="44926"/>
                </a:lnTo>
                <a:lnTo>
                  <a:pt x="51335" y="45352"/>
                </a:lnTo>
                <a:lnTo>
                  <a:pt x="51627" y="45565"/>
                </a:lnTo>
                <a:lnTo>
                  <a:pt x="51919" y="45830"/>
                </a:lnTo>
                <a:lnTo>
                  <a:pt x="52211" y="46096"/>
                </a:lnTo>
                <a:lnTo>
                  <a:pt x="52503" y="46362"/>
                </a:lnTo>
                <a:lnTo>
                  <a:pt x="52736" y="46468"/>
                </a:lnTo>
                <a:lnTo>
                  <a:pt x="53028" y="46734"/>
                </a:lnTo>
                <a:lnTo>
                  <a:pt x="53320" y="47106"/>
                </a:lnTo>
                <a:lnTo>
                  <a:pt x="53612" y="47372"/>
                </a:lnTo>
                <a:lnTo>
                  <a:pt x="53904" y="47638"/>
                </a:lnTo>
                <a:lnTo>
                  <a:pt x="54313" y="47904"/>
                </a:lnTo>
                <a:lnTo>
                  <a:pt x="54605" y="48170"/>
                </a:lnTo>
                <a:lnTo>
                  <a:pt x="54722" y="48436"/>
                </a:lnTo>
                <a:lnTo>
                  <a:pt x="55014" y="48648"/>
                </a:lnTo>
                <a:lnTo>
                  <a:pt x="55306" y="48914"/>
                </a:lnTo>
                <a:lnTo>
                  <a:pt x="55598" y="49180"/>
                </a:lnTo>
                <a:lnTo>
                  <a:pt x="55890" y="49446"/>
                </a:lnTo>
                <a:lnTo>
                  <a:pt x="56124" y="49712"/>
                </a:lnTo>
                <a:lnTo>
                  <a:pt x="56591" y="49977"/>
                </a:lnTo>
                <a:lnTo>
                  <a:pt x="56824" y="50190"/>
                </a:lnTo>
              </a:path>
            </a:pathLst>
          </a:custGeom>
          <a:ln w="803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703282" y="2671133"/>
            <a:ext cx="56708" cy="54071"/>
          </a:xfrm>
          <a:custGeom>
            <a:avLst/>
            <a:gdLst/>
            <a:ahLst/>
            <a:cxnLst/>
            <a:rect l="l" t="t" r="r" b="b"/>
            <a:pathLst>
              <a:path w="56708" h="54071">
                <a:moveTo>
                  <a:pt x="0" y="0"/>
                </a:moveTo>
                <a:lnTo>
                  <a:pt x="292" y="425"/>
                </a:lnTo>
                <a:lnTo>
                  <a:pt x="467" y="638"/>
                </a:lnTo>
                <a:lnTo>
                  <a:pt x="759" y="903"/>
                </a:lnTo>
                <a:lnTo>
                  <a:pt x="992" y="1063"/>
                </a:lnTo>
                <a:lnTo>
                  <a:pt x="1284" y="1329"/>
                </a:lnTo>
                <a:lnTo>
                  <a:pt x="1693" y="1541"/>
                </a:lnTo>
                <a:lnTo>
                  <a:pt x="1985" y="1967"/>
                </a:lnTo>
                <a:lnTo>
                  <a:pt x="2277" y="2179"/>
                </a:lnTo>
                <a:lnTo>
                  <a:pt x="2569" y="2445"/>
                </a:lnTo>
                <a:lnTo>
                  <a:pt x="2861" y="2711"/>
                </a:lnTo>
                <a:lnTo>
                  <a:pt x="2978" y="2977"/>
                </a:lnTo>
                <a:lnTo>
                  <a:pt x="3270" y="3243"/>
                </a:lnTo>
                <a:lnTo>
                  <a:pt x="3679" y="3509"/>
                </a:lnTo>
                <a:lnTo>
                  <a:pt x="3971" y="3721"/>
                </a:lnTo>
                <a:lnTo>
                  <a:pt x="4263" y="3987"/>
                </a:lnTo>
                <a:lnTo>
                  <a:pt x="4555" y="4253"/>
                </a:lnTo>
                <a:lnTo>
                  <a:pt x="4847" y="4519"/>
                </a:lnTo>
                <a:lnTo>
                  <a:pt x="5080" y="4785"/>
                </a:lnTo>
                <a:lnTo>
                  <a:pt x="5372" y="5157"/>
                </a:lnTo>
                <a:lnTo>
                  <a:pt x="5548" y="5423"/>
                </a:lnTo>
                <a:lnTo>
                  <a:pt x="5956" y="5529"/>
                </a:lnTo>
                <a:lnTo>
                  <a:pt x="6248" y="5795"/>
                </a:lnTo>
                <a:lnTo>
                  <a:pt x="6540" y="6061"/>
                </a:lnTo>
                <a:lnTo>
                  <a:pt x="6774" y="6326"/>
                </a:lnTo>
                <a:lnTo>
                  <a:pt x="7066" y="6699"/>
                </a:lnTo>
                <a:lnTo>
                  <a:pt x="7358" y="6965"/>
                </a:lnTo>
                <a:lnTo>
                  <a:pt x="7650" y="7230"/>
                </a:lnTo>
                <a:lnTo>
                  <a:pt x="7942" y="7496"/>
                </a:lnTo>
                <a:lnTo>
                  <a:pt x="8176" y="7709"/>
                </a:lnTo>
                <a:lnTo>
                  <a:pt x="8468" y="7868"/>
                </a:lnTo>
                <a:lnTo>
                  <a:pt x="8760" y="8241"/>
                </a:lnTo>
                <a:lnTo>
                  <a:pt x="9052" y="8506"/>
                </a:lnTo>
                <a:lnTo>
                  <a:pt x="9344" y="8772"/>
                </a:lnTo>
                <a:lnTo>
                  <a:pt x="9636" y="8985"/>
                </a:lnTo>
                <a:lnTo>
                  <a:pt x="10045" y="9251"/>
                </a:lnTo>
                <a:lnTo>
                  <a:pt x="10337" y="9676"/>
                </a:lnTo>
                <a:lnTo>
                  <a:pt x="10453" y="9889"/>
                </a:lnTo>
                <a:lnTo>
                  <a:pt x="10745" y="10155"/>
                </a:lnTo>
                <a:lnTo>
                  <a:pt x="11037" y="10314"/>
                </a:lnTo>
                <a:lnTo>
                  <a:pt x="11329" y="10527"/>
                </a:lnTo>
                <a:lnTo>
                  <a:pt x="11563" y="10793"/>
                </a:lnTo>
                <a:lnTo>
                  <a:pt x="11855" y="11218"/>
                </a:lnTo>
                <a:lnTo>
                  <a:pt x="12322" y="11431"/>
                </a:lnTo>
                <a:lnTo>
                  <a:pt x="12556" y="11696"/>
                </a:lnTo>
                <a:lnTo>
                  <a:pt x="12848" y="11962"/>
                </a:lnTo>
                <a:lnTo>
                  <a:pt x="13023" y="12228"/>
                </a:lnTo>
                <a:lnTo>
                  <a:pt x="13257" y="12494"/>
                </a:lnTo>
                <a:lnTo>
                  <a:pt x="13549" y="12760"/>
                </a:lnTo>
                <a:lnTo>
                  <a:pt x="13841" y="12973"/>
                </a:lnTo>
                <a:lnTo>
                  <a:pt x="14250" y="13238"/>
                </a:lnTo>
                <a:lnTo>
                  <a:pt x="14542" y="13504"/>
                </a:lnTo>
                <a:lnTo>
                  <a:pt x="14834" y="13876"/>
                </a:lnTo>
                <a:lnTo>
                  <a:pt x="15126" y="14142"/>
                </a:lnTo>
                <a:lnTo>
                  <a:pt x="15418" y="14408"/>
                </a:lnTo>
                <a:lnTo>
                  <a:pt x="15534" y="14674"/>
                </a:lnTo>
                <a:lnTo>
                  <a:pt x="15826" y="14780"/>
                </a:lnTo>
                <a:lnTo>
                  <a:pt x="16235" y="15152"/>
                </a:lnTo>
                <a:lnTo>
                  <a:pt x="16527" y="15418"/>
                </a:lnTo>
                <a:lnTo>
                  <a:pt x="16819" y="15684"/>
                </a:lnTo>
                <a:lnTo>
                  <a:pt x="17111" y="15950"/>
                </a:lnTo>
                <a:lnTo>
                  <a:pt x="17345" y="16216"/>
                </a:lnTo>
                <a:lnTo>
                  <a:pt x="17637" y="16588"/>
                </a:lnTo>
                <a:lnTo>
                  <a:pt x="17929" y="16854"/>
                </a:lnTo>
                <a:lnTo>
                  <a:pt x="18104" y="17120"/>
                </a:lnTo>
                <a:lnTo>
                  <a:pt x="18513" y="17226"/>
                </a:lnTo>
                <a:lnTo>
                  <a:pt x="18805" y="17492"/>
                </a:lnTo>
                <a:lnTo>
                  <a:pt x="19038" y="17864"/>
                </a:lnTo>
                <a:lnTo>
                  <a:pt x="19330" y="18130"/>
                </a:lnTo>
                <a:lnTo>
                  <a:pt x="19622" y="18396"/>
                </a:lnTo>
                <a:lnTo>
                  <a:pt x="19914" y="18661"/>
                </a:lnTo>
                <a:lnTo>
                  <a:pt x="20206" y="18927"/>
                </a:lnTo>
                <a:lnTo>
                  <a:pt x="20499" y="19300"/>
                </a:lnTo>
                <a:lnTo>
                  <a:pt x="20732" y="19565"/>
                </a:lnTo>
                <a:lnTo>
                  <a:pt x="21024" y="19672"/>
                </a:lnTo>
                <a:lnTo>
                  <a:pt x="21316" y="19938"/>
                </a:lnTo>
                <a:lnTo>
                  <a:pt x="21608" y="20310"/>
                </a:lnTo>
                <a:lnTo>
                  <a:pt x="21900" y="20576"/>
                </a:lnTo>
                <a:lnTo>
                  <a:pt x="22192" y="20841"/>
                </a:lnTo>
                <a:lnTo>
                  <a:pt x="22601" y="21107"/>
                </a:lnTo>
                <a:lnTo>
                  <a:pt x="22893" y="21320"/>
                </a:lnTo>
                <a:lnTo>
                  <a:pt x="23010" y="21745"/>
                </a:lnTo>
                <a:lnTo>
                  <a:pt x="23302" y="21852"/>
                </a:lnTo>
                <a:lnTo>
                  <a:pt x="23594" y="22117"/>
                </a:lnTo>
                <a:lnTo>
                  <a:pt x="23886" y="22383"/>
                </a:lnTo>
                <a:lnTo>
                  <a:pt x="24119" y="22649"/>
                </a:lnTo>
                <a:lnTo>
                  <a:pt x="24411" y="23021"/>
                </a:lnTo>
                <a:lnTo>
                  <a:pt x="24820" y="23287"/>
                </a:lnTo>
                <a:lnTo>
                  <a:pt x="25112" y="23500"/>
                </a:lnTo>
                <a:lnTo>
                  <a:pt x="25404" y="23766"/>
                </a:lnTo>
                <a:lnTo>
                  <a:pt x="25579" y="24191"/>
                </a:lnTo>
                <a:lnTo>
                  <a:pt x="25813" y="24297"/>
                </a:lnTo>
                <a:lnTo>
                  <a:pt x="26105" y="24563"/>
                </a:lnTo>
                <a:lnTo>
                  <a:pt x="26397" y="24829"/>
                </a:lnTo>
                <a:lnTo>
                  <a:pt x="26806" y="25042"/>
                </a:lnTo>
                <a:lnTo>
                  <a:pt x="27098" y="25467"/>
                </a:lnTo>
                <a:lnTo>
                  <a:pt x="27390" y="25733"/>
                </a:lnTo>
                <a:lnTo>
                  <a:pt x="27682" y="25946"/>
                </a:lnTo>
                <a:lnTo>
                  <a:pt x="27974" y="26211"/>
                </a:lnTo>
                <a:lnTo>
                  <a:pt x="28091" y="26477"/>
                </a:lnTo>
                <a:lnTo>
                  <a:pt x="28383" y="26743"/>
                </a:lnTo>
                <a:lnTo>
                  <a:pt x="28792" y="27009"/>
                </a:lnTo>
                <a:lnTo>
                  <a:pt x="29084" y="27275"/>
                </a:lnTo>
                <a:lnTo>
                  <a:pt x="29376" y="27647"/>
                </a:lnTo>
                <a:lnTo>
                  <a:pt x="29668" y="27913"/>
                </a:lnTo>
                <a:lnTo>
                  <a:pt x="29901" y="28125"/>
                </a:lnTo>
                <a:lnTo>
                  <a:pt x="30193" y="28391"/>
                </a:lnTo>
                <a:lnTo>
                  <a:pt x="30485" y="28817"/>
                </a:lnTo>
                <a:lnTo>
                  <a:pt x="31069" y="29189"/>
                </a:lnTo>
                <a:lnTo>
                  <a:pt x="31361" y="29455"/>
                </a:lnTo>
                <a:lnTo>
                  <a:pt x="31595" y="29667"/>
                </a:lnTo>
                <a:lnTo>
                  <a:pt x="31887" y="30093"/>
                </a:lnTo>
                <a:lnTo>
                  <a:pt x="32179" y="30358"/>
                </a:lnTo>
                <a:lnTo>
                  <a:pt x="32471" y="30571"/>
                </a:lnTo>
                <a:lnTo>
                  <a:pt x="32763" y="30837"/>
                </a:lnTo>
                <a:lnTo>
                  <a:pt x="33172" y="31103"/>
                </a:lnTo>
                <a:lnTo>
                  <a:pt x="33288" y="31369"/>
                </a:lnTo>
                <a:lnTo>
                  <a:pt x="33580" y="31634"/>
                </a:lnTo>
                <a:lnTo>
                  <a:pt x="33872" y="31900"/>
                </a:lnTo>
                <a:lnTo>
                  <a:pt x="34165" y="32273"/>
                </a:lnTo>
                <a:lnTo>
                  <a:pt x="34457" y="32538"/>
                </a:lnTo>
                <a:lnTo>
                  <a:pt x="34690" y="32751"/>
                </a:lnTo>
                <a:lnTo>
                  <a:pt x="35157" y="33017"/>
                </a:lnTo>
                <a:lnTo>
                  <a:pt x="35449" y="33442"/>
                </a:lnTo>
                <a:lnTo>
                  <a:pt x="35683" y="33549"/>
                </a:lnTo>
                <a:lnTo>
                  <a:pt x="35858" y="33814"/>
                </a:lnTo>
                <a:lnTo>
                  <a:pt x="36150" y="34080"/>
                </a:lnTo>
                <a:lnTo>
                  <a:pt x="36384" y="34452"/>
                </a:lnTo>
                <a:lnTo>
                  <a:pt x="36676" y="34718"/>
                </a:lnTo>
                <a:lnTo>
                  <a:pt x="36968" y="34984"/>
                </a:lnTo>
                <a:lnTo>
                  <a:pt x="37377" y="35197"/>
                </a:lnTo>
                <a:lnTo>
                  <a:pt x="37669" y="35622"/>
                </a:lnTo>
                <a:lnTo>
                  <a:pt x="37961" y="35728"/>
                </a:lnTo>
                <a:lnTo>
                  <a:pt x="38077" y="35994"/>
                </a:lnTo>
                <a:lnTo>
                  <a:pt x="38369" y="36260"/>
                </a:lnTo>
                <a:lnTo>
                  <a:pt x="38661" y="36632"/>
                </a:lnTo>
                <a:lnTo>
                  <a:pt x="38953" y="36898"/>
                </a:lnTo>
                <a:lnTo>
                  <a:pt x="39362" y="37164"/>
                </a:lnTo>
                <a:lnTo>
                  <a:pt x="39654" y="37377"/>
                </a:lnTo>
                <a:lnTo>
                  <a:pt x="39946" y="37802"/>
                </a:lnTo>
                <a:lnTo>
                  <a:pt x="40238" y="38015"/>
                </a:lnTo>
                <a:lnTo>
                  <a:pt x="40472" y="38174"/>
                </a:lnTo>
                <a:lnTo>
                  <a:pt x="40647" y="38440"/>
                </a:lnTo>
                <a:lnTo>
                  <a:pt x="40939" y="38812"/>
                </a:lnTo>
                <a:lnTo>
                  <a:pt x="41348" y="39078"/>
                </a:lnTo>
                <a:lnTo>
                  <a:pt x="41640" y="39344"/>
                </a:lnTo>
                <a:lnTo>
                  <a:pt x="41932" y="39716"/>
                </a:lnTo>
                <a:lnTo>
                  <a:pt x="42166" y="39982"/>
                </a:lnTo>
                <a:lnTo>
                  <a:pt x="42458" y="40248"/>
                </a:lnTo>
                <a:lnTo>
                  <a:pt x="42750" y="40460"/>
                </a:lnTo>
                <a:lnTo>
                  <a:pt x="43042" y="40726"/>
                </a:lnTo>
                <a:lnTo>
                  <a:pt x="43158" y="40992"/>
                </a:lnTo>
                <a:lnTo>
                  <a:pt x="43626" y="41258"/>
                </a:lnTo>
                <a:lnTo>
                  <a:pt x="43859" y="41524"/>
                </a:lnTo>
                <a:lnTo>
                  <a:pt x="44151" y="41896"/>
                </a:lnTo>
                <a:lnTo>
                  <a:pt x="44443" y="42162"/>
                </a:lnTo>
                <a:lnTo>
                  <a:pt x="44735" y="42428"/>
                </a:lnTo>
                <a:lnTo>
                  <a:pt x="45027" y="42640"/>
                </a:lnTo>
                <a:lnTo>
                  <a:pt x="45319" y="42906"/>
                </a:lnTo>
                <a:lnTo>
                  <a:pt x="45728" y="43172"/>
                </a:lnTo>
                <a:lnTo>
                  <a:pt x="45845" y="43438"/>
                </a:lnTo>
                <a:lnTo>
                  <a:pt x="46137" y="43810"/>
                </a:lnTo>
                <a:lnTo>
                  <a:pt x="46429" y="44076"/>
                </a:lnTo>
                <a:lnTo>
                  <a:pt x="46721" y="44342"/>
                </a:lnTo>
                <a:lnTo>
                  <a:pt x="47013" y="44607"/>
                </a:lnTo>
                <a:lnTo>
                  <a:pt x="47246" y="44980"/>
                </a:lnTo>
                <a:lnTo>
                  <a:pt x="47714" y="45086"/>
                </a:lnTo>
                <a:lnTo>
                  <a:pt x="47947" y="45352"/>
                </a:lnTo>
                <a:lnTo>
                  <a:pt x="48239" y="45618"/>
                </a:lnTo>
                <a:lnTo>
                  <a:pt x="48415" y="45990"/>
                </a:lnTo>
                <a:lnTo>
                  <a:pt x="48707" y="46256"/>
                </a:lnTo>
                <a:lnTo>
                  <a:pt x="48940" y="46522"/>
                </a:lnTo>
                <a:lnTo>
                  <a:pt x="49232" y="46894"/>
                </a:lnTo>
                <a:lnTo>
                  <a:pt x="49524" y="47160"/>
                </a:lnTo>
                <a:lnTo>
                  <a:pt x="49933" y="47425"/>
                </a:lnTo>
                <a:lnTo>
                  <a:pt x="50225" y="47532"/>
                </a:lnTo>
                <a:lnTo>
                  <a:pt x="50517" y="47957"/>
                </a:lnTo>
                <a:lnTo>
                  <a:pt x="50809" y="48170"/>
                </a:lnTo>
                <a:lnTo>
                  <a:pt x="50926" y="48436"/>
                </a:lnTo>
                <a:lnTo>
                  <a:pt x="51218" y="48808"/>
                </a:lnTo>
                <a:lnTo>
                  <a:pt x="51510" y="49074"/>
                </a:lnTo>
                <a:lnTo>
                  <a:pt x="51919" y="49339"/>
                </a:lnTo>
                <a:lnTo>
                  <a:pt x="52211" y="49605"/>
                </a:lnTo>
                <a:lnTo>
                  <a:pt x="52503" y="49871"/>
                </a:lnTo>
                <a:lnTo>
                  <a:pt x="52795" y="50137"/>
                </a:lnTo>
                <a:lnTo>
                  <a:pt x="53028" y="50350"/>
                </a:lnTo>
                <a:lnTo>
                  <a:pt x="53203" y="50775"/>
                </a:lnTo>
                <a:lnTo>
                  <a:pt x="53495" y="50988"/>
                </a:lnTo>
                <a:lnTo>
                  <a:pt x="53904" y="51253"/>
                </a:lnTo>
                <a:lnTo>
                  <a:pt x="54196" y="51519"/>
                </a:lnTo>
                <a:lnTo>
                  <a:pt x="54488" y="51892"/>
                </a:lnTo>
                <a:lnTo>
                  <a:pt x="54722" y="52051"/>
                </a:lnTo>
                <a:lnTo>
                  <a:pt x="55014" y="52317"/>
                </a:lnTo>
                <a:lnTo>
                  <a:pt x="55306" y="52689"/>
                </a:lnTo>
                <a:lnTo>
                  <a:pt x="55598" y="52955"/>
                </a:lnTo>
                <a:lnTo>
                  <a:pt x="55715" y="53221"/>
                </a:lnTo>
                <a:lnTo>
                  <a:pt x="56182" y="53433"/>
                </a:lnTo>
                <a:lnTo>
                  <a:pt x="56416" y="53859"/>
                </a:lnTo>
                <a:lnTo>
                  <a:pt x="56708" y="54071"/>
                </a:lnTo>
              </a:path>
            </a:pathLst>
          </a:custGeom>
          <a:ln w="806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759990" y="2725205"/>
            <a:ext cx="56824" cy="56942"/>
          </a:xfrm>
          <a:custGeom>
            <a:avLst/>
            <a:gdLst/>
            <a:ahLst/>
            <a:cxnLst/>
            <a:rect l="l" t="t" r="r" b="b"/>
            <a:pathLst>
              <a:path w="56824" h="56942">
                <a:moveTo>
                  <a:pt x="0" y="0"/>
                </a:moveTo>
                <a:lnTo>
                  <a:pt x="292" y="265"/>
                </a:lnTo>
                <a:lnTo>
                  <a:pt x="584" y="531"/>
                </a:lnTo>
                <a:lnTo>
                  <a:pt x="876" y="797"/>
                </a:lnTo>
                <a:lnTo>
                  <a:pt x="1109" y="1063"/>
                </a:lnTo>
                <a:lnTo>
                  <a:pt x="1576" y="1435"/>
                </a:lnTo>
                <a:lnTo>
                  <a:pt x="1693" y="1701"/>
                </a:lnTo>
                <a:lnTo>
                  <a:pt x="1985" y="1967"/>
                </a:lnTo>
                <a:lnTo>
                  <a:pt x="2277" y="2233"/>
                </a:lnTo>
                <a:lnTo>
                  <a:pt x="2569" y="2605"/>
                </a:lnTo>
                <a:lnTo>
                  <a:pt x="2803" y="2711"/>
                </a:lnTo>
                <a:lnTo>
                  <a:pt x="3095" y="2977"/>
                </a:lnTo>
                <a:lnTo>
                  <a:pt x="3562" y="3349"/>
                </a:lnTo>
                <a:lnTo>
                  <a:pt x="3796" y="3615"/>
                </a:lnTo>
                <a:lnTo>
                  <a:pt x="4088" y="3881"/>
                </a:lnTo>
                <a:lnTo>
                  <a:pt x="4263" y="4253"/>
                </a:lnTo>
                <a:lnTo>
                  <a:pt x="4496" y="4519"/>
                </a:lnTo>
                <a:lnTo>
                  <a:pt x="4788" y="4785"/>
                </a:lnTo>
                <a:lnTo>
                  <a:pt x="5080" y="5050"/>
                </a:lnTo>
                <a:lnTo>
                  <a:pt x="5372" y="5316"/>
                </a:lnTo>
                <a:lnTo>
                  <a:pt x="5781" y="5529"/>
                </a:lnTo>
                <a:lnTo>
                  <a:pt x="6073" y="5795"/>
                </a:lnTo>
                <a:lnTo>
                  <a:pt x="6365" y="6167"/>
                </a:lnTo>
                <a:lnTo>
                  <a:pt x="6657" y="6433"/>
                </a:lnTo>
                <a:lnTo>
                  <a:pt x="6774" y="6699"/>
                </a:lnTo>
                <a:lnTo>
                  <a:pt x="7066" y="7071"/>
                </a:lnTo>
                <a:lnTo>
                  <a:pt x="7358" y="7337"/>
                </a:lnTo>
                <a:lnTo>
                  <a:pt x="7767" y="7496"/>
                </a:lnTo>
                <a:lnTo>
                  <a:pt x="8059" y="7868"/>
                </a:lnTo>
                <a:lnTo>
                  <a:pt x="8351" y="8134"/>
                </a:lnTo>
                <a:lnTo>
                  <a:pt x="8585" y="8400"/>
                </a:lnTo>
                <a:lnTo>
                  <a:pt x="8877" y="8772"/>
                </a:lnTo>
                <a:lnTo>
                  <a:pt x="9169" y="9038"/>
                </a:lnTo>
                <a:lnTo>
                  <a:pt x="9344" y="9251"/>
                </a:lnTo>
                <a:lnTo>
                  <a:pt x="9753" y="9676"/>
                </a:lnTo>
                <a:lnTo>
                  <a:pt x="10045" y="9782"/>
                </a:lnTo>
                <a:lnTo>
                  <a:pt x="10278" y="10048"/>
                </a:lnTo>
                <a:lnTo>
                  <a:pt x="10570" y="10420"/>
                </a:lnTo>
                <a:lnTo>
                  <a:pt x="10862" y="10686"/>
                </a:lnTo>
                <a:lnTo>
                  <a:pt x="11154" y="10952"/>
                </a:lnTo>
                <a:lnTo>
                  <a:pt x="11446" y="11218"/>
                </a:lnTo>
                <a:lnTo>
                  <a:pt x="11738" y="11590"/>
                </a:lnTo>
                <a:lnTo>
                  <a:pt x="11972" y="11856"/>
                </a:lnTo>
                <a:lnTo>
                  <a:pt x="12264" y="11962"/>
                </a:lnTo>
                <a:lnTo>
                  <a:pt x="12556" y="12334"/>
                </a:lnTo>
                <a:lnTo>
                  <a:pt x="12848" y="12600"/>
                </a:lnTo>
                <a:lnTo>
                  <a:pt x="13140" y="12866"/>
                </a:lnTo>
                <a:lnTo>
                  <a:pt x="13432" y="13238"/>
                </a:lnTo>
                <a:lnTo>
                  <a:pt x="13666" y="13504"/>
                </a:lnTo>
                <a:lnTo>
                  <a:pt x="14133" y="13770"/>
                </a:lnTo>
                <a:lnTo>
                  <a:pt x="14250" y="14142"/>
                </a:lnTo>
                <a:lnTo>
                  <a:pt x="14542" y="14302"/>
                </a:lnTo>
                <a:lnTo>
                  <a:pt x="14834" y="14514"/>
                </a:lnTo>
                <a:lnTo>
                  <a:pt x="15126" y="14940"/>
                </a:lnTo>
                <a:lnTo>
                  <a:pt x="15359" y="15206"/>
                </a:lnTo>
                <a:lnTo>
                  <a:pt x="15651" y="15418"/>
                </a:lnTo>
                <a:lnTo>
                  <a:pt x="15943" y="15844"/>
                </a:lnTo>
                <a:lnTo>
                  <a:pt x="16352" y="16056"/>
                </a:lnTo>
                <a:lnTo>
                  <a:pt x="16644" y="16322"/>
                </a:lnTo>
                <a:lnTo>
                  <a:pt x="16819" y="16588"/>
                </a:lnTo>
                <a:lnTo>
                  <a:pt x="17053" y="16854"/>
                </a:lnTo>
                <a:lnTo>
                  <a:pt x="17345" y="17120"/>
                </a:lnTo>
                <a:lnTo>
                  <a:pt x="17637" y="17492"/>
                </a:lnTo>
                <a:lnTo>
                  <a:pt x="17929" y="17758"/>
                </a:lnTo>
                <a:lnTo>
                  <a:pt x="18338" y="18023"/>
                </a:lnTo>
                <a:lnTo>
                  <a:pt x="18630" y="18396"/>
                </a:lnTo>
                <a:lnTo>
                  <a:pt x="18922" y="18661"/>
                </a:lnTo>
                <a:lnTo>
                  <a:pt x="19214" y="18927"/>
                </a:lnTo>
                <a:lnTo>
                  <a:pt x="19330" y="19140"/>
                </a:lnTo>
                <a:lnTo>
                  <a:pt x="19622" y="19406"/>
                </a:lnTo>
                <a:lnTo>
                  <a:pt x="19914" y="19672"/>
                </a:lnTo>
                <a:lnTo>
                  <a:pt x="20323" y="20044"/>
                </a:lnTo>
                <a:lnTo>
                  <a:pt x="20615" y="20310"/>
                </a:lnTo>
                <a:lnTo>
                  <a:pt x="20907" y="20576"/>
                </a:lnTo>
                <a:lnTo>
                  <a:pt x="21141" y="20948"/>
                </a:lnTo>
                <a:lnTo>
                  <a:pt x="21433" y="21214"/>
                </a:lnTo>
                <a:lnTo>
                  <a:pt x="21725" y="21373"/>
                </a:lnTo>
                <a:lnTo>
                  <a:pt x="21842" y="21745"/>
                </a:lnTo>
                <a:lnTo>
                  <a:pt x="22134" y="22011"/>
                </a:lnTo>
                <a:lnTo>
                  <a:pt x="22601" y="22224"/>
                </a:lnTo>
                <a:lnTo>
                  <a:pt x="22835" y="22649"/>
                </a:lnTo>
                <a:lnTo>
                  <a:pt x="23127" y="22862"/>
                </a:lnTo>
                <a:lnTo>
                  <a:pt x="23419" y="23128"/>
                </a:lnTo>
                <a:lnTo>
                  <a:pt x="23711" y="23553"/>
                </a:lnTo>
                <a:lnTo>
                  <a:pt x="24003" y="23659"/>
                </a:lnTo>
                <a:lnTo>
                  <a:pt x="24236" y="23925"/>
                </a:lnTo>
                <a:lnTo>
                  <a:pt x="24528" y="24297"/>
                </a:lnTo>
                <a:lnTo>
                  <a:pt x="24820" y="24563"/>
                </a:lnTo>
                <a:lnTo>
                  <a:pt x="25112" y="24935"/>
                </a:lnTo>
                <a:lnTo>
                  <a:pt x="25404" y="25201"/>
                </a:lnTo>
                <a:lnTo>
                  <a:pt x="25696" y="25467"/>
                </a:lnTo>
                <a:lnTo>
                  <a:pt x="25930" y="25839"/>
                </a:lnTo>
                <a:lnTo>
                  <a:pt x="26222" y="25946"/>
                </a:lnTo>
                <a:lnTo>
                  <a:pt x="26689" y="26211"/>
                </a:lnTo>
                <a:lnTo>
                  <a:pt x="26806" y="26637"/>
                </a:lnTo>
                <a:lnTo>
                  <a:pt x="27098" y="26849"/>
                </a:lnTo>
                <a:lnTo>
                  <a:pt x="27390" y="27115"/>
                </a:lnTo>
                <a:lnTo>
                  <a:pt x="27624" y="27487"/>
                </a:lnTo>
                <a:lnTo>
                  <a:pt x="27916" y="27753"/>
                </a:lnTo>
                <a:lnTo>
                  <a:pt x="28208" y="28019"/>
                </a:lnTo>
                <a:lnTo>
                  <a:pt x="28500" y="28285"/>
                </a:lnTo>
                <a:lnTo>
                  <a:pt x="28908" y="28551"/>
                </a:lnTo>
                <a:lnTo>
                  <a:pt x="29200" y="28817"/>
                </a:lnTo>
                <a:lnTo>
                  <a:pt x="29317" y="29189"/>
                </a:lnTo>
                <a:lnTo>
                  <a:pt x="29609" y="29455"/>
                </a:lnTo>
                <a:lnTo>
                  <a:pt x="29901" y="29827"/>
                </a:lnTo>
                <a:lnTo>
                  <a:pt x="30193" y="30093"/>
                </a:lnTo>
                <a:lnTo>
                  <a:pt x="30485" y="30358"/>
                </a:lnTo>
                <a:lnTo>
                  <a:pt x="30894" y="30571"/>
                </a:lnTo>
                <a:lnTo>
                  <a:pt x="31186" y="30837"/>
                </a:lnTo>
                <a:lnTo>
                  <a:pt x="31478" y="31103"/>
                </a:lnTo>
                <a:lnTo>
                  <a:pt x="31712" y="31475"/>
                </a:lnTo>
                <a:lnTo>
                  <a:pt x="31887" y="31741"/>
                </a:lnTo>
                <a:lnTo>
                  <a:pt x="32179" y="32007"/>
                </a:lnTo>
                <a:lnTo>
                  <a:pt x="32471" y="32379"/>
                </a:lnTo>
                <a:lnTo>
                  <a:pt x="32880" y="32645"/>
                </a:lnTo>
                <a:lnTo>
                  <a:pt x="33172" y="32911"/>
                </a:lnTo>
                <a:lnTo>
                  <a:pt x="33405" y="33176"/>
                </a:lnTo>
                <a:lnTo>
                  <a:pt x="33697" y="33442"/>
                </a:lnTo>
                <a:lnTo>
                  <a:pt x="33989" y="33814"/>
                </a:lnTo>
                <a:lnTo>
                  <a:pt x="34281" y="34080"/>
                </a:lnTo>
                <a:lnTo>
                  <a:pt x="34398" y="34346"/>
                </a:lnTo>
                <a:lnTo>
                  <a:pt x="34690" y="34718"/>
                </a:lnTo>
                <a:lnTo>
                  <a:pt x="35099" y="34984"/>
                </a:lnTo>
                <a:lnTo>
                  <a:pt x="35391" y="35197"/>
                </a:lnTo>
                <a:lnTo>
                  <a:pt x="35683" y="35463"/>
                </a:lnTo>
                <a:lnTo>
                  <a:pt x="35975" y="35728"/>
                </a:lnTo>
                <a:lnTo>
                  <a:pt x="36267" y="36101"/>
                </a:lnTo>
                <a:lnTo>
                  <a:pt x="36559" y="36366"/>
                </a:lnTo>
                <a:lnTo>
                  <a:pt x="36793" y="36632"/>
                </a:lnTo>
                <a:lnTo>
                  <a:pt x="37085" y="37004"/>
                </a:lnTo>
                <a:lnTo>
                  <a:pt x="37377" y="37270"/>
                </a:lnTo>
                <a:lnTo>
                  <a:pt x="37669" y="37536"/>
                </a:lnTo>
                <a:lnTo>
                  <a:pt x="37961" y="37802"/>
                </a:lnTo>
                <a:lnTo>
                  <a:pt x="38253" y="38068"/>
                </a:lnTo>
                <a:lnTo>
                  <a:pt x="38486" y="38280"/>
                </a:lnTo>
                <a:lnTo>
                  <a:pt x="38778" y="38706"/>
                </a:lnTo>
                <a:lnTo>
                  <a:pt x="39187" y="38919"/>
                </a:lnTo>
                <a:lnTo>
                  <a:pt x="39362" y="39344"/>
                </a:lnTo>
                <a:lnTo>
                  <a:pt x="39654" y="39610"/>
                </a:lnTo>
                <a:lnTo>
                  <a:pt x="39946" y="39822"/>
                </a:lnTo>
                <a:lnTo>
                  <a:pt x="40180" y="40088"/>
                </a:lnTo>
                <a:lnTo>
                  <a:pt x="40472" y="40354"/>
                </a:lnTo>
                <a:lnTo>
                  <a:pt x="40764" y="40620"/>
                </a:lnTo>
                <a:lnTo>
                  <a:pt x="41056" y="40992"/>
                </a:lnTo>
                <a:lnTo>
                  <a:pt x="41465" y="41258"/>
                </a:lnTo>
                <a:lnTo>
                  <a:pt x="41757" y="41630"/>
                </a:lnTo>
                <a:lnTo>
                  <a:pt x="41874" y="41896"/>
                </a:lnTo>
                <a:lnTo>
                  <a:pt x="42166" y="42162"/>
                </a:lnTo>
                <a:lnTo>
                  <a:pt x="42458" y="42428"/>
                </a:lnTo>
                <a:lnTo>
                  <a:pt x="42750" y="42693"/>
                </a:lnTo>
                <a:lnTo>
                  <a:pt x="43042" y="43066"/>
                </a:lnTo>
                <a:lnTo>
                  <a:pt x="43450" y="43331"/>
                </a:lnTo>
                <a:lnTo>
                  <a:pt x="43742" y="43544"/>
                </a:lnTo>
                <a:lnTo>
                  <a:pt x="44034" y="43969"/>
                </a:lnTo>
                <a:lnTo>
                  <a:pt x="44268" y="44235"/>
                </a:lnTo>
                <a:lnTo>
                  <a:pt x="44443" y="44448"/>
                </a:lnTo>
                <a:lnTo>
                  <a:pt x="44735" y="44714"/>
                </a:lnTo>
                <a:lnTo>
                  <a:pt x="44969" y="44980"/>
                </a:lnTo>
                <a:lnTo>
                  <a:pt x="45436" y="45352"/>
                </a:lnTo>
                <a:lnTo>
                  <a:pt x="45728" y="45618"/>
                </a:lnTo>
                <a:lnTo>
                  <a:pt x="45962" y="45884"/>
                </a:lnTo>
                <a:lnTo>
                  <a:pt x="46254" y="46256"/>
                </a:lnTo>
                <a:lnTo>
                  <a:pt x="46546" y="46522"/>
                </a:lnTo>
                <a:lnTo>
                  <a:pt x="46838" y="46787"/>
                </a:lnTo>
                <a:lnTo>
                  <a:pt x="46954" y="47053"/>
                </a:lnTo>
                <a:lnTo>
                  <a:pt x="47246" y="47319"/>
                </a:lnTo>
                <a:lnTo>
                  <a:pt x="47655" y="47691"/>
                </a:lnTo>
                <a:lnTo>
                  <a:pt x="47947" y="47957"/>
                </a:lnTo>
                <a:lnTo>
                  <a:pt x="48239" y="48170"/>
                </a:lnTo>
                <a:lnTo>
                  <a:pt x="48531" y="48595"/>
                </a:lnTo>
                <a:lnTo>
                  <a:pt x="48823" y="48861"/>
                </a:lnTo>
                <a:lnTo>
                  <a:pt x="49057" y="49233"/>
                </a:lnTo>
                <a:lnTo>
                  <a:pt x="49349" y="49339"/>
                </a:lnTo>
                <a:lnTo>
                  <a:pt x="49641" y="49605"/>
                </a:lnTo>
                <a:lnTo>
                  <a:pt x="49933" y="49977"/>
                </a:lnTo>
                <a:lnTo>
                  <a:pt x="50225" y="50243"/>
                </a:lnTo>
                <a:lnTo>
                  <a:pt x="50517" y="50615"/>
                </a:lnTo>
                <a:lnTo>
                  <a:pt x="50751" y="50881"/>
                </a:lnTo>
                <a:lnTo>
                  <a:pt x="51043" y="51147"/>
                </a:lnTo>
                <a:lnTo>
                  <a:pt x="51335" y="51519"/>
                </a:lnTo>
                <a:lnTo>
                  <a:pt x="51743" y="51679"/>
                </a:lnTo>
                <a:lnTo>
                  <a:pt x="51919" y="52051"/>
                </a:lnTo>
                <a:lnTo>
                  <a:pt x="52211" y="52317"/>
                </a:lnTo>
                <a:lnTo>
                  <a:pt x="52444" y="52583"/>
                </a:lnTo>
                <a:lnTo>
                  <a:pt x="52736" y="52955"/>
                </a:lnTo>
                <a:lnTo>
                  <a:pt x="53028" y="53221"/>
                </a:lnTo>
                <a:lnTo>
                  <a:pt x="53320" y="53593"/>
                </a:lnTo>
                <a:lnTo>
                  <a:pt x="53612" y="53859"/>
                </a:lnTo>
                <a:lnTo>
                  <a:pt x="54021" y="53965"/>
                </a:lnTo>
                <a:lnTo>
                  <a:pt x="54313" y="54337"/>
                </a:lnTo>
                <a:lnTo>
                  <a:pt x="54430" y="54603"/>
                </a:lnTo>
                <a:lnTo>
                  <a:pt x="54722" y="54975"/>
                </a:lnTo>
                <a:lnTo>
                  <a:pt x="55014" y="55241"/>
                </a:lnTo>
                <a:lnTo>
                  <a:pt x="55306" y="55507"/>
                </a:lnTo>
                <a:lnTo>
                  <a:pt x="55598" y="55879"/>
                </a:lnTo>
                <a:lnTo>
                  <a:pt x="56007" y="56145"/>
                </a:lnTo>
                <a:lnTo>
                  <a:pt x="56299" y="56411"/>
                </a:lnTo>
                <a:lnTo>
                  <a:pt x="56532" y="56677"/>
                </a:lnTo>
                <a:lnTo>
                  <a:pt x="56824" y="56942"/>
                </a:lnTo>
              </a:path>
            </a:pathLst>
          </a:custGeom>
          <a:ln w="808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816815" y="2782148"/>
            <a:ext cx="56708" cy="59176"/>
          </a:xfrm>
          <a:custGeom>
            <a:avLst/>
            <a:gdLst/>
            <a:ahLst/>
            <a:cxnLst/>
            <a:rect l="l" t="t" r="r" b="b"/>
            <a:pathLst>
              <a:path w="56708" h="59176">
                <a:moveTo>
                  <a:pt x="0" y="0"/>
                </a:moveTo>
                <a:lnTo>
                  <a:pt x="175" y="372"/>
                </a:lnTo>
                <a:lnTo>
                  <a:pt x="467" y="638"/>
                </a:lnTo>
                <a:lnTo>
                  <a:pt x="700" y="1010"/>
                </a:lnTo>
                <a:lnTo>
                  <a:pt x="1168" y="1276"/>
                </a:lnTo>
                <a:lnTo>
                  <a:pt x="1401" y="1541"/>
                </a:lnTo>
                <a:lnTo>
                  <a:pt x="1693" y="1807"/>
                </a:lnTo>
                <a:lnTo>
                  <a:pt x="1985" y="2020"/>
                </a:lnTo>
                <a:lnTo>
                  <a:pt x="2277" y="2445"/>
                </a:lnTo>
                <a:lnTo>
                  <a:pt x="2569" y="2658"/>
                </a:lnTo>
                <a:lnTo>
                  <a:pt x="2686" y="2924"/>
                </a:lnTo>
                <a:lnTo>
                  <a:pt x="2978" y="3349"/>
                </a:lnTo>
                <a:lnTo>
                  <a:pt x="3387" y="3562"/>
                </a:lnTo>
                <a:lnTo>
                  <a:pt x="3679" y="3987"/>
                </a:lnTo>
                <a:lnTo>
                  <a:pt x="3971" y="4093"/>
                </a:lnTo>
                <a:lnTo>
                  <a:pt x="4263" y="4359"/>
                </a:lnTo>
                <a:lnTo>
                  <a:pt x="4555" y="4731"/>
                </a:lnTo>
                <a:lnTo>
                  <a:pt x="4788" y="4997"/>
                </a:lnTo>
                <a:lnTo>
                  <a:pt x="5080" y="5369"/>
                </a:lnTo>
                <a:lnTo>
                  <a:pt x="5372" y="5635"/>
                </a:lnTo>
                <a:lnTo>
                  <a:pt x="5664" y="5901"/>
                </a:lnTo>
                <a:lnTo>
                  <a:pt x="5956" y="6273"/>
                </a:lnTo>
                <a:lnTo>
                  <a:pt x="6248" y="6433"/>
                </a:lnTo>
                <a:lnTo>
                  <a:pt x="6482" y="6805"/>
                </a:lnTo>
                <a:lnTo>
                  <a:pt x="6774" y="7071"/>
                </a:lnTo>
                <a:lnTo>
                  <a:pt x="7066" y="7443"/>
                </a:lnTo>
                <a:lnTo>
                  <a:pt x="7475" y="7709"/>
                </a:lnTo>
                <a:lnTo>
                  <a:pt x="7650" y="7922"/>
                </a:lnTo>
                <a:lnTo>
                  <a:pt x="7942" y="8347"/>
                </a:lnTo>
                <a:lnTo>
                  <a:pt x="8176" y="8613"/>
                </a:lnTo>
                <a:lnTo>
                  <a:pt x="8468" y="8825"/>
                </a:lnTo>
                <a:lnTo>
                  <a:pt x="8760" y="9091"/>
                </a:lnTo>
                <a:lnTo>
                  <a:pt x="9052" y="9357"/>
                </a:lnTo>
                <a:lnTo>
                  <a:pt x="9344" y="9729"/>
                </a:lnTo>
                <a:lnTo>
                  <a:pt x="9753" y="9995"/>
                </a:lnTo>
                <a:lnTo>
                  <a:pt x="10045" y="10367"/>
                </a:lnTo>
                <a:lnTo>
                  <a:pt x="10161" y="10633"/>
                </a:lnTo>
                <a:lnTo>
                  <a:pt x="10453" y="10899"/>
                </a:lnTo>
                <a:lnTo>
                  <a:pt x="10745" y="11165"/>
                </a:lnTo>
                <a:lnTo>
                  <a:pt x="11037" y="11431"/>
                </a:lnTo>
                <a:lnTo>
                  <a:pt x="11271" y="11803"/>
                </a:lnTo>
                <a:lnTo>
                  <a:pt x="11738" y="12069"/>
                </a:lnTo>
                <a:lnTo>
                  <a:pt x="12030" y="12441"/>
                </a:lnTo>
                <a:lnTo>
                  <a:pt x="12264" y="12707"/>
                </a:lnTo>
                <a:lnTo>
                  <a:pt x="12556" y="12973"/>
                </a:lnTo>
                <a:lnTo>
                  <a:pt x="12731" y="13238"/>
                </a:lnTo>
                <a:lnTo>
                  <a:pt x="12965" y="13451"/>
                </a:lnTo>
                <a:lnTo>
                  <a:pt x="13257" y="13876"/>
                </a:lnTo>
                <a:lnTo>
                  <a:pt x="13724" y="14089"/>
                </a:lnTo>
                <a:lnTo>
                  <a:pt x="13958" y="14514"/>
                </a:lnTo>
                <a:lnTo>
                  <a:pt x="14250" y="14780"/>
                </a:lnTo>
                <a:lnTo>
                  <a:pt x="14542" y="14993"/>
                </a:lnTo>
                <a:lnTo>
                  <a:pt x="14834" y="15418"/>
                </a:lnTo>
                <a:lnTo>
                  <a:pt x="15126" y="15525"/>
                </a:lnTo>
                <a:lnTo>
                  <a:pt x="15242" y="15897"/>
                </a:lnTo>
                <a:lnTo>
                  <a:pt x="15534" y="16163"/>
                </a:lnTo>
                <a:lnTo>
                  <a:pt x="15943" y="16535"/>
                </a:lnTo>
                <a:lnTo>
                  <a:pt x="16235" y="16801"/>
                </a:lnTo>
                <a:lnTo>
                  <a:pt x="16527" y="17066"/>
                </a:lnTo>
                <a:lnTo>
                  <a:pt x="16819" y="17439"/>
                </a:lnTo>
                <a:lnTo>
                  <a:pt x="17053" y="17704"/>
                </a:lnTo>
                <a:lnTo>
                  <a:pt x="17345" y="17970"/>
                </a:lnTo>
                <a:lnTo>
                  <a:pt x="17637" y="18236"/>
                </a:lnTo>
                <a:lnTo>
                  <a:pt x="17929" y="18502"/>
                </a:lnTo>
                <a:lnTo>
                  <a:pt x="18221" y="18874"/>
                </a:lnTo>
                <a:lnTo>
                  <a:pt x="18513" y="19140"/>
                </a:lnTo>
                <a:lnTo>
                  <a:pt x="18746" y="19512"/>
                </a:lnTo>
                <a:lnTo>
                  <a:pt x="19038" y="19778"/>
                </a:lnTo>
                <a:lnTo>
                  <a:pt x="19330" y="20150"/>
                </a:lnTo>
                <a:lnTo>
                  <a:pt x="19622" y="20257"/>
                </a:lnTo>
                <a:lnTo>
                  <a:pt x="20031" y="20682"/>
                </a:lnTo>
                <a:lnTo>
                  <a:pt x="20323" y="20948"/>
                </a:lnTo>
                <a:lnTo>
                  <a:pt x="20440" y="21160"/>
                </a:lnTo>
                <a:lnTo>
                  <a:pt x="20732" y="21586"/>
                </a:lnTo>
                <a:lnTo>
                  <a:pt x="21024" y="21798"/>
                </a:lnTo>
                <a:lnTo>
                  <a:pt x="21316" y="22224"/>
                </a:lnTo>
                <a:lnTo>
                  <a:pt x="21608" y="22436"/>
                </a:lnTo>
                <a:lnTo>
                  <a:pt x="21900" y="22702"/>
                </a:lnTo>
                <a:lnTo>
                  <a:pt x="22309" y="22968"/>
                </a:lnTo>
                <a:lnTo>
                  <a:pt x="22601" y="23234"/>
                </a:lnTo>
                <a:lnTo>
                  <a:pt x="22718" y="23606"/>
                </a:lnTo>
                <a:lnTo>
                  <a:pt x="23010" y="23872"/>
                </a:lnTo>
                <a:lnTo>
                  <a:pt x="23302" y="24244"/>
                </a:lnTo>
                <a:lnTo>
                  <a:pt x="23594" y="24510"/>
                </a:lnTo>
                <a:lnTo>
                  <a:pt x="23827" y="24882"/>
                </a:lnTo>
                <a:lnTo>
                  <a:pt x="24295" y="25042"/>
                </a:lnTo>
                <a:lnTo>
                  <a:pt x="24528" y="25307"/>
                </a:lnTo>
                <a:lnTo>
                  <a:pt x="24820" y="25680"/>
                </a:lnTo>
                <a:lnTo>
                  <a:pt x="25112" y="25946"/>
                </a:lnTo>
                <a:lnTo>
                  <a:pt x="25287" y="26318"/>
                </a:lnTo>
                <a:lnTo>
                  <a:pt x="25521" y="26584"/>
                </a:lnTo>
                <a:lnTo>
                  <a:pt x="25813" y="26956"/>
                </a:lnTo>
                <a:lnTo>
                  <a:pt x="26222" y="27222"/>
                </a:lnTo>
                <a:lnTo>
                  <a:pt x="26514" y="27487"/>
                </a:lnTo>
                <a:lnTo>
                  <a:pt x="26806" y="27753"/>
                </a:lnTo>
                <a:lnTo>
                  <a:pt x="27098" y="27966"/>
                </a:lnTo>
                <a:lnTo>
                  <a:pt x="27390" y="28391"/>
                </a:lnTo>
                <a:lnTo>
                  <a:pt x="27682" y="28604"/>
                </a:lnTo>
                <a:lnTo>
                  <a:pt x="27799" y="29029"/>
                </a:lnTo>
                <a:lnTo>
                  <a:pt x="28091" y="29295"/>
                </a:lnTo>
                <a:lnTo>
                  <a:pt x="28500" y="29508"/>
                </a:lnTo>
                <a:lnTo>
                  <a:pt x="28792" y="29774"/>
                </a:lnTo>
                <a:lnTo>
                  <a:pt x="29084" y="30039"/>
                </a:lnTo>
                <a:lnTo>
                  <a:pt x="29376" y="30412"/>
                </a:lnTo>
                <a:lnTo>
                  <a:pt x="29609" y="30677"/>
                </a:lnTo>
                <a:lnTo>
                  <a:pt x="29901" y="31050"/>
                </a:lnTo>
                <a:lnTo>
                  <a:pt x="30193" y="31315"/>
                </a:lnTo>
                <a:lnTo>
                  <a:pt x="30485" y="31688"/>
                </a:lnTo>
                <a:lnTo>
                  <a:pt x="30777" y="31847"/>
                </a:lnTo>
                <a:lnTo>
                  <a:pt x="31069" y="32219"/>
                </a:lnTo>
                <a:lnTo>
                  <a:pt x="31303" y="32485"/>
                </a:lnTo>
                <a:lnTo>
                  <a:pt x="31595" y="32751"/>
                </a:lnTo>
                <a:lnTo>
                  <a:pt x="31887" y="33123"/>
                </a:lnTo>
                <a:lnTo>
                  <a:pt x="32179" y="33389"/>
                </a:lnTo>
                <a:lnTo>
                  <a:pt x="32588" y="33761"/>
                </a:lnTo>
                <a:lnTo>
                  <a:pt x="32880" y="34027"/>
                </a:lnTo>
                <a:lnTo>
                  <a:pt x="32996" y="34293"/>
                </a:lnTo>
                <a:lnTo>
                  <a:pt x="33288" y="34559"/>
                </a:lnTo>
                <a:lnTo>
                  <a:pt x="33580" y="34931"/>
                </a:lnTo>
                <a:lnTo>
                  <a:pt x="33872" y="35197"/>
                </a:lnTo>
                <a:lnTo>
                  <a:pt x="34165" y="35409"/>
                </a:lnTo>
                <a:lnTo>
                  <a:pt x="34398" y="35835"/>
                </a:lnTo>
                <a:lnTo>
                  <a:pt x="34865" y="36101"/>
                </a:lnTo>
                <a:lnTo>
                  <a:pt x="35157" y="36473"/>
                </a:lnTo>
                <a:lnTo>
                  <a:pt x="35391" y="36579"/>
                </a:lnTo>
                <a:lnTo>
                  <a:pt x="35566" y="36951"/>
                </a:lnTo>
                <a:lnTo>
                  <a:pt x="35858" y="37217"/>
                </a:lnTo>
                <a:lnTo>
                  <a:pt x="36092" y="37642"/>
                </a:lnTo>
                <a:lnTo>
                  <a:pt x="36384" y="37855"/>
                </a:lnTo>
                <a:lnTo>
                  <a:pt x="36851" y="38280"/>
                </a:lnTo>
                <a:lnTo>
                  <a:pt x="37085" y="38493"/>
                </a:lnTo>
                <a:lnTo>
                  <a:pt x="37377" y="38759"/>
                </a:lnTo>
                <a:lnTo>
                  <a:pt x="37669" y="39025"/>
                </a:lnTo>
                <a:lnTo>
                  <a:pt x="37961" y="39291"/>
                </a:lnTo>
                <a:lnTo>
                  <a:pt x="38077" y="39663"/>
                </a:lnTo>
                <a:lnTo>
                  <a:pt x="38369" y="39929"/>
                </a:lnTo>
                <a:lnTo>
                  <a:pt x="38778" y="40301"/>
                </a:lnTo>
                <a:lnTo>
                  <a:pt x="39070" y="40567"/>
                </a:lnTo>
                <a:lnTo>
                  <a:pt x="39362" y="40939"/>
                </a:lnTo>
                <a:lnTo>
                  <a:pt x="39654" y="41205"/>
                </a:lnTo>
                <a:lnTo>
                  <a:pt x="39946" y="41471"/>
                </a:lnTo>
                <a:lnTo>
                  <a:pt x="40180" y="41736"/>
                </a:lnTo>
                <a:lnTo>
                  <a:pt x="40355" y="42002"/>
                </a:lnTo>
                <a:lnTo>
                  <a:pt x="40647" y="42374"/>
                </a:lnTo>
                <a:lnTo>
                  <a:pt x="41056" y="42640"/>
                </a:lnTo>
                <a:lnTo>
                  <a:pt x="41348" y="43012"/>
                </a:lnTo>
                <a:lnTo>
                  <a:pt x="41640" y="43278"/>
                </a:lnTo>
                <a:lnTo>
                  <a:pt x="41874" y="43544"/>
                </a:lnTo>
                <a:lnTo>
                  <a:pt x="42166" y="43810"/>
                </a:lnTo>
                <a:lnTo>
                  <a:pt x="42458" y="44182"/>
                </a:lnTo>
                <a:lnTo>
                  <a:pt x="42750" y="44448"/>
                </a:lnTo>
                <a:lnTo>
                  <a:pt x="43042" y="44820"/>
                </a:lnTo>
                <a:lnTo>
                  <a:pt x="43334" y="45086"/>
                </a:lnTo>
                <a:lnTo>
                  <a:pt x="43567" y="45352"/>
                </a:lnTo>
                <a:lnTo>
                  <a:pt x="43859" y="45724"/>
                </a:lnTo>
                <a:lnTo>
                  <a:pt x="44151" y="45830"/>
                </a:lnTo>
                <a:lnTo>
                  <a:pt x="44443" y="46203"/>
                </a:lnTo>
                <a:lnTo>
                  <a:pt x="44735" y="46468"/>
                </a:lnTo>
                <a:lnTo>
                  <a:pt x="45027" y="46894"/>
                </a:lnTo>
                <a:lnTo>
                  <a:pt x="45436" y="47106"/>
                </a:lnTo>
                <a:lnTo>
                  <a:pt x="45553" y="47532"/>
                </a:lnTo>
                <a:lnTo>
                  <a:pt x="45845" y="47744"/>
                </a:lnTo>
                <a:lnTo>
                  <a:pt x="46137" y="48170"/>
                </a:lnTo>
                <a:lnTo>
                  <a:pt x="46429" y="48276"/>
                </a:lnTo>
                <a:lnTo>
                  <a:pt x="46721" y="48542"/>
                </a:lnTo>
                <a:lnTo>
                  <a:pt x="46954" y="48914"/>
                </a:lnTo>
                <a:lnTo>
                  <a:pt x="47422" y="49180"/>
                </a:lnTo>
                <a:lnTo>
                  <a:pt x="47655" y="49552"/>
                </a:lnTo>
                <a:lnTo>
                  <a:pt x="47947" y="49818"/>
                </a:lnTo>
                <a:lnTo>
                  <a:pt x="48123" y="50190"/>
                </a:lnTo>
                <a:lnTo>
                  <a:pt x="48415" y="50456"/>
                </a:lnTo>
                <a:lnTo>
                  <a:pt x="48648" y="50722"/>
                </a:lnTo>
                <a:lnTo>
                  <a:pt x="48940" y="50988"/>
                </a:lnTo>
                <a:lnTo>
                  <a:pt x="49349" y="51360"/>
                </a:lnTo>
                <a:lnTo>
                  <a:pt x="49641" y="51626"/>
                </a:lnTo>
                <a:lnTo>
                  <a:pt x="49933" y="51998"/>
                </a:lnTo>
                <a:lnTo>
                  <a:pt x="50225" y="52264"/>
                </a:lnTo>
                <a:lnTo>
                  <a:pt x="50517" y="52636"/>
                </a:lnTo>
                <a:lnTo>
                  <a:pt x="50634" y="52795"/>
                </a:lnTo>
                <a:lnTo>
                  <a:pt x="50926" y="53008"/>
                </a:lnTo>
                <a:lnTo>
                  <a:pt x="51218" y="53433"/>
                </a:lnTo>
                <a:lnTo>
                  <a:pt x="51627" y="53699"/>
                </a:lnTo>
                <a:lnTo>
                  <a:pt x="51919" y="54071"/>
                </a:lnTo>
                <a:lnTo>
                  <a:pt x="52211" y="54337"/>
                </a:lnTo>
                <a:lnTo>
                  <a:pt x="52503" y="54709"/>
                </a:lnTo>
                <a:lnTo>
                  <a:pt x="52736" y="54975"/>
                </a:lnTo>
                <a:lnTo>
                  <a:pt x="53028" y="55241"/>
                </a:lnTo>
                <a:lnTo>
                  <a:pt x="53203" y="55454"/>
                </a:lnTo>
                <a:lnTo>
                  <a:pt x="53612" y="55879"/>
                </a:lnTo>
                <a:lnTo>
                  <a:pt x="53904" y="56092"/>
                </a:lnTo>
                <a:lnTo>
                  <a:pt x="54196" y="56517"/>
                </a:lnTo>
                <a:lnTo>
                  <a:pt x="54430" y="56783"/>
                </a:lnTo>
                <a:lnTo>
                  <a:pt x="54722" y="57155"/>
                </a:lnTo>
                <a:lnTo>
                  <a:pt x="55014" y="57421"/>
                </a:lnTo>
                <a:lnTo>
                  <a:pt x="55306" y="57527"/>
                </a:lnTo>
                <a:lnTo>
                  <a:pt x="55598" y="57900"/>
                </a:lnTo>
                <a:lnTo>
                  <a:pt x="55890" y="58165"/>
                </a:lnTo>
                <a:lnTo>
                  <a:pt x="56124" y="58538"/>
                </a:lnTo>
                <a:lnTo>
                  <a:pt x="56416" y="58803"/>
                </a:lnTo>
                <a:lnTo>
                  <a:pt x="56708" y="59176"/>
                </a:lnTo>
              </a:path>
            </a:pathLst>
          </a:custGeom>
          <a:ln w="80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873523" y="2841324"/>
            <a:ext cx="56708" cy="60239"/>
          </a:xfrm>
          <a:custGeom>
            <a:avLst/>
            <a:gdLst/>
            <a:ahLst/>
            <a:cxnLst/>
            <a:rect l="l" t="t" r="r" b="b"/>
            <a:pathLst>
              <a:path w="56708" h="60239">
                <a:moveTo>
                  <a:pt x="0" y="0"/>
                </a:moveTo>
                <a:lnTo>
                  <a:pt x="292" y="265"/>
                </a:lnTo>
                <a:lnTo>
                  <a:pt x="584" y="691"/>
                </a:lnTo>
                <a:lnTo>
                  <a:pt x="817" y="797"/>
                </a:lnTo>
                <a:lnTo>
                  <a:pt x="1284" y="1169"/>
                </a:lnTo>
                <a:lnTo>
                  <a:pt x="1401" y="1435"/>
                </a:lnTo>
                <a:lnTo>
                  <a:pt x="1693" y="1807"/>
                </a:lnTo>
                <a:lnTo>
                  <a:pt x="1985" y="2073"/>
                </a:lnTo>
                <a:lnTo>
                  <a:pt x="2277" y="2445"/>
                </a:lnTo>
                <a:lnTo>
                  <a:pt x="2511" y="2711"/>
                </a:lnTo>
                <a:lnTo>
                  <a:pt x="2803" y="2977"/>
                </a:lnTo>
                <a:lnTo>
                  <a:pt x="3270" y="3243"/>
                </a:lnTo>
                <a:lnTo>
                  <a:pt x="3504" y="3509"/>
                </a:lnTo>
                <a:lnTo>
                  <a:pt x="3796" y="3881"/>
                </a:lnTo>
                <a:lnTo>
                  <a:pt x="3971" y="4147"/>
                </a:lnTo>
                <a:lnTo>
                  <a:pt x="4204" y="4519"/>
                </a:lnTo>
                <a:lnTo>
                  <a:pt x="4496" y="4785"/>
                </a:lnTo>
                <a:lnTo>
                  <a:pt x="4788" y="5157"/>
                </a:lnTo>
                <a:lnTo>
                  <a:pt x="5197" y="5263"/>
                </a:lnTo>
                <a:lnTo>
                  <a:pt x="5489" y="5688"/>
                </a:lnTo>
                <a:lnTo>
                  <a:pt x="5781" y="5954"/>
                </a:lnTo>
                <a:lnTo>
                  <a:pt x="6073" y="6326"/>
                </a:lnTo>
                <a:lnTo>
                  <a:pt x="6365" y="6592"/>
                </a:lnTo>
                <a:lnTo>
                  <a:pt x="6482" y="6965"/>
                </a:lnTo>
                <a:lnTo>
                  <a:pt x="6774" y="7230"/>
                </a:lnTo>
                <a:lnTo>
                  <a:pt x="7066" y="7603"/>
                </a:lnTo>
                <a:lnTo>
                  <a:pt x="7475" y="7709"/>
                </a:lnTo>
                <a:lnTo>
                  <a:pt x="7767" y="8134"/>
                </a:lnTo>
                <a:lnTo>
                  <a:pt x="8059" y="8347"/>
                </a:lnTo>
                <a:lnTo>
                  <a:pt x="8293" y="8772"/>
                </a:lnTo>
                <a:lnTo>
                  <a:pt x="8585" y="9038"/>
                </a:lnTo>
                <a:lnTo>
                  <a:pt x="8877" y="9251"/>
                </a:lnTo>
                <a:lnTo>
                  <a:pt x="9052" y="9676"/>
                </a:lnTo>
                <a:lnTo>
                  <a:pt x="9461" y="9889"/>
                </a:lnTo>
                <a:lnTo>
                  <a:pt x="9753" y="10155"/>
                </a:lnTo>
                <a:lnTo>
                  <a:pt x="9986" y="10420"/>
                </a:lnTo>
                <a:lnTo>
                  <a:pt x="10278" y="10793"/>
                </a:lnTo>
                <a:lnTo>
                  <a:pt x="10570" y="11058"/>
                </a:lnTo>
                <a:lnTo>
                  <a:pt x="10862" y="11431"/>
                </a:lnTo>
                <a:lnTo>
                  <a:pt x="11154" y="11696"/>
                </a:lnTo>
                <a:lnTo>
                  <a:pt x="11446" y="12122"/>
                </a:lnTo>
                <a:lnTo>
                  <a:pt x="11680" y="12228"/>
                </a:lnTo>
                <a:lnTo>
                  <a:pt x="11972" y="12600"/>
                </a:lnTo>
                <a:lnTo>
                  <a:pt x="12264" y="12866"/>
                </a:lnTo>
                <a:lnTo>
                  <a:pt x="12556" y="13238"/>
                </a:lnTo>
                <a:lnTo>
                  <a:pt x="12848" y="13504"/>
                </a:lnTo>
                <a:lnTo>
                  <a:pt x="13140" y="13876"/>
                </a:lnTo>
                <a:lnTo>
                  <a:pt x="13373" y="14142"/>
                </a:lnTo>
                <a:lnTo>
                  <a:pt x="13841" y="14514"/>
                </a:lnTo>
                <a:lnTo>
                  <a:pt x="13958" y="14674"/>
                </a:lnTo>
                <a:lnTo>
                  <a:pt x="14250" y="15046"/>
                </a:lnTo>
                <a:lnTo>
                  <a:pt x="14542" y="15312"/>
                </a:lnTo>
                <a:lnTo>
                  <a:pt x="14834" y="15684"/>
                </a:lnTo>
                <a:lnTo>
                  <a:pt x="15067" y="15950"/>
                </a:lnTo>
                <a:lnTo>
                  <a:pt x="15359" y="16322"/>
                </a:lnTo>
                <a:lnTo>
                  <a:pt x="15768" y="16588"/>
                </a:lnTo>
                <a:lnTo>
                  <a:pt x="16060" y="16854"/>
                </a:lnTo>
                <a:lnTo>
                  <a:pt x="16352" y="17120"/>
                </a:lnTo>
                <a:lnTo>
                  <a:pt x="16527" y="17385"/>
                </a:lnTo>
                <a:lnTo>
                  <a:pt x="16761" y="17758"/>
                </a:lnTo>
                <a:lnTo>
                  <a:pt x="17053" y="18023"/>
                </a:lnTo>
                <a:lnTo>
                  <a:pt x="17345" y="18396"/>
                </a:lnTo>
                <a:lnTo>
                  <a:pt x="17754" y="18661"/>
                </a:lnTo>
                <a:lnTo>
                  <a:pt x="18046" y="19034"/>
                </a:lnTo>
                <a:lnTo>
                  <a:pt x="18338" y="19300"/>
                </a:lnTo>
                <a:lnTo>
                  <a:pt x="18630" y="19565"/>
                </a:lnTo>
                <a:lnTo>
                  <a:pt x="18922" y="19778"/>
                </a:lnTo>
                <a:lnTo>
                  <a:pt x="19038" y="20203"/>
                </a:lnTo>
                <a:lnTo>
                  <a:pt x="19330" y="20469"/>
                </a:lnTo>
                <a:lnTo>
                  <a:pt x="19622" y="20841"/>
                </a:lnTo>
                <a:lnTo>
                  <a:pt x="20031" y="21107"/>
                </a:lnTo>
                <a:lnTo>
                  <a:pt x="20323" y="21479"/>
                </a:lnTo>
                <a:lnTo>
                  <a:pt x="20615" y="21586"/>
                </a:lnTo>
                <a:lnTo>
                  <a:pt x="20849" y="22011"/>
                </a:lnTo>
                <a:lnTo>
                  <a:pt x="21141" y="22224"/>
                </a:lnTo>
                <a:lnTo>
                  <a:pt x="21433" y="22649"/>
                </a:lnTo>
                <a:lnTo>
                  <a:pt x="21550" y="22862"/>
                </a:lnTo>
                <a:lnTo>
                  <a:pt x="22017" y="23287"/>
                </a:lnTo>
                <a:lnTo>
                  <a:pt x="22309" y="23553"/>
                </a:lnTo>
                <a:lnTo>
                  <a:pt x="22543" y="23925"/>
                </a:lnTo>
                <a:lnTo>
                  <a:pt x="22835" y="24031"/>
                </a:lnTo>
                <a:lnTo>
                  <a:pt x="23127" y="24404"/>
                </a:lnTo>
                <a:lnTo>
                  <a:pt x="23419" y="24669"/>
                </a:lnTo>
                <a:lnTo>
                  <a:pt x="23711" y="25095"/>
                </a:lnTo>
                <a:lnTo>
                  <a:pt x="24003" y="25307"/>
                </a:lnTo>
                <a:lnTo>
                  <a:pt x="24236" y="25733"/>
                </a:lnTo>
                <a:lnTo>
                  <a:pt x="24528" y="25946"/>
                </a:lnTo>
                <a:lnTo>
                  <a:pt x="24820" y="26211"/>
                </a:lnTo>
                <a:lnTo>
                  <a:pt x="25112" y="26477"/>
                </a:lnTo>
                <a:lnTo>
                  <a:pt x="25404" y="26849"/>
                </a:lnTo>
                <a:lnTo>
                  <a:pt x="25638" y="27115"/>
                </a:lnTo>
                <a:lnTo>
                  <a:pt x="25930" y="27381"/>
                </a:lnTo>
                <a:lnTo>
                  <a:pt x="26397" y="27753"/>
                </a:lnTo>
                <a:lnTo>
                  <a:pt x="26514" y="28019"/>
                </a:lnTo>
                <a:lnTo>
                  <a:pt x="26806" y="28391"/>
                </a:lnTo>
                <a:lnTo>
                  <a:pt x="27098" y="28551"/>
                </a:lnTo>
                <a:lnTo>
                  <a:pt x="27332" y="28923"/>
                </a:lnTo>
                <a:lnTo>
                  <a:pt x="27624" y="29189"/>
                </a:lnTo>
                <a:lnTo>
                  <a:pt x="27916" y="29561"/>
                </a:lnTo>
                <a:lnTo>
                  <a:pt x="28324" y="29827"/>
                </a:lnTo>
                <a:lnTo>
                  <a:pt x="28616" y="30199"/>
                </a:lnTo>
                <a:lnTo>
                  <a:pt x="28908" y="30465"/>
                </a:lnTo>
                <a:lnTo>
                  <a:pt x="29025" y="30837"/>
                </a:lnTo>
                <a:lnTo>
                  <a:pt x="29317" y="30996"/>
                </a:lnTo>
                <a:lnTo>
                  <a:pt x="29609" y="31369"/>
                </a:lnTo>
                <a:lnTo>
                  <a:pt x="29901" y="31634"/>
                </a:lnTo>
                <a:lnTo>
                  <a:pt x="30310" y="32007"/>
                </a:lnTo>
                <a:lnTo>
                  <a:pt x="30602" y="32273"/>
                </a:lnTo>
                <a:lnTo>
                  <a:pt x="30894" y="32645"/>
                </a:lnTo>
                <a:lnTo>
                  <a:pt x="31186" y="32911"/>
                </a:lnTo>
                <a:lnTo>
                  <a:pt x="31420" y="33176"/>
                </a:lnTo>
                <a:lnTo>
                  <a:pt x="31595" y="33442"/>
                </a:lnTo>
                <a:lnTo>
                  <a:pt x="31887" y="33814"/>
                </a:lnTo>
                <a:lnTo>
                  <a:pt x="32179" y="34080"/>
                </a:lnTo>
                <a:lnTo>
                  <a:pt x="32588" y="34452"/>
                </a:lnTo>
                <a:lnTo>
                  <a:pt x="32880" y="34718"/>
                </a:lnTo>
                <a:lnTo>
                  <a:pt x="33113" y="35090"/>
                </a:lnTo>
                <a:lnTo>
                  <a:pt x="33405" y="35356"/>
                </a:lnTo>
                <a:lnTo>
                  <a:pt x="33697" y="35622"/>
                </a:lnTo>
                <a:lnTo>
                  <a:pt x="33989" y="35835"/>
                </a:lnTo>
                <a:lnTo>
                  <a:pt x="34106" y="36260"/>
                </a:lnTo>
                <a:lnTo>
                  <a:pt x="34573" y="36526"/>
                </a:lnTo>
                <a:lnTo>
                  <a:pt x="34807" y="36898"/>
                </a:lnTo>
                <a:lnTo>
                  <a:pt x="35099" y="37164"/>
                </a:lnTo>
                <a:lnTo>
                  <a:pt x="35391" y="37536"/>
                </a:lnTo>
                <a:lnTo>
                  <a:pt x="35683" y="37802"/>
                </a:lnTo>
                <a:lnTo>
                  <a:pt x="35975" y="38068"/>
                </a:lnTo>
                <a:lnTo>
                  <a:pt x="36267" y="38280"/>
                </a:lnTo>
                <a:lnTo>
                  <a:pt x="36501" y="38706"/>
                </a:lnTo>
                <a:lnTo>
                  <a:pt x="36793" y="38919"/>
                </a:lnTo>
                <a:lnTo>
                  <a:pt x="37085" y="39344"/>
                </a:lnTo>
                <a:lnTo>
                  <a:pt x="37377" y="39610"/>
                </a:lnTo>
                <a:lnTo>
                  <a:pt x="37669" y="39982"/>
                </a:lnTo>
                <a:lnTo>
                  <a:pt x="37961" y="40248"/>
                </a:lnTo>
                <a:lnTo>
                  <a:pt x="38194" y="40460"/>
                </a:lnTo>
                <a:lnTo>
                  <a:pt x="38486" y="40726"/>
                </a:lnTo>
                <a:lnTo>
                  <a:pt x="38895" y="41152"/>
                </a:lnTo>
                <a:lnTo>
                  <a:pt x="39070" y="41364"/>
                </a:lnTo>
                <a:lnTo>
                  <a:pt x="39362" y="41790"/>
                </a:lnTo>
                <a:lnTo>
                  <a:pt x="39654" y="42002"/>
                </a:lnTo>
                <a:lnTo>
                  <a:pt x="39888" y="42428"/>
                </a:lnTo>
                <a:lnTo>
                  <a:pt x="40180" y="42534"/>
                </a:lnTo>
                <a:lnTo>
                  <a:pt x="40472" y="42906"/>
                </a:lnTo>
                <a:lnTo>
                  <a:pt x="40881" y="43172"/>
                </a:lnTo>
                <a:lnTo>
                  <a:pt x="41173" y="43544"/>
                </a:lnTo>
                <a:lnTo>
                  <a:pt x="41465" y="43810"/>
                </a:lnTo>
                <a:lnTo>
                  <a:pt x="41582" y="44235"/>
                </a:lnTo>
                <a:lnTo>
                  <a:pt x="41874" y="44448"/>
                </a:lnTo>
                <a:lnTo>
                  <a:pt x="42166" y="44873"/>
                </a:lnTo>
                <a:lnTo>
                  <a:pt x="42458" y="44980"/>
                </a:lnTo>
                <a:lnTo>
                  <a:pt x="42866" y="45352"/>
                </a:lnTo>
                <a:lnTo>
                  <a:pt x="43158" y="45618"/>
                </a:lnTo>
                <a:lnTo>
                  <a:pt x="43450" y="45990"/>
                </a:lnTo>
                <a:lnTo>
                  <a:pt x="43742" y="46256"/>
                </a:lnTo>
                <a:lnTo>
                  <a:pt x="43976" y="46628"/>
                </a:lnTo>
                <a:lnTo>
                  <a:pt x="44151" y="46894"/>
                </a:lnTo>
                <a:lnTo>
                  <a:pt x="44443" y="47160"/>
                </a:lnTo>
                <a:lnTo>
                  <a:pt x="44677" y="47425"/>
                </a:lnTo>
                <a:lnTo>
                  <a:pt x="45144" y="47798"/>
                </a:lnTo>
                <a:lnTo>
                  <a:pt x="45436" y="48063"/>
                </a:lnTo>
                <a:lnTo>
                  <a:pt x="45670" y="48436"/>
                </a:lnTo>
                <a:lnTo>
                  <a:pt x="45962" y="48701"/>
                </a:lnTo>
                <a:lnTo>
                  <a:pt x="46254" y="49074"/>
                </a:lnTo>
                <a:lnTo>
                  <a:pt x="46546" y="49339"/>
                </a:lnTo>
                <a:lnTo>
                  <a:pt x="46662" y="49605"/>
                </a:lnTo>
                <a:lnTo>
                  <a:pt x="47130" y="49871"/>
                </a:lnTo>
                <a:lnTo>
                  <a:pt x="47363" y="50243"/>
                </a:lnTo>
                <a:lnTo>
                  <a:pt x="47655" y="50509"/>
                </a:lnTo>
                <a:lnTo>
                  <a:pt x="47947" y="50881"/>
                </a:lnTo>
                <a:lnTo>
                  <a:pt x="48239" y="51147"/>
                </a:lnTo>
                <a:lnTo>
                  <a:pt x="48531" y="51519"/>
                </a:lnTo>
                <a:lnTo>
                  <a:pt x="48765" y="51785"/>
                </a:lnTo>
                <a:lnTo>
                  <a:pt x="49057" y="52051"/>
                </a:lnTo>
                <a:lnTo>
                  <a:pt x="49349" y="52317"/>
                </a:lnTo>
                <a:lnTo>
                  <a:pt x="49641" y="52583"/>
                </a:lnTo>
                <a:lnTo>
                  <a:pt x="49933" y="52955"/>
                </a:lnTo>
                <a:lnTo>
                  <a:pt x="50225" y="53221"/>
                </a:lnTo>
                <a:lnTo>
                  <a:pt x="50459" y="53593"/>
                </a:lnTo>
                <a:lnTo>
                  <a:pt x="50751" y="53859"/>
                </a:lnTo>
                <a:lnTo>
                  <a:pt x="51043" y="54231"/>
                </a:lnTo>
                <a:lnTo>
                  <a:pt x="51451" y="54337"/>
                </a:lnTo>
                <a:lnTo>
                  <a:pt x="51627" y="54763"/>
                </a:lnTo>
                <a:lnTo>
                  <a:pt x="51919" y="54975"/>
                </a:lnTo>
                <a:lnTo>
                  <a:pt x="52152" y="55401"/>
                </a:lnTo>
                <a:lnTo>
                  <a:pt x="52444" y="55666"/>
                </a:lnTo>
                <a:lnTo>
                  <a:pt x="52736" y="56039"/>
                </a:lnTo>
                <a:lnTo>
                  <a:pt x="53028" y="56304"/>
                </a:lnTo>
                <a:lnTo>
                  <a:pt x="53437" y="56517"/>
                </a:lnTo>
                <a:lnTo>
                  <a:pt x="53729" y="56783"/>
                </a:lnTo>
                <a:lnTo>
                  <a:pt x="54021" y="57208"/>
                </a:lnTo>
                <a:lnTo>
                  <a:pt x="54138" y="57421"/>
                </a:lnTo>
                <a:lnTo>
                  <a:pt x="54430" y="57846"/>
                </a:lnTo>
                <a:lnTo>
                  <a:pt x="54722" y="58059"/>
                </a:lnTo>
                <a:lnTo>
                  <a:pt x="55014" y="58484"/>
                </a:lnTo>
                <a:lnTo>
                  <a:pt x="55423" y="58697"/>
                </a:lnTo>
                <a:lnTo>
                  <a:pt x="55715" y="58963"/>
                </a:lnTo>
                <a:lnTo>
                  <a:pt x="56007" y="59229"/>
                </a:lnTo>
                <a:lnTo>
                  <a:pt x="56240" y="59601"/>
                </a:lnTo>
                <a:lnTo>
                  <a:pt x="56532" y="59867"/>
                </a:lnTo>
                <a:lnTo>
                  <a:pt x="56708" y="60239"/>
                </a:lnTo>
              </a:path>
            </a:pathLst>
          </a:custGeom>
          <a:ln w="810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930231" y="2901564"/>
            <a:ext cx="14366" cy="15206"/>
          </a:xfrm>
          <a:custGeom>
            <a:avLst/>
            <a:gdLst/>
            <a:ahLst/>
            <a:cxnLst/>
            <a:rect l="l" t="t" r="r" b="b"/>
            <a:pathLst>
              <a:path w="14366" h="15206">
                <a:moveTo>
                  <a:pt x="0" y="0"/>
                </a:moveTo>
                <a:lnTo>
                  <a:pt x="292" y="265"/>
                </a:lnTo>
                <a:lnTo>
                  <a:pt x="525" y="691"/>
                </a:lnTo>
                <a:lnTo>
                  <a:pt x="992" y="903"/>
                </a:lnTo>
                <a:lnTo>
                  <a:pt x="1226" y="1169"/>
                </a:lnTo>
                <a:lnTo>
                  <a:pt x="1518" y="1435"/>
                </a:lnTo>
                <a:lnTo>
                  <a:pt x="1810" y="1807"/>
                </a:lnTo>
                <a:lnTo>
                  <a:pt x="2102" y="2073"/>
                </a:lnTo>
                <a:lnTo>
                  <a:pt x="2394" y="2445"/>
                </a:lnTo>
                <a:lnTo>
                  <a:pt x="2511" y="2711"/>
                </a:lnTo>
                <a:lnTo>
                  <a:pt x="2920" y="3083"/>
                </a:lnTo>
                <a:lnTo>
                  <a:pt x="3212" y="3243"/>
                </a:lnTo>
                <a:lnTo>
                  <a:pt x="3504" y="3615"/>
                </a:lnTo>
                <a:lnTo>
                  <a:pt x="3796" y="3881"/>
                </a:lnTo>
                <a:lnTo>
                  <a:pt x="4088" y="4253"/>
                </a:lnTo>
                <a:lnTo>
                  <a:pt x="4380" y="4519"/>
                </a:lnTo>
                <a:lnTo>
                  <a:pt x="4613" y="4891"/>
                </a:lnTo>
                <a:lnTo>
                  <a:pt x="5080" y="5157"/>
                </a:lnTo>
                <a:lnTo>
                  <a:pt x="5197" y="5529"/>
                </a:lnTo>
                <a:lnTo>
                  <a:pt x="5489" y="5688"/>
                </a:lnTo>
                <a:lnTo>
                  <a:pt x="5781" y="6061"/>
                </a:lnTo>
                <a:lnTo>
                  <a:pt x="6073" y="6326"/>
                </a:lnTo>
                <a:lnTo>
                  <a:pt x="6307" y="6699"/>
                </a:lnTo>
                <a:lnTo>
                  <a:pt x="6599" y="6965"/>
                </a:lnTo>
                <a:lnTo>
                  <a:pt x="6891" y="7337"/>
                </a:lnTo>
                <a:lnTo>
                  <a:pt x="7300" y="7603"/>
                </a:lnTo>
                <a:lnTo>
                  <a:pt x="7592" y="7868"/>
                </a:lnTo>
                <a:lnTo>
                  <a:pt x="7767" y="8134"/>
                </a:lnTo>
                <a:lnTo>
                  <a:pt x="8001" y="8506"/>
                </a:lnTo>
                <a:lnTo>
                  <a:pt x="8293" y="8772"/>
                </a:lnTo>
                <a:lnTo>
                  <a:pt x="8585" y="9144"/>
                </a:lnTo>
                <a:lnTo>
                  <a:pt x="8877" y="9410"/>
                </a:lnTo>
                <a:lnTo>
                  <a:pt x="9285" y="9782"/>
                </a:lnTo>
                <a:lnTo>
                  <a:pt x="9577" y="10048"/>
                </a:lnTo>
                <a:lnTo>
                  <a:pt x="9869" y="10314"/>
                </a:lnTo>
                <a:lnTo>
                  <a:pt x="9986" y="10580"/>
                </a:lnTo>
                <a:lnTo>
                  <a:pt x="10278" y="10952"/>
                </a:lnTo>
                <a:lnTo>
                  <a:pt x="10570" y="11218"/>
                </a:lnTo>
                <a:lnTo>
                  <a:pt x="10862" y="11590"/>
                </a:lnTo>
                <a:lnTo>
                  <a:pt x="11271" y="11856"/>
                </a:lnTo>
                <a:lnTo>
                  <a:pt x="11563" y="12228"/>
                </a:lnTo>
                <a:lnTo>
                  <a:pt x="11855" y="12494"/>
                </a:lnTo>
                <a:lnTo>
                  <a:pt x="12089" y="12760"/>
                </a:lnTo>
                <a:lnTo>
                  <a:pt x="12381" y="12973"/>
                </a:lnTo>
                <a:lnTo>
                  <a:pt x="12556" y="13398"/>
                </a:lnTo>
                <a:lnTo>
                  <a:pt x="12789" y="13664"/>
                </a:lnTo>
                <a:lnTo>
                  <a:pt x="13081" y="14036"/>
                </a:lnTo>
                <a:lnTo>
                  <a:pt x="13549" y="14302"/>
                </a:lnTo>
                <a:lnTo>
                  <a:pt x="13782" y="14674"/>
                </a:lnTo>
                <a:lnTo>
                  <a:pt x="14074" y="14940"/>
                </a:lnTo>
                <a:lnTo>
                  <a:pt x="14366" y="15206"/>
                </a:lnTo>
              </a:path>
            </a:pathLst>
          </a:custGeom>
          <a:ln w="81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284811" y="388704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8117143" y="388704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284811" y="3644789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8117143" y="3644789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284811" y="340251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8117142" y="340251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284811" y="3160279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8117142" y="3160279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284811" y="2918152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8117142" y="291815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283258" y="2916769"/>
            <a:ext cx="2852339" cy="0"/>
          </a:xfrm>
          <a:custGeom>
            <a:avLst/>
            <a:gdLst/>
            <a:ahLst/>
            <a:cxnLst/>
            <a:rect l="l" t="t" r="r" b="b"/>
            <a:pathLst>
              <a:path w="2852339" h="0">
                <a:moveTo>
                  <a:pt x="0" y="0"/>
                </a:moveTo>
                <a:lnTo>
                  <a:pt x="2852339" y="0"/>
                </a:lnTo>
              </a:path>
            </a:pathLst>
          </a:custGeom>
          <a:ln w="744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6710829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6710829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6709311" y="1947835"/>
            <a:ext cx="0" cy="1937794"/>
          </a:xfrm>
          <a:custGeom>
            <a:avLst/>
            <a:gdLst/>
            <a:ahLst/>
            <a:cxnLst/>
            <a:rect l="l" t="t" r="r" b="b"/>
            <a:pathLst>
              <a:path w="0" h="1937794">
                <a:moveTo>
                  <a:pt x="0" y="1937794"/>
                </a:moveTo>
                <a:lnTo>
                  <a:pt x="0" y="0"/>
                </a:lnTo>
              </a:path>
            </a:pathLst>
          </a:custGeom>
          <a:ln w="81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284811" y="2675918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8117142" y="2675918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284811" y="2433631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8117142" y="243363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284811" y="219150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8117142" y="219150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284811" y="1949271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8117142" y="1949271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348977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348977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803092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803091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6257048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6257048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7164961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7164961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7618918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7618917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8072816" y="3868807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18236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8072815" y="1949271"/>
            <a:ext cx="0" cy="18236"/>
          </a:xfrm>
          <a:custGeom>
            <a:avLst/>
            <a:gdLst/>
            <a:ahLst/>
            <a:cxnLst/>
            <a:rect l="l" t="t" r="r" b="b"/>
            <a:pathLst>
              <a:path w="0" h="18236">
                <a:moveTo>
                  <a:pt x="0" y="0"/>
                </a:moveTo>
                <a:lnTo>
                  <a:pt x="0" y="18236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284811" y="1949271"/>
            <a:ext cx="2852363" cy="1937773"/>
          </a:xfrm>
          <a:custGeom>
            <a:avLst/>
            <a:gdLst/>
            <a:ahLst/>
            <a:cxnLst/>
            <a:rect l="l" t="t" r="r" b="b"/>
            <a:pathLst>
              <a:path w="2852363" h="1937773">
                <a:moveTo>
                  <a:pt x="0" y="1937773"/>
                </a:moveTo>
                <a:lnTo>
                  <a:pt x="2852363" y="1937773"/>
                </a:lnTo>
                <a:lnTo>
                  <a:pt x="2852362" y="0"/>
                </a:lnTo>
                <a:lnTo>
                  <a:pt x="0" y="0"/>
                </a:lnTo>
                <a:lnTo>
                  <a:pt x="0" y="1937773"/>
                </a:lnTo>
              </a:path>
            </a:pathLst>
          </a:custGeom>
          <a:ln w="7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7859182" y="2009882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115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283258" y="3647490"/>
            <a:ext cx="56550" cy="30311"/>
          </a:xfrm>
          <a:custGeom>
            <a:avLst/>
            <a:gdLst/>
            <a:ahLst/>
            <a:cxnLst/>
            <a:rect l="l" t="t" r="r" b="b"/>
            <a:pathLst>
              <a:path w="56550" h="30311">
                <a:moveTo>
                  <a:pt x="0" y="30311"/>
                </a:moveTo>
                <a:lnTo>
                  <a:pt x="286" y="30183"/>
                </a:lnTo>
                <a:lnTo>
                  <a:pt x="566" y="29928"/>
                </a:lnTo>
                <a:lnTo>
                  <a:pt x="846" y="29800"/>
                </a:lnTo>
                <a:lnTo>
                  <a:pt x="1273" y="29667"/>
                </a:lnTo>
                <a:lnTo>
                  <a:pt x="1413" y="29540"/>
                </a:lnTo>
                <a:lnTo>
                  <a:pt x="1693" y="29284"/>
                </a:lnTo>
                <a:lnTo>
                  <a:pt x="1979" y="29157"/>
                </a:lnTo>
                <a:lnTo>
                  <a:pt x="2260" y="29029"/>
                </a:lnTo>
                <a:lnTo>
                  <a:pt x="2540" y="28902"/>
                </a:lnTo>
                <a:lnTo>
                  <a:pt x="2820" y="28641"/>
                </a:lnTo>
                <a:lnTo>
                  <a:pt x="3106" y="28514"/>
                </a:lnTo>
                <a:lnTo>
                  <a:pt x="3527" y="28386"/>
                </a:lnTo>
                <a:lnTo>
                  <a:pt x="3807" y="28258"/>
                </a:lnTo>
                <a:lnTo>
                  <a:pt x="3953" y="27998"/>
                </a:lnTo>
                <a:lnTo>
                  <a:pt x="4234" y="27870"/>
                </a:lnTo>
                <a:lnTo>
                  <a:pt x="4514" y="27870"/>
                </a:lnTo>
                <a:lnTo>
                  <a:pt x="4794" y="27743"/>
                </a:lnTo>
                <a:lnTo>
                  <a:pt x="5080" y="27487"/>
                </a:lnTo>
                <a:lnTo>
                  <a:pt x="5501" y="27360"/>
                </a:lnTo>
                <a:lnTo>
                  <a:pt x="5787" y="27227"/>
                </a:lnTo>
                <a:lnTo>
                  <a:pt x="6067" y="27099"/>
                </a:lnTo>
                <a:lnTo>
                  <a:pt x="6348" y="26844"/>
                </a:lnTo>
                <a:lnTo>
                  <a:pt x="6488" y="26716"/>
                </a:lnTo>
                <a:lnTo>
                  <a:pt x="6774" y="26589"/>
                </a:lnTo>
                <a:lnTo>
                  <a:pt x="7054" y="26456"/>
                </a:lnTo>
                <a:lnTo>
                  <a:pt x="7475" y="26201"/>
                </a:lnTo>
                <a:lnTo>
                  <a:pt x="7761" y="26073"/>
                </a:lnTo>
                <a:lnTo>
                  <a:pt x="8041" y="25946"/>
                </a:lnTo>
                <a:lnTo>
                  <a:pt x="8322" y="25818"/>
                </a:lnTo>
                <a:lnTo>
                  <a:pt x="8602" y="25557"/>
                </a:lnTo>
                <a:lnTo>
                  <a:pt x="8888" y="25557"/>
                </a:lnTo>
                <a:lnTo>
                  <a:pt x="9028" y="25430"/>
                </a:lnTo>
                <a:lnTo>
                  <a:pt x="9309" y="25302"/>
                </a:lnTo>
                <a:lnTo>
                  <a:pt x="9735" y="25047"/>
                </a:lnTo>
                <a:lnTo>
                  <a:pt x="10015" y="24919"/>
                </a:lnTo>
                <a:lnTo>
                  <a:pt x="10296" y="24786"/>
                </a:lnTo>
                <a:lnTo>
                  <a:pt x="10582" y="24659"/>
                </a:lnTo>
                <a:lnTo>
                  <a:pt x="10862" y="24404"/>
                </a:lnTo>
                <a:lnTo>
                  <a:pt x="11143" y="24276"/>
                </a:lnTo>
                <a:lnTo>
                  <a:pt x="11423" y="24148"/>
                </a:lnTo>
                <a:lnTo>
                  <a:pt x="11709" y="23888"/>
                </a:lnTo>
                <a:lnTo>
                  <a:pt x="11989" y="23760"/>
                </a:lnTo>
                <a:lnTo>
                  <a:pt x="12270" y="23633"/>
                </a:lnTo>
                <a:lnTo>
                  <a:pt x="12556" y="23505"/>
                </a:lnTo>
                <a:lnTo>
                  <a:pt x="12836" y="23245"/>
                </a:lnTo>
                <a:lnTo>
                  <a:pt x="13117" y="23245"/>
                </a:lnTo>
                <a:lnTo>
                  <a:pt x="13397" y="23117"/>
                </a:lnTo>
                <a:lnTo>
                  <a:pt x="13823" y="22989"/>
                </a:lnTo>
                <a:lnTo>
                  <a:pt x="13963" y="22734"/>
                </a:lnTo>
                <a:lnTo>
                  <a:pt x="14244" y="22607"/>
                </a:lnTo>
                <a:lnTo>
                  <a:pt x="14530" y="22479"/>
                </a:lnTo>
                <a:lnTo>
                  <a:pt x="14810" y="22346"/>
                </a:lnTo>
                <a:lnTo>
                  <a:pt x="15091" y="22091"/>
                </a:lnTo>
                <a:lnTo>
                  <a:pt x="15377" y="21963"/>
                </a:lnTo>
                <a:lnTo>
                  <a:pt x="15657" y="21836"/>
                </a:lnTo>
                <a:lnTo>
                  <a:pt x="16077" y="21708"/>
                </a:lnTo>
                <a:lnTo>
                  <a:pt x="16364" y="21447"/>
                </a:lnTo>
                <a:lnTo>
                  <a:pt x="16504" y="21320"/>
                </a:lnTo>
                <a:lnTo>
                  <a:pt x="16784" y="21192"/>
                </a:lnTo>
                <a:lnTo>
                  <a:pt x="17064" y="21065"/>
                </a:lnTo>
                <a:lnTo>
                  <a:pt x="17351" y="20937"/>
                </a:lnTo>
                <a:lnTo>
                  <a:pt x="17631" y="20804"/>
                </a:lnTo>
                <a:lnTo>
                  <a:pt x="18051" y="20677"/>
                </a:lnTo>
                <a:lnTo>
                  <a:pt x="18338" y="20549"/>
                </a:lnTo>
                <a:lnTo>
                  <a:pt x="18618" y="20294"/>
                </a:lnTo>
                <a:lnTo>
                  <a:pt x="18898" y="20166"/>
                </a:lnTo>
                <a:lnTo>
                  <a:pt x="19038" y="20039"/>
                </a:lnTo>
                <a:lnTo>
                  <a:pt x="19325" y="19906"/>
                </a:lnTo>
                <a:lnTo>
                  <a:pt x="19605" y="19650"/>
                </a:lnTo>
                <a:lnTo>
                  <a:pt x="20025" y="19523"/>
                </a:lnTo>
                <a:lnTo>
                  <a:pt x="20312" y="19395"/>
                </a:lnTo>
                <a:lnTo>
                  <a:pt x="20592" y="19268"/>
                </a:lnTo>
                <a:lnTo>
                  <a:pt x="20872" y="19007"/>
                </a:lnTo>
                <a:lnTo>
                  <a:pt x="21158" y="18879"/>
                </a:lnTo>
                <a:lnTo>
                  <a:pt x="21439" y="18752"/>
                </a:lnTo>
                <a:lnTo>
                  <a:pt x="21579" y="18624"/>
                </a:lnTo>
                <a:lnTo>
                  <a:pt x="21859" y="18497"/>
                </a:lnTo>
                <a:lnTo>
                  <a:pt x="22286" y="18364"/>
                </a:lnTo>
                <a:lnTo>
                  <a:pt x="22566" y="18236"/>
                </a:lnTo>
                <a:lnTo>
                  <a:pt x="22846" y="18109"/>
                </a:lnTo>
                <a:lnTo>
                  <a:pt x="23132" y="17853"/>
                </a:lnTo>
                <a:lnTo>
                  <a:pt x="23413" y="17726"/>
                </a:lnTo>
                <a:lnTo>
                  <a:pt x="23693" y="17598"/>
                </a:lnTo>
                <a:lnTo>
                  <a:pt x="23973" y="17465"/>
                </a:lnTo>
                <a:lnTo>
                  <a:pt x="24260" y="17210"/>
                </a:lnTo>
                <a:lnTo>
                  <a:pt x="24540" y="17082"/>
                </a:lnTo>
                <a:lnTo>
                  <a:pt x="24820" y="16955"/>
                </a:lnTo>
                <a:lnTo>
                  <a:pt x="25106" y="16827"/>
                </a:lnTo>
                <a:lnTo>
                  <a:pt x="25387" y="16567"/>
                </a:lnTo>
                <a:lnTo>
                  <a:pt x="25667" y="16439"/>
                </a:lnTo>
                <a:lnTo>
                  <a:pt x="25953" y="16311"/>
                </a:lnTo>
                <a:lnTo>
                  <a:pt x="26374" y="16311"/>
                </a:lnTo>
                <a:lnTo>
                  <a:pt x="26514" y="16056"/>
                </a:lnTo>
                <a:lnTo>
                  <a:pt x="26794" y="15923"/>
                </a:lnTo>
                <a:lnTo>
                  <a:pt x="27080" y="15796"/>
                </a:lnTo>
                <a:lnTo>
                  <a:pt x="27361" y="15668"/>
                </a:lnTo>
                <a:lnTo>
                  <a:pt x="27641" y="15413"/>
                </a:lnTo>
                <a:lnTo>
                  <a:pt x="27927" y="15285"/>
                </a:lnTo>
                <a:lnTo>
                  <a:pt x="28208" y="15152"/>
                </a:lnTo>
                <a:lnTo>
                  <a:pt x="28628" y="15025"/>
                </a:lnTo>
                <a:lnTo>
                  <a:pt x="28914" y="14770"/>
                </a:lnTo>
                <a:lnTo>
                  <a:pt x="29054" y="14642"/>
                </a:lnTo>
                <a:lnTo>
                  <a:pt x="29335" y="14514"/>
                </a:lnTo>
                <a:lnTo>
                  <a:pt x="29615" y="14387"/>
                </a:lnTo>
                <a:lnTo>
                  <a:pt x="29901" y="14126"/>
                </a:lnTo>
                <a:lnTo>
                  <a:pt x="30182" y="13999"/>
                </a:lnTo>
                <a:lnTo>
                  <a:pt x="30602" y="13999"/>
                </a:lnTo>
                <a:lnTo>
                  <a:pt x="30888" y="13871"/>
                </a:lnTo>
                <a:lnTo>
                  <a:pt x="31168" y="13616"/>
                </a:lnTo>
                <a:lnTo>
                  <a:pt x="31449" y="13483"/>
                </a:lnTo>
                <a:lnTo>
                  <a:pt x="31589" y="13355"/>
                </a:lnTo>
                <a:lnTo>
                  <a:pt x="31875" y="13228"/>
                </a:lnTo>
                <a:lnTo>
                  <a:pt x="32155" y="12973"/>
                </a:lnTo>
                <a:lnTo>
                  <a:pt x="32576" y="12845"/>
                </a:lnTo>
                <a:lnTo>
                  <a:pt x="32862" y="12712"/>
                </a:lnTo>
                <a:lnTo>
                  <a:pt x="33142" y="12584"/>
                </a:lnTo>
                <a:lnTo>
                  <a:pt x="33423" y="12329"/>
                </a:lnTo>
                <a:lnTo>
                  <a:pt x="33709" y="12202"/>
                </a:lnTo>
                <a:lnTo>
                  <a:pt x="33989" y="12074"/>
                </a:lnTo>
                <a:lnTo>
                  <a:pt x="34129" y="11946"/>
                </a:lnTo>
                <a:lnTo>
                  <a:pt x="34410" y="11686"/>
                </a:lnTo>
                <a:lnTo>
                  <a:pt x="34836" y="11686"/>
                </a:lnTo>
                <a:lnTo>
                  <a:pt x="35116" y="11558"/>
                </a:lnTo>
                <a:lnTo>
                  <a:pt x="35397" y="11431"/>
                </a:lnTo>
                <a:lnTo>
                  <a:pt x="35683" y="11175"/>
                </a:lnTo>
                <a:lnTo>
                  <a:pt x="35963" y="11043"/>
                </a:lnTo>
                <a:lnTo>
                  <a:pt x="36244" y="10915"/>
                </a:lnTo>
                <a:lnTo>
                  <a:pt x="36530" y="10787"/>
                </a:lnTo>
                <a:lnTo>
                  <a:pt x="36810" y="10532"/>
                </a:lnTo>
                <a:lnTo>
                  <a:pt x="37090" y="10404"/>
                </a:lnTo>
                <a:lnTo>
                  <a:pt x="37371" y="10272"/>
                </a:lnTo>
                <a:lnTo>
                  <a:pt x="37657" y="10144"/>
                </a:lnTo>
                <a:lnTo>
                  <a:pt x="37937" y="9889"/>
                </a:lnTo>
                <a:lnTo>
                  <a:pt x="38218" y="9761"/>
                </a:lnTo>
                <a:lnTo>
                  <a:pt x="38504" y="9634"/>
                </a:lnTo>
                <a:lnTo>
                  <a:pt x="38924" y="9501"/>
                </a:lnTo>
                <a:lnTo>
                  <a:pt x="39064" y="9245"/>
                </a:lnTo>
                <a:lnTo>
                  <a:pt x="39351" y="9245"/>
                </a:lnTo>
                <a:lnTo>
                  <a:pt x="39631" y="9118"/>
                </a:lnTo>
                <a:lnTo>
                  <a:pt x="39911" y="8990"/>
                </a:lnTo>
                <a:lnTo>
                  <a:pt x="40192" y="8735"/>
                </a:lnTo>
                <a:lnTo>
                  <a:pt x="40478" y="8602"/>
                </a:lnTo>
                <a:lnTo>
                  <a:pt x="40758" y="8474"/>
                </a:lnTo>
                <a:lnTo>
                  <a:pt x="41179" y="8347"/>
                </a:lnTo>
                <a:lnTo>
                  <a:pt x="41465" y="8092"/>
                </a:lnTo>
                <a:lnTo>
                  <a:pt x="41605" y="7964"/>
                </a:lnTo>
                <a:lnTo>
                  <a:pt x="41885" y="7831"/>
                </a:lnTo>
                <a:lnTo>
                  <a:pt x="42166" y="7704"/>
                </a:lnTo>
                <a:lnTo>
                  <a:pt x="42452" y="7448"/>
                </a:lnTo>
                <a:lnTo>
                  <a:pt x="42732" y="7321"/>
                </a:lnTo>
                <a:lnTo>
                  <a:pt x="43158" y="7193"/>
                </a:lnTo>
                <a:lnTo>
                  <a:pt x="43439" y="7060"/>
                </a:lnTo>
                <a:lnTo>
                  <a:pt x="43719" y="6933"/>
                </a:lnTo>
                <a:lnTo>
                  <a:pt x="43999" y="6805"/>
                </a:lnTo>
                <a:lnTo>
                  <a:pt x="44145" y="6677"/>
                </a:lnTo>
                <a:lnTo>
                  <a:pt x="44426" y="6550"/>
                </a:lnTo>
                <a:lnTo>
                  <a:pt x="44706" y="6295"/>
                </a:lnTo>
                <a:lnTo>
                  <a:pt x="45132" y="6162"/>
                </a:lnTo>
                <a:lnTo>
                  <a:pt x="45413" y="6034"/>
                </a:lnTo>
                <a:lnTo>
                  <a:pt x="45693" y="5906"/>
                </a:lnTo>
                <a:lnTo>
                  <a:pt x="45973" y="5651"/>
                </a:lnTo>
                <a:lnTo>
                  <a:pt x="46259" y="5524"/>
                </a:lnTo>
                <a:lnTo>
                  <a:pt x="46540" y="5391"/>
                </a:lnTo>
                <a:lnTo>
                  <a:pt x="46680" y="5263"/>
                </a:lnTo>
                <a:lnTo>
                  <a:pt x="46960" y="5008"/>
                </a:lnTo>
                <a:lnTo>
                  <a:pt x="47387" y="4880"/>
                </a:lnTo>
                <a:lnTo>
                  <a:pt x="47667" y="4753"/>
                </a:lnTo>
                <a:lnTo>
                  <a:pt x="47953" y="4620"/>
                </a:lnTo>
                <a:lnTo>
                  <a:pt x="48233" y="4492"/>
                </a:lnTo>
                <a:lnTo>
                  <a:pt x="48514" y="4365"/>
                </a:lnTo>
                <a:lnTo>
                  <a:pt x="48794" y="4237"/>
                </a:lnTo>
                <a:lnTo>
                  <a:pt x="49080" y="4109"/>
                </a:lnTo>
                <a:lnTo>
                  <a:pt x="49361" y="3854"/>
                </a:lnTo>
                <a:lnTo>
                  <a:pt x="49641" y="3721"/>
                </a:lnTo>
                <a:lnTo>
                  <a:pt x="49927" y="3594"/>
                </a:lnTo>
                <a:lnTo>
                  <a:pt x="50207" y="3466"/>
                </a:lnTo>
                <a:lnTo>
                  <a:pt x="50488" y="3211"/>
                </a:lnTo>
                <a:lnTo>
                  <a:pt x="50768" y="3083"/>
                </a:lnTo>
                <a:lnTo>
                  <a:pt x="51054" y="2950"/>
                </a:lnTo>
                <a:lnTo>
                  <a:pt x="51475" y="2823"/>
                </a:lnTo>
                <a:lnTo>
                  <a:pt x="51615" y="2568"/>
                </a:lnTo>
                <a:lnTo>
                  <a:pt x="51901" y="2440"/>
                </a:lnTo>
                <a:lnTo>
                  <a:pt x="52181" y="2312"/>
                </a:lnTo>
                <a:lnTo>
                  <a:pt x="52462" y="2312"/>
                </a:lnTo>
                <a:lnTo>
                  <a:pt x="52748" y="2052"/>
                </a:lnTo>
                <a:lnTo>
                  <a:pt x="53028" y="1924"/>
                </a:lnTo>
                <a:lnTo>
                  <a:pt x="53309" y="1797"/>
                </a:lnTo>
                <a:lnTo>
                  <a:pt x="53735" y="1669"/>
                </a:lnTo>
                <a:lnTo>
                  <a:pt x="54015" y="1408"/>
                </a:lnTo>
                <a:lnTo>
                  <a:pt x="54155" y="1281"/>
                </a:lnTo>
                <a:lnTo>
                  <a:pt x="54436" y="1153"/>
                </a:lnTo>
                <a:lnTo>
                  <a:pt x="54722" y="1026"/>
                </a:lnTo>
                <a:lnTo>
                  <a:pt x="55002" y="770"/>
                </a:lnTo>
                <a:lnTo>
                  <a:pt x="55283" y="643"/>
                </a:lnTo>
                <a:lnTo>
                  <a:pt x="55709" y="510"/>
                </a:lnTo>
                <a:lnTo>
                  <a:pt x="55989" y="382"/>
                </a:lnTo>
                <a:lnTo>
                  <a:pt x="56270" y="127"/>
                </a:lnTo>
                <a:lnTo>
                  <a:pt x="56550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339808" y="3617173"/>
            <a:ext cx="56696" cy="30316"/>
          </a:xfrm>
          <a:custGeom>
            <a:avLst/>
            <a:gdLst/>
            <a:ahLst/>
            <a:cxnLst/>
            <a:rect l="l" t="t" r="r" b="b"/>
            <a:pathLst>
              <a:path w="56696" h="30316">
                <a:moveTo>
                  <a:pt x="0" y="30316"/>
                </a:moveTo>
                <a:lnTo>
                  <a:pt x="146" y="30316"/>
                </a:lnTo>
                <a:lnTo>
                  <a:pt x="426" y="30188"/>
                </a:lnTo>
                <a:lnTo>
                  <a:pt x="706" y="29928"/>
                </a:lnTo>
                <a:lnTo>
                  <a:pt x="1132" y="29800"/>
                </a:lnTo>
                <a:lnTo>
                  <a:pt x="1413" y="29673"/>
                </a:lnTo>
                <a:lnTo>
                  <a:pt x="1693" y="29545"/>
                </a:lnTo>
                <a:lnTo>
                  <a:pt x="1979" y="29284"/>
                </a:lnTo>
                <a:lnTo>
                  <a:pt x="2260" y="29157"/>
                </a:lnTo>
                <a:lnTo>
                  <a:pt x="2540" y="29029"/>
                </a:lnTo>
                <a:lnTo>
                  <a:pt x="2680" y="28902"/>
                </a:lnTo>
                <a:lnTo>
                  <a:pt x="2966" y="28646"/>
                </a:lnTo>
                <a:lnTo>
                  <a:pt x="3387" y="28519"/>
                </a:lnTo>
                <a:lnTo>
                  <a:pt x="3667" y="28386"/>
                </a:lnTo>
                <a:lnTo>
                  <a:pt x="3953" y="28258"/>
                </a:lnTo>
                <a:lnTo>
                  <a:pt x="4234" y="28003"/>
                </a:lnTo>
                <a:lnTo>
                  <a:pt x="4514" y="28003"/>
                </a:lnTo>
                <a:lnTo>
                  <a:pt x="4794" y="27876"/>
                </a:lnTo>
                <a:lnTo>
                  <a:pt x="5080" y="27748"/>
                </a:lnTo>
                <a:lnTo>
                  <a:pt x="5361" y="27487"/>
                </a:lnTo>
                <a:lnTo>
                  <a:pt x="5641" y="27360"/>
                </a:lnTo>
                <a:lnTo>
                  <a:pt x="5927" y="27232"/>
                </a:lnTo>
                <a:lnTo>
                  <a:pt x="6208" y="27105"/>
                </a:lnTo>
                <a:lnTo>
                  <a:pt x="6488" y="26844"/>
                </a:lnTo>
                <a:lnTo>
                  <a:pt x="6774" y="26716"/>
                </a:lnTo>
                <a:lnTo>
                  <a:pt x="7054" y="26589"/>
                </a:lnTo>
                <a:lnTo>
                  <a:pt x="7475" y="26461"/>
                </a:lnTo>
                <a:lnTo>
                  <a:pt x="7615" y="26206"/>
                </a:lnTo>
                <a:lnTo>
                  <a:pt x="7901" y="26078"/>
                </a:lnTo>
                <a:lnTo>
                  <a:pt x="8182" y="25946"/>
                </a:lnTo>
                <a:lnTo>
                  <a:pt x="8462" y="25818"/>
                </a:lnTo>
                <a:lnTo>
                  <a:pt x="8748" y="25690"/>
                </a:lnTo>
                <a:lnTo>
                  <a:pt x="9028" y="25563"/>
                </a:lnTo>
                <a:lnTo>
                  <a:pt x="9309" y="25435"/>
                </a:lnTo>
                <a:lnTo>
                  <a:pt x="9735" y="25307"/>
                </a:lnTo>
                <a:lnTo>
                  <a:pt x="10015" y="25047"/>
                </a:lnTo>
                <a:lnTo>
                  <a:pt x="10156" y="24919"/>
                </a:lnTo>
                <a:lnTo>
                  <a:pt x="10436" y="24792"/>
                </a:lnTo>
                <a:lnTo>
                  <a:pt x="10722" y="24664"/>
                </a:lnTo>
                <a:lnTo>
                  <a:pt x="11002" y="24404"/>
                </a:lnTo>
                <a:lnTo>
                  <a:pt x="11283" y="24276"/>
                </a:lnTo>
                <a:lnTo>
                  <a:pt x="11709" y="24148"/>
                </a:lnTo>
                <a:lnTo>
                  <a:pt x="11989" y="24021"/>
                </a:lnTo>
                <a:lnTo>
                  <a:pt x="12270" y="23766"/>
                </a:lnTo>
                <a:lnTo>
                  <a:pt x="12556" y="23633"/>
                </a:lnTo>
                <a:lnTo>
                  <a:pt x="12696" y="23505"/>
                </a:lnTo>
                <a:lnTo>
                  <a:pt x="12976" y="23377"/>
                </a:lnTo>
                <a:lnTo>
                  <a:pt x="13257" y="23250"/>
                </a:lnTo>
                <a:lnTo>
                  <a:pt x="13683" y="23122"/>
                </a:lnTo>
                <a:lnTo>
                  <a:pt x="13963" y="22995"/>
                </a:lnTo>
                <a:lnTo>
                  <a:pt x="14244" y="22867"/>
                </a:lnTo>
                <a:lnTo>
                  <a:pt x="14530" y="22607"/>
                </a:lnTo>
                <a:lnTo>
                  <a:pt x="14810" y="22479"/>
                </a:lnTo>
                <a:lnTo>
                  <a:pt x="15091" y="22351"/>
                </a:lnTo>
                <a:lnTo>
                  <a:pt x="15231" y="22224"/>
                </a:lnTo>
                <a:lnTo>
                  <a:pt x="15517" y="21963"/>
                </a:lnTo>
                <a:lnTo>
                  <a:pt x="15937" y="21836"/>
                </a:lnTo>
                <a:lnTo>
                  <a:pt x="16218" y="21708"/>
                </a:lnTo>
                <a:lnTo>
                  <a:pt x="16504" y="21580"/>
                </a:lnTo>
                <a:lnTo>
                  <a:pt x="16784" y="21325"/>
                </a:lnTo>
                <a:lnTo>
                  <a:pt x="17064" y="21192"/>
                </a:lnTo>
                <a:lnTo>
                  <a:pt x="17351" y="21065"/>
                </a:lnTo>
                <a:lnTo>
                  <a:pt x="17631" y="20937"/>
                </a:lnTo>
                <a:lnTo>
                  <a:pt x="17911" y="20809"/>
                </a:lnTo>
                <a:lnTo>
                  <a:pt x="18192" y="20682"/>
                </a:lnTo>
                <a:lnTo>
                  <a:pt x="18478" y="20554"/>
                </a:lnTo>
                <a:lnTo>
                  <a:pt x="18758" y="20421"/>
                </a:lnTo>
                <a:lnTo>
                  <a:pt x="19038" y="20166"/>
                </a:lnTo>
                <a:lnTo>
                  <a:pt x="19325" y="20039"/>
                </a:lnTo>
                <a:lnTo>
                  <a:pt x="19605" y="19911"/>
                </a:lnTo>
                <a:lnTo>
                  <a:pt x="20025" y="19783"/>
                </a:lnTo>
                <a:lnTo>
                  <a:pt x="20312" y="19523"/>
                </a:lnTo>
                <a:lnTo>
                  <a:pt x="20452" y="19395"/>
                </a:lnTo>
                <a:lnTo>
                  <a:pt x="20732" y="19268"/>
                </a:lnTo>
                <a:lnTo>
                  <a:pt x="21012" y="19140"/>
                </a:lnTo>
                <a:lnTo>
                  <a:pt x="21299" y="18885"/>
                </a:lnTo>
                <a:lnTo>
                  <a:pt x="21579" y="18752"/>
                </a:lnTo>
                <a:lnTo>
                  <a:pt x="21859" y="18624"/>
                </a:lnTo>
                <a:lnTo>
                  <a:pt x="22286" y="18624"/>
                </a:lnTo>
                <a:lnTo>
                  <a:pt x="22566" y="18369"/>
                </a:lnTo>
                <a:lnTo>
                  <a:pt x="22846" y="18241"/>
                </a:lnTo>
                <a:lnTo>
                  <a:pt x="22986" y="18114"/>
                </a:lnTo>
                <a:lnTo>
                  <a:pt x="23273" y="17981"/>
                </a:lnTo>
                <a:lnTo>
                  <a:pt x="23553" y="17726"/>
                </a:lnTo>
                <a:lnTo>
                  <a:pt x="23833" y="17598"/>
                </a:lnTo>
                <a:lnTo>
                  <a:pt x="24260" y="17471"/>
                </a:lnTo>
                <a:lnTo>
                  <a:pt x="24540" y="17343"/>
                </a:lnTo>
                <a:lnTo>
                  <a:pt x="24820" y="17082"/>
                </a:lnTo>
                <a:lnTo>
                  <a:pt x="25106" y="16955"/>
                </a:lnTo>
                <a:lnTo>
                  <a:pt x="25247" y="16827"/>
                </a:lnTo>
                <a:lnTo>
                  <a:pt x="25527" y="16700"/>
                </a:lnTo>
                <a:lnTo>
                  <a:pt x="25807" y="16444"/>
                </a:lnTo>
                <a:lnTo>
                  <a:pt x="26234" y="16311"/>
                </a:lnTo>
                <a:lnTo>
                  <a:pt x="26514" y="16311"/>
                </a:lnTo>
                <a:lnTo>
                  <a:pt x="26794" y="16184"/>
                </a:lnTo>
                <a:lnTo>
                  <a:pt x="27080" y="15929"/>
                </a:lnTo>
                <a:lnTo>
                  <a:pt x="27361" y="15801"/>
                </a:lnTo>
                <a:lnTo>
                  <a:pt x="27641" y="15673"/>
                </a:lnTo>
                <a:lnTo>
                  <a:pt x="27781" y="15541"/>
                </a:lnTo>
                <a:lnTo>
                  <a:pt x="28067" y="15285"/>
                </a:lnTo>
                <a:lnTo>
                  <a:pt x="28488" y="15158"/>
                </a:lnTo>
                <a:lnTo>
                  <a:pt x="28768" y="15030"/>
                </a:lnTo>
                <a:lnTo>
                  <a:pt x="29054" y="14903"/>
                </a:lnTo>
                <a:lnTo>
                  <a:pt x="29335" y="14642"/>
                </a:lnTo>
                <a:lnTo>
                  <a:pt x="29615" y="14514"/>
                </a:lnTo>
                <a:lnTo>
                  <a:pt x="29901" y="14387"/>
                </a:lnTo>
                <a:lnTo>
                  <a:pt x="30182" y="14259"/>
                </a:lnTo>
                <a:lnTo>
                  <a:pt x="30462" y="14004"/>
                </a:lnTo>
                <a:lnTo>
                  <a:pt x="30748" y="14004"/>
                </a:lnTo>
                <a:lnTo>
                  <a:pt x="31028" y="13871"/>
                </a:lnTo>
                <a:lnTo>
                  <a:pt x="31309" y="13743"/>
                </a:lnTo>
                <a:lnTo>
                  <a:pt x="31589" y="13488"/>
                </a:lnTo>
                <a:lnTo>
                  <a:pt x="31875" y="13361"/>
                </a:lnTo>
                <a:lnTo>
                  <a:pt x="32155" y="13233"/>
                </a:lnTo>
                <a:lnTo>
                  <a:pt x="32436" y="13100"/>
                </a:lnTo>
                <a:lnTo>
                  <a:pt x="32862" y="12845"/>
                </a:lnTo>
                <a:lnTo>
                  <a:pt x="33002" y="12717"/>
                </a:lnTo>
                <a:lnTo>
                  <a:pt x="33283" y="12590"/>
                </a:lnTo>
                <a:lnTo>
                  <a:pt x="33563" y="12462"/>
                </a:lnTo>
                <a:lnTo>
                  <a:pt x="33849" y="12202"/>
                </a:lnTo>
                <a:lnTo>
                  <a:pt x="34129" y="12074"/>
                </a:lnTo>
                <a:lnTo>
                  <a:pt x="34410" y="11946"/>
                </a:lnTo>
                <a:lnTo>
                  <a:pt x="34836" y="11819"/>
                </a:lnTo>
                <a:lnTo>
                  <a:pt x="35116" y="11691"/>
                </a:lnTo>
                <a:lnTo>
                  <a:pt x="35397" y="11564"/>
                </a:lnTo>
                <a:lnTo>
                  <a:pt x="35543" y="11431"/>
                </a:lnTo>
                <a:lnTo>
                  <a:pt x="35823" y="11303"/>
                </a:lnTo>
                <a:lnTo>
                  <a:pt x="36103" y="11048"/>
                </a:lnTo>
                <a:lnTo>
                  <a:pt x="36384" y="10920"/>
                </a:lnTo>
                <a:lnTo>
                  <a:pt x="36810" y="10793"/>
                </a:lnTo>
                <a:lnTo>
                  <a:pt x="37090" y="10660"/>
                </a:lnTo>
                <a:lnTo>
                  <a:pt x="37371" y="10404"/>
                </a:lnTo>
                <a:lnTo>
                  <a:pt x="37657" y="10277"/>
                </a:lnTo>
                <a:lnTo>
                  <a:pt x="37937" y="10149"/>
                </a:lnTo>
                <a:lnTo>
                  <a:pt x="38077" y="10022"/>
                </a:lnTo>
                <a:lnTo>
                  <a:pt x="38358" y="9761"/>
                </a:lnTo>
                <a:lnTo>
                  <a:pt x="38644" y="9634"/>
                </a:lnTo>
                <a:lnTo>
                  <a:pt x="39064" y="9506"/>
                </a:lnTo>
                <a:lnTo>
                  <a:pt x="39351" y="9378"/>
                </a:lnTo>
                <a:lnTo>
                  <a:pt x="39631" y="9251"/>
                </a:lnTo>
                <a:lnTo>
                  <a:pt x="39911" y="9123"/>
                </a:lnTo>
                <a:lnTo>
                  <a:pt x="40192" y="8990"/>
                </a:lnTo>
                <a:lnTo>
                  <a:pt x="40478" y="8863"/>
                </a:lnTo>
                <a:lnTo>
                  <a:pt x="40618" y="8607"/>
                </a:lnTo>
                <a:lnTo>
                  <a:pt x="41038" y="8480"/>
                </a:lnTo>
                <a:lnTo>
                  <a:pt x="41325" y="8352"/>
                </a:lnTo>
                <a:lnTo>
                  <a:pt x="41605" y="8219"/>
                </a:lnTo>
                <a:lnTo>
                  <a:pt x="41885" y="7964"/>
                </a:lnTo>
                <a:lnTo>
                  <a:pt x="42166" y="7836"/>
                </a:lnTo>
                <a:lnTo>
                  <a:pt x="42452" y="7709"/>
                </a:lnTo>
                <a:lnTo>
                  <a:pt x="42732" y="7581"/>
                </a:lnTo>
                <a:lnTo>
                  <a:pt x="43012" y="7321"/>
                </a:lnTo>
                <a:lnTo>
                  <a:pt x="43299" y="7193"/>
                </a:lnTo>
                <a:lnTo>
                  <a:pt x="43579" y="7066"/>
                </a:lnTo>
                <a:lnTo>
                  <a:pt x="43859" y="7066"/>
                </a:lnTo>
                <a:lnTo>
                  <a:pt x="44145" y="6810"/>
                </a:lnTo>
                <a:lnTo>
                  <a:pt x="44426" y="6677"/>
                </a:lnTo>
                <a:lnTo>
                  <a:pt x="44706" y="6550"/>
                </a:lnTo>
                <a:lnTo>
                  <a:pt x="44986" y="6422"/>
                </a:lnTo>
                <a:lnTo>
                  <a:pt x="45413" y="6167"/>
                </a:lnTo>
                <a:lnTo>
                  <a:pt x="45553" y="6039"/>
                </a:lnTo>
                <a:lnTo>
                  <a:pt x="45833" y="5912"/>
                </a:lnTo>
                <a:lnTo>
                  <a:pt x="46119" y="5779"/>
                </a:lnTo>
                <a:lnTo>
                  <a:pt x="46400" y="5524"/>
                </a:lnTo>
                <a:lnTo>
                  <a:pt x="46680" y="5396"/>
                </a:lnTo>
                <a:lnTo>
                  <a:pt x="46960" y="5268"/>
                </a:lnTo>
                <a:lnTo>
                  <a:pt x="47387" y="5141"/>
                </a:lnTo>
                <a:lnTo>
                  <a:pt x="47667" y="4880"/>
                </a:lnTo>
                <a:lnTo>
                  <a:pt x="47953" y="4753"/>
                </a:lnTo>
                <a:lnTo>
                  <a:pt x="48093" y="4753"/>
                </a:lnTo>
                <a:lnTo>
                  <a:pt x="48374" y="4625"/>
                </a:lnTo>
                <a:lnTo>
                  <a:pt x="48654" y="4370"/>
                </a:lnTo>
                <a:lnTo>
                  <a:pt x="48940" y="4237"/>
                </a:lnTo>
                <a:lnTo>
                  <a:pt x="49361" y="4109"/>
                </a:lnTo>
                <a:lnTo>
                  <a:pt x="49641" y="3982"/>
                </a:lnTo>
                <a:lnTo>
                  <a:pt x="49927" y="3727"/>
                </a:lnTo>
                <a:lnTo>
                  <a:pt x="50207" y="3599"/>
                </a:lnTo>
                <a:lnTo>
                  <a:pt x="50488" y="3471"/>
                </a:lnTo>
                <a:lnTo>
                  <a:pt x="50628" y="3338"/>
                </a:lnTo>
                <a:lnTo>
                  <a:pt x="50914" y="3083"/>
                </a:lnTo>
                <a:lnTo>
                  <a:pt x="51194" y="2956"/>
                </a:lnTo>
                <a:lnTo>
                  <a:pt x="51615" y="2828"/>
                </a:lnTo>
                <a:lnTo>
                  <a:pt x="51901" y="2700"/>
                </a:lnTo>
                <a:lnTo>
                  <a:pt x="52181" y="2440"/>
                </a:lnTo>
                <a:lnTo>
                  <a:pt x="52462" y="2312"/>
                </a:lnTo>
                <a:lnTo>
                  <a:pt x="52748" y="2312"/>
                </a:lnTo>
                <a:lnTo>
                  <a:pt x="53028" y="2185"/>
                </a:lnTo>
                <a:lnTo>
                  <a:pt x="53168" y="1929"/>
                </a:lnTo>
                <a:lnTo>
                  <a:pt x="53589" y="1797"/>
                </a:lnTo>
                <a:lnTo>
                  <a:pt x="53875" y="1669"/>
                </a:lnTo>
                <a:lnTo>
                  <a:pt x="54155" y="1541"/>
                </a:lnTo>
                <a:lnTo>
                  <a:pt x="54436" y="1286"/>
                </a:lnTo>
                <a:lnTo>
                  <a:pt x="54722" y="1159"/>
                </a:lnTo>
                <a:lnTo>
                  <a:pt x="55002" y="1031"/>
                </a:lnTo>
                <a:lnTo>
                  <a:pt x="55283" y="898"/>
                </a:lnTo>
                <a:lnTo>
                  <a:pt x="55563" y="643"/>
                </a:lnTo>
                <a:lnTo>
                  <a:pt x="55849" y="515"/>
                </a:lnTo>
                <a:lnTo>
                  <a:pt x="56129" y="388"/>
                </a:lnTo>
                <a:lnTo>
                  <a:pt x="56410" y="260"/>
                </a:lnTo>
                <a:lnTo>
                  <a:pt x="56696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396505" y="3586990"/>
            <a:ext cx="56690" cy="30183"/>
          </a:xfrm>
          <a:custGeom>
            <a:avLst/>
            <a:gdLst/>
            <a:ahLst/>
            <a:cxnLst/>
            <a:rect l="l" t="t" r="r" b="b"/>
            <a:pathLst>
              <a:path w="56690" h="30183">
                <a:moveTo>
                  <a:pt x="0" y="30183"/>
                </a:moveTo>
                <a:lnTo>
                  <a:pt x="280" y="30183"/>
                </a:lnTo>
                <a:lnTo>
                  <a:pt x="560" y="30055"/>
                </a:lnTo>
                <a:lnTo>
                  <a:pt x="846" y="29928"/>
                </a:lnTo>
                <a:lnTo>
                  <a:pt x="1267" y="29673"/>
                </a:lnTo>
                <a:lnTo>
                  <a:pt x="1407" y="29540"/>
                </a:lnTo>
                <a:lnTo>
                  <a:pt x="1687" y="29412"/>
                </a:lnTo>
                <a:lnTo>
                  <a:pt x="1973" y="29284"/>
                </a:lnTo>
                <a:lnTo>
                  <a:pt x="2254" y="29029"/>
                </a:lnTo>
                <a:lnTo>
                  <a:pt x="2534" y="28902"/>
                </a:lnTo>
                <a:lnTo>
                  <a:pt x="2820" y="28769"/>
                </a:lnTo>
                <a:lnTo>
                  <a:pt x="3241" y="28641"/>
                </a:lnTo>
                <a:lnTo>
                  <a:pt x="3521" y="28386"/>
                </a:lnTo>
                <a:lnTo>
                  <a:pt x="3807" y="28258"/>
                </a:lnTo>
                <a:lnTo>
                  <a:pt x="3947" y="28131"/>
                </a:lnTo>
                <a:lnTo>
                  <a:pt x="4228" y="28003"/>
                </a:lnTo>
                <a:lnTo>
                  <a:pt x="4508" y="27870"/>
                </a:lnTo>
                <a:lnTo>
                  <a:pt x="4794" y="27743"/>
                </a:lnTo>
                <a:lnTo>
                  <a:pt x="5215" y="27615"/>
                </a:lnTo>
                <a:lnTo>
                  <a:pt x="5495" y="27487"/>
                </a:lnTo>
                <a:lnTo>
                  <a:pt x="5781" y="27232"/>
                </a:lnTo>
                <a:lnTo>
                  <a:pt x="6062" y="27099"/>
                </a:lnTo>
                <a:lnTo>
                  <a:pt x="6342" y="26972"/>
                </a:lnTo>
                <a:lnTo>
                  <a:pt x="6482" y="26844"/>
                </a:lnTo>
                <a:lnTo>
                  <a:pt x="6768" y="26589"/>
                </a:lnTo>
                <a:lnTo>
                  <a:pt x="7049" y="26461"/>
                </a:lnTo>
                <a:lnTo>
                  <a:pt x="7469" y="26328"/>
                </a:lnTo>
                <a:lnTo>
                  <a:pt x="7755" y="26201"/>
                </a:lnTo>
                <a:lnTo>
                  <a:pt x="8036" y="25946"/>
                </a:lnTo>
                <a:lnTo>
                  <a:pt x="8316" y="25818"/>
                </a:lnTo>
                <a:lnTo>
                  <a:pt x="8602" y="25690"/>
                </a:lnTo>
                <a:lnTo>
                  <a:pt x="8882" y="25563"/>
                </a:lnTo>
                <a:lnTo>
                  <a:pt x="9023" y="25430"/>
                </a:lnTo>
                <a:lnTo>
                  <a:pt x="9443" y="25302"/>
                </a:lnTo>
                <a:lnTo>
                  <a:pt x="9729" y="25175"/>
                </a:lnTo>
                <a:lnTo>
                  <a:pt x="10010" y="25047"/>
                </a:lnTo>
                <a:lnTo>
                  <a:pt x="10290" y="24792"/>
                </a:lnTo>
                <a:lnTo>
                  <a:pt x="10576" y="24659"/>
                </a:lnTo>
                <a:lnTo>
                  <a:pt x="10856" y="24531"/>
                </a:lnTo>
                <a:lnTo>
                  <a:pt x="11137" y="24404"/>
                </a:lnTo>
                <a:lnTo>
                  <a:pt x="11423" y="24148"/>
                </a:lnTo>
                <a:lnTo>
                  <a:pt x="11703" y="24021"/>
                </a:lnTo>
                <a:lnTo>
                  <a:pt x="11984" y="23888"/>
                </a:lnTo>
                <a:lnTo>
                  <a:pt x="12264" y="23760"/>
                </a:lnTo>
                <a:lnTo>
                  <a:pt x="12550" y="23505"/>
                </a:lnTo>
                <a:lnTo>
                  <a:pt x="12830" y="23377"/>
                </a:lnTo>
                <a:lnTo>
                  <a:pt x="13111" y="23250"/>
                </a:lnTo>
                <a:lnTo>
                  <a:pt x="13397" y="23250"/>
                </a:lnTo>
                <a:lnTo>
                  <a:pt x="13817" y="22989"/>
                </a:lnTo>
                <a:lnTo>
                  <a:pt x="13958" y="22862"/>
                </a:lnTo>
                <a:lnTo>
                  <a:pt x="14238" y="22734"/>
                </a:lnTo>
                <a:lnTo>
                  <a:pt x="14524" y="22607"/>
                </a:lnTo>
                <a:lnTo>
                  <a:pt x="14804" y="22351"/>
                </a:lnTo>
                <a:lnTo>
                  <a:pt x="15085" y="22218"/>
                </a:lnTo>
                <a:lnTo>
                  <a:pt x="15371" y="22091"/>
                </a:lnTo>
                <a:lnTo>
                  <a:pt x="15791" y="21963"/>
                </a:lnTo>
                <a:lnTo>
                  <a:pt x="16072" y="21708"/>
                </a:lnTo>
                <a:lnTo>
                  <a:pt x="16358" y="21580"/>
                </a:lnTo>
                <a:lnTo>
                  <a:pt x="16498" y="21447"/>
                </a:lnTo>
                <a:lnTo>
                  <a:pt x="16778" y="21320"/>
                </a:lnTo>
                <a:lnTo>
                  <a:pt x="17059" y="21065"/>
                </a:lnTo>
                <a:lnTo>
                  <a:pt x="17345" y="20937"/>
                </a:lnTo>
                <a:lnTo>
                  <a:pt x="17765" y="20937"/>
                </a:lnTo>
                <a:lnTo>
                  <a:pt x="18046" y="20809"/>
                </a:lnTo>
                <a:lnTo>
                  <a:pt x="18332" y="20549"/>
                </a:lnTo>
                <a:lnTo>
                  <a:pt x="18612" y="20421"/>
                </a:lnTo>
                <a:lnTo>
                  <a:pt x="18892" y="20294"/>
                </a:lnTo>
                <a:lnTo>
                  <a:pt x="19033" y="20166"/>
                </a:lnTo>
                <a:lnTo>
                  <a:pt x="19319" y="19911"/>
                </a:lnTo>
                <a:lnTo>
                  <a:pt x="19599" y="19778"/>
                </a:lnTo>
                <a:lnTo>
                  <a:pt x="20025" y="19650"/>
                </a:lnTo>
                <a:lnTo>
                  <a:pt x="20306" y="19523"/>
                </a:lnTo>
                <a:lnTo>
                  <a:pt x="20586" y="19268"/>
                </a:lnTo>
                <a:lnTo>
                  <a:pt x="20866" y="19140"/>
                </a:lnTo>
                <a:lnTo>
                  <a:pt x="21153" y="19007"/>
                </a:lnTo>
                <a:lnTo>
                  <a:pt x="21433" y="18879"/>
                </a:lnTo>
                <a:lnTo>
                  <a:pt x="21573" y="18624"/>
                </a:lnTo>
                <a:lnTo>
                  <a:pt x="21999" y="18624"/>
                </a:lnTo>
                <a:lnTo>
                  <a:pt x="22280" y="18497"/>
                </a:lnTo>
                <a:lnTo>
                  <a:pt x="22560" y="18369"/>
                </a:lnTo>
                <a:lnTo>
                  <a:pt x="22840" y="18109"/>
                </a:lnTo>
                <a:lnTo>
                  <a:pt x="23127" y="17981"/>
                </a:lnTo>
                <a:lnTo>
                  <a:pt x="23407" y="17853"/>
                </a:lnTo>
                <a:lnTo>
                  <a:pt x="23687" y="17726"/>
                </a:lnTo>
                <a:lnTo>
                  <a:pt x="23973" y="17471"/>
                </a:lnTo>
                <a:lnTo>
                  <a:pt x="24254" y="17338"/>
                </a:lnTo>
                <a:lnTo>
                  <a:pt x="24534" y="17210"/>
                </a:lnTo>
                <a:lnTo>
                  <a:pt x="24820" y="17082"/>
                </a:lnTo>
                <a:lnTo>
                  <a:pt x="25101" y="16827"/>
                </a:lnTo>
                <a:lnTo>
                  <a:pt x="25381" y="16700"/>
                </a:lnTo>
                <a:lnTo>
                  <a:pt x="25661" y="16567"/>
                </a:lnTo>
                <a:lnTo>
                  <a:pt x="25947" y="16439"/>
                </a:lnTo>
                <a:lnTo>
                  <a:pt x="26368" y="16311"/>
                </a:lnTo>
                <a:lnTo>
                  <a:pt x="26508" y="16184"/>
                </a:lnTo>
                <a:lnTo>
                  <a:pt x="26794" y="16056"/>
                </a:lnTo>
                <a:lnTo>
                  <a:pt x="27075" y="15929"/>
                </a:lnTo>
                <a:lnTo>
                  <a:pt x="27355" y="15668"/>
                </a:lnTo>
                <a:lnTo>
                  <a:pt x="27635" y="15541"/>
                </a:lnTo>
                <a:lnTo>
                  <a:pt x="27921" y="15413"/>
                </a:lnTo>
                <a:lnTo>
                  <a:pt x="28342" y="15285"/>
                </a:lnTo>
                <a:lnTo>
                  <a:pt x="28622" y="15025"/>
                </a:lnTo>
                <a:lnTo>
                  <a:pt x="28908" y="14897"/>
                </a:lnTo>
                <a:lnTo>
                  <a:pt x="29049" y="14770"/>
                </a:lnTo>
                <a:lnTo>
                  <a:pt x="29329" y="14642"/>
                </a:lnTo>
                <a:lnTo>
                  <a:pt x="29615" y="14387"/>
                </a:lnTo>
                <a:lnTo>
                  <a:pt x="29895" y="14259"/>
                </a:lnTo>
                <a:lnTo>
                  <a:pt x="30316" y="14126"/>
                </a:lnTo>
                <a:lnTo>
                  <a:pt x="30602" y="13999"/>
                </a:lnTo>
                <a:lnTo>
                  <a:pt x="30882" y="13871"/>
                </a:lnTo>
                <a:lnTo>
                  <a:pt x="31163" y="13743"/>
                </a:lnTo>
                <a:lnTo>
                  <a:pt x="31443" y="13616"/>
                </a:lnTo>
                <a:lnTo>
                  <a:pt x="31589" y="13488"/>
                </a:lnTo>
                <a:lnTo>
                  <a:pt x="31869" y="13228"/>
                </a:lnTo>
                <a:lnTo>
                  <a:pt x="32150" y="13100"/>
                </a:lnTo>
                <a:lnTo>
                  <a:pt x="32576" y="12973"/>
                </a:lnTo>
                <a:lnTo>
                  <a:pt x="32856" y="12845"/>
                </a:lnTo>
                <a:lnTo>
                  <a:pt x="33137" y="12584"/>
                </a:lnTo>
                <a:lnTo>
                  <a:pt x="33417" y="12457"/>
                </a:lnTo>
                <a:lnTo>
                  <a:pt x="33703" y="12329"/>
                </a:lnTo>
                <a:lnTo>
                  <a:pt x="33983" y="12202"/>
                </a:lnTo>
                <a:lnTo>
                  <a:pt x="34124" y="11946"/>
                </a:lnTo>
                <a:lnTo>
                  <a:pt x="34550" y="11813"/>
                </a:lnTo>
                <a:lnTo>
                  <a:pt x="34830" y="11686"/>
                </a:lnTo>
                <a:lnTo>
                  <a:pt x="35111" y="11558"/>
                </a:lnTo>
                <a:lnTo>
                  <a:pt x="35397" y="11431"/>
                </a:lnTo>
                <a:lnTo>
                  <a:pt x="35677" y="11303"/>
                </a:lnTo>
                <a:lnTo>
                  <a:pt x="35957" y="11175"/>
                </a:lnTo>
                <a:lnTo>
                  <a:pt x="36238" y="11048"/>
                </a:lnTo>
                <a:lnTo>
                  <a:pt x="36524" y="10787"/>
                </a:lnTo>
                <a:lnTo>
                  <a:pt x="36804" y="10660"/>
                </a:lnTo>
                <a:lnTo>
                  <a:pt x="37085" y="10532"/>
                </a:lnTo>
                <a:lnTo>
                  <a:pt x="37371" y="10404"/>
                </a:lnTo>
                <a:lnTo>
                  <a:pt x="37651" y="10144"/>
                </a:lnTo>
                <a:lnTo>
                  <a:pt x="37931" y="10016"/>
                </a:lnTo>
                <a:lnTo>
                  <a:pt x="38212" y="9889"/>
                </a:lnTo>
                <a:lnTo>
                  <a:pt x="38498" y="9761"/>
                </a:lnTo>
                <a:lnTo>
                  <a:pt x="38918" y="9506"/>
                </a:lnTo>
                <a:lnTo>
                  <a:pt x="39059" y="9373"/>
                </a:lnTo>
                <a:lnTo>
                  <a:pt x="39345" y="9245"/>
                </a:lnTo>
                <a:lnTo>
                  <a:pt x="39625" y="9245"/>
                </a:lnTo>
                <a:lnTo>
                  <a:pt x="39905" y="8990"/>
                </a:lnTo>
                <a:lnTo>
                  <a:pt x="40192" y="8863"/>
                </a:lnTo>
                <a:lnTo>
                  <a:pt x="40472" y="8735"/>
                </a:lnTo>
                <a:lnTo>
                  <a:pt x="40892" y="8607"/>
                </a:lnTo>
                <a:lnTo>
                  <a:pt x="41179" y="8347"/>
                </a:lnTo>
                <a:lnTo>
                  <a:pt x="41459" y="8219"/>
                </a:lnTo>
                <a:lnTo>
                  <a:pt x="41599" y="8092"/>
                </a:lnTo>
                <a:lnTo>
                  <a:pt x="41879" y="7964"/>
                </a:lnTo>
                <a:lnTo>
                  <a:pt x="42166" y="7704"/>
                </a:lnTo>
                <a:lnTo>
                  <a:pt x="42446" y="7576"/>
                </a:lnTo>
                <a:lnTo>
                  <a:pt x="42866" y="7448"/>
                </a:lnTo>
                <a:lnTo>
                  <a:pt x="43153" y="7321"/>
                </a:lnTo>
                <a:lnTo>
                  <a:pt x="43433" y="7066"/>
                </a:lnTo>
                <a:lnTo>
                  <a:pt x="43713" y="6933"/>
                </a:lnTo>
                <a:lnTo>
                  <a:pt x="43999" y="6933"/>
                </a:lnTo>
                <a:lnTo>
                  <a:pt x="44140" y="6805"/>
                </a:lnTo>
                <a:lnTo>
                  <a:pt x="44420" y="6550"/>
                </a:lnTo>
                <a:lnTo>
                  <a:pt x="44700" y="6422"/>
                </a:lnTo>
                <a:lnTo>
                  <a:pt x="45126" y="6295"/>
                </a:lnTo>
                <a:lnTo>
                  <a:pt x="45407" y="6167"/>
                </a:lnTo>
                <a:lnTo>
                  <a:pt x="45687" y="5906"/>
                </a:lnTo>
                <a:lnTo>
                  <a:pt x="45973" y="5779"/>
                </a:lnTo>
                <a:lnTo>
                  <a:pt x="46254" y="5651"/>
                </a:lnTo>
                <a:lnTo>
                  <a:pt x="46534" y="5524"/>
                </a:lnTo>
                <a:lnTo>
                  <a:pt x="46674" y="5263"/>
                </a:lnTo>
                <a:lnTo>
                  <a:pt x="47100" y="5136"/>
                </a:lnTo>
                <a:lnTo>
                  <a:pt x="47381" y="5008"/>
                </a:lnTo>
                <a:lnTo>
                  <a:pt x="47661" y="4753"/>
                </a:lnTo>
                <a:lnTo>
                  <a:pt x="47947" y="4625"/>
                </a:lnTo>
                <a:lnTo>
                  <a:pt x="48228" y="4625"/>
                </a:lnTo>
                <a:lnTo>
                  <a:pt x="48508" y="4492"/>
                </a:lnTo>
                <a:lnTo>
                  <a:pt x="48794" y="4237"/>
                </a:lnTo>
                <a:lnTo>
                  <a:pt x="49215" y="4109"/>
                </a:lnTo>
                <a:lnTo>
                  <a:pt x="49355" y="3982"/>
                </a:lnTo>
                <a:lnTo>
                  <a:pt x="49635" y="3854"/>
                </a:lnTo>
                <a:lnTo>
                  <a:pt x="49921" y="3594"/>
                </a:lnTo>
                <a:lnTo>
                  <a:pt x="50202" y="3466"/>
                </a:lnTo>
                <a:lnTo>
                  <a:pt x="50482" y="3338"/>
                </a:lnTo>
                <a:lnTo>
                  <a:pt x="50768" y="3211"/>
                </a:lnTo>
                <a:lnTo>
                  <a:pt x="51048" y="2956"/>
                </a:lnTo>
                <a:lnTo>
                  <a:pt x="51469" y="2823"/>
                </a:lnTo>
                <a:lnTo>
                  <a:pt x="51609" y="2695"/>
                </a:lnTo>
                <a:lnTo>
                  <a:pt x="51895" y="2568"/>
                </a:lnTo>
                <a:lnTo>
                  <a:pt x="52176" y="2312"/>
                </a:lnTo>
                <a:lnTo>
                  <a:pt x="52456" y="2312"/>
                </a:lnTo>
                <a:lnTo>
                  <a:pt x="52742" y="2185"/>
                </a:lnTo>
                <a:lnTo>
                  <a:pt x="53022" y="2052"/>
                </a:lnTo>
                <a:lnTo>
                  <a:pt x="53443" y="1797"/>
                </a:lnTo>
                <a:lnTo>
                  <a:pt x="53729" y="1669"/>
                </a:lnTo>
                <a:lnTo>
                  <a:pt x="54009" y="1541"/>
                </a:lnTo>
                <a:lnTo>
                  <a:pt x="54150" y="1414"/>
                </a:lnTo>
                <a:lnTo>
                  <a:pt x="54430" y="1153"/>
                </a:lnTo>
                <a:lnTo>
                  <a:pt x="54716" y="1026"/>
                </a:lnTo>
                <a:lnTo>
                  <a:pt x="54996" y="898"/>
                </a:lnTo>
                <a:lnTo>
                  <a:pt x="55417" y="770"/>
                </a:lnTo>
                <a:lnTo>
                  <a:pt x="55703" y="515"/>
                </a:lnTo>
                <a:lnTo>
                  <a:pt x="55983" y="382"/>
                </a:lnTo>
                <a:lnTo>
                  <a:pt x="56264" y="255"/>
                </a:lnTo>
                <a:lnTo>
                  <a:pt x="56550" y="127"/>
                </a:lnTo>
                <a:lnTo>
                  <a:pt x="56690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453195" y="3556673"/>
            <a:ext cx="56830" cy="30316"/>
          </a:xfrm>
          <a:custGeom>
            <a:avLst/>
            <a:gdLst/>
            <a:ahLst/>
            <a:cxnLst/>
            <a:rect l="l" t="t" r="r" b="b"/>
            <a:pathLst>
              <a:path w="56830" h="30316">
                <a:moveTo>
                  <a:pt x="0" y="30316"/>
                </a:moveTo>
                <a:lnTo>
                  <a:pt x="280" y="30188"/>
                </a:lnTo>
                <a:lnTo>
                  <a:pt x="560" y="30061"/>
                </a:lnTo>
                <a:lnTo>
                  <a:pt x="986" y="29928"/>
                </a:lnTo>
                <a:lnTo>
                  <a:pt x="1267" y="29673"/>
                </a:lnTo>
                <a:lnTo>
                  <a:pt x="1547" y="29545"/>
                </a:lnTo>
                <a:lnTo>
                  <a:pt x="1833" y="29417"/>
                </a:lnTo>
                <a:lnTo>
                  <a:pt x="2114" y="29290"/>
                </a:lnTo>
                <a:lnTo>
                  <a:pt x="2394" y="29029"/>
                </a:lnTo>
                <a:lnTo>
                  <a:pt x="2534" y="28902"/>
                </a:lnTo>
                <a:lnTo>
                  <a:pt x="2960" y="28774"/>
                </a:lnTo>
                <a:lnTo>
                  <a:pt x="3241" y="28646"/>
                </a:lnTo>
                <a:lnTo>
                  <a:pt x="3521" y="28391"/>
                </a:lnTo>
                <a:lnTo>
                  <a:pt x="3807" y="28258"/>
                </a:lnTo>
                <a:lnTo>
                  <a:pt x="4088" y="28131"/>
                </a:lnTo>
                <a:lnTo>
                  <a:pt x="4368" y="28003"/>
                </a:lnTo>
                <a:lnTo>
                  <a:pt x="4654" y="27876"/>
                </a:lnTo>
                <a:lnTo>
                  <a:pt x="4934" y="27748"/>
                </a:lnTo>
                <a:lnTo>
                  <a:pt x="5215" y="27620"/>
                </a:lnTo>
                <a:lnTo>
                  <a:pt x="5501" y="27487"/>
                </a:lnTo>
                <a:lnTo>
                  <a:pt x="5781" y="27232"/>
                </a:lnTo>
                <a:lnTo>
                  <a:pt x="6062" y="27105"/>
                </a:lnTo>
                <a:lnTo>
                  <a:pt x="6342" y="26977"/>
                </a:lnTo>
                <a:lnTo>
                  <a:pt x="6628" y="26849"/>
                </a:lnTo>
                <a:lnTo>
                  <a:pt x="6908" y="26589"/>
                </a:lnTo>
                <a:lnTo>
                  <a:pt x="7329" y="26461"/>
                </a:lnTo>
                <a:lnTo>
                  <a:pt x="7615" y="26334"/>
                </a:lnTo>
                <a:lnTo>
                  <a:pt x="7755" y="26206"/>
                </a:lnTo>
                <a:lnTo>
                  <a:pt x="8036" y="25946"/>
                </a:lnTo>
                <a:lnTo>
                  <a:pt x="8316" y="25818"/>
                </a:lnTo>
                <a:lnTo>
                  <a:pt x="8602" y="25690"/>
                </a:lnTo>
                <a:lnTo>
                  <a:pt x="8882" y="25563"/>
                </a:lnTo>
                <a:lnTo>
                  <a:pt x="9303" y="25435"/>
                </a:lnTo>
                <a:lnTo>
                  <a:pt x="9589" y="25307"/>
                </a:lnTo>
                <a:lnTo>
                  <a:pt x="9869" y="25180"/>
                </a:lnTo>
                <a:lnTo>
                  <a:pt x="10010" y="25047"/>
                </a:lnTo>
                <a:lnTo>
                  <a:pt x="10296" y="24792"/>
                </a:lnTo>
                <a:lnTo>
                  <a:pt x="10576" y="24664"/>
                </a:lnTo>
                <a:lnTo>
                  <a:pt x="10856" y="24537"/>
                </a:lnTo>
                <a:lnTo>
                  <a:pt x="11137" y="24409"/>
                </a:lnTo>
                <a:lnTo>
                  <a:pt x="11563" y="24148"/>
                </a:lnTo>
                <a:lnTo>
                  <a:pt x="11843" y="24021"/>
                </a:lnTo>
                <a:lnTo>
                  <a:pt x="12124" y="23893"/>
                </a:lnTo>
                <a:lnTo>
                  <a:pt x="12410" y="23766"/>
                </a:lnTo>
                <a:lnTo>
                  <a:pt x="12550" y="23505"/>
                </a:lnTo>
                <a:lnTo>
                  <a:pt x="12830" y="23377"/>
                </a:lnTo>
                <a:lnTo>
                  <a:pt x="13111" y="23250"/>
                </a:lnTo>
                <a:lnTo>
                  <a:pt x="13537" y="23250"/>
                </a:lnTo>
                <a:lnTo>
                  <a:pt x="13817" y="22995"/>
                </a:lnTo>
                <a:lnTo>
                  <a:pt x="14098" y="22867"/>
                </a:lnTo>
                <a:lnTo>
                  <a:pt x="14384" y="22739"/>
                </a:lnTo>
                <a:lnTo>
                  <a:pt x="14664" y="22607"/>
                </a:lnTo>
                <a:lnTo>
                  <a:pt x="14944" y="22351"/>
                </a:lnTo>
                <a:lnTo>
                  <a:pt x="15091" y="22224"/>
                </a:lnTo>
                <a:lnTo>
                  <a:pt x="15511" y="22096"/>
                </a:lnTo>
                <a:lnTo>
                  <a:pt x="15791" y="21969"/>
                </a:lnTo>
                <a:lnTo>
                  <a:pt x="16077" y="21708"/>
                </a:lnTo>
                <a:lnTo>
                  <a:pt x="16358" y="21580"/>
                </a:lnTo>
                <a:lnTo>
                  <a:pt x="16638" y="21453"/>
                </a:lnTo>
                <a:lnTo>
                  <a:pt x="16918" y="21325"/>
                </a:lnTo>
                <a:lnTo>
                  <a:pt x="17205" y="21065"/>
                </a:lnTo>
                <a:lnTo>
                  <a:pt x="17485" y="20937"/>
                </a:lnTo>
                <a:lnTo>
                  <a:pt x="17765" y="20937"/>
                </a:lnTo>
                <a:lnTo>
                  <a:pt x="18051" y="20809"/>
                </a:lnTo>
                <a:lnTo>
                  <a:pt x="18332" y="20554"/>
                </a:lnTo>
                <a:lnTo>
                  <a:pt x="18612" y="20427"/>
                </a:lnTo>
                <a:lnTo>
                  <a:pt x="18892" y="20299"/>
                </a:lnTo>
                <a:lnTo>
                  <a:pt x="19179" y="20166"/>
                </a:lnTo>
                <a:lnTo>
                  <a:pt x="19459" y="19911"/>
                </a:lnTo>
                <a:lnTo>
                  <a:pt x="19885" y="19783"/>
                </a:lnTo>
                <a:lnTo>
                  <a:pt x="20166" y="19656"/>
                </a:lnTo>
                <a:lnTo>
                  <a:pt x="20306" y="19528"/>
                </a:lnTo>
                <a:lnTo>
                  <a:pt x="20586" y="19268"/>
                </a:lnTo>
                <a:lnTo>
                  <a:pt x="20872" y="19140"/>
                </a:lnTo>
                <a:lnTo>
                  <a:pt x="21153" y="19012"/>
                </a:lnTo>
                <a:lnTo>
                  <a:pt x="21433" y="18885"/>
                </a:lnTo>
                <a:lnTo>
                  <a:pt x="21859" y="18624"/>
                </a:lnTo>
                <a:lnTo>
                  <a:pt x="22140" y="18624"/>
                </a:lnTo>
                <a:lnTo>
                  <a:pt x="22420" y="18497"/>
                </a:lnTo>
                <a:lnTo>
                  <a:pt x="22700" y="18369"/>
                </a:lnTo>
                <a:lnTo>
                  <a:pt x="22846" y="18114"/>
                </a:lnTo>
                <a:lnTo>
                  <a:pt x="23127" y="17986"/>
                </a:lnTo>
                <a:lnTo>
                  <a:pt x="23407" y="17853"/>
                </a:lnTo>
                <a:lnTo>
                  <a:pt x="23687" y="17726"/>
                </a:lnTo>
                <a:lnTo>
                  <a:pt x="24114" y="17471"/>
                </a:lnTo>
                <a:lnTo>
                  <a:pt x="24394" y="17343"/>
                </a:lnTo>
                <a:lnTo>
                  <a:pt x="24680" y="17215"/>
                </a:lnTo>
                <a:lnTo>
                  <a:pt x="24960" y="17088"/>
                </a:lnTo>
                <a:lnTo>
                  <a:pt x="25241" y="16827"/>
                </a:lnTo>
                <a:lnTo>
                  <a:pt x="25381" y="16700"/>
                </a:lnTo>
                <a:lnTo>
                  <a:pt x="25667" y="16572"/>
                </a:lnTo>
                <a:lnTo>
                  <a:pt x="26088" y="16444"/>
                </a:lnTo>
                <a:lnTo>
                  <a:pt x="26368" y="16317"/>
                </a:lnTo>
                <a:lnTo>
                  <a:pt x="26654" y="16184"/>
                </a:lnTo>
                <a:lnTo>
                  <a:pt x="26934" y="16056"/>
                </a:lnTo>
                <a:lnTo>
                  <a:pt x="27215" y="15929"/>
                </a:lnTo>
                <a:lnTo>
                  <a:pt x="27495" y="15673"/>
                </a:lnTo>
                <a:lnTo>
                  <a:pt x="27641" y="15546"/>
                </a:lnTo>
                <a:lnTo>
                  <a:pt x="28062" y="15413"/>
                </a:lnTo>
                <a:lnTo>
                  <a:pt x="28342" y="15285"/>
                </a:lnTo>
                <a:lnTo>
                  <a:pt x="28628" y="15030"/>
                </a:lnTo>
                <a:lnTo>
                  <a:pt x="28908" y="14903"/>
                </a:lnTo>
                <a:lnTo>
                  <a:pt x="29189" y="14775"/>
                </a:lnTo>
                <a:lnTo>
                  <a:pt x="29475" y="14647"/>
                </a:lnTo>
                <a:lnTo>
                  <a:pt x="29755" y="14387"/>
                </a:lnTo>
                <a:lnTo>
                  <a:pt x="30035" y="14259"/>
                </a:lnTo>
                <a:lnTo>
                  <a:pt x="30316" y="14132"/>
                </a:lnTo>
                <a:lnTo>
                  <a:pt x="30602" y="14004"/>
                </a:lnTo>
                <a:lnTo>
                  <a:pt x="30882" y="13876"/>
                </a:lnTo>
                <a:lnTo>
                  <a:pt x="31163" y="13743"/>
                </a:lnTo>
                <a:lnTo>
                  <a:pt x="31449" y="13616"/>
                </a:lnTo>
                <a:lnTo>
                  <a:pt x="31729" y="13488"/>
                </a:lnTo>
                <a:lnTo>
                  <a:pt x="32009" y="13233"/>
                </a:lnTo>
                <a:lnTo>
                  <a:pt x="32436" y="13105"/>
                </a:lnTo>
                <a:lnTo>
                  <a:pt x="32716" y="12973"/>
                </a:lnTo>
                <a:lnTo>
                  <a:pt x="32856" y="12845"/>
                </a:lnTo>
                <a:lnTo>
                  <a:pt x="33137" y="12590"/>
                </a:lnTo>
                <a:lnTo>
                  <a:pt x="33423" y="12462"/>
                </a:lnTo>
                <a:lnTo>
                  <a:pt x="33703" y="12334"/>
                </a:lnTo>
                <a:lnTo>
                  <a:pt x="33983" y="12202"/>
                </a:lnTo>
                <a:lnTo>
                  <a:pt x="34410" y="11946"/>
                </a:lnTo>
                <a:lnTo>
                  <a:pt x="34690" y="11819"/>
                </a:lnTo>
                <a:lnTo>
                  <a:pt x="34970" y="11691"/>
                </a:lnTo>
                <a:lnTo>
                  <a:pt x="35257" y="11691"/>
                </a:lnTo>
                <a:lnTo>
                  <a:pt x="35397" y="11436"/>
                </a:lnTo>
                <a:lnTo>
                  <a:pt x="35677" y="11303"/>
                </a:lnTo>
                <a:lnTo>
                  <a:pt x="35957" y="11175"/>
                </a:lnTo>
                <a:lnTo>
                  <a:pt x="36244" y="11048"/>
                </a:lnTo>
                <a:lnTo>
                  <a:pt x="36664" y="10793"/>
                </a:lnTo>
                <a:lnTo>
                  <a:pt x="36944" y="10665"/>
                </a:lnTo>
                <a:lnTo>
                  <a:pt x="37231" y="10532"/>
                </a:lnTo>
                <a:lnTo>
                  <a:pt x="37511" y="10404"/>
                </a:lnTo>
                <a:lnTo>
                  <a:pt x="37791" y="10149"/>
                </a:lnTo>
                <a:lnTo>
                  <a:pt x="37931" y="10022"/>
                </a:lnTo>
                <a:lnTo>
                  <a:pt x="38218" y="9894"/>
                </a:lnTo>
                <a:lnTo>
                  <a:pt x="38638" y="9761"/>
                </a:lnTo>
                <a:lnTo>
                  <a:pt x="38918" y="9506"/>
                </a:lnTo>
                <a:lnTo>
                  <a:pt x="39205" y="9378"/>
                </a:lnTo>
                <a:lnTo>
                  <a:pt x="39485" y="9378"/>
                </a:lnTo>
                <a:lnTo>
                  <a:pt x="39765" y="9251"/>
                </a:lnTo>
                <a:lnTo>
                  <a:pt x="40051" y="8990"/>
                </a:lnTo>
                <a:lnTo>
                  <a:pt x="40332" y="8863"/>
                </a:lnTo>
                <a:lnTo>
                  <a:pt x="40612" y="8735"/>
                </a:lnTo>
                <a:lnTo>
                  <a:pt x="40892" y="8607"/>
                </a:lnTo>
                <a:lnTo>
                  <a:pt x="41179" y="8352"/>
                </a:lnTo>
                <a:lnTo>
                  <a:pt x="41459" y="8225"/>
                </a:lnTo>
                <a:lnTo>
                  <a:pt x="41739" y="8092"/>
                </a:lnTo>
                <a:lnTo>
                  <a:pt x="42025" y="7964"/>
                </a:lnTo>
                <a:lnTo>
                  <a:pt x="42306" y="7709"/>
                </a:lnTo>
                <a:lnTo>
                  <a:pt x="42586" y="7581"/>
                </a:lnTo>
                <a:lnTo>
                  <a:pt x="42866" y="7454"/>
                </a:lnTo>
                <a:lnTo>
                  <a:pt x="43153" y="7321"/>
                </a:lnTo>
                <a:lnTo>
                  <a:pt x="43433" y="7066"/>
                </a:lnTo>
                <a:lnTo>
                  <a:pt x="43713" y="6938"/>
                </a:lnTo>
                <a:lnTo>
                  <a:pt x="43999" y="6938"/>
                </a:lnTo>
                <a:lnTo>
                  <a:pt x="44280" y="6810"/>
                </a:lnTo>
                <a:lnTo>
                  <a:pt x="44560" y="6550"/>
                </a:lnTo>
                <a:lnTo>
                  <a:pt x="44986" y="6422"/>
                </a:lnTo>
                <a:lnTo>
                  <a:pt x="45267" y="6295"/>
                </a:lnTo>
                <a:lnTo>
                  <a:pt x="45407" y="6167"/>
                </a:lnTo>
                <a:lnTo>
                  <a:pt x="45687" y="5912"/>
                </a:lnTo>
                <a:lnTo>
                  <a:pt x="45973" y="5784"/>
                </a:lnTo>
                <a:lnTo>
                  <a:pt x="46254" y="5651"/>
                </a:lnTo>
                <a:lnTo>
                  <a:pt x="46534" y="5524"/>
                </a:lnTo>
                <a:lnTo>
                  <a:pt x="46960" y="5268"/>
                </a:lnTo>
                <a:lnTo>
                  <a:pt x="47241" y="5141"/>
                </a:lnTo>
                <a:lnTo>
                  <a:pt x="47521" y="5013"/>
                </a:lnTo>
                <a:lnTo>
                  <a:pt x="47807" y="4880"/>
                </a:lnTo>
                <a:lnTo>
                  <a:pt x="47947" y="4625"/>
                </a:lnTo>
                <a:lnTo>
                  <a:pt x="48228" y="4625"/>
                </a:lnTo>
                <a:lnTo>
                  <a:pt x="48508" y="4498"/>
                </a:lnTo>
                <a:lnTo>
                  <a:pt x="48794" y="4370"/>
                </a:lnTo>
                <a:lnTo>
                  <a:pt x="49215" y="4109"/>
                </a:lnTo>
                <a:lnTo>
                  <a:pt x="49495" y="3982"/>
                </a:lnTo>
                <a:lnTo>
                  <a:pt x="49781" y="3854"/>
                </a:lnTo>
                <a:lnTo>
                  <a:pt x="50061" y="3727"/>
                </a:lnTo>
                <a:lnTo>
                  <a:pt x="50342" y="3471"/>
                </a:lnTo>
                <a:lnTo>
                  <a:pt x="50482" y="3344"/>
                </a:lnTo>
                <a:lnTo>
                  <a:pt x="50768" y="3211"/>
                </a:lnTo>
                <a:lnTo>
                  <a:pt x="51189" y="3083"/>
                </a:lnTo>
                <a:lnTo>
                  <a:pt x="51469" y="2828"/>
                </a:lnTo>
                <a:lnTo>
                  <a:pt x="51755" y="2700"/>
                </a:lnTo>
                <a:lnTo>
                  <a:pt x="52035" y="2573"/>
                </a:lnTo>
                <a:lnTo>
                  <a:pt x="52316" y="2440"/>
                </a:lnTo>
                <a:lnTo>
                  <a:pt x="52602" y="2312"/>
                </a:lnTo>
                <a:lnTo>
                  <a:pt x="52882" y="2185"/>
                </a:lnTo>
                <a:lnTo>
                  <a:pt x="53163" y="2057"/>
                </a:lnTo>
                <a:lnTo>
                  <a:pt x="53449" y="1929"/>
                </a:lnTo>
                <a:lnTo>
                  <a:pt x="53729" y="1669"/>
                </a:lnTo>
                <a:lnTo>
                  <a:pt x="54009" y="1541"/>
                </a:lnTo>
                <a:lnTo>
                  <a:pt x="54290" y="1414"/>
                </a:lnTo>
                <a:lnTo>
                  <a:pt x="54576" y="1286"/>
                </a:lnTo>
                <a:lnTo>
                  <a:pt x="54856" y="1031"/>
                </a:lnTo>
                <a:lnTo>
                  <a:pt x="55137" y="898"/>
                </a:lnTo>
                <a:lnTo>
                  <a:pt x="55423" y="770"/>
                </a:lnTo>
                <a:lnTo>
                  <a:pt x="55703" y="643"/>
                </a:lnTo>
                <a:lnTo>
                  <a:pt x="55983" y="388"/>
                </a:lnTo>
                <a:lnTo>
                  <a:pt x="56264" y="260"/>
                </a:lnTo>
                <a:lnTo>
                  <a:pt x="56550" y="132"/>
                </a:lnTo>
                <a:lnTo>
                  <a:pt x="56830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510026" y="3526341"/>
            <a:ext cx="56690" cy="30332"/>
          </a:xfrm>
          <a:custGeom>
            <a:avLst/>
            <a:gdLst/>
            <a:ahLst/>
            <a:cxnLst/>
            <a:rect l="l" t="t" r="r" b="b"/>
            <a:pathLst>
              <a:path w="56690" h="30332">
                <a:moveTo>
                  <a:pt x="0" y="30332"/>
                </a:moveTo>
                <a:lnTo>
                  <a:pt x="280" y="30204"/>
                </a:lnTo>
                <a:lnTo>
                  <a:pt x="706" y="30077"/>
                </a:lnTo>
                <a:lnTo>
                  <a:pt x="986" y="29949"/>
                </a:lnTo>
                <a:lnTo>
                  <a:pt x="1127" y="29821"/>
                </a:lnTo>
                <a:lnTo>
                  <a:pt x="1413" y="29561"/>
                </a:lnTo>
                <a:lnTo>
                  <a:pt x="1693" y="29433"/>
                </a:lnTo>
                <a:lnTo>
                  <a:pt x="1973" y="29306"/>
                </a:lnTo>
                <a:lnTo>
                  <a:pt x="2254" y="29178"/>
                </a:lnTo>
                <a:lnTo>
                  <a:pt x="2680" y="28923"/>
                </a:lnTo>
                <a:lnTo>
                  <a:pt x="2960" y="28790"/>
                </a:lnTo>
                <a:lnTo>
                  <a:pt x="3241" y="28662"/>
                </a:lnTo>
                <a:lnTo>
                  <a:pt x="3527" y="28535"/>
                </a:lnTo>
                <a:lnTo>
                  <a:pt x="3667" y="28280"/>
                </a:lnTo>
                <a:lnTo>
                  <a:pt x="3947" y="28152"/>
                </a:lnTo>
                <a:lnTo>
                  <a:pt x="4228" y="28024"/>
                </a:lnTo>
                <a:lnTo>
                  <a:pt x="4514" y="28024"/>
                </a:lnTo>
                <a:lnTo>
                  <a:pt x="4934" y="27764"/>
                </a:lnTo>
                <a:lnTo>
                  <a:pt x="5215" y="27636"/>
                </a:lnTo>
                <a:lnTo>
                  <a:pt x="5501" y="27509"/>
                </a:lnTo>
                <a:lnTo>
                  <a:pt x="5781" y="27381"/>
                </a:lnTo>
                <a:lnTo>
                  <a:pt x="6062" y="27121"/>
                </a:lnTo>
                <a:lnTo>
                  <a:pt x="6208" y="26993"/>
                </a:lnTo>
                <a:lnTo>
                  <a:pt x="6488" y="26865"/>
                </a:lnTo>
                <a:lnTo>
                  <a:pt x="6908" y="26738"/>
                </a:lnTo>
                <a:lnTo>
                  <a:pt x="7195" y="26482"/>
                </a:lnTo>
                <a:lnTo>
                  <a:pt x="7475" y="26350"/>
                </a:lnTo>
                <a:lnTo>
                  <a:pt x="7755" y="26222"/>
                </a:lnTo>
                <a:lnTo>
                  <a:pt x="8036" y="26094"/>
                </a:lnTo>
                <a:lnTo>
                  <a:pt x="8322" y="25839"/>
                </a:lnTo>
                <a:lnTo>
                  <a:pt x="8602" y="25712"/>
                </a:lnTo>
                <a:lnTo>
                  <a:pt x="8882" y="25712"/>
                </a:lnTo>
                <a:lnTo>
                  <a:pt x="9169" y="25584"/>
                </a:lnTo>
                <a:lnTo>
                  <a:pt x="9449" y="25323"/>
                </a:lnTo>
                <a:lnTo>
                  <a:pt x="9729" y="25196"/>
                </a:lnTo>
                <a:lnTo>
                  <a:pt x="10015" y="25068"/>
                </a:lnTo>
                <a:lnTo>
                  <a:pt x="10296" y="24941"/>
                </a:lnTo>
                <a:lnTo>
                  <a:pt x="10576" y="24680"/>
                </a:lnTo>
                <a:lnTo>
                  <a:pt x="10856" y="24552"/>
                </a:lnTo>
                <a:lnTo>
                  <a:pt x="11143" y="24425"/>
                </a:lnTo>
                <a:lnTo>
                  <a:pt x="11423" y="24297"/>
                </a:lnTo>
                <a:lnTo>
                  <a:pt x="11703" y="24042"/>
                </a:lnTo>
                <a:lnTo>
                  <a:pt x="11989" y="23909"/>
                </a:lnTo>
                <a:lnTo>
                  <a:pt x="12270" y="23782"/>
                </a:lnTo>
                <a:lnTo>
                  <a:pt x="12550" y="23654"/>
                </a:lnTo>
                <a:lnTo>
                  <a:pt x="12830" y="23399"/>
                </a:lnTo>
                <a:lnTo>
                  <a:pt x="13257" y="23399"/>
                </a:lnTo>
                <a:lnTo>
                  <a:pt x="13537" y="23271"/>
                </a:lnTo>
                <a:lnTo>
                  <a:pt x="13677" y="23138"/>
                </a:lnTo>
                <a:lnTo>
                  <a:pt x="13963" y="22883"/>
                </a:lnTo>
                <a:lnTo>
                  <a:pt x="14244" y="22755"/>
                </a:lnTo>
                <a:lnTo>
                  <a:pt x="14524" y="22628"/>
                </a:lnTo>
                <a:lnTo>
                  <a:pt x="14810" y="22500"/>
                </a:lnTo>
                <a:lnTo>
                  <a:pt x="15231" y="22240"/>
                </a:lnTo>
                <a:lnTo>
                  <a:pt x="15511" y="22112"/>
                </a:lnTo>
                <a:lnTo>
                  <a:pt x="15797" y="21984"/>
                </a:lnTo>
                <a:lnTo>
                  <a:pt x="16077" y="21857"/>
                </a:lnTo>
                <a:lnTo>
                  <a:pt x="16218" y="21602"/>
                </a:lnTo>
                <a:lnTo>
                  <a:pt x="16498" y="21469"/>
                </a:lnTo>
                <a:lnTo>
                  <a:pt x="16784" y="21341"/>
                </a:lnTo>
                <a:lnTo>
                  <a:pt x="17064" y="21214"/>
                </a:lnTo>
                <a:lnTo>
                  <a:pt x="17485" y="21086"/>
                </a:lnTo>
                <a:lnTo>
                  <a:pt x="17771" y="20958"/>
                </a:lnTo>
                <a:lnTo>
                  <a:pt x="18051" y="20831"/>
                </a:lnTo>
                <a:lnTo>
                  <a:pt x="18332" y="20698"/>
                </a:lnTo>
                <a:lnTo>
                  <a:pt x="18612" y="20443"/>
                </a:lnTo>
                <a:lnTo>
                  <a:pt x="18758" y="20315"/>
                </a:lnTo>
                <a:lnTo>
                  <a:pt x="19038" y="20187"/>
                </a:lnTo>
                <a:lnTo>
                  <a:pt x="19459" y="20060"/>
                </a:lnTo>
                <a:lnTo>
                  <a:pt x="19745" y="19799"/>
                </a:lnTo>
                <a:lnTo>
                  <a:pt x="20025" y="19672"/>
                </a:lnTo>
                <a:lnTo>
                  <a:pt x="20306" y="19544"/>
                </a:lnTo>
                <a:lnTo>
                  <a:pt x="20592" y="19416"/>
                </a:lnTo>
                <a:lnTo>
                  <a:pt x="20872" y="19161"/>
                </a:lnTo>
                <a:lnTo>
                  <a:pt x="21153" y="19028"/>
                </a:lnTo>
                <a:lnTo>
                  <a:pt x="21433" y="18901"/>
                </a:lnTo>
                <a:lnTo>
                  <a:pt x="21719" y="18773"/>
                </a:lnTo>
                <a:lnTo>
                  <a:pt x="21999" y="18646"/>
                </a:lnTo>
                <a:lnTo>
                  <a:pt x="22280" y="18518"/>
                </a:lnTo>
                <a:lnTo>
                  <a:pt x="22566" y="18390"/>
                </a:lnTo>
                <a:lnTo>
                  <a:pt x="22846" y="18257"/>
                </a:lnTo>
                <a:lnTo>
                  <a:pt x="23127" y="18002"/>
                </a:lnTo>
                <a:lnTo>
                  <a:pt x="23407" y="17875"/>
                </a:lnTo>
                <a:lnTo>
                  <a:pt x="23693" y="17747"/>
                </a:lnTo>
                <a:lnTo>
                  <a:pt x="23973" y="17619"/>
                </a:lnTo>
                <a:lnTo>
                  <a:pt x="24254" y="17359"/>
                </a:lnTo>
                <a:lnTo>
                  <a:pt x="24540" y="17231"/>
                </a:lnTo>
                <a:lnTo>
                  <a:pt x="24820" y="17104"/>
                </a:lnTo>
                <a:lnTo>
                  <a:pt x="25101" y="16976"/>
                </a:lnTo>
                <a:lnTo>
                  <a:pt x="25387" y="16721"/>
                </a:lnTo>
                <a:lnTo>
                  <a:pt x="25807" y="16588"/>
                </a:lnTo>
                <a:lnTo>
                  <a:pt x="26088" y="16460"/>
                </a:lnTo>
                <a:lnTo>
                  <a:pt x="26228" y="16333"/>
                </a:lnTo>
                <a:lnTo>
                  <a:pt x="26514" y="16205"/>
                </a:lnTo>
                <a:lnTo>
                  <a:pt x="26794" y="16078"/>
                </a:lnTo>
                <a:lnTo>
                  <a:pt x="27075" y="15950"/>
                </a:lnTo>
                <a:lnTo>
                  <a:pt x="27361" y="15817"/>
                </a:lnTo>
                <a:lnTo>
                  <a:pt x="27781" y="15562"/>
                </a:lnTo>
                <a:lnTo>
                  <a:pt x="28062" y="15434"/>
                </a:lnTo>
                <a:lnTo>
                  <a:pt x="28348" y="15307"/>
                </a:lnTo>
                <a:lnTo>
                  <a:pt x="28628" y="15179"/>
                </a:lnTo>
                <a:lnTo>
                  <a:pt x="28768" y="14918"/>
                </a:lnTo>
                <a:lnTo>
                  <a:pt x="29049" y="14791"/>
                </a:lnTo>
                <a:lnTo>
                  <a:pt x="29335" y="14663"/>
                </a:lnTo>
                <a:lnTo>
                  <a:pt x="29615" y="14536"/>
                </a:lnTo>
                <a:lnTo>
                  <a:pt x="30035" y="14280"/>
                </a:lnTo>
                <a:lnTo>
                  <a:pt x="30322" y="14148"/>
                </a:lnTo>
                <a:lnTo>
                  <a:pt x="30602" y="14020"/>
                </a:lnTo>
                <a:lnTo>
                  <a:pt x="30882" y="14020"/>
                </a:lnTo>
                <a:lnTo>
                  <a:pt x="31168" y="13765"/>
                </a:lnTo>
                <a:lnTo>
                  <a:pt x="31309" y="13637"/>
                </a:lnTo>
                <a:lnTo>
                  <a:pt x="31589" y="13509"/>
                </a:lnTo>
                <a:lnTo>
                  <a:pt x="32009" y="13377"/>
                </a:lnTo>
                <a:lnTo>
                  <a:pt x="32296" y="13121"/>
                </a:lnTo>
                <a:lnTo>
                  <a:pt x="32576" y="12994"/>
                </a:lnTo>
                <a:lnTo>
                  <a:pt x="32856" y="12866"/>
                </a:lnTo>
                <a:lnTo>
                  <a:pt x="33142" y="12739"/>
                </a:lnTo>
                <a:lnTo>
                  <a:pt x="33423" y="12478"/>
                </a:lnTo>
                <a:lnTo>
                  <a:pt x="33703" y="12350"/>
                </a:lnTo>
                <a:lnTo>
                  <a:pt x="33843" y="12223"/>
                </a:lnTo>
                <a:lnTo>
                  <a:pt x="34270" y="12095"/>
                </a:lnTo>
                <a:lnTo>
                  <a:pt x="34550" y="11840"/>
                </a:lnTo>
                <a:lnTo>
                  <a:pt x="34830" y="11707"/>
                </a:lnTo>
                <a:lnTo>
                  <a:pt x="35116" y="11707"/>
                </a:lnTo>
                <a:lnTo>
                  <a:pt x="35397" y="11579"/>
                </a:lnTo>
                <a:lnTo>
                  <a:pt x="35677" y="11324"/>
                </a:lnTo>
                <a:lnTo>
                  <a:pt x="35963" y="11197"/>
                </a:lnTo>
                <a:lnTo>
                  <a:pt x="36244" y="11069"/>
                </a:lnTo>
                <a:lnTo>
                  <a:pt x="36524" y="10936"/>
                </a:lnTo>
                <a:lnTo>
                  <a:pt x="36804" y="10681"/>
                </a:lnTo>
                <a:lnTo>
                  <a:pt x="37090" y="10553"/>
                </a:lnTo>
                <a:lnTo>
                  <a:pt x="37371" y="10426"/>
                </a:lnTo>
                <a:lnTo>
                  <a:pt x="37651" y="10298"/>
                </a:lnTo>
                <a:lnTo>
                  <a:pt x="37937" y="10038"/>
                </a:lnTo>
                <a:lnTo>
                  <a:pt x="38358" y="9910"/>
                </a:lnTo>
                <a:lnTo>
                  <a:pt x="38638" y="9782"/>
                </a:lnTo>
                <a:lnTo>
                  <a:pt x="38784" y="9655"/>
                </a:lnTo>
                <a:lnTo>
                  <a:pt x="39064" y="9394"/>
                </a:lnTo>
                <a:lnTo>
                  <a:pt x="39345" y="9394"/>
                </a:lnTo>
                <a:lnTo>
                  <a:pt x="39625" y="9267"/>
                </a:lnTo>
                <a:lnTo>
                  <a:pt x="39911" y="9139"/>
                </a:lnTo>
                <a:lnTo>
                  <a:pt x="40192" y="8884"/>
                </a:lnTo>
                <a:lnTo>
                  <a:pt x="40612" y="8756"/>
                </a:lnTo>
                <a:lnTo>
                  <a:pt x="40898" y="8629"/>
                </a:lnTo>
                <a:lnTo>
                  <a:pt x="41179" y="8496"/>
                </a:lnTo>
                <a:lnTo>
                  <a:pt x="41319" y="8241"/>
                </a:lnTo>
                <a:lnTo>
                  <a:pt x="41599" y="8113"/>
                </a:lnTo>
                <a:lnTo>
                  <a:pt x="41885" y="7985"/>
                </a:lnTo>
                <a:lnTo>
                  <a:pt x="42166" y="7858"/>
                </a:lnTo>
                <a:lnTo>
                  <a:pt x="42586" y="7597"/>
                </a:lnTo>
                <a:lnTo>
                  <a:pt x="42872" y="7470"/>
                </a:lnTo>
                <a:lnTo>
                  <a:pt x="43153" y="7342"/>
                </a:lnTo>
                <a:lnTo>
                  <a:pt x="43433" y="7214"/>
                </a:lnTo>
                <a:lnTo>
                  <a:pt x="43719" y="7087"/>
                </a:lnTo>
                <a:lnTo>
                  <a:pt x="43859" y="6954"/>
                </a:lnTo>
                <a:lnTo>
                  <a:pt x="44140" y="6826"/>
                </a:lnTo>
                <a:lnTo>
                  <a:pt x="44566" y="6699"/>
                </a:lnTo>
                <a:lnTo>
                  <a:pt x="44846" y="6443"/>
                </a:lnTo>
                <a:lnTo>
                  <a:pt x="45126" y="6316"/>
                </a:lnTo>
                <a:lnTo>
                  <a:pt x="45407" y="6183"/>
                </a:lnTo>
                <a:lnTo>
                  <a:pt x="45693" y="6055"/>
                </a:lnTo>
                <a:lnTo>
                  <a:pt x="45973" y="5800"/>
                </a:lnTo>
                <a:lnTo>
                  <a:pt x="46254" y="5673"/>
                </a:lnTo>
                <a:lnTo>
                  <a:pt x="46394" y="5545"/>
                </a:lnTo>
                <a:lnTo>
                  <a:pt x="46820" y="5417"/>
                </a:lnTo>
                <a:lnTo>
                  <a:pt x="47100" y="5157"/>
                </a:lnTo>
                <a:lnTo>
                  <a:pt x="47381" y="5029"/>
                </a:lnTo>
                <a:lnTo>
                  <a:pt x="47667" y="4902"/>
                </a:lnTo>
                <a:lnTo>
                  <a:pt x="47947" y="4774"/>
                </a:lnTo>
                <a:lnTo>
                  <a:pt x="48228" y="4646"/>
                </a:lnTo>
                <a:lnTo>
                  <a:pt x="48514" y="4513"/>
                </a:lnTo>
                <a:lnTo>
                  <a:pt x="48934" y="4386"/>
                </a:lnTo>
                <a:lnTo>
                  <a:pt x="49074" y="4258"/>
                </a:lnTo>
                <a:lnTo>
                  <a:pt x="49361" y="4003"/>
                </a:lnTo>
                <a:lnTo>
                  <a:pt x="49641" y="3875"/>
                </a:lnTo>
                <a:lnTo>
                  <a:pt x="49921" y="3743"/>
                </a:lnTo>
                <a:lnTo>
                  <a:pt x="50202" y="3615"/>
                </a:lnTo>
                <a:lnTo>
                  <a:pt x="50488" y="3360"/>
                </a:lnTo>
                <a:lnTo>
                  <a:pt x="50908" y="3232"/>
                </a:lnTo>
                <a:lnTo>
                  <a:pt x="51189" y="3105"/>
                </a:lnTo>
                <a:lnTo>
                  <a:pt x="51475" y="2977"/>
                </a:lnTo>
                <a:lnTo>
                  <a:pt x="51615" y="2716"/>
                </a:lnTo>
                <a:lnTo>
                  <a:pt x="51895" y="2589"/>
                </a:lnTo>
                <a:lnTo>
                  <a:pt x="52176" y="2461"/>
                </a:lnTo>
                <a:lnTo>
                  <a:pt x="52462" y="2461"/>
                </a:lnTo>
                <a:lnTo>
                  <a:pt x="52742" y="2206"/>
                </a:lnTo>
                <a:lnTo>
                  <a:pt x="53168" y="2073"/>
                </a:lnTo>
                <a:lnTo>
                  <a:pt x="53449" y="1945"/>
                </a:lnTo>
                <a:lnTo>
                  <a:pt x="53729" y="1807"/>
                </a:lnTo>
                <a:lnTo>
                  <a:pt x="53869" y="1541"/>
                </a:lnTo>
                <a:lnTo>
                  <a:pt x="54155" y="1435"/>
                </a:lnTo>
                <a:lnTo>
                  <a:pt x="54436" y="1329"/>
                </a:lnTo>
                <a:lnTo>
                  <a:pt x="54716" y="1169"/>
                </a:lnTo>
                <a:lnTo>
                  <a:pt x="55142" y="903"/>
                </a:lnTo>
                <a:lnTo>
                  <a:pt x="55423" y="797"/>
                </a:lnTo>
                <a:lnTo>
                  <a:pt x="55703" y="638"/>
                </a:lnTo>
                <a:lnTo>
                  <a:pt x="55983" y="531"/>
                </a:lnTo>
                <a:lnTo>
                  <a:pt x="56270" y="265"/>
                </a:lnTo>
                <a:lnTo>
                  <a:pt x="56410" y="159"/>
                </a:lnTo>
                <a:lnTo>
                  <a:pt x="56690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566716" y="3496195"/>
            <a:ext cx="56976" cy="30146"/>
          </a:xfrm>
          <a:custGeom>
            <a:avLst/>
            <a:gdLst/>
            <a:ahLst/>
            <a:cxnLst/>
            <a:rect l="l" t="t" r="r" b="b"/>
            <a:pathLst>
              <a:path w="56976" h="30146">
                <a:moveTo>
                  <a:pt x="0" y="30146"/>
                </a:moveTo>
                <a:lnTo>
                  <a:pt x="426" y="30146"/>
                </a:lnTo>
                <a:lnTo>
                  <a:pt x="706" y="29933"/>
                </a:lnTo>
                <a:lnTo>
                  <a:pt x="986" y="29774"/>
                </a:lnTo>
                <a:lnTo>
                  <a:pt x="1273" y="29667"/>
                </a:lnTo>
                <a:lnTo>
                  <a:pt x="1553" y="29508"/>
                </a:lnTo>
                <a:lnTo>
                  <a:pt x="1833" y="29242"/>
                </a:lnTo>
                <a:lnTo>
                  <a:pt x="2114" y="29136"/>
                </a:lnTo>
                <a:lnTo>
                  <a:pt x="2260" y="29029"/>
                </a:lnTo>
                <a:lnTo>
                  <a:pt x="2680" y="28870"/>
                </a:lnTo>
                <a:lnTo>
                  <a:pt x="2960" y="28604"/>
                </a:lnTo>
                <a:lnTo>
                  <a:pt x="3247" y="28498"/>
                </a:lnTo>
                <a:lnTo>
                  <a:pt x="3527" y="28391"/>
                </a:lnTo>
                <a:lnTo>
                  <a:pt x="3807" y="28232"/>
                </a:lnTo>
                <a:lnTo>
                  <a:pt x="4088" y="27966"/>
                </a:lnTo>
                <a:lnTo>
                  <a:pt x="4374" y="27860"/>
                </a:lnTo>
                <a:lnTo>
                  <a:pt x="4794" y="27860"/>
                </a:lnTo>
                <a:lnTo>
                  <a:pt x="4934" y="27700"/>
                </a:lnTo>
                <a:lnTo>
                  <a:pt x="5221" y="27487"/>
                </a:lnTo>
                <a:lnTo>
                  <a:pt x="5501" y="27328"/>
                </a:lnTo>
                <a:lnTo>
                  <a:pt x="5781" y="27222"/>
                </a:lnTo>
                <a:lnTo>
                  <a:pt x="6067" y="27062"/>
                </a:lnTo>
                <a:lnTo>
                  <a:pt x="6348" y="26849"/>
                </a:lnTo>
                <a:lnTo>
                  <a:pt x="6768" y="26690"/>
                </a:lnTo>
                <a:lnTo>
                  <a:pt x="7054" y="26584"/>
                </a:lnTo>
                <a:lnTo>
                  <a:pt x="7335" y="26424"/>
                </a:lnTo>
                <a:lnTo>
                  <a:pt x="7475" y="26158"/>
                </a:lnTo>
                <a:lnTo>
                  <a:pt x="7755" y="26052"/>
                </a:lnTo>
                <a:lnTo>
                  <a:pt x="8041" y="25946"/>
                </a:lnTo>
                <a:lnTo>
                  <a:pt x="8322" y="25786"/>
                </a:lnTo>
                <a:lnTo>
                  <a:pt x="8602" y="25520"/>
                </a:lnTo>
                <a:lnTo>
                  <a:pt x="9028" y="25520"/>
                </a:lnTo>
                <a:lnTo>
                  <a:pt x="9309" y="25414"/>
                </a:lnTo>
                <a:lnTo>
                  <a:pt x="9589" y="25307"/>
                </a:lnTo>
                <a:lnTo>
                  <a:pt x="9875" y="25042"/>
                </a:lnTo>
                <a:lnTo>
                  <a:pt x="10015" y="24882"/>
                </a:lnTo>
                <a:lnTo>
                  <a:pt x="10296" y="24776"/>
                </a:lnTo>
                <a:lnTo>
                  <a:pt x="10576" y="24669"/>
                </a:lnTo>
                <a:lnTo>
                  <a:pt x="11002" y="24404"/>
                </a:lnTo>
                <a:lnTo>
                  <a:pt x="11283" y="24244"/>
                </a:lnTo>
                <a:lnTo>
                  <a:pt x="11563" y="24138"/>
                </a:lnTo>
                <a:lnTo>
                  <a:pt x="11849" y="23978"/>
                </a:lnTo>
                <a:lnTo>
                  <a:pt x="12130" y="23766"/>
                </a:lnTo>
                <a:lnTo>
                  <a:pt x="12410" y="23606"/>
                </a:lnTo>
                <a:lnTo>
                  <a:pt x="12550" y="23500"/>
                </a:lnTo>
                <a:lnTo>
                  <a:pt x="12976" y="23340"/>
                </a:lnTo>
                <a:lnTo>
                  <a:pt x="13257" y="23234"/>
                </a:lnTo>
                <a:lnTo>
                  <a:pt x="13537" y="23128"/>
                </a:lnTo>
                <a:lnTo>
                  <a:pt x="13823" y="22968"/>
                </a:lnTo>
                <a:lnTo>
                  <a:pt x="14104" y="22862"/>
                </a:lnTo>
                <a:lnTo>
                  <a:pt x="14384" y="22596"/>
                </a:lnTo>
                <a:lnTo>
                  <a:pt x="14670" y="22436"/>
                </a:lnTo>
                <a:lnTo>
                  <a:pt x="14810" y="22330"/>
                </a:lnTo>
                <a:lnTo>
                  <a:pt x="15231" y="22224"/>
                </a:lnTo>
                <a:lnTo>
                  <a:pt x="15511" y="21958"/>
                </a:lnTo>
                <a:lnTo>
                  <a:pt x="15797" y="21798"/>
                </a:lnTo>
                <a:lnTo>
                  <a:pt x="16077" y="21692"/>
                </a:lnTo>
                <a:lnTo>
                  <a:pt x="16358" y="21586"/>
                </a:lnTo>
                <a:lnTo>
                  <a:pt x="16644" y="21320"/>
                </a:lnTo>
                <a:lnTo>
                  <a:pt x="16924" y="21160"/>
                </a:lnTo>
                <a:lnTo>
                  <a:pt x="17345" y="21054"/>
                </a:lnTo>
                <a:lnTo>
                  <a:pt x="17485" y="20895"/>
                </a:lnTo>
                <a:lnTo>
                  <a:pt x="17771" y="20788"/>
                </a:lnTo>
                <a:lnTo>
                  <a:pt x="18051" y="20682"/>
                </a:lnTo>
                <a:lnTo>
                  <a:pt x="18332" y="20522"/>
                </a:lnTo>
                <a:lnTo>
                  <a:pt x="18618" y="20416"/>
                </a:lnTo>
                <a:lnTo>
                  <a:pt x="18898" y="20150"/>
                </a:lnTo>
                <a:lnTo>
                  <a:pt x="19319" y="20044"/>
                </a:lnTo>
                <a:lnTo>
                  <a:pt x="19605" y="19884"/>
                </a:lnTo>
                <a:lnTo>
                  <a:pt x="19885" y="19778"/>
                </a:lnTo>
                <a:lnTo>
                  <a:pt x="20025" y="19512"/>
                </a:lnTo>
                <a:lnTo>
                  <a:pt x="20306" y="19353"/>
                </a:lnTo>
                <a:lnTo>
                  <a:pt x="20592" y="19246"/>
                </a:lnTo>
                <a:lnTo>
                  <a:pt x="20872" y="19140"/>
                </a:lnTo>
                <a:lnTo>
                  <a:pt x="21153" y="18874"/>
                </a:lnTo>
                <a:lnTo>
                  <a:pt x="21579" y="18715"/>
                </a:lnTo>
                <a:lnTo>
                  <a:pt x="21859" y="18608"/>
                </a:lnTo>
                <a:lnTo>
                  <a:pt x="22140" y="18608"/>
                </a:lnTo>
                <a:lnTo>
                  <a:pt x="22426" y="18342"/>
                </a:lnTo>
                <a:lnTo>
                  <a:pt x="22566" y="18236"/>
                </a:lnTo>
                <a:lnTo>
                  <a:pt x="22846" y="18077"/>
                </a:lnTo>
                <a:lnTo>
                  <a:pt x="23127" y="17970"/>
                </a:lnTo>
                <a:lnTo>
                  <a:pt x="23553" y="17704"/>
                </a:lnTo>
                <a:lnTo>
                  <a:pt x="23833" y="17598"/>
                </a:lnTo>
                <a:lnTo>
                  <a:pt x="24114" y="17439"/>
                </a:lnTo>
                <a:lnTo>
                  <a:pt x="24400" y="17332"/>
                </a:lnTo>
                <a:lnTo>
                  <a:pt x="24680" y="17066"/>
                </a:lnTo>
                <a:lnTo>
                  <a:pt x="24960" y="16960"/>
                </a:lnTo>
                <a:lnTo>
                  <a:pt x="25101" y="16801"/>
                </a:lnTo>
                <a:lnTo>
                  <a:pt x="25527" y="16694"/>
                </a:lnTo>
                <a:lnTo>
                  <a:pt x="25807" y="16428"/>
                </a:lnTo>
                <a:lnTo>
                  <a:pt x="26088" y="16269"/>
                </a:lnTo>
                <a:lnTo>
                  <a:pt x="26374" y="16269"/>
                </a:lnTo>
                <a:lnTo>
                  <a:pt x="26654" y="16056"/>
                </a:lnTo>
                <a:lnTo>
                  <a:pt x="26934" y="15897"/>
                </a:lnTo>
                <a:lnTo>
                  <a:pt x="27221" y="15790"/>
                </a:lnTo>
                <a:lnTo>
                  <a:pt x="27501" y="15631"/>
                </a:lnTo>
                <a:lnTo>
                  <a:pt x="27781" y="15418"/>
                </a:lnTo>
                <a:lnTo>
                  <a:pt x="28062" y="15259"/>
                </a:lnTo>
                <a:lnTo>
                  <a:pt x="28348" y="15152"/>
                </a:lnTo>
                <a:lnTo>
                  <a:pt x="28628" y="14993"/>
                </a:lnTo>
                <a:lnTo>
                  <a:pt x="28908" y="14727"/>
                </a:lnTo>
                <a:lnTo>
                  <a:pt x="29195" y="14621"/>
                </a:lnTo>
                <a:lnTo>
                  <a:pt x="29475" y="14514"/>
                </a:lnTo>
                <a:lnTo>
                  <a:pt x="29895" y="14355"/>
                </a:lnTo>
                <a:lnTo>
                  <a:pt x="30041" y="14089"/>
                </a:lnTo>
                <a:lnTo>
                  <a:pt x="30322" y="13983"/>
                </a:lnTo>
                <a:lnTo>
                  <a:pt x="30602" y="13983"/>
                </a:lnTo>
                <a:lnTo>
                  <a:pt x="30882" y="13876"/>
                </a:lnTo>
                <a:lnTo>
                  <a:pt x="31168" y="13611"/>
                </a:lnTo>
                <a:lnTo>
                  <a:pt x="31449" y="13451"/>
                </a:lnTo>
                <a:lnTo>
                  <a:pt x="31869" y="13345"/>
                </a:lnTo>
                <a:lnTo>
                  <a:pt x="32155" y="13185"/>
                </a:lnTo>
                <a:lnTo>
                  <a:pt x="32436" y="12973"/>
                </a:lnTo>
                <a:lnTo>
                  <a:pt x="32576" y="12813"/>
                </a:lnTo>
                <a:lnTo>
                  <a:pt x="32856" y="12707"/>
                </a:lnTo>
                <a:lnTo>
                  <a:pt x="33142" y="12547"/>
                </a:lnTo>
                <a:lnTo>
                  <a:pt x="33423" y="12334"/>
                </a:lnTo>
                <a:lnTo>
                  <a:pt x="33703" y="12175"/>
                </a:lnTo>
                <a:lnTo>
                  <a:pt x="34129" y="12069"/>
                </a:lnTo>
                <a:lnTo>
                  <a:pt x="34410" y="11909"/>
                </a:lnTo>
                <a:lnTo>
                  <a:pt x="34690" y="11696"/>
                </a:lnTo>
                <a:lnTo>
                  <a:pt x="34976" y="11537"/>
                </a:lnTo>
                <a:lnTo>
                  <a:pt x="35116" y="11537"/>
                </a:lnTo>
                <a:lnTo>
                  <a:pt x="35397" y="11431"/>
                </a:lnTo>
                <a:lnTo>
                  <a:pt x="35677" y="11165"/>
                </a:lnTo>
                <a:lnTo>
                  <a:pt x="36103" y="11005"/>
                </a:lnTo>
                <a:lnTo>
                  <a:pt x="36384" y="10899"/>
                </a:lnTo>
                <a:lnTo>
                  <a:pt x="36664" y="10793"/>
                </a:lnTo>
                <a:lnTo>
                  <a:pt x="36950" y="10527"/>
                </a:lnTo>
                <a:lnTo>
                  <a:pt x="37231" y="10367"/>
                </a:lnTo>
                <a:lnTo>
                  <a:pt x="37511" y="10261"/>
                </a:lnTo>
                <a:lnTo>
                  <a:pt x="37651" y="10155"/>
                </a:lnTo>
                <a:lnTo>
                  <a:pt x="38077" y="9889"/>
                </a:lnTo>
                <a:lnTo>
                  <a:pt x="38358" y="9729"/>
                </a:lnTo>
                <a:lnTo>
                  <a:pt x="38644" y="9623"/>
                </a:lnTo>
                <a:lnTo>
                  <a:pt x="38924" y="9463"/>
                </a:lnTo>
                <a:lnTo>
                  <a:pt x="39205" y="9251"/>
                </a:lnTo>
                <a:lnTo>
                  <a:pt x="39485" y="9251"/>
                </a:lnTo>
                <a:lnTo>
                  <a:pt x="39771" y="9091"/>
                </a:lnTo>
                <a:lnTo>
                  <a:pt x="40051" y="8985"/>
                </a:lnTo>
                <a:lnTo>
                  <a:pt x="40332" y="8719"/>
                </a:lnTo>
                <a:lnTo>
                  <a:pt x="40618" y="8613"/>
                </a:lnTo>
                <a:lnTo>
                  <a:pt x="40898" y="8453"/>
                </a:lnTo>
                <a:lnTo>
                  <a:pt x="41179" y="8347"/>
                </a:lnTo>
                <a:lnTo>
                  <a:pt x="41459" y="8081"/>
                </a:lnTo>
                <a:lnTo>
                  <a:pt x="41745" y="7922"/>
                </a:lnTo>
                <a:lnTo>
                  <a:pt x="42025" y="7815"/>
                </a:lnTo>
                <a:lnTo>
                  <a:pt x="42446" y="7709"/>
                </a:lnTo>
                <a:lnTo>
                  <a:pt x="42592" y="7443"/>
                </a:lnTo>
                <a:lnTo>
                  <a:pt x="42872" y="7284"/>
                </a:lnTo>
                <a:lnTo>
                  <a:pt x="43153" y="7177"/>
                </a:lnTo>
                <a:lnTo>
                  <a:pt x="43439" y="7071"/>
                </a:lnTo>
                <a:lnTo>
                  <a:pt x="43719" y="6911"/>
                </a:lnTo>
                <a:lnTo>
                  <a:pt x="43999" y="6805"/>
                </a:lnTo>
                <a:lnTo>
                  <a:pt x="44426" y="6646"/>
                </a:lnTo>
                <a:lnTo>
                  <a:pt x="44706" y="6539"/>
                </a:lnTo>
                <a:lnTo>
                  <a:pt x="44986" y="6273"/>
                </a:lnTo>
                <a:lnTo>
                  <a:pt x="45126" y="6167"/>
                </a:lnTo>
                <a:lnTo>
                  <a:pt x="45413" y="6007"/>
                </a:lnTo>
                <a:lnTo>
                  <a:pt x="45693" y="5901"/>
                </a:lnTo>
                <a:lnTo>
                  <a:pt x="45973" y="5635"/>
                </a:lnTo>
                <a:lnTo>
                  <a:pt x="46254" y="5529"/>
                </a:lnTo>
                <a:lnTo>
                  <a:pt x="46680" y="5369"/>
                </a:lnTo>
                <a:lnTo>
                  <a:pt x="46960" y="5263"/>
                </a:lnTo>
                <a:lnTo>
                  <a:pt x="47241" y="4997"/>
                </a:lnTo>
                <a:lnTo>
                  <a:pt x="47527" y="4838"/>
                </a:lnTo>
                <a:lnTo>
                  <a:pt x="47667" y="4731"/>
                </a:lnTo>
                <a:lnTo>
                  <a:pt x="47947" y="4625"/>
                </a:lnTo>
                <a:lnTo>
                  <a:pt x="48233" y="4466"/>
                </a:lnTo>
                <a:lnTo>
                  <a:pt x="48654" y="4359"/>
                </a:lnTo>
                <a:lnTo>
                  <a:pt x="48934" y="4200"/>
                </a:lnTo>
                <a:lnTo>
                  <a:pt x="49220" y="4093"/>
                </a:lnTo>
                <a:lnTo>
                  <a:pt x="49501" y="3828"/>
                </a:lnTo>
                <a:lnTo>
                  <a:pt x="49781" y="3721"/>
                </a:lnTo>
                <a:lnTo>
                  <a:pt x="50061" y="3562"/>
                </a:lnTo>
                <a:lnTo>
                  <a:pt x="50207" y="3455"/>
                </a:lnTo>
                <a:lnTo>
                  <a:pt x="50628" y="3190"/>
                </a:lnTo>
                <a:lnTo>
                  <a:pt x="50908" y="3083"/>
                </a:lnTo>
                <a:lnTo>
                  <a:pt x="51194" y="2924"/>
                </a:lnTo>
                <a:lnTo>
                  <a:pt x="51475" y="2817"/>
                </a:lnTo>
                <a:lnTo>
                  <a:pt x="51755" y="2552"/>
                </a:lnTo>
                <a:lnTo>
                  <a:pt x="52035" y="2445"/>
                </a:lnTo>
                <a:lnTo>
                  <a:pt x="52322" y="2286"/>
                </a:lnTo>
                <a:lnTo>
                  <a:pt x="52602" y="2286"/>
                </a:lnTo>
                <a:lnTo>
                  <a:pt x="52882" y="2020"/>
                </a:lnTo>
                <a:lnTo>
                  <a:pt x="53168" y="1914"/>
                </a:lnTo>
                <a:lnTo>
                  <a:pt x="53449" y="1754"/>
                </a:lnTo>
                <a:lnTo>
                  <a:pt x="53729" y="1648"/>
                </a:lnTo>
                <a:lnTo>
                  <a:pt x="54015" y="1382"/>
                </a:lnTo>
                <a:lnTo>
                  <a:pt x="54296" y="1276"/>
                </a:lnTo>
                <a:lnTo>
                  <a:pt x="54576" y="1116"/>
                </a:lnTo>
                <a:lnTo>
                  <a:pt x="55002" y="1010"/>
                </a:lnTo>
                <a:lnTo>
                  <a:pt x="55142" y="744"/>
                </a:lnTo>
                <a:lnTo>
                  <a:pt x="55423" y="638"/>
                </a:lnTo>
                <a:lnTo>
                  <a:pt x="55703" y="478"/>
                </a:lnTo>
                <a:lnTo>
                  <a:pt x="55989" y="372"/>
                </a:lnTo>
                <a:lnTo>
                  <a:pt x="56270" y="106"/>
                </a:lnTo>
                <a:lnTo>
                  <a:pt x="56550" y="0"/>
                </a:lnTo>
                <a:lnTo>
                  <a:pt x="56976" y="0"/>
                </a:lnTo>
              </a:path>
            </a:pathLst>
          </a:custGeom>
          <a:ln w="1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623693" y="3465889"/>
            <a:ext cx="56696" cy="30305"/>
          </a:xfrm>
          <a:custGeom>
            <a:avLst/>
            <a:gdLst/>
            <a:ahLst/>
            <a:cxnLst/>
            <a:rect l="l" t="t" r="r" b="b"/>
            <a:pathLst>
              <a:path w="56696" h="30305">
                <a:moveTo>
                  <a:pt x="0" y="30305"/>
                </a:moveTo>
                <a:lnTo>
                  <a:pt x="280" y="30146"/>
                </a:lnTo>
                <a:lnTo>
                  <a:pt x="560" y="29880"/>
                </a:lnTo>
                <a:lnTo>
                  <a:pt x="700" y="29774"/>
                </a:lnTo>
                <a:lnTo>
                  <a:pt x="986" y="29667"/>
                </a:lnTo>
                <a:lnTo>
                  <a:pt x="1267" y="29508"/>
                </a:lnTo>
                <a:lnTo>
                  <a:pt x="1547" y="29242"/>
                </a:lnTo>
                <a:lnTo>
                  <a:pt x="1833" y="29136"/>
                </a:lnTo>
                <a:lnTo>
                  <a:pt x="2254" y="28976"/>
                </a:lnTo>
                <a:lnTo>
                  <a:pt x="2534" y="28870"/>
                </a:lnTo>
                <a:lnTo>
                  <a:pt x="2820" y="28604"/>
                </a:lnTo>
                <a:lnTo>
                  <a:pt x="3101" y="28498"/>
                </a:lnTo>
                <a:lnTo>
                  <a:pt x="3241" y="28338"/>
                </a:lnTo>
                <a:lnTo>
                  <a:pt x="3521" y="28232"/>
                </a:lnTo>
                <a:lnTo>
                  <a:pt x="3807" y="27966"/>
                </a:lnTo>
                <a:lnTo>
                  <a:pt x="4228" y="27966"/>
                </a:lnTo>
                <a:lnTo>
                  <a:pt x="4508" y="27860"/>
                </a:lnTo>
                <a:lnTo>
                  <a:pt x="4794" y="27700"/>
                </a:lnTo>
                <a:lnTo>
                  <a:pt x="5075" y="27487"/>
                </a:lnTo>
                <a:lnTo>
                  <a:pt x="5355" y="27328"/>
                </a:lnTo>
                <a:lnTo>
                  <a:pt x="5641" y="27222"/>
                </a:lnTo>
                <a:lnTo>
                  <a:pt x="5781" y="27062"/>
                </a:lnTo>
                <a:lnTo>
                  <a:pt x="6062" y="26796"/>
                </a:lnTo>
                <a:lnTo>
                  <a:pt x="6482" y="26690"/>
                </a:lnTo>
                <a:lnTo>
                  <a:pt x="6768" y="26584"/>
                </a:lnTo>
                <a:lnTo>
                  <a:pt x="7049" y="26424"/>
                </a:lnTo>
                <a:lnTo>
                  <a:pt x="7329" y="26158"/>
                </a:lnTo>
                <a:lnTo>
                  <a:pt x="7615" y="26052"/>
                </a:lnTo>
                <a:lnTo>
                  <a:pt x="7895" y="25946"/>
                </a:lnTo>
                <a:lnTo>
                  <a:pt x="8176" y="25786"/>
                </a:lnTo>
                <a:lnTo>
                  <a:pt x="8456" y="25680"/>
                </a:lnTo>
                <a:lnTo>
                  <a:pt x="8742" y="25520"/>
                </a:lnTo>
                <a:lnTo>
                  <a:pt x="9023" y="25414"/>
                </a:lnTo>
                <a:lnTo>
                  <a:pt x="9303" y="25254"/>
                </a:lnTo>
                <a:lnTo>
                  <a:pt x="9589" y="25042"/>
                </a:lnTo>
                <a:lnTo>
                  <a:pt x="9869" y="24882"/>
                </a:lnTo>
                <a:lnTo>
                  <a:pt x="10150" y="24776"/>
                </a:lnTo>
                <a:lnTo>
                  <a:pt x="10576" y="24616"/>
                </a:lnTo>
                <a:lnTo>
                  <a:pt x="10716" y="24404"/>
                </a:lnTo>
                <a:lnTo>
                  <a:pt x="10997" y="24244"/>
                </a:lnTo>
                <a:lnTo>
                  <a:pt x="11277" y="24138"/>
                </a:lnTo>
                <a:lnTo>
                  <a:pt x="11563" y="23978"/>
                </a:lnTo>
                <a:lnTo>
                  <a:pt x="11843" y="23712"/>
                </a:lnTo>
                <a:lnTo>
                  <a:pt x="12124" y="23606"/>
                </a:lnTo>
                <a:lnTo>
                  <a:pt x="12410" y="23500"/>
                </a:lnTo>
                <a:lnTo>
                  <a:pt x="12830" y="23340"/>
                </a:lnTo>
                <a:lnTo>
                  <a:pt x="13111" y="23234"/>
                </a:lnTo>
                <a:lnTo>
                  <a:pt x="13251" y="23074"/>
                </a:lnTo>
                <a:lnTo>
                  <a:pt x="13537" y="22968"/>
                </a:lnTo>
                <a:lnTo>
                  <a:pt x="13817" y="22862"/>
                </a:lnTo>
                <a:lnTo>
                  <a:pt x="14098" y="22596"/>
                </a:lnTo>
                <a:lnTo>
                  <a:pt x="14384" y="22436"/>
                </a:lnTo>
                <a:lnTo>
                  <a:pt x="14804" y="22330"/>
                </a:lnTo>
                <a:lnTo>
                  <a:pt x="15085" y="22171"/>
                </a:lnTo>
                <a:lnTo>
                  <a:pt x="15371" y="21958"/>
                </a:lnTo>
                <a:lnTo>
                  <a:pt x="15651" y="21798"/>
                </a:lnTo>
                <a:lnTo>
                  <a:pt x="15791" y="21692"/>
                </a:lnTo>
                <a:lnTo>
                  <a:pt x="16072" y="21533"/>
                </a:lnTo>
                <a:lnTo>
                  <a:pt x="16358" y="21320"/>
                </a:lnTo>
                <a:lnTo>
                  <a:pt x="16778" y="21160"/>
                </a:lnTo>
                <a:lnTo>
                  <a:pt x="17059" y="21054"/>
                </a:lnTo>
                <a:lnTo>
                  <a:pt x="17345" y="20895"/>
                </a:lnTo>
                <a:lnTo>
                  <a:pt x="17625" y="20788"/>
                </a:lnTo>
                <a:lnTo>
                  <a:pt x="17905" y="20629"/>
                </a:lnTo>
                <a:lnTo>
                  <a:pt x="18192" y="20522"/>
                </a:lnTo>
                <a:lnTo>
                  <a:pt x="18332" y="20416"/>
                </a:lnTo>
                <a:lnTo>
                  <a:pt x="18612" y="20150"/>
                </a:lnTo>
                <a:lnTo>
                  <a:pt x="19038" y="19991"/>
                </a:lnTo>
                <a:lnTo>
                  <a:pt x="19319" y="19884"/>
                </a:lnTo>
                <a:lnTo>
                  <a:pt x="19599" y="19778"/>
                </a:lnTo>
                <a:lnTo>
                  <a:pt x="19879" y="19512"/>
                </a:lnTo>
                <a:lnTo>
                  <a:pt x="20166" y="19353"/>
                </a:lnTo>
                <a:lnTo>
                  <a:pt x="20446" y="19246"/>
                </a:lnTo>
                <a:lnTo>
                  <a:pt x="20726" y="19087"/>
                </a:lnTo>
                <a:lnTo>
                  <a:pt x="21012" y="18874"/>
                </a:lnTo>
                <a:lnTo>
                  <a:pt x="21293" y="18715"/>
                </a:lnTo>
                <a:lnTo>
                  <a:pt x="21573" y="18608"/>
                </a:lnTo>
                <a:lnTo>
                  <a:pt x="21853" y="18608"/>
                </a:lnTo>
                <a:lnTo>
                  <a:pt x="22140" y="18342"/>
                </a:lnTo>
                <a:lnTo>
                  <a:pt x="22420" y="18236"/>
                </a:lnTo>
                <a:lnTo>
                  <a:pt x="22700" y="18077"/>
                </a:lnTo>
                <a:lnTo>
                  <a:pt x="23127" y="17970"/>
                </a:lnTo>
                <a:lnTo>
                  <a:pt x="23267" y="17704"/>
                </a:lnTo>
                <a:lnTo>
                  <a:pt x="23547" y="17545"/>
                </a:lnTo>
                <a:lnTo>
                  <a:pt x="23833" y="17439"/>
                </a:lnTo>
                <a:lnTo>
                  <a:pt x="24114" y="17332"/>
                </a:lnTo>
                <a:lnTo>
                  <a:pt x="24394" y="17066"/>
                </a:lnTo>
                <a:lnTo>
                  <a:pt x="24692" y="16907"/>
                </a:lnTo>
                <a:lnTo>
                  <a:pt x="24984" y="16801"/>
                </a:lnTo>
                <a:lnTo>
                  <a:pt x="25393" y="16694"/>
                </a:lnTo>
                <a:lnTo>
                  <a:pt x="25685" y="16428"/>
                </a:lnTo>
                <a:lnTo>
                  <a:pt x="25801" y="16269"/>
                </a:lnTo>
                <a:lnTo>
                  <a:pt x="26093" y="16269"/>
                </a:lnTo>
                <a:lnTo>
                  <a:pt x="26385" y="16163"/>
                </a:lnTo>
                <a:lnTo>
                  <a:pt x="26677" y="15897"/>
                </a:lnTo>
                <a:lnTo>
                  <a:pt x="26911" y="15790"/>
                </a:lnTo>
                <a:lnTo>
                  <a:pt x="27378" y="15631"/>
                </a:lnTo>
                <a:lnTo>
                  <a:pt x="27612" y="15525"/>
                </a:lnTo>
                <a:lnTo>
                  <a:pt x="27904" y="15259"/>
                </a:lnTo>
                <a:lnTo>
                  <a:pt x="28196" y="15152"/>
                </a:lnTo>
                <a:lnTo>
                  <a:pt x="28371" y="14993"/>
                </a:lnTo>
                <a:lnTo>
                  <a:pt x="28605" y="14887"/>
                </a:lnTo>
                <a:lnTo>
                  <a:pt x="28897" y="14621"/>
                </a:lnTo>
                <a:lnTo>
                  <a:pt x="29305" y="14461"/>
                </a:lnTo>
                <a:lnTo>
                  <a:pt x="29597" y="14355"/>
                </a:lnTo>
                <a:lnTo>
                  <a:pt x="29889" y="14249"/>
                </a:lnTo>
                <a:lnTo>
                  <a:pt x="30182" y="13983"/>
                </a:lnTo>
                <a:lnTo>
                  <a:pt x="30474" y="13983"/>
                </a:lnTo>
                <a:lnTo>
                  <a:pt x="30766" y="13823"/>
                </a:lnTo>
                <a:lnTo>
                  <a:pt x="31174" y="13451"/>
                </a:lnTo>
                <a:lnTo>
                  <a:pt x="31583" y="13345"/>
                </a:lnTo>
                <a:lnTo>
                  <a:pt x="31875" y="13185"/>
                </a:lnTo>
                <a:lnTo>
                  <a:pt x="32167" y="13079"/>
                </a:lnTo>
                <a:lnTo>
                  <a:pt x="32459" y="12813"/>
                </a:lnTo>
                <a:lnTo>
                  <a:pt x="32693" y="12707"/>
                </a:lnTo>
                <a:lnTo>
                  <a:pt x="32985" y="12547"/>
                </a:lnTo>
                <a:lnTo>
                  <a:pt x="33277" y="12441"/>
                </a:lnTo>
                <a:lnTo>
                  <a:pt x="33569" y="12175"/>
                </a:lnTo>
                <a:lnTo>
                  <a:pt x="33861" y="12069"/>
                </a:lnTo>
                <a:lnTo>
                  <a:pt x="34153" y="11909"/>
                </a:lnTo>
                <a:lnTo>
                  <a:pt x="34386" y="11803"/>
                </a:lnTo>
                <a:lnTo>
                  <a:pt x="34678" y="11643"/>
                </a:lnTo>
                <a:lnTo>
                  <a:pt x="34970" y="11537"/>
                </a:lnTo>
                <a:lnTo>
                  <a:pt x="35262" y="11431"/>
                </a:lnTo>
                <a:lnTo>
                  <a:pt x="35671" y="11271"/>
                </a:lnTo>
                <a:lnTo>
                  <a:pt x="35963" y="11005"/>
                </a:lnTo>
                <a:lnTo>
                  <a:pt x="36372" y="10739"/>
                </a:lnTo>
                <a:lnTo>
                  <a:pt x="36664" y="10633"/>
                </a:lnTo>
                <a:lnTo>
                  <a:pt x="36956" y="10367"/>
                </a:lnTo>
                <a:lnTo>
                  <a:pt x="37248" y="10261"/>
                </a:lnTo>
                <a:lnTo>
                  <a:pt x="37482" y="10101"/>
                </a:lnTo>
                <a:lnTo>
                  <a:pt x="37949" y="9995"/>
                </a:lnTo>
                <a:lnTo>
                  <a:pt x="38241" y="9729"/>
                </a:lnTo>
                <a:lnTo>
                  <a:pt x="38650" y="9463"/>
                </a:lnTo>
                <a:lnTo>
                  <a:pt x="38942" y="9357"/>
                </a:lnTo>
                <a:lnTo>
                  <a:pt x="39175" y="9198"/>
                </a:lnTo>
                <a:lnTo>
                  <a:pt x="39467" y="9091"/>
                </a:lnTo>
                <a:lnTo>
                  <a:pt x="39935" y="8985"/>
                </a:lnTo>
                <a:lnTo>
                  <a:pt x="40168" y="8825"/>
                </a:lnTo>
                <a:lnTo>
                  <a:pt x="40460" y="8560"/>
                </a:lnTo>
                <a:lnTo>
                  <a:pt x="40752" y="8453"/>
                </a:lnTo>
                <a:lnTo>
                  <a:pt x="41161" y="8187"/>
                </a:lnTo>
                <a:lnTo>
                  <a:pt x="41453" y="7922"/>
                </a:lnTo>
                <a:lnTo>
                  <a:pt x="41862" y="7815"/>
                </a:lnTo>
                <a:lnTo>
                  <a:pt x="42154" y="7656"/>
                </a:lnTo>
                <a:lnTo>
                  <a:pt x="42446" y="7549"/>
                </a:lnTo>
                <a:lnTo>
                  <a:pt x="42738" y="7284"/>
                </a:lnTo>
                <a:lnTo>
                  <a:pt x="43030" y="7177"/>
                </a:lnTo>
                <a:lnTo>
                  <a:pt x="43263" y="7018"/>
                </a:lnTo>
                <a:lnTo>
                  <a:pt x="43439" y="7018"/>
                </a:lnTo>
                <a:lnTo>
                  <a:pt x="43731" y="6805"/>
                </a:lnTo>
                <a:lnTo>
                  <a:pt x="44140" y="6646"/>
                </a:lnTo>
                <a:lnTo>
                  <a:pt x="44432" y="6539"/>
                </a:lnTo>
                <a:lnTo>
                  <a:pt x="44724" y="6380"/>
                </a:lnTo>
                <a:lnTo>
                  <a:pt x="44957" y="6114"/>
                </a:lnTo>
                <a:lnTo>
                  <a:pt x="45249" y="6007"/>
                </a:lnTo>
                <a:lnTo>
                  <a:pt x="45541" y="5901"/>
                </a:lnTo>
                <a:lnTo>
                  <a:pt x="45833" y="5742"/>
                </a:lnTo>
                <a:lnTo>
                  <a:pt x="46125" y="5476"/>
                </a:lnTo>
                <a:lnTo>
                  <a:pt x="46417" y="5369"/>
                </a:lnTo>
                <a:lnTo>
                  <a:pt x="46651" y="5263"/>
                </a:lnTo>
                <a:lnTo>
                  <a:pt x="46943" y="5104"/>
                </a:lnTo>
                <a:lnTo>
                  <a:pt x="47235" y="4838"/>
                </a:lnTo>
                <a:lnTo>
                  <a:pt x="47527" y="4731"/>
                </a:lnTo>
                <a:lnTo>
                  <a:pt x="47819" y="4572"/>
                </a:lnTo>
                <a:lnTo>
                  <a:pt x="48228" y="4572"/>
                </a:lnTo>
                <a:lnTo>
                  <a:pt x="48520" y="4359"/>
                </a:lnTo>
                <a:lnTo>
                  <a:pt x="48636" y="4200"/>
                </a:lnTo>
                <a:lnTo>
                  <a:pt x="48928" y="4093"/>
                </a:lnTo>
                <a:lnTo>
                  <a:pt x="49220" y="3934"/>
                </a:lnTo>
                <a:lnTo>
                  <a:pt x="49512" y="3721"/>
                </a:lnTo>
                <a:lnTo>
                  <a:pt x="49804" y="3562"/>
                </a:lnTo>
                <a:lnTo>
                  <a:pt x="50038" y="3455"/>
                </a:lnTo>
                <a:lnTo>
                  <a:pt x="50505" y="3296"/>
                </a:lnTo>
                <a:lnTo>
                  <a:pt x="50739" y="3030"/>
                </a:lnTo>
                <a:lnTo>
                  <a:pt x="51031" y="2924"/>
                </a:lnTo>
                <a:lnTo>
                  <a:pt x="51206" y="2817"/>
                </a:lnTo>
                <a:lnTo>
                  <a:pt x="51498" y="2658"/>
                </a:lnTo>
                <a:lnTo>
                  <a:pt x="51732" y="2392"/>
                </a:lnTo>
                <a:lnTo>
                  <a:pt x="52024" y="2286"/>
                </a:lnTo>
                <a:lnTo>
                  <a:pt x="52433" y="2286"/>
                </a:lnTo>
                <a:lnTo>
                  <a:pt x="52725" y="2179"/>
                </a:lnTo>
                <a:lnTo>
                  <a:pt x="53017" y="1914"/>
                </a:lnTo>
                <a:lnTo>
                  <a:pt x="53309" y="1754"/>
                </a:lnTo>
                <a:lnTo>
                  <a:pt x="53601" y="1648"/>
                </a:lnTo>
                <a:lnTo>
                  <a:pt x="53717" y="1488"/>
                </a:lnTo>
                <a:lnTo>
                  <a:pt x="54009" y="1276"/>
                </a:lnTo>
                <a:lnTo>
                  <a:pt x="54418" y="1116"/>
                </a:lnTo>
                <a:lnTo>
                  <a:pt x="54710" y="1010"/>
                </a:lnTo>
                <a:lnTo>
                  <a:pt x="55002" y="850"/>
                </a:lnTo>
                <a:lnTo>
                  <a:pt x="55294" y="638"/>
                </a:lnTo>
                <a:lnTo>
                  <a:pt x="55586" y="478"/>
                </a:lnTo>
                <a:lnTo>
                  <a:pt x="55820" y="372"/>
                </a:lnTo>
                <a:lnTo>
                  <a:pt x="55995" y="212"/>
                </a:lnTo>
                <a:lnTo>
                  <a:pt x="56287" y="0"/>
                </a:lnTo>
                <a:lnTo>
                  <a:pt x="56696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680389" y="3435530"/>
            <a:ext cx="56824" cy="30358"/>
          </a:xfrm>
          <a:custGeom>
            <a:avLst/>
            <a:gdLst/>
            <a:ahLst/>
            <a:cxnLst/>
            <a:rect l="l" t="t" r="r" b="b"/>
            <a:pathLst>
              <a:path w="56824" h="30358">
                <a:moveTo>
                  <a:pt x="0" y="30358"/>
                </a:moveTo>
                <a:lnTo>
                  <a:pt x="292" y="30199"/>
                </a:lnTo>
                <a:lnTo>
                  <a:pt x="584" y="30093"/>
                </a:lnTo>
                <a:lnTo>
                  <a:pt x="817" y="29827"/>
                </a:lnTo>
                <a:lnTo>
                  <a:pt x="1109" y="29667"/>
                </a:lnTo>
                <a:lnTo>
                  <a:pt x="1401" y="29561"/>
                </a:lnTo>
                <a:lnTo>
                  <a:pt x="1693" y="2945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817"/>
                </a:lnTo>
                <a:lnTo>
                  <a:pt x="3095" y="28551"/>
                </a:lnTo>
                <a:lnTo>
                  <a:pt x="3387" y="28391"/>
                </a:lnTo>
                <a:lnTo>
                  <a:pt x="3679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606" y="27275"/>
                </a:lnTo>
                <a:lnTo>
                  <a:pt x="5898" y="27115"/>
                </a:lnTo>
                <a:lnTo>
                  <a:pt x="6365" y="27009"/>
                </a:lnTo>
                <a:lnTo>
                  <a:pt x="6599" y="26743"/>
                </a:lnTo>
                <a:lnTo>
                  <a:pt x="6891" y="26584"/>
                </a:lnTo>
                <a:lnTo>
                  <a:pt x="7066" y="26477"/>
                </a:lnTo>
                <a:lnTo>
                  <a:pt x="7300" y="26371"/>
                </a:lnTo>
                <a:lnTo>
                  <a:pt x="7592" y="26105"/>
                </a:lnTo>
                <a:lnTo>
                  <a:pt x="7884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461" y="25307"/>
                </a:lnTo>
                <a:lnTo>
                  <a:pt x="9869" y="24935"/>
                </a:lnTo>
                <a:lnTo>
                  <a:pt x="10278" y="24829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4031"/>
                </a:lnTo>
                <a:lnTo>
                  <a:pt x="11972" y="23925"/>
                </a:lnTo>
                <a:lnTo>
                  <a:pt x="12147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081" y="23393"/>
                </a:lnTo>
                <a:lnTo>
                  <a:pt x="13373" y="23128"/>
                </a:lnTo>
                <a:lnTo>
                  <a:pt x="13665" y="23021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644" y="21479"/>
                </a:lnTo>
                <a:lnTo>
                  <a:pt x="16936" y="21214"/>
                </a:lnTo>
                <a:lnTo>
                  <a:pt x="17345" y="21107"/>
                </a:lnTo>
                <a:lnTo>
                  <a:pt x="17637" y="20948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416"/>
                </a:lnTo>
                <a:lnTo>
                  <a:pt x="18863" y="20310"/>
                </a:lnTo>
                <a:lnTo>
                  <a:pt x="19155" y="20044"/>
                </a:lnTo>
                <a:lnTo>
                  <a:pt x="19447" y="19938"/>
                </a:lnTo>
                <a:lnTo>
                  <a:pt x="19622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440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768"/>
                </a:lnTo>
                <a:lnTo>
                  <a:pt x="21725" y="18768"/>
                </a:lnTo>
                <a:lnTo>
                  <a:pt x="22017" y="18661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8023"/>
                </a:lnTo>
                <a:lnTo>
                  <a:pt x="23419" y="17864"/>
                </a:lnTo>
                <a:lnTo>
                  <a:pt x="23711" y="17598"/>
                </a:lnTo>
                <a:lnTo>
                  <a:pt x="23944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645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38" y="16588"/>
                </a:lnTo>
                <a:lnTo>
                  <a:pt x="25930" y="16322"/>
                </a:lnTo>
                <a:lnTo>
                  <a:pt x="26222" y="16322"/>
                </a:lnTo>
                <a:lnTo>
                  <a:pt x="26514" y="16216"/>
                </a:lnTo>
                <a:lnTo>
                  <a:pt x="26806" y="16056"/>
                </a:lnTo>
                <a:lnTo>
                  <a:pt x="27098" y="15844"/>
                </a:lnTo>
                <a:lnTo>
                  <a:pt x="27331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733" y="14940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770"/>
                </a:lnTo>
                <a:lnTo>
                  <a:pt x="31420" y="13611"/>
                </a:lnTo>
                <a:lnTo>
                  <a:pt x="31712" y="13398"/>
                </a:lnTo>
                <a:lnTo>
                  <a:pt x="32004" y="13238"/>
                </a:lnTo>
                <a:lnTo>
                  <a:pt x="32412" y="12973"/>
                </a:lnTo>
                <a:lnTo>
                  <a:pt x="32704" y="12760"/>
                </a:lnTo>
                <a:lnTo>
                  <a:pt x="32996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069"/>
                </a:lnTo>
                <a:lnTo>
                  <a:pt x="34281" y="11962"/>
                </a:lnTo>
                <a:lnTo>
                  <a:pt x="34515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274" y="11431"/>
                </a:lnTo>
                <a:lnTo>
                  <a:pt x="35683" y="11324"/>
                </a:lnTo>
                <a:lnTo>
                  <a:pt x="35975" y="1121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201" y="10314"/>
                </a:lnTo>
                <a:lnTo>
                  <a:pt x="37669" y="10155"/>
                </a:lnTo>
                <a:lnTo>
                  <a:pt x="37902" y="10048"/>
                </a:lnTo>
                <a:lnTo>
                  <a:pt x="38194" y="9889"/>
                </a:lnTo>
                <a:lnTo>
                  <a:pt x="38486" y="9676"/>
                </a:lnTo>
                <a:lnTo>
                  <a:pt x="38778" y="9517"/>
                </a:lnTo>
                <a:lnTo>
                  <a:pt x="39070" y="9410"/>
                </a:lnTo>
                <a:lnTo>
                  <a:pt x="39362" y="9410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056" y="8347"/>
                </a:lnTo>
                <a:lnTo>
                  <a:pt x="41290" y="8241"/>
                </a:lnTo>
                <a:lnTo>
                  <a:pt x="41582" y="8134"/>
                </a:lnTo>
                <a:lnTo>
                  <a:pt x="41990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230"/>
                </a:lnTo>
                <a:lnTo>
                  <a:pt x="43275" y="7071"/>
                </a:lnTo>
                <a:lnTo>
                  <a:pt x="43567" y="7071"/>
                </a:lnTo>
                <a:lnTo>
                  <a:pt x="43976" y="6965"/>
                </a:lnTo>
                <a:lnTo>
                  <a:pt x="44268" y="6699"/>
                </a:lnTo>
                <a:lnTo>
                  <a:pt x="44560" y="6592"/>
                </a:lnTo>
                <a:lnTo>
                  <a:pt x="44677" y="6433"/>
                </a:lnTo>
                <a:lnTo>
                  <a:pt x="44969" y="6326"/>
                </a:lnTo>
                <a:lnTo>
                  <a:pt x="45261" y="6061"/>
                </a:lnTo>
                <a:lnTo>
                  <a:pt x="45553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423"/>
                </a:lnTo>
                <a:lnTo>
                  <a:pt x="46838" y="5263"/>
                </a:lnTo>
                <a:lnTo>
                  <a:pt x="47071" y="5157"/>
                </a:lnTo>
                <a:lnTo>
                  <a:pt x="47246" y="5050"/>
                </a:lnTo>
                <a:lnTo>
                  <a:pt x="47538" y="4785"/>
                </a:lnTo>
                <a:lnTo>
                  <a:pt x="47772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758" y="3615"/>
                </a:lnTo>
                <a:lnTo>
                  <a:pt x="50225" y="3509"/>
                </a:lnTo>
                <a:lnTo>
                  <a:pt x="50459" y="3349"/>
                </a:lnTo>
                <a:lnTo>
                  <a:pt x="50751" y="3243"/>
                </a:lnTo>
                <a:lnTo>
                  <a:pt x="51043" y="2977"/>
                </a:lnTo>
                <a:lnTo>
                  <a:pt x="51335" y="2871"/>
                </a:lnTo>
                <a:lnTo>
                  <a:pt x="51627" y="2711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554" y="1701"/>
                </a:lnTo>
                <a:lnTo>
                  <a:pt x="53846" y="1541"/>
                </a:lnTo>
                <a:lnTo>
                  <a:pt x="54138" y="1435"/>
                </a:lnTo>
                <a:lnTo>
                  <a:pt x="54547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248" y="797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737214" y="3405224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700" y="29933"/>
                </a:lnTo>
                <a:lnTo>
                  <a:pt x="992" y="29667"/>
                </a:lnTo>
                <a:lnTo>
                  <a:pt x="1284" y="29561"/>
                </a:lnTo>
                <a:lnTo>
                  <a:pt x="1693" y="29401"/>
                </a:lnTo>
                <a:lnTo>
                  <a:pt x="1985" y="29295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2978" y="28657"/>
                </a:lnTo>
                <a:lnTo>
                  <a:pt x="3270" y="28391"/>
                </a:lnTo>
                <a:lnTo>
                  <a:pt x="3504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489" y="27222"/>
                </a:lnTo>
                <a:lnTo>
                  <a:pt x="5898" y="27115"/>
                </a:lnTo>
                <a:lnTo>
                  <a:pt x="6190" y="2700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318"/>
                </a:lnTo>
                <a:lnTo>
                  <a:pt x="7592" y="26105"/>
                </a:lnTo>
                <a:lnTo>
                  <a:pt x="7884" y="25946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467"/>
                </a:lnTo>
                <a:lnTo>
                  <a:pt x="9285" y="25307"/>
                </a:lnTo>
                <a:lnTo>
                  <a:pt x="9577" y="25201"/>
                </a:lnTo>
                <a:lnTo>
                  <a:pt x="9869" y="24935"/>
                </a:lnTo>
                <a:lnTo>
                  <a:pt x="10278" y="24776"/>
                </a:lnTo>
                <a:lnTo>
                  <a:pt x="10453" y="24669"/>
                </a:lnTo>
                <a:lnTo>
                  <a:pt x="10745" y="24563"/>
                </a:lnTo>
                <a:lnTo>
                  <a:pt x="10979" y="24297"/>
                </a:lnTo>
                <a:lnTo>
                  <a:pt x="11271" y="24138"/>
                </a:lnTo>
                <a:lnTo>
                  <a:pt x="11563" y="24031"/>
                </a:lnTo>
                <a:lnTo>
                  <a:pt x="11855" y="23925"/>
                </a:lnTo>
                <a:lnTo>
                  <a:pt x="12264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534" y="21852"/>
                </a:lnTo>
                <a:lnTo>
                  <a:pt x="15768" y="21692"/>
                </a:lnTo>
                <a:lnTo>
                  <a:pt x="16060" y="21586"/>
                </a:lnTo>
                <a:lnTo>
                  <a:pt x="16527" y="21479"/>
                </a:lnTo>
                <a:lnTo>
                  <a:pt x="16761" y="21214"/>
                </a:lnTo>
                <a:lnTo>
                  <a:pt x="17053" y="21054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682"/>
                </a:lnTo>
                <a:lnTo>
                  <a:pt x="18454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615" y="19299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768"/>
                </a:lnTo>
                <a:lnTo>
                  <a:pt x="21550" y="18768"/>
                </a:lnTo>
                <a:lnTo>
                  <a:pt x="21842" y="18661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332"/>
                </a:lnTo>
                <a:lnTo>
                  <a:pt x="24411" y="1722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813" y="16428"/>
                </a:lnTo>
                <a:lnTo>
                  <a:pt x="26105" y="16322"/>
                </a:lnTo>
                <a:lnTo>
                  <a:pt x="26397" y="16216"/>
                </a:lnTo>
                <a:lnTo>
                  <a:pt x="26806" y="16056"/>
                </a:lnTo>
                <a:lnTo>
                  <a:pt x="27098" y="15790"/>
                </a:lnTo>
                <a:lnTo>
                  <a:pt x="27331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091" y="15152"/>
                </a:lnTo>
                <a:lnTo>
                  <a:pt x="28324" y="15046"/>
                </a:lnTo>
                <a:lnTo>
                  <a:pt x="28616" y="14887"/>
                </a:lnTo>
                <a:lnTo>
                  <a:pt x="29025" y="14780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602" y="13876"/>
                </a:lnTo>
                <a:lnTo>
                  <a:pt x="31011" y="13770"/>
                </a:lnTo>
                <a:lnTo>
                  <a:pt x="31303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412" y="12973"/>
                </a:lnTo>
                <a:lnTo>
                  <a:pt x="32704" y="12707"/>
                </a:lnTo>
                <a:lnTo>
                  <a:pt x="33113" y="12600"/>
                </a:lnTo>
                <a:lnTo>
                  <a:pt x="33288" y="12494"/>
                </a:lnTo>
                <a:lnTo>
                  <a:pt x="33580" y="12334"/>
                </a:lnTo>
                <a:lnTo>
                  <a:pt x="33872" y="12069"/>
                </a:lnTo>
                <a:lnTo>
                  <a:pt x="34106" y="11962"/>
                </a:lnTo>
                <a:lnTo>
                  <a:pt x="34398" y="11803"/>
                </a:lnTo>
                <a:lnTo>
                  <a:pt x="34690" y="11803"/>
                </a:lnTo>
                <a:lnTo>
                  <a:pt x="34982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800" y="11165"/>
                </a:lnTo>
                <a:lnTo>
                  <a:pt x="36092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6968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10048"/>
                </a:lnTo>
                <a:lnTo>
                  <a:pt x="38194" y="9889"/>
                </a:lnTo>
                <a:lnTo>
                  <a:pt x="38369" y="9623"/>
                </a:lnTo>
                <a:lnTo>
                  <a:pt x="38661" y="9517"/>
                </a:lnTo>
                <a:lnTo>
                  <a:pt x="38895" y="9410"/>
                </a:lnTo>
                <a:lnTo>
                  <a:pt x="39362" y="9410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19"/>
                </a:lnTo>
                <a:lnTo>
                  <a:pt x="40589" y="8506"/>
                </a:lnTo>
                <a:lnTo>
                  <a:pt x="40881" y="8347"/>
                </a:lnTo>
                <a:lnTo>
                  <a:pt x="41173" y="8241"/>
                </a:lnTo>
                <a:lnTo>
                  <a:pt x="41582" y="8081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177"/>
                </a:lnTo>
                <a:lnTo>
                  <a:pt x="43158" y="7071"/>
                </a:lnTo>
                <a:lnTo>
                  <a:pt x="43567" y="7071"/>
                </a:lnTo>
                <a:lnTo>
                  <a:pt x="43859" y="6965"/>
                </a:lnTo>
                <a:lnTo>
                  <a:pt x="44151" y="6699"/>
                </a:lnTo>
                <a:lnTo>
                  <a:pt x="44443" y="6539"/>
                </a:lnTo>
                <a:lnTo>
                  <a:pt x="44677" y="6433"/>
                </a:lnTo>
                <a:lnTo>
                  <a:pt x="44969" y="6326"/>
                </a:lnTo>
                <a:lnTo>
                  <a:pt x="45261" y="6061"/>
                </a:lnTo>
                <a:lnTo>
                  <a:pt x="45670" y="5901"/>
                </a:lnTo>
                <a:lnTo>
                  <a:pt x="45845" y="5795"/>
                </a:lnTo>
                <a:lnTo>
                  <a:pt x="46137" y="5688"/>
                </a:lnTo>
                <a:lnTo>
                  <a:pt x="46370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246" y="4997"/>
                </a:lnTo>
                <a:lnTo>
                  <a:pt x="47538" y="4785"/>
                </a:lnTo>
                <a:lnTo>
                  <a:pt x="47947" y="4785"/>
                </a:lnTo>
                <a:lnTo>
                  <a:pt x="48239" y="4625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524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459" y="3349"/>
                </a:lnTo>
                <a:lnTo>
                  <a:pt x="50751" y="3243"/>
                </a:lnTo>
                <a:lnTo>
                  <a:pt x="50926" y="2977"/>
                </a:lnTo>
                <a:lnTo>
                  <a:pt x="51218" y="2817"/>
                </a:lnTo>
                <a:lnTo>
                  <a:pt x="51451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729" y="1541"/>
                </a:lnTo>
                <a:lnTo>
                  <a:pt x="54138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797"/>
                </a:lnTo>
                <a:lnTo>
                  <a:pt x="55540" y="531"/>
                </a:lnTo>
                <a:lnTo>
                  <a:pt x="55832" y="372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793922" y="3375025"/>
            <a:ext cx="56824" cy="30199"/>
          </a:xfrm>
          <a:custGeom>
            <a:avLst/>
            <a:gdLst/>
            <a:ahLst/>
            <a:cxnLst/>
            <a:rect l="l" t="t" r="r" b="b"/>
            <a:pathLst>
              <a:path w="56824" h="30199">
                <a:moveTo>
                  <a:pt x="0" y="30199"/>
                </a:moveTo>
                <a:lnTo>
                  <a:pt x="292" y="30093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561"/>
                </a:lnTo>
                <a:lnTo>
                  <a:pt x="1518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19" y="28923"/>
                </a:lnTo>
                <a:lnTo>
                  <a:pt x="2511" y="28817"/>
                </a:lnTo>
                <a:lnTo>
                  <a:pt x="2803" y="28657"/>
                </a:lnTo>
                <a:lnTo>
                  <a:pt x="3095" y="28551"/>
                </a:lnTo>
                <a:lnTo>
                  <a:pt x="3387" y="28285"/>
                </a:lnTo>
                <a:lnTo>
                  <a:pt x="3796" y="28179"/>
                </a:lnTo>
                <a:lnTo>
                  <a:pt x="4088" y="28019"/>
                </a:lnTo>
                <a:lnTo>
                  <a:pt x="4496" y="27753"/>
                </a:lnTo>
                <a:lnTo>
                  <a:pt x="4788" y="27647"/>
                </a:lnTo>
                <a:lnTo>
                  <a:pt x="5080" y="27487"/>
                </a:lnTo>
                <a:lnTo>
                  <a:pt x="5314" y="27381"/>
                </a:lnTo>
                <a:lnTo>
                  <a:pt x="5781" y="27115"/>
                </a:lnTo>
                <a:lnTo>
                  <a:pt x="6073" y="27009"/>
                </a:lnTo>
                <a:lnTo>
                  <a:pt x="6307" y="26849"/>
                </a:lnTo>
                <a:lnTo>
                  <a:pt x="6599" y="26743"/>
                </a:lnTo>
                <a:lnTo>
                  <a:pt x="6774" y="26477"/>
                </a:lnTo>
                <a:lnTo>
                  <a:pt x="7008" y="26371"/>
                </a:lnTo>
                <a:lnTo>
                  <a:pt x="7300" y="26211"/>
                </a:lnTo>
                <a:lnTo>
                  <a:pt x="7767" y="26105"/>
                </a:lnTo>
                <a:lnTo>
                  <a:pt x="8001" y="25839"/>
                </a:lnTo>
                <a:lnTo>
                  <a:pt x="8293" y="25733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307"/>
                </a:lnTo>
                <a:lnTo>
                  <a:pt x="9577" y="25095"/>
                </a:lnTo>
                <a:lnTo>
                  <a:pt x="9986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096" y="24297"/>
                </a:lnTo>
                <a:lnTo>
                  <a:pt x="11388" y="2403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393"/>
                </a:lnTo>
                <a:lnTo>
                  <a:pt x="12789" y="23393"/>
                </a:lnTo>
                <a:lnTo>
                  <a:pt x="13081" y="23287"/>
                </a:lnTo>
                <a:lnTo>
                  <a:pt x="13373" y="23128"/>
                </a:lnTo>
                <a:lnTo>
                  <a:pt x="13665" y="22862"/>
                </a:lnTo>
                <a:lnTo>
                  <a:pt x="13958" y="22755"/>
                </a:lnTo>
                <a:lnTo>
                  <a:pt x="14250" y="22649"/>
                </a:lnTo>
                <a:lnTo>
                  <a:pt x="14483" y="22490"/>
                </a:lnTo>
                <a:lnTo>
                  <a:pt x="14775" y="22224"/>
                </a:lnTo>
                <a:lnTo>
                  <a:pt x="15067" y="22117"/>
                </a:lnTo>
                <a:lnTo>
                  <a:pt x="15359" y="22011"/>
                </a:lnTo>
                <a:lnTo>
                  <a:pt x="15651" y="21852"/>
                </a:lnTo>
                <a:lnTo>
                  <a:pt x="15943" y="21586"/>
                </a:lnTo>
                <a:lnTo>
                  <a:pt x="16352" y="21479"/>
                </a:lnTo>
                <a:lnTo>
                  <a:pt x="16644" y="21373"/>
                </a:lnTo>
                <a:lnTo>
                  <a:pt x="16761" y="21214"/>
                </a:lnTo>
                <a:lnTo>
                  <a:pt x="17053" y="20948"/>
                </a:lnTo>
                <a:lnTo>
                  <a:pt x="17345" y="20948"/>
                </a:lnTo>
                <a:lnTo>
                  <a:pt x="17637" y="20841"/>
                </a:lnTo>
                <a:lnTo>
                  <a:pt x="17870" y="20682"/>
                </a:lnTo>
                <a:lnTo>
                  <a:pt x="18338" y="20469"/>
                </a:lnTo>
                <a:lnTo>
                  <a:pt x="18571" y="20310"/>
                </a:lnTo>
                <a:lnTo>
                  <a:pt x="18863" y="20203"/>
                </a:lnTo>
                <a:lnTo>
                  <a:pt x="19155" y="20044"/>
                </a:lnTo>
                <a:lnTo>
                  <a:pt x="19330" y="19831"/>
                </a:lnTo>
                <a:lnTo>
                  <a:pt x="19564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557" y="19140"/>
                </a:lnTo>
                <a:lnTo>
                  <a:pt x="20849" y="19034"/>
                </a:lnTo>
                <a:lnTo>
                  <a:pt x="21141" y="18927"/>
                </a:lnTo>
                <a:lnTo>
                  <a:pt x="21433" y="18768"/>
                </a:lnTo>
                <a:lnTo>
                  <a:pt x="21725" y="18661"/>
                </a:lnTo>
                <a:lnTo>
                  <a:pt x="21842" y="18502"/>
                </a:lnTo>
                <a:lnTo>
                  <a:pt x="22134" y="18396"/>
                </a:lnTo>
                <a:lnTo>
                  <a:pt x="22543" y="18289"/>
                </a:lnTo>
                <a:lnTo>
                  <a:pt x="22835" y="18023"/>
                </a:lnTo>
                <a:lnTo>
                  <a:pt x="23127" y="17864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385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747"/>
                </a:lnTo>
                <a:lnTo>
                  <a:pt x="25346" y="16588"/>
                </a:lnTo>
                <a:lnTo>
                  <a:pt x="25638" y="16482"/>
                </a:lnTo>
                <a:lnTo>
                  <a:pt x="25930" y="16322"/>
                </a:lnTo>
                <a:lnTo>
                  <a:pt x="26222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39" y="15844"/>
                </a:lnTo>
                <a:lnTo>
                  <a:pt x="27331" y="15578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441" y="14940"/>
                </a:lnTo>
                <a:lnTo>
                  <a:pt x="28908" y="14780"/>
                </a:lnTo>
                <a:lnTo>
                  <a:pt x="29200" y="14674"/>
                </a:lnTo>
                <a:lnTo>
                  <a:pt x="29317" y="14514"/>
                </a:lnTo>
                <a:lnTo>
                  <a:pt x="29609" y="14302"/>
                </a:lnTo>
                <a:lnTo>
                  <a:pt x="29901" y="14142"/>
                </a:lnTo>
                <a:lnTo>
                  <a:pt x="30135" y="14036"/>
                </a:lnTo>
                <a:lnTo>
                  <a:pt x="30427" y="14036"/>
                </a:lnTo>
                <a:lnTo>
                  <a:pt x="30894" y="13770"/>
                </a:lnTo>
                <a:lnTo>
                  <a:pt x="31128" y="13664"/>
                </a:lnTo>
                <a:lnTo>
                  <a:pt x="31420" y="13504"/>
                </a:lnTo>
                <a:lnTo>
                  <a:pt x="31712" y="13398"/>
                </a:lnTo>
                <a:lnTo>
                  <a:pt x="31828" y="13132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3113" y="12494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122"/>
                </a:lnTo>
                <a:lnTo>
                  <a:pt x="34223" y="11856"/>
                </a:lnTo>
                <a:lnTo>
                  <a:pt x="34398" y="11696"/>
                </a:lnTo>
                <a:lnTo>
                  <a:pt x="34690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218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686"/>
                </a:lnTo>
                <a:lnTo>
                  <a:pt x="36793" y="10580"/>
                </a:lnTo>
                <a:lnTo>
                  <a:pt x="37085" y="10420"/>
                </a:lnTo>
                <a:lnTo>
                  <a:pt x="37377" y="10314"/>
                </a:lnTo>
                <a:lnTo>
                  <a:pt x="37610" y="10048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76"/>
                </a:lnTo>
                <a:lnTo>
                  <a:pt x="38778" y="9410"/>
                </a:lnTo>
                <a:lnTo>
                  <a:pt x="39070" y="9410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7" y="8241"/>
                </a:lnTo>
                <a:lnTo>
                  <a:pt x="41465" y="8134"/>
                </a:lnTo>
                <a:lnTo>
                  <a:pt x="41698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458" y="7496"/>
                </a:lnTo>
                <a:lnTo>
                  <a:pt x="42691" y="7337"/>
                </a:lnTo>
                <a:lnTo>
                  <a:pt x="42983" y="7230"/>
                </a:lnTo>
                <a:lnTo>
                  <a:pt x="43392" y="7071"/>
                </a:lnTo>
                <a:lnTo>
                  <a:pt x="43684" y="6965"/>
                </a:lnTo>
                <a:lnTo>
                  <a:pt x="43976" y="6858"/>
                </a:lnTo>
                <a:lnTo>
                  <a:pt x="44268" y="6699"/>
                </a:lnTo>
                <a:lnTo>
                  <a:pt x="44385" y="6433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670" y="5795"/>
                </a:lnTo>
                <a:lnTo>
                  <a:pt x="45962" y="5688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157"/>
                </a:lnTo>
                <a:lnTo>
                  <a:pt x="46954" y="5050"/>
                </a:lnTo>
                <a:lnTo>
                  <a:pt x="47246" y="4891"/>
                </a:lnTo>
                <a:lnTo>
                  <a:pt x="47655" y="4785"/>
                </a:lnTo>
                <a:lnTo>
                  <a:pt x="47947" y="4625"/>
                </a:lnTo>
                <a:lnTo>
                  <a:pt x="48239" y="4519"/>
                </a:lnTo>
                <a:lnTo>
                  <a:pt x="48473" y="4412"/>
                </a:lnTo>
                <a:lnTo>
                  <a:pt x="48765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74"/>
                </a:lnTo>
                <a:lnTo>
                  <a:pt x="49933" y="3615"/>
                </a:lnTo>
                <a:lnTo>
                  <a:pt x="50167" y="334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335" y="2711"/>
                </a:lnTo>
                <a:lnTo>
                  <a:pt x="51627" y="2605"/>
                </a:lnTo>
                <a:lnTo>
                  <a:pt x="51860" y="2445"/>
                </a:lnTo>
                <a:lnTo>
                  <a:pt x="52152" y="2339"/>
                </a:lnTo>
                <a:lnTo>
                  <a:pt x="52444" y="2233"/>
                </a:lnTo>
                <a:lnTo>
                  <a:pt x="52736" y="2073"/>
                </a:lnTo>
                <a:lnTo>
                  <a:pt x="53028" y="1967"/>
                </a:lnTo>
                <a:lnTo>
                  <a:pt x="53262" y="1807"/>
                </a:lnTo>
                <a:lnTo>
                  <a:pt x="53554" y="1541"/>
                </a:lnTo>
                <a:lnTo>
                  <a:pt x="54021" y="1435"/>
                </a:lnTo>
                <a:lnTo>
                  <a:pt x="54255" y="1329"/>
                </a:lnTo>
                <a:lnTo>
                  <a:pt x="54430" y="1169"/>
                </a:lnTo>
                <a:lnTo>
                  <a:pt x="54722" y="903"/>
                </a:lnTo>
                <a:lnTo>
                  <a:pt x="54956" y="797"/>
                </a:lnTo>
                <a:lnTo>
                  <a:pt x="55248" y="691"/>
                </a:lnTo>
                <a:lnTo>
                  <a:pt x="55540" y="531"/>
                </a:lnTo>
                <a:lnTo>
                  <a:pt x="55948" y="265"/>
                </a:lnTo>
                <a:lnTo>
                  <a:pt x="56240" y="159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850747" y="3344719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116" y="30093"/>
                </a:lnTo>
                <a:lnTo>
                  <a:pt x="408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19" y="29029"/>
                </a:lnTo>
                <a:lnTo>
                  <a:pt x="2511" y="28763"/>
                </a:lnTo>
                <a:lnTo>
                  <a:pt x="2686" y="28657"/>
                </a:lnTo>
                <a:lnTo>
                  <a:pt x="2978" y="28551"/>
                </a:lnTo>
                <a:lnTo>
                  <a:pt x="3387" y="28391"/>
                </a:lnTo>
                <a:lnTo>
                  <a:pt x="3679" y="28125"/>
                </a:lnTo>
                <a:lnTo>
                  <a:pt x="3912" y="28019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06" y="27222"/>
                </a:lnTo>
                <a:lnTo>
                  <a:pt x="5898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371"/>
                </a:lnTo>
                <a:lnTo>
                  <a:pt x="7300" y="26211"/>
                </a:lnTo>
                <a:lnTo>
                  <a:pt x="7767" y="26105"/>
                </a:lnTo>
                <a:lnTo>
                  <a:pt x="7884" y="25946"/>
                </a:lnTo>
                <a:lnTo>
                  <a:pt x="8176" y="25680"/>
                </a:lnTo>
                <a:lnTo>
                  <a:pt x="8468" y="25680"/>
                </a:lnTo>
                <a:lnTo>
                  <a:pt x="8760" y="25573"/>
                </a:lnTo>
                <a:lnTo>
                  <a:pt x="8993" y="25467"/>
                </a:lnTo>
                <a:lnTo>
                  <a:pt x="9285" y="25201"/>
                </a:lnTo>
                <a:lnTo>
                  <a:pt x="9694" y="25042"/>
                </a:lnTo>
                <a:lnTo>
                  <a:pt x="9986" y="24935"/>
                </a:lnTo>
                <a:lnTo>
                  <a:pt x="10161" y="24829"/>
                </a:lnTo>
                <a:lnTo>
                  <a:pt x="10453" y="24563"/>
                </a:lnTo>
                <a:lnTo>
                  <a:pt x="10687" y="24404"/>
                </a:lnTo>
                <a:lnTo>
                  <a:pt x="10979" y="24297"/>
                </a:lnTo>
                <a:lnTo>
                  <a:pt x="11271" y="2419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500"/>
                </a:lnTo>
                <a:lnTo>
                  <a:pt x="12965" y="23287"/>
                </a:lnTo>
                <a:lnTo>
                  <a:pt x="13257" y="23128"/>
                </a:lnTo>
                <a:lnTo>
                  <a:pt x="13549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242" y="21958"/>
                </a:lnTo>
                <a:lnTo>
                  <a:pt x="15476" y="21852"/>
                </a:lnTo>
                <a:lnTo>
                  <a:pt x="15943" y="21745"/>
                </a:lnTo>
                <a:lnTo>
                  <a:pt x="16235" y="21479"/>
                </a:lnTo>
                <a:lnTo>
                  <a:pt x="16469" y="21320"/>
                </a:lnTo>
                <a:lnTo>
                  <a:pt x="16761" y="21214"/>
                </a:lnTo>
                <a:lnTo>
                  <a:pt x="17053" y="21107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564" y="19672"/>
                </a:lnTo>
                <a:lnTo>
                  <a:pt x="19856" y="19565"/>
                </a:lnTo>
                <a:lnTo>
                  <a:pt x="20323" y="19406"/>
                </a:lnTo>
                <a:lnTo>
                  <a:pt x="20732" y="19034"/>
                </a:lnTo>
                <a:lnTo>
                  <a:pt x="21024" y="18874"/>
                </a:lnTo>
                <a:lnTo>
                  <a:pt x="21258" y="18768"/>
                </a:lnTo>
                <a:lnTo>
                  <a:pt x="21550" y="18768"/>
                </a:lnTo>
                <a:lnTo>
                  <a:pt x="21842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2951" y="17864"/>
                </a:lnTo>
                <a:lnTo>
                  <a:pt x="23243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854"/>
                </a:lnTo>
                <a:lnTo>
                  <a:pt x="25346" y="16588"/>
                </a:lnTo>
                <a:lnTo>
                  <a:pt x="25521" y="16482"/>
                </a:lnTo>
                <a:lnTo>
                  <a:pt x="25813" y="16482"/>
                </a:lnTo>
                <a:lnTo>
                  <a:pt x="26105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418"/>
                </a:lnTo>
                <a:lnTo>
                  <a:pt x="27799" y="15312"/>
                </a:lnTo>
                <a:lnTo>
                  <a:pt x="28032" y="15152"/>
                </a:lnTo>
                <a:lnTo>
                  <a:pt x="28500" y="15046"/>
                </a:lnTo>
                <a:lnTo>
                  <a:pt x="28733" y="14780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142"/>
                </a:lnTo>
                <a:lnTo>
                  <a:pt x="30193" y="14036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611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821" y="12707"/>
                </a:lnTo>
                <a:lnTo>
                  <a:pt x="32996" y="12600"/>
                </a:lnTo>
                <a:lnTo>
                  <a:pt x="33288" y="12334"/>
                </a:lnTo>
                <a:lnTo>
                  <a:pt x="33580" y="12228"/>
                </a:lnTo>
                <a:lnTo>
                  <a:pt x="33814" y="12069"/>
                </a:lnTo>
                <a:lnTo>
                  <a:pt x="34106" y="11962"/>
                </a:lnTo>
                <a:lnTo>
                  <a:pt x="34398" y="1169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508" y="11165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02" y="9889"/>
                </a:lnTo>
                <a:lnTo>
                  <a:pt x="38077" y="9782"/>
                </a:lnTo>
                <a:lnTo>
                  <a:pt x="38369" y="9676"/>
                </a:lnTo>
                <a:lnTo>
                  <a:pt x="38603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472" y="8613"/>
                </a:lnTo>
                <a:lnTo>
                  <a:pt x="41056" y="8241"/>
                </a:lnTo>
                <a:lnTo>
                  <a:pt x="41290" y="8134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337"/>
                </a:lnTo>
                <a:lnTo>
                  <a:pt x="43275" y="7071"/>
                </a:lnTo>
                <a:lnTo>
                  <a:pt x="43567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385" y="6433"/>
                </a:lnTo>
                <a:lnTo>
                  <a:pt x="44677" y="6326"/>
                </a:lnTo>
                <a:lnTo>
                  <a:pt x="44969" y="6167"/>
                </a:lnTo>
                <a:lnTo>
                  <a:pt x="45378" y="6061"/>
                </a:lnTo>
                <a:lnTo>
                  <a:pt x="45553" y="5795"/>
                </a:lnTo>
                <a:lnTo>
                  <a:pt x="45845" y="5688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157"/>
                </a:lnTo>
                <a:lnTo>
                  <a:pt x="46954" y="5050"/>
                </a:lnTo>
                <a:lnTo>
                  <a:pt x="47363" y="4891"/>
                </a:lnTo>
                <a:lnTo>
                  <a:pt x="47655" y="4785"/>
                </a:lnTo>
                <a:lnTo>
                  <a:pt x="47947" y="4625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398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167" y="3349"/>
                </a:lnTo>
                <a:lnTo>
                  <a:pt x="50459" y="3243"/>
                </a:lnTo>
                <a:lnTo>
                  <a:pt x="50634" y="3083"/>
                </a:lnTo>
                <a:lnTo>
                  <a:pt x="50926" y="2977"/>
                </a:lnTo>
                <a:lnTo>
                  <a:pt x="51159" y="2711"/>
                </a:lnTo>
                <a:lnTo>
                  <a:pt x="51627" y="2605"/>
                </a:lnTo>
                <a:lnTo>
                  <a:pt x="51860" y="2445"/>
                </a:lnTo>
                <a:lnTo>
                  <a:pt x="52152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028" y="1967"/>
                </a:lnTo>
                <a:lnTo>
                  <a:pt x="53145" y="1807"/>
                </a:lnTo>
                <a:lnTo>
                  <a:pt x="53554" y="1541"/>
                </a:lnTo>
                <a:lnTo>
                  <a:pt x="53846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248" y="638"/>
                </a:lnTo>
                <a:lnTo>
                  <a:pt x="55540" y="531"/>
                </a:lnTo>
                <a:lnTo>
                  <a:pt x="55832" y="265"/>
                </a:lnTo>
                <a:lnTo>
                  <a:pt x="56124" y="159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907455" y="3314413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039"/>
                </a:lnTo>
                <a:lnTo>
                  <a:pt x="525" y="29933"/>
                </a:lnTo>
                <a:lnTo>
                  <a:pt x="817" y="29827"/>
                </a:lnTo>
                <a:lnTo>
                  <a:pt x="1226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763"/>
                </a:lnTo>
                <a:lnTo>
                  <a:pt x="2803" y="28657"/>
                </a:lnTo>
                <a:lnTo>
                  <a:pt x="3212" y="28498"/>
                </a:lnTo>
                <a:lnTo>
                  <a:pt x="3504" y="28391"/>
                </a:lnTo>
                <a:lnTo>
                  <a:pt x="3796" y="2812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647"/>
                </a:lnTo>
                <a:lnTo>
                  <a:pt x="5022" y="27487"/>
                </a:lnTo>
                <a:lnTo>
                  <a:pt x="5489" y="27381"/>
                </a:lnTo>
                <a:lnTo>
                  <a:pt x="5781" y="27222"/>
                </a:lnTo>
                <a:lnTo>
                  <a:pt x="6015" y="27009"/>
                </a:lnTo>
                <a:lnTo>
                  <a:pt x="6307" y="26849"/>
                </a:lnTo>
                <a:lnTo>
                  <a:pt x="6482" y="26743"/>
                </a:lnTo>
                <a:lnTo>
                  <a:pt x="6716" y="26584"/>
                </a:lnTo>
                <a:lnTo>
                  <a:pt x="7008" y="26318"/>
                </a:lnTo>
                <a:lnTo>
                  <a:pt x="7475" y="26211"/>
                </a:lnTo>
                <a:lnTo>
                  <a:pt x="7709" y="26105"/>
                </a:lnTo>
                <a:lnTo>
                  <a:pt x="8001" y="25946"/>
                </a:lnTo>
                <a:lnTo>
                  <a:pt x="8293" y="25680"/>
                </a:lnTo>
                <a:lnTo>
                  <a:pt x="8585" y="25680"/>
                </a:lnTo>
                <a:lnTo>
                  <a:pt x="8877" y="25573"/>
                </a:lnTo>
                <a:lnTo>
                  <a:pt x="9402" y="25201"/>
                </a:lnTo>
                <a:lnTo>
                  <a:pt x="9694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563"/>
                </a:lnTo>
                <a:lnTo>
                  <a:pt x="10804" y="24404"/>
                </a:lnTo>
                <a:lnTo>
                  <a:pt x="11096" y="24297"/>
                </a:lnTo>
                <a:lnTo>
                  <a:pt x="11388" y="24138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497" y="23500"/>
                </a:lnTo>
                <a:lnTo>
                  <a:pt x="12789" y="23393"/>
                </a:lnTo>
                <a:lnTo>
                  <a:pt x="13081" y="23234"/>
                </a:lnTo>
                <a:lnTo>
                  <a:pt x="13373" y="23128"/>
                </a:lnTo>
                <a:lnTo>
                  <a:pt x="13782" y="23021"/>
                </a:lnTo>
                <a:lnTo>
                  <a:pt x="13958" y="22755"/>
                </a:lnTo>
                <a:lnTo>
                  <a:pt x="14191" y="22596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1958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479"/>
                </a:lnTo>
                <a:lnTo>
                  <a:pt x="16469" y="21320"/>
                </a:lnTo>
                <a:lnTo>
                  <a:pt x="16761" y="21214"/>
                </a:lnTo>
                <a:lnTo>
                  <a:pt x="17053" y="21054"/>
                </a:lnTo>
                <a:lnTo>
                  <a:pt x="17345" y="20948"/>
                </a:lnTo>
                <a:lnTo>
                  <a:pt x="17578" y="20841"/>
                </a:lnTo>
                <a:lnTo>
                  <a:pt x="18046" y="20682"/>
                </a:lnTo>
                <a:lnTo>
                  <a:pt x="18279" y="20576"/>
                </a:lnTo>
                <a:lnTo>
                  <a:pt x="18571" y="20310"/>
                </a:lnTo>
                <a:lnTo>
                  <a:pt x="18863" y="20150"/>
                </a:lnTo>
                <a:lnTo>
                  <a:pt x="19038" y="20044"/>
                </a:lnTo>
                <a:lnTo>
                  <a:pt x="19272" y="19938"/>
                </a:lnTo>
                <a:lnTo>
                  <a:pt x="19564" y="19672"/>
                </a:lnTo>
                <a:lnTo>
                  <a:pt x="19973" y="19512"/>
                </a:lnTo>
                <a:lnTo>
                  <a:pt x="20265" y="19406"/>
                </a:lnTo>
                <a:lnTo>
                  <a:pt x="20557" y="19299"/>
                </a:lnTo>
                <a:lnTo>
                  <a:pt x="20849" y="19034"/>
                </a:lnTo>
                <a:lnTo>
                  <a:pt x="21141" y="18874"/>
                </a:lnTo>
                <a:lnTo>
                  <a:pt x="21433" y="18768"/>
                </a:lnTo>
                <a:lnTo>
                  <a:pt x="21959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864"/>
                </a:lnTo>
                <a:lnTo>
                  <a:pt x="23360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054" y="16854"/>
                </a:lnTo>
                <a:lnTo>
                  <a:pt x="25346" y="16588"/>
                </a:lnTo>
                <a:lnTo>
                  <a:pt x="25638" y="16428"/>
                </a:lnTo>
                <a:lnTo>
                  <a:pt x="25930" y="16428"/>
                </a:lnTo>
                <a:lnTo>
                  <a:pt x="26339" y="16322"/>
                </a:lnTo>
                <a:lnTo>
                  <a:pt x="26514" y="16056"/>
                </a:lnTo>
                <a:lnTo>
                  <a:pt x="26747" y="15950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780"/>
                </a:lnTo>
                <a:lnTo>
                  <a:pt x="29317" y="14514"/>
                </a:lnTo>
                <a:lnTo>
                  <a:pt x="29609" y="14408"/>
                </a:lnTo>
                <a:lnTo>
                  <a:pt x="29843" y="14142"/>
                </a:lnTo>
                <a:lnTo>
                  <a:pt x="30135" y="14142"/>
                </a:lnTo>
                <a:lnTo>
                  <a:pt x="30602" y="13983"/>
                </a:lnTo>
                <a:lnTo>
                  <a:pt x="30836" y="13876"/>
                </a:lnTo>
                <a:lnTo>
                  <a:pt x="31128" y="13611"/>
                </a:lnTo>
                <a:lnTo>
                  <a:pt x="31420" y="13504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2973"/>
                </a:lnTo>
                <a:lnTo>
                  <a:pt x="32529" y="12866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069"/>
                </a:lnTo>
                <a:lnTo>
                  <a:pt x="34515" y="11803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25" y="11165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18" y="10261"/>
                </a:lnTo>
                <a:lnTo>
                  <a:pt x="37610" y="10155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23"/>
                </a:lnTo>
                <a:lnTo>
                  <a:pt x="38895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719"/>
                </a:lnTo>
                <a:lnTo>
                  <a:pt x="40472" y="8613"/>
                </a:lnTo>
                <a:lnTo>
                  <a:pt x="40881" y="8506"/>
                </a:lnTo>
                <a:lnTo>
                  <a:pt x="41173" y="8347"/>
                </a:lnTo>
                <a:lnTo>
                  <a:pt x="41406" y="808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399" y="7443"/>
                </a:lnTo>
                <a:lnTo>
                  <a:pt x="42691" y="7337"/>
                </a:lnTo>
                <a:lnTo>
                  <a:pt x="43100" y="7177"/>
                </a:lnTo>
                <a:lnTo>
                  <a:pt x="43392" y="7071"/>
                </a:lnTo>
                <a:lnTo>
                  <a:pt x="43684" y="6965"/>
                </a:lnTo>
                <a:lnTo>
                  <a:pt x="43976" y="6805"/>
                </a:lnTo>
                <a:lnTo>
                  <a:pt x="44385" y="6539"/>
                </a:lnTo>
                <a:lnTo>
                  <a:pt x="44677" y="6326"/>
                </a:lnTo>
                <a:lnTo>
                  <a:pt x="45086" y="6167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529"/>
                </a:lnTo>
                <a:lnTo>
                  <a:pt x="46487" y="5423"/>
                </a:lnTo>
                <a:lnTo>
                  <a:pt x="46662" y="5263"/>
                </a:lnTo>
                <a:lnTo>
                  <a:pt x="47071" y="4997"/>
                </a:lnTo>
                <a:lnTo>
                  <a:pt x="47363" y="4891"/>
                </a:lnTo>
                <a:lnTo>
                  <a:pt x="47655" y="4785"/>
                </a:lnTo>
                <a:lnTo>
                  <a:pt x="47947" y="4785"/>
                </a:lnTo>
                <a:lnTo>
                  <a:pt x="48181" y="4519"/>
                </a:lnTo>
                <a:lnTo>
                  <a:pt x="48473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881"/>
                </a:lnTo>
                <a:lnTo>
                  <a:pt x="49641" y="3721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2970" y="1914"/>
                </a:lnTo>
                <a:lnTo>
                  <a:pt x="53437" y="1807"/>
                </a:lnTo>
                <a:lnTo>
                  <a:pt x="53729" y="1701"/>
                </a:lnTo>
                <a:lnTo>
                  <a:pt x="53963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663" y="1010"/>
                </a:lnTo>
                <a:lnTo>
                  <a:pt x="54956" y="797"/>
                </a:lnTo>
                <a:lnTo>
                  <a:pt x="55248" y="638"/>
                </a:lnTo>
                <a:lnTo>
                  <a:pt x="55656" y="531"/>
                </a:lnTo>
                <a:lnTo>
                  <a:pt x="55948" y="372"/>
                </a:lnTo>
                <a:lnTo>
                  <a:pt x="56240" y="159"/>
                </a:lnTo>
                <a:lnTo>
                  <a:pt x="56532" y="159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964105" y="3284107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992" y="29827"/>
                </a:lnTo>
                <a:lnTo>
                  <a:pt x="1284" y="29667"/>
                </a:lnTo>
                <a:lnTo>
                  <a:pt x="1576" y="29561"/>
                </a:lnTo>
                <a:lnTo>
                  <a:pt x="1868" y="29295"/>
                </a:lnTo>
                <a:lnTo>
                  <a:pt x="2102" y="29136"/>
                </a:lnTo>
                <a:lnTo>
                  <a:pt x="2394" y="29029"/>
                </a:lnTo>
                <a:lnTo>
                  <a:pt x="2569" y="28923"/>
                </a:lnTo>
                <a:lnTo>
                  <a:pt x="2978" y="28657"/>
                </a:lnTo>
                <a:lnTo>
                  <a:pt x="3270" y="28498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672" y="27860"/>
                </a:lnTo>
                <a:lnTo>
                  <a:pt x="4964" y="27753"/>
                </a:lnTo>
                <a:lnTo>
                  <a:pt x="5256" y="27487"/>
                </a:lnTo>
                <a:lnTo>
                  <a:pt x="5489" y="27381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584"/>
                </a:lnTo>
                <a:lnTo>
                  <a:pt x="7358" y="26477"/>
                </a:lnTo>
                <a:lnTo>
                  <a:pt x="7650" y="26211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344" y="25414"/>
                </a:lnTo>
                <a:lnTo>
                  <a:pt x="9577" y="25307"/>
                </a:lnTo>
                <a:lnTo>
                  <a:pt x="9869" y="25042"/>
                </a:lnTo>
                <a:lnTo>
                  <a:pt x="10161" y="24935"/>
                </a:lnTo>
                <a:lnTo>
                  <a:pt x="10337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154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766"/>
                </a:lnTo>
                <a:lnTo>
                  <a:pt x="12439" y="23659"/>
                </a:lnTo>
                <a:lnTo>
                  <a:pt x="12556" y="23500"/>
                </a:lnTo>
                <a:lnTo>
                  <a:pt x="12848" y="23500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862"/>
                </a:lnTo>
                <a:lnTo>
                  <a:pt x="14425" y="22596"/>
                </a:lnTo>
                <a:lnTo>
                  <a:pt x="14658" y="22490"/>
                </a:lnTo>
                <a:lnTo>
                  <a:pt x="14950" y="22330"/>
                </a:lnTo>
                <a:lnTo>
                  <a:pt x="15126" y="22224"/>
                </a:lnTo>
                <a:lnTo>
                  <a:pt x="15359" y="21958"/>
                </a:lnTo>
                <a:lnTo>
                  <a:pt x="15826" y="21852"/>
                </a:lnTo>
                <a:lnTo>
                  <a:pt x="16118" y="21692"/>
                </a:lnTo>
                <a:lnTo>
                  <a:pt x="16352" y="21586"/>
                </a:lnTo>
                <a:lnTo>
                  <a:pt x="16644" y="21320"/>
                </a:lnTo>
                <a:lnTo>
                  <a:pt x="16936" y="21214"/>
                </a:lnTo>
                <a:lnTo>
                  <a:pt x="17228" y="21214"/>
                </a:lnTo>
                <a:lnTo>
                  <a:pt x="17520" y="21054"/>
                </a:lnTo>
                <a:lnTo>
                  <a:pt x="17812" y="2078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20044"/>
                </a:lnTo>
                <a:lnTo>
                  <a:pt x="19506" y="19884"/>
                </a:lnTo>
                <a:lnTo>
                  <a:pt x="19914" y="19778"/>
                </a:lnTo>
                <a:lnTo>
                  <a:pt x="20206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874"/>
                </a:lnTo>
                <a:lnTo>
                  <a:pt x="21433" y="18768"/>
                </a:lnTo>
                <a:lnTo>
                  <a:pt x="21725" y="18768"/>
                </a:lnTo>
                <a:lnTo>
                  <a:pt x="22134" y="18608"/>
                </a:lnTo>
                <a:lnTo>
                  <a:pt x="22426" y="18342"/>
                </a:lnTo>
                <a:lnTo>
                  <a:pt x="22718" y="18236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119" y="17492"/>
                </a:lnTo>
                <a:lnTo>
                  <a:pt x="24411" y="17332"/>
                </a:lnTo>
                <a:lnTo>
                  <a:pt x="24703" y="17066"/>
                </a:lnTo>
                <a:lnTo>
                  <a:pt x="24995" y="16960"/>
                </a:lnTo>
                <a:lnTo>
                  <a:pt x="25287" y="16801"/>
                </a:lnTo>
                <a:lnTo>
                  <a:pt x="25696" y="16428"/>
                </a:lnTo>
                <a:lnTo>
                  <a:pt x="26105" y="16428"/>
                </a:lnTo>
                <a:lnTo>
                  <a:pt x="26397" y="16322"/>
                </a:lnTo>
                <a:lnTo>
                  <a:pt x="26689" y="16163"/>
                </a:lnTo>
                <a:lnTo>
                  <a:pt x="26923" y="15950"/>
                </a:lnTo>
                <a:lnTo>
                  <a:pt x="27215" y="15790"/>
                </a:lnTo>
                <a:lnTo>
                  <a:pt x="27507" y="15684"/>
                </a:lnTo>
                <a:lnTo>
                  <a:pt x="27799" y="15525"/>
                </a:lnTo>
                <a:lnTo>
                  <a:pt x="27916" y="15312"/>
                </a:lnTo>
                <a:lnTo>
                  <a:pt x="28383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621"/>
                </a:lnTo>
                <a:lnTo>
                  <a:pt x="29492" y="14514"/>
                </a:lnTo>
                <a:lnTo>
                  <a:pt x="29784" y="14408"/>
                </a:lnTo>
                <a:lnTo>
                  <a:pt x="30076" y="14249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504"/>
                </a:lnTo>
                <a:lnTo>
                  <a:pt x="31770" y="13345"/>
                </a:lnTo>
                <a:lnTo>
                  <a:pt x="32004" y="13238"/>
                </a:lnTo>
                <a:lnTo>
                  <a:pt x="32471" y="13079"/>
                </a:lnTo>
                <a:lnTo>
                  <a:pt x="32704" y="12866"/>
                </a:lnTo>
                <a:lnTo>
                  <a:pt x="32880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697" y="12228"/>
                </a:lnTo>
                <a:lnTo>
                  <a:pt x="33989" y="12069"/>
                </a:lnTo>
                <a:lnTo>
                  <a:pt x="34281" y="11962"/>
                </a:lnTo>
                <a:lnTo>
                  <a:pt x="34690" y="11803"/>
                </a:lnTo>
                <a:lnTo>
                  <a:pt x="34982" y="11696"/>
                </a:lnTo>
                <a:lnTo>
                  <a:pt x="35274" y="11537"/>
                </a:lnTo>
                <a:lnTo>
                  <a:pt x="35683" y="11324"/>
                </a:lnTo>
                <a:lnTo>
                  <a:pt x="35975" y="11058"/>
                </a:lnTo>
                <a:lnTo>
                  <a:pt x="36267" y="10899"/>
                </a:lnTo>
                <a:lnTo>
                  <a:pt x="36676" y="10793"/>
                </a:lnTo>
                <a:lnTo>
                  <a:pt x="36968" y="10686"/>
                </a:lnTo>
                <a:lnTo>
                  <a:pt x="37260" y="10420"/>
                </a:lnTo>
                <a:lnTo>
                  <a:pt x="37552" y="10261"/>
                </a:lnTo>
                <a:lnTo>
                  <a:pt x="37785" y="10155"/>
                </a:lnTo>
                <a:lnTo>
                  <a:pt x="37961" y="9995"/>
                </a:lnTo>
                <a:lnTo>
                  <a:pt x="38253" y="9782"/>
                </a:lnTo>
                <a:lnTo>
                  <a:pt x="38661" y="9623"/>
                </a:lnTo>
                <a:lnTo>
                  <a:pt x="38953" y="9517"/>
                </a:lnTo>
                <a:lnTo>
                  <a:pt x="39245" y="9517"/>
                </a:lnTo>
                <a:lnTo>
                  <a:pt x="39479" y="9251"/>
                </a:lnTo>
                <a:lnTo>
                  <a:pt x="39771" y="9144"/>
                </a:lnTo>
                <a:lnTo>
                  <a:pt x="40063" y="8985"/>
                </a:lnTo>
                <a:lnTo>
                  <a:pt x="40355" y="8879"/>
                </a:lnTo>
                <a:lnTo>
                  <a:pt x="40472" y="8613"/>
                </a:lnTo>
                <a:lnTo>
                  <a:pt x="40939" y="8453"/>
                </a:lnTo>
                <a:lnTo>
                  <a:pt x="41173" y="8347"/>
                </a:lnTo>
                <a:lnTo>
                  <a:pt x="41465" y="8241"/>
                </a:lnTo>
                <a:lnTo>
                  <a:pt x="41757" y="7975"/>
                </a:lnTo>
                <a:lnTo>
                  <a:pt x="42049" y="7815"/>
                </a:lnTo>
                <a:lnTo>
                  <a:pt x="42341" y="7709"/>
                </a:lnTo>
                <a:lnTo>
                  <a:pt x="42633" y="7603"/>
                </a:lnTo>
                <a:lnTo>
                  <a:pt x="42866" y="7337"/>
                </a:lnTo>
                <a:lnTo>
                  <a:pt x="43158" y="7177"/>
                </a:lnTo>
                <a:lnTo>
                  <a:pt x="43450" y="7177"/>
                </a:lnTo>
                <a:lnTo>
                  <a:pt x="43742" y="7071"/>
                </a:lnTo>
                <a:lnTo>
                  <a:pt x="44034" y="6805"/>
                </a:lnTo>
                <a:lnTo>
                  <a:pt x="44268" y="6699"/>
                </a:lnTo>
                <a:lnTo>
                  <a:pt x="44560" y="6539"/>
                </a:lnTo>
                <a:lnTo>
                  <a:pt x="45027" y="6433"/>
                </a:lnTo>
                <a:lnTo>
                  <a:pt x="45261" y="6167"/>
                </a:lnTo>
                <a:lnTo>
                  <a:pt x="45436" y="6061"/>
                </a:lnTo>
                <a:lnTo>
                  <a:pt x="45728" y="5901"/>
                </a:lnTo>
                <a:lnTo>
                  <a:pt x="45962" y="579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263"/>
                </a:lnTo>
                <a:lnTo>
                  <a:pt x="47246" y="5157"/>
                </a:lnTo>
                <a:lnTo>
                  <a:pt x="47538" y="4891"/>
                </a:lnTo>
                <a:lnTo>
                  <a:pt x="47830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53"/>
                </a:lnTo>
                <a:lnTo>
                  <a:pt x="49232" y="4093"/>
                </a:lnTo>
                <a:lnTo>
                  <a:pt x="49524" y="3987"/>
                </a:lnTo>
                <a:lnTo>
                  <a:pt x="49816" y="3721"/>
                </a:lnTo>
                <a:lnTo>
                  <a:pt x="50108" y="3615"/>
                </a:lnTo>
                <a:lnTo>
                  <a:pt x="50342" y="3455"/>
                </a:lnTo>
                <a:lnTo>
                  <a:pt x="50517" y="3349"/>
                </a:lnTo>
                <a:lnTo>
                  <a:pt x="50809" y="3083"/>
                </a:lnTo>
                <a:lnTo>
                  <a:pt x="51218" y="2977"/>
                </a:lnTo>
                <a:lnTo>
                  <a:pt x="51510" y="2817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339"/>
                </a:lnTo>
                <a:lnTo>
                  <a:pt x="52911" y="2179"/>
                </a:lnTo>
                <a:lnTo>
                  <a:pt x="53028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313" y="1276"/>
                </a:lnTo>
                <a:lnTo>
                  <a:pt x="54605" y="1169"/>
                </a:lnTo>
                <a:lnTo>
                  <a:pt x="54897" y="1010"/>
                </a:lnTo>
                <a:lnTo>
                  <a:pt x="55131" y="903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6020930" y="3253802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700" y="30039"/>
                </a:lnTo>
                <a:lnTo>
                  <a:pt x="992" y="29774"/>
                </a:lnTo>
                <a:lnTo>
                  <a:pt x="1168" y="29667"/>
                </a:lnTo>
                <a:lnTo>
                  <a:pt x="1460" y="29561"/>
                </a:lnTo>
                <a:lnTo>
                  <a:pt x="1693" y="29401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978" y="28763"/>
                </a:lnTo>
                <a:lnTo>
                  <a:pt x="3270" y="28498"/>
                </a:lnTo>
                <a:lnTo>
                  <a:pt x="3562" y="28391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860"/>
                </a:lnTo>
                <a:lnTo>
                  <a:pt x="4964" y="27753"/>
                </a:lnTo>
                <a:lnTo>
                  <a:pt x="5256" y="27594"/>
                </a:lnTo>
                <a:lnTo>
                  <a:pt x="5548" y="27328"/>
                </a:lnTo>
                <a:lnTo>
                  <a:pt x="5781" y="27222"/>
                </a:lnTo>
                <a:lnTo>
                  <a:pt x="6073" y="27115"/>
                </a:lnTo>
                <a:lnTo>
                  <a:pt x="6248" y="26956"/>
                </a:lnTo>
                <a:lnTo>
                  <a:pt x="6482" y="26690"/>
                </a:lnTo>
                <a:lnTo>
                  <a:pt x="6949" y="26584"/>
                </a:lnTo>
                <a:lnTo>
                  <a:pt x="7241" y="26477"/>
                </a:lnTo>
                <a:lnTo>
                  <a:pt x="7475" y="26318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786"/>
                </a:lnTo>
                <a:lnTo>
                  <a:pt x="8643" y="25786"/>
                </a:lnTo>
                <a:lnTo>
                  <a:pt x="8760" y="25573"/>
                </a:lnTo>
                <a:lnTo>
                  <a:pt x="9169" y="25414"/>
                </a:lnTo>
                <a:lnTo>
                  <a:pt x="9461" y="25307"/>
                </a:lnTo>
                <a:lnTo>
                  <a:pt x="9753" y="25148"/>
                </a:lnTo>
                <a:lnTo>
                  <a:pt x="10045" y="24935"/>
                </a:lnTo>
                <a:lnTo>
                  <a:pt x="10337" y="24776"/>
                </a:lnTo>
                <a:lnTo>
                  <a:pt x="10629" y="24669"/>
                </a:lnTo>
                <a:lnTo>
                  <a:pt x="10862" y="24510"/>
                </a:lnTo>
                <a:lnTo>
                  <a:pt x="11154" y="24244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872"/>
                </a:lnTo>
                <a:lnTo>
                  <a:pt x="12264" y="23606"/>
                </a:lnTo>
                <a:lnTo>
                  <a:pt x="12556" y="23500"/>
                </a:lnTo>
                <a:lnTo>
                  <a:pt x="12848" y="23500"/>
                </a:lnTo>
                <a:lnTo>
                  <a:pt x="13257" y="23393"/>
                </a:lnTo>
                <a:lnTo>
                  <a:pt x="13549" y="23128"/>
                </a:lnTo>
                <a:lnTo>
                  <a:pt x="13724" y="22968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224"/>
                </a:lnTo>
                <a:lnTo>
                  <a:pt x="15534" y="22064"/>
                </a:lnTo>
                <a:lnTo>
                  <a:pt x="15826" y="21852"/>
                </a:lnTo>
                <a:lnTo>
                  <a:pt x="16118" y="21692"/>
                </a:lnTo>
                <a:lnTo>
                  <a:pt x="16527" y="21426"/>
                </a:lnTo>
                <a:lnTo>
                  <a:pt x="16819" y="21160"/>
                </a:lnTo>
                <a:lnTo>
                  <a:pt x="17111" y="21160"/>
                </a:lnTo>
                <a:lnTo>
                  <a:pt x="17520" y="21054"/>
                </a:lnTo>
                <a:lnTo>
                  <a:pt x="17812" y="2094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805" y="20150"/>
                </a:lnTo>
                <a:lnTo>
                  <a:pt x="19038" y="20044"/>
                </a:lnTo>
                <a:lnTo>
                  <a:pt x="19506" y="19884"/>
                </a:lnTo>
                <a:lnTo>
                  <a:pt x="19739" y="19778"/>
                </a:lnTo>
                <a:lnTo>
                  <a:pt x="20031" y="19512"/>
                </a:lnTo>
                <a:lnTo>
                  <a:pt x="20323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8874"/>
                </a:lnTo>
                <a:lnTo>
                  <a:pt x="21725" y="18768"/>
                </a:lnTo>
                <a:lnTo>
                  <a:pt x="22017" y="18608"/>
                </a:lnTo>
                <a:lnTo>
                  <a:pt x="22309" y="18342"/>
                </a:lnTo>
                <a:lnTo>
                  <a:pt x="22601" y="18236"/>
                </a:lnTo>
                <a:lnTo>
                  <a:pt x="22893" y="18130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587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88"/>
                </a:lnTo>
                <a:lnTo>
                  <a:pt x="26105" y="16428"/>
                </a:lnTo>
                <a:lnTo>
                  <a:pt x="26280" y="16322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25"/>
                </a:lnTo>
                <a:lnTo>
                  <a:pt x="28091" y="15259"/>
                </a:lnTo>
                <a:lnTo>
                  <a:pt x="28383" y="15152"/>
                </a:lnTo>
                <a:lnTo>
                  <a:pt x="28675" y="15046"/>
                </a:lnTo>
                <a:lnTo>
                  <a:pt x="28792" y="14887"/>
                </a:lnTo>
                <a:lnTo>
                  <a:pt x="29084" y="14621"/>
                </a:lnTo>
                <a:lnTo>
                  <a:pt x="29376" y="14514"/>
                </a:lnTo>
                <a:lnTo>
                  <a:pt x="29609" y="14355"/>
                </a:lnTo>
                <a:lnTo>
                  <a:pt x="30076" y="14249"/>
                </a:lnTo>
                <a:lnTo>
                  <a:pt x="30368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303" y="13504"/>
                </a:lnTo>
                <a:lnTo>
                  <a:pt x="31595" y="13345"/>
                </a:lnTo>
                <a:lnTo>
                  <a:pt x="32062" y="13238"/>
                </a:lnTo>
                <a:lnTo>
                  <a:pt x="32296" y="13079"/>
                </a:lnTo>
                <a:lnTo>
                  <a:pt x="32588" y="1281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756" y="12175"/>
                </a:lnTo>
                <a:lnTo>
                  <a:pt x="34281" y="11962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449" y="11431"/>
                </a:lnTo>
                <a:lnTo>
                  <a:pt x="35683" y="11271"/>
                </a:lnTo>
                <a:lnTo>
                  <a:pt x="35975" y="11058"/>
                </a:lnTo>
                <a:lnTo>
                  <a:pt x="36384" y="10899"/>
                </a:lnTo>
                <a:lnTo>
                  <a:pt x="36559" y="10793"/>
                </a:lnTo>
                <a:lnTo>
                  <a:pt x="36851" y="10633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729"/>
                </a:lnTo>
                <a:lnTo>
                  <a:pt x="38661" y="9623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985"/>
                </a:lnTo>
                <a:lnTo>
                  <a:pt x="40238" y="8879"/>
                </a:lnTo>
                <a:lnTo>
                  <a:pt x="40647" y="8613"/>
                </a:lnTo>
                <a:lnTo>
                  <a:pt x="40939" y="8453"/>
                </a:lnTo>
                <a:lnTo>
                  <a:pt x="41231" y="8347"/>
                </a:lnTo>
                <a:lnTo>
                  <a:pt x="41348" y="8187"/>
                </a:lnTo>
                <a:lnTo>
                  <a:pt x="41640" y="7975"/>
                </a:lnTo>
                <a:lnTo>
                  <a:pt x="41932" y="7815"/>
                </a:lnTo>
                <a:lnTo>
                  <a:pt x="42166" y="7709"/>
                </a:lnTo>
                <a:lnTo>
                  <a:pt x="42633" y="7549"/>
                </a:lnTo>
                <a:lnTo>
                  <a:pt x="42866" y="7337"/>
                </a:lnTo>
                <a:lnTo>
                  <a:pt x="43158" y="7177"/>
                </a:lnTo>
                <a:lnTo>
                  <a:pt x="43450" y="7177"/>
                </a:lnTo>
                <a:lnTo>
                  <a:pt x="43742" y="707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539"/>
                </a:lnTo>
                <a:lnTo>
                  <a:pt x="44852" y="6433"/>
                </a:lnTo>
                <a:lnTo>
                  <a:pt x="45144" y="6167"/>
                </a:lnTo>
                <a:lnTo>
                  <a:pt x="45436" y="6007"/>
                </a:lnTo>
                <a:lnTo>
                  <a:pt x="45728" y="5901"/>
                </a:lnTo>
                <a:lnTo>
                  <a:pt x="46020" y="5795"/>
                </a:lnTo>
                <a:lnTo>
                  <a:pt x="46254" y="5529"/>
                </a:lnTo>
                <a:lnTo>
                  <a:pt x="46429" y="5369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4891"/>
                </a:lnTo>
                <a:lnTo>
                  <a:pt x="47714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940" y="4253"/>
                </a:lnTo>
                <a:lnTo>
                  <a:pt x="49115" y="4093"/>
                </a:lnTo>
                <a:lnTo>
                  <a:pt x="49407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809" y="3083"/>
                </a:lnTo>
                <a:lnTo>
                  <a:pt x="51218" y="2924"/>
                </a:lnTo>
                <a:lnTo>
                  <a:pt x="51510" y="2817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286"/>
                </a:lnTo>
                <a:lnTo>
                  <a:pt x="52795" y="2179"/>
                </a:lnTo>
                <a:lnTo>
                  <a:pt x="53203" y="1914"/>
                </a:lnTo>
                <a:lnTo>
                  <a:pt x="53495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189" y="903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6077638" y="3223496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700" y="30039"/>
                </a:lnTo>
                <a:lnTo>
                  <a:pt x="992" y="29774"/>
                </a:lnTo>
                <a:lnTo>
                  <a:pt x="1284" y="29667"/>
                </a:lnTo>
                <a:lnTo>
                  <a:pt x="1576" y="29508"/>
                </a:lnTo>
                <a:lnTo>
                  <a:pt x="1868" y="29401"/>
                </a:lnTo>
                <a:lnTo>
                  <a:pt x="2102" y="29136"/>
                </a:lnTo>
                <a:lnTo>
                  <a:pt x="2277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498"/>
                </a:lnTo>
                <a:lnTo>
                  <a:pt x="3504" y="28391"/>
                </a:lnTo>
                <a:lnTo>
                  <a:pt x="3796" y="28232"/>
                </a:lnTo>
                <a:lnTo>
                  <a:pt x="4088" y="28232"/>
                </a:lnTo>
                <a:lnTo>
                  <a:pt x="4380" y="27966"/>
                </a:lnTo>
                <a:lnTo>
                  <a:pt x="4788" y="27860"/>
                </a:lnTo>
                <a:lnTo>
                  <a:pt x="4964" y="27753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65" y="26956"/>
                </a:lnTo>
                <a:lnTo>
                  <a:pt x="6657" y="26690"/>
                </a:lnTo>
                <a:lnTo>
                  <a:pt x="7066" y="26584"/>
                </a:lnTo>
                <a:lnTo>
                  <a:pt x="7358" y="26424"/>
                </a:lnTo>
                <a:lnTo>
                  <a:pt x="7767" y="26052"/>
                </a:lnTo>
                <a:lnTo>
                  <a:pt x="8059" y="25946"/>
                </a:lnTo>
                <a:lnTo>
                  <a:pt x="8351" y="25946"/>
                </a:lnTo>
                <a:lnTo>
                  <a:pt x="8585" y="25786"/>
                </a:lnTo>
                <a:lnTo>
                  <a:pt x="9052" y="25520"/>
                </a:lnTo>
                <a:lnTo>
                  <a:pt x="9285" y="25414"/>
                </a:lnTo>
                <a:lnTo>
                  <a:pt x="9577" y="25307"/>
                </a:lnTo>
                <a:lnTo>
                  <a:pt x="9869" y="25148"/>
                </a:lnTo>
                <a:lnTo>
                  <a:pt x="10045" y="24882"/>
                </a:lnTo>
                <a:lnTo>
                  <a:pt x="10278" y="24776"/>
                </a:lnTo>
                <a:lnTo>
                  <a:pt x="10570" y="24669"/>
                </a:lnTo>
                <a:lnTo>
                  <a:pt x="10979" y="24510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3978"/>
                </a:lnTo>
                <a:lnTo>
                  <a:pt x="12147" y="23872"/>
                </a:lnTo>
                <a:lnTo>
                  <a:pt x="12439" y="23606"/>
                </a:lnTo>
                <a:lnTo>
                  <a:pt x="12848" y="23500"/>
                </a:lnTo>
                <a:lnTo>
                  <a:pt x="13257" y="23340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862"/>
                </a:lnTo>
                <a:lnTo>
                  <a:pt x="14366" y="22702"/>
                </a:lnTo>
                <a:lnTo>
                  <a:pt x="14658" y="22436"/>
                </a:lnTo>
                <a:lnTo>
                  <a:pt x="14834" y="22330"/>
                </a:lnTo>
                <a:lnTo>
                  <a:pt x="15242" y="22224"/>
                </a:lnTo>
                <a:lnTo>
                  <a:pt x="15534" y="22064"/>
                </a:lnTo>
                <a:lnTo>
                  <a:pt x="15826" y="21798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160"/>
                </a:lnTo>
                <a:lnTo>
                  <a:pt x="17345" y="21160"/>
                </a:lnTo>
                <a:lnTo>
                  <a:pt x="17520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922" y="20257"/>
                </a:lnTo>
                <a:lnTo>
                  <a:pt x="19214" y="20044"/>
                </a:lnTo>
                <a:lnTo>
                  <a:pt x="19622" y="19884"/>
                </a:lnTo>
                <a:lnTo>
                  <a:pt x="19914" y="19778"/>
                </a:lnTo>
                <a:lnTo>
                  <a:pt x="20031" y="19619"/>
                </a:lnTo>
                <a:lnTo>
                  <a:pt x="20323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980"/>
                </a:lnTo>
                <a:lnTo>
                  <a:pt x="21608" y="18874"/>
                </a:lnTo>
                <a:lnTo>
                  <a:pt x="21842" y="18715"/>
                </a:lnTo>
                <a:lnTo>
                  <a:pt x="22134" y="18608"/>
                </a:lnTo>
                <a:lnTo>
                  <a:pt x="22426" y="18502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535" y="17864"/>
                </a:lnTo>
                <a:lnTo>
                  <a:pt x="23827" y="17598"/>
                </a:lnTo>
                <a:lnTo>
                  <a:pt x="24119" y="17439"/>
                </a:lnTo>
                <a:lnTo>
                  <a:pt x="24411" y="17332"/>
                </a:lnTo>
                <a:lnTo>
                  <a:pt x="24703" y="17173"/>
                </a:lnTo>
                <a:lnTo>
                  <a:pt x="24995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689" y="16163"/>
                </a:lnTo>
                <a:lnTo>
                  <a:pt x="26923" y="16056"/>
                </a:lnTo>
                <a:lnTo>
                  <a:pt x="27215" y="15790"/>
                </a:lnTo>
                <a:lnTo>
                  <a:pt x="27507" y="15631"/>
                </a:lnTo>
                <a:lnTo>
                  <a:pt x="27799" y="15525"/>
                </a:lnTo>
                <a:lnTo>
                  <a:pt x="28091" y="15418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355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478" y="13611"/>
                </a:lnTo>
                <a:lnTo>
                  <a:pt x="31712" y="13345"/>
                </a:lnTo>
                <a:lnTo>
                  <a:pt x="32179" y="13238"/>
                </a:lnTo>
                <a:lnTo>
                  <a:pt x="32471" y="13079"/>
                </a:lnTo>
                <a:lnTo>
                  <a:pt x="32880" y="12707"/>
                </a:lnTo>
                <a:lnTo>
                  <a:pt x="33172" y="12547"/>
                </a:lnTo>
                <a:lnTo>
                  <a:pt x="33405" y="12441"/>
                </a:lnTo>
                <a:lnTo>
                  <a:pt x="33697" y="12334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909"/>
                </a:lnTo>
                <a:lnTo>
                  <a:pt x="34982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384" y="10899"/>
                </a:lnTo>
                <a:lnTo>
                  <a:pt x="36676" y="10793"/>
                </a:lnTo>
                <a:lnTo>
                  <a:pt x="36968" y="10633"/>
                </a:lnTo>
                <a:lnTo>
                  <a:pt x="37260" y="10527"/>
                </a:lnTo>
                <a:lnTo>
                  <a:pt x="37493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889"/>
                </a:lnTo>
                <a:lnTo>
                  <a:pt x="38661" y="9623"/>
                </a:lnTo>
                <a:lnTo>
                  <a:pt x="38953" y="9623"/>
                </a:lnTo>
                <a:lnTo>
                  <a:pt x="39187" y="9463"/>
                </a:lnTo>
                <a:lnTo>
                  <a:pt x="39479" y="9357"/>
                </a:lnTo>
                <a:lnTo>
                  <a:pt x="39771" y="9091"/>
                </a:lnTo>
                <a:lnTo>
                  <a:pt x="40063" y="8985"/>
                </a:lnTo>
                <a:lnTo>
                  <a:pt x="40355" y="8825"/>
                </a:lnTo>
                <a:lnTo>
                  <a:pt x="40647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187"/>
                </a:lnTo>
                <a:lnTo>
                  <a:pt x="41757" y="8081"/>
                </a:lnTo>
                <a:lnTo>
                  <a:pt x="42049" y="7815"/>
                </a:lnTo>
                <a:lnTo>
                  <a:pt x="42458" y="7709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450" y="7177"/>
                </a:lnTo>
                <a:lnTo>
                  <a:pt x="43742" y="7071"/>
                </a:lnTo>
                <a:lnTo>
                  <a:pt x="44034" y="6911"/>
                </a:lnTo>
                <a:lnTo>
                  <a:pt x="44268" y="6646"/>
                </a:lnTo>
                <a:lnTo>
                  <a:pt x="44735" y="6539"/>
                </a:lnTo>
                <a:lnTo>
                  <a:pt x="44969" y="6433"/>
                </a:lnTo>
                <a:lnTo>
                  <a:pt x="45144" y="6273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662" y="5369"/>
                </a:lnTo>
                <a:lnTo>
                  <a:pt x="46954" y="5263"/>
                </a:lnTo>
                <a:lnTo>
                  <a:pt x="47246" y="5104"/>
                </a:lnTo>
                <a:lnTo>
                  <a:pt x="47538" y="4997"/>
                </a:lnTo>
                <a:lnTo>
                  <a:pt x="47947" y="4731"/>
                </a:lnTo>
                <a:lnTo>
                  <a:pt x="48239" y="4625"/>
                </a:lnTo>
                <a:lnTo>
                  <a:pt x="48648" y="4466"/>
                </a:lnTo>
                <a:lnTo>
                  <a:pt x="48940" y="4200"/>
                </a:lnTo>
                <a:lnTo>
                  <a:pt x="49232" y="4093"/>
                </a:lnTo>
                <a:lnTo>
                  <a:pt x="49524" y="3987"/>
                </a:lnTo>
                <a:lnTo>
                  <a:pt x="49816" y="3828"/>
                </a:lnTo>
                <a:lnTo>
                  <a:pt x="50050" y="3562"/>
                </a:lnTo>
                <a:lnTo>
                  <a:pt x="50225" y="3455"/>
                </a:lnTo>
                <a:lnTo>
                  <a:pt x="50517" y="3349"/>
                </a:lnTo>
                <a:lnTo>
                  <a:pt x="50926" y="3190"/>
                </a:lnTo>
                <a:lnTo>
                  <a:pt x="51218" y="2924"/>
                </a:lnTo>
                <a:lnTo>
                  <a:pt x="51451" y="2817"/>
                </a:lnTo>
                <a:lnTo>
                  <a:pt x="51743" y="2658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286"/>
                </a:lnTo>
                <a:lnTo>
                  <a:pt x="52911" y="2179"/>
                </a:lnTo>
                <a:lnTo>
                  <a:pt x="53145" y="2020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313" y="1382"/>
                </a:lnTo>
                <a:lnTo>
                  <a:pt x="54605" y="1116"/>
                </a:lnTo>
                <a:lnTo>
                  <a:pt x="55014" y="1010"/>
                </a:lnTo>
                <a:lnTo>
                  <a:pt x="55423" y="744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265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6134463" y="3193190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408" y="30146"/>
                </a:lnTo>
                <a:lnTo>
                  <a:pt x="700" y="30039"/>
                </a:lnTo>
                <a:lnTo>
                  <a:pt x="876" y="29880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401"/>
                </a:lnTo>
                <a:lnTo>
                  <a:pt x="1985" y="29242"/>
                </a:lnTo>
                <a:lnTo>
                  <a:pt x="2394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604"/>
                </a:lnTo>
                <a:lnTo>
                  <a:pt x="3387" y="28338"/>
                </a:lnTo>
                <a:lnTo>
                  <a:pt x="3679" y="28232"/>
                </a:lnTo>
                <a:lnTo>
                  <a:pt x="3971" y="28232"/>
                </a:lnTo>
                <a:lnTo>
                  <a:pt x="4380" y="28125"/>
                </a:lnTo>
                <a:lnTo>
                  <a:pt x="4672" y="27860"/>
                </a:lnTo>
                <a:lnTo>
                  <a:pt x="4964" y="27700"/>
                </a:lnTo>
                <a:lnTo>
                  <a:pt x="5256" y="27594"/>
                </a:lnTo>
                <a:lnTo>
                  <a:pt x="5489" y="27487"/>
                </a:lnTo>
                <a:lnTo>
                  <a:pt x="5781" y="27222"/>
                </a:lnTo>
                <a:lnTo>
                  <a:pt x="5956" y="27062"/>
                </a:lnTo>
                <a:lnTo>
                  <a:pt x="6190" y="26956"/>
                </a:lnTo>
                <a:lnTo>
                  <a:pt x="6657" y="26796"/>
                </a:lnTo>
                <a:lnTo>
                  <a:pt x="6949" y="26584"/>
                </a:lnTo>
                <a:lnTo>
                  <a:pt x="7183" y="26424"/>
                </a:lnTo>
                <a:lnTo>
                  <a:pt x="7475" y="26318"/>
                </a:lnTo>
                <a:lnTo>
                  <a:pt x="7767" y="26158"/>
                </a:lnTo>
                <a:lnTo>
                  <a:pt x="8059" y="25946"/>
                </a:lnTo>
                <a:lnTo>
                  <a:pt x="8351" y="25946"/>
                </a:lnTo>
                <a:lnTo>
                  <a:pt x="8643" y="25786"/>
                </a:lnTo>
                <a:lnTo>
                  <a:pt x="8877" y="25680"/>
                </a:lnTo>
                <a:lnTo>
                  <a:pt x="9169" y="25414"/>
                </a:lnTo>
                <a:lnTo>
                  <a:pt x="9461" y="25254"/>
                </a:lnTo>
                <a:lnTo>
                  <a:pt x="9753" y="25148"/>
                </a:lnTo>
                <a:lnTo>
                  <a:pt x="10045" y="25042"/>
                </a:lnTo>
                <a:lnTo>
                  <a:pt x="10337" y="24776"/>
                </a:lnTo>
                <a:lnTo>
                  <a:pt x="10745" y="24616"/>
                </a:lnTo>
                <a:lnTo>
                  <a:pt x="11154" y="24404"/>
                </a:lnTo>
                <a:lnTo>
                  <a:pt x="11446" y="24138"/>
                </a:lnTo>
                <a:lnTo>
                  <a:pt x="11738" y="23978"/>
                </a:lnTo>
                <a:lnTo>
                  <a:pt x="12030" y="23872"/>
                </a:lnTo>
                <a:lnTo>
                  <a:pt x="12264" y="23766"/>
                </a:lnTo>
                <a:lnTo>
                  <a:pt x="12556" y="23606"/>
                </a:lnTo>
                <a:lnTo>
                  <a:pt x="12965" y="23500"/>
                </a:lnTo>
                <a:lnTo>
                  <a:pt x="13257" y="23340"/>
                </a:lnTo>
                <a:lnTo>
                  <a:pt x="13432" y="23234"/>
                </a:lnTo>
                <a:lnTo>
                  <a:pt x="13665" y="22968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596"/>
                </a:lnTo>
                <a:lnTo>
                  <a:pt x="14950" y="22330"/>
                </a:lnTo>
                <a:lnTo>
                  <a:pt x="15242" y="22224"/>
                </a:lnTo>
                <a:lnTo>
                  <a:pt x="15534" y="22064"/>
                </a:lnTo>
                <a:lnTo>
                  <a:pt x="15826" y="21958"/>
                </a:lnTo>
                <a:lnTo>
                  <a:pt x="15943" y="21692"/>
                </a:lnTo>
                <a:lnTo>
                  <a:pt x="16235" y="21533"/>
                </a:lnTo>
                <a:lnTo>
                  <a:pt x="16527" y="21426"/>
                </a:lnTo>
                <a:lnTo>
                  <a:pt x="16819" y="21320"/>
                </a:lnTo>
                <a:lnTo>
                  <a:pt x="17228" y="21160"/>
                </a:lnTo>
                <a:lnTo>
                  <a:pt x="17520" y="21054"/>
                </a:lnTo>
                <a:lnTo>
                  <a:pt x="17812" y="20895"/>
                </a:lnTo>
                <a:lnTo>
                  <a:pt x="18046" y="20788"/>
                </a:lnTo>
                <a:lnTo>
                  <a:pt x="18338" y="20522"/>
                </a:lnTo>
                <a:lnTo>
                  <a:pt x="18513" y="20416"/>
                </a:lnTo>
                <a:lnTo>
                  <a:pt x="18746" y="20257"/>
                </a:lnTo>
                <a:lnTo>
                  <a:pt x="19214" y="20150"/>
                </a:lnTo>
                <a:lnTo>
                  <a:pt x="19447" y="19884"/>
                </a:lnTo>
                <a:lnTo>
                  <a:pt x="19739" y="19778"/>
                </a:lnTo>
                <a:lnTo>
                  <a:pt x="20031" y="19619"/>
                </a:lnTo>
                <a:lnTo>
                  <a:pt x="20323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41" y="18980"/>
                </a:lnTo>
                <a:lnTo>
                  <a:pt x="21433" y="18980"/>
                </a:lnTo>
                <a:lnTo>
                  <a:pt x="21725" y="18715"/>
                </a:lnTo>
                <a:lnTo>
                  <a:pt x="22017" y="18608"/>
                </a:lnTo>
                <a:lnTo>
                  <a:pt x="22309" y="18449"/>
                </a:lnTo>
                <a:lnTo>
                  <a:pt x="22601" y="18342"/>
                </a:lnTo>
                <a:lnTo>
                  <a:pt x="22835" y="18077"/>
                </a:lnTo>
                <a:lnTo>
                  <a:pt x="23127" y="17970"/>
                </a:lnTo>
                <a:lnTo>
                  <a:pt x="23594" y="17811"/>
                </a:lnTo>
                <a:lnTo>
                  <a:pt x="24003" y="17439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801"/>
                </a:lnTo>
                <a:lnTo>
                  <a:pt x="25521" y="16694"/>
                </a:lnTo>
                <a:lnTo>
                  <a:pt x="25813" y="16535"/>
                </a:lnTo>
                <a:lnTo>
                  <a:pt x="25988" y="16535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6056"/>
                </a:lnTo>
                <a:lnTo>
                  <a:pt x="27098" y="15897"/>
                </a:lnTo>
                <a:lnTo>
                  <a:pt x="27507" y="15631"/>
                </a:lnTo>
                <a:lnTo>
                  <a:pt x="27799" y="15525"/>
                </a:lnTo>
                <a:lnTo>
                  <a:pt x="28091" y="15365"/>
                </a:lnTo>
                <a:lnTo>
                  <a:pt x="28383" y="15259"/>
                </a:lnTo>
                <a:lnTo>
                  <a:pt x="28500" y="14993"/>
                </a:lnTo>
                <a:lnTo>
                  <a:pt x="28792" y="14887"/>
                </a:lnTo>
                <a:lnTo>
                  <a:pt x="29084" y="14727"/>
                </a:lnTo>
                <a:lnTo>
                  <a:pt x="29376" y="14621"/>
                </a:lnTo>
                <a:lnTo>
                  <a:pt x="29784" y="14355"/>
                </a:lnTo>
                <a:lnTo>
                  <a:pt x="30076" y="14249"/>
                </a:lnTo>
                <a:lnTo>
                  <a:pt x="30310" y="14249"/>
                </a:lnTo>
                <a:lnTo>
                  <a:pt x="30602" y="14089"/>
                </a:lnTo>
                <a:lnTo>
                  <a:pt x="30894" y="13823"/>
                </a:lnTo>
                <a:lnTo>
                  <a:pt x="31303" y="13611"/>
                </a:lnTo>
                <a:lnTo>
                  <a:pt x="31770" y="13451"/>
                </a:lnTo>
                <a:lnTo>
                  <a:pt x="32004" y="13185"/>
                </a:lnTo>
                <a:lnTo>
                  <a:pt x="32296" y="13079"/>
                </a:lnTo>
                <a:lnTo>
                  <a:pt x="32588" y="12973"/>
                </a:lnTo>
                <a:lnTo>
                  <a:pt x="32880" y="12813"/>
                </a:lnTo>
                <a:lnTo>
                  <a:pt x="33172" y="12547"/>
                </a:lnTo>
                <a:lnTo>
                  <a:pt x="33464" y="12441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1909"/>
                </a:lnTo>
                <a:lnTo>
                  <a:pt x="34573" y="11909"/>
                </a:lnTo>
                <a:lnTo>
                  <a:pt x="34865" y="11803"/>
                </a:lnTo>
                <a:lnTo>
                  <a:pt x="35157" y="11643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267" y="11005"/>
                </a:lnTo>
                <a:lnTo>
                  <a:pt x="36559" y="10739"/>
                </a:lnTo>
                <a:lnTo>
                  <a:pt x="36793" y="10633"/>
                </a:lnTo>
                <a:lnTo>
                  <a:pt x="37085" y="10527"/>
                </a:lnTo>
                <a:lnTo>
                  <a:pt x="37377" y="10367"/>
                </a:lnTo>
                <a:lnTo>
                  <a:pt x="37669" y="10101"/>
                </a:lnTo>
                <a:lnTo>
                  <a:pt x="38077" y="9995"/>
                </a:lnTo>
                <a:lnTo>
                  <a:pt x="38369" y="9889"/>
                </a:lnTo>
                <a:lnTo>
                  <a:pt x="38661" y="9729"/>
                </a:lnTo>
                <a:lnTo>
                  <a:pt x="39070" y="9463"/>
                </a:lnTo>
                <a:lnTo>
                  <a:pt x="39362" y="9357"/>
                </a:lnTo>
                <a:lnTo>
                  <a:pt x="39654" y="9251"/>
                </a:lnTo>
                <a:lnTo>
                  <a:pt x="40063" y="8985"/>
                </a:lnTo>
                <a:lnTo>
                  <a:pt x="40355" y="8825"/>
                </a:lnTo>
                <a:lnTo>
                  <a:pt x="40647" y="8719"/>
                </a:lnTo>
                <a:lnTo>
                  <a:pt x="40939" y="8560"/>
                </a:lnTo>
                <a:lnTo>
                  <a:pt x="41056" y="8347"/>
                </a:lnTo>
                <a:lnTo>
                  <a:pt x="41348" y="8187"/>
                </a:lnTo>
                <a:lnTo>
                  <a:pt x="41640" y="8081"/>
                </a:lnTo>
                <a:lnTo>
                  <a:pt x="41874" y="7922"/>
                </a:lnTo>
                <a:lnTo>
                  <a:pt x="42341" y="7709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450" y="7177"/>
                </a:lnTo>
                <a:lnTo>
                  <a:pt x="43567" y="7018"/>
                </a:lnTo>
                <a:lnTo>
                  <a:pt x="43859" y="6911"/>
                </a:lnTo>
                <a:lnTo>
                  <a:pt x="44268" y="6805"/>
                </a:lnTo>
                <a:lnTo>
                  <a:pt x="44560" y="6539"/>
                </a:lnTo>
                <a:lnTo>
                  <a:pt x="44852" y="6380"/>
                </a:lnTo>
                <a:lnTo>
                  <a:pt x="45144" y="6273"/>
                </a:lnTo>
                <a:lnTo>
                  <a:pt x="45436" y="6167"/>
                </a:lnTo>
                <a:lnTo>
                  <a:pt x="45728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546" y="5476"/>
                </a:lnTo>
                <a:lnTo>
                  <a:pt x="46838" y="5263"/>
                </a:lnTo>
                <a:lnTo>
                  <a:pt x="47130" y="5104"/>
                </a:lnTo>
                <a:lnTo>
                  <a:pt x="47422" y="4997"/>
                </a:lnTo>
                <a:lnTo>
                  <a:pt x="47655" y="4997"/>
                </a:lnTo>
                <a:lnTo>
                  <a:pt x="47947" y="4731"/>
                </a:lnTo>
                <a:lnTo>
                  <a:pt x="48239" y="4625"/>
                </a:lnTo>
                <a:lnTo>
                  <a:pt x="48648" y="4466"/>
                </a:lnTo>
                <a:lnTo>
                  <a:pt x="48823" y="4359"/>
                </a:lnTo>
                <a:lnTo>
                  <a:pt x="49115" y="4093"/>
                </a:lnTo>
                <a:lnTo>
                  <a:pt x="49349" y="3934"/>
                </a:lnTo>
                <a:lnTo>
                  <a:pt x="49641" y="3828"/>
                </a:lnTo>
                <a:lnTo>
                  <a:pt x="49933" y="3721"/>
                </a:lnTo>
                <a:lnTo>
                  <a:pt x="50225" y="3455"/>
                </a:lnTo>
                <a:lnTo>
                  <a:pt x="50634" y="3296"/>
                </a:lnTo>
                <a:lnTo>
                  <a:pt x="50926" y="3190"/>
                </a:lnTo>
                <a:lnTo>
                  <a:pt x="51218" y="3083"/>
                </a:lnTo>
                <a:lnTo>
                  <a:pt x="51335" y="2817"/>
                </a:lnTo>
                <a:lnTo>
                  <a:pt x="51627" y="2658"/>
                </a:lnTo>
                <a:lnTo>
                  <a:pt x="51919" y="2658"/>
                </a:lnTo>
                <a:lnTo>
                  <a:pt x="52211" y="2552"/>
                </a:lnTo>
                <a:lnTo>
                  <a:pt x="52619" y="2286"/>
                </a:lnTo>
                <a:lnTo>
                  <a:pt x="52911" y="2179"/>
                </a:lnTo>
                <a:lnTo>
                  <a:pt x="53203" y="2020"/>
                </a:lnTo>
                <a:lnTo>
                  <a:pt x="53437" y="1914"/>
                </a:lnTo>
                <a:lnTo>
                  <a:pt x="53729" y="1648"/>
                </a:lnTo>
                <a:lnTo>
                  <a:pt x="53904" y="1541"/>
                </a:lnTo>
                <a:lnTo>
                  <a:pt x="54196" y="1382"/>
                </a:lnTo>
                <a:lnTo>
                  <a:pt x="54430" y="1116"/>
                </a:lnTo>
                <a:lnTo>
                  <a:pt x="54897" y="1010"/>
                </a:lnTo>
                <a:lnTo>
                  <a:pt x="55131" y="850"/>
                </a:lnTo>
                <a:lnTo>
                  <a:pt x="55423" y="744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372"/>
                </a:lnTo>
                <a:lnTo>
                  <a:pt x="56416" y="212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6191288" y="3162991"/>
            <a:ext cx="56883" cy="30199"/>
          </a:xfrm>
          <a:custGeom>
            <a:avLst/>
            <a:gdLst/>
            <a:ahLst/>
            <a:cxnLst/>
            <a:rect l="l" t="t" r="r" b="b"/>
            <a:pathLst>
              <a:path w="56883" h="30199">
                <a:moveTo>
                  <a:pt x="0" y="30199"/>
                </a:moveTo>
                <a:lnTo>
                  <a:pt x="292" y="30039"/>
                </a:lnTo>
                <a:lnTo>
                  <a:pt x="584" y="29933"/>
                </a:lnTo>
                <a:lnTo>
                  <a:pt x="876" y="29774"/>
                </a:lnTo>
                <a:lnTo>
                  <a:pt x="1168" y="29508"/>
                </a:lnTo>
                <a:lnTo>
                  <a:pt x="1460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8870"/>
                </a:lnTo>
                <a:lnTo>
                  <a:pt x="2569" y="28763"/>
                </a:lnTo>
                <a:lnTo>
                  <a:pt x="2861" y="28657"/>
                </a:lnTo>
                <a:lnTo>
                  <a:pt x="3153" y="28498"/>
                </a:lnTo>
                <a:lnTo>
                  <a:pt x="3387" y="28232"/>
                </a:lnTo>
                <a:lnTo>
                  <a:pt x="3679" y="28125"/>
                </a:lnTo>
                <a:lnTo>
                  <a:pt x="3971" y="28125"/>
                </a:lnTo>
                <a:lnTo>
                  <a:pt x="4380" y="27966"/>
                </a:lnTo>
                <a:lnTo>
                  <a:pt x="4555" y="27753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115"/>
                </a:lnTo>
                <a:lnTo>
                  <a:pt x="5956" y="26956"/>
                </a:lnTo>
                <a:lnTo>
                  <a:pt x="6365" y="26849"/>
                </a:lnTo>
                <a:lnTo>
                  <a:pt x="6657" y="26690"/>
                </a:lnTo>
                <a:lnTo>
                  <a:pt x="6949" y="26477"/>
                </a:lnTo>
                <a:lnTo>
                  <a:pt x="7066" y="26318"/>
                </a:lnTo>
                <a:lnTo>
                  <a:pt x="7358" y="26211"/>
                </a:lnTo>
                <a:lnTo>
                  <a:pt x="7650" y="26052"/>
                </a:lnTo>
                <a:lnTo>
                  <a:pt x="7942" y="25786"/>
                </a:lnTo>
                <a:lnTo>
                  <a:pt x="8351" y="25786"/>
                </a:lnTo>
                <a:lnTo>
                  <a:pt x="8643" y="25680"/>
                </a:lnTo>
                <a:lnTo>
                  <a:pt x="8935" y="25573"/>
                </a:lnTo>
                <a:lnTo>
                  <a:pt x="9169" y="25307"/>
                </a:lnTo>
                <a:lnTo>
                  <a:pt x="9461" y="25148"/>
                </a:lnTo>
                <a:lnTo>
                  <a:pt x="9636" y="25042"/>
                </a:lnTo>
                <a:lnTo>
                  <a:pt x="9869" y="24935"/>
                </a:lnTo>
                <a:lnTo>
                  <a:pt x="10161" y="24669"/>
                </a:lnTo>
                <a:lnTo>
                  <a:pt x="10570" y="24510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031"/>
                </a:lnTo>
                <a:lnTo>
                  <a:pt x="11738" y="23872"/>
                </a:lnTo>
                <a:lnTo>
                  <a:pt x="12030" y="23766"/>
                </a:lnTo>
                <a:lnTo>
                  <a:pt x="12147" y="2360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432" y="23128"/>
                </a:lnTo>
                <a:lnTo>
                  <a:pt x="13724" y="22862"/>
                </a:lnTo>
                <a:lnTo>
                  <a:pt x="13958" y="22702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064"/>
                </a:lnTo>
                <a:lnTo>
                  <a:pt x="15418" y="21958"/>
                </a:lnTo>
                <a:lnTo>
                  <a:pt x="15651" y="21852"/>
                </a:lnTo>
                <a:lnTo>
                  <a:pt x="15943" y="21586"/>
                </a:lnTo>
                <a:lnTo>
                  <a:pt x="16235" y="21426"/>
                </a:lnTo>
                <a:lnTo>
                  <a:pt x="16527" y="21320"/>
                </a:lnTo>
                <a:lnTo>
                  <a:pt x="16936" y="21160"/>
                </a:lnTo>
                <a:lnTo>
                  <a:pt x="17111" y="21054"/>
                </a:lnTo>
                <a:lnTo>
                  <a:pt x="17345" y="20948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416"/>
                </a:lnTo>
                <a:lnTo>
                  <a:pt x="18513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506" y="19778"/>
                </a:lnTo>
                <a:lnTo>
                  <a:pt x="19622" y="19619"/>
                </a:lnTo>
                <a:lnTo>
                  <a:pt x="19914" y="19512"/>
                </a:lnTo>
                <a:lnTo>
                  <a:pt x="20206" y="19406"/>
                </a:lnTo>
                <a:lnTo>
                  <a:pt x="20498" y="19140"/>
                </a:lnTo>
                <a:lnTo>
                  <a:pt x="20907" y="18980"/>
                </a:lnTo>
                <a:lnTo>
                  <a:pt x="21199" y="18874"/>
                </a:lnTo>
                <a:lnTo>
                  <a:pt x="21433" y="18874"/>
                </a:lnTo>
                <a:lnTo>
                  <a:pt x="21725" y="18608"/>
                </a:lnTo>
                <a:lnTo>
                  <a:pt x="22017" y="18502"/>
                </a:lnTo>
                <a:lnTo>
                  <a:pt x="22134" y="18342"/>
                </a:lnTo>
                <a:lnTo>
                  <a:pt x="22426" y="18236"/>
                </a:lnTo>
                <a:lnTo>
                  <a:pt x="22718" y="17970"/>
                </a:lnTo>
                <a:lnTo>
                  <a:pt x="23127" y="17864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332"/>
                </a:lnTo>
                <a:lnTo>
                  <a:pt x="24295" y="17226"/>
                </a:lnTo>
                <a:lnTo>
                  <a:pt x="24587" y="17066"/>
                </a:lnTo>
                <a:lnTo>
                  <a:pt x="25112" y="16694"/>
                </a:lnTo>
                <a:lnTo>
                  <a:pt x="25404" y="16535"/>
                </a:lnTo>
                <a:lnTo>
                  <a:pt x="25696" y="16535"/>
                </a:lnTo>
                <a:lnTo>
                  <a:pt x="25988" y="16428"/>
                </a:lnTo>
                <a:lnTo>
                  <a:pt x="26280" y="16163"/>
                </a:lnTo>
                <a:lnTo>
                  <a:pt x="26514" y="16056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82" y="15418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887"/>
                </a:lnTo>
                <a:lnTo>
                  <a:pt x="28792" y="14780"/>
                </a:lnTo>
                <a:lnTo>
                  <a:pt x="29084" y="14621"/>
                </a:lnTo>
                <a:lnTo>
                  <a:pt x="29492" y="14514"/>
                </a:lnTo>
                <a:lnTo>
                  <a:pt x="29609" y="14249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3983"/>
                </a:lnTo>
                <a:lnTo>
                  <a:pt x="30777" y="13717"/>
                </a:lnTo>
                <a:lnTo>
                  <a:pt x="31069" y="13611"/>
                </a:lnTo>
                <a:lnTo>
                  <a:pt x="31478" y="13451"/>
                </a:lnTo>
                <a:lnTo>
                  <a:pt x="31770" y="13345"/>
                </a:lnTo>
                <a:lnTo>
                  <a:pt x="32062" y="13079"/>
                </a:lnTo>
                <a:lnTo>
                  <a:pt x="32471" y="12813"/>
                </a:lnTo>
                <a:lnTo>
                  <a:pt x="32763" y="12707"/>
                </a:lnTo>
                <a:lnTo>
                  <a:pt x="32996" y="12441"/>
                </a:lnTo>
                <a:lnTo>
                  <a:pt x="33464" y="12334"/>
                </a:lnTo>
                <a:lnTo>
                  <a:pt x="33697" y="12175"/>
                </a:lnTo>
                <a:lnTo>
                  <a:pt x="33989" y="12069"/>
                </a:lnTo>
                <a:lnTo>
                  <a:pt x="34281" y="11962"/>
                </a:lnTo>
                <a:lnTo>
                  <a:pt x="34573" y="11803"/>
                </a:lnTo>
                <a:lnTo>
                  <a:pt x="34982" y="11537"/>
                </a:lnTo>
                <a:lnTo>
                  <a:pt x="35274" y="11271"/>
                </a:lnTo>
                <a:lnTo>
                  <a:pt x="35683" y="11165"/>
                </a:lnTo>
                <a:lnTo>
                  <a:pt x="35975" y="11058"/>
                </a:lnTo>
                <a:lnTo>
                  <a:pt x="36267" y="10899"/>
                </a:lnTo>
                <a:lnTo>
                  <a:pt x="36559" y="10633"/>
                </a:lnTo>
                <a:lnTo>
                  <a:pt x="36851" y="10527"/>
                </a:lnTo>
                <a:lnTo>
                  <a:pt x="37085" y="10420"/>
                </a:lnTo>
                <a:lnTo>
                  <a:pt x="37260" y="10261"/>
                </a:lnTo>
                <a:lnTo>
                  <a:pt x="37669" y="9995"/>
                </a:lnTo>
                <a:lnTo>
                  <a:pt x="37961" y="9889"/>
                </a:lnTo>
                <a:lnTo>
                  <a:pt x="38253" y="9729"/>
                </a:lnTo>
                <a:lnTo>
                  <a:pt x="38545" y="9623"/>
                </a:lnTo>
                <a:lnTo>
                  <a:pt x="38778" y="9517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879"/>
                </a:lnTo>
                <a:lnTo>
                  <a:pt x="40238" y="8719"/>
                </a:lnTo>
                <a:lnTo>
                  <a:pt x="40472" y="8613"/>
                </a:lnTo>
                <a:lnTo>
                  <a:pt x="40764" y="8453"/>
                </a:lnTo>
                <a:lnTo>
                  <a:pt x="41056" y="8187"/>
                </a:lnTo>
                <a:lnTo>
                  <a:pt x="41348" y="8081"/>
                </a:lnTo>
                <a:lnTo>
                  <a:pt x="41640" y="7975"/>
                </a:lnTo>
                <a:lnTo>
                  <a:pt x="42049" y="7815"/>
                </a:lnTo>
                <a:lnTo>
                  <a:pt x="42166" y="7549"/>
                </a:lnTo>
                <a:lnTo>
                  <a:pt x="42458" y="7443"/>
                </a:lnTo>
                <a:lnTo>
                  <a:pt x="42750" y="7337"/>
                </a:lnTo>
                <a:lnTo>
                  <a:pt x="43042" y="7177"/>
                </a:lnTo>
                <a:lnTo>
                  <a:pt x="43334" y="7071"/>
                </a:lnTo>
                <a:lnTo>
                  <a:pt x="43626" y="6911"/>
                </a:lnTo>
                <a:lnTo>
                  <a:pt x="44034" y="6805"/>
                </a:lnTo>
                <a:lnTo>
                  <a:pt x="44326" y="6646"/>
                </a:lnTo>
                <a:lnTo>
                  <a:pt x="44560" y="6433"/>
                </a:lnTo>
                <a:lnTo>
                  <a:pt x="44735" y="6273"/>
                </a:lnTo>
                <a:lnTo>
                  <a:pt x="45027" y="6167"/>
                </a:lnTo>
                <a:lnTo>
                  <a:pt x="45319" y="6007"/>
                </a:lnTo>
                <a:lnTo>
                  <a:pt x="45553" y="5795"/>
                </a:lnTo>
                <a:lnTo>
                  <a:pt x="45845" y="563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104"/>
                </a:lnTo>
                <a:lnTo>
                  <a:pt x="47130" y="4997"/>
                </a:lnTo>
                <a:lnTo>
                  <a:pt x="47538" y="4891"/>
                </a:lnTo>
                <a:lnTo>
                  <a:pt x="47830" y="4625"/>
                </a:lnTo>
                <a:lnTo>
                  <a:pt x="48239" y="4466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3987"/>
                </a:lnTo>
                <a:lnTo>
                  <a:pt x="49407" y="3828"/>
                </a:lnTo>
                <a:lnTo>
                  <a:pt x="49641" y="3721"/>
                </a:lnTo>
                <a:lnTo>
                  <a:pt x="49816" y="3562"/>
                </a:lnTo>
                <a:lnTo>
                  <a:pt x="50225" y="3349"/>
                </a:lnTo>
                <a:lnTo>
                  <a:pt x="50517" y="3190"/>
                </a:lnTo>
                <a:lnTo>
                  <a:pt x="50809" y="3083"/>
                </a:lnTo>
                <a:lnTo>
                  <a:pt x="51101" y="2924"/>
                </a:lnTo>
                <a:lnTo>
                  <a:pt x="51335" y="2711"/>
                </a:lnTo>
                <a:lnTo>
                  <a:pt x="51627" y="2552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807"/>
                </a:lnTo>
                <a:lnTo>
                  <a:pt x="53612" y="1541"/>
                </a:lnTo>
                <a:lnTo>
                  <a:pt x="53904" y="1382"/>
                </a:lnTo>
                <a:lnTo>
                  <a:pt x="54196" y="1276"/>
                </a:lnTo>
                <a:lnTo>
                  <a:pt x="54605" y="1169"/>
                </a:lnTo>
                <a:lnTo>
                  <a:pt x="54722" y="903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478"/>
                </a:lnTo>
                <a:lnTo>
                  <a:pt x="55890" y="265"/>
                </a:lnTo>
                <a:lnTo>
                  <a:pt x="56124" y="265"/>
                </a:lnTo>
                <a:lnTo>
                  <a:pt x="56591" y="106"/>
                </a:lnTo>
                <a:lnTo>
                  <a:pt x="56883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248171" y="3132685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039"/>
                </a:lnTo>
                <a:lnTo>
                  <a:pt x="408" y="29933"/>
                </a:lnTo>
                <a:lnTo>
                  <a:pt x="700" y="29774"/>
                </a:lnTo>
                <a:lnTo>
                  <a:pt x="934" y="29667"/>
                </a:lnTo>
                <a:lnTo>
                  <a:pt x="1226" y="29401"/>
                </a:lnTo>
                <a:lnTo>
                  <a:pt x="1518" y="29295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763"/>
                </a:lnTo>
                <a:lnTo>
                  <a:pt x="2803" y="28604"/>
                </a:lnTo>
                <a:lnTo>
                  <a:pt x="3212" y="28391"/>
                </a:lnTo>
                <a:lnTo>
                  <a:pt x="3504" y="28232"/>
                </a:lnTo>
                <a:lnTo>
                  <a:pt x="3912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594"/>
                </a:lnTo>
                <a:lnTo>
                  <a:pt x="5022" y="27487"/>
                </a:lnTo>
                <a:lnTo>
                  <a:pt x="5314" y="27328"/>
                </a:lnTo>
                <a:lnTo>
                  <a:pt x="5489" y="27222"/>
                </a:lnTo>
                <a:lnTo>
                  <a:pt x="5898" y="26956"/>
                </a:lnTo>
                <a:lnTo>
                  <a:pt x="6190" y="26849"/>
                </a:lnTo>
                <a:lnTo>
                  <a:pt x="6482" y="26690"/>
                </a:lnTo>
                <a:lnTo>
                  <a:pt x="6716" y="26584"/>
                </a:lnTo>
                <a:lnTo>
                  <a:pt x="7008" y="26318"/>
                </a:lnTo>
                <a:lnTo>
                  <a:pt x="7300" y="26211"/>
                </a:lnTo>
                <a:lnTo>
                  <a:pt x="7592" y="26052"/>
                </a:lnTo>
                <a:lnTo>
                  <a:pt x="7884" y="25946"/>
                </a:lnTo>
                <a:lnTo>
                  <a:pt x="8176" y="25786"/>
                </a:lnTo>
                <a:lnTo>
                  <a:pt x="8409" y="25680"/>
                </a:lnTo>
                <a:lnTo>
                  <a:pt x="8701" y="25520"/>
                </a:lnTo>
                <a:lnTo>
                  <a:pt x="8993" y="25414"/>
                </a:lnTo>
                <a:lnTo>
                  <a:pt x="9285" y="25148"/>
                </a:lnTo>
                <a:lnTo>
                  <a:pt x="9577" y="25042"/>
                </a:lnTo>
                <a:lnTo>
                  <a:pt x="9869" y="24882"/>
                </a:lnTo>
                <a:lnTo>
                  <a:pt x="10278" y="24776"/>
                </a:lnTo>
                <a:lnTo>
                  <a:pt x="10395" y="24510"/>
                </a:lnTo>
                <a:lnTo>
                  <a:pt x="10687" y="24404"/>
                </a:lnTo>
                <a:lnTo>
                  <a:pt x="10979" y="24244"/>
                </a:lnTo>
                <a:lnTo>
                  <a:pt x="11271" y="24138"/>
                </a:lnTo>
                <a:lnTo>
                  <a:pt x="11563" y="23872"/>
                </a:lnTo>
                <a:lnTo>
                  <a:pt x="11797" y="23766"/>
                </a:lnTo>
                <a:lnTo>
                  <a:pt x="12264" y="23606"/>
                </a:lnTo>
                <a:lnTo>
                  <a:pt x="12497" y="23606"/>
                </a:lnTo>
                <a:lnTo>
                  <a:pt x="12789" y="23340"/>
                </a:lnTo>
                <a:lnTo>
                  <a:pt x="12965" y="23234"/>
                </a:lnTo>
                <a:lnTo>
                  <a:pt x="13198" y="23128"/>
                </a:lnTo>
                <a:lnTo>
                  <a:pt x="13490" y="22968"/>
                </a:lnTo>
                <a:lnTo>
                  <a:pt x="13782" y="22702"/>
                </a:lnTo>
                <a:lnTo>
                  <a:pt x="14074" y="22596"/>
                </a:lnTo>
                <a:lnTo>
                  <a:pt x="14483" y="22436"/>
                </a:lnTo>
                <a:lnTo>
                  <a:pt x="14775" y="22330"/>
                </a:lnTo>
                <a:lnTo>
                  <a:pt x="15067" y="22064"/>
                </a:lnTo>
                <a:lnTo>
                  <a:pt x="15359" y="21958"/>
                </a:lnTo>
                <a:lnTo>
                  <a:pt x="15476" y="21798"/>
                </a:lnTo>
                <a:lnTo>
                  <a:pt x="15768" y="21692"/>
                </a:lnTo>
                <a:lnTo>
                  <a:pt x="16060" y="21426"/>
                </a:lnTo>
                <a:lnTo>
                  <a:pt x="16469" y="21320"/>
                </a:lnTo>
                <a:lnTo>
                  <a:pt x="16761" y="21160"/>
                </a:lnTo>
                <a:lnTo>
                  <a:pt x="17053" y="21160"/>
                </a:lnTo>
                <a:lnTo>
                  <a:pt x="17345" y="20895"/>
                </a:lnTo>
                <a:lnTo>
                  <a:pt x="17578" y="20788"/>
                </a:lnTo>
                <a:lnTo>
                  <a:pt x="17870" y="20682"/>
                </a:lnTo>
                <a:lnTo>
                  <a:pt x="18046" y="20522"/>
                </a:lnTo>
                <a:lnTo>
                  <a:pt x="18454" y="20257"/>
                </a:lnTo>
                <a:lnTo>
                  <a:pt x="18746" y="20150"/>
                </a:lnTo>
                <a:lnTo>
                  <a:pt x="18980" y="20044"/>
                </a:lnTo>
                <a:lnTo>
                  <a:pt x="19272" y="19884"/>
                </a:lnTo>
                <a:lnTo>
                  <a:pt x="19564" y="19619"/>
                </a:lnTo>
                <a:lnTo>
                  <a:pt x="19856" y="19512"/>
                </a:lnTo>
                <a:lnTo>
                  <a:pt x="20148" y="19353"/>
                </a:lnTo>
                <a:lnTo>
                  <a:pt x="20440" y="19246"/>
                </a:lnTo>
                <a:lnTo>
                  <a:pt x="20674" y="18980"/>
                </a:lnTo>
                <a:lnTo>
                  <a:pt x="20966" y="18874"/>
                </a:lnTo>
                <a:lnTo>
                  <a:pt x="21258" y="18874"/>
                </a:lnTo>
                <a:lnTo>
                  <a:pt x="21550" y="18715"/>
                </a:lnTo>
                <a:lnTo>
                  <a:pt x="21842" y="18502"/>
                </a:lnTo>
                <a:lnTo>
                  <a:pt x="22134" y="18342"/>
                </a:lnTo>
                <a:lnTo>
                  <a:pt x="22367" y="18236"/>
                </a:lnTo>
                <a:lnTo>
                  <a:pt x="22835" y="18077"/>
                </a:lnTo>
                <a:lnTo>
                  <a:pt x="23127" y="17811"/>
                </a:lnTo>
                <a:lnTo>
                  <a:pt x="23535" y="17598"/>
                </a:lnTo>
                <a:lnTo>
                  <a:pt x="23827" y="17439"/>
                </a:lnTo>
                <a:lnTo>
                  <a:pt x="24061" y="17173"/>
                </a:lnTo>
                <a:lnTo>
                  <a:pt x="24353" y="17066"/>
                </a:lnTo>
                <a:lnTo>
                  <a:pt x="24820" y="16960"/>
                </a:lnTo>
                <a:lnTo>
                  <a:pt x="25054" y="16801"/>
                </a:lnTo>
                <a:lnTo>
                  <a:pt x="25346" y="16535"/>
                </a:lnTo>
                <a:lnTo>
                  <a:pt x="25638" y="16535"/>
                </a:lnTo>
                <a:lnTo>
                  <a:pt x="26047" y="16269"/>
                </a:lnTo>
                <a:lnTo>
                  <a:pt x="26339" y="16056"/>
                </a:lnTo>
                <a:lnTo>
                  <a:pt x="26631" y="15897"/>
                </a:lnTo>
                <a:lnTo>
                  <a:pt x="27039" y="15790"/>
                </a:lnTo>
                <a:lnTo>
                  <a:pt x="27331" y="15631"/>
                </a:lnTo>
                <a:lnTo>
                  <a:pt x="27624" y="15418"/>
                </a:lnTo>
                <a:lnTo>
                  <a:pt x="27916" y="15259"/>
                </a:lnTo>
                <a:lnTo>
                  <a:pt x="28324" y="14993"/>
                </a:lnTo>
                <a:lnTo>
                  <a:pt x="28616" y="14780"/>
                </a:lnTo>
                <a:lnTo>
                  <a:pt x="29025" y="14621"/>
                </a:lnTo>
                <a:lnTo>
                  <a:pt x="29317" y="14514"/>
                </a:lnTo>
                <a:lnTo>
                  <a:pt x="29609" y="14355"/>
                </a:lnTo>
                <a:lnTo>
                  <a:pt x="29843" y="14249"/>
                </a:lnTo>
                <a:lnTo>
                  <a:pt x="30135" y="14089"/>
                </a:lnTo>
                <a:lnTo>
                  <a:pt x="30427" y="13983"/>
                </a:lnTo>
                <a:lnTo>
                  <a:pt x="30602" y="13876"/>
                </a:lnTo>
                <a:lnTo>
                  <a:pt x="31011" y="13611"/>
                </a:lnTo>
                <a:lnTo>
                  <a:pt x="31303" y="13451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2973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547"/>
                </a:lnTo>
                <a:lnTo>
                  <a:pt x="33230" y="12334"/>
                </a:lnTo>
                <a:lnTo>
                  <a:pt x="33522" y="12175"/>
                </a:lnTo>
                <a:lnTo>
                  <a:pt x="33814" y="12069"/>
                </a:lnTo>
                <a:lnTo>
                  <a:pt x="34106" y="11909"/>
                </a:lnTo>
                <a:lnTo>
                  <a:pt x="34398" y="11803"/>
                </a:lnTo>
                <a:lnTo>
                  <a:pt x="34690" y="11696"/>
                </a:lnTo>
                <a:lnTo>
                  <a:pt x="34924" y="11537"/>
                </a:lnTo>
                <a:lnTo>
                  <a:pt x="35391" y="11431"/>
                </a:lnTo>
                <a:lnTo>
                  <a:pt x="35625" y="11165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793"/>
                </a:lnTo>
                <a:lnTo>
                  <a:pt x="36617" y="10527"/>
                </a:lnTo>
                <a:lnTo>
                  <a:pt x="36909" y="10367"/>
                </a:lnTo>
                <a:lnTo>
                  <a:pt x="37318" y="10261"/>
                </a:lnTo>
                <a:lnTo>
                  <a:pt x="37610" y="10155"/>
                </a:lnTo>
                <a:lnTo>
                  <a:pt x="37902" y="9889"/>
                </a:lnTo>
                <a:lnTo>
                  <a:pt x="38194" y="9729"/>
                </a:lnTo>
                <a:lnTo>
                  <a:pt x="38603" y="9623"/>
                </a:lnTo>
                <a:lnTo>
                  <a:pt x="38895" y="9357"/>
                </a:lnTo>
                <a:lnTo>
                  <a:pt x="39187" y="9251"/>
                </a:lnTo>
                <a:lnTo>
                  <a:pt x="39596" y="9091"/>
                </a:lnTo>
                <a:lnTo>
                  <a:pt x="39888" y="8985"/>
                </a:lnTo>
                <a:lnTo>
                  <a:pt x="40180" y="8719"/>
                </a:lnTo>
                <a:lnTo>
                  <a:pt x="40472" y="8613"/>
                </a:lnTo>
                <a:lnTo>
                  <a:pt x="40705" y="8453"/>
                </a:lnTo>
                <a:lnTo>
                  <a:pt x="40881" y="8347"/>
                </a:lnTo>
                <a:lnTo>
                  <a:pt x="41173" y="8081"/>
                </a:lnTo>
                <a:lnTo>
                  <a:pt x="41582" y="7922"/>
                </a:lnTo>
                <a:lnTo>
                  <a:pt x="41874" y="7815"/>
                </a:lnTo>
                <a:lnTo>
                  <a:pt x="42166" y="7709"/>
                </a:lnTo>
                <a:lnTo>
                  <a:pt x="42399" y="7443"/>
                </a:lnTo>
                <a:lnTo>
                  <a:pt x="42691" y="7284"/>
                </a:lnTo>
                <a:lnTo>
                  <a:pt x="42983" y="7284"/>
                </a:lnTo>
                <a:lnTo>
                  <a:pt x="43567" y="6911"/>
                </a:lnTo>
                <a:lnTo>
                  <a:pt x="43801" y="6805"/>
                </a:lnTo>
                <a:lnTo>
                  <a:pt x="44093" y="6646"/>
                </a:lnTo>
                <a:lnTo>
                  <a:pt x="44385" y="6539"/>
                </a:lnTo>
                <a:lnTo>
                  <a:pt x="44677" y="6273"/>
                </a:lnTo>
                <a:lnTo>
                  <a:pt x="44969" y="6167"/>
                </a:lnTo>
                <a:lnTo>
                  <a:pt x="45261" y="6007"/>
                </a:lnTo>
                <a:lnTo>
                  <a:pt x="45494" y="5901"/>
                </a:lnTo>
                <a:lnTo>
                  <a:pt x="45786" y="5635"/>
                </a:lnTo>
                <a:lnTo>
                  <a:pt x="46078" y="5529"/>
                </a:lnTo>
                <a:lnTo>
                  <a:pt x="46370" y="5369"/>
                </a:lnTo>
                <a:lnTo>
                  <a:pt x="46662" y="5263"/>
                </a:lnTo>
                <a:lnTo>
                  <a:pt x="46954" y="4997"/>
                </a:lnTo>
                <a:lnTo>
                  <a:pt x="47188" y="4997"/>
                </a:lnTo>
                <a:lnTo>
                  <a:pt x="47480" y="4838"/>
                </a:lnTo>
                <a:lnTo>
                  <a:pt x="47947" y="4731"/>
                </a:lnTo>
                <a:lnTo>
                  <a:pt x="48181" y="4466"/>
                </a:lnTo>
                <a:lnTo>
                  <a:pt x="48356" y="4359"/>
                </a:lnTo>
                <a:lnTo>
                  <a:pt x="48648" y="4200"/>
                </a:lnTo>
                <a:lnTo>
                  <a:pt x="48882" y="4093"/>
                </a:lnTo>
                <a:lnTo>
                  <a:pt x="49174" y="3828"/>
                </a:lnTo>
                <a:lnTo>
                  <a:pt x="49466" y="3721"/>
                </a:lnTo>
                <a:lnTo>
                  <a:pt x="49875" y="3562"/>
                </a:lnTo>
                <a:lnTo>
                  <a:pt x="50167" y="3455"/>
                </a:lnTo>
                <a:lnTo>
                  <a:pt x="50459" y="3190"/>
                </a:lnTo>
                <a:lnTo>
                  <a:pt x="50751" y="3083"/>
                </a:lnTo>
                <a:lnTo>
                  <a:pt x="50867" y="2924"/>
                </a:lnTo>
                <a:lnTo>
                  <a:pt x="51159" y="2817"/>
                </a:lnTo>
                <a:lnTo>
                  <a:pt x="51451" y="2552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2970" y="1914"/>
                </a:lnTo>
                <a:lnTo>
                  <a:pt x="53262" y="1807"/>
                </a:lnTo>
                <a:lnTo>
                  <a:pt x="53437" y="1648"/>
                </a:lnTo>
                <a:lnTo>
                  <a:pt x="53729" y="1382"/>
                </a:lnTo>
                <a:lnTo>
                  <a:pt x="54138" y="1276"/>
                </a:lnTo>
                <a:lnTo>
                  <a:pt x="54430" y="1116"/>
                </a:lnTo>
                <a:lnTo>
                  <a:pt x="54663" y="1010"/>
                </a:lnTo>
                <a:lnTo>
                  <a:pt x="54956" y="744"/>
                </a:lnTo>
                <a:lnTo>
                  <a:pt x="55248" y="638"/>
                </a:lnTo>
                <a:lnTo>
                  <a:pt x="55540" y="478"/>
                </a:lnTo>
                <a:lnTo>
                  <a:pt x="55832" y="372"/>
                </a:lnTo>
                <a:lnTo>
                  <a:pt x="56124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6304821" y="3102379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584" y="29880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861" y="28604"/>
                </a:lnTo>
                <a:lnTo>
                  <a:pt x="3095" y="28498"/>
                </a:lnTo>
                <a:lnTo>
                  <a:pt x="3387" y="28338"/>
                </a:lnTo>
                <a:lnTo>
                  <a:pt x="3796" y="28232"/>
                </a:lnTo>
                <a:lnTo>
                  <a:pt x="4088" y="28125"/>
                </a:lnTo>
                <a:lnTo>
                  <a:pt x="4263" y="27966"/>
                </a:lnTo>
                <a:lnTo>
                  <a:pt x="4496" y="27860"/>
                </a:lnTo>
                <a:lnTo>
                  <a:pt x="4788" y="27700"/>
                </a:lnTo>
                <a:lnTo>
                  <a:pt x="5080" y="27487"/>
                </a:lnTo>
                <a:lnTo>
                  <a:pt x="5372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65" y="26796"/>
                </a:lnTo>
                <a:lnTo>
                  <a:pt x="6657" y="26690"/>
                </a:lnTo>
                <a:lnTo>
                  <a:pt x="7066" y="26424"/>
                </a:lnTo>
                <a:lnTo>
                  <a:pt x="7358" y="26158"/>
                </a:lnTo>
                <a:lnTo>
                  <a:pt x="7650" y="26052"/>
                </a:lnTo>
                <a:lnTo>
                  <a:pt x="8059" y="25946"/>
                </a:lnTo>
                <a:lnTo>
                  <a:pt x="8351" y="25946"/>
                </a:lnTo>
                <a:lnTo>
                  <a:pt x="8643" y="25680"/>
                </a:lnTo>
                <a:lnTo>
                  <a:pt x="8877" y="25520"/>
                </a:lnTo>
                <a:lnTo>
                  <a:pt x="9169" y="25414"/>
                </a:lnTo>
                <a:lnTo>
                  <a:pt x="9344" y="25254"/>
                </a:lnTo>
                <a:lnTo>
                  <a:pt x="9577" y="25042"/>
                </a:lnTo>
                <a:lnTo>
                  <a:pt x="10045" y="24882"/>
                </a:lnTo>
                <a:lnTo>
                  <a:pt x="10278" y="24776"/>
                </a:lnTo>
                <a:lnTo>
                  <a:pt x="10570" y="24616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138"/>
                </a:lnTo>
                <a:lnTo>
                  <a:pt x="11738" y="23978"/>
                </a:lnTo>
                <a:lnTo>
                  <a:pt x="11972" y="23712"/>
                </a:lnTo>
                <a:lnTo>
                  <a:pt x="12264" y="23606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432" y="23074"/>
                </a:lnTo>
                <a:lnTo>
                  <a:pt x="13665" y="22968"/>
                </a:lnTo>
                <a:lnTo>
                  <a:pt x="13958" y="2286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330"/>
                </a:lnTo>
                <a:lnTo>
                  <a:pt x="15126" y="22171"/>
                </a:lnTo>
                <a:lnTo>
                  <a:pt x="15359" y="21958"/>
                </a:lnTo>
                <a:lnTo>
                  <a:pt x="15651" y="21798"/>
                </a:lnTo>
                <a:lnTo>
                  <a:pt x="15943" y="21692"/>
                </a:lnTo>
                <a:lnTo>
                  <a:pt x="16352" y="21533"/>
                </a:lnTo>
                <a:lnTo>
                  <a:pt x="16644" y="21320"/>
                </a:lnTo>
                <a:lnTo>
                  <a:pt x="16819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637" y="20788"/>
                </a:lnTo>
                <a:lnTo>
                  <a:pt x="17929" y="20629"/>
                </a:lnTo>
                <a:lnTo>
                  <a:pt x="18221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19991"/>
                </a:lnTo>
                <a:lnTo>
                  <a:pt x="19622" y="19778"/>
                </a:lnTo>
                <a:lnTo>
                  <a:pt x="19914" y="19512"/>
                </a:lnTo>
                <a:lnTo>
                  <a:pt x="20206" y="19353"/>
                </a:lnTo>
                <a:lnTo>
                  <a:pt x="20615" y="19246"/>
                </a:lnTo>
                <a:lnTo>
                  <a:pt x="20907" y="19087"/>
                </a:lnTo>
                <a:lnTo>
                  <a:pt x="21141" y="18980"/>
                </a:lnTo>
                <a:lnTo>
                  <a:pt x="21433" y="18874"/>
                </a:lnTo>
                <a:lnTo>
                  <a:pt x="21725" y="18715"/>
                </a:lnTo>
                <a:lnTo>
                  <a:pt x="21900" y="18608"/>
                </a:lnTo>
                <a:lnTo>
                  <a:pt x="22134" y="18342"/>
                </a:lnTo>
                <a:lnTo>
                  <a:pt x="22601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411" y="17066"/>
                </a:lnTo>
                <a:lnTo>
                  <a:pt x="24820" y="16907"/>
                </a:lnTo>
                <a:lnTo>
                  <a:pt x="25112" y="16801"/>
                </a:lnTo>
                <a:lnTo>
                  <a:pt x="25404" y="16694"/>
                </a:lnTo>
                <a:lnTo>
                  <a:pt x="25696" y="16535"/>
                </a:lnTo>
                <a:lnTo>
                  <a:pt x="25988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31"/>
                </a:lnTo>
                <a:lnTo>
                  <a:pt x="27682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993"/>
                </a:lnTo>
                <a:lnTo>
                  <a:pt x="28908" y="14887"/>
                </a:lnTo>
                <a:lnTo>
                  <a:pt x="29200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823"/>
                </a:lnTo>
                <a:lnTo>
                  <a:pt x="31186" y="13717"/>
                </a:lnTo>
                <a:lnTo>
                  <a:pt x="31478" y="13451"/>
                </a:lnTo>
                <a:lnTo>
                  <a:pt x="31770" y="13345"/>
                </a:lnTo>
                <a:lnTo>
                  <a:pt x="31887" y="13185"/>
                </a:lnTo>
                <a:lnTo>
                  <a:pt x="32179" y="13079"/>
                </a:lnTo>
                <a:lnTo>
                  <a:pt x="32471" y="12813"/>
                </a:lnTo>
                <a:lnTo>
                  <a:pt x="32704" y="12707"/>
                </a:lnTo>
                <a:lnTo>
                  <a:pt x="33172" y="12547"/>
                </a:lnTo>
                <a:lnTo>
                  <a:pt x="33464" y="12281"/>
                </a:lnTo>
                <a:lnTo>
                  <a:pt x="33697" y="12175"/>
                </a:lnTo>
                <a:lnTo>
                  <a:pt x="33989" y="12069"/>
                </a:lnTo>
                <a:lnTo>
                  <a:pt x="34281" y="11909"/>
                </a:lnTo>
                <a:lnTo>
                  <a:pt x="34690" y="1164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5975" y="11005"/>
                </a:lnTo>
                <a:lnTo>
                  <a:pt x="36267" y="10899"/>
                </a:lnTo>
                <a:lnTo>
                  <a:pt x="36559" y="10739"/>
                </a:lnTo>
                <a:lnTo>
                  <a:pt x="36793" y="10527"/>
                </a:lnTo>
                <a:lnTo>
                  <a:pt x="36968" y="10367"/>
                </a:lnTo>
                <a:lnTo>
                  <a:pt x="37377" y="10261"/>
                </a:lnTo>
                <a:lnTo>
                  <a:pt x="37669" y="10101"/>
                </a:lnTo>
                <a:lnTo>
                  <a:pt x="37961" y="9889"/>
                </a:lnTo>
                <a:lnTo>
                  <a:pt x="38253" y="9729"/>
                </a:lnTo>
                <a:lnTo>
                  <a:pt x="38486" y="9623"/>
                </a:lnTo>
                <a:lnTo>
                  <a:pt x="38778" y="9623"/>
                </a:lnTo>
                <a:lnTo>
                  <a:pt x="39070" y="9357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985"/>
                </a:lnTo>
                <a:lnTo>
                  <a:pt x="40180" y="8719"/>
                </a:lnTo>
                <a:lnTo>
                  <a:pt x="40472" y="8560"/>
                </a:lnTo>
                <a:lnTo>
                  <a:pt x="40764" y="8453"/>
                </a:lnTo>
                <a:lnTo>
                  <a:pt x="41056" y="8347"/>
                </a:lnTo>
                <a:lnTo>
                  <a:pt x="41465" y="8081"/>
                </a:lnTo>
                <a:lnTo>
                  <a:pt x="41757" y="7922"/>
                </a:lnTo>
                <a:lnTo>
                  <a:pt x="42166" y="7656"/>
                </a:lnTo>
                <a:lnTo>
                  <a:pt x="42458" y="7443"/>
                </a:lnTo>
                <a:lnTo>
                  <a:pt x="42750" y="7284"/>
                </a:lnTo>
                <a:lnTo>
                  <a:pt x="43042" y="7284"/>
                </a:lnTo>
                <a:lnTo>
                  <a:pt x="43334" y="7177"/>
                </a:lnTo>
                <a:lnTo>
                  <a:pt x="43742" y="6911"/>
                </a:lnTo>
                <a:lnTo>
                  <a:pt x="44034" y="6805"/>
                </a:lnTo>
                <a:lnTo>
                  <a:pt x="44268" y="6646"/>
                </a:lnTo>
                <a:lnTo>
                  <a:pt x="44443" y="6539"/>
                </a:lnTo>
                <a:lnTo>
                  <a:pt x="44735" y="6273"/>
                </a:lnTo>
                <a:lnTo>
                  <a:pt x="45027" y="6114"/>
                </a:lnTo>
                <a:lnTo>
                  <a:pt x="45261" y="6007"/>
                </a:lnTo>
                <a:lnTo>
                  <a:pt x="45728" y="5901"/>
                </a:lnTo>
                <a:lnTo>
                  <a:pt x="45962" y="5635"/>
                </a:lnTo>
                <a:lnTo>
                  <a:pt x="46254" y="5476"/>
                </a:lnTo>
                <a:lnTo>
                  <a:pt x="46546" y="5369"/>
                </a:lnTo>
                <a:lnTo>
                  <a:pt x="46838" y="5263"/>
                </a:lnTo>
                <a:lnTo>
                  <a:pt x="46954" y="4997"/>
                </a:lnTo>
                <a:lnTo>
                  <a:pt x="47246" y="4997"/>
                </a:lnTo>
                <a:lnTo>
                  <a:pt x="47655" y="4838"/>
                </a:lnTo>
                <a:lnTo>
                  <a:pt x="47947" y="4731"/>
                </a:lnTo>
                <a:lnTo>
                  <a:pt x="48239" y="4466"/>
                </a:lnTo>
                <a:lnTo>
                  <a:pt x="48531" y="4359"/>
                </a:lnTo>
                <a:lnTo>
                  <a:pt x="48823" y="4200"/>
                </a:lnTo>
                <a:lnTo>
                  <a:pt x="49115" y="4093"/>
                </a:lnTo>
                <a:lnTo>
                  <a:pt x="49349" y="3828"/>
                </a:lnTo>
                <a:lnTo>
                  <a:pt x="49524" y="3721"/>
                </a:lnTo>
                <a:lnTo>
                  <a:pt x="49933" y="3562"/>
                </a:lnTo>
                <a:lnTo>
                  <a:pt x="50225" y="3455"/>
                </a:lnTo>
                <a:lnTo>
                  <a:pt x="50517" y="3190"/>
                </a:lnTo>
                <a:lnTo>
                  <a:pt x="50809" y="3083"/>
                </a:lnTo>
                <a:lnTo>
                  <a:pt x="51043" y="2924"/>
                </a:lnTo>
                <a:lnTo>
                  <a:pt x="51335" y="2817"/>
                </a:lnTo>
                <a:lnTo>
                  <a:pt x="51627" y="2658"/>
                </a:lnTo>
                <a:lnTo>
                  <a:pt x="52035" y="2552"/>
                </a:lnTo>
                <a:lnTo>
                  <a:pt x="52211" y="2392"/>
                </a:lnTo>
                <a:lnTo>
                  <a:pt x="52444" y="2286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754"/>
                </a:lnTo>
                <a:lnTo>
                  <a:pt x="53612" y="1648"/>
                </a:lnTo>
                <a:lnTo>
                  <a:pt x="54021" y="1382"/>
                </a:lnTo>
                <a:lnTo>
                  <a:pt x="54313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478"/>
                </a:lnTo>
                <a:lnTo>
                  <a:pt x="55832" y="372"/>
                </a:lnTo>
                <a:lnTo>
                  <a:pt x="56299" y="21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6361645" y="3072020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175" y="30199"/>
                </a:lnTo>
                <a:lnTo>
                  <a:pt x="467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460" y="29561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686" y="28657"/>
                </a:lnTo>
                <a:lnTo>
                  <a:pt x="2978" y="28551"/>
                </a:lnTo>
                <a:lnTo>
                  <a:pt x="3387" y="28391"/>
                </a:lnTo>
                <a:lnTo>
                  <a:pt x="3679" y="28391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913"/>
                </a:lnTo>
                <a:lnTo>
                  <a:pt x="4788" y="27753"/>
                </a:lnTo>
                <a:lnTo>
                  <a:pt x="5080" y="27487"/>
                </a:lnTo>
                <a:lnTo>
                  <a:pt x="5256" y="27381"/>
                </a:lnTo>
                <a:lnTo>
                  <a:pt x="5664" y="27275"/>
                </a:lnTo>
                <a:lnTo>
                  <a:pt x="5956" y="27115"/>
                </a:lnTo>
                <a:lnTo>
                  <a:pt x="6248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211"/>
                </a:lnTo>
                <a:lnTo>
                  <a:pt x="7767" y="26105"/>
                </a:lnTo>
                <a:lnTo>
                  <a:pt x="7942" y="25946"/>
                </a:lnTo>
                <a:lnTo>
                  <a:pt x="8176" y="25946"/>
                </a:lnTo>
                <a:lnTo>
                  <a:pt x="8468" y="25733"/>
                </a:lnTo>
                <a:lnTo>
                  <a:pt x="8760" y="25573"/>
                </a:lnTo>
                <a:lnTo>
                  <a:pt x="9052" y="25467"/>
                </a:lnTo>
                <a:lnTo>
                  <a:pt x="9344" y="25307"/>
                </a:lnTo>
                <a:lnTo>
                  <a:pt x="9753" y="25042"/>
                </a:lnTo>
                <a:lnTo>
                  <a:pt x="10045" y="24935"/>
                </a:lnTo>
                <a:lnTo>
                  <a:pt x="10337" y="24829"/>
                </a:lnTo>
                <a:lnTo>
                  <a:pt x="10453" y="24669"/>
                </a:lnTo>
                <a:lnTo>
                  <a:pt x="10745" y="24404"/>
                </a:lnTo>
                <a:lnTo>
                  <a:pt x="11037" y="24297"/>
                </a:lnTo>
                <a:lnTo>
                  <a:pt x="11329" y="24191"/>
                </a:lnTo>
                <a:lnTo>
                  <a:pt x="11563" y="24031"/>
                </a:lnTo>
                <a:lnTo>
                  <a:pt x="12030" y="23766"/>
                </a:lnTo>
                <a:lnTo>
                  <a:pt x="12264" y="23659"/>
                </a:lnTo>
                <a:lnTo>
                  <a:pt x="12556" y="23659"/>
                </a:lnTo>
                <a:lnTo>
                  <a:pt x="12731" y="23500"/>
                </a:lnTo>
                <a:lnTo>
                  <a:pt x="13023" y="23287"/>
                </a:lnTo>
                <a:lnTo>
                  <a:pt x="13257" y="23128"/>
                </a:lnTo>
                <a:lnTo>
                  <a:pt x="13549" y="23021"/>
                </a:lnTo>
                <a:lnTo>
                  <a:pt x="13958" y="22862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242" y="21958"/>
                </a:lnTo>
                <a:lnTo>
                  <a:pt x="15534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527" y="21320"/>
                </a:lnTo>
                <a:lnTo>
                  <a:pt x="16819" y="21320"/>
                </a:lnTo>
                <a:lnTo>
                  <a:pt x="17111" y="21214"/>
                </a:lnTo>
                <a:lnTo>
                  <a:pt x="17345" y="21107"/>
                </a:lnTo>
                <a:lnTo>
                  <a:pt x="17637" y="20841"/>
                </a:lnTo>
                <a:lnTo>
                  <a:pt x="17812" y="20682"/>
                </a:lnTo>
                <a:lnTo>
                  <a:pt x="18221" y="20576"/>
                </a:lnTo>
                <a:lnTo>
                  <a:pt x="18513" y="20469"/>
                </a:lnTo>
                <a:lnTo>
                  <a:pt x="18805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565"/>
                </a:lnTo>
                <a:lnTo>
                  <a:pt x="20323" y="1940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927"/>
                </a:lnTo>
                <a:lnTo>
                  <a:pt x="21608" y="18768"/>
                </a:lnTo>
                <a:lnTo>
                  <a:pt x="21900" y="18661"/>
                </a:lnTo>
                <a:lnTo>
                  <a:pt x="22309" y="18396"/>
                </a:lnTo>
                <a:lnTo>
                  <a:pt x="22601" y="18236"/>
                </a:lnTo>
                <a:lnTo>
                  <a:pt x="22893" y="18130"/>
                </a:lnTo>
                <a:lnTo>
                  <a:pt x="23302" y="17758"/>
                </a:lnTo>
                <a:lnTo>
                  <a:pt x="23594" y="17598"/>
                </a:lnTo>
                <a:lnTo>
                  <a:pt x="23827" y="17492"/>
                </a:lnTo>
                <a:lnTo>
                  <a:pt x="24119" y="17385"/>
                </a:lnTo>
                <a:lnTo>
                  <a:pt x="24587" y="17120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514" y="16216"/>
                </a:lnTo>
                <a:lnTo>
                  <a:pt x="26806" y="15950"/>
                </a:lnTo>
                <a:lnTo>
                  <a:pt x="27098" y="15844"/>
                </a:lnTo>
                <a:lnTo>
                  <a:pt x="27390" y="15684"/>
                </a:lnTo>
                <a:lnTo>
                  <a:pt x="27682" y="15578"/>
                </a:lnTo>
                <a:lnTo>
                  <a:pt x="27916" y="15312"/>
                </a:lnTo>
                <a:lnTo>
                  <a:pt x="28091" y="15152"/>
                </a:lnTo>
                <a:lnTo>
                  <a:pt x="28500" y="15046"/>
                </a:lnTo>
                <a:lnTo>
                  <a:pt x="28792" y="14940"/>
                </a:lnTo>
                <a:lnTo>
                  <a:pt x="29084" y="14674"/>
                </a:lnTo>
                <a:lnTo>
                  <a:pt x="29376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93" y="14142"/>
                </a:lnTo>
                <a:lnTo>
                  <a:pt x="30368" y="14036"/>
                </a:lnTo>
                <a:lnTo>
                  <a:pt x="30777" y="13876"/>
                </a:lnTo>
                <a:lnTo>
                  <a:pt x="31069" y="13770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866"/>
                </a:lnTo>
                <a:lnTo>
                  <a:pt x="32880" y="12760"/>
                </a:lnTo>
                <a:lnTo>
                  <a:pt x="32996" y="12600"/>
                </a:lnTo>
                <a:lnTo>
                  <a:pt x="33288" y="12494"/>
                </a:lnTo>
                <a:lnTo>
                  <a:pt x="33580" y="12228"/>
                </a:lnTo>
                <a:lnTo>
                  <a:pt x="33872" y="12069"/>
                </a:lnTo>
                <a:lnTo>
                  <a:pt x="34164" y="12069"/>
                </a:lnTo>
                <a:lnTo>
                  <a:pt x="34457" y="11962"/>
                </a:lnTo>
                <a:lnTo>
                  <a:pt x="34865" y="11696"/>
                </a:lnTo>
                <a:lnTo>
                  <a:pt x="35157" y="11590"/>
                </a:lnTo>
                <a:lnTo>
                  <a:pt x="35391" y="11431"/>
                </a:lnTo>
                <a:lnTo>
                  <a:pt x="35566" y="11324"/>
                </a:lnTo>
                <a:lnTo>
                  <a:pt x="35858" y="11058"/>
                </a:lnTo>
                <a:lnTo>
                  <a:pt x="36150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61" y="10048"/>
                </a:lnTo>
                <a:lnTo>
                  <a:pt x="38077" y="9782"/>
                </a:lnTo>
                <a:lnTo>
                  <a:pt x="38369" y="9782"/>
                </a:lnTo>
                <a:lnTo>
                  <a:pt x="38661" y="9676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613"/>
                </a:lnTo>
                <a:lnTo>
                  <a:pt x="40647" y="8506"/>
                </a:lnTo>
                <a:lnTo>
                  <a:pt x="41056" y="8347"/>
                </a:lnTo>
                <a:lnTo>
                  <a:pt x="41348" y="8241"/>
                </a:lnTo>
                <a:lnTo>
                  <a:pt x="41640" y="7975"/>
                </a:lnTo>
                <a:lnTo>
                  <a:pt x="41932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337"/>
                </a:lnTo>
                <a:lnTo>
                  <a:pt x="43042" y="7337"/>
                </a:lnTo>
                <a:lnTo>
                  <a:pt x="43334" y="7230"/>
                </a:lnTo>
                <a:lnTo>
                  <a:pt x="43567" y="7071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735" y="6433"/>
                </a:lnTo>
                <a:lnTo>
                  <a:pt x="45027" y="6167"/>
                </a:lnTo>
                <a:lnTo>
                  <a:pt x="45436" y="6061"/>
                </a:lnTo>
                <a:lnTo>
                  <a:pt x="45845" y="5795"/>
                </a:lnTo>
                <a:lnTo>
                  <a:pt x="46137" y="5529"/>
                </a:lnTo>
                <a:lnTo>
                  <a:pt x="46429" y="5423"/>
                </a:lnTo>
                <a:lnTo>
                  <a:pt x="46721" y="5263"/>
                </a:lnTo>
                <a:lnTo>
                  <a:pt x="46954" y="5157"/>
                </a:lnTo>
                <a:lnTo>
                  <a:pt x="47246" y="5050"/>
                </a:lnTo>
                <a:lnTo>
                  <a:pt x="47714" y="4891"/>
                </a:lnTo>
                <a:lnTo>
                  <a:pt x="47947" y="4785"/>
                </a:lnTo>
                <a:lnTo>
                  <a:pt x="48123" y="4625"/>
                </a:lnTo>
                <a:lnTo>
                  <a:pt x="48415" y="4412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634" y="3083"/>
                </a:lnTo>
                <a:lnTo>
                  <a:pt x="50926" y="2977"/>
                </a:lnTo>
                <a:lnTo>
                  <a:pt x="51218" y="2871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339"/>
                </a:lnTo>
                <a:lnTo>
                  <a:pt x="52736" y="2179"/>
                </a:lnTo>
                <a:lnTo>
                  <a:pt x="53028" y="1967"/>
                </a:lnTo>
                <a:lnTo>
                  <a:pt x="53203" y="1807"/>
                </a:lnTo>
                <a:lnTo>
                  <a:pt x="53495" y="1701"/>
                </a:lnTo>
                <a:lnTo>
                  <a:pt x="53904" y="1541"/>
                </a:lnTo>
                <a:lnTo>
                  <a:pt x="54196" y="1329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42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6418353" y="3041714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584" y="30093"/>
                </a:lnTo>
                <a:lnTo>
                  <a:pt x="876" y="29827"/>
                </a:lnTo>
                <a:lnTo>
                  <a:pt x="1284" y="29667"/>
                </a:lnTo>
                <a:lnTo>
                  <a:pt x="1693" y="29401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803" y="28763"/>
                </a:lnTo>
                <a:lnTo>
                  <a:pt x="3095" y="28551"/>
                </a:lnTo>
                <a:lnTo>
                  <a:pt x="3504" y="28391"/>
                </a:lnTo>
                <a:lnTo>
                  <a:pt x="3796" y="28391"/>
                </a:lnTo>
                <a:lnTo>
                  <a:pt x="3971" y="28285"/>
                </a:lnTo>
                <a:lnTo>
                  <a:pt x="4263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489" y="27381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700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475" y="26318"/>
                </a:lnTo>
                <a:lnTo>
                  <a:pt x="7767" y="26105"/>
                </a:lnTo>
                <a:lnTo>
                  <a:pt x="8059" y="26105"/>
                </a:lnTo>
                <a:lnTo>
                  <a:pt x="8351" y="25946"/>
                </a:lnTo>
                <a:lnTo>
                  <a:pt x="8585" y="25839"/>
                </a:lnTo>
                <a:lnTo>
                  <a:pt x="8877" y="25573"/>
                </a:lnTo>
                <a:lnTo>
                  <a:pt x="9052" y="25467"/>
                </a:lnTo>
                <a:lnTo>
                  <a:pt x="9285" y="25307"/>
                </a:lnTo>
                <a:lnTo>
                  <a:pt x="9753" y="25201"/>
                </a:lnTo>
                <a:lnTo>
                  <a:pt x="10045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446" y="24138"/>
                </a:lnTo>
                <a:lnTo>
                  <a:pt x="11680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373" y="23128"/>
                </a:lnTo>
                <a:lnTo>
                  <a:pt x="13841" y="23021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6060" y="21745"/>
                </a:lnTo>
                <a:lnTo>
                  <a:pt x="16352" y="21586"/>
                </a:lnTo>
                <a:lnTo>
                  <a:pt x="16527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20031" y="19672"/>
                </a:lnTo>
                <a:lnTo>
                  <a:pt x="20323" y="19406"/>
                </a:lnTo>
                <a:lnTo>
                  <a:pt x="20615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608" y="18768"/>
                </a:lnTo>
                <a:lnTo>
                  <a:pt x="21842" y="18661"/>
                </a:lnTo>
                <a:lnTo>
                  <a:pt x="22309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598"/>
                </a:lnTo>
                <a:lnTo>
                  <a:pt x="24003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694"/>
                </a:lnTo>
                <a:lnTo>
                  <a:pt x="25930" y="16428"/>
                </a:lnTo>
                <a:lnTo>
                  <a:pt x="26397" y="16322"/>
                </a:lnTo>
                <a:lnTo>
                  <a:pt x="26806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93" y="14249"/>
                </a:lnTo>
                <a:lnTo>
                  <a:pt x="30602" y="14036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588" y="1297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069"/>
                </a:lnTo>
                <a:lnTo>
                  <a:pt x="34398" y="11962"/>
                </a:lnTo>
                <a:lnTo>
                  <a:pt x="34865" y="11803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10048"/>
                </a:lnTo>
                <a:lnTo>
                  <a:pt x="38194" y="9889"/>
                </a:lnTo>
                <a:lnTo>
                  <a:pt x="38486" y="9782"/>
                </a:lnTo>
                <a:lnTo>
                  <a:pt x="38953" y="9623"/>
                </a:lnTo>
                <a:lnTo>
                  <a:pt x="39362" y="9410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582" y="8081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3158" y="7337"/>
                </a:lnTo>
                <a:lnTo>
                  <a:pt x="43450" y="7230"/>
                </a:lnTo>
                <a:lnTo>
                  <a:pt x="43742" y="7071"/>
                </a:lnTo>
                <a:lnTo>
                  <a:pt x="43976" y="6965"/>
                </a:lnTo>
                <a:lnTo>
                  <a:pt x="44151" y="6699"/>
                </a:lnTo>
                <a:lnTo>
                  <a:pt x="44443" y="6539"/>
                </a:lnTo>
                <a:lnTo>
                  <a:pt x="44735" y="6433"/>
                </a:lnTo>
                <a:lnTo>
                  <a:pt x="45144" y="6326"/>
                </a:lnTo>
                <a:lnTo>
                  <a:pt x="45436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363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751" y="3243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817"/>
                </a:lnTo>
                <a:lnTo>
                  <a:pt x="51919" y="2711"/>
                </a:lnTo>
                <a:lnTo>
                  <a:pt x="52211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729" y="1701"/>
                </a:lnTo>
                <a:lnTo>
                  <a:pt x="54021" y="1541"/>
                </a:lnTo>
                <a:lnTo>
                  <a:pt x="54313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306" y="797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372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6475061" y="3011409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25" y="30039"/>
                </a:lnTo>
                <a:lnTo>
                  <a:pt x="992" y="29933"/>
                </a:lnTo>
                <a:lnTo>
                  <a:pt x="1284" y="29667"/>
                </a:lnTo>
                <a:lnTo>
                  <a:pt x="1518" y="29561"/>
                </a:lnTo>
                <a:lnTo>
                  <a:pt x="1810" y="29401"/>
                </a:lnTo>
                <a:lnTo>
                  <a:pt x="2102" y="29295"/>
                </a:lnTo>
                <a:lnTo>
                  <a:pt x="2394" y="29029"/>
                </a:lnTo>
                <a:lnTo>
                  <a:pt x="2803" y="28763"/>
                </a:lnTo>
                <a:lnTo>
                  <a:pt x="3212" y="28657"/>
                </a:lnTo>
                <a:lnTo>
                  <a:pt x="3504" y="28391"/>
                </a:lnTo>
                <a:lnTo>
                  <a:pt x="3796" y="28391"/>
                </a:lnTo>
                <a:lnTo>
                  <a:pt x="4088" y="28285"/>
                </a:lnTo>
                <a:lnTo>
                  <a:pt x="4380" y="28125"/>
                </a:lnTo>
                <a:lnTo>
                  <a:pt x="4613" y="27860"/>
                </a:lnTo>
                <a:lnTo>
                  <a:pt x="4905" y="27753"/>
                </a:lnTo>
                <a:lnTo>
                  <a:pt x="5197" y="27594"/>
                </a:lnTo>
                <a:lnTo>
                  <a:pt x="5489" y="27487"/>
                </a:lnTo>
                <a:lnTo>
                  <a:pt x="5781" y="27222"/>
                </a:lnTo>
                <a:lnTo>
                  <a:pt x="6073" y="27115"/>
                </a:lnTo>
                <a:lnTo>
                  <a:pt x="6307" y="26956"/>
                </a:lnTo>
                <a:lnTo>
                  <a:pt x="6599" y="26849"/>
                </a:lnTo>
                <a:lnTo>
                  <a:pt x="6891" y="26584"/>
                </a:lnTo>
                <a:lnTo>
                  <a:pt x="7300" y="26477"/>
                </a:lnTo>
                <a:lnTo>
                  <a:pt x="7592" y="26318"/>
                </a:lnTo>
                <a:lnTo>
                  <a:pt x="7767" y="26211"/>
                </a:lnTo>
                <a:lnTo>
                  <a:pt x="8001" y="26105"/>
                </a:lnTo>
                <a:lnTo>
                  <a:pt x="8293" y="25946"/>
                </a:lnTo>
                <a:lnTo>
                  <a:pt x="8585" y="25839"/>
                </a:lnTo>
                <a:lnTo>
                  <a:pt x="8877" y="25680"/>
                </a:lnTo>
                <a:lnTo>
                  <a:pt x="9169" y="25414"/>
                </a:lnTo>
                <a:lnTo>
                  <a:pt x="9577" y="25307"/>
                </a:lnTo>
                <a:lnTo>
                  <a:pt x="9869" y="25201"/>
                </a:lnTo>
                <a:lnTo>
                  <a:pt x="10161" y="25042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089" y="23872"/>
                </a:lnTo>
                <a:lnTo>
                  <a:pt x="12381" y="23766"/>
                </a:lnTo>
                <a:lnTo>
                  <a:pt x="12673" y="23659"/>
                </a:lnTo>
                <a:lnTo>
                  <a:pt x="12848" y="23500"/>
                </a:lnTo>
                <a:lnTo>
                  <a:pt x="13081" y="23393"/>
                </a:lnTo>
                <a:lnTo>
                  <a:pt x="13549" y="23128"/>
                </a:lnTo>
                <a:lnTo>
                  <a:pt x="13782" y="23021"/>
                </a:lnTo>
                <a:lnTo>
                  <a:pt x="14074" y="22862"/>
                </a:lnTo>
                <a:lnTo>
                  <a:pt x="14366" y="22755"/>
                </a:lnTo>
                <a:lnTo>
                  <a:pt x="14658" y="22490"/>
                </a:lnTo>
                <a:lnTo>
                  <a:pt x="14950" y="22330"/>
                </a:lnTo>
                <a:lnTo>
                  <a:pt x="15359" y="22117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79"/>
                </a:lnTo>
                <a:lnTo>
                  <a:pt x="16936" y="21320"/>
                </a:lnTo>
                <a:lnTo>
                  <a:pt x="17170" y="21214"/>
                </a:lnTo>
                <a:lnTo>
                  <a:pt x="17462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416"/>
                </a:lnTo>
                <a:lnTo>
                  <a:pt x="18863" y="20310"/>
                </a:lnTo>
                <a:lnTo>
                  <a:pt x="19155" y="20044"/>
                </a:lnTo>
                <a:lnTo>
                  <a:pt x="19447" y="19938"/>
                </a:lnTo>
                <a:lnTo>
                  <a:pt x="19739" y="19778"/>
                </a:lnTo>
                <a:lnTo>
                  <a:pt x="20148" y="19672"/>
                </a:lnTo>
                <a:lnTo>
                  <a:pt x="20323" y="19406"/>
                </a:lnTo>
                <a:lnTo>
                  <a:pt x="20557" y="19246"/>
                </a:lnTo>
                <a:lnTo>
                  <a:pt x="20849" y="19140"/>
                </a:lnTo>
                <a:lnTo>
                  <a:pt x="21141" y="19140"/>
                </a:lnTo>
                <a:lnTo>
                  <a:pt x="21433" y="18874"/>
                </a:lnTo>
                <a:lnTo>
                  <a:pt x="21725" y="18768"/>
                </a:lnTo>
                <a:lnTo>
                  <a:pt x="22134" y="18608"/>
                </a:lnTo>
                <a:lnTo>
                  <a:pt x="22426" y="18502"/>
                </a:lnTo>
                <a:lnTo>
                  <a:pt x="22718" y="18236"/>
                </a:lnTo>
                <a:lnTo>
                  <a:pt x="23127" y="17970"/>
                </a:lnTo>
                <a:lnTo>
                  <a:pt x="23419" y="17864"/>
                </a:lnTo>
                <a:lnTo>
                  <a:pt x="23652" y="17598"/>
                </a:lnTo>
                <a:lnTo>
                  <a:pt x="24119" y="17492"/>
                </a:lnTo>
                <a:lnTo>
                  <a:pt x="24411" y="17332"/>
                </a:lnTo>
                <a:lnTo>
                  <a:pt x="24645" y="17226"/>
                </a:lnTo>
                <a:lnTo>
                  <a:pt x="24937" y="16960"/>
                </a:lnTo>
                <a:lnTo>
                  <a:pt x="25229" y="16854"/>
                </a:lnTo>
                <a:lnTo>
                  <a:pt x="25638" y="16694"/>
                </a:lnTo>
                <a:lnTo>
                  <a:pt x="25930" y="16428"/>
                </a:lnTo>
                <a:lnTo>
                  <a:pt x="26339" y="16322"/>
                </a:lnTo>
                <a:lnTo>
                  <a:pt x="26631" y="16163"/>
                </a:lnTo>
                <a:lnTo>
                  <a:pt x="26923" y="16056"/>
                </a:lnTo>
                <a:lnTo>
                  <a:pt x="27215" y="15790"/>
                </a:lnTo>
                <a:lnTo>
                  <a:pt x="27507" y="15684"/>
                </a:lnTo>
                <a:lnTo>
                  <a:pt x="27740" y="15525"/>
                </a:lnTo>
                <a:lnTo>
                  <a:pt x="27916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434" y="14514"/>
                </a:lnTo>
                <a:lnTo>
                  <a:pt x="29726" y="14514"/>
                </a:lnTo>
                <a:lnTo>
                  <a:pt x="30018" y="14408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28" y="13770"/>
                </a:lnTo>
                <a:lnTo>
                  <a:pt x="31420" y="13611"/>
                </a:lnTo>
                <a:lnTo>
                  <a:pt x="31712" y="13345"/>
                </a:lnTo>
                <a:lnTo>
                  <a:pt x="32004" y="13238"/>
                </a:lnTo>
                <a:lnTo>
                  <a:pt x="32296" y="13079"/>
                </a:lnTo>
                <a:lnTo>
                  <a:pt x="32704" y="12973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441"/>
                </a:lnTo>
                <a:lnTo>
                  <a:pt x="33697" y="12334"/>
                </a:lnTo>
                <a:lnTo>
                  <a:pt x="33989" y="12069"/>
                </a:lnTo>
                <a:lnTo>
                  <a:pt x="34281" y="12069"/>
                </a:lnTo>
                <a:lnTo>
                  <a:pt x="34690" y="11962"/>
                </a:lnTo>
                <a:lnTo>
                  <a:pt x="34982" y="11803"/>
                </a:lnTo>
                <a:lnTo>
                  <a:pt x="35216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09" y="10899"/>
                </a:lnTo>
                <a:lnTo>
                  <a:pt x="36676" y="10793"/>
                </a:lnTo>
                <a:lnTo>
                  <a:pt x="36909" y="10686"/>
                </a:lnTo>
                <a:lnTo>
                  <a:pt x="37201" y="10527"/>
                </a:lnTo>
                <a:lnTo>
                  <a:pt x="37493" y="10261"/>
                </a:lnTo>
                <a:lnTo>
                  <a:pt x="37785" y="10155"/>
                </a:lnTo>
                <a:lnTo>
                  <a:pt x="38194" y="9889"/>
                </a:lnTo>
                <a:lnTo>
                  <a:pt x="38486" y="9782"/>
                </a:lnTo>
                <a:lnTo>
                  <a:pt x="38895" y="9623"/>
                </a:lnTo>
                <a:lnTo>
                  <a:pt x="39187" y="9517"/>
                </a:lnTo>
                <a:lnTo>
                  <a:pt x="39479" y="9357"/>
                </a:lnTo>
                <a:lnTo>
                  <a:pt x="39771" y="9144"/>
                </a:lnTo>
                <a:lnTo>
                  <a:pt x="40063" y="8985"/>
                </a:lnTo>
                <a:lnTo>
                  <a:pt x="40297" y="8879"/>
                </a:lnTo>
                <a:lnTo>
                  <a:pt x="40472" y="8719"/>
                </a:lnTo>
                <a:lnTo>
                  <a:pt x="40881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757" y="8081"/>
                </a:lnTo>
                <a:lnTo>
                  <a:pt x="41990" y="7815"/>
                </a:lnTo>
                <a:lnTo>
                  <a:pt x="42282" y="7709"/>
                </a:lnTo>
                <a:lnTo>
                  <a:pt x="42574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684" y="7071"/>
                </a:lnTo>
                <a:lnTo>
                  <a:pt x="43976" y="6965"/>
                </a:lnTo>
                <a:lnTo>
                  <a:pt x="44268" y="6699"/>
                </a:lnTo>
                <a:lnTo>
                  <a:pt x="44560" y="6539"/>
                </a:lnTo>
                <a:lnTo>
                  <a:pt x="44852" y="6433"/>
                </a:lnTo>
                <a:lnTo>
                  <a:pt x="45261" y="6273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35"/>
                </a:lnTo>
                <a:lnTo>
                  <a:pt x="46546" y="5423"/>
                </a:lnTo>
                <a:lnTo>
                  <a:pt x="46779" y="5263"/>
                </a:lnTo>
                <a:lnTo>
                  <a:pt x="47246" y="5157"/>
                </a:lnTo>
                <a:lnTo>
                  <a:pt x="47538" y="5157"/>
                </a:lnTo>
                <a:lnTo>
                  <a:pt x="47772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473" y="4519"/>
                </a:lnTo>
                <a:lnTo>
                  <a:pt x="48765" y="4253"/>
                </a:lnTo>
                <a:lnTo>
                  <a:pt x="49232" y="4093"/>
                </a:lnTo>
                <a:lnTo>
                  <a:pt x="49466" y="3987"/>
                </a:lnTo>
                <a:lnTo>
                  <a:pt x="49758" y="3881"/>
                </a:lnTo>
                <a:lnTo>
                  <a:pt x="50050" y="3615"/>
                </a:lnTo>
                <a:lnTo>
                  <a:pt x="50342" y="3455"/>
                </a:lnTo>
                <a:lnTo>
                  <a:pt x="50751" y="3190"/>
                </a:lnTo>
                <a:lnTo>
                  <a:pt x="51043" y="2977"/>
                </a:lnTo>
                <a:lnTo>
                  <a:pt x="51451" y="2817"/>
                </a:lnTo>
                <a:lnTo>
                  <a:pt x="51743" y="2817"/>
                </a:lnTo>
                <a:lnTo>
                  <a:pt x="52035" y="2711"/>
                </a:lnTo>
                <a:lnTo>
                  <a:pt x="52327" y="2445"/>
                </a:lnTo>
                <a:lnTo>
                  <a:pt x="52561" y="2339"/>
                </a:lnTo>
                <a:lnTo>
                  <a:pt x="52853" y="2179"/>
                </a:lnTo>
                <a:lnTo>
                  <a:pt x="53028" y="2073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541"/>
                </a:lnTo>
                <a:lnTo>
                  <a:pt x="54255" y="1435"/>
                </a:lnTo>
                <a:lnTo>
                  <a:pt x="54547" y="1169"/>
                </a:lnTo>
                <a:lnTo>
                  <a:pt x="54839" y="1010"/>
                </a:lnTo>
                <a:lnTo>
                  <a:pt x="55131" y="903"/>
                </a:lnTo>
                <a:lnTo>
                  <a:pt x="55423" y="797"/>
                </a:lnTo>
                <a:lnTo>
                  <a:pt x="55715" y="531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6531886" y="2981209"/>
            <a:ext cx="56708" cy="30199"/>
          </a:xfrm>
          <a:custGeom>
            <a:avLst/>
            <a:gdLst/>
            <a:ahLst/>
            <a:cxnLst/>
            <a:rect l="l" t="t" r="r" b="b"/>
            <a:pathLst>
              <a:path w="56708" h="30199">
                <a:moveTo>
                  <a:pt x="0" y="30199"/>
                </a:moveTo>
                <a:lnTo>
                  <a:pt x="292" y="30093"/>
                </a:lnTo>
                <a:lnTo>
                  <a:pt x="584" y="29933"/>
                </a:lnTo>
                <a:lnTo>
                  <a:pt x="992" y="29827"/>
                </a:lnTo>
                <a:lnTo>
                  <a:pt x="1109" y="29561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8923"/>
                </a:lnTo>
                <a:lnTo>
                  <a:pt x="2511" y="28817"/>
                </a:lnTo>
                <a:lnTo>
                  <a:pt x="2978" y="28657"/>
                </a:lnTo>
                <a:lnTo>
                  <a:pt x="3212" y="28551"/>
                </a:lnTo>
                <a:lnTo>
                  <a:pt x="3504" y="28391"/>
                </a:lnTo>
                <a:lnTo>
                  <a:pt x="3679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753"/>
                </a:lnTo>
                <a:lnTo>
                  <a:pt x="4905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477"/>
                </a:lnTo>
                <a:lnTo>
                  <a:pt x="7183" y="26371"/>
                </a:lnTo>
                <a:lnTo>
                  <a:pt x="7475" y="26211"/>
                </a:lnTo>
                <a:lnTo>
                  <a:pt x="7767" y="26105"/>
                </a:lnTo>
                <a:lnTo>
                  <a:pt x="8059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760" y="25573"/>
                </a:lnTo>
                <a:lnTo>
                  <a:pt x="9169" y="25307"/>
                </a:lnTo>
                <a:lnTo>
                  <a:pt x="9461" y="25201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03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500"/>
                </a:lnTo>
                <a:lnTo>
                  <a:pt x="12848" y="23393"/>
                </a:lnTo>
                <a:lnTo>
                  <a:pt x="13081" y="23287"/>
                </a:lnTo>
                <a:lnTo>
                  <a:pt x="13549" y="23128"/>
                </a:lnTo>
                <a:lnTo>
                  <a:pt x="13665" y="22862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224"/>
                </a:lnTo>
                <a:lnTo>
                  <a:pt x="15067" y="22117"/>
                </a:lnTo>
                <a:lnTo>
                  <a:pt x="15534" y="21958"/>
                </a:lnTo>
                <a:lnTo>
                  <a:pt x="15768" y="21852"/>
                </a:lnTo>
                <a:lnTo>
                  <a:pt x="16060" y="21586"/>
                </a:lnTo>
                <a:lnTo>
                  <a:pt x="16235" y="21479"/>
                </a:lnTo>
                <a:lnTo>
                  <a:pt x="16469" y="21320"/>
                </a:lnTo>
                <a:lnTo>
                  <a:pt x="16761" y="21320"/>
                </a:lnTo>
                <a:lnTo>
                  <a:pt x="17053" y="21107"/>
                </a:lnTo>
                <a:lnTo>
                  <a:pt x="17462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9038" y="20044"/>
                </a:lnTo>
                <a:lnTo>
                  <a:pt x="19330" y="19778"/>
                </a:lnTo>
                <a:lnTo>
                  <a:pt x="19739" y="19672"/>
                </a:lnTo>
                <a:lnTo>
                  <a:pt x="20031" y="19565"/>
                </a:lnTo>
                <a:lnTo>
                  <a:pt x="20323" y="19406"/>
                </a:lnTo>
                <a:lnTo>
                  <a:pt x="20557" y="19140"/>
                </a:lnTo>
                <a:lnTo>
                  <a:pt x="20849" y="19034"/>
                </a:lnTo>
                <a:lnTo>
                  <a:pt x="21141" y="19034"/>
                </a:lnTo>
                <a:lnTo>
                  <a:pt x="21316" y="18874"/>
                </a:lnTo>
                <a:lnTo>
                  <a:pt x="21725" y="18661"/>
                </a:lnTo>
                <a:lnTo>
                  <a:pt x="22017" y="18502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023"/>
                </a:lnTo>
                <a:lnTo>
                  <a:pt x="23127" y="17864"/>
                </a:lnTo>
                <a:lnTo>
                  <a:pt x="23419" y="17758"/>
                </a:lnTo>
                <a:lnTo>
                  <a:pt x="23827" y="17598"/>
                </a:lnTo>
                <a:lnTo>
                  <a:pt x="23944" y="17332"/>
                </a:lnTo>
                <a:lnTo>
                  <a:pt x="24236" y="17226"/>
                </a:lnTo>
                <a:lnTo>
                  <a:pt x="24528" y="17120"/>
                </a:lnTo>
                <a:lnTo>
                  <a:pt x="24820" y="16960"/>
                </a:lnTo>
                <a:lnTo>
                  <a:pt x="25112" y="16694"/>
                </a:lnTo>
                <a:lnTo>
                  <a:pt x="25404" y="16694"/>
                </a:lnTo>
                <a:lnTo>
                  <a:pt x="25638" y="16588"/>
                </a:lnTo>
                <a:lnTo>
                  <a:pt x="26105" y="16482"/>
                </a:lnTo>
                <a:lnTo>
                  <a:pt x="26222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31" y="15578"/>
                </a:lnTo>
                <a:lnTo>
                  <a:pt x="27624" y="15418"/>
                </a:lnTo>
                <a:lnTo>
                  <a:pt x="28032" y="15312"/>
                </a:lnTo>
                <a:lnTo>
                  <a:pt x="28324" y="15152"/>
                </a:lnTo>
                <a:lnTo>
                  <a:pt x="28616" y="14940"/>
                </a:lnTo>
                <a:lnTo>
                  <a:pt x="28792" y="14780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30018" y="14302"/>
                </a:lnTo>
                <a:lnTo>
                  <a:pt x="30310" y="14142"/>
                </a:lnTo>
                <a:lnTo>
                  <a:pt x="30602" y="14036"/>
                </a:lnTo>
                <a:lnTo>
                  <a:pt x="30894" y="13770"/>
                </a:lnTo>
                <a:lnTo>
                  <a:pt x="31186" y="13611"/>
                </a:lnTo>
                <a:lnTo>
                  <a:pt x="31595" y="13398"/>
                </a:lnTo>
                <a:lnTo>
                  <a:pt x="31887" y="13132"/>
                </a:lnTo>
                <a:lnTo>
                  <a:pt x="32296" y="12973"/>
                </a:lnTo>
                <a:lnTo>
                  <a:pt x="32588" y="12866"/>
                </a:lnTo>
                <a:lnTo>
                  <a:pt x="32880" y="12760"/>
                </a:lnTo>
                <a:lnTo>
                  <a:pt x="33113" y="12494"/>
                </a:lnTo>
                <a:lnTo>
                  <a:pt x="33405" y="12334"/>
                </a:lnTo>
                <a:lnTo>
                  <a:pt x="33697" y="12228"/>
                </a:lnTo>
                <a:lnTo>
                  <a:pt x="33814" y="12069"/>
                </a:lnTo>
                <a:lnTo>
                  <a:pt x="34281" y="11962"/>
                </a:lnTo>
                <a:lnTo>
                  <a:pt x="34573" y="1185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218"/>
                </a:lnTo>
                <a:lnTo>
                  <a:pt x="35975" y="11058"/>
                </a:lnTo>
                <a:lnTo>
                  <a:pt x="36384" y="10952"/>
                </a:lnTo>
                <a:lnTo>
                  <a:pt x="36501" y="10686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048"/>
                </a:lnTo>
                <a:lnTo>
                  <a:pt x="37902" y="9889"/>
                </a:lnTo>
                <a:lnTo>
                  <a:pt x="38194" y="9782"/>
                </a:lnTo>
                <a:lnTo>
                  <a:pt x="38661" y="9782"/>
                </a:lnTo>
                <a:lnTo>
                  <a:pt x="38895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879"/>
                </a:lnTo>
                <a:lnTo>
                  <a:pt x="40180" y="8772"/>
                </a:lnTo>
                <a:lnTo>
                  <a:pt x="40589" y="8613"/>
                </a:lnTo>
                <a:lnTo>
                  <a:pt x="40881" y="8506"/>
                </a:lnTo>
                <a:lnTo>
                  <a:pt x="41173" y="824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603"/>
                </a:lnTo>
                <a:lnTo>
                  <a:pt x="42574" y="744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684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433"/>
                </a:lnTo>
                <a:lnTo>
                  <a:pt x="44852" y="6326"/>
                </a:lnTo>
                <a:lnTo>
                  <a:pt x="45144" y="6167"/>
                </a:lnTo>
                <a:lnTo>
                  <a:pt x="45378" y="6061"/>
                </a:lnTo>
                <a:lnTo>
                  <a:pt x="45670" y="5795"/>
                </a:lnTo>
                <a:lnTo>
                  <a:pt x="45962" y="5688"/>
                </a:lnTo>
                <a:lnTo>
                  <a:pt x="46254" y="5529"/>
                </a:lnTo>
                <a:lnTo>
                  <a:pt x="46838" y="5157"/>
                </a:lnTo>
                <a:lnTo>
                  <a:pt x="47071" y="5050"/>
                </a:lnTo>
                <a:lnTo>
                  <a:pt x="47363" y="5050"/>
                </a:lnTo>
                <a:lnTo>
                  <a:pt x="47655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765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459" y="3243"/>
                </a:lnTo>
                <a:lnTo>
                  <a:pt x="50751" y="3083"/>
                </a:lnTo>
                <a:lnTo>
                  <a:pt x="51159" y="2977"/>
                </a:lnTo>
                <a:lnTo>
                  <a:pt x="51451" y="2711"/>
                </a:lnTo>
                <a:lnTo>
                  <a:pt x="51627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145" y="1967"/>
                </a:lnTo>
                <a:lnTo>
                  <a:pt x="53437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430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423" y="638"/>
                </a:lnTo>
                <a:lnTo>
                  <a:pt x="55715" y="531"/>
                </a:lnTo>
                <a:lnTo>
                  <a:pt x="56007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6588594" y="2951063"/>
            <a:ext cx="56824" cy="30146"/>
          </a:xfrm>
          <a:custGeom>
            <a:avLst/>
            <a:gdLst/>
            <a:ahLst/>
            <a:cxnLst/>
            <a:rect l="l" t="t" r="r" b="b"/>
            <a:pathLst>
              <a:path w="56824" h="30146">
                <a:moveTo>
                  <a:pt x="0" y="30146"/>
                </a:moveTo>
                <a:lnTo>
                  <a:pt x="233" y="29933"/>
                </a:lnTo>
                <a:lnTo>
                  <a:pt x="700" y="29774"/>
                </a:lnTo>
                <a:lnTo>
                  <a:pt x="992" y="29667"/>
                </a:lnTo>
                <a:lnTo>
                  <a:pt x="1226" y="29508"/>
                </a:lnTo>
                <a:lnTo>
                  <a:pt x="1518" y="29242"/>
                </a:lnTo>
                <a:lnTo>
                  <a:pt x="1810" y="29136"/>
                </a:lnTo>
                <a:lnTo>
                  <a:pt x="2102" y="29029"/>
                </a:lnTo>
                <a:lnTo>
                  <a:pt x="2219" y="28870"/>
                </a:lnTo>
                <a:lnTo>
                  <a:pt x="2686" y="28604"/>
                </a:lnTo>
                <a:lnTo>
                  <a:pt x="2920" y="28498"/>
                </a:lnTo>
                <a:lnTo>
                  <a:pt x="3212" y="28391"/>
                </a:lnTo>
                <a:lnTo>
                  <a:pt x="3504" y="28232"/>
                </a:lnTo>
                <a:lnTo>
                  <a:pt x="3796" y="28125"/>
                </a:lnTo>
                <a:lnTo>
                  <a:pt x="4088" y="27966"/>
                </a:lnTo>
                <a:lnTo>
                  <a:pt x="4321" y="27860"/>
                </a:lnTo>
                <a:lnTo>
                  <a:pt x="4613" y="27700"/>
                </a:lnTo>
                <a:lnTo>
                  <a:pt x="4905" y="27487"/>
                </a:lnTo>
                <a:lnTo>
                  <a:pt x="5197" y="27328"/>
                </a:lnTo>
                <a:lnTo>
                  <a:pt x="5489" y="27222"/>
                </a:lnTo>
                <a:lnTo>
                  <a:pt x="5781" y="27062"/>
                </a:lnTo>
                <a:lnTo>
                  <a:pt x="6015" y="26849"/>
                </a:lnTo>
                <a:lnTo>
                  <a:pt x="6307" y="26690"/>
                </a:lnTo>
                <a:lnTo>
                  <a:pt x="6599" y="26584"/>
                </a:lnTo>
                <a:lnTo>
                  <a:pt x="7008" y="26424"/>
                </a:lnTo>
                <a:lnTo>
                  <a:pt x="7300" y="26158"/>
                </a:lnTo>
                <a:lnTo>
                  <a:pt x="7475" y="26052"/>
                </a:lnTo>
                <a:lnTo>
                  <a:pt x="7709" y="25946"/>
                </a:lnTo>
                <a:lnTo>
                  <a:pt x="8001" y="25946"/>
                </a:lnTo>
                <a:lnTo>
                  <a:pt x="8293" y="25680"/>
                </a:lnTo>
                <a:lnTo>
                  <a:pt x="8585" y="25520"/>
                </a:lnTo>
                <a:lnTo>
                  <a:pt x="8993" y="25414"/>
                </a:lnTo>
                <a:lnTo>
                  <a:pt x="9285" y="25307"/>
                </a:lnTo>
                <a:lnTo>
                  <a:pt x="9577" y="25042"/>
                </a:lnTo>
                <a:lnTo>
                  <a:pt x="9869" y="24882"/>
                </a:lnTo>
                <a:lnTo>
                  <a:pt x="10278" y="24616"/>
                </a:lnTo>
                <a:lnTo>
                  <a:pt x="10570" y="24404"/>
                </a:lnTo>
                <a:lnTo>
                  <a:pt x="10862" y="24244"/>
                </a:lnTo>
                <a:lnTo>
                  <a:pt x="11271" y="24138"/>
                </a:lnTo>
                <a:lnTo>
                  <a:pt x="11563" y="23978"/>
                </a:lnTo>
                <a:lnTo>
                  <a:pt x="11797" y="23766"/>
                </a:lnTo>
                <a:lnTo>
                  <a:pt x="12089" y="23606"/>
                </a:lnTo>
                <a:lnTo>
                  <a:pt x="12381" y="23606"/>
                </a:lnTo>
                <a:lnTo>
                  <a:pt x="12556" y="23500"/>
                </a:lnTo>
                <a:lnTo>
                  <a:pt x="12789" y="23234"/>
                </a:lnTo>
                <a:lnTo>
                  <a:pt x="13257" y="23074"/>
                </a:lnTo>
                <a:lnTo>
                  <a:pt x="13490" y="22968"/>
                </a:lnTo>
                <a:lnTo>
                  <a:pt x="13782" y="22862"/>
                </a:lnTo>
                <a:lnTo>
                  <a:pt x="14074" y="22596"/>
                </a:lnTo>
                <a:lnTo>
                  <a:pt x="14366" y="22436"/>
                </a:lnTo>
                <a:lnTo>
                  <a:pt x="14658" y="22330"/>
                </a:lnTo>
                <a:lnTo>
                  <a:pt x="14950" y="22224"/>
                </a:lnTo>
                <a:lnTo>
                  <a:pt x="15184" y="21958"/>
                </a:lnTo>
                <a:lnTo>
                  <a:pt x="15476" y="21798"/>
                </a:lnTo>
                <a:lnTo>
                  <a:pt x="15768" y="21692"/>
                </a:lnTo>
                <a:lnTo>
                  <a:pt x="16060" y="21533"/>
                </a:lnTo>
                <a:lnTo>
                  <a:pt x="16352" y="21320"/>
                </a:lnTo>
                <a:lnTo>
                  <a:pt x="16644" y="21320"/>
                </a:lnTo>
                <a:lnTo>
                  <a:pt x="16878" y="21160"/>
                </a:lnTo>
                <a:lnTo>
                  <a:pt x="17170" y="21054"/>
                </a:lnTo>
                <a:lnTo>
                  <a:pt x="17462" y="20788"/>
                </a:lnTo>
                <a:lnTo>
                  <a:pt x="17754" y="20682"/>
                </a:lnTo>
                <a:lnTo>
                  <a:pt x="18046" y="20522"/>
                </a:lnTo>
                <a:lnTo>
                  <a:pt x="18338" y="20416"/>
                </a:lnTo>
                <a:lnTo>
                  <a:pt x="18571" y="20150"/>
                </a:lnTo>
                <a:lnTo>
                  <a:pt x="18863" y="19991"/>
                </a:lnTo>
                <a:lnTo>
                  <a:pt x="19155" y="19884"/>
                </a:lnTo>
                <a:lnTo>
                  <a:pt x="19564" y="19778"/>
                </a:lnTo>
                <a:lnTo>
                  <a:pt x="19856" y="19512"/>
                </a:lnTo>
                <a:lnTo>
                  <a:pt x="20031" y="19353"/>
                </a:lnTo>
                <a:lnTo>
                  <a:pt x="20265" y="19246"/>
                </a:lnTo>
                <a:lnTo>
                  <a:pt x="20557" y="19140"/>
                </a:lnTo>
                <a:lnTo>
                  <a:pt x="20849" y="18980"/>
                </a:lnTo>
                <a:lnTo>
                  <a:pt x="21141" y="18874"/>
                </a:lnTo>
                <a:lnTo>
                  <a:pt x="21550" y="18715"/>
                </a:lnTo>
                <a:lnTo>
                  <a:pt x="21842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543" y="18077"/>
                </a:lnTo>
                <a:lnTo>
                  <a:pt x="22835" y="17970"/>
                </a:lnTo>
                <a:lnTo>
                  <a:pt x="23127" y="17704"/>
                </a:lnTo>
                <a:lnTo>
                  <a:pt x="23360" y="17598"/>
                </a:lnTo>
                <a:lnTo>
                  <a:pt x="23827" y="17439"/>
                </a:lnTo>
                <a:lnTo>
                  <a:pt x="24119" y="17332"/>
                </a:lnTo>
                <a:lnTo>
                  <a:pt x="24353" y="17066"/>
                </a:lnTo>
                <a:lnTo>
                  <a:pt x="24645" y="16960"/>
                </a:lnTo>
                <a:lnTo>
                  <a:pt x="24937" y="16801"/>
                </a:lnTo>
                <a:lnTo>
                  <a:pt x="25346" y="16535"/>
                </a:lnTo>
                <a:lnTo>
                  <a:pt x="25813" y="16428"/>
                </a:lnTo>
                <a:lnTo>
                  <a:pt x="26047" y="16269"/>
                </a:lnTo>
                <a:lnTo>
                  <a:pt x="26339" y="16163"/>
                </a:lnTo>
                <a:lnTo>
                  <a:pt x="26631" y="15897"/>
                </a:lnTo>
                <a:lnTo>
                  <a:pt x="26923" y="15790"/>
                </a:lnTo>
                <a:lnTo>
                  <a:pt x="27215" y="15631"/>
                </a:lnTo>
                <a:lnTo>
                  <a:pt x="27448" y="15525"/>
                </a:lnTo>
                <a:lnTo>
                  <a:pt x="27740" y="15259"/>
                </a:lnTo>
                <a:lnTo>
                  <a:pt x="28032" y="15152"/>
                </a:lnTo>
                <a:lnTo>
                  <a:pt x="28324" y="14993"/>
                </a:lnTo>
                <a:lnTo>
                  <a:pt x="28616" y="14887"/>
                </a:lnTo>
                <a:lnTo>
                  <a:pt x="28908" y="14621"/>
                </a:lnTo>
                <a:lnTo>
                  <a:pt x="29142" y="14514"/>
                </a:lnTo>
                <a:lnTo>
                  <a:pt x="29434" y="14355"/>
                </a:lnTo>
                <a:lnTo>
                  <a:pt x="29726" y="14249"/>
                </a:lnTo>
                <a:lnTo>
                  <a:pt x="30018" y="14249"/>
                </a:lnTo>
                <a:lnTo>
                  <a:pt x="30310" y="14089"/>
                </a:lnTo>
                <a:lnTo>
                  <a:pt x="30602" y="13983"/>
                </a:lnTo>
                <a:lnTo>
                  <a:pt x="30836" y="13876"/>
                </a:lnTo>
                <a:lnTo>
                  <a:pt x="31128" y="13611"/>
                </a:lnTo>
                <a:lnTo>
                  <a:pt x="31420" y="13451"/>
                </a:lnTo>
                <a:lnTo>
                  <a:pt x="31712" y="13345"/>
                </a:lnTo>
                <a:lnTo>
                  <a:pt x="32120" y="13185"/>
                </a:lnTo>
                <a:lnTo>
                  <a:pt x="32412" y="12973"/>
                </a:lnTo>
                <a:lnTo>
                  <a:pt x="32529" y="12813"/>
                </a:lnTo>
                <a:lnTo>
                  <a:pt x="32821" y="12707"/>
                </a:lnTo>
                <a:lnTo>
                  <a:pt x="33113" y="12547"/>
                </a:lnTo>
                <a:lnTo>
                  <a:pt x="33405" y="12334"/>
                </a:lnTo>
                <a:lnTo>
                  <a:pt x="33697" y="12175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803"/>
                </a:lnTo>
                <a:lnTo>
                  <a:pt x="34924" y="1164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5917" y="11005"/>
                </a:lnTo>
                <a:lnTo>
                  <a:pt x="36384" y="10899"/>
                </a:lnTo>
                <a:lnTo>
                  <a:pt x="36617" y="10793"/>
                </a:lnTo>
                <a:lnTo>
                  <a:pt x="36909" y="10527"/>
                </a:lnTo>
                <a:lnTo>
                  <a:pt x="37201" y="10367"/>
                </a:lnTo>
                <a:lnTo>
                  <a:pt x="37493" y="10261"/>
                </a:lnTo>
                <a:lnTo>
                  <a:pt x="37610" y="10101"/>
                </a:lnTo>
                <a:lnTo>
                  <a:pt x="37902" y="9889"/>
                </a:lnTo>
                <a:lnTo>
                  <a:pt x="38311" y="9729"/>
                </a:lnTo>
                <a:lnTo>
                  <a:pt x="38603" y="9623"/>
                </a:lnTo>
                <a:lnTo>
                  <a:pt x="38895" y="9623"/>
                </a:lnTo>
                <a:lnTo>
                  <a:pt x="39187" y="9357"/>
                </a:lnTo>
                <a:lnTo>
                  <a:pt x="39479" y="9251"/>
                </a:lnTo>
                <a:lnTo>
                  <a:pt x="39771" y="9091"/>
                </a:lnTo>
                <a:lnTo>
                  <a:pt x="40005" y="8985"/>
                </a:lnTo>
                <a:lnTo>
                  <a:pt x="40297" y="8719"/>
                </a:lnTo>
                <a:lnTo>
                  <a:pt x="40589" y="8560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698" y="7922"/>
                </a:lnTo>
                <a:lnTo>
                  <a:pt x="41990" y="7815"/>
                </a:lnTo>
                <a:lnTo>
                  <a:pt x="42282" y="7709"/>
                </a:lnTo>
                <a:lnTo>
                  <a:pt x="42574" y="7443"/>
                </a:lnTo>
                <a:lnTo>
                  <a:pt x="42866" y="7284"/>
                </a:lnTo>
                <a:lnTo>
                  <a:pt x="43158" y="7284"/>
                </a:lnTo>
                <a:lnTo>
                  <a:pt x="43392" y="7177"/>
                </a:lnTo>
                <a:lnTo>
                  <a:pt x="43684" y="6911"/>
                </a:lnTo>
                <a:lnTo>
                  <a:pt x="43976" y="6805"/>
                </a:lnTo>
                <a:lnTo>
                  <a:pt x="44268" y="6646"/>
                </a:lnTo>
                <a:lnTo>
                  <a:pt x="44677" y="6539"/>
                </a:lnTo>
                <a:lnTo>
                  <a:pt x="44969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476"/>
                </a:lnTo>
                <a:lnTo>
                  <a:pt x="46662" y="5369"/>
                </a:lnTo>
                <a:lnTo>
                  <a:pt x="46954" y="5104"/>
                </a:lnTo>
                <a:lnTo>
                  <a:pt x="47246" y="4997"/>
                </a:lnTo>
                <a:lnTo>
                  <a:pt x="47480" y="4997"/>
                </a:lnTo>
                <a:lnTo>
                  <a:pt x="47655" y="4838"/>
                </a:lnTo>
                <a:lnTo>
                  <a:pt x="47947" y="4625"/>
                </a:lnTo>
                <a:lnTo>
                  <a:pt x="48181" y="4466"/>
                </a:lnTo>
                <a:lnTo>
                  <a:pt x="48473" y="4359"/>
                </a:lnTo>
                <a:lnTo>
                  <a:pt x="48940" y="4200"/>
                </a:lnTo>
                <a:lnTo>
                  <a:pt x="49174" y="3987"/>
                </a:lnTo>
                <a:lnTo>
                  <a:pt x="49466" y="3828"/>
                </a:lnTo>
                <a:lnTo>
                  <a:pt x="49758" y="3721"/>
                </a:lnTo>
                <a:lnTo>
                  <a:pt x="50050" y="3562"/>
                </a:lnTo>
                <a:lnTo>
                  <a:pt x="50167" y="3296"/>
                </a:lnTo>
                <a:lnTo>
                  <a:pt x="50459" y="3190"/>
                </a:lnTo>
                <a:lnTo>
                  <a:pt x="50867" y="3083"/>
                </a:lnTo>
                <a:lnTo>
                  <a:pt x="51159" y="2924"/>
                </a:lnTo>
                <a:lnTo>
                  <a:pt x="51451" y="2658"/>
                </a:lnTo>
                <a:lnTo>
                  <a:pt x="51743" y="2658"/>
                </a:lnTo>
                <a:lnTo>
                  <a:pt x="52035" y="2552"/>
                </a:lnTo>
                <a:lnTo>
                  <a:pt x="52269" y="2445"/>
                </a:lnTo>
                <a:lnTo>
                  <a:pt x="52561" y="2179"/>
                </a:lnTo>
                <a:lnTo>
                  <a:pt x="52853" y="2020"/>
                </a:lnTo>
                <a:lnTo>
                  <a:pt x="53145" y="1914"/>
                </a:lnTo>
                <a:lnTo>
                  <a:pt x="53437" y="1754"/>
                </a:lnTo>
                <a:lnTo>
                  <a:pt x="53729" y="1541"/>
                </a:lnTo>
                <a:lnTo>
                  <a:pt x="53963" y="1382"/>
                </a:lnTo>
                <a:lnTo>
                  <a:pt x="54255" y="1276"/>
                </a:lnTo>
                <a:lnTo>
                  <a:pt x="54547" y="1116"/>
                </a:lnTo>
                <a:lnTo>
                  <a:pt x="54839" y="903"/>
                </a:lnTo>
                <a:lnTo>
                  <a:pt x="55131" y="744"/>
                </a:lnTo>
                <a:lnTo>
                  <a:pt x="55423" y="638"/>
                </a:lnTo>
                <a:lnTo>
                  <a:pt x="55656" y="478"/>
                </a:lnTo>
                <a:lnTo>
                  <a:pt x="55948" y="372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6645419" y="2920704"/>
            <a:ext cx="56649" cy="30358"/>
          </a:xfrm>
          <a:custGeom>
            <a:avLst/>
            <a:gdLst/>
            <a:ahLst/>
            <a:cxnLst/>
            <a:rect l="l" t="t" r="r" b="b"/>
            <a:pathLst>
              <a:path w="56649" h="30358">
                <a:moveTo>
                  <a:pt x="0" y="30358"/>
                </a:moveTo>
                <a:lnTo>
                  <a:pt x="408" y="30093"/>
                </a:lnTo>
                <a:lnTo>
                  <a:pt x="700" y="29933"/>
                </a:lnTo>
                <a:lnTo>
                  <a:pt x="1109" y="29720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394" y="29029"/>
                </a:lnTo>
                <a:lnTo>
                  <a:pt x="2686" y="28817"/>
                </a:lnTo>
                <a:lnTo>
                  <a:pt x="2920" y="28657"/>
                </a:lnTo>
                <a:lnTo>
                  <a:pt x="3212" y="28551"/>
                </a:lnTo>
                <a:lnTo>
                  <a:pt x="3387" y="28391"/>
                </a:lnTo>
                <a:lnTo>
                  <a:pt x="3679" y="28285"/>
                </a:lnTo>
                <a:lnTo>
                  <a:pt x="3912" y="28179"/>
                </a:lnTo>
                <a:lnTo>
                  <a:pt x="4204" y="28019"/>
                </a:lnTo>
                <a:lnTo>
                  <a:pt x="4613" y="27913"/>
                </a:lnTo>
                <a:lnTo>
                  <a:pt x="4905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275"/>
                </a:lnTo>
                <a:lnTo>
                  <a:pt x="5898" y="27009"/>
                </a:lnTo>
                <a:lnTo>
                  <a:pt x="6190" y="26849"/>
                </a:lnTo>
                <a:lnTo>
                  <a:pt x="6599" y="26743"/>
                </a:lnTo>
                <a:lnTo>
                  <a:pt x="6891" y="26637"/>
                </a:lnTo>
                <a:lnTo>
                  <a:pt x="7183" y="26371"/>
                </a:lnTo>
                <a:lnTo>
                  <a:pt x="7475" y="26211"/>
                </a:lnTo>
                <a:lnTo>
                  <a:pt x="7767" y="26105"/>
                </a:lnTo>
                <a:lnTo>
                  <a:pt x="8001" y="25946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461" y="25201"/>
                </a:lnTo>
                <a:lnTo>
                  <a:pt x="9694" y="25095"/>
                </a:lnTo>
                <a:lnTo>
                  <a:pt x="9986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3925"/>
                </a:lnTo>
                <a:lnTo>
                  <a:pt x="11972" y="23766"/>
                </a:lnTo>
                <a:lnTo>
                  <a:pt x="12264" y="23659"/>
                </a:lnTo>
                <a:lnTo>
                  <a:pt x="12556" y="23659"/>
                </a:lnTo>
                <a:lnTo>
                  <a:pt x="12965" y="23393"/>
                </a:lnTo>
                <a:lnTo>
                  <a:pt x="13257" y="23287"/>
                </a:lnTo>
                <a:lnTo>
                  <a:pt x="13373" y="23128"/>
                </a:lnTo>
                <a:lnTo>
                  <a:pt x="13665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483" y="22490"/>
                </a:lnTo>
                <a:lnTo>
                  <a:pt x="14950" y="22383"/>
                </a:lnTo>
                <a:lnTo>
                  <a:pt x="15242" y="22117"/>
                </a:lnTo>
                <a:lnTo>
                  <a:pt x="15476" y="22011"/>
                </a:lnTo>
                <a:lnTo>
                  <a:pt x="15768" y="21852"/>
                </a:lnTo>
                <a:lnTo>
                  <a:pt x="15943" y="21745"/>
                </a:lnTo>
                <a:lnTo>
                  <a:pt x="16177" y="21479"/>
                </a:lnTo>
                <a:lnTo>
                  <a:pt x="16469" y="21320"/>
                </a:lnTo>
                <a:lnTo>
                  <a:pt x="16761" y="21320"/>
                </a:lnTo>
                <a:lnTo>
                  <a:pt x="17170" y="21214"/>
                </a:lnTo>
                <a:lnTo>
                  <a:pt x="17462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155" y="20044"/>
                </a:lnTo>
                <a:lnTo>
                  <a:pt x="19447" y="19938"/>
                </a:lnTo>
                <a:lnTo>
                  <a:pt x="19739" y="19672"/>
                </a:lnTo>
                <a:lnTo>
                  <a:pt x="20031" y="19565"/>
                </a:lnTo>
                <a:lnTo>
                  <a:pt x="20265" y="19406"/>
                </a:lnTo>
                <a:lnTo>
                  <a:pt x="20557" y="19299"/>
                </a:lnTo>
                <a:lnTo>
                  <a:pt x="20849" y="19034"/>
                </a:lnTo>
                <a:lnTo>
                  <a:pt x="21024" y="19034"/>
                </a:lnTo>
                <a:lnTo>
                  <a:pt x="21258" y="18927"/>
                </a:lnTo>
                <a:lnTo>
                  <a:pt x="21550" y="18768"/>
                </a:lnTo>
                <a:lnTo>
                  <a:pt x="21842" y="18502"/>
                </a:lnTo>
                <a:lnTo>
                  <a:pt x="22134" y="18396"/>
                </a:lnTo>
                <a:lnTo>
                  <a:pt x="22426" y="18289"/>
                </a:lnTo>
                <a:lnTo>
                  <a:pt x="22718" y="18130"/>
                </a:lnTo>
                <a:lnTo>
                  <a:pt x="22951" y="17864"/>
                </a:lnTo>
                <a:lnTo>
                  <a:pt x="23419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226"/>
                </a:lnTo>
                <a:lnTo>
                  <a:pt x="24411" y="17120"/>
                </a:lnTo>
                <a:lnTo>
                  <a:pt x="24645" y="16960"/>
                </a:lnTo>
                <a:lnTo>
                  <a:pt x="24937" y="16854"/>
                </a:lnTo>
                <a:lnTo>
                  <a:pt x="25346" y="16747"/>
                </a:lnTo>
                <a:lnTo>
                  <a:pt x="25638" y="16588"/>
                </a:lnTo>
                <a:lnTo>
                  <a:pt x="25930" y="16482"/>
                </a:lnTo>
                <a:lnTo>
                  <a:pt x="26047" y="16322"/>
                </a:lnTo>
                <a:lnTo>
                  <a:pt x="26339" y="16056"/>
                </a:lnTo>
                <a:lnTo>
                  <a:pt x="26631" y="15950"/>
                </a:lnTo>
                <a:lnTo>
                  <a:pt x="26923" y="15844"/>
                </a:lnTo>
                <a:lnTo>
                  <a:pt x="27215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500" y="15046"/>
                </a:lnTo>
                <a:lnTo>
                  <a:pt x="28616" y="14780"/>
                </a:lnTo>
                <a:lnTo>
                  <a:pt x="28908" y="14674"/>
                </a:lnTo>
                <a:lnTo>
                  <a:pt x="29200" y="14514"/>
                </a:lnTo>
                <a:lnTo>
                  <a:pt x="29609" y="14408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011" y="13664"/>
                </a:lnTo>
                <a:lnTo>
                  <a:pt x="31128" y="13504"/>
                </a:lnTo>
                <a:lnTo>
                  <a:pt x="31595" y="13398"/>
                </a:lnTo>
                <a:lnTo>
                  <a:pt x="31828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2996" y="12600"/>
                </a:lnTo>
                <a:lnTo>
                  <a:pt x="33288" y="12334"/>
                </a:lnTo>
                <a:lnTo>
                  <a:pt x="33522" y="12228"/>
                </a:lnTo>
                <a:lnTo>
                  <a:pt x="33814" y="12122"/>
                </a:lnTo>
                <a:lnTo>
                  <a:pt x="34106" y="12122"/>
                </a:lnTo>
                <a:lnTo>
                  <a:pt x="34398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216" y="11431"/>
                </a:lnTo>
                <a:lnTo>
                  <a:pt x="35508" y="11218"/>
                </a:lnTo>
                <a:lnTo>
                  <a:pt x="35975" y="11058"/>
                </a:lnTo>
                <a:lnTo>
                  <a:pt x="36384" y="10793"/>
                </a:lnTo>
                <a:lnTo>
                  <a:pt x="36676" y="10580"/>
                </a:lnTo>
                <a:lnTo>
                  <a:pt x="36909" y="10420"/>
                </a:lnTo>
                <a:lnTo>
                  <a:pt x="37201" y="10314"/>
                </a:lnTo>
                <a:lnTo>
                  <a:pt x="37493" y="10155"/>
                </a:lnTo>
                <a:lnTo>
                  <a:pt x="37902" y="9889"/>
                </a:lnTo>
                <a:lnTo>
                  <a:pt x="38194" y="9782"/>
                </a:lnTo>
                <a:lnTo>
                  <a:pt x="38486" y="9676"/>
                </a:lnTo>
                <a:lnTo>
                  <a:pt x="38895" y="9410"/>
                </a:lnTo>
                <a:lnTo>
                  <a:pt x="39187" y="9251"/>
                </a:lnTo>
                <a:lnTo>
                  <a:pt x="39479" y="9144"/>
                </a:lnTo>
                <a:lnTo>
                  <a:pt x="39771" y="9038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7" y="8347"/>
                </a:lnTo>
                <a:lnTo>
                  <a:pt x="41173" y="8134"/>
                </a:lnTo>
                <a:lnTo>
                  <a:pt x="41465" y="7975"/>
                </a:lnTo>
                <a:lnTo>
                  <a:pt x="41757" y="7868"/>
                </a:lnTo>
                <a:lnTo>
                  <a:pt x="42166" y="7709"/>
                </a:lnTo>
                <a:lnTo>
                  <a:pt x="42458" y="7496"/>
                </a:lnTo>
                <a:lnTo>
                  <a:pt x="42691" y="7337"/>
                </a:lnTo>
                <a:lnTo>
                  <a:pt x="42983" y="7337"/>
                </a:lnTo>
                <a:lnTo>
                  <a:pt x="43275" y="7230"/>
                </a:lnTo>
                <a:lnTo>
                  <a:pt x="43567" y="6965"/>
                </a:lnTo>
                <a:lnTo>
                  <a:pt x="44151" y="6699"/>
                </a:lnTo>
                <a:lnTo>
                  <a:pt x="44385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54"/>
                </a:lnTo>
                <a:lnTo>
                  <a:pt x="45845" y="5688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316"/>
                </a:lnTo>
                <a:lnTo>
                  <a:pt x="46954" y="5050"/>
                </a:lnTo>
                <a:lnTo>
                  <a:pt x="47246" y="5050"/>
                </a:lnTo>
                <a:lnTo>
                  <a:pt x="47538" y="4891"/>
                </a:lnTo>
                <a:lnTo>
                  <a:pt x="47772" y="4785"/>
                </a:lnTo>
                <a:lnTo>
                  <a:pt x="48064" y="4519"/>
                </a:lnTo>
                <a:lnTo>
                  <a:pt x="48473" y="4412"/>
                </a:lnTo>
                <a:lnTo>
                  <a:pt x="48648" y="4253"/>
                </a:lnTo>
                <a:lnTo>
                  <a:pt x="48940" y="4147"/>
                </a:lnTo>
                <a:lnTo>
                  <a:pt x="49174" y="3881"/>
                </a:lnTo>
                <a:lnTo>
                  <a:pt x="49466" y="3774"/>
                </a:lnTo>
                <a:lnTo>
                  <a:pt x="49758" y="3615"/>
                </a:lnTo>
                <a:lnTo>
                  <a:pt x="50050" y="350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451" y="2711"/>
                </a:lnTo>
                <a:lnTo>
                  <a:pt x="51743" y="2605"/>
                </a:lnTo>
                <a:lnTo>
                  <a:pt x="52035" y="2445"/>
                </a:lnTo>
                <a:lnTo>
                  <a:pt x="52327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320" y="1807"/>
                </a:lnTo>
                <a:lnTo>
                  <a:pt x="53554" y="1701"/>
                </a:lnTo>
                <a:lnTo>
                  <a:pt x="53729" y="1435"/>
                </a:lnTo>
                <a:lnTo>
                  <a:pt x="54021" y="1329"/>
                </a:lnTo>
                <a:lnTo>
                  <a:pt x="54255" y="1169"/>
                </a:lnTo>
                <a:lnTo>
                  <a:pt x="54722" y="1063"/>
                </a:lnTo>
                <a:lnTo>
                  <a:pt x="54956" y="797"/>
                </a:lnTo>
                <a:lnTo>
                  <a:pt x="55248" y="691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649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6702069" y="2890398"/>
            <a:ext cx="56883" cy="30305"/>
          </a:xfrm>
          <a:custGeom>
            <a:avLst/>
            <a:gdLst/>
            <a:ahLst/>
            <a:cxnLst/>
            <a:rect l="l" t="t" r="r" b="b"/>
            <a:pathLst>
              <a:path w="56883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876" y="29827"/>
                </a:lnTo>
                <a:lnTo>
                  <a:pt x="1168" y="29667"/>
                </a:lnTo>
                <a:lnTo>
                  <a:pt x="1460" y="29561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923"/>
                </a:lnTo>
                <a:lnTo>
                  <a:pt x="2861" y="28657"/>
                </a:lnTo>
                <a:lnTo>
                  <a:pt x="3153" y="28551"/>
                </a:lnTo>
                <a:lnTo>
                  <a:pt x="3387" y="28391"/>
                </a:lnTo>
                <a:lnTo>
                  <a:pt x="3679" y="28391"/>
                </a:lnTo>
                <a:lnTo>
                  <a:pt x="3971" y="28125"/>
                </a:lnTo>
                <a:lnTo>
                  <a:pt x="4380" y="28019"/>
                </a:lnTo>
                <a:lnTo>
                  <a:pt x="4555" y="27913"/>
                </a:lnTo>
                <a:lnTo>
                  <a:pt x="4847" y="27753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22"/>
                </a:lnTo>
                <a:lnTo>
                  <a:pt x="5956" y="27115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584"/>
                </a:lnTo>
                <a:lnTo>
                  <a:pt x="7358" y="26211"/>
                </a:lnTo>
                <a:lnTo>
                  <a:pt x="7650" y="26105"/>
                </a:lnTo>
                <a:lnTo>
                  <a:pt x="7942" y="26105"/>
                </a:lnTo>
                <a:lnTo>
                  <a:pt x="8234" y="25946"/>
                </a:lnTo>
                <a:lnTo>
                  <a:pt x="8643" y="25680"/>
                </a:lnTo>
                <a:lnTo>
                  <a:pt x="8935" y="25573"/>
                </a:lnTo>
                <a:lnTo>
                  <a:pt x="9169" y="25467"/>
                </a:lnTo>
                <a:lnTo>
                  <a:pt x="9461" y="25307"/>
                </a:lnTo>
                <a:lnTo>
                  <a:pt x="9636" y="25042"/>
                </a:lnTo>
                <a:lnTo>
                  <a:pt x="9869" y="24935"/>
                </a:lnTo>
                <a:lnTo>
                  <a:pt x="10161" y="24829"/>
                </a:lnTo>
                <a:lnTo>
                  <a:pt x="10629" y="24669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287"/>
                </a:lnTo>
                <a:lnTo>
                  <a:pt x="13432" y="23128"/>
                </a:lnTo>
                <a:lnTo>
                  <a:pt x="13724" y="23021"/>
                </a:lnTo>
                <a:lnTo>
                  <a:pt x="14016" y="22862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418" y="21958"/>
                </a:lnTo>
                <a:lnTo>
                  <a:pt x="15710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527" y="21320"/>
                </a:lnTo>
                <a:lnTo>
                  <a:pt x="16936" y="21320"/>
                </a:lnTo>
                <a:lnTo>
                  <a:pt x="17228" y="21214"/>
                </a:lnTo>
                <a:lnTo>
                  <a:pt x="17637" y="20841"/>
                </a:lnTo>
                <a:lnTo>
                  <a:pt x="17929" y="20682"/>
                </a:lnTo>
                <a:lnTo>
                  <a:pt x="18221" y="20576"/>
                </a:lnTo>
                <a:lnTo>
                  <a:pt x="18513" y="20416"/>
                </a:lnTo>
                <a:lnTo>
                  <a:pt x="18922" y="20203"/>
                </a:lnTo>
                <a:lnTo>
                  <a:pt x="19214" y="20044"/>
                </a:lnTo>
                <a:lnTo>
                  <a:pt x="19506" y="19938"/>
                </a:lnTo>
                <a:lnTo>
                  <a:pt x="19622" y="19778"/>
                </a:lnTo>
                <a:lnTo>
                  <a:pt x="19914" y="19565"/>
                </a:lnTo>
                <a:lnTo>
                  <a:pt x="20206" y="19406"/>
                </a:lnTo>
                <a:lnTo>
                  <a:pt x="20498" y="19299"/>
                </a:lnTo>
                <a:lnTo>
                  <a:pt x="20732" y="19140"/>
                </a:lnTo>
                <a:lnTo>
                  <a:pt x="21199" y="19034"/>
                </a:lnTo>
                <a:lnTo>
                  <a:pt x="21491" y="18874"/>
                </a:lnTo>
                <a:lnTo>
                  <a:pt x="21725" y="18768"/>
                </a:lnTo>
                <a:lnTo>
                  <a:pt x="22017" y="18661"/>
                </a:lnTo>
                <a:lnTo>
                  <a:pt x="22192" y="18396"/>
                </a:lnTo>
                <a:lnTo>
                  <a:pt x="22426" y="18236"/>
                </a:lnTo>
                <a:lnTo>
                  <a:pt x="22718" y="18130"/>
                </a:lnTo>
                <a:lnTo>
                  <a:pt x="23127" y="18023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492"/>
                </a:lnTo>
                <a:lnTo>
                  <a:pt x="24295" y="17332"/>
                </a:lnTo>
                <a:lnTo>
                  <a:pt x="24587" y="17120"/>
                </a:lnTo>
                <a:lnTo>
                  <a:pt x="24703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5988" y="16482"/>
                </a:lnTo>
                <a:lnTo>
                  <a:pt x="26280" y="16322"/>
                </a:lnTo>
                <a:lnTo>
                  <a:pt x="26514" y="1621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78"/>
                </a:lnTo>
                <a:lnTo>
                  <a:pt x="27974" y="15312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940"/>
                </a:lnTo>
                <a:lnTo>
                  <a:pt x="29084" y="14674"/>
                </a:lnTo>
                <a:lnTo>
                  <a:pt x="29492" y="14514"/>
                </a:lnTo>
                <a:lnTo>
                  <a:pt x="29784" y="14408"/>
                </a:lnTo>
                <a:lnTo>
                  <a:pt x="30193" y="14142"/>
                </a:lnTo>
                <a:lnTo>
                  <a:pt x="30485" y="14036"/>
                </a:lnTo>
                <a:lnTo>
                  <a:pt x="30777" y="13876"/>
                </a:lnTo>
                <a:lnTo>
                  <a:pt x="31069" y="13770"/>
                </a:lnTo>
                <a:lnTo>
                  <a:pt x="31478" y="13504"/>
                </a:lnTo>
                <a:lnTo>
                  <a:pt x="31770" y="13398"/>
                </a:lnTo>
                <a:lnTo>
                  <a:pt x="32062" y="13238"/>
                </a:lnTo>
                <a:lnTo>
                  <a:pt x="32296" y="13132"/>
                </a:lnTo>
                <a:lnTo>
                  <a:pt x="32471" y="12866"/>
                </a:lnTo>
                <a:lnTo>
                  <a:pt x="32763" y="12707"/>
                </a:lnTo>
                <a:lnTo>
                  <a:pt x="33055" y="12600"/>
                </a:lnTo>
                <a:lnTo>
                  <a:pt x="33288" y="12494"/>
                </a:lnTo>
                <a:lnTo>
                  <a:pt x="33756" y="12228"/>
                </a:lnTo>
                <a:lnTo>
                  <a:pt x="33989" y="12069"/>
                </a:lnTo>
                <a:lnTo>
                  <a:pt x="34281" y="12069"/>
                </a:lnTo>
                <a:lnTo>
                  <a:pt x="34573" y="11962"/>
                </a:lnTo>
                <a:lnTo>
                  <a:pt x="34865" y="11696"/>
                </a:lnTo>
                <a:lnTo>
                  <a:pt x="35274" y="11431"/>
                </a:lnTo>
                <a:lnTo>
                  <a:pt x="35683" y="11324"/>
                </a:lnTo>
                <a:lnTo>
                  <a:pt x="35975" y="11058"/>
                </a:lnTo>
                <a:lnTo>
                  <a:pt x="36267" y="10952"/>
                </a:lnTo>
                <a:lnTo>
                  <a:pt x="36559" y="10793"/>
                </a:lnTo>
                <a:lnTo>
                  <a:pt x="36851" y="10686"/>
                </a:lnTo>
                <a:lnTo>
                  <a:pt x="37143" y="10420"/>
                </a:lnTo>
                <a:lnTo>
                  <a:pt x="37669" y="10155"/>
                </a:lnTo>
                <a:lnTo>
                  <a:pt x="37961" y="10048"/>
                </a:lnTo>
                <a:lnTo>
                  <a:pt x="38253" y="9782"/>
                </a:lnTo>
                <a:lnTo>
                  <a:pt x="38545" y="9782"/>
                </a:lnTo>
                <a:lnTo>
                  <a:pt x="38837" y="9623"/>
                </a:lnTo>
                <a:lnTo>
                  <a:pt x="39070" y="951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613"/>
                </a:lnTo>
                <a:lnTo>
                  <a:pt x="40764" y="8506"/>
                </a:lnTo>
                <a:lnTo>
                  <a:pt x="41056" y="8347"/>
                </a:lnTo>
                <a:lnTo>
                  <a:pt x="41348" y="8241"/>
                </a:lnTo>
                <a:lnTo>
                  <a:pt x="41640" y="7975"/>
                </a:lnTo>
                <a:lnTo>
                  <a:pt x="42049" y="7868"/>
                </a:lnTo>
                <a:lnTo>
                  <a:pt x="42341" y="7709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230"/>
                </a:lnTo>
                <a:lnTo>
                  <a:pt x="43626" y="7071"/>
                </a:lnTo>
                <a:lnTo>
                  <a:pt x="44034" y="6805"/>
                </a:lnTo>
                <a:lnTo>
                  <a:pt x="44326" y="6699"/>
                </a:lnTo>
                <a:lnTo>
                  <a:pt x="44618" y="6592"/>
                </a:lnTo>
                <a:lnTo>
                  <a:pt x="44852" y="6433"/>
                </a:lnTo>
                <a:lnTo>
                  <a:pt x="45027" y="6167"/>
                </a:lnTo>
                <a:lnTo>
                  <a:pt x="45319" y="6061"/>
                </a:lnTo>
                <a:lnTo>
                  <a:pt x="45553" y="5901"/>
                </a:lnTo>
                <a:lnTo>
                  <a:pt x="45845" y="5795"/>
                </a:lnTo>
                <a:lnTo>
                  <a:pt x="46254" y="5529"/>
                </a:lnTo>
                <a:lnTo>
                  <a:pt x="46546" y="5423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5050"/>
                </a:lnTo>
                <a:lnTo>
                  <a:pt x="47538" y="4891"/>
                </a:lnTo>
                <a:lnTo>
                  <a:pt x="47830" y="4785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4147"/>
                </a:lnTo>
                <a:lnTo>
                  <a:pt x="49407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809" y="3083"/>
                </a:lnTo>
                <a:lnTo>
                  <a:pt x="51101" y="2977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339"/>
                </a:lnTo>
                <a:lnTo>
                  <a:pt x="52795" y="2179"/>
                </a:lnTo>
                <a:lnTo>
                  <a:pt x="53028" y="1967"/>
                </a:lnTo>
                <a:lnTo>
                  <a:pt x="53320" y="1807"/>
                </a:lnTo>
                <a:lnTo>
                  <a:pt x="53612" y="1701"/>
                </a:lnTo>
                <a:lnTo>
                  <a:pt x="53904" y="1541"/>
                </a:lnTo>
                <a:lnTo>
                  <a:pt x="54196" y="1276"/>
                </a:lnTo>
                <a:lnTo>
                  <a:pt x="54605" y="1169"/>
                </a:lnTo>
                <a:lnTo>
                  <a:pt x="54897" y="1063"/>
                </a:lnTo>
                <a:lnTo>
                  <a:pt x="55014" y="903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82" y="425"/>
                </a:lnTo>
                <a:lnTo>
                  <a:pt x="56416" y="159"/>
                </a:lnTo>
                <a:lnTo>
                  <a:pt x="56883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6758952" y="2860092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99"/>
                </a:lnTo>
                <a:lnTo>
                  <a:pt x="525" y="30039"/>
                </a:lnTo>
                <a:lnTo>
                  <a:pt x="700" y="29827"/>
                </a:lnTo>
                <a:lnTo>
                  <a:pt x="992" y="29667"/>
                </a:lnTo>
                <a:lnTo>
                  <a:pt x="1226" y="29561"/>
                </a:lnTo>
                <a:lnTo>
                  <a:pt x="1518" y="29401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3095" y="28498"/>
                </a:lnTo>
                <a:lnTo>
                  <a:pt x="3504" y="28391"/>
                </a:lnTo>
                <a:lnTo>
                  <a:pt x="3912" y="2828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14" y="27381"/>
                </a:lnTo>
                <a:lnTo>
                  <a:pt x="5606" y="27222"/>
                </a:lnTo>
                <a:lnTo>
                  <a:pt x="5781" y="27115"/>
                </a:lnTo>
                <a:lnTo>
                  <a:pt x="6190" y="26956"/>
                </a:lnTo>
                <a:lnTo>
                  <a:pt x="6482" y="26743"/>
                </a:lnTo>
                <a:lnTo>
                  <a:pt x="6774" y="26584"/>
                </a:lnTo>
                <a:lnTo>
                  <a:pt x="7008" y="26477"/>
                </a:lnTo>
                <a:lnTo>
                  <a:pt x="7300" y="26318"/>
                </a:lnTo>
                <a:lnTo>
                  <a:pt x="7592" y="26105"/>
                </a:lnTo>
                <a:lnTo>
                  <a:pt x="7884" y="26105"/>
                </a:lnTo>
                <a:lnTo>
                  <a:pt x="8176" y="25946"/>
                </a:lnTo>
                <a:lnTo>
                  <a:pt x="8409" y="25839"/>
                </a:lnTo>
                <a:lnTo>
                  <a:pt x="8701" y="25573"/>
                </a:lnTo>
                <a:lnTo>
                  <a:pt x="8993" y="25467"/>
                </a:lnTo>
                <a:lnTo>
                  <a:pt x="9285" y="25307"/>
                </a:lnTo>
                <a:lnTo>
                  <a:pt x="9577" y="25201"/>
                </a:lnTo>
                <a:lnTo>
                  <a:pt x="9869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979" y="24297"/>
                </a:lnTo>
                <a:lnTo>
                  <a:pt x="11271" y="24138"/>
                </a:lnTo>
                <a:lnTo>
                  <a:pt x="11563" y="24031"/>
                </a:lnTo>
                <a:lnTo>
                  <a:pt x="11797" y="23925"/>
                </a:lnTo>
                <a:lnTo>
                  <a:pt x="12089" y="23766"/>
                </a:lnTo>
                <a:lnTo>
                  <a:pt x="12556" y="23659"/>
                </a:lnTo>
                <a:lnTo>
                  <a:pt x="12789" y="23500"/>
                </a:lnTo>
                <a:lnTo>
                  <a:pt x="13081" y="23393"/>
                </a:lnTo>
                <a:lnTo>
                  <a:pt x="13257" y="23128"/>
                </a:lnTo>
                <a:lnTo>
                  <a:pt x="13490" y="23021"/>
                </a:lnTo>
                <a:lnTo>
                  <a:pt x="13782" y="22862"/>
                </a:lnTo>
                <a:lnTo>
                  <a:pt x="14074" y="22755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2117"/>
                </a:lnTo>
                <a:lnTo>
                  <a:pt x="15651" y="21852"/>
                </a:lnTo>
                <a:lnTo>
                  <a:pt x="15768" y="21692"/>
                </a:lnTo>
                <a:lnTo>
                  <a:pt x="16060" y="21586"/>
                </a:lnTo>
                <a:lnTo>
                  <a:pt x="16469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578" y="20948"/>
                </a:lnTo>
                <a:lnTo>
                  <a:pt x="17870" y="20682"/>
                </a:lnTo>
                <a:lnTo>
                  <a:pt x="18162" y="20576"/>
                </a:lnTo>
                <a:lnTo>
                  <a:pt x="18338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272" y="19938"/>
                </a:lnTo>
                <a:lnTo>
                  <a:pt x="19564" y="19778"/>
                </a:lnTo>
                <a:lnTo>
                  <a:pt x="19856" y="19672"/>
                </a:lnTo>
                <a:lnTo>
                  <a:pt x="20148" y="19406"/>
                </a:lnTo>
                <a:lnTo>
                  <a:pt x="20440" y="19299"/>
                </a:lnTo>
                <a:lnTo>
                  <a:pt x="20732" y="19140"/>
                </a:lnTo>
                <a:lnTo>
                  <a:pt x="20966" y="19140"/>
                </a:lnTo>
                <a:lnTo>
                  <a:pt x="21258" y="18874"/>
                </a:lnTo>
                <a:lnTo>
                  <a:pt x="21550" y="18768"/>
                </a:lnTo>
                <a:lnTo>
                  <a:pt x="21842" y="18608"/>
                </a:lnTo>
                <a:lnTo>
                  <a:pt x="22134" y="18502"/>
                </a:lnTo>
                <a:lnTo>
                  <a:pt x="22426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332"/>
                </a:lnTo>
                <a:lnTo>
                  <a:pt x="24353" y="17226"/>
                </a:lnTo>
                <a:lnTo>
                  <a:pt x="24645" y="16960"/>
                </a:lnTo>
                <a:lnTo>
                  <a:pt x="25054" y="16854"/>
                </a:lnTo>
                <a:lnTo>
                  <a:pt x="25346" y="16854"/>
                </a:lnTo>
                <a:lnTo>
                  <a:pt x="25638" y="16588"/>
                </a:lnTo>
                <a:lnTo>
                  <a:pt x="25755" y="16428"/>
                </a:lnTo>
                <a:lnTo>
                  <a:pt x="26047" y="16322"/>
                </a:lnTo>
                <a:lnTo>
                  <a:pt x="26339" y="16216"/>
                </a:lnTo>
                <a:lnTo>
                  <a:pt x="26631" y="15950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525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4887"/>
                </a:lnTo>
                <a:lnTo>
                  <a:pt x="29025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408"/>
                </a:lnTo>
                <a:lnTo>
                  <a:pt x="30135" y="14142"/>
                </a:lnTo>
                <a:lnTo>
                  <a:pt x="30427" y="13983"/>
                </a:lnTo>
                <a:lnTo>
                  <a:pt x="30719" y="13876"/>
                </a:lnTo>
                <a:lnTo>
                  <a:pt x="31303" y="13504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3132"/>
                </a:lnTo>
                <a:lnTo>
                  <a:pt x="32412" y="12866"/>
                </a:lnTo>
                <a:lnTo>
                  <a:pt x="32704" y="12707"/>
                </a:lnTo>
                <a:lnTo>
                  <a:pt x="32996" y="12600"/>
                </a:lnTo>
                <a:lnTo>
                  <a:pt x="33230" y="12441"/>
                </a:lnTo>
                <a:lnTo>
                  <a:pt x="33522" y="12228"/>
                </a:lnTo>
                <a:lnTo>
                  <a:pt x="33814" y="12069"/>
                </a:lnTo>
                <a:lnTo>
                  <a:pt x="34106" y="12069"/>
                </a:lnTo>
                <a:lnTo>
                  <a:pt x="34398" y="11962"/>
                </a:lnTo>
                <a:lnTo>
                  <a:pt x="34690" y="11696"/>
                </a:lnTo>
                <a:lnTo>
                  <a:pt x="34924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617" y="10686"/>
                </a:lnTo>
                <a:lnTo>
                  <a:pt x="36909" y="10420"/>
                </a:lnTo>
                <a:lnTo>
                  <a:pt x="37201" y="10261"/>
                </a:lnTo>
                <a:lnTo>
                  <a:pt x="37610" y="10155"/>
                </a:lnTo>
                <a:lnTo>
                  <a:pt x="37902" y="10048"/>
                </a:lnTo>
                <a:lnTo>
                  <a:pt x="38194" y="9782"/>
                </a:lnTo>
                <a:lnTo>
                  <a:pt x="38603" y="9623"/>
                </a:lnTo>
                <a:lnTo>
                  <a:pt x="38895" y="9517"/>
                </a:lnTo>
                <a:lnTo>
                  <a:pt x="39187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613"/>
                </a:lnTo>
                <a:lnTo>
                  <a:pt x="40705" y="8506"/>
                </a:lnTo>
                <a:lnTo>
                  <a:pt x="40881" y="8347"/>
                </a:lnTo>
                <a:lnTo>
                  <a:pt x="41173" y="8241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399" y="7603"/>
                </a:lnTo>
                <a:lnTo>
                  <a:pt x="42691" y="7443"/>
                </a:lnTo>
                <a:lnTo>
                  <a:pt x="42983" y="7337"/>
                </a:lnTo>
                <a:lnTo>
                  <a:pt x="43275" y="7177"/>
                </a:lnTo>
                <a:lnTo>
                  <a:pt x="43859" y="6805"/>
                </a:lnTo>
                <a:lnTo>
                  <a:pt x="44093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01"/>
                </a:lnTo>
                <a:lnTo>
                  <a:pt x="45786" y="5795"/>
                </a:lnTo>
                <a:lnTo>
                  <a:pt x="46078" y="5529"/>
                </a:lnTo>
                <a:lnTo>
                  <a:pt x="46370" y="5423"/>
                </a:lnTo>
                <a:lnTo>
                  <a:pt x="46662" y="5263"/>
                </a:lnTo>
                <a:lnTo>
                  <a:pt x="46954" y="5157"/>
                </a:lnTo>
                <a:lnTo>
                  <a:pt x="47246" y="4997"/>
                </a:lnTo>
                <a:lnTo>
                  <a:pt x="47480" y="4891"/>
                </a:lnTo>
                <a:lnTo>
                  <a:pt x="47947" y="4785"/>
                </a:lnTo>
                <a:lnTo>
                  <a:pt x="48181" y="4625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174" y="3987"/>
                </a:lnTo>
                <a:lnTo>
                  <a:pt x="49466" y="3721"/>
                </a:lnTo>
                <a:lnTo>
                  <a:pt x="49758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083"/>
                </a:lnTo>
                <a:lnTo>
                  <a:pt x="51159" y="2817"/>
                </a:lnTo>
                <a:lnTo>
                  <a:pt x="51451" y="2817"/>
                </a:lnTo>
                <a:lnTo>
                  <a:pt x="51743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1914"/>
                </a:lnTo>
                <a:lnTo>
                  <a:pt x="53262" y="1807"/>
                </a:lnTo>
                <a:lnTo>
                  <a:pt x="53437" y="1701"/>
                </a:lnTo>
                <a:lnTo>
                  <a:pt x="53729" y="1541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4956" y="903"/>
                </a:lnTo>
                <a:lnTo>
                  <a:pt x="55248" y="638"/>
                </a:lnTo>
                <a:lnTo>
                  <a:pt x="55540" y="531"/>
                </a:lnTo>
                <a:lnTo>
                  <a:pt x="55832" y="531"/>
                </a:lnTo>
                <a:lnTo>
                  <a:pt x="55948" y="372"/>
                </a:lnTo>
                <a:lnTo>
                  <a:pt x="56357" y="159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6815602" y="2829787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30039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61"/>
                </a:lnTo>
                <a:lnTo>
                  <a:pt x="1868" y="29401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923"/>
                </a:lnTo>
                <a:lnTo>
                  <a:pt x="2861" y="28763"/>
                </a:lnTo>
                <a:lnTo>
                  <a:pt x="3095" y="28498"/>
                </a:lnTo>
                <a:lnTo>
                  <a:pt x="3387" y="28498"/>
                </a:lnTo>
                <a:lnTo>
                  <a:pt x="3854" y="28391"/>
                </a:lnTo>
                <a:lnTo>
                  <a:pt x="4088" y="28285"/>
                </a:lnTo>
                <a:lnTo>
                  <a:pt x="4380" y="28019"/>
                </a:lnTo>
                <a:lnTo>
                  <a:pt x="4555" y="27860"/>
                </a:lnTo>
                <a:lnTo>
                  <a:pt x="4788" y="27753"/>
                </a:lnTo>
                <a:lnTo>
                  <a:pt x="5080" y="27594"/>
                </a:lnTo>
                <a:lnTo>
                  <a:pt x="5372" y="27381"/>
                </a:lnTo>
                <a:lnTo>
                  <a:pt x="5664" y="27222"/>
                </a:lnTo>
                <a:lnTo>
                  <a:pt x="6073" y="27115"/>
                </a:lnTo>
                <a:lnTo>
                  <a:pt x="6365" y="26956"/>
                </a:lnTo>
                <a:lnTo>
                  <a:pt x="6657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358" y="26318"/>
                </a:lnTo>
                <a:lnTo>
                  <a:pt x="7650" y="26052"/>
                </a:lnTo>
                <a:lnTo>
                  <a:pt x="8059" y="26052"/>
                </a:lnTo>
                <a:lnTo>
                  <a:pt x="8351" y="25946"/>
                </a:lnTo>
                <a:lnTo>
                  <a:pt x="8643" y="25839"/>
                </a:lnTo>
                <a:lnTo>
                  <a:pt x="8877" y="25573"/>
                </a:lnTo>
                <a:lnTo>
                  <a:pt x="9169" y="25414"/>
                </a:lnTo>
                <a:lnTo>
                  <a:pt x="9344" y="25307"/>
                </a:lnTo>
                <a:lnTo>
                  <a:pt x="9636" y="25201"/>
                </a:lnTo>
                <a:lnTo>
                  <a:pt x="10045" y="24935"/>
                </a:lnTo>
                <a:lnTo>
                  <a:pt x="10337" y="24776"/>
                </a:lnTo>
                <a:lnTo>
                  <a:pt x="10570" y="24669"/>
                </a:lnTo>
                <a:lnTo>
                  <a:pt x="10862" y="24510"/>
                </a:lnTo>
                <a:lnTo>
                  <a:pt x="11154" y="24297"/>
                </a:lnTo>
                <a:lnTo>
                  <a:pt x="11446" y="24138"/>
                </a:lnTo>
                <a:lnTo>
                  <a:pt x="11738" y="24031"/>
                </a:lnTo>
                <a:lnTo>
                  <a:pt x="11855" y="23872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432" y="23128"/>
                </a:lnTo>
                <a:lnTo>
                  <a:pt x="13724" y="22968"/>
                </a:lnTo>
                <a:lnTo>
                  <a:pt x="13958" y="22862"/>
                </a:lnTo>
                <a:lnTo>
                  <a:pt x="14425" y="22755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224"/>
                </a:lnTo>
                <a:lnTo>
                  <a:pt x="15418" y="22117"/>
                </a:lnTo>
                <a:lnTo>
                  <a:pt x="15651" y="21852"/>
                </a:lnTo>
                <a:lnTo>
                  <a:pt x="15943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320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682"/>
                </a:lnTo>
                <a:lnTo>
                  <a:pt x="18221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214" y="20044"/>
                </a:lnTo>
                <a:lnTo>
                  <a:pt x="19506" y="19884"/>
                </a:lnTo>
                <a:lnTo>
                  <a:pt x="19914" y="19672"/>
                </a:lnTo>
                <a:lnTo>
                  <a:pt x="20206" y="19406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9140"/>
                </a:lnTo>
                <a:lnTo>
                  <a:pt x="21433" y="18874"/>
                </a:lnTo>
                <a:lnTo>
                  <a:pt x="21725" y="18768"/>
                </a:lnTo>
                <a:lnTo>
                  <a:pt x="21900" y="18608"/>
                </a:lnTo>
                <a:lnTo>
                  <a:pt x="22134" y="18502"/>
                </a:lnTo>
                <a:lnTo>
                  <a:pt x="22601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598"/>
                </a:lnTo>
                <a:lnTo>
                  <a:pt x="24003" y="17492"/>
                </a:lnTo>
                <a:lnTo>
                  <a:pt x="24295" y="17332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801"/>
                </a:lnTo>
                <a:lnTo>
                  <a:pt x="25696" y="16694"/>
                </a:lnTo>
                <a:lnTo>
                  <a:pt x="25988" y="16428"/>
                </a:lnTo>
                <a:lnTo>
                  <a:pt x="26222" y="16322"/>
                </a:lnTo>
                <a:lnTo>
                  <a:pt x="26514" y="16163"/>
                </a:lnTo>
                <a:lnTo>
                  <a:pt x="26981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525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887"/>
                </a:lnTo>
                <a:lnTo>
                  <a:pt x="29200" y="14780"/>
                </a:lnTo>
                <a:lnTo>
                  <a:pt x="29492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85" y="13983"/>
                </a:lnTo>
                <a:lnTo>
                  <a:pt x="30777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770" y="13345"/>
                </a:lnTo>
                <a:lnTo>
                  <a:pt x="32004" y="13238"/>
                </a:lnTo>
                <a:lnTo>
                  <a:pt x="32179" y="13079"/>
                </a:lnTo>
                <a:lnTo>
                  <a:pt x="32471" y="12973"/>
                </a:lnTo>
                <a:lnTo>
                  <a:pt x="32763" y="12707"/>
                </a:lnTo>
                <a:lnTo>
                  <a:pt x="33172" y="12600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2069"/>
                </a:lnTo>
                <a:lnTo>
                  <a:pt x="34573" y="11962"/>
                </a:lnTo>
                <a:lnTo>
                  <a:pt x="34690" y="11803"/>
                </a:lnTo>
                <a:lnTo>
                  <a:pt x="34982" y="11537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899"/>
                </a:lnTo>
                <a:lnTo>
                  <a:pt x="36559" y="10793"/>
                </a:lnTo>
                <a:lnTo>
                  <a:pt x="36851" y="10686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253" y="9889"/>
                </a:lnTo>
                <a:lnTo>
                  <a:pt x="38545" y="9782"/>
                </a:lnTo>
                <a:lnTo>
                  <a:pt x="38778" y="9623"/>
                </a:lnTo>
                <a:lnTo>
                  <a:pt x="39070" y="9517"/>
                </a:lnTo>
                <a:lnTo>
                  <a:pt x="39479" y="9357"/>
                </a:lnTo>
                <a:lnTo>
                  <a:pt x="39654" y="9144"/>
                </a:lnTo>
                <a:lnTo>
                  <a:pt x="39946" y="8985"/>
                </a:lnTo>
                <a:lnTo>
                  <a:pt x="40238" y="8879"/>
                </a:lnTo>
                <a:lnTo>
                  <a:pt x="40472" y="8719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241"/>
                </a:lnTo>
                <a:lnTo>
                  <a:pt x="41757" y="8081"/>
                </a:lnTo>
                <a:lnTo>
                  <a:pt x="42049" y="7815"/>
                </a:lnTo>
                <a:lnTo>
                  <a:pt x="42458" y="760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177"/>
                </a:lnTo>
                <a:lnTo>
                  <a:pt x="43742" y="7071"/>
                </a:lnTo>
                <a:lnTo>
                  <a:pt x="44034" y="6911"/>
                </a:lnTo>
                <a:lnTo>
                  <a:pt x="44326" y="6699"/>
                </a:lnTo>
                <a:lnTo>
                  <a:pt x="44560" y="6539"/>
                </a:lnTo>
                <a:lnTo>
                  <a:pt x="44735" y="6433"/>
                </a:lnTo>
                <a:lnTo>
                  <a:pt x="45027" y="6273"/>
                </a:lnTo>
                <a:lnTo>
                  <a:pt x="45261" y="6061"/>
                </a:lnTo>
                <a:lnTo>
                  <a:pt x="45728" y="5901"/>
                </a:lnTo>
                <a:lnTo>
                  <a:pt x="46020" y="5795"/>
                </a:lnTo>
                <a:lnTo>
                  <a:pt x="46254" y="5635"/>
                </a:lnTo>
                <a:lnTo>
                  <a:pt x="46546" y="5369"/>
                </a:lnTo>
                <a:lnTo>
                  <a:pt x="46838" y="5263"/>
                </a:lnTo>
                <a:lnTo>
                  <a:pt x="47130" y="5157"/>
                </a:lnTo>
                <a:lnTo>
                  <a:pt x="47538" y="4891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115" y="4093"/>
                </a:lnTo>
                <a:lnTo>
                  <a:pt x="49349" y="3987"/>
                </a:lnTo>
                <a:lnTo>
                  <a:pt x="49641" y="3828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349"/>
                </a:lnTo>
                <a:lnTo>
                  <a:pt x="50809" y="3190"/>
                </a:lnTo>
                <a:lnTo>
                  <a:pt x="51043" y="2977"/>
                </a:lnTo>
                <a:lnTo>
                  <a:pt x="51335" y="2817"/>
                </a:lnTo>
                <a:lnTo>
                  <a:pt x="51627" y="2817"/>
                </a:lnTo>
                <a:lnTo>
                  <a:pt x="52035" y="2711"/>
                </a:lnTo>
                <a:lnTo>
                  <a:pt x="52211" y="2445"/>
                </a:lnTo>
                <a:lnTo>
                  <a:pt x="52503" y="2286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612" y="1648"/>
                </a:lnTo>
                <a:lnTo>
                  <a:pt x="53904" y="1541"/>
                </a:lnTo>
                <a:lnTo>
                  <a:pt x="54313" y="1435"/>
                </a:lnTo>
                <a:lnTo>
                  <a:pt x="54605" y="1169"/>
                </a:lnTo>
                <a:lnTo>
                  <a:pt x="54722" y="1010"/>
                </a:lnTo>
                <a:lnTo>
                  <a:pt x="55014" y="903"/>
                </a:lnTo>
                <a:lnTo>
                  <a:pt x="55306" y="797"/>
                </a:lnTo>
                <a:lnTo>
                  <a:pt x="55598" y="531"/>
                </a:lnTo>
                <a:lnTo>
                  <a:pt x="55890" y="531"/>
                </a:lnTo>
                <a:lnTo>
                  <a:pt x="56299" y="372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6872427" y="2799587"/>
            <a:ext cx="56708" cy="30199"/>
          </a:xfrm>
          <a:custGeom>
            <a:avLst/>
            <a:gdLst/>
            <a:ahLst/>
            <a:cxnLst/>
            <a:rect l="l" t="t" r="r" b="b"/>
            <a:pathLst>
              <a:path w="56708" h="30199">
                <a:moveTo>
                  <a:pt x="0" y="30199"/>
                </a:moveTo>
                <a:lnTo>
                  <a:pt x="292" y="30093"/>
                </a:lnTo>
                <a:lnTo>
                  <a:pt x="467" y="29933"/>
                </a:lnTo>
                <a:lnTo>
                  <a:pt x="759" y="29827"/>
                </a:lnTo>
                <a:lnTo>
                  <a:pt x="992" y="29561"/>
                </a:lnTo>
                <a:lnTo>
                  <a:pt x="1460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8923"/>
                </a:lnTo>
                <a:lnTo>
                  <a:pt x="2569" y="28763"/>
                </a:lnTo>
                <a:lnTo>
                  <a:pt x="2861" y="28657"/>
                </a:lnTo>
                <a:lnTo>
                  <a:pt x="3270" y="28391"/>
                </a:lnTo>
                <a:lnTo>
                  <a:pt x="3679" y="28285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753"/>
                </a:lnTo>
                <a:lnTo>
                  <a:pt x="4847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115"/>
                </a:lnTo>
                <a:lnTo>
                  <a:pt x="5956" y="27009"/>
                </a:lnTo>
                <a:lnTo>
                  <a:pt x="6248" y="26849"/>
                </a:lnTo>
                <a:lnTo>
                  <a:pt x="6540" y="26743"/>
                </a:lnTo>
                <a:lnTo>
                  <a:pt x="6774" y="26477"/>
                </a:lnTo>
                <a:lnTo>
                  <a:pt x="7066" y="26371"/>
                </a:lnTo>
                <a:lnTo>
                  <a:pt x="7358" y="26211"/>
                </a:lnTo>
                <a:lnTo>
                  <a:pt x="7767" y="26105"/>
                </a:lnTo>
                <a:lnTo>
                  <a:pt x="7942" y="25946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307"/>
                </a:lnTo>
                <a:lnTo>
                  <a:pt x="9344" y="25201"/>
                </a:lnTo>
                <a:lnTo>
                  <a:pt x="9636" y="25042"/>
                </a:lnTo>
                <a:lnTo>
                  <a:pt x="10045" y="24935"/>
                </a:lnTo>
                <a:lnTo>
                  <a:pt x="10337" y="24669"/>
                </a:lnTo>
                <a:lnTo>
                  <a:pt x="10745" y="24404"/>
                </a:lnTo>
                <a:lnTo>
                  <a:pt x="11037" y="24297"/>
                </a:lnTo>
                <a:lnTo>
                  <a:pt x="11329" y="24031"/>
                </a:lnTo>
                <a:lnTo>
                  <a:pt x="11563" y="23925"/>
                </a:lnTo>
                <a:lnTo>
                  <a:pt x="12030" y="23766"/>
                </a:lnTo>
                <a:lnTo>
                  <a:pt x="12322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023" y="23287"/>
                </a:lnTo>
                <a:lnTo>
                  <a:pt x="13257" y="23128"/>
                </a:lnTo>
                <a:lnTo>
                  <a:pt x="13549" y="22862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117"/>
                </a:lnTo>
                <a:lnTo>
                  <a:pt x="15418" y="21958"/>
                </a:lnTo>
                <a:lnTo>
                  <a:pt x="15826" y="21586"/>
                </a:lnTo>
                <a:lnTo>
                  <a:pt x="16235" y="21479"/>
                </a:lnTo>
                <a:lnTo>
                  <a:pt x="16527" y="21479"/>
                </a:lnTo>
                <a:lnTo>
                  <a:pt x="16819" y="21320"/>
                </a:lnTo>
                <a:lnTo>
                  <a:pt x="17111" y="21054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221" y="20416"/>
                </a:lnTo>
                <a:lnTo>
                  <a:pt x="18513" y="20310"/>
                </a:lnTo>
                <a:lnTo>
                  <a:pt x="18805" y="20203"/>
                </a:lnTo>
                <a:lnTo>
                  <a:pt x="19038" y="20044"/>
                </a:lnTo>
                <a:lnTo>
                  <a:pt x="19330" y="19778"/>
                </a:lnTo>
                <a:lnTo>
                  <a:pt x="19622" y="19672"/>
                </a:lnTo>
                <a:lnTo>
                  <a:pt x="19914" y="19512"/>
                </a:lnTo>
                <a:lnTo>
                  <a:pt x="20323" y="19406"/>
                </a:lnTo>
                <a:lnTo>
                  <a:pt x="20498" y="19140"/>
                </a:lnTo>
                <a:lnTo>
                  <a:pt x="20732" y="19034"/>
                </a:lnTo>
                <a:lnTo>
                  <a:pt x="21024" y="19034"/>
                </a:lnTo>
                <a:lnTo>
                  <a:pt x="21316" y="18874"/>
                </a:lnTo>
                <a:lnTo>
                  <a:pt x="21608" y="18661"/>
                </a:lnTo>
                <a:lnTo>
                  <a:pt x="21900" y="18502"/>
                </a:lnTo>
                <a:lnTo>
                  <a:pt x="22192" y="18396"/>
                </a:lnTo>
                <a:lnTo>
                  <a:pt x="22601" y="18236"/>
                </a:lnTo>
                <a:lnTo>
                  <a:pt x="22893" y="17970"/>
                </a:lnTo>
                <a:lnTo>
                  <a:pt x="23302" y="17758"/>
                </a:lnTo>
                <a:lnTo>
                  <a:pt x="23594" y="17598"/>
                </a:lnTo>
                <a:lnTo>
                  <a:pt x="23886" y="17332"/>
                </a:lnTo>
                <a:lnTo>
                  <a:pt x="24119" y="17226"/>
                </a:lnTo>
                <a:lnTo>
                  <a:pt x="24587" y="17120"/>
                </a:lnTo>
                <a:lnTo>
                  <a:pt x="24820" y="16960"/>
                </a:lnTo>
                <a:lnTo>
                  <a:pt x="25112" y="16694"/>
                </a:lnTo>
                <a:lnTo>
                  <a:pt x="25404" y="16694"/>
                </a:lnTo>
                <a:lnTo>
                  <a:pt x="25579" y="16588"/>
                </a:lnTo>
                <a:lnTo>
                  <a:pt x="25813" y="16482"/>
                </a:lnTo>
                <a:lnTo>
                  <a:pt x="26105" y="16216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578"/>
                </a:lnTo>
                <a:lnTo>
                  <a:pt x="27682" y="15418"/>
                </a:lnTo>
                <a:lnTo>
                  <a:pt x="27974" y="15312"/>
                </a:lnTo>
                <a:lnTo>
                  <a:pt x="28091" y="15152"/>
                </a:lnTo>
                <a:lnTo>
                  <a:pt x="28383" y="14940"/>
                </a:lnTo>
                <a:lnTo>
                  <a:pt x="28792" y="14780"/>
                </a:lnTo>
                <a:lnTo>
                  <a:pt x="29084" y="14674"/>
                </a:lnTo>
                <a:lnTo>
                  <a:pt x="29376" y="14514"/>
                </a:lnTo>
                <a:lnTo>
                  <a:pt x="29668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777" y="13770"/>
                </a:lnTo>
                <a:lnTo>
                  <a:pt x="31069" y="13611"/>
                </a:lnTo>
                <a:lnTo>
                  <a:pt x="31361" y="13504"/>
                </a:lnTo>
                <a:lnTo>
                  <a:pt x="31595" y="13398"/>
                </a:lnTo>
                <a:lnTo>
                  <a:pt x="31887" y="13132"/>
                </a:lnTo>
                <a:lnTo>
                  <a:pt x="32179" y="12973"/>
                </a:lnTo>
                <a:lnTo>
                  <a:pt x="32471" y="12866"/>
                </a:lnTo>
                <a:lnTo>
                  <a:pt x="32880" y="12707"/>
                </a:lnTo>
                <a:lnTo>
                  <a:pt x="32996" y="12494"/>
                </a:lnTo>
                <a:lnTo>
                  <a:pt x="33288" y="12334"/>
                </a:lnTo>
                <a:lnTo>
                  <a:pt x="33580" y="12228"/>
                </a:lnTo>
                <a:lnTo>
                  <a:pt x="33872" y="12069"/>
                </a:lnTo>
                <a:lnTo>
                  <a:pt x="34164" y="11962"/>
                </a:lnTo>
                <a:lnTo>
                  <a:pt x="34457" y="11856"/>
                </a:lnTo>
                <a:lnTo>
                  <a:pt x="34690" y="11696"/>
                </a:lnTo>
                <a:lnTo>
                  <a:pt x="35157" y="11590"/>
                </a:lnTo>
                <a:lnTo>
                  <a:pt x="35449" y="11324"/>
                </a:lnTo>
                <a:lnTo>
                  <a:pt x="35566" y="11165"/>
                </a:lnTo>
                <a:lnTo>
                  <a:pt x="35858" y="11058"/>
                </a:lnTo>
                <a:lnTo>
                  <a:pt x="36150" y="10952"/>
                </a:lnTo>
                <a:lnTo>
                  <a:pt x="36384" y="10686"/>
                </a:lnTo>
                <a:lnTo>
                  <a:pt x="36676" y="10527"/>
                </a:lnTo>
                <a:lnTo>
                  <a:pt x="37143" y="10420"/>
                </a:lnTo>
                <a:lnTo>
                  <a:pt x="37377" y="10314"/>
                </a:lnTo>
                <a:lnTo>
                  <a:pt x="37669" y="10048"/>
                </a:lnTo>
                <a:lnTo>
                  <a:pt x="37961" y="9889"/>
                </a:lnTo>
                <a:lnTo>
                  <a:pt x="38369" y="9782"/>
                </a:lnTo>
                <a:lnTo>
                  <a:pt x="38661" y="9517"/>
                </a:lnTo>
                <a:lnTo>
                  <a:pt x="39070" y="9410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238" y="8772"/>
                </a:lnTo>
                <a:lnTo>
                  <a:pt x="40472" y="8613"/>
                </a:lnTo>
                <a:lnTo>
                  <a:pt x="40647" y="8506"/>
                </a:lnTo>
                <a:lnTo>
                  <a:pt x="40939" y="8241"/>
                </a:lnTo>
                <a:lnTo>
                  <a:pt x="41348" y="8081"/>
                </a:lnTo>
                <a:lnTo>
                  <a:pt x="41640" y="7975"/>
                </a:lnTo>
                <a:lnTo>
                  <a:pt x="41932" y="7868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071"/>
                </a:lnTo>
                <a:lnTo>
                  <a:pt x="43626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433"/>
                </a:lnTo>
                <a:lnTo>
                  <a:pt x="44735" y="6326"/>
                </a:lnTo>
                <a:lnTo>
                  <a:pt x="45027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6137" y="5529"/>
                </a:lnTo>
                <a:lnTo>
                  <a:pt x="46429" y="5423"/>
                </a:lnTo>
                <a:lnTo>
                  <a:pt x="46721" y="5157"/>
                </a:lnTo>
                <a:lnTo>
                  <a:pt x="47013" y="5157"/>
                </a:lnTo>
                <a:lnTo>
                  <a:pt x="47246" y="4997"/>
                </a:lnTo>
                <a:lnTo>
                  <a:pt x="47714" y="4891"/>
                </a:lnTo>
                <a:lnTo>
                  <a:pt x="47947" y="4625"/>
                </a:lnTo>
                <a:lnTo>
                  <a:pt x="48123" y="4519"/>
                </a:lnTo>
                <a:lnTo>
                  <a:pt x="48415" y="4359"/>
                </a:lnTo>
                <a:lnTo>
                  <a:pt x="48707" y="4253"/>
                </a:lnTo>
                <a:lnTo>
                  <a:pt x="48940" y="398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243"/>
                </a:lnTo>
                <a:lnTo>
                  <a:pt x="50634" y="3083"/>
                </a:lnTo>
                <a:lnTo>
                  <a:pt x="50926" y="2977"/>
                </a:lnTo>
                <a:lnTo>
                  <a:pt x="51218" y="2817"/>
                </a:lnTo>
                <a:lnTo>
                  <a:pt x="51627" y="2711"/>
                </a:lnTo>
                <a:lnTo>
                  <a:pt x="51919" y="2605"/>
                </a:lnTo>
                <a:lnTo>
                  <a:pt x="52211" y="2445"/>
                </a:lnTo>
                <a:lnTo>
                  <a:pt x="52503" y="2179"/>
                </a:lnTo>
                <a:lnTo>
                  <a:pt x="52795" y="2073"/>
                </a:lnTo>
                <a:lnTo>
                  <a:pt x="53028" y="1967"/>
                </a:lnTo>
                <a:lnTo>
                  <a:pt x="53203" y="1807"/>
                </a:lnTo>
                <a:lnTo>
                  <a:pt x="53495" y="1541"/>
                </a:lnTo>
                <a:lnTo>
                  <a:pt x="53904" y="1435"/>
                </a:lnTo>
                <a:lnTo>
                  <a:pt x="54196" y="1276"/>
                </a:lnTo>
                <a:lnTo>
                  <a:pt x="54488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6929135" y="2769281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039"/>
                </a:lnTo>
                <a:lnTo>
                  <a:pt x="584" y="29933"/>
                </a:lnTo>
                <a:lnTo>
                  <a:pt x="876" y="29827"/>
                </a:lnTo>
                <a:lnTo>
                  <a:pt x="1109" y="29667"/>
                </a:lnTo>
                <a:lnTo>
                  <a:pt x="1576" y="29401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8763"/>
                </a:lnTo>
                <a:lnTo>
                  <a:pt x="2803" y="28657"/>
                </a:lnTo>
                <a:lnTo>
                  <a:pt x="3095" y="28498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263" y="28019"/>
                </a:lnTo>
                <a:lnTo>
                  <a:pt x="4496" y="27753"/>
                </a:lnTo>
                <a:lnTo>
                  <a:pt x="4788" y="27647"/>
                </a:lnTo>
                <a:lnTo>
                  <a:pt x="5080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6956"/>
                </a:lnTo>
                <a:lnTo>
                  <a:pt x="6365" y="26849"/>
                </a:lnTo>
                <a:lnTo>
                  <a:pt x="6657" y="26743"/>
                </a:lnTo>
                <a:lnTo>
                  <a:pt x="6774" y="26477"/>
                </a:lnTo>
                <a:lnTo>
                  <a:pt x="7066" y="26318"/>
                </a:lnTo>
                <a:lnTo>
                  <a:pt x="7358" y="26211"/>
                </a:lnTo>
                <a:lnTo>
                  <a:pt x="7767" y="26105"/>
                </a:lnTo>
                <a:lnTo>
                  <a:pt x="8059" y="25946"/>
                </a:lnTo>
                <a:lnTo>
                  <a:pt x="8351" y="25839"/>
                </a:lnTo>
                <a:lnTo>
                  <a:pt x="8585" y="25680"/>
                </a:lnTo>
                <a:lnTo>
                  <a:pt x="8877" y="25573"/>
                </a:lnTo>
                <a:lnTo>
                  <a:pt x="9052" y="25307"/>
                </a:lnTo>
                <a:lnTo>
                  <a:pt x="9344" y="25201"/>
                </a:lnTo>
                <a:lnTo>
                  <a:pt x="9753" y="25042"/>
                </a:lnTo>
                <a:lnTo>
                  <a:pt x="10045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297"/>
                </a:lnTo>
                <a:lnTo>
                  <a:pt x="11446" y="24031"/>
                </a:lnTo>
                <a:lnTo>
                  <a:pt x="11738" y="23872"/>
                </a:lnTo>
                <a:lnTo>
                  <a:pt x="11972" y="23766"/>
                </a:lnTo>
                <a:lnTo>
                  <a:pt x="12264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432" y="23128"/>
                </a:lnTo>
                <a:lnTo>
                  <a:pt x="13665" y="22862"/>
                </a:lnTo>
                <a:lnTo>
                  <a:pt x="14133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126" y="22117"/>
                </a:lnTo>
                <a:lnTo>
                  <a:pt x="15359" y="21958"/>
                </a:lnTo>
                <a:lnTo>
                  <a:pt x="15651" y="21852"/>
                </a:lnTo>
                <a:lnTo>
                  <a:pt x="16060" y="21586"/>
                </a:lnTo>
                <a:lnTo>
                  <a:pt x="16352" y="21479"/>
                </a:lnTo>
                <a:lnTo>
                  <a:pt x="16644" y="21479"/>
                </a:lnTo>
                <a:lnTo>
                  <a:pt x="16819" y="21320"/>
                </a:lnTo>
                <a:lnTo>
                  <a:pt x="17053" y="21054"/>
                </a:lnTo>
                <a:lnTo>
                  <a:pt x="17345" y="20948"/>
                </a:lnTo>
                <a:lnTo>
                  <a:pt x="17637" y="2078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330" y="19778"/>
                </a:lnTo>
                <a:lnTo>
                  <a:pt x="19622" y="19672"/>
                </a:lnTo>
                <a:lnTo>
                  <a:pt x="19914" y="19512"/>
                </a:lnTo>
                <a:lnTo>
                  <a:pt x="20323" y="19406"/>
                </a:lnTo>
                <a:lnTo>
                  <a:pt x="20615" y="19140"/>
                </a:lnTo>
                <a:lnTo>
                  <a:pt x="20907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725" y="18608"/>
                </a:lnTo>
                <a:lnTo>
                  <a:pt x="22309" y="18396"/>
                </a:lnTo>
                <a:lnTo>
                  <a:pt x="22601" y="18236"/>
                </a:lnTo>
                <a:lnTo>
                  <a:pt x="22835" y="17970"/>
                </a:lnTo>
                <a:lnTo>
                  <a:pt x="23127" y="17864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332"/>
                </a:lnTo>
                <a:lnTo>
                  <a:pt x="24236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5930" y="16428"/>
                </a:lnTo>
                <a:lnTo>
                  <a:pt x="26222" y="16216"/>
                </a:lnTo>
                <a:lnTo>
                  <a:pt x="26689" y="16056"/>
                </a:lnTo>
                <a:lnTo>
                  <a:pt x="27098" y="15790"/>
                </a:lnTo>
                <a:lnTo>
                  <a:pt x="27390" y="15525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4887"/>
                </a:lnTo>
                <a:lnTo>
                  <a:pt x="28908" y="14780"/>
                </a:lnTo>
                <a:lnTo>
                  <a:pt x="29200" y="14674"/>
                </a:lnTo>
                <a:lnTo>
                  <a:pt x="29317" y="14514"/>
                </a:lnTo>
                <a:lnTo>
                  <a:pt x="29609" y="14408"/>
                </a:lnTo>
                <a:lnTo>
                  <a:pt x="29901" y="14249"/>
                </a:lnTo>
                <a:lnTo>
                  <a:pt x="30193" y="14142"/>
                </a:lnTo>
                <a:lnTo>
                  <a:pt x="30602" y="13983"/>
                </a:lnTo>
                <a:lnTo>
                  <a:pt x="30894" y="13770"/>
                </a:lnTo>
                <a:lnTo>
                  <a:pt x="31186" y="13611"/>
                </a:lnTo>
                <a:lnTo>
                  <a:pt x="31478" y="13504"/>
                </a:lnTo>
                <a:lnTo>
                  <a:pt x="31712" y="13345"/>
                </a:lnTo>
                <a:lnTo>
                  <a:pt x="31887" y="13132"/>
                </a:lnTo>
                <a:lnTo>
                  <a:pt x="32179" y="12973"/>
                </a:lnTo>
                <a:lnTo>
                  <a:pt x="32471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05" y="12334"/>
                </a:lnTo>
                <a:lnTo>
                  <a:pt x="33697" y="12228"/>
                </a:lnTo>
                <a:lnTo>
                  <a:pt x="33989" y="12069"/>
                </a:lnTo>
                <a:lnTo>
                  <a:pt x="34281" y="11962"/>
                </a:lnTo>
                <a:lnTo>
                  <a:pt x="34398" y="11803"/>
                </a:lnTo>
                <a:lnTo>
                  <a:pt x="34865" y="11696"/>
                </a:lnTo>
                <a:lnTo>
                  <a:pt x="35099" y="11590"/>
                </a:lnTo>
                <a:lnTo>
                  <a:pt x="35391" y="11324"/>
                </a:lnTo>
                <a:lnTo>
                  <a:pt x="35683" y="11165"/>
                </a:lnTo>
                <a:lnTo>
                  <a:pt x="35975" y="11058"/>
                </a:lnTo>
                <a:lnTo>
                  <a:pt x="36267" y="10899"/>
                </a:lnTo>
                <a:lnTo>
                  <a:pt x="36559" y="10686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048"/>
                </a:lnTo>
                <a:lnTo>
                  <a:pt x="37961" y="9889"/>
                </a:lnTo>
                <a:lnTo>
                  <a:pt x="38253" y="9782"/>
                </a:lnTo>
                <a:lnTo>
                  <a:pt x="38486" y="9782"/>
                </a:lnTo>
                <a:lnTo>
                  <a:pt x="38778" y="9517"/>
                </a:lnTo>
                <a:lnTo>
                  <a:pt x="39187" y="935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180" y="8719"/>
                </a:lnTo>
                <a:lnTo>
                  <a:pt x="40472" y="8613"/>
                </a:lnTo>
                <a:lnTo>
                  <a:pt x="40764" y="8506"/>
                </a:lnTo>
                <a:lnTo>
                  <a:pt x="41173" y="8241"/>
                </a:lnTo>
                <a:lnTo>
                  <a:pt x="41465" y="8081"/>
                </a:lnTo>
                <a:lnTo>
                  <a:pt x="41757" y="7975"/>
                </a:lnTo>
                <a:lnTo>
                  <a:pt x="41874" y="7815"/>
                </a:lnTo>
                <a:lnTo>
                  <a:pt x="42166" y="7603"/>
                </a:lnTo>
                <a:lnTo>
                  <a:pt x="42458" y="7443"/>
                </a:lnTo>
                <a:lnTo>
                  <a:pt x="42750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65"/>
                </a:lnTo>
                <a:lnTo>
                  <a:pt x="44034" y="6805"/>
                </a:lnTo>
                <a:lnTo>
                  <a:pt x="44268" y="6699"/>
                </a:lnTo>
                <a:lnTo>
                  <a:pt x="44443" y="6433"/>
                </a:lnTo>
                <a:lnTo>
                  <a:pt x="44735" y="6326"/>
                </a:lnTo>
                <a:lnTo>
                  <a:pt x="44969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423"/>
                </a:lnTo>
                <a:lnTo>
                  <a:pt x="46838" y="5157"/>
                </a:lnTo>
                <a:lnTo>
                  <a:pt x="47422" y="4997"/>
                </a:lnTo>
                <a:lnTo>
                  <a:pt x="47655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823" y="4253"/>
                </a:lnTo>
                <a:lnTo>
                  <a:pt x="49057" y="398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243"/>
                </a:lnTo>
                <a:lnTo>
                  <a:pt x="50751" y="3083"/>
                </a:lnTo>
                <a:lnTo>
                  <a:pt x="51043" y="2977"/>
                </a:lnTo>
                <a:lnTo>
                  <a:pt x="51335" y="2817"/>
                </a:lnTo>
                <a:lnTo>
                  <a:pt x="51743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444" y="2179"/>
                </a:lnTo>
                <a:lnTo>
                  <a:pt x="52736" y="2073"/>
                </a:lnTo>
                <a:lnTo>
                  <a:pt x="53028" y="1914"/>
                </a:lnTo>
                <a:lnTo>
                  <a:pt x="53320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313" y="1276"/>
                </a:lnTo>
                <a:lnTo>
                  <a:pt x="54722" y="903"/>
                </a:lnTo>
                <a:lnTo>
                  <a:pt x="55014" y="797"/>
                </a:lnTo>
                <a:lnTo>
                  <a:pt x="55306" y="638"/>
                </a:lnTo>
                <a:lnTo>
                  <a:pt x="55715" y="531"/>
                </a:lnTo>
                <a:lnTo>
                  <a:pt x="56007" y="372"/>
                </a:lnTo>
                <a:lnTo>
                  <a:pt x="56299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6985960" y="2738976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175" y="30039"/>
                </a:lnTo>
                <a:lnTo>
                  <a:pt x="467" y="29933"/>
                </a:lnTo>
                <a:lnTo>
                  <a:pt x="700" y="29774"/>
                </a:lnTo>
                <a:lnTo>
                  <a:pt x="1168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763"/>
                </a:lnTo>
                <a:lnTo>
                  <a:pt x="3095" y="28498"/>
                </a:lnTo>
                <a:lnTo>
                  <a:pt x="3387" y="2849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555" y="2786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22"/>
                </a:lnTo>
                <a:lnTo>
                  <a:pt x="5956" y="26956"/>
                </a:lnTo>
                <a:lnTo>
                  <a:pt x="6248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066" y="26318"/>
                </a:lnTo>
                <a:lnTo>
                  <a:pt x="7475" y="26211"/>
                </a:lnTo>
                <a:lnTo>
                  <a:pt x="7650" y="26211"/>
                </a:lnTo>
                <a:lnTo>
                  <a:pt x="7942" y="26052"/>
                </a:lnTo>
                <a:lnTo>
                  <a:pt x="8176" y="25839"/>
                </a:lnTo>
                <a:lnTo>
                  <a:pt x="8468" y="25680"/>
                </a:lnTo>
                <a:lnTo>
                  <a:pt x="8760" y="25573"/>
                </a:lnTo>
                <a:lnTo>
                  <a:pt x="9052" y="25414"/>
                </a:lnTo>
                <a:lnTo>
                  <a:pt x="9461" y="25148"/>
                </a:lnTo>
                <a:lnTo>
                  <a:pt x="9753" y="25042"/>
                </a:lnTo>
                <a:lnTo>
                  <a:pt x="10045" y="24935"/>
                </a:lnTo>
                <a:lnTo>
                  <a:pt x="10161" y="24776"/>
                </a:lnTo>
                <a:lnTo>
                  <a:pt x="10453" y="24510"/>
                </a:lnTo>
                <a:lnTo>
                  <a:pt x="10745" y="24404"/>
                </a:lnTo>
                <a:lnTo>
                  <a:pt x="11037" y="24297"/>
                </a:lnTo>
                <a:lnTo>
                  <a:pt x="11446" y="24138"/>
                </a:lnTo>
                <a:lnTo>
                  <a:pt x="11738" y="23872"/>
                </a:lnTo>
                <a:lnTo>
                  <a:pt x="12030" y="23766"/>
                </a:lnTo>
                <a:lnTo>
                  <a:pt x="12264" y="23766"/>
                </a:lnTo>
                <a:lnTo>
                  <a:pt x="12556" y="23606"/>
                </a:lnTo>
                <a:lnTo>
                  <a:pt x="12731" y="23393"/>
                </a:lnTo>
                <a:lnTo>
                  <a:pt x="12965" y="23234"/>
                </a:lnTo>
                <a:lnTo>
                  <a:pt x="13257" y="23128"/>
                </a:lnTo>
                <a:lnTo>
                  <a:pt x="13724" y="22968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330"/>
                </a:lnTo>
                <a:lnTo>
                  <a:pt x="15126" y="22117"/>
                </a:lnTo>
                <a:lnTo>
                  <a:pt x="15242" y="21958"/>
                </a:lnTo>
                <a:lnTo>
                  <a:pt x="15651" y="21852"/>
                </a:lnTo>
                <a:lnTo>
                  <a:pt x="15943" y="21692"/>
                </a:lnTo>
                <a:lnTo>
                  <a:pt x="16235" y="21426"/>
                </a:lnTo>
                <a:lnTo>
                  <a:pt x="16527" y="21426"/>
                </a:lnTo>
                <a:lnTo>
                  <a:pt x="16819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576"/>
                </a:lnTo>
                <a:lnTo>
                  <a:pt x="18513" y="20310"/>
                </a:lnTo>
                <a:lnTo>
                  <a:pt x="18746" y="20150"/>
                </a:lnTo>
                <a:lnTo>
                  <a:pt x="19038" y="20044"/>
                </a:lnTo>
                <a:lnTo>
                  <a:pt x="19330" y="19884"/>
                </a:lnTo>
                <a:lnTo>
                  <a:pt x="19622" y="19672"/>
                </a:lnTo>
                <a:lnTo>
                  <a:pt x="20031" y="19512"/>
                </a:lnTo>
                <a:lnTo>
                  <a:pt x="20206" y="19406"/>
                </a:lnTo>
                <a:lnTo>
                  <a:pt x="20440" y="1924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874"/>
                </a:lnTo>
                <a:lnTo>
                  <a:pt x="21608" y="18768"/>
                </a:lnTo>
                <a:lnTo>
                  <a:pt x="22017" y="18502"/>
                </a:lnTo>
                <a:lnTo>
                  <a:pt x="22309" y="18342"/>
                </a:lnTo>
                <a:lnTo>
                  <a:pt x="22601" y="18236"/>
                </a:lnTo>
                <a:lnTo>
                  <a:pt x="23010" y="17864"/>
                </a:lnTo>
                <a:lnTo>
                  <a:pt x="23302" y="17704"/>
                </a:lnTo>
                <a:lnTo>
                  <a:pt x="23594" y="17598"/>
                </a:lnTo>
                <a:lnTo>
                  <a:pt x="24003" y="17492"/>
                </a:lnTo>
                <a:lnTo>
                  <a:pt x="24295" y="17226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287" y="16694"/>
                </a:lnTo>
                <a:lnTo>
                  <a:pt x="25521" y="16588"/>
                </a:lnTo>
                <a:lnTo>
                  <a:pt x="25813" y="16428"/>
                </a:lnTo>
                <a:lnTo>
                  <a:pt x="26222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684"/>
                </a:lnTo>
                <a:lnTo>
                  <a:pt x="27682" y="15418"/>
                </a:lnTo>
                <a:lnTo>
                  <a:pt x="27799" y="15259"/>
                </a:lnTo>
                <a:lnTo>
                  <a:pt x="28208" y="15152"/>
                </a:lnTo>
                <a:lnTo>
                  <a:pt x="28500" y="15046"/>
                </a:lnTo>
                <a:lnTo>
                  <a:pt x="28792" y="14780"/>
                </a:lnTo>
                <a:lnTo>
                  <a:pt x="29084" y="14621"/>
                </a:lnTo>
                <a:lnTo>
                  <a:pt x="29376" y="14514"/>
                </a:lnTo>
                <a:lnTo>
                  <a:pt x="29609" y="14514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3983"/>
                </a:lnTo>
                <a:lnTo>
                  <a:pt x="30777" y="13876"/>
                </a:lnTo>
                <a:lnTo>
                  <a:pt x="31069" y="13611"/>
                </a:lnTo>
                <a:lnTo>
                  <a:pt x="31303" y="13504"/>
                </a:lnTo>
                <a:lnTo>
                  <a:pt x="31595" y="13345"/>
                </a:lnTo>
                <a:lnTo>
                  <a:pt x="31887" y="13238"/>
                </a:lnTo>
                <a:lnTo>
                  <a:pt x="32179" y="12973"/>
                </a:lnTo>
                <a:lnTo>
                  <a:pt x="32588" y="12866"/>
                </a:lnTo>
                <a:lnTo>
                  <a:pt x="32880" y="12707"/>
                </a:lnTo>
                <a:lnTo>
                  <a:pt x="33288" y="12334"/>
                </a:lnTo>
                <a:lnTo>
                  <a:pt x="33580" y="12175"/>
                </a:lnTo>
                <a:lnTo>
                  <a:pt x="33872" y="12175"/>
                </a:lnTo>
                <a:lnTo>
                  <a:pt x="34164" y="12069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566" y="11165"/>
                </a:lnTo>
                <a:lnTo>
                  <a:pt x="35858" y="11058"/>
                </a:lnTo>
                <a:lnTo>
                  <a:pt x="36092" y="10899"/>
                </a:lnTo>
                <a:lnTo>
                  <a:pt x="36384" y="10793"/>
                </a:lnTo>
                <a:lnTo>
                  <a:pt x="36851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785" y="9889"/>
                </a:lnTo>
                <a:lnTo>
                  <a:pt x="38077" y="9889"/>
                </a:lnTo>
                <a:lnTo>
                  <a:pt x="38369" y="9782"/>
                </a:lnTo>
                <a:lnTo>
                  <a:pt x="38778" y="9623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946" y="8985"/>
                </a:lnTo>
                <a:lnTo>
                  <a:pt x="40180" y="8719"/>
                </a:lnTo>
                <a:lnTo>
                  <a:pt x="40355" y="8613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081"/>
                </a:lnTo>
                <a:lnTo>
                  <a:pt x="41640" y="7975"/>
                </a:lnTo>
                <a:lnTo>
                  <a:pt x="41874" y="7815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3042" y="7337"/>
                </a:lnTo>
                <a:lnTo>
                  <a:pt x="43334" y="7177"/>
                </a:lnTo>
                <a:lnTo>
                  <a:pt x="43567" y="6911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39"/>
                </a:lnTo>
                <a:lnTo>
                  <a:pt x="44735" y="6273"/>
                </a:lnTo>
                <a:lnTo>
                  <a:pt x="45144" y="6167"/>
                </a:lnTo>
                <a:lnTo>
                  <a:pt x="45436" y="6061"/>
                </a:lnTo>
                <a:lnTo>
                  <a:pt x="45553" y="5901"/>
                </a:lnTo>
                <a:lnTo>
                  <a:pt x="45845" y="5635"/>
                </a:lnTo>
                <a:lnTo>
                  <a:pt x="46137" y="5529"/>
                </a:lnTo>
                <a:lnTo>
                  <a:pt x="46429" y="5369"/>
                </a:lnTo>
                <a:lnTo>
                  <a:pt x="46721" y="5263"/>
                </a:lnTo>
                <a:lnTo>
                  <a:pt x="47130" y="5157"/>
                </a:lnTo>
                <a:lnTo>
                  <a:pt x="47422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123" y="4519"/>
                </a:lnTo>
                <a:lnTo>
                  <a:pt x="48415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455"/>
                </a:lnTo>
                <a:lnTo>
                  <a:pt x="50342" y="3190"/>
                </a:lnTo>
                <a:lnTo>
                  <a:pt x="50634" y="3083"/>
                </a:lnTo>
                <a:lnTo>
                  <a:pt x="50926" y="2977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286"/>
                </a:lnTo>
                <a:lnTo>
                  <a:pt x="52736" y="2073"/>
                </a:lnTo>
                <a:lnTo>
                  <a:pt x="52911" y="1914"/>
                </a:lnTo>
                <a:lnTo>
                  <a:pt x="53320" y="1807"/>
                </a:lnTo>
                <a:lnTo>
                  <a:pt x="53612" y="1648"/>
                </a:lnTo>
                <a:lnTo>
                  <a:pt x="53904" y="1435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744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531"/>
                </a:lnTo>
                <a:lnTo>
                  <a:pt x="56124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7042668" y="2708670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199"/>
                </a:lnTo>
                <a:lnTo>
                  <a:pt x="584" y="29933"/>
                </a:lnTo>
                <a:lnTo>
                  <a:pt x="992" y="29774"/>
                </a:lnTo>
                <a:lnTo>
                  <a:pt x="1284" y="29667"/>
                </a:lnTo>
                <a:lnTo>
                  <a:pt x="1401" y="29508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511" y="28870"/>
                </a:lnTo>
                <a:lnTo>
                  <a:pt x="2978" y="28657"/>
                </a:lnTo>
                <a:lnTo>
                  <a:pt x="3270" y="28498"/>
                </a:lnTo>
                <a:lnTo>
                  <a:pt x="3504" y="28498"/>
                </a:lnTo>
                <a:lnTo>
                  <a:pt x="3796" y="28391"/>
                </a:lnTo>
                <a:lnTo>
                  <a:pt x="3971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753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183" y="26424"/>
                </a:lnTo>
                <a:lnTo>
                  <a:pt x="7475" y="26211"/>
                </a:lnTo>
                <a:lnTo>
                  <a:pt x="7767" y="26211"/>
                </a:lnTo>
                <a:lnTo>
                  <a:pt x="8059" y="26052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73"/>
                </a:lnTo>
                <a:lnTo>
                  <a:pt x="9169" y="25414"/>
                </a:lnTo>
                <a:lnTo>
                  <a:pt x="9461" y="25307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138"/>
                </a:lnTo>
                <a:lnTo>
                  <a:pt x="11680" y="24031"/>
                </a:lnTo>
                <a:lnTo>
                  <a:pt x="11972" y="23872"/>
                </a:lnTo>
                <a:lnTo>
                  <a:pt x="12264" y="23766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330"/>
                </a:lnTo>
                <a:lnTo>
                  <a:pt x="15067" y="22224"/>
                </a:lnTo>
                <a:lnTo>
                  <a:pt x="15534" y="21958"/>
                </a:lnTo>
                <a:lnTo>
                  <a:pt x="15768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527" y="21426"/>
                </a:lnTo>
                <a:lnTo>
                  <a:pt x="16761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330" y="19884"/>
                </a:lnTo>
                <a:lnTo>
                  <a:pt x="19739" y="19778"/>
                </a:lnTo>
                <a:lnTo>
                  <a:pt x="20031" y="19512"/>
                </a:lnTo>
                <a:lnTo>
                  <a:pt x="20323" y="19406"/>
                </a:lnTo>
                <a:lnTo>
                  <a:pt x="20615" y="19246"/>
                </a:lnTo>
                <a:lnTo>
                  <a:pt x="20849" y="19246"/>
                </a:lnTo>
                <a:lnTo>
                  <a:pt x="21141" y="18980"/>
                </a:lnTo>
                <a:lnTo>
                  <a:pt x="21433" y="18874"/>
                </a:lnTo>
                <a:lnTo>
                  <a:pt x="21725" y="18768"/>
                </a:lnTo>
                <a:lnTo>
                  <a:pt x="22017" y="18608"/>
                </a:lnTo>
                <a:lnTo>
                  <a:pt x="22309" y="18342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066"/>
                </a:lnTo>
                <a:lnTo>
                  <a:pt x="24820" y="16960"/>
                </a:lnTo>
                <a:lnTo>
                  <a:pt x="25112" y="16801"/>
                </a:lnTo>
                <a:lnTo>
                  <a:pt x="25404" y="16801"/>
                </a:lnTo>
                <a:lnTo>
                  <a:pt x="25638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31" y="15684"/>
                </a:lnTo>
                <a:lnTo>
                  <a:pt x="27624" y="15525"/>
                </a:lnTo>
                <a:lnTo>
                  <a:pt x="28091" y="15259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025" y="14621"/>
                </a:lnTo>
                <a:lnTo>
                  <a:pt x="29317" y="14514"/>
                </a:lnTo>
                <a:lnTo>
                  <a:pt x="29609" y="14514"/>
                </a:lnTo>
                <a:lnTo>
                  <a:pt x="29901" y="14355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717"/>
                </a:lnTo>
                <a:lnTo>
                  <a:pt x="31420" y="13451"/>
                </a:lnTo>
                <a:lnTo>
                  <a:pt x="31595" y="13345"/>
                </a:lnTo>
                <a:lnTo>
                  <a:pt x="31887" y="13238"/>
                </a:lnTo>
                <a:lnTo>
                  <a:pt x="32296" y="13079"/>
                </a:lnTo>
                <a:lnTo>
                  <a:pt x="32588" y="12813"/>
                </a:lnTo>
                <a:lnTo>
                  <a:pt x="32880" y="12707"/>
                </a:lnTo>
                <a:lnTo>
                  <a:pt x="33113" y="12600"/>
                </a:lnTo>
                <a:lnTo>
                  <a:pt x="33405" y="12441"/>
                </a:lnTo>
                <a:lnTo>
                  <a:pt x="33697" y="12175"/>
                </a:lnTo>
                <a:lnTo>
                  <a:pt x="33989" y="12175"/>
                </a:lnTo>
                <a:lnTo>
                  <a:pt x="34281" y="12069"/>
                </a:lnTo>
                <a:lnTo>
                  <a:pt x="34573" y="11909"/>
                </a:lnTo>
                <a:lnTo>
                  <a:pt x="34807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75" y="11058"/>
                </a:lnTo>
                <a:lnTo>
                  <a:pt x="36267" y="10899"/>
                </a:lnTo>
                <a:lnTo>
                  <a:pt x="36501" y="10793"/>
                </a:lnTo>
                <a:lnTo>
                  <a:pt x="36793" y="10633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194" y="9889"/>
                </a:lnTo>
                <a:lnTo>
                  <a:pt x="38661" y="9729"/>
                </a:lnTo>
                <a:lnTo>
                  <a:pt x="38895" y="9623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091"/>
                </a:lnTo>
                <a:lnTo>
                  <a:pt x="39888" y="8985"/>
                </a:lnTo>
                <a:lnTo>
                  <a:pt x="40180" y="8719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874" y="7815"/>
                </a:lnTo>
                <a:lnTo>
                  <a:pt x="42166" y="7709"/>
                </a:lnTo>
                <a:lnTo>
                  <a:pt x="42458" y="7549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742" y="6911"/>
                </a:lnTo>
                <a:lnTo>
                  <a:pt x="43976" y="6805"/>
                </a:lnTo>
                <a:lnTo>
                  <a:pt x="44151" y="6646"/>
                </a:lnTo>
                <a:lnTo>
                  <a:pt x="44443" y="6539"/>
                </a:lnTo>
                <a:lnTo>
                  <a:pt x="44852" y="6273"/>
                </a:lnTo>
                <a:lnTo>
                  <a:pt x="45144" y="6167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369"/>
                </a:lnTo>
                <a:lnTo>
                  <a:pt x="46838" y="5263"/>
                </a:lnTo>
                <a:lnTo>
                  <a:pt x="47130" y="5104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239" y="4466"/>
                </a:lnTo>
                <a:lnTo>
                  <a:pt x="48531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562"/>
                </a:lnTo>
                <a:lnTo>
                  <a:pt x="50225" y="3455"/>
                </a:lnTo>
                <a:lnTo>
                  <a:pt x="50459" y="3190"/>
                </a:lnTo>
                <a:lnTo>
                  <a:pt x="50751" y="3083"/>
                </a:lnTo>
                <a:lnTo>
                  <a:pt x="51218" y="2924"/>
                </a:lnTo>
                <a:lnTo>
                  <a:pt x="51451" y="2924"/>
                </a:lnTo>
                <a:lnTo>
                  <a:pt x="51627" y="2711"/>
                </a:lnTo>
                <a:lnTo>
                  <a:pt x="51919" y="2552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3145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382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744"/>
                </a:lnTo>
                <a:lnTo>
                  <a:pt x="55423" y="638"/>
                </a:lnTo>
                <a:lnTo>
                  <a:pt x="55715" y="638"/>
                </a:lnTo>
                <a:lnTo>
                  <a:pt x="56007" y="478"/>
                </a:lnTo>
                <a:lnTo>
                  <a:pt x="56240" y="265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7099376" y="2678364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700" y="29933"/>
                </a:lnTo>
                <a:lnTo>
                  <a:pt x="992" y="29774"/>
                </a:lnTo>
                <a:lnTo>
                  <a:pt x="1226" y="29667"/>
                </a:lnTo>
                <a:lnTo>
                  <a:pt x="1518" y="29508"/>
                </a:lnTo>
                <a:lnTo>
                  <a:pt x="1810" y="29242"/>
                </a:lnTo>
                <a:lnTo>
                  <a:pt x="2102" y="29136"/>
                </a:lnTo>
                <a:lnTo>
                  <a:pt x="2394" y="29029"/>
                </a:lnTo>
                <a:lnTo>
                  <a:pt x="2511" y="28870"/>
                </a:lnTo>
                <a:lnTo>
                  <a:pt x="2920" y="28604"/>
                </a:lnTo>
                <a:lnTo>
                  <a:pt x="3212" y="28498"/>
                </a:lnTo>
                <a:lnTo>
                  <a:pt x="3504" y="28498"/>
                </a:lnTo>
                <a:lnTo>
                  <a:pt x="3796" y="28391"/>
                </a:lnTo>
                <a:lnTo>
                  <a:pt x="4088" y="28125"/>
                </a:lnTo>
                <a:lnTo>
                  <a:pt x="4380" y="27966"/>
                </a:lnTo>
                <a:lnTo>
                  <a:pt x="4613" y="27860"/>
                </a:lnTo>
                <a:lnTo>
                  <a:pt x="4905" y="27753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307" y="26849"/>
                </a:lnTo>
                <a:lnTo>
                  <a:pt x="6599" y="26690"/>
                </a:lnTo>
                <a:lnTo>
                  <a:pt x="7008" y="26584"/>
                </a:lnTo>
                <a:lnTo>
                  <a:pt x="7300" y="26424"/>
                </a:lnTo>
                <a:lnTo>
                  <a:pt x="7475" y="26211"/>
                </a:lnTo>
                <a:lnTo>
                  <a:pt x="7767" y="26211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20"/>
                </a:lnTo>
                <a:lnTo>
                  <a:pt x="9285" y="25414"/>
                </a:lnTo>
                <a:lnTo>
                  <a:pt x="9577" y="25307"/>
                </a:lnTo>
                <a:lnTo>
                  <a:pt x="9869" y="25042"/>
                </a:lnTo>
                <a:lnTo>
                  <a:pt x="9986" y="24882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3978"/>
                </a:lnTo>
                <a:lnTo>
                  <a:pt x="12089" y="23872"/>
                </a:lnTo>
                <a:lnTo>
                  <a:pt x="12381" y="23766"/>
                </a:lnTo>
                <a:lnTo>
                  <a:pt x="12556" y="23606"/>
                </a:lnTo>
                <a:lnTo>
                  <a:pt x="12789" y="23500"/>
                </a:lnTo>
                <a:lnTo>
                  <a:pt x="13257" y="23234"/>
                </a:lnTo>
                <a:lnTo>
                  <a:pt x="13549" y="23128"/>
                </a:lnTo>
                <a:lnTo>
                  <a:pt x="13782" y="22968"/>
                </a:lnTo>
                <a:lnTo>
                  <a:pt x="14074" y="22862"/>
                </a:lnTo>
                <a:lnTo>
                  <a:pt x="14366" y="22596"/>
                </a:lnTo>
                <a:lnTo>
                  <a:pt x="14658" y="22436"/>
                </a:lnTo>
                <a:lnTo>
                  <a:pt x="14950" y="22330"/>
                </a:lnTo>
                <a:lnTo>
                  <a:pt x="15476" y="21958"/>
                </a:lnTo>
                <a:lnTo>
                  <a:pt x="15768" y="21798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26"/>
                </a:lnTo>
                <a:lnTo>
                  <a:pt x="16878" y="21320"/>
                </a:lnTo>
                <a:lnTo>
                  <a:pt x="17170" y="21160"/>
                </a:lnTo>
                <a:lnTo>
                  <a:pt x="17637" y="21054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571" y="20416"/>
                </a:lnTo>
                <a:lnTo>
                  <a:pt x="18863" y="20150"/>
                </a:lnTo>
                <a:lnTo>
                  <a:pt x="19155" y="20044"/>
                </a:lnTo>
                <a:lnTo>
                  <a:pt x="19564" y="19884"/>
                </a:lnTo>
                <a:lnTo>
                  <a:pt x="19856" y="19778"/>
                </a:lnTo>
                <a:lnTo>
                  <a:pt x="20031" y="19512"/>
                </a:lnTo>
                <a:lnTo>
                  <a:pt x="20265" y="19353"/>
                </a:lnTo>
                <a:lnTo>
                  <a:pt x="20557" y="19246"/>
                </a:lnTo>
                <a:lnTo>
                  <a:pt x="20849" y="19246"/>
                </a:lnTo>
                <a:lnTo>
                  <a:pt x="21141" y="18980"/>
                </a:lnTo>
                <a:lnTo>
                  <a:pt x="21433" y="18874"/>
                </a:lnTo>
                <a:lnTo>
                  <a:pt x="21842" y="18715"/>
                </a:lnTo>
                <a:lnTo>
                  <a:pt x="22134" y="18608"/>
                </a:lnTo>
                <a:lnTo>
                  <a:pt x="22426" y="18342"/>
                </a:lnTo>
                <a:lnTo>
                  <a:pt x="22835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827" y="17598"/>
                </a:lnTo>
                <a:lnTo>
                  <a:pt x="24119" y="17439"/>
                </a:lnTo>
                <a:lnTo>
                  <a:pt x="24353" y="17332"/>
                </a:lnTo>
                <a:lnTo>
                  <a:pt x="24645" y="17066"/>
                </a:lnTo>
                <a:lnTo>
                  <a:pt x="24937" y="16960"/>
                </a:lnTo>
                <a:lnTo>
                  <a:pt x="25112" y="16960"/>
                </a:lnTo>
                <a:lnTo>
                  <a:pt x="25346" y="16801"/>
                </a:lnTo>
                <a:lnTo>
                  <a:pt x="25813" y="16535"/>
                </a:lnTo>
                <a:lnTo>
                  <a:pt x="26047" y="16428"/>
                </a:lnTo>
                <a:lnTo>
                  <a:pt x="26339" y="16269"/>
                </a:lnTo>
                <a:lnTo>
                  <a:pt x="26631" y="16163"/>
                </a:lnTo>
                <a:lnTo>
                  <a:pt x="26923" y="15897"/>
                </a:lnTo>
                <a:lnTo>
                  <a:pt x="27215" y="15790"/>
                </a:lnTo>
                <a:lnTo>
                  <a:pt x="27507" y="15631"/>
                </a:lnTo>
                <a:lnTo>
                  <a:pt x="28032" y="15259"/>
                </a:lnTo>
                <a:lnTo>
                  <a:pt x="28324" y="15152"/>
                </a:lnTo>
                <a:lnTo>
                  <a:pt x="28616" y="14993"/>
                </a:lnTo>
                <a:lnTo>
                  <a:pt x="28908" y="14887"/>
                </a:lnTo>
                <a:lnTo>
                  <a:pt x="29200" y="14621"/>
                </a:lnTo>
                <a:lnTo>
                  <a:pt x="29434" y="14621"/>
                </a:lnTo>
                <a:lnTo>
                  <a:pt x="29726" y="14514"/>
                </a:lnTo>
                <a:lnTo>
                  <a:pt x="30135" y="14355"/>
                </a:lnTo>
                <a:lnTo>
                  <a:pt x="30310" y="14089"/>
                </a:lnTo>
                <a:lnTo>
                  <a:pt x="30602" y="13983"/>
                </a:lnTo>
                <a:lnTo>
                  <a:pt x="30894" y="13876"/>
                </a:lnTo>
                <a:lnTo>
                  <a:pt x="31128" y="13717"/>
                </a:lnTo>
                <a:lnTo>
                  <a:pt x="31420" y="13451"/>
                </a:lnTo>
                <a:lnTo>
                  <a:pt x="31712" y="13345"/>
                </a:lnTo>
                <a:lnTo>
                  <a:pt x="32120" y="13238"/>
                </a:lnTo>
                <a:lnTo>
                  <a:pt x="32412" y="13079"/>
                </a:lnTo>
                <a:lnTo>
                  <a:pt x="32704" y="12813"/>
                </a:lnTo>
                <a:lnTo>
                  <a:pt x="33113" y="12547"/>
                </a:lnTo>
                <a:lnTo>
                  <a:pt x="33405" y="12441"/>
                </a:lnTo>
                <a:lnTo>
                  <a:pt x="33697" y="12334"/>
                </a:lnTo>
                <a:lnTo>
                  <a:pt x="33989" y="12175"/>
                </a:lnTo>
                <a:lnTo>
                  <a:pt x="34398" y="12069"/>
                </a:lnTo>
                <a:lnTo>
                  <a:pt x="34690" y="11909"/>
                </a:lnTo>
                <a:lnTo>
                  <a:pt x="34982" y="11696"/>
                </a:lnTo>
                <a:lnTo>
                  <a:pt x="35216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17" y="11005"/>
                </a:lnTo>
                <a:lnTo>
                  <a:pt x="36384" y="10899"/>
                </a:lnTo>
                <a:lnTo>
                  <a:pt x="36676" y="10793"/>
                </a:lnTo>
                <a:lnTo>
                  <a:pt x="36909" y="10633"/>
                </a:lnTo>
                <a:lnTo>
                  <a:pt x="37201" y="10367"/>
                </a:lnTo>
                <a:lnTo>
                  <a:pt x="37493" y="10261"/>
                </a:lnTo>
                <a:lnTo>
                  <a:pt x="37902" y="9995"/>
                </a:lnTo>
                <a:lnTo>
                  <a:pt x="38369" y="9889"/>
                </a:lnTo>
                <a:lnTo>
                  <a:pt x="38603" y="9729"/>
                </a:lnTo>
                <a:lnTo>
                  <a:pt x="38895" y="9623"/>
                </a:lnTo>
                <a:lnTo>
                  <a:pt x="39187" y="9463"/>
                </a:lnTo>
                <a:lnTo>
                  <a:pt x="39479" y="9251"/>
                </a:lnTo>
                <a:lnTo>
                  <a:pt x="39771" y="9091"/>
                </a:lnTo>
                <a:lnTo>
                  <a:pt x="40005" y="8985"/>
                </a:lnTo>
                <a:lnTo>
                  <a:pt x="40180" y="8825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187"/>
                </a:lnTo>
                <a:lnTo>
                  <a:pt x="41698" y="7922"/>
                </a:lnTo>
                <a:lnTo>
                  <a:pt x="41990" y="7815"/>
                </a:lnTo>
                <a:lnTo>
                  <a:pt x="42282" y="7709"/>
                </a:lnTo>
                <a:lnTo>
                  <a:pt x="42691" y="7549"/>
                </a:lnTo>
                <a:lnTo>
                  <a:pt x="42866" y="7443"/>
                </a:lnTo>
                <a:lnTo>
                  <a:pt x="43158" y="7284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805"/>
                </a:lnTo>
                <a:lnTo>
                  <a:pt x="44268" y="6646"/>
                </a:lnTo>
                <a:lnTo>
                  <a:pt x="44677" y="6539"/>
                </a:lnTo>
                <a:lnTo>
                  <a:pt x="44969" y="6380"/>
                </a:lnTo>
                <a:lnTo>
                  <a:pt x="45261" y="6167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529"/>
                </a:lnTo>
                <a:lnTo>
                  <a:pt x="46546" y="5369"/>
                </a:lnTo>
                <a:lnTo>
                  <a:pt x="46954" y="5263"/>
                </a:lnTo>
                <a:lnTo>
                  <a:pt x="47246" y="5263"/>
                </a:lnTo>
                <a:lnTo>
                  <a:pt x="47480" y="4997"/>
                </a:lnTo>
                <a:lnTo>
                  <a:pt x="47772" y="4838"/>
                </a:lnTo>
                <a:lnTo>
                  <a:pt x="47947" y="4731"/>
                </a:lnTo>
                <a:lnTo>
                  <a:pt x="48239" y="4625"/>
                </a:lnTo>
                <a:lnTo>
                  <a:pt x="48473" y="4359"/>
                </a:lnTo>
                <a:lnTo>
                  <a:pt x="48940" y="4200"/>
                </a:lnTo>
                <a:lnTo>
                  <a:pt x="49174" y="4093"/>
                </a:lnTo>
                <a:lnTo>
                  <a:pt x="49466" y="3987"/>
                </a:lnTo>
                <a:lnTo>
                  <a:pt x="49758" y="3721"/>
                </a:lnTo>
                <a:lnTo>
                  <a:pt x="50050" y="3562"/>
                </a:lnTo>
                <a:lnTo>
                  <a:pt x="50342" y="3455"/>
                </a:lnTo>
                <a:lnTo>
                  <a:pt x="50459" y="3296"/>
                </a:lnTo>
                <a:lnTo>
                  <a:pt x="50867" y="3083"/>
                </a:lnTo>
                <a:lnTo>
                  <a:pt x="51159" y="2924"/>
                </a:lnTo>
                <a:lnTo>
                  <a:pt x="51451" y="2924"/>
                </a:lnTo>
                <a:lnTo>
                  <a:pt x="51743" y="2817"/>
                </a:lnTo>
                <a:lnTo>
                  <a:pt x="52035" y="2552"/>
                </a:lnTo>
                <a:lnTo>
                  <a:pt x="52327" y="2445"/>
                </a:lnTo>
                <a:lnTo>
                  <a:pt x="52561" y="2286"/>
                </a:lnTo>
                <a:lnTo>
                  <a:pt x="52736" y="2179"/>
                </a:lnTo>
                <a:lnTo>
                  <a:pt x="53145" y="1914"/>
                </a:lnTo>
                <a:lnTo>
                  <a:pt x="53437" y="1754"/>
                </a:lnTo>
                <a:lnTo>
                  <a:pt x="53729" y="1648"/>
                </a:lnTo>
                <a:lnTo>
                  <a:pt x="54021" y="1541"/>
                </a:lnTo>
                <a:lnTo>
                  <a:pt x="54255" y="1276"/>
                </a:lnTo>
                <a:lnTo>
                  <a:pt x="54547" y="1116"/>
                </a:lnTo>
                <a:lnTo>
                  <a:pt x="54839" y="1010"/>
                </a:lnTo>
                <a:lnTo>
                  <a:pt x="55248" y="903"/>
                </a:lnTo>
                <a:lnTo>
                  <a:pt x="55423" y="638"/>
                </a:lnTo>
                <a:lnTo>
                  <a:pt x="55715" y="638"/>
                </a:lnTo>
                <a:lnTo>
                  <a:pt x="55948" y="478"/>
                </a:lnTo>
                <a:lnTo>
                  <a:pt x="56240" y="37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7156201" y="2648058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408" y="30146"/>
                </a:lnTo>
                <a:lnTo>
                  <a:pt x="700" y="30039"/>
                </a:lnTo>
                <a:lnTo>
                  <a:pt x="992" y="29774"/>
                </a:lnTo>
                <a:lnTo>
                  <a:pt x="1401" y="29508"/>
                </a:lnTo>
                <a:lnTo>
                  <a:pt x="1693" y="29401"/>
                </a:lnTo>
                <a:lnTo>
                  <a:pt x="1985" y="29136"/>
                </a:lnTo>
                <a:lnTo>
                  <a:pt x="2219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12" y="28604"/>
                </a:lnTo>
                <a:lnTo>
                  <a:pt x="3504" y="28498"/>
                </a:lnTo>
                <a:lnTo>
                  <a:pt x="3679" y="28338"/>
                </a:lnTo>
                <a:lnTo>
                  <a:pt x="3912" y="28232"/>
                </a:lnTo>
                <a:lnTo>
                  <a:pt x="4204" y="27966"/>
                </a:lnTo>
                <a:lnTo>
                  <a:pt x="4672" y="27860"/>
                </a:lnTo>
                <a:lnTo>
                  <a:pt x="4905" y="27700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7062"/>
                </a:lnTo>
                <a:lnTo>
                  <a:pt x="6599" y="26690"/>
                </a:lnTo>
                <a:lnTo>
                  <a:pt x="6891" y="26584"/>
                </a:lnTo>
                <a:lnTo>
                  <a:pt x="7183" y="26424"/>
                </a:lnTo>
                <a:lnTo>
                  <a:pt x="7475" y="26318"/>
                </a:lnTo>
                <a:lnTo>
                  <a:pt x="7767" y="26158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786"/>
                </a:lnTo>
                <a:lnTo>
                  <a:pt x="8877" y="25520"/>
                </a:lnTo>
                <a:lnTo>
                  <a:pt x="9169" y="25414"/>
                </a:lnTo>
                <a:lnTo>
                  <a:pt x="9461" y="25254"/>
                </a:lnTo>
                <a:lnTo>
                  <a:pt x="9694" y="25148"/>
                </a:lnTo>
                <a:lnTo>
                  <a:pt x="9986" y="24882"/>
                </a:lnTo>
                <a:lnTo>
                  <a:pt x="10278" y="24776"/>
                </a:lnTo>
                <a:lnTo>
                  <a:pt x="10570" y="24616"/>
                </a:lnTo>
                <a:lnTo>
                  <a:pt x="10979" y="24510"/>
                </a:lnTo>
                <a:lnTo>
                  <a:pt x="11154" y="24244"/>
                </a:lnTo>
                <a:lnTo>
                  <a:pt x="11388" y="24138"/>
                </a:lnTo>
                <a:lnTo>
                  <a:pt x="11680" y="23978"/>
                </a:lnTo>
                <a:lnTo>
                  <a:pt x="11972" y="23978"/>
                </a:lnTo>
                <a:lnTo>
                  <a:pt x="12264" y="23712"/>
                </a:lnTo>
                <a:lnTo>
                  <a:pt x="12556" y="23606"/>
                </a:lnTo>
                <a:lnTo>
                  <a:pt x="12965" y="23500"/>
                </a:lnTo>
                <a:lnTo>
                  <a:pt x="13257" y="23340"/>
                </a:lnTo>
                <a:lnTo>
                  <a:pt x="13549" y="23074"/>
                </a:lnTo>
                <a:lnTo>
                  <a:pt x="13958" y="22862"/>
                </a:lnTo>
                <a:lnTo>
                  <a:pt x="14250" y="22702"/>
                </a:lnTo>
                <a:lnTo>
                  <a:pt x="14542" y="22436"/>
                </a:lnTo>
                <a:lnTo>
                  <a:pt x="14775" y="22330"/>
                </a:lnTo>
                <a:lnTo>
                  <a:pt x="15242" y="22171"/>
                </a:lnTo>
                <a:lnTo>
                  <a:pt x="15476" y="22064"/>
                </a:lnTo>
                <a:lnTo>
                  <a:pt x="15768" y="21798"/>
                </a:lnTo>
                <a:lnTo>
                  <a:pt x="16060" y="21692"/>
                </a:lnTo>
                <a:lnTo>
                  <a:pt x="16235" y="21533"/>
                </a:lnTo>
                <a:lnTo>
                  <a:pt x="16469" y="21533"/>
                </a:lnTo>
                <a:lnTo>
                  <a:pt x="16761" y="21320"/>
                </a:lnTo>
                <a:lnTo>
                  <a:pt x="17170" y="21160"/>
                </a:lnTo>
                <a:lnTo>
                  <a:pt x="17462" y="21054"/>
                </a:lnTo>
                <a:lnTo>
                  <a:pt x="17754" y="20895"/>
                </a:lnTo>
                <a:lnTo>
                  <a:pt x="18046" y="20629"/>
                </a:lnTo>
                <a:lnTo>
                  <a:pt x="18338" y="20522"/>
                </a:lnTo>
                <a:lnTo>
                  <a:pt x="18630" y="20416"/>
                </a:lnTo>
                <a:lnTo>
                  <a:pt x="18746" y="20257"/>
                </a:lnTo>
                <a:lnTo>
                  <a:pt x="19155" y="19991"/>
                </a:lnTo>
                <a:lnTo>
                  <a:pt x="19447" y="19884"/>
                </a:lnTo>
                <a:lnTo>
                  <a:pt x="19739" y="19778"/>
                </a:lnTo>
                <a:lnTo>
                  <a:pt x="20031" y="19619"/>
                </a:lnTo>
                <a:lnTo>
                  <a:pt x="20323" y="19353"/>
                </a:lnTo>
                <a:lnTo>
                  <a:pt x="20557" y="19246"/>
                </a:lnTo>
                <a:lnTo>
                  <a:pt x="20849" y="19246"/>
                </a:lnTo>
                <a:lnTo>
                  <a:pt x="21141" y="19087"/>
                </a:lnTo>
                <a:lnTo>
                  <a:pt x="21433" y="18874"/>
                </a:lnTo>
                <a:lnTo>
                  <a:pt x="21725" y="18715"/>
                </a:lnTo>
                <a:lnTo>
                  <a:pt x="22017" y="18608"/>
                </a:lnTo>
                <a:lnTo>
                  <a:pt x="22251" y="18449"/>
                </a:lnTo>
                <a:lnTo>
                  <a:pt x="22543" y="18236"/>
                </a:lnTo>
                <a:lnTo>
                  <a:pt x="22835" y="18077"/>
                </a:lnTo>
                <a:lnTo>
                  <a:pt x="23127" y="17970"/>
                </a:lnTo>
                <a:lnTo>
                  <a:pt x="23535" y="17811"/>
                </a:lnTo>
                <a:lnTo>
                  <a:pt x="23711" y="17545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173"/>
                </a:lnTo>
                <a:lnTo>
                  <a:pt x="24820" y="16907"/>
                </a:lnTo>
                <a:lnTo>
                  <a:pt x="25112" y="16907"/>
                </a:lnTo>
                <a:lnTo>
                  <a:pt x="25521" y="16801"/>
                </a:lnTo>
                <a:lnTo>
                  <a:pt x="25813" y="16694"/>
                </a:lnTo>
                <a:lnTo>
                  <a:pt x="26105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6056"/>
                </a:lnTo>
                <a:lnTo>
                  <a:pt x="27039" y="15790"/>
                </a:lnTo>
                <a:lnTo>
                  <a:pt x="27331" y="15631"/>
                </a:lnTo>
                <a:lnTo>
                  <a:pt x="27799" y="15525"/>
                </a:lnTo>
                <a:lnTo>
                  <a:pt x="28032" y="15365"/>
                </a:lnTo>
                <a:lnTo>
                  <a:pt x="28324" y="15152"/>
                </a:lnTo>
                <a:lnTo>
                  <a:pt x="28616" y="14993"/>
                </a:lnTo>
                <a:lnTo>
                  <a:pt x="29025" y="14727"/>
                </a:lnTo>
                <a:lnTo>
                  <a:pt x="29317" y="14621"/>
                </a:lnTo>
                <a:lnTo>
                  <a:pt x="29726" y="14514"/>
                </a:lnTo>
                <a:lnTo>
                  <a:pt x="30018" y="14355"/>
                </a:lnTo>
                <a:lnTo>
                  <a:pt x="30310" y="14249"/>
                </a:lnTo>
                <a:lnTo>
                  <a:pt x="30602" y="13983"/>
                </a:lnTo>
                <a:lnTo>
                  <a:pt x="30894" y="13823"/>
                </a:lnTo>
                <a:lnTo>
                  <a:pt x="31128" y="13717"/>
                </a:lnTo>
                <a:lnTo>
                  <a:pt x="31303" y="13611"/>
                </a:lnTo>
                <a:lnTo>
                  <a:pt x="31595" y="13345"/>
                </a:lnTo>
                <a:lnTo>
                  <a:pt x="32004" y="13185"/>
                </a:lnTo>
                <a:lnTo>
                  <a:pt x="32296" y="13079"/>
                </a:lnTo>
                <a:lnTo>
                  <a:pt x="32588" y="12973"/>
                </a:lnTo>
                <a:lnTo>
                  <a:pt x="32821" y="12707"/>
                </a:lnTo>
                <a:lnTo>
                  <a:pt x="33113" y="12547"/>
                </a:lnTo>
                <a:lnTo>
                  <a:pt x="33405" y="12441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2069"/>
                </a:lnTo>
                <a:lnTo>
                  <a:pt x="34515" y="11909"/>
                </a:lnTo>
                <a:lnTo>
                  <a:pt x="34807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6092" y="11165"/>
                </a:lnTo>
                <a:lnTo>
                  <a:pt x="36209" y="10899"/>
                </a:lnTo>
                <a:lnTo>
                  <a:pt x="36501" y="10739"/>
                </a:lnTo>
                <a:lnTo>
                  <a:pt x="36793" y="10633"/>
                </a:lnTo>
                <a:lnTo>
                  <a:pt x="37085" y="10527"/>
                </a:lnTo>
                <a:lnTo>
                  <a:pt x="37377" y="10261"/>
                </a:lnTo>
                <a:lnTo>
                  <a:pt x="37669" y="10101"/>
                </a:lnTo>
                <a:lnTo>
                  <a:pt x="37902" y="9995"/>
                </a:lnTo>
                <a:lnTo>
                  <a:pt x="38369" y="9995"/>
                </a:lnTo>
                <a:lnTo>
                  <a:pt x="38603" y="9729"/>
                </a:lnTo>
                <a:lnTo>
                  <a:pt x="38778" y="9623"/>
                </a:lnTo>
                <a:lnTo>
                  <a:pt x="39070" y="9463"/>
                </a:lnTo>
                <a:lnTo>
                  <a:pt x="39362" y="9357"/>
                </a:lnTo>
                <a:lnTo>
                  <a:pt x="39596" y="9091"/>
                </a:lnTo>
                <a:lnTo>
                  <a:pt x="39888" y="8985"/>
                </a:lnTo>
                <a:lnTo>
                  <a:pt x="40297" y="8825"/>
                </a:lnTo>
                <a:lnTo>
                  <a:pt x="40589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290" y="8187"/>
                </a:lnTo>
                <a:lnTo>
                  <a:pt x="41582" y="8081"/>
                </a:lnTo>
                <a:lnTo>
                  <a:pt x="41874" y="7815"/>
                </a:lnTo>
                <a:lnTo>
                  <a:pt x="42282" y="7656"/>
                </a:lnTo>
                <a:lnTo>
                  <a:pt x="42574" y="7656"/>
                </a:lnTo>
                <a:lnTo>
                  <a:pt x="42866" y="7549"/>
                </a:lnTo>
                <a:lnTo>
                  <a:pt x="43158" y="7284"/>
                </a:lnTo>
                <a:lnTo>
                  <a:pt x="43450" y="7177"/>
                </a:lnTo>
                <a:lnTo>
                  <a:pt x="43684" y="7018"/>
                </a:lnTo>
                <a:lnTo>
                  <a:pt x="43859" y="6911"/>
                </a:lnTo>
                <a:lnTo>
                  <a:pt x="44151" y="6646"/>
                </a:lnTo>
                <a:lnTo>
                  <a:pt x="44560" y="6539"/>
                </a:lnTo>
                <a:lnTo>
                  <a:pt x="44852" y="6380"/>
                </a:lnTo>
                <a:lnTo>
                  <a:pt x="45144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42"/>
                </a:lnTo>
                <a:lnTo>
                  <a:pt x="46254" y="5635"/>
                </a:lnTo>
                <a:lnTo>
                  <a:pt x="46546" y="5369"/>
                </a:lnTo>
                <a:lnTo>
                  <a:pt x="46838" y="5369"/>
                </a:lnTo>
                <a:lnTo>
                  <a:pt x="47071" y="5263"/>
                </a:lnTo>
                <a:lnTo>
                  <a:pt x="47363" y="5104"/>
                </a:lnTo>
                <a:lnTo>
                  <a:pt x="47655" y="4838"/>
                </a:lnTo>
                <a:lnTo>
                  <a:pt x="47947" y="4731"/>
                </a:lnTo>
                <a:lnTo>
                  <a:pt x="48239" y="4572"/>
                </a:lnTo>
                <a:lnTo>
                  <a:pt x="48648" y="4466"/>
                </a:lnTo>
                <a:lnTo>
                  <a:pt x="48765" y="4200"/>
                </a:lnTo>
                <a:lnTo>
                  <a:pt x="49057" y="4093"/>
                </a:lnTo>
                <a:lnTo>
                  <a:pt x="49349" y="3934"/>
                </a:lnTo>
                <a:lnTo>
                  <a:pt x="49641" y="3828"/>
                </a:lnTo>
                <a:lnTo>
                  <a:pt x="49933" y="3562"/>
                </a:lnTo>
                <a:lnTo>
                  <a:pt x="50167" y="3455"/>
                </a:lnTo>
                <a:lnTo>
                  <a:pt x="50459" y="3296"/>
                </a:lnTo>
                <a:lnTo>
                  <a:pt x="50926" y="3190"/>
                </a:lnTo>
                <a:lnTo>
                  <a:pt x="51159" y="2924"/>
                </a:lnTo>
                <a:lnTo>
                  <a:pt x="51335" y="2924"/>
                </a:lnTo>
                <a:lnTo>
                  <a:pt x="51627" y="2817"/>
                </a:lnTo>
                <a:lnTo>
                  <a:pt x="51860" y="2658"/>
                </a:lnTo>
                <a:lnTo>
                  <a:pt x="52152" y="2392"/>
                </a:lnTo>
                <a:lnTo>
                  <a:pt x="52444" y="2286"/>
                </a:lnTo>
                <a:lnTo>
                  <a:pt x="52853" y="2179"/>
                </a:lnTo>
                <a:lnTo>
                  <a:pt x="53145" y="2020"/>
                </a:lnTo>
                <a:lnTo>
                  <a:pt x="53437" y="1754"/>
                </a:lnTo>
                <a:lnTo>
                  <a:pt x="53729" y="1648"/>
                </a:lnTo>
                <a:lnTo>
                  <a:pt x="54138" y="1382"/>
                </a:lnTo>
                <a:lnTo>
                  <a:pt x="54430" y="1116"/>
                </a:lnTo>
                <a:lnTo>
                  <a:pt x="54839" y="1010"/>
                </a:lnTo>
                <a:lnTo>
                  <a:pt x="55131" y="850"/>
                </a:lnTo>
                <a:lnTo>
                  <a:pt x="55423" y="744"/>
                </a:lnTo>
                <a:lnTo>
                  <a:pt x="55715" y="638"/>
                </a:lnTo>
                <a:lnTo>
                  <a:pt x="55948" y="478"/>
                </a:lnTo>
                <a:lnTo>
                  <a:pt x="56240" y="372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7212909" y="2617699"/>
            <a:ext cx="56941" cy="30358"/>
          </a:xfrm>
          <a:custGeom>
            <a:avLst/>
            <a:gdLst/>
            <a:ahLst/>
            <a:cxnLst/>
            <a:rect l="l" t="t" r="r" b="b"/>
            <a:pathLst>
              <a:path w="56941" h="30358">
                <a:moveTo>
                  <a:pt x="0" y="30358"/>
                </a:moveTo>
                <a:lnTo>
                  <a:pt x="408" y="30199"/>
                </a:lnTo>
                <a:lnTo>
                  <a:pt x="700" y="30093"/>
                </a:lnTo>
                <a:lnTo>
                  <a:pt x="934" y="29933"/>
                </a:lnTo>
                <a:lnTo>
                  <a:pt x="1226" y="29667"/>
                </a:lnTo>
                <a:lnTo>
                  <a:pt x="1518" y="29561"/>
                </a:lnTo>
                <a:lnTo>
                  <a:pt x="1810" y="29455"/>
                </a:lnTo>
                <a:lnTo>
                  <a:pt x="2102" y="29295"/>
                </a:lnTo>
                <a:lnTo>
                  <a:pt x="2394" y="29029"/>
                </a:lnTo>
                <a:lnTo>
                  <a:pt x="2628" y="28923"/>
                </a:lnTo>
                <a:lnTo>
                  <a:pt x="2920" y="28817"/>
                </a:lnTo>
                <a:lnTo>
                  <a:pt x="3212" y="28657"/>
                </a:lnTo>
                <a:lnTo>
                  <a:pt x="3504" y="28551"/>
                </a:lnTo>
                <a:lnTo>
                  <a:pt x="3796" y="28391"/>
                </a:lnTo>
                <a:lnTo>
                  <a:pt x="4088" y="28285"/>
                </a:lnTo>
                <a:lnTo>
                  <a:pt x="4496" y="28125"/>
                </a:lnTo>
                <a:lnTo>
                  <a:pt x="4788" y="27913"/>
                </a:lnTo>
                <a:lnTo>
                  <a:pt x="4905" y="27753"/>
                </a:lnTo>
                <a:lnTo>
                  <a:pt x="5197" y="27647"/>
                </a:lnTo>
                <a:lnTo>
                  <a:pt x="5489" y="27487"/>
                </a:lnTo>
                <a:lnTo>
                  <a:pt x="5781" y="27275"/>
                </a:lnTo>
                <a:lnTo>
                  <a:pt x="6015" y="27115"/>
                </a:lnTo>
                <a:lnTo>
                  <a:pt x="6307" y="27009"/>
                </a:lnTo>
                <a:lnTo>
                  <a:pt x="6716" y="26849"/>
                </a:lnTo>
                <a:lnTo>
                  <a:pt x="7008" y="26584"/>
                </a:lnTo>
                <a:lnTo>
                  <a:pt x="7183" y="26477"/>
                </a:lnTo>
                <a:lnTo>
                  <a:pt x="7475" y="26371"/>
                </a:lnTo>
                <a:lnTo>
                  <a:pt x="7709" y="26371"/>
                </a:lnTo>
                <a:lnTo>
                  <a:pt x="8001" y="26105"/>
                </a:lnTo>
                <a:lnTo>
                  <a:pt x="8293" y="25946"/>
                </a:lnTo>
                <a:lnTo>
                  <a:pt x="8701" y="25839"/>
                </a:lnTo>
                <a:lnTo>
                  <a:pt x="8993" y="25733"/>
                </a:lnTo>
                <a:lnTo>
                  <a:pt x="9285" y="25467"/>
                </a:lnTo>
                <a:lnTo>
                  <a:pt x="9577" y="25307"/>
                </a:lnTo>
                <a:lnTo>
                  <a:pt x="9986" y="25042"/>
                </a:lnTo>
                <a:lnTo>
                  <a:pt x="10278" y="24829"/>
                </a:lnTo>
                <a:lnTo>
                  <a:pt x="10687" y="24669"/>
                </a:lnTo>
                <a:lnTo>
                  <a:pt x="10979" y="24563"/>
                </a:lnTo>
                <a:lnTo>
                  <a:pt x="11271" y="24404"/>
                </a:lnTo>
                <a:lnTo>
                  <a:pt x="11563" y="24191"/>
                </a:lnTo>
                <a:lnTo>
                  <a:pt x="11797" y="24031"/>
                </a:lnTo>
                <a:lnTo>
                  <a:pt x="12089" y="24031"/>
                </a:lnTo>
                <a:lnTo>
                  <a:pt x="12264" y="23925"/>
                </a:lnTo>
                <a:lnTo>
                  <a:pt x="12497" y="23659"/>
                </a:lnTo>
                <a:lnTo>
                  <a:pt x="12965" y="23500"/>
                </a:lnTo>
                <a:lnTo>
                  <a:pt x="13257" y="23393"/>
                </a:lnTo>
                <a:lnTo>
                  <a:pt x="13490" y="23287"/>
                </a:lnTo>
                <a:lnTo>
                  <a:pt x="13782" y="23021"/>
                </a:lnTo>
                <a:lnTo>
                  <a:pt x="14074" y="22862"/>
                </a:lnTo>
                <a:lnTo>
                  <a:pt x="14366" y="22755"/>
                </a:lnTo>
                <a:lnTo>
                  <a:pt x="14658" y="22649"/>
                </a:lnTo>
                <a:lnTo>
                  <a:pt x="14950" y="22383"/>
                </a:lnTo>
                <a:lnTo>
                  <a:pt x="15184" y="22224"/>
                </a:lnTo>
                <a:lnTo>
                  <a:pt x="15476" y="22117"/>
                </a:lnTo>
                <a:lnTo>
                  <a:pt x="15768" y="21958"/>
                </a:lnTo>
                <a:lnTo>
                  <a:pt x="16060" y="21745"/>
                </a:lnTo>
                <a:lnTo>
                  <a:pt x="16352" y="21745"/>
                </a:lnTo>
                <a:lnTo>
                  <a:pt x="16586" y="21586"/>
                </a:lnTo>
                <a:lnTo>
                  <a:pt x="17053" y="21479"/>
                </a:lnTo>
                <a:lnTo>
                  <a:pt x="17345" y="21214"/>
                </a:lnTo>
                <a:lnTo>
                  <a:pt x="17754" y="20948"/>
                </a:lnTo>
                <a:lnTo>
                  <a:pt x="18046" y="20682"/>
                </a:lnTo>
                <a:lnTo>
                  <a:pt x="18279" y="20576"/>
                </a:lnTo>
                <a:lnTo>
                  <a:pt x="18571" y="20416"/>
                </a:lnTo>
                <a:lnTo>
                  <a:pt x="18863" y="20310"/>
                </a:lnTo>
                <a:lnTo>
                  <a:pt x="19272" y="20044"/>
                </a:lnTo>
                <a:lnTo>
                  <a:pt x="19564" y="19938"/>
                </a:lnTo>
                <a:lnTo>
                  <a:pt x="19856" y="19778"/>
                </a:lnTo>
                <a:lnTo>
                  <a:pt x="20265" y="19406"/>
                </a:lnTo>
                <a:lnTo>
                  <a:pt x="20557" y="19406"/>
                </a:lnTo>
                <a:lnTo>
                  <a:pt x="20849" y="19299"/>
                </a:lnTo>
                <a:lnTo>
                  <a:pt x="21258" y="19140"/>
                </a:lnTo>
                <a:lnTo>
                  <a:pt x="21550" y="18927"/>
                </a:lnTo>
                <a:lnTo>
                  <a:pt x="21842" y="18768"/>
                </a:lnTo>
                <a:lnTo>
                  <a:pt x="22134" y="18661"/>
                </a:lnTo>
                <a:lnTo>
                  <a:pt x="22251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243" y="18023"/>
                </a:lnTo>
                <a:lnTo>
                  <a:pt x="23535" y="17864"/>
                </a:lnTo>
                <a:lnTo>
                  <a:pt x="23827" y="17598"/>
                </a:lnTo>
                <a:lnTo>
                  <a:pt x="24061" y="17492"/>
                </a:lnTo>
                <a:lnTo>
                  <a:pt x="24353" y="17385"/>
                </a:lnTo>
                <a:lnTo>
                  <a:pt x="24645" y="17226"/>
                </a:lnTo>
                <a:lnTo>
                  <a:pt x="24820" y="17120"/>
                </a:lnTo>
                <a:lnTo>
                  <a:pt x="25054" y="16960"/>
                </a:lnTo>
                <a:lnTo>
                  <a:pt x="25521" y="16854"/>
                </a:lnTo>
                <a:lnTo>
                  <a:pt x="25755" y="16694"/>
                </a:lnTo>
                <a:lnTo>
                  <a:pt x="26047" y="16482"/>
                </a:lnTo>
                <a:lnTo>
                  <a:pt x="26339" y="16322"/>
                </a:lnTo>
                <a:lnTo>
                  <a:pt x="26631" y="16216"/>
                </a:lnTo>
                <a:lnTo>
                  <a:pt x="26923" y="16056"/>
                </a:lnTo>
                <a:lnTo>
                  <a:pt x="27215" y="15844"/>
                </a:lnTo>
                <a:lnTo>
                  <a:pt x="27448" y="15684"/>
                </a:lnTo>
                <a:lnTo>
                  <a:pt x="27740" y="15578"/>
                </a:lnTo>
                <a:lnTo>
                  <a:pt x="28032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940"/>
                </a:lnTo>
                <a:lnTo>
                  <a:pt x="29142" y="14780"/>
                </a:lnTo>
                <a:lnTo>
                  <a:pt x="29609" y="14674"/>
                </a:lnTo>
                <a:lnTo>
                  <a:pt x="29843" y="14514"/>
                </a:lnTo>
                <a:lnTo>
                  <a:pt x="30018" y="14408"/>
                </a:lnTo>
                <a:lnTo>
                  <a:pt x="30310" y="14302"/>
                </a:lnTo>
                <a:lnTo>
                  <a:pt x="30602" y="14036"/>
                </a:lnTo>
                <a:lnTo>
                  <a:pt x="30836" y="13876"/>
                </a:lnTo>
                <a:lnTo>
                  <a:pt x="31128" y="13770"/>
                </a:lnTo>
                <a:lnTo>
                  <a:pt x="31420" y="13611"/>
                </a:lnTo>
                <a:lnTo>
                  <a:pt x="31828" y="13398"/>
                </a:lnTo>
                <a:lnTo>
                  <a:pt x="32120" y="13238"/>
                </a:lnTo>
                <a:lnTo>
                  <a:pt x="32412" y="13132"/>
                </a:lnTo>
                <a:lnTo>
                  <a:pt x="32529" y="12973"/>
                </a:lnTo>
                <a:lnTo>
                  <a:pt x="32821" y="12760"/>
                </a:lnTo>
                <a:lnTo>
                  <a:pt x="33113" y="12600"/>
                </a:lnTo>
                <a:lnTo>
                  <a:pt x="33405" y="12494"/>
                </a:lnTo>
                <a:lnTo>
                  <a:pt x="33814" y="12334"/>
                </a:lnTo>
                <a:lnTo>
                  <a:pt x="34106" y="12228"/>
                </a:lnTo>
                <a:lnTo>
                  <a:pt x="34398" y="12069"/>
                </a:lnTo>
                <a:lnTo>
                  <a:pt x="34690" y="11962"/>
                </a:lnTo>
                <a:lnTo>
                  <a:pt x="34924" y="11856"/>
                </a:lnTo>
                <a:lnTo>
                  <a:pt x="35099" y="11590"/>
                </a:lnTo>
                <a:lnTo>
                  <a:pt x="35391" y="11431"/>
                </a:lnTo>
                <a:lnTo>
                  <a:pt x="35800" y="11324"/>
                </a:lnTo>
                <a:lnTo>
                  <a:pt x="36092" y="11218"/>
                </a:lnTo>
                <a:lnTo>
                  <a:pt x="36384" y="10952"/>
                </a:lnTo>
                <a:lnTo>
                  <a:pt x="36617" y="10793"/>
                </a:lnTo>
                <a:lnTo>
                  <a:pt x="36909" y="10686"/>
                </a:lnTo>
                <a:lnTo>
                  <a:pt x="37201" y="10527"/>
                </a:lnTo>
                <a:lnTo>
                  <a:pt x="37493" y="10314"/>
                </a:lnTo>
                <a:lnTo>
                  <a:pt x="37610" y="10155"/>
                </a:lnTo>
                <a:lnTo>
                  <a:pt x="38077" y="10048"/>
                </a:lnTo>
                <a:lnTo>
                  <a:pt x="38311" y="10048"/>
                </a:lnTo>
                <a:lnTo>
                  <a:pt x="38603" y="9782"/>
                </a:lnTo>
                <a:lnTo>
                  <a:pt x="38895" y="9676"/>
                </a:lnTo>
                <a:lnTo>
                  <a:pt x="39187" y="9517"/>
                </a:lnTo>
                <a:lnTo>
                  <a:pt x="39479" y="9410"/>
                </a:lnTo>
                <a:lnTo>
                  <a:pt x="39771" y="9144"/>
                </a:lnTo>
                <a:lnTo>
                  <a:pt x="40005" y="8985"/>
                </a:lnTo>
                <a:lnTo>
                  <a:pt x="40297" y="8879"/>
                </a:lnTo>
                <a:lnTo>
                  <a:pt x="40589" y="8772"/>
                </a:lnTo>
                <a:lnTo>
                  <a:pt x="40881" y="8506"/>
                </a:lnTo>
                <a:lnTo>
                  <a:pt x="41173" y="8347"/>
                </a:lnTo>
                <a:lnTo>
                  <a:pt x="41406" y="8241"/>
                </a:lnTo>
                <a:lnTo>
                  <a:pt x="41698" y="8134"/>
                </a:lnTo>
                <a:lnTo>
                  <a:pt x="42166" y="7868"/>
                </a:lnTo>
                <a:lnTo>
                  <a:pt x="42399" y="7709"/>
                </a:lnTo>
                <a:lnTo>
                  <a:pt x="42574" y="7709"/>
                </a:lnTo>
                <a:lnTo>
                  <a:pt x="42866" y="7603"/>
                </a:lnTo>
                <a:lnTo>
                  <a:pt x="43100" y="7337"/>
                </a:lnTo>
                <a:lnTo>
                  <a:pt x="43392" y="7230"/>
                </a:lnTo>
                <a:lnTo>
                  <a:pt x="43684" y="7071"/>
                </a:lnTo>
                <a:lnTo>
                  <a:pt x="43976" y="6965"/>
                </a:lnTo>
                <a:lnTo>
                  <a:pt x="44385" y="6699"/>
                </a:lnTo>
                <a:lnTo>
                  <a:pt x="44677" y="6592"/>
                </a:lnTo>
                <a:lnTo>
                  <a:pt x="44969" y="6433"/>
                </a:lnTo>
                <a:lnTo>
                  <a:pt x="45378" y="6061"/>
                </a:lnTo>
                <a:lnTo>
                  <a:pt x="45670" y="5954"/>
                </a:lnTo>
                <a:lnTo>
                  <a:pt x="45962" y="5795"/>
                </a:lnTo>
                <a:lnTo>
                  <a:pt x="46370" y="5688"/>
                </a:lnTo>
                <a:lnTo>
                  <a:pt x="46662" y="5423"/>
                </a:lnTo>
                <a:lnTo>
                  <a:pt x="46954" y="5423"/>
                </a:lnTo>
                <a:lnTo>
                  <a:pt x="47188" y="5263"/>
                </a:lnTo>
                <a:lnTo>
                  <a:pt x="47480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356" y="4625"/>
                </a:lnTo>
                <a:lnTo>
                  <a:pt x="48648" y="4519"/>
                </a:lnTo>
                <a:lnTo>
                  <a:pt x="48882" y="4253"/>
                </a:lnTo>
                <a:lnTo>
                  <a:pt x="49174" y="4147"/>
                </a:lnTo>
                <a:lnTo>
                  <a:pt x="49466" y="3987"/>
                </a:lnTo>
                <a:lnTo>
                  <a:pt x="49758" y="3881"/>
                </a:lnTo>
                <a:lnTo>
                  <a:pt x="50050" y="3615"/>
                </a:lnTo>
                <a:lnTo>
                  <a:pt x="50575" y="3349"/>
                </a:lnTo>
                <a:lnTo>
                  <a:pt x="50867" y="3243"/>
                </a:lnTo>
                <a:lnTo>
                  <a:pt x="51159" y="3083"/>
                </a:lnTo>
                <a:lnTo>
                  <a:pt x="51451" y="2977"/>
                </a:lnTo>
                <a:lnTo>
                  <a:pt x="51743" y="2871"/>
                </a:lnTo>
                <a:lnTo>
                  <a:pt x="52035" y="2711"/>
                </a:lnTo>
                <a:lnTo>
                  <a:pt x="52269" y="2445"/>
                </a:lnTo>
                <a:lnTo>
                  <a:pt x="52561" y="2339"/>
                </a:lnTo>
                <a:lnTo>
                  <a:pt x="52853" y="2179"/>
                </a:lnTo>
                <a:lnTo>
                  <a:pt x="53145" y="2073"/>
                </a:lnTo>
                <a:lnTo>
                  <a:pt x="53437" y="1807"/>
                </a:lnTo>
                <a:lnTo>
                  <a:pt x="53729" y="1701"/>
                </a:lnTo>
                <a:lnTo>
                  <a:pt x="53963" y="1541"/>
                </a:lnTo>
                <a:lnTo>
                  <a:pt x="54255" y="1435"/>
                </a:lnTo>
                <a:lnTo>
                  <a:pt x="54663" y="1169"/>
                </a:lnTo>
                <a:lnTo>
                  <a:pt x="54956" y="1063"/>
                </a:lnTo>
                <a:lnTo>
                  <a:pt x="55131" y="903"/>
                </a:lnTo>
                <a:lnTo>
                  <a:pt x="55423" y="797"/>
                </a:lnTo>
                <a:lnTo>
                  <a:pt x="55656" y="638"/>
                </a:lnTo>
                <a:lnTo>
                  <a:pt x="55948" y="531"/>
                </a:lnTo>
                <a:lnTo>
                  <a:pt x="56240" y="425"/>
                </a:lnTo>
                <a:lnTo>
                  <a:pt x="56532" y="265"/>
                </a:lnTo>
                <a:lnTo>
                  <a:pt x="56941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7269850" y="2587553"/>
            <a:ext cx="56708" cy="30146"/>
          </a:xfrm>
          <a:custGeom>
            <a:avLst/>
            <a:gdLst/>
            <a:ahLst/>
            <a:cxnLst/>
            <a:rect l="l" t="t" r="r" b="b"/>
            <a:pathLst>
              <a:path w="56708" h="30146">
                <a:moveTo>
                  <a:pt x="0" y="30146"/>
                </a:moveTo>
                <a:lnTo>
                  <a:pt x="292" y="30039"/>
                </a:lnTo>
                <a:lnTo>
                  <a:pt x="584" y="29933"/>
                </a:lnTo>
                <a:lnTo>
                  <a:pt x="700" y="29774"/>
                </a:lnTo>
                <a:lnTo>
                  <a:pt x="992" y="29508"/>
                </a:lnTo>
                <a:lnTo>
                  <a:pt x="1284" y="29401"/>
                </a:lnTo>
                <a:lnTo>
                  <a:pt x="1576" y="29242"/>
                </a:lnTo>
                <a:lnTo>
                  <a:pt x="1985" y="29136"/>
                </a:lnTo>
                <a:lnTo>
                  <a:pt x="2277" y="28870"/>
                </a:lnTo>
                <a:lnTo>
                  <a:pt x="2569" y="28763"/>
                </a:lnTo>
                <a:lnTo>
                  <a:pt x="2803" y="28604"/>
                </a:lnTo>
                <a:lnTo>
                  <a:pt x="3095" y="28604"/>
                </a:lnTo>
                <a:lnTo>
                  <a:pt x="3270" y="28391"/>
                </a:lnTo>
                <a:lnTo>
                  <a:pt x="3504" y="28232"/>
                </a:lnTo>
                <a:lnTo>
                  <a:pt x="3796" y="28125"/>
                </a:lnTo>
                <a:lnTo>
                  <a:pt x="4263" y="27966"/>
                </a:lnTo>
                <a:lnTo>
                  <a:pt x="4496" y="2770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062"/>
                </a:lnTo>
                <a:lnTo>
                  <a:pt x="5781" y="26956"/>
                </a:lnTo>
                <a:lnTo>
                  <a:pt x="6190" y="26849"/>
                </a:lnTo>
                <a:lnTo>
                  <a:pt x="6482" y="26690"/>
                </a:lnTo>
                <a:lnTo>
                  <a:pt x="6774" y="26424"/>
                </a:lnTo>
                <a:lnTo>
                  <a:pt x="7066" y="26318"/>
                </a:lnTo>
                <a:lnTo>
                  <a:pt x="7358" y="26158"/>
                </a:lnTo>
                <a:lnTo>
                  <a:pt x="7592" y="26158"/>
                </a:lnTo>
                <a:lnTo>
                  <a:pt x="7884" y="25946"/>
                </a:lnTo>
                <a:lnTo>
                  <a:pt x="8176" y="25786"/>
                </a:lnTo>
                <a:lnTo>
                  <a:pt x="8468" y="25680"/>
                </a:lnTo>
                <a:lnTo>
                  <a:pt x="8760" y="25520"/>
                </a:lnTo>
                <a:lnTo>
                  <a:pt x="9052" y="25307"/>
                </a:lnTo>
                <a:lnTo>
                  <a:pt x="9285" y="25148"/>
                </a:lnTo>
                <a:lnTo>
                  <a:pt x="9577" y="25042"/>
                </a:lnTo>
                <a:lnTo>
                  <a:pt x="9869" y="24882"/>
                </a:lnTo>
                <a:lnTo>
                  <a:pt x="10161" y="24616"/>
                </a:lnTo>
                <a:lnTo>
                  <a:pt x="10570" y="24510"/>
                </a:lnTo>
                <a:lnTo>
                  <a:pt x="10745" y="24404"/>
                </a:lnTo>
                <a:lnTo>
                  <a:pt x="10979" y="24244"/>
                </a:lnTo>
                <a:lnTo>
                  <a:pt x="11271" y="23978"/>
                </a:lnTo>
                <a:lnTo>
                  <a:pt x="11563" y="23872"/>
                </a:lnTo>
                <a:lnTo>
                  <a:pt x="11855" y="23872"/>
                </a:lnTo>
                <a:lnTo>
                  <a:pt x="12147" y="23766"/>
                </a:lnTo>
                <a:lnTo>
                  <a:pt x="12556" y="23500"/>
                </a:lnTo>
                <a:lnTo>
                  <a:pt x="12848" y="23340"/>
                </a:lnTo>
                <a:lnTo>
                  <a:pt x="13140" y="23234"/>
                </a:lnTo>
                <a:lnTo>
                  <a:pt x="13257" y="23074"/>
                </a:lnTo>
                <a:lnTo>
                  <a:pt x="13549" y="22862"/>
                </a:lnTo>
                <a:lnTo>
                  <a:pt x="13841" y="22702"/>
                </a:lnTo>
                <a:lnTo>
                  <a:pt x="14133" y="22596"/>
                </a:lnTo>
                <a:lnTo>
                  <a:pt x="14542" y="22436"/>
                </a:lnTo>
                <a:lnTo>
                  <a:pt x="14834" y="22224"/>
                </a:lnTo>
                <a:lnTo>
                  <a:pt x="15067" y="22064"/>
                </a:lnTo>
                <a:lnTo>
                  <a:pt x="15359" y="21958"/>
                </a:lnTo>
                <a:lnTo>
                  <a:pt x="15651" y="21798"/>
                </a:lnTo>
                <a:lnTo>
                  <a:pt x="15826" y="21586"/>
                </a:lnTo>
                <a:lnTo>
                  <a:pt x="16060" y="21586"/>
                </a:lnTo>
                <a:lnTo>
                  <a:pt x="16352" y="21426"/>
                </a:lnTo>
                <a:lnTo>
                  <a:pt x="16761" y="21320"/>
                </a:lnTo>
                <a:lnTo>
                  <a:pt x="17053" y="21054"/>
                </a:lnTo>
                <a:lnTo>
                  <a:pt x="17345" y="20895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416"/>
                </a:lnTo>
                <a:lnTo>
                  <a:pt x="18338" y="20257"/>
                </a:lnTo>
                <a:lnTo>
                  <a:pt x="18746" y="20150"/>
                </a:lnTo>
                <a:lnTo>
                  <a:pt x="19038" y="20044"/>
                </a:lnTo>
                <a:lnTo>
                  <a:pt x="19330" y="19778"/>
                </a:lnTo>
                <a:lnTo>
                  <a:pt x="19622" y="19619"/>
                </a:lnTo>
                <a:lnTo>
                  <a:pt x="19914" y="19512"/>
                </a:lnTo>
                <a:lnTo>
                  <a:pt x="20148" y="19353"/>
                </a:lnTo>
                <a:lnTo>
                  <a:pt x="20440" y="19246"/>
                </a:lnTo>
                <a:lnTo>
                  <a:pt x="20732" y="19140"/>
                </a:lnTo>
                <a:lnTo>
                  <a:pt x="21024" y="18980"/>
                </a:lnTo>
                <a:lnTo>
                  <a:pt x="21316" y="18874"/>
                </a:lnTo>
                <a:lnTo>
                  <a:pt x="21608" y="18608"/>
                </a:lnTo>
                <a:lnTo>
                  <a:pt x="21842" y="18502"/>
                </a:lnTo>
                <a:lnTo>
                  <a:pt x="22134" y="18342"/>
                </a:lnTo>
                <a:lnTo>
                  <a:pt x="22426" y="18236"/>
                </a:lnTo>
                <a:lnTo>
                  <a:pt x="22718" y="17970"/>
                </a:lnTo>
                <a:lnTo>
                  <a:pt x="23127" y="17811"/>
                </a:lnTo>
                <a:lnTo>
                  <a:pt x="23302" y="17704"/>
                </a:lnTo>
                <a:lnTo>
                  <a:pt x="23535" y="17598"/>
                </a:lnTo>
                <a:lnTo>
                  <a:pt x="23827" y="17332"/>
                </a:lnTo>
                <a:lnTo>
                  <a:pt x="24119" y="17173"/>
                </a:lnTo>
                <a:lnTo>
                  <a:pt x="24411" y="17066"/>
                </a:lnTo>
                <a:lnTo>
                  <a:pt x="24703" y="16960"/>
                </a:lnTo>
                <a:lnTo>
                  <a:pt x="25112" y="16801"/>
                </a:lnTo>
                <a:lnTo>
                  <a:pt x="25404" y="16694"/>
                </a:lnTo>
                <a:lnTo>
                  <a:pt x="25696" y="16535"/>
                </a:lnTo>
                <a:lnTo>
                  <a:pt x="26105" y="16163"/>
                </a:lnTo>
                <a:lnTo>
                  <a:pt x="26397" y="16056"/>
                </a:lnTo>
                <a:lnTo>
                  <a:pt x="26631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24" y="15418"/>
                </a:lnTo>
                <a:lnTo>
                  <a:pt x="27916" y="15259"/>
                </a:lnTo>
                <a:lnTo>
                  <a:pt x="28208" y="15152"/>
                </a:lnTo>
                <a:lnTo>
                  <a:pt x="28324" y="14887"/>
                </a:lnTo>
                <a:lnTo>
                  <a:pt x="28616" y="14727"/>
                </a:lnTo>
                <a:lnTo>
                  <a:pt x="28908" y="14621"/>
                </a:lnTo>
                <a:lnTo>
                  <a:pt x="29317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717"/>
                </a:lnTo>
                <a:lnTo>
                  <a:pt x="31303" y="13451"/>
                </a:lnTo>
                <a:lnTo>
                  <a:pt x="31595" y="13345"/>
                </a:lnTo>
                <a:lnTo>
                  <a:pt x="31887" y="13079"/>
                </a:lnTo>
                <a:lnTo>
                  <a:pt x="32179" y="12973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441"/>
                </a:lnTo>
                <a:lnTo>
                  <a:pt x="33288" y="12334"/>
                </a:lnTo>
                <a:lnTo>
                  <a:pt x="33580" y="12334"/>
                </a:lnTo>
                <a:lnTo>
                  <a:pt x="33872" y="12175"/>
                </a:lnTo>
                <a:lnTo>
                  <a:pt x="34106" y="11909"/>
                </a:lnTo>
                <a:lnTo>
                  <a:pt x="34398" y="11803"/>
                </a:lnTo>
                <a:lnTo>
                  <a:pt x="34690" y="11643"/>
                </a:lnTo>
                <a:lnTo>
                  <a:pt x="34982" y="11537"/>
                </a:lnTo>
                <a:lnTo>
                  <a:pt x="35274" y="11271"/>
                </a:lnTo>
                <a:lnTo>
                  <a:pt x="35683" y="11165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633"/>
                </a:lnTo>
                <a:lnTo>
                  <a:pt x="36676" y="10527"/>
                </a:lnTo>
                <a:lnTo>
                  <a:pt x="36968" y="10367"/>
                </a:lnTo>
                <a:lnTo>
                  <a:pt x="37260" y="10261"/>
                </a:lnTo>
                <a:lnTo>
                  <a:pt x="37669" y="9995"/>
                </a:lnTo>
                <a:lnTo>
                  <a:pt x="37961" y="9995"/>
                </a:lnTo>
                <a:lnTo>
                  <a:pt x="38194" y="9889"/>
                </a:lnTo>
                <a:lnTo>
                  <a:pt x="38369" y="9729"/>
                </a:lnTo>
                <a:lnTo>
                  <a:pt x="38661" y="9463"/>
                </a:lnTo>
                <a:lnTo>
                  <a:pt x="38953" y="9357"/>
                </a:lnTo>
                <a:lnTo>
                  <a:pt x="39187" y="9251"/>
                </a:lnTo>
                <a:lnTo>
                  <a:pt x="39654" y="9091"/>
                </a:lnTo>
                <a:lnTo>
                  <a:pt x="39888" y="8825"/>
                </a:lnTo>
                <a:lnTo>
                  <a:pt x="40180" y="8719"/>
                </a:lnTo>
                <a:lnTo>
                  <a:pt x="40472" y="8560"/>
                </a:lnTo>
                <a:lnTo>
                  <a:pt x="40764" y="8453"/>
                </a:lnTo>
                <a:lnTo>
                  <a:pt x="40881" y="8187"/>
                </a:lnTo>
                <a:lnTo>
                  <a:pt x="41173" y="8081"/>
                </a:lnTo>
                <a:lnTo>
                  <a:pt x="41465" y="7922"/>
                </a:lnTo>
                <a:lnTo>
                  <a:pt x="41874" y="7815"/>
                </a:lnTo>
                <a:lnTo>
                  <a:pt x="42166" y="7549"/>
                </a:lnTo>
                <a:lnTo>
                  <a:pt x="42458" y="7549"/>
                </a:lnTo>
                <a:lnTo>
                  <a:pt x="42750" y="7443"/>
                </a:lnTo>
                <a:lnTo>
                  <a:pt x="43042" y="7284"/>
                </a:lnTo>
                <a:lnTo>
                  <a:pt x="43275" y="7071"/>
                </a:lnTo>
                <a:lnTo>
                  <a:pt x="43450" y="691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380"/>
                </a:lnTo>
                <a:lnTo>
                  <a:pt x="44735" y="6273"/>
                </a:lnTo>
                <a:lnTo>
                  <a:pt x="44969" y="6167"/>
                </a:lnTo>
                <a:lnTo>
                  <a:pt x="45261" y="6007"/>
                </a:lnTo>
                <a:lnTo>
                  <a:pt x="45553" y="5742"/>
                </a:lnTo>
                <a:lnTo>
                  <a:pt x="45962" y="5635"/>
                </a:lnTo>
                <a:lnTo>
                  <a:pt x="46137" y="5529"/>
                </a:lnTo>
                <a:lnTo>
                  <a:pt x="46429" y="5369"/>
                </a:lnTo>
                <a:lnTo>
                  <a:pt x="46662" y="5263"/>
                </a:lnTo>
                <a:lnTo>
                  <a:pt x="46954" y="5104"/>
                </a:lnTo>
                <a:lnTo>
                  <a:pt x="47246" y="4997"/>
                </a:lnTo>
                <a:lnTo>
                  <a:pt x="47538" y="4838"/>
                </a:lnTo>
                <a:lnTo>
                  <a:pt x="47830" y="4625"/>
                </a:lnTo>
                <a:lnTo>
                  <a:pt x="48239" y="4466"/>
                </a:lnTo>
                <a:lnTo>
                  <a:pt x="48648" y="4200"/>
                </a:lnTo>
                <a:lnTo>
                  <a:pt x="48940" y="3987"/>
                </a:lnTo>
                <a:lnTo>
                  <a:pt x="49232" y="3828"/>
                </a:lnTo>
                <a:lnTo>
                  <a:pt x="49524" y="3721"/>
                </a:lnTo>
                <a:lnTo>
                  <a:pt x="49758" y="3562"/>
                </a:lnTo>
                <a:lnTo>
                  <a:pt x="50225" y="3296"/>
                </a:lnTo>
                <a:lnTo>
                  <a:pt x="50517" y="3190"/>
                </a:lnTo>
                <a:lnTo>
                  <a:pt x="50751" y="3083"/>
                </a:lnTo>
                <a:lnTo>
                  <a:pt x="50926" y="2924"/>
                </a:lnTo>
                <a:lnTo>
                  <a:pt x="51218" y="2817"/>
                </a:lnTo>
                <a:lnTo>
                  <a:pt x="51451" y="2658"/>
                </a:lnTo>
                <a:lnTo>
                  <a:pt x="51743" y="2552"/>
                </a:lnTo>
                <a:lnTo>
                  <a:pt x="52211" y="2445"/>
                </a:lnTo>
                <a:lnTo>
                  <a:pt x="52444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320" y="1754"/>
                </a:lnTo>
                <a:lnTo>
                  <a:pt x="53437" y="1541"/>
                </a:lnTo>
                <a:lnTo>
                  <a:pt x="53729" y="1382"/>
                </a:lnTo>
                <a:lnTo>
                  <a:pt x="54021" y="1276"/>
                </a:lnTo>
                <a:lnTo>
                  <a:pt x="54430" y="1116"/>
                </a:lnTo>
                <a:lnTo>
                  <a:pt x="54722" y="903"/>
                </a:lnTo>
                <a:lnTo>
                  <a:pt x="55014" y="744"/>
                </a:lnTo>
                <a:lnTo>
                  <a:pt x="55306" y="638"/>
                </a:lnTo>
                <a:lnTo>
                  <a:pt x="55540" y="638"/>
                </a:lnTo>
                <a:lnTo>
                  <a:pt x="55832" y="372"/>
                </a:lnTo>
                <a:lnTo>
                  <a:pt x="56007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7326558" y="2557194"/>
            <a:ext cx="56824" cy="30358"/>
          </a:xfrm>
          <a:custGeom>
            <a:avLst/>
            <a:gdLst/>
            <a:ahLst/>
            <a:cxnLst/>
            <a:rect l="l" t="t" r="r" b="b"/>
            <a:pathLst>
              <a:path w="56824" h="30358">
                <a:moveTo>
                  <a:pt x="0" y="30358"/>
                </a:moveTo>
                <a:lnTo>
                  <a:pt x="292" y="30093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720"/>
                </a:lnTo>
                <a:lnTo>
                  <a:pt x="1401" y="29455"/>
                </a:lnTo>
                <a:lnTo>
                  <a:pt x="1810" y="29295"/>
                </a:lnTo>
                <a:lnTo>
                  <a:pt x="1985" y="29189"/>
                </a:lnTo>
                <a:lnTo>
                  <a:pt x="2219" y="29029"/>
                </a:lnTo>
                <a:lnTo>
                  <a:pt x="2511" y="28817"/>
                </a:lnTo>
                <a:lnTo>
                  <a:pt x="2803" y="28657"/>
                </a:lnTo>
                <a:lnTo>
                  <a:pt x="3095" y="28657"/>
                </a:lnTo>
                <a:lnTo>
                  <a:pt x="3387" y="28551"/>
                </a:lnTo>
                <a:lnTo>
                  <a:pt x="3679" y="28285"/>
                </a:lnTo>
                <a:lnTo>
                  <a:pt x="4088" y="28179"/>
                </a:lnTo>
                <a:lnTo>
                  <a:pt x="4380" y="28019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06" y="27275"/>
                </a:lnTo>
                <a:lnTo>
                  <a:pt x="6073" y="27009"/>
                </a:lnTo>
                <a:lnTo>
                  <a:pt x="6307" y="26849"/>
                </a:lnTo>
                <a:lnTo>
                  <a:pt x="6599" y="26743"/>
                </a:lnTo>
                <a:lnTo>
                  <a:pt x="6891" y="26637"/>
                </a:lnTo>
                <a:lnTo>
                  <a:pt x="7066" y="26371"/>
                </a:lnTo>
                <a:lnTo>
                  <a:pt x="7300" y="26371"/>
                </a:lnTo>
                <a:lnTo>
                  <a:pt x="7592" y="26211"/>
                </a:lnTo>
                <a:lnTo>
                  <a:pt x="8001" y="26105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169" y="25467"/>
                </a:lnTo>
                <a:lnTo>
                  <a:pt x="9285" y="25201"/>
                </a:lnTo>
                <a:lnTo>
                  <a:pt x="9577" y="25095"/>
                </a:lnTo>
                <a:lnTo>
                  <a:pt x="9869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57"/>
                </a:lnTo>
                <a:lnTo>
                  <a:pt x="11154" y="24297"/>
                </a:lnTo>
                <a:lnTo>
                  <a:pt x="11388" y="24191"/>
                </a:lnTo>
                <a:lnTo>
                  <a:pt x="11680" y="24031"/>
                </a:lnTo>
                <a:lnTo>
                  <a:pt x="11855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081" y="23287"/>
                </a:lnTo>
                <a:lnTo>
                  <a:pt x="13373" y="23128"/>
                </a:lnTo>
                <a:lnTo>
                  <a:pt x="13665" y="23021"/>
                </a:lnTo>
                <a:lnTo>
                  <a:pt x="13958" y="22755"/>
                </a:lnTo>
                <a:lnTo>
                  <a:pt x="14366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2011"/>
                </a:lnTo>
                <a:lnTo>
                  <a:pt x="15651" y="21852"/>
                </a:lnTo>
                <a:lnTo>
                  <a:pt x="15943" y="21745"/>
                </a:lnTo>
                <a:lnTo>
                  <a:pt x="16235" y="21586"/>
                </a:lnTo>
                <a:lnTo>
                  <a:pt x="16644" y="21479"/>
                </a:lnTo>
                <a:lnTo>
                  <a:pt x="16936" y="21373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841"/>
                </a:lnTo>
                <a:lnTo>
                  <a:pt x="17870" y="20682"/>
                </a:lnTo>
                <a:lnTo>
                  <a:pt x="18162" y="20576"/>
                </a:lnTo>
                <a:lnTo>
                  <a:pt x="18630" y="20310"/>
                </a:lnTo>
                <a:lnTo>
                  <a:pt x="18863" y="20203"/>
                </a:lnTo>
                <a:lnTo>
                  <a:pt x="19155" y="20044"/>
                </a:lnTo>
                <a:lnTo>
                  <a:pt x="19447" y="19938"/>
                </a:lnTo>
                <a:lnTo>
                  <a:pt x="19564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557" y="19299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927"/>
                </a:lnTo>
                <a:lnTo>
                  <a:pt x="21725" y="18768"/>
                </a:lnTo>
                <a:lnTo>
                  <a:pt x="22017" y="18502"/>
                </a:lnTo>
                <a:lnTo>
                  <a:pt x="22426" y="18289"/>
                </a:lnTo>
                <a:lnTo>
                  <a:pt x="22835" y="18130"/>
                </a:lnTo>
                <a:lnTo>
                  <a:pt x="23127" y="17864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226"/>
                </a:lnTo>
                <a:lnTo>
                  <a:pt x="24411" y="17120"/>
                </a:lnTo>
                <a:lnTo>
                  <a:pt x="24820" y="16960"/>
                </a:lnTo>
                <a:lnTo>
                  <a:pt x="25112" y="16960"/>
                </a:lnTo>
                <a:lnTo>
                  <a:pt x="25346" y="16747"/>
                </a:lnTo>
                <a:lnTo>
                  <a:pt x="25638" y="16588"/>
                </a:lnTo>
                <a:lnTo>
                  <a:pt x="25930" y="16482"/>
                </a:lnTo>
                <a:lnTo>
                  <a:pt x="26222" y="16322"/>
                </a:lnTo>
                <a:lnTo>
                  <a:pt x="26514" y="16056"/>
                </a:lnTo>
                <a:lnTo>
                  <a:pt x="26923" y="15950"/>
                </a:lnTo>
                <a:lnTo>
                  <a:pt x="27331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208" y="15206"/>
                </a:lnTo>
                <a:lnTo>
                  <a:pt x="28500" y="15046"/>
                </a:lnTo>
                <a:lnTo>
                  <a:pt x="28733" y="14780"/>
                </a:lnTo>
                <a:lnTo>
                  <a:pt x="29200" y="14674"/>
                </a:lnTo>
                <a:lnTo>
                  <a:pt x="29434" y="14674"/>
                </a:lnTo>
                <a:lnTo>
                  <a:pt x="29609" y="14514"/>
                </a:lnTo>
                <a:lnTo>
                  <a:pt x="29901" y="14302"/>
                </a:lnTo>
                <a:lnTo>
                  <a:pt x="30193" y="14142"/>
                </a:lnTo>
                <a:lnTo>
                  <a:pt x="30427" y="14036"/>
                </a:lnTo>
                <a:lnTo>
                  <a:pt x="30719" y="13876"/>
                </a:lnTo>
                <a:lnTo>
                  <a:pt x="31128" y="13664"/>
                </a:lnTo>
                <a:lnTo>
                  <a:pt x="31420" y="13504"/>
                </a:lnTo>
                <a:lnTo>
                  <a:pt x="31712" y="13398"/>
                </a:lnTo>
                <a:lnTo>
                  <a:pt x="32004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2996" y="12600"/>
                </a:lnTo>
                <a:lnTo>
                  <a:pt x="33405" y="12334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2122"/>
                </a:lnTo>
                <a:lnTo>
                  <a:pt x="34515" y="11856"/>
                </a:lnTo>
                <a:lnTo>
                  <a:pt x="34690" y="11696"/>
                </a:lnTo>
                <a:lnTo>
                  <a:pt x="34982" y="11590"/>
                </a:lnTo>
                <a:lnTo>
                  <a:pt x="35391" y="11484"/>
                </a:lnTo>
                <a:lnTo>
                  <a:pt x="35683" y="11218"/>
                </a:lnTo>
                <a:lnTo>
                  <a:pt x="35975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580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02" y="10048"/>
                </a:lnTo>
                <a:lnTo>
                  <a:pt x="38194" y="9942"/>
                </a:lnTo>
                <a:lnTo>
                  <a:pt x="38486" y="9782"/>
                </a:lnTo>
                <a:lnTo>
                  <a:pt x="38778" y="9676"/>
                </a:lnTo>
                <a:lnTo>
                  <a:pt x="39070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9038"/>
                </a:lnTo>
                <a:lnTo>
                  <a:pt x="40180" y="8772"/>
                </a:lnTo>
                <a:lnTo>
                  <a:pt x="40472" y="8613"/>
                </a:lnTo>
                <a:lnTo>
                  <a:pt x="40764" y="8506"/>
                </a:lnTo>
                <a:lnTo>
                  <a:pt x="40997" y="8400"/>
                </a:lnTo>
                <a:lnTo>
                  <a:pt x="41290" y="8134"/>
                </a:lnTo>
                <a:lnTo>
                  <a:pt x="41757" y="7975"/>
                </a:lnTo>
                <a:lnTo>
                  <a:pt x="41990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691" y="7496"/>
                </a:lnTo>
                <a:lnTo>
                  <a:pt x="42983" y="7337"/>
                </a:lnTo>
                <a:lnTo>
                  <a:pt x="43275" y="7230"/>
                </a:lnTo>
                <a:lnTo>
                  <a:pt x="43684" y="6965"/>
                </a:lnTo>
                <a:lnTo>
                  <a:pt x="43976" y="6858"/>
                </a:lnTo>
                <a:lnTo>
                  <a:pt x="44268" y="6699"/>
                </a:lnTo>
                <a:lnTo>
                  <a:pt x="44560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553" y="5954"/>
                </a:lnTo>
                <a:lnTo>
                  <a:pt x="45962" y="5688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423"/>
                </a:lnTo>
                <a:lnTo>
                  <a:pt x="47071" y="5157"/>
                </a:lnTo>
                <a:lnTo>
                  <a:pt x="47246" y="5050"/>
                </a:lnTo>
                <a:lnTo>
                  <a:pt x="47538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473" y="4412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881"/>
                </a:lnTo>
                <a:lnTo>
                  <a:pt x="49641" y="3774"/>
                </a:lnTo>
                <a:lnTo>
                  <a:pt x="49933" y="3615"/>
                </a:lnTo>
                <a:lnTo>
                  <a:pt x="50167" y="3509"/>
                </a:lnTo>
                <a:lnTo>
                  <a:pt x="50459" y="3243"/>
                </a:lnTo>
                <a:lnTo>
                  <a:pt x="50751" y="3083"/>
                </a:lnTo>
                <a:lnTo>
                  <a:pt x="51043" y="3083"/>
                </a:lnTo>
                <a:lnTo>
                  <a:pt x="51335" y="2977"/>
                </a:lnTo>
                <a:lnTo>
                  <a:pt x="51627" y="2711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320" y="1807"/>
                </a:lnTo>
                <a:lnTo>
                  <a:pt x="53554" y="1541"/>
                </a:lnTo>
                <a:lnTo>
                  <a:pt x="53846" y="1435"/>
                </a:lnTo>
                <a:lnTo>
                  <a:pt x="54255" y="1329"/>
                </a:lnTo>
                <a:lnTo>
                  <a:pt x="54547" y="1169"/>
                </a:lnTo>
                <a:lnTo>
                  <a:pt x="54722" y="903"/>
                </a:lnTo>
                <a:lnTo>
                  <a:pt x="55014" y="797"/>
                </a:lnTo>
                <a:lnTo>
                  <a:pt x="55248" y="691"/>
                </a:lnTo>
                <a:lnTo>
                  <a:pt x="55540" y="691"/>
                </a:lnTo>
                <a:lnTo>
                  <a:pt x="55832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7383383" y="2526888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093"/>
                </a:lnTo>
                <a:lnTo>
                  <a:pt x="408" y="29933"/>
                </a:lnTo>
                <a:lnTo>
                  <a:pt x="700" y="29827"/>
                </a:lnTo>
                <a:lnTo>
                  <a:pt x="992" y="29667"/>
                </a:lnTo>
                <a:lnTo>
                  <a:pt x="1284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763"/>
                </a:lnTo>
                <a:lnTo>
                  <a:pt x="2803" y="28657"/>
                </a:lnTo>
                <a:lnTo>
                  <a:pt x="2978" y="28657"/>
                </a:lnTo>
                <a:lnTo>
                  <a:pt x="3212" y="28551"/>
                </a:lnTo>
                <a:lnTo>
                  <a:pt x="3679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080" y="27487"/>
                </a:lnTo>
                <a:lnTo>
                  <a:pt x="5372" y="27381"/>
                </a:lnTo>
                <a:lnTo>
                  <a:pt x="5664" y="27275"/>
                </a:lnTo>
                <a:lnTo>
                  <a:pt x="5898" y="27009"/>
                </a:lnTo>
                <a:lnTo>
                  <a:pt x="6190" y="26849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371"/>
                </a:lnTo>
                <a:lnTo>
                  <a:pt x="7358" y="26371"/>
                </a:lnTo>
                <a:lnTo>
                  <a:pt x="7592" y="26211"/>
                </a:lnTo>
                <a:lnTo>
                  <a:pt x="7884" y="26105"/>
                </a:lnTo>
                <a:lnTo>
                  <a:pt x="8176" y="25839"/>
                </a:lnTo>
                <a:lnTo>
                  <a:pt x="8468" y="25733"/>
                </a:lnTo>
                <a:lnTo>
                  <a:pt x="8760" y="25573"/>
                </a:lnTo>
                <a:lnTo>
                  <a:pt x="8993" y="25467"/>
                </a:lnTo>
                <a:lnTo>
                  <a:pt x="9285" y="25201"/>
                </a:lnTo>
                <a:lnTo>
                  <a:pt x="9577" y="25042"/>
                </a:lnTo>
                <a:lnTo>
                  <a:pt x="9986" y="24935"/>
                </a:lnTo>
                <a:lnTo>
                  <a:pt x="10278" y="24829"/>
                </a:lnTo>
                <a:lnTo>
                  <a:pt x="10453" y="24563"/>
                </a:lnTo>
                <a:lnTo>
                  <a:pt x="10687" y="24404"/>
                </a:lnTo>
                <a:lnTo>
                  <a:pt x="10979" y="24297"/>
                </a:lnTo>
                <a:lnTo>
                  <a:pt x="11271" y="24191"/>
                </a:lnTo>
                <a:lnTo>
                  <a:pt x="11563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775" y="22383"/>
                </a:lnTo>
                <a:lnTo>
                  <a:pt x="15067" y="22117"/>
                </a:lnTo>
                <a:lnTo>
                  <a:pt x="15359" y="21958"/>
                </a:lnTo>
                <a:lnTo>
                  <a:pt x="15534" y="21852"/>
                </a:lnTo>
                <a:lnTo>
                  <a:pt x="15768" y="21745"/>
                </a:lnTo>
                <a:lnTo>
                  <a:pt x="16235" y="21586"/>
                </a:lnTo>
                <a:lnTo>
                  <a:pt x="16469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637" y="20841"/>
                </a:lnTo>
                <a:lnTo>
                  <a:pt x="17929" y="20682"/>
                </a:lnTo>
                <a:lnTo>
                  <a:pt x="18162" y="20576"/>
                </a:lnTo>
                <a:lnTo>
                  <a:pt x="18454" y="20310"/>
                </a:lnTo>
                <a:lnTo>
                  <a:pt x="18746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672"/>
                </a:lnTo>
                <a:lnTo>
                  <a:pt x="19856" y="19565"/>
                </a:lnTo>
                <a:lnTo>
                  <a:pt x="20148" y="19406"/>
                </a:lnTo>
                <a:lnTo>
                  <a:pt x="20440" y="19406"/>
                </a:lnTo>
                <a:lnTo>
                  <a:pt x="20732" y="19140"/>
                </a:lnTo>
                <a:lnTo>
                  <a:pt x="21024" y="19034"/>
                </a:lnTo>
                <a:lnTo>
                  <a:pt x="21316" y="18874"/>
                </a:lnTo>
                <a:lnTo>
                  <a:pt x="21550" y="18768"/>
                </a:lnTo>
                <a:lnTo>
                  <a:pt x="21842" y="18502"/>
                </a:lnTo>
                <a:lnTo>
                  <a:pt x="22134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010" y="17864"/>
                </a:lnTo>
                <a:lnTo>
                  <a:pt x="23243" y="17758"/>
                </a:lnTo>
                <a:lnTo>
                  <a:pt x="23535" y="17598"/>
                </a:lnTo>
                <a:lnTo>
                  <a:pt x="23827" y="17492"/>
                </a:lnTo>
                <a:lnTo>
                  <a:pt x="24119" y="17226"/>
                </a:lnTo>
                <a:lnTo>
                  <a:pt x="24528" y="17120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339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31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032" y="15152"/>
                </a:lnTo>
                <a:lnTo>
                  <a:pt x="28324" y="15046"/>
                </a:lnTo>
                <a:lnTo>
                  <a:pt x="28792" y="14780"/>
                </a:lnTo>
                <a:lnTo>
                  <a:pt x="29025" y="14780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249"/>
                </a:lnTo>
                <a:lnTo>
                  <a:pt x="30193" y="14142"/>
                </a:lnTo>
                <a:lnTo>
                  <a:pt x="30485" y="14036"/>
                </a:lnTo>
                <a:lnTo>
                  <a:pt x="30719" y="13876"/>
                </a:lnTo>
                <a:lnTo>
                  <a:pt x="31011" y="13611"/>
                </a:lnTo>
                <a:lnTo>
                  <a:pt x="31303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20" y="12973"/>
                </a:lnTo>
                <a:lnTo>
                  <a:pt x="32412" y="12866"/>
                </a:lnTo>
                <a:lnTo>
                  <a:pt x="32704" y="12760"/>
                </a:lnTo>
                <a:lnTo>
                  <a:pt x="33113" y="12600"/>
                </a:lnTo>
                <a:lnTo>
                  <a:pt x="33288" y="12334"/>
                </a:lnTo>
                <a:lnTo>
                  <a:pt x="33580" y="12334"/>
                </a:lnTo>
                <a:lnTo>
                  <a:pt x="33814" y="12228"/>
                </a:lnTo>
                <a:lnTo>
                  <a:pt x="34106" y="12069"/>
                </a:lnTo>
                <a:lnTo>
                  <a:pt x="34398" y="11856"/>
                </a:lnTo>
                <a:lnTo>
                  <a:pt x="34690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508" y="11218"/>
                </a:lnTo>
                <a:lnTo>
                  <a:pt x="35800" y="11058"/>
                </a:lnTo>
                <a:lnTo>
                  <a:pt x="36092" y="10952"/>
                </a:lnTo>
                <a:lnTo>
                  <a:pt x="36384" y="10793"/>
                </a:lnTo>
                <a:lnTo>
                  <a:pt x="36676" y="10527"/>
                </a:lnTo>
                <a:lnTo>
                  <a:pt x="37085" y="10420"/>
                </a:lnTo>
                <a:lnTo>
                  <a:pt x="37377" y="10314"/>
                </a:lnTo>
                <a:lnTo>
                  <a:pt x="37669" y="10155"/>
                </a:lnTo>
                <a:lnTo>
                  <a:pt x="37961" y="10048"/>
                </a:lnTo>
                <a:lnTo>
                  <a:pt x="38077" y="9889"/>
                </a:lnTo>
                <a:lnTo>
                  <a:pt x="38369" y="9782"/>
                </a:lnTo>
                <a:lnTo>
                  <a:pt x="38661" y="9676"/>
                </a:lnTo>
                <a:lnTo>
                  <a:pt x="38895" y="9410"/>
                </a:lnTo>
                <a:lnTo>
                  <a:pt x="39362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772"/>
                </a:lnTo>
                <a:lnTo>
                  <a:pt x="40472" y="8613"/>
                </a:lnTo>
                <a:lnTo>
                  <a:pt x="40881" y="8347"/>
                </a:lnTo>
                <a:lnTo>
                  <a:pt x="41290" y="8134"/>
                </a:lnTo>
                <a:lnTo>
                  <a:pt x="41582" y="7975"/>
                </a:lnTo>
                <a:lnTo>
                  <a:pt x="41874" y="7868"/>
                </a:lnTo>
                <a:lnTo>
                  <a:pt x="42166" y="7709"/>
                </a:lnTo>
                <a:lnTo>
                  <a:pt x="42458" y="7603"/>
                </a:lnTo>
                <a:lnTo>
                  <a:pt x="42750" y="7443"/>
                </a:lnTo>
                <a:lnTo>
                  <a:pt x="42983" y="7337"/>
                </a:lnTo>
                <a:lnTo>
                  <a:pt x="43275" y="7230"/>
                </a:lnTo>
                <a:lnTo>
                  <a:pt x="43567" y="6965"/>
                </a:lnTo>
                <a:lnTo>
                  <a:pt x="43859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677" y="6326"/>
                </a:lnTo>
                <a:lnTo>
                  <a:pt x="44969" y="6167"/>
                </a:lnTo>
                <a:lnTo>
                  <a:pt x="45261" y="6061"/>
                </a:lnTo>
                <a:lnTo>
                  <a:pt x="45670" y="5901"/>
                </a:lnTo>
                <a:lnTo>
                  <a:pt x="45845" y="5688"/>
                </a:lnTo>
                <a:lnTo>
                  <a:pt x="46137" y="5529"/>
                </a:lnTo>
                <a:lnTo>
                  <a:pt x="46370" y="5423"/>
                </a:lnTo>
                <a:lnTo>
                  <a:pt x="46662" y="5423"/>
                </a:lnTo>
                <a:lnTo>
                  <a:pt x="46954" y="5157"/>
                </a:lnTo>
                <a:lnTo>
                  <a:pt x="47246" y="5050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147"/>
                </a:lnTo>
                <a:lnTo>
                  <a:pt x="49232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459" y="3243"/>
                </a:lnTo>
                <a:lnTo>
                  <a:pt x="50634" y="3083"/>
                </a:lnTo>
                <a:lnTo>
                  <a:pt x="50926" y="3083"/>
                </a:lnTo>
                <a:lnTo>
                  <a:pt x="51159" y="2977"/>
                </a:lnTo>
                <a:lnTo>
                  <a:pt x="51451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145" y="1807"/>
                </a:lnTo>
                <a:lnTo>
                  <a:pt x="53437" y="1701"/>
                </a:lnTo>
                <a:lnTo>
                  <a:pt x="53846" y="1435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797"/>
                </a:lnTo>
                <a:lnTo>
                  <a:pt x="55306" y="797"/>
                </a:lnTo>
                <a:lnTo>
                  <a:pt x="55540" y="638"/>
                </a:lnTo>
                <a:lnTo>
                  <a:pt x="55832" y="53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7440091" y="2496583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33" y="30199"/>
                </a:lnTo>
                <a:lnTo>
                  <a:pt x="525" y="29933"/>
                </a:lnTo>
                <a:lnTo>
                  <a:pt x="817" y="29827"/>
                </a:lnTo>
                <a:lnTo>
                  <a:pt x="1109" y="29667"/>
                </a:lnTo>
                <a:lnTo>
                  <a:pt x="1518" y="29561"/>
                </a:lnTo>
                <a:lnTo>
                  <a:pt x="1693" y="29295"/>
                </a:lnTo>
                <a:lnTo>
                  <a:pt x="1927" y="29189"/>
                </a:lnTo>
                <a:lnTo>
                  <a:pt x="2219" y="29029"/>
                </a:lnTo>
                <a:lnTo>
                  <a:pt x="2511" y="28923"/>
                </a:lnTo>
                <a:lnTo>
                  <a:pt x="2803" y="28763"/>
                </a:lnTo>
                <a:lnTo>
                  <a:pt x="3095" y="28657"/>
                </a:lnTo>
                <a:lnTo>
                  <a:pt x="3504" y="28551"/>
                </a:lnTo>
                <a:lnTo>
                  <a:pt x="3796" y="28391"/>
                </a:lnTo>
                <a:lnTo>
                  <a:pt x="4088" y="28125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487"/>
                </a:lnTo>
                <a:lnTo>
                  <a:pt x="5314" y="27381"/>
                </a:lnTo>
                <a:lnTo>
                  <a:pt x="5781" y="27222"/>
                </a:lnTo>
                <a:lnTo>
                  <a:pt x="6015" y="27115"/>
                </a:lnTo>
                <a:lnTo>
                  <a:pt x="6307" y="26849"/>
                </a:lnTo>
                <a:lnTo>
                  <a:pt x="6599" y="26743"/>
                </a:lnTo>
                <a:lnTo>
                  <a:pt x="6774" y="26584"/>
                </a:lnTo>
                <a:lnTo>
                  <a:pt x="7008" y="26477"/>
                </a:lnTo>
                <a:lnTo>
                  <a:pt x="7300" y="26318"/>
                </a:lnTo>
                <a:lnTo>
                  <a:pt x="7709" y="26211"/>
                </a:lnTo>
                <a:lnTo>
                  <a:pt x="8001" y="26105"/>
                </a:lnTo>
                <a:lnTo>
                  <a:pt x="8293" y="25946"/>
                </a:lnTo>
                <a:lnTo>
                  <a:pt x="8585" y="25680"/>
                </a:lnTo>
                <a:lnTo>
                  <a:pt x="8877" y="25573"/>
                </a:lnTo>
                <a:lnTo>
                  <a:pt x="9169" y="25467"/>
                </a:lnTo>
                <a:lnTo>
                  <a:pt x="9285" y="25307"/>
                </a:lnTo>
                <a:lnTo>
                  <a:pt x="9694" y="25042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62" y="24404"/>
                </a:lnTo>
                <a:lnTo>
                  <a:pt x="11096" y="24297"/>
                </a:lnTo>
                <a:lnTo>
                  <a:pt x="11388" y="24138"/>
                </a:lnTo>
                <a:lnTo>
                  <a:pt x="11563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789" y="23500"/>
                </a:lnTo>
                <a:lnTo>
                  <a:pt x="13081" y="23234"/>
                </a:lnTo>
                <a:lnTo>
                  <a:pt x="13373" y="23128"/>
                </a:lnTo>
                <a:lnTo>
                  <a:pt x="13665" y="23021"/>
                </a:lnTo>
                <a:lnTo>
                  <a:pt x="14074" y="22862"/>
                </a:lnTo>
                <a:lnTo>
                  <a:pt x="14250" y="22596"/>
                </a:lnTo>
                <a:lnTo>
                  <a:pt x="14483" y="22490"/>
                </a:lnTo>
                <a:lnTo>
                  <a:pt x="14775" y="22383"/>
                </a:lnTo>
                <a:lnTo>
                  <a:pt x="15067" y="22224"/>
                </a:lnTo>
                <a:lnTo>
                  <a:pt x="15359" y="21958"/>
                </a:lnTo>
                <a:lnTo>
                  <a:pt x="15651" y="21852"/>
                </a:lnTo>
                <a:lnTo>
                  <a:pt x="16060" y="21692"/>
                </a:lnTo>
                <a:lnTo>
                  <a:pt x="16352" y="21692"/>
                </a:lnTo>
                <a:lnTo>
                  <a:pt x="16644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578" y="20841"/>
                </a:lnTo>
                <a:lnTo>
                  <a:pt x="17870" y="20682"/>
                </a:lnTo>
                <a:lnTo>
                  <a:pt x="18338" y="20576"/>
                </a:lnTo>
                <a:lnTo>
                  <a:pt x="18571" y="20416"/>
                </a:lnTo>
                <a:lnTo>
                  <a:pt x="18863" y="20150"/>
                </a:lnTo>
                <a:lnTo>
                  <a:pt x="19155" y="20044"/>
                </a:lnTo>
                <a:lnTo>
                  <a:pt x="19564" y="19778"/>
                </a:lnTo>
                <a:lnTo>
                  <a:pt x="19856" y="19512"/>
                </a:lnTo>
                <a:lnTo>
                  <a:pt x="20265" y="19406"/>
                </a:lnTo>
                <a:lnTo>
                  <a:pt x="20557" y="19406"/>
                </a:lnTo>
                <a:lnTo>
                  <a:pt x="20849" y="19299"/>
                </a:lnTo>
                <a:lnTo>
                  <a:pt x="21141" y="19034"/>
                </a:lnTo>
                <a:lnTo>
                  <a:pt x="21433" y="18874"/>
                </a:lnTo>
                <a:lnTo>
                  <a:pt x="21725" y="18768"/>
                </a:lnTo>
                <a:lnTo>
                  <a:pt x="21842" y="18608"/>
                </a:lnTo>
                <a:lnTo>
                  <a:pt x="22251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758"/>
                </a:lnTo>
                <a:lnTo>
                  <a:pt x="23652" y="17598"/>
                </a:lnTo>
                <a:lnTo>
                  <a:pt x="23944" y="17492"/>
                </a:lnTo>
                <a:lnTo>
                  <a:pt x="24236" y="17332"/>
                </a:lnTo>
                <a:lnTo>
                  <a:pt x="24528" y="17066"/>
                </a:lnTo>
                <a:lnTo>
                  <a:pt x="24820" y="17066"/>
                </a:lnTo>
                <a:lnTo>
                  <a:pt x="25054" y="16960"/>
                </a:lnTo>
                <a:lnTo>
                  <a:pt x="25346" y="16854"/>
                </a:lnTo>
                <a:lnTo>
                  <a:pt x="25638" y="16588"/>
                </a:lnTo>
                <a:lnTo>
                  <a:pt x="25930" y="16428"/>
                </a:lnTo>
                <a:lnTo>
                  <a:pt x="26222" y="16322"/>
                </a:lnTo>
                <a:lnTo>
                  <a:pt x="26631" y="16216"/>
                </a:lnTo>
                <a:lnTo>
                  <a:pt x="26747" y="15950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578"/>
                </a:lnTo>
                <a:lnTo>
                  <a:pt x="27916" y="15312"/>
                </a:lnTo>
                <a:lnTo>
                  <a:pt x="28208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609" y="14514"/>
                </a:lnTo>
                <a:lnTo>
                  <a:pt x="29901" y="14408"/>
                </a:lnTo>
                <a:lnTo>
                  <a:pt x="30135" y="14142"/>
                </a:lnTo>
                <a:lnTo>
                  <a:pt x="30427" y="14036"/>
                </a:lnTo>
                <a:lnTo>
                  <a:pt x="30836" y="13876"/>
                </a:lnTo>
                <a:lnTo>
                  <a:pt x="31128" y="13770"/>
                </a:lnTo>
                <a:lnTo>
                  <a:pt x="31420" y="13504"/>
                </a:lnTo>
                <a:lnTo>
                  <a:pt x="31712" y="13345"/>
                </a:lnTo>
                <a:lnTo>
                  <a:pt x="32120" y="13132"/>
                </a:lnTo>
                <a:lnTo>
                  <a:pt x="32412" y="12866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228"/>
                </a:lnTo>
                <a:lnTo>
                  <a:pt x="34223" y="12069"/>
                </a:lnTo>
                <a:lnTo>
                  <a:pt x="34398" y="11962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17" y="11058"/>
                </a:lnTo>
                <a:lnTo>
                  <a:pt x="36209" y="10952"/>
                </a:lnTo>
                <a:lnTo>
                  <a:pt x="36501" y="10793"/>
                </a:lnTo>
                <a:lnTo>
                  <a:pt x="36793" y="10686"/>
                </a:lnTo>
                <a:lnTo>
                  <a:pt x="37085" y="10420"/>
                </a:lnTo>
                <a:lnTo>
                  <a:pt x="37377" y="10261"/>
                </a:lnTo>
                <a:lnTo>
                  <a:pt x="37610" y="10155"/>
                </a:lnTo>
                <a:lnTo>
                  <a:pt x="37902" y="10155"/>
                </a:lnTo>
                <a:lnTo>
                  <a:pt x="38194" y="9889"/>
                </a:lnTo>
                <a:lnTo>
                  <a:pt x="38486" y="9782"/>
                </a:lnTo>
                <a:lnTo>
                  <a:pt x="38778" y="9623"/>
                </a:lnTo>
                <a:lnTo>
                  <a:pt x="39187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613"/>
                </a:lnTo>
                <a:lnTo>
                  <a:pt x="40764" y="8506"/>
                </a:lnTo>
                <a:lnTo>
                  <a:pt x="41173" y="8347"/>
                </a:lnTo>
                <a:lnTo>
                  <a:pt x="41465" y="8241"/>
                </a:lnTo>
                <a:lnTo>
                  <a:pt x="41698" y="7975"/>
                </a:lnTo>
                <a:lnTo>
                  <a:pt x="41874" y="7868"/>
                </a:lnTo>
                <a:lnTo>
                  <a:pt x="42166" y="7868"/>
                </a:lnTo>
                <a:lnTo>
                  <a:pt x="42399" y="7709"/>
                </a:lnTo>
                <a:lnTo>
                  <a:pt x="42691" y="7443"/>
                </a:lnTo>
                <a:lnTo>
                  <a:pt x="42983" y="7337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805"/>
                </a:lnTo>
                <a:lnTo>
                  <a:pt x="44268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4969" y="6167"/>
                </a:lnTo>
                <a:lnTo>
                  <a:pt x="45378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529"/>
                </a:lnTo>
                <a:lnTo>
                  <a:pt x="46546" y="5423"/>
                </a:lnTo>
                <a:lnTo>
                  <a:pt x="46779" y="5423"/>
                </a:lnTo>
                <a:lnTo>
                  <a:pt x="46954" y="5263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85"/>
                </a:lnTo>
                <a:lnTo>
                  <a:pt x="48181" y="4625"/>
                </a:lnTo>
                <a:lnTo>
                  <a:pt x="48473" y="4359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987"/>
                </a:lnTo>
                <a:lnTo>
                  <a:pt x="49641" y="3721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083"/>
                </a:lnTo>
                <a:lnTo>
                  <a:pt x="51043" y="3083"/>
                </a:lnTo>
                <a:lnTo>
                  <a:pt x="51335" y="2977"/>
                </a:lnTo>
                <a:lnTo>
                  <a:pt x="51743" y="2817"/>
                </a:lnTo>
                <a:lnTo>
                  <a:pt x="51860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1914"/>
                </a:lnTo>
                <a:lnTo>
                  <a:pt x="53262" y="1807"/>
                </a:lnTo>
                <a:lnTo>
                  <a:pt x="53729" y="1701"/>
                </a:lnTo>
                <a:lnTo>
                  <a:pt x="53963" y="1541"/>
                </a:lnTo>
                <a:lnTo>
                  <a:pt x="54255" y="1276"/>
                </a:lnTo>
                <a:lnTo>
                  <a:pt x="54430" y="1169"/>
                </a:lnTo>
                <a:lnTo>
                  <a:pt x="54722" y="1063"/>
                </a:lnTo>
                <a:lnTo>
                  <a:pt x="54956" y="903"/>
                </a:lnTo>
                <a:lnTo>
                  <a:pt x="55248" y="797"/>
                </a:lnTo>
                <a:lnTo>
                  <a:pt x="55540" y="638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7496916" y="2466277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408" y="30039"/>
                </a:lnTo>
                <a:lnTo>
                  <a:pt x="700" y="29827"/>
                </a:lnTo>
                <a:lnTo>
                  <a:pt x="1109" y="29667"/>
                </a:lnTo>
                <a:lnTo>
                  <a:pt x="1401" y="29561"/>
                </a:lnTo>
                <a:lnTo>
                  <a:pt x="1693" y="29401"/>
                </a:lnTo>
                <a:lnTo>
                  <a:pt x="1985" y="29136"/>
                </a:lnTo>
                <a:lnTo>
                  <a:pt x="2219" y="29029"/>
                </a:lnTo>
                <a:lnTo>
                  <a:pt x="2511" y="28923"/>
                </a:lnTo>
                <a:lnTo>
                  <a:pt x="2686" y="28763"/>
                </a:lnTo>
                <a:lnTo>
                  <a:pt x="3095" y="28657"/>
                </a:lnTo>
                <a:lnTo>
                  <a:pt x="3387" y="28498"/>
                </a:lnTo>
                <a:lnTo>
                  <a:pt x="3679" y="28391"/>
                </a:lnTo>
                <a:lnTo>
                  <a:pt x="3912" y="28285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594"/>
                </a:lnTo>
                <a:lnTo>
                  <a:pt x="5372" y="27381"/>
                </a:lnTo>
                <a:lnTo>
                  <a:pt x="5606" y="27222"/>
                </a:lnTo>
                <a:lnTo>
                  <a:pt x="5898" y="27115"/>
                </a:lnTo>
                <a:lnTo>
                  <a:pt x="6190" y="26956"/>
                </a:lnTo>
                <a:lnTo>
                  <a:pt x="6482" y="26743"/>
                </a:lnTo>
                <a:lnTo>
                  <a:pt x="6774" y="26584"/>
                </a:lnTo>
                <a:lnTo>
                  <a:pt x="7066" y="26477"/>
                </a:lnTo>
                <a:lnTo>
                  <a:pt x="7475" y="26477"/>
                </a:lnTo>
                <a:lnTo>
                  <a:pt x="7592" y="26211"/>
                </a:lnTo>
                <a:lnTo>
                  <a:pt x="7884" y="26052"/>
                </a:lnTo>
                <a:lnTo>
                  <a:pt x="8176" y="25946"/>
                </a:lnTo>
                <a:lnTo>
                  <a:pt x="8468" y="25839"/>
                </a:lnTo>
                <a:lnTo>
                  <a:pt x="8760" y="25573"/>
                </a:lnTo>
                <a:lnTo>
                  <a:pt x="8993" y="25414"/>
                </a:lnTo>
                <a:lnTo>
                  <a:pt x="9461" y="25307"/>
                </a:lnTo>
                <a:lnTo>
                  <a:pt x="9694" y="25201"/>
                </a:lnTo>
                <a:lnTo>
                  <a:pt x="9986" y="24935"/>
                </a:lnTo>
                <a:lnTo>
                  <a:pt x="10161" y="24776"/>
                </a:lnTo>
                <a:lnTo>
                  <a:pt x="10395" y="24669"/>
                </a:lnTo>
                <a:lnTo>
                  <a:pt x="10687" y="24510"/>
                </a:lnTo>
                <a:lnTo>
                  <a:pt x="10979" y="24297"/>
                </a:lnTo>
                <a:lnTo>
                  <a:pt x="11271" y="24138"/>
                </a:lnTo>
                <a:lnTo>
                  <a:pt x="11680" y="24138"/>
                </a:lnTo>
                <a:lnTo>
                  <a:pt x="11972" y="24031"/>
                </a:lnTo>
                <a:lnTo>
                  <a:pt x="12264" y="23766"/>
                </a:lnTo>
                <a:lnTo>
                  <a:pt x="12556" y="23659"/>
                </a:lnTo>
                <a:lnTo>
                  <a:pt x="12673" y="23500"/>
                </a:lnTo>
                <a:lnTo>
                  <a:pt x="12965" y="23393"/>
                </a:lnTo>
                <a:lnTo>
                  <a:pt x="13257" y="23128"/>
                </a:lnTo>
                <a:lnTo>
                  <a:pt x="13665" y="22968"/>
                </a:lnTo>
                <a:lnTo>
                  <a:pt x="13958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775" y="22330"/>
                </a:lnTo>
                <a:lnTo>
                  <a:pt x="15067" y="22224"/>
                </a:lnTo>
                <a:lnTo>
                  <a:pt x="15242" y="22117"/>
                </a:lnTo>
                <a:lnTo>
                  <a:pt x="15651" y="21852"/>
                </a:lnTo>
                <a:lnTo>
                  <a:pt x="15943" y="21852"/>
                </a:lnTo>
                <a:lnTo>
                  <a:pt x="16177" y="21692"/>
                </a:lnTo>
                <a:lnTo>
                  <a:pt x="16469" y="21586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7870" y="20682"/>
                </a:lnTo>
                <a:lnTo>
                  <a:pt x="18162" y="20576"/>
                </a:lnTo>
                <a:lnTo>
                  <a:pt x="18454" y="20416"/>
                </a:lnTo>
                <a:lnTo>
                  <a:pt x="18746" y="20310"/>
                </a:lnTo>
                <a:lnTo>
                  <a:pt x="19038" y="20044"/>
                </a:lnTo>
                <a:lnTo>
                  <a:pt x="19330" y="19884"/>
                </a:lnTo>
                <a:lnTo>
                  <a:pt x="19564" y="19778"/>
                </a:lnTo>
                <a:lnTo>
                  <a:pt x="20031" y="19672"/>
                </a:lnTo>
                <a:lnTo>
                  <a:pt x="20148" y="19512"/>
                </a:lnTo>
                <a:lnTo>
                  <a:pt x="20440" y="19406"/>
                </a:lnTo>
                <a:lnTo>
                  <a:pt x="20732" y="19246"/>
                </a:lnTo>
                <a:lnTo>
                  <a:pt x="21024" y="19140"/>
                </a:lnTo>
                <a:lnTo>
                  <a:pt x="21258" y="18874"/>
                </a:lnTo>
                <a:lnTo>
                  <a:pt x="21550" y="18768"/>
                </a:lnTo>
                <a:lnTo>
                  <a:pt x="21959" y="18608"/>
                </a:lnTo>
                <a:lnTo>
                  <a:pt x="22251" y="18502"/>
                </a:lnTo>
                <a:lnTo>
                  <a:pt x="22543" y="18236"/>
                </a:lnTo>
                <a:lnTo>
                  <a:pt x="22718" y="18130"/>
                </a:lnTo>
                <a:lnTo>
                  <a:pt x="22951" y="17970"/>
                </a:lnTo>
                <a:lnTo>
                  <a:pt x="23243" y="17864"/>
                </a:lnTo>
                <a:lnTo>
                  <a:pt x="23535" y="17598"/>
                </a:lnTo>
                <a:lnTo>
                  <a:pt x="23827" y="17492"/>
                </a:lnTo>
                <a:lnTo>
                  <a:pt x="24236" y="17332"/>
                </a:lnTo>
                <a:lnTo>
                  <a:pt x="24528" y="17226"/>
                </a:lnTo>
                <a:lnTo>
                  <a:pt x="24820" y="17066"/>
                </a:lnTo>
                <a:lnTo>
                  <a:pt x="25112" y="16960"/>
                </a:lnTo>
                <a:lnTo>
                  <a:pt x="25521" y="16694"/>
                </a:lnTo>
                <a:lnTo>
                  <a:pt x="25813" y="16428"/>
                </a:lnTo>
                <a:lnTo>
                  <a:pt x="26222" y="16322"/>
                </a:lnTo>
                <a:lnTo>
                  <a:pt x="26514" y="16163"/>
                </a:lnTo>
                <a:lnTo>
                  <a:pt x="26806" y="16056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525"/>
                </a:lnTo>
                <a:lnTo>
                  <a:pt x="28208" y="15152"/>
                </a:lnTo>
                <a:lnTo>
                  <a:pt x="28500" y="15046"/>
                </a:lnTo>
                <a:lnTo>
                  <a:pt x="28733" y="14887"/>
                </a:lnTo>
                <a:lnTo>
                  <a:pt x="29025" y="14780"/>
                </a:lnTo>
                <a:lnTo>
                  <a:pt x="29317" y="14621"/>
                </a:lnTo>
                <a:lnTo>
                  <a:pt x="29609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27" y="13983"/>
                </a:lnTo>
                <a:lnTo>
                  <a:pt x="30719" y="13876"/>
                </a:lnTo>
                <a:lnTo>
                  <a:pt x="31011" y="13770"/>
                </a:lnTo>
                <a:lnTo>
                  <a:pt x="31303" y="13611"/>
                </a:lnTo>
                <a:lnTo>
                  <a:pt x="31595" y="13345"/>
                </a:lnTo>
                <a:lnTo>
                  <a:pt x="31887" y="13238"/>
                </a:lnTo>
                <a:lnTo>
                  <a:pt x="32120" y="13079"/>
                </a:lnTo>
                <a:lnTo>
                  <a:pt x="32588" y="12866"/>
                </a:lnTo>
                <a:lnTo>
                  <a:pt x="32821" y="12707"/>
                </a:lnTo>
                <a:lnTo>
                  <a:pt x="32996" y="12600"/>
                </a:lnTo>
                <a:lnTo>
                  <a:pt x="33288" y="12441"/>
                </a:lnTo>
                <a:lnTo>
                  <a:pt x="33522" y="12334"/>
                </a:lnTo>
                <a:lnTo>
                  <a:pt x="33814" y="12228"/>
                </a:lnTo>
                <a:lnTo>
                  <a:pt x="34106" y="12069"/>
                </a:lnTo>
                <a:lnTo>
                  <a:pt x="34398" y="11962"/>
                </a:lnTo>
                <a:lnTo>
                  <a:pt x="34807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800" y="11058"/>
                </a:lnTo>
                <a:lnTo>
                  <a:pt x="36092" y="10899"/>
                </a:lnTo>
                <a:lnTo>
                  <a:pt x="36384" y="10793"/>
                </a:lnTo>
                <a:lnTo>
                  <a:pt x="36793" y="10686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8077" y="9889"/>
                </a:lnTo>
                <a:lnTo>
                  <a:pt x="38369" y="9782"/>
                </a:lnTo>
                <a:lnTo>
                  <a:pt x="38778" y="9623"/>
                </a:lnTo>
                <a:lnTo>
                  <a:pt x="39070" y="9517"/>
                </a:lnTo>
                <a:lnTo>
                  <a:pt x="39304" y="9251"/>
                </a:lnTo>
                <a:lnTo>
                  <a:pt x="39596" y="9144"/>
                </a:lnTo>
                <a:lnTo>
                  <a:pt x="39888" y="8985"/>
                </a:lnTo>
                <a:lnTo>
                  <a:pt x="40180" y="8879"/>
                </a:lnTo>
                <a:lnTo>
                  <a:pt x="40297" y="8613"/>
                </a:lnTo>
                <a:lnTo>
                  <a:pt x="40589" y="8453"/>
                </a:lnTo>
                <a:lnTo>
                  <a:pt x="40997" y="8347"/>
                </a:lnTo>
                <a:lnTo>
                  <a:pt x="41290" y="8241"/>
                </a:lnTo>
                <a:lnTo>
                  <a:pt x="41582" y="7975"/>
                </a:lnTo>
                <a:lnTo>
                  <a:pt x="41874" y="7815"/>
                </a:lnTo>
                <a:lnTo>
                  <a:pt x="42166" y="7815"/>
                </a:lnTo>
                <a:lnTo>
                  <a:pt x="42458" y="7709"/>
                </a:lnTo>
                <a:lnTo>
                  <a:pt x="42691" y="7443"/>
                </a:lnTo>
                <a:lnTo>
                  <a:pt x="42983" y="7337"/>
                </a:lnTo>
                <a:lnTo>
                  <a:pt x="43275" y="7177"/>
                </a:lnTo>
                <a:lnTo>
                  <a:pt x="43567" y="7071"/>
                </a:lnTo>
                <a:lnTo>
                  <a:pt x="43859" y="6805"/>
                </a:lnTo>
                <a:lnTo>
                  <a:pt x="44151" y="6699"/>
                </a:lnTo>
                <a:lnTo>
                  <a:pt x="44385" y="6539"/>
                </a:lnTo>
                <a:lnTo>
                  <a:pt x="44677" y="6433"/>
                </a:lnTo>
                <a:lnTo>
                  <a:pt x="45086" y="6167"/>
                </a:lnTo>
                <a:lnTo>
                  <a:pt x="45378" y="6061"/>
                </a:lnTo>
                <a:lnTo>
                  <a:pt x="45553" y="5901"/>
                </a:lnTo>
                <a:lnTo>
                  <a:pt x="45845" y="5795"/>
                </a:lnTo>
                <a:lnTo>
                  <a:pt x="46078" y="5529"/>
                </a:lnTo>
                <a:lnTo>
                  <a:pt x="46370" y="5529"/>
                </a:lnTo>
                <a:lnTo>
                  <a:pt x="46662" y="5423"/>
                </a:lnTo>
                <a:lnTo>
                  <a:pt x="46954" y="5263"/>
                </a:lnTo>
                <a:lnTo>
                  <a:pt x="47363" y="4997"/>
                </a:lnTo>
                <a:lnTo>
                  <a:pt x="47655" y="4891"/>
                </a:lnTo>
                <a:lnTo>
                  <a:pt x="47947" y="4731"/>
                </a:lnTo>
                <a:lnTo>
                  <a:pt x="48356" y="4359"/>
                </a:lnTo>
                <a:lnTo>
                  <a:pt x="48648" y="4253"/>
                </a:lnTo>
                <a:lnTo>
                  <a:pt x="48940" y="4093"/>
                </a:lnTo>
                <a:lnTo>
                  <a:pt x="49349" y="3987"/>
                </a:lnTo>
                <a:lnTo>
                  <a:pt x="49641" y="3721"/>
                </a:lnTo>
                <a:lnTo>
                  <a:pt x="49933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634" y="3190"/>
                </a:lnTo>
                <a:lnTo>
                  <a:pt x="50867" y="3083"/>
                </a:lnTo>
                <a:lnTo>
                  <a:pt x="51335" y="2977"/>
                </a:lnTo>
                <a:lnTo>
                  <a:pt x="51627" y="2817"/>
                </a:lnTo>
                <a:lnTo>
                  <a:pt x="51860" y="2552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2853" y="1914"/>
                </a:lnTo>
                <a:lnTo>
                  <a:pt x="53145" y="1807"/>
                </a:lnTo>
                <a:lnTo>
                  <a:pt x="53554" y="1648"/>
                </a:lnTo>
                <a:lnTo>
                  <a:pt x="53846" y="1541"/>
                </a:lnTo>
                <a:lnTo>
                  <a:pt x="54138" y="1276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903"/>
                </a:lnTo>
                <a:lnTo>
                  <a:pt x="55248" y="797"/>
                </a:lnTo>
                <a:lnTo>
                  <a:pt x="55540" y="638"/>
                </a:lnTo>
                <a:lnTo>
                  <a:pt x="55832" y="531"/>
                </a:lnTo>
                <a:lnTo>
                  <a:pt x="56124" y="37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7553624" y="2435971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99"/>
                </a:lnTo>
                <a:lnTo>
                  <a:pt x="525" y="30039"/>
                </a:lnTo>
                <a:lnTo>
                  <a:pt x="934" y="29774"/>
                </a:lnTo>
                <a:lnTo>
                  <a:pt x="1226" y="29667"/>
                </a:lnTo>
                <a:lnTo>
                  <a:pt x="1401" y="29561"/>
                </a:lnTo>
                <a:lnTo>
                  <a:pt x="1635" y="29401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870"/>
                </a:lnTo>
                <a:lnTo>
                  <a:pt x="2803" y="28870"/>
                </a:lnTo>
                <a:lnTo>
                  <a:pt x="3212" y="28657"/>
                </a:lnTo>
                <a:lnTo>
                  <a:pt x="3504" y="28498"/>
                </a:lnTo>
                <a:lnTo>
                  <a:pt x="3796" y="28391"/>
                </a:lnTo>
                <a:lnTo>
                  <a:pt x="3912" y="28232"/>
                </a:lnTo>
                <a:lnTo>
                  <a:pt x="4204" y="28019"/>
                </a:lnTo>
                <a:lnTo>
                  <a:pt x="4496" y="27860"/>
                </a:lnTo>
                <a:lnTo>
                  <a:pt x="4788" y="27753"/>
                </a:lnTo>
                <a:lnTo>
                  <a:pt x="5197" y="27594"/>
                </a:lnTo>
                <a:lnTo>
                  <a:pt x="5489" y="27328"/>
                </a:lnTo>
                <a:lnTo>
                  <a:pt x="5781" y="27222"/>
                </a:lnTo>
                <a:lnTo>
                  <a:pt x="6015" y="27115"/>
                </a:lnTo>
                <a:lnTo>
                  <a:pt x="6307" y="26956"/>
                </a:lnTo>
                <a:lnTo>
                  <a:pt x="6482" y="26690"/>
                </a:lnTo>
                <a:lnTo>
                  <a:pt x="6716" y="26584"/>
                </a:lnTo>
                <a:lnTo>
                  <a:pt x="7183" y="26477"/>
                </a:lnTo>
                <a:lnTo>
                  <a:pt x="7417" y="26477"/>
                </a:lnTo>
                <a:lnTo>
                  <a:pt x="7709" y="26211"/>
                </a:lnTo>
                <a:lnTo>
                  <a:pt x="8001" y="26052"/>
                </a:lnTo>
                <a:lnTo>
                  <a:pt x="8293" y="25946"/>
                </a:lnTo>
                <a:lnTo>
                  <a:pt x="8585" y="25786"/>
                </a:lnTo>
                <a:lnTo>
                  <a:pt x="8877" y="25573"/>
                </a:lnTo>
                <a:lnTo>
                  <a:pt x="8993" y="25414"/>
                </a:lnTo>
                <a:lnTo>
                  <a:pt x="9402" y="25307"/>
                </a:lnTo>
                <a:lnTo>
                  <a:pt x="9694" y="25148"/>
                </a:lnTo>
                <a:lnTo>
                  <a:pt x="9986" y="24935"/>
                </a:lnTo>
                <a:lnTo>
                  <a:pt x="10278" y="24776"/>
                </a:lnTo>
                <a:lnTo>
                  <a:pt x="10570" y="24669"/>
                </a:lnTo>
                <a:lnTo>
                  <a:pt x="10804" y="24510"/>
                </a:lnTo>
                <a:lnTo>
                  <a:pt x="11096" y="24244"/>
                </a:lnTo>
                <a:lnTo>
                  <a:pt x="11388" y="24138"/>
                </a:lnTo>
                <a:lnTo>
                  <a:pt x="11680" y="24138"/>
                </a:lnTo>
                <a:lnTo>
                  <a:pt x="11972" y="24031"/>
                </a:lnTo>
                <a:lnTo>
                  <a:pt x="12264" y="23766"/>
                </a:lnTo>
                <a:lnTo>
                  <a:pt x="12497" y="23606"/>
                </a:lnTo>
                <a:lnTo>
                  <a:pt x="12789" y="23500"/>
                </a:lnTo>
                <a:lnTo>
                  <a:pt x="13081" y="23393"/>
                </a:lnTo>
                <a:lnTo>
                  <a:pt x="13490" y="23128"/>
                </a:lnTo>
                <a:lnTo>
                  <a:pt x="13782" y="22968"/>
                </a:lnTo>
                <a:lnTo>
                  <a:pt x="13958" y="22862"/>
                </a:lnTo>
                <a:lnTo>
                  <a:pt x="14191" y="22702"/>
                </a:lnTo>
                <a:lnTo>
                  <a:pt x="14483" y="22490"/>
                </a:lnTo>
                <a:lnTo>
                  <a:pt x="14775" y="22330"/>
                </a:lnTo>
                <a:lnTo>
                  <a:pt x="15067" y="22224"/>
                </a:lnTo>
                <a:lnTo>
                  <a:pt x="15359" y="22064"/>
                </a:lnTo>
                <a:lnTo>
                  <a:pt x="15768" y="21852"/>
                </a:lnTo>
                <a:lnTo>
                  <a:pt x="16060" y="21852"/>
                </a:lnTo>
                <a:lnTo>
                  <a:pt x="16352" y="21692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1054"/>
                </a:lnTo>
                <a:lnTo>
                  <a:pt x="17754" y="20948"/>
                </a:lnTo>
                <a:lnTo>
                  <a:pt x="18046" y="20682"/>
                </a:lnTo>
                <a:lnTo>
                  <a:pt x="18279" y="20522"/>
                </a:lnTo>
                <a:lnTo>
                  <a:pt x="18571" y="20416"/>
                </a:lnTo>
                <a:lnTo>
                  <a:pt x="18863" y="20310"/>
                </a:lnTo>
                <a:lnTo>
                  <a:pt x="18980" y="20044"/>
                </a:lnTo>
                <a:lnTo>
                  <a:pt x="19272" y="19884"/>
                </a:lnTo>
                <a:lnTo>
                  <a:pt x="19739" y="19778"/>
                </a:lnTo>
                <a:lnTo>
                  <a:pt x="19973" y="19672"/>
                </a:lnTo>
                <a:lnTo>
                  <a:pt x="20265" y="19512"/>
                </a:lnTo>
                <a:lnTo>
                  <a:pt x="20557" y="19406"/>
                </a:lnTo>
                <a:lnTo>
                  <a:pt x="20849" y="19246"/>
                </a:lnTo>
                <a:lnTo>
                  <a:pt x="21141" y="19140"/>
                </a:lnTo>
                <a:lnTo>
                  <a:pt x="21433" y="18874"/>
                </a:lnTo>
                <a:lnTo>
                  <a:pt x="21959" y="18608"/>
                </a:lnTo>
                <a:lnTo>
                  <a:pt x="22251" y="18502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970"/>
                </a:lnTo>
                <a:lnTo>
                  <a:pt x="23360" y="17864"/>
                </a:lnTo>
                <a:lnTo>
                  <a:pt x="23652" y="17598"/>
                </a:lnTo>
                <a:lnTo>
                  <a:pt x="23944" y="17439"/>
                </a:lnTo>
                <a:lnTo>
                  <a:pt x="24236" y="17332"/>
                </a:lnTo>
                <a:lnTo>
                  <a:pt x="24528" y="17226"/>
                </a:lnTo>
                <a:lnTo>
                  <a:pt x="24762" y="17066"/>
                </a:lnTo>
                <a:lnTo>
                  <a:pt x="25054" y="16960"/>
                </a:lnTo>
                <a:lnTo>
                  <a:pt x="25346" y="16801"/>
                </a:lnTo>
                <a:lnTo>
                  <a:pt x="25638" y="16694"/>
                </a:lnTo>
                <a:lnTo>
                  <a:pt x="26047" y="16428"/>
                </a:lnTo>
                <a:lnTo>
                  <a:pt x="26339" y="16322"/>
                </a:lnTo>
                <a:lnTo>
                  <a:pt x="26455" y="16163"/>
                </a:lnTo>
                <a:lnTo>
                  <a:pt x="26747" y="16056"/>
                </a:lnTo>
                <a:lnTo>
                  <a:pt x="27039" y="15790"/>
                </a:lnTo>
                <a:lnTo>
                  <a:pt x="27331" y="15684"/>
                </a:lnTo>
                <a:lnTo>
                  <a:pt x="27624" y="15525"/>
                </a:lnTo>
                <a:lnTo>
                  <a:pt x="27916" y="15418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317" y="14621"/>
                </a:lnTo>
                <a:lnTo>
                  <a:pt x="29609" y="14514"/>
                </a:lnTo>
                <a:lnTo>
                  <a:pt x="29843" y="14355"/>
                </a:lnTo>
                <a:lnTo>
                  <a:pt x="30310" y="14249"/>
                </a:lnTo>
                <a:lnTo>
                  <a:pt x="30544" y="13983"/>
                </a:lnTo>
                <a:lnTo>
                  <a:pt x="30836" y="13876"/>
                </a:lnTo>
                <a:lnTo>
                  <a:pt x="31128" y="13717"/>
                </a:lnTo>
                <a:lnTo>
                  <a:pt x="31420" y="13611"/>
                </a:lnTo>
                <a:lnTo>
                  <a:pt x="31536" y="13345"/>
                </a:lnTo>
                <a:lnTo>
                  <a:pt x="31828" y="13238"/>
                </a:lnTo>
                <a:lnTo>
                  <a:pt x="32237" y="13079"/>
                </a:lnTo>
                <a:lnTo>
                  <a:pt x="32529" y="12973"/>
                </a:lnTo>
                <a:lnTo>
                  <a:pt x="32821" y="12707"/>
                </a:lnTo>
                <a:lnTo>
                  <a:pt x="33113" y="12600"/>
                </a:lnTo>
                <a:lnTo>
                  <a:pt x="33405" y="12600"/>
                </a:lnTo>
                <a:lnTo>
                  <a:pt x="33697" y="12441"/>
                </a:lnTo>
                <a:lnTo>
                  <a:pt x="33931" y="12175"/>
                </a:lnTo>
                <a:lnTo>
                  <a:pt x="34106" y="12069"/>
                </a:lnTo>
                <a:lnTo>
                  <a:pt x="34515" y="11962"/>
                </a:lnTo>
                <a:lnTo>
                  <a:pt x="34807" y="11803"/>
                </a:lnTo>
                <a:lnTo>
                  <a:pt x="35099" y="11537"/>
                </a:lnTo>
                <a:lnTo>
                  <a:pt x="35391" y="11431"/>
                </a:lnTo>
                <a:lnTo>
                  <a:pt x="35625" y="11271"/>
                </a:lnTo>
                <a:lnTo>
                  <a:pt x="35917" y="11165"/>
                </a:lnTo>
                <a:lnTo>
                  <a:pt x="36209" y="10899"/>
                </a:lnTo>
                <a:lnTo>
                  <a:pt x="36501" y="10793"/>
                </a:lnTo>
                <a:lnTo>
                  <a:pt x="36793" y="10633"/>
                </a:lnTo>
                <a:lnTo>
                  <a:pt x="37085" y="10527"/>
                </a:lnTo>
                <a:lnTo>
                  <a:pt x="37318" y="10261"/>
                </a:lnTo>
                <a:lnTo>
                  <a:pt x="37610" y="10261"/>
                </a:lnTo>
                <a:lnTo>
                  <a:pt x="37902" y="10155"/>
                </a:lnTo>
                <a:lnTo>
                  <a:pt x="38194" y="9995"/>
                </a:lnTo>
                <a:lnTo>
                  <a:pt x="38603" y="9729"/>
                </a:lnTo>
                <a:lnTo>
                  <a:pt x="38895" y="9623"/>
                </a:lnTo>
                <a:lnTo>
                  <a:pt x="39304" y="9357"/>
                </a:lnTo>
                <a:lnTo>
                  <a:pt x="39596" y="9091"/>
                </a:lnTo>
                <a:lnTo>
                  <a:pt x="39888" y="8985"/>
                </a:lnTo>
                <a:lnTo>
                  <a:pt x="40180" y="8879"/>
                </a:lnTo>
                <a:lnTo>
                  <a:pt x="40472" y="8719"/>
                </a:lnTo>
                <a:lnTo>
                  <a:pt x="40881" y="8453"/>
                </a:lnTo>
                <a:lnTo>
                  <a:pt x="41173" y="8347"/>
                </a:lnTo>
                <a:lnTo>
                  <a:pt x="41406" y="8241"/>
                </a:lnTo>
                <a:lnTo>
                  <a:pt x="41582" y="8081"/>
                </a:lnTo>
                <a:lnTo>
                  <a:pt x="41874" y="7815"/>
                </a:lnTo>
                <a:lnTo>
                  <a:pt x="42166" y="7815"/>
                </a:lnTo>
                <a:lnTo>
                  <a:pt x="42399" y="7709"/>
                </a:lnTo>
                <a:lnTo>
                  <a:pt x="42866" y="7549"/>
                </a:lnTo>
                <a:lnTo>
                  <a:pt x="43100" y="7337"/>
                </a:lnTo>
                <a:lnTo>
                  <a:pt x="43392" y="7177"/>
                </a:lnTo>
                <a:lnTo>
                  <a:pt x="43684" y="7071"/>
                </a:lnTo>
                <a:lnTo>
                  <a:pt x="43976" y="6911"/>
                </a:lnTo>
                <a:lnTo>
                  <a:pt x="44093" y="6699"/>
                </a:lnTo>
                <a:lnTo>
                  <a:pt x="44385" y="6539"/>
                </a:lnTo>
                <a:lnTo>
                  <a:pt x="44794" y="6433"/>
                </a:lnTo>
                <a:lnTo>
                  <a:pt x="45086" y="6273"/>
                </a:lnTo>
                <a:lnTo>
                  <a:pt x="45378" y="6007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35"/>
                </a:lnTo>
                <a:lnTo>
                  <a:pt x="46487" y="5529"/>
                </a:lnTo>
                <a:lnTo>
                  <a:pt x="46662" y="5369"/>
                </a:lnTo>
                <a:lnTo>
                  <a:pt x="47071" y="5263"/>
                </a:lnTo>
                <a:lnTo>
                  <a:pt x="47363" y="5157"/>
                </a:lnTo>
                <a:lnTo>
                  <a:pt x="47655" y="4891"/>
                </a:lnTo>
                <a:lnTo>
                  <a:pt x="47947" y="4731"/>
                </a:lnTo>
                <a:lnTo>
                  <a:pt x="48181" y="4625"/>
                </a:lnTo>
                <a:lnTo>
                  <a:pt x="48473" y="4466"/>
                </a:lnTo>
                <a:lnTo>
                  <a:pt x="48765" y="4253"/>
                </a:lnTo>
                <a:lnTo>
                  <a:pt x="49057" y="4093"/>
                </a:lnTo>
                <a:lnTo>
                  <a:pt x="49349" y="3987"/>
                </a:lnTo>
                <a:lnTo>
                  <a:pt x="49583" y="3828"/>
                </a:lnTo>
                <a:lnTo>
                  <a:pt x="49875" y="3615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190"/>
                </a:lnTo>
                <a:lnTo>
                  <a:pt x="51159" y="3083"/>
                </a:lnTo>
                <a:lnTo>
                  <a:pt x="51451" y="2924"/>
                </a:lnTo>
                <a:lnTo>
                  <a:pt x="51860" y="2711"/>
                </a:lnTo>
                <a:lnTo>
                  <a:pt x="52152" y="2445"/>
                </a:lnTo>
                <a:lnTo>
                  <a:pt x="52444" y="2286"/>
                </a:lnTo>
                <a:lnTo>
                  <a:pt x="52736" y="2179"/>
                </a:lnTo>
                <a:lnTo>
                  <a:pt x="52970" y="2073"/>
                </a:lnTo>
                <a:lnTo>
                  <a:pt x="53437" y="1807"/>
                </a:lnTo>
                <a:lnTo>
                  <a:pt x="53729" y="1648"/>
                </a:lnTo>
                <a:lnTo>
                  <a:pt x="53963" y="1541"/>
                </a:lnTo>
                <a:lnTo>
                  <a:pt x="54138" y="1382"/>
                </a:lnTo>
                <a:lnTo>
                  <a:pt x="54430" y="1169"/>
                </a:lnTo>
                <a:lnTo>
                  <a:pt x="54663" y="1010"/>
                </a:lnTo>
                <a:lnTo>
                  <a:pt x="54956" y="903"/>
                </a:lnTo>
                <a:lnTo>
                  <a:pt x="55364" y="903"/>
                </a:lnTo>
                <a:lnTo>
                  <a:pt x="55656" y="638"/>
                </a:lnTo>
                <a:lnTo>
                  <a:pt x="55948" y="531"/>
                </a:lnTo>
                <a:lnTo>
                  <a:pt x="56240" y="372"/>
                </a:lnTo>
                <a:lnTo>
                  <a:pt x="56532" y="265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7610274" y="2405772"/>
            <a:ext cx="56824" cy="30199"/>
          </a:xfrm>
          <a:custGeom>
            <a:avLst/>
            <a:gdLst/>
            <a:ahLst/>
            <a:cxnLst/>
            <a:rect l="l" t="t" r="r" b="b"/>
            <a:pathLst>
              <a:path w="56824" h="30199">
                <a:moveTo>
                  <a:pt x="0" y="30199"/>
                </a:moveTo>
                <a:lnTo>
                  <a:pt x="292" y="30039"/>
                </a:lnTo>
                <a:lnTo>
                  <a:pt x="700" y="29933"/>
                </a:lnTo>
                <a:lnTo>
                  <a:pt x="992" y="29827"/>
                </a:lnTo>
                <a:lnTo>
                  <a:pt x="1284" y="29561"/>
                </a:lnTo>
                <a:lnTo>
                  <a:pt x="1576" y="29401"/>
                </a:lnTo>
                <a:lnTo>
                  <a:pt x="1868" y="29295"/>
                </a:lnTo>
                <a:lnTo>
                  <a:pt x="2102" y="29189"/>
                </a:lnTo>
                <a:lnTo>
                  <a:pt x="2394" y="28923"/>
                </a:lnTo>
                <a:lnTo>
                  <a:pt x="2569" y="28763"/>
                </a:lnTo>
                <a:lnTo>
                  <a:pt x="2978" y="28763"/>
                </a:lnTo>
                <a:lnTo>
                  <a:pt x="3270" y="28657"/>
                </a:lnTo>
                <a:lnTo>
                  <a:pt x="3562" y="28391"/>
                </a:lnTo>
                <a:lnTo>
                  <a:pt x="3796" y="28285"/>
                </a:lnTo>
                <a:lnTo>
                  <a:pt x="4088" y="28125"/>
                </a:lnTo>
                <a:lnTo>
                  <a:pt x="4380" y="28019"/>
                </a:lnTo>
                <a:lnTo>
                  <a:pt x="4672" y="27753"/>
                </a:lnTo>
                <a:lnTo>
                  <a:pt x="5080" y="27647"/>
                </a:lnTo>
                <a:lnTo>
                  <a:pt x="5256" y="27487"/>
                </a:lnTo>
                <a:lnTo>
                  <a:pt x="5489" y="27381"/>
                </a:lnTo>
                <a:lnTo>
                  <a:pt x="5781" y="27115"/>
                </a:lnTo>
                <a:lnTo>
                  <a:pt x="6073" y="26956"/>
                </a:lnTo>
                <a:lnTo>
                  <a:pt x="6365" y="26849"/>
                </a:lnTo>
                <a:lnTo>
                  <a:pt x="6657" y="26743"/>
                </a:lnTo>
                <a:lnTo>
                  <a:pt x="6949" y="26477"/>
                </a:lnTo>
                <a:lnTo>
                  <a:pt x="7358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5946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344" y="25307"/>
                </a:lnTo>
                <a:lnTo>
                  <a:pt x="9577" y="25201"/>
                </a:lnTo>
                <a:lnTo>
                  <a:pt x="9869" y="25042"/>
                </a:lnTo>
                <a:lnTo>
                  <a:pt x="10045" y="24935"/>
                </a:lnTo>
                <a:lnTo>
                  <a:pt x="10278" y="24669"/>
                </a:lnTo>
                <a:lnTo>
                  <a:pt x="10570" y="24563"/>
                </a:lnTo>
                <a:lnTo>
                  <a:pt x="10862" y="24404"/>
                </a:lnTo>
                <a:lnTo>
                  <a:pt x="11271" y="24297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925"/>
                </a:lnTo>
                <a:lnTo>
                  <a:pt x="12439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140" y="23234"/>
                </a:lnTo>
                <a:lnTo>
                  <a:pt x="13549" y="23128"/>
                </a:lnTo>
                <a:lnTo>
                  <a:pt x="13841" y="22862"/>
                </a:lnTo>
                <a:lnTo>
                  <a:pt x="14133" y="22755"/>
                </a:lnTo>
                <a:lnTo>
                  <a:pt x="14425" y="22596"/>
                </a:lnTo>
                <a:lnTo>
                  <a:pt x="14658" y="22490"/>
                </a:lnTo>
                <a:lnTo>
                  <a:pt x="14950" y="22224"/>
                </a:lnTo>
                <a:lnTo>
                  <a:pt x="15126" y="22117"/>
                </a:lnTo>
                <a:lnTo>
                  <a:pt x="15534" y="21958"/>
                </a:lnTo>
                <a:lnTo>
                  <a:pt x="15826" y="21852"/>
                </a:lnTo>
                <a:lnTo>
                  <a:pt x="16060" y="21692"/>
                </a:lnTo>
                <a:lnTo>
                  <a:pt x="16352" y="21586"/>
                </a:lnTo>
                <a:lnTo>
                  <a:pt x="16644" y="21479"/>
                </a:lnTo>
                <a:lnTo>
                  <a:pt x="16936" y="21320"/>
                </a:lnTo>
                <a:lnTo>
                  <a:pt x="17228" y="21054"/>
                </a:lnTo>
                <a:lnTo>
                  <a:pt x="17637" y="2094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922" y="20150"/>
                </a:lnTo>
                <a:lnTo>
                  <a:pt x="19214" y="20044"/>
                </a:lnTo>
                <a:lnTo>
                  <a:pt x="19447" y="19778"/>
                </a:lnTo>
                <a:lnTo>
                  <a:pt x="19914" y="19672"/>
                </a:lnTo>
                <a:lnTo>
                  <a:pt x="20206" y="19512"/>
                </a:lnTo>
                <a:lnTo>
                  <a:pt x="20615" y="19299"/>
                </a:lnTo>
                <a:lnTo>
                  <a:pt x="20907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1842" y="18608"/>
                </a:lnTo>
                <a:lnTo>
                  <a:pt x="22134" y="18502"/>
                </a:lnTo>
                <a:lnTo>
                  <a:pt x="22426" y="18396"/>
                </a:lnTo>
                <a:lnTo>
                  <a:pt x="22601" y="18236"/>
                </a:lnTo>
                <a:lnTo>
                  <a:pt x="22835" y="17970"/>
                </a:lnTo>
                <a:lnTo>
                  <a:pt x="23127" y="17864"/>
                </a:lnTo>
                <a:lnTo>
                  <a:pt x="23419" y="17758"/>
                </a:lnTo>
                <a:lnTo>
                  <a:pt x="23827" y="17598"/>
                </a:lnTo>
                <a:lnTo>
                  <a:pt x="24119" y="17332"/>
                </a:lnTo>
                <a:lnTo>
                  <a:pt x="24411" y="17226"/>
                </a:lnTo>
                <a:lnTo>
                  <a:pt x="24703" y="17066"/>
                </a:lnTo>
                <a:lnTo>
                  <a:pt x="24995" y="17066"/>
                </a:lnTo>
                <a:lnTo>
                  <a:pt x="25112" y="16854"/>
                </a:lnTo>
                <a:lnTo>
                  <a:pt x="25404" y="16694"/>
                </a:lnTo>
                <a:lnTo>
                  <a:pt x="25696" y="16588"/>
                </a:lnTo>
                <a:lnTo>
                  <a:pt x="26105" y="16428"/>
                </a:lnTo>
                <a:lnTo>
                  <a:pt x="26397" y="16216"/>
                </a:lnTo>
                <a:lnTo>
                  <a:pt x="26689" y="16056"/>
                </a:lnTo>
                <a:lnTo>
                  <a:pt x="26923" y="15950"/>
                </a:lnTo>
                <a:lnTo>
                  <a:pt x="27215" y="15790"/>
                </a:lnTo>
                <a:lnTo>
                  <a:pt x="27507" y="15525"/>
                </a:lnTo>
                <a:lnTo>
                  <a:pt x="27682" y="15418"/>
                </a:lnTo>
                <a:lnTo>
                  <a:pt x="28091" y="15312"/>
                </a:lnTo>
                <a:lnTo>
                  <a:pt x="28383" y="15152"/>
                </a:lnTo>
                <a:lnTo>
                  <a:pt x="28616" y="14887"/>
                </a:lnTo>
                <a:lnTo>
                  <a:pt x="28908" y="14780"/>
                </a:lnTo>
                <a:lnTo>
                  <a:pt x="29200" y="14780"/>
                </a:lnTo>
                <a:lnTo>
                  <a:pt x="29492" y="14674"/>
                </a:lnTo>
                <a:lnTo>
                  <a:pt x="29784" y="14408"/>
                </a:lnTo>
                <a:lnTo>
                  <a:pt x="30193" y="14249"/>
                </a:lnTo>
                <a:lnTo>
                  <a:pt x="30602" y="13983"/>
                </a:lnTo>
                <a:lnTo>
                  <a:pt x="30894" y="13770"/>
                </a:lnTo>
                <a:lnTo>
                  <a:pt x="31186" y="13611"/>
                </a:lnTo>
                <a:lnTo>
                  <a:pt x="31478" y="13504"/>
                </a:lnTo>
                <a:lnTo>
                  <a:pt x="31770" y="13345"/>
                </a:lnTo>
                <a:lnTo>
                  <a:pt x="32004" y="13132"/>
                </a:lnTo>
                <a:lnTo>
                  <a:pt x="32471" y="12973"/>
                </a:lnTo>
                <a:lnTo>
                  <a:pt x="32704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398" y="11962"/>
                </a:lnTo>
                <a:lnTo>
                  <a:pt x="34690" y="11803"/>
                </a:lnTo>
                <a:lnTo>
                  <a:pt x="34982" y="11696"/>
                </a:lnTo>
                <a:lnTo>
                  <a:pt x="35274" y="11590"/>
                </a:lnTo>
                <a:lnTo>
                  <a:pt x="35391" y="11324"/>
                </a:lnTo>
                <a:lnTo>
                  <a:pt x="35683" y="11165"/>
                </a:lnTo>
                <a:lnTo>
                  <a:pt x="35975" y="11058"/>
                </a:lnTo>
                <a:lnTo>
                  <a:pt x="36384" y="10899"/>
                </a:lnTo>
                <a:lnTo>
                  <a:pt x="36676" y="10686"/>
                </a:lnTo>
                <a:lnTo>
                  <a:pt x="36968" y="10527"/>
                </a:lnTo>
                <a:lnTo>
                  <a:pt x="37260" y="10420"/>
                </a:lnTo>
                <a:lnTo>
                  <a:pt x="37552" y="10261"/>
                </a:lnTo>
                <a:lnTo>
                  <a:pt x="37785" y="10155"/>
                </a:lnTo>
                <a:lnTo>
                  <a:pt x="37961" y="10048"/>
                </a:lnTo>
                <a:lnTo>
                  <a:pt x="38253" y="9889"/>
                </a:lnTo>
                <a:lnTo>
                  <a:pt x="38661" y="9782"/>
                </a:lnTo>
                <a:lnTo>
                  <a:pt x="38953" y="9517"/>
                </a:lnTo>
                <a:lnTo>
                  <a:pt x="39245" y="9410"/>
                </a:lnTo>
                <a:lnTo>
                  <a:pt x="39479" y="9251"/>
                </a:lnTo>
                <a:lnTo>
                  <a:pt x="39771" y="9144"/>
                </a:lnTo>
                <a:lnTo>
                  <a:pt x="40063" y="8879"/>
                </a:lnTo>
                <a:lnTo>
                  <a:pt x="40180" y="8719"/>
                </a:lnTo>
                <a:lnTo>
                  <a:pt x="40647" y="8613"/>
                </a:lnTo>
                <a:lnTo>
                  <a:pt x="40881" y="8506"/>
                </a:lnTo>
                <a:lnTo>
                  <a:pt x="41173" y="8241"/>
                </a:lnTo>
                <a:lnTo>
                  <a:pt x="41465" y="8081"/>
                </a:lnTo>
                <a:lnTo>
                  <a:pt x="41757" y="7975"/>
                </a:lnTo>
                <a:lnTo>
                  <a:pt x="42049" y="7868"/>
                </a:lnTo>
                <a:lnTo>
                  <a:pt x="42341" y="7709"/>
                </a:lnTo>
                <a:lnTo>
                  <a:pt x="42750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65"/>
                </a:lnTo>
                <a:lnTo>
                  <a:pt x="44034" y="6805"/>
                </a:lnTo>
                <a:lnTo>
                  <a:pt x="44268" y="6699"/>
                </a:lnTo>
                <a:lnTo>
                  <a:pt x="44560" y="6433"/>
                </a:lnTo>
                <a:lnTo>
                  <a:pt x="45027" y="6326"/>
                </a:lnTo>
                <a:lnTo>
                  <a:pt x="45261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5962" y="5635"/>
                </a:lnTo>
                <a:lnTo>
                  <a:pt x="46254" y="5529"/>
                </a:lnTo>
                <a:lnTo>
                  <a:pt x="46546" y="5529"/>
                </a:lnTo>
                <a:lnTo>
                  <a:pt x="46954" y="5263"/>
                </a:lnTo>
                <a:lnTo>
                  <a:pt x="47246" y="5157"/>
                </a:lnTo>
                <a:lnTo>
                  <a:pt x="47538" y="4997"/>
                </a:lnTo>
                <a:lnTo>
                  <a:pt x="47830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940" y="4253"/>
                </a:lnTo>
                <a:lnTo>
                  <a:pt x="49232" y="3987"/>
                </a:lnTo>
                <a:lnTo>
                  <a:pt x="49524" y="3881"/>
                </a:lnTo>
                <a:lnTo>
                  <a:pt x="49816" y="3721"/>
                </a:lnTo>
                <a:lnTo>
                  <a:pt x="50050" y="3615"/>
                </a:lnTo>
                <a:lnTo>
                  <a:pt x="50342" y="3349"/>
                </a:lnTo>
                <a:lnTo>
                  <a:pt x="50517" y="3243"/>
                </a:lnTo>
                <a:lnTo>
                  <a:pt x="50809" y="3243"/>
                </a:lnTo>
                <a:lnTo>
                  <a:pt x="51218" y="3083"/>
                </a:lnTo>
                <a:lnTo>
                  <a:pt x="51510" y="2817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179"/>
                </a:lnTo>
                <a:lnTo>
                  <a:pt x="52911" y="2073"/>
                </a:lnTo>
                <a:lnTo>
                  <a:pt x="53203" y="1914"/>
                </a:lnTo>
                <a:lnTo>
                  <a:pt x="53437" y="1807"/>
                </a:lnTo>
                <a:lnTo>
                  <a:pt x="53729" y="1541"/>
                </a:lnTo>
                <a:lnTo>
                  <a:pt x="54021" y="1435"/>
                </a:lnTo>
                <a:lnTo>
                  <a:pt x="54313" y="1276"/>
                </a:lnTo>
                <a:lnTo>
                  <a:pt x="54605" y="1169"/>
                </a:lnTo>
                <a:lnTo>
                  <a:pt x="54897" y="903"/>
                </a:lnTo>
                <a:lnTo>
                  <a:pt x="55306" y="797"/>
                </a:lnTo>
                <a:lnTo>
                  <a:pt x="55715" y="638"/>
                </a:lnTo>
                <a:lnTo>
                  <a:pt x="56007" y="372"/>
                </a:lnTo>
                <a:lnTo>
                  <a:pt x="56299" y="265"/>
                </a:lnTo>
                <a:lnTo>
                  <a:pt x="56591" y="159"/>
                </a:lnTo>
                <a:lnTo>
                  <a:pt x="56824" y="0"/>
                </a:lnTo>
              </a:path>
            </a:pathLst>
          </a:custGeom>
          <a:ln w="118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7667099" y="2375466"/>
            <a:ext cx="56708" cy="30305"/>
          </a:xfrm>
          <a:custGeom>
            <a:avLst/>
            <a:gdLst/>
            <a:ahLst/>
            <a:cxnLst/>
            <a:rect l="l" t="t" r="r" b="b"/>
            <a:pathLst>
              <a:path w="56708" h="30305">
                <a:moveTo>
                  <a:pt x="0" y="30305"/>
                </a:moveTo>
                <a:lnTo>
                  <a:pt x="292" y="30039"/>
                </a:lnTo>
                <a:lnTo>
                  <a:pt x="700" y="29933"/>
                </a:lnTo>
                <a:lnTo>
                  <a:pt x="992" y="29774"/>
                </a:lnTo>
                <a:lnTo>
                  <a:pt x="1168" y="29667"/>
                </a:lnTo>
                <a:lnTo>
                  <a:pt x="1401" y="29401"/>
                </a:lnTo>
                <a:lnTo>
                  <a:pt x="1693" y="29295"/>
                </a:lnTo>
                <a:lnTo>
                  <a:pt x="1985" y="29136"/>
                </a:lnTo>
                <a:lnTo>
                  <a:pt x="2277" y="29029"/>
                </a:lnTo>
                <a:lnTo>
                  <a:pt x="2686" y="28763"/>
                </a:lnTo>
                <a:lnTo>
                  <a:pt x="2978" y="28763"/>
                </a:lnTo>
                <a:lnTo>
                  <a:pt x="3270" y="28657"/>
                </a:lnTo>
                <a:lnTo>
                  <a:pt x="3562" y="2849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8019"/>
                </a:lnTo>
                <a:lnTo>
                  <a:pt x="4672" y="27860"/>
                </a:lnTo>
                <a:lnTo>
                  <a:pt x="4964" y="27594"/>
                </a:lnTo>
                <a:lnTo>
                  <a:pt x="5256" y="27487"/>
                </a:lnTo>
                <a:lnTo>
                  <a:pt x="5548" y="27381"/>
                </a:lnTo>
                <a:lnTo>
                  <a:pt x="5781" y="27222"/>
                </a:lnTo>
                <a:lnTo>
                  <a:pt x="6073" y="26956"/>
                </a:lnTo>
                <a:lnTo>
                  <a:pt x="6248" y="26849"/>
                </a:lnTo>
                <a:lnTo>
                  <a:pt x="6482" y="26743"/>
                </a:lnTo>
                <a:lnTo>
                  <a:pt x="6949" y="26584"/>
                </a:lnTo>
                <a:lnTo>
                  <a:pt x="7183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6052"/>
                </a:lnTo>
                <a:lnTo>
                  <a:pt x="8351" y="25839"/>
                </a:lnTo>
                <a:lnTo>
                  <a:pt x="8643" y="25680"/>
                </a:lnTo>
                <a:lnTo>
                  <a:pt x="8877" y="25573"/>
                </a:lnTo>
                <a:lnTo>
                  <a:pt x="9169" y="25414"/>
                </a:lnTo>
                <a:lnTo>
                  <a:pt x="9461" y="25201"/>
                </a:lnTo>
                <a:lnTo>
                  <a:pt x="9753" y="25042"/>
                </a:lnTo>
                <a:lnTo>
                  <a:pt x="10045" y="24935"/>
                </a:lnTo>
                <a:lnTo>
                  <a:pt x="10337" y="24669"/>
                </a:lnTo>
                <a:lnTo>
                  <a:pt x="10570" y="24510"/>
                </a:lnTo>
                <a:lnTo>
                  <a:pt x="11037" y="24404"/>
                </a:lnTo>
                <a:lnTo>
                  <a:pt x="11446" y="24138"/>
                </a:lnTo>
                <a:lnTo>
                  <a:pt x="11738" y="24031"/>
                </a:lnTo>
                <a:lnTo>
                  <a:pt x="12030" y="23872"/>
                </a:lnTo>
                <a:lnTo>
                  <a:pt x="12264" y="23766"/>
                </a:lnTo>
                <a:lnTo>
                  <a:pt x="12556" y="23500"/>
                </a:lnTo>
                <a:lnTo>
                  <a:pt x="12848" y="23393"/>
                </a:lnTo>
                <a:lnTo>
                  <a:pt x="13257" y="23234"/>
                </a:lnTo>
                <a:lnTo>
                  <a:pt x="13549" y="23128"/>
                </a:lnTo>
                <a:lnTo>
                  <a:pt x="13724" y="22862"/>
                </a:lnTo>
                <a:lnTo>
                  <a:pt x="13958" y="22755"/>
                </a:lnTo>
                <a:lnTo>
                  <a:pt x="14250" y="22596"/>
                </a:lnTo>
                <a:lnTo>
                  <a:pt x="14542" y="22490"/>
                </a:lnTo>
                <a:lnTo>
                  <a:pt x="14834" y="22224"/>
                </a:lnTo>
                <a:lnTo>
                  <a:pt x="15242" y="22117"/>
                </a:lnTo>
                <a:lnTo>
                  <a:pt x="15534" y="21958"/>
                </a:lnTo>
                <a:lnTo>
                  <a:pt x="15826" y="21852"/>
                </a:lnTo>
                <a:lnTo>
                  <a:pt x="16118" y="21692"/>
                </a:lnTo>
                <a:lnTo>
                  <a:pt x="16527" y="21426"/>
                </a:lnTo>
                <a:lnTo>
                  <a:pt x="16819" y="21320"/>
                </a:lnTo>
                <a:lnTo>
                  <a:pt x="17228" y="21054"/>
                </a:lnTo>
                <a:lnTo>
                  <a:pt x="17520" y="20948"/>
                </a:lnTo>
                <a:lnTo>
                  <a:pt x="17812" y="20788"/>
                </a:lnTo>
                <a:lnTo>
                  <a:pt x="18046" y="20682"/>
                </a:lnTo>
                <a:lnTo>
                  <a:pt x="18338" y="20416"/>
                </a:lnTo>
                <a:lnTo>
                  <a:pt x="18630" y="20310"/>
                </a:lnTo>
                <a:lnTo>
                  <a:pt x="18805" y="20150"/>
                </a:lnTo>
                <a:lnTo>
                  <a:pt x="19038" y="20044"/>
                </a:lnTo>
                <a:lnTo>
                  <a:pt x="19506" y="19778"/>
                </a:lnTo>
                <a:lnTo>
                  <a:pt x="19739" y="19672"/>
                </a:lnTo>
                <a:lnTo>
                  <a:pt x="20031" y="19512"/>
                </a:lnTo>
                <a:lnTo>
                  <a:pt x="20323" y="19512"/>
                </a:lnTo>
                <a:lnTo>
                  <a:pt x="20615" y="19246"/>
                </a:lnTo>
                <a:lnTo>
                  <a:pt x="20907" y="19140"/>
                </a:lnTo>
                <a:lnTo>
                  <a:pt x="21199" y="19034"/>
                </a:lnTo>
                <a:lnTo>
                  <a:pt x="21433" y="18874"/>
                </a:lnTo>
                <a:lnTo>
                  <a:pt x="21725" y="18608"/>
                </a:lnTo>
                <a:lnTo>
                  <a:pt x="22017" y="18502"/>
                </a:lnTo>
                <a:lnTo>
                  <a:pt x="22309" y="18342"/>
                </a:lnTo>
                <a:lnTo>
                  <a:pt x="22601" y="18236"/>
                </a:lnTo>
                <a:lnTo>
                  <a:pt x="22893" y="17970"/>
                </a:lnTo>
                <a:lnTo>
                  <a:pt x="23127" y="17864"/>
                </a:lnTo>
                <a:lnTo>
                  <a:pt x="23594" y="17704"/>
                </a:lnTo>
                <a:lnTo>
                  <a:pt x="24003" y="17332"/>
                </a:lnTo>
                <a:lnTo>
                  <a:pt x="24295" y="17226"/>
                </a:lnTo>
                <a:lnTo>
                  <a:pt x="24587" y="17226"/>
                </a:lnTo>
                <a:lnTo>
                  <a:pt x="24820" y="17066"/>
                </a:lnTo>
                <a:lnTo>
                  <a:pt x="25112" y="16801"/>
                </a:lnTo>
                <a:lnTo>
                  <a:pt x="25404" y="16694"/>
                </a:lnTo>
                <a:lnTo>
                  <a:pt x="25813" y="16588"/>
                </a:lnTo>
                <a:lnTo>
                  <a:pt x="26105" y="16428"/>
                </a:lnTo>
                <a:lnTo>
                  <a:pt x="26222" y="16163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790"/>
                </a:lnTo>
                <a:lnTo>
                  <a:pt x="27390" y="15525"/>
                </a:lnTo>
                <a:lnTo>
                  <a:pt x="27799" y="15418"/>
                </a:lnTo>
                <a:lnTo>
                  <a:pt x="28091" y="15259"/>
                </a:lnTo>
                <a:lnTo>
                  <a:pt x="28383" y="15152"/>
                </a:lnTo>
                <a:lnTo>
                  <a:pt x="28675" y="14887"/>
                </a:lnTo>
                <a:lnTo>
                  <a:pt x="29084" y="14780"/>
                </a:lnTo>
                <a:lnTo>
                  <a:pt x="29376" y="14621"/>
                </a:lnTo>
                <a:lnTo>
                  <a:pt x="29784" y="14408"/>
                </a:lnTo>
                <a:lnTo>
                  <a:pt x="30076" y="14249"/>
                </a:lnTo>
                <a:lnTo>
                  <a:pt x="30368" y="14142"/>
                </a:lnTo>
                <a:lnTo>
                  <a:pt x="30602" y="13983"/>
                </a:lnTo>
                <a:lnTo>
                  <a:pt x="30894" y="13717"/>
                </a:lnTo>
                <a:lnTo>
                  <a:pt x="31186" y="13611"/>
                </a:lnTo>
                <a:lnTo>
                  <a:pt x="31595" y="13345"/>
                </a:lnTo>
                <a:lnTo>
                  <a:pt x="32004" y="13079"/>
                </a:lnTo>
                <a:lnTo>
                  <a:pt x="32296" y="12973"/>
                </a:lnTo>
                <a:lnTo>
                  <a:pt x="32588" y="12866"/>
                </a:lnTo>
                <a:lnTo>
                  <a:pt x="32880" y="12707"/>
                </a:lnTo>
                <a:lnTo>
                  <a:pt x="33172" y="12441"/>
                </a:lnTo>
                <a:lnTo>
                  <a:pt x="33464" y="12441"/>
                </a:lnTo>
                <a:lnTo>
                  <a:pt x="33697" y="12334"/>
                </a:lnTo>
                <a:lnTo>
                  <a:pt x="33989" y="12228"/>
                </a:lnTo>
                <a:lnTo>
                  <a:pt x="34281" y="11962"/>
                </a:lnTo>
                <a:lnTo>
                  <a:pt x="34573" y="11803"/>
                </a:lnTo>
                <a:lnTo>
                  <a:pt x="34865" y="11696"/>
                </a:lnTo>
                <a:lnTo>
                  <a:pt x="35157" y="11537"/>
                </a:lnTo>
                <a:lnTo>
                  <a:pt x="35391" y="11324"/>
                </a:lnTo>
                <a:lnTo>
                  <a:pt x="35683" y="11165"/>
                </a:lnTo>
                <a:lnTo>
                  <a:pt x="36150" y="11058"/>
                </a:lnTo>
                <a:lnTo>
                  <a:pt x="36267" y="10899"/>
                </a:lnTo>
                <a:lnTo>
                  <a:pt x="36559" y="10686"/>
                </a:lnTo>
                <a:lnTo>
                  <a:pt x="36851" y="10527"/>
                </a:lnTo>
                <a:lnTo>
                  <a:pt x="37085" y="10420"/>
                </a:lnTo>
                <a:lnTo>
                  <a:pt x="37377" y="10261"/>
                </a:lnTo>
                <a:lnTo>
                  <a:pt x="37669" y="10155"/>
                </a:lnTo>
                <a:lnTo>
                  <a:pt x="37961" y="9995"/>
                </a:lnTo>
                <a:lnTo>
                  <a:pt x="38369" y="9889"/>
                </a:lnTo>
                <a:lnTo>
                  <a:pt x="38661" y="9782"/>
                </a:lnTo>
                <a:lnTo>
                  <a:pt x="38778" y="9517"/>
                </a:lnTo>
                <a:lnTo>
                  <a:pt x="39070" y="9357"/>
                </a:lnTo>
                <a:lnTo>
                  <a:pt x="39362" y="9251"/>
                </a:lnTo>
                <a:lnTo>
                  <a:pt x="39654" y="9144"/>
                </a:lnTo>
                <a:lnTo>
                  <a:pt x="39946" y="8879"/>
                </a:lnTo>
                <a:lnTo>
                  <a:pt x="40355" y="8719"/>
                </a:lnTo>
                <a:lnTo>
                  <a:pt x="40647" y="8613"/>
                </a:lnTo>
                <a:lnTo>
                  <a:pt x="40939" y="8453"/>
                </a:lnTo>
                <a:lnTo>
                  <a:pt x="41173" y="8241"/>
                </a:lnTo>
                <a:lnTo>
                  <a:pt x="41348" y="8081"/>
                </a:lnTo>
                <a:lnTo>
                  <a:pt x="41640" y="7975"/>
                </a:lnTo>
                <a:lnTo>
                  <a:pt x="41932" y="7815"/>
                </a:lnTo>
                <a:lnTo>
                  <a:pt x="42166" y="7709"/>
                </a:lnTo>
                <a:lnTo>
                  <a:pt x="42633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071"/>
                </a:lnTo>
                <a:lnTo>
                  <a:pt x="43742" y="6911"/>
                </a:lnTo>
                <a:lnTo>
                  <a:pt x="44151" y="6699"/>
                </a:lnTo>
                <a:lnTo>
                  <a:pt x="44560" y="6433"/>
                </a:lnTo>
                <a:lnTo>
                  <a:pt x="44852" y="6273"/>
                </a:lnTo>
                <a:lnTo>
                  <a:pt x="45144" y="6167"/>
                </a:lnTo>
                <a:lnTo>
                  <a:pt x="45436" y="6061"/>
                </a:lnTo>
                <a:lnTo>
                  <a:pt x="45728" y="5795"/>
                </a:lnTo>
                <a:lnTo>
                  <a:pt x="46020" y="5635"/>
                </a:lnTo>
                <a:lnTo>
                  <a:pt x="46254" y="5529"/>
                </a:lnTo>
                <a:lnTo>
                  <a:pt x="46546" y="5529"/>
                </a:lnTo>
                <a:lnTo>
                  <a:pt x="46838" y="5263"/>
                </a:lnTo>
                <a:lnTo>
                  <a:pt x="47130" y="5157"/>
                </a:lnTo>
                <a:lnTo>
                  <a:pt x="47422" y="4997"/>
                </a:lnTo>
                <a:lnTo>
                  <a:pt x="47714" y="4891"/>
                </a:lnTo>
                <a:lnTo>
                  <a:pt x="47947" y="4625"/>
                </a:lnTo>
                <a:lnTo>
                  <a:pt x="48239" y="4519"/>
                </a:lnTo>
                <a:lnTo>
                  <a:pt x="48531" y="4359"/>
                </a:lnTo>
                <a:lnTo>
                  <a:pt x="48823" y="4253"/>
                </a:lnTo>
                <a:lnTo>
                  <a:pt x="49115" y="3987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349"/>
                </a:lnTo>
                <a:lnTo>
                  <a:pt x="50517" y="3190"/>
                </a:lnTo>
                <a:lnTo>
                  <a:pt x="50926" y="3190"/>
                </a:lnTo>
                <a:lnTo>
                  <a:pt x="51218" y="3083"/>
                </a:lnTo>
                <a:lnTo>
                  <a:pt x="51335" y="2817"/>
                </a:lnTo>
                <a:lnTo>
                  <a:pt x="51627" y="2711"/>
                </a:lnTo>
                <a:lnTo>
                  <a:pt x="51919" y="2552"/>
                </a:lnTo>
                <a:lnTo>
                  <a:pt x="52211" y="2445"/>
                </a:lnTo>
                <a:lnTo>
                  <a:pt x="52503" y="2179"/>
                </a:lnTo>
                <a:lnTo>
                  <a:pt x="52911" y="2073"/>
                </a:lnTo>
                <a:lnTo>
                  <a:pt x="53203" y="1914"/>
                </a:lnTo>
                <a:lnTo>
                  <a:pt x="53495" y="1807"/>
                </a:lnTo>
                <a:lnTo>
                  <a:pt x="53729" y="1541"/>
                </a:lnTo>
                <a:lnTo>
                  <a:pt x="53904" y="1435"/>
                </a:lnTo>
                <a:lnTo>
                  <a:pt x="54196" y="1276"/>
                </a:lnTo>
                <a:lnTo>
                  <a:pt x="54430" y="1169"/>
                </a:lnTo>
                <a:lnTo>
                  <a:pt x="54722" y="903"/>
                </a:lnTo>
                <a:lnTo>
                  <a:pt x="55131" y="903"/>
                </a:lnTo>
                <a:lnTo>
                  <a:pt x="55423" y="744"/>
                </a:lnTo>
                <a:lnTo>
                  <a:pt x="55715" y="638"/>
                </a:lnTo>
                <a:lnTo>
                  <a:pt x="56007" y="372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7723807" y="2345160"/>
            <a:ext cx="57000" cy="30305"/>
          </a:xfrm>
          <a:custGeom>
            <a:avLst/>
            <a:gdLst/>
            <a:ahLst/>
            <a:cxnLst/>
            <a:rect l="l" t="t" r="r" b="b"/>
            <a:pathLst>
              <a:path w="57000" h="30305">
                <a:moveTo>
                  <a:pt x="0" y="30305"/>
                </a:moveTo>
                <a:lnTo>
                  <a:pt x="408" y="30039"/>
                </a:lnTo>
                <a:lnTo>
                  <a:pt x="700" y="29933"/>
                </a:lnTo>
                <a:lnTo>
                  <a:pt x="992" y="29774"/>
                </a:lnTo>
                <a:lnTo>
                  <a:pt x="1284" y="29667"/>
                </a:lnTo>
                <a:lnTo>
                  <a:pt x="1576" y="29401"/>
                </a:lnTo>
                <a:lnTo>
                  <a:pt x="1810" y="29295"/>
                </a:lnTo>
                <a:lnTo>
                  <a:pt x="2102" y="29136"/>
                </a:lnTo>
                <a:lnTo>
                  <a:pt x="2394" y="29029"/>
                </a:lnTo>
                <a:lnTo>
                  <a:pt x="2686" y="28870"/>
                </a:lnTo>
                <a:lnTo>
                  <a:pt x="2978" y="28763"/>
                </a:lnTo>
                <a:lnTo>
                  <a:pt x="3270" y="28657"/>
                </a:lnTo>
                <a:lnTo>
                  <a:pt x="3504" y="28498"/>
                </a:lnTo>
                <a:lnTo>
                  <a:pt x="3796" y="28232"/>
                </a:lnTo>
                <a:lnTo>
                  <a:pt x="4088" y="28125"/>
                </a:lnTo>
                <a:lnTo>
                  <a:pt x="4380" y="28019"/>
                </a:lnTo>
                <a:lnTo>
                  <a:pt x="4788" y="27860"/>
                </a:lnTo>
                <a:lnTo>
                  <a:pt x="4964" y="27594"/>
                </a:lnTo>
                <a:lnTo>
                  <a:pt x="5197" y="27487"/>
                </a:lnTo>
                <a:lnTo>
                  <a:pt x="5489" y="27328"/>
                </a:lnTo>
                <a:lnTo>
                  <a:pt x="5781" y="27222"/>
                </a:lnTo>
                <a:lnTo>
                  <a:pt x="6073" y="26956"/>
                </a:lnTo>
                <a:lnTo>
                  <a:pt x="6365" y="26849"/>
                </a:lnTo>
                <a:lnTo>
                  <a:pt x="6774" y="26690"/>
                </a:lnTo>
                <a:lnTo>
                  <a:pt x="7066" y="26584"/>
                </a:lnTo>
                <a:lnTo>
                  <a:pt x="7358" y="26477"/>
                </a:lnTo>
                <a:lnTo>
                  <a:pt x="7475" y="26318"/>
                </a:lnTo>
                <a:lnTo>
                  <a:pt x="7767" y="26211"/>
                </a:lnTo>
                <a:lnTo>
                  <a:pt x="8059" y="26052"/>
                </a:lnTo>
                <a:lnTo>
                  <a:pt x="8351" y="25786"/>
                </a:lnTo>
                <a:lnTo>
                  <a:pt x="8760" y="25680"/>
                </a:lnTo>
                <a:lnTo>
                  <a:pt x="9052" y="25573"/>
                </a:lnTo>
                <a:lnTo>
                  <a:pt x="9285" y="25414"/>
                </a:lnTo>
                <a:lnTo>
                  <a:pt x="9577" y="25148"/>
                </a:lnTo>
                <a:lnTo>
                  <a:pt x="9753" y="25042"/>
                </a:lnTo>
                <a:lnTo>
                  <a:pt x="10045" y="24935"/>
                </a:lnTo>
                <a:lnTo>
                  <a:pt x="10278" y="24776"/>
                </a:lnTo>
                <a:lnTo>
                  <a:pt x="10570" y="24510"/>
                </a:lnTo>
                <a:lnTo>
                  <a:pt x="10979" y="24404"/>
                </a:lnTo>
                <a:lnTo>
                  <a:pt x="11271" y="24244"/>
                </a:lnTo>
                <a:lnTo>
                  <a:pt x="11563" y="24138"/>
                </a:lnTo>
                <a:lnTo>
                  <a:pt x="11855" y="24031"/>
                </a:lnTo>
                <a:lnTo>
                  <a:pt x="12147" y="23872"/>
                </a:lnTo>
                <a:lnTo>
                  <a:pt x="12556" y="23606"/>
                </a:lnTo>
                <a:lnTo>
                  <a:pt x="12965" y="23393"/>
                </a:lnTo>
                <a:lnTo>
                  <a:pt x="13257" y="23234"/>
                </a:lnTo>
                <a:lnTo>
                  <a:pt x="13549" y="23128"/>
                </a:lnTo>
                <a:lnTo>
                  <a:pt x="13841" y="22968"/>
                </a:lnTo>
                <a:lnTo>
                  <a:pt x="14133" y="22702"/>
                </a:lnTo>
                <a:lnTo>
                  <a:pt x="14366" y="22596"/>
                </a:lnTo>
                <a:lnTo>
                  <a:pt x="14658" y="22490"/>
                </a:lnTo>
                <a:lnTo>
                  <a:pt x="14950" y="22330"/>
                </a:lnTo>
                <a:lnTo>
                  <a:pt x="15242" y="22064"/>
                </a:lnTo>
                <a:lnTo>
                  <a:pt x="15534" y="21958"/>
                </a:lnTo>
                <a:lnTo>
                  <a:pt x="15826" y="21852"/>
                </a:lnTo>
                <a:lnTo>
                  <a:pt x="16060" y="21852"/>
                </a:lnTo>
                <a:lnTo>
                  <a:pt x="16352" y="21586"/>
                </a:lnTo>
                <a:lnTo>
                  <a:pt x="16644" y="21426"/>
                </a:lnTo>
                <a:lnTo>
                  <a:pt x="16936" y="21320"/>
                </a:lnTo>
                <a:lnTo>
                  <a:pt x="17345" y="21160"/>
                </a:lnTo>
                <a:lnTo>
                  <a:pt x="17462" y="20948"/>
                </a:lnTo>
                <a:lnTo>
                  <a:pt x="17754" y="20788"/>
                </a:lnTo>
                <a:lnTo>
                  <a:pt x="18046" y="20682"/>
                </a:lnTo>
                <a:lnTo>
                  <a:pt x="18338" y="20522"/>
                </a:lnTo>
                <a:lnTo>
                  <a:pt x="18630" y="20310"/>
                </a:lnTo>
                <a:lnTo>
                  <a:pt x="18922" y="20150"/>
                </a:lnTo>
                <a:lnTo>
                  <a:pt x="19330" y="20044"/>
                </a:lnTo>
                <a:lnTo>
                  <a:pt x="19622" y="19884"/>
                </a:lnTo>
                <a:lnTo>
                  <a:pt x="19914" y="19619"/>
                </a:lnTo>
                <a:lnTo>
                  <a:pt x="20323" y="19512"/>
                </a:lnTo>
                <a:lnTo>
                  <a:pt x="20615" y="19406"/>
                </a:lnTo>
                <a:lnTo>
                  <a:pt x="20849" y="19140"/>
                </a:lnTo>
                <a:lnTo>
                  <a:pt x="21316" y="18980"/>
                </a:lnTo>
                <a:lnTo>
                  <a:pt x="21608" y="18874"/>
                </a:lnTo>
                <a:lnTo>
                  <a:pt x="21842" y="18768"/>
                </a:lnTo>
                <a:lnTo>
                  <a:pt x="22134" y="18502"/>
                </a:lnTo>
                <a:lnTo>
                  <a:pt x="22426" y="18342"/>
                </a:lnTo>
                <a:lnTo>
                  <a:pt x="22835" y="18077"/>
                </a:lnTo>
                <a:lnTo>
                  <a:pt x="23127" y="17864"/>
                </a:lnTo>
                <a:lnTo>
                  <a:pt x="23535" y="17704"/>
                </a:lnTo>
                <a:lnTo>
                  <a:pt x="23827" y="17598"/>
                </a:lnTo>
                <a:lnTo>
                  <a:pt x="24119" y="17439"/>
                </a:lnTo>
                <a:lnTo>
                  <a:pt x="24411" y="17226"/>
                </a:lnTo>
                <a:lnTo>
                  <a:pt x="24703" y="17226"/>
                </a:lnTo>
                <a:lnTo>
                  <a:pt x="24820" y="17066"/>
                </a:lnTo>
                <a:lnTo>
                  <a:pt x="25112" y="16960"/>
                </a:lnTo>
                <a:lnTo>
                  <a:pt x="25521" y="16694"/>
                </a:lnTo>
                <a:lnTo>
                  <a:pt x="25813" y="16535"/>
                </a:lnTo>
                <a:lnTo>
                  <a:pt x="26105" y="16428"/>
                </a:lnTo>
                <a:lnTo>
                  <a:pt x="26397" y="16322"/>
                </a:lnTo>
                <a:lnTo>
                  <a:pt x="26631" y="16056"/>
                </a:lnTo>
                <a:lnTo>
                  <a:pt x="26923" y="15897"/>
                </a:lnTo>
                <a:lnTo>
                  <a:pt x="27215" y="15790"/>
                </a:lnTo>
                <a:lnTo>
                  <a:pt x="27507" y="15684"/>
                </a:lnTo>
                <a:lnTo>
                  <a:pt x="27799" y="15418"/>
                </a:lnTo>
                <a:lnTo>
                  <a:pt x="28091" y="15259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887"/>
                </a:lnTo>
                <a:lnTo>
                  <a:pt x="29200" y="14780"/>
                </a:lnTo>
                <a:lnTo>
                  <a:pt x="29492" y="14621"/>
                </a:lnTo>
                <a:lnTo>
                  <a:pt x="29901" y="14514"/>
                </a:lnTo>
                <a:lnTo>
                  <a:pt x="30018" y="14249"/>
                </a:lnTo>
                <a:lnTo>
                  <a:pt x="30310" y="14142"/>
                </a:lnTo>
                <a:lnTo>
                  <a:pt x="30602" y="13983"/>
                </a:lnTo>
                <a:lnTo>
                  <a:pt x="30894" y="13876"/>
                </a:lnTo>
                <a:lnTo>
                  <a:pt x="31186" y="13611"/>
                </a:lnTo>
                <a:lnTo>
                  <a:pt x="31478" y="13504"/>
                </a:lnTo>
                <a:lnTo>
                  <a:pt x="31887" y="13345"/>
                </a:lnTo>
                <a:lnTo>
                  <a:pt x="32179" y="13238"/>
                </a:lnTo>
                <a:lnTo>
                  <a:pt x="32412" y="12973"/>
                </a:lnTo>
                <a:lnTo>
                  <a:pt x="32588" y="12813"/>
                </a:lnTo>
                <a:lnTo>
                  <a:pt x="32880" y="12707"/>
                </a:lnTo>
                <a:lnTo>
                  <a:pt x="33172" y="12600"/>
                </a:lnTo>
                <a:lnTo>
                  <a:pt x="33405" y="12441"/>
                </a:lnTo>
                <a:lnTo>
                  <a:pt x="33872" y="12334"/>
                </a:lnTo>
                <a:lnTo>
                  <a:pt x="34106" y="12175"/>
                </a:lnTo>
                <a:lnTo>
                  <a:pt x="34398" y="12069"/>
                </a:lnTo>
                <a:lnTo>
                  <a:pt x="34690" y="11803"/>
                </a:lnTo>
                <a:lnTo>
                  <a:pt x="34982" y="11696"/>
                </a:lnTo>
                <a:lnTo>
                  <a:pt x="35099" y="11537"/>
                </a:lnTo>
                <a:lnTo>
                  <a:pt x="35391" y="11431"/>
                </a:lnTo>
                <a:lnTo>
                  <a:pt x="35683" y="11165"/>
                </a:lnTo>
                <a:lnTo>
                  <a:pt x="36092" y="11058"/>
                </a:lnTo>
                <a:lnTo>
                  <a:pt x="36384" y="10899"/>
                </a:lnTo>
                <a:lnTo>
                  <a:pt x="36676" y="10793"/>
                </a:lnTo>
                <a:lnTo>
                  <a:pt x="36968" y="10527"/>
                </a:lnTo>
                <a:lnTo>
                  <a:pt x="37260" y="10420"/>
                </a:lnTo>
                <a:lnTo>
                  <a:pt x="37493" y="10261"/>
                </a:lnTo>
                <a:lnTo>
                  <a:pt x="37669" y="10261"/>
                </a:lnTo>
                <a:lnTo>
                  <a:pt x="38077" y="9995"/>
                </a:lnTo>
                <a:lnTo>
                  <a:pt x="38369" y="9889"/>
                </a:lnTo>
                <a:lnTo>
                  <a:pt x="38661" y="9729"/>
                </a:lnTo>
                <a:lnTo>
                  <a:pt x="38953" y="9623"/>
                </a:lnTo>
                <a:lnTo>
                  <a:pt x="39187" y="9357"/>
                </a:lnTo>
                <a:lnTo>
                  <a:pt x="39479" y="9251"/>
                </a:lnTo>
                <a:lnTo>
                  <a:pt x="39771" y="9091"/>
                </a:lnTo>
                <a:lnTo>
                  <a:pt x="40063" y="8985"/>
                </a:lnTo>
                <a:lnTo>
                  <a:pt x="40355" y="8719"/>
                </a:lnTo>
                <a:lnTo>
                  <a:pt x="40589" y="8613"/>
                </a:lnTo>
                <a:lnTo>
                  <a:pt x="40881" y="8453"/>
                </a:lnTo>
                <a:lnTo>
                  <a:pt x="41173" y="8347"/>
                </a:lnTo>
                <a:lnTo>
                  <a:pt x="41465" y="8081"/>
                </a:lnTo>
                <a:lnTo>
                  <a:pt x="41757" y="7975"/>
                </a:lnTo>
                <a:lnTo>
                  <a:pt x="42049" y="7975"/>
                </a:lnTo>
                <a:lnTo>
                  <a:pt x="42458" y="7815"/>
                </a:lnTo>
                <a:lnTo>
                  <a:pt x="42574" y="7549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177"/>
                </a:lnTo>
                <a:lnTo>
                  <a:pt x="43742" y="6911"/>
                </a:lnTo>
                <a:lnTo>
                  <a:pt x="43976" y="6805"/>
                </a:lnTo>
                <a:lnTo>
                  <a:pt x="44443" y="6646"/>
                </a:lnTo>
                <a:lnTo>
                  <a:pt x="44735" y="6539"/>
                </a:lnTo>
                <a:lnTo>
                  <a:pt x="44969" y="6273"/>
                </a:lnTo>
                <a:lnTo>
                  <a:pt x="45144" y="6167"/>
                </a:lnTo>
                <a:lnTo>
                  <a:pt x="45436" y="6007"/>
                </a:lnTo>
                <a:lnTo>
                  <a:pt x="45670" y="5901"/>
                </a:lnTo>
                <a:lnTo>
                  <a:pt x="45962" y="5635"/>
                </a:lnTo>
                <a:lnTo>
                  <a:pt x="46370" y="5529"/>
                </a:lnTo>
                <a:lnTo>
                  <a:pt x="46662" y="5529"/>
                </a:lnTo>
                <a:lnTo>
                  <a:pt x="46954" y="5369"/>
                </a:lnTo>
                <a:lnTo>
                  <a:pt x="47246" y="5104"/>
                </a:lnTo>
                <a:lnTo>
                  <a:pt x="47538" y="4997"/>
                </a:lnTo>
                <a:lnTo>
                  <a:pt x="47947" y="4731"/>
                </a:lnTo>
                <a:lnTo>
                  <a:pt x="48239" y="4466"/>
                </a:lnTo>
                <a:lnTo>
                  <a:pt x="48648" y="4359"/>
                </a:lnTo>
                <a:lnTo>
                  <a:pt x="48940" y="4253"/>
                </a:lnTo>
                <a:lnTo>
                  <a:pt x="49232" y="4093"/>
                </a:lnTo>
                <a:lnTo>
                  <a:pt x="49524" y="3828"/>
                </a:lnTo>
                <a:lnTo>
                  <a:pt x="49758" y="3721"/>
                </a:lnTo>
                <a:lnTo>
                  <a:pt x="50050" y="3562"/>
                </a:lnTo>
                <a:lnTo>
                  <a:pt x="50225" y="3455"/>
                </a:lnTo>
                <a:lnTo>
                  <a:pt x="50634" y="3190"/>
                </a:lnTo>
                <a:lnTo>
                  <a:pt x="50926" y="3190"/>
                </a:lnTo>
                <a:lnTo>
                  <a:pt x="51218" y="3083"/>
                </a:lnTo>
                <a:lnTo>
                  <a:pt x="51451" y="2924"/>
                </a:lnTo>
                <a:lnTo>
                  <a:pt x="51743" y="2711"/>
                </a:lnTo>
                <a:lnTo>
                  <a:pt x="52035" y="2552"/>
                </a:lnTo>
                <a:lnTo>
                  <a:pt x="52327" y="2445"/>
                </a:lnTo>
                <a:lnTo>
                  <a:pt x="52619" y="2286"/>
                </a:lnTo>
                <a:lnTo>
                  <a:pt x="52911" y="2073"/>
                </a:lnTo>
                <a:lnTo>
                  <a:pt x="53145" y="1914"/>
                </a:lnTo>
                <a:lnTo>
                  <a:pt x="53437" y="1807"/>
                </a:lnTo>
                <a:lnTo>
                  <a:pt x="53729" y="1648"/>
                </a:lnTo>
                <a:lnTo>
                  <a:pt x="54021" y="1382"/>
                </a:lnTo>
                <a:lnTo>
                  <a:pt x="54313" y="1276"/>
                </a:lnTo>
                <a:lnTo>
                  <a:pt x="54605" y="1169"/>
                </a:lnTo>
                <a:lnTo>
                  <a:pt x="55014" y="1010"/>
                </a:lnTo>
                <a:lnTo>
                  <a:pt x="55423" y="744"/>
                </a:lnTo>
                <a:lnTo>
                  <a:pt x="55715" y="638"/>
                </a:lnTo>
                <a:lnTo>
                  <a:pt x="56007" y="531"/>
                </a:lnTo>
                <a:lnTo>
                  <a:pt x="56299" y="265"/>
                </a:lnTo>
                <a:lnTo>
                  <a:pt x="56532" y="106"/>
                </a:lnTo>
                <a:lnTo>
                  <a:pt x="57000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7780807" y="2314854"/>
            <a:ext cx="56649" cy="30305"/>
          </a:xfrm>
          <a:custGeom>
            <a:avLst/>
            <a:gdLst/>
            <a:ahLst/>
            <a:cxnLst/>
            <a:rect l="l" t="t" r="r" b="b"/>
            <a:pathLst>
              <a:path w="56649" h="30305">
                <a:moveTo>
                  <a:pt x="0" y="30305"/>
                </a:moveTo>
                <a:lnTo>
                  <a:pt x="233" y="30146"/>
                </a:lnTo>
                <a:lnTo>
                  <a:pt x="525" y="29933"/>
                </a:lnTo>
                <a:lnTo>
                  <a:pt x="700" y="29774"/>
                </a:lnTo>
                <a:lnTo>
                  <a:pt x="992" y="29667"/>
                </a:lnTo>
                <a:lnTo>
                  <a:pt x="1226" y="29508"/>
                </a:lnTo>
                <a:lnTo>
                  <a:pt x="1518" y="29295"/>
                </a:lnTo>
                <a:lnTo>
                  <a:pt x="1927" y="29136"/>
                </a:lnTo>
                <a:lnTo>
                  <a:pt x="2219" y="29029"/>
                </a:lnTo>
                <a:lnTo>
                  <a:pt x="2511" y="28870"/>
                </a:lnTo>
                <a:lnTo>
                  <a:pt x="2803" y="28763"/>
                </a:lnTo>
                <a:lnTo>
                  <a:pt x="3095" y="28604"/>
                </a:lnTo>
                <a:lnTo>
                  <a:pt x="3504" y="28391"/>
                </a:lnTo>
                <a:lnTo>
                  <a:pt x="3796" y="28125"/>
                </a:lnTo>
                <a:lnTo>
                  <a:pt x="4204" y="27966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487"/>
                </a:lnTo>
                <a:lnTo>
                  <a:pt x="5314" y="27328"/>
                </a:lnTo>
                <a:lnTo>
                  <a:pt x="5606" y="27222"/>
                </a:lnTo>
                <a:lnTo>
                  <a:pt x="5781" y="27062"/>
                </a:lnTo>
                <a:lnTo>
                  <a:pt x="6190" y="26849"/>
                </a:lnTo>
                <a:lnTo>
                  <a:pt x="6482" y="26690"/>
                </a:lnTo>
                <a:lnTo>
                  <a:pt x="6774" y="26584"/>
                </a:lnTo>
                <a:lnTo>
                  <a:pt x="7008" y="26584"/>
                </a:lnTo>
                <a:lnTo>
                  <a:pt x="7300" y="26318"/>
                </a:lnTo>
                <a:lnTo>
                  <a:pt x="7592" y="26211"/>
                </a:lnTo>
                <a:lnTo>
                  <a:pt x="7884" y="26052"/>
                </a:lnTo>
                <a:lnTo>
                  <a:pt x="8176" y="25946"/>
                </a:lnTo>
                <a:lnTo>
                  <a:pt x="8409" y="25680"/>
                </a:lnTo>
                <a:lnTo>
                  <a:pt x="8701" y="25520"/>
                </a:lnTo>
                <a:lnTo>
                  <a:pt x="8993" y="25414"/>
                </a:lnTo>
                <a:lnTo>
                  <a:pt x="9285" y="25307"/>
                </a:lnTo>
                <a:lnTo>
                  <a:pt x="9577" y="25042"/>
                </a:lnTo>
                <a:lnTo>
                  <a:pt x="9869" y="24882"/>
                </a:lnTo>
                <a:lnTo>
                  <a:pt x="10103" y="24776"/>
                </a:lnTo>
                <a:lnTo>
                  <a:pt x="10570" y="24669"/>
                </a:lnTo>
                <a:lnTo>
                  <a:pt x="10687" y="24404"/>
                </a:lnTo>
                <a:lnTo>
                  <a:pt x="10979" y="24244"/>
                </a:lnTo>
                <a:lnTo>
                  <a:pt x="11271" y="24244"/>
                </a:lnTo>
                <a:lnTo>
                  <a:pt x="11563" y="24138"/>
                </a:lnTo>
                <a:lnTo>
                  <a:pt x="11797" y="23872"/>
                </a:lnTo>
                <a:lnTo>
                  <a:pt x="12089" y="23766"/>
                </a:lnTo>
                <a:lnTo>
                  <a:pt x="12556" y="23606"/>
                </a:lnTo>
                <a:lnTo>
                  <a:pt x="12789" y="23500"/>
                </a:lnTo>
                <a:lnTo>
                  <a:pt x="13081" y="23234"/>
                </a:lnTo>
                <a:lnTo>
                  <a:pt x="13257" y="23128"/>
                </a:lnTo>
                <a:lnTo>
                  <a:pt x="13490" y="22968"/>
                </a:lnTo>
                <a:lnTo>
                  <a:pt x="13782" y="22862"/>
                </a:lnTo>
                <a:lnTo>
                  <a:pt x="14074" y="22596"/>
                </a:lnTo>
                <a:lnTo>
                  <a:pt x="14366" y="22436"/>
                </a:lnTo>
                <a:lnTo>
                  <a:pt x="14775" y="22330"/>
                </a:lnTo>
                <a:lnTo>
                  <a:pt x="15067" y="22224"/>
                </a:lnTo>
                <a:lnTo>
                  <a:pt x="15359" y="21958"/>
                </a:lnTo>
                <a:lnTo>
                  <a:pt x="15651" y="21958"/>
                </a:lnTo>
                <a:lnTo>
                  <a:pt x="15768" y="21798"/>
                </a:lnTo>
                <a:lnTo>
                  <a:pt x="16060" y="21692"/>
                </a:lnTo>
                <a:lnTo>
                  <a:pt x="16352" y="21426"/>
                </a:lnTo>
                <a:lnTo>
                  <a:pt x="16761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578" y="20788"/>
                </a:lnTo>
                <a:lnTo>
                  <a:pt x="17870" y="20682"/>
                </a:lnTo>
                <a:lnTo>
                  <a:pt x="18162" y="20522"/>
                </a:lnTo>
                <a:lnTo>
                  <a:pt x="18338" y="20416"/>
                </a:lnTo>
                <a:lnTo>
                  <a:pt x="18746" y="20150"/>
                </a:lnTo>
                <a:lnTo>
                  <a:pt x="19038" y="20044"/>
                </a:lnTo>
                <a:lnTo>
                  <a:pt x="19272" y="19884"/>
                </a:lnTo>
                <a:lnTo>
                  <a:pt x="19564" y="19778"/>
                </a:lnTo>
                <a:lnTo>
                  <a:pt x="19856" y="19619"/>
                </a:lnTo>
                <a:lnTo>
                  <a:pt x="20148" y="19512"/>
                </a:lnTo>
                <a:lnTo>
                  <a:pt x="20440" y="19353"/>
                </a:lnTo>
                <a:lnTo>
                  <a:pt x="20732" y="19246"/>
                </a:lnTo>
                <a:lnTo>
                  <a:pt x="20966" y="18980"/>
                </a:lnTo>
                <a:lnTo>
                  <a:pt x="21258" y="18874"/>
                </a:lnTo>
                <a:lnTo>
                  <a:pt x="21550" y="18715"/>
                </a:lnTo>
                <a:lnTo>
                  <a:pt x="21842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659" y="18077"/>
                </a:lnTo>
                <a:lnTo>
                  <a:pt x="23127" y="17970"/>
                </a:lnTo>
                <a:lnTo>
                  <a:pt x="23243" y="17704"/>
                </a:lnTo>
                <a:lnTo>
                  <a:pt x="23535" y="17598"/>
                </a:lnTo>
                <a:lnTo>
                  <a:pt x="23827" y="17439"/>
                </a:lnTo>
                <a:lnTo>
                  <a:pt x="24119" y="17332"/>
                </a:lnTo>
                <a:lnTo>
                  <a:pt x="24353" y="17173"/>
                </a:lnTo>
                <a:lnTo>
                  <a:pt x="24645" y="17066"/>
                </a:lnTo>
                <a:lnTo>
                  <a:pt x="25054" y="16960"/>
                </a:lnTo>
                <a:lnTo>
                  <a:pt x="25346" y="16801"/>
                </a:lnTo>
                <a:lnTo>
                  <a:pt x="25638" y="16535"/>
                </a:lnTo>
                <a:lnTo>
                  <a:pt x="26047" y="16322"/>
                </a:lnTo>
                <a:lnTo>
                  <a:pt x="26339" y="16163"/>
                </a:lnTo>
                <a:lnTo>
                  <a:pt x="26631" y="15897"/>
                </a:lnTo>
                <a:lnTo>
                  <a:pt x="26923" y="15790"/>
                </a:lnTo>
                <a:lnTo>
                  <a:pt x="27331" y="15631"/>
                </a:lnTo>
                <a:lnTo>
                  <a:pt x="27624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324" y="14993"/>
                </a:lnTo>
                <a:lnTo>
                  <a:pt x="28616" y="14887"/>
                </a:lnTo>
                <a:lnTo>
                  <a:pt x="28908" y="14780"/>
                </a:lnTo>
                <a:lnTo>
                  <a:pt x="29317" y="14621"/>
                </a:lnTo>
                <a:lnTo>
                  <a:pt x="29609" y="14514"/>
                </a:lnTo>
                <a:lnTo>
                  <a:pt x="29901" y="14355"/>
                </a:lnTo>
                <a:lnTo>
                  <a:pt x="30135" y="14089"/>
                </a:lnTo>
                <a:lnTo>
                  <a:pt x="30427" y="13983"/>
                </a:lnTo>
                <a:lnTo>
                  <a:pt x="30719" y="13876"/>
                </a:lnTo>
                <a:lnTo>
                  <a:pt x="30836" y="13717"/>
                </a:lnTo>
                <a:lnTo>
                  <a:pt x="31303" y="13451"/>
                </a:lnTo>
                <a:lnTo>
                  <a:pt x="31536" y="13345"/>
                </a:lnTo>
                <a:lnTo>
                  <a:pt x="31828" y="13238"/>
                </a:lnTo>
                <a:lnTo>
                  <a:pt x="32120" y="13079"/>
                </a:lnTo>
                <a:lnTo>
                  <a:pt x="32412" y="12813"/>
                </a:lnTo>
                <a:lnTo>
                  <a:pt x="32704" y="12707"/>
                </a:lnTo>
                <a:lnTo>
                  <a:pt x="32996" y="12547"/>
                </a:lnTo>
                <a:lnTo>
                  <a:pt x="33230" y="12547"/>
                </a:lnTo>
                <a:lnTo>
                  <a:pt x="33522" y="12334"/>
                </a:lnTo>
                <a:lnTo>
                  <a:pt x="33814" y="12175"/>
                </a:lnTo>
                <a:lnTo>
                  <a:pt x="34106" y="12069"/>
                </a:lnTo>
                <a:lnTo>
                  <a:pt x="34398" y="11909"/>
                </a:lnTo>
                <a:lnTo>
                  <a:pt x="34690" y="11696"/>
                </a:lnTo>
                <a:lnTo>
                  <a:pt x="34924" y="11537"/>
                </a:lnTo>
                <a:lnTo>
                  <a:pt x="35216" y="11431"/>
                </a:lnTo>
                <a:lnTo>
                  <a:pt x="35683" y="11271"/>
                </a:lnTo>
                <a:lnTo>
                  <a:pt x="35800" y="11005"/>
                </a:lnTo>
                <a:lnTo>
                  <a:pt x="36092" y="10899"/>
                </a:lnTo>
                <a:lnTo>
                  <a:pt x="36384" y="10793"/>
                </a:lnTo>
                <a:lnTo>
                  <a:pt x="36617" y="10633"/>
                </a:lnTo>
                <a:lnTo>
                  <a:pt x="36909" y="10367"/>
                </a:lnTo>
                <a:lnTo>
                  <a:pt x="37201" y="10261"/>
                </a:lnTo>
                <a:lnTo>
                  <a:pt x="37610" y="10261"/>
                </a:lnTo>
                <a:lnTo>
                  <a:pt x="37902" y="10155"/>
                </a:lnTo>
                <a:lnTo>
                  <a:pt x="38194" y="9889"/>
                </a:lnTo>
                <a:lnTo>
                  <a:pt x="38311" y="9729"/>
                </a:lnTo>
                <a:lnTo>
                  <a:pt x="38603" y="9623"/>
                </a:lnTo>
                <a:lnTo>
                  <a:pt x="38895" y="9463"/>
                </a:lnTo>
                <a:lnTo>
                  <a:pt x="39187" y="9251"/>
                </a:lnTo>
                <a:lnTo>
                  <a:pt x="39479" y="9091"/>
                </a:lnTo>
                <a:lnTo>
                  <a:pt x="39888" y="8985"/>
                </a:lnTo>
                <a:lnTo>
                  <a:pt x="40180" y="8825"/>
                </a:lnTo>
                <a:lnTo>
                  <a:pt x="40472" y="8613"/>
                </a:lnTo>
                <a:lnTo>
                  <a:pt x="40705" y="8453"/>
                </a:lnTo>
                <a:lnTo>
                  <a:pt x="40881" y="8347"/>
                </a:lnTo>
                <a:lnTo>
                  <a:pt x="41173" y="8187"/>
                </a:lnTo>
                <a:lnTo>
                  <a:pt x="41465" y="7922"/>
                </a:lnTo>
                <a:lnTo>
                  <a:pt x="41874" y="7922"/>
                </a:lnTo>
                <a:lnTo>
                  <a:pt x="42166" y="7815"/>
                </a:lnTo>
                <a:lnTo>
                  <a:pt x="42399" y="7709"/>
                </a:lnTo>
                <a:lnTo>
                  <a:pt x="42691" y="7443"/>
                </a:lnTo>
                <a:lnTo>
                  <a:pt x="42983" y="7284"/>
                </a:lnTo>
                <a:lnTo>
                  <a:pt x="43275" y="7177"/>
                </a:lnTo>
                <a:lnTo>
                  <a:pt x="43859" y="6805"/>
                </a:lnTo>
                <a:lnTo>
                  <a:pt x="44093" y="6646"/>
                </a:lnTo>
                <a:lnTo>
                  <a:pt x="44385" y="6539"/>
                </a:lnTo>
                <a:lnTo>
                  <a:pt x="44677" y="6380"/>
                </a:lnTo>
                <a:lnTo>
                  <a:pt x="44969" y="6167"/>
                </a:lnTo>
                <a:lnTo>
                  <a:pt x="45261" y="6007"/>
                </a:lnTo>
                <a:lnTo>
                  <a:pt x="45553" y="5901"/>
                </a:lnTo>
                <a:lnTo>
                  <a:pt x="45786" y="5635"/>
                </a:lnTo>
                <a:lnTo>
                  <a:pt x="46078" y="5635"/>
                </a:lnTo>
                <a:lnTo>
                  <a:pt x="46370" y="5529"/>
                </a:lnTo>
                <a:lnTo>
                  <a:pt x="46662" y="5369"/>
                </a:lnTo>
                <a:lnTo>
                  <a:pt x="46954" y="5104"/>
                </a:lnTo>
                <a:lnTo>
                  <a:pt x="47246" y="4997"/>
                </a:lnTo>
                <a:lnTo>
                  <a:pt x="47480" y="4891"/>
                </a:lnTo>
                <a:lnTo>
                  <a:pt x="47772" y="4731"/>
                </a:lnTo>
                <a:lnTo>
                  <a:pt x="48181" y="4466"/>
                </a:lnTo>
                <a:lnTo>
                  <a:pt x="48473" y="4359"/>
                </a:lnTo>
                <a:lnTo>
                  <a:pt x="48648" y="4200"/>
                </a:lnTo>
                <a:lnTo>
                  <a:pt x="48940" y="4093"/>
                </a:lnTo>
                <a:lnTo>
                  <a:pt x="49174" y="3828"/>
                </a:lnTo>
                <a:lnTo>
                  <a:pt x="49466" y="3721"/>
                </a:lnTo>
                <a:lnTo>
                  <a:pt x="49758" y="3562"/>
                </a:lnTo>
                <a:lnTo>
                  <a:pt x="50167" y="3455"/>
                </a:lnTo>
                <a:lnTo>
                  <a:pt x="50459" y="3349"/>
                </a:lnTo>
                <a:lnTo>
                  <a:pt x="50751" y="3190"/>
                </a:lnTo>
                <a:lnTo>
                  <a:pt x="51159" y="2924"/>
                </a:lnTo>
                <a:lnTo>
                  <a:pt x="51451" y="2658"/>
                </a:lnTo>
                <a:lnTo>
                  <a:pt x="51743" y="2552"/>
                </a:lnTo>
                <a:lnTo>
                  <a:pt x="52035" y="2445"/>
                </a:lnTo>
                <a:lnTo>
                  <a:pt x="52444" y="2286"/>
                </a:lnTo>
                <a:lnTo>
                  <a:pt x="52736" y="2020"/>
                </a:lnTo>
                <a:lnTo>
                  <a:pt x="53028" y="1914"/>
                </a:lnTo>
                <a:lnTo>
                  <a:pt x="53262" y="1807"/>
                </a:lnTo>
                <a:lnTo>
                  <a:pt x="53437" y="1648"/>
                </a:lnTo>
                <a:lnTo>
                  <a:pt x="53729" y="1382"/>
                </a:lnTo>
                <a:lnTo>
                  <a:pt x="53963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4956" y="903"/>
                </a:lnTo>
                <a:lnTo>
                  <a:pt x="55248" y="744"/>
                </a:lnTo>
                <a:lnTo>
                  <a:pt x="55540" y="638"/>
                </a:lnTo>
                <a:lnTo>
                  <a:pt x="55832" y="478"/>
                </a:lnTo>
                <a:lnTo>
                  <a:pt x="55948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7837457" y="2284548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46"/>
                </a:lnTo>
                <a:lnTo>
                  <a:pt x="584" y="29880"/>
                </a:lnTo>
                <a:lnTo>
                  <a:pt x="876" y="29774"/>
                </a:lnTo>
                <a:lnTo>
                  <a:pt x="1168" y="29667"/>
                </a:lnTo>
                <a:lnTo>
                  <a:pt x="1401" y="29508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861" y="28763"/>
                </a:lnTo>
                <a:lnTo>
                  <a:pt x="3095" y="28604"/>
                </a:lnTo>
                <a:lnTo>
                  <a:pt x="3387" y="28498"/>
                </a:lnTo>
                <a:lnTo>
                  <a:pt x="3679" y="28338"/>
                </a:lnTo>
                <a:lnTo>
                  <a:pt x="4088" y="28125"/>
                </a:lnTo>
                <a:lnTo>
                  <a:pt x="4380" y="27966"/>
                </a:lnTo>
                <a:lnTo>
                  <a:pt x="4555" y="27860"/>
                </a:lnTo>
                <a:lnTo>
                  <a:pt x="4788" y="27700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222"/>
                </a:lnTo>
                <a:lnTo>
                  <a:pt x="6073" y="27062"/>
                </a:lnTo>
                <a:lnTo>
                  <a:pt x="6365" y="26796"/>
                </a:lnTo>
                <a:lnTo>
                  <a:pt x="6657" y="26690"/>
                </a:lnTo>
                <a:lnTo>
                  <a:pt x="6949" y="26584"/>
                </a:lnTo>
                <a:lnTo>
                  <a:pt x="7358" y="26318"/>
                </a:lnTo>
                <a:lnTo>
                  <a:pt x="7650" y="26158"/>
                </a:lnTo>
                <a:lnTo>
                  <a:pt x="7942" y="26052"/>
                </a:lnTo>
                <a:lnTo>
                  <a:pt x="8351" y="25946"/>
                </a:lnTo>
                <a:lnTo>
                  <a:pt x="8643" y="25680"/>
                </a:lnTo>
                <a:lnTo>
                  <a:pt x="8877" y="25520"/>
                </a:lnTo>
                <a:lnTo>
                  <a:pt x="9169" y="25414"/>
                </a:lnTo>
                <a:lnTo>
                  <a:pt x="9461" y="25254"/>
                </a:lnTo>
                <a:lnTo>
                  <a:pt x="9636" y="25042"/>
                </a:lnTo>
                <a:lnTo>
                  <a:pt x="9869" y="24882"/>
                </a:lnTo>
                <a:lnTo>
                  <a:pt x="10337" y="24776"/>
                </a:lnTo>
                <a:lnTo>
                  <a:pt x="10570" y="24616"/>
                </a:lnTo>
                <a:lnTo>
                  <a:pt x="10862" y="24404"/>
                </a:lnTo>
                <a:lnTo>
                  <a:pt x="11154" y="24244"/>
                </a:lnTo>
                <a:lnTo>
                  <a:pt x="11446" y="24244"/>
                </a:lnTo>
                <a:lnTo>
                  <a:pt x="11738" y="24138"/>
                </a:lnTo>
                <a:lnTo>
                  <a:pt x="11855" y="23872"/>
                </a:lnTo>
                <a:lnTo>
                  <a:pt x="12264" y="23712"/>
                </a:lnTo>
                <a:lnTo>
                  <a:pt x="12556" y="23606"/>
                </a:lnTo>
                <a:lnTo>
                  <a:pt x="12848" y="23500"/>
                </a:lnTo>
                <a:lnTo>
                  <a:pt x="13140" y="23234"/>
                </a:lnTo>
                <a:lnTo>
                  <a:pt x="13432" y="23074"/>
                </a:lnTo>
                <a:lnTo>
                  <a:pt x="13724" y="22968"/>
                </a:lnTo>
                <a:lnTo>
                  <a:pt x="13958" y="2286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330"/>
                </a:lnTo>
                <a:lnTo>
                  <a:pt x="15126" y="22171"/>
                </a:lnTo>
                <a:lnTo>
                  <a:pt x="15418" y="21958"/>
                </a:lnTo>
                <a:lnTo>
                  <a:pt x="15651" y="21958"/>
                </a:lnTo>
                <a:lnTo>
                  <a:pt x="15943" y="21798"/>
                </a:lnTo>
                <a:lnTo>
                  <a:pt x="16235" y="21692"/>
                </a:lnTo>
                <a:lnTo>
                  <a:pt x="16644" y="21426"/>
                </a:lnTo>
                <a:lnTo>
                  <a:pt x="16936" y="21320"/>
                </a:lnTo>
                <a:lnTo>
                  <a:pt x="17053" y="21160"/>
                </a:lnTo>
                <a:lnTo>
                  <a:pt x="17345" y="21054"/>
                </a:lnTo>
                <a:lnTo>
                  <a:pt x="17637" y="20788"/>
                </a:lnTo>
                <a:lnTo>
                  <a:pt x="17929" y="20682"/>
                </a:lnTo>
                <a:lnTo>
                  <a:pt x="18221" y="20522"/>
                </a:lnTo>
                <a:lnTo>
                  <a:pt x="18630" y="20416"/>
                </a:lnTo>
                <a:lnTo>
                  <a:pt x="18922" y="20150"/>
                </a:lnTo>
                <a:lnTo>
                  <a:pt x="19214" y="19991"/>
                </a:lnTo>
                <a:lnTo>
                  <a:pt x="19506" y="19884"/>
                </a:lnTo>
                <a:lnTo>
                  <a:pt x="19914" y="19619"/>
                </a:lnTo>
                <a:lnTo>
                  <a:pt x="20206" y="19512"/>
                </a:lnTo>
                <a:lnTo>
                  <a:pt x="20440" y="19353"/>
                </a:lnTo>
                <a:lnTo>
                  <a:pt x="20907" y="19246"/>
                </a:lnTo>
                <a:lnTo>
                  <a:pt x="21199" y="18980"/>
                </a:lnTo>
                <a:lnTo>
                  <a:pt x="21433" y="18874"/>
                </a:lnTo>
                <a:lnTo>
                  <a:pt x="21725" y="18715"/>
                </a:lnTo>
                <a:lnTo>
                  <a:pt x="22017" y="18608"/>
                </a:lnTo>
                <a:lnTo>
                  <a:pt x="22134" y="18342"/>
                </a:lnTo>
                <a:lnTo>
                  <a:pt x="22426" y="18236"/>
                </a:lnTo>
                <a:lnTo>
                  <a:pt x="22893" y="18077"/>
                </a:lnTo>
                <a:lnTo>
                  <a:pt x="23127" y="17970"/>
                </a:lnTo>
                <a:lnTo>
                  <a:pt x="23419" y="17704"/>
                </a:lnTo>
                <a:lnTo>
                  <a:pt x="23711" y="17598"/>
                </a:lnTo>
                <a:lnTo>
                  <a:pt x="24003" y="17439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907"/>
                </a:lnTo>
                <a:lnTo>
                  <a:pt x="25404" y="16801"/>
                </a:lnTo>
                <a:lnTo>
                  <a:pt x="25696" y="16535"/>
                </a:lnTo>
                <a:lnTo>
                  <a:pt x="25988" y="16428"/>
                </a:lnTo>
                <a:lnTo>
                  <a:pt x="26222" y="16269"/>
                </a:lnTo>
                <a:lnTo>
                  <a:pt x="26514" y="1616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631"/>
                </a:lnTo>
                <a:lnTo>
                  <a:pt x="27682" y="15525"/>
                </a:lnTo>
                <a:lnTo>
                  <a:pt x="27916" y="15259"/>
                </a:lnTo>
                <a:lnTo>
                  <a:pt x="28208" y="15152"/>
                </a:lnTo>
                <a:lnTo>
                  <a:pt x="28500" y="14993"/>
                </a:lnTo>
                <a:lnTo>
                  <a:pt x="28792" y="14993"/>
                </a:lnTo>
                <a:lnTo>
                  <a:pt x="29200" y="14727"/>
                </a:lnTo>
                <a:lnTo>
                  <a:pt x="29492" y="14621"/>
                </a:lnTo>
                <a:lnTo>
                  <a:pt x="29901" y="14355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823"/>
                </a:lnTo>
                <a:lnTo>
                  <a:pt x="31186" y="13717"/>
                </a:lnTo>
                <a:lnTo>
                  <a:pt x="31478" y="13451"/>
                </a:lnTo>
                <a:lnTo>
                  <a:pt x="31770" y="13345"/>
                </a:lnTo>
                <a:lnTo>
                  <a:pt x="32004" y="13185"/>
                </a:lnTo>
                <a:lnTo>
                  <a:pt x="32179" y="13079"/>
                </a:lnTo>
                <a:lnTo>
                  <a:pt x="32471" y="12813"/>
                </a:lnTo>
                <a:lnTo>
                  <a:pt x="32763" y="12707"/>
                </a:lnTo>
                <a:lnTo>
                  <a:pt x="32996" y="12707"/>
                </a:lnTo>
                <a:lnTo>
                  <a:pt x="33464" y="12547"/>
                </a:lnTo>
                <a:lnTo>
                  <a:pt x="33697" y="12281"/>
                </a:lnTo>
                <a:lnTo>
                  <a:pt x="33989" y="12175"/>
                </a:lnTo>
                <a:lnTo>
                  <a:pt x="34281" y="12069"/>
                </a:lnTo>
                <a:lnTo>
                  <a:pt x="34573" y="11909"/>
                </a:lnTo>
                <a:lnTo>
                  <a:pt x="34690" y="11643"/>
                </a:lnTo>
                <a:lnTo>
                  <a:pt x="34982" y="11537"/>
                </a:lnTo>
                <a:lnTo>
                  <a:pt x="35391" y="11431"/>
                </a:lnTo>
                <a:lnTo>
                  <a:pt x="35683" y="11271"/>
                </a:lnTo>
                <a:lnTo>
                  <a:pt x="35975" y="11005"/>
                </a:lnTo>
                <a:lnTo>
                  <a:pt x="36267" y="10899"/>
                </a:lnTo>
                <a:lnTo>
                  <a:pt x="36559" y="10739"/>
                </a:lnTo>
                <a:lnTo>
                  <a:pt x="36851" y="10633"/>
                </a:lnTo>
                <a:lnTo>
                  <a:pt x="37085" y="10367"/>
                </a:lnTo>
                <a:lnTo>
                  <a:pt x="37377" y="10261"/>
                </a:lnTo>
                <a:lnTo>
                  <a:pt x="37669" y="10261"/>
                </a:lnTo>
                <a:lnTo>
                  <a:pt x="37961" y="10101"/>
                </a:lnTo>
                <a:lnTo>
                  <a:pt x="38253" y="9889"/>
                </a:lnTo>
                <a:lnTo>
                  <a:pt x="38545" y="9729"/>
                </a:lnTo>
                <a:lnTo>
                  <a:pt x="38778" y="9623"/>
                </a:lnTo>
                <a:lnTo>
                  <a:pt x="39070" y="9463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985"/>
                </a:lnTo>
                <a:lnTo>
                  <a:pt x="40238" y="8825"/>
                </a:lnTo>
                <a:lnTo>
                  <a:pt x="40472" y="8560"/>
                </a:lnTo>
                <a:lnTo>
                  <a:pt x="40764" y="8453"/>
                </a:lnTo>
                <a:lnTo>
                  <a:pt x="41056" y="8347"/>
                </a:lnTo>
                <a:lnTo>
                  <a:pt x="41348" y="8187"/>
                </a:lnTo>
                <a:lnTo>
                  <a:pt x="41757" y="7922"/>
                </a:lnTo>
                <a:lnTo>
                  <a:pt x="42049" y="7922"/>
                </a:lnTo>
                <a:lnTo>
                  <a:pt x="42458" y="7656"/>
                </a:lnTo>
                <a:lnTo>
                  <a:pt x="42750" y="7443"/>
                </a:lnTo>
                <a:lnTo>
                  <a:pt x="43042" y="7284"/>
                </a:lnTo>
                <a:lnTo>
                  <a:pt x="43334" y="7177"/>
                </a:lnTo>
                <a:lnTo>
                  <a:pt x="43567" y="7018"/>
                </a:lnTo>
                <a:lnTo>
                  <a:pt x="44034" y="6805"/>
                </a:lnTo>
                <a:lnTo>
                  <a:pt x="44326" y="6646"/>
                </a:lnTo>
                <a:lnTo>
                  <a:pt x="44560" y="6539"/>
                </a:lnTo>
                <a:lnTo>
                  <a:pt x="44735" y="6380"/>
                </a:lnTo>
                <a:lnTo>
                  <a:pt x="45027" y="6167"/>
                </a:lnTo>
                <a:lnTo>
                  <a:pt x="45261" y="6007"/>
                </a:lnTo>
                <a:lnTo>
                  <a:pt x="45553" y="5901"/>
                </a:lnTo>
                <a:lnTo>
                  <a:pt x="46020" y="5742"/>
                </a:lnTo>
                <a:lnTo>
                  <a:pt x="46254" y="5635"/>
                </a:lnTo>
                <a:lnTo>
                  <a:pt x="46546" y="5476"/>
                </a:lnTo>
                <a:lnTo>
                  <a:pt x="46838" y="5369"/>
                </a:lnTo>
                <a:lnTo>
                  <a:pt x="47130" y="5263"/>
                </a:lnTo>
                <a:lnTo>
                  <a:pt x="47246" y="4997"/>
                </a:lnTo>
                <a:lnTo>
                  <a:pt x="47538" y="4838"/>
                </a:lnTo>
                <a:lnTo>
                  <a:pt x="47947" y="4731"/>
                </a:lnTo>
                <a:lnTo>
                  <a:pt x="48239" y="4625"/>
                </a:lnTo>
                <a:lnTo>
                  <a:pt x="48531" y="4359"/>
                </a:lnTo>
                <a:lnTo>
                  <a:pt x="48823" y="4200"/>
                </a:lnTo>
                <a:lnTo>
                  <a:pt x="49115" y="4093"/>
                </a:lnTo>
                <a:lnTo>
                  <a:pt x="49349" y="3934"/>
                </a:lnTo>
                <a:lnTo>
                  <a:pt x="49641" y="3721"/>
                </a:lnTo>
                <a:lnTo>
                  <a:pt x="49816" y="3562"/>
                </a:lnTo>
                <a:lnTo>
                  <a:pt x="50225" y="3455"/>
                </a:lnTo>
                <a:lnTo>
                  <a:pt x="50517" y="3296"/>
                </a:lnTo>
                <a:lnTo>
                  <a:pt x="50809" y="3190"/>
                </a:lnTo>
                <a:lnTo>
                  <a:pt x="51043" y="3083"/>
                </a:lnTo>
                <a:lnTo>
                  <a:pt x="51335" y="2924"/>
                </a:lnTo>
                <a:lnTo>
                  <a:pt x="51627" y="2817"/>
                </a:lnTo>
                <a:lnTo>
                  <a:pt x="51919" y="2552"/>
                </a:lnTo>
                <a:lnTo>
                  <a:pt x="52211" y="2392"/>
                </a:lnTo>
                <a:lnTo>
                  <a:pt x="52503" y="2286"/>
                </a:lnTo>
                <a:lnTo>
                  <a:pt x="52736" y="2179"/>
                </a:lnTo>
                <a:lnTo>
                  <a:pt x="53028" y="1914"/>
                </a:lnTo>
                <a:lnTo>
                  <a:pt x="53320" y="1754"/>
                </a:lnTo>
                <a:lnTo>
                  <a:pt x="53612" y="1648"/>
                </a:lnTo>
                <a:lnTo>
                  <a:pt x="53904" y="1541"/>
                </a:lnTo>
                <a:lnTo>
                  <a:pt x="54313" y="1276"/>
                </a:lnTo>
                <a:lnTo>
                  <a:pt x="54605" y="1116"/>
                </a:lnTo>
                <a:lnTo>
                  <a:pt x="55014" y="1010"/>
                </a:lnTo>
                <a:lnTo>
                  <a:pt x="55306" y="744"/>
                </a:lnTo>
                <a:lnTo>
                  <a:pt x="55598" y="638"/>
                </a:lnTo>
                <a:lnTo>
                  <a:pt x="55890" y="478"/>
                </a:lnTo>
                <a:lnTo>
                  <a:pt x="56124" y="37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7894281" y="2254189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292" y="30199"/>
                </a:lnTo>
                <a:lnTo>
                  <a:pt x="467" y="30093"/>
                </a:lnTo>
                <a:lnTo>
                  <a:pt x="759" y="29827"/>
                </a:lnTo>
                <a:lnTo>
                  <a:pt x="992" y="29667"/>
                </a:lnTo>
                <a:lnTo>
                  <a:pt x="1284" y="29561"/>
                </a:lnTo>
                <a:lnTo>
                  <a:pt x="1693" y="29455"/>
                </a:lnTo>
                <a:lnTo>
                  <a:pt x="1985" y="29189"/>
                </a:lnTo>
                <a:lnTo>
                  <a:pt x="2277" y="29029"/>
                </a:lnTo>
                <a:lnTo>
                  <a:pt x="2569" y="29029"/>
                </a:lnTo>
                <a:lnTo>
                  <a:pt x="2861" y="28923"/>
                </a:lnTo>
                <a:lnTo>
                  <a:pt x="2978" y="28657"/>
                </a:lnTo>
                <a:lnTo>
                  <a:pt x="3270" y="28551"/>
                </a:lnTo>
                <a:lnTo>
                  <a:pt x="3679" y="28391"/>
                </a:lnTo>
                <a:lnTo>
                  <a:pt x="3971" y="28285"/>
                </a:lnTo>
                <a:lnTo>
                  <a:pt x="4263" y="28019"/>
                </a:lnTo>
                <a:lnTo>
                  <a:pt x="4555" y="27913"/>
                </a:lnTo>
                <a:lnTo>
                  <a:pt x="4847" y="27753"/>
                </a:lnTo>
                <a:lnTo>
                  <a:pt x="5080" y="27647"/>
                </a:lnTo>
                <a:lnTo>
                  <a:pt x="5372" y="27381"/>
                </a:lnTo>
                <a:lnTo>
                  <a:pt x="5548" y="27275"/>
                </a:lnTo>
                <a:lnTo>
                  <a:pt x="5956" y="27115"/>
                </a:lnTo>
                <a:lnTo>
                  <a:pt x="6248" y="27009"/>
                </a:lnTo>
                <a:lnTo>
                  <a:pt x="6540" y="26743"/>
                </a:lnTo>
                <a:lnTo>
                  <a:pt x="6774" y="26743"/>
                </a:lnTo>
                <a:lnTo>
                  <a:pt x="7066" y="26584"/>
                </a:lnTo>
                <a:lnTo>
                  <a:pt x="7358" y="26477"/>
                </a:lnTo>
                <a:lnTo>
                  <a:pt x="7650" y="26211"/>
                </a:lnTo>
                <a:lnTo>
                  <a:pt x="7942" y="26105"/>
                </a:lnTo>
                <a:lnTo>
                  <a:pt x="8176" y="25946"/>
                </a:lnTo>
                <a:lnTo>
                  <a:pt x="8468" y="25839"/>
                </a:lnTo>
                <a:lnTo>
                  <a:pt x="8760" y="25573"/>
                </a:lnTo>
                <a:lnTo>
                  <a:pt x="9052" y="25467"/>
                </a:lnTo>
                <a:lnTo>
                  <a:pt x="9344" y="25307"/>
                </a:lnTo>
                <a:lnTo>
                  <a:pt x="9636" y="25201"/>
                </a:lnTo>
                <a:lnTo>
                  <a:pt x="10045" y="24935"/>
                </a:lnTo>
                <a:lnTo>
                  <a:pt x="10337" y="24829"/>
                </a:lnTo>
                <a:lnTo>
                  <a:pt x="10453" y="24669"/>
                </a:lnTo>
                <a:lnTo>
                  <a:pt x="10745" y="24563"/>
                </a:lnTo>
                <a:lnTo>
                  <a:pt x="11037" y="24404"/>
                </a:lnTo>
                <a:lnTo>
                  <a:pt x="11329" y="24297"/>
                </a:lnTo>
                <a:lnTo>
                  <a:pt x="11563" y="24191"/>
                </a:lnTo>
                <a:lnTo>
                  <a:pt x="11855" y="24031"/>
                </a:lnTo>
                <a:lnTo>
                  <a:pt x="12322" y="23766"/>
                </a:lnTo>
                <a:lnTo>
                  <a:pt x="12556" y="23659"/>
                </a:lnTo>
                <a:lnTo>
                  <a:pt x="12848" y="23553"/>
                </a:lnTo>
                <a:lnTo>
                  <a:pt x="13023" y="23393"/>
                </a:lnTo>
                <a:lnTo>
                  <a:pt x="13257" y="23128"/>
                </a:lnTo>
                <a:lnTo>
                  <a:pt x="13549" y="23021"/>
                </a:lnTo>
                <a:lnTo>
                  <a:pt x="13841" y="22862"/>
                </a:lnTo>
                <a:lnTo>
                  <a:pt x="14250" y="22755"/>
                </a:lnTo>
                <a:lnTo>
                  <a:pt x="14542" y="22490"/>
                </a:lnTo>
                <a:lnTo>
                  <a:pt x="14834" y="22383"/>
                </a:lnTo>
                <a:lnTo>
                  <a:pt x="15126" y="22224"/>
                </a:lnTo>
                <a:lnTo>
                  <a:pt x="15418" y="22117"/>
                </a:lnTo>
                <a:lnTo>
                  <a:pt x="15826" y="21852"/>
                </a:lnTo>
                <a:lnTo>
                  <a:pt x="16235" y="21745"/>
                </a:lnTo>
                <a:lnTo>
                  <a:pt x="16527" y="21586"/>
                </a:lnTo>
                <a:lnTo>
                  <a:pt x="16819" y="21320"/>
                </a:lnTo>
                <a:lnTo>
                  <a:pt x="17111" y="21214"/>
                </a:lnTo>
                <a:lnTo>
                  <a:pt x="17345" y="21107"/>
                </a:lnTo>
                <a:lnTo>
                  <a:pt x="17637" y="20948"/>
                </a:lnTo>
                <a:lnTo>
                  <a:pt x="17929" y="20682"/>
                </a:lnTo>
                <a:lnTo>
                  <a:pt x="18104" y="20576"/>
                </a:lnTo>
                <a:lnTo>
                  <a:pt x="18513" y="20469"/>
                </a:lnTo>
                <a:lnTo>
                  <a:pt x="18805" y="20310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672"/>
                </a:lnTo>
                <a:lnTo>
                  <a:pt x="20206" y="19565"/>
                </a:lnTo>
                <a:lnTo>
                  <a:pt x="20498" y="19406"/>
                </a:lnTo>
                <a:lnTo>
                  <a:pt x="20732" y="19299"/>
                </a:lnTo>
                <a:lnTo>
                  <a:pt x="21024" y="19140"/>
                </a:lnTo>
                <a:lnTo>
                  <a:pt x="21316" y="18927"/>
                </a:lnTo>
                <a:lnTo>
                  <a:pt x="21608" y="18768"/>
                </a:lnTo>
                <a:lnTo>
                  <a:pt x="21900" y="18661"/>
                </a:lnTo>
                <a:lnTo>
                  <a:pt x="22192" y="18502"/>
                </a:lnTo>
                <a:lnTo>
                  <a:pt x="22601" y="18236"/>
                </a:lnTo>
                <a:lnTo>
                  <a:pt x="22893" y="18130"/>
                </a:lnTo>
                <a:lnTo>
                  <a:pt x="23302" y="17864"/>
                </a:lnTo>
                <a:lnTo>
                  <a:pt x="23594" y="17598"/>
                </a:lnTo>
                <a:lnTo>
                  <a:pt x="23886" y="17492"/>
                </a:lnTo>
                <a:lnTo>
                  <a:pt x="24119" y="17385"/>
                </a:lnTo>
                <a:lnTo>
                  <a:pt x="24411" y="17385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854"/>
                </a:lnTo>
                <a:lnTo>
                  <a:pt x="25579" y="16694"/>
                </a:lnTo>
                <a:lnTo>
                  <a:pt x="25813" y="16482"/>
                </a:lnTo>
                <a:lnTo>
                  <a:pt x="26105" y="16322"/>
                </a:lnTo>
                <a:lnTo>
                  <a:pt x="26397" y="16216"/>
                </a:lnTo>
                <a:lnTo>
                  <a:pt x="26806" y="16056"/>
                </a:lnTo>
                <a:lnTo>
                  <a:pt x="27098" y="15844"/>
                </a:lnTo>
                <a:lnTo>
                  <a:pt x="27390" y="15684"/>
                </a:lnTo>
                <a:lnTo>
                  <a:pt x="27682" y="15578"/>
                </a:lnTo>
                <a:lnTo>
                  <a:pt x="27974" y="15418"/>
                </a:lnTo>
                <a:lnTo>
                  <a:pt x="28091" y="15152"/>
                </a:lnTo>
                <a:lnTo>
                  <a:pt x="28383" y="15046"/>
                </a:lnTo>
                <a:lnTo>
                  <a:pt x="28792" y="15046"/>
                </a:lnTo>
                <a:lnTo>
                  <a:pt x="29084" y="14940"/>
                </a:lnTo>
                <a:lnTo>
                  <a:pt x="29376" y="14674"/>
                </a:lnTo>
                <a:lnTo>
                  <a:pt x="29668" y="14514"/>
                </a:lnTo>
                <a:lnTo>
                  <a:pt x="29901" y="14408"/>
                </a:lnTo>
                <a:lnTo>
                  <a:pt x="30193" y="14302"/>
                </a:lnTo>
                <a:lnTo>
                  <a:pt x="30485" y="14036"/>
                </a:lnTo>
                <a:lnTo>
                  <a:pt x="30602" y="13876"/>
                </a:lnTo>
                <a:lnTo>
                  <a:pt x="31069" y="13770"/>
                </a:lnTo>
                <a:lnTo>
                  <a:pt x="31361" y="13611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973"/>
                </a:lnTo>
                <a:lnTo>
                  <a:pt x="32763" y="12760"/>
                </a:lnTo>
                <a:lnTo>
                  <a:pt x="33172" y="12760"/>
                </a:lnTo>
                <a:lnTo>
                  <a:pt x="33288" y="12600"/>
                </a:lnTo>
                <a:lnTo>
                  <a:pt x="33580" y="12494"/>
                </a:lnTo>
                <a:lnTo>
                  <a:pt x="33872" y="12228"/>
                </a:lnTo>
                <a:lnTo>
                  <a:pt x="34164" y="12069"/>
                </a:lnTo>
                <a:lnTo>
                  <a:pt x="34457" y="11962"/>
                </a:lnTo>
                <a:lnTo>
                  <a:pt x="34690" y="11856"/>
                </a:lnTo>
                <a:lnTo>
                  <a:pt x="35157" y="11590"/>
                </a:lnTo>
                <a:lnTo>
                  <a:pt x="35449" y="11431"/>
                </a:lnTo>
                <a:lnTo>
                  <a:pt x="35683" y="11324"/>
                </a:lnTo>
                <a:lnTo>
                  <a:pt x="35858" y="11218"/>
                </a:lnTo>
                <a:lnTo>
                  <a:pt x="36150" y="10952"/>
                </a:lnTo>
                <a:lnTo>
                  <a:pt x="36384" y="10793"/>
                </a:lnTo>
                <a:lnTo>
                  <a:pt x="36676" y="10686"/>
                </a:lnTo>
                <a:lnTo>
                  <a:pt x="36968" y="10527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155"/>
                </a:lnTo>
                <a:lnTo>
                  <a:pt x="38369" y="9782"/>
                </a:lnTo>
                <a:lnTo>
                  <a:pt x="38661" y="9676"/>
                </a:lnTo>
                <a:lnTo>
                  <a:pt x="38953" y="9517"/>
                </a:lnTo>
                <a:lnTo>
                  <a:pt x="39362" y="9410"/>
                </a:lnTo>
                <a:lnTo>
                  <a:pt x="39654" y="9144"/>
                </a:lnTo>
                <a:lnTo>
                  <a:pt x="39946" y="9038"/>
                </a:lnTo>
                <a:lnTo>
                  <a:pt x="40238" y="8879"/>
                </a:lnTo>
                <a:lnTo>
                  <a:pt x="40472" y="8772"/>
                </a:lnTo>
                <a:lnTo>
                  <a:pt x="40647" y="8506"/>
                </a:lnTo>
                <a:lnTo>
                  <a:pt x="40939" y="8347"/>
                </a:lnTo>
                <a:lnTo>
                  <a:pt x="41348" y="8241"/>
                </a:lnTo>
                <a:lnTo>
                  <a:pt x="41640" y="8134"/>
                </a:lnTo>
                <a:lnTo>
                  <a:pt x="41932" y="7975"/>
                </a:lnTo>
                <a:lnTo>
                  <a:pt x="42166" y="7868"/>
                </a:lnTo>
                <a:lnTo>
                  <a:pt x="42458" y="7709"/>
                </a:lnTo>
                <a:lnTo>
                  <a:pt x="42750" y="7603"/>
                </a:lnTo>
                <a:lnTo>
                  <a:pt x="43042" y="7337"/>
                </a:lnTo>
                <a:lnTo>
                  <a:pt x="43626" y="7071"/>
                </a:lnTo>
                <a:lnTo>
                  <a:pt x="43859" y="6965"/>
                </a:lnTo>
                <a:lnTo>
                  <a:pt x="44151" y="6699"/>
                </a:lnTo>
                <a:lnTo>
                  <a:pt x="44443" y="6592"/>
                </a:lnTo>
                <a:lnTo>
                  <a:pt x="44735" y="6433"/>
                </a:lnTo>
                <a:lnTo>
                  <a:pt x="45027" y="6326"/>
                </a:lnTo>
                <a:lnTo>
                  <a:pt x="45319" y="6061"/>
                </a:lnTo>
                <a:lnTo>
                  <a:pt x="45728" y="5954"/>
                </a:lnTo>
                <a:lnTo>
                  <a:pt x="45845" y="5795"/>
                </a:lnTo>
                <a:lnTo>
                  <a:pt x="46137" y="5795"/>
                </a:lnTo>
                <a:lnTo>
                  <a:pt x="46429" y="5529"/>
                </a:lnTo>
                <a:lnTo>
                  <a:pt x="46721" y="5423"/>
                </a:lnTo>
                <a:lnTo>
                  <a:pt x="47013" y="5263"/>
                </a:lnTo>
                <a:lnTo>
                  <a:pt x="47246" y="5157"/>
                </a:lnTo>
                <a:lnTo>
                  <a:pt x="47714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415" y="4519"/>
                </a:lnTo>
                <a:lnTo>
                  <a:pt x="48707" y="4253"/>
                </a:lnTo>
                <a:lnTo>
                  <a:pt x="48940" y="4147"/>
                </a:lnTo>
                <a:lnTo>
                  <a:pt x="49232" y="3987"/>
                </a:lnTo>
                <a:lnTo>
                  <a:pt x="49524" y="3881"/>
                </a:lnTo>
                <a:lnTo>
                  <a:pt x="49933" y="3615"/>
                </a:lnTo>
                <a:lnTo>
                  <a:pt x="50225" y="3509"/>
                </a:lnTo>
                <a:lnTo>
                  <a:pt x="50517" y="3349"/>
                </a:lnTo>
                <a:lnTo>
                  <a:pt x="50809" y="3349"/>
                </a:lnTo>
                <a:lnTo>
                  <a:pt x="50926" y="3083"/>
                </a:lnTo>
                <a:lnTo>
                  <a:pt x="51218" y="2977"/>
                </a:lnTo>
                <a:lnTo>
                  <a:pt x="51510" y="2871"/>
                </a:lnTo>
                <a:lnTo>
                  <a:pt x="51919" y="2711"/>
                </a:lnTo>
                <a:lnTo>
                  <a:pt x="52211" y="2445"/>
                </a:lnTo>
                <a:lnTo>
                  <a:pt x="52503" y="2339"/>
                </a:lnTo>
                <a:lnTo>
                  <a:pt x="52795" y="2179"/>
                </a:lnTo>
                <a:lnTo>
                  <a:pt x="53028" y="2073"/>
                </a:lnTo>
                <a:lnTo>
                  <a:pt x="53203" y="1807"/>
                </a:lnTo>
                <a:lnTo>
                  <a:pt x="53495" y="1701"/>
                </a:lnTo>
                <a:lnTo>
                  <a:pt x="53904" y="1541"/>
                </a:lnTo>
                <a:lnTo>
                  <a:pt x="54196" y="1435"/>
                </a:lnTo>
                <a:lnTo>
                  <a:pt x="54488" y="1169"/>
                </a:lnTo>
                <a:lnTo>
                  <a:pt x="54722" y="1063"/>
                </a:lnTo>
                <a:lnTo>
                  <a:pt x="55014" y="1063"/>
                </a:lnTo>
                <a:lnTo>
                  <a:pt x="55306" y="903"/>
                </a:lnTo>
                <a:lnTo>
                  <a:pt x="55598" y="638"/>
                </a:lnTo>
                <a:lnTo>
                  <a:pt x="56182" y="425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7950989" y="2223884"/>
            <a:ext cx="56824" cy="30305"/>
          </a:xfrm>
          <a:custGeom>
            <a:avLst/>
            <a:gdLst/>
            <a:ahLst/>
            <a:cxnLst/>
            <a:rect l="l" t="t" r="r" b="b"/>
            <a:pathLst>
              <a:path w="56824" h="30305">
                <a:moveTo>
                  <a:pt x="0" y="30305"/>
                </a:moveTo>
                <a:lnTo>
                  <a:pt x="292" y="30199"/>
                </a:lnTo>
                <a:lnTo>
                  <a:pt x="584" y="30093"/>
                </a:lnTo>
                <a:lnTo>
                  <a:pt x="876" y="29933"/>
                </a:lnTo>
                <a:lnTo>
                  <a:pt x="1109" y="29667"/>
                </a:lnTo>
                <a:lnTo>
                  <a:pt x="1576" y="29561"/>
                </a:lnTo>
                <a:lnTo>
                  <a:pt x="1693" y="29401"/>
                </a:lnTo>
                <a:lnTo>
                  <a:pt x="1985" y="29295"/>
                </a:lnTo>
                <a:lnTo>
                  <a:pt x="2277" y="29029"/>
                </a:lnTo>
                <a:lnTo>
                  <a:pt x="2569" y="29029"/>
                </a:lnTo>
                <a:lnTo>
                  <a:pt x="2803" y="28923"/>
                </a:lnTo>
                <a:lnTo>
                  <a:pt x="3095" y="28763"/>
                </a:lnTo>
                <a:lnTo>
                  <a:pt x="3562" y="28551"/>
                </a:lnTo>
                <a:lnTo>
                  <a:pt x="3796" y="28391"/>
                </a:lnTo>
                <a:lnTo>
                  <a:pt x="4088" y="28285"/>
                </a:lnTo>
                <a:lnTo>
                  <a:pt x="4263" y="28125"/>
                </a:lnTo>
                <a:lnTo>
                  <a:pt x="4496" y="27860"/>
                </a:lnTo>
                <a:lnTo>
                  <a:pt x="4788" y="27753"/>
                </a:lnTo>
                <a:lnTo>
                  <a:pt x="5080" y="27647"/>
                </a:lnTo>
                <a:lnTo>
                  <a:pt x="5372" y="27487"/>
                </a:lnTo>
                <a:lnTo>
                  <a:pt x="5781" y="27222"/>
                </a:lnTo>
                <a:lnTo>
                  <a:pt x="6073" y="27115"/>
                </a:lnTo>
                <a:lnTo>
                  <a:pt x="6365" y="27009"/>
                </a:lnTo>
                <a:lnTo>
                  <a:pt x="6657" y="26849"/>
                </a:lnTo>
                <a:lnTo>
                  <a:pt x="7066" y="26584"/>
                </a:lnTo>
                <a:lnTo>
                  <a:pt x="7358" y="26477"/>
                </a:lnTo>
                <a:lnTo>
                  <a:pt x="7767" y="26371"/>
                </a:lnTo>
                <a:lnTo>
                  <a:pt x="8059" y="26105"/>
                </a:lnTo>
                <a:lnTo>
                  <a:pt x="8351" y="25946"/>
                </a:lnTo>
                <a:lnTo>
                  <a:pt x="8585" y="25839"/>
                </a:lnTo>
                <a:lnTo>
                  <a:pt x="8877" y="25680"/>
                </a:lnTo>
                <a:lnTo>
                  <a:pt x="9169" y="25467"/>
                </a:lnTo>
                <a:lnTo>
                  <a:pt x="9344" y="25307"/>
                </a:lnTo>
                <a:lnTo>
                  <a:pt x="9753" y="25201"/>
                </a:lnTo>
                <a:lnTo>
                  <a:pt x="10045" y="25042"/>
                </a:lnTo>
                <a:lnTo>
                  <a:pt x="10278" y="24829"/>
                </a:lnTo>
                <a:lnTo>
                  <a:pt x="10570" y="24669"/>
                </a:lnTo>
                <a:lnTo>
                  <a:pt x="10862" y="24563"/>
                </a:lnTo>
                <a:lnTo>
                  <a:pt x="11154" y="24404"/>
                </a:lnTo>
                <a:lnTo>
                  <a:pt x="11446" y="24297"/>
                </a:lnTo>
                <a:lnTo>
                  <a:pt x="11738" y="24138"/>
                </a:lnTo>
                <a:lnTo>
                  <a:pt x="11972" y="24031"/>
                </a:lnTo>
                <a:lnTo>
                  <a:pt x="12264" y="23925"/>
                </a:lnTo>
                <a:lnTo>
                  <a:pt x="12556" y="23659"/>
                </a:lnTo>
                <a:lnTo>
                  <a:pt x="12848" y="23500"/>
                </a:lnTo>
                <a:lnTo>
                  <a:pt x="13140" y="23393"/>
                </a:lnTo>
                <a:lnTo>
                  <a:pt x="13432" y="23287"/>
                </a:lnTo>
                <a:lnTo>
                  <a:pt x="13665" y="23021"/>
                </a:lnTo>
                <a:lnTo>
                  <a:pt x="14133" y="22862"/>
                </a:lnTo>
                <a:lnTo>
                  <a:pt x="14542" y="22596"/>
                </a:lnTo>
                <a:lnTo>
                  <a:pt x="14834" y="22383"/>
                </a:lnTo>
                <a:lnTo>
                  <a:pt x="15126" y="22224"/>
                </a:lnTo>
                <a:lnTo>
                  <a:pt x="15359" y="22117"/>
                </a:lnTo>
                <a:lnTo>
                  <a:pt x="15651" y="22117"/>
                </a:lnTo>
                <a:lnTo>
                  <a:pt x="15943" y="21852"/>
                </a:lnTo>
                <a:lnTo>
                  <a:pt x="16352" y="21745"/>
                </a:lnTo>
                <a:lnTo>
                  <a:pt x="16644" y="21586"/>
                </a:lnTo>
                <a:lnTo>
                  <a:pt x="16819" y="21479"/>
                </a:lnTo>
                <a:lnTo>
                  <a:pt x="17053" y="21214"/>
                </a:lnTo>
                <a:lnTo>
                  <a:pt x="17345" y="21054"/>
                </a:lnTo>
                <a:lnTo>
                  <a:pt x="17637" y="20948"/>
                </a:lnTo>
                <a:lnTo>
                  <a:pt x="17929" y="20841"/>
                </a:lnTo>
                <a:lnTo>
                  <a:pt x="18338" y="20576"/>
                </a:lnTo>
                <a:lnTo>
                  <a:pt x="18630" y="20416"/>
                </a:lnTo>
                <a:lnTo>
                  <a:pt x="18922" y="20310"/>
                </a:lnTo>
                <a:lnTo>
                  <a:pt x="19214" y="20203"/>
                </a:lnTo>
                <a:lnTo>
                  <a:pt x="19330" y="19938"/>
                </a:lnTo>
                <a:lnTo>
                  <a:pt x="19622" y="19778"/>
                </a:lnTo>
                <a:lnTo>
                  <a:pt x="19914" y="19778"/>
                </a:lnTo>
                <a:lnTo>
                  <a:pt x="20323" y="19672"/>
                </a:lnTo>
                <a:lnTo>
                  <a:pt x="20615" y="19406"/>
                </a:lnTo>
                <a:lnTo>
                  <a:pt x="20907" y="19299"/>
                </a:lnTo>
                <a:lnTo>
                  <a:pt x="21141" y="19140"/>
                </a:lnTo>
                <a:lnTo>
                  <a:pt x="21433" y="19034"/>
                </a:lnTo>
                <a:lnTo>
                  <a:pt x="21725" y="18768"/>
                </a:lnTo>
                <a:lnTo>
                  <a:pt x="22134" y="18502"/>
                </a:lnTo>
                <a:lnTo>
                  <a:pt x="22601" y="18396"/>
                </a:lnTo>
                <a:lnTo>
                  <a:pt x="22835" y="18130"/>
                </a:lnTo>
                <a:lnTo>
                  <a:pt x="23127" y="17970"/>
                </a:lnTo>
                <a:lnTo>
                  <a:pt x="23419" y="17864"/>
                </a:lnTo>
                <a:lnTo>
                  <a:pt x="23711" y="17758"/>
                </a:lnTo>
                <a:lnTo>
                  <a:pt x="24003" y="17492"/>
                </a:lnTo>
                <a:lnTo>
                  <a:pt x="24236" y="17492"/>
                </a:lnTo>
                <a:lnTo>
                  <a:pt x="24528" y="17332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854"/>
                </a:lnTo>
                <a:lnTo>
                  <a:pt x="25696" y="16694"/>
                </a:lnTo>
                <a:lnTo>
                  <a:pt x="25930" y="16428"/>
                </a:lnTo>
                <a:lnTo>
                  <a:pt x="26222" y="16322"/>
                </a:lnTo>
                <a:lnTo>
                  <a:pt x="26689" y="16216"/>
                </a:lnTo>
                <a:lnTo>
                  <a:pt x="26806" y="16056"/>
                </a:lnTo>
                <a:lnTo>
                  <a:pt x="27098" y="15790"/>
                </a:lnTo>
                <a:lnTo>
                  <a:pt x="27390" y="15684"/>
                </a:lnTo>
                <a:lnTo>
                  <a:pt x="27624" y="15578"/>
                </a:lnTo>
                <a:lnTo>
                  <a:pt x="27916" y="15418"/>
                </a:lnTo>
                <a:lnTo>
                  <a:pt x="28208" y="15152"/>
                </a:lnTo>
                <a:lnTo>
                  <a:pt x="28500" y="15046"/>
                </a:lnTo>
                <a:lnTo>
                  <a:pt x="28908" y="15046"/>
                </a:lnTo>
                <a:lnTo>
                  <a:pt x="29200" y="14887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408"/>
                </a:lnTo>
                <a:lnTo>
                  <a:pt x="30193" y="14249"/>
                </a:lnTo>
                <a:lnTo>
                  <a:pt x="30485" y="14036"/>
                </a:lnTo>
                <a:lnTo>
                  <a:pt x="30894" y="13876"/>
                </a:lnTo>
                <a:lnTo>
                  <a:pt x="31186" y="13770"/>
                </a:lnTo>
                <a:lnTo>
                  <a:pt x="31478" y="13611"/>
                </a:lnTo>
                <a:lnTo>
                  <a:pt x="31712" y="13345"/>
                </a:lnTo>
                <a:lnTo>
                  <a:pt x="31887" y="13238"/>
                </a:lnTo>
                <a:lnTo>
                  <a:pt x="32179" y="13132"/>
                </a:lnTo>
                <a:lnTo>
                  <a:pt x="32471" y="12973"/>
                </a:lnTo>
                <a:lnTo>
                  <a:pt x="32880" y="12707"/>
                </a:lnTo>
                <a:lnTo>
                  <a:pt x="33172" y="12707"/>
                </a:lnTo>
                <a:lnTo>
                  <a:pt x="33405" y="12600"/>
                </a:lnTo>
                <a:lnTo>
                  <a:pt x="33697" y="12494"/>
                </a:lnTo>
                <a:lnTo>
                  <a:pt x="33989" y="12228"/>
                </a:lnTo>
                <a:lnTo>
                  <a:pt x="34281" y="12069"/>
                </a:lnTo>
                <a:lnTo>
                  <a:pt x="34690" y="1185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324"/>
                </a:lnTo>
                <a:lnTo>
                  <a:pt x="35975" y="11165"/>
                </a:lnTo>
                <a:lnTo>
                  <a:pt x="36267" y="10952"/>
                </a:lnTo>
                <a:lnTo>
                  <a:pt x="36559" y="10793"/>
                </a:lnTo>
                <a:lnTo>
                  <a:pt x="36793" y="10686"/>
                </a:lnTo>
                <a:lnTo>
                  <a:pt x="37085" y="10527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155"/>
                </a:lnTo>
                <a:lnTo>
                  <a:pt x="38253" y="10048"/>
                </a:lnTo>
                <a:lnTo>
                  <a:pt x="38486" y="9782"/>
                </a:lnTo>
                <a:lnTo>
                  <a:pt x="38778" y="9623"/>
                </a:lnTo>
                <a:lnTo>
                  <a:pt x="39187" y="9517"/>
                </a:lnTo>
                <a:lnTo>
                  <a:pt x="39362" y="9410"/>
                </a:lnTo>
                <a:lnTo>
                  <a:pt x="39654" y="9144"/>
                </a:lnTo>
                <a:lnTo>
                  <a:pt x="39946" y="8985"/>
                </a:lnTo>
                <a:lnTo>
                  <a:pt x="40180" y="8879"/>
                </a:lnTo>
                <a:lnTo>
                  <a:pt x="40472" y="8772"/>
                </a:lnTo>
                <a:lnTo>
                  <a:pt x="40764" y="8506"/>
                </a:lnTo>
                <a:lnTo>
                  <a:pt x="41056" y="8347"/>
                </a:lnTo>
                <a:lnTo>
                  <a:pt x="41465" y="8241"/>
                </a:lnTo>
                <a:lnTo>
                  <a:pt x="41757" y="8081"/>
                </a:lnTo>
                <a:lnTo>
                  <a:pt x="42166" y="7868"/>
                </a:lnTo>
                <a:lnTo>
                  <a:pt x="42458" y="7709"/>
                </a:lnTo>
                <a:lnTo>
                  <a:pt x="42750" y="7603"/>
                </a:lnTo>
                <a:lnTo>
                  <a:pt x="43042" y="7337"/>
                </a:lnTo>
                <a:lnTo>
                  <a:pt x="43450" y="7230"/>
                </a:lnTo>
                <a:lnTo>
                  <a:pt x="43742" y="7071"/>
                </a:lnTo>
                <a:lnTo>
                  <a:pt x="44034" y="6965"/>
                </a:lnTo>
                <a:lnTo>
                  <a:pt x="44268" y="6699"/>
                </a:lnTo>
                <a:lnTo>
                  <a:pt x="44443" y="6539"/>
                </a:lnTo>
                <a:lnTo>
                  <a:pt x="44735" y="6433"/>
                </a:lnTo>
                <a:lnTo>
                  <a:pt x="44969" y="6326"/>
                </a:lnTo>
                <a:lnTo>
                  <a:pt x="45436" y="6061"/>
                </a:lnTo>
                <a:lnTo>
                  <a:pt x="45728" y="5901"/>
                </a:lnTo>
                <a:lnTo>
                  <a:pt x="45962" y="5795"/>
                </a:lnTo>
                <a:lnTo>
                  <a:pt x="46254" y="5795"/>
                </a:lnTo>
                <a:lnTo>
                  <a:pt x="46546" y="5529"/>
                </a:lnTo>
                <a:lnTo>
                  <a:pt x="46838" y="5423"/>
                </a:lnTo>
                <a:lnTo>
                  <a:pt x="46954" y="5263"/>
                </a:lnTo>
                <a:lnTo>
                  <a:pt x="47246" y="5157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625"/>
                </a:lnTo>
                <a:lnTo>
                  <a:pt x="48531" y="4519"/>
                </a:lnTo>
                <a:lnTo>
                  <a:pt x="48823" y="4253"/>
                </a:lnTo>
                <a:lnTo>
                  <a:pt x="49057" y="4147"/>
                </a:lnTo>
                <a:lnTo>
                  <a:pt x="49349" y="3987"/>
                </a:lnTo>
                <a:lnTo>
                  <a:pt x="49641" y="3881"/>
                </a:lnTo>
                <a:lnTo>
                  <a:pt x="49933" y="3615"/>
                </a:lnTo>
                <a:lnTo>
                  <a:pt x="50225" y="3455"/>
                </a:lnTo>
                <a:lnTo>
                  <a:pt x="50517" y="3455"/>
                </a:lnTo>
                <a:lnTo>
                  <a:pt x="50751" y="3349"/>
                </a:lnTo>
                <a:lnTo>
                  <a:pt x="51043" y="3083"/>
                </a:lnTo>
                <a:lnTo>
                  <a:pt x="51335" y="2977"/>
                </a:lnTo>
                <a:lnTo>
                  <a:pt x="51743" y="2817"/>
                </a:lnTo>
                <a:lnTo>
                  <a:pt x="51919" y="2711"/>
                </a:lnTo>
                <a:lnTo>
                  <a:pt x="52211" y="2445"/>
                </a:lnTo>
                <a:lnTo>
                  <a:pt x="52444" y="2339"/>
                </a:lnTo>
                <a:lnTo>
                  <a:pt x="52736" y="2179"/>
                </a:lnTo>
                <a:lnTo>
                  <a:pt x="53028" y="2073"/>
                </a:lnTo>
                <a:lnTo>
                  <a:pt x="53320" y="1807"/>
                </a:lnTo>
                <a:lnTo>
                  <a:pt x="53612" y="1701"/>
                </a:lnTo>
                <a:lnTo>
                  <a:pt x="54021" y="1541"/>
                </a:lnTo>
                <a:lnTo>
                  <a:pt x="54313" y="1435"/>
                </a:lnTo>
                <a:lnTo>
                  <a:pt x="54430" y="1169"/>
                </a:lnTo>
                <a:lnTo>
                  <a:pt x="54722" y="1169"/>
                </a:lnTo>
                <a:lnTo>
                  <a:pt x="55014" y="1063"/>
                </a:lnTo>
                <a:lnTo>
                  <a:pt x="55306" y="903"/>
                </a:lnTo>
                <a:lnTo>
                  <a:pt x="55598" y="638"/>
                </a:lnTo>
                <a:lnTo>
                  <a:pt x="56007" y="531"/>
                </a:lnTo>
                <a:lnTo>
                  <a:pt x="56299" y="372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8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8007814" y="2193737"/>
            <a:ext cx="56708" cy="30146"/>
          </a:xfrm>
          <a:custGeom>
            <a:avLst/>
            <a:gdLst/>
            <a:ahLst/>
            <a:cxnLst/>
            <a:rect l="l" t="t" r="r" b="b"/>
            <a:pathLst>
              <a:path w="56708" h="30146">
                <a:moveTo>
                  <a:pt x="0" y="30146"/>
                </a:moveTo>
                <a:lnTo>
                  <a:pt x="175" y="30039"/>
                </a:lnTo>
                <a:lnTo>
                  <a:pt x="467" y="29880"/>
                </a:lnTo>
                <a:lnTo>
                  <a:pt x="700" y="29774"/>
                </a:lnTo>
                <a:lnTo>
                  <a:pt x="1168" y="29508"/>
                </a:lnTo>
                <a:lnTo>
                  <a:pt x="1401" y="29401"/>
                </a:lnTo>
                <a:lnTo>
                  <a:pt x="1693" y="29242"/>
                </a:lnTo>
                <a:lnTo>
                  <a:pt x="1985" y="29136"/>
                </a:lnTo>
                <a:lnTo>
                  <a:pt x="2277" y="29029"/>
                </a:lnTo>
                <a:lnTo>
                  <a:pt x="2569" y="28870"/>
                </a:lnTo>
                <a:lnTo>
                  <a:pt x="2978" y="28604"/>
                </a:lnTo>
                <a:lnTo>
                  <a:pt x="3387" y="28338"/>
                </a:lnTo>
                <a:lnTo>
                  <a:pt x="3679" y="28232"/>
                </a:lnTo>
                <a:lnTo>
                  <a:pt x="3971" y="28125"/>
                </a:lnTo>
                <a:lnTo>
                  <a:pt x="4263" y="27966"/>
                </a:lnTo>
                <a:lnTo>
                  <a:pt x="4555" y="27700"/>
                </a:lnTo>
                <a:lnTo>
                  <a:pt x="4788" y="27594"/>
                </a:lnTo>
                <a:lnTo>
                  <a:pt x="5080" y="27487"/>
                </a:lnTo>
                <a:lnTo>
                  <a:pt x="5372" y="27328"/>
                </a:lnTo>
                <a:lnTo>
                  <a:pt x="5664" y="27062"/>
                </a:lnTo>
                <a:lnTo>
                  <a:pt x="5956" y="26956"/>
                </a:lnTo>
                <a:lnTo>
                  <a:pt x="6248" y="26796"/>
                </a:lnTo>
                <a:lnTo>
                  <a:pt x="6482" y="26690"/>
                </a:lnTo>
                <a:lnTo>
                  <a:pt x="6774" y="26584"/>
                </a:lnTo>
                <a:lnTo>
                  <a:pt x="7066" y="26424"/>
                </a:lnTo>
                <a:lnTo>
                  <a:pt x="7475" y="26318"/>
                </a:lnTo>
                <a:lnTo>
                  <a:pt x="7650" y="26158"/>
                </a:lnTo>
                <a:lnTo>
                  <a:pt x="7942" y="25946"/>
                </a:lnTo>
                <a:lnTo>
                  <a:pt x="8176" y="25786"/>
                </a:lnTo>
                <a:lnTo>
                  <a:pt x="8468" y="25680"/>
                </a:lnTo>
                <a:lnTo>
                  <a:pt x="8760" y="25520"/>
                </a:lnTo>
                <a:lnTo>
                  <a:pt x="9052" y="25254"/>
                </a:lnTo>
                <a:lnTo>
                  <a:pt x="9344" y="25148"/>
                </a:lnTo>
                <a:lnTo>
                  <a:pt x="9753" y="25042"/>
                </a:lnTo>
                <a:lnTo>
                  <a:pt x="10045" y="24882"/>
                </a:lnTo>
                <a:lnTo>
                  <a:pt x="10161" y="24616"/>
                </a:lnTo>
                <a:lnTo>
                  <a:pt x="10453" y="24510"/>
                </a:lnTo>
                <a:lnTo>
                  <a:pt x="10745" y="24404"/>
                </a:lnTo>
                <a:lnTo>
                  <a:pt x="11037" y="24244"/>
                </a:lnTo>
                <a:lnTo>
                  <a:pt x="11271" y="24138"/>
                </a:lnTo>
                <a:lnTo>
                  <a:pt x="11738" y="23978"/>
                </a:lnTo>
                <a:lnTo>
                  <a:pt x="12030" y="23872"/>
                </a:lnTo>
                <a:lnTo>
                  <a:pt x="12264" y="23712"/>
                </a:lnTo>
                <a:lnTo>
                  <a:pt x="12556" y="23500"/>
                </a:lnTo>
                <a:lnTo>
                  <a:pt x="12731" y="23340"/>
                </a:lnTo>
                <a:lnTo>
                  <a:pt x="12965" y="23234"/>
                </a:lnTo>
                <a:lnTo>
                  <a:pt x="13257" y="23074"/>
                </a:lnTo>
                <a:lnTo>
                  <a:pt x="13724" y="22862"/>
                </a:lnTo>
                <a:lnTo>
                  <a:pt x="13958" y="22702"/>
                </a:lnTo>
                <a:lnTo>
                  <a:pt x="14250" y="22596"/>
                </a:lnTo>
                <a:lnTo>
                  <a:pt x="14542" y="22436"/>
                </a:lnTo>
                <a:lnTo>
                  <a:pt x="14834" y="22171"/>
                </a:lnTo>
                <a:lnTo>
                  <a:pt x="15126" y="22064"/>
                </a:lnTo>
                <a:lnTo>
                  <a:pt x="15534" y="21958"/>
                </a:lnTo>
                <a:lnTo>
                  <a:pt x="15943" y="21692"/>
                </a:lnTo>
                <a:lnTo>
                  <a:pt x="16235" y="21533"/>
                </a:lnTo>
                <a:lnTo>
                  <a:pt x="16527" y="21426"/>
                </a:lnTo>
                <a:lnTo>
                  <a:pt x="16819" y="21320"/>
                </a:lnTo>
                <a:lnTo>
                  <a:pt x="17053" y="21054"/>
                </a:lnTo>
                <a:lnTo>
                  <a:pt x="17345" y="20895"/>
                </a:lnTo>
                <a:lnTo>
                  <a:pt x="17637" y="20788"/>
                </a:lnTo>
                <a:lnTo>
                  <a:pt x="17929" y="20629"/>
                </a:lnTo>
                <a:lnTo>
                  <a:pt x="18221" y="20416"/>
                </a:lnTo>
                <a:lnTo>
                  <a:pt x="18513" y="20257"/>
                </a:lnTo>
                <a:lnTo>
                  <a:pt x="18746" y="20150"/>
                </a:lnTo>
                <a:lnTo>
                  <a:pt x="19038" y="19991"/>
                </a:lnTo>
                <a:lnTo>
                  <a:pt x="19330" y="19778"/>
                </a:lnTo>
                <a:lnTo>
                  <a:pt x="19622" y="19619"/>
                </a:lnTo>
                <a:lnTo>
                  <a:pt x="20031" y="19619"/>
                </a:lnTo>
                <a:lnTo>
                  <a:pt x="20323" y="19512"/>
                </a:lnTo>
                <a:lnTo>
                  <a:pt x="20440" y="19246"/>
                </a:lnTo>
                <a:lnTo>
                  <a:pt x="20732" y="19087"/>
                </a:lnTo>
                <a:lnTo>
                  <a:pt x="21024" y="18980"/>
                </a:lnTo>
                <a:lnTo>
                  <a:pt x="21316" y="18874"/>
                </a:lnTo>
                <a:lnTo>
                  <a:pt x="21608" y="18608"/>
                </a:lnTo>
                <a:lnTo>
                  <a:pt x="21900" y="18449"/>
                </a:lnTo>
                <a:lnTo>
                  <a:pt x="22309" y="18342"/>
                </a:lnTo>
                <a:lnTo>
                  <a:pt x="22601" y="18236"/>
                </a:lnTo>
                <a:lnTo>
                  <a:pt x="22718" y="17970"/>
                </a:lnTo>
                <a:lnTo>
                  <a:pt x="23010" y="17811"/>
                </a:lnTo>
                <a:lnTo>
                  <a:pt x="23302" y="17704"/>
                </a:lnTo>
                <a:lnTo>
                  <a:pt x="23594" y="17545"/>
                </a:lnTo>
                <a:lnTo>
                  <a:pt x="23827" y="17332"/>
                </a:lnTo>
                <a:lnTo>
                  <a:pt x="24295" y="17332"/>
                </a:lnTo>
                <a:lnTo>
                  <a:pt x="24528" y="17173"/>
                </a:lnTo>
                <a:lnTo>
                  <a:pt x="24820" y="17066"/>
                </a:lnTo>
                <a:lnTo>
                  <a:pt x="25112" y="16801"/>
                </a:lnTo>
                <a:lnTo>
                  <a:pt x="25287" y="16694"/>
                </a:lnTo>
                <a:lnTo>
                  <a:pt x="25521" y="16535"/>
                </a:lnTo>
                <a:lnTo>
                  <a:pt x="25813" y="16428"/>
                </a:lnTo>
                <a:lnTo>
                  <a:pt x="26222" y="16163"/>
                </a:lnTo>
                <a:lnTo>
                  <a:pt x="26514" y="16003"/>
                </a:lnTo>
                <a:lnTo>
                  <a:pt x="26806" y="15897"/>
                </a:lnTo>
                <a:lnTo>
                  <a:pt x="27098" y="15790"/>
                </a:lnTo>
                <a:lnTo>
                  <a:pt x="27390" y="15525"/>
                </a:lnTo>
                <a:lnTo>
                  <a:pt x="27682" y="15365"/>
                </a:lnTo>
                <a:lnTo>
                  <a:pt x="28091" y="15152"/>
                </a:lnTo>
                <a:lnTo>
                  <a:pt x="28500" y="14993"/>
                </a:lnTo>
                <a:lnTo>
                  <a:pt x="28792" y="14887"/>
                </a:lnTo>
                <a:lnTo>
                  <a:pt x="29084" y="14727"/>
                </a:lnTo>
                <a:lnTo>
                  <a:pt x="29376" y="14621"/>
                </a:lnTo>
                <a:lnTo>
                  <a:pt x="29609" y="14355"/>
                </a:lnTo>
                <a:lnTo>
                  <a:pt x="29901" y="14249"/>
                </a:lnTo>
                <a:lnTo>
                  <a:pt x="30193" y="14089"/>
                </a:lnTo>
                <a:lnTo>
                  <a:pt x="30485" y="13983"/>
                </a:lnTo>
                <a:lnTo>
                  <a:pt x="30777" y="13717"/>
                </a:lnTo>
                <a:lnTo>
                  <a:pt x="31069" y="13611"/>
                </a:lnTo>
                <a:lnTo>
                  <a:pt x="31303" y="13451"/>
                </a:lnTo>
                <a:lnTo>
                  <a:pt x="31595" y="13345"/>
                </a:lnTo>
                <a:lnTo>
                  <a:pt x="31887" y="13079"/>
                </a:lnTo>
                <a:lnTo>
                  <a:pt x="32179" y="12973"/>
                </a:lnTo>
                <a:lnTo>
                  <a:pt x="32588" y="12813"/>
                </a:lnTo>
                <a:lnTo>
                  <a:pt x="32880" y="12707"/>
                </a:lnTo>
                <a:lnTo>
                  <a:pt x="32996" y="12547"/>
                </a:lnTo>
                <a:lnTo>
                  <a:pt x="33288" y="12441"/>
                </a:lnTo>
                <a:lnTo>
                  <a:pt x="33580" y="12281"/>
                </a:lnTo>
                <a:lnTo>
                  <a:pt x="33872" y="12175"/>
                </a:lnTo>
                <a:lnTo>
                  <a:pt x="34164" y="11909"/>
                </a:lnTo>
                <a:lnTo>
                  <a:pt x="34398" y="11803"/>
                </a:lnTo>
                <a:lnTo>
                  <a:pt x="34865" y="11643"/>
                </a:lnTo>
                <a:lnTo>
                  <a:pt x="35157" y="11537"/>
                </a:lnTo>
                <a:lnTo>
                  <a:pt x="35391" y="11271"/>
                </a:lnTo>
                <a:lnTo>
                  <a:pt x="35566" y="11165"/>
                </a:lnTo>
                <a:lnTo>
                  <a:pt x="35858" y="11005"/>
                </a:lnTo>
                <a:lnTo>
                  <a:pt x="36092" y="10899"/>
                </a:lnTo>
                <a:lnTo>
                  <a:pt x="36384" y="10633"/>
                </a:lnTo>
                <a:lnTo>
                  <a:pt x="36851" y="10527"/>
                </a:lnTo>
                <a:lnTo>
                  <a:pt x="37085" y="10367"/>
                </a:lnTo>
                <a:lnTo>
                  <a:pt x="37377" y="10367"/>
                </a:lnTo>
                <a:lnTo>
                  <a:pt x="37669" y="10101"/>
                </a:lnTo>
                <a:lnTo>
                  <a:pt x="37961" y="9995"/>
                </a:lnTo>
                <a:lnTo>
                  <a:pt x="38369" y="9729"/>
                </a:lnTo>
                <a:lnTo>
                  <a:pt x="38778" y="9463"/>
                </a:lnTo>
                <a:lnTo>
                  <a:pt x="39070" y="9357"/>
                </a:lnTo>
                <a:lnTo>
                  <a:pt x="39362" y="9198"/>
                </a:lnTo>
                <a:lnTo>
                  <a:pt x="39654" y="9091"/>
                </a:lnTo>
                <a:lnTo>
                  <a:pt x="39946" y="8825"/>
                </a:lnTo>
                <a:lnTo>
                  <a:pt x="40180" y="8719"/>
                </a:lnTo>
                <a:lnTo>
                  <a:pt x="40355" y="8560"/>
                </a:lnTo>
                <a:lnTo>
                  <a:pt x="40647" y="8453"/>
                </a:lnTo>
                <a:lnTo>
                  <a:pt x="41056" y="8187"/>
                </a:lnTo>
                <a:lnTo>
                  <a:pt x="41348" y="8081"/>
                </a:lnTo>
                <a:lnTo>
                  <a:pt x="41640" y="7922"/>
                </a:lnTo>
                <a:lnTo>
                  <a:pt x="41874" y="7922"/>
                </a:lnTo>
                <a:lnTo>
                  <a:pt x="42166" y="7656"/>
                </a:lnTo>
                <a:lnTo>
                  <a:pt x="42458" y="7549"/>
                </a:lnTo>
                <a:lnTo>
                  <a:pt x="42750" y="7443"/>
                </a:lnTo>
                <a:lnTo>
                  <a:pt x="43042" y="7284"/>
                </a:lnTo>
                <a:lnTo>
                  <a:pt x="43334" y="7018"/>
                </a:lnTo>
                <a:lnTo>
                  <a:pt x="43567" y="6911"/>
                </a:lnTo>
                <a:lnTo>
                  <a:pt x="43859" y="6805"/>
                </a:lnTo>
                <a:lnTo>
                  <a:pt x="44151" y="6646"/>
                </a:lnTo>
                <a:lnTo>
                  <a:pt x="44443" y="6380"/>
                </a:lnTo>
                <a:lnTo>
                  <a:pt x="44735" y="6273"/>
                </a:lnTo>
                <a:lnTo>
                  <a:pt x="45027" y="6114"/>
                </a:lnTo>
                <a:lnTo>
                  <a:pt x="45436" y="6007"/>
                </a:lnTo>
                <a:lnTo>
                  <a:pt x="45553" y="5742"/>
                </a:lnTo>
                <a:lnTo>
                  <a:pt x="45845" y="5635"/>
                </a:lnTo>
                <a:lnTo>
                  <a:pt x="46137" y="5635"/>
                </a:lnTo>
                <a:lnTo>
                  <a:pt x="46429" y="5476"/>
                </a:lnTo>
                <a:lnTo>
                  <a:pt x="46721" y="5263"/>
                </a:lnTo>
                <a:lnTo>
                  <a:pt x="46954" y="5104"/>
                </a:lnTo>
                <a:lnTo>
                  <a:pt x="47422" y="4997"/>
                </a:lnTo>
                <a:lnTo>
                  <a:pt x="47655" y="4838"/>
                </a:lnTo>
                <a:lnTo>
                  <a:pt x="47947" y="4572"/>
                </a:lnTo>
                <a:lnTo>
                  <a:pt x="48123" y="4466"/>
                </a:lnTo>
                <a:lnTo>
                  <a:pt x="48415" y="4359"/>
                </a:lnTo>
                <a:lnTo>
                  <a:pt x="48648" y="4200"/>
                </a:lnTo>
                <a:lnTo>
                  <a:pt x="48940" y="3934"/>
                </a:lnTo>
                <a:lnTo>
                  <a:pt x="49349" y="3828"/>
                </a:lnTo>
                <a:lnTo>
                  <a:pt x="49641" y="3721"/>
                </a:lnTo>
                <a:lnTo>
                  <a:pt x="49933" y="3562"/>
                </a:lnTo>
                <a:lnTo>
                  <a:pt x="50225" y="3296"/>
                </a:lnTo>
                <a:lnTo>
                  <a:pt x="50517" y="3296"/>
                </a:lnTo>
                <a:lnTo>
                  <a:pt x="50926" y="3030"/>
                </a:lnTo>
                <a:lnTo>
                  <a:pt x="51218" y="2817"/>
                </a:lnTo>
                <a:lnTo>
                  <a:pt x="51627" y="2658"/>
                </a:lnTo>
                <a:lnTo>
                  <a:pt x="51919" y="2552"/>
                </a:lnTo>
                <a:lnTo>
                  <a:pt x="52211" y="2392"/>
                </a:lnTo>
                <a:lnTo>
                  <a:pt x="52503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203" y="1754"/>
                </a:lnTo>
                <a:lnTo>
                  <a:pt x="53612" y="1541"/>
                </a:lnTo>
                <a:lnTo>
                  <a:pt x="53904" y="1382"/>
                </a:lnTo>
                <a:lnTo>
                  <a:pt x="54196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5014" y="850"/>
                </a:lnTo>
                <a:lnTo>
                  <a:pt x="55306" y="744"/>
                </a:lnTo>
                <a:lnTo>
                  <a:pt x="55598" y="638"/>
                </a:lnTo>
                <a:lnTo>
                  <a:pt x="55890" y="372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8064522" y="2163378"/>
            <a:ext cx="56708" cy="30358"/>
          </a:xfrm>
          <a:custGeom>
            <a:avLst/>
            <a:gdLst/>
            <a:ahLst/>
            <a:cxnLst/>
            <a:rect l="l" t="t" r="r" b="b"/>
            <a:pathLst>
              <a:path w="56708" h="30358">
                <a:moveTo>
                  <a:pt x="0" y="30358"/>
                </a:moveTo>
                <a:lnTo>
                  <a:pt x="292" y="30093"/>
                </a:lnTo>
                <a:lnTo>
                  <a:pt x="584" y="29933"/>
                </a:lnTo>
                <a:lnTo>
                  <a:pt x="817" y="29827"/>
                </a:lnTo>
                <a:lnTo>
                  <a:pt x="1284" y="29667"/>
                </a:lnTo>
                <a:lnTo>
                  <a:pt x="1401" y="29455"/>
                </a:lnTo>
                <a:lnTo>
                  <a:pt x="1693" y="29295"/>
                </a:lnTo>
                <a:lnTo>
                  <a:pt x="1985" y="29189"/>
                </a:lnTo>
                <a:lnTo>
                  <a:pt x="2277" y="29029"/>
                </a:lnTo>
                <a:lnTo>
                  <a:pt x="2511" y="28923"/>
                </a:lnTo>
                <a:lnTo>
                  <a:pt x="2803" y="28817"/>
                </a:lnTo>
                <a:lnTo>
                  <a:pt x="3270" y="28657"/>
                </a:lnTo>
                <a:lnTo>
                  <a:pt x="3504" y="28551"/>
                </a:lnTo>
                <a:lnTo>
                  <a:pt x="3796" y="28285"/>
                </a:lnTo>
                <a:lnTo>
                  <a:pt x="3971" y="28125"/>
                </a:lnTo>
                <a:lnTo>
                  <a:pt x="4204" y="28019"/>
                </a:lnTo>
                <a:lnTo>
                  <a:pt x="4496" y="27913"/>
                </a:lnTo>
                <a:lnTo>
                  <a:pt x="4788" y="27647"/>
                </a:lnTo>
                <a:lnTo>
                  <a:pt x="5197" y="27487"/>
                </a:lnTo>
                <a:lnTo>
                  <a:pt x="5489" y="27381"/>
                </a:lnTo>
                <a:lnTo>
                  <a:pt x="5781" y="27275"/>
                </a:lnTo>
                <a:lnTo>
                  <a:pt x="6073" y="27009"/>
                </a:lnTo>
                <a:lnTo>
                  <a:pt x="6365" y="26849"/>
                </a:lnTo>
                <a:lnTo>
                  <a:pt x="6774" y="26743"/>
                </a:lnTo>
                <a:lnTo>
                  <a:pt x="7066" y="26477"/>
                </a:lnTo>
                <a:lnTo>
                  <a:pt x="7475" y="26371"/>
                </a:lnTo>
                <a:lnTo>
                  <a:pt x="7767" y="26211"/>
                </a:lnTo>
                <a:lnTo>
                  <a:pt x="8059" y="26105"/>
                </a:lnTo>
                <a:lnTo>
                  <a:pt x="8293" y="25839"/>
                </a:lnTo>
                <a:lnTo>
                  <a:pt x="8585" y="25733"/>
                </a:lnTo>
                <a:lnTo>
                  <a:pt x="8877" y="25573"/>
                </a:lnTo>
                <a:lnTo>
                  <a:pt x="9052" y="25467"/>
                </a:lnTo>
                <a:lnTo>
                  <a:pt x="9461" y="25201"/>
                </a:lnTo>
                <a:lnTo>
                  <a:pt x="9753" y="25042"/>
                </a:lnTo>
                <a:lnTo>
                  <a:pt x="9986" y="24935"/>
                </a:lnTo>
                <a:lnTo>
                  <a:pt x="10278" y="24829"/>
                </a:lnTo>
                <a:lnTo>
                  <a:pt x="10570" y="24563"/>
                </a:lnTo>
                <a:lnTo>
                  <a:pt x="10862" y="24404"/>
                </a:lnTo>
                <a:lnTo>
                  <a:pt x="11154" y="24404"/>
                </a:lnTo>
                <a:lnTo>
                  <a:pt x="11446" y="24297"/>
                </a:lnTo>
                <a:lnTo>
                  <a:pt x="11680" y="24031"/>
                </a:lnTo>
                <a:lnTo>
                  <a:pt x="11972" y="23925"/>
                </a:lnTo>
                <a:lnTo>
                  <a:pt x="12264" y="23766"/>
                </a:lnTo>
                <a:lnTo>
                  <a:pt x="12556" y="23659"/>
                </a:lnTo>
                <a:lnTo>
                  <a:pt x="12848" y="23393"/>
                </a:lnTo>
                <a:lnTo>
                  <a:pt x="13140" y="23287"/>
                </a:lnTo>
                <a:lnTo>
                  <a:pt x="13373" y="23128"/>
                </a:lnTo>
                <a:lnTo>
                  <a:pt x="13841" y="23021"/>
                </a:lnTo>
                <a:lnTo>
                  <a:pt x="13958" y="22755"/>
                </a:lnTo>
                <a:lnTo>
                  <a:pt x="14250" y="22649"/>
                </a:lnTo>
                <a:lnTo>
                  <a:pt x="14542" y="22490"/>
                </a:lnTo>
                <a:lnTo>
                  <a:pt x="14834" y="22383"/>
                </a:lnTo>
                <a:lnTo>
                  <a:pt x="15067" y="22117"/>
                </a:lnTo>
                <a:lnTo>
                  <a:pt x="15359" y="22117"/>
                </a:lnTo>
                <a:lnTo>
                  <a:pt x="15768" y="21958"/>
                </a:lnTo>
                <a:lnTo>
                  <a:pt x="16060" y="21852"/>
                </a:lnTo>
                <a:lnTo>
                  <a:pt x="16352" y="21586"/>
                </a:lnTo>
                <a:lnTo>
                  <a:pt x="16527" y="21479"/>
                </a:lnTo>
                <a:lnTo>
                  <a:pt x="16761" y="21320"/>
                </a:lnTo>
                <a:lnTo>
                  <a:pt x="17053" y="21214"/>
                </a:lnTo>
                <a:lnTo>
                  <a:pt x="17345" y="20948"/>
                </a:lnTo>
                <a:lnTo>
                  <a:pt x="17754" y="20841"/>
                </a:lnTo>
                <a:lnTo>
                  <a:pt x="18046" y="20682"/>
                </a:lnTo>
                <a:lnTo>
                  <a:pt x="18338" y="20576"/>
                </a:lnTo>
                <a:lnTo>
                  <a:pt x="18630" y="20310"/>
                </a:lnTo>
                <a:lnTo>
                  <a:pt x="18922" y="20203"/>
                </a:lnTo>
                <a:lnTo>
                  <a:pt x="19038" y="20044"/>
                </a:lnTo>
                <a:lnTo>
                  <a:pt x="19330" y="19938"/>
                </a:lnTo>
                <a:lnTo>
                  <a:pt x="19622" y="19672"/>
                </a:lnTo>
                <a:lnTo>
                  <a:pt x="20031" y="19672"/>
                </a:lnTo>
                <a:lnTo>
                  <a:pt x="20323" y="19565"/>
                </a:lnTo>
                <a:lnTo>
                  <a:pt x="20615" y="19406"/>
                </a:lnTo>
                <a:lnTo>
                  <a:pt x="20849" y="19140"/>
                </a:lnTo>
                <a:lnTo>
                  <a:pt x="21141" y="19034"/>
                </a:lnTo>
                <a:lnTo>
                  <a:pt x="21433" y="18874"/>
                </a:lnTo>
                <a:lnTo>
                  <a:pt x="22017" y="18502"/>
                </a:lnTo>
                <a:lnTo>
                  <a:pt x="22309" y="18396"/>
                </a:lnTo>
                <a:lnTo>
                  <a:pt x="22543" y="18236"/>
                </a:lnTo>
                <a:lnTo>
                  <a:pt x="22835" y="18130"/>
                </a:lnTo>
                <a:lnTo>
                  <a:pt x="23127" y="17864"/>
                </a:lnTo>
                <a:lnTo>
                  <a:pt x="23419" y="17758"/>
                </a:lnTo>
                <a:lnTo>
                  <a:pt x="23711" y="17598"/>
                </a:lnTo>
                <a:lnTo>
                  <a:pt x="24003" y="17492"/>
                </a:lnTo>
                <a:lnTo>
                  <a:pt x="24236" y="17385"/>
                </a:lnTo>
                <a:lnTo>
                  <a:pt x="24528" y="17226"/>
                </a:lnTo>
                <a:lnTo>
                  <a:pt x="24820" y="17120"/>
                </a:lnTo>
                <a:lnTo>
                  <a:pt x="25112" y="16960"/>
                </a:lnTo>
                <a:lnTo>
                  <a:pt x="25404" y="16694"/>
                </a:lnTo>
                <a:lnTo>
                  <a:pt x="25638" y="16588"/>
                </a:lnTo>
                <a:lnTo>
                  <a:pt x="25930" y="16482"/>
                </a:lnTo>
                <a:lnTo>
                  <a:pt x="26397" y="16322"/>
                </a:lnTo>
                <a:lnTo>
                  <a:pt x="26514" y="16056"/>
                </a:lnTo>
                <a:lnTo>
                  <a:pt x="26806" y="15950"/>
                </a:lnTo>
                <a:lnTo>
                  <a:pt x="27098" y="15844"/>
                </a:lnTo>
                <a:lnTo>
                  <a:pt x="27331" y="15684"/>
                </a:lnTo>
                <a:lnTo>
                  <a:pt x="27624" y="15418"/>
                </a:lnTo>
                <a:lnTo>
                  <a:pt x="27916" y="15312"/>
                </a:lnTo>
                <a:lnTo>
                  <a:pt x="28324" y="15152"/>
                </a:lnTo>
                <a:lnTo>
                  <a:pt x="28616" y="15046"/>
                </a:lnTo>
                <a:lnTo>
                  <a:pt x="28908" y="14940"/>
                </a:lnTo>
                <a:lnTo>
                  <a:pt x="29025" y="14780"/>
                </a:lnTo>
                <a:lnTo>
                  <a:pt x="29317" y="14674"/>
                </a:lnTo>
                <a:lnTo>
                  <a:pt x="29609" y="14514"/>
                </a:lnTo>
                <a:lnTo>
                  <a:pt x="29901" y="14302"/>
                </a:lnTo>
                <a:lnTo>
                  <a:pt x="30310" y="14142"/>
                </a:lnTo>
                <a:lnTo>
                  <a:pt x="30602" y="14036"/>
                </a:lnTo>
                <a:lnTo>
                  <a:pt x="30894" y="13876"/>
                </a:lnTo>
                <a:lnTo>
                  <a:pt x="31186" y="13611"/>
                </a:lnTo>
                <a:lnTo>
                  <a:pt x="31420" y="13504"/>
                </a:lnTo>
                <a:lnTo>
                  <a:pt x="31595" y="13398"/>
                </a:lnTo>
                <a:lnTo>
                  <a:pt x="31887" y="13238"/>
                </a:lnTo>
                <a:lnTo>
                  <a:pt x="32179" y="12973"/>
                </a:lnTo>
                <a:lnTo>
                  <a:pt x="32588" y="12866"/>
                </a:lnTo>
                <a:lnTo>
                  <a:pt x="32880" y="12760"/>
                </a:lnTo>
                <a:lnTo>
                  <a:pt x="33113" y="12760"/>
                </a:lnTo>
                <a:lnTo>
                  <a:pt x="33405" y="12494"/>
                </a:lnTo>
                <a:lnTo>
                  <a:pt x="33697" y="12334"/>
                </a:lnTo>
                <a:lnTo>
                  <a:pt x="33989" y="12228"/>
                </a:lnTo>
                <a:lnTo>
                  <a:pt x="34106" y="12069"/>
                </a:lnTo>
                <a:lnTo>
                  <a:pt x="34573" y="11856"/>
                </a:lnTo>
                <a:lnTo>
                  <a:pt x="34807" y="11696"/>
                </a:lnTo>
                <a:lnTo>
                  <a:pt x="35099" y="11590"/>
                </a:lnTo>
                <a:lnTo>
                  <a:pt x="35391" y="11431"/>
                </a:lnTo>
                <a:lnTo>
                  <a:pt x="35683" y="11218"/>
                </a:lnTo>
                <a:lnTo>
                  <a:pt x="35975" y="11058"/>
                </a:lnTo>
                <a:lnTo>
                  <a:pt x="36267" y="10952"/>
                </a:lnTo>
                <a:lnTo>
                  <a:pt x="36501" y="10793"/>
                </a:lnTo>
                <a:lnTo>
                  <a:pt x="36793" y="10527"/>
                </a:lnTo>
                <a:lnTo>
                  <a:pt x="37085" y="10420"/>
                </a:lnTo>
                <a:lnTo>
                  <a:pt x="37377" y="10420"/>
                </a:lnTo>
                <a:lnTo>
                  <a:pt x="37669" y="10314"/>
                </a:lnTo>
                <a:lnTo>
                  <a:pt x="37961" y="10048"/>
                </a:lnTo>
                <a:lnTo>
                  <a:pt x="38194" y="9889"/>
                </a:lnTo>
                <a:lnTo>
                  <a:pt x="38486" y="9782"/>
                </a:lnTo>
                <a:lnTo>
                  <a:pt x="38895" y="9676"/>
                </a:lnTo>
                <a:lnTo>
                  <a:pt x="39070" y="9410"/>
                </a:lnTo>
                <a:lnTo>
                  <a:pt x="39362" y="9251"/>
                </a:lnTo>
                <a:lnTo>
                  <a:pt x="39654" y="9144"/>
                </a:lnTo>
                <a:lnTo>
                  <a:pt x="39888" y="8985"/>
                </a:lnTo>
                <a:lnTo>
                  <a:pt x="40180" y="8772"/>
                </a:lnTo>
                <a:lnTo>
                  <a:pt x="40472" y="8613"/>
                </a:lnTo>
                <a:lnTo>
                  <a:pt x="40881" y="8506"/>
                </a:lnTo>
                <a:lnTo>
                  <a:pt x="41173" y="8347"/>
                </a:lnTo>
                <a:lnTo>
                  <a:pt x="41465" y="8134"/>
                </a:lnTo>
                <a:lnTo>
                  <a:pt x="41874" y="7975"/>
                </a:lnTo>
                <a:lnTo>
                  <a:pt x="42166" y="7868"/>
                </a:lnTo>
                <a:lnTo>
                  <a:pt x="42458" y="7603"/>
                </a:lnTo>
                <a:lnTo>
                  <a:pt x="42866" y="7443"/>
                </a:lnTo>
                <a:lnTo>
                  <a:pt x="43158" y="7337"/>
                </a:lnTo>
                <a:lnTo>
                  <a:pt x="43450" y="7230"/>
                </a:lnTo>
                <a:lnTo>
                  <a:pt x="43742" y="6965"/>
                </a:lnTo>
                <a:lnTo>
                  <a:pt x="43976" y="6805"/>
                </a:lnTo>
                <a:lnTo>
                  <a:pt x="44151" y="6699"/>
                </a:lnTo>
                <a:lnTo>
                  <a:pt x="44443" y="6592"/>
                </a:lnTo>
                <a:lnTo>
                  <a:pt x="44677" y="6326"/>
                </a:lnTo>
                <a:lnTo>
                  <a:pt x="45144" y="6167"/>
                </a:lnTo>
                <a:lnTo>
                  <a:pt x="45436" y="6061"/>
                </a:lnTo>
                <a:lnTo>
                  <a:pt x="45670" y="5901"/>
                </a:lnTo>
                <a:lnTo>
                  <a:pt x="45962" y="5795"/>
                </a:lnTo>
                <a:lnTo>
                  <a:pt x="46254" y="5688"/>
                </a:lnTo>
                <a:lnTo>
                  <a:pt x="46546" y="5529"/>
                </a:lnTo>
                <a:lnTo>
                  <a:pt x="47130" y="5157"/>
                </a:lnTo>
                <a:lnTo>
                  <a:pt x="47363" y="5050"/>
                </a:lnTo>
                <a:lnTo>
                  <a:pt x="47655" y="4891"/>
                </a:lnTo>
                <a:lnTo>
                  <a:pt x="47947" y="4785"/>
                </a:lnTo>
                <a:lnTo>
                  <a:pt x="48239" y="4519"/>
                </a:lnTo>
                <a:lnTo>
                  <a:pt x="48531" y="4412"/>
                </a:lnTo>
                <a:lnTo>
                  <a:pt x="48765" y="4253"/>
                </a:lnTo>
                <a:lnTo>
                  <a:pt x="49057" y="4147"/>
                </a:lnTo>
                <a:lnTo>
                  <a:pt x="49349" y="3881"/>
                </a:lnTo>
                <a:lnTo>
                  <a:pt x="49641" y="3721"/>
                </a:lnTo>
                <a:lnTo>
                  <a:pt x="49933" y="3615"/>
                </a:lnTo>
                <a:lnTo>
                  <a:pt x="50225" y="3509"/>
                </a:lnTo>
                <a:lnTo>
                  <a:pt x="50459" y="3349"/>
                </a:lnTo>
                <a:lnTo>
                  <a:pt x="50751" y="3243"/>
                </a:lnTo>
                <a:lnTo>
                  <a:pt x="51043" y="3083"/>
                </a:lnTo>
                <a:lnTo>
                  <a:pt x="51451" y="2977"/>
                </a:lnTo>
                <a:lnTo>
                  <a:pt x="51627" y="2711"/>
                </a:lnTo>
                <a:lnTo>
                  <a:pt x="51919" y="2605"/>
                </a:lnTo>
                <a:lnTo>
                  <a:pt x="52152" y="2445"/>
                </a:lnTo>
                <a:lnTo>
                  <a:pt x="52444" y="2339"/>
                </a:lnTo>
                <a:lnTo>
                  <a:pt x="52736" y="2073"/>
                </a:lnTo>
                <a:lnTo>
                  <a:pt x="53028" y="1967"/>
                </a:lnTo>
                <a:lnTo>
                  <a:pt x="53437" y="1807"/>
                </a:lnTo>
                <a:lnTo>
                  <a:pt x="53729" y="1701"/>
                </a:lnTo>
                <a:lnTo>
                  <a:pt x="54021" y="1435"/>
                </a:lnTo>
                <a:lnTo>
                  <a:pt x="54430" y="1169"/>
                </a:lnTo>
                <a:lnTo>
                  <a:pt x="54722" y="1063"/>
                </a:lnTo>
                <a:lnTo>
                  <a:pt x="55014" y="903"/>
                </a:lnTo>
                <a:lnTo>
                  <a:pt x="55423" y="797"/>
                </a:lnTo>
                <a:lnTo>
                  <a:pt x="55715" y="638"/>
                </a:lnTo>
                <a:lnTo>
                  <a:pt x="56007" y="531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8121230" y="2155669"/>
            <a:ext cx="14366" cy="7709"/>
          </a:xfrm>
          <a:custGeom>
            <a:avLst/>
            <a:gdLst/>
            <a:ahLst/>
            <a:cxnLst/>
            <a:rect l="l" t="t" r="r" b="b"/>
            <a:pathLst>
              <a:path w="14366" h="7709">
                <a:moveTo>
                  <a:pt x="0" y="7709"/>
                </a:moveTo>
                <a:lnTo>
                  <a:pt x="292" y="7603"/>
                </a:lnTo>
                <a:lnTo>
                  <a:pt x="525" y="7337"/>
                </a:lnTo>
                <a:lnTo>
                  <a:pt x="992" y="7230"/>
                </a:lnTo>
                <a:lnTo>
                  <a:pt x="1226" y="7071"/>
                </a:lnTo>
                <a:lnTo>
                  <a:pt x="1518" y="6965"/>
                </a:lnTo>
                <a:lnTo>
                  <a:pt x="1810" y="6699"/>
                </a:lnTo>
                <a:lnTo>
                  <a:pt x="2102" y="6592"/>
                </a:lnTo>
                <a:lnTo>
                  <a:pt x="2394" y="6433"/>
                </a:lnTo>
                <a:lnTo>
                  <a:pt x="2920" y="6167"/>
                </a:lnTo>
                <a:lnTo>
                  <a:pt x="3212" y="6061"/>
                </a:lnTo>
                <a:lnTo>
                  <a:pt x="3504" y="5954"/>
                </a:lnTo>
                <a:lnTo>
                  <a:pt x="3796" y="5688"/>
                </a:lnTo>
                <a:lnTo>
                  <a:pt x="4088" y="5529"/>
                </a:lnTo>
                <a:lnTo>
                  <a:pt x="4380" y="5423"/>
                </a:lnTo>
                <a:lnTo>
                  <a:pt x="4613" y="5263"/>
                </a:lnTo>
                <a:lnTo>
                  <a:pt x="5080" y="5050"/>
                </a:lnTo>
                <a:lnTo>
                  <a:pt x="5197" y="4891"/>
                </a:lnTo>
                <a:lnTo>
                  <a:pt x="5489" y="4785"/>
                </a:lnTo>
                <a:lnTo>
                  <a:pt x="5781" y="4625"/>
                </a:lnTo>
                <a:lnTo>
                  <a:pt x="6073" y="4412"/>
                </a:lnTo>
                <a:lnTo>
                  <a:pt x="6307" y="4253"/>
                </a:lnTo>
                <a:lnTo>
                  <a:pt x="6599" y="4147"/>
                </a:lnTo>
                <a:lnTo>
                  <a:pt x="6891" y="4147"/>
                </a:lnTo>
                <a:lnTo>
                  <a:pt x="7300" y="3881"/>
                </a:lnTo>
                <a:lnTo>
                  <a:pt x="7592" y="3721"/>
                </a:lnTo>
                <a:lnTo>
                  <a:pt x="7767" y="3615"/>
                </a:lnTo>
                <a:lnTo>
                  <a:pt x="8001" y="3509"/>
                </a:lnTo>
                <a:lnTo>
                  <a:pt x="8293" y="3243"/>
                </a:lnTo>
                <a:lnTo>
                  <a:pt x="8585" y="3083"/>
                </a:lnTo>
                <a:lnTo>
                  <a:pt x="8877" y="2977"/>
                </a:lnTo>
                <a:lnTo>
                  <a:pt x="9285" y="2871"/>
                </a:lnTo>
                <a:lnTo>
                  <a:pt x="9577" y="2605"/>
                </a:lnTo>
                <a:lnTo>
                  <a:pt x="9869" y="2445"/>
                </a:lnTo>
                <a:lnTo>
                  <a:pt x="10278" y="2179"/>
                </a:lnTo>
                <a:lnTo>
                  <a:pt x="10570" y="1967"/>
                </a:lnTo>
                <a:lnTo>
                  <a:pt x="10862" y="1807"/>
                </a:lnTo>
                <a:lnTo>
                  <a:pt x="11271" y="1807"/>
                </a:lnTo>
                <a:lnTo>
                  <a:pt x="11563" y="1701"/>
                </a:lnTo>
                <a:lnTo>
                  <a:pt x="11855" y="1435"/>
                </a:lnTo>
                <a:lnTo>
                  <a:pt x="12089" y="1329"/>
                </a:lnTo>
                <a:lnTo>
                  <a:pt x="12381" y="1169"/>
                </a:lnTo>
                <a:lnTo>
                  <a:pt x="12556" y="1063"/>
                </a:lnTo>
                <a:lnTo>
                  <a:pt x="12789" y="797"/>
                </a:lnTo>
                <a:lnTo>
                  <a:pt x="13081" y="638"/>
                </a:lnTo>
                <a:lnTo>
                  <a:pt x="13549" y="531"/>
                </a:lnTo>
                <a:lnTo>
                  <a:pt x="13782" y="425"/>
                </a:lnTo>
                <a:lnTo>
                  <a:pt x="14074" y="159"/>
                </a:lnTo>
                <a:lnTo>
                  <a:pt x="14366" y="0"/>
                </a:lnTo>
              </a:path>
            </a:pathLst>
          </a:custGeom>
          <a:ln w="118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7859182" y="2097503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770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283258" y="2916769"/>
            <a:ext cx="56550" cy="119681"/>
          </a:xfrm>
          <a:custGeom>
            <a:avLst/>
            <a:gdLst/>
            <a:ahLst/>
            <a:cxnLst/>
            <a:rect l="l" t="t" r="r" b="b"/>
            <a:pathLst>
              <a:path w="56550" h="119681">
                <a:moveTo>
                  <a:pt x="0" y="0"/>
                </a:moveTo>
                <a:lnTo>
                  <a:pt x="286" y="638"/>
                </a:lnTo>
                <a:lnTo>
                  <a:pt x="566" y="1276"/>
                </a:lnTo>
                <a:lnTo>
                  <a:pt x="846" y="1914"/>
                </a:lnTo>
                <a:lnTo>
                  <a:pt x="1273" y="2392"/>
                </a:lnTo>
                <a:lnTo>
                  <a:pt x="1413" y="3083"/>
                </a:lnTo>
                <a:lnTo>
                  <a:pt x="1693" y="3721"/>
                </a:lnTo>
                <a:lnTo>
                  <a:pt x="1979" y="4359"/>
                </a:lnTo>
                <a:lnTo>
                  <a:pt x="2260" y="4838"/>
                </a:lnTo>
                <a:lnTo>
                  <a:pt x="2540" y="5476"/>
                </a:lnTo>
                <a:lnTo>
                  <a:pt x="2820" y="6167"/>
                </a:lnTo>
                <a:lnTo>
                  <a:pt x="3106" y="6646"/>
                </a:lnTo>
                <a:lnTo>
                  <a:pt x="3527" y="7284"/>
                </a:lnTo>
                <a:lnTo>
                  <a:pt x="3807" y="7922"/>
                </a:lnTo>
                <a:lnTo>
                  <a:pt x="3953" y="8560"/>
                </a:lnTo>
                <a:lnTo>
                  <a:pt x="4234" y="9091"/>
                </a:lnTo>
                <a:lnTo>
                  <a:pt x="4514" y="9729"/>
                </a:lnTo>
                <a:lnTo>
                  <a:pt x="4794" y="10367"/>
                </a:lnTo>
                <a:lnTo>
                  <a:pt x="5080" y="11005"/>
                </a:lnTo>
                <a:lnTo>
                  <a:pt x="5501" y="11537"/>
                </a:lnTo>
                <a:lnTo>
                  <a:pt x="5787" y="12175"/>
                </a:lnTo>
                <a:lnTo>
                  <a:pt x="6067" y="12813"/>
                </a:lnTo>
                <a:lnTo>
                  <a:pt x="6348" y="13451"/>
                </a:lnTo>
                <a:lnTo>
                  <a:pt x="6488" y="13983"/>
                </a:lnTo>
                <a:lnTo>
                  <a:pt x="6774" y="14621"/>
                </a:lnTo>
                <a:lnTo>
                  <a:pt x="7054" y="15259"/>
                </a:lnTo>
                <a:lnTo>
                  <a:pt x="7475" y="15897"/>
                </a:lnTo>
                <a:lnTo>
                  <a:pt x="7761" y="16428"/>
                </a:lnTo>
                <a:lnTo>
                  <a:pt x="8041" y="17066"/>
                </a:lnTo>
                <a:lnTo>
                  <a:pt x="8322" y="17704"/>
                </a:lnTo>
                <a:lnTo>
                  <a:pt x="8602" y="18342"/>
                </a:lnTo>
                <a:lnTo>
                  <a:pt x="8888" y="18874"/>
                </a:lnTo>
                <a:lnTo>
                  <a:pt x="9028" y="19512"/>
                </a:lnTo>
                <a:lnTo>
                  <a:pt x="9309" y="20150"/>
                </a:lnTo>
                <a:lnTo>
                  <a:pt x="9735" y="20682"/>
                </a:lnTo>
                <a:lnTo>
                  <a:pt x="10015" y="21320"/>
                </a:lnTo>
                <a:lnTo>
                  <a:pt x="10296" y="21958"/>
                </a:lnTo>
                <a:lnTo>
                  <a:pt x="10582" y="22596"/>
                </a:lnTo>
                <a:lnTo>
                  <a:pt x="10862" y="23074"/>
                </a:lnTo>
                <a:lnTo>
                  <a:pt x="11143" y="23766"/>
                </a:lnTo>
                <a:lnTo>
                  <a:pt x="11423" y="24404"/>
                </a:lnTo>
                <a:lnTo>
                  <a:pt x="11709" y="25042"/>
                </a:lnTo>
                <a:lnTo>
                  <a:pt x="11989" y="25520"/>
                </a:lnTo>
                <a:lnTo>
                  <a:pt x="12270" y="26158"/>
                </a:lnTo>
                <a:lnTo>
                  <a:pt x="12556" y="26796"/>
                </a:lnTo>
                <a:lnTo>
                  <a:pt x="12836" y="27487"/>
                </a:lnTo>
                <a:lnTo>
                  <a:pt x="13117" y="27966"/>
                </a:lnTo>
                <a:lnTo>
                  <a:pt x="13397" y="28604"/>
                </a:lnTo>
                <a:lnTo>
                  <a:pt x="13823" y="29242"/>
                </a:lnTo>
                <a:lnTo>
                  <a:pt x="13963" y="29880"/>
                </a:lnTo>
                <a:lnTo>
                  <a:pt x="14244" y="30412"/>
                </a:lnTo>
                <a:lnTo>
                  <a:pt x="14530" y="31050"/>
                </a:lnTo>
                <a:lnTo>
                  <a:pt x="14810" y="31688"/>
                </a:lnTo>
                <a:lnTo>
                  <a:pt x="15091" y="32219"/>
                </a:lnTo>
                <a:lnTo>
                  <a:pt x="15377" y="32857"/>
                </a:lnTo>
                <a:lnTo>
                  <a:pt x="15657" y="33495"/>
                </a:lnTo>
                <a:lnTo>
                  <a:pt x="16077" y="34133"/>
                </a:lnTo>
                <a:lnTo>
                  <a:pt x="16364" y="34665"/>
                </a:lnTo>
                <a:lnTo>
                  <a:pt x="16504" y="35303"/>
                </a:lnTo>
                <a:lnTo>
                  <a:pt x="16784" y="35941"/>
                </a:lnTo>
                <a:lnTo>
                  <a:pt x="17064" y="36579"/>
                </a:lnTo>
                <a:lnTo>
                  <a:pt x="17351" y="37111"/>
                </a:lnTo>
                <a:lnTo>
                  <a:pt x="17631" y="37749"/>
                </a:lnTo>
                <a:lnTo>
                  <a:pt x="18051" y="38387"/>
                </a:lnTo>
                <a:lnTo>
                  <a:pt x="18338" y="39025"/>
                </a:lnTo>
                <a:lnTo>
                  <a:pt x="18618" y="39557"/>
                </a:lnTo>
                <a:lnTo>
                  <a:pt x="18898" y="40195"/>
                </a:lnTo>
                <a:lnTo>
                  <a:pt x="19038" y="40833"/>
                </a:lnTo>
                <a:lnTo>
                  <a:pt x="19325" y="41471"/>
                </a:lnTo>
                <a:lnTo>
                  <a:pt x="19605" y="42002"/>
                </a:lnTo>
                <a:lnTo>
                  <a:pt x="20025" y="42640"/>
                </a:lnTo>
                <a:lnTo>
                  <a:pt x="20312" y="43278"/>
                </a:lnTo>
                <a:lnTo>
                  <a:pt x="20592" y="43916"/>
                </a:lnTo>
                <a:lnTo>
                  <a:pt x="20872" y="44395"/>
                </a:lnTo>
                <a:lnTo>
                  <a:pt x="21158" y="45086"/>
                </a:lnTo>
                <a:lnTo>
                  <a:pt x="21439" y="45724"/>
                </a:lnTo>
                <a:lnTo>
                  <a:pt x="21579" y="46203"/>
                </a:lnTo>
                <a:lnTo>
                  <a:pt x="21859" y="46841"/>
                </a:lnTo>
                <a:lnTo>
                  <a:pt x="22286" y="47479"/>
                </a:lnTo>
                <a:lnTo>
                  <a:pt x="22566" y="48170"/>
                </a:lnTo>
                <a:lnTo>
                  <a:pt x="22846" y="48542"/>
                </a:lnTo>
                <a:lnTo>
                  <a:pt x="23132" y="49180"/>
                </a:lnTo>
                <a:lnTo>
                  <a:pt x="23413" y="49818"/>
                </a:lnTo>
                <a:lnTo>
                  <a:pt x="23693" y="50456"/>
                </a:lnTo>
                <a:lnTo>
                  <a:pt x="23973" y="50988"/>
                </a:lnTo>
                <a:lnTo>
                  <a:pt x="24260" y="51626"/>
                </a:lnTo>
                <a:lnTo>
                  <a:pt x="24540" y="52264"/>
                </a:lnTo>
                <a:lnTo>
                  <a:pt x="24820" y="52902"/>
                </a:lnTo>
                <a:lnTo>
                  <a:pt x="25106" y="53433"/>
                </a:lnTo>
                <a:lnTo>
                  <a:pt x="25387" y="54071"/>
                </a:lnTo>
                <a:lnTo>
                  <a:pt x="25667" y="54709"/>
                </a:lnTo>
                <a:lnTo>
                  <a:pt x="25953" y="55347"/>
                </a:lnTo>
                <a:lnTo>
                  <a:pt x="26374" y="55826"/>
                </a:lnTo>
                <a:lnTo>
                  <a:pt x="26514" y="56517"/>
                </a:lnTo>
                <a:lnTo>
                  <a:pt x="26794" y="56996"/>
                </a:lnTo>
                <a:lnTo>
                  <a:pt x="27080" y="57634"/>
                </a:lnTo>
                <a:lnTo>
                  <a:pt x="27361" y="58165"/>
                </a:lnTo>
                <a:lnTo>
                  <a:pt x="27641" y="58803"/>
                </a:lnTo>
                <a:lnTo>
                  <a:pt x="27927" y="59441"/>
                </a:lnTo>
                <a:lnTo>
                  <a:pt x="28208" y="60079"/>
                </a:lnTo>
                <a:lnTo>
                  <a:pt x="28628" y="60611"/>
                </a:lnTo>
                <a:lnTo>
                  <a:pt x="28914" y="61249"/>
                </a:lnTo>
                <a:lnTo>
                  <a:pt x="29054" y="61887"/>
                </a:lnTo>
                <a:lnTo>
                  <a:pt x="29335" y="62525"/>
                </a:lnTo>
                <a:lnTo>
                  <a:pt x="29615" y="63057"/>
                </a:lnTo>
                <a:lnTo>
                  <a:pt x="29901" y="63695"/>
                </a:lnTo>
                <a:lnTo>
                  <a:pt x="30182" y="64333"/>
                </a:lnTo>
                <a:lnTo>
                  <a:pt x="30602" y="64865"/>
                </a:lnTo>
                <a:lnTo>
                  <a:pt x="30888" y="65503"/>
                </a:lnTo>
                <a:lnTo>
                  <a:pt x="31169" y="66141"/>
                </a:lnTo>
                <a:lnTo>
                  <a:pt x="31449" y="66779"/>
                </a:lnTo>
                <a:lnTo>
                  <a:pt x="31589" y="67257"/>
                </a:lnTo>
                <a:lnTo>
                  <a:pt x="31875" y="67948"/>
                </a:lnTo>
                <a:lnTo>
                  <a:pt x="32155" y="68586"/>
                </a:lnTo>
                <a:lnTo>
                  <a:pt x="32576" y="69224"/>
                </a:lnTo>
                <a:lnTo>
                  <a:pt x="32862" y="69703"/>
                </a:lnTo>
                <a:lnTo>
                  <a:pt x="33142" y="70341"/>
                </a:lnTo>
                <a:lnTo>
                  <a:pt x="33423" y="71032"/>
                </a:lnTo>
                <a:lnTo>
                  <a:pt x="33709" y="71670"/>
                </a:lnTo>
                <a:lnTo>
                  <a:pt x="33989" y="72149"/>
                </a:lnTo>
                <a:lnTo>
                  <a:pt x="34129" y="72787"/>
                </a:lnTo>
                <a:lnTo>
                  <a:pt x="34410" y="73425"/>
                </a:lnTo>
                <a:lnTo>
                  <a:pt x="34836" y="74116"/>
                </a:lnTo>
                <a:lnTo>
                  <a:pt x="35116" y="74594"/>
                </a:lnTo>
                <a:lnTo>
                  <a:pt x="35397" y="75232"/>
                </a:lnTo>
                <a:lnTo>
                  <a:pt x="35683" y="75870"/>
                </a:lnTo>
                <a:lnTo>
                  <a:pt x="35963" y="76508"/>
                </a:lnTo>
                <a:lnTo>
                  <a:pt x="36244" y="77040"/>
                </a:lnTo>
                <a:lnTo>
                  <a:pt x="36530" y="77678"/>
                </a:lnTo>
                <a:lnTo>
                  <a:pt x="36810" y="78210"/>
                </a:lnTo>
                <a:lnTo>
                  <a:pt x="37090" y="78848"/>
                </a:lnTo>
                <a:lnTo>
                  <a:pt x="37371" y="79379"/>
                </a:lnTo>
                <a:lnTo>
                  <a:pt x="37657" y="80017"/>
                </a:lnTo>
                <a:lnTo>
                  <a:pt x="37937" y="80655"/>
                </a:lnTo>
                <a:lnTo>
                  <a:pt x="38218" y="81134"/>
                </a:lnTo>
                <a:lnTo>
                  <a:pt x="38504" y="81772"/>
                </a:lnTo>
                <a:lnTo>
                  <a:pt x="38924" y="82463"/>
                </a:lnTo>
                <a:lnTo>
                  <a:pt x="39064" y="83101"/>
                </a:lnTo>
                <a:lnTo>
                  <a:pt x="39351" y="83580"/>
                </a:lnTo>
                <a:lnTo>
                  <a:pt x="39631" y="84218"/>
                </a:lnTo>
                <a:lnTo>
                  <a:pt x="39911" y="84856"/>
                </a:lnTo>
                <a:lnTo>
                  <a:pt x="40192" y="85547"/>
                </a:lnTo>
                <a:lnTo>
                  <a:pt x="40478" y="86025"/>
                </a:lnTo>
                <a:lnTo>
                  <a:pt x="40758" y="86663"/>
                </a:lnTo>
                <a:lnTo>
                  <a:pt x="41179" y="87301"/>
                </a:lnTo>
                <a:lnTo>
                  <a:pt x="41465" y="87939"/>
                </a:lnTo>
                <a:lnTo>
                  <a:pt x="41605" y="88471"/>
                </a:lnTo>
                <a:lnTo>
                  <a:pt x="41885" y="89109"/>
                </a:lnTo>
                <a:lnTo>
                  <a:pt x="42166" y="89747"/>
                </a:lnTo>
                <a:lnTo>
                  <a:pt x="42452" y="90385"/>
                </a:lnTo>
                <a:lnTo>
                  <a:pt x="42732" y="90917"/>
                </a:lnTo>
                <a:lnTo>
                  <a:pt x="43158" y="91449"/>
                </a:lnTo>
                <a:lnTo>
                  <a:pt x="43439" y="92087"/>
                </a:lnTo>
                <a:lnTo>
                  <a:pt x="43719" y="92725"/>
                </a:lnTo>
                <a:lnTo>
                  <a:pt x="43999" y="93256"/>
                </a:lnTo>
                <a:lnTo>
                  <a:pt x="44145" y="93894"/>
                </a:lnTo>
                <a:lnTo>
                  <a:pt x="44426" y="94532"/>
                </a:lnTo>
                <a:lnTo>
                  <a:pt x="44706" y="95170"/>
                </a:lnTo>
                <a:lnTo>
                  <a:pt x="45132" y="95649"/>
                </a:lnTo>
                <a:lnTo>
                  <a:pt x="45413" y="96287"/>
                </a:lnTo>
                <a:lnTo>
                  <a:pt x="45693" y="96978"/>
                </a:lnTo>
                <a:lnTo>
                  <a:pt x="45973" y="97457"/>
                </a:lnTo>
                <a:lnTo>
                  <a:pt x="46260" y="98095"/>
                </a:lnTo>
                <a:lnTo>
                  <a:pt x="46540" y="98733"/>
                </a:lnTo>
                <a:lnTo>
                  <a:pt x="46680" y="99371"/>
                </a:lnTo>
                <a:lnTo>
                  <a:pt x="46960" y="99902"/>
                </a:lnTo>
                <a:lnTo>
                  <a:pt x="47387" y="100540"/>
                </a:lnTo>
                <a:lnTo>
                  <a:pt x="47667" y="101072"/>
                </a:lnTo>
                <a:lnTo>
                  <a:pt x="47953" y="101710"/>
                </a:lnTo>
                <a:lnTo>
                  <a:pt x="48233" y="102242"/>
                </a:lnTo>
                <a:lnTo>
                  <a:pt x="48514" y="102880"/>
                </a:lnTo>
                <a:lnTo>
                  <a:pt x="48794" y="103518"/>
                </a:lnTo>
                <a:lnTo>
                  <a:pt x="49080" y="104156"/>
                </a:lnTo>
                <a:lnTo>
                  <a:pt x="49361" y="104687"/>
                </a:lnTo>
                <a:lnTo>
                  <a:pt x="49641" y="105325"/>
                </a:lnTo>
                <a:lnTo>
                  <a:pt x="49927" y="105963"/>
                </a:lnTo>
                <a:lnTo>
                  <a:pt x="50207" y="106601"/>
                </a:lnTo>
                <a:lnTo>
                  <a:pt x="50488" y="107080"/>
                </a:lnTo>
                <a:lnTo>
                  <a:pt x="50768" y="107718"/>
                </a:lnTo>
                <a:lnTo>
                  <a:pt x="51054" y="108409"/>
                </a:lnTo>
                <a:lnTo>
                  <a:pt x="51475" y="109047"/>
                </a:lnTo>
                <a:lnTo>
                  <a:pt x="51615" y="109419"/>
                </a:lnTo>
                <a:lnTo>
                  <a:pt x="51901" y="110057"/>
                </a:lnTo>
                <a:lnTo>
                  <a:pt x="52181" y="110695"/>
                </a:lnTo>
                <a:lnTo>
                  <a:pt x="52462" y="111333"/>
                </a:lnTo>
                <a:lnTo>
                  <a:pt x="52748" y="111865"/>
                </a:lnTo>
                <a:lnTo>
                  <a:pt x="53028" y="112503"/>
                </a:lnTo>
                <a:lnTo>
                  <a:pt x="53309" y="113141"/>
                </a:lnTo>
                <a:lnTo>
                  <a:pt x="53735" y="113779"/>
                </a:lnTo>
                <a:lnTo>
                  <a:pt x="54015" y="114311"/>
                </a:lnTo>
                <a:lnTo>
                  <a:pt x="54155" y="114949"/>
                </a:lnTo>
                <a:lnTo>
                  <a:pt x="54436" y="115587"/>
                </a:lnTo>
                <a:lnTo>
                  <a:pt x="54722" y="116119"/>
                </a:lnTo>
                <a:lnTo>
                  <a:pt x="55002" y="116597"/>
                </a:lnTo>
                <a:lnTo>
                  <a:pt x="55283" y="117235"/>
                </a:lnTo>
                <a:lnTo>
                  <a:pt x="55709" y="117873"/>
                </a:lnTo>
                <a:lnTo>
                  <a:pt x="55989" y="118405"/>
                </a:lnTo>
                <a:lnTo>
                  <a:pt x="56270" y="119043"/>
                </a:lnTo>
                <a:lnTo>
                  <a:pt x="56550" y="119681"/>
                </a:lnTo>
              </a:path>
            </a:pathLst>
          </a:custGeom>
          <a:ln w="832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339808" y="3036451"/>
            <a:ext cx="56696" cy="115746"/>
          </a:xfrm>
          <a:custGeom>
            <a:avLst/>
            <a:gdLst/>
            <a:ahLst/>
            <a:cxnLst/>
            <a:rect l="l" t="t" r="r" b="b"/>
            <a:pathLst>
              <a:path w="56696" h="115746">
                <a:moveTo>
                  <a:pt x="0" y="0"/>
                </a:moveTo>
                <a:lnTo>
                  <a:pt x="146" y="638"/>
                </a:lnTo>
                <a:lnTo>
                  <a:pt x="426" y="1169"/>
                </a:lnTo>
                <a:lnTo>
                  <a:pt x="706" y="1807"/>
                </a:lnTo>
                <a:lnTo>
                  <a:pt x="1132" y="2445"/>
                </a:lnTo>
                <a:lnTo>
                  <a:pt x="1413" y="3083"/>
                </a:lnTo>
                <a:lnTo>
                  <a:pt x="1693" y="3455"/>
                </a:lnTo>
                <a:lnTo>
                  <a:pt x="1979" y="4093"/>
                </a:lnTo>
                <a:lnTo>
                  <a:pt x="2260" y="4785"/>
                </a:lnTo>
                <a:lnTo>
                  <a:pt x="2540" y="5423"/>
                </a:lnTo>
                <a:lnTo>
                  <a:pt x="2680" y="5901"/>
                </a:lnTo>
                <a:lnTo>
                  <a:pt x="2966" y="6539"/>
                </a:lnTo>
                <a:lnTo>
                  <a:pt x="3387" y="7177"/>
                </a:lnTo>
                <a:lnTo>
                  <a:pt x="3667" y="7868"/>
                </a:lnTo>
                <a:lnTo>
                  <a:pt x="3953" y="8347"/>
                </a:lnTo>
                <a:lnTo>
                  <a:pt x="4234" y="8879"/>
                </a:lnTo>
                <a:lnTo>
                  <a:pt x="4514" y="9517"/>
                </a:lnTo>
                <a:lnTo>
                  <a:pt x="4794" y="10155"/>
                </a:lnTo>
                <a:lnTo>
                  <a:pt x="5080" y="10686"/>
                </a:lnTo>
                <a:lnTo>
                  <a:pt x="5361" y="11324"/>
                </a:lnTo>
                <a:lnTo>
                  <a:pt x="5641" y="11962"/>
                </a:lnTo>
                <a:lnTo>
                  <a:pt x="5927" y="12600"/>
                </a:lnTo>
                <a:lnTo>
                  <a:pt x="6208" y="13132"/>
                </a:lnTo>
                <a:lnTo>
                  <a:pt x="6488" y="13770"/>
                </a:lnTo>
                <a:lnTo>
                  <a:pt x="6774" y="14249"/>
                </a:lnTo>
                <a:lnTo>
                  <a:pt x="7054" y="14887"/>
                </a:lnTo>
                <a:lnTo>
                  <a:pt x="7475" y="15418"/>
                </a:lnTo>
                <a:lnTo>
                  <a:pt x="7615" y="16056"/>
                </a:lnTo>
                <a:lnTo>
                  <a:pt x="7901" y="16694"/>
                </a:lnTo>
                <a:lnTo>
                  <a:pt x="8182" y="17332"/>
                </a:lnTo>
                <a:lnTo>
                  <a:pt x="8462" y="17864"/>
                </a:lnTo>
                <a:lnTo>
                  <a:pt x="8748" y="18502"/>
                </a:lnTo>
                <a:lnTo>
                  <a:pt x="9028" y="19034"/>
                </a:lnTo>
                <a:lnTo>
                  <a:pt x="9309" y="19672"/>
                </a:lnTo>
                <a:lnTo>
                  <a:pt x="9735" y="20150"/>
                </a:lnTo>
                <a:lnTo>
                  <a:pt x="10015" y="20841"/>
                </a:lnTo>
                <a:lnTo>
                  <a:pt x="10156" y="21479"/>
                </a:lnTo>
                <a:lnTo>
                  <a:pt x="10436" y="21958"/>
                </a:lnTo>
                <a:lnTo>
                  <a:pt x="10722" y="22596"/>
                </a:lnTo>
                <a:lnTo>
                  <a:pt x="11002" y="23234"/>
                </a:lnTo>
                <a:lnTo>
                  <a:pt x="11283" y="23766"/>
                </a:lnTo>
                <a:lnTo>
                  <a:pt x="11709" y="24297"/>
                </a:lnTo>
                <a:lnTo>
                  <a:pt x="11989" y="24935"/>
                </a:lnTo>
                <a:lnTo>
                  <a:pt x="12270" y="25573"/>
                </a:lnTo>
                <a:lnTo>
                  <a:pt x="12556" y="26211"/>
                </a:lnTo>
                <a:lnTo>
                  <a:pt x="12696" y="26743"/>
                </a:lnTo>
                <a:lnTo>
                  <a:pt x="12976" y="27381"/>
                </a:lnTo>
                <a:lnTo>
                  <a:pt x="13257" y="27860"/>
                </a:lnTo>
                <a:lnTo>
                  <a:pt x="13683" y="28551"/>
                </a:lnTo>
                <a:lnTo>
                  <a:pt x="13963" y="29029"/>
                </a:lnTo>
                <a:lnTo>
                  <a:pt x="14244" y="29667"/>
                </a:lnTo>
                <a:lnTo>
                  <a:pt x="14530" y="30305"/>
                </a:lnTo>
                <a:lnTo>
                  <a:pt x="14810" y="30943"/>
                </a:lnTo>
                <a:lnTo>
                  <a:pt x="15091" y="31475"/>
                </a:lnTo>
                <a:lnTo>
                  <a:pt x="15231" y="32007"/>
                </a:lnTo>
                <a:lnTo>
                  <a:pt x="15517" y="32645"/>
                </a:lnTo>
                <a:lnTo>
                  <a:pt x="15937" y="33283"/>
                </a:lnTo>
                <a:lnTo>
                  <a:pt x="16218" y="33814"/>
                </a:lnTo>
                <a:lnTo>
                  <a:pt x="16504" y="34452"/>
                </a:lnTo>
                <a:lnTo>
                  <a:pt x="16784" y="35090"/>
                </a:lnTo>
                <a:lnTo>
                  <a:pt x="17064" y="35569"/>
                </a:lnTo>
                <a:lnTo>
                  <a:pt x="17351" y="36101"/>
                </a:lnTo>
                <a:lnTo>
                  <a:pt x="17631" y="36739"/>
                </a:lnTo>
                <a:lnTo>
                  <a:pt x="17911" y="37377"/>
                </a:lnTo>
                <a:lnTo>
                  <a:pt x="18192" y="38015"/>
                </a:lnTo>
                <a:lnTo>
                  <a:pt x="18478" y="38546"/>
                </a:lnTo>
                <a:lnTo>
                  <a:pt x="18758" y="39078"/>
                </a:lnTo>
                <a:lnTo>
                  <a:pt x="19038" y="39716"/>
                </a:lnTo>
                <a:lnTo>
                  <a:pt x="19325" y="40354"/>
                </a:lnTo>
                <a:lnTo>
                  <a:pt x="19605" y="40833"/>
                </a:lnTo>
                <a:lnTo>
                  <a:pt x="20025" y="41524"/>
                </a:lnTo>
                <a:lnTo>
                  <a:pt x="20312" y="42162"/>
                </a:lnTo>
                <a:lnTo>
                  <a:pt x="20452" y="42640"/>
                </a:lnTo>
                <a:lnTo>
                  <a:pt x="20732" y="43172"/>
                </a:lnTo>
                <a:lnTo>
                  <a:pt x="21012" y="43810"/>
                </a:lnTo>
                <a:lnTo>
                  <a:pt x="21299" y="44448"/>
                </a:lnTo>
                <a:lnTo>
                  <a:pt x="21579" y="45086"/>
                </a:lnTo>
                <a:lnTo>
                  <a:pt x="21859" y="45458"/>
                </a:lnTo>
                <a:lnTo>
                  <a:pt x="22286" y="46096"/>
                </a:lnTo>
                <a:lnTo>
                  <a:pt x="22566" y="46787"/>
                </a:lnTo>
                <a:lnTo>
                  <a:pt x="22846" y="47425"/>
                </a:lnTo>
                <a:lnTo>
                  <a:pt x="22986" y="47904"/>
                </a:lnTo>
                <a:lnTo>
                  <a:pt x="23273" y="48542"/>
                </a:lnTo>
                <a:lnTo>
                  <a:pt x="23553" y="49074"/>
                </a:lnTo>
                <a:lnTo>
                  <a:pt x="23833" y="49712"/>
                </a:lnTo>
                <a:lnTo>
                  <a:pt x="24260" y="50243"/>
                </a:lnTo>
                <a:lnTo>
                  <a:pt x="24540" y="50881"/>
                </a:lnTo>
                <a:lnTo>
                  <a:pt x="24820" y="51519"/>
                </a:lnTo>
                <a:lnTo>
                  <a:pt x="25106" y="52051"/>
                </a:lnTo>
                <a:lnTo>
                  <a:pt x="25247" y="52530"/>
                </a:lnTo>
                <a:lnTo>
                  <a:pt x="25527" y="53168"/>
                </a:lnTo>
                <a:lnTo>
                  <a:pt x="25807" y="53806"/>
                </a:lnTo>
                <a:lnTo>
                  <a:pt x="26234" y="54497"/>
                </a:lnTo>
                <a:lnTo>
                  <a:pt x="26514" y="54869"/>
                </a:lnTo>
                <a:lnTo>
                  <a:pt x="26794" y="55507"/>
                </a:lnTo>
                <a:lnTo>
                  <a:pt x="27080" y="56145"/>
                </a:lnTo>
                <a:lnTo>
                  <a:pt x="27361" y="56783"/>
                </a:lnTo>
                <a:lnTo>
                  <a:pt x="27641" y="57315"/>
                </a:lnTo>
                <a:lnTo>
                  <a:pt x="27781" y="57793"/>
                </a:lnTo>
                <a:lnTo>
                  <a:pt x="28067" y="58431"/>
                </a:lnTo>
                <a:lnTo>
                  <a:pt x="28488" y="59069"/>
                </a:lnTo>
                <a:lnTo>
                  <a:pt x="28768" y="59601"/>
                </a:lnTo>
                <a:lnTo>
                  <a:pt x="29054" y="60133"/>
                </a:lnTo>
                <a:lnTo>
                  <a:pt x="29335" y="60771"/>
                </a:lnTo>
                <a:lnTo>
                  <a:pt x="29615" y="61409"/>
                </a:lnTo>
                <a:lnTo>
                  <a:pt x="29901" y="61940"/>
                </a:lnTo>
                <a:lnTo>
                  <a:pt x="30182" y="62578"/>
                </a:lnTo>
                <a:lnTo>
                  <a:pt x="30462" y="63057"/>
                </a:lnTo>
                <a:lnTo>
                  <a:pt x="30748" y="63695"/>
                </a:lnTo>
                <a:lnTo>
                  <a:pt x="31028" y="64226"/>
                </a:lnTo>
                <a:lnTo>
                  <a:pt x="31309" y="64865"/>
                </a:lnTo>
                <a:lnTo>
                  <a:pt x="31589" y="65396"/>
                </a:lnTo>
                <a:lnTo>
                  <a:pt x="31875" y="66034"/>
                </a:lnTo>
                <a:lnTo>
                  <a:pt x="32155" y="66566"/>
                </a:lnTo>
                <a:lnTo>
                  <a:pt x="32436" y="67204"/>
                </a:lnTo>
                <a:lnTo>
                  <a:pt x="32862" y="67842"/>
                </a:lnTo>
                <a:lnTo>
                  <a:pt x="33002" y="68320"/>
                </a:lnTo>
                <a:lnTo>
                  <a:pt x="33283" y="68852"/>
                </a:lnTo>
                <a:lnTo>
                  <a:pt x="33563" y="69490"/>
                </a:lnTo>
                <a:lnTo>
                  <a:pt x="33849" y="70128"/>
                </a:lnTo>
                <a:lnTo>
                  <a:pt x="34129" y="70660"/>
                </a:lnTo>
                <a:lnTo>
                  <a:pt x="34410" y="71192"/>
                </a:lnTo>
                <a:lnTo>
                  <a:pt x="34836" y="71830"/>
                </a:lnTo>
                <a:lnTo>
                  <a:pt x="35116" y="72468"/>
                </a:lnTo>
                <a:lnTo>
                  <a:pt x="35397" y="72946"/>
                </a:lnTo>
                <a:lnTo>
                  <a:pt x="35543" y="73478"/>
                </a:lnTo>
                <a:lnTo>
                  <a:pt x="35823" y="74116"/>
                </a:lnTo>
                <a:lnTo>
                  <a:pt x="36103" y="74754"/>
                </a:lnTo>
                <a:lnTo>
                  <a:pt x="36384" y="75285"/>
                </a:lnTo>
                <a:lnTo>
                  <a:pt x="36810" y="75817"/>
                </a:lnTo>
                <a:lnTo>
                  <a:pt x="37090" y="76455"/>
                </a:lnTo>
                <a:lnTo>
                  <a:pt x="37371" y="77093"/>
                </a:lnTo>
                <a:lnTo>
                  <a:pt x="37657" y="77572"/>
                </a:lnTo>
                <a:lnTo>
                  <a:pt x="37937" y="78103"/>
                </a:lnTo>
                <a:lnTo>
                  <a:pt x="38077" y="78741"/>
                </a:lnTo>
                <a:lnTo>
                  <a:pt x="38358" y="79273"/>
                </a:lnTo>
                <a:lnTo>
                  <a:pt x="38644" y="79911"/>
                </a:lnTo>
                <a:lnTo>
                  <a:pt x="39064" y="80443"/>
                </a:lnTo>
                <a:lnTo>
                  <a:pt x="39351" y="81081"/>
                </a:lnTo>
                <a:lnTo>
                  <a:pt x="39631" y="81559"/>
                </a:lnTo>
                <a:lnTo>
                  <a:pt x="39911" y="82197"/>
                </a:lnTo>
                <a:lnTo>
                  <a:pt x="40192" y="82729"/>
                </a:lnTo>
                <a:lnTo>
                  <a:pt x="40478" y="83367"/>
                </a:lnTo>
                <a:lnTo>
                  <a:pt x="40618" y="83899"/>
                </a:lnTo>
                <a:lnTo>
                  <a:pt x="41038" y="84537"/>
                </a:lnTo>
                <a:lnTo>
                  <a:pt x="41325" y="85015"/>
                </a:lnTo>
                <a:lnTo>
                  <a:pt x="41605" y="85547"/>
                </a:lnTo>
                <a:lnTo>
                  <a:pt x="41885" y="86185"/>
                </a:lnTo>
                <a:lnTo>
                  <a:pt x="42166" y="86823"/>
                </a:lnTo>
                <a:lnTo>
                  <a:pt x="42452" y="87355"/>
                </a:lnTo>
                <a:lnTo>
                  <a:pt x="42732" y="87886"/>
                </a:lnTo>
                <a:lnTo>
                  <a:pt x="43012" y="88524"/>
                </a:lnTo>
                <a:lnTo>
                  <a:pt x="43299" y="89162"/>
                </a:lnTo>
                <a:lnTo>
                  <a:pt x="43579" y="89534"/>
                </a:lnTo>
                <a:lnTo>
                  <a:pt x="43859" y="90173"/>
                </a:lnTo>
                <a:lnTo>
                  <a:pt x="44145" y="90811"/>
                </a:lnTo>
                <a:lnTo>
                  <a:pt x="44426" y="91342"/>
                </a:lnTo>
                <a:lnTo>
                  <a:pt x="44706" y="91874"/>
                </a:lnTo>
                <a:lnTo>
                  <a:pt x="44986" y="92512"/>
                </a:lnTo>
                <a:lnTo>
                  <a:pt x="45413" y="93150"/>
                </a:lnTo>
                <a:lnTo>
                  <a:pt x="45553" y="93628"/>
                </a:lnTo>
                <a:lnTo>
                  <a:pt x="45833" y="94160"/>
                </a:lnTo>
                <a:lnTo>
                  <a:pt x="46119" y="94798"/>
                </a:lnTo>
                <a:lnTo>
                  <a:pt x="46400" y="95330"/>
                </a:lnTo>
                <a:lnTo>
                  <a:pt x="46680" y="95968"/>
                </a:lnTo>
                <a:lnTo>
                  <a:pt x="46960" y="96499"/>
                </a:lnTo>
                <a:lnTo>
                  <a:pt x="47387" y="96978"/>
                </a:lnTo>
                <a:lnTo>
                  <a:pt x="47667" y="97616"/>
                </a:lnTo>
                <a:lnTo>
                  <a:pt x="47953" y="98254"/>
                </a:lnTo>
                <a:lnTo>
                  <a:pt x="48093" y="98786"/>
                </a:lnTo>
                <a:lnTo>
                  <a:pt x="48374" y="99317"/>
                </a:lnTo>
                <a:lnTo>
                  <a:pt x="48654" y="99955"/>
                </a:lnTo>
                <a:lnTo>
                  <a:pt x="48940" y="100434"/>
                </a:lnTo>
                <a:lnTo>
                  <a:pt x="49361" y="101072"/>
                </a:lnTo>
                <a:lnTo>
                  <a:pt x="49641" y="101604"/>
                </a:lnTo>
                <a:lnTo>
                  <a:pt x="49927" y="102135"/>
                </a:lnTo>
                <a:lnTo>
                  <a:pt x="50207" y="102773"/>
                </a:lnTo>
                <a:lnTo>
                  <a:pt x="50488" y="103411"/>
                </a:lnTo>
                <a:lnTo>
                  <a:pt x="50628" y="103784"/>
                </a:lnTo>
                <a:lnTo>
                  <a:pt x="50914" y="104422"/>
                </a:lnTo>
                <a:lnTo>
                  <a:pt x="51194" y="105060"/>
                </a:lnTo>
                <a:lnTo>
                  <a:pt x="51615" y="105591"/>
                </a:lnTo>
                <a:lnTo>
                  <a:pt x="51901" y="106123"/>
                </a:lnTo>
                <a:lnTo>
                  <a:pt x="52181" y="106761"/>
                </a:lnTo>
                <a:lnTo>
                  <a:pt x="52462" y="107239"/>
                </a:lnTo>
                <a:lnTo>
                  <a:pt x="52748" y="107931"/>
                </a:lnTo>
                <a:lnTo>
                  <a:pt x="53028" y="108409"/>
                </a:lnTo>
                <a:lnTo>
                  <a:pt x="53168" y="108941"/>
                </a:lnTo>
                <a:lnTo>
                  <a:pt x="53589" y="109579"/>
                </a:lnTo>
                <a:lnTo>
                  <a:pt x="53875" y="110217"/>
                </a:lnTo>
                <a:lnTo>
                  <a:pt x="54155" y="110589"/>
                </a:lnTo>
                <a:lnTo>
                  <a:pt x="54436" y="111227"/>
                </a:lnTo>
                <a:lnTo>
                  <a:pt x="54722" y="111759"/>
                </a:lnTo>
                <a:lnTo>
                  <a:pt x="55002" y="112397"/>
                </a:lnTo>
                <a:lnTo>
                  <a:pt x="55283" y="112928"/>
                </a:lnTo>
                <a:lnTo>
                  <a:pt x="55563" y="113407"/>
                </a:lnTo>
                <a:lnTo>
                  <a:pt x="55849" y="114045"/>
                </a:lnTo>
                <a:lnTo>
                  <a:pt x="56129" y="114736"/>
                </a:lnTo>
                <a:lnTo>
                  <a:pt x="56410" y="115108"/>
                </a:lnTo>
                <a:lnTo>
                  <a:pt x="56696" y="115746"/>
                </a:lnTo>
              </a:path>
            </a:pathLst>
          </a:custGeom>
          <a:ln w="83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396505" y="3152198"/>
            <a:ext cx="56690" cy="106601"/>
          </a:xfrm>
          <a:custGeom>
            <a:avLst/>
            <a:gdLst/>
            <a:ahLst/>
            <a:cxnLst/>
            <a:rect l="l" t="t" r="r" b="b"/>
            <a:pathLst>
              <a:path w="56690" h="106601">
                <a:moveTo>
                  <a:pt x="0" y="0"/>
                </a:moveTo>
                <a:lnTo>
                  <a:pt x="280" y="531"/>
                </a:lnTo>
                <a:lnTo>
                  <a:pt x="560" y="1169"/>
                </a:lnTo>
                <a:lnTo>
                  <a:pt x="846" y="1648"/>
                </a:lnTo>
                <a:lnTo>
                  <a:pt x="1267" y="2179"/>
                </a:lnTo>
                <a:lnTo>
                  <a:pt x="1407" y="2817"/>
                </a:lnTo>
                <a:lnTo>
                  <a:pt x="1687" y="3349"/>
                </a:lnTo>
                <a:lnTo>
                  <a:pt x="1973" y="3987"/>
                </a:lnTo>
                <a:lnTo>
                  <a:pt x="2254" y="4466"/>
                </a:lnTo>
                <a:lnTo>
                  <a:pt x="2534" y="4997"/>
                </a:lnTo>
                <a:lnTo>
                  <a:pt x="2820" y="5635"/>
                </a:lnTo>
                <a:lnTo>
                  <a:pt x="3241" y="6273"/>
                </a:lnTo>
                <a:lnTo>
                  <a:pt x="3521" y="6699"/>
                </a:lnTo>
                <a:lnTo>
                  <a:pt x="3807" y="7337"/>
                </a:lnTo>
                <a:lnTo>
                  <a:pt x="3947" y="7815"/>
                </a:lnTo>
                <a:lnTo>
                  <a:pt x="4228" y="8453"/>
                </a:lnTo>
                <a:lnTo>
                  <a:pt x="4508" y="8879"/>
                </a:lnTo>
                <a:lnTo>
                  <a:pt x="4794" y="9517"/>
                </a:lnTo>
                <a:lnTo>
                  <a:pt x="5215" y="10155"/>
                </a:lnTo>
                <a:lnTo>
                  <a:pt x="5495" y="10633"/>
                </a:lnTo>
                <a:lnTo>
                  <a:pt x="5781" y="11165"/>
                </a:lnTo>
                <a:lnTo>
                  <a:pt x="6062" y="11696"/>
                </a:lnTo>
                <a:lnTo>
                  <a:pt x="6342" y="12334"/>
                </a:lnTo>
                <a:lnTo>
                  <a:pt x="6482" y="12973"/>
                </a:lnTo>
                <a:lnTo>
                  <a:pt x="6768" y="13345"/>
                </a:lnTo>
                <a:lnTo>
                  <a:pt x="7049" y="13983"/>
                </a:lnTo>
                <a:lnTo>
                  <a:pt x="7469" y="14514"/>
                </a:lnTo>
                <a:lnTo>
                  <a:pt x="7755" y="15152"/>
                </a:lnTo>
                <a:lnTo>
                  <a:pt x="8036" y="15684"/>
                </a:lnTo>
                <a:lnTo>
                  <a:pt x="8316" y="16163"/>
                </a:lnTo>
                <a:lnTo>
                  <a:pt x="8602" y="16801"/>
                </a:lnTo>
                <a:lnTo>
                  <a:pt x="8882" y="17332"/>
                </a:lnTo>
                <a:lnTo>
                  <a:pt x="9023" y="17970"/>
                </a:lnTo>
                <a:lnTo>
                  <a:pt x="9443" y="18342"/>
                </a:lnTo>
                <a:lnTo>
                  <a:pt x="9729" y="18980"/>
                </a:lnTo>
                <a:lnTo>
                  <a:pt x="10010" y="19512"/>
                </a:lnTo>
                <a:lnTo>
                  <a:pt x="10290" y="20150"/>
                </a:lnTo>
                <a:lnTo>
                  <a:pt x="10576" y="20522"/>
                </a:lnTo>
                <a:lnTo>
                  <a:pt x="10856" y="21214"/>
                </a:lnTo>
                <a:lnTo>
                  <a:pt x="11137" y="21692"/>
                </a:lnTo>
                <a:lnTo>
                  <a:pt x="11423" y="22330"/>
                </a:lnTo>
                <a:lnTo>
                  <a:pt x="11703" y="22862"/>
                </a:lnTo>
                <a:lnTo>
                  <a:pt x="11984" y="23393"/>
                </a:lnTo>
                <a:lnTo>
                  <a:pt x="12264" y="24031"/>
                </a:lnTo>
                <a:lnTo>
                  <a:pt x="12550" y="24510"/>
                </a:lnTo>
                <a:lnTo>
                  <a:pt x="12830" y="25042"/>
                </a:lnTo>
                <a:lnTo>
                  <a:pt x="13111" y="25573"/>
                </a:lnTo>
                <a:lnTo>
                  <a:pt x="13397" y="26211"/>
                </a:lnTo>
                <a:lnTo>
                  <a:pt x="13817" y="26690"/>
                </a:lnTo>
                <a:lnTo>
                  <a:pt x="13958" y="27328"/>
                </a:lnTo>
                <a:lnTo>
                  <a:pt x="14238" y="27753"/>
                </a:lnTo>
                <a:lnTo>
                  <a:pt x="14524" y="28391"/>
                </a:lnTo>
                <a:lnTo>
                  <a:pt x="14804" y="28870"/>
                </a:lnTo>
                <a:lnTo>
                  <a:pt x="15085" y="29561"/>
                </a:lnTo>
                <a:lnTo>
                  <a:pt x="15371" y="29933"/>
                </a:lnTo>
                <a:lnTo>
                  <a:pt x="15791" y="30571"/>
                </a:lnTo>
                <a:lnTo>
                  <a:pt x="16072" y="31103"/>
                </a:lnTo>
                <a:lnTo>
                  <a:pt x="16358" y="31741"/>
                </a:lnTo>
                <a:lnTo>
                  <a:pt x="16498" y="32113"/>
                </a:lnTo>
                <a:lnTo>
                  <a:pt x="16778" y="32751"/>
                </a:lnTo>
                <a:lnTo>
                  <a:pt x="17059" y="33283"/>
                </a:lnTo>
                <a:lnTo>
                  <a:pt x="17345" y="33921"/>
                </a:lnTo>
                <a:lnTo>
                  <a:pt x="17765" y="34293"/>
                </a:lnTo>
                <a:lnTo>
                  <a:pt x="18046" y="34931"/>
                </a:lnTo>
                <a:lnTo>
                  <a:pt x="18332" y="35463"/>
                </a:lnTo>
                <a:lnTo>
                  <a:pt x="18612" y="36101"/>
                </a:lnTo>
                <a:lnTo>
                  <a:pt x="18892" y="36579"/>
                </a:lnTo>
                <a:lnTo>
                  <a:pt x="19033" y="37111"/>
                </a:lnTo>
                <a:lnTo>
                  <a:pt x="19319" y="37642"/>
                </a:lnTo>
                <a:lnTo>
                  <a:pt x="19599" y="38280"/>
                </a:lnTo>
                <a:lnTo>
                  <a:pt x="20025" y="38759"/>
                </a:lnTo>
                <a:lnTo>
                  <a:pt x="20306" y="39291"/>
                </a:lnTo>
                <a:lnTo>
                  <a:pt x="20586" y="39822"/>
                </a:lnTo>
                <a:lnTo>
                  <a:pt x="20866" y="40460"/>
                </a:lnTo>
                <a:lnTo>
                  <a:pt x="21153" y="40992"/>
                </a:lnTo>
                <a:lnTo>
                  <a:pt x="21433" y="41471"/>
                </a:lnTo>
                <a:lnTo>
                  <a:pt x="21573" y="42002"/>
                </a:lnTo>
                <a:lnTo>
                  <a:pt x="21999" y="42640"/>
                </a:lnTo>
                <a:lnTo>
                  <a:pt x="22280" y="43172"/>
                </a:lnTo>
                <a:lnTo>
                  <a:pt x="22560" y="43650"/>
                </a:lnTo>
                <a:lnTo>
                  <a:pt x="22840" y="44182"/>
                </a:lnTo>
                <a:lnTo>
                  <a:pt x="23127" y="44714"/>
                </a:lnTo>
                <a:lnTo>
                  <a:pt x="23407" y="45352"/>
                </a:lnTo>
                <a:lnTo>
                  <a:pt x="23687" y="45830"/>
                </a:lnTo>
                <a:lnTo>
                  <a:pt x="23973" y="46362"/>
                </a:lnTo>
                <a:lnTo>
                  <a:pt x="24254" y="46894"/>
                </a:lnTo>
                <a:lnTo>
                  <a:pt x="24534" y="47532"/>
                </a:lnTo>
                <a:lnTo>
                  <a:pt x="24820" y="48010"/>
                </a:lnTo>
                <a:lnTo>
                  <a:pt x="25101" y="48542"/>
                </a:lnTo>
                <a:lnTo>
                  <a:pt x="25381" y="49074"/>
                </a:lnTo>
                <a:lnTo>
                  <a:pt x="25661" y="49552"/>
                </a:lnTo>
                <a:lnTo>
                  <a:pt x="25947" y="50243"/>
                </a:lnTo>
                <a:lnTo>
                  <a:pt x="26368" y="50615"/>
                </a:lnTo>
                <a:lnTo>
                  <a:pt x="26508" y="51253"/>
                </a:lnTo>
                <a:lnTo>
                  <a:pt x="26794" y="51732"/>
                </a:lnTo>
                <a:lnTo>
                  <a:pt x="27075" y="52423"/>
                </a:lnTo>
                <a:lnTo>
                  <a:pt x="27355" y="52902"/>
                </a:lnTo>
                <a:lnTo>
                  <a:pt x="27635" y="53274"/>
                </a:lnTo>
                <a:lnTo>
                  <a:pt x="27921" y="53965"/>
                </a:lnTo>
                <a:lnTo>
                  <a:pt x="28342" y="54444"/>
                </a:lnTo>
                <a:lnTo>
                  <a:pt x="28622" y="55082"/>
                </a:lnTo>
                <a:lnTo>
                  <a:pt x="28908" y="55507"/>
                </a:lnTo>
                <a:lnTo>
                  <a:pt x="29049" y="55985"/>
                </a:lnTo>
                <a:lnTo>
                  <a:pt x="29329" y="56623"/>
                </a:lnTo>
                <a:lnTo>
                  <a:pt x="29615" y="57155"/>
                </a:lnTo>
                <a:lnTo>
                  <a:pt x="29895" y="57687"/>
                </a:lnTo>
                <a:lnTo>
                  <a:pt x="30316" y="58165"/>
                </a:lnTo>
                <a:lnTo>
                  <a:pt x="30602" y="58697"/>
                </a:lnTo>
                <a:lnTo>
                  <a:pt x="30882" y="59335"/>
                </a:lnTo>
                <a:lnTo>
                  <a:pt x="31163" y="59867"/>
                </a:lnTo>
                <a:lnTo>
                  <a:pt x="31443" y="60345"/>
                </a:lnTo>
                <a:lnTo>
                  <a:pt x="31589" y="60877"/>
                </a:lnTo>
                <a:lnTo>
                  <a:pt x="31869" y="61409"/>
                </a:lnTo>
                <a:lnTo>
                  <a:pt x="32150" y="62047"/>
                </a:lnTo>
                <a:lnTo>
                  <a:pt x="32576" y="62419"/>
                </a:lnTo>
                <a:lnTo>
                  <a:pt x="32856" y="62950"/>
                </a:lnTo>
                <a:lnTo>
                  <a:pt x="33137" y="63588"/>
                </a:lnTo>
                <a:lnTo>
                  <a:pt x="33417" y="64067"/>
                </a:lnTo>
                <a:lnTo>
                  <a:pt x="33703" y="64599"/>
                </a:lnTo>
                <a:lnTo>
                  <a:pt x="33983" y="65130"/>
                </a:lnTo>
                <a:lnTo>
                  <a:pt x="34124" y="65609"/>
                </a:lnTo>
                <a:lnTo>
                  <a:pt x="34550" y="66247"/>
                </a:lnTo>
                <a:lnTo>
                  <a:pt x="34830" y="66779"/>
                </a:lnTo>
                <a:lnTo>
                  <a:pt x="35111" y="67151"/>
                </a:lnTo>
                <a:lnTo>
                  <a:pt x="35397" y="67789"/>
                </a:lnTo>
                <a:lnTo>
                  <a:pt x="35677" y="68320"/>
                </a:lnTo>
                <a:lnTo>
                  <a:pt x="35957" y="68852"/>
                </a:lnTo>
                <a:lnTo>
                  <a:pt x="36238" y="69331"/>
                </a:lnTo>
                <a:lnTo>
                  <a:pt x="36524" y="69862"/>
                </a:lnTo>
                <a:lnTo>
                  <a:pt x="36804" y="70394"/>
                </a:lnTo>
                <a:lnTo>
                  <a:pt x="37085" y="71032"/>
                </a:lnTo>
                <a:lnTo>
                  <a:pt x="37371" y="71564"/>
                </a:lnTo>
                <a:lnTo>
                  <a:pt x="37651" y="71936"/>
                </a:lnTo>
                <a:lnTo>
                  <a:pt x="37931" y="72574"/>
                </a:lnTo>
                <a:lnTo>
                  <a:pt x="38212" y="73106"/>
                </a:lnTo>
                <a:lnTo>
                  <a:pt x="38498" y="73584"/>
                </a:lnTo>
                <a:lnTo>
                  <a:pt x="38918" y="74116"/>
                </a:lnTo>
                <a:lnTo>
                  <a:pt x="39059" y="74647"/>
                </a:lnTo>
                <a:lnTo>
                  <a:pt x="39345" y="75126"/>
                </a:lnTo>
                <a:lnTo>
                  <a:pt x="39625" y="75764"/>
                </a:lnTo>
                <a:lnTo>
                  <a:pt x="39905" y="76189"/>
                </a:lnTo>
                <a:lnTo>
                  <a:pt x="40192" y="76668"/>
                </a:lnTo>
                <a:lnTo>
                  <a:pt x="40472" y="77306"/>
                </a:lnTo>
                <a:lnTo>
                  <a:pt x="40892" y="77838"/>
                </a:lnTo>
                <a:lnTo>
                  <a:pt x="41179" y="78369"/>
                </a:lnTo>
                <a:lnTo>
                  <a:pt x="41459" y="78848"/>
                </a:lnTo>
                <a:lnTo>
                  <a:pt x="41599" y="79379"/>
                </a:lnTo>
                <a:lnTo>
                  <a:pt x="41879" y="79911"/>
                </a:lnTo>
                <a:lnTo>
                  <a:pt x="42166" y="80390"/>
                </a:lnTo>
                <a:lnTo>
                  <a:pt x="42446" y="80921"/>
                </a:lnTo>
                <a:lnTo>
                  <a:pt x="42866" y="81453"/>
                </a:lnTo>
                <a:lnTo>
                  <a:pt x="43153" y="81931"/>
                </a:lnTo>
                <a:lnTo>
                  <a:pt x="43433" y="82569"/>
                </a:lnTo>
                <a:lnTo>
                  <a:pt x="43713" y="83101"/>
                </a:lnTo>
                <a:lnTo>
                  <a:pt x="43999" y="83473"/>
                </a:lnTo>
                <a:lnTo>
                  <a:pt x="44140" y="84005"/>
                </a:lnTo>
                <a:lnTo>
                  <a:pt x="44420" y="84643"/>
                </a:lnTo>
                <a:lnTo>
                  <a:pt x="44700" y="85175"/>
                </a:lnTo>
                <a:lnTo>
                  <a:pt x="45127" y="85547"/>
                </a:lnTo>
                <a:lnTo>
                  <a:pt x="45407" y="86185"/>
                </a:lnTo>
                <a:lnTo>
                  <a:pt x="45687" y="86717"/>
                </a:lnTo>
                <a:lnTo>
                  <a:pt x="45973" y="87195"/>
                </a:lnTo>
                <a:lnTo>
                  <a:pt x="46254" y="87727"/>
                </a:lnTo>
                <a:lnTo>
                  <a:pt x="46534" y="88258"/>
                </a:lnTo>
                <a:lnTo>
                  <a:pt x="46674" y="88737"/>
                </a:lnTo>
                <a:lnTo>
                  <a:pt x="47100" y="89269"/>
                </a:lnTo>
                <a:lnTo>
                  <a:pt x="47381" y="89800"/>
                </a:lnTo>
                <a:lnTo>
                  <a:pt x="47661" y="90279"/>
                </a:lnTo>
                <a:lnTo>
                  <a:pt x="47947" y="90811"/>
                </a:lnTo>
                <a:lnTo>
                  <a:pt x="48228" y="91342"/>
                </a:lnTo>
                <a:lnTo>
                  <a:pt x="48508" y="91821"/>
                </a:lnTo>
                <a:lnTo>
                  <a:pt x="48794" y="92459"/>
                </a:lnTo>
                <a:lnTo>
                  <a:pt x="49215" y="92884"/>
                </a:lnTo>
                <a:lnTo>
                  <a:pt x="49355" y="93363"/>
                </a:lnTo>
                <a:lnTo>
                  <a:pt x="49635" y="93894"/>
                </a:lnTo>
                <a:lnTo>
                  <a:pt x="49921" y="94426"/>
                </a:lnTo>
                <a:lnTo>
                  <a:pt x="50202" y="94904"/>
                </a:lnTo>
                <a:lnTo>
                  <a:pt x="50482" y="95436"/>
                </a:lnTo>
                <a:lnTo>
                  <a:pt x="50768" y="95968"/>
                </a:lnTo>
                <a:lnTo>
                  <a:pt x="51048" y="96446"/>
                </a:lnTo>
                <a:lnTo>
                  <a:pt x="51469" y="97084"/>
                </a:lnTo>
                <a:lnTo>
                  <a:pt x="51609" y="97510"/>
                </a:lnTo>
                <a:lnTo>
                  <a:pt x="51895" y="97988"/>
                </a:lnTo>
                <a:lnTo>
                  <a:pt x="52176" y="98520"/>
                </a:lnTo>
                <a:lnTo>
                  <a:pt x="52456" y="99052"/>
                </a:lnTo>
                <a:lnTo>
                  <a:pt x="52742" y="99530"/>
                </a:lnTo>
                <a:lnTo>
                  <a:pt x="53022" y="100062"/>
                </a:lnTo>
                <a:lnTo>
                  <a:pt x="53443" y="100593"/>
                </a:lnTo>
                <a:lnTo>
                  <a:pt x="53729" y="101072"/>
                </a:lnTo>
                <a:lnTo>
                  <a:pt x="54009" y="101604"/>
                </a:lnTo>
                <a:lnTo>
                  <a:pt x="54150" y="101976"/>
                </a:lnTo>
                <a:lnTo>
                  <a:pt x="54430" y="102614"/>
                </a:lnTo>
                <a:lnTo>
                  <a:pt x="54716" y="103146"/>
                </a:lnTo>
                <a:lnTo>
                  <a:pt x="54996" y="103677"/>
                </a:lnTo>
                <a:lnTo>
                  <a:pt x="55417" y="104156"/>
                </a:lnTo>
                <a:lnTo>
                  <a:pt x="55703" y="104528"/>
                </a:lnTo>
                <a:lnTo>
                  <a:pt x="55983" y="105219"/>
                </a:lnTo>
                <a:lnTo>
                  <a:pt x="56264" y="105698"/>
                </a:lnTo>
                <a:lnTo>
                  <a:pt x="56550" y="106229"/>
                </a:lnTo>
                <a:lnTo>
                  <a:pt x="56690" y="106601"/>
                </a:lnTo>
              </a:path>
            </a:pathLst>
          </a:custGeom>
          <a:ln w="829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453195" y="3258799"/>
            <a:ext cx="56830" cy="93628"/>
          </a:xfrm>
          <a:custGeom>
            <a:avLst/>
            <a:gdLst/>
            <a:ahLst/>
            <a:cxnLst/>
            <a:rect l="l" t="t" r="r" b="b"/>
            <a:pathLst>
              <a:path w="56830" h="93628">
                <a:moveTo>
                  <a:pt x="0" y="0"/>
                </a:moveTo>
                <a:lnTo>
                  <a:pt x="280" y="531"/>
                </a:lnTo>
                <a:lnTo>
                  <a:pt x="560" y="1010"/>
                </a:lnTo>
                <a:lnTo>
                  <a:pt x="986" y="1541"/>
                </a:lnTo>
                <a:lnTo>
                  <a:pt x="1267" y="2179"/>
                </a:lnTo>
                <a:lnTo>
                  <a:pt x="1547" y="2552"/>
                </a:lnTo>
                <a:lnTo>
                  <a:pt x="1833" y="3083"/>
                </a:lnTo>
                <a:lnTo>
                  <a:pt x="2114" y="3615"/>
                </a:lnTo>
                <a:lnTo>
                  <a:pt x="2394" y="4093"/>
                </a:lnTo>
                <a:lnTo>
                  <a:pt x="2534" y="4519"/>
                </a:lnTo>
                <a:lnTo>
                  <a:pt x="2960" y="4997"/>
                </a:lnTo>
                <a:lnTo>
                  <a:pt x="3241" y="5635"/>
                </a:lnTo>
                <a:lnTo>
                  <a:pt x="3521" y="6167"/>
                </a:lnTo>
                <a:lnTo>
                  <a:pt x="3807" y="6699"/>
                </a:lnTo>
                <a:lnTo>
                  <a:pt x="4088" y="7071"/>
                </a:lnTo>
                <a:lnTo>
                  <a:pt x="4368" y="7603"/>
                </a:lnTo>
                <a:lnTo>
                  <a:pt x="4654" y="8081"/>
                </a:lnTo>
                <a:lnTo>
                  <a:pt x="4934" y="8613"/>
                </a:lnTo>
                <a:lnTo>
                  <a:pt x="5215" y="9144"/>
                </a:lnTo>
                <a:lnTo>
                  <a:pt x="5501" y="9623"/>
                </a:lnTo>
                <a:lnTo>
                  <a:pt x="5781" y="10155"/>
                </a:lnTo>
                <a:lnTo>
                  <a:pt x="6062" y="10686"/>
                </a:lnTo>
                <a:lnTo>
                  <a:pt x="6342" y="11165"/>
                </a:lnTo>
                <a:lnTo>
                  <a:pt x="6628" y="11590"/>
                </a:lnTo>
                <a:lnTo>
                  <a:pt x="6908" y="12069"/>
                </a:lnTo>
                <a:lnTo>
                  <a:pt x="7329" y="12600"/>
                </a:lnTo>
                <a:lnTo>
                  <a:pt x="7615" y="13132"/>
                </a:lnTo>
                <a:lnTo>
                  <a:pt x="7755" y="13611"/>
                </a:lnTo>
                <a:lnTo>
                  <a:pt x="8036" y="13983"/>
                </a:lnTo>
                <a:lnTo>
                  <a:pt x="8316" y="14514"/>
                </a:lnTo>
                <a:lnTo>
                  <a:pt x="8602" y="15152"/>
                </a:lnTo>
                <a:lnTo>
                  <a:pt x="8882" y="15684"/>
                </a:lnTo>
                <a:lnTo>
                  <a:pt x="9303" y="16163"/>
                </a:lnTo>
                <a:lnTo>
                  <a:pt x="9589" y="16588"/>
                </a:lnTo>
                <a:lnTo>
                  <a:pt x="9869" y="17066"/>
                </a:lnTo>
                <a:lnTo>
                  <a:pt x="10010" y="17598"/>
                </a:lnTo>
                <a:lnTo>
                  <a:pt x="10296" y="18130"/>
                </a:lnTo>
                <a:lnTo>
                  <a:pt x="10576" y="18502"/>
                </a:lnTo>
                <a:lnTo>
                  <a:pt x="10856" y="19034"/>
                </a:lnTo>
                <a:lnTo>
                  <a:pt x="11137" y="19512"/>
                </a:lnTo>
                <a:lnTo>
                  <a:pt x="11563" y="20044"/>
                </a:lnTo>
                <a:lnTo>
                  <a:pt x="11843" y="20576"/>
                </a:lnTo>
                <a:lnTo>
                  <a:pt x="12124" y="20948"/>
                </a:lnTo>
                <a:lnTo>
                  <a:pt x="12410" y="21479"/>
                </a:lnTo>
                <a:lnTo>
                  <a:pt x="12550" y="21958"/>
                </a:lnTo>
                <a:lnTo>
                  <a:pt x="12830" y="22490"/>
                </a:lnTo>
                <a:lnTo>
                  <a:pt x="13111" y="23021"/>
                </a:lnTo>
                <a:lnTo>
                  <a:pt x="13537" y="23393"/>
                </a:lnTo>
                <a:lnTo>
                  <a:pt x="13817" y="23872"/>
                </a:lnTo>
                <a:lnTo>
                  <a:pt x="14098" y="24404"/>
                </a:lnTo>
                <a:lnTo>
                  <a:pt x="14384" y="25042"/>
                </a:lnTo>
                <a:lnTo>
                  <a:pt x="14664" y="25414"/>
                </a:lnTo>
                <a:lnTo>
                  <a:pt x="14945" y="25946"/>
                </a:lnTo>
                <a:lnTo>
                  <a:pt x="15091" y="26477"/>
                </a:lnTo>
                <a:lnTo>
                  <a:pt x="15511" y="26956"/>
                </a:lnTo>
                <a:lnTo>
                  <a:pt x="15791" y="27487"/>
                </a:lnTo>
                <a:lnTo>
                  <a:pt x="16077" y="27860"/>
                </a:lnTo>
                <a:lnTo>
                  <a:pt x="16358" y="28391"/>
                </a:lnTo>
                <a:lnTo>
                  <a:pt x="16638" y="28923"/>
                </a:lnTo>
                <a:lnTo>
                  <a:pt x="16918" y="29401"/>
                </a:lnTo>
                <a:lnTo>
                  <a:pt x="17205" y="29933"/>
                </a:lnTo>
                <a:lnTo>
                  <a:pt x="17485" y="30305"/>
                </a:lnTo>
                <a:lnTo>
                  <a:pt x="17765" y="30837"/>
                </a:lnTo>
                <a:lnTo>
                  <a:pt x="18051" y="31369"/>
                </a:lnTo>
                <a:lnTo>
                  <a:pt x="18332" y="31741"/>
                </a:lnTo>
                <a:lnTo>
                  <a:pt x="18612" y="32219"/>
                </a:lnTo>
                <a:lnTo>
                  <a:pt x="18892" y="32645"/>
                </a:lnTo>
                <a:lnTo>
                  <a:pt x="19179" y="33123"/>
                </a:lnTo>
                <a:lnTo>
                  <a:pt x="19459" y="33655"/>
                </a:lnTo>
                <a:lnTo>
                  <a:pt x="19885" y="34187"/>
                </a:lnTo>
                <a:lnTo>
                  <a:pt x="20166" y="34665"/>
                </a:lnTo>
                <a:lnTo>
                  <a:pt x="20306" y="35090"/>
                </a:lnTo>
                <a:lnTo>
                  <a:pt x="20586" y="35569"/>
                </a:lnTo>
                <a:lnTo>
                  <a:pt x="20872" y="36101"/>
                </a:lnTo>
                <a:lnTo>
                  <a:pt x="21153" y="36632"/>
                </a:lnTo>
                <a:lnTo>
                  <a:pt x="21433" y="37111"/>
                </a:lnTo>
                <a:lnTo>
                  <a:pt x="21859" y="37536"/>
                </a:lnTo>
                <a:lnTo>
                  <a:pt x="22140" y="38015"/>
                </a:lnTo>
                <a:lnTo>
                  <a:pt x="22420" y="38546"/>
                </a:lnTo>
                <a:lnTo>
                  <a:pt x="22700" y="39078"/>
                </a:lnTo>
                <a:lnTo>
                  <a:pt x="22846" y="39450"/>
                </a:lnTo>
                <a:lnTo>
                  <a:pt x="23127" y="39929"/>
                </a:lnTo>
                <a:lnTo>
                  <a:pt x="23407" y="40460"/>
                </a:lnTo>
                <a:lnTo>
                  <a:pt x="23687" y="40992"/>
                </a:lnTo>
                <a:lnTo>
                  <a:pt x="24114" y="41364"/>
                </a:lnTo>
                <a:lnTo>
                  <a:pt x="24394" y="41736"/>
                </a:lnTo>
                <a:lnTo>
                  <a:pt x="24680" y="42268"/>
                </a:lnTo>
                <a:lnTo>
                  <a:pt x="24960" y="42800"/>
                </a:lnTo>
                <a:lnTo>
                  <a:pt x="25241" y="43278"/>
                </a:lnTo>
                <a:lnTo>
                  <a:pt x="25381" y="43810"/>
                </a:lnTo>
                <a:lnTo>
                  <a:pt x="25667" y="44182"/>
                </a:lnTo>
                <a:lnTo>
                  <a:pt x="26088" y="44714"/>
                </a:lnTo>
                <a:lnTo>
                  <a:pt x="26368" y="45192"/>
                </a:lnTo>
                <a:lnTo>
                  <a:pt x="26654" y="45724"/>
                </a:lnTo>
                <a:lnTo>
                  <a:pt x="26934" y="46096"/>
                </a:lnTo>
                <a:lnTo>
                  <a:pt x="27215" y="46522"/>
                </a:lnTo>
                <a:lnTo>
                  <a:pt x="27495" y="47000"/>
                </a:lnTo>
                <a:lnTo>
                  <a:pt x="27641" y="47532"/>
                </a:lnTo>
                <a:lnTo>
                  <a:pt x="28062" y="48063"/>
                </a:lnTo>
                <a:lnTo>
                  <a:pt x="28342" y="48542"/>
                </a:lnTo>
                <a:lnTo>
                  <a:pt x="28628" y="48967"/>
                </a:lnTo>
                <a:lnTo>
                  <a:pt x="28908" y="49446"/>
                </a:lnTo>
                <a:lnTo>
                  <a:pt x="29189" y="49818"/>
                </a:lnTo>
                <a:lnTo>
                  <a:pt x="29475" y="50350"/>
                </a:lnTo>
                <a:lnTo>
                  <a:pt x="29755" y="50881"/>
                </a:lnTo>
                <a:lnTo>
                  <a:pt x="30036" y="51253"/>
                </a:lnTo>
                <a:lnTo>
                  <a:pt x="30316" y="51785"/>
                </a:lnTo>
                <a:lnTo>
                  <a:pt x="30602" y="52264"/>
                </a:lnTo>
                <a:lnTo>
                  <a:pt x="30882" y="52795"/>
                </a:lnTo>
                <a:lnTo>
                  <a:pt x="31163" y="53168"/>
                </a:lnTo>
                <a:lnTo>
                  <a:pt x="31449" y="53593"/>
                </a:lnTo>
                <a:lnTo>
                  <a:pt x="31729" y="54071"/>
                </a:lnTo>
                <a:lnTo>
                  <a:pt x="32009" y="54603"/>
                </a:lnTo>
                <a:lnTo>
                  <a:pt x="32436" y="55135"/>
                </a:lnTo>
                <a:lnTo>
                  <a:pt x="32716" y="55613"/>
                </a:lnTo>
                <a:lnTo>
                  <a:pt x="32856" y="55879"/>
                </a:lnTo>
                <a:lnTo>
                  <a:pt x="33137" y="56411"/>
                </a:lnTo>
                <a:lnTo>
                  <a:pt x="33423" y="56889"/>
                </a:lnTo>
                <a:lnTo>
                  <a:pt x="33703" y="57421"/>
                </a:lnTo>
                <a:lnTo>
                  <a:pt x="33983" y="57953"/>
                </a:lnTo>
                <a:lnTo>
                  <a:pt x="34410" y="58325"/>
                </a:lnTo>
                <a:lnTo>
                  <a:pt x="34690" y="58697"/>
                </a:lnTo>
                <a:lnTo>
                  <a:pt x="34970" y="59229"/>
                </a:lnTo>
                <a:lnTo>
                  <a:pt x="35257" y="59707"/>
                </a:lnTo>
                <a:lnTo>
                  <a:pt x="35397" y="60239"/>
                </a:lnTo>
                <a:lnTo>
                  <a:pt x="35677" y="60611"/>
                </a:lnTo>
                <a:lnTo>
                  <a:pt x="35957" y="61036"/>
                </a:lnTo>
                <a:lnTo>
                  <a:pt x="36244" y="61515"/>
                </a:lnTo>
                <a:lnTo>
                  <a:pt x="36664" y="62047"/>
                </a:lnTo>
                <a:lnTo>
                  <a:pt x="36944" y="62578"/>
                </a:lnTo>
                <a:lnTo>
                  <a:pt x="37231" y="62791"/>
                </a:lnTo>
                <a:lnTo>
                  <a:pt x="37511" y="63323"/>
                </a:lnTo>
                <a:lnTo>
                  <a:pt x="37791" y="63854"/>
                </a:lnTo>
                <a:lnTo>
                  <a:pt x="37931" y="64333"/>
                </a:lnTo>
                <a:lnTo>
                  <a:pt x="38218" y="64758"/>
                </a:lnTo>
                <a:lnTo>
                  <a:pt x="38638" y="65130"/>
                </a:lnTo>
                <a:lnTo>
                  <a:pt x="38918" y="65662"/>
                </a:lnTo>
                <a:lnTo>
                  <a:pt x="39205" y="66141"/>
                </a:lnTo>
                <a:lnTo>
                  <a:pt x="39485" y="66672"/>
                </a:lnTo>
                <a:lnTo>
                  <a:pt x="39765" y="67044"/>
                </a:lnTo>
                <a:lnTo>
                  <a:pt x="40051" y="67417"/>
                </a:lnTo>
                <a:lnTo>
                  <a:pt x="40332" y="67948"/>
                </a:lnTo>
                <a:lnTo>
                  <a:pt x="40612" y="68320"/>
                </a:lnTo>
                <a:lnTo>
                  <a:pt x="40892" y="68852"/>
                </a:lnTo>
                <a:lnTo>
                  <a:pt x="41179" y="69384"/>
                </a:lnTo>
                <a:lnTo>
                  <a:pt x="41459" y="69756"/>
                </a:lnTo>
                <a:lnTo>
                  <a:pt x="41739" y="70128"/>
                </a:lnTo>
                <a:lnTo>
                  <a:pt x="42025" y="70660"/>
                </a:lnTo>
                <a:lnTo>
                  <a:pt x="42306" y="71138"/>
                </a:lnTo>
                <a:lnTo>
                  <a:pt x="42586" y="71670"/>
                </a:lnTo>
                <a:lnTo>
                  <a:pt x="42866" y="72042"/>
                </a:lnTo>
                <a:lnTo>
                  <a:pt x="43153" y="72468"/>
                </a:lnTo>
                <a:lnTo>
                  <a:pt x="43433" y="72946"/>
                </a:lnTo>
                <a:lnTo>
                  <a:pt x="43713" y="73371"/>
                </a:lnTo>
                <a:lnTo>
                  <a:pt x="43999" y="73850"/>
                </a:lnTo>
                <a:lnTo>
                  <a:pt x="44280" y="74382"/>
                </a:lnTo>
                <a:lnTo>
                  <a:pt x="44560" y="74647"/>
                </a:lnTo>
                <a:lnTo>
                  <a:pt x="44986" y="75126"/>
                </a:lnTo>
                <a:lnTo>
                  <a:pt x="45267" y="75658"/>
                </a:lnTo>
                <a:lnTo>
                  <a:pt x="45407" y="76189"/>
                </a:lnTo>
                <a:lnTo>
                  <a:pt x="45687" y="76561"/>
                </a:lnTo>
                <a:lnTo>
                  <a:pt x="45973" y="76934"/>
                </a:lnTo>
                <a:lnTo>
                  <a:pt x="46254" y="77465"/>
                </a:lnTo>
                <a:lnTo>
                  <a:pt x="46534" y="77838"/>
                </a:lnTo>
                <a:lnTo>
                  <a:pt x="46960" y="78369"/>
                </a:lnTo>
                <a:lnTo>
                  <a:pt x="47241" y="78848"/>
                </a:lnTo>
                <a:lnTo>
                  <a:pt x="47521" y="79114"/>
                </a:lnTo>
                <a:lnTo>
                  <a:pt x="47807" y="79645"/>
                </a:lnTo>
                <a:lnTo>
                  <a:pt x="47947" y="80177"/>
                </a:lnTo>
                <a:lnTo>
                  <a:pt x="48228" y="80549"/>
                </a:lnTo>
                <a:lnTo>
                  <a:pt x="48508" y="81081"/>
                </a:lnTo>
                <a:lnTo>
                  <a:pt x="48794" y="81293"/>
                </a:lnTo>
                <a:lnTo>
                  <a:pt x="49215" y="81825"/>
                </a:lnTo>
                <a:lnTo>
                  <a:pt x="49495" y="82357"/>
                </a:lnTo>
                <a:lnTo>
                  <a:pt x="49781" y="82729"/>
                </a:lnTo>
                <a:lnTo>
                  <a:pt x="50061" y="83261"/>
                </a:lnTo>
                <a:lnTo>
                  <a:pt x="50342" y="83739"/>
                </a:lnTo>
                <a:lnTo>
                  <a:pt x="50482" y="84005"/>
                </a:lnTo>
                <a:lnTo>
                  <a:pt x="50768" y="84537"/>
                </a:lnTo>
                <a:lnTo>
                  <a:pt x="51189" y="85015"/>
                </a:lnTo>
                <a:lnTo>
                  <a:pt x="51469" y="85441"/>
                </a:lnTo>
                <a:lnTo>
                  <a:pt x="51755" y="85919"/>
                </a:lnTo>
                <a:lnTo>
                  <a:pt x="52035" y="86185"/>
                </a:lnTo>
                <a:lnTo>
                  <a:pt x="52316" y="86717"/>
                </a:lnTo>
                <a:lnTo>
                  <a:pt x="52602" y="87195"/>
                </a:lnTo>
                <a:lnTo>
                  <a:pt x="52882" y="87620"/>
                </a:lnTo>
                <a:lnTo>
                  <a:pt x="53163" y="88099"/>
                </a:lnTo>
                <a:lnTo>
                  <a:pt x="53449" y="88365"/>
                </a:lnTo>
                <a:lnTo>
                  <a:pt x="53729" y="88896"/>
                </a:lnTo>
                <a:lnTo>
                  <a:pt x="54009" y="89428"/>
                </a:lnTo>
                <a:lnTo>
                  <a:pt x="54290" y="89800"/>
                </a:lnTo>
                <a:lnTo>
                  <a:pt x="54576" y="90279"/>
                </a:lnTo>
                <a:lnTo>
                  <a:pt x="54856" y="90704"/>
                </a:lnTo>
                <a:lnTo>
                  <a:pt x="55137" y="91076"/>
                </a:lnTo>
                <a:lnTo>
                  <a:pt x="55423" y="91449"/>
                </a:lnTo>
                <a:lnTo>
                  <a:pt x="55703" y="91980"/>
                </a:lnTo>
                <a:lnTo>
                  <a:pt x="55983" y="92512"/>
                </a:lnTo>
                <a:lnTo>
                  <a:pt x="56264" y="92884"/>
                </a:lnTo>
                <a:lnTo>
                  <a:pt x="56550" y="93256"/>
                </a:lnTo>
                <a:lnTo>
                  <a:pt x="56830" y="93628"/>
                </a:lnTo>
              </a:path>
            </a:pathLst>
          </a:custGeom>
          <a:ln w="825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510026" y="3352428"/>
            <a:ext cx="56690" cy="77359"/>
          </a:xfrm>
          <a:custGeom>
            <a:avLst/>
            <a:gdLst/>
            <a:ahLst/>
            <a:cxnLst/>
            <a:rect l="l" t="t" r="r" b="b"/>
            <a:pathLst>
              <a:path w="56690" h="77359">
                <a:moveTo>
                  <a:pt x="0" y="0"/>
                </a:moveTo>
                <a:lnTo>
                  <a:pt x="280" y="531"/>
                </a:lnTo>
                <a:lnTo>
                  <a:pt x="706" y="903"/>
                </a:lnTo>
                <a:lnTo>
                  <a:pt x="986" y="1435"/>
                </a:lnTo>
                <a:lnTo>
                  <a:pt x="1127" y="1701"/>
                </a:lnTo>
                <a:lnTo>
                  <a:pt x="1413" y="2179"/>
                </a:lnTo>
                <a:lnTo>
                  <a:pt x="1693" y="2605"/>
                </a:lnTo>
                <a:lnTo>
                  <a:pt x="1973" y="3083"/>
                </a:lnTo>
                <a:lnTo>
                  <a:pt x="2254" y="3455"/>
                </a:lnTo>
                <a:lnTo>
                  <a:pt x="2680" y="3987"/>
                </a:lnTo>
                <a:lnTo>
                  <a:pt x="2960" y="4253"/>
                </a:lnTo>
                <a:lnTo>
                  <a:pt x="3241" y="4785"/>
                </a:lnTo>
                <a:lnTo>
                  <a:pt x="3527" y="5263"/>
                </a:lnTo>
                <a:lnTo>
                  <a:pt x="3667" y="5688"/>
                </a:lnTo>
                <a:lnTo>
                  <a:pt x="3947" y="6167"/>
                </a:lnTo>
                <a:lnTo>
                  <a:pt x="4228" y="6433"/>
                </a:lnTo>
                <a:lnTo>
                  <a:pt x="4514" y="6965"/>
                </a:lnTo>
                <a:lnTo>
                  <a:pt x="4934" y="7337"/>
                </a:lnTo>
                <a:lnTo>
                  <a:pt x="5215" y="7709"/>
                </a:lnTo>
                <a:lnTo>
                  <a:pt x="5501" y="8241"/>
                </a:lnTo>
                <a:lnTo>
                  <a:pt x="5781" y="8613"/>
                </a:lnTo>
                <a:lnTo>
                  <a:pt x="6062" y="8985"/>
                </a:lnTo>
                <a:lnTo>
                  <a:pt x="6208" y="9410"/>
                </a:lnTo>
                <a:lnTo>
                  <a:pt x="6488" y="9889"/>
                </a:lnTo>
                <a:lnTo>
                  <a:pt x="6908" y="10314"/>
                </a:lnTo>
                <a:lnTo>
                  <a:pt x="7195" y="10793"/>
                </a:lnTo>
                <a:lnTo>
                  <a:pt x="7475" y="11058"/>
                </a:lnTo>
                <a:lnTo>
                  <a:pt x="7755" y="11590"/>
                </a:lnTo>
                <a:lnTo>
                  <a:pt x="8036" y="11962"/>
                </a:lnTo>
                <a:lnTo>
                  <a:pt x="8322" y="12494"/>
                </a:lnTo>
                <a:lnTo>
                  <a:pt x="8602" y="12866"/>
                </a:lnTo>
                <a:lnTo>
                  <a:pt x="8882" y="13398"/>
                </a:lnTo>
                <a:lnTo>
                  <a:pt x="9169" y="13611"/>
                </a:lnTo>
                <a:lnTo>
                  <a:pt x="9449" y="14036"/>
                </a:lnTo>
                <a:lnTo>
                  <a:pt x="9729" y="14514"/>
                </a:lnTo>
                <a:lnTo>
                  <a:pt x="10015" y="14940"/>
                </a:lnTo>
                <a:lnTo>
                  <a:pt x="10296" y="15418"/>
                </a:lnTo>
                <a:lnTo>
                  <a:pt x="10576" y="15684"/>
                </a:lnTo>
                <a:lnTo>
                  <a:pt x="10856" y="16216"/>
                </a:lnTo>
                <a:lnTo>
                  <a:pt x="11143" y="16588"/>
                </a:lnTo>
                <a:lnTo>
                  <a:pt x="11423" y="16960"/>
                </a:lnTo>
                <a:lnTo>
                  <a:pt x="11703" y="17492"/>
                </a:lnTo>
                <a:lnTo>
                  <a:pt x="11989" y="17864"/>
                </a:lnTo>
                <a:lnTo>
                  <a:pt x="12270" y="18236"/>
                </a:lnTo>
                <a:lnTo>
                  <a:pt x="12550" y="18661"/>
                </a:lnTo>
                <a:lnTo>
                  <a:pt x="12830" y="19034"/>
                </a:lnTo>
                <a:lnTo>
                  <a:pt x="13257" y="19512"/>
                </a:lnTo>
                <a:lnTo>
                  <a:pt x="13537" y="19938"/>
                </a:lnTo>
                <a:lnTo>
                  <a:pt x="13677" y="20310"/>
                </a:lnTo>
                <a:lnTo>
                  <a:pt x="13963" y="20682"/>
                </a:lnTo>
                <a:lnTo>
                  <a:pt x="14244" y="21054"/>
                </a:lnTo>
                <a:lnTo>
                  <a:pt x="14524" y="21586"/>
                </a:lnTo>
                <a:lnTo>
                  <a:pt x="14810" y="21958"/>
                </a:lnTo>
                <a:lnTo>
                  <a:pt x="15231" y="22383"/>
                </a:lnTo>
                <a:lnTo>
                  <a:pt x="15511" y="22755"/>
                </a:lnTo>
                <a:lnTo>
                  <a:pt x="15797" y="23128"/>
                </a:lnTo>
                <a:lnTo>
                  <a:pt x="16077" y="23500"/>
                </a:lnTo>
                <a:lnTo>
                  <a:pt x="16218" y="24031"/>
                </a:lnTo>
                <a:lnTo>
                  <a:pt x="16498" y="24404"/>
                </a:lnTo>
                <a:lnTo>
                  <a:pt x="16784" y="24935"/>
                </a:lnTo>
                <a:lnTo>
                  <a:pt x="17064" y="25201"/>
                </a:lnTo>
                <a:lnTo>
                  <a:pt x="17485" y="25573"/>
                </a:lnTo>
                <a:lnTo>
                  <a:pt x="17771" y="26105"/>
                </a:lnTo>
                <a:lnTo>
                  <a:pt x="18051" y="26477"/>
                </a:lnTo>
                <a:lnTo>
                  <a:pt x="18332" y="26849"/>
                </a:lnTo>
                <a:lnTo>
                  <a:pt x="18612" y="27381"/>
                </a:lnTo>
                <a:lnTo>
                  <a:pt x="18758" y="27647"/>
                </a:lnTo>
                <a:lnTo>
                  <a:pt x="19038" y="28019"/>
                </a:lnTo>
                <a:lnTo>
                  <a:pt x="19459" y="28391"/>
                </a:lnTo>
                <a:lnTo>
                  <a:pt x="19745" y="28923"/>
                </a:lnTo>
                <a:lnTo>
                  <a:pt x="20025" y="29295"/>
                </a:lnTo>
                <a:lnTo>
                  <a:pt x="20306" y="29667"/>
                </a:lnTo>
                <a:lnTo>
                  <a:pt x="20592" y="30093"/>
                </a:lnTo>
                <a:lnTo>
                  <a:pt x="20872" y="30465"/>
                </a:lnTo>
                <a:lnTo>
                  <a:pt x="21153" y="30837"/>
                </a:lnTo>
                <a:lnTo>
                  <a:pt x="21433" y="31369"/>
                </a:lnTo>
                <a:lnTo>
                  <a:pt x="21719" y="31741"/>
                </a:lnTo>
                <a:lnTo>
                  <a:pt x="21999" y="32007"/>
                </a:lnTo>
                <a:lnTo>
                  <a:pt x="22280" y="32379"/>
                </a:lnTo>
                <a:lnTo>
                  <a:pt x="22566" y="32911"/>
                </a:lnTo>
                <a:lnTo>
                  <a:pt x="22846" y="33283"/>
                </a:lnTo>
                <a:lnTo>
                  <a:pt x="23127" y="33655"/>
                </a:lnTo>
                <a:lnTo>
                  <a:pt x="23407" y="34027"/>
                </a:lnTo>
                <a:lnTo>
                  <a:pt x="23693" y="34452"/>
                </a:lnTo>
                <a:lnTo>
                  <a:pt x="23973" y="34825"/>
                </a:lnTo>
                <a:lnTo>
                  <a:pt x="24254" y="35197"/>
                </a:lnTo>
                <a:lnTo>
                  <a:pt x="24540" y="35569"/>
                </a:lnTo>
                <a:lnTo>
                  <a:pt x="24820" y="36101"/>
                </a:lnTo>
                <a:lnTo>
                  <a:pt x="25101" y="36473"/>
                </a:lnTo>
                <a:lnTo>
                  <a:pt x="25387" y="36739"/>
                </a:lnTo>
                <a:lnTo>
                  <a:pt x="25807" y="37111"/>
                </a:lnTo>
                <a:lnTo>
                  <a:pt x="26088" y="37642"/>
                </a:lnTo>
                <a:lnTo>
                  <a:pt x="26228" y="38015"/>
                </a:lnTo>
                <a:lnTo>
                  <a:pt x="26514" y="38440"/>
                </a:lnTo>
                <a:lnTo>
                  <a:pt x="26794" y="38812"/>
                </a:lnTo>
                <a:lnTo>
                  <a:pt x="27075" y="39184"/>
                </a:lnTo>
                <a:lnTo>
                  <a:pt x="27361" y="39557"/>
                </a:lnTo>
                <a:lnTo>
                  <a:pt x="27781" y="39982"/>
                </a:lnTo>
                <a:lnTo>
                  <a:pt x="28062" y="40354"/>
                </a:lnTo>
                <a:lnTo>
                  <a:pt x="28348" y="40726"/>
                </a:lnTo>
                <a:lnTo>
                  <a:pt x="28628" y="41258"/>
                </a:lnTo>
                <a:lnTo>
                  <a:pt x="28768" y="41524"/>
                </a:lnTo>
                <a:lnTo>
                  <a:pt x="29049" y="41896"/>
                </a:lnTo>
                <a:lnTo>
                  <a:pt x="29335" y="42268"/>
                </a:lnTo>
                <a:lnTo>
                  <a:pt x="29615" y="42640"/>
                </a:lnTo>
                <a:lnTo>
                  <a:pt x="30036" y="43066"/>
                </a:lnTo>
                <a:lnTo>
                  <a:pt x="30322" y="43544"/>
                </a:lnTo>
                <a:lnTo>
                  <a:pt x="30602" y="43810"/>
                </a:lnTo>
                <a:lnTo>
                  <a:pt x="30882" y="44182"/>
                </a:lnTo>
                <a:lnTo>
                  <a:pt x="31169" y="44607"/>
                </a:lnTo>
                <a:lnTo>
                  <a:pt x="31309" y="44980"/>
                </a:lnTo>
                <a:lnTo>
                  <a:pt x="31589" y="45352"/>
                </a:lnTo>
                <a:lnTo>
                  <a:pt x="32009" y="45884"/>
                </a:lnTo>
                <a:lnTo>
                  <a:pt x="32296" y="46149"/>
                </a:lnTo>
                <a:lnTo>
                  <a:pt x="32576" y="46522"/>
                </a:lnTo>
                <a:lnTo>
                  <a:pt x="32856" y="46894"/>
                </a:lnTo>
                <a:lnTo>
                  <a:pt x="33142" y="47266"/>
                </a:lnTo>
                <a:lnTo>
                  <a:pt x="33423" y="47691"/>
                </a:lnTo>
                <a:lnTo>
                  <a:pt x="33703" y="48063"/>
                </a:lnTo>
                <a:lnTo>
                  <a:pt x="33843" y="48436"/>
                </a:lnTo>
                <a:lnTo>
                  <a:pt x="34270" y="48808"/>
                </a:lnTo>
                <a:lnTo>
                  <a:pt x="34550" y="49233"/>
                </a:lnTo>
                <a:lnTo>
                  <a:pt x="34830" y="49605"/>
                </a:lnTo>
                <a:lnTo>
                  <a:pt x="35116" y="49977"/>
                </a:lnTo>
                <a:lnTo>
                  <a:pt x="35397" y="50350"/>
                </a:lnTo>
                <a:lnTo>
                  <a:pt x="35677" y="50615"/>
                </a:lnTo>
                <a:lnTo>
                  <a:pt x="35963" y="50988"/>
                </a:lnTo>
                <a:lnTo>
                  <a:pt x="36244" y="51413"/>
                </a:lnTo>
                <a:lnTo>
                  <a:pt x="36524" y="51892"/>
                </a:lnTo>
                <a:lnTo>
                  <a:pt x="36804" y="52317"/>
                </a:lnTo>
                <a:lnTo>
                  <a:pt x="37090" y="52689"/>
                </a:lnTo>
                <a:lnTo>
                  <a:pt x="37371" y="52955"/>
                </a:lnTo>
                <a:lnTo>
                  <a:pt x="37651" y="53327"/>
                </a:lnTo>
                <a:lnTo>
                  <a:pt x="37937" y="53699"/>
                </a:lnTo>
                <a:lnTo>
                  <a:pt x="38358" y="54071"/>
                </a:lnTo>
                <a:lnTo>
                  <a:pt x="38638" y="54497"/>
                </a:lnTo>
                <a:lnTo>
                  <a:pt x="38784" y="54869"/>
                </a:lnTo>
                <a:lnTo>
                  <a:pt x="39064" y="55241"/>
                </a:lnTo>
                <a:lnTo>
                  <a:pt x="39345" y="55507"/>
                </a:lnTo>
                <a:lnTo>
                  <a:pt x="39625" y="55879"/>
                </a:lnTo>
                <a:lnTo>
                  <a:pt x="39911" y="56251"/>
                </a:lnTo>
                <a:lnTo>
                  <a:pt x="40192" y="56677"/>
                </a:lnTo>
                <a:lnTo>
                  <a:pt x="40612" y="57049"/>
                </a:lnTo>
                <a:lnTo>
                  <a:pt x="40898" y="57421"/>
                </a:lnTo>
                <a:lnTo>
                  <a:pt x="41179" y="57793"/>
                </a:lnTo>
                <a:lnTo>
                  <a:pt x="41319" y="58219"/>
                </a:lnTo>
                <a:lnTo>
                  <a:pt x="41599" y="58591"/>
                </a:lnTo>
                <a:lnTo>
                  <a:pt x="41885" y="58963"/>
                </a:lnTo>
                <a:lnTo>
                  <a:pt x="42166" y="59335"/>
                </a:lnTo>
                <a:lnTo>
                  <a:pt x="42586" y="59760"/>
                </a:lnTo>
                <a:lnTo>
                  <a:pt x="42872" y="59973"/>
                </a:lnTo>
                <a:lnTo>
                  <a:pt x="43153" y="60398"/>
                </a:lnTo>
                <a:lnTo>
                  <a:pt x="43433" y="60771"/>
                </a:lnTo>
                <a:lnTo>
                  <a:pt x="43719" y="61143"/>
                </a:lnTo>
                <a:lnTo>
                  <a:pt x="43859" y="61515"/>
                </a:lnTo>
                <a:lnTo>
                  <a:pt x="44140" y="61940"/>
                </a:lnTo>
                <a:lnTo>
                  <a:pt x="44566" y="62206"/>
                </a:lnTo>
                <a:lnTo>
                  <a:pt x="44846" y="62578"/>
                </a:lnTo>
                <a:lnTo>
                  <a:pt x="45127" y="62950"/>
                </a:lnTo>
                <a:lnTo>
                  <a:pt x="45407" y="63323"/>
                </a:lnTo>
                <a:lnTo>
                  <a:pt x="45693" y="63748"/>
                </a:lnTo>
                <a:lnTo>
                  <a:pt x="45973" y="63961"/>
                </a:lnTo>
                <a:lnTo>
                  <a:pt x="46254" y="64386"/>
                </a:lnTo>
                <a:lnTo>
                  <a:pt x="46394" y="64599"/>
                </a:lnTo>
                <a:lnTo>
                  <a:pt x="46820" y="65024"/>
                </a:lnTo>
                <a:lnTo>
                  <a:pt x="47100" y="65396"/>
                </a:lnTo>
                <a:lnTo>
                  <a:pt x="47381" y="65768"/>
                </a:lnTo>
                <a:lnTo>
                  <a:pt x="47667" y="66141"/>
                </a:lnTo>
                <a:lnTo>
                  <a:pt x="47947" y="66566"/>
                </a:lnTo>
                <a:lnTo>
                  <a:pt x="48228" y="66938"/>
                </a:lnTo>
                <a:lnTo>
                  <a:pt x="48514" y="67204"/>
                </a:lnTo>
                <a:lnTo>
                  <a:pt x="48934" y="67576"/>
                </a:lnTo>
                <a:lnTo>
                  <a:pt x="49074" y="67948"/>
                </a:lnTo>
                <a:lnTo>
                  <a:pt x="49361" y="68374"/>
                </a:lnTo>
                <a:lnTo>
                  <a:pt x="49641" y="68746"/>
                </a:lnTo>
                <a:lnTo>
                  <a:pt x="49921" y="69118"/>
                </a:lnTo>
                <a:lnTo>
                  <a:pt x="50202" y="69384"/>
                </a:lnTo>
                <a:lnTo>
                  <a:pt x="50488" y="69650"/>
                </a:lnTo>
                <a:lnTo>
                  <a:pt x="50908" y="70022"/>
                </a:lnTo>
                <a:lnTo>
                  <a:pt x="51189" y="70394"/>
                </a:lnTo>
                <a:lnTo>
                  <a:pt x="51475" y="70766"/>
                </a:lnTo>
                <a:lnTo>
                  <a:pt x="51615" y="71192"/>
                </a:lnTo>
                <a:lnTo>
                  <a:pt x="51895" y="71564"/>
                </a:lnTo>
                <a:lnTo>
                  <a:pt x="52176" y="71830"/>
                </a:lnTo>
                <a:lnTo>
                  <a:pt x="52462" y="72202"/>
                </a:lnTo>
                <a:lnTo>
                  <a:pt x="52742" y="72574"/>
                </a:lnTo>
                <a:lnTo>
                  <a:pt x="53168" y="72840"/>
                </a:lnTo>
                <a:lnTo>
                  <a:pt x="53449" y="73212"/>
                </a:lnTo>
                <a:lnTo>
                  <a:pt x="53729" y="73637"/>
                </a:lnTo>
                <a:lnTo>
                  <a:pt x="53869" y="73850"/>
                </a:lnTo>
                <a:lnTo>
                  <a:pt x="54155" y="74275"/>
                </a:lnTo>
                <a:lnTo>
                  <a:pt x="54436" y="74647"/>
                </a:lnTo>
                <a:lnTo>
                  <a:pt x="54716" y="75020"/>
                </a:lnTo>
                <a:lnTo>
                  <a:pt x="55142" y="75285"/>
                </a:lnTo>
                <a:lnTo>
                  <a:pt x="55423" y="75658"/>
                </a:lnTo>
                <a:lnTo>
                  <a:pt x="55703" y="76030"/>
                </a:lnTo>
                <a:lnTo>
                  <a:pt x="55983" y="76296"/>
                </a:lnTo>
                <a:lnTo>
                  <a:pt x="56270" y="76721"/>
                </a:lnTo>
                <a:lnTo>
                  <a:pt x="56410" y="77093"/>
                </a:lnTo>
                <a:lnTo>
                  <a:pt x="56690" y="77359"/>
                </a:lnTo>
              </a:path>
            </a:pathLst>
          </a:custGeom>
          <a:ln w="819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566716" y="3429788"/>
            <a:ext cx="56976" cy="58697"/>
          </a:xfrm>
          <a:custGeom>
            <a:avLst/>
            <a:gdLst/>
            <a:ahLst/>
            <a:cxnLst/>
            <a:rect l="l" t="t" r="r" b="b"/>
            <a:pathLst>
              <a:path w="56976" h="58697">
                <a:moveTo>
                  <a:pt x="0" y="0"/>
                </a:moveTo>
                <a:lnTo>
                  <a:pt x="426" y="372"/>
                </a:lnTo>
                <a:lnTo>
                  <a:pt x="706" y="744"/>
                </a:lnTo>
                <a:lnTo>
                  <a:pt x="986" y="1116"/>
                </a:lnTo>
                <a:lnTo>
                  <a:pt x="1273" y="1382"/>
                </a:lnTo>
                <a:lnTo>
                  <a:pt x="1553" y="1648"/>
                </a:lnTo>
                <a:lnTo>
                  <a:pt x="1833" y="2020"/>
                </a:lnTo>
                <a:lnTo>
                  <a:pt x="2114" y="2445"/>
                </a:lnTo>
                <a:lnTo>
                  <a:pt x="2260" y="2817"/>
                </a:lnTo>
                <a:lnTo>
                  <a:pt x="2680" y="3190"/>
                </a:lnTo>
                <a:lnTo>
                  <a:pt x="2960" y="3455"/>
                </a:lnTo>
                <a:lnTo>
                  <a:pt x="3247" y="3721"/>
                </a:lnTo>
                <a:lnTo>
                  <a:pt x="3527" y="4093"/>
                </a:lnTo>
                <a:lnTo>
                  <a:pt x="3807" y="4466"/>
                </a:lnTo>
                <a:lnTo>
                  <a:pt x="4088" y="4838"/>
                </a:lnTo>
                <a:lnTo>
                  <a:pt x="4374" y="5104"/>
                </a:lnTo>
                <a:lnTo>
                  <a:pt x="4794" y="5529"/>
                </a:lnTo>
                <a:lnTo>
                  <a:pt x="4934" y="5901"/>
                </a:lnTo>
                <a:lnTo>
                  <a:pt x="5221" y="6167"/>
                </a:lnTo>
                <a:lnTo>
                  <a:pt x="5501" y="6380"/>
                </a:lnTo>
                <a:lnTo>
                  <a:pt x="5781" y="6805"/>
                </a:lnTo>
                <a:lnTo>
                  <a:pt x="6067" y="7177"/>
                </a:lnTo>
                <a:lnTo>
                  <a:pt x="6348" y="7443"/>
                </a:lnTo>
                <a:lnTo>
                  <a:pt x="6768" y="7815"/>
                </a:lnTo>
                <a:lnTo>
                  <a:pt x="7054" y="8187"/>
                </a:lnTo>
                <a:lnTo>
                  <a:pt x="7335" y="8453"/>
                </a:lnTo>
                <a:lnTo>
                  <a:pt x="7475" y="8719"/>
                </a:lnTo>
                <a:lnTo>
                  <a:pt x="7755" y="9091"/>
                </a:lnTo>
                <a:lnTo>
                  <a:pt x="8041" y="9463"/>
                </a:lnTo>
                <a:lnTo>
                  <a:pt x="8322" y="9889"/>
                </a:lnTo>
                <a:lnTo>
                  <a:pt x="8602" y="10101"/>
                </a:lnTo>
                <a:lnTo>
                  <a:pt x="9028" y="10527"/>
                </a:lnTo>
                <a:lnTo>
                  <a:pt x="9309" y="10793"/>
                </a:lnTo>
                <a:lnTo>
                  <a:pt x="9589" y="11005"/>
                </a:lnTo>
                <a:lnTo>
                  <a:pt x="9875" y="11431"/>
                </a:lnTo>
                <a:lnTo>
                  <a:pt x="10015" y="11803"/>
                </a:lnTo>
                <a:lnTo>
                  <a:pt x="10296" y="12069"/>
                </a:lnTo>
                <a:lnTo>
                  <a:pt x="10576" y="12441"/>
                </a:lnTo>
                <a:lnTo>
                  <a:pt x="11002" y="12813"/>
                </a:lnTo>
                <a:lnTo>
                  <a:pt x="11283" y="12973"/>
                </a:lnTo>
                <a:lnTo>
                  <a:pt x="11563" y="13345"/>
                </a:lnTo>
                <a:lnTo>
                  <a:pt x="11849" y="13717"/>
                </a:lnTo>
                <a:lnTo>
                  <a:pt x="12130" y="13983"/>
                </a:lnTo>
                <a:lnTo>
                  <a:pt x="12410" y="14355"/>
                </a:lnTo>
                <a:lnTo>
                  <a:pt x="12550" y="14727"/>
                </a:lnTo>
                <a:lnTo>
                  <a:pt x="12976" y="14993"/>
                </a:lnTo>
                <a:lnTo>
                  <a:pt x="13257" y="15259"/>
                </a:lnTo>
                <a:lnTo>
                  <a:pt x="13537" y="15631"/>
                </a:lnTo>
                <a:lnTo>
                  <a:pt x="13823" y="15897"/>
                </a:lnTo>
                <a:lnTo>
                  <a:pt x="14104" y="16269"/>
                </a:lnTo>
                <a:lnTo>
                  <a:pt x="14384" y="16535"/>
                </a:lnTo>
                <a:lnTo>
                  <a:pt x="14670" y="16960"/>
                </a:lnTo>
                <a:lnTo>
                  <a:pt x="14810" y="17332"/>
                </a:lnTo>
                <a:lnTo>
                  <a:pt x="15231" y="17439"/>
                </a:lnTo>
                <a:lnTo>
                  <a:pt x="15511" y="17811"/>
                </a:lnTo>
                <a:lnTo>
                  <a:pt x="15797" y="18236"/>
                </a:lnTo>
                <a:lnTo>
                  <a:pt x="16077" y="18502"/>
                </a:lnTo>
                <a:lnTo>
                  <a:pt x="16358" y="18874"/>
                </a:lnTo>
                <a:lnTo>
                  <a:pt x="16644" y="19140"/>
                </a:lnTo>
                <a:lnTo>
                  <a:pt x="16924" y="19512"/>
                </a:lnTo>
                <a:lnTo>
                  <a:pt x="17345" y="19778"/>
                </a:lnTo>
                <a:lnTo>
                  <a:pt x="17485" y="20044"/>
                </a:lnTo>
                <a:lnTo>
                  <a:pt x="17771" y="20416"/>
                </a:lnTo>
                <a:lnTo>
                  <a:pt x="18051" y="20682"/>
                </a:lnTo>
                <a:lnTo>
                  <a:pt x="18332" y="21054"/>
                </a:lnTo>
                <a:lnTo>
                  <a:pt x="18618" y="21320"/>
                </a:lnTo>
                <a:lnTo>
                  <a:pt x="18898" y="21692"/>
                </a:lnTo>
                <a:lnTo>
                  <a:pt x="19319" y="21958"/>
                </a:lnTo>
                <a:lnTo>
                  <a:pt x="19605" y="22224"/>
                </a:lnTo>
                <a:lnTo>
                  <a:pt x="19885" y="22596"/>
                </a:lnTo>
                <a:lnTo>
                  <a:pt x="20025" y="22862"/>
                </a:lnTo>
                <a:lnTo>
                  <a:pt x="20306" y="23234"/>
                </a:lnTo>
                <a:lnTo>
                  <a:pt x="20592" y="23500"/>
                </a:lnTo>
                <a:lnTo>
                  <a:pt x="20872" y="23872"/>
                </a:lnTo>
                <a:lnTo>
                  <a:pt x="21153" y="24138"/>
                </a:lnTo>
                <a:lnTo>
                  <a:pt x="21579" y="24510"/>
                </a:lnTo>
                <a:lnTo>
                  <a:pt x="21859" y="24616"/>
                </a:lnTo>
                <a:lnTo>
                  <a:pt x="22140" y="25042"/>
                </a:lnTo>
                <a:lnTo>
                  <a:pt x="22426" y="25307"/>
                </a:lnTo>
                <a:lnTo>
                  <a:pt x="22566" y="25680"/>
                </a:lnTo>
                <a:lnTo>
                  <a:pt x="22846" y="25946"/>
                </a:lnTo>
                <a:lnTo>
                  <a:pt x="23127" y="26318"/>
                </a:lnTo>
                <a:lnTo>
                  <a:pt x="23553" y="26584"/>
                </a:lnTo>
                <a:lnTo>
                  <a:pt x="23833" y="26849"/>
                </a:lnTo>
                <a:lnTo>
                  <a:pt x="24114" y="27062"/>
                </a:lnTo>
                <a:lnTo>
                  <a:pt x="24400" y="27487"/>
                </a:lnTo>
                <a:lnTo>
                  <a:pt x="24680" y="27700"/>
                </a:lnTo>
                <a:lnTo>
                  <a:pt x="24960" y="28125"/>
                </a:lnTo>
                <a:lnTo>
                  <a:pt x="25101" y="28391"/>
                </a:lnTo>
                <a:lnTo>
                  <a:pt x="25527" y="28763"/>
                </a:lnTo>
                <a:lnTo>
                  <a:pt x="25807" y="29029"/>
                </a:lnTo>
                <a:lnTo>
                  <a:pt x="26088" y="29242"/>
                </a:lnTo>
                <a:lnTo>
                  <a:pt x="26374" y="29508"/>
                </a:lnTo>
                <a:lnTo>
                  <a:pt x="26654" y="29774"/>
                </a:lnTo>
                <a:lnTo>
                  <a:pt x="26934" y="30146"/>
                </a:lnTo>
                <a:lnTo>
                  <a:pt x="27221" y="30412"/>
                </a:lnTo>
                <a:lnTo>
                  <a:pt x="27501" y="30784"/>
                </a:lnTo>
                <a:lnTo>
                  <a:pt x="27781" y="31050"/>
                </a:lnTo>
                <a:lnTo>
                  <a:pt x="28062" y="31475"/>
                </a:lnTo>
                <a:lnTo>
                  <a:pt x="28348" y="31581"/>
                </a:lnTo>
                <a:lnTo>
                  <a:pt x="28628" y="31953"/>
                </a:lnTo>
                <a:lnTo>
                  <a:pt x="28908" y="32219"/>
                </a:lnTo>
                <a:lnTo>
                  <a:pt x="29195" y="32485"/>
                </a:lnTo>
                <a:lnTo>
                  <a:pt x="29475" y="32857"/>
                </a:lnTo>
                <a:lnTo>
                  <a:pt x="29895" y="33123"/>
                </a:lnTo>
                <a:lnTo>
                  <a:pt x="30041" y="33495"/>
                </a:lnTo>
                <a:lnTo>
                  <a:pt x="30322" y="33761"/>
                </a:lnTo>
                <a:lnTo>
                  <a:pt x="30602" y="33868"/>
                </a:lnTo>
                <a:lnTo>
                  <a:pt x="30882" y="34293"/>
                </a:lnTo>
                <a:lnTo>
                  <a:pt x="31168" y="34559"/>
                </a:lnTo>
                <a:lnTo>
                  <a:pt x="31449" y="34931"/>
                </a:lnTo>
                <a:lnTo>
                  <a:pt x="31869" y="35197"/>
                </a:lnTo>
                <a:lnTo>
                  <a:pt x="32155" y="35409"/>
                </a:lnTo>
                <a:lnTo>
                  <a:pt x="32436" y="35835"/>
                </a:lnTo>
                <a:lnTo>
                  <a:pt x="32576" y="36101"/>
                </a:lnTo>
                <a:lnTo>
                  <a:pt x="32856" y="36207"/>
                </a:lnTo>
                <a:lnTo>
                  <a:pt x="33142" y="36579"/>
                </a:lnTo>
                <a:lnTo>
                  <a:pt x="33423" y="36845"/>
                </a:lnTo>
                <a:lnTo>
                  <a:pt x="33703" y="37111"/>
                </a:lnTo>
                <a:lnTo>
                  <a:pt x="34129" y="37483"/>
                </a:lnTo>
                <a:lnTo>
                  <a:pt x="34410" y="37749"/>
                </a:lnTo>
                <a:lnTo>
                  <a:pt x="34690" y="38015"/>
                </a:lnTo>
                <a:lnTo>
                  <a:pt x="34976" y="38387"/>
                </a:lnTo>
                <a:lnTo>
                  <a:pt x="35116" y="38493"/>
                </a:lnTo>
                <a:lnTo>
                  <a:pt x="35397" y="38759"/>
                </a:lnTo>
                <a:lnTo>
                  <a:pt x="35677" y="39131"/>
                </a:lnTo>
                <a:lnTo>
                  <a:pt x="36103" y="39397"/>
                </a:lnTo>
                <a:lnTo>
                  <a:pt x="36384" y="39663"/>
                </a:lnTo>
                <a:lnTo>
                  <a:pt x="36664" y="40035"/>
                </a:lnTo>
                <a:lnTo>
                  <a:pt x="36950" y="40301"/>
                </a:lnTo>
                <a:lnTo>
                  <a:pt x="37231" y="40567"/>
                </a:lnTo>
                <a:lnTo>
                  <a:pt x="37511" y="40833"/>
                </a:lnTo>
                <a:lnTo>
                  <a:pt x="37651" y="41098"/>
                </a:lnTo>
                <a:lnTo>
                  <a:pt x="38077" y="41364"/>
                </a:lnTo>
                <a:lnTo>
                  <a:pt x="38358" y="41577"/>
                </a:lnTo>
                <a:lnTo>
                  <a:pt x="38644" y="42002"/>
                </a:lnTo>
                <a:lnTo>
                  <a:pt x="38924" y="42215"/>
                </a:lnTo>
                <a:lnTo>
                  <a:pt x="39205" y="42481"/>
                </a:lnTo>
                <a:lnTo>
                  <a:pt x="39485" y="42906"/>
                </a:lnTo>
                <a:lnTo>
                  <a:pt x="39771" y="43119"/>
                </a:lnTo>
                <a:lnTo>
                  <a:pt x="40051" y="43278"/>
                </a:lnTo>
                <a:lnTo>
                  <a:pt x="40332" y="43544"/>
                </a:lnTo>
                <a:lnTo>
                  <a:pt x="40618" y="43916"/>
                </a:lnTo>
                <a:lnTo>
                  <a:pt x="40898" y="44182"/>
                </a:lnTo>
                <a:lnTo>
                  <a:pt x="41179" y="44448"/>
                </a:lnTo>
                <a:lnTo>
                  <a:pt x="41459" y="44661"/>
                </a:lnTo>
                <a:lnTo>
                  <a:pt x="41745" y="44926"/>
                </a:lnTo>
                <a:lnTo>
                  <a:pt x="42025" y="45299"/>
                </a:lnTo>
                <a:lnTo>
                  <a:pt x="42446" y="45458"/>
                </a:lnTo>
                <a:lnTo>
                  <a:pt x="42592" y="45724"/>
                </a:lnTo>
                <a:lnTo>
                  <a:pt x="42872" y="45990"/>
                </a:lnTo>
                <a:lnTo>
                  <a:pt x="43153" y="46362"/>
                </a:lnTo>
                <a:lnTo>
                  <a:pt x="43439" y="46628"/>
                </a:lnTo>
                <a:lnTo>
                  <a:pt x="43719" y="46841"/>
                </a:lnTo>
                <a:lnTo>
                  <a:pt x="43999" y="47106"/>
                </a:lnTo>
                <a:lnTo>
                  <a:pt x="44426" y="47372"/>
                </a:lnTo>
                <a:lnTo>
                  <a:pt x="44706" y="47744"/>
                </a:lnTo>
                <a:lnTo>
                  <a:pt x="44986" y="47904"/>
                </a:lnTo>
                <a:lnTo>
                  <a:pt x="45127" y="48170"/>
                </a:lnTo>
                <a:lnTo>
                  <a:pt x="45413" y="48382"/>
                </a:lnTo>
                <a:lnTo>
                  <a:pt x="45693" y="48648"/>
                </a:lnTo>
                <a:lnTo>
                  <a:pt x="45973" y="48914"/>
                </a:lnTo>
                <a:lnTo>
                  <a:pt x="46254" y="49286"/>
                </a:lnTo>
                <a:lnTo>
                  <a:pt x="46680" y="49552"/>
                </a:lnTo>
                <a:lnTo>
                  <a:pt x="46960" y="49818"/>
                </a:lnTo>
                <a:lnTo>
                  <a:pt x="47241" y="50084"/>
                </a:lnTo>
                <a:lnTo>
                  <a:pt x="47527" y="50190"/>
                </a:lnTo>
                <a:lnTo>
                  <a:pt x="47667" y="50456"/>
                </a:lnTo>
                <a:lnTo>
                  <a:pt x="47947" y="50828"/>
                </a:lnTo>
                <a:lnTo>
                  <a:pt x="48233" y="51094"/>
                </a:lnTo>
                <a:lnTo>
                  <a:pt x="48654" y="51360"/>
                </a:lnTo>
                <a:lnTo>
                  <a:pt x="48934" y="51626"/>
                </a:lnTo>
                <a:lnTo>
                  <a:pt x="49220" y="51892"/>
                </a:lnTo>
                <a:lnTo>
                  <a:pt x="49501" y="52104"/>
                </a:lnTo>
                <a:lnTo>
                  <a:pt x="49781" y="52370"/>
                </a:lnTo>
                <a:lnTo>
                  <a:pt x="50061" y="52530"/>
                </a:lnTo>
                <a:lnTo>
                  <a:pt x="50207" y="52902"/>
                </a:lnTo>
                <a:lnTo>
                  <a:pt x="50628" y="53168"/>
                </a:lnTo>
                <a:lnTo>
                  <a:pt x="50908" y="53433"/>
                </a:lnTo>
                <a:lnTo>
                  <a:pt x="51194" y="53646"/>
                </a:lnTo>
                <a:lnTo>
                  <a:pt x="51475" y="53912"/>
                </a:lnTo>
                <a:lnTo>
                  <a:pt x="51755" y="54178"/>
                </a:lnTo>
                <a:lnTo>
                  <a:pt x="52035" y="54444"/>
                </a:lnTo>
                <a:lnTo>
                  <a:pt x="52322" y="54709"/>
                </a:lnTo>
                <a:lnTo>
                  <a:pt x="52602" y="54816"/>
                </a:lnTo>
                <a:lnTo>
                  <a:pt x="52882" y="55082"/>
                </a:lnTo>
                <a:lnTo>
                  <a:pt x="53168" y="55347"/>
                </a:lnTo>
                <a:lnTo>
                  <a:pt x="53449" y="55613"/>
                </a:lnTo>
                <a:lnTo>
                  <a:pt x="53729" y="55879"/>
                </a:lnTo>
                <a:lnTo>
                  <a:pt x="54015" y="56251"/>
                </a:lnTo>
                <a:lnTo>
                  <a:pt x="54296" y="56517"/>
                </a:lnTo>
                <a:lnTo>
                  <a:pt x="54576" y="56730"/>
                </a:lnTo>
                <a:lnTo>
                  <a:pt x="55002" y="56996"/>
                </a:lnTo>
                <a:lnTo>
                  <a:pt x="55142" y="57155"/>
                </a:lnTo>
                <a:lnTo>
                  <a:pt x="55423" y="57421"/>
                </a:lnTo>
                <a:lnTo>
                  <a:pt x="55703" y="57634"/>
                </a:lnTo>
                <a:lnTo>
                  <a:pt x="55989" y="57900"/>
                </a:lnTo>
                <a:lnTo>
                  <a:pt x="56270" y="58165"/>
                </a:lnTo>
                <a:lnTo>
                  <a:pt x="56550" y="58431"/>
                </a:lnTo>
                <a:lnTo>
                  <a:pt x="56976" y="58697"/>
                </a:lnTo>
              </a:path>
            </a:pathLst>
          </a:custGeom>
          <a:ln w="809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623693" y="3488485"/>
            <a:ext cx="56696" cy="38280"/>
          </a:xfrm>
          <a:custGeom>
            <a:avLst/>
            <a:gdLst/>
            <a:ahLst/>
            <a:cxnLst/>
            <a:rect l="l" t="t" r="r" b="b"/>
            <a:pathLst>
              <a:path w="56696" h="38280">
                <a:moveTo>
                  <a:pt x="0" y="0"/>
                </a:moveTo>
                <a:lnTo>
                  <a:pt x="280" y="265"/>
                </a:lnTo>
                <a:lnTo>
                  <a:pt x="560" y="478"/>
                </a:lnTo>
                <a:lnTo>
                  <a:pt x="700" y="638"/>
                </a:lnTo>
                <a:lnTo>
                  <a:pt x="986" y="903"/>
                </a:lnTo>
                <a:lnTo>
                  <a:pt x="1267" y="1116"/>
                </a:lnTo>
                <a:lnTo>
                  <a:pt x="1547" y="1382"/>
                </a:lnTo>
                <a:lnTo>
                  <a:pt x="1833" y="1648"/>
                </a:lnTo>
                <a:lnTo>
                  <a:pt x="2254" y="1914"/>
                </a:lnTo>
                <a:lnTo>
                  <a:pt x="2534" y="2179"/>
                </a:lnTo>
                <a:lnTo>
                  <a:pt x="2820" y="2445"/>
                </a:lnTo>
                <a:lnTo>
                  <a:pt x="3101" y="2658"/>
                </a:lnTo>
                <a:lnTo>
                  <a:pt x="3241" y="2924"/>
                </a:lnTo>
                <a:lnTo>
                  <a:pt x="3521" y="3083"/>
                </a:lnTo>
                <a:lnTo>
                  <a:pt x="3807" y="3349"/>
                </a:lnTo>
                <a:lnTo>
                  <a:pt x="4228" y="3562"/>
                </a:lnTo>
                <a:lnTo>
                  <a:pt x="4508" y="3721"/>
                </a:lnTo>
                <a:lnTo>
                  <a:pt x="4794" y="3987"/>
                </a:lnTo>
                <a:lnTo>
                  <a:pt x="5075" y="4200"/>
                </a:lnTo>
                <a:lnTo>
                  <a:pt x="5355" y="4466"/>
                </a:lnTo>
                <a:lnTo>
                  <a:pt x="5641" y="4731"/>
                </a:lnTo>
                <a:lnTo>
                  <a:pt x="5781" y="4997"/>
                </a:lnTo>
                <a:lnTo>
                  <a:pt x="6062" y="5263"/>
                </a:lnTo>
                <a:lnTo>
                  <a:pt x="6482" y="5369"/>
                </a:lnTo>
                <a:lnTo>
                  <a:pt x="6768" y="5635"/>
                </a:lnTo>
                <a:lnTo>
                  <a:pt x="7049" y="5901"/>
                </a:lnTo>
                <a:lnTo>
                  <a:pt x="7329" y="6167"/>
                </a:lnTo>
                <a:lnTo>
                  <a:pt x="7615" y="6380"/>
                </a:lnTo>
                <a:lnTo>
                  <a:pt x="7895" y="6539"/>
                </a:lnTo>
                <a:lnTo>
                  <a:pt x="8176" y="6805"/>
                </a:lnTo>
                <a:lnTo>
                  <a:pt x="8456" y="7071"/>
                </a:lnTo>
                <a:lnTo>
                  <a:pt x="8742" y="7284"/>
                </a:lnTo>
                <a:lnTo>
                  <a:pt x="9023" y="7549"/>
                </a:lnTo>
                <a:lnTo>
                  <a:pt x="9303" y="7709"/>
                </a:lnTo>
                <a:lnTo>
                  <a:pt x="9589" y="7922"/>
                </a:lnTo>
                <a:lnTo>
                  <a:pt x="9869" y="8187"/>
                </a:lnTo>
                <a:lnTo>
                  <a:pt x="10150" y="8347"/>
                </a:lnTo>
                <a:lnTo>
                  <a:pt x="10576" y="8613"/>
                </a:lnTo>
                <a:lnTo>
                  <a:pt x="10716" y="8825"/>
                </a:lnTo>
                <a:lnTo>
                  <a:pt x="10997" y="9091"/>
                </a:lnTo>
                <a:lnTo>
                  <a:pt x="11277" y="9357"/>
                </a:lnTo>
                <a:lnTo>
                  <a:pt x="11563" y="9623"/>
                </a:lnTo>
                <a:lnTo>
                  <a:pt x="11843" y="9889"/>
                </a:lnTo>
                <a:lnTo>
                  <a:pt x="12124" y="9995"/>
                </a:lnTo>
                <a:lnTo>
                  <a:pt x="12410" y="10155"/>
                </a:lnTo>
                <a:lnTo>
                  <a:pt x="12830" y="10367"/>
                </a:lnTo>
                <a:lnTo>
                  <a:pt x="13111" y="10633"/>
                </a:lnTo>
                <a:lnTo>
                  <a:pt x="13251" y="10899"/>
                </a:lnTo>
                <a:lnTo>
                  <a:pt x="13537" y="11005"/>
                </a:lnTo>
                <a:lnTo>
                  <a:pt x="13817" y="11271"/>
                </a:lnTo>
                <a:lnTo>
                  <a:pt x="14098" y="11537"/>
                </a:lnTo>
                <a:lnTo>
                  <a:pt x="14384" y="11803"/>
                </a:lnTo>
                <a:lnTo>
                  <a:pt x="14804" y="12069"/>
                </a:lnTo>
                <a:lnTo>
                  <a:pt x="15085" y="12175"/>
                </a:lnTo>
                <a:lnTo>
                  <a:pt x="15371" y="12334"/>
                </a:lnTo>
                <a:lnTo>
                  <a:pt x="15651" y="12547"/>
                </a:lnTo>
                <a:lnTo>
                  <a:pt x="15791" y="12813"/>
                </a:lnTo>
                <a:lnTo>
                  <a:pt x="16072" y="13079"/>
                </a:lnTo>
                <a:lnTo>
                  <a:pt x="16358" y="13238"/>
                </a:lnTo>
                <a:lnTo>
                  <a:pt x="16778" y="13451"/>
                </a:lnTo>
                <a:lnTo>
                  <a:pt x="17059" y="13717"/>
                </a:lnTo>
                <a:lnTo>
                  <a:pt x="17345" y="13983"/>
                </a:lnTo>
                <a:lnTo>
                  <a:pt x="17625" y="14089"/>
                </a:lnTo>
                <a:lnTo>
                  <a:pt x="17905" y="14355"/>
                </a:lnTo>
                <a:lnTo>
                  <a:pt x="18192" y="14621"/>
                </a:lnTo>
                <a:lnTo>
                  <a:pt x="18332" y="14780"/>
                </a:lnTo>
                <a:lnTo>
                  <a:pt x="18612" y="14887"/>
                </a:lnTo>
                <a:lnTo>
                  <a:pt x="19038" y="15152"/>
                </a:lnTo>
                <a:lnTo>
                  <a:pt x="19319" y="15418"/>
                </a:lnTo>
                <a:lnTo>
                  <a:pt x="19599" y="15525"/>
                </a:lnTo>
                <a:lnTo>
                  <a:pt x="19879" y="15790"/>
                </a:lnTo>
                <a:lnTo>
                  <a:pt x="20166" y="16056"/>
                </a:lnTo>
                <a:lnTo>
                  <a:pt x="20446" y="16322"/>
                </a:lnTo>
                <a:lnTo>
                  <a:pt x="20726" y="16428"/>
                </a:lnTo>
                <a:lnTo>
                  <a:pt x="21012" y="16694"/>
                </a:lnTo>
                <a:lnTo>
                  <a:pt x="21293" y="16960"/>
                </a:lnTo>
                <a:lnTo>
                  <a:pt x="21573" y="16960"/>
                </a:lnTo>
                <a:lnTo>
                  <a:pt x="21853" y="17173"/>
                </a:lnTo>
                <a:lnTo>
                  <a:pt x="22140" y="17439"/>
                </a:lnTo>
                <a:lnTo>
                  <a:pt x="22420" y="17598"/>
                </a:lnTo>
                <a:lnTo>
                  <a:pt x="22700" y="17864"/>
                </a:lnTo>
                <a:lnTo>
                  <a:pt x="23127" y="18077"/>
                </a:lnTo>
                <a:lnTo>
                  <a:pt x="23267" y="18236"/>
                </a:lnTo>
                <a:lnTo>
                  <a:pt x="23547" y="18502"/>
                </a:lnTo>
                <a:lnTo>
                  <a:pt x="23833" y="18715"/>
                </a:lnTo>
                <a:lnTo>
                  <a:pt x="24114" y="18874"/>
                </a:lnTo>
                <a:lnTo>
                  <a:pt x="24394" y="19140"/>
                </a:lnTo>
                <a:lnTo>
                  <a:pt x="24692" y="19246"/>
                </a:lnTo>
                <a:lnTo>
                  <a:pt x="24984" y="19406"/>
                </a:lnTo>
                <a:lnTo>
                  <a:pt x="25393" y="19619"/>
                </a:lnTo>
                <a:lnTo>
                  <a:pt x="25685" y="19884"/>
                </a:lnTo>
                <a:lnTo>
                  <a:pt x="25801" y="20044"/>
                </a:lnTo>
                <a:lnTo>
                  <a:pt x="26093" y="20257"/>
                </a:lnTo>
                <a:lnTo>
                  <a:pt x="26385" y="20416"/>
                </a:lnTo>
                <a:lnTo>
                  <a:pt x="26677" y="20682"/>
                </a:lnTo>
                <a:lnTo>
                  <a:pt x="26911" y="20895"/>
                </a:lnTo>
                <a:lnTo>
                  <a:pt x="27378" y="21054"/>
                </a:lnTo>
                <a:lnTo>
                  <a:pt x="27612" y="21320"/>
                </a:lnTo>
                <a:lnTo>
                  <a:pt x="27904" y="21426"/>
                </a:lnTo>
                <a:lnTo>
                  <a:pt x="28196" y="21692"/>
                </a:lnTo>
                <a:lnTo>
                  <a:pt x="28371" y="21798"/>
                </a:lnTo>
                <a:lnTo>
                  <a:pt x="28605" y="21958"/>
                </a:lnTo>
                <a:lnTo>
                  <a:pt x="28897" y="22224"/>
                </a:lnTo>
                <a:lnTo>
                  <a:pt x="29305" y="22330"/>
                </a:lnTo>
                <a:lnTo>
                  <a:pt x="29597" y="22596"/>
                </a:lnTo>
                <a:lnTo>
                  <a:pt x="29889" y="22702"/>
                </a:lnTo>
                <a:lnTo>
                  <a:pt x="30182" y="22968"/>
                </a:lnTo>
                <a:lnTo>
                  <a:pt x="30474" y="23234"/>
                </a:lnTo>
                <a:lnTo>
                  <a:pt x="30766" y="23340"/>
                </a:lnTo>
                <a:lnTo>
                  <a:pt x="30882" y="23606"/>
                </a:lnTo>
                <a:lnTo>
                  <a:pt x="31174" y="23766"/>
                </a:lnTo>
                <a:lnTo>
                  <a:pt x="31583" y="23978"/>
                </a:lnTo>
                <a:lnTo>
                  <a:pt x="31875" y="23978"/>
                </a:lnTo>
                <a:lnTo>
                  <a:pt x="32167" y="24244"/>
                </a:lnTo>
                <a:lnTo>
                  <a:pt x="32459" y="24404"/>
                </a:lnTo>
                <a:lnTo>
                  <a:pt x="32693" y="24669"/>
                </a:lnTo>
                <a:lnTo>
                  <a:pt x="32985" y="24776"/>
                </a:lnTo>
                <a:lnTo>
                  <a:pt x="33277" y="25042"/>
                </a:lnTo>
                <a:lnTo>
                  <a:pt x="33569" y="25148"/>
                </a:lnTo>
                <a:lnTo>
                  <a:pt x="33861" y="25414"/>
                </a:lnTo>
                <a:lnTo>
                  <a:pt x="34153" y="25520"/>
                </a:lnTo>
                <a:lnTo>
                  <a:pt x="34386" y="25786"/>
                </a:lnTo>
                <a:lnTo>
                  <a:pt x="34678" y="25946"/>
                </a:lnTo>
                <a:lnTo>
                  <a:pt x="34970" y="26211"/>
                </a:lnTo>
                <a:lnTo>
                  <a:pt x="35262" y="26318"/>
                </a:lnTo>
                <a:lnTo>
                  <a:pt x="35671" y="26424"/>
                </a:lnTo>
                <a:lnTo>
                  <a:pt x="35963" y="26584"/>
                </a:lnTo>
                <a:lnTo>
                  <a:pt x="36080" y="26849"/>
                </a:lnTo>
                <a:lnTo>
                  <a:pt x="36372" y="26956"/>
                </a:lnTo>
                <a:lnTo>
                  <a:pt x="36664" y="27222"/>
                </a:lnTo>
                <a:lnTo>
                  <a:pt x="36956" y="27328"/>
                </a:lnTo>
                <a:lnTo>
                  <a:pt x="37248" y="27594"/>
                </a:lnTo>
                <a:lnTo>
                  <a:pt x="37482" y="27753"/>
                </a:lnTo>
                <a:lnTo>
                  <a:pt x="37949" y="27966"/>
                </a:lnTo>
                <a:lnTo>
                  <a:pt x="38241" y="28125"/>
                </a:lnTo>
                <a:lnTo>
                  <a:pt x="38650" y="28498"/>
                </a:lnTo>
                <a:lnTo>
                  <a:pt x="38942" y="28604"/>
                </a:lnTo>
                <a:lnTo>
                  <a:pt x="39175" y="28763"/>
                </a:lnTo>
                <a:lnTo>
                  <a:pt x="39467" y="28870"/>
                </a:lnTo>
                <a:lnTo>
                  <a:pt x="39935" y="29136"/>
                </a:lnTo>
                <a:lnTo>
                  <a:pt x="40168" y="29295"/>
                </a:lnTo>
                <a:lnTo>
                  <a:pt x="40460" y="29401"/>
                </a:lnTo>
                <a:lnTo>
                  <a:pt x="40752" y="29667"/>
                </a:lnTo>
                <a:lnTo>
                  <a:pt x="41161" y="30039"/>
                </a:lnTo>
                <a:lnTo>
                  <a:pt x="41453" y="30146"/>
                </a:lnTo>
                <a:lnTo>
                  <a:pt x="41862" y="30305"/>
                </a:lnTo>
                <a:lnTo>
                  <a:pt x="42154" y="30571"/>
                </a:lnTo>
                <a:lnTo>
                  <a:pt x="42446" y="30677"/>
                </a:lnTo>
                <a:lnTo>
                  <a:pt x="42738" y="30837"/>
                </a:lnTo>
                <a:lnTo>
                  <a:pt x="43030" y="30943"/>
                </a:lnTo>
                <a:lnTo>
                  <a:pt x="43263" y="31050"/>
                </a:lnTo>
                <a:lnTo>
                  <a:pt x="43439" y="31315"/>
                </a:lnTo>
                <a:lnTo>
                  <a:pt x="43731" y="31475"/>
                </a:lnTo>
                <a:lnTo>
                  <a:pt x="44140" y="31581"/>
                </a:lnTo>
                <a:lnTo>
                  <a:pt x="44432" y="31847"/>
                </a:lnTo>
                <a:lnTo>
                  <a:pt x="44724" y="31953"/>
                </a:lnTo>
                <a:lnTo>
                  <a:pt x="44957" y="32113"/>
                </a:lnTo>
                <a:lnTo>
                  <a:pt x="45249" y="32379"/>
                </a:lnTo>
                <a:lnTo>
                  <a:pt x="45541" y="32485"/>
                </a:lnTo>
                <a:lnTo>
                  <a:pt x="45833" y="32592"/>
                </a:lnTo>
                <a:lnTo>
                  <a:pt x="46125" y="32857"/>
                </a:lnTo>
                <a:lnTo>
                  <a:pt x="46417" y="33017"/>
                </a:lnTo>
                <a:lnTo>
                  <a:pt x="46651" y="33123"/>
                </a:lnTo>
                <a:lnTo>
                  <a:pt x="46943" y="33230"/>
                </a:lnTo>
                <a:lnTo>
                  <a:pt x="47235" y="33389"/>
                </a:lnTo>
                <a:lnTo>
                  <a:pt x="47527" y="33495"/>
                </a:lnTo>
                <a:lnTo>
                  <a:pt x="47819" y="33655"/>
                </a:lnTo>
                <a:lnTo>
                  <a:pt x="48228" y="33868"/>
                </a:lnTo>
                <a:lnTo>
                  <a:pt x="48520" y="34027"/>
                </a:lnTo>
                <a:lnTo>
                  <a:pt x="48928" y="34399"/>
                </a:lnTo>
                <a:lnTo>
                  <a:pt x="49220" y="34559"/>
                </a:lnTo>
                <a:lnTo>
                  <a:pt x="49512" y="34665"/>
                </a:lnTo>
                <a:lnTo>
                  <a:pt x="49804" y="34771"/>
                </a:lnTo>
                <a:lnTo>
                  <a:pt x="50038" y="35037"/>
                </a:lnTo>
                <a:lnTo>
                  <a:pt x="50505" y="35197"/>
                </a:lnTo>
                <a:lnTo>
                  <a:pt x="50739" y="35303"/>
                </a:lnTo>
                <a:lnTo>
                  <a:pt x="51031" y="35409"/>
                </a:lnTo>
                <a:lnTo>
                  <a:pt x="51206" y="35569"/>
                </a:lnTo>
                <a:lnTo>
                  <a:pt x="51498" y="35675"/>
                </a:lnTo>
                <a:lnTo>
                  <a:pt x="51732" y="35835"/>
                </a:lnTo>
                <a:lnTo>
                  <a:pt x="52024" y="35941"/>
                </a:lnTo>
                <a:lnTo>
                  <a:pt x="52433" y="36207"/>
                </a:lnTo>
                <a:lnTo>
                  <a:pt x="52725" y="36313"/>
                </a:lnTo>
                <a:lnTo>
                  <a:pt x="53017" y="36473"/>
                </a:lnTo>
                <a:lnTo>
                  <a:pt x="53309" y="36579"/>
                </a:lnTo>
                <a:lnTo>
                  <a:pt x="53601" y="36739"/>
                </a:lnTo>
                <a:lnTo>
                  <a:pt x="53717" y="36951"/>
                </a:lnTo>
                <a:lnTo>
                  <a:pt x="54009" y="37111"/>
                </a:lnTo>
                <a:lnTo>
                  <a:pt x="54418" y="37217"/>
                </a:lnTo>
                <a:lnTo>
                  <a:pt x="54710" y="37377"/>
                </a:lnTo>
                <a:lnTo>
                  <a:pt x="55002" y="37483"/>
                </a:lnTo>
                <a:lnTo>
                  <a:pt x="55294" y="37749"/>
                </a:lnTo>
                <a:lnTo>
                  <a:pt x="55586" y="37855"/>
                </a:lnTo>
                <a:lnTo>
                  <a:pt x="55820" y="37855"/>
                </a:lnTo>
                <a:lnTo>
                  <a:pt x="55995" y="38015"/>
                </a:lnTo>
                <a:lnTo>
                  <a:pt x="56287" y="38121"/>
                </a:lnTo>
                <a:lnTo>
                  <a:pt x="56696" y="38280"/>
                </a:lnTo>
              </a:path>
            </a:pathLst>
          </a:custGeom>
          <a:ln w="794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680389" y="3526766"/>
            <a:ext cx="56824" cy="17832"/>
          </a:xfrm>
          <a:custGeom>
            <a:avLst/>
            <a:gdLst/>
            <a:ahLst/>
            <a:cxnLst/>
            <a:rect l="l" t="t" r="r" b="b"/>
            <a:pathLst>
              <a:path w="56824" h="17832">
                <a:moveTo>
                  <a:pt x="0" y="0"/>
                </a:moveTo>
                <a:lnTo>
                  <a:pt x="292" y="212"/>
                </a:lnTo>
                <a:lnTo>
                  <a:pt x="584" y="372"/>
                </a:lnTo>
                <a:lnTo>
                  <a:pt x="817" y="478"/>
                </a:lnTo>
                <a:lnTo>
                  <a:pt x="1109" y="638"/>
                </a:lnTo>
                <a:lnTo>
                  <a:pt x="1401" y="744"/>
                </a:lnTo>
                <a:lnTo>
                  <a:pt x="1693" y="903"/>
                </a:lnTo>
                <a:lnTo>
                  <a:pt x="1985" y="1010"/>
                </a:lnTo>
                <a:lnTo>
                  <a:pt x="2277" y="1276"/>
                </a:lnTo>
                <a:lnTo>
                  <a:pt x="2511" y="1382"/>
                </a:lnTo>
                <a:lnTo>
                  <a:pt x="2803" y="1520"/>
                </a:lnTo>
                <a:lnTo>
                  <a:pt x="3095" y="1648"/>
                </a:lnTo>
                <a:lnTo>
                  <a:pt x="3387" y="1781"/>
                </a:lnTo>
                <a:lnTo>
                  <a:pt x="3679" y="1908"/>
                </a:lnTo>
                <a:lnTo>
                  <a:pt x="4088" y="2036"/>
                </a:lnTo>
                <a:lnTo>
                  <a:pt x="4380" y="2036"/>
                </a:lnTo>
                <a:lnTo>
                  <a:pt x="4496" y="2163"/>
                </a:lnTo>
                <a:lnTo>
                  <a:pt x="4788" y="2419"/>
                </a:lnTo>
                <a:lnTo>
                  <a:pt x="5080" y="2552"/>
                </a:lnTo>
                <a:lnTo>
                  <a:pt x="5372" y="2679"/>
                </a:lnTo>
                <a:lnTo>
                  <a:pt x="5606" y="2807"/>
                </a:lnTo>
                <a:lnTo>
                  <a:pt x="5898" y="2934"/>
                </a:lnTo>
                <a:lnTo>
                  <a:pt x="6365" y="3062"/>
                </a:lnTo>
                <a:lnTo>
                  <a:pt x="6599" y="3190"/>
                </a:lnTo>
                <a:lnTo>
                  <a:pt x="6891" y="3317"/>
                </a:lnTo>
                <a:lnTo>
                  <a:pt x="7066" y="3450"/>
                </a:lnTo>
                <a:lnTo>
                  <a:pt x="7300" y="3578"/>
                </a:lnTo>
                <a:lnTo>
                  <a:pt x="7592" y="3705"/>
                </a:lnTo>
                <a:lnTo>
                  <a:pt x="7884" y="3833"/>
                </a:lnTo>
                <a:lnTo>
                  <a:pt x="8293" y="3961"/>
                </a:lnTo>
                <a:lnTo>
                  <a:pt x="8585" y="4088"/>
                </a:lnTo>
                <a:lnTo>
                  <a:pt x="8877" y="4221"/>
                </a:lnTo>
                <a:lnTo>
                  <a:pt x="9169" y="4349"/>
                </a:lnTo>
                <a:lnTo>
                  <a:pt x="9461" y="4349"/>
                </a:lnTo>
                <a:lnTo>
                  <a:pt x="9577" y="4476"/>
                </a:lnTo>
                <a:lnTo>
                  <a:pt x="9869" y="4604"/>
                </a:lnTo>
                <a:lnTo>
                  <a:pt x="10278" y="4731"/>
                </a:lnTo>
                <a:lnTo>
                  <a:pt x="10570" y="4859"/>
                </a:lnTo>
                <a:lnTo>
                  <a:pt x="10862" y="4992"/>
                </a:lnTo>
                <a:lnTo>
                  <a:pt x="11154" y="5120"/>
                </a:lnTo>
                <a:lnTo>
                  <a:pt x="11388" y="5247"/>
                </a:lnTo>
                <a:lnTo>
                  <a:pt x="11680" y="5375"/>
                </a:lnTo>
                <a:lnTo>
                  <a:pt x="11972" y="5502"/>
                </a:lnTo>
                <a:lnTo>
                  <a:pt x="12147" y="5630"/>
                </a:lnTo>
                <a:lnTo>
                  <a:pt x="12556" y="5758"/>
                </a:lnTo>
                <a:lnTo>
                  <a:pt x="12848" y="5891"/>
                </a:lnTo>
                <a:lnTo>
                  <a:pt x="13081" y="6018"/>
                </a:lnTo>
                <a:lnTo>
                  <a:pt x="13373" y="6146"/>
                </a:lnTo>
                <a:lnTo>
                  <a:pt x="13666" y="6273"/>
                </a:lnTo>
                <a:lnTo>
                  <a:pt x="13958" y="6401"/>
                </a:lnTo>
                <a:lnTo>
                  <a:pt x="14250" y="6529"/>
                </a:lnTo>
                <a:lnTo>
                  <a:pt x="14542" y="6661"/>
                </a:lnTo>
                <a:lnTo>
                  <a:pt x="14775" y="6661"/>
                </a:lnTo>
                <a:lnTo>
                  <a:pt x="15067" y="6789"/>
                </a:lnTo>
                <a:lnTo>
                  <a:pt x="15359" y="6917"/>
                </a:lnTo>
                <a:lnTo>
                  <a:pt x="15651" y="7044"/>
                </a:lnTo>
                <a:lnTo>
                  <a:pt x="15943" y="7172"/>
                </a:lnTo>
                <a:lnTo>
                  <a:pt x="16235" y="7299"/>
                </a:lnTo>
                <a:lnTo>
                  <a:pt x="16644" y="7299"/>
                </a:lnTo>
                <a:lnTo>
                  <a:pt x="16936" y="7432"/>
                </a:lnTo>
                <a:lnTo>
                  <a:pt x="17053" y="7560"/>
                </a:lnTo>
                <a:lnTo>
                  <a:pt x="17345" y="7688"/>
                </a:lnTo>
                <a:lnTo>
                  <a:pt x="17637" y="7815"/>
                </a:lnTo>
                <a:lnTo>
                  <a:pt x="17929" y="7943"/>
                </a:lnTo>
                <a:lnTo>
                  <a:pt x="18162" y="8070"/>
                </a:lnTo>
                <a:lnTo>
                  <a:pt x="18454" y="8203"/>
                </a:lnTo>
                <a:lnTo>
                  <a:pt x="18863" y="8331"/>
                </a:lnTo>
                <a:lnTo>
                  <a:pt x="19155" y="8331"/>
                </a:lnTo>
                <a:lnTo>
                  <a:pt x="19447" y="8459"/>
                </a:lnTo>
                <a:lnTo>
                  <a:pt x="19622" y="8586"/>
                </a:lnTo>
                <a:lnTo>
                  <a:pt x="19856" y="8714"/>
                </a:lnTo>
                <a:lnTo>
                  <a:pt x="20148" y="8841"/>
                </a:lnTo>
                <a:lnTo>
                  <a:pt x="20440" y="8969"/>
                </a:lnTo>
                <a:lnTo>
                  <a:pt x="20849" y="8969"/>
                </a:lnTo>
                <a:lnTo>
                  <a:pt x="21141" y="8969"/>
                </a:lnTo>
                <a:lnTo>
                  <a:pt x="21433" y="9102"/>
                </a:lnTo>
                <a:lnTo>
                  <a:pt x="21725" y="9229"/>
                </a:lnTo>
                <a:lnTo>
                  <a:pt x="22017" y="9357"/>
                </a:lnTo>
                <a:lnTo>
                  <a:pt x="22134" y="9485"/>
                </a:lnTo>
                <a:lnTo>
                  <a:pt x="22426" y="9612"/>
                </a:lnTo>
                <a:lnTo>
                  <a:pt x="22835" y="9612"/>
                </a:lnTo>
                <a:lnTo>
                  <a:pt x="23127" y="9740"/>
                </a:lnTo>
                <a:lnTo>
                  <a:pt x="23419" y="9873"/>
                </a:lnTo>
                <a:lnTo>
                  <a:pt x="23711" y="10000"/>
                </a:lnTo>
                <a:lnTo>
                  <a:pt x="23944" y="10128"/>
                </a:lnTo>
                <a:lnTo>
                  <a:pt x="24236" y="10128"/>
                </a:lnTo>
                <a:lnTo>
                  <a:pt x="24528" y="10256"/>
                </a:lnTo>
                <a:lnTo>
                  <a:pt x="24645" y="10383"/>
                </a:lnTo>
                <a:lnTo>
                  <a:pt x="25112" y="10511"/>
                </a:lnTo>
                <a:lnTo>
                  <a:pt x="25404" y="10644"/>
                </a:lnTo>
                <a:lnTo>
                  <a:pt x="25638" y="10644"/>
                </a:lnTo>
                <a:lnTo>
                  <a:pt x="25930" y="10771"/>
                </a:lnTo>
                <a:lnTo>
                  <a:pt x="26222" y="10899"/>
                </a:lnTo>
                <a:lnTo>
                  <a:pt x="26514" y="11027"/>
                </a:lnTo>
                <a:lnTo>
                  <a:pt x="26806" y="11027"/>
                </a:lnTo>
                <a:lnTo>
                  <a:pt x="27098" y="11154"/>
                </a:lnTo>
                <a:lnTo>
                  <a:pt x="27332" y="11282"/>
                </a:lnTo>
                <a:lnTo>
                  <a:pt x="27624" y="11282"/>
                </a:lnTo>
                <a:lnTo>
                  <a:pt x="27916" y="11282"/>
                </a:lnTo>
                <a:lnTo>
                  <a:pt x="28208" y="11415"/>
                </a:lnTo>
                <a:lnTo>
                  <a:pt x="28500" y="11542"/>
                </a:lnTo>
                <a:lnTo>
                  <a:pt x="28733" y="11670"/>
                </a:lnTo>
                <a:lnTo>
                  <a:pt x="29200" y="11670"/>
                </a:lnTo>
                <a:lnTo>
                  <a:pt x="29492" y="11797"/>
                </a:lnTo>
                <a:lnTo>
                  <a:pt x="29609" y="11925"/>
                </a:lnTo>
                <a:lnTo>
                  <a:pt x="29901" y="11925"/>
                </a:lnTo>
                <a:lnTo>
                  <a:pt x="30193" y="12053"/>
                </a:lnTo>
                <a:lnTo>
                  <a:pt x="30427" y="12180"/>
                </a:lnTo>
                <a:lnTo>
                  <a:pt x="30719" y="12313"/>
                </a:lnTo>
                <a:lnTo>
                  <a:pt x="31011" y="12313"/>
                </a:lnTo>
                <a:lnTo>
                  <a:pt x="31420" y="12441"/>
                </a:lnTo>
                <a:lnTo>
                  <a:pt x="31712" y="12568"/>
                </a:lnTo>
                <a:lnTo>
                  <a:pt x="32004" y="12568"/>
                </a:lnTo>
                <a:lnTo>
                  <a:pt x="32120" y="12696"/>
                </a:lnTo>
                <a:lnTo>
                  <a:pt x="32412" y="12824"/>
                </a:lnTo>
                <a:lnTo>
                  <a:pt x="32704" y="12824"/>
                </a:lnTo>
                <a:lnTo>
                  <a:pt x="32996" y="12951"/>
                </a:lnTo>
                <a:lnTo>
                  <a:pt x="33405" y="13084"/>
                </a:lnTo>
                <a:lnTo>
                  <a:pt x="33697" y="13084"/>
                </a:lnTo>
                <a:lnTo>
                  <a:pt x="33989" y="13212"/>
                </a:lnTo>
                <a:lnTo>
                  <a:pt x="34281" y="13339"/>
                </a:lnTo>
                <a:lnTo>
                  <a:pt x="34515" y="13339"/>
                </a:lnTo>
                <a:lnTo>
                  <a:pt x="34690" y="13467"/>
                </a:lnTo>
                <a:lnTo>
                  <a:pt x="34982" y="13595"/>
                </a:lnTo>
                <a:lnTo>
                  <a:pt x="35274" y="13595"/>
                </a:lnTo>
                <a:lnTo>
                  <a:pt x="35683" y="13595"/>
                </a:lnTo>
                <a:lnTo>
                  <a:pt x="35975" y="13595"/>
                </a:lnTo>
                <a:lnTo>
                  <a:pt x="36209" y="13722"/>
                </a:lnTo>
                <a:lnTo>
                  <a:pt x="36501" y="13855"/>
                </a:lnTo>
                <a:lnTo>
                  <a:pt x="36793" y="13855"/>
                </a:lnTo>
                <a:lnTo>
                  <a:pt x="37085" y="13983"/>
                </a:lnTo>
                <a:lnTo>
                  <a:pt x="37669" y="14110"/>
                </a:lnTo>
                <a:lnTo>
                  <a:pt x="37902" y="14238"/>
                </a:lnTo>
                <a:lnTo>
                  <a:pt x="38194" y="14238"/>
                </a:lnTo>
                <a:lnTo>
                  <a:pt x="38486" y="14366"/>
                </a:lnTo>
                <a:lnTo>
                  <a:pt x="38778" y="14366"/>
                </a:lnTo>
                <a:lnTo>
                  <a:pt x="39070" y="14493"/>
                </a:lnTo>
                <a:lnTo>
                  <a:pt x="39362" y="14621"/>
                </a:lnTo>
                <a:lnTo>
                  <a:pt x="39596" y="14621"/>
                </a:lnTo>
                <a:lnTo>
                  <a:pt x="39888" y="14754"/>
                </a:lnTo>
                <a:lnTo>
                  <a:pt x="40180" y="14754"/>
                </a:lnTo>
                <a:lnTo>
                  <a:pt x="40472" y="14881"/>
                </a:lnTo>
                <a:lnTo>
                  <a:pt x="40764" y="14881"/>
                </a:lnTo>
                <a:lnTo>
                  <a:pt x="41056" y="15009"/>
                </a:lnTo>
                <a:lnTo>
                  <a:pt x="41290" y="15009"/>
                </a:lnTo>
                <a:lnTo>
                  <a:pt x="41582" y="15136"/>
                </a:lnTo>
                <a:lnTo>
                  <a:pt x="41990" y="15264"/>
                </a:lnTo>
                <a:lnTo>
                  <a:pt x="42166" y="15264"/>
                </a:lnTo>
                <a:lnTo>
                  <a:pt x="42458" y="15392"/>
                </a:lnTo>
                <a:lnTo>
                  <a:pt x="42750" y="15392"/>
                </a:lnTo>
                <a:lnTo>
                  <a:pt x="42983" y="15525"/>
                </a:lnTo>
                <a:lnTo>
                  <a:pt x="43275" y="15525"/>
                </a:lnTo>
                <a:lnTo>
                  <a:pt x="43567" y="15652"/>
                </a:lnTo>
                <a:lnTo>
                  <a:pt x="43976" y="15652"/>
                </a:lnTo>
                <a:lnTo>
                  <a:pt x="44268" y="15780"/>
                </a:lnTo>
                <a:lnTo>
                  <a:pt x="44560" y="15780"/>
                </a:lnTo>
                <a:lnTo>
                  <a:pt x="44677" y="15907"/>
                </a:lnTo>
                <a:lnTo>
                  <a:pt x="44969" y="15907"/>
                </a:lnTo>
                <a:lnTo>
                  <a:pt x="45261" y="15907"/>
                </a:lnTo>
                <a:lnTo>
                  <a:pt x="45553" y="15907"/>
                </a:lnTo>
                <a:lnTo>
                  <a:pt x="45962" y="16035"/>
                </a:lnTo>
                <a:lnTo>
                  <a:pt x="46254" y="16035"/>
                </a:lnTo>
                <a:lnTo>
                  <a:pt x="46546" y="16035"/>
                </a:lnTo>
                <a:lnTo>
                  <a:pt x="46838" y="16163"/>
                </a:lnTo>
                <a:lnTo>
                  <a:pt x="47071" y="16163"/>
                </a:lnTo>
                <a:lnTo>
                  <a:pt x="47246" y="16296"/>
                </a:lnTo>
                <a:lnTo>
                  <a:pt x="47538" y="16296"/>
                </a:lnTo>
                <a:lnTo>
                  <a:pt x="47772" y="16423"/>
                </a:lnTo>
                <a:lnTo>
                  <a:pt x="48239" y="16423"/>
                </a:lnTo>
                <a:lnTo>
                  <a:pt x="48531" y="16551"/>
                </a:lnTo>
                <a:lnTo>
                  <a:pt x="48765" y="16551"/>
                </a:lnTo>
                <a:lnTo>
                  <a:pt x="49057" y="16551"/>
                </a:lnTo>
                <a:lnTo>
                  <a:pt x="49349" y="16678"/>
                </a:lnTo>
                <a:lnTo>
                  <a:pt x="49641" y="16678"/>
                </a:lnTo>
                <a:lnTo>
                  <a:pt x="49758" y="16806"/>
                </a:lnTo>
                <a:lnTo>
                  <a:pt x="50225" y="16806"/>
                </a:lnTo>
                <a:lnTo>
                  <a:pt x="50459" y="16934"/>
                </a:lnTo>
                <a:lnTo>
                  <a:pt x="50751" y="16934"/>
                </a:lnTo>
                <a:lnTo>
                  <a:pt x="51043" y="16934"/>
                </a:lnTo>
                <a:lnTo>
                  <a:pt x="51335" y="17066"/>
                </a:lnTo>
                <a:lnTo>
                  <a:pt x="51627" y="17066"/>
                </a:lnTo>
                <a:lnTo>
                  <a:pt x="51860" y="17194"/>
                </a:lnTo>
                <a:lnTo>
                  <a:pt x="52152" y="17194"/>
                </a:lnTo>
                <a:lnTo>
                  <a:pt x="52444" y="17194"/>
                </a:lnTo>
                <a:lnTo>
                  <a:pt x="52736" y="17322"/>
                </a:lnTo>
                <a:lnTo>
                  <a:pt x="53028" y="17322"/>
                </a:lnTo>
                <a:lnTo>
                  <a:pt x="53320" y="17322"/>
                </a:lnTo>
                <a:lnTo>
                  <a:pt x="53554" y="17449"/>
                </a:lnTo>
                <a:lnTo>
                  <a:pt x="53846" y="17449"/>
                </a:lnTo>
                <a:lnTo>
                  <a:pt x="54138" y="17449"/>
                </a:lnTo>
                <a:lnTo>
                  <a:pt x="54547" y="17577"/>
                </a:lnTo>
                <a:lnTo>
                  <a:pt x="54722" y="17577"/>
                </a:lnTo>
                <a:lnTo>
                  <a:pt x="55014" y="17577"/>
                </a:lnTo>
                <a:lnTo>
                  <a:pt x="55248" y="17704"/>
                </a:lnTo>
                <a:lnTo>
                  <a:pt x="55540" y="17704"/>
                </a:lnTo>
                <a:lnTo>
                  <a:pt x="55832" y="17704"/>
                </a:lnTo>
                <a:lnTo>
                  <a:pt x="56124" y="17832"/>
                </a:lnTo>
                <a:lnTo>
                  <a:pt x="56532" y="17832"/>
                </a:lnTo>
                <a:lnTo>
                  <a:pt x="56824" y="17832"/>
                </a:lnTo>
              </a:path>
            </a:pathLst>
          </a:custGeom>
          <a:ln w="777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737214" y="3542419"/>
            <a:ext cx="56708" cy="3594"/>
          </a:xfrm>
          <a:custGeom>
            <a:avLst/>
            <a:gdLst/>
            <a:ahLst/>
            <a:cxnLst/>
            <a:rect l="l" t="t" r="r" b="b"/>
            <a:pathLst>
              <a:path w="56708" h="3594">
                <a:moveTo>
                  <a:pt x="0" y="2179"/>
                </a:moveTo>
                <a:lnTo>
                  <a:pt x="292" y="2312"/>
                </a:lnTo>
                <a:lnTo>
                  <a:pt x="700" y="2312"/>
                </a:lnTo>
                <a:lnTo>
                  <a:pt x="992" y="2440"/>
                </a:lnTo>
                <a:lnTo>
                  <a:pt x="1284" y="2440"/>
                </a:lnTo>
                <a:lnTo>
                  <a:pt x="1693" y="2440"/>
                </a:lnTo>
                <a:lnTo>
                  <a:pt x="1985" y="2568"/>
                </a:lnTo>
                <a:lnTo>
                  <a:pt x="2277" y="2568"/>
                </a:lnTo>
                <a:lnTo>
                  <a:pt x="2511" y="2568"/>
                </a:lnTo>
                <a:lnTo>
                  <a:pt x="2803" y="2568"/>
                </a:lnTo>
                <a:lnTo>
                  <a:pt x="2978" y="2568"/>
                </a:lnTo>
                <a:lnTo>
                  <a:pt x="3270" y="2568"/>
                </a:lnTo>
                <a:lnTo>
                  <a:pt x="3504" y="2568"/>
                </a:lnTo>
                <a:lnTo>
                  <a:pt x="3971" y="2568"/>
                </a:lnTo>
                <a:lnTo>
                  <a:pt x="4204" y="2695"/>
                </a:lnTo>
                <a:lnTo>
                  <a:pt x="4496" y="2695"/>
                </a:lnTo>
                <a:lnTo>
                  <a:pt x="4788" y="2695"/>
                </a:lnTo>
                <a:lnTo>
                  <a:pt x="5080" y="2695"/>
                </a:lnTo>
                <a:lnTo>
                  <a:pt x="5372" y="2823"/>
                </a:lnTo>
                <a:lnTo>
                  <a:pt x="5898" y="2823"/>
                </a:lnTo>
                <a:lnTo>
                  <a:pt x="6190" y="2823"/>
                </a:lnTo>
                <a:lnTo>
                  <a:pt x="6482" y="2950"/>
                </a:lnTo>
                <a:lnTo>
                  <a:pt x="6774" y="2950"/>
                </a:lnTo>
                <a:lnTo>
                  <a:pt x="7066" y="2950"/>
                </a:lnTo>
                <a:lnTo>
                  <a:pt x="7358" y="2950"/>
                </a:lnTo>
                <a:lnTo>
                  <a:pt x="7592" y="2950"/>
                </a:lnTo>
                <a:lnTo>
                  <a:pt x="7884" y="3083"/>
                </a:lnTo>
                <a:lnTo>
                  <a:pt x="8176" y="3083"/>
                </a:lnTo>
                <a:lnTo>
                  <a:pt x="8468" y="3083"/>
                </a:lnTo>
                <a:lnTo>
                  <a:pt x="8760" y="3083"/>
                </a:lnTo>
                <a:lnTo>
                  <a:pt x="9052" y="3083"/>
                </a:lnTo>
                <a:lnTo>
                  <a:pt x="9285" y="3083"/>
                </a:lnTo>
                <a:lnTo>
                  <a:pt x="9577" y="3211"/>
                </a:lnTo>
                <a:lnTo>
                  <a:pt x="9869" y="3211"/>
                </a:lnTo>
                <a:lnTo>
                  <a:pt x="10278" y="3211"/>
                </a:lnTo>
                <a:lnTo>
                  <a:pt x="10453" y="3211"/>
                </a:lnTo>
                <a:lnTo>
                  <a:pt x="10745" y="3211"/>
                </a:lnTo>
                <a:lnTo>
                  <a:pt x="10979" y="3211"/>
                </a:lnTo>
                <a:lnTo>
                  <a:pt x="11271" y="3338"/>
                </a:lnTo>
                <a:lnTo>
                  <a:pt x="11563" y="3338"/>
                </a:lnTo>
                <a:lnTo>
                  <a:pt x="11855" y="3338"/>
                </a:lnTo>
                <a:lnTo>
                  <a:pt x="12264" y="3338"/>
                </a:lnTo>
                <a:lnTo>
                  <a:pt x="12556" y="3338"/>
                </a:lnTo>
                <a:lnTo>
                  <a:pt x="12848" y="3338"/>
                </a:lnTo>
                <a:lnTo>
                  <a:pt x="13257" y="3466"/>
                </a:lnTo>
                <a:lnTo>
                  <a:pt x="13549" y="3466"/>
                </a:lnTo>
                <a:lnTo>
                  <a:pt x="13841" y="3466"/>
                </a:lnTo>
                <a:lnTo>
                  <a:pt x="14250" y="3466"/>
                </a:lnTo>
                <a:lnTo>
                  <a:pt x="14542" y="3466"/>
                </a:lnTo>
                <a:lnTo>
                  <a:pt x="14834" y="3466"/>
                </a:lnTo>
                <a:lnTo>
                  <a:pt x="15067" y="3466"/>
                </a:lnTo>
                <a:lnTo>
                  <a:pt x="15359" y="3466"/>
                </a:lnTo>
                <a:lnTo>
                  <a:pt x="15534" y="3466"/>
                </a:lnTo>
                <a:lnTo>
                  <a:pt x="15768" y="3466"/>
                </a:lnTo>
                <a:lnTo>
                  <a:pt x="16060" y="3466"/>
                </a:lnTo>
                <a:lnTo>
                  <a:pt x="16527" y="3594"/>
                </a:lnTo>
                <a:lnTo>
                  <a:pt x="16761" y="3594"/>
                </a:lnTo>
                <a:lnTo>
                  <a:pt x="17053" y="3594"/>
                </a:lnTo>
                <a:lnTo>
                  <a:pt x="17345" y="3594"/>
                </a:lnTo>
                <a:lnTo>
                  <a:pt x="17637" y="3594"/>
                </a:lnTo>
                <a:lnTo>
                  <a:pt x="17929" y="3594"/>
                </a:lnTo>
                <a:lnTo>
                  <a:pt x="18454" y="3594"/>
                </a:lnTo>
                <a:lnTo>
                  <a:pt x="18746" y="3594"/>
                </a:lnTo>
                <a:lnTo>
                  <a:pt x="19038" y="3594"/>
                </a:lnTo>
                <a:lnTo>
                  <a:pt x="19330" y="3594"/>
                </a:lnTo>
                <a:lnTo>
                  <a:pt x="19622" y="3594"/>
                </a:lnTo>
                <a:lnTo>
                  <a:pt x="19856" y="3594"/>
                </a:lnTo>
                <a:lnTo>
                  <a:pt x="20148" y="3594"/>
                </a:lnTo>
                <a:lnTo>
                  <a:pt x="20615" y="3594"/>
                </a:lnTo>
                <a:lnTo>
                  <a:pt x="21024" y="3594"/>
                </a:lnTo>
                <a:lnTo>
                  <a:pt x="21316" y="3594"/>
                </a:lnTo>
                <a:lnTo>
                  <a:pt x="21550" y="3594"/>
                </a:lnTo>
                <a:lnTo>
                  <a:pt x="21842" y="3594"/>
                </a:lnTo>
                <a:lnTo>
                  <a:pt x="22134" y="3594"/>
                </a:lnTo>
                <a:lnTo>
                  <a:pt x="22426" y="3594"/>
                </a:lnTo>
                <a:lnTo>
                  <a:pt x="22835" y="3594"/>
                </a:lnTo>
                <a:lnTo>
                  <a:pt x="23127" y="3594"/>
                </a:lnTo>
                <a:lnTo>
                  <a:pt x="23535" y="3594"/>
                </a:lnTo>
                <a:lnTo>
                  <a:pt x="23827" y="3594"/>
                </a:lnTo>
                <a:lnTo>
                  <a:pt x="24119" y="3594"/>
                </a:lnTo>
                <a:lnTo>
                  <a:pt x="24411" y="3594"/>
                </a:lnTo>
                <a:lnTo>
                  <a:pt x="24820" y="3594"/>
                </a:lnTo>
                <a:lnTo>
                  <a:pt x="25112" y="3594"/>
                </a:lnTo>
                <a:lnTo>
                  <a:pt x="25404" y="3594"/>
                </a:lnTo>
                <a:lnTo>
                  <a:pt x="25813" y="3594"/>
                </a:lnTo>
                <a:lnTo>
                  <a:pt x="26105" y="3594"/>
                </a:lnTo>
                <a:lnTo>
                  <a:pt x="26397" y="3594"/>
                </a:lnTo>
                <a:lnTo>
                  <a:pt x="26806" y="3466"/>
                </a:lnTo>
                <a:lnTo>
                  <a:pt x="27098" y="3466"/>
                </a:lnTo>
                <a:lnTo>
                  <a:pt x="27332" y="3466"/>
                </a:lnTo>
                <a:lnTo>
                  <a:pt x="27624" y="3466"/>
                </a:lnTo>
                <a:lnTo>
                  <a:pt x="27916" y="3466"/>
                </a:lnTo>
                <a:lnTo>
                  <a:pt x="28091" y="3466"/>
                </a:lnTo>
                <a:lnTo>
                  <a:pt x="28324" y="3466"/>
                </a:lnTo>
                <a:lnTo>
                  <a:pt x="28616" y="3466"/>
                </a:lnTo>
                <a:lnTo>
                  <a:pt x="29025" y="3466"/>
                </a:lnTo>
                <a:lnTo>
                  <a:pt x="29317" y="3466"/>
                </a:lnTo>
                <a:lnTo>
                  <a:pt x="29609" y="3466"/>
                </a:lnTo>
                <a:lnTo>
                  <a:pt x="29901" y="3338"/>
                </a:lnTo>
                <a:lnTo>
                  <a:pt x="30193" y="3338"/>
                </a:lnTo>
                <a:lnTo>
                  <a:pt x="30485" y="3338"/>
                </a:lnTo>
                <a:lnTo>
                  <a:pt x="31011" y="3338"/>
                </a:lnTo>
                <a:lnTo>
                  <a:pt x="31303" y="3338"/>
                </a:lnTo>
                <a:lnTo>
                  <a:pt x="31595" y="3338"/>
                </a:lnTo>
                <a:lnTo>
                  <a:pt x="31887" y="3211"/>
                </a:lnTo>
                <a:lnTo>
                  <a:pt x="32179" y="3211"/>
                </a:lnTo>
                <a:lnTo>
                  <a:pt x="32412" y="3211"/>
                </a:lnTo>
                <a:lnTo>
                  <a:pt x="32704" y="3211"/>
                </a:lnTo>
                <a:lnTo>
                  <a:pt x="33113" y="3211"/>
                </a:lnTo>
                <a:lnTo>
                  <a:pt x="33288" y="3211"/>
                </a:lnTo>
                <a:lnTo>
                  <a:pt x="33580" y="3211"/>
                </a:lnTo>
                <a:lnTo>
                  <a:pt x="33872" y="3083"/>
                </a:lnTo>
                <a:lnTo>
                  <a:pt x="34106" y="3083"/>
                </a:lnTo>
                <a:lnTo>
                  <a:pt x="34398" y="3083"/>
                </a:lnTo>
                <a:lnTo>
                  <a:pt x="34690" y="3083"/>
                </a:lnTo>
                <a:lnTo>
                  <a:pt x="34982" y="3083"/>
                </a:lnTo>
                <a:lnTo>
                  <a:pt x="35391" y="2950"/>
                </a:lnTo>
                <a:lnTo>
                  <a:pt x="35683" y="2950"/>
                </a:lnTo>
                <a:lnTo>
                  <a:pt x="36092" y="2950"/>
                </a:lnTo>
                <a:lnTo>
                  <a:pt x="36384" y="2950"/>
                </a:lnTo>
                <a:lnTo>
                  <a:pt x="36676" y="2823"/>
                </a:lnTo>
                <a:lnTo>
                  <a:pt x="36968" y="2823"/>
                </a:lnTo>
                <a:lnTo>
                  <a:pt x="37377" y="2823"/>
                </a:lnTo>
                <a:lnTo>
                  <a:pt x="37669" y="2823"/>
                </a:lnTo>
                <a:lnTo>
                  <a:pt x="37961" y="2695"/>
                </a:lnTo>
                <a:lnTo>
                  <a:pt x="38194" y="2695"/>
                </a:lnTo>
                <a:lnTo>
                  <a:pt x="38369" y="2695"/>
                </a:lnTo>
                <a:lnTo>
                  <a:pt x="38661" y="2695"/>
                </a:lnTo>
                <a:lnTo>
                  <a:pt x="38895" y="2695"/>
                </a:lnTo>
                <a:lnTo>
                  <a:pt x="39362" y="2568"/>
                </a:lnTo>
                <a:lnTo>
                  <a:pt x="39654" y="2568"/>
                </a:lnTo>
                <a:lnTo>
                  <a:pt x="39888" y="2568"/>
                </a:lnTo>
                <a:lnTo>
                  <a:pt x="40180" y="2568"/>
                </a:lnTo>
                <a:lnTo>
                  <a:pt x="40472" y="2568"/>
                </a:lnTo>
                <a:lnTo>
                  <a:pt x="40881" y="2568"/>
                </a:lnTo>
                <a:lnTo>
                  <a:pt x="41173" y="2440"/>
                </a:lnTo>
                <a:lnTo>
                  <a:pt x="41582" y="2440"/>
                </a:lnTo>
                <a:lnTo>
                  <a:pt x="41874" y="2440"/>
                </a:lnTo>
                <a:lnTo>
                  <a:pt x="42166" y="2440"/>
                </a:lnTo>
                <a:lnTo>
                  <a:pt x="42458" y="2312"/>
                </a:lnTo>
                <a:lnTo>
                  <a:pt x="42750" y="2312"/>
                </a:lnTo>
                <a:lnTo>
                  <a:pt x="42983" y="2312"/>
                </a:lnTo>
                <a:lnTo>
                  <a:pt x="43158" y="2179"/>
                </a:lnTo>
                <a:lnTo>
                  <a:pt x="43567" y="2179"/>
                </a:lnTo>
                <a:lnTo>
                  <a:pt x="43859" y="2179"/>
                </a:lnTo>
                <a:lnTo>
                  <a:pt x="44151" y="2052"/>
                </a:lnTo>
                <a:lnTo>
                  <a:pt x="44443" y="2052"/>
                </a:lnTo>
                <a:lnTo>
                  <a:pt x="44677" y="2052"/>
                </a:lnTo>
                <a:lnTo>
                  <a:pt x="44969" y="1924"/>
                </a:lnTo>
                <a:lnTo>
                  <a:pt x="45261" y="1924"/>
                </a:lnTo>
                <a:lnTo>
                  <a:pt x="45670" y="1924"/>
                </a:lnTo>
                <a:lnTo>
                  <a:pt x="45845" y="1797"/>
                </a:lnTo>
                <a:lnTo>
                  <a:pt x="46137" y="1797"/>
                </a:lnTo>
                <a:lnTo>
                  <a:pt x="46370" y="1797"/>
                </a:lnTo>
                <a:lnTo>
                  <a:pt x="46662" y="1669"/>
                </a:lnTo>
                <a:lnTo>
                  <a:pt x="46954" y="1669"/>
                </a:lnTo>
                <a:lnTo>
                  <a:pt x="47246" y="1669"/>
                </a:lnTo>
                <a:lnTo>
                  <a:pt x="47538" y="1541"/>
                </a:lnTo>
                <a:lnTo>
                  <a:pt x="47947" y="1541"/>
                </a:lnTo>
                <a:lnTo>
                  <a:pt x="48239" y="1541"/>
                </a:lnTo>
                <a:lnTo>
                  <a:pt x="48356" y="1414"/>
                </a:lnTo>
                <a:lnTo>
                  <a:pt x="48648" y="1414"/>
                </a:lnTo>
                <a:lnTo>
                  <a:pt x="48940" y="1281"/>
                </a:lnTo>
                <a:lnTo>
                  <a:pt x="49232" y="1281"/>
                </a:lnTo>
                <a:lnTo>
                  <a:pt x="49524" y="1281"/>
                </a:lnTo>
                <a:lnTo>
                  <a:pt x="49933" y="1153"/>
                </a:lnTo>
                <a:lnTo>
                  <a:pt x="50225" y="1153"/>
                </a:lnTo>
                <a:lnTo>
                  <a:pt x="50459" y="1026"/>
                </a:lnTo>
                <a:lnTo>
                  <a:pt x="50751" y="1026"/>
                </a:lnTo>
                <a:lnTo>
                  <a:pt x="50926" y="1026"/>
                </a:lnTo>
                <a:lnTo>
                  <a:pt x="51218" y="898"/>
                </a:lnTo>
                <a:lnTo>
                  <a:pt x="51451" y="898"/>
                </a:lnTo>
                <a:lnTo>
                  <a:pt x="51919" y="770"/>
                </a:lnTo>
                <a:lnTo>
                  <a:pt x="52152" y="770"/>
                </a:lnTo>
                <a:lnTo>
                  <a:pt x="52444" y="643"/>
                </a:lnTo>
                <a:lnTo>
                  <a:pt x="52736" y="643"/>
                </a:lnTo>
                <a:lnTo>
                  <a:pt x="53028" y="643"/>
                </a:lnTo>
                <a:lnTo>
                  <a:pt x="53320" y="510"/>
                </a:lnTo>
                <a:lnTo>
                  <a:pt x="53729" y="382"/>
                </a:lnTo>
                <a:lnTo>
                  <a:pt x="54138" y="382"/>
                </a:lnTo>
                <a:lnTo>
                  <a:pt x="54430" y="255"/>
                </a:lnTo>
                <a:lnTo>
                  <a:pt x="54722" y="255"/>
                </a:lnTo>
                <a:lnTo>
                  <a:pt x="55014" y="255"/>
                </a:lnTo>
                <a:lnTo>
                  <a:pt x="55306" y="255"/>
                </a:lnTo>
                <a:lnTo>
                  <a:pt x="55540" y="127"/>
                </a:lnTo>
                <a:lnTo>
                  <a:pt x="55832" y="127"/>
                </a:lnTo>
                <a:lnTo>
                  <a:pt x="56124" y="127"/>
                </a:lnTo>
                <a:lnTo>
                  <a:pt x="56416" y="0"/>
                </a:lnTo>
                <a:lnTo>
                  <a:pt x="56708" y="0"/>
                </a:lnTo>
              </a:path>
            </a:pathLst>
          </a:custGeom>
          <a:ln w="77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793922" y="3521503"/>
            <a:ext cx="56824" cy="20916"/>
          </a:xfrm>
          <a:custGeom>
            <a:avLst/>
            <a:gdLst/>
            <a:ahLst/>
            <a:cxnLst/>
            <a:rect l="l" t="t" r="r" b="b"/>
            <a:pathLst>
              <a:path w="56824" h="20916">
                <a:moveTo>
                  <a:pt x="0" y="20916"/>
                </a:moveTo>
                <a:lnTo>
                  <a:pt x="292" y="20788"/>
                </a:lnTo>
                <a:lnTo>
                  <a:pt x="525" y="20788"/>
                </a:lnTo>
                <a:lnTo>
                  <a:pt x="817" y="20655"/>
                </a:lnTo>
                <a:lnTo>
                  <a:pt x="1109" y="20655"/>
                </a:lnTo>
                <a:lnTo>
                  <a:pt x="1518" y="20528"/>
                </a:lnTo>
                <a:lnTo>
                  <a:pt x="1693" y="20528"/>
                </a:lnTo>
                <a:lnTo>
                  <a:pt x="1985" y="20400"/>
                </a:lnTo>
                <a:lnTo>
                  <a:pt x="2219" y="20272"/>
                </a:lnTo>
                <a:lnTo>
                  <a:pt x="2511" y="20272"/>
                </a:lnTo>
                <a:lnTo>
                  <a:pt x="2803" y="20145"/>
                </a:lnTo>
                <a:lnTo>
                  <a:pt x="3095" y="20145"/>
                </a:lnTo>
                <a:lnTo>
                  <a:pt x="3387" y="20017"/>
                </a:lnTo>
                <a:lnTo>
                  <a:pt x="3796" y="20017"/>
                </a:lnTo>
                <a:lnTo>
                  <a:pt x="4088" y="19884"/>
                </a:lnTo>
                <a:lnTo>
                  <a:pt x="4496" y="19757"/>
                </a:lnTo>
                <a:lnTo>
                  <a:pt x="4788" y="19757"/>
                </a:lnTo>
                <a:lnTo>
                  <a:pt x="5080" y="19629"/>
                </a:lnTo>
                <a:lnTo>
                  <a:pt x="5314" y="19629"/>
                </a:lnTo>
                <a:lnTo>
                  <a:pt x="5781" y="19502"/>
                </a:lnTo>
                <a:lnTo>
                  <a:pt x="6073" y="19374"/>
                </a:lnTo>
                <a:lnTo>
                  <a:pt x="6307" y="19374"/>
                </a:lnTo>
                <a:lnTo>
                  <a:pt x="6599" y="19246"/>
                </a:lnTo>
                <a:lnTo>
                  <a:pt x="6774" y="19246"/>
                </a:lnTo>
                <a:lnTo>
                  <a:pt x="7008" y="19119"/>
                </a:lnTo>
                <a:lnTo>
                  <a:pt x="7300" y="18986"/>
                </a:lnTo>
                <a:lnTo>
                  <a:pt x="7767" y="18986"/>
                </a:lnTo>
                <a:lnTo>
                  <a:pt x="8001" y="18858"/>
                </a:lnTo>
                <a:lnTo>
                  <a:pt x="8293" y="18858"/>
                </a:lnTo>
                <a:lnTo>
                  <a:pt x="8585" y="18858"/>
                </a:lnTo>
                <a:lnTo>
                  <a:pt x="8877" y="18731"/>
                </a:lnTo>
                <a:lnTo>
                  <a:pt x="9169" y="18731"/>
                </a:lnTo>
                <a:lnTo>
                  <a:pt x="9285" y="18603"/>
                </a:lnTo>
                <a:lnTo>
                  <a:pt x="9577" y="18603"/>
                </a:lnTo>
                <a:lnTo>
                  <a:pt x="9986" y="18475"/>
                </a:lnTo>
                <a:lnTo>
                  <a:pt x="10278" y="18348"/>
                </a:lnTo>
                <a:lnTo>
                  <a:pt x="10570" y="18348"/>
                </a:lnTo>
                <a:lnTo>
                  <a:pt x="10862" y="18215"/>
                </a:lnTo>
                <a:lnTo>
                  <a:pt x="11096" y="18087"/>
                </a:lnTo>
                <a:lnTo>
                  <a:pt x="11388" y="18087"/>
                </a:lnTo>
                <a:lnTo>
                  <a:pt x="11680" y="17960"/>
                </a:lnTo>
                <a:lnTo>
                  <a:pt x="11972" y="17960"/>
                </a:lnTo>
                <a:lnTo>
                  <a:pt x="12264" y="17832"/>
                </a:lnTo>
                <a:lnTo>
                  <a:pt x="12556" y="17704"/>
                </a:lnTo>
                <a:lnTo>
                  <a:pt x="12789" y="17704"/>
                </a:lnTo>
                <a:lnTo>
                  <a:pt x="13081" y="17577"/>
                </a:lnTo>
                <a:lnTo>
                  <a:pt x="13373" y="17444"/>
                </a:lnTo>
                <a:lnTo>
                  <a:pt x="13666" y="17444"/>
                </a:lnTo>
                <a:lnTo>
                  <a:pt x="13958" y="17316"/>
                </a:lnTo>
                <a:lnTo>
                  <a:pt x="14250" y="17189"/>
                </a:lnTo>
                <a:lnTo>
                  <a:pt x="14483" y="17189"/>
                </a:lnTo>
                <a:lnTo>
                  <a:pt x="14775" y="17061"/>
                </a:lnTo>
                <a:lnTo>
                  <a:pt x="15067" y="16934"/>
                </a:lnTo>
                <a:lnTo>
                  <a:pt x="15359" y="16806"/>
                </a:lnTo>
                <a:lnTo>
                  <a:pt x="15651" y="16806"/>
                </a:lnTo>
                <a:lnTo>
                  <a:pt x="15943" y="16678"/>
                </a:lnTo>
                <a:lnTo>
                  <a:pt x="16352" y="16545"/>
                </a:lnTo>
                <a:lnTo>
                  <a:pt x="16644" y="16545"/>
                </a:lnTo>
                <a:lnTo>
                  <a:pt x="17053" y="16418"/>
                </a:lnTo>
                <a:lnTo>
                  <a:pt x="17345" y="16290"/>
                </a:lnTo>
                <a:lnTo>
                  <a:pt x="17637" y="16290"/>
                </a:lnTo>
                <a:lnTo>
                  <a:pt x="17870" y="16163"/>
                </a:lnTo>
                <a:lnTo>
                  <a:pt x="18338" y="16035"/>
                </a:lnTo>
                <a:lnTo>
                  <a:pt x="18571" y="16035"/>
                </a:lnTo>
                <a:lnTo>
                  <a:pt x="18863" y="15907"/>
                </a:lnTo>
                <a:lnTo>
                  <a:pt x="19155" y="15774"/>
                </a:lnTo>
                <a:lnTo>
                  <a:pt x="19330" y="15647"/>
                </a:lnTo>
                <a:lnTo>
                  <a:pt x="19564" y="15647"/>
                </a:lnTo>
                <a:lnTo>
                  <a:pt x="19856" y="15519"/>
                </a:lnTo>
                <a:lnTo>
                  <a:pt x="20148" y="15392"/>
                </a:lnTo>
                <a:lnTo>
                  <a:pt x="20557" y="15264"/>
                </a:lnTo>
                <a:lnTo>
                  <a:pt x="20849" y="15264"/>
                </a:lnTo>
                <a:lnTo>
                  <a:pt x="21141" y="15136"/>
                </a:lnTo>
                <a:lnTo>
                  <a:pt x="21433" y="15004"/>
                </a:lnTo>
                <a:lnTo>
                  <a:pt x="21725" y="14876"/>
                </a:lnTo>
                <a:lnTo>
                  <a:pt x="21842" y="14748"/>
                </a:lnTo>
                <a:lnTo>
                  <a:pt x="22134" y="14748"/>
                </a:lnTo>
                <a:lnTo>
                  <a:pt x="22543" y="14621"/>
                </a:lnTo>
                <a:lnTo>
                  <a:pt x="22835" y="14493"/>
                </a:lnTo>
                <a:lnTo>
                  <a:pt x="23127" y="14366"/>
                </a:lnTo>
                <a:lnTo>
                  <a:pt x="23419" y="14233"/>
                </a:lnTo>
                <a:lnTo>
                  <a:pt x="23652" y="14233"/>
                </a:lnTo>
                <a:lnTo>
                  <a:pt x="23944" y="14233"/>
                </a:lnTo>
                <a:lnTo>
                  <a:pt x="24236" y="14105"/>
                </a:lnTo>
                <a:lnTo>
                  <a:pt x="24528" y="13977"/>
                </a:lnTo>
                <a:lnTo>
                  <a:pt x="24820" y="13850"/>
                </a:lnTo>
                <a:lnTo>
                  <a:pt x="25112" y="13850"/>
                </a:lnTo>
                <a:lnTo>
                  <a:pt x="25346" y="13722"/>
                </a:lnTo>
                <a:lnTo>
                  <a:pt x="25638" y="13595"/>
                </a:lnTo>
                <a:lnTo>
                  <a:pt x="25930" y="13467"/>
                </a:lnTo>
                <a:lnTo>
                  <a:pt x="26222" y="13334"/>
                </a:lnTo>
                <a:lnTo>
                  <a:pt x="26514" y="13206"/>
                </a:lnTo>
                <a:lnTo>
                  <a:pt x="26806" y="13206"/>
                </a:lnTo>
                <a:lnTo>
                  <a:pt x="27039" y="13079"/>
                </a:lnTo>
                <a:lnTo>
                  <a:pt x="27331" y="12951"/>
                </a:lnTo>
                <a:lnTo>
                  <a:pt x="27624" y="12824"/>
                </a:lnTo>
                <a:lnTo>
                  <a:pt x="27916" y="12696"/>
                </a:lnTo>
                <a:lnTo>
                  <a:pt x="28208" y="12563"/>
                </a:lnTo>
                <a:lnTo>
                  <a:pt x="28441" y="12436"/>
                </a:lnTo>
                <a:lnTo>
                  <a:pt x="28908" y="12436"/>
                </a:lnTo>
                <a:lnTo>
                  <a:pt x="29200" y="12308"/>
                </a:lnTo>
                <a:lnTo>
                  <a:pt x="29317" y="12180"/>
                </a:lnTo>
                <a:lnTo>
                  <a:pt x="29609" y="12053"/>
                </a:lnTo>
                <a:lnTo>
                  <a:pt x="29901" y="11925"/>
                </a:lnTo>
                <a:lnTo>
                  <a:pt x="30135" y="11925"/>
                </a:lnTo>
                <a:lnTo>
                  <a:pt x="30427" y="11792"/>
                </a:lnTo>
                <a:lnTo>
                  <a:pt x="30894" y="11665"/>
                </a:lnTo>
                <a:lnTo>
                  <a:pt x="31128" y="11537"/>
                </a:lnTo>
                <a:lnTo>
                  <a:pt x="31420" y="11537"/>
                </a:lnTo>
                <a:lnTo>
                  <a:pt x="31712" y="11409"/>
                </a:lnTo>
                <a:lnTo>
                  <a:pt x="31828" y="11282"/>
                </a:lnTo>
                <a:lnTo>
                  <a:pt x="32120" y="11154"/>
                </a:lnTo>
                <a:lnTo>
                  <a:pt x="32412" y="11021"/>
                </a:lnTo>
                <a:lnTo>
                  <a:pt x="32704" y="10894"/>
                </a:lnTo>
                <a:lnTo>
                  <a:pt x="33113" y="10766"/>
                </a:lnTo>
                <a:lnTo>
                  <a:pt x="33405" y="10638"/>
                </a:lnTo>
                <a:lnTo>
                  <a:pt x="33697" y="10511"/>
                </a:lnTo>
                <a:lnTo>
                  <a:pt x="33989" y="10383"/>
                </a:lnTo>
                <a:lnTo>
                  <a:pt x="34223" y="10256"/>
                </a:lnTo>
                <a:lnTo>
                  <a:pt x="34398" y="10123"/>
                </a:lnTo>
                <a:lnTo>
                  <a:pt x="34690" y="9995"/>
                </a:lnTo>
                <a:lnTo>
                  <a:pt x="35099" y="9995"/>
                </a:lnTo>
                <a:lnTo>
                  <a:pt x="35391" y="9867"/>
                </a:lnTo>
                <a:lnTo>
                  <a:pt x="35683" y="9740"/>
                </a:lnTo>
                <a:lnTo>
                  <a:pt x="35917" y="9612"/>
                </a:lnTo>
                <a:lnTo>
                  <a:pt x="36209" y="9612"/>
                </a:lnTo>
                <a:lnTo>
                  <a:pt x="36501" y="9485"/>
                </a:lnTo>
                <a:lnTo>
                  <a:pt x="36793" y="9352"/>
                </a:lnTo>
                <a:lnTo>
                  <a:pt x="37085" y="9224"/>
                </a:lnTo>
                <a:lnTo>
                  <a:pt x="37377" y="9097"/>
                </a:lnTo>
                <a:lnTo>
                  <a:pt x="37610" y="8969"/>
                </a:lnTo>
                <a:lnTo>
                  <a:pt x="37902" y="8841"/>
                </a:lnTo>
                <a:lnTo>
                  <a:pt x="38194" y="8714"/>
                </a:lnTo>
                <a:lnTo>
                  <a:pt x="38486" y="8581"/>
                </a:lnTo>
                <a:lnTo>
                  <a:pt x="38778" y="8453"/>
                </a:lnTo>
                <a:lnTo>
                  <a:pt x="39070" y="8326"/>
                </a:lnTo>
                <a:lnTo>
                  <a:pt x="39304" y="8198"/>
                </a:lnTo>
                <a:lnTo>
                  <a:pt x="39596" y="8070"/>
                </a:lnTo>
                <a:lnTo>
                  <a:pt x="39888" y="7943"/>
                </a:lnTo>
                <a:lnTo>
                  <a:pt x="40180" y="7815"/>
                </a:lnTo>
                <a:lnTo>
                  <a:pt x="40472" y="7682"/>
                </a:lnTo>
                <a:lnTo>
                  <a:pt x="40764" y="7555"/>
                </a:lnTo>
                <a:lnTo>
                  <a:pt x="40997" y="7427"/>
                </a:lnTo>
                <a:lnTo>
                  <a:pt x="41465" y="7299"/>
                </a:lnTo>
                <a:lnTo>
                  <a:pt x="41698" y="7299"/>
                </a:lnTo>
                <a:lnTo>
                  <a:pt x="41874" y="7172"/>
                </a:lnTo>
                <a:lnTo>
                  <a:pt x="42166" y="7044"/>
                </a:lnTo>
                <a:lnTo>
                  <a:pt x="42458" y="6911"/>
                </a:lnTo>
                <a:lnTo>
                  <a:pt x="42691" y="6784"/>
                </a:lnTo>
                <a:lnTo>
                  <a:pt x="42983" y="6646"/>
                </a:lnTo>
                <a:lnTo>
                  <a:pt x="43392" y="6539"/>
                </a:lnTo>
                <a:lnTo>
                  <a:pt x="43684" y="6273"/>
                </a:lnTo>
                <a:lnTo>
                  <a:pt x="43976" y="6167"/>
                </a:lnTo>
                <a:lnTo>
                  <a:pt x="44268" y="6007"/>
                </a:lnTo>
                <a:lnTo>
                  <a:pt x="44677" y="5742"/>
                </a:lnTo>
                <a:lnTo>
                  <a:pt x="44969" y="5635"/>
                </a:lnTo>
                <a:lnTo>
                  <a:pt x="45261" y="5476"/>
                </a:lnTo>
                <a:lnTo>
                  <a:pt x="45670" y="5369"/>
                </a:lnTo>
                <a:lnTo>
                  <a:pt x="45962" y="5263"/>
                </a:lnTo>
                <a:lnTo>
                  <a:pt x="46254" y="5104"/>
                </a:lnTo>
                <a:lnTo>
                  <a:pt x="46546" y="4997"/>
                </a:lnTo>
                <a:lnTo>
                  <a:pt x="46779" y="4838"/>
                </a:lnTo>
                <a:lnTo>
                  <a:pt x="46954" y="4838"/>
                </a:lnTo>
                <a:lnTo>
                  <a:pt x="47246" y="4625"/>
                </a:lnTo>
                <a:lnTo>
                  <a:pt x="47655" y="4466"/>
                </a:lnTo>
                <a:lnTo>
                  <a:pt x="47947" y="4359"/>
                </a:lnTo>
                <a:lnTo>
                  <a:pt x="48239" y="4200"/>
                </a:lnTo>
                <a:lnTo>
                  <a:pt x="48473" y="4093"/>
                </a:lnTo>
                <a:lnTo>
                  <a:pt x="48765" y="3934"/>
                </a:lnTo>
                <a:lnTo>
                  <a:pt x="49057" y="3828"/>
                </a:lnTo>
                <a:lnTo>
                  <a:pt x="49349" y="3721"/>
                </a:lnTo>
                <a:lnTo>
                  <a:pt x="49641" y="3562"/>
                </a:lnTo>
                <a:lnTo>
                  <a:pt x="49933" y="3296"/>
                </a:lnTo>
                <a:lnTo>
                  <a:pt x="50167" y="3190"/>
                </a:lnTo>
                <a:lnTo>
                  <a:pt x="50459" y="3083"/>
                </a:lnTo>
                <a:lnTo>
                  <a:pt x="50751" y="2924"/>
                </a:lnTo>
                <a:lnTo>
                  <a:pt x="51043" y="2817"/>
                </a:lnTo>
                <a:lnTo>
                  <a:pt x="51335" y="2658"/>
                </a:lnTo>
                <a:lnTo>
                  <a:pt x="51627" y="2552"/>
                </a:lnTo>
                <a:lnTo>
                  <a:pt x="51860" y="2392"/>
                </a:lnTo>
                <a:lnTo>
                  <a:pt x="52152" y="2286"/>
                </a:lnTo>
                <a:lnTo>
                  <a:pt x="52444" y="2179"/>
                </a:lnTo>
                <a:lnTo>
                  <a:pt x="52736" y="2020"/>
                </a:lnTo>
                <a:lnTo>
                  <a:pt x="53028" y="1914"/>
                </a:lnTo>
                <a:lnTo>
                  <a:pt x="53262" y="1754"/>
                </a:lnTo>
                <a:lnTo>
                  <a:pt x="53554" y="1541"/>
                </a:lnTo>
                <a:lnTo>
                  <a:pt x="54021" y="1382"/>
                </a:lnTo>
                <a:lnTo>
                  <a:pt x="54255" y="1276"/>
                </a:lnTo>
                <a:lnTo>
                  <a:pt x="54430" y="1116"/>
                </a:lnTo>
                <a:lnTo>
                  <a:pt x="54722" y="1010"/>
                </a:lnTo>
                <a:lnTo>
                  <a:pt x="54956" y="744"/>
                </a:lnTo>
                <a:lnTo>
                  <a:pt x="55248" y="638"/>
                </a:lnTo>
                <a:lnTo>
                  <a:pt x="55540" y="478"/>
                </a:lnTo>
                <a:lnTo>
                  <a:pt x="55948" y="372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79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850747" y="3484498"/>
            <a:ext cx="56708" cy="37004"/>
          </a:xfrm>
          <a:custGeom>
            <a:avLst/>
            <a:gdLst/>
            <a:ahLst/>
            <a:cxnLst/>
            <a:rect l="l" t="t" r="r" b="b"/>
            <a:pathLst>
              <a:path w="56708" h="37004">
                <a:moveTo>
                  <a:pt x="0" y="37004"/>
                </a:moveTo>
                <a:lnTo>
                  <a:pt x="116" y="36845"/>
                </a:lnTo>
                <a:lnTo>
                  <a:pt x="408" y="36739"/>
                </a:lnTo>
                <a:lnTo>
                  <a:pt x="700" y="36579"/>
                </a:lnTo>
                <a:lnTo>
                  <a:pt x="992" y="36366"/>
                </a:lnTo>
                <a:lnTo>
                  <a:pt x="1401" y="36207"/>
                </a:lnTo>
                <a:lnTo>
                  <a:pt x="1693" y="36101"/>
                </a:lnTo>
                <a:lnTo>
                  <a:pt x="1985" y="35941"/>
                </a:lnTo>
                <a:lnTo>
                  <a:pt x="2219" y="35675"/>
                </a:lnTo>
                <a:lnTo>
                  <a:pt x="2511" y="35569"/>
                </a:lnTo>
                <a:lnTo>
                  <a:pt x="2686" y="35463"/>
                </a:lnTo>
                <a:lnTo>
                  <a:pt x="2978" y="35303"/>
                </a:lnTo>
                <a:lnTo>
                  <a:pt x="3387" y="35037"/>
                </a:lnTo>
                <a:lnTo>
                  <a:pt x="3679" y="34931"/>
                </a:lnTo>
                <a:lnTo>
                  <a:pt x="3912" y="34931"/>
                </a:lnTo>
                <a:lnTo>
                  <a:pt x="4204" y="34825"/>
                </a:lnTo>
                <a:lnTo>
                  <a:pt x="4496" y="34559"/>
                </a:lnTo>
                <a:lnTo>
                  <a:pt x="4788" y="34399"/>
                </a:lnTo>
                <a:lnTo>
                  <a:pt x="5080" y="34293"/>
                </a:lnTo>
                <a:lnTo>
                  <a:pt x="5372" y="34133"/>
                </a:lnTo>
                <a:lnTo>
                  <a:pt x="5606" y="33921"/>
                </a:lnTo>
                <a:lnTo>
                  <a:pt x="5898" y="33761"/>
                </a:lnTo>
                <a:lnTo>
                  <a:pt x="6190" y="33655"/>
                </a:lnTo>
                <a:lnTo>
                  <a:pt x="6482" y="33389"/>
                </a:lnTo>
                <a:lnTo>
                  <a:pt x="6774" y="33283"/>
                </a:lnTo>
                <a:lnTo>
                  <a:pt x="7066" y="33123"/>
                </a:lnTo>
                <a:lnTo>
                  <a:pt x="7300" y="33017"/>
                </a:lnTo>
                <a:lnTo>
                  <a:pt x="7767" y="32751"/>
                </a:lnTo>
                <a:lnTo>
                  <a:pt x="7884" y="32592"/>
                </a:lnTo>
                <a:lnTo>
                  <a:pt x="8176" y="32592"/>
                </a:lnTo>
                <a:lnTo>
                  <a:pt x="8468" y="32379"/>
                </a:lnTo>
                <a:lnTo>
                  <a:pt x="8760" y="32219"/>
                </a:lnTo>
                <a:lnTo>
                  <a:pt x="8993" y="32113"/>
                </a:lnTo>
                <a:lnTo>
                  <a:pt x="9285" y="31847"/>
                </a:lnTo>
                <a:lnTo>
                  <a:pt x="9694" y="31741"/>
                </a:lnTo>
                <a:lnTo>
                  <a:pt x="9986" y="31581"/>
                </a:lnTo>
                <a:lnTo>
                  <a:pt x="10161" y="31315"/>
                </a:lnTo>
                <a:lnTo>
                  <a:pt x="10453" y="31209"/>
                </a:lnTo>
                <a:lnTo>
                  <a:pt x="10687" y="31050"/>
                </a:lnTo>
                <a:lnTo>
                  <a:pt x="10979" y="30837"/>
                </a:lnTo>
                <a:lnTo>
                  <a:pt x="11271" y="30677"/>
                </a:lnTo>
                <a:lnTo>
                  <a:pt x="11680" y="30571"/>
                </a:lnTo>
                <a:lnTo>
                  <a:pt x="11972" y="30305"/>
                </a:lnTo>
                <a:lnTo>
                  <a:pt x="12264" y="30305"/>
                </a:lnTo>
                <a:lnTo>
                  <a:pt x="12556" y="30199"/>
                </a:lnTo>
                <a:lnTo>
                  <a:pt x="12673" y="29933"/>
                </a:lnTo>
                <a:lnTo>
                  <a:pt x="12965" y="29774"/>
                </a:lnTo>
                <a:lnTo>
                  <a:pt x="13257" y="29508"/>
                </a:lnTo>
                <a:lnTo>
                  <a:pt x="13549" y="29401"/>
                </a:lnTo>
                <a:lnTo>
                  <a:pt x="13958" y="29295"/>
                </a:lnTo>
                <a:lnTo>
                  <a:pt x="14250" y="29029"/>
                </a:lnTo>
                <a:lnTo>
                  <a:pt x="14542" y="28870"/>
                </a:lnTo>
                <a:lnTo>
                  <a:pt x="14775" y="28763"/>
                </a:lnTo>
                <a:lnTo>
                  <a:pt x="15067" y="28498"/>
                </a:lnTo>
                <a:lnTo>
                  <a:pt x="15242" y="28391"/>
                </a:lnTo>
                <a:lnTo>
                  <a:pt x="15476" y="28125"/>
                </a:lnTo>
                <a:lnTo>
                  <a:pt x="15943" y="27966"/>
                </a:lnTo>
                <a:lnTo>
                  <a:pt x="16235" y="27966"/>
                </a:lnTo>
                <a:lnTo>
                  <a:pt x="16469" y="27753"/>
                </a:lnTo>
                <a:lnTo>
                  <a:pt x="16761" y="27594"/>
                </a:lnTo>
                <a:lnTo>
                  <a:pt x="17053" y="27328"/>
                </a:lnTo>
                <a:lnTo>
                  <a:pt x="17345" y="27222"/>
                </a:lnTo>
                <a:lnTo>
                  <a:pt x="17637" y="27115"/>
                </a:lnTo>
                <a:lnTo>
                  <a:pt x="17929" y="26849"/>
                </a:lnTo>
                <a:lnTo>
                  <a:pt x="18162" y="26690"/>
                </a:lnTo>
                <a:lnTo>
                  <a:pt x="18454" y="26424"/>
                </a:lnTo>
                <a:lnTo>
                  <a:pt x="18746" y="26318"/>
                </a:lnTo>
                <a:lnTo>
                  <a:pt x="19038" y="26052"/>
                </a:lnTo>
                <a:lnTo>
                  <a:pt x="19330" y="25946"/>
                </a:lnTo>
                <a:lnTo>
                  <a:pt x="19564" y="25786"/>
                </a:lnTo>
                <a:lnTo>
                  <a:pt x="19856" y="25680"/>
                </a:lnTo>
                <a:lnTo>
                  <a:pt x="20323" y="25573"/>
                </a:lnTo>
                <a:lnTo>
                  <a:pt x="20440" y="25307"/>
                </a:lnTo>
                <a:lnTo>
                  <a:pt x="20732" y="25148"/>
                </a:lnTo>
                <a:lnTo>
                  <a:pt x="21024" y="24882"/>
                </a:lnTo>
                <a:lnTo>
                  <a:pt x="21258" y="24776"/>
                </a:lnTo>
                <a:lnTo>
                  <a:pt x="21550" y="24510"/>
                </a:lnTo>
                <a:lnTo>
                  <a:pt x="21842" y="24404"/>
                </a:lnTo>
                <a:lnTo>
                  <a:pt x="22251" y="24138"/>
                </a:lnTo>
                <a:lnTo>
                  <a:pt x="22543" y="24031"/>
                </a:lnTo>
                <a:lnTo>
                  <a:pt x="22835" y="23872"/>
                </a:lnTo>
                <a:lnTo>
                  <a:pt x="22951" y="23606"/>
                </a:lnTo>
                <a:lnTo>
                  <a:pt x="23243" y="23500"/>
                </a:lnTo>
                <a:lnTo>
                  <a:pt x="23535" y="23234"/>
                </a:lnTo>
                <a:lnTo>
                  <a:pt x="23827" y="23234"/>
                </a:lnTo>
                <a:lnTo>
                  <a:pt x="24236" y="22968"/>
                </a:lnTo>
                <a:lnTo>
                  <a:pt x="24528" y="22862"/>
                </a:lnTo>
                <a:lnTo>
                  <a:pt x="24820" y="22596"/>
                </a:lnTo>
                <a:lnTo>
                  <a:pt x="25112" y="22490"/>
                </a:lnTo>
                <a:lnTo>
                  <a:pt x="25346" y="22224"/>
                </a:lnTo>
                <a:lnTo>
                  <a:pt x="25521" y="22064"/>
                </a:lnTo>
                <a:lnTo>
                  <a:pt x="25813" y="21852"/>
                </a:lnTo>
                <a:lnTo>
                  <a:pt x="26105" y="21692"/>
                </a:lnTo>
                <a:lnTo>
                  <a:pt x="26514" y="21426"/>
                </a:lnTo>
                <a:lnTo>
                  <a:pt x="26806" y="21320"/>
                </a:lnTo>
                <a:lnTo>
                  <a:pt x="27039" y="21054"/>
                </a:lnTo>
                <a:lnTo>
                  <a:pt x="27331" y="20948"/>
                </a:lnTo>
                <a:lnTo>
                  <a:pt x="27624" y="20788"/>
                </a:lnTo>
                <a:lnTo>
                  <a:pt x="27799" y="20522"/>
                </a:lnTo>
                <a:lnTo>
                  <a:pt x="28032" y="20416"/>
                </a:lnTo>
                <a:lnTo>
                  <a:pt x="28500" y="20150"/>
                </a:lnTo>
                <a:lnTo>
                  <a:pt x="28733" y="20044"/>
                </a:lnTo>
                <a:lnTo>
                  <a:pt x="29025" y="19778"/>
                </a:lnTo>
                <a:lnTo>
                  <a:pt x="29317" y="19619"/>
                </a:lnTo>
                <a:lnTo>
                  <a:pt x="29609" y="19406"/>
                </a:lnTo>
                <a:lnTo>
                  <a:pt x="29901" y="19246"/>
                </a:lnTo>
                <a:lnTo>
                  <a:pt x="30193" y="18980"/>
                </a:lnTo>
                <a:lnTo>
                  <a:pt x="30427" y="18874"/>
                </a:lnTo>
                <a:lnTo>
                  <a:pt x="30719" y="18608"/>
                </a:lnTo>
                <a:lnTo>
                  <a:pt x="31011" y="18502"/>
                </a:lnTo>
                <a:lnTo>
                  <a:pt x="31303" y="18342"/>
                </a:lnTo>
                <a:lnTo>
                  <a:pt x="31595" y="18077"/>
                </a:lnTo>
                <a:lnTo>
                  <a:pt x="31887" y="17970"/>
                </a:lnTo>
                <a:lnTo>
                  <a:pt x="32120" y="17704"/>
                </a:lnTo>
                <a:lnTo>
                  <a:pt x="32412" y="17598"/>
                </a:lnTo>
                <a:lnTo>
                  <a:pt x="32821" y="17332"/>
                </a:lnTo>
                <a:lnTo>
                  <a:pt x="32996" y="17066"/>
                </a:lnTo>
                <a:lnTo>
                  <a:pt x="33288" y="16960"/>
                </a:lnTo>
                <a:lnTo>
                  <a:pt x="33580" y="16694"/>
                </a:lnTo>
                <a:lnTo>
                  <a:pt x="33814" y="16535"/>
                </a:lnTo>
                <a:lnTo>
                  <a:pt x="34106" y="16322"/>
                </a:lnTo>
                <a:lnTo>
                  <a:pt x="34398" y="16163"/>
                </a:lnTo>
                <a:lnTo>
                  <a:pt x="34807" y="16056"/>
                </a:lnTo>
                <a:lnTo>
                  <a:pt x="35099" y="15790"/>
                </a:lnTo>
                <a:lnTo>
                  <a:pt x="35391" y="15684"/>
                </a:lnTo>
                <a:lnTo>
                  <a:pt x="35508" y="15418"/>
                </a:lnTo>
                <a:lnTo>
                  <a:pt x="35800" y="15152"/>
                </a:lnTo>
                <a:lnTo>
                  <a:pt x="36092" y="14993"/>
                </a:lnTo>
                <a:lnTo>
                  <a:pt x="36384" y="14780"/>
                </a:lnTo>
                <a:lnTo>
                  <a:pt x="36793" y="14621"/>
                </a:lnTo>
                <a:lnTo>
                  <a:pt x="37085" y="14355"/>
                </a:lnTo>
                <a:lnTo>
                  <a:pt x="37377" y="14142"/>
                </a:lnTo>
                <a:lnTo>
                  <a:pt x="37669" y="13983"/>
                </a:lnTo>
                <a:lnTo>
                  <a:pt x="37902" y="13876"/>
                </a:lnTo>
                <a:lnTo>
                  <a:pt x="38077" y="13611"/>
                </a:lnTo>
                <a:lnTo>
                  <a:pt x="38369" y="13451"/>
                </a:lnTo>
                <a:lnTo>
                  <a:pt x="38603" y="13238"/>
                </a:lnTo>
                <a:lnTo>
                  <a:pt x="39070" y="12973"/>
                </a:lnTo>
                <a:lnTo>
                  <a:pt x="39362" y="12813"/>
                </a:lnTo>
                <a:lnTo>
                  <a:pt x="39596" y="12600"/>
                </a:lnTo>
                <a:lnTo>
                  <a:pt x="39888" y="12441"/>
                </a:lnTo>
                <a:lnTo>
                  <a:pt x="40180" y="12175"/>
                </a:lnTo>
                <a:lnTo>
                  <a:pt x="40472" y="11909"/>
                </a:lnTo>
                <a:lnTo>
                  <a:pt x="41056" y="11696"/>
                </a:lnTo>
                <a:lnTo>
                  <a:pt x="41290" y="11431"/>
                </a:lnTo>
                <a:lnTo>
                  <a:pt x="41582" y="11271"/>
                </a:lnTo>
                <a:lnTo>
                  <a:pt x="41874" y="11058"/>
                </a:lnTo>
                <a:lnTo>
                  <a:pt x="42166" y="10793"/>
                </a:lnTo>
                <a:lnTo>
                  <a:pt x="42458" y="10527"/>
                </a:lnTo>
                <a:lnTo>
                  <a:pt x="42750" y="10367"/>
                </a:lnTo>
                <a:lnTo>
                  <a:pt x="42866" y="10155"/>
                </a:lnTo>
                <a:lnTo>
                  <a:pt x="43275" y="9889"/>
                </a:lnTo>
                <a:lnTo>
                  <a:pt x="43567" y="9729"/>
                </a:lnTo>
                <a:lnTo>
                  <a:pt x="43859" y="9517"/>
                </a:lnTo>
                <a:lnTo>
                  <a:pt x="44151" y="9357"/>
                </a:lnTo>
                <a:lnTo>
                  <a:pt x="44385" y="9251"/>
                </a:lnTo>
                <a:lnTo>
                  <a:pt x="44677" y="8985"/>
                </a:lnTo>
                <a:lnTo>
                  <a:pt x="44969" y="8719"/>
                </a:lnTo>
                <a:lnTo>
                  <a:pt x="45378" y="8613"/>
                </a:lnTo>
                <a:lnTo>
                  <a:pt x="45553" y="8347"/>
                </a:lnTo>
                <a:lnTo>
                  <a:pt x="45845" y="8081"/>
                </a:lnTo>
                <a:lnTo>
                  <a:pt x="46078" y="7815"/>
                </a:lnTo>
                <a:lnTo>
                  <a:pt x="46370" y="7709"/>
                </a:lnTo>
                <a:lnTo>
                  <a:pt x="46662" y="7443"/>
                </a:lnTo>
                <a:lnTo>
                  <a:pt x="46954" y="7177"/>
                </a:lnTo>
                <a:lnTo>
                  <a:pt x="47363" y="7071"/>
                </a:lnTo>
                <a:lnTo>
                  <a:pt x="47655" y="6911"/>
                </a:lnTo>
                <a:lnTo>
                  <a:pt x="47947" y="6646"/>
                </a:lnTo>
                <a:lnTo>
                  <a:pt x="48064" y="6433"/>
                </a:lnTo>
                <a:lnTo>
                  <a:pt x="48356" y="6273"/>
                </a:lnTo>
                <a:lnTo>
                  <a:pt x="48648" y="6007"/>
                </a:lnTo>
                <a:lnTo>
                  <a:pt x="48940" y="5795"/>
                </a:lnTo>
                <a:lnTo>
                  <a:pt x="49232" y="5529"/>
                </a:lnTo>
                <a:lnTo>
                  <a:pt x="49641" y="5369"/>
                </a:lnTo>
                <a:lnTo>
                  <a:pt x="49933" y="5104"/>
                </a:lnTo>
                <a:lnTo>
                  <a:pt x="50167" y="4891"/>
                </a:lnTo>
                <a:lnTo>
                  <a:pt x="50459" y="4625"/>
                </a:lnTo>
                <a:lnTo>
                  <a:pt x="50634" y="4466"/>
                </a:lnTo>
                <a:lnTo>
                  <a:pt x="50926" y="4359"/>
                </a:lnTo>
                <a:lnTo>
                  <a:pt x="51159" y="4093"/>
                </a:lnTo>
                <a:lnTo>
                  <a:pt x="51627" y="3828"/>
                </a:lnTo>
                <a:lnTo>
                  <a:pt x="51860" y="3562"/>
                </a:lnTo>
                <a:lnTo>
                  <a:pt x="52152" y="3455"/>
                </a:lnTo>
                <a:lnTo>
                  <a:pt x="52444" y="3190"/>
                </a:lnTo>
                <a:lnTo>
                  <a:pt x="52736" y="2924"/>
                </a:lnTo>
                <a:lnTo>
                  <a:pt x="53028" y="2711"/>
                </a:lnTo>
                <a:lnTo>
                  <a:pt x="53145" y="2445"/>
                </a:lnTo>
                <a:lnTo>
                  <a:pt x="53554" y="2286"/>
                </a:lnTo>
                <a:lnTo>
                  <a:pt x="53846" y="2179"/>
                </a:lnTo>
                <a:lnTo>
                  <a:pt x="54138" y="1914"/>
                </a:lnTo>
                <a:lnTo>
                  <a:pt x="54430" y="1648"/>
                </a:lnTo>
                <a:lnTo>
                  <a:pt x="54722" y="1382"/>
                </a:lnTo>
                <a:lnTo>
                  <a:pt x="55014" y="1276"/>
                </a:lnTo>
                <a:lnTo>
                  <a:pt x="55248" y="1010"/>
                </a:lnTo>
                <a:lnTo>
                  <a:pt x="55540" y="744"/>
                </a:lnTo>
                <a:lnTo>
                  <a:pt x="55832" y="478"/>
                </a:lnTo>
                <a:lnTo>
                  <a:pt x="56124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92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907455" y="3434148"/>
            <a:ext cx="56649" cy="50350"/>
          </a:xfrm>
          <a:custGeom>
            <a:avLst/>
            <a:gdLst/>
            <a:ahLst/>
            <a:cxnLst/>
            <a:rect l="l" t="t" r="r" b="b"/>
            <a:pathLst>
              <a:path w="56649" h="50350">
                <a:moveTo>
                  <a:pt x="0" y="50350"/>
                </a:moveTo>
                <a:lnTo>
                  <a:pt x="233" y="50084"/>
                </a:lnTo>
                <a:lnTo>
                  <a:pt x="525" y="49818"/>
                </a:lnTo>
                <a:lnTo>
                  <a:pt x="817" y="49552"/>
                </a:lnTo>
                <a:lnTo>
                  <a:pt x="1226" y="49286"/>
                </a:lnTo>
                <a:lnTo>
                  <a:pt x="1401" y="49180"/>
                </a:lnTo>
                <a:lnTo>
                  <a:pt x="1693" y="48914"/>
                </a:lnTo>
                <a:lnTo>
                  <a:pt x="1927" y="48648"/>
                </a:lnTo>
                <a:lnTo>
                  <a:pt x="2219" y="48436"/>
                </a:lnTo>
                <a:lnTo>
                  <a:pt x="2511" y="48170"/>
                </a:lnTo>
                <a:lnTo>
                  <a:pt x="2803" y="48010"/>
                </a:lnTo>
                <a:lnTo>
                  <a:pt x="3212" y="47904"/>
                </a:lnTo>
                <a:lnTo>
                  <a:pt x="3504" y="47638"/>
                </a:lnTo>
                <a:lnTo>
                  <a:pt x="3796" y="47372"/>
                </a:lnTo>
                <a:lnTo>
                  <a:pt x="3912" y="47106"/>
                </a:lnTo>
                <a:lnTo>
                  <a:pt x="4204" y="46894"/>
                </a:lnTo>
                <a:lnTo>
                  <a:pt x="4496" y="46628"/>
                </a:lnTo>
                <a:lnTo>
                  <a:pt x="4788" y="46362"/>
                </a:lnTo>
                <a:lnTo>
                  <a:pt x="5022" y="46096"/>
                </a:lnTo>
                <a:lnTo>
                  <a:pt x="5489" y="45990"/>
                </a:lnTo>
                <a:lnTo>
                  <a:pt x="5781" y="45724"/>
                </a:lnTo>
                <a:lnTo>
                  <a:pt x="6015" y="45565"/>
                </a:lnTo>
                <a:lnTo>
                  <a:pt x="6307" y="45352"/>
                </a:lnTo>
                <a:lnTo>
                  <a:pt x="6482" y="45086"/>
                </a:lnTo>
                <a:lnTo>
                  <a:pt x="6716" y="44820"/>
                </a:lnTo>
                <a:lnTo>
                  <a:pt x="7008" y="44554"/>
                </a:lnTo>
                <a:lnTo>
                  <a:pt x="7475" y="44288"/>
                </a:lnTo>
                <a:lnTo>
                  <a:pt x="7709" y="44182"/>
                </a:lnTo>
                <a:lnTo>
                  <a:pt x="8001" y="43916"/>
                </a:lnTo>
                <a:lnTo>
                  <a:pt x="8293" y="43650"/>
                </a:lnTo>
                <a:lnTo>
                  <a:pt x="8585" y="43385"/>
                </a:lnTo>
                <a:lnTo>
                  <a:pt x="8877" y="43278"/>
                </a:lnTo>
                <a:lnTo>
                  <a:pt x="8993" y="43012"/>
                </a:lnTo>
                <a:lnTo>
                  <a:pt x="9402" y="42747"/>
                </a:lnTo>
                <a:lnTo>
                  <a:pt x="9694" y="42481"/>
                </a:lnTo>
                <a:lnTo>
                  <a:pt x="9986" y="42268"/>
                </a:lnTo>
                <a:lnTo>
                  <a:pt x="10278" y="42002"/>
                </a:lnTo>
                <a:lnTo>
                  <a:pt x="10570" y="41736"/>
                </a:lnTo>
                <a:lnTo>
                  <a:pt x="10804" y="41471"/>
                </a:lnTo>
                <a:lnTo>
                  <a:pt x="11096" y="41364"/>
                </a:lnTo>
                <a:lnTo>
                  <a:pt x="11388" y="41098"/>
                </a:lnTo>
                <a:lnTo>
                  <a:pt x="11680" y="40939"/>
                </a:lnTo>
                <a:lnTo>
                  <a:pt x="11972" y="40726"/>
                </a:lnTo>
                <a:lnTo>
                  <a:pt x="12264" y="40460"/>
                </a:lnTo>
                <a:lnTo>
                  <a:pt x="12497" y="40195"/>
                </a:lnTo>
                <a:lnTo>
                  <a:pt x="12789" y="39929"/>
                </a:lnTo>
                <a:lnTo>
                  <a:pt x="13081" y="39663"/>
                </a:lnTo>
                <a:lnTo>
                  <a:pt x="13373" y="39397"/>
                </a:lnTo>
                <a:lnTo>
                  <a:pt x="13782" y="39184"/>
                </a:lnTo>
                <a:lnTo>
                  <a:pt x="13958" y="38919"/>
                </a:lnTo>
                <a:lnTo>
                  <a:pt x="14191" y="38759"/>
                </a:lnTo>
                <a:lnTo>
                  <a:pt x="14483" y="38546"/>
                </a:lnTo>
                <a:lnTo>
                  <a:pt x="14775" y="38280"/>
                </a:lnTo>
                <a:lnTo>
                  <a:pt x="15067" y="38015"/>
                </a:lnTo>
                <a:lnTo>
                  <a:pt x="15359" y="37749"/>
                </a:lnTo>
                <a:lnTo>
                  <a:pt x="15768" y="37483"/>
                </a:lnTo>
                <a:lnTo>
                  <a:pt x="16060" y="37217"/>
                </a:lnTo>
                <a:lnTo>
                  <a:pt x="16352" y="37004"/>
                </a:lnTo>
                <a:lnTo>
                  <a:pt x="16469" y="36739"/>
                </a:lnTo>
                <a:lnTo>
                  <a:pt x="16761" y="36473"/>
                </a:lnTo>
                <a:lnTo>
                  <a:pt x="17053" y="36313"/>
                </a:lnTo>
                <a:lnTo>
                  <a:pt x="17345" y="36101"/>
                </a:lnTo>
                <a:lnTo>
                  <a:pt x="17578" y="35835"/>
                </a:lnTo>
                <a:lnTo>
                  <a:pt x="18046" y="35675"/>
                </a:lnTo>
                <a:lnTo>
                  <a:pt x="18279" y="35463"/>
                </a:lnTo>
                <a:lnTo>
                  <a:pt x="18571" y="35197"/>
                </a:lnTo>
                <a:lnTo>
                  <a:pt x="18863" y="34931"/>
                </a:lnTo>
                <a:lnTo>
                  <a:pt x="19038" y="34665"/>
                </a:lnTo>
                <a:lnTo>
                  <a:pt x="19272" y="34399"/>
                </a:lnTo>
                <a:lnTo>
                  <a:pt x="19564" y="34133"/>
                </a:lnTo>
                <a:lnTo>
                  <a:pt x="19973" y="34027"/>
                </a:lnTo>
                <a:lnTo>
                  <a:pt x="20265" y="33761"/>
                </a:lnTo>
                <a:lnTo>
                  <a:pt x="20557" y="33389"/>
                </a:lnTo>
                <a:lnTo>
                  <a:pt x="20849" y="33123"/>
                </a:lnTo>
                <a:lnTo>
                  <a:pt x="21141" y="32857"/>
                </a:lnTo>
                <a:lnTo>
                  <a:pt x="21433" y="32592"/>
                </a:lnTo>
                <a:lnTo>
                  <a:pt x="21550" y="32379"/>
                </a:lnTo>
                <a:lnTo>
                  <a:pt x="21959" y="32113"/>
                </a:lnTo>
                <a:lnTo>
                  <a:pt x="22251" y="31847"/>
                </a:lnTo>
                <a:lnTo>
                  <a:pt x="22543" y="31741"/>
                </a:lnTo>
                <a:lnTo>
                  <a:pt x="22835" y="31475"/>
                </a:lnTo>
                <a:lnTo>
                  <a:pt x="23127" y="31209"/>
                </a:lnTo>
                <a:lnTo>
                  <a:pt x="23360" y="30943"/>
                </a:lnTo>
                <a:lnTo>
                  <a:pt x="23652" y="30677"/>
                </a:lnTo>
                <a:lnTo>
                  <a:pt x="23944" y="30412"/>
                </a:lnTo>
                <a:lnTo>
                  <a:pt x="24236" y="30199"/>
                </a:lnTo>
                <a:lnTo>
                  <a:pt x="24528" y="29933"/>
                </a:lnTo>
                <a:lnTo>
                  <a:pt x="24820" y="29667"/>
                </a:lnTo>
                <a:lnTo>
                  <a:pt x="25054" y="29401"/>
                </a:lnTo>
                <a:lnTo>
                  <a:pt x="25346" y="29295"/>
                </a:lnTo>
                <a:lnTo>
                  <a:pt x="25638" y="29029"/>
                </a:lnTo>
                <a:lnTo>
                  <a:pt x="25930" y="28763"/>
                </a:lnTo>
                <a:lnTo>
                  <a:pt x="26339" y="28498"/>
                </a:lnTo>
                <a:lnTo>
                  <a:pt x="26514" y="28232"/>
                </a:lnTo>
                <a:lnTo>
                  <a:pt x="26747" y="27966"/>
                </a:lnTo>
                <a:lnTo>
                  <a:pt x="27039" y="27753"/>
                </a:lnTo>
                <a:lnTo>
                  <a:pt x="27331" y="27328"/>
                </a:lnTo>
                <a:lnTo>
                  <a:pt x="27624" y="27115"/>
                </a:lnTo>
                <a:lnTo>
                  <a:pt x="27916" y="26956"/>
                </a:lnTo>
                <a:lnTo>
                  <a:pt x="28324" y="26690"/>
                </a:lnTo>
                <a:lnTo>
                  <a:pt x="28616" y="26424"/>
                </a:lnTo>
                <a:lnTo>
                  <a:pt x="28908" y="26211"/>
                </a:lnTo>
                <a:lnTo>
                  <a:pt x="29025" y="25946"/>
                </a:lnTo>
                <a:lnTo>
                  <a:pt x="29317" y="25680"/>
                </a:lnTo>
                <a:lnTo>
                  <a:pt x="29609" y="25414"/>
                </a:lnTo>
                <a:lnTo>
                  <a:pt x="29843" y="25148"/>
                </a:lnTo>
                <a:lnTo>
                  <a:pt x="30135" y="24882"/>
                </a:lnTo>
                <a:lnTo>
                  <a:pt x="30602" y="24776"/>
                </a:lnTo>
                <a:lnTo>
                  <a:pt x="30836" y="24404"/>
                </a:lnTo>
                <a:lnTo>
                  <a:pt x="31128" y="24138"/>
                </a:lnTo>
                <a:lnTo>
                  <a:pt x="31420" y="23872"/>
                </a:lnTo>
                <a:lnTo>
                  <a:pt x="31536" y="23606"/>
                </a:lnTo>
                <a:lnTo>
                  <a:pt x="31828" y="23340"/>
                </a:lnTo>
                <a:lnTo>
                  <a:pt x="32120" y="23128"/>
                </a:lnTo>
                <a:lnTo>
                  <a:pt x="32529" y="22862"/>
                </a:lnTo>
                <a:lnTo>
                  <a:pt x="32821" y="22596"/>
                </a:lnTo>
                <a:lnTo>
                  <a:pt x="33113" y="22490"/>
                </a:lnTo>
                <a:lnTo>
                  <a:pt x="33405" y="22064"/>
                </a:lnTo>
                <a:lnTo>
                  <a:pt x="33697" y="21798"/>
                </a:lnTo>
                <a:lnTo>
                  <a:pt x="33989" y="21586"/>
                </a:lnTo>
                <a:lnTo>
                  <a:pt x="34106" y="21320"/>
                </a:lnTo>
                <a:lnTo>
                  <a:pt x="34515" y="21054"/>
                </a:lnTo>
                <a:lnTo>
                  <a:pt x="34807" y="20788"/>
                </a:lnTo>
                <a:lnTo>
                  <a:pt x="35099" y="20522"/>
                </a:lnTo>
                <a:lnTo>
                  <a:pt x="35391" y="20257"/>
                </a:lnTo>
                <a:lnTo>
                  <a:pt x="35625" y="20044"/>
                </a:lnTo>
                <a:lnTo>
                  <a:pt x="35917" y="19778"/>
                </a:lnTo>
                <a:lnTo>
                  <a:pt x="36209" y="19512"/>
                </a:lnTo>
                <a:lnTo>
                  <a:pt x="36501" y="19246"/>
                </a:lnTo>
                <a:lnTo>
                  <a:pt x="36793" y="18980"/>
                </a:lnTo>
                <a:lnTo>
                  <a:pt x="37085" y="18715"/>
                </a:lnTo>
                <a:lnTo>
                  <a:pt x="37318" y="18502"/>
                </a:lnTo>
                <a:lnTo>
                  <a:pt x="37610" y="18077"/>
                </a:lnTo>
                <a:lnTo>
                  <a:pt x="37902" y="17864"/>
                </a:lnTo>
                <a:lnTo>
                  <a:pt x="38194" y="17704"/>
                </a:lnTo>
                <a:lnTo>
                  <a:pt x="38486" y="17439"/>
                </a:lnTo>
                <a:lnTo>
                  <a:pt x="38895" y="17226"/>
                </a:lnTo>
                <a:lnTo>
                  <a:pt x="39012" y="16960"/>
                </a:lnTo>
                <a:lnTo>
                  <a:pt x="39304" y="16535"/>
                </a:lnTo>
                <a:lnTo>
                  <a:pt x="39596" y="16322"/>
                </a:lnTo>
                <a:lnTo>
                  <a:pt x="39888" y="16056"/>
                </a:lnTo>
                <a:lnTo>
                  <a:pt x="40180" y="15790"/>
                </a:lnTo>
                <a:lnTo>
                  <a:pt x="40472" y="15525"/>
                </a:lnTo>
                <a:lnTo>
                  <a:pt x="40881" y="15418"/>
                </a:lnTo>
                <a:lnTo>
                  <a:pt x="41173" y="14993"/>
                </a:lnTo>
                <a:lnTo>
                  <a:pt x="41406" y="14780"/>
                </a:lnTo>
                <a:lnTo>
                  <a:pt x="41582" y="14514"/>
                </a:lnTo>
                <a:lnTo>
                  <a:pt x="41874" y="14249"/>
                </a:lnTo>
                <a:lnTo>
                  <a:pt x="42166" y="13983"/>
                </a:lnTo>
                <a:lnTo>
                  <a:pt x="42399" y="13611"/>
                </a:lnTo>
                <a:lnTo>
                  <a:pt x="42691" y="13345"/>
                </a:lnTo>
                <a:lnTo>
                  <a:pt x="43100" y="13079"/>
                </a:lnTo>
                <a:lnTo>
                  <a:pt x="43392" y="12973"/>
                </a:lnTo>
                <a:lnTo>
                  <a:pt x="43684" y="12707"/>
                </a:lnTo>
                <a:lnTo>
                  <a:pt x="43976" y="12334"/>
                </a:lnTo>
                <a:lnTo>
                  <a:pt x="44093" y="12069"/>
                </a:lnTo>
                <a:lnTo>
                  <a:pt x="44385" y="11803"/>
                </a:lnTo>
                <a:lnTo>
                  <a:pt x="44677" y="11537"/>
                </a:lnTo>
                <a:lnTo>
                  <a:pt x="45086" y="11271"/>
                </a:lnTo>
                <a:lnTo>
                  <a:pt x="45378" y="10899"/>
                </a:lnTo>
                <a:lnTo>
                  <a:pt x="45670" y="10793"/>
                </a:lnTo>
                <a:lnTo>
                  <a:pt x="45962" y="10527"/>
                </a:lnTo>
                <a:lnTo>
                  <a:pt x="46254" y="10261"/>
                </a:lnTo>
                <a:lnTo>
                  <a:pt x="46487" y="9889"/>
                </a:lnTo>
                <a:lnTo>
                  <a:pt x="46662" y="9623"/>
                </a:lnTo>
                <a:lnTo>
                  <a:pt x="47071" y="9357"/>
                </a:lnTo>
                <a:lnTo>
                  <a:pt x="47363" y="9091"/>
                </a:lnTo>
                <a:lnTo>
                  <a:pt x="47655" y="8825"/>
                </a:lnTo>
                <a:lnTo>
                  <a:pt x="47947" y="8453"/>
                </a:lnTo>
                <a:lnTo>
                  <a:pt x="48181" y="8347"/>
                </a:lnTo>
                <a:lnTo>
                  <a:pt x="48473" y="8081"/>
                </a:lnTo>
                <a:lnTo>
                  <a:pt x="48765" y="7815"/>
                </a:lnTo>
                <a:lnTo>
                  <a:pt x="49057" y="7443"/>
                </a:lnTo>
                <a:lnTo>
                  <a:pt x="49349" y="7177"/>
                </a:lnTo>
                <a:lnTo>
                  <a:pt x="49641" y="6911"/>
                </a:lnTo>
                <a:lnTo>
                  <a:pt x="49875" y="6646"/>
                </a:lnTo>
                <a:lnTo>
                  <a:pt x="50167" y="6273"/>
                </a:lnTo>
                <a:lnTo>
                  <a:pt x="50459" y="6167"/>
                </a:lnTo>
                <a:lnTo>
                  <a:pt x="50751" y="5901"/>
                </a:lnTo>
                <a:lnTo>
                  <a:pt x="51043" y="5635"/>
                </a:lnTo>
                <a:lnTo>
                  <a:pt x="51451" y="5263"/>
                </a:lnTo>
                <a:lnTo>
                  <a:pt x="51743" y="4997"/>
                </a:lnTo>
                <a:lnTo>
                  <a:pt x="51860" y="4731"/>
                </a:lnTo>
                <a:lnTo>
                  <a:pt x="52152" y="4466"/>
                </a:lnTo>
                <a:lnTo>
                  <a:pt x="52444" y="4093"/>
                </a:lnTo>
                <a:lnTo>
                  <a:pt x="52736" y="3828"/>
                </a:lnTo>
                <a:lnTo>
                  <a:pt x="52970" y="3721"/>
                </a:lnTo>
                <a:lnTo>
                  <a:pt x="53437" y="3349"/>
                </a:lnTo>
                <a:lnTo>
                  <a:pt x="53729" y="3083"/>
                </a:lnTo>
                <a:lnTo>
                  <a:pt x="53963" y="2817"/>
                </a:lnTo>
                <a:lnTo>
                  <a:pt x="54138" y="2552"/>
                </a:lnTo>
                <a:lnTo>
                  <a:pt x="54430" y="2179"/>
                </a:lnTo>
                <a:lnTo>
                  <a:pt x="54663" y="1914"/>
                </a:lnTo>
                <a:lnTo>
                  <a:pt x="54956" y="1648"/>
                </a:lnTo>
                <a:lnTo>
                  <a:pt x="55248" y="1541"/>
                </a:lnTo>
                <a:lnTo>
                  <a:pt x="55656" y="1169"/>
                </a:lnTo>
                <a:lnTo>
                  <a:pt x="55948" y="903"/>
                </a:lnTo>
                <a:lnTo>
                  <a:pt x="56240" y="638"/>
                </a:lnTo>
                <a:lnTo>
                  <a:pt x="56532" y="265"/>
                </a:lnTo>
                <a:lnTo>
                  <a:pt x="56649" y="0"/>
                </a:lnTo>
              </a:path>
            </a:pathLst>
          </a:custGeom>
          <a:ln w="803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964105" y="3374280"/>
            <a:ext cx="56824" cy="59867"/>
          </a:xfrm>
          <a:custGeom>
            <a:avLst/>
            <a:gdLst/>
            <a:ahLst/>
            <a:cxnLst/>
            <a:rect l="l" t="t" r="r" b="b"/>
            <a:pathLst>
              <a:path w="56824" h="59867">
                <a:moveTo>
                  <a:pt x="0" y="59867"/>
                </a:moveTo>
                <a:lnTo>
                  <a:pt x="292" y="59601"/>
                </a:lnTo>
                <a:lnTo>
                  <a:pt x="584" y="59229"/>
                </a:lnTo>
                <a:lnTo>
                  <a:pt x="992" y="58963"/>
                </a:lnTo>
                <a:lnTo>
                  <a:pt x="1284" y="58803"/>
                </a:lnTo>
                <a:lnTo>
                  <a:pt x="1576" y="58591"/>
                </a:lnTo>
                <a:lnTo>
                  <a:pt x="1868" y="58165"/>
                </a:lnTo>
                <a:lnTo>
                  <a:pt x="2102" y="57953"/>
                </a:lnTo>
                <a:lnTo>
                  <a:pt x="2394" y="57687"/>
                </a:lnTo>
                <a:lnTo>
                  <a:pt x="2569" y="57261"/>
                </a:lnTo>
                <a:lnTo>
                  <a:pt x="2978" y="57049"/>
                </a:lnTo>
                <a:lnTo>
                  <a:pt x="3270" y="56783"/>
                </a:lnTo>
                <a:lnTo>
                  <a:pt x="3562" y="56517"/>
                </a:lnTo>
                <a:lnTo>
                  <a:pt x="3796" y="56251"/>
                </a:lnTo>
                <a:lnTo>
                  <a:pt x="4088" y="55985"/>
                </a:lnTo>
                <a:lnTo>
                  <a:pt x="4380" y="55613"/>
                </a:lnTo>
                <a:lnTo>
                  <a:pt x="4672" y="55347"/>
                </a:lnTo>
                <a:lnTo>
                  <a:pt x="4964" y="55082"/>
                </a:lnTo>
                <a:lnTo>
                  <a:pt x="5256" y="54709"/>
                </a:lnTo>
                <a:lnTo>
                  <a:pt x="5489" y="54444"/>
                </a:lnTo>
                <a:lnTo>
                  <a:pt x="5781" y="54337"/>
                </a:lnTo>
                <a:lnTo>
                  <a:pt x="6073" y="53965"/>
                </a:lnTo>
                <a:lnTo>
                  <a:pt x="6365" y="53699"/>
                </a:lnTo>
                <a:lnTo>
                  <a:pt x="6657" y="53433"/>
                </a:lnTo>
                <a:lnTo>
                  <a:pt x="6949" y="53061"/>
                </a:lnTo>
                <a:lnTo>
                  <a:pt x="7358" y="52795"/>
                </a:lnTo>
                <a:lnTo>
                  <a:pt x="7650" y="52530"/>
                </a:lnTo>
                <a:lnTo>
                  <a:pt x="7767" y="52157"/>
                </a:lnTo>
                <a:lnTo>
                  <a:pt x="8059" y="51998"/>
                </a:lnTo>
                <a:lnTo>
                  <a:pt x="8351" y="51785"/>
                </a:lnTo>
                <a:lnTo>
                  <a:pt x="8643" y="51360"/>
                </a:lnTo>
                <a:lnTo>
                  <a:pt x="8877" y="51094"/>
                </a:lnTo>
                <a:lnTo>
                  <a:pt x="9344" y="50722"/>
                </a:lnTo>
                <a:lnTo>
                  <a:pt x="9577" y="50456"/>
                </a:lnTo>
                <a:lnTo>
                  <a:pt x="9869" y="50243"/>
                </a:lnTo>
                <a:lnTo>
                  <a:pt x="10161" y="49818"/>
                </a:lnTo>
                <a:lnTo>
                  <a:pt x="10337" y="49712"/>
                </a:lnTo>
                <a:lnTo>
                  <a:pt x="10570" y="49446"/>
                </a:lnTo>
                <a:lnTo>
                  <a:pt x="10862" y="49074"/>
                </a:lnTo>
                <a:lnTo>
                  <a:pt x="11154" y="48808"/>
                </a:lnTo>
                <a:lnTo>
                  <a:pt x="11563" y="48542"/>
                </a:lnTo>
                <a:lnTo>
                  <a:pt x="11855" y="48170"/>
                </a:lnTo>
                <a:lnTo>
                  <a:pt x="12147" y="47904"/>
                </a:lnTo>
                <a:lnTo>
                  <a:pt x="12439" y="47532"/>
                </a:lnTo>
                <a:lnTo>
                  <a:pt x="12556" y="47372"/>
                </a:lnTo>
                <a:lnTo>
                  <a:pt x="12848" y="47160"/>
                </a:lnTo>
                <a:lnTo>
                  <a:pt x="13140" y="46734"/>
                </a:lnTo>
                <a:lnTo>
                  <a:pt x="13549" y="46522"/>
                </a:lnTo>
                <a:lnTo>
                  <a:pt x="13841" y="46096"/>
                </a:lnTo>
                <a:lnTo>
                  <a:pt x="14133" y="45830"/>
                </a:lnTo>
                <a:lnTo>
                  <a:pt x="14425" y="45618"/>
                </a:lnTo>
                <a:lnTo>
                  <a:pt x="14658" y="45192"/>
                </a:lnTo>
                <a:lnTo>
                  <a:pt x="14950" y="45086"/>
                </a:lnTo>
                <a:lnTo>
                  <a:pt x="15126" y="44714"/>
                </a:lnTo>
                <a:lnTo>
                  <a:pt x="15359" y="44448"/>
                </a:lnTo>
                <a:lnTo>
                  <a:pt x="15826" y="44182"/>
                </a:lnTo>
                <a:lnTo>
                  <a:pt x="16118" y="43810"/>
                </a:lnTo>
                <a:lnTo>
                  <a:pt x="16352" y="43544"/>
                </a:lnTo>
                <a:lnTo>
                  <a:pt x="16644" y="43172"/>
                </a:lnTo>
                <a:lnTo>
                  <a:pt x="16936" y="42906"/>
                </a:lnTo>
                <a:lnTo>
                  <a:pt x="17228" y="42747"/>
                </a:lnTo>
                <a:lnTo>
                  <a:pt x="17520" y="42374"/>
                </a:lnTo>
                <a:lnTo>
                  <a:pt x="17812" y="42109"/>
                </a:lnTo>
                <a:lnTo>
                  <a:pt x="18046" y="41736"/>
                </a:lnTo>
                <a:lnTo>
                  <a:pt x="18338" y="41471"/>
                </a:lnTo>
                <a:lnTo>
                  <a:pt x="18630" y="41205"/>
                </a:lnTo>
                <a:lnTo>
                  <a:pt x="18922" y="40833"/>
                </a:lnTo>
                <a:lnTo>
                  <a:pt x="19214" y="40567"/>
                </a:lnTo>
                <a:lnTo>
                  <a:pt x="19506" y="40354"/>
                </a:lnTo>
                <a:lnTo>
                  <a:pt x="19914" y="40088"/>
                </a:lnTo>
                <a:lnTo>
                  <a:pt x="20206" y="39663"/>
                </a:lnTo>
                <a:lnTo>
                  <a:pt x="20323" y="39450"/>
                </a:lnTo>
                <a:lnTo>
                  <a:pt x="20615" y="39184"/>
                </a:lnTo>
                <a:lnTo>
                  <a:pt x="20907" y="38812"/>
                </a:lnTo>
                <a:lnTo>
                  <a:pt x="21141" y="38546"/>
                </a:lnTo>
                <a:lnTo>
                  <a:pt x="21433" y="38121"/>
                </a:lnTo>
                <a:lnTo>
                  <a:pt x="21725" y="38015"/>
                </a:lnTo>
                <a:lnTo>
                  <a:pt x="22134" y="37642"/>
                </a:lnTo>
                <a:lnTo>
                  <a:pt x="22426" y="37377"/>
                </a:lnTo>
                <a:lnTo>
                  <a:pt x="22718" y="37004"/>
                </a:lnTo>
                <a:lnTo>
                  <a:pt x="22835" y="36739"/>
                </a:lnTo>
                <a:lnTo>
                  <a:pt x="23127" y="36473"/>
                </a:lnTo>
                <a:lnTo>
                  <a:pt x="23419" y="36101"/>
                </a:lnTo>
                <a:lnTo>
                  <a:pt x="23711" y="35835"/>
                </a:lnTo>
                <a:lnTo>
                  <a:pt x="24119" y="35569"/>
                </a:lnTo>
                <a:lnTo>
                  <a:pt x="24411" y="35303"/>
                </a:lnTo>
                <a:lnTo>
                  <a:pt x="24703" y="34931"/>
                </a:lnTo>
                <a:lnTo>
                  <a:pt x="24995" y="34665"/>
                </a:lnTo>
                <a:lnTo>
                  <a:pt x="25287" y="34293"/>
                </a:lnTo>
                <a:lnTo>
                  <a:pt x="25404" y="34027"/>
                </a:lnTo>
                <a:lnTo>
                  <a:pt x="25696" y="33655"/>
                </a:lnTo>
                <a:lnTo>
                  <a:pt x="26105" y="33389"/>
                </a:lnTo>
                <a:lnTo>
                  <a:pt x="26397" y="33283"/>
                </a:lnTo>
                <a:lnTo>
                  <a:pt x="26689" y="32857"/>
                </a:lnTo>
                <a:lnTo>
                  <a:pt x="26923" y="32645"/>
                </a:lnTo>
                <a:lnTo>
                  <a:pt x="27215" y="32219"/>
                </a:lnTo>
                <a:lnTo>
                  <a:pt x="27507" y="32007"/>
                </a:lnTo>
                <a:lnTo>
                  <a:pt x="27799" y="31581"/>
                </a:lnTo>
                <a:lnTo>
                  <a:pt x="27916" y="31315"/>
                </a:lnTo>
                <a:lnTo>
                  <a:pt x="28383" y="31103"/>
                </a:lnTo>
                <a:lnTo>
                  <a:pt x="28616" y="30837"/>
                </a:lnTo>
                <a:lnTo>
                  <a:pt x="28908" y="30465"/>
                </a:lnTo>
                <a:lnTo>
                  <a:pt x="29200" y="30199"/>
                </a:lnTo>
                <a:lnTo>
                  <a:pt x="29492" y="29774"/>
                </a:lnTo>
                <a:lnTo>
                  <a:pt x="29784" y="29561"/>
                </a:lnTo>
                <a:lnTo>
                  <a:pt x="30076" y="29136"/>
                </a:lnTo>
                <a:lnTo>
                  <a:pt x="30310" y="28923"/>
                </a:lnTo>
                <a:lnTo>
                  <a:pt x="30602" y="28657"/>
                </a:lnTo>
                <a:lnTo>
                  <a:pt x="30894" y="28391"/>
                </a:lnTo>
                <a:lnTo>
                  <a:pt x="31186" y="28019"/>
                </a:lnTo>
                <a:lnTo>
                  <a:pt x="31478" y="27753"/>
                </a:lnTo>
                <a:lnTo>
                  <a:pt x="31770" y="27381"/>
                </a:lnTo>
                <a:lnTo>
                  <a:pt x="32004" y="27115"/>
                </a:lnTo>
                <a:lnTo>
                  <a:pt x="32471" y="26690"/>
                </a:lnTo>
                <a:lnTo>
                  <a:pt x="32704" y="26477"/>
                </a:lnTo>
                <a:lnTo>
                  <a:pt x="32880" y="26211"/>
                </a:lnTo>
                <a:lnTo>
                  <a:pt x="33172" y="25946"/>
                </a:lnTo>
                <a:lnTo>
                  <a:pt x="33464" y="25573"/>
                </a:lnTo>
                <a:lnTo>
                  <a:pt x="33697" y="25307"/>
                </a:lnTo>
                <a:lnTo>
                  <a:pt x="33989" y="24935"/>
                </a:lnTo>
                <a:lnTo>
                  <a:pt x="34281" y="24669"/>
                </a:lnTo>
                <a:lnTo>
                  <a:pt x="34690" y="24297"/>
                </a:lnTo>
                <a:lnTo>
                  <a:pt x="34982" y="24138"/>
                </a:lnTo>
                <a:lnTo>
                  <a:pt x="35274" y="23766"/>
                </a:lnTo>
                <a:lnTo>
                  <a:pt x="35391" y="23500"/>
                </a:lnTo>
                <a:lnTo>
                  <a:pt x="35683" y="23128"/>
                </a:lnTo>
                <a:lnTo>
                  <a:pt x="35975" y="22862"/>
                </a:lnTo>
                <a:lnTo>
                  <a:pt x="36267" y="22490"/>
                </a:lnTo>
                <a:lnTo>
                  <a:pt x="36676" y="22224"/>
                </a:lnTo>
                <a:lnTo>
                  <a:pt x="36968" y="21852"/>
                </a:lnTo>
                <a:lnTo>
                  <a:pt x="37260" y="21692"/>
                </a:lnTo>
                <a:lnTo>
                  <a:pt x="37552" y="21320"/>
                </a:lnTo>
                <a:lnTo>
                  <a:pt x="37785" y="21054"/>
                </a:lnTo>
                <a:lnTo>
                  <a:pt x="37961" y="20682"/>
                </a:lnTo>
                <a:lnTo>
                  <a:pt x="38253" y="20416"/>
                </a:lnTo>
                <a:lnTo>
                  <a:pt x="38661" y="20044"/>
                </a:lnTo>
                <a:lnTo>
                  <a:pt x="38953" y="19672"/>
                </a:lnTo>
                <a:lnTo>
                  <a:pt x="39245" y="19406"/>
                </a:lnTo>
                <a:lnTo>
                  <a:pt x="39479" y="19140"/>
                </a:lnTo>
                <a:lnTo>
                  <a:pt x="39771" y="18874"/>
                </a:lnTo>
                <a:lnTo>
                  <a:pt x="40063" y="18502"/>
                </a:lnTo>
                <a:lnTo>
                  <a:pt x="40355" y="18236"/>
                </a:lnTo>
                <a:lnTo>
                  <a:pt x="40472" y="17864"/>
                </a:lnTo>
                <a:lnTo>
                  <a:pt x="40939" y="17598"/>
                </a:lnTo>
                <a:lnTo>
                  <a:pt x="41173" y="17226"/>
                </a:lnTo>
                <a:lnTo>
                  <a:pt x="41465" y="17066"/>
                </a:lnTo>
                <a:lnTo>
                  <a:pt x="41757" y="16694"/>
                </a:lnTo>
                <a:lnTo>
                  <a:pt x="42049" y="16322"/>
                </a:lnTo>
                <a:lnTo>
                  <a:pt x="42341" y="16056"/>
                </a:lnTo>
                <a:lnTo>
                  <a:pt x="42633" y="15684"/>
                </a:lnTo>
                <a:lnTo>
                  <a:pt x="42866" y="15418"/>
                </a:lnTo>
                <a:lnTo>
                  <a:pt x="43158" y="15046"/>
                </a:lnTo>
                <a:lnTo>
                  <a:pt x="43450" y="14780"/>
                </a:lnTo>
                <a:lnTo>
                  <a:pt x="43742" y="14514"/>
                </a:lnTo>
                <a:lnTo>
                  <a:pt x="44034" y="14249"/>
                </a:lnTo>
                <a:lnTo>
                  <a:pt x="44268" y="13876"/>
                </a:lnTo>
                <a:lnTo>
                  <a:pt x="44560" y="13504"/>
                </a:lnTo>
                <a:lnTo>
                  <a:pt x="45027" y="13238"/>
                </a:lnTo>
                <a:lnTo>
                  <a:pt x="45261" y="12866"/>
                </a:lnTo>
                <a:lnTo>
                  <a:pt x="45436" y="12600"/>
                </a:lnTo>
                <a:lnTo>
                  <a:pt x="45728" y="12334"/>
                </a:lnTo>
                <a:lnTo>
                  <a:pt x="45962" y="12069"/>
                </a:lnTo>
                <a:lnTo>
                  <a:pt x="46254" y="11696"/>
                </a:lnTo>
                <a:lnTo>
                  <a:pt x="46546" y="11324"/>
                </a:lnTo>
                <a:lnTo>
                  <a:pt x="46838" y="11058"/>
                </a:lnTo>
                <a:lnTo>
                  <a:pt x="47246" y="10633"/>
                </a:lnTo>
                <a:lnTo>
                  <a:pt x="47538" y="10420"/>
                </a:lnTo>
                <a:lnTo>
                  <a:pt x="47830" y="10155"/>
                </a:lnTo>
                <a:lnTo>
                  <a:pt x="47947" y="9889"/>
                </a:lnTo>
                <a:lnTo>
                  <a:pt x="48239" y="9517"/>
                </a:lnTo>
                <a:lnTo>
                  <a:pt x="48531" y="9144"/>
                </a:lnTo>
                <a:lnTo>
                  <a:pt x="48823" y="8879"/>
                </a:lnTo>
                <a:lnTo>
                  <a:pt x="49232" y="8453"/>
                </a:lnTo>
                <a:lnTo>
                  <a:pt x="49524" y="8241"/>
                </a:lnTo>
                <a:lnTo>
                  <a:pt x="49816" y="7815"/>
                </a:lnTo>
                <a:lnTo>
                  <a:pt x="50108" y="7603"/>
                </a:lnTo>
                <a:lnTo>
                  <a:pt x="50342" y="7337"/>
                </a:lnTo>
                <a:lnTo>
                  <a:pt x="50517" y="6911"/>
                </a:lnTo>
                <a:lnTo>
                  <a:pt x="50809" y="6699"/>
                </a:lnTo>
                <a:lnTo>
                  <a:pt x="51218" y="6273"/>
                </a:lnTo>
                <a:lnTo>
                  <a:pt x="51510" y="5901"/>
                </a:lnTo>
                <a:lnTo>
                  <a:pt x="51743" y="5635"/>
                </a:lnTo>
                <a:lnTo>
                  <a:pt x="52035" y="5369"/>
                </a:lnTo>
                <a:lnTo>
                  <a:pt x="52327" y="5157"/>
                </a:lnTo>
                <a:lnTo>
                  <a:pt x="52619" y="4731"/>
                </a:lnTo>
                <a:lnTo>
                  <a:pt x="52911" y="4359"/>
                </a:lnTo>
                <a:lnTo>
                  <a:pt x="53028" y="4093"/>
                </a:lnTo>
                <a:lnTo>
                  <a:pt x="53437" y="3721"/>
                </a:lnTo>
                <a:lnTo>
                  <a:pt x="53729" y="3455"/>
                </a:lnTo>
                <a:lnTo>
                  <a:pt x="54021" y="3083"/>
                </a:lnTo>
                <a:lnTo>
                  <a:pt x="54313" y="2817"/>
                </a:lnTo>
                <a:lnTo>
                  <a:pt x="54605" y="2552"/>
                </a:lnTo>
                <a:lnTo>
                  <a:pt x="54897" y="2179"/>
                </a:lnTo>
                <a:lnTo>
                  <a:pt x="55131" y="1914"/>
                </a:lnTo>
                <a:lnTo>
                  <a:pt x="55423" y="1541"/>
                </a:lnTo>
                <a:lnTo>
                  <a:pt x="55715" y="1169"/>
                </a:lnTo>
                <a:lnTo>
                  <a:pt x="56007" y="903"/>
                </a:lnTo>
                <a:lnTo>
                  <a:pt x="56299" y="638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810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6020930" y="3308405"/>
            <a:ext cx="56708" cy="65875"/>
          </a:xfrm>
          <a:custGeom>
            <a:avLst/>
            <a:gdLst/>
            <a:ahLst/>
            <a:cxnLst/>
            <a:rect l="l" t="t" r="r" b="b"/>
            <a:pathLst>
              <a:path w="56708" h="65875">
                <a:moveTo>
                  <a:pt x="0" y="65875"/>
                </a:moveTo>
                <a:lnTo>
                  <a:pt x="292" y="65503"/>
                </a:lnTo>
                <a:lnTo>
                  <a:pt x="700" y="65237"/>
                </a:lnTo>
                <a:lnTo>
                  <a:pt x="992" y="64865"/>
                </a:lnTo>
                <a:lnTo>
                  <a:pt x="1168" y="64439"/>
                </a:lnTo>
                <a:lnTo>
                  <a:pt x="1460" y="64333"/>
                </a:lnTo>
                <a:lnTo>
                  <a:pt x="1693" y="63961"/>
                </a:lnTo>
                <a:lnTo>
                  <a:pt x="1985" y="63535"/>
                </a:lnTo>
                <a:lnTo>
                  <a:pt x="2277" y="63323"/>
                </a:lnTo>
                <a:lnTo>
                  <a:pt x="2569" y="62897"/>
                </a:lnTo>
                <a:lnTo>
                  <a:pt x="2978" y="62685"/>
                </a:lnTo>
                <a:lnTo>
                  <a:pt x="3270" y="62259"/>
                </a:lnTo>
                <a:lnTo>
                  <a:pt x="3562" y="61993"/>
                </a:lnTo>
                <a:lnTo>
                  <a:pt x="3679" y="61781"/>
                </a:lnTo>
                <a:lnTo>
                  <a:pt x="3971" y="61355"/>
                </a:lnTo>
                <a:lnTo>
                  <a:pt x="4263" y="60983"/>
                </a:lnTo>
                <a:lnTo>
                  <a:pt x="4555" y="60717"/>
                </a:lnTo>
                <a:lnTo>
                  <a:pt x="4964" y="60345"/>
                </a:lnTo>
                <a:lnTo>
                  <a:pt x="5256" y="59973"/>
                </a:lnTo>
                <a:lnTo>
                  <a:pt x="5548" y="59707"/>
                </a:lnTo>
                <a:lnTo>
                  <a:pt x="5781" y="59441"/>
                </a:lnTo>
                <a:lnTo>
                  <a:pt x="6073" y="59176"/>
                </a:lnTo>
                <a:lnTo>
                  <a:pt x="6248" y="58803"/>
                </a:lnTo>
                <a:lnTo>
                  <a:pt x="6482" y="58431"/>
                </a:lnTo>
                <a:lnTo>
                  <a:pt x="6949" y="58165"/>
                </a:lnTo>
                <a:lnTo>
                  <a:pt x="7241" y="57793"/>
                </a:lnTo>
                <a:lnTo>
                  <a:pt x="7475" y="57421"/>
                </a:lnTo>
                <a:lnTo>
                  <a:pt x="7767" y="57261"/>
                </a:lnTo>
                <a:lnTo>
                  <a:pt x="8059" y="56889"/>
                </a:lnTo>
                <a:lnTo>
                  <a:pt x="8351" y="56517"/>
                </a:lnTo>
                <a:lnTo>
                  <a:pt x="8643" y="56251"/>
                </a:lnTo>
                <a:lnTo>
                  <a:pt x="8760" y="55879"/>
                </a:lnTo>
                <a:lnTo>
                  <a:pt x="9169" y="55454"/>
                </a:lnTo>
                <a:lnTo>
                  <a:pt x="9461" y="55188"/>
                </a:lnTo>
                <a:lnTo>
                  <a:pt x="9753" y="54975"/>
                </a:lnTo>
                <a:lnTo>
                  <a:pt x="10045" y="54550"/>
                </a:lnTo>
                <a:lnTo>
                  <a:pt x="10337" y="54337"/>
                </a:lnTo>
                <a:lnTo>
                  <a:pt x="10629" y="53912"/>
                </a:lnTo>
                <a:lnTo>
                  <a:pt x="10862" y="53540"/>
                </a:lnTo>
                <a:lnTo>
                  <a:pt x="11154" y="53274"/>
                </a:lnTo>
                <a:lnTo>
                  <a:pt x="11446" y="52902"/>
                </a:lnTo>
                <a:lnTo>
                  <a:pt x="11738" y="52636"/>
                </a:lnTo>
                <a:lnTo>
                  <a:pt x="12030" y="52370"/>
                </a:lnTo>
                <a:lnTo>
                  <a:pt x="12264" y="51998"/>
                </a:lnTo>
                <a:lnTo>
                  <a:pt x="12556" y="51626"/>
                </a:lnTo>
                <a:lnTo>
                  <a:pt x="12848" y="51360"/>
                </a:lnTo>
                <a:lnTo>
                  <a:pt x="13257" y="50988"/>
                </a:lnTo>
                <a:lnTo>
                  <a:pt x="13549" y="50562"/>
                </a:lnTo>
                <a:lnTo>
                  <a:pt x="13724" y="50350"/>
                </a:lnTo>
                <a:lnTo>
                  <a:pt x="13958" y="50084"/>
                </a:lnTo>
                <a:lnTo>
                  <a:pt x="14250" y="49712"/>
                </a:lnTo>
                <a:lnTo>
                  <a:pt x="14542" y="49446"/>
                </a:lnTo>
                <a:lnTo>
                  <a:pt x="14834" y="49020"/>
                </a:lnTo>
                <a:lnTo>
                  <a:pt x="15126" y="48648"/>
                </a:lnTo>
                <a:lnTo>
                  <a:pt x="15534" y="48382"/>
                </a:lnTo>
                <a:lnTo>
                  <a:pt x="15826" y="48010"/>
                </a:lnTo>
                <a:lnTo>
                  <a:pt x="16118" y="47744"/>
                </a:lnTo>
                <a:lnTo>
                  <a:pt x="16235" y="47479"/>
                </a:lnTo>
                <a:lnTo>
                  <a:pt x="16527" y="47106"/>
                </a:lnTo>
                <a:lnTo>
                  <a:pt x="16819" y="46734"/>
                </a:lnTo>
                <a:lnTo>
                  <a:pt x="17111" y="46362"/>
                </a:lnTo>
                <a:lnTo>
                  <a:pt x="17520" y="46096"/>
                </a:lnTo>
                <a:lnTo>
                  <a:pt x="17812" y="45724"/>
                </a:lnTo>
                <a:lnTo>
                  <a:pt x="18046" y="45458"/>
                </a:lnTo>
                <a:lnTo>
                  <a:pt x="18338" y="45192"/>
                </a:lnTo>
                <a:lnTo>
                  <a:pt x="18630" y="44820"/>
                </a:lnTo>
                <a:lnTo>
                  <a:pt x="18805" y="44448"/>
                </a:lnTo>
                <a:lnTo>
                  <a:pt x="19038" y="44182"/>
                </a:lnTo>
                <a:lnTo>
                  <a:pt x="19506" y="43757"/>
                </a:lnTo>
                <a:lnTo>
                  <a:pt x="19739" y="43385"/>
                </a:lnTo>
                <a:lnTo>
                  <a:pt x="20031" y="43278"/>
                </a:lnTo>
                <a:lnTo>
                  <a:pt x="20323" y="42906"/>
                </a:lnTo>
                <a:lnTo>
                  <a:pt x="20615" y="42481"/>
                </a:lnTo>
                <a:lnTo>
                  <a:pt x="20907" y="42109"/>
                </a:lnTo>
                <a:lnTo>
                  <a:pt x="21199" y="41843"/>
                </a:lnTo>
                <a:lnTo>
                  <a:pt x="21316" y="41471"/>
                </a:lnTo>
                <a:lnTo>
                  <a:pt x="21725" y="41098"/>
                </a:lnTo>
                <a:lnTo>
                  <a:pt x="22017" y="40939"/>
                </a:lnTo>
                <a:lnTo>
                  <a:pt x="22309" y="40567"/>
                </a:lnTo>
                <a:lnTo>
                  <a:pt x="22601" y="40195"/>
                </a:lnTo>
                <a:lnTo>
                  <a:pt x="22893" y="39929"/>
                </a:lnTo>
                <a:lnTo>
                  <a:pt x="23127" y="39557"/>
                </a:lnTo>
                <a:lnTo>
                  <a:pt x="23419" y="39131"/>
                </a:lnTo>
                <a:lnTo>
                  <a:pt x="23711" y="38759"/>
                </a:lnTo>
                <a:lnTo>
                  <a:pt x="24003" y="38653"/>
                </a:lnTo>
                <a:lnTo>
                  <a:pt x="24295" y="38280"/>
                </a:lnTo>
                <a:lnTo>
                  <a:pt x="24587" y="37855"/>
                </a:lnTo>
                <a:lnTo>
                  <a:pt x="24820" y="37589"/>
                </a:lnTo>
                <a:lnTo>
                  <a:pt x="25112" y="37217"/>
                </a:lnTo>
                <a:lnTo>
                  <a:pt x="25404" y="36845"/>
                </a:lnTo>
                <a:lnTo>
                  <a:pt x="25813" y="36473"/>
                </a:lnTo>
                <a:lnTo>
                  <a:pt x="26105" y="36313"/>
                </a:lnTo>
                <a:lnTo>
                  <a:pt x="26280" y="35941"/>
                </a:lnTo>
                <a:lnTo>
                  <a:pt x="26514" y="35569"/>
                </a:lnTo>
                <a:lnTo>
                  <a:pt x="26806" y="35303"/>
                </a:lnTo>
                <a:lnTo>
                  <a:pt x="27098" y="34931"/>
                </a:lnTo>
                <a:lnTo>
                  <a:pt x="27390" y="34506"/>
                </a:lnTo>
                <a:lnTo>
                  <a:pt x="27682" y="34133"/>
                </a:lnTo>
                <a:lnTo>
                  <a:pt x="28091" y="34027"/>
                </a:lnTo>
                <a:lnTo>
                  <a:pt x="28383" y="33655"/>
                </a:lnTo>
                <a:lnTo>
                  <a:pt x="28675" y="33230"/>
                </a:lnTo>
                <a:lnTo>
                  <a:pt x="28792" y="32857"/>
                </a:lnTo>
                <a:lnTo>
                  <a:pt x="29084" y="32592"/>
                </a:lnTo>
                <a:lnTo>
                  <a:pt x="29376" y="32219"/>
                </a:lnTo>
                <a:lnTo>
                  <a:pt x="29609" y="31847"/>
                </a:lnTo>
                <a:lnTo>
                  <a:pt x="30076" y="31688"/>
                </a:lnTo>
                <a:lnTo>
                  <a:pt x="30368" y="31315"/>
                </a:lnTo>
                <a:lnTo>
                  <a:pt x="30602" y="30943"/>
                </a:lnTo>
                <a:lnTo>
                  <a:pt x="30894" y="30571"/>
                </a:lnTo>
                <a:lnTo>
                  <a:pt x="31186" y="30305"/>
                </a:lnTo>
                <a:lnTo>
                  <a:pt x="31303" y="29933"/>
                </a:lnTo>
                <a:lnTo>
                  <a:pt x="31595" y="29508"/>
                </a:lnTo>
                <a:lnTo>
                  <a:pt x="32062" y="29242"/>
                </a:lnTo>
                <a:lnTo>
                  <a:pt x="32296" y="29029"/>
                </a:lnTo>
                <a:lnTo>
                  <a:pt x="32588" y="28604"/>
                </a:lnTo>
                <a:lnTo>
                  <a:pt x="32880" y="28232"/>
                </a:lnTo>
                <a:lnTo>
                  <a:pt x="33172" y="27966"/>
                </a:lnTo>
                <a:lnTo>
                  <a:pt x="33464" y="27594"/>
                </a:lnTo>
                <a:lnTo>
                  <a:pt x="33756" y="27222"/>
                </a:lnTo>
                <a:lnTo>
                  <a:pt x="33872" y="26956"/>
                </a:lnTo>
                <a:lnTo>
                  <a:pt x="34281" y="26690"/>
                </a:lnTo>
                <a:lnTo>
                  <a:pt x="34573" y="26318"/>
                </a:lnTo>
                <a:lnTo>
                  <a:pt x="34865" y="25946"/>
                </a:lnTo>
                <a:lnTo>
                  <a:pt x="35157" y="25520"/>
                </a:lnTo>
                <a:lnTo>
                  <a:pt x="35449" y="25307"/>
                </a:lnTo>
                <a:lnTo>
                  <a:pt x="35683" y="24882"/>
                </a:lnTo>
                <a:lnTo>
                  <a:pt x="35975" y="24616"/>
                </a:lnTo>
                <a:lnTo>
                  <a:pt x="36384" y="24244"/>
                </a:lnTo>
                <a:lnTo>
                  <a:pt x="36559" y="23978"/>
                </a:lnTo>
                <a:lnTo>
                  <a:pt x="36851" y="23606"/>
                </a:lnTo>
                <a:lnTo>
                  <a:pt x="37085" y="23234"/>
                </a:lnTo>
                <a:lnTo>
                  <a:pt x="37377" y="22862"/>
                </a:lnTo>
                <a:lnTo>
                  <a:pt x="37669" y="22596"/>
                </a:lnTo>
                <a:lnTo>
                  <a:pt x="37961" y="22330"/>
                </a:lnTo>
                <a:lnTo>
                  <a:pt x="38369" y="21958"/>
                </a:lnTo>
                <a:lnTo>
                  <a:pt x="38661" y="21533"/>
                </a:lnTo>
                <a:lnTo>
                  <a:pt x="38778" y="21320"/>
                </a:lnTo>
                <a:lnTo>
                  <a:pt x="39070" y="20895"/>
                </a:lnTo>
                <a:lnTo>
                  <a:pt x="39362" y="20522"/>
                </a:lnTo>
                <a:lnTo>
                  <a:pt x="39654" y="20150"/>
                </a:lnTo>
                <a:lnTo>
                  <a:pt x="39946" y="19991"/>
                </a:lnTo>
                <a:lnTo>
                  <a:pt x="40238" y="19619"/>
                </a:lnTo>
                <a:lnTo>
                  <a:pt x="40647" y="19246"/>
                </a:lnTo>
                <a:lnTo>
                  <a:pt x="40939" y="18874"/>
                </a:lnTo>
                <a:lnTo>
                  <a:pt x="41231" y="18608"/>
                </a:lnTo>
                <a:lnTo>
                  <a:pt x="41348" y="18236"/>
                </a:lnTo>
                <a:lnTo>
                  <a:pt x="41640" y="17811"/>
                </a:lnTo>
                <a:lnTo>
                  <a:pt x="41932" y="17598"/>
                </a:lnTo>
                <a:lnTo>
                  <a:pt x="42166" y="17332"/>
                </a:lnTo>
                <a:lnTo>
                  <a:pt x="42633" y="16960"/>
                </a:lnTo>
                <a:lnTo>
                  <a:pt x="42866" y="16535"/>
                </a:lnTo>
                <a:lnTo>
                  <a:pt x="43158" y="16163"/>
                </a:lnTo>
                <a:lnTo>
                  <a:pt x="43450" y="15790"/>
                </a:lnTo>
                <a:lnTo>
                  <a:pt x="43742" y="15525"/>
                </a:lnTo>
                <a:lnTo>
                  <a:pt x="43859" y="15259"/>
                </a:lnTo>
                <a:lnTo>
                  <a:pt x="44151" y="14887"/>
                </a:lnTo>
                <a:lnTo>
                  <a:pt x="44443" y="14514"/>
                </a:lnTo>
                <a:lnTo>
                  <a:pt x="44852" y="14249"/>
                </a:lnTo>
                <a:lnTo>
                  <a:pt x="45144" y="13876"/>
                </a:lnTo>
                <a:lnTo>
                  <a:pt x="45436" y="13451"/>
                </a:lnTo>
                <a:lnTo>
                  <a:pt x="45728" y="13079"/>
                </a:lnTo>
                <a:lnTo>
                  <a:pt x="46020" y="12973"/>
                </a:lnTo>
                <a:lnTo>
                  <a:pt x="46254" y="12547"/>
                </a:lnTo>
                <a:lnTo>
                  <a:pt x="46429" y="12175"/>
                </a:lnTo>
                <a:lnTo>
                  <a:pt x="46838" y="11803"/>
                </a:lnTo>
                <a:lnTo>
                  <a:pt x="47130" y="11537"/>
                </a:lnTo>
                <a:lnTo>
                  <a:pt x="47422" y="11165"/>
                </a:lnTo>
                <a:lnTo>
                  <a:pt x="47714" y="10793"/>
                </a:lnTo>
                <a:lnTo>
                  <a:pt x="47947" y="10527"/>
                </a:lnTo>
                <a:lnTo>
                  <a:pt x="48239" y="10101"/>
                </a:lnTo>
                <a:lnTo>
                  <a:pt x="48531" y="9889"/>
                </a:lnTo>
                <a:lnTo>
                  <a:pt x="48940" y="9463"/>
                </a:lnTo>
                <a:lnTo>
                  <a:pt x="49115" y="9091"/>
                </a:lnTo>
                <a:lnTo>
                  <a:pt x="49407" y="8719"/>
                </a:lnTo>
                <a:lnTo>
                  <a:pt x="49641" y="8453"/>
                </a:lnTo>
                <a:lnTo>
                  <a:pt x="49933" y="8187"/>
                </a:lnTo>
                <a:lnTo>
                  <a:pt x="50225" y="7815"/>
                </a:lnTo>
                <a:lnTo>
                  <a:pt x="50517" y="7443"/>
                </a:lnTo>
                <a:lnTo>
                  <a:pt x="50809" y="7018"/>
                </a:lnTo>
                <a:lnTo>
                  <a:pt x="51218" y="6805"/>
                </a:lnTo>
                <a:lnTo>
                  <a:pt x="51510" y="6380"/>
                </a:lnTo>
                <a:lnTo>
                  <a:pt x="51627" y="6167"/>
                </a:lnTo>
                <a:lnTo>
                  <a:pt x="51919" y="5742"/>
                </a:lnTo>
                <a:lnTo>
                  <a:pt x="52211" y="5529"/>
                </a:lnTo>
                <a:lnTo>
                  <a:pt x="52503" y="5104"/>
                </a:lnTo>
                <a:lnTo>
                  <a:pt x="52795" y="4731"/>
                </a:lnTo>
                <a:lnTo>
                  <a:pt x="53203" y="4359"/>
                </a:lnTo>
                <a:lnTo>
                  <a:pt x="53495" y="3987"/>
                </a:lnTo>
                <a:lnTo>
                  <a:pt x="53729" y="3828"/>
                </a:lnTo>
                <a:lnTo>
                  <a:pt x="54021" y="3455"/>
                </a:lnTo>
                <a:lnTo>
                  <a:pt x="54196" y="3083"/>
                </a:lnTo>
                <a:lnTo>
                  <a:pt x="54430" y="2658"/>
                </a:lnTo>
                <a:lnTo>
                  <a:pt x="54722" y="2445"/>
                </a:lnTo>
                <a:lnTo>
                  <a:pt x="55189" y="2020"/>
                </a:lnTo>
                <a:lnTo>
                  <a:pt x="55423" y="1648"/>
                </a:lnTo>
                <a:lnTo>
                  <a:pt x="55715" y="1382"/>
                </a:lnTo>
                <a:lnTo>
                  <a:pt x="56007" y="1010"/>
                </a:lnTo>
                <a:lnTo>
                  <a:pt x="56299" y="744"/>
                </a:lnTo>
                <a:lnTo>
                  <a:pt x="56416" y="372"/>
                </a:lnTo>
                <a:lnTo>
                  <a:pt x="56708" y="0"/>
                </a:lnTo>
              </a:path>
            </a:pathLst>
          </a:custGeom>
          <a:ln w="813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6077638" y="3240297"/>
            <a:ext cx="56824" cy="68108"/>
          </a:xfrm>
          <a:custGeom>
            <a:avLst/>
            <a:gdLst/>
            <a:ahLst/>
            <a:cxnLst/>
            <a:rect l="l" t="t" r="r" b="b"/>
            <a:pathLst>
              <a:path w="56824" h="68108">
                <a:moveTo>
                  <a:pt x="0" y="68108"/>
                </a:moveTo>
                <a:lnTo>
                  <a:pt x="292" y="67682"/>
                </a:lnTo>
                <a:lnTo>
                  <a:pt x="700" y="67310"/>
                </a:lnTo>
                <a:lnTo>
                  <a:pt x="992" y="67204"/>
                </a:lnTo>
                <a:lnTo>
                  <a:pt x="1284" y="66779"/>
                </a:lnTo>
                <a:lnTo>
                  <a:pt x="1576" y="66406"/>
                </a:lnTo>
                <a:lnTo>
                  <a:pt x="1868" y="66034"/>
                </a:lnTo>
                <a:lnTo>
                  <a:pt x="2102" y="65662"/>
                </a:lnTo>
                <a:lnTo>
                  <a:pt x="2277" y="65396"/>
                </a:lnTo>
                <a:lnTo>
                  <a:pt x="2686" y="65024"/>
                </a:lnTo>
                <a:lnTo>
                  <a:pt x="2978" y="64758"/>
                </a:lnTo>
                <a:lnTo>
                  <a:pt x="3270" y="64386"/>
                </a:lnTo>
                <a:lnTo>
                  <a:pt x="3504" y="64120"/>
                </a:lnTo>
                <a:lnTo>
                  <a:pt x="3796" y="63695"/>
                </a:lnTo>
                <a:lnTo>
                  <a:pt x="4088" y="63323"/>
                </a:lnTo>
                <a:lnTo>
                  <a:pt x="4380" y="62950"/>
                </a:lnTo>
                <a:lnTo>
                  <a:pt x="4788" y="62578"/>
                </a:lnTo>
                <a:lnTo>
                  <a:pt x="4964" y="62419"/>
                </a:lnTo>
                <a:lnTo>
                  <a:pt x="5197" y="62047"/>
                </a:lnTo>
                <a:lnTo>
                  <a:pt x="5489" y="61674"/>
                </a:lnTo>
                <a:lnTo>
                  <a:pt x="5781" y="61302"/>
                </a:lnTo>
                <a:lnTo>
                  <a:pt x="6073" y="60877"/>
                </a:lnTo>
                <a:lnTo>
                  <a:pt x="6365" y="60611"/>
                </a:lnTo>
                <a:lnTo>
                  <a:pt x="6657" y="60239"/>
                </a:lnTo>
                <a:lnTo>
                  <a:pt x="7066" y="59973"/>
                </a:lnTo>
                <a:lnTo>
                  <a:pt x="7358" y="59601"/>
                </a:lnTo>
                <a:lnTo>
                  <a:pt x="7475" y="59229"/>
                </a:lnTo>
                <a:lnTo>
                  <a:pt x="7767" y="58963"/>
                </a:lnTo>
                <a:lnTo>
                  <a:pt x="8059" y="58591"/>
                </a:lnTo>
                <a:lnTo>
                  <a:pt x="8351" y="58219"/>
                </a:lnTo>
                <a:lnTo>
                  <a:pt x="8585" y="57953"/>
                </a:lnTo>
                <a:lnTo>
                  <a:pt x="9052" y="57580"/>
                </a:lnTo>
                <a:lnTo>
                  <a:pt x="9285" y="57315"/>
                </a:lnTo>
                <a:lnTo>
                  <a:pt x="9577" y="56889"/>
                </a:lnTo>
                <a:lnTo>
                  <a:pt x="9869" y="56517"/>
                </a:lnTo>
                <a:lnTo>
                  <a:pt x="10045" y="56145"/>
                </a:lnTo>
                <a:lnTo>
                  <a:pt x="10278" y="55773"/>
                </a:lnTo>
                <a:lnTo>
                  <a:pt x="10570" y="55613"/>
                </a:lnTo>
                <a:lnTo>
                  <a:pt x="10979" y="55241"/>
                </a:lnTo>
                <a:lnTo>
                  <a:pt x="11271" y="54869"/>
                </a:lnTo>
                <a:lnTo>
                  <a:pt x="11563" y="54497"/>
                </a:lnTo>
                <a:lnTo>
                  <a:pt x="11855" y="54071"/>
                </a:lnTo>
                <a:lnTo>
                  <a:pt x="12147" y="53806"/>
                </a:lnTo>
                <a:lnTo>
                  <a:pt x="12439" y="53433"/>
                </a:lnTo>
                <a:lnTo>
                  <a:pt x="12556" y="53168"/>
                </a:lnTo>
                <a:lnTo>
                  <a:pt x="12848" y="52795"/>
                </a:lnTo>
                <a:lnTo>
                  <a:pt x="13257" y="52423"/>
                </a:lnTo>
                <a:lnTo>
                  <a:pt x="13549" y="52157"/>
                </a:lnTo>
                <a:lnTo>
                  <a:pt x="13841" y="51785"/>
                </a:lnTo>
                <a:lnTo>
                  <a:pt x="14133" y="51413"/>
                </a:lnTo>
                <a:lnTo>
                  <a:pt x="14366" y="50988"/>
                </a:lnTo>
                <a:lnTo>
                  <a:pt x="14658" y="50722"/>
                </a:lnTo>
                <a:lnTo>
                  <a:pt x="14834" y="50509"/>
                </a:lnTo>
                <a:lnTo>
                  <a:pt x="15242" y="50084"/>
                </a:lnTo>
                <a:lnTo>
                  <a:pt x="15534" y="49712"/>
                </a:lnTo>
                <a:lnTo>
                  <a:pt x="15826" y="49339"/>
                </a:lnTo>
                <a:lnTo>
                  <a:pt x="16060" y="48967"/>
                </a:lnTo>
                <a:lnTo>
                  <a:pt x="16352" y="48701"/>
                </a:lnTo>
                <a:lnTo>
                  <a:pt x="16644" y="48436"/>
                </a:lnTo>
                <a:lnTo>
                  <a:pt x="16936" y="48063"/>
                </a:lnTo>
                <a:lnTo>
                  <a:pt x="17345" y="47638"/>
                </a:lnTo>
                <a:lnTo>
                  <a:pt x="17520" y="47266"/>
                </a:lnTo>
                <a:lnTo>
                  <a:pt x="17754" y="46894"/>
                </a:lnTo>
                <a:lnTo>
                  <a:pt x="18046" y="46628"/>
                </a:lnTo>
                <a:lnTo>
                  <a:pt x="18338" y="46362"/>
                </a:lnTo>
                <a:lnTo>
                  <a:pt x="18630" y="45990"/>
                </a:lnTo>
                <a:lnTo>
                  <a:pt x="18922" y="45618"/>
                </a:lnTo>
                <a:lnTo>
                  <a:pt x="19214" y="45246"/>
                </a:lnTo>
                <a:lnTo>
                  <a:pt x="19622" y="44980"/>
                </a:lnTo>
                <a:lnTo>
                  <a:pt x="19914" y="44607"/>
                </a:lnTo>
                <a:lnTo>
                  <a:pt x="20031" y="44182"/>
                </a:lnTo>
                <a:lnTo>
                  <a:pt x="20323" y="43916"/>
                </a:lnTo>
                <a:lnTo>
                  <a:pt x="20615" y="43544"/>
                </a:lnTo>
                <a:lnTo>
                  <a:pt x="20907" y="43278"/>
                </a:lnTo>
                <a:lnTo>
                  <a:pt x="21141" y="42906"/>
                </a:lnTo>
                <a:lnTo>
                  <a:pt x="21608" y="42534"/>
                </a:lnTo>
                <a:lnTo>
                  <a:pt x="21842" y="42162"/>
                </a:lnTo>
                <a:lnTo>
                  <a:pt x="22134" y="41736"/>
                </a:lnTo>
                <a:lnTo>
                  <a:pt x="22426" y="41630"/>
                </a:lnTo>
                <a:lnTo>
                  <a:pt x="22543" y="41258"/>
                </a:lnTo>
                <a:lnTo>
                  <a:pt x="22835" y="40833"/>
                </a:lnTo>
                <a:lnTo>
                  <a:pt x="23127" y="40460"/>
                </a:lnTo>
                <a:lnTo>
                  <a:pt x="23535" y="40088"/>
                </a:lnTo>
                <a:lnTo>
                  <a:pt x="23827" y="39716"/>
                </a:lnTo>
                <a:lnTo>
                  <a:pt x="24119" y="39450"/>
                </a:lnTo>
                <a:lnTo>
                  <a:pt x="24411" y="39184"/>
                </a:lnTo>
                <a:lnTo>
                  <a:pt x="24703" y="38812"/>
                </a:lnTo>
                <a:lnTo>
                  <a:pt x="24995" y="38440"/>
                </a:lnTo>
                <a:lnTo>
                  <a:pt x="25112" y="38015"/>
                </a:lnTo>
                <a:lnTo>
                  <a:pt x="25404" y="37749"/>
                </a:lnTo>
                <a:lnTo>
                  <a:pt x="25813" y="37377"/>
                </a:lnTo>
                <a:lnTo>
                  <a:pt x="26105" y="37004"/>
                </a:lnTo>
                <a:lnTo>
                  <a:pt x="26397" y="36739"/>
                </a:lnTo>
                <a:lnTo>
                  <a:pt x="26689" y="36366"/>
                </a:lnTo>
                <a:lnTo>
                  <a:pt x="26923" y="36101"/>
                </a:lnTo>
                <a:lnTo>
                  <a:pt x="27215" y="35728"/>
                </a:lnTo>
                <a:lnTo>
                  <a:pt x="27507" y="35356"/>
                </a:lnTo>
                <a:lnTo>
                  <a:pt x="27799" y="34931"/>
                </a:lnTo>
                <a:lnTo>
                  <a:pt x="28091" y="34665"/>
                </a:lnTo>
                <a:lnTo>
                  <a:pt x="28324" y="34293"/>
                </a:lnTo>
                <a:lnTo>
                  <a:pt x="28616" y="34027"/>
                </a:lnTo>
                <a:lnTo>
                  <a:pt x="28908" y="33655"/>
                </a:lnTo>
                <a:lnTo>
                  <a:pt x="29200" y="33283"/>
                </a:lnTo>
                <a:lnTo>
                  <a:pt x="29492" y="32911"/>
                </a:lnTo>
                <a:lnTo>
                  <a:pt x="29901" y="32485"/>
                </a:lnTo>
                <a:lnTo>
                  <a:pt x="30310" y="32007"/>
                </a:lnTo>
                <a:lnTo>
                  <a:pt x="30602" y="31634"/>
                </a:lnTo>
                <a:lnTo>
                  <a:pt x="30894" y="31209"/>
                </a:lnTo>
                <a:lnTo>
                  <a:pt x="31186" y="30837"/>
                </a:lnTo>
                <a:lnTo>
                  <a:pt x="31478" y="30571"/>
                </a:lnTo>
                <a:lnTo>
                  <a:pt x="31712" y="30199"/>
                </a:lnTo>
                <a:lnTo>
                  <a:pt x="32179" y="29933"/>
                </a:lnTo>
                <a:lnTo>
                  <a:pt x="32471" y="29561"/>
                </a:lnTo>
                <a:lnTo>
                  <a:pt x="32588" y="29189"/>
                </a:lnTo>
                <a:lnTo>
                  <a:pt x="32880" y="28763"/>
                </a:lnTo>
                <a:lnTo>
                  <a:pt x="33172" y="28551"/>
                </a:lnTo>
                <a:lnTo>
                  <a:pt x="33405" y="28125"/>
                </a:lnTo>
                <a:lnTo>
                  <a:pt x="33697" y="27753"/>
                </a:lnTo>
                <a:lnTo>
                  <a:pt x="34106" y="27487"/>
                </a:lnTo>
                <a:lnTo>
                  <a:pt x="34398" y="27115"/>
                </a:lnTo>
                <a:lnTo>
                  <a:pt x="34690" y="26849"/>
                </a:lnTo>
                <a:lnTo>
                  <a:pt x="34982" y="26477"/>
                </a:lnTo>
                <a:lnTo>
                  <a:pt x="35099" y="26105"/>
                </a:lnTo>
                <a:lnTo>
                  <a:pt x="35391" y="25680"/>
                </a:lnTo>
                <a:lnTo>
                  <a:pt x="35683" y="25307"/>
                </a:lnTo>
                <a:lnTo>
                  <a:pt x="36092" y="25201"/>
                </a:lnTo>
                <a:lnTo>
                  <a:pt x="36384" y="24776"/>
                </a:lnTo>
                <a:lnTo>
                  <a:pt x="36676" y="24404"/>
                </a:lnTo>
                <a:lnTo>
                  <a:pt x="36968" y="24031"/>
                </a:lnTo>
                <a:lnTo>
                  <a:pt x="37260" y="23659"/>
                </a:lnTo>
                <a:lnTo>
                  <a:pt x="37493" y="23234"/>
                </a:lnTo>
                <a:lnTo>
                  <a:pt x="37669" y="23021"/>
                </a:lnTo>
                <a:lnTo>
                  <a:pt x="37961" y="22755"/>
                </a:lnTo>
                <a:lnTo>
                  <a:pt x="38369" y="22383"/>
                </a:lnTo>
                <a:lnTo>
                  <a:pt x="38661" y="21958"/>
                </a:lnTo>
                <a:lnTo>
                  <a:pt x="38953" y="21586"/>
                </a:lnTo>
                <a:lnTo>
                  <a:pt x="39187" y="21320"/>
                </a:lnTo>
                <a:lnTo>
                  <a:pt x="39479" y="20948"/>
                </a:lnTo>
                <a:lnTo>
                  <a:pt x="39771" y="20682"/>
                </a:lnTo>
                <a:lnTo>
                  <a:pt x="40063" y="20310"/>
                </a:lnTo>
                <a:lnTo>
                  <a:pt x="40355" y="19938"/>
                </a:lnTo>
                <a:lnTo>
                  <a:pt x="40647" y="19512"/>
                </a:lnTo>
                <a:lnTo>
                  <a:pt x="40881" y="19299"/>
                </a:lnTo>
                <a:lnTo>
                  <a:pt x="41173" y="18874"/>
                </a:lnTo>
                <a:lnTo>
                  <a:pt x="41465" y="18502"/>
                </a:lnTo>
                <a:lnTo>
                  <a:pt x="41757" y="18236"/>
                </a:lnTo>
                <a:lnTo>
                  <a:pt x="42049" y="17864"/>
                </a:lnTo>
                <a:lnTo>
                  <a:pt x="42458" y="17598"/>
                </a:lnTo>
                <a:lnTo>
                  <a:pt x="42574" y="17226"/>
                </a:lnTo>
                <a:lnTo>
                  <a:pt x="42866" y="16854"/>
                </a:lnTo>
                <a:lnTo>
                  <a:pt x="43158" y="16428"/>
                </a:lnTo>
                <a:lnTo>
                  <a:pt x="43450" y="16056"/>
                </a:lnTo>
                <a:lnTo>
                  <a:pt x="43742" y="15950"/>
                </a:lnTo>
                <a:lnTo>
                  <a:pt x="44034" y="15578"/>
                </a:lnTo>
                <a:lnTo>
                  <a:pt x="44268" y="15152"/>
                </a:lnTo>
                <a:lnTo>
                  <a:pt x="44735" y="14780"/>
                </a:lnTo>
                <a:lnTo>
                  <a:pt x="44969" y="14408"/>
                </a:lnTo>
                <a:lnTo>
                  <a:pt x="45144" y="14142"/>
                </a:lnTo>
                <a:lnTo>
                  <a:pt x="45436" y="13770"/>
                </a:lnTo>
                <a:lnTo>
                  <a:pt x="45670" y="13504"/>
                </a:lnTo>
                <a:lnTo>
                  <a:pt x="45962" y="13132"/>
                </a:lnTo>
                <a:lnTo>
                  <a:pt x="46254" y="12707"/>
                </a:lnTo>
                <a:lnTo>
                  <a:pt x="46662" y="12334"/>
                </a:lnTo>
                <a:lnTo>
                  <a:pt x="46954" y="12069"/>
                </a:lnTo>
                <a:lnTo>
                  <a:pt x="47246" y="11696"/>
                </a:lnTo>
                <a:lnTo>
                  <a:pt x="47538" y="11431"/>
                </a:lnTo>
                <a:lnTo>
                  <a:pt x="47655" y="11058"/>
                </a:lnTo>
                <a:lnTo>
                  <a:pt x="47947" y="10686"/>
                </a:lnTo>
                <a:lnTo>
                  <a:pt x="48239" y="10420"/>
                </a:lnTo>
                <a:lnTo>
                  <a:pt x="48648" y="10048"/>
                </a:lnTo>
                <a:lnTo>
                  <a:pt x="48940" y="9623"/>
                </a:lnTo>
                <a:lnTo>
                  <a:pt x="49232" y="9251"/>
                </a:lnTo>
                <a:lnTo>
                  <a:pt x="49524" y="8985"/>
                </a:lnTo>
                <a:lnTo>
                  <a:pt x="49816" y="8719"/>
                </a:lnTo>
                <a:lnTo>
                  <a:pt x="50050" y="8347"/>
                </a:lnTo>
                <a:lnTo>
                  <a:pt x="50225" y="7975"/>
                </a:lnTo>
                <a:lnTo>
                  <a:pt x="50517" y="7603"/>
                </a:lnTo>
                <a:lnTo>
                  <a:pt x="50926" y="7177"/>
                </a:lnTo>
                <a:lnTo>
                  <a:pt x="51218" y="6965"/>
                </a:lnTo>
                <a:lnTo>
                  <a:pt x="51451" y="6699"/>
                </a:lnTo>
                <a:lnTo>
                  <a:pt x="51743" y="6326"/>
                </a:lnTo>
                <a:lnTo>
                  <a:pt x="52035" y="5901"/>
                </a:lnTo>
                <a:lnTo>
                  <a:pt x="52327" y="5529"/>
                </a:lnTo>
                <a:lnTo>
                  <a:pt x="52619" y="5263"/>
                </a:lnTo>
                <a:lnTo>
                  <a:pt x="52911" y="4891"/>
                </a:lnTo>
                <a:lnTo>
                  <a:pt x="53145" y="4519"/>
                </a:lnTo>
                <a:lnTo>
                  <a:pt x="53437" y="4253"/>
                </a:lnTo>
                <a:lnTo>
                  <a:pt x="53729" y="3881"/>
                </a:lnTo>
                <a:lnTo>
                  <a:pt x="54021" y="3455"/>
                </a:lnTo>
                <a:lnTo>
                  <a:pt x="54313" y="3243"/>
                </a:lnTo>
                <a:lnTo>
                  <a:pt x="54605" y="2817"/>
                </a:lnTo>
                <a:lnTo>
                  <a:pt x="55014" y="2445"/>
                </a:lnTo>
                <a:lnTo>
                  <a:pt x="55131" y="2073"/>
                </a:lnTo>
                <a:lnTo>
                  <a:pt x="55423" y="1807"/>
                </a:lnTo>
                <a:lnTo>
                  <a:pt x="55715" y="1541"/>
                </a:lnTo>
                <a:lnTo>
                  <a:pt x="56007" y="1169"/>
                </a:lnTo>
                <a:lnTo>
                  <a:pt x="56299" y="797"/>
                </a:lnTo>
                <a:lnTo>
                  <a:pt x="56532" y="372"/>
                </a:lnTo>
                <a:lnTo>
                  <a:pt x="56824" y="0"/>
                </a:lnTo>
              </a:path>
            </a:pathLst>
          </a:custGeom>
          <a:ln w="815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6134463" y="3173784"/>
            <a:ext cx="56824" cy="66513"/>
          </a:xfrm>
          <a:custGeom>
            <a:avLst/>
            <a:gdLst/>
            <a:ahLst/>
            <a:cxnLst/>
            <a:rect l="l" t="t" r="r" b="b"/>
            <a:pathLst>
              <a:path w="56824" h="66513">
                <a:moveTo>
                  <a:pt x="0" y="66513"/>
                </a:moveTo>
                <a:lnTo>
                  <a:pt x="408" y="66247"/>
                </a:lnTo>
                <a:lnTo>
                  <a:pt x="700" y="66034"/>
                </a:lnTo>
                <a:lnTo>
                  <a:pt x="876" y="65609"/>
                </a:lnTo>
                <a:lnTo>
                  <a:pt x="1168" y="65237"/>
                </a:lnTo>
                <a:lnTo>
                  <a:pt x="1401" y="64865"/>
                </a:lnTo>
                <a:lnTo>
                  <a:pt x="1693" y="64599"/>
                </a:lnTo>
                <a:lnTo>
                  <a:pt x="1985" y="64226"/>
                </a:lnTo>
                <a:lnTo>
                  <a:pt x="2394" y="63961"/>
                </a:lnTo>
                <a:lnTo>
                  <a:pt x="2686" y="63588"/>
                </a:lnTo>
                <a:lnTo>
                  <a:pt x="2978" y="63163"/>
                </a:lnTo>
                <a:lnTo>
                  <a:pt x="3270" y="62950"/>
                </a:lnTo>
                <a:lnTo>
                  <a:pt x="3387" y="62525"/>
                </a:lnTo>
                <a:lnTo>
                  <a:pt x="3679" y="62153"/>
                </a:lnTo>
                <a:lnTo>
                  <a:pt x="3971" y="61781"/>
                </a:lnTo>
                <a:lnTo>
                  <a:pt x="4380" y="61515"/>
                </a:lnTo>
                <a:lnTo>
                  <a:pt x="4672" y="61249"/>
                </a:lnTo>
                <a:lnTo>
                  <a:pt x="4964" y="60877"/>
                </a:lnTo>
                <a:lnTo>
                  <a:pt x="5256" y="60505"/>
                </a:lnTo>
                <a:lnTo>
                  <a:pt x="5489" y="60079"/>
                </a:lnTo>
                <a:lnTo>
                  <a:pt x="5781" y="59707"/>
                </a:lnTo>
                <a:lnTo>
                  <a:pt x="5956" y="59441"/>
                </a:lnTo>
                <a:lnTo>
                  <a:pt x="6190" y="59176"/>
                </a:lnTo>
                <a:lnTo>
                  <a:pt x="6657" y="58803"/>
                </a:lnTo>
                <a:lnTo>
                  <a:pt x="6949" y="58431"/>
                </a:lnTo>
                <a:lnTo>
                  <a:pt x="7183" y="58165"/>
                </a:lnTo>
                <a:lnTo>
                  <a:pt x="7475" y="57793"/>
                </a:lnTo>
                <a:lnTo>
                  <a:pt x="7767" y="57421"/>
                </a:lnTo>
                <a:lnTo>
                  <a:pt x="8059" y="56996"/>
                </a:lnTo>
                <a:lnTo>
                  <a:pt x="8351" y="56783"/>
                </a:lnTo>
                <a:lnTo>
                  <a:pt x="8643" y="56517"/>
                </a:lnTo>
                <a:lnTo>
                  <a:pt x="8877" y="56145"/>
                </a:lnTo>
                <a:lnTo>
                  <a:pt x="9169" y="55720"/>
                </a:lnTo>
                <a:lnTo>
                  <a:pt x="9461" y="55347"/>
                </a:lnTo>
                <a:lnTo>
                  <a:pt x="9753" y="54975"/>
                </a:lnTo>
                <a:lnTo>
                  <a:pt x="10045" y="54709"/>
                </a:lnTo>
                <a:lnTo>
                  <a:pt x="10337" y="54444"/>
                </a:lnTo>
                <a:lnTo>
                  <a:pt x="10745" y="54071"/>
                </a:lnTo>
                <a:lnTo>
                  <a:pt x="10862" y="53699"/>
                </a:lnTo>
                <a:lnTo>
                  <a:pt x="11154" y="53274"/>
                </a:lnTo>
                <a:lnTo>
                  <a:pt x="11446" y="53061"/>
                </a:lnTo>
                <a:lnTo>
                  <a:pt x="11738" y="52636"/>
                </a:lnTo>
                <a:lnTo>
                  <a:pt x="12030" y="52264"/>
                </a:lnTo>
                <a:lnTo>
                  <a:pt x="12264" y="51998"/>
                </a:lnTo>
                <a:lnTo>
                  <a:pt x="12556" y="51732"/>
                </a:lnTo>
                <a:lnTo>
                  <a:pt x="12965" y="51360"/>
                </a:lnTo>
                <a:lnTo>
                  <a:pt x="13257" y="50988"/>
                </a:lnTo>
                <a:lnTo>
                  <a:pt x="13432" y="50615"/>
                </a:lnTo>
                <a:lnTo>
                  <a:pt x="13665" y="50190"/>
                </a:lnTo>
                <a:lnTo>
                  <a:pt x="13958" y="49977"/>
                </a:lnTo>
                <a:lnTo>
                  <a:pt x="14250" y="49712"/>
                </a:lnTo>
                <a:lnTo>
                  <a:pt x="14542" y="49286"/>
                </a:lnTo>
                <a:lnTo>
                  <a:pt x="14950" y="48914"/>
                </a:lnTo>
                <a:lnTo>
                  <a:pt x="15242" y="48542"/>
                </a:lnTo>
                <a:lnTo>
                  <a:pt x="15534" y="48276"/>
                </a:lnTo>
                <a:lnTo>
                  <a:pt x="15826" y="47904"/>
                </a:lnTo>
                <a:lnTo>
                  <a:pt x="15943" y="47638"/>
                </a:lnTo>
                <a:lnTo>
                  <a:pt x="16235" y="47266"/>
                </a:lnTo>
                <a:lnTo>
                  <a:pt x="16527" y="47000"/>
                </a:lnTo>
                <a:lnTo>
                  <a:pt x="16819" y="46628"/>
                </a:lnTo>
                <a:lnTo>
                  <a:pt x="17228" y="46203"/>
                </a:lnTo>
                <a:lnTo>
                  <a:pt x="17520" y="45830"/>
                </a:lnTo>
                <a:lnTo>
                  <a:pt x="17812" y="45458"/>
                </a:lnTo>
                <a:lnTo>
                  <a:pt x="18046" y="45352"/>
                </a:lnTo>
                <a:lnTo>
                  <a:pt x="18338" y="44926"/>
                </a:lnTo>
                <a:lnTo>
                  <a:pt x="18513" y="44554"/>
                </a:lnTo>
                <a:lnTo>
                  <a:pt x="18746" y="44182"/>
                </a:lnTo>
                <a:lnTo>
                  <a:pt x="19214" y="43916"/>
                </a:lnTo>
                <a:lnTo>
                  <a:pt x="19447" y="43544"/>
                </a:lnTo>
                <a:lnTo>
                  <a:pt x="19739" y="43172"/>
                </a:lnTo>
                <a:lnTo>
                  <a:pt x="20031" y="42906"/>
                </a:lnTo>
                <a:lnTo>
                  <a:pt x="20323" y="42640"/>
                </a:lnTo>
                <a:lnTo>
                  <a:pt x="20615" y="42268"/>
                </a:lnTo>
                <a:lnTo>
                  <a:pt x="20907" y="41843"/>
                </a:lnTo>
                <a:lnTo>
                  <a:pt x="21141" y="41471"/>
                </a:lnTo>
                <a:lnTo>
                  <a:pt x="21433" y="41098"/>
                </a:lnTo>
                <a:lnTo>
                  <a:pt x="21725" y="40833"/>
                </a:lnTo>
                <a:lnTo>
                  <a:pt x="22017" y="40567"/>
                </a:lnTo>
                <a:lnTo>
                  <a:pt x="22309" y="40195"/>
                </a:lnTo>
                <a:lnTo>
                  <a:pt x="22601" y="39822"/>
                </a:lnTo>
                <a:lnTo>
                  <a:pt x="22835" y="39557"/>
                </a:lnTo>
                <a:lnTo>
                  <a:pt x="23127" y="39184"/>
                </a:lnTo>
                <a:lnTo>
                  <a:pt x="23594" y="38759"/>
                </a:lnTo>
                <a:lnTo>
                  <a:pt x="23711" y="38387"/>
                </a:lnTo>
                <a:lnTo>
                  <a:pt x="24003" y="38280"/>
                </a:lnTo>
                <a:lnTo>
                  <a:pt x="24295" y="37855"/>
                </a:lnTo>
                <a:lnTo>
                  <a:pt x="24528" y="37483"/>
                </a:lnTo>
                <a:lnTo>
                  <a:pt x="24820" y="37111"/>
                </a:lnTo>
                <a:lnTo>
                  <a:pt x="25112" y="36739"/>
                </a:lnTo>
                <a:lnTo>
                  <a:pt x="25521" y="36473"/>
                </a:lnTo>
                <a:lnTo>
                  <a:pt x="25813" y="36101"/>
                </a:lnTo>
                <a:lnTo>
                  <a:pt x="25988" y="35835"/>
                </a:lnTo>
                <a:lnTo>
                  <a:pt x="26222" y="35463"/>
                </a:lnTo>
                <a:lnTo>
                  <a:pt x="26514" y="35197"/>
                </a:lnTo>
                <a:lnTo>
                  <a:pt x="26806" y="34771"/>
                </a:lnTo>
                <a:lnTo>
                  <a:pt x="27098" y="34399"/>
                </a:lnTo>
                <a:lnTo>
                  <a:pt x="27507" y="34027"/>
                </a:lnTo>
                <a:lnTo>
                  <a:pt x="27799" y="33761"/>
                </a:lnTo>
                <a:lnTo>
                  <a:pt x="28091" y="33495"/>
                </a:lnTo>
                <a:lnTo>
                  <a:pt x="28383" y="33123"/>
                </a:lnTo>
                <a:lnTo>
                  <a:pt x="28500" y="32751"/>
                </a:lnTo>
                <a:lnTo>
                  <a:pt x="28792" y="32485"/>
                </a:lnTo>
                <a:lnTo>
                  <a:pt x="29084" y="32113"/>
                </a:lnTo>
                <a:lnTo>
                  <a:pt x="29376" y="31688"/>
                </a:lnTo>
                <a:lnTo>
                  <a:pt x="29784" y="31315"/>
                </a:lnTo>
                <a:lnTo>
                  <a:pt x="30076" y="31209"/>
                </a:lnTo>
                <a:lnTo>
                  <a:pt x="30310" y="30837"/>
                </a:lnTo>
                <a:lnTo>
                  <a:pt x="30602" y="30412"/>
                </a:lnTo>
                <a:lnTo>
                  <a:pt x="30894" y="30039"/>
                </a:lnTo>
                <a:lnTo>
                  <a:pt x="31011" y="29774"/>
                </a:lnTo>
                <a:lnTo>
                  <a:pt x="31303" y="29401"/>
                </a:lnTo>
                <a:lnTo>
                  <a:pt x="31770" y="29029"/>
                </a:lnTo>
                <a:lnTo>
                  <a:pt x="32004" y="28763"/>
                </a:lnTo>
                <a:lnTo>
                  <a:pt x="32296" y="28498"/>
                </a:lnTo>
                <a:lnTo>
                  <a:pt x="32588" y="28125"/>
                </a:lnTo>
                <a:lnTo>
                  <a:pt x="32880" y="27753"/>
                </a:lnTo>
                <a:lnTo>
                  <a:pt x="33172" y="27328"/>
                </a:lnTo>
                <a:lnTo>
                  <a:pt x="33464" y="27115"/>
                </a:lnTo>
                <a:lnTo>
                  <a:pt x="33697" y="26690"/>
                </a:lnTo>
                <a:lnTo>
                  <a:pt x="33989" y="26424"/>
                </a:lnTo>
                <a:lnTo>
                  <a:pt x="34281" y="26052"/>
                </a:lnTo>
                <a:lnTo>
                  <a:pt x="34573" y="25786"/>
                </a:lnTo>
                <a:lnTo>
                  <a:pt x="34865" y="25414"/>
                </a:lnTo>
                <a:lnTo>
                  <a:pt x="35157" y="25042"/>
                </a:lnTo>
                <a:lnTo>
                  <a:pt x="35391" y="24669"/>
                </a:lnTo>
                <a:lnTo>
                  <a:pt x="35683" y="24404"/>
                </a:lnTo>
                <a:lnTo>
                  <a:pt x="36092" y="24138"/>
                </a:lnTo>
                <a:lnTo>
                  <a:pt x="36267" y="23766"/>
                </a:lnTo>
                <a:lnTo>
                  <a:pt x="36559" y="23500"/>
                </a:lnTo>
                <a:lnTo>
                  <a:pt x="36793" y="23128"/>
                </a:lnTo>
                <a:lnTo>
                  <a:pt x="37085" y="22702"/>
                </a:lnTo>
                <a:lnTo>
                  <a:pt x="37377" y="22330"/>
                </a:lnTo>
                <a:lnTo>
                  <a:pt x="37669" y="22064"/>
                </a:lnTo>
                <a:lnTo>
                  <a:pt x="38077" y="21798"/>
                </a:lnTo>
                <a:lnTo>
                  <a:pt x="38369" y="21426"/>
                </a:lnTo>
                <a:lnTo>
                  <a:pt x="38661" y="21054"/>
                </a:lnTo>
                <a:lnTo>
                  <a:pt x="38778" y="20788"/>
                </a:lnTo>
                <a:lnTo>
                  <a:pt x="39070" y="20416"/>
                </a:lnTo>
                <a:lnTo>
                  <a:pt x="39362" y="20044"/>
                </a:lnTo>
                <a:lnTo>
                  <a:pt x="39654" y="19778"/>
                </a:lnTo>
                <a:lnTo>
                  <a:pt x="40063" y="19512"/>
                </a:lnTo>
                <a:lnTo>
                  <a:pt x="40355" y="19140"/>
                </a:lnTo>
                <a:lnTo>
                  <a:pt x="40647" y="18715"/>
                </a:lnTo>
                <a:lnTo>
                  <a:pt x="40939" y="18502"/>
                </a:lnTo>
                <a:lnTo>
                  <a:pt x="41056" y="18077"/>
                </a:lnTo>
                <a:lnTo>
                  <a:pt x="41348" y="17704"/>
                </a:lnTo>
                <a:lnTo>
                  <a:pt x="41640" y="17332"/>
                </a:lnTo>
                <a:lnTo>
                  <a:pt x="41874" y="17173"/>
                </a:lnTo>
                <a:lnTo>
                  <a:pt x="42341" y="16801"/>
                </a:lnTo>
                <a:lnTo>
                  <a:pt x="42574" y="16428"/>
                </a:lnTo>
                <a:lnTo>
                  <a:pt x="42866" y="16163"/>
                </a:lnTo>
                <a:lnTo>
                  <a:pt x="43158" y="15790"/>
                </a:lnTo>
                <a:lnTo>
                  <a:pt x="43450" y="15418"/>
                </a:lnTo>
                <a:lnTo>
                  <a:pt x="43567" y="14993"/>
                </a:lnTo>
                <a:lnTo>
                  <a:pt x="43859" y="14887"/>
                </a:lnTo>
                <a:lnTo>
                  <a:pt x="44268" y="14514"/>
                </a:lnTo>
                <a:lnTo>
                  <a:pt x="44560" y="14142"/>
                </a:lnTo>
                <a:lnTo>
                  <a:pt x="44852" y="13876"/>
                </a:lnTo>
                <a:lnTo>
                  <a:pt x="45144" y="13451"/>
                </a:lnTo>
                <a:lnTo>
                  <a:pt x="45436" y="13079"/>
                </a:lnTo>
                <a:lnTo>
                  <a:pt x="45728" y="12707"/>
                </a:lnTo>
                <a:lnTo>
                  <a:pt x="45962" y="12600"/>
                </a:lnTo>
                <a:lnTo>
                  <a:pt x="46254" y="12175"/>
                </a:lnTo>
                <a:lnTo>
                  <a:pt x="46546" y="11803"/>
                </a:lnTo>
                <a:lnTo>
                  <a:pt x="46838" y="11537"/>
                </a:lnTo>
                <a:lnTo>
                  <a:pt x="47130" y="11165"/>
                </a:lnTo>
                <a:lnTo>
                  <a:pt x="47422" y="10793"/>
                </a:lnTo>
                <a:lnTo>
                  <a:pt x="47655" y="10367"/>
                </a:lnTo>
                <a:lnTo>
                  <a:pt x="47947" y="10261"/>
                </a:lnTo>
                <a:lnTo>
                  <a:pt x="48239" y="9889"/>
                </a:lnTo>
                <a:lnTo>
                  <a:pt x="48648" y="9517"/>
                </a:lnTo>
                <a:lnTo>
                  <a:pt x="48823" y="9251"/>
                </a:lnTo>
                <a:lnTo>
                  <a:pt x="49115" y="8825"/>
                </a:lnTo>
                <a:lnTo>
                  <a:pt x="49349" y="8453"/>
                </a:lnTo>
                <a:lnTo>
                  <a:pt x="49641" y="8187"/>
                </a:lnTo>
                <a:lnTo>
                  <a:pt x="49933" y="7975"/>
                </a:lnTo>
                <a:lnTo>
                  <a:pt x="50225" y="7549"/>
                </a:lnTo>
                <a:lnTo>
                  <a:pt x="50634" y="7177"/>
                </a:lnTo>
                <a:lnTo>
                  <a:pt x="50926" y="6911"/>
                </a:lnTo>
                <a:lnTo>
                  <a:pt x="51218" y="6539"/>
                </a:lnTo>
                <a:lnTo>
                  <a:pt x="51335" y="6167"/>
                </a:lnTo>
                <a:lnTo>
                  <a:pt x="51627" y="5901"/>
                </a:lnTo>
                <a:lnTo>
                  <a:pt x="51919" y="5635"/>
                </a:lnTo>
                <a:lnTo>
                  <a:pt x="52211" y="5263"/>
                </a:lnTo>
                <a:lnTo>
                  <a:pt x="52619" y="4997"/>
                </a:lnTo>
                <a:lnTo>
                  <a:pt x="52911" y="4625"/>
                </a:lnTo>
                <a:lnTo>
                  <a:pt x="53203" y="4200"/>
                </a:lnTo>
                <a:lnTo>
                  <a:pt x="53437" y="3987"/>
                </a:lnTo>
                <a:lnTo>
                  <a:pt x="53729" y="3562"/>
                </a:lnTo>
                <a:lnTo>
                  <a:pt x="53904" y="3349"/>
                </a:lnTo>
                <a:lnTo>
                  <a:pt x="54196" y="2924"/>
                </a:lnTo>
                <a:lnTo>
                  <a:pt x="54430" y="2658"/>
                </a:lnTo>
                <a:lnTo>
                  <a:pt x="54897" y="2286"/>
                </a:lnTo>
                <a:lnTo>
                  <a:pt x="55131" y="1914"/>
                </a:lnTo>
                <a:lnTo>
                  <a:pt x="55423" y="1648"/>
                </a:lnTo>
                <a:lnTo>
                  <a:pt x="55715" y="1276"/>
                </a:lnTo>
                <a:lnTo>
                  <a:pt x="56007" y="1010"/>
                </a:lnTo>
                <a:lnTo>
                  <a:pt x="56299" y="744"/>
                </a:lnTo>
                <a:lnTo>
                  <a:pt x="56416" y="372"/>
                </a:lnTo>
                <a:lnTo>
                  <a:pt x="56824" y="0"/>
                </a:lnTo>
              </a:path>
            </a:pathLst>
          </a:custGeom>
          <a:ln w="814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6191288" y="3111843"/>
            <a:ext cx="56883" cy="61940"/>
          </a:xfrm>
          <a:custGeom>
            <a:avLst/>
            <a:gdLst/>
            <a:ahLst/>
            <a:cxnLst/>
            <a:rect l="l" t="t" r="r" b="b"/>
            <a:pathLst>
              <a:path w="56883" h="61940">
                <a:moveTo>
                  <a:pt x="0" y="61940"/>
                </a:moveTo>
                <a:lnTo>
                  <a:pt x="292" y="61674"/>
                </a:lnTo>
                <a:lnTo>
                  <a:pt x="584" y="61302"/>
                </a:lnTo>
                <a:lnTo>
                  <a:pt x="876" y="60877"/>
                </a:lnTo>
                <a:lnTo>
                  <a:pt x="1168" y="60664"/>
                </a:lnTo>
                <a:lnTo>
                  <a:pt x="1460" y="60398"/>
                </a:lnTo>
                <a:lnTo>
                  <a:pt x="1693" y="60026"/>
                </a:lnTo>
                <a:lnTo>
                  <a:pt x="1985" y="59760"/>
                </a:lnTo>
                <a:lnTo>
                  <a:pt x="2277" y="59335"/>
                </a:lnTo>
                <a:lnTo>
                  <a:pt x="2569" y="58963"/>
                </a:lnTo>
                <a:lnTo>
                  <a:pt x="2861" y="58697"/>
                </a:lnTo>
                <a:lnTo>
                  <a:pt x="3153" y="58325"/>
                </a:lnTo>
                <a:lnTo>
                  <a:pt x="3387" y="58059"/>
                </a:lnTo>
                <a:lnTo>
                  <a:pt x="3679" y="57793"/>
                </a:lnTo>
                <a:lnTo>
                  <a:pt x="3971" y="57421"/>
                </a:lnTo>
                <a:lnTo>
                  <a:pt x="4380" y="57049"/>
                </a:lnTo>
                <a:lnTo>
                  <a:pt x="4555" y="56783"/>
                </a:lnTo>
                <a:lnTo>
                  <a:pt x="4788" y="56411"/>
                </a:lnTo>
                <a:lnTo>
                  <a:pt x="5080" y="56039"/>
                </a:lnTo>
                <a:lnTo>
                  <a:pt x="5372" y="55879"/>
                </a:lnTo>
                <a:lnTo>
                  <a:pt x="5664" y="55507"/>
                </a:lnTo>
                <a:lnTo>
                  <a:pt x="5956" y="55135"/>
                </a:lnTo>
                <a:lnTo>
                  <a:pt x="6365" y="54869"/>
                </a:lnTo>
                <a:lnTo>
                  <a:pt x="6657" y="54497"/>
                </a:lnTo>
                <a:lnTo>
                  <a:pt x="6949" y="54071"/>
                </a:lnTo>
                <a:lnTo>
                  <a:pt x="7066" y="53859"/>
                </a:lnTo>
                <a:lnTo>
                  <a:pt x="7358" y="53593"/>
                </a:lnTo>
                <a:lnTo>
                  <a:pt x="7650" y="53327"/>
                </a:lnTo>
                <a:lnTo>
                  <a:pt x="7942" y="52955"/>
                </a:lnTo>
                <a:lnTo>
                  <a:pt x="8351" y="52530"/>
                </a:lnTo>
                <a:lnTo>
                  <a:pt x="8643" y="52317"/>
                </a:lnTo>
                <a:lnTo>
                  <a:pt x="8935" y="51892"/>
                </a:lnTo>
                <a:lnTo>
                  <a:pt x="9169" y="51519"/>
                </a:lnTo>
                <a:lnTo>
                  <a:pt x="9461" y="51413"/>
                </a:lnTo>
                <a:lnTo>
                  <a:pt x="9636" y="50988"/>
                </a:lnTo>
                <a:lnTo>
                  <a:pt x="9869" y="50615"/>
                </a:lnTo>
                <a:lnTo>
                  <a:pt x="10161" y="50350"/>
                </a:lnTo>
                <a:lnTo>
                  <a:pt x="10570" y="49977"/>
                </a:lnTo>
                <a:lnTo>
                  <a:pt x="10862" y="49605"/>
                </a:lnTo>
                <a:lnTo>
                  <a:pt x="11154" y="49339"/>
                </a:lnTo>
                <a:lnTo>
                  <a:pt x="11446" y="49074"/>
                </a:lnTo>
                <a:lnTo>
                  <a:pt x="11738" y="48808"/>
                </a:lnTo>
                <a:lnTo>
                  <a:pt x="12030" y="48436"/>
                </a:lnTo>
                <a:lnTo>
                  <a:pt x="12147" y="48063"/>
                </a:lnTo>
                <a:lnTo>
                  <a:pt x="12556" y="47798"/>
                </a:lnTo>
                <a:lnTo>
                  <a:pt x="12848" y="47425"/>
                </a:lnTo>
                <a:lnTo>
                  <a:pt x="13140" y="47053"/>
                </a:lnTo>
                <a:lnTo>
                  <a:pt x="13432" y="46787"/>
                </a:lnTo>
                <a:lnTo>
                  <a:pt x="13724" y="46522"/>
                </a:lnTo>
                <a:lnTo>
                  <a:pt x="13958" y="46149"/>
                </a:lnTo>
                <a:lnTo>
                  <a:pt x="14250" y="45884"/>
                </a:lnTo>
                <a:lnTo>
                  <a:pt x="14542" y="45511"/>
                </a:lnTo>
                <a:lnTo>
                  <a:pt x="14834" y="45246"/>
                </a:lnTo>
                <a:lnTo>
                  <a:pt x="15126" y="44820"/>
                </a:lnTo>
                <a:lnTo>
                  <a:pt x="15418" y="44448"/>
                </a:lnTo>
                <a:lnTo>
                  <a:pt x="15651" y="44342"/>
                </a:lnTo>
                <a:lnTo>
                  <a:pt x="15943" y="43969"/>
                </a:lnTo>
                <a:lnTo>
                  <a:pt x="16235" y="43704"/>
                </a:lnTo>
                <a:lnTo>
                  <a:pt x="16527" y="43278"/>
                </a:lnTo>
                <a:lnTo>
                  <a:pt x="16936" y="42906"/>
                </a:lnTo>
                <a:lnTo>
                  <a:pt x="17111" y="42640"/>
                </a:lnTo>
                <a:lnTo>
                  <a:pt x="17345" y="42268"/>
                </a:lnTo>
                <a:lnTo>
                  <a:pt x="17637" y="42002"/>
                </a:lnTo>
                <a:lnTo>
                  <a:pt x="17929" y="41736"/>
                </a:lnTo>
                <a:lnTo>
                  <a:pt x="18221" y="41364"/>
                </a:lnTo>
                <a:lnTo>
                  <a:pt x="18513" y="41098"/>
                </a:lnTo>
                <a:lnTo>
                  <a:pt x="18922" y="40726"/>
                </a:lnTo>
                <a:lnTo>
                  <a:pt x="19214" y="40354"/>
                </a:lnTo>
                <a:lnTo>
                  <a:pt x="19506" y="40088"/>
                </a:lnTo>
                <a:lnTo>
                  <a:pt x="19622" y="39716"/>
                </a:lnTo>
                <a:lnTo>
                  <a:pt x="19914" y="39557"/>
                </a:lnTo>
                <a:lnTo>
                  <a:pt x="20206" y="39184"/>
                </a:lnTo>
                <a:lnTo>
                  <a:pt x="20498" y="38812"/>
                </a:lnTo>
                <a:lnTo>
                  <a:pt x="20907" y="38546"/>
                </a:lnTo>
                <a:lnTo>
                  <a:pt x="21199" y="38174"/>
                </a:lnTo>
                <a:lnTo>
                  <a:pt x="21433" y="37908"/>
                </a:lnTo>
                <a:lnTo>
                  <a:pt x="21725" y="37536"/>
                </a:lnTo>
                <a:lnTo>
                  <a:pt x="22017" y="37270"/>
                </a:lnTo>
                <a:lnTo>
                  <a:pt x="22134" y="37004"/>
                </a:lnTo>
                <a:lnTo>
                  <a:pt x="22426" y="36632"/>
                </a:lnTo>
                <a:lnTo>
                  <a:pt x="22718" y="36366"/>
                </a:lnTo>
                <a:lnTo>
                  <a:pt x="23127" y="35994"/>
                </a:lnTo>
                <a:lnTo>
                  <a:pt x="23419" y="35622"/>
                </a:lnTo>
                <a:lnTo>
                  <a:pt x="23711" y="35356"/>
                </a:lnTo>
                <a:lnTo>
                  <a:pt x="24003" y="35090"/>
                </a:lnTo>
                <a:lnTo>
                  <a:pt x="24295" y="34825"/>
                </a:lnTo>
                <a:lnTo>
                  <a:pt x="24587" y="34452"/>
                </a:lnTo>
                <a:lnTo>
                  <a:pt x="24703" y="34187"/>
                </a:lnTo>
                <a:lnTo>
                  <a:pt x="25112" y="33814"/>
                </a:lnTo>
                <a:lnTo>
                  <a:pt x="25404" y="33389"/>
                </a:lnTo>
                <a:lnTo>
                  <a:pt x="25696" y="33176"/>
                </a:lnTo>
                <a:lnTo>
                  <a:pt x="25988" y="32751"/>
                </a:lnTo>
                <a:lnTo>
                  <a:pt x="26280" y="32645"/>
                </a:lnTo>
                <a:lnTo>
                  <a:pt x="26514" y="32272"/>
                </a:lnTo>
                <a:lnTo>
                  <a:pt x="26806" y="32007"/>
                </a:lnTo>
                <a:lnTo>
                  <a:pt x="27098" y="31634"/>
                </a:lnTo>
                <a:lnTo>
                  <a:pt x="27390" y="31209"/>
                </a:lnTo>
                <a:lnTo>
                  <a:pt x="27682" y="30996"/>
                </a:lnTo>
                <a:lnTo>
                  <a:pt x="27916" y="30571"/>
                </a:lnTo>
                <a:lnTo>
                  <a:pt x="28208" y="30465"/>
                </a:lnTo>
                <a:lnTo>
                  <a:pt x="28500" y="30093"/>
                </a:lnTo>
                <a:lnTo>
                  <a:pt x="28792" y="29827"/>
                </a:lnTo>
                <a:lnTo>
                  <a:pt x="29084" y="29455"/>
                </a:lnTo>
                <a:lnTo>
                  <a:pt x="29492" y="29029"/>
                </a:lnTo>
                <a:lnTo>
                  <a:pt x="29609" y="28763"/>
                </a:lnTo>
                <a:lnTo>
                  <a:pt x="29901" y="28391"/>
                </a:lnTo>
                <a:lnTo>
                  <a:pt x="30193" y="28125"/>
                </a:lnTo>
                <a:lnTo>
                  <a:pt x="30485" y="27913"/>
                </a:lnTo>
                <a:lnTo>
                  <a:pt x="30777" y="27647"/>
                </a:lnTo>
                <a:lnTo>
                  <a:pt x="31069" y="27222"/>
                </a:lnTo>
                <a:lnTo>
                  <a:pt x="31478" y="26849"/>
                </a:lnTo>
                <a:lnTo>
                  <a:pt x="31770" y="26584"/>
                </a:lnTo>
                <a:lnTo>
                  <a:pt x="32062" y="26211"/>
                </a:lnTo>
                <a:lnTo>
                  <a:pt x="32179" y="25946"/>
                </a:lnTo>
                <a:lnTo>
                  <a:pt x="32471" y="25680"/>
                </a:lnTo>
                <a:lnTo>
                  <a:pt x="32763" y="25467"/>
                </a:lnTo>
                <a:lnTo>
                  <a:pt x="32996" y="25042"/>
                </a:lnTo>
                <a:lnTo>
                  <a:pt x="33464" y="24829"/>
                </a:lnTo>
                <a:lnTo>
                  <a:pt x="33697" y="24404"/>
                </a:lnTo>
                <a:lnTo>
                  <a:pt x="33989" y="24138"/>
                </a:lnTo>
                <a:lnTo>
                  <a:pt x="34281" y="23766"/>
                </a:lnTo>
                <a:lnTo>
                  <a:pt x="34573" y="23393"/>
                </a:lnTo>
                <a:lnTo>
                  <a:pt x="34982" y="22862"/>
                </a:lnTo>
                <a:lnTo>
                  <a:pt x="35274" y="22649"/>
                </a:lnTo>
                <a:lnTo>
                  <a:pt x="35683" y="22224"/>
                </a:lnTo>
                <a:lnTo>
                  <a:pt x="35975" y="21958"/>
                </a:lnTo>
                <a:lnTo>
                  <a:pt x="36267" y="21586"/>
                </a:lnTo>
                <a:lnTo>
                  <a:pt x="36559" y="21320"/>
                </a:lnTo>
                <a:lnTo>
                  <a:pt x="36851" y="21107"/>
                </a:lnTo>
                <a:lnTo>
                  <a:pt x="37085" y="20841"/>
                </a:lnTo>
                <a:lnTo>
                  <a:pt x="37260" y="20416"/>
                </a:lnTo>
                <a:lnTo>
                  <a:pt x="37669" y="20203"/>
                </a:lnTo>
                <a:lnTo>
                  <a:pt x="37961" y="19778"/>
                </a:lnTo>
                <a:lnTo>
                  <a:pt x="38253" y="19565"/>
                </a:lnTo>
                <a:lnTo>
                  <a:pt x="38545" y="19140"/>
                </a:lnTo>
                <a:lnTo>
                  <a:pt x="38778" y="18874"/>
                </a:lnTo>
                <a:lnTo>
                  <a:pt x="39070" y="18661"/>
                </a:lnTo>
                <a:lnTo>
                  <a:pt x="39362" y="18236"/>
                </a:lnTo>
                <a:lnTo>
                  <a:pt x="39654" y="18023"/>
                </a:lnTo>
                <a:lnTo>
                  <a:pt x="39946" y="17598"/>
                </a:lnTo>
                <a:lnTo>
                  <a:pt x="40238" y="17332"/>
                </a:lnTo>
                <a:lnTo>
                  <a:pt x="40472" y="16960"/>
                </a:lnTo>
                <a:lnTo>
                  <a:pt x="40764" y="16694"/>
                </a:lnTo>
                <a:lnTo>
                  <a:pt x="41056" y="16482"/>
                </a:lnTo>
                <a:lnTo>
                  <a:pt x="41348" y="16216"/>
                </a:lnTo>
                <a:lnTo>
                  <a:pt x="41640" y="15790"/>
                </a:lnTo>
                <a:lnTo>
                  <a:pt x="42049" y="15578"/>
                </a:lnTo>
                <a:lnTo>
                  <a:pt x="42166" y="15152"/>
                </a:lnTo>
                <a:lnTo>
                  <a:pt x="42458" y="14940"/>
                </a:lnTo>
                <a:lnTo>
                  <a:pt x="42750" y="14514"/>
                </a:lnTo>
                <a:lnTo>
                  <a:pt x="43042" y="14249"/>
                </a:lnTo>
                <a:lnTo>
                  <a:pt x="43334" y="14036"/>
                </a:lnTo>
                <a:lnTo>
                  <a:pt x="43626" y="13770"/>
                </a:lnTo>
                <a:lnTo>
                  <a:pt x="44034" y="13398"/>
                </a:lnTo>
                <a:lnTo>
                  <a:pt x="44326" y="13132"/>
                </a:lnTo>
                <a:lnTo>
                  <a:pt x="44560" y="12707"/>
                </a:lnTo>
                <a:lnTo>
                  <a:pt x="44735" y="12494"/>
                </a:lnTo>
                <a:lnTo>
                  <a:pt x="45027" y="12069"/>
                </a:lnTo>
                <a:lnTo>
                  <a:pt x="45319" y="11856"/>
                </a:lnTo>
                <a:lnTo>
                  <a:pt x="45553" y="11590"/>
                </a:lnTo>
                <a:lnTo>
                  <a:pt x="45845" y="11324"/>
                </a:lnTo>
                <a:lnTo>
                  <a:pt x="46254" y="10952"/>
                </a:lnTo>
                <a:lnTo>
                  <a:pt x="46546" y="10686"/>
                </a:lnTo>
                <a:lnTo>
                  <a:pt x="46838" y="10420"/>
                </a:lnTo>
                <a:lnTo>
                  <a:pt x="47130" y="10048"/>
                </a:lnTo>
                <a:lnTo>
                  <a:pt x="47246" y="9782"/>
                </a:lnTo>
                <a:lnTo>
                  <a:pt x="47538" y="9517"/>
                </a:lnTo>
                <a:lnTo>
                  <a:pt x="47830" y="9251"/>
                </a:lnTo>
                <a:lnTo>
                  <a:pt x="48239" y="8879"/>
                </a:lnTo>
                <a:lnTo>
                  <a:pt x="48531" y="8613"/>
                </a:lnTo>
                <a:lnTo>
                  <a:pt x="48823" y="8241"/>
                </a:lnTo>
                <a:lnTo>
                  <a:pt x="49115" y="7975"/>
                </a:lnTo>
                <a:lnTo>
                  <a:pt x="49407" y="7603"/>
                </a:lnTo>
                <a:lnTo>
                  <a:pt x="49641" y="7337"/>
                </a:lnTo>
                <a:lnTo>
                  <a:pt x="49816" y="7071"/>
                </a:lnTo>
                <a:lnTo>
                  <a:pt x="50225" y="6805"/>
                </a:lnTo>
                <a:lnTo>
                  <a:pt x="50517" y="6433"/>
                </a:lnTo>
                <a:lnTo>
                  <a:pt x="50809" y="6167"/>
                </a:lnTo>
                <a:lnTo>
                  <a:pt x="51101" y="5795"/>
                </a:lnTo>
                <a:lnTo>
                  <a:pt x="51335" y="5529"/>
                </a:lnTo>
                <a:lnTo>
                  <a:pt x="51627" y="5263"/>
                </a:lnTo>
                <a:lnTo>
                  <a:pt x="51919" y="4891"/>
                </a:lnTo>
                <a:lnTo>
                  <a:pt x="52211" y="4785"/>
                </a:lnTo>
                <a:lnTo>
                  <a:pt x="52503" y="4359"/>
                </a:lnTo>
                <a:lnTo>
                  <a:pt x="52736" y="4147"/>
                </a:lnTo>
                <a:lnTo>
                  <a:pt x="53028" y="3721"/>
                </a:lnTo>
                <a:lnTo>
                  <a:pt x="53320" y="3509"/>
                </a:lnTo>
                <a:lnTo>
                  <a:pt x="53612" y="3083"/>
                </a:lnTo>
                <a:lnTo>
                  <a:pt x="53904" y="2817"/>
                </a:lnTo>
                <a:lnTo>
                  <a:pt x="54196" y="2445"/>
                </a:lnTo>
                <a:lnTo>
                  <a:pt x="54605" y="2339"/>
                </a:lnTo>
                <a:lnTo>
                  <a:pt x="54722" y="2073"/>
                </a:lnTo>
                <a:lnTo>
                  <a:pt x="55014" y="1701"/>
                </a:lnTo>
                <a:lnTo>
                  <a:pt x="55306" y="1435"/>
                </a:lnTo>
                <a:lnTo>
                  <a:pt x="55598" y="1063"/>
                </a:lnTo>
                <a:lnTo>
                  <a:pt x="55890" y="797"/>
                </a:lnTo>
                <a:lnTo>
                  <a:pt x="56124" y="425"/>
                </a:lnTo>
                <a:lnTo>
                  <a:pt x="56591" y="159"/>
                </a:lnTo>
                <a:lnTo>
                  <a:pt x="56883" y="0"/>
                </a:lnTo>
              </a:path>
            </a:pathLst>
          </a:custGeom>
          <a:ln w="81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6248171" y="3056761"/>
            <a:ext cx="56649" cy="55082"/>
          </a:xfrm>
          <a:custGeom>
            <a:avLst/>
            <a:gdLst/>
            <a:ahLst/>
            <a:cxnLst/>
            <a:rect l="l" t="t" r="r" b="b"/>
            <a:pathLst>
              <a:path w="56649" h="55082">
                <a:moveTo>
                  <a:pt x="0" y="55082"/>
                </a:moveTo>
                <a:lnTo>
                  <a:pt x="233" y="54709"/>
                </a:lnTo>
                <a:lnTo>
                  <a:pt x="408" y="54444"/>
                </a:lnTo>
                <a:lnTo>
                  <a:pt x="700" y="54071"/>
                </a:lnTo>
                <a:lnTo>
                  <a:pt x="934" y="53806"/>
                </a:lnTo>
                <a:lnTo>
                  <a:pt x="1226" y="53433"/>
                </a:lnTo>
                <a:lnTo>
                  <a:pt x="1518" y="53168"/>
                </a:lnTo>
                <a:lnTo>
                  <a:pt x="1927" y="52902"/>
                </a:lnTo>
                <a:lnTo>
                  <a:pt x="2219" y="52636"/>
                </a:lnTo>
                <a:lnTo>
                  <a:pt x="2511" y="52423"/>
                </a:lnTo>
                <a:lnTo>
                  <a:pt x="2803" y="51998"/>
                </a:lnTo>
                <a:lnTo>
                  <a:pt x="2920" y="51732"/>
                </a:lnTo>
                <a:lnTo>
                  <a:pt x="3212" y="51360"/>
                </a:lnTo>
                <a:lnTo>
                  <a:pt x="3504" y="51094"/>
                </a:lnTo>
                <a:lnTo>
                  <a:pt x="3912" y="50881"/>
                </a:lnTo>
                <a:lnTo>
                  <a:pt x="4204" y="50615"/>
                </a:lnTo>
                <a:lnTo>
                  <a:pt x="4496" y="50350"/>
                </a:lnTo>
                <a:lnTo>
                  <a:pt x="4788" y="49977"/>
                </a:lnTo>
                <a:lnTo>
                  <a:pt x="5022" y="49712"/>
                </a:lnTo>
                <a:lnTo>
                  <a:pt x="5314" y="49446"/>
                </a:lnTo>
                <a:lnTo>
                  <a:pt x="5489" y="49074"/>
                </a:lnTo>
                <a:lnTo>
                  <a:pt x="5898" y="48808"/>
                </a:lnTo>
                <a:lnTo>
                  <a:pt x="6190" y="48436"/>
                </a:lnTo>
                <a:lnTo>
                  <a:pt x="6482" y="48276"/>
                </a:lnTo>
                <a:lnTo>
                  <a:pt x="6716" y="48010"/>
                </a:lnTo>
                <a:lnTo>
                  <a:pt x="7008" y="47638"/>
                </a:lnTo>
                <a:lnTo>
                  <a:pt x="7300" y="47372"/>
                </a:lnTo>
                <a:lnTo>
                  <a:pt x="7592" y="47000"/>
                </a:lnTo>
                <a:lnTo>
                  <a:pt x="7884" y="46734"/>
                </a:lnTo>
                <a:lnTo>
                  <a:pt x="8176" y="46468"/>
                </a:lnTo>
                <a:lnTo>
                  <a:pt x="8409" y="46096"/>
                </a:lnTo>
                <a:lnTo>
                  <a:pt x="8701" y="45990"/>
                </a:lnTo>
                <a:lnTo>
                  <a:pt x="8993" y="45618"/>
                </a:lnTo>
                <a:lnTo>
                  <a:pt x="9285" y="45352"/>
                </a:lnTo>
                <a:lnTo>
                  <a:pt x="9577" y="45086"/>
                </a:lnTo>
                <a:lnTo>
                  <a:pt x="9869" y="44714"/>
                </a:lnTo>
                <a:lnTo>
                  <a:pt x="10278" y="44448"/>
                </a:lnTo>
                <a:lnTo>
                  <a:pt x="10395" y="44182"/>
                </a:lnTo>
                <a:lnTo>
                  <a:pt x="10687" y="43810"/>
                </a:lnTo>
                <a:lnTo>
                  <a:pt x="10979" y="43650"/>
                </a:lnTo>
                <a:lnTo>
                  <a:pt x="11271" y="43278"/>
                </a:lnTo>
                <a:lnTo>
                  <a:pt x="11563" y="43012"/>
                </a:lnTo>
                <a:lnTo>
                  <a:pt x="11797" y="42747"/>
                </a:lnTo>
                <a:lnTo>
                  <a:pt x="12264" y="42374"/>
                </a:lnTo>
                <a:lnTo>
                  <a:pt x="12497" y="42109"/>
                </a:lnTo>
                <a:lnTo>
                  <a:pt x="12789" y="41843"/>
                </a:lnTo>
                <a:lnTo>
                  <a:pt x="12965" y="41471"/>
                </a:lnTo>
                <a:lnTo>
                  <a:pt x="13198" y="41205"/>
                </a:lnTo>
                <a:lnTo>
                  <a:pt x="13490" y="41098"/>
                </a:lnTo>
                <a:lnTo>
                  <a:pt x="13782" y="40726"/>
                </a:lnTo>
                <a:lnTo>
                  <a:pt x="14074" y="40460"/>
                </a:lnTo>
                <a:lnTo>
                  <a:pt x="14483" y="40088"/>
                </a:lnTo>
                <a:lnTo>
                  <a:pt x="14775" y="39822"/>
                </a:lnTo>
                <a:lnTo>
                  <a:pt x="15067" y="39557"/>
                </a:lnTo>
                <a:lnTo>
                  <a:pt x="15359" y="39184"/>
                </a:lnTo>
                <a:lnTo>
                  <a:pt x="15476" y="38919"/>
                </a:lnTo>
                <a:lnTo>
                  <a:pt x="15768" y="38759"/>
                </a:lnTo>
                <a:lnTo>
                  <a:pt x="16060" y="38387"/>
                </a:lnTo>
                <a:lnTo>
                  <a:pt x="16469" y="38121"/>
                </a:lnTo>
                <a:lnTo>
                  <a:pt x="16761" y="37908"/>
                </a:lnTo>
                <a:lnTo>
                  <a:pt x="17053" y="37483"/>
                </a:lnTo>
                <a:lnTo>
                  <a:pt x="17345" y="37217"/>
                </a:lnTo>
                <a:lnTo>
                  <a:pt x="17578" y="37004"/>
                </a:lnTo>
                <a:lnTo>
                  <a:pt x="17870" y="36579"/>
                </a:lnTo>
                <a:lnTo>
                  <a:pt x="18046" y="36473"/>
                </a:lnTo>
                <a:lnTo>
                  <a:pt x="18454" y="36207"/>
                </a:lnTo>
                <a:lnTo>
                  <a:pt x="18746" y="35835"/>
                </a:lnTo>
                <a:lnTo>
                  <a:pt x="18980" y="35569"/>
                </a:lnTo>
                <a:lnTo>
                  <a:pt x="19272" y="35303"/>
                </a:lnTo>
                <a:lnTo>
                  <a:pt x="19564" y="34931"/>
                </a:lnTo>
                <a:lnTo>
                  <a:pt x="19856" y="34665"/>
                </a:lnTo>
                <a:lnTo>
                  <a:pt x="20148" y="34399"/>
                </a:lnTo>
                <a:lnTo>
                  <a:pt x="20440" y="34187"/>
                </a:lnTo>
                <a:lnTo>
                  <a:pt x="20674" y="33921"/>
                </a:lnTo>
                <a:lnTo>
                  <a:pt x="20966" y="33655"/>
                </a:lnTo>
                <a:lnTo>
                  <a:pt x="21258" y="33283"/>
                </a:lnTo>
                <a:lnTo>
                  <a:pt x="21550" y="33017"/>
                </a:lnTo>
                <a:lnTo>
                  <a:pt x="21842" y="32751"/>
                </a:lnTo>
                <a:lnTo>
                  <a:pt x="22134" y="32485"/>
                </a:lnTo>
                <a:lnTo>
                  <a:pt x="22367" y="32113"/>
                </a:lnTo>
                <a:lnTo>
                  <a:pt x="22835" y="31953"/>
                </a:lnTo>
                <a:lnTo>
                  <a:pt x="23127" y="31741"/>
                </a:lnTo>
                <a:lnTo>
                  <a:pt x="23243" y="31315"/>
                </a:lnTo>
                <a:lnTo>
                  <a:pt x="23535" y="31103"/>
                </a:lnTo>
                <a:lnTo>
                  <a:pt x="23827" y="30837"/>
                </a:lnTo>
                <a:lnTo>
                  <a:pt x="24061" y="30412"/>
                </a:lnTo>
                <a:lnTo>
                  <a:pt x="24353" y="30199"/>
                </a:lnTo>
                <a:lnTo>
                  <a:pt x="24820" y="29933"/>
                </a:lnTo>
                <a:lnTo>
                  <a:pt x="25054" y="29667"/>
                </a:lnTo>
                <a:lnTo>
                  <a:pt x="25346" y="29401"/>
                </a:lnTo>
                <a:lnTo>
                  <a:pt x="25638" y="29136"/>
                </a:lnTo>
                <a:lnTo>
                  <a:pt x="25755" y="28870"/>
                </a:lnTo>
                <a:lnTo>
                  <a:pt x="26047" y="28498"/>
                </a:lnTo>
                <a:lnTo>
                  <a:pt x="26339" y="28232"/>
                </a:lnTo>
                <a:lnTo>
                  <a:pt x="26631" y="28019"/>
                </a:lnTo>
                <a:lnTo>
                  <a:pt x="27039" y="27753"/>
                </a:lnTo>
                <a:lnTo>
                  <a:pt x="27331" y="27328"/>
                </a:lnTo>
                <a:lnTo>
                  <a:pt x="27624" y="27222"/>
                </a:lnTo>
                <a:lnTo>
                  <a:pt x="27916" y="26956"/>
                </a:lnTo>
                <a:lnTo>
                  <a:pt x="28032" y="26584"/>
                </a:lnTo>
                <a:lnTo>
                  <a:pt x="28324" y="26318"/>
                </a:lnTo>
                <a:lnTo>
                  <a:pt x="28616" y="26052"/>
                </a:lnTo>
                <a:lnTo>
                  <a:pt x="29025" y="25786"/>
                </a:lnTo>
                <a:lnTo>
                  <a:pt x="29317" y="25414"/>
                </a:lnTo>
                <a:lnTo>
                  <a:pt x="29609" y="25148"/>
                </a:lnTo>
                <a:lnTo>
                  <a:pt x="29843" y="25042"/>
                </a:lnTo>
                <a:lnTo>
                  <a:pt x="30135" y="24776"/>
                </a:lnTo>
                <a:lnTo>
                  <a:pt x="30427" y="24404"/>
                </a:lnTo>
                <a:lnTo>
                  <a:pt x="30602" y="24138"/>
                </a:lnTo>
                <a:lnTo>
                  <a:pt x="31011" y="23872"/>
                </a:lnTo>
                <a:lnTo>
                  <a:pt x="31303" y="23500"/>
                </a:lnTo>
                <a:lnTo>
                  <a:pt x="31536" y="23234"/>
                </a:lnTo>
                <a:lnTo>
                  <a:pt x="31828" y="22968"/>
                </a:lnTo>
                <a:lnTo>
                  <a:pt x="32120" y="22755"/>
                </a:lnTo>
                <a:lnTo>
                  <a:pt x="32412" y="22490"/>
                </a:lnTo>
                <a:lnTo>
                  <a:pt x="32704" y="22224"/>
                </a:lnTo>
                <a:lnTo>
                  <a:pt x="32996" y="21958"/>
                </a:lnTo>
                <a:lnTo>
                  <a:pt x="33230" y="21692"/>
                </a:lnTo>
                <a:lnTo>
                  <a:pt x="33522" y="21426"/>
                </a:lnTo>
                <a:lnTo>
                  <a:pt x="33814" y="21054"/>
                </a:lnTo>
                <a:lnTo>
                  <a:pt x="34106" y="20788"/>
                </a:lnTo>
                <a:lnTo>
                  <a:pt x="34398" y="20522"/>
                </a:lnTo>
                <a:lnTo>
                  <a:pt x="34690" y="20310"/>
                </a:lnTo>
                <a:lnTo>
                  <a:pt x="34924" y="20044"/>
                </a:lnTo>
                <a:lnTo>
                  <a:pt x="35391" y="19778"/>
                </a:lnTo>
                <a:lnTo>
                  <a:pt x="35625" y="19512"/>
                </a:lnTo>
                <a:lnTo>
                  <a:pt x="35800" y="19246"/>
                </a:lnTo>
                <a:lnTo>
                  <a:pt x="36092" y="18874"/>
                </a:lnTo>
                <a:lnTo>
                  <a:pt x="36384" y="18608"/>
                </a:lnTo>
                <a:lnTo>
                  <a:pt x="36617" y="18342"/>
                </a:lnTo>
                <a:lnTo>
                  <a:pt x="36909" y="18130"/>
                </a:lnTo>
                <a:lnTo>
                  <a:pt x="37318" y="17864"/>
                </a:lnTo>
                <a:lnTo>
                  <a:pt x="37610" y="17598"/>
                </a:lnTo>
                <a:lnTo>
                  <a:pt x="37902" y="17332"/>
                </a:lnTo>
                <a:lnTo>
                  <a:pt x="38194" y="17066"/>
                </a:lnTo>
                <a:lnTo>
                  <a:pt x="38311" y="16801"/>
                </a:lnTo>
                <a:lnTo>
                  <a:pt x="38603" y="16428"/>
                </a:lnTo>
                <a:lnTo>
                  <a:pt x="38895" y="16163"/>
                </a:lnTo>
                <a:lnTo>
                  <a:pt x="39187" y="15897"/>
                </a:lnTo>
                <a:lnTo>
                  <a:pt x="39596" y="15684"/>
                </a:lnTo>
                <a:lnTo>
                  <a:pt x="39888" y="15525"/>
                </a:lnTo>
                <a:lnTo>
                  <a:pt x="40180" y="15152"/>
                </a:lnTo>
                <a:lnTo>
                  <a:pt x="40472" y="14887"/>
                </a:lnTo>
                <a:lnTo>
                  <a:pt x="40705" y="14621"/>
                </a:lnTo>
                <a:lnTo>
                  <a:pt x="40881" y="14355"/>
                </a:lnTo>
                <a:lnTo>
                  <a:pt x="41173" y="14142"/>
                </a:lnTo>
                <a:lnTo>
                  <a:pt x="41582" y="13717"/>
                </a:lnTo>
                <a:lnTo>
                  <a:pt x="41874" y="13504"/>
                </a:lnTo>
                <a:lnTo>
                  <a:pt x="42166" y="13345"/>
                </a:lnTo>
                <a:lnTo>
                  <a:pt x="42399" y="13079"/>
                </a:lnTo>
                <a:lnTo>
                  <a:pt x="42691" y="12813"/>
                </a:lnTo>
                <a:lnTo>
                  <a:pt x="42983" y="12441"/>
                </a:lnTo>
                <a:lnTo>
                  <a:pt x="43100" y="12175"/>
                </a:lnTo>
                <a:lnTo>
                  <a:pt x="43567" y="11962"/>
                </a:lnTo>
                <a:lnTo>
                  <a:pt x="43801" y="11696"/>
                </a:lnTo>
                <a:lnTo>
                  <a:pt x="44093" y="11431"/>
                </a:lnTo>
                <a:lnTo>
                  <a:pt x="44385" y="11165"/>
                </a:lnTo>
                <a:lnTo>
                  <a:pt x="44677" y="10899"/>
                </a:lnTo>
                <a:lnTo>
                  <a:pt x="44969" y="10633"/>
                </a:lnTo>
                <a:lnTo>
                  <a:pt x="45261" y="10420"/>
                </a:lnTo>
                <a:lnTo>
                  <a:pt x="45494" y="10155"/>
                </a:lnTo>
                <a:lnTo>
                  <a:pt x="45786" y="9889"/>
                </a:lnTo>
                <a:lnTo>
                  <a:pt x="46078" y="9623"/>
                </a:lnTo>
                <a:lnTo>
                  <a:pt x="46370" y="9251"/>
                </a:lnTo>
                <a:lnTo>
                  <a:pt x="46662" y="8985"/>
                </a:lnTo>
                <a:lnTo>
                  <a:pt x="46954" y="8719"/>
                </a:lnTo>
                <a:lnTo>
                  <a:pt x="47188" y="8613"/>
                </a:lnTo>
                <a:lnTo>
                  <a:pt x="47480" y="8347"/>
                </a:lnTo>
                <a:lnTo>
                  <a:pt x="47947" y="8081"/>
                </a:lnTo>
                <a:lnTo>
                  <a:pt x="48181" y="7709"/>
                </a:lnTo>
                <a:lnTo>
                  <a:pt x="48356" y="7443"/>
                </a:lnTo>
                <a:lnTo>
                  <a:pt x="48648" y="7177"/>
                </a:lnTo>
                <a:lnTo>
                  <a:pt x="48882" y="6911"/>
                </a:lnTo>
                <a:lnTo>
                  <a:pt x="49174" y="6699"/>
                </a:lnTo>
                <a:lnTo>
                  <a:pt x="49466" y="6433"/>
                </a:lnTo>
                <a:lnTo>
                  <a:pt x="49875" y="6273"/>
                </a:lnTo>
                <a:lnTo>
                  <a:pt x="50167" y="5901"/>
                </a:lnTo>
                <a:lnTo>
                  <a:pt x="50459" y="5635"/>
                </a:lnTo>
                <a:lnTo>
                  <a:pt x="50751" y="5369"/>
                </a:lnTo>
                <a:lnTo>
                  <a:pt x="50867" y="5157"/>
                </a:lnTo>
                <a:lnTo>
                  <a:pt x="51159" y="4891"/>
                </a:lnTo>
                <a:lnTo>
                  <a:pt x="51451" y="4625"/>
                </a:lnTo>
                <a:lnTo>
                  <a:pt x="51743" y="4359"/>
                </a:lnTo>
                <a:lnTo>
                  <a:pt x="52152" y="3987"/>
                </a:lnTo>
                <a:lnTo>
                  <a:pt x="52444" y="3828"/>
                </a:lnTo>
                <a:lnTo>
                  <a:pt x="52736" y="3615"/>
                </a:lnTo>
                <a:lnTo>
                  <a:pt x="52970" y="3349"/>
                </a:lnTo>
                <a:lnTo>
                  <a:pt x="53262" y="3083"/>
                </a:lnTo>
                <a:lnTo>
                  <a:pt x="53437" y="2817"/>
                </a:lnTo>
                <a:lnTo>
                  <a:pt x="53729" y="2552"/>
                </a:lnTo>
                <a:lnTo>
                  <a:pt x="54138" y="2286"/>
                </a:lnTo>
                <a:lnTo>
                  <a:pt x="54430" y="2073"/>
                </a:lnTo>
                <a:lnTo>
                  <a:pt x="54663" y="1648"/>
                </a:lnTo>
                <a:lnTo>
                  <a:pt x="54956" y="1541"/>
                </a:lnTo>
                <a:lnTo>
                  <a:pt x="55248" y="1276"/>
                </a:lnTo>
                <a:lnTo>
                  <a:pt x="55540" y="1010"/>
                </a:lnTo>
                <a:lnTo>
                  <a:pt x="55832" y="744"/>
                </a:lnTo>
                <a:lnTo>
                  <a:pt x="56124" y="531"/>
                </a:lnTo>
                <a:lnTo>
                  <a:pt x="56357" y="265"/>
                </a:lnTo>
                <a:lnTo>
                  <a:pt x="56649" y="0"/>
                </a:lnTo>
              </a:path>
            </a:pathLst>
          </a:custGeom>
          <a:ln w="807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6304821" y="3010664"/>
            <a:ext cx="56824" cy="46096"/>
          </a:xfrm>
          <a:custGeom>
            <a:avLst/>
            <a:gdLst/>
            <a:ahLst/>
            <a:cxnLst/>
            <a:rect l="l" t="t" r="r" b="b"/>
            <a:pathLst>
              <a:path w="56824" h="46096">
                <a:moveTo>
                  <a:pt x="0" y="46096"/>
                </a:moveTo>
                <a:lnTo>
                  <a:pt x="292" y="45830"/>
                </a:lnTo>
                <a:lnTo>
                  <a:pt x="584" y="45458"/>
                </a:lnTo>
                <a:lnTo>
                  <a:pt x="876" y="45299"/>
                </a:lnTo>
                <a:lnTo>
                  <a:pt x="1168" y="45086"/>
                </a:lnTo>
                <a:lnTo>
                  <a:pt x="1401" y="44820"/>
                </a:lnTo>
                <a:lnTo>
                  <a:pt x="1693" y="44554"/>
                </a:lnTo>
                <a:lnTo>
                  <a:pt x="1985" y="44288"/>
                </a:lnTo>
                <a:lnTo>
                  <a:pt x="2277" y="44023"/>
                </a:lnTo>
                <a:lnTo>
                  <a:pt x="2569" y="43757"/>
                </a:lnTo>
                <a:lnTo>
                  <a:pt x="2861" y="43544"/>
                </a:lnTo>
                <a:lnTo>
                  <a:pt x="3095" y="43278"/>
                </a:lnTo>
                <a:lnTo>
                  <a:pt x="3387" y="43119"/>
                </a:lnTo>
                <a:lnTo>
                  <a:pt x="3796" y="42853"/>
                </a:lnTo>
                <a:lnTo>
                  <a:pt x="4088" y="42481"/>
                </a:lnTo>
                <a:lnTo>
                  <a:pt x="4263" y="42215"/>
                </a:lnTo>
                <a:lnTo>
                  <a:pt x="4496" y="42002"/>
                </a:lnTo>
                <a:lnTo>
                  <a:pt x="4788" y="41736"/>
                </a:lnTo>
                <a:lnTo>
                  <a:pt x="5080" y="41471"/>
                </a:lnTo>
                <a:lnTo>
                  <a:pt x="5372" y="41205"/>
                </a:lnTo>
                <a:lnTo>
                  <a:pt x="5781" y="40939"/>
                </a:lnTo>
                <a:lnTo>
                  <a:pt x="6073" y="40833"/>
                </a:lnTo>
                <a:lnTo>
                  <a:pt x="6365" y="40567"/>
                </a:lnTo>
                <a:lnTo>
                  <a:pt x="6657" y="40301"/>
                </a:lnTo>
                <a:lnTo>
                  <a:pt x="6774" y="40035"/>
                </a:lnTo>
                <a:lnTo>
                  <a:pt x="7066" y="39822"/>
                </a:lnTo>
                <a:lnTo>
                  <a:pt x="7358" y="39557"/>
                </a:lnTo>
                <a:lnTo>
                  <a:pt x="7650" y="39291"/>
                </a:lnTo>
                <a:lnTo>
                  <a:pt x="8059" y="39025"/>
                </a:lnTo>
                <a:lnTo>
                  <a:pt x="8351" y="38759"/>
                </a:lnTo>
                <a:lnTo>
                  <a:pt x="8643" y="38493"/>
                </a:lnTo>
                <a:lnTo>
                  <a:pt x="8877" y="38387"/>
                </a:lnTo>
                <a:lnTo>
                  <a:pt x="9169" y="38121"/>
                </a:lnTo>
                <a:lnTo>
                  <a:pt x="9344" y="37749"/>
                </a:lnTo>
                <a:lnTo>
                  <a:pt x="9577" y="37483"/>
                </a:lnTo>
                <a:lnTo>
                  <a:pt x="10045" y="37217"/>
                </a:lnTo>
                <a:lnTo>
                  <a:pt x="10278" y="36951"/>
                </a:lnTo>
                <a:lnTo>
                  <a:pt x="10570" y="36739"/>
                </a:lnTo>
                <a:lnTo>
                  <a:pt x="10862" y="36473"/>
                </a:lnTo>
                <a:lnTo>
                  <a:pt x="11154" y="36207"/>
                </a:lnTo>
                <a:lnTo>
                  <a:pt x="11446" y="36047"/>
                </a:lnTo>
                <a:lnTo>
                  <a:pt x="11738" y="35835"/>
                </a:lnTo>
                <a:lnTo>
                  <a:pt x="11972" y="35569"/>
                </a:lnTo>
                <a:lnTo>
                  <a:pt x="12264" y="35303"/>
                </a:lnTo>
                <a:lnTo>
                  <a:pt x="12556" y="35037"/>
                </a:lnTo>
                <a:lnTo>
                  <a:pt x="12848" y="34771"/>
                </a:lnTo>
                <a:lnTo>
                  <a:pt x="13140" y="34506"/>
                </a:lnTo>
                <a:lnTo>
                  <a:pt x="13432" y="34293"/>
                </a:lnTo>
                <a:lnTo>
                  <a:pt x="13665" y="34027"/>
                </a:lnTo>
                <a:lnTo>
                  <a:pt x="13958" y="33868"/>
                </a:lnTo>
                <a:lnTo>
                  <a:pt x="14250" y="33655"/>
                </a:lnTo>
                <a:lnTo>
                  <a:pt x="14542" y="33389"/>
                </a:lnTo>
                <a:lnTo>
                  <a:pt x="14834" y="33123"/>
                </a:lnTo>
                <a:lnTo>
                  <a:pt x="15126" y="32857"/>
                </a:lnTo>
                <a:lnTo>
                  <a:pt x="15359" y="32592"/>
                </a:lnTo>
                <a:lnTo>
                  <a:pt x="15651" y="32326"/>
                </a:lnTo>
                <a:lnTo>
                  <a:pt x="15943" y="32113"/>
                </a:lnTo>
                <a:lnTo>
                  <a:pt x="16352" y="31847"/>
                </a:lnTo>
                <a:lnTo>
                  <a:pt x="16644" y="31581"/>
                </a:lnTo>
                <a:lnTo>
                  <a:pt x="16819" y="31422"/>
                </a:lnTo>
                <a:lnTo>
                  <a:pt x="17053" y="31209"/>
                </a:lnTo>
                <a:lnTo>
                  <a:pt x="17345" y="30943"/>
                </a:lnTo>
                <a:lnTo>
                  <a:pt x="17637" y="30677"/>
                </a:lnTo>
                <a:lnTo>
                  <a:pt x="17929" y="30412"/>
                </a:lnTo>
                <a:lnTo>
                  <a:pt x="18221" y="30146"/>
                </a:lnTo>
                <a:lnTo>
                  <a:pt x="18630" y="29880"/>
                </a:lnTo>
                <a:lnTo>
                  <a:pt x="18922" y="29667"/>
                </a:lnTo>
                <a:lnTo>
                  <a:pt x="19214" y="29401"/>
                </a:lnTo>
                <a:lnTo>
                  <a:pt x="19330" y="29136"/>
                </a:lnTo>
                <a:lnTo>
                  <a:pt x="19622" y="29029"/>
                </a:lnTo>
                <a:lnTo>
                  <a:pt x="19914" y="28763"/>
                </a:lnTo>
                <a:lnTo>
                  <a:pt x="20206" y="28498"/>
                </a:lnTo>
                <a:lnTo>
                  <a:pt x="20615" y="28338"/>
                </a:lnTo>
                <a:lnTo>
                  <a:pt x="20907" y="28125"/>
                </a:lnTo>
                <a:lnTo>
                  <a:pt x="21141" y="27860"/>
                </a:lnTo>
                <a:lnTo>
                  <a:pt x="21433" y="27594"/>
                </a:lnTo>
                <a:lnTo>
                  <a:pt x="21725" y="27328"/>
                </a:lnTo>
                <a:lnTo>
                  <a:pt x="21900" y="27062"/>
                </a:lnTo>
                <a:lnTo>
                  <a:pt x="22134" y="26849"/>
                </a:lnTo>
                <a:lnTo>
                  <a:pt x="22601" y="26690"/>
                </a:lnTo>
                <a:lnTo>
                  <a:pt x="22835" y="26424"/>
                </a:lnTo>
                <a:lnTo>
                  <a:pt x="23127" y="26158"/>
                </a:lnTo>
                <a:lnTo>
                  <a:pt x="23419" y="25946"/>
                </a:lnTo>
                <a:lnTo>
                  <a:pt x="23711" y="25680"/>
                </a:lnTo>
                <a:lnTo>
                  <a:pt x="24003" y="25414"/>
                </a:lnTo>
                <a:lnTo>
                  <a:pt x="24295" y="25148"/>
                </a:lnTo>
                <a:lnTo>
                  <a:pt x="24411" y="24882"/>
                </a:lnTo>
                <a:lnTo>
                  <a:pt x="24820" y="24616"/>
                </a:lnTo>
                <a:lnTo>
                  <a:pt x="25112" y="24510"/>
                </a:lnTo>
                <a:lnTo>
                  <a:pt x="25404" y="24244"/>
                </a:lnTo>
                <a:lnTo>
                  <a:pt x="25696" y="24138"/>
                </a:lnTo>
                <a:lnTo>
                  <a:pt x="25988" y="23872"/>
                </a:lnTo>
                <a:lnTo>
                  <a:pt x="26222" y="23606"/>
                </a:lnTo>
                <a:lnTo>
                  <a:pt x="26514" y="23340"/>
                </a:lnTo>
                <a:lnTo>
                  <a:pt x="26806" y="23074"/>
                </a:lnTo>
                <a:lnTo>
                  <a:pt x="27098" y="22862"/>
                </a:lnTo>
                <a:lnTo>
                  <a:pt x="27390" y="22596"/>
                </a:lnTo>
                <a:lnTo>
                  <a:pt x="27682" y="22330"/>
                </a:lnTo>
                <a:lnTo>
                  <a:pt x="27916" y="22224"/>
                </a:lnTo>
                <a:lnTo>
                  <a:pt x="28208" y="21958"/>
                </a:lnTo>
                <a:lnTo>
                  <a:pt x="28500" y="21692"/>
                </a:lnTo>
                <a:lnTo>
                  <a:pt x="28908" y="21426"/>
                </a:lnTo>
                <a:lnTo>
                  <a:pt x="29200" y="21320"/>
                </a:lnTo>
                <a:lnTo>
                  <a:pt x="29317" y="21054"/>
                </a:lnTo>
                <a:lnTo>
                  <a:pt x="29609" y="20788"/>
                </a:lnTo>
                <a:lnTo>
                  <a:pt x="29901" y="20522"/>
                </a:lnTo>
                <a:lnTo>
                  <a:pt x="30193" y="20257"/>
                </a:lnTo>
                <a:lnTo>
                  <a:pt x="30485" y="19991"/>
                </a:lnTo>
                <a:lnTo>
                  <a:pt x="30777" y="19884"/>
                </a:lnTo>
                <a:lnTo>
                  <a:pt x="31186" y="19619"/>
                </a:lnTo>
                <a:lnTo>
                  <a:pt x="31478" y="19353"/>
                </a:lnTo>
                <a:lnTo>
                  <a:pt x="31770" y="19246"/>
                </a:lnTo>
                <a:lnTo>
                  <a:pt x="31887" y="18980"/>
                </a:lnTo>
                <a:lnTo>
                  <a:pt x="32179" y="18715"/>
                </a:lnTo>
                <a:lnTo>
                  <a:pt x="32471" y="18449"/>
                </a:lnTo>
                <a:lnTo>
                  <a:pt x="32704" y="18236"/>
                </a:lnTo>
                <a:lnTo>
                  <a:pt x="33172" y="17970"/>
                </a:lnTo>
                <a:lnTo>
                  <a:pt x="33464" y="17704"/>
                </a:lnTo>
                <a:lnTo>
                  <a:pt x="33697" y="17598"/>
                </a:lnTo>
                <a:lnTo>
                  <a:pt x="33989" y="17439"/>
                </a:lnTo>
                <a:lnTo>
                  <a:pt x="34281" y="17173"/>
                </a:lnTo>
                <a:lnTo>
                  <a:pt x="34398" y="16907"/>
                </a:lnTo>
                <a:lnTo>
                  <a:pt x="34690" y="16694"/>
                </a:lnTo>
                <a:lnTo>
                  <a:pt x="35099" y="16428"/>
                </a:lnTo>
                <a:lnTo>
                  <a:pt x="35391" y="16163"/>
                </a:lnTo>
                <a:lnTo>
                  <a:pt x="35683" y="15897"/>
                </a:lnTo>
                <a:lnTo>
                  <a:pt x="35975" y="15790"/>
                </a:lnTo>
                <a:lnTo>
                  <a:pt x="36267" y="15525"/>
                </a:lnTo>
                <a:lnTo>
                  <a:pt x="36559" y="15259"/>
                </a:lnTo>
                <a:lnTo>
                  <a:pt x="36793" y="15152"/>
                </a:lnTo>
                <a:lnTo>
                  <a:pt x="36968" y="14887"/>
                </a:lnTo>
                <a:lnTo>
                  <a:pt x="37377" y="14621"/>
                </a:lnTo>
                <a:lnTo>
                  <a:pt x="37669" y="14355"/>
                </a:lnTo>
                <a:lnTo>
                  <a:pt x="37961" y="14249"/>
                </a:lnTo>
                <a:lnTo>
                  <a:pt x="38253" y="13983"/>
                </a:lnTo>
                <a:lnTo>
                  <a:pt x="38486" y="13717"/>
                </a:lnTo>
                <a:lnTo>
                  <a:pt x="38778" y="13451"/>
                </a:lnTo>
                <a:lnTo>
                  <a:pt x="39070" y="13185"/>
                </a:lnTo>
                <a:lnTo>
                  <a:pt x="39362" y="12973"/>
                </a:lnTo>
                <a:lnTo>
                  <a:pt x="39654" y="12813"/>
                </a:lnTo>
                <a:lnTo>
                  <a:pt x="39946" y="12707"/>
                </a:lnTo>
                <a:lnTo>
                  <a:pt x="40180" y="12441"/>
                </a:lnTo>
                <a:lnTo>
                  <a:pt x="40472" y="12175"/>
                </a:lnTo>
                <a:lnTo>
                  <a:pt x="40764" y="11909"/>
                </a:lnTo>
                <a:lnTo>
                  <a:pt x="41056" y="11643"/>
                </a:lnTo>
                <a:lnTo>
                  <a:pt x="41465" y="11537"/>
                </a:lnTo>
                <a:lnTo>
                  <a:pt x="41757" y="11271"/>
                </a:lnTo>
                <a:lnTo>
                  <a:pt x="41874" y="11005"/>
                </a:lnTo>
                <a:lnTo>
                  <a:pt x="42166" y="10793"/>
                </a:lnTo>
                <a:lnTo>
                  <a:pt x="42458" y="10527"/>
                </a:lnTo>
                <a:lnTo>
                  <a:pt x="42750" y="10527"/>
                </a:lnTo>
                <a:lnTo>
                  <a:pt x="43042" y="10261"/>
                </a:lnTo>
                <a:lnTo>
                  <a:pt x="43334" y="9995"/>
                </a:lnTo>
                <a:lnTo>
                  <a:pt x="43742" y="9729"/>
                </a:lnTo>
                <a:lnTo>
                  <a:pt x="44034" y="9463"/>
                </a:lnTo>
                <a:lnTo>
                  <a:pt x="44268" y="9357"/>
                </a:lnTo>
                <a:lnTo>
                  <a:pt x="44443" y="9091"/>
                </a:lnTo>
                <a:lnTo>
                  <a:pt x="44735" y="8825"/>
                </a:lnTo>
                <a:lnTo>
                  <a:pt x="45027" y="8560"/>
                </a:lnTo>
                <a:lnTo>
                  <a:pt x="45261" y="8347"/>
                </a:lnTo>
                <a:lnTo>
                  <a:pt x="45728" y="8187"/>
                </a:lnTo>
                <a:lnTo>
                  <a:pt x="45962" y="8081"/>
                </a:lnTo>
                <a:lnTo>
                  <a:pt x="46254" y="7815"/>
                </a:lnTo>
                <a:lnTo>
                  <a:pt x="46546" y="7549"/>
                </a:lnTo>
                <a:lnTo>
                  <a:pt x="46838" y="7284"/>
                </a:lnTo>
                <a:lnTo>
                  <a:pt x="47246" y="6911"/>
                </a:lnTo>
                <a:lnTo>
                  <a:pt x="47655" y="6646"/>
                </a:lnTo>
                <a:lnTo>
                  <a:pt x="47947" y="6380"/>
                </a:lnTo>
                <a:lnTo>
                  <a:pt x="48239" y="6273"/>
                </a:lnTo>
                <a:lnTo>
                  <a:pt x="48531" y="6007"/>
                </a:lnTo>
                <a:lnTo>
                  <a:pt x="48823" y="5901"/>
                </a:lnTo>
                <a:lnTo>
                  <a:pt x="49115" y="5635"/>
                </a:lnTo>
                <a:lnTo>
                  <a:pt x="49349" y="5476"/>
                </a:lnTo>
                <a:lnTo>
                  <a:pt x="49524" y="5263"/>
                </a:lnTo>
                <a:lnTo>
                  <a:pt x="49933" y="4997"/>
                </a:lnTo>
                <a:lnTo>
                  <a:pt x="50225" y="4731"/>
                </a:lnTo>
                <a:lnTo>
                  <a:pt x="50517" y="4625"/>
                </a:lnTo>
                <a:lnTo>
                  <a:pt x="50809" y="4359"/>
                </a:lnTo>
                <a:lnTo>
                  <a:pt x="51043" y="4093"/>
                </a:lnTo>
                <a:lnTo>
                  <a:pt x="51335" y="3828"/>
                </a:lnTo>
                <a:lnTo>
                  <a:pt x="51627" y="3721"/>
                </a:lnTo>
                <a:lnTo>
                  <a:pt x="52035" y="3562"/>
                </a:lnTo>
                <a:lnTo>
                  <a:pt x="52211" y="3296"/>
                </a:lnTo>
                <a:lnTo>
                  <a:pt x="52444" y="3083"/>
                </a:lnTo>
                <a:lnTo>
                  <a:pt x="52736" y="2924"/>
                </a:lnTo>
                <a:lnTo>
                  <a:pt x="53028" y="2658"/>
                </a:lnTo>
                <a:lnTo>
                  <a:pt x="53320" y="2392"/>
                </a:lnTo>
                <a:lnTo>
                  <a:pt x="53612" y="2179"/>
                </a:lnTo>
                <a:lnTo>
                  <a:pt x="54021" y="2020"/>
                </a:lnTo>
                <a:lnTo>
                  <a:pt x="54313" y="1754"/>
                </a:lnTo>
                <a:lnTo>
                  <a:pt x="54430" y="1541"/>
                </a:lnTo>
                <a:lnTo>
                  <a:pt x="54722" y="1382"/>
                </a:lnTo>
                <a:lnTo>
                  <a:pt x="55014" y="1276"/>
                </a:lnTo>
                <a:lnTo>
                  <a:pt x="55306" y="1010"/>
                </a:lnTo>
                <a:lnTo>
                  <a:pt x="55598" y="744"/>
                </a:lnTo>
                <a:lnTo>
                  <a:pt x="55832" y="638"/>
                </a:lnTo>
                <a:lnTo>
                  <a:pt x="56299" y="37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80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6361645" y="2974297"/>
            <a:ext cx="56708" cy="36366"/>
          </a:xfrm>
          <a:custGeom>
            <a:avLst/>
            <a:gdLst/>
            <a:ahLst/>
            <a:cxnLst/>
            <a:rect l="l" t="t" r="r" b="b"/>
            <a:pathLst>
              <a:path w="56708" h="36366">
                <a:moveTo>
                  <a:pt x="0" y="36366"/>
                </a:moveTo>
                <a:lnTo>
                  <a:pt x="175" y="36101"/>
                </a:lnTo>
                <a:lnTo>
                  <a:pt x="467" y="35835"/>
                </a:lnTo>
                <a:lnTo>
                  <a:pt x="700" y="35569"/>
                </a:lnTo>
                <a:lnTo>
                  <a:pt x="992" y="35463"/>
                </a:lnTo>
                <a:lnTo>
                  <a:pt x="1460" y="35303"/>
                </a:lnTo>
                <a:lnTo>
                  <a:pt x="1693" y="35037"/>
                </a:lnTo>
                <a:lnTo>
                  <a:pt x="1985" y="34931"/>
                </a:lnTo>
                <a:lnTo>
                  <a:pt x="2277" y="34665"/>
                </a:lnTo>
                <a:lnTo>
                  <a:pt x="2569" y="34399"/>
                </a:lnTo>
                <a:lnTo>
                  <a:pt x="2978" y="34027"/>
                </a:lnTo>
                <a:lnTo>
                  <a:pt x="3387" y="33761"/>
                </a:lnTo>
                <a:lnTo>
                  <a:pt x="3679" y="33495"/>
                </a:lnTo>
                <a:lnTo>
                  <a:pt x="3971" y="33389"/>
                </a:lnTo>
                <a:lnTo>
                  <a:pt x="4263" y="33123"/>
                </a:lnTo>
                <a:lnTo>
                  <a:pt x="4555" y="33017"/>
                </a:lnTo>
                <a:lnTo>
                  <a:pt x="4788" y="32857"/>
                </a:lnTo>
                <a:lnTo>
                  <a:pt x="5080" y="32645"/>
                </a:lnTo>
                <a:lnTo>
                  <a:pt x="5256" y="32379"/>
                </a:lnTo>
                <a:lnTo>
                  <a:pt x="5664" y="32219"/>
                </a:lnTo>
                <a:lnTo>
                  <a:pt x="5956" y="31953"/>
                </a:lnTo>
                <a:lnTo>
                  <a:pt x="6248" y="31741"/>
                </a:lnTo>
                <a:lnTo>
                  <a:pt x="6482" y="31581"/>
                </a:lnTo>
                <a:lnTo>
                  <a:pt x="6774" y="31315"/>
                </a:lnTo>
                <a:lnTo>
                  <a:pt x="7066" y="31103"/>
                </a:lnTo>
                <a:lnTo>
                  <a:pt x="7358" y="30943"/>
                </a:lnTo>
                <a:lnTo>
                  <a:pt x="7767" y="30677"/>
                </a:lnTo>
                <a:lnTo>
                  <a:pt x="7942" y="30571"/>
                </a:lnTo>
                <a:lnTo>
                  <a:pt x="8176" y="30412"/>
                </a:lnTo>
                <a:lnTo>
                  <a:pt x="8468" y="30199"/>
                </a:lnTo>
                <a:lnTo>
                  <a:pt x="8760" y="30039"/>
                </a:lnTo>
                <a:lnTo>
                  <a:pt x="9052" y="29774"/>
                </a:lnTo>
                <a:lnTo>
                  <a:pt x="9344" y="29561"/>
                </a:lnTo>
                <a:lnTo>
                  <a:pt x="9753" y="29401"/>
                </a:lnTo>
                <a:lnTo>
                  <a:pt x="10045" y="29136"/>
                </a:lnTo>
                <a:lnTo>
                  <a:pt x="10337" y="28870"/>
                </a:lnTo>
                <a:lnTo>
                  <a:pt x="10745" y="28498"/>
                </a:lnTo>
                <a:lnTo>
                  <a:pt x="11037" y="28391"/>
                </a:lnTo>
                <a:lnTo>
                  <a:pt x="11329" y="28232"/>
                </a:lnTo>
                <a:lnTo>
                  <a:pt x="11563" y="28019"/>
                </a:lnTo>
                <a:lnTo>
                  <a:pt x="12030" y="27860"/>
                </a:lnTo>
                <a:lnTo>
                  <a:pt x="12264" y="27594"/>
                </a:lnTo>
                <a:lnTo>
                  <a:pt x="12556" y="27328"/>
                </a:lnTo>
                <a:lnTo>
                  <a:pt x="12731" y="27222"/>
                </a:lnTo>
                <a:lnTo>
                  <a:pt x="13023" y="26956"/>
                </a:lnTo>
                <a:lnTo>
                  <a:pt x="13257" y="26849"/>
                </a:lnTo>
                <a:lnTo>
                  <a:pt x="13549" y="26584"/>
                </a:lnTo>
                <a:lnTo>
                  <a:pt x="13958" y="26318"/>
                </a:lnTo>
                <a:lnTo>
                  <a:pt x="14250" y="26211"/>
                </a:lnTo>
                <a:lnTo>
                  <a:pt x="14542" y="25946"/>
                </a:lnTo>
                <a:lnTo>
                  <a:pt x="14834" y="25946"/>
                </a:lnTo>
                <a:lnTo>
                  <a:pt x="15126" y="25680"/>
                </a:lnTo>
                <a:lnTo>
                  <a:pt x="15242" y="25414"/>
                </a:lnTo>
                <a:lnTo>
                  <a:pt x="15534" y="25307"/>
                </a:lnTo>
                <a:lnTo>
                  <a:pt x="15943" y="25042"/>
                </a:lnTo>
                <a:lnTo>
                  <a:pt x="16235" y="24935"/>
                </a:lnTo>
                <a:lnTo>
                  <a:pt x="16527" y="24669"/>
                </a:lnTo>
                <a:lnTo>
                  <a:pt x="16819" y="24404"/>
                </a:lnTo>
                <a:lnTo>
                  <a:pt x="17111" y="24244"/>
                </a:lnTo>
                <a:lnTo>
                  <a:pt x="17345" y="24031"/>
                </a:lnTo>
                <a:lnTo>
                  <a:pt x="17637" y="23872"/>
                </a:lnTo>
                <a:lnTo>
                  <a:pt x="17812" y="23606"/>
                </a:lnTo>
                <a:lnTo>
                  <a:pt x="18221" y="23606"/>
                </a:lnTo>
                <a:lnTo>
                  <a:pt x="18513" y="23393"/>
                </a:lnTo>
                <a:lnTo>
                  <a:pt x="18805" y="23128"/>
                </a:lnTo>
                <a:lnTo>
                  <a:pt x="19038" y="22968"/>
                </a:lnTo>
                <a:lnTo>
                  <a:pt x="19330" y="22702"/>
                </a:lnTo>
                <a:lnTo>
                  <a:pt x="19622" y="22596"/>
                </a:lnTo>
                <a:lnTo>
                  <a:pt x="19914" y="22330"/>
                </a:lnTo>
                <a:lnTo>
                  <a:pt x="20323" y="22224"/>
                </a:lnTo>
                <a:lnTo>
                  <a:pt x="20440" y="21958"/>
                </a:lnTo>
                <a:lnTo>
                  <a:pt x="20732" y="21692"/>
                </a:lnTo>
                <a:lnTo>
                  <a:pt x="21024" y="21586"/>
                </a:lnTo>
                <a:lnTo>
                  <a:pt x="21316" y="21320"/>
                </a:lnTo>
                <a:lnTo>
                  <a:pt x="21608" y="21320"/>
                </a:lnTo>
                <a:lnTo>
                  <a:pt x="21900" y="21054"/>
                </a:lnTo>
                <a:lnTo>
                  <a:pt x="22309" y="20948"/>
                </a:lnTo>
                <a:lnTo>
                  <a:pt x="22601" y="20682"/>
                </a:lnTo>
                <a:lnTo>
                  <a:pt x="22893" y="20522"/>
                </a:lnTo>
                <a:lnTo>
                  <a:pt x="23010" y="20310"/>
                </a:lnTo>
                <a:lnTo>
                  <a:pt x="23302" y="20150"/>
                </a:lnTo>
                <a:lnTo>
                  <a:pt x="23594" y="19884"/>
                </a:lnTo>
                <a:lnTo>
                  <a:pt x="23827" y="19672"/>
                </a:lnTo>
                <a:lnTo>
                  <a:pt x="24119" y="19512"/>
                </a:lnTo>
                <a:lnTo>
                  <a:pt x="24587" y="19246"/>
                </a:lnTo>
                <a:lnTo>
                  <a:pt x="24820" y="19140"/>
                </a:lnTo>
                <a:lnTo>
                  <a:pt x="25112" y="18980"/>
                </a:lnTo>
                <a:lnTo>
                  <a:pt x="25404" y="18874"/>
                </a:lnTo>
                <a:lnTo>
                  <a:pt x="25521" y="18608"/>
                </a:lnTo>
                <a:lnTo>
                  <a:pt x="25813" y="18502"/>
                </a:lnTo>
                <a:lnTo>
                  <a:pt x="26105" y="18236"/>
                </a:lnTo>
                <a:lnTo>
                  <a:pt x="26514" y="18130"/>
                </a:lnTo>
                <a:lnTo>
                  <a:pt x="26806" y="17864"/>
                </a:lnTo>
                <a:lnTo>
                  <a:pt x="27098" y="17704"/>
                </a:lnTo>
                <a:lnTo>
                  <a:pt x="27390" y="17439"/>
                </a:lnTo>
                <a:lnTo>
                  <a:pt x="27682" y="17332"/>
                </a:lnTo>
                <a:lnTo>
                  <a:pt x="27916" y="17066"/>
                </a:lnTo>
                <a:lnTo>
                  <a:pt x="28091" y="16960"/>
                </a:lnTo>
                <a:lnTo>
                  <a:pt x="28500" y="16694"/>
                </a:lnTo>
                <a:lnTo>
                  <a:pt x="28792" y="16694"/>
                </a:lnTo>
                <a:lnTo>
                  <a:pt x="29084" y="16428"/>
                </a:lnTo>
                <a:lnTo>
                  <a:pt x="29376" y="16322"/>
                </a:lnTo>
                <a:lnTo>
                  <a:pt x="29609" y="16056"/>
                </a:lnTo>
                <a:lnTo>
                  <a:pt x="29901" y="15897"/>
                </a:lnTo>
                <a:lnTo>
                  <a:pt x="30193" y="15684"/>
                </a:lnTo>
                <a:lnTo>
                  <a:pt x="30368" y="15525"/>
                </a:lnTo>
                <a:lnTo>
                  <a:pt x="30777" y="15259"/>
                </a:lnTo>
                <a:lnTo>
                  <a:pt x="31069" y="15152"/>
                </a:lnTo>
                <a:lnTo>
                  <a:pt x="31303" y="14887"/>
                </a:lnTo>
                <a:lnTo>
                  <a:pt x="31595" y="14780"/>
                </a:lnTo>
                <a:lnTo>
                  <a:pt x="31887" y="14514"/>
                </a:lnTo>
                <a:lnTo>
                  <a:pt x="32179" y="14355"/>
                </a:lnTo>
                <a:lnTo>
                  <a:pt x="32471" y="14249"/>
                </a:lnTo>
                <a:lnTo>
                  <a:pt x="32880" y="14142"/>
                </a:lnTo>
                <a:lnTo>
                  <a:pt x="32996" y="13876"/>
                </a:lnTo>
                <a:lnTo>
                  <a:pt x="33288" y="13717"/>
                </a:lnTo>
                <a:lnTo>
                  <a:pt x="33580" y="13611"/>
                </a:lnTo>
                <a:lnTo>
                  <a:pt x="33872" y="13345"/>
                </a:lnTo>
                <a:lnTo>
                  <a:pt x="34164" y="13238"/>
                </a:lnTo>
                <a:lnTo>
                  <a:pt x="34457" y="12973"/>
                </a:lnTo>
                <a:lnTo>
                  <a:pt x="34865" y="12813"/>
                </a:lnTo>
                <a:lnTo>
                  <a:pt x="35157" y="12600"/>
                </a:lnTo>
                <a:lnTo>
                  <a:pt x="35391" y="12441"/>
                </a:lnTo>
                <a:lnTo>
                  <a:pt x="35566" y="12175"/>
                </a:lnTo>
                <a:lnTo>
                  <a:pt x="35858" y="12069"/>
                </a:lnTo>
                <a:lnTo>
                  <a:pt x="36150" y="11962"/>
                </a:lnTo>
                <a:lnTo>
                  <a:pt x="36384" y="11803"/>
                </a:lnTo>
                <a:lnTo>
                  <a:pt x="36676" y="11696"/>
                </a:lnTo>
                <a:lnTo>
                  <a:pt x="37085" y="11431"/>
                </a:lnTo>
                <a:lnTo>
                  <a:pt x="37377" y="11271"/>
                </a:lnTo>
                <a:lnTo>
                  <a:pt x="37669" y="11058"/>
                </a:lnTo>
                <a:lnTo>
                  <a:pt x="37961" y="10899"/>
                </a:lnTo>
                <a:lnTo>
                  <a:pt x="38077" y="10633"/>
                </a:lnTo>
                <a:lnTo>
                  <a:pt x="38369" y="10527"/>
                </a:lnTo>
                <a:lnTo>
                  <a:pt x="38661" y="10420"/>
                </a:lnTo>
                <a:lnTo>
                  <a:pt x="39070" y="10155"/>
                </a:lnTo>
                <a:lnTo>
                  <a:pt x="39362" y="9995"/>
                </a:lnTo>
                <a:lnTo>
                  <a:pt x="39654" y="9729"/>
                </a:lnTo>
                <a:lnTo>
                  <a:pt x="39946" y="9623"/>
                </a:lnTo>
                <a:lnTo>
                  <a:pt x="40238" y="9517"/>
                </a:lnTo>
                <a:lnTo>
                  <a:pt x="40472" y="9357"/>
                </a:lnTo>
                <a:lnTo>
                  <a:pt x="40647" y="9251"/>
                </a:lnTo>
                <a:lnTo>
                  <a:pt x="41056" y="8985"/>
                </a:lnTo>
                <a:lnTo>
                  <a:pt x="41348" y="8879"/>
                </a:lnTo>
                <a:lnTo>
                  <a:pt x="41640" y="8613"/>
                </a:lnTo>
                <a:lnTo>
                  <a:pt x="41932" y="8453"/>
                </a:lnTo>
                <a:lnTo>
                  <a:pt x="42166" y="8347"/>
                </a:lnTo>
                <a:lnTo>
                  <a:pt x="42458" y="8081"/>
                </a:lnTo>
                <a:lnTo>
                  <a:pt x="42750" y="7975"/>
                </a:lnTo>
                <a:lnTo>
                  <a:pt x="43042" y="7709"/>
                </a:lnTo>
                <a:lnTo>
                  <a:pt x="43334" y="7549"/>
                </a:lnTo>
                <a:lnTo>
                  <a:pt x="43567" y="7443"/>
                </a:lnTo>
                <a:lnTo>
                  <a:pt x="43859" y="7337"/>
                </a:lnTo>
                <a:lnTo>
                  <a:pt x="44151" y="7177"/>
                </a:lnTo>
                <a:lnTo>
                  <a:pt x="44443" y="7071"/>
                </a:lnTo>
                <a:lnTo>
                  <a:pt x="44735" y="6805"/>
                </a:lnTo>
                <a:lnTo>
                  <a:pt x="45027" y="6699"/>
                </a:lnTo>
                <a:lnTo>
                  <a:pt x="45436" y="6433"/>
                </a:lnTo>
                <a:lnTo>
                  <a:pt x="45553" y="6273"/>
                </a:lnTo>
                <a:lnTo>
                  <a:pt x="45845" y="6167"/>
                </a:lnTo>
                <a:lnTo>
                  <a:pt x="46137" y="5901"/>
                </a:lnTo>
                <a:lnTo>
                  <a:pt x="46429" y="5795"/>
                </a:lnTo>
                <a:lnTo>
                  <a:pt x="46721" y="5635"/>
                </a:lnTo>
                <a:lnTo>
                  <a:pt x="46954" y="5369"/>
                </a:lnTo>
                <a:lnTo>
                  <a:pt x="47246" y="5263"/>
                </a:lnTo>
                <a:lnTo>
                  <a:pt x="47714" y="4997"/>
                </a:lnTo>
                <a:lnTo>
                  <a:pt x="47947" y="4997"/>
                </a:lnTo>
                <a:lnTo>
                  <a:pt x="48123" y="4891"/>
                </a:lnTo>
                <a:lnTo>
                  <a:pt x="48415" y="4625"/>
                </a:lnTo>
                <a:lnTo>
                  <a:pt x="48648" y="4466"/>
                </a:lnTo>
                <a:lnTo>
                  <a:pt x="48940" y="4359"/>
                </a:lnTo>
                <a:lnTo>
                  <a:pt x="49232" y="4093"/>
                </a:lnTo>
                <a:lnTo>
                  <a:pt x="49641" y="3987"/>
                </a:lnTo>
                <a:lnTo>
                  <a:pt x="49933" y="3828"/>
                </a:lnTo>
                <a:lnTo>
                  <a:pt x="50225" y="3615"/>
                </a:lnTo>
                <a:lnTo>
                  <a:pt x="50517" y="3455"/>
                </a:lnTo>
                <a:lnTo>
                  <a:pt x="50926" y="3083"/>
                </a:lnTo>
                <a:lnTo>
                  <a:pt x="51218" y="2924"/>
                </a:lnTo>
                <a:lnTo>
                  <a:pt x="51627" y="2817"/>
                </a:lnTo>
                <a:lnTo>
                  <a:pt x="51919" y="2711"/>
                </a:lnTo>
                <a:lnTo>
                  <a:pt x="52211" y="2552"/>
                </a:lnTo>
                <a:lnTo>
                  <a:pt x="52503" y="2445"/>
                </a:lnTo>
                <a:lnTo>
                  <a:pt x="52736" y="2179"/>
                </a:lnTo>
                <a:lnTo>
                  <a:pt x="53028" y="2073"/>
                </a:lnTo>
                <a:lnTo>
                  <a:pt x="53203" y="1914"/>
                </a:lnTo>
                <a:lnTo>
                  <a:pt x="53495" y="1648"/>
                </a:lnTo>
                <a:lnTo>
                  <a:pt x="53904" y="1541"/>
                </a:lnTo>
                <a:lnTo>
                  <a:pt x="54196" y="1382"/>
                </a:lnTo>
                <a:lnTo>
                  <a:pt x="54430" y="1169"/>
                </a:lnTo>
                <a:lnTo>
                  <a:pt x="54722" y="1010"/>
                </a:lnTo>
                <a:lnTo>
                  <a:pt x="55014" y="903"/>
                </a:lnTo>
                <a:lnTo>
                  <a:pt x="55306" y="638"/>
                </a:lnTo>
                <a:lnTo>
                  <a:pt x="55598" y="531"/>
                </a:lnTo>
                <a:lnTo>
                  <a:pt x="55890" y="372"/>
                </a:lnTo>
                <a:lnTo>
                  <a:pt x="56124" y="37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92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6418353" y="2947979"/>
            <a:ext cx="56708" cy="26318"/>
          </a:xfrm>
          <a:custGeom>
            <a:avLst/>
            <a:gdLst/>
            <a:ahLst/>
            <a:cxnLst/>
            <a:rect l="l" t="t" r="r" b="b"/>
            <a:pathLst>
              <a:path w="56708" h="26318">
                <a:moveTo>
                  <a:pt x="0" y="26318"/>
                </a:moveTo>
                <a:lnTo>
                  <a:pt x="292" y="26158"/>
                </a:lnTo>
                <a:lnTo>
                  <a:pt x="584" y="25946"/>
                </a:lnTo>
                <a:lnTo>
                  <a:pt x="876" y="25786"/>
                </a:lnTo>
                <a:lnTo>
                  <a:pt x="1284" y="25680"/>
                </a:lnTo>
                <a:lnTo>
                  <a:pt x="1401" y="25520"/>
                </a:lnTo>
                <a:lnTo>
                  <a:pt x="1693" y="25307"/>
                </a:lnTo>
                <a:lnTo>
                  <a:pt x="1985" y="25148"/>
                </a:lnTo>
                <a:lnTo>
                  <a:pt x="2277" y="25042"/>
                </a:lnTo>
                <a:lnTo>
                  <a:pt x="2569" y="24776"/>
                </a:lnTo>
                <a:lnTo>
                  <a:pt x="2803" y="24616"/>
                </a:lnTo>
                <a:lnTo>
                  <a:pt x="3095" y="24510"/>
                </a:lnTo>
                <a:lnTo>
                  <a:pt x="3504" y="24404"/>
                </a:lnTo>
                <a:lnTo>
                  <a:pt x="3796" y="24244"/>
                </a:lnTo>
                <a:lnTo>
                  <a:pt x="3971" y="24138"/>
                </a:lnTo>
                <a:lnTo>
                  <a:pt x="4263" y="23978"/>
                </a:lnTo>
                <a:lnTo>
                  <a:pt x="4496" y="23872"/>
                </a:lnTo>
                <a:lnTo>
                  <a:pt x="4788" y="23606"/>
                </a:lnTo>
                <a:lnTo>
                  <a:pt x="5080" y="23500"/>
                </a:lnTo>
                <a:lnTo>
                  <a:pt x="5489" y="23340"/>
                </a:lnTo>
                <a:lnTo>
                  <a:pt x="5781" y="23234"/>
                </a:lnTo>
                <a:lnTo>
                  <a:pt x="6073" y="22968"/>
                </a:lnTo>
                <a:lnTo>
                  <a:pt x="6365" y="22862"/>
                </a:lnTo>
                <a:lnTo>
                  <a:pt x="6482" y="22702"/>
                </a:lnTo>
                <a:lnTo>
                  <a:pt x="6774" y="22596"/>
                </a:lnTo>
                <a:lnTo>
                  <a:pt x="7066" y="22330"/>
                </a:lnTo>
                <a:lnTo>
                  <a:pt x="7475" y="22224"/>
                </a:lnTo>
                <a:lnTo>
                  <a:pt x="7767" y="22064"/>
                </a:lnTo>
                <a:lnTo>
                  <a:pt x="8059" y="22064"/>
                </a:lnTo>
                <a:lnTo>
                  <a:pt x="8351" y="21798"/>
                </a:lnTo>
                <a:lnTo>
                  <a:pt x="8585" y="21692"/>
                </a:lnTo>
                <a:lnTo>
                  <a:pt x="8877" y="21533"/>
                </a:lnTo>
                <a:lnTo>
                  <a:pt x="9052" y="21426"/>
                </a:lnTo>
                <a:lnTo>
                  <a:pt x="9285" y="21160"/>
                </a:lnTo>
                <a:lnTo>
                  <a:pt x="9753" y="21054"/>
                </a:lnTo>
                <a:lnTo>
                  <a:pt x="10045" y="20895"/>
                </a:lnTo>
                <a:lnTo>
                  <a:pt x="10278" y="20788"/>
                </a:lnTo>
                <a:lnTo>
                  <a:pt x="10570" y="20682"/>
                </a:lnTo>
                <a:lnTo>
                  <a:pt x="10862" y="20416"/>
                </a:lnTo>
                <a:lnTo>
                  <a:pt x="11154" y="20257"/>
                </a:lnTo>
                <a:lnTo>
                  <a:pt x="11446" y="20150"/>
                </a:lnTo>
                <a:lnTo>
                  <a:pt x="11680" y="20044"/>
                </a:lnTo>
                <a:lnTo>
                  <a:pt x="11972" y="19778"/>
                </a:lnTo>
                <a:lnTo>
                  <a:pt x="12264" y="19619"/>
                </a:lnTo>
                <a:lnTo>
                  <a:pt x="12556" y="19619"/>
                </a:lnTo>
                <a:lnTo>
                  <a:pt x="12848" y="19512"/>
                </a:lnTo>
                <a:lnTo>
                  <a:pt x="13140" y="19353"/>
                </a:lnTo>
                <a:lnTo>
                  <a:pt x="13373" y="19140"/>
                </a:lnTo>
                <a:lnTo>
                  <a:pt x="13841" y="18980"/>
                </a:lnTo>
                <a:lnTo>
                  <a:pt x="14250" y="18715"/>
                </a:lnTo>
                <a:lnTo>
                  <a:pt x="14542" y="18608"/>
                </a:lnTo>
                <a:lnTo>
                  <a:pt x="14834" y="18502"/>
                </a:lnTo>
                <a:lnTo>
                  <a:pt x="15067" y="18236"/>
                </a:lnTo>
                <a:lnTo>
                  <a:pt x="15359" y="18077"/>
                </a:lnTo>
                <a:lnTo>
                  <a:pt x="15651" y="17970"/>
                </a:lnTo>
                <a:lnTo>
                  <a:pt x="16060" y="17811"/>
                </a:lnTo>
                <a:lnTo>
                  <a:pt x="16352" y="17704"/>
                </a:lnTo>
                <a:lnTo>
                  <a:pt x="16527" y="17439"/>
                </a:lnTo>
                <a:lnTo>
                  <a:pt x="16761" y="17332"/>
                </a:lnTo>
                <a:lnTo>
                  <a:pt x="17053" y="17332"/>
                </a:lnTo>
                <a:lnTo>
                  <a:pt x="17345" y="17332"/>
                </a:lnTo>
                <a:lnTo>
                  <a:pt x="17637" y="17173"/>
                </a:lnTo>
                <a:lnTo>
                  <a:pt x="18046" y="17066"/>
                </a:lnTo>
                <a:lnTo>
                  <a:pt x="18338" y="16801"/>
                </a:lnTo>
                <a:lnTo>
                  <a:pt x="18630" y="16694"/>
                </a:lnTo>
                <a:lnTo>
                  <a:pt x="18922" y="16535"/>
                </a:lnTo>
                <a:lnTo>
                  <a:pt x="19330" y="16269"/>
                </a:lnTo>
                <a:lnTo>
                  <a:pt x="19622" y="16163"/>
                </a:lnTo>
                <a:lnTo>
                  <a:pt x="20031" y="16056"/>
                </a:lnTo>
                <a:lnTo>
                  <a:pt x="20323" y="15790"/>
                </a:lnTo>
                <a:lnTo>
                  <a:pt x="20615" y="15631"/>
                </a:lnTo>
                <a:lnTo>
                  <a:pt x="20849" y="15525"/>
                </a:lnTo>
                <a:lnTo>
                  <a:pt x="21141" y="15418"/>
                </a:lnTo>
                <a:lnTo>
                  <a:pt x="21433" y="15259"/>
                </a:lnTo>
                <a:lnTo>
                  <a:pt x="21608" y="15152"/>
                </a:lnTo>
                <a:lnTo>
                  <a:pt x="21842" y="14993"/>
                </a:lnTo>
                <a:lnTo>
                  <a:pt x="22309" y="14887"/>
                </a:lnTo>
                <a:lnTo>
                  <a:pt x="22543" y="14727"/>
                </a:lnTo>
                <a:lnTo>
                  <a:pt x="22835" y="14621"/>
                </a:lnTo>
                <a:lnTo>
                  <a:pt x="23127" y="14514"/>
                </a:lnTo>
                <a:lnTo>
                  <a:pt x="23419" y="14355"/>
                </a:lnTo>
                <a:lnTo>
                  <a:pt x="23711" y="14249"/>
                </a:lnTo>
                <a:lnTo>
                  <a:pt x="24003" y="14089"/>
                </a:lnTo>
                <a:lnTo>
                  <a:pt x="24236" y="13983"/>
                </a:lnTo>
                <a:lnTo>
                  <a:pt x="24528" y="13717"/>
                </a:lnTo>
                <a:lnTo>
                  <a:pt x="24820" y="13611"/>
                </a:lnTo>
                <a:lnTo>
                  <a:pt x="25112" y="13451"/>
                </a:lnTo>
                <a:lnTo>
                  <a:pt x="25404" y="13345"/>
                </a:lnTo>
                <a:lnTo>
                  <a:pt x="25696" y="13185"/>
                </a:lnTo>
                <a:lnTo>
                  <a:pt x="25930" y="13079"/>
                </a:lnTo>
                <a:lnTo>
                  <a:pt x="26397" y="12973"/>
                </a:lnTo>
                <a:lnTo>
                  <a:pt x="26514" y="12813"/>
                </a:lnTo>
                <a:lnTo>
                  <a:pt x="26806" y="12707"/>
                </a:lnTo>
                <a:lnTo>
                  <a:pt x="27098" y="12547"/>
                </a:lnTo>
                <a:lnTo>
                  <a:pt x="27390" y="12441"/>
                </a:lnTo>
                <a:lnTo>
                  <a:pt x="27624" y="12334"/>
                </a:lnTo>
                <a:lnTo>
                  <a:pt x="27916" y="12175"/>
                </a:lnTo>
                <a:lnTo>
                  <a:pt x="28208" y="12069"/>
                </a:lnTo>
                <a:lnTo>
                  <a:pt x="28616" y="11909"/>
                </a:lnTo>
                <a:lnTo>
                  <a:pt x="28908" y="11803"/>
                </a:lnTo>
                <a:lnTo>
                  <a:pt x="29025" y="11643"/>
                </a:lnTo>
                <a:lnTo>
                  <a:pt x="29317" y="11537"/>
                </a:lnTo>
                <a:lnTo>
                  <a:pt x="29609" y="11431"/>
                </a:lnTo>
                <a:lnTo>
                  <a:pt x="29901" y="11271"/>
                </a:lnTo>
                <a:lnTo>
                  <a:pt x="30193" y="11005"/>
                </a:lnTo>
                <a:lnTo>
                  <a:pt x="30602" y="10899"/>
                </a:lnTo>
                <a:lnTo>
                  <a:pt x="30894" y="10793"/>
                </a:lnTo>
                <a:lnTo>
                  <a:pt x="31186" y="10633"/>
                </a:lnTo>
                <a:lnTo>
                  <a:pt x="31478" y="10527"/>
                </a:lnTo>
                <a:lnTo>
                  <a:pt x="31595" y="10367"/>
                </a:lnTo>
                <a:lnTo>
                  <a:pt x="31887" y="10367"/>
                </a:lnTo>
                <a:lnTo>
                  <a:pt x="32179" y="10261"/>
                </a:lnTo>
                <a:lnTo>
                  <a:pt x="32588" y="10101"/>
                </a:lnTo>
                <a:lnTo>
                  <a:pt x="32880" y="9995"/>
                </a:lnTo>
                <a:lnTo>
                  <a:pt x="33172" y="9889"/>
                </a:lnTo>
                <a:lnTo>
                  <a:pt x="33405" y="9729"/>
                </a:lnTo>
                <a:lnTo>
                  <a:pt x="33697" y="9623"/>
                </a:lnTo>
                <a:lnTo>
                  <a:pt x="33989" y="9463"/>
                </a:lnTo>
                <a:lnTo>
                  <a:pt x="34398" y="9251"/>
                </a:lnTo>
                <a:lnTo>
                  <a:pt x="34865" y="9091"/>
                </a:lnTo>
                <a:lnTo>
                  <a:pt x="35099" y="8825"/>
                </a:lnTo>
                <a:lnTo>
                  <a:pt x="35391" y="8719"/>
                </a:lnTo>
                <a:lnTo>
                  <a:pt x="35683" y="8560"/>
                </a:lnTo>
                <a:lnTo>
                  <a:pt x="35975" y="8453"/>
                </a:lnTo>
                <a:lnTo>
                  <a:pt x="36267" y="8347"/>
                </a:lnTo>
                <a:lnTo>
                  <a:pt x="36501" y="8187"/>
                </a:lnTo>
                <a:lnTo>
                  <a:pt x="36793" y="8081"/>
                </a:lnTo>
                <a:lnTo>
                  <a:pt x="37085" y="8081"/>
                </a:lnTo>
                <a:lnTo>
                  <a:pt x="37377" y="7922"/>
                </a:lnTo>
                <a:lnTo>
                  <a:pt x="37669" y="7815"/>
                </a:lnTo>
                <a:lnTo>
                  <a:pt x="37961" y="7709"/>
                </a:lnTo>
                <a:lnTo>
                  <a:pt x="38194" y="7549"/>
                </a:lnTo>
                <a:lnTo>
                  <a:pt x="38486" y="7443"/>
                </a:lnTo>
                <a:lnTo>
                  <a:pt x="38953" y="7284"/>
                </a:lnTo>
                <a:lnTo>
                  <a:pt x="39362" y="7071"/>
                </a:lnTo>
                <a:lnTo>
                  <a:pt x="39654" y="6911"/>
                </a:lnTo>
                <a:lnTo>
                  <a:pt x="39888" y="6805"/>
                </a:lnTo>
                <a:lnTo>
                  <a:pt x="40180" y="6646"/>
                </a:lnTo>
                <a:lnTo>
                  <a:pt x="40472" y="6539"/>
                </a:lnTo>
                <a:lnTo>
                  <a:pt x="40764" y="6380"/>
                </a:lnTo>
                <a:lnTo>
                  <a:pt x="41173" y="6273"/>
                </a:lnTo>
                <a:lnTo>
                  <a:pt x="41465" y="6167"/>
                </a:lnTo>
                <a:lnTo>
                  <a:pt x="41582" y="6007"/>
                </a:lnTo>
                <a:lnTo>
                  <a:pt x="41874" y="5901"/>
                </a:lnTo>
                <a:lnTo>
                  <a:pt x="42166" y="5742"/>
                </a:lnTo>
                <a:lnTo>
                  <a:pt x="42458" y="5742"/>
                </a:lnTo>
                <a:lnTo>
                  <a:pt x="42750" y="5635"/>
                </a:lnTo>
                <a:lnTo>
                  <a:pt x="43158" y="5529"/>
                </a:lnTo>
                <a:lnTo>
                  <a:pt x="43450" y="5369"/>
                </a:lnTo>
                <a:lnTo>
                  <a:pt x="43742" y="5263"/>
                </a:lnTo>
                <a:lnTo>
                  <a:pt x="43976" y="5104"/>
                </a:lnTo>
                <a:lnTo>
                  <a:pt x="44151" y="4997"/>
                </a:lnTo>
                <a:lnTo>
                  <a:pt x="44443" y="4838"/>
                </a:lnTo>
                <a:lnTo>
                  <a:pt x="44735" y="4731"/>
                </a:lnTo>
                <a:lnTo>
                  <a:pt x="45144" y="4625"/>
                </a:lnTo>
                <a:lnTo>
                  <a:pt x="45436" y="4466"/>
                </a:lnTo>
                <a:lnTo>
                  <a:pt x="45670" y="4359"/>
                </a:lnTo>
                <a:lnTo>
                  <a:pt x="45962" y="4200"/>
                </a:lnTo>
                <a:lnTo>
                  <a:pt x="46254" y="4093"/>
                </a:lnTo>
                <a:lnTo>
                  <a:pt x="46546" y="3987"/>
                </a:lnTo>
                <a:lnTo>
                  <a:pt x="46662" y="3828"/>
                </a:lnTo>
                <a:lnTo>
                  <a:pt x="46954" y="3721"/>
                </a:lnTo>
                <a:lnTo>
                  <a:pt x="47363" y="3721"/>
                </a:lnTo>
                <a:lnTo>
                  <a:pt x="47655" y="3562"/>
                </a:lnTo>
                <a:lnTo>
                  <a:pt x="47947" y="3455"/>
                </a:lnTo>
                <a:lnTo>
                  <a:pt x="48239" y="3455"/>
                </a:lnTo>
                <a:lnTo>
                  <a:pt x="48531" y="3296"/>
                </a:lnTo>
                <a:lnTo>
                  <a:pt x="48823" y="3190"/>
                </a:lnTo>
                <a:lnTo>
                  <a:pt x="49057" y="3083"/>
                </a:lnTo>
                <a:lnTo>
                  <a:pt x="49349" y="2924"/>
                </a:lnTo>
                <a:lnTo>
                  <a:pt x="49641" y="2817"/>
                </a:lnTo>
                <a:lnTo>
                  <a:pt x="49933" y="2658"/>
                </a:lnTo>
                <a:lnTo>
                  <a:pt x="50225" y="2552"/>
                </a:lnTo>
                <a:lnTo>
                  <a:pt x="50517" y="2445"/>
                </a:lnTo>
                <a:lnTo>
                  <a:pt x="50751" y="2286"/>
                </a:lnTo>
                <a:lnTo>
                  <a:pt x="51043" y="2179"/>
                </a:lnTo>
                <a:lnTo>
                  <a:pt x="51451" y="2020"/>
                </a:lnTo>
                <a:lnTo>
                  <a:pt x="51743" y="1914"/>
                </a:lnTo>
                <a:lnTo>
                  <a:pt x="51919" y="1754"/>
                </a:lnTo>
                <a:lnTo>
                  <a:pt x="52211" y="1754"/>
                </a:lnTo>
                <a:lnTo>
                  <a:pt x="52444" y="1648"/>
                </a:lnTo>
                <a:lnTo>
                  <a:pt x="52736" y="1541"/>
                </a:lnTo>
                <a:lnTo>
                  <a:pt x="53028" y="1382"/>
                </a:lnTo>
                <a:lnTo>
                  <a:pt x="53320" y="1276"/>
                </a:lnTo>
                <a:lnTo>
                  <a:pt x="53729" y="1116"/>
                </a:lnTo>
                <a:lnTo>
                  <a:pt x="54021" y="1010"/>
                </a:lnTo>
                <a:lnTo>
                  <a:pt x="54313" y="1010"/>
                </a:lnTo>
                <a:lnTo>
                  <a:pt x="54722" y="744"/>
                </a:lnTo>
                <a:lnTo>
                  <a:pt x="55014" y="638"/>
                </a:lnTo>
                <a:lnTo>
                  <a:pt x="55306" y="478"/>
                </a:lnTo>
                <a:lnTo>
                  <a:pt x="55715" y="478"/>
                </a:lnTo>
                <a:lnTo>
                  <a:pt x="56007" y="372"/>
                </a:lnTo>
                <a:lnTo>
                  <a:pt x="56299" y="212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783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6475061" y="2930753"/>
            <a:ext cx="56824" cy="17226"/>
          </a:xfrm>
          <a:custGeom>
            <a:avLst/>
            <a:gdLst/>
            <a:ahLst/>
            <a:cxnLst/>
            <a:rect l="l" t="t" r="r" b="b"/>
            <a:pathLst>
              <a:path w="56824" h="17226">
                <a:moveTo>
                  <a:pt x="0" y="17226"/>
                </a:moveTo>
                <a:lnTo>
                  <a:pt x="292" y="17066"/>
                </a:lnTo>
                <a:lnTo>
                  <a:pt x="525" y="16960"/>
                </a:lnTo>
                <a:lnTo>
                  <a:pt x="992" y="16801"/>
                </a:lnTo>
                <a:lnTo>
                  <a:pt x="1284" y="16694"/>
                </a:lnTo>
                <a:lnTo>
                  <a:pt x="1518" y="16694"/>
                </a:lnTo>
                <a:lnTo>
                  <a:pt x="1810" y="16588"/>
                </a:lnTo>
                <a:lnTo>
                  <a:pt x="2102" y="16428"/>
                </a:lnTo>
                <a:lnTo>
                  <a:pt x="2394" y="16322"/>
                </a:lnTo>
                <a:lnTo>
                  <a:pt x="2511" y="16163"/>
                </a:lnTo>
                <a:lnTo>
                  <a:pt x="2803" y="16056"/>
                </a:lnTo>
                <a:lnTo>
                  <a:pt x="3212" y="15897"/>
                </a:lnTo>
                <a:lnTo>
                  <a:pt x="3504" y="15897"/>
                </a:lnTo>
                <a:lnTo>
                  <a:pt x="3796" y="15897"/>
                </a:lnTo>
                <a:lnTo>
                  <a:pt x="4088" y="15790"/>
                </a:lnTo>
                <a:lnTo>
                  <a:pt x="4380" y="15684"/>
                </a:lnTo>
                <a:lnTo>
                  <a:pt x="4613" y="15525"/>
                </a:lnTo>
                <a:lnTo>
                  <a:pt x="4905" y="15418"/>
                </a:lnTo>
                <a:lnTo>
                  <a:pt x="5197" y="15259"/>
                </a:lnTo>
                <a:lnTo>
                  <a:pt x="5489" y="15152"/>
                </a:lnTo>
                <a:lnTo>
                  <a:pt x="5781" y="15152"/>
                </a:lnTo>
                <a:lnTo>
                  <a:pt x="6073" y="15046"/>
                </a:lnTo>
                <a:lnTo>
                  <a:pt x="6307" y="14887"/>
                </a:lnTo>
                <a:lnTo>
                  <a:pt x="6599" y="14780"/>
                </a:lnTo>
                <a:lnTo>
                  <a:pt x="6891" y="14621"/>
                </a:lnTo>
                <a:lnTo>
                  <a:pt x="7300" y="14514"/>
                </a:lnTo>
                <a:lnTo>
                  <a:pt x="7592" y="14355"/>
                </a:lnTo>
                <a:lnTo>
                  <a:pt x="7767" y="14355"/>
                </a:lnTo>
                <a:lnTo>
                  <a:pt x="8001" y="14249"/>
                </a:lnTo>
                <a:lnTo>
                  <a:pt x="8293" y="14142"/>
                </a:lnTo>
                <a:lnTo>
                  <a:pt x="8585" y="13983"/>
                </a:lnTo>
                <a:lnTo>
                  <a:pt x="8877" y="13876"/>
                </a:lnTo>
                <a:lnTo>
                  <a:pt x="9169" y="13717"/>
                </a:lnTo>
                <a:lnTo>
                  <a:pt x="9577" y="13717"/>
                </a:lnTo>
                <a:lnTo>
                  <a:pt x="9869" y="13611"/>
                </a:lnTo>
                <a:lnTo>
                  <a:pt x="10161" y="13611"/>
                </a:lnTo>
                <a:lnTo>
                  <a:pt x="10570" y="13345"/>
                </a:lnTo>
                <a:lnTo>
                  <a:pt x="10862" y="13238"/>
                </a:lnTo>
                <a:lnTo>
                  <a:pt x="11154" y="13238"/>
                </a:lnTo>
                <a:lnTo>
                  <a:pt x="11563" y="13079"/>
                </a:lnTo>
                <a:lnTo>
                  <a:pt x="11855" y="12972"/>
                </a:lnTo>
                <a:lnTo>
                  <a:pt x="12089" y="12813"/>
                </a:lnTo>
                <a:lnTo>
                  <a:pt x="12381" y="12707"/>
                </a:lnTo>
                <a:lnTo>
                  <a:pt x="12673" y="12707"/>
                </a:lnTo>
                <a:lnTo>
                  <a:pt x="12848" y="12600"/>
                </a:lnTo>
                <a:lnTo>
                  <a:pt x="13081" y="12441"/>
                </a:lnTo>
                <a:lnTo>
                  <a:pt x="13549" y="12334"/>
                </a:lnTo>
                <a:lnTo>
                  <a:pt x="13782" y="12175"/>
                </a:lnTo>
                <a:lnTo>
                  <a:pt x="14074" y="12175"/>
                </a:lnTo>
                <a:lnTo>
                  <a:pt x="14366" y="12069"/>
                </a:lnTo>
                <a:lnTo>
                  <a:pt x="14658" y="11962"/>
                </a:lnTo>
                <a:lnTo>
                  <a:pt x="14950" y="11803"/>
                </a:lnTo>
                <a:lnTo>
                  <a:pt x="15359" y="11696"/>
                </a:lnTo>
                <a:lnTo>
                  <a:pt x="15768" y="11537"/>
                </a:lnTo>
                <a:lnTo>
                  <a:pt x="16060" y="11431"/>
                </a:lnTo>
                <a:lnTo>
                  <a:pt x="16352" y="11271"/>
                </a:lnTo>
                <a:lnTo>
                  <a:pt x="16644" y="11271"/>
                </a:lnTo>
                <a:lnTo>
                  <a:pt x="16936" y="11271"/>
                </a:lnTo>
                <a:lnTo>
                  <a:pt x="17170" y="11165"/>
                </a:lnTo>
                <a:lnTo>
                  <a:pt x="17462" y="11058"/>
                </a:lnTo>
                <a:lnTo>
                  <a:pt x="17754" y="10899"/>
                </a:lnTo>
                <a:lnTo>
                  <a:pt x="18046" y="10899"/>
                </a:lnTo>
                <a:lnTo>
                  <a:pt x="18338" y="10793"/>
                </a:lnTo>
                <a:lnTo>
                  <a:pt x="18630" y="10633"/>
                </a:lnTo>
                <a:lnTo>
                  <a:pt x="18863" y="10527"/>
                </a:lnTo>
                <a:lnTo>
                  <a:pt x="19155" y="10420"/>
                </a:lnTo>
                <a:lnTo>
                  <a:pt x="19447" y="10420"/>
                </a:lnTo>
                <a:lnTo>
                  <a:pt x="19739" y="10261"/>
                </a:lnTo>
                <a:lnTo>
                  <a:pt x="20148" y="10155"/>
                </a:lnTo>
                <a:lnTo>
                  <a:pt x="20323" y="9995"/>
                </a:lnTo>
                <a:lnTo>
                  <a:pt x="20557" y="9995"/>
                </a:lnTo>
                <a:lnTo>
                  <a:pt x="20849" y="9889"/>
                </a:lnTo>
                <a:lnTo>
                  <a:pt x="21141" y="9782"/>
                </a:lnTo>
                <a:lnTo>
                  <a:pt x="21433" y="9623"/>
                </a:lnTo>
                <a:lnTo>
                  <a:pt x="21725" y="9623"/>
                </a:lnTo>
                <a:lnTo>
                  <a:pt x="22134" y="9517"/>
                </a:lnTo>
                <a:lnTo>
                  <a:pt x="22426" y="9357"/>
                </a:lnTo>
                <a:lnTo>
                  <a:pt x="22718" y="9251"/>
                </a:lnTo>
                <a:lnTo>
                  <a:pt x="23127" y="9091"/>
                </a:lnTo>
                <a:lnTo>
                  <a:pt x="23419" y="8985"/>
                </a:lnTo>
                <a:lnTo>
                  <a:pt x="23652" y="8985"/>
                </a:lnTo>
                <a:lnTo>
                  <a:pt x="24119" y="8985"/>
                </a:lnTo>
                <a:lnTo>
                  <a:pt x="24411" y="8879"/>
                </a:lnTo>
                <a:lnTo>
                  <a:pt x="24645" y="8719"/>
                </a:lnTo>
                <a:lnTo>
                  <a:pt x="24937" y="8613"/>
                </a:lnTo>
                <a:lnTo>
                  <a:pt x="25229" y="8613"/>
                </a:lnTo>
                <a:lnTo>
                  <a:pt x="25346" y="8453"/>
                </a:lnTo>
                <a:lnTo>
                  <a:pt x="25638" y="8347"/>
                </a:lnTo>
                <a:lnTo>
                  <a:pt x="25930" y="8347"/>
                </a:lnTo>
                <a:lnTo>
                  <a:pt x="26339" y="8241"/>
                </a:lnTo>
                <a:lnTo>
                  <a:pt x="26631" y="8081"/>
                </a:lnTo>
                <a:lnTo>
                  <a:pt x="26923" y="7975"/>
                </a:lnTo>
                <a:lnTo>
                  <a:pt x="27215" y="7975"/>
                </a:lnTo>
                <a:lnTo>
                  <a:pt x="27507" y="7815"/>
                </a:lnTo>
                <a:lnTo>
                  <a:pt x="27740" y="7709"/>
                </a:lnTo>
                <a:lnTo>
                  <a:pt x="27916" y="7709"/>
                </a:lnTo>
                <a:lnTo>
                  <a:pt x="28324" y="7549"/>
                </a:lnTo>
                <a:lnTo>
                  <a:pt x="28616" y="7443"/>
                </a:lnTo>
                <a:lnTo>
                  <a:pt x="28908" y="7337"/>
                </a:lnTo>
                <a:lnTo>
                  <a:pt x="29200" y="7337"/>
                </a:lnTo>
                <a:lnTo>
                  <a:pt x="29434" y="7177"/>
                </a:lnTo>
                <a:lnTo>
                  <a:pt x="29726" y="7071"/>
                </a:lnTo>
                <a:lnTo>
                  <a:pt x="30018" y="7071"/>
                </a:lnTo>
                <a:lnTo>
                  <a:pt x="30310" y="6911"/>
                </a:lnTo>
                <a:lnTo>
                  <a:pt x="30602" y="6805"/>
                </a:lnTo>
                <a:lnTo>
                  <a:pt x="30894" y="6805"/>
                </a:lnTo>
                <a:lnTo>
                  <a:pt x="31128" y="6699"/>
                </a:lnTo>
                <a:lnTo>
                  <a:pt x="31420" y="6699"/>
                </a:lnTo>
                <a:lnTo>
                  <a:pt x="31712" y="6539"/>
                </a:lnTo>
                <a:lnTo>
                  <a:pt x="32004" y="6539"/>
                </a:lnTo>
                <a:lnTo>
                  <a:pt x="32296" y="6433"/>
                </a:lnTo>
                <a:lnTo>
                  <a:pt x="32704" y="6273"/>
                </a:lnTo>
                <a:lnTo>
                  <a:pt x="33113" y="6167"/>
                </a:lnTo>
                <a:lnTo>
                  <a:pt x="33405" y="6007"/>
                </a:lnTo>
                <a:lnTo>
                  <a:pt x="33697" y="6007"/>
                </a:lnTo>
                <a:lnTo>
                  <a:pt x="33989" y="5901"/>
                </a:lnTo>
                <a:lnTo>
                  <a:pt x="34281" y="5795"/>
                </a:lnTo>
                <a:lnTo>
                  <a:pt x="34690" y="5795"/>
                </a:lnTo>
                <a:lnTo>
                  <a:pt x="34982" y="5635"/>
                </a:lnTo>
                <a:lnTo>
                  <a:pt x="35216" y="5529"/>
                </a:lnTo>
                <a:lnTo>
                  <a:pt x="35391" y="5529"/>
                </a:lnTo>
                <a:lnTo>
                  <a:pt x="35683" y="5369"/>
                </a:lnTo>
                <a:lnTo>
                  <a:pt x="35975" y="5263"/>
                </a:lnTo>
                <a:lnTo>
                  <a:pt x="36209" y="5263"/>
                </a:lnTo>
                <a:lnTo>
                  <a:pt x="36676" y="5157"/>
                </a:lnTo>
                <a:lnTo>
                  <a:pt x="36909" y="4997"/>
                </a:lnTo>
                <a:lnTo>
                  <a:pt x="37201" y="4997"/>
                </a:lnTo>
                <a:lnTo>
                  <a:pt x="37493" y="4891"/>
                </a:lnTo>
                <a:lnTo>
                  <a:pt x="37785" y="4731"/>
                </a:lnTo>
                <a:lnTo>
                  <a:pt x="38194" y="4625"/>
                </a:lnTo>
                <a:lnTo>
                  <a:pt x="38486" y="4466"/>
                </a:lnTo>
                <a:lnTo>
                  <a:pt x="38895" y="4466"/>
                </a:lnTo>
                <a:lnTo>
                  <a:pt x="39187" y="4359"/>
                </a:lnTo>
                <a:lnTo>
                  <a:pt x="39479" y="4359"/>
                </a:lnTo>
                <a:lnTo>
                  <a:pt x="39771" y="4359"/>
                </a:lnTo>
                <a:lnTo>
                  <a:pt x="40063" y="4253"/>
                </a:lnTo>
                <a:lnTo>
                  <a:pt x="40297" y="4253"/>
                </a:lnTo>
                <a:lnTo>
                  <a:pt x="40472" y="4093"/>
                </a:lnTo>
                <a:lnTo>
                  <a:pt x="40881" y="3987"/>
                </a:lnTo>
                <a:lnTo>
                  <a:pt x="41173" y="3987"/>
                </a:lnTo>
                <a:lnTo>
                  <a:pt x="41465" y="3828"/>
                </a:lnTo>
                <a:lnTo>
                  <a:pt x="41757" y="3721"/>
                </a:lnTo>
                <a:lnTo>
                  <a:pt x="41990" y="3721"/>
                </a:lnTo>
                <a:lnTo>
                  <a:pt x="42282" y="3615"/>
                </a:lnTo>
                <a:lnTo>
                  <a:pt x="42574" y="3615"/>
                </a:lnTo>
                <a:lnTo>
                  <a:pt x="42866" y="3455"/>
                </a:lnTo>
                <a:lnTo>
                  <a:pt x="43158" y="3349"/>
                </a:lnTo>
                <a:lnTo>
                  <a:pt x="43450" y="3349"/>
                </a:lnTo>
                <a:lnTo>
                  <a:pt x="43684" y="3190"/>
                </a:lnTo>
                <a:lnTo>
                  <a:pt x="43976" y="3190"/>
                </a:lnTo>
                <a:lnTo>
                  <a:pt x="44268" y="3083"/>
                </a:lnTo>
                <a:lnTo>
                  <a:pt x="44560" y="2924"/>
                </a:lnTo>
                <a:lnTo>
                  <a:pt x="44852" y="2924"/>
                </a:lnTo>
                <a:lnTo>
                  <a:pt x="45261" y="2817"/>
                </a:lnTo>
                <a:lnTo>
                  <a:pt x="45670" y="2711"/>
                </a:lnTo>
                <a:lnTo>
                  <a:pt x="45962" y="2552"/>
                </a:lnTo>
                <a:lnTo>
                  <a:pt x="46254" y="2552"/>
                </a:lnTo>
                <a:lnTo>
                  <a:pt x="46546" y="2445"/>
                </a:lnTo>
                <a:lnTo>
                  <a:pt x="46779" y="2286"/>
                </a:lnTo>
                <a:lnTo>
                  <a:pt x="47246" y="2286"/>
                </a:lnTo>
                <a:lnTo>
                  <a:pt x="47538" y="2179"/>
                </a:lnTo>
                <a:lnTo>
                  <a:pt x="47772" y="2179"/>
                </a:lnTo>
                <a:lnTo>
                  <a:pt x="47947" y="2073"/>
                </a:lnTo>
                <a:lnTo>
                  <a:pt x="48239" y="2073"/>
                </a:lnTo>
                <a:lnTo>
                  <a:pt x="48473" y="2073"/>
                </a:lnTo>
                <a:lnTo>
                  <a:pt x="48765" y="1914"/>
                </a:lnTo>
                <a:lnTo>
                  <a:pt x="49232" y="1914"/>
                </a:lnTo>
                <a:lnTo>
                  <a:pt x="49466" y="1807"/>
                </a:lnTo>
                <a:lnTo>
                  <a:pt x="49758" y="1807"/>
                </a:lnTo>
                <a:lnTo>
                  <a:pt x="50050" y="1648"/>
                </a:lnTo>
                <a:lnTo>
                  <a:pt x="50342" y="1541"/>
                </a:lnTo>
                <a:lnTo>
                  <a:pt x="50751" y="1382"/>
                </a:lnTo>
                <a:lnTo>
                  <a:pt x="51043" y="1382"/>
                </a:lnTo>
                <a:lnTo>
                  <a:pt x="51451" y="1276"/>
                </a:lnTo>
                <a:lnTo>
                  <a:pt x="51743" y="1276"/>
                </a:lnTo>
                <a:lnTo>
                  <a:pt x="52035" y="1169"/>
                </a:lnTo>
                <a:lnTo>
                  <a:pt x="52327" y="1010"/>
                </a:lnTo>
                <a:lnTo>
                  <a:pt x="52561" y="1010"/>
                </a:lnTo>
                <a:lnTo>
                  <a:pt x="52853" y="903"/>
                </a:lnTo>
                <a:lnTo>
                  <a:pt x="53028" y="903"/>
                </a:lnTo>
                <a:lnTo>
                  <a:pt x="53437" y="744"/>
                </a:lnTo>
                <a:lnTo>
                  <a:pt x="53729" y="744"/>
                </a:lnTo>
                <a:lnTo>
                  <a:pt x="54021" y="638"/>
                </a:lnTo>
                <a:lnTo>
                  <a:pt x="54255" y="638"/>
                </a:lnTo>
                <a:lnTo>
                  <a:pt x="54547" y="531"/>
                </a:lnTo>
                <a:lnTo>
                  <a:pt x="54839" y="372"/>
                </a:lnTo>
                <a:lnTo>
                  <a:pt x="55131" y="372"/>
                </a:lnTo>
                <a:lnTo>
                  <a:pt x="55423" y="265"/>
                </a:lnTo>
                <a:lnTo>
                  <a:pt x="55715" y="265"/>
                </a:lnTo>
                <a:lnTo>
                  <a:pt x="55948" y="106"/>
                </a:lnTo>
                <a:lnTo>
                  <a:pt x="56240" y="106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776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6531886" y="2921236"/>
            <a:ext cx="56708" cy="9517"/>
          </a:xfrm>
          <a:custGeom>
            <a:avLst/>
            <a:gdLst/>
            <a:ahLst/>
            <a:cxnLst/>
            <a:rect l="l" t="t" r="r" b="b"/>
            <a:pathLst>
              <a:path w="56708" h="9517">
                <a:moveTo>
                  <a:pt x="0" y="9517"/>
                </a:moveTo>
                <a:lnTo>
                  <a:pt x="292" y="9357"/>
                </a:lnTo>
                <a:lnTo>
                  <a:pt x="584" y="9357"/>
                </a:lnTo>
                <a:lnTo>
                  <a:pt x="992" y="9251"/>
                </a:lnTo>
                <a:lnTo>
                  <a:pt x="1401" y="9144"/>
                </a:lnTo>
                <a:lnTo>
                  <a:pt x="1693" y="9144"/>
                </a:lnTo>
                <a:lnTo>
                  <a:pt x="1985" y="9144"/>
                </a:lnTo>
                <a:lnTo>
                  <a:pt x="2277" y="8985"/>
                </a:lnTo>
                <a:lnTo>
                  <a:pt x="2511" y="8985"/>
                </a:lnTo>
                <a:lnTo>
                  <a:pt x="2978" y="8879"/>
                </a:lnTo>
                <a:lnTo>
                  <a:pt x="3212" y="8879"/>
                </a:lnTo>
                <a:lnTo>
                  <a:pt x="3504" y="8719"/>
                </a:lnTo>
                <a:lnTo>
                  <a:pt x="3679" y="8719"/>
                </a:lnTo>
                <a:lnTo>
                  <a:pt x="3971" y="8613"/>
                </a:lnTo>
                <a:lnTo>
                  <a:pt x="4204" y="8613"/>
                </a:lnTo>
                <a:lnTo>
                  <a:pt x="4496" y="8506"/>
                </a:lnTo>
                <a:lnTo>
                  <a:pt x="4905" y="8506"/>
                </a:lnTo>
                <a:lnTo>
                  <a:pt x="5197" y="8347"/>
                </a:lnTo>
                <a:lnTo>
                  <a:pt x="5489" y="8347"/>
                </a:lnTo>
                <a:lnTo>
                  <a:pt x="5781" y="8241"/>
                </a:lnTo>
                <a:lnTo>
                  <a:pt x="6073" y="8241"/>
                </a:lnTo>
                <a:lnTo>
                  <a:pt x="6190" y="8081"/>
                </a:lnTo>
                <a:lnTo>
                  <a:pt x="6482" y="8081"/>
                </a:lnTo>
                <a:lnTo>
                  <a:pt x="6774" y="7975"/>
                </a:lnTo>
                <a:lnTo>
                  <a:pt x="7183" y="7975"/>
                </a:lnTo>
                <a:lnTo>
                  <a:pt x="7475" y="7815"/>
                </a:lnTo>
                <a:lnTo>
                  <a:pt x="7767" y="7815"/>
                </a:lnTo>
                <a:lnTo>
                  <a:pt x="8059" y="7709"/>
                </a:lnTo>
                <a:lnTo>
                  <a:pt x="8293" y="7709"/>
                </a:lnTo>
                <a:lnTo>
                  <a:pt x="8585" y="7603"/>
                </a:lnTo>
                <a:lnTo>
                  <a:pt x="8760" y="7603"/>
                </a:lnTo>
                <a:lnTo>
                  <a:pt x="9169" y="7443"/>
                </a:lnTo>
                <a:lnTo>
                  <a:pt x="9461" y="7443"/>
                </a:lnTo>
                <a:lnTo>
                  <a:pt x="9753" y="7337"/>
                </a:lnTo>
                <a:lnTo>
                  <a:pt x="9986" y="7337"/>
                </a:lnTo>
                <a:lnTo>
                  <a:pt x="10278" y="7177"/>
                </a:lnTo>
                <a:lnTo>
                  <a:pt x="10570" y="7177"/>
                </a:lnTo>
                <a:lnTo>
                  <a:pt x="10862" y="7071"/>
                </a:lnTo>
                <a:lnTo>
                  <a:pt x="11154" y="7071"/>
                </a:lnTo>
                <a:lnTo>
                  <a:pt x="11446" y="6965"/>
                </a:lnTo>
                <a:lnTo>
                  <a:pt x="11680" y="6965"/>
                </a:lnTo>
                <a:lnTo>
                  <a:pt x="11972" y="6805"/>
                </a:lnTo>
                <a:lnTo>
                  <a:pt x="12264" y="6805"/>
                </a:lnTo>
                <a:lnTo>
                  <a:pt x="12556" y="6805"/>
                </a:lnTo>
                <a:lnTo>
                  <a:pt x="12848" y="6805"/>
                </a:lnTo>
                <a:lnTo>
                  <a:pt x="13081" y="6805"/>
                </a:lnTo>
                <a:lnTo>
                  <a:pt x="13549" y="6699"/>
                </a:lnTo>
                <a:lnTo>
                  <a:pt x="13958" y="6539"/>
                </a:lnTo>
                <a:lnTo>
                  <a:pt x="14250" y="6539"/>
                </a:lnTo>
                <a:lnTo>
                  <a:pt x="14542" y="6433"/>
                </a:lnTo>
                <a:lnTo>
                  <a:pt x="14775" y="6433"/>
                </a:lnTo>
                <a:lnTo>
                  <a:pt x="15067" y="6326"/>
                </a:lnTo>
                <a:lnTo>
                  <a:pt x="15534" y="6326"/>
                </a:lnTo>
                <a:lnTo>
                  <a:pt x="15768" y="6167"/>
                </a:lnTo>
                <a:lnTo>
                  <a:pt x="16060" y="6167"/>
                </a:lnTo>
                <a:lnTo>
                  <a:pt x="16235" y="6167"/>
                </a:lnTo>
                <a:lnTo>
                  <a:pt x="16469" y="6061"/>
                </a:lnTo>
                <a:lnTo>
                  <a:pt x="16761" y="6061"/>
                </a:lnTo>
                <a:lnTo>
                  <a:pt x="17053" y="5901"/>
                </a:lnTo>
                <a:lnTo>
                  <a:pt x="17462" y="5901"/>
                </a:lnTo>
                <a:lnTo>
                  <a:pt x="17754" y="5795"/>
                </a:lnTo>
                <a:lnTo>
                  <a:pt x="18046" y="5795"/>
                </a:lnTo>
                <a:lnTo>
                  <a:pt x="18338" y="5635"/>
                </a:lnTo>
                <a:lnTo>
                  <a:pt x="18630" y="5635"/>
                </a:lnTo>
                <a:lnTo>
                  <a:pt x="19038" y="5529"/>
                </a:lnTo>
                <a:lnTo>
                  <a:pt x="19330" y="5529"/>
                </a:lnTo>
                <a:lnTo>
                  <a:pt x="19739" y="5423"/>
                </a:lnTo>
                <a:lnTo>
                  <a:pt x="20031" y="5423"/>
                </a:lnTo>
                <a:lnTo>
                  <a:pt x="20323" y="5263"/>
                </a:lnTo>
                <a:lnTo>
                  <a:pt x="20557" y="5263"/>
                </a:lnTo>
                <a:lnTo>
                  <a:pt x="20849" y="5263"/>
                </a:lnTo>
                <a:lnTo>
                  <a:pt x="21141" y="5157"/>
                </a:lnTo>
                <a:lnTo>
                  <a:pt x="21316" y="5157"/>
                </a:lnTo>
                <a:lnTo>
                  <a:pt x="21725" y="4997"/>
                </a:lnTo>
                <a:lnTo>
                  <a:pt x="22017" y="4997"/>
                </a:lnTo>
                <a:lnTo>
                  <a:pt x="22251" y="4891"/>
                </a:lnTo>
                <a:lnTo>
                  <a:pt x="22543" y="4891"/>
                </a:lnTo>
                <a:lnTo>
                  <a:pt x="22835" y="4891"/>
                </a:lnTo>
                <a:lnTo>
                  <a:pt x="23127" y="4785"/>
                </a:lnTo>
                <a:lnTo>
                  <a:pt x="23419" y="4785"/>
                </a:lnTo>
                <a:lnTo>
                  <a:pt x="23827" y="4625"/>
                </a:lnTo>
                <a:lnTo>
                  <a:pt x="24236" y="4625"/>
                </a:lnTo>
                <a:lnTo>
                  <a:pt x="24528" y="4519"/>
                </a:lnTo>
                <a:lnTo>
                  <a:pt x="24820" y="4519"/>
                </a:lnTo>
                <a:lnTo>
                  <a:pt x="25112" y="4519"/>
                </a:lnTo>
                <a:lnTo>
                  <a:pt x="25404" y="4519"/>
                </a:lnTo>
                <a:lnTo>
                  <a:pt x="25638" y="4359"/>
                </a:lnTo>
                <a:lnTo>
                  <a:pt x="26105" y="4359"/>
                </a:lnTo>
                <a:lnTo>
                  <a:pt x="26514" y="4253"/>
                </a:lnTo>
                <a:lnTo>
                  <a:pt x="26806" y="4253"/>
                </a:lnTo>
                <a:lnTo>
                  <a:pt x="27098" y="4253"/>
                </a:lnTo>
                <a:lnTo>
                  <a:pt x="27332" y="4093"/>
                </a:lnTo>
                <a:lnTo>
                  <a:pt x="27624" y="4093"/>
                </a:lnTo>
                <a:lnTo>
                  <a:pt x="28032" y="3987"/>
                </a:lnTo>
                <a:lnTo>
                  <a:pt x="28324" y="3987"/>
                </a:lnTo>
                <a:lnTo>
                  <a:pt x="28616" y="3987"/>
                </a:lnTo>
                <a:lnTo>
                  <a:pt x="28792" y="3881"/>
                </a:lnTo>
                <a:lnTo>
                  <a:pt x="29025" y="3881"/>
                </a:lnTo>
                <a:lnTo>
                  <a:pt x="29317" y="3721"/>
                </a:lnTo>
                <a:lnTo>
                  <a:pt x="29609" y="3721"/>
                </a:lnTo>
                <a:lnTo>
                  <a:pt x="30018" y="3721"/>
                </a:lnTo>
                <a:lnTo>
                  <a:pt x="30310" y="3615"/>
                </a:lnTo>
                <a:lnTo>
                  <a:pt x="30602" y="3615"/>
                </a:lnTo>
                <a:lnTo>
                  <a:pt x="30894" y="3615"/>
                </a:lnTo>
                <a:lnTo>
                  <a:pt x="31186" y="3455"/>
                </a:lnTo>
                <a:lnTo>
                  <a:pt x="31595" y="3349"/>
                </a:lnTo>
                <a:lnTo>
                  <a:pt x="31887" y="3349"/>
                </a:lnTo>
                <a:lnTo>
                  <a:pt x="32296" y="3349"/>
                </a:lnTo>
                <a:lnTo>
                  <a:pt x="32588" y="3243"/>
                </a:lnTo>
                <a:lnTo>
                  <a:pt x="32880" y="3243"/>
                </a:lnTo>
                <a:lnTo>
                  <a:pt x="33113" y="3243"/>
                </a:lnTo>
                <a:lnTo>
                  <a:pt x="33405" y="3083"/>
                </a:lnTo>
                <a:lnTo>
                  <a:pt x="33697" y="3083"/>
                </a:lnTo>
                <a:lnTo>
                  <a:pt x="34281" y="2977"/>
                </a:lnTo>
                <a:lnTo>
                  <a:pt x="34573" y="2977"/>
                </a:lnTo>
                <a:lnTo>
                  <a:pt x="34807" y="2817"/>
                </a:lnTo>
                <a:lnTo>
                  <a:pt x="35099" y="2817"/>
                </a:lnTo>
                <a:lnTo>
                  <a:pt x="35391" y="2817"/>
                </a:lnTo>
                <a:lnTo>
                  <a:pt x="35683" y="2711"/>
                </a:lnTo>
                <a:lnTo>
                  <a:pt x="35975" y="2711"/>
                </a:lnTo>
                <a:lnTo>
                  <a:pt x="36384" y="2711"/>
                </a:lnTo>
                <a:lnTo>
                  <a:pt x="36501" y="2552"/>
                </a:lnTo>
                <a:lnTo>
                  <a:pt x="36793" y="2552"/>
                </a:lnTo>
                <a:lnTo>
                  <a:pt x="37085" y="2552"/>
                </a:lnTo>
                <a:lnTo>
                  <a:pt x="37377" y="2445"/>
                </a:lnTo>
                <a:lnTo>
                  <a:pt x="37669" y="2445"/>
                </a:lnTo>
                <a:lnTo>
                  <a:pt x="37902" y="2445"/>
                </a:lnTo>
                <a:lnTo>
                  <a:pt x="38194" y="2339"/>
                </a:lnTo>
                <a:lnTo>
                  <a:pt x="38661" y="2339"/>
                </a:lnTo>
                <a:lnTo>
                  <a:pt x="38895" y="2339"/>
                </a:lnTo>
                <a:lnTo>
                  <a:pt x="39070" y="2179"/>
                </a:lnTo>
                <a:lnTo>
                  <a:pt x="39362" y="2179"/>
                </a:lnTo>
                <a:lnTo>
                  <a:pt x="39596" y="2179"/>
                </a:lnTo>
                <a:lnTo>
                  <a:pt x="39888" y="2179"/>
                </a:lnTo>
                <a:lnTo>
                  <a:pt x="40180" y="2179"/>
                </a:lnTo>
                <a:lnTo>
                  <a:pt x="40589" y="2179"/>
                </a:lnTo>
                <a:lnTo>
                  <a:pt x="40881" y="2073"/>
                </a:lnTo>
                <a:lnTo>
                  <a:pt x="41173" y="2073"/>
                </a:lnTo>
                <a:lnTo>
                  <a:pt x="41582" y="1914"/>
                </a:lnTo>
                <a:lnTo>
                  <a:pt x="41874" y="1914"/>
                </a:lnTo>
                <a:lnTo>
                  <a:pt x="42166" y="1914"/>
                </a:lnTo>
                <a:lnTo>
                  <a:pt x="42574" y="1807"/>
                </a:lnTo>
                <a:lnTo>
                  <a:pt x="42866" y="1807"/>
                </a:lnTo>
                <a:lnTo>
                  <a:pt x="43158" y="1807"/>
                </a:lnTo>
                <a:lnTo>
                  <a:pt x="43450" y="1701"/>
                </a:lnTo>
                <a:lnTo>
                  <a:pt x="43684" y="1701"/>
                </a:lnTo>
                <a:lnTo>
                  <a:pt x="43859" y="1701"/>
                </a:lnTo>
                <a:lnTo>
                  <a:pt x="44151" y="1541"/>
                </a:lnTo>
                <a:lnTo>
                  <a:pt x="44443" y="1541"/>
                </a:lnTo>
                <a:lnTo>
                  <a:pt x="44852" y="1541"/>
                </a:lnTo>
                <a:lnTo>
                  <a:pt x="45144" y="1435"/>
                </a:lnTo>
                <a:lnTo>
                  <a:pt x="45378" y="1435"/>
                </a:lnTo>
                <a:lnTo>
                  <a:pt x="45670" y="1435"/>
                </a:lnTo>
                <a:lnTo>
                  <a:pt x="45962" y="1435"/>
                </a:lnTo>
                <a:lnTo>
                  <a:pt x="46254" y="1276"/>
                </a:lnTo>
                <a:lnTo>
                  <a:pt x="46838" y="1276"/>
                </a:lnTo>
                <a:lnTo>
                  <a:pt x="47071" y="1169"/>
                </a:lnTo>
                <a:lnTo>
                  <a:pt x="47363" y="1169"/>
                </a:lnTo>
                <a:lnTo>
                  <a:pt x="47655" y="1169"/>
                </a:lnTo>
                <a:lnTo>
                  <a:pt x="47947" y="1010"/>
                </a:lnTo>
                <a:lnTo>
                  <a:pt x="48239" y="1010"/>
                </a:lnTo>
                <a:lnTo>
                  <a:pt x="48531" y="1010"/>
                </a:lnTo>
                <a:lnTo>
                  <a:pt x="48765" y="1010"/>
                </a:lnTo>
                <a:lnTo>
                  <a:pt x="49057" y="903"/>
                </a:lnTo>
                <a:lnTo>
                  <a:pt x="49349" y="903"/>
                </a:lnTo>
                <a:lnTo>
                  <a:pt x="49641" y="903"/>
                </a:lnTo>
                <a:lnTo>
                  <a:pt x="49933" y="797"/>
                </a:lnTo>
                <a:lnTo>
                  <a:pt x="50225" y="797"/>
                </a:lnTo>
                <a:lnTo>
                  <a:pt x="50459" y="797"/>
                </a:lnTo>
                <a:lnTo>
                  <a:pt x="50751" y="797"/>
                </a:lnTo>
                <a:lnTo>
                  <a:pt x="51159" y="638"/>
                </a:lnTo>
                <a:lnTo>
                  <a:pt x="51451" y="638"/>
                </a:lnTo>
                <a:lnTo>
                  <a:pt x="51627" y="638"/>
                </a:lnTo>
                <a:lnTo>
                  <a:pt x="51919" y="531"/>
                </a:lnTo>
                <a:lnTo>
                  <a:pt x="52152" y="531"/>
                </a:lnTo>
                <a:lnTo>
                  <a:pt x="52444" y="531"/>
                </a:lnTo>
                <a:lnTo>
                  <a:pt x="52736" y="531"/>
                </a:lnTo>
                <a:lnTo>
                  <a:pt x="53145" y="372"/>
                </a:lnTo>
                <a:lnTo>
                  <a:pt x="53437" y="372"/>
                </a:lnTo>
                <a:lnTo>
                  <a:pt x="53729" y="372"/>
                </a:lnTo>
                <a:lnTo>
                  <a:pt x="54021" y="265"/>
                </a:lnTo>
                <a:lnTo>
                  <a:pt x="54430" y="265"/>
                </a:lnTo>
                <a:lnTo>
                  <a:pt x="54722" y="265"/>
                </a:lnTo>
                <a:lnTo>
                  <a:pt x="55014" y="159"/>
                </a:lnTo>
                <a:lnTo>
                  <a:pt x="55423" y="159"/>
                </a:lnTo>
                <a:lnTo>
                  <a:pt x="55715" y="159"/>
                </a:lnTo>
                <a:lnTo>
                  <a:pt x="56007" y="159"/>
                </a:lnTo>
                <a:lnTo>
                  <a:pt x="56240" y="0"/>
                </a:lnTo>
                <a:lnTo>
                  <a:pt x="56532" y="0"/>
                </a:lnTo>
                <a:lnTo>
                  <a:pt x="56708" y="0"/>
                </a:lnTo>
              </a:path>
            </a:pathLst>
          </a:custGeom>
          <a:ln w="772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6588594" y="2917514"/>
            <a:ext cx="56824" cy="3721"/>
          </a:xfrm>
          <a:custGeom>
            <a:avLst/>
            <a:gdLst/>
            <a:ahLst/>
            <a:cxnLst/>
            <a:rect l="l" t="t" r="r" b="b"/>
            <a:pathLst>
              <a:path w="56824" h="3721">
                <a:moveTo>
                  <a:pt x="0" y="3721"/>
                </a:moveTo>
                <a:lnTo>
                  <a:pt x="233" y="3721"/>
                </a:lnTo>
                <a:lnTo>
                  <a:pt x="700" y="3615"/>
                </a:lnTo>
                <a:lnTo>
                  <a:pt x="992" y="3615"/>
                </a:lnTo>
                <a:lnTo>
                  <a:pt x="1226" y="3615"/>
                </a:lnTo>
                <a:lnTo>
                  <a:pt x="1518" y="3615"/>
                </a:lnTo>
                <a:lnTo>
                  <a:pt x="1810" y="3615"/>
                </a:lnTo>
                <a:lnTo>
                  <a:pt x="2102" y="3615"/>
                </a:lnTo>
                <a:lnTo>
                  <a:pt x="2686" y="3615"/>
                </a:lnTo>
                <a:lnTo>
                  <a:pt x="2920" y="3455"/>
                </a:lnTo>
                <a:lnTo>
                  <a:pt x="3212" y="3455"/>
                </a:lnTo>
                <a:lnTo>
                  <a:pt x="3504" y="3455"/>
                </a:lnTo>
                <a:lnTo>
                  <a:pt x="3796" y="3455"/>
                </a:lnTo>
                <a:lnTo>
                  <a:pt x="4088" y="3349"/>
                </a:lnTo>
                <a:lnTo>
                  <a:pt x="4321" y="3349"/>
                </a:lnTo>
                <a:lnTo>
                  <a:pt x="4613" y="3349"/>
                </a:lnTo>
                <a:lnTo>
                  <a:pt x="4905" y="3349"/>
                </a:lnTo>
                <a:lnTo>
                  <a:pt x="5197" y="3190"/>
                </a:lnTo>
                <a:lnTo>
                  <a:pt x="5489" y="3190"/>
                </a:lnTo>
                <a:lnTo>
                  <a:pt x="5781" y="3190"/>
                </a:lnTo>
                <a:lnTo>
                  <a:pt x="6015" y="3190"/>
                </a:lnTo>
                <a:lnTo>
                  <a:pt x="6307" y="3083"/>
                </a:lnTo>
                <a:lnTo>
                  <a:pt x="6599" y="3083"/>
                </a:lnTo>
                <a:lnTo>
                  <a:pt x="7008" y="3083"/>
                </a:lnTo>
                <a:lnTo>
                  <a:pt x="7300" y="3083"/>
                </a:lnTo>
                <a:lnTo>
                  <a:pt x="7475" y="3083"/>
                </a:lnTo>
                <a:lnTo>
                  <a:pt x="7709" y="2977"/>
                </a:lnTo>
                <a:lnTo>
                  <a:pt x="8001" y="2977"/>
                </a:lnTo>
                <a:lnTo>
                  <a:pt x="8293" y="2977"/>
                </a:lnTo>
                <a:lnTo>
                  <a:pt x="8585" y="2977"/>
                </a:lnTo>
                <a:lnTo>
                  <a:pt x="8993" y="2817"/>
                </a:lnTo>
                <a:lnTo>
                  <a:pt x="9285" y="2817"/>
                </a:lnTo>
                <a:lnTo>
                  <a:pt x="9577" y="2817"/>
                </a:lnTo>
                <a:lnTo>
                  <a:pt x="9869" y="2817"/>
                </a:lnTo>
                <a:lnTo>
                  <a:pt x="10278" y="2711"/>
                </a:lnTo>
                <a:lnTo>
                  <a:pt x="10570" y="2711"/>
                </a:lnTo>
                <a:lnTo>
                  <a:pt x="10862" y="2711"/>
                </a:lnTo>
                <a:lnTo>
                  <a:pt x="11271" y="2711"/>
                </a:lnTo>
                <a:lnTo>
                  <a:pt x="11563" y="2552"/>
                </a:lnTo>
                <a:lnTo>
                  <a:pt x="11797" y="2552"/>
                </a:lnTo>
                <a:lnTo>
                  <a:pt x="12089" y="2552"/>
                </a:lnTo>
                <a:lnTo>
                  <a:pt x="12381" y="2552"/>
                </a:lnTo>
                <a:lnTo>
                  <a:pt x="12556" y="2552"/>
                </a:lnTo>
                <a:lnTo>
                  <a:pt x="12789" y="2445"/>
                </a:lnTo>
                <a:lnTo>
                  <a:pt x="13257" y="2445"/>
                </a:lnTo>
                <a:lnTo>
                  <a:pt x="13490" y="2445"/>
                </a:lnTo>
                <a:lnTo>
                  <a:pt x="13782" y="2445"/>
                </a:lnTo>
                <a:lnTo>
                  <a:pt x="14074" y="2445"/>
                </a:lnTo>
                <a:lnTo>
                  <a:pt x="14366" y="2339"/>
                </a:lnTo>
                <a:lnTo>
                  <a:pt x="14658" y="2339"/>
                </a:lnTo>
                <a:lnTo>
                  <a:pt x="14950" y="2339"/>
                </a:lnTo>
                <a:lnTo>
                  <a:pt x="15184" y="2339"/>
                </a:lnTo>
                <a:lnTo>
                  <a:pt x="15476" y="2339"/>
                </a:lnTo>
                <a:lnTo>
                  <a:pt x="15768" y="2179"/>
                </a:lnTo>
                <a:lnTo>
                  <a:pt x="16060" y="2179"/>
                </a:lnTo>
                <a:lnTo>
                  <a:pt x="16352" y="2179"/>
                </a:lnTo>
                <a:lnTo>
                  <a:pt x="16644" y="2179"/>
                </a:lnTo>
                <a:lnTo>
                  <a:pt x="16878" y="2179"/>
                </a:lnTo>
                <a:lnTo>
                  <a:pt x="17170" y="2073"/>
                </a:lnTo>
                <a:lnTo>
                  <a:pt x="17462" y="2073"/>
                </a:lnTo>
                <a:lnTo>
                  <a:pt x="17754" y="2073"/>
                </a:lnTo>
                <a:lnTo>
                  <a:pt x="18046" y="2073"/>
                </a:lnTo>
                <a:lnTo>
                  <a:pt x="18338" y="2073"/>
                </a:lnTo>
                <a:lnTo>
                  <a:pt x="18571" y="1914"/>
                </a:lnTo>
                <a:lnTo>
                  <a:pt x="18863" y="1914"/>
                </a:lnTo>
                <a:lnTo>
                  <a:pt x="19155" y="1914"/>
                </a:lnTo>
                <a:lnTo>
                  <a:pt x="19564" y="1914"/>
                </a:lnTo>
                <a:lnTo>
                  <a:pt x="19856" y="1914"/>
                </a:lnTo>
                <a:lnTo>
                  <a:pt x="20031" y="1914"/>
                </a:lnTo>
                <a:lnTo>
                  <a:pt x="20265" y="1807"/>
                </a:lnTo>
                <a:lnTo>
                  <a:pt x="20557" y="1807"/>
                </a:lnTo>
                <a:lnTo>
                  <a:pt x="20849" y="1807"/>
                </a:lnTo>
                <a:lnTo>
                  <a:pt x="21141" y="1807"/>
                </a:lnTo>
                <a:lnTo>
                  <a:pt x="21550" y="1807"/>
                </a:lnTo>
                <a:lnTo>
                  <a:pt x="21842" y="1648"/>
                </a:lnTo>
                <a:lnTo>
                  <a:pt x="22134" y="1648"/>
                </a:lnTo>
                <a:lnTo>
                  <a:pt x="22426" y="1648"/>
                </a:lnTo>
                <a:lnTo>
                  <a:pt x="22835" y="1648"/>
                </a:lnTo>
                <a:lnTo>
                  <a:pt x="23127" y="1648"/>
                </a:lnTo>
                <a:lnTo>
                  <a:pt x="23360" y="1541"/>
                </a:lnTo>
                <a:lnTo>
                  <a:pt x="23827" y="1541"/>
                </a:lnTo>
                <a:lnTo>
                  <a:pt x="24119" y="1541"/>
                </a:lnTo>
                <a:lnTo>
                  <a:pt x="24353" y="1541"/>
                </a:lnTo>
                <a:lnTo>
                  <a:pt x="24645" y="1541"/>
                </a:lnTo>
                <a:lnTo>
                  <a:pt x="24937" y="1541"/>
                </a:lnTo>
                <a:lnTo>
                  <a:pt x="25346" y="1435"/>
                </a:lnTo>
                <a:lnTo>
                  <a:pt x="25813" y="1435"/>
                </a:lnTo>
                <a:lnTo>
                  <a:pt x="26047" y="1435"/>
                </a:lnTo>
                <a:lnTo>
                  <a:pt x="26339" y="1435"/>
                </a:lnTo>
                <a:lnTo>
                  <a:pt x="26631" y="1435"/>
                </a:lnTo>
                <a:lnTo>
                  <a:pt x="26923" y="1276"/>
                </a:lnTo>
                <a:lnTo>
                  <a:pt x="27215" y="1276"/>
                </a:lnTo>
                <a:lnTo>
                  <a:pt x="27448" y="1276"/>
                </a:lnTo>
                <a:lnTo>
                  <a:pt x="27740" y="1276"/>
                </a:lnTo>
                <a:lnTo>
                  <a:pt x="28032" y="1276"/>
                </a:lnTo>
                <a:lnTo>
                  <a:pt x="28324" y="1276"/>
                </a:lnTo>
                <a:lnTo>
                  <a:pt x="28616" y="1276"/>
                </a:lnTo>
                <a:lnTo>
                  <a:pt x="28908" y="1276"/>
                </a:lnTo>
                <a:lnTo>
                  <a:pt x="29142" y="1276"/>
                </a:lnTo>
                <a:lnTo>
                  <a:pt x="29434" y="1276"/>
                </a:lnTo>
                <a:lnTo>
                  <a:pt x="29726" y="1276"/>
                </a:lnTo>
                <a:lnTo>
                  <a:pt x="30018" y="1276"/>
                </a:lnTo>
                <a:lnTo>
                  <a:pt x="30310" y="1276"/>
                </a:lnTo>
                <a:lnTo>
                  <a:pt x="30602" y="1276"/>
                </a:lnTo>
                <a:lnTo>
                  <a:pt x="30836" y="1169"/>
                </a:lnTo>
                <a:lnTo>
                  <a:pt x="31128" y="1169"/>
                </a:lnTo>
                <a:lnTo>
                  <a:pt x="31420" y="1169"/>
                </a:lnTo>
                <a:lnTo>
                  <a:pt x="31712" y="1169"/>
                </a:lnTo>
                <a:lnTo>
                  <a:pt x="32120" y="1169"/>
                </a:lnTo>
                <a:lnTo>
                  <a:pt x="32412" y="1169"/>
                </a:lnTo>
                <a:lnTo>
                  <a:pt x="32821" y="1010"/>
                </a:lnTo>
                <a:lnTo>
                  <a:pt x="33113" y="1010"/>
                </a:lnTo>
                <a:lnTo>
                  <a:pt x="33405" y="1010"/>
                </a:lnTo>
                <a:lnTo>
                  <a:pt x="33697" y="1010"/>
                </a:lnTo>
                <a:lnTo>
                  <a:pt x="34106" y="1010"/>
                </a:lnTo>
                <a:lnTo>
                  <a:pt x="34398" y="1010"/>
                </a:lnTo>
                <a:lnTo>
                  <a:pt x="34690" y="1010"/>
                </a:lnTo>
                <a:lnTo>
                  <a:pt x="34924" y="903"/>
                </a:lnTo>
                <a:lnTo>
                  <a:pt x="35099" y="903"/>
                </a:lnTo>
                <a:lnTo>
                  <a:pt x="35391" y="903"/>
                </a:lnTo>
                <a:lnTo>
                  <a:pt x="35683" y="903"/>
                </a:lnTo>
                <a:lnTo>
                  <a:pt x="35917" y="903"/>
                </a:lnTo>
                <a:lnTo>
                  <a:pt x="36384" y="903"/>
                </a:lnTo>
                <a:lnTo>
                  <a:pt x="36617" y="903"/>
                </a:lnTo>
                <a:lnTo>
                  <a:pt x="36909" y="903"/>
                </a:lnTo>
                <a:lnTo>
                  <a:pt x="37201" y="797"/>
                </a:lnTo>
                <a:lnTo>
                  <a:pt x="37493" y="797"/>
                </a:lnTo>
                <a:lnTo>
                  <a:pt x="37902" y="797"/>
                </a:lnTo>
                <a:lnTo>
                  <a:pt x="38311" y="797"/>
                </a:lnTo>
                <a:lnTo>
                  <a:pt x="38603" y="797"/>
                </a:lnTo>
                <a:lnTo>
                  <a:pt x="38895" y="797"/>
                </a:lnTo>
                <a:lnTo>
                  <a:pt x="39187" y="797"/>
                </a:lnTo>
                <a:lnTo>
                  <a:pt x="39479" y="638"/>
                </a:lnTo>
                <a:lnTo>
                  <a:pt x="39771" y="638"/>
                </a:lnTo>
                <a:lnTo>
                  <a:pt x="40005" y="638"/>
                </a:lnTo>
                <a:lnTo>
                  <a:pt x="40297" y="638"/>
                </a:lnTo>
                <a:lnTo>
                  <a:pt x="40589" y="638"/>
                </a:lnTo>
                <a:lnTo>
                  <a:pt x="40881" y="638"/>
                </a:lnTo>
                <a:lnTo>
                  <a:pt x="41173" y="638"/>
                </a:lnTo>
                <a:lnTo>
                  <a:pt x="41465" y="638"/>
                </a:lnTo>
                <a:lnTo>
                  <a:pt x="41698" y="531"/>
                </a:lnTo>
                <a:lnTo>
                  <a:pt x="41990" y="531"/>
                </a:lnTo>
                <a:lnTo>
                  <a:pt x="42282" y="531"/>
                </a:lnTo>
                <a:lnTo>
                  <a:pt x="42574" y="531"/>
                </a:lnTo>
                <a:lnTo>
                  <a:pt x="42866" y="531"/>
                </a:lnTo>
                <a:lnTo>
                  <a:pt x="43158" y="531"/>
                </a:lnTo>
                <a:lnTo>
                  <a:pt x="43392" y="531"/>
                </a:lnTo>
                <a:lnTo>
                  <a:pt x="43684" y="531"/>
                </a:lnTo>
                <a:lnTo>
                  <a:pt x="43976" y="531"/>
                </a:lnTo>
                <a:lnTo>
                  <a:pt x="44268" y="372"/>
                </a:lnTo>
                <a:lnTo>
                  <a:pt x="44677" y="372"/>
                </a:lnTo>
                <a:lnTo>
                  <a:pt x="44969" y="372"/>
                </a:lnTo>
                <a:lnTo>
                  <a:pt x="45378" y="372"/>
                </a:lnTo>
                <a:lnTo>
                  <a:pt x="45670" y="372"/>
                </a:lnTo>
                <a:lnTo>
                  <a:pt x="45962" y="372"/>
                </a:lnTo>
                <a:lnTo>
                  <a:pt x="46254" y="372"/>
                </a:lnTo>
                <a:lnTo>
                  <a:pt x="46662" y="372"/>
                </a:lnTo>
                <a:lnTo>
                  <a:pt x="46954" y="372"/>
                </a:lnTo>
                <a:lnTo>
                  <a:pt x="47246" y="265"/>
                </a:lnTo>
                <a:lnTo>
                  <a:pt x="47480" y="265"/>
                </a:lnTo>
                <a:lnTo>
                  <a:pt x="47655" y="265"/>
                </a:lnTo>
                <a:lnTo>
                  <a:pt x="47947" y="265"/>
                </a:lnTo>
                <a:lnTo>
                  <a:pt x="48181" y="265"/>
                </a:lnTo>
                <a:lnTo>
                  <a:pt x="48473" y="265"/>
                </a:lnTo>
                <a:lnTo>
                  <a:pt x="48940" y="265"/>
                </a:lnTo>
                <a:lnTo>
                  <a:pt x="49174" y="265"/>
                </a:lnTo>
                <a:lnTo>
                  <a:pt x="49466" y="265"/>
                </a:lnTo>
                <a:lnTo>
                  <a:pt x="49758" y="265"/>
                </a:lnTo>
                <a:lnTo>
                  <a:pt x="50050" y="265"/>
                </a:lnTo>
                <a:lnTo>
                  <a:pt x="50167" y="106"/>
                </a:lnTo>
                <a:lnTo>
                  <a:pt x="50459" y="106"/>
                </a:lnTo>
                <a:lnTo>
                  <a:pt x="50867" y="106"/>
                </a:lnTo>
                <a:lnTo>
                  <a:pt x="51159" y="106"/>
                </a:lnTo>
                <a:lnTo>
                  <a:pt x="51451" y="106"/>
                </a:lnTo>
                <a:lnTo>
                  <a:pt x="51743" y="106"/>
                </a:lnTo>
                <a:lnTo>
                  <a:pt x="52035" y="106"/>
                </a:lnTo>
                <a:lnTo>
                  <a:pt x="52269" y="106"/>
                </a:lnTo>
                <a:lnTo>
                  <a:pt x="52561" y="106"/>
                </a:lnTo>
                <a:lnTo>
                  <a:pt x="52853" y="106"/>
                </a:lnTo>
                <a:lnTo>
                  <a:pt x="53145" y="106"/>
                </a:lnTo>
                <a:lnTo>
                  <a:pt x="53437" y="0"/>
                </a:lnTo>
                <a:lnTo>
                  <a:pt x="53729" y="0"/>
                </a:lnTo>
                <a:lnTo>
                  <a:pt x="53963" y="0"/>
                </a:lnTo>
                <a:lnTo>
                  <a:pt x="54255" y="0"/>
                </a:lnTo>
                <a:lnTo>
                  <a:pt x="54547" y="0"/>
                </a:lnTo>
                <a:lnTo>
                  <a:pt x="54839" y="0"/>
                </a:lnTo>
                <a:lnTo>
                  <a:pt x="55131" y="0"/>
                </a:lnTo>
                <a:lnTo>
                  <a:pt x="55423" y="0"/>
                </a:lnTo>
                <a:lnTo>
                  <a:pt x="55656" y="0"/>
                </a:lnTo>
                <a:lnTo>
                  <a:pt x="55948" y="0"/>
                </a:lnTo>
                <a:lnTo>
                  <a:pt x="56240" y="0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77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6645419" y="2916770"/>
            <a:ext cx="56649" cy="744"/>
          </a:xfrm>
          <a:custGeom>
            <a:avLst/>
            <a:gdLst/>
            <a:ahLst/>
            <a:cxnLst/>
            <a:rect l="l" t="t" r="r" b="b"/>
            <a:pathLst>
              <a:path w="56649" h="744">
                <a:moveTo>
                  <a:pt x="0" y="744"/>
                </a:moveTo>
                <a:lnTo>
                  <a:pt x="408" y="638"/>
                </a:lnTo>
                <a:lnTo>
                  <a:pt x="700" y="638"/>
                </a:lnTo>
                <a:lnTo>
                  <a:pt x="1109" y="638"/>
                </a:lnTo>
                <a:lnTo>
                  <a:pt x="1401" y="638"/>
                </a:lnTo>
                <a:lnTo>
                  <a:pt x="1693" y="638"/>
                </a:lnTo>
                <a:lnTo>
                  <a:pt x="1985" y="638"/>
                </a:lnTo>
                <a:lnTo>
                  <a:pt x="2394" y="638"/>
                </a:lnTo>
                <a:lnTo>
                  <a:pt x="2686" y="638"/>
                </a:lnTo>
                <a:lnTo>
                  <a:pt x="2920" y="638"/>
                </a:lnTo>
                <a:lnTo>
                  <a:pt x="3212" y="638"/>
                </a:lnTo>
                <a:lnTo>
                  <a:pt x="3387" y="638"/>
                </a:lnTo>
                <a:lnTo>
                  <a:pt x="3679" y="638"/>
                </a:lnTo>
                <a:lnTo>
                  <a:pt x="3912" y="638"/>
                </a:lnTo>
                <a:lnTo>
                  <a:pt x="4204" y="638"/>
                </a:lnTo>
                <a:lnTo>
                  <a:pt x="4613" y="478"/>
                </a:lnTo>
                <a:lnTo>
                  <a:pt x="4905" y="478"/>
                </a:lnTo>
                <a:lnTo>
                  <a:pt x="5197" y="478"/>
                </a:lnTo>
                <a:lnTo>
                  <a:pt x="5489" y="478"/>
                </a:lnTo>
                <a:lnTo>
                  <a:pt x="5781" y="478"/>
                </a:lnTo>
                <a:lnTo>
                  <a:pt x="6190" y="478"/>
                </a:lnTo>
                <a:lnTo>
                  <a:pt x="6599" y="478"/>
                </a:lnTo>
                <a:lnTo>
                  <a:pt x="6891" y="478"/>
                </a:lnTo>
                <a:lnTo>
                  <a:pt x="7183" y="478"/>
                </a:lnTo>
                <a:lnTo>
                  <a:pt x="7475" y="478"/>
                </a:lnTo>
                <a:lnTo>
                  <a:pt x="7767" y="478"/>
                </a:lnTo>
                <a:lnTo>
                  <a:pt x="8001" y="478"/>
                </a:lnTo>
                <a:lnTo>
                  <a:pt x="8293" y="478"/>
                </a:lnTo>
                <a:lnTo>
                  <a:pt x="8585" y="478"/>
                </a:lnTo>
                <a:lnTo>
                  <a:pt x="8877" y="478"/>
                </a:lnTo>
                <a:lnTo>
                  <a:pt x="9169" y="478"/>
                </a:lnTo>
                <a:lnTo>
                  <a:pt x="9461" y="372"/>
                </a:lnTo>
                <a:lnTo>
                  <a:pt x="9694" y="372"/>
                </a:lnTo>
                <a:lnTo>
                  <a:pt x="9986" y="372"/>
                </a:lnTo>
                <a:lnTo>
                  <a:pt x="10278" y="372"/>
                </a:lnTo>
                <a:lnTo>
                  <a:pt x="10570" y="372"/>
                </a:lnTo>
                <a:lnTo>
                  <a:pt x="10862" y="372"/>
                </a:lnTo>
                <a:lnTo>
                  <a:pt x="11154" y="372"/>
                </a:lnTo>
                <a:lnTo>
                  <a:pt x="11388" y="372"/>
                </a:lnTo>
                <a:lnTo>
                  <a:pt x="11680" y="372"/>
                </a:lnTo>
                <a:lnTo>
                  <a:pt x="11972" y="372"/>
                </a:lnTo>
                <a:lnTo>
                  <a:pt x="12264" y="372"/>
                </a:lnTo>
                <a:lnTo>
                  <a:pt x="12556" y="372"/>
                </a:lnTo>
                <a:lnTo>
                  <a:pt x="12965" y="372"/>
                </a:lnTo>
                <a:lnTo>
                  <a:pt x="13257" y="372"/>
                </a:lnTo>
                <a:lnTo>
                  <a:pt x="13666" y="372"/>
                </a:lnTo>
                <a:lnTo>
                  <a:pt x="13958" y="372"/>
                </a:lnTo>
                <a:lnTo>
                  <a:pt x="14250" y="372"/>
                </a:lnTo>
                <a:lnTo>
                  <a:pt x="14483" y="372"/>
                </a:lnTo>
                <a:lnTo>
                  <a:pt x="14950" y="372"/>
                </a:lnTo>
                <a:lnTo>
                  <a:pt x="15242" y="212"/>
                </a:lnTo>
                <a:lnTo>
                  <a:pt x="15476" y="212"/>
                </a:lnTo>
                <a:lnTo>
                  <a:pt x="15768" y="212"/>
                </a:lnTo>
                <a:lnTo>
                  <a:pt x="15943" y="212"/>
                </a:lnTo>
                <a:lnTo>
                  <a:pt x="16177" y="212"/>
                </a:lnTo>
                <a:lnTo>
                  <a:pt x="16469" y="212"/>
                </a:lnTo>
                <a:lnTo>
                  <a:pt x="16761" y="212"/>
                </a:lnTo>
                <a:lnTo>
                  <a:pt x="17170" y="212"/>
                </a:lnTo>
                <a:lnTo>
                  <a:pt x="17462" y="212"/>
                </a:lnTo>
                <a:lnTo>
                  <a:pt x="17754" y="212"/>
                </a:lnTo>
                <a:lnTo>
                  <a:pt x="18046" y="212"/>
                </a:lnTo>
                <a:lnTo>
                  <a:pt x="18338" y="212"/>
                </a:lnTo>
                <a:lnTo>
                  <a:pt x="18746" y="212"/>
                </a:lnTo>
                <a:lnTo>
                  <a:pt x="19155" y="212"/>
                </a:lnTo>
                <a:lnTo>
                  <a:pt x="19447" y="212"/>
                </a:lnTo>
                <a:lnTo>
                  <a:pt x="19739" y="212"/>
                </a:lnTo>
                <a:lnTo>
                  <a:pt x="20031" y="212"/>
                </a:lnTo>
                <a:lnTo>
                  <a:pt x="20265" y="212"/>
                </a:lnTo>
                <a:lnTo>
                  <a:pt x="20557" y="212"/>
                </a:lnTo>
                <a:lnTo>
                  <a:pt x="20849" y="212"/>
                </a:lnTo>
                <a:lnTo>
                  <a:pt x="21024" y="212"/>
                </a:lnTo>
                <a:lnTo>
                  <a:pt x="21258" y="212"/>
                </a:lnTo>
                <a:lnTo>
                  <a:pt x="21550" y="212"/>
                </a:lnTo>
                <a:lnTo>
                  <a:pt x="21842" y="212"/>
                </a:lnTo>
                <a:lnTo>
                  <a:pt x="22134" y="212"/>
                </a:lnTo>
                <a:lnTo>
                  <a:pt x="22426" y="212"/>
                </a:lnTo>
                <a:lnTo>
                  <a:pt x="22718" y="106"/>
                </a:lnTo>
                <a:lnTo>
                  <a:pt x="22951" y="106"/>
                </a:lnTo>
                <a:lnTo>
                  <a:pt x="23419" y="106"/>
                </a:lnTo>
                <a:lnTo>
                  <a:pt x="23827" y="106"/>
                </a:lnTo>
                <a:lnTo>
                  <a:pt x="24119" y="106"/>
                </a:lnTo>
                <a:lnTo>
                  <a:pt x="24411" y="106"/>
                </a:lnTo>
                <a:lnTo>
                  <a:pt x="24645" y="106"/>
                </a:lnTo>
                <a:lnTo>
                  <a:pt x="24937" y="106"/>
                </a:lnTo>
                <a:lnTo>
                  <a:pt x="25346" y="106"/>
                </a:lnTo>
                <a:lnTo>
                  <a:pt x="25638" y="106"/>
                </a:lnTo>
                <a:lnTo>
                  <a:pt x="25930" y="106"/>
                </a:lnTo>
                <a:lnTo>
                  <a:pt x="26339" y="106"/>
                </a:lnTo>
                <a:lnTo>
                  <a:pt x="26631" y="106"/>
                </a:lnTo>
                <a:lnTo>
                  <a:pt x="26923" y="106"/>
                </a:lnTo>
                <a:lnTo>
                  <a:pt x="27215" y="106"/>
                </a:lnTo>
                <a:lnTo>
                  <a:pt x="27624" y="106"/>
                </a:lnTo>
                <a:lnTo>
                  <a:pt x="27916" y="106"/>
                </a:lnTo>
                <a:lnTo>
                  <a:pt x="28208" y="106"/>
                </a:lnTo>
                <a:lnTo>
                  <a:pt x="28500" y="106"/>
                </a:lnTo>
                <a:lnTo>
                  <a:pt x="28908" y="106"/>
                </a:lnTo>
                <a:lnTo>
                  <a:pt x="29200" y="106"/>
                </a:lnTo>
                <a:lnTo>
                  <a:pt x="29609" y="106"/>
                </a:lnTo>
                <a:lnTo>
                  <a:pt x="29901" y="106"/>
                </a:lnTo>
                <a:lnTo>
                  <a:pt x="30193" y="106"/>
                </a:lnTo>
                <a:lnTo>
                  <a:pt x="30427" y="106"/>
                </a:lnTo>
                <a:lnTo>
                  <a:pt x="30719" y="106"/>
                </a:lnTo>
                <a:lnTo>
                  <a:pt x="31011" y="106"/>
                </a:lnTo>
                <a:lnTo>
                  <a:pt x="31595" y="106"/>
                </a:lnTo>
                <a:lnTo>
                  <a:pt x="31828" y="106"/>
                </a:lnTo>
                <a:lnTo>
                  <a:pt x="32120" y="106"/>
                </a:lnTo>
                <a:lnTo>
                  <a:pt x="32412" y="106"/>
                </a:lnTo>
                <a:lnTo>
                  <a:pt x="32704" y="106"/>
                </a:lnTo>
                <a:lnTo>
                  <a:pt x="32996" y="106"/>
                </a:lnTo>
                <a:lnTo>
                  <a:pt x="33288" y="106"/>
                </a:lnTo>
                <a:lnTo>
                  <a:pt x="33522" y="106"/>
                </a:lnTo>
                <a:lnTo>
                  <a:pt x="33814" y="106"/>
                </a:lnTo>
                <a:lnTo>
                  <a:pt x="34106" y="106"/>
                </a:lnTo>
                <a:lnTo>
                  <a:pt x="34398" y="106"/>
                </a:lnTo>
                <a:lnTo>
                  <a:pt x="34690" y="106"/>
                </a:lnTo>
                <a:lnTo>
                  <a:pt x="34982" y="106"/>
                </a:lnTo>
                <a:lnTo>
                  <a:pt x="35216" y="106"/>
                </a:lnTo>
                <a:lnTo>
                  <a:pt x="35508" y="0"/>
                </a:lnTo>
                <a:lnTo>
                  <a:pt x="35975" y="0"/>
                </a:lnTo>
                <a:lnTo>
                  <a:pt x="36384" y="0"/>
                </a:lnTo>
                <a:lnTo>
                  <a:pt x="36676" y="0"/>
                </a:lnTo>
                <a:lnTo>
                  <a:pt x="36909" y="0"/>
                </a:lnTo>
                <a:lnTo>
                  <a:pt x="37201" y="0"/>
                </a:lnTo>
                <a:lnTo>
                  <a:pt x="37493" y="0"/>
                </a:lnTo>
                <a:lnTo>
                  <a:pt x="37902" y="0"/>
                </a:lnTo>
                <a:lnTo>
                  <a:pt x="38194" y="0"/>
                </a:lnTo>
                <a:lnTo>
                  <a:pt x="38486" y="0"/>
                </a:lnTo>
                <a:lnTo>
                  <a:pt x="38895" y="0"/>
                </a:lnTo>
                <a:lnTo>
                  <a:pt x="39187" y="0"/>
                </a:lnTo>
                <a:lnTo>
                  <a:pt x="39479" y="0"/>
                </a:lnTo>
                <a:lnTo>
                  <a:pt x="39771" y="0"/>
                </a:lnTo>
                <a:lnTo>
                  <a:pt x="40180" y="0"/>
                </a:lnTo>
                <a:lnTo>
                  <a:pt x="40472" y="0"/>
                </a:lnTo>
                <a:lnTo>
                  <a:pt x="40764" y="0"/>
                </a:lnTo>
                <a:lnTo>
                  <a:pt x="40998" y="0"/>
                </a:lnTo>
                <a:lnTo>
                  <a:pt x="41173" y="0"/>
                </a:lnTo>
                <a:lnTo>
                  <a:pt x="41465" y="0"/>
                </a:lnTo>
                <a:lnTo>
                  <a:pt x="41757" y="0"/>
                </a:lnTo>
                <a:lnTo>
                  <a:pt x="42166" y="0"/>
                </a:lnTo>
                <a:lnTo>
                  <a:pt x="42458" y="0"/>
                </a:lnTo>
                <a:lnTo>
                  <a:pt x="42691" y="0"/>
                </a:lnTo>
                <a:lnTo>
                  <a:pt x="42983" y="0"/>
                </a:lnTo>
                <a:lnTo>
                  <a:pt x="43275" y="0"/>
                </a:lnTo>
                <a:lnTo>
                  <a:pt x="43567" y="0"/>
                </a:lnTo>
                <a:lnTo>
                  <a:pt x="44151" y="0"/>
                </a:lnTo>
                <a:lnTo>
                  <a:pt x="44385" y="0"/>
                </a:lnTo>
                <a:lnTo>
                  <a:pt x="44677" y="0"/>
                </a:lnTo>
                <a:lnTo>
                  <a:pt x="44969" y="0"/>
                </a:lnTo>
                <a:lnTo>
                  <a:pt x="45261" y="0"/>
                </a:lnTo>
                <a:lnTo>
                  <a:pt x="45553" y="0"/>
                </a:lnTo>
                <a:lnTo>
                  <a:pt x="45845" y="0"/>
                </a:lnTo>
                <a:lnTo>
                  <a:pt x="46078" y="0"/>
                </a:lnTo>
                <a:lnTo>
                  <a:pt x="46370" y="0"/>
                </a:lnTo>
                <a:lnTo>
                  <a:pt x="46662" y="0"/>
                </a:lnTo>
                <a:lnTo>
                  <a:pt x="46954" y="0"/>
                </a:lnTo>
                <a:lnTo>
                  <a:pt x="47246" y="0"/>
                </a:lnTo>
                <a:lnTo>
                  <a:pt x="47538" y="0"/>
                </a:lnTo>
                <a:lnTo>
                  <a:pt x="47772" y="0"/>
                </a:lnTo>
                <a:lnTo>
                  <a:pt x="48064" y="0"/>
                </a:lnTo>
                <a:lnTo>
                  <a:pt x="48473" y="0"/>
                </a:lnTo>
                <a:lnTo>
                  <a:pt x="48648" y="0"/>
                </a:lnTo>
                <a:lnTo>
                  <a:pt x="48940" y="0"/>
                </a:lnTo>
                <a:lnTo>
                  <a:pt x="49174" y="0"/>
                </a:lnTo>
                <a:lnTo>
                  <a:pt x="49466" y="0"/>
                </a:lnTo>
                <a:lnTo>
                  <a:pt x="49758" y="0"/>
                </a:lnTo>
                <a:lnTo>
                  <a:pt x="50050" y="0"/>
                </a:lnTo>
                <a:lnTo>
                  <a:pt x="50459" y="0"/>
                </a:lnTo>
                <a:lnTo>
                  <a:pt x="50751" y="0"/>
                </a:lnTo>
                <a:lnTo>
                  <a:pt x="51043" y="0"/>
                </a:lnTo>
                <a:lnTo>
                  <a:pt x="51451" y="0"/>
                </a:lnTo>
                <a:lnTo>
                  <a:pt x="51743" y="0"/>
                </a:lnTo>
                <a:lnTo>
                  <a:pt x="52035" y="0"/>
                </a:lnTo>
                <a:lnTo>
                  <a:pt x="52327" y="0"/>
                </a:lnTo>
                <a:lnTo>
                  <a:pt x="52736" y="0"/>
                </a:lnTo>
                <a:lnTo>
                  <a:pt x="53028" y="0"/>
                </a:lnTo>
                <a:lnTo>
                  <a:pt x="53320" y="0"/>
                </a:lnTo>
                <a:lnTo>
                  <a:pt x="53554" y="0"/>
                </a:lnTo>
                <a:lnTo>
                  <a:pt x="53729" y="0"/>
                </a:lnTo>
                <a:lnTo>
                  <a:pt x="54021" y="0"/>
                </a:lnTo>
                <a:lnTo>
                  <a:pt x="54255" y="0"/>
                </a:lnTo>
                <a:lnTo>
                  <a:pt x="54722" y="0"/>
                </a:lnTo>
                <a:lnTo>
                  <a:pt x="54956" y="0"/>
                </a:lnTo>
                <a:lnTo>
                  <a:pt x="55248" y="0"/>
                </a:lnTo>
                <a:lnTo>
                  <a:pt x="55540" y="0"/>
                </a:lnTo>
                <a:lnTo>
                  <a:pt x="55832" y="0"/>
                </a:lnTo>
                <a:lnTo>
                  <a:pt x="56124" y="0"/>
                </a:lnTo>
                <a:lnTo>
                  <a:pt x="56649" y="0"/>
                </a:lnTo>
              </a:path>
            </a:pathLst>
          </a:custGeom>
          <a:ln w="77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6702069" y="2916504"/>
            <a:ext cx="56883" cy="265"/>
          </a:xfrm>
          <a:custGeom>
            <a:avLst/>
            <a:gdLst/>
            <a:ahLst/>
            <a:cxnLst/>
            <a:rect l="l" t="t" r="r" b="b"/>
            <a:pathLst>
              <a:path w="56883" h="265">
                <a:moveTo>
                  <a:pt x="0" y="265"/>
                </a:moveTo>
                <a:lnTo>
                  <a:pt x="292" y="265"/>
                </a:lnTo>
                <a:lnTo>
                  <a:pt x="584" y="265"/>
                </a:lnTo>
                <a:lnTo>
                  <a:pt x="876" y="265"/>
                </a:lnTo>
                <a:lnTo>
                  <a:pt x="1168" y="265"/>
                </a:lnTo>
                <a:lnTo>
                  <a:pt x="1460" y="265"/>
                </a:lnTo>
                <a:lnTo>
                  <a:pt x="1693" y="265"/>
                </a:lnTo>
                <a:lnTo>
                  <a:pt x="1985" y="265"/>
                </a:lnTo>
                <a:lnTo>
                  <a:pt x="2277" y="265"/>
                </a:lnTo>
                <a:lnTo>
                  <a:pt x="2569" y="265"/>
                </a:lnTo>
                <a:lnTo>
                  <a:pt x="2861" y="265"/>
                </a:lnTo>
                <a:lnTo>
                  <a:pt x="3153" y="265"/>
                </a:lnTo>
                <a:lnTo>
                  <a:pt x="3387" y="265"/>
                </a:lnTo>
                <a:lnTo>
                  <a:pt x="3679" y="265"/>
                </a:lnTo>
                <a:lnTo>
                  <a:pt x="3971" y="265"/>
                </a:lnTo>
                <a:lnTo>
                  <a:pt x="4380" y="265"/>
                </a:lnTo>
                <a:lnTo>
                  <a:pt x="4555" y="265"/>
                </a:lnTo>
                <a:lnTo>
                  <a:pt x="4847" y="265"/>
                </a:lnTo>
                <a:lnTo>
                  <a:pt x="5080" y="265"/>
                </a:lnTo>
                <a:lnTo>
                  <a:pt x="5372" y="265"/>
                </a:lnTo>
                <a:lnTo>
                  <a:pt x="5664" y="265"/>
                </a:lnTo>
                <a:lnTo>
                  <a:pt x="5956" y="265"/>
                </a:lnTo>
                <a:lnTo>
                  <a:pt x="6365" y="265"/>
                </a:lnTo>
                <a:lnTo>
                  <a:pt x="6657" y="265"/>
                </a:lnTo>
                <a:lnTo>
                  <a:pt x="6949" y="265"/>
                </a:lnTo>
                <a:lnTo>
                  <a:pt x="7358" y="265"/>
                </a:lnTo>
                <a:lnTo>
                  <a:pt x="7650" y="265"/>
                </a:lnTo>
                <a:lnTo>
                  <a:pt x="7942" y="265"/>
                </a:lnTo>
                <a:lnTo>
                  <a:pt x="8234" y="265"/>
                </a:lnTo>
                <a:lnTo>
                  <a:pt x="8643" y="265"/>
                </a:lnTo>
                <a:lnTo>
                  <a:pt x="8935" y="265"/>
                </a:lnTo>
                <a:lnTo>
                  <a:pt x="9169" y="265"/>
                </a:lnTo>
                <a:lnTo>
                  <a:pt x="9461" y="265"/>
                </a:lnTo>
                <a:lnTo>
                  <a:pt x="9636" y="265"/>
                </a:lnTo>
                <a:lnTo>
                  <a:pt x="9869" y="265"/>
                </a:lnTo>
                <a:lnTo>
                  <a:pt x="10161" y="265"/>
                </a:lnTo>
                <a:lnTo>
                  <a:pt x="10629" y="265"/>
                </a:lnTo>
                <a:lnTo>
                  <a:pt x="10862" y="265"/>
                </a:lnTo>
                <a:lnTo>
                  <a:pt x="11154" y="265"/>
                </a:lnTo>
                <a:lnTo>
                  <a:pt x="11446" y="265"/>
                </a:lnTo>
                <a:lnTo>
                  <a:pt x="11738" y="265"/>
                </a:lnTo>
                <a:lnTo>
                  <a:pt x="12030" y="265"/>
                </a:lnTo>
                <a:lnTo>
                  <a:pt x="12556" y="265"/>
                </a:lnTo>
                <a:lnTo>
                  <a:pt x="12848" y="265"/>
                </a:lnTo>
                <a:lnTo>
                  <a:pt x="13140" y="265"/>
                </a:lnTo>
                <a:lnTo>
                  <a:pt x="13432" y="265"/>
                </a:lnTo>
                <a:lnTo>
                  <a:pt x="13724" y="265"/>
                </a:lnTo>
                <a:lnTo>
                  <a:pt x="14016" y="265"/>
                </a:lnTo>
                <a:lnTo>
                  <a:pt x="14250" y="265"/>
                </a:lnTo>
                <a:lnTo>
                  <a:pt x="14542" y="265"/>
                </a:lnTo>
                <a:lnTo>
                  <a:pt x="14834" y="265"/>
                </a:lnTo>
                <a:lnTo>
                  <a:pt x="15126" y="265"/>
                </a:lnTo>
                <a:lnTo>
                  <a:pt x="15418" y="265"/>
                </a:lnTo>
                <a:lnTo>
                  <a:pt x="15710" y="265"/>
                </a:lnTo>
                <a:lnTo>
                  <a:pt x="15943" y="265"/>
                </a:lnTo>
                <a:lnTo>
                  <a:pt x="16235" y="265"/>
                </a:lnTo>
                <a:lnTo>
                  <a:pt x="16527" y="265"/>
                </a:lnTo>
                <a:lnTo>
                  <a:pt x="16936" y="265"/>
                </a:lnTo>
                <a:lnTo>
                  <a:pt x="17228" y="265"/>
                </a:lnTo>
                <a:lnTo>
                  <a:pt x="17637" y="265"/>
                </a:lnTo>
                <a:lnTo>
                  <a:pt x="17929" y="265"/>
                </a:lnTo>
                <a:lnTo>
                  <a:pt x="18221" y="265"/>
                </a:lnTo>
                <a:lnTo>
                  <a:pt x="18513" y="265"/>
                </a:lnTo>
                <a:lnTo>
                  <a:pt x="18922" y="265"/>
                </a:lnTo>
                <a:lnTo>
                  <a:pt x="19214" y="265"/>
                </a:lnTo>
                <a:lnTo>
                  <a:pt x="19506" y="265"/>
                </a:lnTo>
                <a:lnTo>
                  <a:pt x="19914" y="265"/>
                </a:lnTo>
                <a:lnTo>
                  <a:pt x="20206" y="265"/>
                </a:lnTo>
                <a:lnTo>
                  <a:pt x="20499" y="265"/>
                </a:lnTo>
                <a:lnTo>
                  <a:pt x="20732" y="265"/>
                </a:lnTo>
                <a:lnTo>
                  <a:pt x="21199" y="265"/>
                </a:lnTo>
                <a:lnTo>
                  <a:pt x="21491" y="265"/>
                </a:lnTo>
                <a:lnTo>
                  <a:pt x="21725" y="265"/>
                </a:lnTo>
                <a:lnTo>
                  <a:pt x="22017" y="265"/>
                </a:lnTo>
                <a:lnTo>
                  <a:pt x="22192" y="265"/>
                </a:lnTo>
                <a:lnTo>
                  <a:pt x="22426" y="265"/>
                </a:lnTo>
                <a:lnTo>
                  <a:pt x="22718" y="265"/>
                </a:lnTo>
                <a:lnTo>
                  <a:pt x="23127" y="265"/>
                </a:lnTo>
                <a:lnTo>
                  <a:pt x="23419" y="265"/>
                </a:lnTo>
                <a:lnTo>
                  <a:pt x="23711" y="265"/>
                </a:lnTo>
                <a:lnTo>
                  <a:pt x="24003" y="265"/>
                </a:lnTo>
                <a:lnTo>
                  <a:pt x="24295" y="265"/>
                </a:lnTo>
                <a:lnTo>
                  <a:pt x="24587" y="265"/>
                </a:lnTo>
                <a:lnTo>
                  <a:pt x="25112" y="265"/>
                </a:lnTo>
                <a:lnTo>
                  <a:pt x="25404" y="265"/>
                </a:lnTo>
                <a:lnTo>
                  <a:pt x="25696" y="265"/>
                </a:lnTo>
                <a:lnTo>
                  <a:pt x="25988" y="265"/>
                </a:lnTo>
                <a:lnTo>
                  <a:pt x="26280" y="265"/>
                </a:lnTo>
                <a:lnTo>
                  <a:pt x="26514" y="265"/>
                </a:lnTo>
                <a:lnTo>
                  <a:pt x="26806" y="265"/>
                </a:lnTo>
                <a:lnTo>
                  <a:pt x="27098" y="265"/>
                </a:lnTo>
                <a:lnTo>
                  <a:pt x="27390" y="265"/>
                </a:lnTo>
                <a:lnTo>
                  <a:pt x="27682" y="265"/>
                </a:lnTo>
                <a:lnTo>
                  <a:pt x="27974" y="265"/>
                </a:lnTo>
                <a:lnTo>
                  <a:pt x="28208" y="265"/>
                </a:lnTo>
                <a:lnTo>
                  <a:pt x="28500" y="265"/>
                </a:lnTo>
                <a:lnTo>
                  <a:pt x="28792" y="265"/>
                </a:lnTo>
                <a:lnTo>
                  <a:pt x="29084" y="265"/>
                </a:lnTo>
                <a:lnTo>
                  <a:pt x="29492" y="265"/>
                </a:lnTo>
                <a:lnTo>
                  <a:pt x="29784" y="265"/>
                </a:lnTo>
                <a:lnTo>
                  <a:pt x="30193" y="265"/>
                </a:lnTo>
                <a:lnTo>
                  <a:pt x="30485" y="265"/>
                </a:lnTo>
                <a:lnTo>
                  <a:pt x="30777" y="265"/>
                </a:lnTo>
                <a:lnTo>
                  <a:pt x="31069" y="265"/>
                </a:lnTo>
                <a:lnTo>
                  <a:pt x="31478" y="265"/>
                </a:lnTo>
                <a:lnTo>
                  <a:pt x="31770" y="265"/>
                </a:lnTo>
                <a:lnTo>
                  <a:pt x="32062" y="265"/>
                </a:lnTo>
                <a:lnTo>
                  <a:pt x="32296" y="265"/>
                </a:lnTo>
                <a:lnTo>
                  <a:pt x="32471" y="265"/>
                </a:lnTo>
                <a:lnTo>
                  <a:pt x="32763" y="265"/>
                </a:lnTo>
                <a:lnTo>
                  <a:pt x="33055" y="265"/>
                </a:lnTo>
                <a:lnTo>
                  <a:pt x="33288" y="265"/>
                </a:lnTo>
                <a:lnTo>
                  <a:pt x="33756" y="265"/>
                </a:lnTo>
                <a:lnTo>
                  <a:pt x="33989" y="265"/>
                </a:lnTo>
                <a:lnTo>
                  <a:pt x="34281" y="265"/>
                </a:lnTo>
                <a:lnTo>
                  <a:pt x="34573" y="265"/>
                </a:lnTo>
                <a:lnTo>
                  <a:pt x="34865" y="265"/>
                </a:lnTo>
                <a:lnTo>
                  <a:pt x="35274" y="265"/>
                </a:lnTo>
                <a:lnTo>
                  <a:pt x="35683" y="265"/>
                </a:lnTo>
                <a:lnTo>
                  <a:pt x="35975" y="106"/>
                </a:lnTo>
                <a:lnTo>
                  <a:pt x="36267" y="106"/>
                </a:lnTo>
                <a:lnTo>
                  <a:pt x="36559" y="106"/>
                </a:lnTo>
                <a:lnTo>
                  <a:pt x="36851" y="106"/>
                </a:lnTo>
                <a:lnTo>
                  <a:pt x="37143" y="106"/>
                </a:lnTo>
                <a:lnTo>
                  <a:pt x="37669" y="106"/>
                </a:lnTo>
                <a:lnTo>
                  <a:pt x="37961" y="106"/>
                </a:lnTo>
                <a:lnTo>
                  <a:pt x="38253" y="106"/>
                </a:lnTo>
                <a:lnTo>
                  <a:pt x="38545" y="106"/>
                </a:lnTo>
                <a:lnTo>
                  <a:pt x="38837" y="106"/>
                </a:lnTo>
                <a:lnTo>
                  <a:pt x="39070" y="106"/>
                </a:lnTo>
                <a:lnTo>
                  <a:pt x="39362" y="106"/>
                </a:lnTo>
                <a:lnTo>
                  <a:pt x="39654" y="106"/>
                </a:lnTo>
                <a:lnTo>
                  <a:pt x="39946" y="106"/>
                </a:lnTo>
                <a:lnTo>
                  <a:pt x="40238" y="106"/>
                </a:lnTo>
                <a:lnTo>
                  <a:pt x="40472" y="106"/>
                </a:lnTo>
                <a:lnTo>
                  <a:pt x="40764" y="106"/>
                </a:lnTo>
                <a:lnTo>
                  <a:pt x="41056" y="106"/>
                </a:lnTo>
                <a:lnTo>
                  <a:pt x="41348" y="106"/>
                </a:lnTo>
                <a:lnTo>
                  <a:pt x="41640" y="106"/>
                </a:lnTo>
                <a:lnTo>
                  <a:pt x="42049" y="106"/>
                </a:lnTo>
                <a:lnTo>
                  <a:pt x="42341" y="106"/>
                </a:lnTo>
                <a:lnTo>
                  <a:pt x="42750" y="106"/>
                </a:lnTo>
                <a:lnTo>
                  <a:pt x="43042" y="106"/>
                </a:lnTo>
                <a:lnTo>
                  <a:pt x="43334" y="106"/>
                </a:lnTo>
                <a:lnTo>
                  <a:pt x="43626" y="106"/>
                </a:lnTo>
                <a:lnTo>
                  <a:pt x="44034" y="106"/>
                </a:lnTo>
                <a:lnTo>
                  <a:pt x="44326" y="106"/>
                </a:lnTo>
                <a:lnTo>
                  <a:pt x="44618" y="106"/>
                </a:lnTo>
                <a:lnTo>
                  <a:pt x="44852" y="106"/>
                </a:lnTo>
                <a:lnTo>
                  <a:pt x="45027" y="106"/>
                </a:lnTo>
                <a:lnTo>
                  <a:pt x="45319" y="106"/>
                </a:lnTo>
                <a:lnTo>
                  <a:pt x="45553" y="106"/>
                </a:lnTo>
                <a:lnTo>
                  <a:pt x="45845" y="106"/>
                </a:lnTo>
                <a:lnTo>
                  <a:pt x="46254" y="106"/>
                </a:lnTo>
                <a:lnTo>
                  <a:pt x="46546" y="106"/>
                </a:lnTo>
                <a:lnTo>
                  <a:pt x="46838" y="106"/>
                </a:lnTo>
                <a:lnTo>
                  <a:pt x="47130" y="106"/>
                </a:lnTo>
                <a:lnTo>
                  <a:pt x="47422" y="106"/>
                </a:lnTo>
                <a:lnTo>
                  <a:pt x="47831" y="106"/>
                </a:lnTo>
                <a:lnTo>
                  <a:pt x="48239" y="106"/>
                </a:lnTo>
                <a:lnTo>
                  <a:pt x="48531" y="106"/>
                </a:lnTo>
                <a:lnTo>
                  <a:pt x="48823" y="0"/>
                </a:lnTo>
                <a:lnTo>
                  <a:pt x="49115" y="0"/>
                </a:lnTo>
                <a:lnTo>
                  <a:pt x="49407" y="0"/>
                </a:lnTo>
                <a:lnTo>
                  <a:pt x="49641" y="0"/>
                </a:lnTo>
                <a:lnTo>
                  <a:pt x="49933" y="0"/>
                </a:lnTo>
                <a:lnTo>
                  <a:pt x="50225" y="0"/>
                </a:lnTo>
                <a:lnTo>
                  <a:pt x="50517" y="0"/>
                </a:lnTo>
                <a:lnTo>
                  <a:pt x="50809" y="0"/>
                </a:lnTo>
                <a:lnTo>
                  <a:pt x="51101" y="0"/>
                </a:lnTo>
                <a:lnTo>
                  <a:pt x="51335" y="0"/>
                </a:lnTo>
                <a:lnTo>
                  <a:pt x="51627" y="0"/>
                </a:lnTo>
                <a:lnTo>
                  <a:pt x="51919" y="0"/>
                </a:lnTo>
                <a:lnTo>
                  <a:pt x="52211" y="0"/>
                </a:lnTo>
                <a:lnTo>
                  <a:pt x="52503" y="0"/>
                </a:lnTo>
                <a:lnTo>
                  <a:pt x="52795" y="0"/>
                </a:lnTo>
                <a:lnTo>
                  <a:pt x="53028" y="0"/>
                </a:lnTo>
                <a:lnTo>
                  <a:pt x="53320" y="0"/>
                </a:lnTo>
                <a:lnTo>
                  <a:pt x="53612" y="0"/>
                </a:lnTo>
                <a:lnTo>
                  <a:pt x="53904" y="0"/>
                </a:lnTo>
                <a:lnTo>
                  <a:pt x="54196" y="0"/>
                </a:lnTo>
                <a:lnTo>
                  <a:pt x="54605" y="0"/>
                </a:lnTo>
                <a:lnTo>
                  <a:pt x="54897" y="0"/>
                </a:lnTo>
                <a:lnTo>
                  <a:pt x="55306" y="0"/>
                </a:lnTo>
                <a:lnTo>
                  <a:pt x="55598" y="0"/>
                </a:lnTo>
                <a:lnTo>
                  <a:pt x="55890" y="0"/>
                </a:lnTo>
                <a:lnTo>
                  <a:pt x="56182" y="0"/>
                </a:lnTo>
                <a:lnTo>
                  <a:pt x="56416" y="0"/>
                </a:lnTo>
                <a:lnTo>
                  <a:pt x="56883" y="0"/>
                </a:lnTo>
              </a:path>
            </a:pathLst>
          </a:custGeom>
          <a:ln w="770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6758952" y="2913792"/>
            <a:ext cx="56649" cy="2711"/>
          </a:xfrm>
          <a:custGeom>
            <a:avLst/>
            <a:gdLst/>
            <a:ahLst/>
            <a:cxnLst/>
            <a:rect l="l" t="t" r="r" b="b"/>
            <a:pathLst>
              <a:path w="56649" h="2711">
                <a:moveTo>
                  <a:pt x="0" y="2711"/>
                </a:moveTo>
                <a:lnTo>
                  <a:pt x="233" y="2711"/>
                </a:lnTo>
                <a:lnTo>
                  <a:pt x="525" y="2711"/>
                </a:lnTo>
                <a:lnTo>
                  <a:pt x="700" y="2711"/>
                </a:lnTo>
                <a:lnTo>
                  <a:pt x="992" y="2711"/>
                </a:lnTo>
                <a:lnTo>
                  <a:pt x="1226" y="2711"/>
                </a:lnTo>
                <a:lnTo>
                  <a:pt x="1518" y="2711"/>
                </a:lnTo>
                <a:lnTo>
                  <a:pt x="1927" y="2711"/>
                </a:lnTo>
                <a:lnTo>
                  <a:pt x="2219" y="2711"/>
                </a:lnTo>
                <a:lnTo>
                  <a:pt x="2511" y="2711"/>
                </a:lnTo>
                <a:lnTo>
                  <a:pt x="2803" y="2711"/>
                </a:lnTo>
                <a:lnTo>
                  <a:pt x="3095" y="2711"/>
                </a:lnTo>
                <a:lnTo>
                  <a:pt x="3504" y="2711"/>
                </a:lnTo>
                <a:lnTo>
                  <a:pt x="3912" y="2711"/>
                </a:lnTo>
                <a:lnTo>
                  <a:pt x="4204" y="2711"/>
                </a:lnTo>
                <a:lnTo>
                  <a:pt x="4496" y="2711"/>
                </a:lnTo>
                <a:lnTo>
                  <a:pt x="4788" y="2711"/>
                </a:lnTo>
                <a:lnTo>
                  <a:pt x="5080" y="2711"/>
                </a:lnTo>
                <a:lnTo>
                  <a:pt x="5314" y="2552"/>
                </a:lnTo>
                <a:lnTo>
                  <a:pt x="5606" y="2552"/>
                </a:lnTo>
                <a:lnTo>
                  <a:pt x="5781" y="2552"/>
                </a:lnTo>
                <a:lnTo>
                  <a:pt x="6190" y="2552"/>
                </a:lnTo>
                <a:lnTo>
                  <a:pt x="6482" y="2552"/>
                </a:lnTo>
                <a:lnTo>
                  <a:pt x="6774" y="2552"/>
                </a:lnTo>
                <a:lnTo>
                  <a:pt x="7008" y="2552"/>
                </a:lnTo>
                <a:lnTo>
                  <a:pt x="7300" y="2552"/>
                </a:lnTo>
                <a:lnTo>
                  <a:pt x="7592" y="2552"/>
                </a:lnTo>
                <a:lnTo>
                  <a:pt x="7884" y="2552"/>
                </a:lnTo>
                <a:lnTo>
                  <a:pt x="8176" y="2552"/>
                </a:lnTo>
                <a:lnTo>
                  <a:pt x="8409" y="2552"/>
                </a:lnTo>
                <a:lnTo>
                  <a:pt x="8701" y="2552"/>
                </a:lnTo>
                <a:lnTo>
                  <a:pt x="8993" y="2552"/>
                </a:lnTo>
                <a:lnTo>
                  <a:pt x="9285" y="2552"/>
                </a:lnTo>
                <a:lnTo>
                  <a:pt x="9577" y="2552"/>
                </a:lnTo>
                <a:lnTo>
                  <a:pt x="9869" y="2552"/>
                </a:lnTo>
                <a:lnTo>
                  <a:pt x="10278" y="2445"/>
                </a:lnTo>
                <a:lnTo>
                  <a:pt x="10570" y="2445"/>
                </a:lnTo>
                <a:lnTo>
                  <a:pt x="10979" y="2445"/>
                </a:lnTo>
                <a:lnTo>
                  <a:pt x="11271" y="2445"/>
                </a:lnTo>
                <a:lnTo>
                  <a:pt x="11563" y="2445"/>
                </a:lnTo>
                <a:lnTo>
                  <a:pt x="11797" y="2445"/>
                </a:lnTo>
                <a:lnTo>
                  <a:pt x="12089" y="2445"/>
                </a:lnTo>
                <a:lnTo>
                  <a:pt x="12556" y="2445"/>
                </a:lnTo>
                <a:lnTo>
                  <a:pt x="12789" y="2445"/>
                </a:lnTo>
                <a:lnTo>
                  <a:pt x="13081" y="2445"/>
                </a:lnTo>
                <a:lnTo>
                  <a:pt x="13257" y="2445"/>
                </a:lnTo>
                <a:lnTo>
                  <a:pt x="13490" y="2445"/>
                </a:lnTo>
                <a:lnTo>
                  <a:pt x="13782" y="2445"/>
                </a:lnTo>
                <a:lnTo>
                  <a:pt x="14074" y="2445"/>
                </a:lnTo>
                <a:lnTo>
                  <a:pt x="14483" y="2286"/>
                </a:lnTo>
                <a:lnTo>
                  <a:pt x="14775" y="2286"/>
                </a:lnTo>
                <a:lnTo>
                  <a:pt x="15067" y="2286"/>
                </a:lnTo>
                <a:lnTo>
                  <a:pt x="15359" y="2286"/>
                </a:lnTo>
                <a:lnTo>
                  <a:pt x="15651" y="2286"/>
                </a:lnTo>
                <a:lnTo>
                  <a:pt x="16060" y="2286"/>
                </a:lnTo>
                <a:lnTo>
                  <a:pt x="16469" y="2286"/>
                </a:lnTo>
                <a:lnTo>
                  <a:pt x="16761" y="2286"/>
                </a:lnTo>
                <a:lnTo>
                  <a:pt x="17053" y="2286"/>
                </a:lnTo>
                <a:lnTo>
                  <a:pt x="17345" y="2286"/>
                </a:lnTo>
                <a:lnTo>
                  <a:pt x="17578" y="2286"/>
                </a:lnTo>
                <a:lnTo>
                  <a:pt x="17870" y="2286"/>
                </a:lnTo>
                <a:lnTo>
                  <a:pt x="18162" y="2179"/>
                </a:lnTo>
                <a:lnTo>
                  <a:pt x="18338" y="2179"/>
                </a:lnTo>
                <a:lnTo>
                  <a:pt x="18746" y="2179"/>
                </a:lnTo>
                <a:lnTo>
                  <a:pt x="19038" y="2179"/>
                </a:lnTo>
                <a:lnTo>
                  <a:pt x="19272" y="2179"/>
                </a:lnTo>
                <a:lnTo>
                  <a:pt x="19564" y="2179"/>
                </a:lnTo>
                <a:lnTo>
                  <a:pt x="19856" y="2179"/>
                </a:lnTo>
                <a:lnTo>
                  <a:pt x="20148" y="2179"/>
                </a:lnTo>
                <a:lnTo>
                  <a:pt x="20440" y="2179"/>
                </a:lnTo>
                <a:lnTo>
                  <a:pt x="20732" y="2179"/>
                </a:lnTo>
                <a:lnTo>
                  <a:pt x="20966" y="2179"/>
                </a:lnTo>
                <a:lnTo>
                  <a:pt x="21258" y="2073"/>
                </a:lnTo>
                <a:lnTo>
                  <a:pt x="21550" y="2073"/>
                </a:lnTo>
                <a:lnTo>
                  <a:pt x="21842" y="2073"/>
                </a:lnTo>
                <a:lnTo>
                  <a:pt x="22134" y="2073"/>
                </a:lnTo>
                <a:lnTo>
                  <a:pt x="22426" y="2073"/>
                </a:lnTo>
                <a:lnTo>
                  <a:pt x="22835" y="2073"/>
                </a:lnTo>
                <a:lnTo>
                  <a:pt x="23127" y="2073"/>
                </a:lnTo>
                <a:lnTo>
                  <a:pt x="23535" y="2073"/>
                </a:lnTo>
                <a:lnTo>
                  <a:pt x="23827" y="2073"/>
                </a:lnTo>
                <a:lnTo>
                  <a:pt x="24119" y="2073"/>
                </a:lnTo>
                <a:lnTo>
                  <a:pt x="24353" y="1914"/>
                </a:lnTo>
                <a:lnTo>
                  <a:pt x="24645" y="1914"/>
                </a:lnTo>
                <a:lnTo>
                  <a:pt x="25054" y="1914"/>
                </a:lnTo>
                <a:lnTo>
                  <a:pt x="25346" y="1914"/>
                </a:lnTo>
                <a:lnTo>
                  <a:pt x="25638" y="1914"/>
                </a:lnTo>
                <a:lnTo>
                  <a:pt x="26047" y="1914"/>
                </a:lnTo>
                <a:lnTo>
                  <a:pt x="26339" y="1914"/>
                </a:lnTo>
                <a:lnTo>
                  <a:pt x="26631" y="1914"/>
                </a:lnTo>
                <a:lnTo>
                  <a:pt x="27039" y="1914"/>
                </a:lnTo>
                <a:lnTo>
                  <a:pt x="27332" y="1807"/>
                </a:lnTo>
                <a:lnTo>
                  <a:pt x="27624" y="1807"/>
                </a:lnTo>
                <a:lnTo>
                  <a:pt x="27916" y="1807"/>
                </a:lnTo>
                <a:lnTo>
                  <a:pt x="28208" y="1807"/>
                </a:lnTo>
                <a:lnTo>
                  <a:pt x="28616" y="1807"/>
                </a:lnTo>
                <a:lnTo>
                  <a:pt x="29025" y="1807"/>
                </a:lnTo>
                <a:lnTo>
                  <a:pt x="29317" y="1807"/>
                </a:lnTo>
                <a:lnTo>
                  <a:pt x="29609" y="1807"/>
                </a:lnTo>
                <a:lnTo>
                  <a:pt x="29901" y="1648"/>
                </a:lnTo>
                <a:lnTo>
                  <a:pt x="30135" y="1648"/>
                </a:lnTo>
                <a:lnTo>
                  <a:pt x="30427" y="1648"/>
                </a:lnTo>
                <a:lnTo>
                  <a:pt x="30719" y="1648"/>
                </a:lnTo>
                <a:lnTo>
                  <a:pt x="31303" y="1648"/>
                </a:lnTo>
                <a:lnTo>
                  <a:pt x="31536" y="1648"/>
                </a:lnTo>
                <a:lnTo>
                  <a:pt x="31828" y="1648"/>
                </a:lnTo>
                <a:lnTo>
                  <a:pt x="32120" y="1541"/>
                </a:lnTo>
                <a:lnTo>
                  <a:pt x="32412" y="1541"/>
                </a:lnTo>
                <a:lnTo>
                  <a:pt x="32704" y="1541"/>
                </a:lnTo>
                <a:lnTo>
                  <a:pt x="32996" y="1541"/>
                </a:lnTo>
                <a:lnTo>
                  <a:pt x="33230" y="1541"/>
                </a:lnTo>
                <a:lnTo>
                  <a:pt x="33522" y="1541"/>
                </a:lnTo>
                <a:lnTo>
                  <a:pt x="33814" y="1541"/>
                </a:lnTo>
                <a:lnTo>
                  <a:pt x="34106" y="1541"/>
                </a:lnTo>
                <a:lnTo>
                  <a:pt x="34398" y="1435"/>
                </a:lnTo>
                <a:lnTo>
                  <a:pt x="34690" y="1435"/>
                </a:lnTo>
                <a:lnTo>
                  <a:pt x="34924" y="1435"/>
                </a:lnTo>
                <a:lnTo>
                  <a:pt x="35391" y="1435"/>
                </a:lnTo>
                <a:lnTo>
                  <a:pt x="35683" y="1435"/>
                </a:lnTo>
                <a:lnTo>
                  <a:pt x="36092" y="1435"/>
                </a:lnTo>
                <a:lnTo>
                  <a:pt x="36384" y="1435"/>
                </a:lnTo>
                <a:lnTo>
                  <a:pt x="36617" y="1276"/>
                </a:lnTo>
                <a:lnTo>
                  <a:pt x="36909" y="1276"/>
                </a:lnTo>
                <a:lnTo>
                  <a:pt x="37201" y="1276"/>
                </a:lnTo>
                <a:lnTo>
                  <a:pt x="37610" y="1276"/>
                </a:lnTo>
                <a:lnTo>
                  <a:pt x="37902" y="1276"/>
                </a:lnTo>
                <a:lnTo>
                  <a:pt x="38194" y="1276"/>
                </a:lnTo>
                <a:lnTo>
                  <a:pt x="38603" y="1169"/>
                </a:lnTo>
                <a:lnTo>
                  <a:pt x="38895" y="1169"/>
                </a:lnTo>
                <a:lnTo>
                  <a:pt x="39187" y="1169"/>
                </a:lnTo>
                <a:lnTo>
                  <a:pt x="39596" y="1169"/>
                </a:lnTo>
                <a:lnTo>
                  <a:pt x="39888" y="1169"/>
                </a:lnTo>
                <a:lnTo>
                  <a:pt x="40180" y="1169"/>
                </a:lnTo>
                <a:lnTo>
                  <a:pt x="40472" y="1169"/>
                </a:lnTo>
                <a:lnTo>
                  <a:pt x="40705" y="1010"/>
                </a:lnTo>
                <a:lnTo>
                  <a:pt x="40881" y="1010"/>
                </a:lnTo>
                <a:lnTo>
                  <a:pt x="41173" y="1010"/>
                </a:lnTo>
                <a:lnTo>
                  <a:pt x="41582" y="1010"/>
                </a:lnTo>
                <a:lnTo>
                  <a:pt x="41874" y="1010"/>
                </a:lnTo>
                <a:lnTo>
                  <a:pt x="42166" y="1010"/>
                </a:lnTo>
                <a:lnTo>
                  <a:pt x="42399" y="1010"/>
                </a:lnTo>
                <a:lnTo>
                  <a:pt x="42691" y="903"/>
                </a:lnTo>
                <a:lnTo>
                  <a:pt x="42983" y="903"/>
                </a:lnTo>
                <a:lnTo>
                  <a:pt x="43275" y="903"/>
                </a:lnTo>
                <a:lnTo>
                  <a:pt x="43859" y="903"/>
                </a:lnTo>
                <a:lnTo>
                  <a:pt x="44093" y="903"/>
                </a:lnTo>
                <a:lnTo>
                  <a:pt x="44385" y="903"/>
                </a:lnTo>
                <a:lnTo>
                  <a:pt x="44677" y="744"/>
                </a:lnTo>
                <a:lnTo>
                  <a:pt x="44969" y="744"/>
                </a:lnTo>
                <a:lnTo>
                  <a:pt x="45261" y="744"/>
                </a:lnTo>
                <a:lnTo>
                  <a:pt x="45553" y="744"/>
                </a:lnTo>
                <a:lnTo>
                  <a:pt x="45786" y="744"/>
                </a:lnTo>
                <a:lnTo>
                  <a:pt x="46078" y="744"/>
                </a:lnTo>
                <a:lnTo>
                  <a:pt x="46370" y="638"/>
                </a:lnTo>
                <a:lnTo>
                  <a:pt x="46662" y="638"/>
                </a:lnTo>
                <a:lnTo>
                  <a:pt x="46954" y="638"/>
                </a:lnTo>
                <a:lnTo>
                  <a:pt x="47246" y="638"/>
                </a:lnTo>
                <a:lnTo>
                  <a:pt x="47480" y="638"/>
                </a:lnTo>
                <a:lnTo>
                  <a:pt x="47947" y="638"/>
                </a:lnTo>
                <a:lnTo>
                  <a:pt x="48181" y="531"/>
                </a:lnTo>
                <a:lnTo>
                  <a:pt x="48356" y="531"/>
                </a:lnTo>
                <a:lnTo>
                  <a:pt x="48648" y="531"/>
                </a:lnTo>
                <a:lnTo>
                  <a:pt x="48940" y="531"/>
                </a:lnTo>
                <a:lnTo>
                  <a:pt x="49174" y="531"/>
                </a:lnTo>
                <a:lnTo>
                  <a:pt x="49466" y="531"/>
                </a:lnTo>
                <a:lnTo>
                  <a:pt x="49758" y="372"/>
                </a:lnTo>
                <a:lnTo>
                  <a:pt x="50167" y="372"/>
                </a:lnTo>
                <a:lnTo>
                  <a:pt x="50459" y="372"/>
                </a:lnTo>
                <a:lnTo>
                  <a:pt x="50751" y="372"/>
                </a:lnTo>
                <a:lnTo>
                  <a:pt x="51159" y="372"/>
                </a:lnTo>
                <a:lnTo>
                  <a:pt x="51451" y="372"/>
                </a:lnTo>
                <a:lnTo>
                  <a:pt x="51743" y="372"/>
                </a:lnTo>
                <a:lnTo>
                  <a:pt x="52152" y="372"/>
                </a:lnTo>
                <a:lnTo>
                  <a:pt x="52444" y="372"/>
                </a:lnTo>
                <a:lnTo>
                  <a:pt x="52736" y="372"/>
                </a:lnTo>
                <a:lnTo>
                  <a:pt x="53028" y="265"/>
                </a:lnTo>
                <a:lnTo>
                  <a:pt x="53262" y="265"/>
                </a:lnTo>
                <a:lnTo>
                  <a:pt x="53437" y="265"/>
                </a:lnTo>
                <a:lnTo>
                  <a:pt x="53729" y="265"/>
                </a:lnTo>
                <a:lnTo>
                  <a:pt x="54138" y="265"/>
                </a:lnTo>
                <a:lnTo>
                  <a:pt x="54430" y="106"/>
                </a:lnTo>
                <a:lnTo>
                  <a:pt x="54722" y="106"/>
                </a:lnTo>
                <a:lnTo>
                  <a:pt x="54956" y="106"/>
                </a:lnTo>
                <a:lnTo>
                  <a:pt x="55248" y="106"/>
                </a:lnTo>
                <a:lnTo>
                  <a:pt x="55540" y="106"/>
                </a:lnTo>
                <a:lnTo>
                  <a:pt x="55832" y="0"/>
                </a:lnTo>
                <a:lnTo>
                  <a:pt x="56357" y="0"/>
                </a:lnTo>
                <a:lnTo>
                  <a:pt x="56649" y="0"/>
                </a:lnTo>
              </a:path>
            </a:pathLst>
          </a:custGeom>
          <a:ln w="770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6815602" y="2905976"/>
            <a:ext cx="56824" cy="7815"/>
          </a:xfrm>
          <a:custGeom>
            <a:avLst/>
            <a:gdLst/>
            <a:ahLst/>
            <a:cxnLst/>
            <a:rect l="l" t="t" r="r" b="b"/>
            <a:pathLst>
              <a:path w="56824" h="7815">
                <a:moveTo>
                  <a:pt x="0" y="7815"/>
                </a:moveTo>
                <a:lnTo>
                  <a:pt x="292" y="7815"/>
                </a:lnTo>
                <a:lnTo>
                  <a:pt x="584" y="7709"/>
                </a:lnTo>
                <a:lnTo>
                  <a:pt x="876" y="7709"/>
                </a:lnTo>
                <a:lnTo>
                  <a:pt x="1168" y="7709"/>
                </a:lnTo>
                <a:lnTo>
                  <a:pt x="1401" y="7709"/>
                </a:lnTo>
                <a:lnTo>
                  <a:pt x="1868" y="7709"/>
                </a:lnTo>
                <a:lnTo>
                  <a:pt x="1985" y="7549"/>
                </a:lnTo>
                <a:lnTo>
                  <a:pt x="2277" y="7549"/>
                </a:lnTo>
                <a:lnTo>
                  <a:pt x="2569" y="7549"/>
                </a:lnTo>
                <a:lnTo>
                  <a:pt x="2861" y="7549"/>
                </a:lnTo>
                <a:lnTo>
                  <a:pt x="3095" y="7549"/>
                </a:lnTo>
                <a:lnTo>
                  <a:pt x="3387" y="7443"/>
                </a:lnTo>
                <a:lnTo>
                  <a:pt x="3854" y="7443"/>
                </a:lnTo>
                <a:lnTo>
                  <a:pt x="4088" y="7443"/>
                </a:lnTo>
                <a:lnTo>
                  <a:pt x="4380" y="7443"/>
                </a:lnTo>
                <a:lnTo>
                  <a:pt x="4555" y="7284"/>
                </a:lnTo>
                <a:lnTo>
                  <a:pt x="4788" y="7284"/>
                </a:lnTo>
                <a:lnTo>
                  <a:pt x="5080" y="7284"/>
                </a:lnTo>
                <a:lnTo>
                  <a:pt x="5372" y="7284"/>
                </a:lnTo>
                <a:lnTo>
                  <a:pt x="5664" y="7284"/>
                </a:lnTo>
                <a:lnTo>
                  <a:pt x="6073" y="7177"/>
                </a:lnTo>
                <a:lnTo>
                  <a:pt x="6365" y="7177"/>
                </a:lnTo>
                <a:lnTo>
                  <a:pt x="6657" y="7177"/>
                </a:lnTo>
                <a:lnTo>
                  <a:pt x="7066" y="7071"/>
                </a:lnTo>
                <a:lnTo>
                  <a:pt x="7358" y="7071"/>
                </a:lnTo>
                <a:lnTo>
                  <a:pt x="7650" y="7071"/>
                </a:lnTo>
                <a:lnTo>
                  <a:pt x="8059" y="7071"/>
                </a:lnTo>
                <a:lnTo>
                  <a:pt x="8351" y="7071"/>
                </a:lnTo>
                <a:lnTo>
                  <a:pt x="8643" y="6911"/>
                </a:lnTo>
                <a:lnTo>
                  <a:pt x="8877" y="6911"/>
                </a:lnTo>
                <a:lnTo>
                  <a:pt x="9169" y="6911"/>
                </a:lnTo>
                <a:lnTo>
                  <a:pt x="9344" y="6911"/>
                </a:lnTo>
                <a:lnTo>
                  <a:pt x="9636" y="6805"/>
                </a:lnTo>
                <a:lnTo>
                  <a:pt x="10045" y="6805"/>
                </a:lnTo>
                <a:lnTo>
                  <a:pt x="10337" y="6805"/>
                </a:lnTo>
                <a:lnTo>
                  <a:pt x="10570" y="6805"/>
                </a:lnTo>
                <a:lnTo>
                  <a:pt x="10862" y="6646"/>
                </a:lnTo>
                <a:lnTo>
                  <a:pt x="11154" y="6646"/>
                </a:lnTo>
                <a:lnTo>
                  <a:pt x="11446" y="6646"/>
                </a:lnTo>
                <a:lnTo>
                  <a:pt x="11738" y="6646"/>
                </a:lnTo>
                <a:lnTo>
                  <a:pt x="12264" y="6539"/>
                </a:lnTo>
                <a:lnTo>
                  <a:pt x="12556" y="6539"/>
                </a:lnTo>
                <a:lnTo>
                  <a:pt x="12848" y="6539"/>
                </a:lnTo>
                <a:lnTo>
                  <a:pt x="13140" y="6380"/>
                </a:lnTo>
                <a:lnTo>
                  <a:pt x="13432" y="6380"/>
                </a:lnTo>
                <a:lnTo>
                  <a:pt x="13724" y="6380"/>
                </a:lnTo>
                <a:lnTo>
                  <a:pt x="13958" y="6380"/>
                </a:lnTo>
                <a:lnTo>
                  <a:pt x="14425" y="6273"/>
                </a:lnTo>
                <a:lnTo>
                  <a:pt x="14834" y="6273"/>
                </a:lnTo>
                <a:lnTo>
                  <a:pt x="15126" y="6273"/>
                </a:lnTo>
                <a:lnTo>
                  <a:pt x="15418" y="6167"/>
                </a:lnTo>
                <a:lnTo>
                  <a:pt x="15651" y="6167"/>
                </a:lnTo>
                <a:lnTo>
                  <a:pt x="15943" y="6167"/>
                </a:lnTo>
                <a:lnTo>
                  <a:pt x="16352" y="6167"/>
                </a:lnTo>
                <a:lnTo>
                  <a:pt x="16644" y="6007"/>
                </a:lnTo>
                <a:lnTo>
                  <a:pt x="16936" y="6007"/>
                </a:lnTo>
                <a:lnTo>
                  <a:pt x="17345" y="6007"/>
                </a:lnTo>
                <a:lnTo>
                  <a:pt x="17637" y="5901"/>
                </a:lnTo>
                <a:lnTo>
                  <a:pt x="17929" y="5901"/>
                </a:lnTo>
                <a:lnTo>
                  <a:pt x="18221" y="5901"/>
                </a:lnTo>
                <a:lnTo>
                  <a:pt x="18630" y="5742"/>
                </a:lnTo>
                <a:lnTo>
                  <a:pt x="18922" y="5742"/>
                </a:lnTo>
                <a:lnTo>
                  <a:pt x="19214" y="5742"/>
                </a:lnTo>
                <a:lnTo>
                  <a:pt x="19506" y="5742"/>
                </a:lnTo>
                <a:lnTo>
                  <a:pt x="19914" y="5742"/>
                </a:lnTo>
                <a:lnTo>
                  <a:pt x="20206" y="5742"/>
                </a:lnTo>
                <a:lnTo>
                  <a:pt x="20615" y="5635"/>
                </a:lnTo>
                <a:lnTo>
                  <a:pt x="20907" y="5635"/>
                </a:lnTo>
                <a:lnTo>
                  <a:pt x="21199" y="5635"/>
                </a:lnTo>
                <a:lnTo>
                  <a:pt x="21433" y="5635"/>
                </a:lnTo>
                <a:lnTo>
                  <a:pt x="21725" y="5529"/>
                </a:lnTo>
                <a:lnTo>
                  <a:pt x="21900" y="5529"/>
                </a:lnTo>
                <a:lnTo>
                  <a:pt x="22134" y="5529"/>
                </a:lnTo>
                <a:lnTo>
                  <a:pt x="22601" y="5369"/>
                </a:lnTo>
                <a:lnTo>
                  <a:pt x="22835" y="5369"/>
                </a:lnTo>
                <a:lnTo>
                  <a:pt x="23127" y="5369"/>
                </a:lnTo>
                <a:lnTo>
                  <a:pt x="23419" y="5369"/>
                </a:lnTo>
                <a:lnTo>
                  <a:pt x="23711" y="5263"/>
                </a:lnTo>
                <a:lnTo>
                  <a:pt x="24003" y="5263"/>
                </a:lnTo>
                <a:lnTo>
                  <a:pt x="24295" y="5263"/>
                </a:lnTo>
                <a:lnTo>
                  <a:pt x="24411" y="5104"/>
                </a:lnTo>
                <a:lnTo>
                  <a:pt x="24820" y="5104"/>
                </a:lnTo>
                <a:lnTo>
                  <a:pt x="25112" y="5104"/>
                </a:lnTo>
                <a:lnTo>
                  <a:pt x="25404" y="4997"/>
                </a:lnTo>
                <a:lnTo>
                  <a:pt x="25696" y="4997"/>
                </a:lnTo>
                <a:lnTo>
                  <a:pt x="25988" y="4997"/>
                </a:lnTo>
                <a:lnTo>
                  <a:pt x="26222" y="4997"/>
                </a:lnTo>
                <a:lnTo>
                  <a:pt x="26514" y="4838"/>
                </a:lnTo>
                <a:lnTo>
                  <a:pt x="26981" y="4838"/>
                </a:lnTo>
                <a:lnTo>
                  <a:pt x="27390" y="4731"/>
                </a:lnTo>
                <a:lnTo>
                  <a:pt x="27682" y="4731"/>
                </a:lnTo>
                <a:lnTo>
                  <a:pt x="27916" y="4731"/>
                </a:lnTo>
                <a:lnTo>
                  <a:pt x="28208" y="4625"/>
                </a:lnTo>
                <a:lnTo>
                  <a:pt x="28500" y="4625"/>
                </a:lnTo>
                <a:lnTo>
                  <a:pt x="28792" y="4625"/>
                </a:lnTo>
                <a:lnTo>
                  <a:pt x="29200" y="4466"/>
                </a:lnTo>
                <a:lnTo>
                  <a:pt x="29492" y="4466"/>
                </a:lnTo>
                <a:lnTo>
                  <a:pt x="29901" y="4359"/>
                </a:lnTo>
                <a:lnTo>
                  <a:pt x="30193" y="4359"/>
                </a:lnTo>
                <a:lnTo>
                  <a:pt x="30485" y="4359"/>
                </a:lnTo>
                <a:lnTo>
                  <a:pt x="30777" y="4200"/>
                </a:lnTo>
                <a:lnTo>
                  <a:pt x="31186" y="4200"/>
                </a:lnTo>
                <a:lnTo>
                  <a:pt x="31478" y="4200"/>
                </a:lnTo>
                <a:lnTo>
                  <a:pt x="31770" y="4093"/>
                </a:lnTo>
                <a:lnTo>
                  <a:pt x="32004" y="4093"/>
                </a:lnTo>
                <a:lnTo>
                  <a:pt x="32179" y="4093"/>
                </a:lnTo>
                <a:lnTo>
                  <a:pt x="32471" y="3987"/>
                </a:lnTo>
                <a:lnTo>
                  <a:pt x="32763" y="3987"/>
                </a:lnTo>
                <a:lnTo>
                  <a:pt x="33172" y="3987"/>
                </a:lnTo>
                <a:lnTo>
                  <a:pt x="33464" y="3828"/>
                </a:lnTo>
                <a:lnTo>
                  <a:pt x="33697" y="3828"/>
                </a:lnTo>
                <a:lnTo>
                  <a:pt x="33989" y="3828"/>
                </a:lnTo>
                <a:lnTo>
                  <a:pt x="34281" y="3721"/>
                </a:lnTo>
                <a:lnTo>
                  <a:pt x="34573" y="3721"/>
                </a:lnTo>
                <a:lnTo>
                  <a:pt x="34982" y="3562"/>
                </a:lnTo>
                <a:lnTo>
                  <a:pt x="35391" y="3562"/>
                </a:lnTo>
                <a:lnTo>
                  <a:pt x="35683" y="3562"/>
                </a:lnTo>
                <a:lnTo>
                  <a:pt x="35975" y="3455"/>
                </a:lnTo>
                <a:lnTo>
                  <a:pt x="36267" y="3455"/>
                </a:lnTo>
                <a:lnTo>
                  <a:pt x="36559" y="3455"/>
                </a:lnTo>
                <a:lnTo>
                  <a:pt x="36851" y="3455"/>
                </a:lnTo>
                <a:lnTo>
                  <a:pt x="37085" y="3455"/>
                </a:lnTo>
                <a:lnTo>
                  <a:pt x="37377" y="3455"/>
                </a:lnTo>
                <a:lnTo>
                  <a:pt x="37669" y="3296"/>
                </a:lnTo>
                <a:lnTo>
                  <a:pt x="37961" y="3296"/>
                </a:lnTo>
                <a:lnTo>
                  <a:pt x="38253" y="3190"/>
                </a:lnTo>
                <a:lnTo>
                  <a:pt x="38545" y="3190"/>
                </a:lnTo>
                <a:lnTo>
                  <a:pt x="38778" y="3190"/>
                </a:lnTo>
                <a:lnTo>
                  <a:pt x="39070" y="3083"/>
                </a:lnTo>
                <a:lnTo>
                  <a:pt x="39479" y="3083"/>
                </a:lnTo>
                <a:lnTo>
                  <a:pt x="39654" y="3083"/>
                </a:lnTo>
                <a:lnTo>
                  <a:pt x="39946" y="2924"/>
                </a:lnTo>
                <a:lnTo>
                  <a:pt x="40238" y="2924"/>
                </a:lnTo>
                <a:lnTo>
                  <a:pt x="40472" y="2817"/>
                </a:lnTo>
                <a:lnTo>
                  <a:pt x="40764" y="2817"/>
                </a:lnTo>
                <a:lnTo>
                  <a:pt x="41056" y="2817"/>
                </a:lnTo>
                <a:lnTo>
                  <a:pt x="41348" y="2658"/>
                </a:lnTo>
                <a:lnTo>
                  <a:pt x="41757" y="2658"/>
                </a:lnTo>
                <a:lnTo>
                  <a:pt x="42049" y="2658"/>
                </a:lnTo>
                <a:lnTo>
                  <a:pt x="42458" y="2552"/>
                </a:lnTo>
                <a:lnTo>
                  <a:pt x="42750" y="2445"/>
                </a:lnTo>
                <a:lnTo>
                  <a:pt x="43042" y="2445"/>
                </a:lnTo>
                <a:lnTo>
                  <a:pt x="43334" y="2445"/>
                </a:lnTo>
                <a:lnTo>
                  <a:pt x="43742" y="2286"/>
                </a:lnTo>
                <a:lnTo>
                  <a:pt x="44034" y="2286"/>
                </a:lnTo>
                <a:lnTo>
                  <a:pt x="44326" y="2179"/>
                </a:lnTo>
                <a:lnTo>
                  <a:pt x="44560" y="2179"/>
                </a:lnTo>
                <a:lnTo>
                  <a:pt x="44735" y="2179"/>
                </a:lnTo>
                <a:lnTo>
                  <a:pt x="45027" y="2020"/>
                </a:lnTo>
                <a:lnTo>
                  <a:pt x="45261" y="2020"/>
                </a:lnTo>
                <a:lnTo>
                  <a:pt x="45728" y="2020"/>
                </a:lnTo>
                <a:lnTo>
                  <a:pt x="46020" y="1914"/>
                </a:lnTo>
                <a:lnTo>
                  <a:pt x="46254" y="1914"/>
                </a:lnTo>
                <a:lnTo>
                  <a:pt x="46546" y="1754"/>
                </a:lnTo>
                <a:lnTo>
                  <a:pt x="46838" y="1754"/>
                </a:lnTo>
                <a:lnTo>
                  <a:pt x="47130" y="1648"/>
                </a:lnTo>
                <a:lnTo>
                  <a:pt x="47538" y="1648"/>
                </a:lnTo>
                <a:lnTo>
                  <a:pt x="47947" y="1541"/>
                </a:lnTo>
                <a:lnTo>
                  <a:pt x="48239" y="1541"/>
                </a:lnTo>
                <a:lnTo>
                  <a:pt x="48531" y="1382"/>
                </a:lnTo>
                <a:lnTo>
                  <a:pt x="48823" y="1382"/>
                </a:lnTo>
                <a:lnTo>
                  <a:pt x="49115" y="1382"/>
                </a:lnTo>
                <a:lnTo>
                  <a:pt x="49349" y="1276"/>
                </a:lnTo>
                <a:lnTo>
                  <a:pt x="49641" y="1276"/>
                </a:lnTo>
                <a:lnTo>
                  <a:pt x="49933" y="1116"/>
                </a:lnTo>
                <a:lnTo>
                  <a:pt x="50225" y="1116"/>
                </a:lnTo>
                <a:lnTo>
                  <a:pt x="50517" y="1116"/>
                </a:lnTo>
                <a:lnTo>
                  <a:pt x="50809" y="1116"/>
                </a:lnTo>
                <a:lnTo>
                  <a:pt x="51043" y="1116"/>
                </a:lnTo>
                <a:lnTo>
                  <a:pt x="51335" y="1010"/>
                </a:lnTo>
                <a:lnTo>
                  <a:pt x="51627" y="1010"/>
                </a:lnTo>
                <a:lnTo>
                  <a:pt x="52035" y="903"/>
                </a:lnTo>
                <a:lnTo>
                  <a:pt x="52211" y="903"/>
                </a:lnTo>
                <a:lnTo>
                  <a:pt x="52503" y="744"/>
                </a:lnTo>
                <a:lnTo>
                  <a:pt x="52736" y="744"/>
                </a:lnTo>
                <a:lnTo>
                  <a:pt x="53028" y="744"/>
                </a:lnTo>
                <a:lnTo>
                  <a:pt x="53320" y="638"/>
                </a:lnTo>
                <a:lnTo>
                  <a:pt x="53612" y="638"/>
                </a:lnTo>
                <a:lnTo>
                  <a:pt x="53904" y="478"/>
                </a:lnTo>
                <a:lnTo>
                  <a:pt x="54313" y="478"/>
                </a:lnTo>
                <a:lnTo>
                  <a:pt x="54605" y="372"/>
                </a:lnTo>
                <a:lnTo>
                  <a:pt x="55014" y="212"/>
                </a:lnTo>
                <a:lnTo>
                  <a:pt x="55306" y="212"/>
                </a:lnTo>
                <a:lnTo>
                  <a:pt x="55598" y="212"/>
                </a:lnTo>
                <a:lnTo>
                  <a:pt x="55890" y="106"/>
                </a:lnTo>
                <a:lnTo>
                  <a:pt x="56299" y="106"/>
                </a:lnTo>
                <a:lnTo>
                  <a:pt x="56591" y="0"/>
                </a:lnTo>
                <a:lnTo>
                  <a:pt x="56824" y="0"/>
                </a:lnTo>
              </a:path>
            </a:pathLst>
          </a:custGeom>
          <a:ln w="771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6872427" y="2890824"/>
            <a:ext cx="56708" cy="15152"/>
          </a:xfrm>
          <a:custGeom>
            <a:avLst/>
            <a:gdLst/>
            <a:ahLst/>
            <a:cxnLst/>
            <a:rect l="l" t="t" r="r" b="b"/>
            <a:pathLst>
              <a:path w="56708" h="15152">
                <a:moveTo>
                  <a:pt x="0" y="15152"/>
                </a:moveTo>
                <a:lnTo>
                  <a:pt x="292" y="14993"/>
                </a:lnTo>
                <a:lnTo>
                  <a:pt x="467" y="14993"/>
                </a:lnTo>
                <a:lnTo>
                  <a:pt x="759" y="14887"/>
                </a:lnTo>
                <a:lnTo>
                  <a:pt x="992" y="14887"/>
                </a:lnTo>
                <a:lnTo>
                  <a:pt x="1460" y="14727"/>
                </a:lnTo>
                <a:lnTo>
                  <a:pt x="1693" y="14727"/>
                </a:lnTo>
                <a:lnTo>
                  <a:pt x="1985" y="14727"/>
                </a:lnTo>
                <a:lnTo>
                  <a:pt x="2277" y="14621"/>
                </a:lnTo>
                <a:lnTo>
                  <a:pt x="2569" y="14621"/>
                </a:lnTo>
                <a:lnTo>
                  <a:pt x="2861" y="14514"/>
                </a:lnTo>
                <a:lnTo>
                  <a:pt x="3270" y="14355"/>
                </a:lnTo>
                <a:lnTo>
                  <a:pt x="3679" y="14355"/>
                </a:lnTo>
                <a:lnTo>
                  <a:pt x="3971" y="14249"/>
                </a:lnTo>
                <a:lnTo>
                  <a:pt x="4263" y="14249"/>
                </a:lnTo>
                <a:lnTo>
                  <a:pt x="4555" y="14089"/>
                </a:lnTo>
                <a:lnTo>
                  <a:pt x="4847" y="14089"/>
                </a:lnTo>
                <a:lnTo>
                  <a:pt x="5080" y="13983"/>
                </a:lnTo>
                <a:lnTo>
                  <a:pt x="5372" y="13983"/>
                </a:lnTo>
                <a:lnTo>
                  <a:pt x="5664" y="13983"/>
                </a:lnTo>
                <a:lnTo>
                  <a:pt x="5956" y="13983"/>
                </a:lnTo>
                <a:lnTo>
                  <a:pt x="6248" y="13823"/>
                </a:lnTo>
                <a:lnTo>
                  <a:pt x="6540" y="13823"/>
                </a:lnTo>
                <a:lnTo>
                  <a:pt x="6774" y="13717"/>
                </a:lnTo>
                <a:lnTo>
                  <a:pt x="7066" y="13717"/>
                </a:lnTo>
                <a:lnTo>
                  <a:pt x="7358" y="13611"/>
                </a:lnTo>
                <a:lnTo>
                  <a:pt x="7767" y="13611"/>
                </a:lnTo>
                <a:lnTo>
                  <a:pt x="7942" y="13451"/>
                </a:lnTo>
                <a:lnTo>
                  <a:pt x="8176" y="13451"/>
                </a:lnTo>
                <a:lnTo>
                  <a:pt x="8468" y="13345"/>
                </a:lnTo>
                <a:lnTo>
                  <a:pt x="8760" y="13345"/>
                </a:lnTo>
                <a:lnTo>
                  <a:pt x="9052" y="13185"/>
                </a:lnTo>
                <a:lnTo>
                  <a:pt x="9344" y="13185"/>
                </a:lnTo>
                <a:lnTo>
                  <a:pt x="9636" y="13079"/>
                </a:lnTo>
                <a:lnTo>
                  <a:pt x="10045" y="13079"/>
                </a:lnTo>
                <a:lnTo>
                  <a:pt x="10337" y="12972"/>
                </a:lnTo>
                <a:lnTo>
                  <a:pt x="10745" y="12813"/>
                </a:lnTo>
                <a:lnTo>
                  <a:pt x="11037" y="12813"/>
                </a:lnTo>
                <a:lnTo>
                  <a:pt x="11329" y="12707"/>
                </a:lnTo>
                <a:lnTo>
                  <a:pt x="11563" y="12707"/>
                </a:lnTo>
                <a:lnTo>
                  <a:pt x="12030" y="12547"/>
                </a:lnTo>
                <a:lnTo>
                  <a:pt x="12322" y="12547"/>
                </a:lnTo>
                <a:lnTo>
                  <a:pt x="12556" y="12441"/>
                </a:lnTo>
                <a:lnTo>
                  <a:pt x="12848" y="12441"/>
                </a:lnTo>
                <a:lnTo>
                  <a:pt x="13023" y="12281"/>
                </a:lnTo>
                <a:lnTo>
                  <a:pt x="13257" y="12281"/>
                </a:lnTo>
                <a:lnTo>
                  <a:pt x="13549" y="12175"/>
                </a:lnTo>
                <a:lnTo>
                  <a:pt x="13958" y="12069"/>
                </a:lnTo>
                <a:lnTo>
                  <a:pt x="14250" y="12069"/>
                </a:lnTo>
                <a:lnTo>
                  <a:pt x="14542" y="11909"/>
                </a:lnTo>
                <a:lnTo>
                  <a:pt x="14834" y="11909"/>
                </a:lnTo>
                <a:lnTo>
                  <a:pt x="15126" y="11803"/>
                </a:lnTo>
                <a:lnTo>
                  <a:pt x="15418" y="11803"/>
                </a:lnTo>
                <a:lnTo>
                  <a:pt x="15534" y="11643"/>
                </a:lnTo>
                <a:lnTo>
                  <a:pt x="15826" y="11643"/>
                </a:lnTo>
                <a:lnTo>
                  <a:pt x="16235" y="11643"/>
                </a:lnTo>
                <a:lnTo>
                  <a:pt x="16527" y="11643"/>
                </a:lnTo>
                <a:lnTo>
                  <a:pt x="16819" y="11537"/>
                </a:lnTo>
                <a:lnTo>
                  <a:pt x="17111" y="11431"/>
                </a:lnTo>
                <a:lnTo>
                  <a:pt x="17345" y="11431"/>
                </a:lnTo>
                <a:lnTo>
                  <a:pt x="17637" y="11271"/>
                </a:lnTo>
                <a:lnTo>
                  <a:pt x="17929" y="11271"/>
                </a:lnTo>
                <a:lnTo>
                  <a:pt x="18221" y="11165"/>
                </a:lnTo>
                <a:lnTo>
                  <a:pt x="18513" y="11165"/>
                </a:lnTo>
                <a:lnTo>
                  <a:pt x="18805" y="11005"/>
                </a:lnTo>
                <a:lnTo>
                  <a:pt x="19038" y="11005"/>
                </a:lnTo>
                <a:lnTo>
                  <a:pt x="19330" y="10899"/>
                </a:lnTo>
                <a:lnTo>
                  <a:pt x="19622" y="10739"/>
                </a:lnTo>
                <a:lnTo>
                  <a:pt x="19914" y="10739"/>
                </a:lnTo>
                <a:lnTo>
                  <a:pt x="20323" y="10633"/>
                </a:lnTo>
                <a:lnTo>
                  <a:pt x="20499" y="10633"/>
                </a:lnTo>
                <a:lnTo>
                  <a:pt x="20732" y="10527"/>
                </a:lnTo>
                <a:lnTo>
                  <a:pt x="21024" y="10527"/>
                </a:lnTo>
                <a:lnTo>
                  <a:pt x="21316" y="10367"/>
                </a:lnTo>
                <a:lnTo>
                  <a:pt x="21608" y="10261"/>
                </a:lnTo>
                <a:lnTo>
                  <a:pt x="21900" y="10261"/>
                </a:lnTo>
                <a:lnTo>
                  <a:pt x="22192" y="10101"/>
                </a:lnTo>
                <a:lnTo>
                  <a:pt x="22601" y="10101"/>
                </a:lnTo>
                <a:lnTo>
                  <a:pt x="22893" y="9995"/>
                </a:lnTo>
                <a:lnTo>
                  <a:pt x="23302" y="9889"/>
                </a:lnTo>
                <a:lnTo>
                  <a:pt x="23594" y="9729"/>
                </a:lnTo>
                <a:lnTo>
                  <a:pt x="23886" y="9729"/>
                </a:lnTo>
                <a:lnTo>
                  <a:pt x="24119" y="9623"/>
                </a:lnTo>
                <a:lnTo>
                  <a:pt x="24587" y="9623"/>
                </a:lnTo>
                <a:lnTo>
                  <a:pt x="24820" y="9463"/>
                </a:lnTo>
                <a:lnTo>
                  <a:pt x="25112" y="9357"/>
                </a:lnTo>
                <a:lnTo>
                  <a:pt x="25404" y="9357"/>
                </a:lnTo>
                <a:lnTo>
                  <a:pt x="25579" y="9357"/>
                </a:lnTo>
                <a:lnTo>
                  <a:pt x="25813" y="9357"/>
                </a:lnTo>
                <a:lnTo>
                  <a:pt x="26105" y="9198"/>
                </a:lnTo>
                <a:lnTo>
                  <a:pt x="26514" y="9091"/>
                </a:lnTo>
                <a:lnTo>
                  <a:pt x="26806" y="9091"/>
                </a:lnTo>
                <a:lnTo>
                  <a:pt x="27098" y="8985"/>
                </a:lnTo>
                <a:lnTo>
                  <a:pt x="27390" y="8825"/>
                </a:lnTo>
                <a:lnTo>
                  <a:pt x="27682" y="8825"/>
                </a:lnTo>
                <a:lnTo>
                  <a:pt x="27974" y="8719"/>
                </a:lnTo>
                <a:lnTo>
                  <a:pt x="28383" y="8560"/>
                </a:lnTo>
                <a:lnTo>
                  <a:pt x="28792" y="8453"/>
                </a:lnTo>
                <a:lnTo>
                  <a:pt x="29084" y="8453"/>
                </a:lnTo>
                <a:lnTo>
                  <a:pt x="29376" y="8347"/>
                </a:lnTo>
                <a:lnTo>
                  <a:pt x="29668" y="8347"/>
                </a:lnTo>
                <a:lnTo>
                  <a:pt x="29901" y="8187"/>
                </a:lnTo>
                <a:lnTo>
                  <a:pt x="30193" y="8081"/>
                </a:lnTo>
                <a:lnTo>
                  <a:pt x="30485" y="8081"/>
                </a:lnTo>
                <a:lnTo>
                  <a:pt x="30777" y="7922"/>
                </a:lnTo>
                <a:lnTo>
                  <a:pt x="31069" y="7815"/>
                </a:lnTo>
                <a:lnTo>
                  <a:pt x="31361" y="7815"/>
                </a:lnTo>
                <a:lnTo>
                  <a:pt x="31595" y="7709"/>
                </a:lnTo>
                <a:lnTo>
                  <a:pt x="31887" y="7549"/>
                </a:lnTo>
                <a:lnTo>
                  <a:pt x="32179" y="7549"/>
                </a:lnTo>
                <a:lnTo>
                  <a:pt x="32471" y="7443"/>
                </a:lnTo>
                <a:lnTo>
                  <a:pt x="32880" y="7443"/>
                </a:lnTo>
                <a:lnTo>
                  <a:pt x="32996" y="7284"/>
                </a:lnTo>
                <a:lnTo>
                  <a:pt x="33288" y="7177"/>
                </a:lnTo>
                <a:lnTo>
                  <a:pt x="33580" y="7177"/>
                </a:lnTo>
                <a:lnTo>
                  <a:pt x="33872" y="7018"/>
                </a:lnTo>
                <a:lnTo>
                  <a:pt x="34165" y="7018"/>
                </a:lnTo>
                <a:lnTo>
                  <a:pt x="34457" y="7018"/>
                </a:lnTo>
                <a:lnTo>
                  <a:pt x="34690" y="6911"/>
                </a:lnTo>
                <a:lnTo>
                  <a:pt x="35157" y="6805"/>
                </a:lnTo>
                <a:lnTo>
                  <a:pt x="35449" y="6805"/>
                </a:lnTo>
                <a:lnTo>
                  <a:pt x="35566" y="6646"/>
                </a:lnTo>
                <a:lnTo>
                  <a:pt x="35858" y="6539"/>
                </a:lnTo>
                <a:lnTo>
                  <a:pt x="36150" y="6539"/>
                </a:lnTo>
                <a:lnTo>
                  <a:pt x="36384" y="6380"/>
                </a:lnTo>
                <a:lnTo>
                  <a:pt x="36676" y="6273"/>
                </a:lnTo>
                <a:lnTo>
                  <a:pt x="37143" y="6273"/>
                </a:lnTo>
                <a:lnTo>
                  <a:pt x="37377" y="6167"/>
                </a:lnTo>
                <a:lnTo>
                  <a:pt x="37669" y="6007"/>
                </a:lnTo>
                <a:lnTo>
                  <a:pt x="37961" y="6007"/>
                </a:lnTo>
                <a:lnTo>
                  <a:pt x="38369" y="5742"/>
                </a:lnTo>
                <a:lnTo>
                  <a:pt x="38661" y="5742"/>
                </a:lnTo>
                <a:lnTo>
                  <a:pt x="39070" y="5635"/>
                </a:lnTo>
                <a:lnTo>
                  <a:pt x="39362" y="5476"/>
                </a:lnTo>
                <a:lnTo>
                  <a:pt x="39654" y="5476"/>
                </a:lnTo>
                <a:lnTo>
                  <a:pt x="39946" y="5369"/>
                </a:lnTo>
                <a:lnTo>
                  <a:pt x="40238" y="5263"/>
                </a:lnTo>
                <a:lnTo>
                  <a:pt x="40472" y="5104"/>
                </a:lnTo>
                <a:lnTo>
                  <a:pt x="40647" y="5104"/>
                </a:lnTo>
                <a:lnTo>
                  <a:pt x="40939" y="4997"/>
                </a:lnTo>
                <a:lnTo>
                  <a:pt x="41348" y="4838"/>
                </a:lnTo>
                <a:lnTo>
                  <a:pt x="41640" y="4838"/>
                </a:lnTo>
                <a:lnTo>
                  <a:pt x="41932" y="4731"/>
                </a:lnTo>
                <a:lnTo>
                  <a:pt x="42166" y="4731"/>
                </a:lnTo>
                <a:lnTo>
                  <a:pt x="42458" y="4731"/>
                </a:lnTo>
                <a:lnTo>
                  <a:pt x="42750" y="4625"/>
                </a:lnTo>
                <a:lnTo>
                  <a:pt x="43042" y="4466"/>
                </a:lnTo>
                <a:lnTo>
                  <a:pt x="43334" y="4359"/>
                </a:lnTo>
                <a:lnTo>
                  <a:pt x="43626" y="4359"/>
                </a:lnTo>
                <a:lnTo>
                  <a:pt x="43859" y="4200"/>
                </a:lnTo>
                <a:lnTo>
                  <a:pt x="44151" y="4093"/>
                </a:lnTo>
                <a:lnTo>
                  <a:pt x="44443" y="4093"/>
                </a:lnTo>
                <a:lnTo>
                  <a:pt x="44735" y="3934"/>
                </a:lnTo>
                <a:lnTo>
                  <a:pt x="45027" y="3828"/>
                </a:lnTo>
                <a:lnTo>
                  <a:pt x="45436" y="3721"/>
                </a:lnTo>
                <a:lnTo>
                  <a:pt x="45728" y="3721"/>
                </a:lnTo>
                <a:lnTo>
                  <a:pt x="45845" y="3562"/>
                </a:lnTo>
                <a:lnTo>
                  <a:pt x="46137" y="3455"/>
                </a:lnTo>
                <a:lnTo>
                  <a:pt x="46429" y="3455"/>
                </a:lnTo>
                <a:lnTo>
                  <a:pt x="46721" y="3296"/>
                </a:lnTo>
                <a:lnTo>
                  <a:pt x="47013" y="3190"/>
                </a:lnTo>
                <a:lnTo>
                  <a:pt x="47246" y="3083"/>
                </a:lnTo>
                <a:lnTo>
                  <a:pt x="47714" y="3083"/>
                </a:lnTo>
                <a:lnTo>
                  <a:pt x="47947" y="2924"/>
                </a:lnTo>
                <a:lnTo>
                  <a:pt x="48123" y="2817"/>
                </a:lnTo>
                <a:lnTo>
                  <a:pt x="48415" y="2658"/>
                </a:lnTo>
                <a:lnTo>
                  <a:pt x="48707" y="2658"/>
                </a:lnTo>
                <a:lnTo>
                  <a:pt x="48940" y="2552"/>
                </a:lnTo>
                <a:lnTo>
                  <a:pt x="49232" y="2392"/>
                </a:lnTo>
                <a:lnTo>
                  <a:pt x="49641" y="2286"/>
                </a:lnTo>
                <a:lnTo>
                  <a:pt x="49933" y="2286"/>
                </a:lnTo>
                <a:lnTo>
                  <a:pt x="50225" y="2286"/>
                </a:lnTo>
                <a:lnTo>
                  <a:pt x="50517" y="2179"/>
                </a:lnTo>
                <a:lnTo>
                  <a:pt x="50634" y="2020"/>
                </a:lnTo>
                <a:lnTo>
                  <a:pt x="50926" y="2020"/>
                </a:lnTo>
                <a:lnTo>
                  <a:pt x="51218" y="1914"/>
                </a:lnTo>
                <a:lnTo>
                  <a:pt x="51627" y="1754"/>
                </a:lnTo>
                <a:lnTo>
                  <a:pt x="51919" y="1648"/>
                </a:lnTo>
                <a:lnTo>
                  <a:pt x="52211" y="1648"/>
                </a:lnTo>
                <a:lnTo>
                  <a:pt x="52503" y="1541"/>
                </a:lnTo>
                <a:lnTo>
                  <a:pt x="52795" y="1382"/>
                </a:lnTo>
                <a:lnTo>
                  <a:pt x="53028" y="1276"/>
                </a:lnTo>
                <a:lnTo>
                  <a:pt x="53203" y="1116"/>
                </a:lnTo>
                <a:lnTo>
                  <a:pt x="53495" y="1116"/>
                </a:lnTo>
                <a:lnTo>
                  <a:pt x="53904" y="1010"/>
                </a:lnTo>
                <a:lnTo>
                  <a:pt x="54196" y="850"/>
                </a:lnTo>
                <a:lnTo>
                  <a:pt x="54488" y="744"/>
                </a:lnTo>
                <a:lnTo>
                  <a:pt x="54722" y="744"/>
                </a:lnTo>
                <a:lnTo>
                  <a:pt x="55014" y="638"/>
                </a:lnTo>
                <a:lnTo>
                  <a:pt x="55306" y="478"/>
                </a:lnTo>
                <a:lnTo>
                  <a:pt x="55598" y="372"/>
                </a:lnTo>
                <a:lnTo>
                  <a:pt x="55890" y="212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75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6929135" y="2866898"/>
            <a:ext cx="56824" cy="23925"/>
          </a:xfrm>
          <a:custGeom>
            <a:avLst/>
            <a:gdLst/>
            <a:ahLst/>
            <a:cxnLst/>
            <a:rect l="l" t="t" r="r" b="b"/>
            <a:pathLst>
              <a:path w="56824" h="23925">
                <a:moveTo>
                  <a:pt x="0" y="23925"/>
                </a:moveTo>
                <a:lnTo>
                  <a:pt x="292" y="23925"/>
                </a:lnTo>
                <a:lnTo>
                  <a:pt x="584" y="23766"/>
                </a:lnTo>
                <a:lnTo>
                  <a:pt x="876" y="23766"/>
                </a:lnTo>
                <a:lnTo>
                  <a:pt x="1109" y="23659"/>
                </a:lnTo>
                <a:lnTo>
                  <a:pt x="1576" y="23500"/>
                </a:lnTo>
                <a:lnTo>
                  <a:pt x="1985" y="23234"/>
                </a:lnTo>
                <a:lnTo>
                  <a:pt x="2277" y="23234"/>
                </a:lnTo>
                <a:lnTo>
                  <a:pt x="2569" y="23128"/>
                </a:lnTo>
                <a:lnTo>
                  <a:pt x="2803" y="23021"/>
                </a:lnTo>
                <a:lnTo>
                  <a:pt x="3095" y="22862"/>
                </a:lnTo>
                <a:lnTo>
                  <a:pt x="3562" y="22755"/>
                </a:lnTo>
                <a:lnTo>
                  <a:pt x="3796" y="22755"/>
                </a:lnTo>
                <a:lnTo>
                  <a:pt x="4088" y="22596"/>
                </a:lnTo>
                <a:lnTo>
                  <a:pt x="4263" y="22490"/>
                </a:lnTo>
                <a:lnTo>
                  <a:pt x="4496" y="22383"/>
                </a:lnTo>
                <a:lnTo>
                  <a:pt x="4788" y="22224"/>
                </a:lnTo>
                <a:lnTo>
                  <a:pt x="5080" y="22117"/>
                </a:lnTo>
                <a:lnTo>
                  <a:pt x="5489" y="22117"/>
                </a:lnTo>
                <a:lnTo>
                  <a:pt x="5781" y="21958"/>
                </a:lnTo>
                <a:lnTo>
                  <a:pt x="6073" y="21852"/>
                </a:lnTo>
                <a:lnTo>
                  <a:pt x="6365" y="21692"/>
                </a:lnTo>
                <a:lnTo>
                  <a:pt x="6657" y="21586"/>
                </a:lnTo>
                <a:lnTo>
                  <a:pt x="7066" y="21586"/>
                </a:lnTo>
                <a:lnTo>
                  <a:pt x="7358" y="21479"/>
                </a:lnTo>
                <a:lnTo>
                  <a:pt x="7767" y="21320"/>
                </a:lnTo>
                <a:lnTo>
                  <a:pt x="8059" y="21214"/>
                </a:lnTo>
                <a:lnTo>
                  <a:pt x="8351" y="21054"/>
                </a:lnTo>
                <a:lnTo>
                  <a:pt x="8585" y="20948"/>
                </a:lnTo>
                <a:lnTo>
                  <a:pt x="8877" y="20841"/>
                </a:lnTo>
                <a:lnTo>
                  <a:pt x="9052" y="20841"/>
                </a:lnTo>
                <a:lnTo>
                  <a:pt x="9344" y="20682"/>
                </a:lnTo>
                <a:lnTo>
                  <a:pt x="9753" y="20576"/>
                </a:lnTo>
                <a:lnTo>
                  <a:pt x="10045" y="20416"/>
                </a:lnTo>
                <a:lnTo>
                  <a:pt x="10278" y="20310"/>
                </a:lnTo>
                <a:lnTo>
                  <a:pt x="10570" y="20150"/>
                </a:lnTo>
                <a:lnTo>
                  <a:pt x="10862" y="20044"/>
                </a:lnTo>
                <a:lnTo>
                  <a:pt x="11154" y="20044"/>
                </a:lnTo>
                <a:lnTo>
                  <a:pt x="11446" y="19938"/>
                </a:lnTo>
                <a:lnTo>
                  <a:pt x="11738" y="19778"/>
                </a:lnTo>
                <a:lnTo>
                  <a:pt x="11972" y="19672"/>
                </a:lnTo>
                <a:lnTo>
                  <a:pt x="12264" y="19512"/>
                </a:lnTo>
                <a:lnTo>
                  <a:pt x="12556" y="19406"/>
                </a:lnTo>
                <a:lnTo>
                  <a:pt x="12848" y="19299"/>
                </a:lnTo>
                <a:lnTo>
                  <a:pt x="13140" y="19299"/>
                </a:lnTo>
                <a:lnTo>
                  <a:pt x="13432" y="19299"/>
                </a:lnTo>
                <a:lnTo>
                  <a:pt x="13665" y="19140"/>
                </a:lnTo>
                <a:lnTo>
                  <a:pt x="14133" y="19034"/>
                </a:lnTo>
                <a:lnTo>
                  <a:pt x="14250" y="18874"/>
                </a:lnTo>
                <a:lnTo>
                  <a:pt x="14542" y="18768"/>
                </a:lnTo>
                <a:lnTo>
                  <a:pt x="14834" y="18661"/>
                </a:lnTo>
                <a:lnTo>
                  <a:pt x="15126" y="18502"/>
                </a:lnTo>
                <a:lnTo>
                  <a:pt x="15359" y="18396"/>
                </a:lnTo>
                <a:lnTo>
                  <a:pt x="15651" y="18236"/>
                </a:lnTo>
                <a:lnTo>
                  <a:pt x="16060" y="18236"/>
                </a:lnTo>
                <a:lnTo>
                  <a:pt x="16352" y="18130"/>
                </a:lnTo>
                <a:lnTo>
                  <a:pt x="16644" y="17970"/>
                </a:lnTo>
                <a:lnTo>
                  <a:pt x="16819" y="17864"/>
                </a:lnTo>
                <a:lnTo>
                  <a:pt x="17053" y="17758"/>
                </a:lnTo>
                <a:lnTo>
                  <a:pt x="17345" y="17598"/>
                </a:lnTo>
                <a:lnTo>
                  <a:pt x="17637" y="17492"/>
                </a:lnTo>
                <a:lnTo>
                  <a:pt x="18046" y="17332"/>
                </a:lnTo>
                <a:lnTo>
                  <a:pt x="18338" y="17226"/>
                </a:lnTo>
                <a:lnTo>
                  <a:pt x="18630" y="17120"/>
                </a:lnTo>
                <a:lnTo>
                  <a:pt x="18922" y="16960"/>
                </a:lnTo>
                <a:lnTo>
                  <a:pt x="19214" y="16960"/>
                </a:lnTo>
                <a:lnTo>
                  <a:pt x="19622" y="16854"/>
                </a:lnTo>
                <a:lnTo>
                  <a:pt x="19914" y="16694"/>
                </a:lnTo>
                <a:lnTo>
                  <a:pt x="20323" y="16588"/>
                </a:lnTo>
                <a:lnTo>
                  <a:pt x="20615" y="16428"/>
                </a:lnTo>
                <a:lnTo>
                  <a:pt x="20907" y="16322"/>
                </a:lnTo>
                <a:lnTo>
                  <a:pt x="21141" y="16216"/>
                </a:lnTo>
                <a:lnTo>
                  <a:pt x="21433" y="16056"/>
                </a:lnTo>
                <a:lnTo>
                  <a:pt x="21725" y="15950"/>
                </a:lnTo>
                <a:lnTo>
                  <a:pt x="21842" y="15790"/>
                </a:lnTo>
                <a:lnTo>
                  <a:pt x="22309" y="15684"/>
                </a:lnTo>
                <a:lnTo>
                  <a:pt x="22601" y="15578"/>
                </a:lnTo>
                <a:lnTo>
                  <a:pt x="22835" y="15418"/>
                </a:lnTo>
                <a:lnTo>
                  <a:pt x="23127" y="15312"/>
                </a:lnTo>
                <a:lnTo>
                  <a:pt x="23419" y="15152"/>
                </a:lnTo>
                <a:lnTo>
                  <a:pt x="23711" y="15046"/>
                </a:lnTo>
                <a:lnTo>
                  <a:pt x="24003" y="14887"/>
                </a:lnTo>
                <a:lnTo>
                  <a:pt x="24236" y="14887"/>
                </a:lnTo>
                <a:lnTo>
                  <a:pt x="24528" y="14780"/>
                </a:lnTo>
                <a:lnTo>
                  <a:pt x="24820" y="14674"/>
                </a:lnTo>
                <a:lnTo>
                  <a:pt x="25112" y="14674"/>
                </a:lnTo>
                <a:lnTo>
                  <a:pt x="25404" y="14514"/>
                </a:lnTo>
                <a:lnTo>
                  <a:pt x="25696" y="14408"/>
                </a:lnTo>
                <a:lnTo>
                  <a:pt x="25930" y="14249"/>
                </a:lnTo>
                <a:lnTo>
                  <a:pt x="26222" y="14142"/>
                </a:lnTo>
                <a:lnTo>
                  <a:pt x="26689" y="14036"/>
                </a:lnTo>
                <a:lnTo>
                  <a:pt x="26806" y="13876"/>
                </a:lnTo>
                <a:lnTo>
                  <a:pt x="27098" y="13770"/>
                </a:lnTo>
                <a:lnTo>
                  <a:pt x="27390" y="13611"/>
                </a:lnTo>
                <a:lnTo>
                  <a:pt x="27624" y="13504"/>
                </a:lnTo>
                <a:lnTo>
                  <a:pt x="27916" y="13345"/>
                </a:lnTo>
                <a:lnTo>
                  <a:pt x="28208" y="13238"/>
                </a:lnTo>
                <a:lnTo>
                  <a:pt x="28616" y="13132"/>
                </a:lnTo>
                <a:lnTo>
                  <a:pt x="28908" y="12973"/>
                </a:lnTo>
                <a:lnTo>
                  <a:pt x="29200" y="12866"/>
                </a:lnTo>
                <a:lnTo>
                  <a:pt x="29317" y="12707"/>
                </a:lnTo>
                <a:lnTo>
                  <a:pt x="29609" y="12600"/>
                </a:lnTo>
                <a:lnTo>
                  <a:pt x="29901" y="12494"/>
                </a:lnTo>
                <a:lnTo>
                  <a:pt x="30193" y="12334"/>
                </a:lnTo>
                <a:lnTo>
                  <a:pt x="30602" y="12334"/>
                </a:lnTo>
                <a:lnTo>
                  <a:pt x="30894" y="12228"/>
                </a:lnTo>
                <a:lnTo>
                  <a:pt x="31186" y="12069"/>
                </a:lnTo>
                <a:lnTo>
                  <a:pt x="31478" y="11962"/>
                </a:lnTo>
                <a:lnTo>
                  <a:pt x="31712" y="11803"/>
                </a:lnTo>
                <a:lnTo>
                  <a:pt x="31887" y="11696"/>
                </a:lnTo>
                <a:lnTo>
                  <a:pt x="32179" y="11590"/>
                </a:lnTo>
                <a:lnTo>
                  <a:pt x="32471" y="11431"/>
                </a:lnTo>
                <a:lnTo>
                  <a:pt x="32880" y="11324"/>
                </a:lnTo>
                <a:lnTo>
                  <a:pt x="33172" y="11165"/>
                </a:lnTo>
                <a:lnTo>
                  <a:pt x="33405" y="11058"/>
                </a:lnTo>
                <a:lnTo>
                  <a:pt x="33697" y="10952"/>
                </a:lnTo>
                <a:lnTo>
                  <a:pt x="33989" y="10793"/>
                </a:lnTo>
                <a:lnTo>
                  <a:pt x="34281" y="10686"/>
                </a:lnTo>
                <a:lnTo>
                  <a:pt x="34398" y="10527"/>
                </a:lnTo>
                <a:lnTo>
                  <a:pt x="34865" y="10420"/>
                </a:lnTo>
                <a:lnTo>
                  <a:pt x="35099" y="10261"/>
                </a:lnTo>
                <a:lnTo>
                  <a:pt x="35391" y="10155"/>
                </a:lnTo>
                <a:lnTo>
                  <a:pt x="35683" y="10048"/>
                </a:lnTo>
                <a:lnTo>
                  <a:pt x="35975" y="10048"/>
                </a:lnTo>
                <a:lnTo>
                  <a:pt x="36267" y="9889"/>
                </a:lnTo>
                <a:lnTo>
                  <a:pt x="36559" y="9623"/>
                </a:lnTo>
                <a:lnTo>
                  <a:pt x="36793" y="9517"/>
                </a:lnTo>
                <a:lnTo>
                  <a:pt x="37085" y="9410"/>
                </a:lnTo>
                <a:lnTo>
                  <a:pt x="37377" y="9251"/>
                </a:lnTo>
                <a:lnTo>
                  <a:pt x="37669" y="9144"/>
                </a:lnTo>
                <a:lnTo>
                  <a:pt x="37961" y="8985"/>
                </a:lnTo>
                <a:lnTo>
                  <a:pt x="38253" y="8879"/>
                </a:lnTo>
                <a:lnTo>
                  <a:pt x="38486" y="8719"/>
                </a:lnTo>
                <a:lnTo>
                  <a:pt x="38778" y="8613"/>
                </a:lnTo>
                <a:lnTo>
                  <a:pt x="39187" y="8506"/>
                </a:lnTo>
                <a:lnTo>
                  <a:pt x="39362" y="8347"/>
                </a:lnTo>
                <a:lnTo>
                  <a:pt x="39654" y="8241"/>
                </a:lnTo>
                <a:lnTo>
                  <a:pt x="39946" y="8081"/>
                </a:lnTo>
                <a:lnTo>
                  <a:pt x="40180" y="7975"/>
                </a:lnTo>
                <a:lnTo>
                  <a:pt x="40472" y="7868"/>
                </a:lnTo>
                <a:lnTo>
                  <a:pt x="40764" y="7709"/>
                </a:lnTo>
                <a:lnTo>
                  <a:pt x="41173" y="7603"/>
                </a:lnTo>
                <a:lnTo>
                  <a:pt x="41465" y="7443"/>
                </a:lnTo>
                <a:lnTo>
                  <a:pt x="41757" y="7337"/>
                </a:lnTo>
                <a:lnTo>
                  <a:pt x="41874" y="7177"/>
                </a:lnTo>
                <a:lnTo>
                  <a:pt x="42166" y="7071"/>
                </a:lnTo>
                <a:lnTo>
                  <a:pt x="42458" y="6965"/>
                </a:lnTo>
                <a:lnTo>
                  <a:pt x="42750" y="6805"/>
                </a:lnTo>
                <a:lnTo>
                  <a:pt x="43158" y="6699"/>
                </a:lnTo>
                <a:lnTo>
                  <a:pt x="43450" y="6539"/>
                </a:lnTo>
                <a:lnTo>
                  <a:pt x="43742" y="6433"/>
                </a:lnTo>
                <a:lnTo>
                  <a:pt x="44034" y="6326"/>
                </a:lnTo>
                <a:lnTo>
                  <a:pt x="44268" y="6167"/>
                </a:lnTo>
                <a:lnTo>
                  <a:pt x="44443" y="5901"/>
                </a:lnTo>
                <a:lnTo>
                  <a:pt x="44735" y="5795"/>
                </a:lnTo>
                <a:lnTo>
                  <a:pt x="44969" y="5635"/>
                </a:lnTo>
                <a:lnTo>
                  <a:pt x="45436" y="5529"/>
                </a:lnTo>
                <a:lnTo>
                  <a:pt x="45728" y="5423"/>
                </a:lnTo>
                <a:lnTo>
                  <a:pt x="45962" y="5263"/>
                </a:lnTo>
                <a:lnTo>
                  <a:pt x="46254" y="5263"/>
                </a:lnTo>
                <a:lnTo>
                  <a:pt x="46546" y="5157"/>
                </a:lnTo>
                <a:lnTo>
                  <a:pt x="46838" y="4997"/>
                </a:lnTo>
                <a:lnTo>
                  <a:pt x="46954" y="4785"/>
                </a:lnTo>
                <a:lnTo>
                  <a:pt x="47422" y="4625"/>
                </a:lnTo>
                <a:lnTo>
                  <a:pt x="47655" y="4519"/>
                </a:lnTo>
                <a:lnTo>
                  <a:pt x="47947" y="4359"/>
                </a:lnTo>
                <a:lnTo>
                  <a:pt x="48239" y="4253"/>
                </a:lnTo>
                <a:lnTo>
                  <a:pt x="48531" y="4147"/>
                </a:lnTo>
                <a:lnTo>
                  <a:pt x="48823" y="3987"/>
                </a:lnTo>
                <a:lnTo>
                  <a:pt x="49057" y="3881"/>
                </a:lnTo>
                <a:lnTo>
                  <a:pt x="49349" y="3615"/>
                </a:lnTo>
                <a:lnTo>
                  <a:pt x="49641" y="3455"/>
                </a:lnTo>
                <a:lnTo>
                  <a:pt x="49933" y="3349"/>
                </a:lnTo>
                <a:lnTo>
                  <a:pt x="50225" y="3243"/>
                </a:lnTo>
                <a:lnTo>
                  <a:pt x="50517" y="3083"/>
                </a:lnTo>
                <a:lnTo>
                  <a:pt x="50751" y="2977"/>
                </a:lnTo>
                <a:lnTo>
                  <a:pt x="51043" y="2977"/>
                </a:lnTo>
                <a:lnTo>
                  <a:pt x="51335" y="2711"/>
                </a:lnTo>
                <a:lnTo>
                  <a:pt x="51743" y="2605"/>
                </a:lnTo>
                <a:lnTo>
                  <a:pt x="51919" y="2445"/>
                </a:lnTo>
                <a:lnTo>
                  <a:pt x="52211" y="2339"/>
                </a:lnTo>
                <a:lnTo>
                  <a:pt x="52444" y="2179"/>
                </a:lnTo>
                <a:lnTo>
                  <a:pt x="52736" y="2073"/>
                </a:lnTo>
                <a:lnTo>
                  <a:pt x="53028" y="1914"/>
                </a:lnTo>
                <a:lnTo>
                  <a:pt x="53320" y="1701"/>
                </a:lnTo>
                <a:lnTo>
                  <a:pt x="53729" y="1541"/>
                </a:lnTo>
                <a:lnTo>
                  <a:pt x="54021" y="1435"/>
                </a:lnTo>
                <a:lnTo>
                  <a:pt x="54313" y="1276"/>
                </a:lnTo>
                <a:lnTo>
                  <a:pt x="54722" y="1063"/>
                </a:lnTo>
                <a:lnTo>
                  <a:pt x="55014" y="797"/>
                </a:lnTo>
                <a:lnTo>
                  <a:pt x="55306" y="638"/>
                </a:lnTo>
                <a:lnTo>
                  <a:pt x="55715" y="638"/>
                </a:lnTo>
                <a:lnTo>
                  <a:pt x="56007" y="531"/>
                </a:lnTo>
                <a:lnTo>
                  <a:pt x="56299" y="372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781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6985960" y="2833136"/>
            <a:ext cx="56708" cy="33761"/>
          </a:xfrm>
          <a:custGeom>
            <a:avLst/>
            <a:gdLst/>
            <a:ahLst/>
            <a:cxnLst/>
            <a:rect l="l" t="t" r="r" b="b"/>
            <a:pathLst>
              <a:path w="56708" h="33761">
                <a:moveTo>
                  <a:pt x="0" y="33761"/>
                </a:moveTo>
                <a:lnTo>
                  <a:pt x="175" y="33655"/>
                </a:lnTo>
                <a:lnTo>
                  <a:pt x="467" y="33495"/>
                </a:lnTo>
                <a:lnTo>
                  <a:pt x="700" y="33389"/>
                </a:lnTo>
                <a:lnTo>
                  <a:pt x="1168" y="33283"/>
                </a:lnTo>
                <a:lnTo>
                  <a:pt x="1401" y="33017"/>
                </a:lnTo>
                <a:lnTo>
                  <a:pt x="1693" y="32857"/>
                </a:lnTo>
                <a:lnTo>
                  <a:pt x="1985" y="32751"/>
                </a:lnTo>
                <a:lnTo>
                  <a:pt x="2277" y="32592"/>
                </a:lnTo>
                <a:lnTo>
                  <a:pt x="2569" y="32485"/>
                </a:lnTo>
                <a:lnTo>
                  <a:pt x="2686" y="32219"/>
                </a:lnTo>
                <a:lnTo>
                  <a:pt x="3095" y="32113"/>
                </a:lnTo>
                <a:lnTo>
                  <a:pt x="3387" y="32113"/>
                </a:lnTo>
                <a:lnTo>
                  <a:pt x="3679" y="31953"/>
                </a:lnTo>
                <a:lnTo>
                  <a:pt x="3971" y="31741"/>
                </a:lnTo>
                <a:lnTo>
                  <a:pt x="4263" y="31581"/>
                </a:lnTo>
                <a:lnTo>
                  <a:pt x="4555" y="31475"/>
                </a:lnTo>
                <a:lnTo>
                  <a:pt x="4788" y="31315"/>
                </a:lnTo>
                <a:lnTo>
                  <a:pt x="5080" y="31209"/>
                </a:lnTo>
                <a:lnTo>
                  <a:pt x="5372" y="30943"/>
                </a:lnTo>
                <a:lnTo>
                  <a:pt x="5664" y="30837"/>
                </a:lnTo>
                <a:lnTo>
                  <a:pt x="5956" y="30677"/>
                </a:lnTo>
                <a:lnTo>
                  <a:pt x="6248" y="30571"/>
                </a:lnTo>
                <a:lnTo>
                  <a:pt x="6482" y="30305"/>
                </a:lnTo>
                <a:lnTo>
                  <a:pt x="6774" y="30199"/>
                </a:lnTo>
                <a:lnTo>
                  <a:pt x="7066" y="30039"/>
                </a:lnTo>
                <a:lnTo>
                  <a:pt x="7475" y="29933"/>
                </a:lnTo>
                <a:lnTo>
                  <a:pt x="7650" y="29774"/>
                </a:lnTo>
                <a:lnTo>
                  <a:pt x="7942" y="29667"/>
                </a:lnTo>
                <a:lnTo>
                  <a:pt x="8176" y="29508"/>
                </a:lnTo>
                <a:lnTo>
                  <a:pt x="8468" y="29401"/>
                </a:lnTo>
                <a:lnTo>
                  <a:pt x="8760" y="29136"/>
                </a:lnTo>
                <a:lnTo>
                  <a:pt x="9052" y="29029"/>
                </a:lnTo>
                <a:lnTo>
                  <a:pt x="9461" y="28870"/>
                </a:lnTo>
                <a:lnTo>
                  <a:pt x="9753" y="28763"/>
                </a:lnTo>
                <a:lnTo>
                  <a:pt x="10045" y="28498"/>
                </a:lnTo>
                <a:lnTo>
                  <a:pt x="10453" y="28232"/>
                </a:lnTo>
                <a:lnTo>
                  <a:pt x="10745" y="28125"/>
                </a:lnTo>
                <a:lnTo>
                  <a:pt x="11037" y="27860"/>
                </a:lnTo>
                <a:lnTo>
                  <a:pt x="11446" y="27753"/>
                </a:lnTo>
                <a:lnTo>
                  <a:pt x="11738" y="27594"/>
                </a:lnTo>
                <a:lnTo>
                  <a:pt x="12030" y="27487"/>
                </a:lnTo>
                <a:lnTo>
                  <a:pt x="12264" y="27328"/>
                </a:lnTo>
                <a:lnTo>
                  <a:pt x="12556" y="27222"/>
                </a:lnTo>
                <a:lnTo>
                  <a:pt x="12731" y="27115"/>
                </a:lnTo>
                <a:lnTo>
                  <a:pt x="12965" y="26849"/>
                </a:lnTo>
                <a:lnTo>
                  <a:pt x="13257" y="26690"/>
                </a:lnTo>
                <a:lnTo>
                  <a:pt x="13724" y="26584"/>
                </a:lnTo>
                <a:lnTo>
                  <a:pt x="13958" y="26424"/>
                </a:lnTo>
                <a:lnTo>
                  <a:pt x="14250" y="26211"/>
                </a:lnTo>
                <a:lnTo>
                  <a:pt x="14542" y="26052"/>
                </a:lnTo>
                <a:lnTo>
                  <a:pt x="14834" y="25946"/>
                </a:lnTo>
                <a:lnTo>
                  <a:pt x="15126" y="25680"/>
                </a:lnTo>
                <a:lnTo>
                  <a:pt x="15651" y="25414"/>
                </a:lnTo>
                <a:lnTo>
                  <a:pt x="15943" y="25307"/>
                </a:lnTo>
                <a:lnTo>
                  <a:pt x="16235" y="25148"/>
                </a:lnTo>
                <a:lnTo>
                  <a:pt x="16527" y="25042"/>
                </a:lnTo>
                <a:lnTo>
                  <a:pt x="16819" y="24935"/>
                </a:lnTo>
                <a:lnTo>
                  <a:pt x="17053" y="24669"/>
                </a:lnTo>
                <a:lnTo>
                  <a:pt x="17345" y="24510"/>
                </a:lnTo>
                <a:lnTo>
                  <a:pt x="17637" y="24404"/>
                </a:lnTo>
                <a:lnTo>
                  <a:pt x="17929" y="24138"/>
                </a:lnTo>
                <a:lnTo>
                  <a:pt x="18221" y="24031"/>
                </a:lnTo>
                <a:lnTo>
                  <a:pt x="18513" y="23872"/>
                </a:lnTo>
                <a:lnTo>
                  <a:pt x="18746" y="23606"/>
                </a:lnTo>
                <a:lnTo>
                  <a:pt x="19038" y="23500"/>
                </a:lnTo>
                <a:lnTo>
                  <a:pt x="19330" y="23393"/>
                </a:lnTo>
                <a:lnTo>
                  <a:pt x="19622" y="23128"/>
                </a:lnTo>
                <a:lnTo>
                  <a:pt x="20031" y="22968"/>
                </a:lnTo>
                <a:lnTo>
                  <a:pt x="20206" y="22862"/>
                </a:lnTo>
                <a:lnTo>
                  <a:pt x="20440" y="22702"/>
                </a:lnTo>
                <a:lnTo>
                  <a:pt x="20732" y="22596"/>
                </a:lnTo>
                <a:lnTo>
                  <a:pt x="21024" y="22490"/>
                </a:lnTo>
                <a:lnTo>
                  <a:pt x="21316" y="22224"/>
                </a:lnTo>
                <a:lnTo>
                  <a:pt x="21608" y="22064"/>
                </a:lnTo>
                <a:lnTo>
                  <a:pt x="22017" y="21958"/>
                </a:lnTo>
                <a:lnTo>
                  <a:pt x="22309" y="21692"/>
                </a:lnTo>
                <a:lnTo>
                  <a:pt x="22601" y="21586"/>
                </a:lnTo>
                <a:lnTo>
                  <a:pt x="22718" y="21426"/>
                </a:lnTo>
                <a:lnTo>
                  <a:pt x="23010" y="21160"/>
                </a:lnTo>
                <a:lnTo>
                  <a:pt x="23302" y="21054"/>
                </a:lnTo>
                <a:lnTo>
                  <a:pt x="23594" y="20948"/>
                </a:lnTo>
                <a:lnTo>
                  <a:pt x="24003" y="20682"/>
                </a:lnTo>
                <a:lnTo>
                  <a:pt x="24295" y="20522"/>
                </a:lnTo>
                <a:lnTo>
                  <a:pt x="24528" y="20416"/>
                </a:lnTo>
                <a:lnTo>
                  <a:pt x="24820" y="20310"/>
                </a:lnTo>
                <a:lnTo>
                  <a:pt x="25112" y="20150"/>
                </a:lnTo>
                <a:lnTo>
                  <a:pt x="25287" y="19884"/>
                </a:lnTo>
                <a:lnTo>
                  <a:pt x="25521" y="19778"/>
                </a:lnTo>
                <a:lnTo>
                  <a:pt x="25813" y="19619"/>
                </a:lnTo>
                <a:lnTo>
                  <a:pt x="26222" y="19406"/>
                </a:lnTo>
                <a:lnTo>
                  <a:pt x="26514" y="19246"/>
                </a:lnTo>
                <a:lnTo>
                  <a:pt x="26806" y="18980"/>
                </a:lnTo>
                <a:lnTo>
                  <a:pt x="27098" y="18874"/>
                </a:lnTo>
                <a:lnTo>
                  <a:pt x="27390" y="18768"/>
                </a:lnTo>
                <a:lnTo>
                  <a:pt x="27682" y="18502"/>
                </a:lnTo>
                <a:lnTo>
                  <a:pt x="27799" y="18342"/>
                </a:lnTo>
                <a:lnTo>
                  <a:pt x="28208" y="18236"/>
                </a:lnTo>
                <a:lnTo>
                  <a:pt x="28500" y="18077"/>
                </a:lnTo>
                <a:lnTo>
                  <a:pt x="28792" y="17970"/>
                </a:lnTo>
                <a:lnTo>
                  <a:pt x="29084" y="17704"/>
                </a:lnTo>
                <a:lnTo>
                  <a:pt x="29376" y="17598"/>
                </a:lnTo>
                <a:lnTo>
                  <a:pt x="29609" y="17439"/>
                </a:lnTo>
                <a:lnTo>
                  <a:pt x="29901" y="17226"/>
                </a:lnTo>
                <a:lnTo>
                  <a:pt x="30193" y="17066"/>
                </a:lnTo>
                <a:lnTo>
                  <a:pt x="30485" y="16801"/>
                </a:lnTo>
                <a:lnTo>
                  <a:pt x="30777" y="16694"/>
                </a:lnTo>
                <a:lnTo>
                  <a:pt x="31069" y="16535"/>
                </a:lnTo>
                <a:lnTo>
                  <a:pt x="31303" y="16322"/>
                </a:lnTo>
                <a:lnTo>
                  <a:pt x="31595" y="16163"/>
                </a:lnTo>
                <a:lnTo>
                  <a:pt x="31887" y="15897"/>
                </a:lnTo>
                <a:lnTo>
                  <a:pt x="32179" y="15790"/>
                </a:lnTo>
                <a:lnTo>
                  <a:pt x="32588" y="15684"/>
                </a:lnTo>
                <a:lnTo>
                  <a:pt x="32880" y="15525"/>
                </a:lnTo>
                <a:lnTo>
                  <a:pt x="33288" y="15152"/>
                </a:lnTo>
                <a:lnTo>
                  <a:pt x="33580" y="14993"/>
                </a:lnTo>
                <a:lnTo>
                  <a:pt x="33872" y="14780"/>
                </a:lnTo>
                <a:lnTo>
                  <a:pt x="34164" y="14621"/>
                </a:lnTo>
                <a:lnTo>
                  <a:pt x="34573" y="14355"/>
                </a:lnTo>
                <a:lnTo>
                  <a:pt x="34865" y="14249"/>
                </a:lnTo>
                <a:lnTo>
                  <a:pt x="35157" y="14142"/>
                </a:lnTo>
                <a:lnTo>
                  <a:pt x="35274" y="13876"/>
                </a:lnTo>
                <a:lnTo>
                  <a:pt x="35566" y="13717"/>
                </a:lnTo>
                <a:lnTo>
                  <a:pt x="35858" y="13451"/>
                </a:lnTo>
                <a:lnTo>
                  <a:pt x="36092" y="13451"/>
                </a:lnTo>
                <a:lnTo>
                  <a:pt x="36384" y="13238"/>
                </a:lnTo>
                <a:lnTo>
                  <a:pt x="36851" y="13079"/>
                </a:lnTo>
                <a:lnTo>
                  <a:pt x="37085" y="12813"/>
                </a:lnTo>
                <a:lnTo>
                  <a:pt x="37377" y="12707"/>
                </a:lnTo>
                <a:lnTo>
                  <a:pt x="37669" y="12441"/>
                </a:lnTo>
                <a:lnTo>
                  <a:pt x="38077" y="12175"/>
                </a:lnTo>
                <a:lnTo>
                  <a:pt x="38369" y="11909"/>
                </a:lnTo>
                <a:lnTo>
                  <a:pt x="38778" y="11803"/>
                </a:lnTo>
                <a:lnTo>
                  <a:pt x="39070" y="11537"/>
                </a:lnTo>
                <a:lnTo>
                  <a:pt x="39362" y="11431"/>
                </a:lnTo>
                <a:lnTo>
                  <a:pt x="39654" y="11165"/>
                </a:lnTo>
                <a:lnTo>
                  <a:pt x="39946" y="11165"/>
                </a:lnTo>
                <a:lnTo>
                  <a:pt x="40180" y="10899"/>
                </a:lnTo>
                <a:lnTo>
                  <a:pt x="40355" y="10793"/>
                </a:lnTo>
                <a:lnTo>
                  <a:pt x="40764" y="10527"/>
                </a:lnTo>
                <a:lnTo>
                  <a:pt x="41056" y="10420"/>
                </a:lnTo>
                <a:lnTo>
                  <a:pt x="41348" y="10155"/>
                </a:lnTo>
                <a:lnTo>
                  <a:pt x="41640" y="9995"/>
                </a:lnTo>
                <a:lnTo>
                  <a:pt x="41874" y="9729"/>
                </a:lnTo>
                <a:lnTo>
                  <a:pt x="42166" y="9623"/>
                </a:lnTo>
                <a:lnTo>
                  <a:pt x="42458" y="9357"/>
                </a:lnTo>
                <a:lnTo>
                  <a:pt x="42750" y="9251"/>
                </a:lnTo>
                <a:lnTo>
                  <a:pt x="43042" y="8985"/>
                </a:lnTo>
                <a:lnTo>
                  <a:pt x="43334" y="8879"/>
                </a:lnTo>
                <a:lnTo>
                  <a:pt x="43567" y="8719"/>
                </a:lnTo>
                <a:lnTo>
                  <a:pt x="43859" y="8613"/>
                </a:lnTo>
                <a:lnTo>
                  <a:pt x="44151" y="8347"/>
                </a:lnTo>
                <a:lnTo>
                  <a:pt x="44443" y="8187"/>
                </a:lnTo>
                <a:lnTo>
                  <a:pt x="44735" y="7975"/>
                </a:lnTo>
                <a:lnTo>
                  <a:pt x="45144" y="7815"/>
                </a:lnTo>
                <a:lnTo>
                  <a:pt x="45436" y="7549"/>
                </a:lnTo>
                <a:lnTo>
                  <a:pt x="45845" y="7177"/>
                </a:lnTo>
                <a:lnTo>
                  <a:pt x="46137" y="7071"/>
                </a:lnTo>
                <a:lnTo>
                  <a:pt x="46429" y="6805"/>
                </a:lnTo>
                <a:lnTo>
                  <a:pt x="46721" y="6646"/>
                </a:lnTo>
                <a:lnTo>
                  <a:pt x="47130" y="6539"/>
                </a:lnTo>
                <a:lnTo>
                  <a:pt x="47422" y="6433"/>
                </a:lnTo>
                <a:lnTo>
                  <a:pt x="47655" y="6167"/>
                </a:lnTo>
                <a:lnTo>
                  <a:pt x="47947" y="5901"/>
                </a:lnTo>
                <a:lnTo>
                  <a:pt x="48123" y="5795"/>
                </a:lnTo>
                <a:lnTo>
                  <a:pt x="48415" y="5529"/>
                </a:lnTo>
                <a:lnTo>
                  <a:pt x="48648" y="5369"/>
                </a:lnTo>
                <a:lnTo>
                  <a:pt x="48940" y="5104"/>
                </a:lnTo>
                <a:lnTo>
                  <a:pt x="49349" y="4997"/>
                </a:lnTo>
                <a:lnTo>
                  <a:pt x="49641" y="4731"/>
                </a:lnTo>
                <a:lnTo>
                  <a:pt x="49933" y="4625"/>
                </a:lnTo>
                <a:lnTo>
                  <a:pt x="50225" y="4359"/>
                </a:lnTo>
                <a:lnTo>
                  <a:pt x="50634" y="4093"/>
                </a:lnTo>
                <a:lnTo>
                  <a:pt x="50926" y="3828"/>
                </a:lnTo>
                <a:lnTo>
                  <a:pt x="51335" y="3721"/>
                </a:lnTo>
                <a:lnTo>
                  <a:pt x="51627" y="3455"/>
                </a:lnTo>
                <a:lnTo>
                  <a:pt x="51919" y="3349"/>
                </a:lnTo>
                <a:lnTo>
                  <a:pt x="52211" y="3083"/>
                </a:lnTo>
                <a:lnTo>
                  <a:pt x="52503" y="2924"/>
                </a:lnTo>
                <a:lnTo>
                  <a:pt x="52736" y="2711"/>
                </a:lnTo>
                <a:lnTo>
                  <a:pt x="52911" y="2445"/>
                </a:lnTo>
                <a:lnTo>
                  <a:pt x="53320" y="2286"/>
                </a:lnTo>
                <a:lnTo>
                  <a:pt x="53612" y="2020"/>
                </a:lnTo>
                <a:lnTo>
                  <a:pt x="53904" y="1914"/>
                </a:lnTo>
                <a:lnTo>
                  <a:pt x="54196" y="1807"/>
                </a:lnTo>
                <a:lnTo>
                  <a:pt x="54430" y="1648"/>
                </a:lnTo>
                <a:lnTo>
                  <a:pt x="54722" y="1382"/>
                </a:lnTo>
                <a:lnTo>
                  <a:pt x="55014" y="1169"/>
                </a:lnTo>
                <a:lnTo>
                  <a:pt x="55306" y="1010"/>
                </a:lnTo>
                <a:lnTo>
                  <a:pt x="55598" y="744"/>
                </a:lnTo>
                <a:lnTo>
                  <a:pt x="55890" y="638"/>
                </a:lnTo>
                <a:lnTo>
                  <a:pt x="56124" y="37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90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7042668" y="2789432"/>
            <a:ext cx="56708" cy="43704"/>
          </a:xfrm>
          <a:custGeom>
            <a:avLst/>
            <a:gdLst/>
            <a:ahLst/>
            <a:cxnLst/>
            <a:rect l="l" t="t" r="r" b="b"/>
            <a:pathLst>
              <a:path w="56708" h="43704">
                <a:moveTo>
                  <a:pt x="0" y="43704"/>
                </a:moveTo>
                <a:lnTo>
                  <a:pt x="292" y="43438"/>
                </a:lnTo>
                <a:lnTo>
                  <a:pt x="584" y="43331"/>
                </a:lnTo>
                <a:lnTo>
                  <a:pt x="992" y="43172"/>
                </a:lnTo>
                <a:lnTo>
                  <a:pt x="1284" y="42906"/>
                </a:lnTo>
                <a:lnTo>
                  <a:pt x="1693" y="42534"/>
                </a:lnTo>
                <a:lnTo>
                  <a:pt x="1985" y="42428"/>
                </a:lnTo>
                <a:lnTo>
                  <a:pt x="2277" y="42162"/>
                </a:lnTo>
                <a:lnTo>
                  <a:pt x="2511" y="41896"/>
                </a:lnTo>
                <a:lnTo>
                  <a:pt x="2978" y="41790"/>
                </a:lnTo>
                <a:lnTo>
                  <a:pt x="3270" y="41524"/>
                </a:lnTo>
                <a:lnTo>
                  <a:pt x="3504" y="41258"/>
                </a:lnTo>
                <a:lnTo>
                  <a:pt x="3796" y="41152"/>
                </a:lnTo>
                <a:lnTo>
                  <a:pt x="3971" y="40886"/>
                </a:lnTo>
                <a:lnTo>
                  <a:pt x="4204" y="40886"/>
                </a:lnTo>
                <a:lnTo>
                  <a:pt x="4496" y="40620"/>
                </a:lnTo>
                <a:lnTo>
                  <a:pt x="4788" y="40354"/>
                </a:lnTo>
                <a:lnTo>
                  <a:pt x="5197" y="40248"/>
                </a:lnTo>
                <a:lnTo>
                  <a:pt x="5489" y="39982"/>
                </a:lnTo>
                <a:lnTo>
                  <a:pt x="5781" y="39716"/>
                </a:lnTo>
                <a:lnTo>
                  <a:pt x="6073" y="39610"/>
                </a:lnTo>
                <a:lnTo>
                  <a:pt x="6365" y="39344"/>
                </a:lnTo>
                <a:lnTo>
                  <a:pt x="6482" y="39078"/>
                </a:lnTo>
                <a:lnTo>
                  <a:pt x="6774" y="38919"/>
                </a:lnTo>
                <a:lnTo>
                  <a:pt x="7183" y="38706"/>
                </a:lnTo>
                <a:lnTo>
                  <a:pt x="7475" y="38546"/>
                </a:lnTo>
                <a:lnTo>
                  <a:pt x="7767" y="38440"/>
                </a:lnTo>
                <a:lnTo>
                  <a:pt x="8059" y="38174"/>
                </a:lnTo>
                <a:lnTo>
                  <a:pt x="8293" y="38068"/>
                </a:lnTo>
                <a:lnTo>
                  <a:pt x="8585" y="37802"/>
                </a:lnTo>
                <a:lnTo>
                  <a:pt x="8877" y="37536"/>
                </a:lnTo>
                <a:lnTo>
                  <a:pt x="9169" y="37377"/>
                </a:lnTo>
                <a:lnTo>
                  <a:pt x="9461" y="37164"/>
                </a:lnTo>
                <a:lnTo>
                  <a:pt x="9753" y="36898"/>
                </a:lnTo>
                <a:lnTo>
                  <a:pt x="9986" y="36739"/>
                </a:lnTo>
                <a:lnTo>
                  <a:pt x="10278" y="36526"/>
                </a:lnTo>
                <a:lnTo>
                  <a:pt x="10570" y="36260"/>
                </a:lnTo>
                <a:lnTo>
                  <a:pt x="10862" y="36260"/>
                </a:lnTo>
                <a:lnTo>
                  <a:pt x="11154" y="35994"/>
                </a:lnTo>
                <a:lnTo>
                  <a:pt x="11446" y="35728"/>
                </a:lnTo>
                <a:lnTo>
                  <a:pt x="11680" y="35463"/>
                </a:lnTo>
                <a:lnTo>
                  <a:pt x="11972" y="35356"/>
                </a:lnTo>
                <a:lnTo>
                  <a:pt x="12264" y="35090"/>
                </a:lnTo>
                <a:lnTo>
                  <a:pt x="12556" y="34825"/>
                </a:lnTo>
                <a:lnTo>
                  <a:pt x="12848" y="34718"/>
                </a:lnTo>
                <a:lnTo>
                  <a:pt x="13140" y="34452"/>
                </a:lnTo>
                <a:lnTo>
                  <a:pt x="13549" y="34187"/>
                </a:lnTo>
                <a:lnTo>
                  <a:pt x="13841" y="34080"/>
                </a:lnTo>
                <a:lnTo>
                  <a:pt x="13958" y="33921"/>
                </a:lnTo>
                <a:lnTo>
                  <a:pt x="14250" y="33655"/>
                </a:lnTo>
                <a:lnTo>
                  <a:pt x="14542" y="33442"/>
                </a:lnTo>
                <a:lnTo>
                  <a:pt x="14834" y="33283"/>
                </a:lnTo>
                <a:lnTo>
                  <a:pt x="15067" y="33017"/>
                </a:lnTo>
                <a:lnTo>
                  <a:pt x="15534" y="32751"/>
                </a:lnTo>
                <a:lnTo>
                  <a:pt x="15768" y="32645"/>
                </a:lnTo>
                <a:lnTo>
                  <a:pt x="16060" y="32379"/>
                </a:lnTo>
                <a:lnTo>
                  <a:pt x="16352" y="32113"/>
                </a:lnTo>
                <a:lnTo>
                  <a:pt x="16527" y="31900"/>
                </a:lnTo>
                <a:lnTo>
                  <a:pt x="16761" y="31741"/>
                </a:lnTo>
                <a:lnTo>
                  <a:pt x="17053" y="31634"/>
                </a:lnTo>
                <a:lnTo>
                  <a:pt x="17345" y="31369"/>
                </a:lnTo>
                <a:lnTo>
                  <a:pt x="17754" y="31209"/>
                </a:lnTo>
                <a:lnTo>
                  <a:pt x="18046" y="30996"/>
                </a:lnTo>
                <a:lnTo>
                  <a:pt x="18338" y="30731"/>
                </a:lnTo>
                <a:lnTo>
                  <a:pt x="18630" y="30465"/>
                </a:lnTo>
                <a:lnTo>
                  <a:pt x="18922" y="30358"/>
                </a:lnTo>
                <a:lnTo>
                  <a:pt x="19038" y="30093"/>
                </a:lnTo>
                <a:lnTo>
                  <a:pt x="19330" y="29827"/>
                </a:lnTo>
                <a:lnTo>
                  <a:pt x="19739" y="29561"/>
                </a:lnTo>
                <a:lnTo>
                  <a:pt x="20031" y="29455"/>
                </a:lnTo>
                <a:lnTo>
                  <a:pt x="20323" y="29189"/>
                </a:lnTo>
                <a:lnTo>
                  <a:pt x="20615" y="29029"/>
                </a:lnTo>
                <a:lnTo>
                  <a:pt x="20849" y="28817"/>
                </a:lnTo>
                <a:lnTo>
                  <a:pt x="21141" y="28657"/>
                </a:lnTo>
                <a:lnTo>
                  <a:pt x="21433" y="28391"/>
                </a:lnTo>
                <a:lnTo>
                  <a:pt x="21725" y="28125"/>
                </a:lnTo>
                <a:lnTo>
                  <a:pt x="22017" y="27913"/>
                </a:lnTo>
                <a:lnTo>
                  <a:pt x="22309" y="27753"/>
                </a:lnTo>
                <a:lnTo>
                  <a:pt x="22543" y="27487"/>
                </a:lnTo>
                <a:lnTo>
                  <a:pt x="22835" y="27275"/>
                </a:lnTo>
                <a:lnTo>
                  <a:pt x="23127" y="27009"/>
                </a:lnTo>
                <a:lnTo>
                  <a:pt x="23419" y="26849"/>
                </a:lnTo>
                <a:lnTo>
                  <a:pt x="23711" y="26743"/>
                </a:lnTo>
                <a:lnTo>
                  <a:pt x="23944" y="26477"/>
                </a:lnTo>
                <a:lnTo>
                  <a:pt x="24236" y="26211"/>
                </a:lnTo>
                <a:lnTo>
                  <a:pt x="24528" y="26105"/>
                </a:lnTo>
                <a:lnTo>
                  <a:pt x="24820" y="25839"/>
                </a:lnTo>
                <a:lnTo>
                  <a:pt x="25112" y="25573"/>
                </a:lnTo>
                <a:lnTo>
                  <a:pt x="25404" y="25307"/>
                </a:lnTo>
                <a:lnTo>
                  <a:pt x="25638" y="25095"/>
                </a:lnTo>
                <a:lnTo>
                  <a:pt x="26105" y="24935"/>
                </a:lnTo>
                <a:lnTo>
                  <a:pt x="26397" y="24669"/>
                </a:lnTo>
                <a:lnTo>
                  <a:pt x="26806" y="24297"/>
                </a:lnTo>
                <a:lnTo>
                  <a:pt x="27098" y="24031"/>
                </a:lnTo>
                <a:lnTo>
                  <a:pt x="27331" y="23925"/>
                </a:lnTo>
                <a:lnTo>
                  <a:pt x="27624" y="23659"/>
                </a:lnTo>
                <a:lnTo>
                  <a:pt x="28091" y="23393"/>
                </a:lnTo>
                <a:lnTo>
                  <a:pt x="28324" y="23128"/>
                </a:lnTo>
                <a:lnTo>
                  <a:pt x="28616" y="22862"/>
                </a:lnTo>
                <a:lnTo>
                  <a:pt x="28908" y="22755"/>
                </a:lnTo>
                <a:lnTo>
                  <a:pt x="29025" y="22490"/>
                </a:lnTo>
                <a:lnTo>
                  <a:pt x="29317" y="22224"/>
                </a:lnTo>
                <a:lnTo>
                  <a:pt x="29609" y="22117"/>
                </a:lnTo>
                <a:lnTo>
                  <a:pt x="29901" y="21852"/>
                </a:lnTo>
                <a:lnTo>
                  <a:pt x="30310" y="21745"/>
                </a:lnTo>
                <a:lnTo>
                  <a:pt x="30602" y="21479"/>
                </a:lnTo>
                <a:lnTo>
                  <a:pt x="30894" y="21214"/>
                </a:lnTo>
                <a:lnTo>
                  <a:pt x="31186" y="20948"/>
                </a:lnTo>
                <a:lnTo>
                  <a:pt x="31420" y="20682"/>
                </a:lnTo>
                <a:lnTo>
                  <a:pt x="31595" y="20469"/>
                </a:lnTo>
                <a:lnTo>
                  <a:pt x="31887" y="20310"/>
                </a:lnTo>
                <a:lnTo>
                  <a:pt x="32296" y="20044"/>
                </a:lnTo>
                <a:lnTo>
                  <a:pt x="32588" y="19938"/>
                </a:lnTo>
                <a:lnTo>
                  <a:pt x="32880" y="19672"/>
                </a:lnTo>
                <a:lnTo>
                  <a:pt x="33113" y="19406"/>
                </a:lnTo>
                <a:lnTo>
                  <a:pt x="33405" y="19140"/>
                </a:lnTo>
                <a:lnTo>
                  <a:pt x="33697" y="19034"/>
                </a:lnTo>
                <a:lnTo>
                  <a:pt x="33989" y="18768"/>
                </a:lnTo>
                <a:lnTo>
                  <a:pt x="34281" y="18502"/>
                </a:lnTo>
                <a:lnTo>
                  <a:pt x="34573" y="18236"/>
                </a:lnTo>
                <a:lnTo>
                  <a:pt x="34807" y="18023"/>
                </a:lnTo>
                <a:lnTo>
                  <a:pt x="35099" y="17758"/>
                </a:lnTo>
                <a:lnTo>
                  <a:pt x="35391" y="17598"/>
                </a:lnTo>
                <a:lnTo>
                  <a:pt x="35683" y="17492"/>
                </a:lnTo>
                <a:lnTo>
                  <a:pt x="35975" y="17226"/>
                </a:lnTo>
                <a:lnTo>
                  <a:pt x="36267" y="16960"/>
                </a:lnTo>
                <a:lnTo>
                  <a:pt x="36501" y="16694"/>
                </a:lnTo>
                <a:lnTo>
                  <a:pt x="36793" y="16482"/>
                </a:lnTo>
                <a:lnTo>
                  <a:pt x="37085" y="16216"/>
                </a:lnTo>
                <a:lnTo>
                  <a:pt x="37377" y="15950"/>
                </a:lnTo>
                <a:lnTo>
                  <a:pt x="37669" y="15844"/>
                </a:lnTo>
                <a:lnTo>
                  <a:pt x="37961" y="15578"/>
                </a:lnTo>
                <a:lnTo>
                  <a:pt x="38194" y="15312"/>
                </a:lnTo>
                <a:lnTo>
                  <a:pt x="38661" y="15152"/>
                </a:lnTo>
                <a:lnTo>
                  <a:pt x="38895" y="14940"/>
                </a:lnTo>
                <a:lnTo>
                  <a:pt x="39070" y="14674"/>
                </a:lnTo>
                <a:lnTo>
                  <a:pt x="39362" y="14408"/>
                </a:lnTo>
                <a:lnTo>
                  <a:pt x="39654" y="14142"/>
                </a:lnTo>
                <a:lnTo>
                  <a:pt x="39888" y="14036"/>
                </a:lnTo>
                <a:lnTo>
                  <a:pt x="40180" y="13770"/>
                </a:lnTo>
                <a:lnTo>
                  <a:pt x="40589" y="13504"/>
                </a:lnTo>
                <a:lnTo>
                  <a:pt x="40881" y="13238"/>
                </a:lnTo>
                <a:lnTo>
                  <a:pt x="41173" y="12973"/>
                </a:lnTo>
                <a:lnTo>
                  <a:pt x="41465" y="12866"/>
                </a:lnTo>
                <a:lnTo>
                  <a:pt x="41582" y="12600"/>
                </a:lnTo>
                <a:lnTo>
                  <a:pt x="41874" y="12334"/>
                </a:lnTo>
                <a:lnTo>
                  <a:pt x="42166" y="12122"/>
                </a:lnTo>
                <a:lnTo>
                  <a:pt x="42458" y="11962"/>
                </a:lnTo>
                <a:lnTo>
                  <a:pt x="42866" y="11696"/>
                </a:lnTo>
                <a:lnTo>
                  <a:pt x="43158" y="11431"/>
                </a:lnTo>
                <a:lnTo>
                  <a:pt x="43450" y="11218"/>
                </a:lnTo>
                <a:lnTo>
                  <a:pt x="43742" y="10952"/>
                </a:lnTo>
                <a:lnTo>
                  <a:pt x="43976" y="10686"/>
                </a:lnTo>
                <a:lnTo>
                  <a:pt x="44151" y="10580"/>
                </a:lnTo>
                <a:lnTo>
                  <a:pt x="44443" y="10314"/>
                </a:lnTo>
                <a:lnTo>
                  <a:pt x="44852" y="10048"/>
                </a:lnTo>
                <a:lnTo>
                  <a:pt x="45144" y="9782"/>
                </a:lnTo>
                <a:lnTo>
                  <a:pt x="45436" y="9517"/>
                </a:lnTo>
                <a:lnTo>
                  <a:pt x="45670" y="9251"/>
                </a:lnTo>
                <a:lnTo>
                  <a:pt x="45962" y="9144"/>
                </a:lnTo>
                <a:lnTo>
                  <a:pt x="46254" y="8879"/>
                </a:lnTo>
                <a:lnTo>
                  <a:pt x="46546" y="8613"/>
                </a:lnTo>
                <a:lnTo>
                  <a:pt x="46838" y="8347"/>
                </a:lnTo>
                <a:lnTo>
                  <a:pt x="47130" y="8241"/>
                </a:lnTo>
                <a:lnTo>
                  <a:pt x="47363" y="7975"/>
                </a:lnTo>
                <a:lnTo>
                  <a:pt x="47655" y="7709"/>
                </a:lnTo>
                <a:lnTo>
                  <a:pt x="47947" y="7496"/>
                </a:lnTo>
                <a:lnTo>
                  <a:pt x="48239" y="7230"/>
                </a:lnTo>
                <a:lnTo>
                  <a:pt x="48531" y="6965"/>
                </a:lnTo>
                <a:lnTo>
                  <a:pt x="48765" y="6699"/>
                </a:lnTo>
                <a:lnTo>
                  <a:pt x="49057" y="6433"/>
                </a:lnTo>
                <a:lnTo>
                  <a:pt x="49349" y="6167"/>
                </a:lnTo>
                <a:lnTo>
                  <a:pt x="49641" y="5954"/>
                </a:lnTo>
                <a:lnTo>
                  <a:pt x="49933" y="5795"/>
                </a:lnTo>
                <a:lnTo>
                  <a:pt x="50225" y="5529"/>
                </a:lnTo>
                <a:lnTo>
                  <a:pt x="50459" y="5263"/>
                </a:lnTo>
                <a:lnTo>
                  <a:pt x="50751" y="5050"/>
                </a:lnTo>
                <a:lnTo>
                  <a:pt x="51218" y="4891"/>
                </a:lnTo>
                <a:lnTo>
                  <a:pt x="51451" y="4625"/>
                </a:lnTo>
                <a:lnTo>
                  <a:pt x="51627" y="4412"/>
                </a:lnTo>
                <a:lnTo>
                  <a:pt x="51919" y="4147"/>
                </a:lnTo>
                <a:lnTo>
                  <a:pt x="52152" y="3881"/>
                </a:lnTo>
                <a:lnTo>
                  <a:pt x="52444" y="3615"/>
                </a:lnTo>
                <a:lnTo>
                  <a:pt x="52736" y="3509"/>
                </a:lnTo>
                <a:lnTo>
                  <a:pt x="53145" y="3243"/>
                </a:lnTo>
                <a:lnTo>
                  <a:pt x="53437" y="2977"/>
                </a:lnTo>
                <a:lnTo>
                  <a:pt x="53729" y="2711"/>
                </a:lnTo>
                <a:lnTo>
                  <a:pt x="54021" y="2445"/>
                </a:lnTo>
                <a:lnTo>
                  <a:pt x="54138" y="2179"/>
                </a:lnTo>
                <a:lnTo>
                  <a:pt x="54430" y="1967"/>
                </a:lnTo>
                <a:lnTo>
                  <a:pt x="54722" y="1701"/>
                </a:lnTo>
                <a:lnTo>
                  <a:pt x="55014" y="1435"/>
                </a:lnTo>
                <a:lnTo>
                  <a:pt x="55423" y="1329"/>
                </a:lnTo>
                <a:lnTo>
                  <a:pt x="55715" y="1063"/>
                </a:lnTo>
                <a:lnTo>
                  <a:pt x="56007" y="797"/>
                </a:lnTo>
                <a:lnTo>
                  <a:pt x="56240" y="531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798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7099376" y="2736636"/>
            <a:ext cx="56824" cy="52795"/>
          </a:xfrm>
          <a:custGeom>
            <a:avLst/>
            <a:gdLst/>
            <a:ahLst/>
            <a:cxnLst/>
            <a:rect l="l" t="t" r="r" b="b"/>
            <a:pathLst>
              <a:path w="56824" h="52795">
                <a:moveTo>
                  <a:pt x="0" y="52795"/>
                </a:moveTo>
                <a:lnTo>
                  <a:pt x="292" y="52583"/>
                </a:lnTo>
                <a:lnTo>
                  <a:pt x="700" y="52317"/>
                </a:lnTo>
                <a:lnTo>
                  <a:pt x="992" y="52051"/>
                </a:lnTo>
                <a:lnTo>
                  <a:pt x="1226" y="51785"/>
                </a:lnTo>
                <a:lnTo>
                  <a:pt x="1518" y="51679"/>
                </a:lnTo>
                <a:lnTo>
                  <a:pt x="1810" y="51413"/>
                </a:lnTo>
                <a:lnTo>
                  <a:pt x="2102" y="51147"/>
                </a:lnTo>
                <a:lnTo>
                  <a:pt x="2394" y="50881"/>
                </a:lnTo>
                <a:lnTo>
                  <a:pt x="2511" y="50615"/>
                </a:lnTo>
                <a:lnTo>
                  <a:pt x="2920" y="50403"/>
                </a:lnTo>
                <a:lnTo>
                  <a:pt x="3212" y="50137"/>
                </a:lnTo>
                <a:lnTo>
                  <a:pt x="3504" y="49871"/>
                </a:lnTo>
                <a:lnTo>
                  <a:pt x="3796" y="49605"/>
                </a:lnTo>
                <a:lnTo>
                  <a:pt x="4088" y="49499"/>
                </a:lnTo>
                <a:lnTo>
                  <a:pt x="4380" y="49233"/>
                </a:lnTo>
                <a:lnTo>
                  <a:pt x="4613" y="48967"/>
                </a:lnTo>
                <a:lnTo>
                  <a:pt x="4905" y="48701"/>
                </a:lnTo>
                <a:lnTo>
                  <a:pt x="5197" y="48436"/>
                </a:lnTo>
                <a:lnTo>
                  <a:pt x="5489" y="48063"/>
                </a:lnTo>
                <a:lnTo>
                  <a:pt x="5781" y="47798"/>
                </a:lnTo>
                <a:lnTo>
                  <a:pt x="6073" y="47532"/>
                </a:lnTo>
                <a:lnTo>
                  <a:pt x="6307" y="47319"/>
                </a:lnTo>
                <a:lnTo>
                  <a:pt x="6599" y="47160"/>
                </a:lnTo>
                <a:lnTo>
                  <a:pt x="7008" y="46894"/>
                </a:lnTo>
                <a:lnTo>
                  <a:pt x="7300" y="46628"/>
                </a:lnTo>
                <a:lnTo>
                  <a:pt x="7475" y="46415"/>
                </a:lnTo>
                <a:lnTo>
                  <a:pt x="7767" y="46149"/>
                </a:lnTo>
                <a:lnTo>
                  <a:pt x="8001" y="45884"/>
                </a:lnTo>
                <a:lnTo>
                  <a:pt x="8293" y="45618"/>
                </a:lnTo>
                <a:lnTo>
                  <a:pt x="8585" y="45352"/>
                </a:lnTo>
                <a:lnTo>
                  <a:pt x="8877" y="45086"/>
                </a:lnTo>
                <a:lnTo>
                  <a:pt x="9285" y="44873"/>
                </a:lnTo>
                <a:lnTo>
                  <a:pt x="9577" y="44714"/>
                </a:lnTo>
                <a:lnTo>
                  <a:pt x="9869" y="44448"/>
                </a:lnTo>
                <a:lnTo>
                  <a:pt x="9986" y="44235"/>
                </a:lnTo>
                <a:lnTo>
                  <a:pt x="10278" y="43969"/>
                </a:lnTo>
                <a:lnTo>
                  <a:pt x="10570" y="43704"/>
                </a:lnTo>
                <a:lnTo>
                  <a:pt x="10862" y="43331"/>
                </a:lnTo>
                <a:lnTo>
                  <a:pt x="11271" y="43066"/>
                </a:lnTo>
                <a:lnTo>
                  <a:pt x="11563" y="42800"/>
                </a:lnTo>
                <a:lnTo>
                  <a:pt x="11855" y="42534"/>
                </a:lnTo>
                <a:lnTo>
                  <a:pt x="12089" y="42428"/>
                </a:lnTo>
                <a:lnTo>
                  <a:pt x="12381" y="42162"/>
                </a:lnTo>
                <a:lnTo>
                  <a:pt x="12556" y="41896"/>
                </a:lnTo>
                <a:lnTo>
                  <a:pt x="12789" y="41630"/>
                </a:lnTo>
                <a:lnTo>
                  <a:pt x="13257" y="41364"/>
                </a:lnTo>
                <a:lnTo>
                  <a:pt x="13549" y="41152"/>
                </a:lnTo>
                <a:lnTo>
                  <a:pt x="13782" y="40886"/>
                </a:lnTo>
                <a:lnTo>
                  <a:pt x="14074" y="40620"/>
                </a:lnTo>
                <a:lnTo>
                  <a:pt x="14366" y="40248"/>
                </a:lnTo>
                <a:lnTo>
                  <a:pt x="14658" y="40088"/>
                </a:lnTo>
                <a:lnTo>
                  <a:pt x="14950" y="39822"/>
                </a:lnTo>
                <a:lnTo>
                  <a:pt x="15067" y="39610"/>
                </a:lnTo>
                <a:lnTo>
                  <a:pt x="15476" y="39344"/>
                </a:lnTo>
                <a:lnTo>
                  <a:pt x="15768" y="39078"/>
                </a:lnTo>
                <a:lnTo>
                  <a:pt x="16060" y="38812"/>
                </a:lnTo>
                <a:lnTo>
                  <a:pt x="16352" y="38546"/>
                </a:lnTo>
                <a:lnTo>
                  <a:pt x="16644" y="38280"/>
                </a:lnTo>
                <a:lnTo>
                  <a:pt x="16878" y="37908"/>
                </a:lnTo>
                <a:lnTo>
                  <a:pt x="17170" y="37802"/>
                </a:lnTo>
                <a:lnTo>
                  <a:pt x="17637" y="37536"/>
                </a:lnTo>
                <a:lnTo>
                  <a:pt x="17754" y="37270"/>
                </a:lnTo>
                <a:lnTo>
                  <a:pt x="18046" y="37004"/>
                </a:lnTo>
                <a:lnTo>
                  <a:pt x="18338" y="36739"/>
                </a:lnTo>
                <a:lnTo>
                  <a:pt x="18571" y="36526"/>
                </a:lnTo>
                <a:lnTo>
                  <a:pt x="18863" y="36260"/>
                </a:lnTo>
                <a:lnTo>
                  <a:pt x="19155" y="35994"/>
                </a:lnTo>
                <a:lnTo>
                  <a:pt x="19564" y="35622"/>
                </a:lnTo>
                <a:lnTo>
                  <a:pt x="19856" y="35463"/>
                </a:lnTo>
                <a:lnTo>
                  <a:pt x="20031" y="35197"/>
                </a:lnTo>
                <a:lnTo>
                  <a:pt x="20265" y="34984"/>
                </a:lnTo>
                <a:lnTo>
                  <a:pt x="20557" y="34718"/>
                </a:lnTo>
                <a:lnTo>
                  <a:pt x="20849" y="34452"/>
                </a:lnTo>
                <a:lnTo>
                  <a:pt x="21141" y="34187"/>
                </a:lnTo>
                <a:lnTo>
                  <a:pt x="21433" y="33814"/>
                </a:lnTo>
                <a:lnTo>
                  <a:pt x="21842" y="33549"/>
                </a:lnTo>
                <a:lnTo>
                  <a:pt x="22134" y="33283"/>
                </a:lnTo>
                <a:lnTo>
                  <a:pt x="22426" y="33176"/>
                </a:lnTo>
                <a:lnTo>
                  <a:pt x="22543" y="32911"/>
                </a:lnTo>
                <a:lnTo>
                  <a:pt x="22835" y="32645"/>
                </a:lnTo>
                <a:lnTo>
                  <a:pt x="23127" y="32379"/>
                </a:lnTo>
                <a:lnTo>
                  <a:pt x="23419" y="32007"/>
                </a:lnTo>
                <a:lnTo>
                  <a:pt x="23827" y="31741"/>
                </a:lnTo>
                <a:lnTo>
                  <a:pt x="24119" y="31475"/>
                </a:lnTo>
                <a:lnTo>
                  <a:pt x="24353" y="31262"/>
                </a:lnTo>
                <a:lnTo>
                  <a:pt x="24645" y="30996"/>
                </a:lnTo>
                <a:lnTo>
                  <a:pt x="24937" y="30837"/>
                </a:lnTo>
                <a:lnTo>
                  <a:pt x="25112" y="30465"/>
                </a:lnTo>
                <a:lnTo>
                  <a:pt x="25346" y="30199"/>
                </a:lnTo>
                <a:lnTo>
                  <a:pt x="25813" y="29933"/>
                </a:lnTo>
                <a:lnTo>
                  <a:pt x="26047" y="29720"/>
                </a:lnTo>
                <a:lnTo>
                  <a:pt x="26339" y="29455"/>
                </a:lnTo>
                <a:lnTo>
                  <a:pt x="26631" y="29189"/>
                </a:lnTo>
                <a:lnTo>
                  <a:pt x="26923" y="28817"/>
                </a:lnTo>
                <a:lnTo>
                  <a:pt x="27215" y="28551"/>
                </a:lnTo>
                <a:lnTo>
                  <a:pt x="27507" y="28391"/>
                </a:lnTo>
                <a:lnTo>
                  <a:pt x="27624" y="28179"/>
                </a:lnTo>
                <a:lnTo>
                  <a:pt x="28032" y="27913"/>
                </a:lnTo>
                <a:lnTo>
                  <a:pt x="28324" y="27647"/>
                </a:lnTo>
                <a:lnTo>
                  <a:pt x="28616" y="27275"/>
                </a:lnTo>
                <a:lnTo>
                  <a:pt x="28908" y="27009"/>
                </a:lnTo>
                <a:lnTo>
                  <a:pt x="29200" y="26743"/>
                </a:lnTo>
                <a:lnTo>
                  <a:pt x="29434" y="26477"/>
                </a:lnTo>
                <a:lnTo>
                  <a:pt x="29726" y="26211"/>
                </a:lnTo>
                <a:lnTo>
                  <a:pt x="30135" y="25946"/>
                </a:lnTo>
                <a:lnTo>
                  <a:pt x="30310" y="25733"/>
                </a:lnTo>
                <a:lnTo>
                  <a:pt x="30602" y="25467"/>
                </a:lnTo>
                <a:lnTo>
                  <a:pt x="30894" y="25201"/>
                </a:lnTo>
                <a:lnTo>
                  <a:pt x="31128" y="24935"/>
                </a:lnTo>
                <a:lnTo>
                  <a:pt x="31420" y="24563"/>
                </a:lnTo>
                <a:lnTo>
                  <a:pt x="31712" y="24297"/>
                </a:lnTo>
                <a:lnTo>
                  <a:pt x="32120" y="24031"/>
                </a:lnTo>
                <a:lnTo>
                  <a:pt x="32412" y="23766"/>
                </a:lnTo>
                <a:lnTo>
                  <a:pt x="32704" y="23659"/>
                </a:lnTo>
                <a:lnTo>
                  <a:pt x="32821" y="23287"/>
                </a:lnTo>
                <a:lnTo>
                  <a:pt x="33113" y="23021"/>
                </a:lnTo>
                <a:lnTo>
                  <a:pt x="33405" y="22755"/>
                </a:lnTo>
                <a:lnTo>
                  <a:pt x="33697" y="22490"/>
                </a:lnTo>
                <a:lnTo>
                  <a:pt x="33989" y="22224"/>
                </a:lnTo>
                <a:lnTo>
                  <a:pt x="34398" y="21852"/>
                </a:lnTo>
                <a:lnTo>
                  <a:pt x="34690" y="21586"/>
                </a:lnTo>
                <a:lnTo>
                  <a:pt x="34982" y="21479"/>
                </a:lnTo>
                <a:lnTo>
                  <a:pt x="35216" y="21214"/>
                </a:lnTo>
                <a:lnTo>
                  <a:pt x="35391" y="20841"/>
                </a:lnTo>
                <a:lnTo>
                  <a:pt x="35683" y="20576"/>
                </a:lnTo>
                <a:lnTo>
                  <a:pt x="35917" y="20310"/>
                </a:lnTo>
                <a:lnTo>
                  <a:pt x="36384" y="20044"/>
                </a:lnTo>
                <a:lnTo>
                  <a:pt x="36676" y="19672"/>
                </a:lnTo>
                <a:lnTo>
                  <a:pt x="36909" y="19406"/>
                </a:lnTo>
                <a:lnTo>
                  <a:pt x="37201" y="19140"/>
                </a:lnTo>
                <a:lnTo>
                  <a:pt x="37493" y="19034"/>
                </a:lnTo>
                <a:lnTo>
                  <a:pt x="37610" y="18661"/>
                </a:lnTo>
                <a:lnTo>
                  <a:pt x="37902" y="18396"/>
                </a:lnTo>
                <a:lnTo>
                  <a:pt x="38369" y="18130"/>
                </a:lnTo>
                <a:lnTo>
                  <a:pt x="38603" y="17864"/>
                </a:lnTo>
                <a:lnTo>
                  <a:pt x="38895" y="17598"/>
                </a:lnTo>
                <a:lnTo>
                  <a:pt x="39187" y="17226"/>
                </a:lnTo>
                <a:lnTo>
                  <a:pt x="39479" y="16960"/>
                </a:lnTo>
                <a:lnTo>
                  <a:pt x="39771" y="16854"/>
                </a:lnTo>
                <a:lnTo>
                  <a:pt x="40005" y="16588"/>
                </a:lnTo>
                <a:lnTo>
                  <a:pt x="40180" y="16216"/>
                </a:lnTo>
                <a:lnTo>
                  <a:pt x="40589" y="15950"/>
                </a:lnTo>
                <a:lnTo>
                  <a:pt x="40881" y="15684"/>
                </a:lnTo>
                <a:lnTo>
                  <a:pt x="41173" y="15312"/>
                </a:lnTo>
                <a:lnTo>
                  <a:pt x="41465" y="15046"/>
                </a:lnTo>
                <a:lnTo>
                  <a:pt x="41698" y="14780"/>
                </a:lnTo>
                <a:lnTo>
                  <a:pt x="41990" y="14514"/>
                </a:lnTo>
                <a:lnTo>
                  <a:pt x="42282" y="14302"/>
                </a:lnTo>
                <a:lnTo>
                  <a:pt x="42691" y="14036"/>
                </a:lnTo>
                <a:lnTo>
                  <a:pt x="42866" y="13770"/>
                </a:lnTo>
                <a:lnTo>
                  <a:pt x="43158" y="13504"/>
                </a:lnTo>
                <a:lnTo>
                  <a:pt x="43392" y="13132"/>
                </a:lnTo>
                <a:lnTo>
                  <a:pt x="43684" y="12866"/>
                </a:lnTo>
                <a:lnTo>
                  <a:pt x="43976" y="12600"/>
                </a:lnTo>
                <a:lnTo>
                  <a:pt x="44268" y="12228"/>
                </a:lnTo>
                <a:lnTo>
                  <a:pt x="44677" y="12122"/>
                </a:lnTo>
                <a:lnTo>
                  <a:pt x="44969" y="11856"/>
                </a:lnTo>
                <a:lnTo>
                  <a:pt x="45261" y="11590"/>
                </a:lnTo>
                <a:lnTo>
                  <a:pt x="45378" y="11218"/>
                </a:lnTo>
                <a:lnTo>
                  <a:pt x="45670" y="10952"/>
                </a:lnTo>
                <a:lnTo>
                  <a:pt x="45962" y="10686"/>
                </a:lnTo>
                <a:lnTo>
                  <a:pt x="46254" y="10314"/>
                </a:lnTo>
                <a:lnTo>
                  <a:pt x="46546" y="10048"/>
                </a:lnTo>
                <a:lnTo>
                  <a:pt x="46954" y="9942"/>
                </a:lnTo>
                <a:lnTo>
                  <a:pt x="47246" y="9676"/>
                </a:lnTo>
                <a:lnTo>
                  <a:pt x="47480" y="9251"/>
                </a:lnTo>
                <a:lnTo>
                  <a:pt x="47772" y="9038"/>
                </a:lnTo>
                <a:lnTo>
                  <a:pt x="47947" y="8772"/>
                </a:lnTo>
                <a:lnTo>
                  <a:pt x="48239" y="8400"/>
                </a:lnTo>
                <a:lnTo>
                  <a:pt x="48473" y="8134"/>
                </a:lnTo>
                <a:lnTo>
                  <a:pt x="48940" y="7868"/>
                </a:lnTo>
                <a:lnTo>
                  <a:pt x="49174" y="7496"/>
                </a:lnTo>
                <a:lnTo>
                  <a:pt x="49466" y="7337"/>
                </a:lnTo>
                <a:lnTo>
                  <a:pt x="49758" y="7071"/>
                </a:lnTo>
                <a:lnTo>
                  <a:pt x="50050" y="6858"/>
                </a:lnTo>
                <a:lnTo>
                  <a:pt x="50342" y="6433"/>
                </a:lnTo>
                <a:lnTo>
                  <a:pt x="50459" y="6167"/>
                </a:lnTo>
                <a:lnTo>
                  <a:pt x="50867" y="5954"/>
                </a:lnTo>
                <a:lnTo>
                  <a:pt x="51159" y="5529"/>
                </a:lnTo>
                <a:lnTo>
                  <a:pt x="51451" y="5316"/>
                </a:lnTo>
                <a:lnTo>
                  <a:pt x="51743" y="5157"/>
                </a:lnTo>
                <a:lnTo>
                  <a:pt x="52035" y="4785"/>
                </a:lnTo>
                <a:lnTo>
                  <a:pt x="52327" y="4519"/>
                </a:lnTo>
                <a:lnTo>
                  <a:pt x="52561" y="4253"/>
                </a:lnTo>
                <a:lnTo>
                  <a:pt x="52736" y="3881"/>
                </a:lnTo>
                <a:lnTo>
                  <a:pt x="53145" y="3615"/>
                </a:lnTo>
                <a:lnTo>
                  <a:pt x="53437" y="3349"/>
                </a:lnTo>
                <a:lnTo>
                  <a:pt x="53729" y="2977"/>
                </a:lnTo>
                <a:lnTo>
                  <a:pt x="54021" y="2871"/>
                </a:lnTo>
                <a:lnTo>
                  <a:pt x="54255" y="2605"/>
                </a:lnTo>
                <a:lnTo>
                  <a:pt x="54547" y="2233"/>
                </a:lnTo>
                <a:lnTo>
                  <a:pt x="54839" y="1967"/>
                </a:lnTo>
                <a:lnTo>
                  <a:pt x="55248" y="1701"/>
                </a:lnTo>
                <a:lnTo>
                  <a:pt x="55423" y="1329"/>
                </a:lnTo>
                <a:lnTo>
                  <a:pt x="55715" y="1063"/>
                </a:lnTo>
                <a:lnTo>
                  <a:pt x="55948" y="797"/>
                </a:lnTo>
                <a:lnTo>
                  <a:pt x="56240" y="53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805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7156201" y="2676184"/>
            <a:ext cx="56708" cy="60452"/>
          </a:xfrm>
          <a:custGeom>
            <a:avLst/>
            <a:gdLst/>
            <a:ahLst/>
            <a:cxnLst/>
            <a:rect l="l" t="t" r="r" b="b"/>
            <a:pathLst>
              <a:path w="56708" h="60452">
                <a:moveTo>
                  <a:pt x="0" y="60452"/>
                </a:moveTo>
                <a:lnTo>
                  <a:pt x="408" y="60079"/>
                </a:lnTo>
                <a:lnTo>
                  <a:pt x="700" y="59814"/>
                </a:lnTo>
                <a:lnTo>
                  <a:pt x="992" y="59441"/>
                </a:lnTo>
                <a:lnTo>
                  <a:pt x="1109" y="59176"/>
                </a:lnTo>
                <a:lnTo>
                  <a:pt x="1401" y="58910"/>
                </a:lnTo>
                <a:lnTo>
                  <a:pt x="1693" y="58697"/>
                </a:lnTo>
                <a:lnTo>
                  <a:pt x="1985" y="58431"/>
                </a:lnTo>
                <a:lnTo>
                  <a:pt x="2219" y="58165"/>
                </a:lnTo>
                <a:lnTo>
                  <a:pt x="2686" y="57793"/>
                </a:lnTo>
                <a:lnTo>
                  <a:pt x="2978" y="57527"/>
                </a:lnTo>
                <a:lnTo>
                  <a:pt x="3212" y="57261"/>
                </a:lnTo>
                <a:lnTo>
                  <a:pt x="3504" y="56889"/>
                </a:lnTo>
                <a:lnTo>
                  <a:pt x="3679" y="56623"/>
                </a:lnTo>
                <a:lnTo>
                  <a:pt x="3912" y="56358"/>
                </a:lnTo>
                <a:lnTo>
                  <a:pt x="4204" y="56092"/>
                </a:lnTo>
                <a:lnTo>
                  <a:pt x="4672" y="55879"/>
                </a:lnTo>
                <a:lnTo>
                  <a:pt x="4905" y="55454"/>
                </a:lnTo>
                <a:lnTo>
                  <a:pt x="5197" y="55188"/>
                </a:lnTo>
                <a:lnTo>
                  <a:pt x="5489" y="54975"/>
                </a:lnTo>
                <a:lnTo>
                  <a:pt x="5781" y="54550"/>
                </a:lnTo>
                <a:lnTo>
                  <a:pt x="6073" y="54337"/>
                </a:lnTo>
                <a:lnTo>
                  <a:pt x="6190" y="54071"/>
                </a:lnTo>
                <a:lnTo>
                  <a:pt x="6599" y="53806"/>
                </a:lnTo>
                <a:lnTo>
                  <a:pt x="6891" y="53540"/>
                </a:lnTo>
                <a:lnTo>
                  <a:pt x="7183" y="53168"/>
                </a:lnTo>
                <a:lnTo>
                  <a:pt x="7475" y="52902"/>
                </a:lnTo>
                <a:lnTo>
                  <a:pt x="7767" y="52530"/>
                </a:lnTo>
                <a:lnTo>
                  <a:pt x="8001" y="52264"/>
                </a:lnTo>
                <a:lnTo>
                  <a:pt x="8293" y="51998"/>
                </a:lnTo>
                <a:lnTo>
                  <a:pt x="8585" y="51732"/>
                </a:lnTo>
                <a:lnTo>
                  <a:pt x="8877" y="51466"/>
                </a:lnTo>
                <a:lnTo>
                  <a:pt x="9169" y="51094"/>
                </a:lnTo>
                <a:lnTo>
                  <a:pt x="9461" y="50828"/>
                </a:lnTo>
                <a:lnTo>
                  <a:pt x="9694" y="50562"/>
                </a:lnTo>
                <a:lnTo>
                  <a:pt x="9986" y="50190"/>
                </a:lnTo>
                <a:lnTo>
                  <a:pt x="10278" y="49924"/>
                </a:lnTo>
                <a:lnTo>
                  <a:pt x="10570" y="49552"/>
                </a:lnTo>
                <a:lnTo>
                  <a:pt x="10979" y="49286"/>
                </a:lnTo>
                <a:lnTo>
                  <a:pt x="11154" y="49180"/>
                </a:lnTo>
                <a:lnTo>
                  <a:pt x="11388" y="48808"/>
                </a:lnTo>
                <a:lnTo>
                  <a:pt x="11680" y="48542"/>
                </a:lnTo>
                <a:lnTo>
                  <a:pt x="11972" y="48170"/>
                </a:lnTo>
                <a:lnTo>
                  <a:pt x="12264" y="47904"/>
                </a:lnTo>
                <a:lnTo>
                  <a:pt x="12556" y="47479"/>
                </a:lnTo>
                <a:lnTo>
                  <a:pt x="12965" y="47266"/>
                </a:lnTo>
                <a:lnTo>
                  <a:pt x="13257" y="47000"/>
                </a:lnTo>
                <a:lnTo>
                  <a:pt x="13549" y="46734"/>
                </a:lnTo>
                <a:lnTo>
                  <a:pt x="13665" y="46468"/>
                </a:lnTo>
                <a:lnTo>
                  <a:pt x="13958" y="46096"/>
                </a:lnTo>
                <a:lnTo>
                  <a:pt x="14250" y="45830"/>
                </a:lnTo>
                <a:lnTo>
                  <a:pt x="14542" y="45458"/>
                </a:lnTo>
                <a:lnTo>
                  <a:pt x="14775" y="45192"/>
                </a:lnTo>
                <a:lnTo>
                  <a:pt x="15242" y="44926"/>
                </a:lnTo>
                <a:lnTo>
                  <a:pt x="15476" y="44661"/>
                </a:lnTo>
                <a:lnTo>
                  <a:pt x="15768" y="44395"/>
                </a:lnTo>
                <a:lnTo>
                  <a:pt x="16060" y="44023"/>
                </a:lnTo>
                <a:lnTo>
                  <a:pt x="16235" y="43757"/>
                </a:lnTo>
                <a:lnTo>
                  <a:pt x="16469" y="43385"/>
                </a:lnTo>
                <a:lnTo>
                  <a:pt x="16761" y="43119"/>
                </a:lnTo>
                <a:lnTo>
                  <a:pt x="17170" y="42906"/>
                </a:lnTo>
                <a:lnTo>
                  <a:pt x="17462" y="42481"/>
                </a:lnTo>
                <a:lnTo>
                  <a:pt x="17754" y="42374"/>
                </a:lnTo>
                <a:lnTo>
                  <a:pt x="18046" y="42002"/>
                </a:lnTo>
                <a:lnTo>
                  <a:pt x="18338" y="41736"/>
                </a:lnTo>
                <a:lnTo>
                  <a:pt x="18630" y="41364"/>
                </a:lnTo>
                <a:lnTo>
                  <a:pt x="18746" y="41098"/>
                </a:lnTo>
                <a:lnTo>
                  <a:pt x="19155" y="40673"/>
                </a:lnTo>
                <a:lnTo>
                  <a:pt x="19447" y="40460"/>
                </a:lnTo>
                <a:lnTo>
                  <a:pt x="19739" y="40035"/>
                </a:lnTo>
                <a:lnTo>
                  <a:pt x="20031" y="39929"/>
                </a:lnTo>
                <a:lnTo>
                  <a:pt x="20323" y="39663"/>
                </a:lnTo>
                <a:lnTo>
                  <a:pt x="20557" y="39291"/>
                </a:lnTo>
                <a:lnTo>
                  <a:pt x="20849" y="39025"/>
                </a:lnTo>
                <a:lnTo>
                  <a:pt x="21141" y="38653"/>
                </a:lnTo>
                <a:lnTo>
                  <a:pt x="21433" y="38387"/>
                </a:lnTo>
                <a:lnTo>
                  <a:pt x="21725" y="38015"/>
                </a:lnTo>
                <a:lnTo>
                  <a:pt x="22017" y="37749"/>
                </a:lnTo>
                <a:lnTo>
                  <a:pt x="22251" y="37483"/>
                </a:lnTo>
                <a:lnTo>
                  <a:pt x="22543" y="37217"/>
                </a:lnTo>
                <a:lnTo>
                  <a:pt x="22835" y="36845"/>
                </a:lnTo>
                <a:lnTo>
                  <a:pt x="23127" y="36579"/>
                </a:lnTo>
                <a:lnTo>
                  <a:pt x="23535" y="36207"/>
                </a:lnTo>
                <a:lnTo>
                  <a:pt x="23711" y="35941"/>
                </a:lnTo>
                <a:lnTo>
                  <a:pt x="23944" y="35569"/>
                </a:lnTo>
                <a:lnTo>
                  <a:pt x="24236" y="35409"/>
                </a:lnTo>
                <a:lnTo>
                  <a:pt x="24528" y="35037"/>
                </a:lnTo>
                <a:lnTo>
                  <a:pt x="24820" y="34771"/>
                </a:lnTo>
                <a:lnTo>
                  <a:pt x="25112" y="34506"/>
                </a:lnTo>
                <a:lnTo>
                  <a:pt x="25521" y="34133"/>
                </a:lnTo>
                <a:lnTo>
                  <a:pt x="25813" y="33868"/>
                </a:lnTo>
                <a:lnTo>
                  <a:pt x="26105" y="33495"/>
                </a:lnTo>
                <a:lnTo>
                  <a:pt x="26222" y="33230"/>
                </a:lnTo>
                <a:lnTo>
                  <a:pt x="26514" y="32964"/>
                </a:lnTo>
                <a:lnTo>
                  <a:pt x="26806" y="32751"/>
                </a:lnTo>
                <a:lnTo>
                  <a:pt x="27039" y="32326"/>
                </a:lnTo>
                <a:lnTo>
                  <a:pt x="27331" y="32113"/>
                </a:lnTo>
                <a:lnTo>
                  <a:pt x="27799" y="31688"/>
                </a:lnTo>
                <a:lnTo>
                  <a:pt x="28032" y="31422"/>
                </a:lnTo>
                <a:lnTo>
                  <a:pt x="28324" y="31050"/>
                </a:lnTo>
                <a:lnTo>
                  <a:pt x="28616" y="30784"/>
                </a:lnTo>
                <a:lnTo>
                  <a:pt x="28733" y="30571"/>
                </a:lnTo>
                <a:lnTo>
                  <a:pt x="29025" y="30305"/>
                </a:lnTo>
                <a:lnTo>
                  <a:pt x="29317" y="29933"/>
                </a:lnTo>
                <a:lnTo>
                  <a:pt x="29726" y="29667"/>
                </a:lnTo>
                <a:lnTo>
                  <a:pt x="30018" y="29242"/>
                </a:lnTo>
                <a:lnTo>
                  <a:pt x="30310" y="29029"/>
                </a:lnTo>
                <a:lnTo>
                  <a:pt x="30602" y="28604"/>
                </a:lnTo>
                <a:lnTo>
                  <a:pt x="30894" y="28391"/>
                </a:lnTo>
                <a:lnTo>
                  <a:pt x="31128" y="28125"/>
                </a:lnTo>
                <a:lnTo>
                  <a:pt x="31303" y="27860"/>
                </a:lnTo>
                <a:lnTo>
                  <a:pt x="31595" y="27487"/>
                </a:lnTo>
                <a:lnTo>
                  <a:pt x="32004" y="27222"/>
                </a:lnTo>
                <a:lnTo>
                  <a:pt x="32296" y="26849"/>
                </a:lnTo>
                <a:lnTo>
                  <a:pt x="32588" y="26424"/>
                </a:lnTo>
                <a:lnTo>
                  <a:pt x="32821" y="26158"/>
                </a:lnTo>
                <a:lnTo>
                  <a:pt x="33113" y="25946"/>
                </a:lnTo>
                <a:lnTo>
                  <a:pt x="33405" y="25680"/>
                </a:lnTo>
                <a:lnTo>
                  <a:pt x="33697" y="25307"/>
                </a:lnTo>
                <a:lnTo>
                  <a:pt x="33989" y="25042"/>
                </a:lnTo>
                <a:lnTo>
                  <a:pt x="34281" y="24616"/>
                </a:lnTo>
                <a:lnTo>
                  <a:pt x="34515" y="24404"/>
                </a:lnTo>
                <a:lnTo>
                  <a:pt x="34807" y="23978"/>
                </a:lnTo>
                <a:lnTo>
                  <a:pt x="35099" y="23766"/>
                </a:lnTo>
                <a:lnTo>
                  <a:pt x="35391" y="23500"/>
                </a:lnTo>
                <a:lnTo>
                  <a:pt x="35683" y="23234"/>
                </a:lnTo>
                <a:lnTo>
                  <a:pt x="36092" y="22862"/>
                </a:lnTo>
                <a:lnTo>
                  <a:pt x="36209" y="22596"/>
                </a:lnTo>
                <a:lnTo>
                  <a:pt x="36501" y="22224"/>
                </a:lnTo>
                <a:lnTo>
                  <a:pt x="36793" y="21958"/>
                </a:lnTo>
                <a:lnTo>
                  <a:pt x="37085" y="21533"/>
                </a:lnTo>
                <a:lnTo>
                  <a:pt x="37377" y="21320"/>
                </a:lnTo>
                <a:lnTo>
                  <a:pt x="37669" y="21054"/>
                </a:lnTo>
                <a:lnTo>
                  <a:pt x="37902" y="20682"/>
                </a:lnTo>
                <a:lnTo>
                  <a:pt x="38369" y="20416"/>
                </a:lnTo>
                <a:lnTo>
                  <a:pt x="38603" y="19991"/>
                </a:lnTo>
                <a:lnTo>
                  <a:pt x="38778" y="19778"/>
                </a:lnTo>
                <a:lnTo>
                  <a:pt x="39070" y="19353"/>
                </a:lnTo>
                <a:lnTo>
                  <a:pt x="39362" y="19140"/>
                </a:lnTo>
                <a:lnTo>
                  <a:pt x="39596" y="18874"/>
                </a:lnTo>
                <a:lnTo>
                  <a:pt x="39888" y="18608"/>
                </a:lnTo>
                <a:lnTo>
                  <a:pt x="40297" y="18236"/>
                </a:lnTo>
                <a:lnTo>
                  <a:pt x="40589" y="17811"/>
                </a:lnTo>
                <a:lnTo>
                  <a:pt x="40881" y="17598"/>
                </a:lnTo>
                <a:lnTo>
                  <a:pt x="41173" y="17173"/>
                </a:lnTo>
                <a:lnTo>
                  <a:pt x="41290" y="16907"/>
                </a:lnTo>
                <a:lnTo>
                  <a:pt x="41582" y="16694"/>
                </a:lnTo>
                <a:lnTo>
                  <a:pt x="41874" y="16428"/>
                </a:lnTo>
                <a:lnTo>
                  <a:pt x="42282" y="16056"/>
                </a:lnTo>
                <a:lnTo>
                  <a:pt x="42574" y="15631"/>
                </a:lnTo>
                <a:lnTo>
                  <a:pt x="42866" y="15418"/>
                </a:lnTo>
                <a:lnTo>
                  <a:pt x="43158" y="14993"/>
                </a:lnTo>
                <a:lnTo>
                  <a:pt x="43450" y="14727"/>
                </a:lnTo>
                <a:lnTo>
                  <a:pt x="43684" y="14514"/>
                </a:lnTo>
                <a:lnTo>
                  <a:pt x="43859" y="14249"/>
                </a:lnTo>
                <a:lnTo>
                  <a:pt x="44151" y="13876"/>
                </a:lnTo>
                <a:lnTo>
                  <a:pt x="44560" y="13451"/>
                </a:lnTo>
                <a:lnTo>
                  <a:pt x="44852" y="13185"/>
                </a:lnTo>
                <a:lnTo>
                  <a:pt x="45144" y="12813"/>
                </a:lnTo>
                <a:lnTo>
                  <a:pt x="45378" y="12547"/>
                </a:lnTo>
                <a:lnTo>
                  <a:pt x="45670" y="12175"/>
                </a:lnTo>
                <a:lnTo>
                  <a:pt x="45962" y="12069"/>
                </a:lnTo>
                <a:lnTo>
                  <a:pt x="46254" y="11643"/>
                </a:lnTo>
                <a:lnTo>
                  <a:pt x="46546" y="11271"/>
                </a:lnTo>
                <a:lnTo>
                  <a:pt x="46838" y="11005"/>
                </a:lnTo>
                <a:lnTo>
                  <a:pt x="47071" y="10633"/>
                </a:lnTo>
                <a:lnTo>
                  <a:pt x="47363" y="10367"/>
                </a:lnTo>
                <a:lnTo>
                  <a:pt x="47655" y="9995"/>
                </a:lnTo>
                <a:lnTo>
                  <a:pt x="47947" y="9729"/>
                </a:lnTo>
                <a:lnTo>
                  <a:pt x="48239" y="9463"/>
                </a:lnTo>
                <a:lnTo>
                  <a:pt x="48648" y="9091"/>
                </a:lnTo>
                <a:lnTo>
                  <a:pt x="48765" y="8825"/>
                </a:lnTo>
                <a:lnTo>
                  <a:pt x="49057" y="8453"/>
                </a:lnTo>
                <a:lnTo>
                  <a:pt x="49349" y="8187"/>
                </a:lnTo>
                <a:lnTo>
                  <a:pt x="49641" y="7815"/>
                </a:lnTo>
                <a:lnTo>
                  <a:pt x="49933" y="7443"/>
                </a:lnTo>
                <a:lnTo>
                  <a:pt x="50167" y="7284"/>
                </a:lnTo>
                <a:lnTo>
                  <a:pt x="50459" y="6911"/>
                </a:lnTo>
                <a:lnTo>
                  <a:pt x="50926" y="6646"/>
                </a:lnTo>
                <a:lnTo>
                  <a:pt x="51159" y="6273"/>
                </a:lnTo>
                <a:lnTo>
                  <a:pt x="51335" y="5901"/>
                </a:lnTo>
                <a:lnTo>
                  <a:pt x="51627" y="5635"/>
                </a:lnTo>
                <a:lnTo>
                  <a:pt x="51860" y="5263"/>
                </a:lnTo>
                <a:lnTo>
                  <a:pt x="52152" y="5104"/>
                </a:lnTo>
                <a:lnTo>
                  <a:pt x="52444" y="4731"/>
                </a:lnTo>
                <a:lnTo>
                  <a:pt x="52853" y="4359"/>
                </a:lnTo>
                <a:lnTo>
                  <a:pt x="53145" y="4093"/>
                </a:lnTo>
                <a:lnTo>
                  <a:pt x="53437" y="3721"/>
                </a:lnTo>
                <a:lnTo>
                  <a:pt x="53729" y="3455"/>
                </a:lnTo>
                <a:lnTo>
                  <a:pt x="53846" y="3083"/>
                </a:lnTo>
                <a:lnTo>
                  <a:pt x="54138" y="2817"/>
                </a:lnTo>
                <a:lnTo>
                  <a:pt x="54430" y="2552"/>
                </a:lnTo>
                <a:lnTo>
                  <a:pt x="54839" y="2179"/>
                </a:lnTo>
                <a:lnTo>
                  <a:pt x="55131" y="1754"/>
                </a:lnTo>
                <a:lnTo>
                  <a:pt x="55423" y="1541"/>
                </a:lnTo>
                <a:lnTo>
                  <a:pt x="55715" y="1116"/>
                </a:lnTo>
                <a:lnTo>
                  <a:pt x="55948" y="903"/>
                </a:lnTo>
                <a:lnTo>
                  <a:pt x="56240" y="478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81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7212909" y="2610415"/>
            <a:ext cx="56941" cy="65768"/>
          </a:xfrm>
          <a:custGeom>
            <a:avLst/>
            <a:gdLst/>
            <a:ahLst/>
            <a:cxnLst/>
            <a:rect l="l" t="t" r="r" b="b"/>
            <a:pathLst>
              <a:path w="56941" h="65768">
                <a:moveTo>
                  <a:pt x="0" y="65768"/>
                </a:moveTo>
                <a:lnTo>
                  <a:pt x="408" y="65343"/>
                </a:lnTo>
                <a:lnTo>
                  <a:pt x="700" y="65130"/>
                </a:lnTo>
                <a:lnTo>
                  <a:pt x="934" y="64705"/>
                </a:lnTo>
                <a:lnTo>
                  <a:pt x="1226" y="64333"/>
                </a:lnTo>
                <a:lnTo>
                  <a:pt x="1518" y="64067"/>
                </a:lnTo>
                <a:lnTo>
                  <a:pt x="1810" y="63801"/>
                </a:lnTo>
                <a:lnTo>
                  <a:pt x="2102" y="63429"/>
                </a:lnTo>
                <a:lnTo>
                  <a:pt x="2394" y="63163"/>
                </a:lnTo>
                <a:lnTo>
                  <a:pt x="2628" y="62791"/>
                </a:lnTo>
                <a:lnTo>
                  <a:pt x="2920" y="62419"/>
                </a:lnTo>
                <a:lnTo>
                  <a:pt x="3212" y="62153"/>
                </a:lnTo>
                <a:lnTo>
                  <a:pt x="3504" y="61781"/>
                </a:lnTo>
                <a:lnTo>
                  <a:pt x="3796" y="61621"/>
                </a:lnTo>
                <a:lnTo>
                  <a:pt x="4088" y="61249"/>
                </a:lnTo>
                <a:lnTo>
                  <a:pt x="4496" y="60877"/>
                </a:lnTo>
                <a:lnTo>
                  <a:pt x="4788" y="60611"/>
                </a:lnTo>
                <a:lnTo>
                  <a:pt x="4905" y="60239"/>
                </a:lnTo>
                <a:lnTo>
                  <a:pt x="5197" y="59814"/>
                </a:lnTo>
                <a:lnTo>
                  <a:pt x="5489" y="59601"/>
                </a:lnTo>
                <a:lnTo>
                  <a:pt x="5781" y="59176"/>
                </a:lnTo>
                <a:lnTo>
                  <a:pt x="6015" y="58963"/>
                </a:lnTo>
                <a:lnTo>
                  <a:pt x="6307" y="58697"/>
                </a:lnTo>
                <a:lnTo>
                  <a:pt x="6716" y="58272"/>
                </a:lnTo>
                <a:lnTo>
                  <a:pt x="7008" y="57899"/>
                </a:lnTo>
                <a:lnTo>
                  <a:pt x="7183" y="57634"/>
                </a:lnTo>
                <a:lnTo>
                  <a:pt x="7475" y="57261"/>
                </a:lnTo>
                <a:lnTo>
                  <a:pt x="7709" y="56996"/>
                </a:lnTo>
                <a:lnTo>
                  <a:pt x="8001" y="56730"/>
                </a:lnTo>
                <a:lnTo>
                  <a:pt x="8293" y="56358"/>
                </a:lnTo>
                <a:lnTo>
                  <a:pt x="8701" y="56092"/>
                </a:lnTo>
                <a:lnTo>
                  <a:pt x="8993" y="55720"/>
                </a:lnTo>
                <a:lnTo>
                  <a:pt x="9285" y="55347"/>
                </a:lnTo>
                <a:lnTo>
                  <a:pt x="9577" y="55082"/>
                </a:lnTo>
                <a:lnTo>
                  <a:pt x="9694" y="54709"/>
                </a:lnTo>
                <a:lnTo>
                  <a:pt x="9986" y="54444"/>
                </a:lnTo>
                <a:lnTo>
                  <a:pt x="10278" y="54178"/>
                </a:lnTo>
                <a:lnTo>
                  <a:pt x="10687" y="53806"/>
                </a:lnTo>
                <a:lnTo>
                  <a:pt x="10979" y="53433"/>
                </a:lnTo>
                <a:lnTo>
                  <a:pt x="11271" y="53168"/>
                </a:lnTo>
                <a:lnTo>
                  <a:pt x="11563" y="52795"/>
                </a:lnTo>
                <a:lnTo>
                  <a:pt x="11797" y="52370"/>
                </a:lnTo>
                <a:lnTo>
                  <a:pt x="12089" y="52264"/>
                </a:lnTo>
                <a:lnTo>
                  <a:pt x="12264" y="51892"/>
                </a:lnTo>
                <a:lnTo>
                  <a:pt x="12497" y="51466"/>
                </a:lnTo>
                <a:lnTo>
                  <a:pt x="12965" y="51253"/>
                </a:lnTo>
                <a:lnTo>
                  <a:pt x="13257" y="50828"/>
                </a:lnTo>
                <a:lnTo>
                  <a:pt x="13490" y="50456"/>
                </a:lnTo>
                <a:lnTo>
                  <a:pt x="13782" y="50190"/>
                </a:lnTo>
                <a:lnTo>
                  <a:pt x="14074" y="49924"/>
                </a:lnTo>
                <a:lnTo>
                  <a:pt x="14366" y="49552"/>
                </a:lnTo>
                <a:lnTo>
                  <a:pt x="14658" y="49286"/>
                </a:lnTo>
                <a:lnTo>
                  <a:pt x="14950" y="48914"/>
                </a:lnTo>
                <a:lnTo>
                  <a:pt x="15184" y="48542"/>
                </a:lnTo>
                <a:lnTo>
                  <a:pt x="15476" y="48276"/>
                </a:lnTo>
                <a:lnTo>
                  <a:pt x="15768" y="47904"/>
                </a:lnTo>
                <a:lnTo>
                  <a:pt x="16060" y="47638"/>
                </a:lnTo>
                <a:lnTo>
                  <a:pt x="16352" y="47372"/>
                </a:lnTo>
                <a:lnTo>
                  <a:pt x="16586" y="47000"/>
                </a:lnTo>
                <a:lnTo>
                  <a:pt x="17053" y="46628"/>
                </a:lnTo>
                <a:lnTo>
                  <a:pt x="17345" y="46362"/>
                </a:lnTo>
                <a:lnTo>
                  <a:pt x="17462" y="45990"/>
                </a:lnTo>
                <a:lnTo>
                  <a:pt x="17754" y="45565"/>
                </a:lnTo>
                <a:lnTo>
                  <a:pt x="18046" y="45299"/>
                </a:lnTo>
                <a:lnTo>
                  <a:pt x="18279" y="45086"/>
                </a:lnTo>
                <a:lnTo>
                  <a:pt x="18571" y="44661"/>
                </a:lnTo>
                <a:lnTo>
                  <a:pt x="18863" y="44288"/>
                </a:lnTo>
                <a:lnTo>
                  <a:pt x="19272" y="44023"/>
                </a:lnTo>
                <a:lnTo>
                  <a:pt x="19564" y="43650"/>
                </a:lnTo>
                <a:lnTo>
                  <a:pt x="19856" y="43278"/>
                </a:lnTo>
                <a:lnTo>
                  <a:pt x="19973" y="43012"/>
                </a:lnTo>
                <a:lnTo>
                  <a:pt x="20265" y="42747"/>
                </a:lnTo>
                <a:lnTo>
                  <a:pt x="20557" y="42374"/>
                </a:lnTo>
                <a:lnTo>
                  <a:pt x="20849" y="42109"/>
                </a:lnTo>
                <a:lnTo>
                  <a:pt x="21258" y="41736"/>
                </a:lnTo>
                <a:lnTo>
                  <a:pt x="21550" y="41364"/>
                </a:lnTo>
                <a:lnTo>
                  <a:pt x="21842" y="40939"/>
                </a:lnTo>
                <a:lnTo>
                  <a:pt x="22134" y="40726"/>
                </a:lnTo>
                <a:lnTo>
                  <a:pt x="22251" y="40460"/>
                </a:lnTo>
                <a:lnTo>
                  <a:pt x="22543" y="40035"/>
                </a:lnTo>
                <a:lnTo>
                  <a:pt x="22835" y="39822"/>
                </a:lnTo>
                <a:lnTo>
                  <a:pt x="23243" y="39397"/>
                </a:lnTo>
                <a:lnTo>
                  <a:pt x="23535" y="39025"/>
                </a:lnTo>
                <a:lnTo>
                  <a:pt x="23827" y="38759"/>
                </a:lnTo>
                <a:lnTo>
                  <a:pt x="24061" y="38387"/>
                </a:lnTo>
                <a:lnTo>
                  <a:pt x="24353" y="38121"/>
                </a:lnTo>
                <a:lnTo>
                  <a:pt x="24645" y="37749"/>
                </a:lnTo>
                <a:lnTo>
                  <a:pt x="24820" y="37483"/>
                </a:lnTo>
                <a:lnTo>
                  <a:pt x="25054" y="37111"/>
                </a:lnTo>
                <a:lnTo>
                  <a:pt x="25521" y="36739"/>
                </a:lnTo>
                <a:lnTo>
                  <a:pt x="25755" y="36473"/>
                </a:lnTo>
                <a:lnTo>
                  <a:pt x="26047" y="36101"/>
                </a:lnTo>
                <a:lnTo>
                  <a:pt x="26339" y="35835"/>
                </a:lnTo>
                <a:lnTo>
                  <a:pt x="26631" y="35409"/>
                </a:lnTo>
                <a:lnTo>
                  <a:pt x="26923" y="35197"/>
                </a:lnTo>
                <a:lnTo>
                  <a:pt x="27215" y="34771"/>
                </a:lnTo>
                <a:lnTo>
                  <a:pt x="27448" y="34399"/>
                </a:lnTo>
                <a:lnTo>
                  <a:pt x="27740" y="34133"/>
                </a:lnTo>
                <a:lnTo>
                  <a:pt x="28032" y="33761"/>
                </a:lnTo>
                <a:lnTo>
                  <a:pt x="28324" y="33495"/>
                </a:lnTo>
                <a:lnTo>
                  <a:pt x="28616" y="33123"/>
                </a:lnTo>
                <a:lnTo>
                  <a:pt x="28908" y="32857"/>
                </a:lnTo>
                <a:lnTo>
                  <a:pt x="29142" y="32485"/>
                </a:lnTo>
                <a:lnTo>
                  <a:pt x="29609" y="32113"/>
                </a:lnTo>
                <a:lnTo>
                  <a:pt x="29843" y="31847"/>
                </a:lnTo>
                <a:lnTo>
                  <a:pt x="30018" y="31475"/>
                </a:lnTo>
                <a:lnTo>
                  <a:pt x="30310" y="31209"/>
                </a:lnTo>
                <a:lnTo>
                  <a:pt x="30602" y="30784"/>
                </a:lnTo>
                <a:lnTo>
                  <a:pt x="30836" y="30571"/>
                </a:lnTo>
                <a:lnTo>
                  <a:pt x="31128" y="30146"/>
                </a:lnTo>
                <a:lnTo>
                  <a:pt x="31420" y="29774"/>
                </a:lnTo>
                <a:lnTo>
                  <a:pt x="31828" y="29508"/>
                </a:lnTo>
                <a:lnTo>
                  <a:pt x="32120" y="29136"/>
                </a:lnTo>
                <a:lnTo>
                  <a:pt x="32412" y="28870"/>
                </a:lnTo>
                <a:lnTo>
                  <a:pt x="32529" y="28498"/>
                </a:lnTo>
                <a:lnTo>
                  <a:pt x="32821" y="28232"/>
                </a:lnTo>
                <a:lnTo>
                  <a:pt x="33113" y="27860"/>
                </a:lnTo>
                <a:lnTo>
                  <a:pt x="33405" y="27487"/>
                </a:lnTo>
                <a:lnTo>
                  <a:pt x="33814" y="27062"/>
                </a:lnTo>
                <a:lnTo>
                  <a:pt x="34106" y="26849"/>
                </a:lnTo>
                <a:lnTo>
                  <a:pt x="34398" y="26584"/>
                </a:lnTo>
                <a:lnTo>
                  <a:pt x="34690" y="26211"/>
                </a:lnTo>
                <a:lnTo>
                  <a:pt x="34924" y="25786"/>
                </a:lnTo>
                <a:lnTo>
                  <a:pt x="35099" y="25520"/>
                </a:lnTo>
                <a:lnTo>
                  <a:pt x="35391" y="25148"/>
                </a:lnTo>
                <a:lnTo>
                  <a:pt x="35800" y="24776"/>
                </a:lnTo>
                <a:lnTo>
                  <a:pt x="36092" y="24510"/>
                </a:lnTo>
                <a:lnTo>
                  <a:pt x="36384" y="24244"/>
                </a:lnTo>
                <a:lnTo>
                  <a:pt x="36617" y="23872"/>
                </a:lnTo>
                <a:lnTo>
                  <a:pt x="36909" y="23500"/>
                </a:lnTo>
                <a:lnTo>
                  <a:pt x="37201" y="23234"/>
                </a:lnTo>
                <a:lnTo>
                  <a:pt x="37493" y="22862"/>
                </a:lnTo>
                <a:lnTo>
                  <a:pt x="37610" y="22436"/>
                </a:lnTo>
                <a:lnTo>
                  <a:pt x="38077" y="22064"/>
                </a:lnTo>
                <a:lnTo>
                  <a:pt x="38311" y="21958"/>
                </a:lnTo>
                <a:lnTo>
                  <a:pt x="38603" y="21586"/>
                </a:lnTo>
                <a:lnTo>
                  <a:pt x="38895" y="21160"/>
                </a:lnTo>
                <a:lnTo>
                  <a:pt x="39187" y="20788"/>
                </a:lnTo>
                <a:lnTo>
                  <a:pt x="39479" y="20522"/>
                </a:lnTo>
                <a:lnTo>
                  <a:pt x="39771" y="20150"/>
                </a:lnTo>
                <a:lnTo>
                  <a:pt x="40005" y="19778"/>
                </a:lnTo>
                <a:lnTo>
                  <a:pt x="40297" y="19512"/>
                </a:lnTo>
                <a:lnTo>
                  <a:pt x="40589" y="19246"/>
                </a:lnTo>
                <a:lnTo>
                  <a:pt x="40881" y="18874"/>
                </a:lnTo>
                <a:lnTo>
                  <a:pt x="41173" y="18502"/>
                </a:lnTo>
                <a:lnTo>
                  <a:pt x="41406" y="18077"/>
                </a:lnTo>
                <a:lnTo>
                  <a:pt x="41698" y="17811"/>
                </a:lnTo>
                <a:lnTo>
                  <a:pt x="42166" y="17439"/>
                </a:lnTo>
                <a:lnTo>
                  <a:pt x="42399" y="17173"/>
                </a:lnTo>
                <a:lnTo>
                  <a:pt x="42574" y="16801"/>
                </a:lnTo>
                <a:lnTo>
                  <a:pt x="42866" y="16535"/>
                </a:lnTo>
                <a:lnTo>
                  <a:pt x="43100" y="16163"/>
                </a:lnTo>
                <a:lnTo>
                  <a:pt x="43392" y="15790"/>
                </a:lnTo>
                <a:lnTo>
                  <a:pt x="43684" y="15418"/>
                </a:lnTo>
                <a:lnTo>
                  <a:pt x="43976" y="15152"/>
                </a:lnTo>
                <a:lnTo>
                  <a:pt x="44385" y="14887"/>
                </a:lnTo>
                <a:lnTo>
                  <a:pt x="44677" y="14514"/>
                </a:lnTo>
                <a:lnTo>
                  <a:pt x="44969" y="14089"/>
                </a:lnTo>
                <a:lnTo>
                  <a:pt x="45086" y="13876"/>
                </a:lnTo>
                <a:lnTo>
                  <a:pt x="45378" y="13451"/>
                </a:lnTo>
                <a:lnTo>
                  <a:pt x="45670" y="13079"/>
                </a:lnTo>
                <a:lnTo>
                  <a:pt x="45962" y="12707"/>
                </a:lnTo>
                <a:lnTo>
                  <a:pt x="46370" y="12547"/>
                </a:lnTo>
                <a:lnTo>
                  <a:pt x="46662" y="12175"/>
                </a:lnTo>
                <a:lnTo>
                  <a:pt x="46954" y="11803"/>
                </a:lnTo>
                <a:lnTo>
                  <a:pt x="47188" y="11431"/>
                </a:lnTo>
                <a:lnTo>
                  <a:pt x="47480" y="11005"/>
                </a:lnTo>
                <a:lnTo>
                  <a:pt x="47655" y="10793"/>
                </a:lnTo>
                <a:lnTo>
                  <a:pt x="47947" y="10367"/>
                </a:lnTo>
                <a:lnTo>
                  <a:pt x="48356" y="10155"/>
                </a:lnTo>
                <a:lnTo>
                  <a:pt x="48648" y="9729"/>
                </a:lnTo>
                <a:lnTo>
                  <a:pt x="48882" y="9463"/>
                </a:lnTo>
                <a:lnTo>
                  <a:pt x="49174" y="9091"/>
                </a:lnTo>
                <a:lnTo>
                  <a:pt x="49466" y="8719"/>
                </a:lnTo>
                <a:lnTo>
                  <a:pt x="49758" y="8347"/>
                </a:lnTo>
                <a:lnTo>
                  <a:pt x="50050" y="8081"/>
                </a:lnTo>
                <a:lnTo>
                  <a:pt x="50167" y="7815"/>
                </a:lnTo>
                <a:lnTo>
                  <a:pt x="50575" y="7443"/>
                </a:lnTo>
                <a:lnTo>
                  <a:pt x="50867" y="7071"/>
                </a:lnTo>
                <a:lnTo>
                  <a:pt x="51159" y="6646"/>
                </a:lnTo>
                <a:lnTo>
                  <a:pt x="51451" y="6380"/>
                </a:lnTo>
                <a:lnTo>
                  <a:pt x="51743" y="6007"/>
                </a:lnTo>
                <a:lnTo>
                  <a:pt x="52035" y="5742"/>
                </a:lnTo>
                <a:lnTo>
                  <a:pt x="52269" y="5369"/>
                </a:lnTo>
                <a:lnTo>
                  <a:pt x="52561" y="5104"/>
                </a:lnTo>
                <a:lnTo>
                  <a:pt x="52853" y="4731"/>
                </a:lnTo>
                <a:lnTo>
                  <a:pt x="53145" y="4359"/>
                </a:lnTo>
                <a:lnTo>
                  <a:pt x="53437" y="3987"/>
                </a:lnTo>
                <a:lnTo>
                  <a:pt x="53729" y="3721"/>
                </a:lnTo>
                <a:lnTo>
                  <a:pt x="53963" y="3296"/>
                </a:lnTo>
                <a:lnTo>
                  <a:pt x="54255" y="3083"/>
                </a:lnTo>
                <a:lnTo>
                  <a:pt x="54663" y="2658"/>
                </a:lnTo>
                <a:lnTo>
                  <a:pt x="54956" y="2286"/>
                </a:lnTo>
                <a:lnTo>
                  <a:pt x="55131" y="2020"/>
                </a:lnTo>
                <a:lnTo>
                  <a:pt x="55423" y="1648"/>
                </a:lnTo>
                <a:lnTo>
                  <a:pt x="55656" y="1276"/>
                </a:lnTo>
                <a:lnTo>
                  <a:pt x="55948" y="1010"/>
                </a:lnTo>
                <a:lnTo>
                  <a:pt x="56240" y="744"/>
                </a:lnTo>
                <a:lnTo>
                  <a:pt x="56532" y="372"/>
                </a:lnTo>
                <a:lnTo>
                  <a:pt x="56941" y="0"/>
                </a:lnTo>
              </a:path>
            </a:pathLst>
          </a:custGeom>
          <a:ln w="813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7269850" y="2542467"/>
            <a:ext cx="56708" cy="67948"/>
          </a:xfrm>
          <a:custGeom>
            <a:avLst/>
            <a:gdLst/>
            <a:ahLst/>
            <a:cxnLst/>
            <a:rect l="l" t="t" r="r" b="b"/>
            <a:pathLst>
              <a:path w="56708" h="67948">
                <a:moveTo>
                  <a:pt x="0" y="67948"/>
                </a:moveTo>
                <a:lnTo>
                  <a:pt x="292" y="67523"/>
                </a:lnTo>
                <a:lnTo>
                  <a:pt x="584" y="67151"/>
                </a:lnTo>
                <a:lnTo>
                  <a:pt x="700" y="66885"/>
                </a:lnTo>
                <a:lnTo>
                  <a:pt x="992" y="66672"/>
                </a:lnTo>
                <a:lnTo>
                  <a:pt x="1284" y="66247"/>
                </a:lnTo>
                <a:lnTo>
                  <a:pt x="1576" y="65875"/>
                </a:lnTo>
                <a:lnTo>
                  <a:pt x="1985" y="65503"/>
                </a:lnTo>
                <a:lnTo>
                  <a:pt x="2277" y="65237"/>
                </a:lnTo>
                <a:lnTo>
                  <a:pt x="2569" y="64865"/>
                </a:lnTo>
                <a:lnTo>
                  <a:pt x="2803" y="64439"/>
                </a:lnTo>
                <a:lnTo>
                  <a:pt x="3095" y="64226"/>
                </a:lnTo>
                <a:lnTo>
                  <a:pt x="3270" y="63961"/>
                </a:lnTo>
                <a:lnTo>
                  <a:pt x="3504" y="63588"/>
                </a:lnTo>
                <a:lnTo>
                  <a:pt x="3796" y="63163"/>
                </a:lnTo>
                <a:lnTo>
                  <a:pt x="4263" y="62791"/>
                </a:lnTo>
                <a:lnTo>
                  <a:pt x="4496" y="62419"/>
                </a:lnTo>
                <a:lnTo>
                  <a:pt x="4788" y="62153"/>
                </a:lnTo>
                <a:lnTo>
                  <a:pt x="5080" y="61887"/>
                </a:lnTo>
                <a:lnTo>
                  <a:pt x="5372" y="61515"/>
                </a:lnTo>
                <a:lnTo>
                  <a:pt x="5664" y="61143"/>
                </a:lnTo>
                <a:lnTo>
                  <a:pt x="5781" y="60717"/>
                </a:lnTo>
                <a:lnTo>
                  <a:pt x="6190" y="60505"/>
                </a:lnTo>
                <a:lnTo>
                  <a:pt x="6482" y="60079"/>
                </a:lnTo>
                <a:lnTo>
                  <a:pt x="6774" y="59707"/>
                </a:lnTo>
                <a:lnTo>
                  <a:pt x="7066" y="59441"/>
                </a:lnTo>
                <a:lnTo>
                  <a:pt x="7358" y="59069"/>
                </a:lnTo>
                <a:lnTo>
                  <a:pt x="7592" y="58803"/>
                </a:lnTo>
                <a:lnTo>
                  <a:pt x="7884" y="58431"/>
                </a:lnTo>
                <a:lnTo>
                  <a:pt x="8176" y="58059"/>
                </a:lnTo>
                <a:lnTo>
                  <a:pt x="8468" y="57634"/>
                </a:lnTo>
                <a:lnTo>
                  <a:pt x="8760" y="57421"/>
                </a:lnTo>
                <a:lnTo>
                  <a:pt x="9052" y="57155"/>
                </a:lnTo>
                <a:lnTo>
                  <a:pt x="9285" y="56730"/>
                </a:lnTo>
                <a:lnTo>
                  <a:pt x="9577" y="56358"/>
                </a:lnTo>
                <a:lnTo>
                  <a:pt x="9869" y="55985"/>
                </a:lnTo>
                <a:lnTo>
                  <a:pt x="10161" y="55720"/>
                </a:lnTo>
                <a:lnTo>
                  <a:pt x="10570" y="55347"/>
                </a:lnTo>
                <a:lnTo>
                  <a:pt x="10745" y="55082"/>
                </a:lnTo>
                <a:lnTo>
                  <a:pt x="10979" y="54709"/>
                </a:lnTo>
                <a:lnTo>
                  <a:pt x="11271" y="54337"/>
                </a:lnTo>
                <a:lnTo>
                  <a:pt x="11563" y="54071"/>
                </a:lnTo>
                <a:lnTo>
                  <a:pt x="11855" y="53646"/>
                </a:lnTo>
                <a:lnTo>
                  <a:pt x="12147" y="53274"/>
                </a:lnTo>
                <a:lnTo>
                  <a:pt x="12556" y="52902"/>
                </a:lnTo>
                <a:lnTo>
                  <a:pt x="12848" y="52636"/>
                </a:lnTo>
                <a:lnTo>
                  <a:pt x="13140" y="52370"/>
                </a:lnTo>
                <a:lnTo>
                  <a:pt x="13257" y="51998"/>
                </a:lnTo>
                <a:lnTo>
                  <a:pt x="13549" y="51626"/>
                </a:lnTo>
                <a:lnTo>
                  <a:pt x="13841" y="51253"/>
                </a:lnTo>
                <a:lnTo>
                  <a:pt x="14133" y="50828"/>
                </a:lnTo>
                <a:lnTo>
                  <a:pt x="14542" y="50615"/>
                </a:lnTo>
                <a:lnTo>
                  <a:pt x="14834" y="50350"/>
                </a:lnTo>
                <a:lnTo>
                  <a:pt x="15067" y="49924"/>
                </a:lnTo>
                <a:lnTo>
                  <a:pt x="15359" y="49552"/>
                </a:lnTo>
                <a:lnTo>
                  <a:pt x="15651" y="49180"/>
                </a:lnTo>
                <a:lnTo>
                  <a:pt x="15826" y="48914"/>
                </a:lnTo>
                <a:lnTo>
                  <a:pt x="16060" y="48542"/>
                </a:lnTo>
                <a:lnTo>
                  <a:pt x="16352" y="48170"/>
                </a:lnTo>
                <a:lnTo>
                  <a:pt x="16761" y="47904"/>
                </a:lnTo>
                <a:lnTo>
                  <a:pt x="17053" y="47532"/>
                </a:lnTo>
                <a:lnTo>
                  <a:pt x="17345" y="47266"/>
                </a:lnTo>
                <a:lnTo>
                  <a:pt x="17637" y="46841"/>
                </a:lnTo>
                <a:lnTo>
                  <a:pt x="17929" y="46468"/>
                </a:lnTo>
                <a:lnTo>
                  <a:pt x="18221" y="46096"/>
                </a:lnTo>
                <a:lnTo>
                  <a:pt x="18338" y="45724"/>
                </a:lnTo>
                <a:lnTo>
                  <a:pt x="18746" y="45458"/>
                </a:lnTo>
                <a:lnTo>
                  <a:pt x="19038" y="45192"/>
                </a:lnTo>
                <a:lnTo>
                  <a:pt x="19330" y="44820"/>
                </a:lnTo>
                <a:lnTo>
                  <a:pt x="19622" y="44448"/>
                </a:lnTo>
                <a:lnTo>
                  <a:pt x="19914" y="44023"/>
                </a:lnTo>
                <a:lnTo>
                  <a:pt x="20148" y="43650"/>
                </a:lnTo>
                <a:lnTo>
                  <a:pt x="20440" y="43385"/>
                </a:lnTo>
                <a:lnTo>
                  <a:pt x="20732" y="43119"/>
                </a:lnTo>
                <a:lnTo>
                  <a:pt x="21024" y="42747"/>
                </a:lnTo>
                <a:lnTo>
                  <a:pt x="21316" y="42374"/>
                </a:lnTo>
                <a:lnTo>
                  <a:pt x="21608" y="42002"/>
                </a:lnTo>
                <a:lnTo>
                  <a:pt x="21842" y="41736"/>
                </a:lnTo>
                <a:lnTo>
                  <a:pt x="22134" y="41364"/>
                </a:lnTo>
                <a:lnTo>
                  <a:pt x="22426" y="41098"/>
                </a:lnTo>
                <a:lnTo>
                  <a:pt x="22718" y="40673"/>
                </a:lnTo>
                <a:lnTo>
                  <a:pt x="23127" y="40301"/>
                </a:lnTo>
                <a:lnTo>
                  <a:pt x="23302" y="40035"/>
                </a:lnTo>
                <a:lnTo>
                  <a:pt x="23535" y="39663"/>
                </a:lnTo>
                <a:lnTo>
                  <a:pt x="23827" y="39291"/>
                </a:lnTo>
                <a:lnTo>
                  <a:pt x="24119" y="38919"/>
                </a:lnTo>
                <a:lnTo>
                  <a:pt x="24411" y="38653"/>
                </a:lnTo>
                <a:lnTo>
                  <a:pt x="24703" y="38387"/>
                </a:lnTo>
                <a:lnTo>
                  <a:pt x="25112" y="38015"/>
                </a:lnTo>
                <a:lnTo>
                  <a:pt x="25404" y="37642"/>
                </a:lnTo>
                <a:lnTo>
                  <a:pt x="25696" y="37217"/>
                </a:lnTo>
                <a:lnTo>
                  <a:pt x="25813" y="36845"/>
                </a:lnTo>
                <a:lnTo>
                  <a:pt x="26105" y="36473"/>
                </a:lnTo>
                <a:lnTo>
                  <a:pt x="26397" y="36313"/>
                </a:lnTo>
                <a:lnTo>
                  <a:pt x="26631" y="35941"/>
                </a:lnTo>
                <a:lnTo>
                  <a:pt x="27098" y="35569"/>
                </a:lnTo>
                <a:lnTo>
                  <a:pt x="27390" y="35197"/>
                </a:lnTo>
                <a:lnTo>
                  <a:pt x="27624" y="34771"/>
                </a:lnTo>
                <a:lnTo>
                  <a:pt x="27916" y="34559"/>
                </a:lnTo>
                <a:lnTo>
                  <a:pt x="28208" y="34133"/>
                </a:lnTo>
                <a:lnTo>
                  <a:pt x="28324" y="33868"/>
                </a:lnTo>
                <a:lnTo>
                  <a:pt x="28616" y="33495"/>
                </a:lnTo>
                <a:lnTo>
                  <a:pt x="28908" y="33123"/>
                </a:lnTo>
                <a:lnTo>
                  <a:pt x="29317" y="32857"/>
                </a:lnTo>
                <a:lnTo>
                  <a:pt x="29609" y="32485"/>
                </a:lnTo>
                <a:lnTo>
                  <a:pt x="29901" y="32113"/>
                </a:lnTo>
                <a:lnTo>
                  <a:pt x="30193" y="31688"/>
                </a:lnTo>
                <a:lnTo>
                  <a:pt x="30485" y="31475"/>
                </a:lnTo>
                <a:lnTo>
                  <a:pt x="30777" y="31209"/>
                </a:lnTo>
                <a:lnTo>
                  <a:pt x="30894" y="30784"/>
                </a:lnTo>
                <a:lnTo>
                  <a:pt x="31303" y="30412"/>
                </a:lnTo>
                <a:lnTo>
                  <a:pt x="31595" y="30039"/>
                </a:lnTo>
                <a:lnTo>
                  <a:pt x="31887" y="29667"/>
                </a:lnTo>
                <a:lnTo>
                  <a:pt x="32179" y="29401"/>
                </a:lnTo>
                <a:lnTo>
                  <a:pt x="32412" y="29136"/>
                </a:lnTo>
                <a:lnTo>
                  <a:pt x="32704" y="28763"/>
                </a:lnTo>
                <a:lnTo>
                  <a:pt x="32996" y="28391"/>
                </a:lnTo>
                <a:lnTo>
                  <a:pt x="33288" y="27966"/>
                </a:lnTo>
                <a:lnTo>
                  <a:pt x="33580" y="27594"/>
                </a:lnTo>
                <a:lnTo>
                  <a:pt x="33872" y="27328"/>
                </a:lnTo>
                <a:lnTo>
                  <a:pt x="34106" y="27062"/>
                </a:lnTo>
                <a:lnTo>
                  <a:pt x="34398" y="26690"/>
                </a:lnTo>
                <a:lnTo>
                  <a:pt x="34690" y="26318"/>
                </a:lnTo>
                <a:lnTo>
                  <a:pt x="34982" y="25946"/>
                </a:lnTo>
                <a:lnTo>
                  <a:pt x="35274" y="25520"/>
                </a:lnTo>
                <a:lnTo>
                  <a:pt x="35683" y="25307"/>
                </a:lnTo>
                <a:lnTo>
                  <a:pt x="35800" y="24882"/>
                </a:lnTo>
                <a:lnTo>
                  <a:pt x="36092" y="24669"/>
                </a:lnTo>
                <a:lnTo>
                  <a:pt x="36384" y="24244"/>
                </a:lnTo>
                <a:lnTo>
                  <a:pt x="36676" y="23872"/>
                </a:lnTo>
                <a:lnTo>
                  <a:pt x="36968" y="23606"/>
                </a:lnTo>
                <a:lnTo>
                  <a:pt x="37260" y="23234"/>
                </a:lnTo>
                <a:lnTo>
                  <a:pt x="37669" y="22862"/>
                </a:lnTo>
                <a:lnTo>
                  <a:pt x="37961" y="22436"/>
                </a:lnTo>
                <a:lnTo>
                  <a:pt x="38194" y="22224"/>
                </a:lnTo>
                <a:lnTo>
                  <a:pt x="38369" y="21958"/>
                </a:lnTo>
                <a:lnTo>
                  <a:pt x="38661" y="21586"/>
                </a:lnTo>
                <a:lnTo>
                  <a:pt x="38953" y="21160"/>
                </a:lnTo>
                <a:lnTo>
                  <a:pt x="39187" y="20788"/>
                </a:lnTo>
                <a:lnTo>
                  <a:pt x="39654" y="20416"/>
                </a:lnTo>
                <a:lnTo>
                  <a:pt x="39888" y="20150"/>
                </a:lnTo>
                <a:lnTo>
                  <a:pt x="40180" y="19884"/>
                </a:lnTo>
                <a:lnTo>
                  <a:pt x="40472" y="19512"/>
                </a:lnTo>
                <a:lnTo>
                  <a:pt x="40764" y="19140"/>
                </a:lnTo>
                <a:lnTo>
                  <a:pt x="40881" y="18715"/>
                </a:lnTo>
                <a:lnTo>
                  <a:pt x="41173" y="18342"/>
                </a:lnTo>
                <a:lnTo>
                  <a:pt x="41465" y="18077"/>
                </a:lnTo>
                <a:lnTo>
                  <a:pt x="41874" y="17811"/>
                </a:lnTo>
                <a:lnTo>
                  <a:pt x="42166" y="17439"/>
                </a:lnTo>
                <a:lnTo>
                  <a:pt x="42458" y="17066"/>
                </a:lnTo>
                <a:lnTo>
                  <a:pt x="42750" y="16694"/>
                </a:lnTo>
                <a:lnTo>
                  <a:pt x="43042" y="16428"/>
                </a:lnTo>
                <a:lnTo>
                  <a:pt x="43275" y="16056"/>
                </a:lnTo>
                <a:lnTo>
                  <a:pt x="43450" y="15631"/>
                </a:lnTo>
                <a:lnTo>
                  <a:pt x="43859" y="15418"/>
                </a:lnTo>
                <a:lnTo>
                  <a:pt x="44151" y="14993"/>
                </a:lnTo>
                <a:lnTo>
                  <a:pt x="44443" y="14621"/>
                </a:lnTo>
                <a:lnTo>
                  <a:pt x="44735" y="14355"/>
                </a:lnTo>
                <a:lnTo>
                  <a:pt x="44969" y="13983"/>
                </a:lnTo>
                <a:lnTo>
                  <a:pt x="45261" y="13611"/>
                </a:lnTo>
                <a:lnTo>
                  <a:pt x="45553" y="13185"/>
                </a:lnTo>
                <a:lnTo>
                  <a:pt x="45962" y="12973"/>
                </a:lnTo>
                <a:lnTo>
                  <a:pt x="46137" y="12707"/>
                </a:lnTo>
                <a:lnTo>
                  <a:pt x="46429" y="12334"/>
                </a:lnTo>
                <a:lnTo>
                  <a:pt x="46662" y="11909"/>
                </a:lnTo>
                <a:lnTo>
                  <a:pt x="46954" y="11537"/>
                </a:lnTo>
                <a:lnTo>
                  <a:pt x="47246" y="11165"/>
                </a:lnTo>
                <a:lnTo>
                  <a:pt x="47538" y="10899"/>
                </a:lnTo>
                <a:lnTo>
                  <a:pt x="47830" y="10633"/>
                </a:lnTo>
                <a:lnTo>
                  <a:pt x="48239" y="10261"/>
                </a:lnTo>
                <a:lnTo>
                  <a:pt x="48356" y="9889"/>
                </a:lnTo>
                <a:lnTo>
                  <a:pt x="48648" y="9463"/>
                </a:lnTo>
                <a:lnTo>
                  <a:pt x="48940" y="9091"/>
                </a:lnTo>
                <a:lnTo>
                  <a:pt x="49232" y="8825"/>
                </a:lnTo>
                <a:lnTo>
                  <a:pt x="49524" y="8453"/>
                </a:lnTo>
                <a:lnTo>
                  <a:pt x="49758" y="8187"/>
                </a:lnTo>
                <a:lnTo>
                  <a:pt x="50225" y="7815"/>
                </a:lnTo>
                <a:lnTo>
                  <a:pt x="50517" y="7443"/>
                </a:lnTo>
                <a:lnTo>
                  <a:pt x="50751" y="7177"/>
                </a:lnTo>
                <a:lnTo>
                  <a:pt x="50926" y="6805"/>
                </a:lnTo>
                <a:lnTo>
                  <a:pt x="51218" y="6380"/>
                </a:lnTo>
                <a:lnTo>
                  <a:pt x="51451" y="6167"/>
                </a:lnTo>
                <a:lnTo>
                  <a:pt x="51743" y="5742"/>
                </a:lnTo>
                <a:lnTo>
                  <a:pt x="52211" y="5529"/>
                </a:lnTo>
                <a:lnTo>
                  <a:pt x="52444" y="5104"/>
                </a:lnTo>
                <a:lnTo>
                  <a:pt x="52736" y="4731"/>
                </a:lnTo>
                <a:lnTo>
                  <a:pt x="53028" y="4359"/>
                </a:lnTo>
                <a:lnTo>
                  <a:pt x="53320" y="3987"/>
                </a:lnTo>
                <a:lnTo>
                  <a:pt x="53437" y="3828"/>
                </a:lnTo>
                <a:lnTo>
                  <a:pt x="53729" y="3455"/>
                </a:lnTo>
                <a:lnTo>
                  <a:pt x="54021" y="3083"/>
                </a:lnTo>
                <a:lnTo>
                  <a:pt x="54430" y="2658"/>
                </a:lnTo>
                <a:lnTo>
                  <a:pt x="54722" y="2286"/>
                </a:lnTo>
                <a:lnTo>
                  <a:pt x="55014" y="1914"/>
                </a:lnTo>
                <a:lnTo>
                  <a:pt x="55306" y="1648"/>
                </a:lnTo>
                <a:lnTo>
                  <a:pt x="55540" y="1382"/>
                </a:lnTo>
                <a:lnTo>
                  <a:pt x="55832" y="1010"/>
                </a:lnTo>
                <a:lnTo>
                  <a:pt x="56007" y="638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814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7326558" y="2475634"/>
            <a:ext cx="56824" cy="66832"/>
          </a:xfrm>
          <a:custGeom>
            <a:avLst/>
            <a:gdLst/>
            <a:ahLst/>
            <a:cxnLst/>
            <a:rect l="l" t="t" r="r" b="b"/>
            <a:pathLst>
              <a:path w="56824" h="66832">
                <a:moveTo>
                  <a:pt x="0" y="66832"/>
                </a:moveTo>
                <a:lnTo>
                  <a:pt x="292" y="66406"/>
                </a:lnTo>
                <a:lnTo>
                  <a:pt x="525" y="66034"/>
                </a:lnTo>
                <a:lnTo>
                  <a:pt x="817" y="65768"/>
                </a:lnTo>
                <a:lnTo>
                  <a:pt x="1109" y="65396"/>
                </a:lnTo>
                <a:lnTo>
                  <a:pt x="1401" y="65130"/>
                </a:lnTo>
                <a:lnTo>
                  <a:pt x="1810" y="64758"/>
                </a:lnTo>
                <a:lnTo>
                  <a:pt x="1985" y="64386"/>
                </a:lnTo>
                <a:lnTo>
                  <a:pt x="2219" y="64014"/>
                </a:lnTo>
                <a:lnTo>
                  <a:pt x="2511" y="63588"/>
                </a:lnTo>
                <a:lnTo>
                  <a:pt x="2803" y="63482"/>
                </a:lnTo>
                <a:lnTo>
                  <a:pt x="3095" y="63110"/>
                </a:lnTo>
                <a:lnTo>
                  <a:pt x="3387" y="62685"/>
                </a:lnTo>
                <a:lnTo>
                  <a:pt x="3679" y="62312"/>
                </a:lnTo>
                <a:lnTo>
                  <a:pt x="4088" y="61940"/>
                </a:lnTo>
                <a:lnTo>
                  <a:pt x="4380" y="61674"/>
                </a:lnTo>
                <a:lnTo>
                  <a:pt x="4496" y="61302"/>
                </a:lnTo>
                <a:lnTo>
                  <a:pt x="4788" y="61036"/>
                </a:lnTo>
                <a:lnTo>
                  <a:pt x="5080" y="60664"/>
                </a:lnTo>
                <a:lnTo>
                  <a:pt x="5372" y="60239"/>
                </a:lnTo>
                <a:lnTo>
                  <a:pt x="5606" y="60026"/>
                </a:lnTo>
                <a:lnTo>
                  <a:pt x="6073" y="59601"/>
                </a:lnTo>
                <a:lnTo>
                  <a:pt x="6307" y="59229"/>
                </a:lnTo>
                <a:lnTo>
                  <a:pt x="6599" y="58963"/>
                </a:lnTo>
                <a:lnTo>
                  <a:pt x="6891" y="58591"/>
                </a:lnTo>
                <a:lnTo>
                  <a:pt x="7066" y="58325"/>
                </a:lnTo>
                <a:lnTo>
                  <a:pt x="7300" y="57953"/>
                </a:lnTo>
                <a:lnTo>
                  <a:pt x="7592" y="57580"/>
                </a:lnTo>
                <a:lnTo>
                  <a:pt x="8001" y="57155"/>
                </a:lnTo>
                <a:lnTo>
                  <a:pt x="8293" y="56783"/>
                </a:lnTo>
                <a:lnTo>
                  <a:pt x="8585" y="56677"/>
                </a:lnTo>
                <a:lnTo>
                  <a:pt x="8877" y="56304"/>
                </a:lnTo>
                <a:lnTo>
                  <a:pt x="9169" y="55879"/>
                </a:lnTo>
                <a:lnTo>
                  <a:pt x="9285" y="55507"/>
                </a:lnTo>
                <a:lnTo>
                  <a:pt x="9577" y="55135"/>
                </a:lnTo>
                <a:lnTo>
                  <a:pt x="9869" y="54869"/>
                </a:lnTo>
                <a:lnTo>
                  <a:pt x="10278" y="54497"/>
                </a:lnTo>
                <a:lnTo>
                  <a:pt x="10570" y="54231"/>
                </a:lnTo>
                <a:lnTo>
                  <a:pt x="10862" y="53859"/>
                </a:lnTo>
                <a:lnTo>
                  <a:pt x="11154" y="53433"/>
                </a:lnTo>
                <a:lnTo>
                  <a:pt x="11388" y="53221"/>
                </a:lnTo>
                <a:lnTo>
                  <a:pt x="11680" y="52795"/>
                </a:lnTo>
                <a:lnTo>
                  <a:pt x="11855" y="52423"/>
                </a:lnTo>
                <a:lnTo>
                  <a:pt x="12264" y="52051"/>
                </a:lnTo>
                <a:lnTo>
                  <a:pt x="12556" y="51892"/>
                </a:lnTo>
                <a:lnTo>
                  <a:pt x="12848" y="51519"/>
                </a:lnTo>
                <a:lnTo>
                  <a:pt x="13081" y="51147"/>
                </a:lnTo>
                <a:lnTo>
                  <a:pt x="13373" y="50775"/>
                </a:lnTo>
                <a:lnTo>
                  <a:pt x="13665" y="50350"/>
                </a:lnTo>
                <a:lnTo>
                  <a:pt x="13958" y="50137"/>
                </a:lnTo>
                <a:lnTo>
                  <a:pt x="14366" y="49712"/>
                </a:lnTo>
                <a:lnTo>
                  <a:pt x="14542" y="49499"/>
                </a:lnTo>
                <a:lnTo>
                  <a:pt x="14775" y="49074"/>
                </a:lnTo>
                <a:lnTo>
                  <a:pt x="15067" y="48701"/>
                </a:lnTo>
                <a:lnTo>
                  <a:pt x="15359" y="48436"/>
                </a:lnTo>
                <a:lnTo>
                  <a:pt x="15651" y="48063"/>
                </a:lnTo>
                <a:lnTo>
                  <a:pt x="15943" y="47691"/>
                </a:lnTo>
                <a:lnTo>
                  <a:pt x="16235" y="47425"/>
                </a:lnTo>
                <a:lnTo>
                  <a:pt x="16644" y="47053"/>
                </a:lnTo>
                <a:lnTo>
                  <a:pt x="16936" y="46787"/>
                </a:lnTo>
                <a:lnTo>
                  <a:pt x="17053" y="46415"/>
                </a:lnTo>
                <a:lnTo>
                  <a:pt x="17345" y="45990"/>
                </a:lnTo>
                <a:lnTo>
                  <a:pt x="17637" y="45618"/>
                </a:lnTo>
                <a:lnTo>
                  <a:pt x="17870" y="45352"/>
                </a:lnTo>
                <a:lnTo>
                  <a:pt x="18162" y="44980"/>
                </a:lnTo>
                <a:lnTo>
                  <a:pt x="18630" y="44714"/>
                </a:lnTo>
                <a:lnTo>
                  <a:pt x="18863" y="44342"/>
                </a:lnTo>
                <a:lnTo>
                  <a:pt x="19155" y="43969"/>
                </a:lnTo>
                <a:lnTo>
                  <a:pt x="19447" y="43704"/>
                </a:lnTo>
                <a:lnTo>
                  <a:pt x="19564" y="43331"/>
                </a:lnTo>
                <a:lnTo>
                  <a:pt x="19856" y="42906"/>
                </a:lnTo>
                <a:lnTo>
                  <a:pt x="20148" y="42640"/>
                </a:lnTo>
                <a:lnTo>
                  <a:pt x="20557" y="42428"/>
                </a:lnTo>
                <a:lnTo>
                  <a:pt x="20849" y="42002"/>
                </a:lnTo>
                <a:lnTo>
                  <a:pt x="21141" y="41630"/>
                </a:lnTo>
                <a:lnTo>
                  <a:pt x="21433" y="41258"/>
                </a:lnTo>
                <a:lnTo>
                  <a:pt x="21725" y="40886"/>
                </a:lnTo>
                <a:lnTo>
                  <a:pt x="22017" y="40620"/>
                </a:lnTo>
                <a:lnTo>
                  <a:pt x="22134" y="40354"/>
                </a:lnTo>
                <a:lnTo>
                  <a:pt x="22426" y="39982"/>
                </a:lnTo>
                <a:lnTo>
                  <a:pt x="22835" y="39557"/>
                </a:lnTo>
                <a:lnTo>
                  <a:pt x="23127" y="39344"/>
                </a:lnTo>
                <a:lnTo>
                  <a:pt x="23419" y="38919"/>
                </a:lnTo>
                <a:lnTo>
                  <a:pt x="23652" y="38546"/>
                </a:lnTo>
                <a:lnTo>
                  <a:pt x="23944" y="38174"/>
                </a:lnTo>
                <a:lnTo>
                  <a:pt x="24236" y="37908"/>
                </a:lnTo>
                <a:lnTo>
                  <a:pt x="24411" y="37642"/>
                </a:lnTo>
                <a:lnTo>
                  <a:pt x="24820" y="37270"/>
                </a:lnTo>
                <a:lnTo>
                  <a:pt x="25112" y="36898"/>
                </a:lnTo>
                <a:lnTo>
                  <a:pt x="25346" y="36526"/>
                </a:lnTo>
                <a:lnTo>
                  <a:pt x="25638" y="36260"/>
                </a:lnTo>
                <a:lnTo>
                  <a:pt x="25930" y="35835"/>
                </a:lnTo>
                <a:lnTo>
                  <a:pt x="26222" y="35622"/>
                </a:lnTo>
                <a:lnTo>
                  <a:pt x="26514" y="35197"/>
                </a:lnTo>
                <a:lnTo>
                  <a:pt x="26923" y="34984"/>
                </a:lnTo>
                <a:lnTo>
                  <a:pt x="27039" y="34559"/>
                </a:lnTo>
                <a:lnTo>
                  <a:pt x="27331" y="34187"/>
                </a:lnTo>
                <a:lnTo>
                  <a:pt x="27624" y="33814"/>
                </a:lnTo>
                <a:lnTo>
                  <a:pt x="27916" y="33549"/>
                </a:lnTo>
                <a:lnTo>
                  <a:pt x="28208" y="33283"/>
                </a:lnTo>
                <a:lnTo>
                  <a:pt x="28500" y="32911"/>
                </a:lnTo>
                <a:lnTo>
                  <a:pt x="28733" y="32538"/>
                </a:lnTo>
                <a:lnTo>
                  <a:pt x="29200" y="32113"/>
                </a:lnTo>
                <a:lnTo>
                  <a:pt x="29434" y="31900"/>
                </a:lnTo>
                <a:lnTo>
                  <a:pt x="29609" y="31475"/>
                </a:lnTo>
                <a:lnTo>
                  <a:pt x="29901" y="31103"/>
                </a:lnTo>
                <a:lnTo>
                  <a:pt x="30193" y="30837"/>
                </a:lnTo>
                <a:lnTo>
                  <a:pt x="30427" y="30571"/>
                </a:lnTo>
                <a:lnTo>
                  <a:pt x="30719" y="30199"/>
                </a:lnTo>
                <a:lnTo>
                  <a:pt x="31128" y="29827"/>
                </a:lnTo>
                <a:lnTo>
                  <a:pt x="31420" y="29455"/>
                </a:lnTo>
                <a:lnTo>
                  <a:pt x="31712" y="29189"/>
                </a:lnTo>
                <a:lnTo>
                  <a:pt x="32004" y="28817"/>
                </a:lnTo>
                <a:lnTo>
                  <a:pt x="32120" y="28551"/>
                </a:lnTo>
                <a:lnTo>
                  <a:pt x="32412" y="28125"/>
                </a:lnTo>
                <a:lnTo>
                  <a:pt x="32704" y="27913"/>
                </a:lnTo>
                <a:lnTo>
                  <a:pt x="32996" y="27487"/>
                </a:lnTo>
                <a:lnTo>
                  <a:pt x="33405" y="27115"/>
                </a:lnTo>
                <a:lnTo>
                  <a:pt x="33697" y="26743"/>
                </a:lnTo>
                <a:lnTo>
                  <a:pt x="33989" y="26477"/>
                </a:lnTo>
                <a:lnTo>
                  <a:pt x="34281" y="26211"/>
                </a:lnTo>
                <a:lnTo>
                  <a:pt x="34515" y="25839"/>
                </a:lnTo>
                <a:lnTo>
                  <a:pt x="34690" y="25467"/>
                </a:lnTo>
                <a:lnTo>
                  <a:pt x="34982" y="25201"/>
                </a:lnTo>
                <a:lnTo>
                  <a:pt x="35391" y="24829"/>
                </a:lnTo>
                <a:lnTo>
                  <a:pt x="35683" y="24404"/>
                </a:lnTo>
                <a:lnTo>
                  <a:pt x="35975" y="24031"/>
                </a:lnTo>
                <a:lnTo>
                  <a:pt x="36209" y="23925"/>
                </a:lnTo>
                <a:lnTo>
                  <a:pt x="36501" y="23553"/>
                </a:lnTo>
                <a:lnTo>
                  <a:pt x="36793" y="23128"/>
                </a:lnTo>
                <a:lnTo>
                  <a:pt x="37085" y="22755"/>
                </a:lnTo>
                <a:lnTo>
                  <a:pt x="37377" y="22490"/>
                </a:lnTo>
                <a:lnTo>
                  <a:pt x="37669" y="22117"/>
                </a:lnTo>
                <a:lnTo>
                  <a:pt x="37902" y="21745"/>
                </a:lnTo>
                <a:lnTo>
                  <a:pt x="38194" y="21479"/>
                </a:lnTo>
                <a:lnTo>
                  <a:pt x="38486" y="21214"/>
                </a:lnTo>
                <a:lnTo>
                  <a:pt x="38778" y="20841"/>
                </a:lnTo>
                <a:lnTo>
                  <a:pt x="39070" y="20469"/>
                </a:lnTo>
                <a:lnTo>
                  <a:pt x="39362" y="20203"/>
                </a:lnTo>
                <a:lnTo>
                  <a:pt x="39596" y="19778"/>
                </a:lnTo>
                <a:lnTo>
                  <a:pt x="39888" y="19406"/>
                </a:lnTo>
                <a:lnTo>
                  <a:pt x="40180" y="19140"/>
                </a:lnTo>
                <a:lnTo>
                  <a:pt x="40472" y="18927"/>
                </a:lnTo>
                <a:lnTo>
                  <a:pt x="40764" y="18502"/>
                </a:lnTo>
                <a:lnTo>
                  <a:pt x="40997" y="18130"/>
                </a:lnTo>
                <a:lnTo>
                  <a:pt x="41290" y="17758"/>
                </a:lnTo>
                <a:lnTo>
                  <a:pt x="41757" y="17492"/>
                </a:lnTo>
                <a:lnTo>
                  <a:pt x="41990" y="17120"/>
                </a:lnTo>
                <a:lnTo>
                  <a:pt x="42166" y="16854"/>
                </a:lnTo>
                <a:lnTo>
                  <a:pt x="42458" y="16588"/>
                </a:lnTo>
                <a:lnTo>
                  <a:pt x="42691" y="16216"/>
                </a:lnTo>
                <a:lnTo>
                  <a:pt x="42983" y="15844"/>
                </a:lnTo>
                <a:lnTo>
                  <a:pt x="43275" y="15418"/>
                </a:lnTo>
                <a:lnTo>
                  <a:pt x="43684" y="15152"/>
                </a:lnTo>
                <a:lnTo>
                  <a:pt x="43976" y="14780"/>
                </a:lnTo>
                <a:lnTo>
                  <a:pt x="44268" y="14514"/>
                </a:lnTo>
                <a:lnTo>
                  <a:pt x="44560" y="14142"/>
                </a:lnTo>
                <a:lnTo>
                  <a:pt x="44677" y="13876"/>
                </a:lnTo>
                <a:lnTo>
                  <a:pt x="44969" y="13504"/>
                </a:lnTo>
                <a:lnTo>
                  <a:pt x="45261" y="13132"/>
                </a:lnTo>
                <a:lnTo>
                  <a:pt x="45553" y="12866"/>
                </a:lnTo>
                <a:lnTo>
                  <a:pt x="45962" y="12494"/>
                </a:lnTo>
                <a:lnTo>
                  <a:pt x="46254" y="12228"/>
                </a:lnTo>
                <a:lnTo>
                  <a:pt x="46546" y="11856"/>
                </a:lnTo>
                <a:lnTo>
                  <a:pt x="46779" y="11590"/>
                </a:lnTo>
                <a:lnTo>
                  <a:pt x="47071" y="11218"/>
                </a:lnTo>
                <a:lnTo>
                  <a:pt x="47246" y="10793"/>
                </a:lnTo>
                <a:lnTo>
                  <a:pt x="47538" y="10527"/>
                </a:lnTo>
                <a:lnTo>
                  <a:pt x="47947" y="10155"/>
                </a:lnTo>
                <a:lnTo>
                  <a:pt x="48239" y="9889"/>
                </a:lnTo>
                <a:lnTo>
                  <a:pt x="48473" y="9517"/>
                </a:lnTo>
                <a:lnTo>
                  <a:pt x="48765" y="9251"/>
                </a:lnTo>
                <a:lnTo>
                  <a:pt x="49057" y="8879"/>
                </a:lnTo>
                <a:lnTo>
                  <a:pt x="49349" y="8506"/>
                </a:lnTo>
                <a:lnTo>
                  <a:pt x="49641" y="8241"/>
                </a:lnTo>
                <a:lnTo>
                  <a:pt x="49933" y="7868"/>
                </a:lnTo>
                <a:lnTo>
                  <a:pt x="50167" y="7603"/>
                </a:lnTo>
                <a:lnTo>
                  <a:pt x="50459" y="7337"/>
                </a:lnTo>
                <a:lnTo>
                  <a:pt x="50751" y="6965"/>
                </a:lnTo>
                <a:lnTo>
                  <a:pt x="51043" y="6592"/>
                </a:lnTo>
                <a:lnTo>
                  <a:pt x="51335" y="6167"/>
                </a:lnTo>
                <a:lnTo>
                  <a:pt x="51627" y="5954"/>
                </a:lnTo>
                <a:lnTo>
                  <a:pt x="51860" y="5529"/>
                </a:lnTo>
                <a:lnTo>
                  <a:pt x="52152" y="5263"/>
                </a:lnTo>
                <a:lnTo>
                  <a:pt x="52444" y="5050"/>
                </a:lnTo>
                <a:lnTo>
                  <a:pt x="52736" y="4625"/>
                </a:lnTo>
                <a:lnTo>
                  <a:pt x="53028" y="4253"/>
                </a:lnTo>
                <a:lnTo>
                  <a:pt x="53320" y="3987"/>
                </a:lnTo>
                <a:lnTo>
                  <a:pt x="53554" y="3615"/>
                </a:lnTo>
                <a:lnTo>
                  <a:pt x="53846" y="3243"/>
                </a:lnTo>
                <a:lnTo>
                  <a:pt x="54255" y="3083"/>
                </a:lnTo>
                <a:lnTo>
                  <a:pt x="54547" y="2711"/>
                </a:lnTo>
                <a:lnTo>
                  <a:pt x="54722" y="2339"/>
                </a:lnTo>
                <a:lnTo>
                  <a:pt x="55014" y="1967"/>
                </a:lnTo>
                <a:lnTo>
                  <a:pt x="55248" y="1701"/>
                </a:lnTo>
                <a:lnTo>
                  <a:pt x="55540" y="1329"/>
                </a:lnTo>
                <a:lnTo>
                  <a:pt x="55832" y="903"/>
                </a:lnTo>
                <a:lnTo>
                  <a:pt x="56240" y="797"/>
                </a:lnTo>
                <a:lnTo>
                  <a:pt x="56532" y="425"/>
                </a:lnTo>
                <a:lnTo>
                  <a:pt x="56824" y="0"/>
                </a:lnTo>
              </a:path>
            </a:pathLst>
          </a:custGeom>
          <a:ln w="814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7383383" y="2413853"/>
            <a:ext cx="56708" cy="61781"/>
          </a:xfrm>
          <a:custGeom>
            <a:avLst/>
            <a:gdLst/>
            <a:ahLst/>
            <a:cxnLst/>
            <a:rect l="l" t="t" r="r" b="b"/>
            <a:pathLst>
              <a:path w="56708" h="61781">
                <a:moveTo>
                  <a:pt x="0" y="61781"/>
                </a:moveTo>
                <a:lnTo>
                  <a:pt x="292" y="61568"/>
                </a:lnTo>
                <a:lnTo>
                  <a:pt x="408" y="61143"/>
                </a:lnTo>
                <a:lnTo>
                  <a:pt x="700" y="60771"/>
                </a:lnTo>
                <a:lnTo>
                  <a:pt x="992" y="60505"/>
                </a:lnTo>
                <a:lnTo>
                  <a:pt x="1284" y="60239"/>
                </a:lnTo>
                <a:lnTo>
                  <a:pt x="1693" y="59867"/>
                </a:lnTo>
                <a:lnTo>
                  <a:pt x="1985" y="59601"/>
                </a:lnTo>
                <a:lnTo>
                  <a:pt x="2277" y="59229"/>
                </a:lnTo>
                <a:lnTo>
                  <a:pt x="2511" y="58857"/>
                </a:lnTo>
                <a:lnTo>
                  <a:pt x="2803" y="58591"/>
                </a:lnTo>
                <a:lnTo>
                  <a:pt x="2978" y="58219"/>
                </a:lnTo>
                <a:lnTo>
                  <a:pt x="3212" y="57953"/>
                </a:lnTo>
                <a:lnTo>
                  <a:pt x="3679" y="57687"/>
                </a:lnTo>
                <a:lnTo>
                  <a:pt x="3971" y="57315"/>
                </a:lnTo>
                <a:lnTo>
                  <a:pt x="4204" y="56942"/>
                </a:lnTo>
                <a:lnTo>
                  <a:pt x="4496" y="56677"/>
                </a:lnTo>
                <a:lnTo>
                  <a:pt x="4788" y="56304"/>
                </a:lnTo>
                <a:lnTo>
                  <a:pt x="5080" y="55879"/>
                </a:lnTo>
                <a:lnTo>
                  <a:pt x="5372" y="55613"/>
                </a:lnTo>
                <a:lnTo>
                  <a:pt x="5664" y="55401"/>
                </a:lnTo>
                <a:lnTo>
                  <a:pt x="5898" y="54975"/>
                </a:lnTo>
                <a:lnTo>
                  <a:pt x="6190" y="54763"/>
                </a:lnTo>
                <a:lnTo>
                  <a:pt x="6482" y="54337"/>
                </a:lnTo>
                <a:lnTo>
                  <a:pt x="6774" y="53965"/>
                </a:lnTo>
                <a:lnTo>
                  <a:pt x="7066" y="53699"/>
                </a:lnTo>
                <a:lnTo>
                  <a:pt x="7358" y="53327"/>
                </a:lnTo>
                <a:lnTo>
                  <a:pt x="7592" y="53061"/>
                </a:lnTo>
                <a:lnTo>
                  <a:pt x="7884" y="52795"/>
                </a:lnTo>
                <a:lnTo>
                  <a:pt x="8176" y="52423"/>
                </a:lnTo>
                <a:lnTo>
                  <a:pt x="8468" y="52051"/>
                </a:lnTo>
                <a:lnTo>
                  <a:pt x="8760" y="51785"/>
                </a:lnTo>
                <a:lnTo>
                  <a:pt x="8993" y="51413"/>
                </a:lnTo>
                <a:lnTo>
                  <a:pt x="9285" y="51147"/>
                </a:lnTo>
                <a:lnTo>
                  <a:pt x="9577" y="50881"/>
                </a:lnTo>
                <a:lnTo>
                  <a:pt x="9986" y="50509"/>
                </a:lnTo>
                <a:lnTo>
                  <a:pt x="10278" y="50243"/>
                </a:lnTo>
                <a:lnTo>
                  <a:pt x="10453" y="49871"/>
                </a:lnTo>
                <a:lnTo>
                  <a:pt x="10687" y="49446"/>
                </a:lnTo>
                <a:lnTo>
                  <a:pt x="10979" y="49233"/>
                </a:lnTo>
                <a:lnTo>
                  <a:pt x="11271" y="48808"/>
                </a:lnTo>
                <a:lnTo>
                  <a:pt x="11563" y="48595"/>
                </a:lnTo>
                <a:lnTo>
                  <a:pt x="11972" y="48329"/>
                </a:lnTo>
                <a:lnTo>
                  <a:pt x="12264" y="47904"/>
                </a:lnTo>
                <a:lnTo>
                  <a:pt x="12556" y="47691"/>
                </a:lnTo>
                <a:lnTo>
                  <a:pt x="12848" y="47266"/>
                </a:lnTo>
                <a:lnTo>
                  <a:pt x="12965" y="46894"/>
                </a:lnTo>
                <a:lnTo>
                  <a:pt x="13257" y="46628"/>
                </a:lnTo>
                <a:lnTo>
                  <a:pt x="13549" y="46256"/>
                </a:lnTo>
                <a:lnTo>
                  <a:pt x="13841" y="45990"/>
                </a:lnTo>
                <a:lnTo>
                  <a:pt x="14250" y="45724"/>
                </a:lnTo>
                <a:lnTo>
                  <a:pt x="14542" y="45352"/>
                </a:lnTo>
                <a:lnTo>
                  <a:pt x="14775" y="45086"/>
                </a:lnTo>
                <a:lnTo>
                  <a:pt x="15067" y="44714"/>
                </a:lnTo>
                <a:lnTo>
                  <a:pt x="15359" y="44342"/>
                </a:lnTo>
                <a:lnTo>
                  <a:pt x="15534" y="44076"/>
                </a:lnTo>
                <a:lnTo>
                  <a:pt x="15768" y="43810"/>
                </a:lnTo>
                <a:lnTo>
                  <a:pt x="16235" y="43438"/>
                </a:lnTo>
                <a:lnTo>
                  <a:pt x="16469" y="43172"/>
                </a:lnTo>
                <a:lnTo>
                  <a:pt x="16761" y="42800"/>
                </a:lnTo>
                <a:lnTo>
                  <a:pt x="17053" y="42534"/>
                </a:lnTo>
                <a:lnTo>
                  <a:pt x="17345" y="42162"/>
                </a:lnTo>
                <a:lnTo>
                  <a:pt x="17637" y="41790"/>
                </a:lnTo>
                <a:lnTo>
                  <a:pt x="17929" y="41630"/>
                </a:lnTo>
                <a:lnTo>
                  <a:pt x="18162" y="41258"/>
                </a:lnTo>
                <a:lnTo>
                  <a:pt x="18454" y="40992"/>
                </a:lnTo>
                <a:lnTo>
                  <a:pt x="18746" y="40620"/>
                </a:lnTo>
                <a:lnTo>
                  <a:pt x="19038" y="40248"/>
                </a:lnTo>
                <a:lnTo>
                  <a:pt x="19330" y="39982"/>
                </a:lnTo>
                <a:lnTo>
                  <a:pt x="19622" y="39557"/>
                </a:lnTo>
                <a:lnTo>
                  <a:pt x="19856" y="39344"/>
                </a:lnTo>
                <a:lnTo>
                  <a:pt x="20148" y="39078"/>
                </a:lnTo>
                <a:lnTo>
                  <a:pt x="20440" y="38706"/>
                </a:lnTo>
                <a:lnTo>
                  <a:pt x="20732" y="38440"/>
                </a:lnTo>
                <a:lnTo>
                  <a:pt x="21024" y="38015"/>
                </a:lnTo>
                <a:lnTo>
                  <a:pt x="21316" y="37802"/>
                </a:lnTo>
                <a:lnTo>
                  <a:pt x="21550" y="37377"/>
                </a:lnTo>
                <a:lnTo>
                  <a:pt x="21842" y="37004"/>
                </a:lnTo>
                <a:lnTo>
                  <a:pt x="22134" y="36898"/>
                </a:lnTo>
                <a:lnTo>
                  <a:pt x="22543" y="36473"/>
                </a:lnTo>
                <a:lnTo>
                  <a:pt x="22835" y="36260"/>
                </a:lnTo>
                <a:lnTo>
                  <a:pt x="23010" y="35835"/>
                </a:lnTo>
                <a:lnTo>
                  <a:pt x="23243" y="35463"/>
                </a:lnTo>
                <a:lnTo>
                  <a:pt x="23535" y="35197"/>
                </a:lnTo>
                <a:lnTo>
                  <a:pt x="23827" y="34825"/>
                </a:lnTo>
                <a:lnTo>
                  <a:pt x="24119" y="34718"/>
                </a:lnTo>
                <a:lnTo>
                  <a:pt x="24528" y="34293"/>
                </a:lnTo>
                <a:lnTo>
                  <a:pt x="24820" y="34080"/>
                </a:lnTo>
                <a:lnTo>
                  <a:pt x="25112" y="33655"/>
                </a:lnTo>
                <a:lnTo>
                  <a:pt x="25404" y="33283"/>
                </a:lnTo>
                <a:lnTo>
                  <a:pt x="25521" y="33017"/>
                </a:lnTo>
                <a:lnTo>
                  <a:pt x="25813" y="32645"/>
                </a:lnTo>
                <a:lnTo>
                  <a:pt x="26105" y="32379"/>
                </a:lnTo>
                <a:lnTo>
                  <a:pt x="26339" y="32113"/>
                </a:lnTo>
                <a:lnTo>
                  <a:pt x="26806" y="31847"/>
                </a:lnTo>
                <a:lnTo>
                  <a:pt x="27098" y="31475"/>
                </a:lnTo>
                <a:lnTo>
                  <a:pt x="27331" y="31103"/>
                </a:lnTo>
                <a:lnTo>
                  <a:pt x="27624" y="30837"/>
                </a:lnTo>
                <a:lnTo>
                  <a:pt x="27916" y="30465"/>
                </a:lnTo>
                <a:lnTo>
                  <a:pt x="28032" y="30199"/>
                </a:lnTo>
                <a:lnTo>
                  <a:pt x="28324" y="29933"/>
                </a:lnTo>
                <a:lnTo>
                  <a:pt x="28792" y="29667"/>
                </a:lnTo>
                <a:lnTo>
                  <a:pt x="29025" y="29295"/>
                </a:lnTo>
                <a:lnTo>
                  <a:pt x="29317" y="29029"/>
                </a:lnTo>
                <a:lnTo>
                  <a:pt x="29609" y="28657"/>
                </a:lnTo>
                <a:lnTo>
                  <a:pt x="29901" y="28285"/>
                </a:lnTo>
                <a:lnTo>
                  <a:pt x="30193" y="28019"/>
                </a:lnTo>
                <a:lnTo>
                  <a:pt x="30485" y="27647"/>
                </a:lnTo>
                <a:lnTo>
                  <a:pt x="30719" y="27487"/>
                </a:lnTo>
                <a:lnTo>
                  <a:pt x="31011" y="27115"/>
                </a:lnTo>
                <a:lnTo>
                  <a:pt x="31303" y="26849"/>
                </a:lnTo>
                <a:lnTo>
                  <a:pt x="31595" y="26477"/>
                </a:lnTo>
                <a:lnTo>
                  <a:pt x="31887" y="26211"/>
                </a:lnTo>
                <a:lnTo>
                  <a:pt x="32120" y="25839"/>
                </a:lnTo>
                <a:lnTo>
                  <a:pt x="32412" y="25573"/>
                </a:lnTo>
                <a:lnTo>
                  <a:pt x="32704" y="25307"/>
                </a:lnTo>
                <a:lnTo>
                  <a:pt x="33113" y="24935"/>
                </a:lnTo>
                <a:lnTo>
                  <a:pt x="33288" y="24669"/>
                </a:lnTo>
                <a:lnTo>
                  <a:pt x="33580" y="24297"/>
                </a:lnTo>
                <a:lnTo>
                  <a:pt x="33814" y="24031"/>
                </a:lnTo>
                <a:lnTo>
                  <a:pt x="34106" y="23659"/>
                </a:lnTo>
                <a:lnTo>
                  <a:pt x="34398" y="23393"/>
                </a:lnTo>
                <a:lnTo>
                  <a:pt x="34690" y="23021"/>
                </a:lnTo>
                <a:lnTo>
                  <a:pt x="35099" y="22862"/>
                </a:lnTo>
                <a:lnTo>
                  <a:pt x="35391" y="22490"/>
                </a:lnTo>
                <a:lnTo>
                  <a:pt x="35508" y="22224"/>
                </a:lnTo>
                <a:lnTo>
                  <a:pt x="35800" y="21852"/>
                </a:lnTo>
                <a:lnTo>
                  <a:pt x="36092" y="21586"/>
                </a:lnTo>
                <a:lnTo>
                  <a:pt x="36384" y="21214"/>
                </a:lnTo>
                <a:lnTo>
                  <a:pt x="36676" y="20948"/>
                </a:lnTo>
                <a:lnTo>
                  <a:pt x="37085" y="20682"/>
                </a:lnTo>
                <a:lnTo>
                  <a:pt x="37377" y="20416"/>
                </a:lnTo>
                <a:lnTo>
                  <a:pt x="37669" y="20044"/>
                </a:lnTo>
                <a:lnTo>
                  <a:pt x="37961" y="19778"/>
                </a:lnTo>
                <a:lnTo>
                  <a:pt x="38077" y="19406"/>
                </a:lnTo>
                <a:lnTo>
                  <a:pt x="38369" y="19140"/>
                </a:lnTo>
                <a:lnTo>
                  <a:pt x="38661" y="18768"/>
                </a:lnTo>
                <a:lnTo>
                  <a:pt x="38895" y="18502"/>
                </a:lnTo>
                <a:lnTo>
                  <a:pt x="39362" y="18236"/>
                </a:lnTo>
                <a:lnTo>
                  <a:pt x="39596" y="18023"/>
                </a:lnTo>
                <a:lnTo>
                  <a:pt x="39888" y="17598"/>
                </a:lnTo>
                <a:lnTo>
                  <a:pt x="40180" y="17332"/>
                </a:lnTo>
                <a:lnTo>
                  <a:pt x="40472" y="16960"/>
                </a:lnTo>
                <a:lnTo>
                  <a:pt x="40589" y="16694"/>
                </a:lnTo>
                <a:lnTo>
                  <a:pt x="40881" y="16322"/>
                </a:lnTo>
                <a:lnTo>
                  <a:pt x="41290" y="16056"/>
                </a:lnTo>
                <a:lnTo>
                  <a:pt x="41582" y="15844"/>
                </a:lnTo>
                <a:lnTo>
                  <a:pt x="41874" y="15578"/>
                </a:lnTo>
                <a:lnTo>
                  <a:pt x="42166" y="15152"/>
                </a:lnTo>
                <a:lnTo>
                  <a:pt x="42458" y="14940"/>
                </a:lnTo>
                <a:lnTo>
                  <a:pt x="42750" y="14514"/>
                </a:lnTo>
                <a:lnTo>
                  <a:pt x="42983" y="14302"/>
                </a:lnTo>
                <a:lnTo>
                  <a:pt x="43275" y="13876"/>
                </a:lnTo>
                <a:lnTo>
                  <a:pt x="43567" y="13770"/>
                </a:lnTo>
                <a:lnTo>
                  <a:pt x="43859" y="13398"/>
                </a:lnTo>
                <a:lnTo>
                  <a:pt x="44151" y="13132"/>
                </a:lnTo>
                <a:lnTo>
                  <a:pt x="44443" y="12760"/>
                </a:lnTo>
                <a:lnTo>
                  <a:pt x="44677" y="12494"/>
                </a:lnTo>
                <a:lnTo>
                  <a:pt x="44969" y="12069"/>
                </a:lnTo>
                <a:lnTo>
                  <a:pt x="45261" y="11856"/>
                </a:lnTo>
                <a:lnTo>
                  <a:pt x="45670" y="11590"/>
                </a:lnTo>
                <a:lnTo>
                  <a:pt x="45845" y="11324"/>
                </a:lnTo>
                <a:lnTo>
                  <a:pt x="46137" y="11058"/>
                </a:lnTo>
                <a:lnTo>
                  <a:pt x="46370" y="10686"/>
                </a:lnTo>
                <a:lnTo>
                  <a:pt x="46662" y="10420"/>
                </a:lnTo>
                <a:lnTo>
                  <a:pt x="46954" y="10048"/>
                </a:lnTo>
                <a:lnTo>
                  <a:pt x="47246" y="9782"/>
                </a:lnTo>
                <a:lnTo>
                  <a:pt x="47655" y="9410"/>
                </a:lnTo>
                <a:lnTo>
                  <a:pt x="47947" y="9144"/>
                </a:lnTo>
                <a:lnTo>
                  <a:pt x="48239" y="8879"/>
                </a:lnTo>
                <a:lnTo>
                  <a:pt x="48356" y="8613"/>
                </a:lnTo>
                <a:lnTo>
                  <a:pt x="48648" y="8347"/>
                </a:lnTo>
                <a:lnTo>
                  <a:pt x="48940" y="7975"/>
                </a:lnTo>
                <a:lnTo>
                  <a:pt x="49232" y="7709"/>
                </a:lnTo>
                <a:lnTo>
                  <a:pt x="49641" y="7337"/>
                </a:lnTo>
                <a:lnTo>
                  <a:pt x="49933" y="7071"/>
                </a:lnTo>
                <a:lnTo>
                  <a:pt x="50225" y="6699"/>
                </a:lnTo>
                <a:lnTo>
                  <a:pt x="50459" y="6592"/>
                </a:lnTo>
                <a:lnTo>
                  <a:pt x="50634" y="6167"/>
                </a:lnTo>
                <a:lnTo>
                  <a:pt x="50926" y="5901"/>
                </a:lnTo>
                <a:lnTo>
                  <a:pt x="51159" y="5688"/>
                </a:lnTo>
                <a:lnTo>
                  <a:pt x="51451" y="5263"/>
                </a:lnTo>
                <a:lnTo>
                  <a:pt x="51919" y="5050"/>
                </a:lnTo>
                <a:lnTo>
                  <a:pt x="52152" y="4625"/>
                </a:lnTo>
                <a:lnTo>
                  <a:pt x="52444" y="4359"/>
                </a:lnTo>
                <a:lnTo>
                  <a:pt x="52736" y="4147"/>
                </a:lnTo>
                <a:lnTo>
                  <a:pt x="53028" y="3881"/>
                </a:lnTo>
                <a:lnTo>
                  <a:pt x="53145" y="3615"/>
                </a:lnTo>
                <a:lnTo>
                  <a:pt x="53437" y="3243"/>
                </a:lnTo>
                <a:lnTo>
                  <a:pt x="53846" y="2977"/>
                </a:lnTo>
                <a:lnTo>
                  <a:pt x="54138" y="2605"/>
                </a:lnTo>
                <a:lnTo>
                  <a:pt x="54430" y="2339"/>
                </a:lnTo>
                <a:lnTo>
                  <a:pt x="54722" y="2073"/>
                </a:lnTo>
                <a:lnTo>
                  <a:pt x="55014" y="1807"/>
                </a:lnTo>
                <a:lnTo>
                  <a:pt x="55306" y="1541"/>
                </a:lnTo>
                <a:lnTo>
                  <a:pt x="55540" y="1169"/>
                </a:lnTo>
                <a:lnTo>
                  <a:pt x="55832" y="903"/>
                </a:lnTo>
                <a:lnTo>
                  <a:pt x="56124" y="638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81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7440091" y="2360845"/>
            <a:ext cx="56824" cy="53008"/>
          </a:xfrm>
          <a:custGeom>
            <a:avLst/>
            <a:gdLst/>
            <a:ahLst/>
            <a:cxnLst/>
            <a:rect l="l" t="t" r="r" b="b"/>
            <a:pathLst>
              <a:path w="56824" h="53008">
                <a:moveTo>
                  <a:pt x="0" y="53008"/>
                </a:moveTo>
                <a:lnTo>
                  <a:pt x="233" y="52795"/>
                </a:lnTo>
                <a:lnTo>
                  <a:pt x="525" y="52530"/>
                </a:lnTo>
                <a:lnTo>
                  <a:pt x="817" y="52264"/>
                </a:lnTo>
                <a:lnTo>
                  <a:pt x="1109" y="51892"/>
                </a:lnTo>
                <a:lnTo>
                  <a:pt x="1518" y="51626"/>
                </a:lnTo>
                <a:lnTo>
                  <a:pt x="1693" y="51253"/>
                </a:lnTo>
                <a:lnTo>
                  <a:pt x="1927" y="50988"/>
                </a:lnTo>
                <a:lnTo>
                  <a:pt x="2219" y="50722"/>
                </a:lnTo>
                <a:lnTo>
                  <a:pt x="2511" y="50456"/>
                </a:lnTo>
                <a:lnTo>
                  <a:pt x="2803" y="50190"/>
                </a:lnTo>
                <a:lnTo>
                  <a:pt x="3095" y="49818"/>
                </a:lnTo>
                <a:lnTo>
                  <a:pt x="3504" y="49552"/>
                </a:lnTo>
                <a:lnTo>
                  <a:pt x="3796" y="49286"/>
                </a:lnTo>
                <a:lnTo>
                  <a:pt x="4088" y="48914"/>
                </a:lnTo>
                <a:lnTo>
                  <a:pt x="4204" y="48648"/>
                </a:lnTo>
                <a:lnTo>
                  <a:pt x="4496" y="48382"/>
                </a:lnTo>
                <a:lnTo>
                  <a:pt x="4788" y="48170"/>
                </a:lnTo>
                <a:lnTo>
                  <a:pt x="5080" y="47904"/>
                </a:lnTo>
                <a:lnTo>
                  <a:pt x="5314" y="47638"/>
                </a:lnTo>
                <a:lnTo>
                  <a:pt x="5781" y="47266"/>
                </a:lnTo>
                <a:lnTo>
                  <a:pt x="6015" y="47000"/>
                </a:lnTo>
                <a:lnTo>
                  <a:pt x="6307" y="46628"/>
                </a:lnTo>
                <a:lnTo>
                  <a:pt x="6599" y="46362"/>
                </a:lnTo>
                <a:lnTo>
                  <a:pt x="6774" y="46096"/>
                </a:lnTo>
                <a:lnTo>
                  <a:pt x="7008" y="45724"/>
                </a:lnTo>
                <a:lnTo>
                  <a:pt x="7300" y="45565"/>
                </a:lnTo>
                <a:lnTo>
                  <a:pt x="7709" y="45299"/>
                </a:lnTo>
                <a:lnTo>
                  <a:pt x="8001" y="44926"/>
                </a:lnTo>
                <a:lnTo>
                  <a:pt x="8293" y="44661"/>
                </a:lnTo>
                <a:lnTo>
                  <a:pt x="8585" y="44395"/>
                </a:lnTo>
                <a:lnTo>
                  <a:pt x="8877" y="44023"/>
                </a:lnTo>
                <a:lnTo>
                  <a:pt x="9169" y="43757"/>
                </a:lnTo>
                <a:lnTo>
                  <a:pt x="9285" y="43544"/>
                </a:lnTo>
                <a:lnTo>
                  <a:pt x="9694" y="43278"/>
                </a:lnTo>
                <a:lnTo>
                  <a:pt x="9986" y="43012"/>
                </a:lnTo>
                <a:lnTo>
                  <a:pt x="10278" y="42747"/>
                </a:lnTo>
                <a:lnTo>
                  <a:pt x="10570" y="42374"/>
                </a:lnTo>
                <a:lnTo>
                  <a:pt x="10862" y="42109"/>
                </a:lnTo>
                <a:lnTo>
                  <a:pt x="11096" y="41843"/>
                </a:lnTo>
                <a:lnTo>
                  <a:pt x="11388" y="41471"/>
                </a:lnTo>
                <a:lnTo>
                  <a:pt x="11563" y="41205"/>
                </a:lnTo>
                <a:lnTo>
                  <a:pt x="11972" y="41098"/>
                </a:lnTo>
                <a:lnTo>
                  <a:pt x="12264" y="40673"/>
                </a:lnTo>
                <a:lnTo>
                  <a:pt x="12556" y="40460"/>
                </a:lnTo>
                <a:lnTo>
                  <a:pt x="12789" y="40195"/>
                </a:lnTo>
                <a:lnTo>
                  <a:pt x="13081" y="39822"/>
                </a:lnTo>
                <a:lnTo>
                  <a:pt x="13373" y="39557"/>
                </a:lnTo>
                <a:lnTo>
                  <a:pt x="13665" y="39291"/>
                </a:lnTo>
                <a:lnTo>
                  <a:pt x="14074" y="39025"/>
                </a:lnTo>
                <a:lnTo>
                  <a:pt x="14250" y="38759"/>
                </a:lnTo>
                <a:lnTo>
                  <a:pt x="14483" y="38493"/>
                </a:lnTo>
                <a:lnTo>
                  <a:pt x="14775" y="38280"/>
                </a:lnTo>
                <a:lnTo>
                  <a:pt x="15067" y="37855"/>
                </a:lnTo>
                <a:lnTo>
                  <a:pt x="15359" y="37589"/>
                </a:lnTo>
                <a:lnTo>
                  <a:pt x="15651" y="37377"/>
                </a:lnTo>
                <a:lnTo>
                  <a:pt x="16060" y="36951"/>
                </a:lnTo>
                <a:lnTo>
                  <a:pt x="16352" y="36739"/>
                </a:lnTo>
                <a:lnTo>
                  <a:pt x="16644" y="36473"/>
                </a:lnTo>
                <a:lnTo>
                  <a:pt x="16761" y="36313"/>
                </a:lnTo>
                <a:lnTo>
                  <a:pt x="17053" y="35941"/>
                </a:lnTo>
                <a:lnTo>
                  <a:pt x="17345" y="35675"/>
                </a:lnTo>
                <a:lnTo>
                  <a:pt x="17578" y="35409"/>
                </a:lnTo>
                <a:lnTo>
                  <a:pt x="17870" y="35197"/>
                </a:lnTo>
                <a:lnTo>
                  <a:pt x="18338" y="34771"/>
                </a:lnTo>
                <a:lnTo>
                  <a:pt x="18571" y="34506"/>
                </a:lnTo>
                <a:lnTo>
                  <a:pt x="18863" y="34293"/>
                </a:lnTo>
                <a:lnTo>
                  <a:pt x="19155" y="34027"/>
                </a:lnTo>
                <a:lnTo>
                  <a:pt x="19272" y="33761"/>
                </a:lnTo>
                <a:lnTo>
                  <a:pt x="19564" y="33495"/>
                </a:lnTo>
                <a:lnTo>
                  <a:pt x="19856" y="33230"/>
                </a:lnTo>
                <a:lnTo>
                  <a:pt x="20265" y="32857"/>
                </a:lnTo>
                <a:lnTo>
                  <a:pt x="20557" y="32592"/>
                </a:lnTo>
                <a:lnTo>
                  <a:pt x="20849" y="32326"/>
                </a:lnTo>
                <a:lnTo>
                  <a:pt x="21141" y="32113"/>
                </a:lnTo>
                <a:lnTo>
                  <a:pt x="21433" y="31847"/>
                </a:lnTo>
                <a:lnTo>
                  <a:pt x="21725" y="31581"/>
                </a:lnTo>
                <a:lnTo>
                  <a:pt x="21842" y="31315"/>
                </a:lnTo>
                <a:lnTo>
                  <a:pt x="22251" y="31050"/>
                </a:lnTo>
                <a:lnTo>
                  <a:pt x="22543" y="30677"/>
                </a:lnTo>
                <a:lnTo>
                  <a:pt x="22835" y="30412"/>
                </a:lnTo>
                <a:lnTo>
                  <a:pt x="23127" y="30146"/>
                </a:lnTo>
                <a:lnTo>
                  <a:pt x="23419" y="29880"/>
                </a:lnTo>
                <a:lnTo>
                  <a:pt x="23652" y="29508"/>
                </a:lnTo>
                <a:lnTo>
                  <a:pt x="23944" y="29401"/>
                </a:lnTo>
                <a:lnTo>
                  <a:pt x="24236" y="29136"/>
                </a:lnTo>
                <a:lnTo>
                  <a:pt x="24528" y="28870"/>
                </a:lnTo>
                <a:lnTo>
                  <a:pt x="24820" y="28604"/>
                </a:lnTo>
                <a:lnTo>
                  <a:pt x="25054" y="28232"/>
                </a:lnTo>
                <a:lnTo>
                  <a:pt x="25346" y="27966"/>
                </a:lnTo>
                <a:lnTo>
                  <a:pt x="25638" y="27700"/>
                </a:lnTo>
                <a:lnTo>
                  <a:pt x="25930" y="27487"/>
                </a:lnTo>
                <a:lnTo>
                  <a:pt x="26222" y="27062"/>
                </a:lnTo>
                <a:lnTo>
                  <a:pt x="26631" y="26956"/>
                </a:lnTo>
                <a:lnTo>
                  <a:pt x="26747" y="26690"/>
                </a:lnTo>
                <a:lnTo>
                  <a:pt x="27039" y="26424"/>
                </a:lnTo>
                <a:lnTo>
                  <a:pt x="27331" y="26158"/>
                </a:lnTo>
                <a:lnTo>
                  <a:pt x="27624" y="25786"/>
                </a:lnTo>
                <a:lnTo>
                  <a:pt x="27916" y="25520"/>
                </a:lnTo>
                <a:lnTo>
                  <a:pt x="28208" y="25307"/>
                </a:lnTo>
                <a:lnTo>
                  <a:pt x="28616" y="25042"/>
                </a:lnTo>
                <a:lnTo>
                  <a:pt x="28908" y="24776"/>
                </a:lnTo>
                <a:lnTo>
                  <a:pt x="29200" y="24510"/>
                </a:lnTo>
                <a:lnTo>
                  <a:pt x="29317" y="24244"/>
                </a:lnTo>
                <a:lnTo>
                  <a:pt x="29609" y="23978"/>
                </a:lnTo>
                <a:lnTo>
                  <a:pt x="29901" y="23766"/>
                </a:lnTo>
                <a:lnTo>
                  <a:pt x="30135" y="23500"/>
                </a:lnTo>
                <a:lnTo>
                  <a:pt x="30427" y="23074"/>
                </a:lnTo>
                <a:lnTo>
                  <a:pt x="30836" y="22862"/>
                </a:lnTo>
                <a:lnTo>
                  <a:pt x="31128" y="22596"/>
                </a:lnTo>
                <a:lnTo>
                  <a:pt x="31420" y="22436"/>
                </a:lnTo>
                <a:lnTo>
                  <a:pt x="31712" y="22224"/>
                </a:lnTo>
                <a:lnTo>
                  <a:pt x="31828" y="21958"/>
                </a:lnTo>
                <a:lnTo>
                  <a:pt x="32120" y="21533"/>
                </a:lnTo>
                <a:lnTo>
                  <a:pt x="32412" y="21320"/>
                </a:lnTo>
                <a:lnTo>
                  <a:pt x="32821" y="21054"/>
                </a:lnTo>
                <a:lnTo>
                  <a:pt x="33113" y="20788"/>
                </a:lnTo>
                <a:lnTo>
                  <a:pt x="33405" y="20522"/>
                </a:lnTo>
                <a:lnTo>
                  <a:pt x="33697" y="20257"/>
                </a:lnTo>
                <a:lnTo>
                  <a:pt x="33989" y="19991"/>
                </a:lnTo>
                <a:lnTo>
                  <a:pt x="34223" y="19778"/>
                </a:lnTo>
                <a:lnTo>
                  <a:pt x="34398" y="19512"/>
                </a:lnTo>
                <a:lnTo>
                  <a:pt x="34807" y="19246"/>
                </a:lnTo>
                <a:lnTo>
                  <a:pt x="35099" y="18980"/>
                </a:lnTo>
                <a:lnTo>
                  <a:pt x="35391" y="18715"/>
                </a:lnTo>
                <a:lnTo>
                  <a:pt x="35683" y="18449"/>
                </a:lnTo>
                <a:lnTo>
                  <a:pt x="35917" y="18077"/>
                </a:lnTo>
                <a:lnTo>
                  <a:pt x="36209" y="17811"/>
                </a:lnTo>
                <a:lnTo>
                  <a:pt x="36501" y="17704"/>
                </a:lnTo>
                <a:lnTo>
                  <a:pt x="36793" y="17439"/>
                </a:lnTo>
                <a:lnTo>
                  <a:pt x="37085" y="17173"/>
                </a:lnTo>
                <a:lnTo>
                  <a:pt x="37377" y="16907"/>
                </a:lnTo>
                <a:lnTo>
                  <a:pt x="37610" y="16694"/>
                </a:lnTo>
                <a:lnTo>
                  <a:pt x="37902" y="16428"/>
                </a:lnTo>
                <a:lnTo>
                  <a:pt x="38194" y="16056"/>
                </a:lnTo>
                <a:lnTo>
                  <a:pt x="38486" y="15790"/>
                </a:lnTo>
                <a:lnTo>
                  <a:pt x="38778" y="15525"/>
                </a:lnTo>
                <a:lnTo>
                  <a:pt x="39187" y="15365"/>
                </a:lnTo>
                <a:lnTo>
                  <a:pt x="39304" y="15152"/>
                </a:lnTo>
                <a:lnTo>
                  <a:pt x="39596" y="14887"/>
                </a:lnTo>
                <a:lnTo>
                  <a:pt x="39888" y="14621"/>
                </a:lnTo>
                <a:lnTo>
                  <a:pt x="40180" y="14355"/>
                </a:lnTo>
                <a:lnTo>
                  <a:pt x="40472" y="14089"/>
                </a:lnTo>
                <a:lnTo>
                  <a:pt x="40764" y="13717"/>
                </a:lnTo>
                <a:lnTo>
                  <a:pt x="41173" y="13451"/>
                </a:lnTo>
                <a:lnTo>
                  <a:pt x="41465" y="13185"/>
                </a:lnTo>
                <a:lnTo>
                  <a:pt x="41698" y="13079"/>
                </a:lnTo>
                <a:lnTo>
                  <a:pt x="41874" y="12813"/>
                </a:lnTo>
                <a:lnTo>
                  <a:pt x="42166" y="12547"/>
                </a:lnTo>
                <a:lnTo>
                  <a:pt x="42399" y="12334"/>
                </a:lnTo>
                <a:lnTo>
                  <a:pt x="42691" y="12069"/>
                </a:lnTo>
                <a:lnTo>
                  <a:pt x="42983" y="11803"/>
                </a:lnTo>
                <a:lnTo>
                  <a:pt x="43392" y="11537"/>
                </a:lnTo>
                <a:lnTo>
                  <a:pt x="43684" y="11271"/>
                </a:lnTo>
                <a:lnTo>
                  <a:pt x="43976" y="11005"/>
                </a:lnTo>
                <a:lnTo>
                  <a:pt x="44268" y="10793"/>
                </a:lnTo>
                <a:lnTo>
                  <a:pt x="44385" y="10527"/>
                </a:lnTo>
                <a:lnTo>
                  <a:pt x="44677" y="10261"/>
                </a:lnTo>
                <a:lnTo>
                  <a:pt x="44969" y="9995"/>
                </a:lnTo>
                <a:lnTo>
                  <a:pt x="45378" y="9729"/>
                </a:lnTo>
                <a:lnTo>
                  <a:pt x="45670" y="9463"/>
                </a:lnTo>
                <a:lnTo>
                  <a:pt x="45962" y="9251"/>
                </a:lnTo>
                <a:lnTo>
                  <a:pt x="46254" y="8985"/>
                </a:lnTo>
                <a:lnTo>
                  <a:pt x="46546" y="8719"/>
                </a:lnTo>
                <a:lnTo>
                  <a:pt x="46779" y="8453"/>
                </a:lnTo>
                <a:lnTo>
                  <a:pt x="46954" y="8347"/>
                </a:lnTo>
                <a:lnTo>
                  <a:pt x="47363" y="8081"/>
                </a:lnTo>
                <a:lnTo>
                  <a:pt x="47655" y="7815"/>
                </a:lnTo>
                <a:lnTo>
                  <a:pt x="47947" y="7549"/>
                </a:lnTo>
                <a:lnTo>
                  <a:pt x="48181" y="7284"/>
                </a:lnTo>
                <a:lnTo>
                  <a:pt x="48473" y="7018"/>
                </a:lnTo>
                <a:lnTo>
                  <a:pt x="48765" y="6805"/>
                </a:lnTo>
                <a:lnTo>
                  <a:pt x="49057" y="6539"/>
                </a:lnTo>
                <a:lnTo>
                  <a:pt x="49349" y="6273"/>
                </a:lnTo>
                <a:lnTo>
                  <a:pt x="49641" y="6167"/>
                </a:lnTo>
                <a:lnTo>
                  <a:pt x="49875" y="5901"/>
                </a:lnTo>
                <a:lnTo>
                  <a:pt x="50167" y="5635"/>
                </a:lnTo>
                <a:lnTo>
                  <a:pt x="50459" y="5369"/>
                </a:lnTo>
                <a:lnTo>
                  <a:pt x="50751" y="5104"/>
                </a:lnTo>
                <a:lnTo>
                  <a:pt x="51043" y="4731"/>
                </a:lnTo>
                <a:lnTo>
                  <a:pt x="51335" y="4466"/>
                </a:lnTo>
                <a:lnTo>
                  <a:pt x="51743" y="4200"/>
                </a:lnTo>
                <a:lnTo>
                  <a:pt x="51860" y="3934"/>
                </a:lnTo>
                <a:lnTo>
                  <a:pt x="52152" y="3828"/>
                </a:lnTo>
                <a:lnTo>
                  <a:pt x="52444" y="3562"/>
                </a:lnTo>
                <a:lnTo>
                  <a:pt x="52736" y="3296"/>
                </a:lnTo>
                <a:lnTo>
                  <a:pt x="53028" y="3083"/>
                </a:lnTo>
                <a:lnTo>
                  <a:pt x="53262" y="2817"/>
                </a:lnTo>
                <a:lnTo>
                  <a:pt x="53729" y="2658"/>
                </a:lnTo>
                <a:lnTo>
                  <a:pt x="53963" y="2392"/>
                </a:lnTo>
                <a:lnTo>
                  <a:pt x="54255" y="2179"/>
                </a:lnTo>
                <a:lnTo>
                  <a:pt x="54430" y="1914"/>
                </a:lnTo>
                <a:lnTo>
                  <a:pt x="54722" y="1648"/>
                </a:lnTo>
                <a:lnTo>
                  <a:pt x="54956" y="1541"/>
                </a:lnTo>
                <a:lnTo>
                  <a:pt x="55248" y="1276"/>
                </a:lnTo>
                <a:lnTo>
                  <a:pt x="55540" y="1010"/>
                </a:lnTo>
                <a:lnTo>
                  <a:pt x="55948" y="744"/>
                </a:lnTo>
                <a:lnTo>
                  <a:pt x="56240" y="478"/>
                </a:lnTo>
                <a:lnTo>
                  <a:pt x="56532" y="212"/>
                </a:lnTo>
                <a:lnTo>
                  <a:pt x="56824" y="0"/>
                </a:lnTo>
              </a:path>
            </a:pathLst>
          </a:custGeom>
          <a:ln w="805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7496916" y="2320118"/>
            <a:ext cx="56708" cy="40726"/>
          </a:xfrm>
          <a:custGeom>
            <a:avLst/>
            <a:gdLst/>
            <a:ahLst/>
            <a:cxnLst/>
            <a:rect l="l" t="t" r="r" b="b"/>
            <a:pathLst>
              <a:path w="56708" h="40726">
                <a:moveTo>
                  <a:pt x="0" y="40726"/>
                </a:moveTo>
                <a:lnTo>
                  <a:pt x="116" y="40460"/>
                </a:lnTo>
                <a:lnTo>
                  <a:pt x="408" y="40195"/>
                </a:lnTo>
                <a:lnTo>
                  <a:pt x="700" y="39929"/>
                </a:lnTo>
                <a:lnTo>
                  <a:pt x="1109" y="39822"/>
                </a:lnTo>
                <a:lnTo>
                  <a:pt x="1401" y="39557"/>
                </a:lnTo>
                <a:lnTo>
                  <a:pt x="1693" y="39291"/>
                </a:lnTo>
                <a:lnTo>
                  <a:pt x="1985" y="39025"/>
                </a:lnTo>
                <a:lnTo>
                  <a:pt x="2219" y="38759"/>
                </a:lnTo>
                <a:lnTo>
                  <a:pt x="2511" y="38546"/>
                </a:lnTo>
                <a:lnTo>
                  <a:pt x="2686" y="38280"/>
                </a:lnTo>
                <a:lnTo>
                  <a:pt x="3095" y="38015"/>
                </a:lnTo>
                <a:lnTo>
                  <a:pt x="3387" y="37749"/>
                </a:lnTo>
                <a:lnTo>
                  <a:pt x="3679" y="37642"/>
                </a:lnTo>
                <a:lnTo>
                  <a:pt x="3912" y="37483"/>
                </a:lnTo>
                <a:lnTo>
                  <a:pt x="4204" y="37217"/>
                </a:lnTo>
                <a:lnTo>
                  <a:pt x="4496" y="37004"/>
                </a:lnTo>
                <a:lnTo>
                  <a:pt x="4788" y="36739"/>
                </a:lnTo>
                <a:lnTo>
                  <a:pt x="5080" y="36473"/>
                </a:lnTo>
                <a:lnTo>
                  <a:pt x="5372" y="36207"/>
                </a:lnTo>
                <a:lnTo>
                  <a:pt x="5606" y="35941"/>
                </a:lnTo>
                <a:lnTo>
                  <a:pt x="5898" y="35675"/>
                </a:lnTo>
                <a:lnTo>
                  <a:pt x="6190" y="35463"/>
                </a:lnTo>
                <a:lnTo>
                  <a:pt x="6482" y="35303"/>
                </a:lnTo>
                <a:lnTo>
                  <a:pt x="6774" y="35037"/>
                </a:lnTo>
                <a:lnTo>
                  <a:pt x="7066" y="34931"/>
                </a:lnTo>
                <a:lnTo>
                  <a:pt x="7475" y="34665"/>
                </a:lnTo>
                <a:lnTo>
                  <a:pt x="7592" y="34399"/>
                </a:lnTo>
                <a:lnTo>
                  <a:pt x="7884" y="34133"/>
                </a:lnTo>
                <a:lnTo>
                  <a:pt x="8176" y="33921"/>
                </a:lnTo>
                <a:lnTo>
                  <a:pt x="8468" y="33655"/>
                </a:lnTo>
                <a:lnTo>
                  <a:pt x="8760" y="33389"/>
                </a:lnTo>
                <a:lnTo>
                  <a:pt x="8993" y="33123"/>
                </a:lnTo>
                <a:lnTo>
                  <a:pt x="9461" y="33017"/>
                </a:lnTo>
                <a:lnTo>
                  <a:pt x="9694" y="32857"/>
                </a:lnTo>
                <a:lnTo>
                  <a:pt x="9986" y="32592"/>
                </a:lnTo>
                <a:lnTo>
                  <a:pt x="10161" y="32379"/>
                </a:lnTo>
                <a:lnTo>
                  <a:pt x="10395" y="32113"/>
                </a:lnTo>
                <a:lnTo>
                  <a:pt x="10687" y="31847"/>
                </a:lnTo>
                <a:lnTo>
                  <a:pt x="10979" y="31581"/>
                </a:lnTo>
                <a:lnTo>
                  <a:pt x="11271" y="31315"/>
                </a:lnTo>
                <a:lnTo>
                  <a:pt x="11680" y="31209"/>
                </a:lnTo>
                <a:lnTo>
                  <a:pt x="11972" y="30943"/>
                </a:lnTo>
                <a:lnTo>
                  <a:pt x="12264" y="30677"/>
                </a:lnTo>
                <a:lnTo>
                  <a:pt x="12556" y="30571"/>
                </a:lnTo>
                <a:lnTo>
                  <a:pt x="12673" y="30305"/>
                </a:lnTo>
                <a:lnTo>
                  <a:pt x="12965" y="30039"/>
                </a:lnTo>
                <a:lnTo>
                  <a:pt x="13257" y="29933"/>
                </a:lnTo>
                <a:lnTo>
                  <a:pt x="13665" y="29667"/>
                </a:lnTo>
                <a:lnTo>
                  <a:pt x="13958" y="29401"/>
                </a:lnTo>
                <a:lnTo>
                  <a:pt x="14250" y="29136"/>
                </a:lnTo>
                <a:lnTo>
                  <a:pt x="14542" y="28870"/>
                </a:lnTo>
                <a:lnTo>
                  <a:pt x="14775" y="28604"/>
                </a:lnTo>
                <a:lnTo>
                  <a:pt x="15067" y="28498"/>
                </a:lnTo>
                <a:lnTo>
                  <a:pt x="15242" y="28232"/>
                </a:lnTo>
                <a:lnTo>
                  <a:pt x="15651" y="28125"/>
                </a:lnTo>
                <a:lnTo>
                  <a:pt x="15943" y="27860"/>
                </a:lnTo>
                <a:lnTo>
                  <a:pt x="16177" y="27594"/>
                </a:lnTo>
                <a:lnTo>
                  <a:pt x="16469" y="27487"/>
                </a:lnTo>
                <a:lnTo>
                  <a:pt x="16761" y="27222"/>
                </a:lnTo>
                <a:lnTo>
                  <a:pt x="17053" y="26956"/>
                </a:lnTo>
                <a:lnTo>
                  <a:pt x="17345" y="26690"/>
                </a:lnTo>
                <a:lnTo>
                  <a:pt x="17637" y="26424"/>
                </a:lnTo>
                <a:lnTo>
                  <a:pt x="17870" y="26318"/>
                </a:lnTo>
                <a:lnTo>
                  <a:pt x="18162" y="26052"/>
                </a:lnTo>
                <a:lnTo>
                  <a:pt x="18454" y="25946"/>
                </a:lnTo>
                <a:lnTo>
                  <a:pt x="18746" y="25680"/>
                </a:lnTo>
                <a:lnTo>
                  <a:pt x="19038" y="25414"/>
                </a:lnTo>
                <a:lnTo>
                  <a:pt x="19330" y="25307"/>
                </a:lnTo>
                <a:lnTo>
                  <a:pt x="19564" y="25042"/>
                </a:lnTo>
                <a:lnTo>
                  <a:pt x="20031" y="24776"/>
                </a:lnTo>
                <a:lnTo>
                  <a:pt x="20148" y="24510"/>
                </a:lnTo>
                <a:lnTo>
                  <a:pt x="20440" y="24404"/>
                </a:lnTo>
                <a:lnTo>
                  <a:pt x="20732" y="24138"/>
                </a:lnTo>
                <a:lnTo>
                  <a:pt x="21024" y="23872"/>
                </a:lnTo>
                <a:lnTo>
                  <a:pt x="21258" y="23606"/>
                </a:lnTo>
                <a:lnTo>
                  <a:pt x="21550" y="23500"/>
                </a:lnTo>
                <a:lnTo>
                  <a:pt x="21959" y="23340"/>
                </a:lnTo>
                <a:lnTo>
                  <a:pt x="22251" y="23128"/>
                </a:lnTo>
                <a:lnTo>
                  <a:pt x="22543" y="22862"/>
                </a:lnTo>
                <a:lnTo>
                  <a:pt x="22718" y="22596"/>
                </a:lnTo>
                <a:lnTo>
                  <a:pt x="22951" y="22490"/>
                </a:lnTo>
                <a:lnTo>
                  <a:pt x="23243" y="22224"/>
                </a:lnTo>
                <a:lnTo>
                  <a:pt x="23535" y="21958"/>
                </a:lnTo>
                <a:lnTo>
                  <a:pt x="23827" y="21798"/>
                </a:lnTo>
                <a:lnTo>
                  <a:pt x="24236" y="21586"/>
                </a:lnTo>
                <a:lnTo>
                  <a:pt x="24528" y="21320"/>
                </a:lnTo>
                <a:lnTo>
                  <a:pt x="24820" y="21160"/>
                </a:lnTo>
                <a:lnTo>
                  <a:pt x="25112" y="21054"/>
                </a:lnTo>
                <a:lnTo>
                  <a:pt x="25229" y="20788"/>
                </a:lnTo>
                <a:lnTo>
                  <a:pt x="25521" y="20522"/>
                </a:lnTo>
                <a:lnTo>
                  <a:pt x="25813" y="20257"/>
                </a:lnTo>
                <a:lnTo>
                  <a:pt x="26222" y="20150"/>
                </a:lnTo>
                <a:lnTo>
                  <a:pt x="26514" y="19884"/>
                </a:lnTo>
                <a:lnTo>
                  <a:pt x="26806" y="19619"/>
                </a:lnTo>
                <a:lnTo>
                  <a:pt x="27039" y="19512"/>
                </a:lnTo>
                <a:lnTo>
                  <a:pt x="27331" y="19246"/>
                </a:lnTo>
                <a:lnTo>
                  <a:pt x="27624" y="18980"/>
                </a:lnTo>
                <a:lnTo>
                  <a:pt x="28208" y="18715"/>
                </a:lnTo>
                <a:lnTo>
                  <a:pt x="28500" y="18502"/>
                </a:lnTo>
                <a:lnTo>
                  <a:pt x="28733" y="18342"/>
                </a:lnTo>
                <a:lnTo>
                  <a:pt x="29025" y="18077"/>
                </a:lnTo>
                <a:lnTo>
                  <a:pt x="29317" y="17864"/>
                </a:lnTo>
                <a:lnTo>
                  <a:pt x="29609" y="17598"/>
                </a:lnTo>
                <a:lnTo>
                  <a:pt x="29901" y="17439"/>
                </a:lnTo>
                <a:lnTo>
                  <a:pt x="30193" y="17173"/>
                </a:lnTo>
                <a:lnTo>
                  <a:pt x="30427" y="16960"/>
                </a:lnTo>
                <a:lnTo>
                  <a:pt x="30719" y="16801"/>
                </a:lnTo>
                <a:lnTo>
                  <a:pt x="31011" y="16694"/>
                </a:lnTo>
                <a:lnTo>
                  <a:pt x="31303" y="16428"/>
                </a:lnTo>
                <a:lnTo>
                  <a:pt x="31595" y="16322"/>
                </a:lnTo>
                <a:lnTo>
                  <a:pt x="31887" y="16056"/>
                </a:lnTo>
                <a:lnTo>
                  <a:pt x="32120" y="15897"/>
                </a:lnTo>
                <a:lnTo>
                  <a:pt x="32588" y="15631"/>
                </a:lnTo>
                <a:lnTo>
                  <a:pt x="32821" y="15418"/>
                </a:lnTo>
                <a:lnTo>
                  <a:pt x="32996" y="15259"/>
                </a:lnTo>
                <a:lnTo>
                  <a:pt x="33288" y="14993"/>
                </a:lnTo>
                <a:lnTo>
                  <a:pt x="33522" y="14780"/>
                </a:lnTo>
                <a:lnTo>
                  <a:pt x="33814" y="14621"/>
                </a:lnTo>
                <a:lnTo>
                  <a:pt x="34106" y="14355"/>
                </a:lnTo>
                <a:lnTo>
                  <a:pt x="34398" y="14249"/>
                </a:lnTo>
                <a:lnTo>
                  <a:pt x="34807" y="14089"/>
                </a:lnTo>
                <a:lnTo>
                  <a:pt x="35099" y="13876"/>
                </a:lnTo>
                <a:lnTo>
                  <a:pt x="35391" y="13717"/>
                </a:lnTo>
                <a:lnTo>
                  <a:pt x="35508" y="13451"/>
                </a:lnTo>
                <a:lnTo>
                  <a:pt x="35800" y="13238"/>
                </a:lnTo>
                <a:lnTo>
                  <a:pt x="36092" y="13079"/>
                </a:lnTo>
                <a:lnTo>
                  <a:pt x="36384" y="12813"/>
                </a:lnTo>
                <a:lnTo>
                  <a:pt x="36793" y="12707"/>
                </a:lnTo>
                <a:lnTo>
                  <a:pt x="37085" y="12441"/>
                </a:lnTo>
                <a:lnTo>
                  <a:pt x="37377" y="12175"/>
                </a:lnTo>
                <a:lnTo>
                  <a:pt x="37669" y="12069"/>
                </a:lnTo>
                <a:lnTo>
                  <a:pt x="37785" y="11909"/>
                </a:lnTo>
                <a:lnTo>
                  <a:pt x="38077" y="11803"/>
                </a:lnTo>
                <a:lnTo>
                  <a:pt x="38369" y="11537"/>
                </a:lnTo>
                <a:lnTo>
                  <a:pt x="38778" y="11271"/>
                </a:lnTo>
                <a:lnTo>
                  <a:pt x="39070" y="11165"/>
                </a:lnTo>
                <a:lnTo>
                  <a:pt x="39304" y="10899"/>
                </a:lnTo>
                <a:lnTo>
                  <a:pt x="39596" y="10793"/>
                </a:lnTo>
                <a:lnTo>
                  <a:pt x="39888" y="10527"/>
                </a:lnTo>
                <a:lnTo>
                  <a:pt x="40180" y="10367"/>
                </a:lnTo>
                <a:lnTo>
                  <a:pt x="40297" y="10155"/>
                </a:lnTo>
                <a:lnTo>
                  <a:pt x="40589" y="9889"/>
                </a:lnTo>
                <a:lnTo>
                  <a:pt x="40997" y="9729"/>
                </a:lnTo>
                <a:lnTo>
                  <a:pt x="41290" y="9623"/>
                </a:lnTo>
                <a:lnTo>
                  <a:pt x="41582" y="9517"/>
                </a:lnTo>
                <a:lnTo>
                  <a:pt x="41874" y="9251"/>
                </a:lnTo>
                <a:lnTo>
                  <a:pt x="42166" y="9091"/>
                </a:lnTo>
                <a:lnTo>
                  <a:pt x="42458" y="8825"/>
                </a:lnTo>
                <a:lnTo>
                  <a:pt x="42691" y="8719"/>
                </a:lnTo>
                <a:lnTo>
                  <a:pt x="42983" y="8453"/>
                </a:lnTo>
                <a:lnTo>
                  <a:pt x="43275" y="8347"/>
                </a:lnTo>
                <a:lnTo>
                  <a:pt x="43567" y="8081"/>
                </a:lnTo>
                <a:lnTo>
                  <a:pt x="43859" y="7815"/>
                </a:lnTo>
                <a:lnTo>
                  <a:pt x="44151" y="7709"/>
                </a:lnTo>
                <a:lnTo>
                  <a:pt x="44385" y="7443"/>
                </a:lnTo>
                <a:lnTo>
                  <a:pt x="44677" y="7284"/>
                </a:lnTo>
                <a:lnTo>
                  <a:pt x="45086" y="7177"/>
                </a:lnTo>
                <a:lnTo>
                  <a:pt x="45378" y="7071"/>
                </a:lnTo>
                <a:lnTo>
                  <a:pt x="45553" y="6805"/>
                </a:lnTo>
                <a:lnTo>
                  <a:pt x="45845" y="6646"/>
                </a:lnTo>
                <a:lnTo>
                  <a:pt x="46078" y="6433"/>
                </a:lnTo>
                <a:lnTo>
                  <a:pt x="46370" y="6273"/>
                </a:lnTo>
                <a:lnTo>
                  <a:pt x="46662" y="6007"/>
                </a:lnTo>
                <a:lnTo>
                  <a:pt x="46954" y="5901"/>
                </a:lnTo>
                <a:lnTo>
                  <a:pt x="47363" y="5635"/>
                </a:lnTo>
                <a:lnTo>
                  <a:pt x="47655" y="5529"/>
                </a:lnTo>
                <a:lnTo>
                  <a:pt x="47947" y="5263"/>
                </a:lnTo>
                <a:lnTo>
                  <a:pt x="48064" y="5104"/>
                </a:lnTo>
                <a:lnTo>
                  <a:pt x="48356" y="4997"/>
                </a:lnTo>
                <a:lnTo>
                  <a:pt x="48648" y="4891"/>
                </a:lnTo>
                <a:lnTo>
                  <a:pt x="48940" y="4731"/>
                </a:lnTo>
                <a:lnTo>
                  <a:pt x="49349" y="4466"/>
                </a:lnTo>
                <a:lnTo>
                  <a:pt x="49641" y="4359"/>
                </a:lnTo>
                <a:lnTo>
                  <a:pt x="49933" y="4093"/>
                </a:lnTo>
                <a:lnTo>
                  <a:pt x="50167" y="3987"/>
                </a:lnTo>
                <a:lnTo>
                  <a:pt x="50459" y="3721"/>
                </a:lnTo>
                <a:lnTo>
                  <a:pt x="50634" y="3562"/>
                </a:lnTo>
                <a:lnTo>
                  <a:pt x="50867" y="3349"/>
                </a:lnTo>
                <a:lnTo>
                  <a:pt x="51335" y="3190"/>
                </a:lnTo>
                <a:lnTo>
                  <a:pt x="51627" y="2924"/>
                </a:lnTo>
                <a:lnTo>
                  <a:pt x="51860" y="2817"/>
                </a:lnTo>
                <a:lnTo>
                  <a:pt x="52152" y="2658"/>
                </a:lnTo>
                <a:lnTo>
                  <a:pt x="52444" y="2552"/>
                </a:lnTo>
                <a:lnTo>
                  <a:pt x="52736" y="2445"/>
                </a:lnTo>
                <a:lnTo>
                  <a:pt x="52853" y="2179"/>
                </a:lnTo>
                <a:lnTo>
                  <a:pt x="53145" y="2020"/>
                </a:lnTo>
                <a:lnTo>
                  <a:pt x="53554" y="1807"/>
                </a:lnTo>
                <a:lnTo>
                  <a:pt x="53846" y="1648"/>
                </a:lnTo>
                <a:lnTo>
                  <a:pt x="54138" y="1541"/>
                </a:lnTo>
                <a:lnTo>
                  <a:pt x="54430" y="1276"/>
                </a:lnTo>
                <a:lnTo>
                  <a:pt x="54722" y="1116"/>
                </a:lnTo>
                <a:lnTo>
                  <a:pt x="55014" y="903"/>
                </a:lnTo>
                <a:lnTo>
                  <a:pt x="55248" y="744"/>
                </a:lnTo>
                <a:lnTo>
                  <a:pt x="55540" y="638"/>
                </a:lnTo>
                <a:lnTo>
                  <a:pt x="55832" y="372"/>
                </a:lnTo>
                <a:lnTo>
                  <a:pt x="56124" y="37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96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7553624" y="2294810"/>
            <a:ext cx="56649" cy="25307"/>
          </a:xfrm>
          <a:custGeom>
            <a:avLst/>
            <a:gdLst/>
            <a:ahLst/>
            <a:cxnLst/>
            <a:rect l="l" t="t" r="r" b="b"/>
            <a:pathLst>
              <a:path w="56649" h="25307">
                <a:moveTo>
                  <a:pt x="0" y="25307"/>
                </a:moveTo>
                <a:lnTo>
                  <a:pt x="233" y="25148"/>
                </a:lnTo>
                <a:lnTo>
                  <a:pt x="525" y="24935"/>
                </a:lnTo>
                <a:lnTo>
                  <a:pt x="934" y="24776"/>
                </a:lnTo>
                <a:lnTo>
                  <a:pt x="1226" y="24669"/>
                </a:lnTo>
                <a:lnTo>
                  <a:pt x="1401" y="24404"/>
                </a:lnTo>
                <a:lnTo>
                  <a:pt x="1635" y="24244"/>
                </a:lnTo>
                <a:lnTo>
                  <a:pt x="1927" y="24031"/>
                </a:lnTo>
                <a:lnTo>
                  <a:pt x="2219" y="23872"/>
                </a:lnTo>
                <a:lnTo>
                  <a:pt x="2511" y="23766"/>
                </a:lnTo>
                <a:lnTo>
                  <a:pt x="2803" y="23500"/>
                </a:lnTo>
                <a:lnTo>
                  <a:pt x="3212" y="23393"/>
                </a:lnTo>
                <a:lnTo>
                  <a:pt x="3504" y="23393"/>
                </a:lnTo>
                <a:lnTo>
                  <a:pt x="3796" y="23128"/>
                </a:lnTo>
                <a:lnTo>
                  <a:pt x="3912" y="22968"/>
                </a:lnTo>
                <a:lnTo>
                  <a:pt x="4204" y="22862"/>
                </a:lnTo>
                <a:lnTo>
                  <a:pt x="4496" y="22596"/>
                </a:lnTo>
                <a:lnTo>
                  <a:pt x="4788" y="22490"/>
                </a:lnTo>
                <a:lnTo>
                  <a:pt x="5197" y="22330"/>
                </a:lnTo>
                <a:lnTo>
                  <a:pt x="5489" y="22064"/>
                </a:lnTo>
                <a:lnTo>
                  <a:pt x="5781" y="21958"/>
                </a:lnTo>
                <a:lnTo>
                  <a:pt x="6015" y="21852"/>
                </a:lnTo>
                <a:lnTo>
                  <a:pt x="6307" y="21586"/>
                </a:lnTo>
                <a:lnTo>
                  <a:pt x="6482" y="21426"/>
                </a:lnTo>
                <a:lnTo>
                  <a:pt x="6716" y="21320"/>
                </a:lnTo>
                <a:lnTo>
                  <a:pt x="7183" y="21054"/>
                </a:lnTo>
                <a:lnTo>
                  <a:pt x="7417" y="21054"/>
                </a:lnTo>
                <a:lnTo>
                  <a:pt x="7709" y="20948"/>
                </a:lnTo>
                <a:lnTo>
                  <a:pt x="8001" y="20788"/>
                </a:lnTo>
                <a:lnTo>
                  <a:pt x="8293" y="20522"/>
                </a:lnTo>
                <a:lnTo>
                  <a:pt x="8585" y="20416"/>
                </a:lnTo>
                <a:lnTo>
                  <a:pt x="8877" y="20310"/>
                </a:lnTo>
                <a:lnTo>
                  <a:pt x="8993" y="20044"/>
                </a:lnTo>
                <a:lnTo>
                  <a:pt x="9402" y="19884"/>
                </a:lnTo>
                <a:lnTo>
                  <a:pt x="9694" y="19778"/>
                </a:lnTo>
                <a:lnTo>
                  <a:pt x="9986" y="19619"/>
                </a:lnTo>
                <a:lnTo>
                  <a:pt x="10278" y="19406"/>
                </a:lnTo>
                <a:lnTo>
                  <a:pt x="10570" y="19246"/>
                </a:lnTo>
                <a:lnTo>
                  <a:pt x="10804" y="19140"/>
                </a:lnTo>
                <a:lnTo>
                  <a:pt x="11096" y="18980"/>
                </a:lnTo>
                <a:lnTo>
                  <a:pt x="11388" y="18768"/>
                </a:lnTo>
                <a:lnTo>
                  <a:pt x="11680" y="18608"/>
                </a:lnTo>
                <a:lnTo>
                  <a:pt x="11972" y="18608"/>
                </a:lnTo>
                <a:lnTo>
                  <a:pt x="12264" y="18502"/>
                </a:lnTo>
                <a:lnTo>
                  <a:pt x="12497" y="18236"/>
                </a:lnTo>
                <a:lnTo>
                  <a:pt x="12789" y="18077"/>
                </a:lnTo>
                <a:lnTo>
                  <a:pt x="13081" y="17970"/>
                </a:lnTo>
                <a:lnTo>
                  <a:pt x="13490" y="17864"/>
                </a:lnTo>
                <a:lnTo>
                  <a:pt x="13782" y="17598"/>
                </a:lnTo>
                <a:lnTo>
                  <a:pt x="13958" y="17439"/>
                </a:lnTo>
                <a:lnTo>
                  <a:pt x="14191" y="17332"/>
                </a:lnTo>
                <a:lnTo>
                  <a:pt x="14483" y="17226"/>
                </a:lnTo>
                <a:lnTo>
                  <a:pt x="14775" y="17066"/>
                </a:lnTo>
                <a:lnTo>
                  <a:pt x="15067" y="16801"/>
                </a:lnTo>
                <a:lnTo>
                  <a:pt x="15359" y="16694"/>
                </a:lnTo>
                <a:lnTo>
                  <a:pt x="15768" y="16535"/>
                </a:lnTo>
                <a:lnTo>
                  <a:pt x="16060" y="16428"/>
                </a:lnTo>
                <a:lnTo>
                  <a:pt x="16352" y="16322"/>
                </a:lnTo>
                <a:lnTo>
                  <a:pt x="16469" y="16163"/>
                </a:lnTo>
                <a:lnTo>
                  <a:pt x="16761" y="16056"/>
                </a:lnTo>
                <a:lnTo>
                  <a:pt x="17053" y="15897"/>
                </a:lnTo>
                <a:lnTo>
                  <a:pt x="17345" y="15790"/>
                </a:lnTo>
                <a:lnTo>
                  <a:pt x="17754" y="15684"/>
                </a:lnTo>
                <a:lnTo>
                  <a:pt x="18046" y="15418"/>
                </a:lnTo>
                <a:lnTo>
                  <a:pt x="18279" y="15259"/>
                </a:lnTo>
                <a:lnTo>
                  <a:pt x="18571" y="15152"/>
                </a:lnTo>
                <a:lnTo>
                  <a:pt x="18863" y="14993"/>
                </a:lnTo>
                <a:lnTo>
                  <a:pt x="19272" y="14780"/>
                </a:lnTo>
                <a:lnTo>
                  <a:pt x="19739" y="14514"/>
                </a:lnTo>
                <a:lnTo>
                  <a:pt x="19973" y="14355"/>
                </a:lnTo>
                <a:lnTo>
                  <a:pt x="20265" y="14249"/>
                </a:lnTo>
                <a:lnTo>
                  <a:pt x="20557" y="14142"/>
                </a:lnTo>
                <a:lnTo>
                  <a:pt x="20849" y="13983"/>
                </a:lnTo>
                <a:lnTo>
                  <a:pt x="21141" y="13983"/>
                </a:lnTo>
                <a:lnTo>
                  <a:pt x="21433" y="13876"/>
                </a:lnTo>
                <a:lnTo>
                  <a:pt x="21550" y="13611"/>
                </a:lnTo>
                <a:lnTo>
                  <a:pt x="21959" y="13451"/>
                </a:lnTo>
                <a:lnTo>
                  <a:pt x="22251" y="13345"/>
                </a:lnTo>
                <a:lnTo>
                  <a:pt x="22543" y="13238"/>
                </a:lnTo>
                <a:lnTo>
                  <a:pt x="22835" y="13079"/>
                </a:lnTo>
                <a:lnTo>
                  <a:pt x="23127" y="12973"/>
                </a:lnTo>
                <a:lnTo>
                  <a:pt x="23360" y="12813"/>
                </a:lnTo>
                <a:lnTo>
                  <a:pt x="23652" y="12707"/>
                </a:lnTo>
                <a:lnTo>
                  <a:pt x="23944" y="12600"/>
                </a:lnTo>
                <a:lnTo>
                  <a:pt x="24236" y="12334"/>
                </a:lnTo>
                <a:lnTo>
                  <a:pt x="24528" y="12175"/>
                </a:lnTo>
                <a:lnTo>
                  <a:pt x="24762" y="12069"/>
                </a:lnTo>
                <a:lnTo>
                  <a:pt x="25054" y="11909"/>
                </a:lnTo>
                <a:lnTo>
                  <a:pt x="25346" y="11803"/>
                </a:lnTo>
                <a:lnTo>
                  <a:pt x="25638" y="11696"/>
                </a:lnTo>
                <a:lnTo>
                  <a:pt x="26047" y="11696"/>
                </a:lnTo>
                <a:lnTo>
                  <a:pt x="26339" y="11537"/>
                </a:lnTo>
                <a:lnTo>
                  <a:pt x="26747" y="11271"/>
                </a:lnTo>
                <a:lnTo>
                  <a:pt x="27039" y="11165"/>
                </a:lnTo>
                <a:lnTo>
                  <a:pt x="27331" y="11058"/>
                </a:lnTo>
                <a:lnTo>
                  <a:pt x="27624" y="10899"/>
                </a:lnTo>
                <a:lnTo>
                  <a:pt x="27916" y="10633"/>
                </a:lnTo>
                <a:lnTo>
                  <a:pt x="28324" y="10527"/>
                </a:lnTo>
                <a:lnTo>
                  <a:pt x="28616" y="10420"/>
                </a:lnTo>
                <a:lnTo>
                  <a:pt x="28908" y="10261"/>
                </a:lnTo>
                <a:lnTo>
                  <a:pt x="29317" y="9995"/>
                </a:lnTo>
                <a:lnTo>
                  <a:pt x="29609" y="9889"/>
                </a:lnTo>
                <a:lnTo>
                  <a:pt x="29843" y="9729"/>
                </a:lnTo>
                <a:lnTo>
                  <a:pt x="30310" y="9623"/>
                </a:lnTo>
                <a:lnTo>
                  <a:pt x="30544" y="9517"/>
                </a:lnTo>
                <a:lnTo>
                  <a:pt x="30836" y="9357"/>
                </a:lnTo>
                <a:lnTo>
                  <a:pt x="31128" y="9357"/>
                </a:lnTo>
                <a:lnTo>
                  <a:pt x="31420" y="9251"/>
                </a:lnTo>
                <a:lnTo>
                  <a:pt x="31536" y="9091"/>
                </a:lnTo>
                <a:lnTo>
                  <a:pt x="31828" y="8985"/>
                </a:lnTo>
                <a:lnTo>
                  <a:pt x="32237" y="8879"/>
                </a:lnTo>
                <a:lnTo>
                  <a:pt x="32529" y="8719"/>
                </a:lnTo>
                <a:lnTo>
                  <a:pt x="32821" y="8613"/>
                </a:lnTo>
                <a:lnTo>
                  <a:pt x="33113" y="8453"/>
                </a:lnTo>
                <a:lnTo>
                  <a:pt x="33405" y="8347"/>
                </a:lnTo>
                <a:lnTo>
                  <a:pt x="33697" y="8187"/>
                </a:lnTo>
                <a:lnTo>
                  <a:pt x="33931" y="8081"/>
                </a:lnTo>
                <a:lnTo>
                  <a:pt x="34106" y="7975"/>
                </a:lnTo>
                <a:lnTo>
                  <a:pt x="34515" y="7815"/>
                </a:lnTo>
                <a:lnTo>
                  <a:pt x="34807" y="7709"/>
                </a:lnTo>
                <a:lnTo>
                  <a:pt x="35099" y="7549"/>
                </a:lnTo>
                <a:lnTo>
                  <a:pt x="35391" y="7443"/>
                </a:lnTo>
                <a:lnTo>
                  <a:pt x="35625" y="7337"/>
                </a:lnTo>
                <a:lnTo>
                  <a:pt x="35917" y="7177"/>
                </a:lnTo>
                <a:lnTo>
                  <a:pt x="36209" y="7071"/>
                </a:lnTo>
                <a:lnTo>
                  <a:pt x="36501" y="7071"/>
                </a:lnTo>
                <a:lnTo>
                  <a:pt x="36793" y="7071"/>
                </a:lnTo>
                <a:lnTo>
                  <a:pt x="37085" y="6911"/>
                </a:lnTo>
                <a:lnTo>
                  <a:pt x="37318" y="6805"/>
                </a:lnTo>
                <a:lnTo>
                  <a:pt x="37610" y="6646"/>
                </a:lnTo>
                <a:lnTo>
                  <a:pt x="37902" y="6539"/>
                </a:lnTo>
                <a:lnTo>
                  <a:pt x="38194" y="6433"/>
                </a:lnTo>
                <a:lnTo>
                  <a:pt x="38603" y="6273"/>
                </a:lnTo>
                <a:lnTo>
                  <a:pt x="38895" y="6167"/>
                </a:lnTo>
                <a:lnTo>
                  <a:pt x="39012" y="6007"/>
                </a:lnTo>
                <a:lnTo>
                  <a:pt x="39304" y="5901"/>
                </a:lnTo>
                <a:lnTo>
                  <a:pt x="39596" y="5795"/>
                </a:lnTo>
                <a:lnTo>
                  <a:pt x="39888" y="5635"/>
                </a:lnTo>
                <a:lnTo>
                  <a:pt x="40180" y="5635"/>
                </a:lnTo>
                <a:lnTo>
                  <a:pt x="40472" y="5529"/>
                </a:lnTo>
                <a:lnTo>
                  <a:pt x="40881" y="5369"/>
                </a:lnTo>
                <a:lnTo>
                  <a:pt x="41173" y="5263"/>
                </a:lnTo>
                <a:lnTo>
                  <a:pt x="41406" y="5104"/>
                </a:lnTo>
                <a:lnTo>
                  <a:pt x="41582" y="4997"/>
                </a:lnTo>
                <a:lnTo>
                  <a:pt x="41874" y="4891"/>
                </a:lnTo>
                <a:lnTo>
                  <a:pt x="42166" y="4731"/>
                </a:lnTo>
                <a:lnTo>
                  <a:pt x="42399" y="4731"/>
                </a:lnTo>
                <a:lnTo>
                  <a:pt x="42866" y="4731"/>
                </a:lnTo>
                <a:lnTo>
                  <a:pt x="43100" y="4625"/>
                </a:lnTo>
                <a:lnTo>
                  <a:pt x="43392" y="4466"/>
                </a:lnTo>
                <a:lnTo>
                  <a:pt x="43684" y="4359"/>
                </a:lnTo>
                <a:lnTo>
                  <a:pt x="43976" y="4253"/>
                </a:lnTo>
                <a:lnTo>
                  <a:pt x="44093" y="4093"/>
                </a:lnTo>
                <a:lnTo>
                  <a:pt x="44385" y="3987"/>
                </a:lnTo>
                <a:lnTo>
                  <a:pt x="44794" y="3987"/>
                </a:lnTo>
                <a:lnTo>
                  <a:pt x="45086" y="3828"/>
                </a:lnTo>
                <a:lnTo>
                  <a:pt x="45378" y="3721"/>
                </a:lnTo>
                <a:lnTo>
                  <a:pt x="45670" y="3562"/>
                </a:lnTo>
                <a:lnTo>
                  <a:pt x="45962" y="3455"/>
                </a:lnTo>
                <a:lnTo>
                  <a:pt x="46254" y="3349"/>
                </a:lnTo>
                <a:lnTo>
                  <a:pt x="46487" y="3349"/>
                </a:lnTo>
                <a:lnTo>
                  <a:pt x="46662" y="3190"/>
                </a:lnTo>
                <a:lnTo>
                  <a:pt x="47071" y="3083"/>
                </a:lnTo>
                <a:lnTo>
                  <a:pt x="47363" y="2924"/>
                </a:lnTo>
                <a:lnTo>
                  <a:pt x="47655" y="2817"/>
                </a:lnTo>
                <a:lnTo>
                  <a:pt x="47947" y="2817"/>
                </a:lnTo>
                <a:lnTo>
                  <a:pt x="48181" y="2711"/>
                </a:lnTo>
                <a:lnTo>
                  <a:pt x="48473" y="2552"/>
                </a:lnTo>
                <a:lnTo>
                  <a:pt x="48765" y="2445"/>
                </a:lnTo>
                <a:lnTo>
                  <a:pt x="49057" y="2445"/>
                </a:lnTo>
                <a:lnTo>
                  <a:pt x="49349" y="2445"/>
                </a:lnTo>
                <a:lnTo>
                  <a:pt x="49583" y="2286"/>
                </a:lnTo>
                <a:lnTo>
                  <a:pt x="49875" y="2179"/>
                </a:lnTo>
                <a:lnTo>
                  <a:pt x="50167" y="2020"/>
                </a:lnTo>
                <a:lnTo>
                  <a:pt x="50459" y="1914"/>
                </a:lnTo>
                <a:lnTo>
                  <a:pt x="50751" y="1914"/>
                </a:lnTo>
                <a:lnTo>
                  <a:pt x="51159" y="1807"/>
                </a:lnTo>
                <a:lnTo>
                  <a:pt x="51451" y="1648"/>
                </a:lnTo>
                <a:lnTo>
                  <a:pt x="51860" y="1541"/>
                </a:lnTo>
                <a:lnTo>
                  <a:pt x="52152" y="1382"/>
                </a:lnTo>
                <a:lnTo>
                  <a:pt x="52444" y="1276"/>
                </a:lnTo>
                <a:lnTo>
                  <a:pt x="52736" y="1169"/>
                </a:lnTo>
                <a:lnTo>
                  <a:pt x="52970" y="1169"/>
                </a:lnTo>
                <a:lnTo>
                  <a:pt x="53437" y="1010"/>
                </a:lnTo>
                <a:lnTo>
                  <a:pt x="53729" y="903"/>
                </a:lnTo>
                <a:lnTo>
                  <a:pt x="53963" y="903"/>
                </a:lnTo>
                <a:lnTo>
                  <a:pt x="54138" y="744"/>
                </a:lnTo>
                <a:lnTo>
                  <a:pt x="54430" y="638"/>
                </a:lnTo>
                <a:lnTo>
                  <a:pt x="54663" y="478"/>
                </a:lnTo>
                <a:lnTo>
                  <a:pt x="54956" y="478"/>
                </a:lnTo>
                <a:lnTo>
                  <a:pt x="55364" y="372"/>
                </a:lnTo>
                <a:lnTo>
                  <a:pt x="55656" y="265"/>
                </a:lnTo>
                <a:lnTo>
                  <a:pt x="55948" y="265"/>
                </a:lnTo>
                <a:lnTo>
                  <a:pt x="56240" y="106"/>
                </a:lnTo>
                <a:lnTo>
                  <a:pt x="56532" y="0"/>
                </a:lnTo>
              </a:path>
            </a:pathLst>
          </a:custGeom>
          <a:ln w="782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7610274" y="2287473"/>
            <a:ext cx="56824" cy="7337"/>
          </a:xfrm>
          <a:custGeom>
            <a:avLst/>
            <a:gdLst/>
            <a:ahLst/>
            <a:cxnLst/>
            <a:rect l="l" t="t" r="r" b="b"/>
            <a:pathLst>
              <a:path w="56824" h="7337">
                <a:moveTo>
                  <a:pt x="0" y="7337"/>
                </a:moveTo>
                <a:lnTo>
                  <a:pt x="292" y="7337"/>
                </a:lnTo>
                <a:lnTo>
                  <a:pt x="700" y="7177"/>
                </a:lnTo>
                <a:lnTo>
                  <a:pt x="992" y="7071"/>
                </a:lnTo>
                <a:lnTo>
                  <a:pt x="1284" y="7071"/>
                </a:lnTo>
                <a:lnTo>
                  <a:pt x="1576" y="6965"/>
                </a:lnTo>
                <a:lnTo>
                  <a:pt x="1868" y="6805"/>
                </a:lnTo>
                <a:lnTo>
                  <a:pt x="2102" y="6805"/>
                </a:lnTo>
                <a:lnTo>
                  <a:pt x="2394" y="6699"/>
                </a:lnTo>
                <a:lnTo>
                  <a:pt x="2569" y="6539"/>
                </a:lnTo>
                <a:lnTo>
                  <a:pt x="2978" y="6539"/>
                </a:lnTo>
                <a:lnTo>
                  <a:pt x="3270" y="6433"/>
                </a:lnTo>
                <a:lnTo>
                  <a:pt x="3562" y="6433"/>
                </a:lnTo>
                <a:lnTo>
                  <a:pt x="3796" y="6273"/>
                </a:lnTo>
                <a:lnTo>
                  <a:pt x="4088" y="6167"/>
                </a:lnTo>
                <a:lnTo>
                  <a:pt x="4380" y="6167"/>
                </a:lnTo>
                <a:lnTo>
                  <a:pt x="4672" y="6061"/>
                </a:lnTo>
                <a:lnTo>
                  <a:pt x="5080" y="5901"/>
                </a:lnTo>
                <a:lnTo>
                  <a:pt x="5256" y="5901"/>
                </a:lnTo>
                <a:lnTo>
                  <a:pt x="5489" y="5795"/>
                </a:lnTo>
                <a:lnTo>
                  <a:pt x="5781" y="5795"/>
                </a:lnTo>
                <a:lnTo>
                  <a:pt x="6073" y="5635"/>
                </a:lnTo>
                <a:lnTo>
                  <a:pt x="6365" y="5529"/>
                </a:lnTo>
                <a:lnTo>
                  <a:pt x="6657" y="5529"/>
                </a:lnTo>
                <a:lnTo>
                  <a:pt x="6949" y="5423"/>
                </a:lnTo>
                <a:lnTo>
                  <a:pt x="7358" y="5423"/>
                </a:lnTo>
                <a:lnTo>
                  <a:pt x="7475" y="5263"/>
                </a:lnTo>
                <a:lnTo>
                  <a:pt x="7767" y="5157"/>
                </a:lnTo>
                <a:lnTo>
                  <a:pt x="8059" y="5157"/>
                </a:lnTo>
                <a:lnTo>
                  <a:pt x="8351" y="4997"/>
                </a:lnTo>
                <a:lnTo>
                  <a:pt x="8643" y="4997"/>
                </a:lnTo>
                <a:lnTo>
                  <a:pt x="8877" y="4997"/>
                </a:lnTo>
                <a:lnTo>
                  <a:pt x="9344" y="4891"/>
                </a:lnTo>
                <a:lnTo>
                  <a:pt x="9577" y="4891"/>
                </a:lnTo>
                <a:lnTo>
                  <a:pt x="9869" y="4731"/>
                </a:lnTo>
                <a:lnTo>
                  <a:pt x="10045" y="4731"/>
                </a:lnTo>
                <a:lnTo>
                  <a:pt x="10278" y="4625"/>
                </a:lnTo>
                <a:lnTo>
                  <a:pt x="10570" y="4625"/>
                </a:lnTo>
                <a:lnTo>
                  <a:pt x="10862" y="4519"/>
                </a:lnTo>
                <a:lnTo>
                  <a:pt x="11271" y="4519"/>
                </a:lnTo>
                <a:lnTo>
                  <a:pt x="11563" y="4359"/>
                </a:lnTo>
                <a:lnTo>
                  <a:pt x="11855" y="4359"/>
                </a:lnTo>
                <a:lnTo>
                  <a:pt x="12147" y="4253"/>
                </a:lnTo>
                <a:lnTo>
                  <a:pt x="12439" y="4253"/>
                </a:lnTo>
                <a:lnTo>
                  <a:pt x="12556" y="4093"/>
                </a:lnTo>
                <a:lnTo>
                  <a:pt x="12848" y="3987"/>
                </a:lnTo>
                <a:lnTo>
                  <a:pt x="13140" y="3987"/>
                </a:lnTo>
                <a:lnTo>
                  <a:pt x="13549" y="3881"/>
                </a:lnTo>
                <a:lnTo>
                  <a:pt x="13841" y="3881"/>
                </a:lnTo>
                <a:lnTo>
                  <a:pt x="14133" y="3721"/>
                </a:lnTo>
                <a:lnTo>
                  <a:pt x="14425" y="3721"/>
                </a:lnTo>
                <a:lnTo>
                  <a:pt x="14658" y="3615"/>
                </a:lnTo>
                <a:lnTo>
                  <a:pt x="14950" y="3615"/>
                </a:lnTo>
                <a:lnTo>
                  <a:pt x="15126" y="3455"/>
                </a:lnTo>
                <a:lnTo>
                  <a:pt x="15534" y="3455"/>
                </a:lnTo>
                <a:lnTo>
                  <a:pt x="15826" y="3455"/>
                </a:lnTo>
                <a:lnTo>
                  <a:pt x="16060" y="3349"/>
                </a:lnTo>
                <a:lnTo>
                  <a:pt x="16352" y="3349"/>
                </a:lnTo>
                <a:lnTo>
                  <a:pt x="16644" y="3243"/>
                </a:lnTo>
                <a:lnTo>
                  <a:pt x="16936" y="3243"/>
                </a:lnTo>
                <a:lnTo>
                  <a:pt x="17228" y="3083"/>
                </a:lnTo>
                <a:lnTo>
                  <a:pt x="17637" y="3083"/>
                </a:lnTo>
                <a:lnTo>
                  <a:pt x="18046" y="2977"/>
                </a:lnTo>
                <a:lnTo>
                  <a:pt x="18338" y="2817"/>
                </a:lnTo>
                <a:lnTo>
                  <a:pt x="18630" y="2817"/>
                </a:lnTo>
                <a:lnTo>
                  <a:pt x="18922" y="2817"/>
                </a:lnTo>
                <a:lnTo>
                  <a:pt x="19214" y="2711"/>
                </a:lnTo>
                <a:lnTo>
                  <a:pt x="19447" y="2711"/>
                </a:lnTo>
                <a:lnTo>
                  <a:pt x="19914" y="2711"/>
                </a:lnTo>
                <a:lnTo>
                  <a:pt x="20206" y="2711"/>
                </a:lnTo>
                <a:lnTo>
                  <a:pt x="20323" y="2552"/>
                </a:lnTo>
                <a:lnTo>
                  <a:pt x="20615" y="2552"/>
                </a:lnTo>
                <a:lnTo>
                  <a:pt x="20907" y="2552"/>
                </a:lnTo>
                <a:lnTo>
                  <a:pt x="21141" y="2445"/>
                </a:lnTo>
                <a:lnTo>
                  <a:pt x="21433" y="2445"/>
                </a:lnTo>
                <a:lnTo>
                  <a:pt x="21842" y="2339"/>
                </a:lnTo>
                <a:lnTo>
                  <a:pt x="22134" y="2339"/>
                </a:lnTo>
                <a:lnTo>
                  <a:pt x="22426" y="2339"/>
                </a:lnTo>
                <a:lnTo>
                  <a:pt x="22601" y="2179"/>
                </a:lnTo>
                <a:lnTo>
                  <a:pt x="22835" y="2179"/>
                </a:lnTo>
                <a:lnTo>
                  <a:pt x="23127" y="2073"/>
                </a:lnTo>
                <a:lnTo>
                  <a:pt x="23419" y="2073"/>
                </a:lnTo>
                <a:lnTo>
                  <a:pt x="23827" y="2073"/>
                </a:lnTo>
                <a:lnTo>
                  <a:pt x="24119" y="1914"/>
                </a:lnTo>
                <a:lnTo>
                  <a:pt x="24411" y="1914"/>
                </a:lnTo>
                <a:lnTo>
                  <a:pt x="24703" y="1914"/>
                </a:lnTo>
                <a:lnTo>
                  <a:pt x="24995" y="1807"/>
                </a:lnTo>
                <a:lnTo>
                  <a:pt x="25404" y="1807"/>
                </a:lnTo>
                <a:lnTo>
                  <a:pt x="25696" y="1701"/>
                </a:lnTo>
                <a:lnTo>
                  <a:pt x="26105" y="1701"/>
                </a:lnTo>
                <a:lnTo>
                  <a:pt x="26397" y="1701"/>
                </a:lnTo>
                <a:lnTo>
                  <a:pt x="26689" y="1541"/>
                </a:lnTo>
                <a:lnTo>
                  <a:pt x="26923" y="1541"/>
                </a:lnTo>
                <a:lnTo>
                  <a:pt x="27215" y="1541"/>
                </a:lnTo>
                <a:lnTo>
                  <a:pt x="27507" y="1435"/>
                </a:lnTo>
                <a:lnTo>
                  <a:pt x="27682" y="1435"/>
                </a:lnTo>
                <a:lnTo>
                  <a:pt x="28091" y="1435"/>
                </a:lnTo>
                <a:lnTo>
                  <a:pt x="28383" y="1276"/>
                </a:lnTo>
                <a:lnTo>
                  <a:pt x="28616" y="1276"/>
                </a:lnTo>
                <a:lnTo>
                  <a:pt x="28908" y="1276"/>
                </a:lnTo>
                <a:lnTo>
                  <a:pt x="29200" y="1169"/>
                </a:lnTo>
                <a:lnTo>
                  <a:pt x="29492" y="1169"/>
                </a:lnTo>
                <a:lnTo>
                  <a:pt x="29784" y="1169"/>
                </a:lnTo>
                <a:lnTo>
                  <a:pt x="30193" y="1169"/>
                </a:lnTo>
                <a:lnTo>
                  <a:pt x="30310" y="1010"/>
                </a:lnTo>
                <a:lnTo>
                  <a:pt x="30602" y="1010"/>
                </a:lnTo>
                <a:lnTo>
                  <a:pt x="30894" y="1010"/>
                </a:lnTo>
                <a:lnTo>
                  <a:pt x="31186" y="1010"/>
                </a:lnTo>
                <a:lnTo>
                  <a:pt x="31478" y="903"/>
                </a:lnTo>
                <a:lnTo>
                  <a:pt x="31770" y="903"/>
                </a:lnTo>
                <a:lnTo>
                  <a:pt x="32004" y="903"/>
                </a:lnTo>
                <a:lnTo>
                  <a:pt x="32471" y="797"/>
                </a:lnTo>
                <a:lnTo>
                  <a:pt x="32704" y="797"/>
                </a:lnTo>
                <a:lnTo>
                  <a:pt x="32880" y="797"/>
                </a:lnTo>
                <a:lnTo>
                  <a:pt x="33172" y="797"/>
                </a:lnTo>
                <a:lnTo>
                  <a:pt x="33464" y="797"/>
                </a:lnTo>
                <a:lnTo>
                  <a:pt x="33697" y="638"/>
                </a:lnTo>
                <a:lnTo>
                  <a:pt x="33989" y="638"/>
                </a:lnTo>
                <a:lnTo>
                  <a:pt x="34398" y="638"/>
                </a:lnTo>
                <a:lnTo>
                  <a:pt x="34690" y="638"/>
                </a:lnTo>
                <a:lnTo>
                  <a:pt x="34982" y="531"/>
                </a:lnTo>
                <a:lnTo>
                  <a:pt x="35274" y="531"/>
                </a:lnTo>
                <a:lnTo>
                  <a:pt x="35683" y="531"/>
                </a:lnTo>
                <a:lnTo>
                  <a:pt x="35975" y="531"/>
                </a:lnTo>
                <a:lnTo>
                  <a:pt x="36384" y="372"/>
                </a:lnTo>
                <a:lnTo>
                  <a:pt x="36676" y="372"/>
                </a:lnTo>
                <a:lnTo>
                  <a:pt x="36968" y="372"/>
                </a:lnTo>
                <a:lnTo>
                  <a:pt x="37260" y="372"/>
                </a:lnTo>
                <a:lnTo>
                  <a:pt x="37552" y="372"/>
                </a:lnTo>
                <a:lnTo>
                  <a:pt x="37785" y="372"/>
                </a:lnTo>
                <a:lnTo>
                  <a:pt x="37961" y="372"/>
                </a:lnTo>
                <a:lnTo>
                  <a:pt x="38253" y="372"/>
                </a:lnTo>
                <a:lnTo>
                  <a:pt x="38661" y="372"/>
                </a:lnTo>
                <a:lnTo>
                  <a:pt x="38953" y="372"/>
                </a:lnTo>
                <a:lnTo>
                  <a:pt x="39245" y="372"/>
                </a:lnTo>
                <a:lnTo>
                  <a:pt x="39479" y="372"/>
                </a:lnTo>
                <a:lnTo>
                  <a:pt x="39771" y="265"/>
                </a:lnTo>
                <a:lnTo>
                  <a:pt x="40063" y="265"/>
                </a:lnTo>
                <a:lnTo>
                  <a:pt x="40647" y="265"/>
                </a:lnTo>
                <a:lnTo>
                  <a:pt x="40881" y="265"/>
                </a:lnTo>
                <a:lnTo>
                  <a:pt x="41173" y="265"/>
                </a:lnTo>
                <a:lnTo>
                  <a:pt x="41465" y="265"/>
                </a:lnTo>
                <a:lnTo>
                  <a:pt x="41757" y="159"/>
                </a:lnTo>
                <a:lnTo>
                  <a:pt x="42049" y="159"/>
                </a:lnTo>
                <a:lnTo>
                  <a:pt x="42341" y="159"/>
                </a:lnTo>
                <a:lnTo>
                  <a:pt x="42750" y="159"/>
                </a:lnTo>
                <a:lnTo>
                  <a:pt x="43158" y="159"/>
                </a:lnTo>
                <a:lnTo>
                  <a:pt x="43450" y="159"/>
                </a:lnTo>
                <a:lnTo>
                  <a:pt x="43742" y="159"/>
                </a:lnTo>
                <a:lnTo>
                  <a:pt x="44034" y="159"/>
                </a:lnTo>
                <a:lnTo>
                  <a:pt x="44268" y="159"/>
                </a:lnTo>
                <a:lnTo>
                  <a:pt x="44560" y="159"/>
                </a:lnTo>
                <a:lnTo>
                  <a:pt x="45027" y="0"/>
                </a:lnTo>
                <a:lnTo>
                  <a:pt x="45261" y="0"/>
                </a:lnTo>
                <a:lnTo>
                  <a:pt x="45436" y="0"/>
                </a:lnTo>
                <a:lnTo>
                  <a:pt x="45728" y="0"/>
                </a:lnTo>
                <a:lnTo>
                  <a:pt x="45962" y="0"/>
                </a:lnTo>
                <a:lnTo>
                  <a:pt x="46254" y="0"/>
                </a:lnTo>
                <a:lnTo>
                  <a:pt x="46546" y="0"/>
                </a:lnTo>
                <a:lnTo>
                  <a:pt x="46954" y="0"/>
                </a:lnTo>
                <a:lnTo>
                  <a:pt x="47246" y="0"/>
                </a:lnTo>
                <a:lnTo>
                  <a:pt x="47538" y="0"/>
                </a:lnTo>
                <a:lnTo>
                  <a:pt x="47831" y="0"/>
                </a:lnTo>
                <a:lnTo>
                  <a:pt x="48239" y="0"/>
                </a:lnTo>
                <a:lnTo>
                  <a:pt x="48531" y="0"/>
                </a:lnTo>
                <a:lnTo>
                  <a:pt x="48940" y="0"/>
                </a:lnTo>
                <a:lnTo>
                  <a:pt x="49232" y="0"/>
                </a:lnTo>
                <a:lnTo>
                  <a:pt x="49524" y="0"/>
                </a:lnTo>
                <a:lnTo>
                  <a:pt x="49816" y="0"/>
                </a:lnTo>
                <a:lnTo>
                  <a:pt x="50050" y="0"/>
                </a:lnTo>
                <a:lnTo>
                  <a:pt x="50342" y="0"/>
                </a:lnTo>
                <a:lnTo>
                  <a:pt x="50517" y="0"/>
                </a:lnTo>
                <a:lnTo>
                  <a:pt x="50809" y="0"/>
                </a:lnTo>
                <a:lnTo>
                  <a:pt x="51218" y="0"/>
                </a:lnTo>
                <a:lnTo>
                  <a:pt x="51510" y="0"/>
                </a:lnTo>
                <a:lnTo>
                  <a:pt x="51743" y="0"/>
                </a:lnTo>
                <a:lnTo>
                  <a:pt x="52035" y="0"/>
                </a:lnTo>
                <a:lnTo>
                  <a:pt x="52327" y="0"/>
                </a:lnTo>
                <a:lnTo>
                  <a:pt x="52619" y="0"/>
                </a:lnTo>
                <a:lnTo>
                  <a:pt x="52911" y="0"/>
                </a:lnTo>
                <a:lnTo>
                  <a:pt x="53203" y="0"/>
                </a:lnTo>
                <a:lnTo>
                  <a:pt x="53437" y="0"/>
                </a:lnTo>
                <a:lnTo>
                  <a:pt x="53729" y="0"/>
                </a:lnTo>
                <a:lnTo>
                  <a:pt x="54021" y="0"/>
                </a:lnTo>
                <a:lnTo>
                  <a:pt x="54313" y="0"/>
                </a:lnTo>
                <a:lnTo>
                  <a:pt x="54605" y="0"/>
                </a:lnTo>
                <a:lnTo>
                  <a:pt x="54897" y="0"/>
                </a:lnTo>
                <a:lnTo>
                  <a:pt x="55306" y="159"/>
                </a:lnTo>
                <a:lnTo>
                  <a:pt x="55715" y="159"/>
                </a:lnTo>
                <a:lnTo>
                  <a:pt x="56007" y="159"/>
                </a:lnTo>
                <a:lnTo>
                  <a:pt x="56299" y="159"/>
                </a:lnTo>
                <a:lnTo>
                  <a:pt x="56591" y="159"/>
                </a:lnTo>
                <a:lnTo>
                  <a:pt x="56824" y="159"/>
                </a:lnTo>
              </a:path>
            </a:pathLst>
          </a:custGeom>
          <a:ln w="771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7667099" y="2287632"/>
            <a:ext cx="56708" cy="12441"/>
          </a:xfrm>
          <a:custGeom>
            <a:avLst/>
            <a:gdLst/>
            <a:ahLst/>
            <a:cxnLst/>
            <a:rect l="l" t="t" r="r" b="b"/>
            <a:pathLst>
              <a:path w="56708" h="12441">
                <a:moveTo>
                  <a:pt x="0" y="0"/>
                </a:moveTo>
                <a:lnTo>
                  <a:pt x="292" y="0"/>
                </a:lnTo>
                <a:lnTo>
                  <a:pt x="700" y="0"/>
                </a:lnTo>
                <a:lnTo>
                  <a:pt x="992" y="0"/>
                </a:lnTo>
                <a:lnTo>
                  <a:pt x="1168" y="0"/>
                </a:lnTo>
                <a:lnTo>
                  <a:pt x="1401" y="106"/>
                </a:lnTo>
                <a:lnTo>
                  <a:pt x="1693" y="106"/>
                </a:lnTo>
                <a:lnTo>
                  <a:pt x="1985" y="106"/>
                </a:lnTo>
                <a:lnTo>
                  <a:pt x="2277" y="106"/>
                </a:lnTo>
                <a:lnTo>
                  <a:pt x="2686" y="106"/>
                </a:lnTo>
                <a:lnTo>
                  <a:pt x="2978" y="106"/>
                </a:lnTo>
                <a:lnTo>
                  <a:pt x="3270" y="106"/>
                </a:lnTo>
                <a:lnTo>
                  <a:pt x="3562" y="212"/>
                </a:lnTo>
                <a:lnTo>
                  <a:pt x="3971" y="212"/>
                </a:lnTo>
                <a:lnTo>
                  <a:pt x="4263" y="212"/>
                </a:lnTo>
                <a:lnTo>
                  <a:pt x="4672" y="212"/>
                </a:lnTo>
                <a:lnTo>
                  <a:pt x="4964" y="212"/>
                </a:lnTo>
                <a:lnTo>
                  <a:pt x="5256" y="212"/>
                </a:lnTo>
                <a:lnTo>
                  <a:pt x="5548" y="212"/>
                </a:lnTo>
                <a:lnTo>
                  <a:pt x="5781" y="212"/>
                </a:lnTo>
                <a:lnTo>
                  <a:pt x="6073" y="212"/>
                </a:lnTo>
                <a:lnTo>
                  <a:pt x="6248" y="212"/>
                </a:lnTo>
                <a:lnTo>
                  <a:pt x="6482" y="212"/>
                </a:lnTo>
                <a:lnTo>
                  <a:pt x="6949" y="372"/>
                </a:lnTo>
                <a:lnTo>
                  <a:pt x="7183" y="372"/>
                </a:lnTo>
                <a:lnTo>
                  <a:pt x="7475" y="372"/>
                </a:lnTo>
                <a:lnTo>
                  <a:pt x="7767" y="372"/>
                </a:lnTo>
                <a:lnTo>
                  <a:pt x="8059" y="372"/>
                </a:lnTo>
                <a:lnTo>
                  <a:pt x="8351" y="478"/>
                </a:lnTo>
                <a:lnTo>
                  <a:pt x="8643" y="478"/>
                </a:lnTo>
                <a:lnTo>
                  <a:pt x="8877" y="478"/>
                </a:lnTo>
                <a:lnTo>
                  <a:pt x="9169" y="478"/>
                </a:lnTo>
                <a:lnTo>
                  <a:pt x="9461" y="638"/>
                </a:lnTo>
                <a:lnTo>
                  <a:pt x="9753" y="638"/>
                </a:lnTo>
                <a:lnTo>
                  <a:pt x="10045" y="638"/>
                </a:lnTo>
                <a:lnTo>
                  <a:pt x="10337" y="638"/>
                </a:lnTo>
                <a:lnTo>
                  <a:pt x="10570" y="744"/>
                </a:lnTo>
                <a:lnTo>
                  <a:pt x="11037" y="744"/>
                </a:lnTo>
                <a:lnTo>
                  <a:pt x="11446" y="744"/>
                </a:lnTo>
                <a:lnTo>
                  <a:pt x="11738" y="850"/>
                </a:lnTo>
                <a:lnTo>
                  <a:pt x="12030" y="850"/>
                </a:lnTo>
                <a:lnTo>
                  <a:pt x="12264" y="850"/>
                </a:lnTo>
                <a:lnTo>
                  <a:pt x="12556" y="850"/>
                </a:lnTo>
                <a:lnTo>
                  <a:pt x="12848" y="1010"/>
                </a:lnTo>
                <a:lnTo>
                  <a:pt x="13257" y="1010"/>
                </a:lnTo>
                <a:lnTo>
                  <a:pt x="13549" y="1010"/>
                </a:lnTo>
                <a:lnTo>
                  <a:pt x="13724" y="1116"/>
                </a:lnTo>
                <a:lnTo>
                  <a:pt x="13958" y="1116"/>
                </a:lnTo>
                <a:lnTo>
                  <a:pt x="14250" y="1116"/>
                </a:lnTo>
                <a:lnTo>
                  <a:pt x="14542" y="1276"/>
                </a:lnTo>
                <a:lnTo>
                  <a:pt x="14834" y="1276"/>
                </a:lnTo>
                <a:lnTo>
                  <a:pt x="15242" y="1276"/>
                </a:lnTo>
                <a:lnTo>
                  <a:pt x="15534" y="1382"/>
                </a:lnTo>
                <a:lnTo>
                  <a:pt x="15826" y="1382"/>
                </a:lnTo>
                <a:lnTo>
                  <a:pt x="16118" y="1382"/>
                </a:lnTo>
                <a:lnTo>
                  <a:pt x="16235" y="1541"/>
                </a:lnTo>
                <a:lnTo>
                  <a:pt x="16527" y="1541"/>
                </a:lnTo>
                <a:lnTo>
                  <a:pt x="16819" y="1541"/>
                </a:lnTo>
                <a:lnTo>
                  <a:pt x="17228" y="1648"/>
                </a:lnTo>
                <a:lnTo>
                  <a:pt x="17520" y="1648"/>
                </a:lnTo>
                <a:lnTo>
                  <a:pt x="17812" y="1648"/>
                </a:lnTo>
                <a:lnTo>
                  <a:pt x="18046" y="1754"/>
                </a:lnTo>
                <a:lnTo>
                  <a:pt x="18338" y="1754"/>
                </a:lnTo>
                <a:lnTo>
                  <a:pt x="18630" y="1754"/>
                </a:lnTo>
                <a:lnTo>
                  <a:pt x="18805" y="1914"/>
                </a:lnTo>
                <a:lnTo>
                  <a:pt x="19038" y="1914"/>
                </a:lnTo>
                <a:lnTo>
                  <a:pt x="19506" y="1914"/>
                </a:lnTo>
                <a:lnTo>
                  <a:pt x="19739" y="2020"/>
                </a:lnTo>
                <a:lnTo>
                  <a:pt x="20031" y="2020"/>
                </a:lnTo>
                <a:lnTo>
                  <a:pt x="20323" y="2179"/>
                </a:lnTo>
                <a:lnTo>
                  <a:pt x="20615" y="2179"/>
                </a:lnTo>
                <a:lnTo>
                  <a:pt x="20907" y="2179"/>
                </a:lnTo>
                <a:lnTo>
                  <a:pt x="21199" y="2286"/>
                </a:lnTo>
                <a:lnTo>
                  <a:pt x="21433" y="2286"/>
                </a:lnTo>
                <a:lnTo>
                  <a:pt x="21725" y="2392"/>
                </a:lnTo>
                <a:lnTo>
                  <a:pt x="22017" y="2392"/>
                </a:lnTo>
                <a:lnTo>
                  <a:pt x="22309" y="2552"/>
                </a:lnTo>
                <a:lnTo>
                  <a:pt x="22601" y="2552"/>
                </a:lnTo>
                <a:lnTo>
                  <a:pt x="22893" y="2552"/>
                </a:lnTo>
                <a:lnTo>
                  <a:pt x="23127" y="2552"/>
                </a:lnTo>
                <a:lnTo>
                  <a:pt x="23594" y="2552"/>
                </a:lnTo>
                <a:lnTo>
                  <a:pt x="24003" y="2658"/>
                </a:lnTo>
                <a:lnTo>
                  <a:pt x="24295" y="2817"/>
                </a:lnTo>
                <a:lnTo>
                  <a:pt x="24587" y="2817"/>
                </a:lnTo>
                <a:lnTo>
                  <a:pt x="24820" y="2924"/>
                </a:lnTo>
                <a:lnTo>
                  <a:pt x="25112" y="2924"/>
                </a:lnTo>
                <a:lnTo>
                  <a:pt x="25404" y="2924"/>
                </a:lnTo>
                <a:lnTo>
                  <a:pt x="25813" y="3083"/>
                </a:lnTo>
                <a:lnTo>
                  <a:pt x="26105" y="3083"/>
                </a:lnTo>
                <a:lnTo>
                  <a:pt x="26514" y="3190"/>
                </a:lnTo>
                <a:lnTo>
                  <a:pt x="26806" y="3296"/>
                </a:lnTo>
                <a:lnTo>
                  <a:pt x="27098" y="3296"/>
                </a:lnTo>
                <a:lnTo>
                  <a:pt x="27390" y="3455"/>
                </a:lnTo>
                <a:lnTo>
                  <a:pt x="27799" y="3455"/>
                </a:lnTo>
                <a:lnTo>
                  <a:pt x="28091" y="3562"/>
                </a:lnTo>
                <a:lnTo>
                  <a:pt x="28383" y="3562"/>
                </a:lnTo>
                <a:lnTo>
                  <a:pt x="28675" y="3721"/>
                </a:lnTo>
                <a:lnTo>
                  <a:pt x="29084" y="3828"/>
                </a:lnTo>
                <a:lnTo>
                  <a:pt x="29376" y="3828"/>
                </a:lnTo>
                <a:lnTo>
                  <a:pt x="29784" y="3934"/>
                </a:lnTo>
                <a:lnTo>
                  <a:pt x="30076" y="4093"/>
                </a:lnTo>
                <a:lnTo>
                  <a:pt x="30368" y="4093"/>
                </a:lnTo>
                <a:lnTo>
                  <a:pt x="30602" y="4200"/>
                </a:lnTo>
                <a:lnTo>
                  <a:pt x="30894" y="4200"/>
                </a:lnTo>
                <a:lnTo>
                  <a:pt x="31186" y="4359"/>
                </a:lnTo>
                <a:lnTo>
                  <a:pt x="31595" y="4466"/>
                </a:lnTo>
                <a:lnTo>
                  <a:pt x="32004" y="4466"/>
                </a:lnTo>
                <a:lnTo>
                  <a:pt x="32296" y="4572"/>
                </a:lnTo>
                <a:lnTo>
                  <a:pt x="32588" y="4731"/>
                </a:lnTo>
                <a:lnTo>
                  <a:pt x="32880" y="4731"/>
                </a:lnTo>
                <a:lnTo>
                  <a:pt x="33172" y="4838"/>
                </a:lnTo>
                <a:lnTo>
                  <a:pt x="33464" y="4838"/>
                </a:lnTo>
                <a:lnTo>
                  <a:pt x="33697" y="4838"/>
                </a:lnTo>
                <a:lnTo>
                  <a:pt x="33989" y="4997"/>
                </a:lnTo>
                <a:lnTo>
                  <a:pt x="34281" y="4997"/>
                </a:lnTo>
                <a:lnTo>
                  <a:pt x="34573" y="5104"/>
                </a:lnTo>
                <a:lnTo>
                  <a:pt x="34865" y="5104"/>
                </a:lnTo>
                <a:lnTo>
                  <a:pt x="35157" y="5263"/>
                </a:lnTo>
                <a:lnTo>
                  <a:pt x="35391" y="5369"/>
                </a:lnTo>
                <a:lnTo>
                  <a:pt x="35683" y="5369"/>
                </a:lnTo>
                <a:lnTo>
                  <a:pt x="36150" y="5476"/>
                </a:lnTo>
                <a:lnTo>
                  <a:pt x="36559" y="5635"/>
                </a:lnTo>
                <a:lnTo>
                  <a:pt x="36851" y="5742"/>
                </a:lnTo>
                <a:lnTo>
                  <a:pt x="37085" y="5742"/>
                </a:lnTo>
                <a:lnTo>
                  <a:pt x="37377" y="5901"/>
                </a:lnTo>
                <a:lnTo>
                  <a:pt x="37669" y="6007"/>
                </a:lnTo>
                <a:lnTo>
                  <a:pt x="37961" y="6007"/>
                </a:lnTo>
                <a:lnTo>
                  <a:pt x="38369" y="6114"/>
                </a:lnTo>
                <a:lnTo>
                  <a:pt x="38661" y="6273"/>
                </a:lnTo>
                <a:lnTo>
                  <a:pt x="39070" y="6380"/>
                </a:lnTo>
                <a:lnTo>
                  <a:pt x="39362" y="6539"/>
                </a:lnTo>
                <a:lnTo>
                  <a:pt x="39654" y="6539"/>
                </a:lnTo>
                <a:lnTo>
                  <a:pt x="39946" y="6646"/>
                </a:lnTo>
                <a:lnTo>
                  <a:pt x="40355" y="6805"/>
                </a:lnTo>
                <a:lnTo>
                  <a:pt x="40647" y="6805"/>
                </a:lnTo>
                <a:lnTo>
                  <a:pt x="40939" y="6911"/>
                </a:lnTo>
                <a:lnTo>
                  <a:pt x="41173" y="7018"/>
                </a:lnTo>
                <a:lnTo>
                  <a:pt x="41348" y="7177"/>
                </a:lnTo>
                <a:lnTo>
                  <a:pt x="41640" y="7177"/>
                </a:lnTo>
                <a:lnTo>
                  <a:pt x="41932" y="7177"/>
                </a:lnTo>
                <a:lnTo>
                  <a:pt x="42166" y="7284"/>
                </a:lnTo>
                <a:lnTo>
                  <a:pt x="42633" y="7284"/>
                </a:lnTo>
                <a:lnTo>
                  <a:pt x="42866" y="7443"/>
                </a:lnTo>
                <a:lnTo>
                  <a:pt x="43158" y="7549"/>
                </a:lnTo>
                <a:lnTo>
                  <a:pt x="43450" y="7656"/>
                </a:lnTo>
                <a:lnTo>
                  <a:pt x="43742" y="7656"/>
                </a:lnTo>
                <a:lnTo>
                  <a:pt x="43859" y="7815"/>
                </a:lnTo>
                <a:lnTo>
                  <a:pt x="44151" y="7922"/>
                </a:lnTo>
                <a:lnTo>
                  <a:pt x="44560" y="8081"/>
                </a:lnTo>
                <a:lnTo>
                  <a:pt x="44852" y="8081"/>
                </a:lnTo>
                <a:lnTo>
                  <a:pt x="45144" y="8187"/>
                </a:lnTo>
                <a:lnTo>
                  <a:pt x="45436" y="8347"/>
                </a:lnTo>
                <a:lnTo>
                  <a:pt x="45728" y="8453"/>
                </a:lnTo>
                <a:lnTo>
                  <a:pt x="46020" y="8453"/>
                </a:lnTo>
                <a:lnTo>
                  <a:pt x="46254" y="8560"/>
                </a:lnTo>
                <a:lnTo>
                  <a:pt x="46546" y="8719"/>
                </a:lnTo>
                <a:lnTo>
                  <a:pt x="46838" y="8825"/>
                </a:lnTo>
                <a:lnTo>
                  <a:pt x="47130" y="8985"/>
                </a:lnTo>
                <a:lnTo>
                  <a:pt x="47422" y="8985"/>
                </a:lnTo>
                <a:lnTo>
                  <a:pt x="47714" y="9091"/>
                </a:lnTo>
                <a:lnTo>
                  <a:pt x="47947" y="9198"/>
                </a:lnTo>
                <a:lnTo>
                  <a:pt x="48239" y="9357"/>
                </a:lnTo>
                <a:lnTo>
                  <a:pt x="48531" y="9463"/>
                </a:lnTo>
                <a:lnTo>
                  <a:pt x="48823" y="9463"/>
                </a:lnTo>
                <a:lnTo>
                  <a:pt x="49115" y="9623"/>
                </a:lnTo>
                <a:lnTo>
                  <a:pt x="49349" y="9623"/>
                </a:lnTo>
                <a:lnTo>
                  <a:pt x="49641" y="9729"/>
                </a:lnTo>
                <a:lnTo>
                  <a:pt x="49933" y="9889"/>
                </a:lnTo>
                <a:lnTo>
                  <a:pt x="50225" y="9995"/>
                </a:lnTo>
                <a:lnTo>
                  <a:pt x="50517" y="9995"/>
                </a:lnTo>
                <a:lnTo>
                  <a:pt x="50926" y="10101"/>
                </a:lnTo>
                <a:lnTo>
                  <a:pt x="51218" y="10261"/>
                </a:lnTo>
                <a:lnTo>
                  <a:pt x="51627" y="10527"/>
                </a:lnTo>
                <a:lnTo>
                  <a:pt x="51919" y="10633"/>
                </a:lnTo>
                <a:lnTo>
                  <a:pt x="52211" y="10739"/>
                </a:lnTo>
                <a:lnTo>
                  <a:pt x="52503" y="10739"/>
                </a:lnTo>
                <a:lnTo>
                  <a:pt x="52911" y="10899"/>
                </a:lnTo>
                <a:lnTo>
                  <a:pt x="53203" y="11005"/>
                </a:lnTo>
                <a:lnTo>
                  <a:pt x="53495" y="11165"/>
                </a:lnTo>
                <a:lnTo>
                  <a:pt x="53729" y="11271"/>
                </a:lnTo>
                <a:lnTo>
                  <a:pt x="53904" y="11431"/>
                </a:lnTo>
                <a:lnTo>
                  <a:pt x="54196" y="11537"/>
                </a:lnTo>
                <a:lnTo>
                  <a:pt x="54430" y="11643"/>
                </a:lnTo>
                <a:lnTo>
                  <a:pt x="54722" y="11803"/>
                </a:lnTo>
                <a:lnTo>
                  <a:pt x="55131" y="11803"/>
                </a:lnTo>
                <a:lnTo>
                  <a:pt x="55423" y="11909"/>
                </a:lnTo>
                <a:lnTo>
                  <a:pt x="55715" y="11909"/>
                </a:lnTo>
                <a:lnTo>
                  <a:pt x="56007" y="12069"/>
                </a:lnTo>
                <a:lnTo>
                  <a:pt x="56299" y="12175"/>
                </a:lnTo>
                <a:lnTo>
                  <a:pt x="56708" y="12441"/>
                </a:lnTo>
              </a:path>
            </a:pathLst>
          </a:custGeom>
          <a:ln w="773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7723807" y="2300073"/>
            <a:ext cx="57000" cy="33123"/>
          </a:xfrm>
          <a:custGeom>
            <a:avLst/>
            <a:gdLst/>
            <a:ahLst/>
            <a:cxnLst/>
            <a:rect l="l" t="t" r="r" b="b"/>
            <a:pathLst>
              <a:path w="57000" h="33123">
                <a:moveTo>
                  <a:pt x="0" y="0"/>
                </a:moveTo>
                <a:lnTo>
                  <a:pt x="408" y="106"/>
                </a:lnTo>
                <a:lnTo>
                  <a:pt x="700" y="265"/>
                </a:lnTo>
                <a:lnTo>
                  <a:pt x="992" y="372"/>
                </a:lnTo>
                <a:lnTo>
                  <a:pt x="1284" y="531"/>
                </a:lnTo>
                <a:lnTo>
                  <a:pt x="1576" y="638"/>
                </a:lnTo>
                <a:lnTo>
                  <a:pt x="1810" y="744"/>
                </a:lnTo>
                <a:lnTo>
                  <a:pt x="2102" y="903"/>
                </a:lnTo>
                <a:lnTo>
                  <a:pt x="2394" y="1010"/>
                </a:lnTo>
                <a:lnTo>
                  <a:pt x="2686" y="1169"/>
                </a:lnTo>
                <a:lnTo>
                  <a:pt x="2978" y="1276"/>
                </a:lnTo>
                <a:lnTo>
                  <a:pt x="3270" y="1382"/>
                </a:lnTo>
                <a:lnTo>
                  <a:pt x="3504" y="1541"/>
                </a:lnTo>
                <a:lnTo>
                  <a:pt x="3796" y="1648"/>
                </a:lnTo>
                <a:lnTo>
                  <a:pt x="4088" y="1807"/>
                </a:lnTo>
                <a:lnTo>
                  <a:pt x="4380" y="1807"/>
                </a:lnTo>
                <a:lnTo>
                  <a:pt x="4788" y="1914"/>
                </a:lnTo>
                <a:lnTo>
                  <a:pt x="4964" y="2073"/>
                </a:lnTo>
                <a:lnTo>
                  <a:pt x="5197" y="2179"/>
                </a:lnTo>
                <a:lnTo>
                  <a:pt x="5489" y="2286"/>
                </a:lnTo>
                <a:lnTo>
                  <a:pt x="5781" y="2445"/>
                </a:lnTo>
                <a:lnTo>
                  <a:pt x="6073" y="2552"/>
                </a:lnTo>
                <a:lnTo>
                  <a:pt x="6365" y="2711"/>
                </a:lnTo>
                <a:lnTo>
                  <a:pt x="6774" y="2817"/>
                </a:lnTo>
                <a:lnTo>
                  <a:pt x="7066" y="2924"/>
                </a:lnTo>
                <a:lnTo>
                  <a:pt x="7358" y="3083"/>
                </a:lnTo>
                <a:lnTo>
                  <a:pt x="7767" y="3349"/>
                </a:lnTo>
                <a:lnTo>
                  <a:pt x="8059" y="3455"/>
                </a:lnTo>
                <a:lnTo>
                  <a:pt x="8351" y="3615"/>
                </a:lnTo>
                <a:lnTo>
                  <a:pt x="8760" y="3721"/>
                </a:lnTo>
                <a:lnTo>
                  <a:pt x="9052" y="3828"/>
                </a:lnTo>
                <a:lnTo>
                  <a:pt x="9285" y="3987"/>
                </a:lnTo>
                <a:lnTo>
                  <a:pt x="9577" y="4093"/>
                </a:lnTo>
                <a:lnTo>
                  <a:pt x="9753" y="4093"/>
                </a:lnTo>
                <a:lnTo>
                  <a:pt x="10045" y="4359"/>
                </a:lnTo>
                <a:lnTo>
                  <a:pt x="10278" y="4466"/>
                </a:lnTo>
                <a:lnTo>
                  <a:pt x="10570" y="4625"/>
                </a:lnTo>
                <a:lnTo>
                  <a:pt x="10979" y="4731"/>
                </a:lnTo>
                <a:lnTo>
                  <a:pt x="11271" y="4891"/>
                </a:lnTo>
                <a:lnTo>
                  <a:pt x="11563" y="4997"/>
                </a:lnTo>
                <a:lnTo>
                  <a:pt x="11855" y="5157"/>
                </a:lnTo>
                <a:lnTo>
                  <a:pt x="12147" y="5263"/>
                </a:lnTo>
                <a:lnTo>
                  <a:pt x="12556" y="5635"/>
                </a:lnTo>
                <a:lnTo>
                  <a:pt x="12965" y="5795"/>
                </a:lnTo>
                <a:lnTo>
                  <a:pt x="13257" y="5901"/>
                </a:lnTo>
                <a:lnTo>
                  <a:pt x="13549" y="6007"/>
                </a:lnTo>
                <a:lnTo>
                  <a:pt x="13841" y="6167"/>
                </a:lnTo>
                <a:lnTo>
                  <a:pt x="14133" y="6273"/>
                </a:lnTo>
                <a:lnTo>
                  <a:pt x="14366" y="6433"/>
                </a:lnTo>
                <a:lnTo>
                  <a:pt x="14658" y="6539"/>
                </a:lnTo>
                <a:lnTo>
                  <a:pt x="14950" y="6646"/>
                </a:lnTo>
                <a:lnTo>
                  <a:pt x="15242" y="6805"/>
                </a:lnTo>
                <a:lnTo>
                  <a:pt x="15534" y="6911"/>
                </a:lnTo>
                <a:lnTo>
                  <a:pt x="15826" y="7071"/>
                </a:lnTo>
                <a:lnTo>
                  <a:pt x="16060" y="7177"/>
                </a:lnTo>
                <a:lnTo>
                  <a:pt x="16352" y="7443"/>
                </a:lnTo>
                <a:lnTo>
                  <a:pt x="16644" y="7549"/>
                </a:lnTo>
                <a:lnTo>
                  <a:pt x="16936" y="7709"/>
                </a:lnTo>
                <a:lnTo>
                  <a:pt x="17345" y="7815"/>
                </a:lnTo>
                <a:lnTo>
                  <a:pt x="17462" y="7975"/>
                </a:lnTo>
                <a:lnTo>
                  <a:pt x="17754" y="8187"/>
                </a:lnTo>
                <a:lnTo>
                  <a:pt x="18046" y="8347"/>
                </a:lnTo>
                <a:lnTo>
                  <a:pt x="18338" y="8453"/>
                </a:lnTo>
                <a:lnTo>
                  <a:pt x="18630" y="8613"/>
                </a:lnTo>
                <a:lnTo>
                  <a:pt x="18922" y="8719"/>
                </a:lnTo>
                <a:lnTo>
                  <a:pt x="19330" y="8879"/>
                </a:lnTo>
                <a:lnTo>
                  <a:pt x="19622" y="8985"/>
                </a:lnTo>
                <a:lnTo>
                  <a:pt x="19914" y="9091"/>
                </a:lnTo>
                <a:lnTo>
                  <a:pt x="20031" y="9251"/>
                </a:lnTo>
                <a:lnTo>
                  <a:pt x="20323" y="9517"/>
                </a:lnTo>
                <a:lnTo>
                  <a:pt x="20615" y="9623"/>
                </a:lnTo>
                <a:lnTo>
                  <a:pt x="20849" y="9729"/>
                </a:lnTo>
                <a:lnTo>
                  <a:pt x="21316" y="9889"/>
                </a:lnTo>
                <a:lnTo>
                  <a:pt x="21608" y="10155"/>
                </a:lnTo>
                <a:lnTo>
                  <a:pt x="21842" y="10261"/>
                </a:lnTo>
                <a:lnTo>
                  <a:pt x="22134" y="10420"/>
                </a:lnTo>
                <a:lnTo>
                  <a:pt x="22426" y="10527"/>
                </a:lnTo>
                <a:lnTo>
                  <a:pt x="22543" y="10793"/>
                </a:lnTo>
                <a:lnTo>
                  <a:pt x="22835" y="10899"/>
                </a:lnTo>
                <a:lnTo>
                  <a:pt x="23127" y="11058"/>
                </a:lnTo>
                <a:lnTo>
                  <a:pt x="23535" y="11165"/>
                </a:lnTo>
                <a:lnTo>
                  <a:pt x="23827" y="11271"/>
                </a:lnTo>
                <a:lnTo>
                  <a:pt x="24119" y="11431"/>
                </a:lnTo>
                <a:lnTo>
                  <a:pt x="24411" y="11537"/>
                </a:lnTo>
                <a:lnTo>
                  <a:pt x="24703" y="11803"/>
                </a:lnTo>
                <a:lnTo>
                  <a:pt x="24820" y="11962"/>
                </a:lnTo>
                <a:lnTo>
                  <a:pt x="25112" y="12069"/>
                </a:lnTo>
                <a:lnTo>
                  <a:pt x="25521" y="12334"/>
                </a:lnTo>
                <a:lnTo>
                  <a:pt x="25813" y="12441"/>
                </a:lnTo>
                <a:lnTo>
                  <a:pt x="26105" y="12600"/>
                </a:lnTo>
                <a:lnTo>
                  <a:pt x="26397" y="12813"/>
                </a:lnTo>
                <a:lnTo>
                  <a:pt x="26631" y="12973"/>
                </a:lnTo>
                <a:lnTo>
                  <a:pt x="26923" y="13079"/>
                </a:lnTo>
                <a:lnTo>
                  <a:pt x="27215" y="13345"/>
                </a:lnTo>
                <a:lnTo>
                  <a:pt x="27507" y="13345"/>
                </a:lnTo>
                <a:lnTo>
                  <a:pt x="27799" y="13504"/>
                </a:lnTo>
                <a:lnTo>
                  <a:pt x="28091" y="13717"/>
                </a:lnTo>
                <a:lnTo>
                  <a:pt x="28324" y="13876"/>
                </a:lnTo>
                <a:lnTo>
                  <a:pt x="28616" y="14142"/>
                </a:lnTo>
                <a:lnTo>
                  <a:pt x="28908" y="14249"/>
                </a:lnTo>
                <a:lnTo>
                  <a:pt x="29200" y="14355"/>
                </a:lnTo>
                <a:lnTo>
                  <a:pt x="29492" y="14621"/>
                </a:lnTo>
                <a:lnTo>
                  <a:pt x="29901" y="14780"/>
                </a:lnTo>
                <a:lnTo>
                  <a:pt x="30310" y="15152"/>
                </a:lnTo>
                <a:lnTo>
                  <a:pt x="30602" y="15259"/>
                </a:lnTo>
                <a:lnTo>
                  <a:pt x="30894" y="15525"/>
                </a:lnTo>
                <a:lnTo>
                  <a:pt x="31186" y="15684"/>
                </a:lnTo>
                <a:lnTo>
                  <a:pt x="31478" y="15790"/>
                </a:lnTo>
                <a:lnTo>
                  <a:pt x="31887" y="15897"/>
                </a:lnTo>
                <a:lnTo>
                  <a:pt x="32179" y="16056"/>
                </a:lnTo>
                <a:lnTo>
                  <a:pt x="32412" y="16322"/>
                </a:lnTo>
                <a:lnTo>
                  <a:pt x="32588" y="16428"/>
                </a:lnTo>
                <a:lnTo>
                  <a:pt x="32880" y="16694"/>
                </a:lnTo>
                <a:lnTo>
                  <a:pt x="33172" y="16801"/>
                </a:lnTo>
                <a:lnTo>
                  <a:pt x="33405" y="16960"/>
                </a:lnTo>
                <a:lnTo>
                  <a:pt x="33872" y="17226"/>
                </a:lnTo>
                <a:lnTo>
                  <a:pt x="34106" y="17332"/>
                </a:lnTo>
                <a:lnTo>
                  <a:pt x="34398" y="17598"/>
                </a:lnTo>
                <a:lnTo>
                  <a:pt x="34690" y="17704"/>
                </a:lnTo>
                <a:lnTo>
                  <a:pt x="34982" y="17970"/>
                </a:lnTo>
                <a:lnTo>
                  <a:pt x="35099" y="18130"/>
                </a:lnTo>
                <a:lnTo>
                  <a:pt x="35391" y="18236"/>
                </a:lnTo>
                <a:lnTo>
                  <a:pt x="35683" y="18342"/>
                </a:lnTo>
                <a:lnTo>
                  <a:pt x="36092" y="18608"/>
                </a:lnTo>
                <a:lnTo>
                  <a:pt x="36384" y="18768"/>
                </a:lnTo>
                <a:lnTo>
                  <a:pt x="36676" y="18980"/>
                </a:lnTo>
                <a:lnTo>
                  <a:pt x="36968" y="19140"/>
                </a:lnTo>
                <a:lnTo>
                  <a:pt x="37260" y="19406"/>
                </a:lnTo>
                <a:lnTo>
                  <a:pt x="37493" y="19512"/>
                </a:lnTo>
                <a:lnTo>
                  <a:pt x="37669" y="19778"/>
                </a:lnTo>
                <a:lnTo>
                  <a:pt x="38077" y="19884"/>
                </a:lnTo>
                <a:lnTo>
                  <a:pt x="38369" y="20150"/>
                </a:lnTo>
                <a:lnTo>
                  <a:pt x="38661" y="20310"/>
                </a:lnTo>
                <a:lnTo>
                  <a:pt x="38953" y="20416"/>
                </a:lnTo>
                <a:lnTo>
                  <a:pt x="39187" y="20522"/>
                </a:lnTo>
                <a:lnTo>
                  <a:pt x="39479" y="20788"/>
                </a:lnTo>
                <a:lnTo>
                  <a:pt x="39771" y="20948"/>
                </a:lnTo>
                <a:lnTo>
                  <a:pt x="40063" y="21160"/>
                </a:lnTo>
                <a:lnTo>
                  <a:pt x="40355" y="21320"/>
                </a:lnTo>
                <a:lnTo>
                  <a:pt x="40589" y="21586"/>
                </a:lnTo>
                <a:lnTo>
                  <a:pt x="40881" y="21692"/>
                </a:lnTo>
                <a:lnTo>
                  <a:pt x="41173" y="21958"/>
                </a:lnTo>
                <a:lnTo>
                  <a:pt x="41465" y="22224"/>
                </a:lnTo>
                <a:lnTo>
                  <a:pt x="41757" y="22330"/>
                </a:lnTo>
                <a:lnTo>
                  <a:pt x="42049" y="22596"/>
                </a:lnTo>
                <a:lnTo>
                  <a:pt x="42458" y="22702"/>
                </a:lnTo>
                <a:lnTo>
                  <a:pt x="42574" y="22862"/>
                </a:lnTo>
                <a:lnTo>
                  <a:pt x="42866" y="22968"/>
                </a:lnTo>
                <a:lnTo>
                  <a:pt x="43158" y="23234"/>
                </a:lnTo>
                <a:lnTo>
                  <a:pt x="43450" y="23500"/>
                </a:lnTo>
                <a:lnTo>
                  <a:pt x="43742" y="23606"/>
                </a:lnTo>
                <a:lnTo>
                  <a:pt x="43976" y="23872"/>
                </a:lnTo>
                <a:lnTo>
                  <a:pt x="44443" y="24031"/>
                </a:lnTo>
                <a:lnTo>
                  <a:pt x="44735" y="24244"/>
                </a:lnTo>
                <a:lnTo>
                  <a:pt x="44969" y="24510"/>
                </a:lnTo>
                <a:lnTo>
                  <a:pt x="45144" y="24669"/>
                </a:lnTo>
                <a:lnTo>
                  <a:pt x="45436" y="24935"/>
                </a:lnTo>
                <a:lnTo>
                  <a:pt x="45670" y="25042"/>
                </a:lnTo>
                <a:lnTo>
                  <a:pt x="45962" y="25148"/>
                </a:lnTo>
                <a:lnTo>
                  <a:pt x="46370" y="25414"/>
                </a:lnTo>
                <a:lnTo>
                  <a:pt x="46662" y="25573"/>
                </a:lnTo>
                <a:lnTo>
                  <a:pt x="46954" y="25786"/>
                </a:lnTo>
                <a:lnTo>
                  <a:pt x="47246" y="26052"/>
                </a:lnTo>
                <a:lnTo>
                  <a:pt x="47538" y="26211"/>
                </a:lnTo>
                <a:lnTo>
                  <a:pt x="47655" y="26477"/>
                </a:lnTo>
                <a:lnTo>
                  <a:pt x="47947" y="26690"/>
                </a:lnTo>
                <a:lnTo>
                  <a:pt x="48239" y="26849"/>
                </a:lnTo>
                <a:lnTo>
                  <a:pt x="48648" y="27115"/>
                </a:lnTo>
                <a:lnTo>
                  <a:pt x="48940" y="27328"/>
                </a:lnTo>
                <a:lnTo>
                  <a:pt x="49232" y="27328"/>
                </a:lnTo>
                <a:lnTo>
                  <a:pt x="49524" y="27594"/>
                </a:lnTo>
                <a:lnTo>
                  <a:pt x="49758" y="27860"/>
                </a:lnTo>
                <a:lnTo>
                  <a:pt x="50050" y="28019"/>
                </a:lnTo>
                <a:lnTo>
                  <a:pt x="50225" y="28232"/>
                </a:lnTo>
                <a:lnTo>
                  <a:pt x="50634" y="28498"/>
                </a:lnTo>
                <a:lnTo>
                  <a:pt x="50926" y="28657"/>
                </a:lnTo>
                <a:lnTo>
                  <a:pt x="51218" y="28870"/>
                </a:lnTo>
                <a:lnTo>
                  <a:pt x="51451" y="29136"/>
                </a:lnTo>
                <a:lnTo>
                  <a:pt x="51743" y="29401"/>
                </a:lnTo>
                <a:lnTo>
                  <a:pt x="52035" y="29561"/>
                </a:lnTo>
                <a:lnTo>
                  <a:pt x="52327" y="29667"/>
                </a:lnTo>
                <a:lnTo>
                  <a:pt x="52619" y="29933"/>
                </a:lnTo>
                <a:lnTo>
                  <a:pt x="52911" y="30039"/>
                </a:lnTo>
                <a:lnTo>
                  <a:pt x="53145" y="30305"/>
                </a:lnTo>
                <a:lnTo>
                  <a:pt x="53437" y="30571"/>
                </a:lnTo>
                <a:lnTo>
                  <a:pt x="53729" y="30837"/>
                </a:lnTo>
                <a:lnTo>
                  <a:pt x="54021" y="30943"/>
                </a:lnTo>
                <a:lnTo>
                  <a:pt x="54313" y="31209"/>
                </a:lnTo>
                <a:lnTo>
                  <a:pt x="54605" y="31475"/>
                </a:lnTo>
                <a:lnTo>
                  <a:pt x="55014" y="31741"/>
                </a:lnTo>
                <a:lnTo>
                  <a:pt x="55423" y="31953"/>
                </a:lnTo>
                <a:lnTo>
                  <a:pt x="55715" y="32219"/>
                </a:lnTo>
                <a:lnTo>
                  <a:pt x="56007" y="32485"/>
                </a:lnTo>
                <a:lnTo>
                  <a:pt x="56299" y="32751"/>
                </a:lnTo>
                <a:lnTo>
                  <a:pt x="56532" y="32857"/>
                </a:lnTo>
                <a:lnTo>
                  <a:pt x="57000" y="33123"/>
                </a:lnTo>
              </a:path>
            </a:pathLst>
          </a:custGeom>
          <a:ln w="789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7780807" y="2333197"/>
            <a:ext cx="56649" cy="53593"/>
          </a:xfrm>
          <a:custGeom>
            <a:avLst/>
            <a:gdLst/>
            <a:ahLst/>
            <a:cxnLst/>
            <a:rect l="l" t="t" r="r" b="b"/>
            <a:pathLst>
              <a:path w="56649" h="53593">
                <a:moveTo>
                  <a:pt x="0" y="0"/>
                </a:moveTo>
                <a:lnTo>
                  <a:pt x="233" y="265"/>
                </a:lnTo>
                <a:lnTo>
                  <a:pt x="525" y="531"/>
                </a:lnTo>
                <a:lnTo>
                  <a:pt x="700" y="797"/>
                </a:lnTo>
                <a:lnTo>
                  <a:pt x="992" y="903"/>
                </a:lnTo>
                <a:lnTo>
                  <a:pt x="1226" y="1169"/>
                </a:lnTo>
                <a:lnTo>
                  <a:pt x="1518" y="1276"/>
                </a:lnTo>
                <a:lnTo>
                  <a:pt x="1927" y="1541"/>
                </a:lnTo>
                <a:lnTo>
                  <a:pt x="2219" y="1807"/>
                </a:lnTo>
                <a:lnTo>
                  <a:pt x="2511" y="1914"/>
                </a:lnTo>
                <a:lnTo>
                  <a:pt x="2803" y="2179"/>
                </a:lnTo>
                <a:lnTo>
                  <a:pt x="3095" y="2445"/>
                </a:lnTo>
                <a:lnTo>
                  <a:pt x="3212" y="2711"/>
                </a:lnTo>
                <a:lnTo>
                  <a:pt x="3504" y="2977"/>
                </a:lnTo>
                <a:lnTo>
                  <a:pt x="3796" y="3243"/>
                </a:lnTo>
                <a:lnTo>
                  <a:pt x="4204" y="3455"/>
                </a:lnTo>
                <a:lnTo>
                  <a:pt x="4496" y="3615"/>
                </a:lnTo>
                <a:lnTo>
                  <a:pt x="4788" y="3721"/>
                </a:lnTo>
                <a:lnTo>
                  <a:pt x="5080" y="3987"/>
                </a:lnTo>
                <a:lnTo>
                  <a:pt x="5314" y="4253"/>
                </a:lnTo>
                <a:lnTo>
                  <a:pt x="5606" y="4519"/>
                </a:lnTo>
                <a:lnTo>
                  <a:pt x="5781" y="4785"/>
                </a:lnTo>
                <a:lnTo>
                  <a:pt x="6190" y="4997"/>
                </a:lnTo>
                <a:lnTo>
                  <a:pt x="6482" y="5263"/>
                </a:lnTo>
                <a:lnTo>
                  <a:pt x="6774" y="5423"/>
                </a:lnTo>
                <a:lnTo>
                  <a:pt x="7008" y="5635"/>
                </a:lnTo>
                <a:lnTo>
                  <a:pt x="7300" y="5901"/>
                </a:lnTo>
                <a:lnTo>
                  <a:pt x="7592" y="6061"/>
                </a:lnTo>
                <a:lnTo>
                  <a:pt x="7884" y="6326"/>
                </a:lnTo>
                <a:lnTo>
                  <a:pt x="8176" y="6539"/>
                </a:lnTo>
                <a:lnTo>
                  <a:pt x="8409" y="6805"/>
                </a:lnTo>
                <a:lnTo>
                  <a:pt x="8701" y="7071"/>
                </a:lnTo>
                <a:lnTo>
                  <a:pt x="8993" y="7337"/>
                </a:lnTo>
                <a:lnTo>
                  <a:pt x="9285" y="7603"/>
                </a:lnTo>
                <a:lnTo>
                  <a:pt x="9577" y="7868"/>
                </a:lnTo>
                <a:lnTo>
                  <a:pt x="9869" y="8081"/>
                </a:lnTo>
                <a:lnTo>
                  <a:pt x="10103" y="8241"/>
                </a:lnTo>
                <a:lnTo>
                  <a:pt x="10570" y="8347"/>
                </a:lnTo>
                <a:lnTo>
                  <a:pt x="10687" y="8613"/>
                </a:lnTo>
                <a:lnTo>
                  <a:pt x="10979" y="8879"/>
                </a:lnTo>
                <a:lnTo>
                  <a:pt x="11271" y="9144"/>
                </a:lnTo>
                <a:lnTo>
                  <a:pt x="11563" y="9410"/>
                </a:lnTo>
                <a:lnTo>
                  <a:pt x="11797" y="9623"/>
                </a:lnTo>
                <a:lnTo>
                  <a:pt x="12089" y="9889"/>
                </a:lnTo>
                <a:lnTo>
                  <a:pt x="12556" y="10155"/>
                </a:lnTo>
                <a:lnTo>
                  <a:pt x="12789" y="10420"/>
                </a:lnTo>
                <a:lnTo>
                  <a:pt x="13081" y="10527"/>
                </a:lnTo>
                <a:lnTo>
                  <a:pt x="13257" y="10793"/>
                </a:lnTo>
                <a:lnTo>
                  <a:pt x="13490" y="11058"/>
                </a:lnTo>
                <a:lnTo>
                  <a:pt x="13782" y="11324"/>
                </a:lnTo>
                <a:lnTo>
                  <a:pt x="14074" y="11590"/>
                </a:lnTo>
                <a:lnTo>
                  <a:pt x="14366" y="11803"/>
                </a:lnTo>
                <a:lnTo>
                  <a:pt x="14775" y="12069"/>
                </a:lnTo>
                <a:lnTo>
                  <a:pt x="15067" y="12334"/>
                </a:lnTo>
                <a:lnTo>
                  <a:pt x="15359" y="12600"/>
                </a:lnTo>
                <a:lnTo>
                  <a:pt x="15651" y="12866"/>
                </a:lnTo>
                <a:lnTo>
                  <a:pt x="16060" y="13238"/>
                </a:lnTo>
                <a:lnTo>
                  <a:pt x="16352" y="13504"/>
                </a:lnTo>
                <a:lnTo>
                  <a:pt x="16761" y="13770"/>
                </a:lnTo>
                <a:lnTo>
                  <a:pt x="17053" y="14036"/>
                </a:lnTo>
                <a:lnTo>
                  <a:pt x="17345" y="14249"/>
                </a:lnTo>
                <a:lnTo>
                  <a:pt x="17578" y="14674"/>
                </a:lnTo>
                <a:lnTo>
                  <a:pt x="17870" y="14887"/>
                </a:lnTo>
                <a:lnTo>
                  <a:pt x="18162" y="15152"/>
                </a:lnTo>
                <a:lnTo>
                  <a:pt x="18338" y="15312"/>
                </a:lnTo>
                <a:lnTo>
                  <a:pt x="18746" y="15525"/>
                </a:lnTo>
                <a:lnTo>
                  <a:pt x="19038" y="15790"/>
                </a:lnTo>
                <a:lnTo>
                  <a:pt x="19272" y="16056"/>
                </a:lnTo>
                <a:lnTo>
                  <a:pt x="19564" y="16322"/>
                </a:lnTo>
                <a:lnTo>
                  <a:pt x="19856" y="16588"/>
                </a:lnTo>
                <a:lnTo>
                  <a:pt x="20148" y="16854"/>
                </a:lnTo>
                <a:lnTo>
                  <a:pt x="20440" y="17066"/>
                </a:lnTo>
                <a:lnTo>
                  <a:pt x="20732" y="17332"/>
                </a:lnTo>
                <a:lnTo>
                  <a:pt x="20966" y="17492"/>
                </a:lnTo>
                <a:lnTo>
                  <a:pt x="21258" y="17864"/>
                </a:lnTo>
                <a:lnTo>
                  <a:pt x="21550" y="18130"/>
                </a:lnTo>
                <a:lnTo>
                  <a:pt x="21842" y="18396"/>
                </a:lnTo>
                <a:lnTo>
                  <a:pt x="22134" y="18608"/>
                </a:lnTo>
                <a:lnTo>
                  <a:pt x="22426" y="18874"/>
                </a:lnTo>
                <a:lnTo>
                  <a:pt x="22659" y="19140"/>
                </a:lnTo>
                <a:lnTo>
                  <a:pt x="23127" y="19406"/>
                </a:lnTo>
                <a:lnTo>
                  <a:pt x="23243" y="19672"/>
                </a:lnTo>
                <a:lnTo>
                  <a:pt x="23535" y="19938"/>
                </a:lnTo>
                <a:lnTo>
                  <a:pt x="23827" y="20150"/>
                </a:lnTo>
                <a:lnTo>
                  <a:pt x="24119" y="20416"/>
                </a:lnTo>
                <a:lnTo>
                  <a:pt x="24353" y="20682"/>
                </a:lnTo>
                <a:lnTo>
                  <a:pt x="24645" y="20948"/>
                </a:lnTo>
                <a:lnTo>
                  <a:pt x="25054" y="21214"/>
                </a:lnTo>
                <a:lnTo>
                  <a:pt x="25346" y="21586"/>
                </a:lnTo>
                <a:lnTo>
                  <a:pt x="25638" y="21852"/>
                </a:lnTo>
                <a:lnTo>
                  <a:pt x="25755" y="22117"/>
                </a:lnTo>
                <a:lnTo>
                  <a:pt x="26047" y="22224"/>
                </a:lnTo>
                <a:lnTo>
                  <a:pt x="26339" y="22490"/>
                </a:lnTo>
                <a:lnTo>
                  <a:pt x="26631" y="22755"/>
                </a:lnTo>
                <a:lnTo>
                  <a:pt x="26923" y="23128"/>
                </a:lnTo>
                <a:lnTo>
                  <a:pt x="27332" y="23393"/>
                </a:lnTo>
                <a:lnTo>
                  <a:pt x="27624" y="23659"/>
                </a:lnTo>
                <a:lnTo>
                  <a:pt x="27916" y="23925"/>
                </a:lnTo>
                <a:lnTo>
                  <a:pt x="28208" y="24138"/>
                </a:lnTo>
                <a:lnTo>
                  <a:pt x="28324" y="24563"/>
                </a:lnTo>
                <a:lnTo>
                  <a:pt x="28616" y="24669"/>
                </a:lnTo>
                <a:lnTo>
                  <a:pt x="28908" y="24935"/>
                </a:lnTo>
                <a:lnTo>
                  <a:pt x="29317" y="25201"/>
                </a:lnTo>
                <a:lnTo>
                  <a:pt x="29609" y="25573"/>
                </a:lnTo>
                <a:lnTo>
                  <a:pt x="29901" y="25839"/>
                </a:lnTo>
                <a:lnTo>
                  <a:pt x="30135" y="26105"/>
                </a:lnTo>
                <a:lnTo>
                  <a:pt x="30427" y="26318"/>
                </a:lnTo>
                <a:lnTo>
                  <a:pt x="30719" y="26584"/>
                </a:lnTo>
                <a:lnTo>
                  <a:pt x="30836" y="26849"/>
                </a:lnTo>
                <a:lnTo>
                  <a:pt x="31303" y="27115"/>
                </a:lnTo>
                <a:lnTo>
                  <a:pt x="31536" y="27381"/>
                </a:lnTo>
                <a:lnTo>
                  <a:pt x="31828" y="27647"/>
                </a:lnTo>
                <a:lnTo>
                  <a:pt x="32120" y="28019"/>
                </a:lnTo>
                <a:lnTo>
                  <a:pt x="32412" y="28285"/>
                </a:lnTo>
                <a:lnTo>
                  <a:pt x="32704" y="28498"/>
                </a:lnTo>
                <a:lnTo>
                  <a:pt x="32996" y="28923"/>
                </a:lnTo>
                <a:lnTo>
                  <a:pt x="33230" y="29189"/>
                </a:lnTo>
                <a:lnTo>
                  <a:pt x="33522" y="29295"/>
                </a:lnTo>
                <a:lnTo>
                  <a:pt x="33814" y="29561"/>
                </a:lnTo>
                <a:lnTo>
                  <a:pt x="34106" y="29933"/>
                </a:lnTo>
                <a:lnTo>
                  <a:pt x="34398" y="30199"/>
                </a:lnTo>
                <a:lnTo>
                  <a:pt x="34690" y="30465"/>
                </a:lnTo>
                <a:lnTo>
                  <a:pt x="34924" y="30837"/>
                </a:lnTo>
                <a:lnTo>
                  <a:pt x="35216" y="31103"/>
                </a:lnTo>
                <a:lnTo>
                  <a:pt x="35683" y="31369"/>
                </a:lnTo>
                <a:lnTo>
                  <a:pt x="35800" y="31581"/>
                </a:lnTo>
                <a:lnTo>
                  <a:pt x="36092" y="31847"/>
                </a:lnTo>
                <a:lnTo>
                  <a:pt x="36384" y="32113"/>
                </a:lnTo>
                <a:lnTo>
                  <a:pt x="36617" y="32485"/>
                </a:lnTo>
                <a:lnTo>
                  <a:pt x="36909" y="32751"/>
                </a:lnTo>
                <a:lnTo>
                  <a:pt x="37201" y="33017"/>
                </a:lnTo>
                <a:lnTo>
                  <a:pt x="37610" y="33389"/>
                </a:lnTo>
                <a:lnTo>
                  <a:pt x="37902" y="33655"/>
                </a:lnTo>
                <a:lnTo>
                  <a:pt x="38194" y="33814"/>
                </a:lnTo>
                <a:lnTo>
                  <a:pt x="38311" y="34187"/>
                </a:lnTo>
                <a:lnTo>
                  <a:pt x="38603" y="34452"/>
                </a:lnTo>
                <a:lnTo>
                  <a:pt x="38895" y="34665"/>
                </a:lnTo>
                <a:lnTo>
                  <a:pt x="39187" y="35090"/>
                </a:lnTo>
                <a:lnTo>
                  <a:pt x="39479" y="35356"/>
                </a:lnTo>
                <a:lnTo>
                  <a:pt x="39888" y="35569"/>
                </a:lnTo>
                <a:lnTo>
                  <a:pt x="40180" y="35994"/>
                </a:lnTo>
                <a:lnTo>
                  <a:pt x="40472" y="36101"/>
                </a:lnTo>
                <a:lnTo>
                  <a:pt x="40705" y="36473"/>
                </a:lnTo>
                <a:lnTo>
                  <a:pt x="40881" y="36739"/>
                </a:lnTo>
                <a:lnTo>
                  <a:pt x="41173" y="37004"/>
                </a:lnTo>
                <a:lnTo>
                  <a:pt x="41465" y="37377"/>
                </a:lnTo>
                <a:lnTo>
                  <a:pt x="41874" y="37642"/>
                </a:lnTo>
                <a:lnTo>
                  <a:pt x="42166" y="38015"/>
                </a:lnTo>
                <a:lnTo>
                  <a:pt x="42399" y="38280"/>
                </a:lnTo>
                <a:lnTo>
                  <a:pt x="42691" y="38546"/>
                </a:lnTo>
                <a:lnTo>
                  <a:pt x="42983" y="38812"/>
                </a:lnTo>
                <a:lnTo>
                  <a:pt x="43275" y="39078"/>
                </a:lnTo>
                <a:lnTo>
                  <a:pt x="43392" y="39450"/>
                </a:lnTo>
                <a:lnTo>
                  <a:pt x="43859" y="39716"/>
                </a:lnTo>
                <a:lnTo>
                  <a:pt x="44093" y="40088"/>
                </a:lnTo>
                <a:lnTo>
                  <a:pt x="44385" y="40354"/>
                </a:lnTo>
                <a:lnTo>
                  <a:pt x="44677" y="40726"/>
                </a:lnTo>
                <a:lnTo>
                  <a:pt x="44969" y="40833"/>
                </a:lnTo>
                <a:lnTo>
                  <a:pt x="45261" y="41098"/>
                </a:lnTo>
                <a:lnTo>
                  <a:pt x="45553" y="41524"/>
                </a:lnTo>
                <a:lnTo>
                  <a:pt x="45786" y="41736"/>
                </a:lnTo>
                <a:lnTo>
                  <a:pt x="46078" y="42162"/>
                </a:lnTo>
                <a:lnTo>
                  <a:pt x="46370" y="42374"/>
                </a:lnTo>
                <a:lnTo>
                  <a:pt x="46662" y="42800"/>
                </a:lnTo>
                <a:lnTo>
                  <a:pt x="46954" y="43012"/>
                </a:lnTo>
                <a:lnTo>
                  <a:pt x="47246" y="43278"/>
                </a:lnTo>
                <a:lnTo>
                  <a:pt x="47480" y="43544"/>
                </a:lnTo>
                <a:lnTo>
                  <a:pt x="47772" y="43916"/>
                </a:lnTo>
                <a:lnTo>
                  <a:pt x="48181" y="44182"/>
                </a:lnTo>
                <a:lnTo>
                  <a:pt x="48473" y="44554"/>
                </a:lnTo>
                <a:lnTo>
                  <a:pt x="48648" y="44820"/>
                </a:lnTo>
                <a:lnTo>
                  <a:pt x="48940" y="45246"/>
                </a:lnTo>
                <a:lnTo>
                  <a:pt x="49174" y="45458"/>
                </a:lnTo>
                <a:lnTo>
                  <a:pt x="49466" y="45724"/>
                </a:lnTo>
                <a:lnTo>
                  <a:pt x="49758" y="45990"/>
                </a:lnTo>
                <a:lnTo>
                  <a:pt x="50167" y="46362"/>
                </a:lnTo>
                <a:lnTo>
                  <a:pt x="50459" y="46628"/>
                </a:lnTo>
                <a:lnTo>
                  <a:pt x="50751" y="47000"/>
                </a:lnTo>
                <a:lnTo>
                  <a:pt x="50867" y="47266"/>
                </a:lnTo>
                <a:lnTo>
                  <a:pt x="51159" y="47638"/>
                </a:lnTo>
                <a:lnTo>
                  <a:pt x="51451" y="47798"/>
                </a:lnTo>
                <a:lnTo>
                  <a:pt x="51743" y="48170"/>
                </a:lnTo>
                <a:lnTo>
                  <a:pt x="52035" y="48542"/>
                </a:lnTo>
                <a:lnTo>
                  <a:pt x="52444" y="48808"/>
                </a:lnTo>
                <a:lnTo>
                  <a:pt x="52736" y="49180"/>
                </a:lnTo>
                <a:lnTo>
                  <a:pt x="53028" y="49446"/>
                </a:lnTo>
                <a:lnTo>
                  <a:pt x="53262" y="49871"/>
                </a:lnTo>
                <a:lnTo>
                  <a:pt x="53437" y="50084"/>
                </a:lnTo>
                <a:lnTo>
                  <a:pt x="53729" y="50350"/>
                </a:lnTo>
                <a:lnTo>
                  <a:pt x="53963" y="50722"/>
                </a:lnTo>
                <a:lnTo>
                  <a:pt x="54430" y="50988"/>
                </a:lnTo>
                <a:lnTo>
                  <a:pt x="54722" y="51413"/>
                </a:lnTo>
                <a:lnTo>
                  <a:pt x="54956" y="51626"/>
                </a:lnTo>
                <a:lnTo>
                  <a:pt x="55248" y="52051"/>
                </a:lnTo>
                <a:lnTo>
                  <a:pt x="55540" y="52264"/>
                </a:lnTo>
                <a:lnTo>
                  <a:pt x="55832" y="52530"/>
                </a:lnTo>
                <a:lnTo>
                  <a:pt x="55948" y="52955"/>
                </a:lnTo>
                <a:lnTo>
                  <a:pt x="56357" y="53168"/>
                </a:lnTo>
                <a:lnTo>
                  <a:pt x="56649" y="53593"/>
                </a:lnTo>
              </a:path>
            </a:pathLst>
          </a:custGeom>
          <a:ln w="806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7837457" y="2386791"/>
            <a:ext cx="56824" cy="72680"/>
          </a:xfrm>
          <a:custGeom>
            <a:avLst/>
            <a:gdLst/>
            <a:ahLst/>
            <a:cxnLst/>
            <a:rect l="l" t="t" r="r" b="b"/>
            <a:pathLst>
              <a:path w="56824" h="72680">
                <a:moveTo>
                  <a:pt x="0" y="0"/>
                </a:moveTo>
                <a:lnTo>
                  <a:pt x="292" y="372"/>
                </a:lnTo>
                <a:lnTo>
                  <a:pt x="584" y="638"/>
                </a:lnTo>
                <a:lnTo>
                  <a:pt x="876" y="1010"/>
                </a:lnTo>
                <a:lnTo>
                  <a:pt x="1168" y="1116"/>
                </a:lnTo>
                <a:lnTo>
                  <a:pt x="1401" y="1541"/>
                </a:lnTo>
                <a:lnTo>
                  <a:pt x="1693" y="1914"/>
                </a:lnTo>
                <a:lnTo>
                  <a:pt x="1985" y="2179"/>
                </a:lnTo>
                <a:lnTo>
                  <a:pt x="2277" y="2552"/>
                </a:lnTo>
                <a:lnTo>
                  <a:pt x="2569" y="2924"/>
                </a:lnTo>
                <a:lnTo>
                  <a:pt x="2861" y="3190"/>
                </a:lnTo>
                <a:lnTo>
                  <a:pt x="3095" y="3562"/>
                </a:lnTo>
                <a:lnTo>
                  <a:pt x="3387" y="3828"/>
                </a:lnTo>
                <a:lnTo>
                  <a:pt x="3679" y="4093"/>
                </a:lnTo>
                <a:lnTo>
                  <a:pt x="4088" y="4466"/>
                </a:lnTo>
                <a:lnTo>
                  <a:pt x="4380" y="4838"/>
                </a:lnTo>
                <a:lnTo>
                  <a:pt x="4555" y="5104"/>
                </a:lnTo>
                <a:lnTo>
                  <a:pt x="4788" y="5476"/>
                </a:lnTo>
                <a:lnTo>
                  <a:pt x="5080" y="5901"/>
                </a:lnTo>
                <a:lnTo>
                  <a:pt x="5372" y="6007"/>
                </a:lnTo>
                <a:lnTo>
                  <a:pt x="5664" y="6380"/>
                </a:lnTo>
                <a:lnTo>
                  <a:pt x="6073" y="6805"/>
                </a:lnTo>
                <a:lnTo>
                  <a:pt x="6365" y="7018"/>
                </a:lnTo>
                <a:lnTo>
                  <a:pt x="6657" y="7443"/>
                </a:lnTo>
                <a:lnTo>
                  <a:pt x="6949" y="7815"/>
                </a:lnTo>
                <a:lnTo>
                  <a:pt x="7066" y="8187"/>
                </a:lnTo>
                <a:lnTo>
                  <a:pt x="7358" y="8347"/>
                </a:lnTo>
                <a:lnTo>
                  <a:pt x="7650" y="8719"/>
                </a:lnTo>
                <a:lnTo>
                  <a:pt x="7942" y="9091"/>
                </a:lnTo>
                <a:lnTo>
                  <a:pt x="8351" y="9463"/>
                </a:lnTo>
                <a:lnTo>
                  <a:pt x="8643" y="9729"/>
                </a:lnTo>
                <a:lnTo>
                  <a:pt x="8877" y="10101"/>
                </a:lnTo>
                <a:lnTo>
                  <a:pt x="9169" y="10527"/>
                </a:lnTo>
                <a:lnTo>
                  <a:pt x="9461" y="10633"/>
                </a:lnTo>
                <a:lnTo>
                  <a:pt x="9636" y="11005"/>
                </a:lnTo>
                <a:lnTo>
                  <a:pt x="9869" y="11431"/>
                </a:lnTo>
                <a:lnTo>
                  <a:pt x="10337" y="11803"/>
                </a:lnTo>
                <a:lnTo>
                  <a:pt x="10570" y="12069"/>
                </a:lnTo>
                <a:lnTo>
                  <a:pt x="10862" y="12441"/>
                </a:lnTo>
                <a:lnTo>
                  <a:pt x="11154" y="12813"/>
                </a:lnTo>
                <a:lnTo>
                  <a:pt x="11446" y="13079"/>
                </a:lnTo>
                <a:lnTo>
                  <a:pt x="11738" y="13451"/>
                </a:lnTo>
                <a:lnTo>
                  <a:pt x="11855" y="13717"/>
                </a:lnTo>
                <a:lnTo>
                  <a:pt x="12264" y="14089"/>
                </a:lnTo>
                <a:lnTo>
                  <a:pt x="12556" y="14514"/>
                </a:lnTo>
                <a:lnTo>
                  <a:pt x="12848" y="14887"/>
                </a:lnTo>
                <a:lnTo>
                  <a:pt x="13140" y="15152"/>
                </a:lnTo>
                <a:lnTo>
                  <a:pt x="13432" y="15418"/>
                </a:lnTo>
                <a:lnTo>
                  <a:pt x="13724" y="15790"/>
                </a:lnTo>
                <a:lnTo>
                  <a:pt x="13958" y="16163"/>
                </a:lnTo>
                <a:lnTo>
                  <a:pt x="14250" y="16535"/>
                </a:lnTo>
                <a:lnTo>
                  <a:pt x="14542" y="16907"/>
                </a:lnTo>
                <a:lnTo>
                  <a:pt x="14834" y="17173"/>
                </a:lnTo>
                <a:lnTo>
                  <a:pt x="15126" y="17439"/>
                </a:lnTo>
                <a:lnTo>
                  <a:pt x="15418" y="17811"/>
                </a:lnTo>
                <a:lnTo>
                  <a:pt x="15651" y="18236"/>
                </a:lnTo>
                <a:lnTo>
                  <a:pt x="15943" y="18608"/>
                </a:lnTo>
                <a:lnTo>
                  <a:pt x="16235" y="18980"/>
                </a:lnTo>
                <a:lnTo>
                  <a:pt x="16644" y="19246"/>
                </a:lnTo>
                <a:lnTo>
                  <a:pt x="16936" y="19619"/>
                </a:lnTo>
                <a:lnTo>
                  <a:pt x="17053" y="19884"/>
                </a:lnTo>
                <a:lnTo>
                  <a:pt x="17345" y="20257"/>
                </a:lnTo>
                <a:lnTo>
                  <a:pt x="17637" y="20682"/>
                </a:lnTo>
                <a:lnTo>
                  <a:pt x="17929" y="21054"/>
                </a:lnTo>
                <a:lnTo>
                  <a:pt x="18221" y="21426"/>
                </a:lnTo>
                <a:lnTo>
                  <a:pt x="18630" y="21692"/>
                </a:lnTo>
                <a:lnTo>
                  <a:pt x="18922" y="22064"/>
                </a:lnTo>
                <a:lnTo>
                  <a:pt x="19214" y="22330"/>
                </a:lnTo>
                <a:lnTo>
                  <a:pt x="19506" y="22702"/>
                </a:lnTo>
                <a:lnTo>
                  <a:pt x="19622" y="23074"/>
                </a:lnTo>
                <a:lnTo>
                  <a:pt x="19914" y="23500"/>
                </a:lnTo>
                <a:lnTo>
                  <a:pt x="20206" y="23872"/>
                </a:lnTo>
                <a:lnTo>
                  <a:pt x="20440" y="24244"/>
                </a:lnTo>
                <a:lnTo>
                  <a:pt x="20907" y="24510"/>
                </a:lnTo>
                <a:lnTo>
                  <a:pt x="21199" y="24776"/>
                </a:lnTo>
                <a:lnTo>
                  <a:pt x="21433" y="25148"/>
                </a:lnTo>
                <a:lnTo>
                  <a:pt x="21725" y="25520"/>
                </a:lnTo>
                <a:lnTo>
                  <a:pt x="22017" y="25946"/>
                </a:lnTo>
                <a:lnTo>
                  <a:pt x="22134" y="26318"/>
                </a:lnTo>
                <a:lnTo>
                  <a:pt x="22426" y="26690"/>
                </a:lnTo>
                <a:lnTo>
                  <a:pt x="22893" y="26956"/>
                </a:lnTo>
                <a:lnTo>
                  <a:pt x="23127" y="27328"/>
                </a:lnTo>
                <a:lnTo>
                  <a:pt x="23419" y="27700"/>
                </a:lnTo>
                <a:lnTo>
                  <a:pt x="23711" y="28125"/>
                </a:lnTo>
                <a:lnTo>
                  <a:pt x="24003" y="28498"/>
                </a:lnTo>
                <a:lnTo>
                  <a:pt x="24295" y="28870"/>
                </a:lnTo>
                <a:lnTo>
                  <a:pt x="24528" y="29136"/>
                </a:lnTo>
                <a:lnTo>
                  <a:pt x="24820" y="29508"/>
                </a:lnTo>
                <a:lnTo>
                  <a:pt x="25112" y="29880"/>
                </a:lnTo>
                <a:lnTo>
                  <a:pt x="25404" y="30305"/>
                </a:lnTo>
                <a:lnTo>
                  <a:pt x="25696" y="30571"/>
                </a:lnTo>
                <a:lnTo>
                  <a:pt x="25988" y="30943"/>
                </a:lnTo>
                <a:lnTo>
                  <a:pt x="26222" y="31315"/>
                </a:lnTo>
                <a:lnTo>
                  <a:pt x="26514" y="31581"/>
                </a:lnTo>
                <a:lnTo>
                  <a:pt x="26806" y="31953"/>
                </a:lnTo>
                <a:lnTo>
                  <a:pt x="27098" y="32326"/>
                </a:lnTo>
                <a:lnTo>
                  <a:pt x="27390" y="32751"/>
                </a:lnTo>
                <a:lnTo>
                  <a:pt x="27682" y="33123"/>
                </a:lnTo>
                <a:lnTo>
                  <a:pt x="27916" y="33495"/>
                </a:lnTo>
                <a:lnTo>
                  <a:pt x="28208" y="33761"/>
                </a:lnTo>
                <a:lnTo>
                  <a:pt x="28500" y="34133"/>
                </a:lnTo>
                <a:lnTo>
                  <a:pt x="28792" y="34506"/>
                </a:lnTo>
                <a:lnTo>
                  <a:pt x="29200" y="34931"/>
                </a:lnTo>
                <a:lnTo>
                  <a:pt x="29492" y="35303"/>
                </a:lnTo>
                <a:lnTo>
                  <a:pt x="29609" y="35675"/>
                </a:lnTo>
                <a:lnTo>
                  <a:pt x="29901" y="36047"/>
                </a:lnTo>
                <a:lnTo>
                  <a:pt x="30193" y="36313"/>
                </a:lnTo>
                <a:lnTo>
                  <a:pt x="30485" y="36845"/>
                </a:lnTo>
                <a:lnTo>
                  <a:pt x="30777" y="37217"/>
                </a:lnTo>
                <a:lnTo>
                  <a:pt x="31186" y="37589"/>
                </a:lnTo>
                <a:lnTo>
                  <a:pt x="31478" y="38015"/>
                </a:lnTo>
                <a:lnTo>
                  <a:pt x="31770" y="38387"/>
                </a:lnTo>
                <a:lnTo>
                  <a:pt x="32004" y="38653"/>
                </a:lnTo>
                <a:lnTo>
                  <a:pt x="32179" y="39025"/>
                </a:lnTo>
                <a:lnTo>
                  <a:pt x="32471" y="39397"/>
                </a:lnTo>
                <a:lnTo>
                  <a:pt x="32763" y="39822"/>
                </a:lnTo>
                <a:lnTo>
                  <a:pt x="32996" y="40195"/>
                </a:lnTo>
                <a:lnTo>
                  <a:pt x="33464" y="40567"/>
                </a:lnTo>
                <a:lnTo>
                  <a:pt x="33697" y="40833"/>
                </a:lnTo>
                <a:lnTo>
                  <a:pt x="33989" y="41205"/>
                </a:lnTo>
                <a:lnTo>
                  <a:pt x="34281" y="41577"/>
                </a:lnTo>
                <a:lnTo>
                  <a:pt x="34573" y="42002"/>
                </a:lnTo>
                <a:lnTo>
                  <a:pt x="34690" y="42374"/>
                </a:lnTo>
                <a:lnTo>
                  <a:pt x="34982" y="42906"/>
                </a:lnTo>
                <a:lnTo>
                  <a:pt x="35391" y="43119"/>
                </a:lnTo>
                <a:lnTo>
                  <a:pt x="35683" y="43544"/>
                </a:lnTo>
                <a:lnTo>
                  <a:pt x="35975" y="43916"/>
                </a:lnTo>
                <a:lnTo>
                  <a:pt x="36267" y="44288"/>
                </a:lnTo>
                <a:lnTo>
                  <a:pt x="36559" y="44661"/>
                </a:lnTo>
                <a:lnTo>
                  <a:pt x="36851" y="45086"/>
                </a:lnTo>
                <a:lnTo>
                  <a:pt x="37085" y="45458"/>
                </a:lnTo>
                <a:lnTo>
                  <a:pt x="37377" y="45724"/>
                </a:lnTo>
                <a:lnTo>
                  <a:pt x="37669" y="46203"/>
                </a:lnTo>
                <a:lnTo>
                  <a:pt x="37961" y="46628"/>
                </a:lnTo>
                <a:lnTo>
                  <a:pt x="38253" y="47000"/>
                </a:lnTo>
                <a:lnTo>
                  <a:pt x="38545" y="47372"/>
                </a:lnTo>
                <a:lnTo>
                  <a:pt x="38778" y="47744"/>
                </a:lnTo>
                <a:lnTo>
                  <a:pt x="39070" y="48010"/>
                </a:lnTo>
                <a:lnTo>
                  <a:pt x="39362" y="48382"/>
                </a:lnTo>
                <a:lnTo>
                  <a:pt x="39654" y="48914"/>
                </a:lnTo>
                <a:lnTo>
                  <a:pt x="39946" y="49286"/>
                </a:lnTo>
                <a:lnTo>
                  <a:pt x="40238" y="49712"/>
                </a:lnTo>
                <a:lnTo>
                  <a:pt x="40472" y="50084"/>
                </a:lnTo>
                <a:lnTo>
                  <a:pt x="40764" y="50350"/>
                </a:lnTo>
                <a:lnTo>
                  <a:pt x="41056" y="50722"/>
                </a:lnTo>
                <a:lnTo>
                  <a:pt x="41348" y="51253"/>
                </a:lnTo>
                <a:lnTo>
                  <a:pt x="41757" y="51626"/>
                </a:lnTo>
                <a:lnTo>
                  <a:pt x="42049" y="51998"/>
                </a:lnTo>
                <a:lnTo>
                  <a:pt x="42166" y="52370"/>
                </a:lnTo>
                <a:lnTo>
                  <a:pt x="42458" y="52636"/>
                </a:lnTo>
                <a:lnTo>
                  <a:pt x="42750" y="53008"/>
                </a:lnTo>
                <a:lnTo>
                  <a:pt x="43042" y="53540"/>
                </a:lnTo>
                <a:lnTo>
                  <a:pt x="43334" y="53912"/>
                </a:lnTo>
                <a:lnTo>
                  <a:pt x="43567" y="54337"/>
                </a:lnTo>
                <a:lnTo>
                  <a:pt x="44034" y="54709"/>
                </a:lnTo>
                <a:lnTo>
                  <a:pt x="44326" y="54975"/>
                </a:lnTo>
                <a:lnTo>
                  <a:pt x="44560" y="55454"/>
                </a:lnTo>
                <a:lnTo>
                  <a:pt x="44735" y="55879"/>
                </a:lnTo>
                <a:lnTo>
                  <a:pt x="45027" y="56251"/>
                </a:lnTo>
                <a:lnTo>
                  <a:pt x="45261" y="56623"/>
                </a:lnTo>
                <a:lnTo>
                  <a:pt x="45553" y="56996"/>
                </a:lnTo>
                <a:lnTo>
                  <a:pt x="46020" y="57421"/>
                </a:lnTo>
                <a:lnTo>
                  <a:pt x="46254" y="57793"/>
                </a:lnTo>
                <a:lnTo>
                  <a:pt x="46546" y="58165"/>
                </a:lnTo>
                <a:lnTo>
                  <a:pt x="46838" y="58697"/>
                </a:lnTo>
                <a:lnTo>
                  <a:pt x="47130" y="59069"/>
                </a:lnTo>
                <a:lnTo>
                  <a:pt x="47246" y="59441"/>
                </a:lnTo>
                <a:lnTo>
                  <a:pt x="47539" y="59707"/>
                </a:lnTo>
                <a:lnTo>
                  <a:pt x="47947" y="60239"/>
                </a:lnTo>
                <a:lnTo>
                  <a:pt x="48239" y="60611"/>
                </a:lnTo>
                <a:lnTo>
                  <a:pt x="48531" y="60983"/>
                </a:lnTo>
                <a:lnTo>
                  <a:pt x="48823" y="61355"/>
                </a:lnTo>
                <a:lnTo>
                  <a:pt x="49115" y="61781"/>
                </a:lnTo>
                <a:lnTo>
                  <a:pt x="49349" y="62153"/>
                </a:lnTo>
                <a:lnTo>
                  <a:pt x="49641" y="62525"/>
                </a:lnTo>
                <a:lnTo>
                  <a:pt x="49816" y="62897"/>
                </a:lnTo>
                <a:lnTo>
                  <a:pt x="50225" y="63429"/>
                </a:lnTo>
                <a:lnTo>
                  <a:pt x="50517" y="63801"/>
                </a:lnTo>
                <a:lnTo>
                  <a:pt x="50809" y="64067"/>
                </a:lnTo>
                <a:lnTo>
                  <a:pt x="51043" y="64599"/>
                </a:lnTo>
                <a:lnTo>
                  <a:pt x="51335" y="64971"/>
                </a:lnTo>
                <a:lnTo>
                  <a:pt x="51627" y="65343"/>
                </a:lnTo>
                <a:lnTo>
                  <a:pt x="51919" y="65875"/>
                </a:lnTo>
                <a:lnTo>
                  <a:pt x="52211" y="66247"/>
                </a:lnTo>
                <a:lnTo>
                  <a:pt x="52503" y="66513"/>
                </a:lnTo>
                <a:lnTo>
                  <a:pt x="52736" y="66885"/>
                </a:lnTo>
                <a:lnTo>
                  <a:pt x="53028" y="67417"/>
                </a:lnTo>
                <a:lnTo>
                  <a:pt x="53320" y="67789"/>
                </a:lnTo>
                <a:lnTo>
                  <a:pt x="53612" y="68161"/>
                </a:lnTo>
                <a:lnTo>
                  <a:pt x="53904" y="68693"/>
                </a:lnTo>
                <a:lnTo>
                  <a:pt x="54313" y="68958"/>
                </a:lnTo>
                <a:lnTo>
                  <a:pt x="54605" y="69331"/>
                </a:lnTo>
                <a:lnTo>
                  <a:pt x="54722" y="69862"/>
                </a:lnTo>
                <a:lnTo>
                  <a:pt x="55014" y="70234"/>
                </a:lnTo>
                <a:lnTo>
                  <a:pt x="55306" y="70766"/>
                </a:lnTo>
                <a:lnTo>
                  <a:pt x="55598" y="71032"/>
                </a:lnTo>
                <a:lnTo>
                  <a:pt x="55890" y="71404"/>
                </a:lnTo>
                <a:lnTo>
                  <a:pt x="56124" y="71883"/>
                </a:lnTo>
                <a:lnTo>
                  <a:pt x="56591" y="72308"/>
                </a:lnTo>
                <a:lnTo>
                  <a:pt x="56824" y="72680"/>
                </a:lnTo>
              </a:path>
            </a:pathLst>
          </a:custGeom>
          <a:ln w="817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7894281" y="2459471"/>
            <a:ext cx="56708" cy="89641"/>
          </a:xfrm>
          <a:custGeom>
            <a:avLst/>
            <a:gdLst/>
            <a:ahLst/>
            <a:cxnLst/>
            <a:rect l="l" t="t" r="r" b="b"/>
            <a:pathLst>
              <a:path w="56708" h="89641">
                <a:moveTo>
                  <a:pt x="0" y="0"/>
                </a:moveTo>
                <a:lnTo>
                  <a:pt x="292" y="531"/>
                </a:lnTo>
                <a:lnTo>
                  <a:pt x="467" y="744"/>
                </a:lnTo>
                <a:lnTo>
                  <a:pt x="759" y="1169"/>
                </a:lnTo>
                <a:lnTo>
                  <a:pt x="992" y="1648"/>
                </a:lnTo>
                <a:lnTo>
                  <a:pt x="1284" y="2073"/>
                </a:lnTo>
                <a:lnTo>
                  <a:pt x="1693" y="2552"/>
                </a:lnTo>
                <a:lnTo>
                  <a:pt x="1985" y="2977"/>
                </a:lnTo>
                <a:lnTo>
                  <a:pt x="2277" y="3190"/>
                </a:lnTo>
                <a:lnTo>
                  <a:pt x="2569" y="3721"/>
                </a:lnTo>
                <a:lnTo>
                  <a:pt x="2861" y="4093"/>
                </a:lnTo>
                <a:lnTo>
                  <a:pt x="2978" y="4625"/>
                </a:lnTo>
                <a:lnTo>
                  <a:pt x="3270" y="4997"/>
                </a:lnTo>
                <a:lnTo>
                  <a:pt x="3679" y="5369"/>
                </a:lnTo>
                <a:lnTo>
                  <a:pt x="3971" y="5795"/>
                </a:lnTo>
                <a:lnTo>
                  <a:pt x="4263" y="6167"/>
                </a:lnTo>
                <a:lnTo>
                  <a:pt x="4555" y="6699"/>
                </a:lnTo>
                <a:lnTo>
                  <a:pt x="4847" y="7071"/>
                </a:lnTo>
                <a:lnTo>
                  <a:pt x="5080" y="7603"/>
                </a:lnTo>
                <a:lnTo>
                  <a:pt x="5372" y="7815"/>
                </a:lnTo>
                <a:lnTo>
                  <a:pt x="5548" y="8241"/>
                </a:lnTo>
                <a:lnTo>
                  <a:pt x="5956" y="8719"/>
                </a:lnTo>
                <a:lnTo>
                  <a:pt x="6248" y="9144"/>
                </a:lnTo>
                <a:lnTo>
                  <a:pt x="6540" y="9623"/>
                </a:lnTo>
                <a:lnTo>
                  <a:pt x="6774" y="9995"/>
                </a:lnTo>
                <a:lnTo>
                  <a:pt x="7066" y="10420"/>
                </a:lnTo>
                <a:lnTo>
                  <a:pt x="7358" y="10793"/>
                </a:lnTo>
                <a:lnTo>
                  <a:pt x="7650" y="11324"/>
                </a:lnTo>
                <a:lnTo>
                  <a:pt x="7942" y="11696"/>
                </a:lnTo>
                <a:lnTo>
                  <a:pt x="8176" y="12228"/>
                </a:lnTo>
                <a:lnTo>
                  <a:pt x="8468" y="12441"/>
                </a:lnTo>
                <a:lnTo>
                  <a:pt x="8760" y="12973"/>
                </a:lnTo>
                <a:lnTo>
                  <a:pt x="9052" y="13345"/>
                </a:lnTo>
                <a:lnTo>
                  <a:pt x="9344" y="13876"/>
                </a:lnTo>
                <a:lnTo>
                  <a:pt x="9636" y="14249"/>
                </a:lnTo>
                <a:lnTo>
                  <a:pt x="10045" y="14621"/>
                </a:lnTo>
                <a:lnTo>
                  <a:pt x="10337" y="15046"/>
                </a:lnTo>
                <a:lnTo>
                  <a:pt x="10453" y="15418"/>
                </a:lnTo>
                <a:lnTo>
                  <a:pt x="10745" y="15950"/>
                </a:lnTo>
                <a:lnTo>
                  <a:pt x="11037" y="16322"/>
                </a:lnTo>
                <a:lnTo>
                  <a:pt x="11329" y="16801"/>
                </a:lnTo>
                <a:lnTo>
                  <a:pt x="11563" y="17226"/>
                </a:lnTo>
                <a:lnTo>
                  <a:pt x="11855" y="17598"/>
                </a:lnTo>
                <a:lnTo>
                  <a:pt x="12322" y="18130"/>
                </a:lnTo>
                <a:lnTo>
                  <a:pt x="12556" y="18502"/>
                </a:lnTo>
                <a:lnTo>
                  <a:pt x="12848" y="19034"/>
                </a:lnTo>
                <a:lnTo>
                  <a:pt x="13023" y="19246"/>
                </a:lnTo>
                <a:lnTo>
                  <a:pt x="13257" y="19778"/>
                </a:lnTo>
                <a:lnTo>
                  <a:pt x="13549" y="20150"/>
                </a:lnTo>
                <a:lnTo>
                  <a:pt x="13841" y="20682"/>
                </a:lnTo>
                <a:lnTo>
                  <a:pt x="14250" y="21054"/>
                </a:lnTo>
                <a:lnTo>
                  <a:pt x="14542" y="21586"/>
                </a:lnTo>
                <a:lnTo>
                  <a:pt x="14834" y="21852"/>
                </a:lnTo>
                <a:lnTo>
                  <a:pt x="15126" y="22330"/>
                </a:lnTo>
                <a:lnTo>
                  <a:pt x="15418" y="22755"/>
                </a:lnTo>
                <a:lnTo>
                  <a:pt x="15534" y="23234"/>
                </a:lnTo>
                <a:lnTo>
                  <a:pt x="15826" y="23766"/>
                </a:lnTo>
                <a:lnTo>
                  <a:pt x="16235" y="24031"/>
                </a:lnTo>
                <a:lnTo>
                  <a:pt x="16527" y="24510"/>
                </a:lnTo>
                <a:lnTo>
                  <a:pt x="16819" y="24935"/>
                </a:lnTo>
                <a:lnTo>
                  <a:pt x="17111" y="25414"/>
                </a:lnTo>
                <a:lnTo>
                  <a:pt x="17345" y="25839"/>
                </a:lnTo>
                <a:lnTo>
                  <a:pt x="17637" y="26318"/>
                </a:lnTo>
                <a:lnTo>
                  <a:pt x="17929" y="26690"/>
                </a:lnTo>
                <a:lnTo>
                  <a:pt x="18104" y="27115"/>
                </a:lnTo>
                <a:lnTo>
                  <a:pt x="18513" y="27594"/>
                </a:lnTo>
                <a:lnTo>
                  <a:pt x="18805" y="28019"/>
                </a:lnTo>
                <a:lnTo>
                  <a:pt x="19038" y="28498"/>
                </a:lnTo>
                <a:lnTo>
                  <a:pt x="19330" y="28923"/>
                </a:lnTo>
                <a:lnTo>
                  <a:pt x="19622" y="29295"/>
                </a:lnTo>
                <a:lnTo>
                  <a:pt x="19914" y="29774"/>
                </a:lnTo>
                <a:lnTo>
                  <a:pt x="20206" y="30199"/>
                </a:lnTo>
                <a:lnTo>
                  <a:pt x="20499" y="30677"/>
                </a:lnTo>
                <a:lnTo>
                  <a:pt x="20732" y="31103"/>
                </a:lnTo>
                <a:lnTo>
                  <a:pt x="21024" y="31475"/>
                </a:lnTo>
                <a:lnTo>
                  <a:pt x="21316" y="32007"/>
                </a:lnTo>
                <a:lnTo>
                  <a:pt x="21608" y="32485"/>
                </a:lnTo>
                <a:lnTo>
                  <a:pt x="21900" y="32857"/>
                </a:lnTo>
                <a:lnTo>
                  <a:pt x="22192" y="33283"/>
                </a:lnTo>
                <a:lnTo>
                  <a:pt x="22601" y="33761"/>
                </a:lnTo>
                <a:lnTo>
                  <a:pt x="22893" y="34187"/>
                </a:lnTo>
                <a:lnTo>
                  <a:pt x="23010" y="34665"/>
                </a:lnTo>
                <a:lnTo>
                  <a:pt x="23302" y="35090"/>
                </a:lnTo>
                <a:lnTo>
                  <a:pt x="23594" y="35569"/>
                </a:lnTo>
                <a:lnTo>
                  <a:pt x="23886" y="35941"/>
                </a:lnTo>
                <a:lnTo>
                  <a:pt x="24119" y="36366"/>
                </a:lnTo>
                <a:lnTo>
                  <a:pt x="24411" y="36845"/>
                </a:lnTo>
                <a:lnTo>
                  <a:pt x="24820" y="37377"/>
                </a:lnTo>
                <a:lnTo>
                  <a:pt x="25112" y="37749"/>
                </a:lnTo>
                <a:lnTo>
                  <a:pt x="25404" y="38174"/>
                </a:lnTo>
                <a:lnTo>
                  <a:pt x="25579" y="38653"/>
                </a:lnTo>
                <a:lnTo>
                  <a:pt x="25813" y="39025"/>
                </a:lnTo>
                <a:lnTo>
                  <a:pt x="26105" y="39557"/>
                </a:lnTo>
                <a:lnTo>
                  <a:pt x="26397" y="40088"/>
                </a:lnTo>
                <a:lnTo>
                  <a:pt x="26806" y="40460"/>
                </a:lnTo>
                <a:lnTo>
                  <a:pt x="27098" y="40833"/>
                </a:lnTo>
                <a:lnTo>
                  <a:pt x="27390" y="41364"/>
                </a:lnTo>
                <a:lnTo>
                  <a:pt x="27682" y="41896"/>
                </a:lnTo>
                <a:lnTo>
                  <a:pt x="27974" y="42268"/>
                </a:lnTo>
                <a:lnTo>
                  <a:pt x="28091" y="42640"/>
                </a:lnTo>
                <a:lnTo>
                  <a:pt x="28383" y="43172"/>
                </a:lnTo>
                <a:lnTo>
                  <a:pt x="28792" y="43544"/>
                </a:lnTo>
                <a:lnTo>
                  <a:pt x="29084" y="44076"/>
                </a:lnTo>
                <a:lnTo>
                  <a:pt x="29376" y="44554"/>
                </a:lnTo>
                <a:lnTo>
                  <a:pt x="29668" y="44980"/>
                </a:lnTo>
                <a:lnTo>
                  <a:pt x="29901" y="45352"/>
                </a:lnTo>
                <a:lnTo>
                  <a:pt x="30193" y="45830"/>
                </a:lnTo>
                <a:lnTo>
                  <a:pt x="30485" y="46362"/>
                </a:lnTo>
                <a:lnTo>
                  <a:pt x="30602" y="46894"/>
                </a:lnTo>
                <a:lnTo>
                  <a:pt x="31069" y="47266"/>
                </a:lnTo>
                <a:lnTo>
                  <a:pt x="31361" y="47638"/>
                </a:lnTo>
                <a:lnTo>
                  <a:pt x="31595" y="48170"/>
                </a:lnTo>
                <a:lnTo>
                  <a:pt x="31887" y="48542"/>
                </a:lnTo>
                <a:lnTo>
                  <a:pt x="32179" y="49074"/>
                </a:lnTo>
                <a:lnTo>
                  <a:pt x="32471" y="49605"/>
                </a:lnTo>
                <a:lnTo>
                  <a:pt x="32763" y="49977"/>
                </a:lnTo>
                <a:lnTo>
                  <a:pt x="33172" y="50456"/>
                </a:lnTo>
                <a:lnTo>
                  <a:pt x="33288" y="50881"/>
                </a:lnTo>
                <a:lnTo>
                  <a:pt x="33580" y="51360"/>
                </a:lnTo>
                <a:lnTo>
                  <a:pt x="33873" y="51892"/>
                </a:lnTo>
                <a:lnTo>
                  <a:pt x="34165" y="52264"/>
                </a:lnTo>
                <a:lnTo>
                  <a:pt x="34457" y="52689"/>
                </a:lnTo>
                <a:lnTo>
                  <a:pt x="34690" y="53168"/>
                </a:lnTo>
                <a:lnTo>
                  <a:pt x="35157" y="53699"/>
                </a:lnTo>
                <a:lnTo>
                  <a:pt x="35449" y="54178"/>
                </a:lnTo>
                <a:lnTo>
                  <a:pt x="35683" y="54444"/>
                </a:lnTo>
                <a:lnTo>
                  <a:pt x="35858" y="54975"/>
                </a:lnTo>
                <a:lnTo>
                  <a:pt x="36150" y="55507"/>
                </a:lnTo>
                <a:lnTo>
                  <a:pt x="36384" y="55985"/>
                </a:lnTo>
                <a:lnTo>
                  <a:pt x="36676" y="56517"/>
                </a:lnTo>
                <a:lnTo>
                  <a:pt x="36968" y="56783"/>
                </a:lnTo>
                <a:lnTo>
                  <a:pt x="37377" y="57261"/>
                </a:lnTo>
                <a:lnTo>
                  <a:pt x="37669" y="57793"/>
                </a:lnTo>
                <a:lnTo>
                  <a:pt x="37961" y="58325"/>
                </a:lnTo>
                <a:lnTo>
                  <a:pt x="38077" y="58803"/>
                </a:lnTo>
                <a:lnTo>
                  <a:pt x="38369" y="59229"/>
                </a:lnTo>
                <a:lnTo>
                  <a:pt x="38661" y="59601"/>
                </a:lnTo>
                <a:lnTo>
                  <a:pt x="38953" y="60133"/>
                </a:lnTo>
                <a:lnTo>
                  <a:pt x="39362" y="60611"/>
                </a:lnTo>
                <a:lnTo>
                  <a:pt x="39654" y="61143"/>
                </a:lnTo>
                <a:lnTo>
                  <a:pt x="39946" y="61515"/>
                </a:lnTo>
                <a:lnTo>
                  <a:pt x="40238" y="62047"/>
                </a:lnTo>
                <a:lnTo>
                  <a:pt x="40472" y="62419"/>
                </a:lnTo>
                <a:lnTo>
                  <a:pt x="40647" y="62950"/>
                </a:lnTo>
                <a:lnTo>
                  <a:pt x="40939" y="63429"/>
                </a:lnTo>
                <a:lnTo>
                  <a:pt x="41348" y="63854"/>
                </a:lnTo>
                <a:lnTo>
                  <a:pt x="41640" y="64333"/>
                </a:lnTo>
                <a:lnTo>
                  <a:pt x="41932" y="64865"/>
                </a:lnTo>
                <a:lnTo>
                  <a:pt x="42166" y="65396"/>
                </a:lnTo>
                <a:lnTo>
                  <a:pt x="42458" y="65768"/>
                </a:lnTo>
                <a:lnTo>
                  <a:pt x="42750" y="66141"/>
                </a:lnTo>
                <a:lnTo>
                  <a:pt x="43042" y="66672"/>
                </a:lnTo>
                <a:lnTo>
                  <a:pt x="43158" y="67204"/>
                </a:lnTo>
                <a:lnTo>
                  <a:pt x="43626" y="67682"/>
                </a:lnTo>
                <a:lnTo>
                  <a:pt x="43859" y="68214"/>
                </a:lnTo>
                <a:lnTo>
                  <a:pt x="44151" y="68586"/>
                </a:lnTo>
                <a:lnTo>
                  <a:pt x="44443" y="69118"/>
                </a:lnTo>
                <a:lnTo>
                  <a:pt x="44735" y="69490"/>
                </a:lnTo>
                <a:lnTo>
                  <a:pt x="45027" y="70022"/>
                </a:lnTo>
                <a:lnTo>
                  <a:pt x="45319" y="70500"/>
                </a:lnTo>
                <a:lnTo>
                  <a:pt x="45728" y="70926"/>
                </a:lnTo>
                <a:lnTo>
                  <a:pt x="45845" y="71404"/>
                </a:lnTo>
                <a:lnTo>
                  <a:pt x="46137" y="71936"/>
                </a:lnTo>
                <a:lnTo>
                  <a:pt x="46429" y="72468"/>
                </a:lnTo>
                <a:lnTo>
                  <a:pt x="46721" y="72840"/>
                </a:lnTo>
                <a:lnTo>
                  <a:pt x="47013" y="73318"/>
                </a:lnTo>
                <a:lnTo>
                  <a:pt x="47246" y="73850"/>
                </a:lnTo>
                <a:lnTo>
                  <a:pt x="47714" y="74222"/>
                </a:lnTo>
                <a:lnTo>
                  <a:pt x="47947" y="74754"/>
                </a:lnTo>
                <a:lnTo>
                  <a:pt x="48239" y="75126"/>
                </a:lnTo>
                <a:lnTo>
                  <a:pt x="48415" y="75658"/>
                </a:lnTo>
                <a:lnTo>
                  <a:pt x="48707" y="76189"/>
                </a:lnTo>
                <a:lnTo>
                  <a:pt x="48940" y="76668"/>
                </a:lnTo>
                <a:lnTo>
                  <a:pt x="49232" y="77199"/>
                </a:lnTo>
                <a:lnTo>
                  <a:pt x="49524" y="77572"/>
                </a:lnTo>
                <a:lnTo>
                  <a:pt x="49933" y="78103"/>
                </a:lnTo>
                <a:lnTo>
                  <a:pt x="50225" y="78635"/>
                </a:lnTo>
                <a:lnTo>
                  <a:pt x="50517" y="79114"/>
                </a:lnTo>
                <a:lnTo>
                  <a:pt x="50809" y="79645"/>
                </a:lnTo>
                <a:lnTo>
                  <a:pt x="50926" y="80017"/>
                </a:lnTo>
                <a:lnTo>
                  <a:pt x="51218" y="80549"/>
                </a:lnTo>
                <a:lnTo>
                  <a:pt x="51510" y="81028"/>
                </a:lnTo>
                <a:lnTo>
                  <a:pt x="51919" y="81559"/>
                </a:lnTo>
                <a:lnTo>
                  <a:pt x="52211" y="82091"/>
                </a:lnTo>
                <a:lnTo>
                  <a:pt x="52503" y="82463"/>
                </a:lnTo>
                <a:lnTo>
                  <a:pt x="52795" y="82995"/>
                </a:lnTo>
                <a:lnTo>
                  <a:pt x="53028" y="83473"/>
                </a:lnTo>
                <a:lnTo>
                  <a:pt x="53203" y="83899"/>
                </a:lnTo>
                <a:lnTo>
                  <a:pt x="53495" y="84377"/>
                </a:lnTo>
                <a:lnTo>
                  <a:pt x="53904" y="84749"/>
                </a:lnTo>
                <a:lnTo>
                  <a:pt x="54196" y="85281"/>
                </a:lnTo>
                <a:lnTo>
                  <a:pt x="54488" y="85813"/>
                </a:lnTo>
                <a:lnTo>
                  <a:pt x="54722" y="86291"/>
                </a:lnTo>
                <a:lnTo>
                  <a:pt x="55014" y="86823"/>
                </a:lnTo>
                <a:lnTo>
                  <a:pt x="55306" y="87195"/>
                </a:lnTo>
                <a:lnTo>
                  <a:pt x="55598" y="87727"/>
                </a:lnTo>
                <a:lnTo>
                  <a:pt x="55715" y="88258"/>
                </a:lnTo>
                <a:lnTo>
                  <a:pt x="56182" y="88737"/>
                </a:lnTo>
                <a:lnTo>
                  <a:pt x="56416" y="89162"/>
                </a:lnTo>
                <a:lnTo>
                  <a:pt x="56708" y="89641"/>
                </a:lnTo>
              </a:path>
            </a:pathLst>
          </a:custGeom>
          <a:ln w="824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7950989" y="2549113"/>
            <a:ext cx="56824" cy="103784"/>
          </a:xfrm>
          <a:custGeom>
            <a:avLst/>
            <a:gdLst/>
            <a:ahLst/>
            <a:cxnLst/>
            <a:rect l="l" t="t" r="r" b="b"/>
            <a:pathLst>
              <a:path w="56824" h="103784">
                <a:moveTo>
                  <a:pt x="0" y="0"/>
                </a:moveTo>
                <a:lnTo>
                  <a:pt x="292" y="531"/>
                </a:lnTo>
                <a:lnTo>
                  <a:pt x="584" y="1169"/>
                </a:lnTo>
                <a:lnTo>
                  <a:pt x="876" y="1701"/>
                </a:lnTo>
                <a:lnTo>
                  <a:pt x="1109" y="2073"/>
                </a:lnTo>
                <a:lnTo>
                  <a:pt x="1576" y="2605"/>
                </a:lnTo>
                <a:lnTo>
                  <a:pt x="1693" y="3083"/>
                </a:lnTo>
                <a:lnTo>
                  <a:pt x="1985" y="3615"/>
                </a:lnTo>
                <a:lnTo>
                  <a:pt x="2277" y="4147"/>
                </a:lnTo>
                <a:lnTo>
                  <a:pt x="2569" y="4519"/>
                </a:lnTo>
                <a:lnTo>
                  <a:pt x="2803" y="5050"/>
                </a:lnTo>
                <a:lnTo>
                  <a:pt x="3095" y="5529"/>
                </a:lnTo>
                <a:lnTo>
                  <a:pt x="3562" y="6061"/>
                </a:lnTo>
                <a:lnTo>
                  <a:pt x="3796" y="6433"/>
                </a:lnTo>
                <a:lnTo>
                  <a:pt x="4088" y="6965"/>
                </a:lnTo>
                <a:lnTo>
                  <a:pt x="4263" y="7443"/>
                </a:lnTo>
                <a:lnTo>
                  <a:pt x="4496" y="7975"/>
                </a:lnTo>
                <a:lnTo>
                  <a:pt x="4788" y="8506"/>
                </a:lnTo>
                <a:lnTo>
                  <a:pt x="5080" y="8879"/>
                </a:lnTo>
                <a:lnTo>
                  <a:pt x="5372" y="9410"/>
                </a:lnTo>
                <a:lnTo>
                  <a:pt x="5781" y="9889"/>
                </a:lnTo>
                <a:lnTo>
                  <a:pt x="6073" y="10420"/>
                </a:lnTo>
                <a:lnTo>
                  <a:pt x="6365" y="11058"/>
                </a:lnTo>
                <a:lnTo>
                  <a:pt x="6657" y="11431"/>
                </a:lnTo>
                <a:lnTo>
                  <a:pt x="6774" y="11962"/>
                </a:lnTo>
                <a:lnTo>
                  <a:pt x="7066" y="12494"/>
                </a:lnTo>
                <a:lnTo>
                  <a:pt x="7358" y="12973"/>
                </a:lnTo>
                <a:lnTo>
                  <a:pt x="7767" y="13504"/>
                </a:lnTo>
                <a:lnTo>
                  <a:pt x="8059" y="13876"/>
                </a:lnTo>
                <a:lnTo>
                  <a:pt x="8351" y="14408"/>
                </a:lnTo>
                <a:lnTo>
                  <a:pt x="8585" y="14940"/>
                </a:lnTo>
                <a:lnTo>
                  <a:pt x="8877" y="15418"/>
                </a:lnTo>
                <a:lnTo>
                  <a:pt x="9169" y="15790"/>
                </a:lnTo>
                <a:lnTo>
                  <a:pt x="9344" y="16482"/>
                </a:lnTo>
                <a:lnTo>
                  <a:pt x="9753" y="16960"/>
                </a:lnTo>
                <a:lnTo>
                  <a:pt x="10045" y="17492"/>
                </a:lnTo>
                <a:lnTo>
                  <a:pt x="10278" y="18023"/>
                </a:lnTo>
                <a:lnTo>
                  <a:pt x="10570" y="18396"/>
                </a:lnTo>
                <a:lnTo>
                  <a:pt x="10862" y="18874"/>
                </a:lnTo>
                <a:lnTo>
                  <a:pt x="11154" y="19406"/>
                </a:lnTo>
                <a:lnTo>
                  <a:pt x="11446" y="19938"/>
                </a:lnTo>
                <a:lnTo>
                  <a:pt x="11738" y="20416"/>
                </a:lnTo>
                <a:lnTo>
                  <a:pt x="11972" y="20948"/>
                </a:lnTo>
                <a:lnTo>
                  <a:pt x="12264" y="21479"/>
                </a:lnTo>
                <a:lnTo>
                  <a:pt x="12556" y="21958"/>
                </a:lnTo>
                <a:lnTo>
                  <a:pt x="12848" y="22490"/>
                </a:lnTo>
                <a:lnTo>
                  <a:pt x="13140" y="22862"/>
                </a:lnTo>
                <a:lnTo>
                  <a:pt x="13432" y="23393"/>
                </a:lnTo>
                <a:lnTo>
                  <a:pt x="13666" y="24031"/>
                </a:lnTo>
                <a:lnTo>
                  <a:pt x="14133" y="24563"/>
                </a:lnTo>
                <a:lnTo>
                  <a:pt x="14250" y="25042"/>
                </a:lnTo>
                <a:lnTo>
                  <a:pt x="14542" y="25467"/>
                </a:lnTo>
                <a:lnTo>
                  <a:pt x="14834" y="25946"/>
                </a:lnTo>
                <a:lnTo>
                  <a:pt x="15126" y="26477"/>
                </a:lnTo>
                <a:lnTo>
                  <a:pt x="15359" y="27009"/>
                </a:lnTo>
                <a:lnTo>
                  <a:pt x="15651" y="27487"/>
                </a:lnTo>
                <a:lnTo>
                  <a:pt x="15943" y="28019"/>
                </a:lnTo>
                <a:lnTo>
                  <a:pt x="16352" y="28551"/>
                </a:lnTo>
                <a:lnTo>
                  <a:pt x="16644" y="29029"/>
                </a:lnTo>
                <a:lnTo>
                  <a:pt x="16819" y="29561"/>
                </a:lnTo>
                <a:lnTo>
                  <a:pt x="17053" y="30093"/>
                </a:lnTo>
                <a:lnTo>
                  <a:pt x="17345" y="30571"/>
                </a:lnTo>
                <a:lnTo>
                  <a:pt x="17637" y="31103"/>
                </a:lnTo>
                <a:lnTo>
                  <a:pt x="17929" y="31634"/>
                </a:lnTo>
                <a:lnTo>
                  <a:pt x="18338" y="32113"/>
                </a:lnTo>
                <a:lnTo>
                  <a:pt x="18630" y="32538"/>
                </a:lnTo>
                <a:lnTo>
                  <a:pt x="18922" y="33176"/>
                </a:lnTo>
                <a:lnTo>
                  <a:pt x="19214" y="33655"/>
                </a:lnTo>
                <a:lnTo>
                  <a:pt x="19330" y="34187"/>
                </a:lnTo>
                <a:lnTo>
                  <a:pt x="19622" y="34559"/>
                </a:lnTo>
                <a:lnTo>
                  <a:pt x="19914" y="35090"/>
                </a:lnTo>
                <a:lnTo>
                  <a:pt x="20323" y="35728"/>
                </a:lnTo>
                <a:lnTo>
                  <a:pt x="20615" y="36260"/>
                </a:lnTo>
                <a:lnTo>
                  <a:pt x="20907" y="36739"/>
                </a:lnTo>
                <a:lnTo>
                  <a:pt x="21141" y="37111"/>
                </a:lnTo>
                <a:lnTo>
                  <a:pt x="21433" y="37802"/>
                </a:lnTo>
                <a:lnTo>
                  <a:pt x="21725" y="38280"/>
                </a:lnTo>
                <a:lnTo>
                  <a:pt x="21842" y="38812"/>
                </a:lnTo>
                <a:lnTo>
                  <a:pt x="22134" y="39184"/>
                </a:lnTo>
                <a:lnTo>
                  <a:pt x="22601" y="39716"/>
                </a:lnTo>
                <a:lnTo>
                  <a:pt x="22835" y="40354"/>
                </a:lnTo>
                <a:lnTo>
                  <a:pt x="23127" y="40886"/>
                </a:lnTo>
                <a:lnTo>
                  <a:pt x="23419" y="41364"/>
                </a:lnTo>
                <a:lnTo>
                  <a:pt x="23711" y="41736"/>
                </a:lnTo>
                <a:lnTo>
                  <a:pt x="24003" y="42428"/>
                </a:lnTo>
                <a:lnTo>
                  <a:pt x="24236" y="42906"/>
                </a:lnTo>
                <a:lnTo>
                  <a:pt x="24528" y="43438"/>
                </a:lnTo>
                <a:lnTo>
                  <a:pt x="24820" y="43810"/>
                </a:lnTo>
                <a:lnTo>
                  <a:pt x="25112" y="44448"/>
                </a:lnTo>
                <a:lnTo>
                  <a:pt x="25404" y="44980"/>
                </a:lnTo>
                <a:lnTo>
                  <a:pt x="25696" y="45511"/>
                </a:lnTo>
                <a:lnTo>
                  <a:pt x="25930" y="45990"/>
                </a:lnTo>
                <a:lnTo>
                  <a:pt x="26222" y="46522"/>
                </a:lnTo>
                <a:lnTo>
                  <a:pt x="26689" y="47000"/>
                </a:lnTo>
                <a:lnTo>
                  <a:pt x="26806" y="47532"/>
                </a:lnTo>
                <a:lnTo>
                  <a:pt x="27098" y="48170"/>
                </a:lnTo>
                <a:lnTo>
                  <a:pt x="27390" y="48542"/>
                </a:lnTo>
                <a:lnTo>
                  <a:pt x="27624" y="49074"/>
                </a:lnTo>
                <a:lnTo>
                  <a:pt x="27916" y="49605"/>
                </a:lnTo>
                <a:lnTo>
                  <a:pt x="28208" y="50243"/>
                </a:lnTo>
                <a:lnTo>
                  <a:pt x="28500" y="50775"/>
                </a:lnTo>
                <a:lnTo>
                  <a:pt x="28908" y="51147"/>
                </a:lnTo>
                <a:lnTo>
                  <a:pt x="29200" y="51785"/>
                </a:lnTo>
                <a:lnTo>
                  <a:pt x="29317" y="52317"/>
                </a:lnTo>
                <a:lnTo>
                  <a:pt x="29609" y="52795"/>
                </a:lnTo>
                <a:lnTo>
                  <a:pt x="29901" y="53168"/>
                </a:lnTo>
                <a:lnTo>
                  <a:pt x="30193" y="53859"/>
                </a:lnTo>
                <a:lnTo>
                  <a:pt x="30485" y="54337"/>
                </a:lnTo>
                <a:lnTo>
                  <a:pt x="30894" y="54869"/>
                </a:lnTo>
                <a:lnTo>
                  <a:pt x="31186" y="55401"/>
                </a:lnTo>
                <a:lnTo>
                  <a:pt x="31478" y="55879"/>
                </a:lnTo>
                <a:lnTo>
                  <a:pt x="31712" y="56411"/>
                </a:lnTo>
                <a:lnTo>
                  <a:pt x="31887" y="57049"/>
                </a:lnTo>
                <a:lnTo>
                  <a:pt x="32179" y="57580"/>
                </a:lnTo>
                <a:lnTo>
                  <a:pt x="32471" y="57953"/>
                </a:lnTo>
                <a:lnTo>
                  <a:pt x="32880" y="58591"/>
                </a:lnTo>
                <a:lnTo>
                  <a:pt x="33172" y="59122"/>
                </a:lnTo>
                <a:lnTo>
                  <a:pt x="33405" y="59601"/>
                </a:lnTo>
                <a:lnTo>
                  <a:pt x="33697" y="60133"/>
                </a:lnTo>
                <a:lnTo>
                  <a:pt x="33989" y="60664"/>
                </a:lnTo>
                <a:lnTo>
                  <a:pt x="34281" y="61143"/>
                </a:lnTo>
                <a:lnTo>
                  <a:pt x="34398" y="61781"/>
                </a:lnTo>
                <a:lnTo>
                  <a:pt x="34690" y="62312"/>
                </a:lnTo>
                <a:lnTo>
                  <a:pt x="35099" y="62685"/>
                </a:lnTo>
                <a:lnTo>
                  <a:pt x="35391" y="63323"/>
                </a:lnTo>
                <a:lnTo>
                  <a:pt x="35683" y="63854"/>
                </a:lnTo>
                <a:lnTo>
                  <a:pt x="35975" y="64386"/>
                </a:lnTo>
                <a:lnTo>
                  <a:pt x="36267" y="64865"/>
                </a:lnTo>
                <a:lnTo>
                  <a:pt x="36559" y="65396"/>
                </a:lnTo>
                <a:lnTo>
                  <a:pt x="36793" y="65928"/>
                </a:lnTo>
                <a:lnTo>
                  <a:pt x="37085" y="66566"/>
                </a:lnTo>
                <a:lnTo>
                  <a:pt x="37377" y="67044"/>
                </a:lnTo>
                <a:lnTo>
                  <a:pt x="37669" y="67470"/>
                </a:lnTo>
                <a:lnTo>
                  <a:pt x="37961" y="68108"/>
                </a:lnTo>
                <a:lnTo>
                  <a:pt x="38253" y="68586"/>
                </a:lnTo>
                <a:lnTo>
                  <a:pt x="38486" y="69224"/>
                </a:lnTo>
                <a:lnTo>
                  <a:pt x="38778" y="69650"/>
                </a:lnTo>
                <a:lnTo>
                  <a:pt x="39187" y="70128"/>
                </a:lnTo>
                <a:lnTo>
                  <a:pt x="39362" y="70766"/>
                </a:lnTo>
                <a:lnTo>
                  <a:pt x="39654" y="71298"/>
                </a:lnTo>
                <a:lnTo>
                  <a:pt x="39946" y="71670"/>
                </a:lnTo>
                <a:lnTo>
                  <a:pt x="40180" y="72308"/>
                </a:lnTo>
                <a:lnTo>
                  <a:pt x="40472" y="72840"/>
                </a:lnTo>
                <a:lnTo>
                  <a:pt x="40764" y="73478"/>
                </a:lnTo>
                <a:lnTo>
                  <a:pt x="41056" y="74009"/>
                </a:lnTo>
                <a:lnTo>
                  <a:pt x="41465" y="74382"/>
                </a:lnTo>
                <a:lnTo>
                  <a:pt x="41757" y="75020"/>
                </a:lnTo>
                <a:lnTo>
                  <a:pt x="41874" y="75551"/>
                </a:lnTo>
                <a:lnTo>
                  <a:pt x="42166" y="76189"/>
                </a:lnTo>
                <a:lnTo>
                  <a:pt x="42458" y="76561"/>
                </a:lnTo>
                <a:lnTo>
                  <a:pt x="42750" y="77093"/>
                </a:lnTo>
                <a:lnTo>
                  <a:pt x="43042" y="77731"/>
                </a:lnTo>
                <a:lnTo>
                  <a:pt x="43450" y="78263"/>
                </a:lnTo>
                <a:lnTo>
                  <a:pt x="43742" y="78741"/>
                </a:lnTo>
                <a:lnTo>
                  <a:pt x="44034" y="79273"/>
                </a:lnTo>
                <a:lnTo>
                  <a:pt x="44268" y="79805"/>
                </a:lnTo>
                <a:lnTo>
                  <a:pt x="44443" y="80443"/>
                </a:lnTo>
                <a:lnTo>
                  <a:pt x="44735" y="80921"/>
                </a:lnTo>
                <a:lnTo>
                  <a:pt x="44969" y="81453"/>
                </a:lnTo>
                <a:lnTo>
                  <a:pt x="45436" y="81985"/>
                </a:lnTo>
                <a:lnTo>
                  <a:pt x="45728" y="82623"/>
                </a:lnTo>
                <a:lnTo>
                  <a:pt x="45962" y="83101"/>
                </a:lnTo>
                <a:lnTo>
                  <a:pt x="46254" y="83526"/>
                </a:lnTo>
                <a:lnTo>
                  <a:pt x="46546" y="84165"/>
                </a:lnTo>
                <a:lnTo>
                  <a:pt x="46838" y="84643"/>
                </a:lnTo>
                <a:lnTo>
                  <a:pt x="46954" y="85281"/>
                </a:lnTo>
                <a:lnTo>
                  <a:pt x="47246" y="85706"/>
                </a:lnTo>
                <a:lnTo>
                  <a:pt x="47655" y="86344"/>
                </a:lnTo>
                <a:lnTo>
                  <a:pt x="47947" y="86823"/>
                </a:lnTo>
                <a:lnTo>
                  <a:pt x="48239" y="87514"/>
                </a:lnTo>
                <a:lnTo>
                  <a:pt x="48531" y="87993"/>
                </a:lnTo>
                <a:lnTo>
                  <a:pt x="48823" y="88524"/>
                </a:lnTo>
                <a:lnTo>
                  <a:pt x="49057" y="89003"/>
                </a:lnTo>
                <a:lnTo>
                  <a:pt x="49349" y="89534"/>
                </a:lnTo>
                <a:lnTo>
                  <a:pt x="49641" y="90173"/>
                </a:lnTo>
                <a:lnTo>
                  <a:pt x="49933" y="90545"/>
                </a:lnTo>
                <a:lnTo>
                  <a:pt x="50225" y="91236"/>
                </a:lnTo>
                <a:lnTo>
                  <a:pt x="50517" y="91714"/>
                </a:lnTo>
                <a:lnTo>
                  <a:pt x="50751" y="92352"/>
                </a:lnTo>
                <a:lnTo>
                  <a:pt x="51043" y="92778"/>
                </a:lnTo>
                <a:lnTo>
                  <a:pt x="51335" y="93416"/>
                </a:lnTo>
                <a:lnTo>
                  <a:pt x="51743" y="93894"/>
                </a:lnTo>
                <a:lnTo>
                  <a:pt x="51919" y="94532"/>
                </a:lnTo>
                <a:lnTo>
                  <a:pt x="52211" y="94958"/>
                </a:lnTo>
                <a:lnTo>
                  <a:pt x="52444" y="95596"/>
                </a:lnTo>
                <a:lnTo>
                  <a:pt x="52736" y="96074"/>
                </a:lnTo>
                <a:lnTo>
                  <a:pt x="53028" y="96712"/>
                </a:lnTo>
                <a:lnTo>
                  <a:pt x="53320" y="97244"/>
                </a:lnTo>
                <a:lnTo>
                  <a:pt x="53612" y="97776"/>
                </a:lnTo>
                <a:lnTo>
                  <a:pt x="54021" y="98254"/>
                </a:lnTo>
                <a:lnTo>
                  <a:pt x="54313" y="98945"/>
                </a:lnTo>
                <a:lnTo>
                  <a:pt x="54430" y="99424"/>
                </a:lnTo>
                <a:lnTo>
                  <a:pt x="54722" y="99955"/>
                </a:lnTo>
                <a:lnTo>
                  <a:pt x="55014" y="100487"/>
                </a:lnTo>
                <a:lnTo>
                  <a:pt x="55306" y="101125"/>
                </a:lnTo>
                <a:lnTo>
                  <a:pt x="55598" y="101604"/>
                </a:lnTo>
                <a:lnTo>
                  <a:pt x="56007" y="102135"/>
                </a:lnTo>
                <a:lnTo>
                  <a:pt x="56299" y="102667"/>
                </a:lnTo>
                <a:lnTo>
                  <a:pt x="56532" y="103305"/>
                </a:lnTo>
                <a:lnTo>
                  <a:pt x="56824" y="103784"/>
                </a:lnTo>
              </a:path>
            </a:pathLst>
          </a:custGeom>
          <a:ln w="828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8007814" y="2652897"/>
            <a:ext cx="56708" cy="113832"/>
          </a:xfrm>
          <a:custGeom>
            <a:avLst/>
            <a:gdLst/>
            <a:ahLst/>
            <a:cxnLst/>
            <a:rect l="l" t="t" r="r" b="b"/>
            <a:pathLst>
              <a:path w="56708" h="113832">
                <a:moveTo>
                  <a:pt x="0" y="0"/>
                </a:moveTo>
                <a:lnTo>
                  <a:pt x="175" y="531"/>
                </a:lnTo>
                <a:lnTo>
                  <a:pt x="467" y="1063"/>
                </a:lnTo>
                <a:lnTo>
                  <a:pt x="700" y="1701"/>
                </a:lnTo>
                <a:lnTo>
                  <a:pt x="1168" y="2179"/>
                </a:lnTo>
                <a:lnTo>
                  <a:pt x="1401" y="2817"/>
                </a:lnTo>
                <a:lnTo>
                  <a:pt x="1693" y="3243"/>
                </a:lnTo>
                <a:lnTo>
                  <a:pt x="1985" y="3881"/>
                </a:lnTo>
                <a:lnTo>
                  <a:pt x="2277" y="4359"/>
                </a:lnTo>
                <a:lnTo>
                  <a:pt x="2569" y="5050"/>
                </a:lnTo>
                <a:lnTo>
                  <a:pt x="2686" y="5423"/>
                </a:lnTo>
                <a:lnTo>
                  <a:pt x="2978" y="6061"/>
                </a:lnTo>
                <a:lnTo>
                  <a:pt x="3387" y="6699"/>
                </a:lnTo>
                <a:lnTo>
                  <a:pt x="3679" y="7230"/>
                </a:lnTo>
                <a:lnTo>
                  <a:pt x="3971" y="7709"/>
                </a:lnTo>
                <a:lnTo>
                  <a:pt x="4263" y="8241"/>
                </a:lnTo>
                <a:lnTo>
                  <a:pt x="4555" y="8879"/>
                </a:lnTo>
                <a:lnTo>
                  <a:pt x="4788" y="9410"/>
                </a:lnTo>
                <a:lnTo>
                  <a:pt x="5080" y="9889"/>
                </a:lnTo>
                <a:lnTo>
                  <a:pt x="5372" y="10420"/>
                </a:lnTo>
                <a:lnTo>
                  <a:pt x="5664" y="11058"/>
                </a:lnTo>
                <a:lnTo>
                  <a:pt x="5956" y="11590"/>
                </a:lnTo>
                <a:lnTo>
                  <a:pt x="6248" y="12069"/>
                </a:lnTo>
                <a:lnTo>
                  <a:pt x="6482" y="12707"/>
                </a:lnTo>
                <a:lnTo>
                  <a:pt x="6774" y="13238"/>
                </a:lnTo>
                <a:lnTo>
                  <a:pt x="7066" y="13876"/>
                </a:lnTo>
                <a:lnTo>
                  <a:pt x="7475" y="14408"/>
                </a:lnTo>
                <a:lnTo>
                  <a:pt x="7650" y="14940"/>
                </a:lnTo>
                <a:lnTo>
                  <a:pt x="7942" y="15418"/>
                </a:lnTo>
                <a:lnTo>
                  <a:pt x="8176" y="16056"/>
                </a:lnTo>
                <a:lnTo>
                  <a:pt x="8468" y="16694"/>
                </a:lnTo>
                <a:lnTo>
                  <a:pt x="8760" y="17120"/>
                </a:lnTo>
                <a:lnTo>
                  <a:pt x="9052" y="17758"/>
                </a:lnTo>
                <a:lnTo>
                  <a:pt x="9344" y="18236"/>
                </a:lnTo>
                <a:lnTo>
                  <a:pt x="9753" y="18874"/>
                </a:lnTo>
                <a:lnTo>
                  <a:pt x="10045" y="19406"/>
                </a:lnTo>
                <a:lnTo>
                  <a:pt x="10161" y="19938"/>
                </a:lnTo>
                <a:lnTo>
                  <a:pt x="10453" y="20576"/>
                </a:lnTo>
                <a:lnTo>
                  <a:pt x="10745" y="21107"/>
                </a:lnTo>
                <a:lnTo>
                  <a:pt x="11037" y="21586"/>
                </a:lnTo>
                <a:lnTo>
                  <a:pt x="11271" y="22117"/>
                </a:lnTo>
                <a:lnTo>
                  <a:pt x="11738" y="22755"/>
                </a:lnTo>
                <a:lnTo>
                  <a:pt x="12030" y="23393"/>
                </a:lnTo>
                <a:lnTo>
                  <a:pt x="12264" y="23766"/>
                </a:lnTo>
                <a:lnTo>
                  <a:pt x="12556" y="24404"/>
                </a:lnTo>
                <a:lnTo>
                  <a:pt x="12731" y="25042"/>
                </a:lnTo>
                <a:lnTo>
                  <a:pt x="12965" y="25573"/>
                </a:lnTo>
                <a:lnTo>
                  <a:pt x="13257" y="26105"/>
                </a:lnTo>
                <a:lnTo>
                  <a:pt x="13724" y="26584"/>
                </a:lnTo>
                <a:lnTo>
                  <a:pt x="13958" y="27222"/>
                </a:lnTo>
                <a:lnTo>
                  <a:pt x="14250" y="27913"/>
                </a:lnTo>
                <a:lnTo>
                  <a:pt x="14542" y="28391"/>
                </a:lnTo>
                <a:lnTo>
                  <a:pt x="14834" y="28923"/>
                </a:lnTo>
                <a:lnTo>
                  <a:pt x="15126" y="29455"/>
                </a:lnTo>
                <a:lnTo>
                  <a:pt x="15242" y="30093"/>
                </a:lnTo>
                <a:lnTo>
                  <a:pt x="15534" y="30731"/>
                </a:lnTo>
                <a:lnTo>
                  <a:pt x="15943" y="31103"/>
                </a:lnTo>
                <a:lnTo>
                  <a:pt x="16235" y="31741"/>
                </a:lnTo>
                <a:lnTo>
                  <a:pt x="16527" y="32379"/>
                </a:lnTo>
                <a:lnTo>
                  <a:pt x="16819" y="32911"/>
                </a:lnTo>
                <a:lnTo>
                  <a:pt x="17053" y="33389"/>
                </a:lnTo>
                <a:lnTo>
                  <a:pt x="17345" y="33921"/>
                </a:lnTo>
                <a:lnTo>
                  <a:pt x="17637" y="34559"/>
                </a:lnTo>
                <a:lnTo>
                  <a:pt x="17929" y="35197"/>
                </a:lnTo>
                <a:lnTo>
                  <a:pt x="18221" y="35622"/>
                </a:lnTo>
                <a:lnTo>
                  <a:pt x="18513" y="36260"/>
                </a:lnTo>
                <a:lnTo>
                  <a:pt x="18746" y="36898"/>
                </a:lnTo>
                <a:lnTo>
                  <a:pt x="19038" y="37377"/>
                </a:lnTo>
                <a:lnTo>
                  <a:pt x="19330" y="37908"/>
                </a:lnTo>
                <a:lnTo>
                  <a:pt x="19622" y="38546"/>
                </a:lnTo>
                <a:lnTo>
                  <a:pt x="20031" y="39078"/>
                </a:lnTo>
                <a:lnTo>
                  <a:pt x="20323" y="39716"/>
                </a:lnTo>
                <a:lnTo>
                  <a:pt x="20440" y="40195"/>
                </a:lnTo>
                <a:lnTo>
                  <a:pt x="20732" y="40726"/>
                </a:lnTo>
                <a:lnTo>
                  <a:pt x="21024" y="41364"/>
                </a:lnTo>
                <a:lnTo>
                  <a:pt x="21316" y="42002"/>
                </a:lnTo>
                <a:lnTo>
                  <a:pt x="21608" y="42428"/>
                </a:lnTo>
                <a:lnTo>
                  <a:pt x="21900" y="43066"/>
                </a:lnTo>
                <a:lnTo>
                  <a:pt x="22309" y="43704"/>
                </a:lnTo>
                <a:lnTo>
                  <a:pt x="22601" y="44182"/>
                </a:lnTo>
                <a:lnTo>
                  <a:pt x="22718" y="44714"/>
                </a:lnTo>
                <a:lnTo>
                  <a:pt x="23010" y="45352"/>
                </a:lnTo>
                <a:lnTo>
                  <a:pt x="23302" y="45884"/>
                </a:lnTo>
                <a:lnTo>
                  <a:pt x="23594" y="46522"/>
                </a:lnTo>
                <a:lnTo>
                  <a:pt x="23827" y="47053"/>
                </a:lnTo>
                <a:lnTo>
                  <a:pt x="24295" y="47532"/>
                </a:lnTo>
                <a:lnTo>
                  <a:pt x="24528" y="48170"/>
                </a:lnTo>
                <a:lnTo>
                  <a:pt x="24820" y="48808"/>
                </a:lnTo>
                <a:lnTo>
                  <a:pt x="25112" y="49339"/>
                </a:lnTo>
                <a:lnTo>
                  <a:pt x="25287" y="49871"/>
                </a:lnTo>
                <a:lnTo>
                  <a:pt x="25521" y="50509"/>
                </a:lnTo>
                <a:lnTo>
                  <a:pt x="25813" y="50988"/>
                </a:lnTo>
                <a:lnTo>
                  <a:pt x="26222" y="51679"/>
                </a:lnTo>
                <a:lnTo>
                  <a:pt x="26514" y="52157"/>
                </a:lnTo>
                <a:lnTo>
                  <a:pt x="26806" y="52795"/>
                </a:lnTo>
                <a:lnTo>
                  <a:pt x="27098" y="53327"/>
                </a:lnTo>
                <a:lnTo>
                  <a:pt x="27390" y="53965"/>
                </a:lnTo>
                <a:lnTo>
                  <a:pt x="27682" y="54497"/>
                </a:lnTo>
                <a:lnTo>
                  <a:pt x="27799" y="54975"/>
                </a:lnTo>
                <a:lnTo>
                  <a:pt x="28091" y="55613"/>
                </a:lnTo>
                <a:lnTo>
                  <a:pt x="28500" y="56251"/>
                </a:lnTo>
                <a:lnTo>
                  <a:pt x="28792" y="56677"/>
                </a:lnTo>
                <a:lnTo>
                  <a:pt x="29084" y="57315"/>
                </a:lnTo>
                <a:lnTo>
                  <a:pt x="29376" y="57953"/>
                </a:lnTo>
                <a:lnTo>
                  <a:pt x="29609" y="58591"/>
                </a:lnTo>
                <a:lnTo>
                  <a:pt x="29901" y="58963"/>
                </a:lnTo>
                <a:lnTo>
                  <a:pt x="30193" y="59601"/>
                </a:lnTo>
                <a:lnTo>
                  <a:pt x="30485" y="60239"/>
                </a:lnTo>
                <a:lnTo>
                  <a:pt x="30777" y="60771"/>
                </a:lnTo>
                <a:lnTo>
                  <a:pt x="31069" y="61302"/>
                </a:lnTo>
                <a:lnTo>
                  <a:pt x="31303" y="61940"/>
                </a:lnTo>
                <a:lnTo>
                  <a:pt x="31595" y="62578"/>
                </a:lnTo>
                <a:lnTo>
                  <a:pt x="31887" y="63110"/>
                </a:lnTo>
                <a:lnTo>
                  <a:pt x="32179" y="63588"/>
                </a:lnTo>
                <a:lnTo>
                  <a:pt x="32588" y="64226"/>
                </a:lnTo>
                <a:lnTo>
                  <a:pt x="32880" y="64865"/>
                </a:lnTo>
                <a:lnTo>
                  <a:pt x="32996" y="65396"/>
                </a:lnTo>
                <a:lnTo>
                  <a:pt x="33288" y="65928"/>
                </a:lnTo>
                <a:lnTo>
                  <a:pt x="33580" y="66566"/>
                </a:lnTo>
                <a:lnTo>
                  <a:pt x="33873" y="67044"/>
                </a:lnTo>
                <a:lnTo>
                  <a:pt x="34165" y="67682"/>
                </a:lnTo>
                <a:lnTo>
                  <a:pt x="34398" y="68214"/>
                </a:lnTo>
                <a:lnTo>
                  <a:pt x="34865" y="68852"/>
                </a:lnTo>
                <a:lnTo>
                  <a:pt x="35157" y="69384"/>
                </a:lnTo>
                <a:lnTo>
                  <a:pt x="35391" y="70022"/>
                </a:lnTo>
                <a:lnTo>
                  <a:pt x="35566" y="70553"/>
                </a:lnTo>
                <a:lnTo>
                  <a:pt x="35858" y="71192"/>
                </a:lnTo>
                <a:lnTo>
                  <a:pt x="36092" y="71670"/>
                </a:lnTo>
                <a:lnTo>
                  <a:pt x="36384" y="72308"/>
                </a:lnTo>
                <a:lnTo>
                  <a:pt x="36851" y="72840"/>
                </a:lnTo>
                <a:lnTo>
                  <a:pt x="37085" y="73478"/>
                </a:lnTo>
                <a:lnTo>
                  <a:pt x="37377" y="74009"/>
                </a:lnTo>
                <a:lnTo>
                  <a:pt x="37669" y="74647"/>
                </a:lnTo>
                <a:lnTo>
                  <a:pt x="37961" y="75179"/>
                </a:lnTo>
                <a:lnTo>
                  <a:pt x="38077" y="75817"/>
                </a:lnTo>
                <a:lnTo>
                  <a:pt x="38369" y="76296"/>
                </a:lnTo>
                <a:lnTo>
                  <a:pt x="38778" y="76934"/>
                </a:lnTo>
                <a:lnTo>
                  <a:pt x="39070" y="77465"/>
                </a:lnTo>
                <a:lnTo>
                  <a:pt x="39362" y="78103"/>
                </a:lnTo>
                <a:lnTo>
                  <a:pt x="39654" y="78741"/>
                </a:lnTo>
                <a:lnTo>
                  <a:pt x="39946" y="79273"/>
                </a:lnTo>
                <a:lnTo>
                  <a:pt x="40180" y="79805"/>
                </a:lnTo>
                <a:lnTo>
                  <a:pt x="40355" y="80443"/>
                </a:lnTo>
                <a:lnTo>
                  <a:pt x="40647" y="81081"/>
                </a:lnTo>
                <a:lnTo>
                  <a:pt x="41056" y="81559"/>
                </a:lnTo>
                <a:lnTo>
                  <a:pt x="41348" y="82091"/>
                </a:lnTo>
                <a:lnTo>
                  <a:pt x="41640" y="82729"/>
                </a:lnTo>
                <a:lnTo>
                  <a:pt x="41874" y="83367"/>
                </a:lnTo>
                <a:lnTo>
                  <a:pt x="42166" y="84005"/>
                </a:lnTo>
                <a:lnTo>
                  <a:pt x="42458" y="84430"/>
                </a:lnTo>
                <a:lnTo>
                  <a:pt x="42750" y="85068"/>
                </a:lnTo>
                <a:lnTo>
                  <a:pt x="43042" y="85706"/>
                </a:lnTo>
                <a:lnTo>
                  <a:pt x="43334" y="86344"/>
                </a:lnTo>
                <a:lnTo>
                  <a:pt x="43567" y="86717"/>
                </a:lnTo>
                <a:lnTo>
                  <a:pt x="43859" y="87355"/>
                </a:lnTo>
                <a:lnTo>
                  <a:pt x="44151" y="87993"/>
                </a:lnTo>
                <a:lnTo>
                  <a:pt x="44443" y="88631"/>
                </a:lnTo>
                <a:lnTo>
                  <a:pt x="44735" y="89162"/>
                </a:lnTo>
                <a:lnTo>
                  <a:pt x="45027" y="89694"/>
                </a:lnTo>
                <a:lnTo>
                  <a:pt x="45436" y="90332"/>
                </a:lnTo>
                <a:lnTo>
                  <a:pt x="45553" y="90970"/>
                </a:lnTo>
                <a:lnTo>
                  <a:pt x="45845" y="91449"/>
                </a:lnTo>
                <a:lnTo>
                  <a:pt x="46137" y="92140"/>
                </a:lnTo>
                <a:lnTo>
                  <a:pt x="46429" y="92618"/>
                </a:lnTo>
                <a:lnTo>
                  <a:pt x="46721" y="93256"/>
                </a:lnTo>
                <a:lnTo>
                  <a:pt x="46954" y="93788"/>
                </a:lnTo>
                <a:lnTo>
                  <a:pt x="47422" y="94426"/>
                </a:lnTo>
                <a:lnTo>
                  <a:pt x="47655" y="95064"/>
                </a:lnTo>
                <a:lnTo>
                  <a:pt x="47947" y="95596"/>
                </a:lnTo>
                <a:lnTo>
                  <a:pt x="48123" y="96074"/>
                </a:lnTo>
                <a:lnTo>
                  <a:pt x="48415" y="96712"/>
                </a:lnTo>
                <a:lnTo>
                  <a:pt x="48648" y="97403"/>
                </a:lnTo>
                <a:lnTo>
                  <a:pt x="48940" y="98041"/>
                </a:lnTo>
                <a:lnTo>
                  <a:pt x="49349" y="98520"/>
                </a:lnTo>
                <a:lnTo>
                  <a:pt x="49641" y="99052"/>
                </a:lnTo>
                <a:lnTo>
                  <a:pt x="49933" y="99690"/>
                </a:lnTo>
                <a:lnTo>
                  <a:pt x="50225" y="100328"/>
                </a:lnTo>
                <a:lnTo>
                  <a:pt x="50517" y="100859"/>
                </a:lnTo>
                <a:lnTo>
                  <a:pt x="50634" y="101497"/>
                </a:lnTo>
                <a:lnTo>
                  <a:pt x="50926" y="102029"/>
                </a:lnTo>
                <a:lnTo>
                  <a:pt x="51218" y="102667"/>
                </a:lnTo>
                <a:lnTo>
                  <a:pt x="51627" y="103146"/>
                </a:lnTo>
                <a:lnTo>
                  <a:pt x="51919" y="103784"/>
                </a:lnTo>
                <a:lnTo>
                  <a:pt x="52211" y="104422"/>
                </a:lnTo>
                <a:lnTo>
                  <a:pt x="52503" y="105113"/>
                </a:lnTo>
                <a:lnTo>
                  <a:pt x="52736" y="105485"/>
                </a:lnTo>
                <a:lnTo>
                  <a:pt x="53028" y="106123"/>
                </a:lnTo>
                <a:lnTo>
                  <a:pt x="53203" y="106761"/>
                </a:lnTo>
                <a:lnTo>
                  <a:pt x="53612" y="107399"/>
                </a:lnTo>
                <a:lnTo>
                  <a:pt x="53904" y="107931"/>
                </a:lnTo>
                <a:lnTo>
                  <a:pt x="54196" y="108569"/>
                </a:lnTo>
                <a:lnTo>
                  <a:pt x="54430" y="109047"/>
                </a:lnTo>
                <a:lnTo>
                  <a:pt x="54722" y="109685"/>
                </a:lnTo>
                <a:lnTo>
                  <a:pt x="55014" y="110217"/>
                </a:lnTo>
                <a:lnTo>
                  <a:pt x="55306" y="110855"/>
                </a:lnTo>
                <a:lnTo>
                  <a:pt x="55598" y="111493"/>
                </a:lnTo>
                <a:lnTo>
                  <a:pt x="55890" y="112131"/>
                </a:lnTo>
                <a:lnTo>
                  <a:pt x="56124" y="112556"/>
                </a:lnTo>
                <a:lnTo>
                  <a:pt x="56416" y="113194"/>
                </a:lnTo>
                <a:lnTo>
                  <a:pt x="56708" y="113832"/>
                </a:lnTo>
              </a:path>
            </a:pathLst>
          </a:custGeom>
          <a:ln w="831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8064522" y="2766729"/>
            <a:ext cx="56708" cy="119574"/>
          </a:xfrm>
          <a:custGeom>
            <a:avLst/>
            <a:gdLst/>
            <a:ahLst/>
            <a:cxnLst/>
            <a:rect l="l" t="t" r="r" b="b"/>
            <a:pathLst>
              <a:path w="56708" h="119574">
                <a:moveTo>
                  <a:pt x="0" y="0"/>
                </a:moveTo>
                <a:lnTo>
                  <a:pt x="292" y="638"/>
                </a:lnTo>
                <a:lnTo>
                  <a:pt x="584" y="1169"/>
                </a:lnTo>
                <a:lnTo>
                  <a:pt x="817" y="1807"/>
                </a:lnTo>
                <a:lnTo>
                  <a:pt x="1284" y="2445"/>
                </a:lnTo>
                <a:lnTo>
                  <a:pt x="1401" y="2924"/>
                </a:lnTo>
                <a:lnTo>
                  <a:pt x="1693" y="3455"/>
                </a:lnTo>
                <a:lnTo>
                  <a:pt x="1985" y="4093"/>
                </a:lnTo>
                <a:lnTo>
                  <a:pt x="2277" y="4731"/>
                </a:lnTo>
                <a:lnTo>
                  <a:pt x="2511" y="5369"/>
                </a:lnTo>
                <a:lnTo>
                  <a:pt x="2803" y="5901"/>
                </a:lnTo>
                <a:lnTo>
                  <a:pt x="3270" y="6539"/>
                </a:lnTo>
                <a:lnTo>
                  <a:pt x="3504" y="7071"/>
                </a:lnTo>
                <a:lnTo>
                  <a:pt x="3796" y="7709"/>
                </a:lnTo>
                <a:lnTo>
                  <a:pt x="3971" y="8187"/>
                </a:lnTo>
                <a:lnTo>
                  <a:pt x="4204" y="8879"/>
                </a:lnTo>
                <a:lnTo>
                  <a:pt x="4496" y="9517"/>
                </a:lnTo>
                <a:lnTo>
                  <a:pt x="4788" y="9995"/>
                </a:lnTo>
                <a:lnTo>
                  <a:pt x="5197" y="10633"/>
                </a:lnTo>
                <a:lnTo>
                  <a:pt x="5489" y="11271"/>
                </a:lnTo>
                <a:lnTo>
                  <a:pt x="5781" y="11803"/>
                </a:lnTo>
                <a:lnTo>
                  <a:pt x="6073" y="12334"/>
                </a:lnTo>
                <a:lnTo>
                  <a:pt x="6365" y="12973"/>
                </a:lnTo>
                <a:lnTo>
                  <a:pt x="6482" y="13611"/>
                </a:lnTo>
                <a:lnTo>
                  <a:pt x="6774" y="14249"/>
                </a:lnTo>
                <a:lnTo>
                  <a:pt x="7066" y="14780"/>
                </a:lnTo>
                <a:lnTo>
                  <a:pt x="7475" y="15418"/>
                </a:lnTo>
                <a:lnTo>
                  <a:pt x="7767" y="16056"/>
                </a:lnTo>
                <a:lnTo>
                  <a:pt x="8059" y="16535"/>
                </a:lnTo>
                <a:lnTo>
                  <a:pt x="8293" y="17066"/>
                </a:lnTo>
                <a:lnTo>
                  <a:pt x="8585" y="17704"/>
                </a:lnTo>
                <a:lnTo>
                  <a:pt x="8877" y="18342"/>
                </a:lnTo>
                <a:lnTo>
                  <a:pt x="9052" y="18980"/>
                </a:lnTo>
                <a:lnTo>
                  <a:pt x="9461" y="19512"/>
                </a:lnTo>
                <a:lnTo>
                  <a:pt x="9753" y="20150"/>
                </a:lnTo>
                <a:lnTo>
                  <a:pt x="9986" y="20788"/>
                </a:lnTo>
                <a:lnTo>
                  <a:pt x="10278" y="21426"/>
                </a:lnTo>
                <a:lnTo>
                  <a:pt x="10570" y="21852"/>
                </a:lnTo>
                <a:lnTo>
                  <a:pt x="10862" y="22490"/>
                </a:lnTo>
                <a:lnTo>
                  <a:pt x="11154" y="23128"/>
                </a:lnTo>
                <a:lnTo>
                  <a:pt x="11446" y="23766"/>
                </a:lnTo>
                <a:lnTo>
                  <a:pt x="11680" y="24244"/>
                </a:lnTo>
                <a:lnTo>
                  <a:pt x="11972" y="24882"/>
                </a:lnTo>
                <a:lnTo>
                  <a:pt x="12264" y="25573"/>
                </a:lnTo>
                <a:lnTo>
                  <a:pt x="12556" y="26211"/>
                </a:lnTo>
                <a:lnTo>
                  <a:pt x="12848" y="26690"/>
                </a:lnTo>
                <a:lnTo>
                  <a:pt x="13140" y="27222"/>
                </a:lnTo>
                <a:lnTo>
                  <a:pt x="13373" y="27860"/>
                </a:lnTo>
                <a:lnTo>
                  <a:pt x="13841" y="28498"/>
                </a:lnTo>
                <a:lnTo>
                  <a:pt x="13958" y="29029"/>
                </a:lnTo>
                <a:lnTo>
                  <a:pt x="14250" y="29667"/>
                </a:lnTo>
                <a:lnTo>
                  <a:pt x="14542" y="30305"/>
                </a:lnTo>
                <a:lnTo>
                  <a:pt x="14834" y="30943"/>
                </a:lnTo>
                <a:lnTo>
                  <a:pt x="15067" y="31475"/>
                </a:lnTo>
                <a:lnTo>
                  <a:pt x="15359" y="32113"/>
                </a:lnTo>
                <a:lnTo>
                  <a:pt x="15768" y="32751"/>
                </a:lnTo>
                <a:lnTo>
                  <a:pt x="16060" y="33283"/>
                </a:lnTo>
                <a:lnTo>
                  <a:pt x="16352" y="33761"/>
                </a:lnTo>
                <a:lnTo>
                  <a:pt x="16527" y="34399"/>
                </a:lnTo>
                <a:lnTo>
                  <a:pt x="16761" y="35037"/>
                </a:lnTo>
                <a:lnTo>
                  <a:pt x="17053" y="35675"/>
                </a:lnTo>
                <a:lnTo>
                  <a:pt x="17345" y="36207"/>
                </a:lnTo>
                <a:lnTo>
                  <a:pt x="17754" y="36845"/>
                </a:lnTo>
                <a:lnTo>
                  <a:pt x="18046" y="37483"/>
                </a:lnTo>
                <a:lnTo>
                  <a:pt x="18338" y="38015"/>
                </a:lnTo>
                <a:lnTo>
                  <a:pt x="18630" y="38653"/>
                </a:lnTo>
                <a:lnTo>
                  <a:pt x="18922" y="39291"/>
                </a:lnTo>
                <a:lnTo>
                  <a:pt x="19038" y="39929"/>
                </a:lnTo>
                <a:lnTo>
                  <a:pt x="19330" y="40460"/>
                </a:lnTo>
                <a:lnTo>
                  <a:pt x="19622" y="40939"/>
                </a:lnTo>
                <a:lnTo>
                  <a:pt x="20031" y="41630"/>
                </a:lnTo>
                <a:lnTo>
                  <a:pt x="20323" y="42268"/>
                </a:lnTo>
                <a:lnTo>
                  <a:pt x="20615" y="42747"/>
                </a:lnTo>
                <a:lnTo>
                  <a:pt x="20849" y="43385"/>
                </a:lnTo>
                <a:lnTo>
                  <a:pt x="21141" y="44023"/>
                </a:lnTo>
                <a:lnTo>
                  <a:pt x="21433" y="44714"/>
                </a:lnTo>
                <a:lnTo>
                  <a:pt x="21550" y="45192"/>
                </a:lnTo>
                <a:lnTo>
                  <a:pt x="22017" y="45830"/>
                </a:lnTo>
                <a:lnTo>
                  <a:pt x="22309" y="46468"/>
                </a:lnTo>
                <a:lnTo>
                  <a:pt x="22543" y="47106"/>
                </a:lnTo>
                <a:lnTo>
                  <a:pt x="22835" y="47638"/>
                </a:lnTo>
                <a:lnTo>
                  <a:pt x="23127" y="48276"/>
                </a:lnTo>
                <a:lnTo>
                  <a:pt x="23419" y="48914"/>
                </a:lnTo>
                <a:lnTo>
                  <a:pt x="23711" y="49446"/>
                </a:lnTo>
                <a:lnTo>
                  <a:pt x="24003" y="49977"/>
                </a:lnTo>
                <a:lnTo>
                  <a:pt x="24236" y="50615"/>
                </a:lnTo>
                <a:lnTo>
                  <a:pt x="24528" y="51253"/>
                </a:lnTo>
                <a:lnTo>
                  <a:pt x="24820" y="51892"/>
                </a:lnTo>
                <a:lnTo>
                  <a:pt x="25112" y="52370"/>
                </a:lnTo>
                <a:lnTo>
                  <a:pt x="25404" y="53061"/>
                </a:lnTo>
                <a:lnTo>
                  <a:pt x="25638" y="53699"/>
                </a:lnTo>
                <a:lnTo>
                  <a:pt x="25930" y="54337"/>
                </a:lnTo>
                <a:lnTo>
                  <a:pt x="26397" y="54816"/>
                </a:lnTo>
                <a:lnTo>
                  <a:pt x="26514" y="55454"/>
                </a:lnTo>
                <a:lnTo>
                  <a:pt x="26806" y="56145"/>
                </a:lnTo>
                <a:lnTo>
                  <a:pt x="27098" y="56623"/>
                </a:lnTo>
                <a:lnTo>
                  <a:pt x="27332" y="57261"/>
                </a:lnTo>
                <a:lnTo>
                  <a:pt x="27624" y="57899"/>
                </a:lnTo>
                <a:lnTo>
                  <a:pt x="27916" y="58538"/>
                </a:lnTo>
                <a:lnTo>
                  <a:pt x="28324" y="58963"/>
                </a:lnTo>
                <a:lnTo>
                  <a:pt x="28616" y="59601"/>
                </a:lnTo>
                <a:lnTo>
                  <a:pt x="28908" y="60239"/>
                </a:lnTo>
                <a:lnTo>
                  <a:pt x="29025" y="60877"/>
                </a:lnTo>
                <a:lnTo>
                  <a:pt x="29317" y="61409"/>
                </a:lnTo>
                <a:lnTo>
                  <a:pt x="29609" y="62047"/>
                </a:lnTo>
                <a:lnTo>
                  <a:pt x="29901" y="62685"/>
                </a:lnTo>
                <a:lnTo>
                  <a:pt x="30310" y="63323"/>
                </a:lnTo>
                <a:lnTo>
                  <a:pt x="30602" y="63854"/>
                </a:lnTo>
                <a:lnTo>
                  <a:pt x="30894" y="64492"/>
                </a:lnTo>
                <a:lnTo>
                  <a:pt x="31186" y="65130"/>
                </a:lnTo>
                <a:lnTo>
                  <a:pt x="31420" y="65768"/>
                </a:lnTo>
                <a:lnTo>
                  <a:pt x="31595" y="66247"/>
                </a:lnTo>
                <a:lnTo>
                  <a:pt x="31887" y="66885"/>
                </a:lnTo>
                <a:lnTo>
                  <a:pt x="32179" y="67576"/>
                </a:lnTo>
                <a:lnTo>
                  <a:pt x="32588" y="68214"/>
                </a:lnTo>
                <a:lnTo>
                  <a:pt x="32880" y="68693"/>
                </a:lnTo>
                <a:lnTo>
                  <a:pt x="33113" y="69331"/>
                </a:lnTo>
                <a:lnTo>
                  <a:pt x="33405" y="69969"/>
                </a:lnTo>
                <a:lnTo>
                  <a:pt x="33697" y="70500"/>
                </a:lnTo>
                <a:lnTo>
                  <a:pt x="33989" y="71138"/>
                </a:lnTo>
                <a:lnTo>
                  <a:pt x="34106" y="71776"/>
                </a:lnTo>
                <a:lnTo>
                  <a:pt x="34573" y="72308"/>
                </a:lnTo>
                <a:lnTo>
                  <a:pt x="34807" y="72946"/>
                </a:lnTo>
                <a:lnTo>
                  <a:pt x="35099" y="73478"/>
                </a:lnTo>
                <a:lnTo>
                  <a:pt x="35391" y="74116"/>
                </a:lnTo>
                <a:lnTo>
                  <a:pt x="35683" y="74754"/>
                </a:lnTo>
                <a:lnTo>
                  <a:pt x="35975" y="75285"/>
                </a:lnTo>
                <a:lnTo>
                  <a:pt x="36267" y="75923"/>
                </a:lnTo>
                <a:lnTo>
                  <a:pt x="36501" y="76561"/>
                </a:lnTo>
                <a:lnTo>
                  <a:pt x="36793" y="77199"/>
                </a:lnTo>
                <a:lnTo>
                  <a:pt x="37085" y="77678"/>
                </a:lnTo>
                <a:lnTo>
                  <a:pt x="37377" y="78316"/>
                </a:lnTo>
                <a:lnTo>
                  <a:pt x="37669" y="79007"/>
                </a:lnTo>
                <a:lnTo>
                  <a:pt x="37961" y="79645"/>
                </a:lnTo>
                <a:lnTo>
                  <a:pt x="38194" y="80124"/>
                </a:lnTo>
                <a:lnTo>
                  <a:pt x="38486" y="80762"/>
                </a:lnTo>
                <a:lnTo>
                  <a:pt x="38895" y="81400"/>
                </a:lnTo>
                <a:lnTo>
                  <a:pt x="39070" y="82091"/>
                </a:lnTo>
                <a:lnTo>
                  <a:pt x="39362" y="82569"/>
                </a:lnTo>
                <a:lnTo>
                  <a:pt x="39654" y="83207"/>
                </a:lnTo>
                <a:lnTo>
                  <a:pt x="39888" y="83846"/>
                </a:lnTo>
                <a:lnTo>
                  <a:pt x="40180" y="84484"/>
                </a:lnTo>
                <a:lnTo>
                  <a:pt x="40472" y="85015"/>
                </a:lnTo>
                <a:lnTo>
                  <a:pt x="40881" y="85653"/>
                </a:lnTo>
                <a:lnTo>
                  <a:pt x="41173" y="86291"/>
                </a:lnTo>
                <a:lnTo>
                  <a:pt x="41465" y="86823"/>
                </a:lnTo>
                <a:lnTo>
                  <a:pt x="41582" y="87461"/>
                </a:lnTo>
                <a:lnTo>
                  <a:pt x="41874" y="88099"/>
                </a:lnTo>
                <a:lnTo>
                  <a:pt x="42166" y="88737"/>
                </a:lnTo>
                <a:lnTo>
                  <a:pt x="42458" y="89269"/>
                </a:lnTo>
                <a:lnTo>
                  <a:pt x="42866" y="89907"/>
                </a:lnTo>
                <a:lnTo>
                  <a:pt x="43158" y="90545"/>
                </a:lnTo>
                <a:lnTo>
                  <a:pt x="43450" y="91183"/>
                </a:lnTo>
                <a:lnTo>
                  <a:pt x="43742" y="91714"/>
                </a:lnTo>
                <a:lnTo>
                  <a:pt x="43976" y="92352"/>
                </a:lnTo>
                <a:lnTo>
                  <a:pt x="44151" y="92990"/>
                </a:lnTo>
                <a:lnTo>
                  <a:pt x="44443" y="93522"/>
                </a:lnTo>
                <a:lnTo>
                  <a:pt x="44677" y="94001"/>
                </a:lnTo>
                <a:lnTo>
                  <a:pt x="45144" y="94639"/>
                </a:lnTo>
                <a:lnTo>
                  <a:pt x="45436" y="95277"/>
                </a:lnTo>
                <a:lnTo>
                  <a:pt x="45670" y="95915"/>
                </a:lnTo>
                <a:lnTo>
                  <a:pt x="45962" y="96446"/>
                </a:lnTo>
                <a:lnTo>
                  <a:pt x="46254" y="97084"/>
                </a:lnTo>
                <a:lnTo>
                  <a:pt x="46546" y="97722"/>
                </a:lnTo>
                <a:lnTo>
                  <a:pt x="46662" y="98360"/>
                </a:lnTo>
                <a:lnTo>
                  <a:pt x="47130" y="98892"/>
                </a:lnTo>
                <a:lnTo>
                  <a:pt x="47363" y="99530"/>
                </a:lnTo>
                <a:lnTo>
                  <a:pt x="47655" y="100168"/>
                </a:lnTo>
                <a:lnTo>
                  <a:pt x="47947" y="100806"/>
                </a:lnTo>
                <a:lnTo>
                  <a:pt x="48239" y="101338"/>
                </a:lnTo>
                <a:lnTo>
                  <a:pt x="48531" y="101976"/>
                </a:lnTo>
                <a:lnTo>
                  <a:pt x="48765" y="102614"/>
                </a:lnTo>
                <a:lnTo>
                  <a:pt x="49057" y="103146"/>
                </a:lnTo>
                <a:lnTo>
                  <a:pt x="49349" y="103784"/>
                </a:lnTo>
                <a:lnTo>
                  <a:pt x="49641" y="104422"/>
                </a:lnTo>
                <a:lnTo>
                  <a:pt x="49933" y="105060"/>
                </a:lnTo>
                <a:lnTo>
                  <a:pt x="50225" y="105591"/>
                </a:lnTo>
                <a:lnTo>
                  <a:pt x="50459" y="106229"/>
                </a:lnTo>
                <a:lnTo>
                  <a:pt x="50751" y="106867"/>
                </a:lnTo>
                <a:lnTo>
                  <a:pt x="51043" y="107505"/>
                </a:lnTo>
                <a:lnTo>
                  <a:pt x="51451" y="108037"/>
                </a:lnTo>
                <a:lnTo>
                  <a:pt x="51627" y="108675"/>
                </a:lnTo>
                <a:lnTo>
                  <a:pt x="51919" y="109313"/>
                </a:lnTo>
                <a:lnTo>
                  <a:pt x="52152" y="109951"/>
                </a:lnTo>
                <a:lnTo>
                  <a:pt x="52444" y="110430"/>
                </a:lnTo>
                <a:lnTo>
                  <a:pt x="52736" y="111121"/>
                </a:lnTo>
                <a:lnTo>
                  <a:pt x="53028" y="111759"/>
                </a:lnTo>
                <a:lnTo>
                  <a:pt x="53437" y="112397"/>
                </a:lnTo>
                <a:lnTo>
                  <a:pt x="53729" y="112875"/>
                </a:lnTo>
                <a:lnTo>
                  <a:pt x="54021" y="113513"/>
                </a:lnTo>
                <a:lnTo>
                  <a:pt x="54138" y="114204"/>
                </a:lnTo>
                <a:lnTo>
                  <a:pt x="54430" y="114842"/>
                </a:lnTo>
                <a:lnTo>
                  <a:pt x="54722" y="115321"/>
                </a:lnTo>
                <a:lnTo>
                  <a:pt x="55014" y="115959"/>
                </a:lnTo>
                <a:lnTo>
                  <a:pt x="55423" y="116597"/>
                </a:lnTo>
                <a:lnTo>
                  <a:pt x="55715" y="117129"/>
                </a:lnTo>
                <a:lnTo>
                  <a:pt x="56007" y="117767"/>
                </a:lnTo>
                <a:lnTo>
                  <a:pt x="56240" y="118405"/>
                </a:lnTo>
                <a:lnTo>
                  <a:pt x="56532" y="119043"/>
                </a:lnTo>
                <a:lnTo>
                  <a:pt x="56708" y="119574"/>
                </a:lnTo>
              </a:path>
            </a:pathLst>
          </a:custGeom>
          <a:ln w="832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8121231" y="2886304"/>
            <a:ext cx="14366" cy="30465"/>
          </a:xfrm>
          <a:custGeom>
            <a:avLst/>
            <a:gdLst/>
            <a:ahLst/>
            <a:cxnLst/>
            <a:rect l="l" t="t" r="r" b="b"/>
            <a:pathLst>
              <a:path w="14366" h="30465">
                <a:moveTo>
                  <a:pt x="0" y="0"/>
                </a:moveTo>
                <a:lnTo>
                  <a:pt x="292" y="638"/>
                </a:lnTo>
                <a:lnTo>
                  <a:pt x="525" y="1276"/>
                </a:lnTo>
                <a:lnTo>
                  <a:pt x="992" y="1914"/>
                </a:lnTo>
                <a:lnTo>
                  <a:pt x="1226" y="2445"/>
                </a:lnTo>
                <a:lnTo>
                  <a:pt x="1518" y="3083"/>
                </a:lnTo>
                <a:lnTo>
                  <a:pt x="1810" y="3721"/>
                </a:lnTo>
                <a:lnTo>
                  <a:pt x="2102" y="4359"/>
                </a:lnTo>
                <a:lnTo>
                  <a:pt x="2394" y="4891"/>
                </a:lnTo>
                <a:lnTo>
                  <a:pt x="2511" y="5529"/>
                </a:lnTo>
                <a:lnTo>
                  <a:pt x="2920" y="6167"/>
                </a:lnTo>
                <a:lnTo>
                  <a:pt x="3212" y="6805"/>
                </a:lnTo>
                <a:lnTo>
                  <a:pt x="3504" y="7337"/>
                </a:lnTo>
                <a:lnTo>
                  <a:pt x="3796" y="7975"/>
                </a:lnTo>
                <a:lnTo>
                  <a:pt x="4088" y="8613"/>
                </a:lnTo>
                <a:lnTo>
                  <a:pt x="4380" y="9251"/>
                </a:lnTo>
                <a:lnTo>
                  <a:pt x="4613" y="9782"/>
                </a:lnTo>
                <a:lnTo>
                  <a:pt x="5080" y="10420"/>
                </a:lnTo>
                <a:lnTo>
                  <a:pt x="5197" y="11058"/>
                </a:lnTo>
                <a:lnTo>
                  <a:pt x="5489" y="11537"/>
                </a:lnTo>
                <a:lnTo>
                  <a:pt x="5781" y="12228"/>
                </a:lnTo>
                <a:lnTo>
                  <a:pt x="6073" y="12866"/>
                </a:lnTo>
                <a:lnTo>
                  <a:pt x="6307" y="13504"/>
                </a:lnTo>
                <a:lnTo>
                  <a:pt x="6599" y="13983"/>
                </a:lnTo>
                <a:lnTo>
                  <a:pt x="6891" y="14621"/>
                </a:lnTo>
                <a:lnTo>
                  <a:pt x="7300" y="15259"/>
                </a:lnTo>
                <a:lnTo>
                  <a:pt x="7592" y="15950"/>
                </a:lnTo>
                <a:lnTo>
                  <a:pt x="7767" y="16428"/>
                </a:lnTo>
                <a:lnTo>
                  <a:pt x="8001" y="17066"/>
                </a:lnTo>
                <a:lnTo>
                  <a:pt x="8293" y="17704"/>
                </a:lnTo>
                <a:lnTo>
                  <a:pt x="8585" y="18342"/>
                </a:lnTo>
                <a:lnTo>
                  <a:pt x="8877" y="18874"/>
                </a:lnTo>
                <a:lnTo>
                  <a:pt x="9285" y="19512"/>
                </a:lnTo>
                <a:lnTo>
                  <a:pt x="9577" y="20150"/>
                </a:lnTo>
                <a:lnTo>
                  <a:pt x="9869" y="20788"/>
                </a:lnTo>
                <a:lnTo>
                  <a:pt x="9986" y="21320"/>
                </a:lnTo>
                <a:lnTo>
                  <a:pt x="10278" y="21958"/>
                </a:lnTo>
                <a:lnTo>
                  <a:pt x="10570" y="22596"/>
                </a:lnTo>
                <a:lnTo>
                  <a:pt x="10862" y="23128"/>
                </a:lnTo>
                <a:lnTo>
                  <a:pt x="11271" y="23766"/>
                </a:lnTo>
                <a:lnTo>
                  <a:pt x="11563" y="24404"/>
                </a:lnTo>
                <a:lnTo>
                  <a:pt x="11855" y="25042"/>
                </a:lnTo>
                <a:lnTo>
                  <a:pt x="12089" y="25573"/>
                </a:lnTo>
                <a:lnTo>
                  <a:pt x="12381" y="26211"/>
                </a:lnTo>
                <a:lnTo>
                  <a:pt x="12556" y="26849"/>
                </a:lnTo>
                <a:lnTo>
                  <a:pt x="12789" y="27487"/>
                </a:lnTo>
                <a:lnTo>
                  <a:pt x="13081" y="28019"/>
                </a:lnTo>
                <a:lnTo>
                  <a:pt x="13549" y="28657"/>
                </a:lnTo>
                <a:lnTo>
                  <a:pt x="13782" y="29295"/>
                </a:lnTo>
                <a:lnTo>
                  <a:pt x="14074" y="29933"/>
                </a:lnTo>
                <a:lnTo>
                  <a:pt x="14366" y="30465"/>
                </a:lnTo>
              </a:path>
            </a:pathLst>
          </a:custGeom>
          <a:ln w="832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093811" y="6228030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926143" y="6228030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093811" y="5985947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926143" y="5985947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093811" y="574384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926143" y="574384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093811" y="5501782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926143" y="550178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093811" y="5259826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926143" y="5259826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092258" y="5258445"/>
            <a:ext cx="2852339" cy="0"/>
          </a:xfrm>
          <a:custGeom>
            <a:avLst/>
            <a:gdLst/>
            <a:ahLst/>
            <a:cxnLst/>
            <a:rect l="l" t="t" r="r" b="b"/>
            <a:pathLst>
              <a:path w="2852339" h="0">
                <a:moveTo>
                  <a:pt x="0" y="0"/>
                </a:moveTo>
                <a:lnTo>
                  <a:pt x="2852339" y="0"/>
                </a:lnTo>
              </a:path>
            </a:pathLst>
          </a:custGeom>
          <a:ln w="743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519829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519829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518311" y="4290198"/>
            <a:ext cx="0" cy="1936418"/>
          </a:xfrm>
          <a:custGeom>
            <a:avLst/>
            <a:gdLst/>
            <a:ahLst/>
            <a:cxnLst/>
            <a:rect l="l" t="t" r="r" b="b"/>
            <a:pathLst>
              <a:path w="0" h="1936418">
                <a:moveTo>
                  <a:pt x="0" y="1936418"/>
                </a:moveTo>
                <a:lnTo>
                  <a:pt x="0" y="0"/>
                </a:lnTo>
              </a:path>
            </a:pathLst>
          </a:custGeom>
          <a:ln w="81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093811" y="5017765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926143" y="5017765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093811" y="4775650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926143" y="4775650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093811" y="453369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926143" y="453369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093811" y="429163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926143" y="429163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157977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1157977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1612092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1612091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066048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066048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973961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973961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427918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427918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881816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881816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093811" y="4291633"/>
            <a:ext cx="2852363" cy="1936397"/>
          </a:xfrm>
          <a:custGeom>
            <a:avLst/>
            <a:gdLst/>
            <a:ahLst/>
            <a:cxnLst/>
            <a:rect l="l" t="t" r="r" b="b"/>
            <a:pathLst>
              <a:path w="2852363" h="1936397">
                <a:moveTo>
                  <a:pt x="0" y="1936397"/>
                </a:moveTo>
                <a:lnTo>
                  <a:pt x="2852363" y="1936397"/>
                </a:lnTo>
                <a:lnTo>
                  <a:pt x="2852362" y="0"/>
                </a:lnTo>
                <a:lnTo>
                  <a:pt x="0" y="0"/>
                </a:lnTo>
                <a:lnTo>
                  <a:pt x="0" y="1936397"/>
                </a:lnTo>
              </a:path>
            </a:pathLst>
          </a:custGeom>
          <a:ln w="7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668182" y="4352201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115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1092258" y="5988646"/>
            <a:ext cx="56550" cy="30289"/>
          </a:xfrm>
          <a:custGeom>
            <a:avLst/>
            <a:gdLst/>
            <a:ahLst/>
            <a:cxnLst/>
            <a:rect l="l" t="t" r="r" b="b"/>
            <a:pathLst>
              <a:path w="56550" h="30289">
                <a:moveTo>
                  <a:pt x="0" y="30289"/>
                </a:moveTo>
                <a:lnTo>
                  <a:pt x="286" y="30162"/>
                </a:lnTo>
                <a:lnTo>
                  <a:pt x="566" y="29907"/>
                </a:lnTo>
                <a:lnTo>
                  <a:pt x="846" y="29779"/>
                </a:lnTo>
                <a:lnTo>
                  <a:pt x="1273" y="29646"/>
                </a:lnTo>
                <a:lnTo>
                  <a:pt x="1413" y="29519"/>
                </a:lnTo>
                <a:lnTo>
                  <a:pt x="1693" y="29264"/>
                </a:lnTo>
                <a:lnTo>
                  <a:pt x="1979" y="29136"/>
                </a:lnTo>
                <a:lnTo>
                  <a:pt x="2260" y="29009"/>
                </a:lnTo>
                <a:lnTo>
                  <a:pt x="2540" y="28881"/>
                </a:lnTo>
                <a:lnTo>
                  <a:pt x="2820" y="28621"/>
                </a:lnTo>
                <a:lnTo>
                  <a:pt x="3106" y="28493"/>
                </a:lnTo>
                <a:lnTo>
                  <a:pt x="3527" y="28366"/>
                </a:lnTo>
                <a:lnTo>
                  <a:pt x="3807" y="28238"/>
                </a:lnTo>
                <a:lnTo>
                  <a:pt x="3953" y="27978"/>
                </a:lnTo>
                <a:lnTo>
                  <a:pt x="4234" y="27850"/>
                </a:lnTo>
                <a:lnTo>
                  <a:pt x="4514" y="27850"/>
                </a:lnTo>
                <a:lnTo>
                  <a:pt x="4794" y="27723"/>
                </a:lnTo>
                <a:lnTo>
                  <a:pt x="5080" y="27468"/>
                </a:lnTo>
                <a:lnTo>
                  <a:pt x="5501" y="27340"/>
                </a:lnTo>
                <a:lnTo>
                  <a:pt x="5787" y="27208"/>
                </a:lnTo>
                <a:lnTo>
                  <a:pt x="6067" y="27080"/>
                </a:lnTo>
                <a:lnTo>
                  <a:pt x="6348" y="26825"/>
                </a:lnTo>
                <a:lnTo>
                  <a:pt x="6488" y="26697"/>
                </a:lnTo>
                <a:lnTo>
                  <a:pt x="6774" y="26570"/>
                </a:lnTo>
                <a:lnTo>
                  <a:pt x="7054" y="26437"/>
                </a:lnTo>
                <a:lnTo>
                  <a:pt x="7475" y="26182"/>
                </a:lnTo>
                <a:lnTo>
                  <a:pt x="7761" y="26055"/>
                </a:lnTo>
                <a:lnTo>
                  <a:pt x="8041" y="25927"/>
                </a:lnTo>
                <a:lnTo>
                  <a:pt x="8322" y="25800"/>
                </a:lnTo>
                <a:lnTo>
                  <a:pt x="8602" y="25539"/>
                </a:lnTo>
                <a:lnTo>
                  <a:pt x="8888" y="25539"/>
                </a:lnTo>
                <a:lnTo>
                  <a:pt x="9028" y="25412"/>
                </a:lnTo>
                <a:lnTo>
                  <a:pt x="9309" y="25284"/>
                </a:lnTo>
                <a:lnTo>
                  <a:pt x="9735" y="25029"/>
                </a:lnTo>
                <a:lnTo>
                  <a:pt x="10015" y="24902"/>
                </a:lnTo>
                <a:lnTo>
                  <a:pt x="10296" y="24769"/>
                </a:lnTo>
                <a:lnTo>
                  <a:pt x="10582" y="24641"/>
                </a:lnTo>
                <a:lnTo>
                  <a:pt x="10862" y="24386"/>
                </a:lnTo>
                <a:lnTo>
                  <a:pt x="11143" y="24259"/>
                </a:lnTo>
                <a:lnTo>
                  <a:pt x="11423" y="24131"/>
                </a:lnTo>
                <a:lnTo>
                  <a:pt x="11709" y="23871"/>
                </a:lnTo>
                <a:lnTo>
                  <a:pt x="11989" y="23743"/>
                </a:lnTo>
                <a:lnTo>
                  <a:pt x="12270" y="23616"/>
                </a:lnTo>
                <a:lnTo>
                  <a:pt x="12556" y="23488"/>
                </a:lnTo>
                <a:lnTo>
                  <a:pt x="12836" y="23228"/>
                </a:lnTo>
                <a:lnTo>
                  <a:pt x="13117" y="23228"/>
                </a:lnTo>
                <a:lnTo>
                  <a:pt x="13397" y="23101"/>
                </a:lnTo>
                <a:lnTo>
                  <a:pt x="13823" y="22973"/>
                </a:lnTo>
                <a:lnTo>
                  <a:pt x="13963" y="22718"/>
                </a:lnTo>
                <a:lnTo>
                  <a:pt x="14244" y="22591"/>
                </a:lnTo>
                <a:lnTo>
                  <a:pt x="14530" y="22463"/>
                </a:lnTo>
                <a:lnTo>
                  <a:pt x="14810" y="22330"/>
                </a:lnTo>
                <a:lnTo>
                  <a:pt x="15091" y="22075"/>
                </a:lnTo>
                <a:lnTo>
                  <a:pt x="15377" y="21948"/>
                </a:lnTo>
                <a:lnTo>
                  <a:pt x="15657" y="21820"/>
                </a:lnTo>
                <a:lnTo>
                  <a:pt x="16077" y="21693"/>
                </a:lnTo>
                <a:lnTo>
                  <a:pt x="16364" y="21432"/>
                </a:lnTo>
                <a:lnTo>
                  <a:pt x="16504" y="21305"/>
                </a:lnTo>
                <a:lnTo>
                  <a:pt x="16784" y="21177"/>
                </a:lnTo>
                <a:lnTo>
                  <a:pt x="17064" y="21050"/>
                </a:lnTo>
                <a:lnTo>
                  <a:pt x="17351" y="20922"/>
                </a:lnTo>
                <a:lnTo>
                  <a:pt x="17631" y="20789"/>
                </a:lnTo>
                <a:lnTo>
                  <a:pt x="18051" y="20662"/>
                </a:lnTo>
                <a:lnTo>
                  <a:pt x="18338" y="20534"/>
                </a:lnTo>
                <a:lnTo>
                  <a:pt x="18618" y="20279"/>
                </a:lnTo>
                <a:lnTo>
                  <a:pt x="18898" y="20152"/>
                </a:lnTo>
                <a:lnTo>
                  <a:pt x="19038" y="20024"/>
                </a:lnTo>
                <a:lnTo>
                  <a:pt x="19325" y="19891"/>
                </a:lnTo>
                <a:lnTo>
                  <a:pt x="19605" y="19636"/>
                </a:lnTo>
                <a:lnTo>
                  <a:pt x="20025" y="19509"/>
                </a:lnTo>
                <a:lnTo>
                  <a:pt x="20312" y="19381"/>
                </a:lnTo>
                <a:lnTo>
                  <a:pt x="20592" y="19254"/>
                </a:lnTo>
                <a:lnTo>
                  <a:pt x="20872" y="18994"/>
                </a:lnTo>
                <a:lnTo>
                  <a:pt x="21158" y="18866"/>
                </a:lnTo>
                <a:lnTo>
                  <a:pt x="21439" y="18739"/>
                </a:lnTo>
                <a:lnTo>
                  <a:pt x="21579" y="18611"/>
                </a:lnTo>
                <a:lnTo>
                  <a:pt x="21859" y="18484"/>
                </a:lnTo>
                <a:lnTo>
                  <a:pt x="22286" y="18351"/>
                </a:lnTo>
                <a:lnTo>
                  <a:pt x="22566" y="18223"/>
                </a:lnTo>
                <a:lnTo>
                  <a:pt x="22846" y="18096"/>
                </a:lnTo>
                <a:lnTo>
                  <a:pt x="23132" y="17841"/>
                </a:lnTo>
                <a:lnTo>
                  <a:pt x="23413" y="17713"/>
                </a:lnTo>
                <a:lnTo>
                  <a:pt x="23693" y="17586"/>
                </a:lnTo>
                <a:lnTo>
                  <a:pt x="23973" y="17453"/>
                </a:lnTo>
                <a:lnTo>
                  <a:pt x="24260" y="17198"/>
                </a:lnTo>
                <a:lnTo>
                  <a:pt x="24540" y="17070"/>
                </a:lnTo>
                <a:lnTo>
                  <a:pt x="24820" y="16943"/>
                </a:lnTo>
                <a:lnTo>
                  <a:pt x="25106" y="16815"/>
                </a:lnTo>
                <a:lnTo>
                  <a:pt x="25387" y="16555"/>
                </a:lnTo>
                <a:lnTo>
                  <a:pt x="25667" y="16427"/>
                </a:lnTo>
                <a:lnTo>
                  <a:pt x="25953" y="16300"/>
                </a:lnTo>
                <a:lnTo>
                  <a:pt x="26374" y="16300"/>
                </a:lnTo>
                <a:lnTo>
                  <a:pt x="26514" y="16045"/>
                </a:lnTo>
                <a:lnTo>
                  <a:pt x="26794" y="15912"/>
                </a:lnTo>
                <a:lnTo>
                  <a:pt x="27080" y="15785"/>
                </a:lnTo>
                <a:lnTo>
                  <a:pt x="27361" y="15657"/>
                </a:lnTo>
                <a:lnTo>
                  <a:pt x="27641" y="15402"/>
                </a:lnTo>
                <a:lnTo>
                  <a:pt x="27927" y="15274"/>
                </a:lnTo>
                <a:lnTo>
                  <a:pt x="28208" y="15142"/>
                </a:lnTo>
                <a:lnTo>
                  <a:pt x="28628" y="15014"/>
                </a:lnTo>
                <a:lnTo>
                  <a:pt x="28914" y="14759"/>
                </a:lnTo>
                <a:lnTo>
                  <a:pt x="29054" y="14632"/>
                </a:lnTo>
                <a:lnTo>
                  <a:pt x="29335" y="14504"/>
                </a:lnTo>
                <a:lnTo>
                  <a:pt x="29615" y="14377"/>
                </a:lnTo>
                <a:lnTo>
                  <a:pt x="29901" y="14116"/>
                </a:lnTo>
                <a:lnTo>
                  <a:pt x="30182" y="13989"/>
                </a:lnTo>
                <a:lnTo>
                  <a:pt x="30602" y="13989"/>
                </a:lnTo>
                <a:lnTo>
                  <a:pt x="30888" y="13861"/>
                </a:lnTo>
                <a:lnTo>
                  <a:pt x="31168" y="13606"/>
                </a:lnTo>
                <a:lnTo>
                  <a:pt x="31449" y="13473"/>
                </a:lnTo>
                <a:lnTo>
                  <a:pt x="31589" y="13346"/>
                </a:lnTo>
                <a:lnTo>
                  <a:pt x="31875" y="13218"/>
                </a:lnTo>
                <a:lnTo>
                  <a:pt x="32155" y="12963"/>
                </a:lnTo>
                <a:lnTo>
                  <a:pt x="32576" y="12836"/>
                </a:lnTo>
                <a:lnTo>
                  <a:pt x="32862" y="12703"/>
                </a:lnTo>
                <a:lnTo>
                  <a:pt x="33142" y="12575"/>
                </a:lnTo>
                <a:lnTo>
                  <a:pt x="33423" y="12320"/>
                </a:lnTo>
                <a:lnTo>
                  <a:pt x="33709" y="12193"/>
                </a:lnTo>
                <a:lnTo>
                  <a:pt x="33989" y="12065"/>
                </a:lnTo>
                <a:lnTo>
                  <a:pt x="34129" y="11938"/>
                </a:lnTo>
                <a:lnTo>
                  <a:pt x="34410" y="11678"/>
                </a:lnTo>
                <a:lnTo>
                  <a:pt x="34836" y="11678"/>
                </a:lnTo>
                <a:lnTo>
                  <a:pt x="35116" y="11550"/>
                </a:lnTo>
                <a:lnTo>
                  <a:pt x="35397" y="11423"/>
                </a:lnTo>
                <a:lnTo>
                  <a:pt x="35683" y="11167"/>
                </a:lnTo>
                <a:lnTo>
                  <a:pt x="35963" y="11035"/>
                </a:lnTo>
                <a:lnTo>
                  <a:pt x="36244" y="10907"/>
                </a:lnTo>
                <a:lnTo>
                  <a:pt x="36530" y="10780"/>
                </a:lnTo>
                <a:lnTo>
                  <a:pt x="36810" y="10525"/>
                </a:lnTo>
                <a:lnTo>
                  <a:pt x="37090" y="10397"/>
                </a:lnTo>
                <a:lnTo>
                  <a:pt x="37371" y="10264"/>
                </a:lnTo>
                <a:lnTo>
                  <a:pt x="37657" y="10137"/>
                </a:lnTo>
                <a:lnTo>
                  <a:pt x="37937" y="9882"/>
                </a:lnTo>
                <a:lnTo>
                  <a:pt x="38218" y="9754"/>
                </a:lnTo>
                <a:lnTo>
                  <a:pt x="38504" y="9627"/>
                </a:lnTo>
                <a:lnTo>
                  <a:pt x="38924" y="9494"/>
                </a:lnTo>
                <a:lnTo>
                  <a:pt x="39064" y="9239"/>
                </a:lnTo>
                <a:lnTo>
                  <a:pt x="39351" y="9239"/>
                </a:lnTo>
                <a:lnTo>
                  <a:pt x="39631" y="9111"/>
                </a:lnTo>
                <a:lnTo>
                  <a:pt x="39911" y="8984"/>
                </a:lnTo>
                <a:lnTo>
                  <a:pt x="40192" y="8729"/>
                </a:lnTo>
                <a:lnTo>
                  <a:pt x="40478" y="8596"/>
                </a:lnTo>
                <a:lnTo>
                  <a:pt x="40758" y="8468"/>
                </a:lnTo>
                <a:lnTo>
                  <a:pt x="41179" y="8341"/>
                </a:lnTo>
                <a:lnTo>
                  <a:pt x="41465" y="8086"/>
                </a:lnTo>
                <a:lnTo>
                  <a:pt x="41605" y="7958"/>
                </a:lnTo>
                <a:lnTo>
                  <a:pt x="41885" y="7826"/>
                </a:lnTo>
                <a:lnTo>
                  <a:pt x="42166" y="7698"/>
                </a:lnTo>
                <a:lnTo>
                  <a:pt x="42452" y="7443"/>
                </a:lnTo>
                <a:lnTo>
                  <a:pt x="42732" y="7316"/>
                </a:lnTo>
                <a:lnTo>
                  <a:pt x="43158" y="7188"/>
                </a:lnTo>
                <a:lnTo>
                  <a:pt x="43439" y="7055"/>
                </a:lnTo>
                <a:lnTo>
                  <a:pt x="43719" y="6928"/>
                </a:lnTo>
                <a:lnTo>
                  <a:pt x="43999" y="6800"/>
                </a:lnTo>
                <a:lnTo>
                  <a:pt x="44145" y="6673"/>
                </a:lnTo>
                <a:lnTo>
                  <a:pt x="44426" y="6545"/>
                </a:lnTo>
                <a:lnTo>
                  <a:pt x="44706" y="6290"/>
                </a:lnTo>
                <a:lnTo>
                  <a:pt x="45132" y="6157"/>
                </a:lnTo>
                <a:lnTo>
                  <a:pt x="45413" y="6030"/>
                </a:lnTo>
                <a:lnTo>
                  <a:pt x="45693" y="5902"/>
                </a:lnTo>
                <a:lnTo>
                  <a:pt x="45973" y="5647"/>
                </a:lnTo>
                <a:lnTo>
                  <a:pt x="46259" y="5520"/>
                </a:lnTo>
                <a:lnTo>
                  <a:pt x="46540" y="5387"/>
                </a:lnTo>
                <a:lnTo>
                  <a:pt x="46680" y="5259"/>
                </a:lnTo>
                <a:lnTo>
                  <a:pt x="46960" y="5004"/>
                </a:lnTo>
                <a:lnTo>
                  <a:pt x="47387" y="4877"/>
                </a:lnTo>
                <a:lnTo>
                  <a:pt x="47667" y="4749"/>
                </a:lnTo>
                <a:lnTo>
                  <a:pt x="47953" y="4617"/>
                </a:lnTo>
                <a:lnTo>
                  <a:pt x="48233" y="4489"/>
                </a:lnTo>
                <a:lnTo>
                  <a:pt x="48514" y="4361"/>
                </a:lnTo>
                <a:lnTo>
                  <a:pt x="48794" y="4234"/>
                </a:lnTo>
                <a:lnTo>
                  <a:pt x="49080" y="4106"/>
                </a:lnTo>
                <a:lnTo>
                  <a:pt x="49361" y="3851"/>
                </a:lnTo>
                <a:lnTo>
                  <a:pt x="49641" y="3719"/>
                </a:lnTo>
                <a:lnTo>
                  <a:pt x="49927" y="3591"/>
                </a:lnTo>
                <a:lnTo>
                  <a:pt x="50207" y="3464"/>
                </a:lnTo>
                <a:lnTo>
                  <a:pt x="50488" y="3209"/>
                </a:lnTo>
                <a:lnTo>
                  <a:pt x="50768" y="3081"/>
                </a:lnTo>
                <a:lnTo>
                  <a:pt x="51054" y="2948"/>
                </a:lnTo>
                <a:lnTo>
                  <a:pt x="51475" y="2821"/>
                </a:lnTo>
                <a:lnTo>
                  <a:pt x="51615" y="2566"/>
                </a:lnTo>
                <a:lnTo>
                  <a:pt x="51901" y="2438"/>
                </a:lnTo>
                <a:lnTo>
                  <a:pt x="52181" y="2311"/>
                </a:lnTo>
                <a:lnTo>
                  <a:pt x="52462" y="2311"/>
                </a:lnTo>
                <a:lnTo>
                  <a:pt x="52748" y="2050"/>
                </a:lnTo>
                <a:lnTo>
                  <a:pt x="53028" y="1923"/>
                </a:lnTo>
                <a:lnTo>
                  <a:pt x="53309" y="1795"/>
                </a:lnTo>
                <a:lnTo>
                  <a:pt x="53735" y="1668"/>
                </a:lnTo>
                <a:lnTo>
                  <a:pt x="54015" y="1407"/>
                </a:lnTo>
                <a:lnTo>
                  <a:pt x="54155" y="1280"/>
                </a:lnTo>
                <a:lnTo>
                  <a:pt x="54436" y="1152"/>
                </a:lnTo>
                <a:lnTo>
                  <a:pt x="54722" y="1025"/>
                </a:lnTo>
                <a:lnTo>
                  <a:pt x="55002" y="770"/>
                </a:lnTo>
                <a:lnTo>
                  <a:pt x="55283" y="642"/>
                </a:lnTo>
                <a:lnTo>
                  <a:pt x="55709" y="510"/>
                </a:lnTo>
                <a:lnTo>
                  <a:pt x="55989" y="382"/>
                </a:lnTo>
                <a:lnTo>
                  <a:pt x="56270" y="127"/>
                </a:lnTo>
                <a:lnTo>
                  <a:pt x="56550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1148808" y="5958352"/>
            <a:ext cx="56696" cy="30294"/>
          </a:xfrm>
          <a:custGeom>
            <a:avLst/>
            <a:gdLst/>
            <a:ahLst/>
            <a:cxnLst/>
            <a:rect l="l" t="t" r="r" b="b"/>
            <a:pathLst>
              <a:path w="56696" h="30294">
                <a:moveTo>
                  <a:pt x="0" y="30294"/>
                </a:moveTo>
                <a:lnTo>
                  <a:pt x="146" y="30294"/>
                </a:lnTo>
                <a:lnTo>
                  <a:pt x="426" y="30167"/>
                </a:lnTo>
                <a:lnTo>
                  <a:pt x="706" y="29907"/>
                </a:lnTo>
                <a:lnTo>
                  <a:pt x="1132" y="29779"/>
                </a:lnTo>
                <a:lnTo>
                  <a:pt x="1413" y="29652"/>
                </a:lnTo>
                <a:lnTo>
                  <a:pt x="1693" y="29524"/>
                </a:lnTo>
                <a:lnTo>
                  <a:pt x="1979" y="29264"/>
                </a:lnTo>
                <a:lnTo>
                  <a:pt x="2260" y="29136"/>
                </a:lnTo>
                <a:lnTo>
                  <a:pt x="2540" y="29009"/>
                </a:lnTo>
                <a:lnTo>
                  <a:pt x="2680" y="28881"/>
                </a:lnTo>
                <a:lnTo>
                  <a:pt x="2966" y="28626"/>
                </a:lnTo>
                <a:lnTo>
                  <a:pt x="3387" y="28499"/>
                </a:lnTo>
                <a:lnTo>
                  <a:pt x="3667" y="28366"/>
                </a:lnTo>
                <a:lnTo>
                  <a:pt x="3953" y="28238"/>
                </a:lnTo>
                <a:lnTo>
                  <a:pt x="4234" y="27983"/>
                </a:lnTo>
                <a:lnTo>
                  <a:pt x="4514" y="27983"/>
                </a:lnTo>
                <a:lnTo>
                  <a:pt x="4794" y="27856"/>
                </a:lnTo>
                <a:lnTo>
                  <a:pt x="5080" y="27728"/>
                </a:lnTo>
                <a:lnTo>
                  <a:pt x="5361" y="27468"/>
                </a:lnTo>
                <a:lnTo>
                  <a:pt x="5641" y="27340"/>
                </a:lnTo>
                <a:lnTo>
                  <a:pt x="5927" y="27213"/>
                </a:lnTo>
                <a:lnTo>
                  <a:pt x="6208" y="27085"/>
                </a:lnTo>
                <a:lnTo>
                  <a:pt x="6488" y="26825"/>
                </a:lnTo>
                <a:lnTo>
                  <a:pt x="6774" y="26697"/>
                </a:lnTo>
                <a:lnTo>
                  <a:pt x="7054" y="26570"/>
                </a:lnTo>
                <a:lnTo>
                  <a:pt x="7475" y="26442"/>
                </a:lnTo>
                <a:lnTo>
                  <a:pt x="7615" y="26187"/>
                </a:lnTo>
                <a:lnTo>
                  <a:pt x="7901" y="26060"/>
                </a:lnTo>
                <a:lnTo>
                  <a:pt x="8182" y="25927"/>
                </a:lnTo>
                <a:lnTo>
                  <a:pt x="8462" y="25800"/>
                </a:lnTo>
                <a:lnTo>
                  <a:pt x="8748" y="25672"/>
                </a:lnTo>
                <a:lnTo>
                  <a:pt x="9028" y="25545"/>
                </a:lnTo>
                <a:lnTo>
                  <a:pt x="9309" y="25417"/>
                </a:lnTo>
                <a:lnTo>
                  <a:pt x="9735" y="25290"/>
                </a:lnTo>
                <a:lnTo>
                  <a:pt x="10015" y="25029"/>
                </a:lnTo>
                <a:lnTo>
                  <a:pt x="10156" y="24902"/>
                </a:lnTo>
                <a:lnTo>
                  <a:pt x="10436" y="24774"/>
                </a:lnTo>
                <a:lnTo>
                  <a:pt x="10722" y="24647"/>
                </a:lnTo>
                <a:lnTo>
                  <a:pt x="11002" y="24386"/>
                </a:lnTo>
                <a:lnTo>
                  <a:pt x="11283" y="24259"/>
                </a:lnTo>
                <a:lnTo>
                  <a:pt x="11709" y="24131"/>
                </a:lnTo>
                <a:lnTo>
                  <a:pt x="11989" y="24004"/>
                </a:lnTo>
                <a:lnTo>
                  <a:pt x="12270" y="23749"/>
                </a:lnTo>
                <a:lnTo>
                  <a:pt x="12556" y="23616"/>
                </a:lnTo>
                <a:lnTo>
                  <a:pt x="12696" y="23488"/>
                </a:lnTo>
                <a:lnTo>
                  <a:pt x="12976" y="23361"/>
                </a:lnTo>
                <a:lnTo>
                  <a:pt x="13257" y="23233"/>
                </a:lnTo>
                <a:lnTo>
                  <a:pt x="13683" y="23106"/>
                </a:lnTo>
                <a:lnTo>
                  <a:pt x="13963" y="22978"/>
                </a:lnTo>
                <a:lnTo>
                  <a:pt x="14244" y="22851"/>
                </a:lnTo>
                <a:lnTo>
                  <a:pt x="14530" y="22591"/>
                </a:lnTo>
                <a:lnTo>
                  <a:pt x="14810" y="22463"/>
                </a:lnTo>
                <a:lnTo>
                  <a:pt x="15091" y="22335"/>
                </a:lnTo>
                <a:lnTo>
                  <a:pt x="15231" y="22208"/>
                </a:lnTo>
                <a:lnTo>
                  <a:pt x="15517" y="21948"/>
                </a:lnTo>
                <a:lnTo>
                  <a:pt x="15937" y="21820"/>
                </a:lnTo>
                <a:lnTo>
                  <a:pt x="16218" y="21693"/>
                </a:lnTo>
                <a:lnTo>
                  <a:pt x="16504" y="21565"/>
                </a:lnTo>
                <a:lnTo>
                  <a:pt x="16784" y="21310"/>
                </a:lnTo>
                <a:lnTo>
                  <a:pt x="17064" y="21177"/>
                </a:lnTo>
                <a:lnTo>
                  <a:pt x="17351" y="21050"/>
                </a:lnTo>
                <a:lnTo>
                  <a:pt x="17631" y="20922"/>
                </a:lnTo>
                <a:lnTo>
                  <a:pt x="17911" y="20795"/>
                </a:lnTo>
                <a:lnTo>
                  <a:pt x="18192" y="20667"/>
                </a:lnTo>
                <a:lnTo>
                  <a:pt x="18478" y="20540"/>
                </a:lnTo>
                <a:lnTo>
                  <a:pt x="18758" y="20407"/>
                </a:lnTo>
                <a:lnTo>
                  <a:pt x="19038" y="20152"/>
                </a:lnTo>
                <a:lnTo>
                  <a:pt x="19325" y="20024"/>
                </a:lnTo>
                <a:lnTo>
                  <a:pt x="19605" y="19897"/>
                </a:lnTo>
                <a:lnTo>
                  <a:pt x="20025" y="19769"/>
                </a:lnTo>
                <a:lnTo>
                  <a:pt x="20312" y="19509"/>
                </a:lnTo>
                <a:lnTo>
                  <a:pt x="20452" y="19381"/>
                </a:lnTo>
                <a:lnTo>
                  <a:pt x="20732" y="19254"/>
                </a:lnTo>
                <a:lnTo>
                  <a:pt x="21012" y="19126"/>
                </a:lnTo>
                <a:lnTo>
                  <a:pt x="21299" y="18871"/>
                </a:lnTo>
                <a:lnTo>
                  <a:pt x="21579" y="18739"/>
                </a:lnTo>
                <a:lnTo>
                  <a:pt x="21859" y="18611"/>
                </a:lnTo>
                <a:lnTo>
                  <a:pt x="22286" y="18611"/>
                </a:lnTo>
                <a:lnTo>
                  <a:pt x="22566" y="18356"/>
                </a:lnTo>
                <a:lnTo>
                  <a:pt x="22846" y="18229"/>
                </a:lnTo>
                <a:lnTo>
                  <a:pt x="22986" y="18101"/>
                </a:lnTo>
                <a:lnTo>
                  <a:pt x="23273" y="17968"/>
                </a:lnTo>
                <a:lnTo>
                  <a:pt x="23553" y="17713"/>
                </a:lnTo>
                <a:lnTo>
                  <a:pt x="23833" y="17586"/>
                </a:lnTo>
                <a:lnTo>
                  <a:pt x="24260" y="17458"/>
                </a:lnTo>
                <a:lnTo>
                  <a:pt x="24540" y="17331"/>
                </a:lnTo>
                <a:lnTo>
                  <a:pt x="24820" y="17070"/>
                </a:lnTo>
                <a:lnTo>
                  <a:pt x="25106" y="16943"/>
                </a:lnTo>
                <a:lnTo>
                  <a:pt x="25247" y="16815"/>
                </a:lnTo>
                <a:lnTo>
                  <a:pt x="25527" y="16688"/>
                </a:lnTo>
                <a:lnTo>
                  <a:pt x="25807" y="16433"/>
                </a:lnTo>
                <a:lnTo>
                  <a:pt x="26234" y="16300"/>
                </a:lnTo>
                <a:lnTo>
                  <a:pt x="26514" y="16300"/>
                </a:lnTo>
                <a:lnTo>
                  <a:pt x="26794" y="16172"/>
                </a:lnTo>
                <a:lnTo>
                  <a:pt x="27080" y="15917"/>
                </a:lnTo>
                <a:lnTo>
                  <a:pt x="27361" y="15790"/>
                </a:lnTo>
                <a:lnTo>
                  <a:pt x="27641" y="15662"/>
                </a:lnTo>
                <a:lnTo>
                  <a:pt x="27781" y="15529"/>
                </a:lnTo>
                <a:lnTo>
                  <a:pt x="28067" y="15274"/>
                </a:lnTo>
                <a:lnTo>
                  <a:pt x="28488" y="15147"/>
                </a:lnTo>
                <a:lnTo>
                  <a:pt x="28768" y="15019"/>
                </a:lnTo>
                <a:lnTo>
                  <a:pt x="29054" y="14892"/>
                </a:lnTo>
                <a:lnTo>
                  <a:pt x="29335" y="14632"/>
                </a:lnTo>
                <a:lnTo>
                  <a:pt x="29615" y="14504"/>
                </a:lnTo>
                <a:lnTo>
                  <a:pt x="29901" y="14377"/>
                </a:lnTo>
                <a:lnTo>
                  <a:pt x="30182" y="14249"/>
                </a:lnTo>
                <a:lnTo>
                  <a:pt x="30462" y="13994"/>
                </a:lnTo>
                <a:lnTo>
                  <a:pt x="30748" y="13994"/>
                </a:lnTo>
                <a:lnTo>
                  <a:pt x="31028" y="13861"/>
                </a:lnTo>
                <a:lnTo>
                  <a:pt x="31309" y="13734"/>
                </a:lnTo>
                <a:lnTo>
                  <a:pt x="31589" y="13479"/>
                </a:lnTo>
                <a:lnTo>
                  <a:pt x="31875" y="13351"/>
                </a:lnTo>
                <a:lnTo>
                  <a:pt x="32155" y="13224"/>
                </a:lnTo>
                <a:lnTo>
                  <a:pt x="32436" y="13091"/>
                </a:lnTo>
                <a:lnTo>
                  <a:pt x="32862" y="12836"/>
                </a:lnTo>
                <a:lnTo>
                  <a:pt x="33002" y="12708"/>
                </a:lnTo>
                <a:lnTo>
                  <a:pt x="33283" y="12581"/>
                </a:lnTo>
                <a:lnTo>
                  <a:pt x="33563" y="12453"/>
                </a:lnTo>
                <a:lnTo>
                  <a:pt x="33849" y="12193"/>
                </a:lnTo>
                <a:lnTo>
                  <a:pt x="34129" y="12065"/>
                </a:lnTo>
                <a:lnTo>
                  <a:pt x="34410" y="11938"/>
                </a:lnTo>
                <a:lnTo>
                  <a:pt x="34836" y="11810"/>
                </a:lnTo>
                <a:lnTo>
                  <a:pt x="35116" y="11683"/>
                </a:lnTo>
                <a:lnTo>
                  <a:pt x="35397" y="11555"/>
                </a:lnTo>
                <a:lnTo>
                  <a:pt x="35543" y="11423"/>
                </a:lnTo>
                <a:lnTo>
                  <a:pt x="35823" y="11295"/>
                </a:lnTo>
                <a:lnTo>
                  <a:pt x="36103" y="11040"/>
                </a:lnTo>
                <a:lnTo>
                  <a:pt x="36384" y="10912"/>
                </a:lnTo>
                <a:lnTo>
                  <a:pt x="36810" y="10785"/>
                </a:lnTo>
                <a:lnTo>
                  <a:pt x="37090" y="10652"/>
                </a:lnTo>
                <a:lnTo>
                  <a:pt x="37371" y="10397"/>
                </a:lnTo>
                <a:lnTo>
                  <a:pt x="37657" y="10270"/>
                </a:lnTo>
                <a:lnTo>
                  <a:pt x="37937" y="10142"/>
                </a:lnTo>
                <a:lnTo>
                  <a:pt x="38077" y="10015"/>
                </a:lnTo>
                <a:lnTo>
                  <a:pt x="38358" y="9754"/>
                </a:lnTo>
                <a:lnTo>
                  <a:pt x="38644" y="9627"/>
                </a:lnTo>
                <a:lnTo>
                  <a:pt x="39064" y="9499"/>
                </a:lnTo>
                <a:lnTo>
                  <a:pt x="39351" y="9372"/>
                </a:lnTo>
                <a:lnTo>
                  <a:pt x="39631" y="9244"/>
                </a:lnTo>
                <a:lnTo>
                  <a:pt x="39911" y="9117"/>
                </a:lnTo>
                <a:lnTo>
                  <a:pt x="40192" y="8984"/>
                </a:lnTo>
                <a:lnTo>
                  <a:pt x="40478" y="8856"/>
                </a:lnTo>
                <a:lnTo>
                  <a:pt x="40618" y="8601"/>
                </a:lnTo>
                <a:lnTo>
                  <a:pt x="41038" y="8474"/>
                </a:lnTo>
                <a:lnTo>
                  <a:pt x="41325" y="8346"/>
                </a:lnTo>
                <a:lnTo>
                  <a:pt x="41605" y="8213"/>
                </a:lnTo>
                <a:lnTo>
                  <a:pt x="41885" y="7958"/>
                </a:lnTo>
                <a:lnTo>
                  <a:pt x="42166" y="7831"/>
                </a:lnTo>
                <a:lnTo>
                  <a:pt x="42452" y="7703"/>
                </a:lnTo>
                <a:lnTo>
                  <a:pt x="42732" y="7576"/>
                </a:lnTo>
                <a:lnTo>
                  <a:pt x="43012" y="7316"/>
                </a:lnTo>
                <a:lnTo>
                  <a:pt x="43299" y="7188"/>
                </a:lnTo>
                <a:lnTo>
                  <a:pt x="43579" y="7061"/>
                </a:lnTo>
                <a:lnTo>
                  <a:pt x="43859" y="7061"/>
                </a:lnTo>
                <a:lnTo>
                  <a:pt x="44145" y="6805"/>
                </a:lnTo>
                <a:lnTo>
                  <a:pt x="44426" y="6673"/>
                </a:lnTo>
                <a:lnTo>
                  <a:pt x="44706" y="6545"/>
                </a:lnTo>
                <a:lnTo>
                  <a:pt x="44986" y="6418"/>
                </a:lnTo>
                <a:lnTo>
                  <a:pt x="45413" y="6163"/>
                </a:lnTo>
                <a:lnTo>
                  <a:pt x="45553" y="6035"/>
                </a:lnTo>
                <a:lnTo>
                  <a:pt x="45833" y="5908"/>
                </a:lnTo>
                <a:lnTo>
                  <a:pt x="46119" y="5775"/>
                </a:lnTo>
                <a:lnTo>
                  <a:pt x="46400" y="5520"/>
                </a:lnTo>
                <a:lnTo>
                  <a:pt x="46680" y="5392"/>
                </a:lnTo>
                <a:lnTo>
                  <a:pt x="46960" y="5265"/>
                </a:lnTo>
                <a:lnTo>
                  <a:pt x="47387" y="5137"/>
                </a:lnTo>
                <a:lnTo>
                  <a:pt x="47667" y="4877"/>
                </a:lnTo>
                <a:lnTo>
                  <a:pt x="47953" y="4749"/>
                </a:lnTo>
                <a:lnTo>
                  <a:pt x="48093" y="4749"/>
                </a:lnTo>
                <a:lnTo>
                  <a:pt x="48374" y="4622"/>
                </a:lnTo>
                <a:lnTo>
                  <a:pt x="48654" y="4367"/>
                </a:lnTo>
                <a:lnTo>
                  <a:pt x="48940" y="4234"/>
                </a:lnTo>
                <a:lnTo>
                  <a:pt x="49361" y="4106"/>
                </a:lnTo>
                <a:lnTo>
                  <a:pt x="49641" y="3979"/>
                </a:lnTo>
                <a:lnTo>
                  <a:pt x="49927" y="3724"/>
                </a:lnTo>
                <a:lnTo>
                  <a:pt x="50207" y="3596"/>
                </a:lnTo>
                <a:lnTo>
                  <a:pt x="50488" y="3469"/>
                </a:lnTo>
                <a:lnTo>
                  <a:pt x="50628" y="3336"/>
                </a:lnTo>
                <a:lnTo>
                  <a:pt x="50914" y="3081"/>
                </a:lnTo>
                <a:lnTo>
                  <a:pt x="51194" y="2954"/>
                </a:lnTo>
                <a:lnTo>
                  <a:pt x="51615" y="2826"/>
                </a:lnTo>
                <a:lnTo>
                  <a:pt x="51901" y="2699"/>
                </a:lnTo>
                <a:lnTo>
                  <a:pt x="52181" y="2438"/>
                </a:lnTo>
                <a:lnTo>
                  <a:pt x="52462" y="2311"/>
                </a:lnTo>
                <a:lnTo>
                  <a:pt x="52748" y="2311"/>
                </a:lnTo>
                <a:lnTo>
                  <a:pt x="53028" y="2183"/>
                </a:lnTo>
                <a:lnTo>
                  <a:pt x="53168" y="1928"/>
                </a:lnTo>
                <a:lnTo>
                  <a:pt x="53589" y="1795"/>
                </a:lnTo>
                <a:lnTo>
                  <a:pt x="53875" y="1668"/>
                </a:lnTo>
                <a:lnTo>
                  <a:pt x="54155" y="1540"/>
                </a:lnTo>
                <a:lnTo>
                  <a:pt x="54436" y="1285"/>
                </a:lnTo>
                <a:lnTo>
                  <a:pt x="54722" y="1158"/>
                </a:lnTo>
                <a:lnTo>
                  <a:pt x="55002" y="1030"/>
                </a:lnTo>
                <a:lnTo>
                  <a:pt x="55283" y="897"/>
                </a:lnTo>
                <a:lnTo>
                  <a:pt x="55563" y="642"/>
                </a:lnTo>
                <a:lnTo>
                  <a:pt x="55849" y="515"/>
                </a:lnTo>
                <a:lnTo>
                  <a:pt x="56129" y="387"/>
                </a:lnTo>
                <a:lnTo>
                  <a:pt x="56410" y="260"/>
                </a:lnTo>
                <a:lnTo>
                  <a:pt x="56696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1205505" y="5928190"/>
            <a:ext cx="56690" cy="30162"/>
          </a:xfrm>
          <a:custGeom>
            <a:avLst/>
            <a:gdLst/>
            <a:ahLst/>
            <a:cxnLst/>
            <a:rect l="l" t="t" r="r" b="b"/>
            <a:pathLst>
              <a:path w="56690" h="30162">
                <a:moveTo>
                  <a:pt x="0" y="30162"/>
                </a:moveTo>
                <a:lnTo>
                  <a:pt x="280" y="30162"/>
                </a:lnTo>
                <a:lnTo>
                  <a:pt x="560" y="30034"/>
                </a:lnTo>
                <a:lnTo>
                  <a:pt x="846" y="29907"/>
                </a:lnTo>
                <a:lnTo>
                  <a:pt x="1267" y="29652"/>
                </a:lnTo>
                <a:lnTo>
                  <a:pt x="1407" y="29519"/>
                </a:lnTo>
                <a:lnTo>
                  <a:pt x="1687" y="29391"/>
                </a:lnTo>
                <a:lnTo>
                  <a:pt x="1973" y="29264"/>
                </a:lnTo>
                <a:lnTo>
                  <a:pt x="2254" y="29009"/>
                </a:lnTo>
                <a:lnTo>
                  <a:pt x="2534" y="28881"/>
                </a:lnTo>
                <a:lnTo>
                  <a:pt x="2820" y="28748"/>
                </a:lnTo>
                <a:lnTo>
                  <a:pt x="3241" y="28621"/>
                </a:lnTo>
                <a:lnTo>
                  <a:pt x="3521" y="28366"/>
                </a:lnTo>
                <a:lnTo>
                  <a:pt x="3807" y="28238"/>
                </a:lnTo>
                <a:lnTo>
                  <a:pt x="3947" y="28111"/>
                </a:lnTo>
                <a:lnTo>
                  <a:pt x="4228" y="27983"/>
                </a:lnTo>
                <a:lnTo>
                  <a:pt x="4508" y="27850"/>
                </a:lnTo>
                <a:lnTo>
                  <a:pt x="4794" y="27723"/>
                </a:lnTo>
                <a:lnTo>
                  <a:pt x="5215" y="27595"/>
                </a:lnTo>
                <a:lnTo>
                  <a:pt x="5495" y="27468"/>
                </a:lnTo>
                <a:lnTo>
                  <a:pt x="5781" y="27213"/>
                </a:lnTo>
                <a:lnTo>
                  <a:pt x="6062" y="27080"/>
                </a:lnTo>
                <a:lnTo>
                  <a:pt x="6342" y="26953"/>
                </a:lnTo>
                <a:lnTo>
                  <a:pt x="6482" y="26825"/>
                </a:lnTo>
                <a:lnTo>
                  <a:pt x="6768" y="26570"/>
                </a:lnTo>
                <a:lnTo>
                  <a:pt x="7049" y="26442"/>
                </a:lnTo>
                <a:lnTo>
                  <a:pt x="7469" y="26310"/>
                </a:lnTo>
                <a:lnTo>
                  <a:pt x="7755" y="26182"/>
                </a:lnTo>
                <a:lnTo>
                  <a:pt x="8036" y="25927"/>
                </a:lnTo>
                <a:lnTo>
                  <a:pt x="8316" y="25800"/>
                </a:lnTo>
                <a:lnTo>
                  <a:pt x="8602" y="25672"/>
                </a:lnTo>
                <a:lnTo>
                  <a:pt x="8882" y="25545"/>
                </a:lnTo>
                <a:lnTo>
                  <a:pt x="9023" y="25412"/>
                </a:lnTo>
                <a:lnTo>
                  <a:pt x="9443" y="25284"/>
                </a:lnTo>
                <a:lnTo>
                  <a:pt x="9729" y="25157"/>
                </a:lnTo>
                <a:lnTo>
                  <a:pt x="10010" y="25029"/>
                </a:lnTo>
                <a:lnTo>
                  <a:pt x="10290" y="24774"/>
                </a:lnTo>
                <a:lnTo>
                  <a:pt x="10576" y="24641"/>
                </a:lnTo>
                <a:lnTo>
                  <a:pt x="10856" y="24514"/>
                </a:lnTo>
                <a:lnTo>
                  <a:pt x="11137" y="24386"/>
                </a:lnTo>
                <a:lnTo>
                  <a:pt x="11423" y="24131"/>
                </a:lnTo>
                <a:lnTo>
                  <a:pt x="11703" y="24004"/>
                </a:lnTo>
                <a:lnTo>
                  <a:pt x="11984" y="23871"/>
                </a:lnTo>
                <a:lnTo>
                  <a:pt x="12264" y="23743"/>
                </a:lnTo>
                <a:lnTo>
                  <a:pt x="12550" y="23488"/>
                </a:lnTo>
                <a:lnTo>
                  <a:pt x="12830" y="23361"/>
                </a:lnTo>
                <a:lnTo>
                  <a:pt x="13111" y="23233"/>
                </a:lnTo>
                <a:lnTo>
                  <a:pt x="13397" y="23233"/>
                </a:lnTo>
                <a:lnTo>
                  <a:pt x="13817" y="22973"/>
                </a:lnTo>
                <a:lnTo>
                  <a:pt x="13958" y="22846"/>
                </a:lnTo>
                <a:lnTo>
                  <a:pt x="14238" y="22718"/>
                </a:lnTo>
                <a:lnTo>
                  <a:pt x="14524" y="22591"/>
                </a:lnTo>
                <a:lnTo>
                  <a:pt x="14804" y="22335"/>
                </a:lnTo>
                <a:lnTo>
                  <a:pt x="15085" y="22203"/>
                </a:lnTo>
                <a:lnTo>
                  <a:pt x="15371" y="22075"/>
                </a:lnTo>
                <a:lnTo>
                  <a:pt x="15791" y="21948"/>
                </a:lnTo>
                <a:lnTo>
                  <a:pt x="16072" y="21693"/>
                </a:lnTo>
                <a:lnTo>
                  <a:pt x="16358" y="21565"/>
                </a:lnTo>
                <a:lnTo>
                  <a:pt x="16498" y="21432"/>
                </a:lnTo>
                <a:lnTo>
                  <a:pt x="16778" y="21305"/>
                </a:lnTo>
                <a:lnTo>
                  <a:pt x="17059" y="21050"/>
                </a:lnTo>
                <a:lnTo>
                  <a:pt x="17345" y="20922"/>
                </a:lnTo>
                <a:lnTo>
                  <a:pt x="17765" y="20922"/>
                </a:lnTo>
                <a:lnTo>
                  <a:pt x="18046" y="20795"/>
                </a:lnTo>
                <a:lnTo>
                  <a:pt x="18332" y="20534"/>
                </a:lnTo>
                <a:lnTo>
                  <a:pt x="18612" y="20407"/>
                </a:lnTo>
                <a:lnTo>
                  <a:pt x="18892" y="20279"/>
                </a:lnTo>
                <a:lnTo>
                  <a:pt x="19033" y="20152"/>
                </a:lnTo>
                <a:lnTo>
                  <a:pt x="19319" y="19897"/>
                </a:lnTo>
                <a:lnTo>
                  <a:pt x="19599" y="19764"/>
                </a:lnTo>
                <a:lnTo>
                  <a:pt x="20025" y="19636"/>
                </a:lnTo>
                <a:lnTo>
                  <a:pt x="20306" y="19509"/>
                </a:lnTo>
                <a:lnTo>
                  <a:pt x="20586" y="19254"/>
                </a:lnTo>
                <a:lnTo>
                  <a:pt x="20866" y="19126"/>
                </a:lnTo>
                <a:lnTo>
                  <a:pt x="21153" y="18994"/>
                </a:lnTo>
                <a:lnTo>
                  <a:pt x="21433" y="18866"/>
                </a:lnTo>
                <a:lnTo>
                  <a:pt x="21573" y="18611"/>
                </a:lnTo>
                <a:lnTo>
                  <a:pt x="21999" y="18611"/>
                </a:lnTo>
                <a:lnTo>
                  <a:pt x="22280" y="18484"/>
                </a:lnTo>
                <a:lnTo>
                  <a:pt x="22560" y="18356"/>
                </a:lnTo>
                <a:lnTo>
                  <a:pt x="22840" y="18096"/>
                </a:lnTo>
                <a:lnTo>
                  <a:pt x="23127" y="17968"/>
                </a:lnTo>
                <a:lnTo>
                  <a:pt x="23407" y="17841"/>
                </a:lnTo>
                <a:lnTo>
                  <a:pt x="23687" y="17713"/>
                </a:lnTo>
                <a:lnTo>
                  <a:pt x="23973" y="17458"/>
                </a:lnTo>
                <a:lnTo>
                  <a:pt x="24254" y="17325"/>
                </a:lnTo>
                <a:lnTo>
                  <a:pt x="24534" y="17198"/>
                </a:lnTo>
                <a:lnTo>
                  <a:pt x="24820" y="17070"/>
                </a:lnTo>
                <a:lnTo>
                  <a:pt x="25101" y="16815"/>
                </a:lnTo>
                <a:lnTo>
                  <a:pt x="25381" y="16688"/>
                </a:lnTo>
                <a:lnTo>
                  <a:pt x="25661" y="16555"/>
                </a:lnTo>
                <a:lnTo>
                  <a:pt x="25947" y="16427"/>
                </a:lnTo>
                <a:lnTo>
                  <a:pt x="26368" y="16300"/>
                </a:lnTo>
                <a:lnTo>
                  <a:pt x="26508" y="16172"/>
                </a:lnTo>
                <a:lnTo>
                  <a:pt x="26794" y="16045"/>
                </a:lnTo>
                <a:lnTo>
                  <a:pt x="27075" y="15917"/>
                </a:lnTo>
                <a:lnTo>
                  <a:pt x="27355" y="15657"/>
                </a:lnTo>
                <a:lnTo>
                  <a:pt x="27635" y="15529"/>
                </a:lnTo>
                <a:lnTo>
                  <a:pt x="27921" y="15402"/>
                </a:lnTo>
                <a:lnTo>
                  <a:pt x="28342" y="15274"/>
                </a:lnTo>
                <a:lnTo>
                  <a:pt x="28622" y="15014"/>
                </a:lnTo>
                <a:lnTo>
                  <a:pt x="28908" y="14887"/>
                </a:lnTo>
                <a:lnTo>
                  <a:pt x="29049" y="14759"/>
                </a:lnTo>
                <a:lnTo>
                  <a:pt x="29329" y="14632"/>
                </a:lnTo>
                <a:lnTo>
                  <a:pt x="29615" y="14377"/>
                </a:lnTo>
                <a:lnTo>
                  <a:pt x="29895" y="14249"/>
                </a:lnTo>
                <a:lnTo>
                  <a:pt x="30316" y="14116"/>
                </a:lnTo>
                <a:lnTo>
                  <a:pt x="30602" y="13989"/>
                </a:lnTo>
                <a:lnTo>
                  <a:pt x="30882" y="13861"/>
                </a:lnTo>
                <a:lnTo>
                  <a:pt x="31163" y="13734"/>
                </a:lnTo>
                <a:lnTo>
                  <a:pt x="31443" y="13606"/>
                </a:lnTo>
                <a:lnTo>
                  <a:pt x="31589" y="13479"/>
                </a:lnTo>
                <a:lnTo>
                  <a:pt x="31869" y="13218"/>
                </a:lnTo>
                <a:lnTo>
                  <a:pt x="32150" y="13091"/>
                </a:lnTo>
                <a:lnTo>
                  <a:pt x="32576" y="12963"/>
                </a:lnTo>
                <a:lnTo>
                  <a:pt x="32856" y="12836"/>
                </a:lnTo>
                <a:lnTo>
                  <a:pt x="33137" y="12575"/>
                </a:lnTo>
                <a:lnTo>
                  <a:pt x="33417" y="12448"/>
                </a:lnTo>
                <a:lnTo>
                  <a:pt x="33703" y="12320"/>
                </a:lnTo>
                <a:lnTo>
                  <a:pt x="33983" y="12193"/>
                </a:lnTo>
                <a:lnTo>
                  <a:pt x="34124" y="11938"/>
                </a:lnTo>
                <a:lnTo>
                  <a:pt x="34550" y="11805"/>
                </a:lnTo>
                <a:lnTo>
                  <a:pt x="34830" y="11678"/>
                </a:lnTo>
                <a:lnTo>
                  <a:pt x="35111" y="11550"/>
                </a:lnTo>
                <a:lnTo>
                  <a:pt x="35397" y="11423"/>
                </a:lnTo>
                <a:lnTo>
                  <a:pt x="35677" y="11295"/>
                </a:lnTo>
                <a:lnTo>
                  <a:pt x="35957" y="11167"/>
                </a:lnTo>
                <a:lnTo>
                  <a:pt x="36238" y="11040"/>
                </a:lnTo>
                <a:lnTo>
                  <a:pt x="36524" y="10780"/>
                </a:lnTo>
                <a:lnTo>
                  <a:pt x="36804" y="10652"/>
                </a:lnTo>
                <a:lnTo>
                  <a:pt x="37085" y="10525"/>
                </a:lnTo>
                <a:lnTo>
                  <a:pt x="37371" y="10397"/>
                </a:lnTo>
                <a:lnTo>
                  <a:pt x="37651" y="10137"/>
                </a:lnTo>
                <a:lnTo>
                  <a:pt x="37931" y="10009"/>
                </a:lnTo>
                <a:lnTo>
                  <a:pt x="38212" y="9882"/>
                </a:lnTo>
                <a:lnTo>
                  <a:pt x="38498" y="9754"/>
                </a:lnTo>
                <a:lnTo>
                  <a:pt x="38918" y="9499"/>
                </a:lnTo>
                <a:lnTo>
                  <a:pt x="39059" y="9366"/>
                </a:lnTo>
                <a:lnTo>
                  <a:pt x="39345" y="9239"/>
                </a:lnTo>
                <a:lnTo>
                  <a:pt x="39625" y="9239"/>
                </a:lnTo>
                <a:lnTo>
                  <a:pt x="39905" y="8984"/>
                </a:lnTo>
                <a:lnTo>
                  <a:pt x="40192" y="8856"/>
                </a:lnTo>
                <a:lnTo>
                  <a:pt x="40472" y="8729"/>
                </a:lnTo>
                <a:lnTo>
                  <a:pt x="40892" y="8601"/>
                </a:lnTo>
                <a:lnTo>
                  <a:pt x="41179" y="8341"/>
                </a:lnTo>
                <a:lnTo>
                  <a:pt x="41459" y="8213"/>
                </a:lnTo>
                <a:lnTo>
                  <a:pt x="41599" y="8086"/>
                </a:lnTo>
                <a:lnTo>
                  <a:pt x="41879" y="7958"/>
                </a:lnTo>
                <a:lnTo>
                  <a:pt x="42166" y="7698"/>
                </a:lnTo>
                <a:lnTo>
                  <a:pt x="42446" y="7571"/>
                </a:lnTo>
                <a:lnTo>
                  <a:pt x="42866" y="7443"/>
                </a:lnTo>
                <a:lnTo>
                  <a:pt x="43153" y="7316"/>
                </a:lnTo>
                <a:lnTo>
                  <a:pt x="43433" y="7061"/>
                </a:lnTo>
                <a:lnTo>
                  <a:pt x="43713" y="6928"/>
                </a:lnTo>
                <a:lnTo>
                  <a:pt x="43999" y="6928"/>
                </a:lnTo>
                <a:lnTo>
                  <a:pt x="44140" y="6800"/>
                </a:lnTo>
                <a:lnTo>
                  <a:pt x="44420" y="6545"/>
                </a:lnTo>
                <a:lnTo>
                  <a:pt x="44700" y="6418"/>
                </a:lnTo>
                <a:lnTo>
                  <a:pt x="45127" y="6290"/>
                </a:lnTo>
                <a:lnTo>
                  <a:pt x="45407" y="6163"/>
                </a:lnTo>
                <a:lnTo>
                  <a:pt x="45687" y="5902"/>
                </a:lnTo>
                <a:lnTo>
                  <a:pt x="45973" y="5775"/>
                </a:lnTo>
                <a:lnTo>
                  <a:pt x="46254" y="5647"/>
                </a:lnTo>
                <a:lnTo>
                  <a:pt x="46534" y="5520"/>
                </a:lnTo>
                <a:lnTo>
                  <a:pt x="46674" y="5259"/>
                </a:lnTo>
                <a:lnTo>
                  <a:pt x="47100" y="5132"/>
                </a:lnTo>
                <a:lnTo>
                  <a:pt x="47381" y="5004"/>
                </a:lnTo>
                <a:lnTo>
                  <a:pt x="47661" y="4749"/>
                </a:lnTo>
                <a:lnTo>
                  <a:pt x="47947" y="4622"/>
                </a:lnTo>
                <a:lnTo>
                  <a:pt x="48228" y="4622"/>
                </a:lnTo>
                <a:lnTo>
                  <a:pt x="48508" y="4489"/>
                </a:lnTo>
                <a:lnTo>
                  <a:pt x="48794" y="4234"/>
                </a:lnTo>
                <a:lnTo>
                  <a:pt x="49215" y="4106"/>
                </a:lnTo>
                <a:lnTo>
                  <a:pt x="49355" y="3979"/>
                </a:lnTo>
                <a:lnTo>
                  <a:pt x="49635" y="3851"/>
                </a:lnTo>
                <a:lnTo>
                  <a:pt x="49921" y="3591"/>
                </a:lnTo>
                <a:lnTo>
                  <a:pt x="50202" y="3464"/>
                </a:lnTo>
                <a:lnTo>
                  <a:pt x="50482" y="3336"/>
                </a:lnTo>
                <a:lnTo>
                  <a:pt x="50768" y="3209"/>
                </a:lnTo>
                <a:lnTo>
                  <a:pt x="51048" y="2954"/>
                </a:lnTo>
                <a:lnTo>
                  <a:pt x="51469" y="2821"/>
                </a:lnTo>
                <a:lnTo>
                  <a:pt x="51609" y="2693"/>
                </a:lnTo>
                <a:lnTo>
                  <a:pt x="51895" y="2566"/>
                </a:lnTo>
                <a:lnTo>
                  <a:pt x="52176" y="2311"/>
                </a:lnTo>
                <a:lnTo>
                  <a:pt x="52456" y="2311"/>
                </a:lnTo>
                <a:lnTo>
                  <a:pt x="52742" y="2183"/>
                </a:lnTo>
                <a:lnTo>
                  <a:pt x="53022" y="2050"/>
                </a:lnTo>
                <a:lnTo>
                  <a:pt x="53443" y="1795"/>
                </a:lnTo>
                <a:lnTo>
                  <a:pt x="53729" y="1668"/>
                </a:lnTo>
                <a:lnTo>
                  <a:pt x="54009" y="1540"/>
                </a:lnTo>
                <a:lnTo>
                  <a:pt x="54150" y="1413"/>
                </a:lnTo>
                <a:lnTo>
                  <a:pt x="54430" y="1152"/>
                </a:lnTo>
                <a:lnTo>
                  <a:pt x="54716" y="1025"/>
                </a:lnTo>
                <a:lnTo>
                  <a:pt x="54996" y="897"/>
                </a:lnTo>
                <a:lnTo>
                  <a:pt x="55417" y="770"/>
                </a:lnTo>
                <a:lnTo>
                  <a:pt x="55703" y="515"/>
                </a:lnTo>
                <a:lnTo>
                  <a:pt x="55983" y="382"/>
                </a:lnTo>
                <a:lnTo>
                  <a:pt x="56264" y="255"/>
                </a:lnTo>
                <a:lnTo>
                  <a:pt x="56550" y="127"/>
                </a:lnTo>
                <a:lnTo>
                  <a:pt x="56690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1262195" y="5897895"/>
            <a:ext cx="56830" cy="30294"/>
          </a:xfrm>
          <a:custGeom>
            <a:avLst/>
            <a:gdLst/>
            <a:ahLst/>
            <a:cxnLst/>
            <a:rect l="l" t="t" r="r" b="b"/>
            <a:pathLst>
              <a:path w="56830" h="30294">
                <a:moveTo>
                  <a:pt x="0" y="30294"/>
                </a:moveTo>
                <a:lnTo>
                  <a:pt x="280" y="30167"/>
                </a:lnTo>
                <a:lnTo>
                  <a:pt x="560" y="30039"/>
                </a:lnTo>
                <a:lnTo>
                  <a:pt x="986" y="29907"/>
                </a:lnTo>
                <a:lnTo>
                  <a:pt x="1267" y="29652"/>
                </a:lnTo>
                <a:lnTo>
                  <a:pt x="1547" y="29524"/>
                </a:lnTo>
                <a:lnTo>
                  <a:pt x="1833" y="29396"/>
                </a:lnTo>
                <a:lnTo>
                  <a:pt x="2114" y="29269"/>
                </a:lnTo>
                <a:lnTo>
                  <a:pt x="2394" y="29009"/>
                </a:lnTo>
                <a:lnTo>
                  <a:pt x="2534" y="28881"/>
                </a:lnTo>
                <a:lnTo>
                  <a:pt x="2960" y="28754"/>
                </a:lnTo>
                <a:lnTo>
                  <a:pt x="3241" y="28626"/>
                </a:lnTo>
                <a:lnTo>
                  <a:pt x="3521" y="28371"/>
                </a:lnTo>
                <a:lnTo>
                  <a:pt x="3807" y="28238"/>
                </a:lnTo>
                <a:lnTo>
                  <a:pt x="4088" y="28111"/>
                </a:lnTo>
                <a:lnTo>
                  <a:pt x="4368" y="27983"/>
                </a:lnTo>
                <a:lnTo>
                  <a:pt x="4654" y="27856"/>
                </a:lnTo>
                <a:lnTo>
                  <a:pt x="4934" y="27728"/>
                </a:lnTo>
                <a:lnTo>
                  <a:pt x="5215" y="27601"/>
                </a:lnTo>
                <a:lnTo>
                  <a:pt x="5501" y="27468"/>
                </a:lnTo>
                <a:lnTo>
                  <a:pt x="5781" y="27213"/>
                </a:lnTo>
                <a:lnTo>
                  <a:pt x="6062" y="27085"/>
                </a:lnTo>
                <a:lnTo>
                  <a:pt x="6342" y="26958"/>
                </a:lnTo>
                <a:lnTo>
                  <a:pt x="6628" y="26830"/>
                </a:lnTo>
                <a:lnTo>
                  <a:pt x="6908" y="26570"/>
                </a:lnTo>
                <a:lnTo>
                  <a:pt x="7329" y="26442"/>
                </a:lnTo>
                <a:lnTo>
                  <a:pt x="7615" y="26315"/>
                </a:lnTo>
                <a:lnTo>
                  <a:pt x="7755" y="26187"/>
                </a:lnTo>
                <a:lnTo>
                  <a:pt x="8036" y="25927"/>
                </a:lnTo>
                <a:lnTo>
                  <a:pt x="8316" y="25800"/>
                </a:lnTo>
                <a:lnTo>
                  <a:pt x="8602" y="25672"/>
                </a:lnTo>
                <a:lnTo>
                  <a:pt x="8882" y="25545"/>
                </a:lnTo>
                <a:lnTo>
                  <a:pt x="9303" y="25417"/>
                </a:lnTo>
                <a:lnTo>
                  <a:pt x="9589" y="25290"/>
                </a:lnTo>
                <a:lnTo>
                  <a:pt x="9869" y="25162"/>
                </a:lnTo>
                <a:lnTo>
                  <a:pt x="10010" y="25029"/>
                </a:lnTo>
                <a:lnTo>
                  <a:pt x="10296" y="24774"/>
                </a:lnTo>
                <a:lnTo>
                  <a:pt x="10576" y="24647"/>
                </a:lnTo>
                <a:lnTo>
                  <a:pt x="10856" y="24519"/>
                </a:lnTo>
                <a:lnTo>
                  <a:pt x="11137" y="24392"/>
                </a:lnTo>
                <a:lnTo>
                  <a:pt x="11563" y="24131"/>
                </a:lnTo>
                <a:lnTo>
                  <a:pt x="11843" y="24004"/>
                </a:lnTo>
                <a:lnTo>
                  <a:pt x="12124" y="23876"/>
                </a:lnTo>
                <a:lnTo>
                  <a:pt x="12410" y="23749"/>
                </a:lnTo>
                <a:lnTo>
                  <a:pt x="12550" y="23488"/>
                </a:lnTo>
                <a:lnTo>
                  <a:pt x="12830" y="23361"/>
                </a:lnTo>
                <a:lnTo>
                  <a:pt x="13111" y="23233"/>
                </a:lnTo>
                <a:lnTo>
                  <a:pt x="13537" y="23233"/>
                </a:lnTo>
                <a:lnTo>
                  <a:pt x="13817" y="22978"/>
                </a:lnTo>
                <a:lnTo>
                  <a:pt x="14098" y="22851"/>
                </a:lnTo>
                <a:lnTo>
                  <a:pt x="14384" y="22723"/>
                </a:lnTo>
                <a:lnTo>
                  <a:pt x="14664" y="22591"/>
                </a:lnTo>
                <a:lnTo>
                  <a:pt x="14944" y="22335"/>
                </a:lnTo>
                <a:lnTo>
                  <a:pt x="15091" y="22208"/>
                </a:lnTo>
                <a:lnTo>
                  <a:pt x="15511" y="22080"/>
                </a:lnTo>
                <a:lnTo>
                  <a:pt x="15791" y="21953"/>
                </a:lnTo>
                <a:lnTo>
                  <a:pt x="16077" y="21693"/>
                </a:lnTo>
                <a:lnTo>
                  <a:pt x="16358" y="21565"/>
                </a:lnTo>
                <a:lnTo>
                  <a:pt x="16638" y="21438"/>
                </a:lnTo>
                <a:lnTo>
                  <a:pt x="16918" y="21310"/>
                </a:lnTo>
                <a:lnTo>
                  <a:pt x="17205" y="21050"/>
                </a:lnTo>
                <a:lnTo>
                  <a:pt x="17485" y="20922"/>
                </a:lnTo>
                <a:lnTo>
                  <a:pt x="17765" y="20922"/>
                </a:lnTo>
                <a:lnTo>
                  <a:pt x="18051" y="20795"/>
                </a:lnTo>
                <a:lnTo>
                  <a:pt x="18332" y="20540"/>
                </a:lnTo>
                <a:lnTo>
                  <a:pt x="18612" y="20412"/>
                </a:lnTo>
                <a:lnTo>
                  <a:pt x="18892" y="20285"/>
                </a:lnTo>
                <a:lnTo>
                  <a:pt x="19179" y="20152"/>
                </a:lnTo>
                <a:lnTo>
                  <a:pt x="19459" y="19897"/>
                </a:lnTo>
                <a:lnTo>
                  <a:pt x="19885" y="19769"/>
                </a:lnTo>
                <a:lnTo>
                  <a:pt x="20166" y="19642"/>
                </a:lnTo>
                <a:lnTo>
                  <a:pt x="20306" y="19514"/>
                </a:lnTo>
                <a:lnTo>
                  <a:pt x="20586" y="19254"/>
                </a:lnTo>
                <a:lnTo>
                  <a:pt x="20872" y="19126"/>
                </a:lnTo>
                <a:lnTo>
                  <a:pt x="21153" y="18999"/>
                </a:lnTo>
                <a:lnTo>
                  <a:pt x="21433" y="18871"/>
                </a:lnTo>
                <a:lnTo>
                  <a:pt x="21859" y="18611"/>
                </a:lnTo>
                <a:lnTo>
                  <a:pt x="22140" y="18611"/>
                </a:lnTo>
                <a:lnTo>
                  <a:pt x="22420" y="18484"/>
                </a:lnTo>
                <a:lnTo>
                  <a:pt x="22700" y="18356"/>
                </a:lnTo>
                <a:lnTo>
                  <a:pt x="22846" y="18101"/>
                </a:lnTo>
                <a:lnTo>
                  <a:pt x="23127" y="17973"/>
                </a:lnTo>
                <a:lnTo>
                  <a:pt x="23407" y="17841"/>
                </a:lnTo>
                <a:lnTo>
                  <a:pt x="23687" y="17713"/>
                </a:lnTo>
                <a:lnTo>
                  <a:pt x="24114" y="17458"/>
                </a:lnTo>
                <a:lnTo>
                  <a:pt x="24394" y="17331"/>
                </a:lnTo>
                <a:lnTo>
                  <a:pt x="24680" y="17203"/>
                </a:lnTo>
                <a:lnTo>
                  <a:pt x="24960" y="17076"/>
                </a:lnTo>
                <a:lnTo>
                  <a:pt x="25241" y="16815"/>
                </a:lnTo>
                <a:lnTo>
                  <a:pt x="25381" y="16688"/>
                </a:lnTo>
                <a:lnTo>
                  <a:pt x="25667" y="16560"/>
                </a:lnTo>
                <a:lnTo>
                  <a:pt x="26088" y="16433"/>
                </a:lnTo>
                <a:lnTo>
                  <a:pt x="26368" y="16305"/>
                </a:lnTo>
                <a:lnTo>
                  <a:pt x="26654" y="16172"/>
                </a:lnTo>
                <a:lnTo>
                  <a:pt x="26934" y="16045"/>
                </a:lnTo>
                <a:lnTo>
                  <a:pt x="27215" y="15917"/>
                </a:lnTo>
                <a:lnTo>
                  <a:pt x="27495" y="15662"/>
                </a:lnTo>
                <a:lnTo>
                  <a:pt x="27641" y="15535"/>
                </a:lnTo>
                <a:lnTo>
                  <a:pt x="28062" y="15402"/>
                </a:lnTo>
                <a:lnTo>
                  <a:pt x="28342" y="15274"/>
                </a:lnTo>
                <a:lnTo>
                  <a:pt x="28628" y="15019"/>
                </a:lnTo>
                <a:lnTo>
                  <a:pt x="28908" y="14892"/>
                </a:lnTo>
                <a:lnTo>
                  <a:pt x="29189" y="14764"/>
                </a:lnTo>
                <a:lnTo>
                  <a:pt x="29475" y="14637"/>
                </a:lnTo>
                <a:lnTo>
                  <a:pt x="29755" y="14377"/>
                </a:lnTo>
                <a:lnTo>
                  <a:pt x="30035" y="14249"/>
                </a:lnTo>
                <a:lnTo>
                  <a:pt x="30316" y="14122"/>
                </a:lnTo>
                <a:lnTo>
                  <a:pt x="30602" y="13994"/>
                </a:lnTo>
                <a:lnTo>
                  <a:pt x="30882" y="13867"/>
                </a:lnTo>
                <a:lnTo>
                  <a:pt x="31163" y="13734"/>
                </a:lnTo>
                <a:lnTo>
                  <a:pt x="31449" y="13606"/>
                </a:lnTo>
                <a:lnTo>
                  <a:pt x="31729" y="13479"/>
                </a:lnTo>
                <a:lnTo>
                  <a:pt x="32009" y="13224"/>
                </a:lnTo>
                <a:lnTo>
                  <a:pt x="32436" y="13096"/>
                </a:lnTo>
                <a:lnTo>
                  <a:pt x="32716" y="12963"/>
                </a:lnTo>
                <a:lnTo>
                  <a:pt x="32856" y="12836"/>
                </a:lnTo>
                <a:lnTo>
                  <a:pt x="33137" y="12581"/>
                </a:lnTo>
                <a:lnTo>
                  <a:pt x="33423" y="12453"/>
                </a:lnTo>
                <a:lnTo>
                  <a:pt x="33703" y="12326"/>
                </a:lnTo>
                <a:lnTo>
                  <a:pt x="33983" y="12193"/>
                </a:lnTo>
                <a:lnTo>
                  <a:pt x="34410" y="11938"/>
                </a:lnTo>
                <a:lnTo>
                  <a:pt x="34690" y="11810"/>
                </a:lnTo>
                <a:lnTo>
                  <a:pt x="34970" y="11683"/>
                </a:lnTo>
                <a:lnTo>
                  <a:pt x="35257" y="11683"/>
                </a:lnTo>
                <a:lnTo>
                  <a:pt x="35397" y="11428"/>
                </a:lnTo>
                <a:lnTo>
                  <a:pt x="35677" y="11295"/>
                </a:lnTo>
                <a:lnTo>
                  <a:pt x="35957" y="11167"/>
                </a:lnTo>
                <a:lnTo>
                  <a:pt x="36244" y="11040"/>
                </a:lnTo>
                <a:lnTo>
                  <a:pt x="36664" y="10785"/>
                </a:lnTo>
                <a:lnTo>
                  <a:pt x="36944" y="10657"/>
                </a:lnTo>
                <a:lnTo>
                  <a:pt x="37231" y="10525"/>
                </a:lnTo>
                <a:lnTo>
                  <a:pt x="37511" y="10397"/>
                </a:lnTo>
                <a:lnTo>
                  <a:pt x="37791" y="10142"/>
                </a:lnTo>
                <a:lnTo>
                  <a:pt x="37931" y="10015"/>
                </a:lnTo>
                <a:lnTo>
                  <a:pt x="38218" y="9887"/>
                </a:lnTo>
                <a:lnTo>
                  <a:pt x="38638" y="9754"/>
                </a:lnTo>
                <a:lnTo>
                  <a:pt x="38918" y="9499"/>
                </a:lnTo>
                <a:lnTo>
                  <a:pt x="39205" y="9372"/>
                </a:lnTo>
                <a:lnTo>
                  <a:pt x="39485" y="9372"/>
                </a:lnTo>
                <a:lnTo>
                  <a:pt x="39765" y="9244"/>
                </a:lnTo>
                <a:lnTo>
                  <a:pt x="40051" y="8984"/>
                </a:lnTo>
                <a:lnTo>
                  <a:pt x="40332" y="8856"/>
                </a:lnTo>
                <a:lnTo>
                  <a:pt x="40612" y="8729"/>
                </a:lnTo>
                <a:lnTo>
                  <a:pt x="40892" y="8601"/>
                </a:lnTo>
                <a:lnTo>
                  <a:pt x="41179" y="8346"/>
                </a:lnTo>
                <a:lnTo>
                  <a:pt x="41459" y="8219"/>
                </a:lnTo>
                <a:lnTo>
                  <a:pt x="41739" y="8086"/>
                </a:lnTo>
                <a:lnTo>
                  <a:pt x="42025" y="7958"/>
                </a:lnTo>
                <a:lnTo>
                  <a:pt x="42306" y="7703"/>
                </a:lnTo>
                <a:lnTo>
                  <a:pt x="42586" y="7576"/>
                </a:lnTo>
                <a:lnTo>
                  <a:pt x="42866" y="7448"/>
                </a:lnTo>
                <a:lnTo>
                  <a:pt x="43153" y="7316"/>
                </a:lnTo>
                <a:lnTo>
                  <a:pt x="43433" y="7061"/>
                </a:lnTo>
                <a:lnTo>
                  <a:pt x="43713" y="6933"/>
                </a:lnTo>
                <a:lnTo>
                  <a:pt x="43999" y="6933"/>
                </a:lnTo>
                <a:lnTo>
                  <a:pt x="44280" y="6805"/>
                </a:lnTo>
                <a:lnTo>
                  <a:pt x="44560" y="6545"/>
                </a:lnTo>
                <a:lnTo>
                  <a:pt x="44986" y="6418"/>
                </a:lnTo>
                <a:lnTo>
                  <a:pt x="45267" y="6290"/>
                </a:lnTo>
                <a:lnTo>
                  <a:pt x="45407" y="6163"/>
                </a:lnTo>
                <a:lnTo>
                  <a:pt x="45687" y="5908"/>
                </a:lnTo>
                <a:lnTo>
                  <a:pt x="45973" y="5780"/>
                </a:lnTo>
                <a:lnTo>
                  <a:pt x="46254" y="5647"/>
                </a:lnTo>
                <a:lnTo>
                  <a:pt x="46534" y="5520"/>
                </a:lnTo>
                <a:lnTo>
                  <a:pt x="46960" y="5265"/>
                </a:lnTo>
                <a:lnTo>
                  <a:pt x="47241" y="5137"/>
                </a:lnTo>
                <a:lnTo>
                  <a:pt x="47521" y="5010"/>
                </a:lnTo>
                <a:lnTo>
                  <a:pt x="47807" y="4877"/>
                </a:lnTo>
                <a:lnTo>
                  <a:pt x="47947" y="4622"/>
                </a:lnTo>
                <a:lnTo>
                  <a:pt x="48228" y="4622"/>
                </a:lnTo>
                <a:lnTo>
                  <a:pt x="48508" y="4494"/>
                </a:lnTo>
                <a:lnTo>
                  <a:pt x="48794" y="4367"/>
                </a:lnTo>
                <a:lnTo>
                  <a:pt x="49215" y="4106"/>
                </a:lnTo>
                <a:lnTo>
                  <a:pt x="49495" y="3979"/>
                </a:lnTo>
                <a:lnTo>
                  <a:pt x="49781" y="3851"/>
                </a:lnTo>
                <a:lnTo>
                  <a:pt x="50061" y="3724"/>
                </a:lnTo>
                <a:lnTo>
                  <a:pt x="50342" y="3469"/>
                </a:lnTo>
                <a:lnTo>
                  <a:pt x="50482" y="3341"/>
                </a:lnTo>
                <a:lnTo>
                  <a:pt x="50768" y="3209"/>
                </a:lnTo>
                <a:lnTo>
                  <a:pt x="51189" y="3081"/>
                </a:lnTo>
                <a:lnTo>
                  <a:pt x="51469" y="2826"/>
                </a:lnTo>
                <a:lnTo>
                  <a:pt x="51755" y="2699"/>
                </a:lnTo>
                <a:lnTo>
                  <a:pt x="52035" y="2571"/>
                </a:lnTo>
                <a:lnTo>
                  <a:pt x="52316" y="2438"/>
                </a:lnTo>
                <a:lnTo>
                  <a:pt x="52602" y="2311"/>
                </a:lnTo>
                <a:lnTo>
                  <a:pt x="52882" y="2183"/>
                </a:lnTo>
                <a:lnTo>
                  <a:pt x="53163" y="2056"/>
                </a:lnTo>
                <a:lnTo>
                  <a:pt x="53449" y="1928"/>
                </a:lnTo>
                <a:lnTo>
                  <a:pt x="53729" y="1668"/>
                </a:lnTo>
                <a:lnTo>
                  <a:pt x="54009" y="1540"/>
                </a:lnTo>
                <a:lnTo>
                  <a:pt x="54290" y="1413"/>
                </a:lnTo>
                <a:lnTo>
                  <a:pt x="54576" y="1285"/>
                </a:lnTo>
                <a:lnTo>
                  <a:pt x="54856" y="1030"/>
                </a:lnTo>
                <a:lnTo>
                  <a:pt x="55137" y="897"/>
                </a:lnTo>
                <a:lnTo>
                  <a:pt x="55423" y="770"/>
                </a:lnTo>
                <a:lnTo>
                  <a:pt x="55703" y="642"/>
                </a:lnTo>
                <a:lnTo>
                  <a:pt x="55983" y="387"/>
                </a:lnTo>
                <a:lnTo>
                  <a:pt x="56264" y="260"/>
                </a:lnTo>
                <a:lnTo>
                  <a:pt x="56550" y="132"/>
                </a:lnTo>
                <a:lnTo>
                  <a:pt x="56830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1319026" y="5867584"/>
            <a:ext cx="56690" cy="30310"/>
          </a:xfrm>
          <a:custGeom>
            <a:avLst/>
            <a:gdLst/>
            <a:ahLst/>
            <a:cxnLst/>
            <a:rect l="l" t="t" r="r" b="b"/>
            <a:pathLst>
              <a:path w="56690" h="30310">
                <a:moveTo>
                  <a:pt x="0" y="30310"/>
                </a:moveTo>
                <a:lnTo>
                  <a:pt x="280" y="30183"/>
                </a:lnTo>
                <a:lnTo>
                  <a:pt x="706" y="30055"/>
                </a:lnTo>
                <a:lnTo>
                  <a:pt x="986" y="29928"/>
                </a:lnTo>
                <a:lnTo>
                  <a:pt x="1127" y="29800"/>
                </a:lnTo>
                <a:lnTo>
                  <a:pt x="1413" y="29540"/>
                </a:lnTo>
                <a:lnTo>
                  <a:pt x="1693" y="29412"/>
                </a:lnTo>
                <a:lnTo>
                  <a:pt x="1973" y="29285"/>
                </a:lnTo>
                <a:lnTo>
                  <a:pt x="2254" y="29157"/>
                </a:lnTo>
                <a:lnTo>
                  <a:pt x="2680" y="28902"/>
                </a:lnTo>
                <a:lnTo>
                  <a:pt x="2960" y="28770"/>
                </a:lnTo>
                <a:lnTo>
                  <a:pt x="3241" y="28642"/>
                </a:lnTo>
                <a:lnTo>
                  <a:pt x="3527" y="28515"/>
                </a:lnTo>
                <a:lnTo>
                  <a:pt x="3667" y="28260"/>
                </a:lnTo>
                <a:lnTo>
                  <a:pt x="3947" y="28132"/>
                </a:lnTo>
                <a:lnTo>
                  <a:pt x="4228" y="28004"/>
                </a:lnTo>
                <a:lnTo>
                  <a:pt x="4514" y="28004"/>
                </a:lnTo>
                <a:lnTo>
                  <a:pt x="4934" y="27744"/>
                </a:lnTo>
                <a:lnTo>
                  <a:pt x="5215" y="27617"/>
                </a:lnTo>
                <a:lnTo>
                  <a:pt x="5501" y="27489"/>
                </a:lnTo>
                <a:lnTo>
                  <a:pt x="5781" y="27362"/>
                </a:lnTo>
                <a:lnTo>
                  <a:pt x="6062" y="27101"/>
                </a:lnTo>
                <a:lnTo>
                  <a:pt x="6208" y="26974"/>
                </a:lnTo>
                <a:lnTo>
                  <a:pt x="6488" y="26846"/>
                </a:lnTo>
                <a:lnTo>
                  <a:pt x="6908" y="26719"/>
                </a:lnTo>
                <a:lnTo>
                  <a:pt x="7195" y="26464"/>
                </a:lnTo>
                <a:lnTo>
                  <a:pt x="7475" y="26331"/>
                </a:lnTo>
                <a:lnTo>
                  <a:pt x="7755" y="26203"/>
                </a:lnTo>
                <a:lnTo>
                  <a:pt x="8036" y="26076"/>
                </a:lnTo>
                <a:lnTo>
                  <a:pt x="8322" y="25821"/>
                </a:lnTo>
                <a:lnTo>
                  <a:pt x="8602" y="25693"/>
                </a:lnTo>
                <a:lnTo>
                  <a:pt x="8882" y="25693"/>
                </a:lnTo>
                <a:lnTo>
                  <a:pt x="9169" y="25566"/>
                </a:lnTo>
                <a:lnTo>
                  <a:pt x="9449" y="25305"/>
                </a:lnTo>
                <a:lnTo>
                  <a:pt x="9729" y="25178"/>
                </a:lnTo>
                <a:lnTo>
                  <a:pt x="10015" y="25050"/>
                </a:lnTo>
                <a:lnTo>
                  <a:pt x="10296" y="24923"/>
                </a:lnTo>
                <a:lnTo>
                  <a:pt x="10576" y="24663"/>
                </a:lnTo>
                <a:lnTo>
                  <a:pt x="10856" y="24535"/>
                </a:lnTo>
                <a:lnTo>
                  <a:pt x="11143" y="24408"/>
                </a:lnTo>
                <a:lnTo>
                  <a:pt x="11423" y="24280"/>
                </a:lnTo>
                <a:lnTo>
                  <a:pt x="11703" y="24025"/>
                </a:lnTo>
                <a:lnTo>
                  <a:pt x="11989" y="23892"/>
                </a:lnTo>
                <a:lnTo>
                  <a:pt x="12270" y="23765"/>
                </a:lnTo>
                <a:lnTo>
                  <a:pt x="12550" y="23637"/>
                </a:lnTo>
                <a:lnTo>
                  <a:pt x="12830" y="23382"/>
                </a:lnTo>
                <a:lnTo>
                  <a:pt x="13257" y="23382"/>
                </a:lnTo>
                <a:lnTo>
                  <a:pt x="13537" y="23255"/>
                </a:lnTo>
                <a:lnTo>
                  <a:pt x="13677" y="23122"/>
                </a:lnTo>
                <a:lnTo>
                  <a:pt x="13963" y="22867"/>
                </a:lnTo>
                <a:lnTo>
                  <a:pt x="14244" y="22739"/>
                </a:lnTo>
                <a:lnTo>
                  <a:pt x="14524" y="22612"/>
                </a:lnTo>
                <a:lnTo>
                  <a:pt x="14810" y="22484"/>
                </a:lnTo>
                <a:lnTo>
                  <a:pt x="15231" y="22224"/>
                </a:lnTo>
                <a:lnTo>
                  <a:pt x="15511" y="22096"/>
                </a:lnTo>
                <a:lnTo>
                  <a:pt x="15797" y="21969"/>
                </a:lnTo>
                <a:lnTo>
                  <a:pt x="16077" y="21841"/>
                </a:lnTo>
                <a:lnTo>
                  <a:pt x="16218" y="21586"/>
                </a:lnTo>
                <a:lnTo>
                  <a:pt x="16498" y="21454"/>
                </a:lnTo>
                <a:lnTo>
                  <a:pt x="16784" y="21326"/>
                </a:lnTo>
                <a:lnTo>
                  <a:pt x="17064" y="21198"/>
                </a:lnTo>
                <a:lnTo>
                  <a:pt x="17485" y="21071"/>
                </a:lnTo>
                <a:lnTo>
                  <a:pt x="17771" y="20943"/>
                </a:lnTo>
                <a:lnTo>
                  <a:pt x="18051" y="20816"/>
                </a:lnTo>
                <a:lnTo>
                  <a:pt x="18332" y="20683"/>
                </a:lnTo>
                <a:lnTo>
                  <a:pt x="18612" y="20428"/>
                </a:lnTo>
                <a:lnTo>
                  <a:pt x="18758" y="20301"/>
                </a:lnTo>
                <a:lnTo>
                  <a:pt x="19038" y="20173"/>
                </a:lnTo>
                <a:lnTo>
                  <a:pt x="19459" y="20046"/>
                </a:lnTo>
                <a:lnTo>
                  <a:pt x="19745" y="19785"/>
                </a:lnTo>
                <a:lnTo>
                  <a:pt x="20025" y="19658"/>
                </a:lnTo>
                <a:lnTo>
                  <a:pt x="20306" y="19530"/>
                </a:lnTo>
                <a:lnTo>
                  <a:pt x="20592" y="19403"/>
                </a:lnTo>
                <a:lnTo>
                  <a:pt x="20872" y="19148"/>
                </a:lnTo>
                <a:lnTo>
                  <a:pt x="21153" y="19015"/>
                </a:lnTo>
                <a:lnTo>
                  <a:pt x="21433" y="18887"/>
                </a:lnTo>
                <a:lnTo>
                  <a:pt x="21719" y="18760"/>
                </a:lnTo>
                <a:lnTo>
                  <a:pt x="21999" y="18632"/>
                </a:lnTo>
                <a:lnTo>
                  <a:pt x="22280" y="18505"/>
                </a:lnTo>
                <a:lnTo>
                  <a:pt x="22566" y="18377"/>
                </a:lnTo>
                <a:lnTo>
                  <a:pt x="22846" y="18244"/>
                </a:lnTo>
                <a:lnTo>
                  <a:pt x="23127" y="17989"/>
                </a:lnTo>
                <a:lnTo>
                  <a:pt x="23407" y="17862"/>
                </a:lnTo>
                <a:lnTo>
                  <a:pt x="23693" y="17734"/>
                </a:lnTo>
                <a:lnTo>
                  <a:pt x="23973" y="17607"/>
                </a:lnTo>
                <a:lnTo>
                  <a:pt x="24254" y="17347"/>
                </a:lnTo>
                <a:lnTo>
                  <a:pt x="24540" y="17219"/>
                </a:lnTo>
                <a:lnTo>
                  <a:pt x="24820" y="17092"/>
                </a:lnTo>
                <a:lnTo>
                  <a:pt x="25101" y="16964"/>
                </a:lnTo>
                <a:lnTo>
                  <a:pt x="25387" y="16709"/>
                </a:lnTo>
                <a:lnTo>
                  <a:pt x="25807" y="16576"/>
                </a:lnTo>
                <a:lnTo>
                  <a:pt x="26088" y="16449"/>
                </a:lnTo>
                <a:lnTo>
                  <a:pt x="26228" y="16321"/>
                </a:lnTo>
                <a:lnTo>
                  <a:pt x="26514" y="16194"/>
                </a:lnTo>
                <a:lnTo>
                  <a:pt x="26794" y="16066"/>
                </a:lnTo>
                <a:lnTo>
                  <a:pt x="27075" y="15939"/>
                </a:lnTo>
                <a:lnTo>
                  <a:pt x="27361" y="15806"/>
                </a:lnTo>
                <a:lnTo>
                  <a:pt x="27781" y="15551"/>
                </a:lnTo>
                <a:lnTo>
                  <a:pt x="28062" y="15423"/>
                </a:lnTo>
                <a:lnTo>
                  <a:pt x="28348" y="15296"/>
                </a:lnTo>
                <a:lnTo>
                  <a:pt x="28628" y="15168"/>
                </a:lnTo>
                <a:lnTo>
                  <a:pt x="28768" y="14908"/>
                </a:lnTo>
                <a:lnTo>
                  <a:pt x="29049" y="14780"/>
                </a:lnTo>
                <a:lnTo>
                  <a:pt x="29335" y="14653"/>
                </a:lnTo>
                <a:lnTo>
                  <a:pt x="29615" y="14525"/>
                </a:lnTo>
                <a:lnTo>
                  <a:pt x="30035" y="14270"/>
                </a:lnTo>
                <a:lnTo>
                  <a:pt x="30322" y="14137"/>
                </a:lnTo>
                <a:lnTo>
                  <a:pt x="30602" y="14010"/>
                </a:lnTo>
                <a:lnTo>
                  <a:pt x="30882" y="14010"/>
                </a:lnTo>
                <a:lnTo>
                  <a:pt x="31168" y="13755"/>
                </a:lnTo>
                <a:lnTo>
                  <a:pt x="31309" y="13627"/>
                </a:lnTo>
                <a:lnTo>
                  <a:pt x="31589" y="13500"/>
                </a:lnTo>
                <a:lnTo>
                  <a:pt x="32009" y="13367"/>
                </a:lnTo>
                <a:lnTo>
                  <a:pt x="32296" y="13112"/>
                </a:lnTo>
                <a:lnTo>
                  <a:pt x="32576" y="12985"/>
                </a:lnTo>
                <a:lnTo>
                  <a:pt x="32856" y="12857"/>
                </a:lnTo>
                <a:lnTo>
                  <a:pt x="33142" y="12730"/>
                </a:lnTo>
                <a:lnTo>
                  <a:pt x="33423" y="12469"/>
                </a:lnTo>
                <a:lnTo>
                  <a:pt x="33703" y="12342"/>
                </a:lnTo>
                <a:lnTo>
                  <a:pt x="33843" y="12214"/>
                </a:lnTo>
                <a:lnTo>
                  <a:pt x="34270" y="12087"/>
                </a:lnTo>
                <a:lnTo>
                  <a:pt x="34550" y="11832"/>
                </a:lnTo>
                <a:lnTo>
                  <a:pt x="34830" y="11699"/>
                </a:lnTo>
                <a:lnTo>
                  <a:pt x="35116" y="11699"/>
                </a:lnTo>
                <a:lnTo>
                  <a:pt x="35397" y="11571"/>
                </a:lnTo>
                <a:lnTo>
                  <a:pt x="35677" y="11316"/>
                </a:lnTo>
                <a:lnTo>
                  <a:pt x="35963" y="11189"/>
                </a:lnTo>
                <a:lnTo>
                  <a:pt x="36244" y="11061"/>
                </a:lnTo>
                <a:lnTo>
                  <a:pt x="36524" y="10928"/>
                </a:lnTo>
                <a:lnTo>
                  <a:pt x="36804" y="10673"/>
                </a:lnTo>
                <a:lnTo>
                  <a:pt x="37090" y="10546"/>
                </a:lnTo>
                <a:lnTo>
                  <a:pt x="37371" y="10418"/>
                </a:lnTo>
                <a:lnTo>
                  <a:pt x="37651" y="10291"/>
                </a:lnTo>
                <a:lnTo>
                  <a:pt x="37937" y="10031"/>
                </a:lnTo>
                <a:lnTo>
                  <a:pt x="38358" y="9903"/>
                </a:lnTo>
                <a:lnTo>
                  <a:pt x="38638" y="9775"/>
                </a:lnTo>
                <a:lnTo>
                  <a:pt x="38784" y="9648"/>
                </a:lnTo>
                <a:lnTo>
                  <a:pt x="39064" y="9388"/>
                </a:lnTo>
                <a:lnTo>
                  <a:pt x="39345" y="9388"/>
                </a:lnTo>
                <a:lnTo>
                  <a:pt x="39625" y="9260"/>
                </a:lnTo>
                <a:lnTo>
                  <a:pt x="39911" y="9133"/>
                </a:lnTo>
                <a:lnTo>
                  <a:pt x="40192" y="8878"/>
                </a:lnTo>
                <a:lnTo>
                  <a:pt x="40612" y="8750"/>
                </a:lnTo>
                <a:lnTo>
                  <a:pt x="40898" y="8623"/>
                </a:lnTo>
                <a:lnTo>
                  <a:pt x="41179" y="8490"/>
                </a:lnTo>
                <a:lnTo>
                  <a:pt x="41319" y="8235"/>
                </a:lnTo>
                <a:lnTo>
                  <a:pt x="41599" y="8107"/>
                </a:lnTo>
                <a:lnTo>
                  <a:pt x="41885" y="7980"/>
                </a:lnTo>
                <a:lnTo>
                  <a:pt x="42166" y="7852"/>
                </a:lnTo>
                <a:lnTo>
                  <a:pt x="42586" y="7592"/>
                </a:lnTo>
                <a:lnTo>
                  <a:pt x="42872" y="7464"/>
                </a:lnTo>
                <a:lnTo>
                  <a:pt x="43153" y="7337"/>
                </a:lnTo>
                <a:lnTo>
                  <a:pt x="43433" y="7209"/>
                </a:lnTo>
                <a:lnTo>
                  <a:pt x="43719" y="7082"/>
                </a:lnTo>
                <a:lnTo>
                  <a:pt x="43859" y="6949"/>
                </a:lnTo>
                <a:lnTo>
                  <a:pt x="44140" y="6821"/>
                </a:lnTo>
                <a:lnTo>
                  <a:pt x="44566" y="6694"/>
                </a:lnTo>
                <a:lnTo>
                  <a:pt x="44846" y="6439"/>
                </a:lnTo>
                <a:lnTo>
                  <a:pt x="45127" y="6311"/>
                </a:lnTo>
                <a:lnTo>
                  <a:pt x="45407" y="6179"/>
                </a:lnTo>
                <a:lnTo>
                  <a:pt x="45693" y="6051"/>
                </a:lnTo>
                <a:lnTo>
                  <a:pt x="45973" y="5796"/>
                </a:lnTo>
                <a:lnTo>
                  <a:pt x="46254" y="5669"/>
                </a:lnTo>
                <a:lnTo>
                  <a:pt x="46394" y="5541"/>
                </a:lnTo>
                <a:lnTo>
                  <a:pt x="46820" y="5413"/>
                </a:lnTo>
                <a:lnTo>
                  <a:pt x="47100" y="5153"/>
                </a:lnTo>
                <a:lnTo>
                  <a:pt x="47381" y="5026"/>
                </a:lnTo>
                <a:lnTo>
                  <a:pt x="47667" y="4898"/>
                </a:lnTo>
                <a:lnTo>
                  <a:pt x="47947" y="4771"/>
                </a:lnTo>
                <a:lnTo>
                  <a:pt x="48228" y="4643"/>
                </a:lnTo>
                <a:lnTo>
                  <a:pt x="48514" y="4510"/>
                </a:lnTo>
                <a:lnTo>
                  <a:pt x="48934" y="4383"/>
                </a:lnTo>
                <a:lnTo>
                  <a:pt x="49074" y="4255"/>
                </a:lnTo>
                <a:lnTo>
                  <a:pt x="49361" y="4000"/>
                </a:lnTo>
                <a:lnTo>
                  <a:pt x="49641" y="3873"/>
                </a:lnTo>
                <a:lnTo>
                  <a:pt x="49921" y="3740"/>
                </a:lnTo>
                <a:lnTo>
                  <a:pt x="50202" y="3612"/>
                </a:lnTo>
                <a:lnTo>
                  <a:pt x="50488" y="3357"/>
                </a:lnTo>
                <a:lnTo>
                  <a:pt x="50908" y="3230"/>
                </a:lnTo>
                <a:lnTo>
                  <a:pt x="51189" y="3102"/>
                </a:lnTo>
                <a:lnTo>
                  <a:pt x="51475" y="2975"/>
                </a:lnTo>
                <a:lnTo>
                  <a:pt x="51615" y="2714"/>
                </a:lnTo>
                <a:lnTo>
                  <a:pt x="51895" y="2587"/>
                </a:lnTo>
                <a:lnTo>
                  <a:pt x="52176" y="2459"/>
                </a:lnTo>
                <a:lnTo>
                  <a:pt x="52462" y="2459"/>
                </a:lnTo>
                <a:lnTo>
                  <a:pt x="52742" y="2204"/>
                </a:lnTo>
                <a:lnTo>
                  <a:pt x="53168" y="2072"/>
                </a:lnTo>
                <a:lnTo>
                  <a:pt x="53449" y="1944"/>
                </a:lnTo>
                <a:lnTo>
                  <a:pt x="53729" y="1806"/>
                </a:lnTo>
                <a:lnTo>
                  <a:pt x="53869" y="1540"/>
                </a:lnTo>
                <a:lnTo>
                  <a:pt x="54155" y="1434"/>
                </a:lnTo>
                <a:lnTo>
                  <a:pt x="54436" y="1328"/>
                </a:lnTo>
                <a:lnTo>
                  <a:pt x="54716" y="1168"/>
                </a:lnTo>
                <a:lnTo>
                  <a:pt x="55142" y="903"/>
                </a:lnTo>
                <a:lnTo>
                  <a:pt x="55423" y="796"/>
                </a:lnTo>
                <a:lnTo>
                  <a:pt x="55703" y="637"/>
                </a:lnTo>
                <a:lnTo>
                  <a:pt x="55983" y="531"/>
                </a:lnTo>
                <a:lnTo>
                  <a:pt x="56270" y="265"/>
                </a:lnTo>
                <a:lnTo>
                  <a:pt x="56410" y="159"/>
                </a:lnTo>
                <a:lnTo>
                  <a:pt x="56690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1375716" y="5837459"/>
            <a:ext cx="56976" cy="30124"/>
          </a:xfrm>
          <a:custGeom>
            <a:avLst/>
            <a:gdLst/>
            <a:ahLst/>
            <a:cxnLst/>
            <a:rect l="l" t="t" r="r" b="b"/>
            <a:pathLst>
              <a:path w="56976" h="30124">
                <a:moveTo>
                  <a:pt x="0" y="30124"/>
                </a:moveTo>
                <a:lnTo>
                  <a:pt x="426" y="30124"/>
                </a:lnTo>
                <a:lnTo>
                  <a:pt x="706" y="29912"/>
                </a:lnTo>
                <a:lnTo>
                  <a:pt x="986" y="29752"/>
                </a:lnTo>
                <a:lnTo>
                  <a:pt x="1273" y="29646"/>
                </a:lnTo>
                <a:lnTo>
                  <a:pt x="1553" y="29487"/>
                </a:lnTo>
                <a:lnTo>
                  <a:pt x="1833" y="29221"/>
                </a:lnTo>
                <a:lnTo>
                  <a:pt x="2114" y="29115"/>
                </a:lnTo>
                <a:lnTo>
                  <a:pt x="2260" y="29009"/>
                </a:lnTo>
                <a:lnTo>
                  <a:pt x="2680" y="28849"/>
                </a:lnTo>
                <a:lnTo>
                  <a:pt x="2960" y="28584"/>
                </a:lnTo>
                <a:lnTo>
                  <a:pt x="3247" y="28477"/>
                </a:lnTo>
                <a:lnTo>
                  <a:pt x="3527" y="28371"/>
                </a:lnTo>
                <a:lnTo>
                  <a:pt x="3807" y="28212"/>
                </a:lnTo>
                <a:lnTo>
                  <a:pt x="4088" y="27946"/>
                </a:lnTo>
                <a:lnTo>
                  <a:pt x="4374" y="27840"/>
                </a:lnTo>
                <a:lnTo>
                  <a:pt x="4794" y="27840"/>
                </a:lnTo>
                <a:lnTo>
                  <a:pt x="4934" y="27680"/>
                </a:lnTo>
                <a:lnTo>
                  <a:pt x="5221" y="27468"/>
                </a:lnTo>
                <a:lnTo>
                  <a:pt x="5501" y="27308"/>
                </a:lnTo>
                <a:lnTo>
                  <a:pt x="5781" y="27202"/>
                </a:lnTo>
                <a:lnTo>
                  <a:pt x="6067" y="27043"/>
                </a:lnTo>
                <a:lnTo>
                  <a:pt x="6348" y="26830"/>
                </a:lnTo>
                <a:lnTo>
                  <a:pt x="6768" y="26671"/>
                </a:lnTo>
                <a:lnTo>
                  <a:pt x="7054" y="26565"/>
                </a:lnTo>
                <a:lnTo>
                  <a:pt x="7335" y="26405"/>
                </a:lnTo>
                <a:lnTo>
                  <a:pt x="7475" y="26140"/>
                </a:lnTo>
                <a:lnTo>
                  <a:pt x="7755" y="26033"/>
                </a:lnTo>
                <a:lnTo>
                  <a:pt x="8041" y="25927"/>
                </a:lnTo>
                <a:lnTo>
                  <a:pt x="8322" y="25768"/>
                </a:lnTo>
                <a:lnTo>
                  <a:pt x="8602" y="25502"/>
                </a:lnTo>
                <a:lnTo>
                  <a:pt x="9028" y="25502"/>
                </a:lnTo>
                <a:lnTo>
                  <a:pt x="9309" y="25396"/>
                </a:lnTo>
                <a:lnTo>
                  <a:pt x="9589" y="25290"/>
                </a:lnTo>
                <a:lnTo>
                  <a:pt x="9875" y="25024"/>
                </a:lnTo>
                <a:lnTo>
                  <a:pt x="10015" y="24864"/>
                </a:lnTo>
                <a:lnTo>
                  <a:pt x="10296" y="24758"/>
                </a:lnTo>
                <a:lnTo>
                  <a:pt x="10576" y="24652"/>
                </a:lnTo>
                <a:lnTo>
                  <a:pt x="11002" y="24386"/>
                </a:lnTo>
                <a:lnTo>
                  <a:pt x="11283" y="24227"/>
                </a:lnTo>
                <a:lnTo>
                  <a:pt x="11563" y="24121"/>
                </a:lnTo>
                <a:lnTo>
                  <a:pt x="11849" y="23961"/>
                </a:lnTo>
                <a:lnTo>
                  <a:pt x="12130" y="23749"/>
                </a:lnTo>
                <a:lnTo>
                  <a:pt x="12410" y="23589"/>
                </a:lnTo>
                <a:lnTo>
                  <a:pt x="12550" y="23483"/>
                </a:lnTo>
                <a:lnTo>
                  <a:pt x="12976" y="23324"/>
                </a:lnTo>
                <a:lnTo>
                  <a:pt x="13257" y="23217"/>
                </a:lnTo>
                <a:lnTo>
                  <a:pt x="13537" y="23111"/>
                </a:lnTo>
                <a:lnTo>
                  <a:pt x="13823" y="22952"/>
                </a:lnTo>
                <a:lnTo>
                  <a:pt x="14104" y="22846"/>
                </a:lnTo>
                <a:lnTo>
                  <a:pt x="14384" y="22580"/>
                </a:lnTo>
                <a:lnTo>
                  <a:pt x="14670" y="22420"/>
                </a:lnTo>
                <a:lnTo>
                  <a:pt x="14810" y="22314"/>
                </a:lnTo>
                <a:lnTo>
                  <a:pt x="15231" y="22208"/>
                </a:lnTo>
                <a:lnTo>
                  <a:pt x="15511" y="21942"/>
                </a:lnTo>
                <a:lnTo>
                  <a:pt x="15797" y="21783"/>
                </a:lnTo>
                <a:lnTo>
                  <a:pt x="16077" y="21677"/>
                </a:lnTo>
                <a:lnTo>
                  <a:pt x="16358" y="21570"/>
                </a:lnTo>
                <a:lnTo>
                  <a:pt x="16644" y="21305"/>
                </a:lnTo>
                <a:lnTo>
                  <a:pt x="16924" y="21145"/>
                </a:lnTo>
                <a:lnTo>
                  <a:pt x="17345" y="21039"/>
                </a:lnTo>
                <a:lnTo>
                  <a:pt x="17485" y="20880"/>
                </a:lnTo>
                <a:lnTo>
                  <a:pt x="17771" y="20773"/>
                </a:lnTo>
                <a:lnTo>
                  <a:pt x="18051" y="20667"/>
                </a:lnTo>
                <a:lnTo>
                  <a:pt x="18332" y="20508"/>
                </a:lnTo>
                <a:lnTo>
                  <a:pt x="18618" y="20402"/>
                </a:lnTo>
                <a:lnTo>
                  <a:pt x="18898" y="20136"/>
                </a:lnTo>
                <a:lnTo>
                  <a:pt x="19319" y="20030"/>
                </a:lnTo>
                <a:lnTo>
                  <a:pt x="19605" y="19870"/>
                </a:lnTo>
                <a:lnTo>
                  <a:pt x="19885" y="19764"/>
                </a:lnTo>
                <a:lnTo>
                  <a:pt x="20025" y="19498"/>
                </a:lnTo>
                <a:lnTo>
                  <a:pt x="20306" y="19339"/>
                </a:lnTo>
                <a:lnTo>
                  <a:pt x="20592" y="19233"/>
                </a:lnTo>
                <a:lnTo>
                  <a:pt x="20872" y="19126"/>
                </a:lnTo>
                <a:lnTo>
                  <a:pt x="21153" y="18861"/>
                </a:lnTo>
                <a:lnTo>
                  <a:pt x="21579" y="18701"/>
                </a:lnTo>
                <a:lnTo>
                  <a:pt x="21859" y="18595"/>
                </a:lnTo>
                <a:lnTo>
                  <a:pt x="22140" y="18595"/>
                </a:lnTo>
                <a:lnTo>
                  <a:pt x="22426" y="18329"/>
                </a:lnTo>
                <a:lnTo>
                  <a:pt x="22566" y="18223"/>
                </a:lnTo>
                <a:lnTo>
                  <a:pt x="22846" y="18064"/>
                </a:lnTo>
                <a:lnTo>
                  <a:pt x="23127" y="17958"/>
                </a:lnTo>
                <a:lnTo>
                  <a:pt x="23553" y="17692"/>
                </a:lnTo>
                <a:lnTo>
                  <a:pt x="23833" y="17586"/>
                </a:lnTo>
                <a:lnTo>
                  <a:pt x="24114" y="17426"/>
                </a:lnTo>
                <a:lnTo>
                  <a:pt x="24400" y="17320"/>
                </a:lnTo>
                <a:lnTo>
                  <a:pt x="24680" y="17054"/>
                </a:lnTo>
                <a:lnTo>
                  <a:pt x="24960" y="16948"/>
                </a:lnTo>
                <a:lnTo>
                  <a:pt x="25101" y="16789"/>
                </a:lnTo>
                <a:lnTo>
                  <a:pt x="25527" y="16682"/>
                </a:lnTo>
                <a:lnTo>
                  <a:pt x="25807" y="16417"/>
                </a:lnTo>
                <a:lnTo>
                  <a:pt x="26088" y="16257"/>
                </a:lnTo>
                <a:lnTo>
                  <a:pt x="26374" y="16257"/>
                </a:lnTo>
                <a:lnTo>
                  <a:pt x="26654" y="16045"/>
                </a:lnTo>
                <a:lnTo>
                  <a:pt x="26934" y="15885"/>
                </a:lnTo>
                <a:lnTo>
                  <a:pt x="27221" y="15779"/>
                </a:lnTo>
                <a:lnTo>
                  <a:pt x="27501" y="15620"/>
                </a:lnTo>
                <a:lnTo>
                  <a:pt x="27781" y="15407"/>
                </a:lnTo>
                <a:lnTo>
                  <a:pt x="28062" y="15248"/>
                </a:lnTo>
                <a:lnTo>
                  <a:pt x="28348" y="15142"/>
                </a:lnTo>
                <a:lnTo>
                  <a:pt x="28628" y="14982"/>
                </a:lnTo>
                <a:lnTo>
                  <a:pt x="28908" y="14717"/>
                </a:lnTo>
                <a:lnTo>
                  <a:pt x="29195" y="14610"/>
                </a:lnTo>
                <a:lnTo>
                  <a:pt x="29475" y="14504"/>
                </a:lnTo>
                <a:lnTo>
                  <a:pt x="29895" y="14345"/>
                </a:lnTo>
                <a:lnTo>
                  <a:pt x="30041" y="14079"/>
                </a:lnTo>
                <a:lnTo>
                  <a:pt x="30322" y="13973"/>
                </a:lnTo>
                <a:lnTo>
                  <a:pt x="30602" y="13973"/>
                </a:lnTo>
                <a:lnTo>
                  <a:pt x="30882" y="13867"/>
                </a:lnTo>
                <a:lnTo>
                  <a:pt x="31168" y="13601"/>
                </a:lnTo>
                <a:lnTo>
                  <a:pt x="31449" y="13441"/>
                </a:lnTo>
                <a:lnTo>
                  <a:pt x="31869" y="13335"/>
                </a:lnTo>
                <a:lnTo>
                  <a:pt x="32155" y="13176"/>
                </a:lnTo>
                <a:lnTo>
                  <a:pt x="32436" y="12963"/>
                </a:lnTo>
                <a:lnTo>
                  <a:pt x="32576" y="12804"/>
                </a:lnTo>
                <a:lnTo>
                  <a:pt x="32856" y="12698"/>
                </a:lnTo>
                <a:lnTo>
                  <a:pt x="33142" y="12538"/>
                </a:lnTo>
                <a:lnTo>
                  <a:pt x="33423" y="12326"/>
                </a:lnTo>
                <a:lnTo>
                  <a:pt x="33703" y="12166"/>
                </a:lnTo>
                <a:lnTo>
                  <a:pt x="34129" y="12060"/>
                </a:lnTo>
                <a:lnTo>
                  <a:pt x="34410" y="11901"/>
                </a:lnTo>
                <a:lnTo>
                  <a:pt x="34690" y="11688"/>
                </a:lnTo>
                <a:lnTo>
                  <a:pt x="34976" y="11529"/>
                </a:lnTo>
                <a:lnTo>
                  <a:pt x="35116" y="11529"/>
                </a:lnTo>
                <a:lnTo>
                  <a:pt x="35397" y="11423"/>
                </a:lnTo>
                <a:lnTo>
                  <a:pt x="35677" y="11157"/>
                </a:lnTo>
                <a:lnTo>
                  <a:pt x="36103" y="10997"/>
                </a:lnTo>
                <a:lnTo>
                  <a:pt x="36384" y="10891"/>
                </a:lnTo>
                <a:lnTo>
                  <a:pt x="36664" y="10785"/>
                </a:lnTo>
                <a:lnTo>
                  <a:pt x="36950" y="10519"/>
                </a:lnTo>
                <a:lnTo>
                  <a:pt x="37231" y="10360"/>
                </a:lnTo>
                <a:lnTo>
                  <a:pt x="37511" y="10254"/>
                </a:lnTo>
                <a:lnTo>
                  <a:pt x="37651" y="10147"/>
                </a:lnTo>
                <a:lnTo>
                  <a:pt x="38077" y="9882"/>
                </a:lnTo>
                <a:lnTo>
                  <a:pt x="38358" y="9722"/>
                </a:lnTo>
                <a:lnTo>
                  <a:pt x="38644" y="9616"/>
                </a:lnTo>
                <a:lnTo>
                  <a:pt x="38924" y="9457"/>
                </a:lnTo>
                <a:lnTo>
                  <a:pt x="39205" y="9244"/>
                </a:lnTo>
                <a:lnTo>
                  <a:pt x="39485" y="9244"/>
                </a:lnTo>
                <a:lnTo>
                  <a:pt x="39771" y="9085"/>
                </a:lnTo>
                <a:lnTo>
                  <a:pt x="40051" y="8979"/>
                </a:lnTo>
                <a:lnTo>
                  <a:pt x="40332" y="8713"/>
                </a:lnTo>
                <a:lnTo>
                  <a:pt x="40618" y="8607"/>
                </a:lnTo>
                <a:lnTo>
                  <a:pt x="40898" y="8447"/>
                </a:lnTo>
                <a:lnTo>
                  <a:pt x="41179" y="8341"/>
                </a:lnTo>
                <a:lnTo>
                  <a:pt x="41459" y="8075"/>
                </a:lnTo>
                <a:lnTo>
                  <a:pt x="41745" y="7916"/>
                </a:lnTo>
                <a:lnTo>
                  <a:pt x="42025" y="7810"/>
                </a:lnTo>
                <a:lnTo>
                  <a:pt x="42446" y="7703"/>
                </a:lnTo>
                <a:lnTo>
                  <a:pt x="42592" y="7438"/>
                </a:lnTo>
                <a:lnTo>
                  <a:pt x="42872" y="7278"/>
                </a:lnTo>
                <a:lnTo>
                  <a:pt x="43153" y="7172"/>
                </a:lnTo>
                <a:lnTo>
                  <a:pt x="43439" y="7066"/>
                </a:lnTo>
                <a:lnTo>
                  <a:pt x="43719" y="6906"/>
                </a:lnTo>
                <a:lnTo>
                  <a:pt x="43999" y="6800"/>
                </a:lnTo>
                <a:lnTo>
                  <a:pt x="44426" y="6641"/>
                </a:lnTo>
                <a:lnTo>
                  <a:pt x="44706" y="6535"/>
                </a:lnTo>
                <a:lnTo>
                  <a:pt x="44986" y="6269"/>
                </a:lnTo>
                <a:lnTo>
                  <a:pt x="45127" y="6163"/>
                </a:lnTo>
                <a:lnTo>
                  <a:pt x="45413" y="6003"/>
                </a:lnTo>
                <a:lnTo>
                  <a:pt x="45693" y="5897"/>
                </a:lnTo>
                <a:lnTo>
                  <a:pt x="45973" y="5631"/>
                </a:lnTo>
                <a:lnTo>
                  <a:pt x="46254" y="5525"/>
                </a:lnTo>
                <a:lnTo>
                  <a:pt x="46680" y="5366"/>
                </a:lnTo>
                <a:lnTo>
                  <a:pt x="46960" y="5259"/>
                </a:lnTo>
                <a:lnTo>
                  <a:pt x="47241" y="4994"/>
                </a:lnTo>
                <a:lnTo>
                  <a:pt x="47527" y="4834"/>
                </a:lnTo>
                <a:lnTo>
                  <a:pt x="47667" y="4728"/>
                </a:lnTo>
                <a:lnTo>
                  <a:pt x="47947" y="4622"/>
                </a:lnTo>
                <a:lnTo>
                  <a:pt x="48233" y="4462"/>
                </a:lnTo>
                <a:lnTo>
                  <a:pt x="48654" y="4356"/>
                </a:lnTo>
                <a:lnTo>
                  <a:pt x="48934" y="4197"/>
                </a:lnTo>
                <a:lnTo>
                  <a:pt x="49220" y="4091"/>
                </a:lnTo>
                <a:lnTo>
                  <a:pt x="49501" y="3825"/>
                </a:lnTo>
                <a:lnTo>
                  <a:pt x="49781" y="3719"/>
                </a:lnTo>
                <a:lnTo>
                  <a:pt x="50061" y="3559"/>
                </a:lnTo>
                <a:lnTo>
                  <a:pt x="50207" y="3453"/>
                </a:lnTo>
                <a:lnTo>
                  <a:pt x="50628" y="3187"/>
                </a:lnTo>
                <a:lnTo>
                  <a:pt x="50908" y="3081"/>
                </a:lnTo>
                <a:lnTo>
                  <a:pt x="51194" y="2922"/>
                </a:lnTo>
                <a:lnTo>
                  <a:pt x="51475" y="2815"/>
                </a:lnTo>
                <a:lnTo>
                  <a:pt x="51755" y="2550"/>
                </a:lnTo>
                <a:lnTo>
                  <a:pt x="52035" y="2443"/>
                </a:lnTo>
                <a:lnTo>
                  <a:pt x="52322" y="2284"/>
                </a:lnTo>
                <a:lnTo>
                  <a:pt x="52602" y="2284"/>
                </a:lnTo>
                <a:lnTo>
                  <a:pt x="52882" y="2018"/>
                </a:lnTo>
                <a:lnTo>
                  <a:pt x="53168" y="1912"/>
                </a:lnTo>
                <a:lnTo>
                  <a:pt x="53449" y="1753"/>
                </a:lnTo>
                <a:lnTo>
                  <a:pt x="53729" y="1647"/>
                </a:lnTo>
                <a:lnTo>
                  <a:pt x="54015" y="1381"/>
                </a:lnTo>
                <a:lnTo>
                  <a:pt x="54296" y="1275"/>
                </a:lnTo>
                <a:lnTo>
                  <a:pt x="54576" y="1115"/>
                </a:lnTo>
                <a:lnTo>
                  <a:pt x="55002" y="1009"/>
                </a:lnTo>
                <a:lnTo>
                  <a:pt x="55142" y="743"/>
                </a:lnTo>
                <a:lnTo>
                  <a:pt x="55423" y="637"/>
                </a:lnTo>
                <a:lnTo>
                  <a:pt x="55703" y="478"/>
                </a:lnTo>
                <a:lnTo>
                  <a:pt x="55989" y="371"/>
                </a:lnTo>
                <a:lnTo>
                  <a:pt x="56270" y="106"/>
                </a:lnTo>
                <a:lnTo>
                  <a:pt x="56550" y="0"/>
                </a:lnTo>
                <a:lnTo>
                  <a:pt x="56976" y="0"/>
                </a:lnTo>
              </a:path>
            </a:pathLst>
          </a:custGeom>
          <a:ln w="117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1432693" y="5807175"/>
            <a:ext cx="56696" cy="30284"/>
          </a:xfrm>
          <a:custGeom>
            <a:avLst/>
            <a:gdLst/>
            <a:ahLst/>
            <a:cxnLst/>
            <a:rect l="l" t="t" r="r" b="b"/>
            <a:pathLst>
              <a:path w="56696" h="30284">
                <a:moveTo>
                  <a:pt x="0" y="30284"/>
                </a:moveTo>
                <a:lnTo>
                  <a:pt x="280" y="30124"/>
                </a:lnTo>
                <a:lnTo>
                  <a:pt x="560" y="29859"/>
                </a:lnTo>
                <a:lnTo>
                  <a:pt x="700" y="29752"/>
                </a:lnTo>
                <a:lnTo>
                  <a:pt x="986" y="29646"/>
                </a:lnTo>
                <a:lnTo>
                  <a:pt x="1267" y="29487"/>
                </a:lnTo>
                <a:lnTo>
                  <a:pt x="1547" y="29221"/>
                </a:lnTo>
                <a:lnTo>
                  <a:pt x="1833" y="29115"/>
                </a:lnTo>
                <a:lnTo>
                  <a:pt x="2254" y="28956"/>
                </a:lnTo>
                <a:lnTo>
                  <a:pt x="2534" y="28849"/>
                </a:lnTo>
                <a:lnTo>
                  <a:pt x="2820" y="28584"/>
                </a:lnTo>
                <a:lnTo>
                  <a:pt x="3101" y="28477"/>
                </a:lnTo>
                <a:lnTo>
                  <a:pt x="3241" y="28318"/>
                </a:lnTo>
                <a:lnTo>
                  <a:pt x="3521" y="28212"/>
                </a:lnTo>
                <a:lnTo>
                  <a:pt x="3807" y="27946"/>
                </a:lnTo>
                <a:lnTo>
                  <a:pt x="4228" y="27946"/>
                </a:lnTo>
                <a:lnTo>
                  <a:pt x="4508" y="27840"/>
                </a:lnTo>
                <a:lnTo>
                  <a:pt x="4794" y="27680"/>
                </a:lnTo>
                <a:lnTo>
                  <a:pt x="5075" y="27468"/>
                </a:lnTo>
                <a:lnTo>
                  <a:pt x="5355" y="27308"/>
                </a:lnTo>
                <a:lnTo>
                  <a:pt x="5641" y="27202"/>
                </a:lnTo>
                <a:lnTo>
                  <a:pt x="5781" y="27043"/>
                </a:lnTo>
                <a:lnTo>
                  <a:pt x="6062" y="26777"/>
                </a:lnTo>
                <a:lnTo>
                  <a:pt x="6482" y="26671"/>
                </a:lnTo>
                <a:lnTo>
                  <a:pt x="6768" y="26565"/>
                </a:lnTo>
                <a:lnTo>
                  <a:pt x="7049" y="26405"/>
                </a:lnTo>
                <a:lnTo>
                  <a:pt x="7329" y="26140"/>
                </a:lnTo>
                <a:lnTo>
                  <a:pt x="7615" y="26033"/>
                </a:lnTo>
                <a:lnTo>
                  <a:pt x="7895" y="25927"/>
                </a:lnTo>
                <a:lnTo>
                  <a:pt x="8176" y="25768"/>
                </a:lnTo>
                <a:lnTo>
                  <a:pt x="8456" y="25661"/>
                </a:lnTo>
                <a:lnTo>
                  <a:pt x="8742" y="25502"/>
                </a:lnTo>
                <a:lnTo>
                  <a:pt x="9023" y="25396"/>
                </a:lnTo>
                <a:lnTo>
                  <a:pt x="9303" y="25236"/>
                </a:lnTo>
                <a:lnTo>
                  <a:pt x="9589" y="25024"/>
                </a:lnTo>
                <a:lnTo>
                  <a:pt x="9869" y="24864"/>
                </a:lnTo>
                <a:lnTo>
                  <a:pt x="10150" y="24758"/>
                </a:lnTo>
                <a:lnTo>
                  <a:pt x="10576" y="24599"/>
                </a:lnTo>
                <a:lnTo>
                  <a:pt x="10716" y="24386"/>
                </a:lnTo>
                <a:lnTo>
                  <a:pt x="10997" y="24227"/>
                </a:lnTo>
                <a:lnTo>
                  <a:pt x="11277" y="24121"/>
                </a:lnTo>
                <a:lnTo>
                  <a:pt x="11563" y="23961"/>
                </a:lnTo>
                <a:lnTo>
                  <a:pt x="11843" y="23696"/>
                </a:lnTo>
                <a:lnTo>
                  <a:pt x="12124" y="23589"/>
                </a:lnTo>
                <a:lnTo>
                  <a:pt x="12410" y="23483"/>
                </a:lnTo>
                <a:lnTo>
                  <a:pt x="12830" y="23324"/>
                </a:lnTo>
                <a:lnTo>
                  <a:pt x="13111" y="23217"/>
                </a:lnTo>
                <a:lnTo>
                  <a:pt x="13251" y="23058"/>
                </a:lnTo>
                <a:lnTo>
                  <a:pt x="13537" y="22952"/>
                </a:lnTo>
                <a:lnTo>
                  <a:pt x="13817" y="22846"/>
                </a:lnTo>
                <a:lnTo>
                  <a:pt x="14098" y="22580"/>
                </a:lnTo>
                <a:lnTo>
                  <a:pt x="14384" y="22420"/>
                </a:lnTo>
                <a:lnTo>
                  <a:pt x="14804" y="22314"/>
                </a:lnTo>
                <a:lnTo>
                  <a:pt x="15085" y="22155"/>
                </a:lnTo>
                <a:lnTo>
                  <a:pt x="15371" y="21942"/>
                </a:lnTo>
                <a:lnTo>
                  <a:pt x="15651" y="21783"/>
                </a:lnTo>
                <a:lnTo>
                  <a:pt x="15791" y="21677"/>
                </a:lnTo>
                <a:lnTo>
                  <a:pt x="16072" y="21517"/>
                </a:lnTo>
                <a:lnTo>
                  <a:pt x="16358" y="21305"/>
                </a:lnTo>
                <a:lnTo>
                  <a:pt x="16778" y="21145"/>
                </a:lnTo>
                <a:lnTo>
                  <a:pt x="17059" y="21039"/>
                </a:lnTo>
                <a:lnTo>
                  <a:pt x="17345" y="20880"/>
                </a:lnTo>
                <a:lnTo>
                  <a:pt x="17625" y="20773"/>
                </a:lnTo>
                <a:lnTo>
                  <a:pt x="17905" y="20614"/>
                </a:lnTo>
                <a:lnTo>
                  <a:pt x="18192" y="20508"/>
                </a:lnTo>
                <a:lnTo>
                  <a:pt x="18332" y="20402"/>
                </a:lnTo>
                <a:lnTo>
                  <a:pt x="18612" y="20136"/>
                </a:lnTo>
                <a:lnTo>
                  <a:pt x="19038" y="19976"/>
                </a:lnTo>
                <a:lnTo>
                  <a:pt x="19319" y="19870"/>
                </a:lnTo>
                <a:lnTo>
                  <a:pt x="19599" y="19764"/>
                </a:lnTo>
                <a:lnTo>
                  <a:pt x="19879" y="19498"/>
                </a:lnTo>
                <a:lnTo>
                  <a:pt x="20166" y="19339"/>
                </a:lnTo>
                <a:lnTo>
                  <a:pt x="20446" y="19233"/>
                </a:lnTo>
                <a:lnTo>
                  <a:pt x="20726" y="19073"/>
                </a:lnTo>
                <a:lnTo>
                  <a:pt x="21012" y="18861"/>
                </a:lnTo>
                <a:lnTo>
                  <a:pt x="21293" y="18701"/>
                </a:lnTo>
                <a:lnTo>
                  <a:pt x="21573" y="18595"/>
                </a:lnTo>
                <a:lnTo>
                  <a:pt x="21853" y="18595"/>
                </a:lnTo>
                <a:lnTo>
                  <a:pt x="22140" y="18329"/>
                </a:lnTo>
                <a:lnTo>
                  <a:pt x="22420" y="18223"/>
                </a:lnTo>
                <a:lnTo>
                  <a:pt x="22700" y="18064"/>
                </a:lnTo>
                <a:lnTo>
                  <a:pt x="23127" y="17958"/>
                </a:lnTo>
                <a:lnTo>
                  <a:pt x="23267" y="17692"/>
                </a:lnTo>
                <a:lnTo>
                  <a:pt x="23547" y="17532"/>
                </a:lnTo>
                <a:lnTo>
                  <a:pt x="23833" y="17426"/>
                </a:lnTo>
                <a:lnTo>
                  <a:pt x="24114" y="17320"/>
                </a:lnTo>
                <a:lnTo>
                  <a:pt x="24394" y="17054"/>
                </a:lnTo>
                <a:lnTo>
                  <a:pt x="24692" y="16895"/>
                </a:lnTo>
                <a:lnTo>
                  <a:pt x="24984" y="16789"/>
                </a:lnTo>
                <a:lnTo>
                  <a:pt x="25393" y="16682"/>
                </a:lnTo>
                <a:lnTo>
                  <a:pt x="25685" y="16417"/>
                </a:lnTo>
                <a:lnTo>
                  <a:pt x="25801" y="16257"/>
                </a:lnTo>
                <a:lnTo>
                  <a:pt x="26093" y="16257"/>
                </a:lnTo>
                <a:lnTo>
                  <a:pt x="26385" y="16151"/>
                </a:lnTo>
                <a:lnTo>
                  <a:pt x="26677" y="15885"/>
                </a:lnTo>
                <a:lnTo>
                  <a:pt x="26911" y="15779"/>
                </a:lnTo>
                <a:lnTo>
                  <a:pt x="27378" y="15620"/>
                </a:lnTo>
                <a:lnTo>
                  <a:pt x="27612" y="15514"/>
                </a:lnTo>
                <a:lnTo>
                  <a:pt x="27904" y="15248"/>
                </a:lnTo>
                <a:lnTo>
                  <a:pt x="28196" y="15142"/>
                </a:lnTo>
                <a:lnTo>
                  <a:pt x="28371" y="14982"/>
                </a:lnTo>
                <a:lnTo>
                  <a:pt x="28605" y="14876"/>
                </a:lnTo>
                <a:lnTo>
                  <a:pt x="28897" y="14610"/>
                </a:lnTo>
                <a:lnTo>
                  <a:pt x="29305" y="14451"/>
                </a:lnTo>
                <a:lnTo>
                  <a:pt x="29597" y="14345"/>
                </a:lnTo>
                <a:lnTo>
                  <a:pt x="29889" y="14238"/>
                </a:lnTo>
                <a:lnTo>
                  <a:pt x="30182" y="13973"/>
                </a:lnTo>
                <a:lnTo>
                  <a:pt x="30474" y="13973"/>
                </a:lnTo>
                <a:lnTo>
                  <a:pt x="30766" y="13813"/>
                </a:lnTo>
                <a:lnTo>
                  <a:pt x="31174" y="13441"/>
                </a:lnTo>
                <a:lnTo>
                  <a:pt x="31583" y="13335"/>
                </a:lnTo>
                <a:lnTo>
                  <a:pt x="31875" y="13176"/>
                </a:lnTo>
                <a:lnTo>
                  <a:pt x="32167" y="13070"/>
                </a:lnTo>
                <a:lnTo>
                  <a:pt x="32459" y="12804"/>
                </a:lnTo>
                <a:lnTo>
                  <a:pt x="32693" y="12698"/>
                </a:lnTo>
                <a:lnTo>
                  <a:pt x="32985" y="12538"/>
                </a:lnTo>
                <a:lnTo>
                  <a:pt x="33277" y="12432"/>
                </a:lnTo>
                <a:lnTo>
                  <a:pt x="33569" y="12166"/>
                </a:lnTo>
                <a:lnTo>
                  <a:pt x="33861" y="12060"/>
                </a:lnTo>
                <a:lnTo>
                  <a:pt x="34153" y="11901"/>
                </a:lnTo>
                <a:lnTo>
                  <a:pt x="34386" y="11794"/>
                </a:lnTo>
                <a:lnTo>
                  <a:pt x="34678" y="11635"/>
                </a:lnTo>
                <a:lnTo>
                  <a:pt x="34970" y="11529"/>
                </a:lnTo>
                <a:lnTo>
                  <a:pt x="35262" y="11423"/>
                </a:lnTo>
                <a:lnTo>
                  <a:pt x="35671" y="11263"/>
                </a:lnTo>
                <a:lnTo>
                  <a:pt x="35963" y="10997"/>
                </a:lnTo>
                <a:lnTo>
                  <a:pt x="36080" y="10891"/>
                </a:lnTo>
                <a:lnTo>
                  <a:pt x="36372" y="10732"/>
                </a:lnTo>
                <a:lnTo>
                  <a:pt x="36664" y="10626"/>
                </a:lnTo>
                <a:lnTo>
                  <a:pt x="36956" y="10360"/>
                </a:lnTo>
                <a:lnTo>
                  <a:pt x="37248" y="10254"/>
                </a:lnTo>
                <a:lnTo>
                  <a:pt x="37482" y="10094"/>
                </a:lnTo>
                <a:lnTo>
                  <a:pt x="37949" y="9988"/>
                </a:lnTo>
                <a:lnTo>
                  <a:pt x="38241" y="9722"/>
                </a:lnTo>
                <a:lnTo>
                  <a:pt x="38650" y="9457"/>
                </a:lnTo>
                <a:lnTo>
                  <a:pt x="38942" y="9350"/>
                </a:lnTo>
                <a:lnTo>
                  <a:pt x="39175" y="9191"/>
                </a:lnTo>
                <a:lnTo>
                  <a:pt x="39467" y="9085"/>
                </a:lnTo>
                <a:lnTo>
                  <a:pt x="39935" y="8979"/>
                </a:lnTo>
                <a:lnTo>
                  <a:pt x="40168" y="8819"/>
                </a:lnTo>
                <a:lnTo>
                  <a:pt x="40460" y="8553"/>
                </a:lnTo>
                <a:lnTo>
                  <a:pt x="40752" y="8447"/>
                </a:lnTo>
                <a:lnTo>
                  <a:pt x="41161" y="8182"/>
                </a:lnTo>
                <a:lnTo>
                  <a:pt x="41453" y="7916"/>
                </a:lnTo>
                <a:lnTo>
                  <a:pt x="41862" y="7810"/>
                </a:lnTo>
                <a:lnTo>
                  <a:pt x="42154" y="7650"/>
                </a:lnTo>
                <a:lnTo>
                  <a:pt x="42446" y="7544"/>
                </a:lnTo>
                <a:lnTo>
                  <a:pt x="42738" y="7278"/>
                </a:lnTo>
                <a:lnTo>
                  <a:pt x="43030" y="7172"/>
                </a:lnTo>
                <a:lnTo>
                  <a:pt x="43263" y="7013"/>
                </a:lnTo>
                <a:lnTo>
                  <a:pt x="43439" y="7013"/>
                </a:lnTo>
                <a:lnTo>
                  <a:pt x="43731" y="6800"/>
                </a:lnTo>
                <a:lnTo>
                  <a:pt x="44140" y="6641"/>
                </a:lnTo>
                <a:lnTo>
                  <a:pt x="44432" y="6535"/>
                </a:lnTo>
                <a:lnTo>
                  <a:pt x="44724" y="6375"/>
                </a:lnTo>
                <a:lnTo>
                  <a:pt x="44957" y="6109"/>
                </a:lnTo>
                <a:lnTo>
                  <a:pt x="45249" y="6003"/>
                </a:lnTo>
                <a:lnTo>
                  <a:pt x="45541" y="5897"/>
                </a:lnTo>
                <a:lnTo>
                  <a:pt x="45833" y="5738"/>
                </a:lnTo>
                <a:lnTo>
                  <a:pt x="46125" y="5472"/>
                </a:lnTo>
                <a:lnTo>
                  <a:pt x="46417" y="5366"/>
                </a:lnTo>
                <a:lnTo>
                  <a:pt x="46651" y="5259"/>
                </a:lnTo>
                <a:lnTo>
                  <a:pt x="46943" y="5100"/>
                </a:lnTo>
                <a:lnTo>
                  <a:pt x="47235" y="4834"/>
                </a:lnTo>
                <a:lnTo>
                  <a:pt x="47527" y="4728"/>
                </a:lnTo>
                <a:lnTo>
                  <a:pt x="47819" y="4569"/>
                </a:lnTo>
                <a:lnTo>
                  <a:pt x="48228" y="4569"/>
                </a:lnTo>
                <a:lnTo>
                  <a:pt x="48520" y="4356"/>
                </a:lnTo>
                <a:lnTo>
                  <a:pt x="48636" y="4197"/>
                </a:lnTo>
                <a:lnTo>
                  <a:pt x="48928" y="4091"/>
                </a:lnTo>
                <a:lnTo>
                  <a:pt x="49220" y="3931"/>
                </a:lnTo>
                <a:lnTo>
                  <a:pt x="49512" y="3719"/>
                </a:lnTo>
                <a:lnTo>
                  <a:pt x="49804" y="3559"/>
                </a:lnTo>
                <a:lnTo>
                  <a:pt x="50038" y="3453"/>
                </a:lnTo>
                <a:lnTo>
                  <a:pt x="50505" y="3294"/>
                </a:lnTo>
                <a:lnTo>
                  <a:pt x="50739" y="3028"/>
                </a:lnTo>
                <a:lnTo>
                  <a:pt x="51031" y="2922"/>
                </a:lnTo>
                <a:lnTo>
                  <a:pt x="51206" y="2815"/>
                </a:lnTo>
                <a:lnTo>
                  <a:pt x="51498" y="2656"/>
                </a:lnTo>
                <a:lnTo>
                  <a:pt x="51732" y="2390"/>
                </a:lnTo>
                <a:lnTo>
                  <a:pt x="52024" y="2284"/>
                </a:lnTo>
                <a:lnTo>
                  <a:pt x="52433" y="2284"/>
                </a:lnTo>
                <a:lnTo>
                  <a:pt x="52725" y="2178"/>
                </a:lnTo>
                <a:lnTo>
                  <a:pt x="53017" y="1912"/>
                </a:lnTo>
                <a:lnTo>
                  <a:pt x="53309" y="1753"/>
                </a:lnTo>
                <a:lnTo>
                  <a:pt x="53601" y="1647"/>
                </a:lnTo>
                <a:lnTo>
                  <a:pt x="53717" y="1487"/>
                </a:lnTo>
                <a:lnTo>
                  <a:pt x="54009" y="1275"/>
                </a:lnTo>
                <a:lnTo>
                  <a:pt x="54418" y="1115"/>
                </a:lnTo>
                <a:lnTo>
                  <a:pt x="54710" y="1009"/>
                </a:lnTo>
                <a:lnTo>
                  <a:pt x="55002" y="850"/>
                </a:lnTo>
                <a:lnTo>
                  <a:pt x="55294" y="637"/>
                </a:lnTo>
                <a:lnTo>
                  <a:pt x="55586" y="478"/>
                </a:lnTo>
                <a:lnTo>
                  <a:pt x="55820" y="371"/>
                </a:lnTo>
                <a:lnTo>
                  <a:pt x="55995" y="212"/>
                </a:lnTo>
                <a:lnTo>
                  <a:pt x="56287" y="0"/>
                </a:lnTo>
                <a:lnTo>
                  <a:pt x="56696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1489390" y="5776837"/>
            <a:ext cx="56824" cy="30337"/>
          </a:xfrm>
          <a:custGeom>
            <a:avLst/>
            <a:gdLst/>
            <a:ahLst/>
            <a:cxnLst/>
            <a:rect l="l" t="t" r="r" b="b"/>
            <a:pathLst>
              <a:path w="56824" h="30337">
                <a:moveTo>
                  <a:pt x="0" y="30337"/>
                </a:moveTo>
                <a:lnTo>
                  <a:pt x="292" y="30178"/>
                </a:lnTo>
                <a:lnTo>
                  <a:pt x="584" y="30071"/>
                </a:lnTo>
                <a:lnTo>
                  <a:pt x="817" y="29806"/>
                </a:lnTo>
                <a:lnTo>
                  <a:pt x="1109" y="29646"/>
                </a:lnTo>
                <a:lnTo>
                  <a:pt x="1401" y="29540"/>
                </a:lnTo>
                <a:lnTo>
                  <a:pt x="1693" y="2943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96"/>
                </a:lnTo>
                <a:lnTo>
                  <a:pt x="3095" y="28530"/>
                </a:lnTo>
                <a:lnTo>
                  <a:pt x="3387" y="28371"/>
                </a:lnTo>
                <a:lnTo>
                  <a:pt x="3679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606" y="27255"/>
                </a:lnTo>
                <a:lnTo>
                  <a:pt x="5898" y="27096"/>
                </a:lnTo>
                <a:lnTo>
                  <a:pt x="6365" y="26990"/>
                </a:lnTo>
                <a:lnTo>
                  <a:pt x="6599" y="26724"/>
                </a:lnTo>
                <a:lnTo>
                  <a:pt x="6891" y="26565"/>
                </a:lnTo>
                <a:lnTo>
                  <a:pt x="7066" y="26458"/>
                </a:lnTo>
                <a:lnTo>
                  <a:pt x="7300" y="26352"/>
                </a:lnTo>
                <a:lnTo>
                  <a:pt x="7592" y="26086"/>
                </a:lnTo>
                <a:lnTo>
                  <a:pt x="7884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461" y="25290"/>
                </a:lnTo>
                <a:lnTo>
                  <a:pt x="9869" y="24918"/>
                </a:lnTo>
                <a:lnTo>
                  <a:pt x="10278" y="24811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4014"/>
                </a:lnTo>
                <a:lnTo>
                  <a:pt x="11972" y="23908"/>
                </a:lnTo>
                <a:lnTo>
                  <a:pt x="12147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081" y="23377"/>
                </a:lnTo>
                <a:lnTo>
                  <a:pt x="13373" y="23111"/>
                </a:lnTo>
                <a:lnTo>
                  <a:pt x="13666" y="23005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644" y="21464"/>
                </a:lnTo>
                <a:lnTo>
                  <a:pt x="16936" y="21198"/>
                </a:lnTo>
                <a:lnTo>
                  <a:pt x="17345" y="21092"/>
                </a:lnTo>
                <a:lnTo>
                  <a:pt x="17637" y="20933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402"/>
                </a:lnTo>
                <a:lnTo>
                  <a:pt x="18863" y="20295"/>
                </a:lnTo>
                <a:lnTo>
                  <a:pt x="19155" y="20030"/>
                </a:lnTo>
                <a:lnTo>
                  <a:pt x="19447" y="19923"/>
                </a:lnTo>
                <a:lnTo>
                  <a:pt x="19622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440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754"/>
                </a:lnTo>
                <a:lnTo>
                  <a:pt x="21725" y="18754"/>
                </a:lnTo>
                <a:lnTo>
                  <a:pt x="22017" y="18648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8011"/>
                </a:lnTo>
                <a:lnTo>
                  <a:pt x="23419" y="17851"/>
                </a:lnTo>
                <a:lnTo>
                  <a:pt x="23711" y="17586"/>
                </a:lnTo>
                <a:lnTo>
                  <a:pt x="23944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645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38" y="16576"/>
                </a:lnTo>
                <a:lnTo>
                  <a:pt x="25930" y="16311"/>
                </a:lnTo>
                <a:lnTo>
                  <a:pt x="26222" y="16311"/>
                </a:lnTo>
                <a:lnTo>
                  <a:pt x="26514" y="16204"/>
                </a:lnTo>
                <a:lnTo>
                  <a:pt x="26806" y="16045"/>
                </a:lnTo>
                <a:lnTo>
                  <a:pt x="27098" y="15832"/>
                </a:lnTo>
                <a:lnTo>
                  <a:pt x="27332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733" y="14929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760"/>
                </a:lnTo>
                <a:lnTo>
                  <a:pt x="31420" y="13601"/>
                </a:lnTo>
                <a:lnTo>
                  <a:pt x="31712" y="13388"/>
                </a:lnTo>
                <a:lnTo>
                  <a:pt x="32004" y="13229"/>
                </a:lnTo>
                <a:lnTo>
                  <a:pt x="32412" y="12963"/>
                </a:lnTo>
                <a:lnTo>
                  <a:pt x="32704" y="12751"/>
                </a:lnTo>
                <a:lnTo>
                  <a:pt x="32996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060"/>
                </a:lnTo>
                <a:lnTo>
                  <a:pt x="34281" y="11954"/>
                </a:lnTo>
                <a:lnTo>
                  <a:pt x="34515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274" y="11423"/>
                </a:lnTo>
                <a:lnTo>
                  <a:pt x="35683" y="11316"/>
                </a:lnTo>
                <a:lnTo>
                  <a:pt x="35975" y="11210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201" y="10307"/>
                </a:lnTo>
                <a:lnTo>
                  <a:pt x="37669" y="10147"/>
                </a:lnTo>
                <a:lnTo>
                  <a:pt x="37902" y="10041"/>
                </a:lnTo>
                <a:lnTo>
                  <a:pt x="38194" y="9882"/>
                </a:lnTo>
                <a:lnTo>
                  <a:pt x="38486" y="9669"/>
                </a:lnTo>
                <a:lnTo>
                  <a:pt x="38778" y="9510"/>
                </a:lnTo>
                <a:lnTo>
                  <a:pt x="39070" y="9404"/>
                </a:lnTo>
                <a:lnTo>
                  <a:pt x="39362" y="940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056" y="8341"/>
                </a:lnTo>
                <a:lnTo>
                  <a:pt x="41290" y="8235"/>
                </a:lnTo>
                <a:lnTo>
                  <a:pt x="41582" y="8128"/>
                </a:lnTo>
                <a:lnTo>
                  <a:pt x="41990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225"/>
                </a:lnTo>
                <a:lnTo>
                  <a:pt x="43275" y="7066"/>
                </a:lnTo>
                <a:lnTo>
                  <a:pt x="43567" y="7066"/>
                </a:lnTo>
                <a:lnTo>
                  <a:pt x="43976" y="6960"/>
                </a:lnTo>
                <a:lnTo>
                  <a:pt x="44268" y="6694"/>
                </a:lnTo>
                <a:lnTo>
                  <a:pt x="44560" y="6588"/>
                </a:lnTo>
                <a:lnTo>
                  <a:pt x="44677" y="6428"/>
                </a:lnTo>
                <a:lnTo>
                  <a:pt x="44969" y="6322"/>
                </a:lnTo>
                <a:lnTo>
                  <a:pt x="45261" y="6056"/>
                </a:lnTo>
                <a:lnTo>
                  <a:pt x="45553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419"/>
                </a:lnTo>
                <a:lnTo>
                  <a:pt x="46838" y="5259"/>
                </a:lnTo>
                <a:lnTo>
                  <a:pt x="47071" y="5153"/>
                </a:lnTo>
                <a:lnTo>
                  <a:pt x="47246" y="5047"/>
                </a:lnTo>
                <a:lnTo>
                  <a:pt x="47538" y="4781"/>
                </a:lnTo>
                <a:lnTo>
                  <a:pt x="47772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758" y="3612"/>
                </a:lnTo>
                <a:lnTo>
                  <a:pt x="50225" y="3506"/>
                </a:lnTo>
                <a:lnTo>
                  <a:pt x="50459" y="3347"/>
                </a:lnTo>
                <a:lnTo>
                  <a:pt x="50751" y="3240"/>
                </a:lnTo>
                <a:lnTo>
                  <a:pt x="51043" y="2975"/>
                </a:lnTo>
                <a:lnTo>
                  <a:pt x="51335" y="2869"/>
                </a:lnTo>
                <a:lnTo>
                  <a:pt x="51627" y="2709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554" y="1700"/>
                </a:lnTo>
                <a:lnTo>
                  <a:pt x="53846" y="1540"/>
                </a:lnTo>
                <a:lnTo>
                  <a:pt x="54138" y="1434"/>
                </a:lnTo>
                <a:lnTo>
                  <a:pt x="54547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248" y="796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1546214" y="5746553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700" y="29912"/>
                </a:lnTo>
                <a:lnTo>
                  <a:pt x="992" y="29646"/>
                </a:lnTo>
                <a:lnTo>
                  <a:pt x="1284" y="29540"/>
                </a:lnTo>
                <a:lnTo>
                  <a:pt x="1693" y="29381"/>
                </a:lnTo>
                <a:lnTo>
                  <a:pt x="1985" y="29274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2978" y="28637"/>
                </a:lnTo>
                <a:lnTo>
                  <a:pt x="3270" y="28371"/>
                </a:lnTo>
                <a:lnTo>
                  <a:pt x="3504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489" y="27202"/>
                </a:lnTo>
                <a:lnTo>
                  <a:pt x="5898" y="27096"/>
                </a:lnTo>
                <a:lnTo>
                  <a:pt x="6190" y="2699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299"/>
                </a:lnTo>
                <a:lnTo>
                  <a:pt x="7592" y="26086"/>
                </a:lnTo>
                <a:lnTo>
                  <a:pt x="7884" y="25927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449"/>
                </a:lnTo>
                <a:lnTo>
                  <a:pt x="9285" y="25290"/>
                </a:lnTo>
                <a:lnTo>
                  <a:pt x="9577" y="25183"/>
                </a:lnTo>
                <a:lnTo>
                  <a:pt x="9869" y="24918"/>
                </a:lnTo>
                <a:lnTo>
                  <a:pt x="10278" y="24758"/>
                </a:lnTo>
                <a:lnTo>
                  <a:pt x="10453" y="24652"/>
                </a:lnTo>
                <a:lnTo>
                  <a:pt x="10745" y="24546"/>
                </a:lnTo>
                <a:lnTo>
                  <a:pt x="10979" y="24280"/>
                </a:lnTo>
                <a:lnTo>
                  <a:pt x="11271" y="24121"/>
                </a:lnTo>
                <a:lnTo>
                  <a:pt x="11563" y="24014"/>
                </a:lnTo>
                <a:lnTo>
                  <a:pt x="11855" y="23908"/>
                </a:lnTo>
                <a:lnTo>
                  <a:pt x="12264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534" y="21836"/>
                </a:lnTo>
                <a:lnTo>
                  <a:pt x="15768" y="21677"/>
                </a:lnTo>
                <a:lnTo>
                  <a:pt x="16060" y="21570"/>
                </a:lnTo>
                <a:lnTo>
                  <a:pt x="16527" y="21464"/>
                </a:lnTo>
                <a:lnTo>
                  <a:pt x="16761" y="21198"/>
                </a:lnTo>
                <a:lnTo>
                  <a:pt x="17053" y="21039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667"/>
                </a:lnTo>
                <a:lnTo>
                  <a:pt x="18454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615" y="19286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754"/>
                </a:lnTo>
                <a:lnTo>
                  <a:pt x="21550" y="18754"/>
                </a:lnTo>
                <a:lnTo>
                  <a:pt x="21842" y="18648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320"/>
                </a:lnTo>
                <a:lnTo>
                  <a:pt x="24411" y="1721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813" y="16417"/>
                </a:lnTo>
                <a:lnTo>
                  <a:pt x="26105" y="16311"/>
                </a:lnTo>
                <a:lnTo>
                  <a:pt x="26397" y="16204"/>
                </a:lnTo>
                <a:lnTo>
                  <a:pt x="26806" y="16045"/>
                </a:lnTo>
                <a:lnTo>
                  <a:pt x="27098" y="15779"/>
                </a:lnTo>
                <a:lnTo>
                  <a:pt x="27332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091" y="15142"/>
                </a:lnTo>
                <a:lnTo>
                  <a:pt x="28324" y="15035"/>
                </a:lnTo>
                <a:lnTo>
                  <a:pt x="28616" y="14876"/>
                </a:lnTo>
                <a:lnTo>
                  <a:pt x="29025" y="14770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602" y="13867"/>
                </a:lnTo>
                <a:lnTo>
                  <a:pt x="31011" y="13760"/>
                </a:lnTo>
                <a:lnTo>
                  <a:pt x="31303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412" y="12963"/>
                </a:lnTo>
                <a:lnTo>
                  <a:pt x="32704" y="12698"/>
                </a:lnTo>
                <a:lnTo>
                  <a:pt x="33113" y="12591"/>
                </a:lnTo>
                <a:lnTo>
                  <a:pt x="33288" y="12485"/>
                </a:lnTo>
                <a:lnTo>
                  <a:pt x="33580" y="12326"/>
                </a:lnTo>
                <a:lnTo>
                  <a:pt x="33872" y="12060"/>
                </a:lnTo>
                <a:lnTo>
                  <a:pt x="34106" y="11954"/>
                </a:lnTo>
                <a:lnTo>
                  <a:pt x="34398" y="11794"/>
                </a:lnTo>
                <a:lnTo>
                  <a:pt x="34690" y="11794"/>
                </a:lnTo>
                <a:lnTo>
                  <a:pt x="34982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800" y="11157"/>
                </a:lnTo>
                <a:lnTo>
                  <a:pt x="36092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6968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10041"/>
                </a:lnTo>
                <a:lnTo>
                  <a:pt x="38194" y="9882"/>
                </a:lnTo>
                <a:lnTo>
                  <a:pt x="38369" y="9616"/>
                </a:lnTo>
                <a:lnTo>
                  <a:pt x="38661" y="9510"/>
                </a:lnTo>
                <a:lnTo>
                  <a:pt x="38895" y="9404"/>
                </a:lnTo>
                <a:lnTo>
                  <a:pt x="39362" y="940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13"/>
                </a:lnTo>
                <a:lnTo>
                  <a:pt x="40589" y="8500"/>
                </a:lnTo>
                <a:lnTo>
                  <a:pt x="40881" y="8341"/>
                </a:lnTo>
                <a:lnTo>
                  <a:pt x="41173" y="8235"/>
                </a:lnTo>
                <a:lnTo>
                  <a:pt x="41582" y="8075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172"/>
                </a:lnTo>
                <a:lnTo>
                  <a:pt x="43158" y="7066"/>
                </a:lnTo>
                <a:lnTo>
                  <a:pt x="43567" y="7066"/>
                </a:lnTo>
                <a:lnTo>
                  <a:pt x="43859" y="6960"/>
                </a:lnTo>
                <a:lnTo>
                  <a:pt x="44151" y="6694"/>
                </a:lnTo>
                <a:lnTo>
                  <a:pt x="44443" y="6535"/>
                </a:lnTo>
                <a:lnTo>
                  <a:pt x="44677" y="6428"/>
                </a:lnTo>
                <a:lnTo>
                  <a:pt x="44969" y="6322"/>
                </a:lnTo>
                <a:lnTo>
                  <a:pt x="45261" y="6056"/>
                </a:lnTo>
                <a:lnTo>
                  <a:pt x="45670" y="5897"/>
                </a:lnTo>
                <a:lnTo>
                  <a:pt x="45845" y="5791"/>
                </a:lnTo>
                <a:lnTo>
                  <a:pt x="46137" y="5684"/>
                </a:lnTo>
                <a:lnTo>
                  <a:pt x="46370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246" y="4994"/>
                </a:lnTo>
                <a:lnTo>
                  <a:pt x="47538" y="4781"/>
                </a:lnTo>
                <a:lnTo>
                  <a:pt x="47947" y="4781"/>
                </a:lnTo>
                <a:lnTo>
                  <a:pt x="48239" y="4622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524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459" y="3347"/>
                </a:lnTo>
                <a:lnTo>
                  <a:pt x="50751" y="3240"/>
                </a:lnTo>
                <a:lnTo>
                  <a:pt x="50926" y="2975"/>
                </a:lnTo>
                <a:lnTo>
                  <a:pt x="51218" y="2815"/>
                </a:lnTo>
                <a:lnTo>
                  <a:pt x="51451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729" y="1540"/>
                </a:lnTo>
                <a:lnTo>
                  <a:pt x="54138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796"/>
                </a:lnTo>
                <a:lnTo>
                  <a:pt x="55540" y="531"/>
                </a:lnTo>
                <a:lnTo>
                  <a:pt x="55832" y="37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1602922" y="5716375"/>
            <a:ext cx="56824" cy="30178"/>
          </a:xfrm>
          <a:custGeom>
            <a:avLst/>
            <a:gdLst/>
            <a:ahLst/>
            <a:cxnLst/>
            <a:rect l="l" t="t" r="r" b="b"/>
            <a:pathLst>
              <a:path w="56824" h="30178">
                <a:moveTo>
                  <a:pt x="0" y="30178"/>
                </a:moveTo>
                <a:lnTo>
                  <a:pt x="292" y="30071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540"/>
                </a:lnTo>
                <a:lnTo>
                  <a:pt x="1518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19" y="28902"/>
                </a:lnTo>
                <a:lnTo>
                  <a:pt x="2511" y="28796"/>
                </a:lnTo>
                <a:lnTo>
                  <a:pt x="2803" y="28637"/>
                </a:lnTo>
                <a:lnTo>
                  <a:pt x="3095" y="28530"/>
                </a:lnTo>
                <a:lnTo>
                  <a:pt x="3387" y="28265"/>
                </a:lnTo>
                <a:lnTo>
                  <a:pt x="3796" y="28159"/>
                </a:lnTo>
                <a:lnTo>
                  <a:pt x="4088" y="27999"/>
                </a:lnTo>
                <a:lnTo>
                  <a:pt x="4496" y="27734"/>
                </a:lnTo>
                <a:lnTo>
                  <a:pt x="4788" y="27627"/>
                </a:lnTo>
                <a:lnTo>
                  <a:pt x="5080" y="27468"/>
                </a:lnTo>
                <a:lnTo>
                  <a:pt x="5314" y="27362"/>
                </a:lnTo>
                <a:lnTo>
                  <a:pt x="5781" y="27096"/>
                </a:lnTo>
                <a:lnTo>
                  <a:pt x="6073" y="26990"/>
                </a:lnTo>
                <a:lnTo>
                  <a:pt x="6307" y="26830"/>
                </a:lnTo>
                <a:lnTo>
                  <a:pt x="6599" y="26724"/>
                </a:lnTo>
                <a:lnTo>
                  <a:pt x="6774" y="26458"/>
                </a:lnTo>
                <a:lnTo>
                  <a:pt x="7008" y="26352"/>
                </a:lnTo>
                <a:lnTo>
                  <a:pt x="7300" y="26193"/>
                </a:lnTo>
                <a:lnTo>
                  <a:pt x="7767" y="26086"/>
                </a:lnTo>
                <a:lnTo>
                  <a:pt x="8001" y="25821"/>
                </a:lnTo>
                <a:lnTo>
                  <a:pt x="8293" y="25715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290"/>
                </a:lnTo>
                <a:lnTo>
                  <a:pt x="9577" y="25077"/>
                </a:lnTo>
                <a:lnTo>
                  <a:pt x="9986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096" y="24280"/>
                </a:lnTo>
                <a:lnTo>
                  <a:pt x="11388" y="2401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377"/>
                </a:lnTo>
                <a:lnTo>
                  <a:pt x="12789" y="23377"/>
                </a:lnTo>
                <a:lnTo>
                  <a:pt x="13081" y="23271"/>
                </a:lnTo>
                <a:lnTo>
                  <a:pt x="13373" y="23111"/>
                </a:lnTo>
                <a:lnTo>
                  <a:pt x="13666" y="22846"/>
                </a:lnTo>
                <a:lnTo>
                  <a:pt x="13958" y="22739"/>
                </a:lnTo>
                <a:lnTo>
                  <a:pt x="14250" y="22633"/>
                </a:lnTo>
                <a:lnTo>
                  <a:pt x="14483" y="22474"/>
                </a:lnTo>
                <a:lnTo>
                  <a:pt x="14775" y="22208"/>
                </a:lnTo>
                <a:lnTo>
                  <a:pt x="15067" y="22102"/>
                </a:lnTo>
                <a:lnTo>
                  <a:pt x="15359" y="21995"/>
                </a:lnTo>
                <a:lnTo>
                  <a:pt x="15651" y="21836"/>
                </a:lnTo>
                <a:lnTo>
                  <a:pt x="15943" y="21570"/>
                </a:lnTo>
                <a:lnTo>
                  <a:pt x="16352" y="21464"/>
                </a:lnTo>
                <a:lnTo>
                  <a:pt x="16644" y="21358"/>
                </a:lnTo>
                <a:lnTo>
                  <a:pt x="16761" y="21198"/>
                </a:lnTo>
                <a:lnTo>
                  <a:pt x="17053" y="20933"/>
                </a:lnTo>
                <a:lnTo>
                  <a:pt x="17345" y="20933"/>
                </a:lnTo>
                <a:lnTo>
                  <a:pt x="17637" y="20827"/>
                </a:lnTo>
                <a:lnTo>
                  <a:pt x="17870" y="20667"/>
                </a:lnTo>
                <a:lnTo>
                  <a:pt x="18338" y="20455"/>
                </a:lnTo>
                <a:lnTo>
                  <a:pt x="18571" y="20295"/>
                </a:lnTo>
                <a:lnTo>
                  <a:pt x="18863" y="20189"/>
                </a:lnTo>
                <a:lnTo>
                  <a:pt x="19155" y="20030"/>
                </a:lnTo>
                <a:lnTo>
                  <a:pt x="19330" y="19817"/>
                </a:lnTo>
                <a:lnTo>
                  <a:pt x="19564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557" y="19126"/>
                </a:lnTo>
                <a:lnTo>
                  <a:pt x="20849" y="19020"/>
                </a:lnTo>
                <a:lnTo>
                  <a:pt x="21141" y="18914"/>
                </a:lnTo>
                <a:lnTo>
                  <a:pt x="21433" y="18754"/>
                </a:lnTo>
                <a:lnTo>
                  <a:pt x="21725" y="18648"/>
                </a:lnTo>
                <a:lnTo>
                  <a:pt x="21842" y="18489"/>
                </a:lnTo>
                <a:lnTo>
                  <a:pt x="22134" y="18383"/>
                </a:lnTo>
                <a:lnTo>
                  <a:pt x="22543" y="18276"/>
                </a:lnTo>
                <a:lnTo>
                  <a:pt x="22835" y="18011"/>
                </a:lnTo>
                <a:lnTo>
                  <a:pt x="23127" y="17851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373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736"/>
                </a:lnTo>
                <a:lnTo>
                  <a:pt x="25346" y="16576"/>
                </a:lnTo>
                <a:lnTo>
                  <a:pt x="25638" y="16470"/>
                </a:lnTo>
                <a:lnTo>
                  <a:pt x="25930" y="16311"/>
                </a:lnTo>
                <a:lnTo>
                  <a:pt x="26222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39" y="15832"/>
                </a:lnTo>
                <a:lnTo>
                  <a:pt x="27332" y="15567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441" y="14929"/>
                </a:lnTo>
                <a:lnTo>
                  <a:pt x="28908" y="14770"/>
                </a:lnTo>
                <a:lnTo>
                  <a:pt x="29200" y="14663"/>
                </a:lnTo>
                <a:lnTo>
                  <a:pt x="29317" y="14504"/>
                </a:lnTo>
                <a:lnTo>
                  <a:pt x="29609" y="14292"/>
                </a:lnTo>
                <a:lnTo>
                  <a:pt x="29901" y="14132"/>
                </a:lnTo>
                <a:lnTo>
                  <a:pt x="30135" y="14026"/>
                </a:lnTo>
                <a:lnTo>
                  <a:pt x="30427" y="14026"/>
                </a:lnTo>
                <a:lnTo>
                  <a:pt x="30894" y="13760"/>
                </a:lnTo>
                <a:lnTo>
                  <a:pt x="31128" y="13654"/>
                </a:lnTo>
                <a:lnTo>
                  <a:pt x="31420" y="13495"/>
                </a:lnTo>
                <a:lnTo>
                  <a:pt x="31712" y="13388"/>
                </a:lnTo>
                <a:lnTo>
                  <a:pt x="31828" y="13123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3113" y="12485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113"/>
                </a:lnTo>
                <a:lnTo>
                  <a:pt x="34223" y="11848"/>
                </a:lnTo>
                <a:lnTo>
                  <a:pt x="34398" y="11688"/>
                </a:lnTo>
                <a:lnTo>
                  <a:pt x="34690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210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679"/>
                </a:lnTo>
                <a:lnTo>
                  <a:pt x="36793" y="10572"/>
                </a:lnTo>
                <a:lnTo>
                  <a:pt x="37085" y="10413"/>
                </a:lnTo>
                <a:lnTo>
                  <a:pt x="37377" y="10307"/>
                </a:lnTo>
                <a:lnTo>
                  <a:pt x="37610" y="10041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69"/>
                </a:lnTo>
                <a:lnTo>
                  <a:pt x="38778" y="9404"/>
                </a:lnTo>
                <a:lnTo>
                  <a:pt x="39070" y="9404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8" y="8235"/>
                </a:lnTo>
                <a:lnTo>
                  <a:pt x="41465" y="8128"/>
                </a:lnTo>
                <a:lnTo>
                  <a:pt x="41698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458" y="7491"/>
                </a:lnTo>
                <a:lnTo>
                  <a:pt x="42691" y="7331"/>
                </a:lnTo>
                <a:lnTo>
                  <a:pt x="42983" y="7225"/>
                </a:lnTo>
                <a:lnTo>
                  <a:pt x="43392" y="7066"/>
                </a:lnTo>
                <a:lnTo>
                  <a:pt x="43684" y="6960"/>
                </a:lnTo>
                <a:lnTo>
                  <a:pt x="43976" y="6853"/>
                </a:lnTo>
                <a:lnTo>
                  <a:pt x="44268" y="6694"/>
                </a:lnTo>
                <a:lnTo>
                  <a:pt x="44385" y="642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670" y="5791"/>
                </a:lnTo>
                <a:lnTo>
                  <a:pt x="45962" y="5684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153"/>
                </a:lnTo>
                <a:lnTo>
                  <a:pt x="46954" y="5047"/>
                </a:lnTo>
                <a:lnTo>
                  <a:pt x="47246" y="4887"/>
                </a:lnTo>
                <a:lnTo>
                  <a:pt x="47655" y="4781"/>
                </a:lnTo>
                <a:lnTo>
                  <a:pt x="47947" y="4622"/>
                </a:lnTo>
                <a:lnTo>
                  <a:pt x="48239" y="4516"/>
                </a:lnTo>
                <a:lnTo>
                  <a:pt x="48473" y="4409"/>
                </a:lnTo>
                <a:lnTo>
                  <a:pt x="48765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72"/>
                </a:lnTo>
                <a:lnTo>
                  <a:pt x="49933" y="3612"/>
                </a:lnTo>
                <a:lnTo>
                  <a:pt x="50167" y="3347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335" y="2709"/>
                </a:lnTo>
                <a:lnTo>
                  <a:pt x="51627" y="2603"/>
                </a:lnTo>
                <a:lnTo>
                  <a:pt x="51860" y="2443"/>
                </a:lnTo>
                <a:lnTo>
                  <a:pt x="52152" y="2337"/>
                </a:lnTo>
                <a:lnTo>
                  <a:pt x="52444" y="2231"/>
                </a:lnTo>
                <a:lnTo>
                  <a:pt x="52736" y="2072"/>
                </a:lnTo>
                <a:lnTo>
                  <a:pt x="53028" y="1965"/>
                </a:lnTo>
                <a:lnTo>
                  <a:pt x="53262" y="1806"/>
                </a:lnTo>
                <a:lnTo>
                  <a:pt x="53554" y="1540"/>
                </a:lnTo>
                <a:lnTo>
                  <a:pt x="54021" y="1434"/>
                </a:lnTo>
                <a:lnTo>
                  <a:pt x="54255" y="1328"/>
                </a:lnTo>
                <a:lnTo>
                  <a:pt x="54430" y="1168"/>
                </a:lnTo>
                <a:lnTo>
                  <a:pt x="54722" y="903"/>
                </a:lnTo>
                <a:lnTo>
                  <a:pt x="54956" y="796"/>
                </a:lnTo>
                <a:lnTo>
                  <a:pt x="55248" y="690"/>
                </a:lnTo>
                <a:lnTo>
                  <a:pt x="55540" y="531"/>
                </a:lnTo>
                <a:lnTo>
                  <a:pt x="55948" y="265"/>
                </a:lnTo>
                <a:lnTo>
                  <a:pt x="56240" y="159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1659747" y="5686091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116" y="30071"/>
                </a:lnTo>
                <a:lnTo>
                  <a:pt x="408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19" y="29009"/>
                </a:lnTo>
                <a:lnTo>
                  <a:pt x="2511" y="28743"/>
                </a:lnTo>
                <a:lnTo>
                  <a:pt x="2686" y="28637"/>
                </a:lnTo>
                <a:lnTo>
                  <a:pt x="2978" y="28530"/>
                </a:lnTo>
                <a:lnTo>
                  <a:pt x="3387" y="28371"/>
                </a:lnTo>
                <a:lnTo>
                  <a:pt x="3679" y="28105"/>
                </a:lnTo>
                <a:lnTo>
                  <a:pt x="3912" y="27999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06" y="27202"/>
                </a:lnTo>
                <a:lnTo>
                  <a:pt x="5898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352"/>
                </a:lnTo>
                <a:lnTo>
                  <a:pt x="7300" y="26193"/>
                </a:lnTo>
                <a:lnTo>
                  <a:pt x="7767" y="26086"/>
                </a:lnTo>
                <a:lnTo>
                  <a:pt x="7884" y="25927"/>
                </a:lnTo>
                <a:lnTo>
                  <a:pt x="8176" y="25661"/>
                </a:lnTo>
                <a:lnTo>
                  <a:pt x="8468" y="25661"/>
                </a:lnTo>
                <a:lnTo>
                  <a:pt x="8760" y="25555"/>
                </a:lnTo>
                <a:lnTo>
                  <a:pt x="8993" y="25449"/>
                </a:lnTo>
                <a:lnTo>
                  <a:pt x="9285" y="25183"/>
                </a:lnTo>
                <a:lnTo>
                  <a:pt x="9694" y="25024"/>
                </a:lnTo>
                <a:lnTo>
                  <a:pt x="9986" y="24918"/>
                </a:lnTo>
                <a:lnTo>
                  <a:pt x="10161" y="24811"/>
                </a:lnTo>
                <a:lnTo>
                  <a:pt x="10453" y="24546"/>
                </a:lnTo>
                <a:lnTo>
                  <a:pt x="10687" y="24386"/>
                </a:lnTo>
                <a:lnTo>
                  <a:pt x="10979" y="24280"/>
                </a:lnTo>
                <a:lnTo>
                  <a:pt x="11271" y="2417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483"/>
                </a:lnTo>
                <a:lnTo>
                  <a:pt x="12965" y="23271"/>
                </a:lnTo>
                <a:lnTo>
                  <a:pt x="13257" y="23111"/>
                </a:lnTo>
                <a:lnTo>
                  <a:pt x="13549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242" y="21942"/>
                </a:lnTo>
                <a:lnTo>
                  <a:pt x="15476" y="21836"/>
                </a:lnTo>
                <a:lnTo>
                  <a:pt x="15943" y="21730"/>
                </a:lnTo>
                <a:lnTo>
                  <a:pt x="16235" y="21464"/>
                </a:lnTo>
                <a:lnTo>
                  <a:pt x="16469" y="21305"/>
                </a:lnTo>
                <a:lnTo>
                  <a:pt x="16761" y="21198"/>
                </a:lnTo>
                <a:lnTo>
                  <a:pt x="17053" y="21092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564" y="19658"/>
                </a:lnTo>
                <a:lnTo>
                  <a:pt x="19856" y="19551"/>
                </a:lnTo>
                <a:lnTo>
                  <a:pt x="20323" y="19392"/>
                </a:lnTo>
                <a:lnTo>
                  <a:pt x="20732" y="19020"/>
                </a:lnTo>
                <a:lnTo>
                  <a:pt x="21024" y="18861"/>
                </a:lnTo>
                <a:lnTo>
                  <a:pt x="21258" y="18754"/>
                </a:lnTo>
                <a:lnTo>
                  <a:pt x="21550" y="18754"/>
                </a:lnTo>
                <a:lnTo>
                  <a:pt x="21842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2951" y="17851"/>
                </a:lnTo>
                <a:lnTo>
                  <a:pt x="23243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842"/>
                </a:lnTo>
                <a:lnTo>
                  <a:pt x="25346" y="16576"/>
                </a:lnTo>
                <a:lnTo>
                  <a:pt x="25521" y="16470"/>
                </a:lnTo>
                <a:lnTo>
                  <a:pt x="25813" y="16470"/>
                </a:lnTo>
                <a:lnTo>
                  <a:pt x="26105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407"/>
                </a:lnTo>
                <a:lnTo>
                  <a:pt x="27799" y="15301"/>
                </a:lnTo>
                <a:lnTo>
                  <a:pt x="28032" y="15142"/>
                </a:lnTo>
                <a:lnTo>
                  <a:pt x="28500" y="15035"/>
                </a:lnTo>
                <a:lnTo>
                  <a:pt x="28733" y="14770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132"/>
                </a:lnTo>
                <a:lnTo>
                  <a:pt x="30193" y="14026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601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821" y="12698"/>
                </a:lnTo>
                <a:lnTo>
                  <a:pt x="32996" y="12591"/>
                </a:lnTo>
                <a:lnTo>
                  <a:pt x="33288" y="12326"/>
                </a:lnTo>
                <a:lnTo>
                  <a:pt x="33580" y="12219"/>
                </a:lnTo>
                <a:lnTo>
                  <a:pt x="33814" y="12060"/>
                </a:lnTo>
                <a:lnTo>
                  <a:pt x="34106" y="11954"/>
                </a:lnTo>
                <a:lnTo>
                  <a:pt x="34398" y="1168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508" y="11157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02" y="9882"/>
                </a:lnTo>
                <a:lnTo>
                  <a:pt x="38077" y="9775"/>
                </a:lnTo>
                <a:lnTo>
                  <a:pt x="38369" y="9669"/>
                </a:lnTo>
                <a:lnTo>
                  <a:pt x="38603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472" y="8607"/>
                </a:lnTo>
                <a:lnTo>
                  <a:pt x="41056" y="8235"/>
                </a:lnTo>
                <a:lnTo>
                  <a:pt x="41290" y="8128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331"/>
                </a:lnTo>
                <a:lnTo>
                  <a:pt x="43275" y="7066"/>
                </a:lnTo>
                <a:lnTo>
                  <a:pt x="43567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385" y="6428"/>
                </a:lnTo>
                <a:lnTo>
                  <a:pt x="44677" y="6322"/>
                </a:lnTo>
                <a:lnTo>
                  <a:pt x="44969" y="6163"/>
                </a:lnTo>
                <a:lnTo>
                  <a:pt x="45378" y="6056"/>
                </a:lnTo>
                <a:lnTo>
                  <a:pt x="45553" y="5791"/>
                </a:lnTo>
                <a:lnTo>
                  <a:pt x="45845" y="5684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153"/>
                </a:lnTo>
                <a:lnTo>
                  <a:pt x="46954" y="5047"/>
                </a:lnTo>
                <a:lnTo>
                  <a:pt x="47363" y="4887"/>
                </a:lnTo>
                <a:lnTo>
                  <a:pt x="47655" y="4781"/>
                </a:lnTo>
                <a:lnTo>
                  <a:pt x="47947" y="4622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398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167" y="3347"/>
                </a:lnTo>
                <a:lnTo>
                  <a:pt x="50459" y="3240"/>
                </a:lnTo>
                <a:lnTo>
                  <a:pt x="50634" y="3081"/>
                </a:lnTo>
                <a:lnTo>
                  <a:pt x="50926" y="2975"/>
                </a:lnTo>
                <a:lnTo>
                  <a:pt x="51159" y="2709"/>
                </a:lnTo>
                <a:lnTo>
                  <a:pt x="51627" y="2603"/>
                </a:lnTo>
                <a:lnTo>
                  <a:pt x="51860" y="2443"/>
                </a:lnTo>
                <a:lnTo>
                  <a:pt x="52152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028" y="1965"/>
                </a:lnTo>
                <a:lnTo>
                  <a:pt x="53145" y="1806"/>
                </a:lnTo>
                <a:lnTo>
                  <a:pt x="53554" y="1540"/>
                </a:lnTo>
                <a:lnTo>
                  <a:pt x="53846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248" y="637"/>
                </a:lnTo>
                <a:lnTo>
                  <a:pt x="55540" y="531"/>
                </a:lnTo>
                <a:lnTo>
                  <a:pt x="55832" y="265"/>
                </a:lnTo>
                <a:lnTo>
                  <a:pt x="56124" y="159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1716455" y="5655806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018"/>
                </a:lnTo>
                <a:lnTo>
                  <a:pt x="525" y="29912"/>
                </a:lnTo>
                <a:lnTo>
                  <a:pt x="817" y="29806"/>
                </a:lnTo>
                <a:lnTo>
                  <a:pt x="1226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743"/>
                </a:lnTo>
                <a:lnTo>
                  <a:pt x="2803" y="28637"/>
                </a:lnTo>
                <a:lnTo>
                  <a:pt x="3212" y="28477"/>
                </a:lnTo>
                <a:lnTo>
                  <a:pt x="3504" y="28371"/>
                </a:lnTo>
                <a:lnTo>
                  <a:pt x="3796" y="2810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627"/>
                </a:lnTo>
                <a:lnTo>
                  <a:pt x="5022" y="27468"/>
                </a:lnTo>
                <a:lnTo>
                  <a:pt x="5489" y="27362"/>
                </a:lnTo>
                <a:lnTo>
                  <a:pt x="5781" y="27202"/>
                </a:lnTo>
                <a:lnTo>
                  <a:pt x="6015" y="26990"/>
                </a:lnTo>
                <a:lnTo>
                  <a:pt x="6307" y="26830"/>
                </a:lnTo>
                <a:lnTo>
                  <a:pt x="6482" y="26724"/>
                </a:lnTo>
                <a:lnTo>
                  <a:pt x="6716" y="26565"/>
                </a:lnTo>
                <a:lnTo>
                  <a:pt x="7008" y="26299"/>
                </a:lnTo>
                <a:lnTo>
                  <a:pt x="7475" y="26193"/>
                </a:lnTo>
                <a:lnTo>
                  <a:pt x="7709" y="26086"/>
                </a:lnTo>
                <a:lnTo>
                  <a:pt x="8001" y="25927"/>
                </a:lnTo>
                <a:lnTo>
                  <a:pt x="8293" y="25661"/>
                </a:lnTo>
                <a:lnTo>
                  <a:pt x="8585" y="25661"/>
                </a:lnTo>
                <a:lnTo>
                  <a:pt x="8877" y="25555"/>
                </a:lnTo>
                <a:lnTo>
                  <a:pt x="9402" y="25183"/>
                </a:lnTo>
                <a:lnTo>
                  <a:pt x="9694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546"/>
                </a:lnTo>
                <a:lnTo>
                  <a:pt x="10804" y="24386"/>
                </a:lnTo>
                <a:lnTo>
                  <a:pt x="11096" y="24280"/>
                </a:lnTo>
                <a:lnTo>
                  <a:pt x="11388" y="24121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497" y="23483"/>
                </a:lnTo>
                <a:lnTo>
                  <a:pt x="12789" y="23377"/>
                </a:lnTo>
                <a:lnTo>
                  <a:pt x="13081" y="23217"/>
                </a:lnTo>
                <a:lnTo>
                  <a:pt x="13373" y="23111"/>
                </a:lnTo>
                <a:lnTo>
                  <a:pt x="13782" y="23005"/>
                </a:lnTo>
                <a:lnTo>
                  <a:pt x="13958" y="22739"/>
                </a:lnTo>
                <a:lnTo>
                  <a:pt x="14191" y="22580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4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464"/>
                </a:lnTo>
                <a:lnTo>
                  <a:pt x="16469" y="21305"/>
                </a:lnTo>
                <a:lnTo>
                  <a:pt x="16761" y="21198"/>
                </a:lnTo>
                <a:lnTo>
                  <a:pt x="17053" y="21039"/>
                </a:lnTo>
                <a:lnTo>
                  <a:pt x="17345" y="20933"/>
                </a:lnTo>
                <a:lnTo>
                  <a:pt x="17578" y="20827"/>
                </a:lnTo>
                <a:lnTo>
                  <a:pt x="18046" y="20667"/>
                </a:lnTo>
                <a:lnTo>
                  <a:pt x="18279" y="20561"/>
                </a:lnTo>
                <a:lnTo>
                  <a:pt x="18571" y="20295"/>
                </a:lnTo>
                <a:lnTo>
                  <a:pt x="18863" y="20136"/>
                </a:lnTo>
                <a:lnTo>
                  <a:pt x="19038" y="20030"/>
                </a:lnTo>
                <a:lnTo>
                  <a:pt x="19272" y="19923"/>
                </a:lnTo>
                <a:lnTo>
                  <a:pt x="19564" y="19658"/>
                </a:lnTo>
                <a:lnTo>
                  <a:pt x="19973" y="19498"/>
                </a:lnTo>
                <a:lnTo>
                  <a:pt x="20265" y="19392"/>
                </a:lnTo>
                <a:lnTo>
                  <a:pt x="20557" y="19286"/>
                </a:lnTo>
                <a:lnTo>
                  <a:pt x="20849" y="19020"/>
                </a:lnTo>
                <a:lnTo>
                  <a:pt x="21141" y="18861"/>
                </a:lnTo>
                <a:lnTo>
                  <a:pt x="21433" y="18754"/>
                </a:lnTo>
                <a:lnTo>
                  <a:pt x="21959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851"/>
                </a:lnTo>
                <a:lnTo>
                  <a:pt x="23360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054" y="16842"/>
                </a:lnTo>
                <a:lnTo>
                  <a:pt x="25346" y="16576"/>
                </a:lnTo>
                <a:lnTo>
                  <a:pt x="25638" y="16417"/>
                </a:lnTo>
                <a:lnTo>
                  <a:pt x="25930" y="16417"/>
                </a:lnTo>
                <a:lnTo>
                  <a:pt x="26339" y="16311"/>
                </a:lnTo>
                <a:lnTo>
                  <a:pt x="26514" y="16045"/>
                </a:lnTo>
                <a:lnTo>
                  <a:pt x="26747" y="15939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770"/>
                </a:lnTo>
                <a:lnTo>
                  <a:pt x="29317" y="14504"/>
                </a:lnTo>
                <a:lnTo>
                  <a:pt x="29609" y="14398"/>
                </a:lnTo>
                <a:lnTo>
                  <a:pt x="29843" y="14132"/>
                </a:lnTo>
                <a:lnTo>
                  <a:pt x="30135" y="14132"/>
                </a:lnTo>
                <a:lnTo>
                  <a:pt x="30602" y="13973"/>
                </a:lnTo>
                <a:lnTo>
                  <a:pt x="30836" y="13867"/>
                </a:lnTo>
                <a:lnTo>
                  <a:pt x="31128" y="13601"/>
                </a:lnTo>
                <a:lnTo>
                  <a:pt x="31420" y="13495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2963"/>
                </a:lnTo>
                <a:lnTo>
                  <a:pt x="32529" y="12857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060"/>
                </a:lnTo>
                <a:lnTo>
                  <a:pt x="34515" y="11794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25" y="11157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18" y="10254"/>
                </a:lnTo>
                <a:lnTo>
                  <a:pt x="37610" y="10147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16"/>
                </a:lnTo>
                <a:lnTo>
                  <a:pt x="38895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713"/>
                </a:lnTo>
                <a:lnTo>
                  <a:pt x="40472" y="8607"/>
                </a:lnTo>
                <a:lnTo>
                  <a:pt x="40881" y="8500"/>
                </a:lnTo>
                <a:lnTo>
                  <a:pt x="41173" y="8341"/>
                </a:lnTo>
                <a:lnTo>
                  <a:pt x="41406" y="807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399" y="7438"/>
                </a:lnTo>
                <a:lnTo>
                  <a:pt x="42691" y="7331"/>
                </a:lnTo>
                <a:lnTo>
                  <a:pt x="43100" y="7172"/>
                </a:lnTo>
                <a:lnTo>
                  <a:pt x="43392" y="7066"/>
                </a:lnTo>
                <a:lnTo>
                  <a:pt x="43684" y="6960"/>
                </a:lnTo>
                <a:lnTo>
                  <a:pt x="43976" y="6800"/>
                </a:lnTo>
                <a:lnTo>
                  <a:pt x="44385" y="6535"/>
                </a:lnTo>
                <a:lnTo>
                  <a:pt x="44677" y="6322"/>
                </a:lnTo>
                <a:lnTo>
                  <a:pt x="45086" y="6163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525"/>
                </a:lnTo>
                <a:lnTo>
                  <a:pt x="46487" y="5419"/>
                </a:lnTo>
                <a:lnTo>
                  <a:pt x="46662" y="5259"/>
                </a:lnTo>
                <a:lnTo>
                  <a:pt x="47071" y="4994"/>
                </a:lnTo>
                <a:lnTo>
                  <a:pt x="47363" y="4887"/>
                </a:lnTo>
                <a:lnTo>
                  <a:pt x="47655" y="4781"/>
                </a:lnTo>
                <a:lnTo>
                  <a:pt x="47947" y="4781"/>
                </a:lnTo>
                <a:lnTo>
                  <a:pt x="48181" y="4516"/>
                </a:lnTo>
                <a:lnTo>
                  <a:pt x="48473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878"/>
                </a:lnTo>
                <a:lnTo>
                  <a:pt x="49641" y="3719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2970" y="1912"/>
                </a:lnTo>
                <a:lnTo>
                  <a:pt x="53437" y="1806"/>
                </a:lnTo>
                <a:lnTo>
                  <a:pt x="53729" y="1700"/>
                </a:lnTo>
                <a:lnTo>
                  <a:pt x="53963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664" y="1009"/>
                </a:lnTo>
                <a:lnTo>
                  <a:pt x="54956" y="796"/>
                </a:lnTo>
                <a:lnTo>
                  <a:pt x="55248" y="637"/>
                </a:lnTo>
                <a:lnTo>
                  <a:pt x="55656" y="531"/>
                </a:lnTo>
                <a:lnTo>
                  <a:pt x="55948" y="371"/>
                </a:lnTo>
                <a:lnTo>
                  <a:pt x="56240" y="159"/>
                </a:lnTo>
                <a:lnTo>
                  <a:pt x="56532" y="159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1773105" y="5625522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992" y="29806"/>
                </a:lnTo>
                <a:lnTo>
                  <a:pt x="1284" y="29646"/>
                </a:lnTo>
                <a:lnTo>
                  <a:pt x="1576" y="29540"/>
                </a:lnTo>
                <a:lnTo>
                  <a:pt x="1868" y="29274"/>
                </a:lnTo>
                <a:lnTo>
                  <a:pt x="2102" y="29115"/>
                </a:lnTo>
                <a:lnTo>
                  <a:pt x="2394" y="29009"/>
                </a:lnTo>
                <a:lnTo>
                  <a:pt x="2569" y="28902"/>
                </a:lnTo>
                <a:lnTo>
                  <a:pt x="2978" y="28637"/>
                </a:lnTo>
                <a:lnTo>
                  <a:pt x="3270" y="2847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672" y="27840"/>
                </a:lnTo>
                <a:lnTo>
                  <a:pt x="4964" y="27734"/>
                </a:lnTo>
                <a:lnTo>
                  <a:pt x="5256" y="27468"/>
                </a:lnTo>
                <a:lnTo>
                  <a:pt x="5489" y="27362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565"/>
                </a:lnTo>
                <a:lnTo>
                  <a:pt x="7358" y="26458"/>
                </a:lnTo>
                <a:lnTo>
                  <a:pt x="7650" y="26193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344" y="25396"/>
                </a:lnTo>
                <a:lnTo>
                  <a:pt x="9577" y="25290"/>
                </a:lnTo>
                <a:lnTo>
                  <a:pt x="9869" y="25024"/>
                </a:lnTo>
                <a:lnTo>
                  <a:pt x="10161" y="24918"/>
                </a:lnTo>
                <a:lnTo>
                  <a:pt x="10337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154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749"/>
                </a:lnTo>
                <a:lnTo>
                  <a:pt x="12439" y="23642"/>
                </a:lnTo>
                <a:lnTo>
                  <a:pt x="12556" y="23483"/>
                </a:lnTo>
                <a:lnTo>
                  <a:pt x="12848" y="23483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846"/>
                </a:lnTo>
                <a:lnTo>
                  <a:pt x="14425" y="22580"/>
                </a:lnTo>
                <a:lnTo>
                  <a:pt x="14658" y="22474"/>
                </a:lnTo>
                <a:lnTo>
                  <a:pt x="14950" y="22314"/>
                </a:lnTo>
                <a:lnTo>
                  <a:pt x="15126" y="22208"/>
                </a:lnTo>
                <a:lnTo>
                  <a:pt x="15359" y="21942"/>
                </a:lnTo>
                <a:lnTo>
                  <a:pt x="15826" y="21836"/>
                </a:lnTo>
                <a:lnTo>
                  <a:pt x="16118" y="21677"/>
                </a:lnTo>
                <a:lnTo>
                  <a:pt x="16352" y="21570"/>
                </a:lnTo>
                <a:lnTo>
                  <a:pt x="16644" y="21305"/>
                </a:lnTo>
                <a:lnTo>
                  <a:pt x="16936" y="21198"/>
                </a:lnTo>
                <a:lnTo>
                  <a:pt x="17228" y="21198"/>
                </a:lnTo>
                <a:lnTo>
                  <a:pt x="17520" y="21039"/>
                </a:lnTo>
                <a:lnTo>
                  <a:pt x="17812" y="2077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20030"/>
                </a:lnTo>
                <a:lnTo>
                  <a:pt x="19506" y="19870"/>
                </a:lnTo>
                <a:lnTo>
                  <a:pt x="19914" y="19764"/>
                </a:lnTo>
                <a:lnTo>
                  <a:pt x="20206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861"/>
                </a:lnTo>
                <a:lnTo>
                  <a:pt x="21433" y="18754"/>
                </a:lnTo>
                <a:lnTo>
                  <a:pt x="21725" y="18754"/>
                </a:lnTo>
                <a:lnTo>
                  <a:pt x="22134" y="18595"/>
                </a:lnTo>
                <a:lnTo>
                  <a:pt x="22426" y="18329"/>
                </a:lnTo>
                <a:lnTo>
                  <a:pt x="22718" y="18223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119" y="17479"/>
                </a:lnTo>
                <a:lnTo>
                  <a:pt x="24411" y="17320"/>
                </a:lnTo>
                <a:lnTo>
                  <a:pt x="24703" y="17054"/>
                </a:lnTo>
                <a:lnTo>
                  <a:pt x="24995" y="16948"/>
                </a:lnTo>
                <a:lnTo>
                  <a:pt x="25287" y="16789"/>
                </a:lnTo>
                <a:lnTo>
                  <a:pt x="25696" y="16417"/>
                </a:lnTo>
                <a:lnTo>
                  <a:pt x="26105" y="16417"/>
                </a:lnTo>
                <a:lnTo>
                  <a:pt x="26397" y="16311"/>
                </a:lnTo>
                <a:lnTo>
                  <a:pt x="26689" y="16151"/>
                </a:lnTo>
                <a:lnTo>
                  <a:pt x="26923" y="15939"/>
                </a:lnTo>
                <a:lnTo>
                  <a:pt x="27215" y="15779"/>
                </a:lnTo>
                <a:lnTo>
                  <a:pt x="27507" y="15673"/>
                </a:lnTo>
                <a:lnTo>
                  <a:pt x="27799" y="15514"/>
                </a:lnTo>
                <a:lnTo>
                  <a:pt x="27916" y="15301"/>
                </a:lnTo>
                <a:lnTo>
                  <a:pt x="28383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610"/>
                </a:lnTo>
                <a:lnTo>
                  <a:pt x="29492" y="14504"/>
                </a:lnTo>
                <a:lnTo>
                  <a:pt x="29784" y="14398"/>
                </a:lnTo>
                <a:lnTo>
                  <a:pt x="30076" y="14238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495"/>
                </a:lnTo>
                <a:lnTo>
                  <a:pt x="31770" y="13335"/>
                </a:lnTo>
                <a:lnTo>
                  <a:pt x="32004" y="13229"/>
                </a:lnTo>
                <a:lnTo>
                  <a:pt x="32471" y="13070"/>
                </a:lnTo>
                <a:lnTo>
                  <a:pt x="32704" y="12857"/>
                </a:lnTo>
                <a:lnTo>
                  <a:pt x="32880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697" y="12219"/>
                </a:lnTo>
                <a:lnTo>
                  <a:pt x="33989" y="12060"/>
                </a:lnTo>
                <a:lnTo>
                  <a:pt x="34281" y="11954"/>
                </a:lnTo>
                <a:lnTo>
                  <a:pt x="34690" y="11794"/>
                </a:lnTo>
                <a:lnTo>
                  <a:pt x="34982" y="11688"/>
                </a:lnTo>
                <a:lnTo>
                  <a:pt x="35274" y="11529"/>
                </a:lnTo>
                <a:lnTo>
                  <a:pt x="35683" y="11316"/>
                </a:lnTo>
                <a:lnTo>
                  <a:pt x="35975" y="11051"/>
                </a:lnTo>
                <a:lnTo>
                  <a:pt x="36267" y="10891"/>
                </a:lnTo>
                <a:lnTo>
                  <a:pt x="36676" y="10785"/>
                </a:lnTo>
                <a:lnTo>
                  <a:pt x="36968" y="10679"/>
                </a:lnTo>
                <a:lnTo>
                  <a:pt x="37260" y="10413"/>
                </a:lnTo>
                <a:lnTo>
                  <a:pt x="37552" y="10254"/>
                </a:lnTo>
                <a:lnTo>
                  <a:pt x="37785" y="10147"/>
                </a:lnTo>
                <a:lnTo>
                  <a:pt x="37961" y="9988"/>
                </a:lnTo>
                <a:lnTo>
                  <a:pt x="38253" y="9775"/>
                </a:lnTo>
                <a:lnTo>
                  <a:pt x="38661" y="9616"/>
                </a:lnTo>
                <a:lnTo>
                  <a:pt x="38953" y="9510"/>
                </a:lnTo>
                <a:lnTo>
                  <a:pt x="39245" y="9510"/>
                </a:lnTo>
                <a:lnTo>
                  <a:pt x="39479" y="9244"/>
                </a:lnTo>
                <a:lnTo>
                  <a:pt x="39771" y="9138"/>
                </a:lnTo>
                <a:lnTo>
                  <a:pt x="40063" y="8979"/>
                </a:lnTo>
                <a:lnTo>
                  <a:pt x="40355" y="8872"/>
                </a:lnTo>
                <a:lnTo>
                  <a:pt x="40472" y="8607"/>
                </a:lnTo>
                <a:lnTo>
                  <a:pt x="40939" y="8447"/>
                </a:lnTo>
                <a:lnTo>
                  <a:pt x="41173" y="8341"/>
                </a:lnTo>
                <a:lnTo>
                  <a:pt x="41465" y="8235"/>
                </a:lnTo>
                <a:lnTo>
                  <a:pt x="41757" y="7969"/>
                </a:lnTo>
                <a:lnTo>
                  <a:pt x="42049" y="7810"/>
                </a:lnTo>
                <a:lnTo>
                  <a:pt x="42341" y="7703"/>
                </a:lnTo>
                <a:lnTo>
                  <a:pt x="42633" y="7597"/>
                </a:lnTo>
                <a:lnTo>
                  <a:pt x="42866" y="7331"/>
                </a:lnTo>
                <a:lnTo>
                  <a:pt x="43158" y="7172"/>
                </a:lnTo>
                <a:lnTo>
                  <a:pt x="43450" y="7172"/>
                </a:lnTo>
                <a:lnTo>
                  <a:pt x="43742" y="7066"/>
                </a:lnTo>
                <a:lnTo>
                  <a:pt x="44034" y="6800"/>
                </a:lnTo>
                <a:lnTo>
                  <a:pt x="44268" y="6694"/>
                </a:lnTo>
                <a:lnTo>
                  <a:pt x="44560" y="6535"/>
                </a:lnTo>
                <a:lnTo>
                  <a:pt x="45027" y="6428"/>
                </a:lnTo>
                <a:lnTo>
                  <a:pt x="45261" y="6163"/>
                </a:lnTo>
                <a:lnTo>
                  <a:pt x="45436" y="6056"/>
                </a:lnTo>
                <a:lnTo>
                  <a:pt x="45728" y="5897"/>
                </a:lnTo>
                <a:lnTo>
                  <a:pt x="45962" y="579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259"/>
                </a:lnTo>
                <a:lnTo>
                  <a:pt x="47246" y="5153"/>
                </a:lnTo>
                <a:lnTo>
                  <a:pt x="47538" y="4887"/>
                </a:lnTo>
                <a:lnTo>
                  <a:pt x="47831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250"/>
                </a:lnTo>
                <a:lnTo>
                  <a:pt x="49232" y="4091"/>
                </a:lnTo>
                <a:lnTo>
                  <a:pt x="49524" y="3984"/>
                </a:lnTo>
                <a:lnTo>
                  <a:pt x="49816" y="3719"/>
                </a:lnTo>
                <a:lnTo>
                  <a:pt x="50108" y="3612"/>
                </a:lnTo>
                <a:lnTo>
                  <a:pt x="50342" y="3453"/>
                </a:lnTo>
                <a:lnTo>
                  <a:pt x="50517" y="3347"/>
                </a:lnTo>
                <a:lnTo>
                  <a:pt x="50809" y="3081"/>
                </a:lnTo>
                <a:lnTo>
                  <a:pt x="51218" y="2975"/>
                </a:lnTo>
                <a:lnTo>
                  <a:pt x="51510" y="2815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337"/>
                </a:lnTo>
                <a:lnTo>
                  <a:pt x="52911" y="2178"/>
                </a:lnTo>
                <a:lnTo>
                  <a:pt x="53028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313" y="1275"/>
                </a:lnTo>
                <a:lnTo>
                  <a:pt x="54605" y="1168"/>
                </a:lnTo>
                <a:lnTo>
                  <a:pt x="54897" y="1009"/>
                </a:lnTo>
                <a:lnTo>
                  <a:pt x="55131" y="903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1829930" y="5595238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700" y="30018"/>
                </a:lnTo>
                <a:lnTo>
                  <a:pt x="992" y="29752"/>
                </a:lnTo>
                <a:lnTo>
                  <a:pt x="1168" y="29646"/>
                </a:lnTo>
                <a:lnTo>
                  <a:pt x="1460" y="29540"/>
                </a:lnTo>
                <a:lnTo>
                  <a:pt x="1693" y="2938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978" y="28743"/>
                </a:lnTo>
                <a:lnTo>
                  <a:pt x="3270" y="28477"/>
                </a:lnTo>
                <a:lnTo>
                  <a:pt x="3562" y="28371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40"/>
                </a:lnTo>
                <a:lnTo>
                  <a:pt x="4964" y="27734"/>
                </a:lnTo>
                <a:lnTo>
                  <a:pt x="5256" y="27574"/>
                </a:lnTo>
                <a:lnTo>
                  <a:pt x="5548" y="27308"/>
                </a:lnTo>
                <a:lnTo>
                  <a:pt x="5781" y="27202"/>
                </a:lnTo>
                <a:lnTo>
                  <a:pt x="6073" y="27096"/>
                </a:lnTo>
                <a:lnTo>
                  <a:pt x="6248" y="26937"/>
                </a:lnTo>
                <a:lnTo>
                  <a:pt x="6482" y="26671"/>
                </a:lnTo>
                <a:lnTo>
                  <a:pt x="6949" y="26565"/>
                </a:lnTo>
                <a:lnTo>
                  <a:pt x="7241" y="26458"/>
                </a:lnTo>
                <a:lnTo>
                  <a:pt x="7475" y="26299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768"/>
                </a:lnTo>
                <a:lnTo>
                  <a:pt x="8643" y="25768"/>
                </a:lnTo>
                <a:lnTo>
                  <a:pt x="8760" y="25555"/>
                </a:lnTo>
                <a:lnTo>
                  <a:pt x="9169" y="25396"/>
                </a:lnTo>
                <a:lnTo>
                  <a:pt x="9461" y="25290"/>
                </a:lnTo>
                <a:lnTo>
                  <a:pt x="9753" y="25130"/>
                </a:lnTo>
                <a:lnTo>
                  <a:pt x="10045" y="24918"/>
                </a:lnTo>
                <a:lnTo>
                  <a:pt x="10337" y="24758"/>
                </a:lnTo>
                <a:lnTo>
                  <a:pt x="10629" y="24652"/>
                </a:lnTo>
                <a:lnTo>
                  <a:pt x="10862" y="24493"/>
                </a:lnTo>
                <a:lnTo>
                  <a:pt x="11154" y="24227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855"/>
                </a:lnTo>
                <a:lnTo>
                  <a:pt x="12264" y="23589"/>
                </a:lnTo>
                <a:lnTo>
                  <a:pt x="12556" y="23483"/>
                </a:lnTo>
                <a:lnTo>
                  <a:pt x="12848" y="23483"/>
                </a:lnTo>
                <a:lnTo>
                  <a:pt x="13257" y="23377"/>
                </a:lnTo>
                <a:lnTo>
                  <a:pt x="13549" y="23111"/>
                </a:lnTo>
                <a:lnTo>
                  <a:pt x="13724" y="22952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208"/>
                </a:lnTo>
                <a:lnTo>
                  <a:pt x="15534" y="22049"/>
                </a:lnTo>
                <a:lnTo>
                  <a:pt x="15826" y="21836"/>
                </a:lnTo>
                <a:lnTo>
                  <a:pt x="16118" y="21677"/>
                </a:lnTo>
                <a:lnTo>
                  <a:pt x="16527" y="21411"/>
                </a:lnTo>
                <a:lnTo>
                  <a:pt x="16819" y="21145"/>
                </a:lnTo>
                <a:lnTo>
                  <a:pt x="17111" y="21145"/>
                </a:lnTo>
                <a:lnTo>
                  <a:pt x="17520" y="21039"/>
                </a:lnTo>
                <a:lnTo>
                  <a:pt x="17812" y="2093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805" y="20136"/>
                </a:lnTo>
                <a:lnTo>
                  <a:pt x="19038" y="20030"/>
                </a:lnTo>
                <a:lnTo>
                  <a:pt x="19506" y="19870"/>
                </a:lnTo>
                <a:lnTo>
                  <a:pt x="19739" y="19764"/>
                </a:lnTo>
                <a:lnTo>
                  <a:pt x="20031" y="19498"/>
                </a:lnTo>
                <a:lnTo>
                  <a:pt x="20323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8861"/>
                </a:lnTo>
                <a:lnTo>
                  <a:pt x="21725" y="18754"/>
                </a:lnTo>
                <a:lnTo>
                  <a:pt x="22017" y="18595"/>
                </a:lnTo>
                <a:lnTo>
                  <a:pt x="22309" y="18329"/>
                </a:lnTo>
                <a:lnTo>
                  <a:pt x="22601" y="18223"/>
                </a:lnTo>
                <a:lnTo>
                  <a:pt x="22893" y="18117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587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76"/>
                </a:lnTo>
                <a:lnTo>
                  <a:pt x="26105" y="16417"/>
                </a:lnTo>
                <a:lnTo>
                  <a:pt x="26280" y="16311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14"/>
                </a:lnTo>
                <a:lnTo>
                  <a:pt x="28091" y="15248"/>
                </a:lnTo>
                <a:lnTo>
                  <a:pt x="28383" y="15142"/>
                </a:lnTo>
                <a:lnTo>
                  <a:pt x="28675" y="15035"/>
                </a:lnTo>
                <a:lnTo>
                  <a:pt x="28792" y="14876"/>
                </a:lnTo>
                <a:lnTo>
                  <a:pt x="29084" y="14610"/>
                </a:lnTo>
                <a:lnTo>
                  <a:pt x="29376" y="14504"/>
                </a:lnTo>
                <a:lnTo>
                  <a:pt x="29609" y="14345"/>
                </a:lnTo>
                <a:lnTo>
                  <a:pt x="30076" y="14238"/>
                </a:lnTo>
                <a:lnTo>
                  <a:pt x="30368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303" y="13495"/>
                </a:lnTo>
                <a:lnTo>
                  <a:pt x="31595" y="13335"/>
                </a:lnTo>
                <a:lnTo>
                  <a:pt x="32062" y="13229"/>
                </a:lnTo>
                <a:lnTo>
                  <a:pt x="32296" y="13070"/>
                </a:lnTo>
                <a:lnTo>
                  <a:pt x="32588" y="12804"/>
                </a:lnTo>
                <a:lnTo>
                  <a:pt x="32880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756" y="12166"/>
                </a:lnTo>
                <a:lnTo>
                  <a:pt x="34281" y="11954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449" y="11423"/>
                </a:lnTo>
                <a:lnTo>
                  <a:pt x="35683" y="11263"/>
                </a:lnTo>
                <a:lnTo>
                  <a:pt x="35975" y="11051"/>
                </a:lnTo>
                <a:lnTo>
                  <a:pt x="36384" y="10891"/>
                </a:lnTo>
                <a:lnTo>
                  <a:pt x="36559" y="10785"/>
                </a:lnTo>
                <a:lnTo>
                  <a:pt x="36851" y="10626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722"/>
                </a:lnTo>
                <a:lnTo>
                  <a:pt x="38661" y="9616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979"/>
                </a:lnTo>
                <a:lnTo>
                  <a:pt x="40238" y="8872"/>
                </a:lnTo>
                <a:lnTo>
                  <a:pt x="40647" y="8607"/>
                </a:lnTo>
                <a:lnTo>
                  <a:pt x="40939" y="8447"/>
                </a:lnTo>
                <a:lnTo>
                  <a:pt x="41231" y="8341"/>
                </a:lnTo>
                <a:lnTo>
                  <a:pt x="41348" y="8182"/>
                </a:lnTo>
                <a:lnTo>
                  <a:pt x="41640" y="7969"/>
                </a:lnTo>
                <a:lnTo>
                  <a:pt x="41932" y="7810"/>
                </a:lnTo>
                <a:lnTo>
                  <a:pt x="42166" y="7703"/>
                </a:lnTo>
                <a:lnTo>
                  <a:pt x="42633" y="7544"/>
                </a:lnTo>
                <a:lnTo>
                  <a:pt x="42866" y="7331"/>
                </a:lnTo>
                <a:lnTo>
                  <a:pt x="43158" y="7172"/>
                </a:lnTo>
                <a:lnTo>
                  <a:pt x="43450" y="7172"/>
                </a:lnTo>
                <a:lnTo>
                  <a:pt x="43742" y="706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535"/>
                </a:lnTo>
                <a:lnTo>
                  <a:pt x="44852" y="6428"/>
                </a:lnTo>
                <a:lnTo>
                  <a:pt x="45144" y="6163"/>
                </a:lnTo>
                <a:lnTo>
                  <a:pt x="45436" y="6003"/>
                </a:lnTo>
                <a:lnTo>
                  <a:pt x="45728" y="5897"/>
                </a:lnTo>
                <a:lnTo>
                  <a:pt x="46020" y="5791"/>
                </a:lnTo>
                <a:lnTo>
                  <a:pt x="46254" y="5525"/>
                </a:lnTo>
                <a:lnTo>
                  <a:pt x="46429" y="5366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4887"/>
                </a:lnTo>
                <a:lnTo>
                  <a:pt x="47714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940" y="4250"/>
                </a:lnTo>
                <a:lnTo>
                  <a:pt x="49115" y="4091"/>
                </a:lnTo>
                <a:lnTo>
                  <a:pt x="49407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809" y="3081"/>
                </a:lnTo>
                <a:lnTo>
                  <a:pt x="51218" y="2922"/>
                </a:lnTo>
                <a:lnTo>
                  <a:pt x="51510" y="2815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284"/>
                </a:lnTo>
                <a:lnTo>
                  <a:pt x="52795" y="2178"/>
                </a:lnTo>
                <a:lnTo>
                  <a:pt x="53203" y="1912"/>
                </a:lnTo>
                <a:lnTo>
                  <a:pt x="53495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189" y="903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886638" y="5564954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700" y="30018"/>
                </a:lnTo>
                <a:lnTo>
                  <a:pt x="992" y="29752"/>
                </a:lnTo>
                <a:lnTo>
                  <a:pt x="1284" y="29646"/>
                </a:lnTo>
                <a:lnTo>
                  <a:pt x="1576" y="29487"/>
                </a:lnTo>
                <a:lnTo>
                  <a:pt x="1868" y="29381"/>
                </a:lnTo>
                <a:lnTo>
                  <a:pt x="2102" y="29115"/>
                </a:lnTo>
                <a:lnTo>
                  <a:pt x="2277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477"/>
                </a:lnTo>
                <a:lnTo>
                  <a:pt x="3504" y="28371"/>
                </a:lnTo>
                <a:lnTo>
                  <a:pt x="3796" y="28212"/>
                </a:lnTo>
                <a:lnTo>
                  <a:pt x="4088" y="28212"/>
                </a:lnTo>
                <a:lnTo>
                  <a:pt x="4380" y="27946"/>
                </a:lnTo>
                <a:lnTo>
                  <a:pt x="4788" y="27840"/>
                </a:lnTo>
                <a:lnTo>
                  <a:pt x="4964" y="27734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65" y="26937"/>
                </a:lnTo>
                <a:lnTo>
                  <a:pt x="6657" y="26671"/>
                </a:lnTo>
                <a:lnTo>
                  <a:pt x="7066" y="26565"/>
                </a:lnTo>
                <a:lnTo>
                  <a:pt x="7358" y="26405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927"/>
                </a:lnTo>
                <a:lnTo>
                  <a:pt x="8585" y="25768"/>
                </a:lnTo>
                <a:lnTo>
                  <a:pt x="9052" y="25502"/>
                </a:lnTo>
                <a:lnTo>
                  <a:pt x="9285" y="25396"/>
                </a:lnTo>
                <a:lnTo>
                  <a:pt x="9577" y="25290"/>
                </a:lnTo>
                <a:lnTo>
                  <a:pt x="9869" y="25130"/>
                </a:lnTo>
                <a:lnTo>
                  <a:pt x="10045" y="24864"/>
                </a:lnTo>
                <a:lnTo>
                  <a:pt x="10278" y="24758"/>
                </a:lnTo>
                <a:lnTo>
                  <a:pt x="10570" y="24652"/>
                </a:lnTo>
                <a:lnTo>
                  <a:pt x="10979" y="24493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3961"/>
                </a:lnTo>
                <a:lnTo>
                  <a:pt x="12147" y="23855"/>
                </a:lnTo>
                <a:lnTo>
                  <a:pt x="12439" y="23589"/>
                </a:lnTo>
                <a:lnTo>
                  <a:pt x="12848" y="23483"/>
                </a:lnTo>
                <a:lnTo>
                  <a:pt x="13257" y="23324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846"/>
                </a:lnTo>
                <a:lnTo>
                  <a:pt x="14366" y="22686"/>
                </a:lnTo>
                <a:lnTo>
                  <a:pt x="14658" y="22420"/>
                </a:lnTo>
                <a:lnTo>
                  <a:pt x="14834" y="22314"/>
                </a:lnTo>
                <a:lnTo>
                  <a:pt x="15242" y="22208"/>
                </a:lnTo>
                <a:lnTo>
                  <a:pt x="15534" y="22049"/>
                </a:lnTo>
                <a:lnTo>
                  <a:pt x="15826" y="21783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145"/>
                </a:lnTo>
                <a:lnTo>
                  <a:pt x="17345" y="21145"/>
                </a:lnTo>
                <a:lnTo>
                  <a:pt x="17520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922" y="20242"/>
                </a:lnTo>
                <a:lnTo>
                  <a:pt x="19214" y="20030"/>
                </a:lnTo>
                <a:lnTo>
                  <a:pt x="19622" y="19870"/>
                </a:lnTo>
                <a:lnTo>
                  <a:pt x="19914" y="19764"/>
                </a:lnTo>
                <a:lnTo>
                  <a:pt x="20031" y="19605"/>
                </a:lnTo>
                <a:lnTo>
                  <a:pt x="20323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967"/>
                </a:lnTo>
                <a:lnTo>
                  <a:pt x="21608" y="18861"/>
                </a:lnTo>
                <a:lnTo>
                  <a:pt x="21842" y="18701"/>
                </a:lnTo>
                <a:lnTo>
                  <a:pt x="22134" y="18595"/>
                </a:lnTo>
                <a:lnTo>
                  <a:pt x="22426" y="18489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535" y="17851"/>
                </a:lnTo>
                <a:lnTo>
                  <a:pt x="23827" y="17586"/>
                </a:lnTo>
                <a:lnTo>
                  <a:pt x="24119" y="17426"/>
                </a:lnTo>
                <a:lnTo>
                  <a:pt x="24411" y="17320"/>
                </a:lnTo>
                <a:lnTo>
                  <a:pt x="24703" y="17161"/>
                </a:lnTo>
                <a:lnTo>
                  <a:pt x="24995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689" y="16151"/>
                </a:lnTo>
                <a:lnTo>
                  <a:pt x="26923" y="16045"/>
                </a:lnTo>
                <a:lnTo>
                  <a:pt x="27215" y="15779"/>
                </a:lnTo>
                <a:lnTo>
                  <a:pt x="27507" y="15620"/>
                </a:lnTo>
                <a:lnTo>
                  <a:pt x="27799" y="15514"/>
                </a:lnTo>
                <a:lnTo>
                  <a:pt x="28091" y="15407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345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478" y="13601"/>
                </a:lnTo>
                <a:lnTo>
                  <a:pt x="31712" y="13335"/>
                </a:lnTo>
                <a:lnTo>
                  <a:pt x="32179" y="13229"/>
                </a:lnTo>
                <a:lnTo>
                  <a:pt x="32471" y="13070"/>
                </a:lnTo>
                <a:lnTo>
                  <a:pt x="32880" y="12698"/>
                </a:lnTo>
                <a:lnTo>
                  <a:pt x="33172" y="12538"/>
                </a:lnTo>
                <a:lnTo>
                  <a:pt x="33405" y="12432"/>
                </a:lnTo>
                <a:lnTo>
                  <a:pt x="33697" y="1232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901"/>
                </a:lnTo>
                <a:lnTo>
                  <a:pt x="34982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384" y="10891"/>
                </a:lnTo>
                <a:lnTo>
                  <a:pt x="36676" y="10785"/>
                </a:lnTo>
                <a:lnTo>
                  <a:pt x="36968" y="10626"/>
                </a:lnTo>
                <a:lnTo>
                  <a:pt x="37260" y="10519"/>
                </a:lnTo>
                <a:lnTo>
                  <a:pt x="37493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882"/>
                </a:lnTo>
                <a:lnTo>
                  <a:pt x="38661" y="9616"/>
                </a:lnTo>
                <a:lnTo>
                  <a:pt x="38953" y="9616"/>
                </a:lnTo>
                <a:lnTo>
                  <a:pt x="39187" y="9457"/>
                </a:lnTo>
                <a:lnTo>
                  <a:pt x="39479" y="9350"/>
                </a:lnTo>
                <a:lnTo>
                  <a:pt x="39771" y="9085"/>
                </a:lnTo>
                <a:lnTo>
                  <a:pt x="40063" y="8979"/>
                </a:lnTo>
                <a:lnTo>
                  <a:pt x="40355" y="8819"/>
                </a:lnTo>
                <a:lnTo>
                  <a:pt x="40647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182"/>
                </a:lnTo>
                <a:lnTo>
                  <a:pt x="41757" y="8075"/>
                </a:lnTo>
                <a:lnTo>
                  <a:pt x="42049" y="7810"/>
                </a:lnTo>
                <a:lnTo>
                  <a:pt x="42458" y="7703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450" y="7172"/>
                </a:lnTo>
                <a:lnTo>
                  <a:pt x="43742" y="7066"/>
                </a:lnTo>
                <a:lnTo>
                  <a:pt x="44034" y="6906"/>
                </a:lnTo>
                <a:lnTo>
                  <a:pt x="44268" y="6641"/>
                </a:lnTo>
                <a:lnTo>
                  <a:pt x="44735" y="6535"/>
                </a:lnTo>
                <a:lnTo>
                  <a:pt x="44969" y="6428"/>
                </a:lnTo>
                <a:lnTo>
                  <a:pt x="45144" y="6269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662" y="5366"/>
                </a:lnTo>
                <a:lnTo>
                  <a:pt x="46954" y="5259"/>
                </a:lnTo>
                <a:lnTo>
                  <a:pt x="47246" y="5100"/>
                </a:lnTo>
                <a:lnTo>
                  <a:pt x="47538" y="4994"/>
                </a:lnTo>
                <a:lnTo>
                  <a:pt x="47947" y="4728"/>
                </a:lnTo>
                <a:lnTo>
                  <a:pt x="48239" y="4622"/>
                </a:lnTo>
                <a:lnTo>
                  <a:pt x="48648" y="4462"/>
                </a:lnTo>
                <a:lnTo>
                  <a:pt x="48940" y="4197"/>
                </a:lnTo>
                <a:lnTo>
                  <a:pt x="49232" y="4091"/>
                </a:lnTo>
                <a:lnTo>
                  <a:pt x="49524" y="3984"/>
                </a:lnTo>
                <a:lnTo>
                  <a:pt x="49816" y="3825"/>
                </a:lnTo>
                <a:lnTo>
                  <a:pt x="50050" y="3559"/>
                </a:lnTo>
                <a:lnTo>
                  <a:pt x="50225" y="3453"/>
                </a:lnTo>
                <a:lnTo>
                  <a:pt x="50517" y="3347"/>
                </a:lnTo>
                <a:lnTo>
                  <a:pt x="50926" y="3187"/>
                </a:lnTo>
                <a:lnTo>
                  <a:pt x="51218" y="2922"/>
                </a:lnTo>
                <a:lnTo>
                  <a:pt x="51451" y="2815"/>
                </a:lnTo>
                <a:lnTo>
                  <a:pt x="51743" y="2656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284"/>
                </a:lnTo>
                <a:lnTo>
                  <a:pt x="52911" y="2178"/>
                </a:lnTo>
                <a:lnTo>
                  <a:pt x="53145" y="2018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313" y="1381"/>
                </a:lnTo>
                <a:lnTo>
                  <a:pt x="54605" y="1115"/>
                </a:lnTo>
                <a:lnTo>
                  <a:pt x="55014" y="1009"/>
                </a:lnTo>
                <a:lnTo>
                  <a:pt x="55423" y="743"/>
                </a:lnTo>
                <a:lnTo>
                  <a:pt x="55715" y="478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1943463" y="5534669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408" y="30124"/>
                </a:lnTo>
                <a:lnTo>
                  <a:pt x="700" y="30018"/>
                </a:lnTo>
                <a:lnTo>
                  <a:pt x="876" y="29859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381"/>
                </a:lnTo>
                <a:lnTo>
                  <a:pt x="1985" y="29221"/>
                </a:lnTo>
                <a:lnTo>
                  <a:pt x="2394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584"/>
                </a:lnTo>
                <a:lnTo>
                  <a:pt x="3387" y="28318"/>
                </a:lnTo>
                <a:lnTo>
                  <a:pt x="3679" y="28212"/>
                </a:lnTo>
                <a:lnTo>
                  <a:pt x="3971" y="28212"/>
                </a:lnTo>
                <a:lnTo>
                  <a:pt x="4380" y="28105"/>
                </a:lnTo>
                <a:lnTo>
                  <a:pt x="4672" y="27840"/>
                </a:lnTo>
                <a:lnTo>
                  <a:pt x="4964" y="27680"/>
                </a:lnTo>
                <a:lnTo>
                  <a:pt x="5256" y="27574"/>
                </a:lnTo>
                <a:lnTo>
                  <a:pt x="5489" y="27468"/>
                </a:lnTo>
                <a:lnTo>
                  <a:pt x="5781" y="27202"/>
                </a:lnTo>
                <a:lnTo>
                  <a:pt x="5956" y="27043"/>
                </a:lnTo>
                <a:lnTo>
                  <a:pt x="6190" y="26937"/>
                </a:lnTo>
                <a:lnTo>
                  <a:pt x="6657" y="26777"/>
                </a:lnTo>
                <a:lnTo>
                  <a:pt x="6949" y="26565"/>
                </a:lnTo>
                <a:lnTo>
                  <a:pt x="7183" y="26405"/>
                </a:lnTo>
                <a:lnTo>
                  <a:pt x="7475" y="26299"/>
                </a:lnTo>
                <a:lnTo>
                  <a:pt x="7767" y="26140"/>
                </a:lnTo>
                <a:lnTo>
                  <a:pt x="8059" y="25927"/>
                </a:lnTo>
                <a:lnTo>
                  <a:pt x="8351" y="25927"/>
                </a:lnTo>
                <a:lnTo>
                  <a:pt x="8643" y="25768"/>
                </a:lnTo>
                <a:lnTo>
                  <a:pt x="8877" y="25661"/>
                </a:lnTo>
                <a:lnTo>
                  <a:pt x="9169" y="25396"/>
                </a:lnTo>
                <a:lnTo>
                  <a:pt x="9461" y="25236"/>
                </a:lnTo>
                <a:lnTo>
                  <a:pt x="9753" y="25130"/>
                </a:lnTo>
                <a:lnTo>
                  <a:pt x="10045" y="25024"/>
                </a:lnTo>
                <a:lnTo>
                  <a:pt x="10337" y="24758"/>
                </a:lnTo>
                <a:lnTo>
                  <a:pt x="10745" y="24599"/>
                </a:lnTo>
                <a:lnTo>
                  <a:pt x="11154" y="24386"/>
                </a:lnTo>
                <a:lnTo>
                  <a:pt x="11446" y="24121"/>
                </a:lnTo>
                <a:lnTo>
                  <a:pt x="11738" y="23961"/>
                </a:lnTo>
                <a:lnTo>
                  <a:pt x="12030" y="23855"/>
                </a:lnTo>
                <a:lnTo>
                  <a:pt x="12264" y="23749"/>
                </a:lnTo>
                <a:lnTo>
                  <a:pt x="12556" y="23589"/>
                </a:lnTo>
                <a:lnTo>
                  <a:pt x="12965" y="23483"/>
                </a:lnTo>
                <a:lnTo>
                  <a:pt x="13257" y="23324"/>
                </a:lnTo>
                <a:lnTo>
                  <a:pt x="13432" y="23217"/>
                </a:lnTo>
                <a:lnTo>
                  <a:pt x="13666" y="22952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580"/>
                </a:lnTo>
                <a:lnTo>
                  <a:pt x="14950" y="22314"/>
                </a:lnTo>
                <a:lnTo>
                  <a:pt x="15242" y="22208"/>
                </a:lnTo>
                <a:lnTo>
                  <a:pt x="15534" y="22049"/>
                </a:lnTo>
                <a:lnTo>
                  <a:pt x="15826" y="21942"/>
                </a:lnTo>
                <a:lnTo>
                  <a:pt x="15943" y="21677"/>
                </a:lnTo>
                <a:lnTo>
                  <a:pt x="16235" y="21517"/>
                </a:lnTo>
                <a:lnTo>
                  <a:pt x="16527" y="21411"/>
                </a:lnTo>
                <a:lnTo>
                  <a:pt x="16819" y="21305"/>
                </a:lnTo>
                <a:lnTo>
                  <a:pt x="17228" y="21145"/>
                </a:lnTo>
                <a:lnTo>
                  <a:pt x="17520" y="21039"/>
                </a:lnTo>
                <a:lnTo>
                  <a:pt x="17812" y="20880"/>
                </a:lnTo>
                <a:lnTo>
                  <a:pt x="18046" y="20773"/>
                </a:lnTo>
                <a:lnTo>
                  <a:pt x="18338" y="20508"/>
                </a:lnTo>
                <a:lnTo>
                  <a:pt x="18513" y="20402"/>
                </a:lnTo>
                <a:lnTo>
                  <a:pt x="18746" y="20242"/>
                </a:lnTo>
                <a:lnTo>
                  <a:pt x="19214" y="20136"/>
                </a:lnTo>
                <a:lnTo>
                  <a:pt x="19447" y="19870"/>
                </a:lnTo>
                <a:lnTo>
                  <a:pt x="19739" y="19764"/>
                </a:lnTo>
                <a:lnTo>
                  <a:pt x="20031" y="19605"/>
                </a:lnTo>
                <a:lnTo>
                  <a:pt x="20323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967"/>
                </a:lnTo>
                <a:lnTo>
                  <a:pt x="21433" y="18967"/>
                </a:lnTo>
                <a:lnTo>
                  <a:pt x="21725" y="18701"/>
                </a:lnTo>
                <a:lnTo>
                  <a:pt x="22017" y="18595"/>
                </a:lnTo>
                <a:lnTo>
                  <a:pt x="22309" y="18436"/>
                </a:lnTo>
                <a:lnTo>
                  <a:pt x="22601" y="18329"/>
                </a:lnTo>
                <a:lnTo>
                  <a:pt x="22835" y="18064"/>
                </a:lnTo>
                <a:lnTo>
                  <a:pt x="23127" y="17958"/>
                </a:lnTo>
                <a:lnTo>
                  <a:pt x="23594" y="17798"/>
                </a:lnTo>
                <a:lnTo>
                  <a:pt x="24003" y="17426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789"/>
                </a:lnTo>
                <a:lnTo>
                  <a:pt x="25521" y="16682"/>
                </a:lnTo>
                <a:lnTo>
                  <a:pt x="25813" y="16523"/>
                </a:lnTo>
                <a:lnTo>
                  <a:pt x="25988" y="16523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6045"/>
                </a:lnTo>
                <a:lnTo>
                  <a:pt x="27098" y="15885"/>
                </a:lnTo>
                <a:lnTo>
                  <a:pt x="27507" y="15620"/>
                </a:lnTo>
                <a:lnTo>
                  <a:pt x="27799" y="15514"/>
                </a:lnTo>
                <a:lnTo>
                  <a:pt x="28091" y="15354"/>
                </a:lnTo>
                <a:lnTo>
                  <a:pt x="28383" y="15248"/>
                </a:lnTo>
                <a:lnTo>
                  <a:pt x="28500" y="14982"/>
                </a:lnTo>
                <a:lnTo>
                  <a:pt x="28792" y="14876"/>
                </a:lnTo>
                <a:lnTo>
                  <a:pt x="29084" y="14717"/>
                </a:lnTo>
                <a:lnTo>
                  <a:pt x="29376" y="14610"/>
                </a:lnTo>
                <a:lnTo>
                  <a:pt x="29784" y="14345"/>
                </a:lnTo>
                <a:lnTo>
                  <a:pt x="30076" y="14238"/>
                </a:lnTo>
                <a:lnTo>
                  <a:pt x="30310" y="14238"/>
                </a:lnTo>
                <a:lnTo>
                  <a:pt x="30602" y="14079"/>
                </a:lnTo>
                <a:lnTo>
                  <a:pt x="30894" y="13813"/>
                </a:lnTo>
                <a:lnTo>
                  <a:pt x="31303" y="13601"/>
                </a:lnTo>
                <a:lnTo>
                  <a:pt x="31770" y="13441"/>
                </a:lnTo>
                <a:lnTo>
                  <a:pt x="32004" y="13176"/>
                </a:lnTo>
                <a:lnTo>
                  <a:pt x="32296" y="13070"/>
                </a:lnTo>
                <a:lnTo>
                  <a:pt x="32588" y="12963"/>
                </a:lnTo>
                <a:lnTo>
                  <a:pt x="32880" y="12804"/>
                </a:lnTo>
                <a:lnTo>
                  <a:pt x="33172" y="12538"/>
                </a:lnTo>
                <a:lnTo>
                  <a:pt x="33464" y="12432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1901"/>
                </a:lnTo>
                <a:lnTo>
                  <a:pt x="34573" y="11901"/>
                </a:lnTo>
                <a:lnTo>
                  <a:pt x="34865" y="11794"/>
                </a:lnTo>
                <a:lnTo>
                  <a:pt x="35157" y="11635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267" y="10997"/>
                </a:lnTo>
                <a:lnTo>
                  <a:pt x="36559" y="10732"/>
                </a:lnTo>
                <a:lnTo>
                  <a:pt x="36793" y="10626"/>
                </a:lnTo>
                <a:lnTo>
                  <a:pt x="37085" y="10519"/>
                </a:lnTo>
                <a:lnTo>
                  <a:pt x="37377" y="10360"/>
                </a:lnTo>
                <a:lnTo>
                  <a:pt x="37669" y="10094"/>
                </a:lnTo>
                <a:lnTo>
                  <a:pt x="38077" y="9988"/>
                </a:lnTo>
                <a:lnTo>
                  <a:pt x="38369" y="9882"/>
                </a:lnTo>
                <a:lnTo>
                  <a:pt x="38661" y="9722"/>
                </a:lnTo>
                <a:lnTo>
                  <a:pt x="39070" y="9457"/>
                </a:lnTo>
                <a:lnTo>
                  <a:pt x="39362" y="9350"/>
                </a:lnTo>
                <a:lnTo>
                  <a:pt x="39654" y="9244"/>
                </a:lnTo>
                <a:lnTo>
                  <a:pt x="40063" y="8979"/>
                </a:lnTo>
                <a:lnTo>
                  <a:pt x="40355" y="8819"/>
                </a:lnTo>
                <a:lnTo>
                  <a:pt x="40647" y="8713"/>
                </a:lnTo>
                <a:lnTo>
                  <a:pt x="40939" y="8553"/>
                </a:lnTo>
                <a:lnTo>
                  <a:pt x="41056" y="8341"/>
                </a:lnTo>
                <a:lnTo>
                  <a:pt x="41348" y="8182"/>
                </a:lnTo>
                <a:lnTo>
                  <a:pt x="41640" y="8075"/>
                </a:lnTo>
                <a:lnTo>
                  <a:pt x="41874" y="7916"/>
                </a:lnTo>
                <a:lnTo>
                  <a:pt x="42341" y="7703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450" y="7172"/>
                </a:lnTo>
                <a:lnTo>
                  <a:pt x="43567" y="7013"/>
                </a:lnTo>
                <a:lnTo>
                  <a:pt x="43859" y="6906"/>
                </a:lnTo>
                <a:lnTo>
                  <a:pt x="44268" y="6800"/>
                </a:lnTo>
                <a:lnTo>
                  <a:pt x="44560" y="6535"/>
                </a:lnTo>
                <a:lnTo>
                  <a:pt x="44852" y="6375"/>
                </a:lnTo>
                <a:lnTo>
                  <a:pt x="45144" y="6269"/>
                </a:lnTo>
                <a:lnTo>
                  <a:pt x="45436" y="6163"/>
                </a:lnTo>
                <a:lnTo>
                  <a:pt x="45728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546" y="5472"/>
                </a:lnTo>
                <a:lnTo>
                  <a:pt x="46838" y="5259"/>
                </a:lnTo>
                <a:lnTo>
                  <a:pt x="47130" y="5100"/>
                </a:lnTo>
                <a:lnTo>
                  <a:pt x="47422" y="4994"/>
                </a:lnTo>
                <a:lnTo>
                  <a:pt x="47655" y="4994"/>
                </a:lnTo>
                <a:lnTo>
                  <a:pt x="47947" y="4728"/>
                </a:lnTo>
                <a:lnTo>
                  <a:pt x="48239" y="4622"/>
                </a:lnTo>
                <a:lnTo>
                  <a:pt x="48648" y="4462"/>
                </a:lnTo>
                <a:lnTo>
                  <a:pt x="48823" y="4356"/>
                </a:lnTo>
                <a:lnTo>
                  <a:pt x="49115" y="4091"/>
                </a:lnTo>
                <a:lnTo>
                  <a:pt x="49349" y="3931"/>
                </a:lnTo>
                <a:lnTo>
                  <a:pt x="49641" y="3825"/>
                </a:lnTo>
                <a:lnTo>
                  <a:pt x="49933" y="3719"/>
                </a:lnTo>
                <a:lnTo>
                  <a:pt x="50225" y="3453"/>
                </a:lnTo>
                <a:lnTo>
                  <a:pt x="50634" y="3294"/>
                </a:lnTo>
                <a:lnTo>
                  <a:pt x="50926" y="3187"/>
                </a:lnTo>
                <a:lnTo>
                  <a:pt x="51218" y="3081"/>
                </a:lnTo>
                <a:lnTo>
                  <a:pt x="51335" y="2815"/>
                </a:lnTo>
                <a:lnTo>
                  <a:pt x="51627" y="2656"/>
                </a:lnTo>
                <a:lnTo>
                  <a:pt x="51919" y="2656"/>
                </a:lnTo>
                <a:lnTo>
                  <a:pt x="52211" y="2550"/>
                </a:lnTo>
                <a:lnTo>
                  <a:pt x="52619" y="2284"/>
                </a:lnTo>
                <a:lnTo>
                  <a:pt x="52911" y="2178"/>
                </a:lnTo>
                <a:lnTo>
                  <a:pt x="53203" y="2018"/>
                </a:lnTo>
                <a:lnTo>
                  <a:pt x="53437" y="1912"/>
                </a:lnTo>
                <a:lnTo>
                  <a:pt x="53729" y="1647"/>
                </a:lnTo>
                <a:lnTo>
                  <a:pt x="53904" y="1540"/>
                </a:lnTo>
                <a:lnTo>
                  <a:pt x="54196" y="1381"/>
                </a:lnTo>
                <a:lnTo>
                  <a:pt x="54430" y="1115"/>
                </a:lnTo>
                <a:lnTo>
                  <a:pt x="54897" y="1009"/>
                </a:lnTo>
                <a:lnTo>
                  <a:pt x="55131" y="850"/>
                </a:lnTo>
                <a:lnTo>
                  <a:pt x="55423" y="743"/>
                </a:lnTo>
                <a:lnTo>
                  <a:pt x="55715" y="478"/>
                </a:lnTo>
                <a:lnTo>
                  <a:pt x="56007" y="371"/>
                </a:lnTo>
                <a:lnTo>
                  <a:pt x="56299" y="371"/>
                </a:lnTo>
                <a:lnTo>
                  <a:pt x="56416" y="212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000288" y="5504491"/>
            <a:ext cx="56883" cy="30178"/>
          </a:xfrm>
          <a:custGeom>
            <a:avLst/>
            <a:gdLst/>
            <a:ahLst/>
            <a:cxnLst/>
            <a:rect l="l" t="t" r="r" b="b"/>
            <a:pathLst>
              <a:path w="56883" h="30178">
                <a:moveTo>
                  <a:pt x="0" y="30178"/>
                </a:moveTo>
                <a:lnTo>
                  <a:pt x="292" y="30018"/>
                </a:lnTo>
                <a:lnTo>
                  <a:pt x="584" y="29912"/>
                </a:lnTo>
                <a:lnTo>
                  <a:pt x="876" y="29752"/>
                </a:lnTo>
                <a:lnTo>
                  <a:pt x="1168" y="29487"/>
                </a:lnTo>
                <a:lnTo>
                  <a:pt x="1460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8849"/>
                </a:lnTo>
                <a:lnTo>
                  <a:pt x="2569" y="28743"/>
                </a:lnTo>
                <a:lnTo>
                  <a:pt x="2861" y="28637"/>
                </a:lnTo>
                <a:lnTo>
                  <a:pt x="3153" y="28477"/>
                </a:lnTo>
                <a:lnTo>
                  <a:pt x="3387" y="28212"/>
                </a:lnTo>
                <a:lnTo>
                  <a:pt x="3679" y="28105"/>
                </a:lnTo>
                <a:lnTo>
                  <a:pt x="3971" y="28105"/>
                </a:lnTo>
                <a:lnTo>
                  <a:pt x="4380" y="27946"/>
                </a:lnTo>
                <a:lnTo>
                  <a:pt x="4555" y="27734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96"/>
                </a:lnTo>
                <a:lnTo>
                  <a:pt x="5956" y="26937"/>
                </a:lnTo>
                <a:lnTo>
                  <a:pt x="6365" y="26830"/>
                </a:lnTo>
                <a:lnTo>
                  <a:pt x="6657" y="26671"/>
                </a:lnTo>
                <a:lnTo>
                  <a:pt x="6949" y="26458"/>
                </a:lnTo>
                <a:lnTo>
                  <a:pt x="7066" y="26299"/>
                </a:lnTo>
                <a:lnTo>
                  <a:pt x="7358" y="26193"/>
                </a:lnTo>
                <a:lnTo>
                  <a:pt x="7650" y="26033"/>
                </a:lnTo>
                <a:lnTo>
                  <a:pt x="7942" y="25768"/>
                </a:lnTo>
                <a:lnTo>
                  <a:pt x="8351" y="25768"/>
                </a:lnTo>
                <a:lnTo>
                  <a:pt x="8643" y="25661"/>
                </a:lnTo>
                <a:lnTo>
                  <a:pt x="8935" y="25555"/>
                </a:lnTo>
                <a:lnTo>
                  <a:pt x="9169" y="25290"/>
                </a:lnTo>
                <a:lnTo>
                  <a:pt x="9461" y="25130"/>
                </a:lnTo>
                <a:lnTo>
                  <a:pt x="9636" y="25024"/>
                </a:lnTo>
                <a:lnTo>
                  <a:pt x="9869" y="24918"/>
                </a:lnTo>
                <a:lnTo>
                  <a:pt x="10161" y="24652"/>
                </a:lnTo>
                <a:lnTo>
                  <a:pt x="10570" y="24493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014"/>
                </a:lnTo>
                <a:lnTo>
                  <a:pt x="11738" y="23855"/>
                </a:lnTo>
                <a:lnTo>
                  <a:pt x="12030" y="23749"/>
                </a:lnTo>
                <a:lnTo>
                  <a:pt x="12147" y="2358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432" y="23111"/>
                </a:lnTo>
                <a:lnTo>
                  <a:pt x="13724" y="22846"/>
                </a:lnTo>
                <a:lnTo>
                  <a:pt x="13958" y="22686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049"/>
                </a:lnTo>
                <a:lnTo>
                  <a:pt x="15418" y="21942"/>
                </a:lnTo>
                <a:lnTo>
                  <a:pt x="15651" y="21836"/>
                </a:lnTo>
                <a:lnTo>
                  <a:pt x="15943" y="21570"/>
                </a:lnTo>
                <a:lnTo>
                  <a:pt x="16235" y="21411"/>
                </a:lnTo>
                <a:lnTo>
                  <a:pt x="16527" y="21305"/>
                </a:lnTo>
                <a:lnTo>
                  <a:pt x="16936" y="21145"/>
                </a:lnTo>
                <a:lnTo>
                  <a:pt x="17111" y="21039"/>
                </a:lnTo>
                <a:lnTo>
                  <a:pt x="17345" y="20933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402"/>
                </a:lnTo>
                <a:lnTo>
                  <a:pt x="18513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506" y="19764"/>
                </a:lnTo>
                <a:lnTo>
                  <a:pt x="19622" y="19605"/>
                </a:lnTo>
                <a:lnTo>
                  <a:pt x="19914" y="19498"/>
                </a:lnTo>
                <a:lnTo>
                  <a:pt x="20206" y="19392"/>
                </a:lnTo>
                <a:lnTo>
                  <a:pt x="20499" y="19126"/>
                </a:lnTo>
                <a:lnTo>
                  <a:pt x="20907" y="18967"/>
                </a:lnTo>
                <a:lnTo>
                  <a:pt x="21199" y="18861"/>
                </a:lnTo>
                <a:lnTo>
                  <a:pt x="21433" y="18861"/>
                </a:lnTo>
                <a:lnTo>
                  <a:pt x="21725" y="18595"/>
                </a:lnTo>
                <a:lnTo>
                  <a:pt x="22017" y="18489"/>
                </a:lnTo>
                <a:lnTo>
                  <a:pt x="22134" y="18329"/>
                </a:lnTo>
                <a:lnTo>
                  <a:pt x="22426" y="18223"/>
                </a:lnTo>
                <a:lnTo>
                  <a:pt x="22718" y="17958"/>
                </a:lnTo>
                <a:lnTo>
                  <a:pt x="23127" y="17851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320"/>
                </a:lnTo>
                <a:lnTo>
                  <a:pt x="24295" y="17214"/>
                </a:lnTo>
                <a:lnTo>
                  <a:pt x="24587" y="17054"/>
                </a:lnTo>
                <a:lnTo>
                  <a:pt x="25112" y="16682"/>
                </a:lnTo>
                <a:lnTo>
                  <a:pt x="25404" y="16523"/>
                </a:lnTo>
                <a:lnTo>
                  <a:pt x="25696" y="16523"/>
                </a:lnTo>
                <a:lnTo>
                  <a:pt x="25988" y="16417"/>
                </a:lnTo>
                <a:lnTo>
                  <a:pt x="26280" y="16151"/>
                </a:lnTo>
                <a:lnTo>
                  <a:pt x="26514" y="16045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82" y="15407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876"/>
                </a:lnTo>
                <a:lnTo>
                  <a:pt x="28792" y="14770"/>
                </a:lnTo>
                <a:lnTo>
                  <a:pt x="29084" y="14610"/>
                </a:lnTo>
                <a:lnTo>
                  <a:pt x="29492" y="14504"/>
                </a:lnTo>
                <a:lnTo>
                  <a:pt x="29609" y="1423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3973"/>
                </a:lnTo>
                <a:lnTo>
                  <a:pt x="30777" y="13707"/>
                </a:lnTo>
                <a:lnTo>
                  <a:pt x="31069" y="13601"/>
                </a:lnTo>
                <a:lnTo>
                  <a:pt x="31478" y="13441"/>
                </a:lnTo>
                <a:lnTo>
                  <a:pt x="31770" y="13335"/>
                </a:lnTo>
                <a:lnTo>
                  <a:pt x="32062" y="13070"/>
                </a:lnTo>
                <a:lnTo>
                  <a:pt x="32471" y="12804"/>
                </a:lnTo>
                <a:lnTo>
                  <a:pt x="32763" y="12698"/>
                </a:lnTo>
                <a:lnTo>
                  <a:pt x="32996" y="12432"/>
                </a:lnTo>
                <a:lnTo>
                  <a:pt x="33464" y="12326"/>
                </a:lnTo>
                <a:lnTo>
                  <a:pt x="33697" y="12166"/>
                </a:lnTo>
                <a:lnTo>
                  <a:pt x="33989" y="12060"/>
                </a:lnTo>
                <a:lnTo>
                  <a:pt x="34281" y="11954"/>
                </a:lnTo>
                <a:lnTo>
                  <a:pt x="34573" y="11794"/>
                </a:lnTo>
                <a:lnTo>
                  <a:pt x="34982" y="11529"/>
                </a:lnTo>
                <a:lnTo>
                  <a:pt x="35274" y="11263"/>
                </a:lnTo>
                <a:lnTo>
                  <a:pt x="35683" y="11157"/>
                </a:lnTo>
                <a:lnTo>
                  <a:pt x="35975" y="11051"/>
                </a:lnTo>
                <a:lnTo>
                  <a:pt x="36267" y="10891"/>
                </a:lnTo>
                <a:lnTo>
                  <a:pt x="36559" y="10626"/>
                </a:lnTo>
                <a:lnTo>
                  <a:pt x="36851" y="10519"/>
                </a:lnTo>
                <a:lnTo>
                  <a:pt x="37085" y="10413"/>
                </a:lnTo>
                <a:lnTo>
                  <a:pt x="37260" y="10254"/>
                </a:lnTo>
                <a:lnTo>
                  <a:pt x="37669" y="9988"/>
                </a:lnTo>
                <a:lnTo>
                  <a:pt x="37961" y="9882"/>
                </a:lnTo>
                <a:lnTo>
                  <a:pt x="38253" y="9722"/>
                </a:lnTo>
                <a:lnTo>
                  <a:pt x="38545" y="9616"/>
                </a:lnTo>
                <a:lnTo>
                  <a:pt x="38778" y="9510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872"/>
                </a:lnTo>
                <a:lnTo>
                  <a:pt x="40238" y="8713"/>
                </a:lnTo>
                <a:lnTo>
                  <a:pt x="40472" y="8607"/>
                </a:lnTo>
                <a:lnTo>
                  <a:pt x="40764" y="8447"/>
                </a:lnTo>
                <a:lnTo>
                  <a:pt x="41056" y="8182"/>
                </a:lnTo>
                <a:lnTo>
                  <a:pt x="41348" y="8075"/>
                </a:lnTo>
                <a:lnTo>
                  <a:pt x="41640" y="7969"/>
                </a:lnTo>
                <a:lnTo>
                  <a:pt x="42049" y="7810"/>
                </a:lnTo>
                <a:lnTo>
                  <a:pt x="42166" y="7544"/>
                </a:lnTo>
                <a:lnTo>
                  <a:pt x="42458" y="7438"/>
                </a:lnTo>
                <a:lnTo>
                  <a:pt x="42750" y="7331"/>
                </a:lnTo>
                <a:lnTo>
                  <a:pt x="43042" y="7172"/>
                </a:lnTo>
                <a:lnTo>
                  <a:pt x="43334" y="7066"/>
                </a:lnTo>
                <a:lnTo>
                  <a:pt x="43626" y="6906"/>
                </a:lnTo>
                <a:lnTo>
                  <a:pt x="44034" y="6800"/>
                </a:lnTo>
                <a:lnTo>
                  <a:pt x="44326" y="6641"/>
                </a:lnTo>
                <a:lnTo>
                  <a:pt x="44560" y="6428"/>
                </a:lnTo>
                <a:lnTo>
                  <a:pt x="44735" y="6269"/>
                </a:lnTo>
                <a:lnTo>
                  <a:pt x="45027" y="6163"/>
                </a:lnTo>
                <a:lnTo>
                  <a:pt x="45319" y="6003"/>
                </a:lnTo>
                <a:lnTo>
                  <a:pt x="45553" y="5791"/>
                </a:lnTo>
                <a:lnTo>
                  <a:pt x="45845" y="563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100"/>
                </a:lnTo>
                <a:lnTo>
                  <a:pt x="47130" y="4994"/>
                </a:lnTo>
                <a:lnTo>
                  <a:pt x="47538" y="4887"/>
                </a:lnTo>
                <a:lnTo>
                  <a:pt x="47831" y="4622"/>
                </a:lnTo>
                <a:lnTo>
                  <a:pt x="48239" y="4462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3984"/>
                </a:lnTo>
                <a:lnTo>
                  <a:pt x="49407" y="3825"/>
                </a:lnTo>
                <a:lnTo>
                  <a:pt x="49641" y="3719"/>
                </a:lnTo>
                <a:lnTo>
                  <a:pt x="49816" y="3559"/>
                </a:lnTo>
                <a:lnTo>
                  <a:pt x="50225" y="3347"/>
                </a:lnTo>
                <a:lnTo>
                  <a:pt x="50517" y="3187"/>
                </a:lnTo>
                <a:lnTo>
                  <a:pt x="50809" y="3081"/>
                </a:lnTo>
                <a:lnTo>
                  <a:pt x="51101" y="2922"/>
                </a:lnTo>
                <a:lnTo>
                  <a:pt x="51335" y="2709"/>
                </a:lnTo>
                <a:lnTo>
                  <a:pt x="51627" y="2550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806"/>
                </a:lnTo>
                <a:lnTo>
                  <a:pt x="53612" y="1540"/>
                </a:lnTo>
                <a:lnTo>
                  <a:pt x="53904" y="1381"/>
                </a:lnTo>
                <a:lnTo>
                  <a:pt x="54196" y="1275"/>
                </a:lnTo>
                <a:lnTo>
                  <a:pt x="54605" y="1168"/>
                </a:lnTo>
                <a:lnTo>
                  <a:pt x="54722" y="903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478"/>
                </a:lnTo>
                <a:lnTo>
                  <a:pt x="55890" y="265"/>
                </a:lnTo>
                <a:lnTo>
                  <a:pt x="56124" y="265"/>
                </a:lnTo>
                <a:lnTo>
                  <a:pt x="56591" y="106"/>
                </a:lnTo>
                <a:lnTo>
                  <a:pt x="56883" y="0"/>
                </a:lnTo>
              </a:path>
            </a:pathLst>
          </a:custGeom>
          <a:ln w="1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057171" y="5474207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018"/>
                </a:lnTo>
                <a:lnTo>
                  <a:pt x="408" y="29912"/>
                </a:lnTo>
                <a:lnTo>
                  <a:pt x="700" y="29752"/>
                </a:lnTo>
                <a:lnTo>
                  <a:pt x="934" y="29646"/>
                </a:lnTo>
                <a:lnTo>
                  <a:pt x="1226" y="29381"/>
                </a:lnTo>
                <a:lnTo>
                  <a:pt x="1518" y="29274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743"/>
                </a:lnTo>
                <a:lnTo>
                  <a:pt x="2803" y="28584"/>
                </a:lnTo>
                <a:lnTo>
                  <a:pt x="3212" y="28371"/>
                </a:lnTo>
                <a:lnTo>
                  <a:pt x="3504" y="28212"/>
                </a:lnTo>
                <a:lnTo>
                  <a:pt x="3912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574"/>
                </a:lnTo>
                <a:lnTo>
                  <a:pt x="5022" y="27468"/>
                </a:lnTo>
                <a:lnTo>
                  <a:pt x="5314" y="27308"/>
                </a:lnTo>
                <a:lnTo>
                  <a:pt x="5489" y="27202"/>
                </a:lnTo>
                <a:lnTo>
                  <a:pt x="5898" y="26937"/>
                </a:lnTo>
                <a:lnTo>
                  <a:pt x="6190" y="26830"/>
                </a:lnTo>
                <a:lnTo>
                  <a:pt x="6482" y="26671"/>
                </a:lnTo>
                <a:lnTo>
                  <a:pt x="6716" y="26565"/>
                </a:lnTo>
                <a:lnTo>
                  <a:pt x="7008" y="26299"/>
                </a:lnTo>
                <a:lnTo>
                  <a:pt x="7300" y="26193"/>
                </a:lnTo>
                <a:lnTo>
                  <a:pt x="7592" y="26033"/>
                </a:lnTo>
                <a:lnTo>
                  <a:pt x="7884" y="25927"/>
                </a:lnTo>
                <a:lnTo>
                  <a:pt x="8176" y="25768"/>
                </a:lnTo>
                <a:lnTo>
                  <a:pt x="8409" y="25661"/>
                </a:lnTo>
                <a:lnTo>
                  <a:pt x="8701" y="25502"/>
                </a:lnTo>
                <a:lnTo>
                  <a:pt x="8993" y="25396"/>
                </a:lnTo>
                <a:lnTo>
                  <a:pt x="9285" y="25130"/>
                </a:lnTo>
                <a:lnTo>
                  <a:pt x="9577" y="25024"/>
                </a:lnTo>
                <a:lnTo>
                  <a:pt x="9869" y="24864"/>
                </a:lnTo>
                <a:lnTo>
                  <a:pt x="10278" y="24758"/>
                </a:lnTo>
                <a:lnTo>
                  <a:pt x="10395" y="24493"/>
                </a:lnTo>
                <a:lnTo>
                  <a:pt x="10687" y="24386"/>
                </a:lnTo>
                <a:lnTo>
                  <a:pt x="10979" y="24227"/>
                </a:lnTo>
                <a:lnTo>
                  <a:pt x="11271" y="24121"/>
                </a:lnTo>
                <a:lnTo>
                  <a:pt x="11563" y="23855"/>
                </a:lnTo>
                <a:lnTo>
                  <a:pt x="11797" y="23749"/>
                </a:lnTo>
                <a:lnTo>
                  <a:pt x="12264" y="23589"/>
                </a:lnTo>
                <a:lnTo>
                  <a:pt x="12497" y="23589"/>
                </a:lnTo>
                <a:lnTo>
                  <a:pt x="12789" y="23324"/>
                </a:lnTo>
                <a:lnTo>
                  <a:pt x="12965" y="23217"/>
                </a:lnTo>
                <a:lnTo>
                  <a:pt x="13198" y="23111"/>
                </a:lnTo>
                <a:lnTo>
                  <a:pt x="13490" y="22952"/>
                </a:lnTo>
                <a:lnTo>
                  <a:pt x="13782" y="22686"/>
                </a:lnTo>
                <a:lnTo>
                  <a:pt x="14074" y="22580"/>
                </a:lnTo>
                <a:lnTo>
                  <a:pt x="14483" y="22420"/>
                </a:lnTo>
                <a:lnTo>
                  <a:pt x="14775" y="22314"/>
                </a:lnTo>
                <a:lnTo>
                  <a:pt x="15067" y="22049"/>
                </a:lnTo>
                <a:lnTo>
                  <a:pt x="15359" y="21942"/>
                </a:lnTo>
                <a:lnTo>
                  <a:pt x="15476" y="21783"/>
                </a:lnTo>
                <a:lnTo>
                  <a:pt x="15768" y="21677"/>
                </a:lnTo>
                <a:lnTo>
                  <a:pt x="16060" y="21411"/>
                </a:lnTo>
                <a:lnTo>
                  <a:pt x="16469" y="21305"/>
                </a:lnTo>
                <a:lnTo>
                  <a:pt x="16761" y="21145"/>
                </a:lnTo>
                <a:lnTo>
                  <a:pt x="17053" y="21145"/>
                </a:lnTo>
                <a:lnTo>
                  <a:pt x="17345" y="20880"/>
                </a:lnTo>
                <a:lnTo>
                  <a:pt x="17578" y="20773"/>
                </a:lnTo>
                <a:lnTo>
                  <a:pt x="17870" y="20667"/>
                </a:lnTo>
                <a:lnTo>
                  <a:pt x="18046" y="20508"/>
                </a:lnTo>
                <a:lnTo>
                  <a:pt x="18454" y="20242"/>
                </a:lnTo>
                <a:lnTo>
                  <a:pt x="18746" y="20136"/>
                </a:lnTo>
                <a:lnTo>
                  <a:pt x="18980" y="20030"/>
                </a:lnTo>
                <a:lnTo>
                  <a:pt x="19272" y="19870"/>
                </a:lnTo>
                <a:lnTo>
                  <a:pt x="19564" y="19605"/>
                </a:lnTo>
                <a:lnTo>
                  <a:pt x="19856" y="19498"/>
                </a:lnTo>
                <a:lnTo>
                  <a:pt x="20148" y="19339"/>
                </a:lnTo>
                <a:lnTo>
                  <a:pt x="20440" y="19233"/>
                </a:lnTo>
                <a:lnTo>
                  <a:pt x="20674" y="18967"/>
                </a:lnTo>
                <a:lnTo>
                  <a:pt x="20966" y="18861"/>
                </a:lnTo>
                <a:lnTo>
                  <a:pt x="21258" y="18861"/>
                </a:lnTo>
                <a:lnTo>
                  <a:pt x="21550" y="18701"/>
                </a:lnTo>
                <a:lnTo>
                  <a:pt x="21842" y="18489"/>
                </a:lnTo>
                <a:lnTo>
                  <a:pt x="22134" y="18329"/>
                </a:lnTo>
                <a:lnTo>
                  <a:pt x="22367" y="18223"/>
                </a:lnTo>
                <a:lnTo>
                  <a:pt x="22835" y="18064"/>
                </a:lnTo>
                <a:lnTo>
                  <a:pt x="23127" y="17798"/>
                </a:lnTo>
                <a:lnTo>
                  <a:pt x="23535" y="17586"/>
                </a:lnTo>
                <a:lnTo>
                  <a:pt x="23827" y="17426"/>
                </a:lnTo>
                <a:lnTo>
                  <a:pt x="24061" y="17161"/>
                </a:lnTo>
                <a:lnTo>
                  <a:pt x="24353" y="17054"/>
                </a:lnTo>
                <a:lnTo>
                  <a:pt x="24820" y="16948"/>
                </a:lnTo>
                <a:lnTo>
                  <a:pt x="25054" y="16789"/>
                </a:lnTo>
                <a:lnTo>
                  <a:pt x="25346" y="16523"/>
                </a:lnTo>
                <a:lnTo>
                  <a:pt x="25638" y="16523"/>
                </a:lnTo>
                <a:lnTo>
                  <a:pt x="26047" y="16257"/>
                </a:lnTo>
                <a:lnTo>
                  <a:pt x="26339" y="16045"/>
                </a:lnTo>
                <a:lnTo>
                  <a:pt x="26631" y="15885"/>
                </a:lnTo>
                <a:lnTo>
                  <a:pt x="27039" y="15779"/>
                </a:lnTo>
                <a:lnTo>
                  <a:pt x="27332" y="15620"/>
                </a:lnTo>
                <a:lnTo>
                  <a:pt x="27624" y="15407"/>
                </a:lnTo>
                <a:lnTo>
                  <a:pt x="27916" y="15248"/>
                </a:lnTo>
                <a:lnTo>
                  <a:pt x="28324" y="14982"/>
                </a:lnTo>
                <a:lnTo>
                  <a:pt x="28616" y="14770"/>
                </a:lnTo>
                <a:lnTo>
                  <a:pt x="29025" y="14610"/>
                </a:lnTo>
                <a:lnTo>
                  <a:pt x="29317" y="14504"/>
                </a:lnTo>
                <a:lnTo>
                  <a:pt x="29609" y="14345"/>
                </a:lnTo>
                <a:lnTo>
                  <a:pt x="29843" y="14238"/>
                </a:lnTo>
                <a:lnTo>
                  <a:pt x="30135" y="14079"/>
                </a:lnTo>
                <a:lnTo>
                  <a:pt x="30427" y="13973"/>
                </a:lnTo>
                <a:lnTo>
                  <a:pt x="30602" y="13867"/>
                </a:lnTo>
                <a:lnTo>
                  <a:pt x="31011" y="13601"/>
                </a:lnTo>
                <a:lnTo>
                  <a:pt x="31303" y="13441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2963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538"/>
                </a:lnTo>
                <a:lnTo>
                  <a:pt x="33230" y="12326"/>
                </a:lnTo>
                <a:lnTo>
                  <a:pt x="33522" y="12166"/>
                </a:lnTo>
                <a:lnTo>
                  <a:pt x="33814" y="12060"/>
                </a:lnTo>
                <a:lnTo>
                  <a:pt x="34106" y="11901"/>
                </a:lnTo>
                <a:lnTo>
                  <a:pt x="34398" y="11794"/>
                </a:lnTo>
                <a:lnTo>
                  <a:pt x="34690" y="11688"/>
                </a:lnTo>
                <a:lnTo>
                  <a:pt x="34924" y="11529"/>
                </a:lnTo>
                <a:lnTo>
                  <a:pt x="35391" y="11423"/>
                </a:lnTo>
                <a:lnTo>
                  <a:pt x="35625" y="11157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785"/>
                </a:lnTo>
                <a:lnTo>
                  <a:pt x="36617" y="10519"/>
                </a:lnTo>
                <a:lnTo>
                  <a:pt x="36909" y="10360"/>
                </a:lnTo>
                <a:lnTo>
                  <a:pt x="37318" y="10254"/>
                </a:lnTo>
                <a:lnTo>
                  <a:pt x="37610" y="10147"/>
                </a:lnTo>
                <a:lnTo>
                  <a:pt x="37902" y="9882"/>
                </a:lnTo>
                <a:lnTo>
                  <a:pt x="38194" y="9722"/>
                </a:lnTo>
                <a:lnTo>
                  <a:pt x="38603" y="9616"/>
                </a:lnTo>
                <a:lnTo>
                  <a:pt x="38895" y="9350"/>
                </a:lnTo>
                <a:lnTo>
                  <a:pt x="39187" y="9244"/>
                </a:lnTo>
                <a:lnTo>
                  <a:pt x="39596" y="9085"/>
                </a:lnTo>
                <a:lnTo>
                  <a:pt x="39888" y="8979"/>
                </a:lnTo>
                <a:lnTo>
                  <a:pt x="40180" y="8713"/>
                </a:lnTo>
                <a:lnTo>
                  <a:pt x="40472" y="8607"/>
                </a:lnTo>
                <a:lnTo>
                  <a:pt x="40705" y="8447"/>
                </a:lnTo>
                <a:lnTo>
                  <a:pt x="40881" y="8341"/>
                </a:lnTo>
                <a:lnTo>
                  <a:pt x="41173" y="8075"/>
                </a:lnTo>
                <a:lnTo>
                  <a:pt x="41582" y="7916"/>
                </a:lnTo>
                <a:lnTo>
                  <a:pt x="41874" y="7810"/>
                </a:lnTo>
                <a:lnTo>
                  <a:pt x="42166" y="7703"/>
                </a:lnTo>
                <a:lnTo>
                  <a:pt x="42399" y="7438"/>
                </a:lnTo>
                <a:lnTo>
                  <a:pt x="42691" y="7278"/>
                </a:lnTo>
                <a:lnTo>
                  <a:pt x="42983" y="7278"/>
                </a:lnTo>
                <a:lnTo>
                  <a:pt x="43567" y="6906"/>
                </a:lnTo>
                <a:lnTo>
                  <a:pt x="43801" y="6800"/>
                </a:lnTo>
                <a:lnTo>
                  <a:pt x="44093" y="6641"/>
                </a:lnTo>
                <a:lnTo>
                  <a:pt x="44385" y="6535"/>
                </a:lnTo>
                <a:lnTo>
                  <a:pt x="44677" y="6269"/>
                </a:lnTo>
                <a:lnTo>
                  <a:pt x="44969" y="6163"/>
                </a:lnTo>
                <a:lnTo>
                  <a:pt x="45261" y="6003"/>
                </a:lnTo>
                <a:lnTo>
                  <a:pt x="45494" y="5897"/>
                </a:lnTo>
                <a:lnTo>
                  <a:pt x="45786" y="5631"/>
                </a:lnTo>
                <a:lnTo>
                  <a:pt x="46078" y="5525"/>
                </a:lnTo>
                <a:lnTo>
                  <a:pt x="46370" y="5366"/>
                </a:lnTo>
                <a:lnTo>
                  <a:pt x="46662" y="5259"/>
                </a:lnTo>
                <a:lnTo>
                  <a:pt x="46954" y="4994"/>
                </a:lnTo>
                <a:lnTo>
                  <a:pt x="47188" y="4994"/>
                </a:lnTo>
                <a:lnTo>
                  <a:pt x="47480" y="4834"/>
                </a:lnTo>
                <a:lnTo>
                  <a:pt x="47947" y="4728"/>
                </a:lnTo>
                <a:lnTo>
                  <a:pt x="48181" y="4462"/>
                </a:lnTo>
                <a:lnTo>
                  <a:pt x="48356" y="4356"/>
                </a:lnTo>
                <a:lnTo>
                  <a:pt x="48648" y="4197"/>
                </a:lnTo>
                <a:lnTo>
                  <a:pt x="48882" y="4091"/>
                </a:lnTo>
                <a:lnTo>
                  <a:pt x="49174" y="3825"/>
                </a:lnTo>
                <a:lnTo>
                  <a:pt x="49466" y="3719"/>
                </a:lnTo>
                <a:lnTo>
                  <a:pt x="49875" y="3559"/>
                </a:lnTo>
                <a:lnTo>
                  <a:pt x="50167" y="3453"/>
                </a:lnTo>
                <a:lnTo>
                  <a:pt x="50459" y="3187"/>
                </a:lnTo>
                <a:lnTo>
                  <a:pt x="50751" y="3081"/>
                </a:lnTo>
                <a:lnTo>
                  <a:pt x="50867" y="2922"/>
                </a:lnTo>
                <a:lnTo>
                  <a:pt x="51159" y="2815"/>
                </a:lnTo>
                <a:lnTo>
                  <a:pt x="51451" y="2550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2970" y="1912"/>
                </a:lnTo>
                <a:lnTo>
                  <a:pt x="53262" y="1806"/>
                </a:lnTo>
                <a:lnTo>
                  <a:pt x="53437" y="1647"/>
                </a:lnTo>
                <a:lnTo>
                  <a:pt x="53729" y="1381"/>
                </a:lnTo>
                <a:lnTo>
                  <a:pt x="54138" y="1275"/>
                </a:lnTo>
                <a:lnTo>
                  <a:pt x="54430" y="1115"/>
                </a:lnTo>
                <a:lnTo>
                  <a:pt x="54664" y="1009"/>
                </a:lnTo>
                <a:lnTo>
                  <a:pt x="54956" y="743"/>
                </a:lnTo>
                <a:lnTo>
                  <a:pt x="55248" y="637"/>
                </a:lnTo>
                <a:lnTo>
                  <a:pt x="55540" y="478"/>
                </a:lnTo>
                <a:lnTo>
                  <a:pt x="55832" y="371"/>
                </a:lnTo>
                <a:lnTo>
                  <a:pt x="56124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113821" y="5443923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584" y="29859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861" y="28584"/>
                </a:lnTo>
                <a:lnTo>
                  <a:pt x="3095" y="28477"/>
                </a:lnTo>
                <a:lnTo>
                  <a:pt x="3387" y="28318"/>
                </a:lnTo>
                <a:lnTo>
                  <a:pt x="3796" y="28212"/>
                </a:lnTo>
                <a:lnTo>
                  <a:pt x="4088" y="28105"/>
                </a:lnTo>
                <a:lnTo>
                  <a:pt x="4263" y="27946"/>
                </a:lnTo>
                <a:lnTo>
                  <a:pt x="4496" y="27840"/>
                </a:lnTo>
                <a:lnTo>
                  <a:pt x="4788" y="27680"/>
                </a:lnTo>
                <a:lnTo>
                  <a:pt x="5080" y="27468"/>
                </a:lnTo>
                <a:lnTo>
                  <a:pt x="5372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65" y="26777"/>
                </a:lnTo>
                <a:lnTo>
                  <a:pt x="6657" y="26671"/>
                </a:lnTo>
                <a:lnTo>
                  <a:pt x="7066" y="26405"/>
                </a:lnTo>
                <a:lnTo>
                  <a:pt x="7358" y="26140"/>
                </a:lnTo>
                <a:lnTo>
                  <a:pt x="7650" y="26033"/>
                </a:lnTo>
                <a:lnTo>
                  <a:pt x="8059" y="25927"/>
                </a:lnTo>
                <a:lnTo>
                  <a:pt x="8351" y="25927"/>
                </a:lnTo>
                <a:lnTo>
                  <a:pt x="8643" y="25661"/>
                </a:lnTo>
                <a:lnTo>
                  <a:pt x="8877" y="25502"/>
                </a:lnTo>
                <a:lnTo>
                  <a:pt x="9169" y="25396"/>
                </a:lnTo>
                <a:lnTo>
                  <a:pt x="9344" y="25236"/>
                </a:lnTo>
                <a:lnTo>
                  <a:pt x="9577" y="25024"/>
                </a:lnTo>
                <a:lnTo>
                  <a:pt x="10045" y="24864"/>
                </a:lnTo>
                <a:lnTo>
                  <a:pt x="10278" y="24758"/>
                </a:lnTo>
                <a:lnTo>
                  <a:pt x="10570" y="24599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121"/>
                </a:lnTo>
                <a:lnTo>
                  <a:pt x="11738" y="23961"/>
                </a:lnTo>
                <a:lnTo>
                  <a:pt x="11972" y="23696"/>
                </a:lnTo>
                <a:lnTo>
                  <a:pt x="12264" y="23589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432" y="23058"/>
                </a:lnTo>
                <a:lnTo>
                  <a:pt x="13666" y="22952"/>
                </a:lnTo>
                <a:lnTo>
                  <a:pt x="13958" y="2284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314"/>
                </a:lnTo>
                <a:lnTo>
                  <a:pt x="15126" y="22155"/>
                </a:lnTo>
                <a:lnTo>
                  <a:pt x="15359" y="21942"/>
                </a:lnTo>
                <a:lnTo>
                  <a:pt x="15651" y="21783"/>
                </a:lnTo>
                <a:lnTo>
                  <a:pt x="15943" y="21677"/>
                </a:lnTo>
                <a:lnTo>
                  <a:pt x="16352" y="21517"/>
                </a:lnTo>
                <a:lnTo>
                  <a:pt x="16644" y="21305"/>
                </a:lnTo>
                <a:lnTo>
                  <a:pt x="16819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637" y="20773"/>
                </a:lnTo>
                <a:lnTo>
                  <a:pt x="17929" y="20614"/>
                </a:lnTo>
                <a:lnTo>
                  <a:pt x="18221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19976"/>
                </a:lnTo>
                <a:lnTo>
                  <a:pt x="19622" y="19764"/>
                </a:lnTo>
                <a:lnTo>
                  <a:pt x="19914" y="19498"/>
                </a:lnTo>
                <a:lnTo>
                  <a:pt x="20206" y="19339"/>
                </a:lnTo>
                <a:lnTo>
                  <a:pt x="20615" y="19233"/>
                </a:lnTo>
                <a:lnTo>
                  <a:pt x="20907" y="19073"/>
                </a:lnTo>
                <a:lnTo>
                  <a:pt x="21141" y="18967"/>
                </a:lnTo>
                <a:lnTo>
                  <a:pt x="21433" y="18861"/>
                </a:lnTo>
                <a:lnTo>
                  <a:pt x="21725" y="18701"/>
                </a:lnTo>
                <a:lnTo>
                  <a:pt x="21900" y="18595"/>
                </a:lnTo>
                <a:lnTo>
                  <a:pt x="22134" y="18329"/>
                </a:lnTo>
                <a:lnTo>
                  <a:pt x="22601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411" y="17054"/>
                </a:lnTo>
                <a:lnTo>
                  <a:pt x="24820" y="16895"/>
                </a:lnTo>
                <a:lnTo>
                  <a:pt x="25112" y="16789"/>
                </a:lnTo>
                <a:lnTo>
                  <a:pt x="25404" y="16682"/>
                </a:lnTo>
                <a:lnTo>
                  <a:pt x="25696" y="16523"/>
                </a:lnTo>
                <a:lnTo>
                  <a:pt x="25988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20"/>
                </a:lnTo>
                <a:lnTo>
                  <a:pt x="27682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982"/>
                </a:lnTo>
                <a:lnTo>
                  <a:pt x="28908" y="14876"/>
                </a:lnTo>
                <a:lnTo>
                  <a:pt x="29200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813"/>
                </a:lnTo>
                <a:lnTo>
                  <a:pt x="31186" y="13707"/>
                </a:lnTo>
                <a:lnTo>
                  <a:pt x="31478" y="13441"/>
                </a:lnTo>
                <a:lnTo>
                  <a:pt x="31770" y="13335"/>
                </a:lnTo>
                <a:lnTo>
                  <a:pt x="31887" y="13176"/>
                </a:lnTo>
                <a:lnTo>
                  <a:pt x="32179" y="13070"/>
                </a:lnTo>
                <a:lnTo>
                  <a:pt x="32471" y="12804"/>
                </a:lnTo>
                <a:lnTo>
                  <a:pt x="32704" y="12698"/>
                </a:lnTo>
                <a:lnTo>
                  <a:pt x="33172" y="12538"/>
                </a:lnTo>
                <a:lnTo>
                  <a:pt x="33464" y="12273"/>
                </a:lnTo>
                <a:lnTo>
                  <a:pt x="33697" y="12166"/>
                </a:lnTo>
                <a:lnTo>
                  <a:pt x="33989" y="12060"/>
                </a:lnTo>
                <a:lnTo>
                  <a:pt x="34281" y="11901"/>
                </a:lnTo>
                <a:lnTo>
                  <a:pt x="34690" y="11635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5975" y="10997"/>
                </a:lnTo>
                <a:lnTo>
                  <a:pt x="36267" y="10891"/>
                </a:lnTo>
                <a:lnTo>
                  <a:pt x="36559" y="10732"/>
                </a:lnTo>
                <a:lnTo>
                  <a:pt x="36793" y="10519"/>
                </a:lnTo>
                <a:lnTo>
                  <a:pt x="36968" y="10360"/>
                </a:lnTo>
                <a:lnTo>
                  <a:pt x="37377" y="10254"/>
                </a:lnTo>
                <a:lnTo>
                  <a:pt x="37669" y="10094"/>
                </a:lnTo>
                <a:lnTo>
                  <a:pt x="37961" y="9882"/>
                </a:lnTo>
                <a:lnTo>
                  <a:pt x="38253" y="9722"/>
                </a:lnTo>
                <a:lnTo>
                  <a:pt x="38486" y="9616"/>
                </a:lnTo>
                <a:lnTo>
                  <a:pt x="38778" y="9616"/>
                </a:lnTo>
                <a:lnTo>
                  <a:pt x="39070" y="9350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979"/>
                </a:lnTo>
                <a:lnTo>
                  <a:pt x="40180" y="8713"/>
                </a:lnTo>
                <a:lnTo>
                  <a:pt x="40472" y="8553"/>
                </a:lnTo>
                <a:lnTo>
                  <a:pt x="40764" y="8447"/>
                </a:lnTo>
                <a:lnTo>
                  <a:pt x="41056" y="8341"/>
                </a:lnTo>
                <a:lnTo>
                  <a:pt x="41465" y="8075"/>
                </a:lnTo>
                <a:lnTo>
                  <a:pt x="41757" y="7916"/>
                </a:lnTo>
                <a:lnTo>
                  <a:pt x="42166" y="7650"/>
                </a:lnTo>
                <a:lnTo>
                  <a:pt x="42458" y="7438"/>
                </a:lnTo>
                <a:lnTo>
                  <a:pt x="42750" y="7278"/>
                </a:lnTo>
                <a:lnTo>
                  <a:pt x="43042" y="7278"/>
                </a:lnTo>
                <a:lnTo>
                  <a:pt x="43334" y="7172"/>
                </a:lnTo>
                <a:lnTo>
                  <a:pt x="43742" y="6906"/>
                </a:lnTo>
                <a:lnTo>
                  <a:pt x="44034" y="6800"/>
                </a:lnTo>
                <a:lnTo>
                  <a:pt x="44268" y="6641"/>
                </a:lnTo>
                <a:lnTo>
                  <a:pt x="44443" y="6535"/>
                </a:lnTo>
                <a:lnTo>
                  <a:pt x="44735" y="6269"/>
                </a:lnTo>
                <a:lnTo>
                  <a:pt x="45027" y="6109"/>
                </a:lnTo>
                <a:lnTo>
                  <a:pt x="45261" y="6003"/>
                </a:lnTo>
                <a:lnTo>
                  <a:pt x="45728" y="5897"/>
                </a:lnTo>
                <a:lnTo>
                  <a:pt x="45962" y="5631"/>
                </a:lnTo>
                <a:lnTo>
                  <a:pt x="46254" y="5472"/>
                </a:lnTo>
                <a:lnTo>
                  <a:pt x="46546" y="5366"/>
                </a:lnTo>
                <a:lnTo>
                  <a:pt x="46838" y="5259"/>
                </a:lnTo>
                <a:lnTo>
                  <a:pt x="46954" y="4994"/>
                </a:lnTo>
                <a:lnTo>
                  <a:pt x="47246" y="4994"/>
                </a:lnTo>
                <a:lnTo>
                  <a:pt x="47655" y="4834"/>
                </a:lnTo>
                <a:lnTo>
                  <a:pt x="47947" y="4728"/>
                </a:lnTo>
                <a:lnTo>
                  <a:pt x="48239" y="4462"/>
                </a:lnTo>
                <a:lnTo>
                  <a:pt x="48531" y="4356"/>
                </a:lnTo>
                <a:lnTo>
                  <a:pt x="48823" y="4197"/>
                </a:lnTo>
                <a:lnTo>
                  <a:pt x="49115" y="4091"/>
                </a:lnTo>
                <a:lnTo>
                  <a:pt x="49349" y="3825"/>
                </a:lnTo>
                <a:lnTo>
                  <a:pt x="49524" y="3719"/>
                </a:lnTo>
                <a:lnTo>
                  <a:pt x="49933" y="3559"/>
                </a:lnTo>
                <a:lnTo>
                  <a:pt x="50225" y="3453"/>
                </a:lnTo>
                <a:lnTo>
                  <a:pt x="50517" y="3187"/>
                </a:lnTo>
                <a:lnTo>
                  <a:pt x="50809" y="3081"/>
                </a:lnTo>
                <a:lnTo>
                  <a:pt x="51043" y="2922"/>
                </a:lnTo>
                <a:lnTo>
                  <a:pt x="51335" y="2815"/>
                </a:lnTo>
                <a:lnTo>
                  <a:pt x="51627" y="2656"/>
                </a:lnTo>
                <a:lnTo>
                  <a:pt x="52035" y="2550"/>
                </a:lnTo>
                <a:lnTo>
                  <a:pt x="52211" y="2390"/>
                </a:lnTo>
                <a:lnTo>
                  <a:pt x="52444" y="2284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753"/>
                </a:lnTo>
                <a:lnTo>
                  <a:pt x="53612" y="1647"/>
                </a:lnTo>
                <a:lnTo>
                  <a:pt x="54021" y="1381"/>
                </a:lnTo>
                <a:lnTo>
                  <a:pt x="54313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478"/>
                </a:lnTo>
                <a:lnTo>
                  <a:pt x="55832" y="371"/>
                </a:lnTo>
                <a:lnTo>
                  <a:pt x="56299" y="21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170645" y="5413585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175" y="30178"/>
                </a:lnTo>
                <a:lnTo>
                  <a:pt x="467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460" y="29540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686" y="28637"/>
                </a:lnTo>
                <a:lnTo>
                  <a:pt x="2978" y="28530"/>
                </a:lnTo>
                <a:lnTo>
                  <a:pt x="3387" y="28371"/>
                </a:lnTo>
                <a:lnTo>
                  <a:pt x="3679" y="28371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93"/>
                </a:lnTo>
                <a:lnTo>
                  <a:pt x="4788" y="27734"/>
                </a:lnTo>
                <a:lnTo>
                  <a:pt x="5080" y="27468"/>
                </a:lnTo>
                <a:lnTo>
                  <a:pt x="5256" y="27362"/>
                </a:lnTo>
                <a:lnTo>
                  <a:pt x="5664" y="27255"/>
                </a:lnTo>
                <a:lnTo>
                  <a:pt x="5956" y="27096"/>
                </a:lnTo>
                <a:lnTo>
                  <a:pt x="6248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193"/>
                </a:lnTo>
                <a:lnTo>
                  <a:pt x="7767" y="26086"/>
                </a:lnTo>
                <a:lnTo>
                  <a:pt x="7942" y="25927"/>
                </a:lnTo>
                <a:lnTo>
                  <a:pt x="8176" y="25927"/>
                </a:lnTo>
                <a:lnTo>
                  <a:pt x="8468" y="25715"/>
                </a:lnTo>
                <a:lnTo>
                  <a:pt x="8760" y="25555"/>
                </a:lnTo>
                <a:lnTo>
                  <a:pt x="9052" y="25449"/>
                </a:lnTo>
                <a:lnTo>
                  <a:pt x="9344" y="25290"/>
                </a:lnTo>
                <a:lnTo>
                  <a:pt x="9753" y="25024"/>
                </a:lnTo>
                <a:lnTo>
                  <a:pt x="10045" y="24918"/>
                </a:lnTo>
                <a:lnTo>
                  <a:pt x="10337" y="24811"/>
                </a:lnTo>
                <a:lnTo>
                  <a:pt x="10453" y="24652"/>
                </a:lnTo>
                <a:lnTo>
                  <a:pt x="10745" y="24386"/>
                </a:lnTo>
                <a:lnTo>
                  <a:pt x="11037" y="24280"/>
                </a:lnTo>
                <a:lnTo>
                  <a:pt x="11329" y="24174"/>
                </a:lnTo>
                <a:lnTo>
                  <a:pt x="11563" y="24014"/>
                </a:lnTo>
                <a:lnTo>
                  <a:pt x="12030" y="23749"/>
                </a:lnTo>
                <a:lnTo>
                  <a:pt x="12264" y="23642"/>
                </a:lnTo>
                <a:lnTo>
                  <a:pt x="12556" y="23642"/>
                </a:lnTo>
                <a:lnTo>
                  <a:pt x="12731" y="23483"/>
                </a:lnTo>
                <a:lnTo>
                  <a:pt x="13023" y="23271"/>
                </a:lnTo>
                <a:lnTo>
                  <a:pt x="13257" y="23111"/>
                </a:lnTo>
                <a:lnTo>
                  <a:pt x="13549" y="23005"/>
                </a:lnTo>
                <a:lnTo>
                  <a:pt x="13958" y="22846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242" y="21942"/>
                </a:lnTo>
                <a:lnTo>
                  <a:pt x="15534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527" y="21305"/>
                </a:lnTo>
                <a:lnTo>
                  <a:pt x="16819" y="21305"/>
                </a:lnTo>
                <a:lnTo>
                  <a:pt x="17111" y="21198"/>
                </a:lnTo>
                <a:lnTo>
                  <a:pt x="17345" y="21092"/>
                </a:lnTo>
                <a:lnTo>
                  <a:pt x="17637" y="20827"/>
                </a:lnTo>
                <a:lnTo>
                  <a:pt x="17812" y="20667"/>
                </a:lnTo>
                <a:lnTo>
                  <a:pt x="18221" y="20561"/>
                </a:lnTo>
                <a:lnTo>
                  <a:pt x="18513" y="20455"/>
                </a:lnTo>
                <a:lnTo>
                  <a:pt x="18805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551"/>
                </a:lnTo>
                <a:lnTo>
                  <a:pt x="20323" y="19392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914"/>
                </a:lnTo>
                <a:lnTo>
                  <a:pt x="21608" y="18754"/>
                </a:lnTo>
                <a:lnTo>
                  <a:pt x="21900" y="18648"/>
                </a:lnTo>
                <a:lnTo>
                  <a:pt x="22309" y="18383"/>
                </a:lnTo>
                <a:lnTo>
                  <a:pt x="22601" y="18223"/>
                </a:lnTo>
                <a:lnTo>
                  <a:pt x="22893" y="18117"/>
                </a:lnTo>
                <a:lnTo>
                  <a:pt x="23302" y="17745"/>
                </a:lnTo>
                <a:lnTo>
                  <a:pt x="23594" y="17586"/>
                </a:lnTo>
                <a:lnTo>
                  <a:pt x="23827" y="17479"/>
                </a:lnTo>
                <a:lnTo>
                  <a:pt x="24119" y="17373"/>
                </a:lnTo>
                <a:lnTo>
                  <a:pt x="24587" y="17107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514" y="16204"/>
                </a:lnTo>
                <a:lnTo>
                  <a:pt x="26806" y="15939"/>
                </a:lnTo>
                <a:lnTo>
                  <a:pt x="27098" y="15832"/>
                </a:lnTo>
                <a:lnTo>
                  <a:pt x="27390" y="15673"/>
                </a:lnTo>
                <a:lnTo>
                  <a:pt x="27682" y="15567"/>
                </a:lnTo>
                <a:lnTo>
                  <a:pt x="27916" y="15301"/>
                </a:lnTo>
                <a:lnTo>
                  <a:pt x="28091" y="15142"/>
                </a:lnTo>
                <a:lnTo>
                  <a:pt x="28500" y="15035"/>
                </a:lnTo>
                <a:lnTo>
                  <a:pt x="28792" y="14929"/>
                </a:lnTo>
                <a:lnTo>
                  <a:pt x="29084" y="14663"/>
                </a:lnTo>
                <a:lnTo>
                  <a:pt x="29376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93" y="14132"/>
                </a:lnTo>
                <a:lnTo>
                  <a:pt x="30368" y="14026"/>
                </a:lnTo>
                <a:lnTo>
                  <a:pt x="30777" y="13867"/>
                </a:lnTo>
                <a:lnTo>
                  <a:pt x="31069" y="13760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857"/>
                </a:lnTo>
                <a:lnTo>
                  <a:pt x="32880" y="12751"/>
                </a:lnTo>
                <a:lnTo>
                  <a:pt x="32996" y="12591"/>
                </a:lnTo>
                <a:lnTo>
                  <a:pt x="33288" y="12485"/>
                </a:lnTo>
                <a:lnTo>
                  <a:pt x="33580" y="12219"/>
                </a:lnTo>
                <a:lnTo>
                  <a:pt x="33872" y="12060"/>
                </a:lnTo>
                <a:lnTo>
                  <a:pt x="34165" y="12060"/>
                </a:lnTo>
                <a:lnTo>
                  <a:pt x="34457" y="11954"/>
                </a:lnTo>
                <a:lnTo>
                  <a:pt x="34865" y="11688"/>
                </a:lnTo>
                <a:lnTo>
                  <a:pt x="35157" y="11582"/>
                </a:lnTo>
                <a:lnTo>
                  <a:pt x="35391" y="11423"/>
                </a:lnTo>
                <a:lnTo>
                  <a:pt x="35566" y="11316"/>
                </a:lnTo>
                <a:lnTo>
                  <a:pt x="35858" y="11051"/>
                </a:lnTo>
                <a:lnTo>
                  <a:pt x="36150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61" y="10041"/>
                </a:lnTo>
                <a:lnTo>
                  <a:pt x="38077" y="9775"/>
                </a:lnTo>
                <a:lnTo>
                  <a:pt x="38369" y="9775"/>
                </a:lnTo>
                <a:lnTo>
                  <a:pt x="38661" y="9669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607"/>
                </a:lnTo>
                <a:lnTo>
                  <a:pt x="40647" y="8500"/>
                </a:lnTo>
                <a:lnTo>
                  <a:pt x="41056" y="8341"/>
                </a:lnTo>
                <a:lnTo>
                  <a:pt x="41348" y="8235"/>
                </a:lnTo>
                <a:lnTo>
                  <a:pt x="41640" y="7969"/>
                </a:lnTo>
                <a:lnTo>
                  <a:pt x="41932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331"/>
                </a:lnTo>
                <a:lnTo>
                  <a:pt x="43042" y="7331"/>
                </a:lnTo>
                <a:lnTo>
                  <a:pt x="43334" y="7225"/>
                </a:lnTo>
                <a:lnTo>
                  <a:pt x="43567" y="7066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735" y="6428"/>
                </a:lnTo>
                <a:lnTo>
                  <a:pt x="45027" y="6163"/>
                </a:lnTo>
                <a:lnTo>
                  <a:pt x="45436" y="6056"/>
                </a:lnTo>
                <a:lnTo>
                  <a:pt x="45845" y="5791"/>
                </a:lnTo>
                <a:lnTo>
                  <a:pt x="46137" y="5525"/>
                </a:lnTo>
                <a:lnTo>
                  <a:pt x="46429" y="5419"/>
                </a:lnTo>
                <a:lnTo>
                  <a:pt x="46721" y="5259"/>
                </a:lnTo>
                <a:lnTo>
                  <a:pt x="46954" y="5153"/>
                </a:lnTo>
                <a:lnTo>
                  <a:pt x="47246" y="5047"/>
                </a:lnTo>
                <a:lnTo>
                  <a:pt x="47714" y="4887"/>
                </a:lnTo>
                <a:lnTo>
                  <a:pt x="47947" y="4781"/>
                </a:lnTo>
                <a:lnTo>
                  <a:pt x="48123" y="4622"/>
                </a:lnTo>
                <a:lnTo>
                  <a:pt x="48415" y="4409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634" y="3081"/>
                </a:lnTo>
                <a:lnTo>
                  <a:pt x="50926" y="2975"/>
                </a:lnTo>
                <a:lnTo>
                  <a:pt x="51218" y="2869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337"/>
                </a:lnTo>
                <a:lnTo>
                  <a:pt x="52736" y="2178"/>
                </a:lnTo>
                <a:lnTo>
                  <a:pt x="53028" y="1965"/>
                </a:lnTo>
                <a:lnTo>
                  <a:pt x="53203" y="1806"/>
                </a:lnTo>
                <a:lnTo>
                  <a:pt x="53495" y="1700"/>
                </a:lnTo>
                <a:lnTo>
                  <a:pt x="53904" y="1540"/>
                </a:lnTo>
                <a:lnTo>
                  <a:pt x="54196" y="1328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42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227354" y="5383301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584" y="30071"/>
                </a:lnTo>
                <a:lnTo>
                  <a:pt x="876" y="29806"/>
                </a:lnTo>
                <a:lnTo>
                  <a:pt x="1284" y="29646"/>
                </a:lnTo>
                <a:lnTo>
                  <a:pt x="1693" y="29381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803" y="28743"/>
                </a:lnTo>
                <a:lnTo>
                  <a:pt x="3095" y="28530"/>
                </a:lnTo>
                <a:lnTo>
                  <a:pt x="3504" y="28371"/>
                </a:lnTo>
                <a:lnTo>
                  <a:pt x="3796" y="28371"/>
                </a:lnTo>
                <a:lnTo>
                  <a:pt x="3971" y="28265"/>
                </a:lnTo>
                <a:lnTo>
                  <a:pt x="4263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489" y="27362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99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475" y="26299"/>
                </a:lnTo>
                <a:lnTo>
                  <a:pt x="7767" y="26086"/>
                </a:lnTo>
                <a:lnTo>
                  <a:pt x="8059" y="26086"/>
                </a:lnTo>
                <a:lnTo>
                  <a:pt x="8351" y="25927"/>
                </a:lnTo>
                <a:lnTo>
                  <a:pt x="8585" y="25821"/>
                </a:lnTo>
                <a:lnTo>
                  <a:pt x="8877" y="25555"/>
                </a:lnTo>
                <a:lnTo>
                  <a:pt x="9052" y="25449"/>
                </a:lnTo>
                <a:lnTo>
                  <a:pt x="9285" y="25290"/>
                </a:lnTo>
                <a:lnTo>
                  <a:pt x="9753" y="25183"/>
                </a:lnTo>
                <a:lnTo>
                  <a:pt x="10045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446" y="24121"/>
                </a:lnTo>
                <a:lnTo>
                  <a:pt x="11680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373" y="23111"/>
                </a:lnTo>
                <a:lnTo>
                  <a:pt x="13841" y="23005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6060" y="21730"/>
                </a:lnTo>
                <a:lnTo>
                  <a:pt x="16352" y="21570"/>
                </a:lnTo>
                <a:lnTo>
                  <a:pt x="16527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20031" y="19658"/>
                </a:lnTo>
                <a:lnTo>
                  <a:pt x="20323" y="19392"/>
                </a:lnTo>
                <a:lnTo>
                  <a:pt x="20615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608" y="18754"/>
                </a:lnTo>
                <a:lnTo>
                  <a:pt x="21842" y="18648"/>
                </a:lnTo>
                <a:lnTo>
                  <a:pt x="22309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586"/>
                </a:lnTo>
                <a:lnTo>
                  <a:pt x="24003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682"/>
                </a:lnTo>
                <a:lnTo>
                  <a:pt x="25930" y="16417"/>
                </a:lnTo>
                <a:lnTo>
                  <a:pt x="26397" y="16311"/>
                </a:lnTo>
                <a:lnTo>
                  <a:pt x="26806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93" y="14238"/>
                </a:lnTo>
                <a:lnTo>
                  <a:pt x="30602" y="14026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588" y="12963"/>
                </a:lnTo>
                <a:lnTo>
                  <a:pt x="32880" y="12698"/>
                </a:lnTo>
                <a:lnTo>
                  <a:pt x="33172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060"/>
                </a:lnTo>
                <a:lnTo>
                  <a:pt x="34398" y="11954"/>
                </a:lnTo>
                <a:lnTo>
                  <a:pt x="34865" y="11794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10041"/>
                </a:lnTo>
                <a:lnTo>
                  <a:pt x="38194" y="9882"/>
                </a:lnTo>
                <a:lnTo>
                  <a:pt x="38486" y="9775"/>
                </a:lnTo>
                <a:lnTo>
                  <a:pt x="38953" y="9616"/>
                </a:lnTo>
                <a:lnTo>
                  <a:pt x="39362" y="940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582" y="8075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3158" y="7331"/>
                </a:lnTo>
                <a:lnTo>
                  <a:pt x="43450" y="7225"/>
                </a:lnTo>
                <a:lnTo>
                  <a:pt x="43742" y="7066"/>
                </a:lnTo>
                <a:lnTo>
                  <a:pt x="43976" y="6960"/>
                </a:lnTo>
                <a:lnTo>
                  <a:pt x="44151" y="6694"/>
                </a:lnTo>
                <a:lnTo>
                  <a:pt x="44443" y="6535"/>
                </a:lnTo>
                <a:lnTo>
                  <a:pt x="44735" y="6428"/>
                </a:lnTo>
                <a:lnTo>
                  <a:pt x="45144" y="6322"/>
                </a:lnTo>
                <a:lnTo>
                  <a:pt x="45436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363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751" y="3240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815"/>
                </a:lnTo>
                <a:lnTo>
                  <a:pt x="51919" y="2709"/>
                </a:lnTo>
                <a:lnTo>
                  <a:pt x="52211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729" y="1700"/>
                </a:lnTo>
                <a:lnTo>
                  <a:pt x="54021" y="1540"/>
                </a:lnTo>
                <a:lnTo>
                  <a:pt x="54313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796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371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284062" y="5353017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25" y="30018"/>
                </a:lnTo>
                <a:lnTo>
                  <a:pt x="992" y="29912"/>
                </a:lnTo>
                <a:lnTo>
                  <a:pt x="1284" y="29646"/>
                </a:lnTo>
                <a:lnTo>
                  <a:pt x="1518" y="29540"/>
                </a:lnTo>
                <a:lnTo>
                  <a:pt x="1810" y="29381"/>
                </a:lnTo>
                <a:lnTo>
                  <a:pt x="2102" y="29274"/>
                </a:lnTo>
                <a:lnTo>
                  <a:pt x="2394" y="29009"/>
                </a:lnTo>
                <a:lnTo>
                  <a:pt x="2803" y="28743"/>
                </a:lnTo>
                <a:lnTo>
                  <a:pt x="3212" y="28637"/>
                </a:lnTo>
                <a:lnTo>
                  <a:pt x="3504" y="28371"/>
                </a:lnTo>
                <a:lnTo>
                  <a:pt x="3796" y="28371"/>
                </a:lnTo>
                <a:lnTo>
                  <a:pt x="4088" y="28265"/>
                </a:lnTo>
                <a:lnTo>
                  <a:pt x="4380" y="28105"/>
                </a:lnTo>
                <a:lnTo>
                  <a:pt x="4613" y="27840"/>
                </a:lnTo>
                <a:lnTo>
                  <a:pt x="4905" y="27734"/>
                </a:lnTo>
                <a:lnTo>
                  <a:pt x="5197" y="27574"/>
                </a:lnTo>
                <a:lnTo>
                  <a:pt x="5489" y="27468"/>
                </a:lnTo>
                <a:lnTo>
                  <a:pt x="5781" y="27202"/>
                </a:lnTo>
                <a:lnTo>
                  <a:pt x="6073" y="27096"/>
                </a:lnTo>
                <a:lnTo>
                  <a:pt x="6307" y="26937"/>
                </a:lnTo>
                <a:lnTo>
                  <a:pt x="6599" y="26830"/>
                </a:lnTo>
                <a:lnTo>
                  <a:pt x="6891" y="26565"/>
                </a:lnTo>
                <a:lnTo>
                  <a:pt x="7300" y="26458"/>
                </a:lnTo>
                <a:lnTo>
                  <a:pt x="7592" y="26299"/>
                </a:lnTo>
                <a:lnTo>
                  <a:pt x="7767" y="26193"/>
                </a:lnTo>
                <a:lnTo>
                  <a:pt x="8001" y="26086"/>
                </a:lnTo>
                <a:lnTo>
                  <a:pt x="8293" y="25927"/>
                </a:lnTo>
                <a:lnTo>
                  <a:pt x="8585" y="25821"/>
                </a:lnTo>
                <a:lnTo>
                  <a:pt x="8877" y="25661"/>
                </a:lnTo>
                <a:lnTo>
                  <a:pt x="9169" y="25396"/>
                </a:lnTo>
                <a:lnTo>
                  <a:pt x="9577" y="25290"/>
                </a:lnTo>
                <a:lnTo>
                  <a:pt x="9869" y="25183"/>
                </a:lnTo>
                <a:lnTo>
                  <a:pt x="10161" y="25024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089" y="23855"/>
                </a:lnTo>
                <a:lnTo>
                  <a:pt x="12381" y="23749"/>
                </a:lnTo>
                <a:lnTo>
                  <a:pt x="12673" y="23642"/>
                </a:lnTo>
                <a:lnTo>
                  <a:pt x="12848" y="23483"/>
                </a:lnTo>
                <a:lnTo>
                  <a:pt x="13081" y="23377"/>
                </a:lnTo>
                <a:lnTo>
                  <a:pt x="13549" y="23111"/>
                </a:lnTo>
                <a:lnTo>
                  <a:pt x="13782" y="23005"/>
                </a:lnTo>
                <a:lnTo>
                  <a:pt x="14074" y="22846"/>
                </a:lnTo>
                <a:lnTo>
                  <a:pt x="14366" y="22739"/>
                </a:lnTo>
                <a:lnTo>
                  <a:pt x="14658" y="22474"/>
                </a:lnTo>
                <a:lnTo>
                  <a:pt x="14950" y="22314"/>
                </a:lnTo>
                <a:lnTo>
                  <a:pt x="15359" y="2210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64"/>
                </a:lnTo>
                <a:lnTo>
                  <a:pt x="16936" y="21305"/>
                </a:lnTo>
                <a:lnTo>
                  <a:pt x="17170" y="21198"/>
                </a:lnTo>
                <a:lnTo>
                  <a:pt x="17462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863" y="20295"/>
                </a:lnTo>
                <a:lnTo>
                  <a:pt x="19155" y="20030"/>
                </a:lnTo>
                <a:lnTo>
                  <a:pt x="19447" y="19923"/>
                </a:lnTo>
                <a:lnTo>
                  <a:pt x="19739" y="19764"/>
                </a:lnTo>
                <a:lnTo>
                  <a:pt x="20148" y="19658"/>
                </a:lnTo>
                <a:lnTo>
                  <a:pt x="20323" y="19392"/>
                </a:lnTo>
                <a:lnTo>
                  <a:pt x="20557" y="19233"/>
                </a:lnTo>
                <a:lnTo>
                  <a:pt x="20849" y="19126"/>
                </a:lnTo>
                <a:lnTo>
                  <a:pt x="21141" y="19126"/>
                </a:lnTo>
                <a:lnTo>
                  <a:pt x="21433" y="18861"/>
                </a:lnTo>
                <a:lnTo>
                  <a:pt x="21725" y="18754"/>
                </a:lnTo>
                <a:lnTo>
                  <a:pt x="22134" y="18595"/>
                </a:lnTo>
                <a:lnTo>
                  <a:pt x="22426" y="18489"/>
                </a:lnTo>
                <a:lnTo>
                  <a:pt x="22718" y="18223"/>
                </a:lnTo>
                <a:lnTo>
                  <a:pt x="23127" y="17958"/>
                </a:lnTo>
                <a:lnTo>
                  <a:pt x="23419" y="17851"/>
                </a:lnTo>
                <a:lnTo>
                  <a:pt x="23652" y="17586"/>
                </a:lnTo>
                <a:lnTo>
                  <a:pt x="24119" y="17479"/>
                </a:lnTo>
                <a:lnTo>
                  <a:pt x="24411" y="17320"/>
                </a:lnTo>
                <a:lnTo>
                  <a:pt x="24645" y="17214"/>
                </a:lnTo>
                <a:lnTo>
                  <a:pt x="24937" y="16948"/>
                </a:lnTo>
                <a:lnTo>
                  <a:pt x="25229" y="16842"/>
                </a:lnTo>
                <a:lnTo>
                  <a:pt x="25638" y="16682"/>
                </a:lnTo>
                <a:lnTo>
                  <a:pt x="25930" y="16417"/>
                </a:lnTo>
                <a:lnTo>
                  <a:pt x="26339" y="16311"/>
                </a:lnTo>
                <a:lnTo>
                  <a:pt x="26631" y="16151"/>
                </a:lnTo>
                <a:lnTo>
                  <a:pt x="26923" y="16045"/>
                </a:lnTo>
                <a:lnTo>
                  <a:pt x="27215" y="15779"/>
                </a:lnTo>
                <a:lnTo>
                  <a:pt x="27507" y="15673"/>
                </a:lnTo>
                <a:lnTo>
                  <a:pt x="27740" y="15514"/>
                </a:lnTo>
                <a:lnTo>
                  <a:pt x="27916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434" y="14504"/>
                </a:lnTo>
                <a:lnTo>
                  <a:pt x="29726" y="14504"/>
                </a:lnTo>
                <a:lnTo>
                  <a:pt x="30018" y="14398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67"/>
                </a:lnTo>
                <a:lnTo>
                  <a:pt x="31128" y="13760"/>
                </a:lnTo>
                <a:lnTo>
                  <a:pt x="31420" y="13601"/>
                </a:lnTo>
                <a:lnTo>
                  <a:pt x="31712" y="13335"/>
                </a:lnTo>
                <a:lnTo>
                  <a:pt x="32004" y="13229"/>
                </a:lnTo>
                <a:lnTo>
                  <a:pt x="32296" y="13070"/>
                </a:lnTo>
                <a:lnTo>
                  <a:pt x="32704" y="12963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432"/>
                </a:lnTo>
                <a:lnTo>
                  <a:pt x="33697" y="12326"/>
                </a:lnTo>
                <a:lnTo>
                  <a:pt x="33989" y="12060"/>
                </a:lnTo>
                <a:lnTo>
                  <a:pt x="34281" y="12060"/>
                </a:lnTo>
                <a:lnTo>
                  <a:pt x="34690" y="11954"/>
                </a:lnTo>
                <a:lnTo>
                  <a:pt x="34982" y="11794"/>
                </a:lnTo>
                <a:lnTo>
                  <a:pt x="35216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09" y="10891"/>
                </a:lnTo>
                <a:lnTo>
                  <a:pt x="36676" y="10785"/>
                </a:lnTo>
                <a:lnTo>
                  <a:pt x="36909" y="10679"/>
                </a:lnTo>
                <a:lnTo>
                  <a:pt x="37201" y="10519"/>
                </a:lnTo>
                <a:lnTo>
                  <a:pt x="37493" y="10254"/>
                </a:lnTo>
                <a:lnTo>
                  <a:pt x="37785" y="10147"/>
                </a:lnTo>
                <a:lnTo>
                  <a:pt x="38194" y="9882"/>
                </a:lnTo>
                <a:lnTo>
                  <a:pt x="38486" y="9775"/>
                </a:lnTo>
                <a:lnTo>
                  <a:pt x="38895" y="9616"/>
                </a:lnTo>
                <a:lnTo>
                  <a:pt x="39187" y="9510"/>
                </a:lnTo>
                <a:lnTo>
                  <a:pt x="39479" y="9350"/>
                </a:lnTo>
                <a:lnTo>
                  <a:pt x="39771" y="9138"/>
                </a:lnTo>
                <a:lnTo>
                  <a:pt x="40063" y="8979"/>
                </a:lnTo>
                <a:lnTo>
                  <a:pt x="40297" y="8872"/>
                </a:lnTo>
                <a:lnTo>
                  <a:pt x="40472" y="8713"/>
                </a:lnTo>
                <a:lnTo>
                  <a:pt x="40881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757" y="8075"/>
                </a:lnTo>
                <a:lnTo>
                  <a:pt x="41990" y="7810"/>
                </a:lnTo>
                <a:lnTo>
                  <a:pt x="42282" y="7703"/>
                </a:lnTo>
                <a:lnTo>
                  <a:pt x="42574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684" y="7066"/>
                </a:lnTo>
                <a:lnTo>
                  <a:pt x="43976" y="6960"/>
                </a:lnTo>
                <a:lnTo>
                  <a:pt x="44268" y="6694"/>
                </a:lnTo>
                <a:lnTo>
                  <a:pt x="44560" y="6535"/>
                </a:lnTo>
                <a:lnTo>
                  <a:pt x="44852" y="6428"/>
                </a:lnTo>
                <a:lnTo>
                  <a:pt x="45261" y="6269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31"/>
                </a:lnTo>
                <a:lnTo>
                  <a:pt x="46546" y="5419"/>
                </a:lnTo>
                <a:lnTo>
                  <a:pt x="46779" y="5259"/>
                </a:lnTo>
                <a:lnTo>
                  <a:pt x="47246" y="5153"/>
                </a:lnTo>
                <a:lnTo>
                  <a:pt x="47538" y="5153"/>
                </a:lnTo>
                <a:lnTo>
                  <a:pt x="47772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473" y="4516"/>
                </a:lnTo>
                <a:lnTo>
                  <a:pt x="48765" y="4250"/>
                </a:lnTo>
                <a:lnTo>
                  <a:pt x="49232" y="4091"/>
                </a:lnTo>
                <a:lnTo>
                  <a:pt x="49466" y="3984"/>
                </a:lnTo>
                <a:lnTo>
                  <a:pt x="49758" y="3878"/>
                </a:lnTo>
                <a:lnTo>
                  <a:pt x="50050" y="3612"/>
                </a:lnTo>
                <a:lnTo>
                  <a:pt x="50342" y="3453"/>
                </a:lnTo>
                <a:lnTo>
                  <a:pt x="50751" y="3187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815"/>
                </a:lnTo>
                <a:lnTo>
                  <a:pt x="52035" y="2709"/>
                </a:lnTo>
                <a:lnTo>
                  <a:pt x="52327" y="2443"/>
                </a:lnTo>
                <a:lnTo>
                  <a:pt x="52561" y="2337"/>
                </a:lnTo>
                <a:lnTo>
                  <a:pt x="52853" y="2178"/>
                </a:lnTo>
                <a:lnTo>
                  <a:pt x="53028" y="207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255" y="1434"/>
                </a:lnTo>
                <a:lnTo>
                  <a:pt x="54547" y="1168"/>
                </a:lnTo>
                <a:lnTo>
                  <a:pt x="54839" y="1009"/>
                </a:lnTo>
                <a:lnTo>
                  <a:pt x="55131" y="903"/>
                </a:lnTo>
                <a:lnTo>
                  <a:pt x="55423" y="796"/>
                </a:lnTo>
                <a:lnTo>
                  <a:pt x="55715" y="531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340886" y="5322839"/>
            <a:ext cx="56708" cy="30178"/>
          </a:xfrm>
          <a:custGeom>
            <a:avLst/>
            <a:gdLst/>
            <a:ahLst/>
            <a:cxnLst/>
            <a:rect l="l" t="t" r="r" b="b"/>
            <a:pathLst>
              <a:path w="56708" h="30178">
                <a:moveTo>
                  <a:pt x="0" y="30178"/>
                </a:moveTo>
                <a:lnTo>
                  <a:pt x="292" y="30071"/>
                </a:lnTo>
                <a:lnTo>
                  <a:pt x="584" y="29912"/>
                </a:lnTo>
                <a:lnTo>
                  <a:pt x="992" y="29806"/>
                </a:lnTo>
                <a:lnTo>
                  <a:pt x="1109" y="29540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8902"/>
                </a:lnTo>
                <a:lnTo>
                  <a:pt x="2511" y="28796"/>
                </a:lnTo>
                <a:lnTo>
                  <a:pt x="2978" y="28637"/>
                </a:lnTo>
                <a:lnTo>
                  <a:pt x="3212" y="28530"/>
                </a:lnTo>
                <a:lnTo>
                  <a:pt x="3504" y="28371"/>
                </a:lnTo>
                <a:lnTo>
                  <a:pt x="3679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734"/>
                </a:lnTo>
                <a:lnTo>
                  <a:pt x="4905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458"/>
                </a:lnTo>
                <a:lnTo>
                  <a:pt x="7183" y="26352"/>
                </a:lnTo>
                <a:lnTo>
                  <a:pt x="7475" y="26193"/>
                </a:lnTo>
                <a:lnTo>
                  <a:pt x="7767" y="26086"/>
                </a:lnTo>
                <a:lnTo>
                  <a:pt x="8059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760" y="25555"/>
                </a:lnTo>
                <a:lnTo>
                  <a:pt x="9169" y="25290"/>
                </a:lnTo>
                <a:lnTo>
                  <a:pt x="9461" y="25183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01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081" y="23271"/>
                </a:lnTo>
                <a:lnTo>
                  <a:pt x="13549" y="23111"/>
                </a:lnTo>
                <a:lnTo>
                  <a:pt x="13666" y="22846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208"/>
                </a:lnTo>
                <a:lnTo>
                  <a:pt x="15067" y="22102"/>
                </a:lnTo>
                <a:lnTo>
                  <a:pt x="15534" y="21942"/>
                </a:lnTo>
                <a:lnTo>
                  <a:pt x="15768" y="21836"/>
                </a:lnTo>
                <a:lnTo>
                  <a:pt x="16060" y="21570"/>
                </a:lnTo>
                <a:lnTo>
                  <a:pt x="16235" y="21464"/>
                </a:lnTo>
                <a:lnTo>
                  <a:pt x="16469" y="21305"/>
                </a:lnTo>
                <a:lnTo>
                  <a:pt x="16761" y="21305"/>
                </a:lnTo>
                <a:lnTo>
                  <a:pt x="17053" y="21092"/>
                </a:lnTo>
                <a:lnTo>
                  <a:pt x="17462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9038" y="20030"/>
                </a:lnTo>
                <a:lnTo>
                  <a:pt x="19330" y="19764"/>
                </a:lnTo>
                <a:lnTo>
                  <a:pt x="19739" y="19658"/>
                </a:lnTo>
                <a:lnTo>
                  <a:pt x="20031" y="19551"/>
                </a:lnTo>
                <a:lnTo>
                  <a:pt x="20323" y="19392"/>
                </a:lnTo>
                <a:lnTo>
                  <a:pt x="20557" y="19126"/>
                </a:lnTo>
                <a:lnTo>
                  <a:pt x="20849" y="19020"/>
                </a:lnTo>
                <a:lnTo>
                  <a:pt x="21141" y="19020"/>
                </a:lnTo>
                <a:lnTo>
                  <a:pt x="21316" y="18861"/>
                </a:lnTo>
                <a:lnTo>
                  <a:pt x="21725" y="18648"/>
                </a:lnTo>
                <a:lnTo>
                  <a:pt x="22017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011"/>
                </a:lnTo>
                <a:lnTo>
                  <a:pt x="23127" y="17851"/>
                </a:lnTo>
                <a:lnTo>
                  <a:pt x="23419" y="17745"/>
                </a:lnTo>
                <a:lnTo>
                  <a:pt x="23827" y="17586"/>
                </a:lnTo>
                <a:lnTo>
                  <a:pt x="23944" y="17320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682"/>
                </a:lnTo>
                <a:lnTo>
                  <a:pt x="25404" y="16682"/>
                </a:lnTo>
                <a:lnTo>
                  <a:pt x="25638" y="16576"/>
                </a:lnTo>
                <a:lnTo>
                  <a:pt x="26105" y="16470"/>
                </a:lnTo>
                <a:lnTo>
                  <a:pt x="26222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32" y="15567"/>
                </a:lnTo>
                <a:lnTo>
                  <a:pt x="27624" y="15407"/>
                </a:lnTo>
                <a:lnTo>
                  <a:pt x="28032" y="15301"/>
                </a:lnTo>
                <a:lnTo>
                  <a:pt x="28324" y="15142"/>
                </a:lnTo>
                <a:lnTo>
                  <a:pt x="28616" y="14929"/>
                </a:lnTo>
                <a:lnTo>
                  <a:pt x="28792" y="14770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30018" y="14292"/>
                </a:lnTo>
                <a:lnTo>
                  <a:pt x="30310" y="14132"/>
                </a:lnTo>
                <a:lnTo>
                  <a:pt x="30602" y="14026"/>
                </a:lnTo>
                <a:lnTo>
                  <a:pt x="30894" y="13760"/>
                </a:lnTo>
                <a:lnTo>
                  <a:pt x="31186" y="13601"/>
                </a:lnTo>
                <a:lnTo>
                  <a:pt x="31595" y="13388"/>
                </a:lnTo>
                <a:lnTo>
                  <a:pt x="31887" y="13123"/>
                </a:lnTo>
                <a:lnTo>
                  <a:pt x="32296" y="12963"/>
                </a:lnTo>
                <a:lnTo>
                  <a:pt x="32588" y="12857"/>
                </a:lnTo>
                <a:lnTo>
                  <a:pt x="32880" y="12751"/>
                </a:lnTo>
                <a:lnTo>
                  <a:pt x="33113" y="12485"/>
                </a:lnTo>
                <a:lnTo>
                  <a:pt x="33405" y="12326"/>
                </a:lnTo>
                <a:lnTo>
                  <a:pt x="33697" y="12219"/>
                </a:lnTo>
                <a:lnTo>
                  <a:pt x="33814" y="12060"/>
                </a:lnTo>
                <a:lnTo>
                  <a:pt x="34281" y="11954"/>
                </a:lnTo>
                <a:lnTo>
                  <a:pt x="34573" y="1184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210"/>
                </a:lnTo>
                <a:lnTo>
                  <a:pt x="35975" y="11051"/>
                </a:lnTo>
                <a:lnTo>
                  <a:pt x="36384" y="10944"/>
                </a:lnTo>
                <a:lnTo>
                  <a:pt x="36501" y="10679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041"/>
                </a:lnTo>
                <a:lnTo>
                  <a:pt x="37902" y="9882"/>
                </a:lnTo>
                <a:lnTo>
                  <a:pt x="38194" y="9775"/>
                </a:lnTo>
                <a:lnTo>
                  <a:pt x="38661" y="9775"/>
                </a:lnTo>
                <a:lnTo>
                  <a:pt x="38895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589" y="8607"/>
                </a:lnTo>
                <a:lnTo>
                  <a:pt x="40881" y="8500"/>
                </a:lnTo>
                <a:lnTo>
                  <a:pt x="41173" y="823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574" y="7438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684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428"/>
                </a:lnTo>
                <a:lnTo>
                  <a:pt x="44852" y="6322"/>
                </a:lnTo>
                <a:lnTo>
                  <a:pt x="45144" y="6163"/>
                </a:lnTo>
                <a:lnTo>
                  <a:pt x="45378" y="6056"/>
                </a:lnTo>
                <a:lnTo>
                  <a:pt x="45670" y="5791"/>
                </a:lnTo>
                <a:lnTo>
                  <a:pt x="45962" y="5684"/>
                </a:lnTo>
                <a:lnTo>
                  <a:pt x="46254" y="5525"/>
                </a:lnTo>
                <a:lnTo>
                  <a:pt x="46838" y="5153"/>
                </a:lnTo>
                <a:lnTo>
                  <a:pt x="47071" y="5047"/>
                </a:lnTo>
                <a:lnTo>
                  <a:pt x="47363" y="5047"/>
                </a:lnTo>
                <a:lnTo>
                  <a:pt x="47655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765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459" y="3240"/>
                </a:lnTo>
                <a:lnTo>
                  <a:pt x="50751" y="3081"/>
                </a:lnTo>
                <a:lnTo>
                  <a:pt x="51159" y="2975"/>
                </a:lnTo>
                <a:lnTo>
                  <a:pt x="51451" y="2709"/>
                </a:lnTo>
                <a:lnTo>
                  <a:pt x="51627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145" y="1965"/>
                </a:lnTo>
                <a:lnTo>
                  <a:pt x="53437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430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397595" y="5292714"/>
            <a:ext cx="56824" cy="30124"/>
          </a:xfrm>
          <a:custGeom>
            <a:avLst/>
            <a:gdLst/>
            <a:ahLst/>
            <a:cxnLst/>
            <a:rect l="l" t="t" r="r" b="b"/>
            <a:pathLst>
              <a:path w="56824" h="30124">
                <a:moveTo>
                  <a:pt x="0" y="30124"/>
                </a:moveTo>
                <a:lnTo>
                  <a:pt x="233" y="29912"/>
                </a:lnTo>
                <a:lnTo>
                  <a:pt x="700" y="29752"/>
                </a:lnTo>
                <a:lnTo>
                  <a:pt x="992" y="29646"/>
                </a:lnTo>
                <a:lnTo>
                  <a:pt x="1226" y="29487"/>
                </a:lnTo>
                <a:lnTo>
                  <a:pt x="1518" y="29221"/>
                </a:lnTo>
                <a:lnTo>
                  <a:pt x="1810" y="29115"/>
                </a:lnTo>
                <a:lnTo>
                  <a:pt x="2102" y="29009"/>
                </a:lnTo>
                <a:lnTo>
                  <a:pt x="2219" y="28849"/>
                </a:lnTo>
                <a:lnTo>
                  <a:pt x="2686" y="28584"/>
                </a:lnTo>
                <a:lnTo>
                  <a:pt x="2920" y="28477"/>
                </a:lnTo>
                <a:lnTo>
                  <a:pt x="3212" y="28371"/>
                </a:lnTo>
                <a:lnTo>
                  <a:pt x="3504" y="28212"/>
                </a:lnTo>
                <a:lnTo>
                  <a:pt x="3796" y="28105"/>
                </a:lnTo>
                <a:lnTo>
                  <a:pt x="4088" y="27946"/>
                </a:lnTo>
                <a:lnTo>
                  <a:pt x="4321" y="27840"/>
                </a:lnTo>
                <a:lnTo>
                  <a:pt x="4613" y="27680"/>
                </a:lnTo>
                <a:lnTo>
                  <a:pt x="4905" y="27468"/>
                </a:lnTo>
                <a:lnTo>
                  <a:pt x="5197" y="27308"/>
                </a:lnTo>
                <a:lnTo>
                  <a:pt x="5489" y="27202"/>
                </a:lnTo>
                <a:lnTo>
                  <a:pt x="5781" y="27043"/>
                </a:lnTo>
                <a:lnTo>
                  <a:pt x="6015" y="26830"/>
                </a:lnTo>
                <a:lnTo>
                  <a:pt x="6307" y="26671"/>
                </a:lnTo>
                <a:lnTo>
                  <a:pt x="6599" y="26565"/>
                </a:lnTo>
                <a:lnTo>
                  <a:pt x="7008" y="26405"/>
                </a:lnTo>
                <a:lnTo>
                  <a:pt x="7300" y="26140"/>
                </a:lnTo>
                <a:lnTo>
                  <a:pt x="7475" y="26033"/>
                </a:lnTo>
                <a:lnTo>
                  <a:pt x="7709" y="25927"/>
                </a:lnTo>
                <a:lnTo>
                  <a:pt x="8001" y="25927"/>
                </a:lnTo>
                <a:lnTo>
                  <a:pt x="8293" y="25661"/>
                </a:lnTo>
                <a:lnTo>
                  <a:pt x="8585" y="25502"/>
                </a:lnTo>
                <a:lnTo>
                  <a:pt x="8993" y="25396"/>
                </a:lnTo>
                <a:lnTo>
                  <a:pt x="9285" y="25290"/>
                </a:lnTo>
                <a:lnTo>
                  <a:pt x="9577" y="25024"/>
                </a:lnTo>
                <a:lnTo>
                  <a:pt x="9869" y="24864"/>
                </a:lnTo>
                <a:lnTo>
                  <a:pt x="10278" y="24599"/>
                </a:lnTo>
                <a:lnTo>
                  <a:pt x="10570" y="24386"/>
                </a:lnTo>
                <a:lnTo>
                  <a:pt x="10862" y="24227"/>
                </a:lnTo>
                <a:lnTo>
                  <a:pt x="11271" y="24121"/>
                </a:lnTo>
                <a:lnTo>
                  <a:pt x="11563" y="23961"/>
                </a:lnTo>
                <a:lnTo>
                  <a:pt x="11797" y="23749"/>
                </a:lnTo>
                <a:lnTo>
                  <a:pt x="12089" y="23589"/>
                </a:lnTo>
                <a:lnTo>
                  <a:pt x="12381" y="23589"/>
                </a:lnTo>
                <a:lnTo>
                  <a:pt x="12556" y="23483"/>
                </a:lnTo>
                <a:lnTo>
                  <a:pt x="12789" y="23217"/>
                </a:lnTo>
                <a:lnTo>
                  <a:pt x="13257" y="23058"/>
                </a:lnTo>
                <a:lnTo>
                  <a:pt x="13490" y="22952"/>
                </a:lnTo>
                <a:lnTo>
                  <a:pt x="13782" y="22846"/>
                </a:lnTo>
                <a:lnTo>
                  <a:pt x="14074" y="22580"/>
                </a:lnTo>
                <a:lnTo>
                  <a:pt x="14366" y="22420"/>
                </a:lnTo>
                <a:lnTo>
                  <a:pt x="14658" y="22314"/>
                </a:lnTo>
                <a:lnTo>
                  <a:pt x="14950" y="22208"/>
                </a:lnTo>
                <a:lnTo>
                  <a:pt x="15184" y="21942"/>
                </a:lnTo>
                <a:lnTo>
                  <a:pt x="15476" y="21783"/>
                </a:lnTo>
                <a:lnTo>
                  <a:pt x="15768" y="21677"/>
                </a:lnTo>
                <a:lnTo>
                  <a:pt x="16060" y="21517"/>
                </a:lnTo>
                <a:lnTo>
                  <a:pt x="16352" y="21305"/>
                </a:lnTo>
                <a:lnTo>
                  <a:pt x="16644" y="21305"/>
                </a:lnTo>
                <a:lnTo>
                  <a:pt x="16878" y="21145"/>
                </a:lnTo>
                <a:lnTo>
                  <a:pt x="17170" y="21039"/>
                </a:lnTo>
                <a:lnTo>
                  <a:pt x="17462" y="20773"/>
                </a:lnTo>
                <a:lnTo>
                  <a:pt x="17754" y="20667"/>
                </a:lnTo>
                <a:lnTo>
                  <a:pt x="18046" y="20508"/>
                </a:lnTo>
                <a:lnTo>
                  <a:pt x="18338" y="20402"/>
                </a:lnTo>
                <a:lnTo>
                  <a:pt x="18571" y="20136"/>
                </a:lnTo>
                <a:lnTo>
                  <a:pt x="18863" y="19976"/>
                </a:lnTo>
                <a:lnTo>
                  <a:pt x="19155" y="19870"/>
                </a:lnTo>
                <a:lnTo>
                  <a:pt x="19564" y="19764"/>
                </a:lnTo>
                <a:lnTo>
                  <a:pt x="19856" y="19498"/>
                </a:lnTo>
                <a:lnTo>
                  <a:pt x="20031" y="19339"/>
                </a:lnTo>
                <a:lnTo>
                  <a:pt x="20265" y="19233"/>
                </a:lnTo>
                <a:lnTo>
                  <a:pt x="20557" y="19126"/>
                </a:lnTo>
                <a:lnTo>
                  <a:pt x="20849" y="18967"/>
                </a:lnTo>
                <a:lnTo>
                  <a:pt x="21141" y="18861"/>
                </a:lnTo>
                <a:lnTo>
                  <a:pt x="21550" y="18701"/>
                </a:lnTo>
                <a:lnTo>
                  <a:pt x="21842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543" y="18064"/>
                </a:lnTo>
                <a:lnTo>
                  <a:pt x="22835" y="17958"/>
                </a:lnTo>
                <a:lnTo>
                  <a:pt x="23127" y="17692"/>
                </a:lnTo>
                <a:lnTo>
                  <a:pt x="23360" y="17586"/>
                </a:lnTo>
                <a:lnTo>
                  <a:pt x="23827" y="17426"/>
                </a:lnTo>
                <a:lnTo>
                  <a:pt x="24119" y="17320"/>
                </a:lnTo>
                <a:lnTo>
                  <a:pt x="24353" y="17054"/>
                </a:lnTo>
                <a:lnTo>
                  <a:pt x="24645" y="16948"/>
                </a:lnTo>
                <a:lnTo>
                  <a:pt x="24937" y="16789"/>
                </a:lnTo>
                <a:lnTo>
                  <a:pt x="25346" y="16523"/>
                </a:lnTo>
                <a:lnTo>
                  <a:pt x="25813" y="16417"/>
                </a:lnTo>
                <a:lnTo>
                  <a:pt x="26047" y="16257"/>
                </a:lnTo>
                <a:lnTo>
                  <a:pt x="26339" y="16151"/>
                </a:lnTo>
                <a:lnTo>
                  <a:pt x="26631" y="15885"/>
                </a:lnTo>
                <a:lnTo>
                  <a:pt x="26923" y="15779"/>
                </a:lnTo>
                <a:lnTo>
                  <a:pt x="27215" y="15620"/>
                </a:lnTo>
                <a:lnTo>
                  <a:pt x="27448" y="15514"/>
                </a:lnTo>
                <a:lnTo>
                  <a:pt x="27740" y="15248"/>
                </a:lnTo>
                <a:lnTo>
                  <a:pt x="28032" y="15142"/>
                </a:lnTo>
                <a:lnTo>
                  <a:pt x="28324" y="14982"/>
                </a:lnTo>
                <a:lnTo>
                  <a:pt x="28616" y="14876"/>
                </a:lnTo>
                <a:lnTo>
                  <a:pt x="28908" y="14610"/>
                </a:lnTo>
                <a:lnTo>
                  <a:pt x="29142" y="14504"/>
                </a:lnTo>
                <a:lnTo>
                  <a:pt x="29434" y="14345"/>
                </a:lnTo>
                <a:lnTo>
                  <a:pt x="29726" y="14238"/>
                </a:lnTo>
                <a:lnTo>
                  <a:pt x="30018" y="14238"/>
                </a:lnTo>
                <a:lnTo>
                  <a:pt x="30310" y="14079"/>
                </a:lnTo>
                <a:lnTo>
                  <a:pt x="30602" y="13973"/>
                </a:lnTo>
                <a:lnTo>
                  <a:pt x="30836" y="13867"/>
                </a:lnTo>
                <a:lnTo>
                  <a:pt x="31128" y="13601"/>
                </a:lnTo>
                <a:lnTo>
                  <a:pt x="31420" y="13441"/>
                </a:lnTo>
                <a:lnTo>
                  <a:pt x="31712" y="13335"/>
                </a:lnTo>
                <a:lnTo>
                  <a:pt x="32120" y="13176"/>
                </a:lnTo>
                <a:lnTo>
                  <a:pt x="32412" y="12963"/>
                </a:lnTo>
                <a:lnTo>
                  <a:pt x="32529" y="12804"/>
                </a:lnTo>
                <a:lnTo>
                  <a:pt x="32821" y="12698"/>
                </a:lnTo>
                <a:lnTo>
                  <a:pt x="33113" y="12538"/>
                </a:lnTo>
                <a:lnTo>
                  <a:pt x="33405" y="12326"/>
                </a:lnTo>
                <a:lnTo>
                  <a:pt x="33697" y="1216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794"/>
                </a:lnTo>
                <a:lnTo>
                  <a:pt x="34924" y="11635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5917" y="10997"/>
                </a:lnTo>
                <a:lnTo>
                  <a:pt x="36384" y="10891"/>
                </a:lnTo>
                <a:lnTo>
                  <a:pt x="36617" y="10785"/>
                </a:lnTo>
                <a:lnTo>
                  <a:pt x="36909" y="10519"/>
                </a:lnTo>
                <a:lnTo>
                  <a:pt x="37201" y="10360"/>
                </a:lnTo>
                <a:lnTo>
                  <a:pt x="37493" y="10254"/>
                </a:lnTo>
                <a:lnTo>
                  <a:pt x="37610" y="10094"/>
                </a:lnTo>
                <a:lnTo>
                  <a:pt x="37902" y="9882"/>
                </a:lnTo>
                <a:lnTo>
                  <a:pt x="38311" y="9722"/>
                </a:lnTo>
                <a:lnTo>
                  <a:pt x="38603" y="9616"/>
                </a:lnTo>
                <a:lnTo>
                  <a:pt x="38895" y="9616"/>
                </a:lnTo>
                <a:lnTo>
                  <a:pt x="39187" y="9350"/>
                </a:lnTo>
                <a:lnTo>
                  <a:pt x="39479" y="9244"/>
                </a:lnTo>
                <a:lnTo>
                  <a:pt x="39771" y="9085"/>
                </a:lnTo>
                <a:lnTo>
                  <a:pt x="40005" y="8979"/>
                </a:lnTo>
                <a:lnTo>
                  <a:pt x="40297" y="8713"/>
                </a:lnTo>
                <a:lnTo>
                  <a:pt x="40589" y="8553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698" y="7916"/>
                </a:lnTo>
                <a:lnTo>
                  <a:pt x="41990" y="7810"/>
                </a:lnTo>
                <a:lnTo>
                  <a:pt x="42282" y="7703"/>
                </a:lnTo>
                <a:lnTo>
                  <a:pt x="42574" y="7438"/>
                </a:lnTo>
                <a:lnTo>
                  <a:pt x="42866" y="7278"/>
                </a:lnTo>
                <a:lnTo>
                  <a:pt x="43158" y="7278"/>
                </a:lnTo>
                <a:lnTo>
                  <a:pt x="43392" y="7172"/>
                </a:lnTo>
                <a:lnTo>
                  <a:pt x="43684" y="6906"/>
                </a:lnTo>
                <a:lnTo>
                  <a:pt x="43976" y="6800"/>
                </a:lnTo>
                <a:lnTo>
                  <a:pt x="44268" y="6641"/>
                </a:lnTo>
                <a:lnTo>
                  <a:pt x="44677" y="6535"/>
                </a:lnTo>
                <a:lnTo>
                  <a:pt x="44969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472"/>
                </a:lnTo>
                <a:lnTo>
                  <a:pt x="46662" y="5366"/>
                </a:lnTo>
                <a:lnTo>
                  <a:pt x="46954" y="5100"/>
                </a:lnTo>
                <a:lnTo>
                  <a:pt x="47246" y="4994"/>
                </a:lnTo>
                <a:lnTo>
                  <a:pt x="47480" y="4994"/>
                </a:lnTo>
                <a:lnTo>
                  <a:pt x="47655" y="4834"/>
                </a:lnTo>
                <a:lnTo>
                  <a:pt x="47947" y="4622"/>
                </a:lnTo>
                <a:lnTo>
                  <a:pt x="48181" y="4462"/>
                </a:lnTo>
                <a:lnTo>
                  <a:pt x="48473" y="4356"/>
                </a:lnTo>
                <a:lnTo>
                  <a:pt x="48940" y="4197"/>
                </a:lnTo>
                <a:lnTo>
                  <a:pt x="49174" y="3984"/>
                </a:lnTo>
                <a:lnTo>
                  <a:pt x="49466" y="3825"/>
                </a:lnTo>
                <a:lnTo>
                  <a:pt x="49758" y="3719"/>
                </a:lnTo>
                <a:lnTo>
                  <a:pt x="50050" y="3559"/>
                </a:lnTo>
                <a:lnTo>
                  <a:pt x="50167" y="3294"/>
                </a:lnTo>
                <a:lnTo>
                  <a:pt x="50459" y="3187"/>
                </a:lnTo>
                <a:lnTo>
                  <a:pt x="50867" y="3081"/>
                </a:lnTo>
                <a:lnTo>
                  <a:pt x="51159" y="2922"/>
                </a:lnTo>
                <a:lnTo>
                  <a:pt x="51451" y="2656"/>
                </a:lnTo>
                <a:lnTo>
                  <a:pt x="51743" y="2656"/>
                </a:lnTo>
                <a:lnTo>
                  <a:pt x="52035" y="2550"/>
                </a:lnTo>
                <a:lnTo>
                  <a:pt x="52269" y="2443"/>
                </a:lnTo>
                <a:lnTo>
                  <a:pt x="52561" y="2178"/>
                </a:lnTo>
                <a:lnTo>
                  <a:pt x="52853" y="2018"/>
                </a:lnTo>
                <a:lnTo>
                  <a:pt x="53145" y="1912"/>
                </a:lnTo>
                <a:lnTo>
                  <a:pt x="53437" y="1753"/>
                </a:lnTo>
                <a:lnTo>
                  <a:pt x="53729" y="1540"/>
                </a:lnTo>
                <a:lnTo>
                  <a:pt x="53963" y="1381"/>
                </a:lnTo>
                <a:lnTo>
                  <a:pt x="54255" y="1275"/>
                </a:lnTo>
                <a:lnTo>
                  <a:pt x="54547" y="1115"/>
                </a:lnTo>
                <a:lnTo>
                  <a:pt x="54839" y="903"/>
                </a:lnTo>
                <a:lnTo>
                  <a:pt x="55131" y="743"/>
                </a:lnTo>
                <a:lnTo>
                  <a:pt x="55423" y="637"/>
                </a:lnTo>
                <a:lnTo>
                  <a:pt x="55656" y="478"/>
                </a:lnTo>
                <a:lnTo>
                  <a:pt x="55948" y="371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454419" y="5262377"/>
            <a:ext cx="56649" cy="30337"/>
          </a:xfrm>
          <a:custGeom>
            <a:avLst/>
            <a:gdLst/>
            <a:ahLst/>
            <a:cxnLst/>
            <a:rect l="l" t="t" r="r" b="b"/>
            <a:pathLst>
              <a:path w="56649" h="30337">
                <a:moveTo>
                  <a:pt x="0" y="30337"/>
                </a:moveTo>
                <a:lnTo>
                  <a:pt x="408" y="30071"/>
                </a:lnTo>
                <a:lnTo>
                  <a:pt x="700" y="29912"/>
                </a:lnTo>
                <a:lnTo>
                  <a:pt x="1109" y="29699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394" y="29009"/>
                </a:lnTo>
                <a:lnTo>
                  <a:pt x="2686" y="28796"/>
                </a:lnTo>
                <a:lnTo>
                  <a:pt x="2920" y="28637"/>
                </a:lnTo>
                <a:lnTo>
                  <a:pt x="3212" y="28530"/>
                </a:lnTo>
                <a:lnTo>
                  <a:pt x="3387" y="28371"/>
                </a:lnTo>
                <a:lnTo>
                  <a:pt x="3679" y="28265"/>
                </a:lnTo>
                <a:lnTo>
                  <a:pt x="3912" y="28159"/>
                </a:lnTo>
                <a:lnTo>
                  <a:pt x="4204" y="27999"/>
                </a:lnTo>
                <a:lnTo>
                  <a:pt x="4613" y="27893"/>
                </a:lnTo>
                <a:lnTo>
                  <a:pt x="4905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255"/>
                </a:lnTo>
                <a:lnTo>
                  <a:pt x="5898" y="26990"/>
                </a:lnTo>
                <a:lnTo>
                  <a:pt x="6190" y="26830"/>
                </a:lnTo>
                <a:lnTo>
                  <a:pt x="6599" y="26724"/>
                </a:lnTo>
                <a:lnTo>
                  <a:pt x="6891" y="26618"/>
                </a:lnTo>
                <a:lnTo>
                  <a:pt x="7183" y="26352"/>
                </a:lnTo>
                <a:lnTo>
                  <a:pt x="7475" y="26193"/>
                </a:lnTo>
                <a:lnTo>
                  <a:pt x="7767" y="26086"/>
                </a:lnTo>
                <a:lnTo>
                  <a:pt x="8001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461" y="25183"/>
                </a:lnTo>
                <a:lnTo>
                  <a:pt x="9694" y="25077"/>
                </a:lnTo>
                <a:lnTo>
                  <a:pt x="9986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642"/>
                </a:lnTo>
                <a:lnTo>
                  <a:pt x="12965" y="23377"/>
                </a:lnTo>
                <a:lnTo>
                  <a:pt x="13257" y="23271"/>
                </a:lnTo>
                <a:lnTo>
                  <a:pt x="13373" y="23111"/>
                </a:lnTo>
                <a:lnTo>
                  <a:pt x="13666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483" y="22474"/>
                </a:lnTo>
                <a:lnTo>
                  <a:pt x="14950" y="22367"/>
                </a:lnTo>
                <a:lnTo>
                  <a:pt x="15242" y="22102"/>
                </a:lnTo>
                <a:lnTo>
                  <a:pt x="15476" y="21995"/>
                </a:lnTo>
                <a:lnTo>
                  <a:pt x="15768" y="21836"/>
                </a:lnTo>
                <a:lnTo>
                  <a:pt x="15943" y="21730"/>
                </a:lnTo>
                <a:lnTo>
                  <a:pt x="16177" y="21464"/>
                </a:lnTo>
                <a:lnTo>
                  <a:pt x="16469" y="21305"/>
                </a:lnTo>
                <a:lnTo>
                  <a:pt x="16761" y="21305"/>
                </a:lnTo>
                <a:lnTo>
                  <a:pt x="17170" y="21198"/>
                </a:lnTo>
                <a:lnTo>
                  <a:pt x="17462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155" y="20030"/>
                </a:lnTo>
                <a:lnTo>
                  <a:pt x="19447" y="19923"/>
                </a:lnTo>
                <a:lnTo>
                  <a:pt x="19739" y="19658"/>
                </a:lnTo>
                <a:lnTo>
                  <a:pt x="20031" y="19551"/>
                </a:lnTo>
                <a:lnTo>
                  <a:pt x="20265" y="19392"/>
                </a:lnTo>
                <a:lnTo>
                  <a:pt x="20557" y="19286"/>
                </a:lnTo>
                <a:lnTo>
                  <a:pt x="20849" y="19020"/>
                </a:lnTo>
                <a:lnTo>
                  <a:pt x="21024" y="19020"/>
                </a:lnTo>
                <a:lnTo>
                  <a:pt x="21258" y="18914"/>
                </a:lnTo>
                <a:lnTo>
                  <a:pt x="21550" y="18754"/>
                </a:lnTo>
                <a:lnTo>
                  <a:pt x="21842" y="18489"/>
                </a:lnTo>
                <a:lnTo>
                  <a:pt x="22134" y="18383"/>
                </a:lnTo>
                <a:lnTo>
                  <a:pt x="22426" y="18276"/>
                </a:lnTo>
                <a:lnTo>
                  <a:pt x="22718" y="18117"/>
                </a:lnTo>
                <a:lnTo>
                  <a:pt x="22951" y="17851"/>
                </a:lnTo>
                <a:lnTo>
                  <a:pt x="23419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214"/>
                </a:lnTo>
                <a:lnTo>
                  <a:pt x="24411" y="17107"/>
                </a:lnTo>
                <a:lnTo>
                  <a:pt x="24645" y="16948"/>
                </a:lnTo>
                <a:lnTo>
                  <a:pt x="24937" y="16842"/>
                </a:lnTo>
                <a:lnTo>
                  <a:pt x="25346" y="16736"/>
                </a:lnTo>
                <a:lnTo>
                  <a:pt x="25638" y="16576"/>
                </a:lnTo>
                <a:lnTo>
                  <a:pt x="25930" y="16470"/>
                </a:lnTo>
                <a:lnTo>
                  <a:pt x="26047" y="16311"/>
                </a:lnTo>
                <a:lnTo>
                  <a:pt x="26339" y="16045"/>
                </a:lnTo>
                <a:lnTo>
                  <a:pt x="26631" y="15939"/>
                </a:lnTo>
                <a:lnTo>
                  <a:pt x="26923" y="15832"/>
                </a:lnTo>
                <a:lnTo>
                  <a:pt x="27215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500" y="15035"/>
                </a:lnTo>
                <a:lnTo>
                  <a:pt x="28616" y="14770"/>
                </a:lnTo>
                <a:lnTo>
                  <a:pt x="28908" y="14663"/>
                </a:lnTo>
                <a:lnTo>
                  <a:pt x="29200" y="14504"/>
                </a:lnTo>
                <a:lnTo>
                  <a:pt x="29609" y="14398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654"/>
                </a:lnTo>
                <a:lnTo>
                  <a:pt x="31128" y="13495"/>
                </a:lnTo>
                <a:lnTo>
                  <a:pt x="31595" y="13388"/>
                </a:lnTo>
                <a:lnTo>
                  <a:pt x="31828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2996" y="12591"/>
                </a:lnTo>
                <a:lnTo>
                  <a:pt x="33288" y="12326"/>
                </a:lnTo>
                <a:lnTo>
                  <a:pt x="33522" y="12219"/>
                </a:lnTo>
                <a:lnTo>
                  <a:pt x="33814" y="12113"/>
                </a:lnTo>
                <a:lnTo>
                  <a:pt x="34106" y="12113"/>
                </a:lnTo>
                <a:lnTo>
                  <a:pt x="34398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216" y="11423"/>
                </a:lnTo>
                <a:lnTo>
                  <a:pt x="35508" y="11210"/>
                </a:lnTo>
                <a:lnTo>
                  <a:pt x="35975" y="11051"/>
                </a:lnTo>
                <a:lnTo>
                  <a:pt x="36384" y="10785"/>
                </a:lnTo>
                <a:lnTo>
                  <a:pt x="36676" y="10572"/>
                </a:lnTo>
                <a:lnTo>
                  <a:pt x="36909" y="10413"/>
                </a:lnTo>
                <a:lnTo>
                  <a:pt x="37201" y="10307"/>
                </a:lnTo>
                <a:lnTo>
                  <a:pt x="37493" y="10147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69"/>
                </a:lnTo>
                <a:lnTo>
                  <a:pt x="38895" y="9404"/>
                </a:lnTo>
                <a:lnTo>
                  <a:pt x="39187" y="9244"/>
                </a:lnTo>
                <a:lnTo>
                  <a:pt x="39479" y="9138"/>
                </a:lnTo>
                <a:lnTo>
                  <a:pt x="39771" y="903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8" y="8341"/>
                </a:lnTo>
                <a:lnTo>
                  <a:pt x="41173" y="8128"/>
                </a:lnTo>
                <a:lnTo>
                  <a:pt x="41465" y="7969"/>
                </a:lnTo>
                <a:lnTo>
                  <a:pt x="41757" y="7863"/>
                </a:lnTo>
                <a:lnTo>
                  <a:pt x="42166" y="7703"/>
                </a:lnTo>
                <a:lnTo>
                  <a:pt x="42458" y="7491"/>
                </a:lnTo>
                <a:lnTo>
                  <a:pt x="42691" y="7331"/>
                </a:lnTo>
                <a:lnTo>
                  <a:pt x="42983" y="7331"/>
                </a:lnTo>
                <a:lnTo>
                  <a:pt x="43275" y="7225"/>
                </a:lnTo>
                <a:lnTo>
                  <a:pt x="43567" y="6960"/>
                </a:lnTo>
                <a:lnTo>
                  <a:pt x="44151" y="6694"/>
                </a:lnTo>
                <a:lnTo>
                  <a:pt x="44385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950"/>
                </a:lnTo>
                <a:lnTo>
                  <a:pt x="45845" y="5684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313"/>
                </a:lnTo>
                <a:lnTo>
                  <a:pt x="46954" y="5047"/>
                </a:lnTo>
                <a:lnTo>
                  <a:pt x="47246" y="5047"/>
                </a:lnTo>
                <a:lnTo>
                  <a:pt x="47538" y="4887"/>
                </a:lnTo>
                <a:lnTo>
                  <a:pt x="47772" y="4781"/>
                </a:lnTo>
                <a:lnTo>
                  <a:pt x="48064" y="4516"/>
                </a:lnTo>
                <a:lnTo>
                  <a:pt x="48473" y="4409"/>
                </a:lnTo>
                <a:lnTo>
                  <a:pt x="48648" y="4250"/>
                </a:lnTo>
                <a:lnTo>
                  <a:pt x="48940" y="4144"/>
                </a:lnTo>
                <a:lnTo>
                  <a:pt x="49174" y="3878"/>
                </a:lnTo>
                <a:lnTo>
                  <a:pt x="49466" y="3772"/>
                </a:lnTo>
                <a:lnTo>
                  <a:pt x="49758" y="3612"/>
                </a:lnTo>
                <a:lnTo>
                  <a:pt x="50050" y="3506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451" y="2709"/>
                </a:lnTo>
                <a:lnTo>
                  <a:pt x="51743" y="2603"/>
                </a:lnTo>
                <a:lnTo>
                  <a:pt x="52035" y="2443"/>
                </a:lnTo>
                <a:lnTo>
                  <a:pt x="52327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320" y="1806"/>
                </a:lnTo>
                <a:lnTo>
                  <a:pt x="53554" y="1700"/>
                </a:lnTo>
                <a:lnTo>
                  <a:pt x="53729" y="1434"/>
                </a:lnTo>
                <a:lnTo>
                  <a:pt x="54021" y="1328"/>
                </a:lnTo>
                <a:lnTo>
                  <a:pt x="54255" y="1168"/>
                </a:lnTo>
                <a:lnTo>
                  <a:pt x="54722" y="1062"/>
                </a:lnTo>
                <a:lnTo>
                  <a:pt x="54956" y="796"/>
                </a:lnTo>
                <a:lnTo>
                  <a:pt x="55248" y="690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649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511069" y="5232092"/>
            <a:ext cx="56883" cy="30284"/>
          </a:xfrm>
          <a:custGeom>
            <a:avLst/>
            <a:gdLst/>
            <a:ahLst/>
            <a:cxnLst/>
            <a:rect l="l" t="t" r="r" b="b"/>
            <a:pathLst>
              <a:path w="56883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876" y="29806"/>
                </a:lnTo>
                <a:lnTo>
                  <a:pt x="1168" y="29646"/>
                </a:lnTo>
                <a:lnTo>
                  <a:pt x="1460" y="29540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861" y="28637"/>
                </a:lnTo>
                <a:lnTo>
                  <a:pt x="3153" y="28530"/>
                </a:lnTo>
                <a:lnTo>
                  <a:pt x="3387" y="28371"/>
                </a:lnTo>
                <a:lnTo>
                  <a:pt x="3679" y="28371"/>
                </a:lnTo>
                <a:lnTo>
                  <a:pt x="3971" y="28105"/>
                </a:lnTo>
                <a:lnTo>
                  <a:pt x="4380" y="27999"/>
                </a:lnTo>
                <a:lnTo>
                  <a:pt x="4555" y="27893"/>
                </a:lnTo>
                <a:lnTo>
                  <a:pt x="4847" y="27734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02"/>
                </a:lnTo>
                <a:lnTo>
                  <a:pt x="5956" y="27096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565"/>
                </a:lnTo>
                <a:lnTo>
                  <a:pt x="7358" y="26193"/>
                </a:lnTo>
                <a:lnTo>
                  <a:pt x="7650" y="26086"/>
                </a:lnTo>
                <a:lnTo>
                  <a:pt x="7942" y="26086"/>
                </a:lnTo>
                <a:lnTo>
                  <a:pt x="8234" y="25927"/>
                </a:lnTo>
                <a:lnTo>
                  <a:pt x="8643" y="25661"/>
                </a:lnTo>
                <a:lnTo>
                  <a:pt x="8935" y="25555"/>
                </a:lnTo>
                <a:lnTo>
                  <a:pt x="9169" y="25449"/>
                </a:lnTo>
                <a:lnTo>
                  <a:pt x="9461" y="25290"/>
                </a:lnTo>
                <a:lnTo>
                  <a:pt x="9636" y="25024"/>
                </a:lnTo>
                <a:lnTo>
                  <a:pt x="9869" y="24918"/>
                </a:lnTo>
                <a:lnTo>
                  <a:pt x="10161" y="24811"/>
                </a:lnTo>
                <a:lnTo>
                  <a:pt x="10629" y="24652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271"/>
                </a:lnTo>
                <a:lnTo>
                  <a:pt x="13432" y="23111"/>
                </a:lnTo>
                <a:lnTo>
                  <a:pt x="13724" y="23005"/>
                </a:lnTo>
                <a:lnTo>
                  <a:pt x="14016" y="22846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418" y="21942"/>
                </a:lnTo>
                <a:lnTo>
                  <a:pt x="15710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527" y="21305"/>
                </a:lnTo>
                <a:lnTo>
                  <a:pt x="16936" y="21305"/>
                </a:lnTo>
                <a:lnTo>
                  <a:pt x="17228" y="21198"/>
                </a:lnTo>
                <a:lnTo>
                  <a:pt x="17637" y="20827"/>
                </a:lnTo>
                <a:lnTo>
                  <a:pt x="17929" y="20667"/>
                </a:lnTo>
                <a:lnTo>
                  <a:pt x="18221" y="20561"/>
                </a:lnTo>
                <a:lnTo>
                  <a:pt x="18513" y="20402"/>
                </a:lnTo>
                <a:lnTo>
                  <a:pt x="18922" y="20189"/>
                </a:lnTo>
                <a:lnTo>
                  <a:pt x="19214" y="20030"/>
                </a:lnTo>
                <a:lnTo>
                  <a:pt x="19506" y="19923"/>
                </a:lnTo>
                <a:lnTo>
                  <a:pt x="19622" y="19764"/>
                </a:lnTo>
                <a:lnTo>
                  <a:pt x="19914" y="19551"/>
                </a:lnTo>
                <a:lnTo>
                  <a:pt x="20206" y="19392"/>
                </a:lnTo>
                <a:lnTo>
                  <a:pt x="20499" y="19286"/>
                </a:lnTo>
                <a:lnTo>
                  <a:pt x="20732" y="19126"/>
                </a:lnTo>
                <a:lnTo>
                  <a:pt x="21199" y="19020"/>
                </a:lnTo>
                <a:lnTo>
                  <a:pt x="21491" y="18861"/>
                </a:lnTo>
                <a:lnTo>
                  <a:pt x="21725" y="18754"/>
                </a:lnTo>
                <a:lnTo>
                  <a:pt x="22017" y="18648"/>
                </a:lnTo>
                <a:lnTo>
                  <a:pt x="22192" y="18383"/>
                </a:lnTo>
                <a:lnTo>
                  <a:pt x="22426" y="18223"/>
                </a:lnTo>
                <a:lnTo>
                  <a:pt x="22718" y="18117"/>
                </a:lnTo>
                <a:lnTo>
                  <a:pt x="23127" y="1801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479"/>
                </a:lnTo>
                <a:lnTo>
                  <a:pt x="24295" y="17320"/>
                </a:lnTo>
                <a:lnTo>
                  <a:pt x="24587" y="17107"/>
                </a:lnTo>
                <a:lnTo>
                  <a:pt x="24703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5988" y="16470"/>
                </a:lnTo>
                <a:lnTo>
                  <a:pt x="26280" y="16311"/>
                </a:lnTo>
                <a:lnTo>
                  <a:pt x="26514" y="16204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67"/>
                </a:lnTo>
                <a:lnTo>
                  <a:pt x="27974" y="15301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929"/>
                </a:lnTo>
                <a:lnTo>
                  <a:pt x="29084" y="14663"/>
                </a:lnTo>
                <a:lnTo>
                  <a:pt x="29492" y="14504"/>
                </a:lnTo>
                <a:lnTo>
                  <a:pt x="29784" y="1439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77" y="13867"/>
                </a:lnTo>
                <a:lnTo>
                  <a:pt x="31069" y="13760"/>
                </a:lnTo>
                <a:lnTo>
                  <a:pt x="31478" y="13495"/>
                </a:lnTo>
                <a:lnTo>
                  <a:pt x="31770" y="13388"/>
                </a:lnTo>
                <a:lnTo>
                  <a:pt x="32062" y="13229"/>
                </a:lnTo>
                <a:lnTo>
                  <a:pt x="32296" y="13123"/>
                </a:lnTo>
                <a:lnTo>
                  <a:pt x="32471" y="12857"/>
                </a:lnTo>
                <a:lnTo>
                  <a:pt x="32763" y="12698"/>
                </a:lnTo>
                <a:lnTo>
                  <a:pt x="33055" y="12591"/>
                </a:lnTo>
                <a:lnTo>
                  <a:pt x="33288" y="12485"/>
                </a:lnTo>
                <a:lnTo>
                  <a:pt x="33756" y="12219"/>
                </a:lnTo>
                <a:lnTo>
                  <a:pt x="33989" y="12060"/>
                </a:lnTo>
                <a:lnTo>
                  <a:pt x="34281" y="12060"/>
                </a:lnTo>
                <a:lnTo>
                  <a:pt x="34573" y="11954"/>
                </a:lnTo>
                <a:lnTo>
                  <a:pt x="34865" y="11688"/>
                </a:lnTo>
                <a:lnTo>
                  <a:pt x="35274" y="11423"/>
                </a:lnTo>
                <a:lnTo>
                  <a:pt x="35683" y="11316"/>
                </a:lnTo>
                <a:lnTo>
                  <a:pt x="35975" y="11051"/>
                </a:lnTo>
                <a:lnTo>
                  <a:pt x="36267" y="10944"/>
                </a:lnTo>
                <a:lnTo>
                  <a:pt x="36559" y="10785"/>
                </a:lnTo>
                <a:lnTo>
                  <a:pt x="36851" y="10679"/>
                </a:lnTo>
                <a:lnTo>
                  <a:pt x="37143" y="10413"/>
                </a:lnTo>
                <a:lnTo>
                  <a:pt x="37669" y="10147"/>
                </a:lnTo>
                <a:lnTo>
                  <a:pt x="37961" y="10041"/>
                </a:lnTo>
                <a:lnTo>
                  <a:pt x="38253" y="9775"/>
                </a:lnTo>
                <a:lnTo>
                  <a:pt x="38545" y="9775"/>
                </a:lnTo>
                <a:lnTo>
                  <a:pt x="38837" y="9616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607"/>
                </a:lnTo>
                <a:lnTo>
                  <a:pt x="40764" y="8500"/>
                </a:lnTo>
                <a:lnTo>
                  <a:pt x="41056" y="8341"/>
                </a:lnTo>
                <a:lnTo>
                  <a:pt x="41348" y="8235"/>
                </a:lnTo>
                <a:lnTo>
                  <a:pt x="41640" y="7969"/>
                </a:lnTo>
                <a:lnTo>
                  <a:pt x="42049" y="7863"/>
                </a:lnTo>
                <a:lnTo>
                  <a:pt x="42341" y="7703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225"/>
                </a:lnTo>
                <a:lnTo>
                  <a:pt x="43626" y="7066"/>
                </a:lnTo>
                <a:lnTo>
                  <a:pt x="44034" y="6800"/>
                </a:lnTo>
                <a:lnTo>
                  <a:pt x="44326" y="6694"/>
                </a:lnTo>
                <a:lnTo>
                  <a:pt x="44618" y="6588"/>
                </a:lnTo>
                <a:lnTo>
                  <a:pt x="44852" y="6428"/>
                </a:lnTo>
                <a:lnTo>
                  <a:pt x="45027" y="6163"/>
                </a:lnTo>
                <a:lnTo>
                  <a:pt x="45319" y="6056"/>
                </a:lnTo>
                <a:lnTo>
                  <a:pt x="45553" y="5897"/>
                </a:lnTo>
                <a:lnTo>
                  <a:pt x="45845" y="5791"/>
                </a:lnTo>
                <a:lnTo>
                  <a:pt x="46254" y="5525"/>
                </a:lnTo>
                <a:lnTo>
                  <a:pt x="46546" y="5419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5047"/>
                </a:lnTo>
                <a:lnTo>
                  <a:pt x="47538" y="4887"/>
                </a:lnTo>
                <a:lnTo>
                  <a:pt x="47831" y="4781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4144"/>
                </a:lnTo>
                <a:lnTo>
                  <a:pt x="49407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809" y="3081"/>
                </a:lnTo>
                <a:lnTo>
                  <a:pt x="51101" y="2975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337"/>
                </a:lnTo>
                <a:lnTo>
                  <a:pt x="52795" y="2178"/>
                </a:lnTo>
                <a:lnTo>
                  <a:pt x="53028" y="1965"/>
                </a:lnTo>
                <a:lnTo>
                  <a:pt x="53320" y="1806"/>
                </a:lnTo>
                <a:lnTo>
                  <a:pt x="53612" y="1700"/>
                </a:lnTo>
                <a:lnTo>
                  <a:pt x="53904" y="1540"/>
                </a:lnTo>
                <a:lnTo>
                  <a:pt x="54196" y="1275"/>
                </a:lnTo>
                <a:lnTo>
                  <a:pt x="54605" y="1168"/>
                </a:lnTo>
                <a:lnTo>
                  <a:pt x="54897" y="1062"/>
                </a:lnTo>
                <a:lnTo>
                  <a:pt x="55014" y="90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82" y="425"/>
                </a:lnTo>
                <a:lnTo>
                  <a:pt x="56416" y="159"/>
                </a:lnTo>
                <a:lnTo>
                  <a:pt x="56883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567952" y="5201808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78"/>
                </a:lnTo>
                <a:lnTo>
                  <a:pt x="525" y="30018"/>
                </a:lnTo>
                <a:lnTo>
                  <a:pt x="700" y="29806"/>
                </a:lnTo>
                <a:lnTo>
                  <a:pt x="992" y="29646"/>
                </a:lnTo>
                <a:lnTo>
                  <a:pt x="1226" y="29540"/>
                </a:lnTo>
                <a:lnTo>
                  <a:pt x="1518" y="29381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3095" y="28477"/>
                </a:lnTo>
                <a:lnTo>
                  <a:pt x="3504" y="28371"/>
                </a:lnTo>
                <a:lnTo>
                  <a:pt x="3912" y="2826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14" y="27362"/>
                </a:lnTo>
                <a:lnTo>
                  <a:pt x="5606" y="27202"/>
                </a:lnTo>
                <a:lnTo>
                  <a:pt x="5781" y="27096"/>
                </a:lnTo>
                <a:lnTo>
                  <a:pt x="6190" y="26937"/>
                </a:lnTo>
                <a:lnTo>
                  <a:pt x="6482" y="26724"/>
                </a:lnTo>
                <a:lnTo>
                  <a:pt x="6774" y="26565"/>
                </a:lnTo>
                <a:lnTo>
                  <a:pt x="7008" y="26458"/>
                </a:lnTo>
                <a:lnTo>
                  <a:pt x="7300" y="26299"/>
                </a:lnTo>
                <a:lnTo>
                  <a:pt x="7592" y="26086"/>
                </a:lnTo>
                <a:lnTo>
                  <a:pt x="7884" y="26086"/>
                </a:lnTo>
                <a:lnTo>
                  <a:pt x="8176" y="25927"/>
                </a:lnTo>
                <a:lnTo>
                  <a:pt x="8409" y="25821"/>
                </a:lnTo>
                <a:lnTo>
                  <a:pt x="8701" y="25555"/>
                </a:lnTo>
                <a:lnTo>
                  <a:pt x="8993" y="25449"/>
                </a:lnTo>
                <a:lnTo>
                  <a:pt x="9285" y="25290"/>
                </a:lnTo>
                <a:lnTo>
                  <a:pt x="9577" y="25183"/>
                </a:lnTo>
                <a:lnTo>
                  <a:pt x="9869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979" y="24280"/>
                </a:lnTo>
                <a:lnTo>
                  <a:pt x="11271" y="24121"/>
                </a:lnTo>
                <a:lnTo>
                  <a:pt x="11563" y="24014"/>
                </a:lnTo>
                <a:lnTo>
                  <a:pt x="11797" y="23908"/>
                </a:lnTo>
                <a:lnTo>
                  <a:pt x="12089" y="23749"/>
                </a:lnTo>
                <a:lnTo>
                  <a:pt x="12556" y="23642"/>
                </a:lnTo>
                <a:lnTo>
                  <a:pt x="12789" y="23483"/>
                </a:lnTo>
                <a:lnTo>
                  <a:pt x="13081" y="23377"/>
                </a:lnTo>
                <a:lnTo>
                  <a:pt x="13257" y="23111"/>
                </a:lnTo>
                <a:lnTo>
                  <a:pt x="13490" y="23005"/>
                </a:lnTo>
                <a:lnTo>
                  <a:pt x="13782" y="22846"/>
                </a:lnTo>
                <a:lnTo>
                  <a:pt x="14074" y="22739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5768" y="21677"/>
                </a:lnTo>
                <a:lnTo>
                  <a:pt x="16060" y="21570"/>
                </a:lnTo>
                <a:lnTo>
                  <a:pt x="16469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578" y="20933"/>
                </a:lnTo>
                <a:lnTo>
                  <a:pt x="17870" y="20667"/>
                </a:lnTo>
                <a:lnTo>
                  <a:pt x="18162" y="20561"/>
                </a:lnTo>
                <a:lnTo>
                  <a:pt x="18338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272" y="19923"/>
                </a:lnTo>
                <a:lnTo>
                  <a:pt x="19564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440" y="19286"/>
                </a:lnTo>
                <a:lnTo>
                  <a:pt x="20732" y="19126"/>
                </a:lnTo>
                <a:lnTo>
                  <a:pt x="20966" y="19126"/>
                </a:lnTo>
                <a:lnTo>
                  <a:pt x="21258" y="18861"/>
                </a:lnTo>
                <a:lnTo>
                  <a:pt x="21550" y="18754"/>
                </a:lnTo>
                <a:lnTo>
                  <a:pt x="21842" y="18595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320"/>
                </a:lnTo>
                <a:lnTo>
                  <a:pt x="24353" y="17214"/>
                </a:lnTo>
                <a:lnTo>
                  <a:pt x="24645" y="16948"/>
                </a:lnTo>
                <a:lnTo>
                  <a:pt x="25054" y="16842"/>
                </a:lnTo>
                <a:lnTo>
                  <a:pt x="25346" y="16842"/>
                </a:lnTo>
                <a:lnTo>
                  <a:pt x="25638" y="16576"/>
                </a:lnTo>
                <a:lnTo>
                  <a:pt x="25755" y="16417"/>
                </a:lnTo>
                <a:lnTo>
                  <a:pt x="26047" y="16311"/>
                </a:lnTo>
                <a:lnTo>
                  <a:pt x="26339" y="16204"/>
                </a:lnTo>
                <a:lnTo>
                  <a:pt x="26631" y="15939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514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4876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35" y="14132"/>
                </a:lnTo>
                <a:lnTo>
                  <a:pt x="30427" y="13973"/>
                </a:lnTo>
                <a:lnTo>
                  <a:pt x="30719" y="13867"/>
                </a:lnTo>
                <a:lnTo>
                  <a:pt x="31303" y="13495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3123"/>
                </a:lnTo>
                <a:lnTo>
                  <a:pt x="32412" y="12857"/>
                </a:lnTo>
                <a:lnTo>
                  <a:pt x="32704" y="12698"/>
                </a:lnTo>
                <a:lnTo>
                  <a:pt x="32996" y="12591"/>
                </a:lnTo>
                <a:lnTo>
                  <a:pt x="33230" y="12432"/>
                </a:lnTo>
                <a:lnTo>
                  <a:pt x="33522" y="12219"/>
                </a:lnTo>
                <a:lnTo>
                  <a:pt x="33814" y="12060"/>
                </a:lnTo>
                <a:lnTo>
                  <a:pt x="34106" y="12060"/>
                </a:lnTo>
                <a:lnTo>
                  <a:pt x="34398" y="11954"/>
                </a:lnTo>
                <a:lnTo>
                  <a:pt x="34690" y="11688"/>
                </a:lnTo>
                <a:lnTo>
                  <a:pt x="34924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617" y="10679"/>
                </a:lnTo>
                <a:lnTo>
                  <a:pt x="36909" y="10413"/>
                </a:lnTo>
                <a:lnTo>
                  <a:pt x="37201" y="10254"/>
                </a:lnTo>
                <a:lnTo>
                  <a:pt x="37610" y="10147"/>
                </a:lnTo>
                <a:lnTo>
                  <a:pt x="37902" y="10041"/>
                </a:lnTo>
                <a:lnTo>
                  <a:pt x="38194" y="9775"/>
                </a:lnTo>
                <a:lnTo>
                  <a:pt x="38603" y="9616"/>
                </a:lnTo>
                <a:lnTo>
                  <a:pt x="38895" y="9510"/>
                </a:lnTo>
                <a:lnTo>
                  <a:pt x="39187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607"/>
                </a:lnTo>
                <a:lnTo>
                  <a:pt x="40705" y="8500"/>
                </a:lnTo>
                <a:lnTo>
                  <a:pt x="40881" y="8341"/>
                </a:lnTo>
                <a:lnTo>
                  <a:pt x="41173" y="823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399" y="7597"/>
                </a:lnTo>
                <a:lnTo>
                  <a:pt x="42691" y="7438"/>
                </a:lnTo>
                <a:lnTo>
                  <a:pt x="42983" y="7331"/>
                </a:lnTo>
                <a:lnTo>
                  <a:pt x="43275" y="7172"/>
                </a:lnTo>
                <a:lnTo>
                  <a:pt x="43859" y="6800"/>
                </a:lnTo>
                <a:lnTo>
                  <a:pt x="44093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897"/>
                </a:lnTo>
                <a:lnTo>
                  <a:pt x="45786" y="5791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246" y="4994"/>
                </a:lnTo>
                <a:lnTo>
                  <a:pt x="47480" y="4887"/>
                </a:lnTo>
                <a:lnTo>
                  <a:pt x="47947" y="4781"/>
                </a:lnTo>
                <a:lnTo>
                  <a:pt x="48181" y="4622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174" y="3984"/>
                </a:lnTo>
                <a:lnTo>
                  <a:pt x="49466" y="3719"/>
                </a:lnTo>
                <a:lnTo>
                  <a:pt x="49758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081"/>
                </a:lnTo>
                <a:lnTo>
                  <a:pt x="51159" y="2815"/>
                </a:lnTo>
                <a:lnTo>
                  <a:pt x="51451" y="2815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1912"/>
                </a:lnTo>
                <a:lnTo>
                  <a:pt x="53262" y="1806"/>
                </a:lnTo>
                <a:lnTo>
                  <a:pt x="53437" y="1700"/>
                </a:lnTo>
                <a:lnTo>
                  <a:pt x="53729" y="1540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4956" y="903"/>
                </a:lnTo>
                <a:lnTo>
                  <a:pt x="55248" y="637"/>
                </a:lnTo>
                <a:lnTo>
                  <a:pt x="55540" y="531"/>
                </a:lnTo>
                <a:lnTo>
                  <a:pt x="55832" y="531"/>
                </a:lnTo>
                <a:lnTo>
                  <a:pt x="55948" y="371"/>
                </a:lnTo>
                <a:lnTo>
                  <a:pt x="56357" y="159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624602" y="5171524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30018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540"/>
                </a:lnTo>
                <a:lnTo>
                  <a:pt x="1868" y="2938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902"/>
                </a:lnTo>
                <a:lnTo>
                  <a:pt x="2861" y="28743"/>
                </a:lnTo>
                <a:lnTo>
                  <a:pt x="3095" y="28477"/>
                </a:lnTo>
                <a:lnTo>
                  <a:pt x="3387" y="28477"/>
                </a:lnTo>
                <a:lnTo>
                  <a:pt x="3854" y="28371"/>
                </a:lnTo>
                <a:lnTo>
                  <a:pt x="4088" y="28265"/>
                </a:lnTo>
                <a:lnTo>
                  <a:pt x="4380" y="27999"/>
                </a:lnTo>
                <a:lnTo>
                  <a:pt x="4555" y="27840"/>
                </a:lnTo>
                <a:lnTo>
                  <a:pt x="4788" y="27734"/>
                </a:lnTo>
                <a:lnTo>
                  <a:pt x="5080" y="27574"/>
                </a:lnTo>
                <a:lnTo>
                  <a:pt x="5372" y="27362"/>
                </a:lnTo>
                <a:lnTo>
                  <a:pt x="5664" y="27202"/>
                </a:lnTo>
                <a:lnTo>
                  <a:pt x="6073" y="27096"/>
                </a:lnTo>
                <a:lnTo>
                  <a:pt x="6365" y="26937"/>
                </a:lnTo>
                <a:lnTo>
                  <a:pt x="6657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299"/>
                </a:lnTo>
                <a:lnTo>
                  <a:pt x="7650" y="26033"/>
                </a:lnTo>
                <a:lnTo>
                  <a:pt x="8059" y="26033"/>
                </a:lnTo>
                <a:lnTo>
                  <a:pt x="8351" y="25927"/>
                </a:lnTo>
                <a:lnTo>
                  <a:pt x="8643" y="25821"/>
                </a:lnTo>
                <a:lnTo>
                  <a:pt x="8877" y="25555"/>
                </a:lnTo>
                <a:lnTo>
                  <a:pt x="9169" y="25396"/>
                </a:lnTo>
                <a:lnTo>
                  <a:pt x="9344" y="25290"/>
                </a:lnTo>
                <a:lnTo>
                  <a:pt x="9636" y="25183"/>
                </a:lnTo>
                <a:lnTo>
                  <a:pt x="10045" y="24918"/>
                </a:lnTo>
                <a:lnTo>
                  <a:pt x="10337" y="24758"/>
                </a:lnTo>
                <a:lnTo>
                  <a:pt x="10570" y="24652"/>
                </a:lnTo>
                <a:lnTo>
                  <a:pt x="10862" y="24493"/>
                </a:lnTo>
                <a:lnTo>
                  <a:pt x="11154" y="24280"/>
                </a:lnTo>
                <a:lnTo>
                  <a:pt x="11446" y="24121"/>
                </a:lnTo>
                <a:lnTo>
                  <a:pt x="11738" y="24014"/>
                </a:lnTo>
                <a:lnTo>
                  <a:pt x="11855" y="23855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432" y="23111"/>
                </a:lnTo>
                <a:lnTo>
                  <a:pt x="13724" y="22952"/>
                </a:lnTo>
                <a:lnTo>
                  <a:pt x="13958" y="22846"/>
                </a:lnTo>
                <a:lnTo>
                  <a:pt x="14425" y="22739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208"/>
                </a:lnTo>
                <a:lnTo>
                  <a:pt x="15418" y="22102"/>
                </a:lnTo>
                <a:lnTo>
                  <a:pt x="15651" y="21836"/>
                </a:lnTo>
                <a:lnTo>
                  <a:pt x="15943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305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667"/>
                </a:lnTo>
                <a:lnTo>
                  <a:pt x="18221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214" y="20030"/>
                </a:lnTo>
                <a:lnTo>
                  <a:pt x="19506" y="19870"/>
                </a:lnTo>
                <a:lnTo>
                  <a:pt x="19914" y="19658"/>
                </a:lnTo>
                <a:lnTo>
                  <a:pt x="20206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9126"/>
                </a:lnTo>
                <a:lnTo>
                  <a:pt x="21433" y="18861"/>
                </a:lnTo>
                <a:lnTo>
                  <a:pt x="21725" y="18754"/>
                </a:lnTo>
                <a:lnTo>
                  <a:pt x="21900" y="18595"/>
                </a:lnTo>
                <a:lnTo>
                  <a:pt x="22134" y="18489"/>
                </a:lnTo>
                <a:lnTo>
                  <a:pt x="22601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586"/>
                </a:lnTo>
                <a:lnTo>
                  <a:pt x="24003" y="17479"/>
                </a:lnTo>
                <a:lnTo>
                  <a:pt x="24295" y="17320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789"/>
                </a:lnTo>
                <a:lnTo>
                  <a:pt x="25696" y="16682"/>
                </a:lnTo>
                <a:lnTo>
                  <a:pt x="25988" y="16417"/>
                </a:lnTo>
                <a:lnTo>
                  <a:pt x="26222" y="16311"/>
                </a:lnTo>
                <a:lnTo>
                  <a:pt x="26514" y="16151"/>
                </a:lnTo>
                <a:lnTo>
                  <a:pt x="26981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14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876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85" y="13973"/>
                </a:lnTo>
                <a:lnTo>
                  <a:pt x="30777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770" y="13335"/>
                </a:lnTo>
                <a:lnTo>
                  <a:pt x="32004" y="13229"/>
                </a:lnTo>
                <a:lnTo>
                  <a:pt x="32179" y="13070"/>
                </a:lnTo>
                <a:lnTo>
                  <a:pt x="32471" y="12963"/>
                </a:lnTo>
                <a:lnTo>
                  <a:pt x="32763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2060"/>
                </a:lnTo>
                <a:lnTo>
                  <a:pt x="34573" y="11954"/>
                </a:lnTo>
                <a:lnTo>
                  <a:pt x="34690" y="11794"/>
                </a:lnTo>
                <a:lnTo>
                  <a:pt x="34982" y="11529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891"/>
                </a:lnTo>
                <a:lnTo>
                  <a:pt x="36559" y="10785"/>
                </a:lnTo>
                <a:lnTo>
                  <a:pt x="36851" y="10679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253" y="9882"/>
                </a:lnTo>
                <a:lnTo>
                  <a:pt x="38545" y="9775"/>
                </a:lnTo>
                <a:lnTo>
                  <a:pt x="38778" y="9616"/>
                </a:lnTo>
                <a:lnTo>
                  <a:pt x="39070" y="9510"/>
                </a:lnTo>
                <a:lnTo>
                  <a:pt x="39479" y="9350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713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235"/>
                </a:lnTo>
                <a:lnTo>
                  <a:pt x="41757" y="8075"/>
                </a:lnTo>
                <a:lnTo>
                  <a:pt x="42049" y="7810"/>
                </a:lnTo>
                <a:lnTo>
                  <a:pt x="42458" y="7597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172"/>
                </a:lnTo>
                <a:lnTo>
                  <a:pt x="43742" y="7066"/>
                </a:lnTo>
                <a:lnTo>
                  <a:pt x="44034" y="6906"/>
                </a:lnTo>
                <a:lnTo>
                  <a:pt x="44326" y="6694"/>
                </a:lnTo>
                <a:lnTo>
                  <a:pt x="44560" y="6535"/>
                </a:lnTo>
                <a:lnTo>
                  <a:pt x="44735" y="6428"/>
                </a:lnTo>
                <a:lnTo>
                  <a:pt x="45027" y="6269"/>
                </a:lnTo>
                <a:lnTo>
                  <a:pt x="45261" y="6056"/>
                </a:lnTo>
                <a:lnTo>
                  <a:pt x="45728" y="5897"/>
                </a:lnTo>
                <a:lnTo>
                  <a:pt x="46020" y="5791"/>
                </a:lnTo>
                <a:lnTo>
                  <a:pt x="46254" y="5631"/>
                </a:lnTo>
                <a:lnTo>
                  <a:pt x="46546" y="5366"/>
                </a:lnTo>
                <a:lnTo>
                  <a:pt x="46838" y="5259"/>
                </a:lnTo>
                <a:lnTo>
                  <a:pt x="47130" y="5153"/>
                </a:lnTo>
                <a:lnTo>
                  <a:pt x="47538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115" y="4091"/>
                </a:lnTo>
                <a:lnTo>
                  <a:pt x="49349" y="3984"/>
                </a:lnTo>
                <a:lnTo>
                  <a:pt x="49641" y="3825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809" y="3187"/>
                </a:lnTo>
                <a:lnTo>
                  <a:pt x="51043" y="2975"/>
                </a:lnTo>
                <a:lnTo>
                  <a:pt x="51335" y="2815"/>
                </a:lnTo>
                <a:lnTo>
                  <a:pt x="51627" y="2815"/>
                </a:lnTo>
                <a:lnTo>
                  <a:pt x="52035" y="2709"/>
                </a:lnTo>
                <a:lnTo>
                  <a:pt x="52211" y="2443"/>
                </a:lnTo>
                <a:lnTo>
                  <a:pt x="52503" y="2284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612" y="1647"/>
                </a:lnTo>
                <a:lnTo>
                  <a:pt x="53904" y="1540"/>
                </a:lnTo>
                <a:lnTo>
                  <a:pt x="54313" y="1434"/>
                </a:lnTo>
                <a:lnTo>
                  <a:pt x="54605" y="1168"/>
                </a:lnTo>
                <a:lnTo>
                  <a:pt x="54722" y="1009"/>
                </a:lnTo>
                <a:lnTo>
                  <a:pt x="55014" y="903"/>
                </a:lnTo>
                <a:lnTo>
                  <a:pt x="55306" y="796"/>
                </a:lnTo>
                <a:lnTo>
                  <a:pt x="55598" y="531"/>
                </a:lnTo>
                <a:lnTo>
                  <a:pt x="55890" y="531"/>
                </a:lnTo>
                <a:lnTo>
                  <a:pt x="56299" y="371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681427" y="5141346"/>
            <a:ext cx="56708" cy="30178"/>
          </a:xfrm>
          <a:custGeom>
            <a:avLst/>
            <a:gdLst/>
            <a:ahLst/>
            <a:cxnLst/>
            <a:rect l="l" t="t" r="r" b="b"/>
            <a:pathLst>
              <a:path w="56708" h="30178">
                <a:moveTo>
                  <a:pt x="0" y="30178"/>
                </a:moveTo>
                <a:lnTo>
                  <a:pt x="292" y="30071"/>
                </a:lnTo>
                <a:lnTo>
                  <a:pt x="467" y="29912"/>
                </a:lnTo>
                <a:lnTo>
                  <a:pt x="759" y="29806"/>
                </a:lnTo>
                <a:lnTo>
                  <a:pt x="992" y="29540"/>
                </a:lnTo>
                <a:lnTo>
                  <a:pt x="1460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8902"/>
                </a:lnTo>
                <a:lnTo>
                  <a:pt x="2569" y="28743"/>
                </a:lnTo>
                <a:lnTo>
                  <a:pt x="2861" y="28637"/>
                </a:lnTo>
                <a:lnTo>
                  <a:pt x="3270" y="28371"/>
                </a:lnTo>
                <a:lnTo>
                  <a:pt x="3679" y="28265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734"/>
                </a:lnTo>
                <a:lnTo>
                  <a:pt x="4847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096"/>
                </a:lnTo>
                <a:lnTo>
                  <a:pt x="5956" y="26990"/>
                </a:lnTo>
                <a:lnTo>
                  <a:pt x="6248" y="26830"/>
                </a:lnTo>
                <a:lnTo>
                  <a:pt x="6540" y="26724"/>
                </a:lnTo>
                <a:lnTo>
                  <a:pt x="6774" y="26458"/>
                </a:lnTo>
                <a:lnTo>
                  <a:pt x="7066" y="26352"/>
                </a:lnTo>
                <a:lnTo>
                  <a:pt x="7358" y="26193"/>
                </a:lnTo>
                <a:lnTo>
                  <a:pt x="7767" y="26086"/>
                </a:lnTo>
                <a:lnTo>
                  <a:pt x="7942" y="25927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290"/>
                </a:lnTo>
                <a:lnTo>
                  <a:pt x="9344" y="25183"/>
                </a:lnTo>
                <a:lnTo>
                  <a:pt x="9636" y="25024"/>
                </a:lnTo>
                <a:lnTo>
                  <a:pt x="10045" y="24918"/>
                </a:lnTo>
                <a:lnTo>
                  <a:pt x="10337" y="24652"/>
                </a:lnTo>
                <a:lnTo>
                  <a:pt x="10745" y="24386"/>
                </a:lnTo>
                <a:lnTo>
                  <a:pt x="11037" y="24280"/>
                </a:lnTo>
                <a:lnTo>
                  <a:pt x="11329" y="24014"/>
                </a:lnTo>
                <a:lnTo>
                  <a:pt x="11563" y="23908"/>
                </a:lnTo>
                <a:lnTo>
                  <a:pt x="12030" y="23749"/>
                </a:lnTo>
                <a:lnTo>
                  <a:pt x="12322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023" y="23271"/>
                </a:lnTo>
                <a:lnTo>
                  <a:pt x="13257" y="23111"/>
                </a:lnTo>
                <a:lnTo>
                  <a:pt x="13549" y="22846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102"/>
                </a:lnTo>
                <a:lnTo>
                  <a:pt x="15418" y="21942"/>
                </a:lnTo>
                <a:lnTo>
                  <a:pt x="15826" y="21570"/>
                </a:lnTo>
                <a:lnTo>
                  <a:pt x="16235" y="21464"/>
                </a:lnTo>
                <a:lnTo>
                  <a:pt x="16527" y="21464"/>
                </a:lnTo>
                <a:lnTo>
                  <a:pt x="16819" y="21305"/>
                </a:lnTo>
                <a:lnTo>
                  <a:pt x="17111" y="21039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221" y="20402"/>
                </a:lnTo>
                <a:lnTo>
                  <a:pt x="18513" y="20295"/>
                </a:lnTo>
                <a:lnTo>
                  <a:pt x="18805" y="20189"/>
                </a:lnTo>
                <a:lnTo>
                  <a:pt x="19038" y="20030"/>
                </a:lnTo>
                <a:lnTo>
                  <a:pt x="19330" y="19764"/>
                </a:lnTo>
                <a:lnTo>
                  <a:pt x="19622" y="19658"/>
                </a:lnTo>
                <a:lnTo>
                  <a:pt x="19914" y="19498"/>
                </a:lnTo>
                <a:lnTo>
                  <a:pt x="20323" y="19392"/>
                </a:lnTo>
                <a:lnTo>
                  <a:pt x="20499" y="19126"/>
                </a:lnTo>
                <a:lnTo>
                  <a:pt x="20732" y="19020"/>
                </a:lnTo>
                <a:lnTo>
                  <a:pt x="21024" y="19020"/>
                </a:lnTo>
                <a:lnTo>
                  <a:pt x="21316" y="18861"/>
                </a:lnTo>
                <a:lnTo>
                  <a:pt x="21608" y="18648"/>
                </a:lnTo>
                <a:lnTo>
                  <a:pt x="21900" y="18489"/>
                </a:lnTo>
                <a:lnTo>
                  <a:pt x="22192" y="18383"/>
                </a:lnTo>
                <a:lnTo>
                  <a:pt x="22601" y="18223"/>
                </a:lnTo>
                <a:lnTo>
                  <a:pt x="22893" y="17958"/>
                </a:lnTo>
                <a:lnTo>
                  <a:pt x="23302" y="17745"/>
                </a:lnTo>
                <a:lnTo>
                  <a:pt x="23594" y="17586"/>
                </a:lnTo>
                <a:lnTo>
                  <a:pt x="23886" y="17320"/>
                </a:lnTo>
                <a:lnTo>
                  <a:pt x="24119" y="17214"/>
                </a:lnTo>
                <a:lnTo>
                  <a:pt x="24587" y="17107"/>
                </a:lnTo>
                <a:lnTo>
                  <a:pt x="24820" y="16948"/>
                </a:lnTo>
                <a:lnTo>
                  <a:pt x="25112" y="16682"/>
                </a:lnTo>
                <a:lnTo>
                  <a:pt x="25404" y="16682"/>
                </a:lnTo>
                <a:lnTo>
                  <a:pt x="25579" y="16576"/>
                </a:lnTo>
                <a:lnTo>
                  <a:pt x="25813" y="16470"/>
                </a:lnTo>
                <a:lnTo>
                  <a:pt x="26105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567"/>
                </a:lnTo>
                <a:lnTo>
                  <a:pt x="27682" y="15407"/>
                </a:lnTo>
                <a:lnTo>
                  <a:pt x="27974" y="15301"/>
                </a:lnTo>
                <a:lnTo>
                  <a:pt x="28091" y="15142"/>
                </a:lnTo>
                <a:lnTo>
                  <a:pt x="28383" y="14929"/>
                </a:lnTo>
                <a:lnTo>
                  <a:pt x="28792" y="14770"/>
                </a:lnTo>
                <a:lnTo>
                  <a:pt x="29084" y="14663"/>
                </a:lnTo>
                <a:lnTo>
                  <a:pt x="29376" y="14504"/>
                </a:lnTo>
                <a:lnTo>
                  <a:pt x="29668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77" y="13760"/>
                </a:lnTo>
                <a:lnTo>
                  <a:pt x="31069" y="13601"/>
                </a:lnTo>
                <a:lnTo>
                  <a:pt x="31361" y="13495"/>
                </a:lnTo>
                <a:lnTo>
                  <a:pt x="31595" y="13388"/>
                </a:lnTo>
                <a:lnTo>
                  <a:pt x="31887" y="13123"/>
                </a:lnTo>
                <a:lnTo>
                  <a:pt x="32179" y="12963"/>
                </a:lnTo>
                <a:lnTo>
                  <a:pt x="32471" y="12857"/>
                </a:lnTo>
                <a:lnTo>
                  <a:pt x="32880" y="12698"/>
                </a:lnTo>
                <a:lnTo>
                  <a:pt x="32996" y="12485"/>
                </a:lnTo>
                <a:lnTo>
                  <a:pt x="33288" y="12326"/>
                </a:lnTo>
                <a:lnTo>
                  <a:pt x="33580" y="12219"/>
                </a:lnTo>
                <a:lnTo>
                  <a:pt x="33872" y="12060"/>
                </a:lnTo>
                <a:lnTo>
                  <a:pt x="34165" y="11954"/>
                </a:lnTo>
                <a:lnTo>
                  <a:pt x="34457" y="11848"/>
                </a:lnTo>
                <a:lnTo>
                  <a:pt x="34690" y="11688"/>
                </a:lnTo>
                <a:lnTo>
                  <a:pt x="35157" y="11582"/>
                </a:lnTo>
                <a:lnTo>
                  <a:pt x="35449" y="11316"/>
                </a:lnTo>
                <a:lnTo>
                  <a:pt x="35566" y="11157"/>
                </a:lnTo>
                <a:lnTo>
                  <a:pt x="35858" y="11051"/>
                </a:lnTo>
                <a:lnTo>
                  <a:pt x="36150" y="10944"/>
                </a:lnTo>
                <a:lnTo>
                  <a:pt x="36384" y="10679"/>
                </a:lnTo>
                <a:lnTo>
                  <a:pt x="36676" y="10519"/>
                </a:lnTo>
                <a:lnTo>
                  <a:pt x="37143" y="10413"/>
                </a:lnTo>
                <a:lnTo>
                  <a:pt x="37377" y="10307"/>
                </a:lnTo>
                <a:lnTo>
                  <a:pt x="37669" y="10041"/>
                </a:lnTo>
                <a:lnTo>
                  <a:pt x="37961" y="9882"/>
                </a:lnTo>
                <a:lnTo>
                  <a:pt x="38369" y="9775"/>
                </a:lnTo>
                <a:lnTo>
                  <a:pt x="38661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238" y="8766"/>
                </a:lnTo>
                <a:lnTo>
                  <a:pt x="40472" y="8607"/>
                </a:lnTo>
                <a:lnTo>
                  <a:pt x="40647" y="8500"/>
                </a:lnTo>
                <a:lnTo>
                  <a:pt x="40939" y="8235"/>
                </a:lnTo>
                <a:lnTo>
                  <a:pt x="41348" y="8075"/>
                </a:lnTo>
                <a:lnTo>
                  <a:pt x="41640" y="7969"/>
                </a:lnTo>
                <a:lnTo>
                  <a:pt x="41932" y="7863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066"/>
                </a:lnTo>
                <a:lnTo>
                  <a:pt x="43626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428"/>
                </a:lnTo>
                <a:lnTo>
                  <a:pt x="44735" y="6322"/>
                </a:lnTo>
                <a:lnTo>
                  <a:pt x="45027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6137" y="5525"/>
                </a:lnTo>
                <a:lnTo>
                  <a:pt x="46429" y="5419"/>
                </a:lnTo>
                <a:lnTo>
                  <a:pt x="46721" y="5153"/>
                </a:lnTo>
                <a:lnTo>
                  <a:pt x="47013" y="5153"/>
                </a:lnTo>
                <a:lnTo>
                  <a:pt x="47246" y="4994"/>
                </a:lnTo>
                <a:lnTo>
                  <a:pt x="47714" y="4887"/>
                </a:lnTo>
                <a:lnTo>
                  <a:pt x="47947" y="4622"/>
                </a:lnTo>
                <a:lnTo>
                  <a:pt x="48123" y="4516"/>
                </a:lnTo>
                <a:lnTo>
                  <a:pt x="48415" y="4356"/>
                </a:lnTo>
                <a:lnTo>
                  <a:pt x="48707" y="4250"/>
                </a:lnTo>
                <a:lnTo>
                  <a:pt x="48940" y="398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240"/>
                </a:lnTo>
                <a:lnTo>
                  <a:pt x="50634" y="3081"/>
                </a:lnTo>
                <a:lnTo>
                  <a:pt x="50926" y="2975"/>
                </a:lnTo>
                <a:lnTo>
                  <a:pt x="51218" y="2815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178"/>
                </a:lnTo>
                <a:lnTo>
                  <a:pt x="52795" y="2072"/>
                </a:lnTo>
                <a:lnTo>
                  <a:pt x="53028" y="1965"/>
                </a:lnTo>
                <a:lnTo>
                  <a:pt x="53203" y="1806"/>
                </a:lnTo>
                <a:lnTo>
                  <a:pt x="53495" y="1540"/>
                </a:lnTo>
                <a:lnTo>
                  <a:pt x="53904" y="1434"/>
                </a:lnTo>
                <a:lnTo>
                  <a:pt x="54196" y="1275"/>
                </a:lnTo>
                <a:lnTo>
                  <a:pt x="54488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738135" y="5111061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018"/>
                </a:lnTo>
                <a:lnTo>
                  <a:pt x="584" y="29912"/>
                </a:lnTo>
                <a:lnTo>
                  <a:pt x="876" y="29806"/>
                </a:lnTo>
                <a:lnTo>
                  <a:pt x="1109" y="29646"/>
                </a:lnTo>
                <a:lnTo>
                  <a:pt x="1576" y="29381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743"/>
                </a:lnTo>
                <a:lnTo>
                  <a:pt x="2803" y="28637"/>
                </a:lnTo>
                <a:lnTo>
                  <a:pt x="3095" y="2847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263" y="27999"/>
                </a:lnTo>
                <a:lnTo>
                  <a:pt x="4496" y="27734"/>
                </a:lnTo>
                <a:lnTo>
                  <a:pt x="4788" y="27627"/>
                </a:lnTo>
                <a:lnTo>
                  <a:pt x="5080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37"/>
                </a:lnTo>
                <a:lnTo>
                  <a:pt x="6365" y="26830"/>
                </a:lnTo>
                <a:lnTo>
                  <a:pt x="6657" y="26724"/>
                </a:lnTo>
                <a:lnTo>
                  <a:pt x="6774" y="26458"/>
                </a:lnTo>
                <a:lnTo>
                  <a:pt x="7066" y="26299"/>
                </a:lnTo>
                <a:lnTo>
                  <a:pt x="7358" y="26193"/>
                </a:lnTo>
                <a:lnTo>
                  <a:pt x="7767" y="26086"/>
                </a:lnTo>
                <a:lnTo>
                  <a:pt x="8059" y="25927"/>
                </a:lnTo>
                <a:lnTo>
                  <a:pt x="8351" y="25821"/>
                </a:lnTo>
                <a:lnTo>
                  <a:pt x="8585" y="25661"/>
                </a:lnTo>
                <a:lnTo>
                  <a:pt x="8877" y="25555"/>
                </a:lnTo>
                <a:lnTo>
                  <a:pt x="9052" y="25290"/>
                </a:lnTo>
                <a:lnTo>
                  <a:pt x="9344" y="25183"/>
                </a:lnTo>
                <a:lnTo>
                  <a:pt x="9753" y="25024"/>
                </a:lnTo>
                <a:lnTo>
                  <a:pt x="10045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014"/>
                </a:lnTo>
                <a:lnTo>
                  <a:pt x="11738" y="23855"/>
                </a:lnTo>
                <a:lnTo>
                  <a:pt x="11972" y="23749"/>
                </a:lnTo>
                <a:lnTo>
                  <a:pt x="12264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432" y="23111"/>
                </a:lnTo>
                <a:lnTo>
                  <a:pt x="13666" y="22846"/>
                </a:lnTo>
                <a:lnTo>
                  <a:pt x="14133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102"/>
                </a:lnTo>
                <a:lnTo>
                  <a:pt x="15359" y="21942"/>
                </a:lnTo>
                <a:lnTo>
                  <a:pt x="15651" y="21836"/>
                </a:lnTo>
                <a:lnTo>
                  <a:pt x="16060" y="21570"/>
                </a:lnTo>
                <a:lnTo>
                  <a:pt x="16352" y="21464"/>
                </a:lnTo>
                <a:lnTo>
                  <a:pt x="16644" y="21464"/>
                </a:lnTo>
                <a:lnTo>
                  <a:pt x="16819" y="21305"/>
                </a:lnTo>
                <a:lnTo>
                  <a:pt x="17053" y="21039"/>
                </a:lnTo>
                <a:lnTo>
                  <a:pt x="17345" y="20933"/>
                </a:lnTo>
                <a:lnTo>
                  <a:pt x="17637" y="2077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330" y="19764"/>
                </a:lnTo>
                <a:lnTo>
                  <a:pt x="19622" y="19658"/>
                </a:lnTo>
                <a:lnTo>
                  <a:pt x="19914" y="19498"/>
                </a:lnTo>
                <a:lnTo>
                  <a:pt x="20323" y="19392"/>
                </a:lnTo>
                <a:lnTo>
                  <a:pt x="20615" y="19126"/>
                </a:lnTo>
                <a:lnTo>
                  <a:pt x="20907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725" y="18595"/>
                </a:lnTo>
                <a:lnTo>
                  <a:pt x="22309" y="18383"/>
                </a:lnTo>
                <a:lnTo>
                  <a:pt x="22601" y="18223"/>
                </a:lnTo>
                <a:lnTo>
                  <a:pt x="22835" y="17958"/>
                </a:lnTo>
                <a:lnTo>
                  <a:pt x="23127" y="1785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320"/>
                </a:lnTo>
                <a:lnTo>
                  <a:pt x="24236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5930" y="16417"/>
                </a:lnTo>
                <a:lnTo>
                  <a:pt x="26222" y="16204"/>
                </a:lnTo>
                <a:lnTo>
                  <a:pt x="26689" y="1604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4876"/>
                </a:lnTo>
                <a:lnTo>
                  <a:pt x="28908" y="14770"/>
                </a:lnTo>
                <a:lnTo>
                  <a:pt x="29200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602" y="13973"/>
                </a:lnTo>
                <a:lnTo>
                  <a:pt x="30894" y="13760"/>
                </a:lnTo>
                <a:lnTo>
                  <a:pt x="31186" y="13601"/>
                </a:lnTo>
                <a:lnTo>
                  <a:pt x="31478" y="13495"/>
                </a:lnTo>
                <a:lnTo>
                  <a:pt x="31712" y="13335"/>
                </a:lnTo>
                <a:lnTo>
                  <a:pt x="31887" y="13123"/>
                </a:lnTo>
                <a:lnTo>
                  <a:pt x="32179" y="12963"/>
                </a:lnTo>
                <a:lnTo>
                  <a:pt x="32471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060"/>
                </a:lnTo>
                <a:lnTo>
                  <a:pt x="34281" y="11954"/>
                </a:lnTo>
                <a:lnTo>
                  <a:pt x="34398" y="11794"/>
                </a:lnTo>
                <a:lnTo>
                  <a:pt x="34865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157"/>
                </a:lnTo>
                <a:lnTo>
                  <a:pt x="35975" y="11051"/>
                </a:lnTo>
                <a:lnTo>
                  <a:pt x="36267" y="10891"/>
                </a:lnTo>
                <a:lnTo>
                  <a:pt x="36559" y="10679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041"/>
                </a:lnTo>
                <a:lnTo>
                  <a:pt x="37961" y="9882"/>
                </a:lnTo>
                <a:lnTo>
                  <a:pt x="38253" y="9775"/>
                </a:lnTo>
                <a:lnTo>
                  <a:pt x="38486" y="9775"/>
                </a:lnTo>
                <a:lnTo>
                  <a:pt x="38778" y="9510"/>
                </a:lnTo>
                <a:lnTo>
                  <a:pt x="39187" y="935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180" y="8713"/>
                </a:lnTo>
                <a:lnTo>
                  <a:pt x="40472" y="8607"/>
                </a:lnTo>
                <a:lnTo>
                  <a:pt x="40764" y="8500"/>
                </a:lnTo>
                <a:lnTo>
                  <a:pt x="41173" y="8235"/>
                </a:lnTo>
                <a:lnTo>
                  <a:pt x="41465" y="8075"/>
                </a:lnTo>
                <a:lnTo>
                  <a:pt x="41757" y="7969"/>
                </a:lnTo>
                <a:lnTo>
                  <a:pt x="41874" y="7810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60"/>
                </a:lnTo>
                <a:lnTo>
                  <a:pt x="44034" y="6800"/>
                </a:lnTo>
                <a:lnTo>
                  <a:pt x="44268" y="6694"/>
                </a:lnTo>
                <a:lnTo>
                  <a:pt x="44443" y="6428"/>
                </a:lnTo>
                <a:lnTo>
                  <a:pt x="44735" y="6322"/>
                </a:lnTo>
                <a:lnTo>
                  <a:pt x="44969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419"/>
                </a:lnTo>
                <a:lnTo>
                  <a:pt x="46838" y="5153"/>
                </a:lnTo>
                <a:lnTo>
                  <a:pt x="47422" y="4994"/>
                </a:lnTo>
                <a:lnTo>
                  <a:pt x="47655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823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335" y="2815"/>
                </a:lnTo>
                <a:lnTo>
                  <a:pt x="51743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028" y="1912"/>
                </a:lnTo>
                <a:lnTo>
                  <a:pt x="53320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313" y="1275"/>
                </a:lnTo>
                <a:lnTo>
                  <a:pt x="54722" y="903"/>
                </a:lnTo>
                <a:lnTo>
                  <a:pt x="55014" y="796"/>
                </a:lnTo>
                <a:lnTo>
                  <a:pt x="55306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794960" y="5080777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175" y="30018"/>
                </a:lnTo>
                <a:lnTo>
                  <a:pt x="467" y="29912"/>
                </a:lnTo>
                <a:lnTo>
                  <a:pt x="700" y="29752"/>
                </a:lnTo>
                <a:lnTo>
                  <a:pt x="1168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743"/>
                </a:lnTo>
                <a:lnTo>
                  <a:pt x="3095" y="28477"/>
                </a:lnTo>
                <a:lnTo>
                  <a:pt x="3387" y="28477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4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02"/>
                </a:lnTo>
                <a:lnTo>
                  <a:pt x="5956" y="26937"/>
                </a:lnTo>
                <a:lnTo>
                  <a:pt x="6248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066" y="26299"/>
                </a:lnTo>
                <a:lnTo>
                  <a:pt x="7475" y="26193"/>
                </a:lnTo>
                <a:lnTo>
                  <a:pt x="7650" y="26193"/>
                </a:lnTo>
                <a:lnTo>
                  <a:pt x="7942" y="26033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396"/>
                </a:lnTo>
                <a:lnTo>
                  <a:pt x="9461" y="25130"/>
                </a:lnTo>
                <a:lnTo>
                  <a:pt x="9753" y="25024"/>
                </a:lnTo>
                <a:lnTo>
                  <a:pt x="10045" y="24918"/>
                </a:lnTo>
                <a:lnTo>
                  <a:pt x="10161" y="24758"/>
                </a:lnTo>
                <a:lnTo>
                  <a:pt x="10453" y="24493"/>
                </a:lnTo>
                <a:lnTo>
                  <a:pt x="10745" y="24386"/>
                </a:lnTo>
                <a:lnTo>
                  <a:pt x="11037" y="24280"/>
                </a:lnTo>
                <a:lnTo>
                  <a:pt x="11446" y="24121"/>
                </a:lnTo>
                <a:lnTo>
                  <a:pt x="11738" y="23855"/>
                </a:lnTo>
                <a:lnTo>
                  <a:pt x="12030" y="23749"/>
                </a:lnTo>
                <a:lnTo>
                  <a:pt x="12264" y="23749"/>
                </a:lnTo>
                <a:lnTo>
                  <a:pt x="12556" y="23589"/>
                </a:lnTo>
                <a:lnTo>
                  <a:pt x="12731" y="23377"/>
                </a:lnTo>
                <a:lnTo>
                  <a:pt x="12965" y="23217"/>
                </a:lnTo>
                <a:lnTo>
                  <a:pt x="13257" y="23111"/>
                </a:lnTo>
                <a:lnTo>
                  <a:pt x="13724" y="22952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102"/>
                </a:lnTo>
                <a:lnTo>
                  <a:pt x="15242" y="21942"/>
                </a:lnTo>
                <a:lnTo>
                  <a:pt x="15651" y="21836"/>
                </a:lnTo>
                <a:lnTo>
                  <a:pt x="15943" y="21677"/>
                </a:lnTo>
                <a:lnTo>
                  <a:pt x="16235" y="21411"/>
                </a:lnTo>
                <a:lnTo>
                  <a:pt x="16527" y="21411"/>
                </a:lnTo>
                <a:lnTo>
                  <a:pt x="16819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561"/>
                </a:lnTo>
                <a:lnTo>
                  <a:pt x="18513" y="20295"/>
                </a:lnTo>
                <a:lnTo>
                  <a:pt x="18746" y="20136"/>
                </a:lnTo>
                <a:lnTo>
                  <a:pt x="19038" y="20030"/>
                </a:lnTo>
                <a:lnTo>
                  <a:pt x="19330" y="19870"/>
                </a:lnTo>
                <a:lnTo>
                  <a:pt x="19622" y="19658"/>
                </a:lnTo>
                <a:lnTo>
                  <a:pt x="20031" y="19498"/>
                </a:lnTo>
                <a:lnTo>
                  <a:pt x="20206" y="19392"/>
                </a:lnTo>
                <a:lnTo>
                  <a:pt x="20440" y="19233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861"/>
                </a:lnTo>
                <a:lnTo>
                  <a:pt x="21608" y="18754"/>
                </a:lnTo>
                <a:lnTo>
                  <a:pt x="22017" y="18489"/>
                </a:lnTo>
                <a:lnTo>
                  <a:pt x="22309" y="18329"/>
                </a:lnTo>
                <a:lnTo>
                  <a:pt x="22601" y="18223"/>
                </a:lnTo>
                <a:lnTo>
                  <a:pt x="23010" y="17851"/>
                </a:lnTo>
                <a:lnTo>
                  <a:pt x="23302" y="17692"/>
                </a:lnTo>
                <a:lnTo>
                  <a:pt x="23594" y="17586"/>
                </a:lnTo>
                <a:lnTo>
                  <a:pt x="24003" y="17479"/>
                </a:lnTo>
                <a:lnTo>
                  <a:pt x="24295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287" y="16682"/>
                </a:lnTo>
                <a:lnTo>
                  <a:pt x="25521" y="16576"/>
                </a:lnTo>
                <a:lnTo>
                  <a:pt x="25813" y="16417"/>
                </a:lnTo>
                <a:lnTo>
                  <a:pt x="26222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407"/>
                </a:lnTo>
                <a:lnTo>
                  <a:pt x="27799" y="15248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770"/>
                </a:lnTo>
                <a:lnTo>
                  <a:pt x="29084" y="14610"/>
                </a:lnTo>
                <a:lnTo>
                  <a:pt x="29376" y="14504"/>
                </a:lnTo>
                <a:lnTo>
                  <a:pt x="29609" y="14504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3973"/>
                </a:lnTo>
                <a:lnTo>
                  <a:pt x="30777" y="13867"/>
                </a:lnTo>
                <a:lnTo>
                  <a:pt x="31069" y="13601"/>
                </a:lnTo>
                <a:lnTo>
                  <a:pt x="31303" y="13495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2963"/>
                </a:lnTo>
                <a:lnTo>
                  <a:pt x="32588" y="12857"/>
                </a:lnTo>
                <a:lnTo>
                  <a:pt x="32880" y="12698"/>
                </a:lnTo>
                <a:lnTo>
                  <a:pt x="33288" y="12326"/>
                </a:lnTo>
                <a:lnTo>
                  <a:pt x="33580" y="12166"/>
                </a:lnTo>
                <a:lnTo>
                  <a:pt x="33872" y="12166"/>
                </a:lnTo>
                <a:lnTo>
                  <a:pt x="34165" y="12060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566" y="11157"/>
                </a:lnTo>
                <a:lnTo>
                  <a:pt x="35858" y="11051"/>
                </a:lnTo>
                <a:lnTo>
                  <a:pt x="36092" y="10891"/>
                </a:lnTo>
                <a:lnTo>
                  <a:pt x="36384" y="10785"/>
                </a:lnTo>
                <a:lnTo>
                  <a:pt x="36851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785" y="9882"/>
                </a:lnTo>
                <a:lnTo>
                  <a:pt x="38077" y="9882"/>
                </a:lnTo>
                <a:lnTo>
                  <a:pt x="38369" y="9775"/>
                </a:lnTo>
                <a:lnTo>
                  <a:pt x="38778" y="9616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979"/>
                </a:lnTo>
                <a:lnTo>
                  <a:pt x="40180" y="8713"/>
                </a:lnTo>
                <a:lnTo>
                  <a:pt x="40355" y="8607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075"/>
                </a:lnTo>
                <a:lnTo>
                  <a:pt x="41640" y="7969"/>
                </a:lnTo>
                <a:lnTo>
                  <a:pt x="41874" y="7810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172"/>
                </a:lnTo>
                <a:lnTo>
                  <a:pt x="43567" y="6906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35"/>
                </a:lnTo>
                <a:lnTo>
                  <a:pt x="44735" y="6269"/>
                </a:lnTo>
                <a:lnTo>
                  <a:pt x="45144" y="6163"/>
                </a:lnTo>
                <a:lnTo>
                  <a:pt x="45436" y="6056"/>
                </a:lnTo>
                <a:lnTo>
                  <a:pt x="45553" y="5897"/>
                </a:lnTo>
                <a:lnTo>
                  <a:pt x="45845" y="5631"/>
                </a:lnTo>
                <a:lnTo>
                  <a:pt x="46137" y="5525"/>
                </a:lnTo>
                <a:lnTo>
                  <a:pt x="46429" y="5366"/>
                </a:lnTo>
                <a:lnTo>
                  <a:pt x="46721" y="5259"/>
                </a:lnTo>
                <a:lnTo>
                  <a:pt x="47130" y="5153"/>
                </a:lnTo>
                <a:lnTo>
                  <a:pt x="47422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123" y="4516"/>
                </a:lnTo>
                <a:lnTo>
                  <a:pt x="48415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453"/>
                </a:lnTo>
                <a:lnTo>
                  <a:pt x="50342" y="3187"/>
                </a:lnTo>
                <a:lnTo>
                  <a:pt x="50634" y="3081"/>
                </a:lnTo>
                <a:lnTo>
                  <a:pt x="50926" y="2975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284"/>
                </a:lnTo>
                <a:lnTo>
                  <a:pt x="52736" y="2072"/>
                </a:lnTo>
                <a:lnTo>
                  <a:pt x="52911" y="1912"/>
                </a:lnTo>
                <a:lnTo>
                  <a:pt x="53320" y="1806"/>
                </a:lnTo>
                <a:lnTo>
                  <a:pt x="53612" y="1647"/>
                </a:lnTo>
                <a:lnTo>
                  <a:pt x="53904" y="1434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531"/>
                </a:lnTo>
                <a:lnTo>
                  <a:pt x="56124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851668" y="5050493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992" y="29752"/>
                </a:lnTo>
                <a:lnTo>
                  <a:pt x="1284" y="29646"/>
                </a:lnTo>
                <a:lnTo>
                  <a:pt x="1401" y="29487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511" y="28849"/>
                </a:lnTo>
                <a:lnTo>
                  <a:pt x="2978" y="28637"/>
                </a:lnTo>
                <a:lnTo>
                  <a:pt x="3270" y="28477"/>
                </a:lnTo>
                <a:lnTo>
                  <a:pt x="3504" y="28477"/>
                </a:lnTo>
                <a:lnTo>
                  <a:pt x="3796" y="28371"/>
                </a:lnTo>
                <a:lnTo>
                  <a:pt x="3971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73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183" y="26405"/>
                </a:lnTo>
                <a:lnTo>
                  <a:pt x="7475" y="26193"/>
                </a:lnTo>
                <a:lnTo>
                  <a:pt x="7767" y="26193"/>
                </a:lnTo>
                <a:lnTo>
                  <a:pt x="8059" y="26033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55"/>
                </a:lnTo>
                <a:lnTo>
                  <a:pt x="9169" y="25396"/>
                </a:lnTo>
                <a:lnTo>
                  <a:pt x="9461" y="25290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121"/>
                </a:lnTo>
                <a:lnTo>
                  <a:pt x="11680" y="24014"/>
                </a:lnTo>
                <a:lnTo>
                  <a:pt x="11972" y="23855"/>
                </a:lnTo>
                <a:lnTo>
                  <a:pt x="12264" y="23749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314"/>
                </a:lnTo>
                <a:lnTo>
                  <a:pt x="15067" y="22208"/>
                </a:lnTo>
                <a:lnTo>
                  <a:pt x="15534" y="2194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527" y="21411"/>
                </a:lnTo>
                <a:lnTo>
                  <a:pt x="16761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330" y="19870"/>
                </a:lnTo>
                <a:lnTo>
                  <a:pt x="19739" y="19764"/>
                </a:lnTo>
                <a:lnTo>
                  <a:pt x="20031" y="19498"/>
                </a:lnTo>
                <a:lnTo>
                  <a:pt x="20323" y="19392"/>
                </a:lnTo>
                <a:lnTo>
                  <a:pt x="20615" y="19233"/>
                </a:lnTo>
                <a:lnTo>
                  <a:pt x="20849" y="19233"/>
                </a:lnTo>
                <a:lnTo>
                  <a:pt x="21141" y="18967"/>
                </a:lnTo>
                <a:lnTo>
                  <a:pt x="21433" y="18861"/>
                </a:lnTo>
                <a:lnTo>
                  <a:pt x="21725" y="18754"/>
                </a:lnTo>
                <a:lnTo>
                  <a:pt x="22017" y="18595"/>
                </a:lnTo>
                <a:lnTo>
                  <a:pt x="22309" y="18329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789"/>
                </a:lnTo>
                <a:lnTo>
                  <a:pt x="25638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32" y="15673"/>
                </a:lnTo>
                <a:lnTo>
                  <a:pt x="27624" y="15514"/>
                </a:lnTo>
                <a:lnTo>
                  <a:pt x="28091" y="15248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025" y="14610"/>
                </a:lnTo>
                <a:lnTo>
                  <a:pt x="29317" y="14504"/>
                </a:lnTo>
                <a:lnTo>
                  <a:pt x="29609" y="14504"/>
                </a:lnTo>
                <a:lnTo>
                  <a:pt x="29901" y="14345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420" y="13441"/>
                </a:lnTo>
                <a:lnTo>
                  <a:pt x="31595" y="13335"/>
                </a:lnTo>
                <a:lnTo>
                  <a:pt x="31887" y="13229"/>
                </a:lnTo>
                <a:lnTo>
                  <a:pt x="32296" y="13070"/>
                </a:lnTo>
                <a:lnTo>
                  <a:pt x="32588" y="12804"/>
                </a:lnTo>
                <a:lnTo>
                  <a:pt x="32880" y="12698"/>
                </a:lnTo>
                <a:lnTo>
                  <a:pt x="33113" y="12591"/>
                </a:lnTo>
                <a:lnTo>
                  <a:pt x="33405" y="12432"/>
                </a:lnTo>
                <a:lnTo>
                  <a:pt x="33697" y="12166"/>
                </a:lnTo>
                <a:lnTo>
                  <a:pt x="33989" y="12166"/>
                </a:lnTo>
                <a:lnTo>
                  <a:pt x="34281" y="12060"/>
                </a:lnTo>
                <a:lnTo>
                  <a:pt x="34573" y="11901"/>
                </a:lnTo>
                <a:lnTo>
                  <a:pt x="34807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75" y="11051"/>
                </a:lnTo>
                <a:lnTo>
                  <a:pt x="36267" y="10891"/>
                </a:lnTo>
                <a:lnTo>
                  <a:pt x="36501" y="10785"/>
                </a:lnTo>
                <a:lnTo>
                  <a:pt x="36793" y="10626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194" y="9882"/>
                </a:lnTo>
                <a:lnTo>
                  <a:pt x="38661" y="9722"/>
                </a:lnTo>
                <a:lnTo>
                  <a:pt x="38895" y="9616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888" y="8979"/>
                </a:lnTo>
                <a:lnTo>
                  <a:pt x="40180" y="8713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874" y="7810"/>
                </a:lnTo>
                <a:lnTo>
                  <a:pt x="42166" y="7703"/>
                </a:lnTo>
                <a:lnTo>
                  <a:pt x="42458" y="7544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742" y="6906"/>
                </a:lnTo>
                <a:lnTo>
                  <a:pt x="43976" y="6800"/>
                </a:lnTo>
                <a:lnTo>
                  <a:pt x="44151" y="6641"/>
                </a:lnTo>
                <a:lnTo>
                  <a:pt x="44443" y="6535"/>
                </a:lnTo>
                <a:lnTo>
                  <a:pt x="44852" y="6269"/>
                </a:lnTo>
                <a:lnTo>
                  <a:pt x="45144" y="6163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259"/>
                </a:lnTo>
                <a:lnTo>
                  <a:pt x="47130" y="5100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239" y="4462"/>
                </a:lnTo>
                <a:lnTo>
                  <a:pt x="48531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559"/>
                </a:lnTo>
                <a:lnTo>
                  <a:pt x="50225" y="3453"/>
                </a:lnTo>
                <a:lnTo>
                  <a:pt x="50459" y="3187"/>
                </a:lnTo>
                <a:lnTo>
                  <a:pt x="50751" y="3081"/>
                </a:lnTo>
                <a:lnTo>
                  <a:pt x="51218" y="2922"/>
                </a:lnTo>
                <a:lnTo>
                  <a:pt x="51451" y="2922"/>
                </a:lnTo>
                <a:lnTo>
                  <a:pt x="51627" y="2709"/>
                </a:lnTo>
                <a:lnTo>
                  <a:pt x="51919" y="2550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3145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381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743"/>
                </a:lnTo>
                <a:lnTo>
                  <a:pt x="55423" y="637"/>
                </a:lnTo>
                <a:lnTo>
                  <a:pt x="55715" y="637"/>
                </a:lnTo>
                <a:lnTo>
                  <a:pt x="56007" y="478"/>
                </a:lnTo>
                <a:lnTo>
                  <a:pt x="56240" y="265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908376" y="5020209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700" y="29912"/>
                </a:lnTo>
                <a:lnTo>
                  <a:pt x="992" y="29752"/>
                </a:lnTo>
                <a:lnTo>
                  <a:pt x="1226" y="29646"/>
                </a:lnTo>
                <a:lnTo>
                  <a:pt x="1518" y="29487"/>
                </a:lnTo>
                <a:lnTo>
                  <a:pt x="1810" y="29221"/>
                </a:lnTo>
                <a:lnTo>
                  <a:pt x="2102" y="29115"/>
                </a:lnTo>
                <a:lnTo>
                  <a:pt x="2394" y="29009"/>
                </a:lnTo>
                <a:lnTo>
                  <a:pt x="2511" y="28849"/>
                </a:lnTo>
                <a:lnTo>
                  <a:pt x="2920" y="28584"/>
                </a:lnTo>
                <a:lnTo>
                  <a:pt x="3212" y="28477"/>
                </a:lnTo>
                <a:lnTo>
                  <a:pt x="3504" y="28477"/>
                </a:lnTo>
                <a:lnTo>
                  <a:pt x="3796" y="28371"/>
                </a:lnTo>
                <a:lnTo>
                  <a:pt x="4088" y="28105"/>
                </a:lnTo>
                <a:lnTo>
                  <a:pt x="4380" y="27946"/>
                </a:lnTo>
                <a:lnTo>
                  <a:pt x="4613" y="27840"/>
                </a:lnTo>
                <a:lnTo>
                  <a:pt x="4905" y="2773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07" y="26830"/>
                </a:lnTo>
                <a:lnTo>
                  <a:pt x="6599" y="26671"/>
                </a:lnTo>
                <a:lnTo>
                  <a:pt x="7008" y="26565"/>
                </a:lnTo>
                <a:lnTo>
                  <a:pt x="7300" y="26405"/>
                </a:lnTo>
                <a:lnTo>
                  <a:pt x="7475" y="26193"/>
                </a:lnTo>
                <a:lnTo>
                  <a:pt x="7767" y="26193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02"/>
                </a:lnTo>
                <a:lnTo>
                  <a:pt x="9285" y="25396"/>
                </a:lnTo>
                <a:lnTo>
                  <a:pt x="9577" y="25290"/>
                </a:lnTo>
                <a:lnTo>
                  <a:pt x="9869" y="25024"/>
                </a:lnTo>
                <a:lnTo>
                  <a:pt x="9986" y="24864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3961"/>
                </a:lnTo>
                <a:lnTo>
                  <a:pt x="12089" y="23855"/>
                </a:lnTo>
                <a:lnTo>
                  <a:pt x="12381" y="23749"/>
                </a:lnTo>
                <a:lnTo>
                  <a:pt x="12556" y="23589"/>
                </a:lnTo>
                <a:lnTo>
                  <a:pt x="12789" y="23483"/>
                </a:lnTo>
                <a:lnTo>
                  <a:pt x="13257" y="23217"/>
                </a:lnTo>
                <a:lnTo>
                  <a:pt x="13549" y="23111"/>
                </a:lnTo>
                <a:lnTo>
                  <a:pt x="13782" y="22952"/>
                </a:lnTo>
                <a:lnTo>
                  <a:pt x="14074" y="22846"/>
                </a:lnTo>
                <a:lnTo>
                  <a:pt x="14366" y="22580"/>
                </a:lnTo>
                <a:lnTo>
                  <a:pt x="14658" y="22420"/>
                </a:lnTo>
                <a:lnTo>
                  <a:pt x="14950" y="22314"/>
                </a:lnTo>
                <a:lnTo>
                  <a:pt x="15476" y="21942"/>
                </a:lnTo>
                <a:lnTo>
                  <a:pt x="15768" y="21783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878" y="21305"/>
                </a:lnTo>
                <a:lnTo>
                  <a:pt x="17170" y="21145"/>
                </a:lnTo>
                <a:lnTo>
                  <a:pt x="17637" y="21039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571" y="20402"/>
                </a:lnTo>
                <a:lnTo>
                  <a:pt x="18863" y="20136"/>
                </a:lnTo>
                <a:lnTo>
                  <a:pt x="19155" y="20030"/>
                </a:lnTo>
                <a:lnTo>
                  <a:pt x="19564" y="19870"/>
                </a:lnTo>
                <a:lnTo>
                  <a:pt x="19856" y="19764"/>
                </a:lnTo>
                <a:lnTo>
                  <a:pt x="20031" y="19498"/>
                </a:lnTo>
                <a:lnTo>
                  <a:pt x="20265" y="19339"/>
                </a:lnTo>
                <a:lnTo>
                  <a:pt x="20557" y="19233"/>
                </a:lnTo>
                <a:lnTo>
                  <a:pt x="20849" y="19233"/>
                </a:lnTo>
                <a:lnTo>
                  <a:pt x="21141" y="18967"/>
                </a:lnTo>
                <a:lnTo>
                  <a:pt x="21433" y="18861"/>
                </a:lnTo>
                <a:lnTo>
                  <a:pt x="21842" y="18701"/>
                </a:lnTo>
                <a:lnTo>
                  <a:pt x="22134" y="18595"/>
                </a:lnTo>
                <a:lnTo>
                  <a:pt x="22426" y="18329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827" y="17586"/>
                </a:lnTo>
                <a:lnTo>
                  <a:pt x="24119" y="17426"/>
                </a:lnTo>
                <a:lnTo>
                  <a:pt x="24353" y="17320"/>
                </a:lnTo>
                <a:lnTo>
                  <a:pt x="24645" y="17054"/>
                </a:lnTo>
                <a:lnTo>
                  <a:pt x="24937" y="16948"/>
                </a:lnTo>
                <a:lnTo>
                  <a:pt x="25112" y="16948"/>
                </a:lnTo>
                <a:lnTo>
                  <a:pt x="25346" y="16789"/>
                </a:lnTo>
                <a:lnTo>
                  <a:pt x="25813" y="16523"/>
                </a:lnTo>
                <a:lnTo>
                  <a:pt x="26047" y="16417"/>
                </a:lnTo>
                <a:lnTo>
                  <a:pt x="26339" y="16257"/>
                </a:lnTo>
                <a:lnTo>
                  <a:pt x="26631" y="16151"/>
                </a:lnTo>
                <a:lnTo>
                  <a:pt x="26923" y="15885"/>
                </a:lnTo>
                <a:lnTo>
                  <a:pt x="27215" y="15779"/>
                </a:lnTo>
                <a:lnTo>
                  <a:pt x="27507" y="15620"/>
                </a:lnTo>
                <a:lnTo>
                  <a:pt x="28032" y="15248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200" y="14610"/>
                </a:lnTo>
                <a:lnTo>
                  <a:pt x="29434" y="14610"/>
                </a:lnTo>
                <a:lnTo>
                  <a:pt x="29726" y="14504"/>
                </a:lnTo>
                <a:lnTo>
                  <a:pt x="30135" y="14345"/>
                </a:lnTo>
                <a:lnTo>
                  <a:pt x="30310" y="14079"/>
                </a:lnTo>
                <a:lnTo>
                  <a:pt x="30602" y="13973"/>
                </a:lnTo>
                <a:lnTo>
                  <a:pt x="30894" y="13867"/>
                </a:lnTo>
                <a:lnTo>
                  <a:pt x="31128" y="13707"/>
                </a:lnTo>
                <a:lnTo>
                  <a:pt x="31420" y="13441"/>
                </a:lnTo>
                <a:lnTo>
                  <a:pt x="31712" y="13335"/>
                </a:lnTo>
                <a:lnTo>
                  <a:pt x="32120" y="13229"/>
                </a:lnTo>
                <a:lnTo>
                  <a:pt x="32412" y="13070"/>
                </a:lnTo>
                <a:lnTo>
                  <a:pt x="32704" y="12804"/>
                </a:lnTo>
                <a:lnTo>
                  <a:pt x="33113" y="12538"/>
                </a:lnTo>
                <a:lnTo>
                  <a:pt x="33405" y="12432"/>
                </a:lnTo>
                <a:lnTo>
                  <a:pt x="33697" y="12326"/>
                </a:lnTo>
                <a:lnTo>
                  <a:pt x="33989" y="12166"/>
                </a:lnTo>
                <a:lnTo>
                  <a:pt x="34398" y="12060"/>
                </a:lnTo>
                <a:lnTo>
                  <a:pt x="34690" y="11901"/>
                </a:lnTo>
                <a:lnTo>
                  <a:pt x="34982" y="11688"/>
                </a:lnTo>
                <a:lnTo>
                  <a:pt x="35216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17" y="10997"/>
                </a:lnTo>
                <a:lnTo>
                  <a:pt x="36384" y="10891"/>
                </a:lnTo>
                <a:lnTo>
                  <a:pt x="36676" y="10785"/>
                </a:lnTo>
                <a:lnTo>
                  <a:pt x="36909" y="10626"/>
                </a:lnTo>
                <a:lnTo>
                  <a:pt x="37201" y="10360"/>
                </a:lnTo>
                <a:lnTo>
                  <a:pt x="37493" y="10254"/>
                </a:lnTo>
                <a:lnTo>
                  <a:pt x="37902" y="9988"/>
                </a:lnTo>
                <a:lnTo>
                  <a:pt x="38369" y="9882"/>
                </a:lnTo>
                <a:lnTo>
                  <a:pt x="38603" y="9722"/>
                </a:lnTo>
                <a:lnTo>
                  <a:pt x="38895" y="9616"/>
                </a:lnTo>
                <a:lnTo>
                  <a:pt x="39187" y="9457"/>
                </a:lnTo>
                <a:lnTo>
                  <a:pt x="39479" y="9244"/>
                </a:lnTo>
                <a:lnTo>
                  <a:pt x="39771" y="9085"/>
                </a:lnTo>
                <a:lnTo>
                  <a:pt x="40005" y="8979"/>
                </a:lnTo>
                <a:lnTo>
                  <a:pt x="40180" y="8819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182"/>
                </a:lnTo>
                <a:lnTo>
                  <a:pt x="41698" y="7916"/>
                </a:lnTo>
                <a:lnTo>
                  <a:pt x="41990" y="7810"/>
                </a:lnTo>
                <a:lnTo>
                  <a:pt x="42282" y="7703"/>
                </a:lnTo>
                <a:lnTo>
                  <a:pt x="42691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800"/>
                </a:lnTo>
                <a:lnTo>
                  <a:pt x="44268" y="6641"/>
                </a:lnTo>
                <a:lnTo>
                  <a:pt x="44677" y="6535"/>
                </a:lnTo>
                <a:lnTo>
                  <a:pt x="44969" y="6375"/>
                </a:lnTo>
                <a:lnTo>
                  <a:pt x="45261" y="6163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525"/>
                </a:lnTo>
                <a:lnTo>
                  <a:pt x="46546" y="5366"/>
                </a:lnTo>
                <a:lnTo>
                  <a:pt x="46954" y="5259"/>
                </a:lnTo>
                <a:lnTo>
                  <a:pt x="47246" y="5259"/>
                </a:lnTo>
                <a:lnTo>
                  <a:pt x="47480" y="4994"/>
                </a:lnTo>
                <a:lnTo>
                  <a:pt x="47772" y="4834"/>
                </a:lnTo>
                <a:lnTo>
                  <a:pt x="47947" y="4728"/>
                </a:lnTo>
                <a:lnTo>
                  <a:pt x="48239" y="4622"/>
                </a:lnTo>
                <a:lnTo>
                  <a:pt x="48473" y="4356"/>
                </a:lnTo>
                <a:lnTo>
                  <a:pt x="48940" y="4197"/>
                </a:lnTo>
                <a:lnTo>
                  <a:pt x="49174" y="4091"/>
                </a:lnTo>
                <a:lnTo>
                  <a:pt x="49466" y="3984"/>
                </a:lnTo>
                <a:lnTo>
                  <a:pt x="49758" y="3719"/>
                </a:lnTo>
                <a:lnTo>
                  <a:pt x="50050" y="3559"/>
                </a:lnTo>
                <a:lnTo>
                  <a:pt x="50342" y="3453"/>
                </a:lnTo>
                <a:lnTo>
                  <a:pt x="50459" y="3294"/>
                </a:lnTo>
                <a:lnTo>
                  <a:pt x="50867" y="3081"/>
                </a:lnTo>
                <a:lnTo>
                  <a:pt x="51159" y="2922"/>
                </a:lnTo>
                <a:lnTo>
                  <a:pt x="51451" y="2922"/>
                </a:lnTo>
                <a:lnTo>
                  <a:pt x="51743" y="2815"/>
                </a:lnTo>
                <a:lnTo>
                  <a:pt x="52035" y="2550"/>
                </a:lnTo>
                <a:lnTo>
                  <a:pt x="52327" y="2443"/>
                </a:lnTo>
                <a:lnTo>
                  <a:pt x="52561" y="2284"/>
                </a:lnTo>
                <a:lnTo>
                  <a:pt x="52736" y="2178"/>
                </a:lnTo>
                <a:lnTo>
                  <a:pt x="53145" y="1912"/>
                </a:lnTo>
                <a:lnTo>
                  <a:pt x="53437" y="1753"/>
                </a:lnTo>
                <a:lnTo>
                  <a:pt x="53729" y="1647"/>
                </a:lnTo>
                <a:lnTo>
                  <a:pt x="54021" y="1540"/>
                </a:lnTo>
                <a:lnTo>
                  <a:pt x="54255" y="1275"/>
                </a:lnTo>
                <a:lnTo>
                  <a:pt x="54547" y="1115"/>
                </a:lnTo>
                <a:lnTo>
                  <a:pt x="54839" y="1009"/>
                </a:lnTo>
                <a:lnTo>
                  <a:pt x="55248" y="903"/>
                </a:lnTo>
                <a:lnTo>
                  <a:pt x="55423" y="637"/>
                </a:lnTo>
                <a:lnTo>
                  <a:pt x="55715" y="637"/>
                </a:lnTo>
                <a:lnTo>
                  <a:pt x="55948" y="478"/>
                </a:lnTo>
                <a:lnTo>
                  <a:pt x="56240" y="371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965201" y="4989924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408" y="30124"/>
                </a:lnTo>
                <a:lnTo>
                  <a:pt x="700" y="30018"/>
                </a:lnTo>
                <a:lnTo>
                  <a:pt x="992" y="29752"/>
                </a:lnTo>
                <a:lnTo>
                  <a:pt x="1401" y="29487"/>
                </a:lnTo>
                <a:lnTo>
                  <a:pt x="1693" y="29381"/>
                </a:lnTo>
                <a:lnTo>
                  <a:pt x="1985" y="29115"/>
                </a:lnTo>
                <a:lnTo>
                  <a:pt x="2219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12" y="28584"/>
                </a:lnTo>
                <a:lnTo>
                  <a:pt x="3504" y="28477"/>
                </a:lnTo>
                <a:lnTo>
                  <a:pt x="3679" y="28318"/>
                </a:lnTo>
                <a:lnTo>
                  <a:pt x="3912" y="28212"/>
                </a:lnTo>
                <a:lnTo>
                  <a:pt x="4204" y="27946"/>
                </a:lnTo>
                <a:lnTo>
                  <a:pt x="4672" y="27840"/>
                </a:lnTo>
                <a:lnTo>
                  <a:pt x="4905" y="27680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599" y="26671"/>
                </a:lnTo>
                <a:lnTo>
                  <a:pt x="6891" y="26565"/>
                </a:lnTo>
                <a:lnTo>
                  <a:pt x="7183" y="26405"/>
                </a:lnTo>
                <a:lnTo>
                  <a:pt x="7475" y="26299"/>
                </a:lnTo>
                <a:lnTo>
                  <a:pt x="7767" y="26140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768"/>
                </a:lnTo>
                <a:lnTo>
                  <a:pt x="8877" y="25502"/>
                </a:lnTo>
                <a:lnTo>
                  <a:pt x="9169" y="25396"/>
                </a:lnTo>
                <a:lnTo>
                  <a:pt x="9461" y="25236"/>
                </a:lnTo>
                <a:lnTo>
                  <a:pt x="9694" y="25130"/>
                </a:lnTo>
                <a:lnTo>
                  <a:pt x="9986" y="24864"/>
                </a:lnTo>
                <a:lnTo>
                  <a:pt x="10278" y="24758"/>
                </a:lnTo>
                <a:lnTo>
                  <a:pt x="10570" y="24599"/>
                </a:lnTo>
                <a:lnTo>
                  <a:pt x="10979" y="24493"/>
                </a:lnTo>
                <a:lnTo>
                  <a:pt x="11154" y="24227"/>
                </a:lnTo>
                <a:lnTo>
                  <a:pt x="11388" y="24121"/>
                </a:lnTo>
                <a:lnTo>
                  <a:pt x="11680" y="23961"/>
                </a:lnTo>
                <a:lnTo>
                  <a:pt x="11972" y="23961"/>
                </a:lnTo>
                <a:lnTo>
                  <a:pt x="12264" y="23696"/>
                </a:lnTo>
                <a:lnTo>
                  <a:pt x="12556" y="23589"/>
                </a:lnTo>
                <a:lnTo>
                  <a:pt x="12965" y="23483"/>
                </a:lnTo>
                <a:lnTo>
                  <a:pt x="13257" y="23324"/>
                </a:lnTo>
                <a:lnTo>
                  <a:pt x="13549" y="23058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420"/>
                </a:lnTo>
                <a:lnTo>
                  <a:pt x="14775" y="22314"/>
                </a:lnTo>
                <a:lnTo>
                  <a:pt x="15242" y="22155"/>
                </a:lnTo>
                <a:lnTo>
                  <a:pt x="15476" y="22049"/>
                </a:lnTo>
                <a:lnTo>
                  <a:pt x="15768" y="21783"/>
                </a:lnTo>
                <a:lnTo>
                  <a:pt x="16060" y="21677"/>
                </a:lnTo>
                <a:lnTo>
                  <a:pt x="16235" y="21517"/>
                </a:lnTo>
                <a:lnTo>
                  <a:pt x="16469" y="21517"/>
                </a:lnTo>
                <a:lnTo>
                  <a:pt x="16761" y="21305"/>
                </a:lnTo>
                <a:lnTo>
                  <a:pt x="17170" y="21145"/>
                </a:lnTo>
                <a:lnTo>
                  <a:pt x="17462" y="21039"/>
                </a:lnTo>
                <a:lnTo>
                  <a:pt x="17754" y="20880"/>
                </a:lnTo>
                <a:lnTo>
                  <a:pt x="18046" y="20614"/>
                </a:lnTo>
                <a:lnTo>
                  <a:pt x="18338" y="20508"/>
                </a:lnTo>
                <a:lnTo>
                  <a:pt x="18630" y="20402"/>
                </a:lnTo>
                <a:lnTo>
                  <a:pt x="18746" y="20242"/>
                </a:lnTo>
                <a:lnTo>
                  <a:pt x="19155" y="19976"/>
                </a:lnTo>
                <a:lnTo>
                  <a:pt x="19447" y="19870"/>
                </a:lnTo>
                <a:lnTo>
                  <a:pt x="19739" y="19764"/>
                </a:lnTo>
                <a:lnTo>
                  <a:pt x="20031" y="19605"/>
                </a:lnTo>
                <a:lnTo>
                  <a:pt x="20323" y="19339"/>
                </a:lnTo>
                <a:lnTo>
                  <a:pt x="20557" y="19233"/>
                </a:lnTo>
                <a:lnTo>
                  <a:pt x="20849" y="19233"/>
                </a:lnTo>
                <a:lnTo>
                  <a:pt x="21141" y="19073"/>
                </a:lnTo>
                <a:lnTo>
                  <a:pt x="21433" y="18861"/>
                </a:lnTo>
                <a:lnTo>
                  <a:pt x="21725" y="18701"/>
                </a:lnTo>
                <a:lnTo>
                  <a:pt x="22017" y="18595"/>
                </a:lnTo>
                <a:lnTo>
                  <a:pt x="22251" y="18436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535" y="17798"/>
                </a:lnTo>
                <a:lnTo>
                  <a:pt x="23711" y="17532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161"/>
                </a:lnTo>
                <a:lnTo>
                  <a:pt x="24820" y="16895"/>
                </a:lnTo>
                <a:lnTo>
                  <a:pt x="25112" y="16895"/>
                </a:lnTo>
                <a:lnTo>
                  <a:pt x="25521" y="16789"/>
                </a:lnTo>
                <a:lnTo>
                  <a:pt x="25813" y="16682"/>
                </a:lnTo>
                <a:lnTo>
                  <a:pt x="26105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6045"/>
                </a:lnTo>
                <a:lnTo>
                  <a:pt x="27039" y="15779"/>
                </a:lnTo>
                <a:lnTo>
                  <a:pt x="27332" y="15620"/>
                </a:lnTo>
                <a:lnTo>
                  <a:pt x="27799" y="15514"/>
                </a:lnTo>
                <a:lnTo>
                  <a:pt x="28032" y="15354"/>
                </a:lnTo>
                <a:lnTo>
                  <a:pt x="28324" y="15142"/>
                </a:lnTo>
                <a:lnTo>
                  <a:pt x="28616" y="14982"/>
                </a:lnTo>
                <a:lnTo>
                  <a:pt x="29025" y="14717"/>
                </a:lnTo>
                <a:lnTo>
                  <a:pt x="29317" y="14610"/>
                </a:lnTo>
                <a:lnTo>
                  <a:pt x="29726" y="14504"/>
                </a:lnTo>
                <a:lnTo>
                  <a:pt x="30018" y="14345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13"/>
                </a:lnTo>
                <a:lnTo>
                  <a:pt x="31128" y="13707"/>
                </a:lnTo>
                <a:lnTo>
                  <a:pt x="31303" y="13601"/>
                </a:lnTo>
                <a:lnTo>
                  <a:pt x="31595" y="13335"/>
                </a:lnTo>
                <a:lnTo>
                  <a:pt x="32004" y="13176"/>
                </a:lnTo>
                <a:lnTo>
                  <a:pt x="32296" y="13070"/>
                </a:lnTo>
                <a:lnTo>
                  <a:pt x="32588" y="12963"/>
                </a:lnTo>
                <a:lnTo>
                  <a:pt x="32821" y="12698"/>
                </a:lnTo>
                <a:lnTo>
                  <a:pt x="33113" y="12538"/>
                </a:lnTo>
                <a:lnTo>
                  <a:pt x="33405" y="12432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2060"/>
                </a:lnTo>
                <a:lnTo>
                  <a:pt x="34515" y="11901"/>
                </a:lnTo>
                <a:lnTo>
                  <a:pt x="34807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209" y="10891"/>
                </a:lnTo>
                <a:lnTo>
                  <a:pt x="36501" y="10732"/>
                </a:lnTo>
                <a:lnTo>
                  <a:pt x="36793" y="10626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094"/>
                </a:lnTo>
                <a:lnTo>
                  <a:pt x="37902" y="9988"/>
                </a:lnTo>
                <a:lnTo>
                  <a:pt x="38369" y="9988"/>
                </a:lnTo>
                <a:lnTo>
                  <a:pt x="38603" y="9722"/>
                </a:lnTo>
                <a:lnTo>
                  <a:pt x="38778" y="9616"/>
                </a:lnTo>
                <a:lnTo>
                  <a:pt x="39070" y="9457"/>
                </a:lnTo>
                <a:lnTo>
                  <a:pt x="39362" y="9350"/>
                </a:lnTo>
                <a:lnTo>
                  <a:pt x="39596" y="9085"/>
                </a:lnTo>
                <a:lnTo>
                  <a:pt x="39888" y="8979"/>
                </a:lnTo>
                <a:lnTo>
                  <a:pt x="40297" y="8819"/>
                </a:lnTo>
                <a:lnTo>
                  <a:pt x="40589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290" y="8182"/>
                </a:lnTo>
                <a:lnTo>
                  <a:pt x="41582" y="8075"/>
                </a:lnTo>
                <a:lnTo>
                  <a:pt x="41874" y="7810"/>
                </a:lnTo>
                <a:lnTo>
                  <a:pt x="42282" y="7650"/>
                </a:lnTo>
                <a:lnTo>
                  <a:pt x="42574" y="7650"/>
                </a:lnTo>
                <a:lnTo>
                  <a:pt x="42866" y="7544"/>
                </a:lnTo>
                <a:lnTo>
                  <a:pt x="43158" y="7278"/>
                </a:lnTo>
                <a:lnTo>
                  <a:pt x="43450" y="7172"/>
                </a:lnTo>
                <a:lnTo>
                  <a:pt x="43684" y="7013"/>
                </a:lnTo>
                <a:lnTo>
                  <a:pt x="43859" y="6906"/>
                </a:lnTo>
                <a:lnTo>
                  <a:pt x="44151" y="6641"/>
                </a:lnTo>
                <a:lnTo>
                  <a:pt x="44560" y="6535"/>
                </a:lnTo>
                <a:lnTo>
                  <a:pt x="44852" y="6375"/>
                </a:lnTo>
                <a:lnTo>
                  <a:pt x="45144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546" y="5366"/>
                </a:lnTo>
                <a:lnTo>
                  <a:pt x="46838" y="5366"/>
                </a:lnTo>
                <a:lnTo>
                  <a:pt x="47071" y="5259"/>
                </a:lnTo>
                <a:lnTo>
                  <a:pt x="47363" y="5100"/>
                </a:lnTo>
                <a:lnTo>
                  <a:pt x="47655" y="4834"/>
                </a:lnTo>
                <a:lnTo>
                  <a:pt x="47947" y="4728"/>
                </a:lnTo>
                <a:lnTo>
                  <a:pt x="48239" y="4569"/>
                </a:lnTo>
                <a:lnTo>
                  <a:pt x="48648" y="4462"/>
                </a:lnTo>
                <a:lnTo>
                  <a:pt x="48765" y="4197"/>
                </a:lnTo>
                <a:lnTo>
                  <a:pt x="49057" y="4091"/>
                </a:lnTo>
                <a:lnTo>
                  <a:pt x="49349" y="3931"/>
                </a:lnTo>
                <a:lnTo>
                  <a:pt x="49641" y="3825"/>
                </a:lnTo>
                <a:lnTo>
                  <a:pt x="49933" y="3559"/>
                </a:lnTo>
                <a:lnTo>
                  <a:pt x="50167" y="3453"/>
                </a:lnTo>
                <a:lnTo>
                  <a:pt x="50459" y="3294"/>
                </a:lnTo>
                <a:lnTo>
                  <a:pt x="50926" y="3187"/>
                </a:lnTo>
                <a:lnTo>
                  <a:pt x="51159" y="2922"/>
                </a:lnTo>
                <a:lnTo>
                  <a:pt x="51335" y="2922"/>
                </a:lnTo>
                <a:lnTo>
                  <a:pt x="51627" y="2815"/>
                </a:lnTo>
                <a:lnTo>
                  <a:pt x="51860" y="2656"/>
                </a:lnTo>
                <a:lnTo>
                  <a:pt x="52152" y="2390"/>
                </a:lnTo>
                <a:lnTo>
                  <a:pt x="52444" y="2284"/>
                </a:lnTo>
                <a:lnTo>
                  <a:pt x="52853" y="2178"/>
                </a:lnTo>
                <a:lnTo>
                  <a:pt x="53145" y="2018"/>
                </a:lnTo>
                <a:lnTo>
                  <a:pt x="53437" y="1753"/>
                </a:lnTo>
                <a:lnTo>
                  <a:pt x="53729" y="1647"/>
                </a:lnTo>
                <a:lnTo>
                  <a:pt x="54138" y="1381"/>
                </a:lnTo>
                <a:lnTo>
                  <a:pt x="54430" y="1115"/>
                </a:lnTo>
                <a:lnTo>
                  <a:pt x="54839" y="1009"/>
                </a:lnTo>
                <a:lnTo>
                  <a:pt x="55131" y="850"/>
                </a:lnTo>
                <a:lnTo>
                  <a:pt x="55423" y="743"/>
                </a:lnTo>
                <a:lnTo>
                  <a:pt x="55715" y="637"/>
                </a:lnTo>
                <a:lnTo>
                  <a:pt x="55948" y="478"/>
                </a:lnTo>
                <a:lnTo>
                  <a:pt x="56240" y="371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021909" y="4959587"/>
            <a:ext cx="56941" cy="30337"/>
          </a:xfrm>
          <a:custGeom>
            <a:avLst/>
            <a:gdLst/>
            <a:ahLst/>
            <a:cxnLst/>
            <a:rect l="l" t="t" r="r" b="b"/>
            <a:pathLst>
              <a:path w="56941" h="30337">
                <a:moveTo>
                  <a:pt x="0" y="30337"/>
                </a:moveTo>
                <a:lnTo>
                  <a:pt x="408" y="30178"/>
                </a:lnTo>
                <a:lnTo>
                  <a:pt x="700" y="30071"/>
                </a:lnTo>
                <a:lnTo>
                  <a:pt x="934" y="29912"/>
                </a:lnTo>
                <a:lnTo>
                  <a:pt x="1226" y="29646"/>
                </a:lnTo>
                <a:lnTo>
                  <a:pt x="1518" y="29540"/>
                </a:lnTo>
                <a:lnTo>
                  <a:pt x="1810" y="29434"/>
                </a:lnTo>
                <a:lnTo>
                  <a:pt x="2102" y="29274"/>
                </a:lnTo>
                <a:lnTo>
                  <a:pt x="2394" y="29009"/>
                </a:lnTo>
                <a:lnTo>
                  <a:pt x="2628" y="28902"/>
                </a:lnTo>
                <a:lnTo>
                  <a:pt x="2920" y="28796"/>
                </a:lnTo>
                <a:lnTo>
                  <a:pt x="3212" y="28637"/>
                </a:lnTo>
                <a:lnTo>
                  <a:pt x="3504" y="28530"/>
                </a:lnTo>
                <a:lnTo>
                  <a:pt x="3796" y="28371"/>
                </a:lnTo>
                <a:lnTo>
                  <a:pt x="4088" y="28265"/>
                </a:lnTo>
                <a:lnTo>
                  <a:pt x="4496" y="28105"/>
                </a:lnTo>
                <a:lnTo>
                  <a:pt x="4788" y="27893"/>
                </a:lnTo>
                <a:lnTo>
                  <a:pt x="4905" y="27734"/>
                </a:lnTo>
                <a:lnTo>
                  <a:pt x="5197" y="27627"/>
                </a:lnTo>
                <a:lnTo>
                  <a:pt x="5489" y="27468"/>
                </a:lnTo>
                <a:lnTo>
                  <a:pt x="5781" y="27255"/>
                </a:lnTo>
                <a:lnTo>
                  <a:pt x="6015" y="27096"/>
                </a:lnTo>
                <a:lnTo>
                  <a:pt x="6307" y="26990"/>
                </a:lnTo>
                <a:lnTo>
                  <a:pt x="6716" y="26830"/>
                </a:lnTo>
                <a:lnTo>
                  <a:pt x="7008" y="26565"/>
                </a:lnTo>
                <a:lnTo>
                  <a:pt x="7183" y="26458"/>
                </a:lnTo>
                <a:lnTo>
                  <a:pt x="7475" y="26352"/>
                </a:lnTo>
                <a:lnTo>
                  <a:pt x="7709" y="26352"/>
                </a:lnTo>
                <a:lnTo>
                  <a:pt x="8001" y="26086"/>
                </a:lnTo>
                <a:lnTo>
                  <a:pt x="8293" y="25927"/>
                </a:lnTo>
                <a:lnTo>
                  <a:pt x="8701" y="25821"/>
                </a:lnTo>
                <a:lnTo>
                  <a:pt x="8993" y="25715"/>
                </a:lnTo>
                <a:lnTo>
                  <a:pt x="9285" y="25449"/>
                </a:lnTo>
                <a:lnTo>
                  <a:pt x="9577" y="25290"/>
                </a:lnTo>
                <a:lnTo>
                  <a:pt x="9986" y="25024"/>
                </a:lnTo>
                <a:lnTo>
                  <a:pt x="10278" y="24811"/>
                </a:lnTo>
                <a:lnTo>
                  <a:pt x="10687" y="24652"/>
                </a:lnTo>
                <a:lnTo>
                  <a:pt x="10979" y="24546"/>
                </a:lnTo>
                <a:lnTo>
                  <a:pt x="11271" y="24386"/>
                </a:lnTo>
                <a:lnTo>
                  <a:pt x="11563" y="24174"/>
                </a:lnTo>
                <a:lnTo>
                  <a:pt x="11797" y="24014"/>
                </a:lnTo>
                <a:lnTo>
                  <a:pt x="12089" y="24014"/>
                </a:lnTo>
                <a:lnTo>
                  <a:pt x="12264" y="23908"/>
                </a:lnTo>
                <a:lnTo>
                  <a:pt x="12497" y="23642"/>
                </a:lnTo>
                <a:lnTo>
                  <a:pt x="12965" y="23483"/>
                </a:lnTo>
                <a:lnTo>
                  <a:pt x="13257" y="23377"/>
                </a:lnTo>
                <a:lnTo>
                  <a:pt x="13490" y="23271"/>
                </a:lnTo>
                <a:lnTo>
                  <a:pt x="13782" y="23005"/>
                </a:lnTo>
                <a:lnTo>
                  <a:pt x="14074" y="22846"/>
                </a:lnTo>
                <a:lnTo>
                  <a:pt x="14366" y="22739"/>
                </a:lnTo>
                <a:lnTo>
                  <a:pt x="14658" y="22633"/>
                </a:lnTo>
                <a:lnTo>
                  <a:pt x="14950" y="22367"/>
                </a:lnTo>
                <a:lnTo>
                  <a:pt x="15184" y="22208"/>
                </a:lnTo>
                <a:lnTo>
                  <a:pt x="15476" y="22102"/>
                </a:lnTo>
                <a:lnTo>
                  <a:pt x="15768" y="21942"/>
                </a:lnTo>
                <a:lnTo>
                  <a:pt x="16060" y="21730"/>
                </a:lnTo>
                <a:lnTo>
                  <a:pt x="16352" y="21730"/>
                </a:lnTo>
                <a:lnTo>
                  <a:pt x="16586" y="21570"/>
                </a:lnTo>
                <a:lnTo>
                  <a:pt x="17053" y="21464"/>
                </a:lnTo>
                <a:lnTo>
                  <a:pt x="17345" y="21198"/>
                </a:lnTo>
                <a:lnTo>
                  <a:pt x="17754" y="20933"/>
                </a:lnTo>
                <a:lnTo>
                  <a:pt x="18046" y="20667"/>
                </a:lnTo>
                <a:lnTo>
                  <a:pt x="18279" y="20561"/>
                </a:lnTo>
                <a:lnTo>
                  <a:pt x="18571" y="20402"/>
                </a:lnTo>
                <a:lnTo>
                  <a:pt x="18863" y="20295"/>
                </a:lnTo>
                <a:lnTo>
                  <a:pt x="19272" y="20030"/>
                </a:lnTo>
                <a:lnTo>
                  <a:pt x="19564" y="19923"/>
                </a:lnTo>
                <a:lnTo>
                  <a:pt x="19856" y="19764"/>
                </a:lnTo>
                <a:lnTo>
                  <a:pt x="20265" y="19392"/>
                </a:lnTo>
                <a:lnTo>
                  <a:pt x="20557" y="19392"/>
                </a:lnTo>
                <a:lnTo>
                  <a:pt x="20849" y="19286"/>
                </a:lnTo>
                <a:lnTo>
                  <a:pt x="21258" y="19126"/>
                </a:lnTo>
                <a:lnTo>
                  <a:pt x="21550" y="18914"/>
                </a:lnTo>
                <a:lnTo>
                  <a:pt x="21842" y="18754"/>
                </a:lnTo>
                <a:lnTo>
                  <a:pt x="22134" y="18648"/>
                </a:lnTo>
                <a:lnTo>
                  <a:pt x="22251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243" y="18011"/>
                </a:lnTo>
                <a:lnTo>
                  <a:pt x="23535" y="17851"/>
                </a:lnTo>
                <a:lnTo>
                  <a:pt x="23827" y="17586"/>
                </a:lnTo>
                <a:lnTo>
                  <a:pt x="24061" y="17479"/>
                </a:lnTo>
                <a:lnTo>
                  <a:pt x="24353" y="17373"/>
                </a:lnTo>
                <a:lnTo>
                  <a:pt x="24645" y="17214"/>
                </a:lnTo>
                <a:lnTo>
                  <a:pt x="24820" y="17107"/>
                </a:lnTo>
                <a:lnTo>
                  <a:pt x="25054" y="16948"/>
                </a:lnTo>
                <a:lnTo>
                  <a:pt x="25521" y="16842"/>
                </a:lnTo>
                <a:lnTo>
                  <a:pt x="25755" y="16682"/>
                </a:lnTo>
                <a:lnTo>
                  <a:pt x="26047" y="16470"/>
                </a:lnTo>
                <a:lnTo>
                  <a:pt x="26339" y="16311"/>
                </a:lnTo>
                <a:lnTo>
                  <a:pt x="26631" y="16204"/>
                </a:lnTo>
                <a:lnTo>
                  <a:pt x="26923" y="16045"/>
                </a:lnTo>
                <a:lnTo>
                  <a:pt x="27215" y="15832"/>
                </a:lnTo>
                <a:lnTo>
                  <a:pt x="27448" y="15673"/>
                </a:lnTo>
                <a:lnTo>
                  <a:pt x="27740" y="15567"/>
                </a:lnTo>
                <a:lnTo>
                  <a:pt x="28032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929"/>
                </a:lnTo>
                <a:lnTo>
                  <a:pt x="29142" y="14770"/>
                </a:lnTo>
                <a:lnTo>
                  <a:pt x="29609" y="14663"/>
                </a:lnTo>
                <a:lnTo>
                  <a:pt x="29843" y="14504"/>
                </a:lnTo>
                <a:lnTo>
                  <a:pt x="30018" y="14398"/>
                </a:lnTo>
                <a:lnTo>
                  <a:pt x="30310" y="14292"/>
                </a:lnTo>
                <a:lnTo>
                  <a:pt x="30602" y="14026"/>
                </a:lnTo>
                <a:lnTo>
                  <a:pt x="30836" y="13867"/>
                </a:lnTo>
                <a:lnTo>
                  <a:pt x="31128" y="13760"/>
                </a:lnTo>
                <a:lnTo>
                  <a:pt x="31420" y="13601"/>
                </a:lnTo>
                <a:lnTo>
                  <a:pt x="31828" y="13388"/>
                </a:lnTo>
                <a:lnTo>
                  <a:pt x="32120" y="13229"/>
                </a:lnTo>
                <a:lnTo>
                  <a:pt x="32412" y="13123"/>
                </a:lnTo>
                <a:lnTo>
                  <a:pt x="32529" y="12963"/>
                </a:lnTo>
                <a:lnTo>
                  <a:pt x="32821" y="12751"/>
                </a:lnTo>
                <a:lnTo>
                  <a:pt x="33113" y="12591"/>
                </a:lnTo>
                <a:lnTo>
                  <a:pt x="33405" y="12485"/>
                </a:lnTo>
                <a:lnTo>
                  <a:pt x="33814" y="12326"/>
                </a:lnTo>
                <a:lnTo>
                  <a:pt x="34106" y="12219"/>
                </a:lnTo>
                <a:lnTo>
                  <a:pt x="34398" y="12060"/>
                </a:lnTo>
                <a:lnTo>
                  <a:pt x="34690" y="11954"/>
                </a:lnTo>
                <a:lnTo>
                  <a:pt x="34924" y="11848"/>
                </a:lnTo>
                <a:lnTo>
                  <a:pt x="35099" y="11582"/>
                </a:lnTo>
                <a:lnTo>
                  <a:pt x="35391" y="11423"/>
                </a:lnTo>
                <a:lnTo>
                  <a:pt x="35800" y="11316"/>
                </a:lnTo>
                <a:lnTo>
                  <a:pt x="36092" y="11210"/>
                </a:lnTo>
                <a:lnTo>
                  <a:pt x="36384" y="10944"/>
                </a:lnTo>
                <a:lnTo>
                  <a:pt x="36617" y="10785"/>
                </a:lnTo>
                <a:lnTo>
                  <a:pt x="36909" y="10679"/>
                </a:lnTo>
                <a:lnTo>
                  <a:pt x="37201" y="10519"/>
                </a:lnTo>
                <a:lnTo>
                  <a:pt x="37493" y="10307"/>
                </a:lnTo>
                <a:lnTo>
                  <a:pt x="37610" y="10147"/>
                </a:lnTo>
                <a:lnTo>
                  <a:pt x="38077" y="10041"/>
                </a:lnTo>
                <a:lnTo>
                  <a:pt x="38311" y="10041"/>
                </a:lnTo>
                <a:lnTo>
                  <a:pt x="38603" y="9775"/>
                </a:lnTo>
                <a:lnTo>
                  <a:pt x="38895" y="9669"/>
                </a:lnTo>
                <a:lnTo>
                  <a:pt x="39187" y="9510"/>
                </a:lnTo>
                <a:lnTo>
                  <a:pt x="39479" y="9404"/>
                </a:lnTo>
                <a:lnTo>
                  <a:pt x="39771" y="9138"/>
                </a:lnTo>
                <a:lnTo>
                  <a:pt x="40005" y="8979"/>
                </a:lnTo>
                <a:lnTo>
                  <a:pt x="40297" y="8872"/>
                </a:lnTo>
                <a:lnTo>
                  <a:pt x="40589" y="8766"/>
                </a:lnTo>
                <a:lnTo>
                  <a:pt x="40881" y="8500"/>
                </a:lnTo>
                <a:lnTo>
                  <a:pt x="41173" y="8341"/>
                </a:lnTo>
                <a:lnTo>
                  <a:pt x="41406" y="8235"/>
                </a:lnTo>
                <a:lnTo>
                  <a:pt x="41698" y="8128"/>
                </a:lnTo>
                <a:lnTo>
                  <a:pt x="42166" y="7863"/>
                </a:lnTo>
                <a:lnTo>
                  <a:pt x="42399" y="7703"/>
                </a:lnTo>
                <a:lnTo>
                  <a:pt x="42574" y="7703"/>
                </a:lnTo>
                <a:lnTo>
                  <a:pt x="42866" y="7597"/>
                </a:lnTo>
                <a:lnTo>
                  <a:pt x="43100" y="7331"/>
                </a:lnTo>
                <a:lnTo>
                  <a:pt x="43392" y="7225"/>
                </a:lnTo>
                <a:lnTo>
                  <a:pt x="43684" y="7066"/>
                </a:lnTo>
                <a:lnTo>
                  <a:pt x="43976" y="6960"/>
                </a:lnTo>
                <a:lnTo>
                  <a:pt x="44385" y="6694"/>
                </a:lnTo>
                <a:lnTo>
                  <a:pt x="44677" y="6588"/>
                </a:lnTo>
                <a:lnTo>
                  <a:pt x="44969" y="6428"/>
                </a:lnTo>
                <a:lnTo>
                  <a:pt x="45378" y="6056"/>
                </a:lnTo>
                <a:lnTo>
                  <a:pt x="45670" y="5950"/>
                </a:lnTo>
                <a:lnTo>
                  <a:pt x="45962" y="5791"/>
                </a:lnTo>
                <a:lnTo>
                  <a:pt x="46370" y="5684"/>
                </a:lnTo>
                <a:lnTo>
                  <a:pt x="46662" y="5419"/>
                </a:lnTo>
                <a:lnTo>
                  <a:pt x="46954" y="5419"/>
                </a:lnTo>
                <a:lnTo>
                  <a:pt x="47188" y="5259"/>
                </a:lnTo>
                <a:lnTo>
                  <a:pt x="47480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356" y="4622"/>
                </a:lnTo>
                <a:lnTo>
                  <a:pt x="48648" y="4516"/>
                </a:lnTo>
                <a:lnTo>
                  <a:pt x="48882" y="4250"/>
                </a:lnTo>
                <a:lnTo>
                  <a:pt x="49174" y="4144"/>
                </a:lnTo>
                <a:lnTo>
                  <a:pt x="49466" y="3984"/>
                </a:lnTo>
                <a:lnTo>
                  <a:pt x="49758" y="3878"/>
                </a:lnTo>
                <a:lnTo>
                  <a:pt x="50050" y="3612"/>
                </a:lnTo>
                <a:lnTo>
                  <a:pt x="50575" y="3347"/>
                </a:lnTo>
                <a:lnTo>
                  <a:pt x="50867" y="3240"/>
                </a:lnTo>
                <a:lnTo>
                  <a:pt x="51159" y="3081"/>
                </a:lnTo>
                <a:lnTo>
                  <a:pt x="51451" y="2975"/>
                </a:lnTo>
                <a:lnTo>
                  <a:pt x="51743" y="2869"/>
                </a:lnTo>
                <a:lnTo>
                  <a:pt x="52035" y="2709"/>
                </a:lnTo>
                <a:lnTo>
                  <a:pt x="52269" y="2443"/>
                </a:lnTo>
                <a:lnTo>
                  <a:pt x="52561" y="2337"/>
                </a:lnTo>
                <a:lnTo>
                  <a:pt x="52853" y="2178"/>
                </a:lnTo>
                <a:lnTo>
                  <a:pt x="53145" y="2072"/>
                </a:lnTo>
                <a:lnTo>
                  <a:pt x="53437" y="1806"/>
                </a:lnTo>
                <a:lnTo>
                  <a:pt x="53729" y="1700"/>
                </a:lnTo>
                <a:lnTo>
                  <a:pt x="53963" y="1540"/>
                </a:lnTo>
                <a:lnTo>
                  <a:pt x="54255" y="1434"/>
                </a:lnTo>
                <a:lnTo>
                  <a:pt x="54664" y="1168"/>
                </a:lnTo>
                <a:lnTo>
                  <a:pt x="54956" y="1062"/>
                </a:lnTo>
                <a:lnTo>
                  <a:pt x="55131" y="903"/>
                </a:lnTo>
                <a:lnTo>
                  <a:pt x="55423" y="796"/>
                </a:lnTo>
                <a:lnTo>
                  <a:pt x="55656" y="637"/>
                </a:lnTo>
                <a:lnTo>
                  <a:pt x="55948" y="531"/>
                </a:lnTo>
                <a:lnTo>
                  <a:pt x="56240" y="425"/>
                </a:lnTo>
                <a:lnTo>
                  <a:pt x="56532" y="265"/>
                </a:lnTo>
                <a:lnTo>
                  <a:pt x="56941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078850" y="4929462"/>
            <a:ext cx="56708" cy="30124"/>
          </a:xfrm>
          <a:custGeom>
            <a:avLst/>
            <a:gdLst/>
            <a:ahLst/>
            <a:cxnLst/>
            <a:rect l="l" t="t" r="r" b="b"/>
            <a:pathLst>
              <a:path w="56708" h="30124">
                <a:moveTo>
                  <a:pt x="0" y="30124"/>
                </a:moveTo>
                <a:lnTo>
                  <a:pt x="292" y="30018"/>
                </a:lnTo>
                <a:lnTo>
                  <a:pt x="584" y="29912"/>
                </a:lnTo>
                <a:lnTo>
                  <a:pt x="700" y="29752"/>
                </a:lnTo>
                <a:lnTo>
                  <a:pt x="992" y="29487"/>
                </a:lnTo>
                <a:lnTo>
                  <a:pt x="1284" y="29381"/>
                </a:lnTo>
                <a:lnTo>
                  <a:pt x="1576" y="29221"/>
                </a:lnTo>
                <a:lnTo>
                  <a:pt x="1985" y="29115"/>
                </a:lnTo>
                <a:lnTo>
                  <a:pt x="2277" y="28849"/>
                </a:lnTo>
                <a:lnTo>
                  <a:pt x="2569" y="28743"/>
                </a:lnTo>
                <a:lnTo>
                  <a:pt x="2803" y="28584"/>
                </a:lnTo>
                <a:lnTo>
                  <a:pt x="3095" y="28584"/>
                </a:lnTo>
                <a:lnTo>
                  <a:pt x="3270" y="28371"/>
                </a:lnTo>
                <a:lnTo>
                  <a:pt x="3504" y="28212"/>
                </a:lnTo>
                <a:lnTo>
                  <a:pt x="3796" y="28105"/>
                </a:lnTo>
                <a:lnTo>
                  <a:pt x="4263" y="27946"/>
                </a:lnTo>
                <a:lnTo>
                  <a:pt x="4496" y="2768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43"/>
                </a:lnTo>
                <a:lnTo>
                  <a:pt x="5781" y="26937"/>
                </a:lnTo>
                <a:lnTo>
                  <a:pt x="6190" y="26830"/>
                </a:lnTo>
                <a:lnTo>
                  <a:pt x="6482" y="26671"/>
                </a:lnTo>
                <a:lnTo>
                  <a:pt x="6774" y="26405"/>
                </a:lnTo>
                <a:lnTo>
                  <a:pt x="7066" y="26299"/>
                </a:lnTo>
                <a:lnTo>
                  <a:pt x="7358" y="26140"/>
                </a:lnTo>
                <a:lnTo>
                  <a:pt x="7592" y="26140"/>
                </a:lnTo>
                <a:lnTo>
                  <a:pt x="7884" y="25927"/>
                </a:lnTo>
                <a:lnTo>
                  <a:pt x="8176" y="25768"/>
                </a:lnTo>
                <a:lnTo>
                  <a:pt x="8468" y="25661"/>
                </a:lnTo>
                <a:lnTo>
                  <a:pt x="8760" y="25502"/>
                </a:lnTo>
                <a:lnTo>
                  <a:pt x="9052" y="25290"/>
                </a:lnTo>
                <a:lnTo>
                  <a:pt x="9285" y="25130"/>
                </a:lnTo>
                <a:lnTo>
                  <a:pt x="9577" y="25024"/>
                </a:lnTo>
                <a:lnTo>
                  <a:pt x="9869" y="24864"/>
                </a:lnTo>
                <a:lnTo>
                  <a:pt x="10161" y="24599"/>
                </a:lnTo>
                <a:lnTo>
                  <a:pt x="10570" y="24493"/>
                </a:lnTo>
                <a:lnTo>
                  <a:pt x="10745" y="24386"/>
                </a:lnTo>
                <a:lnTo>
                  <a:pt x="10979" y="24227"/>
                </a:lnTo>
                <a:lnTo>
                  <a:pt x="11271" y="23961"/>
                </a:lnTo>
                <a:lnTo>
                  <a:pt x="11563" y="23855"/>
                </a:lnTo>
                <a:lnTo>
                  <a:pt x="11855" y="23855"/>
                </a:lnTo>
                <a:lnTo>
                  <a:pt x="12147" y="23749"/>
                </a:lnTo>
                <a:lnTo>
                  <a:pt x="12556" y="23483"/>
                </a:lnTo>
                <a:lnTo>
                  <a:pt x="12848" y="23324"/>
                </a:lnTo>
                <a:lnTo>
                  <a:pt x="13140" y="23217"/>
                </a:lnTo>
                <a:lnTo>
                  <a:pt x="13257" y="23058"/>
                </a:lnTo>
                <a:lnTo>
                  <a:pt x="13549" y="22846"/>
                </a:lnTo>
                <a:lnTo>
                  <a:pt x="13841" y="22686"/>
                </a:lnTo>
                <a:lnTo>
                  <a:pt x="14133" y="22580"/>
                </a:lnTo>
                <a:lnTo>
                  <a:pt x="14542" y="22420"/>
                </a:lnTo>
                <a:lnTo>
                  <a:pt x="14834" y="22208"/>
                </a:lnTo>
                <a:lnTo>
                  <a:pt x="15067" y="22049"/>
                </a:lnTo>
                <a:lnTo>
                  <a:pt x="15359" y="21942"/>
                </a:lnTo>
                <a:lnTo>
                  <a:pt x="15651" y="21783"/>
                </a:lnTo>
                <a:lnTo>
                  <a:pt x="15826" y="21570"/>
                </a:lnTo>
                <a:lnTo>
                  <a:pt x="16060" y="21570"/>
                </a:lnTo>
                <a:lnTo>
                  <a:pt x="16352" y="21411"/>
                </a:lnTo>
                <a:lnTo>
                  <a:pt x="16761" y="21305"/>
                </a:lnTo>
                <a:lnTo>
                  <a:pt x="17053" y="21039"/>
                </a:lnTo>
                <a:lnTo>
                  <a:pt x="17345" y="20880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402"/>
                </a:lnTo>
                <a:lnTo>
                  <a:pt x="18338" y="20242"/>
                </a:lnTo>
                <a:lnTo>
                  <a:pt x="18746" y="20136"/>
                </a:lnTo>
                <a:lnTo>
                  <a:pt x="19038" y="20030"/>
                </a:lnTo>
                <a:lnTo>
                  <a:pt x="19330" y="19764"/>
                </a:lnTo>
                <a:lnTo>
                  <a:pt x="19622" y="19605"/>
                </a:lnTo>
                <a:lnTo>
                  <a:pt x="19914" y="19498"/>
                </a:lnTo>
                <a:lnTo>
                  <a:pt x="20148" y="19339"/>
                </a:lnTo>
                <a:lnTo>
                  <a:pt x="20440" y="19233"/>
                </a:lnTo>
                <a:lnTo>
                  <a:pt x="20732" y="19126"/>
                </a:lnTo>
                <a:lnTo>
                  <a:pt x="21024" y="18967"/>
                </a:lnTo>
                <a:lnTo>
                  <a:pt x="21316" y="18861"/>
                </a:lnTo>
                <a:lnTo>
                  <a:pt x="21608" y="18595"/>
                </a:lnTo>
                <a:lnTo>
                  <a:pt x="21842" y="18489"/>
                </a:lnTo>
                <a:lnTo>
                  <a:pt x="22134" y="18329"/>
                </a:lnTo>
                <a:lnTo>
                  <a:pt x="22426" y="18223"/>
                </a:lnTo>
                <a:lnTo>
                  <a:pt x="22718" y="17958"/>
                </a:lnTo>
                <a:lnTo>
                  <a:pt x="23127" y="17798"/>
                </a:lnTo>
                <a:lnTo>
                  <a:pt x="23302" y="17692"/>
                </a:lnTo>
                <a:lnTo>
                  <a:pt x="23535" y="17586"/>
                </a:lnTo>
                <a:lnTo>
                  <a:pt x="23827" y="17320"/>
                </a:lnTo>
                <a:lnTo>
                  <a:pt x="24119" y="17161"/>
                </a:lnTo>
                <a:lnTo>
                  <a:pt x="24411" y="17054"/>
                </a:lnTo>
                <a:lnTo>
                  <a:pt x="24703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696" y="16523"/>
                </a:lnTo>
                <a:lnTo>
                  <a:pt x="26105" y="16151"/>
                </a:lnTo>
                <a:lnTo>
                  <a:pt x="26397" y="16045"/>
                </a:lnTo>
                <a:lnTo>
                  <a:pt x="26631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24" y="15407"/>
                </a:lnTo>
                <a:lnTo>
                  <a:pt x="27916" y="15248"/>
                </a:lnTo>
                <a:lnTo>
                  <a:pt x="28208" y="15142"/>
                </a:lnTo>
                <a:lnTo>
                  <a:pt x="28324" y="14876"/>
                </a:lnTo>
                <a:lnTo>
                  <a:pt x="28616" y="14717"/>
                </a:lnTo>
                <a:lnTo>
                  <a:pt x="28908" y="14610"/>
                </a:lnTo>
                <a:lnTo>
                  <a:pt x="29317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707"/>
                </a:lnTo>
                <a:lnTo>
                  <a:pt x="31303" y="13441"/>
                </a:lnTo>
                <a:lnTo>
                  <a:pt x="31595" y="13335"/>
                </a:lnTo>
                <a:lnTo>
                  <a:pt x="31887" y="13070"/>
                </a:lnTo>
                <a:lnTo>
                  <a:pt x="32179" y="12963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432"/>
                </a:lnTo>
                <a:lnTo>
                  <a:pt x="33288" y="12326"/>
                </a:lnTo>
                <a:lnTo>
                  <a:pt x="33580" y="12326"/>
                </a:lnTo>
                <a:lnTo>
                  <a:pt x="33872" y="12166"/>
                </a:lnTo>
                <a:lnTo>
                  <a:pt x="34106" y="11901"/>
                </a:lnTo>
                <a:lnTo>
                  <a:pt x="34398" y="11794"/>
                </a:lnTo>
                <a:lnTo>
                  <a:pt x="34690" y="11635"/>
                </a:lnTo>
                <a:lnTo>
                  <a:pt x="34982" y="11529"/>
                </a:lnTo>
                <a:lnTo>
                  <a:pt x="35274" y="11263"/>
                </a:lnTo>
                <a:lnTo>
                  <a:pt x="35683" y="11157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626"/>
                </a:lnTo>
                <a:lnTo>
                  <a:pt x="36676" y="10519"/>
                </a:lnTo>
                <a:lnTo>
                  <a:pt x="36968" y="10360"/>
                </a:lnTo>
                <a:lnTo>
                  <a:pt x="37260" y="10254"/>
                </a:lnTo>
                <a:lnTo>
                  <a:pt x="37669" y="9988"/>
                </a:lnTo>
                <a:lnTo>
                  <a:pt x="37961" y="9988"/>
                </a:lnTo>
                <a:lnTo>
                  <a:pt x="38194" y="9882"/>
                </a:lnTo>
                <a:lnTo>
                  <a:pt x="38369" y="9722"/>
                </a:lnTo>
                <a:lnTo>
                  <a:pt x="38661" y="9457"/>
                </a:lnTo>
                <a:lnTo>
                  <a:pt x="38953" y="9350"/>
                </a:lnTo>
                <a:lnTo>
                  <a:pt x="39187" y="9244"/>
                </a:lnTo>
                <a:lnTo>
                  <a:pt x="39654" y="9085"/>
                </a:lnTo>
                <a:lnTo>
                  <a:pt x="39888" y="8819"/>
                </a:lnTo>
                <a:lnTo>
                  <a:pt x="40180" y="8713"/>
                </a:lnTo>
                <a:lnTo>
                  <a:pt x="40472" y="8553"/>
                </a:lnTo>
                <a:lnTo>
                  <a:pt x="40764" y="8447"/>
                </a:lnTo>
                <a:lnTo>
                  <a:pt x="40881" y="8182"/>
                </a:lnTo>
                <a:lnTo>
                  <a:pt x="41173" y="8075"/>
                </a:lnTo>
                <a:lnTo>
                  <a:pt x="41465" y="7916"/>
                </a:lnTo>
                <a:lnTo>
                  <a:pt x="41874" y="7810"/>
                </a:lnTo>
                <a:lnTo>
                  <a:pt x="42166" y="7544"/>
                </a:lnTo>
                <a:lnTo>
                  <a:pt x="42458" y="7544"/>
                </a:lnTo>
                <a:lnTo>
                  <a:pt x="42750" y="7438"/>
                </a:lnTo>
                <a:lnTo>
                  <a:pt x="43042" y="7278"/>
                </a:lnTo>
                <a:lnTo>
                  <a:pt x="43275" y="7066"/>
                </a:lnTo>
                <a:lnTo>
                  <a:pt x="43450" y="690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375"/>
                </a:lnTo>
                <a:lnTo>
                  <a:pt x="44735" y="6269"/>
                </a:lnTo>
                <a:lnTo>
                  <a:pt x="44969" y="6163"/>
                </a:lnTo>
                <a:lnTo>
                  <a:pt x="45261" y="6003"/>
                </a:lnTo>
                <a:lnTo>
                  <a:pt x="45553" y="5738"/>
                </a:lnTo>
                <a:lnTo>
                  <a:pt x="45962" y="5631"/>
                </a:lnTo>
                <a:lnTo>
                  <a:pt x="46137" y="5525"/>
                </a:lnTo>
                <a:lnTo>
                  <a:pt x="46429" y="5366"/>
                </a:lnTo>
                <a:lnTo>
                  <a:pt x="46662" y="5259"/>
                </a:lnTo>
                <a:lnTo>
                  <a:pt x="46954" y="5100"/>
                </a:lnTo>
                <a:lnTo>
                  <a:pt x="47246" y="4994"/>
                </a:lnTo>
                <a:lnTo>
                  <a:pt x="47538" y="4834"/>
                </a:lnTo>
                <a:lnTo>
                  <a:pt x="47831" y="4622"/>
                </a:lnTo>
                <a:lnTo>
                  <a:pt x="48239" y="4462"/>
                </a:lnTo>
                <a:lnTo>
                  <a:pt x="48648" y="4197"/>
                </a:lnTo>
                <a:lnTo>
                  <a:pt x="48940" y="3984"/>
                </a:lnTo>
                <a:lnTo>
                  <a:pt x="49232" y="3825"/>
                </a:lnTo>
                <a:lnTo>
                  <a:pt x="49524" y="3719"/>
                </a:lnTo>
                <a:lnTo>
                  <a:pt x="49758" y="3559"/>
                </a:lnTo>
                <a:lnTo>
                  <a:pt x="50225" y="3294"/>
                </a:lnTo>
                <a:lnTo>
                  <a:pt x="50517" y="3187"/>
                </a:lnTo>
                <a:lnTo>
                  <a:pt x="50751" y="3081"/>
                </a:lnTo>
                <a:lnTo>
                  <a:pt x="50926" y="2922"/>
                </a:lnTo>
                <a:lnTo>
                  <a:pt x="51218" y="2815"/>
                </a:lnTo>
                <a:lnTo>
                  <a:pt x="51451" y="2656"/>
                </a:lnTo>
                <a:lnTo>
                  <a:pt x="51743" y="2550"/>
                </a:lnTo>
                <a:lnTo>
                  <a:pt x="52211" y="2443"/>
                </a:lnTo>
                <a:lnTo>
                  <a:pt x="52444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753"/>
                </a:lnTo>
                <a:lnTo>
                  <a:pt x="53437" y="1540"/>
                </a:lnTo>
                <a:lnTo>
                  <a:pt x="53729" y="1381"/>
                </a:lnTo>
                <a:lnTo>
                  <a:pt x="54021" y="1275"/>
                </a:lnTo>
                <a:lnTo>
                  <a:pt x="54430" y="1115"/>
                </a:lnTo>
                <a:lnTo>
                  <a:pt x="54722" y="903"/>
                </a:lnTo>
                <a:lnTo>
                  <a:pt x="55014" y="743"/>
                </a:lnTo>
                <a:lnTo>
                  <a:pt x="55306" y="637"/>
                </a:lnTo>
                <a:lnTo>
                  <a:pt x="55540" y="637"/>
                </a:lnTo>
                <a:lnTo>
                  <a:pt x="55832" y="371"/>
                </a:lnTo>
                <a:lnTo>
                  <a:pt x="56007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135559" y="4899125"/>
            <a:ext cx="56824" cy="30337"/>
          </a:xfrm>
          <a:custGeom>
            <a:avLst/>
            <a:gdLst/>
            <a:ahLst/>
            <a:cxnLst/>
            <a:rect l="l" t="t" r="r" b="b"/>
            <a:pathLst>
              <a:path w="56824" h="30337">
                <a:moveTo>
                  <a:pt x="0" y="30337"/>
                </a:moveTo>
                <a:lnTo>
                  <a:pt x="292" y="30071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699"/>
                </a:lnTo>
                <a:lnTo>
                  <a:pt x="1401" y="29434"/>
                </a:lnTo>
                <a:lnTo>
                  <a:pt x="1810" y="29274"/>
                </a:lnTo>
                <a:lnTo>
                  <a:pt x="1985" y="29168"/>
                </a:lnTo>
                <a:lnTo>
                  <a:pt x="2219" y="29009"/>
                </a:lnTo>
                <a:lnTo>
                  <a:pt x="2511" y="28796"/>
                </a:lnTo>
                <a:lnTo>
                  <a:pt x="2803" y="28637"/>
                </a:lnTo>
                <a:lnTo>
                  <a:pt x="3095" y="28637"/>
                </a:lnTo>
                <a:lnTo>
                  <a:pt x="3387" y="28530"/>
                </a:lnTo>
                <a:lnTo>
                  <a:pt x="3679" y="28265"/>
                </a:lnTo>
                <a:lnTo>
                  <a:pt x="4088" y="28159"/>
                </a:lnTo>
                <a:lnTo>
                  <a:pt x="4380" y="27999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06" y="27255"/>
                </a:lnTo>
                <a:lnTo>
                  <a:pt x="6073" y="26990"/>
                </a:lnTo>
                <a:lnTo>
                  <a:pt x="6307" y="26830"/>
                </a:lnTo>
                <a:lnTo>
                  <a:pt x="6599" y="26724"/>
                </a:lnTo>
                <a:lnTo>
                  <a:pt x="6891" y="26618"/>
                </a:lnTo>
                <a:lnTo>
                  <a:pt x="7066" y="26352"/>
                </a:lnTo>
                <a:lnTo>
                  <a:pt x="7300" y="26352"/>
                </a:lnTo>
                <a:lnTo>
                  <a:pt x="7592" y="26193"/>
                </a:lnTo>
                <a:lnTo>
                  <a:pt x="8001" y="26086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285" y="25183"/>
                </a:lnTo>
                <a:lnTo>
                  <a:pt x="9577" y="25077"/>
                </a:lnTo>
                <a:lnTo>
                  <a:pt x="9869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439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4014"/>
                </a:lnTo>
                <a:lnTo>
                  <a:pt x="11855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081" y="23271"/>
                </a:lnTo>
                <a:lnTo>
                  <a:pt x="13373" y="23111"/>
                </a:lnTo>
                <a:lnTo>
                  <a:pt x="13666" y="23005"/>
                </a:lnTo>
                <a:lnTo>
                  <a:pt x="13958" y="22739"/>
                </a:lnTo>
                <a:lnTo>
                  <a:pt x="14366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95"/>
                </a:lnTo>
                <a:lnTo>
                  <a:pt x="15651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644" y="21464"/>
                </a:lnTo>
                <a:lnTo>
                  <a:pt x="16936" y="21358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827"/>
                </a:lnTo>
                <a:lnTo>
                  <a:pt x="17870" y="20667"/>
                </a:lnTo>
                <a:lnTo>
                  <a:pt x="18162" y="20561"/>
                </a:lnTo>
                <a:lnTo>
                  <a:pt x="18630" y="20295"/>
                </a:lnTo>
                <a:lnTo>
                  <a:pt x="18863" y="20189"/>
                </a:lnTo>
                <a:lnTo>
                  <a:pt x="19155" y="20030"/>
                </a:lnTo>
                <a:lnTo>
                  <a:pt x="19447" y="19923"/>
                </a:lnTo>
                <a:lnTo>
                  <a:pt x="19564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557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914"/>
                </a:lnTo>
                <a:lnTo>
                  <a:pt x="21725" y="18754"/>
                </a:lnTo>
                <a:lnTo>
                  <a:pt x="22017" y="18489"/>
                </a:lnTo>
                <a:lnTo>
                  <a:pt x="22134" y="18383"/>
                </a:lnTo>
                <a:lnTo>
                  <a:pt x="22426" y="18276"/>
                </a:lnTo>
                <a:lnTo>
                  <a:pt x="22835" y="18117"/>
                </a:lnTo>
                <a:lnTo>
                  <a:pt x="23127" y="17851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214"/>
                </a:lnTo>
                <a:lnTo>
                  <a:pt x="24411" y="17107"/>
                </a:lnTo>
                <a:lnTo>
                  <a:pt x="24820" y="16948"/>
                </a:lnTo>
                <a:lnTo>
                  <a:pt x="25112" y="16948"/>
                </a:lnTo>
                <a:lnTo>
                  <a:pt x="25346" y="16736"/>
                </a:lnTo>
                <a:lnTo>
                  <a:pt x="25638" y="16576"/>
                </a:lnTo>
                <a:lnTo>
                  <a:pt x="25930" y="16470"/>
                </a:lnTo>
                <a:lnTo>
                  <a:pt x="26222" y="16311"/>
                </a:lnTo>
                <a:lnTo>
                  <a:pt x="26514" y="16045"/>
                </a:lnTo>
                <a:lnTo>
                  <a:pt x="26923" y="15939"/>
                </a:lnTo>
                <a:lnTo>
                  <a:pt x="27332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500" y="15035"/>
                </a:lnTo>
                <a:lnTo>
                  <a:pt x="28733" y="14770"/>
                </a:lnTo>
                <a:lnTo>
                  <a:pt x="29200" y="14663"/>
                </a:lnTo>
                <a:lnTo>
                  <a:pt x="29434" y="14663"/>
                </a:lnTo>
                <a:lnTo>
                  <a:pt x="29609" y="14504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128" y="13654"/>
                </a:lnTo>
                <a:lnTo>
                  <a:pt x="31420" y="13495"/>
                </a:lnTo>
                <a:lnTo>
                  <a:pt x="31712" y="13388"/>
                </a:lnTo>
                <a:lnTo>
                  <a:pt x="32004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2996" y="12591"/>
                </a:lnTo>
                <a:lnTo>
                  <a:pt x="33405" y="12326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2113"/>
                </a:lnTo>
                <a:lnTo>
                  <a:pt x="34515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391" y="11476"/>
                </a:lnTo>
                <a:lnTo>
                  <a:pt x="35683" y="11210"/>
                </a:lnTo>
                <a:lnTo>
                  <a:pt x="35975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572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02" y="10041"/>
                </a:lnTo>
                <a:lnTo>
                  <a:pt x="38194" y="9935"/>
                </a:lnTo>
                <a:lnTo>
                  <a:pt x="38486" y="9775"/>
                </a:lnTo>
                <a:lnTo>
                  <a:pt x="38778" y="9669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903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8" y="8394"/>
                </a:lnTo>
                <a:lnTo>
                  <a:pt x="41290" y="8128"/>
                </a:lnTo>
                <a:lnTo>
                  <a:pt x="41757" y="7969"/>
                </a:lnTo>
                <a:lnTo>
                  <a:pt x="41990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691" y="7491"/>
                </a:lnTo>
                <a:lnTo>
                  <a:pt x="42983" y="7331"/>
                </a:lnTo>
                <a:lnTo>
                  <a:pt x="43275" y="7225"/>
                </a:lnTo>
                <a:lnTo>
                  <a:pt x="43684" y="6960"/>
                </a:lnTo>
                <a:lnTo>
                  <a:pt x="43976" y="6853"/>
                </a:lnTo>
                <a:lnTo>
                  <a:pt x="44268" y="6694"/>
                </a:lnTo>
                <a:lnTo>
                  <a:pt x="44560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950"/>
                </a:lnTo>
                <a:lnTo>
                  <a:pt x="45962" y="5684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419"/>
                </a:lnTo>
                <a:lnTo>
                  <a:pt x="47071" y="5153"/>
                </a:lnTo>
                <a:lnTo>
                  <a:pt x="47246" y="5047"/>
                </a:lnTo>
                <a:lnTo>
                  <a:pt x="47538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473" y="4409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878"/>
                </a:lnTo>
                <a:lnTo>
                  <a:pt x="49641" y="3772"/>
                </a:lnTo>
                <a:lnTo>
                  <a:pt x="49933" y="3612"/>
                </a:lnTo>
                <a:lnTo>
                  <a:pt x="50167" y="3506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3081"/>
                </a:lnTo>
                <a:lnTo>
                  <a:pt x="51335" y="2975"/>
                </a:lnTo>
                <a:lnTo>
                  <a:pt x="51627" y="2709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320" y="1806"/>
                </a:lnTo>
                <a:lnTo>
                  <a:pt x="53554" y="1540"/>
                </a:lnTo>
                <a:lnTo>
                  <a:pt x="53846" y="1434"/>
                </a:lnTo>
                <a:lnTo>
                  <a:pt x="54255" y="1328"/>
                </a:lnTo>
                <a:lnTo>
                  <a:pt x="54547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248" y="690"/>
                </a:lnTo>
                <a:lnTo>
                  <a:pt x="55540" y="690"/>
                </a:lnTo>
                <a:lnTo>
                  <a:pt x="55832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192383" y="4868840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071"/>
                </a:lnTo>
                <a:lnTo>
                  <a:pt x="408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284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743"/>
                </a:lnTo>
                <a:lnTo>
                  <a:pt x="2803" y="28637"/>
                </a:lnTo>
                <a:lnTo>
                  <a:pt x="2978" y="28637"/>
                </a:lnTo>
                <a:lnTo>
                  <a:pt x="3212" y="28530"/>
                </a:lnTo>
                <a:lnTo>
                  <a:pt x="3679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55"/>
                </a:lnTo>
                <a:lnTo>
                  <a:pt x="5898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352"/>
                </a:lnTo>
                <a:lnTo>
                  <a:pt x="7358" y="26352"/>
                </a:lnTo>
                <a:lnTo>
                  <a:pt x="7592" y="26193"/>
                </a:lnTo>
                <a:lnTo>
                  <a:pt x="7884" y="26086"/>
                </a:lnTo>
                <a:lnTo>
                  <a:pt x="8176" y="25821"/>
                </a:lnTo>
                <a:lnTo>
                  <a:pt x="8468" y="25715"/>
                </a:lnTo>
                <a:lnTo>
                  <a:pt x="8760" y="25555"/>
                </a:lnTo>
                <a:lnTo>
                  <a:pt x="8993" y="25449"/>
                </a:lnTo>
                <a:lnTo>
                  <a:pt x="9285" y="25183"/>
                </a:lnTo>
                <a:lnTo>
                  <a:pt x="9577" y="25024"/>
                </a:lnTo>
                <a:lnTo>
                  <a:pt x="9986" y="24918"/>
                </a:lnTo>
                <a:lnTo>
                  <a:pt x="10278" y="24811"/>
                </a:lnTo>
                <a:lnTo>
                  <a:pt x="10453" y="24546"/>
                </a:lnTo>
                <a:lnTo>
                  <a:pt x="10687" y="24386"/>
                </a:lnTo>
                <a:lnTo>
                  <a:pt x="10979" y="24280"/>
                </a:lnTo>
                <a:lnTo>
                  <a:pt x="11271" y="24174"/>
                </a:lnTo>
                <a:lnTo>
                  <a:pt x="11563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42"/>
                </a:lnTo>
                <a:lnTo>
                  <a:pt x="15534" y="21836"/>
                </a:lnTo>
                <a:lnTo>
                  <a:pt x="15768" y="21730"/>
                </a:lnTo>
                <a:lnTo>
                  <a:pt x="16235" y="21570"/>
                </a:lnTo>
                <a:lnTo>
                  <a:pt x="16469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440" y="19392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861"/>
                </a:lnTo>
                <a:lnTo>
                  <a:pt x="21550" y="18754"/>
                </a:lnTo>
                <a:lnTo>
                  <a:pt x="21842" y="18489"/>
                </a:lnTo>
                <a:lnTo>
                  <a:pt x="22134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010" y="17851"/>
                </a:lnTo>
                <a:lnTo>
                  <a:pt x="23243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214"/>
                </a:lnTo>
                <a:lnTo>
                  <a:pt x="24528" y="17107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339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32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032" y="15142"/>
                </a:lnTo>
                <a:lnTo>
                  <a:pt x="28324" y="15035"/>
                </a:lnTo>
                <a:lnTo>
                  <a:pt x="28792" y="14770"/>
                </a:lnTo>
                <a:lnTo>
                  <a:pt x="29025" y="14770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19" y="13867"/>
                </a:lnTo>
                <a:lnTo>
                  <a:pt x="31011" y="13601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3113" y="12591"/>
                </a:lnTo>
                <a:lnTo>
                  <a:pt x="33288" y="12326"/>
                </a:lnTo>
                <a:lnTo>
                  <a:pt x="33580" y="12326"/>
                </a:lnTo>
                <a:lnTo>
                  <a:pt x="33814" y="12219"/>
                </a:lnTo>
                <a:lnTo>
                  <a:pt x="34106" y="12060"/>
                </a:lnTo>
                <a:lnTo>
                  <a:pt x="34398" y="11848"/>
                </a:lnTo>
                <a:lnTo>
                  <a:pt x="34690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508" y="11210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676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61" y="10041"/>
                </a:lnTo>
                <a:lnTo>
                  <a:pt x="38077" y="9882"/>
                </a:lnTo>
                <a:lnTo>
                  <a:pt x="38369" y="9775"/>
                </a:lnTo>
                <a:lnTo>
                  <a:pt x="38661" y="9669"/>
                </a:lnTo>
                <a:lnTo>
                  <a:pt x="38895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766"/>
                </a:lnTo>
                <a:lnTo>
                  <a:pt x="40472" y="8607"/>
                </a:lnTo>
                <a:lnTo>
                  <a:pt x="40881" y="8341"/>
                </a:lnTo>
                <a:lnTo>
                  <a:pt x="41290" y="8128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331"/>
                </a:lnTo>
                <a:lnTo>
                  <a:pt x="43275" y="7225"/>
                </a:lnTo>
                <a:lnTo>
                  <a:pt x="43567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670" y="5897"/>
                </a:lnTo>
                <a:lnTo>
                  <a:pt x="45845" y="5684"/>
                </a:lnTo>
                <a:lnTo>
                  <a:pt x="46137" y="5525"/>
                </a:lnTo>
                <a:lnTo>
                  <a:pt x="46370" y="5419"/>
                </a:lnTo>
                <a:lnTo>
                  <a:pt x="46662" y="5419"/>
                </a:lnTo>
                <a:lnTo>
                  <a:pt x="46954" y="5153"/>
                </a:lnTo>
                <a:lnTo>
                  <a:pt x="47246" y="5047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459" y="3240"/>
                </a:lnTo>
                <a:lnTo>
                  <a:pt x="50634" y="3081"/>
                </a:lnTo>
                <a:lnTo>
                  <a:pt x="50926" y="3081"/>
                </a:lnTo>
                <a:lnTo>
                  <a:pt x="51159" y="2975"/>
                </a:lnTo>
                <a:lnTo>
                  <a:pt x="51451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145" y="1806"/>
                </a:lnTo>
                <a:lnTo>
                  <a:pt x="53437" y="1700"/>
                </a:lnTo>
                <a:lnTo>
                  <a:pt x="53846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796"/>
                </a:lnTo>
                <a:lnTo>
                  <a:pt x="55306" y="796"/>
                </a:lnTo>
                <a:lnTo>
                  <a:pt x="55540" y="637"/>
                </a:lnTo>
                <a:lnTo>
                  <a:pt x="55832" y="53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249091" y="4838556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33" y="30178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646"/>
                </a:lnTo>
                <a:lnTo>
                  <a:pt x="1518" y="29540"/>
                </a:lnTo>
                <a:lnTo>
                  <a:pt x="1693" y="29274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3095" y="28637"/>
                </a:lnTo>
                <a:lnTo>
                  <a:pt x="3504" y="28530"/>
                </a:lnTo>
                <a:lnTo>
                  <a:pt x="3796" y="28371"/>
                </a:lnTo>
                <a:lnTo>
                  <a:pt x="4088" y="28105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468"/>
                </a:lnTo>
                <a:lnTo>
                  <a:pt x="5314" y="27362"/>
                </a:lnTo>
                <a:lnTo>
                  <a:pt x="5781" y="27202"/>
                </a:lnTo>
                <a:lnTo>
                  <a:pt x="6015" y="27096"/>
                </a:lnTo>
                <a:lnTo>
                  <a:pt x="6307" y="26830"/>
                </a:lnTo>
                <a:lnTo>
                  <a:pt x="6599" y="26724"/>
                </a:lnTo>
                <a:lnTo>
                  <a:pt x="6774" y="26565"/>
                </a:lnTo>
                <a:lnTo>
                  <a:pt x="7008" y="26458"/>
                </a:lnTo>
                <a:lnTo>
                  <a:pt x="7300" y="26299"/>
                </a:lnTo>
                <a:lnTo>
                  <a:pt x="7709" y="26193"/>
                </a:lnTo>
                <a:lnTo>
                  <a:pt x="8001" y="26086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55"/>
                </a:lnTo>
                <a:lnTo>
                  <a:pt x="9169" y="25449"/>
                </a:lnTo>
                <a:lnTo>
                  <a:pt x="9285" y="25290"/>
                </a:lnTo>
                <a:lnTo>
                  <a:pt x="9694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096" y="24280"/>
                </a:lnTo>
                <a:lnTo>
                  <a:pt x="11388" y="24121"/>
                </a:lnTo>
                <a:lnTo>
                  <a:pt x="11563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789" y="23483"/>
                </a:lnTo>
                <a:lnTo>
                  <a:pt x="13081" y="23217"/>
                </a:lnTo>
                <a:lnTo>
                  <a:pt x="13373" y="23111"/>
                </a:lnTo>
                <a:lnTo>
                  <a:pt x="13666" y="23005"/>
                </a:lnTo>
                <a:lnTo>
                  <a:pt x="14074" y="22846"/>
                </a:lnTo>
                <a:lnTo>
                  <a:pt x="14250" y="22580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1942"/>
                </a:lnTo>
                <a:lnTo>
                  <a:pt x="15651" y="21836"/>
                </a:lnTo>
                <a:lnTo>
                  <a:pt x="16060" y="21677"/>
                </a:lnTo>
                <a:lnTo>
                  <a:pt x="16352" y="21677"/>
                </a:lnTo>
                <a:lnTo>
                  <a:pt x="16644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578" y="20827"/>
                </a:lnTo>
                <a:lnTo>
                  <a:pt x="17870" y="20667"/>
                </a:lnTo>
                <a:lnTo>
                  <a:pt x="18338" y="20561"/>
                </a:lnTo>
                <a:lnTo>
                  <a:pt x="18571" y="20402"/>
                </a:lnTo>
                <a:lnTo>
                  <a:pt x="18863" y="20136"/>
                </a:lnTo>
                <a:lnTo>
                  <a:pt x="19155" y="20030"/>
                </a:lnTo>
                <a:lnTo>
                  <a:pt x="19564" y="19764"/>
                </a:lnTo>
                <a:lnTo>
                  <a:pt x="19856" y="19498"/>
                </a:lnTo>
                <a:lnTo>
                  <a:pt x="20265" y="19392"/>
                </a:lnTo>
                <a:lnTo>
                  <a:pt x="20557" y="19392"/>
                </a:lnTo>
                <a:lnTo>
                  <a:pt x="20849" y="19286"/>
                </a:lnTo>
                <a:lnTo>
                  <a:pt x="21141" y="19020"/>
                </a:lnTo>
                <a:lnTo>
                  <a:pt x="21433" y="18861"/>
                </a:lnTo>
                <a:lnTo>
                  <a:pt x="21725" y="18754"/>
                </a:lnTo>
                <a:lnTo>
                  <a:pt x="21842" y="18595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320"/>
                </a:lnTo>
                <a:lnTo>
                  <a:pt x="24528" y="17054"/>
                </a:lnTo>
                <a:lnTo>
                  <a:pt x="24820" y="17054"/>
                </a:lnTo>
                <a:lnTo>
                  <a:pt x="25054" y="16948"/>
                </a:lnTo>
                <a:lnTo>
                  <a:pt x="25346" y="16842"/>
                </a:lnTo>
                <a:lnTo>
                  <a:pt x="25638" y="16576"/>
                </a:lnTo>
                <a:lnTo>
                  <a:pt x="25930" y="16417"/>
                </a:lnTo>
                <a:lnTo>
                  <a:pt x="26222" y="16311"/>
                </a:lnTo>
                <a:lnTo>
                  <a:pt x="26631" y="16204"/>
                </a:lnTo>
                <a:lnTo>
                  <a:pt x="26747" y="15939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567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609" y="14504"/>
                </a:lnTo>
                <a:lnTo>
                  <a:pt x="29901" y="14398"/>
                </a:lnTo>
                <a:lnTo>
                  <a:pt x="30135" y="14132"/>
                </a:lnTo>
                <a:lnTo>
                  <a:pt x="30427" y="14026"/>
                </a:lnTo>
                <a:lnTo>
                  <a:pt x="30836" y="13867"/>
                </a:lnTo>
                <a:lnTo>
                  <a:pt x="31128" y="13760"/>
                </a:lnTo>
                <a:lnTo>
                  <a:pt x="31420" y="13495"/>
                </a:lnTo>
                <a:lnTo>
                  <a:pt x="31712" y="13335"/>
                </a:lnTo>
                <a:lnTo>
                  <a:pt x="32120" y="13123"/>
                </a:lnTo>
                <a:lnTo>
                  <a:pt x="32412" y="12857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219"/>
                </a:lnTo>
                <a:lnTo>
                  <a:pt x="34223" y="12060"/>
                </a:lnTo>
                <a:lnTo>
                  <a:pt x="34398" y="11954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10" y="10147"/>
                </a:lnTo>
                <a:lnTo>
                  <a:pt x="37902" y="10147"/>
                </a:lnTo>
                <a:lnTo>
                  <a:pt x="38194" y="9882"/>
                </a:lnTo>
                <a:lnTo>
                  <a:pt x="38486" y="9775"/>
                </a:lnTo>
                <a:lnTo>
                  <a:pt x="38778" y="9616"/>
                </a:lnTo>
                <a:lnTo>
                  <a:pt x="39187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607"/>
                </a:lnTo>
                <a:lnTo>
                  <a:pt x="40764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698" y="7969"/>
                </a:lnTo>
                <a:lnTo>
                  <a:pt x="41874" y="7863"/>
                </a:lnTo>
                <a:lnTo>
                  <a:pt x="42166" y="7863"/>
                </a:lnTo>
                <a:lnTo>
                  <a:pt x="42399" y="7703"/>
                </a:lnTo>
                <a:lnTo>
                  <a:pt x="42691" y="7438"/>
                </a:lnTo>
                <a:lnTo>
                  <a:pt x="42983" y="7331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800"/>
                </a:lnTo>
                <a:lnTo>
                  <a:pt x="44268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4969" y="6163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419"/>
                </a:lnTo>
                <a:lnTo>
                  <a:pt x="46954" y="5259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81"/>
                </a:lnTo>
                <a:lnTo>
                  <a:pt x="48181" y="4622"/>
                </a:lnTo>
                <a:lnTo>
                  <a:pt x="48473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984"/>
                </a:lnTo>
                <a:lnTo>
                  <a:pt x="49641" y="3719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081"/>
                </a:lnTo>
                <a:lnTo>
                  <a:pt x="51043" y="3081"/>
                </a:lnTo>
                <a:lnTo>
                  <a:pt x="51335" y="2975"/>
                </a:lnTo>
                <a:lnTo>
                  <a:pt x="51743" y="2815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1912"/>
                </a:lnTo>
                <a:lnTo>
                  <a:pt x="53262" y="1806"/>
                </a:lnTo>
                <a:lnTo>
                  <a:pt x="53729" y="1700"/>
                </a:lnTo>
                <a:lnTo>
                  <a:pt x="53963" y="1540"/>
                </a:lnTo>
                <a:lnTo>
                  <a:pt x="54255" y="1275"/>
                </a:lnTo>
                <a:lnTo>
                  <a:pt x="54430" y="1168"/>
                </a:lnTo>
                <a:lnTo>
                  <a:pt x="54722" y="1062"/>
                </a:lnTo>
                <a:lnTo>
                  <a:pt x="54956" y="903"/>
                </a:lnTo>
                <a:lnTo>
                  <a:pt x="55248" y="796"/>
                </a:lnTo>
                <a:lnTo>
                  <a:pt x="55540" y="637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305916" y="4808272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408" y="30018"/>
                </a:lnTo>
                <a:lnTo>
                  <a:pt x="700" y="29806"/>
                </a:lnTo>
                <a:lnTo>
                  <a:pt x="1109" y="29646"/>
                </a:lnTo>
                <a:lnTo>
                  <a:pt x="1401" y="29540"/>
                </a:lnTo>
                <a:lnTo>
                  <a:pt x="1693" y="29381"/>
                </a:lnTo>
                <a:lnTo>
                  <a:pt x="1985" y="29115"/>
                </a:lnTo>
                <a:lnTo>
                  <a:pt x="2219" y="29009"/>
                </a:lnTo>
                <a:lnTo>
                  <a:pt x="2511" y="28902"/>
                </a:lnTo>
                <a:lnTo>
                  <a:pt x="2686" y="28743"/>
                </a:lnTo>
                <a:lnTo>
                  <a:pt x="3095" y="28637"/>
                </a:lnTo>
                <a:lnTo>
                  <a:pt x="3387" y="28477"/>
                </a:lnTo>
                <a:lnTo>
                  <a:pt x="3679" y="28371"/>
                </a:lnTo>
                <a:lnTo>
                  <a:pt x="3912" y="2826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574"/>
                </a:lnTo>
                <a:lnTo>
                  <a:pt x="5372" y="27362"/>
                </a:lnTo>
                <a:lnTo>
                  <a:pt x="5606" y="27202"/>
                </a:lnTo>
                <a:lnTo>
                  <a:pt x="5898" y="27096"/>
                </a:lnTo>
                <a:lnTo>
                  <a:pt x="6190" y="26937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475" y="26458"/>
                </a:lnTo>
                <a:lnTo>
                  <a:pt x="7592" y="26193"/>
                </a:lnTo>
                <a:lnTo>
                  <a:pt x="7884" y="26033"/>
                </a:lnTo>
                <a:lnTo>
                  <a:pt x="8176" y="25927"/>
                </a:lnTo>
                <a:lnTo>
                  <a:pt x="8468" y="25821"/>
                </a:lnTo>
                <a:lnTo>
                  <a:pt x="8760" y="25555"/>
                </a:lnTo>
                <a:lnTo>
                  <a:pt x="8993" y="25396"/>
                </a:lnTo>
                <a:lnTo>
                  <a:pt x="9461" y="25290"/>
                </a:lnTo>
                <a:lnTo>
                  <a:pt x="9694" y="25183"/>
                </a:lnTo>
                <a:lnTo>
                  <a:pt x="9986" y="24918"/>
                </a:lnTo>
                <a:lnTo>
                  <a:pt x="10161" y="24758"/>
                </a:lnTo>
                <a:lnTo>
                  <a:pt x="10395" y="24652"/>
                </a:lnTo>
                <a:lnTo>
                  <a:pt x="10687" y="24493"/>
                </a:lnTo>
                <a:lnTo>
                  <a:pt x="10979" y="24280"/>
                </a:lnTo>
                <a:lnTo>
                  <a:pt x="11271" y="24121"/>
                </a:lnTo>
                <a:lnTo>
                  <a:pt x="11680" y="24121"/>
                </a:lnTo>
                <a:lnTo>
                  <a:pt x="11972" y="24014"/>
                </a:lnTo>
                <a:lnTo>
                  <a:pt x="12264" y="23749"/>
                </a:lnTo>
                <a:lnTo>
                  <a:pt x="12556" y="23642"/>
                </a:lnTo>
                <a:lnTo>
                  <a:pt x="12673" y="23483"/>
                </a:lnTo>
                <a:lnTo>
                  <a:pt x="12965" y="23377"/>
                </a:lnTo>
                <a:lnTo>
                  <a:pt x="13257" y="23111"/>
                </a:lnTo>
                <a:lnTo>
                  <a:pt x="13666" y="22952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775" y="22314"/>
                </a:lnTo>
                <a:lnTo>
                  <a:pt x="15067" y="22208"/>
                </a:lnTo>
                <a:lnTo>
                  <a:pt x="15242" y="22102"/>
                </a:lnTo>
                <a:lnTo>
                  <a:pt x="15651" y="21836"/>
                </a:lnTo>
                <a:lnTo>
                  <a:pt x="15943" y="21836"/>
                </a:lnTo>
                <a:lnTo>
                  <a:pt x="16177" y="21677"/>
                </a:lnTo>
                <a:lnTo>
                  <a:pt x="16469" y="21570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7870" y="20667"/>
                </a:lnTo>
                <a:lnTo>
                  <a:pt x="18162" y="20561"/>
                </a:lnTo>
                <a:lnTo>
                  <a:pt x="18454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330" y="19870"/>
                </a:lnTo>
                <a:lnTo>
                  <a:pt x="19564" y="19764"/>
                </a:lnTo>
                <a:lnTo>
                  <a:pt x="20031" y="19658"/>
                </a:lnTo>
                <a:lnTo>
                  <a:pt x="20148" y="19498"/>
                </a:lnTo>
                <a:lnTo>
                  <a:pt x="20440" y="19392"/>
                </a:lnTo>
                <a:lnTo>
                  <a:pt x="20732" y="19233"/>
                </a:lnTo>
                <a:lnTo>
                  <a:pt x="21024" y="19126"/>
                </a:lnTo>
                <a:lnTo>
                  <a:pt x="21258" y="18861"/>
                </a:lnTo>
                <a:lnTo>
                  <a:pt x="21550" y="18754"/>
                </a:lnTo>
                <a:lnTo>
                  <a:pt x="21959" y="18595"/>
                </a:lnTo>
                <a:lnTo>
                  <a:pt x="22251" y="18489"/>
                </a:lnTo>
                <a:lnTo>
                  <a:pt x="22543" y="18223"/>
                </a:lnTo>
                <a:lnTo>
                  <a:pt x="22718" y="18117"/>
                </a:lnTo>
                <a:lnTo>
                  <a:pt x="22951" y="17958"/>
                </a:lnTo>
                <a:lnTo>
                  <a:pt x="23243" y="17851"/>
                </a:lnTo>
                <a:lnTo>
                  <a:pt x="23535" y="17586"/>
                </a:lnTo>
                <a:lnTo>
                  <a:pt x="23827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820" y="17054"/>
                </a:lnTo>
                <a:lnTo>
                  <a:pt x="25112" y="16948"/>
                </a:lnTo>
                <a:lnTo>
                  <a:pt x="25521" y="16682"/>
                </a:lnTo>
                <a:lnTo>
                  <a:pt x="25813" y="16417"/>
                </a:lnTo>
                <a:lnTo>
                  <a:pt x="26222" y="16311"/>
                </a:lnTo>
                <a:lnTo>
                  <a:pt x="26514" y="16151"/>
                </a:lnTo>
                <a:lnTo>
                  <a:pt x="26806" y="16045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514"/>
                </a:lnTo>
                <a:lnTo>
                  <a:pt x="28208" y="15142"/>
                </a:lnTo>
                <a:lnTo>
                  <a:pt x="28500" y="15035"/>
                </a:lnTo>
                <a:lnTo>
                  <a:pt x="28733" y="14876"/>
                </a:lnTo>
                <a:lnTo>
                  <a:pt x="29025" y="14770"/>
                </a:lnTo>
                <a:lnTo>
                  <a:pt x="29317" y="14610"/>
                </a:lnTo>
                <a:lnTo>
                  <a:pt x="29609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27" y="13973"/>
                </a:lnTo>
                <a:lnTo>
                  <a:pt x="30719" y="13867"/>
                </a:lnTo>
                <a:lnTo>
                  <a:pt x="31011" y="13760"/>
                </a:lnTo>
                <a:lnTo>
                  <a:pt x="31303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20" y="13070"/>
                </a:lnTo>
                <a:lnTo>
                  <a:pt x="32588" y="12857"/>
                </a:lnTo>
                <a:lnTo>
                  <a:pt x="32821" y="12698"/>
                </a:lnTo>
                <a:lnTo>
                  <a:pt x="32996" y="12591"/>
                </a:lnTo>
                <a:lnTo>
                  <a:pt x="33288" y="12432"/>
                </a:lnTo>
                <a:lnTo>
                  <a:pt x="33522" y="12326"/>
                </a:lnTo>
                <a:lnTo>
                  <a:pt x="33814" y="12219"/>
                </a:lnTo>
                <a:lnTo>
                  <a:pt x="34106" y="12060"/>
                </a:lnTo>
                <a:lnTo>
                  <a:pt x="34398" y="11954"/>
                </a:lnTo>
                <a:lnTo>
                  <a:pt x="34807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800" y="11051"/>
                </a:lnTo>
                <a:lnTo>
                  <a:pt x="36092" y="10891"/>
                </a:lnTo>
                <a:lnTo>
                  <a:pt x="36384" y="10785"/>
                </a:lnTo>
                <a:lnTo>
                  <a:pt x="36793" y="1067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8077" y="9882"/>
                </a:lnTo>
                <a:lnTo>
                  <a:pt x="38369" y="9775"/>
                </a:lnTo>
                <a:lnTo>
                  <a:pt x="38778" y="9616"/>
                </a:lnTo>
                <a:lnTo>
                  <a:pt x="39070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297" y="8607"/>
                </a:lnTo>
                <a:lnTo>
                  <a:pt x="40589" y="8447"/>
                </a:lnTo>
                <a:lnTo>
                  <a:pt x="40998" y="8341"/>
                </a:lnTo>
                <a:lnTo>
                  <a:pt x="41290" y="8235"/>
                </a:lnTo>
                <a:lnTo>
                  <a:pt x="41582" y="7969"/>
                </a:lnTo>
                <a:lnTo>
                  <a:pt x="41874" y="7810"/>
                </a:lnTo>
                <a:lnTo>
                  <a:pt x="42166" y="7810"/>
                </a:lnTo>
                <a:lnTo>
                  <a:pt x="42458" y="7703"/>
                </a:lnTo>
                <a:lnTo>
                  <a:pt x="42691" y="7438"/>
                </a:lnTo>
                <a:lnTo>
                  <a:pt x="42983" y="7331"/>
                </a:lnTo>
                <a:lnTo>
                  <a:pt x="43275" y="7172"/>
                </a:lnTo>
                <a:lnTo>
                  <a:pt x="43567" y="7066"/>
                </a:lnTo>
                <a:lnTo>
                  <a:pt x="43859" y="6800"/>
                </a:lnTo>
                <a:lnTo>
                  <a:pt x="44151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5086" y="6163"/>
                </a:lnTo>
                <a:lnTo>
                  <a:pt x="45378" y="6056"/>
                </a:lnTo>
                <a:lnTo>
                  <a:pt x="45553" y="5897"/>
                </a:lnTo>
                <a:lnTo>
                  <a:pt x="45845" y="5791"/>
                </a:lnTo>
                <a:lnTo>
                  <a:pt x="46078" y="5525"/>
                </a:lnTo>
                <a:lnTo>
                  <a:pt x="46370" y="5525"/>
                </a:lnTo>
                <a:lnTo>
                  <a:pt x="46662" y="5419"/>
                </a:lnTo>
                <a:lnTo>
                  <a:pt x="46954" y="5259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349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634" y="3187"/>
                </a:lnTo>
                <a:lnTo>
                  <a:pt x="50867" y="3081"/>
                </a:lnTo>
                <a:lnTo>
                  <a:pt x="51335" y="2975"/>
                </a:lnTo>
                <a:lnTo>
                  <a:pt x="51627" y="2815"/>
                </a:lnTo>
                <a:lnTo>
                  <a:pt x="51860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2853" y="1912"/>
                </a:lnTo>
                <a:lnTo>
                  <a:pt x="53145" y="1806"/>
                </a:lnTo>
                <a:lnTo>
                  <a:pt x="53554" y="1647"/>
                </a:lnTo>
                <a:lnTo>
                  <a:pt x="53846" y="1540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903"/>
                </a:lnTo>
                <a:lnTo>
                  <a:pt x="55248" y="796"/>
                </a:lnTo>
                <a:lnTo>
                  <a:pt x="55540" y="637"/>
                </a:lnTo>
                <a:lnTo>
                  <a:pt x="55832" y="531"/>
                </a:lnTo>
                <a:lnTo>
                  <a:pt x="56124" y="371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362624" y="4777988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78"/>
                </a:lnTo>
                <a:lnTo>
                  <a:pt x="525" y="30018"/>
                </a:lnTo>
                <a:lnTo>
                  <a:pt x="934" y="29752"/>
                </a:lnTo>
                <a:lnTo>
                  <a:pt x="1226" y="29646"/>
                </a:lnTo>
                <a:lnTo>
                  <a:pt x="1401" y="29540"/>
                </a:lnTo>
                <a:lnTo>
                  <a:pt x="1635" y="29381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849"/>
                </a:lnTo>
                <a:lnTo>
                  <a:pt x="2803" y="28849"/>
                </a:lnTo>
                <a:lnTo>
                  <a:pt x="3212" y="28637"/>
                </a:lnTo>
                <a:lnTo>
                  <a:pt x="3504" y="28477"/>
                </a:lnTo>
                <a:lnTo>
                  <a:pt x="3796" y="28371"/>
                </a:lnTo>
                <a:lnTo>
                  <a:pt x="3912" y="28212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15" y="27096"/>
                </a:lnTo>
                <a:lnTo>
                  <a:pt x="6307" y="26937"/>
                </a:lnTo>
                <a:lnTo>
                  <a:pt x="6482" y="26671"/>
                </a:lnTo>
                <a:lnTo>
                  <a:pt x="6716" y="26565"/>
                </a:lnTo>
                <a:lnTo>
                  <a:pt x="7183" y="26458"/>
                </a:lnTo>
                <a:lnTo>
                  <a:pt x="7417" y="26458"/>
                </a:lnTo>
                <a:lnTo>
                  <a:pt x="7709" y="26193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768"/>
                </a:lnTo>
                <a:lnTo>
                  <a:pt x="8877" y="25555"/>
                </a:lnTo>
                <a:lnTo>
                  <a:pt x="8993" y="25396"/>
                </a:lnTo>
                <a:lnTo>
                  <a:pt x="9402" y="25290"/>
                </a:lnTo>
                <a:lnTo>
                  <a:pt x="9694" y="25130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04" y="24493"/>
                </a:lnTo>
                <a:lnTo>
                  <a:pt x="11096" y="24227"/>
                </a:lnTo>
                <a:lnTo>
                  <a:pt x="11388" y="24121"/>
                </a:lnTo>
                <a:lnTo>
                  <a:pt x="11680" y="24121"/>
                </a:lnTo>
                <a:lnTo>
                  <a:pt x="11972" y="24014"/>
                </a:lnTo>
                <a:lnTo>
                  <a:pt x="12264" y="23749"/>
                </a:lnTo>
                <a:lnTo>
                  <a:pt x="12497" y="23589"/>
                </a:lnTo>
                <a:lnTo>
                  <a:pt x="12789" y="23483"/>
                </a:lnTo>
                <a:lnTo>
                  <a:pt x="13081" y="23377"/>
                </a:lnTo>
                <a:lnTo>
                  <a:pt x="13490" y="23111"/>
                </a:lnTo>
                <a:lnTo>
                  <a:pt x="13782" y="22952"/>
                </a:lnTo>
                <a:lnTo>
                  <a:pt x="13958" y="22846"/>
                </a:lnTo>
                <a:lnTo>
                  <a:pt x="14191" y="22686"/>
                </a:lnTo>
                <a:lnTo>
                  <a:pt x="14483" y="22474"/>
                </a:lnTo>
                <a:lnTo>
                  <a:pt x="14775" y="22314"/>
                </a:lnTo>
                <a:lnTo>
                  <a:pt x="15067" y="22208"/>
                </a:lnTo>
                <a:lnTo>
                  <a:pt x="15359" y="22049"/>
                </a:lnTo>
                <a:lnTo>
                  <a:pt x="15768" y="21836"/>
                </a:lnTo>
                <a:lnTo>
                  <a:pt x="16060" y="21836"/>
                </a:lnTo>
                <a:lnTo>
                  <a:pt x="16352" y="21677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279" y="20508"/>
                </a:lnTo>
                <a:lnTo>
                  <a:pt x="18571" y="20402"/>
                </a:lnTo>
                <a:lnTo>
                  <a:pt x="18863" y="20295"/>
                </a:lnTo>
                <a:lnTo>
                  <a:pt x="18980" y="20030"/>
                </a:lnTo>
                <a:lnTo>
                  <a:pt x="19272" y="19870"/>
                </a:lnTo>
                <a:lnTo>
                  <a:pt x="19739" y="19764"/>
                </a:lnTo>
                <a:lnTo>
                  <a:pt x="19973" y="19658"/>
                </a:lnTo>
                <a:lnTo>
                  <a:pt x="20265" y="19498"/>
                </a:lnTo>
                <a:lnTo>
                  <a:pt x="20557" y="19392"/>
                </a:lnTo>
                <a:lnTo>
                  <a:pt x="20849" y="19233"/>
                </a:lnTo>
                <a:lnTo>
                  <a:pt x="21141" y="19126"/>
                </a:lnTo>
                <a:lnTo>
                  <a:pt x="21433" y="18861"/>
                </a:lnTo>
                <a:lnTo>
                  <a:pt x="21959" y="18595"/>
                </a:lnTo>
                <a:lnTo>
                  <a:pt x="22251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360" y="17851"/>
                </a:lnTo>
                <a:lnTo>
                  <a:pt x="23652" y="17586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214"/>
                </a:lnTo>
                <a:lnTo>
                  <a:pt x="24762" y="17054"/>
                </a:lnTo>
                <a:lnTo>
                  <a:pt x="25054" y="16948"/>
                </a:lnTo>
                <a:lnTo>
                  <a:pt x="25346" y="16789"/>
                </a:lnTo>
                <a:lnTo>
                  <a:pt x="25638" y="16682"/>
                </a:lnTo>
                <a:lnTo>
                  <a:pt x="26047" y="16417"/>
                </a:lnTo>
                <a:lnTo>
                  <a:pt x="26339" y="16311"/>
                </a:lnTo>
                <a:lnTo>
                  <a:pt x="26455" y="16151"/>
                </a:lnTo>
                <a:lnTo>
                  <a:pt x="26747" y="16045"/>
                </a:lnTo>
                <a:lnTo>
                  <a:pt x="27039" y="15779"/>
                </a:lnTo>
                <a:lnTo>
                  <a:pt x="27332" y="15673"/>
                </a:lnTo>
                <a:lnTo>
                  <a:pt x="27624" y="15514"/>
                </a:lnTo>
                <a:lnTo>
                  <a:pt x="27916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317" y="14610"/>
                </a:lnTo>
                <a:lnTo>
                  <a:pt x="29609" y="14504"/>
                </a:lnTo>
                <a:lnTo>
                  <a:pt x="29843" y="14345"/>
                </a:lnTo>
                <a:lnTo>
                  <a:pt x="30310" y="14238"/>
                </a:lnTo>
                <a:lnTo>
                  <a:pt x="30544" y="13973"/>
                </a:lnTo>
                <a:lnTo>
                  <a:pt x="30836" y="13867"/>
                </a:lnTo>
                <a:lnTo>
                  <a:pt x="31128" y="13707"/>
                </a:lnTo>
                <a:lnTo>
                  <a:pt x="31420" y="13601"/>
                </a:lnTo>
                <a:lnTo>
                  <a:pt x="31536" y="13335"/>
                </a:lnTo>
                <a:lnTo>
                  <a:pt x="31828" y="13229"/>
                </a:lnTo>
                <a:lnTo>
                  <a:pt x="32237" y="13070"/>
                </a:lnTo>
                <a:lnTo>
                  <a:pt x="32529" y="12963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591"/>
                </a:lnTo>
                <a:lnTo>
                  <a:pt x="33697" y="12432"/>
                </a:lnTo>
                <a:lnTo>
                  <a:pt x="33931" y="12166"/>
                </a:lnTo>
                <a:lnTo>
                  <a:pt x="34106" y="12060"/>
                </a:lnTo>
                <a:lnTo>
                  <a:pt x="34515" y="11954"/>
                </a:lnTo>
                <a:lnTo>
                  <a:pt x="34807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25" y="11263"/>
                </a:lnTo>
                <a:lnTo>
                  <a:pt x="35917" y="11157"/>
                </a:lnTo>
                <a:lnTo>
                  <a:pt x="36209" y="10891"/>
                </a:lnTo>
                <a:lnTo>
                  <a:pt x="36501" y="10785"/>
                </a:lnTo>
                <a:lnTo>
                  <a:pt x="36793" y="10626"/>
                </a:lnTo>
                <a:lnTo>
                  <a:pt x="37085" y="10519"/>
                </a:lnTo>
                <a:lnTo>
                  <a:pt x="37318" y="10254"/>
                </a:lnTo>
                <a:lnTo>
                  <a:pt x="37610" y="10254"/>
                </a:lnTo>
                <a:lnTo>
                  <a:pt x="37902" y="10147"/>
                </a:lnTo>
                <a:lnTo>
                  <a:pt x="38194" y="9988"/>
                </a:lnTo>
                <a:lnTo>
                  <a:pt x="38603" y="9722"/>
                </a:lnTo>
                <a:lnTo>
                  <a:pt x="38895" y="9616"/>
                </a:lnTo>
                <a:lnTo>
                  <a:pt x="39304" y="9350"/>
                </a:lnTo>
                <a:lnTo>
                  <a:pt x="39596" y="9085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406" y="8235"/>
                </a:lnTo>
                <a:lnTo>
                  <a:pt x="41582" y="8075"/>
                </a:lnTo>
                <a:lnTo>
                  <a:pt x="41874" y="7810"/>
                </a:lnTo>
                <a:lnTo>
                  <a:pt x="42166" y="7810"/>
                </a:lnTo>
                <a:lnTo>
                  <a:pt x="42399" y="7703"/>
                </a:lnTo>
                <a:lnTo>
                  <a:pt x="42866" y="7544"/>
                </a:lnTo>
                <a:lnTo>
                  <a:pt x="43100" y="7331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906"/>
                </a:lnTo>
                <a:lnTo>
                  <a:pt x="44093" y="6694"/>
                </a:lnTo>
                <a:lnTo>
                  <a:pt x="44385" y="6535"/>
                </a:lnTo>
                <a:lnTo>
                  <a:pt x="44794" y="6428"/>
                </a:lnTo>
                <a:lnTo>
                  <a:pt x="45086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31"/>
                </a:lnTo>
                <a:lnTo>
                  <a:pt x="46487" y="5525"/>
                </a:lnTo>
                <a:lnTo>
                  <a:pt x="46662" y="5366"/>
                </a:lnTo>
                <a:lnTo>
                  <a:pt x="47071" y="5259"/>
                </a:lnTo>
                <a:lnTo>
                  <a:pt x="47363" y="5153"/>
                </a:lnTo>
                <a:lnTo>
                  <a:pt x="47655" y="4887"/>
                </a:lnTo>
                <a:lnTo>
                  <a:pt x="47947" y="4728"/>
                </a:lnTo>
                <a:lnTo>
                  <a:pt x="48181" y="4622"/>
                </a:lnTo>
                <a:lnTo>
                  <a:pt x="48473" y="4462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984"/>
                </a:lnTo>
                <a:lnTo>
                  <a:pt x="49583" y="3825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187"/>
                </a:lnTo>
                <a:lnTo>
                  <a:pt x="51159" y="3081"/>
                </a:lnTo>
                <a:lnTo>
                  <a:pt x="51451" y="2922"/>
                </a:lnTo>
                <a:lnTo>
                  <a:pt x="51860" y="2709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178"/>
                </a:lnTo>
                <a:lnTo>
                  <a:pt x="52970" y="2072"/>
                </a:lnTo>
                <a:lnTo>
                  <a:pt x="53437" y="1806"/>
                </a:lnTo>
                <a:lnTo>
                  <a:pt x="53729" y="1647"/>
                </a:lnTo>
                <a:lnTo>
                  <a:pt x="53963" y="1540"/>
                </a:lnTo>
                <a:lnTo>
                  <a:pt x="54138" y="1381"/>
                </a:lnTo>
                <a:lnTo>
                  <a:pt x="54430" y="1168"/>
                </a:lnTo>
                <a:lnTo>
                  <a:pt x="54664" y="1009"/>
                </a:lnTo>
                <a:lnTo>
                  <a:pt x="54956" y="903"/>
                </a:lnTo>
                <a:lnTo>
                  <a:pt x="55364" y="903"/>
                </a:lnTo>
                <a:lnTo>
                  <a:pt x="55656" y="637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265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419274" y="4747810"/>
            <a:ext cx="56824" cy="30178"/>
          </a:xfrm>
          <a:custGeom>
            <a:avLst/>
            <a:gdLst/>
            <a:ahLst/>
            <a:cxnLst/>
            <a:rect l="l" t="t" r="r" b="b"/>
            <a:pathLst>
              <a:path w="56824" h="30178">
                <a:moveTo>
                  <a:pt x="0" y="30178"/>
                </a:moveTo>
                <a:lnTo>
                  <a:pt x="292" y="30018"/>
                </a:lnTo>
                <a:lnTo>
                  <a:pt x="700" y="29912"/>
                </a:lnTo>
                <a:lnTo>
                  <a:pt x="992" y="29806"/>
                </a:lnTo>
                <a:lnTo>
                  <a:pt x="1284" y="29540"/>
                </a:lnTo>
                <a:lnTo>
                  <a:pt x="1576" y="29381"/>
                </a:lnTo>
                <a:lnTo>
                  <a:pt x="1868" y="29274"/>
                </a:lnTo>
                <a:lnTo>
                  <a:pt x="2102" y="29168"/>
                </a:lnTo>
                <a:lnTo>
                  <a:pt x="2394" y="28902"/>
                </a:lnTo>
                <a:lnTo>
                  <a:pt x="2569" y="28743"/>
                </a:lnTo>
                <a:lnTo>
                  <a:pt x="2978" y="28743"/>
                </a:lnTo>
                <a:lnTo>
                  <a:pt x="3270" y="2863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672" y="27734"/>
                </a:lnTo>
                <a:lnTo>
                  <a:pt x="5080" y="27627"/>
                </a:lnTo>
                <a:lnTo>
                  <a:pt x="5256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37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458"/>
                </a:lnTo>
                <a:lnTo>
                  <a:pt x="7358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5927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344" y="25290"/>
                </a:lnTo>
                <a:lnTo>
                  <a:pt x="9577" y="25183"/>
                </a:lnTo>
                <a:lnTo>
                  <a:pt x="9869" y="25024"/>
                </a:lnTo>
                <a:lnTo>
                  <a:pt x="10045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271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908"/>
                </a:lnTo>
                <a:lnTo>
                  <a:pt x="12439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846"/>
                </a:lnTo>
                <a:lnTo>
                  <a:pt x="14133" y="22739"/>
                </a:lnTo>
                <a:lnTo>
                  <a:pt x="14425" y="22580"/>
                </a:lnTo>
                <a:lnTo>
                  <a:pt x="14658" y="22474"/>
                </a:lnTo>
                <a:lnTo>
                  <a:pt x="14950" y="22208"/>
                </a:lnTo>
                <a:lnTo>
                  <a:pt x="15126" y="22102"/>
                </a:lnTo>
                <a:lnTo>
                  <a:pt x="15534" y="21942"/>
                </a:lnTo>
                <a:lnTo>
                  <a:pt x="15826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64"/>
                </a:lnTo>
                <a:lnTo>
                  <a:pt x="16936" y="21305"/>
                </a:lnTo>
                <a:lnTo>
                  <a:pt x="17228" y="21039"/>
                </a:lnTo>
                <a:lnTo>
                  <a:pt x="17637" y="2093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447" y="19764"/>
                </a:lnTo>
                <a:lnTo>
                  <a:pt x="19914" y="19658"/>
                </a:lnTo>
                <a:lnTo>
                  <a:pt x="20206" y="19498"/>
                </a:lnTo>
                <a:lnTo>
                  <a:pt x="20615" y="19286"/>
                </a:lnTo>
                <a:lnTo>
                  <a:pt x="20907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842" y="18595"/>
                </a:lnTo>
                <a:lnTo>
                  <a:pt x="22134" y="18489"/>
                </a:lnTo>
                <a:lnTo>
                  <a:pt x="22426" y="18383"/>
                </a:lnTo>
                <a:lnTo>
                  <a:pt x="22601" y="18223"/>
                </a:lnTo>
                <a:lnTo>
                  <a:pt x="22835" y="17958"/>
                </a:lnTo>
                <a:lnTo>
                  <a:pt x="23127" y="17851"/>
                </a:lnTo>
                <a:lnTo>
                  <a:pt x="23419" y="17745"/>
                </a:lnTo>
                <a:lnTo>
                  <a:pt x="23827" y="17586"/>
                </a:lnTo>
                <a:lnTo>
                  <a:pt x="24119" y="17320"/>
                </a:lnTo>
                <a:lnTo>
                  <a:pt x="24411" y="17214"/>
                </a:lnTo>
                <a:lnTo>
                  <a:pt x="24703" y="17054"/>
                </a:lnTo>
                <a:lnTo>
                  <a:pt x="24995" y="17054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6105" y="16417"/>
                </a:lnTo>
                <a:lnTo>
                  <a:pt x="26397" y="16204"/>
                </a:lnTo>
                <a:lnTo>
                  <a:pt x="26689" y="16045"/>
                </a:lnTo>
                <a:lnTo>
                  <a:pt x="26923" y="15939"/>
                </a:lnTo>
                <a:lnTo>
                  <a:pt x="27215" y="15779"/>
                </a:lnTo>
                <a:lnTo>
                  <a:pt x="27507" y="15514"/>
                </a:lnTo>
                <a:lnTo>
                  <a:pt x="27682" y="15407"/>
                </a:lnTo>
                <a:lnTo>
                  <a:pt x="28091" y="15301"/>
                </a:lnTo>
                <a:lnTo>
                  <a:pt x="28383" y="15142"/>
                </a:lnTo>
                <a:lnTo>
                  <a:pt x="28616" y="14876"/>
                </a:lnTo>
                <a:lnTo>
                  <a:pt x="28908" y="14770"/>
                </a:lnTo>
                <a:lnTo>
                  <a:pt x="29200" y="14770"/>
                </a:lnTo>
                <a:lnTo>
                  <a:pt x="29492" y="14663"/>
                </a:lnTo>
                <a:lnTo>
                  <a:pt x="29784" y="14398"/>
                </a:lnTo>
                <a:lnTo>
                  <a:pt x="30193" y="14238"/>
                </a:lnTo>
                <a:lnTo>
                  <a:pt x="30602" y="13973"/>
                </a:lnTo>
                <a:lnTo>
                  <a:pt x="30894" y="13760"/>
                </a:lnTo>
                <a:lnTo>
                  <a:pt x="31186" y="13601"/>
                </a:lnTo>
                <a:lnTo>
                  <a:pt x="31478" y="13495"/>
                </a:lnTo>
                <a:lnTo>
                  <a:pt x="31770" y="13335"/>
                </a:lnTo>
                <a:lnTo>
                  <a:pt x="32004" y="13123"/>
                </a:lnTo>
                <a:lnTo>
                  <a:pt x="32471" y="12963"/>
                </a:lnTo>
                <a:lnTo>
                  <a:pt x="32704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398" y="11954"/>
                </a:lnTo>
                <a:lnTo>
                  <a:pt x="34690" y="11794"/>
                </a:lnTo>
                <a:lnTo>
                  <a:pt x="34982" y="11688"/>
                </a:lnTo>
                <a:lnTo>
                  <a:pt x="35274" y="11582"/>
                </a:lnTo>
                <a:lnTo>
                  <a:pt x="35391" y="11316"/>
                </a:lnTo>
                <a:lnTo>
                  <a:pt x="35683" y="11157"/>
                </a:lnTo>
                <a:lnTo>
                  <a:pt x="35975" y="11051"/>
                </a:lnTo>
                <a:lnTo>
                  <a:pt x="36384" y="10891"/>
                </a:lnTo>
                <a:lnTo>
                  <a:pt x="36676" y="10679"/>
                </a:lnTo>
                <a:lnTo>
                  <a:pt x="36968" y="10519"/>
                </a:lnTo>
                <a:lnTo>
                  <a:pt x="37260" y="10413"/>
                </a:lnTo>
                <a:lnTo>
                  <a:pt x="37552" y="10254"/>
                </a:lnTo>
                <a:lnTo>
                  <a:pt x="37785" y="10147"/>
                </a:lnTo>
                <a:lnTo>
                  <a:pt x="37961" y="10041"/>
                </a:lnTo>
                <a:lnTo>
                  <a:pt x="38253" y="9882"/>
                </a:lnTo>
                <a:lnTo>
                  <a:pt x="38661" y="9775"/>
                </a:lnTo>
                <a:lnTo>
                  <a:pt x="38953" y="9510"/>
                </a:lnTo>
                <a:lnTo>
                  <a:pt x="39245" y="9404"/>
                </a:lnTo>
                <a:lnTo>
                  <a:pt x="39479" y="9244"/>
                </a:lnTo>
                <a:lnTo>
                  <a:pt x="39771" y="9138"/>
                </a:lnTo>
                <a:lnTo>
                  <a:pt x="40063" y="8872"/>
                </a:lnTo>
                <a:lnTo>
                  <a:pt x="40180" y="8713"/>
                </a:lnTo>
                <a:lnTo>
                  <a:pt x="40647" y="8607"/>
                </a:lnTo>
                <a:lnTo>
                  <a:pt x="40881" y="8500"/>
                </a:lnTo>
                <a:lnTo>
                  <a:pt x="41173" y="8235"/>
                </a:lnTo>
                <a:lnTo>
                  <a:pt x="41465" y="8075"/>
                </a:lnTo>
                <a:lnTo>
                  <a:pt x="41757" y="7969"/>
                </a:lnTo>
                <a:lnTo>
                  <a:pt x="42049" y="7863"/>
                </a:lnTo>
                <a:lnTo>
                  <a:pt x="42341" y="7703"/>
                </a:lnTo>
                <a:lnTo>
                  <a:pt x="42750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60"/>
                </a:lnTo>
                <a:lnTo>
                  <a:pt x="44034" y="6800"/>
                </a:lnTo>
                <a:lnTo>
                  <a:pt x="44268" y="6694"/>
                </a:lnTo>
                <a:lnTo>
                  <a:pt x="44560" y="6428"/>
                </a:lnTo>
                <a:lnTo>
                  <a:pt x="45027" y="6322"/>
                </a:lnTo>
                <a:lnTo>
                  <a:pt x="45261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525"/>
                </a:lnTo>
                <a:lnTo>
                  <a:pt x="46954" y="5259"/>
                </a:lnTo>
                <a:lnTo>
                  <a:pt x="47246" y="5153"/>
                </a:lnTo>
                <a:lnTo>
                  <a:pt x="47538" y="4994"/>
                </a:lnTo>
                <a:lnTo>
                  <a:pt x="47831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940" y="4250"/>
                </a:lnTo>
                <a:lnTo>
                  <a:pt x="49232" y="3984"/>
                </a:lnTo>
                <a:lnTo>
                  <a:pt x="49524" y="3878"/>
                </a:lnTo>
                <a:lnTo>
                  <a:pt x="49816" y="3719"/>
                </a:lnTo>
                <a:lnTo>
                  <a:pt x="50050" y="3612"/>
                </a:lnTo>
                <a:lnTo>
                  <a:pt x="50342" y="3347"/>
                </a:lnTo>
                <a:lnTo>
                  <a:pt x="50517" y="3240"/>
                </a:lnTo>
                <a:lnTo>
                  <a:pt x="50809" y="3240"/>
                </a:lnTo>
                <a:lnTo>
                  <a:pt x="51218" y="3081"/>
                </a:lnTo>
                <a:lnTo>
                  <a:pt x="51510" y="2815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178"/>
                </a:lnTo>
                <a:lnTo>
                  <a:pt x="52911" y="2072"/>
                </a:lnTo>
                <a:lnTo>
                  <a:pt x="53203" y="1912"/>
                </a:lnTo>
                <a:lnTo>
                  <a:pt x="53437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313" y="1275"/>
                </a:lnTo>
                <a:lnTo>
                  <a:pt x="54605" y="1168"/>
                </a:lnTo>
                <a:lnTo>
                  <a:pt x="54897" y="903"/>
                </a:lnTo>
                <a:lnTo>
                  <a:pt x="55306" y="796"/>
                </a:lnTo>
                <a:lnTo>
                  <a:pt x="55715" y="637"/>
                </a:lnTo>
                <a:lnTo>
                  <a:pt x="56007" y="371"/>
                </a:lnTo>
                <a:lnTo>
                  <a:pt x="56299" y="265"/>
                </a:lnTo>
                <a:lnTo>
                  <a:pt x="56591" y="159"/>
                </a:lnTo>
                <a:lnTo>
                  <a:pt x="56824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476099" y="4717525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018"/>
                </a:lnTo>
                <a:lnTo>
                  <a:pt x="700" y="29912"/>
                </a:lnTo>
                <a:lnTo>
                  <a:pt x="992" y="29752"/>
                </a:lnTo>
                <a:lnTo>
                  <a:pt x="1168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686" y="28743"/>
                </a:lnTo>
                <a:lnTo>
                  <a:pt x="2978" y="28743"/>
                </a:lnTo>
                <a:lnTo>
                  <a:pt x="3270" y="28637"/>
                </a:lnTo>
                <a:lnTo>
                  <a:pt x="3562" y="28477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672" y="27840"/>
                </a:lnTo>
                <a:lnTo>
                  <a:pt x="4964" y="27574"/>
                </a:lnTo>
                <a:lnTo>
                  <a:pt x="5256" y="27468"/>
                </a:lnTo>
                <a:lnTo>
                  <a:pt x="5548" y="27362"/>
                </a:lnTo>
                <a:lnTo>
                  <a:pt x="5781" y="27202"/>
                </a:lnTo>
                <a:lnTo>
                  <a:pt x="6073" y="26937"/>
                </a:lnTo>
                <a:lnTo>
                  <a:pt x="6248" y="26830"/>
                </a:lnTo>
                <a:lnTo>
                  <a:pt x="6482" y="26724"/>
                </a:lnTo>
                <a:lnTo>
                  <a:pt x="6949" y="26565"/>
                </a:lnTo>
                <a:lnTo>
                  <a:pt x="7183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6033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169" y="25396"/>
                </a:lnTo>
                <a:lnTo>
                  <a:pt x="9461" y="25183"/>
                </a:lnTo>
                <a:lnTo>
                  <a:pt x="9753" y="25024"/>
                </a:lnTo>
                <a:lnTo>
                  <a:pt x="10045" y="24918"/>
                </a:lnTo>
                <a:lnTo>
                  <a:pt x="10337" y="24652"/>
                </a:lnTo>
                <a:lnTo>
                  <a:pt x="10570" y="24493"/>
                </a:lnTo>
                <a:lnTo>
                  <a:pt x="11037" y="24386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855"/>
                </a:lnTo>
                <a:lnTo>
                  <a:pt x="12264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257" y="23217"/>
                </a:lnTo>
                <a:lnTo>
                  <a:pt x="13549" y="23111"/>
                </a:lnTo>
                <a:lnTo>
                  <a:pt x="13724" y="22846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242" y="22102"/>
                </a:lnTo>
                <a:lnTo>
                  <a:pt x="15534" y="21942"/>
                </a:lnTo>
                <a:lnTo>
                  <a:pt x="15826" y="21836"/>
                </a:lnTo>
                <a:lnTo>
                  <a:pt x="16118" y="21677"/>
                </a:lnTo>
                <a:lnTo>
                  <a:pt x="16527" y="21411"/>
                </a:lnTo>
                <a:lnTo>
                  <a:pt x="16819" y="21305"/>
                </a:lnTo>
                <a:lnTo>
                  <a:pt x="17228" y="21039"/>
                </a:lnTo>
                <a:lnTo>
                  <a:pt x="17520" y="20933"/>
                </a:lnTo>
                <a:lnTo>
                  <a:pt x="17812" y="2077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805" y="20136"/>
                </a:lnTo>
                <a:lnTo>
                  <a:pt x="19038" y="20030"/>
                </a:lnTo>
                <a:lnTo>
                  <a:pt x="19506" y="19764"/>
                </a:lnTo>
                <a:lnTo>
                  <a:pt x="19739" y="19658"/>
                </a:lnTo>
                <a:lnTo>
                  <a:pt x="20031" y="19498"/>
                </a:lnTo>
                <a:lnTo>
                  <a:pt x="20323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9020"/>
                </a:lnTo>
                <a:lnTo>
                  <a:pt x="21433" y="18861"/>
                </a:lnTo>
                <a:lnTo>
                  <a:pt x="21725" y="18595"/>
                </a:lnTo>
                <a:lnTo>
                  <a:pt x="22017" y="18489"/>
                </a:lnTo>
                <a:lnTo>
                  <a:pt x="22309" y="18329"/>
                </a:lnTo>
                <a:lnTo>
                  <a:pt x="22601" y="18223"/>
                </a:lnTo>
                <a:lnTo>
                  <a:pt x="22893" y="17958"/>
                </a:lnTo>
                <a:lnTo>
                  <a:pt x="23127" y="17851"/>
                </a:lnTo>
                <a:lnTo>
                  <a:pt x="23594" y="17692"/>
                </a:lnTo>
                <a:lnTo>
                  <a:pt x="24003" y="17320"/>
                </a:lnTo>
                <a:lnTo>
                  <a:pt x="24295" y="17214"/>
                </a:lnTo>
                <a:lnTo>
                  <a:pt x="24587" y="17214"/>
                </a:lnTo>
                <a:lnTo>
                  <a:pt x="24820" y="17054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76"/>
                </a:lnTo>
                <a:lnTo>
                  <a:pt x="26105" y="16417"/>
                </a:lnTo>
                <a:lnTo>
                  <a:pt x="26222" y="1615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514"/>
                </a:lnTo>
                <a:lnTo>
                  <a:pt x="27799" y="15407"/>
                </a:lnTo>
                <a:lnTo>
                  <a:pt x="28091" y="15248"/>
                </a:lnTo>
                <a:lnTo>
                  <a:pt x="28383" y="15142"/>
                </a:lnTo>
                <a:lnTo>
                  <a:pt x="28675" y="14876"/>
                </a:lnTo>
                <a:lnTo>
                  <a:pt x="29084" y="14770"/>
                </a:lnTo>
                <a:lnTo>
                  <a:pt x="29376" y="14610"/>
                </a:lnTo>
                <a:lnTo>
                  <a:pt x="29784" y="14398"/>
                </a:lnTo>
                <a:lnTo>
                  <a:pt x="30076" y="14238"/>
                </a:lnTo>
                <a:lnTo>
                  <a:pt x="30368" y="14132"/>
                </a:lnTo>
                <a:lnTo>
                  <a:pt x="30602" y="13973"/>
                </a:lnTo>
                <a:lnTo>
                  <a:pt x="30894" y="13707"/>
                </a:lnTo>
                <a:lnTo>
                  <a:pt x="31186" y="13601"/>
                </a:lnTo>
                <a:lnTo>
                  <a:pt x="31595" y="13335"/>
                </a:lnTo>
                <a:lnTo>
                  <a:pt x="32004" y="13070"/>
                </a:lnTo>
                <a:lnTo>
                  <a:pt x="32296" y="12963"/>
                </a:lnTo>
                <a:lnTo>
                  <a:pt x="32588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1954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391" y="11316"/>
                </a:lnTo>
                <a:lnTo>
                  <a:pt x="35683" y="11157"/>
                </a:lnTo>
                <a:lnTo>
                  <a:pt x="36150" y="11051"/>
                </a:lnTo>
                <a:lnTo>
                  <a:pt x="36267" y="10891"/>
                </a:lnTo>
                <a:lnTo>
                  <a:pt x="36559" y="10679"/>
                </a:lnTo>
                <a:lnTo>
                  <a:pt x="36851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882"/>
                </a:lnTo>
                <a:lnTo>
                  <a:pt x="38661" y="9775"/>
                </a:lnTo>
                <a:lnTo>
                  <a:pt x="38778" y="9510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355" y="8713"/>
                </a:lnTo>
                <a:lnTo>
                  <a:pt x="40647" y="8607"/>
                </a:lnTo>
                <a:lnTo>
                  <a:pt x="40939" y="8447"/>
                </a:lnTo>
                <a:lnTo>
                  <a:pt x="41173" y="8235"/>
                </a:lnTo>
                <a:lnTo>
                  <a:pt x="41348" y="8075"/>
                </a:lnTo>
                <a:lnTo>
                  <a:pt x="41640" y="7969"/>
                </a:lnTo>
                <a:lnTo>
                  <a:pt x="41932" y="7810"/>
                </a:lnTo>
                <a:lnTo>
                  <a:pt x="42166" y="7703"/>
                </a:lnTo>
                <a:lnTo>
                  <a:pt x="42633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06"/>
                </a:lnTo>
                <a:lnTo>
                  <a:pt x="44151" y="6694"/>
                </a:lnTo>
                <a:lnTo>
                  <a:pt x="44560" y="6428"/>
                </a:lnTo>
                <a:lnTo>
                  <a:pt x="44852" y="6269"/>
                </a:lnTo>
                <a:lnTo>
                  <a:pt x="45144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6020" y="5631"/>
                </a:lnTo>
                <a:lnTo>
                  <a:pt x="46254" y="5525"/>
                </a:lnTo>
                <a:lnTo>
                  <a:pt x="46546" y="5525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4994"/>
                </a:lnTo>
                <a:lnTo>
                  <a:pt x="47714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3984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187"/>
                </a:lnTo>
                <a:lnTo>
                  <a:pt x="50926" y="3187"/>
                </a:lnTo>
                <a:lnTo>
                  <a:pt x="51218" y="3081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178"/>
                </a:lnTo>
                <a:lnTo>
                  <a:pt x="52911" y="2072"/>
                </a:lnTo>
                <a:lnTo>
                  <a:pt x="53203" y="1912"/>
                </a:lnTo>
                <a:lnTo>
                  <a:pt x="53495" y="1806"/>
                </a:lnTo>
                <a:lnTo>
                  <a:pt x="53729" y="1540"/>
                </a:lnTo>
                <a:lnTo>
                  <a:pt x="53904" y="1434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903"/>
                </a:lnTo>
                <a:lnTo>
                  <a:pt x="55131" y="903"/>
                </a:lnTo>
                <a:lnTo>
                  <a:pt x="55423" y="743"/>
                </a:lnTo>
                <a:lnTo>
                  <a:pt x="55715" y="637"/>
                </a:lnTo>
                <a:lnTo>
                  <a:pt x="56007" y="371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532807" y="4687241"/>
            <a:ext cx="57000" cy="30284"/>
          </a:xfrm>
          <a:custGeom>
            <a:avLst/>
            <a:gdLst/>
            <a:ahLst/>
            <a:cxnLst/>
            <a:rect l="l" t="t" r="r" b="b"/>
            <a:pathLst>
              <a:path w="57000" h="30284">
                <a:moveTo>
                  <a:pt x="0" y="30284"/>
                </a:moveTo>
                <a:lnTo>
                  <a:pt x="408" y="30018"/>
                </a:lnTo>
                <a:lnTo>
                  <a:pt x="700" y="29912"/>
                </a:lnTo>
                <a:lnTo>
                  <a:pt x="992" y="29752"/>
                </a:lnTo>
                <a:lnTo>
                  <a:pt x="1284" y="29646"/>
                </a:lnTo>
                <a:lnTo>
                  <a:pt x="1576" y="29381"/>
                </a:lnTo>
                <a:lnTo>
                  <a:pt x="1810" y="29274"/>
                </a:lnTo>
                <a:lnTo>
                  <a:pt x="2102" y="29115"/>
                </a:lnTo>
                <a:lnTo>
                  <a:pt x="2394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637"/>
                </a:lnTo>
                <a:lnTo>
                  <a:pt x="3504" y="28477"/>
                </a:lnTo>
                <a:lnTo>
                  <a:pt x="3796" y="28212"/>
                </a:lnTo>
                <a:lnTo>
                  <a:pt x="4088" y="28105"/>
                </a:lnTo>
                <a:lnTo>
                  <a:pt x="4380" y="27999"/>
                </a:lnTo>
                <a:lnTo>
                  <a:pt x="4788" y="27840"/>
                </a:lnTo>
                <a:lnTo>
                  <a:pt x="4964" y="2757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6937"/>
                </a:lnTo>
                <a:lnTo>
                  <a:pt x="6365" y="26830"/>
                </a:lnTo>
                <a:lnTo>
                  <a:pt x="6774" y="26671"/>
                </a:lnTo>
                <a:lnTo>
                  <a:pt x="7066" y="26565"/>
                </a:lnTo>
                <a:lnTo>
                  <a:pt x="7358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6033"/>
                </a:lnTo>
                <a:lnTo>
                  <a:pt x="8351" y="25768"/>
                </a:lnTo>
                <a:lnTo>
                  <a:pt x="8760" y="25661"/>
                </a:lnTo>
                <a:lnTo>
                  <a:pt x="9052" y="25555"/>
                </a:lnTo>
                <a:lnTo>
                  <a:pt x="9285" y="25396"/>
                </a:lnTo>
                <a:lnTo>
                  <a:pt x="9577" y="25130"/>
                </a:lnTo>
                <a:lnTo>
                  <a:pt x="9753" y="25024"/>
                </a:lnTo>
                <a:lnTo>
                  <a:pt x="10045" y="24918"/>
                </a:lnTo>
                <a:lnTo>
                  <a:pt x="10278" y="24758"/>
                </a:lnTo>
                <a:lnTo>
                  <a:pt x="10570" y="24493"/>
                </a:lnTo>
                <a:lnTo>
                  <a:pt x="10979" y="24386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855"/>
                </a:lnTo>
                <a:lnTo>
                  <a:pt x="12556" y="23589"/>
                </a:lnTo>
                <a:lnTo>
                  <a:pt x="12965" y="23377"/>
                </a:lnTo>
                <a:lnTo>
                  <a:pt x="13257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686"/>
                </a:lnTo>
                <a:lnTo>
                  <a:pt x="14366" y="22580"/>
                </a:lnTo>
                <a:lnTo>
                  <a:pt x="14658" y="22474"/>
                </a:lnTo>
                <a:lnTo>
                  <a:pt x="14950" y="22314"/>
                </a:lnTo>
                <a:lnTo>
                  <a:pt x="15242" y="22049"/>
                </a:lnTo>
                <a:lnTo>
                  <a:pt x="15534" y="21942"/>
                </a:lnTo>
                <a:lnTo>
                  <a:pt x="15826" y="21836"/>
                </a:lnTo>
                <a:lnTo>
                  <a:pt x="16060" y="21836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305"/>
                </a:lnTo>
                <a:lnTo>
                  <a:pt x="17345" y="21145"/>
                </a:lnTo>
                <a:lnTo>
                  <a:pt x="17462" y="20933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295"/>
                </a:lnTo>
                <a:lnTo>
                  <a:pt x="18922" y="20136"/>
                </a:lnTo>
                <a:lnTo>
                  <a:pt x="19330" y="20030"/>
                </a:lnTo>
                <a:lnTo>
                  <a:pt x="19622" y="19870"/>
                </a:lnTo>
                <a:lnTo>
                  <a:pt x="19914" y="19605"/>
                </a:lnTo>
                <a:lnTo>
                  <a:pt x="20323" y="19498"/>
                </a:lnTo>
                <a:lnTo>
                  <a:pt x="20615" y="19392"/>
                </a:lnTo>
                <a:lnTo>
                  <a:pt x="20849" y="19126"/>
                </a:lnTo>
                <a:lnTo>
                  <a:pt x="21316" y="18967"/>
                </a:lnTo>
                <a:lnTo>
                  <a:pt x="21608" y="18861"/>
                </a:lnTo>
                <a:lnTo>
                  <a:pt x="21842" y="18754"/>
                </a:lnTo>
                <a:lnTo>
                  <a:pt x="22134" y="18489"/>
                </a:lnTo>
                <a:lnTo>
                  <a:pt x="22426" y="18329"/>
                </a:lnTo>
                <a:lnTo>
                  <a:pt x="22835" y="18064"/>
                </a:lnTo>
                <a:lnTo>
                  <a:pt x="23127" y="17851"/>
                </a:lnTo>
                <a:lnTo>
                  <a:pt x="23535" y="17692"/>
                </a:lnTo>
                <a:lnTo>
                  <a:pt x="23827" y="17586"/>
                </a:lnTo>
                <a:lnTo>
                  <a:pt x="24119" y="17426"/>
                </a:lnTo>
                <a:lnTo>
                  <a:pt x="24411" y="17214"/>
                </a:lnTo>
                <a:lnTo>
                  <a:pt x="24703" y="17214"/>
                </a:lnTo>
                <a:lnTo>
                  <a:pt x="24820" y="17054"/>
                </a:lnTo>
                <a:lnTo>
                  <a:pt x="25112" y="16948"/>
                </a:lnTo>
                <a:lnTo>
                  <a:pt x="25521" y="16682"/>
                </a:lnTo>
                <a:lnTo>
                  <a:pt x="25813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631" y="16045"/>
                </a:lnTo>
                <a:lnTo>
                  <a:pt x="26923" y="15885"/>
                </a:lnTo>
                <a:lnTo>
                  <a:pt x="27215" y="15779"/>
                </a:lnTo>
                <a:lnTo>
                  <a:pt x="27507" y="15673"/>
                </a:lnTo>
                <a:lnTo>
                  <a:pt x="27799" y="15407"/>
                </a:lnTo>
                <a:lnTo>
                  <a:pt x="28091" y="15248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492" y="14610"/>
                </a:lnTo>
                <a:lnTo>
                  <a:pt x="29901" y="14504"/>
                </a:lnTo>
                <a:lnTo>
                  <a:pt x="30018" y="14238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601"/>
                </a:lnTo>
                <a:lnTo>
                  <a:pt x="31478" y="13495"/>
                </a:lnTo>
                <a:lnTo>
                  <a:pt x="31887" y="13335"/>
                </a:lnTo>
                <a:lnTo>
                  <a:pt x="32179" y="13229"/>
                </a:lnTo>
                <a:lnTo>
                  <a:pt x="32412" y="12963"/>
                </a:lnTo>
                <a:lnTo>
                  <a:pt x="32588" y="12804"/>
                </a:lnTo>
                <a:lnTo>
                  <a:pt x="32880" y="12698"/>
                </a:lnTo>
                <a:lnTo>
                  <a:pt x="33172" y="12591"/>
                </a:lnTo>
                <a:lnTo>
                  <a:pt x="33405" y="12432"/>
                </a:lnTo>
                <a:lnTo>
                  <a:pt x="33872" y="12326"/>
                </a:lnTo>
                <a:lnTo>
                  <a:pt x="34106" y="12166"/>
                </a:lnTo>
                <a:lnTo>
                  <a:pt x="34398" y="12060"/>
                </a:lnTo>
                <a:lnTo>
                  <a:pt x="34690" y="11794"/>
                </a:lnTo>
                <a:lnTo>
                  <a:pt x="34982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6092" y="11051"/>
                </a:lnTo>
                <a:lnTo>
                  <a:pt x="36384" y="10891"/>
                </a:lnTo>
                <a:lnTo>
                  <a:pt x="36676" y="10785"/>
                </a:lnTo>
                <a:lnTo>
                  <a:pt x="36968" y="10519"/>
                </a:lnTo>
                <a:lnTo>
                  <a:pt x="37260" y="10413"/>
                </a:lnTo>
                <a:lnTo>
                  <a:pt x="37493" y="10254"/>
                </a:lnTo>
                <a:lnTo>
                  <a:pt x="37669" y="10254"/>
                </a:lnTo>
                <a:lnTo>
                  <a:pt x="38077" y="9988"/>
                </a:lnTo>
                <a:lnTo>
                  <a:pt x="38369" y="9882"/>
                </a:lnTo>
                <a:lnTo>
                  <a:pt x="38661" y="9722"/>
                </a:lnTo>
                <a:lnTo>
                  <a:pt x="38953" y="9616"/>
                </a:lnTo>
                <a:lnTo>
                  <a:pt x="39187" y="9350"/>
                </a:lnTo>
                <a:lnTo>
                  <a:pt x="39479" y="9244"/>
                </a:lnTo>
                <a:lnTo>
                  <a:pt x="39771" y="9085"/>
                </a:lnTo>
                <a:lnTo>
                  <a:pt x="40063" y="8979"/>
                </a:lnTo>
                <a:lnTo>
                  <a:pt x="40355" y="8713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757" y="7969"/>
                </a:lnTo>
                <a:lnTo>
                  <a:pt x="42049" y="7969"/>
                </a:lnTo>
                <a:lnTo>
                  <a:pt x="42458" y="7810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742" y="6906"/>
                </a:lnTo>
                <a:lnTo>
                  <a:pt x="43976" y="6800"/>
                </a:lnTo>
                <a:lnTo>
                  <a:pt x="44443" y="6641"/>
                </a:lnTo>
                <a:lnTo>
                  <a:pt x="44735" y="6535"/>
                </a:lnTo>
                <a:lnTo>
                  <a:pt x="44969" y="6269"/>
                </a:lnTo>
                <a:lnTo>
                  <a:pt x="45144" y="6163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370" y="5525"/>
                </a:lnTo>
                <a:lnTo>
                  <a:pt x="46662" y="5525"/>
                </a:lnTo>
                <a:lnTo>
                  <a:pt x="46954" y="5366"/>
                </a:lnTo>
                <a:lnTo>
                  <a:pt x="47246" y="5100"/>
                </a:lnTo>
                <a:lnTo>
                  <a:pt x="47538" y="4994"/>
                </a:lnTo>
                <a:lnTo>
                  <a:pt x="47947" y="4728"/>
                </a:lnTo>
                <a:lnTo>
                  <a:pt x="48239" y="4462"/>
                </a:lnTo>
                <a:lnTo>
                  <a:pt x="48648" y="4356"/>
                </a:lnTo>
                <a:lnTo>
                  <a:pt x="48940" y="4250"/>
                </a:lnTo>
                <a:lnTo>
                  <a:pt x="49232" y="4091"/>
                </a:lnTo>
                <a:lnTo>
                  <a:pt x="49524" y="3825"/>
                </a:lnTo>
                <a:lnTo>
                  <a:pt x="49758" y="3719"/>
                </a:lnTo>
                <a:lnTo>
                  <a:pt x="50050" y="3559"/>
                </a:lnTo>
                <a:lnTo>
                  <a:pt x="50225" y="3453"/>
                </a:lnTo>
                <a:lnTo>
                  <a:pt x="50634" y="3187"/>
                </a:lnTo>
                <a:lnTo>
                  <a:pt x="50926" y="3187"/>
                </a:lnTo>
                <a:lnTo>
                  <a:pt x="51218" y="3081"/>
                </a:lnTo>
                <a:lnTo>
                  <a:pt x="51451" y="2922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284"/>
                </a:lnTo>
                <a:lnTo>
                  <a:pt x="52911" y="2072"/>
                </a:lnTo>
                <a:lnTo>
                  <a:pt x="53145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381"/>
                </a:lnTo>
                <a:lnTo>
                  <a:pt x="54313" y="1275"/>
                </a:lnTo>
                <a:lnTo>
                  <a:pt x="54605" y="1168"/>
                </a:lnTo>
                <a:lnTo>
                  <a:pt x="55014" y="1009"/>
                </a:lnTo>
                <a:lnTo>
                  <a:pt x="55423" y="743"/>
                </a:lnTo>
                <a:lnTo>
                  <a:pt x="55715" y="637"/>
                </a:lnTo>
                <a:lnTo>
                  <a:pt x="56007" y="531"/>
                </a:lnTo>
                <a:lnTo>
                  <a:pt x="56299" y="265"/>
                </a:lnTo>
                <a:lnTo>
                  <a:pt x="56532" y="106"/>
                </a:lnTo>
                <a:lnTo>
                  <a:pt x="57000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589807" y="4656957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24"/>
                </a:lnTo>
                <a:lnTo>
                  <a:pt x="525" y="29912"/>
                </a:lnTo>
                <a:lnTo>
                  <a:pt x="700" y="29752"/>
                </a:lnTo>
                <a:lnTo>
                  <a:pt x="992" y="29646"/>
                </a:lnTo>
                <a:lnTo>
                  <a:pt x="1226" y="29487"/>
                </a:lnTo>
                <a:lnTo>
                  <a:pt x="1518" y="29274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849"/>
                </a:lnTo>
                <a:lnTo>
                  <a:pt x="2803" y="28743"/>
                </a:lnTo>
                <a:lnTo>
                  <a:pt x="3095" y="28584"/>
                </a:lnTo>
                <a:lnTo>
                  <a:pt x="3504" y="28371"/>
                </a:lnTo>
                <a:lnTo>
                  <a:pt x="3796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468"/>
                </a:lnTo>
                <a:lnTo>
                  <a:pt x="5314" y="27308"/>
                </a:lnTo>
                <a:lnTo>
                  <a:pt x="5606" y="27202"/>
                </a:lnTo>
                <a:lnTo>
                  <a:pt x="5781" y="27043"/>
                </a:lnTo>
                <a:lnTo>
                  <a:pt x="6190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008" y="26565"/>
                </a:lnTo>
                <a:lnTo>
                  <a:pt x="7300" y="26299"/>
                </a:lnTo>
                <a:lnTo>
                  <a:pt x="7592" y="26193"/>
                </a:lnTo>
                <a:lnTo>
                  <a:pt x="7884" y="26033"/>
                </a:lnTo>
                <a:lnTo>
                  <a:pt x="8176" y="25927"/>
                </a:lnTo>
                <a:lnTo>
                  <a:pt x="8409" y="25661"/>
                </a:lnTo>
                <a:lnTo>
                  <a:pt x="8701" y="25502"/>
                </a:lnTo>
                <a:lnTo>
                  <a:pt x="8993" y="25396"/>
                </a:lnTo>
                <a:lnTo>
                  <a:pt x="9285" y="25290"/>
                </a:lnTo>
                <a:lnTo>
                  <a:pt x="9577" y="25024"/>
                </a:lnTo>
                <a:lnTo>
                  <a:pt x="9869" y="24864"/>
                </a:lnTo>
                <a:lnTo>
                  <a:pt x="10103" y="24758"/>
                </a:lnTo>
                <a:lnTo>
                  <a:pt x="10570" y="24652"/>
                </a:lnTo>
                <a:lnTo>
                  <a:pt x="10687" y="24386"/>
                </a:lnTo>
                <a:lnTo>
                  <a:pt x="10979" y="24227"/>
                </a:lnTo>
                <a:lnTo>
                  <a:pt x="11271" y="24227"/>
                </a:lnTo>
                <a:lnTo>
                  <a:pt x="11563" y="24121"/>
                </a:lnTo>
                <a:lnTo>
                  <a:pt x="11797" y="23855"/>
                </a:lnTo>
                <a:lnTo>
                  <a:pt x="12089" y="23749"/>
                </a:lnTo>
                <a:lnTo>
                  <a:pt x="12556" y="23589"/>
                </a:lnTo>
                <a:lnTo>
                  <a:pt x="12789" y="23483"/>
                </a:lnTo>
                <a:lnTo>
                  <a:pt x="13081" y="23217"/>
                </a:lnTo>
                <a:lnTo>
                  <a:pt x="13257" y="23111"/>
                </a:lnTo>
                <a:lnTo>
                  <a:pt x="13490" y="22952"/>
                </a:lnTo>
                <a:lnTo>
                  <a:pt x="13782" y="22846"/>
                </a:lnTo>
                <a:lnTo>
                  <a:pt x="14074" y="22580"/>
                </a:lnTo>
                <a:lnTo>
                  <a:pt x="14366" y="22420"/>
                </a:lnTo>
                <a:lnTo>
                  <a:pt x="14775" y="22314"/>
                </a:lnTo>
                <a:lnTo>
                  <a:pt x="15067" y="22208"/>
                </a:lnTo>
                <a:lnTo>
                  <a:pt x="15359" y="21942"/>
                </a:lnTo>
                <a:lnTo>
                  <a:pt x="15651" y="21942"/>
                </a:lnTo>
                <a:lnTo>
                  <a:pt x="15768" y="21783"/>
                </a:lnTo>
                <a:lnTo>
                  <a:pt x="16060" y="21677"/>
                </a:lnTo>
                <a:lnTo>
                  <a:pt x="16352" y="21411"/>
                </a:lnTo>
                <a:lnTo>
                  <a:pt x="16761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578" y="20773"/>
                </a:lnTo>
                <a:lnTo>
                  <a:pt x="17870" y="20667"/>
                </a:lnTo>
                <a:lnTo>
                  <a:pt x="18162" y="20508"/>
                </a:lnTo>
                <a:lnTo>
                  <a:pt x="18338" y="20402"/>
                </a:lnTo>
                <a:lnTo>
                  <a:pt x="18746" y="20136"/>
                </a:lnTo>
                <a:lnTo>
                  <a:pt x="19038" y="20030"/>
                </a:lnTo>
                <a:lnTo>
                  <a:pt x="19272" y="19870"/>
                </a:lnTo>
                <a:lnTo>
                  <a:pt x="19564" y="19764"/>
                </a:lnTo>
                <a:lnTo>
                  <a:pt x="19856" y="19605"/>
                </a:lnTo>
                <a:lnTo>
                  <a:pt x="20148" y="19498"/>
                </a:lnTo>
                <a:lnTo>
                  <a:pt x="20440" y="19339"/>
                </a:lnTo>
                <a:lnTo>
                  <a:pt x="20732" y="19233"/>
                </a:lnTo>
                <a:lnTo>
                  <a:pt x="20966" y="18967"/>
                </a:lnTo>
                <a:lnTo>
                  <a:pt x="21258" y="18861"/>
                </a:lnTo>
                <a:lnTo>
                  <a:pt x="21550" y="18701"/>
                </a:lnTo>
                <a:lnTo>
                  <a:pt x="21842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659" y="18064"/>
                </a:lnTo>
                <a:lnTo>
                  <a:pt x="23127" y="17958"/>
                </a:lnTo>
                <a:lnTo>
                  <a:pt x="23243" y="17692"/>
                </a:lnTo>
                <a:lnTo>
                  <a:pt x="23535" y="17586"/>
                </a:lnTo>
                <a:lnTo>
                  <a:pt x="23827" y="17426"/>
                </a:lnTo>
                <a:lnTo>
                  <a:pt x="24119" y="17320"/>
                </a:lnTo>
                <a:lnTo>
                  <a:pt x="24353" y="17161"/>
                </a:lnTo>
                <a:lnTo>
                  <a:pt x="24645" y="17054"/>
                </a:lnTo>
                <a:lnTo>
                  <a:pt x="25054" y="16948"/>
                </a:lnTo>
                <a:lnTo>
                  <a:pt x="25346" y="16789"/>
                </a:lnTo>
                <a:lnTo>
                  <a:pt x="25638" y="16523"/>
                </a:lnTo>
                <a:lnTo>
                  <a:pt x="26047" y="16311"/>
                </a:lnTo>
                <a:lnTo>
                  <a:pt x="26339" y="16151"/>
                </a:lnTo>
                <a:lnTo>
                  <a:pt x="26631" y="15885"/>
                </a:lnTo>
                <a:lnTo>
                  <a:pt x="26923" y="15779"/>
                </a:lnTo>
                <a:lnTo>
                  <a:pt x="27332" y="15620"/>
                </a:lnTo>
                <a:lnTo>
                  <a:pt x="27624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324" y="14982"/>
                </a:lnTo>
                <a:lnTo>
                  <a:pt x="28616" y="14876"/>
                </a:lnTo>
                <a:lnTo>
                  <a:pt x="28908" y="14770"/>
                </a:lnTo>
                <a:lnTo>
                  <a:pt x="29317" y="14610"/>
                </a:lnTo>
                <a:lnTo>
                  <a:pt x="29609" y="14504"/>
                </a:lnTo>
                <a:lnTo>
                  <a:pt x="29901" y="14345"/>
                </a:lnTo>
                <a:lnTo>
                  <a:pt x="30135" y="14079"/>
                </a:lnTo>
                <a:lnTo>
                  <a:pt x="30427" y="13973"/>
                </a:lnTo>
                <a:lnTo>
                  <a:pt x="30719" y="13867"/>
                </a:lnTo>
                <a:lnTo>
                  <a:pt x="30836" y="13707"/>
                </a:lnTo>
                <a:lnTo>
                  <a:pt x="31303" y="13441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3070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538"/>
                </a:lnTo>
                <a:lnTo>
                  <a:pt x="33230" y="12538"/>
                </a:lnTo>
                <a:lnTo>
                  <a:pt x="33522" y="12326"/>
                </a:lnTo>
                <a:lnTo>
                  <a:pt x="33814" y="1216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688"/>
                </a:lnTo>
                <a:lnTo>
                  <a:pt x="34924" y="11529"/>
                </a:lnTo>
                <a:lnTo>
                  <a:pt x="35216" y="11423"/>
                </a:lnTo>
                <a:lnTo>
                  <a:pt x="35683" y="11263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785"/>
                </a:lnTo>
                <a:lnTo>
                  <a:pt x="36617" y="10626"/>
                </a:lnTo>
                <a:lnTo>
                  <a:pt x="36909" y="10360"/>
                </a:lnTo>
                <a:lnTo>
                  <a:pt x="37201" y="10254"/>
                </a:lnTo>
                <a:lnTo>
                  <a:pt x="37610" y="10254"/>
                </a:lnTo>
                <a:lnTo>
                  <a:pt x="37902" y="10147"/>
                </a:lnTo>
                <a:lnTo>
                  <a:pt x="38194" y="9882"/>
                </a:lnTo>
                <a:lnTo>
                  <a:pt x="38311" y="9722"/>
                </a:lnTo>
                <a:lnTo>
                  <a:pt x="38603" y="9616"/>
                </a:lnTo>
                <a:lnTo>
                  <a:pt x="38895" y="9457"/>
                </a:lnTo>
                <a:lnTo>
                  <a:pt x="39187" y="9244"/>
                </a:lnTo>
                <a:lnTo>
                  <a:pt x="39479" y="9085"/>
                </a:lnTo>
                <a:lnTo>
                  <a:pt x="39888" y="8979"/>
                </a:lnTo>
                <a:lnTo>
                  <a:pt x="40180" y="8819"/>
                </a:lnTo>
                <a:lnTo>
                  <a:pt x="40472" y="8607"/>
                </a:lnTo>
                <a:lnTo>
                  <a:pt x="40705" y="8447"/>
                </a:lnTo>
                <a:lnTo>
                  <a:pt x="40881" y="8341"/>
                </a:lnTo>
                <a:lnTo>
                  <a:pt x="41173" y="8182"/>
                </a:lnTo>
                <a:lnTo>
                  <a:pt x="41465" y="7916"/>
                </a:lnTo>
                <a:lnTo>
                  <a:pt x="41874" y="7916"/>
                </a:lnTo>
                <a:lnTo>
                  <a:pt x="42166" y="7810"/>
                </a:lnTo>
                <a:lnTo>
                  <a:pt x="42399" y="7703"/>
                </a:lnTo>
                <a:lnTo>
                  <a:pt x="42691" y="7438"/>
                </a:lnTo>
                <a:lnTo>
                  <a:pt x="42983" y="7278"/>
                </a:lnTo>
                <a:lnTo>
                  <a:pt x="43275" y="7172"/>
                </a:lnTo>
                <a:lnTo>
                  <a:pt x="43859" y="6800"/>
                </a:lnTo>
                <a:lnTo>
                  <a:pt x="44093" y="6641"/>
                </a:lnTo>
                <a:lnTo>
                  <a:pt x="44385" y="6535"/>
                </a:lnTo>
                <a:lnTo>
                  <a:pt x="44677" y="6375"/>
                </a:lnTo>
                <a:lnTo>
                  <a:pt x="44969" y="6163"/>
                </a:lnTo>
                <a:lnTo>
                  <a:pt x="45261" y="6003"/>
                </a:lnTo>
                <a:lnTo>
                  <a:pt x="45553" y="5897"/>
                </a:lnTo>
                <a:lnTo>
                  <a:pt x="45786" y="5631"/>
                </a:lnTo>
                <a:lnTo>
                  <a:pt x="46078" y="5631"/>
                </a:lnTo>
                <a:lnTo>
                  <a:pt x="46370" y="5525"/>
                </a:lnTo>
                <a:lnTo>
                  <a:pt x="46662" y="5366"/>
                </a:lnTo>
                <a:lnTo>
                  <a:pt x="46954" y="5100"/>
                </a:lnTo>
                <a:lnTo>
                  <a:pt x="47246" y="4994"/>
                </a:lnTo>
                <a:lnTo>
                  <a:pt x="47480" y="4887"/>
                </a:lnTo>
                <a:lnTo>
                  <a:pt x="47772" y="4728"/>
                </a:lnTo>
                <a:lnTo>
                  <a:pt x="48181" y="4462"/>
                </a:lnTo>
                <a:lnTo>
                  <a:pt x="48473" y="4356"/>
                </a:lnTo>
                <a:lnTo>
                  <a:pt x="48648" y="4197"/>
                </a:lnTo>
                <a:lnTo>
                  <a:pt x="48940" y="4091"/>
                </a:lnTo>
                <a:lnTo>
                  <a:pt x="49174" y="3825"/>
                </a:lnTo>
                <a:lnTo>
                  <a:pt x="49466" y="3719"/>
                </a:lnTo>
                <a:lnTo>
                  <a:pt x="49758" y="3559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187"/>
                </a:lnTo>
                <a:lnTo>
                  <a:pt x="51159" y="2922"/>
                </a:lnTo>
                <a:lnTo>
                  <a:pt x="51451" y="2656"/>
                </a:lnTo>
                <a:lnTo>
                  <a:pt x="51743" y="2550"/>
                </a:lnTo>
                <a:lnTo>
                  <a:pt x="52035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3028" y="1912"/>
                </a:lnTo>
                <a:lnTo>
                  <a:pt x="53262" y="1806"/>
                </a:lnTo>
                <a:lnTo>
                  <a:pt x="53437" y="1647"/>
                </a:lnTo>
                <a:lnTo>
                  <a:pt x="53729" y="1381"/>
                </a:lnTo>
                <a:lnTo>
                  <a:pt x="53963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4956" y="903"/>
                </a:lnTo>
                <a:lnTo>
                  <a:pt x="55248" y="743"/>
                </a:lnTo>
                <a:lnTo>
                  <a:pt x="55540" y="637"/>
                </a:lnTo>
                <a:lnTo>
                  <a:pt x="55832" y="478"/>
                </a:lnTo>
                <a:lnTo>
                  <a:pt x="55948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646457" y="4626672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584" y="29859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861" y="28743"/>
                </a:lnTo>
                <a:lnTo>
                  <a:pt x="3095" y="28584"/>
                </a:lnTo>
                <a:lnTo>
                  <a:pt x="3387" y="28477"/>
                </a:lnTo>
                <a:lnTo>
                  <a:pt x="3679" y="28318"/>
                </a:lnTo>
                <a:lnTo>
                  <a:pt x="4088" y="28105"/>
                </a:lnTo>
                <a:lnTo>
                  <a:pt x="4380" y="27946"/>
                </a:lnTo>
                <a:lnTo>
                  <a:pt x="4555" y="27840"/>
                </a:lnTo>
                <a:lnTo>
                  <a:pt x="4788" y="27680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202"/>
                </a:lnTo>
                <a:lnTo>
                  <a:pt x="6073" y="27043"/>
                </a:lnTo>
                <a:lnTo>
                  <a:pt x="6365" y="26777"/>
                </a:lnTo>
                <a:lnTo>
                  <a:pt x="6657" y="26671"/>
                </a:lnTo>
                <a:lnTo>
                  <a:pt x="6949" y="26565"/>
                </a:lnTo>
                <a:lnTo>
                  <a:pt x="7358" y="26299"/>
                </a:lnTo>
                <a:lnTo>
                  <a:pt x="7650" y="26140"/>
                </a:lnTo>
                <a:lnTo>
                  <a:pt x="7942" y="26033"/>
                </a:lnTo>
                <a:lnTo>
                  <a:pt x="8351" y="25927"/>
                </a:lnTo>
                <a:lnTo>
                  <a:pt x="8643" y="25661"/>
                </a:lnTo>
                <a:lnTo>
                  <a:pt x="8877" y="25502"/>
                </a:lnTo>
                <a:lnTo>
                  <a:pt x="9169" y="25396"/>
                </a:lnTo>
                <a:lnTo>
                  <a:pt x="9461" y="25236"/>
                </a:lnTo>
                <a:lnTo>
                  <a:pt x="9636" y="25024"/>
                </a:lnTo>
                <a:lnTo>
                  <a:pt x="9869" y="24864"/>
                </a:lnTo>
                <a:lnTo>
                  <a:pt x="10337" y="24758"/>
                </a:lnTo>
                <a:lnTo>
                  <a:pt x="10570" y="24599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227"/>
                </a:lnTo>
                <a:lnTo>
                  <a:pt x="11738" y="24121"/>
                </a:lnTo>
                <a:lnTo>
                  <a:pt x="11855" y="23855"/>
                </a:lnTo>
                <a:lnTo>
                  <a:pt x="12264" y="23696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432" y="23058"/>
                </a:lnTo>
                <a:lnTo>
                  <a:pt x="13724" y="22952"/>
                </a:lnTo>
                <a:lnTo>
                  <a:pt x="13958" y="2284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314"/>
                </a:lnTo>
                <a:lnTo>
                  <a:pt x="15126" y="22155"/>
                </a:lnTo>
                <a:lnTo>
                  <a:pt x="15418" y="21942"/>
                </a:lnTo>
                <a:lnTo>
                  <a:pt x="15651" y="21942"/>
                </a:lnTo>
                <a:lnTo>
                  <a:pt x="15943" y="21783"/>
                </a:lnTo>
                <a:lnTo>
                  <a:pt x="16235" y="21677"/>
                </a:lnTo>
                <a:lnTo>
                  <a:pt x="16644" y="21411"/>
                </a:lnTo>
                <a:lnTo>
                  <a:pt x="16936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19976"/>
                </a:lnTo>
                <a:lnTo>
                  <a:pt x="19506" y="19870"/>
                </a:lnTo>
                <a:lnTo>
                  <a:pt x="19914" y="19605"/>
                </a:lnTo>
                <a:lnTo>
                  <a:pt x="20206" y="19498"/>
                </a:lnTo>
                <a:lnTo>
                  <a:pt x="20440" y="19339"/>
                </a:lnTo>
                <a:lnTo>
                  <a:pt x="20907" y="19233"/>
                </a:lnTo>
                <a:lnTo>
                  <a:pt x="21199" y="18967"/>
                </a:lnTo>
                <a:lnTo>
                  <a:pt x="21433" y="18861"/>
                </a:lnTo>
                <a:lnTo>
                  <a:pt x="21725" y="18701"/>
                </a:lnTo>
                <a:lnTo>
                  <a:pt x="22017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893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895"/>
                </a:lnTo>
                <a:lnTo>
                  <a:pt x="25404" y="16789"/>
                </a:lnTo>
                <a:lnTo>
                  <a:pt x="25696" y="16523"/>
                </a:lnTo>
                <a:lnTo>
                  <a:pt x="25988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20"/>
                </a:lnTo>
                <a:lnTo>
                  <a:pt x="27682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982"/>
                </a:lnTo>
                <a:lnTo>
                  <a:pt x="28792" y="14982"/>
                </a:lnTo>
                <a:lnTo>
                  <a:pt x="29200" y="14717"/>
                </a:lnTo>
                <a:lnTo>
                  <a:pt x="29492" y="14610"/>
                </a:lnTo>
                <a:lnTo>
                  <a:pt x="29901" y="14345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813"/>
                </a:lnTo>
                <a:lnTo>
                  <a:pt x="31186" y="13707"/>
                </a:lnTo>
                <a:lnTo>
                  <a:pt x="31478" y="13441"/>
                </a:lnTo>
                <a:lnTo>
                  <a:pt x="31770" y="13335"/>
                </a:lnTo>
                <a:lnTo>
                  <a:pt x="32004" y="13176"/>
                </a:lnTo>
                <a:lnTo>
                  <a:pt x="32179" y="13070"/>
                </a:lnTo>
                <a:lnTo>
                  <a:pt x="32471" y="12804"/>
                </a:lnTo>
                <a:lnTo>
                  <a:pt x="32763" y="12698"/>
                </a:lnTo>
                <a:lnTo>
                  <a:pt x="32996" y="12698"/>
                </a:lnTo>
                <a:lnTo>
                  <a:pt x="33464" y="12538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2060"/>
                </a:lnTo>
                <a:lnTo>
                  <a:pt x="34573" y="11901"/>
                </a:lnTo>
                <a:lnTo>
                  <a:pt x="34690" y="11635"/>
                </a:lnTo>
                <a:lnTo>
                  <a:pt x="34982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75" y="10997"/>
                </a:lnTo>
                <a:lnTo>
                  <a:pt x="36267" y="10891"/>
                </a:lnTo>
                <a:lnTo>
                  <a:pt x="36559" y="10732"/>
                </a:lnTo>
                <a:lnTo>
                  <a:pt x="36851" y="10626"/>
                </a:lnTo>
                <a:lnTo>
                  <a:pt x="37085" y="10360"/>
                </a:lnTo>
                <a:lnTo>
                  <a:pt x="37377" y="10254"/>
                </a:lnTo>
                <a:lnTo>
                  <a:pt x="37669" y="10254"/>
                </a:lnTo>
                <a:lnTo>
                  <a:pt x="37961" y="10094"/>
                </a:lnTo>
                <a:lnTo>
                  <a:pt x="38253" y="9882"/>
                </a:lnTo>
                <a:lnTo>
                  <a:pt x="38545" y="9722"/>
                </a:lnTo>
                <a:lnTo>
                  <a:pt x="38778" y="9616"/>
                </a:lnTo>
                <a:lnTo>
                  <a:pt x="39070" y="9457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979"/>
                </a:lnTo>
                <a:lnTo>
                  <a:pt x="40238" y="8819"/>
                </a:lnTo>
                <a:lnTo>
                  <a:pt x="40472" y="8553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182"/>
                </a:lnTo>
                <a:lnTo>
                  <a:pt x="41757" y="7916"/>
                </a:lnTo>
                <a:lnTo>
                  <a:pt x="42049" y="7916"/>
                </a:lnTo>
                <a:lnTo>
                  <a:pt x="42458" y="7650"/>
                </a:lnTo>
                <a:lnTo>
                  <a:pt x="42750" y="7438"/>
                </a:lnTo>
                <a:lnTo>
                  <a:pt x="43042" y="7278"/>
                </a:lnTo>
                <a:lnTo>
                  <a:pt x="43334" y="7172"/>
                </a:lnTo>
                <a:lnTo>
                  <a:pt x="43567" y="7013"/>
                </a:lnTo>
                <a:lnTo>
                  <a:pt x="44034" y="6800"/>
                </a:lnTo>
                <a:lnTo>
                  <a:pt x="44326" y="6641"/>
                </a:lnTo>
                <a:lnTo>
                  <a:pt x="44560" y="6535"/>
                </a:lnTo>
                <a:lnTo>
                  <a:pt x="44735" y="6375"/>
                </a:lnTo>
                <a:lnTo>
                  <a:pt x="45027" y="6163"/>
                </a:lnTo>
                <a:lnTo>
                  <a:pt x="45261" y="6003"/>
                </a:lnTo>
                <a:lnTo>
                  <a:pt x="45553" y="5897"/>
                </a:lnTo>
                <a:lnTo>
                  <a:pt x="46020" y="5738"/>
                </a:lnTo>
                <a:lnTo>
                  <a:pt x="46254" y="5631"/>
                </a:lnTo>
                <a:lnTo>
                  <a:pt x="46546" y="5472"/>
                </a:lnTo>
                <a:lnTo>
                  <a:pt x="46838" y="5366"/>
                </a:lnTo>
                <a:lnTo>
                  <a:pt x="47130" y="5259"/>
                </a:lnTo>
                <a:lnTo>
                  <a:pt x="47246" y="4994"/>
                </a:lnTo>
                <a:lnTo>
                  <a:pt x="47538" y="4834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197"/>
                </a:lnTo>
                <a:lnTo>
                  <a:pt x="49115" y="4091"/>
                </a:lnTo>
                <a:lnTo>
                  <a:pt x="49349" y="3931"/>
                </a:lnTo>
                <a:lnTo>
                  <a:pt x="49641" y="3719"/>
                </a:lnTo>
                <a:lnTo>
                  <a:pt x="49816" y="3559"/>
                </a:lnTo>
                <a:lnTo>
                  <a:pt x="50225" y="3453"/>
                </a:lnTo>
                <a:lnTo>
                  <a:pt x="50517" y="3294"/>
                </a:lnTo>
                <a:lnTo>
                  <a:pt x="50809" y="3187"/>
                </a:lnTo>
                <a:lnTo>
                  <a:pt x="51043" y="3081"/>
                </a:lnTo>
                <a:lnTo>
                  <a:pt x="51335" y="2922"/>
                </a:lnTo>
                <a:lnTo>
                  <a:pt x="51627" y="2815"/>
                </a:lnTo>
                <a:lnTo>
                  <a:pt x="51919" y="2550"/>
                </a:lnTo>
                <a:lnTo>
                  <a:pt x="52211" y="2390"/>
                </a:lnTo>
                <a:lnTo>
                  <a:pt x="52503" y="2284"/>
                </a:lnTo>
                <a:lnTo>
                  <a:pt x="52736" y="2178"/>
                </a:lnTo>
                <a:lnTo>
                  <a:pt x="53028" y="1912"/>
                </a:lnTo>
                <a:lnTo>
                  <a:pt x="53320" y="1753"/>
                </a:lnTo>
                <a:lnTo>
                  <a:pt x="53612" y="1647"/>
                </a:lnTo>
                <a:lnTo>
                  <a:pt x="53904" y="1540"/>
                </a:lnTo>
                <a:lnTo>
                  <a:pt x="54313" y="1275"/>
                </a:lnTo>
                <a:lnTo>
                  <a:pt x="54605" y="1115"/>
                </a:lnTo>
                <a:lnTo>
                  <a:pt x="55014" y="1009"/>
                </a:lnTo>
                <a:lnTo>
                  <a:pt x="55306" y="743"/>
                </a:lnTo>
                <a:lnTo>
                  <a:pt x="55598" y="637"/>
                </a:lnTo>
                <a:lnTo>
                  <a:pt x="55890" y="478"/>
                </a:lnTo>
                <a:lnTo>
                  <a:pt x="56124" y="371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703282" y="4596335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292" y="30178"/>
                </a:lnTo>
                <a:lnTo>
                  <a:pt x="467" y="30071"/>
                </a:lnTo>
                <a:lnTo>
                  <a:pt x="759" y="29806"/>
                </a:lnTo>
                <a:lnTo>
                  <a:pt x="992" y="29646"/>
                </a:lnTo>
                <a:lnTo>
                  <a:pt x="1284" y="29540"/>
                </a:lnTo>
                <a:lnTo>
                  <a:pt x="1693" y="2943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9009"/>
                </a:lnTo>
                <a:lnTo>
                  <a:pt x="2861" y="28902"/>
                </a:lnTo>
                <a:lnTo>
                  <a:pt x="2978" y="28637"/>
                </a:lnTo>
                <a:lnTo>
                  <a:pt x="3270" y="28530"/>
                </a:lnTo>
                <a:lnTo>
                  <a:pt x="3679" y="28371"/>
                </a:lnTo>
                <a:lnTo>
                  <a:pt x="3971" y="28265"/>
                </a:lnTo>
                <a:lnTo>
                  <a:pt x="4263" y="27999"/>
                </a:lnTo>
                <a:lnTo>
                  <a:pt x="4555" y="27893"/>
                </a:lnTo>
                <a:lnTo>
                  <a:pt x="4847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548" y="27255"/>
                </a:lnTo>
                <a:lnTo>
                  <a:pt x="5956" y="27096"/>
                </a:lnTo>
                <a:lnTo>
                  <a:pt x="6248" y="26990"/>
                </a:lnTo>
                <a:lnTo>
                  <a:pt x="6540" y="26724"/>
                </a:lnTo>
                <a:lnTo>
                  <a:pt x="6774" y="26724"/>
                </a:lnTo>
                <a:lnTo>
                  <a:pt x="7066" y="26565"/>
                </a:lnTo>
                <a:lnTo>
                  <a:pt x="7358" y="26458"/>
                </a:lnTo>
                <a:lnTo>
                  <a:pt x="7650" y="26193"/>
                </a:lnTo>
                <a:lnTo>
                  <a:pt x="7942" y="26086"/>
                </a:lnTo>
                <a:lnTo>
                  <a:pt x="8176" y="25927"/>
                </a:lnTo>
                <a:lnTo>
                  <a:pt x="8468" y="25821"/>
                </a:lnTo>
                <a:lnTo>
                  <a:pt x="8760" y="25555"/>
                </a:lnTo>
                <a:lnTo>
                  <a:pt x="9052" y="25449"/>
                </a:lnTo>
                <a:lnTo>
                  <a:pt x="9344" y="25290"/>
                </a:lnTo>
                <a:lnTo>
                  <a:pt x="9636" y="25183"/>
                </a:lnTo>
                <a:lnTo>
                  <a:pt x="10045" y="24918"/>
                </a:lnTo>
                <a:lnTo>
                  <a:pt x="10337" y="24811"/>
                </a:lnTo>
                <a:lnTo>
                  <a:pt x="10453" y="24652"/>
                </a:lnTo>
                <a:lnTo>
                  <a:pt x="10745" y="24546"/>
                </a:lnTo>
                <a:lnTo>
                  <a:pt x="11037" y="24386"/>
                </a:lnTo>
                <a:lnTo>
                  <a:pt x="11329" y="24280"/>
                </a:lnTo>
                <a:lnTo>
                  <a:pt x="11563" y="24174"/>
                </a:lnTo>
                <a:lnTo>
                  <a:pt x="11855" y="24014"/>
                </a:lnTo>
                <a:lnTo>
                  <a:pt x="12322" y="23749"/>
                </a:lnTo>
                <a:lnTo>
                  <a:pt x="12556" y="23642"/>
                </a:lnTo>
                <a:lnTo>
                  <a:pt x="12848" y="23536"/>
                </a:lnTo>
                <a:lnTo>
                  <a:pt x="13023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418" y="22102"/>
                </a:lnTo>
                <a:lnTo>
                  <a:pt x="15826" y="21836"/>
                </a:lnTo>
                <a:lnTo>
                  <a:pt x="16235" y="21730"/>
                </a:lnTo>
                <a:lnTo>
                  <a:pt x="16527" y="21570"/>
                </a:lnTo>
                <a:lnTo>
                  <a:pt x="16819" y="21305"/>
                </a:lnTo>
                <a:lnTo>
                  <a:pt x="17111" y="21198"/>
                </a:lnTo>
                <a:lnTo>
                  <a:pt x="17345" y="21092"/>
                </a:lnTo>
                <a:lnTo>
                  <a:pt x="17637" y="20933"/>
                </a:lnTo>
                <a:lnTo>
                  <a:pt x="17929" y="20667"/>
                </a:lnTo>
                <a:lnTo>
                  <a:pt x="18104" y="20561"/>
                </a:lnTo>
                <a:lnTo>
                  <a:pt x="18513" y="20455"/>
                </a:lnTo>
                <a:lnTo>
                  <a:pt x="18805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658"/>
                </a:lnTo>
                <a:lnTo>
                  <a:pt x="20206" y="19551"/>
                </a:lnTo>
                <a:lnTo>
                  <a:pt x="20499" y="19392"/>
                </a:lnTo>
                <a:lnTo>
                  <a:pt x="20732" y="19286"/>
                </a:lnTo>
                <a:lnTo>
                  <a:pt x="21024" y="19126"/>
                </a:lnTo>
                <a:lnTo>
                  <a:pt x="21316" y="18914"/>
                </a:lnTo>
                <a:lnTo>
                  <a:pt x="21608" y="18754"/>
                </a:lnTo>
                <a:lnTo>
                  <a:pt x="21900" y="18648"/>
                </a:lnTo>
                <a:lnTo>
                  <a:pt x="22192" y="18489"/>
                </a:lnTo>
                <a:lnTo>
                  <a:pt x="22601" y="18223"/>
                </a:lnTo>
                <a:lnTo>
                  <a:pt x="22893" y="18117"/>
                </a:lnTo>
                <a:lnTo>
                  <a:pt x="23302" y="17851"/>
                </a:lnTo>
                <a:lnTo>
                  <a:pt x="23594" y="17586"/>
                </a:lnTo>
                <a:lnTo>
                  <a:pt x="23886" y="17479"/>
                </a:lnTo>
                <a:lnTo>
                  <a:pt x="24119" y="17373"/>
                </a:lnTo>
                <a:lnTo>
                  <a:pt x="24411" y="17373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842"/>
                </a:lnTo>
                <a:lnTo>
                  <a:pt x="25579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397" y="16204"/>
                </a:lnTo>
                <a:lnTo>
                  <a:pt x="26806" y="16045"/>
                </a:lnTo>
                <a:lnTo>
                  <a:pt x="27098" y="15832"/>
                </a:lnTo>
                <a:lnTo>
                  <a:pt x="27390" y="15673"/>
                </a:lnTo>
                <a:lnTo>
                  <a:pt x="27682" y="15567"/>
                </a:lnTo>
                <a:lnTo>
                  <a:pt x="27974" y="15407"/>
                </a:lnTo>
                <a:lnTo>
                  <a:pt x="28091" y="15142"/>
                </a:lnTo>
                <a:lnTo>
                  <a:pt x="28383" y="15035"/>
                </a:lnTo>
                <a:lnTo>
                  <a:pt x="28792" y="15035"/>
                </a:lnTo>
                <a:lnTo>
                  <a:pt x="29084" y="14929"/>
                </a:lnTo>
                <a:lnTo>
                  <a:pt x="29376" y="14663"/>
                </a:lnTo>
                <a:lnTo>
                  <a:pt x="29668" y="14504"/>
                </a:lnTo>
                <a:lnTo>
                  <a:pt x="29901" y="14398"/>
                </a:lnTo>
                <a:lnTo>
                  <a:pt x="30193" y="14292"/>
                </a:lnTo>
                <a:lnTo>
                  <a:pt x="30485" y="14026"/>
                </a:lnTo>
                <a:lnTo>
                  <a:pt x="30602" y="13867"/>
                </a:lnTo>
                <a:lnTo>
                  <a:pt x="31069" y="13760"/>
                </a:lnTo>
                <a:lnTo>
                  <a:pt x="31361" y="13601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963"/>
                </a:lnTo>
                <a:lnTo>
                  <a:pt x="32763" y="12751"/>
                </a:lnTo>
                <a:lnTo>
                  <a:pt x="33172" y="12751"/>
                </a:lnTo>
                <a:lnTo>
                  <a:pt x="33288" y="12591"/>
                </a:lnTo>
                <a:lnTo>
                  <a:pt x="33580" y="12485"/>
                </a:lnTo>
                <a:lnTo>
                  <a:pt x="33872" y="12219"/>
                </a:lnTo>
                <a:lnTo>
                  <a:pt x="34165" y="12060"/>
                </a:lnTo>
                <a:lnTo>
                  <a:pt x="34457" y="11954"/>
                </a:lnTo>
                <a:lnTo>
                  <a:pt x="34690" y="11848"/>
                </a:lnTo>
                <a:lnTo>
                  <a:pt x="35157" y="11582"/>
                </a:lnTo>
                <a:lnTo>
                  <a:pt x="35449" y="11423"/>
                </a:lnTo>
                <a:lnTo>
                  <a:pt x="35683" y="11316"/>
                </a:lnTo>
                <a:lnTo>
                  <a:pt x="35858" y="11210"/>
                </a:lnTo>
                <a:lnTo>
                  <a:pt x="36150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6968" y="10519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147"/>
                </a:lnTo>
                <a:lnTo>
                  <a:pt x="38369" y="9775"/>
                </a:lnTo>
                <a:lnTo>
                  <a:pt x="38661" y="9669"/>
                </a:lnTo>
                <a:lnTo>
                  <a:pt x="38953" y="9510"/>
                </a:lnTo>
                <a:lnTo>
                  <a:pt x="39362" y="9404"/>
                </a:lnTo>
                <a:lnTo>
                  <a:pt x="39654" y="9138"/>
                </a:lnTo>
                <a:lnTo>
                  <a:pt x="39946" y="9032"/>
                </a:lnTo>
                <a:lnTo>
                  <a:pt x="40238" y="8872"/>
                </a:lnTo>
                <a:lnTo>
                  <a:pt x="40472" y="8766"/>
                </a:lnTo>
                <a:lnTo>
                  <a:pt x="40647" y="8500"/>
                </a:lnTo>
                <a:lnTo>
                  <a:pt x="40939" y="8341"/>
                </a:lnTo>
                <a:lnTo>
                  <a:pt x="41348" y="8235"/>
                </a:lnTo>
                <a:lnTo>
                  <a:pt x="41640" y="8128"/>
                </a:lnTo>
                <a:lnTo>
                  <a:pt x="41932" y="7969"/>
                </a:lnTo>
                <a:lnTo>
                  <a:pt x="42166" y="7863"/>
                </a:lnTo>
                <a:lnTo>
                  <a:pt x="42458" y="7703"/>
                </a:lnTo>
                <a:lnTo>
                  <a:pt x="42750" y="7597"/>
                </a:lnTo>
                <a:lnTo>
                  <a:pt x="43042" y="7331"/>
                </a:lnTo>
                <a:lnTo>
                  <a:pt x="43626" y="7066"/>
                </a:lnTo>
                <a:lnTo>
                  <a:pt x="43859" y="6960"/>
                </a:lnTo>
                <a:lnTo>
                  <a:pt x="44151" y="6694"/>
                </a:lnTo>
                <a:lnTo>
                  <a:pt x="44443" y="6588"/>
                </a:lnTo>
                <a:lnTo>
                  <a:pt x="44735" y="6428"/>
                </a:lnTo>
                <a:lnTo>
                  <a:pt x="45027" y="6322"/>
                </a:lnTo>
                <a:lnTo>
                  <a:pt x="45319" y="6056"/>
                </a:lnTo>
                <a:lnTo>
                  <a:pt x="45728" y="5950"/>
                </a:lnTo>
                <a:lnTo>
                  <a:pt x="45845" y="5791"/>
                </a:lnTo>
                <a:lnTo>
                  <a:pt x="46137" y="5791"/>
                </a:lnTo>
                <a:lnTo>
                  <a:pt x="46429" y="5525"/>
                </a:lnTo>
                <a:lnTo>
                  <a:pt x="46721" y="5419"/>
                </a:lnTo>
                <a:lnTo>
                  <a:pt x="47013" y="5259"/>
                </a:lnTo>
                <a:lnTo>
                  <a:pt x="47246" y="5153"/>
                </a:lnTo>
                <a:lnTo>
                  <a:pt x="47714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415" y="4516"/>
                </a:lnTo>
                <a:lnTo>
                  <a:pt x="48707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524" y="3878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809" y="3347"/>
                </a:lnTo>
                <a:lnTo>
                  <a:pt x="50926" y="3081"/>
                </a:lnTo>
                <a:lnTo>
                  <a:pt x="51218" y="2975"/>
                </a:lnTo>
                <a:lnTo>
                  <a:pt x="51510" y="2869"/>
                </a:lnTo>
                <a:lnTo>
                  <a:pt x="51919" y="2709"/>
                </a:lnTo>
                <a:lnTo>
                  <a:pt x="52211" y="2443"/>
                </a:lnTo>
                <a:lnTo>
                  <a:pt x="52503" y="2337"/>
                </a:lnTo>
                <a:lnTo>
                  <a:pt x="52795" y="2178"/>
                </a:lnTo>
                <a:lnTo>
                  <a:pt x="53028" y="2072"/>
                </a:lnTo>
                <a:lnTo>
                  <a:pt x="53203" y="1806"/>
                </a:lnTo>
                <a:lnTo>
                  <a:pt x="53495" y="1700"/>
                </a:lnTo>
                <a:lnTo>
                  <a:pt x="53904" y="1540"/>
                </a:lnTo>
                <a:lnTo>
                  <a:pt x="54196" y="1434"/>
                </a:lnTo>
                <a:lnTo>
                  <a:pt x="54488" y="1168"/>
                </a:lnTo>
                <a:lnTo>
                  <a:pt x="54722" y="1062"/>
                </a:lnTo>
                <a:lnTo>
                  <a:pt x="55014" y="1062"/>
                </a:lnTo>
                <a:lnTo>
                  <a:pt x="55306" y="903"/>
                </a:lnTo>
                <a:lnTo>
                  <a:pt x="55598" y="637"/>
                </a:lnTo>
                <a:lnTo>
                  <a:pt x="56182" y="425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759990" y="4566051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30071"/>
                </a:lnTo>
                <a:lnTo>
                  <a:pt x="876" y="29912"/>
                </a:lnTo>
                <a:lnTo>
                  <a:pt x="1109" y="29646"/>
                </a:lnTo>
                <a:lnTo>
                  <a:pt x="1576" y="29540"/>
                </a:lnTo>
                <a:lnTo>
                  <a:pt x="1693" y="29381"/>
                </a:lnTo>
                <a:lnTo>
                  <a:pt x="1985" y="29274"/>
                </a:lnTo>
                <a:lnTo>
                  <a:pt x="2277" y="29009"/>
                </a:lnTo>
                <a:lnTo>
                  <a:pt x="2569" y="29009"/>
                </a:lnTo>
                <a:lnTo>
                  <a:pt x="2803" y="28902"/>
                </a:lnTo>
                <a:lnTo>
                  <a:pt x="3095" y="28743"/>
                </a:lnTo>
                <a:lnTo>
                  <a:pt x="3562" y="28530"/>
                </a:lnTo>
                <a:lnTo>
                  <a:pt x="3796" y="28371"/>
                </a:lnTo>
                <a:lnTo>
                  <a:pt x="4088" y="28265"/>
                </a:lnTo>
                <a:lnTo>
                  <a:pt x="4263" y="28105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468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990"/>
                </a:lnTo>
                <a:lnTo>
                  <a:pt x="6657" y="26830"/>
                </a:lnTo>
                <a:lnTo>
                  <a:pt x="7066" y="26565"/>
                </a:lnTo>
                <a:lnTo>
                  <a:pt x="7358" y="26458"/>
                </a:lnTo>
                <a:lnTo>
                  <a:pt x="7767" y="26352"/>
                </a:lnTo>
                <a:lnTo>
                  <a:pt x="8059" y="26086"/>
                </a:lnTo>
                <a:lnTo>
                  <a:pt x="8351" y="25927"/>
                </a:lnTo>
                <a:lnTo>
                  <a:pt x="8585" y="25821"/>
                </a:lnTo>
                <a:lnTo>
                  <a:pt x="8877" y="25661"/>
                </a:lnTo>
                <a:lnTo>
                  <a:pt x="9169" y="25449"/>
                </a:lnTo>
                <a:lnTo>
                  <a:pt x="9344" y="25290"/>
                </a:lnTo>
                <a:lnTo>
                  <a:pt x="9753" y="25183"/>
                </a:lnTo>
                <a:lnTo>
                  <a:pt x="10045" y="25024"/>
                </a:lnTo>
                <a:lnTo>
                  <a:pt x="10278" y="24811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386"/>
                </a:lnTo>
                <a:lnTo>
                  <a:pt x="11446" y="24280"/>
                </a:lnTo>
                <a:lnTo>
                  <a:pt x="11738" y="24121"/>
                </a:lnTo>
                <a:lnTo>
                  <a:pt x="11972" y="24014"/>
                </a:lnTo>
                <a:lnTo>
                  <a:pt x="12264" y="23908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432" y="23271"/>
                </a:lnTo>
                <a:lnTo>
                  <a:pt x="13666" y="23005"/>
                </a:lnTo>
                <a:lnTo>
                  <a:pt x="14133" y="22846"/>
                </a:lnTo>
                <a:lnTo>
                  <a:pt x="14542" y="22580"/>
                </a:lnTo>
                <a:lnTo>
                  <a:pt x="14834" y="22367"/>
                </a:lnTo>
                <a:lnTo>
                  <a:pt x="15126" y="22208"/>
                </a:lnTo>
                <a:lnTo>
                  <a:pt x="15359" y="22102"/>
                </a:lnTo>
                <a:lnTo>
                  <a:pt x="15651" y="22102"/>
                </a:lnTo>
                <a:lnTo>
                  <a:pt x="15943" y="21836"/>
                </a:lnTo>
                <a:lnTo>
                  <a:pt x="16352" y="21730"/>
                </a:lnTo>
                <a:lnTo>
                  <a:pt x="16644" y="21570"/>
                </a:lnTo>
                <a:lnTo>
                  <a:pt x="16819" y="21464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82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214" y="20189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764"/>
                </a:lnTo>
                <a:lnTo>
                  <a:pt x="20323" y="19658"/>
                </a:lnTo>
                <a:lnTo>
                  <a:pt x="20615" y="19392"/>
                </a:lnTo>
                <a:lnTo>
                  <a:pt x="20907" y="19286"/>
                </a:lnTo>
                <a:lnTo>
                  <a:pt x="21141" y="19126"/>
                </a:lnTo>
                <a:lnTo>
                  <a:pt x="21433" y="19020"/>
                </a:lnTo>
                <a:lnTo>
                  <a:pt x="21725" y="18754"/>
                </a:lnTo>
                <a:lnTo>
                  <a:pt x="22134" y="18489"/>
                </a:lnTo>
                <a:lnTo>
                  <a:pt x="22601" y="1838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745"/>
                </a:lnTo>
                <a:lnTo>
                  <a:pt x="24003" y="17479"/>
                </a:lnTo>
                <a:lnTo>
                  <a:pt x="24236" y="17479"/>
                </a:lnTo>
                <a:lnTo>
                  <a:pt x="24528" y="17320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842"/>
                </a:lnTo>
                <a:lnTo>
                  <a:pt x="25696" y="16682"/>
                </a:lnTo>
                <a:lnTo>
                  <a:pt x="25930" y="16417"/>
                </a:lnTo>
                <a:lnTo>
                  <a:pt x="26222" y="16311"/>
                </a:lnTo>
                <a:lnTo>
                  <a:pt x="26689" y="16204"/>
                </a:lnTo>
                <a:lnTo>
                  <a:pt x="26806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908" y="15035"/>
                </a:lnTo>
                <a:lnTo>
                  <a:pt x="29200" y="14876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85" y="14026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712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963"/>
                </a:lnTo>
                <a:lnTo>
                  <a:pt x="32880" y="12698"/>
                </a:lnTo>
                <a:lnTo>
                  <a:pt x="33172" y="12698"/>
                </a:lnTo>
                <a:lnTo>
                  <a:pt x="33405" y="12591"/>
                </a:lnTo>
                <a:lnTo>
                  <a:pt x="33697" y="12485"/>
                </a:lnTo>
                <a:lnTo>
                  <a:pt x="33989" y="12219"/>
                </a:lnTo>
                <a:lnTo>
                  <a:pt x="34281" y="12060"/>
                </a:lnTo>
                <a:lnTo>
                  <a:pt x="34690" y="1184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944"/>
                </a:lnTo>
                <a:lnTo>
                  <a:pt x="36559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147"/>
                </a:lnTo>
                <a:lnTo>
                  <a:pt x="38253" y="10041"/>
                </a:lnTo>
                <a:lnTo>
                  <a:pt x="38486" y="9775"/>
                </a:lnTo>
                <a:lnTo>
                  <a:pt x="38778" y="9616"/>
                </a:lnTo>
                <a:lnTo>
                  <a:pt x="39187" y="9510"/>
                </a:lnTo>
                <a:lnTo>
                  <a:pt x="39362" y="9404"/>
                </a:lnTo>
                <a:lnTo>
                  <a:pt x="39654" y="9138"/>
                </a:lnTo>
                <a:lnTo>
                  <a:pt x="39946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056" y="8341"/>
                </a:lnTo>
                <a:lnTo>
                  <a:pt x="41465" y="8235"/>
                </a:lnTo>
                <a:lnTo>
                  <a:pt x="41757" y="8075"/>
                </a:lnTo>
                <a:lnTo>
                  <a:pt x="42166" y="7863"/>
                </a:lnTo>
                <a:lnTo>
                  <a:pt x="42458" y="7703"/>
                </a:lnTo>
                <a:lnTo>
                  <a:pt x="42750" y="7597"/>
                </a:lnTo>
                <a:lnTo>
                  <a:pt x="43042" y="7331"/>
                </a:lnTo>
                <a:lnTo>
                  <a:pt x="43450" y="7225"/>
                </a:lnTo>
                <a:lnTo>
                  <a:pt x="43742" y="7066"/>
                </a:lnTo>
                <a:lnTo>
                  <a:pt x="44034" y="6960"/>
                </a:lnTo>
                <a:lnTo>
                  <a:pt x="44268" y="6694"/>
                </a:lnTo>
                <a:lnTo>
                  <a:pt x="44443" y="6535"/>
                </a:lnTo>
                <a:lnTo>
                  <a:pt x="44735" y="6428"/>
                </a:lnTo>
                <a:lnTo>
                  <a:pt x="44969" y="6322"/>
                </a:lnTo>
                <a:lnTo>
                  <a:pt x="45436" y="6056"/>
                </a:lnTo>
                <a:lnTo>
                  <a:pt x="45728" y="5897"/>
                </a:lnTo>
                <a:lnTo>
                  <a:pt x="45962" y="5791"/>
                </a:lnTo>
                <a:lnTo>
                  <a:pt x="46254" y="5791"/>
                </a:lnTo>
                <a:lnTo>
                  <a:pt x="46546" y="5525"/>
                </a:lnTo>
                <a:lnTo>
                  <a:pt x="46838" y="5419"/>
                </a:lnTo>
                <a:lnTo>
                  <a:pt x="46954" y="5259"/>
                </a:lnTo>
                <a:lnTo>
                  <a:pt x="47246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453"/>
                </a:lnTo>
                <a:lnTo>
                  <a:pt x="50751" y="3347"/>
                </a:lnTo>
                <a:lnTo>
                  <a:pt x="51043" y="3081"/>
                </a:lnTo>
                <a:lnTo>
                  <a:pt x="51335" y="2975"/>
                </a:lnTo>
                <a:lnTo>
                  <a:pt x="51743" y="2815"/>
                </a:lnTo>
                <a:lnTo>
                  <a:pt x="51919" y="2709"/>
                </a:lnTo>
                <a:lnTo>
                  <a:pt x="52211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612" y="1700"/>
                </a:lnTo>
                <a:lnTo>
                  <a:pt x="54021" y="1540"/>
                </a:lnTo>
                <a:lnTo>
                  <a:pt x="54313" y="1434"/>
                </a:lnTo>
                <a:lnTo>
                  <a:pt x="54430" y="1168"/>
                </a:lnTo>
                <a:lnTo>
                  <a:pt x="54722" y="1168"/>
                </a:lnTo>
                <a:lnTo>
                  <a:pt x="55014" y="1062"/>
                </a:lnTo>
                <a:lnTo>
                  <a:pt x="55306" y="903"/>
                </a:lnTo>
                <a:lnTo>
                  <a:pt x="55598" y="637"/>
                </a:lnTo>
                <a:lnTo>
                  <a:pt x="56007" y="531"/>
                </a:lnTo>
                <a:lnTo>
                  <a:pt x="56299" y="37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816815" y="4535926"/>
            <a:ext cx="56708" cy="30124"/>
          </a:xfrm>
          <a:custGeom>
            <a:avLst/>
            <a:gdLst/>
            <a:ahLst/>
            <a:cxnLst/>
            <a:rect l="l" t="t" r="r" b="b"/>
            <a:pathLst>
              <a:path w="56708" h="30124">
                <a:moveTo>
                  <a:pt x="0" y="30124"/>
                </a:moveTo>
                <a:lnTo>
                  <a:pt x="175" y="30018"/>
                </a:lnTo>
                <a:lnTo>
                  <a:pt x="467" y="29859"/>
                </a:lnTo>
                <a:lnTo>
                  <a:pt x="700" y="29752"/>
                </a:lnTo>
                <a:lnTo>
                  <a:pt x="1168" y="29487"/>
                </a:lnTo>
                <a:lnTo>
                  <a:pt x="1401" y="29381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978" y="28584"/>
                </a:lnTo>
                <a:lnTo>
                  <a:pt x="3387" y="28318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46"/>
                </a:lnTo>
                <a:lnTo>
                  <a:pt x="4555" y="2768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43"/>
                </a:lnTo>
                <a:lnTo>
                  <a:pt x="5956" y="26937"/>
                </a:lnTo>
                <a:lnTo>
                  <a:pt x="6248" y="26777"/>
                </a:lnTo>
                <a:lnTo>
                  <a:pt x="6482" y="26671"/>
                </a:lnTo>
                <a:lnTo>
                  <a:pt x="6774" y="26565"/>
                </a:lnTo>
                <a:lnTo>
                  <a:pt x="7066" y="26405"/>
                </a:lnTo>
                <a:lnTo>
                  <a:pt x="7475" y="26299"/>
                </a:lnTo>
                <a:lnTo>
                  <a:pt x="7650" y="26140"/>
                </a:lnTo>
                <a:lnTo>
                  <a:pt x="7942" y="25927"/>
                </a:lnTo>
                <a:lnTo>
                  <a:pt x="8176" y="25768"/>
                </a:lnTo>
                <a:lnTo>
                  <a:pt x="8468" y="25661"/>
                </a:lnTo>
                <a:lnTo>
                  <a:pt x="8760" y="25502"/>
                </a:lnTo>
                <a:lnTo>
                  <a:pt x="9052" y="25236"/>
                </a:lnTo>
                <a:lnTo>
                  <a:pt x="9344" y="25130"/>
                </a:lnTo>
                <a:lnTo>
                  <a:pt x="9753" y="25024"/>
                </a:lnTo>
                <a:lnTo>
                  <a:pt x="10045" y="24864"/>
                </a:lnTo>
                <a:lnTo>
                  <a:pt x="10161" y="24599"/>
                </a:lnTo>
                <a:lnTo>
                  <a:pt x="10453" y="24493"/>
                </a:lnTo>
                <a:lnTo>
                  <a:pt x="10745" y="24386"/>
                </a:lnTo>
                <a:lnTo>
                  <a:pt x="11037" y="24227"/>
                </a:lnTo>
                <a:lnTo>
                  <a:pt x="11271" y="24121"/>
                </a:lnTo>
                <a:lnTo>
                  <a:pt x="11738" y="23961"/>
                </a:lnTo>
                <a:lnTo>
                  <a:pt x="12030" y="23855"/>
                </a:lnTo>
                <a:lnTo>
                  <a:pt x="12264" y="23696"/>
                </a:lnTo>
                <a:lnTo>
                  <a:pt x="12556" y="23483"/>
                </a:lnTo>
                <a:lnTo>
                  <a:pt x="12731" y="23324"/>
                </a:lnTo>
                <a:lnTo>
                  <a:pt x="12965" y="23217"/>
                </a:lnTo>
                <a:lnTo>
                  <a:pt x="13257" y="23058"/>
                </a:lnTo>
                <a:lnTo>
                  <a:pt x="13724" y="22846"/>
                </a:lnTo>
                <a:lnTo>
                  <a:pt x="13958" y="2268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155"/>
                </a:lnTo>
                <a:lnTo>
                  <a:pt x="15126" y="22049"/>
                </a:lnTo>
                <a:lnTo>
                  <a:pt x="15534" y="21942"/>
                </a:lnTo>
                <a:lnTo>
                  <a:pt x="15943" y="21677"/>
                </a:lnTo>
                <a:lnTo>
                  <a:pt x="16235" y="21517"/>
                </a:lnTo>
                <a:lnTo>
                  <a:pt x="16527" y="21411"/>
                </a:lnTo>
                <a:lnTo>
                  <a:pt x="16819" y="21305"/>
                </a:lnTo>
                <a:lnTo>
                  <a:pt x="17053" y="21039"/>
                </a:lnTo>
                <a:lnTo>
                  <a:pt x="17345" y="20880"/>
                </a:lnTo>
                <a:lnTo>
                  <a:pt x="17637" y="20773"/>
                </a:lnTo>
                <a:lnTo>
                  <a:pt x="17929" y="20614"/>
                </a:lnTo>
                <a:lnTo>
                  <a:pt x="18221" y="20402"/>
                </a:lnTo>
                <a:lnTo>
                  <a:pt x="18513" y="20242"/>
                </a:lnTo>
                <a:lnTo>
                  <a:pt x="18746" y="20136"/>
                </a:lnTo>
                <a:lnTo>
                  <a:pt x="19038" y="19976"/>
                </a:lnTo>
                <a:lnTo>
                  <a:pt x="19330" y="19764"/>
                </a:lnTo>
                <a:lnTo>
                  <a:pt x="19622" y="19605"/>
                </a:lnTo>
                <a:lnTo>
                  <a:pt x="20031" y="19605"/>
                </a:lnTo>
                <a:lnTo>
                  <a:pt x="20323" y="19498"/>
                </a:lnTo>
                <a:lnTo>
                  <a:pt x="20440" y="19233"/>
                </a:lnTo>
                <a:lnTo>
                  <a:pt x="20732" y="19073"/>
                </a:lnTo>
                <a:lnTo>
                  <a:pt x="21024" y="18967"/>
                </a:lnTo>
                <a:lnTo>
                  <a:pt x="21316" y="18861"/>
                </a:lnTo>
                <a:lnTo>
                  <a:pt x="21608" y="18595"/>
                </a:lnTo>
                <a:lnTo>
                  <a:pt x="21900" y="18436"/>
                </a:lnTo>
                <a:lnTo>
                  <a:pt x="22309" y="18329"/>
                </a:lnTo>
                <a:lnTo>
                  <a:pt x="22601" y="18223"/>
                </a:lnTo>
                <a:lnTo>
                  <a:pt x="22718" y="17958"/>
                </a:lnTo>
                <a:lnTo>
                  <a:pt x="23010" y="17798"/>
                </a:lnTo>
                <a:lnTo>
                  <a:pt x="23302" y="17692"/>
                </a:lnTo>
                <a:lnTo>
                  <a:pt x="23594" y="17532"/>
                </a:lnTo>
                <a:lnTo>
                  <a:pt x="23827" y="17320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789"/>
                </a:lnTo>
                <a:lnTo>
                  <a:pt x="25287" y="16682"/>
                </a:lnTo>
                <a:lnTo>
                  <a:pt x="25521" y="16523"/>
                </a:lnTo>
                <a:lnTo>
                  <a:pt x="25813" y="16417"/>
                </a:lnTo>
                <a:lnTo>
                  <a:pt x="26222" y="16151"/>
                </a:lnTo>
                <a:lnTo>
                  <a:pt x="26514" y="15992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82" y="15354"/>
                </a:lnTo>
                <a:lnTo>
                  <a:pt x="28091" y="15142"/>
                </a:lnTo>
                <a:lnTo>
                  <a:pt x="28500" y="14982"/>
                </a:lnTo>
                <a:lnTo>
                  <a:pt x="28792" y="14876"/>
                </a:lnTo>
                <a:lnTo>
                  <a:pt x="29084" y="14717"/>
                </a:lnTo>
                <a:lnTo>
                  <a:pt x="29376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707"/>
                </a:lnTo>
                <a:lnTo>
                  <a:pt x="31069" y="13601"/>
                </a:lnTo>
                <a:lnTo>
                  <a:pt x="31303" y="13441"/>
                </a:lnTo>
                <a:lnTo>
                  <a:pt x="31595" y="13335"/>
                </a:lnTo>
                <a:lnTo>
                  <a:pt x="31887" y="13070"/>
                </a:lnTo>
                <a:lnTo>
                  <a:pt x="32179" y="12963"/>
                </a:lnTo>
                <a:lnTo>
                  <a:pt x="32588" y="12804"/>
                </a:lnTo>
                <a:lnTo>
                  <a:pt x="32880" y="12698"/>
                </a:lnTo>
                <a:lnTo>
                  <a:pt x="32996" y="12538"/>
                </a:lnTo>
                <a:lnTo>
                  <a:pt x="33288" y="12432"/>
                </a:lnTo>
                <a:lnTo>
                  <a:pt x="33580" y="12273"/>
                </a:lnTo>
                <a:lnTo>
                  <a:pt x="33872" y="12166"/>
                </a:lnTo>
                <a:lnTo>
                  <a:pt x="34165" y="11901"/>
                </a:lnTo>
                <a:lnTo>
                  <a:pt x="34398" y="11794"/>
                </a:lnTo>
                <a:lnTo>
                  <a:pt x="34865" y="11635"/>
                </a:lnTo>
                <a:lnTo>
                  <a:pt x="35157" y="11529"/>
                </a:lnTo>
                <a:lnTo>
                  <a:pt x="35391" y="11263"/>
                </a:lnTo>
                <a:lnTo>
                  <a:pt x="35566" y="11157"/>
                </a:lnTo>
                <a:lnTo>
                  <a:pt x="35858" y="10997"/>
                </a:lnTo>
                <a:lnTo>
                  <a:pt x="36092" y="10891"/>
                </a:lnTo>
                <a:lnTo>
                  <a:pt x="36384" y="10626"/>
                </a:lnTo>
                <a:lnTo>
                  <a:pt x="36851" y="10519"/>
                </a:lnTo>
                <a:lnTo>
                  <a:pt x="37085" y="10360"/>
                </a:lnTo>
                <a:lnTo>
                  <a:pt x="37377" y="10360"/>
                </a:lnTo>
                <a:lnTo>
                  <a:pt x="37669" y="10094"/>
                </a:lnTo>
                <a:lnTo>
                  <a:pt x="37961" y="9988"/>
                </a:lnTo>
                <a:lnTo>
                  <a:pt x="38369" y="9722"/>
                </a:lnTo>
                <a:lnTo>
                  <a:pt x="38778" y="9457"/>
                </a:lnTo>
                <a:lnTo>
                  <a:pt x="39070" y="9350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819"/>
                </a:lnTo>
                <a:lnTo>
                  <a:pt x="40180" y="8713"/>
                </a:lnTo>
                <a:lnTo>
                  <a:pt x="40355" y="8553"/>
                </a:lnTo>
                <a:lnTo>
                  <a:pt x="40647" y="8447"/>
                </a:lnTo>
                <a:lnTo>
                  <a:pt x="41056" y="8182"/>
                </a:lnTo>
                <a:lnTo>
                  <a:pt x="41348" y="8075"/>
                </a:lnTo>
                <a:lnTo>
                  <a:pt x="41640" y="7916"/>
                </a:lnTo>
                <a:lnTo>
                  <a:pt x="41874" y="7916"/>
                </a:lnTo>
                <a:lnTo>
                  <a:pt x="42166" y="7650"/>
                </a:lnTo>
                <a:lnTo>
                  <a:pt x="42458" y="7544"/>
                </a:lnTo>
                <a:lnTo>
                  <a:pt x="42750" y="7438"/>
                </a:lnTo>
                <a:lnTo>
                  <a:pt x="43042" y="7278"/>
                </a:lnTo>
                <a:lnTo>
                  <a:pt x="43334" y="7013"/>
                </a:lnTo>
                <a:lnTo>
                  <a:pt x="43567" y="690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375"/>
                </a:lnTo>
                <a:lnTo>
                  <a:pt x="44735" y="6269"/>
                </a:lnTo>
                <a:lnTo>
                  <a:pt x="45027" y="6109"/>
                </a:lnTo>
                <a:lnTo>
                  <a:pt x="45436" y="6003"/>
                </a:lnTo>
                <a:lnTo>
                  <a:pt x="45553" y="5738"/>
                </a:lnTo>
                <a:lnTo>
                  <a:pt x="45845" y="5631"/>
                </a:lnTo>
                <a:lnTo>
                  <a:pt x="46137" y="5631"/>
                </a:lnTo>
                <a:lnTo>
                  <a:pt x="46429" y="5472"/>
                </a:lnTo>
                <a:lnTo>
                  <a:pt x="46721" y="5259"/>
                </a:lnTo>
                <a:lnTo>
                  <a:pt x="46954" y="5100"/>
                </a:lnTo>
                <a:lnTo>
                  <a:pt x="47422" y="4994"/>
                </a:lnTo>
                <a:lnTo>
                  <a:pt x="47655" y="4834"/>
                </a:lnTo>
                <a:lnTo>
                  <a:pt x="47947" y="4569"/>
                </a:lnTo>
                <a:lnTo>
                  <a:pt x="48123" y="4462"/>
                </a:lnTo>
                <a:lnTo>
                  <a:pt x="48415" y="4356"/>
                </a:lnTo>
                <a:lnTo>
                  <a:pt x="48648" y="4197"/>
                </a:lnTo>
                <a:lnTo>
                  <a:pt x="48940" y="393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559"/>
                </a:lnTo>
                <a:lnTo>
                  <a:pt x="50225" y="3294"/>
                </a:lnTo>
                <a:lnTo>
                  <a:pt x="50517" y="3294"/>
                </a:lnTo>
                <a:lnTo>
                  <a:pt x="50926" y="3028"/>
                </a:lnTo>
                <a:lnTo>
                  <a:pt x="51218" y="2815"/>
                </a:lnTo>
                <a:lnTo>
                  <a:pt x="51627" y="2656"/>
                </a:lnTo>
                <a:lnTo>
                  <a:pt x="51919" y="2550"/>
                </a:lnTo>
                <a:lnTo>
                  <a:pt x="52211" y="2390"/>
                </a:lnTo>
                <a:lnTo>
                  <a:pt x="52503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203" y="1753"/>
                </a:lnTo>
                <a:lnTo>
                  <a:pt x="53612" y="1540"/>
                </a:lnTo>
                <a:lnTo>
                  <a:pt x="53904" y="1381"/>
                </a:lnTo>
                <a:lnTo>
                  <a:pt x="54196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5014" y="850"/>
                </a:lnTo>
                <a:lnTo>
                  <a:pt x="55306" y="743"/>
                </a:lnTo>
                <a:lnTo>
                  <a:pt x="55598" y="637"/>
                </a:lnTo>
                <a:lnTo>
                  <a:pt x="55890" y="371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873523" y="4505588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292" y="30071"/>
                </a:lnTo>
                <a:lnTo>
                  <a:pt x="584" y="29912"/>
                </a:lnTo>
                <a:lnTo>
                  <a:pt x="817" y="29806"/>
                </a:lnTo>
                <a:lnTo>
                  <a:pt x="1284" y="29646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96"/>
                </a:lnTo>
                <a:lnTo>
                  <a:pt x="3270" y="28637"/>
                </a:lnTo>
                <a:lnTo>
                  <a:pt x="3504" y="28530"/>
                </a:lnTo>
                <a:lnTo>
                  <a:pt x="3796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255"/>
                </a:lnTo>
                <a:lnTo>
                  <a:pt x="6073" y="26990"/>
                </a:lnTo>
                <a:lnTo>
                  <a:pt x="6365" y="26830"/>
                </a:lnTo>
                <a:lnTo>
                  <a:pt x="6774" y="26724"/>
                </a:lnTo>
                <a:lnTo>
                  <a:pt x="7066" y="26458"/>
                </a:lnTo>
                <a:lnTo>
                  <a:pt x="7475" y="26352"/>
                </a:lnTo>
                <a:lnTo>
                  <a:pt x="7767" y="26193"/>
                </a:lnTo>
                <a:lnTo>
                  <a:pt x="8059" y="26086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052" y="25449"/>
                </a:lnTo>
                <a:lnTo>
                  <a:pt x="9461" y="25183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386"/>
                </a:lnTo>
                <a:lnTo>
                  <a:pt x="11446" y="24280"/>
                </a:lnTo>
                <a:lnTo>
                  <a:pt x="11680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140" y="23271"/>
                </a:lnTo>
                <a:lnTo>
                  <a:pt x="13373" y="23111"/>
                </a:lnTo>
                <a:lnTo>
                  <a:pt x="13841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102"/>
                </a:lnTo>
                <a:lnTo>
                  <a:pt x="15359" y="22102"/>
                </a:lnTo>
                <a:lnTo>
                  <a:pt x="15768" y="21942"/>
                </a:lnTo>
                <a:lnTo>
                  <a:pt x="16060" y="21836"/>
                </a:lnTo>
                <a:lnTo>
                  <a:pt x="16352" y="21570"/>
                </a:lnTo>
                <a:lnTo>
                  <a:pt x="16527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295"/>
                </a:lnTo>
                <a:lnTo>
                  <a:pt x="18922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658"/>
                </a:lnTo>
                <a:lnTo>
                  <a:pt x="20031" y="19658"/>
                </a:lnTo>
                <a:lnTo>
                  <a:pt x="20323" y="19551"/>
                </a:lnTo>
                <a:lnTo>
                  <a:pt x="20615" y="19392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2017" y="18489"/>
                </a:lnTo>
                <a:lnTo>
                  <a:pt x="22309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85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479"/>
                </a:lnTo>
                <a:lnTo>
                  <a:pt x="24236" y="17373"/>
                </a:lnTo>
                <a:lnTo>
                  <a:pt x="24528" y="17214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682"/>
                </a:lnTo>
                <a:lnTo>
                  <a:pt x="25638" y="16576"/>
                </a:lnTo>
                <a:lnTo>
                  <a:pt x="25930" y="16470"/>
                </a:lnTo>
                <a:lnTo>
                  <a:pt x="26397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832"/>
                </a:lnTo>
                <a:lnTo>
                  <a:pt x="27332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929"/>
                </a:lnTo>
                <a:lnTo>
                  <a:pt x="29025" y="14770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292"/>
                </a:lnTo>
                <a:lnTo>
                  <a:pt x="30310" y="14132"/>
                </a:lnTo>
                <a:lnTo>
                  <a:pt x="30602" y="14026"/>
                </a:lnTo>
                <a:lnTo>
                  <a:pt x="30894" y="13867"/>
                </a:lnTo>
                <a:lnTo>
                  <a:pt x="31186" y="13601"/>
                </a:lnTo>
                <a:lnTo>
                  <a:pt x="31420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2963"/>
                </a:lnTo>
                <a:lnTo>
                  <a:pt x="32588" y="12857"/>
                </a:lnTo>
                <a:lnTo>
                  <a:pt x="32880" y="12751"/>
                </a:lnTo>
                <a:lnTo>
                  <a:pt x="33113" y="1275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219"/>
                </a:lnTo>
                <a:lnTo>
                  <a:pt x="34106" y="12060"/>
                </a:lnTo>
                <a:lnTo>
                  <a:pt x="34573" y="1184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210"/>
                </a:lnTo>
                <a:lnTo>
                  <a:pt x="35975" y="11051"/>
                </a:lnTo>
                <a:lnTo>
                  <a:pt x="36267" y="10944"/>
                </a:lnTo>
                <a:lnTo>
                  <a:pt x="36501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041"/>
                </a:lnTo>
                <a:lnTo>
                  <a:pt x="38194" y="9882"/>
                </a:lnTo>
                <a:lnTo>
                  <a:pt x="38486" y="9775"/>
                </a:lnTo>
                <a:lnTo>
                  <a:pt x="38895" y="9669"/>
                </a:lnTo>
                <a:lnTo>
                  <a:pt x="39070" y="9404"/>
                </a:lnTo>
                <a:lnTo>
                  <a:pt x="39362" y="924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766"/>
                </a:lnTo>
                <a:lnTo>
                  <a:pt x="40472" y="8607"/>
                </a:lnTo>
                <a:lnTo>
                  <a:pt x="40881" y="8500"/>
                </a:lnTo>
                <a:lnTo>
                  <a:pt x="41173" y="8341"/>
                </a:lnTo>
                <a:lnTo>
                  <a:pt x="41465" y="8128"/>
                </a:lnTo>
                <a:lnTo>
                  <a:pt x="41874" y="7969"/>
                </a:lnTo>
                <a:lnTo>
                  <a:pt x="42166" y="7863"/>
                </a:lnTo>
                <a:lnTo>
                  <a:pt x="42458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225"/>
                </a:lnTo>
                <a:lnTo>
                  <a:pt x="43742" y="6960"/>
                </a:lnTo>
                <a:lnTo>
                  <a:pt x="43976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677" y="6322"/>
                </a:lnTo>
                <a:lnTo>
                  <a:pt x="45144" y="6163"/>
                </a:lnTo>
                <a:lnTo>
                  <a:pt x="45436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525"/>
                </a:lnTo>
                <a:lnTo>
                  <a:pt x="47130" y="5153"/>
                </a:lnTo>
                <a:lnTo>
                  <a:pt x="47363" y="5047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531" y="4409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459" y="3347"/>
                </a:lnTo>
                <a:lnTo>
                  <a:pt x="50751" y="3240"/>
                </a:lnTo>
                <a:lnTo>
                  <a:pt x="51043" y="3081"/>
                </a:lnTo>
                <a:lnTo>
                  <a:pt x="51451" y="2975"/>
                </a:lnTo>
                <a:lnTo>
                  <a:pt x="51627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437" y="1806"/>
                </a:lnTo>
                <a:lnTo>
                  <a:pt x="53729" y="1700"/>
                </a:lnTo>
                <a:lnTo>
                  <a:pt x="54021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423" y="796"/>
                </a:lnTo>
                <a:lnTo>
                  <a:pt x="55715" y="637"/>
                </a:lnTo>
                <a:lnTo>
                  <a:pt x="56007" y="531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930231" y="4497885"/>
            <a:ext cx="14366" cy="7703"/>
          </a:xfrm>
          <a:custGeom>
            <a:avLst/>
            <a:gdLst/>
            <a:ahLst/>
            <a:cxnLst/>
            <a:rect l="l" t="t" r="r" b="b"/>
            <a:pathLst>
              <a:path w="14366" h="7703">
                <a:moveTo>
                  <a:pt x="0" y="7703"/>
                </a:moveTo>
                <a:lnTo>
                  <a:pt x="292" y="7597"/>
                </a:lnTo>
                <a:lnTo>
                  <a:pt x="525" y="7331"/>
                </a:lnTo>
                <a:lnTo>
                  <a:pt x="992" y="7225"/>
                </a:lnTo>
                <a:lnTo>
                  <a:pt x="1226" y="7066"/>
                </a:lnTo>
                <a:lnTo>
                  <a:pt x="1518" y="6960"/>
                </a:lnTo>
                <a:lnTo>
                  <a:pt x="1810" y="6694"/>
                </a:lnTo>
                <a:lnTo>
                  <a:pt x="2102" y="6588"/>
                </a:lnTo>
                <a:lnTo>
                  <a:pt x="2394" y="6428"/>
                </a:lnTo>
                <a:lnTo>
                  <a:pt x="2920" y="6163"/>
                </a:lnTo>
                <a:lnTo>
                  <a:pt x="3212" y="6056"/>
                </a:lnTo>
                <a:lnTo>
                  <a:pt x="3504" y="5950"/>
                </a:lnTo>
                <a:lnTo>
                  <a:pt x="3796" y="5684"/>
                </a:lnTo>
                <a:lnTo>
                  <a:pt x="4088" y="5525"/>
                </a:lnTo>
                <a:lnTo>
                  <a:pt x="4380" y="5419"/>
                </a:lnTo>
                <a:lnTo>
                  <a:pt x="4613" y="5259"/>
                </a:lnTo>
                <a:lnTo>
                  <a:pt x="5080" y="5047"/>
                </a:lnTo>
                <a:lnTo>
                  <a:pt x="5197" y="4887"/>
                </a:lnTo>
                <a:lnTo>
                  <a:pt x="5489" y="4781"/>
                </a:lnTo>
                <a:lnTo>
                  <a:pt x="5781" y="4622"/>
                </a:lnTo>
                <a:lnTo>
                  <a:pt x="6073" y="4409"/>
                </a:lnTo>
                <a:lnTo>
                  <a:pt x="6307" y="4250"/>
                </a:lnTo>
                <a:lnTo>
                  <a:pt x="6599" y="4144"/>
                </a:lnTo>
                <a:lnTo>
                  <a:pt x="6891" y="4144"/>
                </a:lnTo>
                <a:lnTo>
                  <a:pt x="7300" y="3878"/>
                </a:lnTo>
                <a:lnTo>
                  <a:pt x="7592" y="3719"/>
                </a:lnTo>
                <a:lnTo>
                  <a:pt x="7767" y="3612"/>
                </a:lnTo>
                <a:lnTo>
                  <a:pt x="8001" y="3506"/>
                </a:lnTo>
                <a:lnTo>
                  <a:pt x="8293" y="3240"/>
                </a:lnTo>
                <a:lnTo>
                  <a:pt x="8585" y="3081"/>
                </a:lnTo>
                <a:lnTo>
                  <a:pt x="8877" y="2975"/>
                </a:lnTo>
                <a:lnTo>
                  <a:pt x="9285" y="2869"/>
                </a:lnTo>
                <a:lnTo>
                  <a:pt x="9577" y="2603"/>
                </a:lnTo>
                <a:lnTo>
                  <a:pt x="9869" y="2443"/>
                </a:lnTo>
                <a:lnTo>
                  <a:pt x="10278" y="2178"/>
                </a:lnTo>
                <a:lnTo>
                  <a:pt x="10570" y="1965"/>
                </a:lnTo>
                <a:lnTo>
                  <a:pt x="10862" y="1806"/>
                </a:lnTo>
                <a:lnTo>
                  <a:pt x="11271" y="1806"/>
                </a:lnTo>
                <a:lnTo>
                  <a:pt x="11563" y="1700"/>
                </a:lnTo>
                <a:lnTo>
                  <a:pt x="11855" y="1434"/>
                </a:lnTo>
                <a:lnTo>
                  <a:pt x="12089" y="1328"/>
                </a:lnTo>
                <a:lnTo>
                  <a:pt x="12381" y="1168"/>
                </a:lnTo>
                <a:lnTo>
                  <a:pt x="12556" y="1062"/>
                </a:lnTo>
                <a:lnTo>
                  <a:pt x="12789" y="796"/>
                </a:lnTo>
                <a:lnTo>
                  <a:pt x="13081" y="637"/>
                </a:lnTo>
                <a:lnTo>
                  <a:pt x="13549" y="531"/>
                </a:lnTo>
                <a:lnTo>
                  <a:pt x="13782" y="425"/>
                </a:lnTo>
                <a:lnTo>
                  <a:pt x="14074" y="159"/>
                </a:lnTo>
                <a:lnTo>
                  <a:pt x="14366" y="0"/>
                </a:lnTo>
              </a:path>
            </a:pathLst>
          </a:custGeom>
          <a:ln w="1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668182" y="4439760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76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1092258" y="5258445"/>
            <a:ext cx="56550" cy="178517"/>
          </a:xfrm>
          <a:custGeom>
            <a:avLst/>
            <a:gdLst/>
            <a:ahLst/>
            <a:cxnLst/>
            <a:rect l="l" t="t" r="r" b="b"/>
            <a:pathLst>
              <a:path w="56550" h="178517">
                <a:moveTo>
                  <a:pt x="0" y="0"/>
                </a:moveTo>
                <a:lnTo>
                  <a:pt x="286" y="1009"/>
                </a:lnTo>
                <a:lnTo>
                  <a:pt x="566" y="1912"/>
                </a:lnTo>
                <a:lnTo>
                  <a:pt x="846" y="2815"/>
                </a:lnTo>
                <a:lnTo>
                  <a:pt x="1273" y="3719"/>
                </a:lnTo>
                <a:lnTo>
                  <a:pt x="1413" y="4622"/>
                </a:lnTo>
                <a:lnTo>
                  <a:pt x="1693" y="5472"/>
                </a:lnTo>
                <a:lnTo>
                  <a:pt x="1979" y="6535"/>
                </a:lnTo>
                <a:lnTo>
                  <a:pt x="2260" y="7278"/>
                </a:lnTo>
                <a:lnTo>
                  <a:pt x="2540" y="8341"/>
                </a:lnTo>
                <a:lnTo>
                  <a:pt x="2820" y="9085"/>
                </a:lnTo>
                <a:lnTo>
                  <a:pt x="3106" y="10094"/>
                </a:lnTo>
                <a:lnTo>
                  <a:pt x="3527" y="10997"/>
                </a:lnTo>
                <a:lnTo>
                  <a:pt x="3807" y="11901"/>
                </a:lnTo>
                <a:lnTo>
                  <a:pt x="3953" y="12804"/>
                </a:lnTo>
                <a:lnTo>
                  <a:pt x="4234" y="13707"/>
                </a:lnTo>
                <a:lnTo>
                  <a:pt x="4514" y="14610"/>
                </a:lnTo>
                <a:lnTo>
                  <a:pt x="4794" y="15620"/>
                </a:lnTo>
                <a:lnTo>
                  <a:pt x="5080" y="16417"/>
                </a:lnTo>
                <a:lnTo>
                  <a:pt x="5501" y="17426"/>
                </a:lnTo>
                <a:lnTo>
                  <a:pt x="5787" y="18329"/>
                </a:lnTo>
                <a:lnTo>
                  <a:pt x="6067" y="19233"/>
                </a:lnTo>
                <a:lnTo>
                  <a:pt x="6348" y="20136"/>
                </a:lnTo>
                <a:lnTo>
                  <a:pt x="6488" y="21039"/>
                </a:lnTo>
                <a:lnTo>
                  <a:pt x="6774" y="21942"/>
                </a:lnTo>
                <a:lnTo>
                  <a:pt x="7054" y="22952"/>
                </a:lnTo>
                <a:lnTo>
                  <a:pt x="7475" y="23749"/>
                </a:lnTo>
                <a:lnTo>
                  <a:pt x="7761" y="24758"/>
                </a:lnTo>
                <a:lnTo>
                  <a:pt x="8041" y="25502"/>
                </a:lnTo>
                <a:lnTo>
                  <a:pt x="8322" y="26565"/>
                </a:lnTo>
                <a:lnTo>
                  <a:pt x="8602" y="27468"/>
                </a:lnTo>
                <a:lnTo>
                  <a:pt x="8888" y="28318"/>
                </a:lnTo>
                <a:lnTo>
                  <a:pt x="9028" y="29221"/>
                </a:lnTo>
                <a:lnTo>
                  <a:pt x="9309" y="30124"/>
                </a:lnTo>
                <a:lnTo>
                  <a:pt x="9735" y="31028"/>
                </a:lnTo>
                <a:lnTo>
                  <a:pt x="10015" y="32090"/>
                </a:lnTo>
                <a:lnTo>
                  <a:pt x="10296" y="32834"/>
                </a:lnTo>
                <a:lnTo>
                  <a:pt x="10582" y="33737"/>
                </a:lnTo>
                <a:lnTo>
                  <a:pt x="10862" y="34640"/>
                </a:lnTo>
                <a:lnTo>
                  <a:pt x="11143" y="35544"/>
                </a:lnTo>
                <a:lnTo>
                  <a:pt x="11423" y="36553"/>
                </a:lnTo>
                <a:lnTo>
                  <a:pt x="11709" y="37350"/>
                </a:lnTo>
                <a:lnTo>
                  <a:pt x="11989" y="38360"/>
                </a:lnTo>
                <a:lnTo>
                  <a:pt x="12270" y="39263"/>
                </a:lnTo>
                <a:lnTo>
                  <a:pt x="12556" y="40166"/>
                </a:lnTo>
                <a:lnTo>
                  <a:pt x="12836" y="41069"/>
                </a:lnTo>
                <a:lnTo>
                  <a:pt x="13117" y="41972"/>
                </a:lnTo>
                <a:lnTo>
                  <a:pt x="13397" y="42823"/>
                </a:lnTo>
                <a:lnTo>
                  <a:pt x="13823" y="43885"/>
                </a:lnTo>
                <a:lnTo>
                  <a:pt x="13963" y="44629"/>
                </a:lnTo>
                <a:lnTo>
                  <a:pt x="14244" y="45692"/>
                </a:lnTo>
                <a:lnTo>
                  <a:pt x="14530" y="46435"/>
                </a:lnTo>
                <a:lnTo>
                  <a:pt x="14810" y="47445"/>
                </a:lnTo>
                <a:lnTo>
                  <a:pt x="15091" y="48348"/>
                </a:lnTo>
                <a:lnTo>
                  <a:pt x="15377" y="49145"/>
                </a:lnTo>
                <a:lnTo>
                  <a:pt x="15657" y="50048"/>
                </a:lnTo>
                <a:lnTo>
                  <a:pt x="16077" y="50951"/>
                </a:lnTo>
                <a:lnTo>
                  <a:pt x="16364" y="51855"/>
                </a:lnTo>
                <a:lnTo>
                  <a:pt x="16504" y="52864"/>
                </a:lnTo>
                <a:lnTo>
                  <a:pt x="16784" y="53608"/>
                </a:lnTo>
                <a:lnTo>
                  <a:pt x="17064" y="54671"/>
                </a:lnTo>
                <a:lnTo>
                  <a:pt x="17351" y="55574"/>
                </a:lnTo>
                <a:lnTo>
                  <a:pt x="17631" y="56477"/>
                </a:lnTo>
                <a:lnTo>
                  <a:pt x="18051" y="57327"/>
                </a:lnTo>
                <a:lnTo>
                  <a:pt x="18338" y="58230"/>
                </a:lnTo>
                <a:lnTo>
                  <a:pt x="18618" y="59134"/>
                </a:lnTo>
                <a:lnTo>
                  <a:pt x="18898" y="60196"/>
                </a:lnTo>
                <a:lnTo>
                  <a:pt x="19038" y="60940"/>
                </a:lnTo>
                <a:lnTo>
                  <a:pt x="19325" y="61843"/>
                </a:lnTo>
                <a:lnTo>
                  <a:pt x="19605" y="62746"/>
                </a:lnTo>
                <a:lnTo>
                  <a:pt x="20025" y="63650"/>
                </a:lnTo>
                <a:lnTo>
                  <a:pt x="20312" y="64659"/>
                </a:lnTo>
                <a:lnTo>
                  <a:pt x="20592" y="65456"/>
                </a:lnTo>
                <a:lnTo>
                  <a:pt x="20872" y="66466"/>
                </a:lnTo>
                <a:lnTo>
                  <a:pt x="21158" y="67209"/>
                </a:lnTo>
                <a:lnTo>
                  <a:pt x="21439" y="68272"/>
                </a:lnTo>
                <a:lnTo>
                  <a:pt x="21579" y="69175"/>
                </a:lnTo>
                <a:lnTo>
                  <a:pt x="21859" y="70078"/>
                </a:lnTo>
                <a:lnTo>
                  <a:pt x="22286" y="70982"/>
                </a:lnTo>
                <a:lnTo>
                  <a:pt x="22566" y="71832"/>
                </a:lnTo>
                <a:lnTo>
                  <a:pt x="22846" y="72735"/>
                </a:lnTo>
                <a:lnTo>
                  <a:pt x="23132" y="73797"/>
                </a:lnTo>
                <a:lnTo>
                  <a:pt x="23413" y="74541"/>
                </a:lnTo>
                <a:lnTo>
                  <a:pt x="23693" y="75445"/>
                </a:lnTo>
                <a:lnTo>
                  <a:pt x="23973" y="76454"/>
                </a:lnTo>
                <a:lnTo>
                  <a:pt x="24260" y="77251"/>
                </a:lnTo>
                <a:lnTo>
                  <a:pt x="24540" y="78260"/>
                </a:lnTo>
                <a:lnTo>
                  <a:pt x="24820" y="79057"/>
                </a:lnTo>
                <a:lnTo>
                  <a:pt x="25106" y="80067"/>
                </a:lnTo>
                <a:lnTo>
                  <a:pt x="25387" y="80970"/>
                </a:lnTo>
                <a:lnTo>
                  <a:pt x="25667" y="81873"/>
                </a:lnTo>
                <a:lnTo>
                  <a:pt x="25953" y="82777"/>
                </a:lnTo>
                <a:lnTo>
                  <a:pt x="26374" y="83520"/>
                </a:lnTo>
                <a:lnTo>
                  <a:pt x="26514" y="84583"/>
                </a:lnTo>
                <a:lnTo>
                  <a:pt x="26794" y="85486"/>
                </a:lnTo>
                <a:lnTo>
                  <a:pt x="27080" y="86336"/>
                </a:lnTo>
                <a:lnTo>
                  <a:pt x="27361" y="87239"/>
                </a:lnTo>
                <a:lnTo>
                  <a:pt x="27641" y="88143"/>
                </a:lnTo>
                <a:lnTo>
                  <a:pt x="27927" y="89046"/>
                </a:lnTo>
                <a:lnTo>
                  <a:pt x="28208" y="90108"/>
                </a:lnTo>
                <a:lnTo>
                  <a:pt x="28628" y="90852"/>
                </a:lnTo>
                <a:lnTo>
                  <a:pt x="28914" y="91756"/>
                </a:lnTo>
                <a:lnTo>
                  <a:pt x="29054" y="92765"/>
                </a:lnTo>
                <a:lnTo>
                  <a:pt x="29335" y="93562"/>
                </a:lnTo>
                <a:lnTo>
                  <a:pt x="29615" y="94571"/>
                </a:lnTo>
                <a:lnTo>
                  <a:pt x="29901" y="95368"/>
                </a:lnTo>
                <a:lnTo>
                  <a:pt x="30182" y="96378"/>
                </a:lnTo>
                <a:lnTo>
                  <a:pt x="30602" y="97281"/>
                </a:lnTo>
                <a:lnTo>
                  <a:pt x="30888" y="98025"/>
                </a:lnTo>
                <a:lnTo>
                  <a:pt x="31168" y="99088"/>
                </a:lnTo>
                <a:lnTo>
                  <a:pt x="31449" y="99831"/>
                </a:lnTo>
                <a:lnTo>
                  <a:pt x="31589" y="100841"/>
                </a:lnTo>
                <a:lnTo>
                  <a:pt x="31875" y="101744"/>
                </a:lnTo>
                <a:lnTo>
                  <a:pt x="32155" y="102647"/>
                </a:lnTo>
                <a:lnTo>
                  <a:pt x="32576" y="103550"/>
                </a:lnTo>
                <a:lnTo>
                  <a:pt x="32862" y="104347"/>
                </a:lnTo>
                <a:lnTo>
                  <a:pt x="33142" y="105357"/>
                </a:lnTo>
                <a:lnTo>
                  <a:pt x="33423" y="106260"/>
                </a:lnTo>
                <a:lnTo>
                  <a:pt x="33709" y="107163"/>
                </a:lnTo>
                <a:lnTo>
                  <a:pt x="33989" y="108067"/>
                </a:lnTo>
                <a:lnTo>
                  <a:pt x="34129" y="108970"/>
                </a:lnTo>
                <a:lnTo>
                  <a:pt x="34410" y="109873"/>
                </a:lnTo>
                <a:lnTo>
                  <a:pt x="34836" y="110723"/>
                </a:lnTo>
                <a:lnTo>
                  <a:pt x="35116" y="111626"/>
                </a:lnTo>
                <a:lnTo>
                  <a:pt x="35397" y="112529"/>
                </a:lnTo>
                <a:lnTo>
                  <a:pt x="35683" y="113433"/>
                </a:lnTo>
                <a:lnTo>
                  <a:pt x="35963" y="114336"/>
                </a:lnTo>
                <a:lnTo>
                  <a:pt x="36244" y="115239"/>
                </a:lnTo>
                <a:lnTo>
                  <a:pt x="36530" y="116142"/>
                </a:lnTo>
                <a:lnTo>
                  <a:pt x="36810" y="117046"/>
                </a:lnTo>
                <a:lnTo>
                  <a:pt x="37090" y="117949"/>
                </a:lnTo>
                <a:lnTo>
                  <a:pt x="37371" y="118852"/>
                </a:lnTo>
                <a:lnTo>
                  <a:pt x="37657" y="119755"/>
                </a:lnTo>
                <a:lnTo>
                  <a:pt x="37937" y="120658"/>
                </a:lnTo>
                <a:lnTo>
                  <a:pt x="38218" y="121509"/>
                </a:lnTo>
                <a:lnTo>
                  <a:pt x="38504" y="122412"/>
                </a:lnTo>
                <a:lnTo>
                  <a:pt x="38924" y="123315"/>
                </a:lnTo>
                <a:lnTo>
                  <a:pt x="39064" y="124218"/>
                </a:lnTo>
                <a:lnTo>
                  <a:pt x="39351" y="125121"/>
                </a:lnTo>
                <a:lnTo>
                  <a:pt x="39631" y="126025"/>
                </a:lnTo>
                <a:lnTo>
                  <a:pt x="39911" y="126928"/>
                </a:lnTo>
                <a:lnTo>
                  <a:pt x="40192" y="127672"/>
                </a:lnTo>
                <a:lnTo>
                  <a:pt x="40478" y="128734"/>
                </a:lnTo>
                <a:lnTo>
                  <a:pt x="40758" y="129637"/>
                </a:lnTo>
                <a:lnTo>
                  <a:pt x="41179" y="130541"/>
                </a:lnTo>
                <a:lnTo>
                  <a:pt x="41465" y="131391"/>
                </a:lnTo>
                <a:lnTo>
                  <a:pt x="41605" y="132294"/>
                </a:lnTo>
                <a:lnTo>
                  <a:pt x="41885" y="133197"/>
                </a:lnTo>
                <a:lnTo>
                  <a:pt x="42166" y="134100"/>
                </a:lnTo>
                <a:lnTo>
                  <a:pt x="42452" y="134897"/>
                </a:lnTo>
                <a:lnTo>
                  <a:pt x="42732" y="135907"/>
                </a:lnTo>
                <a:lnTo>
                  <a:pt x="43158" y="136810"/>
                </a:lnTo>
                <a:lnTo>
                  <a:pt x="43439" y="137554"/>
                </a:lnTo>
                <a:lnTo>
                  <a:pt x="43719" y="138616"/>
                </a:lnTo>
                <a:lnTo>
                  <a:pt x="43999" y="139360"/>
                </a:lnTo>
                <a:lnTo>
                  <a:pt x="44145" y="140263"/>
                </a:lnTo>
                <a:lnTo>
                  <a:pt x="44426" y="141273"/>
                </a:lnTo>
                <a:lnTo>
                  <a:pt x="44706" y="142070"/>
                </a:lnTo>
                <a:lnTo>
                  <a:pt x="45132" y="142973"/>
                </a:lnTo>
                <a:lnTo>
                  <a:pt x="45413" y="143876"/>
                </a:lnTo>
                <a:lnTo>
                  <a:pt x="45693" y="144780"/>
                </a:lnTo>
                <a:lnTo>
                  <a:pt x="45973" y="145683"/>
                </a:lnTo>
                <a:lnTo>
                  <a:pt x="46260" y="146586"/>
                </a:lnTo>
                <a:lnTo>
                  <a:pt x="46540" y="147436"/>
                </a:lnTo>
                <a:lnTo>
                  <a:pt x="46680" y="148339"/>
                </a:lnTo>
                <a:lnTo>
                  <a:pt x="46960" y="149243"/>
                </a:lnTo>
                <a:lnTo>
                  <a:pt x="47387" y="150146"/>
                </a:lnTo>
                <a:lnTo>
                  <a:pt x="47667" y="150943"/>
                </a:lnTo>
                <a:lnTo>
                  <a:pt x="47953" y="151952"/>
                </a:lnTo>
                <a:lnTo>
                  <a:pt x="48233" y="152855"/>
                </a:lnTo>
                <a:lnTo>
                  <a:pt x="48514" y="153599"/>
                </a:lnTo>
                <a:lnTo>
                  <a:pt x="48794" y="154662"/>
                </a:lnTo>
                <a:lnTo>
                  <a:pt x="49080" y="155565"/>
                </a:lnTo>
                <a:lnTo>
                  <a:pt x="49361" y="156309"/>
                </a:lnTo>
                <a:lnTo>
                  <a:pt x="49641" y="157212"/>
                </a:lnTo>
                <a:lnTo>
                  <a:pt x="49927" y="158115"/>
                </a:lnTo>
                <a:lnTo>
                  <a:pt x="50207" y="159018"/>
                </a:lnTo>
                <a:lnTo>
                  <a:pt x="50488" y="159922"/>
                </a:lnTo>
                <a:lnTo>
                  <a:pt x="50768" y="160825"/>
                </a:lnTo>
                <a:lnTo>
                  <a:pt x="51054" y="161728"/>
                </a:lnTo>
                <a:lnTo>
                  <a:pt x="51475" y="162472"/>
                </a:lnTo>
                <a:lnTo>
                  <a:pt x="51615" y="163375"/>
                </a:lnTo>
                <a:lnTo>
                  <a:pt x="51901" y="164385"/>
                </a:lnTo>
                <a:lnTo>
                  <a:pt x="52181" y="165182"/>
                </a:lnTo>
                <a:lnTo>
                  <a:pt x="52462" y="166085"/>
                </a:lnTo>
                <a:lnTo>
                  <a:pt x="52748" y="167094"/>
                </a:lnTo>
                <a:lnTo>
                  <a:pt x="53028" y="167891"/>
                </a:lnTo>
                <a:lnTo>
                  <a:pt x="53309" y="168741"/>
                </a:lnTo>
                <a:lnTo>
                  <a:pt x="53735" y="169538"/>
                </a:lnTo>
                <a:lnTo>
                  <a:pt x="54015" y="170548"/>
                </a:lnTo>
                <a:lnTo>
                  <a:pt x="54155" y="171451"/>
                </a:lnTo>
                <a:lnTo>
                  <a:pt x="54436" y="172248"/>
                </a:lnTo>
                <a:lnTo>
                  <a:pt x="54722" y="173151"/>
                </a:lnTo>
                <a:lnTo>
                  <a:pt x="55002" y="174161"/>
                </a:lnTo>
                <a:lnTo>
                  <a:pt x="55283" y="174904"/>
                </a:lnTo>
                <a:lnTo>
                  <a:pt x="55709" y="175808"/>
                </a:lnTo>
                <a:lnTo>
                  <a:pt x="55989" y="176605"/>
                </a:lnTo>
                <a:lnTo>
                  <a:pt x="56270" y="177614"/>
                </a:lnTo>
                <a:lnTo>
                  <a:pt x="56550" y="178517"/>
                </a:lnTo>
              </a:path>
            </a:pathLst>
          </a:custGeom>
          <a:ln w="839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1148808" y="5436963"/>
            <a:ext cx="56696" cy="166616"/>
          </a:xfrm>
          <a:custGeom>
            <a:avLst/>
            <a:gdLst/>
            <a:ahLst/>
            <a:cxnLst/>
            <a:rect l="l" t="t" r="r" b="b"/>
            <a:pathLst>
              <a:path w="56696" h="166616">
                <a:moveTo>
                  <a:pt x="0" y="0"/>
                </a:moveTo>
                <a:lnTo>
                  <a:pt x="146" y="796"/>
                </a:lnTo>
                <a:lnTo>
                  <a:pt x="426" y="1647"/>
                </a:lnTo>
                <a:lnTo>
                  <a:pt x="706" y="2550"/>
                </a:lnTo>
                <a:lnTo>
                  <a:pt x="1132" y="3453"/>
                </a:lnTo>
                <a:lnTo>
                  <a:pt x="1413" y="4356"/>
                </a:lnTo>
                <a:lnTo>
                  <a:pt x="1693" y="5153"/>
                </a:lnTo>
                <a:lnTo>
                  <a:pt x="1979" y="6056"/>
                </a:lnTo>
                <a:lnTo>
                  <a:pt x="2260" y="7066"/>
                </a:lnTo>
                <a:lnTo>
                  <a:pt x="2540" y="7810"/>
                </a:lnTo>
                <a:lnTo>
                  <a:pt x="2680" y="8713"/>
                </a:lnTo>
                <a:lnTo>
                  <a:pt x="2966" y="9616"/>
                </a:lnTo>
                <a:lnTo>
                  <a:pt x="3387" y="10413"/>
                </a:lnTo>
                <a:lnTo>
                  <a:pt x="3667" y="11423"/>
                </a:lnTo>
                <a:lnTo>
                  <a:pt x="3953" y="12219"/>
                </a:lnTo>
                <a:lnTo>
                  <a:pt x="4234" y="13070"/>
                </a:lnTo>
                <a:lnTo>
                  <a:pt x="4514" y="13973"/>
                </a:lnTo>
                <a:lnTo>
                  <a:pt x="4794" y="14770"/>
                </a:lnTo>
                <a:lnTo>
                  <a:pt x="5080" y="15779"/>
                </a:lnTo>
                <a:lnTo>
                  <a:pt x="5361" y="16576"/>
                </a:lnTo>
                <a:lnTo>
                  <a:pt x="5641" y="17479"/>
                </a:lnTo>
                <a:lnTo>
                  <a:pt x="5927" y="18383"/>
                </a:lnTo>
                <a:lnTo>
                  <a:pt x="6208" y="19126"/>
                </a:lnTo>
                <a:lnTo>
                  <a:pt x="6488" y="20030"/>
                </a:lnTo>
                <a:lnTo>
                  <a:pt x="6774" y="21039"/>
                </a:lnTo>
                <a:lnTo>
                  <a:pt x="7054" y="21836"/>
                </a:lnTo>
                <a:lnTo>
                  <a:pt x="7475" y="22739"/>
                </a:lnTo>
                <a:lnTo>
                  <a:pt x="7615" y="23642"/>
                </a:lnTo>
                <a:lnTo>
                  <a:pt x="7901" y="24386"/>
                </a:lnTo>
                <a:lnTo>
                  <a:pt x="8182" y="25290"/>
                </a:lnTo>
                <a:lnTo>
                  <a:pt x="8462" y="26193"/>
                </a:lnTo>
                <a:lnTo>
                  <a:pt x="8748" y="27096"/>
                </a:lnTo>
                <a:lnTo>
                  <a:pt x="9028" y="27999"/>
                </a:lnTo>
                <a:lnTo>
                  <a:pt x="9309" y="28743"/>
                </a:lnTo>
                <a:lnTo>
                  <a:pt x="9735" y="29646"/>
                </a:lnTo>
                <a:lnTo>
                  <a:pt x="10015" y="30549"/>
                </a:lnTo>
                <a:lnTo>
                  <a:pt x="10156" y="31346"/>
                </a:lnTo>
                <a:lnTo>
                  <a:pt x="10436" y="32196"/>
                </a:lnTo>
                <a:lnTo>
                  <a:pt x="10722" y="33100"/>
                </a:lnTo>
                <a:lnTo>
                  <a:pt x="11002" y="34003"/>
                </a:lnTo>
                <a:lnTo>
                  <a:pt x="11283" y="34906"/>
                </a:lnTo>
                <a:lnTo>
                  <a:pt x="11709" y="35703"/>
                </a:lnTo>
                <a:lnTo>
                  <a:pt x="11989" y="36606"/>
                </a:lnTo>
                <a:lnTo>
                  <a:pt x="12270" y="37509"/>
                </a:lnTo>
                <a:lnTo>
                  <a:pt x="12556" y="38253"/>
                </a:lnTo>
                <a:lnTo>
                  <a:pt x="12696" y="39157"/>
                </a:lnTo>
                <a:lnTo>
                  <a:pt x="12976" y="40060"/>
                </a:lnTo>
                <a:lnTo>
                  <a:pt x="13257" y="40963"/>
                </a:lnTo>
                <a:lnTo>
                  <a:pt x="13683" y="41866"/>
                </a:lnTo>
                <a:lnTo>
                  <a:pt x="13963" y="42610"/>
                </a:lnTo>
                <a:lnTo>
                  <a:pt x="14244" y="43513"/>
                </a:lnTo>
                <a:lnTo>
                  <a:pt x="14530" y="44416"/>
                </a:lnTo>
                <a:lnTo>
                  <a:pt x="14810" y="45160"/>
                </a:lnTo>
                <a:lnTo>
                  <a:pt x="15091" y="46063"/>
                </a:lnTo>
                <a:lnTo>
                  <a:pt x="15231" y="46860"/>
                </a:lnTo>
                <a:lnTo>
                  <a:pt x="15517" y="47764"/>
                </a:lnTo>
                <a:lnTo>
                  <a:pt x="15937" y="48667"/>
                </a:lnTo>
                <a:lnTo>
                  <a:pt x="16218" y="49411"/>
                </a:lnTo>
                <a:lnTo>
                  <a:pt x="16504" y="50314"/>
                </a:lnTo>
                <a:lnTo>
                  <a:pt x="16784" y="51217"/>
                </a:lnTo>
                <a:lnTo>
                  <a:pt x="17064" y="52120"/>
                </a:lnTo>
                <a:lnTo>
                  <a:pt x="17351" y="53024"/>
                </a:lnTo>
                <a:lnTo>
                  <a:pt x="17631" y="53767"/>
                </a:lnTo>
                <a:lnTo>
                  <a:pt x="17911" y="54671"/>
                </a:lnTo>
                <a:lnTo>
                  <a:pt x="18192" y="55574"/>
                </a:lnTo>
                <a:lnTo>
                  <a:pt x="18478" y="56371"/>
                </a:lnTo>
                <a:lnTo>
                  <a:pt x="18758" y="57274"/>
                </a:lnTo>
                <a:lnTo>
                  <a:pt x="19038" y="58124"/>
                </a:lnTo>
                <a:lnTo>
                  <a:pt x="19325" y="58921"/>
                </a:lnTo>
                <a:lnTo>
                  <a:pt x="19605" y="59824"/>
                </a:lnTo>
                <a:lnTo>
                  <a:pt x="20025" y="60727"/>
                </a:lnTo>
                <a:lnTo>
                  <a:pt x="20312" y="61471"/>
                </a:lnTo>
                <a:lnTo>
                  <a:pt x="20452" y="62374"/>
                </a:lnTo>
                <a:lnTo>
                  <a:pt x="20732" y="63171"/>
                </a:lnTo>
                <a:lnTo>
                  <a:pt x="21012" y="64075"/>
                </a:lnTo>
                <a:lnTo>
                  <a:pt x="21299" y="64978"/>
                </a:lnTo>
                <a:lnTo>
                  <a:pt x="21579" y="65722"/>
                </a:lnTo>
                <a:lnTo>
                  <a:pt x="21859" y="66625"/>
                </a:lnTo>
                <a:lnTo>
                  <a:pt x="22286" y="67528"/>
                </a:lnTo>
                <a:lnTo>
                  <a:pt x="22566" y="68272"/>
                </a:lnTo>
                <a:lnTo>
                  <a:pt x="22846" y="69175"/>
                </a:lnTo>
                <a:lnTo>
                  <a:pt x="22986" y="70078"/>
                </a:lnTo>
                <a:lnTo>
                  <a:pt x="23273" y="70875"/>
                </a:lnTo>
                <a:lnTo>
                  <a:pt x="23553" y="71779"/>
                </a:lnTo>
                <a:lnTo>
                  <a:pt x="23833" y="72522"/>
                </a:lnTo>
                <a:lnTo>
                  <a:pt x="24260" y="73426"/>
                </a:lnTo>
                <a:lnTo>
                  <a:pt x="24540" y="74329"/>
                </a:lnTo>
                <a:lnTo>
                  <a:pt x="24820" y="75073"/>
                </a:lnTo>
                <a:lnTo>
                  <a:pt x="25106" y="75976"/>
                </a:lnTo>
                <a:lnTo>
                  <a:pt x="25247" y="76773"/>
                </a:lnTo>
                <a:lnTo>
                  <a:pt x="25527" y="77517"/>
                </a:lnTo>
                <a:lnTo>
                  <a:pt x="25807" y="78420"/>
                </a:lnTo>
                <a:lnTo>
                  <a:pt x="26234" y="79323"/>
                </a:lnTo>
                <a:lnTo>
                  <a:pt x="26514" y="80120"/>
                </a:lnTo>
                <a:lnTo>
                  <a:pt x="26794" y="80970"/>
                </a:lnTo>
                <a:lnTo>
                  <a:pt x="27080" y="81767"/>
                </a:lnTo>
                <a:lnTo>
                  <a:pt x="27361" y="82670"/>
                </a:lnTo>
                <a:lnTo>
                  <a:pt x="27641" y="83573"/>
                </a:lnTo>
                <a:lnTo>
                  <a:pt x="27781" y="84317"/>
                </a:lnTo>
                <a:lnTo>
                  <a:pt x="28067" y="85221"/>
                </a:lnTo>
                <a:lnTo>
                  <a:pt x="28488" y="86124"/>
                </a:lnTo>
                <a:lnTo>
                  <a:pt x="28768" y="86921"/>
                </a:lnTo>
                <a:lnTo>
                  <a:pt x="29054" y="87664"/>
                </a:lnTo>
                <a:lnTo>
                  <a:pt x="29335" y="88568"/>
                </a:lnTo>
                <a:lnTo>
                  <a:pt x="29615" y="89365"/>
                </a:lnTo>
                <a:lnTo>
                  <a:pt x="29901" y="90215"/>
                </a:lnTo>
                <a:lnTo>
                  <a:pt x="30182" y="91012"/>
                </a:lnTo>
                <a:lnTo>
                  <a:pt x="30462" y="91915"/>
                </a:lnTo>
                <a:lnTo>
                  <a:pt x="30748" y="92818"/>
                </a:lnTo>
                <a:lnTo>
                  <a:pt x="31028" y="93562"/>
                </a:lnTo>
                <a:lnTo>
                  <a:pt x="31309" y="94359"/>
                </a:lnTo>
                <a:lnTo>
                  <a:pt x="31589" y="95262"/>
                </a:lnTo>
                <a:lnTo>
                  <a:pt x="31875" y="96006"/>
                </a:lnTo>
                <a:lnTo>
                  <a:pt x="32155" y="96909"/>
                </a:lnTo>
                <a:lnTo>
                  <a:pt x="32436" y="97812"/>
                </a:lnTo>
                <a:lnTo>
                  <a:pt x="32862" y="98556"/>
                </a:lnTo>
                <a:lnTo>
                  <a:pt x="33002" y="99459"/>
                </a:lnTo>
                <a:lnTo>
                  <a:pt x="33283" y="100256"/>
                </a:lnTo>
                <a:lnTo>
                  <a:pt x="33563" y="101000"/>
                </a:lnTo>
                <a:lnTo>
                  <a:pt x="33849" y="101903"/>
                </a:lnTo>
                <a:lnTo>
                  <a:pt x="34129" y="102700"/>
                </a:lnTo>
                <a:lnTo>
                  <a:pt x="34410" y="103604"/>
                </a:lnTo>
                <a:lnTo>
                  <a:pt x="34836" y="104347"/>
                </a:lnTo>
                <a:lnTo>
                  <a:pt x="35116" y="105144"/>
                </a:lnTo>
                <a:lnTo>
                  <a:pt x="35397" y="106048"/>
                </a:lnTo>
                <a:lnTo>
                  <a:pt x="35543" y="106951"/>
                </a:lnTo>
                <a:lnTo>
                  <a:pt x="35823" y="107695"/>
                </a:lnTo>
                <a:lnTo>
                  <a:pt x="36103" y="108438"/>
                </a:lnTo>
                <a:lnTo>
                  <a:pt x="36384" y="109342"/>
                </a:lnTo>
                <a:lnTo>
                  <a:pt x="36810" y="110139"/>
                </a:lnTo>
                <a:lnTo>
                  <a:pt x="37090" y="111042"/>
                </a:lnTo>
                <a:lnTo>
                  <a:pt x="37371" y="111945"/>
                </a:lnTo>
                <a:lnTo>
                  <a:pt x="37657" y="112583"/>
                </a:lnTo>
                <a:lnTo>
                  <a:pt x="37937" y="113486"/>
                </a:lnTo>
                <a:lnTo>
                  <a:pt x="38077" y="114230"/>
                </a:lnTo>
                <a:lnTo>
                  <a:pt x="38358" y="115133"/>
                </a:lnTo>
                <a:lnTo>
                  <a:pt x="38644" y="115930"/>
                </a:lnTo>
                <a:lnTo>
                  <a:pt x="39064" y="116674"/>
                </a:lnTo>
                <a:lnTo>
                  <a:pt x="39351" y="117577"/>
                </a:lnTo>
                <a:lnTo>
                  <a:pt x="39631" y="118480"/>
                </a:lnTo>
                <a:lnTo>
                  <a:pt x="39911" y="119118"/>
                </a:lnTo>
                <a:lnTo>
                  <a:pt x="40192" y="120021"/>
                </a:lnTo>
                <a:lnTo>
                  <a:pt x="40478" y="120924"/>
                </a:lnTo>
                <a:lnTo>
                  <a:pt x="40618" y="121668"/>
                </a:lnTo>
                <a:lnTo>
                  <a:pt x="41038" y="122465"/>
                </a:lnTo>
                <a:lnTo>
                  <a:pt x="41325" y="123368"/>
                </a:lnTo>
                <a:lnTo>
                  <a:pt x="41605" y="124112"/>
                </a:lnTo>
                <a:lnTo>
                  <a:pt x="41885" y="124909"/>
                </a:lnTo>
                <a:lnTo>
                  <a:pt x="42166" y="125812"/>
                </a:lnTo>
                <a:lnTo>
                  <a:pt x="42452" y="126556"/>
                </a:lnTo>
                <a:lnTo>
                  <a:pt x="42732" y="127353"/>
                </a:lnTo>
                <a:lnTo>
                  <a:pt x="43012" y="128256"/>
                </a:lnTo>
                <a:lnTo>
                  <a:pt x="43299" y="129000"/>
                </a:lnTo>
                <a:lnTo>
                  <a:pt x="43579" y="129903"/>
                </a:lnTo>
                <a:lnTo>
                  <a:pt x="43859" y="130541"/>
                </a:lnTo>
                <a:lnTo>
                  <a:pt x="44145" y="131444"/>
                </a:lnTo>
                <a:lnTo>
                  <a:pt x="44426" y="132347"/>
                </a:lnTo>
                <a:lnTo>
                  <a:pt x="44706" y="132985"/>
                </a:lnTo>
                <a:lnTo>
                  <a:pt x="44986" y="133888"/>
                </a:lnTo>
                <a:lnTo>
                  <a:pt x="45413" y="134791"/>
                </a:lnTo>
                <a:lnTo>
                  <a:pt x="45553" y="135429"/>
                </a:lnTo>
                <a:lnTo>
                  <a:pt x="45833" y="136332"/>
                </a:lnTo>
                <a:lnTo>
                  <a:pt x="46119" y="137076"/>
                </a:lnTo>
                <a:lnTo>
                  <a:pt x="46400" y="137873"/>
                </a:lnTo>
                <a:lnTo>
                  <a:pt x="46680" y="138776"/>
                </a:lnTo>
                <a:lnTo>
                  <a:pt x="46960" y="139520"/>
                </a:lnTo>
                <a:lnTo>
                  <a:pt x="47387" y="140317"/>
                </a:lnTo>
                <a:lnTo>
                  <a:pt x="47667" y="141220"/>
                </a:lnTo>
                <a:lnTo>
                  <a:pt x="47953" y="141964"/>
                </a:lnTo>
                <a:lnTo>
                  <a:pt x="48093" y="142761"/>
                </a:lnTo>
                <a:lnTo>
                  <a:pt x="48374" y="143504"/>
                </a:lnTo>
                <a:lnTo>
                  <a:pt x="48654" y="144408"/>
                </a:lnTo>
                <a:lnTo>
                  <a:pt x="48940" y="145151"/>
                </a:lnTo>
                <a:lnTo>
                  <a:pt x="49361" y="145948"/>
                </a:lnTo>
                <a:lnTo>
                  <a:pt x="49641" y="146852"/>
                </a:lnTo>
                <a:lnTo>
                  <a:pt x="49927" y="147489"/>
                </a:lnTo>
                <a:lnTo>
                  <a:pt x="50207" y="148392"/>
                </a:lnTo>
                <a:lnTo>
                  <a:pt x="50488" y="149136"/>
                </a:lnTo>
                <a:lnTo>
                  <a:pt x="50628" y="149933"/>
                </a:lnTo>
                <a:lnTo>
                  <a:pt x="50914" y="150836"/>
                </a:lnTo>
                <a:lnTo>
                  <a:pt x="51194" y="151474"/>
                </a:lnTo>
                <a:lnTo>
                  <a:pt x="51615" y="152377"/>
                </a:lnTo>
                <a:lnTo>
                  <a:pt x="51901" y="153121"/>
                </a:lnTo>
                <a:lnTo>
                  <a:pt x="52181" y="153918"/>
                </a:lnTo>
                <a:lnTo>
                  <a:pt x="52462" y="154662"/>
                </a:lnTo>
                <a:lnTo>
                  <a:pt x="52748" y="155565"/>
                </a:lnTo>
                <a:lnTo>
                  <a:pt x="53028" y="156203"/>
                </a:lnTo>
                <a:lnTo>
                  <a:pt x="53168" y="157106"/>
                </a:lnTo>
                <a:lnTo>
                  <a:pt x="53589" y="157903"/>
                </a:lnTo>
                <a:lnTo>
                  <a:pt x="53875" y="158647"/>
                </a:lnTo>
                <a:lnTo>
                  <a:pt x="54155" y="159444"/>
                </a:lnTo>
                <a:lnTo>
                  <a:pt x="54436" y="160347"/>
                </a:lnTo>
                <a:lnTo>
                  <a:pt x="54722" y="160984"/>
                </a:lnTo>
                <a:lnTo>
                  <a:pt x="55002" y="161888"/>
                </a:lnTo>
                <a:lnTo>
                  <a:pt x="55283" y="162631"/>
                </a:lnTo>
                <a:lnTo>
                  <a:pt x="55563" y="163428"/>
                </a:lnTo>
                <a:lnTo>
                  <a:pt x="55849" y="164172"/>
                </a:lnTo>
                <a:lnTo>
                  <a:pt x="56129" y="165075"/>
                </a:lnTo>
                <a:lnTo>
                  <a:pt x="56410" y="165713"/>
                </a:lnTo>
                <a:lnTo>
                  <a:pt x="56696" y="166616"/>
                </a:lnTo>
              </a:path>
            </a:pathLst>
          </a:custGeom>
          <a:ln w="838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1205505" y="5603579"/>
            <a:ext cx="56690" cy="142229"/>
          </a:xfrm>
          <a:custGeom>
            <a:avLst/>
            <a:gdLst/>
            <a:ahLst/>
            <a:cxnLst/>
            <a:rect l="l" t="t" r="r" b="b"/>
            <a:pathLst>
              <a:path w="56690" h="142229">
                <a:moveTo>
                  <a:pt x="0" y="0"/>
                </a:moveTo>
                <a:lnTo>
                  <a:pt x="280" y="743"/>
                </a:lnTo>
                <a:lnTo>
                  <a:pt x="560" y="1381"/>
                </a:lnTo>
                <a:lnTo>
                  <a:pt x="846" y="2284"/>
                </a:lnTo>
                <a:lnTo>
                  <a:pt x="1267" y="3081"/>
                </a:lnTo>
                <a:lnTo>
                  <a:pt x="1407" y="3825"/>
                </a:lnTo>
                <a:lnTo>
                  <a:pt x="1687" y="4622"/>
                </a:lnTo>
                <a:lnTo>
                  <a:pt x="1973" y="5525"/>
                </a:lnTo>
                <a:lnTo>
                  <a:pt x="2254" y="6163"/>
                </a:lnTo>
                <a:lnTo>
                  <a:pt x="2534" y="6906"/>
                </a:lnTo>
                <a:lnTo>
                  <a:pt x="2820" y="7810"/>
                </a:lnTo>
                <a:lnTo>
                  <a:pt x="3241" y="8447"/>
                </a:lnTo>
                <a:lnTo>
                  <a:pt x="3521" y="9350"/>
                </a:lnTo>
                <a:lnTo>
                  <a:pt x="3807" y="10147"/>
                </a:lnTo>
                <a:lnTo>
                  <a:pt x="3947" y="10785"/>
                </a:lnTo>
                <a:lnTo>
                  <a:pt x="4228" y="11688"/>
                </a:lnTo>
                <a:lnTo>
                  <a:pt x="4508" y="12432"/>
                </a:lnTo>
                <a:lnTo>
                  <a:pt x="4794" y="13229"/>
                </a:lnTo>
                <a:lnTo>
                  <a:pt x="5215" y="13973"/>
                </a:lnTo>
                <a:lnTo>
                  <a:pt x="5495" y="14770"/>
                </a:lnTo>
                <a:lnTo>
                  <a:pt x="5781" y="15514"/>
                </a:lnTo>
                <a:lnTo>
                  <a:pt x="6062" y="16311"/>
                </a:lnTo>
                <a:lnTo>
                  <a:pt x="6342" y="17054"/>
                </a:lnTo>
                <a:lnTo>
                  <a:pt x="6482" y="17851"/>
                </a:lnTo>
                <a:lnTo>
                  <a:pt x="6768" y="18595"/>
                </a:lnTo>
                <a:lnTo>
                  <a:pt x="7049" y="19392"/>
                </a:lnTo>
                <a:lnTo>
                  <a:pt x="7469" y="20136"/>
                </a:lnTo>
                <a:lnTo>
                  <a:pt x="7755" y="20933"/>
                </a:lnTo>
                <a:lnTo>
                  <a:pt x="8036" y="21677"/>
                </a:lnTo>
                <a:lnTo>
                  <a:pt x="8316" y="22314"/>
                </a:lnTo>
                <a:lnTo>
                  <a:pt x="8602" y="23217"/>
                </a:lnTo>
                <a:lnTo>
                  <a:pt x="8882" y="24014"/>
                </a:lnTo>
                <a:lnTo>
                  <a:pt x="9023" y="24652"/>
                </a:lnTo>
                <a:lnTo>
                  <a:pt x="9443" y="25555"/>
                </a:lnTo>
                <a:lnTo>
                  <a:pt x="9729" y="26299"/>
                </a:lnTo>
                <a:lnTo>
                  <a:pt x="10010" y="26937"/>
                </a:lnTo>
                <a:lnTo>
                  <a:pt x="10290" y="27734"/>
                </a:lnTo>
                <a:lnTo>
                  <a:pt x="10576" y="28637"/>
                </a:lnTo>
                <a:lnTo>
                  <a:pt x="10856" y="29274"/>
                </a:lnTo>
                <a:lnTo>
                  <a:pt x="11137" y="30018"/>
                </a:lnTo>
                <a:lnTo>
                  <a:pt x="11423" y="30815"/>
                </a:lnTo>
                <a:lnTo>
                  <a:pt x="11703" y="31559"/>
                </a:lnTo>
                <a:lnTo>
                  <a:pt x="11984" y="32356"/>
                </a:lnTo>
                <a:lnTo>
                  <a:pt x="12264" y="33100"/>
                </a:lnTo>
                <a:lnTo>
                  <a:pt x="12550" y="33737"/>
                </a:lnTo>
                <a:lnTo>
                  <a:pt x="12830" y="34640"/>
                </a:lnTo>
                <a:lnTo>
                  <a:pt x="13111" y="35437"/>
                </a:lnTo>
                <a:lnTo>
                  <a:pt x="13397" y="36075"/>
                </a:lnTo>
                <a:lnTo>
                  <a:pt x="13817" y="36819"/>
                </a:lnTo>
                <a:lnTo>
                  <a:pt x="13958" y="37616"/>
                </a:lnTo>
                <a:lnTo>
                  <a:pt x="14238" y="38360"/>
                </a:lnTo>
                <a:lnTo>
                  <a:pt x="14524" y="39157"/>
                </a:lnTo>
                <a:lnTo>
                  <a:pt x="14804" y="39900"/>
                </a:lnTo>
                <a:lnTo>
                  <a:pt x="15085" y="40697"/>
                </a:lnTo>
                <a:lnTo>
                  <a:pt x="15371" y="41335"/>
                </a:lnTo>
                <a:lnTo>
                  <a:pt x="15791" y="42079"/>
                </a:lnTo>
                <a:lnTo>
                  <a:pt x="16072" y="42982"/>
                </a:lnTo>
                <a:lnTo>
                  <a:pt x="16358" y="43619"/>
                </a:lnTo>
                <a:lnTo>
                  <a:pt x="16498" y="44416"/>
                </a:lnTo>
                <a:lnTo>
                  <a:pt x="16778" y="45160"/>
                </a:lnTo>
                <a:lnTo>
                  <a:pt x="17059" y="45798"/>
                </a:lnTo>
                <a:lnTo>
                  <a:pt x="17345" y="46595"/>
                </a:lnTo>
                <a:lnTo>
                  <a:pt x="17765" y="47339"/>
                </a:lnTo>
                <a:lnTo>
                  <a:pt x="18046" y="47976"/>
                </a:lnTo>
                <a:lnTo>
                  <a:pt x="18332" y="48879"/>
                </a:lnTo>
                <a:lnTo>
                  <a:pt x="18612" y="49676"/>
                </a:lnTo>
                <a:lnTo>
                  <a:pt x="18892" y="50314"/>
                </a:lnTo>
                <a:lnTo>
                  <a:pt x="19033" y="51058"/>
                </a:lnTo>
                <a:lnTo>
                  <a:pt x="19319" y="51855"/>
                </a:lnTo>
                <a:lnTo>
                  <a:pt x="19599" y="52492"/>
                </a:lnTo>
                <a:lnTo>
                  <a:pt x="20025" y="53236"/>
                </a:lnTo>
                <a:lnTo>
                  <a:pt x="20306" y="54033"/>
                </a:lnTo>
                <a:lnTo>
                  <a:pt x="20586" y="54671"/>
                </a:lnTo>
                <a:lnTo>
                  <a:pt x="20866" y="55468"/>
                </a:lnTo>
                <a:lnTo>
                  <a:pt x="21153" y="56211"/>
                </a:lnTo>
                <a:lnTo>
                  <a:pt x="21433" y="57008"/>
                </a:lnTo>
                <a:lnTo>
                  <a:pt x="21573" y="57646"/>
                </a:lnTo>
                <a:lnTo>
                  <a:pt x="21999" y="58390"/>
                </a:lnTo>
                <a:lnTo>
                  <a:pt x="22280" y="59187"/>
                </a:lnTo>
                <a:lnTo>
                  <a:pt x="22560" y="59930"/>
                </a:lnTo>
                <a:lnTo>
                  <a:pt x="22840" y="60727"/>
                </a:lnTo>
                <a:lnTo>
                  <a:pt x="23127" y="61471"/>
                </a:lnTo>
                <a:lnTo>
                  <a:pt x="23407" y="62109"/>
                </a:lnTo>
                <a:lnTo>
                  <a:pt x="23687" y="62906"/>
                </a:lnTo>
                <a:lnTo>
                  <a:pt x="23973" y="63650"/>
                </a:lnTo>
                <a:lnTo>
                  <a:pt x="24254" y="64181"/>
                </a:lnTo>
                <a:lnTo>
                  <a:pt x="24534" y="64925"/>
                </a:lnTo>
                <a:lnTo>
                  <a:pt x="24820" y="65722"/>
                </a:lnTo>
                <a:lnTo>
                  <a:pt x="25101" y="66359"/>
                </a:lnTo>
                <a:lnTo>
                  <a:pt x="25381" y="67103"/>
                </a:lnTo>
                <a:lnTo>
                  <a:pt x="25661" y="67900"/>
                </a:lnTo>
                <a:lnTo>
                  <a:pt x="25947" y="68644"/>
                </a:lnTo>
                <a:lnTo>
                  <a:pt x="26368" y="69281"/>
                </a:lnTo>
                <a:lnTo>
                  <a:pt x="26508" y="70078"/>
                </a:lnTo>
                <a:lnTo>
                  <a:pt x="26794" y="70822"/>
                </a:lnTo>
                <a:lnTo>
                  <a:pt x="27075" y="71513"/>
                </a:lnTo>
                <a:lnTo>
                  <a:pt x="27355" y="72257"/>
                </a:lnTo>
                <a:lnTo>
                  <a:pt x="27635" y="73054"/>
                </a:lnTo>
                <a:lnTo>
                  <a:pt x="27921" y="73691"/>
                </a:lnTo>
                <a:lnTo>
                  <a:pt x="28342" y="74435"/>
                </a:lnTo>
                <a:lnTo>
                  <a:pt x="28622" y="75232"/>
                </a:lnTo>
                <a:lnTo>
                  <a:pt x="28908" y="75710"/>
                </a:lnTo>
                <a:lnTo>
                  <a:pt x="29049" y="76507"/>
                </a:lnTo>
                <a:lnTo>
                  <a:pt x="29329" y="77251"/>
                </a:lnTo>
                <a:lnTo>
                  <a:pt x="29615" y="77889"/>
                </a:lnTo>
                <a:lnTo>
                  <a:pt x="29895" y="78685"/>
                </a:lnTo>
                <a:lnTo>
                  <a:pt x="30316" y="79429"/>
                </a:lnTo>
                <a:lnTo>
                  <a:pt x="30602" y="80226"/>
                </a:lnTo>
                <a:lnTo>
                  <a:pt x="30882" y="80704"/>
                </a:lnTo>
                <a:lnTo>
                  <a:pt x="31163" y="81501"/>
                </a:lnTo>
                <a:lnTo>
                  <a:pt x="31443" y="82245"/>
                </a:lnTo>
                <a:lnTo>
                  <a:pt x="31589" y="82936"/>
                </a:lnTo>
                <a:lnTo>
                  <a:pt x="31869" y="83680"/>
                </a:lnTo>
                <a:lnTo>
                  <a:pt x="32150" y="84477"/>
                </a:lnTo>
                <a:lnTo>
                  <a:pt x="32576" y="84955"/>
                </a:lnTo>
                <a:lnTo>
                  <a:pt x="32856" y="85752"/>
                </a:lnTo>
                <a:lnTo>
                  <a:pt x="33137" y="86496"/>
                </a:lnTo>
                <a:lnTo>
                  <a:pt x="33417" y="87293"/>
                </a:lnTo>
                <a:lnTo>
                  <a:pt x="33703" y="87930"/>
                </a:lnTo>
                <a:lnTo>
                  <a:pt x="33983" y="88568"/>
                </a:lnTo>
                <a:lnTo>
                  <a:pt x="34124" y="89312"/>
                </a:lnTo>
                <a:lnTo>
                  <a:pt x="34550" y="89949"/>
                </a:lnTo>
                <a:lnTo>
                  <a:pt x="34830" y="90746"/>
                </a:lnTo>
                <a:lnTo>
                  <a:pt x="35111" y="91384"/>
                </a:lnTo>
                <a:lnTo>
                  <a:pt x="35397" y="92021"/>
                </a:lnTo>
                <a:lnTo>
                  <a:pt x="35677" y="92818"/>
                </a:lnTo>
                <a:lnTo>
                  <a:pt x="35957" y="93562"/>
                </a:lnTo>
                <a:lnTo>
                  <a:pt x="36238" y="94200"/>
                </a:lnTo>
                <a:lnTo>
                  <a:pt x="36524" y="94837"/>
                </a:lnTo>
                <a:lnTo>
                  <a:pt x="36804" y="95634"/>
                </a:lnTo>
                <a:lnTo>
                  <a:pt x="37085" y="96272"/>
                </a:lnTo>
                <a:lnTo>
                  <a:pt x="37371" y="96909"/>
                </a:lnTo>
                <a:lnTo>
                  <a:pt x="37651" y="97653"/>
                </a:lnTo>
                <a:lnTo>
                  <a:pt x="37931" y="98450"/>
                </a:lnTo>
                <a:lnTo>
                  <a:pt x="38212" y="98981"/>
                </a:lnTo>
                <a:lnTo>
                  <a:pt x="38498" y="99725"/>
                </a:lnTo>
                <a:lnTo>
                  <a:pt x="38918" y="100522"/>
                </a:lnTo>
                <a:lnTo>
                  <a:pt x="39059" y="101160"/>
                </a:lnTo>
                <a:lnTo>
                  <a:pt x="39345" y="101797"/>
                </a:lnTo>
                <a:lnTo>
                  <a:pt x="39625" y="102435"/>
                </a:lnTo>
                <a:lnTo>
                  <a:pt x="39905" y="103179"/>
                </a:lnTo>
                <a:lnTo>
                  <a:pt x="40192" y="103816"/>
                </a:lnTo>
                <a:lnTo>
                  <a:pt x="40472" y="104454"/>
                </a:lnTo>
                <a:lnTo>
                  <a:pt x="40892" y="105251"/>
                </a:lnTo>
                <a:lnTo>
                  <a:pt x="41179" y="105888"/>
                </a:lnTo>
                <a:lnTo>
                  <a:pt x="41459" y="106526"/>
                </a:lnTo>
                <a:lnTo>
                  <a:pt x="41599" y="107323"/>
                </a:lnTo>
                <a:lnTo>
                  <a:pt x="41879" y="107960"/>
                </a:lnTo>
                <a:lnTo>
                  <a:pt x="42166" y="108598"/>
                </a:lnTo>
                <a:lnTo>
                  <a:pt x="42446" y="109342"/>
                </a:lnTo>
                <a:lnTo>
                  <a:pt x="42866" y="109979"/>
                </a:lnTo>
                <a:lnTo>
                  <a:pt x="43153" y="110617"/>
                </a:lnTo>
                <a:lnTo>
                  <a:pt x="43433" y="111254"/>
                </a:lnTo>
                <a:lnTo>
                  <a:pt x="43713" y="112051"/>
                </a:lnTo>
                <a:lnTo>
                  <a:pt x="43999" y="112689"/>
                </a:lnTo>
                <a:lnTo>
                  <a:pt x="44140" y="113326"/>
                </a:lnTo>
                <a:lnTo>
                  <a:pt x="44420" y="114123"/>
                </a:lnTo>
                <a:lnTo>
                  <a:pt x="44700" y="114761"/>
                </a:lnTo>
                <a:lnTo>
                  <a:pt x="45127" y="115399"/>
                </a:lnTo>
                <a:lnTo>
                  <a:pt x="45407" y="116036"/>
                </a:lnTo>
                <a:lnTo>
                  <a:pt x="45687" y="116780"/>
                </a:lnTo>
                <a:lnTo>
                  <a:pt x="45973" y="117417"/>
                </a:lnTo>
                <a:lnTo>
                  <a:pt x="46254" y="118108"/>
                </a:lnTo>
                <a:lnTo>
                  <a:pt x="46534" y="118746"/>
                </a:lnTo>
                <a:lnTo>
                  <a:pt x="46674" y="119490"/>
                </a:lnTo>
                <a:lnTo>
                  <a:pt x="47100" y="120021"/>
                </a:lnTo>
                <a:lnTo>
                  <a:pt x="47381" y="120765"/>
                </a:lnTo>
                <a:lnTo>
                  <a:pt x="47661" y="121402"/>
                </a:lnTo>
                <a:lnTo>
                  <a:pt x="47947" y="122040"/>
                </a:lnTo>
                <a:lnTo>
                  <a:pt x="48228" y="122677"/>
                </a:lnTo>
                <a:lnTo>
                  <a:pt x="48508" y="123368"/>
                </a:lnTo>
                <a:lnTo>
                  <a:pt x="48794" y="124112"/>
                </a:lnTo>
                <a:lnTo>
                  <a:pt x="49215" y="124643"/>
                </a:lnTo>
                <a:lnTo>
                  <a:pt x="49355" y="125387"/>
                </a:lnTo>
                <a:lnTo>
                  <a:pt x="49635" y="126025"/>
                </a:lnTo>
                <a:lnTo>
                  <a:pt x="49921" y="126662"/>
                </a:lnTo>
                <a:lnTo>
                  <a:pt x="50202" y="127300"/>
                </a:lnTo>
                <a:lnTo>
                  <a:pt x="50482" y="127990"/>
                </a:lnTo>
                <a:lnTo>
                  <a:pt x="50768" y="128734"/>
                </a:lnTo>
                <a:lnTo>
                  <a:pt x="51048" y="129266"/>
                </a:lnTo>
                <a:lnTo>
                  <a:pt x="51469" y="129903"/>
                </a:lnTo>
                <a:lnTo>
                  <a:pt x="51609" y="130647"/>
                </a:lnTo>
                <a:lnTo>
                  <a:pt x="51895" y="131284"/>
                </a:lnTo>
                <a:lnTo>
                  <a:pt x="52176" y="131816"/>
                </a:lnTo>
                <a:lnTo>
                  <a:pt x="52456" y="132613"/>
                </a:lnTo>
                <a:lnTo>
                  <a:pt x="52742" y="133250"/>
                </a:lnTo>
                <a:lnTo>
                  <a:pt x="53022" y="133728"/>
                </a:lnTo>
                <a:lnTo>
                  <a:pt x="53443" y="134525"/>
                </a:lnTo>
                <a:lnTo>
                  <a:pt x="53729" y="135163"/>
                </a:lnTo>
                <a:lnTo>
                  <a:pt x="54009" y="135801"/>
                </a:lnTo>
                <a:lnTo>
                  <a:pt x="54150" y="136438"/>
                </a:lnTo>
                <a:lnTo>
                  <a:pt x="54430" y="137076"/>
                </a:lnTo>
                <a:lnTo>
                  <a:pt x="54716" y="137713"/>
                </a:lnTo>
                <a:lnTo>
                  <a:pt x="54996" y="138510"/>
                </a:lnTo>
                <a:lnTo>
                  <a:pt x="55417" y="138988"/>
                </a:lnTo>
                <a:lnTo>
                  <a:pt x="55703" y="139626"/>
                </a:lnTo>
                <a:lnTo>
                  <a:pt x="55983" y="140263"/>
                </a:lnTo>
                <a:lnTo>
                  <a:pt x="56264" y="140954"/>
                </a:lnTo>
                <a:lnTo>
                  <a:pt x="56550" y="141592"/>
                </a:lnTo>
                <a:lnTo>
                  <a:pt x="56690" y="142229"/>
                </a:lnTo>
              </a:path>
            </a:pathLst>
          </a:custGeom>
          <a:ln w="835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1262195" y="5745809"/>
            <a:ext cx="56830" cy="108970"/>
          </a:xfrm>
          <a:custGeom>
            <a:avLst/>
            <a:gdLst/>
            <a:ahLst/>
            <a:cxnLst/>
            <a:rect l="l" t="t" r="r" b="b"/>
            <a:pathLst>
              <a:path w="56830" h="108970">
                <a:moveTo>
                  <a:pt x="0" y="0"/>
                </a:moveTo>
                <a:lnTo>
                  <a:pt x="280" y="637"/>
                </a:lnTo>
                <a:lnTo>
                  <a:pt x="560" y="1275"/>
                </a:lnTo>
                <a:lnTo>
                  <a:pt x="986" y="1912"/>
                </a:lnTo>
                <a:lnTo>
                  <a:pt x="1267" y="2550"/>
                </a:lnTo>
                <a:lnTo>
                  <a:pt x="1547" y="3187"/>
                </a:lnTo>
                <a:lnTo>
                  <a:pt x="1833" y="3825"/>
                </a:lnTo>
                <a:lnTo>
                  <a:pt x="2114" y="4462"/>
                </a:lnTo>
                <a:lnTo>
                  <a:pt x="2394" y="5100"/>
                </a:lnTo>
                <a:lnTo>
                  <a:pt x="2534" y="5631"/>
                </a:lnTo>
                <a:lnTo>
                  <a:pt x="2960" y="6269"/>
                </a:lnTo>
                <a:lnTo>
                  <a:pt x="3241" y="6906"/>
                </a:lnTo>
                <a:lnTo>
                  <a:pt x="3521" y="7703"/>
                </a:lnTo>
                <a:lnTo>
                  <a:pt x="3807" y="8182"/>
                </a:lnTo>
                <a:lnTo>
                  <a:pt x="4088" y="8819"/>
                </a:lnTo>
                <a:lnTo>
                  <a:pt x="4368" y="9457"/>
                </a:lnTo>
                <a:lnTo>
                  <a:pt x="4654" y="10147"/>
                </a:lnTo>
                <a:lnTo>
                  <a:pt x="4934" y="10626"/>
                </a:lnTo>
                <a:lnTo>
                  <a:pt x="5215" y="11263"/>
                </a:lnTo>
                <a:lnTo>
                  <a:pt x="5501" y="12060"/>
                </a:lnTo>
                <a:lnTo>
                  <a:pt x="5781" y="12538"/>
                </a:lnTo>
                <a:lnTo>
                  <a:pt x="6062" y="13229"/>
                </a:lnTo>
                <a:lnTo>
                  <a:pt x="6342" y="13867"/>
                </a:lnTo>
                <a:lnTo>
                  <a:pt x="6628" y="14504"/>
                </a:lnTo>
                <a:lnTo>
                  <a:pt x="6908" y="14982"/>
                </a:lnTo>
                <a:lnTo>
                  <a:pt x="7329" y="15620"/>
                </a:lnTo>
                <a:lnTo>
                  <a:pt x="7615" y="16311"/>
                </a:lnTo>
                <a:lnTo>
                  <a:pt x="7755" y="16948"/>
                </a:lnTo>
                <a:lnTo>
                  <a:pt x="8036" y="17426"/>
                </a:lnTo>
                <a:lnTo>
                  <a:pt x="8316" y="18064"/>
                </a:lnTo>
                <a:lnTo>
                  <a:pt x="8602" y="18701"/>
                </a:lnTo>
                <a:lnTo>
                  <a:pt x="8882" y="19392"/>
                </a:lnTo>
                <a:lnTo>
                  <a:pt x="9303" y="19870"/>
                </a:lnTo>
                <a:lnTo>
                  <a:pt x="9589" y="20508"/>
                </a:lnTo>
                <a:lnTo>
                  <a:pt x="9869" y="21145"/>
                </a:lnTo>
                <a:lnTo>
                  <a:pt x="10010" y="21783"/>
                </a:lnTo>
                <a:lnTo>
                  <a:pt x="10296" y="22314"/>
                </a:lnTo>
                <a:lnTo>
                  <a:pt x="10576" y="22952"/>
                </a:lnTo>
                <a:lnTo>
                  <a:pt x="10856" y="23589"/>
                </a:lnTo>
                <a:lnTo>
                  <a:pt x="11137" y="24121"/>
                </a:lnTo>
                <a:lnTo>
                  <a:pt x="11563" y="24758"/>
                </a:lnTo>
                <a:lnTo>
                  <a:pt x="11843" y="25396"/>
                </a:lnTo>
                <a:lnTo>
                  <a:pt x="12124" y="26033"/>
                </a:lnTo>
                <a:lnTo>
                  <a:pt x="12410" y="26565"/>
                </a:lnTo>
                <a:lnTo>
                  <a:pt x="12550" y="27202"/>
                </a:lnTo>
                <a:lnTo>
                  <a:pt x="12830" y="27840"/>
                </a:lnTo>
                <a:lnTo>
                  <a:pt x="13111" y="28477"/>
                </a:lnTo>
                <a:lnTo>
                  <a:pt x="13537" y="29009"/>
                </a:lnTo>
                <a:lnTo>
                  <a:pt x="13817" y="29646"/>
                </a:lnTo>
                <a:lnTo>
                  <a:pt x="14098" y="30124"/>
                </a:lnTo>
                <a:lnTo>
                  <a:pt x="14384" y="30815"/>
                </a:lnTo>
                <a:lnTo>
                  <a:pt x="14664" y="31293"/>
                </a:lnTo>
                <a:lnTo>
                  <a:pt x="14944" y="31931"/>
                </a:lnTo>
                <a:lnTo>
                  <a:pt x="15091" y="32568"/>
                </a:lnTo>
                <a:lnTo>
                  <a:pt x="15511" y="33206"/>
                </a:lnTo>
                <a:lnTo>
                  <a:pt x="15791" y="33737"/>
                </a:lnTo>
                <a:lnTo>
                  <a:pt x="16077" y="34375"/>
                </a:lnTo>
                <a:lnTo>
                  <a:pt x="16358" y="34906"/>
                </a:lnTo>
                <a:lnTo>
                  <a:pt x="16638" y="35544"/>
                </a:lnTo>
                <a:lnTo>
                  <a:pt x="16918" y="36075"/>
                </a:lnTo>
                <a:lnTo>
                  <a:pt x="17205" y="36713"/>
                </a:lnTo>
                <a:lnTo>
                  <a:pt x="17485" y="37350"/>
                </a:lnTo>
                <a:lnTo>
                  <a:pt x="17765" y="37828"/>
                </a:lnTo>
                <a:lnTo>
                  <a:pt x="18051" y="38360"/>
                </a:lnTo>
                <a:lnTo>
                  <a:pt x="18332" y="38997"/>
                </a:lnTo>
                <a:lnTo>
                  <a:pt x="18612" y="39635"/>
                </a:lnTo>
                <a:lnTo>
                  <a:pt x="18892" y="40272"/>
                </a:lnTo>
                <a:lnTo>
                  <a:pt x="19179" y="40697"/>
                </a:lnTo>
                <a:lnTo>
                  <a:pt x="19459" y="41335"/>
                </a:lnTo>
                <a:lnTo>
                  <a:pt x="19885" y="41972"/>
                </a:lnTo>
                <a:lnTo>
                  <a:pt x="20166" y="42610"/>
                </a:lnTo>
                <a:lnTo>
                  <a:pt x="20306" y="42982"/>
                </a:lnTo>
                <a:lnTo>
                  <a:pt x="20586" y="43619"/>
                </a:lnTo>
                <a:lnTo>
                  <a:pt x="20872" y="44257"/>
                </a:lnTo>
                <a:lnTo>
                  <a:pt x="21153" y="44788"/>
                </a:lnTo>
                <a:lnTo>
                  <a:pt x="21433" y="45320"/>
                </a:lnTo>
                <a:lnTo>
                  <a:pt x="21859" y="45957"/>
                </a:lnTo>
                <a:lnTo>
                  <a:pt x="22140" y="46595"/>
                </a:lnTo>
                <a:lnTo>
                  <a:pt x="22420" y="47073"/>
                </a:lnTo>
                <a:lnTo>
                  <a:pt x="22700" y="47604"/>
                </a:lnTo>
                <a:lnTo>
                  <a:pt x="22846" y="48242"/>
                </a:lnTo>
                <a:lnTo>
                  <a:pt x="23127" y="48773"/>
                </a:lnTo>
                <a:lnTo>
                  <a:pt x="23407" y="49411"/>
                </a:lnTo>
                <a:lnTo>
                  <a:pt x="23687" y="49783"/>
                </a:lnTo>
                <a:lnTo>
                  <a:pt x="24114" y="50420"/>
                </a:lnTo>
                <a:lnTo>
                  <a:pt x="24394" y="51058"/>
                </a:lnTo>
                <a:lnTo>
                  <a:pt x="24680" y="51589"/>
                </a:lnTo>
                <a:lnTo>
                  <a:pt x="24960" y="52120"/>
                </a:lnTo>
                <a:lnTo>
                  <a:pt x="25241" y="52758"/>
                </a:lnTo>
                <a:lnTo>
                  <a:pt x="25381" y="53236"/>
                </a:lnTo>
                <a:lnTo>
                  <a:pt x="25667" y="53874"/>
                </a:lnTo>
                <a:lnTo>
                  <a:pt x="26088" y="54405"/>
                </a:lnTo>
                <a:lnTo>
                  <a:pt x="26368" y="54936"/>
                </a:lnTo>
                <a:lnTo>
                  <a:pt x="26654" y="55414"/>
                </a:lnTo>
                <a:lnTo>
                  <a:pt x="26934" y="56052"/>
                </a:lnTo>
                <a:lnTo>
                  <a:pt x="27215" y="56743"/>
                </a:lnTo>
                <a:lnTo>
                  <a:pt x="27495" y="57115"/>
                </a:lnTo>
                <a:lnTo>
                  <a:pt x="27641" y="57752"/>
                </a:lnTo>
                <a:lnTo>
                  <a:pt x="28062" y="58283"/>
                </a:lnTo>
                <a:lnTo>
                  <a:pt x="28342" y="58921"/>
                </a:lnTo>
                <a:lnTo>
                  <a:pt x="28628" y="59293"/>
                </a:lnTo>
                <a:lnTo>
                  <a:pt x="28908" y="59930"/>
                </a:lnTo>
                <a:lnTo>
                  <a:pt x="29189" y="60462"/>
                </a:lnTo>
                <a:lnTo>
                  <a:pt x="29475" y="61099"/>
                </a:lnTo>
                <a:lnTo>
                  <a:pt x="29755" y="61471"/>
                </a:lnTo>
                <a:lnTo>
                  <a:pt x="30036" y="62109"/>
                </a:lnTo>
                <a:lnTo>
                  <a:pt x="30316" y="62640"/>
                </a:lnTo>
                <a:lnTo>
                  <a:pt x="30602" y="63278"/>
                </a:lnTo>
                <a:lnTo>
                  <a:pt x="30882" y="63650"/>
                </a:lnTo>
                <a:lnTo>
                  <a:pt x="31163" y="64287"/>
                </a:lnTo>
                <a:lnTo>
                  <a:pt x="31449" y="64818"/>
                </a:lnTo>
                <a:lnTo>
                  <a:pt x="31729" y="65297"/>
                </a:lnTo>
                <a:lnTo>
                  <a:pt x="32009" y="65934"/>
                </a:lnTo>
                <a:lnTo>
                  <a:pt x="32436" y="66359"/>
                </a:lnTo>
                <a:lnTo>
                  <a:pt x="32716" y="66997"/>
                </a:lnTo>
                <a:lnTo>
                  <a:pt x="32856" y="67475"/>
                </a:lnTo>
                <a:lnTo>
                  <a:pt x="33137" y="68006"/>
                </a:lnTo>
                <a:lnTo>
                  <a:pt x="33423" y="68538"/>
                </a:lnTo>
                <a:lnTo>
                  <a:pt x="33703" y="69016"/>
                </a:lnTo>
                <a:lnTo>
                  <a:pt x="33983" y="69706"/>
                </a:lnTo>
                <a:lnTo>
                  <a:pt x="34410" y="70185"/>
                </a:lnTo>
                <a:lnTo>
                  <a:pt x="34690" y="70716"/>
                </a:lnTo>
                <a:lnTo>
                  <a:pt x="34970" y="71247"/>
                </a:lnTo>
                <a:lnTo>
                  <a:pt x="35257" y="71725"/>
                </a:lnTo>
                <a:lnTo>
                  <a:pt x="35397" y="72257"/>
                </a:lnTo>
                <a:lnTo>
                  <a:pt x="35677" y="72894"/>
                </a:lnTo>
                <a:lnTo>
                  <a:pt x="35957" y="73266"/>
                </a:lnTo>
                <a:lnTo>
                  <a:pt x="36244" y="73797"/>
                </a:lnTo>
                <a:lnTo>
                  <a:pt x="36664" y="74329"/>
                </a:lnTo>
                <a:lnTo>
                  <a:pt x="36944" y="74966"/>
                </a:lnTo>
                <a:lnTo>
                  <a:pt x="37231" y="75338"/>
                </a:lnTo>
                <a:lnTo>
                  <a:pt x="37511" y="75816"/>
                </a:lnTo>
                <a:lnTo>
                  <a:pt x="37791" y="76507"/>
                </a:lnTo>
                <a:lnTo>
                  <a:pt x="37931" y="76985"/>
                </a:lnTo>
                <a:lnTo>
                  <a:pt x="38218" y="77517"/>
                </a:lnTo>
                <a:lnTo>
                  <a:pt x="38638" y="77889"/>
                </a:lnTo>
                <a:lnTo>
                  <a:pt x="38918" y="78526"/>
                </a:lnTo>
                <a:lnTo>
                  <a:pt x="39205" y="79057"/>
                </a:lnTo>
                <a:lnTo>
                  <a:pt x="39485" y="79589"/>
                </a:lnTo>
                <a:lnTo>
                  <a:pt x="39765" y="79961"/>
                </a:lnTo>
                <a:lnTo>
                  <a:pt x="40051" y="80439"/>
                </a:lnTo>
                <a:lnTo>
                  <a:pt x="40332" y="81129"/>
                </a:lnTo>
                <a:lnTo>
                  <a:pt x="40612" y="81608"/>
                </a:lnTo>
                <a:lnTo>
                  <a:pt x="40892" y="82139"/>
                </a:lnTo>
                <a:lnTo>
                  <a:pt x="41179" y="82511"/>
                </a:lnTo>
                <a:lnTo>
                  <a:pt x="41459" y="83042"/>
                </a:lnTo>
                <a:lnTo>
                  <a:pt x="41739" y="83680"/>
                </a:lnTo>
                <a:lnTo>
                  <a:pt x="42025" y="84211"/>
                </a:lnTo>
                <a:lnTo>
                  <a:pt x="42306" y="84583"/>
                </a:lnTo>
                <a:lnTo>
                  <a:pt x="42586" y="85061"/>
                </a:lnTo>
                <a:lnTo>
                  <a:pt x="42866" y="85592"/>
                </a:lnTo>
                <a:lnTo>
                  <a:pt x="43153" y="86124"/>
                </a:lnTo>
                <a:lnTo>
                  <a:pt x="43433" y="86602"/>
                </a:lnTo>
                <a:lnTo>
                  <a:pt x="43713" y="87027"/>
                </a:lnTo>
                <a:lnTo>
                  <a:pt x="43999" y="87505"/>
                </a:lnTo>
                <a:lnTo>
                  <a:pt x="44280" y="88143"/>
                </a:lnTo>
                <a:lnTo>
                  <a:pt x="44560" y="88674"/>
                </a:lnTo>
                <a:lnTo>
                  <a:pt x="44986" y="89205"/>
                </a:lnTo>
                <a:lnTo>
                  <a:pt x="45267" y="89577"/>
                </a:lnTo>
                <a:lnTo>
                  <a:pt x="45407" y="90108"/>
                </a:lnTo>
                <a:lnTo>
                  <a:pt x="45687" y="90587"/>
                </a:lnTo>
                <a:lnTo>
                  <a:pt x="45973" y="91118"/>
                </a:lnTo>
                <a:lnTo>
                  <a:pt x="46254" y="91649"/>
                </a:lnTo>
                <a:lnTo>
                  <a:pt x="46534" y="92021"/>
                </a:lnTo>
                <a:lnTo>
                  <a:pt x="46960" y="92552"/>
                </a:lnTo>
                <a:lnTo>
                  <a:pt x="47241" y="93031"/>
                </a:lnTo>
                <a:lnTo>
                  <a:pt x="47521" y="93562"/>
                </a:lnTo>
                <a:lnTo>
                  <a:pt x="47807" y="93934"/>
                </a:lnTo>
                <a:lnTo>
                  <a:pt x="47947" y="94465"/>
                </a:lnTo>
                <a:lnTo>
                  <a:pt x="48228" y="94943"/>
                </a:lnTo>
                <a:lnTo>
                  <a:pt x="48508" y="95475"/>
                </a:lnTo>
                <a:lnTo>
                  <a:pt x="48794" y="96006"/>
                </a:lnTo>
                <a:lnTo>
                  <a:pt x="49215" y="96378"/>
                </a:lnTo>
                <a:lnTo>
                  <a:pt x="49495" y="96909"/>
                </a:lnTo>
                <a:lnTo>
                  <a:pt x="49781" y="97387"/>
                </a:lnTo>
                <a:lnTo>
                  <a:pt x="50061" y="97919"/>
                </a:lnTo>
                <a:lnTo>
                  <a:pt x="50342" y="98450"/>
                </a:lnTo>
                <a:lnTo>
                  <a:pt x="50482" y="98716"/>
                </a:lnTo>
                <a:lnTo>
                  <a:pt x="50768" y="99194"/>
                </a:lnTo>
                <a:lnTo>
                  <a:pt x="51189" y="99725"/>
                </a:lnTo>
                <a:lnTo>
                  <a:pt x="51469" y="100256"/>
                </a:lnTo>
                <a:lnTo>
                  <a:pt x="51755" y="100735"/>
                </a:lnTo>
                <a:lnTo>
                  <a:pt x="52035" y="101106"/>
                </a:lnTo>
                <a:lnTo>
                  <a:pt x="52316" y="101638"/>
                </a:lnTo>
                <a:lnTo>
                  <a:pt x="52602" y="102169"/>
                </a:lnTo>
                <a:lnTo>
                  <a:pt x="52882" y="102541"/>
                </a:lnTo>
                <a:lnTo>
                  <a:pt x="53163" y="103072"/>
                </a:lnTo>
                <a:lnTo>
                  <a:pt x="53449" y="103444"/>
                </a:lnTo>
                <a:lnTo>
                  <a:pt x="53729" y="103976"/>
                </a:lnTo>
                <a:lnTo>
                  <a:pt x="54009" y="104454"/>
                </a:lnTo>
                <a:lnTo>
                  <a:pt x="54290" y="104985"/>
                </a:lnTo>
                <a:lnTo>
                  <a:pt x="54576" y="105357"/>
                </a:lnTo>
                <a:lnTo>
                  <a:pt x="54856" y="105729"/>
                </a:lnTo>
                <a:lnTo>
                  <a:pt x="55137" y="106260"/>
                </a:lnTo>
                <a:lnTo>
                  <a:pt x="55423" y="106791"/>
                </a:lnTo>
                <a:lnTo>
                  <a:pt x="55703" y="107163"/>
                </a:lnTo>
                <a:lnTo>
                  <a:pt x="55983" y="107695"/>
                </a:lnTo>
                <a:lnTo>
                  <a:pt x="56264" y="108067"/>
                </a:lnTo>
                <a:lnTo>
                  <a:pt x="56550" y="108598"/>
                </a:lnTo>
                <a:lnTo>
                  <a:pt x="56830" y="108970"/>
                </a:lnTo>
              </a:path>
            </a:pathLst>
          </a:custGeom>
          <a:ln w="82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1319026" y="5854779"/>
            <a:ext cx="56690" cy="70456"/>
          </a:xfrm>
          <a:custGeom>
            <a:avLst/>
            <a:gdLst/>
            <a:ahLst/>
            <a:cxnLst/>
            <a:rect l="l" t="t" r="r" b="b"/>
            <a:pathLst>
              <a:path w="56690" h="70456">
                <a:moveTo>
                  <a:pt x="0" y="0"/>
                </a:moveTo>
                <a:lnTo>
                  <a:pt x="280" y="478"/>
                </a:lnTo>
                <a:lnTo>
                  <a:pt x="706" y="1009"/>
                </a:lnTo>
                <a:lnTo>
                  <a:pt x="986" y="1381"/>
                </a:lnTo>
                <a:lnTo>
                  <a:pt x="1127" y="1806"/>
                </a:lnTo>
                <a:lnTo>
                  <a:pt x="1413" y="2284"/>
                </a:lnTo>
                <a:lnTo>
                  <a:pt x="1693" y="2815"/>
                </a:lnTo>
                <a:lnTo>
                  <a:pt x="1973" y="3187"/>
                </a:lnTo>
                <a:lnTo>
                  <a:pt x="2254" y="3559"/>
                </a:lnTo>
                <a:lnTo>
                  <a:pt x="2680" y="4091"/>
                </a:lnTo>
                <a:lnTo>
                  <a:pt x="2960" y="4462"/>
                </a:lnTo>
                <a:lnTo>
                  <a:pt x="3241" y="4994"/>
                </a:lnTo>
                <a:lnTo>
                  <a:pt x="3527" y="5525"/>
                </a:lnTo>
                <a:lnTo>
                  <a:pt x="3667" y="5897"/>
                </a:lnTo>
                <a:lnTo>
                  <a:pt x="3947" y="6269"/>
                </a:lnTo>
                <a:lnTo>
                  <a:pt x="4228" y="6641"/>
                </a:lnTo>
                <a:lnTo>
                  <a:pt x="4514" y="7172"/>
                </a:lnTo>
                <a:lnTo>
                  <a:pt x="4934" y="7703"/>
                </a:lnTo>
                <a:lnTo>
                  <a:pt x="5215" y="8075"/>
                </a:lnTo>
                <a:lnTo>
                  <a:pt x="5501" y="8447"/>
                </a:lnTo>
                <a:lnTo>
                  <a:pt x="5781" y="8819"/>
                </a:lnTo>
                <a:lnTo>
                  <a:pt x="6062" y="9350"/>
                </a:lnTo>
                <a:lnTo>
                  <a:pt x="6208" y="9722"/>
                </a:lnTo>
                <a:lnTo>
                  <a:pt x="6488" y="10254"/>
                </a:lnTo>
                <a:lnTo>
                  <a:pt x="6908" y="10626"/>
                </a:lnTo>
                <a:lnTo>
                  <a:pt x="7195" y="11051"/>
                </a:lnTo>
                <a:lnTo>
                  <a:pt x="7475" y="11529"/>
                </a:lnTo>
                <a:lnTo>
                  <a:pt x="7755" y="11901"/>
                </a:lnTo>
                <a:lnTo>
                  <a:pt x="8036" y="12432"/>
                </a:lnTo>
                <a:lnTo>
                  <a:pt x="8322" y="12804"/>
                </a:lnTo>
                <a:lnTo>
                  <a:pt x="8602" y="13229"/>
                </a:lnTo>
                <a:lnTo>
                  <a:pt x="8882" y="13601"/>
                </a:lnTo>
                <a:lnTo>
                  <a:pt x="9169" y="14132"/>
                </a:lnTo>
                <a:lnTo>
                  <a:pt x="9449" y="14504"/>
                </a:lnTo>
                <a:lnTo>
                  <a:pt x="9729" y="14876"/>
                </a:lnTo>
                <a:lnTo>
                  <a:pt x="10015" y="15264"/>
                </a:lnTo>
                <a:lnTo>
                  <a:pt x="10296" y="15646"/>
                </a:lnTo>
                <a:lnTo>
                  <a:pt x="10576" y="16162"/>
                </a:lnTo>
                <a:lnTo>
                  <a:pt x="10856" y="16544"/>
                </a:lnTo>
                <a:lnTo>
                  <a:pt x="11143" y="17060"/>
                </a:lnTo>
                <a:lnTo>
                  <a:pt x="11423" y="17447"/>
                </a:lnTo>
                <a:lnTo>
                  <a:pt x="11703" y="17703"/>
                </a:lnTo>
                <a:lnTo>
                  <a:pt x="11989" y="18218"/>
                </a:lnTo>
                <a:lnTo>
                  <a:pt x="12270" y="18600"/>
                </a:lnTo>
                <a:lnTo>
                  <a:pt x="12550" y="19116"/>
                </a:lnTo>
                <a:lnTo>
                  <a:pt x="12830" y="19498"/>
                </a:lnTo>
                <a:lnTo>
                  <a:pt x="13257" y="19886"/>
                </a:lnTo>
                <a:lnTo>
                  <a:pt x="13537" y="20269"/>
                </a:lnTo>
                <a:lnTo>
                  <a:pt x="13677" y="20657"/>
                </a:lnTo>
                <a:lnTo>
                  <a:pt x="13963" y="21039"/>
                </a:lnTo>
                <a:lnTo>
                  <a:pt x="14244" y="21554"/>
                </a:lnTo>
                <a:lnTo>
                  <a:pt x="14524" y="21937"/>
                </a:lnTo>
                <a:lnTo>
                  <a:pt x="14810" y="22192"/>
                </a:lnTo>
                <a:lnTo>
                  <a:pt x="15231" y="22707"/>
                </a:lnTo>
                <a:lnTo>
                  <a:pt x="15511" y="23095"/>
                </a:lnTo>
                <a:lnTo>
                  <a:pt x="15797" y="23478"/>
                </a:lnTo>
                <a:lnTo>
                  <a:pt x="16077" y="23866"/>
                </a:lnTo>
                <a:lnTo>
                  <a:pt x="16218" y="24376"/>
                </a:lnTo>
                <a:lnTo>
                  <a:pt x="16498" y="24636"/>
                </a:lnTo>
                <a:lnTo>
                  <a:pt x="16784" y="25019"/>
                </a:lnTo>
                <a:lnTo>
                  <a:pt x="17064" y="25401"/>
                </a:lnTo>
                <a:lnTo>
                  <a:pt x="17485" y="25916"/>
                </a:lnTo>
                <a:lnTo>
                  <a:pt x="17771" y="26304"/>
                </a:lnTo>
                <a:lnTo>
                  <a:pt x="18051" y="26687"/>
                </a:lnTo>
                <a:lnTo>
                  <a:pt x="18332" y="26942"/>
                </a:lnTo>
                <a:lnTo>
                  <a:pt x="18612" y="27330"/>
                </a:lnTo>
                <a:lnTo>
                  <a:pt x="18758" y="27840"/>
                </a:lnTo>
                <a:lnTo>
                  <a:pt x="19038" y="28228"/>
                </a:lnTo>
                <a:lnTo>
                  <a:pt x="19459" y="28610"/>
                </a:lnTo>
                <a:lnTo>
                  <a:pt x="19745" y="28998"/>
                </a:lnTo>
                <a:lnTo>
                  <a:pt x="20025" y="29253"/>
                </a:lnTo>
                <a:lnTo>
                  <a:pt x="20306" y="29768"/>
                </a:lnTo>
                <a:lnTo>
                  <a:pt x="20592" y="30151"/>
                </a:lnTo>
                <a:lnTo>
                  <a:pt x="20872" y="30539"/>
                </a:lnTo>
                <a:lnTo>
                  <a:pt x="21153" y="30921"/>
                </a:lnTo>
                <a:lnTo>
                  <a:pt x="21433" y="31309"/>
                </a:lnTo>
                <a:lnTo>
                  <a:pt x="21719" y="31564"/>
                </a:lnTo>
                <a:lnTo>
                  <a:pt x="21999" y="31952"/>
                </a:lnTo>
                <a:lnTo>
                  <a:pt x="22280" y="32335"/>
                </a:lnTo>
                <a:lnTo>
                  <a:pt x="22566" y="32722"/>
                </a:lnTo>
                <a:lnTo>
                  <a:pt x="22846" y="33105"/>
                </a:lnTo>
                <a:lnTo>
                  <a:pt x="23127" y="33620"/>
                </a:lnTo>
                <a:lnTo>
                  <a:pt x="23407" y="33875"/>
                </a:lnTo>
                <a:lnTo>
                  <a:pt x="23693" y="34258"/>
                </a:lnTo>
                <a:lnTo>
                  <a:pt x="23973" y="34646"/>
                </a:lnTo>
                <a:lnTo>
                  <a:pt x="24254" y="35028"/>
                </a:lnTo>
                <a:lnTo>
                  <a:pt x="24540" y="35416"/>
                </a:lnTo>
                <a:lnTo>
                  <a:pt x="24820" y="35799"/>
                </a:lnTo>
                <a:lnTo>
                  <a:pt x="25101" y="36187"/>
                </a:lnTo>
                <a:lnTo>
                  <a:pt x="25387" y="36442"/>
                </a:lnTo>
                <a:lnTo>
                  <a:pt x="25807" y="36829"/>
                </a:lnTo>
                <a:lnTo>
                  <a:pt x="26088" y="37212"/>
                </a:lnTo>
                <a:lnTo>
                  <a:pt x="26228" y="37600"/>
                </a:lnTo>
                <a:lnTo>
                  <a:pt x="26514" y="37982"/>
                </a:lnTo>
                <a:lnTo>
                  <a:pt x="26794" y="38370"/>
                </a:lnTo>
                <a:lnTo>
                  <a:pt x="27075" y="38625"/>
                </a:lnTo>
                <a:lnTo>
                  <a:pt x="27361" y="39008"/>
                </a:lnTo>
                <a:lnTo>
                  <a:pt x="27781" y="39268"/>
                </a:lnTo>
                <a:lnTo>
                  <a:pt x="28062" y="39651"/>
                </a:lnTo>
                <a:lnTo>
                  <a:pt x="28348" y="40038"/>
                </a:lnTo>
                <a:lnTo>
                  <a:pt x="28628" y="40421"/>
                </a:lnTo>
                <a:lnTo>
                  <a:pt x="28768" y="40809"/>
                </a:lnTo>
                <a:lnTo>
                  <a:pt x="29049" y="41064"/>
                </a:lnTo>
                <a:lnTo>
                  <a:pt x="29335" y="41446"/>
                </a:lnTo>
                <a:lnTo>
                  <a:pt x="29615" y="41834"/>
                </a:lnTo>
                <a:lnTo>
                  <a:pt x="30036" y="42217"/>
                </a:lnTo>
                <a:lnTo>
                  <a:pt x="30322" y="42605"/>
                </a:lnTo>
                <a:lnTo>
                  <a:pt x="30602" y="42860"/>
                </a:lnTo>
                <a:lnTo>
                  <a:pt x="30882" y="43115"/>
                </a:lnTo>
                <a:lnTo>
                  <a:pt x="31168" y="43503"/>
                </a:lnTo>
                <a:lnTo>
                  <a:pt x="31309" y="43885"/>
                </a:lnTo>
                <a:lnTo>
                  <a:pt x="31589" y="44273"/>
                </a:lnTo>
                <a:lnTo>
                  <a:pt x="32009" y="44528"/>
                </a:lnTo>
                <a:lnTo>
                  <a:pt x="32296" y="44916"/>
                </a:lnTo>
                <a:lnTo>
                  <a:pt x="32576" y="45298"/>
                </a:lnTo>
                <a:lnTo>
                  <a:pt x="32856" y="45553"/>
                </a:lnTo>
                <a:lnTo>
                  <a:pt x="33142" y="45941"/>
                </a:lnTo>
                <a:lnTo>
                  <a:pt x="33423" y="46196"/>
                </a:lnTo>
                <a:lnTo>
                  <a:pt x="33703" y="46584"/>
                </a:lnTo>
                <a:lnTo>
                  <a:pt x="33843" y="46967"/>
                </a:lnTo>
                <a:lnTo>
                  <a:pt x="34270" y="47355"/>
                </a:lnTo>
                <a:lnTo>
                  <a:pt x="34550" y="47610"/>
                </a:lnTo>
                <a:lnTo>
                  <a:pt x="34830" y="47865"/>
                </a:lnTo>
                <a:lnTo>
                  <a:pt x="35116" y="48252"/>
                </a:lnTo>
                <a:lnTo>
                  <a:pt x="35397" y="48635"/>
                </a:lnTo>
                <a:lnTo>
                  <a:pt x="35677" y="48895"/>
                </a:lnTo>
                <a:lnTo>
                  <a:pt x="35963" y="49278"/>
                </a:lnTo>
                <a:lnTo>
                  <a:pt x="36244" y="49660"/>
                </a:lnTo>
                <a:lnTo>
                  <a:pt x="36524" y="49921"/>
                </a:lnTo>
                <a:lnTo>
                  <a:pt x="36804" y="50176"/>
                </a:lnTo>
                <a:lnTo>
                  <a:pt x="37090" y="50564"/>
                </a:lnTo>
                <a:lnTo>
                  <a:pt x="37371" y="50819"/>
                </a:lnTo>
                <a:lnTo>
                  <a:pt x="37651" y="51201"/>
                </a:lnTo>
                <a:lnTo>
                  <a:pt x="37937" y="51589"/>
                </a:lnTo>
                <a:lnTo>
                  <a:pt x="38358" y="51844"/>
                </a:lnTo>
                <a:lnTo>
                  <a:pt x="38638" y="52232"/>
                </a:lnTo>
                <a:lnTo>
                  <a:pt x="38784" y="52487"/>
                </a:lnTo>
                <a:lnTo>
                  <a:pt x="39064" y="52742"/>
                </a:lnTo>
                <a:lnTo>
                  <a:pt x="39345" y="53130"/>
                </a:lnTo>
                <a:lnTo>
                  <a:pt x="39625" y="53385"/>
                </a:lnTo>
                <a:lnTo>
                  <a:pt x="39911" y="53773"/>
                </a:lnTo>
                <a:lnTo>
                  <a:pt x="40192" y="54028"/>
                </a:lnTo>
                <a:lnTo>
                  <a:pt x="40612" y="54410"/>
                </a:lnTo>
                <a:lnTo>
                  <a:pt x="40898" y="54671"/>
                </a:lnTo>
                <a:lnTo>
                  <a:pt x="41179" y="54926"/>
                </a:lnTo>
                <a:lnTo>
                  <a:pt x="41319" y="55181"/>
                </a:lnTo>
                <a:lnTo>
                  <a:pt x="41599" y="55568"/>
                </a:lnTo>
                <a:lnTo>
                  <a:pt x="41885" y="55824"/>
                </a:lnTo>
                <a:lnTo>
                  <a:pt x="42166" y="56211"/>
                </a:lnTo>
                <a:lnTo>
                  <a:pt x="42586" y="56466"/>
                </a:lnTo>
                <a:lnTo>
                  <a:pt x="42872" y="56849"/>
                </a:lnTo>
                <a:lnTo>
                  <a:pt x="43153" y="57109"/>
                </a:lnTo>
                <a:lnTo>
                  <a:pt x="43433" y="57364"/>
                </a:lnTo>
                <a:lnTo>
                  <a:pt x="43719" y="57619"/>
                </a:lnTo>
                <a:lnTo>
                  <a:pt x="43859" y="58007"/>
                </a:lnTo>
                <a:lnTo>
                  <a:pt x="44140" y="58262"/>
                </a:lnTo>
                <a:lnTo>
                  <a:pt x="44566" y="58650"/>
                </a:lnTo>
                <a:lnTo>
                  <a:pt x="44846" y="58905"/>
                </a:lnTo>
                <a:lnTo>
                  <a:pt x="45127" y="59288"/>
                </a:lnTo>
                <a:lnTo>
                  <a:pt x="45407" y="59420"/>
                </a:lnTo>
                <a:lnTo>
                  <a:pt x="45693" y="59675"/>
                </a:lnTo>
                <a:lnTo>
                  <a:pt x="45973" y="60058"/>
                </a:lnTo>
                <a:lnTo>
                  <a:pt x="46254" y="60318"/>
                </a:lnTo>
                <a:lnTo>
                  <a:pt x="46394" y="60701"/>
                </a:lnTo>
                <a:lnTo>
                  <a:pt x="46820" y="60956"/>
                </a:lnTo>
                <a:lnTo>
                  <a:pt x="47100" y="61216"/>
                </a:lnTo>
                <a:lnTo>
                  <a:pt x="47381" y="61599"/>
                </a:lnTo>
                <a:lnTo>
                  <a:pt x="47667" y="61726"/>
                </a:lnTo>
                <a:lnTo>
                  <a:pt x="47947" y="61987"/>
                </a:lnTo>
                <a:lnTo>
                  <a:pt x="48228" y="62369"/>
                </a:lnTo>
                <a:lnTo>
                  <a:pt x="48514" y="62630"/>
                </a:lnTo>
                <a:lnTo>
                  <a:pt x="48934" y="62885"/>
                </a:lnTo>
                <a:lnTo>
                  <a:pt x="49074" y="63267"/>
                </a:lnTo>
                <a:lnTo>
                  <a:pt x="49361" y="63527"/>
                </a:lnTo>
                <a:lnTo>
                  <a:pt x="49641" y="63782"/>
                </a:lnTo>
                <a:lnTo>
                  <a:pt x="49921" y="64037"/>
                </a:lnTo>
                <a:lnTo>
                  <a:pt x="50202" y="64298"/>
                </a:lnTo>
                <a:lnTo>
                  <a:pt x="50488" y="64553"/>
                </a:lnTo>
                <a:lnTo>
                  <a:pt x="50908" y="64808"/>
                </a:lnTo>
                <a:lnTo>
                  <a:pt x="51189" y="65196"/>
                </a:lnTo>
                <a:lnTo>
                  <a:pt x="51475" y="65451"/>
                </a:lnTo>
                <a:lnTo>
                  <a:pt x="51615" y="65706"/>
                </a:lnTo>
                <a:lnTo>
                  <a:pt x="51895" y="65966"/>
                </a:lnTo>
                <a:lnTo>
                  <a:pt x="52176" y="66221"/>
                </a:lnTo>
                <a:lnTo>
                  <a:pt x="52462" y="66476"/>
                </a:lnTo>
                <a:lnTo>
                  <a:pt x="52742" y="66736"/>
                </a:lnTo>
                <a:lnTo>
                  <a:pt x="53168" y="66991"/>
                </a:lnTo>
                <a:lnTo>
                  <a:pt x="53449" y="67247"/>
                </a:lnTo>
                <a:lnTo>
                  <a:pt x="53729" y="67507"/>
                </a:lnTo>
                <a:lnTo>
                  <a:pt x="53869" y="67762"/>
                </a:lnTo>
                <a:lnTo>
                  <a:pt x="54155" y="68144"/>
                </a:lnTo>
                <a:lnTo>
                  <a:pt x="54436" y="68405"/>
                </a:lnTo>
                <a:lnTo>
                  <a:pt x="54716" y="68660"/>
                </a:lnTo>
                <a:lnTo>
                  <a:pt x="55142" y="68787"/>
                </a:lnTo>
                <a:lnTo>
                  <a:pt x="55423" y="69042"/>
                </a:lnTo>
                <a:lnTo>
                  <a:pt x="55703" y="69303"/>
                </a:lnTo>
                <a:lnTo>
                  <a:pt x="55983" y="69558"/>
                </a:lnTo>
                <a:lnTo>
                  <a:pt x="56270" y="69813"/>
                </a:lnTo>
                <a:lnTo>
                  <a:pt x="56410" y="70201"/>
                </a:lnTo>
                <a:lnTo>
                  <a:pt x="56690" y="70456"/>
                </a:lnTo>
              </a:path>
            </a:pathLst>
          </a:custGeom>
          <a:ln w="816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1375716" y="5925235"/>
            <a:ext cx="56976" cy="30167"/>
          </a:xfrm>
          <a:custGeom>
            <a:avLst/>
            <a:gdLst/>
            <a:ahLst/>
            <a:cxnLst/>
            <a:rect l="l" t="t" r="r" b="b"/>
            <a:pathLst>
              <a:path w="56976" h="30167">
                <a:moveTo>
                  <a:pt x="0" y="0"/>
                </a:moveTo>
                <a:lnTo>
                  <a:pt x="426" y="260"/>
                </a:lnTo>
                <a:lnTo>
                  <a:pt x="706" y="515"/>
                </a:lnTo>
                <a:lnTo>
                  <a:pt x="986" y="642"/>
                </a:lnTo>
                <a:lnTo>
                  <a:pt x="1273" y="897"/>
                </a:lnTo>
                <a:lnTo>
                  <a:pt x="1553" y="1158"/>
                </a:lnTo>
                <a:lnTo>
                  <a:pt x="1833" y="1413"/>
                </a:lnTo>
                <a:lnTo>
                  <a:pt x="2114" y="1668"/>
                </a:lnTo>
                <a:lnTo>
                  <a:pt x="2260" y="1928"/>
                </a:lnTo>
                <a:lnTo>
                  <a:pt x="2680" y="2183"/>
                </a:lnTo>
                <a:lnTo>
                  <a:pt x="2960" y="2438"/>
                </a:lnTo>
                <a:lnTo>
                  <a:pt x="3247" y="2699"/>
                </a:lnTo>
                <a:lnTo>
                  <a:pt x="3527" y="2954"/>
                </a:lnTo>
                <a:lnTo>
                  <a:pt x="3807" y="3081"/>
                </a:lnTo>
                <a:lnTo>
                  <a:pt x="4088" y="3336"/>
                </a:lnTo>
                <a:lnTo>
                  <a:pt x="4374" y="3596"/>
                </a:lnTo>
                <a:lnTo>
                  <a:pt x="4794" y="3851"/>
                </a:lnTo>
                <a:lnTo>
                  <a:pt x="4934" y="4106"/>
                </a:lnTo>
                <a:lnTo>
                  <a:pt x="5221" y="4367"/>
                </a:lnTo>
                <a:lnTo>
                  <a:pt x="5501" y="4622"/>
                </a:lnTo>
                <a:lnTo>
                  <a:pt x="5781" y="4749"/>
                </a:lnTo>
                <a:lnTo>
                  <a:pt x="6067" y="5004"/>
                </a:lnTo>
                <a:lnTo>
                  <a:pt x="6348" y="5265"/>
                </a:lnTo>
                <a:lnTo>
                  <a:pt x="6768" y="5392"/>
                </a:lnTo>
                <a:lnTo>
                  <a:pt x="7054" y="5647"/>
                </a:lnTo>
                <a:lnTo>
                  <a:pt x="7335" y="5908"/>
                </a:lnTo>
                <a:lnTo>
                  <a:pt x="7475" y="6163"/>
                </a:lnTo>
                <a:lnTo>
                  <a:pt x="7755" y="6418"/>
                </a:lnTo>
                <a:lnTo>
                  <a:pt x="8041" y="6545"/>
                </a:lnTo>
                <a:lnTo>
                  <a:pt x="8322" y="6805"/>
                </a:lnTo>
                <a:lnTo>
                  <a:pt x="8602" y="7061"/>
                </a:lnTo>
                <a:lnTo>
                  <a:pt x="9028" y="7316"/>
                </a:lnTo>
                <a:lnTo>
                  <a:pt x="9309" y="7576"/>
                </a:lnTo>
                <a:lnTo>
                  <a:pt x="9589" y="7576"/>
                </a:lnTo>
                <a:lnTo>
                  <a:pt x="9875" y="7831"/>
                </a:lnTo>
                <a:lnTo>
                  <a:pt x="10015" y="8086"/>
                </a:lnTo>
                <a:lnTo>
                  <a:pt x="10296" y="8346"/>
                </a:lnTo>
                <a:lnTo>
                  <a:pt x="10576" y="8601"/>
                </a:lnTo>
                <a:lnTo>
                  <a:pt x="11002" y="8729"/>
                </a:lnTo>
                <a:lnTo>
                  <a:pt x="11283" y="8984"/>
                </a:lnTo>
                <a:lnTo>
                  <a:pt x="11563" y="9244"/>
                </a:lnTo>
                <a:lnTo>
                  <a:pt x="11849" y="9499"/>
                </a:lnTo>
                <a:lnTo>
                  <a:pt x="12130" y="9627"/>
                </a:lnTo>
                <a:lnTo>
                  <a:pt x="12410" y="9882"/>
                </a:lnTo>
                <a:lnTo>
                  <a:pt x="12550" y="10015"/>
                </a:lnTo>
                <a:lnTo>
                  <a:pt x="12976" y="10142"/>
                </a:lnTo>
                <a:lnTo>
                  <a:pt x="13257" y="10397"/>
                </a:lnTo>
                <a:lnTo>
                  <a:pt x="13537" y="10652"/>
                </a:lnTo>
                <a:lnTo>
                  <a:pt x="13823" y="10785"/>
                </a:lnTo>
                <a:lnTo>
                  <a:pt x="14104" y="11040"/>
                </a:lnTo>
                <a:lnTo>
                  <a:pt x="14384" y="11295"/>
                </a:lnTo>
                <a:lnTo>
                  <a:pt x="14670" y="11423"/>
                </a:lnTo>
                <a:lnTo>
                  <a:pt x="14810" y="11683"/>
                </a:lnTo>
                <a:lnTo>
                  <a:pt x="15231" y="11938"/>
                </a:lnTo>
                <a:lnTo>
                  <a:pt x="15511" y="12065"/>
                </a:lnTo>
                <a:lnTo>
                  <a:pt x="15797" y="12193"/>
                </a:lnTo>
                <a:lnTo>
                  <a:pt x="16077" y="12453"/>
                </a:lnTo>
                <a:lnTo>
                  <a:pt x="16358" y="12581"/>
                </a:lnTo>
                <a:lnTo>
                  <a:pt x="16644" y="12836"/>
                </a:lnTo>
                <a:lnTo>
                  <a:pt x="16924" y="12963"/>
                </a:lnTo>
                <a:lnTo>
                  <a:pt x="17345" y="13224"/>
                </a:lnTo>
                <a:lnTo>
                  <a:pt x="17485" y="13351"/>
                </a:lnTo>
                <a:lnTo>
                  <a:pt x="17771" y="13606"/>
                </a:lnTo>
                <a:lnTo>
                  <a:pt x="18051" y="13861"/>
                </a:lnTo>
                <a:lnTo>
                  <a:pt x="18332" y="13994"/>
                </a:lnTo>
                <a:lnTo>
                  <a:pt x="18618" y="14249"/>
                </a:lnTo>
                <a:lnTo>
                  <a:pt x="18898" y="14377"/>
                </a:lnTo>
                <a:lnTo>
                  <a:pt x="19319" y="14504"/>
                </a:lnTo>
                <a:lnTo>
                  <a:pt x="19605" y="14632"/>
                </a:lnTo>
                <a:lnTo>
                  <a:pt x="19885" y="14892"/>
                </a:lnTo>
                <a:lnTo>
                  <a:pt x="20025" y="15019"/>
                </a:lnTo>
                <a:lnTo>
                  <a:pt x="20306" y="15274"/>
                </a:lnTo>
                <a:lnTo>
                  <a:pt x="20592" y="15402"/>
                </a:lnTo>
                <a:lnTo>
                  <a:pt x="20872" y="15662"/>
                </a:lnTo>
                <a:lnTo>
                  <a:pt x="21153" y="15790"/>
                </a:lnTo>
                <a:lnTo>
                  <a:pt x="21579" y="16045"/>
                </a:lnTo>
                <a:lnTo>
                  <a:pt x="21859" y="16172"/>
                </a:lnTo>
                <a:lnTo>
                  <a:pt x="22140" y="16300"/>
                </a:lnTo>
                <a:lnTo>
                  <a:pt x="22426" y="16560"/>
                </a:lnTo>
                <a:lnTo>
                  <a:pt x="22566" y="16688"/>
                </a:lnTo>
                <a:lnTo>
                  <a:pt x="22846" y="16815"/>
                </a:lnTo>
                <a:lnTo>
                  <a:pt x="23127" y="16943"/>
                </a:lnTo>
                <a:lnTo>
                  <a:pt x="23553" y="17070"/>
                </a:lnTo>
                <a:lnTo>
                  <a:pt x="23833" y="17331"/>
                </a:lnTo>
                <a:lnTo>
                  <a:pt x="24114" y="17458"/>
                </a:lnTo>
                <a:lnTo>
                  <a:pt x="24400" y="17713"/>
                </a:lnTo>
                <a:lnTo>
                  <a:pt x="24680" y="17841"/>
                </a:lnTo>
                <a:lnTo>
                  <a:pt x="24960" y="17968"/>
                </a:lnTo>
                <a:lnTo>
                  <a:pt x="25101" y="18229"/>
                </a:lnTo>
                <a:lnTo>
                  <a:pt x="25527" y="18356"/>
                </a:lnTo>
                <a:lnTo>
                  <a:pt x="25807" y="18484"/>
                </a:lnTo>
                <a:lnTo>
                  <a:pt x="26088" y="18739"/>
                </a:lnTo>
                <a:lnTo>
                  <a:pt x="26374" y="18871"/>
                </a:lnTo>
                <a:lnTo>
                  <a:pt x="26654" y="18999"/>
                </a:lnTo>
                <a:lnTo>
                  <a:pt x="26934" y="19254"/>
                </a:lnTo>
                <a:lnTo>
                  <a:pt x="27221" y="19254"/>
                </a:lnTo>
                <a:lnTo>
                  <a:pt x="27501" y="19381"/>
                </a:lnTo>
                <a:lnTo>
                  <a:pt x="27781" y="19509"/>
                </a:lnTo>
                <a:lnTo>
                  <a:pt x="28062" y="19769"/>
                </a:lnTo>
                <a:lnTo>
                  <a:pt x="28348" y="19897"/>
                </a:lnTo>
                <a:lnTo>
                  <a:pt x="28628" y="20024"/>
                </a:lnTo>
                <a:lnTo>
                  <a:pt x="28908" y="20152"/>
                </a:lnTo>
                <a:lnTo>
                  <a:pt x="29195" y="20412"/>
                </a:lnTo>
                <a:lnTo>
                  <a:pt x="29475" y="20540"/>
                </a:lnTo>
                <a:lnTo>
                  <a:pt x="29895" y="20667"/>
                </a:lnTo>
                <a:lnTo>
                  <a:pt x="30041" y="20795"/>
                </a:lnTo>
                <a:lnTo>
                  <a:pt x="30322" y="20922"/>
                </a:lnTo>
                <a:lnTo>
                  <a:pt x="30602" y="21177"/>
                </a:lnTo>
                <a:lnTo>
                  <a:pt x="30882" y="21310"/>
                </a:lnTo>
                <a:lnTo>
                  <a:pt x="31168" y="21438"/>
                </a:lnTo>
                <a:lnTo>
                  <a:pt x="31449" y="21565"/>
                </a:lnTo>
                <a:lnTo>
                  <a:pt x="31869" y="21565"/>
                </a:lnTo>
                <a:lnTo>
                  <a:pt x="32155" y="21693"/>
                </a:lnTo>
                <a:lnTo>
                  <a:pt x="32436" y="21948"/>
                </a:lnTo>
                <a:lnTo>
                  <a:pt x="32576" y="22080"/>
                </a:lnTo>
                <a:lnTo>
                  <a:pt x="32856" y="22208"/>
                </a:lnTo>
                <a:lnTo>
                  <a:pt x="33142" y="22335"/>
                </a:lnTo>
                <a:lnTo>
                  <a:pt x="33423" y="22463"/>
                </a:lnTo>
                <a:lnTo>
                  <a:pt x="33703" y="22591"/>
                </a:lnTo>
                <a:lnTo>
                  <a:pt x="34129" y="22718"/>
                </a:lnTo>
                <a:lnTo>
                  <a:pt x="34410" y="22851"/>
                </a:lnTo>
                <a:lnTo>
                  <a:pt x="34690" y="22978"/>
                </a:lnTo>
                <a:lnTo>
                  <a:pt x="34976" y="23106"/>
                </a:lnTo>
                <a:lnTo>
                  <a:pt x="35116" y="23233"/>
                </a:lnTo>
                <a:lnTo>
                  <a:pt x="35397" y="23361"/>
                </a:lnTo>
                <a:lnTo>
                  <a:pt x="35677" y="23616"/>
                </a:lnTo>
                <a:lnTo>
                  <a:pt x="36103" y="23749"/>
                </a:lnTo>
                <a:lnTo>
                  <a:pt x="36384" y="23876"/>
                </a:lnTo>
                <a:lnTo>
                  <a:pt x="36664" y="23876"/>
                </a:lnTo>
                <a:lnTo>
                  <a:pt x="36950" y="24004"/>
                </a:lnTo>
                <a:lnTo>
                  <a:pt x="37231" y="24131"/>
                </a:lnTo>
                <a:lnTo>
                  <a:pt x="37511" y="24259"/>
                </a:lnTo>
                <a:lnTo>
                  <a:pt x="37651" y="24386"/>
                </a:lnTo>
                <a:lnTo>
                  <a:pt x="38077" y="24519"/>
                </a:lnTo>
                <a:lnTo>
                  <a:pt x="38358" y="24647"/>
                </a:lnTo>
                <a:lnTo>
                  <a:pt x="38644" y="24647"/>
                </a:lnTo>
                <a:lnTo>
                  <a:pt x="38924" y="24774"/>
                </a:lnTo>
                <a:lnTo>
                  <a:pt x="39205" y="24902"/>
                </a:lnTo>
                <a:lnTo>
                  <a:pt x="39485" y="25029"/>
                </a:lnTo>
                <a:lnTo>
                  <a:pt x="39771" y="25157"/>
                </a:lnTo>
                <a:lnTo>
                  <a:pt x="40051" y="25290"/>
                </a:lnTo>
                <a:lnTo>
                  <a:pt x="40332" y="25417"/>
                </a:lnTo>
                <a:lnTo>
                  <a:pt x="40618" y="25545"/>
                </a:lnTo>
                <a:lnTo>
                  <a:pt x="40898" y="25672"/>
                </a:lnTo>
                <a:lnTo>
                  <a:pt x="41179" y="25800"/>
                </a:lnTo>
                <a:lnTo>
                  <a:pt x="41459" y="25927"/>
                </a:lnTo>
                <a:lnTo>
                  <a:pt x="41745" y="25927"/>
                </a:lnTo>
                <a:lnTo>
                  <a:pt x="42025" y="26060"/>
                </a:lnTo>
                <a:lnTo>
                  <a:pt x="42446" y="26187"/>
                </a:lnTo>
                <a:lnTo>
                  <a:pt x="42592" y="26187"/>
                </a:lnTo>
                <a:lnTo>
                  <a:pt x="42872" y="26315"/>
                </a:lnTo>
                <a:lnTo>
                  <a:pt x="43153" y="26442"/>
                </a:lnTo>
                <a:lnTo>
                  <a:pt x="43439" y="26442"/>
                </a:lnTo>
                <a:lnTo>
                  <a:pt x="43719" y="26570"/>
                </a:lnTo>
                <a:lnTo>
                  <a:pt x="43999" y="26697"/>
                </a:lnTo>
                <a:lnTo>
                  <a:pt x="44426" y="26825"/>
                </a:lnTo>
                <a:lnTo>
                  <a:pt x="44706" y="26958"/>
                </a:lnTo>
                <a:lnTo>
                  <a:pt x="44986" y="26958"/>
                </a:lnTo>
                <a:lnTo>
                  <a:pt x="45127" y="27085"/>
                </a:lnTo>
                <a:lnTo>
                  <a:pt x="45413" y="27213"/>
                </a:lnTo>
                <a:lnTo>
                  <a:pt x="45693" y="27340"/>
                </a:lnTo>
                <a:lnTo>
                  <a:pt x="45973" y="27340"/>
                </a:lnTo>
                <a:lnTo>
                  <a:pt x="46254" y="27468"/>
                </a:lnTo>
                <a:lnTo>
                  <a:pt x="46680" y="27595"/>
                </a:lnTo>
                <a:lnTo>
                  <a:pt x="46960" y="27728"/>
                </a:lnTo>
                <a:lnTo>
                  <a:pt x="47241" y="27728"/>
                </a:lnTo>
                <a:lnTo>
                  <a:pt x="47527" y="27856"/>
                </a:lnTo>
                <a:lnTo>
                  <a:pt x="47667" y="27983"/>
                </a:lnTo>
                <a:lnTo>
                  <a:pt x="47947" y="27983"/>
                </a:lnTo>
                <a:lnTo>
                  <a:pt x="48233" y="28111"/>
                </a:lnTo>
                <a:lnTo>
                  <a:pt x="48654" y="28238"/>
                </a:lnTo>
                <a:lnTo>
                  <a:pt x="48934" y="28366"/>
                </a:lnTo>
                <a:lnTo>
                  <a:pt x="49220" y="28366"/>
                </a:lnTo>
                <a:lnTo>
                  <a:pt x="49501" y="28499"/>
                </a:lnTo>
                <a:lnTo>
                  <a:pt x="49781" y="28499"/>
                </a:lnTo>
                <a:lnTo>
                  <a:pt x="50061" y="28499"/>
                </a:lnTo>
                <a:lnTo>
                  <a:pt x="50207" y="28626"/>
                </a:lnTo>
                <a:lnTo>
                  <a:pt x="50628" y="28626"/>
                </a:lnTo>
                <a:lnTo>
                  <a:pt x="50908" y="28754"/>
                </a:lnTo>
                <a:lnTo>
                  <a:pt x="51194" y="28881"/>
                </a:lnTo>
                <a:lnTo>
                  <a:pt x="51475" y="28881"/>
                </a:lnTo>
                <a:lnTo>
                  <a:pt x="51755" y="29009"/>
                </a:lnTo>
                <a:lnTo>
                  <a:pt x="52035" y="29009"/>
                </a:lnTo>
                <a:lnTo>
                  <a:pt x="52322" y="29136"/>
                </a:lnTo>
                <a:lnTo>
                  <a:pt x="52602" y="29136"/>
                </a:lnTo>
                <a:lnTo>
                  <a:pt x="52882" y="29264"/>
                </a:lnTo>
                <a:lnTo>
                  <a:pt x="53168" y="29396"/>
                </a:lnTo>
                <a:lnTo>
                  <a:pt x="53449" y="29396"/>
                </a:lnTo>
                <a:lnTo>
                  <a:pt x="53729" y="29524"/>
                </a:lnTo>
                <a:lnTo>
                  <a:pt x="54015" y="29524"/>
                </a:lnTo>
                <a:lnTo>
                  <a:pt x="54296" y="29652"/>
                </a:lnTo>
                <a:lnTo>
                  <a:pt x="54576" y="29652"/>
                </a:lnTo>
                <a:lnTo>
                  <a:pt x="55002" y="29779"/>
                </a:lnTo>
                <a:lnTo>
                  <a:pt x="55142" y="29779"/>
                </a:lnTo>
                <a:lnTo>
                  <a:pt x="55423" y="29907"/>
                </a:lnTo>
                <a:lnTo>
                  <a:pt x="55703" y="29907"/>
                </a:lnTo>
                <a:lnTo>
                  <a:pt x="55989" y="30034"/>
                </a:lnTo>
                <a:lnTo>
                  <a:pt x="56270" y="30034"/>
                </a:lnTo>
                <a:lnTo>
                  <a:pt x="56550" y="30034"/>
                </a:lnTo>
                <a:lnTo>
                  <a:pt x="56976" y="30167"/>
                </a:lnTo>
              </a:path>
            </a:pathLst>
          </a:custGeom>
          <a:ln w="786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432693" y="5947954"/>
            <a:ext cx="56696" cy="8856"/>
          </a:xfrm>
          <a:custGeom>
            <a:avLst/>
            <a:gdLst/>
            <a:ahLst/>
            <a:cxnLst/>
            <a:rect l="l" t="t" r="r" b="b"/>
            <a:pathLst>
              <a:path w="56696" h="8856">
                <a:moveTo>
                  <a:pt x="0" y="7448"/>
                </a:moveTo>
                <a:lnTo>
                  <a:pt x="280" y="7448"/>
                </a:lnTo>
                <a:lnTo>
                  <a:pt x="560" y="7576"/>
                </a:lnTo>
                <a:lnTo>
                  <a:pt x="700" y="7576"/>
                </a:lnTo>
                <a:lnTo>
                  <a:pt x="986" y="7703"/>
                </a:lnTo>
                <a:lnTo>
                  <a:pt x="1267" y="7703"/>
                </a:lnTo>
                <a:lnTo>
                  <a:pt x="1547" y="7703"/>
                </a:lnTo>
                <a:lnTo>
                  <a:pt x="1833" y="7831"/>
                </a:lnTo>
                <a:lnTo>
                  <a:pt x="2254" y="7831"/>
                </a:lnTo>
                <a:lnTo>
                  <a:pt x="2534" y="7958"/>
                </a:lnTo>
                <a:lnTo>
                  <a:pt x="2820" y="7958"/>
                </a:lnTo>
                <a:lnTo>
                  <a:pt x="3101" y="7958"/>
                </a:lnTo>
                <a:lnTo>
                  <a:pt x="3241" y="8086"/>
                </a:lnTo>
                <a:lnTo>
                  <a:pt x="3521" y="8086"/>
                </a:lnTo>
                <a:lnTo>
                  <a:pt x="3807" y="8086"/>
                </a:lnTo>
                <a:lnTo>
                  <a:pt x="4228" y="8086"/>
                </a:lnTo>
                <a:lnTo>
                  <a:pt x="4508" y="8086"/>
                </a:lnTo>
                <a:lnTo>
                  <a:pt x="4794" y="8086"/>
                </a:lnTo>
                <a:lnTo>
                  <a:pt x="5075" y="8219"/>
                </a:lnTo>
                <a:lnTo>
                  <a:pt x="5355" y="8219"/>
                </a:lnTo>
                <a:lnTo>
                  <a:pt x="5641" y="8219"/>
                </a:lnTo>
                <a:lnTo>
                  <a:pt x="5781" y="8219"/>
                </a:lnTo>
                <a:lnTo>
                  <a:pt x="6062" y="8346"/>
                </a:lnTo>
                <a:lnTo>
                  <a:pt x="6482" y="8346"/>
                </a:lnTo>
                <a:lnTo>
                  <a:pt x="6768" y="8346"/>
                </a:lnTo>
                <a:lnTo>
                  <a:pt x="7049" y="8346"/>
                </a:lnTo>
                <a:lnTo>
                  <a:pt x="7329" y="8474"/>
                </a:lnTo>
                <a:lnTo>
                  <a:pt x="7615" y="8474"/>
                </a:lnTo>
                <a:lnTo>
                  <a:pt x="7895" y="8474"/>
                </a:lnTo>
                <a:lnTo>
                  <a:pt x="8176" y="8474"/>
                </a:lnTo>
                <a:lnTo>
                  <a:pt x="8456" y="8601"/>
                </a:lnTo>
                <a:lnTo>
                  <a:pt x="8742" y="8601"/>
                </a:lnTo>
                <a:lnTo>
                  <a:pt x="9023" y="8601"/>
                </a:lnTo>
                <a:lnTo>
                  <a:pt x="9303" y="8601"/>
                </a:lnTo>
                <a:lnTo>
                  <a:pt x="9589" y="8601"/>
                </a:lnTo>
                <a:lnTo>
                  <a:pt x="9869" y="8729"/>
                </a:lnTo>
                <a:lnTo>
                  <a:pt x="10150" y="8729"/>
                </a:lnTo>
                <a:lnTo>
                  <a:pt x="10576" y="8729"/>
                </a:lnTo>
                <a:lnTo>
                  <a:pt x="10716" y="8729"/>
                </a:lnTo>
                <a:lnTo>
                  <a:pt x="10997" y="8729"/>
                </a:lnTo>
                <a:lnTo>
                  <a:pt x="11277" y="8729"/>
                </a:lnTo>
                <a:lnTo>
                  <a:pt x="11563" y="8729"/>
                </a:lnTo>
                <a:lnTo>
                  <a:pt x="11843" y="8856"/>
                </a:lnTo>
                <a:lnTo>
                  <a:pt x="12124" y="8856"/>
                </a:lnTo>
                <a:lnTo>
                  <a:pt x="12410" y="8856"/>
                </a:lnTo>
                <a:lnTo>
                  <a:pt x="12830" y="8856"/>
                </a:lnTo>
                <a:lnTo>
                  <a:pt x="13111" y="8856"/>
                </a:lnTo>
                <a:lnTo>
                  <a:pt x="13251" y="8856"/>
                </a:lnTo>
                <a:lnTo>
                  <a:pt x="13537" y="8856"/>
                </a:lnTo>
                <a:lnTo>
                  <a:pt x="13817" y="8856"/>
                </a:lnTo>
                <a:lnTo>
                  <a:pt x="14098" y="8856"/>
                </a:lnTo>
                <a:lnTo>
                  <a:pt x="14384" y="8856"/>
                </a:lnTo>
                <a:lnTo>
                  <a:pt x="14804" y="8856"/>
                </a:lnTo>
                <a:lnTo>
                  <a:pt x="15085" y="8856"/>
                </a:lnTo>
                <a:lnTo>
                  <a:pt x="15371" y="8856"/>
                </a:lnTo>
                <a:lnTo>
                  <a:pt x="15651" y="8856"/>
                </a:lnTo>
                <a:lnTo>
                  <a:pt x="15791" y="8856"/>
                </a:lnTo>
                <a:lnTo>
                  <a:pt x="16072" y="8856"/>
                </a:lnTo>
                <a:lnTo>
                  <a:pt x="16358" y="8856"/>
                </a:lnTo>
                <a:lnTo>
                  <a:pt x="16778" y="8856"/>
                </a:lnTo>
                <a:lnTo>
                  <a:pt x="17059" y="8856"/>
                </a:lnTo>
                <a:lnTo>
                  <a:pt x="17345" y="8856"/>
                </a:lnTo>
                <a:lnTo>
                  <a:pt x="17625" y="8856"/>
                </a:lnTo>
                <a:lnTo>
                  <a:pt x="17905" y="8856"/>
                </a:lnTo>
                <a:lnTo>
                  <a:pt x="18192" y="8856"/>
                </a:lnTo>
                <a:lnTo>
                  <a:pt x="18332" y="8856"/>
                </a:lnTo>
                <a:lnTo>
                  <a:pt x="18612" y="8856"/>
                </a:lnTo>
                <a:lnTo>
                  <a:pt x="19038" y="8856"/>
                </a:lnTo>
                <a:lnTo>
                  <a:pt x="19319" y="8856"/>
                </a:lnTo>
                <a:lnTo>
                  <a:pt x="19599" y="8856"/>
                </a:lnTo>
                <a:lnTo>
                  <a:pt x="19879" y="8856"/>
                </a:lnTo>
                <a:lnTo>
                  <a:pt x="20166" y="8856"/>
                </a:lnTo>
                <a:lnTo>
                  <a:pt x="20446" y="8856"/>
                </a:lnTo>
                <a:lnTo>
                  <a:pt x="20726" y="8729"/>
                </a:lnTo>
                <a:lnTo>
                  <a:pt x="21012" y="8729"/>
                </a:lnTo>
                <a:lnTo>
                  <a:pt x="21293" y="8729"/>
                </a:lnTo>
                <a:lnTo>
                  <a:pt x="21573" y="8729"/>
                </a:lnTo>
                <a:lnTo>
                  <a:pt x="21853" y="8729"/>
                </a:lnTo>
                <a:lnTo>
                  <a:pt x="22140" y="8729"/>
                </a:lnTo>
                <a:lnTo>
                  <a:pt x="22420" y="8729"/>
                </a:lnTo>
                <a:lnTo>
                  <a:pt x="22700" y="8601"/>
                </a:lnTo>
                <a:lnTo>
                  <a:pt x="23127" y="8601"/>
                </a:lnTo>
                <a:lnTo>
                  <a:pt x="23267" y="8601"/>
                </a:lnTo>
                <a:lnTo>
                  <a:pt x="23547" y="8601"/>
                </a:lnTo>
                <a:lnTo>
                  <a:pt x="23833" y="8601"/>
                </a:lnTo>
                <a:lnTo>
                  <a:pt x="24114" y="8474"/>
                </a:lnTo>
                <a:lnTo>
                  <a:pt x="24394" y="8474"/>
                </a:lnTo>
                <a:lnTo>
                  <a:pt x="24692" y="8474"/>
                </a:lnTo>
                <a:lnTo>
                  <a:pt x="24984" y="8474"/>
                </a:lnTo>
                <a:lnTo>
                  <a:pt x="25393" y="8346"/>
                </a:lnTo>
                <a:lnTo>
                  <a:pt x="25685" y="8346"/>
                </a:lnTo>
                <a:lnTo>
                  <a:pt x="26093" y="8346"/>
                </a:lnTo>
                <a:lnTo>
                  <a:pt x="26385" y="8219"/>
                </a:lnTo>
                <a:lnTo>
                  <a:pt x="26677" y="8219"/>
                </a:lnTo>
                <a:lnTo>
                  <a:pt x="26911" y="8219"/>
                </a:lnTo>
                <a:lnTo>
                  <a:pt x="27378" y="8219"/>
                </a:lnTo>
                <a:lnTo>
                  <a:pt x="27612" y="8086"/>
                </a:lnTo>
                <a:lnTo>
                  <a:pt x="27904" y="8086"/>
                </a:lnTo>
                <a:lnTo>
                  <a:pt x="28196" y="8086"/>
                </a:lnTo>
                <a:lnTo>
                  <a:pt x="28371" y="8086"/>
                </a:lnTo>
                <a:lnTo>
                  <a:pt x="28605" y="8086"/>
                </a:lnTo>
                <a:lnTo>
                  <a:pt x="28897" y="8086"/>
                </a:lnTo>
                <a:lnTo>
                  <a:pt x="29305" y="7958"/>
                </a:lnTo>
                <a:lnTo>
                  <a:pt x="29597" y="7958"/>
                </a:lnTo>
                <a:lnTo>
                  <a:pt x="29889" y="7958"/>
                </a:lnTo>
                <a:lnTo>
                  <a:pt x="30182" y="7831"/>
                </a:lnTo>
                <a:lnTo>
                  <a:pt x="30474" y="7831"/>
                </a:lnTo>
                <a:lnTo>
                  <a:pt x="30766" y="7831"/>
                </a:lnTo>
                <a:lnTo>
                  <a:pt x="30882" y="7703"/>
                </a:lnTo>
                <a:lnTo>
                  <a:pt x="31174" y="7703"/>
                </a:lnTo>
                <a:lnTo>
                  <a:pt x="31583" y="7576"/>
                </a:lnTo>
                <a:lnTo>
                  <a:pt x="31875" y="7576"/>
                </a:lnTo>
                <a:lnTo>
                  <a:pt x="32167" y="7576"/>
                </a:lnTo>
                <a:lnTo>
                  <a:pt x="32459" y="7448"/>
                </a:lnTo>
                <a:lnTo>
                  <a:pt x="32693" y="7448"/>
                </a:lnTo>
                <a:lnTo>
                  <a:pt x="32985" y="7316"/>
                </a:lnTo>
                <a:lnTo>
                  <a:pt x="33277" y="7316"/>
                </a:lnTo>
                <a:lnTo>
                  <a:pt x="33569" y="7188"/>
                </a:lnTo>
                <a:lnTo>
                  <a:pt x="33861" y="7188"/>
                </a:lnTo>
                <a:lnTo>
                  <a:pt x="34153" y="7188"/>
                </a:lnTo>
                <a:lnTo>
                  <a:pt x="34386" y="7061"/>
                </a:lnTo>
                <a:lnTo>
                  <a:pt x="34678" y="7061"/>
                </a:lnTo>
                <a:lnTo>
                  <a:pt x="34970" y="6933"/>
                </a:lnTo>
                <a:lnTo>
                  <a:pt x="35262" y="6933"/>
                </a:lnTo>
                <a:lnTo>
                  <a:pt x="35671" y="6805"/>
                </a:lnTo>
                <a:lnTo>
                  <a:pt x="35963" y="6805"/>
                </a:lnTo>
                <a:lnTo>
                  <a:pt x="36080" y="6678"/>
                </a:lnTo>
                <a:lnTo>
                  <a:pt x="36372" y="6678"/>
                </a:lnTo>
                <a:lnTo>
                  <a:pt x="36664" y="6545"/>
                </a:lnTo>
                <a:lnTo>
                  <a:pt x="36956" y="6418"/>
                </a:lnTo>
                <a:lnTo>
                  <a:pt x="37248" y="6418"/>
                </a:lnTo>
                <a:lnTo>
                  <a:pt x="37482" y="6290"/>
                </a:lnTo>
                <a:lnTo>
                  <a:pt x="37949" y="6290"/>
                </a:lnTo>
                <a:lnTo>
                  <a:pt x="38241" y="6163"/>
                </a:lnTo>
                <a:lnTo>
                  <a:pt x="38650" y="6035"/>
                </a:lnTo>
                <a:lnTo>
                  <a:pt x="38942" y="6035"/>
                </a:lnTo>
                <a:lnTo>
                  <a:pt x="39175" y="5908"/>
                </a:lnTo>
                <a:lnTo>
                  <a:pt x="39467" y="5780"/>
                </a:lnTo>
                <a:lnTo>
                  <a:pt x="39935" y="5780"/>
                </a:lnTo>
                <a:lnTo>
                  <a:pt x="40168" y="5780"/>
                </a:lnTo>
                <a:lnTo>
                  <a:pt x="40460" y="5647"/>
                </a:lnTo>
                <a:lnTo>
                  <a:pt x="40752" y="5647"/>
                </a:lnTo>
                <a:lnTo>
                  <a:pt x="40869" y="5520"/>
                </a:lnTo>
                <a:lnTo>
                  <a:pt x="41161" y="5520"/>
                </a:lnTo>
                <a:lnTo>
                  <a:pt x="41453" y="5392"/>
                </a:lnTo>
                <a:lnTo>
                  <a:pt x="41862" y="5265"/>
                </a:lnTo>
                <a:lnTo>
                  <a:pt x="42154" y="5265"/>
                </a:lnTo>
                <a:lnTo>
                  <a:pt x="42446" y="5137"/>
                </a:lnTo>
                <a:lnTo>
                  <a:pt x="42738" y="5010"/>
                </a:lnTo>
                <a:lnTo>
                  <a:pt x="43030" y="5010"/>
                </a:lnTo>
                <a:lnTo>
                  <a:pt x="43263" y="4877"/>
                </a:lnTo>
                <a:lnTo>
                  <a:pt x="43439" y="4749"/>
                </a:lnTo>
                <a:lnTo>
                  <a:pt x="43731" y="4749"/>
                </a:lnTo>
                <a:lnTo>
                  <a:pt x="44140" y="4622"/>
                </a:lnTo>
                <a:lnTo>
                  <a:pt x="44432" y="4494"/>
                </a:lnTo>
                <a:lnTo>
                  <a:pt x="44724" y="4367"/>
                </a:lnTo>
                <a:lnTo>
                  <a:pt x="44957" y="4367"/>
                </a:lnTo>
                <a:lnTo>
                  <a:pt x="45249" y="4239"/>
                </a:lnTo>
                <a:lnTo>
                  <a:pt x="45541" y="4106"/>
                </a:lnTo>
                <a:lnTo>
                  <a:pt x="45833" y="3979"/>
                </a:lnTo>
                <a:lnTo>
                  <a:pt x="46125" y="3979"/>
                </a:lnTo>
                <a:lnTo>
                  <a:pt x="46417" y="3851"/>
                </a:lnTo>
                <a:lnTo>
                  <a:pt x="46651" y="3724"/>
                </a:lnTo>
                <a:lnTo>
                  <a:pt x="46943" y="3596"/>
                </a:lnTo>
                <a:lnTo>
                  <a:pt x="47235" y="3596"/>
                </a:lnTo>
                <a:lnTo>
                  <a:pt x="47527" y="3469"/>
                </a:lnTo>
                <a:lnTo>
                  <a:pt x="47819" y="3469"/>
                </a:lnTo>
                <a:lnTo>
                  <a:pt x="48228" y="3341"/>
                </a:lnTo>
                <a:lnTo>
                  <a:pt x="48520" y="3209"/>
                </a:lnTo>
                <a:lnTo>
                  <a:pt x="48636" y="3081"/>
                </a:lnTo>
                <a:lnTo>
                  <a:pt x="48928" y="3081"/>
                </a:lnTo>
                <a:lnTo>
                  <a:pt x="49220" y="2954"/>
                </a:lnTo>
                <a:lnTo>
                  <a:pt x="49512" y="2826"/>
                </a:lnTo>
                <a:lnTo>
                  <a:pt x="49804" y="2699"/>
                </a:lnTo>
                <a:lnTo>
                  <a:pt x="50038" y="2571"/>
                </a:lnTo>
                <a:lnTo>
                  <a:pt x="50505" y="2438"/>
                </a:lnTo>
                <a:lnTo>
                  <a:pt x="50739" y="2438"/>
                </a:lnTo>
                <a:lnTo>
                  <a:pt x="51031" y="2311"/>
                </a:lnTo>
                <a:lnTo>
                  <a:pt x="51206" y="2183"/>
                </a:lnTo>
                <a:lnTo>
                  <a:pt x="51498" y="2056"/>
                </a:lnTo>
                <a:lnTo>
                  <a:pt x="51732" y="1928"/>
                </a:lnTo>
                <a:lnTo>
                  <a:pt x="52024" y="1801"/>
                </a:lnTo>
                <a:lnTo>
                  <a:pt x="52433" y="1668"/>
                </a:lnTo>
                <a:lnTo>
                  <a:pt x="52725" y="1540"/>
                </a:lnTo>
                <a:lnTo>
                  <a:pt x="53017" y="1413"/>
                </a:lnTo>
                <a:lnTo>
                  <a:pt x="53309" y="1285"/>
                </a:lnTo>
                <a:lnTo>
                  <a:pt x="53601" y="1158"/>
                </a:lnTo>
                <a:lnTo>
                  <a:pt x="54009" y="1158"/>
                </a:lnTo>
                <a:lnTo>
                  <a:pt x="54418" y="1030"/>
                </a:lnTo>
                <a:lnTo>
                  <a:pt x="54710" y="897"/>
                </a:lnTo>
                <a:lnTo>
                  <a:pt x="55002" y="770"/>
                </a:lnTo>
                <a:lnTo>
                  <a:pt x="55294" y="642"/>
                </a:lnTo>
                <a:lnTo>
                  <a:pt x="55586" y="515"/>
                </a:lnTo>
                <a:lnTo>
                  <a:pt x="55820" y="387"/>
                </a:lnTo>
                <a:lnTo>
                  <a:pt x="55995" y="260"/>
                </a:lnTo>
                <a:lnTo>
                  <a:pt x="56287" y="132"/>
                </a:lnTo>
                <a:lnTo>
                  <a:pt x="56696" y="0"/>
                </a:lnTo>
              </a:path>
            </a:pathLst>
          </a:custGeom>
          <a:ln w="771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489390" y="5908808"/>
            <a:ext cx="56824" cy="39146"/>
          </a:xfrm>
          <a:custGeom>
            <a:avLst/>
            <a:gdLst/>
            <a:ahLst/>
            <a:cxnLst/>
            <a:rect l="l" t="t" r="r" b="b"/>
            <a:pathLst>
              <a:path w="56824" h="39146">
                <a:moveTo>
                  <a:pt x="0" y="39146"/>
                </a:moveTo>
                <a:lnTo>
                  <a:pt x="292" y="39018"/>
                </a:lnTo>
                <a:lnTo>
                  <a:pt x="584" y="38891"/>
                </a:lnTo>
                <a:lnTo>
                  <a:pt x="817" y="38763"/>
                </a:lnTo>
                <a:lnTo>
                  <a:pt x="1109" y="38636"/>
                </a:lnTo>
                <a:lnTo>
                  <a:pt x="1401" y="38508"/>
                </a:lnTo>
                <a:lnTo>
                  <a:pt x="1693" y="38248"/>
                </a:lnTo>
                <a:lnTo>
                  <a:pt x="1985" y="38120"/>
                </a:lnTo>
                <a:lnTo>
                  <a:pt x="2277" y="37993"/>
                </a:lnTo>
                <a:lnTo>
                  <a:pt x="2511" y="37993"/>
                </a:lnTo>
                <a:lnTo>
                  <a:pt x="2803" y="37865"/>
                </a:lnTo>
                <a:lnTo>
                  <a:pt x="3095" y="37738"/>
                </a:lnTo>
                <a:lnTo>
                  <a:pt x="3387" y="37605"/>
                </a:lnTo>
                <a:lnTo>
                  <a:pt x="3679" y="37478"/>
                </a:lnTo>
                <a:lnTo>
                  <a:pt x="4088" y="37350"/>
                </a:lnTo>
                <a:lnTo>
                  <a:pt x="4380" y="37223"/>
                </a:lnTo>
                <a:lnTo>
                  <a:pt x="4496" y="37095"/>
                </a:lnTo>
                <a:lnTo>
                  <a:pt x="4788" y="36968"/>
                </a:lnTo>
                <a:lnTo>
                  <a:pt x="5080" y="36707"/>
                </a:lnTo>
                <a:lnTo>
                  <a:pt x="5372" y="36580"/>
                </a:lnTo>
                <a:lnTo>
                  <a:pt x="5606" y="36452"/>
                </a:lnTo>
                <a:lnTo>
                  <a:pt x="5898" y="36325"/>
                </a:lnTo>
                <a:lnTo>
                  <a:pt x="6365" y="36197"/>
                </a:lnTo>
                <a:lnTo>
                  <a:pt x="6599" y="36070"/>
                </a:lnTo>
                <a:lnTo>
                  <a:pt x="6891" y="35809"/>
                </a:lnTo>
                <a:lnTo>
                  <a:pt x="7066" y="35682"/>
                </a:lnTo>
                <a:lnTo>
                  <a:pt x="7300" y="35682"/>
                </a:lnTo>
                <a:lnTo>
                  <a:pt x="7592" y="35554"/>
                </a:lnTo>
                <a:lnTo>
                  <a:pt x="7884" y="35427"/>
                </a:lnTo>
                <a:lnTo>
                  <a:pt x="8293" y="35299"/>
                </a:lnTo>
                <a:lnTo>
                  <a:pt x="8585" y="35039"/>
                </a:lnTo>
                <a:lnTo>
                  <a:pt x="8877" y="34911"/>
                </a:lnTo>
                <a:lnTo>
                  <a:pt x="9169" y="34784"/>
                </a:lnTo>
                <a:lnTo>
                  <a:pt x="9461" y="34656"/>
                </a:lnTo>
                <a:lnTo>
                  <a:pt x="9577" y="34396"/>
                </a:lnTo>
                <a:lnTo>
                  <a:pt x="9869" y="34269"/>
                </a:lnTo>
                <a:lnTo>
                  <a:pt x="10278" y="34141"/>
                </a:lnTo>
                <a:lnTo>
                  <a:pt x="10570" y="34014"/>
                </a:lnTo>
                <a:lnTo>
                  <a:pt x="10862" y="33758"/>
                </a:lnTo>
                <a:lnTo>
                  <a:pt x="11154" y="33631"/>
                </a:lnTo>
                <a:lnTo>
                  <a:pt x="11388" y="33498"/>
                </a:lnTo>
                <a:lnTo>
                  <a:pt x="11680" y="33371"/>
                </a:lnTo>
                <a:lnTo>
                  <a:pt x="11972" y="33243"/>
                </a:lnTo>
                <a:lnTo>
                  <a:pt x="12147" y="33116"/>
                </a:lnTo>
                <a:lnTo>
                  <a:pt x="12556" y="32988"/>
                </a:lnTo>
                <a:lnTo>
                  <a:pt x="12848" y="32728"/>
                </a:lnTo>
                <a:lnTo>
                  <a:pt x="13081" y="32600"/>
                </a:lnTo>
                <a:lnTo>
                  <a:pt x="13373" y="32473"/>
                </a:lnTo>
                <a:lnTo>
                  <a:pt x="13666" y="32345"/>
                </a:lnTo>
                <a:lnTo>
                  <a:pt x="13958" y="32090"/>
                </a:lnTo>
                <a:lnTo>
                  <a:pt x="14250" y="31957"/>
                </a:lnTo>
                <a:lnTo>
                  <a:pt x="14542" y="31830"/>
                </a:lnTo>
                <a:lnTo>
                  <a:pt x="14775" y="31575"/>
                </a:lnTo>
                <a:lnTo>
                  <a:pt x="15067" y="31447"/>
                </a:lnTo>
                <a:lnTo>
                  <a:pt x="15359" y="31187"/>
                </a:lnTo>
                <a:lnTo>
                  <a:pt x="15651" y="31059"/>
                </a:lnTo>
                <a:lnTo>
                  <a:pt x="15943" y="30932"/>
                </a:lnTo>
                <a:lnTo>
                  <a:pt x="16235" y="30804"/>
                </a:lnTo>
                <a:lnTo>
                  <a:pt x="16644" y="30677"/>
                </a:lnTo>
                <a:lnTo>
                  <a:pt x="16936" y="30549"/>
                </a:lnTo>
                <a:lnTo>
                  <a:pt x="17053" y="30289"/>
                </a:lnTo>
                <a:lnTo>
                  <a:pt x="17345" y="30162"/>
                </a:lnTo>
                <a:lnTo>
                  <a:pt x="17637" y="29907"/>
                </a:lnTo>
                <a:lnTo>
                  <a:pt x="17929" y="29779"/>
                </a:lnTo>
                <a:lnTo>
                  <a:pt x="18162" y="29652"/>
                </a:lnTo>
                <a:lnTo>
                  <a:pt x="18454" y="29391"/>
                </a:lnTo>
                <a:lnTo>
                  <a:pt x="18863" y="29264"/>
                </a:lnTo>
                <a:lnTo>
                  <a:pt x="19155" y="29009"/>
                </a:lnTo>
                <a:lnTo>
                  <a:pt x="19447" y="28881"/>
                </a:lnTo>
                <a:lnTo>
                  <a:pt x="19622" y="28621"/>
                </a:lnTo>
                <a:lnTo>
                  <a:pt x="19856" y="28621"/>
                </a:lnTo>
                <a:lnTo>
                  <a:pt x="20148" y="28366"/>
                </a:lnTo>
                <a:lnTo>
                  <a:pt x="20440" y="28238"/>
                </a:lnTo>
                <a:lnTo>
                  <a:pt x="20849" y="28111"/>
                </a:lnTo>
                <a:lnTo>
                  <a:pt x="21141" y="27850"/>
                </a:lnTo>
                <a:lnTo>
                  <a:pt x="21433" y="27723"/>
                </a:lnTo>
                <a:lnTo>
                  <a:pt x="21725" y="27468"/>
                </a:lnTo>
                <a:lnTo>
                  <a:pt x="22017" y="27340"/>
                </a:lnTo>
                <a:lnTo>
                  <a:pt x="22134" y="27080"/>
                </a:lnTo>
                <a:lnTo>
                  <a:pt x="22426" y="26953"/>
                </a:lnTo>
                <a:lnTo>
                  <a:pt x="22835" y="26697"/>
                </a:lnTo>
                <a:lnTo>
                  <a:pt x="23127" y="26570"/>
                </a:lnTo>
                <a:lnTo>
                  <a:pt x="23419" y="26310"/>
                </a:lnTo>
                <a:lnTo>
                  <a:pt x="23711" y="26182"/>
                </a:lnTo>
                <a:lnTo>
                  <a:pt x="23944" y="26055"/>
                </a:lnTo>
                <a:lnTo>
                  <a:pt x="24236" y="25800"/>
                </a:lnTo>
                <a:lnTo>
                  <a:pt x="24528" y="25672"/>
                </a:lnTo>
                <a:lnTo>
                  <a:pt x="24645" y="25412"/>
                </a:lnTo>
                <a:lnTo>
                  <a:pt x="25112" y="25284"/>
                </a:lnTo>
                <a:lnTo>
                  <a:pt x="25404" y="25029"/>
                </a:lnTo>
                <a:lnTo>
                  <a:pt x="25638" y="24902"/>
                </a:lnTo>
                <a:lnTo>
                  <a:pt x="25930" y="24641"/>
                </a:lnTo>
                <a:lnTo>
                  <a:pt x="26222" y="24386"/>
                </a:lnTo>
                <a:lnTo>
                  <a:pt x="26514" y="24259"/>
                </a:lnTo>
                <a:lnTo>
                  <a:pt x="26806" y="24004"/>
                </a:lnTo>
                <a:lnTo>
                  <a:pt x="27098" y="24004"/>
                </a:lnTo>
                <a:lnTo>
                  <a:pt x="27332" y="23743"/>
                </a:lnTo>
                <a:lnTo>
                  <a:pt x="27624" y="23488"/>
                </a:lnTo>
                <a:lnTo>
                  <a:pt x="27916" y="23361"/>
                </a:lnTo>
                <a:lnTo>
                  <a:pt x="28208" y="23101"/>
                </a:lnTo>
                <a:lnTo>
                  <a:pt x="28500" y="22846"/>
                </a:lnTo>
                <a:lnTo>
                  <a:pt x="28733" y="22718"/>
                </a:lnTo>
                <a:lnTo>
                  <a:pt x="29200" y="22463"/>
                </a:lnTo>
                <a:lnTo>
                  <a:pt x="29492" y="22335"/>
                </a:lnTo>
                <a:lnTo>
                  <a:pt x="29609" y="22075"/>
                </a:lnTo>
                <a:lnTo>
                  <a:pt x="29901" y="21820"/>
                </a:lnTo>
                <a:lnTo>
                  <a:pt x="30193" y="21693"/>
                </a:lnTo>
                <a:lnTo>
                  <a:pt x="30427" y="21565"/>
                </a:lnTo>
                <a:lnTo>
                  <a:pt x="30719" y="21305"/>
                </a:lnTo>
                <a:lnTo>
                  <a:pt x="31011" y="21177"/>
                </a:lnTo>
                <a:lnTo>
                  <a:pt x="31420" y="20922"/>
                </a:lnTo>
                <a:lnTo>
                  <a:pt x="31712" y="20662"/>
                </a:lnTo>
                <a:lnTo>
                  <a:pt x="32004" y="20407"/>
                </a:lnTo>
                <a:lnTo>
                  <a:pt x="32120" y="20279"/>
                </a:lnTo>
                <a:lnTo>
                  <a:pt x="32412" y="20024"/>
                </a:lnTo>
                <a:lnTo>
                  <a:pt x="32704" y="19764"/>
                </a:lnTo>
                <a:lnTo>
                  <a:pt x="32996" y="19636"/>
                </a:lnTo>
                <a:lnTo>
                  <a:pt x="33405" y="19381"/>
                </a:lnTo>
                <a:lnTo>
                  <a:pt x="33697" y="19254"/>
                </a:lnTo>
                <a:lnTo>
                  <a:pt x="33989" y="18994"/>
                </a:lnTo>
                <a:lnTo>
                  <a:pt x="34281" y="18866"/>
                </a:lnTo>
                <a:lnTo>
                  <a:pt x="34515" y="18611"/>
                </a:lnTo>
                <a:lnTo>
                  <a:pt x="34690" y="18356"/>
                </a:lnTo>
                <a:lnTo>
                  <a:pt x="34982" y="18096"/>
                </a:lnTo>
                <a:lnTo>
                  <a:pt x="35274" y="17968"/>
                </a:lnTo>
                <a:lnTo>
                  <a:pt x="35683" y="17713"/>
                </a:lnTo>
                <a:lnTo>
                  <a:pt x="35975" y="17458"/>
                </a:lnTo>
                <a:lnTo>
                  <a:pt x="36209" y="17198"/>
                </a:lnTo>
                <a:lnTo>
                  <a:pt x="36501" y="17070"/>
                </a:lnTo>
                <a:lnTo>
                  <a:pt x="36793" y="16943"/>
                </a:lnTo>
                <a:lnTo>
                  <a:pt x="37085" y="16688"/>
                </a:lnTo>
                <a:lnTo>
                  <a:pt x="37201" y="16427"/>
                </a:lnTo>
                <a:lnTo>
                  <a:pt x="37669" y="16172"/>
                </a:lnTo>
                <a:lnTo>
                  <a:pt x="37902" y="15917"/>
                </a:lnTo>
                <a:lnTo>
                  <a:pt x="38194" y="15785"/>
                </a:lnTo>
                <a:lnTo>
                  <a:pt x="38486" y="15529"/>
                </a:lnTo>
                <a:lnTo>
                  <a:pt x="38778" y="15274"/>
                </a:lnTo>
                <a:lnTo>
                  <a:pt x="39070" y="15014"/>
                </a:lnTo>
                <a:lnTo>
                  <a:pt x="39362" y="14759"/>
                </a:lnTo>
                <a:lnTo>
                  <a:pt x="39596" y="14632"/>
                </a:lnTo>
                <a:lnTo>
                  <a:pt x="39888" y="14377"/>
                </a:lnTo>
                <a:lnTo>
                  <a:pt x="40180" y="14249"/>
                </a:lnTo>
                <a:lnTo>
                  <a:pt x="40472" y="13989"/>
                </a:lnTo>
                <a:lnTo>
                  <a:pt x="40764" y="13734"/>
                </a:lnTo>
                <a:lnTo>
                  <a:pt x="41056" y="13479"/>
                </a:lnTo>
                <a:lnTo>
                  <a:pt x="41290" y="13218"/>
                </a:lnTo>
                <a:lnTo>
                  <a:pt x="41582" y="12963"/>
                </a:lnTo>
                <a:lnTo>
                  <a:pt x="41990" y="12708"/>
                </a:lnTo>
                <a:lnTo>
                  <a:pt x="42166" y="12448"/>
                </a:lnTo>
                <a:lnTo>
                  <a:pt x="42458" y="12320"/>
                </a:lnTo>
                <a:lnTo>
                  <a:pt x="42750" y="12193"/>
                </a:lnTo>
                <a:lnTo>
                  <a:pt x="42983" y="11938"/>
                </a:lnTo>
                <a:lnTo>
                  <a:pt x="43275" y="11678"/>
                </a:lnTo>
                <a:lnTo>
                  <a:pt x="43567" y="11423"/>
                </a:lnTo>
                <a:lnTo>
                  <a:pt x="43976" y="11167"/>
                </a:lnTo>
                <a:lnTo>
                  <a:pt x="44268" y="10907"/>
                </a:lnTo>
                <a:lnTo>
                  <a:pt x="44560" y="10652"/>
                </a:lnTo>
                <a:lnTo>
                  <a:pt x="44677" y="10397"/>
                </a:lnTo>
                <a:lnTo>
                  <a:pt x="44969" y="10137"/>
                </a:lnTo>
                <a:lnTo>
                  <a:pt x="45261" y="10009"/>
                </a:lnTo>
                <a:lnTo>
                  <a:pt x="45553" y="9754"/>
                </a:lnTo>
                <a:lnTo>
                  <a:pt x="45962" y="9499"/>
                </a:lnTo>
                <a:lnTo>
                  <a:pt x="46254" y="9239"/>
                </a:lnTo>
                <a:lnTo>
                  <a:pt x="46546" y="8984"/>
                </a:lnTo>
                <a:lnTo>
                  <a:pt x="46838" y="8729"/>
                </a:lnTo>
                <a:lnTo>
                  <a:pt x="47071" y="8468"/>
                </a:lnTo>
                <a:lnTo>
                  <a:pt x="47246" y="8213"/>
                </a:lnTo>
                <a:lnTo>
                  <a:pt x="47538" y="7958"/>
                </a:lnTo>
                <a:lnTo>
                  <a:pt x="47772" y="7698"/>
                </a:lnTo>
                <a:lnTo>
                  <a:pt x="48239" y="7571"/>
                </a:lnTo>
                <a:lnTo>
                  <a:pt x="48531" y="7316"/>
                </a:lnTo>
                <a:lnTo>
                  <a:pt x="48765" y="7061"/>
                </a:lnTo>
                <a:lnTo>
                  <a:pt x="49057" y="6800"/>
                </a:lnTo>
                <a:lnTo>
                  <a:pt x="49349" y="6545"/>
                </a:lnTo>
                <a:lnTo>
                  <a:pt x="49641" y="6290"/>
                </a:lnTo>
                <a:lnTo>
                  <a:pt x="49758" y="6030"/>
                </a:lnTo>
                <a:lnTo>
                  <a:pt x="50225" y="5775"/>
                </a:lnTo>
                <a:lnTo>
                  <a:pt x="50459" y="5520"/>
                </a:lnTo>
                <a:lnTo>
                  <a:pt x="50751" y="5392"/>
                </a:lnTo>
                <a:lnTo>
                  <a:pt x="51043" y="5132"/>
                </a:lnTo>
                <a:lnTo>
                  <a:pt x="51335" y="4877"/>
                </a:lnTo>
                <a:lnTo>
                  <a:pt x="51627" y="4622"/>
                </a:lnTo>
                <a:lnTo>
                  <a:pt x="51860" y="4361"/>
                </a:lnTo>
                <a:lnTo>
                  <a:pt x="52152" y="4106"/>
                </a:lnTo>
                <a:lnTo>
                  <a:pt x="52444" y="3851"/>
                </a:lnTo>
                <a:lnTo>
                  <a:pt x="52736" y="3464"/>
                </a:lnTo>
                <a:lnTo>
                  <a:pt x="53028" y="3209"/>
                </a:lnTo>
                <a:lnTo>
                  <a:pt x="53320" y="3081"/>
                </a:lnTo>
                <a:lnTo>
                  <a:pt x="53554" y="2821"/>
                </a:lnTo>
                <a:lnTo>
                  <a:pt x="53846" y="2566"/>
                </a:lnTo>
                <a:lnTo>
                  <a:pt x="54138" y="2311"/>
                </a:lnTo>
                <a:lnTo>
                  <a:pt x="54547" y="2050"/>
                </a:lnTo>
                <a:lnTo>
                  <a:pt x="54722" y="1795"/>
                </a:lnTo>
                <a:lnTo>
                  <a:pt x="55014" y="1540"/>
                </a:lnTo>
                <a:lnTo>
                  <a:pt x="55248" y="1152"/>
                </a:lnTo>
                <a:lnTo>
                  <a:pt x="55540" y="897"/>
                </a:lnTo>
                <a:lnTo>
                  <a:pt x="55832" y="770"/>
                </a:lnTo>
                <a:lnTo>
                  <a:pt x="56124" y="515"/>
                </a:lnTo>
                <a:lnTo>
                  <a:pt x="56532" y="255"/>
                </a:lnTo>
                <a:lnTo>
                  <a:pt x="56824" y="0"/>
                </a:lnTo>
              </a:path>
            </a:pathLst>
          </a:custGeom>
          <a:ln w="794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546214" y="5846279"/>
            <a:ext cx="56708" cy="62529"/>
          </a:xfrm>
          <a:custGeom>
            <a:avLst/>
            <a:gdLst/>
            <a:ahLst/>
            <a:cxnLst/>
            <a:rect l="l" t="t" r="r" b="b"/>
            <a:pathLst>
              <a:path w="56708" h="62529">
                <a:moveTo>
                  <a:pt x="0" y="62529"/>
                </a:moveTo>
                <a:lnTo>
                  <a:pt x="292" y="62141"/>
                </a:lnTo>
                <a:lnTo>
                  <a:pt x="408" y="61886"/>
                </a:lnTo>
                <a:lnTo>
                  <a:pt x="700" y="61631"/>
                </a:lnTo>
                <a:lnTo>
                  <a:pt x="992" y="61370"/>
                </a:lnTo>
                <a:lnTo>
                  <a:pt x="1284" y="61115"/>
                </a:lnTo>
                <a:lnTo>
                  <a:pt x="1693" y="60988"/>
                </a:lnTo>
                <a:lnTo>
                  <a:pt x="1985" y="60600"/>
                </a:lnTo>
                <a:lnTo>
                  <a:pt x="2277" y="60345"/>
                </a:lnTo>
                <a:lnTo>
                  <a:pt x="2511" y="60090"/>
                </a:lnTo>
                <a:lnTo>
                  <a:pt x="2803" y="59835"/>
                </a:lnTo>
                <a:lnTo>
                  <a:pt x="2978" y="59575"/>
                </a:lnTo>
                <a:lnTo>
                  <a:pt x="3270" y="59192"/>
                </a:lnTo>
                <a:lnTo>
                  <a:pt x="3504" y="58932"/>
                </a:lnTo>
                <a:lnTo>
                  <a:pt x="3971" y="58677"/>
                </a:lnTo>
                <a:lnTo>
                  <a:pt x="4204" y="58549"/>
                </a:lnTo>
                <a:lnTo>
                  <a:pt x="4496" y="58161"/>
                </a:lnTo>
                <a:lnTo>
                  <a:pt x="4788" y="57906"/>
                </a:lnTo>
                <a:lnTo>
                  <a:pt x="5080" y="57651"/>
                </a:lnTo>
                <a:lnTo>
                  <a:pt x="5372" y="57396"/>
                </a:lnTo>
                <a:lnTo>
                  <a:pt x="5489" y="57008"/>
                </a:lnTo>
                <a:lnTo>
                  <a:pt x="5898" y="56753"/>
                </a:lnTo>
                <a:lnTo>
                  <a:pt x="6190" y="56493"/>
                </a:lnTo>
                <a:lnTo>
                  <a:pt x="6482" y="56238"/>
                </a:lnTo>
                <a:lnTo>
                  <a:pt x="6774" y="55983"/>
                </a:lnTo>
                <a:lnTo>
                  <a:pt x="7066" y="55723"/>
                </a:lnTo>
                <a:lnTo>
                  <a:pt x="7358" y="55468"/>
                </a:lnTo>
                <a:lnTo>
                  <a:pt x="7592" y="55085"/>
                </a:lnTo>
                <a:lnTo>
                  <a:pt x="7884" y="54825"/>
                </a:lnTo>
                <a:lnTo>
                  <a:pt x="8176" y="54570"/>
                </a:lnTo>
                <a:lnTo>
                  <a:pt x="8468" y="54315"/>
                </a:lnTo>
                <a:lnTo>
                  <a:pt x="8760" y="53927"/>
                </a:lnTo>
                <a:lnTo>
                  <a:pt x="9052" y="53799"/>
                </a:lnTo>
                <a:lnTo>
                  <a:pt x="9285" y="53544"/>
                </a:lnTo>
                <a:lnTo>
                  <a:pt x="9577" y="53156"/>
                </a:lnTo>
                <a:lnTo>
                  <a:pt x="9869" y="52901"/>
                </a:lnTo>
                <a:lnTo>
                  <a:pt x="10278" y="52646"/>
                </a:lnTo>
                <a:lnTo>
                  <a:pt x="10453" y="52258"/>
                </a:lnTo>
                <a:lnTo>
                  <a:pt x="10745" y="52003"/>
                </a:lnTo>
                <a:lnTo>
                  <a:pt x="10979" y="51748"/>
                </a:lnTo>
                <a:lnTo>
                  <a:pt x="11271" y="51488"/>
                </a:lnTo>
                <a:lnTo>
                  <a:pt x="11563" y="51233"/>
                </a:lnTo>
                <a:lnTo>
                  <a:pt x="11855" y="50978"/>
                </a:lnTo>
                <a:lnTo>
                  <a:pt x="12264" y="50590"/>
                </a:lnTo>
                <a:lnTo>
                  <a:pt x="12556" y="50335"/>
                </a:lnTo>
                <a:lnTo>
                  <a:pt x="12848" y="50075"/>
                </a:lnTo>
                <a:lnTo>
                  <a:pt x="12965" y="49692"/>
                </a:lnTo>
                <a:lnTo>
                  <a:pt x="13257" y="49437"/>
                </a:lnTo>
                <a:lnTo>
                  <a:pt x="13549" y="49177"/>
                </a:lnTo>
                <a:lnTo>
                  <a:pt x="13841" y="48922"/>
                </a:lnTo>
                <a:lnTo>
                  <a:pt x="14250" y="48667"/>
                </a:lnTo>
                <a:lnTo>
                  <a:pt x="14542" y="48279"/>
                </a:lnTo>
                <a:lnTo>
                  <a:pt x="14834" y="48024"/>
                </a:lnTo>
                <a:lnTo>
                  <a:pt x="15067" y="47636"/>
                </a:lnTo>
                <a:lnTo>
                  <a:pt x="15359" y="47381"/>
                </a:lnTo>
                <a:lnTo>
                  <a:pt x="15534" y="47126"/>
                </a:lnTo>
                <a:lnTo>
                  <a:pt x="15768" y="46871"/>
                </a:lnTo>
                <a:lnTo>
                  <a:pt x="16060" y="46611"/>
                </a:lnTo>
                <a:lnTo>
                  <a:pt x="16527" y="46228"/>
                </a:lnTo>
                <a:lnTo>
                  <a:pt x="16761" y="45968"/>
                </a:lnTo>
                <a:lnTo>
                  <a:pt x="17053" y="45585"/>
                </a:lnTo>
                <a:lnTo>
                  <a:pt x="17345" y="45330"/>
                </a:lnTo>
                <a:lnTo>
                  <a:pt x="17637" y="45070"/>
                </a:lnTo>
                <a:lnTo>
                  <a:pt x="17929" y="44687"/>
                </a:lnTo>
                <a:lnTo>
                  <a:pt x="18046" y="44560"/>
                </a:lnTo>
                <a:lnTo>
                  <a:pt x="18454" y="44172"/>
                </a:lnTo>
                <a:lnTo>
                  <a:pt x="18746" y="43917"/>
                </a:lnTo>
                <a:lnTo>
                  <a:pt x="19038" y="43529"/>
                </a:lnTo>
                <a:lnTo>
                  <a:pt x="19330" y="43274"/>
                </a:lnTo>
                <a:lnTo>
                  <a:pt x="19622" y="42892"/>
                </a:lnTo>
                <a:lnTo>
                  <a:pt x="19856" y="42631"/>
                </a:lnTo>
                <a:lnTo>
                  <a:pt x="20148" y="42376"/>
                </a:lnTo>
                <a:lnTo>
                  <a:pt x="20615" y="42121"/>
                </a:lnTo>
                <a:lnTo>
                  <a:pt x="20732" y="41733"/>
                </a:lnTo>
                <a:lnTo>
                  <a:pt x="21024" y="41478"/>
                </a:lnTo>
                <a:lnTo>
                  <a:pt x="21316" y="41090"/>
                </a:lnTo>
                <a:lnTo>
                  <a:pt x="21550" y="40835"/>
                </a:lnTo>
                <a:lnTo>
                  <a:pt x="21842" y="40453"/>
                </a:lnTo>
                <a:lnTo>
                  <a:pt x="22134" y="40193"/>
                </a:lnTo>
                <a:lnTo>
                  <a:pt x="22426" y="39938"/>
                </a:lnTo>
                <a:lnTo>
                  <a:pt x="22835" y="39683"/>
                </a:lnTo>
                <a:lnTo>
                  <a:pt x="23127" y="39295"/>
                </a:lnTo>
                <a:lnTo>
                  <a:pt x="23243" y="39040"/>
                </a:lnTo>
                <a:lnTo>
                  <a:pt x="23535" y="38652"/>
                </a:lnTo>
                <a:lnTo>
                  <a:pt x="23827" y="38397"/>
                </a:lnTo>
                <a:lnTo>
                  <a:pt x="24119" y="38014"/>
                </a:lnTo>
                <a:lnTo>
                  <a:pt x="24411" y="37754"/>
                </a:lnTo>
                <a:lnTo>
                  <a:pt x="24820" y="37499"/>
                </a:lnTo>
                <a:lnTo>
                  <a:pt x="25112" y="37244"/>
                </a:lnTo>
                <a:lnTo>
                  <a:pt x="25404" y="36856"/>
                </a:lnTo>
                <a:lnTo>
                  <a:pt x="25521" y="36473"/>
                </a:lnTo>
                <a:lnTo>
                  <a:pt x="25813" y="36213"/>
                </a:lnTo>
                <a:lnTo>
                  <a:pt x="26105" y="35831"/>
                </a:lnTo>
                <a:lnTo>
                  <a:pt x="26397" y="35576"/>
                </a:lnTo>
                <a:lnTo>
                  <a:pt x="26806" y="35315"/>
                </a:lnTo>
                <a:lnTo>
                  <a:pt x="27098" y="35060"/>
                </a:lnTo>
                <a:lnTo>
                  <a:pt x="27332" y="34672"/>
                </a:lnTo>
                <a:lnTo>
                  <a:pt x="27624" y="34290"/>
                </a:lnTo>
                <a:lnTo>
                  <a:pt x="27916" y="34035"/>
                </a:lnTo>
                <a:lnTo>
                  <a:pt x="28091" y="33647"/>
                </a:lnTo>
                <a:lnTo>
                  <a:pt x="28324" y="33392"/>
                </a:lnTo>
                <a:lnTo>
                  <a:pt x="28616" y="33004"/>
                </a:lnTo>
                <a:lnTo>
                  <a:pt x="29025" y="32749"/>
                </a:lnTo>
                <a:lnTo>
                  <a:pt x="29317" y="32494"/>
                </a:lnTo>
                <a:lnTo>
                  <a:pt x="29609" y="32106"/>
                </a:lnTo>
                <a:lnTo>
                  <a:pt x="29901" y="31851"/>
                </a:lnTo>
                <a:lnTo>
                  <a:pt x="30193" y="31463"/>
                </a:lnTo>
                <a:lnTo>
                  <a:pt x="30485" y="31081"/>
                </a:lnTo>
                <a:lnTo>
                  <a:pt x="30602" y="30826"/>
                </a:lnTo>
                <a:lnTo>
                  <a:pt x="31011" y="30565"/>
                </a:lnTo>
                <a:lnTo>
                  <a:pt x="31303" y="30310"/>
                </a:lnTo>
                <a:lnTo>
                  <a:pt x="31595" y="29928"/>
                </a:lnTo>
                <a:lnTo>
                  <a:pt x="31887" y="29540"/>
                </a:lnTo>
                <a:lnTo>
                  <a:pt x="32179" y="29285"/>
                </a:lnTo>
                <a:lnTo>
                  <a:pt x="32412" y="28897"/>
                </a:lnTo>
                <a:lnTo>
                  <a:pt x="32704" y="28515"/>
                </a:lnTo>
                <a:lnTo>
                  <a:pt x="33113" y="28387"/>
                </a:lnTo>
                <a:lnTo>
                  <a:pt x="33288" y="27999"/>
                </a:lnTo>
                <a:lnTo>
                  <a:pt x="33580" y="27617"/>
                </a:lnTo>
                <a:lnTo>
                  <a:pt x="33872" y="27356"/>
                </a:lnTo>
                <a:lnTo>
                  <a:pt x="34106" y="26974"/>
                </a:lnTo>
                <a:lnTo>
                  <a:pt x="34398" y="26586"/>
                </a:lnTo>
                <a:lnTo>
                  <a:pt x="34690" y="26331"/>
                </a:lnTo>
                <a:lnTo>
                  <a:pt x="34982" y="26076"/>
                </a:lnTo>
                <a:lnTo>
                  <a:pt x="35391" y="25688"/>
                </a:lnTo>
                <a:lnTo>
                  <a:pt x="35683" y="25433"/>
                </a:lnTo>
                <a:lnTo>
                  <a:pt x="35800" y="25045"/>
                </a:lnTo>
                <a:lnTo>
                  <a:pt x="36092" y="24663"/>
                </a:lnTo>
                <a:lnTo>
                  <a:pt x="36384" y="24280"/>
                </a:lnTo>
                <a:lnTo>
                  <a:pt x="36676" y="24020"/>
                </a:lnTo>
                <a:lnTo>
                  <a:pt x="36968" y="23765"/>
                </a:lnTo>
                <a:lnTo>
                  <a:pt x="37377" y="23377"/>
                </a:lnTo>
                <a:lnTo>
                  <a:pt x="37669" y="23111"/>
                </a:lnTo>
                <a:lnTo>
                  <a:pt x="37961" y="22739"/>
                </a:lnTo>
                <a:lnTo>
                  <a:pt x="38194" y="22367"/>
                </a:lnTo>
                <a:lnTo>
                  <a:pt x="38369" y="22102"/>
                </a:lnTo>
                <a:lnTo>
                  <a:pt x="38661" y="21730"/>
                </a:lnTo>
                <a:lnTo>
                  <a:pt x="38895" y="21305"/>
                </a:lnTo>
                <a:lnTo>
                  <a:pt x="39362" y="21092"/>
                </a:lnTo>
                <a:lnTo>
                  <a:pt x="39654" y="20827"/>
                </a:lnTo>
                <a:lnTo>
                  <a:pt x="39888" y="20402"/>
                </a:lnTo>
                <a:lnTo>
                  <a:pt x="40180" y="20030"/>
                </a:lnTo>
                <a:lnTo>
                  <a:pt x="40472" y="19658"/>
                </a:lnTo>
                <a:lnTo>
                  <a:pt x="40589" y="19392"/>
                </a:lnTo>
                <a:lnTo>
                  <a:pt x="40881" y="19020"/>
                </a:lnTo>
                <a:lnTo>
                  <a:pt x="41173" y="18754"/>
                </a:lnTo>
                <a:lnTo>
                  <a:pt x="41582" y="18383"/>
                </a:lnTo>
                <a:lnTo>
                  <a:pt x="41874" y="18117"/>
                </a:lnTo>
                <a:lnTo>
                  <a:pt x="42166" y="17745"/>
                </a:lnTo>
                <a:lnTo>
                  <a:pt x="42458" y="17320"/>
                </a:lnTo>
                <a:lnTo>
                  <a:pt x="42750" y="16948"/>
                </a:lnTo>
                <a:lnTo>
                  <a:pt x="42983" y="16682"/>
                </a:lnTo>
                <a:lnTo>
                  <a:pt x="43158" y="16470"/>
                </a:lnTo>
                <a:lnTo>
                  <a:pt x="43567" y="16045"/>
                </a:lnTo>
                <a:lnTo>
                  <a:pt x="43859" y="15673"/>
                </a:lnTo>
                <a:lnTo>
                  <a:pt x="44151" y="15301"/>
                </a:lnTo>
                <a:lnTo>
                  <a:pt x="44443" y="15035"/>
                </a:lnTo>
                <a:lnTo>
                  <a:pt x="44677" y="14663"/>
                </a:lnTo>
                <a:lnTo>
                  <a:pt x="44969" y="14398"/>
                </a:lnTo>
                <a:lnTo>
                  <a:pt x="45261" y="14026"/>
                </a:lnTo>
                <a:lnTo>
                  <a:pt x="45670" y="13601"/>
                </a:lnTo>
                <a:lnTo>
                  <a:pt x="45845" y="13388"/>
                </a:lnTo>
                <a:lnTo>
                  <a:pt x="46137" y="12963"/>
                </a:lnTo>
                <a:lnTo>
                  <a:pt x="46370" y="12591"/>
                </a:lnTo>
                <a:lnTo>
                  <a:pt x="46662" y="12219"/>
                </a:lnTo>
                <a:lnTo>
                  <a:pt x="46954" y="11954"/>
                </a:lnTo>
                <a:lnTo>
                  <a:pt x="47246" y="11582"/>
                </a:lnTo>
                <a:lnTo>
                  <a:pt x="47538" y="11316"/>
                </a:lnTo>
                <a:lnTo>
                  <a:pt x="47947" y="10944"/>
                </a:lnTo>
                <a:lnTo>
                  <a:pt x="48239" y="10519"/>
                </a:lnTo>
                <a:lnTo>
                  <a:pt x="48356" y="10147"/>
                </a:lnTo>
                <a:lnTo>
                  <a:pt x="48648" y="9775"/>
                </a:lnTo>
                <a:lnTo>
                  <a:pt x="48940" y="9510"/>
                </a:lnTo>
                <a:lnTo>
                  <a:pt x="49232" y="9244"/>
                </a:lnTo>
                <a:lnTo>
                  <a:pt x="49524" y="8872"/>
                </a:lnTo>
                <a:lnTo>
                  <a:pt x="49933" y="8500"/>
                </a:lnTo>
                <a:lnTo>
                  <a:pt x="50225" y="8128"/>
                </a:lnTo>
                <a:lnTo>
                  <a:pt x="50459" y="7703"/>
                </a:lnTo>
                <a:lnTo>
                  <a:pt x="50751" y="7438"/>
                </a:lnTo>
                <a:lnTo>
                  <a:pt x="50926" y="7066"/>
                </a:lnTo>
                <a:lnTo>
                  <a:pt x="51218" y="6800"/>
                </a:lnTo>
                <a:lnTo>
                  <a:pt x="51451" y="6428"/>
                </a:lnTo>
                <a:lnTo>
                  <a:pt x="51919" y="6056"/>
                </a:lnTo>
                <a:lnTo>
                  <a:pt x="52152" y="5684"/>
                </a:lnTo>
                <a:lnTo>
                  <a:pt x="52444" y="5259"/>
                </a:lnTo>
                <a:lnTo>
                  <a:pt x="52736" y="5047"/>
                </a:lnTo>
                <a:lnTo>
                  <a:pt x="53028" y="4622"/>
                </a:lnTo>
                <a:lnTo>
                  <a:pt x="53320" y="4250"/>
                </a:lnTo>
                <a:lnTo>
                  <a:pt x="53437" y="3878"/>
                </a:lnTo>
                <a:lnTo>
                  <a:pt x="53729" y="3612"/>
                </a:lnTo>
                <a:lnTo>
                  <a:pt x="54138" y="3240"/>
                </a:lnTo>
                <a:lnTo>
                  <a:pt x="54430" y="2869"/>
                </a:lnTo>
                <a:lnTo>
                  <a:pt x="54722" y="2603"/>
                </a:lnTo>
                <a:lnTo>
                  <a:pt x="55014" y="2178"/>
                </a:lnTo>
                <a:lnTo>
                  <a:pt x="55306" y="1806"/>
                </a:lnTo>
                <a:lnTo>
                  <a:pt x="55540" y="1434"/>
                </a:lnTo>
                <a:lnTo>
                  <a:pt x="55832" y="1062"/>
                </a:lnTo>
                <a:lnTo>
                  <a:pt x="56124" y="637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11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602922" y="5770462"/>
            <a:ext cx="56824" cy="75816"/>
          </a:xfrm>
          <a:custGeom>
            <a:avLst/>
            <a:gdLst/>
            <a:ahLst/>
            <a:cxnLst/>
            <a:rect l="l" t="t" r="r" b="b"/>
            <a:pathLst>
              <a:path w="56824" h="75816">
                <a:moveTo>
                  <a:pt x="0" y="75816"/>
                </a:moveTo>
                <a:lnTo>
                  <a:pt x="292" y="75604"/>
                </a:lnTo>
                <a:lnTo>
                  <a:pt x="525" y="75179"/>
                </a:lnTo>
                <a:lnTo>
                  <a:pt x="817" y="74807"/>
                </a:lnTo>
                <a:lnTo>
                  <a:pt x="1109" y="74435"/>
                </a:lnTo>
                <a:lnTo>
                  <a:pt x="1518" y="74063"/>
                </a:lnTo>
                <a:lnTo>
                  <a:pt x="1693" y="73797"/>
                </a:lnTo>
                <a:lnTo>
                  <a:pt x="1985" y="73372"/>
                </a:lnTo>
                <a:lnTo>
                  <a:pt x="2219" y="73001"/>
                </a:lnTo>
                <a:lnTo>
                  <a:pt x="2511" y="72629"/>
                </a:lnTo>
                <a:lnTo>
                  <a:pt x="2803" y="72257"/>
                </a:lnTo>
                <a:lnTo>
                  <a:pt x="3095" y="71832"/>
                </a:lnTo>
                <a:lnTo>
                  <a:pt x="3387" y="71619"/>
                </a:lnTo>
                <a:lnTo>
                  <a:pt x="3796" y="71194"/>
                </a:lnTo>
                <a:lnTo>
                  <a:pt x="4088" y="70822"/>
                </a:lnTo>
                <a:lnTo>
                  <a:pt x="4204" y="70450"/>
                </a:lnTo>
                <a:lnTo>
                  <a:pt x="4496" y="70078"/>
                </a:lnTo>
                <a:lnTo>
                  <a:pt x="4788" y="69653"/>
                </a:lnTo>
                <a:lnTo>
                  <a:pt x="5080" y="69281"/>
                </a:lnTo>
                <a:lnTo>
                  <a:pt x="5314" y="69016"/>
                </a:lnTo>
                <a:lnTo>
                  <a:pt x="5781" y="68644"/>
                </a:lnTo>
                <a:lnTo>
                  <a:pt x="6073" y="68272"/>
                </a:lnTo>
                <a:lnTo>
                  <a:pt x="6307" y="67900"/>
                </a:lnTo>
                <a:lnTo>
                  <a:pt x="6599" y="67475"/>
                </a:lnTo>
                <a:lnTo>
                  <a:pt x="6774" y="67103"/>
                </a:lnTo>
                <a:lnTo>
                  <a:pt x="7008" y="66837"/>
                </a:lnTo>
                <a:lnTo>
                  <a:pt x="7300" y="66572"/>
                </a:lnTo>
                <a:lnTo>
                  <a:pt x="7767" y="66200"/>
                </a:lnTo>
                <a:lnTo>
                  <a:pt x="8001" y="65828"/>
                </a:lnTo>
                <a:lnTo>
                  <a:pt x="8293" y="65456"/>
                </a:lnTo>
                <a:lnTo>
                  <a:pt x="8585" y="65031"/>
                </a:lnTo>
                <a:lnTo>
                  <a:pt x="8877" y="64659"/>
                </a:lnTo>
                <a:lnTo>
                  <a:pt x="9169" y="64287"/>
                </a:lnTo>
                <a:lnTo>
                  <a:pt x="9285" y="63915"/>
                </a:lnTo>
                <a:lnTo>
                  <a:pt x="9577" y="63490"/>
                </a:lnTo>
                <a:lnTo>
                  <a:pt x="9986" y="63118"/>
                </a:lnTo>
                <a:lnTo>
                  <a:pt x="10278" y="62746"/>
                </a:lnTo>
                <a:lnTo>
                  <a:pt x="10570" y="62374"/>
                </a:lnTo>
                <a:lnTo>
                  <a:pt x="10862" y="62109"/>
                </a:lnTo>
                <a:lnTo>
                  <a:pt x="11096" y="61737"/>
                </a:lnTo>
                <a:lnTo>
                  <a:pt x="11388" y="61312"/>
                </a:lnTo>
                <a:lnTo>
                  <a:pt x="11680" y="60940"/>
                </a:lnTo>
                <a:lnTo>
                  <a:pt x="11972" y="60568"/>
                </a:lnTo>
                <a:lnTo>
                  <a:pt x="12264" y="60196"/>
                </a:lnTo>
                <a:lnTo>
                  <a:pt x="12556" y="59930"/>
                </a:lnTo>
                <a:lnTo>
                  <a:pt x="12789" y="59559"/>
                </a:lnTo>
                <a:lnTo>
                  <a:pt x="13081" y="59134"/>
                </a:lnTo>
                <a:lnTo>
                  <a:pt x="13373" y="58762"/>
                </a:lnTo>
                <a:lnTo>
                  <a:pt x="13665" y="58390"/>
                </a:lnTo>
                <a:lnTo>
                  <a:pt x="13958" y="58018"/>
                </a:lnTo>
                <a:lnTo>
                  <a:pt x="14250" y="57593"/>
                </a:lnTo>
                <a:lnTo>
                  <a:pt x="14483" y="57327"/>
                </a:lnTo>
                <a:lnTo>
                  <a:pt x="14775" y="56955"/>
                </a:lnTo>
                <a:lnTo>
                  <a:pt x="15067" y="56583"/>
                </a:lnTo>
                <a:lnTo>
                  <a:pt x="15359" y="56211"/>
                </a:lnTo>
                <a:lnTo>
                  <a:pt x="15651" y="55786"/>
                </a:lnTo>
                <a:lnTo>
                  <a:pt x="15943" y="55414"/>
                </a:lnTo>
                <a:lnTo>
                  <a:pt x="16352" y="55149"/>
                </a:lnTo>
                <a:lnTo>
                  <a:pt x="16644" y="54671"/>
                </a:lnTo>
                <a:lnTo>
                  <a:pt x="16761" y="54246"/>
                </a:lnTo>
                <a:lnTo>
                  <a:pt x="17053" y="53874"/>
                </a:lnTo>
                <a:lnTo>
                  <a:pt x="17345" y="53502"/>
                </a:lnTo>
                <a:lnTo>
                  <a:pt x="17637" y="53130"/>
                </a:lnTo>
                <a:lnTo>
                  <a:pt x="17870" y="52864"/>
                </a:lnTo>
                <a:lnTo>
                  <a:pt x="18338" y="52492"/>
                </a:lnTo>
                <a:lnTo>
                  <a:pt x="18571" y="52067"/>
                </a:lnTo>
                <a:lnTo>
                  <a:pt x="18863" y="51695"/>
                </a:lnTo>
                <a:lnTo>
                  <a:pt x="19155" y="51323"/>
                </a:lnTo>
                <a:lnTo>
                  <a:pt x="19330" y="50951"/>
                </a:lnTo>
                <a:lnTo>
                  <a:pt x="19564" y="50686"/>
                </a:lnTo>
                <a:lnTo>
                  <a:pt x="19856" y="50314"/>
                </a:lnTo>
                <a:lnTo>
                  <a:pt x="20148" y="49783"/>
                </a:lnTo>
                <a:lnTo>
                  <a:pt x="20557" y="49411"/>
                </a:lnTo>
                <a:lnTo>
                  <a:pt x="20849" y="48986"/>
                </a:lnTo>
                <a:lnTo>
                  <a:pt x="21141" y="48614"/>
                </a:lnTo>
                <a:lnTo>
                  <a:pt x="21433" y="48348"/>
                </a:lnTo>
                <a:lnTo>
                  <a:pt x="21725" y="47976"/>
                </a:lnTo>
                <a:lnTo>
                  <a:pt x="21842" y="47604"/>
                </a:lnTo>
                <a:lnTo>
                  <a:pt x="22134" y="47232"/>
                </a:lnTo>
                <a:lnTo>
                  <a:pt x="22543" y="46807"/>
                </a:lnTo>
                <a:lnTo>
                  <a:pt x="22835" y="46329"/>
                </a:lnTo>
                <a:lnTo>
                  <a:pt x="23127" y="46063"/>
                </a:lnTo>
                <a:lnTo>
                  <a:pt x="23419" y="45692"/>
                </a:lnTo>
                <a:lnTo>
                  <a:pt x="23652" y="45267"/>
                </a:lnTo>
                <a:lnTo>
                  <a:pt x="23944" y="44895"/>
                </a:lnTo>
                <a:lnTo>
                  <a:pt x="24236" y="44523"/>
                </a:lnTo>
                <a:lnTo>
                  <a:pt x="24528" y="44151"/>
                </a:lnTo>
                <a:lnTo>
                  <a:pt x="24820" y="43726"/>
                </a:lnTo>
                <a:lnTo>
                  <a:pt x="25112" y="43513"/>
                </a:lnTo>
                <a:lnTo>
                  <a:pt x="25346" y="42982"/>
                </a:lnTo>
                <a:lnTo>
                  <a:pt x="25638" y="42610"/>
                </a:lnTo>
                <a:lnTo>
                  <a:pt x="25930" y="42185"/>
                </a:lnTo>
                <a:lnTo>
                  <a:pt x="26222" y="41813"/>
                </a:lnTo>
                <a:lnTo>
                  <a:pt x="26514" y="41441"/>
                </a:lnTo>
                <a:lnTo>
                  <a:pt x="26806" y="41175"/>
                </a:lnTo>
                <a:lnTo>
                  <a:pt x="27039" y="40804"/>
                </a:lnTo>
                <a:lnTo>
                  <a:pt x="27331" y="40272"/>
                </a:lnTo>
                <a:lnTo>
                  <a:pt x="27624" y="39900"/>
                </a:lnTo>
                <a:lnTo>
                  <a:pt x="27916" y="39528"/>
                </a:lnTo>
                <a:lnTo>
                  <a:pt x="28208" y="39103"/>
                </a:lnTo>
                <a:lnTo>
                  <a:pt x="28441" y="38891"/>
                </a:lnTo>
                <a:lnTo>
                  <a:pt x="28908" y="38466"/>
                </a:lnTo>
                <a:lnTo>
                  <a:pt x="29200" y="38094"/>
                </a:lnTo>
                <a:lnTo>
                  <a:pt x="29317" y="37563"/>
                </a:lnTo>
                <a:lnTo>
                  <a:pt x="29609" y="37191"/>
                </a:lnTo>
                <a:lnTo>
                  <a:pt x="29901" y="36819"/>
                </a:lnTo>
                <a:lnTo>
                  <a:pt x="30135" y="36553"/>
                </a:lnTo>
                <a:lnTo>
                  <a:pt x="30427" y="36181"/>
                </a:lnTo>
                <a:lnTo>
                  <a:pt x="30894" y="35809"/>
                </a:lnTo>
                <a:lnTo>
                  <a:pt x="31128" y="35278"/>
                </a:lnTo>
                <a:lnTo>
                  <a:pt x="31420" y="34906"/>
                </a:lnTo>
                <a:lnTo>
                  <a:pt x="31712" y="34481"/>
                </a:lnTo>
                <a:lnTo>
                  <a:pt x="31828" y="34269"/>
                </a:lnTo>
                <a:lnTo>
                  <a:pt x="32120" y="33844"/>
                </a:lnTo>
                <a:lnTo>
                  <a:pt x="32412" y="33472"/>
                </a:lnTo>
                <a:lnTo>
                  <a:pt x="32704" y="32940"/>
                </a:lnTo>
                <a:lnTo>
                  <a:pt x="33113" y="32568"/>
                </a:lnTo>
                <a:lnTo>
                  <a:pt x="33405" y="32196"/>
                </a:lnTo>
                <a:lnTo>
                  <a:pt x="33697" y="31931"/>
                </a:lnTo>
                <a:lnTo>
                  <a:pt x="33989" y="31559"/>
                </a:lnTo>
                <a:lnTo>
                  <a:pt x="34223" y="31187"/>
                </a:lnTo>
                <a:lnTo>
                  <a:pt x="34398" y="30656"/>
                </a:lnTo>
                <a:lnTo>
                  <a:pt x="34690" y="30284"/>
                </a:lnTo>
                <a:lnTo>
                  <a:pt x="35099" y="29859"/>
                </a:lnTo>
                <a:lnTo>
                  <a:pt x="35391" y="29646"/>
                </a:lnTo>
                <a:lnTo>
                  <a:pt x="35683" y="29221"/>
                </a:lnTo>
                <a:lnTo>
                  <a:pt x="35917" y="28743"/>
                </a:lnTo>
                <a:lnTo>
                  <a:pt x="36209" y="28318"/>
                </a:lnTo>
                <a:lnTo>
                  <a:pt x="36501" y="27946"/>
                </a:lnTo>
                <a:lnTo>
                  <a:pt x="36793" y="27574"/>
                </a:lnTo>
                <a:lnTo>
                  <a:pt x="37085" y="27308"/>
                </a:lnTo>
                <a:lnTo>
                  <a:pt x="37377" y="26777"/>
                </a:lnTo>
                <a:lnTo>
                  <a:pt x="37610" y="26405"/>
                </a:lnTo>
                <a:lnTo>
                  <a:pt x="37902" y="26033"/>
                </a:lnTo>
                <a:lnTo>
                  <a:pt x="38194" y="25661"/>
                </a:lnTo>
                <a:lnTo>
                  <a:pt x="38486" y="25236"/>
                </a:lnTo>
                <a:lnTo>
                  <a:pt x="38778" y="24864"/>
                </a:lnTo>
                <a:lnTo>
                  <a:pt x="39070" y="24493"/>
                </a:lnTo>
                <a:lnTo>
                  <a:pt x="39304" y="24121"/>
                </a:lnTo>
                <a:lnTo>
                  <a:pt x="39596" y="23696"/>
                </a:lnTo>
                <a:lnTo>
                  <a:pt x="39888" y="23324"/>
                </a:lnTo>
                <a:lnTo>
                  <a:pt x="40180" y="22846"/>
                </a:lnTo>
                <a:lnTo>
                  <a:pt x="40472" y="22580"/>
                </a:lnTo>
                <a:lnTo>
                  <a:pt x="40764" y="22208"/>
                </a:lnTo>
                <a:lnTo>
                  <a:pt x="40997" y="21783"/>
                </a:lnTo>
                <a:lnTo>
                  <a:pt x="41465" y="21411"/>
                </a:lnTo>
                <a:lnTo>
                  <a:pt x="41698" y="20880"/>
                </a:lnTo>
                <a:lnTo>
                  <a:pt x="41874" y="20508"/>
                </a:lnTo>
                <a:lnTo>
                  <a:pt x="42166" y="20242"/>
                </a:lnTo>
                <a:lnTo>
                  <a:pt x="42458" y="19870"/>
                </a:lnTo>
                <a:lnTo>
                  <a:pt x="42691" y="19339"/>
                </a:lnTo>
                <a:lnTo>
                  <a:pt x="42983" y="18967"/>
                </a:lnTo>
                <a:lnTo>
                  <a:pt x="43392" y="18595"/>
                </a:lnTo>
                <a:lnTo>
                  <a:pt x="43684" y="18223"/>
                </a:lnTo>
                <a:lnTo>
                  <a:pt x="43976" y="17958"/>
                </a:lnTo>
                <a:lnTo>
                  <a:pt x="44268" y="17426"/>
                </a:lnTo>
                <a:lnTo>
                  <a:pt x="44385" y="17054"/>
                </a:lnTo>
                <a:lnTo>
                  <a:pt x="44677" y="16682"/>
                </a:lnTo>
                <a:lnTo>
                  <a:pt x="44969" y="16257"/>
                </a:lnTo>
                <a:lnTo>
                  <a:pt x="45261" y="15779"/>
                </a:lnTo>
                <a:lnTo>
                  <a:pt x="45670" y="15514"/>
                </a:lnTo>
                <a:lnTo>
                  <a:pt x="45962" y="15142"/>
                </a:lnTo>
                <a:lnTo>
                  <a:pt x="46254" y="14717"/>
                </a:lnTo>
                <a:lnTo>
                  <a:pt x="46546" y="14345"/>
                </a:lnTo>
                <a:lnTo>
                  <a:pt x="46779" y="13813"/>
                </a:lnTo>
                <a:lnTo>
                  <a:pt x="46954" y="13441"/>
                </a:lnTo>
                <a:lnTo>
                  <a:pt x="47246" y="13176"/>
                </a:lnTo>
                <a:lnTo>
                  <a:pt x="47655" y="12804"/>
                </a:lnTo>
                <a:lnTo>
                  <a:pt x="47947" y="12273"/>
                </a:lnTo>
                <a:lnTo>
                  <a:pt x="48239" y="11901"/>
                </a:lnTo>
                <a:lnTo>
                  <a:pt x="48473" y="11529"/>
                </a:lnTo>
                <a:lnTo>
                  <a:pt x="48765" y="11157"/>
                </a:lnTo>
                <a:lnTo>
                  <a:pt x="49057" y="10732"/>
                </a:lnTo>
                <a:lnTo>
                  <a:pt x="49349" y="10360"/>
                </a:lnTo>
                <a:lnTo>
                  <a:pt x="49641" y="9988"/>
                </a:lnTo>
                <a:lnTo>
                  <a:pt x="49933" y="9616"/>
                </a:lnTo>
                <a:lnTo>
                  <a:pt x="50167" y="9085"/>
                </a:lnTo>
                <a:lnTo>
                  <a:pt x="50459" y="8819"/>
                </a:lnTo>
                <a:lnTo>
                  <a:pt x="50751" y="8447"/>
                </a:lnTo>
                <a:lnTo>
                  <a:pt x="51043" y="8075"/>
                </a:lnTo>
                <a:lnTo>
                  <a:pt x="51335" y="7544"/>
                </a:lnTo>
                <a:lnTo>
                  <a:pt x="51627" y="7172"/>
                </a:lnTo>
                <a:lnTo>
                  <a:pt x="51860" y="6800"/>
                </a:lnTo>
                <a:lnTo>
                  <a:pt x="52152" y="6535"/>
                </a:lnTo>
                <a:lnTo>
                  <a:pt x="52444" y="6003"/>
                </a:lnTo>
                <a:lnTo>
                  <a:pt x="52736" y="5631"/>
                </a:lnTo>
                <a:lnTo>
                  <a:pt x="53028" y="5259"/>
                </a:lnTo>
                <a:lnTo>
                  <a:pt x="53262" y="4834"/>
                </a:lnTo>
                <a:lnTo>
                  <a:pt x="53554" y="4356"/>
                </a:lnTo>
                <a:lnTo>
                  <a:pt x="54021" y="4091"/>
                </a:lnTo>
                <a:lnTo>
                  <a:pt x="54255" y="3719"/>
                </a:lnTo>
                <a:lnTo>
                  <a:pt x="54430" y="3294"/>
                </a:lnTo>
                <a:lnTo>
                  <a:pt x="54722" y="2815"/>
                </a:lnTo>
                <a:lnTo>
                  <a:pt x="54956" y="2390"/>
                </a:lnTo>
                <a:lnTo>
                  <a:pt x="55248" y="2018"/>
                </a:lnTo>
                <a:lnTo>
                  <a:pt x="55540" y="1647"/>
                </a:lnTo>
                <a:lnTo>
                  <a:pt x="55948" y="1275"/>
                </a:lnTo>
                <a:lnTo>
                  <a:pt x="56240" y="850"/>
                </a:lnTo>
                <a:lnTo>
                  <a:pt x="56532" y="478"/>
                </a:lnTo>
                <a:lnTo>
                  <a:pt x="56824" y="0"/>
                </a:lnTo>
              </a:path>
            </a:pathLst>
          </a:custGeom>
          <a:ln w="818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1659747" y="5691351"/>
            <a:ext cx="56708" cy="79111"/>
          </a:xfrm>
          <a:custGeom>
            <a:avLst/>
            <a:gdLst/>
            <a:ahLst/>
            <a:cxnLst/>
            <a:rect l="l" t="t" r="r" b="b"/>
            <a:pathLst>
              <a:path w="56708" h="79111">
                <a:moveTo>
                  <a:pt x="0" y="79111"/>
                </a:moveTo>
                <a:lnTo>
                  <a:pt x="116" y="78685"/>
                </a:lnTo>
                <a:lnTo>
                  <a:pt x="408" y="78420"/>
                </a:lnTo>
                <a:lnTo>
                  <a:pt x="700" y="78048"/>
                </a:lnTo>
                <a:lnTo>
                  <a:pt x="992" y="77570"/>
                </a:lnTo>
                <a:lnTo>
                  <a:pt x="1401" y="77145"/>
                </a:lnTo>
                <a:lnTo>
                  <a:pt x="1693" y="76773"/>
                </a:lnTo>
                <a:lnTo>
                  <a:pt x="1985" y="76401"/>
                </a:lnTo>
                <a:lnTo>
                  <a:pt x="2219" y="76029"/>
                </a:lnTo>
                <a:lnTo>
                  <a:pt x="2511" y="75604"/>
                </a:lnTo>
                <a:lnTo>
                  <a:pt x="2686" y="75232"/>
                </a:lnTo>
                <a:lnTo>
                  <a:pt x="2978" y="74701"/>
                </a:lnTo>
                <a:lnTo>
                  <a:pt x="3387" y="74329"/>
                </a:lnTo>
                <a:lnTo>
                  <a:pt x="3679" y="73957"/>
                </a:lnTo>
                <a:lnTo>
                  <a:pt x="3912" y="73691"/>
                </a:lnTo>
                <a:lnTo>
                  <a:pt x="4204" y="73160"/>
                </a:lnTo>
                <a:lnTo>
                  <a:pt x="4496" y="72788"/>
                </a:lnTo>
                <a:lnTo>
                  <a:pt x="4788" y="72416"/>
                </a:lnTo>
                <a:lnTo>
                  <a:pt x="5080" y="72044"/>
                </a:lnTo>
                <a:lnTo>
                  <a:pt x="5372" y="71619"/>
                </a:lnTo>
                <a:lnTo>
                  <a:pt x="5606" y="71247"/>
                </a:lnTo>
                <a:lnTo>
                  <a:pt x="5898" y="70875"/>
                </a:lnTo>
                <a:lnTo>
                  <a:pt x="6190" y="70344"/>
                </a:lnTo>
                <a:lnTo>
                  <a:pt x="6482" y="69972"/>
                </a:lnTo>
                <a:lnTo>
                  <a:pt x="6774" y="69600"/>
                </a:lnTo>
                <a:lnTo>
                  <a:pt x="7066" y="69335"/>
                </a:lnTo>
                <a:lnTo>
                  <a:pt x="7300" y="68803"/>
                </a:lnTo>
                <a:lnTo>
                  <a:pt x="7767" y="68431"/>
                </a:lnTo>
                <a:lnTo>
                  <a:pt x="7884" y="68059"/>
                </a:lnTo>
                <a:lnTo>
                  <a:pt x="8176" y="67528"/>
                </a:lnTo>
                <a:lnTo>
                  <a:pt x="8468" y="67156"/>
                </a:lnTo>
                <a:lnTo>
                  <a:pt x="8760" y="66891"/>
                </a:lnTo>
                <a:lnTo>
                  <a:pt x="8993" y="66519"/>
                </a:lnTo>
                <a:lnTo>
                  <a:pt x="9285" y="65987"/>
                </a:lnTo>
                <a:lnTo>
                  <a:pt x="9694" y="65615"/>
                </a:lnTo>
                <a:lnTo>
                  <a:pt x="9986" y="65244"/>
                </a:lnTo>
                <a:lnTo>
                  <a:pt x="10161" y="64712"/>
                </a:lnTo>
                <a:lnTo>
                  <a:pt x="10453" y="64447"/>
                </a:lnTo>
                <a:lnTo>
                  <a:pt x="10687" y="64075"/>
                </a:lnTo>
                <a:lnTo>
                  <a:pt x="10979" y="63703"/>
                </a:lnTo>
                <a:lnTo>
                  <a:pt x="11271" y="63171"/>
                </a:lnTo>
                <a:lnTo>
                  <a:pt x="11680" y="62800"/>
                </a:lnTo>
                <a:lnTo>
                  <a:pt x="11972" y="62374"/>
                </a:lnTo>
                <a:lnTo>
                  <a:pt x="12264" y="62003"/>
                </a:lnTo>
                <a:lnTo>
                  <a:pt x="12556" y="61631"/>
                </a:lnTo>
                <a:lnTo>
                  <a:pt x="12673" y="61259"/>
                </a:lnTo>
                <a:lnTo>
                  <a:pt x="12965" y="60887"/>
                </a:lnTo>
                <a:lnTo>
                  <a:pt x="13257" y="60356"/>
                </a:lnTo>
                <a:lnTo>
                  <a:pt x="13549" y="59984"/>
                </a:lnTo>
                <a:lnTo>
                  <a:pt x="13958" y="59718"/>
                </a:lnTo>
                <a:lnTo>
                  <a:pt x="14250" y="59187"/>
                </a:lnTo>
                <a:lnTo>
                  <a:pt x="14542" y="58815"/>
                </a:lnTo>
                <a:lnTo>
                  <a:pt x="14775" y="58443"/>
                </a:lnTo>
                <a:lnTo>
                  <a:pt x="15067" y="58018"/>
                </a:lnTo>
                <a:lnTo>
                  <a:pt x="15242" y="57646"/>
                </a:lnTo>
                <a:lnTo>
                  <a:pt x="15476" y="57274"/>
                </a:lnTo>
                <a:lnTo>
                  <a:pt x="15943" y="56902"/>
                </a:lnTo>
                <a:lnTo>
                  <a:pt x="16235" y="56371"/>
                </a:lnTo>
                <a:lnTo>
                  <a:pt x="16469" y="55999"/>
                </a:lnTo>
                <a:lnTo>
                  <a:pt x="16761" y="55574"/>
                </a:lnTo>
                <a:lnTo>
                  <a:pt x="17053" y="55361"/>
                </a:lnTo>
                <a:lnTo>
                  <a:pt x="17345" y="54830"/>
                </a:lnTo>
                <a:lnTo>
                  <a:pt x="17637" y="54458"/>
                </a:lnTo>
                <a:lnTo>
                  <a:pt x="17929" y="54033"/>
                </a:lnTo>
                <a:lnTo>
                  <a:pt x="18162" y="53555"/>
                </a:lnTo>
                <a:lnTo>
                  <a:pt x="18454" y="53183"/>
                </a:lnTo>
                <a:lnTo>
                  <a:pt x="18746" y="52917"/>
                </a:lnTo>
                <a:lnTo>
                  <a:pt x="19038" y="52492"/>
                </a:lnTo>
                <a:lnTo>
                  <a:pt x="19330" y="52014"/>
                </a:lnTo>
                <a:lnTo>
                  <a:pt x="19564" y="51642"/>
                </a:lnTo>
                <a:lnTo>
                  <a:pt x="19856" y="51217"/>
                </a:lnTo>
                <a:lnTo>
                  <a:pt x="20323" y="50739"/>
                </a:lnTo>
                <a:lnTo>
                  <a:pt x="20440" y="50473"/>
                </a:lnTo>
                <a:lnTo>
                  <a:pt x="20732" y="50101"/>
                </a:lnTo>
                <a:lnTo>
                  <a:pt x="21024" y="49570"/>
                </a:lnTo>
                <a:lnTo>
                  <a:pt x="21258" y="49198"/>
                </a:lnTo>
                <a:lnTo>
                  <a:pt x="21550" y="48773"/>
                </a:lnTo>
                <a:lnTo>
                  <a:pt x="21842" y="48401"/>
                </a:lnTo>
                <a:lnTo>
                  <a:pt x="22251" y="48029"/>
                </a:lnTo>
                <a:lnTo>
                  <a:pt x="22543" y="47657"/>
                </a:lnTo>
                <a:lnTo>
                  <a:pt x="22835" y="47232"/>
                </a:lnTo>
                <a:lnTo>
                  <a:pt x="22951" y="46754"/>
                </a:lnTo>
                <a:lnTo>
                  <a:pt x="23243" y="46382"/>
                </a:lnTo>
                <a:lnTo>
                  <a:pt x="23535" y="45957"/>
                </a:lnTo>
                <a:lnTo>
                  <a:pt x="23827" y="45692"/>
                </a:lnTo>
                <a:lnTo>
                  <a:pt x="24236" y="45213"/>
                </a:lnTo>
                <a:lnTo>
                  <a:pt x="24528" y="44841"/>
                </a:lnTo>
                <a:lnTo>
                  <a:pt x="24820" y="44416"/>
                </a:lnTo>
                <a:lnTo>
                  <a:pt x="25112" y="43938"/>
                </a:lnTo>
                <a:lnTo>
                  <a:pt x="25346" y="43673"/>
                </a:lnTo>
                <a:lnTo>
                  <a:pt x="25521" y="43301"/>
                </a:lnTo>
                <a:lnTo>
                  <a:pt x="25813" y="42876"/>
                </a:lnTo>
                <a:lnTo>
                  <a:pt x="26105" y="42397"/>
                </a:lnTo>
                <a:lnTo>
                  <a:pt x="26514" y="41972"/>
                </a:lnTo>
                <a:lnTo>
                  <a:pt x="26806" y="41601"/>
                </a:lnTo>
                <a:lnTo>
                  <a:pt x="27039" y="41229"/>
                </a:lnTo>
                <a:lnTo>
                  <a:pt x="27331" y="40857"/>
                </a:lnTo>
                <a:lnTo>
                  <a:pt x="27624" y="40432"/>
                </a:lnTo>
                <a:lnTo>
                  <a:pt x="27799" y="40060"/>
                </a:lnTo>
                <a:lnTo>
                  <a:pt x="28032" y="39528"/>
                </a:lnTo>
                <a:lnTo>
                  <a:pt x="28500" y="39157"/>
                </a:lnTo>
                <a:lnTo>
                  <a:pt x="28733" y="38891"/>
                </a:lnTo>
                <a:lnTo>
                  <a:pt x="29025" y="38413"/>
                </a:lnTo>
                <a:lnTo>
                  <a:pt x="29317" y="37988"/>
                </a:lnTo>
                <a:lnTo>
                  <a:pt x="29609" y="37616"/>
                </a:lnTo>
                <a:lnTo>
                  <a:pt x="29901" y="37244"/>
                </a:lnTo>
                <a:lnTo>
                  <a:pt x="30193" y="36713"/>
                </a:lnTo>
                <a:lnTo>
                  <a:pt x="30427" y="36447"/>
                </a:lnTo>
                <a:lnTo>
                  <a:pt x="30719" y="36075"/>
                </a:lnTo>
                <a:lnTo>
                  <a:pt x="31011" y="35597"/>
                </a:lnTo>
                <a:lnTo>
                  <a:pt x="31303" y="35172"/>
                </a:lnTo>
                <a:lnTo>
                  <a:pt x="31595" y="34800"/>
                </a:lnTo>
                <a:lnTo>
                  <a:pt x="31887" y="34428"/>
                </a:lnTo>
                <a:lnTo>
                  <a:pt x="32120" y="34056"/>
                </a:lnTo>
                <a:lnTo>
                  <a:pt x="32412" y="33631"/>
                </a:lnTo>
                <a:lnTo>
                  <a:pt x="32821" y="33259"/>
                </a:lnTo>
                <a:lnTo>
                  <a:pt x="32996" y="32728"/>
                </a:lnTo>
                <a:lnTo>
                  <a:pt x="33288" y="32356"/>
                </a:lnTo>
                <a:lnTo>
                  <a:pt x="33580" y="32090"/>
                </a:lnTo>
                <a:lnTo>
                  <a:pt x="33814" y="31718"/>
                </a:lnTo>
                <a:lnTo>
                  <a:pt x="34106" y="31187"/>
                </a:lnTo>
                <a:lnTo>
                  <a:pt x="34398" y="30815"/>
                </a:lnTo>
                <a:lnTo>
                  <a:pt x="34807" y="30443"/>
                </a:lnTo>
                <a:lnTo>
                  <a:pt x="35099" y="30071"/>
                </a:lnTo>
                <a:lnTo>
                  <a:pt x="35391" y="29646"/>
                </a:lnTo>
                <a:lnTo>
                  <a:pt x="35508" y="29274"/>
                </a:lnTo>
                <a:lnTo>
                  <a:pt x="35800" y="28902"/>
                </a:lnTo>
                <a:lnTo>
                  <a:pt x="36092" y="28371"/>
                </a:lnTo>
                <a:lnTo>
                  <a:pt x="36384" y="27999"/>
                </a:lnTo>
                <a:lnTo>
                  <a:pt x="36793" y="27627"/>
                </a:lnTo>
                <a:lnTo>
                  <a:pt x="37085" y="27362"/>
                </a:lnTo>
                <a:lnTo>
                  <a:pt x="37377" y="26830"/>
                </a:lnTo>
                <a:lnTo>
                  <a:pt x="37669" y="26458"/>
                </a:lnTo>
                <a:lnTo>
                  <a:pt x="37902" y="26086"/>
                </a:lnTo>
                <a:lnTo>
                  <a:pt x="38077" y="25715"/>
                </a:lnTo>
                <a:lnTo>
                  <a:pt x="38369" y="25183"/>
                </a:lnTo>
                <a:lnTo>
                  <a:pt x="38603" y="24918"/>
                </a:lnTo>
                <a:lnTo>
                  <a:pt x="39070" y="24546"/>
                </a:lnTo>
                <a:lnTo>
                  <a:pt x="39362" y="24014"/>
                </a:lnTo>
                <a:lnTo>
                  <a:pt x="39596" y="23642"/>
                </a:lnTo>
                <a:lnTo>
                  <a:pt x="39888" y="23271"/>
                </a:lnTo>
                <a:lnTo>
                  <a:pt x="40180" y="22846"/>
                </a:lnTo>
                <a:lnTo>
                  <a:pt x="40472" y="22474"/>
                </a:lnTo>
                <a:lnTo>
                  <a:pt x="40589" y="22102"/>
                </a:lnTo>
                <a:lnTo>
                  <a:pt x="41056" y="21730"/>
                </a:lnTo>
                <a:lnTo>
                  <a:pt x="41290" y="21305"/>
                </a:lnTo>
                <a:lnTo>
                  <a:pt x="41582" y="20827"/>
                </a:lnTo>
                <a:lnTo>
                  <a:pt x="41874" y="20402"/>
                </a:lnTo>
                <a:lnTo>
                  <a:pt x="42166" y="20189"/>
                </a:lnTo>
                <a:lnTo>
                  <a:pt x="42458" y="19764"/>
                </a:lnTo>
                <a:lnTo>
                  <a:pt x="42750" y="19286"/>
                </a:lnTo>
                <a:lnTo>
                  <a:pt x="42866" y="18914"/>
                </a:lnTo>
                <a:lnTo>
                  <a:pt x="43275" y="18489"/>
                </a:lnTo>
                <a:lnTo>
                  <a:pt x="43567" y="18117"/>
                </a:lnTo>
                <a:lnTo>
                  <a:pt x="43859" y="17745"/>
                </a:lnTo>
                <a:lnTo>
                  <a:pt x="44151" y="17373"/>
                </a:lnTo>
                <a:lnTo>
                  <a:pt x="44385" y="16948"/>
                </a:lnTo>
                <a:lnTo>
                  <a:pt x="44677" y="16470"/>
                </a:lnTo>
                <a:lnTo>
                  <a:pt x="44969" y="16045"/>
                </a:lnTo>
                <a:lnTo>
                  <a:pt x="45378" y="15832"/>
                </a:lnTo>
                <a:lnTo>
                  <a:pt x="45553" y="15407"/>
                </a:lnTo>
                <a:lnTo>
                  <a:pt x="45845" y="14929"/>
                </a:lnTo>
                <a:lnTo>
                  <a:pt x="46078" y="14504"/>
                </a:lnTo>
                <a:lnTo>
                  <a:pt x="46370" y="14132"/>
                </a:lnTo>
                <a:lnTo>
                  <a:pt x="46662" y="13760"/>
                </a:lnTo>
                <a:lnTo>
                  <a:pt x="46954" y="13388"/>
                </a:lnTo>
                <a:lnTo>
                  <a:pt x="47363" y="12963"/>
                </a:lnTo>
                <a:lnTo>
                  <a:pt x="47655" y="12591"/>
                </a:lnTo>
                <a:lnTo>
                  <a:pt x="47947" y="12219"/>
                </a:lnTo>
                <a:lnTo>
                  <a:pt x="48064" y="11848"/>
                </a:lnTo>
                <a:lnTo>
                  <a:pt x="48356" y="11316"/>
                </a:lnTo>
                <a:lnTo>
                  <a:pt x="48648" y="11051"/>
                </a:lnTo>
                <a:lnTo>
                  <a:pt x="48940" y="10679"/>
                </a:lnTo>
                <a:lnTo>
                  <a:pt x="49232" y="10307"/>
                </a:lnTo>
                <a:lnTo>
                  <a:pt x="49641" y="9775"/>
                </a:lnTo>
                <a:lnTo>
                  <a:pt x="49933" y="9404"/>
                </a:lnTo>
                <a:lnTo>
                  <a:pt x="50167" y="8979"/>
                </a:lnTo>
                <a:lnTo>
                  <a:pt x="50459" y="8766"/>
                </a:lnTo>
                <a:lnTo>
                  <a:pt x="50634" y="8235"/>
                </a:lnTo>
                <a:lnTo>
                  <a:pt x="50926" y="7863"/>
                </a:lnTo>
                <a:lnTo>
                  <a:pt x="51159" y="7438"/>
                </a:lnTo>
                <a:lnTo>
                  <a:pt x="51627" y="7066"/>
                </a:lnTo>
                <a:lnTo>
                  <a:pt x="51860" y="6588"/>
                </a:lnTo>
                <a:lnTo>
                  <a:pt x="52152" y="6322"/>
                </a:lnTo>
                <a:lnTo>
                  <a:pt x="52444" y="5897"/>
                </a:lnTo>
                <a:lnTo>
                  <a:pt x="52736" y="5525"/>
                </a:lnTo>
                <a:lnTo>
                  <a:pt x="53028" y="5153"/>
                </a:lnTo>
                <a:lnTo>
                  <a:pt x="53145" y="4622"/>
                </a:lnTo>
                <a:lnTo>
                  <a:pt x="53554" y="4250"/>
                </a:lnTo>
                <a:lnTo>
                  <a:pt x="53846" y="3984"/>
                </a:lnTo>
                <a:lnTo>
                  <a:pt x="54138" y="3612"/>
                </a:lnTo>
                <a:lnTo>
                  <a:pt x="54430" y="3081"/>
                </a:lnTo>
                <a:lnTo>
                  <a:pt x="54722" y="2709"/>
                </a:lnTo>
                <a:lnTo>
                  <a:pt x="55014" y="2337"/>
                </a:lnTo>
                <a:lnTo>
                  <a:pt x="55248" y="1965"/>
                </a:lnTo>
                <a:lnTo>
                  <a:pt x="55540" y="1700"/>
                </a:lnTo>
                <a:lnTo>
                  <a:pt x="55832" y="1168"/>
                </a:lnTo>
                <a:lnTo>
                  <a:pt x="56124" y="796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20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1716455" y="5617712"/>
            <a:ext cx="56649" cy="73638"/>
          </a:xfrm>
          <a:custGeom>
            <a:avLst/>
            <a:gdLst/>
            <a:ahLst/>
            <a:cxnLst/>
            <a:rect l="l" t="t" r="r" b="b"/>
            <a:pathLst>
              <a:path w="56649" h="73638">
                <a:moveTo>
                  <a:pt x="0" y="73638"/>
                </a:moveTo>
                <a:lnTo>
                  <a:pt x="233" y="73160"/>
                </a:lnTo>
                <a:lnTo>
                  <a:pt x="525" y="72894"/>
                </a:lnTo>
                <a:lnTo>
                  <a:pt x="817" y="72522"/>
                </a:lnTo>
                <a:lnTo>
                  <a:pt x="1226" y="72097"/>
                </a:lnTo>
                <a:lnTo>
                  <a:pt x="1401" y="71725"/>
                </a:lnTo>
                <a:lnTo>
                  <a:pt x="1693" y="71194"/>
                </a:lnTo>
                <a:lnTo>
                  <a:pt x="1927" y="70822"/>
                </a:lnTo>
                <a:lnTo>
                  <a:pt x="2219" y="70557"/>
                </a:lnTo>
                <a:lnTo>
                  <a:pt x="2511" y="70185"/>
                </a:lnTo>
                <a:lnTo>
                  <a:pt x="2803" y="69813"/>
                </a:lnTo>
                <a:lnTo>
                  <a:pt x="3212" y="69281"/>
                </a:lnTo>
                <a:lnTo>
                  <a:pt x="3504" y="68910"/>
                </a:lnTo>
                <a:lnTo>
                  <a:pt x="3796" y="68538"/>
                </a:lnTo>
                <a:lnTo>
                  <a:pt x="3912" y="68272"/>
                </a:lnTo>
                <a:lnTo>
                  <a:pt x="4204" y="67900"/>
                </a:lnTo>
                <a:lnTo>
                  <a:pt x="4496" y="67369"/>
                </a:lnTo>
                <a:lnTo>
                  <a:pt x="4788" y="66997"/>
                </a:lnTo>
                <a:lnTo>
                  <a:pt x="5022" y="66572"/>
                </a:lnTo>
                <a:lnTo>
                  <a:pt x="5489" y="66200"/>
                </a:lnTo>
                <a:lnTo>
                  <a:pt x="5781" y="65934"/>
                </a:lnTo>
                <a:lnTo>
                  <a:pt x="6015" y="65562"/>
                </a:lnTo>
                <a:lnTo>
                  <a:pt x="6307" y="65084"/>
                </a:lnTo>
                <a:lnTo>
                  <a:pt x="6482" y="64659"/>
                </a:lnTo>
                <a:lnTo>
                  <a:pt x="6716" y="64287"/>
                </a:lnTo>
                <a:lnTo>
                  <a:pt x="7008" y="63915"/>
                </a:lnTo>
                <a:lnTo>
                  <a:pt x="7475" y="63650"/>
                </a:lnTo>
                <a:lnTo>
                  <a:pt x="7709" y="63118"/>
                </a:lnTo>
                <a:lnTo>
                  <a:pt x="8001" y="62746"/>
                </a:lnTo>
                <a:lnTo>
                  <a:pt x="8293" y="62374"/>
                </a:lnTo>
                <a:lnTo>
                  <a:pt x="8585" y="62003"/>
                </a:lnTo>
                <a:lnTo>
                  <a:pt x="8877" y="61578"/>
                </a:lnTo>
                <a:lnTo>
                  <a:pt x="8993" y="61312"/>
                </a:lnTo>
                <a:lnTo>
                  <a:pt x="9402" y="60834"/>
                </a:lnTo>
                <a:lnTo>
                  <a:pt x="9694" y="60462"/>
                </a:lnTo>
                <a:lnTo>
                  <a:pt x="9986" y="60037"/>
                </a:lnTo>
                <a:lnTo>
                  <a:pt x="10278" y="59665"/>
                </a:lnTo>
                <a:lnTo>
                  <a:pt x="10570" y="59293"/>
                </a:lnTo>
                <a:lnTo>
                  <a:pt x="10804" y="59027"/>
                </a:lnTo>
                <a:lnTo>
                  <a:pt x="11096" y="58496"/>
                </a:lnTo>
                <a:lnTo>
                  <a:pt x="11388" y="58124"/>
                </a:lnTo>
                <a:lnTo>
                  <a:pt x="11680" y="57752"/>
                </a:lnTo>
                <a:lnTo>
                  <a:pt x="11972" y="57380"/>
                </a:lnTo>
                <a:lnTo>
                  <a:pt x="12264" y="56955"/>
                </a:lnTo>
                <a:lnTo>
                  <a:pt x="12497" y="56690"/>
                </a:lnTo>
                <a:lnTo>
                  <a:pt x="12789" y="56211"/>
                </a:lnTo>
                <a:lnTo>
                  <a:pt x="13081" y="55839"/>
                </a:lnTo>
                <a:lnTo>
                  <a:pt x="13373" y="55414"/>
                </a:lnTo>
                <a:lnTo>
                  <a:pt x="13782" y="55042"/>
                </a:lnTo>
                <a:lnTo>
                  <a:pt x="13958" y="54671"/>
                </a:lnTo>
                <a:lnTo>
                  <a:pt x="14191" y="54405"/>
                </a:lnTo>
                <a:lnTo>
                  <a:pt x="14483" y="54033"/>
                </a:lnTo>
                <a:lnTo>
                  <a:pt x="14775" y="53502"/>
                </a:lnTo>
                <a:lnTo>
                  <a:pt x="15067" y="53130"/>
                </a:lnTo>
                <a:lnTo>
                  <a:pt x="15359" y="52758"/>
                </a:lnTo>
                <a:lnTo>
                  <a:pt x="15768" y="52333"/>
                </a:lnTo>
                <a:lnTo>
                  <a:pt x="16060" y="52067"/>
                </a:lnTo>
                <a:lnTo>
                  <a:pt x="16352" y="51695"/>
                </a:lnTo>
                <a:lnTo>
                  <a:pt x="16469" y="51323"/>
                </a:lnTo>
                <a:lnTo>
                  <a:pt x="16761" y="50951"/>
                </a:lnTo>
                <a:lnTo>
                  <a:pt x="17053" y="50420"/>
                </a:lnTo>
                <a:lnTo>
                  <a:pt x="17345" y="50048"/>
                </a:lnTo>
                <a:lnTo>
                  <a:pt x="17578" y="49783"/>
                </a:lnTo>
                <a:lnTo>
                  <a:pt x="18046" y="49411"/>
                </a:lnTo>
                <a:lnTo>
                  <a:pt x="18279" y="49039"/>
                </a:lnTo>
                <a:lnTo>
                  <a:pt x="18571" y="48614"/>
                </a:lnTo>
                <a:lnTo>
                  <a:pt x="18863" y="48242"/>
                </a:lnTo>
                <a:lnTo>
                  <a:pt x="19038" y="47870"/>
                </a:lnTo>
                <a:lnTo>
                  <a:pt x="19272" y="47498"/>
                </a:lnTo>
                <a:lnTo>
                  <a:pt x="19564" y="47073"/>
                </a:lnTo>
                <a:lnTo>
                  <a:pt x="19973" y="46701"/>
                </a:lnTo>
                <a:lnTo>
                  <a:pt x="20265" y="46329"/>
                </a:lnTo>
                <a:lnTo>
                  <a:pt x="20557" y="45957"/>
                </a:lnTo>
                <a:lnTo>
                  <a:pt x="20849" y="45532"/>
                </a:lnTo>
                <a:lnTo>
                  <a:pt x="21141" y="45160"/>
                </a:lnTo>
                <a:lnTo>
                  <a:pt x="21433" y="44895"/>
                </a:lnTo>
                <a:lnTo>
                  <a:pt x="21550" y="44523"/>
                </a:lnTo>
                <a:lnTo>
                  <a:pt x="21959" y="44151"/>
                </a:lnTo>
                <a:lnTo>
                  <a:pt x="22251" y="43619"/>
                </a:lnTo>
                <a:lnTo>
                  <a:pt x="22543" y="43248"/>
                </a:lnTo>
                <a:lnTo>
                  <a:pt x="22835" y="42876"/>
                </a:lnTo>
                <a:lnTo>
                  <a:pt x="23127" y="42610"/>
                </a:lnTo>
                <a:lnTo>
                  <a:pt x="23360" y="42185"/>
                </a:lnTo>
                <a:lnTo>
                  <a:pt x="23652" y="41813"/>
                </a:lnTo>
                <a:lnTo>
                  <a:pt x="23944" y="41441"/>
                </a:lnTo>
                <a:lnTo>
                  <a:pt x="24236" y="41069"/>
                </a:lnTo>
                <a:lnTo>
                  <a:pt x="24528" y="40644"/>
                </a:lnTo>
                <a:lnTo>
                  <a:pt x="24820" y="40432"/>
                </a:lnTo>
                <a:lnTo>
                  <a:pt x="25054" y="40007"/>
                </a:lnTo>
                <a:lnTo>
                  <a:pt x="25346" y="39635"/>
                </a:lnTo>
                <a:lnTo>
                  <a:pt x="25638" y="39103"/>
                </a:lnTo>
                <a:lnTo>
                  <a:pt x="25930" y="38731"/>
                </a:lnTo>
                <a:lnTo>
                  <a:pt x="26339" y="38360"/>
                </a:lnTo>
                <a:lnTo>
                  <a:pt x="26514" y="38094"/>
                </a:lnTo>
                <a:lnTo>
                  <a:pt x="26747" y="37722"/>
                </a:lnTo>
                <a:lnTo>
                  <a:pt x="27039" y="37350"/>
                </a:lnTo>
                <a:lnTo>
                  <a:pt x="27331" y="36925"/>
                </a:lnTo>
                <a:lnTo>
                  <a:pt x="27624" y="36553"/>
                </a:lnTo>
                <a:lnTo>
                  <a:pt x="27916" y="36181"/>
                </a:lnTo>
                <a:lnTo>
                  <a:pt x="28324" y="35916"/>
                </a:lnTo>
                <a:lnTo>
                  <a:pt x="28616" y="35544"/>
                </a:lnTo>
                <a:lnTo>
                  <a:pt x="28908" y="35172"/>
                </a:lnTo>
                <a:lnTo>
                  <a:pt x="29025" y="34747"/>
                </a:lnTo>
                <a:lnTo>
                  <a:pt x="29317" y="34375"/>
                </a:lnTo>
                <a:lnTo>
                  <a:pt x="29609" y="34003"/>
                </a:lnTo>
                <a:lnTo>
                  <a:pt x="29843" y="33631"/>
                </a:lnTo>
                <a:lnTo>
                  <a:pt x="30135" y="33365"/>
                </a:lnTo>
                <a:lnTo>
                  <a:pt x="30602" y="32834"/>
                </a:lnTo>
                <a:lnTo>
                  <a:pt x="30836" y="32462"/>
                </a:lnTo>
                <a:lnTo>
                  <a:pt x="31128" y="32090"/>
                </a:lnTo>
                <a:lnTo>
                  <a:pt x="31420" y="31665"/>
                </a:lnTo>
                <a:lnTo>
                  <a:pt x="31536" y="31293"/>
                </a:lnTo>
                <a:lnTo>
                  <a:pt x="31828" y="31028"/>
                </a:lnTo>
                <a:lnTo>
                  <a:pt x="32120" y="30656"/>
                </a:lnTo>
                <a:lnTo>
                  <a:pt x="32529" y="30284"/>
                </a:lnTo>
                <a:lnTo>
                  <a:pt x="32821" y="29912"/>
                </a:lnTo>
                <a:lnTo>
                  <a:pt x="33113" y="29487"/>
                </a:lnTo>
                <a:lnTo>
                  <a:pt x="33405" y="29115"/>
                </a:lnTo>
                <a:lnTo>
                  <a:pt x="33697" y="28849"/>
                </a:lnTo>
                <a:lnTo>
                  <a:pt x="33989" y="28477"/>
                </a:lnTo>
                <a:lnTo>
                  <a:pt x="34106" y="28105"/>
                </a:lnTo>
                <a:lnTo>
                  <a:pt x="34515" y="27680"/>
                </a:lnTo>
                <a:lnTo>
                  <a:pt x="34807" y="27308"/>
                </a:lnTo>
                <a:lnTo>
                  <a:pt x="35099" y="26937"/>
                </a:lnTo>
                <a:lnTo>
                  <a:pt x="35391" y="26565"/>
                </a:lnTo>
                <a:lnTo>
                  <a:pt x="35625" y="26299"/>
                </a:lnTo>
                <a:lnTo>
                  <a:pt x="35917" y="25927"/>
                </a:lnTo>
                <a:lnTo>
                  <a:pt x="36209" y="25502"/>
                </a:lnTo>
                <a:lnTo>
                  <a:pt x="36501" y="25130"/>
                </a:lnTo>
                <a:lnTo>
                  <a:pt x="36793" y="24758"/>
                </a:lnTo>
                <a:lnTo>
                  <a:pt x="37085" y="24386"/>
                </a:lnTo>
                <a:lnTo>
                  <a:pt x="37318" y="24121"/>
                </a:lnTo>
                <a:lnTo>
                  <a:pt x="37610" y="23749"/>
                </a:lnTo>
                <a:lnTo>
                  <a:pt x="37902" y="23324"/>
                </a:lnTo>
                <a:lnTo>
                  <a:pt x="38194" y="22952"/>
                </a:lnTo>
                <a:lnTo>
                  <a:pt x="38486" y="22580"/>
                </a:lnTo>
                <a:lnTo>
                  <a:pt x="38895" y="22208"/>
                </a:lnTo>
                <a:lnTo>
                  <a:pt x="39012" y="21942"/>
                </a:lnTo>
                <a:lnTo>
                  <a:pt x="39304" y="21570"/>
                </a:lnTo>
                <a:lnTo>
                  <a:pt x="39596" y="21145"/>
                </a:lnTo>
                <a:lnTo>
                  <a:pt x="39888" y="20773"/>
                </a:lnTo>
                <a:lnTo>
                  <a:pt x="40180" y="20402"/>
                </a:lnTo>
                <a:lnTo>
                  <a:pt x="40472" y="20030"/>
                </a:lnTo>
                <a:lnTo>
                  <a:pt x="40881" y="19605"/>
                </a:lnTo>
                <a:lnTo>
                  <a:pt x="41173" y="19339"/>
                </a:lnTo>
                <a:lnTo>
                  <a:pt x="41406" y="19126"/>
                </a:lnTo>
                <a:lnTo>
                  <a:pt x="41582" y="18701"/>
                </a:lnTo>
                <a:lnTo>
                  <a:pt x="41874" y="18329"/>
                </a:lnTo>
                <a:lnTo>
                  <a:pt x="42166" y="17958"/>
                </a:lnTo>
                <a:lnTo>
                  <a:pt x="42399" y="17586"/>
                </a:lnTo>
                <a:lnTo>
                  <a:pt x="42691" y="17320"/>
                </a:lnTo>
                <a:lnTo>
                  <a:pt x="43100" y="16948"/>
                </a:lnTo>
                <a:lnTo>
                  <a:pt x="43392" y="16523"/>
                </a:lnTo>
                <a:lnTo>
                  <a:pt x="43684" y="16151"/>
                </a:lnTo>
                <a:lnTo>
                  <a:pt x="43976" y="15779"/>
                </a:lnTo>
                <a:lnTo>
                  <a:pt x="44093" y="15407"/>
                </a:lnTo>
                <a:lnTo>
                  <a:pt x="44385" y="14982"/>
                </a:lnTo>
                <a:lnTo>
                  <a:pt x="44677" y="14717"/>
                </a:lnTo>
                <a:lnTo>
                  <a:pt x="45086" y="14345"/>
                </a:lnTo>
                <a:lnTo>
                  <a:pt x="45378" y="13973"/>
                </a:lnTo>
                <a:lnTo>
                  <a:pt x="45670" y="13601"/>
                </a:lnTo>
                <a:lnTo>
                  <a:pt x="45962" y="13176"/>
                </a:lnTo>
                <a:lnTo>
                  <a:pt x="46254" y="12963"/>
                </a:lnTo>
                <a:lnTo>
                  <a:pt x="46487" y="12698"/>
                </a:lnTo>
                <a:lnTo>
                  <a:pt x="46662" y="12326"/>
                </a:lnTo>
                <a:lnTo>
                  <a:pt x="47071" y="11901"/>
                </a:lnTo>
                <a:lnTo>
                  <a:pt x="47363" y="11529"/>
                </a:lnTo>
                <a:lnTo>
                  <a:pt x="47655" y="11157"/>
                </a:lnTo>
                <a:lnTo>
                  <a:pt x="47947" y="10785"/>
                </a:lnTo>
                <a:lnTo>
                  <a:pt x="48181" y="10360"/>
                </a:lnTo>
                <a:lnTo>
                  <a:pt x="48473" y="10147"/>
                </a:lnTo>
                <a:lnTo>
                  <a:pt x="48765" y="9722"/>
                </a:lnTo>
                <a:lnTo>
                  <a:pt x="49057" y="9350"/>
                </a:lnTo>
                <a:lnTo>
                  <a:pt x="49349" y="9085"/>
                </a:lnTo>
                <a:lnTo>
                  <a:pt x="49641" y="8713"/>
                </a:lnTo>
                <a:lnTo>
                  <a:pt x="49875" y="8341"/>
                </a:lnTo>
                <a:lnTo>
                  <a:pt x="50167" y="7916"/>
                </a:lnTo>
                <a:lnTo>
                  <a:pt x="50459" y="7703"/>
                </a:lnTo>
                <a:lnTo>
                  <a:pt x="50751" y="7278"/>
                </a:lnTo>
                <a:lnTo>
                  <a:pt x="51043" y="6906"/>
                </a:lnTo>
                <a:lnTo>
                  <a:pt x="51451" y="6535"/>
                </a:lnTo>
                <a:lnTo>
                  <a:pt x="51743" y="6269"/>
                </a:lnTo>
                <a:lnTo>
                  <a:pt x="51860" y="5897"/>
                </a:lnTo>
                <a:lnTo>
                  <a:pt x="52152" y="5631"/>
                </a:lnTo>
                <a:lnTo>
                  <a:pt x="52444" y="5259"/>
                </a:lnTo>
                <a:lnTo>
                  <a:pt x="52736" y="4834"/>
                </a:lnTo>
                <a:lnTo>
                  <a:pt x="52970" y="4462"/>
                </a:lnTo>
                <a:lnTo>
                  <a:pt x="53437" y="4091"/>
                </a:lnTo>
                <a:lnTo>
                  <a:pt x="53729" y="3719"/>
                </a:lnTo>
                <a:lnTo>
                  <a:pt x="53963" y="3453"/>
                </a:lnTo>
                <a:lnTo>
                  <a:pt x="54138" y="3187"/>
                </a:lnTo>
                <a:lnTo>
                  <a:pt x="54430" y="2815"/>
                </a:lnTo>
                <a:lnTo>
                  <a:pt x="54663" y="2443"/>
                </a:lnTo>
                <a:lnTo>
                  <a:pt x="54956" y="2018"/>
                </a:lnTo>
                <a:lnTo>
                  <a:pt x="55248" y="1647"/>
                </a:lnTo>
                <a:lnTo>
                  <a:pt x="55656" y="1381"/>
                </a:lnTo>
                <a:lnTo>
                  <a:pt x="55948" y="1009"/>
                </a:lnTo>
                <a:lnTo>
                  <a:pt x="56240" y="743"/>
                </a:lnTo>
                <a:lnTo>
                  <a:pt x="56532" y="371"/>
                </a:lnTo>
                <a:lnTo>
                  <a:pt x="56649" y="0"/>
                </a:lnTo>
              </a:path>
            </a:pathLst>
          </a:custGeom>
          <a:ln w="817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1773105" y="5556346"/>
            <a:ext cx="56824" cy="61365"/>
          </a:xfrm>
          <a:custGeom>
            <a:avLst/>
            <a:gdLst/>
            <a:ahLst/>
            <a:cxnLst/>
            <a:rect l="l" t="t" r="r" b="b"/>
            <a:pathLst>
              <a:path w="56824" h="61365">
                <a:moveTo>
                  <a:pt x="0" y="61365"/>
                </a:moveTo>
                <a:lnTo>
                  <a:pt x="292" y="60940"/>
                </a:lnTo>
                <a:lnTo>
                  <a:pt x="584" y="60727"/>
                </a:lnTo>
                <a:lnTo>
                  <a:pt x="992" y="60302"/>
                </a:lnTo>
                <a:lnTo>
                  <a:pt x="1284" y="60037"/>
                </a:lnTo>
                <a:lnTo>
                  <a:pt x="1576" y="59665"/>
                </a:lnTo>
                <a:lnTo>
                  <a:pt x="1868" y="59293"/>
                </a:lnTo>
                <a:lnTo>
                  <a:pt x="2102" y="59027"/>
                </a:lnTo>
                <a:lnTo>
                  <a:pt x="2394" y="58655"/>
                </a:lnTo>
                <a:lnTo>
                  <a:pt x="2569" y="58283"/>
                </a:lnTo>
                <a:lnTo>
                  <a:pt x="2978" y="57858"/>
                </a:lnTo>
                <a:lnTo>
                  <a:pt x="3270" y="57646"/>
                </a:lnTo>
                <a:lnTo>
                  <a:pt x="3562" y="57380"/>
                </a:lnTo>
                <a:lnTo>
                  <a:pt x="3796" y="57008"/>
                </a:lnTo>
                <a:lnTo>
                  <a:pt x="4088" y="56583"/>
                </a:lnTo>
                <a:lnTo>
                  <a:pt x="4380" y="56211"/>
                </a:lnTo>
                <a:lnTo>
                  <a:pt x="4672" y="55839"/>
                </a:lnTo>
                <a:lnTo>
                  <a:pt x="4964" y="55574"/>
                </a:lnTo>
                <a:lnTo>
                  <a:pt x="5256" y="55308"/>
                </a:lnTo>
                <a:lnTo>
                  <a:pt x="5489" y="54936"/>
                </a:lnTo>
                <a:lnTo>
                  <a:pt x="5781" y="54564"/>
                </a:lnTo>
                <a:lnTo>
                  <a:pt x="6073" y="54139"/>
                </a:lnTo>
                <a:lnTo>
                  <a:pt x="6365" y="53927"/>
                </a:lnTo>
                <a:lnTo>
                  <a:pt x="6657" y="53502"/>
                </a:lnTo>
                <a:lnTo>
                  <a:pt x="6949" y="53130"/>
                </a:lnTo>
                <a:lnTo>
                  <a:pt x="7358" y="52864"/>
                </a:lnTo>
                <a:lnTo>
                  <a:pt x="7650" y="52598"/>
                </a:lnTo>
                <a:lnTo>
                  <a:pt x="7767" y="52227"/>
                </a:lnTo>
                <a:lnTo>
                  <a:pt x="8059" y="51855"/>
                </a:lnTo>
                <a:lnTo>
                  <a:pt x="8351" y="51483"/>
                </a:lnTo>
                <a:lnTo>
                  <a:pt x="8643" y="51217"/>
                </a:lnTo>
                <a:lnTo>
                  <a:pt x="8877" y="50845"/>
                </a:lnTo>
                <a:lnTo>
                  <a:pt x="9344" y="50580"/>
                </a:lnTo>
                <a:lnTo>
                  <a:pt x="9577" y="50155"/>
                </a:lnTo>
                <a:lnTo>
                  <a:pt x="9869" y="49942"/>
                </a:lnTo>
                <a:lnTo>
                  <a:pt x="10161" y="49517"/>
                </a:lnTo>
                <a:lnTo>
                  <a:pt x="10337" y="49145"/>
                </a:lnTo>
                <a:lnTo>
                  <a:pt x="10570" y="48773"/>
                </a:lnTo>
                <a:lnTo>
                  <a:pt x="10862" y="48507"/>
                </a:lnTo>
                <a:lnTo>
                  <a:pt x="11154" y="48242"/>
                </a:lnTo>
                <a:lnTo>
                  <a:pt x="11563" y="47870"/>
                </a:lnTo>
                <a:lnTo>
                  <a:pt x="11855" y="47604"/>
                </a:lnTo>
                <a:lnTo>
                  <a:pt x="12147" y="47232"/>
                </a:lnTo>
                <a:lnTo>
                  <a:pt x="12439" y="46860"/>
                </a:lnTo>
                <a:lnTo>
                  <a:pt x="12556" y="46435"/>
                </a:lnTo>
                <a:lnTo>
                  <a:pt x="12848" y="46223"/>
                </a:lnTo>
                <a:lnTo>
                  <a:pt x="13140" y="45957"/>
                </a:lnTo>
                <a:lnTo>
                  <a:pt x="13549" y="45532"/>
                </a:lnTo>
                <a:lnTo>
                  <a:pt x="13841" y="45320"/>
                </a:lnTo>
                <a:lnTo>
                  <a:pt x="14133" y="44895"/>
                </a:lnTo>
                <a:lnTo>
                  <a:pt x="14425" y="44523"/>
                </a:lnTo>
                <a:lnTo>
                  <a:pt x="14658" y="44257"/>
                </a:lnTo>
                <a:lnTo>
                  <a:pt x="14950" y="43885"/>
                </a:lnTo>
                <a:lnTo>
                  <a:pt x="15126" y="43619"/>
                </a:lnTo>
                <a:lnTo>
                  <a:pt x="15359" y="43354"/>
                </a:lnTo>
                <a:lnTo>
                  <a:pt x="15826" y="42982"/>
                </a:lnTo>
                <a:lnTo>
                  <a:pt x="16118" y="42610"/>
                </a:lnTo>
                <a:lnTo>
                  <a:pt x="16352" y="42344"/>
                </a:lnTo>
                <a:lnTo>
                  <a:pt x="16644" y="41972"/>
                </a:lnTo>
                <a:lnTo>
                  <a:pt x="16936" y="41601"/>
                </a:lnTo>
                <a:lnTo>
                  <a:pt x="17228" y="41441"/>
                </a:lnTo>
                <a:lnTo>
                  <a:pt x="17520" y="41069"/>
                </a:lnTo>
                <a:lnTo>
                  <a:pt x="17812" y="40697"/>
                </a:lnTo>
                <a:lnTo>
                  <a:pt x="18046" y="40432"/>
                </a:lnTo>
                <a:lnTo>
                  <a:pt x="18338" y="40060"/>
                </a:lnTo>
                <a:lnTo>
                  <a:pt x="18630" y="39635"/>
                </a:lnTo>
                <a:lnTo>
                  <a:pt x="18922" y="39422"/>
                </a:lnTo>
                <a:lnTo>
                  <a:pt x="19214" y="39157"/>
                </a:lnTo>
                <a:lnTo>
                  <a:pt x="19506" y="38731"/>
                </a:lnTo>
                <a:lnTo>
                  <a:pt x="19914" y="38519"/>
                </a:lnTo>
                <a:lnTo>
                  <a:pt x="20206" y="38094"/>
                </a:lnTo>
                <a:lnTo>
                  <a:pt x="20323" y="37722"/>
                </a:lnTo>
                <a:lnTo>
                  <a:pt x="20615" y="37456"/>
                </a:lnTo>
                <a:lnTo>
                  <a:pt x="20907" y="37084"/>
                </a:lnTo>
                <a:lnTo>
                  <a:pt x="21141" y="36819"/>
                </a:lnTo>
                <a:lnTo>
                  <a:pt x="21433" y="36553"/>
                </a:lnTo>
                <a:lnTo>
                  <a:pt x="21725" y="36181"/>
                </a:lnTo>
                <a:lnTo>
                  <a:pt x="22134" y="35916"/>
                </a:lnTo>
                <a:lnTo>
                  <a:pt x="22426" y="35544"/>
                </a:lnTo>
                <a:lnTo>
                  <a:pt x="22718" y="35278"/>
                </a:lnTo>
                <a:lnTo>
                  <a:pt x="22835" y="34906"/>
                </a:lnTo>
                <a:lnTo>
                  <a:pt x="23127" y="34534"/>
                </a:lnTo>
                <a:lnTo>
                  <a:pt x="23419" y="34375"/>
                </a:lnTo>
                <a:lnTo>
                  <a:pt x="23711" y="34003"/>
                </a:lnTo>
                <a:lnTo>
                  <a:pt x="24119" y="33737"/>
                </a:lnTo>
                <a:lnTo>
                  <a:pt x="24411" y="33365"/>
                </a:lnTo>
                <a:lnTo>
                  <a:pt x="24703" y="32993"/>
                </a:lnTo>
                <a:lnTo>
                  <a:pt x="24995" y="32728"/>
                </a:lnTo>
                <a:lnTo>
                  <a:pt x="25287" y="32356"/>
                </a:lnTo>
                <a:lnTo>
                  <a:pt x="25404" y="32090"/>
                </a:lnTo>
                <a:lnTo>
                  <a:pt x="25696" y="31825"/>
                </a:lnTo>
                <a:lnTo>
                  <a:pt x="26105" y="31453"/>
                </a:lnTo>
                <a:lnTo>
                  <a:pt x="26397" y="31187"/>
                </a:lnTo>
                <a:lnTo>
                  <a:pt x="26689" y="30815"/>
                </a:lnTo>
                <a:lnTo>
                  <a:pt x="26923" y="30549"/>
                </a:lnTo>
                <a:lnTo>
                  <a:pt x="27215" y="30178"/>
                </a:lnTo>
                <a:lnTo>
                  <a:pt x="27507" y="29912"/>
                </a:lnTo>
                <a:lnTo>
                  <a:pt x="27799" y="29646"/>
                </a:lnTo>
                <a:lnTo>
                  <a:pt x="27916" y="29381"/>
                </a:lnTo>
                <a:lnTo>
                  <a:pt x="28383" y="29009"/>
                </a:lnTo>
                <a:lnTo>
                  <a:pt x="28616" y="28637"/>
                </a:lnTo>
                <a:lnTo>
                  <a:pt x="28908" y="28371"/>
                </a:lnTo>
                <a:lnTo>
                  <a:pt x="29200" y="27999"/>
                </a:lnTo>
                <a:lnTo>
                  <a:pt x="29492" y="27734"/>
                </a:lnTo>
                <a:lnTo>
                  <a:pt x="29784" y="27468"/>
                </a:lnTo>
                <a:lnTo>
                  <a:pt x="30076" y="27202"/>
                </a:lnTo>
                <a:lnTo>
                  <a:pt x="30310" y="26830"/>
                </a:lnTo>
                <a:lnTo>
                  <a:pt x="30602" y="26565"/>
                </a:lnTo>
                <a:lnTo>
                  <a:pt x="30894" y="26193"/>
                </a:lnTo>
                <a:lnTo>
                  <a:pt x="31186" y="25927"/>
                </a:lnTo>
                <a:lnTo>
                  <a:pt x="31478" y="25555"/>
                </a:lnTo>
                <a:lnTo>
                  <a:pt x="31770" y="25290"/>
                </a:lnTo>
                <a:lnTo>
                  <a:pt x="32004" y="25024"/>
                </a:lnTo>
                <a:lnTo>
                  <a:pt x="32471" y="24758"/>
                </a:lnTo>
                <a:lnTo>
                  <a:pt x="32704" y="24386"/>
                </a:lnTo>
                <a:lnTo>
                  <a:pt x="32880" y="24121"/>
                </a:lnTo>
                <a:lnTo>
                  <a:pt x="33172" y="23749"/>
                </a:lnTo>
                <a:lnTo>
                  <a:pt x="33464" y="23483"/>
                </a:lnTo>
                <a:lnTo>
                  <a:pt x="33697" y="23111"/>
                </a:lnTo>
                <a:lnTo>
                  <a:pt x="33989" y="22846"/>
                </a:lnTo>
                <a:lnTo>
                  <a:pt x="34281" y="22580"/>
                </a:lnTo>
                <a:lnTo>
                  <a:pt x="34690" y="22314"/>
                </a:lnTo>
                <a:lnTo>
                  <a:pt x="34982" y="21942"/>
                </a:lnTo>
                <a:lnTo>
                  <a:pt x="35274" y="21677"/>
                </a:lnTo>
                <a:lnTo>
                  <a:pt x="35391" y="21305"/>
                </a:lnTo>
                <a:lnTo>
                  <a:pt x="35683" y="21039"/>
                </a:lnTo>
                <a:lnTo>
                  <a:pt x="35975" y="20667"/>
                </a:lnTo>
                <a:lnTo>
                  <a:pt x="36267" y="20508"/>
                </a:lnTo>
                <a:lnTo>
                  <a:pt x="36676" y="20295"/>
                </a:lnTo>
                <a:lnTo>
                  <a:pt x="36968" y="19870"/>
                </a:lnTo>
                <a:lnTo>
                  <a:pt x="37260" y="19605"/>
                </a:lnTo>
                <a:lnTo>
                  <a:pt x="37552" y="19233"/>
                </a:lnTo>
                <a:lnTo>
                  <a:pt x="37785" y="18967"/>
                </a:lnTo>
                <a:lnTo>
                  <a:pt x="37961" y="18595"/>
                </a:lnTo>
                <a:lnTo>
                  <a:pt x="38253" y="18329"/>
                </a:lnTo>
                <a:lnTo>
                  <a:pt x="38661" y="18064"/>
                </a:lnTo>
                <a:lnTo>
                  <a:pt x="38953" y="17851"/>
                </a:lnTo>
                <a:lnTo>
                  <a:pt x="39245" y="17586"/>
                </a:lnTo>
                <a:lnTo>
                  <a:pt x="39479" y="17214"/>
                </a:lnTo>
                <a:lnTo>
                  <a:pt x="39771" y="16948"/>
                </a:lnTo>
                <a:lnTo>
                  <a:pt x="40063" y="16576"/>
                </a:lnTo>
                <a:lnTo>
                  <a:pt x="40355" y="16311"/>
                </a:lnTo>
                <a:lnTo>
                  <a:pt x="40472" y="16045"/>
                </a:lnTo>
                <a:lnTo>
                  <a:pt x="40939" y="15779"/>
                </a:lnTo>
                <a:lnTo>
                  <a:pt x="41173" y="15514"/>
                </a:lnTo>
                <a:lnTo>
                  <a:pt x="41465" y="15142"/>
                </a:lnTo>
                <a:lnTo>
                  <a:pt x="41757" y="14876"/>
                </a:lnTo>
                <a:lnTo>
                  <a:pt x="42049" y="14610"/>
                </a:lnTo>
                <a:lnTo>
                  <a:pt x="42341" y="14238"/>
                </a:lnTo>
                <a:lnTo>
                  <a:pt x="42633" y="13973"/>
                </a:lnTo>
                <a:lnTo>
                  <a:pt x="42866" y="13601"/>
                </a:lnTo>
                <a:lnTo>
                  <a:pt x="43158" y="13495"/>
                </a:lnTo>
                <a:lnTo>
                  <a:pt x="43450" y="13229"/>
                </a:lnTo>
                <a:lnTo>
                  <a:pt x="43742" y="12804"/>
                </a:lnTo>
                <a:lnTo>
                  <a:pt x="44034" y="12591"/>
                </a:lnTo>
                <a:lnTo>
                  <a:pt x="44268" y="12326"/>
                </a:lnTo>
                <a:lnTo>
                  <a:pt x="44560" y="11954"/>
                </a:lnTo>
                <a:lnTo>
                  <a:pt x="45027" y="11688"/>
                </a:lnTo>
                <a:lnTo>
                  <a:pt x="45261" y="11263"/>
                </a:lnTo>
                <a:lnTo>
                  <a:pt x="45436" y="11157"/>
                </a:lnTo>
                <a:lnTo>
                  <a:pt x="45728" y="10891"/>
                </a:lnTo>
                <a:lnTo>
                  <a:pt x="45962" y="10519"/>
                </a:lnTo>
                <a:lnTo>
                  <a:pt x="46254" y="10254"/>
                </a:lnTo>
                <a:lnTo>
                  <a:pt x="46546" y="9988"/>
                </a:lnTo>
                <a:lnTo>
                  <a:pt x="46838" y="9616"/>
                </a:lnTo>
                <a:lnTo>
                  <a:pt x="47246" y="9350"/>
                </a:lnTo>
                <a:lnTo>
                  <a:pt x="47538" y="9085"/>
                </a:lnTo>
                <a:lnTo>
                  <a:pt x="47831" y="8872"/>
                </a:lnTo>
                <a:lnTo>
                  <a:pt x="47947" y="8607"/>
                </a:lnTo>
                <a:lnTo>
                  <a:pt x="48239" y="8341"/>
                </a:lnTo>
                <a:lnTo>
                  <a:pt x="48531" y="7969"/>
                </a:lnTo>
                <a:lnTo>
                  <a:pt x="48823" y="7703"/>
                </a:lnTo>
                <a:lnTo>
                  <a:pt x="49232" y="7438"/>
                </a:lnTo>
                <a:lnTo>
                  <a:pt x="49524" y="7066"/>
                </a:lnTo>
                <a:lnTo>
                  <a:pt x="49816" y="6800"/>
                </a:lnTo>
                <a:lnTo>
                  <a:pt x="50108" y="6535"/>
                </a:lnTo>
                <a:lnTo>
                  <a:pt x="50342" y="6428"/>
                </a:lnTo>
                <a:lnTo>
                  <a:pt x="50517" y="6003"/>
                </a:lnTo>
                <a:lnTo>
                  <a:pt x="50809" y="5791"/>
                </a:lnTo>
                <a:lnTo>
                  <a:pt x="51218" y="5525"/>
                </a:lnTo>
                <a:lnTo>
                  <a:pt x="51510" y="5100"/>
                </a:lnTo>
                <a:lnTo>
                  <a:pt x="51743" y="4887"/>
                </a:lnTo>
                <a:lnTo>
                  <a:pt x="52035" y="4622"/>
                </a:lnTo>
                <a:lnTo>
                  <a:pt x="52327" y="4356"/>
                </a:lnTo>
                <a:lnTo>
                  <a:pt x="52619" y="4091"/>
                </a:lnTo>
                <a:lnTo>
                  <a:pt x="52911" y="3825"/>
                </a:lnTo>
                <a:lnTo>
                  <a:pt x="53028" y="3559"/>
                </a:lnTo>
                <a:lnTo>
                  <a:pt x="53437" y="3347"/>
                </a:lnTo>
                <a:lnTo>
                  <a:pt x="53729" y="2922"/>
                </a:lnTo>
                <a:lnTo>
                  <a:pt x="54021" y="2709"/>
                </a:lnTo>
                <a:lnTo>
                  <a:pt x="54313" y="2443"/>
                </a:lnTo>
                <a:lnTo>
                  <a:pt x="54605" y="2178"/>
                </a:lnTo>
                <a:lnTo>
                  <a:pt x="54897" y="1912"/>
                </a:lnTo>
                <a:lnTo>
                  <a:pt x="55131" y="1647"/>
                </a:lnTo>
                <a:lnTo>
                  <a:pt x="55423" y="1381"/>
                </a:lnTo>
                <a:lnTo>
                  <a:pt x="55715" y="1168"/>
                </a:lnTo>
                <a:lnTo>
                  <a:pt x="56007" y="743"/>
                </a:lnTo>
                <a:lnTo>
                  <a:pt x="56299" y="531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810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1829930" y="5511292"/>
            <a:ext cx="56708" cy="45054"/>
          </a:xfrm>
          <a:custGeom>
            <a:avLst/>
            <a:gdLst/>
            <a:ahLst/>
            <a:cxnLst/>
            <a:rect l="l" t="t" r="r" b="b"/>
            <a:pathLst>
              <a:path w="56708" h="45054">
                <a:moveTo>
                  <a:pt x="0" y="45054"/>
                </a:moveTo>
                <a:lnTo>
                  <a:pt x="292" y="44682"/>
                </a:lnTo>
                <a:lnTo>
                  <a:pt x="700" y="44523"/>
                </a:lnTo>
                <a:lnTo>
                  <a:pt x="992" y="44257"/>
                </a:lnTo>
                <a:lnTo>
                  <a:pt x="1168" y="44045"/>
                </a:lnTo>
                <a:lnTo>
                  <a:pt x="1460" y="43779"/>
                </a:lnTo>
                <a:lnTo>
                  <a:pt x="1693" y="43354"/>
                </a:lnTo>
                <a:lnTo>
                  <a:pt x="1985" y="43141"/>
                </a:lnTo>
                <a:lnTo>
                  <a:pt x="2277" y="42876"/>
                </a:lnTo>
                <a:lnTo>
                  <a:pt x="2569" y="42610"/>
                </a:lnTo>
                <a:lnTo>
                  <a:pt x="2978" y="42344"/>
                </a:lnTo>
                <a:lnTo>
                  <a:pt x="3270" y="42238"/>
                </a:lnTo>
                <a:lnTo>
                  <a:pt x="3562" y="41813"/>
                </a:lnTo>
                <a:lnTo>
                  <a:pt x="3679" y="41601"/>
                </a:lnTo>
                <a:lnTo>
                  <a:pt x="3971" y="41335"/>
                </a:lnTo>
                <a:lnTo>
                  <a:pt x="4263" y="41069"/>
                </a:lnTo>
                <a:lnTo>
                  <a:pt x="4555" y="40804"/>
                </a:lnTo>
                <a:lnTo>
                  <a:pt x="4964" y="40538"/>
                </a:lnTo>
                <a:lnTo>
                  <a:pt x="5256" y="40166"/>
                </a:lnTo>
                <a:lnTo>
                  <a:pt x="5548" y="39900"/>
                </a:lnTo>
                <a:lnTo>
                  <a:pt x="5781" y="39794"/>
                </a:lnTo>
                <a:lnTo>
                  <a:pt x="6073" y="39528"/>
                </a:lnTo>
                <a:lnTo>
                  <a:pt x="6248" y="39263"/>
                </a:lnTo>
                <a:lnTo>
                  <a:pt x="6482" y="38997"/>
                </a:lnTo>
                <a:lnTo>
                  <a:pt x="6949" y="38625"/>
                </a:lnTo>
                <a:lnTo>
                  <a:pt x="7241" y="38360"/>
                </a:lnTo>
                <a:lnTo>
                  <a:pt x="7475" y="38094"/>
                </a:lnTo>
                <a:lnTo>
                  <a:pt x="7767" y="37881"/>
                </a:lnTo>
                <a:lnTo>
                  <a:pt x="8059" y="37616"/>
                </a:lnTo>
                <a:lnTo>
                  <a:pt x="8351" y="37456"/>
                </a:lnTo>
                <a:lnTo>
                  <a:pt x="8643" y="37191"/>
                </a:lnTo>
                <a:lnTo>
                  <a:pt x="8760" y="36978"/>
                </a:lnTo>
                <a:lnTo>
                  <a:pt x="9169" y="36713"/>
                </a:lnTo>
                <a:lnTo>
                  <a:pt x="9461" y="36341"/>
                </a:lnTo>
                <a:lnTo>
                  <a:pt x="9753" y="36075"/>
                </a:lnTo>
                <a:lnTo>
                  <a:pt x="10045" y="35809"/>
                </a:lnTo>
                <a:lnTo>
                  <a:pt x="10337" y="35544"/>
                </a:lnTo>
                <a:lnTo>
                  <a:pt x="10629" y="35278"/>
                </a:lnTo>
                <a:lnTo>
                  <a:pt x="10862" y="35172"/>
                </a:lnTo>
                <a:lnTo>
                  <a:pt x="11154" y="34906"/>
                </a:lnTo>
                <a:lnTo>
                  <a:pt x="11446" y="34640"/>
                </a:lnTo>
                <a:lnTo>
                  <a:pt x="11738" y="34375"/>
                </a:lnTo>
                <a:lnTo>
                  <a:pt x="12030" y="34109"/>
                </a:lnTo>
                <a:lnTo>
                  <a:pt x="12264" y="33897"/>
                </a:lnTo>
                <a:lnTo>
                  <a:pt x="12556" y="33631"/>
                </a:lnTo>
                <a:lnTo>
                  <a:pt x="12848" y="33259"/>
                </a:lnTo>
                <a:lnTo>
                  <a:pt x="13257" y="32993"/>
                </a:lnTo>
                <a:lnTo>
                  <a:pt x="13549" y="32834"/>
                </a:lnTo>
                <a:lnTo>
                  <a:pt x="13724" y="32622"/>
                </a:lnTo>
                <a:lnTo>
                  <a:pt x="13958" y="32356"/>
                </a:lnTo>
                <a:lnTo>
                  <a:pt x="14250" y="32090"/>
                </a:lnTo>
                <a:lnTo>
                  <a:pt x="14542" y="31825"/>
                </a:lnTo>
                <a:lnTo>
                  <a:pt x="14834" y="31559"/>
                </a:lnTo>
                <a:lnTo>
                  <a:pt x="15126" y="31293"/>
                </a:lnTo>
                <a:lnTo>
                  <a:pt x="15534" y="31081"/>
                </a:lnTo>
                <a:lnTo>
                  <a:pt x="15826" y="30815"/>
                </a:lnTo>
                <a:lnTo>
                  <a:pt x="16118" y="30656"/>
                </a:lnTo>
                <a:lnTo>
                  <a:pt x="16235" y="30390"/>
                </a:lnTo>
                <a:lnTo>
                  <a:pt x="16527" y="30178"/>
                </a:lnTo>
                <a:lnTo>
                  <a:pt x="16819" y="29912"/>
                </a:lnTo>
                <a:lnTo>
                  <a:pt x="17111" y="29646"/>
                </a:lnTo>
                <a:lnTo>
                  <a:pt x="17520" y="29381"/>
                </a:lnTo>
                <a:lnTo>
                  <a:pt x="17812" y="29115"/>
                </a:lnTo>
                <a:lnTo>
                  <a:pt x="18046" y="28849"/>
                </a:lnTo>
                <a:lnTo>
                  <a:pt x="18338" y="28637"/>
                </a:lnTo>
                <a:lnTo>
                  <a:pt x="18630" y="28371"/>
                </a:lnTo>
                <a:lnTo>
                  <a:pt x="18805" y="28212"/>
                </a:lnTo>
                <a:lnTo>
                  <a:pt x="19038" y="27999"/>
                </a:lnTo>
                <a:lnTo>
                  <a:pt x="19506" y="27734"/>
                </a:lnTo>
                <a:lnTo>
                  <a:pt x="19739" y="27468"/>
                </a:lnTo>
                <a:lnTo>
                  <a:pt x="20031" y="27202"/>
                </a:lnTo>
                <a:lnTo>
                  <a:pt x="20323" y="26937"/>
                </a:lnTo>
                <a:lnTo>
                  <a:pt x="20615" y="26671"/>
                </a:lnTo>
                <a:lnTo>
                  <a:pt x="20907" y="26458"/>
                </a:lnTo>
                <a:lnTo>
                  <a:pt x="21199" y="26193"/>
                </a:lnTo>
                <a:lnTo>
                  <a:pt x="21316" y="26033"/>
                </a:lnTo>
                <a:lnTo>
                  <a:pt x="21725" y="25768"/>
                </a:lnTo>
                <a:lnTo>
                  <a:pt x="22017" y="25555"/>
                </a:lnTo>
                <a:lnTo>
                  <a:pt x="22309" y="25290"/>
                </a:lnTo>
                <a:lnTo>
                  <a:pt x="22601" y="25024"/>
                </a:lnTo>
                <a:lnTo>
                  <a:pt x="22893" y="24758"/>
                </a:lnTo>
                <a:lnTo>
                  <a:pt x="23127" y="24652"/>
                </a:lnTo>
                <a:lnTo>
                  <a:pt x="23419" y="24386"/>
                </a:lnTo>
                <a:lnTo>
                  <a:pt x="23711" y="24121"/>
                </a:lnTo>
                <a:lnTo>
                  <a:pt x="24003" y="23855"/>
                </a:lnTo>
                <a:lnTo>
                  <a:pt x="24295" y="23749"/>
                </a:lnTo>
                <a:lnTo>
                  <a:pt x="24587" y="23483"/>
                </a:lnTo>
                <a:lnTo>
                  <a:pt x="24820" y="23217"/>
                </a:lnTo>
                <a:lnTo>
                  <a:pt x="25112" y="22952"/>
                </a:lnTo>
                <a:lnTo>
                  <a:pt x="25404" y="22686"/>
                </a:lnTo>
                <a:lnTo>
                  <a:pt x="25813" y="22474"/>
                </a:lnTo>
                <a:lnTo>
                  <a:pt x="26105" y="22208"/>
                </a:lnTo>
                <a:lnTo>
                  <a:pt x="26280" y="22049"/>
                </a:lnTo>
                <a:lnTo>
                  <a:pt x="26514" y="21836"/>
                </a:lnTo>
                <a:lnTo>
                  <a:pt x="26806" y="21570"/>
                </a:lnTo>
                <a:lnTo>
                  <a:pt x="27098" y="21305"/>
                </a:lnTo>
                <a:lnTo>
                  <a:pt x="27390" y="21145"/>
                </a:lnTo>
                <a:lnTo>
                  <a:pt x="27682" y="20933"/>
                </a:lnTo>
                <a:lnTo>
                  <a:pt x="28091" y="20667"/>
                </a:lnTo>
                <a:lnTo>
                  <a:pt x="28383" y="20402"/>
                </a:lnTo>
                <a:lnTo>
                  <a:pt x="28675" y="20136"/>
                </a:lnTo>
                <a:lnTo>
                  <a:pt x="29084" y="19764"/>
                </a:lnTo>
                <a:lnTo>
                  <a:pt x="29376" y="19498"/>
                </a:lnTo>
                <a:lnTo>
                  <a:pt x="29609" y="19233"/>
                </a:lnTo>
                <a:lnTo>
                  <a:pt x="30076" y="18967"/>
                </a:lnTo>
                <a:lnTo>
                  <a:pt x="30368" y="18861"/>
                </a:lnTo>
                <a:lnTo>
                  <a:pt x="30602" y="18754"/>
                </a:lnTo>
                <a:lnTo>
                  <a:pt x="30894" y="18489"/>
                </a:lnTo>
                <a:lnTo>
                  <a:pt x="31186" y="18223"/>
                </a:lnTo>
                <a:lnTo>
                  <a:pt x="31303" y="17958"/>
                </a:lnTo>
                <a:lnTo>
                  <a:pt x="31595" y="17692"/>
                </a:lnTo>
                <a:lnTo>
                  <a:pt x="32062" y="17426"/>
                </a:lnTo>
                <a:lnTo>
                  <a:pt x="32296" y="17320"/>
                </a:lnTo>
                <a:lnTo>
                  <a:pt x="32588" y="17054"/>
                </a:lnTo>
                <a:lnTo>
                  <a:pt x="32880" y="16789"/>
                </a:lnTo>
                <a:lnTo>
                  <a:pt x="33172" y="16682"/>
                </a:lnTo>
                <a:lnTo>
                  <a:pt x="33464" y="16417"/>
                </a:lnTo>
                <a:lnTo>
                  <a:pt x="33756" y="16311"/>
                </a:lnTo>
                <a:lnTo>
                  <a:pt x="33872" y="16045"/>
                </a:lnTo>
                <a:lnTo>
                  <a:pt x="34281" y="15779"/>
                </a:lnTo>
                <a:lnTo>
                  <a:pt x="34573" y="15514"/>
                </a:lnTo>
                <a:lnTo>
                  <a:pt x="34865" y="15248"/>
                </a:lnTo>
                <a:lnTo>
                  <a:pt x="35157" y="15142"/>
                </a:lnTo>
                <a:lnTo>
                  <a:pt x="35449" y="14876"/>
                </a:lnTo>
                <a:lnTo>
                  <a:pt x="35683" y="14610"/>
                </a:lnTo>
                <a:lnTo>
                  <a:pt x="35975" y="14345"/>
                </a:lnTo>
                <a:lnTo>
                  <a:pt x="36384" y="14238"/>
                </a:lnTo>
                <a:lnTo>
                  <a:pt x="36559" y="14132"/>
                </a:lnTo>
                <a:lnTo>
                  <a:pt x="36851" y="13867"/>
                </a:lnTo>
                <a:lnTo>
                  <a:pt x="37085" y="13601"/>
                </a:lnTo>
                <a:lnTo>
                  <a:pt x="37377" y="13335"/>
                </a:lnTo>
                <a:lnTo>
                  <a:pt x="37669" y="13229"/>
                </a:lnTo>
                <a:lnTo>
                  <a:pt x="37961" y="12963"/>
                </a:lnTo>
                <a:lnTo>
                  <a:pt x="38369" y="12698"/>
                </a:lnTo>
                <a:lnTo>
                  <a:pt x="38661" y="12432"/>
                </a:lnTo>
                <a:lnTo>
                  <a:pt x="39070" y="12060"/>
                </a:lnTo>
                <a:lnTo>
                  <a:pt x="39362" y="11954"/>
                </a:lnTo>
                <a:lnTo>
                  <a:pt x="39654" y="11794"/>
                </a:lnTo>
                <a:lnTo>
                  <a:pt x="39946" y="11529"/>
                </a:lnTo>
                <a:lnTo>
                  <a:pt x="40238" y="11263"/>
                </a:lnTo>
                <a:lnTo>
                  <a:pt x="40647" y="11051"/>
                </a:lnTo>
                <a:lnTo>
                  <a:pt x="40939" y="10891"/>
                </a:lnTo>
                <a:lnTo>
                  <a:pt x="41231" y="10626"/>
                </a:lnTo>
                <a:lnTo>
                  <a:pt x="41348" y="10413"/>
                </a:lnTo>
                <a:lnTo>
                  <a:pt x="41640" y="10254"/>
                </a:lnTo>
                <a:lnTo>
                  <a:pt x="41932" y="9988"/>
                </a:lnTo>
                <a:lnTo>
                  <a:pt x="42166" y="9722"/>
                </a:lnTo>
                <a:lnTo>
                  <a:pt x="42633" y="9616"/>
                </a:lnTo>
                <a:lnTo>
                  <a:pt x="42866" y="9510"/>
                </a:lnTo>
                <a:lnTo>
                  <a:pt x="43158" y="9244"/>
                </a:lnTo>
                <a:lnTo>
                  <a:pt x="43450" y="8979"/>
                </a:lnTo>
                <a:lnTo>
                  <a:pt x="43742" y="8872"/>
                </a:lnTo>
                <a:lnTo>
                  <a:pt x="43859" y="8607"/>
                </a:lnTo>
                <a:lnTo>
                  <a:pt x="44151" y="8341"/>
                </a:lnTo>
                <a:lnTo>
                  <a:pt x="44443" y="8182"/>
                </a:lnTo>
                <a:lnTo>
                  <a:pt x="44852" y="7969"/>
                </a:lnTo>
                <a:lnTo>
                  <a:pt x="45144" y="7703"/>
                </a:lnTo>
                <a:lnTo>
                  <a:pt x="45436" y="7544"/>
                </a:lnTo>
                <a:lnTo>
                  <a:pt x="45728" y="7438"/>
                </a:lnTo>
                <a:lnTo>
                  <a:pt x="46020" y="7172"/>
                </a:lnTo>
                <a:lnTo>
                  <a:pt x="46254" y="7066"/>
                </a:lnTo>
                <a:lnTo>
                  <a:pt x="46429" y="6800"/>
                </a:lnTo>
                <a:lnTo>
                  <a:pt x="46838" y="6641"/>
                </a:lnTo>
                <a:lnTo>
                  <a:pt x="47130" y="6428"/>
                </a:lnTo>
                <a:lnTo>
                  <a:pt x="47422" y="6163"/>
                </a:lnTo>
                <a:lnTo>
                  <a:pt x="47714" y="6003"/>
                </a:lnTo>
                <a:lnTo>
                  <a:pt x="47947" y="5791"/>
                </a:lnTo>
                <a:lnTo>
                  <a:pt x="48239" y="5525"/>
                </a:lnTo>
                <a:lnTo>
                  <a:pt x="48531" y="5366"/>
                </a:lnTo>
                <a:lnTo>
                  <a:pt x="48940" y="5153"/>
                </a:lnTo>
                <a:lnTo>
                  <a:pt x="49115" y="5153"/>
                </a:lnTo>
                <a:lnTo>
                  <a:pt x="49407" y="4887"/>
                </a:lnTo>
                <a:lnTo>
                  <a:pt x="49641" y="4622"/>
                </a:lnTo>
                <a:lnTo>
                  <a:pt x="49933" y="4462"/>
                </a:lnTo>
                <a:lnTo>
                  <a:pt x="50225" y="4250"/>
                </a:lnTo>
                <a:lnTo>
                  <a:pt x="50517" y="4091"/>
                </a:lnTo>
                <a:lnTo>
                  <a:pt x="50809" y="3825"/>
                </a:lnTo>
                <a:lnTo>
                  <a:pt x="51218" y="3612"/>
                </a:lnTo>
                <a:lnTo>
                  <a:pt x="51510" y="3453"/>
                </a:lnTo>
                <a:lnTo>
                  <a:pt x="51627" y="3187"/>
                </a:lnTo>
                <a:lnTo>
                  <a:pt x="51919" y="3081"/>
                </a:lnTo>
                <a:lnTo>
                  <a:pt x="52211" y="2815"/>
                </a:lnTo>
                <a:lnTo>
                  <a:pt x="52503" y="2709"/>
                </a:lnTo>
                <a:lnTo>
                  <a:pt x="52795" y="2550"/>
                </a:lnTo>
                <a:lnTo>
                  <a:pt x="53203" y="2284"/>
                </a:lnTo>
                <a:lnTo>
                  <a:pt x="53495" y="2178"/>
                </a:lnTo>
                <a:lnTo>
                  <a:pt x="53729" y="1912"/>
                </a:lnTo>
                <a:lnTo>
                  <a:pt x="54021" y="1806"/>
                </a:lnTo>
                <a:lnTo>
                  <a:pt x="54196" y="1540"/>
                </a:lnTo>
                <a:lnTo>
                  <a:pt x="54430" y="1381"/>
                </a:lnTo>
                <a:lnTo>
                  <a:pt x="54722" y="1168"/>
                </a:lnTo>
                <a:lnTo>
                  <a:pt x="55189" y="1009"/>
                </a:lnTo>
                <a:lnTo>
                  <a:pt x="55423" y="743"/>
                </a:lnTo>
                <a:lnTo>
                  <a:pt x="55715" y="637"/>
                </a:lnTo>
                <a:lnTo>
                  <a:pt x="56007" y="371"/>
                </a:lnTo>
                <a:lnTo>
                  <a:pt x="56299" y="371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99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886638" y="5483186"/>
            <a:ext cx="56824" cy="28105"/>
          </a:xfrm>
          <a:custGeom>
            <a:avLst/>
            <a:gdLst/>
            <a:ahLst/>
            <a:cxnLst/>
            <a:rect l="l" t="t" r="r" b="b"/>
            <a:pathLst>
              <a:path w="56824" h="28105">
                <a:moveTo>
                  <a:pt x="0" y="28105"/>
                </a:moveTo>
                <a:lnTo>
                  <a:pt x="292" y="27840"/>
                </a:lnTo>
                <a:lnTo>
                  <a:pt x="700" y="27734"/>
                </a:lnTo>
                <a:lnTo>
                  <a:pt x="992" y="27468"/>
                </a:lnTo>
                <a:lnTo>
                  <a:pt x="1284" y="27308"/>
                </a:lnTo>
                <a:lnTo>
                  <a:pt x="1576" y="27096"/>
                </a:lnTo>
                <a:lnTo>
                  <a:pt x="1868" y="26937"/>
                </a:lnTo>
                <a:lnTo>
                  <a:pt x="2102" y="26671"/>
                </a:lnTo>
                <a:lnTo>
                  <a:pt x="2277" y="26565"/>
                </a:lnTo>
                <a:lnTo>
                  <a:pt x="2686" y="26299"/>
                </a:lnTo>
                <a:lnTo>
                  <a:pt x="2978" y="26193"/>
                </a:lnTo>
                <a:lnTo>
                  <a:pt x="3270" y="26033"/>
                </a:lnTo>
                <a:lnTo>
                  <a:pt x="3504" y="25927"/>
                </a:lnTo>
                <a:lnTo>
                  <a:pt x="3796" y="25661"/>
                </a:lnTo>
                <a:lnTo>
                  <a:pt x="4088" y="25555"/>
                </a:lnTo>
                <a:lnTo>
                  <a:pt x="4380" y="25290"/>
                </a:lnTo>
                <a:lnTo>
                  <a:pt x="4788" y="25130"/>
                </a:lnTo>
                <a:lnTo>
                  <a:pt x="4964" y="24864"/>
                </a:lnTo>
                <a:lnTo>
                  <a:pt x="5197" y="24758"/>
                </a:lnTo>
                <a:lnTo>
                  <a:pt x="5489" y="24652"/>
                </a:lnTo>
                <a:lnTo>
                  <a:pt x="5781" y="24386"/>
                </a:lnTo>
                <a:lnTo>
                  <a:pt x="6073" y="24227"/>
                </a:lnTo>
                <a:lnTo>
                  <a:pt x="6365" y="24014"/>
                </a:lnTo>
                <a:lnTo>
                  <a:pt x="6657" y="23855"/>
                </a:lnTo>
                <a:lnTo>
                  <a:pt x="7066" y="23749"/>
                </a:lnTo>
                <a:lnTo>
                  <a:pt x="7358" y="23589"/>
                </a:lnTo>
                <a:lnTo>
                  <a:pt x="7767" y="23217"/>
                </a:lnTo>
                <a:lnTo>
                  <a:pt x="8059" y="23111"/>
                </a:lnTo>
                <a:lnTo>
                  <a:pt x="8351" y="22846"/>
                </a:lnTo>
                <a:lnTo>
                  <a:pt x="8585" y="22686"/>
                </a:lnTo>
                <a:lnTo>
                  <a:pt x="9052" y="22580"/>
                </a:lnTo>
                <a:lnTo>
                  <a:pt x="9285" y="22314"/>
                </a:lnTo>
                <a:lnTo>
                  <a:pt x="9577" y="22208"/>
                </a:lnTo>
                <a:lnTo>
                  <a:pt x="9869" y="21942"/>
                </a:lnTo>
                <a:lnTo>
                  <a:pt x="10045" y="21783"/>
                </a:lnTo>
                <a:lnTo>
                  <a:pt x="10278" y="21677"/>
                </a:lnTo>
                <a:lnTo>
                  <a:pt x="10570" y="21570"/>
                </a:lnTo>
                <a:lnTo>
                  <a:pt x="10979" y="21411"/>
                </a:lnTo>
                <a:lnTo>
                  <a:pt x="11271" y="21305"/>
                </a:lnTo>
                <a:lnTo>
                  <a:pt x="11563" y="21039"/>
                </a:lnTo>
                <a:lnTo>
                  <a:pt x="11855" y="20933"/>
                </a:lnTo>
                <a:lnTo>
                  <a:pt x="12147" y="20667"/>
                </a:lnTo>
                <a:lnTo>
                  <a:pt x="12439" y="20508"/>
                </a:lnTo>
                <a:lnTo>
                  <a:pt x="12848" y="20136"/>
                </a:lnTo>
                <a:lnTo>
                  <a:pt x="13257" y="20030"/>
                </a:lnTo>
                <a:lnTo>
                  <a:pt x="13549" y="19870"/>
                </a:lnTo>
                <a:lnTo>
                  <a:pt x="13841" y="19605"/>
                </a:lnTo>
                <a:lnTo>
                  <a:pt x="14133" y="19498"/>
                </a:lnTo>
                <a:lnTo>
                  <a:pt x="14366" y="19392"/>
                </a:lnTo>
                <a:lnTo>
                  <a:pt x="14658" y="19233"/>
                </a:lnTo>
                <a:lnTo>
                  <a:pt x="14834" y="19126"/>
                </a:lnTo>
                <a:lnTo>
                  <a:pt x="15242" y="18967"/>
                </a:lnTo>
                <a:lnTo>
                  <a:pt x="15534" y="18754"/>
                </a:lnTo>
                <a:lnTo>
                  <a:pt x="15826" y="18595"/>
                </a:lnTo>
                <a:lnTo>
                  <a:pt x="16060" y="18489"/>
                </a:lnTo>
                <a:lnTo>
                  <a:pt x="16352" y="18329"/>
                </a:lnTo>
                <a:lnTo>
                  <a:pt x="16644" y="18064"/>
                </a:lnTo>
                <a:lnTo>
                  <a:pt x="16936" y="17958"/>
                </a:lnTo>
                <a:lnTo>
                  <a:pt x="17345" y="17851"/>
                </a:lnTo>
                <a:lnTo>
                  <a:pt x="17520" y="17586"/>
                </a:lnTo>
                <a:lnTo>
                  <a:pt x="17754" y="17426"/>
                </a:lnTo>
                <a:lnTo>
                  <a:pt x="18046" y="17320"/>
                </a:lnTo>
                <a:lnTo>
                  <a:pt x="18338" y="17054"/>
                </a:lnTo>
                <a:lnTo>
                  <a:pt x="18630" y="16948"/>
                </a:lnTo>
                <a:lnTo>
                  <a:pt x="18922" y="16948"/>
                </a:lnTo>
                <a:lnTo>
                  <a:pt x="19214" y="16789"/>
                </a:lnTo>
                <a:lnTo>
                  <a:pt x="19622" y="16523"/>
                </a:lnTo>
                <a:lnTo>
                  <a:pt x="19914" y="16417"/>
                </a:lnTo>
                <a:lnTo>
                  <a:pt x="20323" y="16151"/>
                </a:lnTo>
                <a:lnTo>
                  <a:pt x="20615" y="15885"/>
                </a:lnTo>
                <a:lnTo>
                  <a:pt x="20907" y="15779"/>
                </a:lnTo>
                <a:lnTo>
                  <a:pt x="21141" y="15673"/>
                </a:lnTo>
                <a:lnTo>
                  <a:pt x="21608" y="15514"/>
                </a:lnTo>
                <a:lnTo>
                  <a:pt x="21842" y="15248"/>
                </a:lnTo>
                <a:lnTo>
                  <a:pt x="22134" y="15142"/>
                </a:lnTo>
                <a:lnTo>
                  <a:pt x="22426" y="14982"/>
                </a:lnTo>
                <a:lnTo>
                  <a:pt x="22835" y="14610"/>
                </a:lnTo>
                <a:lnTo>
                  <a:pt x="23127" y="14610"/>
                </a:lnTo>
                <a:lnTo>
                  <a:pt x="23535" y="14504"/>
                </a:lnTo>
                <a:lnTo>
                  <a:pt x="23827" y="14345"/>
                </a:lnTo>
                <a:lnTo>
                  <a:pt x="24119" y="14238"/>
                </a:lnTo>
                <a:lnTo>
                  <a:pt x="24411" y="13973"/>
                </a:lnTo>
                <a:lnTo>
                  <a:pt x="24703" y="13867"/>
                </a:lnTo>
                <a:lnTo>
                  <a:pt x="24995" y="13707"/>
                </a:lnTo>
                <a:lnTo>
                  <a:pt x="25404" y="13441"/>
                </a:lnTo>
                <a:lnTo>
                  <a:pt x="25813" y="13229"/>
                </a:lnTo>
                <a:lnTo>
                  <a:pt x="26105" y="13070"/>
                </a:lnTo>
                <a:lnTo>
                  <a:pt x="26397" y="12963"/>
                </a:lnTo>
                <a:lnTo>
                  <a:pt x="26689" y="12804"/>
                </a:lnTo>
                <a:lnTo>
                  <a:pt x="26923" y="12698"/>
                </a:lnTo>
                <a:lnTo>
                  <a:pt x="27215" y="12591"/>
                </a:lnTo>
                <a:lnTo>
                  <a:pt x="27507" y="12326"/>
                </a:lnTo>
                <a:lnTo>
                  <a:pt x="27799" y="12166"/>
                </a:lnTo>
                <a:lnTo>
                  <a:pt x="28091" y="12166"/>
                </a:lnTo>
                <a:lnTo>
                  <a:pt x="28324" y="12060"/>
                </a:lnTo>
                <a:lnTo>
                  <a:pt x="28616" y="11901"/>
                </a:lnTo>
                <a:lnTo>
                  <a:pt x="28908" y="11794"/>
                </a:lnTo>
                <a:lnTo>
                  <a:pt x="29200" y="11529"/>
                </a:lnTo>
                <a:lnTo>
                  <a:pt x="29492" y="11423"/>
                </a:lnTo>
                <a:lnTo>
                  <a:pt x="29901" y="11263"/>
                </a:lnTo>
                <a:lnTo>
                  <a:pt x="30310" y="11051"/>
                </a:lnTo>
                <a:lnTo>
                  <a:pt x="30602" y="10891"/>
                </a:lnTo>
                <a:lnTo>
                  <a:pt x="30894" y="10785"/>
                </a:lnTo>
                <a:lnTo>
                  <a:pt x="31186" y="10626"/>
                </a:lnTo>
                <a:lnTo>
                  <a:pt x="31478" y="10360"/>
                </a:lnTo>
                <a:lnTo>
                  <a:pt x="31712" y="10254"/>
                </a:lnTo>
                <a:lnTo>
                  <a:pt x="32179" y="10147"/>
                </a:lnTo>
                <a:lnTo>
                  <a:pt x="32471" y="9988"/>
                </a:lnTo>
                <a:lnTo>
                  <a:pt x="32880" y="9882"/>
                </a:lnTo>
                <a:lnTo>
                  <a:pt x="33172" y="9722"/>
                </a:lnTo>
                <a:lnTo>
                  <a:pt x="33405" y="9616"/>
                </a:lnTo>
                <a:lnTo>
                  <a:pt x="33697" y="9510"/>
                </a:lnTo>
                <a:lnTo>
                  <a:pt x="34106" y="9244"/>
                </a:lnTo>
                <a:lnTo>
                  <a:pt x="34398" y="9085"/>
                </a:lnTo>
                <a:lnTo>
                  <a:pt x="34690" y="8979"/>
                </a:lnTo>
                <a:lnTo>
                  <a:pt x="34982" y="8819"/>
                </a:lnTo>
                <a:lnTo>
                  <a:pt x="35391" y="8607"/>
                </a:lnTo>
                <a:lnTo>
                  <a:pt x="35683" y="8447"/>
                </a:lnTo>
                <a:lnTo>
                  <a:pt x="36092" y="8341"/>
                </a:lnTo>
                <a:lnTo>
                  <a:pt x="36384" y="8182"/>
                </a:lnTo>
                <a:lnTo>
                  <a:pt x="36676" y="8075"/>
                </a:lnTo>
                <a:lnTo>
                  <a:pt x="36968" y="7969"/>
                </a:lnTo>
                <a:lnTo>
                  <a:pt x="37260" y="7810"/>
                </a:lnTo>
                <a:lnTo>
                  <a:pt x="37493" y="7703"/>
                </a:lnTo>
                <a:lnTo>
                  <a:pt x="37669" y="7544"/>
                </a:lnTo>
                <a:lnTo>
                  <a:pt x="37961" y="7544"/>
                </a:lnTo>
                <a:lnTo>
                  <a:pt x="38369" y="7438"/>
                </a:lnTo>
                <a:lnTo>
                  <a:pt x="38661" y="7278"/>
                </a:lnTo>
                <a:lnTo>
                  <a:pt x="38953" y="7066"/>
                </a:lnTo>
                <a:lnTo>
                  <a:pt x="39187" y="6906"/>
                </a:lnTo>
                <a:lnTo>
                  <a:pt x="39479" y="6800"/>
                </a:lnTo>
                <a:lnTo>
                  <a:pt x="39771" y="6641"/>
                </a:lnTo>
                <a:lnTo>
                  <a:pt x="40063" y="6535"/>
                </a:lnTo>
                <a:lnTo>
                  <a:pt x="40355" y="6428"/>
                </a:lnTo>
                <a:lnTo>
                  <a:pt x="40647" y="6269"/>
                </a:lnTo>
                <a:lnTo>
                  <a:pt x="40881" y="6163"/>
                </a:lnTo>
                <a:lnTo>
                  <a:pt x="41173" y="6003"/>
                </a:lnTo>
                <a:lnTo>
                  <a:pt x="41465" y="5897"/>
                </a:lnTo>
                <a:lnTo>
                  <a:pt x="41757" y="5791"/>
                </a:lnTo>
                <a:lnTo>
                  <a:pt x="42049" y="5631"/>
                </a:lnTo>
                <a:lnTo>
                  <a:pt x="42458" y="5525"/>
                </a:lnTo>
                <a:lnTo>
                  <a:pt x="42574" y="5366"/>
                </a:lnTo>
                <a:lnTo>
                  <a:pt x="42866" y="5259"/>
                </a:lnTo>
                <a:lnTo>
                  <a:pt x="43158" y="5259"/>
                </a:lnTo>
                <a:lnTo>
                  <a:pt x="43450" y="5100"/>
                </a:lnTo>
                <a:lnTo>
                  <a:pt x="43742" y="4994"/>
                </a:lnTo>
                <a:lnTo>
                  <a:pt x="44034" y="4994"/>
                </a:lnTo>
                <a:lnTo>
                  <a:pt x="44268" y="4887"/>
                </a:lnTo>
                <a:lnTo>
                  <a:pt x="44735" y="4728"/>
                </a:lnTo>
                <a:lnTo>
                  <a:pt x="44969" y="4622"/>
                </a:lnTo>
                <a:lnTo>
                  <a:pt x="45144" y="4462"/>
                </a:lnTo>
                <a:lnTo>
                  <a:pt x="45436" y="4356"/>
                </a:lnTo>
                <a:lnTo>
                  <a:pt x="45670" y="4250"/>
                </a:lnTo>
                <a:lnTo>
                  <a:pt x="45962" y="4091"/>
                </a:lnTo>
                <a:lnTo>
                  <a:pt x="46254" y="3984"/>
                </a:lnTo>
                <a:lnTo>
                  <a:pt x="46662" y="3825"/>
                </a:lnTo>
                <a:lnTo>
                  <a:pt x="46954" y="3719"/>
                </a:lnTo>
                <a:lnTo>
                  <a:pt x="47246" y="3559"/>
                </a:lnTo>
                <a:lnTo>
                  <a:pt x="47538" y="3453"/>
                </a:lnTo>
                <a:lnTo>
                  <a:pt x="47947" y="3187"/>
                </a:lnTo>
                <a:lnTo>
                  <a:pt x="48239" y="3081"/>
                </a:lnTo>
                <a:lnTo>
                  <a:pt x="48648" y="2922"/>
                </a:lnTo>
                <a:lnTo>
                  <a:pt x="48940" y="2922"/>
                </a:lnTo>
                <a:lnTo>
                  <a:pt x="49232" y="2922"/>
                </a:lnTo>
                <a:lnTo>
                  <a:pt x="49524" y="2815"/>
                </a:lnTo>
                <a:lnTo>
                  <a:pt x="49816" y="2709"/>
                </a:lnTo>
                <a:lnTo>
                  <a:pt x="50050" y="2550"/>
                </a:lnTo>
                <a:lnTo>
                  <a:pt x="50225" y="2443"/>
                </a:lnTo>
                <a:lnTo>
                  <a:pt x="50517" y="2284"/>
                </a:lnTo>
                <a:lnTo>
                  <a:pt x="50926" y="2178"/>
                </a:lnTo>
                <a:lnTo>
                  <a:pt x="51218" y="2018"/>
                </a:lnTo>
                <a:lnTo>
                  <a:pt x="51451" y="1912"/>
                </a:lnTo>
                <a:lnTo>
                  <a:pt x="51743" y="1912"/>
                </a:lnTo>
                <a:lnTo>
                  <a:pt x="52035" y="1806"/>
                </a:lnTo>
                <a:lnTo>
                  <a:pt x="52327" y="1647"/>
                </a:lnTo>
                <a:lnTo>
                  <a:pt x="52619" y="1540"/>
                </a:lnTo>
                <a:lnTo>
                  <a:pt x="52911" y="1381"/>
                </a:lnTo>
                <a:lnTo>
                  <a:pt x="53145" y="1275"/>
                </a:lnTo>
                <a:lnTo>
                  <a:pt x="53437" y="1168"/>
                </a:lnTo>
                <a:lnTo>
                  <a:pt x="53729" y="1009"/>
                </a:lnTo>
                <a:lnTo>
                  <a:pt x="54021" y="1009"/>
                </a:lnTo>
                <a:lnTo>
                  <a:pt x="54313" y="903"/>
                </a:lnTo>
                <a:lnTo>
                  <a:pt x="54605" y="743"/>
                </a:lnTo>
                <a:lnTo>
                  <a:pt x="55014" y="637"/>
                </a:lnTo>
                <a:lnTo>
                  <a:pt x="55423" y="478"/>
                </a:lnTo>
                <a:lnTo>
                  <a:pt x="55715" y="478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84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943463" y="5470222"/>
            <a:ext cx="56824" cy="12963"/>
          </a:xfrm>
          <a:custGeom>
            <a:avLst/>
            <a:gdLst/>
            <a:ahLst/>
            <a:cxnLst/>
            <a:rect l="l" t="t" r="r" b="b"/>
            <a:pathLst>
              <a:path w="56824" h="12963">
                <a:moveTo>
                  <a:pt x="0" y="12963"/>
                </a:moveTo>
                <a:lnTo>
                  <a:pt x="408" y="12804"/>
                </a:lnTo>
                <a:lnTo>
                  <a:pt x="700" y="12804"/>
                </a:lnTo>
                <a:lnTo>
                  <a:pt x="876" y="12698"/>
                </a:lnTo>
                <a:lnTo>
                  <a:pt x="1168" y="12591"/>
                </a:lnTo>
                <a:lnTo>
                  <a:pt x="1401" y="12432"/>
                </a:lnTo>
                <a:lnTo>
                  <a:pt x="1693" y="12326"/>
                </a:lnTo>
                <a:lnTo>
                  <a:pt x="1985" y="12326"/>
                </a:lnTo>
                <a:lnTo>
                  <a:pt x="2394" y="12166"/>
                </a:lnTo>
                <a:lnTo>
                  <a:pt x="2686" y="12060"/>
                </a:lnTo>
                <a:lnTo>
                  <a:pt x="2978" y="11901"/>
                </a:lnTo>
                <a:lnTo>
                  <a:pt x="3270" y="11794"/>
                </a:lnTo>
                <a:lnTo>
                  <a:pt x="3679" y="11688"/>
                </a:lnTo>
                <a:lnTo>
                  <a:pt x="3971" y="11529"/>
                </a:lnTo>
                <a:lnTo>
                  <a:pt x="4380" y="11423"/>
                </a:lnTo>
                <a:lnTo>
                  <a:pt x="4672" y="11263"/>
                </a:lnTo>
                <a:lnTo>
                  <a:pt x="4964" y="11263"/>
                </a:lnTo>
                <a:lnTo>
                  <a:pt x="5256" y="11263"/>
                </a:lnTo>
                <a:lnTo>
                  <a:pt x="5489" y="11157"/>
                </a:lnTo>
                <a:lnTo>
                  <a:pt x="5781" y="11051"/>
                </a:lnTo>
                <a:lnTo>
                  <a:pt x="5956" y="11051"/>
                </a:lnTo>
                <a:lnTo>
                  <a:pt x="6190" y="10891"/>
                </a:lnTo>
                <a:lnTo>
                  <a:pt x="6657" y="10785"/>
                </a:lnTo>
                <a:lnTo>
                  <a:pt x="6949" y="10626"/>
                </a:lnTo>
                <a:lnTo>
                  <a:pt x="7183" y="10626"/>
                </a:lnTo>
                <a:lnTo>
                  <a:pt x="7475" y="10519"/>
                </a:lnTo>
                <a:lnTo>
                  <a:pt x="7767" y="10360"/>
                </a:lnTo>
                <a:lnTo>
                  <a:pt x="8059" y="10254"/>
                </a:lnTo>
                <a:lnTo>
                  <a:pt x="8351" y="10254"/>
                </a:lnTo>
                <a:lnTo>
                  <a:pt x="8643" y="10147"/>
                </a:lnTo>
                <a:lnTo>
                  <a:pt x="8877" y="9988"/>
                </a:lnTo>
                <a:lnTo>
                  <a:pt x="9169" y="9988"/>
                </a:lnTo>
                <a:lnTo>
                  <a:pt x="9461" y="9882"/>
                </a:lnTo>
                <a:lnTo>
                  <a:pt x="9753" y="9722"/>
                </a:lnTo>
                <a:lnTo>
                  <a:pt x="10045" y="9616"/>
                </a:lnTo>
                <a:lnTo>
                  <a:pt x="10337" y="9616"/>
                </a:lnTo>
                <a:lnTo>
                  <a:pt x="10745" y="9510"/>
                </a:lnTo>
                <a:lnTo>
                  <a:pt x="10862" y="9350"/>
                </a:lnTo>
                <a:lnTo>
                  <a:pt x="11154" y="9350"/>
                </a:lnTo>
                <a:lnTo>
                  <a:pt x="11446" y="9244"/>
                </a:lnTo>
                <a:lnTo>
                  <a:pt x="11738" y="9085"/>
                </a:lnTo>
                <a:lnTo>
                  <a:pt x="12030" y="8979"/>
                </a:lnTo>
                <a:lnTo>
                  <a:pt x="12264" y="8979"/>
                </a:lnTo>
                <a:lnTo>
                  <a:pt x="12556" y="8979"/>
                </a:lnTo>
                <a:lnTo>
                  <a:pt x="12965" y="8819"/>
                </a:lnTo>
                <a:lnTo>
                  <a:pt x="13257" y="8819"/>
                </a:lnTo>
                <a:lnTo>
                  <a:pt x="13432" y="8713"/>
                </a:lnTo>
                <a:lnTo>
                  <a:pt x="13666" y="8607"/>
                </a:lnTo>
                <a:lnTo>
                  <a:pt x="13958" y="8607"/>
                </a:lnTo>
                <a:lnTo>
                  <a:pt x="14250" y="8447"/>
                </a:lnTo>
                <a:lnTo>
                  <a:pt x="14542" y="8341"/>
                </a:lnTo>
                <a:lnTo>
                  <a:pt x="14950" y="8341"/>
                </a:lnTo>
                <a:lnTo>
                  <a:pt x="15242" y="8182"/>
                </a:lnTo>
                <a:lnTo>
                  <a:pt x="15534" y="8075"/>
                </a:lnTo>
                <a:lnTo>
                  <a:pt x="15826" y="8075"/>
                </a:lnTo>
                <a:lnTo>
                  <a:pt x="16235" y="7810"/>
                </a:lnTo>
                <a:lnTo>
                  <a:pt x="16527" y="7810"/>
                </a:lnTo>
                <a:lnTo>
                  <a:pt x="16819" y="7703"/>
                </a:lnTo>
                <a:lnTo>
                  <a:pt x="17228" y="7544"/>
                </a:lnTo>
                <a:lnTo>
                  <a:pt x="17520" y="7544"/>
                </a:lnTo>
                <a:lnTo>
                  <a:pt x="17812" y="7438"/>
                </a:lnTo>
                <a:lnTo>
                  <a:pt x="18046" y="7438"/>
                </a:lnTo>
                <a:lnTo>
                  <a:pt x="18338" y="7278"/>
                </a:lnTo>
                <a:lnTo>
                  <a:pt x="18513" y="7172"/>
                </a:lnTo>
                <a:lnTo>
                  <a:pt x="18746" y="7172"/>
                </a:lnTo>
                <a:lnTo>
                  <a:pt x="19214" y="7066"/>
                </a:lnTo>
                <a:lnTo>
                  <a:pt x="19447" y="6906"/>
                </a:lnTo>
                <a:lnTo>
                  <a:pt x="19739" y="6906"/>
                </a:lnTo>
                <a:lnTo>
                  <a:pt x="20031" y="6800"/>
                </a:lnTo>
                <a:lnTo>
                  <a:pt x="20323" y="6800"/>
                </a:lnTo>
                <a:lnTo>
                  <a:pt x="20615" y="6641"/>
                </a:lnTo>
                <a:lnTo>
                  <a:pt x="20907" y="6535"/>
                </a:lnTo>
                <a:lnTo>
                  <a:pt x="21141" y="6535"/>
                </a:lnTo>
                <a:lnTo>
                  <a:pt x="21433" y="6535"/>
                </a:lnTo>
                <a:lnTo>
                  <a:pt x="21725" y="6535"/>
                </a:lnTo>
                <a:lnTo>
                  <a:pt x="22017" y="6428"/>
                </a:lnTo>
                <a:lnTo>
                  <a:pt x="22309" y="6269"/>
                </a:lnTo>
                <a:lnTo>
                  <a:pt x="22601" y="6269"/>
                </a:lnTo>
                <a:lnTo>
                  <a:pt x="22835" y="6163"/>
                </a:lnTo>
                <a:lnTo>
                  <a:pt x="23127" y="6163"/>
                </a:lnTo>
                <a:lnTo>
                  <a:pt x="23594" y="6003"/>
                </a:lnTo>
                <a:lnTo>
                  <a:pt x="24003" y="5897"/>
                </a:lnTo>
                <a:lnTo>
                  <a:pt x="24295" y="5791"/>
                </a:lnTo>
                <a:lnTo>
                  <a:pt x="24528" y="5791"/>
                </a:lnTo>
                <a:lnTo>
                  <a:pt x="24820" y="5631"/>
                </a:lnTo>
                <a:lnTo>
                  <a:pt x="25112" y="5631"/>
                </a:lnTo>
                <a:lnTo>
                  <a:pt x="25521" y="5525"/>
                </a:lnTo>
                <a:lnTo>
                  <a:pt x="25813" y="5525"/>
                </a:lnTo>
                <a:lnTo>
                  <a:pt x="25988" y="5366"/>
                </a:lnTo>
                <a:lnTo>
                  <a:pt x="26222" y="5366"/>
                </a:lnTo>
                <a:lnTo>
                  <a:pt x="26514" y="5259"/>
                </a:lnTo>
                <a:lnTo>
                  <a:pt x="26806" y="5100"/>
                </a:lnTo>
                <a:lnTo>
                  <a:pt x="27098" y="5100"/>
                </a:lnTo>
                <a:lnTo>
                  <a:pt x="27507" y="4994"/>
                </a:lnTo>
                <a:lnTo>
                  <a:pt x="27799" y="4994"/>
                </a:lnTo>
                <a:lnTo>
                  <a:pt x="28091" y="4887"/>
                </a:lnTo>
                <a:lnTo>
                  <a:pt x="28383" y="4887"/>
                </a:lnTo>
                <a:lnTo>
                  <a:pt x="28500" y="4728"/>
                </a:lnTo>
                <a:lnTo>
                  <a:pt x="28792" y="4728"/>
                </a:lnTo>
                <a:lnTo>
                  <a:pt x="29084" y="4622"/>
                </a:lnTo>
                <a:lnTo>
                  <a:pt x="29376" y="4622"/>
                </a:lnTo>
                <a:lnTo>
                  <a:pt x="29784" y="4462"/>
                </a:lnTo>
                <a:lnTo>
                  <a:pt x="30076" y="4462"/>
                </a:lnTo>
                <a:lnTo>
                  <a:pt x="30310" y="4356"/>
                </a:lnTo>
                <a:lnTo>
                  <a:pt x="30602" y="4356"/>
                </a:lnTo>
                <a:lnTo>
                  <a:pt x="30894" y="4250"/>
                </a:lnTo>
                <a:lnTo>
                  <a:pt x="31303" y="4250"/>
                </a:lnTo>
                <a:lnTo>
                  <a:pt x="31770" y="4250"/>
                </a:lnTo>
                <a:lnTo>
                  <a:pt x="32004" y="4091"/>
                </a:lnTo>
                <a:lnTo>
                  <a:pt x="32296" y="4091"/>
                </a:lnTo>
                <a:lnTo>
                  <a:pt x="32588" y="3984"/>
                </a:lnTo>
                <a:lnTo>
                  <a:pt x="32880" y="3984"/>
                </a:lnTo>
                <a:lnTo>
                  <a:pt x="33172" y="3825"/>
                </a:lnTo>
                <a:lnTo>
                  <a:pt x="33464" y="3825"/>
                </a:lnTo>
                <a:lnTo>
                  <a:pt x="33697" y="3719"/>
                </a:lnTo>
                <a:lnTo>
                  <a:pt x="33989" y="3719"/>
                </a:lnTo>
                <a:lnTo>
                  <a:pt x="34281" y="3559"/>
                </a:lnTo>
                <a:lnTo>
                  <a:pt x="34573" y="3559"/>
                </a:lnTo>
                <a:lnTo>
                  <a:pt x="34865" y="3453"/>
                </a:lnTo>
                <a:lnTo>
                  <a:pt x="35157" y="3453"/>
                </a:lnTo>
                <a:lnTo>
                  <a:pt x="35391" y="3347"/>
                </a:lnTo>
                <a:lnTo>
                  <a:pt x="35683" y="3347"/>
                </a:lnTo>
                <a:lnTo>
                  <a:pt x="36092" y="3347"/>
                </a:lnTo>
                <a:lnTo>
                  <a:pt x="36267" y="3187"/>
                </a:lnTo>
                <a:lnTo>
                  <a:pt x="36559" y="3187"/>
                </a:lnTo>
                <a:lnTo>
                  <a:pt x="36793" y="3081"/>
                </a:lnTo>
                <a:lnTo>
                  <a:pt x="37085" y="3081"/>
                </a:lnTo>
                <a:lnTo>
                  <a:pt x="37377" y="2922"/>
                </a:lnTo>
                <a:lnTo>
                  <a:pt x="37669" y="2922"/>
                </a:lnTo>
                <a:lnTo>
                  <a:pt x="38077" y="2815"/>
                </a:lnTo>
                <a:lnTo>
                  <a:pt x="38369" y="2815"/>
                </a:lnTo>
                <a:lnTo>
                  <a:pt x="38661" y="2815"/>
                </a:lnTo>
                <a:lnTo>
                  <a:pt x="39070" y="2709"/>
                </a:lnTo>
                <a:lnTo>
                  <a:pt x="39362" y="2550"/>
                </a:lnTo>
                <a:lnTo>
                  <a:pt x="39654" y="2550"/>
                </a:lnTo>
                <a:lnTo>
                  <a:pt x="40063" y="2443"/>
                </a:lnTo>
                <a:lnTo>
                  <a:pt x="40355" y="2443"/>
                </a:lnTo>
                <a:lnTo>
                  <a:pt x="40647" y="2443"/>
                </a:lnTo>
                <a:lnTo>
                  <a:pt x="40939" y="2284"/>
                </a:lnTo>
                <a:lnTo>
                  <a:pt x="41348" y="2178"/>
                </a:lnTo>
                <a:lnTo>
                  <a:pt x="41640" y="2178"/>
                </a:lnTo>
                <a:lnTo>
                  <a:pt x="41874" y="2178"/>
                </a:lnTo>
                <a:lnTo>
                  <a:pt x="42341" y="2018"/>
                </a:lnTo>
                <a:lnTo>
                  <a:pt x="42574" y="2018"/>
                </a:lnTo>
                <a:lnTo>
                  <a:pt x="42866" y="1912"/>
                </a:lnTo>
                <a:lnTo>
                  <a:pt x="43158" y="1912"/>
                </a:lnTo>
                <a:lnTo>
                  <a:pt x="43450" y="1912"/>
                </a:lnTo>
                <a:lnTo>
                  <a:pt x="43859" y="1912"/>
                </a:lnTo>
                <a:lnTo>
                  <a:pt x="44268" y="1912"/>
                </a:lnTo>
                <a:lnTo>
                  <a:pt x="44560" y="1806"/>
                </a:lnTo>
                <a:lnTo>
                  <a:pt x="44852" y="1806"/>
                </a:lnTo>
                <a:lnTo>
                  <a:pt x="45144" y="1647"/>
                </a:lnTo>
                <a:lnTo>
                  <a:pt x="45436" y="1647"/>
                </a:lnTo>
                <a:lnTo>
                  <a:pt x="45728" y="1647"/>
                </a:lnTo>
                <a:lnTo>
                  <a:pt x="45962" y="1540"/>
                </a:lnTo>
                <a:lnTo>
                  <a:pt x="46254" y="1540"/>
                </a:lnTo>
                <a:lnTo>
                  <a:pt x="46546" y="1540"/>
                </a:lnTo>
                <a:lnTo>
                  <a:pt x="46838" y="1381"/>
                </a:lnTo>
                <a:lnTo>
                  <a:pt x="47130" y="1381"/>
                </a:lnTo>
                <a:lnTo>
                  <a:pt x="47422" y="1381"/>
                </a:lnTo>
                <a:lnTo>
                  <a:pt x="47655" y="1275"/>
                </a:lnTo>
                <a:lnTo>
                  <a:pt x="47947" y="1275"/>
                </a:lnTo>
                <a:lnTo>
                  <a:pt x="48239" y="1168"/>
                </a:lnTo>
                <a:lnTo>
                  <a:pt x="48648" y="1168"/>
                </a:lnTo>
                <a:lnTo>
                  <a:pt x="48823" y="1168"/>
                </a:lnTo>
                <a:lnTo>
                  <a:pt x="49115" y="1009"/>
                </a:lnTo>
                <a:lnTo>
                  <a:pt x="49349" y="1009"/>
                </a:lnTo>
                <a:lnTo>
                  <a:pt x="49641" y="1009"/>
                </a:lnTo>
                <a:lnTo>
                  <a:pt x="49933" y="903"/>
                </a:lnTo>
                <a:lnTo>
                  <a:pt x="50225" y="903"/>
                </a:lnTo>
                <a:lnTo>
                  <a:pt x="50634" y="903"/>
                </a:lnTo>
                <a:lnTo>
                  <a:pt x="50926" y="743"/>
                </a:lnTo>
                <a:lnTo>
                  <a:pt x="51218" y="743"/>
                </a:lnTo>
                <a:lnTo>
                  <a:pt x="51627" y="743"/>
                </a:lnTo>
                <a:lnTo>
                  <a:pt x="51919" y="637"/>
                </a:lnTo>
                <a:lnTo>
                  <a:pt x="52211" y="637"/>
                </a:lnTo>
                <a:lnTo>
                  <a:pt x="52619" y="637"/>
                </a:lnTo>
                <a:lnTo>
                  <a:pt x="52911" y="478"/>
                </a:lnTo>
                <a:lnTo>
                  <a:pt x="53203" y="478"/>
                </a:lnTo>
                <a:lnTo>
                  <a:pt x="53437" y="478"/>
                </a:lnTo>
                <a:lnTo>
                  <a:pt x="53729" y="371"/>
                </a:lnTo>
                <a:lnTo>
                  <a:pt x="53904" y="371"/>
                </a:lnTo>
                <a:lnTo>
                  <a:pt x="54196" y="371"/>
                </a:lnTo>
                <a:lnTo>
                  <a:pt x="54430" y="265"/>
                </a:lnTo>
                <a:lnTo>
                  <a:pt x="54897" y="265"/>
                </a:lnTo>
                <a:lnTo>
                  <a:pt x="55131" y="265"/>
                </a:lnTo>
                <a:lnTo>
                  <a:pt x="55423" y="265"/>
                </a:lnTo>
                <a:lnTo>
                  <a:pt x="55715" y="106"/>
                </a:lnTo>
                <a:lnTo>
                  <a:pt x="56007" y="106"/>
                </a:lnTo>
                <a:lnTo>
                  <a:pt x="56299" y="106"/>
                </a:lnTo>
                <a:lnTo>
                  <a:pt x="56824" y="0"/>
                </a:lnTo>
              </a:path>
            </a:pathLst>
          </a:custGeom>
          <a:ln w="773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000288" y="5467885"/>
            <a:ext cx="56883" cy="2337"/>
          </a:xfrm>
          <a:custGeom>
            <a:avLst/>
            <a:gdLst/>
            <a:ahLst/>
            <a:cxnLst/>
            <a:rect l="l" t="t" r="r" b="b"/>
            <a:pathLst>
              <a:path w="56883" h="2337">
                <a:moveTo>
                  <a:pt x="0" y="2337"/>
                </a:moveTo>
                <a:lnTo>
                  <a:pt x="292" y="2337"/>
                </a:lnTo>
                <a:lnTo>
                  <a:pt x="584" y="2337"/>
                </a:lnTo>
                <a:lnTo>
                  <a:pt x="876" y="2178"/>
                </a:lnTo>
                <a:lnTo>
                  <a:pt x="1168" y="2178"/>
                </a:lnTo>
                <a:lnTo>
                  <a:pt x="1460" y="2178"/>
                </a:lnTo>
                <a:lnTo>
                  <a:pt x="1693" y="2178"/>
                </a:lnTo>
                <a:lnTo>
                  <a:pt x="1985" y="2072"/>
                </a:lnTo>
                <a:lnTo>
                  <a:pt x="2277" y="2072"/>
                </a:lnTo>
                <a:lnTo>
                  <a:pt x="2569" y="2072"/>
                </a:lnTo>
                <a:lnTo>
                  <a:pt x="2861" y="2072"/>
                </a:lnTo>
                <a:lnTo>
                  <a:pt x="3153" y="1965"/>
                </a:lnTo>
                <a:lnTo>
                  <a:pt x="3387" y="1965"/>
                </a:lnTo>
                <a:lnTo>
                  <a:pt x="3679" y="1965"/>
                </a:lnTo>
                <a:lnTo>
                  <a:pt x="3971" y="1965"/>
                </a:lnTo>
                <a:lnTo>
                  <a:pt x="4380" y="1965"/>
                </a:lnTo>
                <a:lnTo>
                  <a:pt x="4555" y="1965"/>
                </a:lnTo>
                <a:lnTo>
                  <a:pt x="4788" y="1965"/>
                </a:lnTo>
                <a:lnTo>
                  <a:pt x="5080" y="1965"/>
                </a:lnTo>
                <a:lnTo>
                  <a:pt x="5372" y="1806"/>
                </a:lnTo>
                <a:lnTo>
                  <a:pt x="5664" y="1806"/>
                </a:lnTo>
                <a:lnTo>
                  <a:pt x="5956" y="1806"/>
                </a:lnTo>
                <a:lnTo>
                  <a:pt x="6365" y="1806"/>
                </a:lnTo>
                <a:lnTo>
                  <a:pt x="6657" y="1806"/>
                </a:lnTo>
                <a:lnTo>
                  <a:pt x="6949" y="1700"/>
                </a:lnTo>
                <a:lnTo>
                  <a:pt x="7358" y="1700"/>
                </a:lnTo>
                <a:lnTo>
                  <a:pt x="7650" y="1700"/>
                </a:lnTo>
                <a:lnTo>
                  <a:pt x="7942" y="1540"/>
                </a:lnTo>
                <a:lnTo>
                  <a:pt x="8351" y="1540"/>
                </a:lnTo>
                <a:lnTo>
                  <a:pt x="8643" y="1540"/>
                </a:lnTo>
                <a:lnTo>
                  <a:pt x="8935" y="1540"/>
                </a:lnTo>
                <a:lnTo>
                  <a:pt x="9169" y="1540"/>
                </a:lnTo>
                <a:lnTo>
                  <a:pt x="9461" y="1434"/>
                </a:lnTo>
                <a:lnTo>
                  <a:pt x="9636" y="1434"/>
                </a:lnTo>
                <a:lnTo>
                  <a:pt x="9869" y="1434"/>
                </a:lnTo>
                <a:lnTo>
                  <a:pt x="10161" y="1434"/>
                </a:lnTo>
                <a:lnTo>
                  <a:pt x="10570" y="1434"/>
                </a:lnTo>
                <a:lnTo>
                  <a:pt x="10862" y="1275"/>
                </a:lnTo>
                <a:lnTo>
                  <a:pt x="11154" y="1275"/>
                </a:lnTo>
                <a:lnTo>
                  <a:pt x="11446" y="1275"/>
                </a:lnTo>
                <a:lnTo>
                  <a:pt x="11738" y="1275"/>
                </a:lnTo>
                <a:lnTo>
                  <a:pt x="12030" y="1275"/>
                </a:lnTo>
                <a:lnTo>
                  <a:pt x="12556" y="1168"/>
                </a:lnTo>
                <a:lnTo>
                  <a:pt x="12848" y="1168"/>
                </a:lnTo>
                <a:lnTo>
                  <a:pt x="13140" y="1168"/>
                </a:lnTo>
                <a:lnTo>
                  <a:pt x="13432" y="1168"/>
                </a:lnTo>
                <a:lnTo>
                  <a:pt x="13724" y="1168"/>
                </a:lnTo>
                <a:lnTo>
                  <a:pt x="13958" y="1062"/>
                </a:lnTo>
                <a:lnTo>
                  <a:pt x="14250" y="1062"/>
                </a:lnTo>
                <a:lnTo>
                  <a:pt x="14542" y="1062"/>
                </a:lnTo>
                <a:lnTo>
                  <a:pt x="14834" y="1062"/>
                </a:lnTo>
                <a:lnTo>
                  <a:pt x="15126" y="1062"/>
                </a:lnTo>
                <a:lnTo>
                  <a:pt x="15418" y="1062"/>
                </a:lnTo>
                <a:lnTo>
                  <a:pt x="15651" y="903"/>
                </a:lnTo>
                <a:lnTo>
                  <a:pt x="15943" y="903"/>
                </a:lnTo>
                <a:lnTo>
                  <a:pt x="16235" y="903"/>
                </a:lnTo>
                <a:lnTo>
                  <a:pt x="16527" y="903"/>
                </a:lnTo>
                <a:lnTo>
                  <a:pt x="16936" y="903"/>
                </a:lnTo>
                <a:lnTo>
                  <a:pt x="17111" y="903"/>
                </a:lnTo>
                <a:lnTo>
                  <a:pt x="17345" y="903"/>
                </a:lnTo>
                <a:lnTo>
                  <a:pt x="17637" y="796"/>
                </a:lnTo>
                <a:lnTo>
                  <a:pt x="17929" y="796"/>
                </a:lnTo>
                <a:lnTo>
                  <a:pt x="18221" y="796"/>
                </a:lnTo>
                <a:lnTo>
                  <a:pt x="18513" y="796"/>
                </a:lnTo>
                <a:lnTo>
                  <a:pt x="18922" y="796"/>
                </a:lnTo>
                <a:lnTo>
                  <a:pt x="19214" y="796"/>
                </a:lnTo>
                <a:lnTo>
                  <a:pt x="19506" y="796"/>
                </a:lnTo>
                <a:lnTo>
                  <a:pt x="19622" y="637"/>
                </a:lnTo>
                <a:lnTo>
                  <a:pt x="19914" y="637"/>
                </a:lnTo>
                <a:lnTo>
                  <a:pt x="20206" y="637"/>
                </a:lnTo>
                <a:lnTo>
                  <a:pt x="20499" y="637"/>
                </a:lnTo>
                <a:lnTo>
                  <a:pt x="20907" y="637"/>
                </a:lnTo>
                <a:lnTo>
                  <a:pt x="21199" y="637"/>
                </a:lnTo>
                <a:lnTo>
                  <a:pt x="21433" y="637"/>
                </a:lnTo>
                <a:lnTo>
                  <a:pt x="21725" y="637"/>
                </a:lnTo>
                <a:lnTo>
                  <a:pt x="22017" y="531"/>
                </a:lnTo>
                <a:lnTo>
                  <a:pt x="22426" y="531"/>
                </a:lnTo>
                <a:lnTo>
                  <a:pt x="22718" y="531"/>
                </a:lnTo>
                <a:lnTo>
                  <a:pt x="23127" y="531"/>
                </a:lnTo>
                <a:lnTo>
                  <a:pt x="23419" y="531"/>
                </a:lnTo>
                <a:lnTo>
                  <a:pt x="23711" y="531"/>
                </a:lnTo>
                <a:lnTo>
                  <a:pt x="24003" y="531"/>
                </a:lnTo>
                <a:lnTo>
                  <a:pt x="24295" y="531"/>
                </a:lnTo>
                <a:lnTo>
                  <a:pt x="24587" y="425"/>
                </a:lnTo>
                <a:lnTo>
                  <a:pt x="25112" y="425"/>
                </a:lnTo>
                <a:lnTo>
                  <a:pt x="25404" y="425"/>
                </a:lnTo>
                <a:lnTo>
                  <a:pt x="25696" y="425"/>
                </a:lnTo>
                <a:lnTo>
                  <a:pt x="25988" y="425"/>
                </a:lnTo>
                <a:lnTo>
                  <a:pt x="26280" y="425"/>
                </a:lnTo>
                <a:lnTo>
                  <a:pt x="26514" y="425"/>
                </a:lnTo>
                <a:lnTo>
                  <a:pt x="26806" y="425"/>
                </a:lnTo>
                <a:lnTo>
                  <a:pt x="27098" y="425"/>
                </a:lnTo>
                <a:lnTo>
                  <a:pt x="27390" y="425"/>
                </a:lnTo>
                <a:lnTo>
                  <a:pt x="27682" y="265"/>
                </a:lnTo>
                <a:lnTo>
                  <a:pt x="27916" y="265"/>
                </a:lnTo>
                <a:lnTo>
                  <a:pt x="28208" y="265"/>
                </a:lnTo>
                <a:lnTo>
                  <a:pt x="28500" y="265"/>
                </a:lnTo>
                <a:lnTo>
                  <a:pt x="28792" y="265"/>
                </a:lnTo>
                <a:lnTo>
                  <a:pt x="29084" y="265"/>
                </a:lnTo>
                <a:lnTo>
                  <a:pt x="29492" y="265"/>
                </a:lnTo>
                <a:lnTo>
                  <a:pt x="29901" y="265"/>
                </a:lnTo>
                <a:lnTo>
                  <a:pt x="30193" y="265"/>
                </a:lnTo>
                <a:lnTo>
                  <a:pt x="30485" y="265"/>
                </a:lnTo>
                <a:lnTo>
                  <a:pt x="30777" y="265"/>
                </a:lnTo>
                <a:lnTo>
                  <a:pt x="31069" y="265"/>
                </a:lnTo>
                <a:lnTo>
                  <a:pt x="31478" y="265"/>
                </a:lnTo>
                <a:lnTo>
                  <a:pt x="31770" y="159"/>
                </a:lnTo>
                <a:lnTo>
                  <a:pt x="32062" y="159"/>
                </a:lnTo>
                <a:lnTo>
                  <a:pt x="32471" y="159"/>
                </a:lnTo>
                <a:lnTo>
                  <a:pt x="32763" y="159"/>
                </a:lnTo>
                <a:lnTo>
                  <a:pt x="32996" y="159"/>
                </a:lnTo>
                <a:lnTo>
                  <a:pt x="33464" y="159"/>
                </a:lnTo>
                <a:lnTo>
                  <a:pt x="33697" y="159"/>
                </a:lnTo>
                <a:lnTo>
                  <a:pt x="33989" y="159"/>
                </a:lnTo>
                <a:lnTo>
                  <a:pt x="34281" y="159"/>
                </a:lnTo>
                <a:lnTo>
                  <a:pt x="34573" y="159"/>
                </a:lnTo>
                <a:lnTo>
                  <a:pt x="34982" y="159"/>
                </a:lnTo>
                <a:lnTo>
                  <a:pt x="35274" y="159"/>
                </a:lnTo>
                <a:lnTo>
                  <a:pt x="35683" y="159"/>
                </a:lnTo>
                <a:lnTo>
                  <a:pt x="35975" y="159"/>
                </a:lnTo>
                <a:lnTo>
                  <a:pt x="36267" y="159"/>
                </a:lnTo>
                <a:lnTo>
                  <a:pt x="36559" y="159"/>
                </a:lnTo>
                <a:lnTo>
                  <a:pt x="36851" y="159"/>
                </a:lnTo>
                <a:lnTo>
                  <a:pt x="37085" y="159"/>
                </a:lnTo>
                <a:lnTo>
                  <a:pt x="37260" y="159"/>
                </a:lnTo>
                <a:lnTo>
                  <a:pt x="37669" y="159"/>
                </a:lnTo>
                <a:lnTo>
                  <a:pt x="37961" y="159"/>
                </a:lnTo>
                <a:lnTo>
                  <a:pt x="38253" y="159"/>
                </a:lnTo>
                <a:lnTo>
                  <a:pt x="38545" y="159"/>
                </a:lnTo>
                <a:lnTo>
                  <a:pt x="38778" y="159"/>
                </a:lnTo>
                <a:lnTo>
                  <a:pt x="39070" y="159"/>
                </a:lnTo>
                <a:lnTo>
                  <a:pt x="39362" y="0"/>
                </a:lnTo>
                <a:lnTo>
                  <a:pt x="39654" y="0"/>
                </a:lnTo>
                <a:lnTo>
                  <a:pt x="39946" y="0"/>
                </a:lnTo>
                <a:lnTo>
                  <a:pt x="40238" y="0"/>
                </a:lnTo>
                <a:lnTo>
                  <a:pt x="40472" y="0"/>
                </a:lnTo>
                <a:lnTo>
                  <a:pt x="40764" y="0"/>
                </a:lnTo>
                <a:lnTo>
                  <a:pt x="41056" y="0"/>
                </a:lnTo>
                <a:lnTo>
                  <a:pt x="41348" y="0"/>
                </a:lnTo>
                <a:lnTo>
                  <a:pt x="41640" y="0"/>
                </a:lnTo>
                <a:lnTo>
                  <a:pt x="42049" y="0"/>
                </a:lnTo>
                <a:lnTo>
                  <a:pt x="42458" y="0"/>
                </a:lnTo>
                <a:lnTo>
                  <a:pt x="42750" y="0"/>
                </a:lnTo>
                <a:lnTo>
                  <a:pt x="43042" y="0"/>
                </a:lnTo>
                <a:lnTo>
                  <a:pt x="43334" y="0"/>
                </a:lnTo>
                <a:lnTo>
                  <a:pt x="43626" y="0"/>
                </a:lnTo>
                <a:lnTo>
                  <a:pt x="44034" y="0"/>
                </a:lnTo>
                <a:lnTo>
                  <a:pt x="44326" y="0"/>
                </a:lnTo>
                <a:lnTo>
                  <a:pt x="44560" y="0"/>
                </a:lnTo>
                <a:lnTo>
                  <a:pt x="44735" y="0"/>
                </a:lnTo>
                <a:lnTo>
                  <a:pt x="45027" y="0"/>
                </a:lnTo>
                <a:lnTo>
                  <a:pt x="45319" y="0"/>
                </a:lnTo>
                <a:lnTo>
                  <a:pt x="45553" y="0"/>
                </a:lnTo>
                <a:lnTo>
                  <a:pt x="45845" y="0"/>
                </a:lnTo>
                <a:lnTo>
                  <a:pt x="46254" y="0"/>
                </a:lnTo>
                <a:lnTo>
                  <a:pt x="46546" y="159"/>
                </a:lnTo>
                <a:lnTo>
                  <a:pt x="46838" y="159"/>
                </a:lnTo>
                <a:lnTo>
                  <a:pt x="47130" y="159"/>
                </a:lnTo>
                <a:lnTo>
                  <a:pt x="47538" y="159"/>
                </a:lnTo>
                <a:lnTo>
                  <a:pt x="47831" y="159"/>
                </a:lnTo>
                <a:lnTo>
                  <a:pt x="48239" y="159"/>
                </a:lnTo>
                <a:lnTo>
                  <a:pt x="48531" y="159"/>
                </a:lnTo>
                <a:lnTo>
                  <a:pt x="48823" y="159"/>
                </a:lnTo>
                <a:lnTo>
                  <a:pt x="49115" y="159"/>
                </a:lnTo>
                <a:lnTo>
                  <a:pt x="49407" y="159"/>
                </a:lnTo>
                <a:lnTo>
                  <a:pt x="49641" y="159"/>
                </a:lnTo>
                <a:lnTo>
                  <a:pt x="49816" y="159"/>
                </a:lnTo>
                <a:lnTo>
                  <a:pt x="50225" y="159"/>
                </a:lnTo>
                <a:lnTo>
                  <a:pt x="50517" y="159"/>
                </a:lnTo>
                <a:lnTo>
                  <a:pt x="50809" y="159"/>
                </a:lnTo>
                <a:lnTo>
                  <a:pt x="51101" y="159"/>
                </a:lnTo>
                <a:lnTo>
                  <a:pt x="51335" y="159"/>
                </a:lnTo>
                <a:lnTo>
                  <a:pt x="51627" y="159"/>
                </a:lnTo>
                <a:lnTo>
                  <a:pt x="51919" y="159"/>
                </a:lnTo>
                <a:lnTo>
                  <a:pt x="52211" y="159"/>
                </a:lnTo>
                <a:lnTo>
                  <a:pt x="52503" y="159"/>
                </a:lnTo>
                <a:lnTo>
                  <a:pt x="52736" y="159"/>
                </a:lnTo>
                <a:lnTo>
                  <a:pt x="53028" y="159"/>
                </a:lnTo>
                <a:lnTo>
                  <a:pt x="53320" y="159"/>
                </a:lnTo>
                <a:lnTo>
                  <a:pt x="53612" y="159"/>
                </a:lnTo>
                <a:lnTo>
                  <a:pt x="53904" y="159"/>
                </a:lnTo>
                <a:lnTo>
                  <a:pt x="54196" y="159"/>
                </a:lnTo>
                <a:lnTo>
                  <a:pt x="54605" y="159"/>
                </a:lnTo>
                <a:lnTo>
                  <a:pt x="55014" y="265"/>
                </a:lnTo>
                <a:lnTo>
                  <a:pt x="55306" y="265"/>
                </a:lnTo>
                <a:lnTo>
                  <a:pt x="55598" y="265"/>
                </a:lnTo>
                <a:lnTo>
                  <a:pt x="55890" y="265"/>
                </a:lnTo>
                <a:lnTo>
                  <a:pt x="56124" y="265"/>
                </a:lnTo>
                <a:lnTo>
                  <a:pt x="56591" y="265"/>
                </a:lnTo>
                <a:lnTo>
                  <a:pt x="56883" y="265"/>
                </a:lnTo>
              </a:path>
            </a:pathLst>
          </a:custGeom>
          <a:ln w="76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057171" y="5468150"/>
            <a:ext cx="56649" cy="2975"/>
          </a:xfrm>
          <a:custGeom>
            <a:avLst/>
            <a:gdLst/>
            <a:ahLst/>
            <a:cxnLst/>
            <a:rect l="l" t="t" r="r" b="b"/>
            <a:pathLst>
              <a:path w="56649" h="2975">
                <a:moveTo>
                  <a:pt x="0" y="0"/>
                </a:moveTo>
                <a:lnTo>
                  <a:pt x="233" y="0"/>
                </a:lnTo>
                <a:lnTo>
                  <a:pt x="408" y="0"/>
                </a:lnTo>
                <a:lnTo>
                  <a:pt x="700" y="0"/>
                </a:lnTo>
                <a:lnTo>
                  <a:pt x="934" y="0"/>
                </a:lnTo>
                <a:lnTo>
                  <a:pt x="1226" y="0"/>
                </a:lnTo>
                <a:lnTo>
                  <a:pt x="1518" y="0"/>
                </a:lnTo>
                <a:lnTo>
                  <a:pt x="1927" y="0"/>
                </a:lnTo>
                <a:lnTo>
                  <a:pt x="2219" y="0"/>
                </a:lnTo>
                <a:lnTo>
                  <a:pt x="2511" y="0"/>
                </a:lnTo>
                <a:lnTo>
                  <a:pt x="2803" y="159"/>
                </a:lnTo>
                <a:lnTo>
                  <a:pt x="3212" y="159"/>
                </a:lnTo>
                <a:lnTo>
                  <a:pt x="3504" y="159"/>
                </a:lnTo>
                <a:lnTo>
                  <a:pt x="3912" y="159"/>
                </a:lnTo>
                <a:lnTo>
                  <a:pt x="4204" y="159"/>
                </a:lnTo>
                <a:lnTo>
                  <a:pt x="4496" y="159"/>
                </a:lnTo>
                <a:lnTo>
                  <a:pt x="4788" y="159"/>
                </a:lnTo>
                <a:lnTo>
                  <a:pt x="5022" y="159"/>
                </a:lnTo>
                <a:lnTo>
                  <a:pt x="5314" y="159"/>
                </a:lnTo>
                <a:lnTo>
                  <a:pt x="5489" y="159"/>
                </a:lnTo>
                <a:lnTo>
                  <a:pt x="5898" y="159"/>
                </a:lnTo>
                <a:lnTo>
                  <a:pt x="6190" y="159"/>
                </a:lnTo>
                <a:lnTo>
                  <a:pt x="6482" y="265"/>
                </a:lnTo>
                <a:lnTo>
                  <a:pt x="6716" y="265"/>
                </a:lnTo>
                <a:lnTo>
                  <a:pt x="7008" y="265"/>
                </a:lnTo>
                <a:lnTo>
                  <a:pt x="7300" y="265"/>
                </a:lnTo>
                <a:lnTo>
                  <a:pt x="7592" y="265"/>
                </a:lnTo>
                <a:lnTo>
                  <a:pt x="7884" y="265"/>
                </a:lnTo>
                <a:lnTo>
                  <a:pt x="8176" y="265"/>
                </a:lnTo>
                <a:lnTo>
                  <a:pt x="8409" y="265"/>
                </a:lnTo>
                <a:lnTo>
                  <a:pt x="8701" y="265"/>
                </a:lnTo>
                <a:lnTo>
                  <a:pt x="8993" y="265"/>
                </a:lnTo>
                <a:lnTo>
                  <a:pt x="9285" y="265"/>
                </a:lnTo>
                <a:lnTo>
                  <a:pt x="9577" y="265"/>
                </a:lnTo>
                <a:lnTo>
                  <a:pt x="9869" y="371"/>
                </a:lnTo>
                <a:lnTo>
                  <a:pt x="10278" y="371"/>
                </a:lnTo>
                <a:lnTo>
                  <a:pt x="10687" y="371"/>
                </a:lnTo>
                <a:lnTo>
                  <a:pt x="10979" y="371"/>
                </a:lnTo>
                <a:lnTo>
                  <a:pt x="11271" y="371"/>
                </a:lnTo>
                <a:lnTo>
                  <a:pt x="11563" y="371"/>
                </a:lnTo>
                <a:lnTo>
                  <a:pt x="11797" y="371"/>
                </a:lnTo>
                <a:lnTo>
                  <a:pt x="12264" y="371"/>
                </a:lnTo>
                <a:lnTo>
                  <a:pt x="12497" y="371"/>
                </a:lnTo>
                <a:lnTo>
                  <a:pt x="12789" y="531"/>
                </a:lnTo>
                <a:lnTo>
                  <a:pt x="12965" y="531"/>
                </a:lnTo>
                <a:lnTo>
                  <a:pt x="13198" y="531"/>
                </a:lnTo>
                <a:lnTo>
                  <a:pt x="13490" y="531"/>
                </a:lnTo>
                <a:lnTo>
                  <a:pt x="13782" y="531"/>
                </a:lnTo>
                <a:lnTo>
                  <a:pt x="14074" y="531"/>
                </a:lnTo>
                <a:lnTo>
                  <a:pt x="14483" y="531"/>
                </a:lnTo>
                <a:lnTo>
                  <a:pt x="14775" y="531"/>
                </a:lnTo>
                <a:lnTo>
                  <a:pt x="15067" y="531"/>
                </a:lnTo>
                <a:lnTo>
                  <a:pt x="15359" y="531"/>
                </a:lnTo>
                <a:lnTo>
                  <a:pt x="15768" y="637"/>
                </a:lnTo>
                <a:lnTo>
                  <a:pt x="16060" y="637"/>
                </a:lnTo>
                <a:lnTo>
                  <a:pt x="16469" y="637"/>
                </a:lnTo>
                <a:lnTo>
                  <a:pt x="16761" y="637"/>
                </a:lnTo>
                <a:lnTo>
                  <a:pt x="17053" y="637"/>
                </a:lnTo>
                <a:lnTo>
                  <a:pt x="17345" y="637"/>
                </a:lnTo>
                <a:lnTo>
                  <a:pt x="17578" y="637"/>
                </a:lnTo>
                <a:lnTo>
                  <a:pt x="17870" y="637"/>
                </a:lnTo>
                <a:lnTo>
                  <a:pt x="18046" y="796"/>
                </a:lnTo>
                <a:lnTo>
                  <a:pt x="18454" y="796"/>
                </a:lnTo>
                <a:lnTo>
                  <a:pt x="18746" y="796"/>
                </a:lnTo>
                <a:lnTo>
                  <a:pt x="18980" y="796"/>
                </a:lnTo>
                <a:lnTo>
                  <a:pt x="19272" y="796"/>
                </a:lnTo>
                <a:lnTo>
                  <a:pt x="19564" y="796"/>
                </a:lnTo>
                <a:lnTo>
                  <a:pt x="19856" y="796"/>
                </a:lnTo>
                <a:lnTo>
                  <a:pt x="20148" y="796"/>
                </a:lnTo>
                <a:lnTo>
                  <a:pt x="20440" y="796"/>
                </a:lnTo>
                <a:lnTo>
                  <a:pt x="20674" y="903"/>
                </a:lnTo>
                <a:lnTo>
                  <a:pt x="20966" y="903"/>
                </a:lnTo>
                <a:lnTo>
                  <a:pt x="21258" y="903"/>
                </a:lnTo>
                <a:lnTo>
                  <a:pt x="21550" y="903"/>
                </a:lnTo>
                <a:lnTo>
                  <a:pt x="21842" y="903"/>
                </a:lnTo>
                <a:lnTo>
                  <a:pt x="22134" y="903"/>
                </a:lnTo>
                <a:lnTo>
                  <a:pt x="22367" y="903"/>
                </a:lnTo>
                <a:lnTo>
                  <a:pt x="22835" y="903"/>
                </a:lnTo>
                <a:lnTo>
                  <a:pt x="23127" y="1009"/>
                </a:lnTo>
                <a:lnTo>
                  <a:pt x="23535" y="1009"/>
                </a:lnTo>
                <a:lnTo>
                  <a:pt x="23827" y="1009"/>
                </a:lnTo>
                <a:lnTo>
                  <a:pt x="24061" y="1009"/>
                </a:lnTo>
                <a:lnTo>
                  <a:pt x="24353" y="1009"/>
                </a:lnTo>
                <a:lnTo>
                  <a:pt x="24820" y="1009"/>
                </a:lnTo>
                <a:lnTo>
                  <a:pt x="25054" y="1009"/>
                </a:lnTo>
                <a:lnTo>
                  <a:pt x="25346" y="1009"/>
                </a:lnTo>
                <a:lnTo>
                  <a:pt x="25638" y="1168"/>
                </a:lnTo>
                <a:lnTo>
                  <a:pt x="26047" y="1168"/>
                </a:lnTo>
                <a:lnTo>
                  <a:pt x="26339" y="1168"/>
                </a:lnTo>
                <a:lnTo>
                  <a:pt x="26631" y="1168"/>
                </a:lnTo>
                <a:lnTo>
                  <a:pt x="27039" y="1168"/>
                </a:lnTo>
                <a:lnTo>
                  <a:pt x="27332" y="1168"/>
                </a:lnTo>
                <a:lnTo>
                  <a:pt x="27624" y="1275"/>
                </a:lnTo>
                <a:lnTo>
                  <a:pt x="27916" y="1275"/>
                </a:lnTo>
                <a:lnTo>
                  <a:pt x="28324" y="1275"/>
                </a:lnTo>
                <a:lnTo>
                  <a:pt x="28616" y="1275"/>
                </a:lnTo>
                <a:lnTo>
                  <a:pt x="29025" y="1275"/>
                </a:lnTo>
                <a:lnTo>
                  <a:pt x="29317" y="1275"/>
                </a:lnTo>
                <a:lnTo>
                  <a:pt x="29609" y="1275"/>
                </a:lnTo>
                <a:lnTo>
                  <a:pt x="29843" y="1434"/>
                </a:lnTo>
                <a:lnTo>
                  <a:pt x="30135" y="1434"/>
                </a:lnTo>
                <a:lnTo>
                  <a:pt x="30427" y="1434"/>
                </a:lnTo>
                <a:lnTo>
                  <a:pt x="30602" y="1434"/>
                </a:lnTo>
                <a:lnTo>
                  <a:pt x="31011" y="1434"/>
                </a:lnTo>
                <a:lnTo>
                  <a:pt x="31303" y="1434"/>
                </a:lnTo>
                <a:lnTo>
                  <a:pt x="31536" y="1434"/>
                </a:lnTo>
                <a:lnTo>
                  <a:pt x="31828" y="1434"/>
                </a:lnTo>
                <a:lnTo>
                  <a:pt x="32120" y="1540"/>
                </a:lnTo>
                <a:lnTo>
                  <a:pt x="32412" y="1540"/>
                </a:lnTo>
                <a:lnTo>
                  <a:pt x="32704" y="1540"/>
                </a:lnTo>
                <a:lnTo>
                  <a:pt x="32996" y="1540"/>
                </a:lnTo>
                <a:lnTo>
                  <a:pt x="33230" y="1540"/>
                </a:lnTo>
                <a:lnTo>
                  <a:pt x="33522" y="1540"/>
                </a:lnTo>
                <a:lnTo>
                  <a:pt x="33814" y="1540"/>
                </a:lnTo>
                <a:lnTo>
                  <a:pt x="34106" y="1700"/>
                </a:lnTo>
                <a:lnTo>
                  <a:pt x="34398" y="1700"/>
                </a:lnTo>
                <a:lnTo>
                  <a:pt x="34690" y="1700"/>
                </a:lnTo>
                <a:lnTo>
                  <a:pt x="34924" y="1700"/>
                </a:lnTo>
                <a:lnTo>
                  <a:pt x="35391" y="1700"/>
                </a:lnTo>
                <a:lnTo>
                  <a:pt x="35625" y="1700"/>
                </a:lnTo>
                <a:lnTo>
                  <a:pt x="35800" y="1700"/>
                </a:lnTo>
                <a:lnTo>
                  <a:pt x="36092" y="1700"/>
                </a:lnTo>
                <a:lnTo>
                  <a:pt x="36384" y="1700"/>
                </a:lnTo>
                <a:lnTo>
                  <a:pt x="36617" y="1700"/>
                </a:lnTo>
                <a:lnTo>
                  <a:pt x="36909" y="1700"/>
                </a:lnTo>
                <a:lnTo>
                  <a:pt x="37318" y="1700"/>
                </a:lnTo>
                <a:lnTo>
                  <a:pt x="37610" y="1700"/>
                </a:lnTo>
                <a:lnTo>
                  <a:pt x="37902" y="1700"/>
                </a:lnTo>
                <a:lnTo>
                  <a:pt x="38194" y="1700"/>
                </a:lnTo>
                <a:lnTo>
                  <a:pt x="38603" y="1806"/>
                </a:lnTo>
                <a:lnTo>
                  <a:pt x="38895" y="1806"/>
                </a:lnTo>
                <a:lnTo>
                  <a:pt x="39187" y="1806"/>
                </a:lnTo>
                <a:lnTo>
                  <a:pt x="39596" y="1806"/>
                </a:lnTo>
                <a:lnTo>
                  <a:pt x="39888" y="1806"/>
                </a:lnTo>
                <a:lnTo>
                  <a:pt x="40180" y="1806"/>
                </a:lnTo>
                <a:lnTo>
                  <a:pt x="40472" y="1912"/>
                </a:lnTo>
                <a:lnTo>
                  <a:pt x="40705" y="1912"/>
                </a:lnTo>
                <a:lnTo>
                  <a:pt x="40881" y="1912"/>
                </a:lnTo>
                <a:lnTo>
                  <a:pt x="41173" y="1912"/>
                </a:lnTo>
                <a:lnTo>
                  <a:pt x="41582" y="1912"/>
                </a:lnTo>
                <a:lnTo>
                  <a:pt x="41874" y="1912"/>
                </a:lnTo>
                <a:lnTo>
                  <a:pt x="42166" y="1912"/>
                </a:lnTo>
                <a:lnTo>
                  <a:pt x="42399" y="2072"/>
                </a:lnTo>
                <a:lnTo>
                  <a:pt x="42691" y="2072"/>
                </a:lnTo>
                <a:lnTo>
                  <a:pt x="42983" y="2072"/>
                </a:lnTo>
                <a:lnTo>
                  <a:pt x="43567" y="2072"/>
                </a:lnTo>
                <a:lnTo>
                  <a:pt x="43801" y="2072"/>
                </a:lnTo>
                <a:lnTo>
                  <a:pt x="44093" y="2072"/>
                </a:lnTo>
                <a:lnTo>
                  <a:pt x="44385" y="2178"/>
                </a:lnTo>
                <a:lnTo>
                  <a:pt x="44677" y="2178"/>
                </a:lnTo>
                <a:lnTo>
                  <a:pt x="44969" y="2178"/>
                </a:lnTo>
                <a:lnTo>
                  <a:pt x="45261" y="2178"/>
                </a:lnTo>
                <a:lnTo>
                  <a:pt x="45494" y="2178"/>
                </a:lnTo>
                <a:lnTo>
                  <a:pt x="45786" y="2178"/>
                </a:lnTo>
                <a:lnTo>
                  <a:pt x="46078" y="2178"/>
                </a:lnTo>
                <a:lnTo>
                  <a:pt x="46370" y="2337"/>
                </a:lnTo>
                <a:lnTo>
                  <a:pt x="46662" y="2337"/>
                </a:lnTo>
                <a:lnTo>
                  <a:pt x="46954" y="2337"/>
                </a:lnTo>
                <a:lnTo>
                  <a:pt x="47188" y="2337"/>
                </a:lnTo>
                <a:lnTo>
                  <a:pt x="47480" y="2337"/>
                </a:lnTo>
                <a:lnTo>
                  <a:pt x="47947" y="2337"/>
                </a:lnTo>
                <a:lnTo>
                  <a:pt x="48181" y="2337"/>
                </a:lnTo>
                <a:lnTo>
                  <a:pt x="48356" y="2443"/>
                </a:lnTo>
                <a:lnTo>
                  <a:pt x="48648" y="2443"/>
                </a:lnTo>
                <a:lnTo>
                  <a:pt x="48882" y="2443"/>
                </a:lnTo>
                <a:lnTo>
                  <a:pt x="49174" y="2443"/>
                </a:lnTo>
                <a:lnTo>
                  <a:pt x="49466" y="2443"/>
                </a:lnTo>
                <a:lnTo>
                  <a:pt x="49875" y="2443"/>
                </a:lnTo>
                <a:lnTo>
                  <a:pt x="50167" y="2443"/>
                </a:lnTo>
                <a:lnTo>
                  <a:pt x="50459" y="2550"/>
                </a:lnTo>
                <a:lnTo>
                  <a:pt x="50751" y="2550"/>
                </a:lnTo>
                <a:lnTo>
                  <a:pt x="51159" y="2550"/>
                </a:lnTo>
                <a:lnTo>
                  <a:pt x="51451" y="2550"/>
                </a:lnTo>
                <a:lnTo>
                  <a:pt x="51743" y="2550"/>
                </a:lnTo>
                <a:lnTo>
                  <a:pt x="52152" y="2550"/>
                </a:lnTo>
                <a:lnTo>
                  <a:pt x="52444" y="2709"/>
                </a:lnTo>
                <a:lnTo>
                  <a:pt x="52736" y="2709"/>
                </a:lnTo>
                <a:lnTo>
                  <a:pt x="52970" y="2709"/>
                </a:lnTo>
                <a:lnTo>
                  <a:pt x="53262" y="2709"/>
                </a:lnTo>
                <a:lnTo>
                  <a:pt x="53437" y="2709"/>
                </a:lnTo>
                <a:lnTo>
                  <a:pt x="53729" y="2709"/>
                </a:lnTo>
                <a:lnTo>
                  <a:pt x="54138" y="2709"/>
                </a:lnTo>
                <a:lnTo>
                  <a:pt x="54430" y="2709"/>
                </a:lnTo>
                <a:lnTo>
                  <a:pt x="54664" y="2815"/>
                </a:lnTo>
                <a:lnTo>
                  <a:pt x="54956" y="2815"/>
                </a:lnTo>
                <a:lnTo>
                  <a:pt x="55248" y="2815"/>
                </a:lnTo>
                <a:lnTo>
                  <a:pt x="55540" y="2815"/>
                </a:lnTo>
                <a:lnTo>
                  <a:pt x="55832" y="2815"/>
                </a:lnTo>
                <a:lnTo>
                  <a:pt x="56124" y="2815"/>
                </a:lnTo>
                <a:lnTo>
                  <a:pt x="56357" y="2815"/>
                </a:lnTo>
                <a:lnTo>
                  <a:pt x="56649" y="2975"/>
                </a:lnTo>
              </a:path>
            </a:pathLst>
          </a:custGeom>
          <a:ln w="76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113821" y="5471125"/>
            <a:ext cx="56824" cy="1540"/>
          </a:xfrm>
          <a:custGeom>
            <a:avLst/>
            <a:gdLst/>
            <a:ahLst/>
            <a:cxnLst/>
            <a:rect l="l" t="t" r="r" b="b"/>
            <a:pathLst>
              <a:path w="56824" h="1540">
                <a:moveTo>
                  <a:pt x="0" y="0"/>
                </a:moveTo>
                <a:lnTo>
                  <a:pt x="292" y="0"/>
                </a:lnTo>
                <a:lnTo>
                  <a:pt x="584" y="0"/>
                </a:lnTo>
                <a:lnTo>
                  <a:pt x="876" y="0"/>
                </a:lnTo>
                <a:lnTo>
                  <a:pt x="1168" y="0"/>
                </a:lnTo>
                <a:lnTo>
                  <a:pt x="1401" y="0"/>
                </a:lnTo>
                <a:lnTo>
                  <a:pt x="1693" y="0"/>
                </a:lnTo>
                <a:lnTo>
                  <a:pt x="1985" y="0"/>
                </a:lnTo>
                <a:lnTo>
                  <a:pt x="2277" y="106"/>
                </a:lnTo>
                <a:lnTo>
                  <a:pt x="2569" y="106"/>
                </a:lnTo>
                <a:lnTo>
                  <a:pt x="2861" y="106"/>
                </a:lnTo>
                <a:lnTo>
                  <a:pt x="3095" y="106"/>
                </a:lnTo>
                <a:lnTo>
                  <a:pt x="3387" y="106"/>
                </a:lnTo>
                <a:lnTo>
                  <a:pt x="3796" y="106"/>
                </a:lnTo>
                <a:lnTo>
                  <a:pt x="4088" y="106"/>
                </a:lnTo>
                <a:lnTo>
                  <a:pt x="4263" y="265"/>
                </a:lnTo>
                <a:lnTo>
                  <a:pt x="4496" y="265"/>
                </a:lnTo>
                <a:lnTo>
                  <a:pt x="4788" y="265"/>
                </a:lnTo>
                <a:lnTo>
                  <a:pt x="5080" y="265"/>
                </a:lnTo>
                <a:lnTo>
                  <a:pt x="5372" y="265"/>
                </a:lnTo>
                <a:lnTo>
                  <a:pt x="5781" y="265"/>
                </a:lnTo>
                <a:lnTo>
                  <a:pt x="6073" y="265"/>
                </a:lnTo>
                <a:lnTo>
                  <a:pt x="6365" y="265"/>
                </a:lnTo>
                <a:lnTo>
                  <a:pt x="6657" y="371"/>
                </a:lnTo>
                <a:lnTo>
                  <a:pt x="7066" y="371"/>
                </a:lnTo>
                <a:lnTo>
                  <a:pt x="7358" y="371"/>
                </a:lnTo>
                <a:lnTo>
                  <a:pt x="7650" y="371"/>
                </a:lnTo>
                <a:lnTo>
                  <a:pt x="8059" y="371"/>
                </a:lnTo>
                <a:lnTo>
                  <a:pt x="8351" y="371"/>
                </a:lnTo>
                <a:lnTo>
                  <a:pt x="8643" y="371"/>
                </a:lnTo>
                <a:lnTo>
                  <a:pt x="8877" y="478"/>
                </a:lnTo>
                <a:lnTo>
                  <a:pt x="9169" y="478"/>
                </a:lnTo>
                <a:lnTo>
                  <a:pt x="9344" y="478"/>
                </a:lnTo>
                <a:lnTo>
                  <a:pt x="9577" y="478"/>
                </a:lnTo>
                <a:lnTo>
                  <a:pt x="10045" y="478"/>
                </a:lnTo>
                <a:lnTo>
                  <a:pt x="10278" y="478"/>
                </a:lnTo>
                <a:lnTo>
                  <a:pt x="10570" y="478"/>
                </a:lnTo>
                <a:lnTo>
                  <a:pt x="10862" y="478"/>
                </a:lnTo>
                <a:lnTo>
                  <a:pt x="11154" y="637"/>
                </a:lnTo>
                <a:lnTo>
                  <a:pt x="11446" y="637"/>
                </a:lnTo>
                <a:lnTo>
                  <a:pt x="11738" y="637"/>
                </a:lnTo>
                <a:lnTo>
                  <a:pt x="11972" y="637"/>
                </a:lnTo>
                <a:lnTo>
                  <a:pt x="12264" y="637"/>
                </a:lnTo>
                <a:lnTo>
                  <a:pt x="12556" y="637"/>
                </a:lnTo>
                <a:lnTo>
                  <a:pt x="12848" y="637"/>
                </a:lnTo>
                <a:lnTo>
                  <a:pt x="13140" y="637"/>
                </a:lnTo>
                <a:lnTo>
                  <a:pt x="13432" y="637"/>
                </a:lnTo>
                <a:lnTo>
                  <a:pt x="13666" y="743"/>
                </a:lnTo>
                <a:lnTo>
                  <a:pt x="13958" y="743"/>
                </a:lnTo>
                <a:lnTo>
                  <a:pt x="14250" y="743"/>
                </a:lnTo>
                <a:lnTo>
                  <a:pt x="14542" y="743"/>
                </a:lnTo>
                <a:lnTo>
                  <a:pt x="14834" y="743"/>
                </a:lnTo>
                <a:lnTo>
                  <a:pt x="15126" y="743"/>
                </a:lnTo>
                <a:lnTo>
                  <a:pt x="15359" y="743"/>
                </a:lnTo>
                <a:lnTo>
                  <a:pt x="15651" y="743"/>
                </a:lnTo>
                <a:lnTo>
                  <a:pt x="15943" y="743"/>
                </a:lnTo>
                <a:lnTo>
                  <a:pt x="16352" y="903"/>
                </a:lnTo>
                <a:lnTo>
                  <a:pt x="16644" y="903"/>
                </a:lnTo>
                <a:lnTo>
                  <a:pt x="16819" y="903"/>
                </a:lnTo>
                <a:lnTo>
                  <a:pt x="17053" y="903"/>
                </a:lnTo>
                <a:lnTo>
                  <a:pt x="17345" y="903"/>
                </a:lnTo>
                <a:lnTo>
                  <a:pt x="17637" y="903"/>
                </a:lnTo>
                <a:lnTo>
                  <a:pt x="17929" y="903"/>
                </a:lnTo>
                <a:lnTo>
                  <a:pt x="18221" y="903"/>
                </a:lnTo>
                <a:lnTo>
                  <a:pt x="18630" y="903"/>
                </a:lnTo>
                <a:lnTo>
                  <a:pt x="18922" y="1009"/>
                </a:lnTo>
                <a:lnTo>
                  <a:pt x="19214" y="1009"/>
                </a:lnTo>
                <a:lnTo>
                  <a:pt x="19622" y="1009"/>
                </a:lnTo>
                <a:lnTo>
                  <a:pt x="19914" y="1009"/>
                </a:lnTo>
                <a:lnTo>
                  <a:pt x="20206" y="1009"/>
                </a:lnTo>
                <a:lnTo>
                  <a:pt x="20615" y="1009"/>
                </a:lnTo>
                <a:lnTo>
                  <a:pt x="20907" y="1009"/>
                </a:lnTo>
                <a:lnTo>
                  <a:pt x="21141" y="1009"/>
                </a:lnTo>
                <a:lnTo>
                  <a:pt x="21433" y="1009"/>
                </a:lnTo>
                <a:lnTo>
                  <a:pt x="21725" y="1009"/>
                </a:lnTo>
                <a:lnTo>
                  <a:pt x="21900" y="1009"/>
                </a:lnTo>
                <a:lnTo>
                  <a:pt x="22134" y="1009"/>
                </a:lnTo>
                <a:lnTo>
                  <a:pt x="22601" y="1009"/>
                </a:lnTo>
                <a:lnTo>
                  <a:pt x="22835" y="1009"/>
                </a:lnTo>
                <a:lnTo>
                  <a:pt x="23127" y="1009"/>
                </a:lnTo>
                <a:lnTo>
                  <a:pt x="23419" y="1009"/>
                </a:lnTo>
                <a:lnTo>
                  <a:pt x="23711" y="1009"/>
                </a:lnTo>
                <a:lnTo>
                  <a:pt x="24003" y="1009"/>
                </a:lnTo>
                <a:lnTo>
                  <a:pt x="24295" y="1009"/>
                </a:lnTo>
                <a:lnTo>
                  <a:pt x="24820" y="1115"/>
                </a:lnTo>
                <a:lnTo>
                  <a:pt x="25112" y="1115"/>
                </a:lnTo>
                <a:lnTo>
                  <a:pt x="25404" y="1115"/>
                </a:lnTo>
                <a:lnTo>
                  <a:pt x="25696" y="1115"/>
                </a:lnTo>
                <a:lnTo>
                  <a:pt x="25988" y="1115"/>
                </a:lnTo>
                <a:lnTo>
                  <a:pt x="26222" y="1115"/>
                </a:lnTo>
                <a:lnTo>
                  <a:pt x="26514" y="1115"/>
                </a:lnTo>
                <a:lnTo>
                  <a:pt x="26806" y="1115"/>
                </a:lnTo>
                <a:lnTo>
                  <a:pt x="27098" y="1115"/>
                </a:lnTo>
                <a:lnTo>
                  <a:pt x="27390" y="1115"/>
                </a:lnTo>
                <a:lnTo>
                  <a:pt x="27682" y="1115"/>
                </a:lnTo>
                <a:lnTo>
                  <a:pt x="27916" y="1115"/>
                </a:lnTo>
                <a:lnTo>
                  <a:pt x="28208" y="1275"/>
                </a:lnTo>
                <a:lnTo>
                  <a:pt x="28500" y="1275"/>
                </a:lnTo>
                <a:lnTo>
                  <a:pt x="28908" y="1275"/>
                </a:lnTo>
                <a:lnTo>
                  <a:pt x="29200" y="1275"/>
                </a:lnTo>
                <a:lnTo>
                  <a:pt x="29609" y="1275"/>
                </a:lnTo>
                <a:lnTo>
                  <a:pt x="29901" y="1275"/>
                </a:lnTo>
                <a:lnTo>
                  <a:pt x="30193" y="1275"/>
                </a:lnTo>
                <a:lnTo>
                  <a:pt x="30485" y="1275"/>
                </a:lnTo>
                <a:lnTo>
                  <a:pt x="30777" y="1275"/>
                </a:lnTo>
                <a:lnTo>
                  <a:pt x="31186" y="1275"/>
                </a:lnTo>
                <a:lnTo>
                  <a:pt x="31478" y="1275"/>
                </a:lnTo>
                <a:lnTo>
                  <a:pt x="31770" y="1275"/>
                </a:lnTo>
                <a:lnTo>
                  <a:pt x="32179" y="1381"/>
                </a:lnTo>
                <a:lnTo>
                  <a:pt x="32471" y="1381"/>
                </a:lnTo>
                <a:lnTo>
                  <a:pt x="32704" y="1381"/>
                </a:lnTo>
                <a:lnTo>
                  <a:pt x="33172" y="1381"/>
                </a:lnTo>
                <a:lnTo>
                  <a:pt x="33464" y="1381"/>
                </a:lnTo>
                <a:lnTo>
                  <a:pt x="33697" y="1381"/>
                </a:lnTo>
                <a:lnTo>
                  <a:pt x="33989" y="1381"/>
                </a:lnTo>
                <a:lnTo>
                  <a:pt x="34281" y="1381"/>
                </a:lnTo>
                <a:lnTo>
                  <a:pt x="34690" y="1381"/>
                </a:lnTo>
                <a:lnTo>
                  <a:pt x="35099" y="1381"/>
                </a:lnTo>
                <a:lnTo>
                  <a:pt x="35391" y="1381"/>
                </a:lnTo>
                <a:lnTo>
                  <a:pt x="35683" y="1381"/>
                </a:lnTo>
                <a:lnTo>
                  <a:pt x="35975" y="1381"/>
                </a:lnTo>
                <a:lnTo>
                  <a:pt x="36267" y="1381"/>
                </a:lnTo>
                <a:lnTo>
                  <a:pt x="36559" y="1381"/>
                </a:lnTo>
                <a:lnTo>
                  <a:pt x="36793" y="1381"/>
                </a:lnTo>
                <a:lnTo>
                  <a:pt x="36968" y="1381"/>
                </a:lnTo>
                <a:lnTo>
                  <a:pt x="37377" y="1540"/>
                </a:lnTo>
                <a:lnTo>
                  <a:pt x="37669" y="1540"/>
                </a:lnTo>
                <a:lnTo>
                  <a:pt x="37961" y="1540"/>
                </a:lnTo>
                <a:lnTo>
                  <a:pt x="38253" y="1540"/>
                </a:lnTo>
                <a:lnTo>
                  <a:pt x="38486" y="1540"/>
                </a:lnTo>
                <a:lnTo>
                  <a:pt x="38778" y="1540"/>
                </a:lnTo>
                <a:lnTo>
                  <a:pt x="39070" y="1540"/>
                </a:lnTo>
                <a:lnTo>
                  <a:pt x="39362" y="1540"/>
                </a:lnTo>
                <a:lnTo>
                  <a:pt x="39654" y="1540"/>
                </a:lnTo>
                <a:lnTo>
                  <a:pt x="39946" y="1540"/>
                </a:lnTo>
                <a:lnTo>
                  <a:pt x="40180" y="1540"/>
                </a:lnTo>
                <a:lnTo>
                  <a:pt x="40472" y="1540"/>
                </a:lnTo>
                <a:lnTo>
                  <a:pt x="40764" y="1540"/>
                </a:lnTo>
                <a:lnTo>
                  <a:pt x="41056" y="1540"/>
                </a:lnTo>
                <a:lnTo>
                  <a:pt x="41465" y="1540"/>
                </a:lnTo>
                <a:lnTo>
                  <a:pt x="41757" y="1540"/>
                </a:lnTo>
                <a:lnTo>
                  <a:pt x="42166" y="1540"/>
                </a:lnTo>
                <a:lnTo>
                  <a:pt x="42458" y="1540"/>
                </a:lnTo>
                <a:lnTo>
                  <a:pt x="42750" y="1540"/>
                </a:lnTo>
                <a:lnTo>
                  <a:pt x="43042" y="1540"/>
                </a:lnTo>
                <a:lnTo>
                  <a:pt x="43334" y="1540"/>
                </a:lnTo>
                <a:lnTo>
                  <a:pt x="43742" y="1540"/>
                </a:lnTo>
                <a:lnTo>
                  <a:pt x="44034" y="1540"/>
                </a:lnTo>
                <a:lnTo>
                  <a:pt x="44268" y="1540"/>
                </a:lnTo>
                <a:lnTo>
                  <a:pt x="44443" y="1540"/>
                </a:lnTo>
                <a:lnTo>
                  <a:pt x="44735" y="1540"/>
                </a:lnTo>
                <a:lnTo>
                  <a:pt x="45027" y="1540"/>
                </a:lnTo>
                <a:lnTo>
                  <a:pt x="45261" y="1540"/>
                </a:lnTo>
                <a:lnTo>
                  <a:pt x="45728" y="1540"/>
                </a:lnTo>
                <a:lnTo>
                  <a:pt x="45962" y="1540"/>
                </a:lnTo>
                <a:lnTo>
                  <a:pt x="46254" y="1540"/>
                </a:lnTo>
                <a:lnTo>
                  <a:pt x="46546" y="1540"/>
                </a:lnTo>
                <a:lnTo>
                  <a:pt x="46838" y="1540"/>
                </a:lnTo>
                <a:lnTo>
                  <a:pt x="47246" y="1540"/>
                </a:lnTo>
                <a:lnTo>
                  <a:pt x="47655" y="1540"/>
                </a:lnTo>
                <a:lnTo>
                  <a:pt x="47947" y="1540"/>
                </a:lnTo>
                <a:lnTo>
                  <a:pt x="48239" y="1540"/>
                </a:lnTo>
                <a:lnTo>
                  <a:pt x="48531" y="1540"/>
                </a:lnTo>
                <a:lnTo>
                  <a:pt x="48823" y="1540"/>
                </a:lnTo>
                <a:lnTo>
                  <a:pt x="49115" y="1540"/>
                </a:lnTo>
                <a:lnTo>
                  <a:pt x="49349" y="1540"/>
                </a:lnTo>
                <a:lnTo>
                  <a:pt x="49524" y="1540"/>
                </a:lnTo>
                <a:lnTo>
                  <a:pt x="49933" y="1540"/>
                </a:lnTo>
                <a:lnTo>
                  <a:pt x="50225" y="1540"/>
                </a:lnTo>
                <a:lnTo>
                  <a:pt x="50517" y="1540"/>
                </a:lnTo>
                <a:lnTo>
                  <a:pt x="50809" y="1540"/>
                </a:lnTo>
                <a:lnTo>
                  <a:pt x="51043" y="1540"/>
                </a:lnTo>
                <a:lnTo>
                  <a:pt x="51335" y="1540"/>
                </a:lnTo>
                <a:lnTo>
                  <a:pt x="51627" y="1540"/>
                </a:lnTo>
                <a:lnTo>
                  <a:pt x="52035" y="1540"/>
                </a:lnTo>
                <a:lnTo>
                  <a:pt x="52211" y="1540"/>
                </a:lnTo>
                <a:lnTo>
                  <a:pt x="52444" y="1540"/>
                </a:lnTo>
                <a:lnTo>
                  <a:pt x="52736" y="1540"/>
                </a:lnTo>
                <a:lnTo>
                  <a:pt x="53028" y="1540"/>
                </a:lnTo>
                <a:lnTo>
                  <a:pt x="53320" y="1540"/>
                </a:lnTo>
                <a:lnTo>
                  <a:pt x="53612" y="1540"/>
                </a:lnTo>
                <a:lnTo>
                  <a:pt x="54021" y="1540"/>
                </a:lnTo>
                <a:lnTo>
                  <a:pt x="54313" y="1540"/>
                </a:lnTo>
                <a:lnTo>
                  <a:pt x="54722" y="1540"/>
                </a:lnTo>
                <a:lnTo>
                  <a:pt x="55014" y="1540"/>
                </a:lnTo>
                <a:lnTo>
                  <a:pt x="55306" y="1540"/>
                </a:lnTo>
                <a:lnTo>
                  <a:pt x="55598" y="1540"/>
                </a:lnTo>
                <a:lnTo>
                  <a:pt x="55832" y="1540"/>
                </a:lnTo>
                <a:lnTo>
                  <a:pt x="56299" y="1540"/>
                </a:lnTo>
                <a:lnTo>
                  <a:pt x="56591" y="1540"/>
                </a:lnTo>
                <a:lnTo>
                  <a:pt x="56824" y="1540"/>
                </a:lnTo>
              </a:path>
            </a:pathLst>
          </a:custGeom>
          <a:ln w="76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170645" y="5467406"/>
            <a:ext cx="56708" cy="5259"/>
          </a:xfrm>
          <a:custGeom>
            <a:avLst/>
            <a:gdLst/>
            <a:ahLst/>
            <a:cxnLst/>
            <a:rect l="l" t="t" r="r" b="b"/>
            <a:pathLst>
              <a:path w="56708" h="5259">
                <a:moveTo>
                  <a:pt x="0" y="5259"/>
                </a:moveTo>
                <a:lnTo>
                  <a:pt x="175" y="5259"/>
                </a:lnTo>
                <a:lnTo>
                  <a:pt x="467" y="5259"/>
                </a:lnTo>
                <a:lnTo>
                  <a:pt x="700" y="5259"/>
                </a:lnTo>
                <a:lnTo>
                  <a:pt x="992" y="5259"/>
                </a:lnTo>
                <a:lnTo>
                  <a:pt x="1460" y="5259"/>
                </a:lnTo>
                <a:lnTo>
                  <a:pt x="1693" y="5100"/>
                </a:lnTo>
                <a:lnTo>
                  <a:pt x="1985" y="5100"/>
                </a:lnTo>
                <a:lnTo>
                  <a:pt x="2277" y="5100"/>
                </a:lnTo>
                <a:lnTo>
                  <a:pt x="2569" y="5100"/>
                </a:lnTo>
                <a:lnTo>
                  <a:pt x="2978" y="5100"/>
                </a:lnTo>
                <a:lnTo>
                  <a:pt x="3387" y="5100"/>
                </a:lnTo>
                <a:lnTo>
                  <a:pt x="3679" y="5100"/>
                </a:lnTo>
                <a:lnTo>
                  <a:pt x="3971" y="5100"/>
                </a:lnTo>
                <a:lnTo>
                  <a:pt x="4263" y="5100"/>
                </a:lnTo>
                <a:lnTo>
                  <a:pt x="4555" y="5100"/>
                </a:lnTo>
                <a:lnTo>
                  <a:pt x="4788" y="5100"/>
                </a:lnTo>
                <a:lnTo>
                  <a:pt x="5080" y="5100"/>
                </a:lnTo>
                <a:lnTo>
                  <a:pt x="5256" y="5100"/>
                </a:lnTo>
                <a:lnTo>
                  <a:pt x="5664" y="5100"/>
                </a:lnTo>
                <a:lnTo>
                  <a:pt x="5956" y="5100"/>
                </a:lnTo>
                <a:lnTo>
                  <a:pt x="6248" y="4994"/>
                </a:lnTo>
                <a:lnTo>
                  <a:pt x="6482" y="4994"/>
                </a:lnTo>
                <a:lnTo>
                  <a:pt x="6774" y="4994"/>
                </a:lnTo>
                <a:lnTo>
                  <a:pt x="7066" y="4994"/>
                </a:lnTo>
                <a:lnTo>
                  <a:pt x="7358" y="4994"/>
                </a:lnTo>
                <a:lnTo>
                  <a:pt x="7767" y="4994"/>
                </a:lnTo>
                <a:lnTo>
                  <a:pt x="7942" y="4994"/>
                </a:lnTo>
                <a:lnTo>
                  <a:pt x="8176" y="4994"/>
                </a:lnTo>
                <a:lnTo>
                  <a:pt x="8468" y="4994"/>
                </a:lnTo>
                <a:lnTo>
                  <a:pt x="8760" y="4994"/>
                </a:lnTo>
                <a:lnTo>
                  <a:pt x="9052" y="4994"/>
                </a:lnTo>
                <a:lnTo>
                  <a:pt x="9344" y="4994"/>
                </a:lnTo>
                <a:lnTo>
                  <a:pt x="9753" y="4834"/>
                </a:lnTo>
                <a:lnTo>
                  <a:pt x="10045" y="4834"/>
                </a:lnTo>
                <a:lnTo>
                  <a:pt x="10337" y="4834"/>
                </a:lnTo>
                <a:lnTo>
                  <a:pt x="10745" y="4834"/>
                </a:lnTo>
                <a:lnTo>
                  <a:pt x="11037" y="4834"/>
                </a:lnTo>
                <a:lnTo>
                  <a:pt x="11329" y="4834"/>
                </a:lnTo>
                <a:lnTo>
                  <a:pt x="11563" y="4834"/>
                </a:lnTo>
                <a:lnTo>
                  <a:pt x="12030" y="4834"/>
                </a:lnTo>
                <a:lnTo>
                  <a:pt x="12264" y="4834"/>
                </a:lnTo>
                <a:lnTo>
                  <a:pt x="12556" y="4728"/>
                </a:lnTo>
                <a:lnTo>
                  <a:pt x="12731" y="4728"/>
                </a:lnTo>
                <a:lnTo>
                  <a:pt x="13023" y="4728"/>
                </a:lnTo>
                <a:lnTo>
                  <a:pt x="13257" y="4728"/>
                </a:lnTo>
                <a:lnTo>
                  <a:pt x="13549" y="4728"/>
                </a:lnTo>
                <a:lnTo>
                  <a:pt x="13958" y="4728"/>
                </a:lnTo>
                <a:lnTo>
                  <a:pt x="14250" y="4728"/>
                </a:lnTo>
                <a:lnTo>
                  <a:pt x="14542" y="4728"/>
                </a:lnTo>
                <a:lnTo>
                  <a:pt x="14834" y="4728"/>
                </a:lnTo>
                <a:lnTo>
                  <a:pt x="15126" y="4728"/>
                </a:lnTo>
                <a:lnTo>
                  <a:pt x="15534" y="4728"/>
                </a:lnTo>
                <a:lnTo>
                  <a:pt x="15943" y="4728"/>
                </a:lnTo>
                <a:lnTo>
                  <a:pt x="16235" y="4728"/>
                </a:lnTo>
                <a:lnTo>
                  <a:pt x="16527" y="4728"/>
                </a:lnTo>
                <a:lnTo>
                  <a:pt x="16819" y="4728"/>
                </a:lnTo>
                <a:lnTo>
                  <a:pt x="17111" y="4622"/>
                </a:lnTo>
                <a:lnTo>
                  <a:pt x="17345" y="4622"/>
                </a:lnTo>
                <a:lnTo>
                  <a:pt x="17637" y="4622"/>
                </a:lnTo>
                <a:lnTo>
                  <a:pt x="17812" y="4622"/>
                </a:lnTo>
                <a:lnTo>
                  <a:pt x="18221" y="4622"/>
                </a:lnTo>
                <a:lnTo>
                  <a:pt x="18513" y="4622"/>
                </a:lnTo>
                <a:lnTo>
                  <a:pt x="18805" y="4622"/>
                </a:lnTo>
                <a:lnTo>
                  <a:pt x="19038" y="4462"/>
                </a:lnTo>
                <a:lnTo>
                  <a:pt x="19330" y="4462"/>
                </a:lnTo>
                <a:lnTo>
                  <a:pt x="19622" y="4462"/>
                </a:lnTo>
                <a:lnTo>
                  <a:pt x="19914" y="4462"/>
                </a:lnTo>
                <a:lnTo>
                  <a:pt x="20323" y="4462"/>
                </a:lnTo>
                <a:lnTo>
                  <a:pt x="20732" y="4356"/>
                </a:lnTo>
                <a:lnTo>
                  <a:pt x="21024" y="4356"/>
                </a:lnTo>
                <a:lnTo>
                  <a:pt x="21316" y="4356"/>
                </a:lnTo>
                <a:lnTo>
                  <a:pt x="21608" y="4356"/>
                </a:lnTo>
                <a:lnTo>
                  <a:pt x="21900" y="4356"/>
                </a:lnTo>
                <a:lnTo>
                  <a:pt x="22309" y="4356"/>
                </a:lnTo>
                <a:lnTo>
                  <a:pt x="22601" y="4197"/>
                </a:lnTo>
                <a:lnTo>
                  <a:pt x="22893" y="4197"/>
                </a:lnTo>
                <a:lnTo>
                  <a:pt x="23302" y="4197"/>
                </a:lnTo>
                <a:lnTo>
                  <a:pt x="23594" y="4197"/>
                </a:lnTo>
                <a:lnTo>
                  <a:pt x="23827" y="4197"/>
                </a:lnTo>
                <a:lnTo>
                  <a:pt x="24119" y="4091"/>
                </a:lnTo>
                <a:lnTo>
                  <a:pt x="24587" y="4091"/>
                </a:lnTo>
                <a:lnTo>
                  <a:pt x="24820" y="4091"/>
                </a:lnTo>
                <a:lnTo>
                  <a:pt x="25112" y="4091"/>
                </a:lnTo>
                <a:lnTo>
                  <a:pt x="25404" y="4091"/>
                </a:lnTo>
                <a:lnTo>
                  <a:pt x="25813" y="3984"/>
                </a:lnTo>
                <a:lnTo>
                  <a:pt x="26105" y="3984"/>
                </a:lnTo>
                <a:lnTo>
                  <a:pt x="26514" y="3984"/>
                </a:lnTo>
                <a:lnTo>
                  <a:pt x="26806" y="3984"/>
                </a:lnTo>
                <a:lnTo>
                  <a:pt x="27098" y="3825"/>
                </a:lnTo>
                <a:lnTo>
                  <a:pt x="27390" y="3825"/>
                </a:lnTo>
                <a:lnTo>
                  <a:pt x="27682" y="3825"/>
                </a:lnTo>
                <a:lnTo>
                  <a:pt x="27916" y="3825"/>
                </a:lnTo>
                <a:lnTo>
                  <a:pt x="28091" y="3825"/>
                </a:lnTo>
                <a:lnTo>
                  <a:pt x="28500" y="3719"/>
                </a:lnTo>
                <a:lnTo>
                  <a:pt x="28792" y="3719"/>
                </a:lnTo>
                <a:lnTo>
                  <a:pt x="29084" y="3719"/>
                </a:lnTo>
                <a:lnTo>
                  <a:pt x="29376" y="3719"/>
                </a:lnTo>
                <a:lnTo>
                  <a:pt x="29609" y="3559"/>
                </a:lnTo>
                <a:lnTo>
                  <a:pt x="29901" y="3559"/>
                </a:lnTo>
                <a:lnTo>
                  <a:pt x="30193" y="3559"/>
                </a:lnTo>
                <a:lnTo>
                  <a:pt x="30368" y="3559"/>
                </a:lnTo>
                <a:lnTo>
                  <a:pt x="30777" y="3559"/>
                </a:lnTo>
                <a:lnTo>
                  <a:pt x="31069" y="3453"/>
                </a:lnTo>
                <a:lnTo>
                  <a:pt x="31303" y="3453"/>
                </a:lnTo>
                <a:lnTo>
                  <a:pt x="31595" y="3453"/>
                </a:lnTo>
                <a:lnTo>
                  <a:pt x="31887" y="3453"/>
                </a:lnTo>
                <a:lnTo>
                  <a:pt x="32179" y="3294"/>
                </a:lnTo>
                <a:lnTo>
                  <a:pt x="32471" y="3294"/>
                </a:lnTo>
                <a:lnTo>
                  <a:pt x="32880" y="3294"/>
                </a:lnTo>
                <a:lnTo>
                  <a:pt x="33288" y="3187"/>
                </a:lnTo>
                <a:lnTo>
                  <a:pt x="33580" y="3187"/>
                </a:lnTo>
                <a:lnTo>
                  <a:pt x="33872" y="3187"/>
                </a:lnTo>
                <a:lnTo>
                  <a:pt x="34165" y="3187"/>
                </a:lnTo>
                <a:lnTo>
                  <a:pt x="34457" y="3081"/>
                </a:lnTo>
                <a:lnTo>
                  <a:pt x="34865" y="3081"/>
                </a:lnTo>
                <a:lnTo>
                  <a:pt x="35157" y="3081"/>
                </a:lnTo>
                <a:lnTo>
                  <a:pt x="35391" y="3081"/>
                </a:lnTo>
                <a:lnTo>
                  <a:pt x="35566" y="2922"/>
                </a:lnTo>
                <a:lnTo>
                  <a:pt x="35858" y="2922"/>
                </a:lnTo>
                <a:lnTo>
                  <a:pt x="36150" y="2922"/>
                </a:lnTo>
                <a:lnTo>
                  <a:pt x="36384" y="2922"/>
                </a:lnTo>
                <a:lnTo>
                  <a:pt x="36676" y="2815"/>
                </a:lnTo>
                <a:lnTo>
                  <a:pt x="37085" y="2815"/>
                </a:lnTo>
                <a:lnTo>
                  <a:pt x="37377" y="2815"/>
                </a:lnTo>
                <a:lnTo>
                  <a:pt x="37669" y="2656"/>
                </a:lnTo>
                <a:lnTo>
                  <a:pt x="37961" y="2656"/>
                </a:lnTo>
                <a:lnTo>
                  <a:pt x="38369" y="2656"/>
                </a:lnTo>
                <a:lnTo>
                  <a:pt x="38661" y="2550"/>
                </a:lnTo>
                <a:lnTo>
                  <a:pt x="39070" y="2550"/>
                </a:lnTo>
                <a:lnTo>
                  <a:pt x="39362" y="2550"/>
                </a:lnTo>
                <a:lnTo>
                  <a:pt x="39654" y="2443"/>
                </a:lnTo>
                <a:lnTo>
                  <a:pt x="39946" y="2443"/>
                </a:lnTo>
                <a:lnTo>
                  <a:pt x="40238" y="2443"/>
                </a:lnTo>
                <a:lnTo>
                  <a:pt x="40472" y="2443"/>
                </a:lnTo>
                <a:lnTo>
                  <a:pt x="40647" y="2443"/>
                </a:lnTo>
                <a:lnTo>
                  <a:pt x="41056" y="2443"/>
                </a:lnTo>
                <a:lnTo>
                  <a:pt x="41348" y="2443"/>
                </a:lnTo>
                <a:lnTo>
                  <a:pt x="41640" y="2284"/>
                </a:lnTo>
                <a:lnTo>
                  <a:pt x="41932" y="2284"/>
                </a:lnTo>
                <a:lnTo>
                  <a:pt x="42166" y="2284"/>
                </a:lnTo>
                <a:lnTo>
                  <a:pt x="42458" y="2178"/>
                </a:lnTo>
                <a:lnTo>
                  <a:pt x="42750" y="2178"/>
                </a:lnTo>
                <a:lnTo>
                  <a:pt x="43042" y="2178"/>
                </a:lnTo>
                <a:lnTo>
                  <a:pt x="43334" y="2018"/>
                </a:lnTo>
                <a:lnTo>
                  <a:pt x="43567" y="2018"/>
                </a:lnTo>
                <a:lnTo>
                  <a:pt x="43859" y="2018"/>
                </a:lnTo>
                <a:lnTo>
                  <a:pt x="44151" y="1912"/>
                </a:lnTo>
                <a:lnTo>
                  <a:pt x="44443" y="1912"/>
                </a:lnTo>
                <a:lnTo>
                  <a:pt x="44735" y="1912"/>
                </a:lnTo>
                <a:lnTo>
                  <a:pt x="45027" y="1753"/>
                </a:lnTo>
                <a:lnTo>
                  <a:pt x="45436" y="1753"/>
                </a:lnTo>
                <a:lnTo>
                  <a:pt x="45845" y="1647"/>
                </a:lnTo>
                <a:lnTo>
                  <a:pt x="46137" y="1647"/>
                </a:lnTo>
                <a:lnTo>
                  <a:pt x="46429" y="1647"/>
                </a:lnTo>
                <a:lnTo>
                  <a:pt x="46721" y="1540"/>
                </a:lnTo>
                <a:lnTo>
                  <a:pt x="46954" y="1540"/>
                </a:lnTo>
                <a:lnTo>
                  <a:pt x="47246" y="1540"/>
                </a:lnTo>
                <a:lnTo>
                  <a:pt x="47714" y="1381"/>
                </a:lnTo>
                <a:lnTo>
                  <a:pt x="47947" y="1381"/>
                </a:lnTo>
                <a:lnTo>
                  <a:pt x="48123" y="1381"/>
                </a:lnTo>
                <a:lnTo>
                  <a:pt x="48415" y="1275"/>
                </a:lnTo>
                <a:lnTo>
                  <a:pt x="48648" y="1275"/>
                </a:lnTo>
                <a:lnTo>
                  <a:pt x="48940" y="1275"/>
                </a:lnTo>
                <a:lnTo>
                  <a:pt x="49232" y="1115"/>
                </a:lnTo>
                <a:lnTo>
                  <a:pt x="49641" y="1115"/>
                </a:lnTo>
                <a:lnTo>
                  <a:pt x="49933" y="1009"/>
                </a:lnTo>
                <a:lnTo>
                  <a:pt x="50225" y="1009"/>
                </a:lnTo>
                <a:lnTo>
                  <a:pt x="50517" y="1009"/>
                </a:lnTo>
                <a:lnTo>
                  <a:pt x="50926" y="903"/>
                </a:lnTo>
                <a:lnTo>
                  <a:pt x="51218" y="903"/>
                </a:lnTo>
                <a:lnTo>
                  <a:pt x="51627" y="743"/>
                </a:lnTo>
                <a:lnTo>
                  <a:pt x="51919" y="743"/>
                </a:lnTo>
                <a:lnTo>
                  <a:pt x="52211" y="637"/>
                </a:lnTo>
                <a:lnTo>
                  <a:pt x="52503" y="637"/>
                </a:lnTo>
                <a:lnTo>
                  <a:pt x="52736" y="637"/>
                </a:lnTo>
                <a:lnTo>
                  <a:pt x="53028" y="478"/>
                </a:lnTo>
                <a:lnTo>
                  <a:pt x="53203" y="478"/>
                </a:lnTo>
                <a:lnTo>
                  <a:pt x="53495" y="371"/>
                </a:lnTo>
                <a:lnTo>
                  <a:pt x="53904" y="371"/>
                </a:lnTo>
                <a:lnTo>
                  <a:pt x="54196" y="371"/>
                </a:lnTo>
                <a:lnTo>
                  <a:pt x="54430" y="212"/>
                </a:lnTo>
                <a:lnTo>
                  <a:pt x="54722" y="212"/>
                </a:lnTo>
                <a:lnTo>
                  <a:pt x="55014" y="106"/>
                </a:lnTo>
                <a:lnTo>
                  <a:pt x="55306" y="106"/>
                </a:lnTo>
                <a:lnTo>
                  <a:pt x="55598" y="106"/>
                </a:lnTo>
                <a:lnTo>
                  <a:pt x="55890" y="106"/>
                </a:lnTo>
                <a:lnTo>
                  <a:pt x="56124" y="106"/>
                </a:lnTo>
                <a:lnTo>
                  <a:pt x="56416" y="0"/>
                </a:lnTo>
                <a:lnTo>
                  <a:pt x="56708" y="0"/>
                </a:lnTo>
              </a:path>
            </a:pathLst>
          </a:custGeom>
          <a:ln w="770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227354" y="5450830"/>
            <a:ext cx="56708" cy="16576"/>
          </a:xfrm>
          <a:custGeom>
            <a:avLst/>
            <a:gdLst/>
            <a:ahLst/>
            <a:cxnLst/>
            <a:rect l="l" t="t" r="r" b="b"/>
            <a:pathLst>
              <a:path w="56708" h="16576">
                <a:moveTo>
                  <a:pt x="0" y="16576"/>
                </a:moveTo>
                <a:lnTo>
                  <a:pt x="292" y="16417"/>
                </a:lnTo>
                <a:lnTo>
                  <a:pt x="584" y="16417"/>
                </a:lnTo>
                <a:lnTo>
                  <a:pt x="876" y="16417"/>
                </a:lnTo>
                <a:lnTo>
                  <a:pt x="1284" y="16311"/>
                </a:lnTo>
                <a:lnTo>
                  <a:pt x="1693" y="16151"/>
                </a:lnTo>
                <a:lnTo>
                  <a:pt x="1985" y="16151"/>
                </a:lnTo>
                <a:lnTo>
                  <a:pt x="2277" y="16045"/>
                </a:lnTo>
                <a:lnTo>
                  <a:pt x="2569" y="16045"/>
                </a:lnTo>
                <a:lnTo>
                  <a:pt x="2803" y="15939"/>
                </a:lnTo>
                <a:lnTo>
                  <a:pt x="3095" y="15939"/>
                </a:lnTo>
                <a:lnTo>
                  <a:pt x="3504" y="15939"/>
                </a:lnTo>
                <a:lnTo>
                  <a:pt x="3796" y="15779"/>
                </a:lnTo>
                <a:lnTo>
                  <a:pt x="3971" y="15779"/>
                </a:lnTo>
                <a:lnTo>
                  <a:pt x="4263" y="15673"/>
                </a:lnTo>
                <a:lnTo>
                  <a:pt x="4496" y="15673"/>
                </a:lnTo>
                <a:lnTo>
                  <a:pt x="4788" y="15514"/>
                </a:lnTo>
                <a:lnTo>
                  <a:pt x="5080" y="15514"/>
                </a:lnTo>
                <a:lnTo>
                  <a:pt x="5489" y="15407"/>
                </a:lnTo>
                <a:lnTo>
                  <a:pt x="5781" y="15407"/>
                </a:lnTo>
                <a:lnTo>
                  <a:pt x="6073" y="15248"/>
                </a:lnTo>
                <a:lnTo>
                  <a:pt x="6365" y="15248"/>
                </a:lnTo>
                <a:lnTo>
                  <a:pt x="6774" y="15142"/>
                </a:lnTo>
                <a:lnTo>
                  <a:pt x="7066" y="15035"/>
                </a:lnTo>
                <a:lnTo>
                  <a:pt x="7475" y="15035"/>
                </a:lnTo>
                <a:lnTo>
                  <a:pt x="7767" y="14876"/>
                </a:lnTo>
                <a:lnTo>
                  <a:pt x="8059" y="14876"/>
                </a:lnTo>
                <a:lnTo>
                  <a:pt x="8351" y="14770"/>
                </a:lnTo>
                <a:lnTo>
                  <a:pt x="8585" y="14770"/>
                </a:lnTo>
                <a:lnTo>
                  <a:pt x="8877" y="14610"/>
                </a:lnTo>
                <a:lnTo>
                  <a:pt x="9052" y="14610"/>
                </a:lnTo>
                <a:lnTo>
                  <a:pt x="9285" y="14504"/>
                </a:lnTo>
                <a:lnTo>
                  <a:pt x="9753" y="14504"/>
                </a:lnTo>
                <a:lnTo>
                  <a:pt x="10045" y="14398"/>
                </a:lnTo>
                <a:lnTo>
                  <a:pt x="10278" y="14398"/>
                </a:lnTo>
                <a:lnTo>
                  <a:pt x="10570" y="14398"/>
                </a:lnTo>
                <a:lnTo>
                  <a:pt x="10862" y="14398"/>
                </a:lnTo>
                <a:lnTo>
                  <a:pt x="11154" y="14238"/>
                </a:lnTo>
                <a:lnTo>
                  <a:pt x="11446" y="14238"/>
                </a:lnTo>
                <a:lnTo>
                  <a:pt x="11680" y="14132"/>
                </a:lnTo>
                <a:lnTo>
                  <a:pt x="11972" y="14132"/>
                </a:lnTo>
                <a:lnTo>
                  <a:pt x="12264" y="13973"/>
                </a:lnTo>
                <a:lnTo>
                  <a:pt x="12556" y="13973"/>
                </a:lnTo>
                <a:lnTo>
                  <a:pt x="12848" y="13867"/>
                </a:lnTo>
                <a:lnTo>
                  <a:pt x="13140" y="13867"/>
                </a:lnTo>
                <a:lnTo>
                  <a:pt x="13373" y="13707"/>
                </a:lnTo>
                <a:lnTo>
                  <a:pt x="13841" y="13707"/>
                </a:lnTo>
                <a:lnTo>
                  <a:pt x="14250" y="13495"/>
                </a:lnTo>
                <a:lnTo>
                  <a:pt x="14542" y="13495"/>
                </a:lnTo>
                <a:lnTo>
                  <a:pt x="14834" y="13335"/>
                </a:lnTo>
                <a:lnTo>
                  <a:pt x="15067" y="13335"/>
                </a:lnTo>
                <a:lnTo>
                  <a:pt x="15359" y="13229"/>
                </a:lnTo>
                <a:lnTo>
                  <a:pt x="15651" y="13229"/>
                </a:lnTo>
                <a:lnTo>
                  <a:pt x="16060" y="13070"/>
                </a:lnTo>
                <a:lnTo>
                  <a:pt x="16352" y="13070"/>
                </a:lnTo>
                <a:lnTo>
                  <a:pt x="16527" y="12963"/>
                </a:lnTo>
                <a:lnTo>
                  <a:pt x="16761" y="12857"/>
                </a:lnTo>
                <a:lnTo>
                  <a:pt x="17053" y="12857"/>
                </a:lnTo>
                <a:lnTo>
                  <a:pt x="17345" y="12698"/>
                </a:lnTo>
                <a:lnTo>
                  <a:pt x="17637" y="12698"/>
                </a:lnTo>
                <a:lnTo>
                  <a:pt x="18046" y="12591"/>
                </a:lnTo>
                <a:lnTo>
                  <a:pt x="18338" y="12432"/>
                </a:lnTo>
                <a:lnTo>
                  <a:pt x="18630" y="12432"/>
                </a:lnTo>
                <a:lnTo>
                  <a:pt x="18922" y="12326"/>
                </a:lnTo>
                <a:lnTo>
                  <a:pt x="19330" y="12166"/>
                </a:lnTo>
                <a:lnTo>
                  <a:pt x="19622" y="12166"/>
                </a:lnTo>
                <a:lnTo>
                  <a:pt x="20031" y="12060"/>
                </a:lnTo>
                <a:lnTo>
                  <a:pt x="20323" y="12060"/>
                </a:lnTo>
                <a:lnTo>
                  <a:pt x="20615" y="12060"/>
                </a:lnTo>
                <a:lnTo>
                  <a:pt x="20849" y="11954"/>
                </a:lnTo>
                <a:lnTo>
                  <a:pt x="21141" y="11794"/>
                </a:lnTo>
                <a:lnTo>
                  <a:pt x="21433" y="11794"/>
                </a:lnTo>
                <a:lnTo>
                  <a:pt x="21608" y="11688"/>
                </a:lnTo>
                <a:lnTo>
                  <a:pt x="21842" y="11688"/>
                </a:lnTo>
                <a:lnTo>
                  <a:pt x="22309" y="11529"/>
                </a:lnTo>
                <a:lnTo>
                  <a:pt x="22543" y="11423"/>
                </a:lnTo>
                <a:lnTo>
                  <a:pt x="22835" y="11423"/>
                </a:lnTo>
                <a:lnTo>
                  <a:pt x="23127" y="11316"/>
                </a:lnTo>
                <a:lnTo>
                  <a:pt x="23419" y="11316"/>
                </a:lnTo>
                <a:lnTo>
                  <a:pt x="23711" y="11157"/>
                </a:lnTo>
                <a:lnTo>
                  <a:pt x="24003" y="11051"/>
                </a:lnTo>
                <a:lnTo>
                  <a:pt x="24236" y="11051"/>
                </a:lnTo>
                <a:lnTo>
                  <a:pt x="24528" y="10891"/>
                </a:lnTo>
                <a:lnTo>
                  <a:pt x="24820" y="10785"/>
                </a:lnTo>
                <a:lnTo>
                  <a:pt x="25112" y="10785"/>
                </a:lnTo>
                <a:lnTo>
                  <a:pt x="25404" y="10679"/>
                </a:lnTo>
                <a:lnTo>
                  <a:pt x="25696" y="10519"/>
                </a:lnTo>
                <a:lnTo>
                  <a:pt x="25930" y="10519"/>
                </a:lnTo>
                <a:lnTo>
                  <a:pt x="26397" y="10413"/>
                </a:lnTo>
                <a:lnTo>
                  <a:pt x="26514" y="10254"/>
                </a:lnTo>
                <a:lnTo>
                  <a:pt x="26806" y="10254"/>
                </a:lnTo>
                <a:lnTo>
                  <a:pt x="27098" y="10147"/>
                </a:lnTo>
                <a:lnTo>
                  <a:pt x="27390" y="9988"/>
                </a:lnTo>
                <a:lnTo>
                  <a:pt x="27624" y="9988"/>
                </a:lnTo>
                <a:lnTo>
                  <a:pt x="27916" y="9882"/>
                </a:lnTo>
                <a:lnTo>
                  <a:pt x="28208" y="9775"/>
                </a:lnTo>
                <a:lnTo>
                  <a:pt x="28616" y="9775"/>
                </a:lnTo>
                <a:lnTo>
                  <a:pt x="28908" y="9775"/>
                </a:lnTo>
                <a:lnTo>
                  <a:pt x="29025" y="9616"/>
                </a:lnTo>
                <a:lnTo>
                  <a:pt x="29317" y="9616"/>
                </a:lnTo>
                <a:lnTo>
                  <a:pt x="29609" y="9510"/>
                </a:lnTo>
                <a:lnTo>
                  <a:pt x="29901" y="9350"/>
                </a:lnTo>
                <a:lnTo>
                  <a:pt x="30193" y="9350"/>
                </a:lnTo>
                <a:lnTo>
                  <a:pt x="30602" y="9244"/>
                </a:lnTo>
                <a:lnTo>
                  <a:pt x="30894" y="9138"/>
                </a:lnTo>
                <a:lnTo>
                  <a:pt x="31186" y="9138"/>
                </a:lnTo>
                <a:lnTo>
                  <a:pt x="31478" y="8979"/>
                </a:lnTo>
                <a:lnTo>
                  <a:pt x="31887" y="8713"/>
                </a:lnTo>
                <a:lnTo>
                  <a:pt x="32179" y="8713"/>
                </a:lnTo>
                <a:lnTo>
                  <a:pt x="32588" y="8607"/>
                </a:lnTo>
                <a:lnTo>
                  <a:pt x="32880" y="8447"/>
                </a:lnTo>
                <a:lnTo>
                  <a:pt x="33172" y="8447"/>
                </a:lnTo>
                <a:lnTo>
                  <a:pt x="33405" y="8341"/>
                </a:lnTo>
                <a:lnTo>
                  <a:pt x="33697" y="8235"/>
                </a:lnTo>
                <a:lnTo>
                  <a:pt x="33989" y="8075"/>
                </a:lnTo>
                <a:lnTo>
                  <a:pt x="34398" y="7969"/>
                </a:lnTo>
                <a:lnTo>
                  <a:pt x="34865" y="7810"/>
                </a:lnTo>
                <a:lnTo>
                  <a:pt x="35099" y="7703"/>
                </a:lnTo>
                <a:lnTo>
                  <a:pt x="35391" y="7703"/>
                </a:lnTo>
                <a:lnTo>
                  <a:pt x="35683" y="7597"/>
                </a:lnTo>
                <a:lnTo>
                  <a:pt x="35975" y="7438"/>
                </a:lnTo>
                <a:lnTo>
                  <a:pt x="36267" y="7331"/>
                </a:lnTo>
                <a:lnTo>
                  <a:pt x="36501" y="7331"/>
                </a:lnTo>
                <a:lnTo>
                  <a:pt x="36793" y="7331"/>
                </a:lnTo>
                <a:lnTo>
                  <a:pt x="37085" y="7172"/>
                </a:lnTo>
                <a:lnTo>
                  <a:pt x="37377" y="7066"/>
                </a:lnTo>
                <a:lnTo>
                  <a:pt x="37669" y="7066"/>
                </a:lnTo>
                <a:lnTo>
                  <a:pt x="37961" y="6906"/>
                </a:lnTo>
                <a:lnTo>
                  <a:pt x="38194" y="6800"/>
                </a:lnTo>
                <a:lnTo>
                  <a:pt x="38486" y="6694"/>
                </a:lnTo>
                <a:lnTo>
                  <a:pt x="38953" y="6694"/>
                </a:lnTo>
                <a:lnTo>
                  <a:pt x="39070" y="6535"/>
                </a:lnTo>
                <a:lnTo>
                  <a:pt x="39362" y="6428"/>
                </a:lnTo>
                <a:lnTo>
                  <a:pt x="39654" y="6269"/>
                </a:lnTo>
                <a:lnTo>
                  <a:pt x="39888" y="6163"/>
                </a:lnTo>
                <a:lnTo>
                  <a:pt x="40180" y="6163"/>
                </a:lnTo>
                <a:lnTo>
                  <a:pt x="40472" y="6056"/>
                </a:lnTo>
                <a:lnTo>
                  <a:pt x="40764" y="5897"/>
                </a:lnTo>
                <a:lnTo>
                  <a:pt x="41173" y="5791"/>
                </a:lnTo>
                <a:lnTo>
                  <a:pt x="41465" y="5631"/>
                </a:lnTo>
                <a:lnTo>
                  <a:pt x="41874" y="5525"/>
                </a:lnTo>
                <a:lnTo>
                  <a:pt x="42166" y="5366"/>
                </a:lnTo>
                <a:lnTo>
                  <a:pt x="42458" y="5259"/>
                </a:lnTo>
                <a:lnTo>
                  <a:pt x="42750" y="5153"/>
                </a:lnTo>
                <a:lnTo>
                  <a:pt x="43158" y="5153"/>
                </a:lnTo>
                <a:lnTo>
                  <a:pt x="43450" y="4994"/>
                </a:lnTo>
                <a:lnTo>
                  <a:pt x="43742" y="4994"/>
                </a:lnTo>
                <a:lnTo>
                  <a:pt x="43976" y="4887"/>
                </a:lnTo>
                <a:lnTo>
                  <a:pt x="44151" y="4728"/>
                </a:lnTo>
                <a:lnTo>
                  <a:pt x="44443" y="4728"/>
                </a:lnTo>
                <a:lnTo>
                  <a:pt x="44735" y="4622"/>
                </a:lnTo>
                <a:lnTo>
                  <a:pt x="45144" y="4516"/>
                </a:lnTo>
                <a:lnTo>
                  <a:pt x="45436" y="4356"/>
                </a:lnTo>
                <a:lnTo>
                  <a:pt x="45670" y="4250"/>
                </a:lnTo>
                <a:lnTo>
                  <a:pt x="45962" y="4091"/>
                </a:lnTo>
                <a:lnTo>
                  <a:pt x="46254" y="4091"/>
                </a:lnTo>
                <a:lnTo>
                  <a:pt x="46546" y="3984"/>
                </a:lnTo>
                <a:lnTo>
                  <a:pt x="46662" y="3825"/>
                </a:lnTo>
                <a:lnTo>
                  <a:pt x="46954" y="3719"/>
                </a:lnTo>
                <a:lnTo>
                  <a:pt x="47363" y="3612"/>
                </a:lnTo>
                <a:lnTo>
                  <a:pt x="47655" y="3453"/>
                </a:lnTo>
                <a:lnTo>
                  <a:pt x="47947" y="3347"/>
                </a:lnTo>
                <a:lnTo>
                  <a:pt x="48239" y="3347"/>
                </a:lnTo>
                <a:lnTo>
                  <a:pt x="48531" y="3187"/>
                </a:lnTo>
                <a:lnTo>
                  <a:pt x="48823" y="3081"/>
                </a:lnTo>
                <a:lnTo>
                  <a:pt x="49057" y="2975"/>
                </a:lnTo>
                <a:lnTo>
                  <a:pt x="49349" y="2815"/>
                </a:lnTo>
                <a:lnTo>
                  <a:pt x="49641" y="2709"/>
                </a:lnTo>
                <a:lnTo>
                  <a:pt x="49933" y="2709"/>
                </a:lnTo>
                <a:lnTo>
                  <a:pt x="50225" y="2550"/>
                </a:lnTo>
                <a:lnTo>
                  <a:pt x="50517" y="2550"/>
                </a:lnTo>
                <a:lnTo>
                  <a:pt x="50751" y="2443"/>
                </a:lnTo>
                <a:lnTo>
                  <a:pt x="51043" y="2284"/>
                </a:lnTo>
                <a:lnTo>
                  <a:pt x="51451" y="2178"/>
                </a:lnTo>
                <a:lnTo>
                  <a:pt x="51743" y="2072"/>
                </a:lnTo>
                <a:lnTo>
                  <a:pt x="51919" y="1912"/>
                </a:lnTo>
                <a:lnTo>
                  <a:pt x="52211" y="1806"/>
                </a:lnTo>
                <a:lnTo>
                  <a:pt x="52444" y="1647"/>
                </a:lnTo>
                <a:lnTo>
                  <a:pt x="52736" y="1540"/>
                </a:lnTo>
                <a:lnTo>
                  <a:pt x="53028" y="1434"/>
                </a:lnTo>
                <a:lnTo>
                  <a:pt x="53320" y="1434"/>
                </a:lnTo>
                <a:lnTo>
                  <a:pt x="53729" y="1275"/>
                </a:lnTo>
                <a:lnTo>
                  <a:pt x="54021" y="1168"/>
                </a:lnTo>
                <a:lnTo>
                  <a:pt x="54313" y="1009"/>
                </a:lnTo>
                <a:lnTo>
                  <a:pt x="54722" y="743"/>
                </a:lnTo>
                <a:lnTo>
                  <a:pt x="55014" y="637"/>
                </a:lnTo>
                <a:lnTo>
                  <a:pt x="55306" y="531"/>
                </a:lnTo>
                <a:lnTo>
                  <a:pt x="55715" y="371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775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284062" y="5421077"/>
            <a:ext cx="56824" cy="29752"/>
          </a:xfrm>
          <a:custGeom>
            <a:avLst/>
            <a:gdLst/>
            <a:ahLst/>
            <a:cxnLst/>
            <a:rect l="l" t="t" r="r" b="b"/>
            <a:pathLst>
              <a:path w="56824" h="29752">
                <a:moveTo>
                  <a:pt x="0" y="29752"/>
                </a:moveTo>
                <a:lnTo>
                  <a:pt x="292" y="29646"/>
                </a:lnTo>
                <a:lnTo>
                  <a:pt x="525" y="29487"/>
                </a:lnTo>
                <a:lnTo>
                  <a:pt x="992" y="29381"/>
                </a:lnTo>
                <a:lnTo>
                  <a:pt x="1284" y="29381"/>
                </a:lnTo>
                <a:lnTo>
                  <a:pt x="1518" y="29221"/>
                </a:lnTo>
                <a:lnTo>
                  <a:pt x="1810" y="29115"/>
                </a:lnTo>
                <a:lnTo>
                  <a:pt x="2102" y="28956"/>
                </a:lnTo>
                <a:lnTo>
                  <a:pt x="2394" y="28849"/>
                </a:lnTo>
                <a:lnTo>
                  <a:pt x="2803" y="28584"/>
                </a:lnTo>
                <a:lnTo>
                  <a:pt x="3212" y="28477"/>
                </a:lnTo>
                <a:lnTo>
                  <a:pt x="3504" y="28318"/>
                </a:lnTo>
                <a:lnTo>
                  <a:pt x="3796" y="28212"/>
                </a:lnTo>
                <a:lnTo>
                  <a:pt x="4088" y="28105"/>
                </a:lnTo>
                <a:lnTo>
                  <a:pt x="4380" y="27946"/>
                </a:lnTo>
                <a:lnTo>
                  <a:pt x="4613" y="27840"/>
                </a:lnTo>
                <a:lnTo>
                  <a:pt x="4905" y="27840"/>
                </a:lnTo>
                <a:lnTo>
                  <a:pt x="5197" y="27680"/>
                </a:lnTo>
                <a:lnTo>
                  <a:pt x="5489" y="27574"/>
                </a:lnTo>
                <a:lnTo>
                  <a:pt x="5781" y="27468"/>
                </a:lnTo>
                <a:lnTo>
                  <a:pt x="6073" y="27308"/>
                </a:lnTo>
                <a:lnTo>
                  <a:pt x="6307" y="27202"/>
                </a:lnTo>
                <a:lnTo>
                  <a:pt x="6599" y="27043"/>
                </a:lnTo>
                <a:lnTo>
                  <a:pt x="6891" y="26937"/>
                </a:lnTo>
                <a:lnTo>
                  <a:pt x="7300" y="26777"/>
                </a:lnTo>
                <a:lnTo>
                  <a:pt x="7592" y="26671"/>
                </a:lnTo>
                <a:lnTo>
                  <a:pt x="7767" y="26565"/>
                </a:lnTo>
                <a:lnTo>
                  <a:pt x="8001" y="26405"/>
                </a:lnTo>
                <a:lnTo>
                  <a:pt x="8293" y="26299"/>
                </a:lnTo>
                <a:lnTo>
                  <a:pt x="8585" y="26140"/>
                </a:lnTo>
                <a:lnTo>
                  <a:pt x="8877" y="26033"/>
                </a:lnTo>
                <a:lnTo>
                  <a:pt x="9169" y="25927"/>
                </a:lnTo>
                <a:lnTo>
                  <a:pt x="9577" y="25768"/>
                </a:lnTo>
                <a:lnTo>
                  <a:pt x="9869" y="25502"/>
                </a:lnTo>
                <a:lnTo>
                  <a:pt x="10161" y="25502"/>
                </a:lnTo>
                <a:lnTo>
                  <a:pt x="10570" y="25236"/>
                </a:lnTo>
                <a:lnTo>
                  <a:pt x="10862" y="25130"/>
                </a:lnTo>
                <a:lnTo>
                  <a:pt x="11154" y="25024"/>
                </a:lnTo>
                <a:lnTo>
                  <a:pt x="11563" y="24864"/>
                </a:lnTo>
                <a:lnTo>
                  <a:pt x="11855" y="24758"/>
                </a:lnTo>
                <a:lnTo>
                  <a:pt x="12089" y="24599"/>
                </a:lnTo>
                <a:lnTo>
                  <a:pt x="12381" y="24493"/>
                </a:lnTo>
                <a:lnTo>
                  <a:pt x="12673" y="24386"/>
                </a:lnTo>
                <a:lnTo>
                  <a:pt x="12848" y="24227"/>
                </a:lnTo>
                <a:lnTo>
                  <a:pt x="13081" y="24121"/>
                </a:lnTo>
                <a:lnTo>
                  <a:pt x="13549" y="23961"/>
                </a:lnTo>
                <a:lnTo>
                  <a:pt x="13782" y="23855"/>
                </a:lnTo>
                <a:lnTo>
                  <a:pt x="14074" y="23696"/>
                </a:lnTo>
                <a:lnTo>
                  <a:pt x="14366" y="23483"/>
                </a:lnTo>
                <a:lnTo>
                  <a:pt x="14658" y="23324"/>
                </a:lnTo>
                <a:lnTo>
                  <a:pt x="14950" y="23217"/>
                </a:lnTo>
                <a:lnTo>
                  <a:pt x="15359" y="23058"/>
                </a:lnTo>
                <a:lnTo>
                  <a:pt x="15768" y="22952"/>
                </a:lnTo>
                <a:lnTo>
                  <a:pt x="16060" y="22846"/>
                </a:lnTo>
                <a:lnTo>
                  <a:pt x="16352" y="22686"/>
                </a:lnTo>
                <a:lnTo>
                  <a:pt x="16644" y="22580"/>
                </a:lnTo>
                <a:lnTo>
                  <a:pt x="16936" y="22420"/>
                </a:lnTo>
                <a:lnTo>
                  <a:pt x="17170" y="22155"/>
                </a:lnTo>
                <a:lnTo>
                  <a:pt x="17462" y="22049"/>
                </a:lnTo>
                <a:lnTo>
                  <a:pt x="17754" y="21942"/>
                </a:lnTo>
                <a:lnTo>
                  <a:pt x="18046" y="21783"/>
                </a:lnTo>
                <a:lnTo>
                  <a:pt x="18338" y="21677"/>
                </a:lnTo>
                <a:lnTo>
                  <a:pt x="18630" y="21517"/>
                </a:lnTo>
                <a:lnTo>
                  <a:pt x="18863" y="21411"/>
                </a:lnTo>
                <a:lnTo>
                  <a:pt x="19155" y="21305"/>
                </a:lnTo>
                <a:lnTo>
                  <a:pt x="19447" y="21039"/>
                </a:lnTo>
                <a:lnTo>
                  <a:pt x="19739" y="20880"/>
                </a:lnTo>
                <a:lnTo>
                  <a:pt x="20148" y="20880"/>
                </a:lnTo>
                <a:lnTo>
                  <a:pt x="20323" y="20773"/>
                </a:lnTo>
                <a:lnTo>
                  <a:pt x="20557" y="20614"/>
                </a:lnTo>
                <a:lnTo>
                  <a:pt x="20849" y="20508"/>
                </a:lnTo>
                <a:lnTo>
                  <a:pt x="21141" y="20242"/>
                </a:lnTo>
                <a:lnTo>
                  <a:pt x="21433" y="20136"/>
                </a:lnTo>
                <a:lnTo>
                  <a:pt x="21725" y="19976"/>
                </a:lnTo>
                <a:lnTo>
                  <a:pt x="22134" y="19870"/>
                </a:lnTo>
                <a:lnTo>
                  <a:pt x="22426" y="19764"/>
                </a:lnTo>
                <a:lnTo>
                  <a:pt x="22718" y="19605"/>
                </a:lnTo>
                <a:lnTo>
                  <a:pt x="22835" y="19339"/>
                </a:lnTo>
                <a:lnTo>
                  <a:pt x="23127" y="19233"/>
                </a:lnTo>
                <a:lnTo>
                  <a:pt x="23419" y="19073"/>
                </a:lnTo>
                <a:lnTo>
                  <a:pt x="23652" y="18967"/>
                </a:lnTo>
                <a:lnTo>
                  <a:pt x="24119" y="18861"/>
                </a:lnTo>
                <a:lnTo>
                  <a:pt x="24411" y="18701"/>
                </a:lnTo>
                <a:lnTo>
                  <a:pt x="24645" y="18436"/>
                </a:lnTo>
                <a:lnTo>
                  <a:pt x="24937" y="18436"/>
                </a:lnTo>
                <a:lnTo>
                  <a:pt x="25229" y="18329"/>
                </a:lnTo>
                <a:lnTo>
                  <a:pt x="25638" y="18064"/>
                </a:lnTo>
                <a:lnTo>
                  <a:pt x="25930" y="17798"/>
                </a:lnTo>
                <a:lnTo>
                  <a:pt x="26339" y="17692"/>
                </a:lnTo>
                <a:lnTo>
                  <a:pt x="26631" y="17532"/>
                </a:lnTo>
                <a:lnTo>
                  <a:pt x="26923" y="17426"/>
                </a:lnTo>
                <a:lnTo>
                  <a:pt x="27215" y="17320"/>
                </a:lnTo>
                <a:lnTo>
                  <a:pt x="27507" y="17054"/>
                </a:lnTo>
                <a:lnTo>
                  <a:pt x="27740" y="16895"/>
                </a:lnTo>
                <a:lnTo>
                  <a:pt x="27916" y="16789"/>
                </a:lnTo>
                <a:lnTo>
                  <a:pt x="28324" y="16682"/>
                </a:lnTo>
                <a:lnTo>
                  <a:pt x="28616" y="16417"/>
                </a:lnTo>
                <a:lnTo>
                  <a:pt x="28908" y="16257"/>
                </a:lnTo>
                <a:lnTo>
                  <a:pt x="29200" y="16151"/>
                </a:lnTo>
                <a:lnTo>
                  <a:pt x="29434" y="16151"/>
                </a:lnTo>
                <a:lnTo>
                  <a:pt x="29726" y="15992"/>
                </a:lnTo>
                <a:lnTo>
                  <a:pt x="30018" y="15779"/>
                </a:lnTo>
                <a:lnTo>
                  <a:pt x="30310" y="15620"/>
                </a:lnTo>
                <a:lnTo>
                  <a:pt x="30602" y="15514"/>
                </a:lnTo>
                <a:lnTo>
                  <a:pt x="30894" y="15354"/>
                </a:lnTo>
                <a:lnTo>
                  <a:pt x="31128" y="15142"/>
                </a:lnTo>
                <a:lnTo>
                  <a:pt x="31420" y="14982"/>
                </a:lnTo>
                <a:lnTo>
                  <a:pt x="31712" y="14876"/>
                </a:lnTo>
                <a:lnTo>
                  <a:pt x="32004" y="14610"/>
                </a:lnTo>
                <a:lnTo>
                  <a:pt x="32296" y="14451"/>
                </a:lnTo>
                <a:lnTo>
                  <a:pt x="32704" y="14345"/>
                </a:lnTo>
                <a:lnTo>
                  <a:pt x="33113" y="13973"/>
                </a:lnTo>
                <a:lnTo>
                  <a:pt x="33405" y="13813"/>
                </a:lnTo>
                <a:lnTo>
                  <a:pt x="33697" y="13813"/>
                </a:lnTo>
                <a:lnTo>
                  <a:pt x="33989" y="13707"/>
                </a:lnTo>
                <a:lnTo>
                  <a:pt x="34281" y="13441"/>
                </a:lnTo>
                <a:lnTo>
                  <a:pt x="34690" y="13335"/>
                </a:lnTo>
                <a:lnTo>
                  <a:pt x="34982" y="13176"/>
                </a:lnTo>
                <a:lnTo>
                  <a:pt x="35216" y="12963"/>
                </a:lnTo>
                <a:lnTo>
                  <a:pt x="35391" y="12804"/>
                </a:lnTo>
                <a:lnTo>
                  <a:pt x="35683" y="12698"/>
                </a:lnTo>
                <a:lnTo>
                  <a:pt x="35975" y="12538"/>
                </a:lnTo>
                <a:lnTo>
                  <a:pt x="36209" y="12273"/>
                </a:lnTo>
                <a:lnTo>
                  <a:pt x="36676" y="12166"/>
                </a:lnTo>
                <a:lnTo>
                  <a:pt x="36909" y="12060"/>
                </a:lnTo>
                <a:lnTo>
                  <a:pt x="37201" y="11794"/>
                </a:lnTo>
                <a:lnTo>
                  <a:pt x="37493" y="11635"/>
                </a:lnTo>
                <a:lnTo>
                  <a:pt x="37785" y="11529"/>
                </a:lnTo>
                <a:lnTo>
                  <a:pt x="38194" y="11263"/>
                </a:lnTo>
                <a:lnTo>
                  <a:pt x="38486" y="11157"/>
                </a:lnTo>
                <a:lnTo>
                  <a:pt x="38895" y="10891"/>
                </a:lnTo>
                <a:lnTo>
                  <a:pt x="39187" y="10732"/>
                </a:lnTo>
                <a:lnTo>
                  <a:pt x="39479" y="10626"/>
                </a:lnTo>
                <a:lnTo>
                  <a:pt x="39771" y="10360"/>
                </a:lnTo>
                <a:lnTo>
                  <a:pt x="40063" y="10254"/>
                </a:lnTo>
                <a:lnTo>
                  <a:pt x="40297" y="10094"/>
                </a:lnTo>
                <a:lnTo>
                  <a:pt x="40472" y="9882"/>
                </a:lnTo>
                <a:lnTo>
                  <a:pt x="40881" y="9722"/>
                </a:lnTo>
                <a:lnTo>
                  <a:pt x="41173" y="9616"/>
                </a:lnTo>
                <a:lnTo>
                  <a:pt x="41465" y="9350"/>
                </a:lnTo>
                <a:lnTo>
                  <a:pt x="41757" y="9191"/>
                </a:lnTo>
                <a:lnTo>
                  <a:pt x="41990" y="9191"/>
                </a:lnTo>
                <a:lnTo>
                  <a:pt x="42282" y="8979"/>
                </a:lnTo>
                <a:lnTo>
                  <a:pt x="42574" y="8819"/>
                </a:lnTo>
                <a:lnTo>
                  <a:pt x="42866" y="8553"/>
                </a:lnTo>
                <a:lnTo>
                  <a:pt x="43158" y="8447"/>
                </a:lnTo>
                <a:lnTo>
                  <a:pt x="43450" y="8341"/>
                </a:lnTo>
                <a:lnTo>
                  <a:pt x="43684" y="8075"/>
                </a:lnTo>
                <a:lnTo>
                  <a:pt x="43976" y="7916"/>
                </a:lnTo>
                <a:lnTo>
                  <a:pt x="44268" y="7810"/>
                </a:lnTo>
                <a:lnTo>
                  <a:pt x="44560" y="7544"/>
                </a:lnTo>
                <a:lnTo>
                  <a:pt x="44852" y="7438"/>
                </a:lnTo>
                <a:lnTo>
                  <a:pt x="45261" y="7172"/>
                </a:lnTo>
                <a:lnTo>
                  <a:pt x="45378" y="7013"/>
                </a:lnTo>
                <a:lnTo>
                  <a:pt x="45670" y="6906"/>
                </a:lnTo>
                <a:lnTo>
                  <a:pt x="45962" y="6800"/>
                </a:lnTo>
                <a:lnTo>
                  <a:pt x="46254" y="6641"/>
                </a:lnTo>
                <a:lnTo>
                  <a:pt x="46546" y="6375"/>
                </a:lnTo>
                <a:lnTo>
                  <a:pt x="46779" y="6269"/>
                </a:lnTo>
                <a:lnTo>
                  <a:pt x="47246" y="6109"/>
                </a:lnTo>
                <a:lnTo>
                  <a:pt x="47538" y="5897"/>
                </a:lnTo>
                <a:lnTo>
                  <a:pt x="47772" y="5738"/>
                </a:lnTo>
                <a:lnTo>
                  <a:pt x="47947" y="5472"/>
                </a:lnTo>
                <a:lnTo>
                  <a:pt x="48239" y="5366"/>
                </a:lnTo>
                <a:lnTo>
                  <a:pt x="48473" y="5100"/>
                </a:lnTo>
                <a:lnTo>
                  <a:pt x="48765" y="4994"/>
                </a:lnTo>
                <a:lnTo>
                  <a:pt x="49232" y="4834"/>
                </a:lnTo>
                <a:lnTo>
                  <a:pt x="49466" y="4569"/>
                </a:lnTo>
                <a:lnTo>
                  <a:pt x="49758" y="4569"/>
                </a:lnTo>
                <a:lnTo>
                  <a:pt x="50050" y="4356"/>
                </a:lnTo>
                <a:lnTo>
                  <a:pt x="50342" y="4197"/>
                </a:lnTo>
                <a:lnTo>
                  <a:pt x="50459" y="3931"/>
                </a:lnTo>
                <a:lnTo>
                  <a:pt x="50751" y="3825"/>
                </a:lnTo>
                <a:lnTo>
                  <a:pt x="51043" y="3719"/>
                </a:lnTo>
                <a:lnTo>
                  <a:pt x="51451" y="3453"/>
                </a:lnTo>
                <a:lnTo>
                  <a:pt x="51743" y="3294"/>
                </a:lnTo>
                <a:lnTo>
                  <a:pt x="52035" y="3028"/>
                </a:lnTo>
                <a:lnTo>
                  <a:pt x="52327" y="2922"/>
                </a:lnTo>
                <a:lnTo>
                  <a:pt x="52561" y="2656"/>
                </a:lnTo>
                <a:lnTo>
                  <a:pt x="52853" y="2550"/>
                </a:lnTo>
                <a:lnTo>
                  <a:pt x="53028" y="2284"/>
                </a:lnTo>
                <a:lnTo>
                  <a:pt x="53437" y="2284"/>
                </a:lnTo>
                <a:lnTo>
                  <a:pt x="53729" y="2018"/>
                </a:lnTo>
                <a:lnTo>
                  <a:pt x="54021" y="1912"/>
                </a:lnTo>
                <a:lnTo>
                  <a:pt x="54255" y="1647"/>
                </a:lnTo>
                <a:lnTo>
                  <a:pt x="54547" y="1487"/>
                </a:lnTo>
                <a:lnTo>
                  <a:pt x="54839" y="1275"/>
                </a:lnTo>
                <a:lnTo>
                  <a:pt x="55131" y="1115"/>
                </a:lnTo>
                <a:lnTo>
                  <a:pt x="55423" y="850"/>
                </a:lnTo>
                <a:lnTo>
                  <a:pt x="55715" y="743"/>
                </a:lnTo>
                <a:lnTo>
                  <a:pt x="55948" y="478"/>
                </a:lnTo>
                <a:lnTo>
                  <a:pt x="56240" y="371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86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340886" y="5378413"/>
            <a:ext cx="56708" cy="42663"/>
          </a:xfrm>
          <a:custGeom>
            <a:avLst/>
            <a:gdLst/>
            <a:ahLst/>
            <a:cxnLst/>
            <a:rect l="l" t="t" r="r" b="b"/>
            <a:pathLst>
              <a:path w="56708" h="42663">
                <a:moveTo>
                  <a:pt x="0" y="42663"/>
                </a:moveTo>
                <a:lnTo>
                  <a:pt x="292" y="42504"/>
                </a:lnTo>
                <a:lnTo>
                  <a:pt x="584" y="42397"/>
                </a:lnTo>
                <a:lnTo>
                  <a:pt x="992" y="42132"/>
                </a:lnTo>
                <a:lnTo>
                  <a:pt x="1109" y="41972"/>
                </a:lnTo>
                <a:lnTo>
                  <a:pt x="1401" y="41760"/>
                </a:lnTo>
                <a:lnTo>
                  <a:pt x="1693" y="41601"/>
                </a:lnTo>
                <a:lnTo>
                  <a:pt x="1985" y="41335"/>
                </a:lnTo>
                <a:lnTo>
                  <a:pt x="2277" y="41229"/>
                </a:lnTo>
                <a:lnTo>
                  <a:pt x="2511" y="40963"/>
                </a:lnTo>
                <a:lnTo>
                  <a:pt x="2978" y="40857"/>
                </a:lnTo>
                <a:lnTo>
                  <a:pt x="3212" y="40591"/>
                </a:lnTo>
                <a:lnTo>
                  <a:pt x="3504" y="40432"/>
                </a:lnTo>
                <a:lnTo>
                  <a:pt x="3679" y="40219"/>
                </a:lnTo>
                <a:lnTo>
                  <a:pt x="3971" y="40219"/>
                </a:lnTo>
                <a:lnTo>
                  <a:pt x="4204" y="39953"/>
                </a:lnTo>
                <a:lnTo>
                  <a:pt x="4496" y="39794"/>
                </a:lnTo>
                <a:lnTo>
                  <a:pt x="4905" y="39582"/>
                </a:lnTo>
                <a:lnTo>
                  <a:pt x="5197" y="39316"/>
                </a:lnTo>
                <a:lnTo>
                  <a:pt x="5489" y="39157"/>
                </a:lnTo>
                <a:lnTo>
                  <a:pt x="5781" y="38891"/>
                </a:lnTo>
                <a:lnTo>
                  <a:pt x="6073" y="38785"/>
                </a:lnTo>
                <a:lnTo>
                  <a:pt x="6190" y="38519"/>
                </a:lnTo>
                <a:lnTo>
                  <a:pt x="6482" y="38413"/>
                </a:lnTo>
                <a:lnTo>
                  <a:pt x="6774" y="38147"/>
                </a:lnTo>
                <a:lnTo>
                  <a:pt x="7183" y="37881"/>
                </a:lnTo>
                <a:lnTo>
                  <a:pt x="7475" y="37881"/>
                </a:lnTo>
                <a:lnTo>
                  <a:pt x="7767" y="37616"/>
                </a:lnTo>
                <a:lnTo>
                  <a:pt x="8059" y="37509"/>
                </a:lnTo>
                <a:lnTo>
                  <a:pt x="8293" y="37244"/>
                </a:lnTo>
                <a:lnTo>
                  <a:pt x="8585" y="37138"/>
                </a:lnTo>
                <a:lnTo>
                  <a:pt x="8760" y="36872"/>
                </a:lnTo>
                <a:lnTo>
                  <a:pt x="9169" y="36606"/>
                </a:lnTo>
                <a:lnTo>
                  <a:pt x="9461" y="36500"/>
                </a:lnTo>
                <a:lnTo>
                  <a:pt x="9753" y="36234"/>
                </a:lnTo>
                <a:lnTo>
                  <a:pt x="9986" y="36075"/>
                </a:lnTo>
                <a:lnTo>
                  <a:pt x="10278" y="35809"/>
                </a:lnTo>
                <a:lnTo>
                  <a:pt x="10570" y="35597"/>
                </a:lnTo>
                <a:lnTo>
                  <a:pt x="10862" y="35597"/>
                </a:lnTo>
                <a:lnTo>
                  <a:pt x="11154" y="35331"/>
                </a:lnTo>
                <a:lnTo>
                  <a:pt x="11446" y="35172"/>
                </a:lnTo>
                <a:lnTo>
                  <a:pt x="11680" y="34959"/>
                </a:lnTo>
                <a:lnTo>
                  <a:pt x="11972" y="34694"/>
                </a:lnTo>
                <a:lnTo>
                  <a:pt x="12264" y="34534"/>
                </a:lnTo>
                <a:lnTo>
                  <a:pt x="12556" y="34269"/>
                </a:lnTo>
                <a:lnTo>
                  <a:pt x="12848" y="34056"/>
                </a:lnTo>
                <a:lnTo>
                  <a:pt x="13081" y="33897"/>
                </a:lnTo>
                <a:lnTo>
                  <a:pt x="13549" y="33631"/>
                </a:lnTo>
                <a:lnTo>
                  <a:pt x="13958" y="33259"/>
                </a:lnTo>
                <a:lnTo>
                  <a:pt x="14250" y="33153"/>
                </a:lnTo>
                <a:lnTo>
                  <a:pt x="14542" y="32993"/>
                </a:lnTo>
                <a:lnTo>
                  <a:pt x="14775" y="32728"/>
                </a:lnTo>
                <a:lnTo>
                  <a:pt x="15067" y="32515"/>
                </a:lnTo>
                <a:lnTo>
                  <a:pt x="15534" y="32356"/>
                </a:lnTo>
                <a:lnTo>
                  <a:pt x="15768" y="32090"/>
                </a:lnTo>
                <a:lnTo>
                  <a:pt x="16060" y="31878"/>
                </a:lnTo>
                <a:lnTo>
                  <a:pt x="16235" y="31718"/>
                </a:lnTo>
                <a:lnTo>
                  <a:pt x="16469" y="31453"/>
                </a:lnTo>
                <a:lnTo>
                  <a:pt x="16761" y="31187"/>
                </a:lnTo>
                <a:lnTo>
                  <a:pt x="17053" y="31081"/>
                </a:lnTo>
                <a:lnTo>
                  <a:pt x="17462" y="30974"/>
                </a:lnTo>
                <a:lnTo>
                  <a:pt x="17754" y="30709"/>
                </a:lnTo>
                <a:lnTo>
                  <a:pt x="18046" y="30549"/>
                </a:lnTo>
                <a:lnTo>
                  <a:pt x="18338" y="30337"/>
                </a:lnTo>
                <a:lnTo>
                  <a:pt x="18630" y="30071"/>
                </a:lnTo>
                <a:lnTo>
                  <a:pt x="18746" y="29912"/>
                </a:lnTo>
                <a:lnTo>
                  <a:pt x="19038" y="29646"/>
                </a:lnTo>
                <a:lnTo>
                  <a:pt x="19330" y="29434"/>
                </a:lnTo>
                <a:lnTo>
                  <a:pt x="19739" y="29274"/>
                </a:lnTo>
                <a:lnTo>
                  <a:pt x="20031" y="29009"/>
                </a:lnTo>
                <a:lnTo>
                  <a:pt x="20323" y="28796"/>
                </a:lnTo>
                <a:lnTo>
                  <a:pt x="20557" y="28637"/>
                </a:lnTo>
                <a:lnTo>
                  <a:pt x="20849" y="28530"/>
                </a:lnTo>
                <a:lnTo>
                  <a:pt x="21141" y="28265"/>
                </a:lnTo>
                <a:lnTo>
                  <a:pt x="21316" y="27999"/>
                </a:lnTo>
                <a:lnTo>
                  <a:pt x="21725" y="27893"/>
                </a:lnTo>
                <a:lnTo>
                  <a:pt x="22017" y="27627"/>
                </a:lnTo>
                <a:lnTo>
                  <a:pt x="22251" y="27362"/>
                </a:lnTo>
                <a:lnTo>
                  <a:pt x="22543" y="27255"/>
                </a:lnTo>
                <a:lnTo>
                  <a:pt x="22835" y="26990"/>
                </a:lnTo>
                <a:lnTo>
                  <a:pt x="23127" y="26724"/>
                </a:lnTo>
                <a:lnTo>
                  <a:pt x="23419" y="26458"/>
                </a:lnTo>
                <a:lnTo>
                  <a:pt x="23827" y="26352"/>
                </a:lnTo>
                <a:lnTo>
                  <a:pt x="23944" y="26193"/>
                </a:lnTo>
                <a:lnTo>
                  <a:pt x="24236" y="25927"/>
                </a:lnTo>
                <a:lnTo>
                  <a:pt x="24528" y="25821"/>
                </a:lnTo>
                <a:lnTo>
                  <a:pt x="24820" y="25555"/>
                </a:lnTo>
                <a:lnTo>
                  <a:pt x="25112" y="25290"/>
                </a:lnTo>
                <a:lnTo>
                  <a:pt x="25404" y="25077"/>
                </a:lnTo>
                <a:lnTo>
                  <a:pt x="25638" y="24918"/>
                </a:lnTo>
                <a:lnTo>
                  <a:pt x="26105" y="24652"/>
                </a:lnTo>
                <a:lnTo>
                  <a:pt x="26222" y="24386"/>
                </a:lnTo>
                <a:lnTo>
                  <a:pt x="26514" y="24174"/>
                </a:lnTo>
                <a:lnTo>
                  <a:pt x="26806" y="24014"/>
                </a:lnTo>
                <a:lnTo>
                  <a:pt x="27098" y="23908"/>
                </a:lnTo>
                <a:lnTo>
                  <a:pt x="27332" y="23642"/>
                </a:lnTo>
                <a:lnTo>
                  <a:pt x="27624" y="23377"/>
                </a:lnTo>
                <a:lnTo>
                  <a:pt x="28032" y="23271"/>
                </a:lnTo>
                <a:lnTo>
                  <a:pt x="28324" y="23005"/>
                </a:lnTo>
                <a:lnTo>
                  <a:pt x="28616" y="22739"/>
                </a:lnTo>
                <a:lnTo>
                  <a:pt x="28792" y="22474"/>
                </a:lnTo>
                <a:lnTo>
                  <a:pt x="29025" y="22208"/>
                </a:lnTo>
                <a:lnTo>
                  <a:pt x="29317" y="22102"/>
                </a:lnTo>
                <a:lnTo>
                  <a:pt x="29609" y="21836"/>
                </a:lnTo>
                <a:lnTo>
                  <a:pt x="30018" y="21570"/>
                </a:lnTo>
                <a:lnTo>
                  <a:pt x="30310" y="21464"/>
                </a:lnTo>
                <a:lnTo>
                  <a:pt x="30602" y="21305"/>
                </a:lnTo>
                <a:lnTo>
                  <a:pt x="30894" y="21092"/>
                </a:lnTo>
                <a:lnTo>
                  <a:pt x="31186" y="20827"/>
                </a:lnTo>
                <a:lnTo>
                  <a:pt x="31303" y="20561"/>
                </a:lnTo>
                <a:lnTo>
                  <a:pt x="31595" y="20295"/>
                </a:lnTo>
                <a:lnTo>
                  <a:pt x="31887" y="20189"/>
                </a:lnTo>
                <a:lnTo>
                  <a:pt x="32296" y="19923"/>
                </a:lnTo>
                <a:lnTo>
                  <a:pt x="32588" y="19658"/>
                </a:lnTo>
                <a:lnTo>
                  <a:pt x="32880" y="19392"/>
                </a:lnTo>
                <a:lnTo>
                  <a:pt x="33113" y="19286"/>
                </a:lnTo>
                <a:lnTo>
                  <a:pt x="33405" y="19126"/>
                </a:lnTo>
                <a:lnTo>
                  <a:pt x="33697" y="18914"/>
                </a:lnTo>
                <a:lnTo>
                  <a:pt x="33814" y="18648"/>
                </a:lnTo>
                <a:lnTo>
                  <a:pt x="34281" y="18383"/>
                </a:lnTo>
                <a:lnTo>
                  <a:pt x="34573" y="18117"/>
                </a:lnTo>
                <a:lnTo>
                  <a:pt x="34807" y="17851"/>
                </a:lnTo>
                <a:lnTo>
                  <a:pt x="35099" y="17745"/>
                </a:lnTo>
                <a:lnTo>
                  <a:pt x="35391" y="17479"/>
                </a:lnTo>
                <a:lnTo>
                  <a:pt x="35683" y="17214"/>
                </a:lnTo>
                <a:lnTo>
                  <a:pt x="35975" y="16948"/>
                </a:lnTo>
                <a:lnTo>
                  <a:pt x="36384" y="16842"/>
                </a:lnTo>
                <a:lnTo>
                  <a:pt x="36501" y="16682"/>
                </a:lnTo>
                <a:lnTo>
                  <a:pt x="36793" y="16470"/>
                </a:lnTo>
                <a:lnTo>
                  <a:pt x="37085" y="16204"/>
                </a:lnTo>
                <a:lnTo>
                  <a:pt x="37377" y="15939"/>
                </a:lnTo>
                <a:lnTo>
                  <a:pt x="37669" y="15673"/>
                </a:lnTo>
                <a:lnTo>
                  <a:pt x="37902" y="15407"/>
                </a:lnTo>
                <a:lnTo>
                  <a:pt x="38194" y="15142"/>
                </a:lnTo>
                <a:lnTo>
                  <a:pt x="38661" y="15035"/>
                </a:lnTo>
                <a:lnTo>
                  <a:pt x="38895" y="14770"/>
                </a:lnTo>
                <a:lnTo>
                  <a:pt x="39070" y="14663"/>
                </a:lnTo>
                <a:lnTo>
                  <a:pt x="39362" y="14398"/>
                </a:lnTo>
                <a:lnTo>
                  <a:pt x="39596" y="14132"/>
                </a:lnTo>
                <a:lnTo>
                  <a:pt x="39888" y="13867"/>
                </a:lnTo>
                <a:lnTo>
                  <a:pt x="40180" y="13654"/>
                </a:lnTo>
                <a:lnTo>
                  <a:pt x="40589" y="13495"/>
                </a:lnTo>
                <a:lnTo>
                  <a:pt x="40881" y="13229"/>
                </a:lnTo>
                <a:lnTo>
                  <a:pt x="41173" y="12963"/>
                </a:lnTo>
                <a:lnTo>
                  <a:pt x="41290" y="12751"/>
                </a:lnTo>
                <a:lnTo>
                  <a:pt x="41582" y="12485"/>
                </a:lnTo>
                <a:lnTo>
                  <a:pt x="41874" y="12326"/>
                </a:lnTo>
                <a:lnTo>
                  <a:pt x="42166" y="12113"/>
                </a:lnTo>
                <a:lnTo>
                  <a:pt x="42574" y="11848"/>
                </a:lnTo>
                <a:lnTo>
                  <a:pt x="42866" y="11582"/>
                </a:lnTo>
                <a:lnTo>
                  <a:pt x="43158" y="11423"/>
                </a:lnTo>
                <a:lnTo>
                  <a:pt x="43450" y="11210"/>
                </a:lnTo>
                <a:lnTo>
                  <a:pt x="43684" y="10944"/>
                </a:lnTo>
                <a:lnTo>
                  <a:pt x="43859" y="10679"/>
                </a:lnTo>
                <a:lnTo>
                  <a:pt x="44151" y="10413"/>
                </a:lnTo>
                <a:lnTo>
                  <a:pt x="44443" y="10147"/>
                </a:lnTo>
                <a:lnTo>
                  <a:pt x="44852" y="10041"/>
                </a:lnTo>
                <a:lnTo>
                  <a:pt x="45144" y="9775"/>
                </a:lnTo>
                <a:lnTo>
                  <a:pt x="45378" y="9510"/>
                </a:lnTo>
                <a:lnTo>
                  <a:pt x="45670" y="9244"/>
                </a:lnTo>
                <a:lnTo>
                  <a:pt x="45962" y="9138"/>
                </a:lnTo>
                <a:lnTo>
                  <a:pt x="46254" y="8872"/>
                </a:lnTo>
                <a:lnTo>
                  <a:pt x="46370" y="8607"/>
                </a:lnTo>
                <a:lnTo>
                  <a:pt x="46838" y="8341"/>
                </a:lnTo>
                <a:lnTo>
                  <a:pt x="47071" y="8128"/>
                </a:lnTo>
                <a:lnTo>
                  <a:pt x="47363" y="7863"/>
                </a:lnTo>
                <a:lnTo>
                  <a:pt x="47655" y="7703"/>
                </a:lnTo>
                <a:lnTo>
                  <a:pt x="47947" y="7491"/>
                </a:lnTo>
                <a:lnTo>
                  <a:pt x="48239" y="7225"/>
                </a:lnTo>
                <a:lnTo>
                  <a:pt x="48531" y="6960"/>
                </a:lnTo>
                <a:lnTo>
                  <a:pt x="48765" y="6694"/>
                </a:lnTo>
                <a:lnTo>
                  <a:pt x="49057" y="6428"/>
                </a:lnTo>
                <a:lnTo>
                  <a:pt x="49349" y="6163"/>
                </a:lnTo>
                <a:lnTo>
                  <a:pt x="49641" y="5950"/>
                </a:lnTo>
                <a:lnTo>
                  <a:pt x="49933" y="5684"/>
                </a:lnTo>
                <a:lnTo>
                  <a:pt x="50225" y="5525"/>
                </a:lnTo>
                <a:lnTo>
                  <a:pt x="50459" y="5259"/>
                </a:lnTo>
                <a:lnTo>
                  <a:pt x="50751" y="5153"/>
                </a:lnTo>
                <a:lnTo>
                  <a:pt x="51159" y="4887"/>
                </a:lnTo>
                <a:lnTo>
                  <a:pt x="51451" y="4622"/>
                </a:lnTo>
                <a:lnTo>
                  <a:pt x="51627" y="4409"/>
                </a:lnTo>
                <a:lnTo>
                  <a:pt x="51919" y="4144"/>
                </a:lnTo>
                <a:lnTo>
                  <a:pt x="52152" y="3878"/>
                </a:lnTo>
                <a:lnTo>
                  <a:pt x="52444" y="3612"/>
                </a:lnTo>
                <a:lnTo>
                  <a:pt x="52736" y="3347"/>
                </a:lnTo>
                <a:lnTo>
                  <a:pt x="53145" y="3081"/>
                </a:lnTo>
                <a:lnTo>
                  <a:pt x="53437" y="2975"/>
                </a:lnTo>
                <a:lnTo>
                  <a:pt x="53729" y="2709"/>
                </a:lnTo>
                <a:lnTo>
                  <a:pt x="54021" y="2443"/>
                </a:lnTo>
                <a:lnTo>
                  <a:pt x="54138" y="2178"/>
                </a:lnTo>
                <a:lnTo>
                  <a:pt x="54430" y="1965"/>
                </a:lnTo>
                <a:lnTo>
                  <a:pt x="54722" y="1700"/>
                </a:lnTo>
                <a:lnTo>
                  <a:pt x="55014" y="1434"/>
                </a:lnTo>
                <a:lnTo>
                  <a:pt x="55423" y="1168"/>
                </a:lnTo>
                <a:lnTo>
                  <a:pt x="55715" y="903"/>
                </a:lnTo>
                <a:lnTo>
                  <a:pt x="56007" y="690"/>
                </a:lnTo>
                <a:lnTo>
                  <a:pt x="56240" y="531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797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397595" y="5325283"/>
            <a:ext cx="56824" cy="53130"/>
          </a:xfrm>
          <a:custGeom>
            <a:avLst/>
            <a:gdLst/>
            <a:ahLst/>
            <a:cxnLst/>
            <a:rect l="l" t="t" r="r" b="b"/>
            <a:pathLst>
              <a:path w="56824" h="53130">
                <a:moveTo>
                  <a:pt x="0" y="53130"/>
                </a:moveTo>
                <a:lnTo>
                  <a:pt x="233" y="52917"/>
                </a:lnTo>
                <a:lnTo>
                  <a:pt x="700" y="52652"/>
                </a:lnTo>
                <a:lnTo>
                  <a:pt x="992" y="52386"/>
                </a:lnTo>
                <a:lnTo>
                  <a:pt x="1226" y="52120"/>
                </a:lnTo>
                <a:lnTo>
                  <a:pt x="1518" y="51855"/>
                </a:lnTo>
                <a:lnTo>
                  <a:pt x="1810" y="51589"/>
                </a:lnTo>
                <a:lnTo>
                  <a:pt x="2102" y="51483"/>
                </a:lnTo>
                <a:lnTo>
                  <a:pt x="2219" y="51217"/>
                </a:lnTo>
                <a:lnTo>
                  <a:pt x="2686" y="50951"/>
                </a:lnTo>
                <a:lnTo>
                  <a:pt x="2920" y="50739"/>
                </a:lnTo>
                <a:lnTo>
                  <a:pt x="3212" y="50473"/>
                </a:lnTo>
                <a:lnTo>
                  <a:pt x="3504" y="50208"/>
                </a:lnTo>
                <a:lnTo>
                  <a:pt x="3796" y="49942"/>
                </a:lnTo>
                <a:lnTo>
                  <a:pt x="4088" y="49676"/>
                </a:lnTo>
                <a:lnTo>
                  <a:pt x="4321" y="49411"/>
                </a:lnTo>
                <a:lnTo>
                  <a:pt x="4613" y="49198"/>
                </a:lnTo>
                <a:lnTo>
                  <a:pt x="4905" y="49039"/>
                </a:lnTo>
                <a:lnTo>
                  <a:pt x="5197" y="48773"/>
                </a:lnTo>
                <a:lnTo>
                  <a:pt x="5489" y="48507"/>
                </a:lnTo>
                <a:lnTo>
                  <a:pt x="5781" y="48295"/>
                </a:lnTo>
                <a:lnTo>
                  <a:pt x="6015" y="47870"/>
                </a:lnTo>
                <a:lnTo>
                  <a:pt x="6307" y="47657"/>
                </a:lnTo>
                <a:lnTo>
                  <a:pt x="6599" y="47392"/>
                </a:lnTo>
                <a:lnTo>
                  <a:pt x="7008" y="47126"/>
                </a:lnTo>
                <a:lnTo>
                  <a:pt x="7300" y="46860"/>
                </a:lnTo>
                <a:lnTo>
                  <a:pt x="7475" y="46754"/>
                </a:lnTo>
                <a:lnTo>
                  <a:pt x="7709" y="46489"/>
                </a:lnTo>
                <a:lnTo>
                  <a:pt x="8001" y="46223"/>
                </a:lnTo>
                <a:lnTo>
                  <a:pt x="8293" y="45957"/>
                </a:lnTo>
                <a:lnTo>
                  <a:pt x="8585" y="45692"/>
                </a:lnTo>
                <a:lnTo>
                  <a:pt x="8993" y="45426"/>
                </a:lnTo>
                <a:lnTo>
                  <a:pt x="9285" y="45213"/>
                </a:lnTo>
                <a:lnTo>
                  <a:pt x="9577" y="44948"/>
                </a:lnTo>
                <a:lnTo>
                  <a:pt x="9869" y="44682"/>
                </a:lnTo>
                <a:lnTo>
                  <a:pt x="10278" y="44310"/>
                </a:lnTo>
                <a:lnTo>
                  <a:pt x="10570" y="43885"/>
                </a:lnTo>
                <a:lnTo>
                  <a:pt x="10862" y="43673"/>
                </a:lnTo>
                <a:lnTo>
                  <a:pt x="11271" y="43407"/>
                </a:lnTo>
                <a:lnTo>
                  <a:pt x="11563" y="43141"/>
                </a:lnTo>
                <a:lnTo>
                  <a:pt x="11797" y="42876"/>
                </a:lnTo>
                <a:lnTo>
                  <a:pt x="12089" y="42610"/>
                </a:lnTo>
                <a:lnTo>
                  <a:pt x="12381" y="42344"/>
                </a:lnTo>
                <a:lnTo>
                  <a:pt x="12556" y="42238"/>
                </a:lnTo>
                <a:lnTo>
                  <a:pt x="12789" y="41972"/>
                </a:lnTo>
                <a:lnTo>
                  <a:pt x="13257" y="41707"/>
                </a:lnTo>
                <a:lnTo>
                  <a:pt x="13490" y="41494"/>
                </a:lnTo>
                <a:lnTo>
                  <a:pt x="13782" y="41069"/>
                </a:lnTo>
                <a:lnTo>
                  <a:pt x="14074" y="40804"/>
                </a:lnTo>
                <a:lnTo>
                  <a:pt x="14366" y="40591"/>
                </a:lnTo>
                <a:lnTo>
                  <a:pt x="14658" y="40325"/>
                </a:lnTo>
                <a:lnTo>
                  <a:pt x="14950" y="40060"/>
                </a:lnTo>
                <a:lnTo>
                  <a:pt x="15184" y="39794"/>
                </a:lnTo>
                <a:lnTo>
                  <a:pt x="15476" y="39688"/>
                </a:lnTo>
                <a:lnTo>
                  <a:pt x="15768" y="39422"/>
                </a:lnTo>
                <a:lnTo>
                  <a:pt x="16060" y="39157"/>
                </a:lnTo>
                <a:lnTo>
                  <a:pt x="16352" y="38785"/>
                </a:lnTo>
                <a:lnTo>
                  <a:pt x="16644" y="38519"/>
                </a:lnTo>
                <a:lnTo>
                  <a:pt x="16878" y="38253"/>
                </a:lnTo>
                <a:lnTo>
                  <a:pt x="17170" y="37988"/>
                </a:lnTo>
                <a:lnTo>
                  <a:pt x="17462" y="37775"/>
                </a:lnTo>
                <a:lnTo>
                  <a:pt x="17754" y="37509"/>
                </a:lnTo>
                <a:lnTo>
                  <a:pt x="18046" y="37350"/>
                </a:lnTo>
                <a:lnTo>
                  <a:pt x="18338" y="36978"/>
                </a:lnTo>
                <a:lnTo>
                  <a:pt x="18571" y="36713"/>
                </a:lnTo>
                <a:lnTo>
                  <a:pt x="18863" y="36447"/>
                </a:lnTo>
                <a:lnTo>
                  <a:pt x="19155" y="36234"/>
                </a:lnTo>
                <a:lnTo>
                  <a:pt x="19564" y="35969"/>
                </a:lnTo>
                <a:lnTo>
                  <a:pt x="19856" y="35703"/>
                </a:lnTo>
                <a:lnTo>
                  <a:pt x="20031" y="35437"/>
                </a:lnTo>
                <a:lnTo>
                  <a:pt x="20265" y="35172"/>
                </a:lnTo>
                <a:lnTo>
                  <a:pt x="20557" y="34906"/>
                </a:lnTo>
                <a:lnTo>
                  <a:pt x="20849" y="34694"/>
                </a:lnTo>
                <a:lnTo>
                  <a:pt x="21141" y="34428"/>
                </a:lnTo>
                <a:lnTo>
                  <a:pt x="21550" y="34162"/>
                </a:lnTo>
                <a:lnTo>
                  <a:pt x="21842" y="33897"/>
                </a:lnTo>
                <a:lnTo>
                  <a:pt x="22134" y="33631"/>
                </a:lnTo>
                <a:lnTo>
                  <a:pt x="22426" y="33259"/>
                </a:lnTo>
                <a:lnTo>
                  <a:pt x="22543" y="32993"/>
                </a:lnTo>
                <a:lnTo>
                  <a:pt x="22835" y="32887"/>
                </a:lnTo>
                <a:lnTo>
                  <a:pt x="23127" y="32622"/>
                </a:lnTo>
                <a:lnTo>
                  <a:pt x="23360" y="32356"/>
                </a:lnTo>
                <a:lnTo>
                  <a:pt x="23827" y="32090"/>
                </a:lnTo>
                <a:lnTo>
                  <a:pt x="24119" y="31718"/>
                </a:lnTo>
                <a:lnTo>
                  <a:pt x="24353" y="31453"/>
                </a:lnTo>
                <a:lnTo>
                  <a:pt x="24645" y="31187"/>
                </a:lnTo>
                <a:lnTo>
                  <a:pt x="24937" y="30921"/>
                </a:lnTo>
                <a:lnTo>
                  <a:pt x="25054" y="30709"/>
                </a:lnTo>
                <a:lnTo>
                  <a:pt x="25346" y="30443"/>
                </a:lnTo>
                <a:lnTo>
                  <a:pt x="25813" y="30178"/>
                </a:lnTo>
                <a:lnTo>
                  <a:pt x="26047" y="29912"/>
                </a:lnTo>
                <a:lnTo>
                  <a:pt x="26339" y="29646"/>
                </a:lnTo>
                <a:lnTo>
                  <a:pt x="26631" y="29381"/>
                </a:lnTo>
                <a:lnTo>
                  <a:pt x="26923" y="29168"/>
                </a:lnTo>
                <a:lnTo>
                  <a:pt x="27215" y="28743"/>
                </a:lnTo>
                <a:lnTo>
                  <a:pt x="27448" y="28530"/>
                </a:lnTo>
                <a:lnTo>
                  <a:pt x="27740" y="28265"/>
                </a:lnTo>
                <a:lnTo>
                  <a:pt x="28032" y="28105"/>
                </a:lnTo>
                <a:lnTo>
                  <a:pt x="28324" y="27840"/>
                </a:lnTo>
                <a:lnTo>
                  <a:pt x="28616" y="27468"/>
                </a:lnTo>
                <a:lnTo>
                  <a:pt x="28908" y="27202"/>
                </a:lnTo>
                <a:lnTo>
                  <a:pt x="29142" y="26990"/>
                </a:lnTo>
                <a:lnTo>
                  <a:pt x="29434" y="26724"/>
                </a:lnTo>
                <a:lnTo>
                  <a:pt x="29726" y="26458"/>
                </a:lnTo>
                <a:lnTo>
                  <a:pt x="30018" y="26086"/>
                </a:lnTo>
                <a:lnTo>
                  <a:pt x="30310" y="25927"/>
                </a:lnTo>
                <a:lnTo>
                  <a:pt x="30602" y="25661"/>
                </a:lnTo>
                <a:lnTo>
                  <a:pt x="30836" y="25449"/>
                </a:lnTo>
                <a:lnTo>
                  <a:pt x="31128" y="25024"/>
                </a:lnTo>
                <a:lnTo>
                  <a:pt x="31420" y="24811"/>
                </a:lnTo>
                <a:lnTo>
                  <a:pt x="31712" y="24546"/>
                </a:lnTo>
                <a:lnTo>
                  <a:pt x="32120" y="24280"/>
                </a:lnTo>
                <a:lnTo>
                  <a:pt x="32412" y="24014"/>
                </a:lnTo>
                <a:lnTo>
                  <a:pt x="32529" y="23642"/>
                </a:lnTo>
                <a:lnTo>
                  <a:pt x="32821" y="23483"/>
                </a:lnTo>
                <a:lnTo>
                  <a:pt x="33113" y="23271"/>
                </a:lnTo>
                <a:lnTo>
                  <a:pt x="33405" y="23005"/>
                </a:lnTo>
                <a:lnTo>
                  <a:pt x="33697" y="22580"/>
                </a:lnTo>
                <a:lnTo>
                  <a:pt x="34106" y="22367"/>
                </a:lnTo>
                <a:lnTo>
                  <a:pt x="34398" y="22102"/>
                </a:lnTo>
                <a:lnTo>
                  <a:pt x="34690" y="21836"/>
                </a:lnTo>
                <a:lnTo>
                  <a:pt x="34924" y="21570"/>
                </a:lnTo>
                <a:lnTo>
                  <a:pt x="35099" y="21198"/>
                </a:lnTo>
                <a:lnTo>
                  <a:pt x="35391" y="21039"/>
                </a:lnTo>
                <a:lnTo>
                  <a:pt x="35683" y="20827"/>
                </a:lnTo>
                <a:lnTo>
                  <a:pt x="35917" y="20561"/>
                </a:lnTo>
                <a:lnTo>
                  <a:pt x="36384" y="20189"/>
                </a:lnTo>
                <a:lnTo>
                  <a:pt x="36617" y="19923"/>
                </a:lnTo>
                <a:lnTo>
                  <a:pt x="36909" y="19658"/>
                </a:lnTo>
                <a:lnTo>
                  <a:pt x="37201" y="19392"/>
                </a:lnTo>
                <a:lnTo>
                  <a:pt x="37493" y="19020"/>
                </a:lnTo>
                <a:lnTo>
                  <a:pt x="37610" y="18861"/>
                </a:lnTo>
                <a:lnTo>
                  <a:pt x="37902" y="18648"/>
                </a:lnTo>
                <a:lnTo>
                  <a:pt x="38311" y="18223"/>
                </a:lnTo>
                <a:lnTo>
                  <a:pt x="38603" y="17958"/>
                </a:lnTo>
                <a:lnTo>
                  <a:pt x="38895" y="17745"/>
                </a:lnTo>
                <a:lnTo>
                  <a:pt x="39187" y="17479"/>
                </a:lnTo>
                <a:lnTo>
                  <a:pt x="39479" y="17107"/>
                </a:lnTo>
                <a:lnTo>
                  <a:pt x="39771" y="16842"/>
                </a:lnTo>
                <a:lnTo>
                  <a:pt x="40005" y="16576"/>
                </a:lnTo>
                <a:lnTo>
                  <a:pt x="40297" y="16417"/>
                </a:lnTo>
                <a:lnTo>
                  <a:pt x="40589" y="16045"/>
                </a:lnTo>
                <a:lnTo>
                  <a:pt x="40881" y="15779"/>
                </a:lnTo>
                <a:lnTo>
                  <a:pt x="41173" y="15567"/>
                </a:lnTo>
                <a:lnTo>
                  <a:pt x="41465" y="15301"/>
                </a:lnTo>
                <a:lnTo>
                  <a:pt x="41698" y="14876"/>
                </a:lnTo>
                <a:lnTo>
                  <a:pt x="41990" y="14663"/>
                </a:lnTo>
                <a:lnTo>
                  <a:pt x="42282" y="14398"/>
                </a:lnTo>
                <a:lnTo>
                  <a:pt x="42574" y="14132"/>
                </a:lnTo>
                <a:lnTo>
                  <a:pt x="42866" y="13867"/>
                </a:lnTo>
                <a:lnTo>
                  <a:pt x="43158" y="13601"/>
                </a:lnTo>
                <a:lnTo>
                  <a:pt x="43392" y="13335"/>
                </a:lnTo>
                <a:lnTo>
                  <a:pt x="43684" y="12963"/>
                </a:lnTo>
                <a:lnTo>
                  <a:pt x="43976" y="12698"/>
                </a:lnTo>
                <a:lnTo>
                  <a:pt x="44268" y="12485"/>
                </a:lnTo>
                <a:lnTo>
                  <a:pt x="44677" y="12060"/>
                </a:lnTo>
                <a:lnTo>
                  <a:pt x="44969" y="11954"/>
                </a:lnTo>
                <a:lnTo>
                  <a:pt x="45086" y="11688"/>
                </a:lnTo>
                <a:lnTo>
                  <a:pt x="45378" y="11423"/>
                </a:lnTo>
                <a:lnTo>
                  <a:pt x="45670" y="11051"/>
                </a:lnTo>
                <a:lnTo>
                  <a:pt x="45962" y="10785"/>
                </a:lnTo>
                <a:lnTo>
                  <a:pt x="46254" y="10519"/>
                </a:lnTo>
                <a:lnTo>
                  <a:pt x="46662" y="10147"/>
                </a:lnTo>
                <a:lnTo>
                  <a:pt x="46954" y="9882"/>
                </a:lnTo>
                <a:lnTo>
                  <a:pt x="47246" y="9616"/>
                </a:lnTo>
                <a:lnTo>
                  <a:pt x="47480" y="9404"/>
                </a:lnTo>
                <a:lnTo>
                  <a:pt x="47655" y="9138"/>
                </a:lnTo>
                <a:lnTo>
                  <a:pt x="47947" y="8872"/>
                </a:lnTo>
                <a:lnTo>
                  <a:pt x="48181" y="8500"/>
                </a:lnTo>
                <a:lnTo>
                  <a:pt x="48473" y="8235"/>
                </a:lnTo>
                <a:lnTo>
                  <a:pt x="48940" y="7969"/>
                </a:lnTo>
                <a:lnTo>
                  <a:pt x="49174" y="7597"/>
                </a:lnTo>
                <a:lnTo>
                  <a:pt x="49466" y="7331"/>
                </a:lnTo>
                <a:lnTo>
                  <a:pt x="49758" y="7225"/>
                </a:lnTo>
                <a:lnTo>
                  <a:pt x="50050" y="6960"/>
                </a:lnTo>
                <a:lnTo>
                  <a:pt x="50167" y="6535"/>
                </a:lnTo>
                <a:lnTo>
                  <a:pt x="50459" y="6322"/>
                </a:lnTo>
                <a:lnTo>
                  <a:pt x="50867" y="6056"/>
                </a:lnTo>
                <a:lnTo>
                  <a:pt x="51159" y="5684"/>
                </a:lnTo>
                <a:lnTo>
                  <a:pt x="51451" y="5419"/>
                </a:lnTo>
                <a:lnTo>
                  <a:pt x="51743" y="5153"/>
                </a:lnTo>
                <a:lnTo>
                  <a:pt x="52035" y="4887"/>
                </a:lnTo>
                <a:lnTo>
                  <a:pt x="52269" y="4622"/>
                </a:lnTo>
                <a:lnTo>
                  <a:pt x="52561" y="4356"/>
                </a:lnTo>
                <a:lnTo>
                  <a:pt x="52853" y="3984"/>
                </a:lnTo>
                <a:lnTo>
                  <a:pt x="53145" y="3719"/>
                </a:lnTo>
                <a:lnTo>
                  <a:pt x="53437" y="3453"/>
                </a:lnTo>
                <a:lnTo>
                  <a:pt x="53729" y="3081"/>
                </a:lnTo>
                <a:lnTo>
                  <a:pt x="53963" y="2815"/>
                </a:lnTo>
                <a:lnTo>
                  <a:pt x="54255" y="2603"/>
                </a:lnTo>
                <a:lnTo>
                  <a:pt x="54547" y="2337"/>
                </a:lnTo>
                <a:lnTo>
                  <a:pt x="54839" y="2072"/>
                </a:lnTo>
                <a:lnTo>
                  <a:pt x="55131" y="1806"/>
                </a:lnTo>
                <a:lnTo>
                  <a:pt x="55423" y="1434"/>
                </a:lnTo>
                <a:lnTo>
                  <a:pt x="55656" y="1168"/>
                </a:lnTo>
                <a:lnTo>
                  <a:pt x="55948" y="796"/>
                </a:lnTo>
                <a:lnTo>
                  <a:pt x="56240" y="53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805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454419" y="5266255"/>
            <a:ext cx="56649" cy="59027"/>
          </a:xfrm>
          <a:custGeom>
            <a:avLst/>
            <a:gdLst/>
            <a:ahLst/>
            <a:cxnLst/>
            <a:rect l="l" t="t" r="r" b="b"/>
            <a:pathLst>
              <a:path w="56649" h="59027">
                <a:moveTo>
                  <a:pt x="0" y="59027"/>
                </a:moveTo>
                <a:lnTo>
                  <a:pt x="408" y="58762"/>
                </a:lnTo>
                <a:lnTo>
                  <a:pt x="700" y="58549"/>
                </a:lnTo>
                <a:lnTo>
                  <a:pt x="817" y="58124"/>
                </a:lnTo>
                <a:lnTo>
                  <a:pt x="1109" y="57912"/>
                </a:lnTo>
                <a:lnTo>
                  <a:pt x="1401" y="57646"/>
                </a:lnTo>
                <a:lnTo>
                  <a:pt x="1693" y="57221"/>
                </a:lnTo>
                <a:lnTo>
                  <a:pt x="1985" y="57008"/>
                </a:lnTo>
                <a:lnTo>
                  <a:pt x="2394" y="56849"/>
                </a:lnTo>
                <a:lnTo>
                  <a:pt x="2686" y="56477"/>
                </a:lnTo>
                <a:lnTo>
                  <a:pt x="2920" y="56211"/>
                </a:lnTo>
                <a:lnTo>
                  <a:pt x="3212" y="55839"/>
                </a:lnTo>
                <a:lnTo>
                  <a:pt x="3387" y="55574"/>
                </a:lnTo>
                <a:lnTo>
                  <a:pt x="3679" y="55308"/>
                </a:lnTo>
                <a:lnTo>
                  <a:pt x="3912" y="54936"/>
                </a:lnTo>
                <a:lnTo>
                  <a:pt x="4204" y="54671"/>
                </a:lnTo>
                <a:lnTo>
                  <a:pt x="4613" y="54564"/>
                </a:lnTo>
                <a:lnTo>
                  <a:pt x="4905" y="54139"/>
                </a:lnTo>
                <a:lnTo>
                  <a:pt x="5197" y="53927"/>
                </a:lnTo>
                <a:lnTo>
                  <a:pt x="5489" y="53502"/>
                </a:lnTo>
                <a:lnTo>
                  <a:pt x="5781" y="53289"/>
                </a:lnTo>
                <a:lnTo>
                  <a:pt x="5898" y="53024"/>
                </a:lnTo>
                <a:lnTo>
                  <a:pt x="6190" y="52598"/>
                </a:lnTo>
                <a:lnTo>
                  <a:pt x="6599" y="52386"/>
                </a:lnTo>
                <a:lnTo>
                  <a:pt x="6891" y="52227"/>
                </a:lnTo>
                <a:lnTo>
                  <a:pt x="7183" y="51855"/>
                </a:lnTo>
                <a:lnTo>
                  <a:pt x="7475" y="51589"/>
                </a:lnTo>
                <a:lnTo>
                  <a:pt x="7767" y="51217"/>
                </a:lnTo>
                <a:lnTo>
                  <a:pt x="8001" y="50951"/>
                </a:lnTo>
                <a:lnTo>
                  <a:pt x="8293" y="50686"/>
                </a:lnTo>
                <a:lnTo>
                  <a:pt x="8585" y="50314"/>
                </a:lnTo>
                <a:lnTo>
                  <a:pt x="8877" y="50048"/>
                </a:lnTo>
                <a:lnTo>
                  <a:pt x="9169" y="49783"/>
                </a:lnTo>
                <a:lnTo>
                  <a:pt x="9461" y="49517"/>
                </a:lnTo>
                <a:lnTo>
                  <a:pt x="9694" y="49304"/>
                </a:lnTo>
                <a:lnTo>
                  <a:pt x="9986" y="48879"/>
                </a:lnTo>
                <a:lnTo>
                  <a:pt x="10278" y="48667"/>
                </a:lnTo>
                <a:lnTo>
                  <a:pt x="10570" y="48242"/>
                </a:lnTo>
                <a:lnTo>
                  <a:pt x="10862" y="47976"/>
                </a:lnTo>
                <a:lnTo>
                  <a:pt x="11154" y="47764"/>
                </a:lnTo>
                <a:lnTo>
                  <a:pt x="11388" y="47498"/>
                </a:lnTo>
                <a:lnTo>
                  <a:pt x="11680" y="47232"/>
                </a:lnTo>
                <a:lnTo>
                  <a:pt x="11972" y="46860"/>
                </a:lnTo>
                <a:lnTo>
                  <a:pt x="12264" y="46595"/>
                </a:lnTo>
                <a:lnTo>
                  <a:pt x="12556" y="46329"/>
                </a:lnTo>
                <a:lnTo>
                  <a:pt x="12965" y="45957"/>
                </a:lnTo>
                <a:lnTo>
                  <a:pt x="13257" y="45692"/>
                </a:lnTo>
                <a:lnTo>
                  <a:pt x="13373" y="45426"/>
                </a:lnTo>
                <a:lnTo>
                  <a:pt x="13666" y="45160"/>
                </a:lnTo>
                <a:lnTo>
                  <a:pt x="13958" y="44895"/>
                </a:lnTo>
                <a:lnTo>
                  <a:pt x="14250" y="44523"/>
                </a:lnTo>
                <a:lnTo>
                  <a:pt x="14483" y="44257"/>
                </a:lnTo>
                <a:lnTo>
                  <a:pt x="14950" y="43885"/>
                </a:lnTo>
                <a:lnTo>
                  <a:pt x="15242" y="43619"/>
                </a:lnTo>
                <a:lnTo>
                  <a:pt x="15476" y="43407"/>
                </a:lnTo>
                <a:lnTo>
                  <a:pt x="15768" y="42982"/>
                </a:lnTo>
                <a:lnTo>
                  <a:pt x="15943" y="42876"/>
                </a:lnTo>
                <a:lnTo>
                  <a:pt x="16177" y="42504"/>
                </a:lnTo>
                <a:lnTo>
                  <a:pt x="16469" y="42238"/>
                </a:lnTo>
                <a:lnTo>
                  <a:pt x="16761" y="41866"/>
                </a:lnTo>
                <a:lnTo>
                  <a:pt x="17170" y="41601"/>
                </a:lnTo>
                <a:lnTo>
                  <a:pt x="17462" y="41335"/>
                </a:lnTo>
                <a:lnTo>
                  <a:pt x="17754" y="40963"/>
                </a:lnTo>
                <a:lnTo>
                  <a:pt x="18046" y="40697"/>
                </a:lnTo>
                <a:lnTo>
                  <a:pt x="18338" y="40538"/>
                </a:lnTo>
                <a:lnTo>
                  <a:pt x="18454" y="40325"/>
                </a:lnTo>
                <a:lnTo>
                  <a:pt x="18746" y="39900"/>
                </a:lnTo>
                <a:lnTo>
                  <a:pt x="19155" y="39635"/>
                </a:lnTo>
                <a:lnTo>
                  <a:pt x="19447" y="39422"/>
                </a:lnTo>
                <a:lnTo>
                  <a:pt x="19739" y="38997"/>
                </a:lnTo>
                <a:lnTo>
                  <a:pt x="20031" y="38785"/>
                </a:lnTo>
                <a:lnTo>
                  <a:pt x="20265" y="38360"/>
                </a:lnTo>
                <a:lnTo>
                  <a:pt x="20557" y="38253"/>
                </a:lnTo>
                <a:lnTo>
                  <a:pt x="20849" y="37881"/>
                </a:lnTo>
                <a:lnTo>
                  <a:pt x="21024" y="37616"/>
                </a:lnTo>
                <a:lnTo>
                  <a:pt x="21258" y="37350"/>
                </a:lnTo>
                <a:lnTo>
                  <a:pt x="21550" y="36978"/>
                </a:lnTo>
                <a:lnTo>
                  <a:pt x="21842" y="36713"/>
                </a:lnTo>
                <a:lnTo>
                  <a:pt x="22134" y="36341"/>
                </a:lnTo>
                <a:lnTo>
                  <a:pt x="22426" y="36075"/>
                </a:lnTo>
                <a:lnTo>
                  <a:pt x="22718" y="35809"/>
                </a:lnTo>
                <a:lnTo>
                  <a:pt x="22951" y="35544"/>
                </a:lnTo>
                <a:lnTo>
                  <a:pt x="23419" y="35278"/>
                </a:lnTo>
                <a:lnTo>
                  <a:pt x="23535" y="34906"/>
                </a:lnTo>
                <a:lnTo>
                  <a:pt x="23827" y="34640"/>
                </a:lnTo>
                <a:lnTo>
                  <a:pt x="24119" y="34269"/>
                </a:lnTo>
                <a:lnTo>
                  <a:pt x="24411" y="34003"/>
                </a:lnTo>
                <a:lnTo>
                  <a:pt x="24645" y="33737"/>
                </a:lnTo>
                <a:lnTo>
                  <a:pt x="24937" y="33472"/>
                </a:lnTo>
                <a:lnTo>
                  <a:pt x="25346" y="33100"/>
                </a:lnTo>
                <a:lnTo>
                  <a:pt x="25638" y="32834"/>
                </a:lnTo>
                <a:lnTo>
                  <a:pt x="25930" y="32622"/>
                </a:lnTo>
                <a:lnTo>
                  <a:pt x="26047" y="32196"/>
                </a:lnTo>
                <a:lnTo>
                  <a:pt x="26339" y="31931"/>
                </a:lnTo>
                <a:lnTo>
                  <a:pt x="26631" y="31559"/>
                </a:lnTo>
                <a:lnTo>
                  <a:pt x="26923" y="31453"/>
                </a:lnTo>
                <a:lnTo>
                  <a:pt x="27215" y="31081"/>
                </a:lnTo>
                <a:lnTo>
                  <a:pt x="27624" y="30815"/>
                </a:lnTo>
                <a:lnTo>
                  <a:pt x="27916" y="30443"/>
                </a:lnTo>
                <a:lnTo>
                  <a:pt x="28208" y="30178"/>
                </a:lnTo>
                <a:lnTo>
                  <a:pt x="28500" y="29752"/>
                </a:lnTo>
                <a:lnTo>
                  <a:pt x="28616" y="29540"/>
                </a:lnTo>
                <a:lnTo>
                  <a:pt x="28908" y="29274"/>
                </a:lnTo>
                <a:lnTo>
                  <a:pt x="29200" y="29009"/>
                </a:lnTo>
                <a:lnTo>
                  <a:pt x="29609" y="28743"/>
                </a:lnTo>
                <a:lnTo>
                  <a:pt x="29901" y="28371"/>
                </a:lnTo>
                <a:lnTo>
                  <a:pt x="30193" y="28105"/>
                </a:lnTo>
                <a:lnTo>
                  <a:pt x="30427" y="27734"/>
                </a:lnTo>
                <a:lnTo>
                  <a:pt x="30719" y="27468"/>
                </a:lnTo>
                <a:lnTo>
                  <a:pt x="31011" y="27096"/>
                </a:lnTo>
                <a:lnTo>
                  <a:pt x="31128" y="26830"/>
                </a:lnTo>
                <a:lnTo>
                  <a:pt x="31595" y="26565"/>
                </a:lnTo>
                <a:lnTo>
                  <a:pt x="31828" y="26299"/>
                </a:lnTo>
                <a:lnTo>
                  <a:pt x="32120" y="25927"/>
                </a:lnTo>
                <a:lnTo>
                  <a:pt x="32412" y="25661"/>
                </a:lnTo>
                <a:lnTo>
                  <a:pt x="32704" y="25396"/>
                </a:lnTo>
                <a:lnTo>
                  <a:pt x="32996" y="25024"/>
                </a:lnTo>
                <a:lnTo>
                  <a:pt x="33288" y="24758"/>
                </a:lnTo>
                <a:lnTo>
                  <a:pt x="33522" y="24386"/>
                </a:lnTo>
                <a:lnTo>
                  <a:pt x="33814" y="24280"/>
                </a:lnTo>
                <a:lnTo>
                  <a:pt x="34106" y="23855"/>
                </a:lnTo>
                <a:lnTo>
                  <a:pt x="34398" y="23589"/>
                </a:lnTo>
                <a:lnTo>
                  <a:pt x="34690" y="23217"/>
                </a:lnTo>
                <a:lnTo>
                  <a:pt x="34982" y="22952"/>
                </a:lnTo>
                <a:lnTo>
                  <a:pt x="35216" y="22580"/>
                </a:lnTo>
                <a:lnTo>
                  <a:pt x="35508" y="22314"/>
                </a:lnTo>
                <a:lnTo>
                  <a:pt x="35975" y="22049"/>
                </a:lnTo>
                <a:lnTo>
                  <a:pt x="36092" y="21836"/>
                </a:lnTo>
                <a:lnTo>
                  <a:pt x="36384" y="21411"/>
                </a:lnTo>
                <a:lnTo>
                  <a:pt x="36676" y="21198"/>
                </a:lnTo>
                <a:lnTo>
                  <a:pt x="36909" y="20933"/>
                </a:lnTo>
                <a:lnTo>
                  <a:pt x="37201" y="20508"/>
                </a:lnTo>
                <a:lnTo>
                  <a:pt x="37493" y="20295"/>
                </a:lnTo>
                <a:lnTo>
                  <a:pt x="37902" y="19870"/>
                </a:lnTo>
                <a:lnTo>
                  <a:pt x="38194" y="19764"/>
                </a:lnTo>
                <a:lnTo>
                  <a:pt x="38486" y="19392"/>
                </a:lnTo>
                <a:lnTo>
                  <a:pt x="38603" y="19126"/>
                </a:lnTo>
                <a:lnTo>
                  <a:pt x="38895" y="18754"/>
                </a:lnTo>
                <a:lnTo>
                  <a:pt x="39187" y="18489"/>
                </a:lnTo>
                <a:lnTo>
                  <a:pt x="39479" y="18117"/>
                </a:lnTo>
                <a:lnTo>
                  <a:pt x="39771" y="17851"/>
                </a:lnTo>
                <a:lnTo>
                  <a:pt x="40180" y="17426"/>
                </a:lnTo>
                <a:lnTo>
                  <a:pt x="40472" y="17320"/>
                </a:lnTo>
                <a:lnTo>
                  <a:pt x="40764" y="16948"/>
                </a:lnTo>
                <a:lnTo>
                  <a:pt x="40998" y="16682"/>
                </a:lnTo>
                <a:lnTo>
                  <a:pt x="41173" y="16311"/>
                </a:lnTo>
                <a:lnTo>
                  <a:pt x="41465" y="16045"/>
                </a:lnTo>
                <a:lnTo>
                  <a:pt x="41757" y="15673"/>
                </a:lnTo>
                <a:lnTo>
                  <a:pt x="42166" y="15407"/>
                </a:lnTo>
                <a:lnTo>
                  <a:pt x="42458" y="15142"/>
                </a:lnTo>
                <a:lnTo>
                  <a:pt x="42691" y="14876"/>
                </a:lnTo>
                <a:lnTo>
                  <a:pt x="42983" y="14504"/>
                </a:lnTo>
                <a:lnTo>
                  <a:pt x="43275" y="14238"/>
                </a:lnTo>
                <a:lnTo>
                  <a:pt x="43567" y="13867"/>
                </a:lnTo>
                <a:lnTo>
                  <a:pt x="43684" y="13601"/>
                </a:lnTo>
                <a:lnTo>
                  <a:pt x="44151" y="13229"/>
                </a:lnTo>
                <a:lnTo>
                  <a:pt x="44385" y="12963"/>
                </a:lnTo>
                <a:lnTo>
                  <a:pt x="44677" y="12857"/>
                </a:lnTo>
                <a:lnTo>
                  <a:pt x="44969" y="12432"/>
                </a:lnTo>
                <a:lnTo>
                  <a:pt x="45261" y="12166"/>
                </a:lnTo>
                <a:lnTo>
                  <a:pt x="45553" y="11794"/>
                </a:lnTo>
                <a:lnTo>
                  <a:pt x="45845" y="11529"/>
                </a:lnTo>
                <a:lnTo>
                  <a:pt x="46078" y="11157"/>
                </a:lnTo>
                <a:lnTo>
                  <a:pt x="46370" y="10891"/>
                </a:lnTo>
                <a:lnTo>
                  <a:pt x="46662" y="10519"/>
                </a:lnTo>
                <a:lnTo>
                  <a:pt x="46954" y="10413"/>
                </a:lnTo>
                <a:lnTo>
                  <a:pt x="47246" y="9988"/>
                </a:lnTo>
                <a:lnTo>
                  <a:pt x="47538" y="9775"/>
                </a:lnTo>
                <a:lnTo>
                  <a:pt x="47772" y="9350"/>
                </a:lnTo>
                <a:lnTo>
                  <a:pt x="48064" y="9085"/>
                </a:lnTo>
                <a:lnTo>
                  <a:pt x="48473" y="8713"/>
                </a:lnTo>
                <a:lnTo>
                  <a:pt x="48648" y="8447"/>
                </a:lnTo>
                <a:lnTo>
                  <a:pt x="48940" y="8235"/>
                </a:lnTo>
                <a:lnTo>
                  <a:pt x="49174" y="7969"/>
                </a:lnTo>
                <a:lnTo>
                  <a:pt x="49466" y="7544"/>
                </a:lnTo>
                <a:lnTo>
                  <a:pt x="49758" y="7331"/>
                </a:lnTo>
                <a:lnTo>
                  <a:pt x="50050" y="6906"/>
                </a:lnTo>
                <a:lnTo>
                  <a:pt x="50459" y="6694"/>
                </a:lnTo>
                <a:lnTo>
                  <a:pt x="50751" y="6269"/>
                </a:lnTo>
                <a:lnTo>
                  <a:pt x="51043" y="6003"/>
                </a:lnTo>
                <a:lnTo>
                  <a:pt x="51159" y="5791"/>
                </a:lnTo>
                <a:lnTo>
                  <a:pt x="51451" y="5525"/>
                </a:lnTo>
                <a:lnTo>
                  <a:pt x="51743" y="5153"/>
                </a:lnTo>
                <a:lnTo>
                  <a:pt x="52035" y="4887"/>
                </a:lnTo>
                <a:lnTo>
                  <a:pt x="52327" y="4462"/>
                </a:lnTo>
                <a:lnTo>
                  <a:pt x="52736" y="4250"/>
                </a:lnTo>
                <a:lnTo>
                  <a:pt x="53028" y="3825"/>
                </a:lnTo>
                <a:lnTo>
                  <a:pt x="53320" y="3612"/>
                </a:lnTo>
                <a:lnTo>
                  <a:pt x="53554" y="3347"/>
                </a:lnTo>
                <a:lnTo>
                  <a:pt x="53729" y="3081"/>
                </a:lnTo>
                <a:lnTo>
                  <a:pt x="54021" y="2709"/>
                </a:lnTo>
                <a:lnTo>
                  <a:pt x="54255" y="2443"/>
                </a:lnTo>
                <a:lnTo>
                  <a:pt x="54722" y="2072"/>
                </a:lnTo>
                <a:lnTo>
                  <a:pt x="54956" y="1806"/>
                </a:lnTo>
                <a:lnTo>
                  <a:pt x="55248" y="1434"/>
                </a:lnTo>
                <a:lnTo>
                  <a:pt x="55540" y="1168"/>
                </a:lnTo>
                <a:lnTo>
                  <a:pt x="55832" y="903"/>
                </a:lnTo>
                <a:lnTo>
                  <a:pt x="56124" y="637"/>
                </a:lnTo>
                <a:lnTo>
                  <a:pt x="56240" y="265"/>
                </a:lnTo>
                <a:lnTo>
                  <a:pt x="56649" y="0"/>
                </a:lnTo>
              </a:path>
            </a:pathLst>
          </a:custGeom>
          <a:ln w="809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511069" y="5206324"/>
            <a:ext cx="56883" cy="59930"/>
          </a:xfrm>
          <a:custGeom>
            <a:avLst/>
            <a:gdLst/>
            <a:ahLst/>
            <a:cxnLst/>
            <a:rect l="l" t="t" r="r" b="b"/>
            <a:pathLst>
              <a:path w="56883" h="59930">
                <a:moveTo>
                  <a:pt x="0" y="59930"/>
                </a:moveTo>
                <a:lnTo>
                  <a:pt x="292" y="59559"/>
                </a:lnTo>
                <a:lnTo>
                  <a:pt x="584" y="59293"/>
                </a:lnTo>
                <a:lnTo>
                  <a:pt x="876" y="58921"/>
                </a:lnTo>
                <a:lnTo>
                  <a:pt x="1168" y="58762"/>
                </a:lnTo>
                <a:lnTo>
                  <a:pt x="1460" y="58390"/>
                </a:lnTo>
                <a:lnTo>
                  <a:pt x="1693" y="58124"/>
                </a:lnTo>
                <a:lnTo>
                  <a:pt x="1985" y="57752"/>
                </a:lnTo>
                <a:lnTo>
                  <a:pt x="2277" y="57486"/>
                </a:lnTo>
                <a:lnTo>
                  <a:pt x="2569" y="57115"/>
                </a:lnTo>
                <a:lnTo>
                  <a:pt x="2861" y="56849"/>
                </a:lnTo>
                <a:lnTo>
                  <a:pt x="3153" y="56477"/>
                </a:lnTo>
                <a:lnTo>
                  <a:pt x="3387" y="56318"/>
                </a:lnTo>
                <a:lnTo>
                  <a:pt x="3679" y="55946"/>
                </a:lnTo>
                <a:lnTo>
                  <a:pt x="3971" y="55680"/>
                </a:lnTo>
                <a:lnTo>
                  <a:pt x="4380" y="55308"/>
                </a:lnTo>
                <a:lnTo>
                  <a:pt x="4555" y="55042"/>
                </a:lnTo>
                <a:lnTo>
                  <a:pt x="4847" y="54671"/>
                </a:lnTo>
                <a:lnTo>
                  <a:pt x="5080" y="54405"/>
                </a:lnTo>
                <a:lnTo>
                  <a:pt x="5372" y="54139"/>
                </a:lnTo>
                <a:lnTo>
                  <a:pt x="5664" y="53874"/>
                </a:lnTo>
                <a:lnTo>
                  <a:pt x="5956" y="53502"/>
                </a:lnTo>
                <a:lnTo>
                  <a:pt x="6365" y="53236"/>
                </a:lnTo>
                <a:lnTo>
                  <a:pt x="6657" y="52864"/>
                </a:lnTo>
                <a:lnTo>
                  <a:pt x="6949" y="52598"/>
                </a:lnTo>
                <a:lnTo>
                  <a:pt x="7066" y="52227"/>
                </a:lnTo>
                <a:lnTo>
                  <a:pt x="7358" y="51961"/>
                </a:lnTo>
                <a:lnTo>
                  <a:pt x="7650" y="51695"/>
                </a:lnTo>
                <a:lnTo>
                  <a:pt x="7942" y="51430"/>
                </a:lnTo>
                <a:lnTo>
                  <a:pt x="8234" y="51058"/>
                </a:lnTo>
                <a:lnTo>
                  <a:pt x="8643" y="50792"/>
                </a:lnTo>
                <a:lnTo>
                  <a:pt x="8935" y="50420"/>
                </a:lnTo>
                <a:lnTo>
                  <a:pt x="9169" y="50155"/>
                </a:lnTo>
                <a:lnTo>
                  <a:pt x="9461" y="49783"/>
                </a:lnTo>
                <a:lnTo>
                  <a:pt x="9636" y="49517"/>
                </a:lnTo>
                <a:lnTo>
                  <a:pt x="9869" y="49251"/>
                </a:lnTo>
                <a:lnTo>
                  <a:pt x="10161" y="49039"/>
                </a:lnTo>
                <a:lnTo>
                  <a:pt x="10629" y="48614"/>
                </a:lnTo>
                <a:lnTo>
                  <a:pt x="10862" y="48401"/>
                </a:lnTo>
                <a:lnTo>
                  <a:pt x="11154" y="47976"/>
                </a:lnTo>
                <a:lnTo>
                  <a:pt x="11446" y="47711"/>
                </a:lnTo>
                <a:lnTo>
                  <a:pt x="11738" y="47339"/>
                </a:lnTo>
                <a:lnTo>
                  <a:pt x="12030" y="47073"/>
                </a:lnTo>
                <a:lnTo>
                  <a:pt x="12147" y="46860"/>
                </a:lnTo>
                <a:lnTo>
                  <a:pt x="12556" y="46595"/>
                </a:lnTo>
                <a:lnTo>
                  <a:pt x="12848" y="46170"/>
                </a:lnTo>
                <a:lnTo>
                  <a:pt x="13140" y="45957"/>
                </a:lnTo>
                <a:lnTo>
                  <a:pt x="13432" y="45532"/>
                </a:lnTo>
                <a:lnTo>
                  <a:pt x="13724" y="45320"/>
                </a:lnTo>
                <a:lnTo>
                  <a:pt x="14016" y="44895"/>
                </a:lnTo>
                <a:lnTo>
                  <a:pt x="14250" y="44788"/>
                </a:lnTo>
                <a:lnTo>
                  <a:pt x="14542" y="44416"/>
                </a:lnTo>
                <a:lnTo>
                  <a:pt x="14834" y="44151"/>
                </a:lnTo>
                <a:lnTo>
                  <a:pt x="15126" y="43779"/>
                </a:lnTo>
                <a:lnTo>
                  <a:pt x="15418" y="43513"/>
                </a:lnTo>
                <a:lnTo>
                  <a:pt x="15710" y="43088"/>
                </a:lnTo>
                <a:lnTo>
                  <a:pt x="15943" y="42876"/>
                </a:lnTo>
                <a:lnTo>
                  <a:pt x="16235" y="42451"/>
                </a:lnTo>
                <a:lnTo>
                  <a:pt x="16527" y="42344"/>
                </a:lnTo>
                <a:lnTo>
                  <a:pt x="16936" y="41972"/>
                </a:lnTo>
                <a:lnTo>
                  <a:pt x="17228" y="41707"/>
                </a:lnTo>
                <a:lnTo>
                  <a:pt x="17345" y="41335"/>
                </a:lnTo>
                <a:lnTo>
                  <a:pt x="17637" y="41069"/>
                </a:lnTo>
                <a:lnTo>
                  <a:pt x="17929" y="40697"/>
                </a:lnTo>
                <a:lnTo>
                  <a:pt x="18221" y="40432"/>
                </a:lnTo>
                <a:lnTo>
                  <a:pt x="18513" y="40166"/>
                </a:lnTo>
                <a:lnTo>
                  <a:pt x="18922" y="39900"/>
                </a:lnTo>
                <a:lnTo>
                  <a:pt x="19214" y="39528"/>
                </a:lnTo>
                <a:lnTo>
                  <a:pt x="19506" y="39263"/>
                </a:lnTo>
                <a:lnTo>
                  <a:pt x="19622" y="38891"/>
                </a:lnTo>
                <a:lnTo>
                  <a:pt x="19914" y="38625"/>
                </a:lnTo>
                <a:lnTo>
                  <a:pt x="20206" y="38253"/>
                </a:lnTo>
                <a:lnTo>
                  <a:pt x="20499" y="37988"/>
                </a:lnTo>
                <a:lnTo>
                  <a:pt x="20732" y="37722"/>
                </a:lnTo>
                <a:lnTo>
                  <a:pt x="21199" y="37456"/>
                </a:lnTo>
                <a:lnTo>
                  <a:pt x="21491" y="37084"/>
                </a:lnTo>
                <a:lnTo>
                  <a:pt x="21725" y="36819"/>
                </a:lnTo>
                <a:lnTo>
                  <a:pt x="22017" y="36447"/>
                </a:lnTo>
                <a:lnTo>
                  <a:pt x="22192" y="36181"/>
                </a:lnTo>
                <a:lnTo>
                  <a:pt x="22426" y="35809"/>
                </a:lnTo>
                <a:lnTo>
                  <a:pt x="22718" y="35544"/>
                </a:lnTo>
                <a:lnTo>
                  <a:pt x="23127" y="35278"/>
                </a:lnTo>
                <a:lnTo>
                  <a:pt x="23419" y="35012"/>
                </a:lnTo>
                <a:lnTo>
                  <a:pt x="23711" y="34640"/>
                </a:lnTo>
                <a:lnTo>
                  <a:pt x="24003" y="34375"/>
                </a:lnTo>
                <a:lnTo>
                  <a:pt x="24295" y="34003"/>
                </a:lnTo>
                <a:lnTo>
                  <a:pt x="24587" y="33737"/>
                </a:lnTo>
                <a:lnTo>
                  <a:pt x="24703" y="33365"/>
                </a:lnTo>
                <a:lnTo>
                  <a:pt x="25112" y="33206"/>
                </a:lnTo>
                <a:lnTo>
                  <a:pt x="25404" y="32834"/>
                </a:lnTo>
                <a:lnTo>
                  <a:pt x="25696" y="32568"/>
                </a:lnTo>
                <a:lnTo>
                  <a:pt x="25988" y="32196"/>
                </a:lnTo>
                <a:lnTo>
                  <a:pt x="26280" y="31931"/>
                </a:lnTo>
                <a:lnTo>
                  <a:pt x="26514" y="31559"/>
                </a:lnTo>
                <a:lnTo>
                  <a:pt x="26806" y="31293"/>
                </a:lnTo>
                <a:lnTo>
                  <a:pt x="27098" y="31028"/>
                </a:lnTo>
                <a:lnTo>
                  <a:pt x="27390" y="30815"/>
                </a:lnTo>
                <a:lnTo>
                  <a:pt x="27682" y="30549"/>
                </a:lnTo>
                <a:lnTo>
                  <a:pt x="27974" y="30124"/>
                </a:lnTo>
                <a:lnTo>
                  <a:pt x="28208" y="29912"/>
                </a:lnTo>
                <a:lnTo>
                  <a:pt x="28500" y="29487"/>
                </a:lnTo>
                <a:lnTo>
                  <a:pt x="28792" y="29274"/>
                </a:lnTo>
                <a:lnTo>
                  <a:pt x="29084" y="28849"/>
                </a:lnTo>
                <a:lnTo>
                  <a:pt x="29492" y="28584"/>
                </a:lnTo>
                <a:lnTo>
                  <a:pt x="29784" y="28371"/>
                </a:lnTo>
                <a:lnTo>
                  <a:pt x="29901" y="28105"/>
                </a:lnTo>
                <a:lnTo>
                  <a:pt x="30193" y="27734"/>
                </a:lnTo>
                <a:lnTo>
                  <a:pt x="30485" y="27468"/>
                </a:lnTo>
                <a:lnTo>
                  <a:pt x="30777" y="27043"/>
                </a:lnTo>
                <a:lnTo>
                  <a:pt x="31069" y="26830"/>
                </a:lnTo>
                <a:lnTo>
                  <a:pt x="31478" y="26405"/>
                </a:lnTo>
                <a:lnTo>
                  <a:pt x="31770" y="26193"/>
                </a:lnTo>
                <a:lnTo>
                  <a:pt x="32062" y="25927"/>
                </a:lnTo>
                <a:lnTo>
                  <a:pt x="32296" y="25661"/>
                </a:lnTo>
                <a:lnTo>
                  <a:pt x="32471" y="25290"/>
                </a:lnTo>
                <a:lnTo>
                  <a:pt x="32763" y="25024"/>
                </a:lnTo>
                <a:lnTo>
                  <a:pt x="33055" y="24652"/>
                </a:lnTo>
                <a:lnTo>
                  <a:pt x="33288" y="24386"/>
                </a:lnTo>
                <a:lnTo>
                  <a:pt x="33756" y="23961"/>
                </a:lnTo>
                <a:lnTo>
                  <a:pt x="33989" y="23855"/>
                </a:lnTo>
                <a:lnTo>
                  <a:pt x="34281" y="23483"/>
                </a:lnTo>
                <a:lnTo>
                  <a:pt x="34573" y="23217"/>
                </a:lnTo>
                <a:lnTo>
                  <a:pt x="34865" y="22952"/>
                </a:lnTo>
                <a:lnTo>
                  <a:pt x="34982" y="22580"/>
                </a:lnTo>
                <a:lnTo>
                  <a:pt x="35274" y="22314"/>
                </a:lnTo>
                <a:lnTo>
                  <a:pt x="35683" y="21942"/>
                </a:lnTo>
                <a:lnTo>
                  <a:pt x="35975" y="21677"/>
                </a:lnTo>
                <a:lnTo>
                  <a:pt x="36267" y="21411"/>
                </a:lnTo>
                <a:lnTo>
                  <a:pt x="36559" y="21145"/>
                </a:lnTo>
                <a:lnTo>
                  <a:pt x="36851" y="20773"/>
                </a:lnTo>
                <a:lnTo>
                  <a:pt x="37143" y="20508"/>
                </a:lnTo>
                <a:lnTo>
                  <a:pt x="37260" y="20136"/>
                </a:lnTo>
                <a:lnTo>
                  <a:pt x="37669" y="19870"/>
                </a:lnTo>
                <a:lnTo>
                  <a:pt x="37961" y="19498"/>
                </a:lnTo>
                <a:lnTo>
                  <a:pt x="38253" y="19233"/>
                </a:lnTo>
                <a:lnTo>
                  <a:pt x="38545" y="18967"/>
                </a:lnTo>
                <a:lnTo>
                  <a:pt x="38837" y="18701"/>
                </a:lnTo>
                <a:lnTo>
                  <a:pt x="39070" y="18489"/>
                </a:lnTo>
                <a:lnTo>
                  <a:pt x="39362" y="18064"/>
                </a:lnTo>
                <a:lnTo>
                  <a:pt x="39654" y="17851"/>
                </a:lnTo>
                <a:lnTo>
                  <a:pt x="39946" y="17426"/>
                </a:lnTo>
                <a:lnTo>
                  <a:pt x="40238" y="17161"/>
                </a:lnTo>
                <a:lnTo>
                  <a:pt x="40472" y="16948"/>
                </a:lnTo>
                <a:lnTo>
                  <a:pt x="40764" y="16682"/>
                </a:lnTo>
                <a:lnTo>
                  <a:pt x="41056" y="16311"/>
                </a:lnTo>
                <a:lnTo>
                  <a:pt x="41348" y="16045"/>
                </a:lnTo>
                <a:lnTo>
                  <a:pt x="41640" y="15620"/>
                </a:lnTo>
                <a:lnTo>
                  <a:pt x="42049" y="15407"/>
                </a:lnTo>
                <a:lnTo>
                  <a:pt x="42341" y="14982"/>
                </a:lnTo>
                <a:lnTo>
                  <a:pt x="42458" y="14770"/>
                </a:lnTo>
                <a:lnTo>
                  <a:pt x="42750" y="14610"/>
                </a:lnTo>
                <a:lnTo>
                  <a:pt x="43042" y="14238"/>
                </a:lnTo>
                <a:lnTo>
                  <a:pt x="43334" y="13973"/>
                </a:lnTo>
                <a:lnTo>
                  <a:pt x="43626" y="13601"/>
                </a:lnTo>
                <a:lnTo>
                  <a:pt x="44034" y="13335"/>
                </a:lnTo>
                <a:lnTo>
                  <a:pt x="44326" y="12963"/>
                </a:lnTo>
                <a:lnTo>
                  <a:pt x="44618" y="12698"/>
                </a:lnTo>
                <a:lnTo>
                  <a:pt x="44852" y="12326"/>
                </a:lnTo>
                <a:lnTo>
                  <a:pt x="45027" y="12166"/>
                </a:lnTo>
                <a:lnTo>
                  <a:pt x="45319" y="11794"/>
                </a:lnTo>
                <a:lnTo>
                  <a:pt x="45553" y="11529"/>
                </a:lnTo>
                <a:lnTo>
                  <a:pt x="45845" y="11263"/>
                </a:lnTo>
                <a:lnTo>
                  <a:pt x="46254" y="10891"/>
                </a:lnTo>
                <a:lnTo>
                  <a:pt x="46546" y="10626"/>
                </a:lnTo>
                <a:lnTo>
                  <a:pt x="46838" y="10254"/>
                </a:lnTo>
                <a:lnTo>
                  <a:pt x="47130" y="9988"/>
                </a:lnTo>
                <a:lnTo>
                  <a:pt x="47422" y="9722"/>
                </a:lnTo>
                <a:lnTo>
                  <a:pt x="47538" y="9457"/>
                </a:lnTo>
                <a:lnTo>
                  <a:pt x="47831" y="9085"/>
                </a:lnTo>
                <a:lnTo>
                  <a:pt x="48239" y="8819"/>
                </a:lnTo>
                <a:lnTo>
                  <a:pt x="48531" y="8607"/>
                </a:lnTo>
                <a:lnTo>
                  <a:pt x="48823" y="8182"/>
                </a:lnTo>
                <a:lnTo>
                  <a:pt x="49115" y="7916"/>
                </a:lnTo>
                <a:lnTo>
                  <a:pt x="49407" y="7544"/>
                </a:lnTo>
                <a:lnTo>
                  <a:pt x="49641" y="7438"/>
                </a:lnTo>
                <a:lnTo>
                  <a:pt x="49933" y="7066"/>
                </a:lnTo>
                <a:lnTo>
                  <a:pt x="50225" y="6800"/>
                </a:lnTo>
                <a:lnTo>
                  <a:pt x="50517" y="6535"/>
                </a:lnTo>
                <a:lnTo>
                  <a:pt x="50809" y="6163"/>
                </a:lnTo>
                <a:lnTo>
                  <a:pt x="51101" y="5897"/>
                </a:lnTo>
                <a:lnTo>
                  <a:pt x="51335" y="5525"/>
                </a:lnTo>
                <a:lnTo>
                  <a:pt x="51627" y="5259"/>
                </a:lnTo>
                <a:lnTo>
                  <a:pt x="51919" y="4994"/>
                </a:lnTo>
                <a:lnTo>
                  <a:pt x="52211" y="4728"/>
                </a:lnTo>
                <a:lnTo>
                  <a:pt x="52503" y="4462"/>
                </a:lnTo>
                <a:lnTo>
                  <a:pt x="52795" y="4091"/>
                </a:lnTo>
                <a:lnTo>
                  <a:pt x="53028" y="3825"/>
                </a:lnTo>
                <a:lnTo>
                  <a:pt x="53320" y="3453"/>
                </a:lnTo>
                <a:lnTo>
                  <a:pt x="53612" y="3187"/>
                </a:lnTo>
                <a:lnTo>
                  <a:pt x="53904" y="2922"/>
                </a:lnTo>
                <a:lnTo>
                  <a:pt x="54196" y="2656"/>
                </a:lnTo>
                <a:lnTo>
                  <a:pt x="54605" y="2443"/>
                </a:lnTo>
                <a:lnTo>
                  <a:pt x="54897" y="2018"/>
                </a:lnTo>
                <a:lnTo>
                  <a:pt x="55014" y="1806"/>
                </a:lnTo>
                <a:lnTo>
                  <a:pt x="55306" y="1381"/>
                </a:lnTo>
                <a:lnTo>
                  <a:pt x="55598" y="1115"/>
                </a:lnTo>
                <a:lnTo>
                  <a:pt x="55890" y="743"/>
                </a:lnTo>
                <a:lnTo>
                  <a:pt x="56182" y="637"/>
                </a:lnTo>
                <a:lnTo>
                  <a:pt x="56416" y="371"/>
                </a:lnTo>
                <a:lnTo>
                  <a:pt x="56883" y="0"/>
                </a:lnTo>
              </a:path>
            </a:pathLst>
          </a:custGeom>
          <a:ln w="80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567952" y="5151122"/>
            <a:ext cx="56649" cy="55202"/>
          </a:xfrm>
          <a:custGeom>
            <a:avLst/>
            <a:gdLst/>
            <a:ahLst/>
            <a:cxnLst/>
            <a:rect l="l" t="t" r="r" b="b"/>
            <a:pathLst>
              <a:path w="56649" h="55202">
                <a:moveTo>
                  <a:pt x="0" y="55202"/>
                </a:moveTo>
                <a:lnTo>
                  <a:pt x="233" y="54936"/>
                </a:lnTo>
                <a:lnTo>
                  <a:pt x="525" y="54564"/>
                </a:lnTo>
                <a:lnTo>
                  <a:pt x="700" y="54299"/>
                </a:lnTo>
                <a:lnTo>
                  <a:pt x="992" y="54033"/>
                </a:lnTo>
                <a:lnTo>
                  <a:pt x="1226" y="53661"/>
                </a:lnTo>
                <a:lnTo>
                  <a:pt x="1518" y="53502"/>
                </a:lnTo>
                <a:lnTo>
                  <a:pt x="1927" y="53130"/>
                </a:lnTo>
                <a:lnTo>
                  <a:pt x="2219" y="52864"/>
                </a:lnTo>
                <a:lnTo>
                  <a:pt x="2511" y="52598"/>
                </a:lnTo>
                <a:lnTo>
                  <a:pt x="2803" y="52227"/>
                </a:lnTo>
                <a:lnTo>
                  <a:pt x="3095" y="51961"/>
                </a:lnTo>
                <a:lnTo>
                  <a:pt x="3212" y="51589"/>
                </a:lnTo>
                <a:lnTo>
                  <a:pt x="3504" y="51323"/>
                </a:lnTo>
                <a:lnTo>
                  <a:pt x="3912" y="51217"/>
                </a:lnTo>
                <a:lnTo>
                  <a:pt x="4204" y="50845"/>
                </a:lnTo>
                <a:lnTo>
                  <a:pt x="4496" y="50580"/>
                </a:lnTo>
                <a:lnTo>
                  <a:pt x="4788" y="50155"/>
                </a:lnTo>
                <a:lnTo>
                  <a:pt x="5080" y="49942"/>
                </a:lnTo>
                <a:lnTo>
                  <a:pt x="5314" y="49676"/>
                </a:lnTo>
                <a:lnTo>
                  <a:pt x="5606" y="49304"/>
                </a:lnTo>
                <a:lnTo>
                  <a:pt x="5781" y="49039"/>
                </a:lnTo>
                <a:lnTo>
                  <a:pt x="6190" y="48773"/>
                </a:lnTo>
                <a:lnTo>
                  <a:pt x="6482" y="48507"/>
                </a:lnTo>
                <a:lnTo>
                  <a:pt x="6774" y="48242"/>
                </a:lnTo>
                <a:lnTo>
                  <a:pt x="7008" y="47870"/>
                </a:lnTo>
                <a:lnTo>
                  <a:pt x="7300" y="47604"/>
                </a:lnTo>
                <a:lnTo>
                  <a:pt x="7592" y="47232"/>
                </a:lnTo>
                <a:lnTo>
                  <a:pt x="7884" y="46967"/>
                </a:lnTo>
                <a:lnTo>
                  <a:pt x="8176" y="46701"/>
                </a:lnTo>
                <a:lnTo>
                  <a:pt x="8409" y="46435"/>
                </a:lnTo>
                <a:lnTo>
                  <a:pt x="8701" y="46223"/>
                </a:lnTo>
                <a:lnTo>
                  <a:pt x="8993" y="45957"/>
                </a:lnTo>
                <a:lnTo>
                  <a:pt x="9285" y="45585"/>
                </a:lnTo>
                <a:lnTo>
                  <a:pt x="9577" y="45320"/>
                </a:lnTo>
                <a:lnTo>
                  <a:pt x="9869" y="44895"/>
                </a:lnTo>
                <a:lnTo>
                  <a:pt x="10278" y="44682"/>
                </a:lnTo>
                <a:lnTo>
                  <a:pt x="10570" y="44416"/>
                </a:lnTo>
                <a:lnTo>
                  <a:pt x="10687" y="44151"/>
                </a:lnTo>
                <a:lnTo>
                  <a:pt x="10979" y="43885"/>
                </a:lnTo>
                <a:lnTo>
                  <a:pt x="11271" y="43619"/>
                </a:lnTo>
                <a:lnTo>
                  <a:pt x="11563" y="43248"/>
                </a:lnTo>
                <a:lnTo>
                  <a:pt x="11797" y="42982"/>
                </a:lnTo>
                <a:lnTo>
                  <a:pt x="12089" y="42610"/>
                </a:lnTo>
                <a:lnTo>
                  <a:pt x="12556" y="42344"/>
                </a:lnTo>
                <a:lnTo>
                  <a:pt x="12789" y="42079"/>
                </a:lnTo>
                <a:lnTo>
                  <a:pt x="13081" y="41813"/>
                </a:lnTo>
                <a:lnTo>
                  <a:pt x="13257" y="41601"/>
                </a:lnTo>
                <a:lnTo>
                  <a:pt x="13490" y="41335"/>
                </a:lnTo>
                <a:lnTo>
                  <a:pt x="13782" y="40963"/>
                </a:lnTo>
                <a:lnTo>
                  <a:pt x="14074" y="40697"/>
                </a:lnTo>
                <a:lnTo>
                  <a:pt x="14483" y="40432"/>
                </a:lnTo>
                <a:lnTo>
                  <a:pt x="14775" y="40060"/>
                </a:lnTo>
                <a:lnTo>
                  <a:pt x="15067" y="39794"/>
                </a:lnTo>
                <a:lnTo>
                  <a:pt x="15359" y="39528"/>
                </a:lnTo>
                <a:lnTo>
                  <a:pt x="15651" y="39263"/>
                </a:lnTo>
                <a:lnTo>
                  <a:pt x="15768" y="38997"/>
                </a:lnTo>
                <a:lnTo>
                  <a:pt x="16060" y="38625"/>
                </a:lnTo>
                <a:lnTo>
                  <a:pt x="16469" y="38360"/>
                </a:lnTo>
                <a:lnTo>
                  <a:pt x="16761" y="38094"/>
                </a:lnTo>
                <a:lnTo>
                  <a:pt x="17053" y="37722"/>
                </a:lnTo>
                <a:lnTo>
                  <a:pt x="17345" y="37456"/>
                </a:lnTo>
                <a:lnTo>
                  <a:pt x="17578" y="37191"/>
                </a:lnTo>
                <a:lnTo>
                  <a:pt x="17870" y="36978"/>
                </a:lnTo>
                <a:lnTo>
                  <a:pt x="18162" y="36713"/>
                </a:lnTo>
                <a:lnTo>
                  <a:pt x="18338" y="36447"/>
                </a:lnTo>
                <a:lnTo>
                  <a:pt x="18746" y="36075"/>
                </a:lnTo>
                <a:lnTo>
                  <a:pt x="19038" y="35809"/>
                </a:lnTo>
                <a:lnTo>
                  <a:pt x="19272" y="35544"/>
                </a:lnTo>
                <a:lnTo>
                  <a:pt x="19564" y="35172"/>
                </a:lnTo>
                <a:lnTo>
                  <a:pt x="19856" y="34906"/>
                </a:lnTo>
                <a:lnTo>
                  <a:pt x="20148" y="34800"/>
                </a:lnTo>
                <a:lnTo>
                  <a:pt x="20440" y="34375"/>
                </a:lnTo>
                <a:lnTo>
                  <a:pt x="20732" y="34162"/>
                </a:lnTo>
                <a:lnTo>
                  <a:pt x="20966" y="33897"/>
                </a:lnTo>
                <a:lnTo>
                  <a:pt x="21258" y="33472"/>
                </a:lnTo>
                <a:lnTo>
                  <a:pt x="21550" y="33259"/>
                </a:lnTo>
                <a:lnTo>
                  <a:pt x="21842" y="32993"/>
                </a:lnTo>
                <a:lnTo>
                  <a:pt x="22134" y="32728"/>
                </a:lnTo>
                <a:lnTo>
                  <a:pt x="22426" y="32462"/>
                </a:lnTo>
                <a:lnTo>
                  <a:pt x="22835" y="32196"/>
                </a:lnTo>
                <a:lnTo>
                  <a:pt x="23127" y="31931"/>
                </a:lnTo>
                <a:lnTo>
                  <a:pt x="23243" y="31559"/>
                </a:lnTo>
                <a:lnTo>
                  <a:pt x="23535" y="31293"/>
                </a:lnTo>
                <a:lnTo>
                  <a:pt x="23827" y="31081"/>
                </a:lnTo>
                <a:lnTo>
                  <a:pt x="24119" y="30656"/>
                </a:lnTo>
                <a:lnTo>
                  <a:pt x="24353" y="30390"/>
                </a:lnTo>
                <a:lnTo>
                  <a:pt x="24645" y="30284"/>
                </a:lnTo>
                <a:lnTo>
                  <a:pt x="25054" y="29912"/>
                </a:lnTo>
                <a:lnTo>
                  <a:pt x="25346" y="29646"/>
                </a:lnTo>
                <a:lnTo>
                  <a:pt x="25638" y="29381"/>
                </a:lnTo>
                <a:lnTo>
                  <a:pt x="25755" y="29009"/>
                </a:lnTo>
                <a:lnTo>
                  <a:pt x="26047" y="28743"/>
                </a:lnTo>
                <a:lnTo>
                  <a:pt x="26339" y="28477"/>
                </a:lnTo>
                <a:lnTo>
                  <a:pt x="26631" y="28212"/>
                </a:lnTo>
                <a:lnTo>
                  <a:pt x="27039" y="27840"/>
                </a:lnTo>
                <a:lnTo>
                  <a:pt x="27332" y="27734"/>
                </a:lnTo>
                <a:lnTo>
                  <a:pt x="27624" y="27468"/>
                </a:lnTo>
                <a:lnTo>
                  <a:pt x="27916" y="27096"/>
                </a:lnTo>
                <a:lnTo>
                  <a:pt x="28208" y="26830"/>
                </a:lnTo>
                <a:lnTo>
                  <a:pt x="28324" y="26565"/>
                </a:lnTo>
                <a:lnTo>
                  <a:pt x="28616" y="26299"/>
                </a:lnTo>
                <a:lnTo>
                  <a:pt x="29025" y="25927"/>
                </a:lnTo>
                <a:lnTo>
                  <a:pt x="29317" y="25661"/>
                </a:lnTo>
                <a:lnTo>
                  <a:pt x="29609" y="25555"/>
                </a:lnTo>
                <a:lnTo>
                  <a:pt x="29901" y="25130"/>
                </a:lnTo>
                <a:lnTo>
                  <a:pt x="30135" y="24918"/>
                </a:lnTo>
                <a:lnTo>
                  <a:pt x="30427" y="24652"/>
                </a:lnTo>
                <a:lnTo>
                  <a:pt x="30719" y="24386"/>
                </a:lnTo>
                <a:lnTo>
                  <a:pt x="30836" y="24014"/>
                </a:lnTo>
                <a:lnTo>
                  <a:pt x="31303" y="23749"/>
                </a:lnTo>
                <a:lnTo>
                  <a:pt x="31536" y="23483"/>
                </a:lnTo>
                <a:lnTo>
                  <a:pt x="31828" y="23217"/>
                </a:lnTo>
                <a:lnTo>
                  <a:pt x="32120" y="22952"/>
                </a:lnTo>
                <a:lnTo>
                  <a:pt x="32412" y="22686"/>
                </a:lnTo>
                <a:lnTo>
                  <a:pt x="32704" y="22474"/>
                </a:lnTo>
                <a:lnTo>
                  <a:pt x="32996" y="22208"/>
                </a:lnTo>
                <a:lnTo>
                  <a:pt x="33230" y="21836"/>
                </a:lnTo>
                <a:lnTo>
                  <a:pt x="33522" y="21570"/>
                </a:lnTo>
                <a:lnTo>
                  <a:pt x="33814" y="21305"/>
                </a:lnTo>
                <a:lnTo>
                  <a:pt x="34106" y="20933"/>
                </a:lnTo>
                <a:lnTo>
                  <a:pt x="34398" y="20773"/>
                </a:lnTo>
                <a:lnTo>
                  <a:pt x="34690" y="20508"/>
                </a:lnTo>
                <a:lnTo>
                  <a:pt x="34924" y="20295"/>
                </a:lnTo>
                <a:lnTo>
                  <a:pt x="35391" y="19870"/>
                </a:lnTo>
                <a:lnTo>
                  <a:pt x="35683" y="19658"/>
                </a:lnTo>
                <a:lnTo>
                  <a:pt x="35800" y="19392"/>
                </a:lnTo>
                <a:lnTo>
                  <a:pt x="36092" y="19126"/>
                </a:lnTo>
                <a:lnTo>
                  <a:pt x="36384" y="18754"/>
                </a:lnTo>
                <a:lnTo>
                  <a:pt x="36617" y="18595"/>
                </a:lnTo>
                <a:lnTo>
                  <a:pt x="36909" y="18329"/>
                </a:lnTo>
                <a:lnTo>
                  <a:pt x="37201" y="18117"/>
                </a:lnTo>
                <a:lnTo>
                  <a:pt x="37610" y="17851"/>
                </a:lnTo>
                <a:lnTo>
                  <a:pt x="37902" y="17426"/>
                </a:lnTo>
                <a:lnTo>
                  <a:pt x="38194" y="17214"/>
                </a:lnTo>
                <a:lnTo>
                  <a:pt x="38311" y="16948"/>
                </a:lnTo>
                <a:lnTo>
                  <a:pt x="38603" y="16682"/>
                </a:lnTo>
                <a:lnTo>
                  <a:pt x="38895" y="16311"/>
                </a:lnTo>
                <a:lnTo>
                  <a:pt x="39187" y="16151"/>
                </a:lnTo>
                <a:lnTo>
                  <a:pt x="39596" y="15885"/>
                </a:lnTo>
                <a:lnTo>
                  <a:pt x="39888" y="15673"/>
                </a:lnTo>
                <a:lnTo>
                  <a:pt x="40180" y="15407"/>
                </a:lnTo>
                <a:lnTo>
                  <a:pt x="40472" y="15035"/>
                </a:lnTo>
                <a:lnTo>
                  <a:pt x="40705" y="14770"/>
                </a:lnTo>
                <a:lnTo>
                  <a:pt x="40881" y="14504"/>
                </a:lnTo>
                <a:lnTo>
                  <a:pt x="41173" y="14238"/>
                </a:lnTo>
                <a:lnTo>
                  <a:pt x="41582" y="13973"/>
                </a:lnTo>
                <a:lnTo>
                  <a:pt x="41874" y="13707"/>
                </a:lnTo>
                <a:lnTo>
                  <a:pt x="42166" y="13495"/>
                </a:lnTo>
                <a:lnTo>
                  <a:pt x="42399" y="13229"/>
                </a:lnTo>
                <a:lnTo>
                  <a:pt x="42691" y="12963"/>
                </a:lnTo>
                <a:lnTo>
                  <a:pt x="42983" y="12591"/>
                </a:lnTo>
                <a:lnTo>
                  <a:pt x="43275" y="12326"/>
                </a:lnTo>
                <a:lnTo>
                  <a:pt x="43392" y="12060"/>
                </a:lnTo>
                <a:lnTo>
                  <a:pt x="43859" y="11794"/>
                </a:lnTo>
                <a:lnTo>
                  <a:pt x="44093" y="11688"/>
                </a:lnTo>
                <a:lnTo>
                  <a:pt x="44385" y="11263"/>
                </a:lnTo>
                <a:lnTo>
                  <a:pt x="44677" y="11051"/>
                </a:lnTo>
                <a:lnTo>
                  <a:pt x="44969" y="10785"/>
                </a:lnTo>
                <a:lnTo>
                  <a:pt x="45261" y="10519"/>
                </a:lnTo>
                <a:lnTo>
                  <a:pt x="45553" y="10254"/>
                </a:lnTo>
                <a:lnTo>
                  <a:pt x="45786" y="9988"/>
                </a:lnTo>
                <a:lnTo>
                  <a:pt x="46078" y="9616"/>
                </a:lnTo>
                <a:lnTo>
                  <a:pt x="46370" y="9350"/>
                </a:lnTo>
                <a:lnTo>
                  <a:pt x="46662" y="9244"/>
                </a:lnTo>
                <a:lnTo>
                  <a:pt x="46954" y="8979"/>
                </a:lnTo>
                <a:lnTo>
                  <a:pt x="47246" y="8713"/>
                </a:lnTo>
                <a:lnTo>
                  <a:pt x="47480" y="8341"/>
                </a:lnTo>
                <a:lnTo>
                  <a:pt x="47947" y="8075"/>
                </a:lnTo>
                <a:lnTo>
                  <a:pt x="48181" y="7810"/>
                </a:lnTo>
                <a:lnTo>
                  <a:pt x="48356" y="7544"/>
                </a:lnTo>
                <a:lnTo>
                  <a:pt x="48648" y="7331"/>
                </a:lnTo>
                <a:lnTo>
                  <a:pt x="48940" y="7066"/>
                </a:lnTo>
                <a:lnTo>
                  <a:pt x="49174" y="6800"/>
                </a:lnTo>
                <a:lnTo>
                  <a:pt x="49466" y="6535"/>
                </a:lnTo>
                <a:lnTo>
                  <a:pt x="49758" y="6269"/>
                </a:lnTo>
                <a:lnTo>
                  <a:pt x="50167" y="6003"/>
                </a:lnTo>
                <a:lnTo>
                  <a:pt x="50459" y="5791"/>
                </a:lnTo>
                <a:lnTo>
                  <a:pt x="50751" y="5525"/>
                </a:lnTo>
                <a:lnTo>
                  <a:pt x="50867" y="5259"/>
                </a:lnTo>
                <a:lnTo>
                  <a:pt x="51159" y="4887"/>
                </a:lnTo>
                <a:lnTo>
                  <a:pt x="51451" y="4622"/>
                </a:lnTo>
                <a:lnTo>
                  <a:pt x="51743" y="4462"/>
                </a:lnTo>
                <a:lnTo>
                  <a:pt x="52152" y="4250"/>
                </a:lnTo>
                <a:lnTo>
                  <a:pt x="52444" y="3984"/>
                </a:lnTo>
                <a:lnTo>
                  <a:pt x="52736" y="3719"/>
                </a:lnTo>
                <a:lnTo>
                  <a:pt x="53028" y="3453"/>
                </a:lnTo>
                <a:lnTo>
                  <a:pt x="53262" y="3081"/>
                </a:lnTo>
                <a:lnTo>
                  <a:pt x="53437" y="2815"/>
                </a:lnTo>
                <a:lnTo>
                  <a:pt x="53729" y="2550"/>
                </a:lnTo>
                <a:lnTo>
                  <a:pt x="54138" y="2284"/>
                </a:lnTo>
                <a:lnTo>
                  <a:pt x="54430" y="2178"/>
                </a:lnTo>
                <a:lnTo>
                  <a:pt x="54722" y="1912"/>
                </a:lnTo>
                <a:lnTo>
                  <a:pt x="54956" y="1647"/>
                </a:lnTo>
                <a:lnTo>
                  <a:pt x="55248" y="1275"/>
                </a:lnTo>
                <a:lnTo>
                  <a:pt x="55540" y="1009"/>
                </a:lnTo>
                <a:lnTo>
                  <a:pt x="55832" y="743"/>
                </a:lnTo>
                <a:lnTo>
                  <a:pt x="55948" y="531"/>
                </a:lnTo>
                <a:lnTo>
                  <a:pt x="56357" y="265"/>
                </a:lnTo>
                <a:lnTo>
                  <a:pt x="56649" y="0"/>
                </a:lnTo>
              </a:path>
            </a:pathLst>
          </a:custGeom>
          <a:ln w="806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624602" y="5105430"/>
            <a:ext cx="56824" cy="45692"/>
          </a:xfrm>
          <a:custGeom>
            <a:avLst/>
            <a:gdLst/>
            <a:ahLst/>
            <a:cxnLst/>
            <a:rect l="l" t="t" r="r" b="b"/>
            <a:pathLst>
              <a:path w="56824" h="45692">
                <a:moveTo>
                  <a:pt x="0" y="45692"/>
                </a:moveTo>
                <a:lnTo>
                  <a:pt x="292" y="45532"/>
                </a:lnTo>
                <a:lnTo>
                  <a:pt x="584" y="45320"/>
                </a:lnTo>
                <a:lnTo>
                  <a:pt x="876" y="45054"/>
                </a:lnTo>
                <a:lnTo>
                  <a:pt x="1168" y="44682"/>
                </a:lnTo>
                <a:lnTo>
                  <a:pt x="1401" y="44416"/>
                </a:lnTo>
                <a:lnTo>
                  <a:pt x="1868" y="44151"/>
                </a:lnTo>
                <a:lnTo>
                  <a:pt x="1985" y="43885"/>
                </a:lnTo>
                <a:lnTo>
                  <a:pt x="2277" y="43619"/>
                </a:lnTo>
                <a:lnTo>
                  <a:pt x="2569" y="43354"/>
                </a:lnTo>
                <a:lnTo>
                  <a:pt x="2861" y="43248"/>
                </a:lnTo>
                <a:lnTo>
                  <a:pt x="3095" y="42982"/>
                </a:lnTo>
                <a:lnTo>
                  <a:pt x="3387" y="42716"/>
                </a:lnTo>
                <a:lnTo>
                  <a:pt x="3854" y="42451"/>
                </a:lnTo>
                <a:lnTo>
                  <a:pt x="4088" y="42238"/>
                </a:lnTo>
                <a:lnTo>
                  <a:pt x="4380" y="41813"/>
                </a:lnTo>
                <a:lnTo>
                  <a:pt x="4555" y="41601"/>
                </a:lnTo>
                <a:lnTo>
                  <a:pt x="4788" y="41335"/>
                </a:lnTo>
                <a:lnTo>
                  <a:pt x="5080" y="41069"/>
                </a:lnTo>
                <a:lnTo>
                  <a:pt x="5372" y="40910"/>
                </a:lnTo>
                <a:lnTo>
                  <a:pt x="5664" y="40697"/>
                </a:lnTo>
                <a:lnTo>
                  <a:pt x="6073" y="40432"/>
                </a:lnTo>
                <a:lnTo>
                  <a:pt x="6365" y="40166"/>
                </a:lnTo>
                <a:lnTo>
                  <a:pt x="6657" y="39900"/>
                </a:lnTo>
                <a:lnTo>
                  <a:pt x="6774" y="39635"/>
                </a:lnTo>
                <a:lnTo>
                  <a:pt x="7066" y="39422"/>
                </a:lnTo>
                <a:lnTo>
                  <a:pt x="7358" y="39157"/>
                </a:lnTo>
                <a:lnTo>
                  <a:pt x="7650" y="38891"/>
                </a:lnTo>
                <a:lnTo>
                  <a:pt x="8059" y="38731"/>
                </a:lnTo>
                <a:lnTo>
                  <a:pt x="8351" y="38519"/>
                </a:lnTo>
                <a:lnTo>
                  <a:pt x="8643" y="38253"/>
                </a:lnTo>
                <a:lnTo>
                  <a:pt x="8877" y="37881"/>
                </a:lnTo>
                <a:lnTo>
                  <a:pt x="9169" y="37616"/>
                </a:lnTo>
                <a:lnTo>
                  <a:pt x="9344" y="37350"/>
                </a:lnTo>
                <a:lnTo>
                  <a:pt x="9636" y="37084"/>
                </a:lnTo>
                <a:lnTo>
                  <a:pt x="10045" y="36819"/>
                </a:lnTo>
                <a:lnTo>
                  <a:pt x="10337" y="36553"/>
                </a:lnTo>
                <a:lnTo>
                  <a:pt x="10570" y="36341"/>
                </a:lnTo>
                <a:lnTo>
                  <a:pt x="10862" y="36181"/>
                </a:lnTo>
                <a:lnTo>
                  <a:pt x="11154" y="35916"/>
                </a:lnTo>
                <a:lnTo>
                  <a:pt x="11446" y="35650"/>
                </a:lnTo>
                <a:lnTo>
                  <a:pt x="11738" y="35437"/>
                </a:lnTo>
                <a:lnTo>
                  <a:pt x="11855" y="35172"/>
                </a:lnTo>
                <a:lnTo>
                  <a:pt x="12264" y="34906"/>
                </a:lnTo>
                <a:lnTo>
                  <a:pt x="12556" y="34640"/>
                </a:lnTo>
                <a:lnTo>
                  <a:pt x="12848" y="34375"/>
                </a:lnTo>
                <a:lnTo>
                  <a:pt x="13140" y="34109"/>
                </a:lnTo>
                <a:lnTo>
                  <a:pt x="13432" y="34003"/>
                </a:lnTo>
                <a:lnTo>
                  <a:pt x="13724" y="33737"/>
                </a:lnTo>
                <a:lnTo>
                  <a:pt x="13958" y="33472"/>
                </a:lnTo>
                <a:lnTo>
                  <a:pt x="14425" y="33259"/>
                </a:lnTo>
                <a:lnTo>
                  <a:pt x="14542" y="32993"/>
                </a:lnTo>
                <a:lnTo>
                  <a:pt x="14834" y="32728"/>
                </a:lnTo>
                <a:lnTo>
                  <a:pt x="15126" y="32462"/>
                </a:lnTo>
                <a:lnTo>
                  <a:pt x="15418" y="32196"/>
                </a:lnTo>
                <a:lnTo>
                  <a:pt x="15651" y="31931"/>
                </a:lnTo>
                <a:lnTo>
                  <a:pt x="15943" y="31718"/>
                </a:lnTo>
                <a:lnTo>
                  <a:pt x="16352" y="31559"/>
                </a:lnTo>
                <a:lnTo>
                  <a:pt x="16644" y="31293"/>
                </a:lnTo>
                <a:lnTo>
                  <a:pt x="16936" y="31028"/>
                </a:lnTo>
                <a:lnTo>
                  <a:pt x="17053" y="30815"/>
                </a:lnTo>
                <a:lnTo>
                  <a:pt x="17345" y="30549"/>
                </a:lnTo>
                <a:lnTo>
                  <a:pt x="17637" y="30284"/>
                </a:lnTo>
                <a:lnTo>
                  <a:pt x="17929" y="30018"/>
                </a:lnTo>
                <a:lnTo>
                  <a:pt x="18221" y="29752"/>
                </a:lnTo>
                <a:lnTo>
                  <a:pt x="18630" y="29487"/>
                </a:lnTo>
                <a:lnTo>
                  <a:pt x="18922" y="29381"/>
                </a:lnTo>
                <a:lnTo>
                  <a:pt x="19214" y="29115"/>
                </a:lnTo>
                <a:lnTo>
                  <a:pt x="19506" y="28849"/>
                </a:lnTo>
                <a:lnTo>
                  <a:pt x="19622" y="28637"/>
                </a:lnTo>
                <a:lnTo>
                  <a:pt x="19914" y="28371"/>
                </a:lnTo>
                <a:lnTo>
                  <a:pt x="20206" y="28105"/>
                </a:lnTo>
                <a:lnTo>
                  <a:pt x="20615" y="27840"/>
                </a:lnTo>
                <a:lnTo>
                  <a:pt x="20907" y="27574"/>
                </a:lnTo>
                <a:lnTo>
                  <a:pt x="21199" y="27308"/>
                </a:lnTo>
                <a:lnTo>
                  <a:pt x="21433" y="27202"/>
                </a:lnTo>
                <a:lnTo>
                  <a:pt x="21725" y="27096"/>
                </a:lnTo>
                <a:lnTo>
                  <a:pt x="21900" y="26830"/>
                </a:lnTo>
                <a:lnTo>
                  <a:pt x="22134" y="26565"/>
                </a:lnTo>
                <a:lnTo>
                  <a:pt x="22601" y="26299"/>
                </a:lnTo>
                <a:lnTo>
                  <a:pt x="22835" y="26033"/>
                </a:lnTo>
                <a:lnTo>
                  <a:pt x="23127" y="25768"/>
                </a:lnTo>
                <a:lnTo>
                  <a:pt x="23419" y="25555"/>
                </a:lnTo>
                <a:lnTo>
                  <a:pt x="23711" y="25290"/>
                </a:lnTo>
                <a:lnTo>
                  <a:pt x="24003" y="25024"/>
                </a:lnTo>
                <a:lnTo>
                  <a:pt x="24295" y="24758"/>
                </a:lnTo>
                <a:lnTo>
                  <a:pt x="24820" y="24386"/>
                </a:lnTo>
                <a:lnTo>
                  <a:pt x="25112" y="24121"/>
                </a:lnTo>
                <a:lnTo>
                  <a:pt x="25404" y="23855"/>
                </a:lnTo>
                <a:lnTo>
                  <a:pt x="25696" y="23749"/>
                </a:lnTo>
                <a:lnTo>
                  <a:pt x="25988" y="23483"/>
                </a:lnTo>
                <a:lnTo>
                  <a:pt x="26222" y="23217"/>
                </a:lnTo>
                <a:lnTo>
                  <a:pt x="26514" y="22952"/>
                </a:lnTo>
                <a:lnTo>
                  <a:pt x="26981" y="22686"/>
                </a:lnTo>
                <a:lnTo>
                  <a:pt x="27098" y="22474"/>
                </a:lnTo>
                <a:lnTo>
                  <a:pt x="27390" y="22314"/>
                </a:lnTo>
                <a:lnTo>
                  <a:pt x="27682" y="22049"/>
                </a:lnTo>
                <a:lnTo>
                  <a:pt x="27916" y="21836"/>
                </a:lnTo>
                <a:lnTo>
                  <a:pt x="28208" y="21570"/>
                </a:lnTo>
                <a:lnTo>
                  <a:pt x="28500" y="21411"/>
                </a:lnTo>
                <a:lnTo>
                  <a:pt x="28792" y="21145"/>
                </a:lnTo>
                <a:lnTo>
                  <a:pt x="29200" y="20933"/>
                </a:lnTo>
                <a:lnTo>
                  <a:pt x="29492" y="20667"/>
                </a:lnTo>
                <a:lnTo>
                  <a:pt x="29609" y="20402"/>
                </a:lnTo>
                <a:lnTo>
                  <a:pt x="29901" y="20136"/>
                </a:lnTo>
                <a:lnTo>
                  <a:pt x="30193" y="20030"/>
                </a:lnTo>
                <a:lnTo>
                  <a:pt x="30485" y="19764"/>
                </a:lnTo>
                <a:lnTo>
                  <a:pt x="30777" y="19498"/>
                </a:lnTo>
                <a:lnTo>
                  <a:pt x="31186" y="19392"/>
                </a:lnTo>
                <a:lnTo>
                  <a:pt x="31478" y="19126"/>
                </a:lnTo>
                <a:lnTo>
                  <a:pt x="31770" y="18861"/>
                </a:lnTo>
                <a:lnTo>
                  <a:pt x="32004" y="18595"/>
                </a:lnTo>
                <a:lnTo>
                  <a:pt x="32179" y="18329"/>
                </a:lnTo>
                <a:lnTo>
                  <a:pt x="32471" y="18064"/>
                </a:lnTo>
                <a:lnTo>
                  <a:pt x="32763" y="17851"/>
                </a:lnTo>
                <a:lnTo>
                  <a:pt x="33172" y="17692"/>
                </a:lnTo>
                <a:lnTo>
                  <a:pt x="33464" y="17586"/>
                </a:lnTo>
                <a:lnTo>
                  <a:pt x="33697" y="17320"/>
                </a:lnTo>
                <a:lnTo>
                  <a:pt x="33989" y="17054"/>
                </a:lnTo>
                <a:lnTo>
                  <a:pt x="34281" y="16789"/>
                </a:lnTo>
                <a:lnTo>
                  <a:pt x="34573" y="16523"/>
                </a:lnTo>
                <a:lnTo>
                  <a:pt x="34690" y="16311"/>
                </a:lnTo>
                <a:lnTo>
                  <a:pt x="34982" y="16151"/>
                </a:lnTo>
                <a:lnTo>
                  <a:pt x="35391" y="15885"/>
                </a:lnTo>
                <a:lnTo>
                  <a:pt x="35683" y="15673"/>
                </a:lnTo>
                <a:lnTo>
                  <a:pt x="35975" y="15407"/>
                </a:lnTo>
                <a:lnTo>
                  <a:pt x="36267" y="15248"/>
                </a:lnTo>
                <a:lnTo>
                  <a:pt x="36559" y="15142"/>
                </a:lnTo>
                <a:lnTo>
                  <a:pt x="36851" y="14876"/>
                </a:lnTo>
                <a:lnTo>
                  <a:pt x="37085" y="14610"/>
                </a:lnTo>
                <a:lnTo>
                  <a:pt x="37377" y="14345"/>
                </a:lnTo>
                <a:lnTo>
                  <a:pt x="37669" y="14132"/>
                </a:lnTo>
                <a:lnTo>
                  <a:pt x="37961" y="13867"/>
                </a:lnTo>
                <a:lnTo>
                  <a:pt x="38253" y="13707"/>
                </a:lnTo>
                <a:lnTo>
                  <a:pt x="38545" y="13441"/>
                </a:lnTo>
                <a:lnTo>
                  <a:pt x="38778" y="13229"/>
                </a:lnTo>
                <a:lnTo>
                  <a:pt x="39070" y="13070"/>
                </a:lnTo>
                <a:lnTo>
                  <a:pt x="39479" y="12804"/>
                </a:lnTo>
                <a:lnTo>
                  <a:pt x="39654" y="12698"/>
                </a:lnTo>
                <a:lnTo>
                  <a:pt x="39946" y="12432"/>
                </a:lnTo>
                <a:lnTo>
                  <a:pt x="40238" y="12166"/>
                </a:lnTo>
                <a:lnTo>
                  <a:pt x="40472" y="11954"/>
                </a:lnTo>
                <a:lnTo>
                  <a:pt x="40764" y="11688"/>
                </a:lnTo>
                <a:lnTo>
                  <a:pt x="41056" y="11529"/>
                </a:lnTo>
                <a:lnTo>
                  <a:pt x="41348" y="11263"/>
                </a:lnTo>
                <a:lnTo>
                  <a:pt x="41757" y="11051"/>
                </a:lnTo>
                <a:lnTo>
                  <a:pt x="42049" y="10785"/>
                </a:lnTo>
                <a:lnTo>
                  <a:pt x="42458" y="10519"/>
                </a:lnTo>
                <a:lnTo>
                  <a:pt x="42750" y="10254"/>
                </a:lnTo>
                <a:lnTo>
                  <a:pt x="43042" y="9988"/>
                </a:lnTo>
                <a:lnTo>
                  <a:pt x="43334" y="9722"/>
                </a:lnTo>
                <a:lnTo>
                  <a:pt x="43742" y="9616"/>
                </a:lnTo>
                <a:lnTo>
                  <a:pt x="44034" y="9350"/>
                </a:lnTo>
                <a:lnTo>
                  <a:pt x="44326" y="9085"/>
                </a:lnTo>
                <a:lnTo>
                  <a:pt x="44560" y="8872"/>
                </a:lnTo>
                <a:lnTo>
                  <a:pt x="44735" y="8713"/>
                </a:lnTo>
                <a:lnTo>
                  <a:pt x="45027" y="8447"/>
                </a:lnTo>
                <a:lnTo>
                  <a:pt x="45261" y="8341"/>
                </a:lnTo>
                <a:lnTo>
                  <a:pt x="45728" y="8075"/>
                </a:lnTo>
                <a:lnTo>
                  <a:pt x="46020" y="7969"/>
                </a:lnTo>
                <a:lnTo>
                  <a:pt x="46254" y="7703"/>
                </a:lnTo>
                <a:lnTo>
                  <a:pt x="46546" y="7438"/>
                </a:lnTo>
                <a:lnTo>
                  <a:pt x="46838" y="7172"/>
                </a:lnTo>
                <a:lnTo>
                  <a:pt x="47130" y="7066"/>
                </a:lnTo>
                <a:lnTo>
                  <a:pt x="47246" y="6800"/>
                </a:lnTo>
                <a:lnTo>
                  <a:pt x="47538" y="6535"/>
                </a:lnTo>
                <a:lnTo>
                  <a:pt x="47947" y="6428"/>
                </a:lnTo>
                <a:lnTo>
                  <a:pt x="48239" y="6163"/>
                </a:lnTo>
                <a:lnTo>
                  <a:pt x="48531" y="6003"/>
                </a:lnTo>
                <a:lnTo>
                  <a:pt x="48823" y="5791"/>
                </a:lnTo>
                <a:lnTo>
                  <a:pt x="49115" y="5631"/>
                </a:lnTo>
                <a:lnTo>
                  <a:pt x="49349" y="5366"/>
                </a:lnTo>
                <a:lnTo>
                  <a:pt x="49641" y="5100"/>
                </a:lnTo>
                <a:lnTo>
                  <a:pt x="49933" y="4994"/>
                </a:lnTo>
                <a:lnTo>
                  <a:pt x="50225" y="4728"/>
                </a:lnTo>
                <a:lnTo>
                  <a:pt x="50517" y="4462"/>
                </a:lnTo>
                <a:lnTo>
                  <a:pt x="50809" y="4250"/>
                </a:lnTo>
                <a:lnTo>
                  <a:pt x="51043" y="4091"/>
                </a:lnTo>
                <a:lnTo>
                  <a:pt x="51335" y="3825"/>
                </a:lnTo>
                <a:lnTo>
                  <a:pt x="51627" y="3719"/>
                </a:lnTo>
                <a:lnTo>
                  <a:pt x="52035" y="3559"/>
                </a:lnTo>
                <a:lnTo>
                  <a:pt x="52211" y="3347"/>
                </a:lnTo>
                <a:lnTo>
                  <a:pt x="52503" y="3081"/>
                </a:lnTo>
                <a:lnTo>
                  <a:pt x="52736" y="2922"/>
                </a:lnTo>
                <a:lnTo>
                  <a:pt x="53028" y="2709"/>
                </a:lnTo>
                <a:lnTo>
                  <a:pt x="53320" y="2443"/>
                </a:lnTo>
                <a:lnTo>
                  <a:pt x="53612" y="2284"/>
                </a:lnTo>
                <a:lnTo>
                  <a:pt x="53904" y="2018"/>
                </a:lnTo>
                <a:lnTo>
                  <a:pt x="54313" y="1806"/>
                </a:lnTo>
                <a:lnTo>
                  <a:pt x="54605" y="1647"/>
                </a:lnTo>
                <a:lnTo>
                  <a:pt x="55014" y="1275"/>
                </a:lnTo>
                <a:lnTo>
                  <a:pt x="55306" y="1168"/>
                </a:lnTo>
                <a:lnTo>
                  <a:pt x="55598" y="903"/>
                </a:lnTo>
                <a:lnTo>
                  <a:pt x="55890" y="637"/>
                </a:lnTo>
                <a:lnTo>
                  <a:pt x="56299" y="478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79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681427" y="5072329"/>
            <a:ext cx="56708" cy="33100"/>
          </a:xfrm>
          <a:custGeom>
            <a:avLst/>
            <a:gdLst/>
            <a:ahLst/>
            <a:cxnLst/>
            <a:rect l="l" t="t" r="r" b="b"/>
            <a:pathLst>
              <a:path w="56708" h="33100">
                <a:moveTo>
                  <a:pt x="0" y="33100"/>
                </a:moveTo>
                <a:lnTo>
                  <a:pt x="292" y="32940"/>
                </a:lnTo>
                <a:lnTo>
                  <a:pt x="467" y="32728"/>
                </a:lnTo>
                <a:lnTo>
                  <a:pt x="759" y="32462"/>
                </a:lnTo>
                <a:lnTo>
                  <a:pt x="992" y="32303"/>
                </a:lnTo>
                <a:lnTo>
                  <a:pt x="1460" y="32196"/>
                </a:lnTo>
                <a:lnTo>
                  <a:pt x="1693" y="32037"/>
                </a:lnTo>
                <a:lnTo>
                  <a:pt x="1985" y="31825"/>
                </a:lnTo>
                <a:lnTo>
                  <a:pt x="2277" y="31559"/>
                </a:lnTo>
                <a:lnTo>
                  <a:pt x="2569" y="31400"/>
                </a:lnTo>
                <a:lnTo>
                  <a:pt x="2861" y="31187"/>
                </a:lnTo>
                <a:lnTo>
                  <a:pt x="2978" y="30921"/>
                </a:lnTo>
                <a:lnTo>
                  <a:pt x="3270" y="30762"/>
                </a:lnTo>
                <a:lnTo>
                  <a:pt x="3679" y="30549"/>
                </a:lnTo>
                <a:lnTo>
                  <a:pt x="3971" y="30390"/>
                </a:lnTo>
                <a:lnTo>
                  <a:pt x="4263" y="30124"/>
                </a:lnTo>
                <a:lnTo>
                  <a:pt x="4555" y="29859"/>
                </a:lnTo>
                <a:lnTo>
                  <a:pt x="4847" y="29859"/>
                </a:lnTo>
                <a:lnTo>
                  <a:pt x="5080" y="29646"/>
                </a:lnTo>
                <a:lnTo>
                  <a:pt x="5372" y="29487"/>
                </a:lnTo>
                <a:lnTo>
                  <a:pt x="5664" y="29221"/>
                </a:lnTo>
                <a:lnTo>
                  <a:pt x="5956" y="29009"/>
                </a:lnTo>
                <a:lnTo>
                  <a:pt x="6248" y="28849"/>
                </a:lnTo>
                <a:lnTo>
                  <a:pt x="6540" y="28584"/>
                </a:lnTo>
                <a:lnTo>
                  <a:pt x="6774" y="28477"/>
                </a:lnTo>
                <a:lnTo>
                  <a:pt x="7066" y="28212"/>
                </a:lnTo>
                <a:lnTo>
                  <a:pt x="7358" y="28105"/>
                </a:lnTo>
                <a:lnTo>
                  <a:pt x="7767" y="27840"/>
                </a:lnTo>
                <a:lnTo>
                  <a:pt x="7942" y="27574"/>
                </a:lnTo>
                <a:lnTo>
                  <a:pt x="8176" y="27574"/>
                </a:lnTo>
                <a:lnTo>
                  <a:pt x="8468" y="27308"/>
                </a:lnTo>
                <a:lnTo>
                  <a:pt x="8760" y="27202"/>
                </a:lnTo>
                <a:lnTo>
                  <a:pt x="9052" y="26937"/>
                </a:lnTo>
                <a:lnTo>
                  <a:pt x="9344" y="26777"/>
                </a:lnTo>
                <a:lnTo>
                  <a:pt x="9636" y="26565"/>
                </a:lnTo>
                <a:lnTo>
                  <a:pt x="10045" y="26299"/>
                </a:lnTo>
                <a:lnTo>
                  <a:pt x="10337" y="26140"/>
                </a:lnTo>
                <a:lnTo>
                  <a:pt x="10453" y="25927"/>
                </a:lnTo>
                <a:lnTo>
                  <a:pt x="10745" y="25768"/>
                </a:lnTo>
                <a:lnTo>
                  <a:pt x="11037" y="25502"/>
                </a:lnTo>
                <a:lnTo>
                  <a:pt x="11329" y="25396"/>
                </a:lnTo>
                <a:lnTo>
                  <a:pt x="11563" y="25236"/>
                </a:lnTo>
                <a:lnTo>
                  <a:pt x="12030" y="25130"/>
                </a:lnTo>
                <a:lnTo>
                  <a:pt x="12322" y="24864"/>
                </a:lnTo>
                <a:lnTo>
                  <a:pt x="12556" y="24758"/>
                </a:lnTo>
                <a:lnTo>
                  <a:pt x="12848" y="24493"/>
                </a:lnTo>
                <a:lnTo>
                  <a:pt x="13023" y="24386"/>
                </a:lnTo>
                <a:lnTo>
                  <a:pt x="13257" y="24121"/>
                </a:lnTo>
                <a:lnTo>
                  <a:pt x="13549" y="23961"/>
                </a:lnTo>
                <a:lnTo>
                  <a:pt x="13958" y="23696"/>
                </a:lnTo>
                <a:lnTo>
                  <a:pt x="14250" y="23589"/>
                </a:lnTo>
                <a:lnTo>
                  <a:pt x="14542" y="23324"/>
                </a:lnTo>
                <a:lnTo>
                  <a:pt x="14834" y="23217"/>
                </a:lnTo>
                <a:lnTo>
                  <a:pt x="15126" y="22952"/>
                </a:lnTo>
                <a:lnTo>
                  <a:pt x="15418" y="22952"/>
                </a:lnTo>
                <a:lnTo>
                  <a:pt x="15534" y="22686"/>
                </a:lnTo>
                <a:lnTo>
                  <a:pt x="15826" y="22580"/>
                </a:lnTo>
                <a:lnTo>
                  <a:pt x="16235" y="22314"/>
                </a:lnTo>
                <a:lnTo>
                  <a:pt x="16527" y="22155"/>
                </a:lnTo>
                <a:lnTo>
                  <a:pt x="16819" y="21942"/>
                </a:lnTo>
                <a:lnTo>
                  <a:pt x="17111" y="21783"/>
                </a:lnTo>
                <a:lnTo>
                  <a:pt x="17345" y="21517"/>
                </a:lnTo>
                <a:lnTo>
                  <a:pt x="17637" y="21411"/>
                </a:lnTo>
                <a:lnTo>
                  <a:pt x="17929" y="21145"/>
                </a:lnTo>
                <a:lnTo>
                  <a:pt x="18221" y="21039"/>
                </a:lnTo>
                <a:lnTo>
                  <a:pt x="18513" y="20773"/>
                </a:lnTo>
                <a:lnTo>
                  <a:pt x="18805" y="20614"/>
                </a:lnTo>
                <a:lnTo>
                  <a:pt x="19038" y="20508"/>
                </a:lnTo>
                <a:lnTo>
                  <a:pt x="19330" y="20402"/>
                </a:lnTo>
                <a:lnTo>
                  <a:pt x="19622" y="20136"/>
                </a:lnTo>
                <a:lnTo>
                  <a:pt x="19914" y="19976"/>
                </a:lnTo>
                <a:lnTo>
                  <a:pt x="20323" y="19764"/>
                </a:lnTo>
                <a:lnTo>
                  <a:pt x="20499" y="19605"/>
                </a:lnTo>
                <a:lnTo>
                  <a:pt x="20732" y="19498"/>
                </a:lnTo>
                <a:lnTo>
                  <a:pt x="21024" y="19233"/>
                </a:lnTo>
                <a:lnTo>
                  <a:pt x="21316" y="19073"/>
                </a:lnTo>
                <a:lnTo>
                  <a:pt x="21608" y="18861"/>
                </a:lnTo>
                <a:lnTo>
                  <a:pt x="21900" y="18701"/>
                </a:lnTo>
                <a:lnTo>
                  <a:pt x="22192" y="18436"/>
                </a:lnTo>
                <a:lnTo>
                  <a:pt x="22601" y="18329"/>
                </a:lnTo>
                <a:lnTo>
                  <a:pt x="22893" y="18329"/>
                </a:lnTo>
                <a:lnTo>
                  <a:pt x="23010" y="18064"/>
                </a:lnTo>
                <a:lnTo>
                  <a:pt x="23302" y="17958"/>
                </a:lnTo>
                <a:lnTo>
                  <a:pt x="23594" y="17692"/>
                </a:lnTo>
                <a:lnTo>
                  <a:pt x="23886" y="17532"/>
                </a:lnTo>
                <a:lnTo>
                  <a:pt x="24119" y="17320"/>
                </a:lnTo>
                <a:lnTo>
                  <a:pt x="24587" y="17161"/>
                </a:lnTo>
                <a:lnTo>
                  <a:pt x="24820" y="17054"/>
                </a:lnTo>
                <a:lnTo>
                  <a:pt x="25112" y="16789"/>
                </a:lnTo>
                <a:lnTo>
                  <a:pt x="25404" y="16682"/>
                </a:lnTo>
                <a:lnTo>
                  <a:pt x="25579" y="16417"/>
                </a:lnTo>
                <a:lnTo>
                  <a:pt x="25813" y="16257"/>
                </a:lnTo>
                <a:lnTo>
                  <a:pt x="26105" y="16151"/>
                </a:lnTo>
                <a:lnTo>
                  <a:pt x="26514" y="16045"/>
                </a:lnTo>
                <a:lnTo>
                  <a:pt x="26806" y="15885"/>
                </a:lnTo>
                <a:lnTo>
                  <a:pt x="27098" y="15620"/>
                </a:lnTo>
                <a:lnTo>
                  <a:pt x="27390" y="15514"/>
                </a:lnTo>
                <a:lnTo>
                  <a:pt x="27682" y="15354"/>
                </a:lnTo>
                <a:lnTo>
                  <a:pt x="27974" y="15142"/>
                </a:lnTo>
                <a:lnTo>
                  <a:pt x="28091" y="14982"/>
                </a:lnTo>
                <a:lnTo>
                  <a:pt x="28383" y="14876"/>
                </a:lnTo>
                <a:lnTo>
                  <a:pt x="28792" y="14610"/>
                </a:lnTo>
                <a:lnTo>
                  <a:pt x="29084" y="14504"/>
                </a:lnTo>
                <a:lnTo>
                  <a:pt x="29376" y="14238"/>
                </a:lnTo>
                <a:lnTo>
                  <a:pt x="29668" y="14079"/>
                </a:lnTo>
                <a:lnTo>
                  <a:pt x="29901" y="13973"/>
                </a:lnTo>
                <a:lnTo>
                  <a:pt x="30193" y="13707"/>
                </a:lnTo>
                <a:lnTo>
                  <a:pt x="30485" y="13601"/>
                </a:lnTo>
                <a:lnTo>
                  <a:pt x="30777" y="13601"/>
                </a:lnTo>
                <a:lnTo>
                  <a:pt x="31069" y="13335"/>
                </a:lnTo>
                <a:lnTo>
                  <a:pt x="31361" y="13176"/>
                </a:lnTo>
                <a:lnTo>
                  <a:pt x="31595" y="13070"/>
                </a:lnTo>
                <a:lnTo>
                  <a:pt x="31887" y="12804"/>
                </a:lnTo>
                <a:lnTo>
                  <a:pt x="32179" y="12698"/>
                </a:lnTo>
                <a:lnTo>
                  <a:pt x="32471" y="12538"/>
                </a:lnTo>
                <a:lnTo>
                  <a:pt x="32880" y="12273"/>
                </a:lnTo>
                <a:lnTo>
                  <a:pt x="33288" y="12060"/>
                </a:lnTo>
                <a:lnTo>
                  <a:pt x="33580" y="11794"/>
                </a:lnTo>
                <a:lnTo>
                  <a:pt x="33872" y="11635"/>
                </a:lnTo>
                <a:lnTo>
                  <a:pt x="34165" y="11529"/>
                </a:lnTo>
                <a:lnTo>
                  <a:pt x="34457" y="11263"/>
                </a:lnTo>
                <a:lnTo>
                  <a:pt x="34690" y="11263"/>
                </a:lnTo>
                <a:lnTo>
                  <a:pt x="35157" y="11157"/>
                </a:lnTo>
                <a:lnTo>
                  <a:pt x="35449" y="10891"/>
                </a:lnTo>
                <a:lnTo>
                  <a:pt x="35566" y="10732"/>
                </a:lnTo>
                <a:lnTo>
                  <a:pt x="35858" y="10626"/>
                </a:lnTo>
                <a:lnTo>
                  <a:pt x="36150" y="10519"/>
                </a:lnTo>
                <a:lnTo>
                  <a:pt x="36384" y="10254"/>
                </a:lnTo>
                <a:lnTo>
                  <a:pt x="36676" y="10094"/>
                </a:lnTo>
                <a:lnTo>
                  <a:pt x="37143" y="9988"/>
                </a:lnTo>
                <a:lnTo>
                  <a:pt x="37377" y="9722"/>
                </a:lnTo>
                <a:lnTo>
                  <a:pt x="37669" y="9616"/>
                </a:lnTo>
                <a:lnTo>
                  <a:pt x="37961" y="9457"/>
                </a:lnTo>
                <a:lnTo>
                  <a:pt x="38369" y="9085"/>
                </a:lnTo>
                <a:lnTo>
                  <a:pt x="38661" y="8979"/>
                </a:lnTo>
                <a:lnTo>
                  <a:pt x="39070" y="8979"/>
                </a:lnTo>
                <a:lnTo>
                  <a:pt x="39362" y="8819"/>
                </a:lnTo>
                <a:lnTo>
                  <a:pt x="39654" y="8553"/>
                </a:lnTo>
                <a:lnTo>
                  <a:pt x="39946" y="8447"/>
                </a:lnTo>
                <a:lnTo>
                  <a:pt x="40238" y="8341"/>
                </a:lnTo>
                <a:lnTo>
                  <a:pt x="40472" y="8075"/>
                </a:lnTo>
                <a:lnTo>
                  <a:pt x="40647" y="7916"/>
                </a:lnTo>
                <a:lnTo>
                  <a:pt x="40939" y="7810"/>
                </a:lnTo>
                <a:lnTo>
                  <a:pt x="41348" y="7650"/>
                </a:lnTo>
                <a:lnTo>
                  <a:pt x="41640" y="7438"/>
                </a:lnTo>
                <a:lnTo>
                  <a:pt x="41932" y="7278"/>
                </a:lnTo>
                <a:lnTo>
                  <a:pt x="42166" y="7172"/>
                </a:lnTo>
                <a:lnTo>
                  <a:pt x="42458" y="7013"/>
                </a:lnTo>
                <a:lnTo>
                  <a:pt x="42750" y="6906"/>
                </a:lnTo>
                <a:lnTo>
                  <a:pt x="43042" y="6641"/>
                </a:lnTo>
                <a:lnTo>
                  <a:pt x="43334" y="6641"/>
                </a:lnTo>
                <a:lnTo>
                  <a:pt x="43626" y="6535"/>
                </a:lnTo>
                <a:lnTo>
                  <a:pt x="43859" y="6375"/>
                </a:lnTo>
                <a:lnTo>
                  <a:pt x="44151" y="6109"/>
                </a:lnTo>
                <a:lnTo>
                  <a:pt x="44443" y="6003"/>
                </a:lnTo>
                <a:lnTo>
                  <a:pt x="44735" y="5897"/>
                </a:lnTo>
                <a:lnTo>
                  <a:pt x="45027" y="5738"/>
                </a:lnTo>
                <a:lnTo>
                  <a:pt x="45436" y="5631"/>
                </a:lnTo>
                <a:lnTo>
                  <a:pt x="45728" y="5366"/>
                </a:lnTo>
                <a:lnTo>
                  <a:pt x="46137" y="5100"/>
                </a:lnTo>
                <a:lnTo>
                  <a:pt x="46429" y="4994"/>
                </a:lnTo>
                <a:lnTo>
                  <a:pt x="46721" y="4834"/>
                </a:lnTo>
                <a:lnTo>
                  <a:pt x="47013" y="4569"/>
                </a:lnTo>
                <a:lnTo>
                  <a:pt x="47246" y="4462"/>
                </a:lnTo>
                <a:lnTo>
                  <a:pt x="47714" y="4356"/>
                </a:lnTo>
                <a:lnTo>
                  <a:pt x="47947" y="4356"/>
                </a:lnTo>
                <a:lnTo>
                  <a:pt x="48123" y="4197"/>
                </a:lnTo>
                <a:lnTo>
                  <a:pt x="48415" y="4091"/>
                </a:lnTo>
                <a:lnTo>
                  <a:pt x="48707" y="3825"/>
                </a:lnTo>
                <a:lnTo>
                  <a:pt x="48940" y="3719"/>
                </a:lnTo>
                <a:lnTo>
                  <a:pt x="49232" y="3559"/>
                </a:lnTo>
                <a:lnTo>
                  <a:pt x="49641" y="3453"/>
                </a:lnTo>
                <a:lnTo>
                  <a:pt x="49933" y="3294"/>
                </a:lnTo>
                <a:lnTo>
                  <a:pt x="50225" y="3187"/>
                </a:lnTo>
                <a:lnTo>
                  <a:pt x="50517" y="2922"/>
                </a:lnTo>
                <a:lnTo>
                  <a:pt x="50926" y="2656"/>
                </a:lnTo>
                <a:lnTo>
                  <a:pt x="51218" y="2550"/>
                </a:lnTo>
                <a:lnTo>
                  <a:pt x="51627" y="2390"/>
                </a:lnTo>
                <a:lnTo>
                  <a:pt x="51919" y="2284"/>
                </a:lnTo>
                <a:lnTo>
                  <a:pt x="52211" y="2018"/>
                </a:lnTo>
                <a:lnTo>
                  <a:pt x="52503" y="2018"/>
                </a:lnTo>
                <a:lnTo>
                  <a:pt x="52795" y="1912"/>
                </a:lnTo>
                <a:lnTo>
                  <a:pt x="53028" y="1753"/>
                </a:lnTo>
                <a:lnTo>
                  <a:pt x="53203" y="1647"/>
                </a:lnTo>
                <a:lnTo>
                  <a:pt x="53495" y="1540"/>
                </a:lnTo>
                <a:lnTo>
                  <a:pt x="53904" y="1381"/>
                </a:lnTo>
                <a:lnTo>
                  <a:pt x="54196" y="1275"/>
                </a:lnTo>
                <a:lnTo>
                  <a:pt x="54488" y="1009"/>
                </a:lnTo>
                <a:lnTo>
                  <a:pt x="54722" y="850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478"/>
                </a:lnTo>
                <a:lnTo>
                  <a:pt x="55890" y="371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89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738135" y="5052512"/>
            <a:ext cx="56824" cy="19817"/>
          </a:xfrm>
          <a:custGeom>
            <a:avLst/>
            <a:gdLst/>
            <a:ahLst/>
            <a:cxnLst/>
            <a:rect l="l" t="t" r="r" b="b"/>
            <a:pathLst>
              <a:path w="56824" h="19817">
                <a:moveTo>
                  <a:pt x="0" y="19817"/>
                </a:moveTo>
                <a:lnTo>
                  <a:pt x="292" y="19658"/>
                </a:lnTo>
                <a:lnTo>
                  <a:pt x="584" y="19551"/>
                </a:lnTo>
                <a:lnTo>
                  <a:pt x="876" y="19392"/>
                </a:lnTo>
                <a:lnTo>
                  <a:pt x="1109" y="19286"/>
                </a:lnTo>
                <a:lnTo>
                  <a:pt x="1576" y="19126"/>
                </a:lnTo>
                <a:lnTo>
                  <a:pt x="1985" y="18914"/>
                </a:lnTo>
                <a:lnTo>
                  <a:pt x="2277" y="18754"/>
                </a:lnTo>
                <a:lnTo>
                  <a:pt x="2569" y="18648"/>
                </a:lnTo>
                <a:lnTo>
                  <a:pt x="2803" y="18489"/>
                </a:lnTo>
                <a:lnTo>
                  <a:pt x="3095" y="18383"/>
                </a:lnTo>
                <a:lnTo>
                  <a:pt x="3562" y="18276"/>
                </a:lnTo>
                <a:lnTo>
                  <a:pt x="3796" y="18117"/>
                </a:lnTo>
                <a:lnTo>
                  <a:pt x="4088" y="18011"/>
                </a:lnTo>
                <a:lnTo>
                  <a:pt x="4263" y="17851"/>
                </a:lnTo>
                <a:lnTo>
                  <a:pt x="4496" y="17745"/>
                </a:lnTo>
                <a:lnTo>
                  <a:pt x="4788" y="17586"/>
                </a:lnTo>
                <a:lnTo>
                  <a:pt x="5080" y="17373"/>
                </a:lnTo>
                <a:lnTo>
                  <a:pt x="5489" y="17214"/>
                </a:lnTo>
                <a:lnTo>
                  <a:pt x="5781" y="17214"/>
                </a:lnTo>
                <a:lnTo>
                  <a:pt x="6073" y="17107"/>
                </a:lnTo>
                <a:lnTo>
                  <a:pt x="6365" y="16948"/>
                </a:lnTo>
                <a:lnTo>
                  <a:pt x="6657" y="16842"/>
                </a:lnTo>
                <a:lnTo>
                  <a:pt x="7066" y="16576"/>
                </a:lnTo>
                <a:lnTo>
                  <a:pt x="7358" y="16470"/>
                </a:lnTo>
                <a:lnTo>
                  <a:pt x="7767" y="16311"/>
                </a:lnTo>
                <a:lnTo>
                  <a:pt x="8059" y="16204"/>
                </a:lnTo>
                <a:lnTo>
                  <a:pt x="8351" y="16045"/>
                </a:lnTo>
                <a:lnTo>
                  <a:pt x="8585" y="15939"/>
                </a:lnTo>
                <a:lnTo>
                  <a:pt x="8877" y="15832"/>
                </a:lnTo>
                <a:lnTo>
                  <a:pt x="9052" y="15673"/>
                </a:lnTo>
                <a:lnTo>
                  <a:pt x="9344" y="15567"/>
                </a:lnTo>
                <a:lnTo>
                  <a:pt x="9753" y="15407"/>
                </a:lnTo>
                <a:lnTo>
                  <a:pt x="10045" y="15301"/>
                </a:lnTo>
                <a:lnTo>
                  <a:pt x="10278" y="15195"/>
                </a:lnTo>
                <a:lnTo>
                  <a:pt x="10570" y="15035"/>
                </a:lnTo>
                <a:lnTo>
                  <a:pt x="10862" y="14929"/>
                </a:lnTo>
                <a:lnTo>
                  <a:pt x="11154" y="14770"/>
                </a:lnTo>
                <a:lnTo>
                  <a:pt x="11446" y="14770"/>
                </a:lnTo>
                <a:lnTo>
                  <a:pt x="11738" y="14663"/>
                </a:lnTo>
                <a:lnTo>
                  <a:pt x="11972" y="14504"/>
                </a:lnTo>
                <a:lnTo>
                  <a:pt x="12264" y="14398"/>
                </a:lnTo>
                <a:lnTo>
                  <a:pt x="12556" y="14292"/>
                </a:lnTo>
                <a:lnTo>
                  <a:pt x="12848" y="14132"/>
                </a:lnTo>
                <a:lnTo>
                  <a:pt x="13140" y="14026"/>
                </a:lnTo>
                <a:lnTo>
                  <a:pt x="13432" y="13867"/>
                </a:lnTo>
                <a:lnTo>
                  <a:pt x="13666" y="13867"/>
                </a:lnTo>
                <a:lnTo>
                  <a:pt x="14133" y="13760"/>
                </a:lnTo>
                <a:lnTo>
                  <a:pt x="14542" y="13495"/>
                </a:lnTo>
                <a:lnTo>
                  <a:pt x="14834" y="13388"/>
                </a:lnTo>
                <a:lnTo>
                  <a:pt x="15126" y="13229"/>
                </a:lnTo>
                <a:lnTo>
                  <a:pt x="15359" y="13123"/>
                </a:lnTo>
                <a:lnTo>
                  <a:pt x="15651" y="12963"/>
                </a:lnTo>
                <a:lnTo>
                  <a:pt x="16060" y="12857"/>
                </a:lnTo>
                <a:lnTo>
                  <a:pt x="16352" y="12751"/>
                </a:lnTo>
                <a:lnTo>
                  <a:pt x="16644" y="12591"/>
                </a:lnTo>
                <a:lnTo>
                  <a:pt x="16819" y="12485"/>
                </a:lnTo>
                <a:lnTo>
                  <a:pt x="17053" y="12485"/>
                </a:lnTo>
                <a:lnTo>
                  <a:pt x="17345" y="12326"/>
                </a:lnTo>
                <a:lnTo>
                  <a:pt x="17637" y="12219"/>
                </a:lnTo>
                <a:lnTo>
                  <a:pt x="18046" y="12113"/>
                </a:lnTo>
                <a:lnTo>
                  <a:pt x="18338" y="12113"/>
                </a:lnTo>
                <a:lnTo>
                  <a:pt x="18630" y="11954"/>
                </a:lnTo>
                <a:lnTo>
                  <a:pt x="18922" y="11848"/>
                </a:lnTo>
                <a:lnTo>
                  <a:pt x="19214" y="11688"/>
                </a:lnTo>
                <a:lnTo>
                  <a:pt x="19622" y="11423"/>
                </a:lnTo>
                <a:lnTo>
                  <a:pt x="19914" y="11316"/>
                </a:lnTo>
                <a:lnTo>
                  <a:pt x="20323" y="11210"/>
                </a:lnTo>
                <a:lnTo>
                  <a:pt x="20615" y="11051"/>
                </a:lnTo>
                <a:lnTo>
                  <a:pt x="20907" y="10944"/>
                </a:lnTo>
                <a:lnTo>
                  <a:pt x="21141" y="10944"/>
                </a:lnTo>
                <a:lnTo>
                  <a:pt x="21433" y="10785"/>
                </a:lnTo>
                <a:lnTo>
                  <a:pt x="21725" y="10679"/>
                </a:lnTo>
                <a:lnTo>
                  <a:pt x="22309" y="10413"/>
                </a:lnTo>
                <a:lnTo>
                  <a:pt x="22601" y="10307"/>
                </a:lnTo>
                <a:lnTo>
                  <a:pt x="22835" y="10147"/>
                </a:lnTo>
                <a:lnTo>
                  <a:pt x="23127" y="10147"/>
                </a:lnTo>
                <a:lnTo>
                  <a:pt x="23419" y="10147"/>
                </a:lnTo>
                <a:lnTo>
                  <a:pt x="23711" y="10041"/>
                </a:lnTo>
                <a:lnTo>
                  <a:pt x="24003" y="9882"/>
                </a:lnTo>
                <a:lnTo>
                  <a:pt x="24236" y="9775"/>
                </a:lnTo>
                <a:lnTo>
                  <a:pt x="24528" y="9669"/>
                </a:lnTo>
                <a:lnTo>
                  <a:pt x="24820" y="9510"/>
                </a:lnTo>
                <a:lnTo>
                  <a:pt x="25112" y="9404"/>
                </a:lnTo>
                <a:lnTo>
                  <a:pt x="25404" y="9404"/>
                </a:lnTo>
                <a:lnTo>
                  <a:pt x="25696" y="9244"/>
                </a:lnTo>
                <a:lnTo>
                  <a:pt x="25930" y="9138"/>
                </a:lnTo>
                <a:lnTo>
                  <a:pt x="26222" y="9032"/>
                </a:lnTo>
                <a:lnTo>
                  <a:pt x="26689" y="8872"/>
                </a:lnTo>
                <a:lnTo>
                  <a:pt x="27098" y="8766"/>
                </a:lnTo>
                <a:lnTo>
                  <a:pt x="27390" y="8607"/>
                </a:lnTo>
                <a:lnTo>
                  <a:pt x="27624" y="8500"/>
                </a:lnTo>
                <a:lnTo>
                  <a:pt x="27916" y="8394"/>
                </a:lnTo>
                <a:lnTo>
                  <a:pt x="28208" y="8235"/>
                </a:lnTo>
                <a:lnTo>
                  <a:pt x="28616" y="8235"/>
                </a:lnTo>
                <a:lnTo>
                  <a:pt x="28908" y="8128"/>
                </a:lnTo>
                <a:lnTo>
                  <a:pt x="29200" y="7969"/>
                </a:lnTo>
                <a:lnTo>
                  <a:pt x="29609" y="7863"/>
                </a:lnTo>
                <a:lnTo>
                  <a:pt x="29901" y="7863"/>
                </a:lnTo>
                <a:lnTo>
                  <a:pt x="30193" y="7703"/>
                </a:lnTo>
                <a:lnTo>
                  <a:pt x="30602" y="7597"/>
                </a:lnTo>
                <a:lnTo>
                  <a:pt x="30894" y="7491"/>
                </a:lnTo>
                <a:lnTo>
                  <a:pt x="31186" y="7331"/>
                </a:lnTo>
                <a:lnTo>
                  <a:pt x="31478" y="7331"/>
                </a:lnTo>
                <a:lnTo>
                  <a:pt x="31712" y="7225"/>
                </a:lnTo>
                <a:lnTo>
                  <a:pt x="31887" y="7066"/>
                </a:lnTo>
                <a:lnTo>
                  <a:pt x="32179" y="6960"/>
                </a:lnTo>
                <a:lnTo>
                  <a:pt x="32471" y="6853"/>
                </a:lnTo>
                <a:lnTo>
                  <a:pt x="32880" y="6853"/>
                </a:lnTo>
                <a:lnTo>
                  <a:pt x="33172" y="6694"/>
                </a:lnTo>
                <a:lnTo>
                  <a:pt x="33405" y="6588"/>
                </a:lnTo>
                <a:lnTo>
                  <a:pt x="33697" y="6428"/>
                </a:lnTo>
                <a:lnTo>
                  <a:pt x="33989" y="6428"/>
                </a:lnTo>
                <a:lnTo>
                  <a:pt x="34281" y="6322"/>
                </a:lnTo>
                <a:lnTo>
                  <a:pt x="34398" y="6163"/>
                </a:lnTo>
                <a:lnTo>
                  <a:pt x="34865" y="6056"/>
                </a:lnTo>
                <a:lnTo>
                  <a:pt x="35099" y="6056"/>
                </a:lnTo>
                <a:lnTo>
                  <a:pt x="35391" y="5950"/>
                </a:lnTo>
                <a:lnTo>
                  <a:pt x="35683" y="5791"/>
                </a:lnTo>
                <a:lnTo>
                  <a:pt x="35975" y="5684"/>
                </a:lnTo>
                <a:lnTo>
                  <a:pt x="36267" y="5684"/>
                </a:lnTo>
                <a:lnTo>
                  <a:pt x="36559" y="5525"/>
                </a:lnTo>
                <a:lnTo>
                  <a:pt x="36793" y="5525"/>
                </a:lnTo>
                <a:lnTo>
                  <a:pt x="37085" y="5419"/>
                </a:lnTo>
                <a:lnTo>
                  <a:pt x="37377" y="5419"/>
                </a:lnTo>
                <a:lnTo>
                  <a:pt x="37669" y="5313"/>
                </a:lnTo>
                <a:lnTo>
                  <a:pt x="37961" y="5153"/>
                </a:lnTo>
                <a:lnTo>
                  <a:pt x="38253" y="5047"/>
                </a:lnTo>
                <a:lnTo>
                  <a:pt x="38486" y="5047"/>
                </a:lnTo>
                <a:lnTo>
                  <a:pt x="38778" y="4887"/>
                </a:lnTo>
                <a:lnTo>
                  <a:pt x="39187" y="4781"/>
                </a:lnTo>
                <a:lnTo>
                  <a:pt x="39362" y="4781"/>
                </a:lnTo>
                <a:lnTo>
                  <a:pt x="39654" y="4622"/>
                </a:lnTo>
                <a:lnTo>
                  <a:pt x="39946" y="4516"/>
                </a:lnTo>
                <a:lnTo>
                  <a:pt x="40180" y="4409"/>
                </a:lnTo>
                <a:lnTo>
                  <a:pt x="40472" y="4409"/>
                </a:lnTo>
                <a:lnTo>
                  <a:pt x="40764" y="4250"/>
                </a:lnTo>
                <a:lnTo>
                  <a:pt x="41173" y="4144"/>
                </a:lnTo>
                <a:lnTo>
                  <a:pt x="41465" y="4144"/>
                </a:lnTo>
                <a:lnTo>
                  <a:pt x="41757" y="3984"/>
                </a:lnTo>
                <a:lnTo>
                  <a:pt x="42166" y="3878"/>
                </a:lnTo>
                <a:lnTo>
                  <a:pt x="42458" y="3772"/>
                </a:lnTo>
                <a:lnTo>
                  <a:pt x="42750" y="3612"/>
                </a:lnTo>
                <a:lnTo>
                  <a:pt x="43158" y="3612"/>
                </a:lnTo>
                <a:lnTo>
                  <a:pt x="43450" y="3506"/>
                </a:lnTo>
                <a:lnTo>
                  <a:pt x="43742" y="3347"/>
                </a:lnTo>
                <a:lnTo>
                  <a:pt x="44034" y="3347"/>
                </a:lnTo>
                <a:lnTo>
                  <a:pt x="44268" y="3240"/>
                </a:lnTo>
                <a:lnTo>
                  <a:pt x="44443" y="3240"/>
                </a:lnTo>
                <a:lnTo>
                  <a:pt x="44735" y="3240"/>
                </a:lnTo>
                <a:lnTo>
                  <a:pt x="44969" y="3081"/>
                </a:lnTo>
                <a:lnTo>
                  <a:pt x="45436" y="2975"/>
                </a:lnTo>
                <a:lnTo>
                  <a:pt x="45728" y="2975"/>
                </a:lnTo>
                <a:lnTo>
                  <a:pt x="45962" y="2869"/>
                </a:lnTo>
                <a:lnTo>
                  <a:pt x="46254" y="2709"/>
                </a:lnTo>
                <a:lnTo>
                  <a:pt x="46546" y="2709"/>
                </a:lnTo>
                <a:lnTo>
                  <a:pt x="46838" y="2603"/>
                </a:lnTo>
                <a:lnTo>
                  <a:pt x="46954" y="2443"/>
                </a:lnTo>
                <a:lnTo>
                  <a:pt x="47422" y="2443"/>
                </a:lnTo>
                <a:lnTo>
                  <a:pt x="47655" y="2337"/>
                </a:lnTo>
                <a:lnTo>
                  <a:pt x="47947" y="2231"/>
                </a:lnTo>
                <a:lnTo>
                  <a:pt x="48239" y="2231"/>
                </a:lnTo>
                <a:lnTo>
                  <a:pt x="48531" y="2072"/>
                </a:lnTo>
                <a:lnTo>
                  <a:pt x="48823" y="2072"/>
                </a:lnTo>
                <a:lnTo>
                  <a:pt x="49057" y="1965"/>
                </a:lnTo>
                <a:lnTo>
                  <a:pt x="49349" y="1806"/>
                </a:lnTo>
                <a:lnTo>
                  <a:pt x="49641" y="1806"/>
                </a:lnTo>
                <a:lnTo>
                  <a:pt x="49933" y="1700"/>
                </a:lnTo>
                <a:lnTo>
                  <a:pt x="50225" y="1700"/>
                </a:lnTo>
                <a:lnTo>
                  <a:pt x="50517" y="1540"/>
                </a:lnTo>
                <a:lnTo>
                  <a:pt x="50751" y="1434"/>
                </a:lnTo>
                <a:lnTo>
                  <a:pt x="51043" y="1434"/>
                </a:lnTo>
                <a:lnTo>
                  <a:pt x="51335" y="1328"/>
                </a:lnTo>
                <a:lnTo>
                  <a:pt x="51743" y="1168"/>
                </a:lnTo>
                <a:lnTo>
                  <a:pt x="51919" y="1168"/>
                </a:lnTo>
                <a:lnTo>
                  <a:pt x="52211" y="1062"/>
                </a:lnTo>
                <a:lnTo>
                  <a:pt x="52444" y="1062"/>
                </a:lnTo>
                <a:lnTo>
                  <a:pt x="52736" y="903"/>
                </a:lnTo>
                <a:lnTo>
                  <a:pt x="53028" y="903"/>
                </a:lnTo>
                <a:lnTo>
                  <a:pt x="53320" y="903"/>
                </a:lnTo>
                <a:lnTo>
                  <a:pt x="53729" y="796"/>
                </a:lnTo>
                <a:lnTo>
                  <a:pt x="54021" y="796"/>
                </a:lnTo>
                <a:lnTo>
                  <a:pt x="54313" y="690"/>
                </a:lnTo>
                <a:lnTo>
                  <a:pt x="54722" y="531"/>
                </a:lnTo>
                <a:lnTo>
                  <a:pt x="55014" y="425"/>
                </a:lnTo>
                <a:lnTo>
                  <a:pt x="55306" y="425"/>
                </a:lnTo>
                <a:lnTo>
                  <a:pt x="55715" y="265"/>
                </a:lnTo>
                <a:lnTo>
                  <a:pt x="56007" y="265"/>
                </a:lnTo>
                <a:lnTo>
                  <a:pt x="56299" y="159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778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794960" y="5044595"/>
            <a:ext cx="56708" cy="7916"/>
          </a:xfrm>
          <a:custGeom>
            <a:avLst/>
            <a:gdLst/>
            <a:ahLst/>
            <a:cxnLst/>
            <a:rect l="l" t="t" r="r" b="b"/>
            <a:pathLst>
              <a:path w="56708" h="7916">
                <a:moveTo>
                  <a:pt x="0" y="7916"/>
                </a:moveTo>
                <a:lnTo>
                  <a:pt x="175" y="7916"/>
                </a:lnTo>
                <a:lnTo>
                  <a:pt x="467" y="7810"/>
                </a:lnTo>
                <a:lnTo>
                  <a:pt x="700" y="7703"/>
                </a:lnTo>
                <a:lnTo>
                  <a:pt x="1168" y="7703"/>
                </a:lnTo>
                <a:lnTo>
                  <a:pt x="1401" y="7544"/>
                </a:lnTo>
                <a:lnTo>
                  <a:pt x="1693" y="7544"/>
                </a:lnTo>
                <a:lnTo>
                  <a:pt x="1985" y="7438"/>
                </a:lnTo>
                <a:lnTo>
                  <a:pt x="2277" y="7438"/>
                </a:lnTo>
                <a:lnTo>
                  <a:pt x="2569" y="7278"/>
                </a:lnTo>
                <a:lnTo>
                  <a:pt x="3095" y="7172"/>
                </a:lnTo>
                <a:lnTo>
                  <a:pt x="3387" y="7172"/>
                </a:lnTo>
                <a:lnTo>
                  <a:pt x="3679" y="7066"/>
                </a:lnTo>
                <a:lnTo>
                  <a:pt x="3971" y="7066"/>
                </a:lnTo>
                <a:lnTo>
                  <a:pt x="4263" y="6906"/>
                </a:lnTo>
                <a:lnTo>
                  <a:pt x="4555" y="6906"/>
                </a:lnTo>
                <a:lnTo>
                  <a:pt x="4788" y="6800"/>
                </a:lnTo>
                <a:lnTo>
                  <a:pt x="5080" y="6800"/>
                </a:lnTo>
                <a:lnTo>
                  <a:pt x="5372" y="6641"/>
                </a:lnTo>
                <a:lnTo>
                  <a:pt x="5664" y="6641"/>
                </a:lnTo>
                <a:lnTo>
                  <a:pt x="5956" y="6535"/>
                </a:lnTo>
                <a:lnTo>
                  <a:pt x="6248" y="6535"/>
                </a:lnTo>
                <a:lnTo>
                  <a:pt x="6482" y="6535"/>
                </a:lnTo>
                <a:lnTo>
                  <a:pt x="6774" y="6535"/>
                </a:lnTo>
                <a:lnTo>
                  <a:pt x="7066" y="6375"/>
                </a:lnTo>
                <a:lnTo>
                  <a:pt x="7475" y="6375"/>
                </a:lnTo>
                <a:lnTo>
                  <a:pt x="7650" y="6269"/>
                </a:lnTo>
                <a:lnTo>
                  <a:pt x="7942" y="6269"/>
                </a:lnTo>
                <a:lnTo>
                  <a:pt x="8176" y="6163"/>
                </a:lnTo>
                <a:lnTo>
                  <a:pt x="8468" y="6163"/>
                </a:lnTo>
                <a:lnTo>
                  <a:pt x="8760" y="6003"/>
                </a:lnTo>
                <a:lnTo>
                  <a:pt x="9052" y="6003"/>
                </a:lnTo>
                <a:lnTo>
                  <a:pt x="9461" y="5897"/>
                </a:lnTo>
                <a:lnTo>
                  <a:pt x="9753" y="5897"/>
                </a:lnTo>
                <a:lnTo>
                  <a:pt x="10045" y="5738"/>
                </a:lnTo>
                <a:lnTo>
                  <a:pt x="10453" y="5631"/>
                </a:lnTo>
                <a:lnTo>
                  <a:pt x="10745" y="5631"/>
                </a:lnTo>
                <a:lnTo>
                  <a:pt x="11037" y="5525"/>
                </a:lnTo>
                <a:lnTo>
                  <a:pt x="11446" y="5525"/>
                </a:lnTo>
                <a:lnTo>
                  <a:pt x="11738" y="5525"/>
                </a:lnTo>
                <a:lnTo>
                  <a:pt x="12030" y="5366"/>
                </a:lnTo>
                <a:lnTo>
                  <a:pt x="12264" y="5366"/>
                </a:lnTo>
                <a:lnTo>
                  <a:pt x="12556" y="5259"/>
                </a:lnTo>
                <a:lnTo>
                  <a:pt x="12731" y="5259"/>
                </a:lnTo>
                <a:lnTo>
                  <a:pt x="12965" y="5100"/>
                </a:lnTo>
                <a:lnTo>
                  <a:pt x="13257" y="5100"/>
                </a:lnTo>
                <a:lnTo>
                  <a:pt x="13724" y="4994"/>
                </a:lnTo>
                <a:lnTo>
                  <a:pt x="13958" y="4994"/>
                </a:lnTo>
                <a:lnTo>
                  <a:pt x="14250" y="4994"/>
                </a:lnTo>
                <a:lnTo>
                  <a:pt x="14542" y="4834"/>
                </a:lnTo>
                <a:lnTo>
                  <a:pt x="14834" y="4834"/>
                </a:lnTo>
                <a:lnTo>
                  <a:pt x="15126" y="4728"/>
                </a:lnTo>
                <a:lnTo>
                  <a:pt x="15651" y="4622"/>
                </a:lnTo>
                <a:lnTo>
                  <a:pt x="15943" y="4622"/>
                </a:lnTo>
                <a:lnTo>
                  <a:pt x="16235" y="4622"/>
                </a:lnTo>
                <a:lnTo>
                  <a:pt x="16527" y="4462"/>
                </a:lnTo>
                <a:lnTo>
                  <a:pt x="16819" y="4462"/>
                </a:lnTo>
                <a:lnTo>
                  <a:pt x="17053" y="4356"/>
                </a:lnTo>
                <a:lnTo>
                  <a:pt x="17345" y="4356"/>
                </a:lnTo>
                <a:lnTo>
                  <a:pt x="17637" y="4356"/>
                </a:lnTo>
                <a:lnTo>
                  <a:pt x="17929" y="4197"/>
                </a:lnTo>
                <a:lnTo>
                  <a:pt x="18221" y="4197"/>
                </a:lnTo>
                <a:lnTo>
                  <a:pt x="18513" y="4091"/>
                </a:lnTo>
                <a:lnTo>
                  <a:pt x="18746" y="4091"/>
                </a:lnTo>
                <a:lnTo>
                  <a:pt x="19038" y="4091"/>
                </a:lnTo>
                <a:lnTo>
                  <a:pt x="19330" y="4091"/>
                </a:lnTo>
                <a:lnTo>
                  <a:pt x="19622" y="4091"/>
                </a:lnTo>
                <a:lnTo>
                  <a:pt x="20031" y="3984"/>
                </a:lnTo>
                <a:lnTo>
                  <a:pt x="20206" y="3984"/>
                </a:lnTo>
                <a:lnTo>
                  <a:pt x="20440" y="3984"/>
                </a:lnTo>
                <a:lnTo>
                  <a:pt x="20732" y="3825"/>
                </a:lnTo>
                <a:lnTo>
                  <a:pt x="21024" y="3825"/>
                </a:lnTo>
                <a:lnTo>
                  <a:pt x="21316" y="3825"/>
                </a:lnTo>
                <a:lnTo>
                  <a:pt x="21608" y="3719"/>
                </a:lnTo>
                <a:lnTo>
                  <a:pt x="22017" y="3719"/>
                </a:lnTo>
                <a:lnTo>
                  <a:pt x="22309" y="3559"/>
                </a:lnTo>
                <a:lnTo>
                  <a:pt x="22601" y="3559"/>
                </a:lnTo>
                <a:lnTo>
                  <a:pt x="23010" y="3453"/>
                </a:lnTo>
                <a:lnTo>
                  <a:pt x="23302" y="3453"/>
                </a:lnTo>
                <a:lnTo>
                  <a:pt x="23594" y="3453"/>
                </a:lnTo>
                <a:lnTo>
                  <a:pt x="24003" y="3347"/>
                </a:lnTo>
                <a:lnTo>
                  <a:pt x="24295" y="3347"/>
                </a:lnTo>
                <a:lnTo>
                  <a:pt x="24528" y="3347"/>
                </a:lnTo>
                <a:lnTo>
                  <a:pt x="24820" y="3187"/>
                </a:lnTo>
                <a:lnTo>
                  <a:pt x="25112" y="3187"/>
                </a:lnTo>
                <a:lnTo>
                  <a:pt x="25287" y="3187"/>
                </a:lnTo>
                <a:lnTo>
                  <a:pt x="25521" y="3081"/>
                </a:lnTo>
                <a:lnTo>
                  <a:pt x="25813" y="3081"/>
                </a:lnTo>
                <a:lnTo>
                  <a:pt x="26222" y="3081"/>
                </a:lnTo>
                <a:lnTo>
                  <a:pt x="26514" y="2922"/>
                </a:lnTo>
                <a:lnTo>
                  <a:pt x="26806" y="2922"/>
                </a:lnTo>
                <a:lnTo>
                  <a:pt x="27098" y="2922"/>
                </a:lnTo>
                <a:lnTo>
                  <a:pt x="27390" y="2815"/>
                </a:lnTo>
                <a:lnTo>
                  <a:pt x="27682" y="2815"/>
                </a:lnTo>
                <a:lnTo>
                  <a:pt x="28208" y="2656"/>
                </a:lnTo>
                <a:lnTo>
                  <a:pt x="28500" y="2656"/>
                </a:lnTo>
                <a:lnTo>
                  <a:pt x="28792" y="2656"/>
                </a:lnTo>
                <a:lnTo>
                  <a:pt x="29084" y="2550"/>
                </a:lnTo>
                <a:lnTo>
                  <a:pt x="29376" y="2550"/>
                </a:lnTo>
                <a:lnTo>
                  <a:pt x="29609" y="2550"/>
                </a:lnTo>
                <a:lnTo>
                  <a:pt x="29901" y="2443"/>
                </a:lnTo>
                <a:lnTo>
                  <a:pt x="30193" y="2443"/>
                </a:lnTo>
                <a:lnTo>
                  <a:pt x="30485" y="2443"/>
                </a:lnTo>
                <a:lnTo>
                  <a:pt x="30777" y="2284"/>
                </a:lnTo>
                <a:lnTo>
                  <a:pt x="31069" y="2284"/>
                </a:lnTo>
                <a:lnTo>
                  <a:pt x="31303" y="2284"/>
                </a:lnTo>
                <a:lnTo>
                  <a:pt x="31595" y="2284"/>
                </a:lnTo>
                <a:lnTo>
                  <a:pt x="31887" y="2178"/>
                </a:lnTo>
                <a:lnTo>
                  <a:pt x="32179" y="2178"/>
                </a:lnTo>
                <a:lnTo>
                  <a:pt x="32588" y="2178"/>
                </a:lnTo>
                <a:lnTo>
                  <a:pt x="32880" y="2018"/>
                </a:lnTo>
                <a:lnTo>
                  <a:pt x="33288" y="2018"/>
                </a:lnTo>
                <a:lnTo>
                  <a:pt x="33580" y="2018"/>
                </a:lnTo>
                <a:lnTo>
                  <a:pt x="33872" y="1912"/>
                </a:lnTo>
                <a:lnTo>
                  <a:pt x="34165" y="1912"/>
                </a:lnTo>
                <a:lnTo>
                  <a:pt x="34573" y="1912"/>
                </a:lnTo>
                <a:lnTo>
                  <a:pt x="34865" y="1806"/>
                </a:lnTo>
                <a:lnTo>
                  <a:pt x="35157" y="1806"/>
                </a:lnTo>
                <a:lnTo>
                  <a:pt x="35566" y="1806"/>
                </a:lnTo>
                <a:lnTo>
                  <a:pt x="35858" y="1806"/>
                </a:lnTo>
                <a:lnTo>
                  <a:pt x="36092" y="1806"/>
                </a:lnTo>
                <a:lnTo>
                  <a:pt x="36384" y="1806"/>
                </a:lnTo>
                <a:lnTo>
                  <a:pt x="36851" y="1806"/>
                </a:lnTo>
                <a:lnTo>
                  <a:pt x="37085" y="1647"/>
                </a:lnTo>
                <a:lnTo>
                  <a:pt x="37377" y="1647"/>
                </a:lnTo>
                <a:lnTo>
                  <a:pt x="37669" y="1647"/>
                </a:lnTo>
                <a:lnTo>
                  <a:pt x="38077" y="1540"/>
                </a:lnTo>
                <a:lnTo>
                  <a:pt x="38369" y="1540"/>
                </a:lnTo>
                <a:lnTo>
                  <a:pt x="38778" y="1540"/>
                </a:lnTo>
                <a:lnTo>
                  <a:pt x="39070" y="1540"/>
                </a:lnTo>
                <a:lnTo>
                  <a:pt x="39362" y="1381"/>
                </a:lnTo>
                <a:lnTo>
                  <a:pt x="39654" y="1381"/>
                </a:lnTo>
                <a:lnTo>
                  <a:pt x="39946" y="1381"/>
                </a:lnTo>
                <a:lnTo>
                  <a:pt x="40180" y="1381"/>
                </a:lnTo>
                <a:lnTo>
                  <a:pt x="40355" y="1275"/>
                </a:lnTo>
                <a:lnTo>
                  <a:pt x="40764" y="1275"/>
                </a:lnTo>
                <a:lnTo>
                  <a:pt x="41056" y="1275"/>
                </a:lnTo>
                <a:lnTo>
                  <a:pt x="41348" y="1275"/>
                </a:lnTo>
                <a:lnTo>
                  <a:pt x="41640" y="1275"/>
                </a:lnTo>
                <a:lnTo>
                  <a:pt x="41874" y="1115"/>
                </a:lnTo>
                <a:lnTo>
                  <a:pt x="42166" y="1115"/>
                </a:lnTo>
                <a:lnTo>
                  <a:pt x="42458" y="1115"/>
                </a:lnTo>
                <a:lnTo>
                  <a:pt x="42750" y="1115"/>
                </a:lnTo>
                <a:lnTo>
                  <a:pt x="43042" y="1009"/>
                </a:lnTo>
                <a:lnTo>
                  <a:pt x="43334" y="1009"/>
                </a:lnTo>
                <a:lnTo>
                  <a:pt x="43567" y="1009"/>
                </a:lnTo>
                <a:lnTo>
                  <a:pt x="43859" y="1009"/>
                </a:lnTo>
                <a:lnTo>
                  <a:pt x="44151" y="1009"/>
                </a:lnTo>
                <a:lnTo>
                  <a:pt x="44443" y="903"/>
                </a:lnTo>
                <a:lnTo>
                  <a:pt x="44735" y="903"/>
                </a:lnTo>
                <a:lnTo>
                  <a:pt x="45144" y="903"/>
                </a:lnTo>
                <a:lnTo>
                  <a:pt x="45436" y="903"/>
                </a:lnTo>
                <a:lnTo>
                  <a:pt x="45845" y="743"/>
                </a:lnTo>
                <a:lnTo>
                  <a:pt x="46137" y="743"/>
                </a:lnTo>
                <a:lnTo>
                  <a:pt x="46429" y="743"/>
                </a:lnTo>
                <a:lnTo>
                  <a:pt x="46721" y="743"/>
                </a:lnTo>
                <a:lnTo>
                  <a:pt x="47130" y="743"/>
                </a:lnTo>
                <a:lnTo>
                  <a:pt x="47422" y="637"/>
                </a:lnTo>
                <a:lnTo>
                  <a:pt x="47655" y="637"/>
                </a:lnTo>
                <a:lnTo>
                  <a:pt x="47947" y="637"/>
                </a:lnTo>
                <a:lnTo>
                  <a:pt x="48123" y="637"/>
                </a:lnTo>
                <a:lnTo>
                  <a:pt x="48415" y="637"/>
                </a:lnTo>
                <a:lnTo>
                  <a:pt x="48648" y="637"/>
                </a:lnTo>
                <a:lnTo>
                  <a:pt x="48940" y="478"/>
                </a:lnTo>
                <a:lnTo>
                  <a:pt x="49349" y="478"/>
                </a:lnTo>
                <a:lnTo>
                  <a:pt x="49641" y="478"/>
                </a:lnTo>
                <a:lnTo>
                  <a:pt x="49933" y="478"/>
                </a:lnTo>
                <a:lnTo>
                  <a:pt x="50225" y="478"/>
                </a:lnTo>
                <a:lnTo>
                  <a:pt x="50634" y="371"/>
                </a:lnTo>
                <a:lnTo>
                  <a:pt x="50926" y="371"/>
                </a:lnTo>
                <a:lnTo>
                  <a:pt x="51335" y="371"/>
                </a:lnTo>
                <a:lnTo>
                  <a:pt x="51627" y="371"/>
                </a:lnTo>
                <a:lnTo>
                  <a:pt x="51919" y="371"/>
                </a:lnTo>
                <a:lnTo>
                  <a:pt x="52211" y="371"/>
                </a:lnTo>
                <a:lnTo>
                  <a:pt x="52503" y="265"/>
                </a:lnTo>
                <a:lnTo>
                  <a:pt x="52736" y="265"/>
                </a:lnTo>
                <a:lnTo>
                  <a:pt x="52911" y="265"/>
                </a:lnTo>
                <a:lnTo>
                  <a:pt x="53320" y="265"/>
                </a:lnTo>
                <a:lnTo>
                  <a:pt x="53612" y="265"/>
                </a:lnTo>
                <a:lnTo>
                  <a:pt x="53904" y="265"/>
                </a:lnTo>
                <a:lnTo>
                  <a:pt x="54196" y="265"/>
                </a:lnTo>
                <a:lnTo>
                  <a:pt x="54430" y="106"/>
                </a:lnTo>
                <a:lnTo>
                  <a:pt x="54722" y="106"/>
                </a:lnTo>
                <a:lnTo>
                  <a:pt x="55014" y="106"/>
                </a:lnTo>
                <a:lnTo>
                  <a:pt x="55306" y="106"/>
                </a:lnTo>
                <a:lnTo>
                  <a:pt x="55598" y="106"/>
                </a:lnTo>
                <a:lnTo>
                  <a:pt x="55890" y="106"/>
                </a:lnTo>
                <a:lnTo>
                  <a:pt x="56124" y="106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71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851668" y="5044064"/>
            <a:ext cx="56708" cy="903"/>
          </a:xfrm>
          <a:custGeom>
            <a:avLst/>
            <a:gdLst/>
            <a:ahLst/>
            <a:cxnLst/>
            <a:rect l="l" t="t" r="r" b="b"/>
            <a:pathLst>
              <a:path w="56708" h="903">
                <a:moveTo>
                  <a:pt x="0" y="531"/>
                </a:moveTo>
                <a:lnTo>
                  <a:pt x="292" y="531"/>
                </a:lnTo>
                <a:lnTo>
                  <a:pt x="584" y="531"/>
                </a:lnTo>
                <a:lnTo>
                  <a:pt x="992" y="531"/>
                </a:lnTo>
                <a:lnTo>
                  <a:pt x="1284" y="531"/>
                </a:lnTo>
                <a:lnTo>
                  <a:pt x="1693" y="531"/>
                </a:lnTo>
                <a:lnTo>
                  <a:pt x="1985" y="531"/>
                </a:lnTo>
                <a:lnTo>
                  <a:pt x="2277" y="371"/>
                </a:lnTo>
                <a:lnTo>
                  <a:pt x="2511" y="371"/>
                </a:lnTo>
                <a:lnTo>
                  <a:pt x="2978" y="371"/>
                </a:lnTo>
                <a:lnTo>
                  <a:pt x="3270" y="371"/>
                </a:lnTo>
                <a:lnTo>
                  <a:pt x="3504" y="371"/>
                </a:lnTo>
                <a:lnTo>
                  <a:pt x="3796" y="371"/>
                </a:lnTo>
                <a:lnTo>
                  <a:pt x="3971" y="371"/>
                </a:lnTo>
                <a:lnTo>
                  <a:pt x="4204" y="371"/>
                </a:lnTo>
                <a:lnTo>
                  <a:pt x="4496" y="371"/>
                </a:lnTo>
                <a:lnTo>
                  <a:pt x="4788" y="371"/>
                </a:lnTo>
                <a:lnTo>
                  <a:pt x="5197" y="265"/>
                </a:lnTo>
                <a:lnTo>
                  <a:pt x="5489" y="265"/>
                </a:lnTo>
                <a:lnTo>
                  <a:pt x="5781" y="265"/>
                </a:lnTo>
                <a:lnTo>
                  <a:pt x="6073" y="265"/>
                </a:lnTo>
                <a:lnTo>
                  <a:pt x="6365" y="265"/>
                </a:lnTo>
                <a:lnTo>
                  <a:pt x="6774" y="265"/>
                </a:lnTo>
                <a:lnTo>
                  <a:pt x="7183" y="265"/>
                </a:lnTo>
                <a:lnTo>
                  <a:pt x="7475" y="265"/>
                </a:lnTo>
                <a:lnTo>
                  <a:pt x="7767" y="265"/>
                </a:lnTo>
                <a:lnTo>
                  <a:pt x="8059" y="265"/>
                </a:lnTo>
                <a:lnTo>
                  <a:pt x="8293" y="265"/>
                </a:lnTo>
                <a:lnTo>
                  <a:pt x="8585" y="106"/>
                </a:lnTo>
                <a:lnTo>
                  <a:pt x="8877" y="106"/>
                </a:lnTo>
                <a:lnTo>
                  <a:pt x="9169" y="106"/>
                </a:lnTo>
                <a:lnTo>
                  <a:pt x="9461" y="106"/>
                </a:lnTo>
                <a:lnTo>
                  <a:pt x="9753" y="106"/>
                </a:lnTo>
                <a:lnTo>
                  <a:pt x="9986" y="106"/>
                </a:lnTo>
                <a:lnTo>
                  <a:pt x="10278" y="106"/>
                </a:lnTo>
                <a:lnTo>
                  <a:pt x="10570" y="106"/>
                </a:lnTo>
                <a:lnTo>
                  <a:pt x="10862" y="106"/>
                </a:lnTo>
                <a:lnTo>
                  <a:pt x="11154" y="106"/>
                </a:lnTo>
                <a:lnTo>
                  <a:pt x="11446" y="106"/>
                </a:lnTo>
                <a:lnTo>
                  <a:pt x="11680" y="106"/>
                </a:lnTo>
                <a:lnTo>
                  <a:pt x="11972" y="106"/>
                </a:lnTo>
                <a:lnTo>
                  <a:pt x="12264" y="106"/>
                </a:lnTo>
                <a:lnTo>
                  <a:pt x="12556" y="106"/>
                </a:lnTo>
                <a:lnTo>
                  <a:pt x="12848" y="106"/>
                </a:lnTo>
                <a:lnTo>
                  <a:pt x="13140" y="0"/>
                </a:lnTo>
                <a:lnTo>
                  <a:pt x="13549" y="0"/>
                </a:lnTo>
                <a:lnTo>
                  <a:pt x="13841" y="0"/>
                </a:lnTo>
                <a:lnTo>
                  <a:pt x="14250" y="0"/>
                </a:lnTo>
                <a:lnTo>
                  <a:pt x="14542" y="0"/>
                </a:lnTo>
                <a:lnTo>
                  <a:pt x="14834" y="0"/>
                </a:lnTo>
                <a:lnTo>
                  <a:pt x="15067" y="0"/>
                </a:lnTo>
                <a:lnTo>
                  <a:pt x="15534" y="0"/>
                </a:lnTo>
                <a:lnTo>
                  <a:pt x="15768" y="0"/>
                </a:lnTo>
                <a:lnTo>
                  <a:pt x="16060" y="0"/>
                </a:lnTo>
                <a:lnTo>
                  <a:pt x="16352" y="0"/>
                </a:lnTo>
                <a:lnTo>
                  <a:pt x="16527" y="0"/>
                </a:lnTo>
                <a:lnTo>
                  <a:pt x="16761" y="0"/>
                </a:lnTo>
                <a:lnTo>
                  <a:pt x="17053" y="0"/>
                </a:lnTo>
                <a:lnTo>
                  <a:pt x="17345" y="0"/>
                </a:lnTo>
                <a:lnTo>
                  <a:pt x="17754" y="0"/>
                </a:lnTo>
                <a:lnTo>
                  <a:pt x="18046" y="0"/>
                </a:lnTo>
                <a:lnTo>
                  <a:pt x="18338" y="0"/>
                </a:lnTo>
                <a:lnTo>
                  <a:pt x="18630" y="0"/>
                </a:lnTo>
                <a:lnTo>
                  <a:pt x="18922" y="0"/>
                </a:lnTo>
                <a:lnTo>
                  <a:pt x="19330" y="0"/>
                </a:lnTo>
                <a:lnTo>
                  <a:pt x="19739" y="0"/>
                </a:lnTo>
                <a:lnTo>
                  <a:pt x="20031" y="0"/>
                </a:lnTo>
                <a:lnTo>
                  <a:pt x="20323" y="0"/>
                </a:lnTo>
                <a:lnTo>
                  <a:pt x="20615" y="0"/>
                </a:lnTo>
                <a:lnTo>
                  <a:pt x="20849" y="0"/>
                </a:lnTo>
                <a:lnTo>
                  <a:pt x="21141" y="0"/>
                </a:lnTo>
                <a:lnTo>
                  <a:pt x="21433" y="0"/>
                </a:lnTo>
                <a:lnTo>
                  <a:pt x="21725" y="0"/>
                </a:lnTo>
                <a:lnTo>
                  <a:pt x="22017" y="0"/>
                </a:lnTo>
                <a:lnTo>
                  <a:pt x="22309" y="0"/>
                </a:lnTo>
                <a:lnTo>
                  <a:pt x="22543" y="0"/>
                </a:lnTo>
                <a:lnTo>
                  <a:pt x="22835" y="0"/>
                </a:lnTo>
                <a:lnTo>
                  <a:pt x="23127" y="0"/>
                </a:lnTo>
                <a:lnTo>
                  <a:pt x="23419" y="0"/>
                </a:lnTo>
                <a:lnTo>
                  <a:pt x="23711" y="0"/>
                </a:lnTo>
                <a:lnTo>
                  <a:pt x="23944" y="0"/>
                </a:lnTo>
                <a:lnTo>
                  <a:pt x="24236" y="0"/>
                </a:lnTo>
                <a:lnTo>
                  <a:pt x="24528" y="0"/>
                </a:lnTo>
                <a:lnTo>
                  <a:pt x="24820" y="0"/>
                </a:lnTo>
                <a:lnTo>
                  <a:pt x="25112" y="0"/>
                </a:lnTo>
                <a:lnTo>
                  <a:pt x="25404" y="0"/>
                </a:lnTo>
                <a:lnTo>
                  <a:pt x="25638" y="0"/>
                </a:lnTo>
                <a:lnTo>
                  <a:pt x="26105" y="0"/>
                </a:lnTo>
                <a:lnTo>
                  <a:pt x="26397" y="0"/>
                </a:lnTo>
                <a:lnTo>
                  <a:pt x="26806" y="0"/>
                </a:lnTo>
                <a:lnTo>
                  <a:pt x="27098" y="0"/>
                </a:lnTo>
                <a:lnTo>
                  <a:pt x="27332" y="0"/>
                </a:lnTo>
                <a:lnTo>
                  <a:pt x="27624" y="0"/>
                </a:lnTo>
                <a:lnTo>
                  <a:pt x="28091" y="0"/>
                </a:lnTo>
                <a:lnTo>
                  <a:pt x="28324" y="0"/>
                </a:lnTo>
                <a:lnTo>
                  <a:pt x="28616" y="0"/>
                </a:lnTo>
                <a:lnTo>
                  <a:pt x="28908" y="0"/>
                </a:lnTo>
                <a:lnTo>
                  <a:pt x="29317" y="0"/>
                </a:lnTo>
                <a:lnTo>
                  <a:pt x="29609" y="0"/>
                </a:lnTo>
                <a:lnTo>
                  <a:pt x="29901" y="0"/>
                </a:lnTo>
                <a:lnTo>
                  <a:pt x="30310" y="0"/>
                </a:lnTo>
                <a:lnTo>
                  <a:pt x="30602" y="0"/>
                </a:lnTo>
                <a:lnTo>
                  <a:pt x="30894" y="0"/>
                </a:lnTo>
                <a:lnTo>
                  <a:pt x="31186" y="0"/>
                </a:lnTo>
                <a:lnTo>
                  <a:pt x="31420" y="0"/>
                </a:lnTo>
                <a:lnTo>
                  <a:pt x="31595" y="0"/>
                </a:lnTo>
                <a:lnTo>
                  <a:pt x="31887" y="0"/>
                </a:lnTo>
                <a:lnTo>
                  <a:pt x="32296" y="0"/>
                </a:lnTo>
                <a:lnTo>
                  <a:pt x="32588" y="0"/>
                </a:lnTo>
                <a:lnTo>
                  <a:pt x="32880" y="0"/>
                </a:lnTo>
                <a:lnTo>
                  <a:pt x="33113" y="0"/>
                </a:lnTo>
                <a:lnTo>
                  <a:pt x="33405" y="0"/>
                </a:lnTo>
                <a:lnTo>
                  <a:pt x="33697" y="0"/>
                </a:lnTo>
                <a:lnTo>
                  <a:pt x="33989" y="0"/>
                </a:lnTo>
                <a:lnTo>
                  <a:pt x="34281" y="106"/>
                </a:lnTo>
                <a:lnTo>
                  <a:pt x="34573" y="106"/>
                </a:lnTo>
                <a:lnTo>
                  <a:pt x="34807" y="106"/>
                </a:lnTo>
                <a:lnTo>
                  <a:pt x="35099" y="106"/>
                </a:lnTo>
                <a:lnTo>
                  <a:pt x="35391" y="106"/>
                </a:lnTo>
                <a:lnTo>
                  <a:pt x="35683" y="106"/>
                </a:lnTo>
                <a:lnTo>
                  <a:pt x="35975" y="106"/>
                </a:lnTo>
                <a:lnTo>
                  <a:pt x="36267" y="106"/>
                </a:lnTo>
                <a:lnTo>
                  <a:pt x="36501" y="106"/>
                </a:lnTo>
                <a:lnTo>
                  <a:pt x="36793" y="106"/>
                </a:lnTo>
                <a:lnTo>
                  <a:pt x="37085" y="106"/>
                </a:lnTo>
                <a:lnTo>
                  <a:pt x="37377" y="106"/>
                </a:lnTo>
                <a:lnTo>
                  <a:pt x="37669" y="106"/>
                </a:lnTo>
                <a:lnTo>
                  <a:pt x="37961" y="106"/>
                </a:lnTo>
                <a:lnTo>
                  <a:pt x="38194" y="106"/>
                </a:lnTo>
                <a:lnTo>
                  <a:pt x="38661" y="106"/>
                </a:lnTo>
                <a:lnTo>
                  <a:pt x="38895" y="106"/>
                </a:lnTo>
                <a:lnTo>
                  <a:pt x="39070" y="106"/>
                </a:lnTo>
                <a:lnTo>
                  <a:pt x="39362" y="265"/>
                </a:lnTo>
                <a:lnTo>
                  <a:pt x="39654" y="265"/>
                </a:lnTo>
                <a:lnTo>
                  <a:pt x="39888" y="265"/>
                </a:lnTo>
                <a:lnTo>
                  <a:pt x="40180" y="265"/>
                </a:lnTo>
                <a:lnTo>
                  <a:pt x="40589" y="265"/>
                </a:lnTo>
                <a:lnTo>
                  <a:pt x="40881" y="265"/>
                </a:lnTo>
                <a:lnTo>
                  <a:pt x="41173" y="265"/>
                </a:lnTo>
                <a:lnTo>
                  <a:pt x="41465" y="265"/>
                </a:lnTo>
                <a:lnTo>
                  <a:pt x="41874" y="265"/>
                </a:lnTo>
                <a:lnTo>
                  <a:pt x="42166" y="265"/>
                </a:lnTo>
                <a:lnTo>
                  <a:pt x="42458" y="265"/>
                </a:lnTo>
                <a:lnTo>
                  <a:pt x="42866" y="265"/>
                </a:lnTo>
                <a:lnTo>
                  <a:pt x="43158" y="265"/>
                </a:lnTo>
                <a:lnTo>
                  <a:pt x="43450" y="371"/>
                </a:lnTo>
                <a:lnTo>
                  <a:pt x="43742" y="371"/>
                </a:lnTo>
                <a:lnTo>
                  <a:pt x="43976" y="371"/>
                </a:lnTo>
                <a:lnTo>
                  <a:pt x="44151" y="371"/>
                </a:lnTo>
                <a:lnTo>
                  <a:pt x="44443" y="371"/>
                </a:lnTo>
                <a:lnTo>
                  <a:pt x="44852" y="371"/>
                </a:lnTo>
                <a:lnTo>
                  <a:pt x="45144" y="371"/>
                </a:lnTo>
                <a:lnTo>
                  <a:pt x="45436" y="371"/>
                </a:lnTo>
                <a:lnTo>
                  <a:pt x="45670" y="371"/>
                </a:lnTo>
                <a:lnTo>
                  <a:pt x="45962" y="371"/>
                </a:lnTo>
                <a:lnTo>
                  <a:pt x="46254" y="371"/>
                </a:lnTo>
                <a:lnTo>
                  <a:pt x="46546" y="371"/>
                </a:lnTo>
                <a:lnTo>
                  <a:pt x="46838" y="531"/>
                </a:lnTo>
                <a:lnTo>
                  <a:pt x="47130" y="531"/>
                </a:lnTo>
                <a:lnTo>
                  <a:pt x="47363" y="531"/>
                </a:lnTo>
                <a:lnTo>
                  <a:pt x="47655" y="531"/>
                </a:lnTo>
                <a:lnTo>
                  <a:pt x="47947" y="531"/>
                </a:lnTo>
                <a:lnTo>
                  <a:pt x="48239" y="531"/>
                </a:lnTo>
                <a:lnTo>
                  <a:pt x="48531" y="531"/>
                </a:lnTo>
                <a:lnTo>
                  <a:pt x="48765" y="531"/>
                </a:lnTo>
                <a:lnTo>
                  <a:pt x="49057" y="531"/>
                </a:lnTo>
                <a:lnTo>
                  <a:pt x="49349" y="531"/>
                </a:lnTo>
                <a:lnTo>
                  <a:pt x="49641" y="531"/>
                </a:lnTo>
                <a:lnTo>
                  <a:pt x="49933" y="637"/>
                </a:lnTo>
                <a:lnTo>
                  <a:pt x="50225" y="637"/>
                </a:lnTo>
                <a:lnTo>
                  <a:pt x="50459" y="637"/>
                </a:lnTo>
                <a:lnTo>
                  <a:pt x="50751" y="637"/>
                </a:lnTo>
                <a:lnTo>
                  <a:pt x="51218" y="637"/>
                </a:lnTo>
                <a:lnTo>
                  <a:pt x="51451" y="637"/>
                </a:lnTo>
                <a:lnTo>
                  <a:pt x="51627" y="637"/>
                </a:lnTo>
                <a:lnTo>
                  <a:pt x="51919" y="637"/>
                </a:lnTo>
                <a:lnTo>
                  <a:pt x="52152" y="637"/>
                </a:lnTo>
                <a:lnTo>
                  <a:pt x="52444" y="637"/>
                </a:lnTo>
                <a:lnTo>
                  <a:pt x="52736" y="796"/>
                </a:lnTo>
                <a:lnTo>
                  <a:pt x="53145" y="796"/>
                </a:lnTo>
                <a:lnTo>
                  <a:pt x="53437" y="796"/>
                </a:lnTo>
                <a:lnTo>
                  <a:pt x="53729" y="796"/>
                </a:lnTo>
                <a:lnTo>
                  <a:pt x="54021" y="796"/>
                </a:lnTo>
                <a:lnTo>
                  <a:pt x="54430" y="796"/>
                </a:lnTo>
                <a:lnTo>
                  <a:pt x="54722" y="796"/>
                </a:lnTo>
                <a:lnTo>
                  <a:pt x="55014" y="796"/>
                </a:lnTo>
                <a:lnTo>
                  <a:pt x="55423" y="903"/>
                </a:lnTo>
                <a:lnTo>
                  <a:pt x="55715" y="903"/>
                </a:lnTo>
                <a:lnTo>
                  <a:pt x="56007" y="903"/>
                </a:lnTo>
                <a:lnTo>
                  <a:pt x="56240" y="903"/>
                </a:lnTo>
                <a:lnTo>
                  <a:pt x="56532" y="903"/>
                </a:lnTo>
                <a:lnTo>
                  <a:pt x="56708" y="903"/>
                </a:lnTo>
              </a:path>
            </a:pathLst>
          </a:custGeom>
          <a:ln w="76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908376" y="5044967"/>
            <a:ext cx="56824" cy="3187"/>
          </a:xfrm>
          <a:custGeom>
            <a:avLst/>
            <a:gdLst/>
            <a:ahLst/>
            <a:cxnLst/>
            <a:rect l="l" t="t" r="r" b="b"/>
            <a:pathLst>
              <a:path w="56824" h="3187">
                <a:moveTo>
                  <a:pt x="0" y="0"/>
                </a:moveTo>
                <a:lnTo>
                  <a:pt x="292" y="0"/>
                </a:lnTo>
                <a:lnTo>
                  <a:pt x="700" y="0"/>
                </a:lnTo>
                <a:lnTo>
                  <a:pt x="992" y="0"/>
                </a:lnTo>
                <a:lnTo>
                  <a:pt x="1226" y="106"/>
                </a:lnTo>
                <a:lnTo>
                  <a:pt x="1518" y="106"/>
                </a:lnTo>
                <a:lnTo>
                  <a:pt x="1810" y="106"/>
                </a:lnTo>
                <a:lnTo>
                  <a:pt x="2102" y="106"/>
                </a:lnTo>
                <a:lnTo>
                  <a:pt x="2394" y="106"/>
                </a:lnTo>
                <a:lnTo>
                  <a:pt x="2920" y="106"/>
                </a:lnTo>
                <a:lnTo>
                  <a:pt x="3212" y="106"/>
                </a:lnTo>
                <a:lnTo>
                  <a:pt x="3504" y="106"/>
                </a:lnTo>
                <a:lnTo>
                  <a:pt x="3796" y="265"/>
                </a:lnTo>
                <a:lnTo>
                  <a:pt x="4088" y="265"/>
                </a:lnTo>
                <a:lnTo>
                  <a:pt x="4380" y="265"/>
                </a:lnTo>
                <a:lnTo>
                  <a:pt x="4613" y="265"/>
                </a:lnTo>
                <a:lnTo>
                  <a:pt x="4905" y="265"/>
                </a:lnTo>
                <a:lnTo>
                  <a:pt x="5197" y="265"/>
                </a:lnTo>
                <a:lnTo>
                  <a:pt x="5489" y="265"/>
                </a:lnTo>
                <a:lnTo>
                  <a:pt x="5781" y="265"/>
                </a:lnTo>
                <a:lnTo>
                  <a:pt x="6073" y="371"/>
                </a:lnTo>
                <a:lnTo>
                  <a:pt x="6307" y="371"/>
                </a:lnTo>
                <a:lnTo>
                  <a:pt x="6599" y="371"/>
                </a:lnTo>
                <a:lnTo>
                  <a:pt x="7008" y="371"/>
                </a:lnTo>
                <a:lnTo>
                  <a:pt x="7300" y="371"/>
                </a:lnTo>
                <a:lnTo>
                  <a:pt x="7475" y="371"/>
                </a:lnTo>
                <a:lnTo>
                  <a:pt x="7767" y="371"/>
                </a:lnTo>
                <a:lnTo>
                  <a:pt x="8001" y="371"/>
                </a:lnTo>
                <a:lnTo>
                  <a:pt x="8293" y="531"/>
                </a:lnTo>
                <a:lnTo>
                  <a:pt x="8585" y="531"/>
                </a:lnTo>
                <a:lnTo>
                  <a:pt x="8877" y="531"/>
                </a:lnTo>
                <a:lnTo>
                  <a:pt x="9285" y="531"/>
                </a:lnTo>
                <a:lnTo>
                  <a:pt x="9577" y="531"/>
                </a:lnTo>
                <a:lnTo>
                  <a:pt x="9869" y="531"/>
                </a:lnTo>
                <a:lnTo>
                  <a:pt x="10278" y="531"/>
                </a:lnTo>
                <a:lnTo>
                  <a:pt x="10570" y="637"/>
                </a:lnTo>
                <a:lnTo>
                  <a:pt x="10862" y="637"/>
                </a:lnTo>
                <a:lnTo>
                  <a:pt x="11271" y="637"/>
                </a:lnTo>
                <a:lnTo>
                  <a:pt x="11563" y="637"/>
                </a:lnTo>
                <a:lnTo>
                  <a:pt x="11855" y="637"/>
                </a:lnTo>
                <a:lnTo>
                  <a:pt x="12089" y="637"/>
                </a:lnTo>
                <a:lnTo>
                  <a:pt x="12381" y="637"/>
                </a:lnTo>
                <a:lnTo>
                  <a:pt x="12556" y="743"/>
                </a:lnTo>
                <a:lnTo>
                  <a:pt x="12789" y="743"/>
                </a:lnTo>
                <a:lnTo>
                  <a:pt x="13257" y="743"/>
                </a:lnTo>
                <a:lnTo>
                  <a:pt x="13549" y="743"/>
                </a:lnTo>
                <a:lnTo>
                  <a:pt x="13782" y="743"/>
                </a:lnTo>
                <a:lnTo>
                  <a:pt x="14074" y="743"/>
                </a:lnTo>
                <a:lnTo>
                  <a:pt x="14366" y="743"/>
                </a:lnTo>
                <a:lnTo>
                  <a:pt x="14658" y="743"/>
                </a:lnTo>
                <a:lnTo>
                  <a:pt x="14950" y="903"/>
                </a:lnTo>
                <a:lnTo>
                  <a:pt x="15476" y="903"/>
                </a:lnTo>
                <a:lnTo>
                  <a:pt x="15768" y="903"/>
                </a:lnTo>
                <a:lnTo>
                  <a:pt x="16060" y="903"/>
                </a:lnTo>
                <a:lnTo>
                  <a:pt x="16352" y="903"/>
                </a:lnTo>
                <a:lnTo>
                  <a:pt x="16644" y="903"/>
                </a:lnTo>
                <a:lnTo>
                  <a:pt x="16878" y="1009"/>
                </a:lnTo>
                <a:lnTo>
                  <a:pt x="17170" y="1009"/>
                </a:lnTo>
                <a:lnTo>
                  <a:pt x="17637" y="1009"/>
                </a:lnTo>
                <a:lnTo>
                  <a:pt x="18046" y="1009"/>
                </a:lnTo>
                <a:lnTo>
                  <a:pt x="18338" y="1009"/>
                </a:lnTo>
                <a:lnTo>
                  <a:pt x="18571" y="1009"/>
                </a:lnTo>
                <a:lnTo>
                  <a:pt x="18863" y="1009"/>
                </a:lnTo>
                <a:lnTo>
                  <a:pt x="19155" y="1168"/>
                </a:lnTo>
                <a:lnTo>
                  <a:pt x="19564" y="1168"/>
                </a:lnTo>
                <a:lnTo>
                  <a:pt x="19856" y="1168"/>
                </a:lnTo>
                <a:lnTo>
                  <a:pt x="20031" y="1168"/>
                </a:lnTo>
                <a:lnTo>
                  <a:pt x="20265" y="1168"/>
                </a:lnTo>
                <a:lnTo>
                  <a:pt x="20557" y="1168"/>
                </a:lnTo>
                <a:lnTo>
                  <a:pt x="20849" y="1168"/>
                </a:lnTo>
                <a:lnTo>
                  <a:pt x="21141" y="1275"/>
                </a:lnTo>
                <a:lnTo>
                  <a:pt x="21433" y="1275"/>
                </a:lnTo>
                <a:lnTo>
                  <a:pt x="21842" y="1275"/>
                </a:lnTo>
                <a:lnTo>
                  <a:pt x="22134" y="1275"/>
                </a:lnTo>
                <a:lnTo>
                  <a:pt x="22426" y="1275"/>
                </a:lnTo>
                <a:lnTo>
                  <a:pt x="22835" y="1275"/>
                </a:lnTo>
                <a:lnTo>
                  <a:pt x="23127" y="1434"/>
                </a:lnTo>
                <a:lnTo>
                  <a:pt x="23419" y="1434"/>
                </a:lnTo>
                <a:lnTo>
                  <a:pt x="23827" y="1434"/>
                </a:lnTo>
                <a:lnTo>
                  <a:pt x="24119" y="1434"/>
                </a:lnTo>
                <a:lnTo>
                  <a:pt x="24353" y="1434"/>
                </a:lnTo>
                <a:lnTo>
                  <a:pt x="24645" y="1434"/>
                </a:lnTo>
                <a:lnTo>
                  <a:pt x="24937" y="1434"/>
                </a:lnTo>
                <a:lnTo>
                  <a:pt x="25112" y="1434"/>
                </a:lnTo>
                <a:lnTo>
                  <a:pt x="25346" y="1434"/>
                </a:lnTo>
                <a:lnTo>
                  <a:pt x="25813" y="1434"/>
                </a:lnTo>
                <a:lnTo>
                  <a:pt x="26047" y="1434"/>
                </a:lnTo>
                <a:lnTo>
                  <a:pt x="26339" y="1434"/>
                </a:lnTo>
                <a:lnTo>
                  <a:pt x="26631" y="1434"/>
                </a:lnTo>
                <a:lnTo>
                  <a:pt x="26923" y="1434"/>
                </a:lnTo>
                <a:lnTo>
                  <a:pt x="27215" y="1540"/>
                </a:lnTo>
                <a:lnTo>
                  <a:pt x="27507" y="1540"/>
                </a:lnTo>
                <a:lnTo>
                  <a:pt x="28032" y="1540"/>
                </a:lnTo>
                <a:lnTo>
                  <a:pt x="28324" y="1540"/>
                </a:lnTo>
                <a:lnTo>
                  <a:pt x="28616" y="1540"/>
                </a:lnTo>
                <a:lnTo>
                  <a:pt x="28908" y="1540"/>
                </a:lnTo>
                <a:lnTo>
                  <a:pt x="29200" y="1647"/>
                </a:lnTo>
                <a:lnTo>
                  <a:pt x="29434" y="1647"/>
                </a:lnTo>
                <a:lnTo>
                  <a:pt x="29726" y="1647"/>
                </a:lnTo>
                <a:lnTo>
                  <a:pt x="30135" y="1647"/>
                </a:lnTo>
                <a:lnTo>
                  <a:pt x="30310" y="1647"/>
                </a:lnTo>
                <a:lnTo>
                  <a:pt x="30602" y="1647"/>
                </a:lnTo>
                <a:lnTo>
                  <a:pt x="30894" y="1647"/>
                </a:lnTo>
                <a:lnTo>
                  <a:pt x="31128" y="1806"/>
                </a:lnTo>
                <a:lnTo>
                  <a:pt x="31420" y="1806"/>
                </a:lnTo>
                <a:lnTo>
                  <a:pt x="31712" y="1806"/>
                </a:lnTo>
                <a:lnTo>
                  <a:pt x="32120" y="1806"/>
                </a:lnTo>
                <a:lnTo>
                  <a:pt x="32412" y="1806"/>
                </a:lnTo>
                <a:lnTo>
                  <a:pt x="32704" y="1806"/>
                </a:lnTo>
                <a:lnTo>
                  <a:pt x="33113" y="1912"/>
                </a:lnTo>
                <a:lnTo>
                  <a:pt x="33405" y="1912"/>
                </a:lnTo>
                <a:lnTo>
                  <a:pt x="33697" y="1912"/>
                </a:lnTo>
                <a:lnTo>
                  <a:pt x="33989" y="1912"/>
                </a:lnTo>
                <a:lnTo>
                  <a:pt x="34398" y="1912"/>
                </a:lnTo>
                <a:lnTo>
                  <a:pt x="34690" y="1912"/>
                </a:lnTo>
                <a:lnTo>
                  <a:pt x="34982" y="1912"/>
                </a:lnTo>
                <a:lnTo>
                  <a:pt x="35216" y="1912"/>
                </a:lnTo>
                <a:lnTo>
                  <a:pt x="35391" y="2072"/>
                </a:lnTo>
                <a:lnTo>
                  <a:pt x="35683" y="2072"/>
                </a:lnTo>
                <a:lnTo>
                  <a:pt x="35917" y="2072"/>
                </a:lnTo>
                <a:lnTo>
                  <a:pt x="36384" y="2072"/>
                </a:lnTo>
                <a:lnTo>
                  <a:pt x="36676" y="2072"/>
                </a:lnTo>
                <a:lnTo>
                  <a:pt x="36909" y="2072"/>
                </a:lnTo>
                <a:lnTo>
                  <a:pt x="37201" y="2072"/>
                </a:lnTo>
                <a:lnTo>
                  <a:pt x="37493" y="2178"/>
                </a:lnTo>
                <a:lnTo>
                  <a:pt x="37902" y="2178"/>
                </a:lnTo>
                <a:lnTo>
                  <a:pt x="38369" y="2178"/>
                </a:lnTo>
                <a:lnTo>
                  <a:pt x="38603" y="2178"/>
                </a:lnTo>
                <a:lnTo>
                  <a:pt x="38895" y="2178"/>
                </a:lnTo>
                <a:lnTo>
                  <a:pt x="39187" y="2178"/>
                </a:lnTo>
                <a:lnTo>
                  <a:pt x="39479" y="2284"/>
                </a:lnTo>
                <a:lnTo>
                  <a:pt x="39771" y="2284"/>
                </a:lnTo>
                <a:lnTo>
                  <a:pt x="40005" y="2284"/>
                </a:lnTo>
                <a:lnTo>
                  <a:pt x="40180" y="2284"/>
                </a:lnTo>
                <a:lnTo>
                  <a:pt x="40589" y="2284"/>
                </a:lnTo>
                <a:lnTo>
                  <a:pt x="40881" y="2284"/>
                </a:lnTo>
                <a:lnTo>
                  <a:pt x="41173" y="2284"/>
                </a:lnTo>
                <a:lnTo>
                  <a:pt x="41465" y="2284"/>
                </a:lnTo>
                <a:lnTo>
                  <a:pt x="41698" y="2443"/>
                </a:lnTo>
                <a:lnTo>
                  <a:pt x="41990" y="2443"/>
                </a:lnTo>
                <a:lnTo>
                  <a:pt x="42282" y="2443"/>
                </a:lnTo>
                <a:lnTo>
                  <a:pt x="42691" y="2443"/>
                </a:lnTo>
                <a:lnTo>
                  <a:pt x="42866" y="2443"/>
                </a:lnTo>
                <a:lnTo>
                  <a:pt x="43158" y="2443"/>
                </a:lnTo>
                <a:lnTo>
                  <a:pt x="43392" y="2443"/>
                </a:lnTo>
                <a:lnTo>
                  <a:pt x="43684" y="2443"/>
                </a:lnTo>
                <a:lnTo>
                  <a:pt x="43976" y="2550"/>
                </a:lnTo>
                <a:lnTo>
                  <a:pt x="44268" y="2550"/>
                </a:lnTo>
                <a:lnTo>
                  <a:pt x="44677" y="2550"/>
                </a:lnTo>
                <a:lnTo>
                  <a:pt x="44969" y="2550"/>
                </a:lnTo>
                <a:lnTo>
                  <a:pt x="45261" y="2550"/>
                </a:lnTo>
                <a:lnTo>
                  <a:pt x="45670" y="2550"/>
                </a:lnTo>
                <a:lnTo>
                  <a:pt x="45962" y="2709"/>
                </a:lnTo>
                <a:lnTo>
                  <a:pt x="46254" y="2709"/>
                </a:lnTo>
                <a:lnTo>
                  <a:pt x="46546" y="2709"/>
                </a:lnTo>
                <a:lnTo>
                  <a:pt x="46954" y="2709"/>
                </a:lnTo>
                <a:lnTo>
                  <a:pt x="47246" y="2709"/>
                </a:lnTo>
                <a:lnTo>
                  <a:pt x="47480" y="2709"/>
                </a:lnTo>
                <a:lnTo>
                  <a:pt x="47772" y="2709"/>
                </a:lnTo>
                <a:lnTo>
                  <a:pt x="47947" y="2709"/>
                </a:lnTo>
                <a:lnTo>
                  <a:pt x="48239" y="2709"/>
                </a:lnTo>
                <a:lnTo>
                  <a:pt x="48473" y="2815"/>
                </a:lnTo>
                <a:lnTo>
                  <a:pt x="48940" y="2815"/>
                </a:lnTo>
                <a:lnTo>
                  <a:pt x="49174" y="2815"/>
                </a:lnTo>
                <a:lnTo>
                  <a:pt x="49466" y="2815"/>
                </a:lnTo>
                <a:lnTo>
                  <a:pt x="49758" y="2815"/>
                </a:lnTo>
                <a:lnTo>
                  <a:pt x="50050" y="2815"/>
                </a:lnTo>
                <a:lnTo>
                  <a:pt x="50342" y="2815"/>
                </a:lnTo>
                <a:lnTo>
                  <a:pt x="50867" y="2975"/>
                </a:lnTo>
                <a:lnTo>
                  <a:pt x="51159" y="2975"/>
                </a:lnTo>
                <a:lnTo>
                  <a:pt x="51451" y="2975"/>
                </a:lnTo>
                <a:lnTo>
                  <a:pt x="51743" y="2975"/>
                </a:lnTo>
                <a:lnTo>
                  <a:pt x="52035" y="2975"/>
                </a:lnTo>
                <a:lnTo>
                  <a:pt x="52327" y="2975"/>
                </a:lnTo>
                <a:lnTo>
                  <a:pt x="52561" y="2975"/>
                </a:lnTo>
                <a:lnTo>
                  <a:pt x="52736" y="2975"/>
                </a:lnTo>
                <a:lnTo>
                  <a:pt x="53145" y="2975"/>
                </a:lnTo>
                <a:lnTo>
                  <a:pt x="53437" y="3081"/>
                </a:lnTo>
                <a:lnTo>
                  <a:pt x="53729" y="3081"/>
                </a:lnTo>
                <a:lnTo>
                  <a:pt x="54021" y="3081"/>
                </a:lnTo>
                <a:lnTo>
                  <a:pt x="54255" y="3081"/>
                </a:lnTo>
                <a:lnTo>
                  <a:pt x="54547" y="3081"/>
                </a:lnTo>
                <a:lnTo>
                  <a:pt x="54839" y="3081"/>
                </a:lnTo>
                <a:lnTo>
                  <a:pt x="55248" y="3081"/>
                </a:lnTo>
                <a:lnTo>
                  <a:pt x="55423" y="3081"/>
                </a:lnTo>
                <a:lnTo>
                  <a:pt x="55715" y="3081"/>
                </a:lnTo>
                <a:lnTo>
                  <a:pt x="55948" y="3187"/>
                </a:lnTo>
                <a:lnTo>
                  <a:pt x="56240" y="3187"/>
                </a:lnTo>
                <a:lnTo>
                  <a:pt x="56532" y="3187"/>
                </a:lnTo>
                <a:lnTo>
                  <a:pt x="56824" y="3187"/>
                </a:lnTo>
              </a:path>
            </a:pathLst>
          </a:custGeom>
          <a:ln w="76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965201" y="5047943"/>
            <a:ext cx="56708" cy="850"/>
          </a:xfrm>
          <a:custGeom>
            <a:avLst/>
            <a:gdLst/>
            <a:ahLst/>
            <a:cxnLst/>
            <a:rect l="l" t="t" r="r" b="b"/>
            <a:pathLst>
              <a:path w="56708" h="850">
                <a:moveTo>
                  <a:pt x="0" y="212"/>
                </a:moveTo>
                <a:lnTo>
                  <a:pt x="408" y="212"/>
                </a:lnTo>
                <a:lnTo>
                  <a:pt x="700" y="212"/>
                </a:lnTo>
                <a:lnTo>
                  <a:pt x="992" y="212"/>
                </a:lnTo>
                <a:lnTo>
                  <a:pt x="1401" y="212"/>
                </a:lnTo>
                <a:lnTo>
                  <a:pt x="1693" y="212"/>
                </a:lnTo>
                <a:lnTo>
                  <a:pt x="1985" y="371"/>
                </a:lnTo>
                <a:lnTo>
                  <a:pt x="2219" y="371"/>
                </a:lnTo>
                <a:lnTo>
                  <a:pt x="2686" y="371"/>
                </a:lnTo>
                <a:lnTo>
                  <a:pt x="2978" y="371"/>
                </a:lnTo>
                <a:lnTo>
                  <a:pt x="3212" y="371"/>
                </a:lnTo>
                <a:lnTo>
                  <a:pt x="3504" y="371"/>
                </a:lnTo>
                <a:lnTo>
                  <a:pt x="3679" y="371"/>
                </a:lnTo>
                <a:lnTo>
                  <a:pt x="3912" y="371"/>
                </a:lnTo>
                <a:lnTo>
                  <a:pt x="4204" y="371"/>
                </a:lnTo>
                <a:lnTo>
                  <a:pt x="4672" y="371"/>
                </a:lnTo>
                <a:lnTo>
                  <a:pt x="4905" y="478"/>
                </a:lnTo>
                <a:lnTo>
                  <a:pt x="5197" y="478"/>
                </a:lnTo>
                <a:lnTo>
                  <a:pt x="5489" y="478"/>
                </a:lnTo>
                <a:lnTo>
                  <a:pt x="5781" y="478"/>
                </a:lnTo>
                <a:lnTo>
                  <a:pt x="6073" y="478"/>
                </a:lnTo>
                <a:lnTo>
                  <a:pt x="6599" y="478"/>
                </a:lnTo>
                <a:lnTo>
                  <a:pt x="6891" y="478"/>
                </a:lnTo>
                <a:lnTo>
                  <a:pt x="7183" y="478"/>
                </a:lnTo>
                <a:lnTo>
                  <a:pt x="7475" y="478"/>
                </a:lnTo>
                <a:lnTo>
                  <a:pt x="7767" y="478"/>
                </a:lnTo>
                <a:lnTo>
                  <a:pt x="8001" y="478"/>
                </a:lnTo>
                <a:lnTo>
                  <a:pt x="8293" y="637"/>
                </a:lnTo>
                <a:lnTo>
                  <a:pt x="8585" y="637"/>
                </a:lnTo>
                <a:lnTo>
                  <a:pt x="8877" y="637"/>
                </a:lnTo>
                <a:lnTo>
                  <a:pt x="9169" y="637"/>
                </a:lnTo>
                <a:lnTo>
                  <a:pt x="9461" y="637"/>
                </a:lnTo>
                <a:lnTo>
                  <a:pt x="9694" y="637"/>
                </a:lnTo>
                <a:lnTo>
                  <a:pt x="9986" y="637"/>
                </a:lnTo>
                <a:lnTo>
                  <a:pt x="10278" y="637"/>
                </a:lnTo>
                <a:lnTo>
                  <a:pt x="10570" y="637"/>
                </a:lnTo>
                <a:lnTo>
                  <a:pt x="10979" y="637"/>
                </a:lnTo>
                <a:lnTo>
                  <a:pt x="11154" y="637"/>
                </a:lnTo>
                <a:lnTo>
                  <a:pt x="11388" y="637"/>
                </a:lnTo>
                <a:lnTo>
                  <a:pt x="11680" y="637"/>
                </a:lnTo>
                <a:lnTo>
                  <a:pt x="11972" y="743"/>
                </a:lnTo>
                <a:lnTo>
                  <a:pt x="12264" y="743"/>
                </a:lnTo>
                <a:lnTo>
                  <a:pt x="12556" y="743"/>
                </a:lnTo>
                <a:lnTo>
                  <a:pt x="12965" y="743"/>
                </a:lnTo>
                <a:lnTo>
                  <a:pt x="13257" y="743"/>
                </a:lnTo>
                <a:lnTo>
                  <a:pt x="13549" y="743"/>
                </a:lnTo>
                <a:lnTo>
                  <a:pt x="13958" y="743"/>
                </a:lnTo>
                <a:lnTo>
                  <a:pt x="14250" y="743"/>
                </a:lnTo>
                <a:lnTo>
                  <a:pt x="14542" y="743"/>
                </a:lnTo>
                <a:lnTo>
                  <a:pt x="14775" y="743"/>
                </a:lnTo>
                <a:lnTo>
                  <a:pt x="15242" y="743"/>
                </a:lnTo>
                <a:lnTo>
                  <a:pt x="15476" y="743"/>
                </a:lnTo>
                <a:lnTo>
                  <a:pt x="15768" y="743"/>
                </a:lnTo>
                <a:lnTo>
                  <a:pt x="16060" y="743"/>
                </a:lnTo>
                <a:lnTo>
                  <a:pt x="16235" y="743"/>
                </a:lnTo>
                <a:lnTo>
                  <a:pt x="16469" y="743"/>
                </a:lnTo>
                <a:lnTo>
                  <a:pt x="16761" y="743"/>
                </a:lnTo>
                <a:lnTo>
                  <a:pt x="17170" y="743"/>
                </a:lnTo>
                <a:lnTo>
                  <a:pt x="17462" y="743"/>
                </a:lnTo>
                <a:lnTo>
                  <a:pt x="17754" y="743"/>
                </a:lnTo>
                <a:lnTo>
                  <a:pt x="18046" y="743"/>
                </a:lnTo>
                <a:lnTo>
                  <a:pt x="18338" y="743"/>
                </a:lnTo>
                <a:lnTo>
                  <a:pt x="18630" y="743"/>
                </a:lnTo>
                <a:lnTo>
                  <a:pt x="19155" y="743"/>
                </a:lnTo>
                <a:lnTo>
                  <a:pt x="19447" y="743"/>
                </a:lnTo>
                <a:lnTo>
                  <a:pt x="19739" y="743"/>
                </a:lnTo>
                <a:lnTo>
                  <a:pt x="20031" y="743"/>
                </a:lnTo>
                <a:lnTo>
                  <a:pt x="20323" y="743"/>
                </a:lnTo>
                <a:lnTo>
                  <a:pt x="20557" y="743"/>
                </a:lnTo>
                <a:lnTo>
                  <a:pt x="20849" y="743"/>
                </a:lnTo>
                <a:lnTo>
                  <a:pt x="21141" y="743"/>
                </a:lnTo>
                <a:lnTo>
                  <a:pt x="21433" y="743"/>
                </a:lnTo>
                <a:lnTo>
                  <a:pt x="21725" y="743"/>
                </a:lnTo>
                <a:lnTo>
                  <a:pt x="22017" y="743"/>
                </a:lnTo>
                <a:lnTo>
                  <a:pt x="22251" y="743"/>
                </a:lnTo>
                <a:lnTo>
                  <a:pt x="22543" y="743"/>
                </a:lnTo>
                <a:lnTo>
                  <a:pt x="22835" y="743"/>
                </a:lnTo>
                <a:lnTo>
                  <a:pt x="23127" y="743"/>
                </a:lnTo>
                <a:lnTo>
                  <a:pt x="23535" y="743"/>
                </a:lnTo>
                <a:lnTo>
                  <a:pt x="23711" y="743"/>
                </a:lnTo>
                <a:lnTo>
                  <a:pt x="23944" y="743"/>
                </a:lnTo>
                <a:lnTo>
                  <a:pt x="24236" y="743"/>
                </a:lnTo>
                <a:lnTo>
                  <a:pt x="24528" y="743"/>
                </a:lnTo>
                <a:lnTo>
                  <a:pt x="24820" y="743"/>
                </a:lnTo>
                <a:lnTo>
                  <a:pt x="25112" y="850"/>
                </a:lnTo>
                <a:lnTo>
                  <a:pt x="25521" y="850"/>
                </a:lnTo>
                <a:lnTo>
                  <a:pt x="25813" y="850"/>
                </a:lnTo>
                <a:lnTo>
                  <a:pt x="26105" y="850"/>
                </a:lnTo>
                <a:lnTo>
                  <a:pt x="26514" y="850"/>
                </a:lnTo>
                <a:lnTo>
                  <a:pt x="26806" y="850"/>
                </a:lnTo>
                <a:lnTo>
                  <a:pt x="27039" y="850"/>
                </a:lnTo>
                <a:lnTo>
                  <a:pt x="27332" y="850"/>
                </a:lnTo>
                <a:lnTo>
                  <a:pt x="27799" y="850"/>
                </a:lnTo>
                <a:lnTo>
                  <a:pt x="28032" y="850"/>
                </a:lnTo>
                <a:lnTo>
                  <a:pt x="28324" y="850"/>
                </a:lnTo>
                <a:lnTo>
                  <a:pt x="28616" y="850"/>
                </a:lnTo>
                <a:lnTo>
                  <a:pt x="29025" y="850"/>
                </a:lnTo>
                <a:lnTo>
                  <a:pt x="29317" y="850"/>
                </a:lnTo>
                <a:lnTo>
                  <a:pt x="29726" y="850"/>
                </a:lnTo>
                <a:lnTo>
                  <a:pt x="30018" y="850"/>
                </a:lnTo>
                <a:lnTo>
                  <a:pt x="30310" y="850"/>
                </a:lnTo>
                <a:lnTo>
                  <a:pt x="30602" y="850"/>
                </a:lnTo>
                <a:lnTo>
                  <a:pt x="30894" y="850"/>
                </a:lnTo>
                <a:lnTo>
                  <a:pt x="31128" y="850"/>
                </a:lnTo>
                <a:lnTo>
                  <a:pt x="31303" y="850"/>
                </a:lnTo>
                <a:lnTo>
                  <a:pt x="31595" y="850"/>
                </a:lnTo>
                <a:lnTo>
                  <a:pt x="32004" y="850"/>
                </a:lnTo>
                <a:lnTo>
                  <a:pt x="32296" y="743"/>
                </a:lnTo>
                <a:lnTo>
                  <a:pt x="32588" y="743"/>
                </a:lnTo>
                <a:lnTo>
                  <a:pt x="32821" y="743"/>
                </a:lnTo>
                <a:lnTo>
                  <a:pt x="33113" y="743"/>
                </a:lnTo>
                <a:lnTo>
                  <a:pt x="33405" y="743"/>
                </a:lnTo>
                <a:lnTo>
                  <a:pt x="33697" y="743"/>
                </a:lnTo>
                <a:lnTo>
                  <a:pt x="33989" y="743"/>
                </a:lnTo>
                <a:lnTo>
                  <a:pt x="34281" y="743"/>
                </a:lnTo>
                <a:lnTo>
                  <a:pt x="34515" y="743"/>
                </a:lnTo>
                <a:lnTo>
                  <a:pt x="34807" y="743"/>
                </a:lnTo>
                <a:lnTo>
                  <a:pt x="35099" y="743"/>
                </a:lnTo>
                <a:lnTo>
                  <a:pt x="35391" y="743"/>
                </a:lnTo>
                <a:lnTo>
                  <a:pt x="35683" y="743"/>
                </a:lnTo>
                <a:lnTo>
                  <a:pt x="36092" y="743"/>
                </a:lnTo>
                <a:lnTo>
                  <a:pt x="36501" y="743"/>
                </a:lnTo>
                <a:lnTo>
                  <a:pt x="36793" y="743"/>
                </a:lnTo>
                <a:lnTo>
                  <a:pt x="37085" y="743"/>
                </a:lnTo>
                <a:lnTo>
                  <a:pt x="37377" y="743"/>
                </a:lnTo>
                <a:lnTo>
                  <a:pt x="37669" y="743"/>
                </a:lnTo>
                <a:lnTo>
                  <a:pt x="37902" y="743"/>
                </a:lnTo>
                <a:lnTo>
                  <a:pt x="38369" y="743"/>
                </a:lnTo>
                <a:lnTo>
                  <a:pt x="38603" y="743"/>
                </a:lnTo>
                <a:lnTo>
                  <a:pt x="38778" y="743"/>
                </a:lnTo>
                <a:lnTo>
                  <a:pt x="39070" y="743"/>
                </a:lnTo>
                <a:lnTo>
                  <a:pt x="39362" y="743"/>
                </a:lnTo>
                <a:lnTo>
                  <a:pt x="39596" y="743"/>
                </a:lnTo>
                <a:lnTo>
                  <a:pt x="39888" y="743"/>
                </a:lnTo>
                <a:lnTo>
                  <a:pt x="40297" y="743"/>
                </a:lnTo>
                <a:lnTo>
                  <a:pt x="40589" y="743"/>
                </a:lnTo>
                <a:lnTo>
                  <a:pt x="40881" y="743"/>
                </a:lnTo>
                <a:lnTo>
                  <a:pt x="41173" y="743"/>
                </a:lnTo>
                <a:lnTo>
                  <a:pt x="41582" y="743"/>
                </a:lnTo>
                <a:lnTo>
                  <a:pt x="41874" y="743"/>
                </a:lnTo>
                <a:lnTo>
                  <a:pt x="42282" y="743"/>
                </a:lnTo>
                <a:lnTo>
                  <a:pt x="42574" y="743"/>
                </a:lnTo>
                <a:lnTo>
                  <a:pt x="42866" y="743"/>
                </a:lnTo>
                <a:lnTo>
                  <a:pt x="43158" y="743"/>
                </a:lnTo>
                <a:lnTo>
                  <a:pt x="43450" y="743"/>
                </a:lnTo>
                <a:lnTo>
                  <a:pt x="43684" y="743"/>
                </a:lnTo>
                <a:lnTo>
                  <a:pt x="43859" y="637"/>
                </a:lnTo>
                <a:lnTo>
                  <a:pt x="44151" y="637"/>
                </a:lnTo>
                <a:lnTo>
                  <a:pt x="44560" y="637"/>
                </a:lnTo>
                <a:lnTo>
                  <a:pt x="44852" y="637"/>
                </a:lnTo>
                <a:lnTo>
                  <a:pt x="45144" y="637"/>
                </a:lnTo>
                <a:lnTo>
                  <a:pt x="45378" y="637"/>
                </a:lnTo>
                <a:lnTo>
                  <a:pt x="45670" y="637"/>
                </a:lnTo>
                <a:lnTo>
                  <a:pt x="45962" y="637"/>
                </a:lnTo>
                <a:lnTo>
                  <a:pt x="46254" y="637"/>
                </a:lnTo>
                <a:lnTo>
                  <a:pt x="46546" y="637"/>
                </a:lnTo>
                <a:lnTo>
                  <a:pt x="46838" y="637"/>
                </a:lnTo>
                <a:lnTo>
                  <a:pt x="47071" y="478"/>
                </a:lnTo>
                <a:lnTo>
                  <a:pt x="47363" y="478"/>
                </a:lnTo>
                <a:lnTo>
                  <a:pt x="47655" y="478"/>
                </a:lnTo>
                <a:lnTo>
                  <a:pt x="47947" y="478"/>
                </a:lnTo>
                <a:lnTo>
                  <a:pt x="48239" y="478"/>
                </a:lnTo>
                <a:lnTo>
                  <a:pt x="48648" y="478"/>
                </a:lnTo>
                <a:lnTo>
                  <a:pt x="49057" y="478"/>
                </a:lnTo>
                <a:lnTo>
                  <a:pt x="49349" y="478"/>
                </a:lnTo>
                <a:lnTo>
                  <a:pt x="49641" y="371"/>
                </a:lnTo>
                <a:lnTo>
                  <a:pt x="49933" y="371"/>
                </a:lnTo>
                <a:lnTo>
                  <a:pt x="50167" y="371"/>
                </a:lnTo>
                <a:lnTo>
                  <a:pt x="50459" y="371"/>
                </a:lnTo>
                <a:lnTo>
                  <a:pt x="50926" y="371"/>
                </a:lnTo>
                <a:lnTo>
                  <a:pt x="51159" y="371"/>
                </a:lnTo>
                <a:lnTo>
                  <a:pt x="51335" y="371"/>
                </a:lnTo>
                <a:lnTo>
                  <a:pt x="51627" y="371"/>
                </a:lnTo>
                <a:lnTo>
                  <a:pt x="51860" y="212"/>
                </a:lnTo>
                <a:lnTo>
                  <a:pt x="52152" y="212"/>
                </a:lnTo>
                <a:lnTo>
                  <a:pt x="52444" y="212"/>
                </a:lnTo>
                <a:lnTo>
                  <a:pt x="52853" y="212"/>
                </a:lnTo>
                <a:lnTo>
                  <a:pt x="53145" y="212"/>
                </a:lnTo>
                <a:lnTo>
                  <a:pt x="53437" y="212"/>
                </a:lnTo>
                <a:lnTo>
                  <a:pt x="53729" y="212"/>
                </a:lnTo>
                <a:lnTo>
                  <a:pt x="54138" y="106"/>
                </a:lnTo>
                <a:lnTo>
                  <a:pt x="54430" y="106"/>
                </a:lnTo>
                <a:lnTo>
                  <a:pt x="54839" y="106"/>
                </a:lnTo>
                <a:lnTo>
                  <a:pt x="55131" y="106"/>
                </a:lnTo>
                <a:lnTo>
                  <a:pt x="55423" y="106"/>
                </a:lnTo>
                <a:lnTo>
                  <a:pt x="55715" y="106"/>
                </a:lnTo>
                <a:lnTo>
                  <a:pt x="55948" y="0"/>
                </a:lnTo>
                <a:lnTo>
                  <a:pt x="56240" y="0"/>
                </a:lnTo>
                <a:lnTo>
                  <a:pt x="56416" y="0"/>
                </a:lnTo>
                <a:lnTo>
                  <a:pt x="56708" y="0"/>
                </a:lnTo>
              </a:path>
            </a:pathLst>
          </a:custGeom>
          <a:ln w="76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021909" y="5038273"/>
            <a:ext cx="56941" cy="9669"/>
          </a:xfrm>
          <a:custGeom>
            <a:avLst/>
            <a:gdLst/>
            <a:ahLst/>
            <a:cxnLst/>
            <a:rect l="l" t="t" r="r" b="b"/>
            <a:pathLst>
              <a:path w="56941" h="9669">
                <a:moveTo>
                  <a:pt x="0" y="9669"/>
                </a:moveTo>
                <a:lnTo>
                  <a:pt x="408" y="9669"/>
                </a:lnTo>
                <a:lnTo>
                  <a:pt x="700" y="9669"/>
                </a:lnTo>
                <a:lnTo>
                  <a:pt x="934" y="9510"/>
                </a:lnTo>
                <a:lnTo>
                  <a:pt x="1226" y="9510"/>
                </a:lnTo>
                <a:lnTo>
                  <a:pt x="1518" y="9510"/>
                </a:lnTo>
                <a:lnTo>
                  <a:pt x="1810" y="9510"/>
                </a:lnTo>
                <a:lnTo>
                  <a:pt x="2102" y="9510"/>
                </a:lnTo>
                <a:lnTo>
                  <a:pt x="2394" y="9510"/>
                </a:lnTo>
                <a:lnTo>
                  <a:pt x="2628" y="9404"/>
                </a:lnTo>
                <a:lnTo>
                  <a:pt x="2920" y="9404"/>
                </a:lnTo>
                <a:lnTo>
                  <a:pt x="3212" y="9404"/>
                </a:lnTo>
                <a:lnTo>
                  <a:pt x="3504" y="9404"/>
                </a:lnTo>
                <a:lnTo>
                  <a:pt x="3796" y="9404"/>
                </a:lnTo>
                <a:lnTo>
                  <a:pt x="4088" y="9244"/>
                </a:lnTo>
                <a:lnTo>
                  <a:pt x="4496" y="9244"/>
                </a:lnTo>
                <a:lnTo>
                  <a:pt x="4788" y="9244"/>
                </a:lnTo>
                <a:lnTo>
                  <a:pt x="5197" y="9244"/>
                </a:lnTo>
                <a:lnTo>
                  <a:pt x="5489" y="9138"/>
                </a:lnTo>
                <a:lnTo>
                  <a:pt x="5781" y="9138"/>
                </a:lnTo>
                <a:lnTo>
                  <a:pt x="6015" y="9138"/>
                </a:lnTo>
                <a:lnTo>
                  <a:pt x="6307" y="9138"/>
                </a:lnTo>
                <a:lnTo>
                  <a:pt x="6716" y="9138"/>
                </a:lnTo>
                <a:lnTo>
                  <a:pt x="7008" y="8979"/>
                </a:lnTo>
                <a:lnTo>
                  <a:pt x="7183" y="8979"/>
                </a:lnTo>
                <a:lnTo>
                  <a:pt x="7475" y="8979"/>
                </a:lnTo>
                <a:lnTo>
                  <a:pt x="7709" y="8979"/>
                </a:lnTo>
                <a:lnTo>
                  <a:pt x="8001" y="8872"/>
                </a:lnTo>
                <a:lnTo>
                  <a:pt x="8293" y="8872"/>
                </a:lnTo>
                <a:lnTo>
                  <a:pt x="8701" y="8872"/>
                </a:lnTo>
                <a:lnTo>
                  <a:pt x="8993" y="8872"/>
                </a:lnTo>
                <a:lnTo>
                  <a:pt x="9285" y="8872"/>
                </a:lnTo>
                <a:lnTo>
                  <a:pt x="9577" y="8766"/>
                </a:lnTo>
                <a:lnTo>
                  <a:pt x="9986" y="8766"/>
                </a:lnTo>
                <a:lnTo>
                  <a:pt x="10278" y="8766"/>
                </a:lnTo>
                <a:lnTo>
                  <a:pt x="10687" y="8607"/>
                </a:lnTo>
                <a:lnTo>
                  <a:pt x="10979" y="8607"/>
                </a:lnTo>
                <a:lnTo>
                  <a:pt x="11271" y="8607"/>
                </a:lnTo>
                <a:lnTo>
                  <a:pt x="11563" y="8607"/>
                </a:lnTo>
                <a:lnTo>
                  <a:pt x="11797" y="8500"/>
                </a:lnTo>
                <a:lnTo>
                  <a:pt x="12089" y="8500"/>
                </a:lnTo>
                <a:lnTo>
                  <a:pt x="12264" y="8500"/>
                </a:lnTo>
                <a:lnTo>
                  <a:pt x="12497" y="8500"/>
                </a:lnTo>
                <a:lnTo>
                  <a:pt x="12965" y="8341"/>
                </a:lnTo>
                <a:lnTo>
                  <a:pt x="13257" y="8341"/>
                </a:lnTo>
                <a:lnTo>
                  <a:pt x="13490" y="8341"/>
                </a:lnTo>
                <a:lnTo>
                  <a:pt x="13782" y="8341"/>
                </a:lnTo>
                <a:lnTo>
                  <a:pt x="14074" y="8235"/>
                </a:lnTo>
                <a:lnTo>
                  <a:pt x="14366" y="8235"/>
                </a:lnTo>
                <a:lnTo>
                  <a:pt x="14658" y="8235"/>
                </a:lnTo>
                <a:lnTo>
                  <a:pt x="14950" y="8235"/>
                </a:lnTo>
                <a:lnTo>
                  <a:pt x="15184" y="8128"/>
                </a:lnTo>
                <a:lnTo>
                  <a:pt x="15476" y="8128"/>
                </a:lnTo>
                <a:lnTo>
                  <a:pt x="15768" y="8128"/>
                </a:lnTo>
                <a:lnTo>
                  <a:pt x="16060" y="8128"/>
                </a:lnTo>
                <a:lnTo>
                  <a:pt x="16352" y="8128"/>
                </a:lnTo>
                <a:lnTo>
                  <a:pt x="16586" y="8128"/>
                </a:lnTo>
                <a:lnTo>
                  <a:pt x="17053" y="8128"/>
                </a:lnTo>
                <a:lnTo>
                  <a:pt x="17345" y="7969"/>
                </a:lnTo>
                <a:lnTo>
                  <a:pt x="17754" y="7969"/>
                </a:lnTo>
                <a:lnTo>
                  <a:pt x="18046" y="7863"/>
                </a:lnTo>
                <a:lnTo>
                  <a:pt x="18279" y="7863"/>
                </a:lnTo>
                <a:lnTo>
                  <a:pt x="18571" y="7863"/>
                </a:lnTo>
                <a:lnTo>
                  <a:pt x="18863" y="7703"/>
                </a:lnTo>
                <a:lnTo>
                  <a:pt x="19272" y="7703"/>
                </a:lnTo>
                <a:lnTo>
                  <a:pt x="19564" y="7703"/>
                </a:lnTo>
                <a:lnTo>
                  <a:pt x="19856" y="7597"/>
                </a:lnTo>
                <a:lnTo>
                  <a:pt x="20265" y="7597"/>
                </a:lnTo>
                <a:lnTo>
                  <a:pt x="20557" y="7597"/>
                </a:lnTo>
                <a:lnTo>
                  <a:pt x="20849" y="7438"/>
                </a:lnTo>
                <a:lnTo>
                  <a:pt x="21258" y="7438"/>
                </a:lnTo>
                <a:lnTo>
                  <a:pt x="21550" y="7438"/>
                </a:lnTo>
                <a:lnTo>
                  <a:pt x="21842" y="7331"/>
                </a:lnTo>
                <a:lnTo>
                  <a:pt x="22134" y="7331"/>
                </a:lnTo>
                <a:lnTo>
                  <a:pt x="22543" y="7225"/>
                </a:lnTo>
                <a:lnTo>
                  <a:pt x="22835" y="7225"/>
                </a:lnTo>
                <a:lnTo>
                  <a:pt x="23243" y="7225"/>
                </a:lnTo>
                <a:lnTo>
                  <a:pt x="23535" y="7066"/>
                </a:lnTo>
                <a:lnTo>
                  <a:pt x="23827" y="7066"/>
                </a:lnTo>
                <a:lnTo>
                  <a:pt x="24061" y="6960"/>
                </a:lnTo>
                <a:lnTo>
                  <a:pt x="24353" y="6960"/>
                </a:lnTo>
                <a:lnTo>
                  <a:pt x="24645" y="6960"/>
                </a:lnTo>
                <a:lnTo>
                  <a:pt x="24820" y="6800"/>
                </a:lnTo>
                <a:lnTo>
                  <a:pt x="25054" y="6800"/>
                </a:lnTo>
                <a:lnTo>
                  <a:pt x="25521" y="6800"/>
                </a:lnTo>
                <a:lnTo>
                  <a:pt x="25755" y="6694"/>
                </a:lnTo>
                <a:lnTo>
                  <a:pt x="26047" y="6694"/>
                </a:lnTo>
                <a:lnTo>
                  <a:pt x="26339" y="6694"/>
                </a:lnTo>
                <a:lnTo>
                  <a:pt x="26631" y="6588"/>
                </a:lnTo>
                <a:lnTo>
                  <a:pt x="26923" y="6588"/>
                </a:lnTo>
                <a:lnTo>
                  <a:pt x="27215" y="6428"/>
                </a:lnTo>
                <a:lnTo>
                  <a:pt x="27448" y="6428"/>
                </a:lnTo>
                <a:lnTo>
                  <a:pt x="27740" y="6428"/>
                </a:lnTo>
                <a:lnTo>
                  <a:pt x="28032" y="6322"/>
                </a:lnTo>
                <a:lnTo>
                  <a:pt x="28324" y="6322"/>
                </a:lnTo>
                <a:lnTo>
                  <a:pt x="28616" y="6322"/>
                </a:lnTo>
                <a:lnTo>
                  <a:pt x="28908" y="6163"/>
                </a:lnTo>
                <a:lnTo>
                  <a:pt x="29142" y="6163"/>
                </a:lnTo>
                <a:lnTo>
                  <a:pt x="29609" y="6056"/>
                </a:lnTo>
                <a:lnTo>
                  <a:pt x="29843" y="6056"/>
                </a:lnTo>
                <a:lnTo>
                  <a:pt x="30018" y="6056"/>
                </a:lnTo>
                <a:lnTo>
                  <a:pt x="30310" y="5897"/>
                </a:lnTo>
                <a:lnTo>
                  <a:pt x="30602" y="5897"/>
                </a:lnTo>
                <a:lnTo>
                  <a:pt x="30836" y="5791"/>
                </a:lnTo>
                <a:lnTo>
                  <a:pt x="31128" y="5791"/>
                </a:lnTo>
                <a:lnTo>
                  <a:pt x="31420" y="5791"/>
                </a:lnTo>
                <a:lnTo>
                  <a:pt x="31828" y="5791"/>
                </a:lnTo>
                <a:lnTo>
                  <a:pt x="32120" y="5791"/>
                </a:lnTo>
                <a:lnTo>
                  <a:pt x="32412" y="5684"/>
                </a:lnTo>
                <a:lnTo>
                  <a:pt x="32821" y="5525"/>
                </a:lnTo>
                <a:lnTo>
                  <a:pt x="33113" y="5525"/>
                </a:lnTo>
                <a:lnTo>
                  <a:pt x="33405" y="5525"/>
                </a:lnTo>
                <a:lnTo>
                  <a:pt x="33814" y="5419"/>
                </a:lnTo>
                <a:lnTo>
                  <a:pt x="34106" y="5419"/>
                </a:lnTo>
                <a:lnTo>
                  <a:pt x="34398" y="5259"/>
                </a:lnTo>
                <a:lnTo>
                  <a:pt x="34690" y="5259"/>
                </a:lnTo>
                <a:lnTo>
                  <a:pt x="34924" y="5153"/>
                </a:lnTo>
                <a:lnTo>
                  <a:pt x="35099" y="5153"/>
                </a:lnTo>
                <a:lnTo>
                  <a:pt x="35391" y="5047"/>
                </a:lnTo>
                <a:lnTo>
                  <a:pt x="35800" y="5047"/>
                </a:lnTo>
                <a:lnTo>
                  <a:pt x="36092" y="5047"/>
                </a:lnTo>
                <a:lnTo>
                  <a:pt x="36384" y="4887"/>
                </a:lnTo>
                <a:lnTo>
                  <a:pt x="36617" y="4887"/>
                </a:lnTo>
                <a:lnTo>
                  <a:pt x="36909" y="4781"/>
                </a:lnTo>
                <a:lnTo>
                  <a:pt x="37201" y="4781"/>
                </a:lnTo>
                <a:lnTo>
                  <a:pt x="37493" y="4622"/>
                </a:lnTo>
                <a:lnTo>
                  <a:pt x="38077" y="4516"/>
                </a:lnTo>
                <a:lnTo>
                  <a:pt x="38311" y="4516"/>
                </a:lnTo>
                <a:lnTo>
                  <a:pt x="38603" y="4356"/>
                </a:lnTo>
                <a:lnTo>
                  <a:pt x="38895" y="4356"/>
                </a:lnTo>
                <a:lnTo>
                  <a:pt x="39187" y="4250"/>
                </a:lnTo>
                <a:lnTo>
                  <a:pt x="39479" y="4250"/>
                </a:lnTo>
                <a:lnTo>
                  <a:pt x="39771" y="4144"/>
                </a:lnTo>
                <a:lnTo>
                  <a:pt x="40005" y="4144"/>
                </a:lnTo>
                <a:lnTo>
                  <a:pt x="40297" y="3984"/>
                </a:lnTo>
                <a:lnTo>
                  <a:pt x="40589" y="3984"/>
                </a:lnTo>
                <a:lnTo>
                  <a:pt x="40881" y="3878"/>
                </a:lnTo>
                <a:lnTo>
                  <a:pt x="41173" y="3878"/>
                </a:lnTo>
                <a:lnTo>
                  <a:pt x="41406" y="3719"/>
                </a:lnTo>
                <a:lnTo>
                  <a:pt x="41698" y="3719"/>
                </a:lnTo>
                <a:lnTo>
                  <a:pt x="42166" y="3612"/>
                </a:lnTo>
                <a:lnTo>
                  <a:pt x="42399" y="3612"/>
                </a:lnTo>
                <a:lnTo>
                  <a:pt x="42574" y="3506"/>
                </a:lnTo>
                <a:lnTo>
                  <a:pt x="42866" y="3506"/>
                </a:lnTo>
                <a:lnTo>
                  <a:pt x="43100" y="3506"/>
                </a:lnTo>
                <a:lnTo>
                  <a:pt x="43392" y="3506"/>
                </a:lnTo>
                <a:lnTo>
                  <a:pt x="43684" y="3347"/>
                </a:lnTo>
                <a:lnTo>
                  <a:pt x="43976" y="3347"/>
                </a:lnTo>
                <a:lnTo>
                  <a:pt x="44385" y="3240"/>
                </a:lnTo>
                <a:lnTo>
                  <a:pt x="44677" y="3240"/>
                </a:lnTo>
                <a:lnTo>
                  <a:pt x="44969" y="3081"/>
                </a:lnTo>
                <a:lnTo>
                  <a:pt x="45378" y="2975"/>
                </a:lnTo>
                <a:lnTo>
                  <a:pt x="45670" y="2815"/>
                </a:lnTo>
                <a:lnTo>
                  <a:pt x="45962" y="2815"/>
                </a:lnTo>
                <a:lnTo>
                  <a:pt x="46370" y="2709"/>
                </a:lnTo>
                <a:lnTo>
                  <a:pt x="46662" y="2709"/>
                </a:lnTo>
                <a:lnTo>
                  <a:pt x="46954" y="2603"/>
                </a:lnTo>
                <a:lnTo>
                  <a:pt x="47188" y="2603"/>
                </a:lnTo>
                <a:lnTo>
                  <a:pt x="47480" y="2443"/>
                </a:lnTo>
                <a:lnTo>
                  <a:pt x="47655" y="2337"/>
                </a:lnTo>
                <a:lnTo>
                  <a:pt x="47947" y="2337"/>
                </a:lnTo>
                <a:lnTo>
                  <a:pt x="48356" y="2178"/>
                </a:lnTo>
                <a:lnTo>
                  <a:pt x="48648" y="2178"/>
                </a:lnTo>
                <a:lnTo>
                  <a:pt x="48882" y="2072"/>
                </a:lnTo>
                <a:lnTo>
                  <a:pt x="49174" y="2072"/>
                </a:lnTo>
                <a:lnTo>
                  <a:pt x="49466" y="1965"/>
                </a:lnTo>
                <a:lnTo>
                  <a:pt x="49758" y="1806"/>
                </a:lnTo>
                <a:lnTo>
                  <a:pt x="50050" y="1806"/>
                </a:lnTo>
                <a:lnTo>
                  <a:pt x="50575" y="1700"/>
                </a:lnTo>
                <a:lnTo>
                  <a:pt x="50867" y="1540"/>
                </a:lnTo>
                <a:lnTo>
                  <a:pt x="51159" y="1434"/>
                </a:lnTo>
                <a:lnTo>
                  <a:pt x="51451" y="1434"/>
                </a:lnTo>
                <a:lnTo>
                  <a:pt x="51743" y="1275"/>
                </a:lnTo>
                <a:lnTo>
                  <a:pt x="52035" y="1275"/>
                </a:lnTo>
                <a:lnTo>
                  <a:pt x="52269" y="1168"/>
                </a:lnTo>
                <a:lnTo>
                  <a:pt x="52561" y="1168"/>
                </a:lnTo>
                <a:lnTo>
                  <a:pt x="52853" y="1168"/>
                </a:lnTo>
                <a:lnTo>
                  <a:pt x="53145" y="1062"/>
                </a:lnTo>
                <a:lnTo>
                  <a:pt x="53437" y="903"/>
                </a:lnTo>
                <a:lnTo>
                  <a:pt x="53729" y="903"/>
                </a:lnTo>
                <a:lnTo>
                  <a:pt x="53963" y="796"/>
                </a:lnTo>
                <a:lnTo>
                  <a:pt x="54255" y="796"/>
                </a:lnTo>
                <a:lnTo>
                  <a:pt x="54664" y="637"/>
                </a:lnTo>
                <a:lnTo>
                  <a:pt x="54956" y="531"/>
                </a:lnTo>
                <a:lnTo>
                  <a:pt x="55131" y="531"/>
                </a:lnTo>
                <a:lnTo>
                  <a:pt x="55423" y="425"/>
                </a:lnTo>
                <a:lnTo>
                  <a:pt x="55656" y="265"/>
                </a:lnTo>
                <a:lnTo>
                  <a:pt x="55948" y="265"/>
                </a:lnTo>
                <a:lnTo>
                  <a:pt x="56240" y="159"/>
                </a:lnTo>
                <a:lnTo>
                  <a:pt x="56532" y="0"/>
                </a:lnTo>
                <a:lnTo>
                  <a:pt x="56941" y="0"/>
                </a:lnTo>
              </a:path>
            </a:pathLst>
          </a:custGeom>
          <a:ln w="771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078851" y="5014417"/>
            <a:ext cx="56708" cy="23855"/>
          </a:xfrm>
          <a:custGeom>
            <a:avLst/>
            <a:gdLst/>
            <a:ahLst/>
            <a:cxnLst/>
            <a:rect l="l" t="t" r="r" b="b"/>
            <a:pathLst>
              <a:path w="56708" h="23855">
                <a:moveTo>
                  <a:pt x="0" y="23855"/>
                </a:moveTo>
                <a:lnTo>
                  <a:pt x="292" y="23749"/>
                </a:lnTo>
                <a:lnTo>
                  <a:pt x="584" y="23589"/>
                </a:lnTo>
                <a:lnTo>
                  <a:pt x="992" y="23483"/>
                </a:lnTo>
                <a:lnTo>
                  <a:pt x="1284" y="23377"/>
                </a:lnTo>
                <a:lnTo>
                  <a:pt x="1576" y="23377"/>
                </a:lnTo>
                <a:lnTo>
                  <a:pt x="1985" y="23217"/>
                </a:lnTo>
                <a:lnTo>
                  <a:pt x="2277" y="23111"/>
                </a:lnTo>
                <a:lnTo>
                  <a:pt x="2569" y="23111"/>
                </a:lnTo>
                <a:lnTo>
                  <a:pt x="2803" y="22952"/>
                </a:lnTo>
                <a:lnTo>
                  <a:pt x="3095" y="22846"/>
                </a:lnTo>
                <a:lnTo>
                  <a:pt x="3270" y="22739"/>
                </a:lnTo>
                <a:lnTo>
                  <a:pt x="3504" y="22739"/>
                </a:lnTo>
                <a:lnTo>
                  <a:pt x="3796" y="22739"/>
                </a:lnTo>
                <a:lnTo>
                  <a:pt x="4263" y="22580"/>
                </a:lnTo>
                <a:lnTo>
                  <a:pt x="4496" y="22580"/>
                </a:lnTo>
                <a:lnTo>
                  <a:pt x="4788" y="22474"/>
                </a:lnTo>
                <a:lnTo>
                  <a:pt x="5080" y="22314"/>
                </a:lnTo>
                <a:lnTo>
                  <a:pt x="5372" y="22208"/>
                </a:lnTo>
                <a:lnTo>
                  <a:pt x="5664" y="22208"/>
                </a:lnTo>
                <a:lnTo>
                  <a:pt x="5781" y="22049"/>
                </a:lnTo>
                <a:lnTo>
                  <a:pt x="6190" y="21942"/>
                </a:lnTo>
                <a:lnTo>
                  <a:pt x="6482" y="21942"/>
                </a:lnTo>
                <a:lnTo>
                  <a:pt x="6774" y="21836"/>
                </a:lnTo>
                <a:lnTo>
                  <a:pt x="7066" y="21677"/>
                </a:lnTo>
                <a:lnTo>
                  <a:pt x="7358" y="21570"/>
                </a:lnTo>
                <a:lnTo>
                  <a:pt x="7592" y="21570"/>
                </a:lnTo>
                <a:lnTo>
                  <a:pt x="7884" y="21411"/>
                </a:lnTo>
                <a:lnTo>
                  <a:pt x="8176" y="21305"/>
                </a:lnTo>
                <a:lnTo>
                  <a:pt x="8468" y="21198"/>
                </a:lnTo>
                <a:lnTo>
                  <a:pt x="8760" y="21198"/>
                </a:lnTo>
                <a:lnTo>
                  <a:pt x="9052" y="21039"/>
                </a:lnTo>
                <a:lnTo>
                  <a:pt x="9285" y="20933"/>
                </a:lnTo>
                <a:lnTo>
                  <a:pt x="9577" y="20773"/>
                </a:lnTo>
                <a:lnTo>
                  <a:pt x="9869" y="20773"/>
                </a:lnTo>
                <a:lnTo>
                  <a:pt x="10161" y="20667"/>
                </a:lnTo>
                <a:lnTo>
                  <a:pt x="10570" y="20508"/>
                </a:lnTo>
                <a:lnTo>
                  <a:pt x="10745" y="20402"/>
                </a:lnTo>
                <a:lnTo>
                  <a:pt x="10979" y="20402"/>
                </a:lnTo>
                <a:lnTo>
                  <a:pt x="11271" y="20402"/>
                </a:lnTo>
                <a:lnTo>
                  <a:pt x="11563" y="20295"/>
                </a:lnTo>
                <a:lnTo>
                  <a:pt x="11855" y="20136"/>
                </a:lnTo>
                <a:lnTo>
                  <a:pt x="12147" y="20030"/>
                </a:lnTo>
                <a:lnTo>
                  <a:pt x="12556" y="19870"/>
                </a:lnTo>
                <a:lnTo>
                  <a:pt x="12848" y="19870"/>
                </a:lnTo>
                <a:lnTo>
                  <a:pt x="13140" y="19764"/>
                </a:lnTo>
                <a:lnTo>
                  <a:pt x="13549" y="19498"/>
                </a:lnTo>
                <a:lnTo>
                  <a:pt x="13841" y="19392"/>
                </a:lnTo>
                <a:lnTo>
                  <a:pt x="14133" y="19392"/>
                </a:lnTo>
                <a:lnTo>
                  <a:pt x="14542" y="19233"/>
                </a:lnTo>
                <a:lnTo>
                  <a:pt x="14834" y="19126"/>
                </a:lnTo>
                <a:lnTo>
                  <a:pt x="15067" y="19020"/>
                </a:lnTo>
                <a:lnTo>
                  <a:pt x="15359" y="18861"/>
                </a:lnTo>
                <a:lnTo>
                  <a:pt x="15651" y="18754"/>
                </a:lnTo>
                <a:lnTo>
                  <a:pt x="15826" y="18754"/>
                </a:lnTo>
                <a:lnTo>
                  <a:pt x="16060" y="18595"/>
                </a:lnTo>
                <a:lnTo>
                  <a:pt x="16352" y="18489"/>
                </a:lnTo>
                <a:lnTo>
                  <a:pt x="16761" y="18329"/>
                </a:lnTo>
                <a:lnTo>
                  <a:pt x="17053" y="18223"/>
                </a:lnTo>
                <a:lnTo>
                  <a:pt x="17345" y="18117"/>
                </a:lnTo>
                <a:lnTo>
                  <a:pt x="17637" y="18117"/>
                </a:lnTo>
                <a:lnTo>
                  <a:pt x="17929" y="18117"/>
                </a:lnTo>
                <a:lnTo>
                  <a:pt x="18221" y="17958"/>
                </a:lnTo>
                <a:lnTo>
                  <a:pt x="18746" y="17692"/>
                </a:lnTo>
                <a:lnTo>
                  <a:pt x="19038" y="17586"/>
                </a:lnTo>
                <a:lnTo>
                  <a:pt x="19330" y="17479"/>
                </a:lnTo>
                <a:lnTo>
                  <a:pt x="19622" y="17320"/>
                </a:lnTo>
                <a:lnTo>
                  <a:pt x="19914" y="17320"/>
                </a:lnTo>
                <a:lnTo>
                  <a:pt x="20148" y="17214"/>
                </a:lnTo>
                <a:lnTo>
                  <a:pt x="20440" y="17054"/>
                </a:lnTo>
                <a:lnTo>
                  <a:pt x="20732" y="16948"/>
                </a:lnTo>
                <a:lnTo>
                  <a:pt x="21024" y="16789"/>
                </a:lnTo>
                <a:lnTo>
                  <a:pt x="21316" y="16682"/>
                </a:lnTo>
                <a:lnTo>
                  <a:pt x="21608" y="16576"/>
                </a:lnTo>
                <a:lnTo>
                  <a:pt x="21842" y="16417"/>
                </a:lnTo>
                <a:lnTo>
                  <a:pt x="22134" y="16311"/>
                </a:lnTo>
                <a:lnTo>
                  <a:pt x="22426" y="16151"/>
                </a:lnTo>
                <a:lnTo>
                  <a:pt x="22718" y="16151"/>
                </a:lnTo>
                <a:lnTo>
                  <a:pt x="23127" y="16045"/>
                </a:lnTo>
                <a:lnTo>
                  <a:pt x="23302" y="15939"/>
                </a:lnTo>
                <a:lnTo>
                  <a:pt x="23535" y="15779"/>
                </a:lnTo>
                <a:lnTo>
                  <a:pt x="23827" y="15673"/>
                </a:lnTo>
                <a:lnTo>
                  <a:pt x="24119" y="15673"/>
                </a:lnTo>
                <a:lnTo>
                  <a:pt x="24411" y="15514"/>
                </a:lnTo>
                <a:lnTo>
                  <a:pt x="24703" y="15407"/>
                </a:lnTo>
                <a:lnTo>
                  <a:pt x="25112" y="15248"/>
                </a:lnTo>
                <a:lnTo>
                  <a:pt x="25404" y="15142"/>
                </a:lnTo>
                <a:lnTo>
                  <a:pt x="25696" y="15035"/>
                </a:lnTo>
                <a:lnTo>
                  <a:pt x="25813" y="14876"/>
                </a:lnTo>
                <a:lnTo>
                  <a:pt x="26105" y="14770"/>
                </a:lnTo>
                <a:lnTo>
                  <a:pt x="26397" y="14610"/>
                </a:lnTo>
                <a:lnTo>
                  <a:pt x="26631" y="14504"/>
                </a:lnTo>
                <a:lnTo>
                  <a:pt x="27098" y="14398"/>
                </a:lnTo>
                <a:lnTo>
                  <a:pt x="27390" y="14238"/>
                </a:lnTo>
                <a:lnTo>
                  <a:pt x="27624" y="14238"/>
                </a:lnTo>
                <a:lnTo>
                  <a:pt x="27916" y="14132"/>
                </a:lnTo>
                <a:lnTo>
                  <a:pt x="28208" y="13973"/>
                </a:lnTo>
                <a:lnTo>
                  <a:pt x="28616" y="13707"/>
                </a:lnTo>
                <a:lnTo>
                  <a:pt x="28908" y="13601"/>
                </a:lnTo>
                <a:lnTo>
                  <a:pt x="29317" y="13495"/>
                </a:lnTo>
                <a:lnTo>
                  <a:pt x="29609" y="13335"/>
                </a:lnTo>
                <a:lnTo>
                  <a:pt x="29901" y="13335"/>
                </a:lnTo>
                <a:lnTo>
                  <a:pt x="30193" y="13229"/>
                </a:lnTo>
                <a:lnTo>
                  <a:pt x="30485" y="13070"/>
                </a:lnTo>
                <a:lnTo>
                  <a:pt x="30777" y="12963"/>
                </a:lnTo>
                <a:lnTo>
                  <a:pt x="31303" y="12698"/>
                </a:lnTo>
                <a:lnTo>
                  <a:pt x="31595" y="12591"/>
                </a:lnTo>
                <a:lnTo>
                  <a:pt x="31887" y="12432"/>
                </a:lnTo>
                <a:lnTo>
                  <a:pt x="32179" y="12326"/>
                </a:lnTo>
                <a:lnTo>
                  <a:pt x="32412" y="12166"/>
                </a:lnTo>
                <a:lnTo>
                  <a:pt x="32704" y="11954"/>
                </a:lnTo>
                <a:lnTo>
                  <a:pt x="32996" y="11794"/>
                </a:lnTo>
                <a:lnTo>
                  <a:pt x="33288" y="11688"/>
                </a:lnTo>
                <a:lnTo>
                  <a:pt x="33580" y="11529"/>
                </a:lnTo>
                <a:lnTo>
                  <a:pt x="33872" y="11423"/>
                </a:lnTo>
                <a:lnTo>
                  <a:pt x="34106" y="11316"/>
                </a:lnTo>
                <a:lnTo>
                  <a:pt x="34398" y="11157"/>
                </a:lnTo>
                <a:lnTo>
                  <a:pt x="34690" y="11051"/>
                </a:lnTo>
                <a:lnTo>
                  <a:pt x="34982" y="11051"/>
                </a:lnTo>
                <a:lnTo>
                  <a:pt x="35274" y="10891"/>
                </a:lnTo>
                <a:lnTo>
                  <a:pt x="35683" y="10785"/>
                </a:lnTo>
                <a:lnTo>
                  <a:pt x="35800" y="10626"/>
                </a:lnTo>
                <a:lnTo>
                  <a:pt x="36092" y="10519"/>
                </a:lnTo>
                <a:lnTo>
                  <a:pt x="36384" y="10413"/>
                </a:lnTo>
                <a:lnTo>
                  <a:pt x="36676" y="10254"/>
                </a:lnTo>
                <a:lnTo>
                  <a:pt x="36968" y="10147"/>
                </a:lnTo>
                <a:lnTo>
                  <a:pt x="37260" y="9988"/>
                </a:lnTo>
                <a:lnTo>
                  <a:pt x="37669" y="9775"/>
                </a:lnTo>
                <a:lnTo>
                  <a:pt x="37961" y="9616"/>
                </a:lnTo>
                <a:lnTo>
                  <a:pt x="38194" y="9510"/>
                </a:lnTo>
                <a:lnTo>
                  <a:pt x="38369" y="9350"/>
                </a:lnTo>
                <a:lnTo>
                  <a:pt x="38661" y="9244"/>
                </a:lnTo>
                <a:lnTo>
                  <a:pt x="38953" y="9085"/>
                </a:lnTo>
                <a:lnTo>
                  <a:pt x="39187" y="8979"/>
                </a:lnTo>
                <a:lnTo>
                  <a:pt x="39654" y="8872"/>
                </a:lnTo>
                <a:lnTo>
                  <a:pt x="39888" y="8713"/>
                </a:lnTo>
                <a:lnTo>
                  <a:pt x="40180" y="8607"/>
                </a:lnTo>
                <a:lnTo>
                  <a:pt x="40472" y="8447"/>
                </a:lnTo>
                <a:lnTo>
                  <a:pt x="40764" y="8341"/>
                </a:lnTo>
                <a:lnTo>
                  <a:pt x="41173" y="8075"/>
                </a:lnTo>
                <a:lnTo>
                  <a:pt x="41465" y="7969"/>
                </a:lnTo>
                <a:lnTo>
                  <a:pt x="41874" y="7810"/>
                </a:lnTo>
                <a:lnTo>
                  <a:pt x="42166" y="7703"/>
                </a:lnTo>
                <a:lnTo>
                  <a:pt x="42458" y="7438"/>
                </a:lnTo>
                <a:lnTo>
                  <a:pt x="42750" y="7331"/>
                </a:lnTo>
                <a:lnTo>
                  <a:pt x="43042" y="7172"/>
                </a:lnTo>
                <a:lnTo>
                  <a:pt x="43275" y="7066"/>
                </a:lnTo>
                <a:lnTo>
                  <a:pt x="43450" y="6906"/>
                </a:lnTo>
                <a:lnTo>
                  <a:pt x="43859" y="6800"/>
                </a:lnTo>
                <a:lnTo>
                  <a:pt x="44151" y="6535"/>
                </a:lnTo>
                <a:lnTo>
                  <a:pt x="44443" y="6428"/>
                </a:lnTo>
                <a:lnTo>
                  <a:pt x="44735" y="6428"/>
                </a:lnTo>
                <a:lnTo>
                  <a:pt x="44969" y="6269"/>
                </a:lnTo>
                <a:lnTo>
                  <a:pt x="45261" y="6163"/>
                </a:lnTo>
                <a:lnTo>
                  <a:pt x="45553" y="6056"/>
                </a:lnTo>
                <a:lnTo>
                  <a:pt x="45962" y="5791"/>
                </a:lnTo>
                <a:lnTo>
                  <a:pt x="46137" y="5631"/>
                </a:lnTo>
                <a:lnTo>
                  <a:pt x="46429" y="5525"/>
                </a:lnTo>
                <a:lnTo>
                  <a:pt x="46662" y="5366"/>
                </a:lnTo>
                <a:lnTo>
                  <a:pt x="46954" y="5259"/>
                </a:lnTo>
                <a:lnTo>
                  <a:pt x="47246" y="4994"/>
                </a:lnTo>
                <a:lnTo>
                  <a:pt x="47538" y="4887"/>
                </a:lnTo>
                <a:lnTo>
                  <a:pt x="47831" y="4728"/>
                </a:lnTo>
                <a:lnTo>
                  <a:pt x="48239" y="4622"/>
                </a:lnTo>
                <a:lnTo>
                  <a:pt x="48648" y="4250"/>
                </a:lnTo>
                <a:lnTo>
                  <a:pt x="48940" y="4091"/>
                </a:lnTo>
                <a:lnTo>
                  <a:pt x="49232" y="4091"/>
                </a:lnTo>
                <a:lnTo>
                  <a:pt x="49524" y="3984"/>
                </a:lnTo>
                <a:lnTo>
                  <a:pt x="49758" y="3719"/>
                </a:lnTo>
                <a:lnTo>
                  <a:pt x="50225" y="3612"/>
                </a:lnTo>
                <a:lnTo>
                  <a:pt x="50517" y="3453"/>
                </a:lnTo>
                <a:lnTo>
                  <a:pt x="50751" y="3347"/>
                </a:lnTo>
                <a:lnTo>
                  <a:pt x="50926" y="3081"/>
                </a:lnTo>
                <a:lnTo>
                  <a:pt x="51218" y="2975"/>
                </a:lnTo>
                <a:lnTo>
                  <a:pt x="51451" y="2815"/>
                </a:lnTo>
                <a:lnTo>
                  <a:pt x="51743" y="2709"/>
                </a:lnTo>
                <a:lnTo>
                  <a:pt x="52211" y="2443"/>
                </a:lnTo>
                <a:lnTo>
                  <a:pt x="52444" y="2284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729" y="1647"/>
                </a:lnTo>
                <a:lnTo>
                  <a:pt x="54021" y="1434"/>
                </a:lnTo>
                <a:lnTo>
                  <a:pt x="54430" y="1275"/>
                </a:lnTo>
                <a:lnTo>
                  <a:pt x="54722" y="1168"/>
                </a:lnTo>
                <a:lnTo>
                  <a:pt x="55014" y="903"/>
                </a:lnTo>
                <a:lnTo>
                  <a:pt x="55306" y="743"/>
                </a:lnTo>
                <a:lnTo>
                  <a:pt x="55540" y="637"/>
                </a:lnTo>
                <a:lnTo>
                  <a:pt x="55832" y="531"/>
                </a:lnTo>
                <a:lnTo>
                  <a:pt x="56007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81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135559" y="4973720"/>
            <a:ext cx="56824" cy="40697"/>
          </a:xfrm>
          <a:custGeom>
            <a:avLst/>
            <a:gdLst/>
            <a:ahLst/>
            <a:cxnLst/>
            <a:rect l="l" t="t" r="r" b="b"/>
            <a:pathLst>
              <a:path w="56824" h="40697">
                <a:moveTo>
                  <a:pt x="0" y="40697"/>
                </a:moveTo>
                <a:lnTo>
                  <a:pt x="292" y="40432"/>
                </a:lnTo>
                <a:lnTo>
                  <a:pt x="525" y="40325"/>
                </a:lnTo>
                <a:lnTo>
                  <a:pt x="817" y="40166"/>
                </a:lnTo>
                <a:lnTo>
                  <a:pt x="1109" y="40060"/>
                </a:lnTo>
                <a:lnTo>
                  <a:pt x="1401" y="39900"/>
                </a:lnTo>
                <a:lnTo>
                  <a:pt x="1810" y="39794"/>
                </a:lnTo>
                <a:lnTo>
                  <a:pt x="1985" y="39528"/>
                </a:lnTo>
                <a:lnTo>
                  <a:pt x="2219" y="39422"/>
                </a:lnTo>
                <a:lnTo>
                  <a:pt x="2511" y="39263"/>
                </a:lnTo>
                <a:lnTo>
                  <a:pt x="2803" y="39050"/>
                </a:lnTo>
                <a:lnTo>
                  <a:pt x="3095" y="38891"/>
                </a:lnTo>
                <a:lnTo>
                  <a:pt x="3387" y="38625"/>
                </a:lnTo>
                <a:lnTo>
                  <a:pt x="3679" y="38519"/>
                </a:lnTo>
                <a:lnTo>
                  <a:pt x="4088" y="38360"/>
                </a:lnTo>
                <a:lnTo>
                  <a:pt x="4380" y="38147"/>
                </a:lnTo>
                <a:lnTo>
                  <a:pt x="4496" y="37988"/>
                </a:lnTo>
                <a:lnTo>
                  <a:pt x="4788" y="37881"/>
                </a:lnTo>
                <a:lnTo>
                  <a:pt x="5080" y="37722"/>
                </a:lnTo>
                <a:lnTo>
                  <a:pt x="5372" y="37616"/>
                </a:lnTo>
                <a:lnTo>
                  <a:pt x="5606" y="37350"/>
                </a:lnTo>
                <a:lnTo>
                  <a:pt x="6073" y="37244"/>
                </a:lnTo>
                <a:lnTo>
                  <a:pt x="6307" y="37084"/>
                </a:lnTo>
                <a:lnTo>
                  <a:pt x="6599" y="36819"/>
                </a:lnTo>
                <a:lnTo>
                  <a:pt x="6891" y="36713"/>
                </a:lnTo>
                <a:lnTo>
                  <a:pt x="7066" y="36447"/>
                </a:lnTo>
                <a:lnTo>
                  <a:pt x="7300" y="36341"/>
                </a:lnTo>
                <a:lnTo>
                  <a:pt x="7592" y="36181"/>
                </a:lnTo>
                <a:lnTo>
                  <a:pt x="8001" y="35969"/>
                </a:lnTo>
                <a:lnTo>
                  <a:pt x="8293" y="35809"/>
                </a:lnTo>
                <a:lnTo>
                  <a:pt x="8585" y="35544"/>
                </a:lnTo>
                <a:lnTo>
                  <a:pt x="8877" y="35437"/>
                </a:lnTo>
                <a:lnTo>
                  <a:pt x="9169" y="35278"/>
                </a:lnTo>
                <a:lnTo>
                  <a:pt x="9577" y="35065"/>
                </a:lnTo>
                <a:lnTo>
                  <a:pt x="9869" y="34800"/>
                </a:lnTo>
                <a:lnTo>
                  <a:pt x="10278" y="34640"/>
                </a:lnTo>
                <a:lnTo>
                  <a:pt x="10570" y="34428"/>
                </a:lnTo>
                <a:lnTo>
                  <a:pt x="10862" y="34269"/>
                </a:lnTo>
                <a:lnTo>
                  <a:pt x="11154" y="34003"/>
                </a:lnTo>
                <a:lnTo>
                  <a:pt x="11388" y="33897"/>
                </a:lnTo>
                <a:lnTo>
                  <a:pt x="11680" y="33631"/>
                </a:lnTo>
                <a:lnTo>
                  <a:pt x="11855" y="33525"/>
                </a:lnTo>
                <a:lnTo>
                  <a:pt x="12264" y="33259"/>
                </a:lnTo>
                <a:lnTo>
                  <a:pt x="12556" y="33100"/>
                </a:lnTo>
                <a:lnTo>
                  <a:pt x="12848" y="32993"/>
                </a:lnTo>
                <a:lnTo>
                  <a:pt x="13081" y="32887"/>
                </a:lnTo>
                <a:lnTo>
                  <a:pt x="13373" y="32622"/>
                </a:lnTo>
                <a:lnTo>
                  <a:pt x="13666" y="32462"/>
                </a:lnTo>
                <a:lnTo>
                  <a:pt x="13958" y="32250"/>
                </a:lnTo>
                <a:lnTo>
                  <a:pt x="14366" y="32090"/>
                </a:lnTo>
                <a:lnTo>
                  <a:pt x="14542" y="31825"/>
                </a:lnTo>
                <a:lnTo>
                  <a:pt x="14775" y="31718"/>
                </a:lnTo>
                <a:lnTo>
                  <a:pt x="15067" y="31453"/>
                </a:lnTo>
                <a:lnTo>
                  <a:pt x="15359" y="31346"/>
                </a:lnTo>
                <a:lnTo>
                  <a:pt x="15651" y="31081"/>
                </a:lnTo>
                <a:lnTo>
                  <a:pt x="15943" y="30921"/>
                </a:lnTo>
                <a:lnTo>
                  <a:pt x="16235" y="30815"/>
                </a:lnTo>
                <a:lnTo>
                  <a:pt x="16644" y="30709"/>
                </a:lnTo>
                <a:lnTo>
                  <a:pt x="16936" y="30443"/>
                </a:lnTo>
                <a:lnTo>
                  <a:pt x="17053" y="30284"/>
                </a:lnTo>
                <a:lnTo>
                  <a:pt x="17345" y="30018"/>
                </a:lnTo>
                <a:lnTo>
                  <a:pt x="17637" y="29912"/>
                </a:lnTo>
                <a:lnTo>
                  <a:pt x="17870" y="29646"/>
                </a:lnTo>
                <a:lnTo>
                  <a:pt x="18162" y="29540"/>
                </a:lnTo>
                <a:lnTo>
                  <a:pt x="18630" y="29274"/>
                </a:lnTo>
                <a:lnTo>
                  <a:pt x="18863" y="29009"/>
                </a:lnTo>
                <a:lnTo>
                  <a:pt x="19155" y="28902"/>
                </a:lnTo>
                <a:lnTo>
                  <a:pt x="19447" y="28637"/>
                </a:lnTo>
                <a:lnTo>
                  <a:pt x="19564" y="28477"/>
                </a:lnTo>
                <a:lnTo>
                  <a:pt x="19856" y="28371"/>
                </a:lnTo>
                <a:lnTo>
                  <a:pt x="20148" y="28265"/>
                </a:lnTo>
                <a:lnTo>
                  <a:pt x="20557" y="27999"/>
                </a:lnTo>
                <a:lnTo>
                  <a:pt x="20849" y="27734"/>
                </a:lnTo>
                <a:lnTo>
                  <a:pt x="21141" y="27627"/>
                </a:lnTo>
                <a:lnTo>
                  <a:pt x="21433" y="27362"/>
                </a:lnTo>
                <a:lnTo>
                  <a:pt x="21725" y="27202"/>
                </a:lnTo>
                <a:lnTo>
                  <a:pt x="22017" y="26937"/>
                </a:lnTo>
                <a:lnTo>
                  <a:pt x="22134" y="26724"/>
                </a:lnTo>
                <a:lnTo>
                  <a:pt x="22426" y="26565"/>
                </a:lnTo>
                <a:lnTo>
                  <a:pt x="22835" y="26299"/>
                </a:lnTo>
                <a:lnTo>
                  <a:pt x="23127" y="26193"/>
                </a:lnTo>
                <a:lnTo>
                  <a:pt x="23419" y="26086"/>
                </a:lnTo>
                <a:lnTo>
                  <a:pt x="23652" y="25821"/>
                </a:lnTo>
                <a:lnTo>
                  <a:pt x="23944" y="25661"/>
                </a:lnTo>
                <a:lnTo>
                  <a:pt x="24236" y="25396"/>
                </a:lnTo>
                <a:lnTo>
                  <a:pt x="24411" y="25183"/>
                </a:lnTo>
                <a:lnTo>
                  <a:pt x="24820" y="25024"/>
                </a:lnTo>
                <a:lnTo>
                  <a:pt x="25112" y="24758"/>
                </a:lnTo>
                <a:lnTo>
                  <a:pt x="25346" y="24652"/>
                </a:lnTo>
                <a:lnTo>
                  <a:pt x="25638" y="24386"/>
                </a:lnTo>
                <a:lnTo>
                  <a:pt x="25930" y="24121"/>
                </a:lnTo>
                <a:lnTo>
                  <a:pt x="26222" y="24014"/>
                </a:lnTo>
                <a:lnTo>
                  <a:pt x="26514" y="23855"/>
                </a:lnTo>
                <a:lnTo>
                  <a:pt x="26923" y="23642"/>
                </a:lnTo>
                <a:lnTo>
                  <a:pt x="27039" y="23483"/>
                </a:lnTo>
                <a:lnTo>
                  <a:pt x="27332" y="23217"/>
                </a:lnTo>
                <a:lnTo>
                  <a:pt x="27624" y="23005"/>
                </a:lnTo>
                <a:lnTo>
                  <a:pt x="27916" y="22846"/>
                </a:lnTo>
                <a:lnTo>
                  <a:pt x="28208" y="22580"/>
                </a:lnTo>
                <a:lnTo>
                  <a:pt x="28500" y="22314"/>
                </a:lnTo>
                <a:lnTo>
                  <a:pt x="28733" y="22208"/>
                </a:lnTo>
                <a:lnTo>
                  <a:pt x="29200" y="21942"/>
                </a:lnTo>
                <a:lnTo>
                  <a:pt x="29434" y="21677"/>
                </a:lnTo>
                <a:lnTo>
                  <a:pt x="29609" y="21570"/>
                </a:lnTo>
                <a:lnTo>
                  <a:pt x="29901" y="21464"/>
                </a:lnTo>
                <a:lnTo>
                  <a:pt x="30193" y="21198"/>
                </a:lnTo>
                <a:lnTo>
                  <a:pt x="30427" y="20933"/>
                </a:lnTo>
                <a:lnTo>
                  <a:pt x="30719" y="20773"/>
                </a:lnTo>
                <a:lnTo>
                  <a:pt x="31128" y="20561"/>
                </a:lnTo>
                <a:lnTo>
                  <a:pt x="31420" y="20295"/>
                </a:lnTo>
                <a:lnTo>
                  <a:pt x="31712" y="20030"/>
                </a:lnTo>
                <a:lnTo>
                  <a:pt x="32004" y="19923"/>
                </a:lnTo>
                <a:lnTo>
                  <a:pt x="32120" y="19658"/>
                </a:lnTo>
                <a:lnTo>
                  <a:pt x="32412" y="19392"/>
                </a:lnTo>
                <a:lnTo>
                  <a:pt x="32704" y="19286"/>
                </a:lnTo>
                <a:lnTo>
                  <a:pt x="32996" y="19126"/>
                </a:lnTo>
                <a:lnTo>
                  <a:pt x="33405" y="18861"/>
                </a:lnTo>
                <a:lnTo>
                  <a:pt x="33697" y="18595"/>
                </a:lnTo>
                <a:lnTo>
                  <a:pt x="33989" y="18489"/>
                </a:lnTo>
                <a:lnTo>
                  <a:pt x="34281" y="18223"/>
                </a:lnTo>
                <a:lnTo>
                  <a:pt x="34515" y="17958"/>
                </a:lnTo>
                <a:lnTo>
                  <a:pt x="34690" y="17745"/>
                </a:lnTo>
                <a:lnTo>
                  <a:pt x="34982" y="17586"/>
                </a:lnTo>
                <a:lnTo>
                  <a:pt x="35391" y="17320"/>
                </a:lnTo>
                <a:lnTo>
                  <a:pt x="35683" y="17054"/>
                </a:lnTo>
                <a:lnTo>
                  <a:pt x="35975" y="16842"/>
                </a:lnTo>
                <a:lnTo>
                  <a:pt x="36209" y="16682"/>
                </a:lnTo>
                <a:lnTo>
                  <a:pt x="36501" y="16576"/>
                </a:lnTo>
                <a:lnTo>
                  <a:pt x="36793" y="16311"/>
                </a:lnTo>
                <a:lnTo>
                  <a:pt x="37085" y="16045"/>
                </a:lnTo>
                <a:lnTo>
                  <a:pt x="37377" y="15779"/>
                </a:lnTo>
                <a:lnTo>
                  <a:pt x="37669" y="15514"/>
                </a:lnTo>
                <a:lnTo>
                  <a:pt x="37902" y="15407"/>
                </a:lnTo>
                <a:lnTo>
                  <a:pt x="38194" y="15142"/>
                </a:lnTo>
                <a:lnTo>
                  <a:pt x="38486" y="14876"/>
                </a:lnTo>
                <a:lnTo>
                  <a:pt x="38778" y="14663"/>
                </a:lnTo>
                <a:lnTo>
                  <a:pt x="39070" y="14504"/>
                </a:lnTo>
                <a:lnTo>
                  <a:pt x="39362" y="14398"/>
                </a:lnTo>
                <a:lnTo>
                  <a:pt x="39596" y="14132"/>
                </a:lnTo>
                <a:lnTo>
                  <a:pt x="39888" y="13867"/>
                </a:lnTo>
                <a:lnTo>
                  <a:pt x="40180" y="13601"/>
                </a:lnTo>
                <a:lnTo>
                  <a:pt x="40472" y="13335"/>
                </a:lnTo>
                <a:lnTo>
                  <a:pt x="40764" y="13123"/>
                </a:lnTo>
                <a:lnTo>
                  <a:pt x="40998" y="12963"/>
                </a:lnTo>
                <a:lnTo>
                  <a:pt x="41290" y="12698"/>
                </a:lnTo>
                <a:lnTo>
                  <a:pt x="41757" y="12432"/>
                </a:lnTo>
                <a:lnTo>
                  <a:pt x="41990" y="12219"/>
                </a:lnTo>
                <a:lnTo>
                  <a:pt x="42166" y="12060"/>
                </a:lnTo>
                <a:lnTo>
                  <a:pt x="42458" y="11794"/>
                </a:lnTo>
                <a:lnTo>
                  <a:pt x="42691" y="11688"/>
                </a:lnTo>
                <a:lnTo>
                  <a:pt x="42983" y="11423"/>
                </a:lnTo>
                <a:lnTo>
                  <a:pt x="43275" y="11157"/>
                </a:lnTo>
                <a:lnTo>
                  <a:pt x="43684" y="10891"/>
                </a:lnTo>
                <a:lnTo>
                  <a:pt x="43976" y="10679"/>
                </a:lnTo>
                <a:lnTo>
                  <a:pt x="44268" y="10413"/>
                </a:lnTo>
                <a:lnTo>
                  <a:pt x="44560" y="10147"/>
                </a:lnTo>
                <a:lnTo>
                  <a:pt x="44677" y="9882"/>
                </a:lnTo>
                <a:lnTo>
                  <a:pt x="44969" y="9775"/>
                </a:lnTo>
                <a:lnTo>
                  <a:pt x="45261" y="9616"/>
                </a:lnTo>
                <a:lnTo>
                  <a:pt x="45553" y="9350"/>
                </a:lnTo>
                <a:lnTo>
                  <a:pt x="45962" y="9138"/>
                </a:lnTo>
                <a:lnTo>
                  <a:pt x="46254" y="8872"/>
                </a:lnTo>
                <a:lnTo>
                  <a:pt x="46546" y="8607"/>
                </a:lnTo>
                <a:lnTo>
                  <a:pt x="46779" y="8341"/>
                </a:lnTo>
                <a:lnTo>
                  <a:pt x="47071" y="8075"/>
                </a:lnTo>
                <a:lnTo>
                  <a:pt x="47246" y="7810"/>
                </a:lnTo>
                <a:lnTo>
                  <a:pt x="47538" y="7597"/>
                </a:lnTo>
                <a:lnTo>
                  <a:pt x="47947" y="7438"/>
                </a:lnTo>
                <a:lnTo>
                  <a:pt x="48239" y="7172"/>
                </a:lnTo>
                <a:lnTo>
                  <a:pt x="48473" y="7066"/>
                </a:lnTo>
                <a:lnTo>
                  <a:pt x="48765" y="6800"/>
                </a:lnTo>
                <a:lnTo>
                  <a:pt x="49057" y="6535"/>
                </a:lnTo>
                <a:lnTo>
                  <a:pt x="49349" y="6269"/>
                </a:lnTo>
                <a:lnTo>
                  <a:pt x="49641" y="6056"/>
                </a:lnTo>
                <a:lnTo>
                  <a:pt x="49933" y="5791"/>
                </a:lnTo>
                <a:lnTo>
                  <a:pt x="50167" y="5525"/>
                </a:lnTo>
                <a:lnTo>
                  <a:pt x="50459" y="5259"/>
                </a:lnTo>
                <a:lnTo>
                  <a:pt x="50751" y="5153"/>
                </a:lnTo>
                <a:lnTo>
                  <a:pt x="51043" y="4887"/>
                </a:lnTo>
                <a:lnTo>
                  <a:pt x="51335" y="4622"/>
                </a:lnTo>
                <a:lnTo>
                  <a:pt x="51627" y="4356"/>
                </a:lnTo>
                <a:lnTo>
                  <a:pt x="51860" y="4091"/>
                </a:lnTo>
                <a:lnTo>
                  <a:pt x="52152" y="3878"/>
                </a:lnTo>
                <a:lnTo>
                  <a:pt x="52444" y="3612"/>
                </a:lnTo>
                <a:lnTo>
                  <a:pt x="52736" y="3347"/>
                </a:lnTo>
                <a:lnTo>
                  <a:pt x="53028" y="3081"/>
                </a:lnTo>
                <a:lnTo>
                  <a:pt x="53320" y="2975"/>
                </a:lnTo>
                <a:lnTo>
                  <a:pt x="53554" y="2709"/>
                </a:lnTo>
                <a:lnTo>
                  <a:pt x="53846" y="2443"/>
                </a:lnTo>
                <a:lnTo>
                  <a:pt x="54255" y="2178"/>
                </a:lnTo>
                <a:lnTo>
                  <a:pt x="54547" y="1912"/>
                </a:lnTo>
                <a:lnTo>
                  <a:pt x="54722" y="1700"/>
                </a:lnTo>
                <a:lnTo>
                  <a:pt x="55014" y="1434"/>
                </a:lnTo>
                <a:lnTo>
                  <a:pt x="55248" y="1168"/>
                </a:lnTo>
                <a:lnTo>
                  <a:pt x="55540" y="903"/>
                </a:lnTo>
                <a:lnTo>
                  <a:pt x="55832" y="637"/>
                </a:lnTo>
                <a:lnTo>
                  <a:pt x="56240" y="53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795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192383" y="4916073"/>
            <a:ext cx="56708" cy="57646"/>
          </a:xfrm>
          <a:custGeom>
            <a:avLst/>
            <a:gdLst/>
            <a:ahLst/>
            <a:cxnLst/>
            <a:rect l="l" t="t" r="r" b="b"/>
            <a:pathLst>
              <a:path w="56708" h="57646">
                <a:moveTo>
                  <a:pt x="0" y="57646"/>
                </a:moveTo>
                <a:lnTo>
                  <a:pt x="292" y="57380"/>
                </a:lnTo>
                <a:lnTo>
                  <a:pt x="408" y="57115"/>
                </a:lnTo>
                <a:lnTo>
                  <a:pt x="700" y="56902"/>
                </a:lnTo>
                <a:lnTo>
                  <a:pt x="992" y="56636"/>
                </a:lnTo>
                <a:lnTo>
                  <a:pt x="1284" y="56371"/>
                </a:lnTo>
                <a:lnTo>
                  <a:pt x="1693" y="56105"/>
                </a:lnTo>
                <a:lnTo>
                  <a:pt x="1985" y="55839"/>
                </a:lnTo>
                <a:lnTo>
                  <a:pt x="2277" y="55574"/>
                </a:lnTo>
                <a:lnTo>
                  <a:pt x="2511" y="55361"/>
                </a:lnTo>
                <a:lnTo>
                  <a:pt x="2803" y="55096"/>
                </a:lnTo>
                <a:lnTo>
                  <a:pt x="2978" y="54830"/>
                </a:lnTo>
                <a:lnTo>
                  <a:pt x="3212" y="54564"/>
                </a:lnTo>
                <a:lnTo>
                  <a:pt x="3679" y="54299"/>
                </a:lnTo>
                <a:lnTo>
                  <a:pt x="3971" y="54033"/>
                </a:lnTo>
                <a:lnTo>
                  <a:pt x="4204" y="53820"/>
                </a:lnTo>
                <a:lnTo>
                  <a:pt x="4496" y="53555"/>
                </a:lnTo>
                <a:lnTo>
                  <a:pt x="4788" y="53395"/>
                </a:lnTo>
                <a:lnTo>
                  <a:pt x="5080" y="53183"/>
                </a:lnTo>
                <a:lnTo>
                  <a:pt x="5372" y="52758"/>
                </a:lnTo>
                <a:lnTo>
                  <a:pt x="5664" y="52492"/>
                </a:lnTo>
                <a:lnTo>
                  <a:pt x="5898" y="52280"/>
                </a:lnTo>
                <a:lnTo>
                  <a:pt x="6190" y="52014"/>
                </a:lnTo>
                <a:lnTo>
                  <a:pt x="6482" y="51748"/>
                </a:lnTo>
                <a:lnTo>
                  <a:pt x="6774" y="51483"/>
                </a:lnTo>
                <a:lnTo>
                  <a:pt x="7066" y="51217"/>
                </a:lnTo>
                <a:lnTo>
                  <a:pt x="7358" y="51111"/>
                </a:lnTo>
                <a:lnTo>
                  <a:pt x="7592" y="50845"/>
                </a:lnTo>
                <a:lnTo>
                  <a:pt x="7884" y="50473"/>
                </a:lnTo>
                <a:lnTo>
                  <a:pt x="8176" y="50208"/>
                </a:lnTo>
                <a:lnTo>
                  <a:pt x="8468" y="49942"/>
                </a:lnTo>
                <a:lnTo>
                  <a:pt x="8760" y="49676"/>
                </a:lnTo>
                <a:lnTo>
                  <a:pt x="8993" y="49464"/>
                </a:lnTo>
                <a:lnTo>
                  <a:pt x="9285" y="49198"/>
                </a:lnTo>
                <a:lnTo>
                  <a:pt x="9577" y="48933"/>
                </a:lnTo>
                <a:lnTo>
                  <a:pt x="9986" y="48667"/>
                </a:lnTo>
                <a:lnTo>
                  <a:pt x="10278" y="48401"/>
                </a:lnTo>
                <a:lnTo>
                  <a:pt x="10453" y="48136"/>
                </a:lnTo>
                <a:lnTo>
                  <a:pt x="10687" y="47923"/>
                </a:lnTo>
                <a:lnTo>
                  <a:pt x="10979" y="47657"/>
                </a:lnTo>
                <a:lnTo>
                  <a:pt x="11271" y="47232"/>
                </a:lnTo>
                <a:lnTo>
                  <a:pt x="11563" y="47020"/>
                </a:lnTo>
                <a:lnTo>
                  <a:pt x="11972" y="46754"/>
                </a:lnTo>
                <a:lnTo>
                  <a:pt x="12264" y="46595"/>
                </a:lnTo>
                <a:lnTo>
                  <a:pt x="12556" y="46382"/>
                </a:lnTo>
                <a:lnTo>
                  <a:pt x="12848" y="46117"/>
                </a:lnTo>
                <a:lnTo>
                  <a:pt x="12965" y="45692"/>
                </a:lnTo>
                <a:lnTo>
                  <a:pt x="13257" y="45479"/>
                </a:lnTo>
                <a:lnTo>
                  <a:pt x="13549" y="45213"/>
                </a:lnTo>
                <a:lnTo>
                  <a:pt x="13841" y="44948"/>
                </a:lnTo>
                <a:lnTo>
                  <a:pt x="14250" y="44682"/>
                </a:lnTo>
                <a:lnTo>
                  <a:pt x="14542" y="44310"/>
                </a:lnTo>
                <a:lnTo>
                  <a:pt x="14775" y="44151"/>
                </a:lnTo>
                <a:lnTo>
                  <a:pt x="15067" y="43938"/>
                </a:lnTo>
                <a:lnTo>
                  <a:pt x="15359" y="43673"/>
                </a:lnTo>
                <a:lnTo>
                  <a:pt x="15534" y="43301"/>
                </a:lnTo>
                <a:lnTo>
                  <a:pt x="15768" y="43035"/>
                </a:lnTo>
                <a:lnTo>
                  <a:pt x="16235" y="42769"/>
                </a:lnTo>
                <a:lnTo>
                  <a:pt x="16469" y="42504"/>
                </a:lnTo>
                <a:lnTo>
                  <a:pt x="16761" y="42132"/>
                </a:lnTo>
                <a:lnTo>
                  <a:pt x="17053" y="41972"/>
                </a:lnTo>
                <a:lnTo>
                  <a:pt x="17345" y="41760"/>
                </a:lnTo>
                <a:lnTo>
                  <a:pt x="17637" y="41494"/>
                </a:lnTo>
                <a:lnTo>
                  <a:pt x="17929" y="41069"/>
                </a:lnTo>
                <a:lnTo>
                  <a:pt x="18162" y="40857"/>
                </a:lnTo>
                <a:lnTo>
                  <a:pt x="18454" y="40591"/>
                </a:lnTo>
                <a:lnTo>
                  <a:pt x="18746" y="40325"/>
                </a:lnTo>
                <a:lnTo>
                  <a:pt x="19038" y="39953"/>
                </a:lnTo>
                <a:lnTo>
                  <a:pt x="19330" y="39688"/>
                </a:lnTo>
                <a:lnTo>
                  <a:pt x="19622" y="39528"/>
                </a:lnTo>
                <a:lnTo>
                  <a:pt x="19856" y="39316"/>
                </a:lnTo>
                <a:lnTo>
                  <a:pt x="20148" y="38891"/>
                </a:lnTo>
                <a:lnTo>
                  <a:pt x="20440" y="38678"/>
                </a:lnTo>
                <a:lnTo>
                  <a:pt x="20732" y="38413"/>
                </a:lnTo>
                <a:lnTo>
                  <a:pt x="21024" y="37988"/>
                </a:lnTo>
                <a:lnTo>
                  <a:pt x="21316" y="37775"/>
                </a:lnTo>
                <a:lnTo>
                  <a:pt x="21550" y="37509"/>
                </a:lnTo>
                <a:lnTo>
                  <a:pt x="21842" y="37244"/>
                </a:lnTo>
                <a:lnTo>
                  <a:pt x="22134" y="36978"/>
                </a:lnTo>
                <a:lnTo>
                  <a:pt x="22543" y="36713"/>
                </a:lnTo>
                <a:lnTo>
                  <a:pt x="22835" y="36447"/>
                </a:lnTo>
                <a:lnTo>
                  <a:pt x="23010" y="36075"/>
                </a:lnTo>
                <a:lnTo>
                  <a:pt x="23243" y="35809"/>
                </a:lnTo>
                <a:lnTo>
                  <a:pt x="23535" y="35597"/>
                </a:lnTo>
                <a:lnTo>
                  <a:pt x="23827" y="35172"/>
                </a:lnTo>
                <a:lnTo>
                  <a:pt x="24119" y="34959"/>
                </a:lnTo>
                <a:lnTo>
                  <a:pt x="24528" y="34800"/>
                </a:lnTo>
                <a:lnTo>
                  <a:pt x="24820" y="34428"/>
                </a:lnTo>
                <a:lnTo>
                  <a:pt x="25112" y="34162"/>
                </a:lnTo>
                <a:lnTo>
                  <a:pt x="25404" y="33897"/>
                </a:lnTo>
                <a:lnTo>
                  <a:pt x="25521" y="33525"/>
                </a:lnTo>
                <a:lnTo>
                  <a:pt x="25813" y="33259"/>
                </a:lnTo>
                <a:lnTo>
                  <a:pt x="26105" y="32993"/>
                </a:lnTo>
                <a:lnTo>
                  <a:pt x="26339" y="32622"/>
                </a:lnTo>
                <a:lnTo>
                  <a:pt x="26806" y="32515"/>
                </a:lnTo>
                <a:lnTo>
                  <a:pt x="27098" y="32090"/>
                </a:lnTo>
                <a:lnTo>
                  <a:pt x="27332" y="31878"/>
                </a:lnTo>
                <a:lnTo>
                  <a:pt x="27624" y="31612"/>
                </a:lnTo>
                <a:lnTo>
                  <a:pt x="27916" y="31187"/>
                </a:lnTo>
                <a:lnTo>
                  <a:pt x="28032" y="30974"/>
                </a:lnTo>
                <a:lnTo>
                  <a:pt x="28324" y="30709"/>
                </a:lnTo>
                <a:lnTo>
                  <a:pt x="28792" y="30337"/>
                </a:lnTo>
                <a:lnTo>
                  <a:pt x="29025" y="30178"/>
                </a:lnTo>
                <a:lnTo>
                  <a:pt x="29317" y="29806"/>
                </a:lnTo>
                <a:lnTo>
                  <a:pt x="29609" y="29540"/>
                </a:lnTo>
                <a:lnTo>
                  <a:pt x="29901" y="29274"/>
                </a:lnTo>
                <a:lnTo>
                  <a:pt x="30193" y="28902"/>
                </a:lnTo>
                <a:lnTo>
                  <a:pt x="30485" y="28637"/>
                </a:lnTo>
                <a:lnTo>
                  <a:pt x="30719" y="28265"/>
                </a:lnTo>
                <a:lnTo>
                  <a:pt x="31011" y="27999"/>
                </a:lnTo>
                <a:lnTo>
                  <a:pt x="31303" y="27893"/>
                </a:lnTo>
                <a:lnTo>
                  <a:pt x="31595" y="27468"/>
                </a:lnTo>
                <a:lnTo>
                  <a:pt x="31887" y="27255"/>
                </a:lnTo>
                <a:lnTo>
                  <a:pt x="32120" y="26830"/>
                </a:lnTo>
                <a:lnTo>
                  <a:pt x="32412" y="26565"/>
                </a:lnTo>
                <a:lnTo>
                  <a:pt x="32704" y="26352"/>
                </a:lnTo>
                <a:lnTo>
                  <a:pt x="33113" y="25927"/>
                </a:lnTo>
                <a:lnTo>
                  <a:pt x="33288" y="25715"/>
                </a:lnTo>
                <a:lnTo>
                  <a:pt x="33580" y="25449"/>
                </a:lnTo>
                <a:lnTo>
                  <a:pt x="33814" y="25183"/>
                </a:lnTo>
                <a:lnTo>
                  <a:pt x="34106" y="24811"/>
                </a:lnTo>
                <a:lnTo>
                  <a:pt x="34398" y="24546"/>
                </a:lnTo>
                <a:lnTo>
                  <a:pt x="34690" y="24174"/>
                </a:lnTo>
                <a:lnTo>
                  <a:pt x="35099" y="23908"/>
                </a:lnTo>
                <a:lnTo>
                  <a:pt x="35391" y="23642"/>
                </a:lnTo>
                <a:lnTo>
                  <a:pt x="35508" y="23377"/>
                </a:lnTo>
                <a:lnTo>
                  <a:pt x="35800" y="23111"/>
                </a:lnTo>
                <a:lnTo>
                  <a:pt x="36092" y="22739"/>
                </a:lnTo>
                <a:lnTo>
                  <a:pt x="36384" y="22474"/>
                </a:lnTo>
                <a:lnTo>
                  <a:pt x="36676" y="22102"/>
                </a:lnTo>
                <a:lnTo>
                  <a:pt x="37085" y="21836"/>
                </a:lnTo>
                <a:lnTo>
                  <a:pt x="37377" y="21464"/>
                </a:lnTo>
                <a:lnTo>
                  <a:pt x="37669" y="21198"/>
                </a:lnTo>
                <a:lnTo>
                  <a:pt x="37961" y="20933"/>
                </a:lnTo>
                <a:lnTo>
                  <a:pt x="38077" y="20667"/>
                </a:lnTo>
                <a:lnTo>
                  <a:pt x="38369" y="20295"/>
                </a:lnTo>
                <a:lnTo>
                  <a:pt x="38661" y="20030"/>
                </a:lnTo>
                <a:lnTo>
                  <a:pt x="38895" y="19658"/>
                </a:lnTo>
                <a:lnTo>
                  <a:pt x="39362" y="19392"/>
                </a:lnTo>
                <a:lnTo>
                  <a:pt x="39596" y="19020"/>
                </a:lnTo>
                <a:lnTo>
                  <a:pt x="39888" y="18754"/>
                </a:lnTo>
                <a:lnTo>
                  <a:pt x="40180" y="18489"/>
                </a:lnTo>
                <a:lnTo>
                  <a:pt x="40472" y="18223"/>
                </a:lnTo>
                <a:lnTo>
                  <a:pt x="40589" y="17851"/>
                </a:lnTo>
                <a:lnTo>
                  <a:pt x="40881" y="17586"/>
                </a:lnTo>
                <a:lnTo>
                  <a:pt x="41290" y="17214"/>
                </a:lnTo>
                <a:lnTo>
                  <a:pt x="41582" y="16948"/>
                </a:lnTo>
                <a:lnTo>
                  <a:pt x="41874" y="16576"/>
                </a:lnTo>
                <a:lnTo>
                  <a:pt x="42166" y="16311"/>
                </a:lnTo>
                <a:lnTo>
                  <a:pt x="42458" y="16045"/>
                </a:lnTo>
                <a:lnTo>
                  <a:pt x="42750" y="15832"/>
                </a:lnTo>
                <a:lnTo>
                  <a:pt x="42983" y="15407"/>
                </a:lnTo>
                <a:lnTo>
                  <a:pt x="43275" y="15035"/>
                </a:lnTo>
                <a:lnTo>
                  <a:pt x="43567" y="14770"/>
                </a:lnTo>
                <a:lnTo>
                  <a:pt x="43859" y="14398"/>
                </a:lnTo>
                <a:lnTo>
                  <a:pt x="44151" y="14132"/>
                </a:lnTo>
                <a:lnTo>
                  <a:pt x="44443" y="13867"/>
                </a:lnTo>
                <a:lnTo>
                  <a:pt x="44677" y="13601"/>
                </a:lnTo>
                <a:lnTo>
                  <a:pt x="44969" y="13229"/>
                </a:lnTo>
                <a:lnTo>
                  <a:pt x="45261" y="12963"/>
                </a:lnTo>
                <a:lnTo>
                  <a:pt x="45670" y="12591"/>
                </a:lnTo>
                <a:lnTo>
                  <a:pt x="45845" y="12219"/>
                </a:lnTo>
                <a:lnTo>
                  <a:pt x="46137" y="11954"/>
                </a:lnTo>
                <a:lnTo>
                  <a:pt x="46370" y="11688"/>
                </a:lnTo>
                <a:lnTo>
                  <a:pt x="46662" y="11423"/>
                </a:lnTo>
                <a:lnTo>
                  <a:pt x="46954" y="11051"/>
                </a:lnTo>
                <a:lnTo>
                  <a:pt x="47246" y="10679"/>
                </a:lnTo>
                <a:lnTo>
                  <a:pt x="47655" y="10413"/>
                </a:lnTo>
                <a:lnTo>
                  <a:pt x="47947" y="10041"/>
                </a:lnTo>
                <a:lnTo>
                  <a:pt x="48239" y="9775"/>
                </a:lnTo>
                <a:lnTo>
                  <a:pt x="48356" y="9404"/>
                </a:lnTo>
                <a:lnTo>
                  <a:pt x="48648" y="9138"/>
                </a:lnTo>
                <a:lnTo>
                  <a:pt x="48940" y="8872"/>
                </a:lnTo>
                <a:lnTo>
                  <a:pt x="49232" y="8500"/>
                </a:lnTo>
                <a:lnTo>
                  <a:pt x="49641" y="8235"/>
                </a:lnTo>
                <a:lnTo>
                  <a:pt x="49933" y="7863"/>
                </a:lnTo>
                <a:lnTo>
                  <a:pt x="50225" y="7491"/>
                </a:lnTo>
                <a:lnTo>
                  <a:pt x="50459" y="7225"/>
                </a:lnTo>
                <a:lnTo>
                  <a:pt x="50634" y="6960"/>
                </a:lnTo>
                <a:lnTo>
                  <a:pt x="50926" y="6694"/>
                </a:lnTo>
                <a:lnTo>
                  <a:pt x="51159" y="6322"/>
                </a:lnTo>
                <a:lnTo>
                  <a:pt x="51451" y="5950"/>
                </a:lnTo>
                <a:lnTo>
                  <a:pt x="51919" y="5684"/>
                </a:lnTo>
                <a:lnTo>
                  <a:pt x="52152" y="5259"/>
                </a:lnTo>
                <a:lnTo>
                  <a:pt x="52444" y="4887"/>
                </a:lnTo>
                <a:lnTo>
                  <a:pt x="52736" y="4781"/>
                </a:lnTo>
                <a:lnTo>
                  <a:pt x="53028" y="4409"/>
                </a:lnTo>
                <a:lnTo>
                  <a:pt x="53145" y="3984"/>
                </a:lnTo>
                <a:lnTo>
                  <a:pt x="53437" y="3719"/>
                </a:lnTo>
                <a:lnTo>
                  <a:pt x="53846" y="3347"/>
                </a:lnTo>
                <a:lnTo>
                  <a:pt x="54138" y="2975"/>
                </a:lnTo>
                <a:lnTo>
                  <a:pt x="54430" y="2709"/>
                </a:lnTo>
                <a:lnTo>
                  <a:pt x="54722" y="2337"/>
                </a:lnTo>
                <a:lnTo>
                  <a:pt x="55014" y="2072"/>
                </a:lnTo>
                <a:lnTo>
                  <a:pt x="55306" y="1806"/>
                </a:lnTo>
                <a:lnTo>
                  <a:pt x="55540" y="1434"/>
                </a:lnTo>
                <a:lnTo>
                  <a:pt x="55832" y="1062"/>
                </a:lnTo>
                <a:lnTo>
                  <a:pt x="56124" y="796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08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249091" y="4845091"/>
            <a:ext cx="56824" cy="70982"/>
          </a:xfrm>
          <a:custGeom>
            <a:avLst/>
            <a:gdLst/>
            <a:ahLst/>
            <a:cxnLst/>
            <a:rect l="l" t="t" r="r" b="b"/>
            <a:pathLst>
              <a:path w="56824" h="70982">
                <a:moveTo>
                  <a:pt x="0" y="70982"/>
                </a:moveTo>
                <a:lnTo>
                  <a:pt x="233" y="70875"/>
                </a:lnTo>
                <a:lnTo>
                  <a:pt x="525" y="70503"/>
                </a:lnTo>
                <a:lnTo>
                  <a:pt x="817" y="70078"/>
                </a:lnTo>
                <a:lnTo>
                  <a:pt x="1109" y="69866"/>
                </a:lnTo>
                <a:lnTo>
                  <a:pt x="1518" y="69441"/>
                </a:lnTo>
                <a:lnTo>
                  <a:pt x="1693" y="69069"/>
                </a:lnTo>
                <a:lnTo>
                  <a:pt x="1927" y="68803"/>
                </a:lnTo>
                <a:lnTo>
                  <a:pt x="2219" y="68538"/>
                </a:lnTo>
                <a:lnTo>
                  <a:pt x="2511" y="68166"/>
                </a:lnTo>
                <a:lnTo>
                  <a:pt x="2803" y="67794"/>
                </a:lnTo>
                <a:lnTo>
                  <a:pt x="3095" y="67528"/>
                </a:lnTo>
                <a:lnTo>
                  <a:pt x="3504" y="67156"/>
                </a:lnTo>
                <a:lnTo>
                  <a:pt x="3796" y="66784"/>
                </a:lnTo>
                <a:lnTo>
                  <a:pt x="4088" y="66519"/>
                </a:lnTo>
                <a:lnTo>
                  <a:pt x="4204" y="66253"/>
                </a:lnTo>
                <a:lnTo>
                  <a:pt x="4496" y="65881"/>
                </a:lnTo>
                <a:lnTo>
                  <a:pt x="4788" y="65509"/>
                </a:lnTo>
                <a:lnTo>
                  <a:pt x="5080" y="65244"/>
                </a:lnTo>
                <a:lnTo>
                  <a:pt x="5314" y="64818"/>
                </a:lnTo>
                <a:lnTo>
                  <a:pt x="5781" y="64447"/>
                </a:lnTo>
                <a:lnTo>
                  <a:pt x="6015" y="64075"/>
                </a:lnTo>
                <a:lnTo>
                  <a:pt x="6307" y="63968"/>
                </a:lnTo>
                <a:lnTo>
                  <a:pt x="6599" y="63543"/>
                </a:lnTo>
                <a:lnTo>
                  <a:pt x="6774" y="63171"/>
                </a:lnTo>
                <a:lnTo>
                  <a:pt x="7008" y="62800"/>
                </a:lnTo>
                <a:lnTo>
                  <a:pt x="7300" y="62534"/>
                </a:lnTo>
                <a:lnTo>
                  <a:pt x="7709" y="62162"/>
                </a:lnTo>
                <a:lnTo>
                  <a:pt x="8001" y="61737"/>
                </a:lnTo>
                <a:lnTo>
                  <a:pt x="8293" y="61524"/>
                </a:lnTo>
                <a:lnTo>
                  <a:pt x="8585" y="61259"/>
                </a:lnTo>
                <a:lnTo>
                  <a:pt x="8877" y="60887"/>
                </a:lnTo>
                <a:lnTo>
                  <a:pt x="9169" y="60462"/>
                </a:lnTo>
                <a:lnTo>
                  <a:pt x="9285" y="60090"/>
                </a:lnTo>
                <a:lnTo>
                  <a:pt x="9694" y="59718"/>
                </a:lnTo>
                <a:lnTo>
                  <a:pt x="9986" y="59452"/>
                </a:lnTo>
                <a:lnTo>
                  <a:pt x="10278" y="59187"/>
                </a:lnTo>
                <a:lnTo>
                  <a:pt x="10570" y="58815"/>
                </a:lnTo>
                <a:lnTo>
                  <a:pt x="10862" y="58443"/>
                </a:lnTo>
                <a:lnTo>
                  <a:pt x="11096" y="58018"/>
                </a:lnTo>
                <a:lnTo>
                  <a:pt x="11388" y="57805"/>
                </a:lnTo>
                <a:lnTo>
                  <a:pt x="11563" y="57380"/>
                </a:lnTo>
                <a:lnTo>
                  <a:pt x="11972" y="57115"/>
                </a:lnTo>
                <a:lnTo>
                  <a:pt x="12264" y="56743"/>
                </a:lnTo>
                <a:lnTo>
                  <a:pt x="12556" y="56371"/>
                </a:lnTo>
                <a:lnTo>
                  <a:pt x="12789" y="56105"/>
                </a:lnTo>
                <a:lnTo>
                  <a:pt x="13081" y="55733"/>
                </a:lnTo>
                <a:lnTo>
                  <a:pt x="13373" y="55361"/>
                </a:lnTo>
                <a:lnTo>
                  <a:pt x="13665" y="54936"/>
                </a:lnTo>
                <a:lnTo>
                  <a:pt x="14074" y="54724"/>
                </a:lnTo>
                <a:lnTo>
                  <a:pt x="14250" y="54458"/>
                </a:lnTo>
                <a:lnTo>
                  <a:pt x="14483" y="54033"/>
                </a:lnTo>
                <a:lnTo>
                  <a:pt x="14775" y="53661"/>
                </a:lnTo>
                <a:lnTo>
                  <a:pt x="15067" y="53289"/>
                </a:lnTo>
                <a:lnTo>
                  <a:pt x="15359" y="52917"/>
                </a:lnTo>
                <a:lnTo>
                  <a:pt x="15651" y="52492"/>
                </a:lnTo>
                <a:lnTo>
                  <a:pt x="16060" y="52386"/>
                </a:lnTo>
                <a:lnTo>
                  <a:pt x="16352" y="52014"/>
                </a:lnTo>
                <a:lnTo>
                  <a:pt x="16644" y="51642"/>
                </a:lnTo>
                <a:lnTo>
                  <a:pt x="16761" y="51217"/>
                </a:lnTo>
                <a:lnTo>
                  <a:pt x="17053" y="50845"/>
                </a:lnTo>
                <a:lnTo>
                  <a:pt x="17345" y="50473"/>
                </a:lnTo>
                <a:lnTo>
                  <a:pt x="17578" y="50208"/>
                </a:lnTo>
                <a:lnTo>
                  <a:pt x="17870" y="49942"/>
                </a:lnTo>
                <a:lnTo>
                  <a:pt x="18338" y="49570"/>
                </a:lnTo>
                <a:lnTo>
                  <a:pt x="18571" y="49198"/>
                </a:lnTo>
                <a:lnTo>
                  <a:pt x="18863" y="48773"/>
                </a:lnTo>
                <a:lnTo>
                  <a:pt x="19155" y="48401"/>
                </a:lnTo>
                <a:lnTo>
                  <a:pt x="19272" y="48029"/>
                </a:lnTo>
                <a:lnTo>
                  <a:pt x="19564" y="47764"/>
                </a:lnTo>
                <a:lnTo>
                  <a:pt x="19856" y="47498"/>
                </a:lnTo>
                <a:lnTo>
                  <a:pt x="20265" y="47126"/>
                </a:lnTo>
                <a:lnTo>
                  <a:pt x="20557" y="46754"/>
                </a:lnTo>
                <a:lnTo>
                  <a:pt x="20849" y="46382"/>
                </a:lnTo>
                <a:lnTo>
                  <a:pt x="21141" y="45957"/>
                </a:lnTo>
                <a:lnTo>
                  <a:pt x="21433" y="45585"/>
                </a:lnTo>
                <a:lnTo>
                  <a:pt x="21725" y="45320"/>
                </a:lnTo>
                <a:lnTo>
                  <a:pt x="21842" y="44948"/>
                </a:lnTo>
                <a:lnTo>
                  <a:pt x="22251" y="44682"/>
                </a:lnTo>
                <a:lnTo>
                  <a:pt x="22543" y="44310"/>
                </a:lnTo>
                <a:lnTo>
                  <a:pt x="22835" y="43938"/>
                </a:lnTo>
                <a:lnTo>
                  <a:pt x="23127" y="43513"/>
                </a:lnTo>
                <a:lnTo>
                  <a:pt x="23419" y="43141"/>
                </a:lnTo>
                <a:lnTo>
                  <a:pt x="23652" y="42876"/>
                </a:lnTo>
                <a:lnTo>
                  <a:pt x="23944" y="42504"/>
                </a:lnTo>
                <a:lnTo>
                  <a:pt x="24236" y="42132"/>
                </a:lnTo>
                <a:lnTo>
                  <a:pt x="24528" y="41760"/>
                </a:lnTo>
                <a:lnTo>
                  <a:pt x="24820" y="41335"/>
                </a:lnTo>
                <a:lnTo>
                  <a:pt x="25054" y="40963"/>
                </a:lnTo>
                <a:lnTo>
                  <a:pt x="25346" y="40857"/>
                </a:lnTo>
                <a:lnTo>
                  <a:pt x="25638" y="40432"/>
                </a:lnTo>
                <a:lnTo>
                  <a:pt x="25930" y="40060"/>
                </a:lnTo>
                <a:lnTo>
                  <a:pt x="26222" y="39688"/>
                </a:lnTo>
                <a:lnTo>
                  <a:pt x="26631" y="39316"/>
                </a:lnTo>
                <a:lnTo>
                  <a:pt x="26747" y="38891"/>
                </a:lnTo>
                <a:lnTo>
                  <a:pt x="27039" y="38519"/>
                </a:lnTo>
                <a:lnTo>
                  <a:pt x="27331" y="38253"/>
                </a:lnTo>
                <a:lnTo>
                  <a:pt x="27624" y="37881"/>
                </a:lnTo>
                <a:lnTo>
                  <a:pt x="27916" y="37509"/>
                </a:lnTo>
                <a:lnTo>
                  <a:pt x="28208" y="37138"/>
                </a:lnTo>
                <a:lnTo>
                  <a:pt x="28616" y="36713"/>
                </a:lnTo>
                <a:lnTo>
                  <a:pt x="28908" y="36341"/>
                </a:lnTo>
                <a:lnTo>
                  <a:pt x="29200" y="36075"/>
                </a:lnTo>
                <a:lnTo>
                  <a:pt x="29317" y="35703"/>
                </a:lnTo>
                <a:lnTo>
                  <a:pt x="29609" y="35331"/>
                </a:lnTo>
                <a:lnTo>
                  <a:pt x="29901" y="34959"/>
                </a:lnTo>
                <a:lnTo>
                  <a:pt x="30135" y="34694"/>
                </a:lnTo>
                <a:lnTo>
                  <a:pt x="30427" y="34269"/>
                </a:lnTo>
                <a:lnTo>
                  <a:pt x="30836" y="33897"/>
                </a:lnTo>
                <a:lnTo>
                  <a:pt x="31128" y="33631"/>
                </a:lnTo>
                <a:lnTo>
                  <a:pt x="31420" y="33259"/>
                </a:lnTo>
                <a:lnTo>
                  <a:pt x="31712" y="32887"/>
                </a:lnTo>
                <a:lnTo>
                  <a:pt x="31828" y="32515"/>
                </a:lnTo>
                <a:lnTo>
                  <a:pt x="32120" y="32090"/>
                </a:lnTo>
                <a:lnTo>
                  <a:pt x="32412" y="31718"/>
                </a:lnTo>
                <a:lnTo>
                  <a:pt x="32821" y="31453"/>
                </a:lnTo>
                <a:lnTo>
                  <a:pt x="33113" y="31081"/>
                </a:lnTo>
                <a:lnTo>
                  <a:pt x="33405" y="30709"/>
                </a:lnTo>
                <a:lnTo>
                  <a:pt x="33697" y="30337"/>
                </a:lnTo>
                <a:lnTo>
                  <a:pt x="33989" y="29912"/>
                </a:lnTo>
                <a:lnTo>
                  <a:pt x="34223" y="29540"/>
                </a:lnTo>
                <a:lnTo>
                  <a:pt x="34398" y="29168"/>
                </a:lnTo>
                <a:lnTo>
                  <a:pt x="34807" y="28902"/>
                </a:lnTo>
                <a:lnTo>
                  <a:pt x="35099" y="28530"/>
                </a:lnTo>
                <a:lnTo>
                  <a:pt x="35391" y="28105"/>
                </a:lnTo>
                <a:lnTo>
                  <a:pt x="35683" y="27734"/>
                </a:lnTo>
                <a:lnTo>
                  <a:pt x="35917" y="27362"/>
                </a:lnTo>
                <a:lnTo>
                  <a:pt x="36209" y="26990"/>
                </a:lnTo>
                <a:lnTo>
                  <a:pt x="36501" y="26724"/>
                </a:lnTo>
                <a:lnTo>
                  <a:pt x="36793" y="26352"/>
                </a:lnTo>
                <a:lnTo>
                  <a:pt x="37085" y="25927"/>
                </a:lnTo>
                <a:lnTo>
                  <a:pt x="37377" y="25555"/>
                </a:lnTo>
                <a:lnTo>
                  <a:pt x="37610" y="25183"/>
                </a:lnTo>
                <a:lnTo>
                  <a:pt x="37902" y="24811"/>
                </a:lnTo>
                <a:lnTo>
                  <a:pt x="38194" y="24546"/>
                </a:lnTo>
                <a:lnTo>
                  <a:pt x="38486" y="24174"/>
                </a:lnTo>
                <a:lnTo>
                  <a:pt x="38778" y="23749"/>
                </a:lnTo>
                <a:lnTo>
                  <a:pt x="39187" y="23377"/>
                </a:lnTo>
                <a:lnTo>
                  <a:pt x="39304" y="23005"/>
                </a:lnTo>
                <a:lnTo>
                  <a:pt x="39596" y="22633"/>
                </a:lnTo>
                <a:lnTo>
                  <a:pt x="39888" y="22208"/>
                </a:lnTo>
                <a:lnTo>
                  <a:pt x="40180" y="21995"/>
                </a:lnTo>
                <a:lnTo>
                  <a:pt x="40472" y="21570"/>
                </a:lnTo>
                <a:lnTo>
                  <a:pt x="40764" y="21198"/>
                </a:lnTo>
                <a:lnTo>
                  <a:pt x="41173" y="20667"/>
                </a:lnTo>
                <a:lnTo>
                  <a:pt x="41465" y="20295"/>
                </a:lnTo>
                <a:lnTo>
                  <a:pt x="41698" y="19923"/>
                </a:lnTo>
                <a:lnTo>
                  <a:pt x="41874" y="19658"/>
                </a:lnTo>
                <a:lnTo>
                  <a:pt x="42166" y="19286"/>
                </a:lnTo>
                <a:lnTo>
                  <a:pt x="42399" y="18914"/>
                </a:lnTo>
                <a:lnTo>
                  <a:pt x="42691" y="18489"/>
                </a:lnTo>
                <a:lnTo>
                  <a:pt x="42983" y="18117"/>
                </a:lnTo>
                <a:lnTo>
                  <a:pt x="43392" y="17745"/>
                </a:lnTo>
                <a:lnTo>
                  <a:pt x="43684" y="17479"/>
                </a:lnTo>
                <a:lnTo>
                  <a:pt x="43976" y="17107"/>
                </a:lnTo>
                <a:lnTo>
                  <a:pt x="44268" y="16682"/>
                </a:lnTo>
                <a:lnTo>
                  <a:pt x="44385" y="16311"/>
                </a:lnTo>
                <a:lnTo>
                  <a:pt x="44677" y="15939"/>
                </a:lnTo>
                <a:lnTo>
                  <a:pt x="44969" y="15567"/>
                </a:lnTo>
                <a:lnTo>
                  <a:pt x="45378" y="15142"/>
                </a:lnTo>
                <a:lnTo>
                  <a:pt x="45670" y="14929"/>
                </a:lnTo>
                <a:lnTo>
                  <a:pt x="45962" y="14398"/>
                </a:lnTo>
                <a:lnTo>
                  <a:pt x="46254" y="14026"/>
                </a:lnTo>
                <a:lnTo>
                  <a:pt x="46546" y="13601"/>
                </a:lnTo>
                <a:lnTo>
                  <a:pt x="46779" y="13229"/>
                </a:lnTo>
                <a:lnTo>
                  <a:pt x="46954" y="12857"/>
                </a:lnTo>
                <a:lnTo>
                  <a:pt x="47363" y="12591"/>
                </a:lnTo>
                <a:lnTo>
                  <a:pt x="47655" y="12219"/>
                </a:lnTo>
                <a:lnTo>
                  <a:pt x="47947" y="11848"/>
                </a:lnTo>
                <a:lnTo>
                  <a:pt x="48181" y="11423"/>
                </a:lnTo>
                <a:lnTo>
                  <a:pt x="48473" y="11051"/>
                </a:lnTo>
                <a:lnTo>
                  <a:pt x="48765" y="10679"/>
                </a:lnTo>
                <a:lnTo>
                  <a:pt x="49057" y="10413"/>
                </a:lnTo>
                <a:lnTo>
                  <a:pt x="49349" y="9882"/>
                </a:lnTo>
                <a:lnTo>
                  <a:pt x="49641" y="9510"/>
                </a:lnTo>
                <a:lnTo>
                  <a:pt x="49875" y="9138"/>
                </a:lnTo>
                <a:lnTo>
                  <a:pt x="50167" y="8766"/>
                </a:lnTo>
                <a:lnTo>
                  <a:pt x="50459" y="8341"/>
                </a:lnTo>
                <a:lnTo>
                  <a:pt x="50751" y="8128"/>
                </a:lnTo>
                <a:lnTo>
                  <a:pt x="51043" y="7703"/>
                </a:lnTo>
                <a:lnTo>
                  <a:pt x="51335" y="7331"/>
                </a:lnTo>
                <a:lnTo>
                  <a:pt x="51743" y="6960"/>
                </a:lnTo>
                <a:lnTo>
                  <a:pt x="51860" y="6588"/>
                </a:lnTo>
                <a:lnTo>
                  <a:pt x="52152" y="6056"/>
                </a:lnTo>
                <a:lnTo>
                  <a:pt x="52444" y="5791"/>
                </a:lnTo>
                <a:lnTo>
                  <a:pt x="52736" y="5419"/>
                </a:lnTo>
                <a:lnTo>
                  <a:pt x="53028" y="5047"/>
                </a:lnTo>
                <a:lnTo>
                  <a:pt x="53262" y="4622"/>
                </a:lnTo>
                <a:lnTo>
                  <a:pt x="53729" y="4250"/>
                </a:lnTo>
                <a:lnTo>
                  <a:pt x="53963" y="3878"/>
                </a:lnTo>
                <a:lnTo>
                  <a:pt x="54255" y="3612"/>
                </a:lnTo>
                <a:lnTo>
                  <a:pt x="54430" y="3081"/>
                </a:lnTo>
                <a:lnTo>
                  <a:pt x="54722" y="2709"/>
                </a:lnTo>
                <a:lnTo>
                  <a:pt x="54956" y="2337"/>
                </a:lnTo>
                <a:lnTo>
                  <a:pt x="55248" y="1965"/>
                </a:lnTo>
                <a:lnTo>
                  <a:pt x="55540" y="1540"/>
                </a:lnTo>
                <a:lnTo>
                  <a:pt x="55948" y="1328"/>
                </a:lnTo>
                <a:lnTo>
                  <a:pt x="56240" y="903"/>
                </a:lnTo>
                <a:lnTo>
                  <a:pt x="56532" y="531"/>
                </a:lnTo>
                <a:lnTo>
                  <a:pt x="56824" y="0"/>
                </a:lnTo>
              </a:path>
            </a:pathLst>
          </a:custGeom>
          <a:ln w="816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305916" y="4766671"/>
            <a:ext cx="56708" cy="78420"/>
          </a:xfrm>
          <a:custGeom>
            <a:avLst/>
            <a:gdLst/>
            <a:ahLst/>
            <a:cxnLst/>
            <a:rect l="l" t="t" r="r" b="b"/>
            <a:pathLst>
              <a:path w="56708" h="78420">
                <a:moveTo>
                  <a:pt x="0" y="78420"/>
                </a:moveTo>
                <a:lnTo>
                  <a:pt x="116" y="78048"/>
                </a:lnTo>
                <a:lnTo>
                  <a:pt x="408" y="77676"/>
                </a:lnTo>
                <a:lnTo>
                  <a:pt x="700" y="77304"/>
                </a:lnTo>
                <a:lnTo>
                  <a:pt x="1109" y="77038"/>
                </a:lnTo>
                <a:lnTo>
                  <a:pt x="1401" y="76667"/>
                </a:lnTo>
                <a:lnTo>
                  <a:pt x="1693" y="76241"/>
                </a:lnTo>
                <a:lnTo>
                  <a:pt x="1985" y="75763"/>
                </a:lnTo>
                <a:lnTo>
                  <a:pt x="2219" y="75338"/>
                </a:lnTo>
                <a:lnTo>
                  <a:pt x="2511" y="74966"/>
                </a:lnTo>
                <a:lnTo>
                  <a:pt x="2686" y="74701"/>
                </a:lnTo>
                <a:lnTo>
                  <a:pt x="3095" y="74329"/>
                </a:lnTo>
                <a:lnTo>
                  <a:pt x="3387" y="73957"/>
                </a:lnTo>
                <a:lnTo>
                  <a:pt x="3679" y="73426"/>
                </a:lnTo>
                <a:lnTo>
                  <a:pt x="3912" y="73054"/>
                </a:lnTo>
                <a:lnTo>
                  <a:pt x="4204" y="72682"/>
                </a:lnTo>
                <a:lnTo>
                  <a:pt x="4496" y="72416"/>
                </a:lnTo>
                <a:lnTo>
                  <a:pt x="4788" y="72044"/>
                </a:lnTo>
                <a:lnTo>
                  <a:pt x="5080" y="71619"/>
                </a:lnTo>
                <a:lnTo>
                  <a:pt x="5372" y="71141"/>
                </a:lnTo>
                <a:lnTo>
                  <a:pt x="5606" y="70716"/>
                </a:lnTo>
                <a:lnTo>
                  <a:pt x="5898" y="70344"/>
                </a:lnTo>
                <a:lnTo>
                  <a:pt x="6190" y="70078"/>
                </a:lnTo>
                <a:lnTo>
                  <a:pt x="6482" y="69706"/>
                </a:lnTo>
                <a:lnTo>
                  <a:pt x="6774" y="69335"/>
                </a:lnTo>
                <a:lnTo>
                  <a:pt x="7066" y="68803"/>
                </a:lnTo>
                <a:lnTo>
                  <a:pt x="7475" y="68431"/>
                </a:lnTo>
                <a:lnTo>
                  <a:pt x="7592" y="68059"/>
                </a:lnTo>
                <a:lnTo>
                  <a:pt x="7884" y="67794"/>
                </a:lnTo>
                <a:lnTo>
                  <a:pt x="8176" y="67422"/>
                </a:lnTo>
                <a:lnTo>
                  <a:pt x="8468" y="66891"/>
                </a:lnTo>
                <a:lnTo>
                  <a:pt x="8760" y="66519"/>
                </a:lnTo>
                <a:lnTo>
                  <a:pt x="8993" y="66094"/>
                </a:lnTo>
                <a:lnTo>
                  <a:pt x="9461" y="65722"/>
                </a:lnTo>
                <a:lnTo>
                  <a:pt x="9694" y="65456"/>
                </a:lnTo>
                <a:lnTo>
                  <a:pt x="9986" y="65084"/>
                </a:lnTo>
                <a:lnTo>
                  <a:pt x="10161" y="64553"/>
                </a:lnTo>
                <a:lnTo>
                  <a:pt x="10395" y="64181"/>
                </a:lnTo>
                <a:lnTo>
                  <a:pt x="10687" y="63809"/>
                </a:lnTo>
                <a:lnTo>
                  <a:pt x="10979" y="63437"/>
                </a:lnTo>
                <a:lnTo>
                  <a:pt x="11271" y="63171"/>
                </a:lnTo>
                <a:lnTo>
                  <a:pt x="11680" y="62640"/>
                </a:lnTo>
                <a:lnTo>
                  <a:pt x="11972" y="62268"/>
                </a:lnTo>
                <a:lnTo>
                  <a:pt x="12264" y="61896"/>
                </a:lnTo>
                <a:lnTo>
                  <a:pt x="12556" y="61471"/>
                </a:lnTo>
                <a:lnTo>
                  <a:pt x="12673" y="61099"/>
                </a:lnTo>
                <a:lnTo>
                  <a:pt x="12965" y="60727"/>
                </a:lnTo>
                <a:lnTo>
                  <a:pt x="13257" y="60356"/>
                </a:lnTo>
                <a:lnTo>
                  <a:pt x="13665" y="59984"/>
                </a:lnTo>
                <a:lnTo>
                  <a:pt x="13958" y="59559"/>
                </a:lnTo>
                <a:lnTo>
                  <a:pt x="14250" y="59187"/>
                </a:lnTo>
                <a:lnTo>
                  <a:pt x="14542" y="58655"/>
                </a:lnTo>
                <a:lnTo>
                  <a:pt x="14775" y="58443"/>
                </a:lnTo>
                <a:lnTo>
                  <a:pt x="15067" y="58018"/>
                </a:lnTo>
                <a:lnTo>
                  <a:pt x="15242" y="57646"/>
                </a:lnTo>
                <a:lnTo>
                  <a:pt x="15651" y="57115"/>
                </a:lnTo>
                <a:lnTo>
                  <a:pt x="15943" y="56743"/>
                </a:lnTo>
                <a:lnTo>
                  <a:pt x="16177" y="56371"/>
                </a:lnTo>
                <a:lnTo>
                  <a:pt x="16469" y="56105"/>
                </a:lnTo>
                <a:lnTo>
                  <a:pt x="16761" y="55733"/>
                </a:lnTo>
                <a:lnTo>
                  <a:pt x="17053" y="55202"/>
                </a:lnTo>
                <a:lnTo>
                  <a:pt x="17345" y="54830"/>
                </a:lnTo>
                <a:lnTo>
                  <a:pt x="17637" y="54458"/>
                </a:lnTo>
                <a:lnTo>
                  <a:pt x="17870" y="54033"/>
                </a:lnTo>
                <a:lnTo>
                  <a:pt x="18162" y="53661"/>
                </a:lnTo>
                <a:lnTo>
                  <a:pt x="18454" y="53289"/>
                </a:lnTo>
                <a:lnTo>
                  <a:pt x="18746" y="52917"/>
                </a:lnTo>
                <a:lnTo>
                  <a:pt x="19038" y="52492"/>
                </a:lnTo>
                <a:lnTo>
                  <a:pt x="19330" y="52120"/>
                </a:lnTo>
                <a:lnTo>
                  <a:pt x="19564" y="51748"/>
                </a:lnTo>
                <a:lnTo>
                  <a:pt x="20031" y="51377"/>
                </a:lnTo>
                <a:lnTo>
                  <a:pt x="20148" y="50951"/>
                </a:lnTo>
                <a:lnTo>
                  <a:pt x="20440" y="50580"/>
                </a:lnTo>
                <a:lnTo>
                  <a:pt x="20732" y="50048"/>
                </a:lnTo>
                <a:lnTo>
                  <a:pt x="21024" y="49676"/>
                </a:lnTo>
                <a:lnTo>
                  <a:pt x="21258" y="49411"/>
                </a:lnTo>
                <a:lnTo>
                  <a:pt x="21550" y="49039"/>
                </a:lnTo>
                <a:lnTo>
                  <a:pt x="21959" y="48507"/>
                </a:lnTo>
                <a:lnTo>
                  <a:pt x="22251" y="48136"/>
                </a:lnTo>
                <a:lnTo>
                  <a:pt x="22543" y="47764"/>
                </a:lnTo>
                <a:lnTo>
                  <a:pt x="22718" y="47392"/>
                </a:lnTo>
                <a:lnTo>
                  <a:pt x="22951" y="47020"/>
                </a:lnTo>
                <a:lnTo>
                  <a:pt x="23243" y="46595"/>
                </a:lnTo>
                <a:lnTo>
                  <a:pt x="23535" y="46223"/>
                </a:lnTo>
                <a:lnTo>
                  <a:pt x="23827" y="45851"/>
                </a:lnTo>
                <a:lnTo>
                  <a:pt x="24236" y="45479"/>
                </a:lnTo>
                <a:lnTo>
                  <a:pt x="24528" y="44948"/>
                </a:lnTo>
                <a:lnTo>
                  <a:pt x="24820" y="44682"/>
                </a:lnTo>
                <a:lnTo>
                  <a:pt x="25112" y="44310"/>
                </a:lnTo>
                <a:lnTo>
                  <a:pt x="25229" y="43938"/>
                </a:lnTo>
                <a:lnTo>
                  <a:pt x="25521" y="43407"/>
                </a:lnTo>
                <a:lnTo>
                  <a:pt x="25813" y="43035"/>
                </a:lnTo>
                <a:lnTo>
                  <a:pt x="26222" y="42610"/>
                </a:lnTo>
                <a:lnTo>
                  <a:pt x="26514" y="42397"/>
                </a:lnTo>
                <a:lnTo>
                  <a:pt x="26806" y="41866"/>
                </a:lnTo>
                <a:lnTo>
                  <a:pt x="27039" y="41494"/>
                </a:lnTo>
                <a:lnTo>
                  <a:pt x="27331" y="41069"/>
                </a:lnTo>
                <a:lnTo>
                  <a:pt x="27624" y="40591"/>
                </a:lnTo>
                <a:lnTo>
                  <a:pt x="27740" y="40166"/>
                </a:lnTo>
                <a:lnTo>
                  <a:pt x="28208" y="39953"/>
                </a:lnTo>
                <a:lnTo>
                  <a:pt x="28500" y="39528"/>
                </a:lnTo>
                <a:lnTo>
                  <a:pt x="28733" y="39050"/>
                </a:lnTo>
                <a:lnTo>
                  <a:pt x="29025" y="38625"/>
                </a:lnTo>
                <a:lnTo>
                  <a:pt x="29317" y="38253"/>
                </a:lnTo>
                <a:lnTo>
                  <a:pt x="29609" y="37881"/>
                </a:lnTo>
                <a:lnTo>
                  <a:pt x="29901" y="37509"/>
                </a:lnTo>
                <a:lnTo>
                  <a:pt x="30193" y="37084"/>
                </a:lnTo>
                <a:lnTo>
                  <a:pt x="30427" y="36713"/>
                </a:lnTo>
                <a:lnTo>
                  <a:pt x="30719" y="36341"/>
                </a:lnTo>
                <a:lnTo>
                  <a:pt x="31011" y="35809"/>
                </a:lnTo>
                <a:lnTo>
                  <a:pt x="31303" y="35437"/>
                </a:lnTo>
                <a:lnTo>
                  <a:pt x="31595" y="35172"/>
                </a:lnTo>
                <a:lnTo>
                  <a:pt x="31887" y="34800"/>
                </a:lnTo>
                <a:lnTo>
                  <a:pt x="32120" y="34269"/>
                </a:lnTo>
                <a:lnTo>
                  <a:pt x="32588" y="33897"/>
                </a:lnTo>
                <a:lnTo>
                  <a:pt x="32821" y="33525"/>
                </a:lnTo>
                <a:lnTo>
                  <a:pt x="32996" y="33153"/>
                </a:lnTo>
                <a:lnTo>
                  <a:pt x="33288" y="32728"/>
                </a:lnTo>
                <a:lnTo>
                  <a:pt x="33522" y="32356"/>
                </a:lnTo>
                <a:lnTo>
                  <a:pt x="33814" y="31984"/>
                </a:lnTo>
                <a:lnTo>
                  <a:pt x="34106" y="31453"/>
                </a:lnTo>
                <a:lnTo>
                  <a:pt x="34398" y="31081"/>
                </a:lnTo>
                <a:lnTo>
                  <a:pt x="34807" y="30815"/>
                </a:lnTo>
                <a:lnTo>
                  <a:pt x="35099" y="30443"/>
                </a:lnTo>
                <a:lnTo>
                  <a:pt x="35391" y="29912"/>
                </a:lnTo>
                <a:lnTo>
                  <a:pt x="35508" y="29540"/>
                </a:lnTo>
                <a:lnTo>
                  <a:pt x="35800" y="29168"/>
                </a:lnTo>
                <a:lnTo>
                  <a:pt x="36092" y="28637"/>
                </a:lnTo>
                <a:lnTo>
                  <a:pt x="36384" y="28371"/>
                </a:lnTo>
                <a:lnTo>
                  <a:pt x="36793" y="27999"/>
                </a:lnTo>
                <a:lnTo>
                  <a:pt x="37085" y="27627"/>
                </a:lnTo>
                <a:lnTo>
                  <a:pt x="37377" y="27096"/>
                </a:lnTo>
                <a:lnTo>
                  <a:pt x="37669" y="26724"/>
                </a:lnTo>
                <a:lnTo>
                  <a:pt x="37785" y="26352"/>
                </a:lnTo>
                <a:lnTo>
                  <a:pt x="38077" y="26086"/>
                </a:lnTo>
                <a:lnTo>
                  <a:pt x="38369" y="25555"/>
                </a:lnTo>
                <a:lnTo>
                  <a:pt x="38778" y="25183"/>
                </a:lnTo>
                <a:lnTo>
                  <a:pt x="39070" y="24811"/>
                </a:lnTo>
                <a:lnTo>
                  <a:pt x="39304" y="24280"/>
                </a:lnTo>
                <a:lnTo>
                  <a:pt x="39596" y="23908"/>
                </a:lnTo>
                <a:lnTo>
                  <a:pt x="39888" y="23642"/>
                </a:lnTo>
                <a:lnTo>
                  <a:pt x="40180" y="23271"/>
                </a:lnTo>
                <a:lnTo>
                  <a:pt x="40297" y="22739"/>
                </a:lnTo>
                <a:lnTo>
                  <a:pt x="40589" y="22367"/>
                </a:lnTo>
                <a:lnTo>
                  <a:pt x="40997" y="21942"/>
                </a:lnTo>
                <a:lnTo>
                  <a:pt x="41290" y="21570"/>
                </a:lnTo>
                <a:lnTo>
                  <a:pt x="41582" y="21198"/>
                </a:lnTo>
                <a:lnTo>
                  <a:pt x="41874" y="20827"/>
                </a:lnTo>
                <a:lnTo>
                  <a:pt x="42166" y="20402"/>
                </a:lnTo>
                <a:lnTo>
                  <a:pt x="42458" y="19923"/>
                </a:lnTo>
                <a:lnTo>
                  <a:pt x="42691" y="19551"/>
                </a:lnTo>
                <a:lnTo>
                  <a:pt x="42983" y="19126"/>
                </a:lnTo>
                <a:lnTo>
                  <a:pt x="43275" y="18754"/>
                </a:lnTo>
                <a:lnTo>
                  <a:pt x="43567" y="18383"/>
                </a:lnTo>
                <a:lnTo>
                  <a:pt x="43859" y="18011"/>
                </a:lnTo>
                <a:lnTo>
                  <a:pt x="44151" y="17586"/>
                </a:lnTo>
                <a:lnTo>
                  <a:pt x="44385" y="17107"/>
                </a:lnTo>
                <a:lnTo>
                  <a:pt x="44677" y="16842"/>
                </a:lnTo>
                <a:lnTo>
                  <a:pt x="45086" y="16470"/>
                </a:lnTo>
                <a:lnTo>
                  <a:pt x="45378" y="15939"/>
                </a:lnTo>
                <a:lnTo>
                  <a:pt x="45553" y="15567"/>
                </a:lnTo>
                <a:lnTo>
                  <a:pt x="45845" y="15142"/>
                </a:lnTo>
                <a:lnTo>
                  <a:pt x="46078" y="14770"/>
                </a:lnTo>
                <a:lnTo>
                  <a:pt x="46370" y="14398"/>
                </a:lnTo>
                <a:lnTo>
                  <a:pt x="46662" y="14026"/>
                </a:lnTo>
                <a:lnTo>
                  <a:pt x="46954" y="13601"/>
                </a:lnTo>
                <a:lnTo>
                  <a:pt x="47363" y="13123"/>
                </a:lnTo>
                <a:lnTo>
                  <a:pt x="47655" y="12698"/>
                </a:lnTo>
                <a:lnTo>
                  <a:pt x="47947" y="12326"/>
                </a:lnTo>
                <a:lnTo>
                  <a:pt x="48064" y="12060"/>
                </a:lnTo>
                <a:lnTo>
                  <a:pt x="48356" y="11582"/>
                </a:lnTo>
                <a:lnTo>
                  <a:pt x="48648" y="11157"/>
                </a:lnTo>
                <a:lnTo>
                  <a:pt x="48940" y="10785"/>
                </a:lnTo>
                <a:lnTo>
                  <a:pt x="49349" y="10307"/>
                </a:lnTo>
                <a:lnTo>
                  <a:pt x="49641" y="9882"/>
                </a:lnTo>
                <a:lnTo>
                  <a:pt x="49933" y="9616"/>
                </a:lnTo>
                <a:lnTo>
                  <a:pt x="50167" y="9244"/>
                </a:lnTo>
                <a:lnTo>
                  <a:pt x="50459" y="8766"/>
                </a:lnTo>
                <a:lnTo>
                  <a:pt x="50634" y="8341"/>
                </a:lnTo>
                <a:lnTo>
                  <a:pt x="50867" y="7969"/>
                </a:lnTo>
                <a:lnTo>
                  <a:pt x="51335" y="7597"/>
                </a:lnTo>
                <a:lnTo>
                  <a:pt x="51627" y="7225"/>
                </a:lnTo>
                <a:lnTo>
                  <a:pt x="51860" y="6800"/>
                </a:lnTo>
                <a:lnTo>
                  <a:pt x="52152" y="6322"/>
                </a:lnTo>
                <a:lnTo>
                  <a:pt x="52444" y="5897"/>
                </a:lnTo>
                <a:lnTo>
                  <a:pt x="52736" y="5525"/>
                </a:lnTo>
                <a:lnTo>
                  <a:pt x="52853" y="5259"/>
                </a:lnTo>
                <a:lnTo>
                  <a:pt x="53145" y="4781"/>
                </a:lnTo>
                <a:lnTo>
                  <a:pt x="53554" y="4356"/>
                </a:lnTo>
                <a:lnTo>
                  <a:pt x="53846" y="3984"/>
                </a:lnTo>
                <a:lnTo>
                  <a:pt x="54138" y="3506"/>
                </a:lnTo>
                <a:lnTo>
                  <a:pt x="54430" y="3081"/>
                </a:lnTo>
                <a:lnTo>
                  <a:pt x="54722" y="2815"/>
                </a:lnTo>
                <a:lnTo>
                  <a:pt x="55014" y="2443"/>
                </a:lnTo>
                <a:lnTo>
                  <a:pt x="55248" y="1965"/>
                </a:lnTo>
                <a:lnTo>
                  <a:pt x="55540" y="1540"/>
                </a:lnTo>
                <a:lnTo>
                  <a:pt x="55832" y="1168"/>
                </a:lnTo>
                <a:lnTo>
                  <a:pt x="56124" y="637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1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362624" y="4689047"/>
            <a:ext cx="56649" cy="77623"/>
          </a:xfrm>
          <a:custGeom>
            <a:avLst/>
            <a:gdLst/>
            <a:ahLst/>
            <a:cxnLst/>
            <a:rect l="l" t="t" r="r" b="b"/>
            <a:pathLst>
              <a:path w="56649" h="77623">
                <a:moveTo>
                  <a:pt x="0" y="77623"/>
                </a:moveTo>
                <a:lnTo>
                  <a:pt x="233" y="77251"/>
                </a:lnTo>
                <a:lnTo>
                  <a:pt x="525" y="76720"/>
                </a:lnTo>
                <a:lnTo>
                  <a:pt x="934" y="76348"/>
                </a:lnTo>
                <a:lnTo>
                  <a:pt x="1226" y="75976"/>
                </a:lnTo>
                <a:lnTo>
                  <a:pt x="1401" y="75604"/>
                </a:lnTo>
                <a:lnTo>
                  <a:pt x="1635" y="75179"/>
                </a:lnTo>
                <a:lnTo>
                  <a:pt x="1927" y="74807"/>
                </a:lnTo>
                <a:lnTo>
                  <a:pt x="2219" y="74435"/>
                </a:lnTo>
                <a:lnTo>
                  <a:pt x="2511" y="73904"/>
                </a:lnTo>
                <a:lnTo>
                  <a:pt x="2803" y="73532"/>
                </a:lnTo>
                <a:lnTo>
                  <a:pt x="3212" y="73266"/>
                </a:lnTo>
                <a:lnTo>
                  <a:pt x="3504" y="72735"/>
                </a:lnTo>
                <a:lnTo>
                  <a:pt x="3796" y="72363"/>
                </a:lnTo>
                <a:lnTo>
                  <a:pt x="3912" y="71991"/>
                </a:lnTo>
                <a:lnTo>
                  <a:pt x="4204" y="71619"/>
                </a:lnTo>
                <a:lnTo>
                  <a:pt x="4496" y="71194"/>
                </a:lnTo>
                <a:lnTo>
                  <a:pt x="4788" y="70822"/>
                </a:lnTo>
                <a:lnTo>
                  <a:pt x="5197" y="70450"/>
                </a:lnTo>
                <a:lnTo>
                  <a:pt x="5489" y="69919"/>
                </a:lnTo>
                <a:lnTo>
                  <a:pt x="5781" y="69547"/>
                </a:lnTo>
                <a:lnTo>
                  <a:pt x="6015" y="69175"/>
                </a:lnTo>
                <a:lnTo>
                  <a:pt x="6307" y="68910"/>
                </a:lnTo>
                <a:lnTo>
                  <a:pt x="6482" y="68378"/>
                </a:lnTo>
                <a:lnTo>
                  <a:pt x="6716" y="68006"/>
                </a:lnTo>
                <a:lnTo>
                  <a:pt x="7183" y="67634"/>
                </a:lnTo>
                <a:lnTo>
                  <a:pt x="7417" y="67103"/>
                </a:lnTo>
                <a:lnTo>
                  <a:pt x="7709" y="66731"/>
                </a:lnTo>
                <a:lnTo>
                  <a:pt x="8001" y="66466"/>
                </a:lnTo>
                <a:lnTo>
                  <a:pt x="8293" y="66094"/>
                </a:lnTo>
                <a:lnTo>
                  <a:pt x="8585" y="65562"/>
                </a:lnTo>
                <a:lnTo>
                  <a:pt x="8877" y="65190"/>
                </a:lnTo>
                <a:lnTo>
                  <a:pt x="8993" y="64818"/>
                </a:lnTo>
                <a:lnTo>
                  <a:pt x="9402" y="64287"/>
                </a:lnTo>
                <a:lnTo>
                  <a:pt x="9694" y="64022"/>
                </a:lnTo>
                <a:lnTo>
                  <a:pt x="9986" y="63650"/>
                </a:lnTo>
                <a:lnTo>
                  <a:pt x="10278" y="63278"/>
                </a:lnTo>
                <a:lnTo>
                  <a:pt x="10570" y="62746"/>
                </a:lnTo>
                <a:lnTo>
                  <a:pt x="10804" y="62374"/>
                </a:lnTo>
                <a:lnTo>
                  <a:pt x="11096" y="62003"/>
                </a:lnTo>
                <a:lnTo>
                  <a:pt x="11388" y="61737"/>
                </a:lnTo>
                <a:lnTo>
                  <a:pt x="11680" y="61206"/>
                </a:lnTo>
                <a:lnTo>
                  <a:pt x="11972" y="60834"/>
                </a:lnTo>
                <a:lnTo>
                  <a:pt x="12264" y="60462"/>
                </a:lnTo>
                <a:lnTo>
                  <a:pt x="12497" y="59930"/>
                </a:lnTo>
                <a:lnTo>
                  <a:pt x="12789" y="59559"/>
                </a:lnTo>
                <a:lnTo>
                  <a:pt x="13081" y="59293"/>
                </a:lnTo>
                <a:lnTo>
                  <a:pt x="13490" y="58921"/>
                </a:lnTo>
                <a:lnTo>
                  <a:pt x="13782" y="58390"/>
                </a:lnTo>
                <a:lnTo>
                  <a:pt x="13958" y="58018"/>
                </a:lnTo>
                <a:lnTo>
                  <a:pt x="14191" y="57593"/>
                </a:lnTo>
                <a:lnTo>
                  <a:pt x="14483" y="57221"/>
                </a:lnTo>
                <a:lnTo>
                  <a:pt x="14775" y="56849"/>
                </a:lnTo>
                <a:lnTo>
                  <a:pt x="15067" y="56477"/>
                </a:lnTo>
                <a:lnTo>
                  <a:pt x="15359" y="56052"/>
                </a:lnTo>
                <a:lnTo>
                  <a:pt x="15768" y="55680"/>
                </a:lnTo>
                <a:lnTo>
                  <a:pt x="16060" y="55202"/>
                </a:lnTo>
                <a:lnTo>
                  <a:pt x="16352" y="54936"/>
                </a:lnTo>
                <a:lnTo>
                  <a:pt x="16469" y="54511"/>
                </a:lnTo>
                <a:lnTo>
                  <a:pt x="16761" y="54033"/>
                </a:lnTo>
                <a:lnTo>
                  <a:pt x="17053" y="53661"/>
                </a:lnTo>
                <a:lnTo>
                  <a:pt x="17345" y="53236"/>
                </a:lnTo>
                <a:lnTo>
                  <a:pt x="17754" y="52864"/>
                </a:lnTo>
                <a:lnTo>
                  <a:pt x="18046" y="52492"/>
                </a:lnTo>
                <a:lnTo>
                  <a:pt x="18279" y="52120"/>
                </a:lnTo>
                <a:lnTo>
                  <a:pt x="18571" y="51695"/>
                </a:lnTo>
                <a:lnTo>
                  <a:pt x="18863" y="51323"/>
                </a:lnTo>
                <a:lnTo>
                  <a:pt x="18980" y="50792"/>
                </a:lnTo>
                <a:lnTo>
                  <a:pt x="19272" y="50420"/>
                </a:lnTo>
                <a:lnTo>
                  <a:pt x="19739" y="50155"/>
                </a:lnTo>
                <a:lnTo>
                  <a:pt x="19973" y="49783"/>
                </a:lnTo>
                <a:lnTo>
                  <a:pt x="20265" y="49251"/>
                </a:lnTo>
                <a:lnTo>
                  <a:pt x="20557" y="48879"/>
                </a:lnTo>
                <a:lnTo>
                  <a:pt x="20849" y="48507"/>
                </a:lnTo>
                <a:lnTo>
                  <a:pt x="21141" y="48136"/>
                </a:lnTo>
                <a:lnTo>
                  <a:pt x="21433" y="47711"/>
                </a:lnTo>
                <a:lnTo>
                  <a:pt x="21550" y="47339"/>
                </a:lnTo>
                <a:lnTo>
                  <a:pt x="21959" y="46967"/>
                </a:lnTo>
                <a:lnTo>
                  <a:pt x="22251" y="46595"/>
                </a:lnTo>
                <a:lnTo>
                  <a:pt x="22543" y="46063"/>
                </a:lnTo>
                <a:lnTo>
                  <a:pt x="22835" y="45692"/>
                </a:lnTo>
                <a:lnTo>
                  <a:pt x="23127" y="45426"/>
                </a:lnTo>
                <a:lnTo>
                  <a:pt x="23360" y="45054"/>
                </a:lnTo>
                <a:lnTo>
                  <a:pt x="23652" y="44523"/>
                </a:lnTo>
                <a:lnTo>
                  <a:pt x="23944" y="44151"/>
                </a:lnTo>
                <a:lnTo>
                  <a:pt x="24236" y="43726"/>
                </a:lnTo>
                <a:lnTo>
                  <a:pt x="24528" y="43354"/>
                </a:lnTo>
                <a:lnTo>
                  <a:pt x="24762" y="42982"/>
                </a:lnTo>
                <a:lnTo>
                  <a:pt x="25054" y="42610"/>
                </a:lnTo>
                <a:lnTo>
                  <a:pt x="25346" y="42185"/>
                </a:lnTo>
                <a:lnTo>
                  <a:pt x="25638" y="41813"/>
                </a:lnTo>
                <a:lnTo>
                  <a:pt x="26047" y="41441"/>
                </a:lnTo>
                <a:lnTo>
                  <a:pt x="26339" y="40910"/>
                </a:lnTo>
                <a:lnTo>
                  <a:pt x="26455" y="40697"/>
                </a:lnTo>
                <a:lnTo>
                  <a:pt x="26747" y="40272"/>
                </a:lnTo>
                <a:lnTo>
                  <a:pt x="27039" y="39900"/>
                </a:lnTo>
                <a:lnTo>
                  <a:pt x="27331" y="39369"/>
                </a:lnTo>
                <a:lnTo>
                  <a:pt x="27624" y="38997"/>
                </a:lnTo>
                <a:lnTo>
                  <a:pt x="27916" y="38625"/>
                </a:lnTo>
                <a:lnTo>
                  <a:pt x="28324" y="38360"/>
                </a:lnTo>
                <a:lnTo>
                  <a:pt x="28616" y="37988"/>
                </a:lnTo>
                <a:lnTo>
                  <a:pt x="28908" y="37456"/>
                </a:lnTo>
                <a:lnTo>
                  <a:pt x="29025" y="37084"/>
                </a:lnTo>
                <a:lnTo>
                  <a:pt x="29317" y="36713"/>
                </a:lnTo>
                <a:lnTo>
                  <a:pt x="29609" y="36287"/>
                </a:lnTo>
                <a:lnTo>
                  <a:pt x="29843" y="35916"/>
                </a:lnTo>
                <a:lnTo>
                  <a:pt x="30310" y="35544"/>
                </a:lnTo>
                <a:lnTo>
                  <a:pt x="30544" y="35172"/>
                </a:lnTo>
                <a:lnTo>
                  <a:pt x="30836" y="34747"/>
                </a:lnTo>
                <a:lnTo>
                  <a:pt x="31128" y="34375"/>
                </a:lnTo>
                <a:lnTo>
                  <a:pt x="31420" y="34003"/>
                </a:lnTo>
                <a:lnTo>
                  <a:pt x="31536" y="33631"/>
                </a:lnTo>
                <a:lnTo>
                  <a:pt x="31828" y="33206"/>
                </a:lnTo>
                <a:lnTo>
                  <a:pt x="32237" y="32834"/>
                </a:lnTo>
                <a:lnTo>
                  <a:pt x="32529" y="32462"/>
                </a:lnTo>
                <a:lnTo>
                  <a:pt x="32821" y="31931"/>
                </a:lnTo>
                <a:lnTo>
                  <a:pt x="33113" y="31665"/>
                </a:lnTo>
                <a:lnTo>
                  <a:pt x="33405" y="31293"/>
                </a:lnTo>
                <a:lnTo>
                  <a:pt x="33697" y="30921"/>
                </a:lnTo>
                <a:lnTo>
                  <a:pt x="33931" y="30549"/>
                </a:lnTo>
                <a:lnTo>
                  <a:pt x="34106" y="30018"/>
                </a:lnTo>
                <a:lnTo>
                  <a:pt x="34515" y="29646"/>
                </a:lnTo>
                <a:lnTo>
                  <a:pt x="34807" y="29381"/>
                </a:lnTo>
                <a:lnTo>
                  <a:pt x="35099" y="29009"/>
                </a:lnTo>
                <a:lnTo>
                  <a:pt x="35391" y="28584"/>
                </a:lnTo>
                <a:lnTo>
                  <a:pt x="35625" y="28105"/>
                </a:lnTo>
                <a:lnTo>
                  <a:pt x="35917" y="27734"/>
                </a:lnTo>
                <a:lnTo>
                  <a:pt x="36209" y="27308"/>
                </a:lnTo>
                <a:lnTo>
                  <a:pt x="36501" y="27043"/>
                </a:lnTo>
                <a:lnTo>
                  <a:pt x="36793" y="26671"/>
                </a:lnTo>
                <a:lnTo>
                  <a:pt x="37085" y="26193"/>
                </a:lnTo>
                <a:lnTo>
                  <a:pt x="37318" y="25768"/>
                </a:lnTo>
                <a:lnTo>
                  <a:pt x="37610" y="25396"/>
                </a:lnTo>
                <a:lnTo>
                  <a:pt x="37902" y="25024"/>
                </a:lnTo>
                <a:lnTo>
                  <a:pt x="38194" y="24758"/>
                </a:lnTo>
                <a:lnTo>
                  <a:pt x="38603" y="24386"/>
                </a:lnTo>
                <a:lnTo>
                  <a:pt x="38895" y="23855"/>
                </a:lnTo>
                <a:lnTo>
                  <a:pt x="39012" y="23483"/>
                </a:lnTo>
                <a:lnTo>
                  <a:pt x="39304" y="23111"/>
                </a:lnTo>
                <a:lnTo>
                  <a:pt x="39596" y="22686"/>
                </a:lnTo>
                <a:lnTo>
                  <a:pt x="39888" y="22314"/>
                </a:lnTo>
                <a:lnTo>
                  <a:pt x="40180" y="22049"/>
                </a:lnTo>
                <a:lnTo>
                  <a:pt x="40472" y="21570"/>
                </a:lnTo>
                <a:lnTo>
                  <a:pt x="40881" y="21145"/>
                </a:lnTo>
                <a:lnTo>
                  <a:pt x="41173" y="20773"/>
                </a:lnTo>
                <a:lnTo>
                  <a:pt x="41406" y="20402"/>
                </a:lnTo>
                <a:lnTo>
                  <a:pt x="41582" y="20030"/>
                </a:lnTo>
                <a:lnTo>
                  <a:pt x="41874" y="19764"/>
                </a:lnTo>
                <a:lnTo>
                  <a:pt x="42166" y="19233"/>
                </a:lnTo>
                <a:lnTo>
                  <a:pt x="42399" y="18861"/>
                </a:lnTo>
                <a:lnTo>
                  <a:pt x="42866" y="18489"/>
                </a:lnTo>
                <a:lnTo>
                  <a:pt x="43100" y="18064"/>
                </a:lnTo>
                <a:lnTo>
                  <a:pt x="43392" y="17692"/>
                </a:lnTo>
                <a:lnTo>
                  <a:pt x="43684" y="17426"/>
                </a:lnTo>
                <a:lnTo>
                  <a:pt x="43976" y="17054"/>
                </a:lnTo>
                <a:lnTo>
                  <a:pt x="44093" y="16523"/>
                </a:lnTo>
                <a:lnTo>
                  <a:pt x="44385" y="16151"/>
                </a:lnTo>
                <a:lnTo>
                  <a:pt x="44794" y="15779"/>
                </a:lnTo>
                <a:lnTo>
                  <a:pt x="45086" y="15407"/>
                </a:lnTo>
                <a:lnTo>
                  <a:pt x="45378" y="15142"/>
                </a:lnTo>
                <a:lnTo>
                  <a:pt x="45670" y="14717"/>
                </a:lnTo>
                <a:lnTo>
                  <a:pt x="45962" y="14345"/>
                </a:lnTo>
                <a:lnTo>
                  <a:pt x="46254" y="13867"/>
                </a:lnTo>
                <a:lnTo>
                  <a:pt x="46487" y="13441"/>
                </a:lnTo>
                <a:lnTo>
                  <a:pt x="46662" y="13070"/>
                </a:lnTo>
                <a:lnTo>
                  <a:pt x="47071" y="12804"/>
                </a:lnTo>
                <a:lnTo>
                  <a:pt x="47363" y="12432"/>
                </a:lnTo>
                <a:lnTo>
                  <a:pt x="47655" y="12060"/>
                </a:lnTo>
                <a:lnTo>
                  <a:pt x="47947" y="11688"/>
                </a:lnTo>
                <a:lnTo>
                  <a:pt x="48181" y="11263"/>
                </a:lnTo>
                <a:lnTo>
                  <a:pt x="48473" y="10891"/>
                </a:lnTo>
                <a:lnTo>
                  <a:pt x="48765" y="10519"/>
                </a:lnTo>
                <a:lnTo>
                  <a:pt x="49057" y="10147"/>
                </a:lnTo>
                <a:lnTo>
                  <a:pt x="49349" y="9722"/>
                </a:lnTo>
                <a:lnTo>
                  <a:pt x="49583" y="9350"/>
                </a:lnTo>
                <a:lnTo>
                  <a:pt x="49875" y="8979"/>
                </a:lnTo>
                <a:lnTo>
                  <a:pt x="50167" y="8607"/>
                </a:lnTo>
                <a:lnTo>
                  <a:pt x="50459" y="8341"/>
                </a:lnTo>
                <a:lnTo>
                  <a:pt x="50751" y="7916"/>
                </a:lnTo>
                <a:lnTo>
                  <a:pt x="51159" y="7544"/>
                </a:lnTo>
                <a:lnTo>
                  <a:pt x="51451" y="7066"/>
                </a:lnTo>
                <a:lnTo>
                  <a:pt x="51568" y="6641"/>
                </a:lnTo>
                <a:lnTo>
                  <a:pt x="51860" y="6269"/>
                </a:lnTo>
                <a:lnTo>
                  <a:pt x="52152" y="6003"/>
                </a:lnTo>
                <a:lnTo>
                  <a:pt x="52444" y="5631"/>
                </a:lnTo>
                <a:lnTo>
                  <a:pt x="52736" y="5259"/>
                </a:lnTo>
                <a:lnTo>
                  <a:pt x="52970" y="4834"/>
                </a:lnTo>
                <a:lnTo>
                  <a:pt x="53437" y="4462"/>
                </a:lnTo>
                <a:lnTo>
                  <a:pt x="53729" y="4091"/>
                </a:lnTo>
                <a:lnTo>
                  <a:pt x="53963" y="3719"/>
                </a:lnTo>
                <a:lnTo>
                  <a:pt x="54138" y="3453"/>
                </a:lnTo>
                <a:lnTo>
                  <a:pt x="54430" y="3081"/>
                </a:lnTo>
                <a:lnTo>
                  <a:pt x="54663" y="2656"/>
                </a:lnTo>
                <a:lnTo>
                  <a:pt x="54956" y="2178"/>
                </a:lnTo>
                <a:lnTo>
                  <a:pt x="55364" y="1753"/>
                </a:lnTo>
                <a:lnTo>
                  <a:pt x="55656" y="1381"/>
                </a:lnTo>
                <a:lnTo>
                  <a:pt x="55948" y="1115"/>
                </a:lnTo>
                <a:lnTo>
                  <a:pt x="56240" y="743"/>
                </a:lnTo>
                <a:lnTo>
                  <a:pt x="56532" y="371"/>
                </a:lnTo>
                <a:lnTo>
                  <a:pt x="56649" y="0"/>
                </a:lnTo>
              </a:path>
            </a:pathLst>
          </a:custGeom>
          <a:ln w="819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419274" y="4622263"/>
            <a:ext cx="56824" cy="66784"/>
          </a:xfrm>
          <a:custGeom>
            <a:avLst/>
            <a:gdLst/>
            <a:ahLst/>
            <a:cxnLst/>
            <a:rect l="l" t="t" r="r" b="b"/>
            <a:pathLst>
              <a:path w="56824" h="66784">
                <a:moveTo>
                  <a:pt x="0" y="66784"/>
                </a:moveTo>
                <a:lnTo>
                  <a:pt x="292" y="66359"/>
                </a:lnTo>
                <a:lnTo>
                  <a:pt x="700" y="65987"/>
                </a:lnTo>
                <a:lnTo>
                  <a:pt x="992" y="65722"/>
                </a:lnTo>
                <a:lnTo>
                  <a:pt x="1284" y="65350"/>
                </a:lnTo>
                <a:lnTo>
                  <a:pt x="1576" y="64978"/>
                </a:lnTo>
                <a:lnTo>
                  <a:pt x="1868" y="64606"/>
                </a:lnTo>
                <a:lnTo>
                  <a:pt x="2102" y="64181"/>
                </a:lnTo>
                <a:lnTo>
                  <a:pt x="2394" y="63809"/>
                </a:lnTo>
                <a:lnTo>
                  <a:pt x="2569" y="63543"/>
                </a:lnTo>
                <a:lnTo>
                  <a:pt x="2978" y="63171"/>
                </a:lnTo>
                <a:lnTo>
                  <a:pt x="3270" y="62800"/>
                </a:lnTo>
                <a:lnTo>
                  <a:pt x="3562" y="62428"/>
                </a:lnTo>
                <a:lnTo>
                  <a:pt x="3796" y="62003"/>
                </a:lnTo>
                <a:lnTo>
                  <a:pt x="4088" y="61631"/>
                </a:lnTo>
                <a:lnTo>
                  <a:pt x="4380" y="61259"/>
                </a:lnTo>
                <a:lnTo>
                  <a:pt x="4672" y="60993"/>
                </a:lnTo>
                <a:lnTo>
                  <a:pt x="5080" y="60621"/>
                </a:lnTo>
                <a:lnTo>
                  <a:pt x="5256" y="60196"/>
                </a:lnTo>
                <a:lnTo>
                  <a:pt x="5489" y="59824"/>
                </a:lnTo>
                <a:lnTo>
                  <a:pt x="5781" y="59346"/>
                </a:lnTo>
                <a:lnTo>
                  <a:pt x="6073" y="58921"/>
                </a:lnTo>
                <a:lnTo>
                  <a:pt x="6365" y="58655"/>
                </a:lnTo>
                <a:lnTo>
                  <a:pt x="6657" y="58283"/>
                </a:lnTo>
                <a:lnTo>
                  <a:pt x="6949" y="57912"/>
                </a:lnTo>
                <a:lnTo>
                  <a:pt x="7358" y="57540"/>
                </a:lnTo>
                <a:lnTo>
                  <a:pt x="7475" y="57274"/>
                </a:lnTo>
                <a:lnTo>
                  <a:pt x="7767" y="56902"/>
                </a:lnTo>
                <a:lnTo>
                  <a:pt x="8059" y="56636"/>
                </a:lnTo>
                <a:lnTo>
                  <a:pt x="8351" y="56264"/>
                </a:lnTo>
                <a:lnTo>
                  <a:pt x="8643" y="55839"/>
                </a:lnTo>
                <a:lnTo>
                  <a:pt x="8877" y="55468"/>
                </a:lnTo>
                <a:lnTo>
                  <a:pt x="9344" y="55096"/>
                </a:lnTo>
                <a:lnTo>
                  <a:pt x="9577" y="54724"/>
                </a:lnTo>
                <a:lnTo>
                  <a:pt x="9869" y="54299"/>
                </a:lnTo>
                <a:lnTo>
                  <a:pt x="10045" y="54033"/>
                </a:lnTo>
                <a:lnTo>
                  <a:pt x="10278" y="53661"/>
                </a:lnTo>
                <a:lnTo>
                  <a:pt x="10570" y="53289"/>
                </a:lnTo>
                <a:lnTo>
                  <a:pt x="10862" y="52917"/>
                </a:lnTo>
                <a:lnTo>
                  <a:pt x="11271" y="52545"/>
                </a:lnTo>
                <a:lnTo>
                  <a:pt x="11563" y="52120"/>
                </a:lnTo>
                <a:lnTo>
                  <a:pt x="11855" y="51855"/>
                </a:lnTo>
                <a:lnTo>
                  <a:pt x="12147" y="51483"/>
                </a:lnTo>
                <a:lnTo>
                  <a:pt x="12439" y="51111"/>
                </a:lnTo>
                <a:lnTo>
                  <a:pt x="12556" y="50739"/>
                </a:lnTo>
                <a:lnTo>
                  <a:pt x="12848" y="50314"/>
                </a:lnTo>
                <a:lnTo>
                  <a:pt x="13140" y="49942"/>
                </a:lnTo>
                <a:lnTo>
                  <a:pt x="13549" y="49570"/>
                </a:lnTo>
                <a:lnTo>
                  <a:pt x="13841" y="49304"/>
                </a:lnTo>
                <a:lnTo>
                  <a:pt x="14133" y="48933"/>
                </a:lnTo>
                <a:lnTo>
                  <a:pt x="14425" y="48561"/>
                </a:lnTo>
                <a:lnTo>
                  <a:pt x="14658" y="48295"/>
                </a:lnTo>
                <a:lnTo>
                  <a:pt x="14950" y="47923"/>
                </a:lnTo>
                <a:lnTo>
                  <a:pt x="15126" y="47498"/>
                </a:lnTo>
                <a:lnTo>
                  <a:pt x="15534" y="47232"/>
                </a:lnTo>
                <a:lnTo>
                  <a:pt x="15826" y="46860"/>
                </a:lnTo>
                <a:lnTo>
                  <a:pt x="16060" y="46489"/>
                </a:lnTo>
                <a:lnTo>
                  <a:pt x="16352" y="46117"/>
                </a:lnTo>
                <a:lnTo>
                  <a:pt x="16644" y="45692"/>
                </a:lnTo>
                <a:lnTo>
                  <a:pt x="16936" y="45320"/>
                </a:lnTo>
                <a:lnTo>
                  <a:pt x="17228" y="44948"/>
                </a:lnTo>
                <a:lnTo>
                  <a:pt x="17637" y="44682"/>
                </a:lnTo>
                <a:lnTo>
                  <a:pt x="17754" y="44416"/>
                </a:lnTo>
                <a:lnTo>
                  <a:pt x="18046" y="44045"/>
                </a:lnTo>
                <a:lnTo>
                  <a:pt x="18338" y="43673"/>
                </a:lnTo>
                <a:lnTo>
                  <a:pt x="18630" y="43301"/>
                </a:lnTo>
                <a:lnTo>
                  <a:pt x="18922" y="42876"/>
                </a:lnTo>
                <a:lnTo>
                  <a:pt x="19214" y="42610"/>
                </a:lnTo>
                <a:lnTo>
                  <a:pt x="19447" y="42238"/>
                </a:lnTo>
                <a:lnTo>
                  <a:pt x="19914" y="41866"/>
                </a:lnTo>
                <a:lnTo>
                  <a:pt x="20206" y="41494"/>
                </a:lnTo>
                <a:lnTo>
                  <a:pt x="20323" y="41229"/>
                </a:lnTo>
                <a:lnTo>
                  <a:pt x="20615" y="40857"/>
                </a:lnTo>
                <a:lnTo>
                  <a:pt x="20907" y="40432"/>
                </a:lnTo>
                <a:lnTo>
                  <a:pt x="21141" y="40219"/>
                </a:lnTo>
                <a:lnTo>
                  <a:pt x="21433" y="39794"/>
                </a:lnTo>
                <a:lnTo>
                  <a:pt x="21842" y="39422"/>
                </a:lnTo>
                <a:lnTo>
                  <a:pt x="22134" y="39050"/>
                </a:lnTo>
                <a:lnTo>
                  <a:pt x="22426" y="38785"/>
                </a:lnTo>
                <a:lnTo>
                  <a:pt x="22601" y="38413"/>
                </a:lnTo>
                <a:lnTo>
                  <a:pt x="22835" y="38041"/>
                </a:lnTo>
                <a:lnTo>
                  <a:pt x="23127" y="37775"/>
                </a:lnTo>
                <a:lnTo>
                  <a:pt x="23419" y="37350"/>
                </a:lnTo>
                <a:lnTo>
                  <a:pt x="23827" y="36978"/>
                </a:lnTo>
                <a:lnTo>
                  <a:pt x="24119" y="36713"/>
                </a:lnTo>
                <a:lnTo>
                  <a:pt x="24411" y="36341"/>
                </a:lnTo>
                <a:lnTo>
                  <a:pt x="24703" y="35969"/>
                </a:lnTo>
                <a:lnTo>
                  <a:pt x="24995" y="35703"/>
                </a:lnTo>
                <a:lnTo>
                  <a:pt x="25112" y="35331"/>
                </a:lnTo>
                <a:lnTo>
                  <a:pt x="25404" y="34959"/>
                </a:lnTo>
                <a:lnTo>
                  <a:pt x="25696" y="34694"/>
                </a:lnTo>
                <a:lnTo>
                  <a:pt x="26105" y="34269"/>
                </a:lnTo>
                <a:lnTo>
                  <a:pt x="26397" y="33897"/>
                </a:lnTo>
                <a:lnTo>
                  <a:pt x="26689" y="33525"/>
                </a:lnTo>
                <a:lnTo>
                  <a:pt x="26923" y="33259"/>
                </a:lnTo>
                <a:lnTo>
                  <a:pt x="27215" y="32993"/>
                </a:lnTo>
                <a:lnTo>
                  <a:pt x="27507" y="32622"/>
                </a:lnTo>
                <a:lnTo>
                  <a:pt x="27682" y="32250"/>
                </a:lnTo>
                <a:lnTo>
                  <a:pt x="28091" y="31878"/>
                </a:lnTo>
                <a:lnTo>
                  <a:pt x="28383" y="31612"/>
                </a:lnTo>
                <a:lnTo>
                  <a:pt x="28616" y="31187"/>
                </a:lnTo>
                <a:lnTo>
                  <a:pt x="28908" y="30974"/>
                </a:lnTo>
                <a:lnTo>
                  <a:pt x="29200" y="30549"/>
                </a:lnTo>
                <a:lnTo>
                  <a:pt x="29492" y="30178"/>
                </a:lnTo>
                <a:lnTo>
                  <a:pt x="29784" y="29912"/>
                </a:lnTo>
                <a:lnTo>
                  <a:pt x="30193" y="29540"/>
                </a:lnTo>
                <a:lnTo>
                  <a:pt x="30310" y="29168"/>
                </a:lnTo>
                <a:lnTo>
                  <a:pt x="30602" y="28796"/>
                </a:lnTo>
                <a:lnTo>
                  <a:pt x="30894" y="28637"/>
                </a:lnTo>
                <a:lnTo>
                  <a:pt x="31186" y="28265"/>
                </a:lnTo>
                <a:lnTo>
                  <a:pt x="31478" y="27893"/>
                </a:lnTo>
                <a:lnTo>
                  <a:pt x="31770" y="27468"/>
                </a:lnTo>
                <a:lnTo>
                  <a:pt x="32004" y="27255"/>
                </a:lnTo>
                <a:lnTo>
                  <a:pt x="32471" y="26830"/>
                </a:lnTo>
                <a:lnTo>
                  <a:pt x="32704" y="26458"/>
                </a:lnTo>
                <a:lnTo>
                  <a:pt x="32880" y="26193"/>
                </a:lnTo>
                <a:lnTo>
                  <a:pt x="33172" y="25927"/>
                </a:lnTo>
                <a:lnTo>
                  <a:pt x="33464" y="25555"/>
                </a:lnTo>
                <a:lnTo>
                  <a:pt x="33697" y="25183"/>
                </a:lnTo>
                <a:lnTo>
                  <a:pt x="33989" y="24918"/>
                </a:lnTo>
                <a:lnTo>
                  <a:pt x="34398" y="24546"/>
                </a:lnTo>
                <a:lnTo>
                  <a:pt x="34690" y="24174"/>
                </a:lnTo>
                <a:lnTo>
                  <a:pt x="34982" y="24014"/>
                </a:lnTo>
                <a:lnTo>
                  <a:pt x="35274" y="23642"/>
                </a:lnTo>
                <a:lnTo>
                  <a:pt x="35391" y="23271"/>
                </a:lnTo>
                <a:lnTo>
                  <a:pt x="35683" y="22846"/>
                </a:lnTo>
                <a:lnTo>
                  <a:pt x="35975" y="22633"/>
                </a:lnTo>
                <a:lnTo>
                  <a:pt x="36384" y="22208"/>
                </a:lnTo>
                <a:lnTo>
                  <a:pt x="36676" y="21836"/>
                </a:lnTo>
                <a:lnTo>
                  <a:pt x="36968" y="21730"/>
                </a:lnTo>
                <a:lnTo>
                  <a:pt x="37260" y="21305"/>
                </a:lnTo>
                <a:lnTo>
                  <a:pt x="37552" y="20933"/>
                </a:lnTo>
                <a:lnTo>
                  <a:pt x="37785" y="20667"/>
                </a:lnTo>
                <a:lnTo>
                  <a:pt x="37961" y="20295"/>
                </a:lnTo>
                <a:lnTo>
                  <a:pt x="38253" y="19923"/>
                </a:lnTo>
                <a:lnTo>
                  <a:pt x="38661" y="19658"/>
                </a:lnTo>
                <a:lnTo>
                  <a:pt x="38953" y="19392"/>
                </a:lnTo>
                <a:lnTo>
                  <a:pt x="39245" y="19020"/>
                </a:lnTo>
                <a:lnTo>
                  <a:pt x="39479" y="18754"/>
                </a:lnTo>
                <a:lnTo>
                  <a:pt x="39771" y="18383"/>
                </a:lnTo>
                <a:lnTo>
                  <a:pt x="40063" y="18011"/>
                </a:lnTo>
                <a:lnTo>
                  <a:pt x="40180" y="17745"/>
                </a:lnTo>
                <a:lnTo>
                  <a:pt x="40647" y="17373"/>
                </a:lnTo>
                <a:lnTo>
                  <a:pt x="40881" y="17107"/>
                </a:lnTo>
                <a:lnTo>
                  <a:pt x="41173" y="16842"/>
                </a:lnTo>
                <a:lnTo>
                  <a:pt x="41465" y="16470"/>
                </a:lnTo>
                <a:lnTo>
                  <a:pt x="41757" y="16204"/>
                </a:lnTo>
                <a:lnTo>
                  <a:pt x="42049" y="15832"/>
                </a:lnTo>
                <a:lnTo>
                  <a:pt x="42341" y="15567"/>
                </a:lnTo>
                <a:lnTo>
                  <a:pt x="42750" y="15142"/>
                </a:lnTo>
                <a:lnTo>
                  <a:pt x="42866" y="14770"/>
                </a:lnTo>
                <a:lnTo>
                  <a:pt x="43158" y="14663"/>
                </a:lnTo>
                <a:lnTo>
                  <a:pt x="43450" y="14292"/>
                </a:lnTo>
                <a:lnTo>
                  <a:pt x="43742" y="14026"/>
                </a:lnTo>
                <a:lnTo>
                  <a:pt x="44034" y="13601"/>
                </a:lnTo>
                <a:lnTo>
                  <a:pt x="44268" y="13229"/>
                </a:lnTo>
                <a:lnTo>
                  <a:pt x="44560" y="12963"/>
                </a:lnTo>
                <a:lnTo>
                  <a:pt x="45027" y="12591"/>
                </a:lnTo>
                <a:lnTo>
                  <a:pt x="45261" y="12326"/>
                </a:lnTo>
                <a:lnTo>
                  <a:pt x="45436" y="12060"/>
                </a:lnTo>
                <a:lnTo>
                  <a:pt x="45728" y="11848"/>
                </a:lnTo>
                <a:lnTo>
                  <a:pt x="45962" y="11423"/>
                </a:lnTo>
                <a:lnTo>
                  <a:pt x="46254" y="11051"/>
                </a:lnTo>
                <a:lnTo>
                  <a:pt x="46546" y="10785"/>
                </a:lnTo>
                <a:lnTo>
                  <a:pt x="46954" y="10413"/>
                </a:lnTo>
                <a:lnTo>
                  <a:pt x="47246" y="10147"/>
                </a:lnTo>
                <a:lnTo>
                  <a:pt x="47538" y="9882"/>
                </a:lnTo>
                <a:lnTo>
                  <a:pt x="47830" y="9669"/>
                </a:lnTo>
                <a:lnTo>
                  <a:pt x="47947" y="9244"/>
                </a:lnTo>
                <a:lnTo>
                  <a:pt x="48239" y="9032"/>
                </a:lnTo>
                <a:lnTo>
                  <a:pt x="48531" y="8607"/>
                </a:lnTo>
                <a:lnTo>
                  <a:pt x="48940" y="8341"/>
                </a:lnTo>
                <a:lnTo>
                  <a:pt x="49232" y="7969"/>
                </a:lnTo>
                <a:lnTo>
                  <a:pt x="49524" y="7703"/>
                </a:lnTo>
                <a:lnTo>
                  <a:pt x="49816" y="7491"/>
                </a:lnTo>
                <a:lnTo>
                  <a:pt x="50050" y="7225"/>
                </a:lnTo>
                <a:lnTo>
                  <a:pt x="50342" y="6800"/>
                </a:lnTo>
                <a:lnTo>
                  <a:pt x="50517" y="6588"/>
                </a:lnTo>
                <a:lnTo>
                  <a:pt x="50809" y="6163"/>
                </a:lnTo>
                <a:lnTo>
                  <a:pt x="51218" y="5950"/>
                </a:lnTo>
                <a:lnTo>
                  <a:pt x="51510" y="5525"/>
                </a:lnTo>
                <a:lnTo>
                  <a:pt x="51743" y="5419"/>
                </a:lnTo>
                <a:lnTo>
                  <a:pt x="52035" y="5047"/>
                </a:lnTo>
                <a:lnTo>
                  <a:pt x="52327" y="4781"/>
                </a:lnTo>
                <a:lnTo>
                  <a:pt x="52619" y="4409"/>
                </a:lnTo>
                <a:lnTo>
                  <a:pt x="52911" y="4144"/>
                </a:lnTo>
                <a:lnTo>
                  <a:pt x="53203" y="3719"/>
                </a:lnTo>
                <a:lnTo>
                  <a:pt x="53437" y="3506"/>
                </a:lnTo>
                <a:lnTo>
                  <a:pt x="53729" y="3081"/>
                </a:lnTo>
                <a:lnTo>
                  <a:pt x="54021" y="2975"/>
                </a:lnTo>
                <a:lnTo>
                  <a:pt x="54313" y="2709"/>
                </a:lnTo>
                <a:lnTo>
                  <a:pt x="54605" y="2337"/>
                </a:lnTo>
                <a:lnTo>
                  <a:pt x="54897" y="2072"/>
                </a:lnTo>
                <a:lnTo>
                  <a:pt x="55306" y="1700"/>
                </a:lnTo>
                <a:lnTo>
                  <a:pt x="55423" y="1434"/>
                </a:lnTo>
                <a:lnTo>
                  <a:pt x="55715" y="1062"/>
                </a:lnTo>
                <a:lnTo>
                  <a:pt x="56007" y="796"/>
                </a:lnTo>
                <a:lnTo>
                  <a:pt x="56299" y="637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814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476099" y="4576199"/>
            <a:ext cx="56708" cy="46063"/>
          </a:xfrm>
          <a:custGeom>
            <a:avLst/>
            <a:gdLst/>
            <a:ahLst/>
            <a:cxnLst/>
            <a:rect l="l" t="t" r="r" b="b"/>
            <a:pathLst>
              <a:path w="56708" h="46063">
                <a:moveTo>
                  <a:pt x="0" y="46063"/>
                </a:moveTo>
                <a:lnTo>
                  <a:pt x="292" y="45692"/>
                </a:lnTo>
                <a:lnTo>
                  <a:pt x="700" y="45426"/>
                </a:lnTo>
                <a:lnTo>
                  <a:pt x="992" y="45160"/>
                </a:lnTo>
                <a:lnTo>
                  <a:pt x="1168" y="44788"/>
                </a:lnTo>
                <a:lnTo>
                  <a:pt x="1401" y="44523"/>
                </a:lnTo>
                <a:lnTo>
                  <a:pt x="1693" y="44310"/>
                </a:lnTo>
                <a:lnTo>
                  <a:pt x="1985" y="44045"/>
                </a:lnTo>
                <a:lnTo>
                  <a:pt x="2277" y="43779"/>
                </a:lnTo>
                <a:lnTo>
                  <a:pt x="2686" y="43407"/>
                </a:lnTo>
                <a:lnTo>
                  <a:pt x="2978" y="43141"/>
                </a:lnTo>
                <a:lnTo>
                  <a:pt x="3270" y="42876"/>
                </a:lnTo>
                <a:lnTo>
                  <a:pt x="3562" y="42504"/>
                </a:lnTo>
                <a:lnTo>
                  <a:pt x="3679" y="42238"/>
                </a:lnTo>
                <a:lnTo>
                  <a:pt x="3971" y="42132"/>
                </a:lnTo>
                <a:lnTo>
                  <a:pt x="4263" y="41707"/>
                </a:lnTo>
                <a:lnTo>
                  <a:pt x="4672" y="41441"/>
                </a:lnTo>
                <a:lnTo>
                  <a:pt x="4964" y="41229"/>
                </a:lnTo>
                <a:lnTo>
                  <a:pt x="5256" y="40804"/>
                </a:lnTo>
                <a:lnTo>
                  <a:pt x="5548" y="40591"/>
                </a:lnTo>
                <a:lnTo>
                  <a:pt x="5781" y="40325"/>
                </a:lnTo>
                <a:lnTo>
                  <a:pt x="6073" y="39900"/>
                </a:lnTo>
                <a:lnTo>
                  <a:pt x="6248" y="39794"/>
                </a:lnTo>
                <a:lnTo>
                  <a:pt x="6482" y="39528"/>
                </a:lnTo>
                <a:lnTo>
                  <a:pt x="6949" y="39263"/>
                </a:lnTo>
                <a:lnTo>
                  <a:pt x="7183" y="38891"/>
                </a:lnTo>
                <a:lnTo>
                  <a:pt x="7475" y="38625"/>
                </a:lnTo>
                <a:lnTo>
                  <a:pt x="7767" y="38360"/>
                </a:lnTo>
                <a:lnTo>
                  <a:pt x="8059" y="37988"/>
                </a:lnTo>
                <a:lnTo>
                  <a:pt x="8351" y="37722"/>
                </a:lnTo>
                <a:lnTo>
                  <a:pt x="8643" y="37509"/>
                </a:lnTo>
                <a:lnTo>
                  <a:pt x="8877" y="37350"/>
                </a:lnTo>
                <a:lnTo>
                  <a:pt x="9169" y="36978"/>
                </a:lnTo>
                <a:lnTo>
                  <a:pt x="9461" y="36713"/>
                </a:lnTo>
                <a:lnTo>
                  <a:pt x="9753" y="36447"/>
                </a:lnTo>
                <a:lnTo>
                  <a:pt x="10045" y="36181"/>
                </a:lnTo>
                <a:lnTo>
                  <a:pt x="10337" y="35809"/>
                </a:lnTo>
                <a:lnTo>
                  <a:pt x="10570" y="35544"/>
                </a:lnTo>
                <a:lnTo>
                  <a:pt x="11037" y="35278"/>
                </a:lnTo>
                <a:lnTo>
                  <a:pt x="11446" y="34800"/>
                </a:lnTo>
                <a:lnTo>
                  <a:pt x="11738" y="34534"/>
                </a:lnTo>
                <a:lnTo>
                  <a:pt x="12030" y="34269"/>
                </a:lnTo>
                <a:lnTo>
                  <a:pt x="12264" y="34003"/>
                </a:lnTo>
                <a:lnTo>
                  <a:pt x="12556" y="33737"/>
                </a:lnTo>
                <a:lnTo>
                  <a:pt x="12848" y="33365"/>
                </a:lnTo>
                <a:lnTo>
                  <a:pt x="13257" y="33100"/>
                </a:lnTo>
                <a:lnTo>
                  <a:pt x="13549" y="32887"/>
                </a:lnTo>
                <a:lnTo>
                  <a:pt x="13724" y="32728"/>
                </a:lnTo>
                <a:lnTo>
                  <a:pt x="13958" y="32462"/>
                </a:lnTo>
                <a:lnTo>
                  <a:pt x="14250" y="32196"/>
                </a:lnTo>
                <a:lnTo>
                  <a:pt x="14542" y="31825"/>
                </a:lnTo>
                <a:lnTo>
                  <a:pt x="14834" y="31559"/>
                </a:lnTo>
                <a:lnTo>
                  <a:pt x="15242" y="31346"/>
                </a:lnTo>
                <a:lnTo>
                  <a:pt x="15534" y="31081"/>
                </a:lnTo>
                <a:lnTo>
                  <a:pt x="15826" y="30815"/>
                </a:lnTo>
                <a:lnTo>
                  <a:pt x="16118" y="30549"/>
                </a:lnTo>
                <a:lnTo>
                  <a:pt x="16235" y="30284"/>
                </a:lnTo>
                <a:lnTo>
                  <a:pt x="16527" y="30018"/>
                </a:lnTo>
                <a:lnTo>
                  <a:pt x="16819" y="29806"/>
                </a:lnTo>
                <a:lnTo>
                  <a:pt x="17228" y="29540"/>
                </a:lnTo>
                <a:lnTo>
                  <a:pt x="17520" y="29274"/>
                </a:lnTo>
                <a:lnTo>
                  <a:pt x="17812" y="29009"/>
                </a:lnTo>
                <a:lnTo>
                  <a:pt x="18046" y="28743"/>
                </a:lnTo>
                <a:lnTo>
                  <a:pt x="18338" y="28477"/>
                </a:lnTo>
                <a:lnTo>
                  <a:pt x="18630" y="28265"/>
                </a:lnTo>
                <a:lnTo>
                  <a:pt x="18805" y="27999"/>
                </a:lnTo>
                <a:lnTo>
                  <a:pt x="19038" y="27734"/>
                </a:lnTo>
                <a:lnTo>
                  <a:pt x="19506" y="27468"/>
                </a:lnTo>
                <a:lnTo>
                  <a:pt x="19739" y="27202"/>
                </a:lnTo>
                <a:lnTo>
                  <a:pt x="20031" y="26937"/>
                </a:lnTo>
                <a:lnTo>
                  <a:pt x="20323" y="26724"/>
                </a:lnTo>
                <a:lnTo>
                  <a:pt x="20615" y="26458"/>
                </a:lnTo>
                <a:lnTo>
                  <a:pt x="20907" y="26193"/>
                </a:lnTo>
                <a:lnTo>
                  <a:pt x="21199" y="25927"/>
                </a:lnTo>
                <a:lnTo>
                  <a:pt x="21433" y="25821"/>
                </a:lnTo>
                <a:lnTo>
                  <a:pt x="21725" y="25555"/>
                </a:lnTo>
                <a:lnTo>
                  <a:pt x="22017" y="25290"/>
                </a:lnTo>
                <a:lnTo>
                  <a:pt x="22309" y="25024"/>
                </a:lnTo>
                <a:lnTo>
                  <a:pt x="22601" y="24758"/>
                </a:lnTo>
                <a:lnTo>
                  <a:pt x="22893" y="24546"/>
                </a:lnTo>
                <a:lnTo>
                  <a:pt x="23127" y="24280"/>
                </a:lnTo>
                <a:lnTo>
                  <a:pt x="23594" y="24014"/>
                </a:lnTo>
                <a:lnTo>
                  <a:pt x="23711" y="23749"/>
                </a:lnTo>
                <a:lnTo>
                  <a:pt x="24003" y="23483"/>
                </a:lnTo>
                <a:lnTo>
                  <a:pt x="24295" y="23377"/>
                </a:lnTo>
                <a:lnTo>
                  <a:pt x="24587" y="23111"/>
                </a:lnTo>
                <a:lnTo>
                  <a:pt x="24820" y="22846"/>
                </a:lnTo>
                <a:lnTo>
                  <a:pt x="25112" y="22580"/>
                </a:lnTo>
                <a:lnTo>
                  <a:pt x="25404" y="22314"/>
                </a:lnTo>
                <a:lnTo>
                  <a:pt x="25813" y="22102"/>
                </a:lnTo>
                <a:lnTo>
                  <a:pt x="26105" y="21836"/>
                </a:lnTo>
                <a:lnTo>
                  <a:pt x="26222" y="21570"/>
                </a:lnTo>
                <a:lnTo>
                  <a:pt x="26514" y="21305"/>
                </a:lnTo>
                <a:lnTo>
                  <a:pt x="26806" y="21198"/>
                </a:lnTo>
                <a:lnTo>
                  <a:pt x="27098" y="20933"/>
                </a:lnTo>
                <a:lnTo>
                  <a:pt x="27390" y="20667"/>
                </a:lnTo>
                <a:lnTo>
                  <a:pt x="27799" y="20402"/>
                </a:lnTo>
                <a:lnTo>
                  <a:pt x="28091" y="20136"/>
                </a:lnTo>
                <a:lnTo>
                  <a:pt x="28383" y="19923"/>
                </a:lnTo>
                <a:lnTo>
                  <a:pt x="28675" y="19658"/>
                </a:lnTo>
                <a:lnTo>
                  <a:pt x="28792" y="19392"/>
                </a:lnTo>
                <a:lnTo>
                  <a:pt x="29084" y="19233"/>
                </a:lnTo>
                <a:lnTo>
                  <a:pt x="29376" y="19020"/>
                </a:lnTo>
                <a:lnTo>
                  <a:pt x="29784" y="18861"/>
                </a:lnTo>
                <a:lnTo>
                  <a:pt x="30076" y="18595"/>
                </a:lnTo>
                <a:lnTo>
                  <a:pt x="30368" y="18383"/>
                </a:lnTo>
                <a:lnTo>
                  <a:pt x="30602" y="18117"/>
                </a:lnTo>
                <a:lnTo>
                  <a:pt x="30894" y="17851"/>
                </a:lnTo>
                <a:lnTo>
                  <a:pt x="31186" y="17586"/>
                </a:lnTo>
                <a:lnTo>
                  <a:pt x="31595" y="17214"/>
                </a:lnTo>
                <a:lnTo>
                  <a:pt x="32004" y="16948"/>
                </a:lnTo>
                <a:lnTo>
                  <a:pt x="32296" y="16682"/>
                </a:lnTo>
                <a:lnTo>
                  <a:pt x="32588" y="16576"/>
                </a:lnTo>
                <a:lnTo>
                  <a:pt x="32880" y="16311"/>
                </a:lnTo>
                <a:lnTo>
                  <a:pt x="33172" y="16045"/>
                </a:lnTo>
                <a:lnTo>
                  <a:pt x="33464" y="15939"/>
                </a:lnTo>
                <a:lnTo>
                  <a:pt x="33697" y="15673"/>
                </a:lnTo>
                <a:lnTo>
                  <a:pt x="33989" y="15407"/>
                </a:lnTo>
                <a:lnTo>
                  <a:pt x="34281" y="15142"/>
                </a:lnTo>
                <a:lnTo>
                  <a:pt x="34573" y="14876"/>
                </a:lnTo>
                <a:lnTo>
                  <a:pt x="34865" y="14770"/>
                </a:lnTo>
                <a:lnTo>
                  <a:pt x="35157" y="14504"/>
                </a:lnTo>
                <a:lnTo>
                  <a:pt x="35391" y="14238"/>
                </a:lnTo>
                <a:lnTo>
                  <a:pt x="35683" y="14132"/>
                </a:lnTo>
                <a:lnTo>
                  <a:pt x="36150" y="13867"/>
                </a:lnTo>
                <a:lnTo>
                  <a:pt x="36559" y="13495"/>
                </a:lnTo>
                <a:lnTo>
                  <a:pt x="36851" y="13229"/>
                </a:lnTo>
                <a:lnTo>
                  <a:pt x="37085" y="12963"/>
                </a:lnTo>
                <a:lnTo>
                  <a:pt x="37377" y="12857"/>
                </a:lnTo>
                <a:lnTo>
                  <a:pt x="37669" y="12591"/>
                </a:lnTo>
                <a:lnTo>
                  <a:pt x="37961" y="12326"/>
                </a:lnTo>
                <a:lnTo>
                  <a:pt x="38369" y="12060"/>
                </a:lnTo>
                <a:lnTo>
                  <a:pt x="38661" y="11954"/>
                </a:lnTo>
                <a:lnTo>
                  <a:pt x="38778" y="11794"/>
                </a:lnTo>
                <a:lnTo>
                  <a:pt x="39070" y="11582"/>
                </a:lnTo>
                <a:lnTo>
                  <a:pt x="39362" y="11423"/>
                </a:lnTo>
                <a:lnTo>
                  <a:pt x="39654" y="11157"/>
                </a:lnTo>
                <a:lnTo>
                  <a:pt x="39946" y="10891"/>
                </a:lnTo>
                <a:lnTo>
                  <a:pt x="40355" y="10679"/>
                </a:lnTo>
                <a:lnTo>
                  <a:pt x="40647" y="10519"/>
                </a:lnTo>
                <a:lnTo>
                  <a:pt x="40939" y="10254"/>
                </a:lnTo>
                <a:lnTo>
                  <a:pt x="41173" y="10041"/>
                </a:lnTo>
                <a:lnTo>
                  <a:pt x="41348" y="9882"/>
                </a:lnTo>
                <a:lnTo>
                  <a:pt x="41640" y="9616"/>
                </a:lnTo>
                <a:lnTo>
                  <a:pt x="41932" y="9510"/>
                </a:lnTo>
                <a:lnTo>
                  <a:pt x="42166" y="9350"/>
                </a:lnTo>
                <a:lnTo>
                  <a:pt x="42633" y="9138"/>
                </a:lnTo>
                <a:lnTo>
                  <a:pt x="42866" y="8979"/>
                </a:lnTo>
                <a:lnTo>
                  <a:pt x="43158" y="8713"/>
                </a:lnTo>
                <a:lnTo>
                  <a:pt x="43450" y="8500"/>
                </a:lnTo>
                <a:lnTo>
                  <a:pt x="43742" y="8341"/>
                </a:lnTo>
                <a:lnTo>
                  <a:pt x="43859" y="8075"/>
                </a:lnTo>
                <a:lnTo>
                  <a:pt x="44151" y="7810"/>
                </a:lnTo>
                <a:lnTo>
                  <a:pt x="44560" y="7703"/>
                </a:lnTo>
                <a:lnTo>
                  <a:pt x="44852" y="7438"/>
                </a:lnTo>
                <a:lnTo>
                  <a:pt x="45144" y="7331"/>
                </a:lnTo>
                <a:lnTo>
                  <a:pt x="45436" y="7172"/>
                </a:lnTo>
                <a:lnTo>
                  <a:pt x="45728" y="6960"/>
                </a:lnTo>
                <a:lnTo>
                  <a:pt x="46020" y="6800"/>
                </a:lnTo>
                <a:lnTo>
                  <a:pt x="46254" y="6535"/>
                </a:lnTo>
                <a:lnTo>
                  <a:pt x="46546" y="6428"/>
                </a:lnTo>
                <a:lnTo>
                  <a:pt x="46838" y="6163"/>
                </a:lnTo>
                <a:lnTo>
                  <a:pt x="47130" y="6056"/>
                </a:lnTo>
                <a:lnTo>
                  <a:pt x="47422" y="5791"/>
                </a:lnTo>
                <a:lnTo>
                  <a:pt x="47714" y="5631"/>
                </a:lnTo>
                <a:lnTo>
                  <a:pt x="47947" y="5419"/>
                </a:lnTo>
                <a:lnTo>
                  <a:pt x="48239" y="5153"/>
                </a:lnTo>
                <a:lnTo>
                  <a:pt x="48531" y="4994"/>
                </a:lnTo>
                <a:lnTo>
                  <a:pt x="48823" y="4887"/>
                </a:lnTo>
                <a:lnTo>
                  <a:pt x="49115" y="4728"/>
                </a:lnTo>
                <a:lnTo>
                  <a:pt x="49349" y="4516"/>
                </a:lnTo>
                <a:lnTo>
                  <a:pt x="49641" y="4356"/>
                </a:lnTo>
                <a:lnTo>
                  <a:pt x="49933" y="4091"/>
                </a:lnTo>
                <a:lnTo>
                  <a:pt x="50225" y="3984"/>
                </a:lnTo>
                <a:lnTo>
                  <a:pt x="50517" y="3719"/>
                </a:lnTo>
                <a:lnTo>
                  <a:pt x="50926" y="3612"/>
                </a:lnTo>
                <a:lnTo>
                  <a:pt x="51218" y="3453"/>
                </a:lnTo>
                <a:lnTo>
                  <a:pt x="51335" y="3187"/>
                </a:lnTo>
                <a:lnTo>
                  <a:pt x="51627" y="3081"/>
                </a:lnTo>
                <a:lnTo>
                  <a:pt x="51919" y="2815"/>
                </a:lnTo>
                <a:lnTo>
                  <a:pt x="52211" y="2709"/>
                </a:lnTo>
                <a:lnTo>
                  <a:pt x="52503" y="2550"/>
                </a:lnTo>
                <a:lnTo>
                  <a:pt x="52911" y="2443"/>
                </a:lnTo>
                <a:lnTo>
                  <a:pt x="53203" y="2178"/>
                </a:lnTo>
                <a:lnTo>
                  <a:pt x="53495" y="2072"/>
                </a:lnTo>
                <a:lnTo>
                  <a:pt x="53729" y="1912"/>
                </a:lnTo>
                <a:lnTo>
                  <a:pt x="53904" y="1700"/>
                </a:lnTo>
                <a:lnTo>
                  <a:pt x="54196" y="1540"/>
                </a:lnTo>
                <a:lnTo>
                  <a:pt x="54430" y="1275"/>
                </a:lnTo>
                <a:lnTo>
                  <a:pt x="54722" y="1168"/>
                </a:lnTo>
                <a:lnTo>
                  <a:pt x="55131" y="1009"/>
                </a:lnTo>
                <a:lnTo>
                  <a:pt x="55423" y="796"/>
                </a:lnTo>
                <a:lnTo>
                  <a:pt x="55715" y="637"/>
                </a:lnTo>
                <a:lnTo>
                  <a:pt x="56007" y="531"/>
                </a:lnTo>
                <a:lnTo>
                  <a:pt x="56299" y="265"/>
                </a:lnTo>
                <a:lnTo>
                  <a:pt x="56708" y="0"/>
                </a:lnTo>
              </a:path>
            </a:pathLst>
          </a:custGeom>
          <a:ln w="800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532807" y="4560047"/>
            <a:ext cx="57000" cy="16151"/>
          </a:xfrm>
          <a:custGeom>
            <a:avLst/>
            <a:gdLst/>
            <a:ahLst/>
            <a:cxnLst/>
            <a:rect l="l" t="t" r="r" b="b"/>
            <a:pathLst>
              <a:path w="57000" h="16151">
                <a:moveTo>
                  <a:pt x="0" y="16151"/>
                </a:moveTo>
                <a:lnTo>
                  <a:pt x="408" y="16045"/>
                </a:lnTo>
                <a:lnTo>
                  <a:pt x="700" y="15885"/>
                </a:lnTo>
                <a:lnTo>
                  <a:pt x="992" y="15620"/>
                </a:lnTo>
                <a:lnTo>
                  <a:pt x="1284" y="15514"/>
                </a:lnTo>
                <a:lnTo>
                  <a:pt x="1576" y="15407"/>
                </a:lnTo>
                <a:lnTo>
                  <a:pt x="1810" y="15248"/>
                </a:lnTo>
                <a:lnTo>
                  <a:pt x="2102" y="14982"/>
                </a:lnTo>
                <a:lnTo>
                  <a:pt x="2394" y="14876"/>
                </a:lnTo>
                <a:lnTo>
                  <a:pt x="2686" y="14770"/>
                </a:lnTo>
                <a:lnTo>
                  <a:pt x="2978" y="14504"/>
                </a:lnTo>
                <a:lnTo>
                  <a:pt x="3270" y="14345"/>
                </a:lnTo>
                <a:lnTo>
                  <a:pt x="3504" y="14238"/>
                </a:lnTo>
                <a:lnTo>
                  <a:pt x="3796" y="14079"/>
                </a:lnTo>
                <a:lnTo>
                  <a:pt x="4088" y="13973"/>
                </a:lnTo>
                <a:lnTo>
                  <a:pt x="4380" y="13867"/>
                </a:lnTo>
                <a:lnTo>
                  <a:pt x="4788" y="13707"/>
                </a:lnTo>
                <a:lnTo>
                  <a:pt x="4964" y="13601"/>
                </a:lnTo>
                <a:lnTo>
                  <a:pt x="5197" y="13335"/>
                </a:lnTo>
                <a:lnTo>
                  <a:pt x="5489" y="13229"/>
                </a:lnTo>
                <a:lnTo>
                  <a:pt x="5781" y="13070"/>
                </a:lnTo>
                <a:lnTo>
                  <a:pt x="6073" y="12963"/>
                </a:lnTo>
                <a:lnTo>
                  <a:pt x="6365" y="12698"/>
                </a:lnTo>
                <a:lnTo>
                  <a:pt x="6774" y="12538"/>
                </a:lnTo>
                <a:lnTo>
                  <a:pt x="7066" y="12432"/>
                </a:lnTo>
                <a:lnTo>
                  <a:pt x="7358" y="12326"/>
                </a:lnTo>
                <a:lnTo>
                  <a:pt x="7475" y="12166"/>
                </a:lnTo>
                <a:lnTo>
                  <a:pt x="7767" y="12060"/>
                </a:lnTo>
                <a:lnTo>
                  <a:pt x="8059" y="11794"/>
                </a:lnTo>
                <a:lnTo>
                  <a:pt x="8351" y="11794"/>
                </a:lnTo>
                <a:lnTo>
                  <a:pt x="8760" y="11688"/>
                </a:lnTo>
                <a:lnTo>
                  <a:pt x="9052" y="11529"/>
                </a:lnTo>
                <a:lnTo>
                  <a:pt x="9285" y="11423"/>
                </a:lnTo>
                <a:lnTo>
                  <a:pt x="9577" y="11263"/>
                </a:lnTo>
                <a:lnTo>
                  <a:pt x="9753" y="10997"/>
                </a:lnTo>
                <a:lnTo>
                  <a:pt x="10045" y="10891"/>
                </a:lnTo>
                <a:lnTo>
                  <a:pt x="10278" y="10785"/>
                </a:lnTo>
                <a:lnTo>
                  <a:pt x="10570" y="10626"/>
                </a:lnTo>
                <a:lnTo>
                  <a:pt x="10979" y="10519"/>
                </a:lnTo>
                <a:lnTo>
                  <a:pt x="11271" y="10360"/>
                </a:lnTo>
                <a:lnTo>
                  <a:pt x="11563" y="10254"/>
                </a:lnTo>
                <a:lnTo>
                  <a:pt x="11855" y="10147"/>
                </a:lnTo>
                <a:lnTo>
                  <a:pt x="12147" y="9988"/>
                </a:lnTo>
                <a:lnTo>
                  <a:pt x="12556" y="9722"/>
                </a:lnTo>
                <a:lnTo>
                  <a:pt x="12965" y="9616"/>
                </a:lnTo>
                <a:lnTo>
                  <a:pt x="13257" y="9457"/>
                </a:lnTo>
                <a:lnTo>
                  <a:pt x="13549" y="9350"/>
                </a:lnTo>
                <a:lnTo>
                  <a:pt x="13841" y="9244"/>
                </a:lnTo>
                <a:lnTo>
                  <a:pt x="14133" y="9085"/>
                </a:lnTo>
                <a:lnTo>
                  <a:pt x="14366" y="8979"/>
                </a:lnTo>
                <a:lnTo>
                  <a:pt x="14658" y="8819"/>
                </a:lnTo>
                <a:lnTo>
                  <a:pt x="14950" y="8713"/>
                </a:lnTo>
                <a:lnTo>
                  <a:pt x="15242" y="8607"/>
                </a:lnTo>
                <a:lnTo>
                  <a:pt x="15534" y="8447"/>
                </a:lnTo>
                <a:lnTo>
                  <a:pt x="15826" y="8341"/>
                </a:lnTo>
                <a:lnTo>
                  <a:pt x="16060" y="8182"/>
                </a:lnTo>
                <a:lnTo>
                  <a:pt x="16352" y="8075"/>
                </a:lnTo>
                <a:lnTo>
                  <a:pt x="16644" y="7916"/>
                </a:lnTo>
                <a:lnTo>
                  <a:pt x="16936" y="7810"/>
                </a:lnTo>
                <a:lnTo>
                  <a:pt x="17345" y="7703"/>
                </a:lnTo>
                <a:lnTo>
                  <a:pt x="17462" y="7544"/>
                </a:lnTo>
                <a:lnTo>
                  <a:pt x="17754" y="7544"/>
                </a:lnTo>
                <a:lnTo>
                  <a:pt x="18046" y="7438"/>
                </a:lnTo>
                <a:lnTo>
                  <a:pt x="18338" y="7278"/>
                </a:lnTo>
                <a:lnTo>
                  <a:pt x="18630" y="7172"/>
                </a:lnTo>
                <a:lnTo>
                  <a:pt x="18922" y="7172"/>
                </a:lnTo>
                <a:lnTo>
                  <a:pt x="19330" y="7066"/>
                </a:lnTo>
                <a:lnTo>
                  <a:pt x="19622" y="6906"/>
                </a:lnTo>
                <a:lnTo>
                  <a:pt x="19914" y="6800"/>
                </a:lnTo>
                <a:lnTo>
                  <a:pt x="20031" y="6641"/>
                </a:lnTo>
                <a:lnTo>
                  <a:pt x="20323" y="6535"/>
                </a:lnTo>
                <a:lnTo>
                  <a:pt x="20615" y="6375"/>
                </a:lnTo>
                <a:lnTo>
                  <a:pt x="20849" y="6375"/>
                </a:lnTo>
                <a:lnTo>
                  <a:pt x="21316" y="6269"/>
                </a:lnTo>
                <a:lnTo>
                  <a:pt x="21608" y="6163"/>
                </a:lnTo>
                <a:lnTo>
                  <a:pt x="21842" y="6003"/>
                </a:lnTo>
                <a:lnTo>
                  <a:pt x="22134" y="5897"/>
                </a:lnTo>
                <a:lnTo>
                  <a:pt x="22426" y="5738"/>
                </a:lnTo>
                <a:lnTo>
                  <a:pt x="22835" y="5631"/>
                </a:lnTo>
                <a:lnTo>
                  <a:pt x="23127" y="5525"/>
                </a:lnTo>
                <a:lnTo>
                  <a:pt x="23535" y="5366"/>
                </a:lnTo>
                <a:lnTo>
                  <a:pt x="23827" y="5259"/>
                </a:lnTo>
                <a:lnTo>
                  <a:pt x="24119" y="5100"/>
                </a:lnTo>
                <a:lnTo>
                  <a:pt x="24411" y="5100"/>
                </a:lnTo>
                <a:lnTo>
                  <a:pt x="24703" y="4994"/>
                </a:lnTo>
                <a:lnTo>
                  <a:pt x="25112" y="4887"/>
                </a:lnTo>
                <a:lnTo>
                  <a:pt x="25521" y="4887"/>
                </a:lnTo>
                <a:lnTo>
                  <a:pt x="25813" y="4728"/>
                </a:lnTo>
                <a:lnTo>
                  <a:pt x="26105" y="4622"/>
                </a:lnTo>
                <a:lnTo>
                  <a:pt x="26397" y="4462"/>
                </a:lnTo>
                <a:lnTo>
                  <a:pt x="26631" y="4462"/>
                </a:lnTo>
                <a:lnTo>
                  <a:pt x="26923" y="4356"/>
                </a:lnTo>
                <a:lnTo>
                  <a:pt x="27215" y="4197"/>
                </a:lnTo>
                <a:lnTo>
                  <a:pt x="27507" y="4091"/>
                </a:lnTo>
                <a:lnTo>
                  <a:pt x="27799" y="4091"/>
                </a:lnTo>
                <a:lnTo>
                  <a:pt x="28091" y="3984"/>
                </a:lnTo>
                <a:lnTo>
                  <a:pt x="28324" y="3825"/>
                </a:lnTo>
                <a:lnTo>
                  <a:pt x="28616" y="3825"/>
                </a:lnTo>
                <a:lnTo>
                  <a:pt x="28908" y="3719"/>
                </a:lnTo>
                <a:lnTo>
                  <a:pt x="29200" y="3559"/>
                </a:lnTo>
                <a:lnTo>
                  <a:pt x="29492" y="3559"/>
                </a:lnTo>
                <a:lnTo>
                  <a:pt x="29901" y="3453"/>
                </a:lnTo>
                <a:lnTo>
                  <a:pt x="30310" y="3347"/>
                </a:lnTo>
                <a:lnTo>
                  <a:pt x="30602" y="3187"/>
                </a:lnTo>
                <a:lnTo>
                  <a:pt x="30894" y="3187"/>
                </a:lnTo>
                <a:lnTo>
                  <a:pt x="31186" y="3081"/>
                </a:lnTo>
                <a:lnTo>
                  <a:pt x="31478" y="2922"/>
                </a:lnTo>
                <a:lnTo>
                  <a:pt x="31887" y="2922"/>
                </a:lnTo>
                <a:lnTo>
                  <a:pt x="32179" y="2815"/>
                </a:lnTo>
                <a:lnTo>
                  <a:pt x="32412" y="2656"/>
                </a:lnTo>
                <a:lnTo>
                  <a:pt x="32588" y="2656"/>
                </a:lnTo>
                <a:lnTo>
                  <a:pt x="32880" y="2550"/>
                </a:lnTo>
                <a:lnTo>
                  <a:pt x="33172" y="2550"/>
                </a:lnTo>
                <a:lnTo>
                  <a:pt x="33405" y="2443"/>
                </a:lnTo>
                <a:lnTo>
                  <a:pt x="33872" y="2443"/>
                </a:lnTo>
                <a:lnTo>
                  <a:pt x="34106" y="2443"/>
                </a:lnTo>
                <a:lnTo>
                  <a:pt x="34398" y="2443"/>
                </a:lnTo>
                <a:lnTo>
                  <a:pt x="34690" y="2284"/>
                </a:lnTo>
                <a:lnTo>
                  <a:pt x="34982" y="2178"/>
                </a:lnTo>
                <a:lnTo>
                  <a:pt x="35391" y="2018"/>
                </a:lnTo>
                <a:lnTo>
                  <a:pt x="35683" y="2018"/>
                </a:lnTo>
                <a:lnTo>
                  <a:pt x="36092" y="1912"/>
                </a:lnTo>
                <a:lnTo>
                  <a:pt x="36384" y="1912"/>
                </a:lnTo>
                <a:lnTo>
                  <a:pt x="36676" y="1806"/>
                </a:lnTo>
                <a:lnTo>
                  <a:pt x="36968" y="1806"/>
                </a:lnTo>
                <a:lnTo>
                  <a:pt x="37260" y="1647"/>
                </a:lnTo>
                <a:lnTo>
                  <a:pt x="37493" y="1647"/>
                </a:lnTo>
                <a:lnTo>
                  <a:pt x="37669" y="1647"/>
                </a:lnTo>
                <a:lnTo>
                  <a:pt x="38077" y="1540"/>
                </a:lnTo>
                <a:lnTo>
                  <a:pt x="38369" y="1540"/>
                </a:lnTo>
                <a:lnTo>
                  <a:pt x="38661" y="1381"/>
                </a:lnTo>
                <a:lnTo>
                  <a:pt x="38953" y="1381"/>
                </a:lnTo>
                <a:lnTo>
                  <a:pt x="39187" y="1275"/>
                </a:lnTo>
                <a:lnTo>
                  <a:pt x="39479" y="1275"/>
                </a:lnTo>
                <a:lnTo>
                  <a:pt x="39771" y="1275"/>
                </a:lnTo>
                <a:lnTo>
                  <a:pt x="40063" y="1115"/>
                </a:lnTo>
                <a:lnTo>
                  <a:pt x="40355" y="1115"/>
                </a:lnTo>
                <a:lnTo>
                  <a:pt x="40589" y="1009"/>
                </a:lnTo>
                <a:lnTo>
                  <a:pt x="40881" y="1009"/>
                </a:lnTo>
                <a:lnTo>
                  <a:pt x="41173" y="1009"/>
                </a:lnTo>
                <a:lnTo>
                  <a:pt x="41465" y="903"/>
                </a:lnTo>
                <a:lnTo>
                  <a:pt x="41757" y="903"/>
                </a:lnTo>
                <a:lnTo>
                  <a:pt x="42049" y="903"/>
                </a:lnTo>
                <a:lnTo>
                  <a:pt x="42458" y="743"/>
                </a:lnTo>
                <a:lnTo>
                  <a:pt x="42866" y="743"/>
                </a:lnTo>
                <a:lnTo>
                  <a:pt x="43158" y="637"/>
                </a:lnTo>
                <a:lnTo>
                  <a:pt x="43450" y="637"/>
                </a:lnTo>
                <a:lnTo>
                  <a:pt x="43742" y="637"/>
                </a:lnTo>
                <a:lnTo>
                  <a:pt x="43976" y="478"/>
                </a:lnTo>
                <a:lnTo>
                  <a:pt x="44443" y="478"/>
                </a:lnTo>
                <a:lnTo>
                  <a:pt x="44735" y="478"/>
                </a:lnTo>
                <a:lnTo>
                  <a:pt x="44969" y="478"/>
                </a:lnTo>
                <a:lnTo>
                  <a:pt x="45144" y="371"/>
                </a:lnTo>
                <a:lnTo>
                  <a:pt x="45436" y="371"/>
                </a:lnTo>
                <a:lnTo>
                  <a:pt x="45670" y="371"/>
                </a:lnTo>
                <a:lnTo>
                  <a:pt x="45962" y="371"/>
                </a:lnTo>
                <a:lnTo>
                  <a:pt x="46370" y="265"/>
                </a:lnTo>
                <a:lnTo>
                  <a:pt x="46662" y="265"/>
                </a:lnTo>
                <a:lnTo>
                  <a:pt x="46954" y="265"/>
                </a:lnTo>
                <a:lnTo>
                  <a:pt x="47246" y="265"/>
                </a:lnTo>
                <a:lnTo>
                  <a:pt x="47538" y="106"/>
                </a:lnTo>
                <a:lnTo>
                  <a:pt x="47947" y="106"/>
                </a:lnTo>
                <a:lnTo>
                  <a:pt x="48239" y="106"/>
                </a:lnTo>
                <a:lnTo>
                  <a:pt x="48648" y="106"/>
                </a:lnTo>
                <a:lnTo>
                  <a:pt x="48940" y="106"/>
                </a:lnTo>
                <a:lnTo>
                  <a:pt x="49232" y="106"/>
                </a:lnTo>
                <a:lnTo>
                  <a:pt x="49524" y="106"/>
                </a:lnTo>
                <a:lnTo>
                  <a:pt x="49758" y="106"/>
                </a:lnTo>
                <a:lnTo>
                  <a:pt x="50050" y="106"/>
                </a:lnTo>
                <a:lnTo>
                  <a:pt x="50225" y="106"/>
                </a:lnTo>
                <a:lnTo>
                  <a:pt x="50634" y="106"/>
                </a:lnTo>
                <a:lnTo>
                  <a:pt x="50926" y="0"/>
                </a:lnTo>
                <a:lnTo>
                  <a:pt x="51218" y="0"/>
                </a:lnTo>
                <a:lnTo>
                  <a:pt x="51451" y="0"/>
                </a:lnTo>
                <a:lnTo>
                  <a:pt x="51743" y="0"/>
                </a:lnTo>
                <a:lnTo>
                  <a:pt x="52035" y="0"/>
                </a:lnTo>
                <a:lnTo>
                  <a:pt x="52327" y="0"/>
                </a:lnTo>
                <a:lnTo>
                  <a:pt x="52619" y="0"/>
                </a:lnTo>
                <a:lnTo>
                  <a:pt x="52911" y="0"/>
                </a:lnTo>
                <a:lnTo>
                  <a:pt x="53145" y="0"/>
                </a:lnTo>
                <a:lnTo>
                  <a:pt x="53437" y="0"/>
                </a:lnTo>
                <a:lnTo>
                  <a:pt x="53729" y="0"/>
                </a:lnTo>
                <a:lnTo>
                  <a:pt x="54021" y="0"/>
                </a:lnTo>
                <a:lnTo>
                  <a:pt x="54313" y="0"/>
                </a:lnTo>
                <a:lnTo>
                  <a:pt x="54605" y="0"/>
                </a:lnTo>
                <a:lnTo>
                  <a:pt x="55014" y="0"/>
                </a:lnTo>
                <a:lnTo>
                  <a:pt x="55423" y="0"/>
                </a:lnTo>
                <a:lnTo>
                  <a:pt x="55715" y="0"/>
                </a:lnTo>
                <a:lnTo>
                  <a:pt x="56007" y="0"/>
                </a:lnTo>
                <a:lnTo>
                  <a:pt x="56299" y="0"/>
                </a:lnTo>
                <a:lnTo>
                  <a:pt x="56532" y="0"/>
                </a:lnTo>
                <a:lnTo>
                  <a:pt x="57000" y="0"/>
                </a:lnTo>
              </a:path>
            </a:pathLst>
          </a:custGeom>
          <a:ln w="775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589807" y="4560047"/>
            <a:ext cx="56649" cy="20136"/>
          </a:xfrm>
          <a:custGeom>
            <a:avLst/>
            <a:gdLst/>
            <a:ahLst/>
            <a:cxnLst/>
            <a:rect l="l" t="t" r="r" b="b"/>
            <a:pathLst>
              <a:path w="56649" h="20136">
                <a:moveTo>
                  <a:pt x="0" y="0"/>
                </a:moveTo>
                <a:lnTo>
                  <a:pt x="233" y="0"/>
                </a:lnTo>
                <a:lnTo>
                  <a:pt x="525" y="0"/>
                </a:lnTo>
                <a:lnTo>
                  <a:pt x="700" y="0"/>
                </a:lnTo>
                <a:lnTo>
                  <a:pt x="992" y="0"/>
                </a:lnTo>
                <a:lnTo>
                  <a:pt x="1226" y="0"/>
                </a:lnTo>
                <a:lnTo>
                  <a:pt x="1518" y="0"/>
                </a:lnTo>
                <a:lnTo>
                  <a:pt x="1927" y="0"/>
                </a:lnTo>
                <a:lnTo>
                  <a:pt x="2219" y="0"/>
                </a:lnTo>
                <a:lnTo>
                  <a:pt x="2511" y="0"/>
                </a:lnTo>
                <a:lnTo>
                  <a:pt x="2803" y="106"/>
                </a:lnTo>
                <a:lnTo>
                  <a:pt x="3095" y="106"/>
                </a:lnTo>
                <a:lnTo>
                  <a:pt x="3504" y="106"/>
                </a:lnTo>
                <a:lnTo>
                  <a:pt x="3796" y="106"/>
                </a:lnTo>
                <a:lnTo>
                  <a:pt x="4204" y="106"/>
                </a:lnTo>
                <a:lnTo>
                  <a:pt x="4496" y="106"/>
                </a:lnTo>
                <a:lnTo>
                  <a:pt x="4788" y="106"/>
                </a:lnTo>
                <a:lnTo>
                  <a:pt x="5080" y="106"/>
                </a:lnTo>
                <a:lnTo>
                  <a:pt x="5314" y="106"/>
                </a:lnTo>
                <a:lnTo>
                  <a:pt x="5606" y="106"/>
                </a:lnTo>
                <a:lnTo>
                  <a:pt x="5781" y="106"/>
                </a:lnTo>
                <a:lnTo>
                  <a:pt x="6190" y="265"/>
                </a:lnTo>
                <a:lnTo>
                  <a:pt x="6482" y="265"/>
                </a:lnTo>
                <a:lnTo>
                  <a:pt x="6774" y="265"/>
                </a:lnTo>
                <a:lnTo>
                  <a:pt x="7008" y="265"/>
                </a:lnTo>
                <a:lnTo>
                  <a:pt x="7300" y="371"/>
                </a:lnTo>
                <a:lnTo>
                  <a:pt x="7592" y="371"/>
                </a:lnTo>
                <a:lnTo>
                  <a:pt x="7884" y="371"/>
                </a:lnTo>
                <a:lnTo>
                  <a:pt x="8176" y="371"/>
                </a:lnTo>
                <a:lnTo>
                  <a:pt x="8409" y="478"/>
                </a:lnTo>
                <a:lnTo>
                  <a:pt x="8701" y="478"/>
                </a:lnTo>
                <a:lnTo>
                  <a:pt x="8993" y="478"/>
                </a:lnTo>
                <a:lnTo>
                  <a:pt x="9285" y="478"/>
                </a:lnTo>
                <a:lnTo>
                  <a:pt x="9577" y="637"/>
                </a:lnTo>
                <a:lnTo>
                  <a:pt x="9869" y="637"/>
                </a:lnTo>
                <a:lnTo>
                  <a:pt x="10103" y="637"/>
                </a:lnTo>
                <a:lnTo>
                  <a:pt x="10570" y="743"/>
                </a:lnTo>
                <a:lnTo>
                  <a:pt x="10979" y="743"/>
                </a:lnTo>
                <a:lnTo>
                  <a:pt x="11271" y="903"/>
                </a:lnTo>
                <a:lnTo>
                  <a:pt x="11563" y="903"/>
                </a:lnTo>
                <a:lnTo>
                  <a:pt x="11797" y="903"/>
                </a:lnTo>
                <a:lnTo>
                  <a:pt x="12089" y="1009"/>
                </a:lnTo>
                <a:lnTo>
                  <a:pt x="12556" y="1009"/>
                </a:lnTo>
                <a:lnTo>
                  <a:pt x="12789" y="1115"/>
                </a:lnTo>
                <a:lnTo>
                  <a:pt x="13081" y="1115"/>
                </a:lnTo>
                <a:lnTo>
                  <a:pt x="13257" y="1115"/>
                </a:lnTo>
                <a:lnTo>
                  <a:pt x="13490" y="1275"/>
                </a:lnTo>
                <a:lnTo>
                  <a:pt x="13782" y="1275"/>
                </a:lnTo>
                <a:lnTo>
                  <a:pt x="14074" y="1381"/>
                </a:lnTo>
                <a:lnTo>
                  <a:pt x="14366" y="1381"/>
                </a:lnTo>
                <a:lnTo>
                  <a:pt x="14775" y="1540"/>
                </a:lnTo>
                <a:lnTo>
                  <a:pt x="15067" y="1540"/>
                </a:lnTo>
                <a:lnTo>
                  <a:pt x="15359" y="1540"/>
                </a:lnTo>
                <a:lnTo>
                  <a:pt x="15651" y="1647"/>
                </a:lnTo>
                <a:lnTo>
                  <a:pt x="16060" y="1806"/>
                </a:lnTo>
                <a:lnTo>
                  <a:pt x="16352" y="1806"/>
                </a:lnTo>
                <a:lnTo>
                  <a:pt x="16761" y="1912"/>
                </a:lnTo>
                <a:lnTo>
                  <a:pt x="17053" y="1912"/>
                </a:lnTo>
                <a:lnTo>
                  <a:pt x="17345" y="2018"/>
                </a:lnTo>
                <a:lnTo>
                  <a:pt x="17578" y="2018"/>
                </a:lnTo>
                <a:lnTo>
                  <a:pt x="17870" y="2178"/>
                </a:lnTo>
                <a:lnTo>
                  <a:pt x="18162" y="2178"/>
                </a:lnTo>
                <a:lnTo>
                  <a:pt x="18338" y="2284"/>
                </a:lnTo>
                <a:lnTo>
                  <a:pt x="18746" y="2443"/>
                </a:lnTo>
                <a:lnTo>
                  <a:pt x="19038" y="2443"/>
                </a:lnTo>
                <a:lnTo>
                  <a:pt x="19272" y="2443"/>
                </a:lnTo>
                <a:lnTo>
                  <a:pt x="19564" y="2443"/>
                </a:lnTo>
                <a:lnTo>
                  <a:pt x="19856" y="2550"/>
                </a:lnTo>
                <a:lnTo>
                  <a:pt x="20148" y="2550"/>
                </a:lnTo>
                <a:lnTo>
                  <a:pt x="20440" y="2656"/>
                </a:lnTo>
                <a:lnTo>
                  <a:pt x="20732" y="2815"/>
                </a:lnTo>
                <a:lnTo>
                  <a:pt x="20966" y="2815"/>
                </a:lnTo>
                <a:lnTo>
                  <a:pt x="21258" y="2922"/>
                </a:lnTo>
                <a:lnTo>
                  <a:pt x="21550" y="3081"/>
                </a:lnTo>
                <a:lnTo>
                  <a:pt x="21842" y="3081"/>
                </a:lnTo>
                <a:lnTo>
                  <a:pt x="22134" y="3187"/>
                </a:lnTo>
                <a:lnTo>
                  <a:pt x="22426" y="3187"/>
                </a:lnTo>
                <a:lnTo>
                  <a:pt x="22659" y="3347"/>
                </a:lnTo>
                <a:lnTo>
                  <a:pt x="23127" y="3453"/>
                </a:lnTo>
                <a:lnTo>
                  <a:pt x="23535" y="3559"/>
                </a:lnTo>
                <a:lnTo>
                  <a:pt x="23827" y="3719"/>
                </a:lnTo>
                <a:lnTo>
                  <a:pt x="24119" y="3825"/>
                </a:lnTo>
                <a:lnTo>
                  <a:pt x="24353" y="3825"/>
                </a:lnTo>
                <a:lnTo>
                  <a:pt x="24645" y="3984"/>
                </a:lnTo>
                <a:lnTo>
                  <a:pt x="25054" y="4091"/>
                </a:lnTo>
                <a:lnTo>
                  <a:pt x="25346" y="4197"/>
                </a:lnTo>
                <a:lnTo>
                  <a:pt x="25638" y="4197"/>
                </a:lnTo>
                <a:lnTo>
                  <a:pt x="25755" y="4356"/>
                </a:lnTo>
                <a:lnTo>
                  <a:pt x="26047" y="4462"/>
                </a:lnTo>
                <a:lnTo>
                  <a:pt x="26339" y="4622"/>
                </a:lnTo>
                <a:lnTo>
                  <a:pt x="26631" y="4622"/>
                </a:lnTo>
                <a:lnTo>
                  <a:pt x="26923" y="4728"/>
                </a:lnTo>
                <a:lnTo>
                  <a:pt x="27332" y="4887"/>
                </a:lnTo>
                <a:lnTo>
                  <a:pt x="27624" y="4887"/>
                </a:lnTo>
                <a:lnTo>
                  <a:pt x="27916" y="4994"/>
                </a:lnTo>
                <a:lnTo>
                  <a:pt x="28208" y="4994"/>
                </a:lnTo>
                <a:lnTo>
                  <a:pt x="28616" y="5259"/>
                </a:lnTo>
                <a:lnTo>
                  <a:pt x="28908" y="5366"/>
                </a:lnTo>
                <a:lnTo>
                  <a:pt x="29317" y="5525"/>
                </a:lnTo>
                <a:lnTo>
                  <a:pt x="29609" y="5631"/>
                </a:lnTo>
                <a:lnTo>
                  <a:pt x="29901" y="5631"/>
                </a:lnTo>
                <a:lnTo>
                  <a:pt x="30135" y="5738"/>
                </a:lnTo>
                <a:lnTo>
                  <a:pt x="30427" y="5897"/>
                </a:lnTo>
                <a:lnTo>
                  <a:pt x="30719" y="6003"/>
                </a:lnTo>
                <a:lnTo>
                  <a:pt x="30836" y="6163"/>
                </a:lnTo>
                <a:lnTo>
                  <a:pt x="31303" y="6269"/>
                </a:lnTo>
                <a:lnTo>
                  <a:pt x="31536" y="6375"/>
                </a:lnTo>
                <a:lnTo>
                  <a:pt x="31828" y="6535"/>
                </a:lnTo>
                <a:lnTo>
                  <a:pt x="32120" y="6641"/>
                </a:lnTo>
                <a:lnTo>
                  <a:pt x="32412" y="6800"/>
                </a:lnTo>
                <a:lnTo>
                  <a:pt x="32704" y="6906"/>
                </a:lnTo>
                <a:lnTo>
                  <a:pt x="32996" y="6906"/>
                </a:lnTo>
                <a:lnTo>
                  <a:pt x="33230" y="7066"/>
                </a:lnTo>
                <a:lnTo>
                  <a:pt x="33522" y="7172"/>
                </a:lnTo>
                <a:lnTo>
                  <a:pt x="33814" y="7172"/>
                </a:lnTo>
                <a:lnTo>
                  <a:pt x="34106" y="7278"/>
                </a:lnTo>
                <a:lnTo>
                  <a:pt x="34398" y="7438"/>
                </a:lnTo>
                <a:lnTo>
                  <a:pt x="34690" y="7544"/>
                </a:lnTo>
                <a:lnTo>
                  <a:pt x="34924" y="7703"/>
                </a:lnTo>
                <a:lnTo>
                  <a:pt x="35216" y="7810"/>
                </a:lnTo>
                <a:lnTo>
                  <a:pt x="35683" y="7916"/>
                </a:lnTo>
                <a:lnTo>
                  <a:pt x="35800" y="8182"/>
                </a:lnTo>
                <a:lnTo>
                  <a:pt x="36092" y="8341"/>
                </a:lnTo>
                <a:lnTo>
                  <a:pt x="36384" y="8447"/>
                </a:lnTo>
                <a:lnTo>
                  <a:pt x="36617" y="8607"/>
                </a:lnTo>
                <a:lnTo>
                  <a:pt x="36909" y="8713"/>
                </a:lnTo>
                <a:lnTo>
                  <a:pt x="37201" y="8819"/>
                </a:lnTo>
                <a:lnTo>
                  <a:pt x="37610" y="8979"/>
                </a:lnTo>
                <a:lnTo>
                  <a:pt x="37902" y="9085"/>
                </a:lnTo>
                <a:lnTo>
                  <a:pt x="38194" y="9244"/>
                </a:lnTo>
                <a:lnTo>
                  <a:pt x="38603" y="9457"/>
                </a:lnTo>
                <a:lnTo>
                  <a:pt x="38895" y="9457"/>
                </a:lnTo>
                <a:lnTo>
                  <a:pt x="39187" y="9722"/>
                </a:lnTo>
                <a:lnTo>
                  <a:pt x="39479" y="9882"/>
                </a:lnTo>
                <a:lnTo>
                  <a:pt x="39888" y="9988"/>
                </a:lnTo>
                <a:lnTo>
                  <a:pt x="40180" y="10147"/>
                </a:lnTo>
                <a:lnTo>
                  <a:pt x="40472" y="10254"/>
                </a:lnTo>
                <a:lnTo>
                  <a:pt x="40705" y="10360"/>
                </a:lnTo>
                <a:lnTo>
                  <a:pt x="40881" y="10626"/>
                </a:lnTo>
                <a:lnTo>
                  <a:pt x="41173" y="10785"/>
                </a:lnTo>
                <a:lnTo>
                  <a:pt x="41465" y="10891"/>
                </a:lnTo>
                <a:lnTo>
                  <a:pt x="41874" y="10997"/>
                </a:lnTo>
                <a:lnTo>
                  <a:pt x="42166" y="11157"/>
                </a:lnTo>
                <a:lnTo>
                  <a:pt x="42399" y="11423"/>
                </a:lnTo>
                <a:lnTo>
                  <a:pt x="42691" y="11529"/>
                </a:lnTo>
                <a:lnTo>
                  <a:pt x="42983" y="11688"/>
                </a:lnTo>
                <a:lnTo>
                  <a:pt x="43275" y="11794"/>
                </a:lnTo>
                <a:lnTo>
                  <a:pt x="43859" y="12060"/>
                </a:lnTo>
                <a:lnTo>
                  <a:pt x="44093" y="12166"/>
                </a:lnTo>
                <a:lnTo>
                  <a:pt x="44385" y="12326"/>
                </a:lnTo>
                <a:lnTo>
                  <a:pt x="44677" y="12538"/>
                </a:lnTo>
                <a:lnTo>
                  <a:pt x="44969" y="12698"/>
                </a:lnTo>
                <a:lnTo>
                  <a:pt x="45261" y="12804"/>
                </a:lnTo>
                <a:lnTo>
                  <a:pt x="45553" y="13070"/>
                </a:lnTo>
                <a:lnTo>
                  <a:pt x="45786" y="13229"/>
                </a:lnTo>
                <a:lnTo>
                  <a:pt x="46078" y="13335"/>
                </a:lnTo>
                <a:lnTo>
                  <a:pt x="46370" y="13601"/>
                </a:lnTo>
                <a:lnTo>
                  <a:pt x="46662" y="13707"/>
                </a:lnTo>
                <a:lnTo>
                  <a:pt x="46954" y="13867"/>
                </a:lnTo>
                <a:lnTo>
                  <a:pt x="47246" y="14079"/>
                </a:lnTo>
                <a:lnTo>
                  <a:pt x="47480" y="14079"/>
                </a:lnTo>
                <a:lnTo>
                  <a:pt x="47772" y="14345"/>
                </a:lnTo>
                <a:lnTo>
                  <a:pt x="48181" y="14504"/>
                </a:lnTo>
                <a:lnTo>
                  <a:pt x="48473" y="14610"/>
                </a:lnTo>
                <a:lnTo>
                  <a:pt x="48648" y="14876"/>
                </a:lnTo>
                <a:lnTo>
                  <a:pt x="48940" y="14982"/>
                </a:lnTo>
                <a:lnTo>
                  <a:pt x="49174" y="15248"/>
                </a:lnTo>
                <a:lnTo>
                  <a:pt x="49466" y="15407"/>
                </a:lnTo>
                <a:lnTo>
                  <a:pt x="49758" y="15514"/>
                </a:lnTo>
                <a:lnTo>
                  <a:pt x="50167" y="15779"/>
                </a:lnTo>
                <a:lnTo>
                  <a:pt x="50459" y="15885"/>
                </a:lnTo>
                <a:lnTo>
                  <a:pt x="50751" y="16151"/>
                </a:lnTo>
                <a:lnTo>
                  <a:pt x="50867" y="16311"/>
                </a:lnTo>
                <a:lnTo>
                  <a:pt x="51159" y="16417"/>
                </a:lnTo>
                <a:lnTo>
                  <a:pt x="51451" y="16523"/>
                </a:lnTo>
                <a:lnTo>
                  <a:pt x="51743" y="16789"/>
                </a:lnTo>
                <a:lnTo>
                  <a:pt x="52035" y="16948"/>
                </a:lnTo>
                <a:lnTo>
                  <a:pt x="52444" y="17161"/>
                </a:lnTo>
                <a:lnTo>
                  <a:pt x="52736" y="17320"/>
                </a:lnTo>
                <a:lnTo>
                  <a:pt x="53028" y="17586"/>
                </a:lnTo>
                <a:lnTo>
                  <a:pt x="53262" y="17692"/>
                </a:lnTo>
                <a:lnTo>
                  <a:pt x="53437" y="17958"/>
                </a:lnTo>
                <a:lnTo>
                  <a:pt x="53729" y="18223"/>
                </a:lnTo>
                <a:lnTo>
                  <a:pt x="53963" y="18329"/>
                </a:lnTo>
                <a:lnTo>
                  <a:pt x="54430" y="18595"/>
                </a:lnTo>
                <a:lnTo>
                  <a:pt x="54722" y="18701"/>
                </a:lnTo>
                <a:lnTo>
                  <a:pt x="54956" y="18861"/>
                </a:lnTo>
                <a:lnTo>
                  <a:pt x="55248" y="18967"/>
                </a:lnTo>
                <a:lnTo>
                  <a:pt x="55540" y="19233"/>
                </a:lnTo>
                <a:lnTo>
                  <a:pt x="55832" y="19498"/>
                </a:lnTo>
                <a:lnTo>
                  <a:pt x="56357" y="19870"/>
                </a:lnTo>
                <a:lnTo>
                  <a:pt x="56649" y="20136"/>
                </a:lnTo>
              </a:path>
            </a:pathLst>
          </a:custGeom>
          <a:ln w="778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646457" y="4580183"/>
            <a:ext cx="56824" cy="59930"/>
          </a:xfrm>
          <a:custGeom>
            <a:avLst/>
            <a:gdLst/>
            <a:ahLst/>
            <a:cxnLst/>
            <a:rect l="l" t="t" r="r" b="b"/>
            <a:pathLst>
              <a:path w="56824" h="59930">
                <a:moveTo>
                  <a:pt x="0" y="0"/>
                </a:moveTo>
                <a:lnTo>
                  <a:pt x="292" y="106"/>
                </a:lnTo>
                <a:lnTo>
                  <a:pt x="584" y="371"/>
                </a:lnTo>
                <a:lnTo>
                  <a:pt x="876" y="637"/>
                </a:lnTo>
                <a:lnTo>
                  <a:pt x="1168" y="743"/>
                </a:lnTo>
                <a:lnTo>
                  <a:pt x="1401" y="903"/>
                </a:lnTo>
                <a:lnTo>
                  <a:pt x="1693" y="1168"/>
                </a:lnTo>
                <a:lnTo>
                  <a:pt x="1985" y="1275"/>
                </a:lnTo>
                <a:lnTo>
                  <a:pt x="2277" y="1540"/>
                </a:lnTo>
                <a:lnTo>
                  <a:pt x="2569" y="1806"/>
                </a:lnTo>
                <a:lnTo>
                  <a:pt x="2861" y="1912"/>
                </a:lnTo>
                <a:lnTo>
                  <a:pt x="3095" y="2178"/>
                </a:lnTo>
                <a:lnTo>
                  <a:pt x="3387" y="2443"/>
                </a:lnTo>
                <a:lnTo>
                  <a:pt x="3679" y="2709"/>
                </a:lnTo>
                <a:lnTo>
                  <a:pt x="4088" y="2815"/>
                </a:lnTo>
                <a:lnTo>
                  <a:pt x="4380" y="3081"/>
                </a:lnTo>
                <a:lnTo>
                  <a:pt x="4555" y="3347"/>
                </a:lnTo>
                <a:lnTo>
                  <a:pt x="4788" y="3453"/>
                </a:lnTo>
                <a:lnTo>
                  <a:pt x="5080" y="3719"/>
                </a:lnTo>
                <a:lnTo>
                  <a:pt x="5372" y="3825"/>
                </a:lnTo>
                <a:lnTo>
                  <a:pt x="5664" y="4091"/>
                </a:lnTo>
                <a:lnTo>
                  <a:pt x="6073" y="4356"/>
                </a:lnTo>
                <a:lnTo>
                  <a:pt x="6365" y="4622"/>
                </a:lnTo>
                <a:lnTo>
                  <a:pt x="6657" y="4887"/>
                </a:lnTo>
                <a:lnTo>
                  <a:pt x="6949" y="4994"/>
                </a:lnTo>
                <a:lnTo>
                  <a:pt x="7066" y="5259"/>
                </a:lnTo>
                <a:lnTo>
                  <a:pt x="7358" y="5525"/>
                </a:lnTo>
                <a:lnTo>
                  <a:pt x="7650" y="5631"/>
                </a:lnTo>
                <a:lnTo>
                  <a:pt x="7942" y="5897"/>
                </a:lnTo>
                <a:lnTo>
                  <a:pt x="8351" y="6163"/>
                </a:lnTo>
                <a:lnTo>
                  <a:pt x="8643" y="6428"/>
                </a:lnTo>
                <a:lnTo>
                  <a:pt x="8877" y="6694"/>
                </a:lnTo>
                <a:lnTo>
                  <a:pt x="9169" y="6800"/>
                </a:lnTo>
                <a:lnTo>
                  <a:pt x="9461" y="7066"/>
                </a:lnTo>
                <a:lnTo>
                  <a:pt x="9636" y="7331"/>
                </a:lnTo>
                <a:lnTo>
                  <a:pt x="9869" y="7597"/>
                </a:lnTo>
                <a:lnTo>
                  <a:pt x="10337" y="7810"/>
                </a:lnTo>
                <a:lnTo>
                  <a:pt x="10570" y="7969"/>
                </a:lnTo>
                <a:lnTo>
                  <a:pt x="10862" y="8235"/>
                </a:lnTo>
                <a:lnTo>
                  <a:pt x="11154" y="8447"/>
                </a:lnTo>
                <a:lnTo>
                  <a:pt x="11446" y="8713"/>
                </a:lnTo>
                <a:lnTo>
                  <a:pt x="11738" y="8979"/>
                </a:lnTo>
                <a:lnTo>
                  <a:pt x="11855" y="9244"/>
                </a:lnTo>
                <a:lnTo>
                  <a:pt x="12264" y="9510"/>
                </a:lnTo>
                <a:lnTo>
                  <a:pt x="12556" y="9775"/>
                </a:lnTo>
                <a:lnTo>
                  <a:pt x="12848" y="9988"/>
                </a:lnTo>
                <a:lnTo>
                  <a:pt x="13140" y="10254"/>
                </a:lnTo>
                <a:lnTo>
                  <a:pt x="13432" y="10413"/>
                </a:lnTo>
                <a:lnTo>
                  <a:pt x="13724" y="10679"/>
                </a:lnTo>
                <a:lnTo>
                  <a:pt x="13958" y="10891"/>
                </a:lnTo>
                <a:lnTo>
                  <a:pt x="14250" y="11157"/>
                </a:lnTo>
                <a:lnTo>
                  <a:pt x="14542" y="11423"/>
                </a:lnTo>
                <a:lnTo>
                  <a:pt x="14834" y="11688"/>
                </a:lnTo>
                <a:lnTo>
                  <a:pt x="15126" y="12060"/>
                </a:lnTo>
                <a:lnTo>
                  <a:pt x="15418" y="12326"/>
                </a:lnTo>
                <a:lnTo>
                  <a:pt x="15651" y="12591"/>
                </a:lnTo>
                <a:lnTo>
                  <a:pt x="15943" y="12698"/>
                </a:lnTo>
                <a:lnTo>
                  <a:pt x="16235" y="12963"/>
                </a:lnTo>
                <a:lnTo>
                  <a:pt x="16644" y="13229"/>
                </a:lnTo>
                <a:lnTo>
                  <a:pt x="16936" y="13495"/>
                </a:lnTo>
                <a:lnTo>
                  <a:pt x="17053" y="13707"/>
                </a:lnTo>
                <a:lnTo>
                  <a:pt x="17345" y="14132"/>
                </a:lnTo>
                <a:lnTo>
                  <a:pt x="17637" y="14398"/>
                </a:lnTo>
                <a:lnTo>
                  <a:pt x="17929" y="14610"/>
                </a:lnTo>
                <a:lnTo>
                  <a:pt x="18221" y="14876"/>
                </a:lnTo>
                <a:lnTo>
                  <a:pt x="18630" y="15035"/>
                </a:lnTo>
                <a:lnTo>
                  <a:pt x="18922" y="15248"/>
                </a:lnTo>
                <a:lnTo>
                  <a:pt x="19214" y="15673"/>
                </a:lnTo>
                <a:lnTo>
                  <a:pt x="19506" y="15939"/>
                </a:lnTo>
                <a:lnTo>
                  <a:pt x="19622" y="16151"/>
                </a:lnTo>
                <a:lnTo>
                  <a:pt x="19914" y="16417"/>
                </a:lnTo>
                <a:lnTo>
                  <a:pt x="20206" y="16682"/>
                </a:lnTo>
                <a:lnTo>
                  <a:pt x="20440" y="17054"/>
                </a:lnTo>
                <a:lnTo>
                  <a:pt x="20907" y="17214"/>
                </a:lnTo>
                <a:lnTo>
                  <a:pt x="21199" y="17479"/>
                </a:lnTo>
                <a:lnTo>
                  <a:pt x="21433" y="17851"/>
                </a:lnTo>
                <a:lnTo>
                  <a:pt x="21725" y="18117"/>
                </a:lnTo>
                <a:lnTo>
                  <a:pt x="22017" y="18329"/>
                </a:lnTo>
                <a:lnTo>
                  <a:pt x="22134" y="18595"/>
                </a:lnTo>
                <a:lnTo>
                  <a:pt x="22426" y="19020"/>
                </a:lnTo>
                <a:lnTo>
                  <a:pt x="22893" y="19233"/>
                </a:lnTo>
                <a:lnTo>
                  <a:pt x="23127" y="19498"/>
                </a:lnTo>
                <a:lnTo>
                  <a:pt x="23419" y="19764"/>
                </a:lnTo>
                <a:lnTo>
                  <a:pt x="23711" y="20030"/>
                </a:lnTo>
                <a:lnTo>
                  <a:pt x="24003" y="20295"/>
                </a:lnTo>
                <a:lnTo>
                  <a:pt x="24295" y="20667"/>
                </a:lnTo>
                <a:lnTo>
                  <a:pt x="24528" y="20933"/>
                </a:lnTo>
                <a:lnTo>
                  <a:pt x="24820" y="21198"/>
                </a:lnTo>
                <a:lnTo>
                  <a:pt x="25112" y="21570"/>
                </a:lnTo>
                <a:lnTo>
                  <a:pt x="25404" y="21836"/>
                </a:lnTo>
                <a:lnTo>
                  <a:pt x="25696" y="22102"/>
                </a:lnTo>
                <a:lnTo>
                  <a:pt x="25988" y="22314"/>
                </a:lnTo>
                <a:lnTo>
                  <a:pt x="26222" y="22580"/>
                </a:lnTo>
                <a:lnTo>
                  <a:pt x="26514" y="22952"/>
                </a:lnTo>
                <a:lnTo>
                  <a:pt x="26806" y="23217"/>
                </a:lnTo>
                <a:lnTo>
                  <a:pt x="27098" y="23642"/>
                </a:lnTo>
                <a:lnTo>
                  <a:pt x="27390" y="23855"/>
                </a:lnTo>
                <a:lnTo>
                  <a:pt x="27682" y="24280"/>
                </a:lnTo>
                <a:lnTo>
                  <a:pt x="27916" y="24386"/>
                </a:lnTo>
                <a:lnTo>
                  <a:pt x="28208" y="24758"/>
                </a:lnTo>
                <a:lnTo>
                  <a:pt x="28500" y="25024"/>
                </a:lnTo>
                <a:lnTo>
                  <a:pt x="28792" y="25396"/>
                </a:lnTo>
                <a:lnTo>
                  <a:pt x="29200" y="25661"/>
                </a:lnTo>
                <a:lnTo>
                  <a:pt x="29492" y="26033"/>
                </a:lnTo>
                <a:lnTo>
                  <a:pt x="29609" y="26299"/>
                </a:lnTo>
                <a:lnTo>
                  <a:pt x="29901" y="26565"/>
                </a:lnTo>
                <a:lnTo>
                  <a:pt x="30193" y="26830"/>
                </a:lnTo>
                <a:lnTo>
                  <a:pt x="30485" y="27202"/>
                </a:lnTo>
                <a:lnTo>
                  <a:pt x="30777" y="27468"/>
                </a:lnTo>
                <a:lnTo>
                  <a:pt x="31186" y="27840"/>
                </a:lnTo>
                <a:lnTo>
                  <a:pt x="31478" y="28105"/>
                </a:lnTo>
                <a:lnTo>
                  <a:pt x="31770" y="28477"/>
                </a:lnTo>
                <a:lnTo>
                  <a:pt x="32004" y="28743"/>
                </a:lnTo>
                <a:lnTo>
                  <a:pt x="32179" y="29009"/>
                </a:lnTo>
                <a:lnTo>
                  <a:pt x="32471" y="29381"/>
                </a:lnTo>
                <a:lnTo>
                  <a:pt x="32763" y="29646"/>
                </a:lnTo>
                <a:lnTo>
                  <a:pt x="32996" y="30018"/>
                </a:lnTo>
                <a:lnTo>
                  <a:pt x="33464" y="30284"/>
                </a:lnTo>
                <a:lnTo>
                  <a:pt x="33697" y="30656"/>
                </a:lnTo>
                <a:lnTo>
                  <a:pt x="33989" y="31081"/>
                </a:lnTo>
                <a:lnTo>
                  <a:pt x="34281" y="31187"/>
                </a:lnTo>
                <a:lnTo>
                  <a:pt x="34573" y="31559"/>
                </a:lnTo>
                <a:lnTo>
                  <a:pt x="34690" y="31984"/>
                </a:lnTo>
                <a:lnTo>
                  <a:pt x="34982" y="32196"/>
                </a:lnTo>
                <a:lnTo>
                  <a:pt x="35391" y="32622"/>
                </a:lnTo>
                <a:lnTo>
                  <a:pt x="35683" y="32993"/>
                </a:lnTo>
                <a:lnTo>
                  <a:pt x="35975" y="33259"/>
                </a:lnTo>
                <a:lnTo>
                  <a:pt x="36267" y="33525"/>
                </a:lnTo>
                <a:lnTo>
                  <a:pt x="36559" y="33897"/>
                </a:lnTo>
                <a:lnTo>
                  <a:pt x="36851" y="34269"/>
                </a:lnTo>
                <a:lnTo>
                  <a:pt x="37085" y="34534"/>
                </a:lnTo>
                <a:lnTo>
                  <a:pt x="37377" y="34906"/>
                </a:lnTo>
                <a:lnTo>
                  <a:pt x="37669" y="35278"/>
                </a:lnTo>
                <a:lnTo>
                  <a:pt x="37961" y="35703"/>
                </a:lnTo>
                <a:lnTo>
                  <a:pt x="38253" y="35809"/>
                </a:lnTo>
                <a:lnTo>
                  <a:pt x="38545" y="36181"/>
                </a:lnTo>
                <a:lnTo>
                  <a:pt x="38778" y="36606"/>
                </a:lnTo>
                <a:lnTo>
                  <a:pt x="39070" y="36978"/>
                </a:lnTo>
                <a:lnTo>
                  <a:pt x="39362" y="37350"/>
                </a:lnTo>
                <a:lnTo>
                  <a:pt x="39654" y="37616"/>
                </a:lnTo>
                <a:lnTo>
                  <a:pt x="39946" y="37988"/>
                </a:lnTo>
                <a:lnTo>
                  <a:pt x="40238" y="38253"/>
                </a:lnTo>
                <a:lnTo>
                  <a:pt x="40472" y="38625"/>
                </a:lnTo>
                <a:lnTo>
                  <a:pt x="40764" y="38997"/>
                </a:lnTo>
                <a:lnTo>
                  <a:pt x="41056" y="39263"/>
                </a:lnTo>
                <a:lnTo>
                  <a:pt x="41348" y="39688"/>
                </a:lnTo>
                <a:lnTo>
                  <a:pt x="41757" y="40060"/>
                </a:lnTo>
                <a:lnTo>
                  <a:pt x="42049" y="40432"/>
                </a:lnTo>
                <a:lnTo>
                  <a:pt x="42166" y="40697"/>
                </a:lnTo>
                <a:lnTo>
                  <a:pt x="42458" y="41069"/>
                </a:lnTo>
                <a:lnTo>
                  <a:pt x="42750" y="41441"/>
                </a:lnTo>
                <a:lnTo>
                  <a:pt x="43042" y="41866"/>
                </a:lnTo>
                <a:lnTo>
                  <a:pt x="43334" y="42238"/>
                </a:lnTo>
                <a:lnTo>
                  <a:pt x="43567" y="42610"/>
                </a:lnTo>
                <a:lnTo>
                  <a:pt x="44034" y="42876"/>
                </a:lnTo>
                <a:lnTo>
                  <a:pt x="44326" y="43141"/>
                </a:lnTo>
                <a:lnTo>
                  <a:pt x="44560" y="43513"/>
                </a:lnTo>
                <a:lnTo>
                  <a:pt x="44735" y="43885"/>
                </a:lnTo>
                <a:lnTo>
                  <a:pt x="45027" y="44257"/>
                </a:lnTo>
                <a:lnTo>
                  <a:pt x="45261" y="44682"/>
                </a:lnTo>
                <a:lnTo>
                  <a:pt x="45553" y="45054"/>
                </a:lnTo>
                <a:lnTo>
                  <a:pt x="46020" y="45320"/>
                </a:lnTo>
                <a:lnTo>
                  <a:pt x="46254" y="45692"/>
                </a:lnTo>
                <a:lnTo>
                  <a:pt x="46546" y="46063"/>
                </a:lnTo>
                <a:lnTo>
                  <a:pt x="46838" y="46489"/>
                </a:lnTo>
                <a:lnTo>
                  <a:pt x="47130" y="46860"/>
                </a:lnTo>
                <a:lnTo>
                  <a:pt x="47246" y="47232"/>
                </a:lnTo>
                <a:lnTo>
                  <a:pt x="47538" y="47498"/>
                </a:lnTo>
                <a:lnTo>
                  <a:pt x="47947" y="47870"/>
                </a:lnTo>
                <a:lnTo>
                  <a:pt x="48239" y="48242"/>
                </a:lnTo>
                <a:lnTo>
                  <a:pt x="48531" y="48773"/>
                </a:lnTo>
                <a:lnTo>
                  <a:pt x="48823" y="49145"/>
                </a:lnTo>
                <a:lnTo>
                  <a:pt x="49115" y="49570"/>
                </a:lnTo>
                <a:lnTo>
                  <a:pt x="49349" y="49783"/>
                </a:lnTo>
                <a:lnTo>
                  <a:pt x="49641" y="50208"/>
                </a:lnTo>
                <a:lnTo>
                  <a:pt x="49816" y="50580"/>
                </a:lnTo>
                <a:lnTo>
                  <a:pt x="50225" y="50951"/>
                </a:lnTo>
                <a:lnTo>
                  <a:pt x="50517" y="51323"/>
                </a:lnTo>
                <a:lnTo>
                  <a:pt x="50809" y="51748"/>
                </a:lnTo>
                <a:lnTo>
                  <a:pt x="51043" y="52120"/>
                </a:lnTo>
                <a:lnTo>
                  <a:pt x="51335" y="52492"/>
                </a:lnTo>
                <a:lnTo>
                  <a:pt x="51627" y="52864"/>
                </a:lnTo>
                <a:lnTo>
                  <a:pt x="51919" y="53289"/>
                </a:lnTo>
                <a:lnTo>
                  <a:pt x="52211" y="53661"/>
                </a:lnTo>
                <a:lnTo>
                  <a:pt x="52503" y="54033"/>
                </a:lnTo>
                <a:lnTo>
                  <a:pt x="52736" y="54405"/>
                </a:lnTo>
                <a:lnTo>
                  <a:pt x="53028" y="54830"/>
                </a:lnTo>
                <a:lnTo>
                  <a:pt x="53320" y="55202"/>
                </a:lnTo>
                <a:lnTo>
                  <a:pt x="53612" y="55574"/>
                </a:lnTo>
                <a:lnTo>
                  <a:pt x="53904" y="55946"/>
                </a:lnTo>
                <a:lnTo>
                  <a:pt x="54313" y="56477"/>
                </a:lnTo>
                <a:lnTo>
                  <a:pt x="54605" y="56743"/>
                </a:lnTo>
                <a:lnTo>
                  <a:pt x="54722" y="57115"/>
                </a:lnTo>
                <a:lnTo>
                  <a:pt x="55014" y="57486"/>
                </a:lnTo>
                <a:lnTo>
                  <a:pt x="55306" y="58018"/>
                </a:lnTo>
                <a:lnTo>
                  <a:pt x="55598" y="58390"/>
                </a:lnTo>
                <a:lnTo>
                  <a:pt x="55890" y="58762"/>
                </a:lnTo>
                <a:lnTo>
                  <a:pt x="56124" y="59187"/>
                </a:lnTo>
                <a:lnTo>
                  <a:pt x="56591" y="59559"/>
                </a:lnTo>
                <a:lnTo>
                  <a:pt x="56824" y="59930"/>
                </a:lnTo>
              </a:path>
            </a:pathLst>
          </a:custGeom>
          <a:ln w="80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703282" y="4640114"/>
            <a:ext cx="56708" cy="99513"/>
          </a:xfrm>
          <a:custGeom>
            <a:avLst/>
            <a:gdLst/>
            <a:ahLst/>
            <a:cxnLst/>
            <a:rect l="l" t="t" r="r" b="b"/>
            <a:pathLst>
              <a:path w="56708" h="99513">
                <a:moveTo>
                  <a:pt x="0" y="0"/>
                </a:moveTo>
                <a:lnTo>
                  <a:pt x="292" y="371"/>
                </a:lnTo>
                <a:lnTo>
                  <a:pt x="467" y="903"/>
                </a:lnTo>
                <a:lnTo>
                  <a:pt x="759" y="1275"/>
                </a:lnTo>
                <a:lnTo>
                  <a:pt x="992" y="1540"/>
                </a:lnTo>
                <a:lnTo>
                  <a:pt x="1284" y="2072"/>
                </a:lnTo>
                <a:lnTo>
                  <a:pt x="1693" y="2443"/>
                </a:lnTo>
                <a:lnTo>
                  <a:pt x="1985" y="2815"/>
                </a:lnTo>
                <a:lnTo>
                  <a:pt x="2277" y="3347"/>
                </a:lnTo>
                <a:lnTo>
                  <a:pt x="2569" y="3719"/>
                </a:lnTo>
                <a:lnTo>
                  <a:pt x="2861" y="4144"/>
                </a:lnTo>
                <a:lnTo>
                  <a:pt x="2978" y="4516"/>
                </a:lnTo>
                <a:lnTo>
                  <a:pt x="3270" y="4887"/>
                </a:lnTo>
                <a:lnTo>
                  <a:pt x="3679" y="5419"/>
                </a:lnTo>
                <a:lnTo>
                  <a:pt x="3971" y="5791"/>
                </a:lnTo>
                <a:lnTo>
                  <a:pt x="4263" y="6163"/>
                </a:lnTo>
                <a:lnTo>
                  <a:pt x="4555" y="6535"/>
                </a:lnTo>
                <a:lnTo>
                  <a:pt x="4847" y="7066"/>
                </a:lnTo>
                <a:lnTo>
                  <a:pt x="5080" y="7438"/>
                </a:lnTo>
                <a:lnTo>
                  <a:pt x="5372" y="7863"/>
                </a:lnTo>
                <a:lnTo>
                  <a:pt x="5548" y="8341"/>
                </a:lnTo>
                <a:lnTo>
                  <a:pt x="5956" y="8607"/>
                </a:lnTo>
                <a:lnTo>
                  <a:pt x="6248" y="9138"/>
                </a:lnTo>
                <a:lnTo>
                  <a:pt x="6540" y="9510"/>
                </a:lnTo>
                <a:lnTo>
                  <a:pt x="6774" y="10041"/>
                </a:lnTo>
                <a:lnTo>
                  <a:pt x="7066" y="10413"/>
                </a:lnTo>
                <a:lnTo>
                  <a:pt x="7358" y="10785"/>
                </a:lnTo>
                <a:lnTo>
                  <a:pt x="7650" y="11157"/>
                </a:lnTo>
                <a:lnTo>
                  <a:pt x="7942" y="11688"/>
                </a:lnTo>
                <a:lnTo>
                  <a:pt x="8176" y="12219"/>
                </a:lnTo>
                <a:lnTo>
                  <a:pt x="8468" y="12591"/>
                </a:lnTo>
                <a:lnTo>
                  <a:pt x="8760" y="13123"/>
                </a:lnTo>
                <a:lnTo>
                  <a:pt x="9052" y="13335"/>
                </a:lnTo>
                <a:lnTo>
                  <a:pt x="9344" y="13867"/>
                </a:lnTo>
                <a:lnTo>
                  <a:pt x="9636" y="14238"/>
                </a:lnTo>
                <a:lnTo>
                  <a:pt x="10045" y="14770"/>
                </a:lnTo>
                <a:lnTo>
                  <a:pt x="10337" y="15301"/>
                </a:lnTo>
                <a:lnTo>
                  <a:pt x="10453" y="15567"/>
                </a:lnTo>
                <a:lnTo>
                  <a:pt x="10745" y="16045"/>
                </a:lnTo>
                <a:lnTo>
                  <a:pt x="11037" y="16417"/>
                </a:lnTo>
                <a:lnTo>
                  <a:pt x="11329" y="16948"/>
                </a:lnTo>
                <a:lnTo>
                  <a:pt x="11563" y="17479"/>
                </a:lnTo>
                <a:lnTo>
                  <a:pt x="11855" y="17851"/>
                </a:lnTo>
                <a:lnTo>
                  <a:pt x="12322" y="18223"/>
                </a:lnTo>
                <a:lnTo>
                  <a:pt x="12556" y="18754"/>
                </a:lnTo>
                <a:lnTo>
                  <a:pt x="12848" y="19126"/>
                </a:lnTo>
                <a:lnTo>
                  <a:pt x="13023" y="19658"/>
                </a:lnTo>
                <a:lnTo>
                  <a:pt x="13257" y="20189"/>
                </a:lnTo>
                <a:lnTo>
                  <a:pt x="13549" y="20402"/>
                </a:lnTo>
                <a:lnTo>
                  <a:pt x="13841" y="20933"/>
                </a:lnTo>
                <a:lnTo>
                  <a:pt x="14250" y="21464"/>
                </a:lnTo>
                <a:lnTo>
                  <a:pt x="14542" y="21942"/>
                </a:lnTo>
                <a:lnTo>
                  <a:pt x="14834" y="22367"/>
                </a:lnTo>
                <a:lnTo>
                  <a:pt x="15126" y="22739"/>
                </a:lnTo>
                <a:lnTo>
                  <a:pt x="15418" y="23217"/>
                </a:lnTo>
                <a:lnTo>
                  <a:pt x="15534" y="23749"/>
                </a:lnTo>
                <a:lnTo>
                  <a:pt x="15826" y="24121"/>
                </a:lnTo>
                <a:lnTo>
                  <a:pt x="16235" y="24652"/>
                </a:lnTo>
                <a:lnTo>
                  <a:pt x="16527" y="25024"/>
                </a:lnTo>
                <a:lnTo>
                  <a:pt x="16819" y="25555"/>
                </a:lnTo>
                <a:lnTo>
                  <a:pt x="17111" y="25927"/>
                </a:lnTo>
                <a:lnTo>
                  <a:pt x="17345" y="26458"/>
                </a:lnTo>
                <a:lnTo>
                  <a:pt x="17637" y="26990"/>
                </a:lnTo>
                <a:lnTo>
                  <a:pt x="17929" y="27362"/>
                </a:lnTo>
                <a:lnTo>
                  <a:pt x="18104" y="27840"/>
                </a:lnTo>
                <a:lnTo>
                  <a:pt x="18513" y="28371"/>
                </a:lnTo>
                <a:lnTo>
                  <a:pt x="18805" y="28743"/>
                </a:lnTo>
                <a:lnTo>
                  <a:pt x="19038" y="29274"/>
                </a:lnTo>
                <a:lnTo>
                  <a:pt x="19330" y="29646"/>
                </a:lnTo>
                <a:lnTo>
                  <a:pt x="19622" y="30178"/>
                </a:lnTo>
                <a:lnTo>
                  <a:pt x="19914" y="30709"/>
                </a:lnTo>
                <a:lnTo>
                  <a:pt x="20206" y="31187"/>
                </a:lnTo>
                <a:lnTo>
                  <a:pt x="20499" y="31718"/>
                </a:lnTo>
                <a:lnTo>
                  <a:pt x="20732" y="32090"/>
                </a:lnTo>
                <a:lnTo>
                  <a:pt x="21024" y="32462"/>
                </a:lnTo>
                <a:lnTo>
                  <a:pt x="21316" y="32993"/>
                </a:lnTo>
                <a:lnTo>
                  <a:pt x="21608" y="33525"/>
                </a:lnTo>
                <a:lnTo>
                  <a:pt x="21900" y="34003"/>
                </a:lnTo>
                <a:lnTo>
                  <a:pt x="22192" y="34428"/>
                </a:lnTo>
                <a:lnTo>
                  <a:pt x="22601" y="34906"/>
                </a:lnTo>
                <a:lnTo>
                  <a:pt x="22893" y="35437"/>
                </a:lnTo>
                <a:lnTo>
                  <a:pt x="23010" y="35969"/>
                </a:lnTo>
                <a:lnTo>
                  <a:pt x="23302" y="36447"/>
                </a:lnTo>
                <a:lnTo>
                  <a:pt x="23594" y="36872"/>
                </a:lnTo>
                <a:lnTo>
                  <a:pt x="23886" y="37350"/>
                </a:lnTo>
                <a:lnTo>
                  <a:pt x="24119" y="37881"/>
                </a:lnTo>
                <a:lnTo>
                  <a:pt x="24411" y="38413"/>
                </a:lnTo>
                <a:lnTo>
                  <a:pt x="24820" y="38785"/>
                </a:lnTo>
                <a:lnTo>
                  <a:pt x="25112" y="39263"/>
                </a:lnTo>
                <a:lnTo>
                  <a:pt x="25404" y="39794"/>
                </a:lnTo>
                <a:lnTo>
                  <a:pt x="25579" y="40325"/>
                </a:lnTo>
                <a:lnTo>
                  <a:pt x="25813" y="40804"/>
                </a:lnTo>
                <a:lnTo>
                  <a:pt x="26105" y="41229"/>
                </a:lnTo>
                <a:lnTo>
                  <a:pt x="26397" y="41707"/>
                </a:lnTo>
                <a:lnTo>
                  <a:pt x="26806" y="42238"/>
                </a:lnTo>
                <a:lnTo>
                  <a:pt x="27098" y="42769"/>
                </a:lnTo>
                <a:lnTo>
                  <a:pt x="27390" y="43407"/>
                </a:lnTo>
                <a:lnTo>
                  <a:pt x="27682" y="43779"/>
                </a:lnTo>
                <a:lnTo>
                  <a:pt x="27974" y="44310"/>
                </a:lnTo>
                <a:lnTo>
                  <a:pt x="28091" y="44788"/>
                </a:lnTo>
                <a:lnTo>
                  <a:pt x="28383" y="45320"/>
                </a:lnTo>
                <a:lnTo>
                  <a:pt x="28792" y="45692"/>
                </a:lnTo>
                <a:lnTo>
                  <a:pt x="29084" y="46223"/>
                </a:lnTo>
                <a:lnTo>
                  <a:pt x="29376" y="46754"/>
                </a:lnTo>
                <a:lnTo>
                  <a:pt x="29668" y="47232"/>
                </a:lnTo>
                <a:lnTo>
                  <a:pt x="29901" y="47870"/>
                </a:lnTo>
                <a:lnTo>
                  <a:pt x="30193" y="48295"/>
                </a:lnTo>
                <a:lnTo>
                  <a:pt x="30485" y="48773"/>
                </a:lnTo>
                <a:lnTo>
                  <a:pt x="30602" y="49304"/>
                </a:lnTo>
                <a:lnTo>
                  <a:pt x="31069" y="49836"/>
                </a:lnTo>
                <a:lnTo>
                  <a:pt x="31361" y="50314"/>
                </a:lnTo>
                <a:lnTo>
                  <a:pt x="31595" y="50845"/>
                </a:lnTo>
                <a:lnTo>
                  <a:pt x="31887" y="51377"/>
                </a:lnTo>
                <a:lnTo>
                  <a:pt x="32179" y="51855"/>
                </a:lnTo>
                <a:lnTo>
                  <a:pt x="32471" y="52386"/>
                </a:lnTo>
                <a:lnTo>
                  <a:pt x="32763" y="52917"/>
                </a:lnTo>
                <a:lnTo>
                  <a:pt x="33172" y="53395"/>
                </a:lnTo>
                <a:lnTo>
                  <a:pt x="33288" y="53927"/>
                </a:lnTo>
                <a:lnTo>
                  <a:pt x="33580" y="54458"/>
                </a:lnTo>
                <a:lnTo>
                  <a:pt x="33872" y="55096"/>
                </a:lnTo>
                <a:lnTo>
                  <a:pt x="34165" y="55468"/>
                </a:lnTo>
                <a:lnTo>
                  <a:pt x="34457" y="55999"/>
                </a:lnTo>
                <a:lnTo>
                  <a:pt x="34690" y="56636"/>
                </a:lnTo>
                <a:lnTo>
                  <a:pt x="35157" y="57115"/>
                </a:lnTo>
                <a:lnTo>
                  <a:pt x="35449" y="57540"/>
                </a:lnTo>
                <a:lnTo>
                  <a:pt x="35683" y="58018"/>
                </a:lnTo>
                <a:lnTo>
                  <a:pt x="35858" y="58655"/>
                </a:lnTo>
                <a:lnTo>
                  <a:pt x="36150" y="59187"/>
                </a:lnTo>
                <a:lnTo>
                  <a:pt x="36384" y="59718"/>
                </a:lnTo>
                <a:lnTo>
                  <a:pt x="36676" y="60196"/>
                </a:lnTo>
                <a:lnTo>
                  <a:pt x="36968" y="60727"/>
                </a:lnTo>
                <a:lnTo>
                  <a:pt x="37377" y="61259"/>
                </a:lnTo>
                <a:lnTo>
                  <a:pt x="37669" y="61896"/>
                </a:lnTo>
                <a:lnTo>
                  <a:pt x="37961" y="62268"/>
                </a:lnTo>
                <a:lnTo>
                  <a:pt x="38077" y="62906"/>
                </a:lnTo>
                <a:lnTo>
                  <a:pt x="38369" y="63437"/>
                </a:lnTo>
                <a:lnTo>
                  <a:pt x="38661" y="63915"/>
                </a:lnTo>
                <a:lnTo>
                  <a:pt x="38953" y="64447"/>
                </a:lnTo>
                <a:lnTo>
                  <a:pt x="39362" y="64978"/>
                </a:lnTo>
                <a:lnTo>
                  <a:pt x="39654" y="65615"/>
                </a:lnTo>
                <a:lnTo>
                  <a:pt x="39946" y="66094"/>
                </a:lnTo>
                <a:lnTo>
                  <a:pt x="40238" y="66625"/>
                </a:lnTo>
                <a:lnTo>
                  <a:pt x="40472" y="67156"/>
                </a:lnTo>
                <a:lnTo>
                  <a:pt x="40647" y="67634"/>
                </a:lnTo>
                <a:lnTo>
                  <a:pt x="40939" y="68272"/>
                </a:lnTo>
                <a:lnTo>
                  <a:pt x="41348" y="68803"/>
                </a:lnTo>
                <a:lnTo>
                  <a:pt x="41640" y="69335"/>
                </a:lnTo>
                <a:lnTo>
                  <a:pt x="41932" y="69813"/>
                </a:lnTo>
                <a:lnTo>
                  <a:pt x="42166" y="70503"/>
                </a:lnTo>
                <a:lnTo>
                  <a:pt x="42458" y="70982"/>
                </a:lnTo>
                <a:lnTo>
                  <a:pt x="42750" y="71513"/>
                </a:lnTo>
                <a:lnTo>
                  <a:pt x="43042" y="72044"/>
                </a:lnTo>
                <a:lnTo>
                  <a:pt x="43158" y="72682"/>
                </a:lnTo>
                <a:lnTo>
                  <a:pt x="43626" y="73160"/>
                </a:lnTo>
                <a:lnTo>
                  <a:pt x="43859" y="73691"/>
                </a:lnTo>
                <a:lnTo>
                  <a:pt x="44151" y="74223"/>
                </a:lnTo>
                <a:lnTo>
                  <a:pt x="44443" y="74860"/>
                </a:lnTo>
                <a:lnTo>
                  <a:pt x="44735" y="75498"/>
                </a:lnTo>
                <a:lnTo>
                  <a:pt x="45027" y="75976"/>
                </a:lnTo>
                <a:lnTo>
                  <a:pt x="45319" y="76507"/>
                </a:lnTo>
                <a:lnTo>
                  <a:pt x="45728" y="77038"/>
                </a:lnTo>
                <a:lnTo>
                  <a:pt x="45845" y="77676"/>
                </a:lnTo>
                <a:lnTo>
                  <a:pt x="46137" y="78154"/>
                </a:lnTo>
                <a:lnTo>
                  <a:pt x="46429" y="78685"/>
                </a:lnTo>
                <a:lnTo>
                  <a:pt x="46721" y="79323"/>
                </a:lnTo>
                <a:lnTo>
                  <a:pt x="47013" y="79854"/>
                </a:lnTo>
                <a:lnTo>
                  <a:pt x="47246" y="80492"/>
                </a:lnTo>
                <a:lnTo>
                  <a:pt x="47714" y="81023"/>
                </a:lnTo>
                <a:lnTo>
                  <a:pt x="47947" y="81501"/>
                </a:lnTo>
                <a:lnTo>
                  <a:pt x="48239" y="82139"/>
                </a:lnTo>
                <a:lnTo>
                  <a:pt x="48415" y="82670"/>
                </a:lnTo>
                <a:lnTo>
                  <a:pt x="48707" y="83202"/>
                </a:lnTo>
                <a:lnTo>
                  <a:pt x="48940" y="83839"/>
                </a:lnTo>
                <a:lnTo>
                  <a:pt x="49232" y="84317"/>
                </a:lnTo>
                <a:lnTo>
                  <a:pt x="49524" y="85008"/>
                </a:lnTo>
                <a:lnTo>
                  <a:pt x="49933" y="85486"/>
                </a:lnTo>
                <a:lnTo>
                  <a:pt x="50225" y="86124"/>
                </a:lnTo>
                <a:lnTo>
                  <a:pt x="50517" y="86655"/>
                </a:lnTo>
                <a:lnTo>
                  <a:pt x="50809" y="87293"/>
                </a:lnTo>
                <a:lnTo>
                  <a:pt x="50926" y="87824"/>
                </a:lnTo>
                <a:lnTo>
                  <a:pt x="51218" y="88302"/>
                </a:lnTo>
                <a:lnTo>
                  <a:pt x="51510" y="88940"/>
                </a:lnTo>
                <a:lnTo>
                  <a:pt x="51919" y="89630"/>
                </a:lnTo>
                <a:lnTo>
                  <a:pt x="52211" y="90108"/>
                </a:lnTo>
                <a:lnTo>
                  <a:pt x="52503" y="90640"/>
                </a:lnTo>
                <a:lnTo>
                  <a:pt x="52795" y="91277"/>
                </a:lnTo>
                <a:lnTo>
                  <a:pt x="53028" y="91915"/>
                </a:lnTo>
                <a:lnTo>
                  <a:pt x="53203" y="92446"/>
                </a:lnTo>
                <a:lnTo>
                  <a:pt x="53495" y="93084"/>
                </a:lnTo>
                <a:lnTo>
                  <a:pt x="53904" y="93562"/>
                </a:lnTo>
                <a:lnTo>
                  <a:pt x="54196" y="94200"/>
                </a:lnTo>
                <a:lnTo>
                  <a:pt x="54488" y="94731"/>
                </a:lnTo>
                <a:lnTo>
                  <a:pt x="54722" y="95368"/>
                </a:lnTo>
                <a:lnTo>
                  <a:pt x="55014" y="96006"/>
                </a:lnTo>
                <a:lnTo>
                  <a:pt x="55306" y="96537"/>
                </a:lnTo>
                <a:lnTo>
                  <a:pt x="55598" y="97069"/>
                </a:lnTo>
                <a:lnTo>
                  <a:pt x="55715" y="97706"/>
                </a:lnTo>
                <a:lnTo>
                  <a:pt x="56182" y="98344"/>
                </a:lnTo>
                <a:lnTo>
                  <a:pt x="56416" y="98981"/>
                </a:lnTo>
                <a:lnTo>
                  <a:pt x="56708" y="99513"/>
                </a:lnTo>
              </a:path>
            </a:pathLst>
          </a:custGeom>
          <a:ln w="827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759990" y="4739627"/>
            <a:ext cx="56824" cy="134472"/>
          </a:xfrm>
          <a:custGeom>
            <a:avLst/>
            <a:gdLst/>
            <a:ahLst/>
            <a:cxnLst/>
            <a:rect l="l" t="t" r="r" b="b"/>
            <a:pathLst>
              <a:path w="56824" h="134472">
                <a:moveTo>
                  <a:pt x="0" y="0"/>
                </a:moveTo>
                <a:lnTo>
                  <a:pt x="292" y="637"/>
                </a:lnTo>
                <a:lnTo>
                  <a:pt x="584" y="1275"/>
                </a:lnTo>
                <a:lnTo>
                  <a:pt x="876" y="1753"/>
                </a:lnTo>
                <a:lnTo>
                  <a:pt x="1109" y="2284"/>
                </a:lnTo>
                <a:lnTo>
                  <a:pt x="1576" y="2922"/>
                </a:lnTo>
                <a:lnTo>
                  <a:pt x="1693" y="3559"/>
                </a:lnTo>
                <a:lnTo>
                  <a:pt x="1985" y="4197"/>
                </a:lnTo>
                <a:lnTo>
                  <a:pt x="2277" y="4728"/>
                </a:lnTo>
                <a:lnTo>
                  <a:pt x="2569" y="5366"/>
                </a:lnTo>
                <a:lnTo>
                  <a:pt x="2803" y="6003"/>
                </a:lnTo>
                <a:lnTo>
                  <a:pt x="3095" y="6641"/>
                </a:lnTo>
                <a:lnTo>
                  <a:pt x="3562" y="7172"/>
                </a:lnTo>
                <a:lnTo>
                  <a:pt x="3796" y="7810"/>
                </a:lnTo>
                <a:lnTo>
                  <a:pt x="4088" y="8447"/>
                </a:lnTo>
                <a:lnTo>
                  <a:pt x="4263" y="8979"/>
                </a:lnTo>
                <a:lnTo>
                  <a:pt x="4496" y="9616"/>
                </a:lnTo>
                <a:lnTo>
                  <a:pt x="4788" y="10254"/>
                </a:lnTo>
                <a:lnTo>
                  <a:pt x="5080" y="10891"/>
                </a:lnTo>
                <a:lnTo>
                  <a:pt x="5372" y="11423"/>
                </a:lnTo>
                <a:lnTo>
                  <a:pt x="5781" y="12060"/>
                </a:lnTo>
                <a:lnTo>
                  <a:pt x="6073" y="12698"/>
                </a:lnTo>
                <a:lnTo>
                  <a:pt x="6365" y="13335"/>
                </a:lnTo>
                <a:lnTo>
                  <a:pt x="6657" y="13813"/>
                </a:lnTo>
                <a:lnTo>
                  <a:pt x="6774" y="14504"/>
                </a:lnTo>
                <a:lnTo>
                  <a:pt x="7066" y="15142"/>
                </a:lnTo>
                <a:lnTo>
                  <a:pt x="7358" y="15779"/>
                </a:lnTo>
                <a:lnTo>
                  <a:pt x="7767" y="16257"/>
                </a:lnTo>
                <a:lnTo>
                  <a:pt x="8059" y="16895"/>
                </a:lnTo>
                <a:lnTo>
                  <a:pt x="8351" y="17586"/>
                </a:lnTo>
                <a:lnTo>
                  <a:pt x="8585" y="18223"/>
                </a:lnTo>
                <a:lnTo>
                  <a:pt x="8877" y="18701"/>
                </a:lnTo>
                <a:lnTo>
                  <a:pt x="9169" y="19339"/>
                </a:lnTo>
                <a:lnTo>
                  <a:pt x="9344" y="20136"/>
                </a:lnTo>
                <a:lnTo>
                  <a:pt x="9753" y="20614"/>
                </a:lnTo>
                <a:lnTo>
                  <a:pt x="10045" y="21305"/>
                </a:lnTo>
                <a:lnTo>
                  <a:pt x="10278" y="21942"/>
                </a:lnTo>
                <a:lnTo>
                  <a:pt x="10570" y="22580"/>
                </a:lnTo>
                <a:lnTo>
                  <a:pt x="10862" y="23058"/>
                </a:lnTo>
                <a:lnTo>
                  <a:pt x="11154" y="23696"/>
                </a:lnTo>
                <a:lnTo>
                  <a:pt x="11446" y="24493"/>
                </a:lnTo>
                <a:lnTo>
                  <a:pt x="11738" y="25130"/>
                </a:lnTo>
                <a:lnTo>
                  <a:pt x="11972" y="25661"/>
                </a:lnTo>
                <a:lnTo>
                  <a:pt x="12264" y="26299"/>
                </a:lnTo>
                <a:lnTo>
                  <a:pt x="12556" y="26937"/>
                </a:lnTo>
                <a:lnTo>
                  <a:pt x="12848" y="27574"/>
                </a:lnTo>
                <a:lnTo>
                  <a:pt x="13140" y="28212"/>
                </a:lnTo>
                <a:lnTo>
                  <a:pt x="13432" y="28849"/>
                </a:lnTo>
                <a:lnTo>
                  <a:pt x="13666" y="29487"/>
                </a:lnTo>
                <a:lnTo>
                  <a:pt x="14133" y="30018"/>
                </a:lnTo>
                <a:lnTo>
                  <a:pt x="14250" y="30762"/>
                </a:lnTo>
                <a:lnTo>
                  <a:pt x="14542" y="31400"/>
                </a:lnTo>
                <a:lnTo>
                  <a:pt x="14834" y="32090"/>
                </a:lnTo>
                <a:lnTo>
                  <a:pt x="15126" y="32568"/>
                </a:lnTo>
                <a:lnTo>
                  <a:pt x="15359" y="33365"/>
                </a:lnTo>
                <a:lnTo>
                  <a:pt x="15651" y="34003"/>
                </a:lnTo>
                <a:lnTo>
                  <a:pt x="15943" y="34640"/>
                </a:lnTo>
                <a:lnTo>
                  <a:pt x="16352" y="35119"/>
                </a:lnTo>
                <a:lnTo>
                  <a:pt x="16644" y="35916"/>
                </a:lnTo>
                <a:lnTo>
                  <a:pt x="16819" y="36553"/>
                </a:lnTo>
                <a:lnTo>
                  <a:pt x="17053" y="37084"/>
                </a:lnTo>
                <a:lnTo>
                  <a:pt x="17345" y="37828"/>
                </a:lnTo>
                <a:lnTo>
                  <a:pt x="17637" y="38466"/>
                </a:lnTo>
                <a:lnTo>
                  <a:pt x="17929" y="39103"/>
                </a:lnTo>
                <a:lnTo>
                  <a:pt x="18338" y="39741"/>
                </a:lnTo>
                <a:lnTo>
                  <a:pt x="18630" y="40432"/>
                </a:lnTo>
                <a:lnTo>
                  <a:pt x="18922" y="41069"/>
                </a:lnTo>
                <a:lnTo>
                  <a:pt x="19214" y="41707"/>
                </a:lnTo>
                <a:lnTo>
                  <a:pt x="19330" y="42344"/>
                </a:lnTo>
                <a:lnTo>
                  <a:pt x="19622" y="42982"/>
                </a:lnTo>
                <a:lnTo>
                  <a:pt x="19914" y="43726"/>
                </a:lnTo>
                <a:lnTo>
                  <a:pt x="20323" y="44257"/>
                </a:lnTo>
                <a:lnTo>
                  <a:pt x="20615" y="44895"/>
                </a:lnTo>
                <a:lnTo>
                  <a:pt x="20907" y="45692"/>
                </a:lnTo>
                <a:lnTo>
                  <a:pt x="21141" y="46170"/>
                </a:lnTo>
                <a:lnTo>
                  <a:pt x="21433" y="46967"/>
                </a:lnTo>
                <a:lnTo>
                  <a:pt x="21725" y="47604"/>
                </a:lnTo>
                <a:lnTo>
                  <a:pt x="21842" y="48242"/>
                </a:lnTo>
                <a:lnTo>
                  <a:pt x="22134" y="48879"/>
                </a:lnTo>
                <a:lnTo>
                  <a:pt x="22601" y="49517"/>
                </a:lnTo>
                <a:lnTo>
                  <a:pt x="22835" y="50314"/>
                </a:lnTo>
                <a:lnTo>
                  <a:pt x="23127" y="50951"/>
                </a:lnTo>
                <a:lnTo>
                  <a:pt x="23419" y="51589"/>
                </a:lnTo>
                <a:lnTo>
                  <a:pt x="23711" y="52227"/>
                </a:lnTo>
                <a:lnTo>
                  <a:pt x="24003" y="52864"/>
                </a:lnTo>
                <a:lnTo>
                  <a:pt x="24236" y="53502"/>
                </a:lnTo>
                <a:lnTo>
                  <a:pt x="24528" y="54139"/>
                </a:lnTo>
                <a:lnTo>
                  <a:pt x="24820" y="54936"/>
                </a:lnTo>
                <a:lnTo>
                  <a:pt x="25112" y="55574"/>
                </a:lnTo>
                <a:lnTo>
                  <a:pt x="25404" y="56211"/>
                </a:lnTo>
                <a:lnTo>
                  <a:pt x="25696" y="56849"/>
                </a:lnTo>
                <a:lnTo>
                  <a:pt x="25930" y="57593"/>
                </a:lnTo>
                <a:lnTo>
                  <a:pt x="26222" y="58124"/>
                </a:lnTo>
                <a:lnTo>
                  <a:pt x="26689" y="58868"/>
                </a:lnTo>
                <a:lnTo>
                  <a:pt x="26806" y="59559"/>
                </a:lnTo>
                <a:lnTo>
                  <a:pt x="27098" y="60196"/>
                </a:lnTo>
                <a:lnTo>
                  <a:pt x="27390" y="60940"/>
                </a:lnTo>
                <a:lnTo>
                  <a:pt x="27624" y="61578"/>
                </a:lnTo>
                <a:lnTo>
                  <a:pt x="27916" y="62374"/>
                </a:lnTo>
                <a:lnTo>
                  <a:pt x="28208" y="62853"/>
                </a:lnTo>
                <a:lnTo>
                  <a:pt x="28500" y="63650"/>
                </a:lnTo>
                <a:lnTo>
                  <a:pt x="28908" y="64287"/>
                </a:lnTo>
                <a:lnTo>
                  <a:pt x="29200" y="64925"/>
                </a:lnTo>
                <a:lnTo>
                  <a:pt x="29317" y="65669"/>
                </a:lnTo>
                <a:lnTo>
                  <a:pt x="29609" y="66359"/>
                </a:lnTo>
                <a:lnTo>
                  <a:pt x="29901" y="67103"/>
                </a:lnTo>
                <a:lnTo>
                  <a:pt x="30193" y="67634"/>
                </a:lnTo>
                <a:lnTo>
                  <a:pt x="30485" y="68378"/>
                </a:lnTo>
                <a:lnTo>
                  <a:pt x="30894" y="69175"/>
                </a:lnTo>
                <a:lnTo>
                  <a:pt x="31186" y="69653"/>
                </a:lnTo>
                <a:lnTo>
                  <a:pt x="31478" y="70450"/>
                </a:lnTo>
                <a:lnTo>
                  <a:pt x="31712" y="71194"/>
                </a:lnTo>
                <a:lnTo>
                  <a:pt x="31887" y="71832"/>
                </a:lnTo>
                <a:lnTo>
                  <a:pt x="32179" y="72522"/>
                </a:lnTo>
                <a:lnTo>
                  <a:pt x="32471" y="73160"/>
                </a:lnTo>
                <a:lnTo>
                  <a:pt x="32880" y="73904"/>
                </a:lnTo>
                <a:lnTo>
                  <a:pt x="33172" y="74541"/>
                </a:lnTo>
                <a:lnTo>
                  <a:pt x="33405" y="75179"/>
                </a:lnTo>
                <a:lnTo>
                  <a:pt x="33697" y="75976"/>
                </a:lnTo>
                <a:lnTo>
                  <a:pt x="33989" y="76613"/>
                </a:lnTo>
                <a:lnTo>
                  <a:pt x="34281" y="77357"/>
                </a:lnTo>
                <a:lnTo>
                  <a:pt x="34398" y="77995"/>
                </a:lnTo>
                <a:lnTo>
                  <a:pt x="34690" y="78792"/>
                </a:lnTo>
                <a:lnTo>
                  <a:pt x="35099" y="79429"/>
                </a:lnTo>
                <a:lnTo>
                  <a:pt x="35391" y="80067"/>
                </a:lnTo>
                <a:lnTo>
                  <a:pt x="35683" y="80864"/>
                </a:lnTo>
                <a:lnTo>
                  <a:pt x="35975" y="81501"/>
                </a:lnTo>
                <a:lnTo>
                  <a:pt x="36267" y="82245"/>
                </a:lnTo>
                <a:lnTo>
                  <a:pt x="36559" y="82883"/>
                </a:lnTo>
                <a:lnTo>
                  <a:pt x="36793" y="83520"/>
                </a:lnTo>
                <a:lnTo>
                  <a:pt x="37085" y="84317"/>
                </a:lnTo>
                <a:lnTo>
                  <a:pt x="37377" y="85061"/>
                </a:lnTo>
                <a:lnTo>
                  <a:pt x="37669" y="85699"/>
                </a:lnTo>
                <a:lnTo>
                  <a:pt x="37961" y="86336"/>
                </a:lnTo>
                <a:lnTo>
                  <a:pt x="38253" y="87133"/>
                </a:lnTo>
                <a:lnTo>
                  <a:pt x="38486" y="87877"/>
                </a:lnTo>
                <a:lnTo>
                  <a:pt x="38778" y="88515"/>
                </a:lnTo>
                <a:lnTo>
                  <a:pt x="39187" y="89205"/>
                </a:lnTo>
                <a:lnTo>
                  <a:pt x="39362" y="89949"/>
                </a:lnTo>
                <a:lnTo>
                  <a:pt x="39654" y="90587"/>
                </a:lnTo>
                <a:lnTo>
                  <a:pt x="39946" y="91384"/>
                </a:lnTo>
                <a:lnTo>
                  <a:pt x="40180" y="92127"/>
                </a:lnTo>
                <a:lnTo>
                  <a:pt x="40472" y="92765"/>
                </a:lnTo>
                <a:lnTo>
                  <a:pt x="40764" y="93403"/>
                </a:lnTo>
                <a:lnTo>
                  <a:pt x="41056" y="94200"/>
                </a:lnTo>
                <a:lnTo>
                  <a:pt x="41465" y="94943"/>
                </a:lnTo>
                <a:lnTo>
                  <a:pt x="41757" y="95581"/>
                </a:lnTo>
                <a:lnTo>
                  <a:pt x="41874" y="96378"/>
                </a:lnTo>
                <a:lnTo>
                  <a:pt x="42166" y="97122"/>
                </a:lnTo>
                <a:lnTo>
                  <a:pt x="42458" y="97759"/>
                </a:lnTo>
                <a:lnTo>
                  <a:pt x="42750" y="98450"/>
                </a:lnTo>
                <a:lnTo>
                  <a:pt x="43042" y="99194"/>
                </a:lnTo>
                <a:lnTo>
                  <a:pt x="43450" y="99831"/>
                </a:lnTo>
                <a:lnTo>
                  <a:pt x="43742" y="100628"/>
                </a:lnTo>
                <a:lnTo>
                  <a:pt x="44034" y="101372"/>
                </a:lnTo>
                <a:lnTo>
                  <a:pt x="44268" y="102010"/>
                </a:lnTo>
                <a:lnTo>
                  <a:pt x="44443" y="102807"/>
                </a:lnTo>
                <a:lnTo>
                  <a:pt x="44735" y="103550"/>
                </a:lnTo>
                <a:lnTo>
                  <a:pt x="44969" y="104347"/>
                </a:lnTo>
                <a:lnTo>
                  <a:pt x="45436" y="104985"/>
                </a:lnTo>
                <a:lnTo>
                  <a:pt x="45728" y="105729"/>
                </a:lnTo>
                <a:lnTo>
                  <a:pt x="45962" y="106526"/>
                </a:lnTo>
                <a:lnTo>
                  <a:pt x="46254" y="107163"/>
                </a:lnTo>
                <a:lnTo>
                  <a:pt x="46546" y="107907"/>
                </a:lnTo>
                <a:lnTo>
                  <a:pt x="46838" y="108704"/>
                </a:lnTo>
                <a:lnTo>
                  <a:pt x="46954" y="109342"/>
                </a:lnTo>
                <a:lnTo>
                  <a:pt x="47246" y="109979"/>
                </a:lnTo>
                <a:lnTo>
                  <a:pt x="47655" y="110723"/>
                </a:lnTo>
                <a:lnTo>
                  <a:pt x="47947" y="111414"/>
                </a:lnTo>
                <a:lnTo>
                  <a:pt x="48239" y="112158"/>
                </a:lnTo>
                <a:lnTo>
                  <a:pt x="48531" y="112955"/>
                </a:lnTo>
                <a:lnTo>
                  <a:pt x="48823" y="113698"/>
                </a:lnTo>
                <a:lnTo>
                  <a:pt x="49057" y="114495"/>
                </a:lnTo>
                <a:lnTo>
                  <a:pt x="49349" y="115239"/>
                </a:lnTo>
                <a:lnTo>
                  <a:pt x="49641" y="115983"/>
                </a:lnTo>
                <a:lnTo>
                  <a:pt x="49933" y="116674"/>
                </a:lnTo>
                <a:lnTo>
                  <a:pt x="50225" y="117417"/>
                </a:lnTo>
                <a:lnTo>
                  <a:pt x="50517" y="118214"/>
                </a:lnTo>
                <a:lnTo>
                  <a:pt x="50751" y="118852"/>
                </a:lnTo>
                <a:lnTo>
                  <a:pt x="51043" y="119596"/>
                </a:lnTo>
                <a:lnTo>
                  <a:pt x="51335" y="120393"/>
                </a:lnTo>
                <a:lnTo>
                  <a:pt x="51743" y="121030"/>
                </a:lnTo>
                <a:lnTo>
                  <a:pt x="51919" y="121774"/>
                </a:lnTo>
                <a:lnTo>
                  <a:pt x="52211" y="122571"/>
                </a:lnTo>
                <a:lnTo>
                  <a:pt x="52444" y="123209"/>
                </a:lnTo>
                <a:lnTo>
                  <a:pt x="52736" y="123952"/>
                </a:lnTo>
                <a:lnTo>
                  <a:pt x="53028" y="124749"/>
                </a:lnTo>
                <a:lnTo>
                  <a:pt x="53320" y="125493"/>
                </a:lnTo>
                <a:lnTo>
                  <a:pt x="53612" y="126290"/>
                </a:lnTo>
                <a:lnTo>
                  <a:pt x="54021" y="127034"/>
                </a:lnTo>
                <a:lnTo>
                  <a:pt x="54313" y="127672"/>
                </a:lnTo>
                <a:lnTo>
                  <a:pt x="54430" y="128469"/>
                </a:lnTo>
                <a:lnTo>
                  <a:pt x="54722" y="129212"/>
                </a:lnTo>
                <a:lnTo>
                  <a:pt x="55014" y="130009"/>
                </a:lnTo>
                <a:lnTo>
                  <a:pt x="55306" y="130647"/>
                </a:lnTo>
                <a:lnTo>
                  <a:pt x="55598" y="131550"/>
                </a:lnTo>
                <a:lnTo>
                  <a:pt x="56007" y="132294"/>
                </a:lnTo>
                <a:lnTo>
                  <a:pt x="56299" y="132932"/>
                </a:lnTo>
                <a:lnTo>
                  <a:pt x="56532" y="133728"/>
                </a:lnTo>
                <a:lnTo>
                  <a:pt x="56824" y="134472"/>
                </a:lnTo>
              </a:path>
            </a:pathLst>
          </a:custGeom>
          <a:ln w="834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816815" y="4874100"/>
            <a:ext cx="56708" cy="161356"/>
          </a:xfrm>
          <a:custGeom>
            <a:avLst/>
            <a:gdLst/>
            <a:ahLst/>
            <a:cxnLst/>
            <a:rect l="l" t="t" r="r" b="b"/>
            <a:pathLst>
              <a:path w="56708" h="161356">
                <a:moveTo>
                  <a:pt x="0" y="0"/>
                </a:moveTo>
                <a:lnTo>
                  <a:pt x="175" y="637"/>
                </a:lnTo>
                <a:lnTo>
                  <a:pt x="467" y="1540"/>
                </a:lnTo>
                <a:lnTo>
                  <a:pt x="700" y="2337"/>
                </a:lnTo>
                <a:lnTo>
                  <a:pt x="1168" y="2975"/>
                </a:lnTo>
                <a:lnTo>
                  <a:pt x="1401" y="3719"/>
                </a:lnTo>
                <a:lnTo>
                  <a:pt x="1693" y="4516"/>
                </a:lnTo>
                <a:lnTo>
                  <a:pt x="1985" y="5259"/>
                </a:lnTo>
                <a:lnTo>
                  <a:pt x="2277" y="6056"/>
                </a:lnTo>
                <a:lnTo>
                  <a:pt x="2569" y="6800"/>
                </a:lnTo>
                <a:lnTo>
                  <a:pt x="2686" y="7491"/>
                </a:lnTo>
                <a:lnTo>
                  <a:pt x="2978" y="8341"/>
                </a:lnTo>
                <a:lnTo>
                  <a:pt x="3387" y="9138"/>
                </a:lnTo>
                <a:lnTo>
                  <a:pt x="3679" y="9775"/>
                </a:lnTo>
                <a:lnTo>
                  <a:pt x="3971" y="10519"/>
                </a:lnTo>
                <a:lnTo>
                  <a:pt x="4263" y="11423"/>
                </a:lnTo>
                <a:lnTo>
                  <a:pt x="4555" y="12060"/>
                </a:lnTo>
                <a:lnTo>
                  <a:pt x="4788" y="12857"/>
                </a:lnTo>
                <a:lnTo>
                  <a:pt x="5080" y="13601"/>
                </a:lnTo>
                <a:lnTo>
                  <a:pt x="5372" y="14398"/>
                </a:lnTo>
                <a:lnTo>
                  <a:pt x="5664" y="15142"/>
                </a:lnTo>
                <a:lnTo>
                  <a:pt x="5956" y="15939"/>
                </a:lnTo>
                <a:lnTo>
                  <a:pt x="6248" y="16682"/>
                </a:lnTo>
                <a:lnTo>
                  <a:pt x="6482" y="17479"/>
                </a:lnTo>
                <a:lnTo>
                  <a:pt x="6774" y="18223"/>
                </a:lnTo>
                <a:lnTo>
                  <a:pt x="7066" y="18914"/>
                </a:lnTo>
                <a:lnTo>
                  <a:pt x="7475" y="19764"/>
                </a:lnTo>
                <a:lnTo>
                  <a:pt x="7650" y="20561"/>
                </a:lnTo>
                <a:lnTo>
                  <a:pt x="7942" y="21198"/>
                </a:lnTo>
                <a:lnTo>
                  <a:pt x="8176" y="22102"/>
                </a:lnTo>
                <a:lnTo>
                  <a:pt x="8468" y="22846"/>
                </a:lnTo>
                <a:lnTo>
                  <a:pt x="8760" y="23483"/>
                </a:lnTo>
                <a:lnTo>
                  <a:pt x="9052" y="24386"/>
                </a:lnTo>
                <a:lnTo>
                  <a:pt x="9344" y="25183"/>
                </a:lnTo>
                <a:lnTo>
                  <a:pt x="9753" y="25821"/>
                </a:lnTo>
                <a:lnTo>
                  <a:pt x="10045" y="26724"/>
                </a:lnTo>
                <a:lnTo>
                  <a:pt x="10161" y="27468"/>
                </a:lnTo>
                <a:lnTo>
                  <a:pt x="10453" y="28265"/>
                </a:lnTo>
                <a:lnTo>
                  <a:pt x="10745" y="29009"/>
                </a:lnTo>
                <a:lnTo>
                  <a:pt x="11037" y="29806"/>
                </a:lnTo>
                <a:lnTo>
                  <a:pt x="11271" y="30549"/>
                </a:lnTo>
                <a:lnTo>
                  <a:pt x="11738" y="31346"/>
                </a:lnTo>
                <a:lnTo>
                  <a:pt x="12030" y="32250"/>
                </a:lnTo>
                <a:lnTo>
                  <a:pt x="12264" y="32887"/>
                </a:lnTo>
                <a:lnTo>
                  <a:pt x="12556" y="33631"/>
                </a:lnTo>
                <a:lnTo>
                  <a:pt x="12731" y="34534"/>
                </a:lnTo>
                <a:lnTo>
                  <a:pt x="12965" y="35172"/>
                </a:lnTo>
                <a:lnTo>
                  <a:pt x="13257" y="36075"/>
                </a:lnTo>
                <a:lnTo>
                  <a:pt x="13724" y="36872"/>
                </a:lnTo>
                <a:lnTo>
                  <a:pt x="13958" y="37616"/>
                </a:lnTo>
                <a:lnTo>
                  <a:pt x="14250" y="38413"/>
                </a:lnTo>
                <a:lnTo>
                  <a:pt x="14542" y="39157"/>
                </a:lnTo>
                <a:lnTo>
                  <a:pt x="14834" y="39953"/>
                </a:lnTo>
                <a:lnTo>
                  <a:pt x="15126" y="40697"/>
                </a:lnTo>
                <a:lnTo>
                  <a:pt x="15242" y="41601"/>
                </a:lnTo>
                <a:lnTo>
                  <a:pt x="15534" y="42238"/>
                </a:lnTo>
                <a:lnTo>
                  <a:pt x="15943" y="43141"/>
                </a:lnTo>
                <a:lnTo>
                  <a:pt x="16235" y="43938"/>
                </a:lnTo>
                <a:lnTo>
                  <a:pt x="16527" y="44682"/>
                </a:lnTo>
                <a:lnTo>
                  <a:pt x="16819" y="45479"/>
                </a:lnTo>
                <a:lnTo>
                  <a:pt x="17053" y="46382"/>
                </a:lnTo>
                <a:lnTo>
                  <a:pt x="17345" y="47020"/>
                </a:lnTo>
                <a:lnTo>
                  <a:pt x="17637" y="47923"/>
                </a:lnTo>
                <a:lnTo>
                  <a:pt x="17929" y="48667"/>
                </a:lnTo>
                <a:lnTo>
                  <a:pt x="18221" y="49464"/>
                </a:lnTo>
                <a:lnTo>
                  <a:pt x="18513" y="50208"/>
                </a:lnTo>
                <a:lnTo>
                  <a:pt x="18746" y="51111"/>
                </a:lnTo>
                <a:lnTo>
                  <a:pt x="19038" y="51748"/>
                </a:lnTo>
                <a:lnTo>
                  <a:pt x="19330" y="52652"/>
                </a:lnTo>
                <a:lnTo>
                  <a:pt x="19622" y="53395"/>
                </a:lnTo>
                <a:lnTo>
                  <a:pt x="20031" y="54192"/>
                </a:lnTo>
                <a:lnTo>
                  <a:pt x="20323" y="54936"/>
                </a:lnTo>
                <a:lnTo>
                  <a:pt x="20440" y="55839"/>
                </a:lnTo>
                <a:lnTo>
                  <a:pt x="20732" y="56636"/>
                </a:lnTo>
                <a:lnTo>
                  <a:pt x="21024" y="57380"/>
                </a:lnTo>
                <a:lnTo>
                  <a:pt x="21316" y="58283"/>
                </a:lnTo>
                <a:lnTo>
                  <a:pt x="21608" y="58921"/>
                </a:lnTo>
                <a:lnTo>
                  <a:pt x="21900" y="59824"/>
                </a:lnTo>
                <a:lnTo>
                  <a:pt x="22309" y="60621"/>
                </a:lnTo>
                <a:lnTo>
                  <a:pt x="22601" y="61365"/>
                </a:lnTo>
                <a:lnTo>
                  <a:pt x="22718" y="62268"/>
                </a:lnTo>
                <a:lnTo>
                  <a:pt x="23010" y="62906"/>
                </a:lnTo>
                <a:lnTo>
                  <a:pt x="23302" y="63809"/>
                </a:lnTo>
                <a:lnTo>
                  <a:pt x="23594" y="64606"/>
                </a:lnTo>
                <a:lnTo>
                  <a:pt x="23827" y="65350"/>
                </a:lnTo>
                <a:lnTo>
                  <a:pt x="24295" y="66253"/>
                </a:lnTo>
                <a:lnTo>
                  <a:pt x="24528" y="66997"/>
                </a:lnTo>
                <a:lnTo>
                  <a:pt x="24820" y="67794"/>
                </a:lnTo>
                <a:lnTo>
                  <a:pt x="25112" y="68697"/>
                </a:lnTo>
                <a:lnTo>
                  <a:pt x="25287" y="69441"/>
                </a:lnTo>
                <a:lnTo>
                  <a:pt x="25521" y="70238"/>
                </a:lnTo>
                <a:lnTo>
                  <a:pt x="25813" y="70982"/>
                </a:lnTo>
                <a:lnTo>
                  <a:pt x="26222" y="71885"/>
                </a:lnTo>
                <a:lnTo>
                  <a:pt x="26514" y="72682"/>
                </a:lnTo>
                <a:lnTo>
                  <a:pt x="26806" y="73426"/>
                </a:lnTo>
                <a:lnTo>
                  <a:pt x="27098" y="74329"/>
                </a:lnTo>
                <a:lnTo>
                  <a:pt x="27390" y="75126"/>
                </a:lnTo>
                <a:lnTo>
                  <a:pt x="27682" y="75870"/>
                </a:lnTo>
                <a:lnTo>
                  <a:pt x="27799" y="76773"/>
                </a:lnTo>
                <a:lnTo>
                  <a:pt x="28091" y="77570"/>
                </a:lnTo>
                <a:lnTo>
                  <a:pt x="28500" y="78420"/>
                </a:lnTo>
                <a:lnTo>
                  <a:pt x="28792" y="79217"/>
                </a:lnTo>
                <a:lnTo>
                  <a:pt x="29084" y="79961"/>
                </a:lnTo>
                <a:lnTo>
                  <a:pt x="29376" y="80864"/>
                </a:lnTo>
                <a:lnTo>
                  <a:pt x="29609" y="81501"/>
                </a:lnTo>
                <a:lnTo>
                  <a:pt x="29901" y="82405"/>
                </a:lnTo>
                <a:lnTo>
                  <a:pt x="30193" y="83308"/>
                </a:lnTo>
                <a:lnTo>
                  <a:pt x="30485" y="83945"/>
                </a:lnTo>
                <a:lnTo>
                  <a:pt x="30777" y="84849"/>
                </a:lnTo>
                <a:lnTo>
                  <a:pt x="31069" y="85752"/>
                </a:lnTo>
                <a:lnTo>
                  <a:pt x="31303" y="86549"/>
                </a:lnTo>
                <a:lnTo>
                  <a:pt x="31595" y="87293"/>
                </a:lnTo>
                <a:lnTo>
                  <a:pt x="31887" y="88196"/>
                </a:lnTo>
                <a:lnTo>
                  <a:pt x="32179" y="88993"/>
                </a:lnTo>
                <a:lnTo>
                  <a:pt x="32588" y="89896"/>
                </a:lnTo>
                <a:lnTo>
                  <a:pt x="32880" y="90640"/>
                </a:lnTo>
                <a:lnTo>
                  <a:pt x="32996" y="91437"/>
                </a:lnTo>
                <a:lnTo>
                  <a:pt x="33288" y="92287"/>
                </a:lnTo>
                <a:lnTo>
                  <a:pt x="33580" y="93190"/>
                </a:lnTo>
                <a:lnTo>
                  <a:pt x="33872" y="93828"/>
                </a:lnTo>
                <a:lnTo>
                  <a:pt x="34165" y="94731"/>
                </a:lnTo>
                <a:lnTo>
                  <a:pt x="34398" y="95528"/>
                </a:lnTo>
                <a:lnTo>
                  <a:pt x="34865" y="96431"/>
                </a:lnTo>
                <a:lnTo>
                  <a:pt x="35157" y="97334"/>
                </a:lnTo>
                <a:lnTo>
                  <a:pt x="35391" y="97972"/>
                </a:lnTo>
                <a:lnTo>
                  <a:pt x="35566" y="98875"/>
                </a:lnTo>
                <a:lnTo>
                  <a:pt x="35858" y="99778"/>
                </a:lnTo>
                <a:lnTo>
                  <a:pt x="36092" y="100522"/>
                </a:lnTo>
                <a:lnTo>
                  <a:pt x="36384" y="101425"/>
                </a:lnTo>
                <a:lnTo>
                  <a:pt x="36851" y="102169"/>
                </a:lnTo>
                <a:lnTo>
                  <a:pt x="37085" y="102966"/>
                </a:lnTo>
                <a:lnTo>
                  <a:pt x="37377" y="103869"/>
                </a:lnTo>
                <a:lnTo>
                  <a:pt x="37669" y="104772"/>
                </a:lnTo>
                <a:lnTo>
                  <a:pt x="37961" y="105516"/>
                </a:lnTo>
                <a:lnTo>
                  <a:pt x="38077" y="106313"/>
                </a:lnTo>
                <a:lnTo>
                  <a:pt x="38369" y="107216"/>
                </a:lnTo>
                <a:lnTo>
                  <a:pt x="38778" y="107960"/>
                </a:lnTo>
                <a:lnTo>
                  <a:pt x="39070" y="108863"/>
                </a:lnTo>
                <a:lnTo>
                  <a:pt x="39362" y="109660"/>
                </a:lnTo>
                <a:lnTo>
                  <a:pt x="39654" y="110511"/>
                </a:lnTo>
                <a:lnTo>
                  <a:pt x="39946" y="111414"/>
                </a:lnTo>
                <a:lnTo>
                  <a:pt x="40180" y="112051"/>
                </a:lnTo>
                <a:lnTo>
                  <a:pt x="40355" y="112955"/>
                </a:lnTo>
                <a:lnTo>
                  <a:pt x="40647" y="113858"/>
                </a:lnTo>
                <a:lnTo>
                  <a:pt x="41056" y="114655"/>
                </a:lnTo>
                <a:lnTo>
                  <a:pt x="41348" y="115558"/>
                </a:lnTo>
                <a:lnTo>
                  <a:pt x="41640" y="116461"/>
                </a:lnTo>
                <a:lnTo>
                  <a:pt x="41874" y="117205"/>
                </a:lnTo>
                <a:lnTo>
                  <a:pt x="42166" y="118108"/>
                </a:lnTo>
                <a:lnTo>
                  <a:pt x="42458" y="118746"/>
                </a:lnTo>
                <a:lnTo>
                  <a:pt x="42750" y="119649"/>
                </a:lnTo>
                <a:lnTo>
                  <a:pt x="43042" y="120552"/>
                </a:lnTo>
                <a:lnTo>
                  <a:pt x="43334" y="121296"/>
                </a:lnTo>
                <a:lnTo>
                  <a:pt x="43567" y="122199"/>
                </a:lnTo>
                <a:lnTo>
                  <a:pt x="43859" y="123102"/>
                </a:lnTo>
                <a:lnTo>
                  <a:pt x="44151" y="123899"/>
                </a:lnTo>
                <a:lnTo>
                  <a:pt x="44443" y="124803"/>
                </a:lnTo>
                <a:lnTo>
                  <a:pt x="44735" y="125706"/>
                </a:lnTo>
                <a:lnTo>
                  <a:pt x="45027" y="126450"/>
                </a:lnTo>
                <a:lnTo>
                  <a:pt x="45436" y="127353"/>
                </a:lnTo>
                <a:lnTo>
                  <a:pt x="45553" y="128097"/>
                </a:lnTo>
                <a:lnTo>
                  <a:pt x="45845" y="129000"/>
                </a:lnTo>
                <a:lnTo>
                  <a:pt x="46137" y="129797"/>
                </a:lnTo>
                <a:lnTo>
                  <a:pt x="46429" y="130541"/>
                </a:lnTo>
                <a:lnTo>
                  <a:pt x="46721" y="131444"/>
                </a:lnTo>
                <a:lnTo>
                  <a:pt x="46954" y="132347"/>
                </a:lnTo>
                <a:lnTo>
                  <a:pt x="47422" y="133144"/>
                </a:lnTo>
                <a:lnTo>
                  <a:pt x="47655" y="134047"/>
                </a:lnTo>
                <a:lnTo>
                  <a:pt x="47947" y="134897"/>
                </a:lnTo>
                <a:lnTo>
                  <a:pt x="48123" y="135694"/>
                </a:lnTo>
                <a:lnTo>
                  <a:pt x="48415" y="136598"/>
                </a:lnTo>
                <a:lnTo>
                  <a:pt x="48648" y="137341"/>
                </a:lnTo>
                <a:lnTo>
                  <a:pt x="48940" y="138245"/>
                </a:lnTo>
                <a:lnTo>
                  <a:pt x="49349" y="139148"/>
                </a:lnTo>
                <a:lnTo>
                  <a:pt x="49641" y="139945"/>
                </a:lnTo>
                <a:lnTo>
                  <a:pt x="49933" y="140848"/>
                </a:lnTo>
                <a:lnTo>
                  <a:pt x="50225" y="141751"/>
                </a:lnTo>
                <a:lnTo>
                  <a:pt x="50517" y="142495"/>
                </a:lnTo>
                <a:lnTo>
                  <a:pt x="50634" y="143398"/>
                </a:lnTo>
                <a:lnTo>
                  <a:pt x="50926" y="144301"/>
                </a:lnTo>
                <a:lnTo>
                  <a:pt x="51218" y="145045"/>
                </a:lnTo>
                <a:lnTo>
                  <a:pt x="51627" y="145948"/>
                </a:lnTo>
                <a:lnTo>
                  <a:pt x="51919" y="146745"/>
                </a:lnTo>
                <a:lnTo>
                  <a:pt x="52211" y="147649"/>
                </a:lnTo>
                <a:lnTo>
                  <a:pt x="52503" y="148552"/>
                </a:lnTo>
                <a:lnTo>
                  <a:pt x="52736" y="149296"/>
                </a:lnTo>
                <a:lnTo>
                  <a:pt x="53028" y="150199"/>
                </a:lnTo>
                <a:lnTo>
                  <a:pt x="53203" y="151102"/>
                </a:lnTo>
                <a:lnTo>
                  <a:pt x="53612" y="151846"/>
                </a:lnTo>
                <a:lnTo>
                  <a:pt x="53904" y="152749"/>
                </a:lnTo>
                <a:lnTo>
                  <a:pt x="54196" y="153652"/>
                </a:lnTo>
                <a:lnTo>
                  <a:pt x="54430" y="154556"/>
                </a:lnTo>
                <a:lnTo>
                  <a:pt x="54722" y="155459"/>
                </a:lnTo>
                <a:lnTo>
                  <a:pt x="55014" y="156256"/>
                </a:lnTo>
                <a:lnTo>
                  <a:pt x="55306" y="157106"/>
                </a:lnTo>
                <a:lnTo>
                  <a:pt x="55598" y="158009"/>
                </a:lnTo>
                <a:lnTo>
                  <a:pt x="55890" y="158806"/>
                </a:lnTo>
                <a:lnTo>
                  <a:pt x="56124" y="159709"/>
                </a:lnTo>
                <a:lnTo>
                  <a:pt x="56416" y="160612"/>
                </a:lnTo>
                <a:lnTo>
                  <a:pt x="56708" y="161356"/>
                </a:lnTo>
              </a:path>
            </a:pathLst>
          </a:custGeom>
          <a:ln w="837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873523" y="5035457"/>
            <a:ext cx="56708" cy="177402"/>
          </a:xfrm>
          <a:custGeom>
            <a:avLst/>
            <a:gdLst/>
            <a:ahLst/>
            <a:cxnLst/>
            <a:rect l="l" t="t" r="r" b="b"/>
            <a:pathLst>
              <a:path w="56708" h="177402">
                <a:moveTo>
                  <a:pt x="0" y="0"/>
                </a:moveTo>
                <a:lnTo>
                  <a:pt x="292" y="903"/>
                </a:lnTo>
                <a:lnTo>
                  <a:pt x="584" y="1700"/>
                </a:lnTo>
                <a:lnTo>
                  <a:pt x="817" y="2550"/>
                </a:lnTo>
                <a:lnTo>
                  <a:pt x="1284" y="3453"/>
                </a:lnTo>
                <a:lnTo>
                  <a:pt x="1401" y="4250"/>
                </a:lnTo>
                <a:lnTo>
                  <a:pt x="1693" y="5259"/>
                </a:lnTo>
                <a:lnTo>
                  <a:pt x="1985" y="6163"/>
                </a:lnTo>
                <a:lnTo>
                  <a:pt x="2277" y="6960"/>
                </a:lnTo>
                <a:lnTo>
                  <a:pt x="2511" y="7863"/>
                </a:lnTo>
                <a:lnTo>
                  <a:pt x="2803" y="8607"/>
                </a:lnTo>
                <a:lnTo>
                  <a:pt x="3270" y="9510"/>
                </a:lnTo>
                <a:lnTo>
                  <a:pt x="3504" y="10413"/>
                </a:lnTo>
                <a:lnTo>
                  <a:pt x="3796" y="11157"/>
                </a:lnTo>
                <a:lnTo>
                  <a:pt x="3971" y="12219"/>
                </a:lnTo>
                <a:lnTo>
                  <a:pt x="4204" y="13123"/>
                </a:lnTo>
                <a:lnTo>
                  <a:pt x="4496" y="13867"/>
                </a:lnTo>
                <a:lnTo>
                  <a:pt x="4788" y="14770"/>
                </a:lnTo>
                <a:lnTo>
                  <a:pt x="5197" y="15673"/>
                </a:lnTo>
                <a:lnTo>
                  <a:pt x="5489" y="16417"/>
                </a:lnTo>
                <a:lnTo>
                  <a:pt x="5781" y="17320"/>
                </a:lnTo>
                <a:lnTo>
                  <a:pt x="6073" y="18117"/>
                </a:lnTo>
                <a:lnTo>
                  <a:pt x="6365" y="19126"/>
                </a:lnTo>
                <a:lnTo>
                  <a:pt x="6482" y="20030"/>
                </a:lnTo>
                <a:lnTo>
                  <a:pt x="6774" y="20827"/>
                </a:lnTo>
                <a:lnTo>
                  <a:pt x="7066" y="21677"/>
                </a:lnTo>
                <a:lnTo>
                  <a:pt x="7475" y="22580"/>
                </a:lnTo>
                <a:lnTo>
                  <a:pt x="7767" y="23377"/>
                </a:lnTo>
                <a:lnTo>
                  <a:pt x="8059" y="24386"/>
                </a:lnTo>
                <a:lnTo>
                  <a:pt x="8293" y="25183"/>
                </a:lnTo>
                <a:lnTo>
                  <a:pt x="8585" y="26086"/>
                </a:lnTo>
                <a:lnTo>
                  <a:pt x="8877" y="26937"/>
                </a:lnTo>
                <a:lnTo>
                  <a:pt x="9052" y="27734"/>
                </a:lnTo>
                <a:lnTo>
                  <a:pt x="9461" y="28637"/>
                </a:lnTo>
                <a:lnTo>
                  <a:pt x="9753" y="29540"/>
                </a:lnTo>
                <a:lnTo>
                  <a:pt x="9986" y="30443"/>
                </a:lnTo>
                <a:lnTo>
                  <a:pt x="10278" y="31346"/>
                </a:lnTo>
                <a:lnTo>
                  <a:pt x="10570" y="32090"/>
                </a:lnTo>
                <a:lnTo>
                  <a:pt x="10862" y="32993"/>
                </a:lnTo>
                <a:lnTo>
                  <a:pt x="11154" y="34003"/>
                </a:lnTo>
                <a:lnTo>
                  <a:pt x="11446" y="34800"/>
                </a:lnTo>
                <a:lnTo>
                  <a:pt x="11680" y="35703"/>
                </a:lnTo>
                <a:lnTo>
                  <a:pt x="11972" y="36606"/>
                </a:lnTo>
                <a:lnTo>
                  <a:pt x="12264" y="37350"/>
                </a:lnTo>
                <a:lnTo>
                  <a:pt x="12556" y="38413"/>
                </a:lnTo>
                <a:lnTo>
                  <a:pt x="12848" y="39157"/>
                </a:lnTo>
                <a:lnTo>
                  <a:pt x="13140" y="40060"/>
                </a:lnTo>
                <a:lnTo>
                  <a:pt x="13373" y="40963"/>
                </a:lnTo>
                <a:lnTo>
                  <a:pt x="13841" y="41866"/>
                </a:lnTo>
                <a:lnTo>
                  <a:pt x="13958" y="42769"/>
                </a:lnTo>
                <a:lnTo>
                  <a:pt x="14250" y="43513"/>
                </a:lnTo>
                <a:lnTo>
                  <a:pt x="14542" y="44416"/>
                </a:lnTo>
                <a:lnTo>
                  <a:pt x="14834" y="45320"/>
                </a:lnTo>
                <a:lnTo>
                  <a:pt x="15067" y="46223"/>
                </a:lnTo>
                <a:lnTo>
                  <a:pt x="15359" y="47126"/>
                </a:lnTo>
                <a:lnTo>
                  <a:pt x="15768" y="48029"/>
                </a:lnTo>
                <a:lnTo>
                  <a:pt x="16060" y="48773"/>
                </a:lnTo>
                <a:lnTo>
                  <a:pt x="16352" y="49836"/>
                </a:lnTo>
                <a:lnTo>
                  <a:pt x="16527" y="50580"/>
                </a:lnTo>
                <a:lnTo>
                  <a:pt x="16761" y="51483"/>
                </a:lnTo>
                <a:lnTo>
                  <a:pt x="17053" y="52386"/>
                </a:lnTo>
                <a:lnTo>
                  <a:pt x="17345" y="53289"/>
                </a:lnTo>
                <a:lnTo>
                  <a:pt x="17754" y="54192"/>
                </a:lnTo>
                <a:lnTo>
                  <a:pt x="18046" y="55096"/>
                </a:lnTo>
                <a:lnTo>
                  <a:pt x="18338" y="55839"/>
                </a:lnTo>
                <a:lnTo>
                  <a:pt x="18630" y="56849"/>
                </a:lnTo>
                <a:lnTo>
                  <a:pt x="18922" y="57646"/>
                </a:lnTo>
                <a:lnTo>
                  <a:pt x="19038" y="58549"/>
                </a:lnTo>
                <a:lnTo>
                  <a:pt x="19330" y="59559"/>
                </a:lnTo>
                <a:lnTo>
                  <a:pt x="19622" y="60356"/>
                </a:lnTo>
                <a:lnTo>
                  <a:pt x="20031" y="61259"/>
                </a:lnTo>
                <a:lnTo>
                  <a:pt x="20323" y="62109"/>
                </a:lnTo>
                <a:lnTo>
                  <a:pt x="20615" y="63012"/>
                </a:lnTo>
                <a:lnTo>
                  <a:pt x="20849" y="63915"/>
                </a:lnTo>
                <a:lnTo>
                  <a:pt x="21141" y="64712"/>
                </a:lnTo>
                <a:lnTo>
                  <a:pt x="21433" y="65722"/>
                </a:lnTo>
                <a:lnTo>
                  <a:pt x="21550" y="66625"/>
                </a:lnTo>
                <a:lnTo>
                  <a:pt x="22017" y="67422"/>
                </a:lnTo>
                <a:lnTo>
                  <a:pt x="22309" y="68272"/>
                </a:lnTo>
                <a:lnTo>
                  <a:pt x="22543" y="69175"/>
                </a:lnTo>
                <a:lnTo>
                  <a:pt x="22835" y="70078"/>
                </a:lnTo>
                <a:lnTo>
                  <a:pt x="23127" y="70982"/>
                </a:lnTo>
                <a:lnTo>
                  <a:pt x="23419" y="71885"/>
                </a:lnTo>
                <a:lnTo>
                  <a:pt x="23711" y="72788"/>
                </a:lnTo>
                <a:lnTo>
                  <a:pt x="24003" y="73691"/>
                </a:lnTo>
                <a:lnTo>
                  <a:pt x="24236" y="74594"/>
                </a:lnTo>
                <a:lnTo>
                  <a:pt x="24528" y="75498"/>
                </a:lnTo>
                <a:lnTo>
                  <a:pt x="24820" y="76241"/>
                </a:lnTo>
                <a:lnTo>
                  <a:pt x="25112" y="77304"/>
                </a:lnTo>
                <a:lnTo>
                  <a:pt x="25404" y="78154"/>
                </a:lnTo>
                <a:lnTo>
                  <a:pt x="25638" y="78951"/>
                </a:lnTo>
                <a:lnTo>
                  <a:pt x="25930" y="79961"/>
                </a:lnTo>
                <a:lnTo>
                  <a:pt x="26397" y="80758"/>
                </a:lnTo>
                <a:lnTo>
                  <a:pt x="26514" y="81661"/>
                </a:lnTo>
                <a:lnTo>
                  <a:pt x="26806" y="82670"/>
                </a:lnTo>
                <a:lnTo>
                  <a:pt x="27098" y="83414"/>
                </a:lnTo>
                <a:lnTo>
                  <a:pt x="27332" y="84317"/>
                </a:lnTo>
                <a:lnTo>
                  <a:pt x="27624" y="85380"/>
                </a:lnTo>
                <a:lnTo>
                  <a:pt x="27916" y="86124"/>
                </a:lnTo>
                <a:lnTo>
                  <a:pt x="28324" y="87027"/>
                </a:lnTo>
                <a:lnTo>
                  <a:pt x="28616" y="87930"/>
                </a:lnTo>
                <a:lnTo>
                  <a:pt x="28908" y="88833"/>
                </a:lnTo>
                <a:lnTo>
                  <a:pt x="29025" y="89737"/>
                </a:lnTo>
                <a:lnTo>
                  <a:pt x="29317" y="90640"/>
                </a:lnTo>
                <a:lnTo>
                  <a:pt x="29609" y="91543"/>
                </a:lnTo>
                <a:lnTo>
                  <a:pt x="29901" y="92446"/>
                </a:lnTo>
                <a:lnTo>
                  <a:pt x="30310" y="93349"/>
                </a:lnTo>
                <a:lnTo>
                  <a:pt x="30602" y="94200"/>
                </a:lnTo>
                <a:lnTo>
                  <a:pt x="30894" y="95103"/>
                </a:lnTo>
                <a:lnTo>
                  <a:pt x="31186" y="96006"/>
                </a:lnTo>
                <a:lnTo>
                  <a:pt x="31420" y="96909"/>
                </a:lnTo>
                <a:lnTo>
                  <a:pt x="31595" y="97812"/>
                </a:lnTo>
                <a:lnTo>
                  <a:pt x="31887" y="98716"/>
                </a:lnTo>
                <a:lnTo>
                  <a:pt x="32179" y="99459"/>
                </a:lnTo>
                <a:lnTo>
                  <a:pt x="32588" y="100522"/>
                </a:lnTo>
                <a:lnTo>
                  <a:pt x="32880" y="101425"/>
                </a:lnTo>
                <a:lnTo>
                  <a:pt x="33113" y="102328"/>
                </a:lnTo>
                <a:lnTo>
                  <a:pt x="33405" y="103232"/>
                </a:lnTo>
                <a:lnTo>
                  <a:pt x="33697" y="103976"/>
                </a:lnTo>
                <a:lnTo>
                  <a:pt x="33989" y="104985"/>
                </a:lnTo>
                <a:lnTo>
                  <a:pt x="34106" y="105888"/>
                </a:lnTo>
                <a:lnTo>
                  <a:pt x="34573" y="106685"/>
                </a:lnTo>
                <a:lnTo>
                  <a:pt x="34807" y="107695"/>
                </a:lnTo>
                <a:lnTo>
                  <a:pt x="35099" y="108598"/>
                </a:lnTo>
                <a:lnTo>
                  <a:pt x="35391" y="109501"/>
                </a:lnTo>
                <a:lnTo>
                  <a:pt x="35683" y="110404"/>
                </a:lnTo>
                <a:lnTo>
                  <a:pt x="35975" y="111148"/>
                </a:lnTo>
                <a:lnTo>
                  <a:pt x="36267" y="112211"/>
                </a:lnTo>
                <a:lnTo>
                  <a:pt x="36501" y="113114"/>
                </a:lnTo>
                <a:lnTo>
                  <a:pt x="36793" y="113964"/>
                </a:lnTo>
                <a:lnTo>
                  <a:pt x="37085" y="114867"/>
                </a:lnTo>
                <a:lnTo>
                  <a:pt x="37377" y="115664"/>
                </a:lnTo>
                <a:lnTo>
                  <a:pt x="37669" y="116674"/>
                </a:lnTo>
                <a:lnTo>
                  <a:pt x="37961" y="117577"/>
                </a:lnTo>
                <a:lnTo>
                  <a:pt x="38194" y="118480"/>
                </a:lnTo>
                <a:lnTo>
                  <a:pt x="38486" y="119383"/>
                </a:lnTo>
                <a:lnTo>
                  <a:pt x="38895" y="120287"/>
                </a:lnTo>
                <a:lnTo>
                  <a:pt x="39070" y="121190"/>
                </a:lnTo>
                <a:lnTo>
                  <a:pt x="39362" y="122093"/>
                </a:lnTo>
                <a:lnTo>
                  <a:pt x="39654" y="122996"/>
                </a:lnTo>
                <a:lnTo>
                  <a:pt x="39888" y="123846"/>
                </a:lnTo>
                <a:lnTo>
                  <a:pt x="40180" y="124909"/>
                </a:lnTo>
                <a:lnTo>
                  <a:pt x="40472" y="125653"/>
                </a:lnTo>
                <a:lnTo>
                  <a:pt x="40881" y="126556"/>
                </a:lnTo>
                <a:lnTo>
                  <a:pt x="41173" y="127459"/>
                </a:lnTo>
                <a:lnTo>
                  <a:pt x="41465" y="128362"/>
                </a:lnTo>
                <a:lnTo>
                  <a:pt x="41582" y="129372"/>
                </a:lnTo>
                <a:lnTo>
                  <a:pt x="41874" y="130169"/>
                </a:lnTo>
                <a:lnTo>
                  <a:pt x="42166" y="131178"/>
                </a:lnTo>
                <a:lnTo>
                  <a:pt x="42458" y="131975"/>
                </a:lnTo>
                <a:lnTo>
                  <a:pt x="42866" y="132878"/>
                </a:lnTo>
                <a:lnTo>
                  <a:pt x="43158" y="133888"/>
                </a:lnTo>
                <a:lnTo>
                  <a:pt x="43450" y="134632"/>
                </a:lnTo>
                <a:lnTo>
                  <a:pt x="43742" y="135694"/>
                </a:lnTo>
                <a:lnTo>
                  <a:pt x="43976" y="136598"/>
                </a:lnTo>
                <a:lnTo>
                  <a:pt x="44151" y="137501"/>
                </a:lnTo>
                <a:lnTo>
                  <a:pt x="44443" y="138351"/>
                </a:lnTo>
                <a:lnTo>
                  <a:pt x="44677" y="139254"/>
                </a:lnTo>
                <a:lnTo>
                  <a:pt x="45144" y="140157"/>
                </a:lnTo>
                <a:lnTo>
                  <a:pt x="45436" y="141060"/>
                </a:lnTo>
                <a:lnTo>
                  <a:pt x="45670" y="141964"/>
                </a:lnTo>
                <a:lnTo>
                  <a:pt x="45962" y="142867"/>
                </a:lnTo>
                <a:lnTo>
                  <a:pt x="46254" y="143770"/>
                </a:lnTo>
                <a:lnTo>
                  <a:pt x="46546" y="144673"/>
                </a:lnTo>
                <a:lnTo>
                  <a:pt x="46662" y="145683"/>
                </a:lnTo>
                <a:lnTo>
                  <a:pt x="47130" y="146480"/>
                </a:lnTo>
                <a:lnTo>
                  <a:pt x="47363" y="147489"/>
                </a:lnTo>
                <a:lnTo>
                  <a:pt x="47655" y="148286"/>
                </a:lnTo>
                <a:lnTo>
                  <a:pt x="47947" y="149136"/>
                </a:lnTo>
                <a:lnTo>
                  <a:pt x="48239" y="150199"/>
                </a:lnTo>
                <a:lnTo>
                  <a:pt x="48531" y="150943"/>
                </a:lnTo>
                <a:lnTo>
                  <a:pt x="48765" y="152005"/>
                </a:lnTo>
                <a:lnTo>
                  <a:pt x="49057" y="152855"/>
                </a:lnTo>
                <a:lnTo>
                  <a:pt x="49349" y="153759"/>
                </a:lnTo>
                <a:lnTo>
                  <a:pt x="49641" y="154662"/>
                </a:lnTo>
                <a:lnTo>
                  <a:pt x="49933" y="155565"/>
                </a:lnTo>
                <a:lnTo>
                  <a:pt x="50225" y="156468"/>
                </a:lnTo>
                <a:lnTo>
                  <a:pt x="50459" y="157478"/>
                </a:lnTo>
                <a:lnTo>
                  <a:pt x="50751" y="158275"/>
                </a:lnTo>
                <a:lnTo>
                  <a:pt x="51043" y="159284"/>
                </a:lnTo>
                <a:lnTo>
                  <a:pt x="51451" y="160081"/>
                </a:lnTo>
                <a:lnTo>
                  <a:pt x="51627" y="161091"/>
                </a:lnTo>
                <a:lnTo>
                  <a:pt x="51919" y="161994"/>
                </a:lnTo>
                <a:lnTo>
                  <a:pt x="52152" y="162791"/>
                </a:lnTo>
                <a:lnTo>
                  <a:pt x="52444" y="163800"/>
                </a:lnTo>
                <a:lnTo>
                  <a:pt x="52736" y="164544"/>
                </a:lnTo>
                <a:lnTo>
                  <a:pt x="53028" y="165607"/>
                </a:lnTo>
                <a:lnTo>
                  <a:pt x="53437" y="166510"/>
                </a:lnTo>
                <a:lnTo>
                  <a:pt x="53729" y="167360"/>
                </a:lnTo>
                <a:lnTo>
                  <a:pt x="54021" y="168263"/>
                </a:lnTo>
                <a:lnTo>
                  <a:pt x="54138" y="169166"/>
                </a:lnTo>
                <a:lnTo>
                  <a:pt x="54430" y="170070"/>
                </a:lnTo>
                <a:lnTo>
                  <a:pt x="54722" y="171132"/>
                </a:lnTo>
                <a:lnTo>
                  <a:pt x="55014" y="171876"/>
                </a:lnTo>
                <a:lnTo>
                  <a:pt x="55423" y="172886"/>
                </a:lnTo>
                <a:lnTo>
                  <a:pt x="55715" y="173789"/>
                </a:lnTo>
                <a:lnTo>
                  <a:pt x="56007" y="174692"/>
                </a:lnTo>
                <a:lnTo>
                  <a:pt x="56240" y="175595"/>
                </a:lnTo>
                <a:lnTo>
                  <a:pt x="56532" y="176498"/>
                </a:lnTo>
                <a:lnTo>
                  <a:pt x="56708" y="177402"/>
                </a:lnTo>
              </a:path>
            </a:pathLst>
          </a:custGeom>
          <a:ln w="839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930231" y="5212859"/>
            <a:ext cx="14366" cy="45585"/>
          </a:xfrm>
          <a:custGeom>
            <a:avLst/>
            <a:gdLst/>
            <a:ahLst/>
            <a:cxnLst/>
            <a:rect l="l" t="t" r="r" b="b"/>
            <a:pathLst>
              <a:path w="14366" h="45585">
                <a:moveTo>
                  <a:pt x="0" y="0"/>
                </a:moveTo>
                <a:lnTo>
                  <a:pt x="292" y="1009"/>
                </a:lnTo>
                <a:lnTo>
                  <a:pt x="525" y="1806"/>
                </a:lnTo>
                <a:lnTo>
                  <a:pt x="992" y="2815"/>
                </a:lnTo>
                <a:lnTo>
                  <a:pt x="1226" y="3612"/>
                </a:lnTo>
                <a:lnTo>
                  <a:pt x="1518" y="4622"/>
                </a:lnTo>
                <a:lnTo>
                  <a:pt x="1810" y="5525"/>
                </a:lnTo>
                <a:lnTo>
                  <a:pt x="2102" y="6428"/>
                </a:lnTo>
                <a:lnTo>
                  <a:pt x="2394" y="7331"/>
                </a:lnTo>
                <a:lnTo>
                  <a:pt x="2511" y="8235"/>
                </a:lnTo>
                <a:lnTo>
                  <a:pt x="2920" y="9085"/>
                </a:lnTo>
                <a:lnTo>
                  <a:pt x="3212" y="10147"/>
                </a:lnTo>
                <a:lnTo>
                  <a:pt x="3504" y="10891"/>
                </a:lnTo>
                <a:lnTo>
                  <a:pt x="3796" y="11954"/>
                </a:lnTo>
                <a:lnTo>
                  <a:pt x="4088" y="12698"/>
                </a:lnTo>
                <a:lnTo>
                  <a:pt x="4380" y="13601"/>
                </a:lnTo>
                <a:lnTo>
                  <a:pt x="4613" y="14610"/>
                </a:lnTo>
                <a:lnTo>
                  <a:pt x="5080" y="15407"/>
                </a:lnTo>
                <a:lnTo>
                  <a:pt x="5197" y="16417"/>
                </a:lnTo>
                <a:lnTo>
                  <a:pt x="5489" y="17320"/>
                </a:lnTo>
                <a:lnTo>
                  <a:pt x="5781" y="18223"/>
                </a:lnTo>
                <a:lnTo>
                  <a:pt x="6073" y="19126"/>
                </a:lnTo>
                <a:lnTo>
                  <a:pt x="6307" y="20030"/>
                </a:lnTo>
                <a:lnTo>
                  <a:pt x="6599" y="20933"/>
                </a:lnTo>
                <a:lnTo>
                  <a:pt x="6891" y="21942"/>
                </a:lnTo>
                <a:lnTo>
                  <a:pt x="7300" y="22739"/>
                </a:lnTo>
                <a:lnTo>
                  <a:pt x="7592" y="23749"/>
                </a:lnTo>
                <a:lnTo>
                  <a:pt x="7767" y="24493"/>
                </a:lnTo>
                <a:lnTo>
                  <a:pt x="8001" y="25555"/>
                </a:lnTo>
                <a:lnTo>
                  <a:pt x="8293" y="26458"/>
                </a:lnTo>
                <a:lnTo>
                  <a:pt x="8585" y="27362"/>
                </a:lnTo>
                <a:lnTo>
                  <a:pt x="8877" y="28212"/>
                </a:lnTo>
                <a:lnTo>
                  <a:pt x="9285" y="29115"/>
                </a:lnTo>
                <a:lnTo>
                  <a:pt x="9577" y="30018"/>
                </a:lnTo>
                <a:lnTo>
                  <a:pt x="9869" y="31081"/>
                </a:lnTo>
                <a:lnTo>
                  <a:pt x="9986" y="31825"/>
                </a:lnTo>
                <a:lnTo>
                  <a:pt x="10278" y="32834"/>
                </a:lnTo>
                <a:lnTo>
                  <a:pt x="10570" y="33631"/>
                </a:lnTo>
                <a:lnTo>
                  <a:pt x="10862" y="34640"/>
                </a:lnTo>
                <a:lnTo>
                  <a:pt x="11271" y="35544"/>
                </a:lnTo>
                <a:lnTo>
                  <a:pt x="11563" y="36447"/>
                </a:lnTo>
                <a:lnTo>
                  <a:pt x="11855" y="37350"/>
                </a:lnTo>
                <a:lnTo>
                  <a:pt x="12089" y="38253"/>
                </a:lnTo>
                <a:lnTo>
                  <a:pt x="12381" y="39157"/>
                </a:lnTo>
                <a:lnTo>
                  <a:pt x="12556" y="40166"/>
                </a:lnTo>
                <a:lnTo>
                  <a:pt x="12789" y="40963"/>
                </a:lnTo>
                <a:lnTo>
                  <a:pt x="13081" y="41972"/>
                </a:lnTo>
                <a:lnTo>
                  <a:pt x="13549" y="42876"/>
                </a:lnTo>
                <a:lnTo>
                  <a:pt x="13782" y="43779"/>
                </a:lnTo>
                <a:lnTo>
                  <a:pt x="14074" y="44682"/>
                </a:lnTo>
                <a:lnTo>
                  <a:pt x="14366" y="45585"/>
                </a:lnTo>
              </a:path>
            </a:pathLst>
          </a:custGeom>
          <a:ln w="839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284811" y="6228030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8117143" y="6228030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5284811" y="5985947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8117143" y="5985947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5284811" y="574384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8117142" y="574384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5284811" y="5501782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8117142" y="5501782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5284811" y="5259826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8117142" y="5259826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5283258" y="5258445"/>
            <a:ext cx="2852339" cy="0"/>
          </a:xfrm>
          <a:custGeom>
            <a:avLst/>
            <a:gdLst/>
            <a:ahLst/>
            <a:cxnLst/>
            <a:rect l="l" t="t" r="r" b="b"/>
            <a:pathLst>
              <a:path w="2852339" h="0">
                <a:moveTo>
                  <a:pt x="0" y="0"/>
                </a:moveTo>
                <a:lnTo>
                  <a:pt x="2852339" y="0"/>
                </a:lnTo>
              </a:path>
            </a:pathLst>
          </a:custGeom>
          <a:ln w="743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6710829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6710829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6709311" y="4290198"/>
            <a:ext cx="0" cy="1936418"/>
          </a:xfrm>
          <a:custGeom>
            <a:avLst/>
            <a:gdLst/>
            <a:ahLst/>
            <a:cxnLst/>
            <a:rect l="l" t="t" r="r" b="b"/>
            <a:pathLst>
              <a:path w="0" h="1936418">
                <a:moveTo>
                  <a:pt x="0" y="1936418"/>
                </a:moveTo>
                <a:lnTo>
                  <a:pt x="0" y="0"/>
                </a:lnTo>
              </a:path>
            </a:pathLst>
          </a:custGeom>
          <a:ln w="81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5284811" y="5017765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8117142" y="5017765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5284811" y="4775650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8117142" y="4775650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5284811" y="4533694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8117142" y="4533694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284811" y="4291633"/>
            <a:ext cx="20025" cy="0"/>
          </a:xfrm>
          <a:custGeom>
            <a:avLst/>
            <a:gdLst/>
            <a:ahLst/>
            <a:cxnLst/>
            <a:rect l="l" t="t" r="r" b="b"/>
            <a:pathLst>
              <a:path w="20025" h="0">
                <a:moveTo>
                  <a:pt x="0" y="0"/>
                </a:moveTo>
                <a:lnTo>
                  <a:pt x="20025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8117142" y="4291633"/>
            <a:ext cx="20031" cy="0"/>
          </a:xfrm>
          <a:custGeom>
            <a:avLst/>
            <a:gdLst/>
            <a:ahLst/>
            <a:cxnLst/>
            <a:rect l="l" t="t" r="r" b="b"/>
            <a:pathLst>
              <a:path w="20031" h="0">
                <a:moveTo>
                  <a:pt x="20031" y="0"/>
                </a:moveTo>
                <a:lnTo>
                  <a:pt x="0" y="0"/>
                </a:lnTo>
              </a:path>
            </a:pathLst>
          </a:custGeom>
          <a:ln w="7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348977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348977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803092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803091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6257048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6257048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7164961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7164961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7618918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7618917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8072816" y="6209807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18223"/>
                </a:moveTo>
                <a:lnTo>
                  <a:pt x="0" y="0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8072815" y="4291633"/>
            <a:ext cx="0" cy="18223"/>
          </a:xfrm>
          <a:custGeom>
            <a:avLst/>
            <a:gdLst/>
            <a:ahLst/>
            <a:cxnLst/>
            <a:rect l="l" t="t" r="r" b="b"/>
            <a:pathLst>
              <a:path w="0" h="18223">
                <a:moveTo>
                  <a:pt x="0" y="0"/>
                </a:moveTo>
                <a:lnTo>
                  <a:pt x="0" y="18223"/>
                </a:lnTo>
              </a:path>
            </a:pathLst>
          </a:custGeom>
          <a:ln w="8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5284811" y="4291633"/>
            <a:ext cx="2852363" cy="1936397"/>
          </a:xfrm>
          <a:custGeom>
            <a:avLst/>
            <a:gdLst/>
            <a:ahLst/>
            <a:cxnLst/>
            <a:rect l="l" t="t" r="r" b="b"/>
            <a:pathLst>
              <a:path w="2852363" h="1936397">
                <a:moveTo>
                  <a:pt x="0" y="1936397"/>
                </a:moveTo>
                <a:lnTo>
                  <a:pt x="2852363" y="1936397"/>
                </a:lnTo>
                <a:lnTo>
                  <a:pt x="2852362" y="0"/>
                </a:lnTo>
                <a:lnTo>
                  <a:pt x="0" y="0"/>
                </a:lnTo>
                <a:lnTo>
                  <a:pt x="0" y="1936397"/>
                </a:lnTo>
              </a:path>
            </a:pathLst>
          </a:custGeom>
          <a:ln w="7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7859182" y="4352201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115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5283258" y="5988646"/>
            <a:ext cx="56550" cy="30289"/>
          </a:xfrm>
          <a:custGeom>
            <a:avLst/>
            <a:gdLst/>
            <a:ahLst/>
            <a:cxnLst/>
            <a:rect l="l" t="t" r="r" b="b"/>
            <a:pathLst>
              <a:path w="56550" h="30289">
                <a:moveTo>
                  <a:pt x="0" y="30289"/>
                </a:moveTo>
                <a:lnTo>
                  <a:pt x="286" y="30162"/>
                </a:lnTo>
                <a:lnTo>
                  <a:pt x="566" y="29907"/>
                </a:lnTo>
                <a:lnTo>
                  <a:pt x="846" y="29779"/>
                </a:lnTo>
                <a:lnTo>
                  <a:pt x="1273" y="29646"/>
                </a:lnTo>
                <a:lnTo>
                  <a:pt x="1413" y="29519"/>
                </a:lnTo>
                <a:lnTo>
                  <a:pt x="1693" y="29264"/>
                </a:lnTo>
                <a:lnTo>
                  <a:pt x="1979" y="29136"/>
                </a:lnTo>
                <a:lnTo>
                  <a:pt x="2260" y="29009"/>
                </a:lnTo>
                <a:lnTo>
                  <a:pt x="2540" y="28881"/>
                </a:lnTo>
                <a:lnTo>
                  <a:pt x="2820" y="28621"/>
                </a:lnTo>
                <a:lnTo>
                  <a:pt x="3106" y="28493"/>
                </a:lnTo>
                <a:lnTo>
                  <a:pt x="3527" y="28366"/>
                </a:lnTo>
                <a:lnTo>
                  <a:pt x="3807" y="28238"/>
                </a:lnTo>
                <a:lnTo>
                  <a:pt x="3953" y="27978"/>
                </a:lnTo>
                <a:lnTo>
                  <a:pt x="4234" y="27850"/>
                </a:lnTo>
                <a:lnTo>
                  <a:pt x="4514" y="27850"/>
                </a:lnTo>
                <a:lnTo>
                  <a:pt x="4794" y="27723"/>
                </a:lnTo>
                <a:lnTo>
                  <a:pt x="5080" y="27468"/>
                </a:lnTo>
                <a:lnTo>
                  <a:pt x="5501" y="27340"/>
                </a:lnTo>
                <a:lnTo>
                  <a:pt x="5787" y="27208"/>
                </a:lnTo>
                <a:lnTo>
                  <a:pt x="6067" y="27080"/>
                </a:lnTo>
                <a:lnTo>
                  <a:pt x="6348" y="26825"/>
                </a:lnTo>
                <a:lnTo>
                  <a:pt x="6488" y="26697"/>
                </a:lnTo>
                <a:lnTo>
                  <a:pt x="6774" y="26570"/>
                </a:lnTo>
                <a:lnTo>
                  <a:pt x="7054" y="26437"/>
                </a:lnTo>
                <a:lnTo>
                  <a:pt x="7475" y="26182"/>
                </a:lnTo>
                <a:lnTo>
                  <a:pt x="7761" y="26055"/>
                </a:lnTo>
                <a:lnTo>
                  <a:pt x="8041" y="25927"/>
                </a:lnTo>
                <a:lnTo>
                  <a:pt x="8322" y="25800"/>
                </a:lnTo>
                <a:lnTo>
                  <a:pt x="8602" y="25539"/>
                </a:lnTo>
                <a:lnTo>
                  <a:pt x="8888" y="25539"/>
                </a:lnTo>
                <a:lnTo>
                  <a:pt x="9028" y="25412"/>
                </a:lnTo>
                <a:lnTo>
                  <a:pt x="9309" y="25284"/>
                </a:lnTo>
                <a:lnTo>
                  <a:pt x="9735" y="25029"/>
                </a:lnTo>
                <a:lnTo>
                  <a:pt x="10015" y="24902"/>
                </a:lnTo>
                <a:lnTo>
                  <a:pt x="10296" y="24769"/>
                </a:lnTo>
                <a:lnTo>
                  <a:pt x="10582" y="24641"/>
                </a:lnTo>
                <a:lnTo>
                  <a:pt x="10862" y="24386"/>
                </a:lnTo>
                <a:lnTo>
                  <a:pt x="11143" y="24259"/>
                </a:lnTo>
                <a:lnTo>
                  <a:pt x="11423" y="24131"/>
                </a:lnTo>
                <a:lnTo>
                  <a:pt x="11709" y="23871"/>
                </a:lnTo>
                <a:lnTo>
                  <a:pt x="11989" y="23743"/>
                </a:lnTo>
                <a:lnTo>
                  <a:pt x="12270" y="23616"/>
                </a:lnTo>
                <a:lnTo>
                  <a:pt x="12556" y="23488"/>
                </a:lnTo>
                <a:lnTo>
                  <a:pt x="12836" y="23228"/>
                </a:lnTo>
                <a:lnTo>
                  <a:pt x="13117" y="23228"/>
                </a:lnTo>
                <a:lnTo>
                  <a:pt x="13397" y="23101"/>
                </a:lnTo>
                <a:lnTo>
                  <a:pt x="13823" y="22973"/>
                </a:lnTo>
                <a:lnTo>
                  <a:pt x="13963" y="22718"/>
                </a:lnTo>
                <a:lnTo>
                  <a:pt x="14244" y="22591"/>
                </a:lnTo>
                <a:lnTo>
                  <a:pt x="14530" y="22463"/>
                </a:lnTo>
                <a:lnTo>
                  <a:pt x="14810" y="22330"/>
                </a:lnTo>
                <a:lnTo>
                  <a:pt x="15091" y="22075"/>
                </a:lnTo>
                <a:lnTo>
                  <a:pt x="15377" y="21948"/>
                </a:lnTo>
                <a:lnTo>
                  <a:pt x="15657" y="21820"/>
                </a:lnTo>
                <a:lnTo>
                  <a:pt x="16077" y="21693"/>
                </a:lnTo>
                <a:lnTo>
                  <a:pt x="16364" y="21432"/>
                </a:lnTo>
                <a:lnTo>
                  <a:pt x="16504" y="21305"/>
                </a:lnTo>
                <a:lnTo>
                  <a:pt x="16784" y="21177"/>
                </a:lnTo>
                <a:lnTo>
                  <a:pt x="17064" y="21050"/>
                </a:lnTo>
                <a:lnTo>
                  <a:pt x="17351" y="20922"/>
                </a:lnTo>
                <a:lnTo>
                  <a:pt x="17631" y="20789"/>
                </a:lnTo>
                <a:lnTo>
                  <a:pt x="18051" y="20662"/>
                </a:lnTo>
                <a:lnTo>
                  <a:pt x="18338" y="20534"/>
                </a:lnTo>
                <a:lnTo>
                  <a:pt x="18618" y="20279"/>
                </a:lnTo>
                <a:lnTo>
                  <a:pt x="18898" y="20152"/>
                </a:lnTo>
                <a:lnTo>
                  <a:pt x="19038" y="20024"/>
                </a:lnTo>
                <a:lnTo>
                  <a:pt x="19325" y="19891"/>
                </a:lnTo>
                <a:lnTo>
                  <a:pt x="19605" y="19636"/>
                </a:lnTo>
                <a:lnTo>
                  <a:pt x="20025" y="19509"/>
                </a:lnTo>
                <a:lnTo>
                  <a:pt x="20312" y="19381"/>
                </a:lnTo>
                <a:lnTo>
                  <a:pt x="20592" y="19254"/>
                </a:lnTo>
                <a:lnTo>
                  <a:pt x="20872" y="18994"/>
                </a:lnTo>
                <a:lnTo>
                  <a:pt x="21158" y="18866"/>
                </a:lnTo>
                <a:lnTo>
                  <a:pt x="21439" y="18739"/>
                </a:lnTo>
                <a:lnTo>
                  <a:pt x="21579" y="18611"/>
                </a:lnTo>
                <a:lnTo>
                  <a:pt x="21859" y="18484"/>
                </a:lnTo>
                <a:lnTo>
                  <a:pt x="22286" y="18351"/>
                </a:lnTo>
                <a:lnTo>
                  <a:pt x="22566" y="18223"/>
                </a:lnTo>
                <a:lnTo>
                  <a:pt x="22846" y="18096"/>
                </a:lnTo>
                <a:lnTo>
                  <a:pt x="23132" y="17841"/>
                </a:lnTo>
                <a:lnTo>
                  <a:pt x="23413" y="17713"/>
                </a:lnTo>
                <a:lnTo>
                  <a:pt x="23693" y="17586"/>
                </a:lnTo>
                <a:lnTo>
                  <a:pt x="23973" y="17453"/>
                </a:lnTo>
                <a:lnTo>
                  <a:pt x="24260" y="17198"/>
                </a:lnTo>
                <a:lnTo>
                  <a:pt x="24540" y="17070"/>
                </a:lnTo>
                <a:lnTo>
                  <a:pt x="24820" y="16943"/>
                </a:lnTo>
                <a:lnTo>
                  <a:pt x="25106" y="16815"/>
                </a:lnTo>
                <a:lnTo>
                  <a:pt x="25387" y="16555"/>
                </a:lnTo>
                <a:lnTo>
                  <a:pt x="25667" y="16427"/>
                </a:lnTo>
                <a:lnTo>
                  <a:pt x="25953" y="16300"/>
                </a:lnTo>
                <a:lnTo>
                  <a:pt x="26374" y="16300"/>
                </a:lnTo>
                <a:lnTo>
                  <a:pt x="26514" y="16045"/>
                </a:lnTo>
                <a:lnTo>
                  <a:pt x="26794" y="15912"/>
                </a:lnTo>
                <a:lnTo>
                  <a:pt x="27080" y="15785"/>
                </a:lnTo>
                <a:lnTo>
                  <a:pt x="27361" y="15657"/>
                </a:lnTo>
                <a:lnTo>
                  <a:pt x="27641" y="15402"/>
                </a:lnTo>
                <a:lnTo>
                  <a:pt x="27927" y="15274"/>
                </a:lnTo>
                <a:lnTo>
                  <a:pt x="28208" y="15142"/>
                </a:lnTo>
                <a:lnTo>
                  <a:pt x="28628" y="15014"/>
                </a:lnTo>
                <a:lnTo>
                  <a:pt x="28914" y="14759"/>
                </a:lnTo>
                <a:lnTo>
                  <a:pt x="29054" y="14632"/>
                </a:lnTo>
                <a:lnTo>
                  <a:pt x="29335" y="14504"/>
                </a:lnTo>
                <a:lnTo>
                  <a:pt x="29615" y="14377"/>
                </a:lnTo>
                <a:lnTo>
                  <a:pt x="29901" y="14116"/>
                </a:lnTo>
                <a:lnTo>
                  <a:pt x="30182" y="13989"/>
                </a:lnTo>
                <a:lnTo>
                  <a:pt x="30602" y="13989"/>
                </a:lnTo>
                <a:lnTo>
                  <a:pt x="30888" y="13861"/>
                </a:lnTo>
                <a:lnTo>
                  <a:pt x="31168" y="13606"/>
                </a:lnTo>
                <a:lnTo>
                  <a:pt x="31449" y="13473"/>
                </a:lnTo>
                <a:lnTo>
                  <a:pt x="31589" y="13346"/>
                </a:lnTo>
                <a:lnTo>
                  <a:pt x="31875" y="13218"/>
                </a:lnTo>
                <a:lnTo>
                  <a:pt x="32155" y="12963"/>
                </a:lnTo>
                <a:lnTo>
                  <a:pt x="32576" y="12836"/>
                </a:lnTo>
                <a:lnTo>
                  <a:pt x="32862" y="12703"/>
                </a:lnTo>
                <a:lnTo>
                  <a:pt x="33142" y="12575"/>
                </a:lnTo>
                <a:lnTo>
                  <a:pt x="33423" y="12320"/>
                </a:lnTo>
                <a:lnTo>
                  <a:pt x="33709" y="12193"/>
                </a:lnTo>
                <a:lnTo>
                  <a:pt x="33989" y="12065"/>
                </a:lnTo>
                <a:lnTo>
                  <a:pt x="34129" y="11938"/>
                </a:lnTo>
                <a:lnTo>
                  <a:pt x="34410" y="11678"/>
                </a:lnTo>
                <a:lnTo>
                  <a:pt x="34836" y="11678"/>
                </a:lnTo>
                <a:lnTo>
                  <a:pt x="35116" y="11550"/>
                </a:lnTo>
                <a:lnTo>
                  <a:pt x="35397" y="11423"/>
                </a:lnTo>
                <a:lnTo>
                  <a:pt x="35683" y="11167"/>
                </a:lnTo>
                <a:lnTo>
                  <a:pt x="35963" y="11035"/>
                </a:lnTo>
                <a:lnTo>
                  <a:pt x="36244" y="10907"/>
                </a:lnTo>
                <a:lnTo>
                  <a:pt x="36530" y="10780"/>
                </a:lnTo>
                <a:lnTo>
                  <a:pt x="36810" y="10525"/>
                </a:lnTo>
                <a:lnTo>
                  <a:pt x="37090" y="10397"/>
                </a:lnTo>
                <a:lnTo>
                  <a:pt x="37371" y="10264"/>
                </a:lnTo>
                <a:lnTo>
                  <a:pt x="37657" y="10137"/>
                </a:lnTo>
                <a:lnTo>
                  <a:pt x="37937" y="9882"/>
                </a:lnTo>
                <a:lnTo>
                  <a:pt x="38218" y="9754"/>
                </a:lnTo>
                <a:lnTo>
                  <a:pt x="38504" y="9627"/>
                </a:lnTo>
                <a:lnTo>
                  <a:pt x="38924" y="9494"/>
                </a:lnTo>
                <a:lnTo>
                  <a:pt x="39064" y="9239"/>
                </a:lnTo>
                <a:lnTo>
                  <a:pt x="39351" y="9239"/>
                </a:lnTo>
                <a:lnTo>
                  <a:pt x="39631" y="9111"/>
                </a:lnTo>
                <a:lnTo>
                  <a:pt x="39911" y="8984"/>
                </a:lnTo>
                <a:lnTo>
                  <a:pt x="40192" y="8729"/>
                </a:lnTo>
                <a:lnTo>
                  <a:pt x="40478" y="8596"/>
                </a:lnTo>
                <a:lnTo>
                  <a:pt x="40758" y="8468"/>
                </a:lnTo>
                <a:lnTo>
                  <a:pt x="41179" y="8341"/>
                </a:lnTo>
                <a:lnTo>
                  <a:pt x="41465" y="8086"/>
                </a:lnTo>
                <a:lnTo>
                  <a:pt x="41605" y="7958"/>
                </a:lnTo>
                <a:lnTo>
                  <a:pt x="41885" y="7826"/>
                </a:lnTo>
                <a:lnTo>
                  <a:pt x="42166" y="7698"/>
                </a:lnTo>
                <a:lnTo>
                  <a:pt x="42452" y="7443"/>
                </a:lnTo>
                <a:lnTo>
                  <a:pt x="42732" y="7316"/>
                </a:lnTo>
                <a:lnTo>
                  <a:pt x="43158" y="7188"/>
                </a:lnTo>
                <a:lnTo>
                  <a:pt x="43439" y="7055"/>
                </a:lnTo>
                <a:lnTo>
                  <a:pt x="43719" y="6928"/>
                </a:lnTo>
                <a:lnTo>
                  <a:pt x="43999" y="6800"/>
                </a:lnTo>
                <a:lnTo>
                  <a:pt x="44145" y="6673"/>
                </a:lnTo>
                <a:lnTo>
                  <a:pt x="44426" y="6545"/>
                </a:lnTo>
                <a:lnTo>
                  <a:pt x="44706" y="6290"/>
                </a:lnTo>
                <a:lnTo>
                  <a:pt x="45132" y="6157"/>
                </a:lnTo>
                <a:lnTo>
                  <a:pt x="45413" y="6030"/>
                </a:lnTo>
                <a:lnTo>
                  <a:pt x="45693" y="5902"/>
                </a:lnTo>
                <a:lnTo>
                  <a:pt x="45973" y="5647"/>
                </a:lnTo>
                <a:lnTo>
                  <a:pt x="46259" y="5520"/>
                </a:lnTo>
                <a:lnTo>
                  <a:pt x="46540" y="5387"/>
                </a:lnTo>
                <a:lnTo>
                  <a:pt x="46680" y="5259"/>
                </a:lnTo>
                <a:lnTo>
                  <a:pt x="46960" y="5004"/>
                </a:lnTo>
                <a:lnTo>
                  <a:pt x="47387" y="4877"/>
                </a:lnTo>
                <a:lnTo>
                  <a:pt x="47667" y="4749"/>
                </a:lnTo>
                <a:lnTo>
                  <a:pt x="47953" y="4617"/>
                </a:lnTo>
                <a:lnTo>
                  <a:pt x="48233" y="4489"/>
                </a:lnTo>
                <a:lnTo>
                  <a:pt x="48514" y="4361"/>
                </a:lnTo>
                <a:lnTo>
                  <a:pt x="48794" y="4234"/>
                </a:lnTo>
                <a:lnTo>
                  <a:pt x="49080" y="4106"/>
                </a:lnTo>
                <a:lnTo>
                  <a:pt x="49361" y="3851"/>
                </a:lnTo>
                <a:lnTo>
                  <a:pt x="49641" y="3719"/>
                </a:lnTo>
                <a:lnTo>
                  <a:pt x="49927" y="3591"/>
                </a:lnTo>
                <a:lnTo>
                  <a:pt x="50207" y="3464"/>
                </a:lnTo>
                <a:lnTo>
                  <a:pt x="50488" y="3209"/>
                </a:lnTo>
                <a:lnTo>
                  <a:pt x="50768" y="3081"/>
                </a:lnTo>
                <a:lnTo>
                  <a:pt x="51054" y="2948"/>
                </a:lnTo>
                <a:lnTo>
                  <a:pt x="51475" y="2821"/>
                </a:lnTo>
                <a:lnTo>
                  <a:pt x="51615" y="2566"/>
                </a:lnTo>
                <a:lnTo>
                  <a:pt x="51901" y="2438"/>
                </a:lnTo>
                <a:lnTo>
                  <a:pt x="52181" y="2311"/>
                </a:lnTo>
                <a:lnTo>
                  <a:pt x="52462" y="2311"/>
                </a:lnTo>
                <a:lnTo>
                  <a:pt x="52748" y="2050"/>
                </a:lnTo>
                <a:lnTo>
                  <a:pt x="53028" y="1923"/>
                </a:lnTo>
                <a:lnTo>
                  <a:pt x="53309" y="1795"/>
                </a:lnTo>
                <a:lnTo>
                  <a:pt x="53735" y="1668"/>
                </a:lnTo>
                <a:lnTo>
                  <a:pt x="54015" y="1407"/>
                </a:lnTo>
                <a:lnTo>
                  <a:pt x="54155" y="1280"/>
                </a:lnTo>
                <a:lnTo>
                  <a:pt x="54436" y="1152"/>
                </a:lnTo>
                <a:lnTo>
                  <a:pt x="54722" y="1025"/>
                </a:lnTo>
                <a:lnTo>
                  <a:pt x="55002" y="770"/>
                </a:lnTo>
                <a:lnTo>
                  <a:pt x="55283" y="642"/>
                </a:lnTo>
                <a:lnTo>
                  <a:pt x="55709" y="510"/>
                </a:lnTo>
                <a:lnTo>
                  <a:pt x="55989" y="382"/>
                </a:lnTo>
                <a:lnTo>
                  <a:pt x="56270" y="127"/>
                </a:lnTo>
                <a:lnTo>
                  <a:pt x="56550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5339808" y="5958352"/>
            <a:ext cx="56696" cy="30294"/>
          </a:xfrm>
          <a:custGeom>
            <a:avLst/>
            <a:gdLst/>
            <a:ahLst/>
            <a:cxnLst/>
            <a:rect l="l" t="t" r="r" b="b"/>
            <a:pathLst>
              <a:path w="56696" h="30294">
                <a:moveTo>
                  <a:pt x="0" y="30294"/>
                </a:moveTo>
                <a:lnTo>
                  <a:pt x="146" y="30294"/>
                </a:lnTo>
                <a:lnTo>
                  <a:pt x="426" y="30167"/>
                </a:lnTo>
                <a:lnTo>
                  <a:pt x="706" y="29907"/>
                </a:lnTo>
                <a:lnTo>
                  <a:pt x="1132" y="29779"/>
                </a:lnTo>
                <a:lnTo>
                  <a:pt x="1413" y="29652"/>
                </a:lnTo>
                <a:lnTo>
                  <a:pt x="1693" y="29524"/>
                </a:lnTo>
                <a:lnTo>
                  <a:pt x="1979" y="29264"/>
                </a:lnTo>
                <a:lnTo>
                  <a:pt x="2260" y="29136"/>
                </a:lnTo>
                <a:lnTo>
                  <a:pt x="2540" y="29009"/>
                </a:lnTo>
                <a:lnTo>
                  <a:pt x="2680" y="28881"/>
                </a:lnTo>
                <a:lnTo>
                  <a:pt x="2966" y="28626"/>
                </a:lnTo>
                <a:lnTo>
                  <a:pt x="3387" y="28499"/>
                </a:lnTo>
                <a:lnTo>
                  <a:pt x="3667" y="28366"/>
                </a:lnTo>
                <a:lnTo>
                  <a:pt x="3953" y="28238"/>
                </a:lnTo>
                <a:lnTo>
                  <a:pt x="4234" y="27983"/>
                </a:lnTo>
                <a:lnTo>
                  <a:pt x="4514" y="27983"/>
                </a:lnTo>
                <a:lnTo>
                  <a:pt x="4794" y="27856"/>
                </a:lnTo>
                <a:lnTo>
                  <a:pt x="5080" y="27728"/>
                </a:lnTo>
                <a:lnTo>
                  <a:pt x="5361" y="27468"/>
                </a:lnTo>
                <a:lnTo>
                  <a:pt x="5641" y="27340"/>
                </a:lnTo>
                <a:lnTo>
                  <a:pt x="5927" y="27213"/>
                </a:lnTo>
                <a:lnTo>
                  <a:pt x="6208" y="27085"/>
                </a:lnTo>
                <a:lnTo>
                  <a:pt x="6488" y="26825"/>
                </a:lnTo>
                <a:lnTo>
                  <a:pt x="6774" y="26697"/>
                </a:lnTo>
                <a:lnTo>
                  <a:pt x="7054" y="26570"/>
                </a:lnTo>
                <a:lnTo>
                  <a:pt x="7475" y="26442"/>
                </a:lnTo>
                <a:lnTo>
                  <a:pt x="7615" y="26187"/>
                </a:lnTo>
                <a:lnTo>
                  <a:pt x="7901" y="26060"/>
                </a:lnTo>
                <a:lnTo>
                  <a:pt x="8182" y="25927"/>
                </a:lnTo>
                <a:lnTo>
                  <a:pt x="8462" y="25800"/>
                </a:lnTo>
                <a:lnTo>
                  <a:pt x="8748" y="25672"/>
                </a:lnTo>
                <a:lnTo>
                  <a:pt x="9028" y="25545"/>
                </a:lnTo>
                <a:lnTo>
                  <a:pt x="9309" y="25417"/>
                </a:lnTo>
                <a:lnTo>
                  <a:pt x="9735" y="25290"/>
                </a:lnTo>
                <a:lnTo>
                  <a:pt x="10015" y="25029"/>
                </a:lnTo>
                <a:lnTo>
                  <a:pt x="10156" y="24902"/>
                </a:lnTo>
                <a:lnTo>
                  <a:pt x="10436" y="24774"/>
                </a:lnTo>
                <a:lnTo>
                  <a:pt x="10722" y="24647"/>
                </a:lnTo>
                <a:lnTo>
                  <a:pt x="11002" y="24386"/>
                </a:lnTo>
                <a:lnTo>
                  <a:pt x="11283" y="24259"/>
                </a:lnTo>
                <a:lnTo>
                  <a:pt x="11709" y="24131"/>
                </a:lnTo>
                <a:lnTo>
                  <a:pt x="11989" y="24004"/>
                </a:lnTo>
                <a:lnTo>
                  <a:pt x="12270" y="23749"/>
                </a:lnTo>
                <a:lnTo>
                  <a:pt x="12556" y="23616"/>
                </a:lnTo>
                <a:lnTo>
                  <a:pt x="12696" y="23488"/>
                </a:lnTo>
                <a:lnTo>
                  <a:pt x="12976" y="23361"/>
                </a:lnTo>
                <a:lnTo>
                  <a:pt x="13257" y="23233"/>
                </a:lnTo>
                <a:lnTo>
                  <a:pt x="13683" y="23106"/>
                </a:lnTo>
                <a:lnTo>
                  <a:pt x="13963" y="22978"/>
                </a:lnTo>
                <a:lnTo>
                  <a:pt x="14244" y="22851"/>
                </a:lnTo>
                <a:lnTo>
                  <a:pt x="14530" y="22591"/>
                </a:lnTo>
                <a:lnTo>
                  <a:pt x="14810" y="22463"/>
                </a:lnTo>
                <a:lnTo>
                  <a:pt x="15091" y="22335"/>
                </a:lnTo>
                <a:lnTo>
                  <a:pt x="15231" y="22208"/>
                </a:lnTo>
                <a:lnTo>
                  <a:pt x="15517" y="21948"/>
                </a:lnTo>
                <a:lnTo>
                  <a:pt x="15937" y="21820"/>
                </a:lnTo>
                <a:lnTo>
                  <a:pt x="16218" y="21693"/>
                </a:lnTo>
                <a:lnTo>
                  <a:pt x="16504" y="21565"/>
                </a:lnTo>
                <a:lnTo>
                  <a:pt x="16784" y="21310"/>
                </a:lnTo>
                <a:lnTo>
                  <a:pt x="17064" y="21177"/>
                </a:lnTo>
                <a:lnTo>
                  <a:pt x="17351" y="21050"/>
                </a:lnTo>
                <a:lnTo>
                  <a:pt x="17631" y="20922"/>
                </a:lnTo>
                <a:lnTo>
                  <a:pt x="17911" y="20795"/>
                </a:lnTo>
                <a:lnTo>
                  <a:pt x="18192" y="20667"/>
                </a:lnTo>
                <a:lnTo>
                  <a:pt x="18478" y="20540"/>
                </a:lnTo>
                <a:lnTo>
                  <a:pt x="18758" y="20407"/>
                </a:lnTo>
                <a:lnTo>
                  <a:pt x="19038" y="20152"/>
                </a:lnTo>
                <a:lnTo>
                  <a:pt x="19325" y="20024"/>
                </a:lnTo>
                <a:lnTo>
                  <a:pt x="19605" y="19897"/>
                </a:lnTo>
                <a:lnTo>
                  <a:pt x="20025" y="19769"/>
                </a:lnTo>
                <a:lnTo>
                  <a:pt x="20312" y="19509"/>
                </a:lnTo>
                <a:lnTo>
                  <a:pt x="20452" y="19381"/>
                </a:lnTo>
                <a:lnTo>
                  <a:pt x="20732" y="19254"/>
                </a:lnTo>
                <a:lnTo>
                  <a:pt x="21012" y="19126"/>
                </a:lnTo>
                <a:lnTo>
                  <a:pt x="21299" y="18871"/>
                </a:lnTo>
                <a:lnTo>
                  <a:pt x="21579" y="18739"/>
                </a:lnTo>
                <a:lnTo>
                  <a:pt x="21859" y="18611"/>
                </a:lnTo>
                <a:lnTo>
                  <a:pt x="22286" y="18611"/>
                </a:lnTo>
                <a:lnTo>
                  <a:pt x="22566" y="18356"/>
                </a:lnTo>
                <a:lnTo>
                  <a:pt x="22846" y="18229"/>
                </a:lnTo>
                <a:lnTo>
                  <a:pt x="22986" y="18101"/>
                </a:lnTo>
                <a:lnTo>
                  <a:pt x="23273" y="17968"/>
                </a:lnTo>
                <a:lnTo>
                  <a:pt x="23553" y="17713"/>
                </a:lnTo>
                <a:lnTo>
                  <a:pt x="23833" y="17586"/>
                </a:lnTo>
                <a:lnTo>
                  <a:pt x="24260" y="17458"/>
                </a:lnTo>
                <a:lnTo>
                  <a:pt x="24540" y="17331"/>
                </a:lnTo>
                <a:lnTo>
                  <a:pt x="24820" y="17070"/>
                </a:lnTo>
                <a:lnTo>
                  <a:pt x="25106" y="16943"/>
                </a:lnTo>
                <a:lnTo>
                  <a:pt x="25247" y="16815"/>
                </a:lnTo>
                <a:lnTo>
                  <a:pt x="25527" y="16688"/>
                </a:lnTo>
                <a:lnTo>
                  <a:pt x="25807" y="16433"/>
                </a:lnTo>
                <a:lnTo>
                  <a:pt x="26234" y="16300"/>
                </a:lnTo>
                <a:lnTo>
                  <a:pt x="26514" y="16300"/>
                </a:lnTo>
                <a:lnTo>
                  <a:pt x="26794" y="16172"/>
                </a:lnTo>
                <a:lnTo>
                  <a:pt x="27080" y="15917"/>
                </a:lnTo>
                <a:lnTo>
                  <a:pt x="27361" y="15790"/>
                </a:lnTo>
                <a:lnTo>
                  <a:pt x="27641" y="15662"/>
                </a:lnTo>
                <a:lnTo>
                  <a:pt x="27781" y="15529"/>
                </a:lnTo>
                <a:lnTo>
                  <a:pt x="28067" y="15274"/>
                </a:lnTo>
                <a:lnTo>
                  <a:pt x="28488" y="15147"/>
                </a:lnTo>
                <a:lnTo>
                  <a:pt x="28768" y="15019"/>
                </a:lnTo>
                <a:lnTo>
                  <a:pt x="29054" y="14892"/>
                </a:lnTo>
                <a:lnTo>
                  <a:pt x="29335" y="14632"/>
                </a:lnTo>
                <a:lnTo>
                  <a:pt x="29615" y="14504"/>
                </a:lnTo>
                <a:lnTo>
                  <a:pt x="29901" y="14377"/>
                </a:lnTo>
                <a:lnTo>
                  <a:pt x="30182" y="14249"/>
                </a:lnTo>
                <a:lnTo>
                  <a:pt x="30462" y="13994"/>
                </a:lnTo>
                <a:lnTo>
                  <a:pt x="30748" y="13994"/>
                </a:lnTo>
                <a:lnTo>
                  <a:pt x="31028" y="13861"/>
                </a:lnTo>
                <a:lnTo>
                  <a:pt x="31309" y="13734"/>
                </a:lnTo>
                <a:lnTo>
                  <a:pt x="31589" y="13479"/>
                </a:lnTo>
                <a:lnTo>
                  <a:pt x="31875" y="13351"/>
                </a:lnTo>
                <a:lnTo>
                  <a:pt x="32155" y="13224"/>
                </a:lnTo>
                <a:lnTo>
                  <a:pt x="32436" y="13091"/>
                </a:lnTo>
                <a:lnTo>
                  <a:pt x="32862" y="12836"/>
                </a:lnTo>
                <a:lnTo>
                  <a:pt x="33002" y="12708"/>
                </a:lnTo>
                <a:lnTo>
                  <a:pt x="33283" y="12581"/>
                </a:lnTo>
                <a:lnTo>
                  <a:pt x="33563" y="12453"/>
                </a:lnTo>
                <a:lnTo>
                  <a:pt x="33849" y="12193"/>
                </a:lnTo>
                <a:lnTo>
                  <a:pt x="34129" y="12065"/>
                </a:lnTo>
                <a:lnTo>
                  <a:pt x="34410" y="11938"/>
                </a:lnTo>
                <a:lnTo>
                  <a:pt x="34836" y="11810"/>
                </a:lnTo>
                <a:lnTo>
                  <a:pt x="35116" y="11683"/>
                </a:lnTo>
                <a:lnTo>
                  <a:pt x="35397" y="11555"/>
                </a:lnTo>
                <a:lnTo>
                  <a:pt x="35543" y="11423"/>
                </a:lnTo>
                <a:lnTo>
                  <a:pt x="35823" y="11295"/>
                </a:lnTo>
                <a:lnTo>
                  <a:pt x="36103" y="11040"/>
                </a:lnTo>
                <a:lnTo>
                  <a:pt x="36384" y="10912"/>
                </a:lnTo>
                <a:lnTo>
                  <a:pt x="36810" y="10785"/>
                </a:lnTo>
                <a:lnTo>
                  <a:pt x="37090" y="10652"/>
                </a:lnTo>
                <a:lnTo>
                  <a:pt x="37371" y="10397"/>
                </a:lnTo>
                <a:lnTo>
                  <a:pt x="37657" y="10270"/>
                </a:lnTo>
                <a:lnTo>
                  <a:pt x="37937" y="10142"/>
                </a:lnTo>
                <a:lnTo>
                  <a:pt x="38077" y="10015"/>
                </a:lnTo>
                <a:lnTo>
                  <a:pt x="38358" y="9754"/>
                </a:lnTo>
                <a:lnTo>
                  <a:pt x="38644" y="9627"/>
                </a:lnTo>
                <a:lnTo>
                  <a:pt x="39064" y="9499"/>
                </a:lnTo>
                <a:lnTo>
                  <a:pt x="39351" y="9372"/>
                </a:lnTo>
                <a:lnTo>
                  <a:pt x="39631" y="9244"/>
                </a:lnTo>
                <a:lnTo>
                  <a:pt x="39911" y="9117"/>
                </a:lnTo>
                <a:lnTo>
                  <a:pt x="40192" y="8984"/>
                </a:lnTo>
                <a:lnTo>
                  <a:pt x="40478" y="8856"/>
                </a:lnTo>
                <a:lnTo>
                  <a:pt x="40618" y="8601"/>
                </a:lnTo>
                <a:lnTo>
                  <a:pt x="41038" y="8474"/>
                </a:lnTo>
                <a:lnTo>
                  <a:pt x="41325" y="8346"/>
                </a:lnTo>
                <a:lnTo>
                  <a:pt x="41605" y="8213"/>
                </a:lnTo>
                <a:lnTo>
                  <a:pt x="41885" y="7958"/>
                </a:lnTo>
                <a:lnTo>
                  <a:pt x="42166" y="7831"/>
                </a:lnTo>
                <a:lnTo>
                  <a:pt x="42452" y="7703"/>
                </a:lnTo>
                <a:lnTo>
                  <a:pt x="42732" y="7576"/>
                </a:lnTo>
                <a:lnTo>
                  <a:pt x="43012" y="7316"/>
                </a:lnTo>
                <a:lnTo>
                  <a:pt x="43299" y="7188"/>
                </a:lnTo>
                <a:lnTo>
                  <a:pt x="43579" y="7061"/>
                </a:lnTo>
                <a:lnTo>
                  <a:pt x="43859" y="7061"/>
                </a:lnTo>
                <a:lnTo>
                  <a:pt x="44145" y="6805"/>
                </a:lnTo>
                <a:lnTo>
                  <a:pt x="44426" y="6673"/>
                </a:lnTo>
                <a:lnTo>
                  <a:pt x="44706" y="6545"/>
                </a:lnTo>
                <a:lnTo>
                  <a:pt x="44986" y="6418"/>
                </a:lnTo>
                <a:lnTo>
                  <a:pt x="45413" y="6163"/>
                </a:lnTo>
                <a:lnTo>
                  <a:pt x="45553" y="6035"/>
                </a:lnTo>
                <a:lnTo>
                  <a:pt x="45833" y="5908"/>
                </a:lnTo>
                <a:lnTo>
                  <a:pt x="46119" y="5775"/>
                </a:lnTo>
                <a:lnTo>
                  <a:pt x="46400" y="5520"/>
                </a:lnTo>
                <a:lnTo>
                  <a:pt x="46680" y="5392"/>
                </a:lnTo>
                <a:lnTo>
                  <a:pt x="46960" y="5265"/>
                </a:lnTo>
                <a:lnTo>
                  <a:pt x="47387" y="5137"/>
                </a:lnTo>
                <a:lnTo>
                  <a:pt x="47667" y="4877"/>
                </a:lnTo>
                <a:lnTo>
                  <a:pt x="47953" y="4749"/>
                </a:lnTo>
                <a:lnTo>
                  <a:pt x="48093" y="4749"/>
                </a:lnTo>
                <a:lnTo>
                  <a:pt x="48374" y="4622"/>
                </a:lnTo>
                <a:lnTo>
                  <a:pt x="48654" y="4367"/>
                </a:lnTo>
                <a:lnTo>
                  <a:pt x="48940" y="4234"/>
                </a:lnTo>
                <a:lnTo>
                  <a:pt x="49361" y="4106"/>
                </a:lnTo>
                <a:lnTo>
                  <a:pt x="49641" y="3979"/>
                </a:lnTo>
                <a:lnTo>
                  <a:pt x="49927" y="3724"/>
                </a:lnTo>
                <a:lnTo>
                  <a:pt x="50207" y="3596"/>
                </a:lnTo>
                <a:lnTo>
                  <a:pt x="50488" y="3469"/>
                </a:lnTo>
                <a:lnTo>
                  <a:pt x="50628" y="3336"/>
                </a:lnTo>
                <a:lnTo>
                  <a:pt x="50914" y="3081"/>
                </a:lnTo>
                <a:lnTo>
                  <a:pt x="51194" y="2954"/>
                </a:lnTo>
                <a:lnTo>
                  <a:pt x="51615" y="2826"/>
                </a:lnTo>
                <a:lnTo>
                  <a:pt x="51901" y="2699"/>
                </a:lnTo>
                <a:lnTo>
                  <a:pt x="52181" y="2438"/>
                </a:lnTo>
                <a:lnTo>
                  <a:pt x="52462" y="2311"/>
                </a:lnTo>
                <a:lnTo>
                  <a:pt x="52748" y="2311"/>
                </a:lnTo>
                <a:lnTo>
                  <a:pt x="53028" y="2183"/>
                </a:lnTo>
                <a:lnTo>
                  <a:pt x="53168" y="1928"/>
                </a:lnTo>
                <a:lnTo>
                  <a:pt x="53589" y="1795"/>
                </a:lnTo>
                <a:lnTo>
                  <a:pt x="53875" y="1668"/>
                </a:lnTo>
                <a:lnTo>
                  <a:pt x="54155" y="1540"/>
                </a:lnTo>
                <a:lnTo>
                  <a:pt x="54436" y="1285"/>
                </a:lnTo>
                <a:lnTo>
                  <a:pt x="54722" y="1158"/>
                </a:lnTo>
                <a:lnTo>
                  <a:pt x="55002" y="1030"/>
                </a:lnTo>
                <a:lnTo>
                  <a:pt x="55283" y="897"/>
                </a:lnTo>
                <a:lnTo>
                  <a:pt x="55563" y="642"/>
                </a:lnTo>
                <a:lnTo>
                  <a:pt x="55849" y="515"/>
                </a:lnTo>
                <a:lnTo>
                  <a:pt x="56129" y="387"/>
                </a:lnTo>
                <a:lnTo>
                  <a:pt x="56410" y="260"/>
                </a:lnTo>
                <a:lnTo>
                  <a:pt x="56696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396505" y="5928190"/>
            <a:ext cx="56690" cy="30162"/>
          </a:xfrm>
          <a:custGeom>
            <a:avLst/>
            <a:gdLst/>
            <a:ahLst/>
            <a:cxnLst/>
            <a:rect l="l" t="t" r="r" b="b"/>
            <a:pathLst>
              <a:path w="56690" h="30162">
                <a:moveTo>
                  <a:pt x="0" y="30162"/>
                </a:moveTo>
                <a:lnTo>
                  <a:pt x="280" y="30162"/>
                </a:lnTo>
                <a:lnTo>
                  <a:pt x="560" y="30034"/>
                </a:lnTo>
                <a:lnTo>
                  <a:pt x="846" y="29907"/>
                </a:lnTo>
                <a:lnTo>
                  <a:pt x="1267" y="29652"/>
                </a:lnTo>
                <a:lnTo>
                  <a:pt x="1407" y="29519"/>
                </a:lnTo>
                <a:lnTo>
                  <a:pt x="1687" y="29391"/>
                </a:lnTo>
                <a:lnTo>
                  <a:pt x="1973" y="29264"/>
                </a:lnTo>
                <a:lnTo>
                  <a:pt x="2254" y="29009"/>
                </a:lnTo>
                <a:lnTo>
                  <a:pt x="2534" y="28881"/>
                </a:lnTo>
                <a:lnTo>
                  <a:pt x="2820" y="28748"/>
                </a:lnTo>
                <a:lnTo>
                  <a:pt x="3241" y="28621"/>
                </a:lnTo>
                <a:lnTo>
                  <a:pt x="3521" y="28366"/>
                </a:lnTo>
                <a:lnTo>
                  <a:pt x="3807" y="28238"/>
                </a:lnTo>
                <a:lnTo>
                  <a:pt x="3947" y="28111"/>
                </a:lnTo>
                <a:lnTo>
                  <a:pt x="4228" y="27983"/>
                </a:lnTo>
                <a:lnTo>
                  <a:pt x="4508" y="27850"/>
                </a:lnTo>
                <a:lnTo>
                  <a:pt x="4794" y="27723"/>
                </a:lnTo>
                <a:lnTo>
                  <a:pt x="5215" y="27595"/>
                </a:lnTo>
                <a:lnTo>
                  <a:pt x="5495" y="27468"/>
                </a:lnTo>
                <a:lnTo>
                  <a:pt x="5781" y="27213"/>
                </a:lnTo>
                <a:lnTo>
                  <a:pt x="6062" y="27080"/>
                </a:lnTo>
                <a:lnTo>
                  <a:pt x="6342" y="26953"/>
                </a:lnTo>
                <a:lnTo>
                  <a:pt x="6482" y="26825"/>
                </a:lnTo>
                <a:lnTo>
                  <a:pt x="6768" y="26570"/>
                </a:lnTo>
                <a:lnTo>
                  <a:pt x="7049" y="26442"/>
                </a:lnTo>
                <a:lnTo>
                  <a:pt x="7469" y="26310"/>
                </a:lnTo>
                <a:lnTo>
                  <a:pt x="7755" y="26182"/>
                </a:lnTo>
                <a:lnTo>
                  <a:pt x="8036" y="25927"/>
                </a:lnTo>
                <a:lnTo>
                  <a:pt x="8316" y="25800"/>
                </a:lnTo>
                <a:lnTo>
                  <a:pt x="8602" y="25672"/>
                </a:lnTo>
                <a:lnTo>
                  <a:pt x="8882" y="25545"/>
                </a:lnTo>
                <a:lnTo>
                  <a:pt x="9023" y="25412"/>
                </a:lnTo>
                <a:lnTo>
                  <a:pt x="9443" y="25284"/>
                </a:lnTo>
                <a:lnTo>
                  <a:pt x="9729" y="25157"/>
                </a:lnTo>
                <a:lnTo>
                  <a:pt x="10010" y="25029"/>
                </a:lnTo>
                <a:lnTo>
                  <a:pt x="10290" y="24774"/>
                </a:lnTo>
                <a:lnTo>
                  <a:pt x="10576" y="24641"/>
                </a:lnTo>
                <a:lnTo>
                  <a:pt x="10856" y="24514"/>
                </a:lnTo>
                <a:lnTo>
                  <a:pt x="11137" y="24386"/>
                </a:lnTo>
                <a:lnTo>
                  <a:pt x="11423" y="24131"/>
                </a:lnTo>
                <a:lnTo>
                  <a:pt x="11703" y="24004"/>
                </a:lnTo>
                <a:lnTo>
                  <a:pt x="11984" y="23871"/>
                </a:lnTo>
                <a:lnTo>
                  <a:pt x="12264" y="23743"/>
                </a:lnTo>
                <a:lnTo>
                  <a:pt x="12550" y="23488"/>
                </a:lnTo>
                <a:lnTo>
                  <a:pt x="12830" y="23361"/>
                </a:lnTo>
                <a:lnTo>
                  <a:pt x="13111" y="23233"/>
                </a:lnTo>
                <a:lnTo>
                  <a:pt x="13397" y="23233"/>
                </a:lnTo>
                <a:lnTo>
                  <a:pt x="13817" y="22973"/>
                </a:lnTo>
                <a:lnTo>
                  <a:pt x="13958" y="22846"/>
                </a:lnTo>
                <a:lnTo>
                  <a:pt x="14238" y="22718"/>
                </a:lnTo>
                <a:lnTo>
                  <a:pt x="14524" y="22591"/>
                </a:lnTo>
                <a:lnTo>
                  <a:pt x="14804" y="22335"/>
                </a:lnTo>
                <a:lnTo>
                  <a:pt x="15085" y="22203"/>
                </a:lnTo>
                <a:lnTo>
                  <a:pt x="15371" y="22075"/>
                </a:lnTo>
                <a:lnTo>
                  <a:pt x="15791" y="21948"/>
                </a:lnTo>
                <a:lnTo>
                  <a:pt x="16072" y="21693"/>
                </a:lnTo>
                <a:lnTo>
                  <a:pt x="16358" y="21565"/>
                </a:lnTo>
                <a:lnTo>
                  <a:pt x="16498" y="21432"/>
                </a:lnTo>
                <a:lnTo>
                  <a:pt x="16778" y="21305"/>
                </a:lnTo>
                <a:lnTo>
                  <a:pt x="17059" y="21050"/>
                </a:lnTo>
                <a:lnTo>
                  <a:pt x="17345" y="20922"/>
                </a:lnTo>
                <a:lnTo>
                  <a:pt x="17765" y="20922"/>
                </a:lnTo>
                <a:lnTo>
                  <a:pt x="18046" y="20795"/>
                </a:lnTo>
                <a:lnTo>
                  <a:pt x="18332" y="20534"/>
                </a:lnTo>
                <a:lnTo>
                  <a:pt x="18612" y="20407"/>
                </a:lnTo>
                <a:lnTo>
                  <a:pt x="18892" y="20279"/>
                </a:lnTo>
                <a:lnTo>
                  <a:pt x="19033" y="20152"/>
                </a:lnTo>
                <a:lnTo>
                  <a:pt x="19319" y="19897"/>
                </a:lnTo>
                <a:lnTo>
                  <a:pt x="19599" y="19764"/>
                </a:lnTo>
                <a:lnTo>
                  <a:pt x="20025" y="19636"/>
                </a:lnTo>
                <a:lnTo>
                  <a:pt x="20306" y="19509"/>
                </a:lnTo>
                <a:lnTo>
                  <a:pt x="20586" y="19254"/>
                </a:lnTo>
                <a:lnTo>
                  <a:pt x="20866" y="19126"/>
                </a:lnTo>
                <a:lnTo>
                  <a:pt x="21153" y="18994"/>
                </a:lnTo>
                <a:lnTo>
                  <a:pt x="21433" y="18866"/>
                </a:lnTo>
                <a:lnTo>
                  <a:pt x="21573" y="18611"/>
                </a:lnTo>
                <a:lnTo>
                  <a:pt x="21999" y="18611"/>
                </a:lnTo>
                <a:lnTo>
                  <a:pt x="22280" y="18484"/>
                </a:lnTo>
                <a:lnTo>
                  <a:pt x="22560" y="18356"/>
                </a:lnTo>
                <a:lnTo>
                  <a:pt x="22840" y="18096"/>
                </a:lnTo>
                <a:lnTo>
                  <a:pt x="23127" y="17968"/>
                </a:lnTo>
                <a:lnTo>
                  <a:pt x="23407" y="17841"/>
                </a:lnTo>
                <a:lnTo>
                  <a:pt x="23687" y="17713"/>
                </a:lnTo>
                <a:lnTo>
                  <a:pt x="23973" y="17458"/>
                </a:lnTo>
                <a:lnTo>
                  <a:pt x="24254" y="17325"/>
                </a:lnTo>
                <a:lnTo>
                  <a:pt x="24534" y="17198"/>
                </a:lnTo>
                <a:lnTo>
                  <a:pt x="24820" y="17070"/>
                </a:lnTo>
                <a:lnTo>
                  <a:pt x="25101" y="16815"/>
                </a:lnTo>
                <a:lnTo>
                  <a:pt x="25381" y="16688"/>
                </a:lnTo>
                <a:lnTo>
                  <a:pt x="25661" y="16555"/>
                </a:lnTo>
                <a:lnTo>
                  <a:pt x="25947" y="16427"/>
                </a:lnTo>
                <a:lnTo>
                  <a:pt x="26368" y="16300"/>
                </a:lnTo>
                <a:lnTo>
                  <a:pt x="26508" y="16172"/>
                </a:lnTo>
                <a:lnTo>
                  <a:pt x="26794" y="16045"/>
                </a:lnTo>
                <a:lnTo>
                  <a:pt x="27075" y="15917"/>
                </a:lnTo>
                <a:lnTo>
                  <a:pt x="27355" y="15657"/>
                </a:lnTo>
                <a:lnTo>
                  <a:pt x="27635" y="15529"/>
                </a:lnTo>
                <a:lnTo>
                  <a:pt x="27921" y="15402"/>
                </a:lnTo>
                <a:lnTo>
                  <a:pt x="28342" y="15274"/>
                </a:lnTo>
                <a:lnTo>
                  <a:pt x="28622" y="15014"/>
                </a:lnTo>
                <a:lnTo>
                  <a:pt x="28908" y="14887"/>
                </a:lnTo>
                <a:lnTo>
                  <a:pt x="29049" y="14759"/>
                </a:lnTo>
                <a:lnTo>
                  <a:pt x="29329" y="14632"/>
                </a:lnTo>
                <a:lnTo>
                  <a:pt x="29615" y="14377"/>
                </a:lnTo>
                <a:lnTo>
                  <a:pt x="29895" y="14249"/>
                </a:lnTo>
                <a:lnTo>
                  <a:pt x="30316" y="14116"/>
                </a:lnTo>
                <a:lnTo>
                  <a:pt x="30602" y="13989"/>
                </a:lnTo>
                <a:lnTo>
                  <a:pt x="30882" y="13861"/>
                </a:lnTo>
                <a:lnTo>
                  <a:pt x="31163" y="13734"/>
                </a:lnTo>
                <a:lnTo>
                  <a:pt x="31443" y="13606"/>
                </a:lnTo>
                <a:lnTo>
                  <a:pt x="31589" y="13479"/>
                </a:lnTo>
                <a:lnTo>
                  <a:pt x="31869" y="13218"/>
                </a:lnTo>
                <a:lnTo>
                  <a:pt x="32150" y="13091"/>
                </a:lnTo>
                <a:lnTo>
                  <a:pt x="32576" y="12963"/>
                </a:lnTo>
                <a:lnTo>
                  <a:pt x="32856" y="12836"/>
                </a:lnTo>
                <a:lnTo>
                  <a:pt x="33137" y="12575"/>
                </a:lnTo>
                <a:lnTo>
                  <a:pt x="33417" y="12448"/>
                </a:lnTo>
                <a:lnTo>
                  <a:pt x="33703" y="12320"/>
                </a:lnTo>
                <a:lnTo>
                  <a:pt x="33983" y="12193"/>
                </a:lnTo>
                <a:lnTo>
                  <a:pt x="34124" y="11938"/>
                </a:lnTo>
                <a:lnTo>
                  <a:pt x="34550" y="11805"/>
                </a:lnTo>
                <a:lnTo>
                  <a:pt x="34830" y="11678"/>
                </a:lnTo>
                <a:lnTo>
                  <a:pt x="35111" y="11550"/>
                </a:lnTo>
                <a:lnTo>
                  <a:pt x="35397" y="11423"/>
                </a:lnTo>
                <a:lnTo>
                  <a:pt x="35677" y="11295"/>
                </a:lnTo>
                <a:lnTo>
                  <a:pt x="35957" y="11167"/>
                </a:lnTo>
                <a:lnTo>
                  <a:pt x="36238" y="11040"/>
                </a:lnTo>
                <a:lnTo>
                  <a:pt x="36524" y="10780"/>
                </a:lnTo>
                <a:lnTo>
                  <a:pt x="36804" y="10652"/>
                </a:lnTo>
                <a:lnTo>
                  <a:pt x="37085" y="10525"/>
                </a:lnTo>
                <a:lnTo>
                  <a:pt x="37371" y="10397"/>
                </a:lnTo>
                <a:lnTo>
                  <a:pt x="37651" y="10137"/>
                </a:lnTo>
                <a:lnTo>
                  <a:pt x="37931" y="10009"/>
                </a:lnTo>
                <a:lnTo>
                  <a:pt x="38212" y="9882"/>
                </a:lnTo>
                <a:lnTo>
                  <a:pt x="38498" y="9754"/>
                </a:lnTo>
                <a:lnTo>
                  <a:pt x="38918" y="9499"/>
                </a:lnTo>
                <a:lnTo>
                  <a:pt x="39059" y="9366"/>
                </a:lnTo>
                <a:lnTo>
                  <a:pt x="39345" y="9239"/>
                </a:lnTo>
                <a:lnTo>
                  <a:pt x="39625" y="9239"/>
                </a:lnTo>
                <a:lnTo>
                  <a:pt x="39905" y="8984"/>
                </a:lnTo>
                <a:lnTo>
                  <a:pt x="40192" y="8856"/>
                </a:lnTo>
                <a:lnTo>
                  <a:pt x="40472" y="8729"/>
                </a:lnTo>
                <a:lnTo>
                  <a:pt x="40892" y="8601"/>
                </a:lnTo>
                <a:lnTo>
                  <a:pt x="41179" y="8341"/>
                </a:lnTo>
                <a:lnTo>
                  <a:pt x="41459" y="8213"/>
                </a:lnTo>
                <a:lnTo>
                  <a:pt x="41599" y="8086"/>
                </a:lnTo>
                <a:lnTo>
                  <a:pt x="41879" y="7958"/>
                </a:lnTo>
                <a:lnTo>
                  <a:pt x="42166" y="7698"/>
                </a:lnTo>
                <a:lnTo>
                  <a:pt x="42446" y="7571"/>
                </a:lnTo>
                <a:lnTo>
                  <a:pt x="42866" y="7443"/>
                </a:lnTo>
                <a:lnTo>
                  <a:pt x="43153" y="7316"/>
                </a:lnTo>
                <a:lnTo>
                  <a:pt x="43433" y="7061"/>
                </a:lnTo>
                <a:lnTo>
                  <a:pt x="43713" y="6928"/>
                </a:lnTo>
                <a:lnTo>
                  <a:pt x="43999" y="6928"/>
                </a:lnTo>
                <a:lnTo>
                  <a:pt x="44140" y="6800"/>
                </a:lnTo>
                <a:lnTo>
                  <a:pt x="44420" y="6545"/>
                </a:lnTo>
                <a:lnTo>
                  <a:pt x="44700" y="6418"/>
                </a:lnTo>
                <a:lnTo>
                  <a:pt x="45126" y="6290"/>
                </a:lnTo>
                <a:lnTo>
                  <a:pt x="45407" y="6163"/>
                </a:lnTo>
                <a:lnTo>
                  <a:pt x="45687" y="5902"/>
                </a:lnTo>
                <a:lnTo>
                  <a:pt x="45973" y="5775"/>
                </a:lnTo>
                <a:lnTo>
                  <a:pt x="46254" y="5647"/>
                </a:lnTo>
                <a:lnTo>
                  <a:pt x="46534" y="5520"/>
                </a:lnTo>
                <a:lnTo>
                  <a:pt x="46674" y="5259"/>
                </a:lnTo>
                <a:lnTo>
                  <a:pt x="47100" y="5132"/>
                </a:lnTo>
                <a:lnTo>
                  <a:pt x="47381" y="5004"/>
                </a:lnTo>
                <a:lnTo>
                  <a:pt x="47661" y="4749"/>
                </a:lnTo>
                <a:lnTo>
                  <a:pt x="47947" y="4622"/>
                </a:lnTo>
                <a:lnTo>
                  <a:pt x="48228" y="4622"/>
                </a:lnTo>
                <a:lnTo>
                  <a:pt x="48508" y="4489"/>
                </a:lnTo>
                <a:lnTo>
                  <a:pt x="48794" y="4234"/>
                </a:lnTo>
                <a:lnTo>
                  <a:pt x="49215" y="4106"/>
                </a:lnTo>
                <a:lnTo>
                  <a:pt x="49355" y="3979"/>
                </a:lnTo>
                <a:lnTo>
                  <a:pt x="49635" y="3851"/>
                </a:lnTo>
                <a:lnTo>
                  <a:pt x="49921" y="3591"/>
                </a:lnTo>
                <a:lnTo>
                  <a:pt x="50202" y="3464"/>
                </a:lnTo>
                <a:lnTo>
                  <a:pt x="50482" y="3336"/>
                </a:lnTo>
                <a:lnTo>
                  <a:pt x="50768" y="3209"/>
                </a:lnTo>
                <a:lnTo>
                  <a:pt x="51048" y="2954"/>
                </a:lnTo>
                <a:lnTo>
                  <a:pt x="51469" y="2821"/>
                </a:lnTo>
                <a:lnTo>
                  <a:pt x="51609" y="2693"/>
                </a:lnTo>
                <a:lnTo>
                  <a:pt x="51895" y="2566"/>
                </a:lnTo>
                <a:lnTo>
                  <a:pt x="52176" y="2311"/>
                </a:lnTo>
                <a:lnTo>
                  <a:pt x="52456" y="2311"/>
                </a:lnTo>
                <a:lnTo>
                  <a:pt x="52742" y="2183"/>
                </a:lnTo>
                <a:lnTo>
                  <a:pt x="53022" y="2050"/>
                </a:lnTo>
                <a:lnTo>
                  <a:pt x="53443" y="1795"/>
                </a:lnTo>
                <a:lnTo>
                  <a:pt x="53729" y="1668"/>
                </a:lnTo>
                <a:lnTo>
                  <a:pt x="54009" y="1540"/>
                </a:lnTo>
                <a:lnTo>
                  <a:pt x="54150" y="1413"/>
                </a:lnTo>
                <a:lnTo>
                  <a:pt x="54430" y="1152"/>
                </a:lnTo>
                <a:lnTo>
                  <a:pt x="54716" y="1025"/>
                </a:lnTo>
                <a:lnTo>
                  <a:pt x="54996" y="897"/>
                </a:lnTo>
                <a:lnTo>
                  <a:pt x="55417" y="770"/>
                </a:lnTo>
                <a:lnTo>
                  <a:pt x="55703" y="515"/>
                </a:lnTo>
                <a:lnTo>
                  <a:pt x="55983" y="382"/>
                </a:lnTo>
                <a:lnTo>
                  <a:pt x="56264" y="255"/>
                </a:lnTo>
                <a:lnTo>
                  <a:pt x="56550" y="127"/>
                </a:lnTo>
                <a:lnTo>
                  <a:pt x="56690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453195" y="5897895"/>
            <a:ext cx="56830" cy="30294"/>
          </a:xfrm>
          <a:custGeom>
            <a:avLst/>
            <a:gdLst/>
            <a:ahLst/>
            <a:cxnLst/>
            <a:rect l="l" t="t" r="r" b="b"/>
            <a:pathLst>
              <a:path w="56830" h="30294">
                <a:moveTo>
                  <a:pt x="0" y="30294"/>
                </a:moveTo>
                <a:lnTo>
                  <a:pt x="280" y="30167"/>
                </a:lnTo>
                <a:lnTo>
                  <a:pt x="560" y="30039"/>
                </a:lnTo>
                <a:lnTo>
                  <a:pt x="986" y="29907"/>
                </a:lnTo>
                <a:lnTo>
                  <a:pt x="1267" y="29652"/>
                </a:lnTo>
                <a:lnTo>
                  <a:pt x="1547" y="29524"/>
                </a:lnTo>
                <a:lnTo>
                  <a:pt x="1833" y="29396"/>
                </a:lnTo>
                <a:lnTo>
                  <a:pt x="2114" y="29269"/>
                </a:lnTo>
                <a:lnTo>
                  <a:pt x="2394" y="29009"/>
                </a:lnTo>
                <a:lnTo>
                  <a:pt x="2534" y="28881"/>
                </a:lnTo>
                <a:lnTo>
                  <a:pt x="2960" y="28754"/>
                </a:lnTo>
                <a:lnTo>
                  <a:pt x="3241" y="28626"/>
                </a:lnTo>
                <a:lnTo>
                  <a:pt x="3521" y="28371"/>
                </a:lnTo>
                <a:lnTo>
                  <a:pt x="3807" y="28238"/>
                </a:lnTo>
                <a:lnTo>
                  <a:pt x="4088" y="28111"/>
                </a:lnTo>
                <a:lnTo>
                  <a:pt x="4368" y="27983"/>
                </a:lnTo>
                <a:lnTo>
                  <a:pt x="4654" y="27856"/>
                </a:lnTo>
                <a:lnTo>
                  <a:pt x="4934" y="27728"/>
                </a:lnTo>
                <a:lnTo>
                  <a:pt x="5215" y="27601"/>
                </a:lnTo>
                <a:lnTo>
                  <a:pt x="5501" y="27468"/>
                </a:lnTo>
                <a:lnTo>
                  <a:pt x="5781" y="27213"/>
                </a:lnTo>
                <a:lnTo>
                  <a:pt x="6062" y="27085"/>
                </a:lnTo>
                <a:lnTo>
                  <a:pt x="6342" y="26958"/>
                </a:lnTo>
                <a:lnTo>
                  <a:pt x="6628" y="26830"/>
                </a:lnTo>
                <a:lnTo>
                  <a:pt x="6908" y="26570"/>
                </a:lnTo>
                <a:lnTo>
                  <a:pt x="7329" y="26442"/>
                </a:lnTo>
                <a:lnTo>
                  <a:pt x="7615" y="26315"/>
                </a:lnTo>
                <a:lnTo>
                  <a:pt x="7755" y="26187"/>
                </a:lnTo>
                <a:lnTo>
                  <a:pt x="8036" y="25927"/>
                </a:lnTo>
                <a:lnTo>
                  <a:pt x="8316" y="25800"/>
                </a:lnTo>
                <a:lnTo>
                  <a:pt x="8602" y="25672"/>
                </a:lnTo>
                <a:lnTo>
                  <a:pt x="8882" y="25545"/>
                </a:lnTo>
                <a:lnTo>
                  <a:pt x="9303" y="25417"/>
                </a:lnTo>
                <a:lnTo>
                  <a:pt x="9589" y="25290"/>
                </a:lnTo>
                <a:lnTo>
                  <a:pt x="9869" y="25162"/>
                </a:lnTo>
                <a:lnTo>
                  <a:pt x="10010" y="25029"/>
                </a:lnTo>
                <a:lnTo>
                  <a:pt x="10296" y="24774"/>
                </a:lnTo>
                <a:lnTo>
                  <a:pt x="10576" y="24647"/>
                </a:lnTo>
                <a:lnTo>
                  <a:pt x="10856" y="24519"/>
                </a:lnTo>
                <a:lnTo>
                  <a:pt x="11137" y="24392"/>
                </a:lnTo>
                <a:lnTo>
                  <a:pt x="11563" y="24131"/>
                </a:lnTo>
                <a:lnTo>
                  <a:pt x="11843" y="24004"/>
                </a:lnTo>
                <a:lnTo>
                  <a:pt x="12124" y="23876"/>
                </a:lnTo>
                <a:lnTo>
                  <a:pt x="12410" y="23749"/>
                </a:lnTo>
                <a:lnTo>
                  <a:pt x="12550" y="23488"/>
                </a:lnTo>
                <a:lnTo>
                  <a:pt x="12830" y="23361"/>
                </a:lnTo>
                <a:lnTo>
                  <a:pt x="13111" y="23233"/>
                </a:lnTo>
                <a:lnTo>
                  <a:pt x="13537" y="23233"/>
                </a:lnTo>
                <a:lnTo>
                  <a:pt x="13817" y="22978"/>
                </a:lnTo>
                <a:lnTo>
                  <a:pt x="14098" y="22851"/>
                </a:lnTo>
                <a:lnTo>
                  <a:pt x="14384" y="22723"/>
                </a:lnTo>
                <a:lnTo>
                  <a:pt x="14664" y="22591"/>
                </a:lnTo>
                <a:lnTo>
                  <a:pt x="14944" y="22335"/>
                </a:lnTo>
                <a:lnTo>
                  <a:pt x="15091" y="22208"/>
                </a:lnTo>
                <a:lnTo>
                  <a:pt x="15511" y="22080"/>
                </a:lnTo>
                <a:lnTo>
                  <a:pt x="15791" y="21953"/>
                </a:lnTo>
                <a:lnTo>
                  <a:pt x="16077" y="21693"/>
                </a:lnTo>
                <a:lnTo>
                  <a:pt x="16358" y="21565"/>
                </a:lnTo>
                <a:lnTo>
                  <a:pt x="16638" y="21438"/>
                </a:lnTo>
                <a:lnTo>
                  <a:pt x="16918" y="21310"/>
                </a:lnTo>
                <a:lnTo>
                  <a:pt x="17205" y="21050"/>
                </a:lnTo>
                <a:lnTo>
                  <a:pt x="17485" y="20922"/>
                </a:lnTo>
                <a:lnTo>
                  <a:pt x="17765" y="20922"/>
                </a:lnTo>
                <a:lnTo>
                  <a:pt x="18051" y="20795"/>
                </a:lnTo>
                <a:lnTo>
                  <a:pt x="18332" y="20540"/>
                </a:lnTo>
                <a:lnTo>
                  <a:pt x="18612" y="20412"/>
                </a:lnTo>
                <a:lnTo>
                  <a:pt x="18892" y="20285"/>
                </a:lnTo>
                <a:lnTo>
                  <a:pt x="19179" y="20152"/>
                </a:lnTo>
                <a:lnTo>
                  <a:pt x="19459" y="19897"/>
                </a:lnTo>
                <a:lnTo>
                  <a:pt x="19885" y="19769"/>
                </a:lnTo>
                <a:lnTo>
                  <a:pt x="20166" y="19642"/>
                </a:lnTo>
                <a:lnTo>
                  <a:pt x="20306" y="19514"/>
                </a:lnTo>
                <a:lnTo>
                  <a:pt x="20586" y="19254"/>
                </a:lnTo>
                <a:lnTo>
                  <a:pt x="20872" y="19126"/>
                </a:lnTo>
                <a:lnTo>
                  <a:pt x="21153" y="18999"/>
                </a:lnTo>
                <a:lnTo>
                  <a:pt x="21433" y="18871"/>
                </a:lnTo>
                <a:lnTo>
                  <a:pt x="21859" y="18611"/>
                </a:lnTo>
                <a:lnTo>
                  <a:pt x="22140" y="18611"/>
                </a:lnTo>
                <a:lnTo>
                  <a:pt x="22420" y="18484"/>
                </a:lnTo>
                <a:lnTo>
                  <a:pt x="22700" y="18356"/>
                </a:lnTo>
                <a:lnTo>
                  <a:pt x="22846" y="18101"/>
                </a:lnTo>
                <a:lnTo>
                  <a:pt x="23127" y="17973"/>
                </a:lnTo>
                <a:lnTo>
                  <a:pt x="23407" y="17841"/>
                </a:lnTo>
                <a:lnTo>
                  <a:pt x="23687" y="17713"/>
                </a:lnTo>
                <a:lnTo>
                  <a:pt x="24114" y="17458"/>
                </a:lnTo>
                <a:lnTo>
                  <a:pt x="24394" y="17331"/>
                </a:lnTo>
                <a:lnTo>
                  <a:pt x="24680" y="17203"/>
                </a:lnTo>
                <a:lnTo>
                  <a:pt x="24960" y="17076"/>
                </a:lnTo>
                <a:lnTo>
                  <a:pt x="25241" y="16815"/>
                </a:lnTo>
                <a:lnTo>
                  <a:pt x="25381" y="16688"/>
                </a:lnTo>
                <a:lnTo>
                  <a:pt x="25667" y="16560"/>
                </a:lnTo>
                <a:lnTo>
                  <a:pt x="26088" y="16433"/>
                </a:lnTo>
                <a:lnTo>
                  <a:pt x="26368" y="16305"/>
                </a:lnTo>
                <a:lnTo>
                  <a:pt x="26654" y="16172"/>
                </a:lnTo>
                <a:lnTo>
                  <a:pt x="26934" y="16045"/>
                </a:lnTo>
                <a:lnTo>
                  <a:pt x="27215" y="15917"/>
                </a:lnTo>
                <a:lnTo>
                  <a:pt x="27495" y="15662"/>
                </a:lnTo>
                <a:lnTo>
                  <a:pt x="27641" y="15535"/>
                </a:lnTo>
                <a:lnTo>
                  <a:pt x="28062" y="15402"/>
                </a:lnTo>
                <a:lnTo>
                  <a:pt x="28342" y="15274"/>
                </a:lnTo>
                <a:lnTo>
                  <a:pt x="28628" y="15019"/>
                </a:lnTo>
                <a:lnTo>
                  <a:pt x="28908" y="14892"/>
                </a:lnTo>
                <a:lnTo>
                  <a:pt x="29189" y="14764"/>
                </a:lnTo>
                <a:lnTo>
                  <a:pt x="29475" y="14637"/>
                </a:lnTo>
                <a:lnTo>
                  <a:pt x="29755" y="14377"/>
                </a:lnTo>
                <a:lnTo>
                  <a:pt x="30035" y="14249"/>
                </a:lnTo>
                <a:lnTo>
                  <a:pt x="30316" y="14122"/>
                </a:lnTo>
                <a:lnTo>
                  <a:pt x="30602" y="13994"/>
                </a:lnTo>
                <a:lnTo>
                  <a:pt x="30882" y="13867"/>
                </a:lnTo>
                <a:lnTo>
                  <a:pt x="31163" y="13734"/>
                </a:lnTo>
                <a:lnTo>
                  <a:pt x="31449" y="13606"/>
                </a:lnTo>
                <a:lnTo>
                  <a:pt x="31729" y="13479"/>
                </a:lnTo>
                <a:lnTo>
                  <a:pt x="32009" y="13224"/>
                </a:lnTo>
                <a:lnTo>
                  <a:pt x="32436" y="13096"/>
                </a:lnTo>
                <a:lnTo>
                  <a:pt x="32716" y="12963"/>
                </a:lnTo>
                <a:lnTo>
                  <a:pt x="32856" y="12836"/>
                </a:lnTo>
                <a:lnTo>
                  <a:pt x="33137" y="12581"/>
                </a:lnTo>
                <a:lnTo>
                  <a:pt x="33423" y="12453"/>
                </a:lnTo>
                <a:lnTo>
                  <a:pt x="33703" y="12326"/>
                </a:lnTo>
                <a:lnTo>
                  <a:pt x="33983" y="12193"/>
                </a:lnTo>
                <a:lnTo>
                  <a:pt x="34410" y="11938"/>
                </a:lnTo>
                <a:lnTo>
                  <a:pt x="34690" y="11810"/>
                </a:lnTo>
                <a:lnTo>
                  <a:pt x="34970" y="11683"/>
                </a:lnTo>
                <a:lnTo>
                  <a:pt x="35257" y="11683"/>
                </a:lnTo>
                <a:lnTo>
                  <a:pt x="35397" y="11428"/>
                </a:lnTo>
                <a:lnTo>
                  <a:pt x="35677" y="11295"/>
                </a:lnTo>
                <a:lnTo>
                  <a:pt x="35957" y="11167"/>
                </a:lnTo>
                <a:lnTo>
                  <a:pt x="36244" y="11040"/>
                </a:lnTo>
                <a:lnTo>
                  <a:pt x="36664" y="10785"/>
                </a:lnTo>
                <a:lnTo>
                  <a:pt x="36944" y="10657"/>
                </a:lnTo>
                <a:lnTo>
                  <a:pt x="37231" y="10525"/>
                </a:lnTo>
                <a:lnTo>
                  <a:pt x="37511" y="10397"/>
                </a:lnTo>
                <a:lnTo>
                  <a:pt x="37791" y="10142"/>
                </a:lnTo>
                <a:lnTo>
                  <a:pt x="37931" y="10015"/>
                </a:lnTo>
                <a:lnTo>
                  <a:pt x="38218" y="9887"/>
                </a:lnTo>
                <a:lnTo>
                  <a:pt x="38638" y="9754"/>
                </a:lnTo>
                <a:lnTo>
                  <a:pt x="38918" y="9499"/>
                </a:lnTo>
                <a:lnTo>
                  <a:pt x="39205" y="9372"/>
                </a:lnTo>
                <a:lnTo>
                  <a:pt x="39485" y="9372"/>
                </a:lnTo>
                <a:lnTo>
                  <a:pt x="39765" y="9244"/>
                </a:lnTo>
                <a:lnTo>
                  <a:pt x="40051" y="8984"/>
                </a:lnTo>
                <a:lnTo>
                  <a:pt x="40332" y="8856"/>
                </a:lnTo>
                <a:lnTo>
                  <a:pt x="40612" y="8729"/>
                </a:lnTo>
                <a:lnTo>
                  <a:pt x="40892" y="8601"/>
                </a:lnTo>
                <a:lnTo>
                  <a:pt x="41179" y="8346"/>
                </a:lnTo>
                <a:lnTo>
                  <a:pt x="41459" y="8219"/>
                </a:lnTo>
                <a:lnTo>
                  <a:pt x="41739" y="8086"/>
                </a:lnTo>
                <a:lnTo>
                  <a:pt x="42025" y="7958"/>
                </a:lnTo>
                <a:lnTo>
                  <a:pt x="42306" y="7703"/>
                </a:lnTo>
                <a:lnTo>
                  <a:pt x="42586" y="7576"/>
                </a:lnTo>
                <a:lnTo>
                  <a:pt x="42866" y="7448"/>
                </a:lnTo>
                <a:lnTo>
                  <a:pt x="43153" y="7316"/>
                </a:lnTo>
                <a:lnTo>
                  <a:pt x="43433" y="7061"/>
                </a:lnTo>
                <a:lnTo>
                  <a:pt x="43713" y="6933"/>
                </a:lnTo>
                <a:lnTo>
                  <a:pt x="43999" y="6933"/>
                </a:lnTo>
                <a:lnTo>
                  <a:pt x="44280" y="6805"/>
                </a:lnTo>
                <a:lnTo>
                  <a:pt x="44560" y="6545"/>
                </a:lnTo>
                <a:lnTo>
                  <a:pt x="44986" y="6418"/>
                </a:lnTo>
                <a:lnTo>
                  <a:pt x="45267" y="6290"/>
                </a:lnTo>
                <a:lnTo>
                  <a:pt x="45407" y="6163"/>
                </a:lnTo>
                <a:lnTo>
                  <a:pt x="45687" y="5908"/>
                </a:lnTo>
                <a:lnTo>
                  <a:pt x="45973" y="5780"/>
                </a:lnTo>
                <a:lnTo>
                  <a:pt x="46254" y="5647"/>
                </a:lnTo>
                <a:lnTo>
                  <a:pt x="46534" y="5520"/>
                </a:lnTo>
                <a:lnTo>
                  <a:pt x="46960" y="5265"/>
                </a:lnTo>
                <a:lnTo>
                  <a:pt x="47241" y="5137"/>
                </a:lnTo>
                <a:lnTo>
                  <a:pt x="47521" y="5010"/>
                </a:lnTo>
                <a:lnTo>
                  <a:pt x="47807" y="4877"/>
                </a:lnTo>
                <a:lnTo>
                  <a:pt x="47947" y="4622"/>
                </a:lnTo>
                <a:lnTo>
                  <a:pt x="48228" y="4622"/>
                </a:lnTo>
                <a:lnTo>
                  <a:pt x="48508" y="4494"/>
                </a:lnTo>
                <a:lnTo>
                  <a:pt x="48794" y="4367"/>
                </a:lnTo>
                <a:lnTo>
                  <a:pt x="49215" y="4106"/>
                </a:lnTo>
                <a:lnTo>
                  <a:pt x="49495" y="3979"/>
                </a:lnTo>
                <a:lnTo>
                  <a:pt x="49781" y="3851"/>
                </a:lnTo>
                <a:lnTo>
                  <a:pt x="50061" y="3724"/>
                </a:lnTo>
                <a:lnTo>
                  <a:pt x="50342" y="3469"/>
                </a:lnTo>
                <a:lnTo>
                  <a:pt x="50482" y="3341"/>
                </a:lnTo>
                <a:lnTo>
                  <a:pt x="50768" y="3209"/>
                </a:lnTo>
                <a:lnTo>
                  <a:pt x="51189" y="3081"/>
                </a:lnTo>
                <a:lnTo>
                  <a:pt x="51469" y="2826"/>
                </a:lnTo>
                <a:lnTo>
                  <a:pt x="51755" y="2699"/>
                </a:lnTo>
                <a:lnTo>
                  <a:pt x="52035" y="2571"/>
                </a:lnTo>
                <a:lnTo>
                  <a:pt x="52316" y="2438"/>
                </a:lnTo>
                <a:lnTo>
                  <a:pt x="52602" y="2311"/>
                </a:lnTo>
                <a:lnTo>
                  <a:pt x="52882" y="2183"/>
                </a:lnTo>
                <a:lnTo>
                  <a:pt x="53163" y="2056"/>
                </a:lnTo>
                <a:lnTo>
                  <a:pt x="53449" y="1928"/>
                </a:lnTo>
                <a:lnTo>
                  <a:pt x="53729" y="1668"/>
                </a:lnTo>
                <a:lnTo>
                  <a:pt x="54009" y="1540"/>
                </a:lnTo>
                <a:lnTo>
                  <a:pt x="54290" y="1413"/>
                </a:lnTo>
                <a:lnTo>
                  <a:pt x="54576" y="1285"/>
                </a:lnTo>
                <a:lnTo>
                  <a:pt x="54856" y="1030"/>
                </a:lnTo>
                <a:lnTo>
                  <a:pt x="55137" y="897"/>
                </a:lnTo>
                <a:lnTo>
                  <a:pt x="55423" y="770"/>
                </a:lnTo>
                <a:lnTo>
                  <a:pt x="55703" y="642"/>
                </a:lnTo>
                <a:lnTo>
                  <a:pt x="55983" y="387"/>
                </a:lnTo>
                <a:lnTo>
                  <a:pt x="56264" y="260"/>
                </a:lnTo>
                <a:lnTo>
                  <a:pt x="56550" y="132"/>
                </a:lnTo>
                <a:lnTo>
                  <a:pt x="56830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510026" y="5867584"/>
            <a:ext cx="56690" cy="30310"/>
          </a:xfrm>
          <a:custGeom>
            <a:avLst/>
            <a:gdLst/>
            <a:ahLst/>
            <a:cxnLst/>
            <a:rect l="l" t="t" r="r" b="b"/>
            <a:pathLst>
              <a:path w="56690" h="30310">
                <a:moveTo>
                  <a:pt x="0" y="30310"/>
                </a:moveTo>
                <a:lnTo>
                  <a:pt x="280" y="30183"/>
                </a:lnTo>
                <a:lnTo>
                  <a:pt x="706" y="30055"/>
                </a:lnTo>
                <a:lnTo>
                  <a:pt x="986" y="29928"/>
                </a:lnTo>
                <a:lnTo>
                  <a:pt x="1127" y="29800"/>
                </a:lnTo>
                <a:lnTo>
                  <a:pt x="1413" y="29540"/>
                </a:lnTo>
                <a:lnTo>
                  <a:pt x="1693" y="29412"/>
                </a:lnTo>
                <a:lnTo>
                  <a:pt x="1973" y="29285"/>
                </a:lnTo>
                <a:lnTo>
                  <a:pt x="2254" y="29157"/>
                </a:lnTo>
                <a:lnTo>
                  <a:pt x="2680" y="28902"/>
                </a:lnTo>
                <a:lnTo>
                  <a:pt x="2960" y="28770"/>
                </a:lnTo>
                <a:lnTo>
                  <a:pt x="3241" y="28642"/>
                </a:lnTo>
                <a:lnTo>
                  <a:pt x="3527" y="28515"/>
                </a:lnTo>
                <a:lnTo>
                  <a:pt x="3667" y="28260"/>
                </a:lnTo>
                <a:lnTo>
                  <a:pt x="3947" y="28132"/>
                </a:lnTo>
                <a:lnTo>
                  <a:pt x="4228" y="28004"/>
                </a:lnTo>
                <a:lnTo>
                  <a:pt x="4514" y="28004"/>
                </a:lnTo>
                <a:lnTo>
                  <a:pt x="4934" y="27744"/>
                </a:lnTo>
                <a:lnTo>
                  <a:pt x="5215" y="27617"/>
                </a:lnTo>
                <a:lnTo>
                  <a:pt x="5501" y="27489"/>
                </a:lnTo>
                <a:lnTo>
                  <a:pt x="5781" y="27362"/>
                </a:lnTo>
                <a:lnTo>
                  <a:pt x="6062" y="27101"/>
                </a:lnTo>
                <a:lnTo>
                  <a:pt x="6208" y="26974"/>
                </a:lnTo>
                <a:lnTo>
                  <a:pt x="6488" y="26846"/>
                </a:lnTo>
                <a:lnTo>
                  <a:pt x="6908" y="26719"/>
                </a:lnTo>
                <a:lnTo>
                  <a:pt x="7195" y="26464"/>
                </a:lnTo>
                <a:lnTo>
                  <a:pt x="7475" y="26331"/>
                </a:lnTo>
                <a:lnTo>
                  <a:pt x="7755" y="26203"/>
                </a:lnTo>
                <a:lnTo>
                  <a:pt x="8036" y="26076"/>
                </a:lnTo>
                <a:lnTo>
                  <a:pt x="8322" y="25821"/>
                </a:lnTo>
                <a:lnTo>
                  <a:pt x="8602" y="25693"/>
                </a:lnTo>
                <a:lnTo>
                  <a:pt x="8882" y="25693"/>
                </a:lnTo>
                <a:lnTo>
                  <a:pt x="9169" y="25566"/>
                </a:lnTo>
                <a:lnTo>
                  <a:pt x="9449" y="25305"/>
                </a:lnTo>
                <a:lnTo>
                  <a:pt x="9729" y="25178"/>
                </a:lnTo>
                <a:lnTo>
                  <a:pt x="10015" y="25050"/>
                </a:lnTo>
                <a:lnTo>
                  <a:pt x="10296" y="24923"/>
                </a:lnTo>
                <a:lnTo>
                  <a:pt x="10576" y="24663"/>
                </a:lnTo>
                <a:lnTo>
                  <a:pt x="10856" y="24535"/>
                </a:lnTo>
                <a:lnTo>
                  <a:pt x="11143" y="24408"/>
                </a:lnTo>
                <a:lnTo>
                  <a:pt x="11423" y="24280"/>
                </a:lnTo>
                <a:lnTo>
                  <a:pt x="11703" y="24025"/>
                </a:lnTo>
                <a:lnTo>
                  <a:pt x="11989" y="23892"/>
                </a:lnTo>
                <a:lnTo>
                  <a:pt x="12270" y="23765"/>
                </a:lnTo>
                <a:lnTo>
                  <a:pt x="12550" y="23637"/>
                </a:lnTo>
                <a:lnTo>
                  <a:pt x="12830" y="23382"/>
                </a:lnTo>
                <a:lnTo>
                  <a:pt x="13257" y="23382"/>
                </a:lnTo>
                <a:lnTo>
                  <a:pt x="13537" y="23255"/>
                </a:lnTo>
                <a:lnTo>
                  <a:pt x="13677" y="23122"/>
                </a:lnTo>
                <a:lnTo>
                  <a:pt x="13963" y="22867"/>
                </a:lnTo>
                <a:lnTo>
                  <a:pt x="14244" y="22739"/>
                </a:lnTo>
                <a:lnTo>
                  <a:pt x="14524" y="22612"/>
                </a:lnTo>
                <a:lnTo>
                  <a:pt x="14810" y="22484"/>
                </a:lnTo>
                <a:lnTo>
                  <a:pt x="15231" y="22224"/>
                </a:lnTo>
                <a:lnTo>
                  <a:pt x="15511" y="22096"/>
                </a:lnTo>
                <a:lnTo>
                  <a:pt x="15797" y="21969"/>
                </a:lnTo>
                <a:lnTo>
                  <a:pt x="16077" y="21841"/>
                </a:lnTo>
                <a:lnTo>
                  <a:pt x="16218" y="21586"/>
                </a:lnTo>
                <a:lnTo>
                  <a:pt x="16498" y="21454"/>
                </a:lnTo>
                <a:lnTo>
                  <a:pt x="16784" y="21326"/>
                </a:lnTo>
                <a:lnTo>
                  <a:pt x="17064" y="21198"/>
                </a:lnTo>
                <a:lnTo>
                  <a:pt x="17485" y="21071"/>
                </a:lnTo>
                <a:lnTo>
                  <a:pt x="17771" y="20943"/>
                </a:lnTo>
                <a:lnTo>
                  <a:pt x="18051" y="20816"/>
                </a:lnTo>
                <a:lnTo>
                  <a:pt x="18332" y="20683"/>
                </a:lnTo>
                <a:lnTo>
                  <a:pt x="18612" y="20428"/>
                </a:lnTo>
                <a:lnTo>
                  <a:pt x="18758" y="20301"/>
                </a:lnTo>
                <a:lnTo>
                  <a:pt x="19038" y="20173"/>
                </a:lnTo>
                <a:lnTo>
                  <a:pt x="19459" y="20046"/>
                </a:lnTo>
                <a:lnTo>
                  <a:pt x="19745" y="19785"/>
                </a:lnTo>
                <a:lnTo>
                  <a:pt x="20025" y="19658"/>
                </a:lnTo>
                <a:lnTo>
                  <a:pt x="20306" y="19530"/>
                </a:lnTo>
                <a:lnTo>
                  <a:pt x="20592" y="19403"/>
                </a:lnTo>
                <a:lnTo>
                  <a:pt x="20872" y="19148"/>
                </a:lnTo>
                <a:lnTo>
                  <a:pt x="21153" y="19015"/>
                </a:lnTo>
                <a:lnTo>
                  <a:pt x="21433" y="18887"/>
                </a:lnTo>
                <a:lnTo>
                  <a:pt x="21719" y="18760"/>
                </a:lnTo>
                <a:lnTo>
                  <a:pt x="21999" y="18632"/>
                </a:lnTo>
                <a:lnTo>
                  <a:pt x="22280" y="18505"/>
                </a:lnTo>
                <a:lnTo>
                  <a:pt x="22566" y="18377"/>
                </a:lnTo>
                <a:lnTo>
                  <a:pt x="22846" y="18244"/>
                </a:lnTo>
                <a:lnTo>
                  <a:pt x="23127" y="17989"/>
                </a:lnTo>
                <a:lnTo>
                  <a:pt x="23407" y="17862"/>
                </a:lnTo>
                <a:lnTo>
                  <a:pt x="23693" y="17734"/>
                </a:lnTo>
                <a:lnTo>
                  <a:pt x="23973" y="17607"/>
                </a:lnTo>
                <a:lnTo>
                  <a:pt x="24254" y="17347"/>
                </a:lnTo>
                <a:lnTo>
                  <a:pt x="24540" y="17219"/>
                </a:lnTo>
                <a:lnTo>
                  <a:pt x="24820" y="17092"/>
                </a:lnTo>
                <a:lnTo>
                  <a:pt x="25101" y="16964"/>
                </a:lnTo>
                <a:lnTo>
                  <a:pt x="25387" y="16709"/>
                </a:lnTo>
                <a:lnTo>
                  <a:pt x="25807" y="16576"/>
                </a:lnTo>
                <a:lnTo>
                  <a:pt x="26088" y="16449"/>
                </a:lnTo>
                <a:lnTo>
                  <a:pt x="26228" y="16321"/>
                </a:lnTo>
                <a:lnTo>
                  <a:pt x="26514" y="16194"/>
                </a:lnTo>
                <a:lnTo>
                  <a:pt x="26794" y="16066"/>
                </a:lnTo>
                <a:lnTo>
                  <a:pt x="27075" y="15939"/>
                </a:lnTo>
                <a:lnTo>
                  <a:pt x="27361" y="15806"/>
                </a:lnTo>
                <a:lnTo>
                  <a:pt x="27781" y="15551"/>
                </a:lnTo>
                <a:lnTo>
                  <a:pt x="28062" y="15423"/>
                </a:lnTo>
                <a:lnTo>
                  <a:pt x="28348" y="15296"/>
                </a:lnTo>
                <a:lnTo>
                  <a:pt x="28628" y="15168"/>
                </a:lnTo>
                <a:lnTo>
                  <a:pt x="28768" y="14908"/>
                </a:lnTo>
                <a:lnTo>
                  <a:pt x="29049" y="14780"/>
                </a:lnTo>
                <a:lnTo>
                  <a:pt x="29335" y="14653"/>
                </a:lnTo>
                <a:lnTo>
                  <a:pt x="29615" y="14525"/>
                </a:lnTo>
                <a:lnTo>
                  <a:pt x="30035" y="14270"/>
                </a:lnTo>
                <a:lnTo>
                  <a:pt x="30322" y="14137"/>
                </a:lnTo>
                <a:lnTo>
                  <a:pt x="30602" y="14010"/>
                </a:lnTo>
                <a:lnTo>
                  <a:pt x="30882" y="14010"/>
                </a:lnTo>
                <a:lnTo>
                  <a:pt x="31168" y="13755"/>
                </a:lnTo>
                <a:lnTo>
                  <a:pt x="31309" y="13627"/>
                </a:lnTo>
                <a:lnTo>
                  <a:pt x="31589" y="13500"/>
                </a:lnTo>
                <a:lnTo>
                  <a:pt x="32009" y="13367"/>
                </a:lnTo>
                <a:lnTo>
                  <a:pt x="32296" y="13112"/>
                </a:lnTo>
                <a:lnTo>
                  <a:pt x="32576" y="12985"/>
                </a:lnTo>
                <a:lnTo>
                  <a:pt x="32856" y="12857"/>
                </a:lnTo>
                <a:lnTo>
                  <a:pt x="33142" y="12730"/>
                </a:lnTo>
                <a:lnTo>
                  <a:pt x="33423" y="12469"/>
                </a:lnTo>
                <a:lnTo>
                  <a:pt x="33703" y="12342"/>
                </a:lnTo>
                <a:lnTo>
                  <a:pt x="33843" y="12214"/>
                </a:lnTo>
                <a:lnTo>
                  <a:pt x="34270" y="12087"/>
                </a:lnTo>
                <a:lnTo>
                  <a:pt x="34550" y="11832"/>
                </a:lnTo>
                <a:lnTo>
                  <a:pt x="34830" y="11699"/>
                </a:lnTo>
                <a:lnTo>
                  <a:pt x="35116" y="11699"/>
                </a:lnTo>
                <a:lnTo>
                  <a:pt x="35397" y="11571"/>
                </a:lnTo>
                <a:lnTo>
                  <a:pt x="35677" y="11316"/>
                </a:lnTo>
                <a:lnTo>
                  <a:pt x="35963" y="11189"/>
                </a:lnTo>
                <a:lnTo>
                  <a:pt x="36244" y="11061"/>
                </a:lnTo>
                <a:lnTo>
                  <a:pt x="36524" y="10928"/>
                </a:lnTo>
                <a:lnTo>
                  <a:pt x="36804" y="10673"/>
                </a:lnTo>
                <a:lnTo>
                  <a:pt x="37090" y="10546"/>
                </a:lnTo>
                <a:lnTo>
                  <a:pt x="37371" y="10418"/>
                </a:lnTo>
                <a:lnTo>
                  <a:pt x="37651" y="10291"/>
                </a:lnTo>
                <a:lnTo>
                  <a:pt x="37937" y="10031"/>
                </a:lnTo>
                <a:lnTo>
                  <a:pt x="38358" y="9903"/>
                </a:lnTo>
                <a:lnTo>
                  <a:pt x="38638" y="9775"/>
                </a:lnTo>
                <a:lnTo>
                  <a:pt x="38784" y="9648"/>
                </a:lnTo>
                <a:lnTo>
                  <a:pt x="39064" y="9388"/>
                </a:lnTo>
                <a:lnTo>
                  <a:pt x="39345" y="9388"/>
                </a:lnTo>
                <a:lnTo>
                  <a:pt x="39625" y="9260"/>
                </a:lnTo>
                <a:lnTo>
                  <a:pt x="39911" y="9133"/>
                </a:lnTo>
                <a:lnTo>
                  <a:pt x="40192" y="8878"/>
                </a:lnTo>
                <a:lnTo>
                  <a:pt x="40612" y="8750"/>
                </a:lnTo>
                <a:lnTo>
                  <a:pt x="40898" y="8623"/>
                </a:lnTo>
                <a:lnTo>
                  <a:pt x="41179" y="8490"/>
                </a:lnTo>
                <a:lnTo>
                  <a:pt x="41319" y="8235"/>
                </a:lnTo>
                <a:lnTo>
                  <a:pt x="41599" y="8107"/>
                </a:lnTo>
                <a:lnTo>
                  <a:pt x="41885" y="7980"/>
                </a:lnTo>
                <a:lnTo>
                  <a:pt x="42166" y="7852"/>
                </a:lnTo>
                <a:lnTo>
                  <a:pt x="42586" y="7592"/>
                </a:lnTo>
                <a:lnTo>
                  <a:pt x="42872" y="7464"/>
                </a:lnTo>
                <a:lnTo>
                  <a:pt x="43153" y="7337"/>
                </a:lnTo>
                <a:lnTo>
                  <a:pt x="43433" y="7209"/>
                </a:lnTo>
                <a:lnTo>
                  <a:pt x="43719" y="7082"/>
                </a:lnTo>
                <a:lnTo>
                  <a:pt x="43859" y="6949"/>
                </a:lnTo>
                <a:lnTo>
                  <a:pt x="44140" y="6821"/>
                </a:lnTo>
                <a:lnTo>
                  <a:pt x="44566" y="6694"/>
                </a:lnTo>
                <a:lnTo>
                  <a:pt x="44846" y="6439"/>
                </a:lnTo>
                <a:lnTo>
                  <a:pt x="45126" y="6311"/>
                </a:lnTo>
                <a:lnTo>
                  <a:pt x="45407" y="6179"/>
                </a:lnTo>
                <a:lnTo>
                  <a:pt x="45693" y="6051"/>
                </a:lnTo>
                <a:lnTo>
                  <a:pt x="45973" y="5796"/>
                </a:lnTo>
                <a:lnTo>
                  <a:pt x="46254" y="5669"/>
                </a:lnTo>
                <a:lnTo>
                  <a:pt x="46394" y="5541"/>
                </a:lnTo>
                <a:lnTo>
                  <a:pt x="46820" y="5413"/>
                </a:lnTo>
                <a:lnTo>
                  <a:pt x="47100" y="5153"/>
                </a:lnTo>
                <a:lnTo>
                  <a:pt x="47381" y="5026"/>
                </a:lnTo>
                <a:lnTo>
                  <a:pt x="47667" y="4898"/>
                </a:lnTo>
                <a:lnTo>
                  <a:pt x="47947" y="4771"/>
                </a:lnTo>
                <a:lnTo>
                  <a:pt x="48228" y="4643"/>
                </a:lnTo>
                <a:lnTo>
                  <a:pt x="48514" y="4510"/>
                </a:lnTo>
                <a:lnTo>
                  <a:pt x="48934" y="4383"/>
                </a:lnTo>
                <a:lnTo>
                  <a:pt x="49074" y="4255"/>
                </a:lnTo>
                <a:lnTo>
                  <a:pt x="49361" y="4000"/>
                </a:lnTo>
                <a:lnTo>
                  <a:pt x="49641" y="3873"/>
                </a:lnTo>
                <a:lnTo>
                  <a:pt x="49921" y="3740"/>
                </a:lnTo>
                <a:lnTo>
                  <a:pt x="50202" y="3612"/>
                </a:lnTo>
                <a:lnTo>
                  <a:pt x="50488" y="3357"/>
                </a:lnTo>
                <a:lnTo>
                  <a:pt x="50908" y="3230"/>
                </a:lnTo>
                <a:lnTo>
                  <a:pt x="51189" y="3102"/>
                </a:lnTo>
                <a:lnTo>
                  <a:pt x="51475" y="2975"/>
                </a:lnTo>
                <a:lnTo>
                  <a:pt x="51615" y="2714"/>
                </a:lnTo>
                <a:lnTo>
                  <a:pt x="51895" y="2587"/>
                </a:lnTo>
                <a:lnTo>
                  <a:pt x="52176" y="2459"/>
                </a:lnTo>
                <a:lnTo>
                  <a:pt x="52462" y="2459"/>
                </a:lnTo>
                <a:lnTo>
                  <a:pt x="52742" y="2204"/>
                </a:lnTo>
                <a:lnTo>
                  <a:pt x="53168" y="2072"/>
                </a:lnTo>
                <a:lnTo>
                  <a:pt x="53449" y="1944"/>
                </a:lnTo>
                <a:lnTo>
                  <a:pt x="53729" y="1806"/>
                </a:lnTo>
                <a:lnTo>
                  <a:pt x="53869" y="1540"/>
                </a:lnTo>
                <a:lnTo>
                  <a:pt x="54155" y="1434"/>
                </a:lnTo>
                <a:lnTo>
                  <a:pt x="54436" y="1328"/>
                </a:lnTo>
                <a:lnTo>
                  <a:pt x="54716" y="1168"/>
                </a:lnTo>
                <a:lnTo>
                  <a:pt x="55142" y="903"/>
                </a:lnTo>
                <a:lnTo>
                  <a:pt x="55423" y="796"/>
                </a:lnTo>
                <a:lnTo>
                  <a:pt x="55703" y="637"/>
                </a:lnTo>
                <a:lnTo>
                  <a:pt x="55983" y="531"/>
                </a:lnTo>
                <a:lnTo>
                  <a:pt x="56270" y="265"/>
                </a:lnTo>
                <a:lnTo>
                  <a:pt x="56410" y="159"/>
                </a:lnTo>
                <a:lnTo>
                  <a:pt x="56690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566716" y="5837459"/>
            <a:ext cx="56976" cy="30124"/>
          </a:xfrm>
          <a:custGeom>
            <a:avLst/>
            <a:gdLst/>
            <a:ahLst/>
            <a:cxnLst/>
            <a:rect l="l" t="t" r="r" b="b"/>
            <a:pathLst>
              <a:path w="56976" h="30124">
                <a:moveTo>
                  <a:pt x="0" y="30124"/>
                </a:moveTo>
                <a:lnTo>
                  <a:pt x="426" y="30124"/>
                </a:lnTo>
                <a:lnTo>
                  <a:pt x="706" y="29912"/>
                </a:lnTo>
                <a:lnTo>
                  <a:pt x="986" y="29752"/>
                </a:lnTo>
                <a:lnTo>
                  <a:pt x="1273" y="29646"/>
                </a:lnTo>
                <a:lnTo>
                  <a:pt x="1553" y="29487"/>
                </a:lnTo>
                <a:lnTo>
                  <a:pt x="1833" y="29221"/>
                </a:lnTo>
                <a:lnTo>
                  <a:pt x="2114" y="29115"/>
                </a:lnTo>
                <a:lnTo>
                  <a:pt x="2260" y="29009"/>
                </a:lnTo>
                <a:lnTo>
                  <a:pt x="2680" y="28849"/>
                </a:lnTo>
                <a:lnTo>
                  <a:pt x="2960" y="28584"/>
                </a:lnTo>
                <a:lnTo>
                  <a:pt x="3247" y="28477"/>
                </a:lnTo>
                <a:lnTo>
                  <a:pt x="3527" y="28371"/>
                </a:lnTo>
                <a:lnTo>
                  <a:pt x="3807" y="28212"/>
                </a:lnTo>
                <a:lnTo>
                  <a:pt x="4088" y="27946"/>
                </a:lnTo>
                <a:lnTo>
                  <a:pt x="4374" y="27840"/>
                </a:lnTo>
                <a:lnTo>
                  <a:pt x="4794" y="27840"/>
                </a:lnTo>
                <a:lnTo>
                  <a:pt x="4934" y="27680"/>
                </a:lnTo>
                <a:lnTo>
                  <a:pt x="5221" y="27468"/>
                </a:lnTo>
                <a:lnTo>
                  <a:pt x="5501" y="27308"/>
                </a:lnTo>
                <a:lnTo>
                  <a:pt x="5781" y="27202"/>
                </a:lnTo>
                <a:lnTo>
                  <a:pt x="6067" y="27043"/>
                </a:lnTo>
                <a:lnTo>
                  <a:pt x="6348" y="26830"/>
                </a:lnTo>
                <a:lnTo>
                  <a:pt x="6768" y="26671"/>
                </a:lnTo>
                <a:lnTo>
                  <a:pt x="7054" y="26565"/>
                </a:lnTo>
                <a:lnTo>
                  <a:pt x="7335" y="26405"/>
                </a:lnTo>
                <a:lnTo>
                  <a:pt x="7475" y="26140"/>
                </a:lnTo>
                <a:lnTo>
                  <a:pt x="7755" y="26033"/>
                </a:lnTo>
                <a:lnTo>
                  <a:pt x="8041" y="25927"/>
                </a:lnTo>
                <a:lnTo>
                  <a:pt x="8322" y="25768"/>
                </a:lnTo>
                <a:lnTo>
                  <a:pt x="8602" y="25502"/>
                </a:lnTo>
                <a:lnTo>
                  <a:pt x="9028" y="25502"/>
                </a:lnTo>
                <a:lnTo>
                  <a:pt x="9309" y="25396"/>
                </a:lnTo>
                <a:lnTo>
                  <a:pt x="9589" y="25290"/>
                </a:lnTo>
                <a:lnTo>
                  <a:pt x="9875" y="25024"/>
                </a:lnTo>
                <a:lnTo>
                  <a:pt x="10015" y="24864"/>
                </a:lnTo>
                <a:lnTo>
                  <a:pt x="10296" y="24758"/>
                </a:lnTo>
                <a:lnTo>
                  <a:pt x="10576" y="24652"/>
                </a:lnTo>
                <a:lnTo>
                  <a:pt x="11002" y="24386"/>
                </a:lnTo>
                <a:lnTo>
                  <a:pt x="11283" y="24227"/>
                </a:lnTo>
                <a:lnTo>
                  <a:pt x="11563" y="24121"/>
                </a:lnTo>
                <a:lnTo>
                  <a:pt x="11849" y="23961"/>
                </a:lnTo>
                <a:lnTo>
                  <a:pt x="12130" y="23749"/>
                </a:lnTo>
                <a:lnTo>
                  <a:pt x="12410" y="23589"/>
                </a:lnTo>
                <a:lnTo>
                  <a:pt x="12550" y="23483"/>
                </a:lnTo>
                <a:lnTo>
                  <a:pt x="12976" y="23324"/>
                </a:lnTo>
                <a:lnTo>
                  <a:pt x="13257" y="23217"/>
                </a:lnTo>
                <a:lnTo>
                  <a:pt x="13537" y="23111"/>
                </a:lnTo>
                <a:lnTo>
                  <a:pt x="13823" y="22952"/>
                </a:lnTo>
                <a:lnTo>
                  <a:pt x="14104" y="22846"/>
                </a:lnTo>
                <a:lnTo>
                  <a:pt x="14384" y="22580"/>
                </a:lnTo>
                <a:lnTo>
                  <a:pt x="14670" y="22420"/>
                </a:lnTo>
                <a:lnTo>
                  <a:pt x="14810" y="22314"/>
                </a:lnTo>
                <a:lnTo>
                  <a:pt x="15231" y="22208"/>
                </a:lnTo>
                <a:lnTo>
                  <a:pt x="15511" y="21942"/>
                </a:lnTo>
                <a:lnTo>
                  <a:pt x="15797" y="21783"/>
                </a:lnTo>
                <a:lnTo>
                  <a:pt x="16077" y="21677"/>
                </a:lnTo>
                <a:lnTo>
                  <a:pt x="16358" y="21570"/>
                </a:lnTo>
                <a:lnTo>
                  <a:pt x="16644" y="21305"/>
                </a:lnTo>
                <a:lnTo>
                  <a:pt x="16924" y="21145"/>
                </a:lnTo>
                <a:lnTo>
                  <a:pt x="17345" y="21039"/>
                </a:lnTo>
                <a:lnTo>
                  <a:pt x="17485" y="20880"/>
                </a:lnTo>
                <a:lnTo>
                  <a:pt x="17771" y="20773"/>
                </a:lnTo>
                <a:lnTo>
                  <a:pt x="18051" y="20667"/>
                </a:lnTo>
                <a:lnTo>
                  <a:pt x="18332" y="20508"/>
                </a:lnTo>
                <a:lnTo>
                  <a:pt x="18618" y="20402"/>
                </a:lnTo>
                <a:lnTo>
                  <a:pt x="18898" y="20136"/>
                </a:lnTo>
                <a:lnTo>
                  <a:pt x="19319" y="20030"/>
                </a:lnTo>
                <a:lnTo>
                  <a:pt x="19605" y="19870"/>
                </a:lnTo>
                <a:lnTo>
                  <a:pt x="19885" y="19764"/>
                </a:lnTo>
                <a:lnTo>
                  <a:pt x="20025" y="19498"/>
                </a:lnTo>
                <a:lnTo>
                  <a:pt x="20306" y="19339"/>
                </a:lnTo>
                <a:lnTo>
                  <a:pt x="20592" y="19233"/>
                </a:lnTo>
                <a:lnTo>
                  <a:pt x="20872" y="19126"/>
                </a:lnTo>
                <a:lnTo>
                  <a:pt x="21153" y="18861"/>
                </a:lnTo>
                <a:lnTo>
                  <a:pt x="21579" y="18701"/>
                </a:lnTo>
                <a:lnTo>
                  <a:pt x="21859" y="18595"/>
                </a:lnTo>
                <a:lnTo>
                  <a:pt x="22140" y="18595"/>
                </a:lnTo>
                <a:lnTo>
                  <a:pt x="22426" y="18329"/>
                </a:lnTo>
                <a:lnTo>
                  <a:pt x="22566" y="18223"/>
                </a:lnTo>
                <a:lnTo>
                  <a:pt x="22846" y="18064"/>
                </a:lnTo>
                <a:lnTo>
                  <a:pt x="23127" y="17958"/>
                </a:lnTo>
                <a:lnTo>
                  <a:pt x="23553" y="17692"/>
                </a:lnTo>
                <a:lnTo>
                  <a:pt x="23833" y="17586"/>
                </a:lnTo>
                <a:lnTo>
                  <a:pt x="24114" y="17426"/>
                </a:lnTo>
                <a:lnTo>
                  <a:pt x="24400" y="17320"/>
                </a:lnTo>
                <a:lnTo>
                  <a:pt x="24680" y="17054"/>
                </a:lnTo>
                <a:lnTo>
                  <a:pt x="24960" y="16948"/>
                </a:lnTo>
                <a:lnTo>
                  <a:pt x="25101" y="16789"/>
                </a:lnTo>
                <a:lnTo>
                  <a:pt x="25527" y="16682"/>
                </a:lnTo>
                <a:lnTo>
                  <a:pt x="25807" y="16417"/>
                </a:lnTo>
                <a:lnTo>
                  <a:pt x="26088" y="16257"/>
                </a:lnTo>
                <a:lnTo>
                  <a:pt x="26374" y="16257"/>
                </a:lnTo>
                <a:lnTo>
                  <a:pt x="26654" y="16045"/>
                </a:lnTo>
                <a:lnTo>
                  <a:pt x="26934" y="15885"/>
                </a:lnTo>
                <a:lnTo>
                  <a:pt x="27221" y="15779"/>
                </a:lnTo>
                <a:lnTo>
                  <a:pt x="27501" y="15620"/>
                </a:lnTo>
                <a:lnTo>
                  <a:pt x="27781" y="15407"/>
                </a:lnTo>
                <a:lnTo>
                  <a:pt x="28062" y="15248"/>
                </a:lnTo>
                <a:lnTo>
                  <a:pt x="28348" y="15142"/>
                </a:lnTo>
                <a:lnTo>
                  <a:pt x="28628" y="14982"/>
                </a:lnTo>
                <a:lnTo>
                  <a:pt x="28908" y="14717"/>
                </a:lnTo>
                <a:lnTo>
                  <a:pt x="29195" y="14610"/>
                </a:lnTo>
                <a:lnTo>
                  <a:pt x="29475" y="14504"/>
                </a:lnTo>
                <a:lnTo>
                  <a:pt x="29895" y="14345"/>
                </a:lnTo>
                <a:lnTo>
                  <a:pt x="30041" y="14079"/>
                </a:lnTo>
                <a:lnTo>
                  <a:pt x="30322" y="13973"/>
                </a:lnTo>
                <a:lnTo>
                  <a:pt x="30602" y="13973"/>
                </a:lnTo>
                <a:lnTo>
                  <a:pt x="30882" y="13867"/>
                </a:lnTo>
                <a:lnTo>
                  <a:pt x="31168" y="13601"/>
                </a:lnTo>
                <a:lnTo>
                  <a:pt x="31449" y="13441"/>
                </a:lnTo>
                <a:lnTo>
                  <a:pt x="31869" y="13335"/>
                </a:lnTo>
                <a:lnTo>
                  <a:pt x="32155" y="13176"/>
                </a:lnTo>
                <a:lnTo>
                  <a:pt x="32436" y="12963"/>
                </a:lnTo>
                <a:lnTo>
                  <a:pt x="32576" y="12804"/>
                </a:lnTo>
                <a:lnTo>
                  <a:pt x="32856" y="12698"/>
                </a:lnTo>
                <a:lnTo>
                  <a:pt x="33142" y="12538"/>
                </a:lnTo>
                <a:lnTo>
                  <a:pt x="33423" y="12326"/>
                </a:lnTo>
                <a:lnTo>
                  <a:pt x="33703" y="12166"/>
                </a:lnTo>
                <a:lnTo>
                  <a:pt x="34129" y="12060"/>
                </a:lnTo>
                <a:lnTo>
                  <a:pt x="34410" y="11901"/>
                </a:lnTo>
                <a:lnTo>
                  <a:pt x="34690" y="11688"/>
                </a:lnTo>
                <a:lnTo>
                  <a:pt x="34976" y="11529"/>
                </a:lnTo>
                <a:lnTo>
                  <a:pt x="35116" y="11529"/>
                </a:lnTo>
                <a:lnTo>
                  <a:pt x="35397" y="11423"/>
                </a:lnTo>
                <a:lnTo>
                  <a:pt x="35677" y="11157"/>
                </a:lnTo>
                <a:lnTo>
                  <a:pt x="36103" y="10997"/>
                </a:lnTo>
                <a:lnTo>
                  <a:pt x="36384" y="10891"/>
                </a:lnTo>
                <a:lnTo>
                  <a:pt x="36664" y="10785"/>
                </a:lnTo>
                <a:lnTo>
                  <a:pt x="36950" y="10519"/>
                </a:lnTo>
                <a:lnTo>
                  <a:pt x="37231" y="10360"/>
                </a:lnTo>
                <a:lnTo>
                  <a:pt x="37511" y="10254"/>
                </a:lnTo>
                <a:lnTo>
                  <a:pt x="37651" y="10147"/>
                </a:lnTo>
                <a:lnTo>
                  <a:pt x="38077" y="9882"/>
                </a:lnTo>
                <a:lnTo>
                  <a:pt x="38358" y="9722"/>
                </a:lnTo>
                <a:lnTo>
                  <a:pt x="38644" y="9616"/>
                </a:lnTo>
                <a:lnTo>
                  <a:pt x="38924" y="9457"/>
                </a:lnTo>
                <a:lnTo>
                  <a:pt x="39205" y="9244"/>
                </a:lnTo>
                <a:lnTo>
                  <a:pt x="39485" y="9244"/>
                </a:lnTo>
                <a:lnTo>
                  <a:pt x="39771" y="9085"/>
                </a:lnTo>
                <a:lnTo>
                  <a:pt x="40051" y="8979"/>
                </a:lnTo>
                <a:lnTo>
                  <a:pt x="40332" y="8713"/>
                </a:lnTo>
                <a:lnTo>
                  <a:pt x="40618" y="8607"/>
                </a:lnTo>
                <a:lnTo>
                  <a:pt x="40898" y="8447"/>
                </a:lnTo>
                <a:lnTo>
                  <a:pt x="41179" y="8341"/>
                </a:lnTo>
                <a:lnTo>
                  <a:pt x="41459" y="8075"/>
                </a:lnTo>
                <a:lnTo>
                  <a:pt x="41745" y="7916"/>
                </a:lnTo>
                <a:lnTo>
                  <a:pt x="42025" y="7810"/>
                </a:lnTo>
                <a:lnTo>
                  <a:pt x="42446" y="7703"/>
                </a:lnTo>
                <a:lnTo>
                  <a:pt x="42592" y="7438"/>
                </a:lnTo>
                <a:lnTo>
                  <a:pt x="42872" y="7278"/>
                </a:lnTo>
                <a:lnTo>
                  <a:pt x="43153" y="7172"/>
                </a:lnTo>
                <a:lnTo>
                  <a:pt x="43439" y="7066"/>
                </a:lnTo>
                <a:lnTo>
                  <a:pt x="43719" y="6906"/>
                </a:lnTo>
                <a:lnTo>
                  <a:pt x="43999" y="6800"/>
                </a:lnTo>
                <a:lnTo>
                  <a:pt x="44426" y="6641"/>
                </a:lnTo>
                <a:lnTo>
                  <a:pt x="44706" y="6535"/>
                </a:lnTo>
                <a:lnTo>
                  <a:pt x="44986" y="6269"/>
                </a:lnTo>
                <a:lnTo>
                  <a:pt x="45126" y="6163"/>
                </a:lnTo>
                <a:lnTo>
                  <a:pt x="45413" y="6003"/>
                </a:lnTo>
                <a:lnTo>
                  <a:pt x="45693" y="5897"/>
                </a:lnTo>
                <a:lnTo>
                  <a:pt x="45973" y="5631"/>
                </a:lnTo>
                <a:lnTo>
                  <a:pt x="46254" y="5525"/>
                </a:lnTo>
                <a:lnTo>
                  <a:pt x="46680" y="5366"/>
                </a:lnTo>
                <a:lnTo>
                  <a:pt x="46960" y="5259"/>
                </a:lnTo>
                <a:lnTo>
                  <a:pt x="47241" y="4994"/>
                </a:lnTo>
                <a:lnTo>
                  <a:pt x="47527" y="4834"/>
                </a:lnTo>
                <a:lnTo>
                  <a:pt x="47667" y="4728"/>
                </a:lnTo>
                <a:lnTo>
                  <a:pt x="47947" y="4622"/>
                </a:lnTo>
                <a:lnTo>
                  <a:pt x="48233" y="4462"/>
                </a:lnTo>
                <a:lnTo>
                  <a:pt x="48654" y="4356"/>
                </a:lnTo>
                <a:lnTo>
                  <a:pt x="48934" y="4197"/>
                </a:lnTo>
                <a:lnTo>
                  <a:pt x="49220" y="4091"/>
                </a:lnTo>
                <a:lnTo>
                  <a:pt x="49501" y="3825"/>
                </a:lnTo>
                <a:lnTo>
                  <a:pt x="49781" y="3719"/>
                </a:lnTo>
                <a:lnTo>
                  <a:pt x="50061" y="3559"/>
                </a:lnTo>
                <a:lnTo>
                  <a:pt x="50207" y="3453"/>
                </a:lnTo>
                <a:lnTo>
                  <a:pt x="50628" y="3187"/>
                </a:lnTo>
                <a:lnTo>
                  <a:pt x="50908" y="3081"/>
                </a:lnTo>
                <a:lnTo>
                  <a:pt x="51194" y="2922"/>
                </a:lnTo>
                <a:lnTo>
                  <a:pt x="51475" y="2815"/>
                </a:lnTo>
                <a:lnTo>
                  <a:pt x="51755" y="2550"/>
                </a:lnTo>
                <a:lnTo>
                  <a:pt x="52035" y="2443"/>
                </a:lnTo>
                <a:lnTo>
                  <a:pt x="52322" y="2284"/>
                </a:lnTo>
                <a:lnTo>
                  <a:pt x="52602" y="2284"/>
                </a:lnTo>
                <a:lnTo>
                  <a:pt x="52882" y="2018"/>
                </a:lnTo>
                <a:lnTo>
                  <a:pt x="53168" y="1912"/>
                </a:lnTo>
                <a:lnTo>
                  <a:pt x="53449" y="1753"/>
                </a:lnTo>
                <a:lnTo>
                  <a:pt x="53729" y="1647"/>
                </a:lnTo>
                <a:lnTo>
                  <a:pt x="54015" y="1381"/>
                </a:lnTo>
                <a:lnTo>
                  <a:pt x="54296" y="1275"/>
                </a:lnTo>
                <a:lnTo>
                  <a:pt x="54576" y="1115"/>
                </a:lnTo>
                <a:lnTo>
                  <a:pt x="55002" y="1009"/>
                </a:lnTo>
                <a:lnTo>
                  <a:pt x="55142" y="743"/>
                </a:lnTo>
                <a:lnTo>
                  <a:pt x="55423" y="637"/>
                </a:lnTo>
                <a:lnTo>
                  <a:pt x="55703" y="478"/>
                </a:lnTo>
                <a:lnTo>
                  <a:pt x="55989" y="371"/>
                </a:lnTo>
                <a:lnTo>
                  <a:pt x="56270" y="106"/>
                </a:lnTo>
                <a:lnTo>
                  <a:pt x="56550" y="0"/>
                </a:lnTo>
                <a:lnTo>
                  <a:pt x="56976" y="0"/>
                </a:lnTo>
              </a:path>
            </a:pathLst>
          </a:custGeom>
          <a:ln w="117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623693" y="5807175"/>
            <a:ext cx="56696" cy="30284"/>
          </a:xfrm>
          <a:custGeom>
            <a:avLst/>
            <a:gdLst/>
            <a:ahLst/>
            <a:cxnLst/>
            <a:rect l="l" t="t" r="r" b="b"/>
            <a:pathLst>
              <a:path w="56696" h="30284">
                <a:moveTo>
                  <a:pt x="0" y="30284"/>
                </a:moveTo>
                <a:lnTo>
                  <a:pt x="280" y="30124"/>
                </a:lnTo>
                <a:lnTo>
                  <a:pt x="560" y="29859"/>
                </a:lnTo>
                <a:lnTo>
                  <a:pt x="700" y="29752"/>
                </a:lnTo>
                <a:lnTo>
                  <a:pt x="986" y="29646"/>
                </a:lnTo>
                <a:lnTo>
                  <a:pt x="1267" y="29487"/>
                </a:lnTo>
                <a:lnTo>
                  <a:pt x="1547" y="29221"/>
                </a:lnTo>
                <a:lnTo>
                  <a:pt x="1833" y="29115"/>
                </a:lnTo>
                <a:lnTo>
                  <a:pt x="2254" y="28956"/>
                </a:lnTo>
                <a:lnTo>
                  <a:pt x="2534" y="28849"/>
                </a:lnTo>
                <a:lnTo>
                  <a:pt x="2820" y="28584"/>
                </a:lnTo>
                <a:lnTo>
                  <a:pt x="3101" y="28477"/>
                </a:lnTo>
                <a:lnTo>
                  <a:pt x="3241" y="28318"/>
                </a:lnTo>
                <a:lnTo>
                  <a:pt x="3521" y="28212"/>
                </a:lnTo>
                <a:lnTo>
                  <a:pt x="3807" y="27946"/>
                </a:lnTo>
                <a:lnTo>
                  <a:pt x="4228" y="27946"/>
                </a:lnTo>
                <a:lnTo>
                  <a:pt x="4508" y="27840"/>
                </a:lnTo>
                <a:lnTo>
                  <a:pt x="4794" y="27680"/>
                </a:lnTo>
                <a:lnTo>
                  <a:pt x="5075" y="27468"/>
                </a:lnTo>
                <a:lnTo>
                  <a:pt x="5355" y="27308"/>
                </a:lnTo>
                <a:lnTo>
                  <a:pt x="5641" y="27202"/>
                </a:lnTo>
                <a:lnTo>
                  <a:pt x="5781" y="27043"/>
                </a:lnTo>
                <a:lnTo>
                  <a:pt x="6062" y="26777"/>
                </a:lnTo>
                <a:lnTo>
                  <a:pt x="6482" y="26671"/>
                </a:lnTo>
                <a:lnTo>
                  <a:pt x="6768" y="26565"/>
                </a:lnTo>
                <a:lnTo>
                  <a:pt x="7049" y="26405"/>
                </a:lnTo>
                <a:lnTo>
                  <a:pt x="7329" y="26140"/>
                </a:lnTo>
                <a:lnTo>
                  <a:pt x="7615" y="26033"/>
                </a:lnTo>
                <a:lnTo>
                  <a:pt x="7895" y="25927"/>
                </a:lnTo>
                <a:lnTo>
                  <a:pt x="8176" y="25768"/>
                </a:lnTo>
                <a:lnTo>
                  <a:pt x="8456" y="25661"/>
                </a:lnTo>
                <a:lnTo>
                  <a:pt x="8742" y="25502"/>
                </a:lnTo>
                <a:lnTo>
                  <a:pt x="9023" y="25396"/>
                </a:lnTo>
                <a:lnTo>
                  <a:pt x="9303" y="25236"/>
                </a:lnTo>
                <a:lnTo>
                  <a:pt x="9589" y="25024"/>
                </a:lnTo>
                <a:lnTo>
                  <a:pt x="9869" y="24864"/>
                </a:lnTo>
                <a:lnTo>
                  <a:pt x="10150" y="24758"/>
                </a:lnTo>
                <a:lnTo>
                  <a:pt x="10576" y="24599"/>
                </a:lnTo>
                <a:lnTo>
                  <a:pt x="10716" y="24386"/>
                </a:lnTo>
                <a:lnTo>
                  <a:pt x="10997" y="24227"/>
                </a:lnTo>
                <a:lnTo>
                  <a:pt x="11277" y="24121"/>
                </a:lnTo>
                <a:lnTo>
                  <a:pt x="11563" y="23961"/>
                </a:lnTo>
                <a:lnTo>
                  <a:pt x="11843" y="23696"/>
                </a:lnTo>
                <a:lnTo>
                  <a:pt x="12124" y="23589"/>
                </a:lnTo>
                <a:lnTo>
                  <a:pt x="12410" y="23483"/>
                </a:lnTo>
                <a:lnTo>
                  <a:pt x="12830" y="23324"/>
                </a:lnTo>
                <a:lnTo>
                  <a:pt x="13111" y="23217"/>
                </a:lnTo>
                <a:lnTo>
                  <a:pt x="13251" y="23058"/>
                </a:lnTo>
                <a:lnTo>
                  <a:pt x="13537" y="22952"/>
                </a:lnTo>
                <a:lnTo>
                  <a:pt x="13817" y="22846"/>
                </a:lnTo>
                <a:lnTo>
                  <a:pt x="14098" y="22580"/>
                </a:lnTo>
                <a:lnTo>
                  <a:pt x="14384" y="22420"/>
                </a:lnTo>
                <a:lnTo>
                  <a:pt x="14804" y="22314"/>
                </a:lnTo>
                <a:lnTo>
                  <a:pt x="15085" y="22155"/>
                </a:lnTo>
                <a:lnTo>
                  <a:pt x="15371" y="21942"/>
                </a:lnTo>
                <a:lnTo>
                  <a:pt x="15651" y="21783"/>
                </a:lnTo>
                <a:lnTo>
                  <a:pt x="15791" y="21677"/>
                </a:lnTo>
                <a:lnTo>
                  <a:pt x="16072" y="21517"/>
                </a:lnTo>
                <a:lnTo>
                  <a:pt x="16358" y="21305"/>
                </a:lnTo>
                <a:lnTo>
                  <a:pt x="16778" y="21145"/>
                </a:lnTo>
                <a:lnTo>
                  <a:pt x="17059" y="21039"/>
                </a:lnTo>
                <a:lnTo>
                  <a:pt x="17345" y="20880"/>
                </a:lnTo>
                <a:lnTo>
                  <a:pt x="17625" y="20773"/>
                </a:lnTo>
                <a:lnTo>
                  <a:pt x="17905" y="20614"/>
                </a:lnTo>
                <a:lnTo>
                  <a:pt x="18192" y="20508"/>
                </a:lnTo>
                <a:lnTo>
                  <a:pt x="18332" y="20402"/>
                </a:lnTo>
                <a:lnTo>
                  <a:pt x="18612" y="20136"/>
                </a:lnTo>
                <a:lnTo>
                  <a:pt x="19038" y="19976"/>
                </a:lnTo>
                <a:lnTo>
                  <a:pt x="19319" y="19870"/>
                </a:lnTo>
                <a:lnTo>
                  <a:pt x="19599" y="19764"/>
                </a:lnTo>
                <a:lnTo>
                  <a:pt x="19879" y="19498"/>
                </a:lnTo>
                <a:lnTo>
                  <a:pt x="20166" y="19339"/>
                </a:lnTo>
                <a:lnTo>
                  <a:pt x="20446" y="19233"/>
                </a:lnTo>
                <a:lnTo>
                  <a:pt x="20726" y="19073"/>
                </a:lnTo>
                <a:lnTo>
                  <a:pt x="21012" y="18861"/>
                </a:lnTo>
                <a:lnTo>
                  <a:pt x="21293" y="18701"/>
                </a:lnTo>
                <a:lnTo>
                  <a:pt x="21573" y="18595"/>
                </a:lnTo>
                <a:lnTo>
                  <a:pt x="21853" y="18595"/>
                </a:lnTo>
                <a:lnTo>
                  <a:pt x="22140" y="18329"/>
                </a:lnTo>
                <a:lnTo>
                  <a:pt x="22420" y="18223"/>
                </a:lnTo>
                <a:lnTo>
                  <a:pt x="22700" y="18064"/>
                </a:lnTo>
                <a:lnTo>
                  <a:pt x="23127" y="17958"/>
                </a:lnTo>
                <a:lnTo>
                  <a:pt x="23267" y="17692"/>
                </a:lnTo>
                <a:lnTo>
                  <a:pt x="23547" y="17532"/>
                </a:lnTo>
                <a:lnTo>
                  <a:pt x="23833" y="17426"/>
                </a:lnTo>
                <a:lnTo>
                  <a:pt x="24114" y="17320"/>
                </a:lnTo>
                <a:lnTo>
                  <a:pt x="24394" y="17054"/>
                </a:lnTo>
                <a:lnTo>
                  <a:pt x="24692" y="16895"/>
                </a:lnTo>
                <a:lnTo>
                  <a:pt x="24984" y="16789"/>
                </a:lnTo>
                <a:lnTo>
                  <a:pt x="25393" y="16682"/>
                </a:lnTo>
                <a:lnTo>
                  <a:pt x="25685" y="16417"/>
                </a:lnTo>
                <a:lnTo>
                  <a:pt x="25801" y="16257"/>
                </a:lnTo>
                <a:lnTo>
                  <a:pt x="26093" y="16257"/>
                </a:lnTo>
                <a:lnTo>
                  <a:pt x="26385" y="16151"/>
                </a:lnTo>
                <a:lnTo>
                  <a:pt x="26677" y="15885"/>
                </a:lnTo>
                <a:lnTo>
                  <a:pt x="26911" y="15779"/>
                </a:lnTo>
                <a:lnTo>
                  <a:pt x="27378" y="15620"/>
                </a:lnTo>
                <a:lnTo>
                  <a:pt x="27612" y="15514"/>
                </a:lnTo>
                <a:lnTo>
                  <a:pt x="27904" y="15248"/>
                </a:lnTo>
                <a:lnTo>
                  <a:pt x="28196" y="15142"/>
                </a:lnTo>
                <a:lnTo>
                  <a:pt x="28371" y="14982"/>
                </a:lnTo>
                <a:lnTo>
                  <a:pt x="28605" y="14876"/>
                </a:lnTo>
                <a:lnTo>
                  <a:pt x="28897" y="14610"/>
                </a:lnTo>
                <a:lnTo>
                  <a:pt x="29305" y="14451"/>
                </a:lnTo>
                <a:lnTo>
                  <a:pt x="29597" y="14345"/>
                </a:lnTo>
                <a:lnTo>
                  <a:pt x="29889" y="14238"/>
                </a:lnTo>
                <a:lnTo>
                  <a:pt x="30182" y="13973"/>
                </a:lnTo>
                <a:lnTo>
                  <a:pt x="30474" y="13973"/>
                </a:lnTo>
                <a:lnTo>
                  <a:pt x="30766" y="13813"/>
                </a:lnTo>
                <a:lnTo>
                  <a:pt x="31174" y="13441"/>
                </a:lnTo>
                <a:lnTo>
                  <a:pt x="31583" y="13335"/>
                </a:lnTo>
                <a:lnTo>
                  <a:pt x="31875" y="13176"/>
                </a:lnTo>
                <a:lnTo>
                  <a:pt x="32167" y="13070"/>
                </a:lnTo>
                <a:lnTo>
                  <a:pt x="32459" y="12804"/>
                </a:lnTo>
                <a:lnTo>
                  <a:pt x="32693" y="12698"/>
                </a:lnTo>
                <a:lnTo>
                  <a:pt x="32985" y="12538"/>
                </a:lnTo>
                <a:lnTo>
                  <a:pt x="33277" y="12432"/>
                </a:lnTo>
                <a:lnTo>
                  <a:pt x="33569" y="12166"/>
                </a:lnTo>
                <a:lnTo>
                  <a:pt x="33861" y="12060"/>
                </a:lnTo>
                <a:lnTo>
                  <a:pt x="34153" y="11901"/>
                </a:lnTo>
                <a:lnTo>
                  <a:pt x="34386" y="11794"/>
                </a:lnTo>
                <a:lnTo>
                  <a:pt x="34678" y="11635"/>
                </a:lnTo>
                <a:lnTo>
                  <a:pt x="34970" y="11529"/>
                </a:lnTo>
                <a:lnTo>
                  <a:pt x="35262" y="11423"/>
                </a:lnTo>
                <a:lnTo>
                  <a:pt x="35671" y="11263"/>
                </a:lnTo>
                <a:lnTo>
                  <a:pt x="35963" y="10997"/>
                </a:lnTo>
                <a:lnTo>
                  <a:pt x="36372" y="10732"/>
                </a:lnTo>
                <a:lnTo>
                  <a:pt x="36664" y="10626"/>
                </a:lnTo>
                <a:lnTo>
                  <a:pt x="36956" y="10360"/>
                </a:lnTo>
                <a:lnTo>
                  <a:pt x="37248" y="10254"/>
                </a:lnTo>
                <a:lnTo>
                  <a:pt x="37482" y="10094"/>
                </a:lnTo>
                <a:lnTo>
                  <a:pt x="37949" y="9988"/>
                </a:lnTo>
                <a:lnTo>
                  <a:pt x="38241" y="9722"/>
                </a:lnTo>
                <a:lnTo>
                  <a:pt x="38650" y="9457"/>
                </a:lnTo>
                <a:lnTo>
                  <a:pt x="38942" y="9350"/>
                </a:lnTo>
                <a:lnTo>
                  <a:pt x="39175" y="9191"/>
                </a:lnTo>
                <a:lnTo>
                  <a:pt x="39467" y="9085"/>
                </a:lnTo>
                <a:lnTo>
                  <a:pt x="39935" y="8979"/>
                </a:lnTo>
                <a:lnTo>
                  <a:pt x="40168" y="8819"/>
                </a:lnTo>
                <a:lnTo>
                  <a:pt x="40460" y="8553"/>
                </a:lnTo>
                <a:lnTo>
                  <a:pt x="40752" y="8447"/>
                </a:lnTo>
                <a:lnTo>
                  <a:pt x="41161" y="8182"/>
                </a:lnTo>
                <a:lnTo>
                  <a:pt x="41453" y="7916"/>
                </a:lnTo>
                <a:lnTo>
                  <a:pt x="41862" y="7810"/>
                </a:lnTo>
                <a:lnTo>
                  <a:pt x="42154" y="7650"/>
                </a:lnTo>
                <a:lnTo>
                  <a:pt x="42446" y="7544"/>
                </a:lnTo>
                <a:lnTo>
                  <a:pt x="42738" y="7278"/>
                </a:lnTo>
                <a:lnTo>
                  <a:pt x="43030" y="7172"/>
                </a:lnTo>
                <a:lnTo>
                  <a:pt x="43263" y="7013"/>
                </a:lnTo>
                <a:lnTo>
                  <a:pt x="43439" y="7013"/>
                </a:lnTo>
                <a:lnTo>
                  <a:pt x="43731" y="6800"/>
                </a:lnTo>
                <a:lnTo>
                  <a:pt x="44140" y="6641"/>
                </a:lnTo>
                <a:lnTo>
                  <a:pt x="44432" y="6535"/>
                </a:lnTo>
                <a:lnTo>
                  <a:pt x="44724" y="6375"/>
                </a:lnTo>
                <a:lnTo>
                  <a:pt x="44957" y="6109"/>
                </a:lnTo>
                <a:lnTo>
                  <a:pt x="45249" y="6003"/>
                </a:lnTo>
                <a:lnTo>
                  <a:pt x="45541" y="5897"/>
                </a:lnTo>
                <a:lnTo>
                  <a:pt x="45833" y="5738"/>
                </a:lnTo>
                <a:lnTo>
                  <a:pt x="46125" y="5472"/>
                </a:lnTo>
                <a:lnTo>
                  <a:pt x="46417" y="5366"/>
                </a:lnTo>
                <a:lnTo>
                  <a:pt x="46651" y="5259"/>
                </a:lnTo>
                <a:lnTo>
                  <a:pt x="46943" y="5100"/>
                </a:lnTo>
                <a:lnTo>
                  <a:pt x="47235" y="4834"/>
                </a:lnTo>
                <a:lnTo>
                  <a:pt x="47527" y="4728"/>
                </a:lnTo>
                <a:lnTo>
                  <a:pt x="47819" y="4569"/>
                </a:lnTo>
                <a:lnTo>
                  <a:pt x="48228" y="4569"/>
                </a:lnTo>
                <a:lnTo>
                  <a:pt x="48520" y="4356"/>
                </a:lnTo>
                <a:lnTo>
                  <a:pt x="48636" y="4197"/>
                </a:lnTo>
                <a:lnTo>
                  <a:pt x="48928" y="4091"/>
                </a:lnTo>
                <a:lnTo>
                  <a:pt x="49220" y="3931"/>
                </a:lnTo>
                <a:lnTo>
                  <a:pt x="49512" y="3719"/>
                </a:lnTo>
                <a:lnTo>
                  <a:pt x="49804" y="3559"/>
                </a:lnTo>
                <a:lnTo>
                  <a:pt x="50038" y="3453"/>
                </a:lnTo>
                <a:lnTo>
                  <a:pt x="50505" y="3294"/>
                </a:lnTo>
                <a:lnTo>
                  <a:pt x="50739" y="3028"/>
                </a:lnTo>
                <a:lnTo>
                  <a:pt x="51031" y="2922"/>
                </a:lnTo>
                <a:lnTo>
                  <a:pt x="51206" y="2815"/>
                </a:lnTo>
                <a:lnTo>
                  <a:pt x="51498" y="2656"/>
                </a:lnTo>
                <a:lnTo>
                  <a:pt x="51732" y="2390"/>
                </a:lnTo>
                <a:lnTo>
                  <a:pt x="52024" y="2284"/>
                </a:lnTo>
                <a:lnTo>
                  <a:pt x="52433" y="2284"/>
                </a:lnTo>
                <a:lnTo>
                  <a:pt x="52725" y="2178"/>
                </a:lnTo>
                <a:lnTo>
                  <a:pt x="53017" y="1912"/>
                </a:lnTo>
                <a:lnTo>
                  <a:pt x="53309" y="1753"/>
                </a:lnTo>
                <a:lnTo>
                  <a:pt x="53601" y="1647"/>
                </a:lnTo>
                <a:lnTo>
                  <a:pt x="53717" y="1487"/>
                </a:lnTo>
                <a:lnTo>
                  <a:pt x="54009" y="1275"/>
                </a:lnTo>
                <a:lnTo>
                  <a:pt x="54418" y="1115"/>
                </a:lnTo>
                <a:lnTo>
                  <a:pt x="54710" y="1009"/>
                </a:lnTo>
                <a:lnTo>
                  <a:pt x="55002" y="850"/>
                </a:lnTo>
                <a:lnTo>
                  <a:pt x="55294" y="637"/>
                </a:lnTo>
                <a:lnTo>
                  <a:pt x="55586" y="478"/>
                </a:lnTo>
                <a:lnTo>
                  <a:pt x="55820" y="371"/>
                </a:lnTo>
                <a:lnTo>
                  <a:pt x="55995" y="212"/>
                </a:lnTo>
                <a:lnTo>
                  <a:pt x="56287" y="0"/>
                </a:lnTo>
                <a:lnTo>
                  <a:pt x="56696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680389" y="5776837"/>
            <a:ext cx="56824" cy="30337"/>
          </a:xfrm>
          <a:custGeom>
            <a:avLst/>
            <a:gdLst/>
            <a:ahLst/>
            <a:cxnLst/>
            <a:rect l="l" t="t" r="r" b="b"/>
            <a:pathLst>
              <a:path w="56824" h="30337">
                <a:moveTo>
                  <a:pt x="0" y="30337"/>
                </a:moveTo>
                <a:lnTo>
                  <a:pt x="292" y="30178"/>
                </a:lnTo>
                <a:lnTo>
                  <a:pt x="584" y="30071"/>
                </a:lnTo>
                <a:lnTo>
                  <a:pt x="817" y="29806"/>
                </a:lnTo>
                <a:lnTo>
                  <a:pt x="1109" y="29646"/>
                </a:lnTo>
                <a:lnTo>
                  <a:pt x="1401" y="29540"/>
                </a:lnTo>
                <a:lnTo>
                  <a:pt x="1693" y="2943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96"/>
                </a:lnTo>
                <a:lnTo>
                  <a:pt x="3095" y="28530"/>
                </a:lnTo>
                <a:lnTo>
                  <a:pt x="3387" y="28371"/>
                </a:lnTo>
                <a:lnTo>
                  <a:pt x="3679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606" y="27255"/>
                </a:lnTo>
                <a:lnTo>
                  <a:pt x="5898" y="27096"/>
                </a:lnTo>
                <a:lnTo>
                  <a:pt x="6365" y="26990"/>
                </a:lnTo>
                <a:lnTo>
                  <a:pt x="6599" y="26724"/>
                </a:lnTo>
                <a:lnTo>
                  <a:pt x="6891" y="26565"/>
                </a:lnTo>
                <a:lnTo>
                  <a:pt x="7066" y="26458"/>
                </a:lnTo>
                <a:lnTo>
                  <a:pt x="7300" y="26352"/>
                </a:lnTo>
                <a:lnTo>
                  <a:pt x="7592" y="26086"/>
                </a:lnTo>
                <a:lnTo>
                  <a:pt x="7884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461" y="25290"/>
                </a:lnTo>
                <a:lnTo>
                  <a:pt x="9869" y="24918"/>
                </a:lnTo>
                <a:lnTo>
                  <a:pt x="10278" y="24811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4014"/>
                </a:lnTo>
                <a:lnTo>
                  <a:pt x="11972" y="23908"/>
                </a:lnTo>
                <a:lnTo>
                  <a:pt x="12147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081" y="23377"/>
                </a:lnTo>
                <a:lnTo>
                  <a:pt x="13373" y="23111"/>
                </a:lnTo>
                <a:lnTo>
                  <a:pt x="13665" y="23005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644" y="21464"/>
                </a:lnTo>
                <a:lnTo>
                  <a:pt x="16936" y="21198"/>
                </a:lnTo>
                <a:lnTo>
                  <a:pt x="17345" y="21092"/>
                </a:lnTo>
                <a:lnTo>
                  <a:pt x="17637" y="20933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402"/>
                </a:lnTo>
                <a:lnTo>
                  <a:pt x="18863" y="20295"/>
                </a:lnTo>
                <a:lnTo>
                  <a:pt x="19155" y="20030"/>
                </a:lnTo>
                <a:lnTo>
                  <a:pt x="19447" y="19923"/>
                </a:lnTo>
                <a:lnTo>
                  <a:pt x="19622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440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754"/>
                </a:lnTo>
                <a:lnTo>
                  <a:pt x="21725" y="18754"/>
                </a:lnTo>
                <a:lnTo>
                  <a:pt x="22017" y="18648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8011"/>
                </a:lnTo>
                <a:lnTo>
                  <a:pt x="23419" y="17851"/>
                </a:lnTo>
                <a:lnTo>
                  <a:pt x="23711" y="17586"/>
                </a:lnTo>
                <a:lnTo>
                  <a:pt x="23944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645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38" y="16576"/>
                </a:lnTo>
                <a:lnTo>
                  <a:pt x="25930" y="16311"/>
                </a:lnTo>
                <a:lnTo>
                  <a:pt x="26222" y="16311"/>
                </a:lnTo>
                <a:lnTo>
                  <a:pt x="26514" y="16204"/>
                </a:lnTo>
                <a:lnTo>
                  <a:pt x="26806" y="16045"/>
                </a:lnTo>
                <a:lnTo>
                  <a:pt x="27098" y="15832"/>
                </a:lnTo>
                <a:lnTo>
                  <a:pt x="27331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733" y="14929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760"/>
                </a:lnTo>
                <a:lnTo>
                  <a:pt x="31420" y="13601"/>
                </a:lnTo>
                <a:lnTo>
                  <a:pt x="31712" y="13388"/>
                </a:lnTo>
                <a:lnTo>
                  <a:pt x="32004" y="13229"/>
                </a:lnTo>
                <a:lnTo>
                  <a:pt x="32412" y="12963"/>
                </a:lnTo>
                <a:lnTo>
                  <a:pt x="32704" y="12751"/>
                </a:lnTo>
                <a:lnTo>
                  <a:pt x="32996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060"/>
                </a:lnTo>
                <a:lnTo>
                  <a:pt x="34281" y="11954"/>
                </a:lnTo>
                <a:lnTo>
                  <a:pt x="34515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274" y="11423"/>
                </a:lnTo>
                <a:lnTo>
                  <a:pt x="35683" y="11316"/>
                </a:lnTo>
                <a:lnTo>
                  <a:pt x="35975" y="11210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201" y="10307"/>
                </a:lnTo>
                <a:lnTo>
                  <a:pt x="37669" y="10147"/>
                </a:lnTo>
                <a:lnTo>
                  <a:pt x="37902" y="10041"/>
                </a:lnTo>
                <a:lnTo>
                  <a:pt x="38194" y="9882"/>
                </a:lnTo>
                <a:lnTo>
                  <a:pt x="38486" y="9669"/>
                </a:lnTo>
                <a:lnTo>
                  <a:pt x="38778" y="9510"/>
                </a:lnTo>
                <a:lnTo>
                  <a:pt x="39070" y="9404"/>
                </a:lnTo>
                <a:lnTo>
                  <a:pt x="39362" y="940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056" y="8341"/>
                </a:lnTo>
                <a:lnTo>
                  <a:pt x="41290" y="8235"/>
                </a:lnTo>
                <a:lnTo>
                  <a:pt x="41582" y="8128"/>
                </a:lnTo>
                <a:lnTo>
                  <a:pt x="41990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225"/>
                </a:lnTo>
                <a:lnTo>
                  <a:pt x="43275" y="7066"/>
                </a:lnTo>
                <a:lnTo>
                  <a:pt x="43567" y="7066"/>
                </a:lnTo>
                <a:lnTo>
                  <a:pt x="43976" y="6960"/>
                </a:lnTo>
                <a:lnTo>
                  <a:pt x="44268" y="6694"/>
                </a:lnTo>
                <a:lnTo>
                  <a:pt x="44560" y="6588"/>
                </a:lnTo>
                <a:lnTo>
                  <a:pt x="44677" y="6428"/>
                </a:lnTo>
                <a:lnTo>
                  <a:pt x="44969" y="6322"/>
                </a:lnTo>
                <a:lnTo>
                  <a:pt x="45261" y="6056"/>
                </a:lnTo>
                <a:lnTo>
                  <a:pt x="45553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419"/>
                </a:lnTo>
                <a:lnTo>
                  <a:pt x="46838" y="5259"/>
                </a:lnTo>
                <a:lnTo>
                  <a:pt x="47071" y="5153"/>
                </a:lnTo>
                <a:lnTo>
                  <a:pt x="47246" y="5047"/>
                </a:lnTo>
                <a:lnTo>
                  <a:pt x="47538" y="4781"/>
                </a:lnTo>
                <a:lnTo>
                  <a:pt x="47772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758" y="3612"/>
                </a:lnTo>
                <a:lnTo>
                  <a:pt x="50225" y="3506"/>
                </a:lnTo>
                <a:lnTo>
                  <a:pt x="50459" y="3347"/>
                </a:lnTo>
                <a:lnTo>
                  <a:pt x="50751" y="3240"/>
                </a:lnTo>
                <a:lnTo>
                  <a:pt x="51043" y="2975"/>
                </a:lnTo>
                <a:lnTo>
                  <a:pt x="51335" y="2869"/>
                </a:lnTo>
                <a:lnTo>
                  <a:pt x="51627" y="2709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554" y="1700"/>
                </a:lnTo>
                <a:lnTo>
                  <a:pt x="53846" y="1540"/>
                </a:lnTo>
                <a:lnTo>
                  <a:pt x="54138" y="1434"/>
                </a:lnTo>
                <a:lnTo>
                  <a:pt x="54547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248" y="796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737214" y="5746553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700" y="29912"/>
                </a:lnTo>
                <a:lnTo>
                  <a:pt x="992" y="29646"/>
                </a:lnTo>
                <a:lnTo>
                  <a:pt x="1284" y="29540"/>
                </a:lnTo>
                <a:lnTo>
                  <a:pt x="1693" y="29381"/>
                </a:lnTo>
                <a:lnTo>
                  <a:pt x="1985" y="29274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2978" y="28637"/>
                </a:lnTo>
                <a:lnTo>
                  <a:pt x="3270" y="28371"/>
                </a:lnTo>
                <a:lnTo>
                  <a:pt x="3504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489" y="27202"/>
                </a:lnTo>
                <a:lnTo>
                  <a:pt x="5898" y="27096"/>
                </a:lnTo>
                <a:lnTo>
                  <a:pt x="6190" y="2699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299"/>
                </a:lnTo>
                <a:lnTo>
                  <a:pt x="7592" y="26086"/>
                </a:lnTo>
                <a:lnTo>
                  <a:pt x="7884" y="25927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449"/>
                </a:lnTo>
                <a:lnTo>
                  <a:pt x="9285" y="25290"/>
                </a:lnTo>
                <a:lnTo>
                  <a:pt x="9577" y="25183"/>
                </a:lnTo>
                <a:lnTo>
                  <a:pt x="9869" y="24918"/>
                </a:lnTo>
                <a:lnTo>
                  <a:pt x="10278" y="24758"/>
                </a:lnTo>
                <a:lnTo>
                  <a:pt x="10453" y="24652"/>
                </a:lnTo>
                <a:lnTo>
                  <a:pt x="10745" y="24546"/>
                </a:lnTo>
                <a:lnTo>
                  <a:pt x="10979" y="24280"/>
                </a:lnTo>
                <a:lnTo>
                  <a:pt x="11271" y="24121"/>
                </a:lnTo>
                <a:lnTo>
                  <a:pt x="11563" y="24014"/>
                </a:lnTo>
                <a:lnTo>
                  <a:pt x="11855" y="23908"/>
                </a:lnTo>
                <a:lnTo>
                  <a:pt x="12264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534" y="21836"/>
                </a:lnTo>
                <a:lnTo>
                  <a:pt x="15768" y="21677"/>
                </a:lnTo>
                <a:lnTo>
                  <a:pt x="16060" y="21570"/>
                </a:lnTo>
                <a:lnTo>
                  <a:pt x="16527" y="21464"/>
                </a:lnTo>
                <a:lnTo>
                  <a:pt x="16761" y="21198"/>
                </a:lnTo>
                <a:lnTo>
                  <a:pt x="17053" y="21039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667"/>
                </a:lnTo>
                <a:lnTo>
                  <a:pt x="18454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615" y="19286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754"/>
                </a:lnTo>
                <a:lnTo>
                  <a:pt x="21550" y="18754"/>
                </a:lnTo>
                <a:lnTo>
                  <a:pt x="21842" y="18648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320"/>
                </a:lnTo>
                <a:lnTo>
                  <a:pt x="24411" y="1721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813" y="16417"/>
                </a:lnTo>
                <a:lnTo>
                  <a:pt x="26105" y="16311"/>
                </a:lnTo>
                <a:lnTo>
                  <a:pt x="26397" y="16204"/>
                </a:lnTo>
                <a:lnTo>
                  <a:pt x="26806" y="16045"/>
                </a:lnTo>
                <a:lnTo>
                  <a:pt x="27098" y="15779"/>
                </a:lnTo>
                <a:lnTo>
                  <a:pt x="27331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091" y="15142"/>
                </a:lnTo>
                <a:lnTo>
                  <a:pt x="28324" y="15035"/>
                </a:lnTo>
                <a:lnTo>
                  <a:pt x="28616" y="14876"/>
                </a:lnTo>
                <a:lnTo>
                  <a:pt x="29025" y="14770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602" y="13867"/>
                </a:lnTo>
                <a:lnTo>
                  <a:pt x="31011" y="13760"/>
                </a:lnTo>
                <a:lnTo>
                  <a:pt x="31303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412" y="12963"/>
                </a:lnTo>
                <a:lnTo>
                  <a:pt x="32704" y="12698"/>
                </a:lnTo>
                <a:lnTo>
                  <a:pt x="33113" y="12591"/>
                </a:lnTo>
                <a:lnTo>
                  <a:pt x="33288" y="12485"/>
                </a:lnTo>
                <a:lnTo>
                  <a:pt x="33580" y="12326"/>
                </a:lnTo>
                <a:lnTo>
                  <a:pt x="33872" y="12060"/>
                </a:lnTo>
                <a:lnTo>
                  <a:pt x="34106" y="11954"/>
                </a:lnTo>
                <a:lnTo>
                  <a:pt x="34398" y="11794"/>
                </a:lnTo>
                <a:lnTo>
                  <a:pt x="34690" y="11794"/>
                </a:lnTo>
                <a:lnTo>
                  <a:pt x="34982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800" y="11157"/>
                </a:lnTo>
                <a:lnTo>
                  <a:pt x="36092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6968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10041"/>
                </a:lnTo>
                <a:lnTo>
                  <a:pt x="38194" y="9882"/>
                </a:lnTo>
                <a:lnTo>
                  <a:pt x="38369" y="9616"/>
                </a:lnTo>
                <a:lnTo>
                  <a:pt x="38661" y="9510"/>
                </a:lnTo>
                <a:lnTo>
                  <a:pt x="38895" y="9404"/>
                </a:lnTo>
                <a:lnTo>
                  <a:pt x="39362" y="940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13"/>
                </a:lnTo>
                <a:lnTo>
                  <a:pt x="40589" y="8500"/>
                </a:lnTo>
                <a:lnTo>
                  <a:pt x="40881" y="8341"/>
                </a:lnTo>
                <a:lnTo>
                  <a:pt x="41173" y="8235"/>
                </a:lnTo>
                <a:lnTo>
                  <a:pt x="41582" y="8075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172"/>
                </a:lnTo>
                <a:lnTo>
                  <a:pt x="43158" y="7066"/>
                </a:lnTo>
                <a:lnTo>
                  <a:pt x="43567" y="7066"/>
                </a:lnTo>
                <a:lnTo>
                  <a:pt x="43859" y="6960"/>
                </a:lnTo>
                <a:lnTo>
                  <a:pt x="44151" y="6694"/>
                </a:lnTo>
                <a:lnTo>
                  <a:pt x="44443" y="6535"/>
                </a:lnTo>
                <a:lnTo>
                  <a:pt x="44677" y="6428"/>
                </a:lnTo>
                <a:lnTo>
                  <a:pt x="44969" y="6322"/>
                </a:lnTo>
                <a:lnTo>
                  <a:pt x="45261" y="6056"/>
                </a:lnTo>
                <a:lnTo>
                  <a:pt x="45670" y="5897"/>
                </a:lnTo>
                <a:lnTo>
                  <a:pt x="45845" y="5791"/>
                </a:lnTo>
                <a:lnTo>
                  <a:pt x="46137" y="5684"/>
                </a:lnTo>
                <a:lnTo>
                  <a:pt x="46370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246" y="4994"/>
                </a:lnTo>
                <a:lnTo>
                  <a:pt x="47538" y="4781"/>
                </a:lnTo>
                <a:lnTo>
                  <a:pt x="47947" y="4781"/>
                </a:lnTo>
                <a:lnTo>
                  <a:pt x="48239" y="4622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524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459" y="3347"/>
                </a:lnTo>
                <a:lnTo>
                  <a:pt x="50751" y="3240"/>
                </a:lnTo>
                <a:lnTo>
                  <a:pt x="50926" y="2975"/>
                </a:lnTo>
                <a:lnTo>
                  <a:pt x="51218" y="2815"/>
                </a:lnTo>
                <a:lnTo>
                  <a:pt x="51451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729" y="1540"/>
                </a:lnTo>
                <a:lnTo>
                  <a:pt x="54138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796"/>
                </a:lnTo>
                <a:lnTo>
                  <a:pt x="55540" y="531"/>
                </a:lnTo>
                <a:lnTo>
                  <a:pt x="55832" y="37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793922" y="5716375"/>
            <a:ext cx="56824" cy="30178"/>
          </a:xfrm>
          <a:custGeom>
            <a:avLst/>
            <a:gdLst/>
            <a:ahLst/>
            <a:cxnLst/>
            <a:rect l="l" t="t" r="r" b="b"/>
            <a:pathLst>
              <a:path w="56824" h="30178">
                <a:moveTo>
                  <a:pt x="0" y="30178"/>
                </a:moveTo>
                <a:lnTo>
                  <a:pt x="292" y="30071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540"/>
                </a:lnTo>
                <a:lnTo>
                  <a:pt x="1518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19" y="28902"/>
                </a:lnTo>
                <a:lnTo>
                  <a:pt x="2511" y="28796"/>
                </a:lnTo>
                <a:lnTo>
                  <a:pt x="2803" y="28637"/>
                </a:lnTo>
                <a:lnTo>
                  <a:pt x="3095" y="28530"/>
                </a:lnTo>
                <a:lnTo>
                  <a:pt x="3387" y="28265"/>
                </a:lnTo>
                <a:lnTo>
                  <a:pt x="3796" y="28159"/>
                </a:lnTo>
                <a:lnTo>
                  <a:pt x="4088" y="27999"/>
                </a:lnTo>
                <a:lnTo>
                  <a:pt x="4496" y="27734"/>
                </a:lnTo>
                <a:lnTo>
                  <a:pt x="4788" y="27627"/>
                </a:lnTo>
                <a:lnTo>
                  <a:pt x="5080" y="27468"/>
                </a:lnTo>
                <a:lnTo>
                  <a:pt x="5314" y="27362"/>
                </a:lnTo>
                <a:lnTo>
                  <a:pt x="5781" y="27096"/>
                </a:lnTo>
                <a:lnTo>
                  <a:pt x="6073" y="26990"/>
                </a:lnTo>
                <a:lnTo>
                  <a:pt x="6307" y="26830"/>
                </a:lnTo>
                <a:lnTo>
                  <a:pt x="6599" y="26724"/>
                </a:lnTo>
                <a:lnTo>
                  <a:pt x="6774" y="26458"/>
                </a:lnTo>
                <a:lnTo>
                  <a:pt x="7008" y="26352"/>
                </a:lnTo>
                <a:lnTo>
                  <a:pt x="7300" y="26193"/>
                </a:lnTo>
                <a:lnTo>
                  <a:pt x="7767" y="26086"/>
                </a:lnTo>
                <a:lnTo>
                  <a:pt x="8001" y="25821"/>
                </a:lnTo>
                <a:lnTo>
                  <a:pt x="8293" y="25715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290"/>
                </a:lnTo>
                <a:lnTo>
                  <a:pt x="9577" y="25077"/>
                </a:lnTo>
                <a:lnTo>
                  <a:pt x="9986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096" y="24280"/>
                </a:lnTo>
                <a:lnTo>
                  <a:pt x="11388" y="2401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377"/>
                </a:lnTo>
                <a:lnTo>
                  <a:pt x="12789" y="23377"/>
                </a:lnTo>
                <a:lnTo>
                  <a:pt x="13081" y="23271"/>
                </a:lnTo>
                <a:lnTo>
                  <a:pt x="13373" y="23111"/>
                </a:lnTo>
                <a:lnTo>
                  <a:pt x="13665" y="22846"/>
                </a:lnTo>
                <a:lnTo>
                  <a:pt x="13958" y="22739"/>
                </a:lnTo>
                <a:lnTo>
                  <a:pt x="14250" y="22633"/>
                </a:lnTo>
                <a:lnTo>
                  <a:pt x="14483" y="22474"/>
                </a:lnTo>
                <a:lnTo>
                  <a:pt x="14775" y="22208"/>
                </a:lnTo>
                <a:lnTo>
                  <a:pt x="15067" y="22102"/>
                </a:lnTo>
                <a:lnTo>
                  <a:pt x="15359" y="21995"/>
                </a:lnTo>
                <a:lnTo>
                  <a:pt x="15651" y="21836"/>
                </a:lnTo>
                <a:lnTo>
                  <a:pt x="15943" y="21570"/>
                </a:lnTo>
                <a:lnTo>
                  <a:pt x="16352" y="21464"/>
                </a:lnTo>
                <a:lnTo>
                  <a:pt x="16644" y="21358"/>
                </a:lnTo>
                <a:lnTo>
                  <a:pt x="16761" y="21198"/>
                </a:lnTo>
                <a:lnTo>
                  <a:pt x="17053" y="20933"/>
                </a:lnTo>
                <a:lnTo>
                  <a:pt x="17345" y="20933"/>
                </a:lnTo>
                <a:lnTo>
                  <a:pt x="17637" y="20827"/>
                </a:lnTo>
                <a:lnTo>
                  <a:pt x="17870" y="20667"/>
                </a:lnTo>
                <a:lnTo>
                  <a:pt x="18338" y="20455"/>
                </a:lnTo>
                <a:lnTo>
                  <a:pt x="18571" y="20295"/>
                </a:lnTo>
                <a:lnTo>
                  <a:pt x="18863" y="20189"/>
                </a:lnTo>
                <a:lnTo>
                  <a:pt x="19155" y="20030"/>
                </a:lnTo>
                <a:lnTo>
                  <a:pt x="19330" y="19817"/>
                </a:lnTo>
                <a:lnTo>
                  <a:pt x="19564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557" y="19126"/>
                </a:lnTo>
                <a:lnTo>
                  <a:pt x="20849" y="19020"/>
                </a:lnTo>
                <a:lnTo>
                  <a:pt x="21141" y="18914"/>
                </a:lnTo>
                <a:lnTo>
                  <a:pt x="21433" y="18754"/>
                </a:lnTo>
                <a:lnTo>
                  <a:pt x="21725" y="18648"/>
                </a:lnTo>
                <a:lnTo>
                  <a:pt x="21842" y="18489"/>
                </a:lnTo>
                <a:lnTo>
                  <a:pt x="22134" y="18383"/>
                </a:lnTo>
                <a:lnTo>
                  <a:pt x="22543" y="18276"/>
                </a:lnTo>
                <a:lnTo>
                  <a:pt x="22835" y="18011"/>
                </a:lnTo>
                <a:lnTo>
                  <a:pt x="23127" y="17851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373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736"/>
                </a:lnTo>
                <a:lnTo>
                  <a:pt x="25346" y="16576"/>
                </a:lnTo>
                <a:lnTo>
                  <a:pt x="25638" y="16470"/>
                </a:lnTo>
                <a:lnTo>
                  <a:pt x="25930" y="16311"/>
                </a:lnTo>
                <a:lnTo>
                  <a:pt x="26222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39" y="15832"/>
                </a:lnTo>
                <a:lnTo>
                  <a:pt x="27331" y="15567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441" y="14929"/>
                </a:lnTo>
                <a:lnTo>
                  <a:pt x="28908" y="14770"/>
                </a:lnTo>
                <a:lnTo>
                  <a:pt x="29200" y="14663"/>
                </a:lnTo>
                <a:lnTo>
                  <a:pt x="29317" y="14504"/>
                </a:lnTo>
                <a:lnTo>
                  <a:pt x="29609" y="14292"/>
                </a:lnTo>
                <a:lnTo>
                  <a:pt x="29901" y="14132"/>
                </a:lnTo>
                <a:lnTo>
                  <a:pt x="30135" y="14026"/>
                </a:lnTo>
                <a:lnTo>
                  <a:pt x="30427" y="14026"/>
                </a:lnTo>
                <a:lnTo>
                  <a:pt x="30894" y="13760"/>
                </a:lnTo>
                <a:lnTo>
                  <a:pt x="31128" y="13654"/>
                </a:lnTo>
                <a:lnTo>
                  <a:pt x="31420" y="13495"/>
                </a:lnTo>
                <a:lnTo>
                  <a:pt x="31712" y="13388"/>
                </a:lnTo>
                <a:lnTo>
                  <a:pt x="31828" y="13123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3113" y="12485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113"/>
                </a:lnTo>
                <a:lnTo>
                  <a:pt x="34223" y="11848"/>
                </a:lnTo>
                <a:lnTo>
                  <a:pt x="34398" y="11688"/>
                </a:lnTo>
                <a:lnTo>
                  <a:pt x="34690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210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679"/>
                </a:lnTo>
                <a:lnTo>
                  <a:pt x="36793" y="10572"/>
                </a:lnTo>
                <a:lnTo>
                  <a:pt x="37085" y="10413"/>
                </a:lnTo>
                <a:lnTo>
                  <a:pt x="37377" y="10307"/>
                </a:lnTo>
                <a:lnTo>
                  <a:pt x="37610" y="10041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69"/>
                </a:lnTo>
                <a:lnTo>
                  <a:pt x="38778" y="9404"/>
                </a:lnTo>
                <a:lnTo>
                  <a:pt x="39070" y="9404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7" y="8235"/>
                </a:lnTo>
                <a:lnTo>
                  <a:pt x="41465" y="8128"/>
                </a:lnTo>
                <a:lnTo>
                  <a:pt x="41698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458" y="7491"/>
                </a:lnTo>
                <a:lnTo>
                  <a:pt x="42691" y="7331"/>
                </a:lnTo>
                <a:lnTo>
                  <a:pt x="42983" y="7225"/>
                </a:lnTo>
                <a:lnTo>
                  <a:pt x="43392" y="7066"/>
                </a:lnTo>
                <a:lnTo>
                  <a:pt x="43684" y="6960"/>
                </a:lnTo>
                <a:lnTo>
                  <a:pt x="43976" y="6853"/>
                </a:lnTo>
                <a:lnTo>
                  <a:pt x="44268" y="6694"/>
                </a:lnTo>
                <a:lnTo>
                  <a:pt x="44385" y="642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670" y="5791"/>
                </a:lnTo>
                <a:lnTo>
                  <a:pt x="45962" y="5684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153"/>
                </a:lnTo>
                <a:lnTo>
                  <a:pt x="46954" y="5047"/>
                </a:lnTo>
                <a:lnTo>
                  <a:pt x="47246" y="4887"/>
                </a:lnTo>
                <a:lnTo>
                  <a:pt x="47655" y="4781"/>
                </a:lnTo>
                <a:lnTo>
                  <a:pt x="47947" y="4622"/>
                </a:lnTo>
                <a:lnTo>
                  <a:pt x="48239" y="4516"/>
                </a:lnTo>
                <a:lnTo>
                  <a:pt x="48473" y="4409"/>
                </a:lnTo>
                <a:lnTo>
                  <a:pt x="48765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72"/>
                </a:lnTo>
                <a:lnTo>
                  <a:pt x="49933" y="3612"/>
                </a:lnTo>
                <a:lnTo>
                  <a:pt x="50167" y="3347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335" y="2709"/>
                </a:lnTo>
                <a:lnTo>
                  <a:pt x="51627" y="2603"/>
                </a:lnTo>
                <a:lnTo>
                  <a:pt x="51860" y="2443"/>
                </a:lnTo>
                <a:lnTo>
                  <a:pt x="52152" y="2337"/>
                </a:lnTo>
                <a:lnTo>
                  <a:pt x="52444" y="2231"/>
                </a:lnTo>
                <a:lnTo>
                  <a:pt x="52736" y="2072"/>
                </a:lnTo>
                <a:lnTo>
                  <a:pt x="53028" y="1965"/>
                </a:lnTo>
                <a:lnTo>
                  <a:pt x="53262" y="1806"/>
                </a:lnTo>
                <a:lnTo>
                  <a:pt x="53554" y="1540"/>
                </a:lnTo>
                <a:lnTo>
                  <a:pt x="54021" y="1434"/>
                </a:lnTo>
                <a:lnTo>
                  <a:pt x="54255" y="1328"/>
                </a:lnTo>
                <a:lnTo>
                  <a:pt x="54430" y="1168"/>
                </a:lnTo>
                <a:lnTo>
                  <a:pt x="54722" y="903"/>
                </a:lnTo>
                <a:lnTo>
                  <a:pt x="54956" y="796"/>
                </a:lnTo>
                <a:lnTo>
                  <a:pt x="55248" y="690"/>
                </a:lnTo>
                <a:lnTo>
                  <a:pt x="55540" y="531"/>
                </a:lnTo>
                <a:lnTo>
                  <a:pt x="55948" y="265"/>
                </a:lnTo>
                <a:lnTo>
                  <a:pt x="56240" y="159"/>
                </a:lnTo>
                <a:lnTo>
                  <a:pt x="56532" y="0"/>
                </a:lnTo>
                <a:lnTo>
                  <a:pt x="56824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850747" y="5686091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116" y="30071"/>
                </a:lnTo>
                <a:lnTo>
                  <a:pt x="408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19" y="29009"/>
                </a:lnTo>
                <a:lnTo>
                  <a:pt x="2511" y="28743"/>
                </a:lnTo>
                <a:lnTo>
                  <a:pt x="2686" y="28637"/>
                </a:lnTo>
                <a:lnTo>
                  <a:pt x="2978" y="28530"/>
                </a:lnTo>
                <a:lnTo>
                  <a:pt x="3387" y="28371"/>
                </a:lnTo>
                <a:lnTo>
                  <a:pt x="3679" y="28105"/>
                </a:lnTo>
                <a:lnTo>
                  <a:pt x="3912" y="27999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06" y="27202"/>
                </a:lnTo>
                <a:lnTo>
                  <a:pt x="5898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352"/>
                </a:lnTo>
                <a:lnTo>
                  <a:pt x="7300" y="26193"/>
                </a:lnTo>
                <a:lnTo>
                  <a:pt x="7767" y="26086"/>
                </a:lnTo>
                <a:lnTo>
                  <a:pt x="7884" y="25927"/>
                </a:lnTo>
                <a:lnTo>
                  <a:pt x="8176" y="25661"/>
                </a:lnTo>
                <a:lnTo>
                  <a:pt x="8468" y="25661"/>
                </a:lnTo>
                <a:lnTo>
                  <a:pt x="8760" y="25555"/>
                </a:lnTo>
                <a:lnTo>
                  <a:pt x="8993" y="25449"/>
                </a:lnTo>
                <a:lnTo>
                  <a:pt x="9285" y="25183"/>
                </a:lnTo>
                <a:lnTo>
                  <a:pt x="9694" y="25024"/>
                </a:lnTo>
                <a:lnTo>
                  <a:pt x="9986" y="24918"/>
                </a:lnTo>
                <a:lnTo>
                  <a:pt x="10161" y="24811"/>
                </a:lnTo>
                <a:lnTo>
                  <a:pt x="10453" y="24546"/>
                </a:lnTo>
                <a:lnTo>
                  <a:pt x="10687" y="24386"/>
                </a:lnTo>
                <a:lnTo>
                  <a:pt x="10979" y="24280"/>
                </a:lnTo>
                <a:lnTo>
                  <a:pt x="11271" y="2417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483"/>
                </a:lnTo>
                <a:lnTo>
                  <a:pt x="12965" y="23271"/>
                </a:lnTo>
                <a:lnTo>
                  <a:pt x="13257" y="23111"/>
                </a:lnTo>
                <a:lnTo>
                  <a:pt x="13549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242" y="21942"/>
                </a:lnTo>
                <a:lnTo>
                  <a:pt x="15476" y="21836"/>
                </a:lnTo>
                <a:lnTo>
                  <a:pt x="15943" y="21730"/>
                </a:lnTo>
                <a:lnTo>
                  <a:pt x="16235" y="21464"/>
                </a:lnTo>
                <a:lnTo>
                  <a:pt x="16469" y="21305"/>
                </a:lnTo>
                <a:lnTo>
                  <a:pt x="16761" y="21198"/>
                </a:lnTo>
                <a:lnTo>
                  <a:pt x="17053" y="21092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564" y="19658"/>
                </a:lnTo>
                <a:lnTo>
                  <a:pt x="19856" y="19551"/>
                </a:lnTo>
                <a:lnTo>
                  <a:pt x="20323" y="19392"/>
                </a:lnTo>
                <a:lnTo>
                  <a:pt x="20732" y="19020"/>
                </a:lnTo>
                <a:lnTo>
                  <a:pt x="21024" y="18861"/>
                </a:lnTo>
                <a:lnTo>
                  <a:pt x="21258" y="18754"/>
                </a:lnTo>
                <a:lnTo>
                  <a:pt x="21550" y="18754"/>
                </a:lnTo>
                <a:lnTo>
                  <a:pt x="21842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2951" y="17851"/>
                </a:lnTo>
                <a:lnTo>
                  <a:pt x="23243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842"/>
                </a:lnTo>
                <a:lnTo>
                  <a:pt x="25346" y="16576"/>
                </a:lnTo>
                <a:lnTo>
                  <a:pt x="25521" y="16470"/>
                </a:lnTo>
                <a:lnTo>
                  <a:pt x="25813" y="16470"/>
                </a:lnTo>
                <a:lnTo>
                  <a:pt x="26105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407"/>
                </a:lnTo>
                <a:lnTo>
                  <a:pt x="27799" y="15301"/>
                </a:lnTo>
                <a:lnTo>
                  <a:pt x="28032" y="15142"/>
                </a:lnTo>
                <a:lnTo>
                  <a:pt x="28500" y="15035"/>
                </a:lnTo>
                <a:lnTo>
                  <a:pt x="28733" y="14770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132"/>
                </a:lnTo>
                <a:lnTo>
                  <a:pt x="30193" y="14026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601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821" y="12698"/>
                </a:lnTo>
                <a:lnTo>
                  <a:pt x="32996" y="12591"/>
                </a:lnTo>
                <a:lnTo>
                  <a:pt x="33288" y="12326"/>
                </a:lnTo>
                <a:lnTo>
                  <a:pt x="33580" y="12219"/>
                </a:lnTo>
                <a:lnTo>
                  <a:pt x="33814" y="12060"/>
                </a:lnTo>
                <a:lnTo>
                  <a:pt x="34106" y="11954"/>
                </a:lnTo>
                <a:lnTo>
                  <a:pt x="34398" y="1168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508" y="11157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02" y="9882"/>
                </a:lnTo>
                <a:lnTo>
                  <a:pt x="38077" y="9775"/>
                </a:lnTo>
                <a:lnTo>
                  <a:pt x="38369" y="9669"/>
                </a:lnTo>
                <a:lnTo>
                  <a:pt x="38603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472" y="8607"/>
                </a:lnTo>
                <a:lnTo>
                  <a:pt x="41056" y="8235"/>
                </a:lnTo>
                <a:lnTo>
                  <a:pt x="41290" y="8128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331"/>
                </a:lnTo>
                <a:lnTo>
                  <a:pt x="43275" y="7066"/>
                </a:lnTo>
                <a:lnTo>
                  <a:pt x="43567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385" y="6428"/>
                </a:lnTo>
                <a:lnTo>
                  <a:pt x="44677" y="6322"/>
                </a:lnTo>
                <a:lnTo>
                  <a:pt x="44969" y="6163"/>
                </a:lnTo>
                <a:lnTo>
                  <a:pt x="45378" y="6056"/>
                </a:lnTo>
                <a:lnTo>
                  <a:pt x="45553" y="5791"/>
                </a:lnTo>
                <a:lnTo>
                  <a:pt x="45845" y="5684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153"/>
                </a:lnTo>
                <a:lnTo>
                  <a:pt x="46954" y="5047"/>
                </a:lnTo>
                <a:lnTo>
                  <a:pt x="47363" y="4887"/>
                </a:lnTo>
                <a:lnTo>
                  <a:pt x="47655" y="4781"/>
                </a:lnTo>
                <a:lnTo>
                  <a:pt x="47947" y="4622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398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167" y="3347"/>
                </a:lnTo>
                <a:lnTo>
                  <a:pt x="50459" y="3240"/>
                </a:lnTo>
                <a:lnTo>
                  <a:pt x="50634" y="3081"/>
                </a:lnTo>
                <a:lnTo>
                  <a:pt x="50926" y="2975"/>
                </a:lnTo>
                <a:lnTo>
                  <a:pt x="51159" y="2709"/>
                </a:lnTo>
                <a:lnTo>
                  <a:pt x="51627" y="2603"/>
                </a:lnTo>
                <a:lnTo>
                  <a:pt x="51860" y="2443"/>
                </a:lnTo>
                <a:lnTo>
                  <a:pt x="52152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028" y="1965"/>
                </a:lnTo>
                <a:lnTo>
                  <a:pt x="53145" y="1806"/>
                </a:lnTo>
                <a:lnTo>
                  <a:pt x="53554" y="1540"/>
                </a:lnTo>
                <a:lnTo>
                  <a:pt x="53846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248" y="637"/>
                </a:lnTo>
                <a:lnTo>
                  <a:pt x="55540" y="531"/>
                </a:lnTo>
                <a:lnTo>
                  <a:pt x="55832" y="265"/>
                </a:lnTo>
                <a:lnTo>
                  <a:pt x="56124" y="159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907455" y="5655806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018"/>
                </a:lnTo>
                <a:lnTo>
                  <a:pt x="525" y="29912"/>
                </a:lnTo>
                <a:lnTo>
                  <a:pt x="817" y="29806"/>
                </a:lnTo>
                <a:lnTo>
                  <a:pt x="1226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743"/>
                </a:lnTo>
                <a:lnTo>
                  <a:pt x="2803" y="28637"/>
                </a:lnTo>
                <a:lnTo>
                  <a:pt x="3212" y="28477"/>
                </a:lnTo>
                <a:lnTo>
                  <a:pt x="3504" y="28371"/>
                </a:lnTo>
                <a:lnTo>
                  <a:pt x="3796" y="2810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627"/>
                </a:lnTo>
                <a:lnTo>
                  <a:pt x="5022" y="27468"/>
                </a:lnTo>
                <a:lnTo>
                  <a:pt x="5489" y="27362"/>
                </a:lnTo>
                <a:lnTo>
                  <a:pt x="5781" y="27202"/>
                </a:lnTo>
                <a:lnTo>
                  <a:pt x="6015" y="26990"/>
                </a:lnTo>
                <a:lnTo>
                  <a:pt x="6307" y="26830"/>
                </a:lnTo>
                <a:lnTo>
                  <a:pt x="6482" y="26724"/>
                </a:lnTo>
                <a:lnTo>
                  <a:pt x="6716" y="26565"/>
                </a:lnTo>
                <a:lnTo>
                  <a:pt x="7008" y="26299"/>
                </a:lnTo>
                <a:lnTo>
                  <a:pt x="7475" y="26193"/>
                </a:lnTo>
                <a:lnTo>
                  <a:pt x="7709" y="26086"/>
                </a:lnTo>
                <a:lnTo>
                  <a:pt x="8001" y="25927"/>
                </a:lnTo>
                <a:lnTo>
                  <a:pt x="8293" y="25661"/>
                </a:lnTo>
                <a:lnTo>
                  <a:pt x="8585" y="25661"/>
                </a:lnTo>
                <a:lnTo>
                  <a:pt x="8877" y="25555"/>
                </a:lnTo>
                <a:lnTo>
                  <a:pt x="9402" y="25183"/>
                </a:lnTo>
                <a:lnTo>
                  <a:pt x="9694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546"/>
                </a:lnTo>
                <a:lnTo>
                  <a:pt x="10804" y="24386"/>
                </a:lnTo>
                <a:lnTo>
                  <a:pt x="11096" y="24280"/>
                </a:lnTo>
                <a:lnTo>
                  <a:pt x="11388" y="24121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497" y="23483"/>
                </a:lnTo>
                <a:lnTo>
                  <a:pt x="12789" y="23377"/>
                </a:lnTo>
                <a:lnTo>
                  <a:pt x="13081" y="23217"/>
                </a:lnTo>
                <a:lnTo>
                  <a:pt x="13373" y="23111"/>
                </a:lnTo>
                <a:lnTo>
                  <a:pt x="13782" y="23005"/>
                </a:lnTo>
                <a:lnTo>
                  <a:pt x="13958" y="22739"/>
                </a:lnTo>
                <a:lnTo>
                  <a:pt x="14191" y="22580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4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464"/>
                </a:lnTo>
                <a:lnTo>
                  <a:pt x="16469" y="21305"/>
                </a:lnTo>
                <a:lnTo>
                  <a:pt x="16761" y="21198"/>
                </a:lnTo>
                <a:lnTo>
                  <a:pt x="17053" y="21039"/>
                </a:lnTo>
                <a:lnTo>
                  <a:pt x="17345" y="20933"/>
                </a:lnTo>
                <a:lnTo>
                  <a:pt x="17578" y="20827"/>
                </a:lnTo>
                <a:lnTo>
                  <a:pt x="18046" y="20667"/>
                </a:lnTo>
                <a:lnTo>
                  <a:pt x="18279" y="20561"/>
                </a:lnTo>
                <a:lnTo>
                  <a:pt x="18571" y="20295"/>
                </a:lnTo>
                <a:lnTo>
                  <a:pt x="18863" y="20136"/>
                </a:lnTo>
                <a:lnTo>
                  <a:pt x="19038" y="20030"/>
                </a:lnTo>
                <a:lnTo>
                  <a:pt x="19272" y="19923"/>
                </a:lnTo>
                <a:lnTo>
                  <a:pt x="19564" y="19658"/>
                </a:lnTo>
                <a:lnTo>
                  <a:pt x="19973" y="19498"/>
                </a:lnTo>
                <a:lnTo>
                  <a:pt x="20265" y="19392"/>
                </a:lnTo>
                <a:lnTo>
                  <a:pt x="20557" y="19286"/>
                </a:lnTo>
                <a:lnTo>
                  <a:pt x="20849" y="19020"/>
                </a:lnTo>
                <a:lnTo>
                  <a:pt x="21141" y="18861"/>
                </a:lnTo>
                <a:lnTo>
                  <a:pt x="21433" y="18754"/>
                </a:lnTo>
                <a:lnTo>
                  <a:pt x="21959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851"/>
                </a:lnTo>
                <a:lnTo>
                  <a:pt x="23360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054" y="16842"/>
                </a:lnTo>
                <a:lnTo>
                  <a:pt x="25346" y="16576"/>
                </a:lnTo>
                <a:lnTo>
                  <a:pt x="25638" y="16417"/>
                </a:lnTo>
                <a:lnTo>
                  <a:pt x="25930" y="16417"/>
                </a:lnTo>
                <a:lnTo>
                  <a:pt x="26339" y="16311"/>
                </a:lnTo>
                <a:lnTo>
                  <a:pt x="26514" y="16045"/>
                </a:lnTo>
                <a:lnTo>
                  <a:pt x="26747" y="15939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770"/>
                </a:lnTo>
                <a:lnTo>
                  <a:pt x="29317" y="14504"/>
                </a:lnTo>
                <a:lnTo>
                  <a:pt x="29609" y="14398"/>
                </a:lnTo>
                <a:lnTo>
                  <a:pt x="29843" y="14132"/>
                </a:lnTo>
                <a:lnTo>
                  <a:pt x="30135" y="14132"/>
                </a:lnTo>
                <a:lnTo>
                  <a:pt x="30602" y="13973"/>
                </a:lnTo>
                <a:lnTo>
                  <a:pt x="30836" y="13867"/>
                </a:lnTo>
                <a:lnTo>
                  <a:pt x="31128" y="13601"/>
                </a:lnTo>
                <a:lnTo>
                  <a:pt x="31420" y="13495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2963"/>
                </a:lnTo>
                <a:lnTo>
                  <a:pt x="32529" y="12857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060"/>
                </a:lnTo>
                <a:lnTo>
                  <a:pt x="34515" y="11794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25" y="11157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18" y="10254"/>
                </a:lnTo>
                <a:lnTo>
                  <a:pt x="37610" y="10147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16"/>
                </a:lnTo>
                <a:lnTo>
                  <a:pt x="38895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713"/>
                </a:lnTo>
                <a:lnTo>
                  <a:pt x="40472" y="8607"/>
                </a:lnTo>
                <a:lnTo>
                  <a:pt x="40881" y="8500"/>
                </a:lnTo>
                <a:lnTo>
                  <a:pt x="41173" y="8341"/>
                </a:lnTo>
                <a:lnTo>
                  <a:pt x="41406" y="807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399" y="7438"/>
                </a:lnTo>
                <a:lnTo>
                  <a:pt x="42691" y="7331"/>
                </a:lnTo>
                <a:lnTo>
                  <a:pt x="43100" y="7172"/>
                </a:lnTo>
                <a:lnTo>
                  <a:pt x="43392" y="7066"/>
                </a:lnTo>
                <a:lnTo>
                  <a:pt x="43684" y="6960"/>
                </a:lnTo>
                <a:lnTo>
                  <a:pt x="43976" y="6800"/>
                </a:lnTo>
                <a:lnTo>
                  <a:pt x="44385" y="6535"/>
                </a:lnTo>
                <a:lnTo>
                  <a:pt x="44677" y="6322"/>
                </a:lnTo>
                <a:lnTo>
                  <a:pt x="45086" y="6163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525"/>
                </a:lnTo>
                <a:lnTo>
                  <a:pt x="46487" y="5419"/>
                </a:lnTo>
                <a:lnTo>
                  <a:pt x="46662" y="5259"/>
                </a:lnTo>
                <a:lnTo>
                  <a:pt x="47071" y="4994"/>
                </a:lnTo>
                <a:lnTo>
                  <a:pt x="47363" y="4887"/>
                </a:lnTo>
                <a:lnTo>
                  <a:pt x="47655" y="4781"/>
                </a:lnTo>
                <a:lnTo>
                  <a:pt x="47947" y="4781"/>
                </a:lnTo>
                <a:lnTo>
                  <a:pt x="48181" y="4516"/>
                </a:lnTo>
                <a:lnTo>
                  <a:pt x="48473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878"/>
                </a:lnTo>
                <a:lnTo>
                  <a:pt x="49641" y="3719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2970" y="1912"/>
                </a:lnTo>
                <a:lnTo>
                  <a:pt x="53437" y="1806"/>
                </a:lnTo>
                <a:lnTo>
                  <a:pt x="53729" y="1700"/>
                </a:lnTo>
                <a:lnTo>
                  <a:pt x="53963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663" y="1009"/>
                </a:lnTo>
                <a:lnTo>
                  <a:pt x="54956" y="796"/>
                </a:lnTo>
                <a:lnTo>
                  <a:pt x="55248" y="637"/>
                </a:lnTo>
                <a:lnTo>
                  <a:pt x="55656" y="531"/>
                </a:lnTo>
                <a:lnTo>
                  <a:pt x="55948" y="371"/>
                </a:lnTo>
                <a:lnTo>
                  <a:pt x="56240" y="159"/>
                </a:lnTo>
                <a:lnTo>
                  <a:pt x="56532" y="159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964105" y="5625522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992" y="29806"/>
                </a:lnTo>
                <a:lnTo>
                  <a:pt x="1284" y="29646"/>
                </a:lnTo>
                <a:lnTo>
                  <a:pt x="1576" y="29540"/>
                </a:lnTo>
                <a:lnTo>
                  <a:pt x="1868" y="29274"/>
                </a:lnTo>
                <a:lnTo>
                  <a:pt x="2102" y="29115"/>
                </a:lnTo>
                <a:lnTo>
                  <a:pt x="2394" y="29009"/>
                </a:lnTo>
                <a:lnTo>
                  <a:pt x="2569" y="28902"/>
                </a:lnTo>
                <a:lnTo>
                  <a:pt x="2978" y="28637"/>
                </a:lnTo>
                <a:lnTo>
                  <a:pt x="3270" y="2847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672" y="27840"/>
                </a:lnTo>
                <a:lnTo>
                  <a:pt x="4964" y="27734"/>
                </a:lnTo>
                <a:lnTo>
                  <a:pt x="5256" y="27468"/>
                </a:lnTo>
                <a:lnTo>
                  <a:pt x="5489" y="27362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565"/>
                </a:lnTo>
                <a:lnTo>
                  <a:pt x="7358" y="26458"/>
                </a:lnTo>
                <a:lnTo>
                  <a:pt x="7650" y="26193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344" y="25396"/>
                </a:lnTo>
                <a:lnTo>
                  <a:pt x="9577" y="25290"/>
                </a:lnTo>
                <a:lnTo>
                  <a:pt x="9869" y="25024"/>
                </a:lnTo>
                <a:lnTo>
                  <a:pt x="10161" y="24918"/>
                </a:lnTo>
                <a:lnTo>
                  <a:pt x="10337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154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749"/>
                </a:lnTo>
                <a:lnTo>
                  <a:pt x="12439" y="23642"/>
                </a:lnTo>
                <a:lnTo>
                  <a:pt x="12556" y="23483"/>
                </a:lnTo>
                <a:lnTo>
                  <a:pt x="12848" y="23483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846"/>
                </a:lnTo>
                <a:lnTo>
                  <a:pt x="14425" y="22580"/>
                </a:lnTo>
                <a:lnTo>
                  <a:pt x="14658" y="22474"/>
                </a:lnTo>
                <a:lnTo>
                  <a:pt x="14950" y="22314"/>
                </a:lnTo>
                <a:lnTo>
                  <a:pt x="15126" y="22208"/>
                </a:lnTo>
                <a:lnTo>
                  <a:pt x="15359" y="21942"/>
                </a:lnTo>
                <a:lnTo>
                  <a:pt x="15826" y="21836"/>
                </a:lnTo>
                <a:lnTo>
                  <a:pt x="16118" y="21677"/>
                </a:lnTo>
                <a:lnTo>
                  <a:pt x="16352" y="21570"/>
                </a:lnTo>
                <a:lnTo>
                  <a:pt x="16644" y="21305"/>
                </a:lnTo>
                <a:lnTo>
                  <a:pt x="16936" y="21198"/>
                </a:lnTo>
                <a:lnTo>
                  <a:pt x="17228" y="21198"/>
                </a:lnTo>
                <a:lnTo>
                  <a:pt x="17520" y="21039"/>
                </a:lnTo>
                <a:lnTo>
                  <a:pt x="17812" y="2077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20030"/>
                </a:lnTo>
                <a:lnTo>
                  <a:pt x="19506" y="19870"/>
                </a:lnTo>
                <a:lnTo>
                  <a:pt x="19914" y="19764"/>
                </a:lnTo>
                <a:lnTo>
                  <a:pt x="20206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861"/>
                </a:lnTo>
                <a:lnTo>
                  <a:pt x="21433" y="18754"/>
                </a:lnTo>
                <a:lnTo>
                  <a:pt x="21725" y="18754"/>
                </a:lnTo>
                <a:lnTo>
                  <a:pt x="22134" y="18595"/>
                </a:lnTo>
                <a:lnTo>
                  <a:pt x="22426" y="18329"/>
                </a:lnTo>
                <a:lnTo>
                  <a:pt x="22718" y="18223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119" y="17479"/>
                </a:lnTo>
                <a:lnTo>
                  <a:pt x="24411" y="17320"/>
                </a:lnTo>
                <a:lnTo>
                  <a:pt x="24703" y="17054"/>
                </a:lnTo>
                <a:lnTo>
                  <a:pt x="24995" y="16948"/>
                </a:lnTo>
                <a:lnTo>
                  <a:pt x="25287" y="16789"/>
                </a:lnTo>
                <a:lnTo>
                  <a:pt x="25696" y="16417"/>
                </a:lnTo>
                <a:lnTo>
                  <a:pt x="26105" y="16417"/>
                </a:lnTo>
                <a:lnTo>
                  <a:pt x="26397" y="16311"/>
                </a:lnTo>
                <a:lnTo>
                  <a:pt x="26689" y="16151"/>
                </a:lnTo>
                <a:lnTo>
                  <a:pt x="26923" y="15939"/>
                </a:lnTo>
                <a:lnTo>
                  <a:pt x="27215" y="15779"/>
                </a:lnTo>
                <a:lnTo>
                  <a:pt x="27507" y="15673"/>
                </a:lnTo>
                <a:lnTo>
                  <a:pt x="27799" y="15514"/>
                </a:lnTo>
                <a:lnTo>
                  <a:pt x="27916" y="15301"/>
                </a:lnTo>
                <a:lnTo>
                  <a:pt x="28383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610"/>
                </a:lnTo>
                <a:lnTo>
                  <a:pt x="29492" y="14504"/>
                </a:lnTo>
                <a:lnTo>
                  <a:pt x="29784" y="14398"/>
                </a:lnTo>
                <a:lnTo>
                  <a:pt x="30076" y="14238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495"/>
                </a:lnTo>
                <a:lnTo>
                  <a:pt x="31770" y="13335"/>
                </a:lnTo>
                <a:lnTo>
                  <a:pt x="32004" y="13229"/>
                </a:lnTo>
                <a:lnTo>
                  <a:pt x="32471" y="13070"/>
                </a:lnTo>
                <a:lnTo>
                  <a:pt x="32704" y="12857"/>
                </a:lnTo>
                <a:lnTo>
                  <a:pt x="32880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697" y="12219"/>
                </a:lnTo>
                <a:lnTo>
                  <a:pt x="33989" y="12060"/>
                </a:lnTo>
                <a:lnTo>
                  <a:pt x="34281" y="11954"/>
                </a:lnTo>
                <a:lnTo>
                  <a:pt x="34690" y="11794"/>
                </a:lnTo>
                <a:lnTo>
                  <a:pt x="34982" y="11688"/>
                </a:lnTo>
                <a:lnTo>
                  <a:pt x="35274" y="11529"/>
                </a:lnTo>
                <a:lnTo>
                  <a:pt x="35683" y="11316"/>
                </a:lnTo>
                <a:lnTo>
                  <a:pt x="35975" y="11051"/>
                </a:lnTo>
                <a:lnTo>
                  <a:pt x="36267" y="10891"/>
                </a:lnTo>
                <a:lnTo>
                  <a:pt x="36676" y="10785"/>
                </a:lnTo>
                <a:lnTo>
                  <a:pt x="36968" y="10679"/>
                </a:lnTo>
                <a:lnTo>
                  <a:pt x="37260" y="10413"/>
                </a:lnTo>
                <a:lnTo>
                  <a:pt x="37552" y="10254"/>
                </a:lnTo>
                <a:lnTo>
                  <a:pt x="37785" y="10147"/>
                </a:lnTo>
                <a:lnTo>
                  <a:pt x="37961" y="9988"/>
                </a:lnTo>
                <a:lnTo>
                  <a:pt x="38253" y="9775"/>
                </a:lnTo>
                <a:lnTo>
                  <a:pt x="38661" y="9616"/>
                </a:lnTo>
                <a:lnTo>
                  <a:pt x="38953" y="9510"/>
                </a:lnTo>
                <a:lnTo>
                  <a:pt x="39245" y="9510"/>
                </a:lnTo>
                <a:lnTo>
                  <a:pt x="39479" y="9244"/>
                </a:lnTo>
                <a:lnTo>
                  <a:pt x="39771" y="9138"/>
                </a:lnTo>
                <a:lnTo>
                  <a:pt x="40063" y="8979"/>
                </a:lnTo>
                <a:lnTo>
                  <a:pt x="40355" y="8872"/>
                </a:lnTo>
                <a:lnTo>
                  <a:pt x="40472" y="8607"/>
                </a:lnTo>
                <a:lnTo>
                  <a:pt x="40939" y="8447"/>
                </a:lnTo>
                <a:lnTo>
                  <a:pt x="41173" y="8341"/>
                </a:lnTo>
                <a:lnTo>
                  <a:pt x="41465" y="8235"/>
                </a:lnTo>
                <a:lnTo>
                  <a:pt x="41757" y="7969"/>
                </a:lnTo>
                <a:lnTo>
                  <a:pt x="42049" y="7810"/>
                </a:lnTo>
                <a:lnTo>
                  <a:pt x="42341" y="7703"/>
                </a:lnTo>
                <a:lnTo>
                  <a:pt x="42633" y="7597"/>
                </a:lnTo>
                <a:lnTo>
                  <a:pt x="42866" y="7331"/>
                </a:lnTo>
                <a:lnTo>
                  <a:pt x="43158" y="7172"/>
                </a:lnTo>
                <a:lnTo>
                  <a:pt x="43450" y="7172"/>
                </a:lnTo>
                <a:lnTo>
                  <a:pt x="43742" y="7066"/>
                </a:lnTo>
                <a:lnTo>
                  <a:pt x="44034" y="6800"/>
                </a:lnTo>
                <a:lnTo>
                  <a:pt x="44268" y="6694"/>
                </a:lnTo>
                <a:lnTo>
                  <a:pt x="44560" y="6535"/>
                </a:lnTo>
                <a:lnTo>
                  <a:pt x="45027" y="6428"/>
                </a:lnTo>
                <a:lnTo>
                  <a:pt x="45261" y="6163"/>
                </a:lnTo>
                <a:lnTo>
                  <a:pt x="45436" y="6056"/>
                </a:lnTo>
                <a:lnTo>
                  <a:pt x="45728" y="5897"/>
                </a:lnTo>
                <a:lnTo>
                  <a:pt x="45962" y="579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259"/>
                </a:lnTo>
                <a:lnTo>
                  <a:pt x="47246" y="5153"/>
                </a:lnTo>
                <a:lnTo>
                  <a:pt x="47538" y="4887"/>
                </a:lnTo>
                <a:lnTo>
                  <a:pt x="47830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250"/>
                </a:lnTo>
                <a:lnTo>
                  <a:pt x="49232" y="4091"/>
                </a:lnTo>
                <a:lnTo>
                  <a:pt x="49524" y="3984"/>
                </a:lnTo>
                <a:lnTo>
                  <a:pt x="49816" y="3719"/>
                </a:lnTo>
                <a:lnTo>
                  <a:pt x="50108" y="3612"/>
                </a:lnTo>
                <a:lnTo>
                  <a:pt x="50342" y="3453"/>
                </a:lnTo>
                <a:lnTo>
                  <a:pt x="50517" y="3347"/>
                </a:lnTo>
                <a:lnTo>
                  <a:pt x="50809" y="3081"/>
                </a:lnTo>
                <a:lnTo>
                  <a:pt x="51218" y="2975"/>
                </a:lnTo>
                <a:lnTo>
                  <a:pt x="51510" y="2815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337"/>
                </a:lnTo>
                <a:lnTo>
                  <a:pt x="52911" y="2178"/>
                </a:lnTo>
                <a:lnTo>
                  <a:pt x="53028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313" y="1275"/>
                </a:lnTo>
                <a:lnTo>
                  <a:pt x="54605" y="1168"/>
                </a:lnTo>
                <a:lnTo>
                  <a:pt x="54897" y="1009"/>
                </a:lnTo>
                <a:lnTo>
                  <a:pt x="55131" y="903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6020930" y="5595238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700" y="30018"/>
                </a:lnTo>
                <a:lnTo>
                  <a:pt x="992" y="29752"/>
                </a:lnTo>
                <a:lnTo>
                  <a:pt x="1168" y="29646"/>
                </a:lnTo>
                <a:lnTo>
                  <a:pt x="1460" y="29540"/>
                </a:lnTo>
                <a:lnTo>
                  <a:pt x="1693" y="2938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978" y="28743"/>
                </a:lnTo>
                <a:lnTo>
                  <a:pt x="3270" y="28477"/>
                </a:lnTo>
                <a:lnTo>
                  <a:pt x="3562" y="28371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40"/>
                </a:lnTo>
                <a:lnTo>
                  <a:pt x="4964" y="27734"/>
                </a:lnTo>
                <a:lnTo>
                  <a:pt x="5256" y="27574"/>
                </a:lnTo>
                <a:lnTo>
                  <a:pt x="5548" y="27308"/>
                </a:lnTo>
                <a:lnTo>
                  <a:pt x="5781" y="27202"/>
                </a:lnTo>
                <a:lnTo>
                  <a:pt x="6073" y="27096"/>
                </a:lnTo>
                <a:lnTo>
                  <a:pt x="6248" y="26937"/>
                </a:lnTo>
                <a:lnTo>
                  <a:pt x="6482" y="26671"/>
                </a:lnTo>
                <a:lnTo>
                  <a:pt x="6949" y="26565"/>
                </a:lnTo>
                <a:lnTo>
                  <a:pt x="7241" y="26458"/>
                </a:lnTo>
                <a:lnTo>
                  <a:pt x="7475" y="26299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768"/>
                </a:lnTo>
                <a:lnTo>
                  <a:pt x="8643" y="25768"/>
                </a:lnTo>
                <a:lnTo>
                  <a:pt x="8760" y="25555"/>
                </a:lnTo>
                <a:lnTo>
                  <a:pt x="9169" y="25396"/>
                </a:lnTo>
                <a:lnTo>
                  <a:pt x="9461" y="25290"/>
                </a:lnTo>
                <a:lnTo>
                  <a:pt x="9753" y="25130"/>
                </a:lnTo>
                <a:lnTo>
                  <a:pt x="10045" y="24918"/>
                </a:lnTo>
                <a:lnTo>
                  <a:pt x="10337" y="24758"/>
                </a:lnTo>
                <a:lnTo>
                  <a:pt x="10629" y="24652"/>
                </a:lnTo>
                <a:lnTo>
                  <a:pt x="10862" y="24493"/>
                </a:lnTo>
                <a:lnTo>
                  <a:pt x="11154" y="24227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855"/>
                </a:lnTo>
                <a:lnTo>
                  <a:pt x="12264" y="23589"/>
                </a:lnTo>
                <a:lnTo>
                  <a:pt x="12556" y="23483"/>
                </a:lnTo>
                <a:lnTo>
                  <a:pt x="12848" y="23483"/>
                </a:lnTo>
                <a:lnTo>
                  <a:pt x="13257" y="23377"/>
                </a:lnTo>
                <a:lnTo>
                  <a:pt x="13549" y="23111"/>
                </a:lnTo>
                <a:lnTo>
                  <a:pt x="13724" y="22952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208"/>
                </a:lnTo>
                <a:lnTo>
                  <a:pt x="15534" y="22049"/>
                </a:lnTo>
                <a:lnTo>
                  <a:pt x="15826" y="21836"/>
                </a:lnTo>
                <a:lnTo>
                  <a:pt x="16118" y="21677"/>
                </a:lnTo>
                <a:lnTo>
                  <a:pt x="16527" y="21411"/>
                </a:lnTo>
                <a:lnTo>
                  <a:pt x="16819" y="21145"/>
                </a:lnTo>
                <a:lnTo>
                  <a:pt x="17111" y="21145"/>
                </a:lnTo>
                <a:lnTo>
                  <a:pt x="17520" y="21039"/>
                </a:lnTo>
                <a:lnTo>
                  <a:pt x="17812" y="2093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805" y="20136"/>
                </a:lnTo>
                <a:lnTo>
                  <a:pt x="19038" y="20030"/>
                </a:lnTo>
                <a:lnTo>
                  <a:pt x="19506" y="19870"/>
                </a:lnTo>
                <a:lnTo>
                  <a:pt x="19739" y="19764"/>
                </a:lnTo>
                <a:lnTo>
                  <a:pt x="20031" y="19498"/>
                </a:lnTo>
                <a:lnTo>
                  <a:pt x="20323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8861"/>
                </a:lnTo>
                <a:lnTo>
                  <a:pt x="21725" y="18754"/>
                </a:lnTo>
                <a:lnTo>
                  <a:pt x="22017" y="18595"/>
                </a:lnTo>
                <a:lnTo>
                  <a:pt x="22309" y="18329"/>
                </a:lnTo>
                <a:lnTo>
                  <a:pt x="22601" y="18223"/>
                </a:lnTo>
                <a:lnTo>
                  <a:pt x="22893" y="18117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587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76"/>
                </a:lnTo>
                <a:lnTo>
                  <a:pt x="26105" y="16417"/>
                </a:lnTo>
                <a:lnTo>
                  <a:pt x="26280" y="16311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14"/>
                </a:lnTo>
                <a:lnTo>
                  <a:pt x="28091" y="15248"/>
                </a:lnTo>
                <a:lnTo>
                  <a:pt x="28383" y="15142"/>
                </a:lnTo>
                <a:lnTo>
                  <a:pt x="28675" y="15035"/>
                </a:lnTo>
                <a:lnTo>
                  <a:pt x="28792" y="14876"/>
                </a:lnTo>
                <a:lnTo>
                  <a:pt x="29084" y="14610"/>
                </a:lnTo>
                <a:lnTo>
                  <a:pt x="29376" y="14504"/>
                </a:lnTo>
                <a:lnTo>
                  <a:pt x="29609" y="14345"/>
                </a:lnTo>
                <a:lnTo>
                  <a:pt x="30076" y="14238"/>
                </a:lnTo>
                <a:lnTo>
                  <a:pt x="30368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303" y="13495"/>
                </a:lnTo>
                <a:lnTo>
                  <a:pt x="31595" y="13335"/>
                </a:lnTo>
                <a:lnTo>
                  <a:pt x="32062" y="13229"/>
                </a:lnTo>
                <a:lnTo>
                  <a:pt x="32296" y="13070"/>
                </a:lnTo>
                <a:lnTo>
                  <a:pt x="32588" y="12804"/>
                </a:lnTo>
                <a:lnTo>
                  <a:pt x="32880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756" y="12166"/>
                </a:lnTo>
                <a:lnTo>
                  <a:pt x="34281" y="11954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449" y="11423"/>
                </a:lnTo>
                <a:lnTo>
                  <a:pt x="35683" y="11263"/>
                </a:lnTo>
                <a:lnTo>
                  <a:pt x="35975" y="11051"/>
                </a:lnTo>
                <a:lnTo>
                  <a:pt x="36384" y="10891"/>
                </a:lnTo>
                <a:lnTo>
                  <a:pt x="36559" y="10785"/>
                </a:lnTo>
                <a:lnTo>
                  <a:pt x="36851" y="10626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722"/>
                </a:lnTo>
                <a:lnTo>
                  <a:pt x="38661" y="9616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979"/>
                </a:lnTo>
                <a:lnTo>
                  <a:pt x="40238" y="8872"/>
                </a:lnTo>
                <a:lnTo>
                  <a:pt x="40647" y="8607"/>
                </a:lnTo>
                <a:lnTo>
                  <a:pt x="40939" y="8447"/>
                </a:lnTo>
                <a:lnTo>
                  <a:pt x="41231" y="8341"/>
                </a:lnTo>
                <a:lnTo>
                  <a:pt x="41348" y="8182"/>
                </a:lnTo>
                <a:lnTo>
                  <a:pt x="41640" y="7969"/>
                </a:lnTo>
                <a:lnTo>
                  <a:pt x="41932" y="7810"/>
                </a:lnTo>
                <a:lnTo>
                  <a:pt x="42166" y="7703"/>
                </a:lnTo>
                <a:lnTo>
                  <a:pt x="42633" y="7544"/>
                </a:lnTo>
                <a:lnTo>
                  <a:pt x="42866" y="7331"/>
                </a:lnTo>
                <a:lnTo>
                  <a:pt x="43158" y="7172"/>
                </a:lnTo>
                <a:lnTo>
                  <a:pt x="43450" y="7172"/>
                </a:lnTo>
                <a:lnTo>
                  <a:pt x="43742" y="706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535"/>
                </a:lnTo>
                <a:lnTo>
                  <a:pt x="44852" y="6428"/>
                </a:lnTo>
                <a:lnTo>
                  <a:pt x="45144" y="6163"/>
                </a:lnTo>
                <a:lnTo>
                  <a:pt x="45436" y="6003"/>
                </a:lnTo>
                <a:lnTo>
                  <a:pt x="45728" y="5897"/>
                </a:lnTo>
                <a:lnTo>
                  <a:pt x="46020" y="5791"/>
                </a:lnTo>
                <a:lnTo>
                  <a:pt x="46254" y="5525"/>
                </a:lnTo>
                <a:lnTo>
                  <a:pt x="46429" y="5366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4887"/>
                </a:lnTo>
                <a:lnTo>
                  <a:pt x="47714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940" y="4250"/>
                </a:lnTo>
                <a:lnTo>
                  <a:pt x="49115" y="4091"/>
                </a:lnTo>
                <a:lnTo>
                  <a:pt x="49407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809" y="3081"/>
                </a:lnTo>
                <a:lnTo>
                  <a:pt x="51218" y="2922"/>
                </a:lnTo>
                <a:lnTo>
                  <a:pt x="51510" y="2815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284"/>
                </a:lnTo>
                <a:lnTo>
                  <a:pt x="52795" y="2178"/>
                </a:lnTo>
                <a:lnTo>
                  <a:pt x="53203" y="1912"/>
                </a:lnTo>
                <a:lnTo>
                  <a:pt x="53495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189" y="903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6077638" y="5564954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700" y="30018"/>
                </a:lnTo>
                <a:lnTo>
                  <a:pt x="992" y="29752"/>
                </a:lnTo>
                <a:lnTo>
                  <a:pt x="1284" y="29646"/>
                </a:lnTo>
                <a:lnTo>
                  <a:pt x="1576" y="29487"/>
                </a:lnTo>
                <a:lnTo>
                  <a:pt x="1868" y="29381"/>
                </a:lnTo>
                <a:lnTo>
                  <a:pt x="2102" y="29115"/>
                </a:lnTo>
                <a:lnTo>
                  <a:pt x="2277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477"/>
                </a:lnTo>
                <a:lnTo>
                  <a:pt x="3504" y="28371"/>
                </a:lnTo>
                <a:lnTo>
                  <a:pt x="3796" y="28212"/>
                </a:lnTo>
                <a:lnTo>
                  <a:pt x="4088" y="28212"/>
                </a:lnTo>
                <a:lnTo>
                  <a:pt x="4380" y="27946"/>
                </a:lnTo>
                <a:lnTo>
                  <a:pt x="4788" y="27840"/>
                </a:lnTo>
                <a:lnTo>
                  <a:pt x="4964" y="27734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65" y="26937"/>
                </a:lnTo>
                <a:lnTo>
                  <a:pt x="6657" y="26671"/>
                </a:lnTo>
                <a:lnTo>
                  <a:pt x="7066" y="26565"/>
                </a:lnTo>
                <a:lnTo>
                  <a:pt x="7358" y="26405"/>
                </a:lnTo>
                <a:lnTo>
                  <a:pt x="7767" y="26033"/>
                </a:lnTo>
                <a:lnTo>
                  <a:pt x="8059" y="25927"/>
                </a:lnTo>
                <a:lnTo>
                  <a:pt x="8351" y="25927"/>
                </a:lnTo>
                <a:lnTo>
                  <a:pt x="8585" y="25768"/>
                </a:lnTo>
                <a:lnTo>
                  <a:pt x="9052" y="25502"/>
                </a:lnTo>
                <a:lnTo>
                  <a:pt x="9285" y="25396"/>
                </a:lnTo>
                <a:lnTo>
                  <a:pt x="9577" y="25290"/>
                </a:lnTo>
                <a:lnTo>
                  <a:pt x="9869" y="25130"/>
                </a:lnTo>
                <a:lnTo>
                  <a:pt x="10045" y="24864"/>
                </a:lnTo>
                <a:lnTo>
                  <a:pt x="10278" y="24758"/>
                </a:lnTo>
                <a:lnTo>
                  <a:pt x="10570" y="24652"/>
                </a:lnTo>
                <a:lnTo>
                  <a:pt x="10979" y="24493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3961"/>
                </a:lnTo>
                <a:lnTo>
                  <a:pt x="12147" y="23855"/>
                </a:lnTo>
                <a:lnTo>
                  <a:pt x="12439" y="23589"/>
                </a:lnTo>
                <a:lnTo>
                  <a:pt x="12848" y="23483"/>
                </a:lnTo>
                <a:lnTo>
                  <a:pt x="13257" y="23324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846"/>
                </a:lnTo>
                <a:lnTo>
                  <a:pt x="14366" y="22686"/>
                </a:lnTo>
                <a:lnTo>
                  <a:pt x="14658" y="22420"/>
                </a:lnTo>
                <a:lnTo>
                  <a:pt x="14834" y="22314"/>
                </a:lnTo>
                <a:lnTo>
                  <a:pt x="15242" y="22208"/>
                </a:lnTo>
                <a:lnTo>
                  <a:pt x="15534" y="22049"/>
                </a:lnTo>
                <a:lnTo>
                  <a:pt x="15826" y="21783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145"/>
                </a:lnTo>
                <a:lnTo>
                  <a:pt x="17345" y="21145"/>
                </a:lnTo>
                <a:lnTo>
                  <a:pt x="17520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922" y="20242"/>
                </a:lnTo>
                <a:lnTo>
                  <a:pt x="19214" y="20030"/>
                </a:lnTo>
                <a:lnTo>
                  <a:pt x="19622" y="19870"/>
                </a:lnTo>
                <a:lnTo>
                  <a:pt x="19914" y="19764"/>
                </a:lnTo>
                <a:lnTo>
                  <a:pt x="20031" y="19605"/>
                </a:lnTo>
                <a:lnTo>
                  <a:pt x="20323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967"/>
                </a:lnTo>
                <a:lnTo>
                  <a:pt x="21608" y="18861"/>
                </a:lnTo>
                <a:lnTo>
                  <a:pt x="21842" y="18701"/>
                </a:lnTo>
                <a:lnTo>
                  <a:pt x="22134" y="18595"/>
                </a:lnTo>
                <a:lnTo>
                  <a:pt x="22426" y="18489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535" y="17851"/>
                </a:lnTo>
                <a:lnTo>
                  <a:pt x="23827" y="17586"/>
                </a:lnTo>
                <a:lnTo>
                  <a:pt x="24119" y="17426"/>
                </a:lnTo>
                <a:lnTo>
                  <a:pt x="24411" y="17320"/>
                </a:lnTo>
                <a:lnTo>
                  <a:pt x="24703" y="17161"/>
                </a:lnTo>
                <a:lnTo>
                  <a:pt x="24995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689" y="16151"/>
                </a:lnTo>
                <a:lnTo>
                  <a:pt x="26923" y="16045"/>
                </a:lnTo>
                <a:lnTo>
                  <a:pt x="27215" y="15779"/>
                </a:lnTo>
                <a:lnTo>
                  <a:pt x="27507" y="15620"/>
                </a:lnTo>
                <a:lnTo>
                  <a:pt x="27799" y="15514"/>
                </a:lnTo>
                <a:lnTo>
                  <a:pt x="28091" y="15407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345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478" y="13601"/>
                </a:lnTo>
                <a:lnTo>
                  <a:pt x="31712" y="13335"/>
                </a:lnTo>
                <a:lnTo>
                  <a:pt x="32179" y="13229"/>
                </a:lnTo>
                <a:lnTo>
                  <a:pt x="32471" y="13070"/>
                </a:lnTo>
                <a:lnTo>
                  <a:pt x="32880" y="12698"/>
                </a:lnTo>
                <a:lnTo>
                  <a:pt x="33172" y="12538"/>
                </a:lnTo>
                <a:lnTo>
                  <a:pt x="33405" y="12432"/>
                </a:lnTo>
                <a:lnTo>
                  <a:pt x="33697" y="1232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901"/>
                </a:lnTo>
                <a:lnTo>
                  <a:pt x="34982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384" y="10891"/>
                </a:lnTo>
                <a:lnTo>
                  <a:pt x="36676" y="10785"/>
                </a:lnTo>
                <a:lnTo>
                  <a:pt x="36968" y="10626"/>
                </a:lnTo>
                <a:lnTo>
                  <a:pt x="37260" y="10519"/>
                </a:lnTo>
                <a:lnTo>
                  <a:pt x="37493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882"/>
                </a:lnTo>
                <a:lnTo>
                  <a:pt x="38661" y="9616"/>
                </a:lnTo>
                <a:lnTo>
                  <a:pt x="38953" y="9616"/>
                </a:lnTo>
                <a:lnTo>
                  <a:pt x="39187" y="9457"/>
                </a:lnTo>
                <a:lnTo>
                  <a:pt x="39479" y="9350"/>
                </a:lnTo>
                <a:lnTo>
                  <a:pt x="39771" y="9085"/>
                </a:lnTo>
                <a:lnTo>
                  <a:pt x="40063" y="8979"/>
                </a:lnTo>
                <a:lnTo>
                  <a:pt x="40355" y="8819"/>
                </a:lnTo>
                <a:lnTo>
                  <a:pt x="40647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182"/>
                </a:lnTo>
                <a:lnTo>
                  <a:pt x="41757" y="8075"/>
                </a:lnTo>
                <a:lnTo>
                  <a:pt x="42049" y="7810"/>
                </a:lnTo>
                <a:lnTo>
                  <a:pt x="42458" y="7703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450" y="7172"/>
                </a:lnTo>
                <a:lnTo>
                  <a:pt x="43742" y="7066"/>
                </a:lnTo>
                <a:lnTo>
                  <a:pt x="44034" y="6906"/>
                </a:lnTo>
                <a:lnTo>
                  <a:pt x="44268" y="6641"/>
                </a:lnTo>
                <a:lnTo>
                  <a:pt x="44735" y="6535"/>
                </a:lnTo>
                <a:lnTo>
                  <a:pt x="44969" y="6428"/>
                </a:lnTo>
                <a:lnTo>
                  <a:pt x="45144" y="6269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662" y="5366"/>
                </a:lnTo>
                <a:lnTo>
                  <a:pt x="46954" y="5259"/>
                </a:lnTo>
                <a:lnTo>
                  <a:pt x="47246" y="5100"/>
                </a:lnTo>
                <a:lnTo>
                  <a:pt x="47538" y="4994"/>
                </a:lnTo>
                <a:lnTo>
                  <a:pt x="47947" y="4728"/>
                </a:lnTo>
                <a:lnTo>
                  <a:pt x="48239" y="4622"/>
                </a:lnTo>
                <a:lnTo>
                  <a:pt x="48648" y="4462"/>
                </a:lnTo>
                <a:lnTo>
                  <a:pt x="48940" y="4197"/>
                </a:lnTo>
                <a:lnTo>
                  <a:pt x="49232" y="4091"/>
                </a:lnTo>
                <a:lnTo>
                  <a:pt x="49524" y="3984"/>
                </a:lnTo>
                <a:lnTo>
                  <a:pt x="49816" y="3825"/>
                </a:lnTo>
                <a:lnTo>
                  <a:pt x="50050" y="3559"/>
                </a:lnTo>
                <a:lnTo>
                  <a:pt x="50225" y="3453"/>
                </a:lnTo>
                <a:lnTo>
                  <a:pt x="50517" y="3347"/>
                </a:lnTo>
                <a:lnTo>
                  <a:pt x="50926" y="3187"/>
                </a:lnTo>
                <a:lnTo>
                  <a:pt x="51218" y="2922"/>
                </a:lnTo>
                <a:lnTo>
                  <a:pt x="51451" y="2815"/>
                </a:lnTo>
                <a:lnTo>
                  <a:pt x="51743" y="2656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284"/>
                </a:lnTo>
                <a:lnTo>
                  <a:pt x="52911" y="2178"/>
                </a:lnTo>
                <a:lnTo>
                  <a:pt x="53145" y="2018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313" y="1381"/>
                </a:lnTo>
                <a:lnTo>
                  <a:pt x="54605" y="1115"/>
                </a:lnTo>
                <a:lnTo>
                  <a:pt x="55014" y="1009"/>
                </a:lnTo>
                <a:lnTo>
                  <a:pt x="55423" y="743"/>
                </a:lnTo>
                <a:lnTo>
                  <a:pt x="55715" y="478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6134463" y="5534669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408" y="30124"/>
                </a:lnTo>
                <a:lnTo>
                  <a:pt x="700" y="30018"/>
                </a:lnTo>
                <a:lnTo>
                  <a:pt x="876" y="29859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381"/>
                </a:lnTo>
                <a:lnTo>
                  <a:pt x="1985" y="29221"/>
                </a:lnTo>
                <a:lnTo>
                  <a:pt x="2394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584"/>
                </a:lnTo>
                <a:lnTo>
                  <a:pt x="3387" y="28318"/>
                </a:lnTo>
                <a:lnTo>
                  <a:pt x="3679" y="28212"/>
                </a:lnTo>
                <a:lnTo>
                  <a:pt x="3971" y="28212"/>
                </a:lnTo>
                <a:lnTo>
                  <a:pt x="4380" y="28105"/>
                </a:lnTo>
                <a:lnTo>
                  <a:pt x="4672" y="27840"/>
                </a:lnTo>
                <a:lnTo>
                  <a:pt x="4964" y="27680"/>
                </a:lnTo>
                <a:lnTo>
                  <a:pt x="5256" y="27574"/>
                </a:lnTo>
                <a:lnTo>
                  <a:pt x="5489" y="27468"/>
                </a:lnTo>
                <a:lnTo>
                  <a:pt x="5781" y="27202"/>
                </a:lnTo>
                <a:lnTo>
                  <a:pt x="5956" y="27043"/>
                </a:lnTo>
                <a:lnTo>
                  <a:pt x="6190" y="26937"/>
                </a:lnTo>
                <a:lnTo>
                  <a:pt x="6657" y="26777"/>
                </a:lnTo>
                <a:lnTo>
                  <a:pt x="6949" y="26565"/>
                </a:lnTo>
                <a:lnTo>
                  <a:pt x="7183" y="26405"/>
                </a:lnTo>
                <a:lnTo>
                  <a:pt x="7475" y="26299"/>
                </a:lnTo>
                <a:lnTo>
                  <a:pt x="7767" y="26140"/>
                </a:lnTo>
                <a:lnTo>
                  <a:pt x="8059" y="25927"/>
                </a:lnTo>
                <a:lnTo>
                  <a:pt x="8351" y="25927"/>
                </a:lnTo>
                <a:lnTo>
                  <a:pt x="8643" y="25768"/>
                </a:lnTo>
                <a:lnTo>
                  <a:pt x="8877" y="25661"/>
                </a:lnTo>
                <a:lnTo>
                  <a:pt x="9169" y="25396"/>
                </a:lnTo>
                <a:lnTo>
                  <a:pt x="9461" y="25236"/>
                </a:lnTo>
                <a:lnTo>
                  <a:pt x="9753" y="25130"/>
                </a:lnTo>
                <a:lnTo>
                  <a:pt x="10045" y="25024"/>
                </a:lnTo>
                <a:lnTo>
                  <a:pt x="10337" y="24758"/>
                </a:lnTo>
                <a:lnTo>
                  <a:pt x="10745" y="24599"/>
                </a:lnTo>
                <a:lnTo>
                  <a:pt x="11154" y="24386"/>
                </a:lnTo>
                <a:lnTo>
                  <a:pt x="11446" y="24121"/>
                </a:lnTo>
                <a:lnTo>
                  <a:pt x="11738" y="23961"/>
                </a:lnTo>
                <a:lnTo>
                  <a:pt x="12030" y="23855"/>
                </a:lnTo>
                <a:lnTo>
                  <a:pt x="12264" y="23749"/>
                </a:lnTo>
                <a:lnTo>
                  <a:pt x="12556" y="23589"/>
                </a:lnTo>
                <a:lnTo>
                  <a:pt x="12965" y="23483"/>
                </a:lnTo>
                <a:lnTo>
                  <a:pt x="13257" y="23324"/>
                </a:lnTo>
                <a:lnTo>
                  <a:pt x="13432" y="23217"/>
                </a:lnTo>
                <a:lnTo>
                  <a:pt x="13665" y="22952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580"/>
                </a:lnTo>
                <a:lnTo>
                  <a:pt x="14950" y="22314"/>
                </a:lnTo>
                <a:lnTo>
                  <a:pt x="15242" y="22208"/>
                </a:lnTo>
                <a:lnTo>
                  <a:pt x="15534" y="22049"/>
                </a:lnTo>
                <a:lnTo>
                  <a:pt x="15826" y="21942"/>
                </a:lnTo>
                <a:lnTo>
                  <a:pt x="15943" y="21677"/>
                </a:lnTo>
                <a:lnTo>
                  <a:pt x="16235" y="21517"/>
                </a:lnTo>
                <a:lnTo>
                  <a:pt x="16527" y="21411"/>
                </a:lnTo>
                <a:lnTo>
                  <a:pt x="16819" y="21305"/>
                </a:lnTo>
                <a:lnTo>
                  <a:pt x="17228" y="21145"/>
                </a:lnTo>
                <a:lnTo>
                  <a:pt x="17520" y="21039"/>
                </a:lnTo>
                <a:lnTo>
                  <a:pt x="17812" y="20880"/>
                </a:lnTo>
                <a:lnTo>
                  <a:pt x="18046" y="20773"/>
                </a:lnTo>
                <a:lnTo>
                  <a:pt x="18338" y="20508"/>
                </a:lnTo>
                <a:lnTo>
                  <a:pt x="18513" y="20402"/>
                </a:lnTo>
                <a:lnTo>
                  <a:pt x="18746" y="20242"/>
                </a:lnTo>
                <a:lnTo>
                  <a:pt x="19214" y="20136"/>
                </a:lnTo>
                <a:lnTo>
                  <a:pt x="19447" y="19870"/>
                </a:lnTo>
                <a:lnTo>
                  <a:pt x="19739" y="19764"/>
                </a:lnTo>
                <a:lnTo>
                  <a:pt x="20031" y="19605"/>
                </a:lnTo>
                <a:lnTo>
                  <a:pt x="20323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41" y="18967"/>
                </a:lnTo>
                <a:lnTo>
                  <a:pt x="21433" y="18967"/>
                </a:lnTo>
                <a:lnTo>
                  <a:pt x="21725" y="18701"/>
                </a:lnTo>
                <a:lnTo>
                  <a:pt x="22017" y="18595"/>
                </a:lnTo>
                <a:lnTo>
                  <a:pt x="22309" y="18436"/>
                </a:lnTo>
                <a:lnTo>
                  <a:pt x="22601" y="18329"/>
                </a:lnTo>
                <a:lnTo>
                  <a:pt x="22835" y="18064"/>
                </a:lnTo>
                <a:lnTo>
                  <a:pt x="23127" y="17958"/>
                </a:lnTo>
                <a:lnTo>
                  <a:pt x="23594" y="17798"/>
                </a:lnTo>
                <a:lnTo>
                  <a:pt x="24003" y="17426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789"/>
                </a:lnTo>
                <a:lnTo>
                  <a:pt x="25521" y="16682"/>
                </a:lnTo>
                <a:lnTo>
                  <a:pt x="25813" y="16523"/>
                </a:lnTo>
                <a:lnTo>
                  <a:pt x="25988" y="16523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6045"/>
                </a:lnTo>
                <a:lnTo>
                  <a:pt x="27098" y="15885"/>
                </a:lnTo>
                <a:lnTo>
                  <a:pt x="27507" y="15620"/>
                </a:lnTo>
                <a:lnTo>
                  <a:pt x="27799" y="15514"/>
                </a:lnTo>
                <a:lnTo>
                  <a:pt x="28091" y="15354"/>
                </a:lnTo>
                <a:lnTo>
                  <a:pt x="28383" y="15248"/>
                </a:lnTo>
                <a:lnTo>
                  <a:pt x="28500" y="14982"/>
                </a:lnTo>
                <a:lnTo>
                  <a:pt x="28792" y="14876"/>
                </a:lnTo>
                <a:lnTo>
                  <a:pt x="29084" y="14717"/>
                </a:lnTo>
                <a:lnTo>
                  <a:pt x="29376" y="14610"/>
                </a:lnTo>
                <a:lnTo>
                  <a:pt x="29784" y="14345"/>
                </a:lnTo>
                <a:lnTo>
                  <a:pt x="30076" y="14238"/>
                </a:lnTo>
                <a:lnTo>
                  <a:pt x="30310" y="14238"/>
                </a:lnTo>
                <a:lnTo>
                  <a:pt x="30602" y="14079"/>
                </a:lnTo>
                <a:lnTo>
                  <a:pt x="30894" y="13813"/>
                </a:lnTo>
                <a:lnTo>
                  <a:pt x="31303" y="13601"/>
                </a:lnTo>
                <a:lnTo>
                  <a:pt x="31770" y="13441"/>
                </a:lnTo>
                <a:lnTo>
                  <a:pt x="32004" y="13176"/>
                </a:lnTo>
                <a:lnTo>
                  <a:pt x="32296" y="13070"/>
                </a:lnTo>
                <a:lnTo>
                  <a:pt x="32588" y="12963"/>
                </a:lnTo>
                <a:lnTo>
                  <a:pt x="32880" y="12804"/>
                </a:lnTo>
                <a:lnTo>
                  <a:pt x="33172" y="12538"/>
                </a:lnTo>
                <a:lnTo>
                  <a:pt x="33464" y="12432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1901"/>
                </a:lnTo>
                <a:lnTo>
                  <a:pt x="34573" y="11901"/>
                </a:lnTo>
                <a:lnTo>
                  <a:pt x="34865" y="11794"/>
                </a:lnTo>
                <a:lnTo>
                  <a:pt x="35157" y="11635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267" y="10997"/>
                </a:lnTo>
                <a:lnTo>
                  <a:pt x="36559" y="10732"/>
                </a:lnTo>
                <a:lnTo>
                  <a:pt x="36793" y="10626"/>
                </a:lnTo>
                <a:lnTo>
                  <a:pt x="37085" y="10519"/>
                </a:lnTo>
                <a:lnTo>
                  <a:pt x="37377" y="10360"/>
                </a:lnTo>
                <a:lnTo>
                  <a:pt x="37669" y="10094"/>
                </a:lnTo>
                <a:lnTo>
                  <a:pt x="38077" y="9988"/>
                </a:lnTo>
                <a:lnTo>
                  <a:pt x="38369" y="9882"/>
                </a:lnTo>
                <a:lnTo>
                  <a:pt x="38661" y="9722"/>
                </a:lnTo>
                <a:lnTo>
                  <a:pt x="39070" y="9457"/>
                </a:lnTo>
                <a:lnTo>
                  <a:pt x="39362" y="9350"/>
                </a:lnTo>
                <a:lnTo>
                  <a:pt x="39654" y="9244"/>
                </a:lnTo>
                <a:lnTo>
                  <a:pt x="40063" y="8979"/>
                </a:lnTo>
                <a:lnTo>
                  <a:pt x="40355" y="8819"/>
                </a:lnTo>
                <a:lnTo>
                  <a:pt x="40647" y="8713"/>
                </a:lnTo>
                <a:lnTo>
                  <a:pt x="40939" y="8553"/>
                </a:lnTo>
                <a:lnTo>
                  <a:pt x="41056" y="8341"/>
                </a:lnTo>
                <a:lnTo>
                  <a:pt x="41348" y="8182"/>
                </a:lnTo>
                <a:lnTo>
                  <a:pt x="41640" y="8075"/>
                </a:lnTo>
                <a:lnTo>
                  <a:pt x="41874" y="7916"/>
                </a:lnTo>
                <a:lnTo>
                  <a:pt x="42341" y="7703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450" y="7172"/>
                </a:lnTo>
                <a:lnTo>
                  <a:pt x="43567" y="7013"/>
                </a:lnTo>
                <a:lnTo>
                  <a:pt x="43859" y="6906"/>
                </a:lnTo>
                <a:lnTo>
                  <a:pt x="44268" y="6800"/>
                </a:lnTo>
                <a:lnTo>
                  <a:pt x="44560" y="6535"/>
                </a:lnTo>
                <a:lnTo>
                  <a:pt x="44852" y="6375"/>
                </a:lnTo>
                <a:lnTo>
                  <a:pt x="45144" y="6269"/>
                </a:lnTo>
                <a:lnTo>
                  <a:pt x="45436" y="6163"/>
                </a:lnTo>
                <a:lnTo>
                  <a:pt x="45728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546" y="5472"/>
                </a:lnTo>
                <a:lnTo>
                  <a:pt x="46838" y="5259"/>
                </a:lnTo>
                <a:lnTo>
                  <a:pt x="47130" y="5100"/>
                </a:lnTo>
                <a:lnTo>
                  <a:pt x="47422" y="4994"/>
                </a:lnTo>
                <a:lnTo>
                  <a:pt x="47655" y="4994"/>
                </a:lnTo>
                <a:lnTo>
                  <a:pt x="47947" y="4728"/>
                </a:lnTo>
                <a:lnTo>
                  <a:pt x="48239" y="4622"/>
                </a:lnTo>
                <a:lnTo>
                  <a:pt x="48648" y="4462"/>
                </a:lnTo>
                <a:lnTo>
                  <a:pt x="48823" y="4356"/>
                </a:lnTo>
                <a:lnTo>
                  <a:pt x="49115" y="4091"/>
                </a:lnTo>
                <a:lnTo>
                  <a:pt x="49349" y="3931"/>
                </a:lnTo>
                <a:lnTo>
                  <a:pt x="49641" y="3825"/>
                </a:lnTo>
                <a:lnTo>
                  <a:pt x="49933" y="3719"/>
                </a:lnTo>
                <a:lnTo>
                  <a:pt x="50225" y="3453"/>
                </a:lnTo>
                <a:lnTo>
                  <a:pt x="50634" y="3294"/>
                </a:lnTo>
                <a:lnTo>
                  <a:pt x="50926" y="3187"/>
                </a:lnTo>
                <a:lnTo>
                  <a:pt x="51218" y="3081"/>
                </a:lnTo>
                <a:lnTo>
                  <a:pt x="51335" y="2815"/>
                </a:lnTo>
                <a:lnTo>
                  <a:pt x="51627" y="2656"/>
                </a:lnTo>
                <a:lnTo>
                  <a:pt x="51919" y="2656"/>
                </a:lnTo>
                <a:lnTo>
                  <a:pt x="52211" y="2550"/>
                </a:lnTo>
                <a:lnTo>
                  <a:pt x="52619" y="2284"/>
                </a:lnTo>
                <a:lnTo>
                  <a:pt x="52911" y="2178"/>
                </a:lnTo>
                <a:lnTo>
                  <a:pt x="53203" y="2018"/>
                </a:lnTo>
                <a:lnTo>
                  <a:pt x="53437" y="1912"/>
                </a:lnTo>
                <a:lnTo>
                  <a:pt x="53729" y="1647"/>
                </a:lnTo>
                <a:lnTo>
                  <a:pt x="53904" y="1540"/>
                </a:lnTo>
                <a:lnTo>
                  <a:pt x="54196" y="1381"/>
                </a:lnTo>
                <a:lnTo>
                  <a:pt x="54430" y="1115"/>
                </a:lnTo>
                <a:lnTo>
                  <a:pt x="54897" y="1009"/>
                </a:lnTo>
                <a:lnTo>
                  <a:pt x="55131" y="850"/>
                </a:lnTo>
                <a:lnTo>
                  <a:pt x="55423" y="743"/>
                </a:lnTo>
                <a:lnTo>
                  <a:pt x="55715" y="478"/>
                </a:lnTo>
                <a:lnTo>
                  <a:pt x="56007" y="371"/>
                </a:lnTo>
                <a:lnTo>
                  <a:pt x="56299" y="371"/>
                </a:lnTo>
                <a:lnTo>
                  <a:pt x="56416" y="212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6191288" y="5504491"/>
            <a:ext cx="56883" cy="30178"/>
          </a:xfrm>
          <a:custGeom>
            <a:avLst/>
            <a:gdLst/>
            <a:ahLst/>
            <a:cxnLst/>
            <a:rect l="l" t="t" r="r" b="b"/>
            <a:pathLst>
              <a:path w="56883" h="30178">
                <a:moveTo>
                  <a:pt x="0" y="30178"/>
                </a:moveTo>
                <a:lnTo>
                  <a:pt x="292" y="30018"/>
                </a:lnTo>
                <a:lnTo>
                  <a:pt x="584" y="29912"/>
                </a:lnTo>
                <a:lnTo>
                  <a:pt x="876" y="29752"/>
                </a:lnTo>
                <a:lnTo>
                  <a:pt x="1168" y="29487"/>
                </a:lnTo>
                <a:lnTo>
                  <a:pt x="1460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8849"/>
                </a:lnTo>
                <a:lnTo>
                  <a:pt x="2569" y="28743"/>
                </a:lnTo>
                <a:lnTo>
                  <a:pt x="2861" y="28637"/>
                </a:lnTo>
                <a:lnTo>
                  <a:pt x="3153" y="28477"/>
                </a:lnTo>
                <a:lnTo>
                  <a:pt x="3387" y="28212"/>
                </a:lnTo>
                <a:lnTo>
                  <a:pt x="3679" y="28105"/>
                </a:lnTo>
                <a:lnTo>
                  <a:pt x="3971" y="28105"/>
                </a:lnTo>
                <a:lnTo>
                  <a:pt x="4380" y="27946"/>
                </a:lnTo>
                <a:lnTo>
                  <a:pt x="4555" y="27734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96"/>
                </a:lnTo>
                <a:lnTo>
                  <a:pt x="5956" y="26937"/>
                </a:lnTo>
                <a:lnTo>
                  <a:pt x="6365" y="26830"/>
                </a:lnTo>
                <a:lnTo>
                  <a:pt x="6657" y="26671"/>
                </a:lnTo>
                <a:lnTo>
                  <a:pt x="6949" y="26458"/>
                </a:lnTo>
                <a:lnTo>
                  <a:pt x="7066" y="26299"/>
                </a:lnTo>
                <a:lnTo>
                  <a:pt x="7358" y="26193"/>
                </a:lnTo>
                <a:lnTo>
                  <a:pt x="7650" y="26033"/>
                </a:lnTo>
                <a:lnTo>
                  <a:pt x="7942" y="25768"/>
                </a:lnTo>
                <a:lnTo>
                  <a:pt x="8351" y="25768"/>
                </a:lnTo>
                <a:lnTo>
                  <a:pt x="8643" y="25661"/>
                </a:lnTo>
                <a:lnTo>
                  <a:pt x="8935" y="25555"/>
                </a:lnTo>
                <a:lnTo>
                  <a:pt x="9169" y="25290"/>
                </a:lnTo>
                <a:lnTo>
                  <a:pt x="9461" y="25130"/>
                </a:lnTo>
                <a:lnTo>
                  <a:pt x="9636" y="25024"/>
                </a:lnTo>
                <a:lnTo>
                  <a:pt x="9869" y="24918"/>
                </a:lnTo>
                <a:lnTo>
                  <a:pt x="10161" y="24652"/>
                </a:lnTo>
                <a:lnTo>
                  <a:pt x="10570" y="24493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014"/>
                </a:lnTo>
                <a:lnTo>
                  <a:pt x="11738" y="23855"/>
                </a:lnTo>
                <a:lnTo>
                  <a:pt x="12030" y="23749"/>
                </a:lnTo>
                <a:lnTo>
                  <a:pt x="12147" y="2358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432" y="23111"/>
                </a:lnTo>
                <a:lnTo>
                  <a:pt x="13724" y="22846"/>
                </a:lnTo>
                <a:lnTo>
                  <a:pt x="13958" y="22686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049"/>
                </a:lnTo>
                <a:lnTo>
                  <a:pt x="15418" y="21942"/>
                </a:lnTo>
                <a:lnTo>
                  <a:pt x="15651" y="21836"/>
                </a:lnTo>
                <a:lnTo>
                  <a:pt x="15943" y="21570"/>
                </a:lnTo>
                <a:lnTo>
                  <a:pt x="16235" y="21411"/>
                </a:lnTo>
                <a:lnTo>
                  <a:pt x="16527" y="21305"/>
                </a:lnTo>
                <a:lnTo>
                  <a:pt x="16936" y="21145"/>
                </a:lnTo>
                <a:lnTo>
                  <a:pt x="17111" y="21039"/>
                </a:lnTo>
                <a:lnTo>
                  <a:pt x="17345" y="20933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402"/>
                </a:lnTo>
                <a:lnTo>
                  <a:pt x="18513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506" y="19764"/>
                </a:lnTo>
                <a:lnTo>
                  <a:pt x="19622" y="19605"/>
                </a:lnTo>
                <a:lnTo>
                  <a:pt x="19914" y="19498"/>
                </a:lnTo>
                <a:lnTo>
                  <a:pt x="20206" y="19392"/>
                </a:lnTo>
                <a:lnTo>
                  <a:pt x="20498" y="19126"/>
                </a:lnTo>
                <a:lnTo>
                  <a:pt x="20907" y="18967"/>
                </a:lnTo>
                <a:lnTo>
                  <a:pt x="21199" y="18861"/>
                </a:lnTo>
                <a:lnTo>
                  <a:pt x="21433" y="18861"/>
                </a:lnTo>
                <a:lnTo>
                  <a:pt x="21725" y="18595"/>
                </a:lnTo>
                <a:lnTo>
                  <a:pt x="22017" y="18489"/>
                </a:lnTo>
                <a:lnTo>
                  <a:pt x="22134" y="18329"/>
                </a:lnTo>
                <a:lnTo>
                  <a:pt x="22426" y="18223"/>
                </a:lnTo>
                <a:lnTo>
                  <a:pt x="22718" y="17958"/>
                </a:lnTo>
                <a:lnTo>
                  <a:pt x="23127" y="17851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320"/>
                </a:lnTo>
                <a:lnTo>
                  <a:pt x="24295" y="17214"/>
                </a:lnTo>
                <a:lnTo>
                  <a:pt x="24587" y="17054"/>
                </a:lnTo>
                <a:lnTo>
                  <a:pt x="25112" y="16682"/>
                </a:lnTo>
                <a:lnTo>
                  <a:pt x="25404" y="16523"/>
                </a:lnTo>
                <a:lnTo>
                  <a:pt x="25696" y="16523"/>
                </a:lnTo>
                <a:lnTo>
                  <a:pt x="25988" y="16417"/>
                </a:lnTo>
                <a:lnTo>
                  <a:pt x="26280" y="16151"/>
                </a:lnTo>
                <a:lnTo>
                  <a:pt x="26514" y="16045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82" y="15407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876"/>
                </a:lnTo>
                <a:lnTo>
                  <a:pt x="28792" y="14770"/>
                </a:lnTo>
                <a:lnTo>
                  <a:pt x="29084" y="14610"/>
                </a:lnTo>
                <a:lnTo>
                  <a:pt x="29492" y="14504"/>
                </a:lnTo>
                <a:lnTo>
                  <a:pt x="29609" y="1423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3973"/>
                </a:lnTo>
                <a:lnTo>
                  <a:pt x="30777" y="13707"/>
                </a:lnTo>
                <a:lnTo>
                  <a:pt x="31069" y="13601"/>
                </a:lnTo>
                <a:lnTo>
                  <a:pt x="31478" y="13441"/>
                </a:lnTo>
                <a:lnTo>
                  <a:pt x="31770" y="13335"/>
                </a:lnTo>
                <a:lnTo>
                  <a:pt x="32062" y="13070"/>
                </a:lnTo>
                <a:lnTo>
                  <a:pt x="32471" y="12804"/>
                </a:lnTo>
                <a:lnTo>
                  <a:pt x="32763" y="12698"/>
                </a:lnTo>
                <a:lnTo>
                  <a:pt x="32996" y="12432"/>
                </a:lnTo>
                <a:lnTo>
                  <a:pt x="33464" y="12326"/>
                </a:lnTo>
                <a:lnTo>
                  <a:pt x="33697" y="12166"/>
                </a:lnTo>
                <a:lnTo>
                  <a:pt x="33989" y="12060"/>
                </a:lnTo>
                <a:lnTo>
                  <a:pt x="34281" y="11954"/>
                </a:lnTo>
                <a:lnTo>
                  <a:pt x="34573" y="11794"/>
                </a:lnTo>
                <a:lnTo>
                  <a:pt x="34982" y="11529"/>
                </a:lnTo>
                <a:lnTo>
                  <a:pt x="35274" y="11263"/>
                </a:lnTo>
                <a:lnTo>
                  <a:pt x="35683" y="11157"/>
                </a:lnTo>
                <a:lnTo>
                  <a:pt x="35975" y="11051"/>
                </a:lnTo>
                <a:lnTo>
                  <a:pt x="36267" y="10891"/>
                </a:lnTo>
                <a:lnTo>
                  <a:pt x="36559" y="10626"/>
                </a:lnTo>
                <a:lnTo>
                  <a:pt x="36851" y="10519"/>
                </a:lnTo>
                <a:lnTo>
                  <a:pt x="37085" y="10413"/>
                </a:lnTo>
                <a:lnTo>
                  <a:pt x="37260" y="10254"/>
                </a:lnTo>
                <a:lnTo>
                  <a:pt x="37669" y="9988"/>
                </a:lnTo>
                <a:lnTo>
                  <a:pt x="37961" y="9882"/>
                </a:lnTo>
                <a:lnTo>
                  <a:pt x="38253" y="9722"/>
                </a:lnTo>
                <a:lnTo>
                  <a:pt x="38545" y="9616"/>
                </a:lnTo>
                <a:lnTo>
                  <a:pt x="38778" y="9510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872"/>
                </a:lnTo>
                <a:lnTo>
                  <a:pt x="40238" y="8713"/>
                </a:lnTo>
                <a:lnTo>
                  <a:pt x="40472" y="8607"/>
                </a:lnTo>
                <a:lnTo>
                  <a:pt x="40764" y="8447"/>
                </a:lnTo>
                <a:lnTo>
                  <a:pt x="41056" y="8182"/>
                </a:lnTo>
                <a:lnTo>
                  <a:pt x="41348" y="8075"/>
                </a:lnTo>
                <a:lnTo>
                  <a:pt x="41640" y="7969"/>
                </a:lnTo>
                <a:lnTo>
                  <a:pt x="42049" y="7810"/>
                </a:lnTo>
                <a:lnTo>
                  <a:pt x="42166" y="7544"/>
                </a:lnTo>
                <a:lnTo>
                  <a:pt x="42458" y="7438"/>
                </a:lnTo>
                <a:lnTo>
                  <a:pt x="42750" y="7331"/>
                </a:lnTo>
                <a:lnTo>
                  <a:pt x="43042" y="7172"/>
                </a:lnTo>
                <a:lnTo>
                  <a:pt x="43334" y="7066"/>
                </a:lnTo>
                <a:lnTo>
                  <a:pt x="43626" y="6906"/>
                </a:lnTo>
                <a:lnTo>
                  <a:pt x="44034" y="6800"/>
                </a:lnTo>
                <a:lnTo>
                  <a:pt x="44326" y="6641"/>
                </a:lnTo>
                <a:lnTo>
                  <a:pt x="44560" y="6428"/>
                </a:lnTo>
                <a:lnTo>
                  <a:pt x="44735" y="6269"/>
                </a:lnTo>
                <a:lnTo>
                  <a:pt x="45027" y="6163"/>
                </a:lnTo>
                <a:lnTo>
                  <a:pt x="45319" y="6003"/>
                </a:lnTo>
                <a:lnTo>
                  <a:pt x="45553" y="5791"/>
                </a:lnTo>
                <a:lnTo>
                  <a:pt x="45845" y="563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100"/>
                </a:lnTo>
                <a:lnTo>
                  <a:pt x="47130" y="4994"/>
                </a:lnTo>
                <a:lnTo>
                  <a:pt x="47538" y="4887"/>
                </a:lnTo>
                <a:lnTo>
                  <a:pt x="47830" y="4622"/>
                </a:lnTo>
                <a:lnTo>
                  <a:pt x="48239" y="4462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3984"/>
                </a:lnTo>
                <a:lnTo>
                  <a:pt x="49407" y="3825"/>
                </a:lnTo>
                <a:lnTo>
                  <a:pt x="49641" y="3719"/>
                </a:lnTo>
                <a:lnTo>
                  <a:pt x="49816" y="3559"/>
                </a:lnTo>
                <a:lnTo>
                  <a:pt x="50225" y="3347"/>
                </a:lnTo>
                <a:lnTo>
                  <a:pt x="50517" y="3187"/>
                </a:lnTo>
                <a:lnTo>
                  <a:pt x="50809" y="3081"/>
                </a:lnTo>
                <a:lnTo>
                  <a:pt x="51101" y="2922"/>
                </a:lnTo>
                <a:lnTo>
                  <a:pt x="51335" y="2709"/>
                </a:lnTo>
                <a:lnTo>
                  <a:pt x="51627" y="2550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806"/>
                </a:lnTo>
                <a:lnTo>
                  <a:pt x="53612" y="1540"/>
                </a:lnTo>
                <a:lnTo>
                  <a:pt x="53904" y="1381"/>
                </a:lnTo>
                <a:lnTo>
                  <a:pt x="54196" y="1275"/>
                </a:lnTo>
                <a:lnTo>
                  <a:pt x="54605" y="1168"/>
                </a:lnTo>
                <a:lnTo>
                  <a:pt x="54722" y="903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478"/>
                </a:lnTo>
                <a:lnTo>
                  <a:pt x="55890" y="265"/>
                </a:lnTo>
                <a:lnTo>
                  <a:pt x="56124" y="265"/>
                </a:lnTo>
                <a:lnTo>
                  <a:pt x="56591" y="106"/>
                </a:lnTo>
                <a:lnTo>
                  <a:pt x="56883" y="0"/>
                </a:lnTo>
              </a:path>
            </a:pathLst>
          </a:custGeom>
          <a:ln w="1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6248171" y="5474207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018"/>
                </a:lnTo>
                <a:lnTo>
                  <a:pt x="408" y="29912"/>
                </a:lnTo>
                <a:lnTo>
                  <a:pt x="700" y="29752"/>
                </a:lnTo>
                <a:lnTo>
                  <a:pt x="934" y="29646"/>
                </a:lnTo>
                <a:lnTo>
                  <a:pt x="1226" y="29381"/>
                </a:lnTo>
                <a:lnTo>
                  <a:pt x="1518" y="29274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743"/>
                </a:lnTo>
                <a:lnTo>
                  <a:pt x="2803" y="28584"/>
                </a:lnTo>
                <a:lnTo>
                  <a:pt x="3212" y="28371"/>
                </a:lnTo>
                <a:lnTo>
                  <a:pt x="3504" y="28212"/>
                </a:lnTo>
                <a:lnTo>
                  <a:pt x="3912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574"/>
                </a:lnTo>
                <a:lnTo>
                  <a:pt x="5022" y="27468"/>
                </a:lnTo>
                <a:lnTo>
                  <a:pt x="5314" y="27308"/>
                </a:lnTo>
                <a:lnTo>
                  <a:pt x="5489" y="27202"/>
                </a:lnTo>
                <a:lnTo>
                  <a:pt x="5898" y="26937"/>
                </a:lnTo>
                <a:lnTo>
                  <a:pt x="6190" y="26830"/>
                </a:lnTo>
                <a:lnTo>
                  <a:pt x="6482" y="26671"/>
                </a:lnTo>
                <a:lnTo>
                  <a:pt x="6716" y="26565"/>
                </a:lnTo>
                <a:lnTo>
                  <a:pt x="7008" y="26299"/>
                </a:lnTo>
                <a:lnTo>
                  <a:pt x="7300" y="26193"/>
                </a:lnTo>
                <a:lnTo>
                  <a:pt x="7592" y="26033"/>
                </a:lnTo>
                <a:lnTo>
                  <a:pt x="7884" y="25927"/>
                </a:lnTo>
                <a:lnTo>
                  <a:pt x="8176" y="25768"/>
                </a:lnTo>
                <a:lnTo>
                  <a:pt x="8409" y="25661"/>
                </a:lnTo>
                <a:lnTo>
                  <a:pt x="8701" y="25502"/>
                </a:lnTo>
                <a:lnTo>
                  <a:pt x="8993" y="25396"/>
                </a:lnTo>
                <a:lnTo>
                  <a:pt x="9285" y="25130"/>
                </a:lnTo>
                <a:lnTo>
                  <a:pt x="9577" y="25024"/>
                </a:lnTo>
                <a:lnTo>
                  <a:pt x="9869" y="24864"/>
                </a:lnTo>
                <a:lnTo>
                  <a:pt x="10278" y="24758"/>
                </a:lnTo>
                <a:lnTo>
                  <a:pt x="10395" y="24493"/>
                </a:lnTo>
                <a:lnTo>
                  <a:pt x="10687" y="24386"/>
                </a:lnTo>
                <a:lnTo>
                  <a:pt x="10979" y="24227"/>
                </a:lnTo>
                <a:lnTo>
                  <a:pt x="11271" y="24121"/>
                </a:lnTo>
                <a:lnTo>
                  <a:pt x="11563" y="23855"/>
                </a:lnTo>
                <a:lnTo>
                  <a:pt x="11797" y="23749"/>
                </a:lnTo>
                <a:lnTo>
                  <a:pt x="12264" y="23589"/>
                </a:lnTo>
                <a:lnTo>
                  <a:pt x="12497" y="23589"/>
                </a:lnTo>
                <a:lnTo>
                  <a:pt x="12789" y="23324"/>
                </a:lnTo>
                <a:lnTo>
                  <a:pt x="12965" y="23217"/>
                </a:lnTo>
                <a:lnTo>
                  <a:pt x="13198" y="23111"/>
                </a:lnTo>
                <a:lnTo>
                  <a:pt x="13490" y="22952"/>
                </a:lnTo>
                <a:lnTo>
                  <a:pt x="13782" y="22686"/>
                </a:lnTo>
                <a:lnTo>
                  <a:pt x="14074" y="22580"/>
                </a:lnTo>
                <a:lnTo>
                  <a:pt x="14483" y="22420"/>
                </a:lnTo>
                <a:lnTo>
                  <a:pt x="14775" y="22314"/>
                </a:lnTo>
                <a:lnTo>
                  <a:pt x="15067" y="22049"/>
                </a:lnTo>
                <a:lnTo>
                  <a:pt x="15359" y="21942"/>
                </a:lnTo>
                <a:lnTo>
                  <a:pt x="15476" y="21783"/>
                </a:lnTo>
                <a:lnTo>
                  <a:pt x="15768" y="21677"/>
                </a:lnTo>
                <a:lnTo>
                  <a:pt x="16060" y="21411"/>
                </a:lnTo>
                <a:lnTo>
                  <a:pt x="16469" y="21305"/>
                </a:lnTo>
                <a:lnTo>
                  <a:pt x="16761" y="21145"/>
                </a:lnTo>
                <a:lnTo>
                  <a:pt x="17053" y="21145"/>
                </a:lnTo>
                <a:lnTo>
                  <a:pt x="17345" y="20880"/>
                </a:lnTo>
                <a:lnTo>
                  <a:pt x="17578" y="20773"/>
                </a:lnTo>
                <a:lnTo>
                  <a:pt x="17870" y="20667"/>
                </a:lnTo>
                <a:lnTo>
                  <a:pt x="18046" y="20508"/>
                </a:lnTo>
                <a:lnTo>
                  <a:pt x="18454" y="20242"/>
                </a:lnTo>
                <a:lnTo>
                  <a:pt x="18746" y="20136"/>
                </a:lnTo>
                <a:lnTo>
                  <a:pt x="18980" y="20030"/>
                </a:lnTo>
                <a:lnTo>
                  <a:pt x="19272" y="19870"/>
                </a:lnTo>
                <a:lnTo>
                  <a:pt x="19564" y="19605"/>
                </a:lnTo>
                <a:lnTo>
                  <a:pt x="19856" y="19498"/>
                </a:lnTo>
                <a:lnTo>
                  <a:pt x="20148" y="19339"/>
                </a:lnTo>
                <a:lnTo>
                  <a:pt x="20440" y="19233"/>
                </a:lnTo>
                <a:lnTo>
                  <a:pt x="20674" y="18967"/>
                </a:lnTo>
                <a:lnTo>
                  <a:pt x="20966" y="18861"/>
                </a:lnTo>
                <a:lnTo>
                  <a:pt x="21258" y="18861"/>
                </a:lnTo>
                <a:lnTo>
                  <a:pt x="21550" y="18701"/>
                </a:lnTo>
                <a:lnTo>
                  <a:pt x="21842" y="18489"/>
                </a:lnTo>
                <a:lnTo>
                  <a:pt x="22134" y="18329"/>
                </a:lnTo>
                <a:lnTo>
                  <a:pt x="22367" y="18223"/>
                </a:lnTo>
                <a:lnTo>
                  <a:pt x="22835" y="18064"/>
                </a:lnTo>
                <a:lnTo>
                  <a:pt x="23127" y="17798"/>
                </a:lnTo>
                <a:lnTo>
                  <a:pt x="23535" y="17586"/>
                </a:lnTo>
                <a:lnTo>
                  <a:pt x="23827" y="17426"/>
                </a:lnTo>
                <a:lnTo>
                  <a:pt x="24061" y="17161"/>
                </a:lnTo>
                <a:lnTo>
                  <a:pt x="24353" y="17054"/>
                </a:lnTo>
                <a:lnTo>
                  <a:pt x="24820" y="16948"/>
                </a:lnTo>
                <a:lnTo>
                  <a:pt x="25054" y="16789"/>
                </a:lnTo>
                <a:lnTo>
                  <a:pt x="25346" y="16523"/>
                </a:lnTo>
                <a:lnTo>
                  <a:pt x="25638" y="16523"/>
                </a:lnTo>
                <a:lnTo>
                  <a:pt x="26047" y="16257"/>
                </a:lnTo>
                <a:lnTo>
                  <a:pt x="26339" y="16045"/>
                </a:lnTo>
                <a:lnTo>
                  <a:pt x="26631" y="15885"/>
                </a:lnTo>
                <a:lnTo>
                  <a:pt x="27039" y="15779"/>
                </a:lnTo>
                <a:lnTo>
                  <a:pt x="27331" y="15620"/>
                </a:lnTo>
                <a:lnTo>
                  <a:pt x="27624" y="15407"/>
                </a:lnTo>
                <a:lnTo>
                  <a:pt x="27916" y="15248"/>
                </a:lnTo>
                <a:lnTo>
                  <a:pt x="28324" y="14982"/>
                </a:lnTo>
                <a:lnTo>
                  <a:pt x="28616" y="14770"/>
                </a:lnTo>
                <a:lnTo>
                  <a:pt x="29025" y="14610"/>
                </a:lnTo>
                <a:lnTo>
                  <a:pt x="29317" y="14504"/>
                </a:lnTo>
                <a:lnTo>
                  <a:pt x="29609" y="14345"/>
                </a:lnTo>
                <a:lnTo>
                  <a:pt x="29843" y="14238"/>
                </a:lnTo>
                <a:lnTo>
                  <a:pt x="30135" y="14079"/>
                </a:lnTo>
                <a:lnTo>
                  <a:pt x="30427" y="13973"/>
                </a:lnTo>
                <a:lnTo>
                  <a:pt x="30602" y="13867"/>
                </a:lnTo>
                <a:lnTo>
                  <a:pt x="31011" y="13601"/>
                </a:lnTo>
                <a:lnTo>
                  <a:pt x="31303" y="13441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2963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538"/>
                </a:lnTo>
                <a:lnTo>
                  <a:pt x="33230" y="12326"/>
                </a:lnTo>
                <a:lnTo>
                  <a:pt x="33522" y="12166"/>
                </a:lnTo>
                <a:lnTo>
                  <a:pt x="33814" y="12060"/>
                </a:lnTo>
                <a:lnTo>
                  <a:pt x="34106" y="11901"/>
                </a:lnTo>
                <a:lnTo>
                  <a:pt x="34398" y="11794"/>
                </a:lnTo>
                <a:lnTo>
                  <a:pt x="34690" y="11688"/>
                </a:lnTo>
                <a:lnTo>
                  <a:pt x="34924" y="11529"/>
                </a:lnTo>
                <a:lnTo>
                  <a:pt x="35391" y="11423"/>
                </a:lnTo>
                <a:lnTo>
                  <a:pt x="35625" y="11157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785"/>
                </a:lnTo>
                <a:lnTo>
                  <a:pt x="36617" y="10519"/>
                </a:lnTo>
                <a:lnTo>
                  <a:pt x="36909" y="10360"/>
                </a:lnTo>
                <a:lnTo>
                  <a:pt x="37318" y="10254"/>
                </a:lnTo>
                <a:lnTo>
                  <a:pt x="37610" y="10147"/>
                </a:lnTo>
                <a:lnTo>
                  <a:pt x="37902" y="9882"/>
                </a:lnTo>
                <a:lnTo>
                  <a:pt x="38194" y="9722"/>
                </a:lnTo>
                <a:lnTo>
                  <a:pt x="38603" y="9616"/>
                </a:lnTo>
                <a:lnTo>
                  <a:pt x="38895" y="9350"/>
                </a:lnTo>
                <a:lnTo>
                  <a:pt x="39187" y="9244"/>
                </a:lnTo>
                <a:lnTo>
                  <a:pt x="39596" y="9085"/>
                </a:lnTo>
                <a:lnTo>
                  <a:pt x="39888" y="8979"/>
                </a:lnTo>
                <a:lnTo>
                  <a:pt x="40180" y="8713"/>
                </a:lnTo>
                <a:lnTo>
                  <a:pt x="40472" y="8607"/>
                </a:lnTo>
                <a:lnTo>
                  <a:pt x="40705" y="8447"/>
                </a:lnTo>
                <a:lnTo>
                  <a:pt x="40881" y="8341"/>
                </a:lnTo>
                <a:lnTo>
                  <a:pt x="41173" y="8075"/>
                </a:lnTo>
                <a:lnTo>
                  <a:pt x="41582" y="7916"/>
                </a:lnTo>
                <a:lnTo>
                  <a:pt x="41874" y="7810"/>
                </a:lnTo>
                <a:lnTo>
                  <a:pt x="42166" y="7703"/>
                </a:lnTo>
                <a:lnTo>
                  <a:pt x="42399" y="7438"/>
                </a:lnTo>
                <a:lnTo>
                  <a:pt x="42691" y="7278"/>
                </a:lnTo>
                <a:lnTo>
                  <a:pt x="42983" y="7278"/>
                </a:lnTo>
                <a:lnTo>
                  <a:pt x="43567" y="6906"/>
                </a:lnTo>
                <a:lnTo>
                  <a:pt x="43801" y="6800"/>
                </a:lnTo>
                <a:lnTo>
                  <a:pt x="44093" y="6641"/>
                </a:lnTo>
                <a:lnTo>
                  <a:pt x="44385" y="6535"/>
                </a:lnTo>
                <a:lnTo>
                  <a:pt x="44677" y="6269"/>
                </a:lnTo>
                <a:lnTo>
                  <a:pt x="44969" y="6163"/>
                </a:lnTo>
                <a:lnTo>
                  <a:pt x="45261" y="6003"/>
                </a:lnTo>
                <a:lnTo>
                  <a:pt x="45494" y="5897"/>
                </a:lnTo>
                <a:lnTo>
                  <a:pt x="45786" y="5631"/>
                </a:lnTo>
                <a:lnTo>
                  <a:pt x="46078" y="5525"/>
                </a:lnTo>
                <a:lnTo>
                  <a:pt x="46370" y="5366"/>
                </a:lnTo>
                <a:lnTo>
                  <a:pt x="46662" y="5259"/>
                </a:lnTo>
                <a:lnTo>
                  <a:pt x="46954" y="4994"/>
                </a:lnTo>
                <a:lnTo>
                  <a:pt x="47188" y="4994"/>
                </a:lnTo>
                <a:lnTo>
                  <a:pt x="47480" y="4834"/>
                </a:lnTo>
                <a:lnTo>
                  <a:pt x="47947" y="4728"/>
                </a:lnTo>
                <a:lnTo>
                  <a:pt x="48181" y="4462"/>
                </a:lnTo>
                <a:lnTo>
                  <a:pt x="48356" y="4356"/>
                </a:lnTo>
                <a:lnTo>
                  <a:pt x="48648" y="4197"/>
                </a:lnTo>
                <a:lnTo>
                  <a:pt x="48882" y="4091"/>
                </a:lnTo>
                <a:lnTo>
                  <a:pt x="49174" y="3825"/>
                </a:lnTo>
                <a:lnTo>
                  <a:pt x="49466" y="3719"/>
                </a:lnTo>
                <a:lnTo>
                  <a:pt x="49875" y="3559"/>
                </a:lnTo>
                <a:lnTo>
                  <a:pt x="50167" y="3453"/>
                </a:lnTo>
                <a:lnTo>
                  <a:pt x="50459" y="3187"/>
                </a:lnTo>
                <a:lnTo>
                  <a:pt x="50751" y="3081"/>
                </a:lnTo>
                <a:lnTo>
                  <a:pt x="50867" y="2922"/>
                </a:lnTo>
                <a:lnTo>
                  <a:pt x="51159" y="2815"/>
                </a:lnTo>
                <a:lnTo>
                  <a:pt x="51451" y="2550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2970" y="1912"/>
                </a:lnTo>
                <a:lnTo>
                  <a:pt x="53262" y="1806"/>
                </a:lnTo>
                <a:lnTo>
                  <a:pt x="53437" y="1647"/>
                </a:lnTo>
                <a:lnTo>
                  <a:pt x="53729" y="1381"/>
                </a:lnTo>
                <a:lnTo>
                  <a:pt x="54138" y="1275"/>
                </a:lnTo>
                <a:lnTo>
                  <a:pt x="54430" y="1115"/>
                </a:lnTo>
                <a:lnTo>
                  <a:pt x="54663" y="1009"/>
                </a:lnTo>
                <a:lnTo>
                  <a:pt x="54956" y="743"/>
                </a:lnTo>
                <a:lnTo>
                  <a:pt x="55248" y="637"/>
                </a:lnTo>
                <a:lnTo>
                  <a:pt x="55540" y="478"/>
                </a:lnTo>
                <a:lnTo>
                  <a:pt x="55832" y="371"/>
                </a:lnTo>
                <a:lnTo>
                  <a:pt x="56124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6304821" y="5443923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584" y="29859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861" y="28584"/>
                </a:lnTo>
                <a:lnTo>
                  <a:pt x="3095" y="28477"/>
                </a:lnTo>
                <a:lnTo>
                  <a:pt x="3387" y="28318"/>
                </a:lnTo>
                <a:lnTo>
                  <a:pt x="3796" y="28212"/>
                </a:lnTo>
                <a:lnTo>
                  <a:pt x="4088" y="28105"/>
                </a:lnTo>
                <a:lnTo>
                  <a:pt x="4263" y="27946"/>
                </a:lnTo>
                <a:lnTo>
                  <a:pt x="4496" y="27840"/>
                </a:lnTo>
                <a:lnTo>
                  <a:pt x="4788" y="27680"/>
                </a:lnTo>
                <a:lnTo>
                  <a:pt x="5080" y="27468"/>
                </a:lnTo>
                <a:lnTo>
                  <a:pt x="5372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65" y="26777"/>
                </a:lnTo>
                <a:lnTo>
                  <a:pt x="6657" y="26671"/>
                </a:lnTo>
                <a:lnTo>
                  <a:pt x="7066" y="26405"/>
                </a:lnTo>
                <a:lnTo>
                  <a:pt x="7358" y="26140"/>
                </a:lnTo>
                <a:lnTo>
                  <a:pt x="7650" y="26033"/>
                </a:lnTo>
                <a:lnTo>
                  <a:pt x="8059" y="25927"/>
                </a:lnTo>
                <a:lnTo>
                  <a:pt x="8351" y="25927"/>
                </a:lnTo>
                <a:lnTo>
                  <a:pt x="8643" y="25661"/>
                </a:lnTo>
                <a:lnTo>
                  <a:pt x="8877" y="25502"/>
                </a:lnTo>
                <a:lnTo>
                  <a:pt x="9169" y="25396"/>
                </a:lnTo>
                <a:lnTo>
                  <a:pt x="9344" y="25236"/>
                </a:lnTo>
                <a:lnTo>
                  <a:pt x="9577" y="25024"/>
                </a:lnTo>
                <a:lnTo>
                  <a:pt x="10045" y="24864"/>
                </a:lnTo>
                <a:lnTo>
                  <a:pt x="10278" y="24758"/>
                </a:lnTo>
                <a:lnTo>
                  <a:pt x="10570" y="24599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121"/>
                </a:lnTo>
                <a:lnTo>
                  <a:pt x="11738" y="23961"/>
                </a:lnTo>
                <a:lnTo>
                  <a:pt x="11972" y="23696"/>
                </a:lnTo>
                <a:lnTo>
                  <a:pt x="12264" y="23589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432" y="23058"/>
                </a:lnTo>
                <a:lnTo>
                  <a:pt x="13665" y="22952"/>
                </a:lnTo>
                <a:lnTo>
                  <a:pt x="13958" y="2284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314"/>
                </a:lnTo>
                <a:lnTo>
                  <a:pt x="15126" y="22155"/>
                </a:lnTo>
                <a:lnTo>
                  <a:pt x="15359" y="21942"/>
                </a:lnTo>
                <a:lnTo>
                  <a:pt x="15651" y="21783"/>
                </a:lnTo>
                <a:lnTo>
                  <a:pt x="15943" y="21677"/>
                </a:lnTo>
                <a:lnTo>
                  <a:pt x="16352" y="21517"/>
                </a:lnTo>
                <a:lnTo>
                  <a:pt x="16644" y="21305"/>
                </a:lnTo>
                <a:lnTo>
                  <a:pt x="16819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637" y="20773"/>
                </a:lnTo>
                <a:lnTo>
                  <a:pt x="17929" y="20614"/>
                </a:lnTo>
                <a:lnTo>
                  <a:pt x="18221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19976"/>
                </a:lnTo>
                <a:lnTo>
                  <a:pt x="19622" y="19764"/>
                </a:lnTo>
                <a:lnTo>
                  <a:pt x="19914" y="19498"/>
                </a:lnTo>
                <a:lnTo>
                  <a:pt x="20206" y="19339"/>
                </a:lnTo>
                <a:lnTo>
                  <a:pt x="20615" y="19233"/>
                </a:lnTo>
                <a:lnTo>
                  <a:pt x="20907" y="19073"/>
                </a:lnTo>
                <a:lnTo>
                  <a:pt x="21141" y="18967"/>
                </a:lnTo>
                <a:lnTo>
                  <a:pt x="21433" y="18861"/>
                </a:lnTo>
                <a:lnTo>
                  <a:pt x="21725" y="18701"/>
                </a:lnTo>
                <a:lnTo>
                  <a:pt x="21900" y="18595"/>
                </a:lnTo>
                <a:lnTo>
                  <a:pt x="22134" y="18329"/>
                </a:lnTo>
                <a:lnTo>
                  <a:pt x="22601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411" y="17054"/>
                </a:lnTo>
                <a:lnTo>
                  <a:pt x="24820" y="16895"/>
                </a:lnTo>
                <a:lnTo>
                  <a:pt x="25112" y="16789"/>
                </a:lnTo>
                <a:lnTo>
                  <a:pt x="25404" y="16682"/>
                </a:lnTo>
                <a:lnTo>
                  <a:pt x="25696" y="16523"/>
                </a:lnTo>
                <a:lnTo>
                  <a:pt x="25988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20"/>
                </a:lnTo>
                <a:lnTo>
                  <a:pt x="27682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982"/>
                </a:lnTo>
                <a:lnTo>
                  <a:pt x="28908" y="14876"/>
                </a:lnTo>
                <a:lnTo>
                  <a:pt x="29200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813"/>
                </a:lnTo>
                <a:lnTo>
                  <a:pt x="31186" y="13707"/>
                </a:lnTo>
                <a:lnTo>
                  <a:pt x="31478" y="13441"/>
                </a:lnTo>
                <a:lnTo>
                  <a:pt x="31770" y="13335"/>
                </a:lnTo>
                <a:lnTo>
                  <a:pt x="31887" y="13176"/>
                </a:lnTo>
                <a:lnTo>
                  <a:pt x="32179" y="13070"/>
                </a:lnTo>
                <a:lnTo>
                  <a:pt x="32471" y="12804"/>
                </a:lnTo>
                <a:lnTo>
                  <a:pt x="32704" y="12698"/>
                </a:lnTo>
                <a:lnTo>
                  <a:pt x="33172" y="12538"/>
                </a:lnTo>
                <a:lnTo>
                  <a:pt x="33464" y="12273"/>
                </a:lnTo>
                <a:lnTo>
                  <a:pt x="33697" y="12166"/>
                </a:lnTo>
                <a:lnTo>
                  <a:pt x="33989" y="12060"/>
                </a:lnTo>
                <a:lnTo>
                  <a:pt x="34281" y="11901"/>
                </a:lnTo>
                <a:lnTo>
                  <a:pt x="34690" y="11635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5975" y="10997"/>
                </a:lnTo>
                <a:lnTo>
                  <a:pt x="36267" y="10891"/>
                </a:lnTo>
                <a:lnTo>
                  <a:pt x="36559" y="10732"/>
                </a:lnTo>
                <a:lnTo>
                  <a:pt x="36793" y="10519"/>
                </a:lnTo>
                <a:lnTo>
                  <a:pt x="36968" y="10360"/>
                </a:lnTo>
                <a:lnTo>
                  <a:pt x="37377" y="10254"/>
                </a:lnTo>
                <a:lnTo>
                  <a:pt x="37669" y="10094"/>
                </a:lnTo>
                <a:lnTo>
                  <a:pt x="37961" y="9882"/>
                </a:lnTo>
                <a:lnTo>
                  <a:pt x="38253" y="9722"/>
                </a:lnTo>
                <a:lnTo>
                  <a:pt x="38486" y="9616"/>
                </a:lnTo>
                <a:lnTo>
                  <a:pt x="38778" y="9616"/>
                </a:lnTo>
                <a:lnTo>
                  <a:pt x="39070" y="9350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979"/>
                </a:lnTo>
                <a:lnTo>
                  <a:pt x="40180" y="8713"/>
                </a:lnTo>
                <a:lnTo>
                  <a:pt x="40472" y="8553"/>
                </a:lnTo>
                <a:lnTo>
                  <a:pt x="40764" y="8447"/>
                </a:lnTo>
                <a:lnTo>
                  <a:pt x="41056" y="8341"/>
                </a:lnTo>
                <a:lnTo>
                  <a:pt x="41465" y="8075"/>
                </a:lnTo>
                <a:lnTo>
                  <a:pt x="41757" y="7916"/>
                </a:lnTo>
                <a:lnTo>
                  <a:pt x="42166" y="7650"/>
                </a:lnTo>
                <a:lnTo>
                  <a:pt x="42458" y="7438"/>
                </a:lnTo>
                <a:lnTo>
                  <a:pt x="42750" y="7278"/>
                </a:lnTo>
                <a:lnTo>
                  <a:pt x="43042" y="7278"/>
                </a:lnTo>
                <a:lnTo>
                  <a:pt x="43334" y="7172"/>
                </a:lnTo>
                <a:lnTo>
                  <a:pt x="43742" y="6906"/>
                </a:lnTo>
                <a:lnTo>
                  <a:pt x="44034" y="6800"/>
                </a:lnTo>
                <a:lnTo>
                  <a:pt x="44268" y="6641"/>
                </a:lnTo>
                <a:lnTo>
                  <a:pt x="44443" y="6535"/>
                </a:lnTo>
                <a:lnTo>
                  <a:pt x="44735" y="6269"/>
                </a:lnTo>
                <a:lnTo>
                  <a:pt x="45027" y="6109"/>
                </a:lnTo>
                <a:lnTo>
                  <a:pt x="45261" y="6003"/>
                </a:lnTo>
                <a:lnTo>
                  <a:pt x="45728" y="5897"/>
                </a:lnTo>
                <a:lnTo>
                  <a:pt x="45962" y="5631"/>
                </a:lnTo>
                <a:lnTo>
                  <a:pt x="46254" y="5472"/>
                </a:lnTo>
                <a:lnTo>
                  <a:pt x="46546" y="5366"/>
                </a:lnTo>
                <a:lnTo>
                  <a:pt x="46838" y="5259"/>
                </a:lnTo>
                <a:lnTo>
                  <a:pt x="46954" y="4994"/>
                </a:lnTo>
                <a:lnTo>
                  <a:pt x="47246" y="4994"/>
                </a:lnTo>
                <a:lnTo>
                  <a:pt x="47655" y="4834"/>
                </a:lnTo>
                <a:lnTo>
                  <a:pt x="47947" y="4728"/>
                </a:lnTo>
                <a:lnTo>
                  <a:pt x="48239" y="4462"/>
                </a:lnTo>
                <a:lnTo>
                  <a:pt x="48531" y="4356"/>
                </a:lnTo>
                <a:lnTo>
                  <a:pt x="48823" y="4197"/>
                </a:lnTo>
                <a:lnTo>
                  <a:pt x="49115" y="4091"/>
                </a:lnTo>
                <a:lnTo>
                  <a:pt x="49349" y="3825"/>
                </a:lnTo>
                <a:lnTo>
                  <a:pt x="49524" y="3719"/>
                </a:lnTo>
                <a:lnTo>
                  <a:pt x="49933" y="3559"/>
                </a:lnTo>
                <a:lnTo>
                  <a:pt x="50225" y="3453"/>
                </a:lnTo>
                <a:lnTo>
                  <a:pt x="50517" y="3187"/>
                </a:lnTo>
                <a:lnTo>
                  <a:pt x="50809" y="3081"/>
                </a:lnTo>
                <a:lnTo>
                  <a:pt x="51043" y="2922"/>
                </a:lnTo>
                <a:lnTo>
                  <a:pt x="51335" y="2815"/>
                </a:lnTo>
                <a:lnTo>
                  <a:pt x="51627" y="2656"/>
                </a:lnTo>
                <a:lnTo>
                  <a:pt x="52035" y="2550"/>
                </a:lnTo>
                <a:lnTo>
                  <a:pt x="52211" y="2390"/>
                </a:lnTo>
                <a:lnTo>
                  <a:pt x="52444" y="2284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753"/>
                </a:lnTo>
                <a:lnTo>
                  <a:pt x="53612" y="1647"/>
                </a:lnTo>
                <a:lnTo>
                  <a:pt x="54021" y="1381"/>
                </a:lnTo>
                <a:lnTo>
                  <a:pt x="54313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478"/>
                </a:lnTo>
                <a:lnTo>
                  <a:pt x="55832" y="371"/>
                </a:lnTo>
                <a:lnTo>
                  <a:pt x="56299" y="212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6361645" y="5413585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175" y="30178"/>
                </a:lnTo>
                <a:lnTo>
                  <a:pt x="467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460" y="29540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686" y="28637"/>
                </a:lnTo>
                <a:lnTo>
                  <a:pt x="2978" y="28530"/>
                </a:lnTo>
                <a:lnTo>
                  <a:pt x="3387" y="28371"/>
                </a:lnTo>
                <a:lnTo>
                  <a:pt x="3679" y="28371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93"/>
                </a:lnTo>
                <a:lnTo>
                  <a:pt x="4788" y="27734"/>
                </a:lnTo>
                <a:lnTo>
                  <a:pt x="5080" y="27468"/>
                </a:lnTo>
                <a:lnTo>
                  <a:pt x="5256" y="27362"/>
                </a:lnTo>
                <a:lnTo>
                  <a:pt x="5664" y="27255"/>
                </a:lnTo>
                <a:lnTo>
                  <a:pt x="5956" y="27096"/>
                </a:lnTo>
                <a:lnTo>
                  <a:pt x="6248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193"/>
                </a:lnTo>
                <a:lnTo>
                  <a:pt x="7767" y="26086"/>
                </a:lnTo>
                <a:lnTo>
                  <a:pt x="7942" y="25927"/>
                </a:lnTo>
                <a:lnTo>
                  <a:pt x="8176" y="25927"/>
                </a:lnTo>
                <a:lnTo>
                  <a:pt x="8468" y="25715"/>
                </a:lnTo>
                <a:lnTo>
                  <a:pt x="8760" y="25555"/>
                </a:lnTo>
                <a:lnTo>
                  <a:pt x="9052" y="25449"/>
                </a:lnTo>
                <a:lnTo>
                  <a:pt x="9344" y="25290"/>
                </a:lnTo>
                <a:lnTo>
                  <a:pt x="9753" y="25024"/>
                </a:lnTo>
                <a:lnTo>
                  <a:pt x="10045" y="24918"/>
                </a:lnTo>
                <a:lnTo>
                  <a:pt x="10337" y="24811"/>
                </a:lnTo>
                <a:lnTo>
                  <a:pt x="10453" y="24652"/>
                </a:lnTo>
                <a:lnTo>
                  <a:pt x="10745" y="24386"/>
                </a:lnTo>
                <a:lnTo>
                  <a:pt x="11037" y="24280"/>
                </a:lnTo>
                <a:lnTo>
                  <a:pt x="11329" y="24174"/>
                </a:lnTo>
                <a:lnTo>
                  <a:pt x="11563" y="24014"/>
                </a:lnTo>
                <a:lnTo>
                  <a:pt x="12030" y="23749"/>
                </a:lnTo>
                <a:lnTo>
                  <a:pt x="12264" y="23642"/>
                </a:lnTo>
                <a:lnTo>
                  <a:pt x="12556" y="23642"/>
                </a:lnTo>
                <a:lnTo>
                  <a:pt x="12731" y="23483"/>
                </a:lnTo>
                <a:lnTo>
                  <a:pt x="13023" y="23271"/>
                </a:lnTo>
                <a:lnTo>
                  <a:pt x="13257" y="23111"/>
                </a:lnTo>
                <a:lnTo>
                  <a:pt x="13549" y="23005"/>
                </a:lnTo>
                <a:lnTo>
                  <a:pt x="13958" y="22846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242" y="21942"/>
                </a:lnTo>
                <a:lnTo>
                  <a:pt x="15534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527" y="21305"/>
                </a:lnTo>
                <a:lnTo>
                  <a:pt x="16819" y="21305"/>
                </a:lnTo>
                <a:lnTo>
                  <a:pt x="17111" y="21198"/>
                </a:lnTo>
                <a:lnTo>
                  <a:pt x="17345" y="21092"/>
                </a:lnTo>
                <a:lnTo>
                  <a:pt x="17637" y="20827"/>
                </a:lnTo>
                <a:lnTo>
                  <a:pt x="17812" y="20667"/>
                </a:lnTo>
                <a:lnTo>
                  <a:pt x="18221" y="20561"/>
                </a:lnTo>
                <a:lnTo>
                  <a:pt x="18513" y="20455"/>
                </a:lnTo>
                <a:lnTo>
                  <a:pt x="18805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551"/>
                </a:lnTo>
                <a:lnTo>
                  <a:pt x="20323" y="19392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914"/>
                </a:lnTo>
                <a:lnTo>
                  <a:pt x="21608" y="18754"/>
                </a:lnTo>
                <a:lnTo>
                  <a:pt x="21900" y="18648"/>
                </a:lnTo>
                <a:lnTo>
                  <a:pt x="22309" y="18383"/>
                </a:lnTo>
                <a:lnTo>
                  <a:pt x="22601" y="18223"/>
                </a:lnTo>
                <a:lnTo>
                  <a:pt x="22893" y="18117"/>
                </a:lnTo>
                <a:lnTo>
                  <a:pt x="23302" y="17745"/>
                </a:lnTo>
                <a:lnTo>
                  <a:pt x="23594" y="17586"/>
                </a:lnTo>
                <a:lnTo>
                  <a:pt x="23827" y="17479"/>
                </a:lnTo>
                <a:lnTo>
                  <a:pt x="24119" y="17373"/>
                </a:lnTo>
                <a:lnTo>
                  <a:pt x="24587" y="17107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514" y="16204"/>
                </a:lnTo>
                <a:lnTo>
                  <a:pt x="26806" y="15939"/>
                </a:lnTo>
                <a:lnTo>
                  <a:pt x="27098" y="15832"/>
                </a:lnTo>
                <a:lnTo>
                  <a:pt x="27390" y="15673"/>
                </a:lnTo>
                <a:lnTo>
                  <a:pt x="27682" y="15567"/>
                </a:lnTo>
                <a:lnTo>
                  <a:pt x="27916" y="15301"/>
                </a:lnTo>
                <a:lnTo>
                  <a:pt x="28091" y="15142"/>
                </a:lnTo>
                <a:lnTo>
                  <a:pt x="28500" y="15035"/>
                </a:lnTo>
                <a:lnTo>
                  <a:pt x="28792" y="14929"/>
                </a:lnTo>
                <a:lnTo>
                  <a:pt x="29084" y="14663"/>
                </a:lnTo>
                <a:lnTo>
                  <a:pt x="29376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93" y="14132"/>
                </a:lnTo>
                <a:lnTo>
                  <a:pt x="30368" y="14026"/>
                </a:lnTo>
                <a:lnTo>
                  <a:pt x="30777" y="13867"/>
                </a:lnTo>
                <a:lnTo>
                  <a:pt x="31069" y="13760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857"/>
                </a:lnTo>
                <a:lnTo>
                  <a:pt x="32880" y="12751"/>
                </a:lnTo>
                <a:lnTo>
                  <a:pt x="32996" y="12591"/>
                </a:lnTo>
                <a:lnTo>
                  <a:pt x="33288" y="12485"/>
                </a:lnTo>
                <a:lnTo>
                  <a:pt x="33580" y="12219"/>
                </a:lnTo>
                <a:lnTo>
                  <a:pt x="33872" y="12060"/>
                </a:lnTo>
                <a:lnTo>
                  <a:pt x="34164" y="12060"/>
                </a:lnTo>
                <a:lnTo>
                  <a:pt x="34457" y="11954"/>
                </a:lnTo>
                <a:lnTo>
                  <a:pt x="34865" y="11688"/>
                </a:lnTo>
                <a:lnTo>
                  <a:pt x="35157" y="11582"/>
                </a:lnTo>
                <a:lnTo>
                  <a:pt x="35391" y="11423"/>
                </a:lnTo>
                <a:lnTo>
                  <a:pt x="35566" y="11316"/>
                </a:lnTo>
                <a:lnTo>
                  <a:pt x="35858" y="11051"/>
                </a:lnTo>
                <a:lnTo>
                  <a:pt x="36150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61" y="10041"/>
                </a:lnTo>
                <a:lnTo>
                  <a:pt x="38077" y="9775"/>
                </a:lnTo>
                <a:lnTo>
                  <a:pt x="38369" y="9775"/>
                </a:lnTo>
                <a:lnTo>
                  <a:pt x="38661" y="9669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607"/>
                </a:lnTo>
                <a:lnTo>
                  <a:pt x="40647" y="8500"/>
                </a:lnTo>
                <a:lnTo>
                  <a:pt x="41056" y="8341"/>
                </a:lnTo>
                <a:lnTo>
                  <a:pt x="41348" y="8235"/>
                </a:lnTo>
                <a:lnTo>
                  <a:pt x="41640" y="7969"/>
                </a:lnTo>
                <a:lnTo>
                  <a:pt x="41932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331"/>
                </a:lnTo>
                <a:lnTo>
                  <a:pt x="43042" y="7331"/>
                </a:lnTo>
                <a:lnTo>
                  <a:pt x="43334" y="7225"/>
                </a:lnTo>
                <a:lnTo>
                  <a:pt x="43567" y="7066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735" y="6428"/>
                </a:lnTo>
                <a:lnTo>
                  <a:pt x="45027" y="6163"/>
                </a:lnTo>
                <a:lnTo>
                  <a:pt x="45436" y="6056"/>
                </a:lnTo>
                <a:lnTo>
                  <a:pt x="45845" y="5791"/>
                </a:lnTo>
                <a:lnTo>
                  <a:pt x="46137" y="5525"/>
                </a:lnTo>
                <a:lnTo>
                  <a:pt x="46429" y="5419"/>
                </a:lnTo>
                <a:lnTo>
                  <a:pt x="46721" y="5259"/>
                </a:lnTo>
                <a:lnTo>
                  <a:pt x="46954" y="5153"/>
                </a:lnTo>
                <a:lnTo>
                  <a:pt x="47246" y="5047"/>
                </a:lnTo>
                <a:lnTo>
                  <a:pt x="47714" y="4887"/>
                </a:lnTo>
                <a:lnTo>
                  <a:pt x="47947" y="4781"/>
                </a:lnTo>
                <a:lnTo>
                  <a:pt x="48123" y="4622"/>
                </a:lnTo>
                <a:lnTo>
                  <a:pt x="48415" y="4409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634" y="3081"/>
                </a:lnTo>
                <a:lnTo>
                  <a:pt x="50926" y="2975"/>
                </a:lnTo>
                <a:lnTo>
                  <a:pt x="51218" y="2869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337"/>
                </a:lnTo>
                <a:lnTo>
                  <a:pt x="52736" y="2178"/>
                </a:lnTo>
                <a:lnTo>
                  <a:pt x="53028" y="1965"/>
                </a:lnTo>
                <a:lnTo>
                  <a:pt x="53203" y="1806"/>
                </a:lnTo>
                <a:lnTo>
                  <a:pt x="53495" y="1700"/>
                </a:lnTo>
                <a:lnTo>
                  <a:pt x="53904" y="1540"/>
                </a:lnTo>
                <a:lnTo>
                  <a:pt x="54196" y="1328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42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6418353" y="5383301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584" y="30071"/>
                </a:lnTo>
                <a:lnTo>
                  <a:pt x="876" y="29806"/>
                </a:lnTo>
                <a:lnTo>
                  <a:pt x="1284" y="29646"/>
                </a:lnTo>
                <a:lnTo>
                  <a:pt x="1693" y="29381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803" y="28743"/>
                </a:lnTo>
                <a:lnTo>
                  <a:pt x="3095" y="28530"/>
                </a:lnTo>
                <a:lnTo>
                  <a:pt x="3504" y="28371"/>
                </a:lnTo>
                <a:lnTo>
                  <a:pt x="3796" y="28371"/>
                </a:lnTo>
                <a:lnTo>
                  <a:pt x="3971" y="28265"/>
                </a:lnTo>
                <a:lnTo>
                  <a:pt x="4263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489" y="27362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99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475" y="26299"/>
                </a:lnTo>
                <a:lnTo>
                  <a:pt x="7767" y="26086"/>
                </a:lnTo>
                <a:lnTo>
                  <a:pt x="8059" y="26086"/>
                </a:lnTo>
                <a:lnTo>
                  <a:pt x="8351" y="25927"/>
                </a:lnTo>
                <a:lnTo>
                  <a:pt x="8585" y="25821"/>
                </a:lnTo>
                <a:lnTo>
                  <a:pt x="8877" y="25555"/>
                </a:lnTo>
                <a:lnTo>
                  <a:pt x="9052" y="25449"/>
                </a:lnTo>
                <a:lnTo>
                  <a:pt x="9285" y="25290"/>
                </a:lnTo>
                <a:lnTo>
                  <a:pt x="9753" y="25183"/>
                </a:lnTo>
                <a:lnTo>
                  <a:pt x="10045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446" y="24121"/>
                </a:lnTo>
                <a:lnTo>
                  <a:pt x="11680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373" y="23111"/>
                </a:lnTo>
                <a:lnTo>
                  <a:pt x="13841" y="23005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6060" y="21730"/>
                </a:lnTo>
                <a:lnTo>
                  <a:pt x="16352" y="21570"/>
                </a:lnTo>
                <a:lnTo>
                  <a:pt x="16527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20031" y="19658"/>
                </a:lnTo>
                <a:lnTo>
                  <a:pt x="20323" y="19392"/>
                </a:lnTo>
                <a:lnTo>
                  <a:pt x="20615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608" y="18754"/>
                </a:lnTo>
                <a:lnTo>
                  <a:pt x="21842" y="18648"/>
                </a:lnTo>
                <a:lnTo>
                  <a:pt x="22309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586"/>
                </a:lnTo>
                <a:lnTo>
                  <a:pt x="24003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682"/>
                </a:lnTo>
                <a:lnTo>
                  <a:pt x="25930" y="16417"/>
                </a:lnTo>
                <a:lnTo>
                  <a:pt x="26397" y="16311"/>
                </a:lnTo>
                <a:lnTo>
                  <a:pt x="26806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93" y="14238"/>
                </a:lnTo>
                <a:lnTo>
                  <a:pt x="30602" y="14026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588" y="12963"/>
                </a:lnTo>
                <a:lnTo>
                  <a:pt x="32880" y="12698"/>
                </a:lnTo>
                <a:lnTo>
                  <a:pt x="33172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060"/>
                </a:lnTo>
                <a:lnTo>
                  <a:pt x="34398" y="11954"/>
                </a:lnTo>
                <a:lnTo>
                  <a:pt x="34865" y="11794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10041"/>
                </a:lnTo>
                <a:lnTo>
                  <a:pt x="38194" y="9882"/>
                </a:lnTo>
                <a:lnTo>
                  <a:pt x="38486" y="9775"/>
                </a:lnTo>
                <a:lnTo>
                  <a:pt x="38953" y="9616"/>
                </a:lnTo>
                <a:lnTo>
                  <a:pt x="39362" y="940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582" y="8075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3158" y="7331"/>
                </a:lnTo>
                <a:lnTo>
                  <a:pt x="43450" y="7225"/>
                </a:lnTo>
                <a:lnTo>
                  <a:pt x="43742" y="7066"/>
                </a:lnTo>
                <a:lnTo>
                  <a:pt x="43976" y="6960"/>
                </a:lnTo>
                <a:lnTo>
                  <a:pt x="44151" y="6694"/>
                </a:lnTo>
                <a:lnTo>
                  <a:pt x="44443" y="6535"/>
                </a:lnTo>
                <a:lnTo>
                  <a:pt x="44735" y="6428"/>
                </a:lnTo>
                <a:lnTo>
                  <a:pt x="45144" y="6322"/>
                </a:lnTo>
                <a:lnTo>
                  <a:pt x="45436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363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751" y="3240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815"/>
                </a:lnTo>
                <a:lnTo>
                  <a:pt x="51919" y="2709"/>
                </a:lnTo>
                <a:lnTo>
                  <a:pt x="52211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729" y="1700"/>
                </a:lnTo>
                <a:lnTo>
                  <a:pt x="54021" y="1540"/>
                </a:lnTo>
                <a:lnTo>
                  <a:pt x="54313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306" y="796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371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6475061" y="5353017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25" y="30018"/>
                </a:lnTo>
                <a:lnTo>
                  <a:pt x="992" y="29912"/>
                </a:lnTo>
                <a:lnTo>
                  <a:pt x="1284" y="29646"/>
                </a:lnTo>
                <a:lnTo>
                  <a:pt x="1518" y="29540"/>
                </a:lnTo>
                <a:lnTo>
                  <a:pt x="1810" y="29381"/>
                </a:lnTo>
                <a:lnTo>
                  <a:pt x="2102" y="29274"/>
                </a:lnTo>
                <a:lnTo>
                  <a:pt x="2394" y="29009"/>
                </a:lnTo>
                <a:lnTo>
                  <a:pt x="2803" y="28743"/>
                </a:lnTo>
                <a:lnTo>
                  <a:pt x="3212" y="28637"/>
                </a:lnTo>
                <a:lnTo>
                  <a:pt x="3504" y="28371"/>
                </a:lnTo>
                <a:lnTo>
                  <a:pt x="3796" y="28371"/>
                </a:lnTo>
                <a:lnTo>
                  <a:pt x="4088" y="28265"/>
                </a:lnTo>
                <a:lnTo>
                  <a:pt x="4380" y="28105"/>
                </a:lnTo>
                <a:lnTo>
                  <a:pt x="4613" y="27840"/>
                </a:lnTo>
                <a:lnTo>
                  <a:pt x="4905" y="27734"/>
                </a:lnTo>
                <a:lnTo>
                  <a:pt x="5197" y="27574"/>
                </a:lnTo>
                <a:lnTo>
                  <a:pt x="5489" y="27468"/>
                </a:lnTo>
                <a:lnTo>
                  <a:pt x="5781" y="27202"/>
                </a:lnTo>
                <a:lnTo>
                  <a:pt x="6073" y="27096"/>
                </a:lnTo>
                <a:lnTo>
                  <a:pt x="6307" y="26937"/>
                </a:lnTo>
                <a:lnTo>
                  <a:pt x="6599" y="26830"/>
                </a:lnTo>
                <a:lnTo>
                  <a:pt x="6891" y="26565"/>
                </a:lnTo>
                <a:lnTo>
                  <a:pt x="7300" y="26458"/>
                </a:lnTo>
                <a:lnTo>
                  <a:pt x="7592" y="26299"/>
                </a:lnTo>
                <a:lnTo>
                  <a:pt x="7767" y="26193"/>
                </a:lnTo>
                <a:lnTo>
                  <a:pt x="8001" y="26086"/>
                </a:lnTo>
                <a:lnTo>
                  <a:pt x="8293" y="25927"/>
                </a:lnTo>
                <a:lnTo>
                  <a:pt x="8585" y="25821"/>
                </a:lnTo>
                <a:lnTo>
                  <a:pt x="8877" y="25661"/>
                </a:lnTo>
                <a:lnTo>
                  <a:pt x="9169" y="25396"/>
                </a:lnTo>
                <a:lnTo>
                  <a:pt x="9577" y="25290"/>
                </a:lnTo>
                <a:lnTo>
                  <a:pt x="9869" y="25183"/>
                </a:lnTo>
                <a:lnTo>
                  <a:pt x="10161" y="25024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089" y="23855"/>
                </a:lnTo>
                <a:lnTo>
                  <a:pt x="12381" y="23749"/>
                </a:lnTo>
                <a:lnTo>
                  <a:pt x="12673" y="23642"/>
                </a:lnTo>
                <a:lnTo>
                  <a:pt x="12848" y="23483"/>
                </a:lnTo>
                <a:lnTo>
                  <a:pt x="13081" y="23377"/>
                </a:lnTo>
                <a:lnTo>
                  <a:pt x="13549" y="23111"/>
                </a:lnTo>
                <a:lnTo>
                  <a:pt x="13782" y="23005"/>
                </a:lnTo>
                <a:lnTo>
                  <a:pt x="14074" y="22846"/>
                </a:lnTo>
                <a:lnTo>
                  <a:pt x="14366" y="22739"/>
                </a:lnTo>
                <a:lnTo>
                  <a:pt x="14658" y="22474"/>
                </a:lnTo>
                <a:lnTo>
                  <a:pt x="14950" y="22314"/>
                </a:lnTo>
                <a:lnTo>
                  <a:pt x="15359" y="2210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64"/>
                </a:lnTo>
                <a:lnTo>
                  <a:pt x="16936" y="21305"/>
                </a:lnTo>
                <a:lnTo>
                  <a:pt x="17170" y="21198"/>
                </a:lnTo>
                <a:lnTo>
                  <a:pt x="17462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402"/>
                </a:lnTo>
                <a:lnTo>
                  <a:pt x="18863" y="20295"/>
                </a:lnTo>
                <a:lnTo>
                  <a:pt x="19155" y="20030"/>
                </a:lnTo>
                <a:lnTo>
                  <a:pt x="19447" y="19923"/>
                </a:lnTo>
                <a:lnTo>
                  <a:pt x="19739" y="19764"/>
                </a:lnTo>
                <a:lnTo>
                  <a:pt x="20148" y="19658"/>
                </a:lnTo>
                <a:lnTo>
                  <a:pt x="20323" y="19392"/>
                </a:lnTo>
                <a:lnTo>
                  <a:pt x="20557" y="19233"/>
                </a:lnTo>
                <a:lnTo>
                  <a:pt x="20849" y="19126"/>
                </a:lnTo>
                <a:lnTo>
                  <a:pt x="21141" y="19126"/>
                </a:lnTo>
                <a:lnTo>
                  <a:pt x="21433" y="18861"/>
                </a:lnTo>
                <a:lnTo>
                  <a:pt x="21725" y="18754"/>
                </a:lnTo>
                <a:lnTo>
                  <a:pt x="22134" y="18595"/>
                </a:lnTo>
                <a:lnTo>
                  <a:pt x="22426" y="18489"/>
                </a:lnTo>
                <a:lnTo>
                  <a:pt x="22718" y="18223"/>
                </a:lnTo>
                <a:lnTo>
                  <a:pt x="23127" y="17958"/>
                </a:lnTo>
                <a:lnTo>
                  <a:pt x="23419" y="17851"/>
                </a:lnTo>
                <a:lnTo>
                  <a:pt x="23652" y="17586"/>
                </a:lnTo>
                <a:lnTo>
                  <a:pt x="24119" y="17479"/>
                </a:lnTo>
                <a:lnTo>
                  <a:pt x="24411" y="17320"/>
                </a:lnTo>
                <a:lnTo>
                  <a:pt x="24645" y="17214"/>
                </a:lnTo>
                <a:lnTo>
                  <a:pt x="24937" y="16948"/>
                </a:lnTo>
                <a:lnTo>
                  <a:pt x="25229" y="16842"/>
                </a:lnTo>
                <a:lnTo>
                  <a:pt x="25638" y="16682"/>
                </a:lnTo>
                <a:lnTo>
                  <a:pt x="25930" y="16417"/>
                </a:lnTo>
                <a:lnTo>
                  <a:pt x="26339" y="16311"/>
                </a:lnTo>
                <a:lnTo>
                  <a:pt x="26631" y="16151"/>
                </a:lnTo>
                <a:lnTo>
                  <a:pt x="26923" y="16045"/>
                </a:lnTo>
                <a:lnTo>
                  <a:pt x="27215" y="15779"/>
                </a:lnTo>
                <a:lnTo>
                  <a:pt x="27507" y="15673"/>
                </a:lnTo>
                <a:lnTo>
                  <a:pt x="27740" y="15514"/>
                </a:lnTo>
                <a:lnTo>
                  <a:pt x="27916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434" y="14504"/>
                </a:lnTo>
                <a:lnTo>
                  <a:pt x="29726" y="14504"/>
                </a:lnTo>
                <a:lnTo>
                  <a:pt x="30018" y="14398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67"/>
                </a:lnTo>
                <a:lnTo>
                  <a:pt x="31128" y="13760"/>
                </a:lnTo>
                <a:lnTo>
                  <a:pt x="31420" y="13601"/>
                </a:lnTo>
                <a:lnTo>
                  <a:pt x="31712" y="13335"/>
                </a:lnTo>
                <a:lnTo>
                  <a:pt x="32004" y="13229"/>
                </a:lnTo>
                <a:lnTo>
                  <a:pt x="32296" y="13070"/>
                </a:lnTo>
                <a:lnTo>
                  <a:pt x="32704" y="12963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432"/>
                </a:lnTo>
                <a:lnTo>
                  <a:pt x="33697" y="12326"/>
                </a:lnTo>
                <a:lnTo>
                  <a:pt x="33989" y="12060"/>
                </a:lnTo>
                <a:lnTo>
                  <a:pt x="34281" y="12060"/>
                </a:lnTo>
                <a:lnTo>
                  <a:pt x="34690" y="11954"/>
                </a:lnTo>
                <a:lnTo>
                  <a:pt x="34982" y="11794"/>
                </a:lnTo>
                <a:lnTo>
                  <a:pt x="35216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09" y="10891"/>
                </a:lnTo>
                <a:lnTo>
                  <a:pt x="36676" y="10785"/>
                </a:lnTo>
                <a:lnTo>
                  <a:pt x="36909" y="10679"/>
                </a:lnTo>
                <a:lnTo>
                  <a:pt x="37201" y="10519"/>
                </a:lnTo>
                <a:lnTo>
                  <a:pt x="37493" y="10254"/>
                </a:lnTo>
                <a:lnTo>
                  <a:pt x="37785" y="10147"/>
                </a:lnTo>
                <a:lnTo>
                  <a:pt x="38194" y="9882"/>
                </a:lnTo>
                <a:lnTo>
                  <a:pt x="38486" y="9775"/>
                </a:lnTo>
                <a:lnTo>
                  <a:pt x="38895" y="9616"/>
                </a:lnTo>
                <a:lnTo>
                  <a:pt x="39187" y="9510"/>
                </a:lnTo>
                <a:lnTo>
                  <a:pt x="39479" y="9350"/>
                </a:lnTo>
                <a:lnTo>
                  <a:pt x="39771" y="9138"/>
                </a:lnTo>
                <a:lnTo>
                  <a:pt x="40063" y="8979"/>
                </a:lnTo>
                <a:lnTo>
                  <a:pt x="40297" y="8872"/>
                </a:lnTo>
                <a:lnTo>
                  <a:pt x="40472" y="8713"/>
                </a:lnTo>
                <a:lnTo>
                  <a:pt x="40881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757" y="8075"/>
                </a:lnTo>
                <a:lnTo>
                  <a:pt x="41990" y="7810"/>
                </a:lnTo>
                <a:lnTo>
                  <a:pt x="42282" y="7703"/>
                </a:lnTo>
                <a:lnTo>
                  <a:pt x="42574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684" y="7066"/>
                </a:lnTo>
                <a:lnTo>
                  <a:pt x="43976" y="6960"/>
                </a:lnTo>
                <a:lnTo>
                  <a:pt x="44268" y="6694"/>
                </a:lnTo>
                <a:lnTo>
                  <a:pt x="44560" y="6535"/>
                </a:lnTo>
                <a:lnTo>
                  <a:pt x="44852" y="6428"/>
                </a:lnTo>
                <a:lnTo>
                  <a:pt x="45261" y="6269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31"/>
                </a:lnTo>
                <a:lnTo>
                  <a:pt x="46546" y="5419"/>
                </a:lnTo>
                <a:lnTo>
                  <a:pt x="46779" y="5259"/>
                </a:lnTo>
                <a:lnTo>
                  <a:pt x="47246" y="5153"/>
                </a:lnTo>
                <a:lnTo>
                  <a:pt x="47538" y="5153"/>
                </a:lnTo>
                <a:lnTo>
                  <a:pt x="47772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473" y="4516"/>
                </a:lnTo>
                <a:lnTo>
                  <a:pt x="48765" y="4250"/>
                </a:lnTo>
                <a:lnTo>
                  <a:pt x="49232" y="4091"/>
                </a:lnTo>
                <a:lnTo>
                  <a:pt x="49466" y="3984"/>
                </a:lnTo>
                <a:lnTo>
                  <a:pt x="49758" y="3878"/>
                </a:lnTo>
                <a:lnTo>
                  <a:pt x="50050" y="3612"/>
                </a:lnTo>
                <a:lnTo>
                  <a:pt x="50342" y="3453"/>
                </a:lnTo>
                <a:lnTo>
                  <a:pt x="50751" y="3187"/>
                </a:lnTo>
                <a:lnTo>
                  <a:pt x="51043" y="2975"/>
                </a:lnTo>
                <a:lnTo>
                  <a:pt x="51451" y="2815"/>
                </a:lnTo>
                <a:lnTo>
                  <a:pt x="51743" y="2815"/>
                </a:lnTo>
                <a:lnTo>
                  <a:pt x="52035" y="2709"/>
                </a:lnTo>
                <a:lnTo>
                  <a:pt x="52327" y="2443"/>
                </a:lnTo>
                <a:lnTo>
                  <a:pt x="52561" y="2337"/>
                </a:lnTo>
                <a:lnTo>
                  <a:pt x="52853" y="2178"/>
                </a:lnTo>
                <a:lnTo>
                  <a:pt x="53028" y="207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540"/>
                </a:lnTo>
                <a:lnTo>
                  <a:pt x="54255" y="1434"/>
                </a:lnTo>
                <a:lnTo>
                  <a:pt x="54547" y="1168"/>
                </a:lnTo>
                <a:lnTo>
                  <a:pt x="54839" y="1009"/>
                </a:lnTo>
                <a:lnTo>
                  <a:pt x="55131" y="903"/>
                </a:lnTo>
                <a:lnTo>
                  <a:pt x="55423" y="796"/>
                </a:lnTo>
                <a:lnTo>
                  <a:pt x="55715" y="531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6531886" y="5322839"/>
            <a:ext cx="56708" cy="30178"/>
          </a:xfrm>
          <a:custGeom>
            <a:avLst/>
            <a:gdLst/>
            <a:ahLst/>
            <a:cxnLst/>
            <a:rect l="l" t="t" r="r" b="b"/>
            <a:pathLst>
              <a:path w="56708" h="30178">
                <a:moveTo>
                  <a:pt x="0" y="30178"/>
                </a:moveTo>
                <a:lnTo>
                  <a:pt x="292" y="30071"/>
                </a:lnTo>
                <a:lnTo>
                  <a:pt x="584" y="29912"/>
                </a:lnTo>
                <a:lnTo>
                  <a:pt x="992" y="29806"/>
                </a:lnTo>
                <a:lnTo>
                  <a:pt x="1109" y="29540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8902"/>
                </a:lnTo>
                <a:lnTo>
                  <a:pt x="2511" y="28796"/>
                </a:lnTo>
                <a:lnTo>
                  <a:pt x="2978" y="28637"/>
                </a:lnTo>
                <a:lnTo>
                  <a:pt x="3212" y="28530"/>
                </a:lnTo>
                <a:lnTo>
                  <a:pt x="3504" y="28371"/>
                </a:lnTo>
                <a:lnTo>
                  <a:pt x="3679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734"/>
                </a:lnTo>
                <a:lnTo>
                  <a:pt x="4905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458"/>
                </a:lnTo>
                <a:lnTo>
                  <a:pt x="7183" y="26352"/>
                </a:lnTo>
                <a:lnTo>
                  <a:pt x="7475" y="26193"/>
                </a:lnTo>
                <a:lnTo>
                  <a:pt x="7767" y="26086"/>
                </a:lnTo>
                <a:lnTo>
                  <a:pt x="8059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760" y="25555"/>
                </a:lnTo>
                <a:lnTo>
                  <a:pt x="9169" y="25290"/>
                </a:lnTo>
                <a:lnTo>
                  <a:pt x="9461" y="25183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01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483"/>
                </a:lnTo>
                <a:lnTo>
                  <a:pt x="12848" y="23377"/>
                </a:lnTo>
                <a:lnTo>
                  <a:pt x="13081" y="23271"/>
                </a:lnTo>
                <a:lnTo>
                  <a:pt x="13549" y="23111"/>
                </a:lnTo>
                <a:lnTo>
                  <a:pt x="13665" y="22846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208"/>
                </a:lnTo>
                <a:lnTo>
                  <a:pt x="15067" y="22102"/>
                </a:lnTo>
                <a:lnTo>
                  <a:pt x="15534" y="21942"/>
                </a:lnTo>
                <a:lnTo>
                  <a:pt x="15768" y="21836"/>
                </a:lnTo>
                <a:lnTo>
                  <a:pt x="16060" y="21570"/>
                </a:lnTo>
                <a:lnTo>
                  <a:pt x="16235" y="21464"/>
                </a:lnTo>
                <a:lnTo>
                  <a:pt x="16469" y="21305"/>
                </a:lnTo>
                <a:lnTo>
                  <a:pt x="16761" y="21305"/>
                </a:lnTo>
                <a:lnTo>
                  <a:pt x="17053" y="21092"/>
                </a:lnTo>
                <a:lnTo>
                  <a:pt x="17462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9038" y="20030"/>
                </a:lnTo>
                <a:lnTo>
                  <a:pt x="19330" y="19764"/>
                </a:lnTo>
                <a:lnTo>
                  <a:pt x="19739" y="19658"/>
                </a:lnTo>
                <a:lnTo>
                  <a:pt x="20031" y="19551"/>
                </a:lnTo>
                <a:lnTo>
                  <a:pt x="20323" y="19392"/>
                </a:lnTo>
                <a:lnTo>
                  <a:pt x="20557" y="19126"/>
                </a:lnTo>
                <a:lnTo>
                  <a:pt x="20849" y="19020"/>
                </a:lnTo>
                <a:lnTo>
                  <a:pt x="21141" y="19020"/>
                </a:lnTo>
                <a:lnTo>
                  <a:pt x="21316" y="18861"/>
                </a:lnTo>
                <a:lnTo>
                  <a:pt x="21725" y="18648"/>
                </a:lnTo>
                <a:lnTo>
                  <a:pt x="22017" y="18489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011"/>
                </a:lnTo>
                <a:lnTo>
                  <a:pt x="23127" y="17851"/>
                </a:lnTo>
                <a:lnTo>
                  <a:pt x="23419" y="17745"/>
                </a:lnTo>
                <a:lnTo>
                  <a:pt x="23827" y="17586"/>
                </a:lnTo>
                <a:lnTo>
                  <a:pt x="23944" y="17320"/>
                </a:lnTo>
                <a:lnTo>
                  <a:pt x="24236" y="17214"/>
                </a:lnTo>
                <a:lnTo>
                  <a:pt x="24528" y="17107"/>
                </a:lnTo>
                <a:lnTo>
                  <a:pt x="24820" y="16948"/>
                </a:lnTo>
                <a:lnTo>
                  <a:pt x="25112" y="16682"/>
                </a:lnTo>
                <a:lnTo>
                  <a:pt x="25404" y="16682"/>
                </a:lnTo>
                <a:lnTo>
                  <a:pt x="25638" y="16576"/>
                </a:lnTo>
                <a:lnTo>
                  <a:pt x="26105" y="16470"/>
                </a:lnTo>
                <a:lnTo>
                  <a:pt x="26222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31" y="15567"/>
                </a:lnTo>
                <a:lnTo>
                  <a:pt x="27624" y="15407"/>
                </a:lnTo>
                <a:lnTo>
                  <a:pt x="28032" y="15301"/>
                </a:lnTo>
                <a:lnTo>
                  <a:pt x="28324" y="15142"/>
                </a:lnTo>
                <a:lnTo>
                  <a:pt x="28616" y="14929"/>
                </a:lnTo>
                <a:lnTo>
                  <a:pt x="28792" y="14770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30018" y="14292"/>
                </a:lnTo>
                <a:lnTo>
                  <a:pt x="30310" y="14132"/>
                </a:lnTo>
                <a:lnTo>
                  <a:pt x="30602" y="14026"/>
                </a:lnTo>
                <a:lnTo>
                  <a:pt x="30894" y="13760"/>
                </a:lnTo>
                <a:lnTo>
                  <a:pt x="31186" y="13601"/>
                </a:lnTo>
                <a:lnTo>
                  <a:pt x="31595" y="13388"/>
                </a:lnTo>
                <a:lnTo>
                  <a:pt x="31887" y="13123"/>
                </a:lnTo>
                <a:lnTo>
                  <a:pt x="32296" y="12963"/>
                </a:lnTo>
                <a:lnTo>
                  <a:pt x="32588" y="12857"/>
                </a:lnTo>
                <a:lnTo>
                  <a:pt x="32880" y="12751"/>
                </a:lnTo>
                <a:lnTo>
                  <a:pt x="33113" y="12485"/>
                </a:lnTo>
                <a:lnTo>
                  <a:pt x="33405" y="12326"/>
                </a:lnTo>
                <a:lnTo>
                  <a:pt x="33697" y="12219"/>
                </a:lnTo>
                <a:lnTo>
                  <a:pt x="33814" y="12060"/>
                </a:lnTo>
                <a:lnTo>
                  <a:pt x="34281" y="11954"/>
                </a:lnTo>
                <a:lnTo>
                  <a:pt x="34573" y="1184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210"/>
                </a:lnTo>
                <a:lnTo>
                  <a:pt x="35975" y="11051"/>
                </a:lnTo>
                <a:lnTo>
                  <a:pt x="36384" y="10944"/>
                </a:lnTo>
                <a:lnTo>
                  <a:pt x="36501" y="10679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041"/>
                </a:lnTo>
                <a:lnTo>
                  <a:pt x="37902" y="9882"/>
                </a:lnTo>
                <a:lnTo>
                  <a:pt x="38194" y="9775"/>
                </a:lnTo>
                <a:lnTo>
                  <a:pt x="38661" y="9775"/>
                </a:lnTo>
                <a:lnTo>
                  <a:pt x="38895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872"/>
                </a:lnTo>
                <a:lnTo>
                  <a:pt x="40180" y="8766"/>
                </a:lnTo>
                <a:lnTo>
                  <a:pt x="40589" y="8607"/>
                </a:lnTo>
                <a:lnTo>
                  <a:pt x="40881" y="8500"/>
                </a:lnTo>
                <a:lnTo>
                  <a:pt x="41173" y="823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597"/>
                </a:lnTo>
                <a:lnTo>
                  <a:pt x="42574" y="7438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684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428"/>
                </a:lnTo>
                <a:lnTo>
                  <a:pt x="44852" y="6322"/>
                </a:lnTo>
                <a:lnTo>
                  <a:pt x="45144" y="6163"/>
                </a:lnTo>
                <a:lnTo>
                  <a:pt x="45378" y="6056"/>
                </a:lnTo>
                <a:lnTo>
                  <a:pt x="45670" y="5791"/>
                </a:lnTo>
                <a:lnTo>
                  <a:pt x="45962" y="5684"/>
                </a:lnTo>
                <a:lnTo>
                  <a:pt x="46254" y="5525"/>
                </a:lnTo>
                <a:lnTo>
                  <a:pt x="46838" y="5153"/>
                </a:lnTo>
                <a:lnTo>
                  <a:pt x="47071" y="5047"/>
                </a:lnTo>
                <a:lnTo>
                  <a:pt x="47363" y="5047"/>
                </a:lnTo>
                <a:lnTo>
                  <a:pt x="47655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765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459" y="3240"/>
                </a:lnTo>
                <a:lnTo>
                  <a:pt x="50751" y="3081"/>
                </a:lnTo>
                <a:lnTo>
                  <a:pt x="51159" y="2975"/>
                </a:lnTo>
                <a:lnTo>
                  <a:pt x="51451" y="2709"/>
                </a:lnTo>
                <a:lnTo>
                  <a:pt x="51627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145" y="1965"/>
                </a:lnTo>
                <a:lnTo>
                  <a:pt x="53437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430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423" y="637"/>
                </a:lnTo>
                <a:lnTo>
                  <a:pt x="55715" y="531"/>
                </a:lnTo>
                <a:lnTo>
                  <a:pt x="56007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6588594" y="5292714"/>
            <a:ext cx="56824" cy="30124"/>
          </a:xfrm>
          <a:custGeom>
            <a:avLst/>
            <a:gdLst/>
            <a:ahLst/>
            <a:cxnLst/>
            <a:rect l="l" t="t" r="r" b="b"/>
            <a:pathLst>
              <a:path w="56824" h="30124">
                <a:moveTo>
                  <a:pt x="0" y="30124"/>
                </a:moveTo>
                <a:lnTo>
                  <a:pt x="233" y="29912"/>
                </a:lnTo>
                <a:lnTo>
                  <a:pt x="700" y="29752"/>
                </a:lnTo>
                <a:lnTo>
                  <a:pt x="992" y="29646"/>
                </a:lnTo>
                <a:lnTo>
                  <a:pt x="1226" y="29487"/>
                </a:lnTo>
                <a:lnTo>
                  <a:pt x="1518" y="29221"/>
                </a:lnTo>
                <a:lnTo>
                  <a:pt x="1810" y="29115"/>
                </a:lnTo>
                <a:lnTo>
                  <a:pt x="2102" y="29009"/>
                </a:lnTo>
                <a:lnTo>
                  <a:pt x="2219" y="28849"/>
                </a:lnTo>
                <a:lnTo>
                  <a:pt x="2686" y="28584"/>
                </a:lnTo>
                <a:lnTo>
                  <a:pt x="2920" y="28477"/>
                </a:lnTo>
                <a:lnTo>
                  <a:pt x="3212" y="28371"/>
                </a:lnTo>
                <a:lnTo>
                  <a:pt x="3504" y="28212"/>
                </a:lnTo>
                <a:lnTo>
                  <a:pt x="3796" y="28105"/>
                </a:lnTo>
                <a:lnTo>
                  <a:pt x="4088" y="27946"/>
                </a:lnTo>
                <a:lnTo>
                  <a:pt x="4321" y="27840"/>
                </a:lnTo>
                <a:lnTo>
                  <a:pt x="4613" y="27680"/>
                </a:lnTo>
                <a:lnTo>
                  <a:pt x="4905" y="27468"/>
                </a:lnTo>
                <a:lnTo>
                  <a:pt x="5197" y="27308"/>
                </a:lnTo>
                <a:lnTo>
                  <a:pt x="5489" y="27202"/>
                </a:lnTo>
                <a:lnTo>
                  <a:pt x="5781" y="27043"/>
                </a:lnTo>
                <a:lnTo>
                  <a:pt x="6015" y="26830"/>
                </a:lnTo>
                <a:lnTo>
                  <a:pt x="6307" y="26671"/>
                </a:lnTo>
                <a:lnTo>
                  <a:pt x="6599" y="26565"/>
                </a:lnTo>
                <a:lnTo>
                  <a:pt x="7008" y="26405"/>
                </a:lnTo>
                <a:lnTo>
                  <a:pt x="7300" y="26140"/>
                </a:lnTo>
                <a:lnTo>
                  <a:pt x="7475" y="26033"/>
                </a:lnTo>
                <a:lnTo>
                  <a:pt x="7709" y="25927"/>
                </a:lnTo>
                <a:lnTo>
                  <a:pt x="8001" y="25927"/>
                </a:lnTo>
                <a:lnTo>
                  <a:pt x="8293" y="25661"/>
                </a:lnTo>
                <a:lnTo>
                  <a:pt x="8585" y="25502"/>
                </a:lnTo>
                <a:lnTo>
                  <a:pt x="8993" y="25396"/>
                </a:lnTo>
                <a:lnTo>
                  <a:pt x="9285" y="25290"/>
                </a:lnTo>
                <a:lnTo>
                  <a:pt x="9577" y="25024"/>
                </a:lnTo>
                <a:lnTo>
                  <a:pt x="9869" y="24864"/>
                </a:lnTo>
                <a:lnTo>
                  <a:pt x="10278" y="24599"/>
                </a:lnTo>
                <a:lnTo>
                  <a:pt x="10570" y="24386"/>
                </a:lnTo>
                <a:lnTo>
                  <a:pt x="10862" y="24227"/>
                </a:lnTo>
                <a:lnTo>
                  <a:pt x="11271" y="24121"/>
                </a:lnTo>
                <a:lnTo>
                  <a:pt x="11563" y="23961"/>
                </a:lnTo>
                <a:lnTo>
                  <a:pt x="11797" y="23749"/>
                </a:lnTo>
                <a:lnTo>
                  <a:pt x="12089" y="23589"/>
                </a:lnTo>
                <a:lnTo>
                  <a:pt x="12381" y="23589"/>
                </a:lnTo>
                <a:lnTo>
                  <a:pt x="12556" y="23483"/>
                </a:lnTo>
                <a:lnTo>
                  <a:pt x="12789" y="23217"/>
                </a:lnTo>
                <a:lnTo>
                  <a:pt x="13257" y="23058"/>
                </a:lnTo>
                <a:lnTo>
                  <a:pt x="13490" y="22952"/>
                </a:lnTo>
                <a:lnTo>
                  <a:pt x="13782" y="22846"/>
                </a:lnTo>
                <a:lnTo>
                  <a:pt x="14074" y="22580"/>
                </a:lnTo>
                <a:lnTo>
                  <a:pt x="14366" y="22420"/>
                </a:lnTo>
                <a:lnTo>
                  <a:pt x="14658" y="22314"/>
                </a:lnTo>
                <a:lnTo>
                  <a:pt x="14950" y="22208"/>
                </a:lnTo>
                <a:lnTo>
                  <a:pt x="15184" y="21942"/>
                </a:lnTo>
                <a:lnTo>
                  <a:pt x="15476" y="21783"/>
                </a:lnTo>
                <a:lnTo>
                  <a:pt x="15768" y="21677"/>
                </a:lnTo>
                <a:lnTo>
                  <a:pt x="16060" y="21517"/>
                </a:lnTo>
                <a:lnTo>
                  <a:pt x="16352" y="21305"/>
                </a:lnTo>
                <a:lnTo>
                  <a:pt x="16644" y="21305"/>
                </a:lnTo>
                <a:lnTo>
                  <a:pt x="16878" y="21145"/>
                </a:lnTo>
                <a:lnTo>
                  <a:pt x="17170" y="21039"/>
                </a:lnTo>
                <a:lnTo>
                  <a:pt x="17462" y="20773"/>
                </a:lnTo>
                <a:lnTo>
                  <a:pt x="17754" y="20667"/>
                </a:lnTo>
                <a:lnTo>
                  <a:pt x="18046" y="20508"/>
                </a:lnTo>
                <a:lnTo>
                  <a:pt x="18338" y="20402"/>
                </a:lnTo>
                <a:lnTo>
                  <a:pt x="18571" y="20136"/>
                </a:lnTo>
                <a:lnTo>
                  <a:pt x="18863" y="19976"/>
                </a:lnTo>
                <a:lnTo>
                  <a:pt x="19155" y="19870"/>
                </a:lnTo>
                <a:lnTo>
                  <a:pt x="19564" y="19764"/>
                </a:lnTo>
                <a:lnTo>
                  <a:pt x="19856" y="19498"/>
                </a:lnTo>
                <a:lnTo>
                  <a:pt x="20031" y="19339"/>
                </a:lnTo>
                <a:lnTo>
                  <a:pt x="20265" y="19233"/>
                </a:lnTo>
                <a:lnTo>
                  <a:pt x="20557" y="19126"/>
                </a:lnTo>
                <a:lnTo>
                  <a:pt x="20849" y="18967"/>
                </a:lnTo>
                <a:lnTo>
                  <a:pt x="21141" y="18861"/>
                </a:lnTo>
                <a:lnTo>
                  <a:pt x="21550" y="18701"/>
                </a:lnTo>
                <a:lnTo>
                  <a:pt x="21842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543" y="18064"/>
                </a:lnTo>
                <a:lnTo>
                  <a:pt x="22835" y="17958"/>
                </a:lnTo>
                <a:lnTo>
                  <a:pt x="23127" y="17692"/>
                </a:lnTo>
                <a:lnTo>
                  <a:pt x="23360" y="17586"/>
                </a:lnTo>
                <a:lnTo>
                  <a:pt x="23827" y="17426"/>
                </a:lnTo>
                <a:lnTo>
                  <a:pt x="24119" y="17320"/>
                </a:lnTo>
                <a:lnTo>
                  <a:pt x="24353" y="17054"/>
                </a:lnTo>
                <a:lnTo>
                  <a:pt x="24645" y="16948"/>
                </a:lnTo>
                <a:lnTo>
                  <a:pt x="24937" y="16789"/>
                </a:lnTo>
                <a:lnTo>
                  <a:pt x="25346" y="16523"/>
                </a:lnTo>
                <a:lnTo>
                  <a:pt x="25813" y="16417"/>
                </a:lnTo>
                <a:lnTo>
                  <a:pt x="26047" y="16257"/>
                </a:lnTo>
                <a:lnTo>
                  <a:pt x="26339" y="16151"/>
                </a:lnTo>
                <a:lnTo>
                  <a:pt x="26631" y="15885"/>
                </a:lnTo>
                <a:lnTo>
                  <a:pt x="26923" y="15779"/>
                </a:lnTo>
                <a:lnTo>
                  <a:pt x="27215" y="15620"/>
                </a:lnTo>
                <a:lnTo>
                  <a:pt x="27448" y="15514"/>
                </a:lnTo>
                <a:lnTo>
                  <a:pt x="27740" y="15248"/>
                </a:lnTo>
                <a:lnTo>
                  <a:pt x="28032" y="15142"/>
                </a:lnTo>
                <a:lnTo>
                  <a:pt x="28324" y="14982"/>
                </a:lnTo>
                <a:lnTo>
                  <a:pt x="28616" y="14876"/>
                </a:lnTo>
                <a:lnTo>
                  <a:pt x="28908" y="14610"/>
                </a:lnTo>
                <a:lnTo>
                  <a:pt x="29142" y="14504"/>
                </a:lnTo>
                <a:lnTo>
                  <a:pt x="29434" y="14345"/>
                </a:lnTo>
                <a:lnTo>
                  <a:pt x="29726" y="14238"/>
                </a:lnTo>
                <a:lnTo>
                  <a:pt x="30018" y="14238"/>
                </a:lnTo>
                <a:lnTo>
                  <a:pt x="30310" y="14079"/>
                </a:lnTo>
                <a:lnTo>
                  <a:pt x="30602" y="13973"/>
                </a:lnTo>
                <a:lnTo>
                  <a:pt x="30836" y="13867"/>
                </a:lnTo>
                <a:lnTo>
                  <a:pt x="31128" y="13601"/>
                </a:lnTo>
                <a:lnTo>
                  <a:pt x="31420" y="13441"/>
                </a:lnTo>
                <a:lnTo>
                  <a:pt x="31712" y="13335"/>
                </a:lnTo>
                <a:lnTo>
                  <a:pt x="32120" y="13176"/>
                </a:lnTo>
                <a:lnTo>
                  <a:pt x="32412" y="12963"/>
                </a:lnTo>
                <a:lnTo>
                  <a:pt x="32529" y="12804"/>
                </a:lnTo>
                <a:lnTo>
                  <a:pt x="32821" y="12698"/>
                </a:lnTo>
                <a:lnTo>
                  <a:pt x="33113" y="12538"/>
                </a:lnTo>
                <a:lnTo>
                  <a:pt x="33405" y="12326"/>
                </a:lnTo>
                <a:lnTo>
                  <a:pt x="33697" y="1216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794"/>
                </a:lnTo>
                <a:lnTo>
                  <a:pt x="34924" y="11635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5917" y="10997"/>
                </a:lnTo>
                <a:lnTo>
                  <a:pt x="36384" y="10891"/>
                </a:lnTo>
                <a:lnTo>
                  <a:pt x="36617" y="10785"/>
                </a:lnTo>
                <a:lnTo>
                  <a:pt x="36909" y="10519"/>
                </a:lnTo>
                <a:lnTo>
                  <a:pt x="37201" y="10360"/>
                </a:lnTo>
                <a:lnTo>
                  <a:pt x="37493" y="10254"/>
                </a:lnTo>
                <a:lnTo>
                  <a:pt x="37610" y="10094"/>
                </a:lnTo>
                <a:lnTo>
                  <a:pt x="37902" y="9882"/>
                </a:lnTo>
                <a:lnTo>
                  <a:pt x="38311" y="9722"/>
                </a:lnTo>
                <a:lnTo>
                  <a:pt x="38603" y="9616"/>
                </a:lnTo>
                <a:lnTo>
                  <a:pt x="38895" y="9616"/>
                </a:lnTo>
                <a:lnTo>
                  <a:pt x="39187" y="9350"/>
                </a:lnTo>
                <a:lnTo>
                  <a:pt x="39479" y="9244"/>
                </a:lnTo>
                <a:lnTo>
                  <a:pt x="39771" y="9085"/>
                </a:lnTo>
                <a:lnTo>
                  <a:pt x="40005" y="8979"/>
                </a:lnTo>
                <a:lnTo>
                  <a:pt x="40297" y="8713"/>
                </a:lnTo>
                <a:lnTo>
                  <a:pt x="40589" y="8553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698" y="7916"/>
                </a:lnTo>
                <a:lnTo>
                  <a:pt x="41990" y="7810"/>
                </a:lnTo>
                <a:lnTo>
                  <a:pt x="42282" y="7703"/>
                </a:lnTo>
                <a:lnTo>
                  <a:pt x="42574" y="7438"/>
                </a:lnTo>
                <a:lnTo>
                  <a:pt x="42866" y="7278"/>
                </a:lnTo>
                <a:lnTo>
                  <a:pt x="43158" y="7278"/>
                </a:lnTo>
                <a:lnTo>
                  <a:pt x="43392" y="7172"/>
                </a:lnTo>
                <a:lnTo>
                  <a:pt x="43684" y="6906"/>
                </a:lnTo>
                <a:lnTo>
                  <a:pt x="43976" y="6800"/>
                </a:lnTo>
                <a:lnTo>
                  <a:pt x="44268" y="6641"/>
                </a:lnTo>
                <a:lnTo>
                  <a:pt x="44677" y="6535"/>
                </a:lnTo>
                <a:lnTo>
                  <a:pt x="44969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472"/>
                </a:lnTo>
                <a:lnTo>
                  <a:pt x="46662" y="5366"/>
                </a:lnTo>
                <a:lnTo>
                  <a:pt x="46954" y="5100"/>
                </a:lnTo>
                <a:lnTo>
                  <a:pt x="47246" y="4994"/>
                </a:lnTo>
                <a:lnTo>
                  <a:pt x="47480" y="4994"/>
                </a:lnTo>
                <a:lnTo>
                  <a:pt x="47655" y="4834"/>
                </a:lnTo>
                <a:lnTo>
                  <a:pt x="47947" y="4622"/>
                </a:lnTo>
                <a:lnTo>
                  <a:pt x="48181" y="4462"/>
                </a:lnTo>
                <a:lnTo>
                  <a:pt x="48473" y="4356"/>
                </a:lnTo>
                <a:lnTo>
                  <a:pt x="48940" y="4197"/>
                </a:lnTo>
                <a:lnTo>
                  <a:pt x="49174" y="3984"/>
                </a:lnTo>
                <a:lnTo>
                  <a:pt x="49466" y="3825"/>
                </a:lnTo>
                <a:lnTo>
                  <a:pt x="49758" y="3719"/>
                </a:lnTo>
                <a:lnTo>
                  <a:pt x="50050" y="3559"/>
                </a:lnTo>
                <a:lnTo>
                  <a:pt x="50167" y="3294"/>
                </a:lnTo>
                <a:lnTo>
                  <a:pt x="50459" y="3187"/>
                </a:lnTo>
                <a:lnTo>
                  <a:pt x="50867" y="3081"/>
                </a:lnTo>
                <a:lnTo>
                  <a:pt x="51159" y="2922"/>
                </a:lnTo>
                <a:lnTo>
                  <a:pt x="51451" y="2656"/>
                </a:lnTo>
                <a:lnTo>
                  <a:pt x="51743" y="2656"/>
                </a:lnTo>
                <a:lnTo>
                  <a:pt x="52035" y="2550"/>
                </a:lnTo>
                <a:lnTo>
                  <a:pt x="52269" y="2443"/>
                </a:lnTo>
                <a:lnTo>
                  <a:pt x="52561" y="2178"/>
                </a:lnTo>
                <a:lnTo>
                  <a:pt x="52853" y="2018"/>
                </a:lnTo>
                <a:lnTo>
                  <a:pt x="53145" y="1912"/>
                </a:lnTo>
                <a:lnTo>
                  <a:pt x="53437" y="1753"/>
                </a:lnTo>
                <a:lnTo>
                  <a:pt x="53729" y="1540"/>
                </a:lnTo>
                <a:lnTo>
                  <a:pt x="53963" y="1381"/>
                </a:lnTo>
                <a:lnTo>
                  <a:pt x="54255" y="1275"/>
                </a:lnTo>
                <a:lnTo>
                  <a:pt x="54547" y="1115"/>
                </a:lnTo>
                <a:lnTo>
                  <a:pt x="54839" y="903"/>
                </a:lnTo>
                <a:lnTo>
                  <a:pt x="55131" y="743"/>
                </a:lnTo>
                <a:lnTo>
                  <a:pt x="55423" y="637"/>
                </a:lnTo>
                <a:lnTo>
                  <a:pt x="55656" y="478"/>
                </a:lnTo>
                <a:lnTo>
                  <a:pt x="55948" y="371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6645419" y="5262377"/>
            <a:ext cx="56649" cy="30337"/>
          </a:xfrm>
          <a:custGeom>
            <a:avLst/>
            <a:gdLst/>
            <a:ahLst/>
            <a:cxnLst/>
            <a:rect l="l" t="t" r="r" b="b"/>
            <a:pathLst>
              <a:path w="56649" h="30337">
                <a:moveTo>
                  <a:pt x="0" y="30337"/>
                </a:moveTo>
                <a:lnTo>
                  <a:pt x="408" y="30071"/>
                </a:lnTo>
                <a:lnTo>
                  <a:pt x="700" y="29912"/>
                </a:lnTo>
                <a:lnTo>
                  <a:pt x="1109" y="29699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394" y="29009"/>
                </a:lnTo>
                <a:lnTo>
                  <a:pt x="2686" y="28796"/>
                </a:lnTo>
                <a:lnTo>
                  <a:pt x="2920" y="28637"/>
                </a:lnTo>
                <a:lnTo>
                  <a:pt x="3212" y="28530"/>
                </a:lnTo>
                <a:lnTo>
                  <a:pt x="3387" y="28371"/>
                </a:lnTo>
                <a:lnTo>
                  <a:pt x="3679" y="28265"/>
                </a:lnTo>
                <a:lnTo>
                  <a:pt x="3912" y="28159"/>
                </a:lnTo>
                <a:lnTo>
                  <a:pt x="4204" y="27999"/>
                </a:lnTo>
                <a:lnTo>
                  <a:pt x="4613" y="27893"/>
                </a:lnTo>
                <a:lnTo>
                  <a:pt x="4905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255"/>
                </a:lnTo>
                <a:lnTo>
                  <a:pt x="5898" y="26990"/>
                </a:lnTo>
                <a:lnTo>
                  <a:pt x="6190" y="26830"/>
                </a:lnTo>
                <a:lnTo>
                  <a:pt x="6599" y="26724"/>
                </a:lnTo>
                <a:lnTo>
                  <a:pt x="6891" y="26618"/>
                </a:lnTo>
                <a:lnTo>
                  <a:pt x="7183" y="26352"/>
                </a:lnTo>
                <a:lnTo>
                  <a:pt x="7475" y="26193"/>
                </a:lnTo>
                <a:lnTo>
                  <a:pt x="7767" y="26086"/>
                </a:lnTo>
                <a:lnTo>
                  <a:pt x="8001" y="25927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461" y="25183"/>
                </a:lnTo>
                <a:lnTo>
                  <a:pt x="9694" y="25077"/>
                </a:lnTo>
                <a:lnTo>
                  <a:pt x="9986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3908"/>
                </a:lnTo>
                <a:lnTo>
                  <a:pt x="11972" y="23749"/>
                </a:lnTo>
                <a:lnTo>
                  <a:pt x="12264" y="23642"/>
                </a:lnTo>
                <a:lnTo>
                  <a:pt x="12556" y="23642"/>
                </a:lnTo>
                <a:lnTo>
                  <a:pt x="12965" y="23377"/>
                </a:lnTo>
                <a:lnTo>
                  <a:pt x="13257" y="23271"/>
                </a:lnTo>
                <a:lnTo>
                  <a:pt x="13373" y="23111"/>
                </a:lnTo>
                <a:lnTo>
                  <a:pt x="13665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483" y="22474"/>
                </a:lnTo>
                <a:lnTo>
                  <a:pt x="14950" y="22367"/>
                </a:lnTo>
                <a:lnTo>
                  <a:pt x="15242" y="22102"/>
                </a:lnTo>
                <a:lnTo>
                  <a:pt x="15476" y="21995"/>
                </a:lnTo>
                <a:lnTo>
                  <a:pt x="15768" y="21836"/>
                </a:lnTo>
                <a:lnTo>
                  <a:pt x="15943" y="21730"/>
                </a:lnTo>
                <a:lnTo>
                  <a:pt x="16177" y="21464"/>
                </a:lnTo>
                <a:lnTo>
                  <a:pt x="16469" y="21305"/>
                </a:lnTo>
                <a:lnTo>
                  <a:pt x="16761" y="21305"/>
                </a:lnTo>
                <a:lnTo>
                  <a:pt x="17170" y="21198"/>
                </a:lnTo>
                <a:lnTo>
                  <a:pt x="17462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155" y="20030"/>
                </a:lnTo>
                <a:lnTo>
                  <a:pt x="19447" y="19923"/>
                </a:lnTo>
                <a:lnTo>
                  <a:pt x="19739" y="19658"/>
                </a:lnTo>
                <a:lnTo>
                  <a:pt x="20031" y="19551"/>
                </a:lnTo>
                <a:lnTo>
                  <a:pt x="20265" y="19392"/>
                </a:lnTo>
                <a:lnTo>
                  <a:pt x="20557" y="19286"/>
                </a:lnTo>
                <a:lnTo>
                  <a:pt x="20849" y="19020"/>
                </a:lnTo>
                <a:lnTo>
                  <a:pt x="21024" y="19020"/>
                </a:lnTo>
                <a:lnTo>
                  <a:pt x="21258" y="18914"/>
                </a:lnTo>
                <a:lnTo>
                  <a:pt x="21550" y="18754"/>
                </a:lnTo>
                <a:lnTo>
                  <a:pt x="21842" y="18489"/>
                </a:lnTo>
                <a:lnTo>
                  <a:pt x="22134" y="18383"/>
                </a:lnTo>
                <a:lnTo>
                  <a:pt x="22426" y="18276"/>
                </a:lnTo>
                <a:lnTo>
                  <a:pt x="22718" y="18117"/>
                </a:lnTo>
                <a:lnTo>
                  <a:pt x="22951" y="17851"/>
                </a:lnTo>
                <a:lnTo>
                  <a:pt x="23419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214"/>
                </a:lnTo>
                <a:lnTo>
                  <a:pt x="24411" y="17107"/>
                </a:lnTo>
                <a:lnTo>
                  <a:pt x="24645" y="16948"/>
                </a:lnTo>
                <a:lnTo>
                  <a:pt x="24937" y="16842"/>
                </a:lnTo>
                <a:lnTo>
                  <a:pt x="25346" y="16736"/>
                </a:lnTo>
                <a:lnTo>
                  <a:pt x="25638" y="16576"/>
                </a:lnTo>
                <a:lnTo>
                  <a:pt x="25930" y="16470"/>
                </a:lnTo>
                <a:lnTo>
                  <a:pt x="26047" y="16311"/>
                </a:lnTo>
                <a:lnTo>
                  <a:pt x="26339" y="16045"/>
                </a:lnTo>
                <a:lnTo>
                  <a:pt x="26631" y="15939"/>
                </a:lnTo>
                <a:lnTo>
                  <a:pt x="26923" y="15832"/>
                </a:lnTo>
                <a:lnTo>
                  <a:pt x="27215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500" y="15035"/>
                </a:lnTo>
                <a:lnTo>
                  <a:pt x="28616" y="14770"/>
                </a:lnTo>
                <a:lnTo>
                  <a:pt x="28908" y="14663"/>
                </a:lnTo>
                <a:lnTo>
                  <a:pt x="29200" y="14504"/>
                </a:lnTo>
                <a:lnTo>
                  <a:pt x="29609" y="14398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011" y="13654"/>
                </a:lnTo>
                <a:lnTo>
                  <a:pt x="31128" y="13495"/>
                </a:lnTo>
                <a:lnTo>
                  <a:pt x="31595" y="13388"/>
                </a:lnTo>
                <a:lnTo>
                  <a:pt x="31828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2996" y="12591"/>
                </a:lnTo>
                <a:lnTo>
                  <a:pt x="33288" y="12326"/>
                </a:lnTo>
                <a:lnTo>
                  <a:pt x="33522" y="12219"/>
                </a:lnTo>
                <a:lnTo>
                  <a:pt x="33814" y="12113"/>
                </a:lnTo>
                <a:lnTo>
                  <a:pt x="34106" y="12113"/>
                </a:lnTo>
                <a:lnTo>
                  <a:pt x="34398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216" y="11423"/>
                </a:lnTo>
                <a:lnTo>
                  <a:pt x="35508" y="11210"/>
                </a:lnTo>
                <a:lnTo>
                  <a:pt x="35975" y="11051"/>
                </a:lnTo>
                <a:lnTo>
                  <a:pt x="36384" y="10785"/>
                </a:lnTo>
                <a:lnTo>
                  <a:pt x="36676" y="10572"/>
                </a:lnTo>
                <a:lnTo>
                  <a:pt x="36909" y="10413"/>
                </a:lnTo>
                <a:lnTo>
                  <a:pt x="37201" y="10307"/>
                </a:lnTo>
                <a:lnTo>
                  <a:pt x="37493" y="10147"/>
                </a:lnTo>
                <a:lnTo>
                  <a:pt x="37902" y="9882"/>
                </a:lnTo>
                <a:lnTo>
                  <a:pt x="38194" y="9775"/>
                </a:lnTo>
                <a:lnTo>
                  <a:pt x="38486" y="9669"/>
                </a:lnTo>
                <a:lnTo>
                  <a:pt x="38895" y="9404"/>
                </a:lnTo>
                <a:lnTo>
                  <a:pt x="39187" y="9244"/>
                </a:lnTo>
                <a:lnTo>
                  <a:pt x="39479" y="9138"/>
                </a:lnTo>
                <a:lnTo>
                  <a:pt x="39771" y="903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7" y="8341"/>
                </a:lnTo>
                <a:lnTo>
                  <a:pt x="41173" y="8128"/>
                </a:lnTo>
                <a:lnTo>
                  <a:pt x="41465" y="7969"/>
                </a:lnTo>
                <a:lnTo>
                  <a:pt x="41757" y="7863"/>
                </a:lnTo>
                <a:lnTo>
                  <a:pt x="42166" y="7703"/>
                </a:lnTo>
                <a:lnTo>
                  <a:pt x="42458" y="7491"/>
                </a:lnTo>
                <a:lnTo>
                  <a:pt x="42691" y="7331"/>
                </a:lnTo>
                <a:lnTo>
                  <a:pt x="42983" y="7331"/>
                </a:lnTo>
                <a:lnTo>
                  <a:pt x="43275" y="7225"/>
                </a:lnTo>
                <a:lnTo>
                  <a:pt x="43567" y="6960"/>
                </a:lnTo>
                <a:lnTo>
                  <a:pt x="44151" y="6694"/>
                </a:lnTo>
                <a:lnTo>
                  <a:pt x="44385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950"/>
                </a:lnTo>
                <a:lnTo>
                  <a:pt x="45845" y="5684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313"/>
                </a:lnTo>
                <a:lnTo>
                  <a:pt x="46954" y="5047"/>
                </a:lnTo>
                <a:lnTo>
                  <a:pt x="47246" y="5047"/>
                </a:lnTo>
                <a:lnTo>
                  <a:pt x="47538" y="4887"/>
                </a:lnTo>
                <a:lnTo>
                  <a:pt x="47772" y="4781"/>
                </a:lnTo>
                <a:lnTo>
                  <a:pt x="48064" y="4516"/>
                </a:lnTo>
                <a:lnTo>
                  <a:pt x="48473" y="4409"/>
                </a:lnTo>
                <a:lnTo>
                  <a:pt x="48648" y="4250"/>
                </a:lnTo>
                <a:lnTo>
                  <a:pt x="48940" y="4144"/>
                </a:lnTo>
                <a:lnTo>
                  <a:pt x="49174" y="3878"/>
                </a:lnTo>
                <a:lnTo>
                  <a:pt x="49466" y="3772"/>
                </a:lnTo>
                <a:lnTo>
                  <a:pt x="49758" y="3612"/>
                </a:lnTo>
                <a:lnTo>
                  <a:pt x="50050" y="3506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451" y="2709"/>
                </a:lnTo>
                <a:lnTo>
                  <a:pt x="51743" y="2603"/>
                </a:lnTo>
                <a:lnTo>
                  <a:pt x="52035" y="2443"/>
                </a:lnTo>
                <a:lnTo>
                  <a:pt x="52327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320" y="1806"/>
                </a:lnTo>
                <a:lnTo>
                  <a:pt x="53554" y="1700"/>
                </a:lnTo>
                <a:lnTo>
                  <a:pt x="53729" y="1434"/>
                </a:lnTo>
                <a:lnTo>
                  <a:pt x="54021" y="1328"/>
                </a:lnTo>
                <a:lnTo>
                  <a:pt x="54255" y="1168"/>
                </a:lnTo>
                <a:lnTo>
                  <a:pt x="54722" y="1062"/>
                </a:lnTo>
                <a:lnTo>
                  <a:pt x="54956" y="796"/>
                </a:lnTo>
                <a:lnTo>
                  <a:pt x="55248" y="690"/>
                </a:lnTo>
                <a:lnTo>
                  <a:pt x="55540" y="531"/>
                </a:lnTo>
                <a:lnTo>
                  <a:pt x="55832" y="425"/>
                </a:lnTo>
                <a:lnTo>
                  <a:pt x="56124" y="265"/>
                </a:lnTo>
                <a:lnTo>
                  <a:pt x="56649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6702069" y="5232092"/>
            <a:ext cx="56883" cy="30284"/>
          </a:xfrm>
          <a:custGeom>
            <a:avLst/>
            <a:gdLst/>
            <a:ahLst/>
            <a:cxnLst/>
            <a:rect l="l" t="t" r="r" b="b"/>
            <a:pathLst>
              <a:path w="56883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876" y="29806"/>
                </a:lnTo>
                <a:lnTo>
                  <a:pt x="1168" y="29646"/>
                </a:lnTo>
                <a:lnTo>
                  <a:pt x="1460" y="29540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902"/>
                </a:lnTo>
                <a:lnTo>
                  <a:pt x="2861" y="28637"/>
                </a:lnTo>
                <a:lnTo>
                  <a:pt x="3153" y="28530"/>
                </a:lnTo>
                <a:lnTo>
                  <a:pt x="3387" y="28371"/>
                </a:lnTo>
                <a:lnTo>
                  <a:pt x="3679" y="28371"/>
                </a:lnTo>
                <a:lnTo>
                  <a:pt x="3971" y="28105"/>
                </a:lnTo>
                <a:lnTo>
                  <a:pt x="4380" y="27999"/>
                </a:lnTo>
                <a:lnTo>
                  <a:pt x="4555" y="27893"/>
                </a:lnTo>
                <a:lnTo>
                  <a:pt x="4847" y="27734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02"/>
                </a:lnTo>
                <a:lnTo>
                  <a:pt x="5956" y="27096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565"/>
                </a:lnTo>
                <a:lnTo>
                  <a:pt x="7358" y="26193"/>
                </a:lnTo>
                <a:lnTo>
                  <a:pt x="7650" y="26086"/>
                </a:lnTo>
                <a:lnTo>
                  <a:pt x="7942" y="26086"/>
                </a:lnTo>
                <a:lnTo>
                  <a:pt x="8234" y="25927"/>
                </a:lnTo>
                <a:lnTo>
                  <a:pt x="8643" y="25661"/>
                </a:lnTo>
                <a:lnTo>
                  <a:pt x="8935" y="25555"/>
                </a:lnTo>
                <a:lnTo>
                  <a:pt x="9169" y="25449"/>
                </a:lnTo>
                <a:lnTo>
                  <a:pt x="9461" y="25290"/>
                </a:lnTo>
                <a:lnTo>
                  <a:pt x="9636" y="25024"/>
                </a:lnTo>
                <a:lnTo>
                  <a:pt x="9869" y="24918"/>
                </a:lnTo>
                <a:lnTo>
                  <a:pt x="10161" y="24811"/>
                </a:lnTo>
                <a:lnTo>
                  <a:pt x="10629" y="24652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271"/>
                </a:lnTo>
                <a:lnTo>
                  <a:pt x="13432" y="23111"/>
                </a:lnTo>
                <a:lnTo>
                  <a:pt x="13724" y="23005"/>
                </a:lnTo>
                <a:lnTo>
                  <a:pt x="14016" y="22846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418" y="21942"/>
                </a:lnTo>
                <a:lnTo>
                  <a:pt x="15710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527" y="21305"/>
                </a:lnTo>
                <a:lnTo>
                  <a:pt x="16936" y="21305"/>
                </a:lnTo>
                <a:lnTo>
                  <a:pt x="17228" y="21198"/>
                </a:lnTo>
                <a:lnTo>
                  <a:pt x="17637" y="20827"/>
                </a:lnTo>
                <a:lnTo>
                  <a:pt x="17929" y="20667"/>
                </a:lnTo>
                <a:lnTo>
                  <a:pt x="18221" y="20561"/>
                </a:lnTo>
                <a:lnTo>
                  <a:pt x="18513" y="20402"/>
                </a:lnTo>
                <a:lnTo>
                  <a:pt x="18922" y="20189"/>
                </a:lnTo>
                <a:lnTo>
                  <a:pt x="19214" y="20030"/>
                </a:lnTo>
                <a:lnTo>
                  <a:pt x="19506" y="19923"/>
                </a:lnTo>
                <a:lnTo>
                  <a:pt x="19622" y="19764"/>
                </a:lnTo>
                <a:lnTo>
                  <a:pt x="19914" y="19551"/>
                </a:lnTo>
                <a:lnTo>
                  <a:pt x="20206" y="19392"/>
                </a:lnTo>
                <a:lnTo>
                  <a:pt x="20498" y="19286"/>
                </a:lnTo>
                <a:lnTo>
                  <a:pt x="20732" y="19126"/>
                </a:lnTo>
                <a:lnTo>
                  <a:pt x="21199" y="19020"/>
                </a:lnTo>
                <a:lnTo>
                  <a:pt x="21491" y="18861"/>
                </a:lnTo>
                <a:lnTo>
                  <a:pt x="21725" y="18754"/>
                </a:lnTo>
                <a:lnTo>
                  <a:pt x="22017" y="18648"/>
                </a:lnTo>
                <a:lnTo>
                  <a:pt x="22192" y="18383"/>
                </a:lnTo>
                <a:lnTo>
                  <a:pt x="22426" y="18223"/>
                </a:lnTo>
                <a:lnTo>
                  <a:pt x="22718" y="18117"/>
                </a:lnTo>
                <a:lnTo>
                  <a:pt x="23127" y="1801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479"/>
                </a:lnTo>
                <a:lnTo>
                  <a:pt x="24295" y="17320"/>
                </a:lnTo>
                <a:lnTo>
                  <a:pt x="24587" y="17107"/>
                </a:lnTo>
                <a:lnTo>
                  <a:pt x="24703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5988" y="16470"/>
                </a:lnTo>
                <a:lnTo>
                  <a:pt x="26280" y="16311"/>
                </a:lnTo>
                <a:lnTo>
                  <a:pt x="26514" y="16204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67"/>
                </a:lnTo>
                <a:lnTo>
                  <a:pt x="27974" y="15301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929"/>
                </a:lnTo>
                <a:lnTo>
                  <a:pt x="29084" y="14663"/>
                </a:lnTo>
                <a:lnTo>
                  <a:pt x="29492" y="14504"/>
                </a:lnTo>
                <a:lnTo>
                  <a:pt x="29784" y="1439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77" y="13867"/>
                </a:lnTo>
                <a:lnTo>
                  <a:pt x="31069" y="13760"/>
                </a:lnTo>
                <a:lnTo>
                  <a:pt x="31478" y="13495"/>
                </a:lnTo>
                <a:lnTo>
                  <a:pt x="31770" y="13388"/>
                </a:lnTo>
                <a:lnTo>
                  <a:pt x="32062" y="13229"/>
                </a:lnTo>
                <a:lnTo>
                  <a:pt x="32296" y="13123"/>
                </a:lnTo>
                <a:lnTo>
                  <a:pt x="32471" y="12857"/>
                </a:lnTo>
                <a:lnTo>
                  <a:pt x="32763" y="12698"/>
                </a:lnTo>
                <a:lnTo>
                  <a:pt x="33055" y="12591"/>
                </a:lnTo>
                <a:lnTo>
                  <a:pt x="33288" y="12485"/>
                </a:lnTo>
                <a:lnTo>
                  <a:pt x="33756" y="12219"/>
                </a:lnTo>
                <a:lnTo>
                  <a:pt x="33989" y="12060"/>
                </a:lnTo>
                <a:lnTo>
                  <a:pt x="34281" y="12060"/>
                </a:lnTo>
                <a:lnTo>
                  <a:pt x="34573" y="11954"/>
                </a:lnTo>
                <a:lnTo>
                  <a:pt x="34865" y="11688"/>
                </a:lnTo>
                <a:lnTo>
                  <a:pt x="35274" y="11423"/>
                </a:lnTo>
                <a:lnTo>
                  <a:pt x="35683" y="11316"/>
                </a:lnTo>
                <a:lnTo>
                  <a:pt x="35975" y="11051"/>
                </a:lnTo>
                <a:lnTo>
                  <a:pt x="36267" y="10944"/>
                </a:lnTo>
                <a:lnTo>
                  <a:pt x="36559" y="10785"/>
                </a:lnTo>
                <a:lnTo>
                  <a:pt x="36851" y="10679"/>
                </a:lnTo>
                <a:lnTo>
                  <a:pt x="37143" y="10413"/>
                </a:lnTo>
                <a:lnTo>
                  <a:pt x="37669" y="10147"/>
                </a:lnTo>
                <a:lnTo>
                  <a:pt x="37961" y="10041"/>
                </a:lnTo>
                <a:lnTo>
                  <a:pt x="38253" y="9775"/>
                </a:lnTo>
                <a:lnTo>
                  <a:pt x="38545" y="9775"/>
                </a:lnTo>
                <a:lnTo>
                  <a:pt x="38837" y="9616"/>
                </a:lnTo>
                <a:lnTo>
                  <a:pt x="39070" y="951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607"/>
                </a:lnTo>
                <a:lnTo>
                  <a:pt x="40764" y="8500"/>
                </a:lnTo>
                <a:lnTo>
                  <a:pt x="41056" y="8341"/>
                </a:lnTo>
                <a:lnTo>
                  <a:pt x="41348" y="8235"/>
                </a:lnTo>
                <a:lnTo>
                  <a:pt x="41640" y="7969"/>
                </a:lnTo>
                <a:lnTo>
                  <a:pt x="42049" y="7863"/>
                </a:lnTo>
                <a:lnTo>
                  <a:pt x="42341" y="7703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225"/>
                </a:lnTo>
                <a:lnTo>
                  <a:pt x="43626" y="7066"/>
                </a:lnTo>
                <a:lnTo>
                  <a:pt x="44034" y="6800"/>
                </a:lnTo>
                <a:lnTo>
                  <a:pt x="44326" y="6694"/>
                </a:lnTo>
                <a:lnTo>
                  <a:pt x="44618" y="6588"/>
                </a:lnTo>
                <a:lnTo>
                  <a:pt x="44852" y="6428"/>
                </a:lnTo>
                <a:lnTo>
                  <a:pt x="45027" y="6163"/>
                </a:lnTo>
                <a:lnTo>
                  <a:pt x="45319" y="6056"/>
                </a:lnTo>
                <a:lnTo>
                  <a:pt x="45553" y="5897"/>
                </a:lnTo>
                <a:lnTo>
                  <a:pt x="45845" y="5791"/>
                </a:lnTo>
                <a:lnTo>
                  <a:pt x="46254" y="5525"/>
                </a:lnTo>
                <a:lnTo>
                  <a:pt x="46546" y="5419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5047"/>
                </a:lnTo>
                <a:lnTo>
                  <a:pt x="47538" y="4887"/>
                </a:lnTo>
                <a:lnTo>
                  <a:pt x="47830" y="4781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4144"/>
                </a:lnTo>
                <a:lnTo>
                  <a:pt x="49407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809" y="3081"/>
                </a:lnTo>
                <a:lnTo>
                  <a:pt x="51101" y="2975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337"/>
                </a:lnTo>
                <a:lnTo>
                  <a:pt x="52795" y="2178"/>
                </a:lnTo>
                <a:lnTo>
                  <a:pt x="53028" y="1965"/>
                </a:lnTo>
                <a:lnTo>
                  <a:pt x="53320" y="1806"/>
                </a:lnTo>
                <a:lnTo>
                  <a:pt x="53612" y="1700"/>
                </a:lnTo>
                <a:lnTo>
                  <a:pt x="53904" y="1540"/>
                </a:lnTo>
                <a:lnTo>
                  <a:pt x="54196" y="1275"/>
                </a:lnTo>
                <a:lnTo>
                  <a:pt x="54605" y="1168"/>
                </a:lnTo>
                <a:lnTo>
                  <a:pt x="54897" y="1062"/>
                </a:lnTo>
                <a:lnTo>
                  <a:pt x="55014" y="90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82" y="425"/>
                </a:lnTo>
                <a:lnTo>
                  <a:pt x="56416" y="159"/>
                </a:lnTo>
                <a:lnTo>
                  <a:pt x="56883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6758952" y="5201808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78"/>
                </a:lnTo>
                <a:lnTo>
                  <a:pt x="525" y="30018"/>
                </a:lnTo>
                <a:lnTo>
                  <a:pt x="700" y="29806"/>
                </a:lnTo>
                <a:lnTo>
                  <a:pt x="992" y="29646"/>
                </a:lnTo>
                <a:lnTo>
                  <a:pt x="1226" y="29540"/>
                </a:lnTo>
                <a:lnTo>
                  <a:pt x="1518" y="29381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3095" y="28477"/>
                </a:lnTo>
                <a:lnTo>
                  <a:pt x="3504" y="28371"/>
                </a:lnTo>
                <a:lnTo>
                  <a:pt x="3912" y="2826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14" y="27362"/>
                </a:lnTo>
                <a:lnTo>
                  <a:pt x="5606" y="27202"/>
                </a:lnTo>
                <a:lnTo>
                  <a:pt x="5781" y="27096"/>
                </a:lnTo>
                <a:lnTo>
                  <a:pt x="6190" y="26937"/>
                </a:lnTo>
                <a:lnTo>
                  <a:pt x="6482" y="26724"/>
                </a:lnTo>
                <a:lnTo>
                  <a:pt x="6774" y="26565"/>
                </a:lnTo>
                <a:lnTo>
                  <a:pt x="7008" y="26458"/>
                </a:lnTo>
                <a:lnTo>
                  <a:pt x="7300" y="26299"/>
                </a:lnTo>
                <a:lnTo>
                  <a:pt x="7592" y="26086"/>
                </a:lnTo>
                <a:lnTo>
                  <a:pt x="7884" y="26086"/>
                </a:lnTo>
                <a:lnTo>
                  <a:pt x="8176" y="25927"/>
                </a:lnTo>
                <a:lnTo>
                  <a:pt x="8409" y="25821"/>
                </a:lnTo>
                <a:lnTo>
                  <a:pt x="8701" y="25555"/>
                </a:lnTo>
                <a:lnTo>
                  <a:pt x="8993" y="25449"/>
                </a:lnTo>
                <a:lnTo>
                  <a:pt x="9285" y="25290"/>
                </a:lnTo>
                <a:lnTo>
                  <a:pt x="9577" y="25183"/>
                </a:lnTo>
                <a:lnTo>
                  <a:pt x="9869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979" y="24280"/>
                </a:lnTo>
                <a:lnTo>
                  <a:pt x="11271" y="24121"/>
                </a:lnTo>
                <a:lnTo>
                  <a:pt x="11563" y="24014"/>
                </a:lnTo>
                <a:lnTo>
                  <a:pt x="11797" y="23908"/>
                </a:lnTo>
                <a:lnTo>
                  <a:pt x="12089" y="23749"/>
                </a:lnTo>
                <a:lnTo>
                  <a:pt x="12556" y="23642"/>
                </a:lnTo>
                <a:lnTo>
                  <a:pt x="12789" y="23483"/>
                </a:lnTo>
                <a:lnTo>
                  <a:pt x="13081" y="23377"/>
                </a:lnTo>
                <a:lnTo>
                  <a:pt x="13257" y="23111"/>
                </a:lnTo>
                <a:lnTo>
                  <a:pt x="13490" y="23005"/>
                </a:lnTo>
                <a:lnTo>
                  <a:pt x="13782" y="22846"/>
                </a:lnTo>
                <a:lnTo>
                  <a:pt x="14074" y="22739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2102"/>
                </a:lnTo>
                <a:lnTo>
                  <a:pt x="15651" y="21836"/>
                </a:lnTo>
                <a:lnTo>
                  <a:pt x="15768" y="21677"/>
                </a:lnTo>
                <a:lnTo>
                  <a:pt x="16060" y="21570"/>
                </a:lnTo>
                <a:lnTo>
                  <a:pt x="16469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578" y="20933"/>
                </a:lnTo>
                <a:lnTo>
                  <a:pt x="17870" y="20667"/>
                </a:lnTo>
                <a:lnTo>
                  <a:pt x="18162" y="20561"/>
                </a:lnTo>
                <a:lnTo>
                  <a:pt x="18338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272" y="19923"/>
                </a:lnTo>
                <a:lnTo>
                  <a:pt x="19564" y="19764"/>
                </a:lnTo>
                <a:lnTo>
                  <a:pt x="19856" y="19658"/>
                </a:lnTo>
                <a:lnTo>
                  <a:pt x="20148" y="19392"/>
                </a:lnTo>
                <a:lnTo>
                  <a:pt x="20440" y="19286"/>
                </a:lnTo>
                <a:lnTo>
                  <a:pt x="20732" y="19126"/>
                </a:lnTo>
                <a:lnTo>
                  <a:pt x="20966" y="19126"/>
                </a:lnTo>
                <a:lnTo>
                  <a:pt x="21258" y="18861"/>
                </a:lnTo>
                <a:lnTo>
                  <a:pt x="21550" y="18754"/>
                </a:lnTo>
                <a:lnTo>
                  <a:pt x="21842" y="18595"/>
                </a:lnTo>
                <a:lnTo>
                  <a:pt x="22134" y="18489"/>
                </a:lnTo>
                <a:lnTo>
                  <a:pt x="22426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320"/>
                </a:lnTo>
                <a:lnTo>
                  <a:pt x="24353" y="17214"/>
                </a:lnTo>
                <a:lnTo>
                  <a:pt x="24645" y="16948"/>
                </a:lnTo>
                <a:lnTo>
                  <a:pt x="25054" y="16842"/>
                </a:lnTo>
                <a:lnTo>
                  <a:pt x="25346" y="16842"/>
                </a:lnTo>
                <a:lnTo>
                  <a:pt x="25638" y="16576"/>
                </a:lnTo>
                <a:lnTo>
                  <a:pt x="25755" y="16417"/>
                </a:lnTo>
                <a:lnTo>
                  <a:pt x="26047" y="16311"/>
                </a:lnTo>
                <a:lnTo>
                  <a:pt x="26339" y="16204"/>
                </a:lnTo>
                <a:lnTo>
                  <a:pt x="26631" y="15939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514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4876"/>
                </a:lnTo>
                <a:lnTo>
                  <a:pt x="29025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398"/>
                </a:lnTo>
                <a:lnTo>
                  <a:pt x="30135" y="14132"/>
                </a:lnTo>
                <a:lnTo>
                  <a:pt x="30427" y="13973"/>
                </a:lnTo>
                <a:lnTo>
                  <a:pt x="30719" y="13867"/>
                </a:lnTo>
                <a:lnTo>
                  <a:pt x="31303" y="13495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3123"/>
                </a:lnTo>
                <a:lnTo>
                  <a:pt x="32412" y="12857"/>
                </a:lnTo>
                <a:lnTo>
                  <a:pt x="32704" y="12698"/>
                </a:lnTo>
                <a:lnTo>
                  <a:pt x="32996" y="12591"/>
                </a:lnTo>
                <a:lnTo>
                  <a:pt x="33230" y="12432"/>
                </a:lnTo>
                <a:lnTo>
                  <a:pt x="33522" y="12219"/>
                </a:lnTo>
                <a:lnTo>
                  <a:pt x="33814" y="12060"/>
                </a:lnTo>
                <a:lnTo>
                  <a:pt x="34106" y="12060"/>
                </a:lnTo>
                <a:lnTo>
                  <a:pt x="34398" y="11954"/>
                </a:lnTo>
                <a:lnTo>
                  <a:pt x="34690" y="11688"/>
                </a:lnTo>
                <a:lnTo>
                  <a:pt x="34924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617" y="10679"/>
                </a:lnTo>
                <a:lnTo>
                  <a:pt x="36909" y="10413"/>
                </a:lnTo>
                <a:lnTo>
                  <a:pt x="37201" y="10254"/>
                </a:lnTo>
                <a:lnTo>
                  <a:pt x="37610" y="10147"/>
                </a:lnTo>
                <a:lnTo>
                  <a:pt x="37902" y="10041"/>
                </a:lnTo>
                <a:lnTo>
                  <a:pt x="38194" y="9775"/>
                </a:lnTo>
                <a:lnTo>
                  <a:pt x="38603" y="9616"/>
                </a:lnTo>
                <a:lnTo>
                  <a:pt x="38895" y="9510"/>
                </a:lnTo>
                <a:lnTo>
                  <a:pt x="39187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607"/>
                </a:lnTo>
                <a:lnTo>
                  <a:pt x="40705" y="8500"/>
                </a:lnTo>
                <a:lnTo>
                  <a:pt x="40881" y="8341"/>
                </a:lnTo>
                <a:lnTo>
                  <a:pt x="41173" y="8235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399" y="7597"/>
                </a:lnTo>
                <a:lnTo>
                  <a:pt x="42691" y="7438"/>
                </a:lnTo>
                <a:lnTo>
                  <a:pt x="42983" y="7331"/>
                </a:lnTo>
                <a:lnTo>
                  <a:pt x="43275" y="7172"/>
                </a:lnTo>
                <a:lnTo>
                  <a:pt x="43859" y="6800"/>
                </a:lnTo>
                <a:lnTo>
                  <a:pt x="44093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897"/>
                </a:lnTo>
                <a:lnTo>
                  <a:pt x="45786" y="5791"/>
                </a:lnTo>
                <a:lnTo>
                  <a:pt x="46078" y="5525"/>
                </a:lnTo>
                <a:lnTo>
                  <a:pt x="46370" y="5419"/>
                </a:lnTo>
                <a:lnTo>
                  <a:pt x="46662" y="5259"/>
                </a:lnTo>
                <a:lnTo>
                  <a:pt x="46954" y="5153"/>
                </a:lnTo>
                <a:lnTo>
                  <a:pt x="47246" y="4994"/>
                </a:lnTo>
                <a:lnTo>
                  <a:pt x="47480" y="4887"/>
                </a:lnTo>
                <a:lnTo>
                  <a:pt x="47947" y="4781"/>
                </a:lnTo>
                <a:lnTo>
                  <a:pt x="48181" y="4622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174" y="3984"/>
                </a:lnTo>
                <a:lnTo>
                  <a:pt x="49466" y="3719"/>
                </a:lnTo>
                <a:lnTo>
                  <a:pt x="49758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081"/>
                </a:lnTo>
                <a:lnTo>
                  <a:pt x="51159" y="2815"/>
                </a:lnTo>
                <a:lnTo>
                  <a:pt x="51451" y="2815"/>
                </a:lnTo>
                <a:lnTo>
                  <a:pt x="51743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1912"/>
                </a:lnTo>
                <a:lnTo>
                  <a:pt x="53262" y="1806"/>
                </a:lnTo>
                <a:lnTo>
                  <a:pt x="53437" y="1700"/>
                </a:lnTo>
                <a:lnTo>
                  <a:pt x="53729" y="1540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4956" y="903"/>
                </a:lnTo>
                <a:lnTo>
                  <a:pt x="55248" y="637"/>
                </a:lnTo>
                <a:lnTo>
                  <a:pt x="55540" y="531"/>
                </a:lnTo>
                <a:lnTo>
                  <a:pt x="55832" y="531"/>
                </a:lnTo>
                <a:lnTo>
                  <a:pt x="55948" y="371"/>
                </a:lnTo>
                <a:lnTo>
                  <a:pt x="56357" y="159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6815602" y="5171524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30018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540"/>
                </a:lnTo>
                <a:lnTo>
                  <a:pt x="1868" y="2938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902"/>
                </a:lnTo>
                <a:lnTo>
                  <a:pt x="2861" y="28743"/>
                </a:lnTo>
                <a:lnTo>
                  <a:pt x="3095" y="28477"/>
                </a:lnTo>
                <a:lnTo>
                  <a:pt x="3387" y="28477"/>
                </a:lnTo>
                <a:lnTo>
                  <a:pt x="3854" y="28371"/>
                </a:lnTo>
                <a:lnTo>
                  <a:pt x="4088" y="28265"/>
                </a:lnTo>
                <a:lnTo>
                  <a:pt x="4380" y="27999"/>
                </a:lnTo>
                <a:lnTo>
                  <a:pt x="4555" y="27840"/>
                </a:lnTo>
                <a:lnTo>
                  <a:pt x="4788" y="27734"/>
                </a:lnTo>
                <a:lnTo>
                  <a:pt x="5080" y="27574"/>
                </a:lnTo>
                <a:lnTo>
                  <a:pt x="5372" y="27362"/>
                </a:lnTo>
                <a:lnTo>
                  <a:pt x="5664" y="27202"/>
                </a:lnTo>
                <a:lnTo>
                  <a:pt x="6073" y="27096"/>
                </a:lnTo>
                <a:lnTo>
                  <a:pt x="6365" y="26937"/>
                </a:lnTo>
                <a:lnTo>
                  <a:pt x="6657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358" y="26299"/>
                </a:lnTo>
                <a:lnTo>
                  <a:pt x="7650" y="26033"/>
                </a:lnTo>
                <a:lnTo>
                  <a:pt x="8059" y="26033"/>
                </a:lnTo>
                <a:lnTo>
                  <a:pt x="8351" y="25927"/>
                </a:lnTo>
                <a:lnTo>
                  <a:pt x="8643" y="25821"/>
                </a:lnTo>
                <a:lnTo>
                  <a:pt x="8877" y="25555"/>
                </a:lnTo>
                <a:lnTo>
                  <a:pt x="9169" y="25396"/>
                </a:lnTo>
                <a:lnTo>
                  <a:pt x="9344" y="25290"/>
                </a:lnTo>
                <a:lnTo>
                  <a:pt x="9636" y="25183"/>
                </a:lnTo>
                <a:lnTo>
                  <a:pt x="10045" y="24918"/>
                </a:lnTo>
                <a:lnTo>
                  <a:pt x="10337" y="24758"/>
                </a:lnTo>
                <a:lnTo>
                  <a:pt x="10570" y="24652"/>
                </a:lnTo>
                <a:lnTo>
                  <a:pt x="10862" y="24493"/>
                </a:lnTo>
                <a:lnTo>
                  <a:pt x="11154" y="24280"/>
                </a:lnTo>
                <a:lnTo>
                  <a:pt x="11446" y="24121"/>
                </a:lnTo>
                <a:lnTo>
                  <a:pt x="11738" y="24014"/>
                </a:lnTo>
                <a:lnTo>
                  <a:pt x="11855" y="23855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432" y="23111"/>
                </a:lnTo>
                <a:lnTo>
                  <a:pt x="13724" y="22952"/>
                </a:lnTo>
                <a:lnTo>
                  <a:pt x="13958" y="22846"/>
                </a:lnTo>
                <a:lnTo>
                  <a:pt x="14425" y="22739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208"/>
                </a:lnTo>
                <a:lnTo>
                  <a:pt x="15418" y="22102"/>
                </a:lnTo>
                <a:lnTo>
                  <a:pt x="15651" y="21836"/>
                </a:lnTo>
                <a:lnTo>
                  <a:pt x="15943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305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667"/>
                </a:lnTo>
                <a:lnTo>
                  <a:pt x="18221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214" y="20030"/>
                </a:lnTo>
                <a:lnTo>
                  <a:pt x="19506" y="19870"/>
                </a:lnTo>
                <a:lnTo>
                  <a:pt x="19914" y="19658"/>
                </a:lnTo>
                <a:lnTo>
                  <a:pt x="20206" y="19392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9126"/>
                </a:lnTo>
                <a:lnTo>
                  <a:pt x="21433" y="18861"/>
                </a:lnTo>
                <a:lnTo>
                  <a:pt x="21725" y="18754"/>
                </a:lnTo>
                <a:lnTo>
                  <a:pt x="21900" y="18595"/>
                </a:lnTo>
                <a:lnTo>
                  <a:pt x="22134" y="18489"/>
                </a:lnTo>
                <a:lnTo>
                  <a:pt x="22601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586"/>
                </a:lnTo>
                <a:lnTo>
                  <a:pt x="24003" y="17479"/>
                </a:lnTo>
                <a:lnTo>
                  <a:pt x="24295" y="17320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789"/>
                </a:lnTo>
                <a:lnTo>
                  <a:pt x="25696" y="16682"/>
                </a:lnTo>
                <a:lnTo>
                  <a:pt x="25988" y="16417"/>
                </a:lnTo>
                <a:lnTo>
                  <a:pt x="26222" y="16311"/>
                </a:lnTo>
                <a:lnTo>
                  <a:pt x="26514" y="16151"/>
                </a:lnTo>
                <a:lnTo>
                  <a:pt x="26981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514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876"/>
                </a:lnTo>
                <a:lnTo>
                  <a:pt x="29200" y="14770"/>
                </a:lnTo>
                <a:lnTo>
                  <a:pt x="29492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85" y="13973"/>
                </a:lnTo>
                <a:lnTo>
                  <a:pt x="30777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770" y="13335"/>
                </a:lnTo>
                <a:lnTo>
                  <a:pt x="32004" y="13229"/>
                </a:lnTo>
                <a:lnTo>
                  <a:pt x="32179" y="13070"/>
                </a:lnTo>
                <a:lnTo>
                  <a:pt x="32471" y="12963"/>
                </a:lnTo>
                <a:lnTo>
                  <a:pt x="32763" y="12698"/>
                </a:lnTo>
                <a:lnTo>
                  <a:pt x="33172" y="12591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2060"/>
                </a:lnTo>
                <a:lnTo>
                  <a:pt x="34573" y="11954"/>
                </a:lnTo>
                <a:lnTo>
                  <a:pt x="34690" y="11794"/>
                </a:lnTo>
                <a:lnTo>
                  <a:pt x="34982" y="11529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891"/>
                </a:lnTo>
                <a:lnTo>
                  <a:pt x="36559" y="10785"/>
                </a:lnTo>
                <a:lnTo>
                  <a:pt x="36851" y="10679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253" y="9882"/>
                </a:lnTo>
                <a:lnTo>
                  <a:pt x="38545" y="9775"/>
                </a:lnTo>
                <a:lnTo>
                  <a:pt x="38778" y="9616"/>
                </a:lnTo>
                <a:lnTo>
                  <a:pt x="39070" y="9510"/>
                </a:lnTo>
                <a:lnTo>
                  <a:pt x="39479" y="9350"/>
                </a:lnTo>
                <a:lnTo>
                  <a:pt x="39654" y="9138"/>
                </a:lnTo>
                <a:lnTo>
                  <a:pt x="39946" y="8979"/>
                </a:lnTo>
                <a:lnTo>
                  <a:pt x="40238" y="8872"/>
                </a:lnTo>
                <a:lnTo>
                  <a:pt x="40472" y="8713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235"/>
                </a:lnTo>
                <a:lnTo>
                  <a:pt x="41757" y="8075"/>
                </a:lnTo>
                <a:lnTo>
                  <a:pt x="42049" y="7810"/>
                </a:lnTo>
                <a:lnTo>
                  <a:pt x="42458" y="7597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172"/>
                </a:lnTo>
                <a:lnTo>
                  <a:pt x="43742" y="7066"/>
                </a:lnTo>
                <a:lnTo>
                  <a:pt x="44034" y="6906"/>
                </a:lnTo>
                <a:lnTo>
                  <a:pt x="44326" y="6694"/>
                </a:lnTo>
                <a:lnTo>
                  <a:pt x="44560" y="6535"/>
                </a:lnTo>
                <a:lnTo>
                  <a:pt x="44735" y="6428"/>
                </a:lnTo>
                <a:lnTo>
                  <a:pt x="45027" y="6269"/>
                </a:lnTo>
                <a:lnTo>
                  <a:pt x="45261" y="6056"/>
                </a:lnTo>
                <a:lnTo>
                  <a:pt x="45728" y="5897"/>
                </a:lnTo>
                <a:lnTo>
                  <a:pt x="46020" y="5791"/>
                </a:lnTo>
                <a:lnTo>
                  <a:pt x="46254" y="5631"/>
                </a:lnTo>
                <a:lnTo>
                  <a:pt x="46546" y="5366"/>
                </a:lnTo>
                <a:lnTo>
                  <a:pt x="46838" y="5259"/>
                </a:lnTo>
                <a:lnTo>
                  <a:pt x="47130" y="5153"/>
                </a:lnTo>
                <a:lnTo>
                  <a:pt x="47538" y="4887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115" y="4091"/>
                </a:lnTo>
                <a:lnTo>
                  <a:pt x="49349" y="3984"/>
                </a:lnTo>
                <a:lnTo>
                  <a:pt x="49641" y="3825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347"/>
                </a:lnTo>
                <a:lnTo>
                  <a:pt x="50809" y="3187"/>
                </a:lnTo>
                <a:lnTo>
                  <a:pt x="51043" y="2975"/>
                </a:lnTo>
                <a:lnTo>
                  <a:pt x="51335" y="2815"/>
                </a:lnTo>
                <a:lnTo>
                  <a:pt x="51627" y="2815"/>
                </a:lnTo>
                <a:lnTo>
                  <a:pt x="52035" y="2709"/>
                </a:lnTo>
                <a:lnTo>
                  <a:pt x="52211" y="2443"/>
                </a:lnTo>
                <a:lnTo>
                  <a:pt x="52503" y="2284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612" y="1647"/>
                </a:lnTo>
                <a:lnTo>
                  <a:pt x="53904" y="1540"/>
                </a:lnTo>
                <a:lnTo>
                  <a:pt x="54313" y="1434"/>
                </a:lnTo>
                <a:lnTo>
                  <a:pt x="54605" y="1168"/>
                </a:lnTo>
                <a:lnTo>
                  <a:pt x="54722" y="1009"/>
                </a:lnTo>
                <a:lnTo>
                  <a:pt x="55014" y="903"/>
                </a:lnTo>
                <a:lnTo>
                  <a:pt x="55306" y="796"/>
                </a:lnTo>
                <a:lnTo>
                  <a:pt x="55598" y="531"/>
                </a:lnTo>
                <a:lnTo>
                  <a:pt x="55890" y="531"/>
                </a:lnTo>
                <a:lnTo>
                  <a:pt x="56299" y="371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6872427" y="5141346"/>
            <a:ext cx="56708" cy="30178"/>
          </a:xfrm>
          <a:custGeom>
            <a:avLst/>
            <a:gdLst/>
            <a:ahLst/>
            <a:cxnLst/>
            <a:rect l="l" t="t" r="r" b="b"/>
            <a:pathLst>
              <a:path w="56708" h="30178">
                <a:moveTo>
                  <a:pt x="0" y="30178"/>
                </a:moveTo>
                <a:lnTo>
                  <a:pt x="292" y="30071"/>
                </a:lnTo>
                <a:lnTo>
                  <a:pt x="467" y="29912"/>
                </a:lnTo>
                <a:lnTo>
                  <a:pt x="759" y="29806"/>
                </a:lnTo>
                <a:lnTo>
                  <a:pt x="992" y="29540"/>
                </a:lnTo>
                <a:lnTo>
                  <a:pt x="1460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8902"/>
                </a:lnTo>
                <a:lnTo>
                  <a:pt x="2569" y="28743"/>
                </a:lnTo>
                <a:lnTo>
                  <a:pt x="2861" y="28637"/>
                </a:lnTo>
                <a:lnTo>
                  <a:pt x="3270" y="28371"/>
                </a:lnTo>
                <a:lnTo>
                  <a:pt x="3679" y="28265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734"/>
                </a:lnTo>
                <a:lnTo>
                  <a:pt x="4847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096"/>
                </a:lnTo>
                <a:lnTo>
                  <a:pt x="5956" y="26990"/>
                </a:lnTo>
                <a:lnTo>
                  <a:pt x="6248" y="26830"/>
                </a:lnTo>
                <a:lnTo>
                  <a:pt x="6540" y="26724"/>
                </a:lnTo>
                <a:lnTo>
                  <a:pt x="6774" y="26458"/>
                </a:lnTo>
                <a:lnTo>
                  <a:pt x="7066" y="26352"/>
                </a:lnTo>
                <a:lnTo>
                  <a:pt x="7358" y="26193"/>
                </a:lnTo>
                <a:lnTo>
                  <a:pt x="7767" y="26086"/>
                </a:lnTo>
                <a:lnTo>
                  <a:pt x="7942" y="25927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290"/>
                </a:lnTo>
                <a:lnTo>
                  <a:pt x="9344" y="25183"/>
                </a:lnTo>
                <a:lnTo>
                  <a:pt x="9636" y="25024"/>
                </a:lnTo>
                <a:lnTo>
                  <a:pt x="10045" y="24918"/>
                </a:lnTo>
                <a:lnTo>
                  <a:pt x="10337" y="24652"/>
                </a:lnTo>
                <a:lnTo>
                  <a:pt x="10745" y="24386"/>
                </a:lnTo>
                <a:lnTo>
                  <a:pt x="11037" y="24280"/>
                </a:lnTo>
                <a:lnTo>
                  <a:pt x="11329" y="24014"/>
                </a:lnTo>
                <a:lnTo>
                  <a:pt x="11563" y="23908"/>
                </a:lnTo>
                <a:lnTo>
                  <a:pt x="12030" y="23749"/>
                </a:lnTo>
                <a:lnTo>
                  <a:pt x="12322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023" y="23271"/>
                </a:lnTo>
                <a:lnTo>
                  <a:pt x="13257" y="23111"/>
                </a:lnTo>
                <a:lnTo>
                  <a:pt x="13549" y="22846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102"/>
                </a:lnTo>
                <a:lnTo>
                  <a:pt x="15418" y="21942"/>
                </a:lnTo>
                <a:lnTo>
                  <a:pt x="15826" y="21570"/>
                </a:lnTo>
                <a:lnTo>
                  <a:pt x="16235" y="21464"/>
                </a:lnTo>
                <a:lnTo>
                  <a:pt x="16527" y="21464"/>
                </a:lnTo>
                <a:lnTo>
                  <a:pt x="16819" y="21305"/>
                </a:lnTo>
                <a:lnTo>
                  <a:pt x="17111" y="21039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221" y="20402"/>
                </a:lnTo>
                <a:lnTo>
                  <a:pt x="18513" y="20295"/>
                </a:lnTo>
                <a:lnTo>
                  <a:pt x="18805" y="20189"/>
                </a:lnTo>
                <a:lnTo>
                  <a:pt x="19038" y="20030"/>
                </a:lnTo>
                <a:lnTo>
                  <a:pt x="19330" y="19764"/>
                </a:lnTo>
                <a:lnTo>
                  <a:pt x="19622" y="19658"/>
                </a:lnTo>
                <a:lnTo>
                  <a:pt x="19914" y="19498"/>
                </a:lnTo>
                <a:lnTo>
                  <a:pt x="20323" y="19392"/>
                </a:lnTo>
                <a:lnTo>
                  <a:pt x="20498" y="19126"/>
                </a:lnTo>
                <a:lnTo>
                  <a:pt x="20732" y="19020"/>
                </a:lnTo>
                <a:lnTo>
                  <a:pt x="21024" y="19020"/>
                </a:lnTo>
                <a:lnTo>
                  <a:pt x="21316" y="18861"/>
                </a:lnTo>
                <a:lnTo>
                  <a:pt x="21608" y="18648"/>
                </a:lnTo>
                <a:lnTo>
                  <a:pt x="21900" y="18489"/>
                </a:lnTo>
                <a:lnTo>
                  <a:pt x="22192" y="18383"/>
                </a:lnTo>
                <a:lnTo>
                  <a:pt x="22601" y="18223"/>
                </a:lnTo>
                <a:lnTo>
                  <a:pt x="22893" y="17958"/>
                </a:lnTo>
                <a:lnTo>
                  <a:pt x="23302" y="17745"/>
                </a:lnTo>
                <a:lnTo>
                  <a:pt x="23594" y="17586"/>
                </a:lnTo>
                <a:lnTo>
                  <a:pt x="23886" y="17320"/>
                </a:lnTo>
                <a:lnTo>
                  <a:pt x="24119" y="17214"/>
                </a:lnTo>
                <a:lnTo>
                  <a:pt x="24587" y="17107"/>
                </a:lnTo>
                <a:lnTo>
                  <a:pt x="24820" y="16948"/>
                </a:lnTo>
                <a:lnTo>
                  <a:pt x="25112" y="16682"/>
                </a:lnTo>
                <a:lnTo>
                  <a:pt x="25404" y="16682"/>
                </a:lnTo>
                <a:lnTo>
                  <a:pt x="25579" y="16576"/>
                </a:lnTo>
                <a:lnTo>
                  <a:pt x="25813" y="16470"/>
                </a:lnTo>
                <a:lnTo>
                  <a:pt x="26105" y="16204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567"/>
                </a:lnTo>
                <a:lnTo>
                  <a:pt x="27682" y="15407"/>
                </a:lnTo>
                <a:lnTo>
                  <a:pt x="27974" y="15301"/>
                </a:lnTo>
                <a:lnTo>
                  <a:pt x="28091" y="15142"/>
                </a:lnTo>
                <a:lnTo>
                  <a:pt x="28383" y="14929"/>
                </a:lnTo>
                <a:lnTo>
                  <a:pt x="28792" y="14770"/>
                </a:lnTo>
                <a:lnTo>
                  <a:pt x="29084" y="14663"/>
                </a:lnTo>
                <a:lnTo>
                  <a:pt x="29376" y="14504"/>
                </a:lnTo>
                <a:lnTo>
                  <a:pt x="29668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77" y="13760"/>
                </a:lnTo>
                <a:lnTo>
                  <a:pt x="31069" y="13601"/>
                </a:lnTo>
                <a:lnTo>
                  <a:pt x="31361" y="13495"/>
                </a:lnTo>
                <a:lnTo>
                  <a:pt x="31595" y="13388"/>
                </a:lnTo>
                <a:lnTo>
                  <a:pt x="31887" y="13123"/>
                </a:lnTo>
                <a:lnTo>
                  <a:pt x="32179" y="12963"/>
                </a:lnTo>
                <a:lnTo>
                  <a:pt x="32471" y="12857"/>
                </a:lnTo>
                <a:lnTo>
                  <a:pt x="32880" y="12698"/>
                </a:lnTo>
                <a:lnTo>
                  <a:pt x="32996" y="12485"/>
                </a:lnTo>
                <a:lnTo>
                  <a:pt x="33288" y="12326"/>
                </a:lnTo>
                <a:lnTo>
                  <a:pt x="33580" y="12219"/>
                </a:lnTo>
                <a:lnTo>
                  <a:pt x="33872" y="12060"/>
                </a:lnTo>
                <a:lnTo>
                  <a:pt x="34164" y="11954"/>
                </a:lnTo>
                <a:lnTo>
                  <a:pt x="34457" y="11848"/>
                </a:lnTo>
                <a:lnTo>
                  <a:pt x="34690" y="11688"/>
                </a:lnTo>
                <a:lnTo>
                  <a:pt x="35157" y="11582"/>
                </a:lnTo>
                <a:lnTo>
                  <a:pt x="35449" y="11316"/>
                </a:lnTo>
                <a:lnTo>
                  <a:pt x="35566" y="11157"/>
                </a:lnTo>
                <a:lnTo>
                  <a:pt x="35858" y="11051"/>
                </a:lnTo>
                <a:lnTo>
                  <a:pt x="36150" y="10944"/>
                </a:lnTo>
                <a:lnTo>
                  <a:pt x="36384" y="10679"/>
                </a:lnTo>
                <a:lnTo>
                  <a:pt x="36676" y="10519"/>
                </a:lnTo>
                <a:lnTo>
                  <a:pt x="37143" y="10413"/>
                </a:lnTo>
                <a:lnTo>
                  <a:pt x="37377" y="10307"/>
                </a:lnTo>
                <a:lnTo>
                  <a:pt x="37669" y="10041"/>
                </a:lnTo>
                <a:lnTo>
                  <a:pt x="37961" y="9882"/>
                </a:lnTo>
                <a:lnTo>
                  <a:pt x="38369" y="9775"/>
                </a:lnTo>
                <a:lnTo>
                  <a:pt x="38661" y="9510"/>
                </a:lnTo>
                <a:lnTo>
                  <a:pt x="39070" y="9404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238" y="8766"/>
                </a:lnTo>
                <a:lnTo>
                  <a:pt x="40472" y="8607"/>
                </a:lnTo>
                <a:lnTo>
                  <a:pt x="40647" y="8500"/>
                </a:lnTo>
                <a:lnTo>
                  <a:pt x="40939" y="8235"/>
                </a:lnTo>
                <a:lnTo>
                  <a:pt x="41348" y="8075"/>
                </a:lnTo>
                <a:lnTo>
                  <a:pt x="41640" y="7969"/>
                </a:lnTo>
                <a:lnTo>
                  <a:pt x="41932" y="7863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066"/>
                </a:lnTo>
                <a:lnTo>
                  <a:pt x="43626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428"/>
                </a:lnTo>
                <a:lnTo>
                  <a:pt x="44735" y="6322"/>
                </a:lnTo>
                <a:lnTo>
                  <a:pt x="45027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6137" y="5525"/>
                </a:lnTo>
                <a:lnTo>
                  <a:pt x="46429" y="5419"/>
                </a:lnTo>
                <a:lnTo>
                  <a:pt x="46721" y="5153"/>
                </a:lnTo>
                <a:lnTo>
                  <a:pt x="47013" y="5153"/>
                </a:lnTo>
                <a:lnTo>
                  <a:pt x="47246" y="4994"/>
                </a:lnTo>
                <a:lnTo>
                  <a:pt x="47714" y="4887"/>
                </a:lnTo>
                <a:lnTo>
                  <a:pt x="47947" y="4622"/>
                </a:lnTo>
                <a:lnTo>
                  <a:pt x="48123" y="4516"/>
                </a:lnTo>
                <a:lnTo>
                  <a:pt x="48415" y="4356"/>
                </a:lnTo>
                <a:lnTo>
                  <a:pt x="48707" y="4250"/>
                </a:lnTo>
                <a:lnTo>
                  <a:pt x="48940" y="398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240"/>
                </a:lnTo>
                <a:lnTo>
                  <a:pt x="50634" y="3081"/>
                </a:lnTo>
                <a:lnTo>
                  <a:pt x="50926" y="2975"/>
                </a:lnTo>
                <a:lnTo>
                  <a:pt x="51218" y="2815"/>
                </a:lnTo>
                <a:lnTo>
                  <a:pt x="51627" y="2709"/>
                </a:lnTo>
                <a:lnTo>
                  <a:pt x="51919" y="2603"/>
                </a:lnTo>
                <a:lnTo>
                  <a:pt x="52211" y="2443"/>
                </a:lnTo>
                <a:lnTo>
                  <a:pt x="52503" y="2178"/>
                </a:lnTo>
                <a:lnTo>
                  <a:pt x="52795" y="2072"/>
                </a:lnTo>
                <a:lnTo>
                  <a:pt x="53028" y="1965"/>
                </a:lnTo>
                <a:lnTo>
                  <a:pt x="53203" y="1806"/>
                </a:lnTo>
                <a:lnTo>
                  <a:pt x="53495" y="1540"/>
                </a:lnTo>
                <a:lnTo>
                  <a:pt x="53904" y="1434"/>
                </a:lnTo>
                <a:lnTo>
                  <a:pt x="54196" y="1275"/>
                </a:lnTo>
                <a:lnTo>
                  <a:pt x="54488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425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6929135" y="5111061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018"/>
                </a:lnTo>
                <a:lnTo>
                  <a:pt x="584" y="29912"/>
                </a:lnTo>
                <a:lnTo>
                  <a:pt x="876" y="29806"/>
                </a:lnTo>
                <a:lnTo>
                  <a:pt x="1109" y="29646"/>
                </a:lnTo>
                <a:lnTo>
                  <a:pt x="1576" y="29381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8743"/>
                </a:lnTo>
                <a:lnTo>
                  <a:pt x="2803" y="28637"/>
                </a:lnTo>
                <a:lnTo>
                  <a:pt x="3095" y="2847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263" y="27999"/>
                </a:lnTo>
                <a:lnTo>
                  <a:pt x="4496" y="27734"/>
                </a:lnTo>
                <a:lnTo>
                  <a:pt x="4788" y="27627"/>
                </a:lnTo>
                <a:lnTo>
                  <a:pt x="5080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37"/>
                </a:lnTo>
                <a:lnTo>
                  <a:pt x="6365" y="26830"/>
                </a:lnTo>
                <a:lnTo>
                  <a:pt x="6657" y="26724"/>
                </a:lnTo>
                <a:lnTo>
                  <a:pt x="6774" y="26458"/>
                </a:lnTo>
                <a:lnTo>
                  <a:pt x="7066" y="26299"/>
                </a:lnTo>
                <a:lnTo>
                  <a:pt x="7358" y="26193"/>
                </a:lnTo>
                <a:lnTo>
                  <a:pt x="7767" y="26086"/>
                </a:lnTo>
                <a:lnTo>
                  <a:pt x="8059" y="25927"/>
                </a:lnTo>
                <a:lnTo>
                  <a:pt x="8351" y="25821"/>
                </a:lnTo>
                <a:lnTo>
                  <a:pt x="8585" y="25661"/>
                </a:lnTo>
                <a:lnTo>
                  <a:pt x="8877" y="25555"/>
                </a:lnTo>
                <a:lnTo>
                  <a:pt x="9052" y="25290"/>
                </a:lnTo>
                <a:lnTo>
                  <a:pt x="9344" y="25183"/>
                </a:lnTo>
                <a:lnTo>
                  <a:pt x="9753" y="25024"/>
                </a:lnTo>
                <a:lnTo>
                  <a:pt x="10045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280"/>
                </a:lnTo>
                <a:lnTo>
                  <a:pt x="11446" y="24014"/>
                </a:lnTo>
                <a:lnTo>
                  <a:pt x="11738" y="23855"/>
                </a:lnTo>
                <a:lnTo>
                  <a:pt x="11972" y="23749"/>
                </a:lnTo>
                <a:lnTo>
                  <a:pt x="12264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432" y="23111"/>
                </a:lnTo>
                <a:lnTo>
                  <a:pt x="13665" y="22846"/>
                </a:lnTo>
                <a:lnTo>
                  <a:pt x="14133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126" y="22102"/>
                </a:lnTo>
                <a:lnTo>
                  <a:pt x="15359" y="21942"/>
                </a:lnTo>
                <a:lnTo>
                  <a:pt x="15651" y="21836"/>
                </a:lnTo>
                <a:lnTo>
                  <a:pt x="16060" y="21570"/>
                </a:lnTo>
                <a:lnTo>
                  <a:pt x="16352" y="21464"/>
                </a:lnTo>
                <a:lnTo>
                  <a:pt x="16644" y="21464"/>
                </a:lnTo>
                <a:lnTo>
                  <a:pt x="16819" y="21305"/>
                </a:lnTo>
                <a:lnTo>
                  <a:pt x="17053" y="21039"/>
                </a:lnTo>
                <a:lnTo>
                  <a:pt x="17345" y="20933"/>
                </a:lnTo>
                <a:lnTo>
                  <a:pt x="17637" y="2077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330" y="19764"/>
                </a:lnTo>
                <a:lnTo>
                  <a:pt x="19622" y="19658"/>
                </a:lnTo>
                <a:lnTo>
                  <a:pt x="19914" y="19498"/>
                </a:lnTo>
                <a:lnTo>
                  <a:pt x="20323" y="19392"/>
                </a:lnTo>
                <a:lnTo>
                  <a:pt x="20615" y="19126"/>
                </a:lnTo>
                <a:lnTo>
                  <a:pt x="20907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725" y="18595"/>
                </a:lnTo>
                <a:lnTo>
                  <a:pt x="22309" y="18383"/>
                </a:lnTo>
                <a:lnTo>
                  <a:pt x="22601" y="18223"/>
                </a:lnTo>
                <a:lnTo>
                  <a:pt x="22835" y="17958"/>
                </a:lnTo>
                <a:lnTo>
                  <a:pt x="23127" y="1785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320"/>
                </a:lnTo>
                <a:lnTo>
                  <a:pt x="24236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5930" y="16417"/>
                </a:lnTo>
                <a:lnTo>
                  <a:pt x="26222" y="16204"/>
                </a:lnTo>
                <a:lnTo>
                  <a:pt x="26689" y="1604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4876"/>
                </a:lnTo>
                <a:lnTo>
                  <a:pt x="28908" y="14770"/>
                </a:lnTo>
                <a:lnTo>
                  <a:pt x="29200" y="14663"/>
                </a:lnTo>
                <a:lnTo>
                  <a:pt x="29317" y="14504"/>
                </a:lnTo>
                <a:lnTo>
                  <a:pt x="29609" y="14398"/>
                </a:lnTo>
                <a:lnTo>
                  <a:pt x="29901" y="14238"/>
                </a:lnTo>
                <a:lnTo>
                  <a:pt x="30193" y="14132"/>
                </a:lnTo>
                <a:lnTo>
                  <a:pt x="30602" y="13973"/>
                </a:lnTo>
                <a:lnTo>
                  <a:pt x="30894" y="13760"/>
                </a:lnTo>
                <a:lnTo>
                  <a:pt x="31186" y="13601"/>
                </a:lnTo>
                <a:lnTo>
                  <a:pt x="31478" y="13495"/>
                </a:lnTo>
                <a:lnTo>
                  <a:pt x="31712" y="13335"/>
                </a:lnTo>
                <a:lnTo>
                  <a:pt x="31887" y="13123"/>
                </a:lnTo>
                <a:lnTo>
                  <a:pt x="32179" y="12963"/>
                </a:lnTo>
                <a:lnTo>
                  <a:pt x="32471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05" y="12326"/>
                </a:lnTo>
                <a:lnTo>
                  <a:pt x="33697" y="12219"/>
                </a:lnTo>
                <a:lnTo>
                  <a:pt x="33989" y="12060"/>
                </a:lnTo>
                <a:lnTo>
                  <a:pt x="34281" y="11954"/>
                </a:lnTo>
                <a:lnTo>
                  <a:pt x="34398" y="11794"/>
                </a:lnTo>
                <a:lnTo>
                  <a:pt x="34865" y="11688"/>
                </a:lnTo>
                <a:lnTo>
                  <a:pt x="35099" y="11582"/>
                </a:lnTo>
                <a:lnTo>
                  <a:pt x="35391" y="11316"/>
                </a:lnTo>
                <a:lnTo>
                  <a:pt x="35683" y="11157"/>
                </a:lnTo>
                <a:lnTo>
                  <a:pt x="35975" y="11051"/>
                </a:lnTo>
                <a:lnTo>
                  <a:pt x="36267" y="10891"/>
                </a:lnTo>
                <a:lnTo>
                  <a:pt x="36559" y="10679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041"/>
                </a:lnTo>
                <a:lnTo>
                  <a:pt x="37961" y="9882"/>
                </a:lnTo>
                <a:lnTo>
                  <a:pt x="38253" y="9775"/>
                </a:lnTo>
                <a:lnTo>
                  <a:pt x="38486" y="9775"/>
                </a:lnTo>
                <a:lnTo>
                  <a:pt x="38778" y="9510"/>
                </a:lnTo>
                <a:lnTo>
                  <a:pt x="39187" y="935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180" y="8713"/>
                </a:lnTo>
                <a:lnTo>
                  <a:pt x="40472" y="8607"/>
                </a:lnTo>
                <a:lnTo>
                  <a:pt x="40764" y="8500"/>
                </a:lnTo>
                <a:lnTo>
                  <a:pt x="41173" y="8235"/>
                </a:lnTo>
                <a:lnTo>
                  <a:pt x="41465" y="8075"/>
                </a:lnTo>
                <a:lnTo>
                  <a:pt x="41757" y="7969"/>
                </a:lnTo>
                <a:lnTo>
                  <a:pt x="41874" y="7810"/>
                </a:lnTo>
                <a:lnTo>
                  <a:pt x="42166" y="7597"/>
                </a:lnTo>
                <a:lnTo>
                  <a:pt x="42458" y="7438"/>
                </a:lnTo>
                <a:lnTo>
                  <a:pt x="42750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60"/>
                </a:lnTo>
                <a:lnTo>
                  <a:pt x="44034" y="6800"/>
                </a:lnTo>
                <a:lnTo>
                  <a:pt x="44268" y="6694"/>
                </a:lnTo>
                <a:lnTo>
                  <a:pt x="44443" y="6428"/>
                </a:lnTo>
                <a:lnTo>
                  <a:pt x="44735" y="6322"/>
                </a:lnTo>
                <a:lnTo>
                  <a:pt x="44969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419"/>
                </a:lnTo>
                <a:lnTo>
                  <a:pt x="46838" y="5153"/>
                </a:lnTo>
                <a:lnTo>
                  <a:pt x="47422" y="4994"/>
                </a:lnTo>
                <a:lnTo>
                  <a:pt x="47655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823" y="4250"/>
                </a:lnTo>
                <a:lnTo>
                  <a:pt x="49057" y="398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240"/>
                </a:lnTo>
                <a:lnTo>
                  <a:pt x="50751" y="3081"/>
                </a:lnTo>
                <a:lnTo>
                  <a:pt x="51043" y="2975"/>
                </a:lnTo>
                <a:lnTo>
                  <a:pt x="51335" y="2815"/>
                </a:lnTo>
                <a:lnTo>
                  <a:pt x="51743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444" y="2178"/>
                </a:lnTo>
                <a:lnTo>
                  <a:pt x="52736" y="2072"/>
                </a:lnTo>
                <a:lnTo>
                  <a:pt x="53028" y="1912"/>
                </a:lnTo>
                <a:lnTo>
                  <a:pt x="53320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313" y="1275"/>
                </a:lnTo>
                <a:lnTo>
                  <a:pt x="54722" y="903"/>
                </a:lnTo>
                <a:lnTo>
                  <a:pt x="55014" y="796"/>
                </a:lnTo>
                <a:lnTo>
                  <a:pt x="55306" y="637"/>
                </a:lnTo>
                <a:lnTo>
                  <a:pt x="55715" y="531"/>
                </a:lnTo>
                <a:lnTo>
                  <a:pt x="56007" y="371"/>
                </a:lnTo>
                <a:lnTo>
                  <a:pt x="56299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6985960" y="5080777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175" y="30018"/>
                </a:lnTo>
                <a:lnTo>
                  <a:pt x="467" y="29912"/>
                </a:lnTo>
                <a:lnTo>
                  <a:pt x="700" y="29752"/>
                </a:lnTo>
                <a:lnTo>
                  <a:pt x="1168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743"/>
                </a:lnTo>
                <a:lnTo>
                  <a:pt x="3095" y="28477"/>
                </a:lnTo>
                <a:lnTo>
                  <a:pt x="3387" y="28477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555" y="2784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02"/>
                </a:lnTo>
                <a:lnTo>
                  <a:pt x="5956" y="26937"/>
                </a:lnTo>
                <a:lnTo>
                  <a:pt x="6248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066" y="26299"/>
                </a:lnTo>
                <a:lnTo>
                  <a:pt x="7475" y="26193"/>
                </a:lnTo>
                <a:lnTo>
                  <a:pt x="7650" y="26193"/>
                </a:lnTo>
                <a:lnTo>
                  <a:pt x="7942" y="26033"/>
                </a:lnTo>
                <a:lnTo>
                  <a:pt x="8176" y="25821"/>
                </a:lnTo>
                <a:lnTo>
                  <a:pt x="8468" y="25661"/>
                </a:lnTo>
                <a:lnTo>
                  <a:pt x="8760" y="25555"/>
                </a:lnTo>
                <a:lnTo>
                  <a:pt x="9052" y="25396"/>
                </a:lnTo>
                <a:lnTo>
                  <a:pt x="9461" y="25130"/>
                </a:lnTo>
                <a:lnTo>
                  <a:pt x="9753" y="25024"/>
                </a:lnTo>
                <a:lnTo>
                  <a:pt x="10045" y="24918"/>
                </a:lnTo>
                <a:lnTo>
                  <a:pt x="10161" y="24758"/>
                </a:lnTo>
                <a:lnTo>
                  <a:pt x="10453" y="24493"/>
                </a:lnTo>
                <a:lnTo>
                  <a:pt x="10745" y="24386"/>
                </a:lnTo>
                <a:lnTo>
                  <a:pt x="11037" y="24280"/>
                </a:lnTo>
                <a:lnTo>
                  <a:pt x="11446" y="24121"/>
                </a:lnTo>
                <a:lnTo>
                  <a:pt x="11738" y="23855"/>
                </a:lnTo>
                <a:lnTo>
                  <a:pt x="12030" y="23749"/>
                </a:lnTo>
                <a:lnTo>
                  <a:pt x="12264" y="23749"/>
                </a:lnTo>
                <a:lnTo>
                  <a:pt x="12556" y="23589"/>
                </a:lnTo>
                <a:lnTo>
                  <a:pt x="12731" y="23377"/>
                </a:lnTo>
                <a:lnTo>
                  <a:pt x="12965" y="23217"/>
                </a:lnTo>
                <a:lnTo>
                  <a:pt x="13257" y="23111"/>
                </a:lnTo>
                <a:lnTo>
                  <a:pt x="13724" y="22952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314"/>
                </a:lnTo>
                <a:lnTo>
                  <a:pt x="15126" y="22102"/>
                </a:lnTo>
                <a:lnTo>
                  <a:pt x="15242" y="21942"/>
                </a:lnTo>
                <a:lnTo>
                  <a:pt x="15651" y="21836"/>
                </a:lnTo>
                <a:lnTo>
                  <a:pt x="15943" y="21677"/>
                </a:lnTo>
                <a:lnTo>
                  <a:pt x="16235" y="21411"/>
                </a:lnTo>
                <a:lnTo>
                  <a:pt x="16527" y="21411"/>
                </a:lnTo>
                <a:lnTo>
                  <a:pt x="16819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561"/>
                </a:lnTo>
                <a:lnTo>
                  <a:pt x="18513" y="20295"/>
                </a:lnTo>
                <a:lnTo>
                  <a:pt x="18746" y="20136"/>
                </a:lnTo>
                <a:lnTo>
                  <a:pt x="19038" y="20030"/>
                </a:lnTo>
                <a:lnTo>
                  <a:pt x="19330" y="19870"/>
                </a:lnTo>
                <a:lnTo>
                  <a:pt x="19622" y="19658"/>
                </a:lnTo>
                <a:lnTo>
                  <a:pt x="20031" y="19498"/>
                </a:lnTo>
                <a:lnTo>
                  <a:pt x="20206" y="19392"/>
                </a:lnTo>
                <a:lnTo>
                  <a:pt x="20440" y="19233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861"/>
                </a:lnTo>
                <a:lnTo>
                  <a:pt x="21608" y="18754"/>
                </a:lnTo>
                <a:lnTo>
                  <a:pt x="22017" y="18489"/>
                </a:lnTo>
                <a:lnTo>
                  <a:pt x="22309" y="18329"/>
                </a:lnTo>
                <a:lnTo>
                  <a:pt x="22601" y="18223"/>
                </a:lnTo>
                <a:lnTo>
                  <a:pt x="23010" y="17851"/>
                </a:lnTo>
                <a:lnTo>
                  <a:pt x="23302" y="17692"/>
                </a:lnTo>
                <a:lnTo>
                  <a:pt x="23594" y="17586"/>
                </a:lnTo>
                <a:lnTo>
                  <a:pt x="24003" y="17479"/>
                </a:lnTo>
                <a:lnTo>
                  <a:pt x="24295" y="17214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287" y="16682"/>
                </a:lnTo>
                <a:lnTo>
                  <a:pt x="25521" y="16576"/>
                </a:lnTo>
                <a:lnTo>
                  <a:pt x="25813" y="16417"/>
                </a:lnTo>
                <a:lnTo>
                  <a:pt x="26222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673"/>
                </a:lnTo>
                <a:lnTo>
                  <a:pt x="27682" y="15407"/>
                </a:lnTo>
                <a:lnTo>
                  <a:pt x="27799" y="15248"/>
                </a:lnTo>
                <a:lnTo>
                  <a:pt x="28208" y="15142"/>
                </a:lnTo>
                <a:lnTo>
                  <a:pt x="28500" y="15035"/>
                </a:lnTo>
                <a:lnTo>
                  <a:pt x="28792" y="14770"/>
                </a:lnTo>
                <a:lnTo>
                  <a:pt x="29084" y="14610"/>
                </a:lnTo>
                <a:lnTo>
                  <a:pt x="29376" y="14504"/>
                </a:lnTo>
                <a:lnTo>
                  <a:pt x="29609" y="14504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3973"/>
                </a:lnTo>
                <a:lnTo>
                  <a:pt x="30777" y="13867"/>
                </a:lnTo>
                <a:lnTo>
                  <a:pt x="31069" y="13601"/>
                </a:lnTo>
                <a:lnTo>
                  <a:pt x="31303" y="13495"/>
                </a:lnTo>
                <a:lnTo>
                  <a:pt x="31595" y="13335"/>
                </a:lnTo>
                <a:lnTo>
                  <a:pt x="31887" y="13229"/>
                </a:lnTo>
                <a:lnTo>
                  <a:pt x="32179" y="12963"/>
                </a:lnTo>
                <a:lnTo>
                  <a:pt x="32588" y="12857"/>
                </a:lnTo>
                <a:lnTo>
                  <a:pt x="32880" y="12698"/>
                </a:lnTo>
                <a:lnTo>
                  <a:pt x="33288" y="12326"/>
                </a:lnTo>
                <a:lnTo>
                  <a:pt x="33580" y="12166"/>
                </a:lnTo>
                <a:lnTo>
                  <a:pt x="33872" y="12166"/>
                </a:lnTo>
                <a:lnTo>
                  <a:pt x="34164" y="12060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566" y="11157"/>
                </a:lnTo>
                <a:lnTo>
                  <a:pt x="35858" y="11051"/>
                </a:lnTo>
                <a:lnTo>
                  <a:pt x="36092" y="10891"/>
                </a:lnTo>
                <a:lnTo>
                  <a:pt x="36384" y="10785"/>
                </a:lnTo>
                <a:lnTo>
                  <a:pt x="36851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785" y="9882"/>
                </a:lnTo>
                <a:lnTo>
                  <a:pt x="38077" y="9882"/>
                </a:lnTo>
                <a:lnTo>
                  <a:pt x="38369" y="9775"/>
                </a:lnTo>
                <a:lnTo>
                  <a:pt x="38778" y="9616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946" y="8979"/>
                </a:lnTo>
                <a:lnTo>
                  <a:pt x="40180" y="8713"/>
                </a:lnTo>
                <a:lnTo>
                  <a:pt x="40355" y="8607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075"/>
                </a:lnTo>
                <a:lnTo>
                  <a:pt x="41640" y="7969"/>
                </a:lnTo>
                <a:lnTo>
                  <a:pt x="41874" y="7810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3042" y="7331"/>
                </a:lnTo>
                <a:lnTo>
                  <a:pt x="43334" y="7172"/>
                </a:lnTo>
                <a:lnTo>
                  <a:pt x="43567" y="6906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35"/>
                </a:lnTo>
                <a:lnTo>
                  <a:pt x="44735" y="6269"/>
                </a:lnTo>
                <a:lnTo>
                  <a:pt x="45144" y="6163"/>
                </a:lnTo>
                <a:lnTo>
                  <a:pt x="45436" y="6056"/>
                </a:lnTo>
                <a:lnTo>
                  <a:pt x="45553" y="5897"/>
                </a:lnTo>
                <a:lnTo>
                  <a:pt x="45845" y="5631"/>
                </a:lnTo>
                <a:lnTo>
                  <a:pt x="46137" y="5525"/>
                </a:lnTo>
                <a:lnTo>
                  <a:pt x="46429" y="5366"/>
                </a:lnTo>
                <a:lnTo>
                  <a:pt x="46721" y="5259"/>
                </a:lnTo>
                <a:lnTo>
                  <a:pt x="47130" y="5153"/>
                </a:lnTo>
                <a:lnTo>
                  <a:pt x="47422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123" y="4516"/>
                </a:lnTo>
                <a:lnTo>
                  <a:pt x="48415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453"/>
                </a:lnTo>
                <a:lnTo>
                  <a:pt x="50342" y="3187"/>
                </a:lnTo>
                <a:lnTo>
                  <a:pt x="50634" y="3081"/>
                </a:lnTo>
                <a:lnTo>
                  <a:pt x="50926" y="2975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284"/>
                </a:lnTo>
                <a:lnTo>
                  <a:pt x="52736" y="2072"/>
                </a:lnTo>
                <a:lnTo>
                  <a:pt x="52911" y="1912"/>
                </a:lnTo>
                <a:lnTo>
                  <a:pt x="53320" y="1806"/>
                </a:lnTo>
                <a:lnTo>
                  <a:pt x="53612" y="1647"/>
                </a:lnTo>
                <a:lnTo>
                  <a:pt x="53904" y="1434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743"/>
                </a:lnTo>
                <a:lnTo>
                  <a:pt x="55306" y="637"/>
                </a:lnTo>
                <a:lnTo>
                  <a:pt x="55598" y="531"/>
                </a:lnTo>
                <a:lnTo>
                  <a:pt x="55890" y="531"/>
                </a:lnTo>
                <a:lnTo>
                  <a:pt x="56124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7042668" y="5050493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178"/>
                </a:lnTo>
                <a:lnTo>
                  <a:pt x="584" y="29912"/>
                </a:lnTo>
                <a:lnTo>
                  <a:pt x="992" y="29752"/>
                </a:lnTo>
                <a:lnTo>
                  <a:pt x="1284" y="29646"/>
                </a:lnTo>
                <a:lnTo>
                  <a:pt x="1401" y="29487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511" y="28849"/>
                </a:lnTo>
                <a:lnTo>
                  <a:pt x="2978" y="28637"/>
                </a:lnTo>
                <a:lnTo>
                  <a:pt x="3270" y="28477"/>
                </a:lnTo>
                <a:lnTo>
                  <a:pt x="3504" y="28477"/>
                </a:lnTo>
                <a:lnTo>
                  <a:pt x="3796" y="28371"/>
                </a:lnTo>
                <a:lnTo>
                  <a:pt x="3971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73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183" y="26405"/>
                </a:lnTo>
                <a:lnTo>
                  <a:pt x="7475" y="26193"/>
                </a:lnTo>
                <a:lnTo>
                  <a:pt x="7767" y="26193"/>
                </a:lnTo>
                <a:lnTo>
                  <a:pt x="8059" y="26033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55"/>
                </a:lnTo>
                <a:lnTo>
                  <a:pt x="9169" y="25396"/>
                </a:lnTo>
                <a:lnTo>
                  <a:pt x="9461" y="25290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121"/>
                </a:lnTo>
                <a:lnTo>
                  <a:pt x="11680" y="24014"/>
                </a:lnTo>
                <a:lnTo>
                  <a:pt x="11972" y="23855"/>
                </a:lnTo>
                <a:lnTo>
                  <a:pt x="12264" y="23749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314"/>
                </a:lnTo>
                <a:lnTo>
                  <a:pt x="15067" y="22208"/>
                </a:lnTo>
                <a:lnTo>
                  <a:pt x="15534" y="21942"/>
                </a:lnTo>
                <a:lnTo>
                  <a:pt x="15768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527" y="21411"/>
                </a:lnTo>
                <a:lnTo>
                  <a:pt x="16761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330" y="19870"/>
                </a:lnTo>
                <a:lnTo>
                  <a:pt x="19739" y="19764"/>
                </a:lnTo>
                <a:lnTo>
                  <a:pt x="20031" y="19498"/>
                </a:lnTo>
                <a:lnTo>
                  <a:pt x="20323" y="19392"/>
                </a:lnTo>
                <a:lnTo>
                  <a:pt x="20615" y="19233"/>
                </a:lnTo>
                <a:lnTo>
                  <a:pt x="20849" y="19233"/>
                </a:lnTo>
                <a:lnTo>
                  <a:pt x="21141" y="18967"/>
                </a:lnTo>
                <a:lnTo>
                  <a:pt x="21433" y="18861"/>
                </a:lnTo>
                <a:lnTo>
                  <a:pt x="21725" y="18754"/>
                </a:lnTo>
                <a:lnTo>
                  <a:pt x="22017" y="18595"/>
                </a:lnTo>
                <a:lnTo>
                  <a:pt x="22309" y="18329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054"/>
                </a:lnTo>
                <a:lnTo>
                  <a:pt x="24820" y="16948"/>
                </a:lnTo>
                <a:lnTo>
                  <a:pt x="25112" y="16789"/>
                </a:lnTo>
                <a:lnTo>
                  <a:pt x="25404" y="16789"/>
                </a:lnTo>
                <a:lnTo>
                  <a:pt x="25638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31" y="15673"/>
                </a:lnTo>
                <a:lnTo>
                  <a:pt x="27624" y="15514"/>
                </a:lnTo>
                <a:lnTo>
                  <a:pt x="28091" y="15248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025" y="14610"/>
                </a:lnTo>
                <a:lnTo>
                  <a:pt x="29317" y="14504"/>
                </a:lnTo>
                <a:lnTo>
                  <a:pt x="29609" y="14504"/>
                </a:lnTo>
                <a:lnTo>
                  <a:pt x="29901" y="14345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707"/>
                </a:lnTo>
                <a:lnTo>
                  <a:pt x="31420" y="13441"/>
                </a:lnTo>
                <a:lnTo>
                  <a:pt x="31595" y="13335"/>
                </a:lnTo>
                <a:lnTo>
                  <a:pt x="31887" y="13229"/>
                </a:lnTo>
                <a:lnTo>
                  <a:pt x="32296" y="13070"/>
                </a:lnTo>
                <a:lnTo>
                  <a:pt x="32588" y="12804"/>
                </a:lnTo>
                <a:lnTo>
                  <a:pt x="32880" y="12698"/>
                </a:lnTo>
                <a:lnTo>
                  <a:pt x="33113" y="12591"/>
                </a:lnTo>
                <a:lnTo>
                  <a:pt x="33405" y="12432"/>
                </a:lnTo>
                <a:lnTo>
                  <a:pt x="33697" y="12166"/>
                </a:lnTo>
                <a:lnTo>
                  <a:pt x="33989" y="12166"/>
                </a:lnTo>
                <a:lnTo>
                  <a:pt x="34281" y="12060"/>
                </a:lnTo>
                <a:lnTo>
                  <a:pt x="34573" y="11901"/>
                </a:lnTo>
                <a:lnTo>
                  <a:pt x="34807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75" y="11051"/>
                </a:lnTo>
                <a:lnTo>
                  <a:pt x="36267" y="10891"/>
                </a:lnTo>
                <a:lnTo>
                  <a:pt x="36501" y="10785"/>
                </a:lnTo>
                <a:lnTo>
                  <a:pt x="36793" y="10626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194" y="9882"/>
                </a:lnTo>
                <a:lnTo>
                  <a:pt x="38661" y="9722"/>
                </a:lnTo>
                <a:lnTo>
                  <a:pt x="38895" y="9616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085"/>
                </a:lnTo>
                <a:lnTo>
                  <a:pt x="39888" y="8979"/>
                </a:lnTo>
                <a:lnTo>
                  <a:pt x="40180" y="8713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874" y="7810"/>
                </a:lnTo>
                <a:lnTo>
                  <a:pt x="42166" y="7703"/>
                </a:lnTo>
                <a:lnTo>
                  <a:pt x="42458" y="7544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742" y="6906"/>
                </a:lnTo>
                <a:lnTo>
                  <a:pt x="43976" y="6800"/>
                </a:lnTo>
                <a:lnTo>
                  <a:pt x="44151" y="6641"/>
                </a:lnTo>
                <a:lnTo>
                  <a:pt x="44443" y="6535"/>
                </a:lnTo>
                <a:lnTo>
                  <a:pt x="44852" y="6269"/>
                </a:lnTo>
                <a:lnTo>
                  <a:pt x="45144" y="6163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259"/>
                </a:lnTo>
                <a:lnTo>
                  <a:pt x="47130" y="5100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239" y="4462"/>
                </a:lnTo>
                <a:lnTo>
                  <a:pt x="48531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559"/>
                </a:lnTo>
                <a:lnTo>
                  <a:pt x="50225" y="3453"/>
                </a:lnTo>
                <a:lnTo>
                  <a:pt x="50459" y="3187"/>
                </a:lnTo>
                <a:lnTo>
                  <a:pt x="50751" y="3081"/>
                </a:lnTo>
                <a:lnTo>
                  <a:pt x="51218" y="2922"/>
                </a:lnTo>
                <a:lnTo>
                  <a:pt x="51451" y="2922"/>
                </a:lnTo>
                <a:lnTo>
                  <a:pt x="51627" y="2709"/>
                </a:lnTo>
                <a:lnTo>
                  <a:pt x="51919" y="2550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3145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381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743"/>
                </a:lnTo>
                <a:lnTo>
                  <a:pt x="55423" y="637"/>
                </a:lnTo>
                <a:lnTo>
                  <a:pt x="55715" y="637"/>
                </a:lnTo>
                <a:lnTo>
                  <a:pt x="56007" y="478"/>
                </a:lnTo>
                <a:lnTo>
                  <a:pt x="56240" y="265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7099376" y="5020209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700" y="29912"/>
                </a:lnTo>
                <a:lnTo>
                  <a:pt x="992" y="29752"/>
                </a:lnTo>
                <a:lnTo>
                  <a:pt x="1226" y="29646"/>
                </a:lnTo>
                <a:lnTo>
                  <a:pt x="1518" y="29487"/>
                </a:lnTo>
                <a:lnTo>
                  <a:pt x="1810" y="29221"/>
                </a:lnTo>
                <a:lnTo>
                  <a:pt x="2102" y="29115"/>
                </a:lnTo>
                <a:lnTo>
                  <a:pt x="2394" y="29009"/>
                </a:lnTo>
                <a:lnTo>
                  <a:pt x="2511" y="28849"/>
                </a:lnTo>
                <a:lnTo>
                  <a:pt x="2920" y="28584"/>
                </a:lnTo>
                <a:lnTo>
                  <a:pt x="3212" y="28477"/>
                </a:lnTo>
                <a:lnTo>
                  <a:pt x="3504" y="28477"/>
                </a:lnTo>
                <a:lnTo>
                  <a:pt x="3796" y="28371"/>
                </a:lnTo>
                <a:lnTo>
                  <a:pt x="4088" y="28105"/>
                </a:lnTo>
                <a:lnTo>
                  <a:pt x="4380" y="27946"/>
                </a:lnTo>
                <a:lnTo>
                  <a:pt x="4613" y="27840"/>
                </a:lnTo>
                <a:lnTo>
                  <a:pt x="4905" y="2773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307" y="26830"/>
                </a:lnTo>
                <a:lnTo>
                  <a:pt x="6599" y="26671"/>
                </a:lnTo>
                <a:lnTo>
                  <a:pt x="7008" y="26565"/>
                </a:lnTo>
                <a:lnTo>
                  <a:pt x="7300" y="26405"/>
                </a:lnTo>
                <a:lnTo>
                  <a:pt x="7475" y="26193"/>
                </a:lnTo>
                <a:lnTo>
                  <a:pt x="7767" y="26193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02"/>
                </a:lnTo>
                <a:lnTo>
                  <a:pt x="9285" y="25396"/>
                </a:lnTo>
                <a:lnTo>
                  <a:pt x="9577" y="25290"/>
                </a:lnTo>
                <a:lnTo>
                  <a:pt x="9869" y="25024"/>
                </a:lnTo>
                <a:lnTo>
                  <a:pt x="9986" y="24864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3961"/>
                </a:lnTo>
                <a:lnTo>
                  <a:pt x="12089" y="23855"/>
                </a:lnTo>
                <a:lnTo>
                  <a:pt x="12381" y="23749"/>
                </a:lnTo>
                <a:lnTo>
                  <a:pt x="12556" y="23589"/>
                </a:lnTo>
                <a:lnTo>
                  <a:pt x="12789" y="23483"/>
                </a:lnTo>
                <a:lnTo>
                  <a:pt x="13257" y="23217"/>
                </a:lnTo>
                <a:lnTo>
                  <a:pt x="13549" y="23111"/>
                </a:lnTo>
                <a:lnTo>
                  <a:pt x="13782" y="22952"/>
                </a:lnTo>
                <a:lnTo>
                  <a:pt x="14074" y="22846"/>
                </a:lnTo>
                <a:lnTo>
                  <a:pt x="14366" y="22580"/>
                </a:lnTo>
                <a:lnTo>
                  <a:pt x="14658" y="22420"/>
                </a:lnTo>
                <a:lnTo>
                  <a:pt x="14950" y="22314"/>
                </a:lnTo>
                <a:lnTo>
                  <a:pt x="15476" y="21942"/>
                </a:lnTo>
                <a:lnTo>
                  <a:pt x="15768" y="21783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11"/>
                </a:lnTo>
                <a:lnTo>
                  <a:pt x="16878" y="21305"/>
                </a:lnTo>
                <a:lnTo>
                  <a:pt x="17170" y="21145"/>
                </a:lnTo>
                <a:lnTo>
                  <a:pt x="17637" y="21039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571" y="20402"/>
                </a:lnTo>
                <a:lnTo>
                  <a:pt x="18863" y="20136"/>
                </a:lnTo>
                <a:lnTo>
                  <a:pt x="19155" y="20030"/>
                </a:lnTo>
                <a:lnTo>
                  <a:pt x="19564" y="19870"/>
                </a:lnTo>
                <a:lnTo>
                  <a:pt x="19856" y="19764"/>
                </a:lnTo>
                <a:lnTo>
                  <a:pt x="20031" y="19498"/>
                </a:lnTo>
                <a:lnTo>
                  <a:pt x="20265" y="19339"/>
                </a:lnTo>
                <a:lnTo>
                  <a:pt x="20557" y="19233"/>
                </a:lnTo>
                <a:lnTo>
                  <a:pt x="20849" y="19233"/>
                </a:lnTo>
                <a:lnTo>
                  <a:pt x="21141" y="18967"/>
                </a:lnTo>
                <a:lnTo>
                  <a:pt x="21433" y="18861"/>
                </a:lnTo>
                <a:lnTo>
                  <a:pt x="21842" y="18701"/>
                </a:lnTo>
                <a:lnTo>
                  <a:pt x="22134" y="18595"/>
                </a:lnTo>
                <a:lnTo>
                  <a:pt x="22426" y="18329"/>
                </a:lnTo>
                <a:lnTo>
                  <a:pt x="22835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827" y="17586"/>
                </a:lnTo>
                <a:lnTo>
                  <a:pt x="24119" y="17426"/>
                </a:lnTo>
                <a:lnTo>
                  <a:pt x="24353" y="17320"/>
                </a:lnTo>
                <a:lnTo>
                  <a:pt x="24645" y="17054"/>
                </a:lnTo>
                <a:lnTo>
                  <a:pt x="24937" y="16948"/>
                </a:lnTo>
                <a:lnTo>
                  <a:pt x="25112" y="16948"/>
                </a:lnTo>
                <a:lnTo>
                  <a:pt x="25346" y="16789"/>
                </a:lnTo>
                <a:lnTo>
                  <a:pt x="25813" y="16523"/>
                </a:lnTo>
                <a:lnTo>
                  <a:pt x="26047" y="16417"/>
                </a:lnTo>
                <a:lnTo>
                  <a:pt x="26339" y="16257"/>
                </a:lnTo>
                <a:lnTo>
                  <a:pt x="26631" y="16151"/>
                </a:lnTo>
                <a:lnTo>
                  <a:pt x="26923" y="15885"/>
                </a:lnTo>
                <a:lnTo>
                  <a:pt x="27215" y="15779"/>
                </a:lnTo>
                <a:lnTo>
                  <a:pt x="27507" y="15620"/>
                </a:lnTo>
                <a:lnTo>
                  <a:pt x="28032" y="15248"/>
                </a:lnTo>
                <a:lnTo>
                  <a:pt x="28324" y="15142"/>
                </a:lnTo>
                <a:lnTo>
                  <a:pt x="28616" y="14982"/>
                </a:lnTo>
                <a:lnTo>
                  <a:pt x="28908" y="14876"/>
                </a:lnTo>
                <a:lnTo>
                  <a:pt x="29200" y="14610"/>
                </a:lnTo>
                <a:lnTo>
                  <a:pt x="29434" y="14610"/>
                </a:lnTo>
                <a:lnTo>
                  <a:pt x="29726" y="14504"/>
                </a:lnTo>
                <a:lnTo>
                  <a:pt x="30135" y="14345"/>
                </a:lnTo>
                <a:lnTo>
                  <a:pt x="30310" y="14079"/>
                </a:lnTo>
                <a:lnTo>
                  <a:pt x="30602" y="13973"/>
                </a:lnTo>
                <a:lnTo>
                  <a:pt x="30894" y="13867"/>
                </a:lnTo>
                <a:lnTo>
                  <a:pt x="31128" y="13707"/>
                </a:lnTo>
                <a:lnTo>
                  <a:pt x="31420" y="13441"/>
                </a:lnTo>
                <a:lnTo>
                  <a:pt x="31712" y="13335"/>
                </a:lnTo>
                <a:lnTo>
                  <a:pt x="32120" y="13229"/>
                </a:lnTo>
                <a:lnTo>
                  <a:pt x="32412" y="13070"/>
                </a:lnTo>
                <a:lnTo>
                  <a:pt x="32704" y="12804"/>
                </a:lnTo>
                <a:lnTo>
                  <a:pt x="33113" y="12538"/>
                </a:lnTo>
                <a:lnTo>
                  <a:pt x="33405" y="12432"/>
                </a:lnTo>
                <a:lnTo>
                  <a:pt x="33697" y="12326"/>
                </a:lnTo>
                <a:lnTo>
                  <a:pt x="33989" y="12166"/>
                </a:lnTo>
                <a:lnTo>
                  <a:pt x="34398" y="12060"/>
                </a:lnTo>
                <a:lnTo>
                  <a:pt x="34690" y="11901"/>
                </a:lnTo>
                <a:lnTo>
                  <a:pt x="34982" y="11688"/>
                </a:lnTo>
                <a:lnTo>
                  <a:pt x="35216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17" y="10997"/>
                </a:lnTo>
                <a:lnTo>
                  <a:pt x="36384" y="10891"/>
                </a:lnTo>
                <a:lnTo>
                  <a:pt x="36676" y="10785"/>
                </a:lnTo>
                <a:lnTo>
                  <a:pt x="36909" y="10626"/>
                </a:lnTo>
                <a:lnTo>
                  <a:pt x="37201" y="10360"/>
                </a:lnTo>
                <a:lnTo>
                  <a:pt x="37493" y="10254"/>
                </a:lnTo>
                <a:lnTo>
                  <a:pt x="37902" y="9988"/>
                </a:lnTo>
                <a:lnTo>
                  <a:pt x="38369" y="9882"/>
                </a:lnTo>
                <a:lnTo>
                  <a:pt x="38603" y="9722"/>
                </a:lnTo>
                <a:lnTo>
                  <a:pt x="38895" y="9616"/>
                </a:lnTo>
                <a:lnTo>
                  <a:pt x="39187" y="9457"/>
                </a:lnTo>
                <a:lnTo>
                  <a:pt x="39479" y="9244"/>
                </a:lnTo>
                <a:lnTo>
                  <a:pt x="39771" y="9085"/>
                </a:lnTo>
                <a:lnTo>
                  <a:pt x="40005" y="8979"/>
                </a:lnTo>
                <a:lnTo>
                  <a:pt x="40180" y="8819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182"/>
                </a:lnTo>
                <a:lnTo>
                  <a:pt x="41698" y="7916"/>
                </a:lnTo>
                <a:lnTo>
                  <a:pt x="41990" y="7810"/>
                </a:lnTo>
                <a:lnTo>
                  <a:pt x="42282" y="7703"/>
                </a:lnTo>
                <a:lnTo>
                  <a:pt x="42691" y="7544"/>
                </a:lnTo>
                <a:lnTo>
                  <a:pt x="42866" y="7438"/>
                </a:lnTo>
                <a:lnTo>
                  <a:pt x="43158" y="7278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800"/>
                </a:lnTo>
                <a:lnTo>
                  <a:pt x="44268" y="6641"/>
                </a:lnTo>
                <a:lnTo>
                  <a:pt x="44677" y="6535"/>
                </a:lnTo>
                <a:lnTo>
                  <a:pt x="44969" y="6375"/>
                </a:lnTo>
                <a:lnTo>
                  <a:pt x="45261" y="6163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525"/>
                </a:lnTo>
                <a:lnTo>
                  <a:pt x="46546" y="5366"/>
                </a:lnTo>
                <a:lnTo>
                  <a:pt x="46954" y="5259"/>
                </a:lnTo>
                <a:lnTo>
                  <a:pt x="47246" y="5259"/>
                </a:lnTo>
                <a:lnTo>
                  <a:pt x="47480" y="4994"/>
                </a:lnTo>
                <a:lnTo>
                  <a:pt x="47772" y="4834"/>
                </a:lnTo>
                <a:lnTo>
                  <a:pt x="47947" y="4728"/>
                </a:lnTo>
                <a:lnTo>
                  <a:pt x="48239" y="4622"/>
                </a:lnTo>
                <a:lnTo>
                  <a:pt x="48473" y="4356"/>
                </a:lnTo>
                <a:lnTo>
                  <a:pt x="48940" y="4197"/>
                </a:lnTo>
                <a:lnTo>
                  <a:pt x="49174" y="4091"/>
                </a:lnTo>
                <a:lnTo>
                  <a:pt x="49466" y="3984"/>
                </a:lnTo>
                <a:lnTo>
                  <a:pt x="49758" y="3719"/>
                </a:lnTo>
                <a:lnTo>
                  <a:pt x="50050" y="3559"/>
                </a:lnTo>
                <a:lnTo>
                  <a:pt x="50342" y="3453"/>
                </a:lnTo>
                <a:lnTo>
                  <a:pt x="50459" y="3294"/>
                </a:lnTo>
                <a:lnTo>
                  <a:pt x="50867" y="3081"/>
                </a:lnTo>
                <a:lnTo>
                  <a:pt x="51159" y="2922"/>
                </a:lnTo>
                <a:lnTo>
                  <a:pt x="51451" y="2922"/>
                </a:lnTo>
                <a:lnTo>
                  <a:pt x="51743" y="2815"/>
                </a:lnTo>
                <a:lnTo>
                  <a:pt x="52035" y="2550"/>
                </a:lnTo>
                <a:lnTo>
                  <a:pt x="52327" y="2443"/>
                </a:lnTo>
                <a:lnTo>
                  <a:pt x="52561" y="2284"/>
                </a:lnTo>
                <a:lnTo>
                  <a:pt x="52736" y="2178"/>
                </a:lnTo>
                <a:lnTo>
                  <a:pt x="53145" y="1912"/>
                </a:lnTo>
                <a:lnTo>
                  <a:pt x="53437" y="1753"/>
                </a:lnTo>
                <a:lnTo>
                  <a:pt x="53729" y="1647"/>
                </a:lnTo>
                <a:lnTo>
                  <a:pt x="54021" y="1540"/>
                </a:lnTo>
                <a:lnTo>
                  <a:pt x="54255" y="1275"/>
                </a:lnTo>
                <a:lnTo>
                  <a:pt x="54547" y="1115"/>
                </a:lnTo>
                <a:lnTo>
                  <a:pt x="54839" y="1009"/>
                </a:lnTo>
                <a:lnTo>
                  <a:pt x="55248" y="903"/>
                </a:lnTo>
                <a:lnTo>
                  <a:pt x="55423" y="637"/>
                </a:lnTo>
                <a:lnTo>
                  <a:pt x="55715" y="637"/>
                </a:lnTo>
                <a:lnTo>
                  <a:pt x="55948" y="478"/>
                </a:lnTo>
                <a:lnTo>
                  <a:pt x="56240" y="371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7156201" y="4989924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408" y="30124"/>
                </a:lnTo>
                <a:lnTo>
                  <a:pt x="700" y="30018"/>
                </a:lnTo>
                <a:lnTo>
                  <a:pt x="992" y="29752"/>
                </a:lnTo>
                <a:lnTo>
                  <a:pt x="1401" y="29487"/>
                </a:lnTo>
                <a:lnTo>
                  <a:pt x="1693" y="29381"/>
                </a:lnTo>
                <a:lnTo>
                  <a:pt x="1985" y="29115"/>
                </a:lnTo>
                <a:lnTo>
                  <a:pt x="2219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12" y="28584"/>
                </a:lnTo>
                <a:lnTo>
                  <a:pt x="3504" y="28477"/>
                </a:lnTo>
                <a:lnTo>
                  <a:pt x="3679" y="28318"/>
                </a:lnTo>
                <a:lnTo>
                  <a:pt x="3912" y="28212"/>
                </a:lnTo>
                <a:lnTo>
                  <a:pt x="4204" y="27946"/>
                </a:lnTo>
                <a:lnTo>
                  <a:pt x="4672" y="27840"/>
                </a:lnTo>
                <a:lnTo>
                  <a:pt x="4905" y="27680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7043"/>
                </a:lnTo>
                <a:lnTo>
                  <a:pt x="6599" y="26671"/>
                </a:lnTo>
                <a:lnTo>
                  <a:pt x="6891" y="26565"/>
                </a:lnTo>
                <a:lnTo>
                  <a:pt x="7183" y="26405"/>
                </a:lnTo>
                <a:lnTo>
                  <a:pt x="7475" y="26299"/>
                </a:lnTo>
                <a:lnTo>
                  <a:pt x="7767" y="26140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768"/>
                </a:lnTo>
                <a:lnTo>
                  <a:pt x="8877" y="25502"/>
                </a:lnTo>
                <a:lnTo>
                  <a:pt x="9169" y="25396"/>
                </a:lnTo>
                <a:lnTo>
                  <a:pt x="9461" y="25236"/>
                </a:lnTo>
                <a:lnTo>
                  <a:pt x="9694" y="25130"/>
                </a:lnTo>
                <a:lnTo>
                  <a:pt x="9986" y="24864"/>
                </a:lnTo>
                <a:lnTo>
                  <a:pt x="10278" y="24758"/>
                </a:lnTo>
                <a:lnTo>
                  <a:pt x="10570" y="24599"/>
                </a:lnTo>
                <a:lnTo>
                  <a:pt x="10979" y="24493"/>
                </a:lnTo>
                <a:lnTo>
                  <a:pt x="11154" y="24227"/>
                </a:lnTo>
                <a:lnTo>
                  <a:pt x="11388" y="24121"/>
                </a:lnTo>
                <a:lnTo>
                  <a:pt x="11680" y="23961"/>
                </a:lnTo>
                <a:lnTo>
                  <a:pt x="11972" y="23961"/>
                </a:lnTo>
                <a:lnTo>
                  <a:pt x="12264" y="23696"/>
                </a:lnTo>
                <a:lnTo>
                  <a:pt x="12556" y="23589"/>
                </a:lnTo>
                <a:lnTo>
                  <a:pt x="12965" y="23483"/>
                </a:lnTo>
                <a:lnTo>
                  <a:pt x="13257" y="23324"/>
                </a:lnTo>
                <a:lnTo>
                  <a:pt x="13549" y="23058"/>
                </a:lnTo>
                <a:lnTo>
                  <a:pt x="13958" y="22846"/>
                </a:lnTo>
                <a:lnTo>
                  <a:pt x="14250" y="22686"/>
                </a:lnTo>
                <a:lnTo>
                  <a:pt x="14542" y="22420"/>
                </a:lnTo>
                <a:lnTo>
                  <a:pt x="14775" y="22314"/>
                </a:lnTo>
                <a:lnTo>
                  <a:pt x="15242" y="22155"/>
                </a:lnTo>
                <a:lnTo>
                  <a:pt x="15476" y="22049"/>
                </a:lnTo>
                <a:lnTo>
                  <a:pt x="15768" y="21783"/>
                </a:lnTo>
                <a:lnTo>
                  <a:pt x="16060" y="21677"/>
                </a:lnTo>
                <a:lnTo>
                  <a:pt x="16235" y="21517"/>
                </a:lnTo>
                <a:lnTo>
                  <a:pt x="16469" y="21517"/>
                </a:lnTo>
                <a:lnTo>
                  <a:pt x="16761" y="21305"/>
                </a:lnTo>
                <a:lnTo>
                  <a:pt x="17170" y="21145"/>
                </a:lnTo>
                <a:lnTo>
                  <a:pt x="17462" y="21039"/>
                </a:lnTo>
                <a:lnTo>
                  <a:pt x="17754" y="20880"/>
                </a:lnTo>
                <a:lnTo>
                  <a:pt x="18046" y="20614"/>
                </a:lnTo>
                <a:lnTo>
                  <a:pt x="18338" y="20508"/>
                </a:lnTo>
                <a:lnTo>
                  <a:pt x="18630" y="20402"/>
                </a:lnTo>
                <a:lnTo>
                  <a:pt x="18746" y="20242"/>
                </a:lnTo>
                <a:lnTo>
                  <a:pt x="19155" y="19976"/>
                </a:lnTo>
                <a:lnTo>
                  <a:pt x="19447" y="19870"/>
                </a:lnTo>
                <a:lnTo>
                  <a:pt x="19739" y="19764"/>
                </a:lnTo>
                <a:lnTo>
                  <a:pt x="20031" y="19605"/>
                </a:lnTo>
                <a:lnTo>
                  <a:pt x="20323" y="19339"/>
                </a:lnTo>
                <a:lnTo>
                  <a:pt x="20557" y="19233"/>
                </a:lnTo>
                <a:lnTo>
                  <a:pt x="20849" y="19233"/>
                </a:lnTo>
                <a:lnTo>
                  <a:pt x="21141" y="19073"/>
                </a:lnTo>
                <a:lnTo>
                  <a:pt x="21433" y="18861"/>
                </a:lnTo>
                <a:lnTo>
                  <a:pt x="21725" y="18701"/>
                </a:lnTo>
                <a:lnTo>
                  <a:pt x="22017" y="18595"/>
                </a:lnTo>
                <a:lnTo>
                  <a:pt x="22251" y="18436"/>
                </a:lnTo>
                <a:lnTo>
                  <a:pt x="22543" y="18223"/>
                </a:lnTo>
                <a:lnTo>
                  <a:pt x="22835" y="18064"/>
                </a:lnTo>
                <a:lnTo>
                  <a:pt x="23127" y="17958"/>
                </a:lnTo>
                <a:lnTo>
                  <a:pt x="23535" y="17798"/>
                </a:lnTo>
                <a:lnTo>
                  <a:pt x="23711" y="17532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161"/>
                </a:lnTo>
                <a:lnTo>
                  <a:pt x="24820" y="16895"/>
                </a:lnTo>
                <a:lnTo>
                  <a:pt x="25112" y="16895"/>
                </a:lnTo>
                <a:lnTo>
                  <a:pt x="25521" y="16789"/>
                </a:lnTo>
                <a:lnTo>
                  <a:pt x="25813" y="16682"/>
                </a:lnTo>
                <a:lnTo>
                  <a:pt x="26105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6045"/>
                </a:lnTo>
                <a:lnTo>
                  <a:pt x="27039" y="15779"/>
                </a:lnTo>
                <a:lnTo>
                  <a:pt x="27331" y="15620"/>
                </a:lnTo>
                <a:lnTo>
                  <a:pt x="27799" y="15514"/>
                </a:lnTo>
                <a:lnTo>
                  <a:pt x="28032" y="15354"/>
                </a:lnTo>
                <a:lnTo>
                  <a:pt x="28324" y="15142"/>
                </a:lnTo>
                <a:lnTo>
                  <a:pt x="28616" y="14982"/>
                </a:lnTo>
                <a:lnTo>
                  <a:pt x="29025" y="14717"/>
                </a:lnTo>
                <a:lnTo>
                  <a:pt x="29317" y="14610"/>
                </a:lnTo>
                <a:lnTo>
                  <a:pt x="29726" y="14504"/>
                </a:lnTo>
                <a:lnTo>
                  <a:pt x="30018" y="14345"/>
                </a:lnTo>
                <a:lnTo>
                  <a:pt x="30310" y="14238"/>
                </a:lnTo>
                <a:lnTo>
                  <a:pt x="30602" y="13973"/>
                </a:lnTo>
                <a:lnTo>
                  <a:pt x="30894" y="13813"/>
                </a:lnTo>
                <a:lnTo>
                  <a:pt x="31128" y="13707"/>
                </a:lnTo>
                <a:lnTo>
                  <a:pt x="31303" y="13601"/>
                </a:lnTo>
                <a:lnTo>
                  <a:pt x="31595" y="13335"/>
                </a:lnTo>
                <a:lnTo>
                  <a:pt x="32004" y="13176"/>
                </a:lnTo>
                <a:lnTo>
                  <a:pt x="32296" y="13070"/>
                </a:lnTo>
                <a:lnTo>
                  <a:pt x="32588" y="12963"/>
                </a:lnTo>
                <a:lnTo>
                  <a:pt x="32821" y="12698"/>
                </a:lnTo>
                <a:lnTo>
                  <a:pt x="33113" y="12538"/>
                </a:lnTo>
                <a:lnTo>
                  <a:pt x="33405" y="12432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2060"/>
                </a:lnTo>
                <a:lnTo>
                  <a:pt x="34515" y="11901"/>
                </a:lnTo>
                <a:lnTo>
                  <a:pt x="34807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6092" y="11157"/>
                </a:lnTo>
                <a:lnTo>
                  <a:pt x="36209" y="10891"/>
                </a:lnTo>
                <a:lnTo>
                  <a:pt x="36501" y="10732"/>
                </a:lnTo>
                <a:lnTo>
                  <a:pt x="36793" y="10626"/>
                </a:lnTo>
                <a:lnTo>
                  <a:pt x="37085" y="10519"/>
                </a:lnTo>
                <a:lnTo>
                  <a:pt x="37377" y="10254"/>
                </a:lnTo>
                <a:lnTo>
                  <a:pt x="37669" y="10094"/>
                </a:lnTo>
                <a:lnTo>
                  <a:pt x="37902" y="9988"/>
                </a:lnTo>
                <a:lnTo>
                  <a:pt x="38369" y="9988"/>
                </a:lnTo>
                <a:lnTo>
                  <a:pt x="38603" y="9722"/>
                </a:lnTo>
                <a:lnTo>
                  <a:pt x="38778" y="9616"/>
                </a:lnTo>
                <a:lnTo>
                  <a:pt x="39070" y="9457"/>
                </a:lnTo>
                <a:lnTo>
                  <a:pt x="39362" y="9350"/>
                </a:lnTo>
                <a:lnTo>
                  <a:pt x="39596" y="9085"/>
                </a:lnTo>
                <a:lnTo>
                  <a:pt x="39888" y="8979"/>
                </a:lnTo>
                <a:lnTo>
                  <a:pt x="40297" y="8819"/>
                </a:lnTo>
                <a:lnTo>
                  <a:pt x="40589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290" y="8182"/>
                </a:lnTo>
                <a:lnTo>
                  <a:pt x="41582" y="8075"/>
                </a:lnTo>
                <a:lnTo>
                  <a:pt x="41874" y="7810"/>
                </a:lnTo>
                <a:lnTo>
                  <a:pt x="42282" y="7650"/>
                </a:lnTo>
                <a:lnTo>
                  <a:pt x="42574" y="7650"/>
                </a:lnTo>
                <a:lnTo>
                  <a:pt x="42866" y="7544"/>
                </a:lnTo>
                <a:lnTo>
                  <a:pt x="43158" y="7278"/>
                </a:lnTo>
                <a:lnTo>
                  <a:pt x="43450" y="7172"/>
                </a:lnTo>
                <a:lnTo>
                  <a:pt x="43684" y="7013"/>
                </a:lnTo>
                <a:lnTo>
                  <a:pt x="43859" y="6906"/>
                </a:lnTo>
                <a:lnTo>
                  <a:pt x="44151" y="6641"/>
                </a:lnTo>
                <a:lnTo>
                  <a:pt x="44560" y="6535"/>
                </a:lnTo>
                <a:lnTo>
                  <a:pt x="44852" y="6375"/>
                </a:lnTo>
                <a:lnTo>
                  <a:pt x="45144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38"/>
                </a:lnTo>
                <a:lnTo>
                  <a:pt x="46254" y="5631"/>
                </a:lnTo>
                <a:lnTo>
                  <a:pt x="46546" y="5366"/>
                </a:lnTo>
                <a:lnTo>
                  <a:pt x="46838" y="5366"/>
                </a:lnTo>
                <a:lnTo>
                  <a:pt x="47071" y="5259"/>
                </a:lnTo>
                <a:lnTo>
                  <a:pt x="47363" y="5100"/>
                </a:lnTo>
                <a:lnTo>
                  <a:pt x="47655" y="4834"/>
                </a:lnTo>
                <a:lnTo>
                  <a:pt x="47947" y="4728"/>
                </a:lnTo>
                <a:lnTo>
                  <a:pt x="48239" y="4569"/>
                </a:lnTo>
                <a:lnTo>
                  <a:pt x="48648" y="4462"/>
                </a:lnTo>
                <a:lnTo>
                  <a:pt x="48765" y="4197"/>
                </a:lnTo>
                <a:lnTo>
                  <a:pt x="49057" y="4091"/>
                </a:lnTo>
                <a:lnTo>
                  <a:pt x="49349" y="3931"/>
                </a:lnTo>
                <a:lnTo>
                  <a:pt x="49641" y="3825"/>
                </a:lnTo>
                <a:lnTo>
                  <a:pt x="49933" y="3559"/>
                </a:lnTo>
                <a:lnTo>
                  <a:pt x="50167" y="3453"/>
                </a:lnTo>
                <a:lnTo>
                  <a:pt x="50459" y="3294"/>
                </a:lnTo>
                <a:lnTo>
                  <a:pt x="50926" y="3187"/>
                </a:lnTo>
                <a:lnTo>
                  <a:pt x="51159" y="2922"/>
                </a:lnTo>
                <a:lnTo>
                  <a:pt x="51335" y="2922"/>
                </a:lnTo>
                <a:lnTo>
                  <a:pt x="51627" y="2815"/>
                </a:lnTo>
                <a:lnTo>
                  <a:pt x="51860" y="2656"/>
                </a:lnTo>
                <a:lnTo>
                  <a:pt x="52152" y="2390"/>
                </a:lnTo>
                <a:lnTo>
                  <a:pt x="52444" y="2284"/>
                </a:lnTo>
                <a:lnTo>
                  <a:pt x="52853" y="2178"/>
                </a:lnTo>
                <a:lnTo>
                  <a:pt x="53145" y="2018"/>
                </a:lnTo>
                <a:lnTo>
                  <a:pt x="53437" y="1753"/>
                </a:lnTo>
                <a:lnTo>
                  <a:pt x="53729" y="1647"/>
                </a:lnTo>
                <a:lnTo>
                  <a:pt x="54138" y="1381"/>
                </a:lnTo>
                <a:lnTo>
                  <a:pt x="54430" y="1115"/>
                </a:lnTo>
                <a:lnTo>
                  <a:pt x="54839" y="1009"/>
                </a:lnTo>
                <a:lnTo>
                  <a:pt x="55131" y="850"/>
                </a:lnTo>
                <a:lnTo>
                  <a:pt x="55423" y="743"/>
                </a:lnTo>
                <a:lnTo>
                  <a:pt x="55715" y="637"/>
                </a:lnTo>
                <a:lnTo>
                  <a:pt x="55948" y="478"/>
                </a:lnTo>
                <a:lnTo>
                  <a:pt x="56240" y="371"/>
                </a:lnTo>
                <a:lnTo>
                  <a:pt x="56416" y="212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7212909" y="4959587"/>
            <a:ext cx="56941" cy="30337"/>
          </a:xfrm>
          <a:custGeom>
            <a:avLst/>
            <a:gdLst/>
            <a:ahLst/>
            <a:cxnLst/>
            <a:rect l="l" t="t" r="r" b="b"/>
            <a:pathLst>
              <a:path w="56941" h="30337">
                <a:moveTo>
                  <a:pt x="0" y="30337"/>
                </a:moveTo>
                <a:lnTo>
                  <a:pt x="408" y="30178"/>
                </a:lnTo>
                <a:lnTo>
                  <a:pt x="700" y="30071"/>
                </a:lnTo>
                <a:lnTo>
                  <a:pt x="934" y="29912"/>
                </a:lnTo>
                <a:lnTo>
                  <a:pt x="1226" y="29646"/>
                </a:lnTo>
                <a:lnTo>
                  <a:pt x="1518" y="29540"/>
                </a:lnTo>
                <a:lnTo>
                  <a:pt x="1810" y="29434"/>
                </a:lnTo>
                <a:lnTo>
                  <a:pt x="2102" y="29274"/>
                </a:lnTo>
                <a:lnTo>
                  <a:pt x="2394" y="29009"/>
                </a:lnTo>
                <a:lnTo>
                  <a:pt x="2628" y="28902"/>
                </a:lnTo>
                <a:lnTo>
                  <a:pt x="2920" y="28796"/>
                </a:lnTo>
                <a:lnTo>
                  <a:pt x="3212" y="28637"/>
                </a:lnTo>
                <a:lnTo>
                  <a:pt x="3504" y="28530"/>
                </a:lnTo>
                <a:lnTo>
                  <a:pt x="3796" y="28371"/>
                </a:lnTo>
                <a:lnTo>
                  <a:pt x="4088" y="28265"/>
                </a:lnTo>
                <a:lnTo>
                  <a:pt x="4496" y="28105"/>
                </a:lnTo>
                <a:lnTo>
                  <a:pt x="4788" y="27893"/>
                </a:lnTo>
                <a:lnTo>
                  <a:pt x="4905" y="27734"/>
                </a:lnTo>
                <a:lnTo>
                  <a:pt x="5197" y="27627"/>
                </a:lnTo>
                <a:lnTo>
                  <a:pt x="5489" y="27468"/>
                </a:lnTo>
                <a:lnTo>
                  <a:pt x="5781" y="27255"/>
                </a:lnTo>
                <a:lnTo>
                  <a:pt x="6015" y="27096"/>
                </a:lnTo>
                <a:lnTo>
                  <a:pt x="6307" y="26990"/>
                </a:lnTo>
                <a:lnTo>
                  <a:pt x="6716" y="26830"/>
                </a:lnTo>
                <a:lnTo>
                  <a:pt x="7008" y="26565"/>
                </a:lnTo>
                <a:lnTo>
                  <a:pt x="7183" y="26458"/>
                </a:lnTo>
                <a:lnTo>
                  <a:pt x="7475" y="26352"/>
                </a:lnTo>
                <a:lnTo>
                  <a:pt x="7709" y="26352"/>
                </a:lnTo>
                <a:lnTo>
                  <a:pt x="8001" y="26086"/>
                </a:lnTo>
                <a:lnTo>
                  <a:pt x="8293" y="25927"/>
                </a:lnTo>
                <a:lnTo>
                  <a:pt x="8701" y="25821"/>
                </a:lnTo>
                <a:lnTo>
                  <a:pt x="8993" y="25715"/>
                </a:lnTo>
                <a:lnTo>
                  <a:pt x="9285" y="25449"/>
                </a:lnTo>
                <a:lnTo>
                  <a:pt x="9577" y="25290"/>
                </a:lnTo>
                <a:lnTo>
                  <a:pt x="9986" y="25024"/>
                </a:lnTo>
                <a:lnTo>
                  <a:pt x="10278" y="24811"/>
                </a:lnTo>
                <a:lnTo>
                  <a:pt x="10687" y="24652"/>
                </a:lnTo>
                <a:lnTo>
                  <a:pt x="10979" y="24546"/>
                </a:lnTo>
                <a:lnTo>
                  <a:pt x="11271" y="24386"/>
                </a:lnTo>
                <a:lnTo>
                  <a:pt x="11563" y="24174"/>
                </a:lnTo>
                <a:lnTo>
                  <a:pt x="11797" y="24014"/>
                </a:lnTo>
                <a:lnTo>
                  <a:pt x="12089" y="24014"/>
                </a:lnTo>
                <a:lnTo>
                  <a:pt x="12264" y="23908"/>
                </a:lnTo>
                <a:lnTo>
                  <a:pt x="12497" y="23642"/>
                </a:lnTo>
                <a:lnTo>
                  <a:pt x="12965" y="23483"/>
                </a:lnTo>
                <a:lnTo>
                  <a:pt x="13257" y="23377"/>
                </a:lnTo>
                <a:lnTo>
                  <a:pt x="13490" y="23271"/>
                </a:lnTo>
                <a:lnTo>
                  <a:pt x="13782" y="23005"/>
                </a:lnTo>
                <a:lnTo>
                  <a:pt x="14074" y="22846"/>
                </a:lnTo>
                <a:lnTo>
                  <a:pt x="14366" y="22739"/>
                </a:lnTo>
                <a:lnTo>
                  <a:pt x="14658" y="22633"/>
                </a:lnTo>
                <a:lnTo>
                  <a:pt x="14950" y="22367"/>
                </a:lnTo>
                <a:lnTo>
                  <a:pt x="15184" y="22208"/>
                </a:lnTo>
                <a:lnTo>
                  <a:pt x="15476" y="22102"/>
                </a:lnTo>
                <a:lnTo>
                  <a:pt x="15768" y="21942"/>
                </a:lnTo>
                <a:lnTo>
                  <a:pt x="16060" y="21730"/>
                </a:lnTo>
                <a:lnTo>
                  <a:pt x="16352" y="21730"/>
                </a:lnTo>
                <a:lnTo>
                  <a:pt x="16586" y="21570"/>
                </a:lnTo>
                <a:lnTo>
                  <a:pt x="17053" y="21464"/>
                </a:lnTo>
                <a:lnTo>
                  <a:pt x="17345" y="21198"/>
                </a:lnTo>
                <a:lnTo>
                  <a:pt x="17754" y="20933"/>
                </a:lnTo>
                <a:lnTo>
                  <a:pt x="18046" y="20667"/>
                </a:lnTo>
                <a:lnTo>
                  <a:pt x="18279" y="20561"/>
                </a:lnTo>
                <a:lnTo>
                  <a:pt x="18571" y="20402"/>
                </a:lnTo>
                <a:lnTo>
                  <a:pt x="18863" y="20295"/>
                </a:lnTo>
                <a:lnTo>
                  <a:pt x="19272" y="20030"/>
                </a:lnTo>
                <a:lnTo>
                  <a:pt x="19564" y="19923"/>
                </a:lnTo>
                <a:lnTo>
                  <a:pt x="19856" y="19764"/>
                </a:lnTo>
                <a:lnTo>
                  <a:pt x="20265" y="19392"/>
                </a:lnTo>
                <a:lnTo>
                  <a:pt x="20557" y="19392"/>
                </a:lnTo>
                <a:lnTo>
                  <a:pt x="20849" y="19286"/>
                </a:lnTo>
                <a:lnTo>
                  <a:pt x="21258" y="19126"/>
                </a:lnTo>
                <a:lnTo>
                  <a:pt x="21550" y="18914"/>
                </a:lnTo>
                <a:lnTo>
                  <a:pt x="21842" y="18754"/>
                </a:lnTo>
                <a:lnTo>
                  <a:pt x="22134" y="18648"/>
                </a:lnTo>
                <a:lnTo>
                  <a:pt x="22251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243" y="18011"/>
                </a:lnTo>
                <a:lnTo>
                  <a:pt x="23535" y="17851"/>
                </a:lnTo>
                <a:lnTo>
                  <a:pt x="23827" y="17586"/>
                </a:lnTo>
                <a:lnTo>
                  <a:pt x="24061" y="17479"/>
                </a:lnTo>
                <a:lnTo>
                  <a:pt x="24353" y="17373"/>
                </a:lnTo>
                <a:lnTo>
                  <a:pt x="24645" y="17214"/>
                </a:lnTo>
                <a:lnTo>
                  <a:pt x="24820" y="17107"/>
                </a:lnTo>
                <a:lnTo>
                  <a:pt x="25054" y="16948"/>
                </a:lnTo>
                <a:lnTo>
                  <a:pt x="25521" y="16842"/>
                </a:lnTo>
                <a:lnTo>
                  <a:pt x="25755" y="16682"/>
                </a:lnTo>
                <a:lnTo>
                  <a:pt x="26047" y="16470"/>
                </a:lnTo>
                <a:lnTo>
                  <a:pt x="26339" y="16311"/>
                </a:lnTo>
                <a:lnTo>
                  <a:pt x="26631" y="16204"/>
                </a:lnTo>
                <a:lnTo>
                  <a:pt x="26923" y="16045"/>
                </a:lnTo>
                <a:lnTo>
                  <a:pt x="27215" y="15832"/>
                </a:lnTo>
                <a:lnTo>
                  <a:pt x="27448" y="15673"/>
                </a:lnTo>
                <a:lnTo>
                  <a:pt x="27740" y="15567"/>
                </a:lnTo>
                <a:lnTo>
                  <a:pt x="28032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929"/>
                </a:lnTo>
                <a:lnTo>
                  <a:pt x="29142" y="14770"/>
                </a:lnTo>
                <a:lnTo>
                  <a:pt x="29609" y="14663"/>
                </a:lnTo>
                <a:lnTo>
                  <a:pt x="29843" y="14504"/>
                </a:lnTo>
                <a:lnTo>
                  <a:pt x="30018" y="14398"/>
                </a:lnTo>
                <a:lnTo>
                  <a:pt x="30310" y="14292"/>
                </a:lnTo>
                <a:lnTo>
                  <a:pt x="30602" y="14026"/>
                </a:lnTo>
                <a:lnTo>
                  <a:pt x="30836" y="13867"/>
                </a:lnTo>
                <a:lnTo>
                  <a:pt x="31128" y="13760"/>
                </a:lnTo>
                <a:lnTo>
                  <a:pt x="31420" y="13601"/>
                </a:lnTo>
                <a:lnTo>
                  <a:pt x="31828" y="13388"/>
                </a:lnTo>
                <a:lnTo>
                  <a:pt x="32120" y="13229"/>
                </a:lnTo>
                <a:lnTo>
                  <a:pt x="32412" y="13123"/>
                </a:lnTo>
                <a:lnTo>
                  <a:pt x="32529" y="12963"/>
                </a:lnTo>
                <a:lnTo>
                  <a:pt x="32821" y="12751"/>
                </a:lnTo>
                <a:lnTo>
                  <a:pt x="33113" y="12591"/>
                </a:lnTo>
                <a:lnTo>
                  <a:pt x="33405" y="12485"/>
                </a:lnTo>
                <a:lnTo>
                  <a:pt x="33814" y="12326"/>
                </a:lnTo>
                <a:lnTo>
                  <a:pt x="34106" y="12219"/>
                </a:lnTo>
                <a:lnTo>
                  <a:pt x="34398" y="12060"/>
                </a:lnTo>
                <a:lnTo>
                  <a:pt x="34690" y="11954"/>
                </a:lnTo>
                <a:lnTo>
                  <a:pt x="34924" y="11848"/>
                </a:lnTo>
                <a:lnTo>
                  <a:pt x="35099" y="11582"/>
                </a:lnTo>
                <a:lnTo>
                  <a:pt x="35391" y="11423"/>
                </a:lnTo>
                <a:lnTo>
                  <a:pt x="35800" y="11316"/>
                </a:lnTo>
                <a:lnTo>
                  <a:pt x="36092" y="11210"/>
                </a:lnTo>
                <a:lnTo>
                  <a:pt x="36384" y="10944"/>
                </a:lnTo>
                <a:lnTo>
                  <a:pt x="36617" y="10785"/>
                </a:lnTo>
                <a:lnTo>
                  <a:pt x="36909" y="10679"/>
                </a:lnTo>
                <a:lnTo>
                  <a:pt x="37201" y="10519"/>
                </a:lnTo>
                <a:lnTo>
                  <a:pt x="37493" y="10307"/>
                </a:lnTo>
                <a:lnTo>
                  <a:pt x="37610" y="10147"/>
                </a:lnTo>
                <a:lnTo>
                  <a:pt x="38077" y="10041"/>
                </a:lnTo>
                <a:lnTo>
                  <a:pt x="38311" y="10041"/>
                </a:lnTo>
                <a:lnTo>
                  <a:pt x="38603" y="9775"/>
                </a:lnTo>
                <a:lnTo>
                  <a:pt x="38895" y="9669"/>
                </a:lnTo>
                <a:lnTo>
                  <a:pt x="39187" y="9510"/>
                </a:lnTo>
                <a:lnTo>
                  <a:pt x="39479" y="9404"/>
                </a:lnTo>
                <a:lnTo>
                  <a:pt x="39771" y="9138"/>
                </a:lnTo>
                <a:lnTo>
                  <a:pt x="40005" y="8979"/>
                </a:lnTo>
                <a:lnTo>
                  <a:pt x="40297" y="8872"/>
                </a:lnTo>
                <a:lnTo>
                  <a:pt x="40589" y="8766"/>
                </a:lnTo>
                <a:lnTo>
                  <a:pt x="40881" y="8500"/>
                </a:lnTo>
                <a:lnTo>
                  <a:pt x="41173" y="8341"/>
                </a:lnTo>
                <a:lnTo>
                  <a:pt x="41406" y="8235"/>
                </a:lnTo>
                <a:lnTo>
                  <a:pt x="41698" y="8128"/>
                </a:lnTo>
                <a:lnTo>
                  <a:pt x="42166" y="7863"/>
                </a:lnTo>
                <a:lnTo>
                  <a:pt x="42399" y="7703"/>
                </a:lnTo>
                <a:lnTo>
                  <a:pt x="42574" y="7703"/>
                </a:lnTo>
                <a:lnTo>
                  <a:pt x="42866" y="7597"/>
                </a:lnTo>
                <a:lnTo>
                  <a:pt x="43100" y="7331"/>
                </a:lnTo>
                <a:lnTo>
                  <a:pt x="43392" y="7225"/>
                </a:lnTo>
                <a:lnTo>
                  <a:pt x="43684" y="7066"/>
                </a:lnTo>
                <a:lnTo>
                  <a:pt x="43976" y="6960"/>
                </a:lnTo>
                <a:lnTo>
                  <a:pt x="44385" y="6694"/>
                </a:lnTo>
                <a:lnTo>
                  <a:pt x="44677" y="6588"/>
                </a:lnTo>
                <a:lnTo>
                  <a:pt x="44969" y="6428"/>
                </a:lnTo>
                <a:lnTo>
                  <a:pt x="45378" y="6056"/>
                </a:lnTo>
                <a:lnTo>
                  <a:pt x="45670" y="5950"/>
                </a:lnTo>
                <a:lnTo>
                  <a:pt x="45962" y="5791"/>
                </a:lnTo>
                <a:lnTo>
                  <a:pt x="46370" y="5684"/>
                </a:lnTo>
                <a:lnTo>
                  <a:pt x="46662" y="5419"/>
                </a:lnTo>
                <a:lnTo>
                  <a:pt x="46954" y="5419"/>
                </a:lnTo>
                <a:lnTo>
                  <a:pt x="47188" y="5259"/>
                </a:lnTo>
                <a:lnTo>
                  <a:pt x="47480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356" y="4622"/>
                </a:lnTo>
                <a:lnTo>
                  <a:pt x="48648" y="4516"/>
                </a:lnTo>
                <a:lnTo>
                  <a:pt x="48882" y="4250"/>
                </a:lnTo>
                <a:lnTo>
                  <a:pt x="49174" y="4144"/>
                </a:lnTo>
                <a:lnTo>
                  <a:pt x="49466" y="3984"/>
                </a:lnTo>
                <a:lnTo>
                  <a:pt x="49758" y="3878"/>
                </a:lnTo>
                <a:lnTo>
                  <a:pt x="50050" y="3612"/>
                </a:lnTo>
                <a:lnTo>
                  <a:pt x="50575" y="3347"/>
                </a:lnTo>
                <a:lnTo>
                  <a:pt x="50867" y="3240"/>
                </a:lnTo>
                <a:lnTo>
                  <a:pt x="51159" y="3081"/>
                </a:lnTo>
                <a:lnTo>
                  <a:pt x="51451" y="2975"/>
                </a:lnTo>
                <a:lnTo>
                  <a:pt x="51743" y="2869"/>
                </a:lnTo>
                <a:lnTo>
                  <a:pt x="52035" y="2709"/>
                </a:lnTo>
                <a:lnTo>
                  <a:pt x="52269" y="2443"/>
                </a:lnTo>
                <a:lnTo>
                  <a:pt x="52561" y="2337"/>
                </a:lnTo>
                <a:lnTo>
                  <a:pt x="52853" y="2178"/>
                </a:lnTo>
                <a:lnTo>
                  <a:pt x="53145" y="2072"/>
                </a:lnTo>
                <a:lnTo>
                  <a:pt x="53437" y="1806"/>
                </a:lnTo>
                <a:lnTo>
                  <a:pt x="53729" y="1700"/>
                </a:lnTo>
                <a:lnTo>
                  <a:pt x="53963" y="1540"/>
                </a:lnTo>
                <a:lnTo>
                  <a:pt x="54255" y="1434"/>
                </a:lnTo>
                <a:lnTo>
                  <a:pt x="54663" y="1168"/>
                </a:lnTo>
                <a:lnTo>
                  <a:pt x="54956" y="1062"/>
                </a:lnTo>
                <a:lnTo>
                  <a:pt x="55131" y="903"/>
                </a:lnTo>
                <a:lnTo>
                  <a:pt x="55423" y="796"/>
                </a:lnTo>
                <a:lnTo>
                  <a:pt x="55656" y="637"/>
                </a:lnTo>
                <a:lnTo>
                  <a:pt x="55948" y="531"/>
                </a:lnTo>
                <a:lnTo>
                  <a:pt x="56240" y="425"/>
                </a:lnTo>
                <a:lnTo>
                  <a:pt x="56532" y="265"/>
                </a:lnTo>
                <a:lnTo>
                  <a:pt x="56941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7269850" y="4929462"/>
            <a:ext cx="56708" cy="30124"/>
          </a:xfrm>
          <a:custGeom>
            <a:avLst/>
            <a:gdLst/>
            <a:ahLst/>
            <a:cxnLst/>
            <a:rect l="l" t="t" r="r" b="b"/>
            <a:pathLst>
              <a:path w="56708" h="30124">
                <a:moveTo>
                  <a:pt x="0" y="30124"/>
                </a:moveTo>
                <a:lnTo>
                  <a:pt x="292" y="30018"/>
                </a:lnTo>
                <a:lnTo>
                  <a:pt x="584" y="29912"/>
                </a:lnTo>
                <a:lnTo>
                  <a:pt x="700" y="29752"/>
                </a:lnTo>
                <a:lnTo>
                  <a:pt x="992" y="29487"/>
                </a:lnTo>
                <a:lnTo>
                  <a:pt x="1284" y="29381"/>
                </a:lnTo>
                <a:lnTo>
                  <a:pt x="1576" y="29221"/>
                </a:lnTo>
                <a:lnTo>
                  <a:pt x="1985" y="29115"/>
                </a:lnTo>
                <a:lnTo>
                  <a:pt x="2277" y="28849"/>
                </a:lnTo>
                <a:lnTo>
                  <a:pt x="2569" y="28743"/>
                </a:lnTo>
                <a:lnTo>
                  <a:pt x="2803" y="28584"/>
                </a:lnTo>
                <a:lnTo>
                  <a:pt x="3095" y="28584"/>
                </a:lnTo>
                <a:lnTo>
                  <a:pt x="3270" y="28371"/>
                </a:lnTo>
                <a:lnTo>
                  <a:pt x="3504" y="28212"/>
                </a:lnTo>
                <a:lnTo>
                  <a:pt x="3796" y="28105"/>
                </a:lnTo>
                <a:lnTo>
                  <a:pt x="4263" y="27946"/>
                </a:lnTo>
                <a:lnTo>
                  <a:pt x="4496" y="2768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43"/>
                </a:lnTo>
                <a:lnTo>
                  <a:pt x="5781" y="26937"/>
                </a:lnTo>
                <a:lnTo>
                  <a:pt x="6190" y="26830"/>
                </a:lnTo>
                <a:lnTo>
                  <a:pt x="6482" y="26671"/>
                </a:lnTo>
                <a:lnTo>
                  <a:pt x="6774" y="26405"/>
                </a:lnTo>
                <a:lnTo>
                  <a:pt x="7066" y="26299"/>
                </a:lnTo>
                <a:lnTo>
                  <a:pt x="7358" y="26140"/>
                </a:lnTo>
                <a:lnTo>
                  <a:pt x="7592" y="26140"/>
                </a:lnTo>
                <a:lnTo>
                  <a:pt x="7884" y="25927"/>
                </a:lnTo>
                <a:lnTo>
                  <a:pt x="8176" y="25768"/>
                </a:lnTo>
                <a:lnTo>
                  <a:pt x="8468" y="25661"/>
                </a:lnTo>
                <a:lnTo>
                  <a:pt x="8760" y="25502"/>
                </a:lnTo>
                <a:lnTo>
                  <a:pt x="9052" y="25290"/>
                </a:lnTo>
                <a:lnTo>
                  <a:pt x="9285" y="25130"/>
                </a:lnTo>
                <a:lnTo>
                  <a:pt x="9577" y="25024"/>
                </a:lnTo>
                <a:lnTo>
                  <a:pt x="9869" y="24864"/>
                </a:lnTo>
                <a:lnTo>
                  <a:pt x="10161" y="24599"/>
                </a:lnTo>
                <a:lnTo>
                  <a:pt x="10570" y="24493"/>
                </a:lnTo>
                <a:lnTo>
                  <a:pt x="10745" y="24386"/>
                </a:lnTo>
                <a:lnTo>
                  <a:pt x="10979" y="24227"/>
                </a:lnTo>
                <a:lnTo>
                  <a:pt x="11271" y="23961"/>
                </a:lnTo>
                <a:lnTo>
                  <a:pt x="11563" y="23855"/>
                </a:lnTo>
                <a:lnTo>
                  <a:pt x="11855" y="23855"/>
                </a:lnTo>
                <a:lnTo>
                  <a:pt x="12147" y="23749"/>
                </a:lnTo>
                <a:lnTo>
                  <a:pt x="12556" y="23483"/>
                </a:lnTo>
                <a:lnTo>
                  <a:pt x="12848" y="23324"/>
                </a:lnTo>
                <a:lnTo>
                  <a:pt x="13140" y="23217"/>
                </a:lnTo>
                <a:lnTo>
                  <a:pt x="13257" y="23058"/>
                </a:lnTo>
                <a:lnTo>
                  <a:pt x="13549" y="22846"/>
                </a:lnTo>
                <a:lnTo>
                  <a:pt x="13841" y="22686"/>
                </a:lnTo>
                <a:lnTo>
                  <a:pt x="14133" y="22580"/>
                </a:lnTo>
                <a:lnTo>
                  <a:pt x="14542" y="22420"/>
                </a:lnTo>
                <a:lnTo>
                  <a:pt x="14834" y="22208"/>
                </a:lnTo>
                <a:lnTo>
                  <a:pt x="15067" y="22049"/>
                </a:lnTo>
                <a:lnTo>
                  <a:pt x="15359" y="21942"/>
                </a:lnTo>
                <a:lnTo>
                  <a:pt x="15651" y="21783"/>
                </a:lnTo>
                <a:lnTo>
                  <a:pt x="15826" y="21570"/>
                </a:lnTo>
                <a:lnTo>
                  <a:pt x="16060" y="21570"/>
                </a:lnTo>
                <a:lnTo>
                  <a:pt x="16352" y="21411"/>
                </a:lnTo>
                <a:lnTo>
                  <a:pt x="16761" y="21305"/>
                </a:lnTo>
                <a:lnTo>
                  <a:pt x="17053" y="21039"/>
                </a:lnTo>
                <a:lnTo>
                  <a:pt x="17345" y="20880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402"/>
                </a:lnTo>
                <a:lnTo>
                  <a:pt x="18338" y="20242"/>
                </a:lnTo>
                <a:lnTo>
                  <a:pt x="18746" y="20136"/>
                </a:lnTo>
                <a:lnTo>
                  <a:pt x="19038" y="20030"/>
                </a:lnTo>
                <a:lnTo>
                  <a:pt x="19330" y="19764"/>
                </a:lnTo>
                <a:lnTo>
                  <a:pt x="19622" y="19605"/>
                </a:lnTo>
                <a:lnTo>
                  <a:pt x="19914" y="19498"/>
                </a:lnTo>
                <a:lnTo>
                  <a:pt x="20148" y="19339"/>
                </a:lnTo>
                <a:lnTo>
                  <a:pt x="20440" y="19233"/>
                </a:lnTo>
                <a:lnTo>
                  <a:pt x="20732" y="19126"/>
                </a:lnTo>
                <a:lnTo>
                  <a:pt x="21024" y="18967"/>
                </a:lnTo>
                <a:lnTo>
                  <a:pt x="21316" y="18861"/>
                </a:lnTo>
                <a:lnTo>
                  <a:pt x="21608" y="18595"/>
                </a:lnTo>
                <a:lnTo>
                  <a:pt x="21842" y="18489"/>
                </a:lnTo>
                <a:lnTo>
                  <a:pt x="22134" y="18329"/>
                </a:lnTo>
                <a:lnTo>
                  <a:pt x="22426" y="18223"/>
                </a:lnTo>
                <a:lnTo>
                  <a:pt x="22718" y="17958"/>
                </a:lnTo>
                <a:lnTo>
                  <a:pt x="23127" y="17798"/>
                </a:lnTo>
                <a:lnTo>
                  <a:pt x="23302" y="17692"/>
                </a:lnTo>
                <a:lnTo>
                  <a:pt x="23535" y="17586"/>
                </a:lnTo>
                <a:lnTo>
                  <a:pt x="23827" y="17320"/>
                </a:lnTo>
                <a:lnTo>
                  <a:pt x="24119" y="17161"/>
                </a:lnTo>
                <a:lnTo>
                  <a:pt x="24411" y="17054"/>
                </a:lnTo>
                <a:lnTo>
                  <a:pt x="24703" y="16948"/>
                </a:lnTo>
                <a:lnTo>
                  <a:pt x="25112" y="16789"/>
                </a:lnTo>
                <a:lnTo>
                  <a:pt x="25404" y="16682"/>
                </a:lnTo>
                <a:lnTo>
                  <a:pt x="25696" y="16523"/>
                </a:lnTo>
                <a:lnTo>
                  <a:pt x="26105" y="16151"/>
                </a:lnTo>
                <a:lnTo>
                  <a:pt x="26397" y="16045"/>
                </a:lnTo>
                <a:lnTo>
                  <a:pt x="26631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24" y="15407"/>
                </a:lnTo>
                <a:lnTo>
                  <a:pt x="27916" y="15248"/>
                </a:lnTo>
                <a:lnTo>
                  <a:pt x="28208" y="15142"/>
                </a:lnTo>
                <a:lnTo>
                  <a:pt x="28324" y="14876"/>
                </a:lnTo>
                <a:lnTo>
                  <a:pt x="28616" y="14717"/>
                </a:lnTo>
                <a:lnTo>
                  <a:pt x="28908" y="14610"/>
                </a:lnTo>
                <a:lnTo>
                  <a:pt x="29317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707"/>
                </a:lnTo>
                <a:lnTo>
                  <a:pt x="31303" y="13441"/>
                </a:lnTo>
                <a:lnTo>
                  <a:pt x="31595" y="13335"/>
                </a:lnTo>
                <a:lnTo>
                  <a:pt x="31887" y="13070"/>
                </a:lnTo>
                <a:lnTo>
                  <a:pt x="32179" y="12963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432"/>
                </a:lnTo>
                <a:lnTo>
                  <a:pt x="33288" y="12326"/>
                </a:lnTo>
                <a:lnTo>
                  <a:pt x="33580" y="12326"/>
                </a:lnTo>
                <a:lnTo>
                  <a:pt x="33872" y="12166"/>
                </a:lnTo>
                <a:lnTo>
                  <a:pt x="34106" y="11901"/>
                </a:lnTo>
                <a:lnTo>
                  <a:pt x="34398" y="11794"/>
                </a:lnTo>
                <a:lnTo>
                  <a:pt x="34690" y="11635"/>
                </a:lnTo>
                <a:lnTo>
                  <a:pt x="34982" y="11529"/>
                </a:lnTo>
                <a:lnTo>
                  <a:pt x="35274" y="11263"/>
                </a:lnTo>
                <a:lnTo>
                  <a:pt x="35683" y="11157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626"/>
                </a:lnTo>
                <a:lnTo>
                  <a:pt x="36676" y="10519"/>
                </a:lnTo>
                <a:lnTo>
                  <a:pt x="36968" y="10360"/>
                </a:lnTo>
                <a:lnTo>
                  <a:pt x="37260" y="10254"/>
                </a:lnTo>
                <a:lnTo>
                  <a:pt x="37669" y="9988"/>
                </a:lnTo>
                <a:lnTo>
                  <a:pt x="37961" y="9988"/>
                </a:lnTo>
                <a:lnTo>
                  <a:pt x="38194" y="9882"/>
                </a:lnTo>
                <a:lnTo>
                  <a:pt x="38369" y="9722"/>
                </a:lnTo>
                <a:lnTo>
                  <a:pt x="38661" y="9457"/>
                </a:lnTo>
                <a:lnTo>
                  <a:pt x="38953" y="9350"/>
                </a:lnTo>
                <a:lnTo>
                  <a:pt x="39187" y="9244"/>
                </a:lnTo>
                <a:lnTo>
                  <a:pt x="39654" y="9085"/>
                </a:lnTo>
                <a:lnTo>
                  <a:pt x="39888" y="8819"/>
                </a:lnTo>
                <a:lnTo>
                  <a:pt x="40180" y="8713"/>
                </a:lnTo>
                <a:lnTo>
                  <a:pt x="40472" y="8553"/>
                </a:lnTo>
                <a:lnTo>
                  <a:pt x="40764" y="8447"/>
                </a:lnTo>
                <a:lnTo>
                  <a:pt x="40881" y="8182"/>
                </a:lnTo>
                <a:lnTo>
                  <a:pt x="41173" y="8075"/>
                </a:lnTo>
                <a:lnTo>
                  <a:pt x="41465" y="7916"/>
                </a:lnTo>
                <a:lnTo>
                  <a:pt x="41874" y="7810"/>
                </a:lnTo>
                <a:lnTo>
                  <a:pt x="42166" y="7544"/>
                </a:lnTo>
                <a:lnTo>
                  <a:pt x="42458" y="7544"/>
                </a:lnTo>
                <a:lnTo>
                  <a:pt x="42750" y="7438"/>
                </a:lnTo>
                <a:lnTo>
                  <a:pt x="43042" y="7278"/>
                </a:lnTo>
                <a:lnTo>
                  <a:pt x="43275" y="7066"/>
                </a:lnTo>
                <a:lnTo>
                  <a:pt x="43450" y="690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375"/>
                </a:lnTo>
                <a:lnTo>
                  <a:pt x="44735" y="6269"/>
                </a:lnTo>
                <a:lnTo>
                  <a:pt x="44969" y="6163"/>
                </a:lnTo>
                <a:lnTo>
                  <a:pt x="45261" y="6003"/>
                </a:lnTo>
                <a:lnTo>
                  <a:pt x="45553" y="5738"/>
                </a:lnTo>
                <a:lnTo>
                  <a:pt x="45962" y="5631"/>
                </a:lnTo>
                <a:lnTo>
                  <a:pt x="46137" y="5525"/>
                </a:lnTo>
                <a:lnTo>
                  <a:pt x="46429" y="5366"/>
                </a:lnTo>
                <a:lnTo>
                  <a:pt x="46662" y="5259"/>
                </a:lnTo>
                <a:lnTo>
                  <a:pt x="46954" y="5100"/>
                </a:lnTo>
                <a:lnTo>
                  <a:pt x="47246" y="4994"/>
                </a:lnTo>
                <a:lnTo>
                  <a:pt x="47538" y="4834"/>
                </a:lnTo>
                <a:lnTo>
                  <a:pt x="47830" y="4622"/>
                </a:lnTo>
                <a:lnTo>
                  <a:pt x="48239" y="4462"/>
                </a:lnTo>
                <a:lnTo>
                  <a:pt x="48648" y="4197"/>
                </a:lnTo>
                <a:lnTo>
                  <a:pt x="48940" y="3984"/>
                </a:lnTo>
                <a:lnTo>
                  <a:pt x="49232" y="3825"/>
                </a:lnTo>
                <a:lnTo>
                  <a:pt x="49524" y="3719"/>
                </a:lnTo>
                <a:lnTo>
                  <a:pt x="49758" y="3559"/>
                </a:lnTo>
                <a:lnTo>
                  <a:pt x="50225" y="3294"/>
                </a:lnTo>
                <a:lnTo>
                  <a:pt x="50517" y="3187"/>
                </a:lnTo>
                <a:lnTo>
                  <a:pt x="50751" y="3081"/>
                </a:lnTo>
                <a:lnTo>
                  <a:pt x="50926" y="2922"/>
                </a:lnTo>
                <a:lnTo>
                  <a:pt x="51218" y="2815"/>
                </a:lnTo>
                <a:lnTo>
                  <a:pt x="51451" y="2656"/>
                </a:lnTo>
                <a:lnTo>
                  <a:pt x="51743" y="2550"/>
                </a:lnTo>
                <a:lnTo>
                  <a:pt x="52211" y="2443"/>
                </a:lnTo>
                <a:lnTo>
                  <a:pt x="52444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320" y="1753"/>
                </a:lnTo>
                <a:lnTo>
                  <a:pt x="53437" y="1540"/>
                </a:lnTo>
                <a:lnTo>
                  <a:pt x="53729" y="1381"/>
                </a:lnTo>
                <a:lnTo>
                  <a:pt x="54021" y="1275"/>
                </a:lnTo>
                <a:lnTo>
                  <a:pt x="54430" y="1115"/>
                </a:lnTo>
                <a:lnTo>
                  <a:pt x="54722" y="903"/>
                </a:lnTo>
                <a:lnTo>
                  <a:pt x="55014" y="743"/>
                </a:lnTo>
                <a:lnTo>
                  <a:pt x="55306" y="637"/>
                </a:lnTo>
                <a:lnTo>
                  <a:pt x="55540" y="637"/>
                </a:lnTo>
                <a:lnTo>
                  <a:pt x="55832" y="371"/>
                </a:lnTo>
                <a:lnTo>
                  <a:pt x="56007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7326558" y="4899125"/>
            <a:ext cx="56824" cy="30337"/>
          </a:xfrm>
          <a:custGeom>
            <a:avLst/>
            <a:gdLst/>
            <a:ahLst/>
            <a:cxnLst/>
            <a:rect l="l" t="t" r="r" b="b"/>
            <a:pathLst>
              <a:path w="56824" h="30337">
                <a:moveTo>
                  <a:pt x="0" y="30337"/>
                </a:moveTo>
                <a:lnTo>
                  <a:pt x="292" y="30071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699"/>
                </a:lnTo>
                <a:lnTo>
                  <a:pt x="1401" y="29434"/>
                </a:lnTo>
                <a:lnTo>
                  <a:pt x="1810" y="29274"/>
                </a:lnTo>
                <a:lnTo>
                  <a:pt x="1985" y="29168"/>
                </a:lnTo>
                <a:lnTo>
                  <a:pt x="2219" y="29009"/>
                </a:lnTo>
                <a:lnTo>
                  <a:pt x="2511" y="28796"/>
                </a:lnTo>
                <a:lnTo>
                  <a:pt x="2803" y="28637"/>
                </a:lnTo>
                <a:lnTo>
                  <a:pt x="3095" y="28637"/>
                </a:lnTo>
                <a:lnTo>
                  <a:pt x="3387" y="28530"/>
                </a:lnTo>
                <a:lnTo>
                  <a:pt x="3679" y="28265"/>
                </a:lnTo>
                <a:lnTo>
                  <a:pt x="4088" y="28159"/>
                </a:lnTo>
                <a:lnTo>
                  <a:pt x="4380" y="27999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06" y="27255"/>
                </a:lnTo>
                <a:lnTo>
                  <a:pt x="6073" y="26990"/>
                </a:lnTo>
                <a:lnTo>
                  <a:pt x="6307" y="26830"/>
                </a:lnTo>
                <a:lnTo>
                  <a:pt x="6599" y="26724"/>
                </a:lnTo>
                <a:lnTo>
                  <a:pt x="6891" y="26618"/>
                </a:lnTo>
                <a:lnTo>
                  <a:pt x="7066" y="26352"/>
                </a:lnTo>
                <a:lnTo>
                  <a:pt x="7300" y="26352"/>
                </a:lnTo>
                <a:lnTo>
                  <a:pt x="7592" y="26193"/>
                </a:lnTo>
                <a:lnTo>
                  <a:pt x="8001" y="26086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169" y="25449"/>
                </a:lnTo>
                <a:lnTo>
                  <a:pt x="9285" y="25183"/>
                </a:lnTo>
                <a:lnTo>
                  <a:pt x="9577" y="25077"/>
                </a:lnTo>
                <a:lnTo>
                  <a:pt x="9869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439"/>
                </a:lnTo>
                <a:lnTo>
                  <a:pt x="11154" y="24280"/>
                </a:lnTo>
                <a:lnTo>
                  <a:pt x="11388" y="24174"/>
                </a:lnTo>
                <a:lnTo>
                  <a:pt x="11680" y="24014"/>
                </a:lnTo>
                <a:lnTo>
                  <a:pt x="11855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081" y="23271"/>
                </a:lnTo>
                <a:lnTo>
                  <a:pt x="13373" y="23111"/>
                </a:lnTo>
                <a:lnTo>
                  <a:pt x="13665" y="23005"/>
                </a:lnTo>
                <a:lnTo>
                  <a:pt x="13958" y="22739"/>
                </a:lnTo>
                <a:lnTo>
                  <a:pt x="14366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95"/>
                </a:lnTo>
                <a:lnTo>
                  <a:pt x="15651" y="21836"/>
                </a:lnTo>
                <a:lnTo>
                  <a:pt x="15943" y="21730"/>
                </a:lnTo>
                <a:lnTo>
                  <a:pt x="16235" y="21570"/>
                </a:lnTo>
                <a:lnTo>
                  <a:pt x="16644" y="21464"/>
                </a:lnTo>
                <a:lnTo>
                  <a:pt x="16936" y="21358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827"/>
                </a:lnTo>
                <a:lnTo>
                  <a:pt x="17870" y="20667"/>
                </a:lnTo>
                <a:lnTo>
                  <a:pt x="18162" y="20561"/>
                </a:lnTo>
                <a:lnTo>
                  <a:pt x="18630" y="20295"/>
                </a:lnTo>
                <a:lnTo>
                  <a:pt x="18863" y="20189"/>
                </a:lnTo>
                <a:lnTo>
                  <a:pt x="19155" y="20030"/>
                </a:lnTo>
                <a:lnTo>
                  <a:pt x="19447" y="19923"/>
                </a:lnTo>
                <a:lnTo>
                  <a:pt x="19564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557" y="19286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914"/>
                </a:lnTo>
                <a:lnTo>
                  <a:pt x="21725" y="18754"/>
                </a:lnTo>
                <a:lnTo>
                  <a:pt x="22017" y="18489"/>
                </a:lnTo>
                <a:lnTo>
                  <a:pt x="22426" y="18276"/>
                </a:lnTo>
                <a:lnTo>
                  <a:pt x="22835" y="18117"/>
                </a:lnTo>
                <a:lnTo>
                  <a:pt x="23127" y="17851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214"/>
                </a:lnTo>
                <a:lnTo>
                  <a:pt x="24411" y="17107"/>
                </a:lnTo>
                <a:lnTo>
                  <a:pt x="24820" y="16948"/>
                </a:lnTo>
                <a:lnTo>
                  <a:pt x="25112" y="16948"/>
                </a:lnTo>
                <a:lnTo>
                  <a:pt x="25346" y="16736"/>
                </a:lnTo>
                <a:lnTo>
                  <a:pt x="25638" y="16576"/>
                </a:lnTo>
                <a:lnTo>
                  <a:pt x="25930" y="16470"/>
                </a:lnTo>
                <a:lnTo>
                  <a:pt x="26222" y="16311"/>
                </a:lnTo>
                <a:lnTo>
                  <a:pt x="26514" y="16045"/>
                </a:lnTo>
                <a:lnTo>
                  <a:pt x="26923" y="15939"/>
                </a:lnTo>
                <a:lnTo>
                  <a:pt x="27331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208" y="15195"/>
                </a:lnTo>
                <a:lnTo>
                  <a:pt x="28500" y="15035"/>
                </a:lnTo>
                <a:lnTo>
                  <a:pt x="28733" y="14770"/>
                </a:lnTo>
                <a:lnTo>
                  <a:pt x="29200" y="14663"/>
                </a:lnTo>
                <a:lnTo>
                  <a:pt x="29434" y="14663"/>
                </a:lnTo>
                <a:lnTo>
                  <a:pt x="29609" y="14504"/>
                </a:lnTo>
                <a:lnTo>
                  <a:pt x="29901" y="14292"/>
                </a:lnTo>
                <a:lnTo>
                  <a:pt x="30193" y="14132"/>
                </a:lnTo>
                <a:lnTo>
                  <a:pt x="30427" y="14026"/>
                </a:lnTo>
                <a:lnTo>
                  <a:pt x="30719" y="13867"/>
                </a:lnTo>
                <a:lnTo>
                  <a:pt x="31128" y="13654"/>
                </a:lnTo>
                <a:lnTo>
                  <a:pt x="31420" y="13495"/>
                </a:lnTo>
                <a:lnTo>
                  <a:pt x="31712" y="13388"/>
                </a:lnTo>
                <a:lnTo>
                  <a:pt x="32004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2996" y="12591"/>
                </a:lnTo>
                <a:lnTo>
                  <a:pt x="33405" y="12326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2113"/>
                </a:lnTo>
                <a:lnTo>
                  <a:pt x="34515" y="11848"/>
                </a:lnTo>
                <a:lnTo>
                  <a:pt x="34690" y="11688"/>
                </a:lnTo>
                <a:lnTo>
                  <a:pt x="34982" y="11582"/>
                </a:lnTo>
                <a:lnTo>
                  <a:pt x="35391" y="11476"/>
                </a:lnTo>
                <a:lnTo>
                  <a:pt x="35683" y="11210"/>
                </a:lnTo>
                <a:lnTo>
                  <a:pt x="35975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572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02" y="10041"/>
                </a:lnTo>
                <a:lnTo>
                  <a:pt x="38194" y="9935"/>
                </a:lnTo>
                <a:lnTo>
                  <a:pt x="38486" y="9775"/>
                </a:lnTo>
                <a:lnTo>
                  <a:pt x="38778" y="9669"/>
                </a:lnTo>
                <a:lnTo>
                  <a:pt x="39070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9032"/>
                </a:lnTo>
                <a:lnTo>
                  <a:pt x="40180" y="8766"/>
                </a:lnTo>
                <a:lnTo>
                  <a:pt x="40472" y="8607"/>
                </a:lnTo>
                <a:lnTo>
                  <a:pt x="40764" y="8500"/>
                </a:lnTo>
                <a:lnTo>
                  <a:pt x="40997" y="8394"/>
                </a:lnTo>
                <a:lnTo>
                  <a:pt x="41290" y="8128"/>
                </a:lnTo>
                <a:lnTo>
                  <a:pt x="41757" y="7969"/>
                </a:lnTo>
                <a:lnTo>
                  <a:pt x="41990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691" y="7491"/>
                </a:lnTo>
                <a:lnTo>
                  <a:pt x="42983" y="7331"/>
                </a:lnTo>
                <a:lnTo>
                  <a:pt x="43275" y="7225"/>
                </a:lnTo>
                <a:lnTo>
                  <a:pt x="43684" y="6960"/>
                </a:lnTo>
                <a:lnTo>
                  <a:pt x="43976" y="6853"/>
                </a:lnTo>
                <a:lnTo>
                  <a:pt x="44268" y="6694"/>
                </a:lnTo>
                <a:lnTo>
                  <a:pt x="44560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553" y="5950"/>
                </a:lnTo>
                <a:lnTo>
                  <a:pt x="45962" y="5684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419"/>
                </a:lnTo>
                <a:lnTo>
                  <a:pt x="47071" y="5153"/>
                </a:lnTo>
                <a:lnTo>
                  <a:pt x="47246" y="5047"/>
                </a:lnTo>
                <a:lnTo>
                  <a:pt x="47538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473" y="4409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878"/>
                </a:lnTo>
                <a:lnTo>
                  <a:pt x="49641" y="3772"/>
                </a:lnTo>
                <a:lnTo>
                  <a:pt x="49933" y="3612"/>
                </a:lnTo>
                <a:lnTo>
                  <a:pt x="50167" y="3506"/>
                </a:lnTo>
                <a:lnTo>
                  <a:pt x="50459" y="3240"/>
                </a:lnTo>
                <a:lnTo>
                  <a:pt x="50751" y="3081"/>
                </a:lnTo>
                <a:lnTo>
                  <a:pt x="51043" y="3081"/>
                </a:lnTo>
                <a:lnTo>
                  <a:pt x="51335" y="2975"/>
                </a:lnTo>
                <a:lnTo>
                  <a:pt x="51627" y="2709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320" y="1806"/>
                </a:lnTo>
                <a:lnTo>
                  <a:pt x="53554" y="1540"/>
                </a:lnTo>
                <a:lnTo>
                  <a:pt x="53846" y="1434"/>
                </a:lnTo>
                <a:lnTo>
                  <a:pt x="54255" y="1328"/>
                </a:lnTo>
                <a:lnTo>
                  <a:pt x="54547" y="1168"/>
                </a:lnTo>
                <a:lnTo>
                  <a:pt x="54722" y="903"/>
                </a:lnTo>
                <a:lnTo>
                  <a:pt x="55014" y="796"/>
                </a:lnTo>
                <a:lnTo>
                  <a:pt x="55248" y="690"/>
                </a:lnTo>
                <a:lnTo>
                  <a:pt x="55540" y="690"/>
                </a:lnTo>
                <a:lnTo>
                  <a:pt x="55832" y="425"/>
                </a:lnTo>
                <a:lnTo>
                  <a:pt x="56240" y="265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7383383" y="4868840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071"/>
                </a:lnTo>
                <a:lnTo>
                  <a:pt x="408" y="29912"/>
                </a:lnTo>
                <a:lnTo>
                  <a:pt x="700" y="29806"/>
                </a:lnTo>
                <a:lnTo>
                  <a:pt x="992" y="29646"/>
                </a:lnTo>
                <a:lnTo>
                  <a:pt x="1284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743"/>
                </a:lnTo>
                <a:lnTo>
                  <a:pt x="2803" y="28637"/>
                </a:lnTo>
                <a:lnTo>
                  <a:pt x="2978" y="28637"/>
                </a:lnTo>
                <a:lnTo>
                  <a:pt x="3212" y="28530"/>
                </a:lnTo>
                <a:lnTo>
                  <a:pt x="3679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080" y="27468"/>
                </a:lnTo>
                <a:lnTo>
                  <a:pt x="5372" y="27362"/>
                </a:lnTo>
                <a:lnTo>
                  <a:pt x="5664" y="27255"/>
                </a:lnTo>
                <a:lnTo>
                  <a:pt x="5898" y="26990"/>
                </a:lnTo>
                <a:lnTo>
                  <a:pt x="6190" y="26830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352"/>
                </a:lnTo>
                <a:lnTo>
                  <a:pt x="7358" y="26352"/>
                </a:lnTo>
                <a:lnTo>
                  <a:pt x="7592" y="26193"/>
                </a:lnTo>
                <a:lnTo>
                  <a:pt x="7884" y="26086"/>
                </a:lnTo>
                <a:lnTo>
                  <a:pt x="8176" y="25821"/>
                </a:lnTo>
                <a:lnTo>
                  <a:pt x="8468" y="25715"/>
                </a:lnTo>
                <a:lnTo>
                  <a:pt x="8760" y="25555"/>
                </a:lnTo>
                <a:lnTo>
                  <a:pt x="8993" y="25449"/>
                </a:lnTo>
                <a:lnTo>
                  <a:pt x="9285" y="25183"/>
                </a:lnTo>
                <a:lnTo>
                  <a:pt x="9577" y="25024"/>
                </a:lnTo>
                <a:lnTo>
                  <a:pt x="9986" y="24918"/>
                </a:lnTo>
                <a:lnTo>
                  <a:pt x="10278" y="24811"/>
                </a:lnTo>
                <a:lnTo>
                  <a:pt x="10453" y="24546"/>
                </a:lnTo>
                <a:lnTo>
                  <a:pt x="10687" y="24386"/>
                </a:lnTo>
                <a:lnTo>
                  <a:pt x="10979" y="24280"/>
                </a:lnTo>
                <a:lnTo>
                  <a:pt x="11271" y="24174"/>
                </a:lnTo>
                <a:lnTo>
                  <a:pt x="11563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775" y="22367"/>
                </a:lnTo>
                <a:lnTo>
                  <a:pt x="15067" y="22102"/>
                </a:lnTo>
                <a:lnTo>
                  <a:pt x="15359" y="21942"/>
                </a:lnTo>
                <a:lnTo>
                  <a:pt x="15534" y="21836"/>
                </a:lnTo>
                <a:lnTo>
                  <a:pt x="15768" y="21730"/>
                </a:lnTo>
                <a:lnTo>
                  <a:pt x="16235" y="21570"/>
                </a:lnTo>
                <a:lnTo>
                  <a:pt x="16469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637" y="20827"/>
                </a:lnTo>
                <a:lnTo>
                  <a:pt x="17929" y="20667"/>
                </a:lnTo>
                <a:lnTo>
                  <a:pt x="18162" y="20561"/>
                </a:lnTo>
                <a:lnTo>
                  <a:pt x="18454" y="20295"/>
                </a:lnTo>
                <a:lnTo>
                  <a:pt x="18746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658"/>
                </a:lnTo>
                <a:lnTo>
                  <a:pt x="19856" y="19551"/>
                </a:lnTo>
                <a:lnTo>
                  <a:pt x="20148" y="19392"/>
                </a:lnTo>
                <a:lnTo>
                  <a:pt x="20440" y="19392"/>
                </a:lnTo>
                <a:lnTo>
                  <a:pt x="20732" y="19126"/>
                </a:lnTo>
                <a:lnTo>
                  <a:pt x="21024" y="19020"/>
                </a:lnTo>
                <a:lnTo>
                  <a:pt x="21316" y="18861"/>
                </a:lnTo>
                <a:lnTo>
                  <a:pt x="21550" y="18754"/>
                </a:lnTo>
                <a:lnTo>
                  <a:pt x="21842" y="18489"/>
                </a:lnTo>
                <a:lnTo>
                  <a:pt x="22134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010" y="17851"/>
                </a:lnTo>
                <a:lnTo>
                  <a:pt x="23243" y="17745"/>
                </a:lnTo>
                <a:lnTo>
                  <a:pt x="23535" y="17586"/>
                </a:lnTo>
                <a:lnTo>
                  <a:pt x="23827" y="17479"/>
                </a:lnTo>
                <a:lnTo>
                  <a:pt x="24119" y="17214"/>
                </a:lnTo>
                <a:lnTo>
                  <a:pt x="24528" y="17107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339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31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032" y="15142"/>
                </a:lnTo>
                <a:lnTo>
                  <a:pt x="28324" y="15035"/>
                </a:lnTo>
                <a:lnTo>
                  <a:pt x="28792" y="14770"/>
                </a:lnTo>
                <a:lnTo>
                  <a:pt x="29025" y="14770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238"/>
                </a:lnTo>
                <a:lnTo>
                  <a:pt x="30193" y="14132"/>
                </a:lnTo>
                <a:lnTo>
                  <a:pt x="30485" y="14026"/>
                </a:lnTo>
                <a:lnTo>
                  <a:pt x="30719" y="13867"/>
                </a:lnTo>
                <a:lnTo>
                  <a:pt x="31011" y="13601"/>
                </a:lnTo>
                <a:lnTo>
                  <a:pt x="31303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20" y="12963"/>
                </a:lnTo>
                <a:lnTo>
                  <a:pt x="32412" y="12857"/>
                </a:lnTo>
                <a:lnTo>
                  <a:pt x="32704" y="12751"/>
                </a:lnTo>
                <a:lnTo>
                  <a:pt x="33113" y="12591"/>
                </a:lnTo>
                <a:lnTo>
                  <a:pt x="33288" y="12326"/>
                </a:lnTo>
                <a:lnTo>
                  <a:pt x="33580" y="12326"/>
                </a:lnTo>
                <a:lnTo>
                  <a:pt x="33814" y="12219"/>
                </a:lnTo>
                <a:lnTo>
                  <a:pt x="34106" y="12060"/>
                </a:lnTo>
                <a:lnTo>
                  <a:pt x="34398" y="11848"/>
                </a:lnTo>
                <a:lnTo>
                  <a:pt x="34690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508" y="11210"/>
                </a:lnTo>
                <a:lnTo>
                  <a:pt x="35800" y="11051"/>
                </a:lnTo>
                <a:lnTo>
                  <a:pt x="36092" y="10944"/>
                </a:lnTo>
                <a:lnTo>
                  <a:pt x="36384" y="10785"/>
                </a:lnTo>
                <a:lnTo>
                  <a:pt x="36676" y="10519"/>
                </a:lnTo>
                <a:lnTo>
                  <a:pt x="37085" y="10413"/>
                </a:lnTo>
                <a:lnTo>
                  <a:pt x="37377" y="10307"/>
                </a:lnTo>
                <a:lnTo>
                  <a:pt x="37669" y="10147"/>
                </a:lnTo>
                <a:lnTo>
                  <a:pt x="37961" y="10041"/>
                </a:lnTo>
                <a:lnTo>
                  <a:pt x="38077" y="9882"/>
                </a:lnTo>
                <a:lnTo>
                  <a:pt x="38369" y="9775"/>
                </a:lnTo>
                <a:lnTo>
                  <a:pt x="38661" y="9669"/>
                </a:lnTo>
                <a:lnTo>
                  <a:pt x="38895" y="9404"/>
                </a:lnTo>
                <a:lnTo>
                  <a:pt x="39362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766"/>
                </a:lnTo>
                <a:lnTo>
                  <a:pt x="40472" y="8607"/>
                </a:lnTo>
                <a:lnTo>
                  <a:pt x="40881" y="8341"/>
                </a:lnTo>
                <a:lnTo>
                  <a:pt x="41290" y="8128"/>
                </a:lnTo>
                <a:lnTo>
                  <a:pt x="41582" y="7969"/>
                </a:lnTo>
                <a:lnTo>
                  <a:pt x="41874" y="7863"/>
                </a:lnTo>
                <a:lnTo>
                  <a:pt x="42166" y="7703"/>
                </a:lnTo>
                <a:lnTo>
                  <a:pt x="42458" y="7597"/>
                </a:lnTo>
                <a:lnTo>
                  <a:pt x="42750" y="7438"/>
                </a:lnTo>
                <a:lnTo>
                  <a:pt x="42983" y="7331"/>
                </a:lnTo>
                <a:lnTo>
                  <a:pt x="43275" y="7225"/>
                </a:lnTo>
                <a:lnTo>
                  <a:pt x="43567" y="6960"/>
                </a:lnTo>
                <a:lnTo>
                  <a:pt x="43859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677" y="6322"/>
                </a:lnTo>
                <a:lnTo>
                  <a:pt x="44969" y="6163"/>
                </a:lnTo>
                <a:lnTo>
                  <a:pt x="45261" y="6056"/>
                </a:lnTo>
                <a:lnTo>
                  <a:pt x="45670" y="5897"/>
                </a:lnTo>
                <a:lnTo>
                  <a:pt x="45845" y="5684"/>
                </a:lnTo>
                <a:lnTo>
                  <a:pt x="46137" y="5525"/>
                </a:lnTo>
                <a:lnTo>
                  <a:pt x="46370" y="5419"/>
                </a:lnTo>
                <a:lnTo>
                  <a:pt x="46662" y="5419"/>
                </a:lnTo>
                <a:lnTo>
                  <a:pt x="46954" y="5153"/>
                </a:lnTo>
                <a:lnTo>
                  <a:pt x="47246" y="5047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144"/>
                </a:lnTo>
                <a:lnTo>
                  <a:pt x="49232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459" y="3240"/>
                </a:lnTo>
                <a:lnTo>
                  <a:pt x="50634" y="3081"/>
                </a:lnTo>
                <a:lnTo>
                  <a:pt x="50926" y="3081"/>
                </a:lnTo>
                <a:lnTo>
                  <a:pt x="51159" y="2975"/>
                </a:lnTo>
                <a:lnTo>
                  <a:pt x="51451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145" y="1806"/>
                </a:lnTo>
                <a:lnTo>
                  <a:pt x="53437" y="1700"/>
                </a:lnTo>
                <a:lnTo>
                  <a:pt x="53846" y="1434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796"/>
                </a:lnTo>
                <a:lnTo>
                  <a:pt x="55306" y="796"/>
                </a:lnTo>
                <a:lnTo>
                  <a:pt x="55540" y="637"/>
                </a:lnTo>
                <a:lnTo>
                  <a:pt x="55832" y="531"/>
                </a:lnTo>
                <a:lnTo>
                  <a:pt x="56124" y="265"/>
                </a:lnTo>
                <a:lnTo>
                  <a:pt x="56416" y="159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7440091" y="4838556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33" y="30178"/>
                </a:lnTo>
                <a:lnTo>
                  <a:pt x="525" y="29912"/>
                </a:lnTo>
                <a:lnTo>
                  <a:pt x="817" y="29806"/>
                </a:lnTo>
                <a:lnTo>
                  <a:pt x="1109" y="29646"/>
                </a:lnTo>
                <a:lnTo>
                  <a:pt x="1518" y="29540"/>
                </a:lnTo>
                <a:lnTo>
                  <a:pt x="1693" y="29274"/>
                </a:lnTo>
                <a:lnTo>
                  <a:pt x="1927" y="29168"/>
                </a:lnTo>
                <a:lnTo>
                  <a:pt x="2219" y="29009"/>
                </a:lnTo>
                <a:lnTo>
                  <a:pt x="2511" y="28902"/>
                </a:lnTo>
                <a:lnTo>
                  <a:pt x="2803" y="28743"/>
                </a:lnTo>
                <a:lnTo>
                  <a:pt x="3095" y="28637"/>
                </a:lnTo>
                <a:lnTo>
                  <a:pt x="3504" y="28530"/>
                </a:lnTo>
                <a:lnTo>
                  <a:pt x="3796" y="28371"/>
                </a:lnTo>
                <a:lnTo>
                  <a:pt x="4088" y="28105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468"/>
                </a:lnTo>
                <a:lnTo>
                  <a:pt x="5314" y="27362"/>
                </a:lnTo>
                <a:lnTo>
                  <a:pt x="5781" y="27202"/>
                </a:lnTo>
                <a:lnTo>
                  <a:pt x="6015" y="27096"/>
                </a:lnTo>
                <a:lnTo>
                  <a:pt x="6307" y="26830"/>
                </a:lnTo>
                <a:lnTo>
                  <a:pt x="6599" y="26724"/>
                </a:lnTo>
                <a:lnTo>
                  <a:pt x="6774" y="26565"/>
                </a:lnTo>
                <a:lnTo>
                  <a:pt x="7008" y="26458"/>
                </a:lnTo>
                <a:lnTo>
                  <a:pt x="7300" y="26299"/>
                </a:lnTo>
                <a:lnTo>
                  <a:pt x="7709" y="26193"/>
                </a:lnTo>
                <a:lnTo>
                  <a:pt x="8001" y="26086"/>
                </a:lnTo>
                <a:lnTo>
                  <a:pt x="8293" y="25927"/>
                </a:lnTo>
                <a:lnTo>
                  <a:pt x="8585" y="25661"/>
                </a:lnTo>
                <a:lnTo>
                  <a:pt x="8877" y="25555"/>
                </a:lnTo>
                <a:lnTo>
                  <a:pt x="9169" y="25449"/>
                </a:lnTo>
                <a:lnTo>
                  <a:pt x="9285" y="25290"/>
                </a:lnTo>
                <a:lnTo>
                  <a:pt x="9694" y="25024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62" y="24386"/>
                </a:lnTo>
                <a:lnTo>
                  <a:pt x="11096" y="24280"/>
                </a:lnTo>
                <a:lnTo>
                  <a:pt x="11388" y="24121"/>
                </a:lnTo>
                <a:lnTo>
                  <a:pt x="11563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789" y="23483"/>
                </a:lnTo>
                <a:lnTo>
                  <a:pt x="13081" y="23217"/>
                </a:lnTo>
                <a:lnTo>
                  <a:pt x="13373" y="23111"/>
                </a:lnTo>
                <a:lnTo>
                  <a:pt x="13665" y="23005"/>
                </a:lnTo>
                <a:lnTo>
                  <a:pt x="14074" y="22846"/>
                </a:lnTo>
                <a:lnTo>
                  <a:pt x="14250" y="22580"/>
                </a:lnTo>
                <a:lnTo>
                  <a:pt x="14483" y="22474"/>
                </a:lnTo>
                <a:lnTo>
                  <a:pt x="14775" y="22367"/>
                </a:lnTo>
                <a:lnTo>
                  <a:pt x="15067" y="22208"/>
                </a:lnTo>
                <a:lnTo>
                  <a:pt x="15359" y="21942"/>
                </a:lnTo>
                <a:lnTo>
                  <a:pt x="15651" y="21836"/>
                </a:lnTo>
                <a:lnTo>
                  <a:pt x="16060" y="21677"/>
                </a:lnTo>
                <a:lnTo>
                  <a:pt x="16352" y="21677"/>
                </a:lnTo>
                <a:lnTo>
                  <a:pt x="16644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578" y="20827"/>
                </a:lnTo>
                <a:lnTo>
                  <a:pt x="17870" y="20667"/>
                </a:lnTo>
                <a:lnTo>
                  <a:pt x="18338" y="20561"/>
                </a:lnTo>
                <a:lnTo>
                  <a:pt x="18571" y="20402"/>
                </a:lnTo>
                <a:lnTo>
                  <a:pt x="18863" y="20136"/>
                </a:lnTo>
                <a:lnTo>
                  <a:pt x="19155" y="20030"/>
                </a:lnTo>
                <a:lnTo>
                  <a:pt x="19564" y="19764"/>
                </a:lnTo>
                <a:lnTo>
                  <a:pt x="19856" y="19498"/>
                </a:lnTo>
                <a:lnTo>
                  <a:pt x="20265" y="19392"/>
                </a:lnTo>
                <a:lnTo>
                  <a:pt x="20557" y="19392"/>
                </a:lnTo>
                <a:lnTo>
                  <a:pt x="20849" y="19286"/>
                </a:lnTo>
                <a:lnTo>
                  <a:pt x="21141" y="19020"/>
                </a:lnTo>
                <a:lnTo>
                  <a:pt x="21433" y="18861"/>
                </a:lnTo>
                <a:lnTo>
                  <a:pt x="21725" y="18754"/>
                </a:lnTo>
                <a:lnTo>
                  <a:pt x="21842" y="18595"/>
                </a:lnTo>
                <a:lnTo>
                  <a:pt x="22251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745"/>
                </a:lnTo>
                <a:lnTo>
                  <a:pt x="23652" y="17586"/>
                </a:lnTo>
                <a:lnTo>
                  <a:pt x="23944" y="17479"/>
                </a:lnTo>
                <a:lnTo>
                  <a:pt x="24236" y="17320"/>
                </a:lnTo>
                <a:lnTo>
                  <a:pt x="24528" y="17054"/>
                </a:lnTo>
                <a:lnTo>
                  <a:pt x="24820" y="17054"/>
                </a:lnTo>
                <a:lnTo>
                  <a:pt x="25054" y="16948"/>
                </a:lnTo>
                <a:lnTo>
                  <a:pt x="25346" y="16842"/>
                </a:lnTo>
                <a:lnTo>
                  <a:pt x="25638" y="16576"/>
                </a:lnTo>
                <a:lnTo>
                  <a:pt x="25930" y="16417"/>
                </a:lnTo>
                <a:lnTo>
                  <a:pt x="26222" y="16311"/>
                </a:lnTo>
                <a:lnTo>
                  <a:pt x="26631" y="16204"/>
                </a:lnTo>
                <a:lnTo>
                  <a:pt x="26747" y="15939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567"/>
                </a:lnTo>
                <a:lnTo>
                  <a:pt x="27916" y="15301"/>
                </a:lnTo>
                <a:lnTo>
                  <a:pt x="28208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609" y="14504"/>
                </a:lnTo>
                <a:lnTo>
                  <a:pt x="29901" y="14398"/>
                </a:lnTo>
                <a:lnTo>
                  <a:pt x="30135" y="14132"/>
                </a:lnTo>
                <a:lnTo>
                  <a:pt x="30427" y="14026"/>
                </a:lnTo>
                <a:lnTo>
                  <a:pt x="30836" y="13867"/>
                </a:lnTo>
                <a:lnTo>
                  <a:pt x="31128" y="13760"/>
                </a:lnTo>
                <a:lnTo>
                  <a:pt x="31420" y="13495"/>
                </a:lnTo>
                <a:lnTo>
                  <a:pt x="31712" y="13335"/>
                </a:lnTo>
                <a:lnTo>
                  <a:pt x="32120" y="13123"/>
                </a:lnTo>
                <a:lnTo>
                  <a:pt x="32412" y="12857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219"/>
                </a:lnTo>
                <a:lnTo>
                  <a:pt x="34223" y="12060"/>
                </a:lnTo>
                <a:lnTo>
                  <a:pt x="34398" y="11954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17" y="11051"/>
                </a:lnTo>
                <a:lnTo>
                  <a:pt x="36209" y="10944"/>
                </a:lnTo>
                <a:lnTo>
                  <a:pt x="36501" y="10785"/>
                </a:lnTo>
                <a:lnTo>
                  <a:pt x="36793" y="1067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10" y="10147"/>
                </a:lnTo>
                <a:lnTo>
                  <a:pt x="37902" y="10147"/>
                </a:lnTo>
                <a:lnTo>
                  <a:pt x="38194" y="9882"/>
                </a:lnTo>
                <a:lnTo>
                  <a:pt x="38486" y="9775"/>
                </a:lnTo>
                <a:lnTo>
                  <a:pt x="38778" y="9616"/>
                </a:lnTo>
                <a:lnTo>
                  <a:pt x="39187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607"/>
                </a:lnTo>
                <a:lnTo>
                  <a:pt x="40764" y="8500"/>
                </a:lnTo>
                <a:lnTo>
                  <a:pt x="41173" y="8341"/>
                </a:lnTo>
                <a:lnTo>
                  <a:pt x="41465" y="8235"/>
                </a:lnTo>
                <a:lnTo>
                  <a:pt x="41698" y="7969"/>
                </a:lnTo>
                <a:lnTo>
                  <a:pt x="41874" y="7863"/>
                </a:lnTo>
                <a:lnTo>
                  <a:pt x="42166" y="7863"/>
                </a:lnTo>
                <a:lnTo>
                  <a:pt x="42399" y="7703"/>
                </a:lnTo>
                <a:lnTo>
                  <a:pt x="42691" y="7438"/>
                </a:lnTo>
                <a:lnTo>
                  <a:pt x="42983" y="7331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800"/>
                </a:lnTo>
                <a:lnTo>
                  <a:pt x="44268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4969" y="6163"/>
                </a:lnTo>
                <a:lnTo>
                  <a:pt x="45378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525"/>
                </a:lnTo>
                <a:lnTo>
                  <a:pt x="46546" y="5419"/>
                </a:lnTo>
                <a:lnTo>
                  <a:pt x="46779" y="5419"/>
                </a:lnTo>
                <a:lnTo>
                  <a:pt x="46954" y="5259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81"/>
                </a:lnTo>
                <a:lnTo>
                  <a:pt x="48181" y="4622"/>
                </a:lnTo>
                <a:lnTo>
                  <a:pt x="48473" y="4356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984"/>
                </a:lnTo>
                <a:lnTo>
                  <a:pt x="49641" y="3719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081"/>
                </a:lnTo>
                <a:lnTo>
                  <a:pt x="51043" y="3081"/>
                </a:lnTo>
                <a:lnTo>
                  <a:pt x="51335" y="2975"/>
                </a:lnTo>
                <a:lnTo>
                  <a:pt x="51743" y="2815"/>
                </a:lnTo>
                <a:lnTo>
                  <a:pt x="51860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1912"/>
                </a:lnTo>
                <a:lnTo>
                  <a:pt x="53262" y="1806"/>
                </a:lnTo>
                <a:lnTo>
                  <a:pt x="53729" y="1700"/>
                </a:lnTo>
                <a:lnTo>
                  <a:pt x="53963" y="1540"/>
                </a:lnTo>
                <a:lnTo>
                  <a:pt x="54255" y="1275"/>
                </a:lnTo>
                <a:lnTo>
                  <a:pt x="54430" y="1168"/>
                </a:lnTo>
                <a:lnTo>
                  <a:pt x="54722" y="1062"/>
                </a:lnTo>
                <a:lnTo>
                  <a:pt x="54956" y="903"/>
                </a:lnTo>
                <a:lnTo>
                  <a:pt x="55248" y="796"/>
                </a:lnTo>
                <a:lnTo>
                  <a:pt x="55540" y="637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159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7496916" y="4808272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408" y="30018"/>
                </a:lnTo>
                <a:lnTo>
                  <a:pt x="700" y="29806"/>
                </a:lnTo>
                <a:lnTo>
                  <a:pt x="1109" y="29646"/>
                </a:lnTo>
                <a:lnTo>
                  <a:pt x="1401" y="29540"/>
                </a:lnTo>
                <a:lnTo>
                  <a:pt x="1693" y="29381"/>
                </a:lnTo>
                <a:lnTo>
                  <a:pt x="1985" y="29115"/>
                </a:lnTo>
                <a:lnTo>
                  <a:pt x="2219" y="29009"/>
                </a:lnTo>
                <a:lnTo>
                  <a:pt x="2511" y="28902"/>
                </a:lnTo>
                <a:lnTo>
                  <a:pt x="2686" y="28743"/>
                </a:lnTo>
                <a:lnTo>
                  <a:pt x="3095" y="28637"/>
                </a:lnTo>
                <a:lnTo>
                  <a:pt x="3387" y="28477"/>
                </a:lnTo>
                <a:lnTo>
                  <a:pt x="3679" y="28371"/>
                </a:lnTo>
                <a:lnTo>
                  <a:pt x="3912" y="28265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574"/>
                </a:lnTo>
                <a:lnTo>
                  <a:pt x="5372" y="27362"/>
                </a:lnTo>
                <a:lnTo>
                  <a:pt x="5606" y="27202"/>
                </a:lnTo>
                <a:lnTo>
                  <a:pt x="5898" y="27096"/>
                </a:lnTo>
                <a:lnTo>
                  <a:pt x="6190" y="26937"/>
                </a:lnTo>
                <a:lnTo>
                  <a:pt x="6482" y="26724"/>
                </a:lnTo>
                <a:lnTo>
                  <a:pt x="6774" y="26565"/>
                </a:lnTo>
                <a:lnTo>
                  <a:pt x="7066" y="26458"/>
                </a:lnTo>
                <a:lnTo>
                  <a:pt x="7475" y="26458"/>
                </a:lnTo>
                <a:lnTo>
                  <a:pt x="7592" y="26193"/>
                </a:lnTo>
                <a:lnTo>
                  <a:pt x="7884" y="26033"/>
                </a:lnTo>
                <a:lnTo>
                  <a:pt x="8176" y="25927"/>
                </a:lnTo>
                <a:lnTo>
                  <a:pt x="8468" y="25821"/>
                </a:lnTo>
                <a:lnTo>
                  <a:pt x="8760" y="25555"/>
                </a:lnTo>
                <a:lnTo>
                  <a:pt x="8993" y="25396"/>
                </a:lnTo>
                <a:lnTo>
                  <a:pt x="9461" y="25290"/>
                </a:lnTo>
                <a:lnTo>
                  <a:pt x="9694" y="25183"/>
                </a:lnTo>
                <a:lnTo>
                  <a:pt x="9986" y="24918"/>
                </a:lnTo>
                <a:lnTo>
                  <a:pt x="10161" y="24758"/>
                </a:lnTo>
                <a:lnTo>
                  <a:pt x="10395" y="24652"/>
                </a:lnTo>
                <a:lnTo>
                  <a:pt x="10687" y="24493"/>
                </a:lnTo>
                <a:lnTo>
                  <a:pt x="10979" y="24280"/>
                </a:lnTo>
                <a:lnTo>
                  <a:pt x="11271" y="24121"/>
                </a:lnTo>
                <a:lnTo>
                  <a:pt x="11680" y="24121"/>
                </a:lnTo>
                <a:lnTo>
                  <a:pt x="11972" y="24014"/>
                </a:lnTo>
                <a:lnTo>
                  <a:pt x="12264" y="23749"/>
                </a:lnTo>
                <a:lnTo>
                  <a:pt x="12556" y="23642"/>
                </a:lnTo>
                <a:lnTo>
                  <a:pt x="12673" y="23483"/>
                </a:lnTo>
                <a:lnTo>
                  <a:pt x="12965" y="23377"/>
                </a:lnTo>
                <a:lnTo>
                  <a:pt x="13257" y="23111"/>
                </a:lnTo>
                <a:lnTo>
                  <a:pt x="13665" y="22952"/>
                </a:lnTo>
                <a:lnTo>
                  <a:pt x="13958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775" y="22314"/>
                </a:lnTo>
                <a:lnTo>
                  <a:pt x="15067" y="22208"/>
                </a:lnTo>
                <a:lnTo>
                  <a:pt x="15242" y="22102"/>
                </a:lnTo>
                <a:lnTo>
                  <a:pt x="15651" y="21836"/>
                </a:lnTo>
                <a:lnTo>
                  <a:pt x="15943" y="21836"/>
                </a:lnTo>
                <a:lnTo>
                  <a:pt x="16177" y="21677"/>
                </a:lnTo>
                <a:lnTo>
                  <a:pt x="16469" y="21570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7870" y="20667"/>
                </a:lnTo>
                <a:lnTo>
                  <a:pt x="18162" y="20561"/>
                </a:lnTo>
                <a:lnTo>
                  <a:pt x="18454" y="20402"/>
                </a:lnTo>
                <a:lnTo>
                  <a:pt x="18746" y="20295"/>
                </a:lnTo>
                <a:lnTo>
                  <a:pt x="19038" y="20030"/>
                </a:lnTo>
                <a:lnTo>
                  <a:pt x="19330" y="19870"/>
                </a:lnTo>
                <a:lnTo>
                  <a:pt x="19564" y="19764"/>
                </a:lnTo>
                <a:lnTo>
                  <a:pt x="20031" y="19658"/>
                </a:lnTo>
                <a:lnTo>
                  <a:pt x="20148" y="19498"/>
                </a:lnTo>
                <a:lnTo>
                  <a:pt x="20440" y="19392"/>
                </a:lnTo>
                <a:lnTo>
                  <a:pt x="20732" y="19233"/>
                </a:lnTo>
                <a:lnTo>
                  <a:pt x="21024" y="19126"/>
                </a:lnTo>
                <a:lnTo>
                  <a:pt x="21258" y="18861"/>
                </a:lnTo>
                <a:lnTo>
                  <a:pt x="21550" y="18754"/>
                </a:lnTo>
                <a:lnTo>
                  <a:pt x="21959" y="18595"/>
                </a:lnTo>
                <a:lnTo>
                  <a:pt x="22251" y="18489"/>
                </a:lnTo>
                <a:lnTo>
                  <a:pt x="22543" y="18223"/>
                </a:lnTo>
                <a:lnTo>
                  <a:pt x="22718" y="18117"/>
                </a:lnTo>
                <a:lnTo>
                  <a:pt x="22951" y="17958"/>
                </a:lnTo>
                <a:lnTo>
                  <a:pt x="23243" y="17851"/>
                </a:lnTo>
                <a:lnTo>
                  <a:pt x="23535" y="17586"/>
                </a:lnTo>
                <a:lnTo>
                  <a:pt x="23827" y="17479"/>
                </a:lnTo>
                <a:lnTo>
                  <a:pt x="24236" y="17320"/>
                </a:lnTo>
                <a:lnTo>
                  <a:pt x="24528" y="17214"/>
                </a:lnTo>
                <a:lnTo>
                  <a:pt x="24820" y="17054"/>
                </a:lnTo>
                <a:lnTo>
                  <a:pt x="25112" y="16948"/>
                </a:lnTo>
                <a:lnTo>
                  <a:pt x="25521" y="16682"/>
                </a:lnTo>
                <a:lnTo>
                  <a:pt x="25813" y="16417"/>
                </a:lnTo>
                <a:lnTo>
                  <a:pt x="26222" y="16311"/>
                </a:lnTo>
                <a:lnTo>
                  <a:pt x="26514" y="16151"/>
                </a:lnTo>
                <a:lnTo>
                  <a:pt x="26806" y="16045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514"/>
                </a:lnTo>
                <a:lnTo>
                  <a:pt x="28208" y="15142"/>
                </a:lnTo>
                <a:lnTo>
                  <a:pt x="28500" y="15035"/>
                </a:lnTo>
                <a:lnTo>
                  <a:pt x="28733" y="14876"/>
                </a:lnTo>
                <a:lnTo>
                  <a:pt x="29025" y="14770"/>
                </a:lnTo>
                <a:lnTo>
                  <a:pt x="29317" y="14610"/>
                </a:lnTo>
                <a:lnTo>
                  <a:pt x="29609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27" y="13973"/>
                </a:lnTo>
                <a:lnTo>
                  <a:pt x="30719" y="13867"/>
                </a:lnTo>
                <a:lnTo>
                  <a:pt x="31011" y="13760"/>
                </a:lnTo>
                <a:lnTo>
                  <a:pt x="31303" y="13601"/>
                </a:lnTo>
                <a:lnTo>
                  <a:pt x="31595" y="13335"/>
                </a:lnTo>
                <a:lnTo>
                  <a:pt x="31887" y="13229"/>
                </a:lnTo>
                <a:lnTo>
                  <a:pt x="32120" y="13070"/>
                </a:lnTo>
                <a:lnTo>
                  <a:pt x="32588" y="12857"/>
                </a:lnTo>
                <a:lnTo>
                  <a:pt x="32821" y="12698"/>
                </a:lnTo>
                <a:lnTo>
                  <a:pt x="32996" y="12591"/>
                </a:lnTo>
                <a:lnTo>
                  <a:pt x="33288" y="12432"/>
                </a:lnTo>
                <a:lnTo>
                  <a:pt x="33522" y="12326"/>
                </a:lnTo>
                <a:lnTo>
                  <a:pt x="33814" y="12219"/>
                </a:lnTo>
                <a:lnTo>
                  <a:pt x="34106" y="12060"/>
                </a:lnTo>
                <a:lnTo>
                  <a:pt x="34398" y="11954"/>
                </a:lnTo>
                <a:lnTo>
                  <a:pt x="34807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800" y="11051"/>
                </a:lnTo>
                <a:lnTo>
                  <a:pt x="36092" y="10891"/>
                </a:lnTo>
                <a:lnTo>
                  <a:pt x="36384" y="10785"/>
                </a:lnTo>
                <a:lnTo>
                  <a:pt x="36793" y="1067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8077" y="9882"/>
                </a:lnTo>
                <a:lnTo>
                  <a:pt x="38369" y="9775"/>
                </a:lnTo>
                <a:lnTo>
                  <a:pt x="38778" y="9616"/>
                </a:lnTo>
                <a:lnTo>
                  <a:pt x="39070" y="9510"/>
                </a:lnTo>
                <a:lnTo>
                  <a:pt x="39304" y="9244"/>
                </a:lnTo>
                <a:lnTo>
                  <a:pt x="39596" y="9138"/>
                </a:lnTo>
                <a:lnTo>
                  <a:pt x="39888" y="8979"/>
                </a:lnTo>
                <a:lnTo>
                  <a:pt x="40180" y="8872"/>
                </a:lnTo>
                <a:lnTo>
                  <a:pt x="40297" y="8607"/>
                </a:lnTo>
                <a:lnTo>
                  <a:pt x="40589" y="8447"/>
                </a:lnTo>
                <a:lnTo>
                  <a:pt x="40997" y="8341"/>
                </a:lnTo>
                <a:lnTo>
                  <a:pt x="41290" y="8235"/>
                </a:lnTo>
                <a:lnTo>
                  <a:pt x="41582" y="7969"/>
                </a:lnTo>
                <a:lnTo>
                  <a:pt x="41874" y="7810"/>
                </a:lnTo>
                <a:lnTo>
                  <a:pt x="42166" y="7810"/>
                </a:lnTo>
                <a:lnTo>
                  <a:pt x="42458" y="7703"/>
                </a:lnTo>
                <a:lnTo>
                  <a:pt x="42691" y="7438"/>
                </a:lnTo>
                <a:lnTo>
                  <a:pt x="42983" y="7331"/>
                </a:lnTo>
                <a:lnTo>
                  <a:pt x="43275" y="7172"/>
                </a:lnTo>
                <a:lnTo>
                  <a:pt x="43567" y="7066"/>
                </a:lnTo>
                <a:lnTo>
                  <a:pt x="43859" y="6800"/>
                </a:lnTo>
                <a:lnTo>
                  <a:pt x="44151" y="6694"/>
                </a:lnTo>
                <a:lnTo>
                  <a:pt x="44385" y="6535"/>
                </a:lnTo>
                <a:lnTo>
                  <a:pt x="44677" y="6428"/>
                </a:lnTo>
                <a:lnTo>
                  <a:pt x="45086" y="6163"/>
                </a:lnTo>
                <a:lnTo>
                  <a:pt x="45378" y="6056"/>
                </a:lnTo>
                <a:lnTo>
                  <a:pt x="45553" y="5897"/>
                </a:lnTo>
                <a:lnTo>
                  <a:pt x="45845" y="5791"/>
                </a:lnTo>
                <a:lnTo>
                  <a:pt x="46078" y="5525"/>
                </a:lnTo>
                <a:lnTo>
                  <a:pt x="46370" y="5525"/>
                </a:lnTo>
                <a:lnTo>
                  <a:pt x="46662" y="5419"/>
                </a:lnTo>
                <a:lnTo>
                  <a:pt x="46954" y="5259"/>
                </a:lnTo>
                <a:lnTo>
                  <a:pt x="47363" y="4994"/>
                </a:lnTo>
                <a:lnTo>
                  <a:pt x="47655" y="4887"/>
                </a:lnTo>
                <a:lnTo>
                  <a:pt x="47947" y="4728"/>
                </a:lnTo>
                <a:lnTo>
                  <a:pt x="48356" y="4356"/>
                </a:lnTo>
                <a:lnTo>
                  <a:pt x="48648" y="4250"/>
                </a:lnTo>
                <a:lnTo>
                  <a:pt x="48940" y="4091"/>
                </a:lnTo>
                <a:lnTo>
                  <a:pt x="49349" y="3984"/>
                </a:lnTo>
                <a:lnTo>
                  <a:pt x="49641" y="3719"/>
                </a:lnTo>
                <a:lnTo>
                  <a:pt x="49933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634" y="3187"/>
                </a:lnTo>
                <a:lnTo>
                  <a:pt x="50867" y="3081"/>
                </a:lnTo>
                <a:lnTo>
                  <a:pt x="51335" y="2975"/>
                </a:lnTo>
                <a:lnTo>
                  <a:pt x="51627" y="2815"/>
                </a:lnTo>
                <a:lnTo>
                  <a:pt x="51860" y="2550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2853" y="1912"/>
                </a:lnTo>
                <a:lnTo>
                  <a:pt x="53145" y="1806"/>
                </a:lnTo>
                <a:lnTo>
                  <a:pt x="53554" y="1647"/>
                </a:lnTo>
                <a:lnTo>
                  <a:pt x="53846" y="1540"/>
                </a:lnTo>
                <a:lnTo>
                  <a:pt x="54138" y="1275"/>
                </a:lnTo>
                <a:lnTo>
                  <a:pt x="54430" y="1168"/>
                </a:lnTo>
                <a:lnTo>
                  <a:pt x="54722" y="1009"/>
                </a:lnTo>
                <a:lnTo>
                  <a:pt x="55014" y="903"/>
                </a:lnTo>
                <a:lnTo>
                  <a:pt x="55248" y="796"/>
                </a:lnTo>
                <a:lnTo>
                  <a:pt x="55540" y="637"/>
                </a:lnTo>
                <a:lnTo>
                  <a:pt x="55832" y="531"/>
                </a:lnTo>
                <a:lnTo>
                  <a:pt x="56124" y="371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7553624" y="4777988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78"/>
                </a:lnTo>
                <a:lnTo>
                  <a:pt x="525" y="30018"/>
                </a:lnTo>
                <a:lnTo>
                  <a:pt x="934" y="29752"/>
                </a:lnTo>
                <a:lnTo>
                  <a:pt x="1226" y="29646"/>
                </a:lnTo>
                <a:lnTo>
                  <a:pt x="1401" y="29540"/>
                </a:lnTo>
                <a:lnTo>
                  <a:pt x="1635" y="29381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849"/>
                </a:lnTo>
                <a:lnTo>
                  <a:pt x="2803" y="28849"/>
                </a:lnTo>
                <a:lnTo>
                  <a:pt x="3212" y="28637"/>
                </a:lnTo>
                <a:lnTo>
                  <a:pt x="3504" y="28477"/>
                </a:lnTo>
                <a:lnTo>
                  <a:pt x="3796" y="28371"/>
                </a:lnTo>
                <a:lnTo>
                  <a:pt x="3912" y="28212"/>
                </a:lnTo>
                <a:lnTo>
                  <a:pt x="4204" y="27999"/>
                </a:lnTo>
                <a:lnTo>
                  <a:pt x="4496" y="27840"/>
                </a:lnTo>
                <a:lnTo>
                  <a:pt x="4788" y="27734"/>
                </a:lnTo>
                <a:lnTo>
                  <a:pt x="5197" y="27574"/>
                </a:lnTo>
                <a:lnTo>
                  <a:pt x="5489" y="27308"/>
                </a:lnTo>
                <a:lnTo>
                  <a:pt x="5781" y="27202"/>
                </a:lnTo>
                <a:lnTo>
                  <a:pt x="6015" y="27096"/>
                </a:lnTo>
                <a:lnTo>
                  <a:pt x="6307" y="26937"/>
                </a:lnTo>
                <a:lnTo>
                  <a:pt x="6482" y="26671"/>
                </a:lnTo>
                <a:lnTo>
                  <a:pt x="6716" y="26565"/>
                </a:lnTo>
                <a:lnTo>
                  <a:pt x="7183" y="26458"/>
                </a:lnTo>
                <a:lnTo>
                  <a:pt x="7417" y="26458"/>
                </a:lnTo>
                <a:lnTo>
                  <a:pt x="7709" y="26193"/>
                </a:lnTo>
                <a:lnTo>
                  <a:pt x="8001" y="26033"/>
                </a:lnTo>
                <a:lnTo>
                  <a:pt x="8293" y="25927"/>
                </a:lnTo>
                <a:lnTo>
                  <a:pt x="8585" y="25768"/>
                </a:lnTo>
                <a:lnTo>
                  <a:pt x="8877" y="25555"/>
                </a:lnTo>
                <a:lnTo>
                  <a:pt x="8993" y="25396"/>
                </a:lnTo>
                <a:lnTo>
                  <a:pt x="9402" y="25290"/>
                </a:lnTo>
                <a:lnTo>
                  <a:pt x="9694" y="25130"/>
                </a:lnTo>
                <a:lnTo>
                  <a:pt x="9986" y="24918"/>
                </a:lnTo>
                <a:lnTo>
                  <a:pt x="10278" y="24758"/>
                </a:lnTo>
                <a:lnTo>
                  <a:pt x="10570" y="24652"/>
                </a:lnTo>
                <a:lnTo>
                  <a:pt x="10804" y="24493"/>
                </a:lnTo>
                <a:lnTo>
                  <a:pt x="11096" y="24227"/>
                </a:lnTo>
                <a:lnTo>
                  <a:pt x="11388" y="24121"/>
                </a:lnTo>
                <a:lnTo>
                  <a:pt x="11680" y="24121"/>
                </a:lnTo>
                <a:lnTo>
                  <a:pt x="11972" y="24014"/>
                </a:lnTo>
                <a:lnTo>
                  <a:pt x="12264" y="23749"/>
                </a:lnTo>
                <a:lnTo>
                  <a:pt x="12497" y="23589"/>
                </a:lnTo>
                <a:lnTo>
                  <a:pt x="12789" y="23483"/>
                </a:lnTo>
                <a:lnTo>
                  <a:pt x="13081" y="23377"/>
                </a:lnTo>
                <a:lnTo>
                  <a:pt x="13490" y="23111"/>
                </a:lnTo>
                <a:lnTo>
                  <a:pt x="13782" y="22952"/>
                </a:lnTo>
                <a:lnTo>
                  <a:pt x="13958" y="22846"/>
                </a:lnTo>
                <a:lnTo>
                  <a:pt x="14191" y="22686"/>
                </a:lnTo>
                <a:lnTo>
                  <a:pt x="14483" y="22474"/>
                </a:lnTo>
                <a:lnTo>
                  <a:pt x="14775" y="22314"/>
                </a:lnTo>
                <a:lnTo>
                  <a:pt x="15067" y="22208"/>
                </a:lnTo>
                <a:lnTo>
                  <a:pt x="15359" y="22049"/>
                </a:lnTo>
                <a:lnTo>
                  <a:pt x="15768" y="21836"/>
                </a:lnTo>
                <a:lnTo>
                  <a:pt x="16060" y="21836"/>
                </a:lnTo>
                <a:lnTo>
                  <a:pt x="16352" y="21677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1039"/>
                </a:lnTo>
                <a:lnTo>
                  <a:pt x="17754" y="20933"/>
                </a:lnTo>
                <a:lnTo>
                  <a:pt x="18046" y="20667"/>
                </a:lnTo>
                <a:lnTo>
                  <a:pt x="18279" y="20508"/>
                </a:lnTo>
                <a:lnTo>
                  <a:pt x="18571" y="20402"/>
                </a:lnTo>
                <a:lnTo>
                  <a:pt x="18863" y="20295"/>
                </a:lnTo>
                <a:lnTo>
                  <a:pt x="18980" y="20030"/>
                </a:lnTo>
                <a:lnTo>
                  <a:pt x="19272" y="19870"/>
                </a:lnTo>
                <a:lnTo>
                  <a:pt x="19739" y="19764"/>
                </a:lnTo>
                <a:lnTo>
                  <a:pt x="19973" y="19658"/>
                </a:lnTo>
                <a:lnTo>
                  <a:pt x="20265" y="19498"/>
                </a:lnTo>
                <a:lnTo>
                  <a:pt x="20557" y="19392"/>
                </a:lnTo>
                <a:lnTo>
                  <a:pt x="20849" y="19233"/>
                </a:lnTo>
                <a:lnTo>
                  <a:pt x="21141" y="19126"/>
                </a:lnTo>
                <a:lnTo>
                  <a:pt x="21433" y="18861"/>
                </a:lnTo>
                <a:lnTo>
                  <a:pt x="21959" y="18595"/>
                </a:lnTo>
                <a:lnTo>
                  <a:pt x="22251" y="18489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958"/>
                </a:lnTo>
                <a:lnTo>
                  <a:pt x="23360" y="17851"/>
                </a:lnTo>
                <a:lnTo>
                  <a:pt x="23652" y="17586"/>
                </a:lnTo>
                <a:lnTo>
                  <a:pt x="23944" y="17426"/>
                </a:lnTo>
                <a:lnTo>
                  <a:pt x="24236" y="17320"/>
                </a:lnTo>
                <a:lnTo>
                  <a:pt x="24528" y="17214"/>
                </a:lnTo>
                <a:lnTo>
                  <a:pt x="24762" y="17054"/>
                </a:lnTo>
                <a:lnTo>
                  <a:pt x="25054" y="16948"/>
                </a:lnTo>
                <a:lnTo>
                  <a:pt x="25346" y="16789"/>
                </a:lnTo>
                <a:lnTo>
                  <a:pt x="25638" y="16682"/>
                </a:lnTo>
                <a:lnTo>
                  <a:pt x="26047" y="16417"/>
                </a:lnTo>
                <a:lnTo>
                  <a:pt x="26339" y="16311"/>
                </a:lnTo>
                <a:lnTo>
                  <a:pt x="26455" y="16151"/>
                </a:lnTo>
                <a:lnTo>
                  <a:pt x="26747" y="16045"/>
                </a:lnTo>
                <a:lnTo>
                  <a:pt x="27039" y="15779"/>
                </a:lnTo>
                <a:lnTo>
                  <a:pt x="27331" y="15673"/>
                </a:lnTo>
                <a:lnTo>
                  <a:pt x="27624" y="15514"/>
                </a:lnTo>
                <a:lnTo>
                  <a:pt x="27916" y="15407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317" y="14610"/>
                </a:lnTo>
                <a:lnTo>
                  <a:pt x="29609" y="14504"/>
                </a:lnTo>
                <a:lnTo>
                  <a:pt x="29843" y="14345"/>
                </a:lnTo>
                <a:lnTo>
                  <a:pt x="30310" y="14238"/>
                </a:lnTo>
                <a:lnTo>
                  <a:pt x="30544" y="13973"/>
                </a:lnTo>
                <a:lnTo>
                  <a:pt x="30836" y="13867"/>
                </a:lnTo>
                <a:lnTo>
                  <a:pt x="31128" y="13707"/>
                </a:lnTo>
                <a:lnTo>
                  <a:pt x="31420" y="13601"/>
                </a:lnTo>
                <a:lnTo>
                  <a:pt x="31536" y="13335"/>
                </a:lnTo>
                <a:lnTo>
                  <a:pt x="31828" y="13229"/>
                </a:lnTo>
                <a:lnTo>
                  <a:pt x="32237" y="13070"/>
                </a:lnTo>
                <a:lnTo>
                  <a:pt x="32529" y="12963"/>
                </a:lnTo>
                <a:lnTo>
                  <a:pt x="32821" y="12698"/>
                </a:lnTo>
                <a:lnTo>
                  <a:pt x="33113" y="12591"/>
                </a:lnTo>
                <a:lnTo>
                  <a:pt x="33405" y="12591"/>
                </a:lnTo>
                <a:lnTo>
                  <a:pt x="33697" y="12432"/>
                </a:lnTo>
                <a:lnTo>
                  <a:pt x="33931" y="12166"/>
                </a:lnTo>
                <a:lnTo>
                  <a:pt x="34106" y="12060"/>
                </a:lnTo>
                <a:lnTo>
                  <a:pt x="34515" y="11954"/>
                </a:lnTo>
                <a:lnTo>
                  <a:pt x="34807" y="11794"/>
                </a:lnTo>
                <a:lnTo>
                  <a:pt x="35099" y="11529"/>
                </a:lnTo>
                <a:lnTo>
                  <a:pt x="35391" y="11423"/>
                </a:lnTo>
                <a:lnTo>
                  <a:pt x="35625" y="11263"/>
                </a:lnTo>
                <a:lnTo>
                  <a:pt x="35917" y="11157"/>
                </a:lnTo>
                <a:lnTo>
                  <a:pt x="36209" y="10891"/>
                </a:lnTo>
                <a:lnTo>
                  <a:pt x="36501" y="10785"/>
                </a:lnTo>
                <a:lnTo>
                  <a:pt x="36793" y="10626"/>
                </a:lnTo>
                <a:lnTo>
                  <a:pt x="37085" y="10519"/>
                </a:lnTo>
                <a:lnTo>
                  <a:pt x="37318" y="10254"/>
                </a:lnTo>
                <a:lnTo>
                  <a:pt x="37610" y="10254"/>
                </a:lnTo>
                <a:lnTo>
                  <a:pt x="37902" y="10147"/>
                </a:lnTo>
                <a:lnTo>
                  <a:pt x="38194" y="9988"/>
                </a:lnTo>
                <a:lnTo>
                  <a:pt x="38603" y="9722"/>
                </a:lnTo>
                <a:lnTo>
                  <a:pt x="38895" y="9616"/>
                </a:lnTo>
                <a:lnTo>
                  <a:pt x="39304" y="9350"/>
                </a:lnTo>
                <a:lnTo>
                  <a:pt x="39596" y="9085"/>
                </a:lnTo>
                <a:lnTo>
                  <a:pt x="39888" y="8979"/>
                </a:lnTo>
                <a:lnTo>
                  <a:pt x="40180" y="8872"/>
                </a:lnTo>
                <a:lnTo>
                  <a:pt x="40472" y="8713"/>
                </a:lnTo>
                <a:lnTo>
                  <a:pt x="40881" y="8447"/>
                </a:lnTo>
                <a:lnTo>
                  <a:pt x="41173" y="8341"/>
                </a:lnTo>
                <a:lnTo>
                  <a:pt x="41406" y="8235"/>
                </a:lnTo>
                <a:lnTo>
                  <a:pt x="41582" y="8075"/>
                </a:lnTo>
                <a:lnTo>
                  <a:pt x="41874" y="7810"/>
                </a:lnTo>
                <a:lnTo>
                  <a:pt x="42166" y="7810"/>
                </a:lnTo>
                <a:lnTo>
                  <a:pt x="42399" y="7703"/>
                </a:lnTo>
                <a:lnTo>
                  <a:pt x="42866" y="7544"/>
                </a:lnTo>
                <a:lnTo>
                  <a:pt x="43100" y="7331"/>
                </a:lnTo>
                <a:lnTo>
                  <a:pt x="43392" y="7172"/>
                </a:lnTo>
                <a:lnTo>
                  <a:pt x="43684" y="7066"/>
                </a:lnTo>
                <a:lnTo>
                  <a:pt x="43976" y="6906"/>
                </a:lnTo>
                <a:lnTo>
                  <a:pt x="44093" y="6694"/>
                </a:lnTo>
                <a:lnTo>
                  <a:pt x="44385" y="6535"/>
                </a:lnTo>
                <a:lnTo>
                  <a:pt x="44794" y="6428"/>
                </a:lnTo>
                <a:lnTo>
                  <a:pt x="45086" y="6269"/>
                </a:lnTo>
                <a:lnTo>
                  <a:pt x="45378" y="6003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31"/>
                </a:lnTo>
                <a:lnTo>
                  <a:pt x="46487" y="5525"/>
                </a:lnTo>
                <a:lnTo>
                  <a:pt x="46662" y="5366"/>
                </a:lnTo>
                <a:lnTo>
                  <a:pt x="47071" y="5259"/>
                </a:lnTo>
                <a:lnTo>
                  <a:pt x="47363" y="5153"/>
                </a:lnTo>
                <a:lnTo>
                  <a:pt x="47655" y="4887"/>
                </a:lnTo>
                <a:lnTo>
                  <a:pt x="47947" y="4728"/>
                </a:lnTo>
                <a:lnTo>
                  <a:pt x="48181" y="4622"/>
                </a:lnTo>
                <a:lnTo>
                  <a:pt x="48473" y="4462"/>
                </a:lnTo>
                <a:lnTo>
                  <a:pt x="48765" y="4250"/>
                </a:lnTo>
                <a:lnTo>
                  <a:pt x="49057" y="4091"/>
                </a:lnTo>
                <a:lnTo>
                  <a:pt x="49349" y="3984"/>
                </a:lnTo>
                <a:lnTo>
                  <a:pt x="49583" y="3825"/>
                </a:lnTo>
                <a:lnTo>
                  <a:pt x="49875" y="3612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187"/>
                </a:lnTo>
                <a:lnTo>
                  <a:pt x="51159" y="3081"/>
                </a:lnTo>
                <a:lnTo>
                  <a:pt x="51451" y="2922"/>
                </a:lnTo>
                <a:lnTo>
                  <a:pt x="51860" y="2709"/>
                </a:lnTo>
                <a:lnTo>
                  <a:pt x="52152" y="2443"/>
                </a:lnTo>
                <a:lnTo>
                  <a:pt x="52444" y="2284"/>
                </a:lnTo>
                <a:lnTo>
                  <a:pt x="52736" y="2178"/>
                </a:lnTo>
                <a:lnTo>
                  <a:pt x="52970" y="2072"/>
                </a:lnTo>
                <a:lnTo>
                  <a:pt x="53437" y="1806"/>
                </a:lnTo>
                <a:lnTo>
                  <a:pt x="53729" y="1647"/>
                </a:lnTo>
                <a:lnTo>
                  <a:pt x="53963" y="1540"/>
                </a:lnTo>
                <a:lnTo>
                  <a:pt x="54138" y="1381"/>
                </a:lnTo>
                <a:lnTo>
                  <a:pt x="54430" y="1168"/>
                </a:lnTo>
                <a:lnTo>
                  <a:pt x="54663" y="1009"/>
                </a:lnTo>
                <a:lnTo>
                  <a:pt x="54956" y="903"/>
                </a:lnTo>
                <a:lnTo>
                  <a:pt x="55364" y="903"/>
                </a:lnTo>
                <a:lnTo>
                  <a:pt x="55656" y="637"/>
                </a:lnTo>
                <a:lnTo>
                  <a:pt x="55948" y="531"/>
                </a:lnTo>
                <a:lnTo>
                  <a:pt x="56240" y="371"/>
                </a:lnTo>
                <a:lnTo>
                  <a:pt x="56532" y="265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7610274" y="4747810"/>
            <a:ext cx="56824" cy="30178"/>
          </a:xfrm>
          <a:custGeom>
            <a:avLst/>
            <a:gdLst/>
            <a:ahLst/>
            <a:cxnLst/>
            <a:rect l="l" t="t" r="r" b="b"/>
            <a:pathLst>
              <a:path w="56824" h="30178">
                <a:moveTo>
                  <a:pt x="0" y="30178"/>
                </a:moveTo>
                <a:lnTo>
                  <a:pt x="292" y="30018"/>
                </a:lnTo>
                <a:lnTo>
                  <a:pt x="700" y="29912"/>
                </a:lnTo>
                <a:lnTo>
                  <a:pt x="992" y="29806"/>
                </a:lnTo>
                <a:lnTo>
                  <a:pt x="1284" y="29540"/>
                </a:lnTo>
                <a:lnTo>
                  <a:pt x="1576" y="29381"/>
                </a:lnTo>
                <a:lnTo>
                  <a:pt x="1868" y="29274"/>
                </a:lnTo>
                <a:lnTo>
                  <a:pt x="2102" y="29168"/>
                </a:lnTo>
                <a:lnTo>
                  <a:pt x="2394" y="28902"/>
                </a:lnTo>
                <a:lnTo>
                  <a:pt x="2569" y="28743"/>
                </a:lnTo>
                <a:lnTo>
                  <a:pt x="2978" y="28743"/>
                </a:lnTo>
                <a:lnTo>
                  <a:pt x="3270" y="28637"/>
                </a:lnTo>
                <a:lnTo>
                  <a:pt x="3562" y="28371"/>
                </a:lnTo>
                <a:lnTo>
                  <a:pt x="3796" y="28265"/>
                </a:lnTo>
                <a:lnTo>
                  <a:pt x="4088" y="28105"/>
                </a:lnTo>
                <a:lnTo>
                  <a:pt x="4380" y="27999"/>
                </a:lnTo>
                <a:lnTo>
                  <a:pt x="4672" y="27734"/>
                </a:lnTo>
                <a:lnTo>
                  <a:pt x="5080" y="27627"/>
                </a:lnTo>
                <a:lnTo>
                  <a:pt x="5256" y="27468"/>
                </a:lnTo>
                <a:lnTo>
                  <a:pt x="5489" y="27362"/>
                </a:lnTo>
                <a:lnTo>
                  <a:pt x="5781" y="27096"/>
                </a:lnTo>
                <a:lnTo>
                  <a:pt x="6073" y="26937"/>
                </a:lnTo>
                <a:lnTo>
                  <a:pt x="6365" y="26830"/>
                </a:lnTo>
                <a:lnTo>
                  <a:pt x="6657" y="26724"/>
                </a:lnTo>
                <a:lnTo>
                  <a:pt x="6949" y="26458"/>
                </a:lnTo>
                <a:lnTo>
                  <a:pt x="7358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5927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344" y="25290"/>
                </a:lnTo>
                <a:lnTo>
                  <a:pt x="9577" y="25183"/>
                </a:lnTo>
                <a:lnTo>
                  <a:pt x="9869" y="25024"/>
                </a:lnTo>
                <a:lnTo>
                  <a:pt x="10045" y="24918"/>
                </a:lnTo>
                <a:lnTo>
                  <a:pt x="10278" y="24652"/>
                </a:lnTo>
                <a:lnTo>
                  <a:pt x="10570" y="24546"/>
                </a:lnTo>
                <a:lnTo>
                  <a:pt x="10862" y="24386"/>
                </a:lnTo>
                <a:lnTo>
                  <a:pt x="11271" y="24280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908"/>
                </a:lnTo>
                <a:lnTo>
                  <a:pt x="12439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140" y="23217"/>
                </a:lnTo>
                <a:lnTo>
                  <a:pt x="13549" y="23111"/>
                </a:lnTo>
                <a:lnTo>
                  <a:pt x="13841" y="22846"/>
                </a:lnTo>
                <a:lnTo>
                  <a:pt x="14133" y="22739"/>
                </a:lnTo>
                <a:lnTo>
                  <a:pt x="14425" y="22580"/>
                </a:lnTo>
                <a:lnTo>
                  <a:pt x="14658" y="22474"/>
                </a:lnTo>
                <a:lnTo>
                  <a:pt x="14950" y="22208"/>
                </a:lnTo>
                <a:lnTo>
                  <a:pt x="15126" y="22102"/>
                </a:lnTo>
                <a:lnTo>
                  <a:pt x="15534" y="21942"/>
                </a:lnTo>
                <a:lnTo>
                  <a:pt x="15826" y="21836"/>
                </a:lnTo>
                <a:lnTo>
                  <a:pt x="16060" y="21677"/>
                </a:lnTo>
                <a:lnTo>
                  <a:pt x="16352" y="21570"/>
                </a:lnTo>
                <a:lnTo>
                  <a:pt x="16644" y="21464"/>
                </a:lnTo>
                <a:lnTo>
                  <a:pt x="16936" y="21305"/>
                </a:lnTo>
                <a:lnTo>
                  <a:pt x="17228" y="21039"/>
                </a:lnTo>
                <a:lnTo>
                  <a:pt x="17637" y="2093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922" y="20136"/>
                </a:lnTo>
                <a:lnTo>
                  <a:pt x="19214" y="20030"/>
                </a:lnTo>
                <a:lnTo>
                  <a:pt x="19447" y="19764"/>
                </a:lnTo>
                <a:lnTo>
                  <a:pt x="19914" y="19658"/>
                </a:lnTo>
                <a:lnTo>
                  <a:pt x="20206" y="19498"/>
                </a:lnTo>
                <a:lnTo>
                  <a:pt x="20615" y="19286"/>
                </a:lnTo>
                <a:lnTo>
                  <a:pt x="20907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1842" y="18595"/>
                </a:lnTo>
                <a:lnTo>
                  <a:pt x="22134" y="18489"/>
                </a:lnTo>
                <a:lnTo>
                  <a:pt x="22426" y="18383"/>
                </a:lnTo>
                <a:lnTo>
                  <a:pt x="22601" y="18223"/>
                </a:lnTo>
                <a:lnTo>
                  <a:pt x="22835" y="17958"/>
                </a:lnTo>
                <a:lnTo>
                  <a:pt x="23127" y="17851"/>
                </a:lnTo>
                <a:lnTo>
                  <a:pt x="23419" y="17745"/>
                </a:lnTo>
                <a:lnTo>
                  <a:pt x="23827" y="17586"/>
                </a:lnTo>
                <a:lnTo>
                  <a:pt x="24119" y="17320"/>
                </a:lnTo>
                <a:lnTo>
                  <a:pt x="24411" y="17214"/>
                </a:lnTo>
                <a:lnTo>
                  <a:pt x="24703" y="17054"/>
                </a:lnTo>
                <a:lnTo>
                  <a:pt x="24995" y="17054"/>
                </a:lnTo>
                <a:lnTo>
                  <a:pt x="25112" y="16842"/>
                </a:lnTo>
                <a:lnTo>
                  <a:pt x="25404" y="16682"/>
                </a:lnTo>
                <a:lnTo>
                  <a:pt x="25696" y="16576"/>
                </a:lnTo>
                <a:lnTo>
                  <a:pt x="26105" y="16417"/>
                </a:lnTo>
                <a:lnTo>
                  <a:pt x="26397" y="16204"/>
                </a:lnTo>
                <a:lnTo>
                  <a:pt x="26689" y="16045"/>
                </a:lnTo>
                <a:lnTo>
                  <a:pt x="26923" y="15939"/>
                </a:lnTo>
                <a:lnTo>
                  <a:pt x="27215" y="15779"/>
                </a:lnTo>
                <a:lnTo>
                  <a:pt x="27507" y="15514"/>
                </a:lnTo>
                <a:lnTo>
                  <a:pt x="27682" y="15407"/>
                </a:lnTo>
                <a:lnTo>
                  <a:pt x="28091" y="15301"/>
                </a:lnTo>
                <a:lnTo>
                  <a:pt x="28383" y="15142"/>
                </a:lnTo>
                <a:lnTo>
                  <a:pt x="28616" y="14876"/>
                </a:lnTo>
                <a:lnTo>
                  <a:pt x="28908" y="14770"/>
                </a:lnTo>
                <a:lnTo>
                  <a:pt x="29200" y="14770"/>
                </a:lnTo>
                <a:lnTo>
                  <a:pt x="29492" y="14663"/>
                </a:lnTo>
                <a:lnTo>
                  <a:pt x="29784" y="14398"/>
                </a:lnTo>
                <a:lnTo>
                  <a:pt x="30193" y="14238"/>
                </a:lnTo>
                <a:lnTo>
                  <a:pt x="30602" y="13973"/>
                </a:lnTo>
                <a:lnTo>
                  <a:pt x="30894" y="13760"/>
                </a:lnTo>
                <a:lnTo>
                  <a:pt x="31186" y="13601"/>
                </a:lnTo>
                <a:lnTo>
                  <a:pt x="31478" y="13495"/>
                </a:lnTo>
                <a:lnTo>
                  <a:pt x="31770" y="13335"/>
                </a:lnTo>
                <a:lnTo>
                  <a:pt x="32004" y="13123"/>
                </a:lnTo>
                <a:lnTo>
                  <a:pt x="32471" y="12963"/>
                </a:lnTo>
                <a:lnTo>
                  <a:pt x="32704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398" y="11954"/>
                </a:lnTo>
                <a:lnTo>
                  <a:pt x="34690" y="11794"/>
                </a:lnTo>
                <a:lnTo>
                  <a:pt x="34982" y="11688"/>
                </a:lnTo>
                <a:lnTo>
                  <a:pt x="35274" y="11582"/>
                </a:lnTo>
                <a:lnTo>
                  <a:pt x="35391" y="11316"/>
                </a:lnTo>
                <a:lnTo>
                  <a:pt x="35683" y="11157"/>
                </a:lnTo>
                <a:lnTo>
                  <a:pt x="35975" y="11051"/>
                </a:lnTo>
                <a:lnTo>
                  <a:pt x="36384" y="10891"/>
                </a:lnTo>
                <a:lnTo>
                  <a:pt x="36676" y="10679"/>
                </a:lnTo>
                <a:lnTo>
                  <a:pt x="36968" y="10519"/>
                </a:lnTo>
                <a:lnTo>
                  <a:pt x="37260" y="10413"/>
                </a:lnTo>
                <a:lnTo>
                  <a:pt x="37552" y="10254"/>
                </a:lnTo>
                <a:lnTo>
                  <a:pt x="37785" y="10147"/>
                </a:lnTo>
                <a:lnTo>
                  <a:pt x="37961" y="10041"/>
                </a:lnTo>
                <a:lnTo>
                  <a:pt x="38253" y="9882"/>
                </a:lnTo>
                <a:lnTo>
                  <a:pt x="38661" y="9775"/>
                </a:lnTo>
                <a:lnTo>
                  <a:pt x="38953" y="9510"/>
                </a:lnTo>
                <a:lnTo>
                  <a:pt x="39245" y="9404"/>
                </a:lnTo>
                <a:lnTo>
                  <a:pt x="39479" y="9244"/>
                </a:lnTo>
                <a:lnTo>
                  <a:pt x="39771" y="9138"/>
                </a:lnTo>
                <a:lnTo>
                  <a:pt x="40063" y="8872"/>
                </a:lnTo>
                <a:lnTo>
                  <a:pt x="40180" y="8713"/>
                </a:lnTo>
                <a:lnTo>
                  <a:pt x="40647" y="8607"/>
                </a:lnTo>
                <a:lnTo>
                  <a:pt x="40881" y="8500"/>
                </a:lnTo>
                <a:lnTo>
                  <a:pt x="41173" y="8235"/>
                </a:lnTo>
                <a:lnTo>
                  <a:pt x="41465" y="8075"/>
                </a:lnTo>
                <a:lnTo>
                  <a:pt x="41757" y="7969"/>
                </a:lnTo>
                <a:lnTo>
                  <a:pt x="42049" y="7863"/>
                </a:lnTo>
                <a:lnTo>
                  <a:pt x="42341" y="7703"/>
                </a:lnTo>
                <a:lnTo>
                  <a:pt x="42750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60"/>
                </a:lnTo>
                <a:lnTo>
                  <a:pt x="44034" y="6800"/>
                </a:lnTo>
                <a:lnTo>
                  <a:pt x="44268" y="6694"/>
                </a:lnTo>
                <a:lnTo>
                  <a:pt x="44560" y="6428"/>
                </a:lnTo>
                <a:lnTo>
                  <a:pt x="45027" y="6322"/>
                </a:lnTo>
                <a:lnTo>
                  <a:pt x="45261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5962" y="5631"/>
                </a:lnTo>
                <a:lnTo>
                  <a:pt x="46254" y="5525"/>
                </a:lnTo>
                <a:lnTo>
                  <a:pt x="46546" y="5525"/>
                </a:lnTo>
                <a:lnTo>
                  <a:pt x="46954" y="5259"/>
                </a:lnTo>
                <a:lnTo>
                  <a:pt x="47246" y="5153"/>
                </a:lnTo>
                <a:lnTo>
                  <a:pt x="47538" y="4994"/>
                </a:lnTo>
                <a:lnTo>
                  <a:pt x="47830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940" y="4250"/>
                </a:lnTo>
                <a:lnTo>
                  <a:pt x="49232" y="3984"/>
                </a:lnTo>
                <a:lnTo>
                  <a:pt x="49524" y="3878"/>
                </a:lnTo>
                <a:lnTo>
                  <a:pt x="49816" y="3719"/>
                </a:lnTo>
                <a:lnTo>
                  <a:pt x="50050" y="3612"/>
                </a:lnTo>
                <a:lnTo>
                  <a:pt x="50342" y="3347"/>
                </a:lnTo>
                <a:lnTo>
                  <a:pt x="50517" y="3240"/>
                </a:lnTo>
                <a:lnTo>
                  <a:pt x="50809" y="3240"/>
                </a:lnTo>
                <a:lnTo>
                  <a:pt x="51218" y="3081"/>
                </a:lnTo>
                <a:lnTo>
                  <a:pt x="51510" y="2815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178"/>
                </a:lnTo>
                <a:lnTo>
                  <a:pt x="52911" y="2072"/>
                </a:lnTo>
                <a:lnTo>
                  <a:pt x="53203" y="1912"/>
                </a:lnTo>
                <a:lnTo>
                  <a:pt x="53437" y="1806"/>
                </a:lnTo>
                <a:lnTo>
                  <a:pt x="53729" y="1540"/>
                </a:lnTo>
                <a:lnTo>
                  <a:pt x="54021" y="1434"/>
                </a:lnTo>
                <a:lnTo>
                  <a:pt x="54313" y="1275"/>
                </a:lnTo>
                <a:lnTo>
                  <a:pt x="54605" y="1168"/>
                </a:lnTo>
                <a:lnTo>
                  <a:pt x="54897" y="903"/>
                </a:lnTo>
                <a:lnTo>
                  <a:pt x="55306" y="796"/>
                </a:lnTo>
                <a:lnTo>
                  <a:pt x="55715" y="637"/>
                </a:lnTo>
                <a:lnTo>
                  <a:pt x="56007" y="371"/>
                </a:lnTo>
                <a:lnTo>
                  <a:pt x="56299" y="265"/>
                </a:lnTo>
                <a:lnTo>
                  <a:pt x="56591" y="159"/>
                </a:lnTo>
                <a:lnTo>
                  <a:pt x="56824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7667099" y="4717525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292" y="30018"/>
                </a:lnTo>
                <a:lnTo>
                  <a:pt x="700" y="29912"/>
                </a:lnTo>
                <a:lnTo>
                  <a:pt x="992" y="29752"/>
                </a:lnTo>
                <a:lnTo>
                  <a:pt x="1168" y="29646"/>
                </a:lnTo>
                <a:lnTo>
                  <a:pt x="1401" y="29381"/>
                </a:lnTo>
                <a:lnTo>
                  <a:pt x="1693" y="29274"/>
                </a:lnTo>
                <a:lnTo>
                  <a:pt x="1985" y="29115"/>
                </a:lnTo>
                <a:lnTo>
                  <a:pt x="2277" y="29009"/>
                </a:lnTo>
                <a:lnTo>
                  <a:pt x="2686" y="28743"/>
                </a:lnTo>
                <a:lnTo>
                  <a:pt x="2978" y="28743"/>
                </a:lnTo>
                <a:lnTo>
                  <a:pt x="3270" y="28637"/>
                </a:lnTo>
                <a:lnTo>
                  <a:pt x="3562" y="28477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99"/>
                </a:lnTo>
                <a:lnTo>
                  <a:pt x="4672" y="27840"/>
                </a:lnTo>
                <a:lnTo>
                  <a:pt x="4964" y="27574"/>
                </a:lnTo>
                <a:lnTo>
                  <a:pt x="5256" y="27468"/>
                </a:lnTo>
                <a:lnTo>
                  <a:pt x="5548" y="27362"/>
                </a:lnTo>
                <a:lnTo>
                  <a:pt x="5781" y="27202"/>
                </a:lnTo>
                <a:lnTo>
                  <a:pt x="6073" y="26937"/>
                </a:lnTo>
                <a:lnTo>
                  <a:pt x="6248" y="26830"/>
                </a:lnTo>
                <a:lnTo>
                  <a:pt x="6482" y="26724"/>
                </a:lnTo>
                <a:lnTo>
                  <a:pt x="6949" y="26565"/>
                </a:lnTo>
                <a:lnTo>
                  <a:pt x="7183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6033"/>
                </a:lnTo>
                <a:lnTo>
                  <a:pt x="8351" y="25821"/>
                </a:lnTo>
                <a:lnTo>
                  <a:pt x="8643" y="25661"/>
                </a:lnTo>
                <a:lnTo>
                  <a:pt x="8877" y="25555"/>
                </a:lnTo>
                <a:lnTo>
                  <a:pt x="9169" y="25396"/>
                </a:lnTo>
                <a:lnTo>
                  <a:pt x="9461" y="25183"/>
                </a:lnTo>
                <a:lnTo>
                  <a:pt x="9753" y="25024"/>
                </a:lnTo>
                <a:lnTo>
                  <a:pt x="10045" y="24918"/>
                </a:lnTo>
                <a:lnTo>
                  <a:pt x="10337" y="24652"/>
                </a:lnTo>
                <a:lnTo>
                  <a:pt x="10570" y="24493"/>
                </a:lnTo>
                <a:lnTo>
                  <a:pt x="11037" y="24386"/>
                </a:lnTo>
                <a:lnTo>
                  <a:pt x="11446" y="24121"/>
                </a:lnTo>
                <a:lnTo>
                  <a:pt x="11738" y="24014"/>
                </a:lnTo>
                <a:lnTo>
                  <a:pt x="12030" y="23855"/>
                </a:lnTo>
                <a:lnTo>
                  <a:pt x="12264" y="23749"/>
                </a:lnTo>
                <a:lnTo>
                  <a:pt x="12556" y="23483"/>
                </a:lnTo>
                <a:lnTo>
                  <a:pt x="12848" y="23377"/>
                </a:lnTo>
                <a:lnTo>
                  <a:pt x="13257" y="23217"/>
                </a:lnTo>
                <a:lnTo>
                  <a:pt x="13549" y="23111"/>
                </a:lnTo>
                <a:lnTo>
                  <a:pt x="13724" y="22846"/>
                </a:lnTo>
                <a:lnTo>
                  <a:pt x="13958" y="22739"/>
                </a:lnTo>
                <a:lnTo>
                  <a:pt x="14250" y="22580"/>
                </a:lnTo>
                <a:lnTo>
                  <a:pt x="14542" y="22474"/>
                </a:lnTo>
                <a:lnTo>
                  <a:pt x="14834" y="22208"/>
                </a:lnTo>
                <a:lnTo>
                  <a:pt x="15242" y="22102"/>
                </a:lnTo>
                <a:lnTo>
                  <a:pt x="15534" y="21942"/>
                </a:lnTo>
                <a:lnTo>
                  <a:pt x="15826" y="21836"/>
                </a:lnTo>
                <a:lnTo>
                  <a:pt x="16118" y="21677"/>
                </a:lnTo>
                <a:lnTo>
                  <a:pt x="16527" y="21411"/>
                </a:lnTo>
                <a:lnTo>
                  <a:pt x="16819" y="21305"/>
                </a:lnTo>
                <a:lnTo>
                  <a:pt x="17228" y="21039"/>
                </a:lnTo>
                <a:lnTo>
                  <a:pt x="17520" y="20933"/>
                </a:lnTo>
                <a:lnTo>
                  <a:pt x="17812" y="20773"/>
                </a:lnTo>
                <a:lnTo>
                  <a:pt x="18046" y="20667"/>
                </a:lnTo>
                <a:lnTo>
                  <a:pt x="18338" y="20402"/>
                </a:lnTo>
                <a:lnTo>
                  <a:pt x="18630" y="20295"/>
                </a:lnTo>
                <a:lnTo>
                  <a:pt x="18805" y="20136"/>
                </a:lnTo>
                <a:lnTo>
                  <a:pt x="19038" y="20030"/>
                </a:lnTo>
                <a:lnTo>
                  <a:pt x="19506" y="19764"/>
                </a:lnTo>
                <a:lnTo>
                  <a:pt x="19739" y="19658"/>
                </a:lnTo>
                <a:lnTo>
                  <a:pt x="20031" y="19498"/>
                </a:lnTo>
                <a:lnTo>
                  <a:pt x="20323" y="19498"/>
                </a:lnTo>
                <a:lnTo>
                  <a:pt x="20615" y="19233"/>
                </a:lnTo>
                <a:lnTo>
                  <a:pt x="20907" y="19126"/>
                </a:lnTo>
                <a:lnTo>
                  <a:pt x="21199" y="19020"/>
                </a:lnTo>
                <a:lnTo>
                  <a:pt x="21433" y="18861"/>
                </a:lnTo>
                <a:lnTo>
                  <a:pt x="21725" y="18595"/>
                </a:lnTo>
                <a:lnTo>
                  <a:pt x="22017" y="18489"/>
                </a:lnTo>
                <a:lnTo>
                  <a:pt x="22309" y="18329"/>
                </a:lnTo>
                <a:lnTo>
                  <a:pt x="22601" y="18223"/>
                </a:lnTo>
                <a:lnTo>
                  <a:pt x="22893" y="17958"/>
                </a:lnTo>
                <a:lnTo>
                  <a:pt x="23127" y="17851"/>
                </a:lnTo>
                <a:lnTo>
                  <a:pt x="23594" y="17692"/>
                </a:lnTo>
                <a:lnTo>
                  <a:pt x="24003" y="17320"/>
                </a:lnTo>
                <a:lnTo>
                  <a:pt x="24295" y="17214"/>
                </a:lnTo>
                <a:lnTo>
                  <a:pt x="24587" y="17214"/>
                </a:lnTo>
                <a:lnTo>
                  <a:pt x="24820" y="17054"/>
                </a:lnTo>
                <a:lnTo>
                  <a:pt x="25112" y="16789"/>
                </a:lnTo>
                <a:lnTo>
                  <a:pt x="25404" y="16682"/>
                </a:lnTo>
                <a:lnTo>
                  <a:pt x="25813" y="16576"/>
                </a:lnTo>
                <a:lnTo>
                  <a:pt x="26105" y="16417"/>
                </a:lnTo>
                <a:lnTo>
                  <a:pt x="26222" y="1615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779"/>
                </a:lnTo>
                <a:lnTo>
                  <a:pt x="27390" y="15514"/>
                </a:lnTo>
                <a:lnTo>
                  <a:pt x="27799" y="15407"/>
                </a:lnTo>
                <a:lnTo>
                  <a:pt x="28091" y="15248"/>
                </a:lnTo>
                <a:lnTo>
                  <a:pt x="28383" y="15142"/>
                </a:lnTo>
                <a:lnTo>
                  <a:pt x="28675" y="14876"/>
                </a:lnTo>
                <a:lnTo>
                  <a:pt x="29084" y="14770"/>
                </a:lnTo>
                <a:lnTo>
                  <a:pt x="29376" y="14610"/>
                </a:lnTo>
                <a:lnTo>
                  <a:pt x="29784" y="14398"/>
                </a:lnTo>
                <a:lnTo>
                  <a:pt x="30076" y="14238"/>
                </a:lnTo>
                <a:lnTo>
                  <a:pt x="30368" y="14132"/>
                </a:lnTo>
                <a:lnTo>
                  <a:pt x="30602" y="13973"/>
                </a:lnTo>
                <a:lnTo>
                  <a:pt x="30894" y="13707"/>
                </a:lnTo>
                <a:lnTo>
                  <a:pt x="31186" y="13601"/>
                </a:lnTo>
                <a:lnTo>
                  <a:pt x="31595" y="13335"/>
                </a:lnTo>
                <a:lnTo>
                  <a:pt x="32004" y="13070"/>
                </a:lnTo>
                <a:lnTo>
                  <a:pt x="32296" y="12963"/>
                </a:lnTo>
                <a:lnTo>
                  <a:pt x="32588" y="12857"/>
                </a:lnTo>
                <a:lnTo>
                  <a:pt x="32880" y="12698"/>
                </a:lnTo>
                <a:lnTo>
                  <a:pt x="33172" y="12432"/>
                </a:lnTo>
                <a:lnTo>
                  <a:pt x="33464" y="12432"/>
                </a:lnTo>
                <a:lnTo>
                  <a:pt x="33697" y="12326"/>
                </a:lnTo>
                <a:lnTo>
                  <a:pt x="33989" y="12219"/>
                </a:lnTo>
                <a:lnTo>
                  <a:pt x="34281" y="11954"/>
                </a:lnTo>
                <a:lnTo>
                  <a:pt x="34573" y="11794"/>
                </a:lnTo>
                <a:lnTo>
                  <a:pt x="34865" y="11688"/>
                </a:lnTo>
                <a:lnTo>
                  <a:pt x="35157" y="11529"/>
                </a:lnTo>
                <a:lnTo>
                  <a:pt x="35391" y="11316"/>
                </a:lnTo>
                <a:lnTo>
                  <a:pt x="35683" y="11157"/>
                </a:lnTo>
                <a:lnTo>
                  <a:pt x="36150" y="11051"/>
                </a:lnTo>
                <a:lnTo>
                  <a:pt x="36267" y="10891"/>
                </a:lnTo>
                <a:lnTo>
                  <a:pt x="36559" y="10679"/>
                </a:lnTo>
                <a:lnTo>
                  <a:pt x="36851" y="10519"/>
                </a:lnTo>
                <a:lnTo>
                  <a:pt x="37085" y="10413"/>
                </a:lnTo>
                <a:lnTo>
                  <a:pt x="37377" y="10254"/>
                </a:lnTo>
                <a:lnTo>
                  <a:pt x="37669" y="10147"/>
                </a:lnTo>
                <a:lnTo>
                  <a:pt x="37961" y="9988"/>
                </a:lnTo>
                <a:lnTo>
                  <a:pt x="38369" y="9882"/>
                </a:lnTo>
                <a:lnTo>
                  <a:pt x="38661" y="9775"/>
                </a:lnTo>
                <a:lnTo>
                  <a:pt x="38778" y="9510"/>
                </a:lnTo>
                <a:lnTo>
                  <a:pt x="39070" y="9350"/>
                </a:lnTo>
                <a:lnTo>
                  <a:pt x="39362" y="9244"/>
                </a:lnTo>
                <a:lnTo>
                  <a:pt x="39654" y="9138"/>
                </a:lnTo>
                <a:lnTo>
                  <a:pt x="39946" y="8872"/>
                </a:lnTo>
                <a:lnTo>
                  <a:pt x="40355" y="8713"/>
                </a:lnTo>
                <a:lnTo>
                  <a:pt x="40647" y="8607"/>
                </a:lnTo>
                <a:lnTo>
                  <a:pt x="40939" y="8447"/>
                </a:lnTo>
                <a:lnTo>
                  <a:pt x="41173" y="8235"/>
                </a:lnTo>
                <a:lnTo>
                  <a:pt x="41348" y="8075"/>
                </a:lnTo>
                <a:lnTo>
                  <a:pt x="41640" y="7969"/>
                </a:lnTo>
                <a:lnTo>
                  <a:pt x="41932" y="7810"/>
                </a:lnTo>
                <a:lnTo>
                  <a:pt x="42166" y="7703"/>
                </a:lnTo>
                <a:lnTo>
                  <a:pt x="42633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066"/>
                </a:lnTo>
                <a:lnTo>
                  <a:pt x="43742" y="6906"/>
                </a:lnTo>
                <a:lnTo>
                  <a:pt x="44151" y="6694"/>
                </a:lnTo>
                <a:lnTo>
                  <a:pt x="44560" y="6428"/>
                </a:lnTo>
                <a:lnTo>
                  <a:pt x="44852" y="6269"/>
                </a:lnTo>
                <a:lnTo>
                  <a:pt x="45144" y="6163"/>
                </a:lnTo>
                <a:lnTo>
                  <a:pt x="45436" y="6056"/>
                </a:lnTo>
                <a:lnTo>
                  <a:pt x="45728" y="5791"/>
                </a:lnTo>
                <a:lnTo>
                  <a:pt x="46020" y="5631"/>
                </a:lnTo>
                <a:lnTo>
                  <a:pt x="46254" y="5525"/>
                </a:lnTo>
                <a:lnTo>
                  <a:pt x="46546" y="5525"/>
                </a:lnTo>
                <a:lnTo>
                  <a:pt x="46838" y="5259"/>
                </a:lnTo>
                <a:lnTo>
                  <a:pt x="47130" y="5153"/>
                </a:lnTo>
                <a:lnTo>
                  <a:pt x="47422" y="4994"/>
                </a:lnTo>
                <a:lnTo>
                  <a:pt x="47714" y="4887"/>
                </a:lnTo>
                <a:lnTo>
                  <a:pt x="47947" y="4622"/>
                </a:lnTo>
                <a:lnTo>
                  <a:pt x="48239" y="4516"/>
                </a:lnTo>
                <a:lnTo>
                  <a:pt x="48531" y="4356"/>
                </a:lnTo>
                <a:lnTo>
                  <a:pt x="48823" y="4250"/>
                </a:lnTo>
                <a:lnTo>
                  <a:pt x="49115" y="3984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347"/>
                </a:lnTo>
                <a:lnTo>
                  <a:pt x="50517" y="3187"/>
                </a:lnTo>
                <a:lnTo>
                  <a:pt x="50926" y="3187"/>
                </a:lnTo>
                <a:lnTo>
                  <a:pt x="51218" y="3081"/>
                </a:lnTo>
                <a:lnTo>
                  <a:pt x="51335" y="2815"/>
                </a:lnTo>
                <a:lnTo>
                  <a:pt x="51627" y="2709"/>
                </a:lnTo>
                <a:lnTo>
                  <a:pt x="51919" y="2550"/>
                </a:lnTo>
                <a:lnTo>
                  <a:pt x="52211" y="2443"/>
                </a:lnTo>
                <a:lnTo>
                  <a:pt x="52503" y="2178"/>
                </a:lnTo>
                <a:lnTo>
                  <a:pt x="52911" y="2072"/>
                </a:lnTo>
                <a:lnTo>
                  <a:pt x="53203" y="1912"/>
                </a:lnTo>
                <a:lnTo>
                  <a:pt x="53495" y="1806"/>
                </a:lnTo>
                <a:lnTo>
                  <a:pt x="53729" y="1540"/>
                </a:lnTo>
                <a:lnTo>
                  <a:pt x="53904" y="1434"/>
                </a:lnTo>
                <a:lnTo>
                  <a:pt x="54196" y="1275"/>
                </a:lnTo>
                <a:lnTo>
                  <a:pt x="54430" y="1168"/>
                </a:lnTo>
                <a:lnTo>
                  <a:pt x="54722" y="903"/>
                </a:lnTo>
                <a:lnTo>
                  <a:pt x="55131" y="903"/>
                </a:lnTo>
                <a:lnTo>
                  <a:pt x="55423" y="743"/>
                </a:lnTo>
                <a:lnTo>
                  <a:pt x="55715" y="637"/>
                </a:lnTo>
                <a:lnTo>
                  <a:pt x="56007" y="371"/>
                </a:lnTo>
                <a:lnTo>
                  <a:pt x="56299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7723807" y="4687241"/>
            <a:ext cx="57000" cy="30284"/>
          </a:xfrm>
          <a:custGeom>
            <a:avLst/>
            <a:gdLst/>
            <a:ahLst/>
            <a:cxnLst/>
            <a:rect l="l" t="t" r="r" b="b"/>
            <a:pathLst>
              <a:path w="57000" h="30284">
                <a:moveTo>
                  <a:pt x="0" y="30284"/>
                </a:moveTo>
                <a:lnTo>
                  <a:pt x="408" y="30018"/>
                </a:lnTo>
                <a:lnTo>
                  <a:pt x="700" y="29912"/>
                </a:lnTo>
                <a:lnTo>
                  <a:pt x="992" y="29752"/>
                </a:lnTo>
                <a:lnTo>
                  <a:pt x="1284" y="29646"/>
                </a:lnTo>
                <a:lnTo>
                  <a:pt x="1576" y="29381"/>
                </a:lnTo>
                <a:lnTo>
                  <a:pt x="1810" y="29274"/>
                </a:lnTo>
                <a:lnTo>
                  <a:pt x="2102" y="29115"/>
                </a:lnTo>
                <a:lnTo>
                  <a:pt x="2394" y="29009"/>
                </a:lnTo>
                <a:lnTo>
                  <a:pt x="2686" y="28849"/>
                </a:lnTo>
                <a:lnTo>
                  <a:pt x="2978" y="28743"/>
                </a:lnTo>
                <a:lnTo>
                  <a:pt x="3270" y="28637"/>
                </a:lnTo>
                <a:lnTo>
                  <a:pt x="3504" y="28477"/>
                </a:lnTo>
                <a:lnTo>
                  <a:pt x="3796" y="28212"/>
                </a:lnTo>
                <a:lnTo>
                  <a:pt x="4088" y="28105"/>
                </a:lnTo>
                <a:lnTo>
                  <a:pt x="4380" y="27999"/>
                </a:lnTo>
                <a:lnTo>
                  <a:pt x="4788" y="27840"/>
                </a:lnTo>
                <a:lnTo>
                  <a:pt x="4964" y="27574"/>
                </a:lnTo>
                <a:lnTo>
                  <a:pt x="5197" y="27468"/>
                </a:lnTo>
                <a:lnTo>
                  <a:pt x="5489" y="27308"/>
                </a:lnTo>
                <a:lnTo>
                  <a:pt x="5781" y="27202"/>
                </a:lnTo>
                <a:lnTo>
                  <a:pt x="6073" y="26937"/>
                </a:lnTo>
                <a:lnTo>
                  <a:pt x="6365" y="26830"/>
                </a:lnTo>
                <a:lnTo>
                  <a:pt x="6774" y="26671"/>
                </a:lnTo>
                <a:lnTo>
                  <a:pt x="7066" y="26565"/>
                </a:lnTo>
                <a:lnTo>
                  <a:pt x="7358" y="26458"/>
                </a:lnTo>
                <a:lnTo>
                  <a:pt x="7475" y="26299"/>
                </a:lnTo>
                <a:lnTo>
                  <a:pt x="7767" y="26193"/>
                </a:lnTo>
                <a:lnTo>
                  <a:pt x="8059" y="26033"/>
                </a:lnTo>
                <a:lnTo>
                  <a:pt x="8351" y="25768"/>
                </a:lnTo>
                <a:lnTo>
                  <a:pt x="8760" y="25661"/>
                </a:lnTo>
                <a:lnTo>
                  <a:pt x="9052" y="25555"/>
                </a:lnTo>
                <a:lnTo>
                  <a:pt x="9285" y="25396"/>
                </a:lnTo>
                <a:lnTo>
                  <a:pt x="9577" y="25130"/>
                </a:lnTo>
                <a:lnTo>
                  <a:pt x="9753" y="25024"/>
                </a:lnTo>
                <a:lnTo>
                  <a:pt x="10045" y="24918"/>
                </a:lnTo>
                <a:lnTo>
                  <a:pt x="10278" y="24758"/>
                </a:lnTo>
                <a:lnTo>
                  <a:pt x="10570" y="24493"/>
                </a:lnTo>
                <a:lnTo>
                  <a:pt x="10979" y="24386"/>
                </a:lnTo>
                <a:lnTo>
                  <a:pt x="11271" y="24227"/>
                </a:lnTo>
                <a:lnTo>
                  <a:pt x="11563" y="24121"/>
                </a:lnTo>
                <a:lnTo>
                  <a:pt x="11855" y="24014"/>
                </a:lnTo>
                <a:lnTo>
                  <a:pt x="12147" y="23855"/>
                </a:lnTo>
                <a:lnTo>
                  <a:pt x="12556" y="23589"/>
                </a:lnTo>
                <a:lnTo>
                  <a:pt x="12965" y="23377"/>
                </a:lnTo>
                <a:lnTo>
                  <a:pt x="13257" y="23217"/>
                </a:lnTo>
                <a:lnTo>
                  <a:pt x="13549" y="23111"/>
                </a:lnTo>
                <a:lnTo>
                  <a:pt x="13841" y="22952"/>
                </a:lnTo>
                <a:lnTo>
                  <a:pt x="14133" y="22686"/>
                </a:lnTo>
                <a:lnTo>
                  <a:pt x="14366" y="22580"/>
                </a:lnTo>
                <a:lnTo>
                  <a:pt x="14658" y="22474"/>
                </a:lnTo>
                <a:lnTo>
                  <a:pt x="14950" y="22314"/>
                </a:lnTo>
                <a:lnTo>
                  <a:pt x="15242" y="22049"/>
                </a:lnTo>
                <a:lnTo>
                  <a:pt x="15534" y="21942"/>
                </a:lnTo>
                <a:lnTo>
                  <a:pt x="15826" y="21836"/>
                </a:lnTo>
                <a:lnTo>
                  <a:pt x="16060" y="21836"/>
                </a:lnTo>
                <a:lnTo>
                  <a:pt x="16352" y="21570"/>
                </a:lnTo>
                <a:lnTo>
                  <a:pt x="16644" y="21411"/>
                </a:lnTo>
                <a:lnTo>
                  <a:pt x="16936" y="21305"/>
                </a:lnTo>
                <a:lnTo>
                  <a:pt x="17345" y="21145"/>
                </a:lnTo>
                <a:lnTo>
                  <a:pt x="17462" y="20933"/>
                </a:lnTo>
                <a:lnTo>
                  <a:pt x="17754" y="20773"/>
                </a:lnTo>
                <a:lnTo>
                  <a:pt x="18046" y="20667"/>
                </a:lnTo>
                <a:lnTo>
                  <a:pt x="18338" y="20508"/>
                </a:lnTo>
                <a:lnTo>
                  <a:pt x="18630" y="20295"/>
                </a:lnTo>
                <a:lnTo>
                  <a:pt x="18922" y="20136"/>
                </a:lnTo>
                <a:lnTo>
                  <a:pt x="19330" y="20030"/>
                </a:lnTo>
                <a:lnTo>
                  <a:pt x="19622" y="19870"/>
                </a:lnTo>
                <a:lnTo>
                  <a:pt x="19914" y="19605"/>
                </a:lnTo>
                <a:lnTo>
                  <a:pt x="20323" y="19498"/>
                </a:lnTo>
                <a:lnTo>
                  <a:pt x="20615" y="19392"/>
                </a:lnTo>
                <a:lnTo>
                  <a:pt x="20849" y="19126"/>
                </a:lnTo>
                <a:lnTo>
                  <a:pt x="21316" y="18967"/>
                </a:lnTo>
                <a:lnTo>
                  <a:pt x="21608" y="18861"/>
                </a:lnTo>
                <a:lnTo>
                  <a:pt x="21842" y="18754"/>
                </a:lnTo>
                <a:lnTo>
                  <a:pt x="22134" y="18489"/>
                </a:lnTo>
                <a:lnTo>
                  <a:pt x="22426" y="18329"/>
                </a:lnTo>
                <a:lnTo>
                  <a:pt x="22835" y="18064"/>
                </a:lnTo>
                <a:lnTo>
                  <a:pt x="23127" y="17851"/>
                </a:lnTo>
                <a:lnTo>
                  <a:pt x="23535" y="17692"/>
                </a:lnTo>
                <a:lnTo>
                  <a:pt x="23827" y="17586"/>
                </a:lnTo>
                <a:lnTo>
                  <a:pt x="24119" y="17426"/>
                </a:lnTo>
                <a:lnTo>
                  <a:pt x="24411" y="17214"/>
                </a:lnTo>
                <a:lnTo>
                  <a:pt x="24703" y="17214"/>
                </a:lnTo>
                <a:lnTo>
                  <a:pt x="24820" y="17054"/>
                </a:lnTo>
                <a:lnTo>
                  <a:pt x="25112" y="16948"/>
                </a:lnTo>
                <a:lnTo>
                  <a:pt x="25521" y="16682"/>
                </a:lnTo>
                <a:lnTo>
                  <a:pt x="25813" y="16523"/>
                </a:lnTo>
                <a:lnTo>
                  <a:pt x="26105" y="16417"/>
                </a:lnTo>
                <a:lnTo>
                  <a:pt x="26397" y="16311"/>
                </a:lnTo>
                <a:lnTo>
                  <a:pt x="26631" y="16045"/>
                </a:lnTo>
                <a:lnTo>
                  <a:pt x="26923" y="15885"/>
                </a:lnTo>
                <a:lnTo>
                  <a:pt x="27215" y="15779"/>
                </a:lnTo>
                <a:lnTo>
                  <a:pt x="27507" y="15673"/>
                </a:lnTo>
                <a:lnTo>
                  <a:pt x="27799" y="15407"/>
                </a:lnTo>
                <a:lnTo>
                  <a:pt x="28091" y="15248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876"/>
                </a:lnTo>
                <a:lnTo>
                  <a:pt x="29200" y="14770"/>
                </a:lnTo>
                <a:lnTo>
                  <a:pt x="29492" y="14610"/>
                </a:lnTo>
                <a:lnTo>
                  <a:pt x="29901" y="14504"/>
                </a:lnTo>
                <a:lnTo>
                  <a:pt x="30018" y="14238"/>
                </a:lnTo>
                <a:lnTo>
                  <a:pt x="30310" y="14132"/>
                </a:lnTo>
                <a:lnTo>
                  <a:pt x="30602" y="13973"/>
                </a:lnTo>
                <a:lnTo>
                  <a:pt x="30894" y="13867"/>
                </a:lnTo>
                <a:lnTo>
                  <a:pt x="31186" y="13601"/>
                </a:lnTo>
                <a:lnTo>
                  <a:pt x="31478" y="13495"/>
                </a:lnTo>
                <a:lnTo>
                  <a:pt x="31887" y="13335"/>
                </a:lnTo>
                <a:lnTo>
                  <a:pt x="32179" y="13229"/>
                </a:lnTo>
                <a:lnTo>
                  <a:pt x="32412" y="12963"/>
                </a:lnTo>
                <a:lnTo>
                  <a:pt x="32588" y="12804"/>
                </a:lnTo>
                <a:lnTo>
                  <a:pt x="32880" y="12698"/>
                </a:lnTo>
                <a:lnTo>
                  <a:pt x="33172" y="12591"/>
                </a:lnTo>
                <a:lnTo>
                  <a:pt x="33405" y="12432"/>
                </a:lnTo>
                <a:lnTo>
                  <a:pt x="33872" y="12326"/>
                </a:lnTo>
                <a:lnTo>
                  <a:pt x="34106" y="12166"/>
                </a:lnTo>
                <a:lnTo>
                  <a:pt x="34398" y="12060"/>
                </a:lnTo>
                <a:lnTo>
                  <a:pt x="34690" y="11794"/>
                </a:lnTo>
                <a:lnTo>
                  <a:pt x="34982" y="11688"/>
                </a:lnTo>
                <a:lnTo>
                  <a:pt x="35099" y="11529"/>
                </a:lnTo>
                <a:lnTo>
                  <a:pt x="35391" y="11423"/>
                </a:lnTo>
                <a:lnTo>
                  <a:pt x="35683" y="11157"/>
                </a:lnTo>
                <a:lnTo>
                  <a:pt x="36092" y="11051"/>
                </a:lnTo>
                <a:lnTo>
                  <a:pt x="36384" y="10891"/>
                </a:lnTo>
                <a:lnTo>
                  <a:pt x="36676" y="10785"/>
                </a:lnTo>
                <a:lnTo>
                  <a:pt x="36968" y="10519"/>
                </a:lnTo>
                <a:lnTo>
                  <a:pt x="37260" y="10413"/>
                </a:lnTo>
                <a:lnTo>
                  <a:pt x="37493" y="10254"/>
                </a:lnTo>
                <a:lnTo>
                  <a:pt x="37669" y="10254"/>
                </a:lnTo>
                <a:lnTo>
                  <a:pt x="38077" y="9988"/>
                </a:lnTo>
                <a:lnTo>
                  <a:pt x="38369" y="9882"/>
                </a:lnTo>
                <a:lnTo>
                  <a:pt x="38661" y="9722"/>
                </a:lnTo>
                <a:lnTo>
                  <a:pt x="38953" y="9616"/>
                </a:lnTo>
                <a:lnTo>
                  <a:pt x="39187" y="9350"/>
                </a:lnTo>
                <a:lnTo>
                  <a:pt x="39479" y="9244"/>
                </a:lnTo>
                <a:lnTo>
                  <a:pt x="39771" y="9085"/>
                </a:lnTo>
                <a:lnTo>
                  <a:pt x="40063" y="8979"/>
                </a:lnTo>
                <a:lnTo>
                  <a:pt x="40355" y="8713"/>
                </a:lnTo>
                <a:lnTo>
                  <a:pt x="40589" y="8607"/>
                </a:lnTo>
                <a:lnTo>
                  <a:pt x="40881" y="8447"/>
                </a:lnTo>
                <a:lnTo>
                  <a:pt x="41173" y="8341"/>
                </a:lnTo>
                <a:lnTo>
                  <a:pt x="41465" y="8075"/>
                </a:lnTo>
                <a:lnTo>
                  <a:pt x="41757" y="7969"/>
                </a:lnTo>
                <a:lnTo>
                  <a:pt x="42049" y="7969"/>
                </a:lnTo>
                <a:lnTo>
                  <a:pt x="42458" y="7810"/>
                </a:lnTo>
                <a:lnTo>
                  <a:pt x="42574" y="7544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172"/>
                </a:lnTo>
                <a:lnTo>
                  <a:pt x="43742" y="6906"/>
                </a:lnTo>
                <a:lnTo>
                  <a:pt x="43976" y="6800"/>
                </a:lnTo>
                <a:lnTo>
                  <a:pt x="44443" y="6641"/>
                </a:lnTo>
                <a:lnTo>
                  <a:pt x="44735" y="6535"/>
                </a:lnTo>
                <a:lnTo>
                  <a:pt x="44969" y="6269"/>
                </a:lnTo>
                <a:lnTo>
                  <a:pt x="45144" y="6163"/>
                </a:lnTo>
                <a:lnTo>
                  <a:pt x="45436" y="6003"/>
                </a:lnTo>
                <a:lnTo>
                  <a:pt x="45670" y="5897"/>
                </a:lnTo>
                <a:lnTo>
                  <a:pt x="45962" y="5631"/>
                </a:lnTo>
                <a:lnTo>
                  <a:pt x="46370" y="5525"/>
                </a:lnTo>
                <a:lnTo>
                  <a:pt x="46662" y="5525"/>
                </a:lnTo>
                <a:lnTo>
                  <a:pt x="46954" y="5366"/>
                </a:lnTo>
                <a:lnTo>
                  <a:pt x="47246" y="5100"/>
                </a:lnTo>
                <a:lnTo>
                  <a:pt x="47538" y="4994"/>
                </a:lnTo>
                <a:lnTo>
                  <a:pt x="47947" y="4728"/>
                </a:lnTo>
                <a:lnTo>
                  <a:pt x="48239" y="4462"/>
                </a:lnTo>
                <a:lnTo>
                  <a:pt x="48648" y="4356"/>
                </a:lnTo>
                <a:lnTo>
                  <a:pt x="48940" y="4250"/>
                </a:lnTo>
                <a:lnTo>
                  <a:pt x="49232" y="4091"/>
                </a:lnTo>
                <a:lnTo>
                  <a:pt x="49524" y="3825"/>
                </a:lnTo>
                <a:lnTo>
                  <a:pt x="49758" y="3719"/>
                </a:lnTo>
                <a:lnTo>
                  <a:pt x="50050" y="3559"/>
                </a:lnTo>
                <a:lnTo>
                  <a:pt x="50225" y="3453"/>
                </a:lnTo>
                <a:lnTo>
                  <a:pt x="50634" y="3187"/>
                </a:lnTo>
                <a:lnTo>
                  <a:pt x="50926" y="3187"/>
                </a:lnTo>
                <a:lnTo>
                  <a:pt x="51218" y="3081"/>
                </a:lnTo>
                <a:lnTo>
                  <a:pt x="51451" y="2922"/>
                </a:lnTo>
                <a:lnTo>
                  <a:pt x="51743" y="2709"/>
                </a:lnTo>
                <a:lnTo>
                  <a:pt x="52035" y="2550"/>
                </a:lnTo>
                <a:lnTo>
                  <a:pt x="52327" y="2443"/>
                </a:lnTo>
                <a:lnTo>
                  <a:pt x="52619" y="2284"/>
                </a:lnTo>
                <a:lnTo>
                  <a:pt x="52911" y="2072"/>
                </a:lnTo>
                <a:lnTo>
                  <a:pt x="53145" y="1912"/>
                </a:lnTo>
                <a:lnTo>
                  <a:pt x="53437" y="1806"/>
                </a:lnTo>
                <a:lnTo>
                  <a:pt x="53729" y="1647"/>
                </a:lnTo>
                <a:lnTo>
                  <a:pt x="54021" y="1381"/>
                </a:lnTo>
                <a:lnTo>
                  <a:pt x="54313" y="1275"/>
                </a:lnTo>
                <a:lnTo>
                  <a:pt x="54605" y="1168"/>
                </a:lnTo>
                <a:lnTo>
                  <a:pt x="55014" y="1009"/>
                </a:lnTo>
                <a:lnTo>
                  <a:pt x="55423" y="743"/>
                </a:lnTo>
                <a:lnTo>
                  <a:pt x="55715" y="637"/>
                </a:lnTo>
                <a:lnTo>
                  <a:pt x="56007" y="531"/>
                </a:lnTo>
                <a:lnTo>
                  <a:pt x="56299" y="265"/>
                </a:lnTo>
                <a:lnTo>
                  <a:pt x="56532" y="106"/>
                </a:lnTo>
                <a:lnTo>
                  <a:pt x="57000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7780807" y="4656957"/>
            <a:ext cx="56649" cy="30284"/>
          </a:xfrm>
          <a:custGeom>
            <a:avLst/>
            <a:gdLst/>
            <a:ahLst/>
            <a:cxnLst/>
            <a:rect l="l" t="t" r="r" b="b"/>
            <a:pathLst>
              <a:path w="56649" h="30284">
                <a:moveTo>
                  <a:pt x="0" y="30284"/>
                </a:moveTo>
                <a:lnTo>
                  <a:pt x="233" y="30124"/>
                </a:lnTo>
                <a:lnTo>
                  <a:pt x="525" y="29912"/>
                </a:lnTo>
                <a:lnTo>
                  <a:pt x="700" y="29752"/>
                </a:lnTo>
                <a:lnTo>
                  <a:pt x="992" y="29646"/>
                </a:lnTo>
                <a:lnTo>
                  <a:pt x="1226" y="29487"/>
                </a:lnTo>
                <a:lnTo>
                  <a:pt x="1518" y="29274"/>
                </a:lnTo>
                <a:lnTo>
                  <a:pt x="1927" y="29115"/>
                </a:lnTo>
                <a:lnTo>
                  <a:pt x="2219" y="29009"/>
                </a:lnTo>
                <a:lnTo>
                  <a:pt x="2511" y="28849"/>
                </a:lnTo>
                <a:lnTo>
                  <a:pt x="2803" y="28743"/>
                </a:lnTo>
                <a:lnTo>
                  <a:pt x="3095" y="28584"/>
                </a:lnTo>
                <a:lnTo>
                  <a:pt x="3504" y="28371"/>
                </a:lnTo>
                <a:lnTo>
                  <a:pt x="3796" y="28105"/>
                </a:lnTo>
                <a:lnTo>
                  <a:pt x="4204" y="27946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468"/>
                </a:lnTo>
                <a:lnTo>
                  <a:pt x="5314" y="27308"/>
                </a:lnTo>
                <a:lnTo>
                  <a:pt x="5606" y="27202"/>
                </a:lnTo>
                <a:lnTo>
                  <a:pt x="5781" y="27043"/>
                </a:lnTo>
                <a:lnTo>
                  <a:pt x="6190" y="26830"/>
                </a:lnTo>
                <a:lnTo>
                  <a:pt x="6482" y="26671"/>
                </a:lnTo>
                <a:lnTo>
                  <a:pt x="6774" y="26565"/>
                </a:lnTo>
                <a:lnTo>
                  <a:pt x="7008" y="26565"/>
                </a:lnTo>
                <a:lnTo>
                  <a:pt x="7300" y="26299"/>
                </a:lnTo>
                <a:lnTo>
                  <a:pt x="7592" y="26193"/>
                </a:lnTo>
                <a:lnTo>
                  <a:pt x="7884" y="26033"/>
                </a:lnTo>
                <a:lnTo>
                  <a:pt x="8176" y="25927"/>
                </a:lnTo>
                <a:lnTo>
                  <a:pt x="8409" y="25661"/>
                </a:lnTo>
                <a:lnTo>
                  <a:pt x="8701" y="25502"/>
                </a:lnTo>
                <a:lnTo>
                  <a:pt x="8993" y="25396"/>
                </a:lnTo>
                <a:lnTo>
                  <a:pt x="9285" y="25290"/>
                </a:lnTo>
                <a:lnTo>
                  <a:pt x="9577" y="25024"/>
                </a:lnTo>
                <a:lnTo>
                  <a:pt x="9869" y="24864"/>
                </a:lnTo>
                <a:lnTo>
                  <a:pt x="10103" y="24758"/>
                </a:lnTo>
                <a:lnTo>
                  <a:pt x="10570" y="24652"/>
                </a:lnTo>
                <a:lnTo>
                  <a:pt x="10687" y="24386"/>
                </a:lnTo>
                <a:lnTo>
                  <a:pt x="10979" y="24227"/>
                </a:lnTo>
                <a:lnTo>
                  <a:pt x="11271" y="24227"/>
                </a:lnTo>
                <a:lnTo>
                  <a:pt x="11563" y="24121"/>
                </a:lnTo>
                <a:lnTo>
                  <a:pt x="11797" y="23855"/>
                </a:lnTo>
                <a:lnTo>
                  <a:pt x="12089" y="23749"/>
                </a:lnTo>
                <a:lnTo>
                  <a:pt x="12556" y="23589"/>
                </a:lnTo>
                <a:lnTo>
                  <a:pt x="12789" y="23483"/>
                </a:lnTo>
                <a:lnTo>
                  <a:pt x="13081" y="23217"/>
                </a:lnTo>
                <a:lnTo>
                  <a:pt x="13257" y="23111"/>
                </a:lnTo>
                <a:lnTo>
                  <a:pt x="13490" y="22952"/>
                </a:lnTo>
                <a:lnTo>
                  <a:pt x="13782" y="22846"/>
                </a:lnTo>
                <a:lnTo>
                  <a:pt x="14074" y="22580"/>
                </a:lnTo>
                <a:lnTo>
                  <a:pt x="14366" y="22420"/>
                </a:lnTo>
                <a:lnTo>
                  <a:pt x="14775" y="22314"/>
                </a:lnTo>
                <a:lnTo>
                  <a:pt x="15067" y="22208"/>
                </a:lnTo>
                <a:lnTo>
                  <a:pt x="15359" y="21942"/>
                </a:lnTo>
                <a:lnTo>
                  <a:pt x="15651" y="21942"/>
                </a:lnTo>
                <a:lnTo>
                  <a:pt x="15768" y="21783"/>
                </a:lnTo>
                <a:lnTo>
                  <a:pt x="16060" y="21677"/>
                </a:lnTo>
                <a:lnTo>
                  <a:pt x="16352" y="21411"/>
                </a:lnTo>
                <a:lnTo>
                  <a:pt x="16761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578" y="20773"/>
                </a:lnTo>
                <a:lnTo>
                  <a:pt x="17870" y="20667"/>
                </a:lnTo>
                <a:lnTo>
                  <a:pt x="18162" y="20508"/>
                </a:lnTo>
                <a:lnTo>
                  <a:pt x="18338" y="20402"/>
                </a:lnTo>
                <a:lnTo>
                  <a:pt x="18746" y="20136"/>
                </a:lnTo>
                <a:lnTo>
                  <a:pt x="19038" y="20030"/>
                </a:lnTo>
                <a:lnTo>
                  <a:pt x="19272" y="19870"/>
                </a:lnTo>
                <a:lnTo>
                  <a:pt x="19564" y="19764"/>
                </a:lnTo>
                <a:lnTo>
                  <a:pt x="19856" y="19605"/>
                </a:lnTo>
                <a:lnTo>
                  <a:pt x="20148" y="19498"/>
                </a:lnTo>
                <a:lnTo>
                  <a:pt x="20440" y="19339"/>
                </a:lnTo>
                <a:lnTo>
                  <a:pt x="20732" y="19233"/>
                </a:lnTo>
                <a:lnTo>
                  <a:pt x="20966" y="18967"/>
                </a:lnTo>
                <a:lnTo>
                  <a:pt x="21258" y="18861"/>
                </a:lnTo>
                <a:lnTo>
                  <a:pt x="21550" y="18701"/>
                </a:lnTo>
                <a:lnTo>
                  <a:pt x="21842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659" y="18064"/>
                </a:lnTo>
                <a:lnTo>
                  <a:pt x="23127" y="17958"/>
                </a:lnTo>
                <a:lnTo>
                  <a:pt x="23243" y="17692"/>
                </a:lnTo>
                <a:lnTo>
                  <a:pt x="23535" y="17586"/>
                </a:lnTo>
                <a:lnTo>
                  <a:pt x="23827" y="17426"/>
                </a:lnTo>
                <a:lnTo>
                  <a:pt x="24119" y="17320"/>
                </a:lnTo>
                <a:lnTo>
                  <a:pt x="24353" y="17161"/>
                </a:lnTo>
                <a:lnTo>
                  <a:pt x="24645" y="17054"/>
                </a:lnTo>
                <a:lnTo>
                  <a:pt x="25054" y="16948"/>
                </a:lnTo>
                <a:lnTo>
                  <a:pt x="25346" y="16789"/>
                </a:lnTo>
                <a:lnTo>
                  <a:pt x="25638" y="16523"/>
                </a:lnTo>
                <a:lnTo>
                  <a:pt x="26047" y="16311"/>
                </a:lnTo>
                <a:lnTo>
                  <a:pt x="26339" y="16151"/>
                </a:lnTo>
                <a:lnTo>
                  <a:pt x="26631" y="15885"/>
                </a:lnTo>
                <a:lnTo>
                  <a:pt x="26923" y="15779"/>
                </a:lnTo>
                <a:lnTo>
                  <a:pt x="27331" y="15620"/>
                </a:lnTo>
                <a:lnTo>
                  <a:pt x="27624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324" y="14982"/>
                </a:lnTo>
                <a:lnTo>
                  <a:pt x="28616" y="14876"/>
                </a:lnTo>
                <a:lnTo>
                  <a:pt x="28908" y="14770"/>
                </a:lnTo>
                <a:lnTo>
                  <a:pt x="29317" y="14610"/>
                </a:lnTo>
                <a:lnTo>
                  <a:pt x="29609" y="14504"/>
                </a:lnTo>
                <a:lnTo>
                  <a:pt x="29901" y="14345"/>
                </a:lnTo>
                <a:lnTo>
                  <a:pt x="30135" y="14079"/>
                </a:lnTo>
                <a:lnTo>
                  <a:pt x="30427" y="13973"/>
                </a:lnTo>
                <a:lnTo>
                  <a:pt x="30719" y="13867"/>
                </a:lnTo>
                <a:lnTo>
                  <a:pt x="30836" y="13707"/>
                </a:lnTo>
                <a:lnTo>
                  <a:pt x="31303" y="13441"/>
                </a:lnTo>
                <a:lnTo>
                  <a:pt x="31536" y="13335"/>
                </a:lnTo>
                <a:lnTo>
                  <a:pt x="31828" y="13229"/>
                </a:lnTo>
                <a:lnTo>
                  <a:pt x="32120" y="13070"/>
                </a:lnTo>
                <a:lnTo>
                  <a:pt x="32412" y="12804"/>
                </a:lnTo>
                <a:lnTo>
                  <a:pt x="32704" y="12698"/>
                </a:lnTo>
                <a:lnTo>
                  <a:pt x="32996" y="12538"/>
                </a:lnTo>
                <a:lnTo>
                  <a:pt x="33230" y="12538"/>
                </a:lnTo>
                <a:lnTo>
                  <a:pt x="33522" y="12326"/>
                </a:lnTo>
                <a:lnTo>
                  <a:pt x="33814" y="12166"/>
                </a:lnTo>
                <a:lnTo>
                  <a:pt x="34106" y="12060"/>
                </a:lnTo>
                <a:lnTo>
                  <a:pt x="34398" y="11901"/>
                </a:lnTo>
                <a:lnTo>
                  <a:pt x="34690" y="11688"/>
                </a:lnTo>
                <a:lnTo>
                  <a:pt x="34924" y="11529"/>
                </a:lnTo>
                <a:lnTo>
                  <a:pt x="35216" y="11423"/>
                </a:lnTo>
                <a:lnTo>
                  <a:pt x="35683" y="11263"/>
                </a:lnTo>
                <a:lnTo>
                  <a:pt x="35800" y="10997"/>
                </a:lnTo>
                <a:lnTo>
                  <a:pt x="36092" y="10891"/>
                </a:lnTo>
                <a:lnTo>
                  <a:pt x="36384" y="10785"/>
                </a:lnTo>
                <a:lnTo>
                  <a:pt x="36617" y="10626"/>
                </a:lnTo>
                <a:lnTo>
                  <a:pt x="36909" y="10360"/>
                </a:lnTo>
                <a:lnTo>
                  <a:pt x="37201" y="10254"/>
                </a:lnTo>
                <a:lnTo>
                  <a:pt x="37610" y="10254"/>
                </a:lnTo>
                <a:lnTo>
                  <a:pt x="37902" y="10147"/>
                </a:lnTo>
                <a:lnTo>
                  <a:pt x="38194" y="9882"/>
                </a:lnTo>
                <a:lnTo>
                  <a:pt x="38311" y="9722"/>
                </a:lnTo>
                <a:lnTo>
                  <a:pt x="38603" y="9616"/>
                </a:lnTo>
                <a:lnTo>
                  <a:pt x="38895" y="9457"/>
                </a:lnTo>
                <a:lnTo>
                  <a:pt x="39187" y="9244"/>
                </a:lnTo>
                <a:lnTo>
                  <a:pt x="39479" y="9085"/>
                </a:lnTo>
                <a:lnTo>
                  <a:pt x="39888" y="8979"/>
                </a:lnTo>
                <a:lnTo>
                  <a:pt x="40180" y="8819"/>
                </a:lnTo>
                <a:lnTo>
                  <a:pt x="40472" y="8607"/>
                </a:lnTo>
                <a:lnTo>
                  <a:pt x="40705" y="8447"/>
                </a:lnTo>
                <a:lnTo>
                  <a:pt x="40881" y="8341"/>
                </a:lnTo>
                <a:lnTo>
                  <a:pt x="41173" y="8182"/>
                </a:lnTo>
                <a:lnTo>
                  <a:pt x="41465" y="7916"/>
                </a:lnTo>
                <a:lnTo>
                  <a:pt x="41874" y="7916"/>
                </a:lnTo>
                <a:lnTo>
                  <a:pt x="42166" y="7810"/>
                </a:lnTo>
                <a:lnTo>
                  <a:pt x="42399" y="7703"/>
                </a:lnTo>
                <a:lnTo>
                  <a:pt x="42691" y="7438"/>
                </a:lnTo>
                <a:lnTo>
                  <a:pt x="42983" y="7278"/>
                </a:lnTo>
                <a:lnTo>
                  <a:pt x="43275" y="7172"/>
                </a:lnTo>
                <a:lnTo>
                  <a:pt x="43859" y="6800"/>
                </a:lnTo>
                <a:lnTo>
                  <a:pt x="44093" y="6641"/>
                </a:lnTo>
                <a:lnTo>
                  <a:pt x="44385" y="6535"/>
                </a:lnTo>
                <a:lnTo>
                  <a:pt x="44677" y="6375"/>
                </a:lnTo>
                <a:lnTo>
                  <a:pt x="44969" y="6163"/>
                </a:lnTo>
                <a:lnTo>
                  <a:pt x="45261" y="6003"/>
                </a:lnTo>
                <a:lnTo>
                  <a:pt x="45553" y="5897"/>
                </a:lnTo>
                <a:lnTo>
                  <a:pt x="45786" y="5631"/>
                </a:lnTo>
                <a:lnTo>
                  <a:pt x="46078" y="5631"/>
                </a:lnTo>
                <a:lnTo>
                  <a:pt x="46370" y="5525"/>
                </a:lnTo>
                <a:lnTo>
                  <a:pt x="46662" y="5366"/>
                </a:lnTo>
                <a:lnTo>
                  <a:pt x="46954" y="5100"/>
                </a:lnTo>
                <a:lnTo>
                  <a:pt x="47246" y="4994"/>
                </a:lnTo>
                <a:lnTo>
                  <a:pt x="47480" y="4887"/>
                </a:lnTo>
                <a:lnTo>
                  <a:pt x="47772" y="4728"/>
                </a:lnTo>
                <a:lnTo>
                  <a:pt x="48181" y="4462"/>
                </a:lnTo>
                <a:lnTo>
                  <a:pt x="48473" y="4356"/>
                </a:lnTo>
                <a:lnTo>
                  <a:pt x="48648" y="4197"/>
                </a:lnTo>
                <a:lnTo>
                  <a:pt x="48940" y="4091"/>
                </a:lnTo>
                <a:lnTo>
                  <a:pt x="49174" y="3825"/>
                </a:lnTo>
                <a:lnTo>
                  <a:pt x="49466" y="3719"/>
                </a:lnTo>
                <a:lnTo>
                  <a:pt x="49758" y="3559"/>
                </a:lnTo>
                <a:lnTo>
                  <a:pt x="50167" y="3453"/>
                </a:lnTo>
                <a:lnTo>
                  <a:pt x="50459" y="3347"/>
                </a:lnTo>
                <a:lnTo>
                  <a:pt x="50751" y="3187"/>
                </a:lnTo>
                <a:lnTo>
                  <a:pt x="51159" y="2922"/>
                </a:lnTo>
                <a:lnTo>
                  <a:pt x="51451" y="2656"/>
                </a:lnTo>
                <a:lnTo>
                  <a:pt x="51743" y="2550"/>
                </a:lnTo>
                <a:lnTo>
                  <a:pt x="52035" y="2443"/>
                </a:lnTo>
                <a:lnTo>
                  <a:pt x="52444" y="2284"/>
                </a:lnTo>
                <a:lnTo>
                  <a:pt x="52736" y="2018"/>
                </a:lnTo>
                <a:lnTo>
                  <a:pt x="53028" y="1912"/>
                </a:lnTo>
                <a:lnTo>
                  <a:pt x="53262" y="1806"/>
                </a:lnTo>
                <a:lnTo>
                  <a:pt x="53437" y="1647"/>
                </a:lnTo>
                <a:lnTo>
                  <a:pt x="53729" y="1381"/>
                </a:lnTo>
                <a:lnTo>
                  <a:pt x="53963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4956" y="903"/>
                </a:lnTo>
                <a:lnTo>
                  <a:pt x="55248" y="743"/>
                </a:lnTo>
                <a:lnTo>
                  <a:pt x="55540" y="637"/>
                </a:lnTo>
                <a:lnTo>
                  <a:pt x="55832" y="478"/>
                </a:lnTo>
                <a:lnTo>
                  <a:pt x="55948" y="265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1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7837457" y="4626672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24"/>
                </a:lnTo>
                <a:lnTo>
                  <a:pt x="584" y="29859"/>
                </a:lnTo>
                <a:lnTo>
                  <a:pt x="876" y="29752"/>
                </a:lnTo>
                <a:lnTo>
                  <a:pt x="1168" y="29646"/>
                </a:lnTo>
                <a:lnTo>
                  <a:pt x="1401" y="29487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861" y="28743"/>
                </a:lnTo>
                <a:lnTo>
                  <a:pt x="3095" y="28584"/>
                </a:lnTo>
                <a:lnTo>
                  <a:pt x="3387" y="28477"/>
                </a:lnTo>
                <a:lnTo>
                  <a:pt x="3679" y="28318"/>
                </a:lnTo>
                <a:lnTo>
                  <a:pt x="4088" y="28105"/>
                </a:lnTo>
                <a:lnTo>
                  <a:pt x="4380" y="27946"/>
                </a:lnTo>
                <a:lnTo>
                  <a:pt x="4555" y="27840"/>
                </a:lnTo>
                <a:lnTo>
                  <a:pt x="4788" y="27680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202"/>
                </a:lnTo>
                <a:lnTo>
                  <a:pt x="6073" y="27043"/>
                </a:lnTo>
                <a:lnTo>
                  <a:pt x="6365" y="26777"/>
                </a:lnTo>
                <a:lnTo>
                  <a:pt x="6657" y="26671"/>
                </a:lnTo>
                <a:lnTo>
                  <a:pt x="6949" y="26565"/>
                </a:lnTo>
                <a:lnTo>
                  <a:pt x="7358" y="26299"/>
                </a:lnTo>
                <a:lnTo>
                  <a:pt x="7650" y="26140"/>
                </a:lnTo>
                <a:lnTo>
                  <a:pt x="7942" y="26033"/>
                </a:lnTo>
                <a:lnTo>
                  <a:pt x="8351" y="25927"/>
                </a:lnTo>
                <a:lnTo>
                  <a:pt x="8643" y="25661"/>
                </a:lnTo>
                <a:lnTo>
                  <a:pt x="8877" y="25502"/>
                </a:lnTo>
                <a:lnTo>
                  <a:pt x="9169" y="25396"/>
                </a:lnTo>
                <a:lnTo>
                  <a:pt x="9461" y="25236"/>
                </a:lnTo>
                <a:lnTo>
                  <a:pt x="9636" y="25024"/>
                </a:lnTo>
                <a:lnTo>
                  <a:pt x="9869" y="24864"/>
                </a:lnTo>
                <a:lnTo>
                  <a:pt x="10337" y="24758"/>
                </a:lnTo>
                <a:lnTo>
                  <a:pt x="10570" y="24599"/>
                </a:lnTo>
                <a:lnTo>
                  <a:pt x="10862" y="24386"/>
                </a:lnTo>
                <a:lnTo>
                  <a:pt x="11154" y="24227"/>
                </a:lnTo>
                <a:lnTo>
                  <a:pt x="11446" y="24227"/>
                </a:lnTo>
                <a:lnTo>
                  <a:pt x="11738" y="24121"/>
                </a:lnTo>
                <a:lnTo>
                  <a:pt x="11855" y="23855"/>
                </a:lnTo>
                <a:lnTo>
                  <a:pt x="12264" y="23696"/>
                </a:lnTo>
                <a:lnTo>
                  <a:pt x="12556" y="23589"/>
                </a:lnTo>
                <a:lnTo>
                  <a:pt x="12848" y="23483"/>
                </a:lnTo>
                <a:lnTo>
                  <a:pt x="13140" y="23217"/>
                </a:lnTo>
                <a:lnTo>
                  <a:pt x="13432" y="23058"/>
                </a:lnTo>
                <a:lnTo>
                  <a:pt x="13724" y="22952"/>
                </a:lnTo>
                <a:lnTo>
                  <a:pt x="13958" y="2284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314"/>
                </a:lnTo>
                <a:lnTo>
                  <a:pt x="15126" y="22155"/>
                </a:lnTo>
                <a:lnTo>
                  <a:pt x="15418" y="21942"/>
                </a:lnTo>
                <a:lnTo>
                  <a:pt x="15651" y="21942"/>
                </a:lnTo>
                <a:lnTo>
                  <a:pt x="15943" y="21783"/>
                </a:lnTo>
                <a:lnTo>
                  <a:pt x="16235" y="21677"/>
                </a:lnTo>
                <a:lnTo>
                  <a:pt x="16644" y="21411"/>
                </a:lnTo>
                <a:lnTo>
                  <a:pt x="16936" y="21305"/>
                </a:lnTo>
                <a:lnTo>
                  <a:pt x="17053" y="21145"/>
                </a:lnTo>
                <a:lnTo>
                  <a:pt x="17345" y="21039"/>
                </a:lnTo>
                <a:lnTo>
                  <a:pt x="17637" y="20773"/>
                </a:lnTo>
                <a:lnTo>
                  <a:pt x="17929" y="20667"/>
                </a:lnTo>
                <a:lnTo>
                  <a:pt x="18221" y="20508"/>
                </a:lnTo>
                <a:lnTo>
                  <a:pt x="18630" y="20402"/>
                </a:lnTo>
                <a:lnTo>
                  <a:pt x="18922" y="20136"/>
                </a:lnTo>
                <a:lnTo>
                  <a:pt x="19214" y="19976"/>
                </a:lnTo>
                <a:lnTo>
                  <a:pt x="19506" y="19870"/>
                </a:lnTo>
                <a:lnTo>
                  <a:pt x="19914" y="19605"/>
                </a:lnTo>
                <a:lnTo>
                  <a:pt x="20206" y="19498"/>
                </a:lnTo>
                <a:lnTo>
                  <a:pt x="20440" y="19339"/>
                </a:lnTo>
                <a:lnTo>
                  <a:pt x="20907" y="19233"/>
                </a:lnTo>
                <a:lnTo>
                  <a:pt x="21199" y="18967"/>
                </a:lnTo>
                <a:lnTo>
                  <a:pt x="21433" y="18861"/>
                </a:lnTo>
                <a:lnTo>
                  <a:pt x="21725" y="18701"/>
                </a:lnTo>
                <a:lnTo>
                  <a:pt x="22017" y="18595"/>
                </a:lnTo>
                <a:lnTo>
                  <a:pt x="22134" y="18329"/>
                </a:lnTo>
                <a:lnTo>
                  <a:pt x="22426" y="18223"/>
                </a:lnTo>
                <a:lnTo>
                  <a:pt x="22893" y="18064"/>
                </a:lnTo>
                <a:lnTo>
                  <a:pt x="23127" y="17958"/>
                </a:lnTo>
                <a:lnTo>
                  <a:pt x="23419" y="17692"/>
                </a:lnTo>
                <a:lnTo>
                  <a:pt x="23711" y="17586"/>
                </a:lnTo>
                <a:lnTo>
                  <a:pt x="24003" y="17426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895"/>
                </a:lnTo>
                <a:lnTo>
                  <a:pt x="25404" y="16789"/>
                </a:lnTo>
                <a:lnTo>
                  <a:pt x="25696" y="16523"/>
                </a:lnTo>
                <a:lnTo>
                  <a:pt x="25988" y="16417"/>
                </a:lnTo>
                <a:lnTo>
                  <a:pt x="26222" y="16257"/>
                </a:lnTo>
                <a:lnTo>
                  <a:pt x="26514" y="16151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620"/>
                </a:lnTo>
                <a:lnTo>
                  <a:pt x="27682" y="15514"/>
                </a:lnTo>
                <a:lnTo>
                  <a:pt x="27916" y="15248"/>
                </a:lnTo>
                <a:lnTo>
                  <a:pt x="28208" y="15142"/>
                </a:lnTo>
                <a:lnTo>
                  <a:pt x="28500" y="14982"/>
                </a:lnTo>
                <a:lnTo>
                  <a:pt x="28792" y="14982"/>
                </a:lnTo>
                <a:lnTo>
                  <a:pt x="29200" y="14717"/>
                </a:lnTo>
                <a:lnTo>
                  <a:pt x="29492" y="14610"/>
                </a:lnTo>
                <a:lnTo>
                  <a:pt x="29901" y="14345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813"/>
                </a:lnTo>
                <a:lnTo>
                  <a:pt x="31186" y="13707"/>
                </a:lnTo>
                <a:lnTo>
                  <a:pt x="31478" y="13441"/>
                </a:lnTo>
                <a:lnTo>
                  <a:pt x="31770" y="13335"/>
                </a:lnTo>
                <a:lnTo>
                  <a:pt x="32004" y="13176"/>
                </a:lnTo>
                <a:lnTo>
                  <a:pt x="32179" y="13070"/>
                </a:lnTo>
                <a:lnTo>
                  <a:pt x="32471" y="12804"/>
                </a:lnTo>
                <a:lnTo>
                  <a:pt x="32763" y="12698"/>
                </a:lnTo>
                <a:lnTo>
                  <a:pt x="32996" y="12698"/>
                </a:lnTo>
                <a:lnTo>
                  <a:pt x="33464" y="12538"/>
                </a:lnTo>
                <a:lnTo>
                  <a:pt x="33697" y="12273"/>
                </a:lnTo>
                <a:lnTo>
                  <a:pt x="33989" y="12166"/>
                </a:lnTo>
                <a:lnTo>
                  <a:pt x="34281" y="12060"/>
                </a:lnTo>
                <a:lnTo>
                  <a:pt x="34573" y="11901"/>
                </a:lnTo>
                <a:lnTo>
                  <a:pt x="34690" y="11635"/>
                </a:lnTo>
                <a:lnTo>
                  <a:pt x="34982" y="11529"/>
                </a:lnTo>
                <a:lnTo>
                  <a:pt x="35391" y="11423"/>
                </a:lnTo>
                <a:lnTo>
                  <a:pt x="35683" y="11263"/>
                </a:lnTo>
                <a:lnTo>
                  <a:pt x="35975" y="10997"/>
                </a:lnTo>
                <a:lnTo>
                  <a:pt x="36267" y="10891"/>
                </a:lnTo>
                <a:lnTo>
                  <a:pt x="36559" y="10732"/>
                </a:lnTo>
                <a:lnTo>
                  <a:pt x="36851" y="10626"/>
                </a:lnTo>
                <a:lnTo>
                  <a:pt x="37085" y="10360"/>
                </a:lnTo>
                <a:lnTo>
                  <a:pt x="37377" y="10254"/>
                </a:lnTo>
                <a:lnTo>
                  <a:pt x="37669" y="10254"/>
                </a:lnTo>
                <a:lnTo>
                  <a:pt x="37961" y="10094"/>
                </a:lnTo>
                <a:lnTo>
                  <a:pt x="38253" y="9882"/>
                </a:lnTo>
                <a:lnTo>
                  <a:pt x="38545" y="9722"/>
                </a:lnTo>
                <a:lnTo>
                  <a:pt x="38778" y="9616"/>
                </a:lnTo>
                <a:lnTo>
                  <a:pt x="39070" y="9457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979"/>
                </a:lnTo>
                <a:lnTo>
                  <a:pt x="40238" y="8819"/>
                </a:lnTo>
                <a:lnTo>
                  <a:pt x="40472" y="8553"/>
                </a:lnTo>
                <a:lnTo>
                  <a:pt x="40764" y="8447"/>
                </a:lnTo>
                <a:lnTo>
                  <a:pt x="41056" y="8341"/>
                </a:lnTo>
                <a:lnTo>
                  <a:pt x="41348" y="8182"/>
                </a:lnTo>
                <a:lnTo>
                  <a:pt x="41757" y="7916"/>
                </a:lnTo>
                <a:lnTo>
                  <a:pt x="42049" y="7916"/>
                </a:lnTo>
                <a:lnTo>
                  <a:pt x="42458" y="7650"/>
                </a:lnTo>
                <a:lnTo>
                  <a:pt x="42750" y="7438"/>
                </a:lnTo>
                <a:lnTo>
                  <a:pt x="43042" y="7278"/>
                </a:lnTo>
                <a:lnTo>
                  <a:pt x="43334" y="7172"/>
                </a:lnTo>
                <a:lnTo>
                  <a:pt x="43567" y="7013"/>
                </a:lnTo>
                <a:lnTo>
                  <a:pt x="44034" y="6800"/>
                </a:lnTo>
                <a:lnTo>
                  <a:pt x="44326" y="6641"/>
                </a:lnTo>
                <a:lnTo>
                  <a:pt x="44560" y="6535"/>
                </a:lnTo>
                <a:lnTo>
                  <a:pt x="44735" y="6375"/>
                </a:lnTo>
                <a:lnTo>
                  <a:pt x="45027" y="6163"/>
                </a:lnTo>
                <a:lnTo>
                  <a:pt x="45261" y="6003"/>
                </a:lnTo>
                <a:lnTo>
                  <a:pt x="45553" y="5897"/>
                </a:lnTo>
                <a:lnTo>
                  <a:pt x="46020" y="5738"/>
                </a:lnTo>
                <a:lnTo>
                  <a:pt x="46254" y="5631"/>
                </a:lnTo>
                <a:lnTo>
                  <a:pt x="46546" y="5472"/>
                </a:lnTo>
                <a:lnTo>
                  <a:pt x="46838" y="5366"/>
                </a:lnTo>
                <a:lnTo>
                  <a:pt x="47130" y="5259"/>
                </a:lnTo>
                <a:lnTo>
                  <a:pt x="47246" y="4994"/>
                </a:lnTo>
                <a:lnTo>
                  <a:pt x="47538" y="4834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356"/>
                </a:lnTo>
                <a:lnTo>
                  <a:pt x="48823" y="4197"/>
                </a:lnTo>
                <a:lnTo>
                  <a:pt x="49115" y="4091"/>
                </a:lnTo>
                <a:lnTo>
                  <a:pt x="49349" y="3931"/>
                </a:lnTo>
                <a:lnTo>
                  <a:pt x="49641" y="3719"/>
                </a:lnTo>
                <a:lnTo>
                  <a:pt x="49816" y="3559"/>
                </a:lnTo>
                <a:lnTo>
                  <a:pt x="50225" y="3453"/>
                </a:lnTo>
                <a:lnTo>
                  <a:pt x="50517" y="3294"/>
                </a:lnTo>
                <a:lnTo>
                  <a:pt x="50809" y="3187"/>
                </a:lnTo>
                <a:lnTo>
                  <a:pt x="51043" y="3081"/>
                </a:lnTo>
                <a:lnTo>
                  <a:pt x="51335" y="2922"/>
                </a:lnTo>
                <a:lnTo>
                  <a:pt x="51627" y="2815"/>
                </a:lnTo>
                <a:lnTo>
                  <a:pt x="51919" y="2550"/>
                </a:lnTo>
                <a:lnTo>
                  <a:pt x="52211" y="2390"/>
                </a:lnTo>
                <a:lnTo>
                  <a:pt x="52503" y="2284"/>
                </a:lnTo>
                <a:lnTo>
                  <a:pt x="52736" y="2178"/>
                </a:lnTo>
                <a:lnTo>
                  <a:pt x="53028" y="1912"/>
                </a:lnTo>
                <a:lnTo>
                  <a:pt x="53320" y="1753"/>
                </a:lnTo>
                <a:lnTo>
                  <a:pt x="53612" y="1647"/>
                </a:lnTo>
                <a:lnTo>
                  <a:pt x="53904" y="1540"/>
                </a:lnTo>
                <a:lnTo>
                  <a:pt x="54313" y="1275"/>
                </a:lnTo>
                <a:lnTo>
                  <a:pt x="54605" y="1115"/>
                </a:lnTo>
                <a:lnTo>
                  <a:pt x="55014" y="1009"/>
                </a:lnTo>
                <a:lnTo>
                  <a:pt x="55306" y="743"/>
                </a:lnTo>
                <a:lnTo>
                  <a:pt x="55598" y="637"/>
                </a:lnTo>
                <a:lnTo>
                  <a:pt x="55890" y="478"/>
                </a:lnTo>
                <a:lnTo>
                  <a:pt x="56124" y="371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7894281" y="4596335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292" y="30178"/>
                </a:lnTo>
                <a:lnTo>
                  <a:pt x="467" y="30071"/>
                </a:lnTo>
                <a:lnTo>
                  <a:pt x="759" y="29806"/>
                </a:lnTo>
                <a:lnTo>
                  <a:pt x="992" y="29646"/>
                </a:lnTo>
                <a:lnTo>
                  <a:pt x="1284" y="29540"/>
                </a:lnTo>
                <a:lnTo>
                  <a:pt x="1693" y="29434"/>
                </a:lnTo>
                <a:lnTo>
                  <a:pt x="1985" y="29168"/>
                </a:lnTo>
                <a:lnTo>
                  <a:pt x="2277" y="29009"/>
                </a:lnTo>
                <a:lnTo>
                  <a:pt x="2569" y="29009"/>
                </a:lnTo>
                <a:lnTo>
                  <a:pt x="2861" y="28902"/>
                </a:lnTo>
                <a:lnTo>
                  <a:pt x="2978" y="28637"/>
                </a:lnTo>
                <a:lnTo>
                  <a:pt x="3270" y="28530"/>
                </a:lnTo>
                <a:lnTo>
                  <a:pt x="3679" y="28371"/>
                </a:lnTo>
                <a:lnTo>
                  <a:pt x="3971" y="28265"/>
                </a:lnTo>
                <a:lnTo>
                  <a:pt x="4263" y="27999"/>
                </a:lnTo>
                <a:lnTo>
                  <a:pt x="4555" y="27893"/>
                </a:lnTo>
                <a:lnTo>
                  <a:pt x="4847" y="27734"/>
                </a:lnTo>
                <a:lnTo>
                  <a:pt x="5080" y="27627"/>
                </a:lnTo>
                <a:lnTo>
                  <a:pt x="5372" y="27362"/>
                </a:lnTo>
                <a:lnTo>
                  <a:pt x="5548" y="27255"/>
                </a:lnTo>
                <a:lnTo>
                  <a:pt x="5956" y="27096"/>
                </a:lnTo>
                <a:lnTo>
                  <a:pt x="6248" y="26990"/>
                </a:lnTo>
                <a:lnTo>
                  <a:pt x="6540" y="26724"/>
                </a:lnTo>
                <a:lnTo>
                  <a:pt x="6774" y="26724"/>
                </a:lnTo>
                <a:lnTo>
                  <a:pt x="7066" y="26565"/>
                </a:lnTo>
                <a:lnTo>
                  <a:pt x="7358" y="26458"/>
                </a:lnTo>
                <a:lnTo>
                  <a:pt x="7650" y="26193"/>
                </a:lnTo>
                <a:lnTo>
                  <a:pt x="7942" y="26086"/>
                </a:lnTo>
                <a:lnTo>
                  <a:pt x="8176" y="25927"/>
                </a:lnTo>
                <a:lnTo>
                  <a:pt x="8468" y="25821"/>
                </a:lnTo>
                <a:lnTo>
                  <a:pt x="8760" y="25555"/>
                </a:lnTo>
                <a:lnTo>
                  <a:pt x="9052" y="25449"/>
                </a:lnTo>
                <a:lnTo>
                  <a:pt x="9344" y="25290"/>
                </a:lnTo>
                <a:lnTo>
                  <a:pt x="9636" y="25183"/>
                </a:lnTo>
                <a:lnTo>
                  <a:pt x="10045" y="24918"/>
                </a:lnTo>
                <a:lnTo>
                  <a:pt x="10337" y="24811"/>
                </a:lnTo>
                <a:lnTo>
                  <a:pt x="10453" y="24652"/>
                </a:lnTo>
                <a:lnTo>
                  <a:pt x="10745" y="24546"/>
                </a:lnTo>
                <a:lnTo>
                  <a:pt x="11037" y="24386"/>
                </a:lnTo>
                <a:lnTo>
                  <a:pt x="11329" y="24280"/>
                </a:lnTo>
                <a:lnTo>
                  <a:pt x="11563" y="24174"/>
                </a:lnTo>
                <a:lnTo>
                  <a:pt x="11855" y="24014"/>
                </a:lnTo>
                <a:lnTo>
                  <a:pt x="12322" y="23749"/>
                </a:lnTo>
                <a:lnTo>
                  <a:pt x="12556" y="23642"/>
                </a:lnTo>
                <a:lnTo>
                  <a:pt x="12848" y="23536"/>
                </a:lnTo>
                <a:lnTo>
                  <a:pt x="13023" y="23377"/>
                </a:lnTo>
                <a:lnTo>
                  <a:pt x="13257" y="23111"/>
                </a:lnTo>
                <a:lnTo>
                  <a:pt x="13549" y="23005"/>
                </a:lnTo>
                <a:lnTo>
                  <a:pt x="13841" y="22846"/>
                </a:lnTo>
                <a:lnTo>
                  <a:pt x="14250" y="22739"/>
                </a:lnTo>
                <a:lnTo>
                  <a:pt x="14542" y="22474"/>
                </a:lnTo>
                <a:lnTo>
                  <a:pt x="14834" y="22367"/>
                </a:lnTo>
                <a:lnTo>
                  <a:pt x="15126" y="22208"/>
                </a:lnTo>
                <a:lnTo>
                  <a:pt x="15418" y="22102"/>
                </a:lnTo>
                <a:lnTo>
                  <a:pt x="15826" y="21836"/>
                </a:lnTo>
                <a:lnTo>
                  <a:pt x="16235" y="21730"/>
                </a:lnTo>
                <a:lnTo>
                  <a:pt x="16527" y="21570"/>
                </a:lnTo>
                <a:lnTo>
                  <a:pt x="16819" y="21305"/>
                </a:lnTo>
                <a:lnTo>
                  <a:pt x="17111" y="21198"/>
                </a:lnTo>
                <a:lnTo>
                  <a:pt x="17345" y="21092"/>
                </a:lnTo>
                <a:lnTo>
                  <a:pt x="17637" y="20933"/>
                </a:lnTo>
                <a:lnTo>
                  <a:pt x="17929" y="20667"/>
                </a:lnTo>
                <a:lnTo>
                  <a:pt x="18104" y="20561"/>
                </a:lnTo>
                <a:lnTo>
                  <a:pt x="18513" y="20455"/>
                </a:lnTo>
                <a:lnTo>
                  <a:pt x="18805" y="20295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658"/>
                </a:lnTo>
                <a:lnTo>
                  <a:pt x="20206" y="19551"/>
                </a:lnTo>
                <a:lnTo>
                  <a:pt x="20498" y="19392"/>
                </a:lnTo>
                <a:lnTo>
                  <a:pt x="20732" y="19286"/>
                </a:lnTo>
                <a:lnTo>
                  <a:pt x="21024" y="19126"/>
                </a:lnTo>
                <a:lnTo>
                  <a:pt x="21316" y="18914"/>
                </a:lnTo>
                <a:lnTo>
                  <a:pt x="21608" y="18754"/>
                </a:lnTo>
                <a:lnTo>
                  <a:pt x="21900" y="18648"/>
                </a:lnTo>
                <a:lnTo>
                  <a:pt x="22192" y="18489"/>
                </a:lnTo>
                <a:lnTo>
                  <a:pt x="22601" y="18223"/>
                </a:lnTo>
                <a:lnTo>
                  <a:pt x="22893" y="18117"/>
                </a:lnTo>
                <a:lnTo>
                  <a:pt x="23302" y="17851"/>
                </a:lnTo>
                <a:lnTo>
                  <a:pt x="23594" y="17586"/>
                </a:lnTo>
                <a:lnTo>
                  <a:pt x="23886" y="17479"/>
                </a:lnTo>
                <a:lnTo>
                  <a:pt x="24119" y="17373"/>
                </a:lnTo>
                <a:lnTo>
                  <a:pt x="24411" y="17373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842"/>
                </a:lnTo>
                <a:lnTo>
                  <a:pt x="25579" y="16682"/>
                </a:lnTo>
                <a:lnTo>
                  <a:pt x="25813" y="16470"/>
                </a:lnTo>
                <a:lnTo>
                  <a:pt x="26105" y="16311"/>
                </a:lnTo>
                <a:lnTo>
                  <a:pt x="26397" y="16204"/>
                </a:lnTo>
                <a:lnTo>
                  <a:pt x="26806" y="16045"/>
                </a:lnTo>
                <a:lnTo>
                  <a:pt x="27098" y="15832"/>
                </a:lnTo>
                <a:lnTo>
                  <a:pt x="27390" y="15673"/>
                </a:lnTo>
                <a:lnTo>
                  <a:pt x="27682" y="15567"/>
                </a:lnTo>
                <a:lnTo>
                  <a:pt x="27974" y="15407"/>
                </a:lnTo>
                <a:lnTo>
                  <a:pt x="28091" y="15142"/>
                </a:lnTo>
                <a:lnTo>
                  <a:pt x="28383" y="15035"/>
                </a:lnTo>
                <a:lnTo>
                  <a:pt x="28792" y="15035"/>
                </a:lnTo>
                <a:lnTo>
                  <a:pt x="29084" y="14929"/>
                </a:lnTo>
                <a:lnTo>
                  <a:pt x="29376" y="14663"/>
                </a:lnTo>
                <a:lnTo>
                  <a:pt x="29668" y="14504"/>
                </a:lnTo>
                <a:lnTo>
                  <a:pt x="29901" y="14398"/>
                </a:lnTo>
                <a:lnTo>
                  <a:pt x="30193" y="14292"/>
                </a:lnTo>
                <a:lnTo>
                  <a:pt x="30485" y="14026"/>
                </a:lnTo>
                <a:lnTo>
                  <a:pt x="30602" y="13867"/>
                </a:lnTo>
                <a:lnTo>
                  <a:pt x="31069" y="13760"/>
                </a:lnTo>
                <a:lnTo>
                  <a:pt x="31361" y="13601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963"/>
                </a:lnTo>
                <a:lnTo>
                  <a:pt x="32763" y="12751"/>
                </a:lnTo>
                <a:lnTo>
                  <a:pt x="33172" y="12751"/>
                </a:lnTo>
                <a:lnTo>
                  <a:pt x="33288" y="12591"/>
                </a:lnTo>
                <a:lnTo>
                  <a:pt x="33580" y="12485"/>
                </a:lnTo>
                <a:lnTo>
                  <a:pt x="33872" y="12219"/>
                </a:lnTo>
                <a:lnTo>
                  <a:pt x="34164" y="12060"/>
                </a:lnTo>
                <a:lnTo>
                  <a:pt x="34457" y="11954"/>
                </a:lnTo>
                <a:lnTo>
                  <a:pt x="34690" y="11848"/>
                </a:lnTo>
                <a:lnTo>
                  <a:pt x="35157" y="11582"/>
                </a:lnTo>
                <a:lnTo>
                  <a:pt x="35449" y="11423"/>
                </a:lnTo>
                <a:lnTo>
                  <a:pt x="35683" y="11316"/>
                </a:lnTo>
                <a:lnTo>
                  <a:pt x="35858" y="11210"/>
                </a:lnTo>
                <a:lnTo>
                  <a:pt x="36150" y="10944"/>
                </a:lnTo>
                <a:lnTo>
                  <a:pt x="36384" y="10785"/>
                </a:lnTo>
                <a:lnTo>
                  <a:pt x="36676" y="10679"/>
                </a:lnTo>
                <a:lnTo>
                  <a:pt x="36968" y="10519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147"/>
                </a:lnTo>
                <a:lnTo>
                  <a:pt x="38369" y="9775"/>
                </a:lnTo>
                <a:lnTo>
                  <a:pt x="38661" y="9669"/>
                </a:lnTo>
                <a:lnTo>
                  <a:pt x="38953" y="9510"/>
                </a:lnTo>
                <a:lnTo>
                  <a:pt x="39362" y="9404"/>
                </a:lnTo>
                <a:lnTo>
                  <a:pt x="39654" y="9138"/>
                </a:lnTo>
                <a:lnTo>
                  <a:pt x="39946" y="9032"/>
                </a:lnTo>
                <a:lnTo>
                  <a:pt x="40238" y="8872"/>
                </a:lnTo>
                <a:lnTo>
                  <a:pt x="40472" y="8766"/>
                </a:lnTo>
                <a:lnTo>
                  <a:pt x="40647" y="8500"/>
                </a:lnTo>
                <a:lnTo>
                  <a:pt x="40939" y="8341"/>
                </a:lnTo>
                <a:lnTo>
                  <a:pt x="41348" y="8235"/>
                </a:lnTo>
                <a:lnTo>
                  <a:pt x="41640" y="8128"/>
                </a:lnTo>
                <a:lnTo>
                  <a:pt x="41932" y="7969"/>
                </a:lnTo>
                <a:lnTo>
                  <a:pt x="42166" y="7863"/>
                </a:lnTo>
                <a:lnTo>
                  <a:pt x="42458" y="7703"/>
                </a:lnTo>
                <a:lnTo>
                  <a:pt x="42750" y="7597"/>
                </a:lnTo>
                <a:lnTo>
                  <a:pt x="43042" y="7331"/>
                </a:lnTo>
                <a:lnTo>
                  <a:pt x="43626" y="7066"/>
                </a:lnTo>
                <a:lnTo>
                  <a:pt x="43859" y="6960"/>
                </a:lnTo>
                <a:lnTo>
                  <a:pt x="44151" y="6694"/>
                </a:lnTo>
                <a:lnTo>
                  <a:pt x="44443" y="6588"/>
                </a:lnTo>
                <a:lnTo>
                  <a:pt x="44735" y="6428"/>
                </a:lnTo>
                <a:lnTo>
                  <a:pt x="45027" y="6322"/>
                </a:lnTo>
                <a:lnTo>
                  <a:pt x="45319" y="6056"/>
                </a:lnTo>
                <a:lnTo>
                  <a:pt x="45728" y="5950"/>
                </a:lnTo>
                <a:lnTo>
                  <a:pt x="45845" y="5791"/>
                </a:lnTo>
                <a:lnTo>
                  <a:pt x="46137" y="5791"/>
                </a:lnTo>
                <a:lnTo>
                  <a:pt x="46429" y="5525"/>
                </a:lnTo>
                <a:lnTo>
                  <a:pt x="46721" y="5419"/>
                </a:lnTo>
                <a:lnTo>
                  <a:pt x="47013" y="5259"/>
                </a:lnTo>
                <a:lnTo>
                  <a:pt x="47246" y="5153"/>
                </a:lnTo>
                <a:lnTo>
                  <a:pt x="47714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415" y="4516"/>
                </a:lnTo>
                <a:lnTo>
                  <a:pt x="48707" y="4250"/>
                </a:lnTo>
                <a:lnTo>
                  <a:pt x="48940" y="4144"/>
                </a:lnTo>
                <a:lnTo>
                  <a:pt x="49232" y="3984"/>
                </a:lnTo>
                <a:lnTo>
                  <a:pt x="49524" y="3878"/>
                </a:lnTo>
                <a:lnTo>
                  <a:pt x="49933" y="3612"/>
                </a:lnTo>
                <a:lnTo>
                  <a:pt x="50225" y="3506"/>
                </a:lnTo>
                <a:lnTo>
                  <a:pt x="50517" y="3347"/>
                </a:lnTo>
                <a:lnTo>
                  <a:pt x="50809" y="3347"/>
                </a:lnTo>
                <a:lnTo>
                  <a:pt x="50926" y="3081"/>
                </a:lnTo>
                <a:lnTo>
                  <a:pt x="51218" y="2975"/>
                </a:lnTo>
                <a:lnTo>
                  <a:pt x="51510" y="2869"/>
                </a:lnTo>
                <a:lnTo>
                  <a:pt x="51919" y="2709"/>
                </a:lnTo>
                <a:lnTo>
                  <a:pt x="52211" y="2443"/>
                </a:lnTo>
                <a:lnTo>
                  <a:pt x="52503" y="2337"/>
                </a:lnTo>
                <a:lnTo>
                  <a:pt x="52795" y="2178"/>
                </a:lnTo>
                <a:lnTo>
                  <a:pt x="53028" y="2072"/>
                </a:lnTo>
                <a:lnTo>
                  <a:pt x="53203" y="1806"/>
                </a:lnTo>
                <a:lnTo>
                  <a:pt x="53495" y="1700"/>
                </a:lnTo>
                <a:lnTo>
                  <a:pt x="53904" y="1540"/>
                </a:lnTo>
                <a:lnTo>
                  <a:pt x="54196" y="1434"/>
                </a:lnTo>
                <a:lnTo>
                  <a:pt x="54488" y="1168"/>
                </a:lnTo>
                <a:lnTo>
                  <a:pt x="54722" y="1062"/>
                </a:lnTo>
                <a:lnTo>
                  <a:pt x="55014" y="1062"/>
                </a:lnTo>
                <a:lnTo>
                  <a:pt x="55306" y="903"/>
                </a:lnTo>
                <a:lnTo>
                  <a:pt x="55598" y="637"/>
                </a:lnTo>
                <a:lnTo>
                  <a:pt x="56182" y="425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7950989" y="4566051"/>
            <a:ext cx="56824" cy="30284"/>
          </a:xfrm>
          <a:custGeom>
            <a:avLst/>
            <a:gdLst/>
            <a:ahLst/>
            <a:cxnLst/>
            <a:rect l="l" t="t" r="r" b="b"/>
            <a:pathLst>
              <a:path w="56824" h="30284">
                <a:moveTo>
                  <a:pt x="0" y="30284"/>
                </a:moveTo>
                <a:lnTo>
                  <a:pt x="292" y="30178"/>
                </a:lnTo>
                <a:lnTo>
                  <a:pt x="584" y="30071"/>
                </a:lnTo>
                <a:lnTo>
                  <a:pt x="876" y="29912"/>
                </a:lnTo>
                <a:lnTo>
                  <a:pt x="1109" y="29646"/>
                </a:lnTo>
                <a:lnTo>
                  <a:pt x="1576" y="29540"/>
                </a:lnTo>
                <a:lnTo>
                  <a:pt x="1693" y="29381"/>
                </a:lnTo>
                <a:lnTo>
                  <a:pt x="1985" y="29274"/>
                </a:lnTo>
                <a:lnTo>
                  <a:pt x="2277" y="29009"/>
                </a:lnTo>
                <a:lnTo>
                  <a:pt x="2569" y="29009"/>
                </a:lnTo>
                <a:lnTo>
                  <a:pt x="2803" y="28902"/>
                </a:lnTo>
                <a:lnTo>
                  <a:pt x="3095" y="28743"/>
                </a:lnTo>
                <a:lnTo>
                  <a:pt x="3562" y="28530"/>
                </a:lnTo>
                <a:lnTo>
                  <a:pt x="3796" y="28371"/>
                </a:lnTo>
                <a:lnTo>
                  <a:pt x="4088" y="28265"/>
                </a:lnTo>
                <a:lnTo>
                  <a:pt x="4263" y="28105"/>
                </a:lnTo>
                <a:lnTo>
                  <a:pt x="4496" y="27840"/>
                </a:lnTo>
                <a:lnTo>
                  <a:pt x="4788" y="27734"/>
                </a:lnTo>
                <a:lnTo>
                  <a:pt x="5080" y="27627"/>
                </a:lnTo>
                <a:lnTo>
                  <a:pt x="5372" y="27468"/>
                </a:lnTo>
                <a:lnTo>
                  <a:pt x="5781" y="27202"/>
                </a:lnTo>
                <a:lnTo>
                  <a:pt x="6073" y="27096"/>
                </a:lnTo>
                <a:lnTo>
                  <a:pt x="6365" y="26990"/>
                </a:lnTo>
                <a:lnTo>
                  <a:pt x="6657" y="26830"/>
                </a:lnTo>
                <a:lnTo>
                  <a:pt x="7066" y="26565"/>
                </a:lnTo>
                <a:lnTo>
                  <a:pt x="7358" y="26458"/>
                </a:lnTo>
                <a:lnTo>
                  <a:pt x="7767" y="26352"/>
                </a:lnTo>
                <a:lnTo>
                  <a:pt x="8059" y="26086"/>
                </a:lnTo>
                <a:lnTo>
                  <a:pt x="8351" y="25927"/>
                </a:lnTo>
                <a:lnTo>
                  <a:pt x="8585" y="25821"/>
                </a:lnTo>
                <a:lnTo>
                  <a:pt x="8877" y="25661"/>
                </a:lnTo>
                <a:lnTo>
                  <a:pt x="9169" y="25449"/>
                </a:lnTo>
                <a:lnTo>
                  <a:pt x="9344" y="25290"/>
                </a:lnTo>
                <a:lnTo>
                  <a:pt x="9753" y="25183"/>
                </a:lnTo>
                <a:lnTo>
                  <a:pt x="10045" y="25024"/>
                </a:lnTo>
                <a:lnTo>
                  <a:pt x="10278" y="24811"/>
                </a:lnTo>
                <a:lnTo>
                  <a:pt x="10570" y="24652"/>
                </a:lnTo>
                <a:lnTo>
                  <a:pt x="10862" y="24546"/>
                </a:lnTo>
                <a:lnTo>
                  <a:pt x="11154" y="24386"/>
                </a:lnTo>
                <a:lnTo>
                  <a:pt x="11446" y="24280"/>
                </a:lnTo>
                <a:lnTo>
                  <a:pt x="11738" y="24121"/>
                </a:lnTo>
                <a:lnTo>
                  <a:pt x="11972" y="24014"/>
                </a:lnTo>
                <a:lnTo>
                  <a:pt x="12264" y="23908"/>
                </a:lnTo>
                <a:lnTo>
                  <a:pt x="12556" y="23642"/>
                </a:lnTo>
                <a:lnTo>
                  <a:pt x="12848" y="23483"/>
                </a:lnTo>
                <a:lnTo>
                  <a:pt x="13140" y="23377"/>
                </a:lnTo>
                <a:lnTo>
                  <a:pt x="13432" y="23271"/>
                </a:lnTo>
                <a:lnTo>
                  <a:pt x="13665" y="23005"/>
                </a:lnTo>
                <a:lnTo>
                  <a:pt x="14133" y="22846"/>
                </a:lnTo>
                <a:lnTo>
                  <a:pt x="14542" y="22580"/>
                </a:lnTo>
                <a:lnTo>
                  <a:pt x="14834" y="22367"/>
                </a:lnTo>
                <a:lnTo>
                  <a:pt x="15126" y="22208"/>
                </a:lnTo>
                <a:lnTo>
                  <a:pt x="15359" y="22102"/>
                </a:lnTo>
                <a:lnTo>
                  <a:pt x="15651" y="22102"/>
                </a:lnTo>
                <a:lnTo>
                  <a:pt x="15943" y="21836"/>
                </a:lnTo>
                <a:lnTo>
                  <a:pt x="16352" y="21730"/>
                </a:lnTo>
                <a:lnTo>
                  <a:pt x="16644" y="21570"/>
                </a:lnTo>
                <a:lnTo>
                  <a:pt x="16819" y="21464"/>
                </a:lnTo>
                <a:lnTo>
                  <a:pt x="17053" y="21198"/>
                </a:lnTo>
                <a:lnTo>
                  <a:pt x="17345" y="21039"/>
                </a:lnTo>
                <a:lnTo>
                  <a:pt x="17637" y="20933"/>
                </a:lnTo>
                <a:lnTo>
                  <a:pt x="17929" y="20827"/>
                </a:lnTo>
                <a:lnTo>
                  <a:pt x="18338" y="20561"/>
                </a:lnTo>
                <a:lnTo>
                  <a:pt x="18630" y="20402"/>
                </a:lnTo>
                <a:lnTo>
                  <a:pt x="18922" y="20295"/>
                </a:lnTo>
                <a:lnTo>
                  <a:pt x="19214" y="20189"/>
                </a:lnTo>
                <a:lnTo>
                  <a:pt x="19330" y="19923"/>
                </a:lnTo>
                <a:lnTo>
                  <a:pt x="19622" y="19764"/>
                </a:lnTo>
                <a:lnTo>
                  <a:pt x="19914" y="19764"/>
                </a:lnTo>
                <a:lnTo>
                  <a:pt x="20323" y="19658"/>
                </a:lnTo>
                <a:lnTo>
                  <a:pt x="20615" y="19392"/>
                </a:lnTo>
                <a:lnTo>
                  <a:pt x="20907" y="19286"/>
                </a:lnTo>
                <a:lnTo>
                  <a:pt x="21141" y="19126"/>
                </a:lnTo>
                <a:lnTo>
                  <a:pt x="21433" y="19020"/>
                </a:lnTo>
                <a:lnTo>
                  <a:pt x="21725" y="18754"/>
                </a:lnTo>
                <a:lnTo>
                  <a:pt x="22134" y="18489"/>
                </a:lnTo>
                <a:lnTo>
                  <a:pt x="22601" y="18383"/>
                </a:lnTo>
                <a:lnTo>
                  <a:pt x="22835" y="18117"/>
                </a:lnTo>
                <a:lnTo>
                  <a:pt x="23127" y="17958"/>
                </a:lnTo>
                <a:lnTo>
                  <a:pt x="23419" y="17851"/>
                </a:lnTo>
                <a:lnTo>
                  <a:pt x="23711" y="17745"/>
                </a:lnTo>
                <a:lnTo>
                  <a:pt x="24003" y="17479"/>
                </a:lnTo>
                <a:lnTo>
                  <a:pt x="24236" y="17479"/>
                </a:lnTo>
                <a:lnTo>
                  <a:pt x="24528" y="17320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842"/>
                </a:lnTo>
                <a:lnTo>
                  <a:pt x="25696" y="16682"/>
                </a:lnTo>
                <a:lnTo>
                  <a:pt x="25930" y="16417"/>
                </a:lnTo>
                <a:lnTo>
                  <a:pt x="26222" y="16311"/>
                </a:lnTo>
                <a:lnTo>
                  <a:pt x="26689" y="16204"/>
                </a:lnTo>
                <a:lnTo>
                  <a:pt x="26806" y="16045"/>
                </a:lnTo>
                <a:lnTo>
                  <a:pt x="27098" y="15779"/>
                </a:lnTo>
                <a:lnTo>
                  <a:pt x="27390" y="15673"/>
                </a:lnTo>
                <a:lnTo>
                  <a:pt x="27624" y="15567"/>
                </a:lnTo>
                <a:lnTo>
                  <a:pt x="27916" y="15407"/>
                </a:lnTo>
                <a:lnTo>
                  <a:pt x="28208" y="15142"/>
                </a:lnTo>
                <a:lnTo>
                  <a:pt x="28500" y="15035"/>
                </a:lnTo>
                <a:lnTo>
                  <a:pt x="28908" y="15035"/>
                </a:lnTo>
                <a:lnTo>
                  <a:pt x="29200" y="14876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85" y="14026"/>
                </a:lnTo>
                <a:lnTo>
                  <a:pt x="30894" y="13867"/>
                </a:lnTo>
                <a:lnTo>
                  <a:pt x="31186" y="13760"/>
                </a:lnTo>
                <a:lnTo>
                  <a:pt x="31478" y="13601"/>
                </a:lnTo>
                <a:lnTo>
                  <a:pt x="31712" y="13335"/>
                </a:lnTo>
                <a:lnTo>
                  <a:pt x="31887" y="13229"/>
                </a:lnTo>
                <a:lnTo>
                  <a:pt x="32179" y="13123"/>
                </a:lnTo>
                <a:lnTo>
                  <a:pt x="32471" y="12963"/>
                </a:lnTo>
                <a:lnTo>
                  <a:pt x="32880" y="12698"/>
                </a:lnTo>
                <a:lnTo>
                  <a:pt x="33172" y="12698"/>
                </a:lnTo>
                <a:lnTo>
                  <a:pt x="33405" y="12591"/>
                </a:lnTo>
                <a:lnTo>
                  <a:pt x="33697" y="12485"/>
                </a:lnTo>
                <a:lnTo>
                  <a:pt x="33989" y="12219"/>
                </a:lnTo>
                <a:lnTo>
                  <a:pt x="34281" y="12060"/>
                </a:lnTo>
                <a:lnTo>
                  <a:pt x="34690" y="1184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316"/>
                </a:lnTo>
                <a:lnTo>
                  <a:pt x="35975" y="11157"/>
                </a:lnTo>
                <a:lnTo>
                  <a:pt x="36267" y="10944"/>
                </a:lnTo>
                <a:lnTo>
                  <a:pt x="36559" y="10785"/>
                </a:lnTo>
                <a:lnTo>
                  <a:pt x="36793" y="10679"/>
                </a:lnTo>
                <a:lnTo>
                  <a:pt x="37085" y="10519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147"/>
                </a:lnTo>
                <a:lnTo>
                  <a:pt x="38253" y="10041"/>
                </a:lnTo>
                <a:lnTo>
                  <a:pt x="38486" y="9775"/>
                </a:lnTo>
                <a:lnTo>
                  <a:pt x="38778" y="9616"/>
                </a:lnTo>
                <a:lnTo>
                  <a:pt x="39187" y="9510"/>
                </a:lnTo>
                <a:lnTo>
                  <a:pt x="39362" y="9404"/>
                </a:lnTo>
                <a:lnTo>
                  <a:pt x="39654" y="9138"/>
                </a:lnTo>
                <a:lnTo>
                  <a:pt x="39946" y="8979"/>
                </a:lnTo>
                <a:lnTo>
                  <a:pt x="40180" y="8872"/>
                </a:lnTo>
                <a:lnTo>
                  <a:pt x="40472" y="8766"/>
                </a:lnTo>
                <a:lnTo>
                  <a:pt x="40764" y="8500"/>
                </a:lnTo>
                <a:lnTo>
                  <a:pt x="41056" y="8341"/>
                </a:lnTo>
                <a:lnTo>
                  <a:pt x="41465" y="8235"/>
                </a:lnTo>
                <a:lnTo>
                  <a:pt x="41757" y="8075"/>
                </a:lnTo>
                <a:lnTo>
                  <a:pt x="42166" y="7863"/>
                </a:lnTo>
                <a:lnTo>
                  <a:pt x="42458" y="7703"/>
                </a:lnTo>
                <a:lnTo>
                  <a:pt x="42750" y="7597"/>
                </a:lnTo>
                <a:lnTo>
                  <a:pt x="43042" y="7331"/>
                </a:lnTo>
                <a:lnTo>
                  <a:pt x="43450" y="7225"/>
                </a:lnTo>
                <a:lnTo>
                  <a:pt x="43742" y="7066"/>
                </a:lnTo>
                <a:lnTo>
                  <a:pt x="44034" y="6960"/>
                </a:lnTo>
                <a:lnTo>
                  <a:pt x="44268" y="6694"/>
                </a:lnTo>
                <a:lnTo>
                  <a:pt x="44443" y="6535"/>
                </a:lnTo>
                <a:lnTo>
                  <a:pt x="44735" y="6428"/>
                </a:lnTo>
                <a:lnTo>
                  <a:pt x="44969" y="6322"/>
                </a:lnTo>
                <a:lnTo>
                  <a:pt x="45436" y="6056"/>
                </a:lnTo>
                <a:lnTo>
                  <a:pt x="45728" y="5897"/>
                </a:lnTo>
                <a:lnTo>
                  <a:pt x="45962" y="5791"/>
                </a:lnTo>
                <a:lnTo>
                  <a:pt x="46254" y="5791"/>
                </a:lnTo>
                <a:lnTo>
                  <a:pt x="46546" y="5525"/>
                </a:lnTo>
                <a:lnTo>
                  <a:pt x="46838" y="5419"/>
                </a:lnTo>
                <a:lnTo>
                  <a:pt x="46954" y="5259"/>
                </a:lnTo>
                <a:lnTo>
                  <a:pt x="47246" y="5153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622"/>
                </a:lnTo>
                <a:lnTo>
                  <a:pt x="48531" y="4516"/>
                </a:lnTo>
                <a:lnTo>
                  <a:pt x="48823" y="4250"/>
                </a:lnTo>
                <a:lnTo>
                  <a:pt x="49057" y="4144"/>
                </a:lnTo>
                <a:lnTo>
                  <a:pt x="49349" y="3984"/>
                </a:lnTo>
                <a:lnTo>
                  <a:pt x="49641" y="3878"/>
                </a:lnTo>
                <a:lnTo>
                  <a:pt x="49933" y="3612"/>
                </a:lnTo>
                <a:lnTo>
                  <a:pt x="50225" y="3453"/>
                </a:lnTo>
                <a:lnTo>
                  <a:pt x="50517" y="3453"/>
                </a:lnTo>
                <a:lnTo>
                  <a:pt x="50751" y="3347"/>
                </a:lnTo>
                <a:lnTo>
                  <a:pt x="51043" y="3081"/>
                </a:lnTo>
                <a:lnTo>
                  <a:pt x="51335" y="2975"/>
                </a:lnTo>
                <a:lnTo>
                  <a:pt x="51743" y="2815"/>
                </a:lnTo>
                <a:lnTo>
                  <a:pt x="51919" y="2709"/>
                </a:lnTo>
                <a:lnTo>
                  <a:pt x="52211" y="2443"/>
                </a:lnTo>
                <a:lnTo>
                  <a:pt x="52444" y="2337"/>
                </a:lnTo>
                <a:lnTo>
                  <a:pt x="52736" y="2178"/>
                </a:lnTo>
                <a:lnTo>
                  <a:pt x="53028" y="2072"/>
                </a:lnTo>
                <a:lnTo>
                  <a:pt x="53320" y="1806"/>
                </a:lnTo>
                <a:lnTo>
                  <a:pt x="53612" y="1700"/>
                </a:lnTo>
                <a:lnTo>
                  <a:pt x="54021" y="1540"/>
                </a:lnTo>
                <a:lnTo>
                  <a:pt x="54313" y="1434"/>
                </a:lnTo>
                <a:lnTo>
                  <a:pt x="54430" y="1168"/>
                </a:lnTo>
                <a:lnTo>
                  <a:pt x="54722" y="1168"/>
                </a:lnTo>
                <a:lnTo>
                  <a:pt x="55014" y="1062"/>
                </a:lnTo>
                <a:lnTo>
                  <a:pt x="55306" y="903"/>
                </a:lnTo>
                <a:lnTo>
                  <a:pt x="55598" y="637"/>
                </a:lnTo>
                <a:lnTo>
                  <a:pt x="56007" y="531"/>
                </a:lnTo>
                <a:lnTo>
                  <a:pt x="56299" y="37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1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8007814" y="4535926"/>
            <a:ext cx="56708" cy="30124"/>
          </a:xfrm>
          <a:custGeom>
            <a:avLst/>
            <a:gdLst/>
            <a:ahLst/>
            <a:cxnLst/>
            <a:rect l="l" t="t" r="r" b="b"/>
            <a:pathLst>
              <a:path w="56708" h="30124">
                <a:moveTo>
                  <a:pt x="0" y="30124"/>
                </a:moveTo>
                <a:lnTo>
                  <a:pt x="175" y="30018"/>
                </a:lnTo>
                <a:lnTo>
                  <a:pt x="467" y="29859"/>
                </a:lnTo>
                <a:lnTo>
                  <a:pt x="700" y="29752"/>
                </a:lnTo>
                <a:lnTo>
                  <a:pt x="1168" y="29487"/>
                </a:lnTo>
                <a:lnTo>
                  <a:pt x="1401" y="29381"/>
                </a:lnTo>
                <a:lnTo>
                  <a:pt x="1693" y="29221"/>
                </a:lnTo>
                <a:lnTo>
                  <a:pt x="1985" y="29115"/>
                </a:lnTo>
                <a:lnTo>
                  <a:pt x="2277" y="29009"/>
                </a:lnTo>
                <a:lnTo>
                  <a:pt x="2569" y="28849"/>
                </a:lnTo>
                <a:lnTo>
                  <a:pt x="2978" y="28584"/>
                </a:lnTo>
                <a:lnTo>
                  <a:pt x="3387" y="28318"/>
                </a:lnTo>
                <a:lnTo>
                  <a:pt x="3679" y="28212"/>
                </a:lnTo>
                <a:lnTo>
                  <a:pt x="3971" y="28105"/>
                </a:lnTo>
                <a:lnTo>
                  <a:pt x="4263" y="27946"/>
                </a:lnTo>
                <a:lnTo>
                  <a:pt x="4555" y="27680"/>
                </a:lnTo>
                <a:lnTo>
                  <a:pt x="4788" y="27574"/>
                </a:lnTo>
                <a:lnTo>
                  <a:pt x="5080" y="27468"/>
                </a:lnTo>
                <a:lnTo>
                  <a:pt x="5372" y="27308"/>
                </a:lnTo>
                <a:lnTo>
                  <a:pt x="5664" y="27043"/>
                </a:lnTo>
                <a:lnTo>
                  <a:pt x="5956" y="26937"/>
                </a:lnTo>
                <a:lnTo>
                  <a:pt x="6248" y="26777"/>
                </a:lnTo>
                <a:lnTo>
                  <a:pt x="6482" y="26671"/>
                </a:lnTo>
                <a:lnTo>
                  <a:pt x="6774" y="26565"/>
                </a:lnTo>
                <a:lnTo>
                  <a:pt x="7066" y="26405"/>
                </a:lnTo>
                <a:lnTo>
                  <a:pt x="7475" y="26299"/>
                </a:lnTo>
                <a:lnTo>
                  <a:pt x="7650" y="26140"/>
                </a:lnTo>
                <a:lnTo>
                  <a:pt x="7942" y="25927"/>
                </a:lnTo>
                <a:lnTo>
                  <a:pt x="8176" y="25768"/>
                </a:lnTo>
                <a:lnTo>
                  <a:pt x="8468" y="25661"/>
                </a:lnTo>
                <a:lnTo>
                  <a:pt x="8760" y="25502"/>
                </a:lnTo>
                <a:lnTo>
                  <a:pt x="9052" y="25236"/>
                </a:lnTo>
                <a:lnTo>
                  <a:pt x="9344" y="25130"/>
                </a:lnTo>
                <a:lnTo>
                  <a:pt x="9753" y="25024"/>
                </a:lnTo>
                <a:lnTo>
                  <a:pt x="10045" y="24864"/>
                </a:lnTo>
                <a:lnTo>
                  <a:pt x="10161" y="24599"/>
                </a:lnTo>
                <a:lnTo>
                  <a:pt x="10453" y="24493"/>
                </a:lnTo>
                <a:lnTo>
                  <a:pt x="10745" y="24386"/>
                </a:lnTo>
                <a:lnTo>
                  <a:pt x="11037" y="24227"/>
                </a:lnTo>
                <a:lnTo>
                  <a:pt x="11271" y="24121"/>
                </a:lnTo>
                <a:lnTo>
                  <a:pt x="11738" y="23961"/>
                </a:lnTo>
                <a:lnTo>
                  <a:pt x="12030" y="23855"/>
                </a:lnTo>
                <a:lnTo>
                  <a:pt x="12264" y="23696"/>
                </a:lnTo>
                <a:lnTo>
                  <a:pt x="12556" y="23483"/>
                </a:lnTo>
                <a:lnTo>
                  <a:pt x="12731" y="23324"/>
                </a:lnTo>
                <a:lnTo>
                  <a:pt x="12965" y="23217"/>
                </a:lnTo>
                <a:lnTo>
                  <a:pt x="13257" y="23058"/>
                </a:lnTo>
                <a:lnTo>
                  <a:pt x="13724" y="22846"/>
                </a:lnTo>
                <a:lnTo>
                  <a:pt x="13958" y="22686"/>
                </a:lnTo>
                <a:lnTo>
                  <a:pt x="14250" y="22580"/>
                </a:lnTo>
                <a:lnTo>
                  <a:pt x="14542" y="22420"/>
                </a:lnTo>
                <a:lnTo>
                  <a:pt x="14834" y="22155"/>
                </a:lnTo>
                <a:lnTo>
                  <a:pt x="15126" y="22049"/>
                </a:lnTo>
                <a:lnTo>
                  <a:pt x="15534" y="21942"/>
                </a:lnTo>
                <a:lnTo>
                  <a:pt x="15943" y="21677"/>
                </a:lnTo>
                <a:lnTo>
                  <a:pt x="16235" y="21517"/>
                </a:lnTo>
                <a:lnTo>
                  <a:pt x="16527" y="21411"/>
                </a:lnTo>
                <a:lnTo>
                  <a:pt x="16819" y="21305"/>
                </a:lnTo>
                <a:lnTo>
                  <a:pt x="17053" y="21039"/>
                </a:lnTo>
                <a:lnTo>
                  <a:pt x="17345" y="20880"/>
                </a:lnTo>
                <a:lnTo>
                  <a:pt x="17637" y="20773"/>
                </a:lnTo>
                <a:lnTo>
                  <a:pt x="17929" y="20614"/>
                </a:lnTo>
                <a:lnTo>
                  <a:pt x="18221" y="20402"/>
                </a:lnTo>
                <a:lnTo>
                  <a:pt x="18513" y="20242"/>
                </a:lnTo>
                <a:lnTo>
                  <a:pt x="18746" y="20136"/>
                </a:lnTo>
                <a:lnTo>
                  <a:pt x="19038" y="19976"/>
                </a:lnTo>
                <a:lnTo>
                  <a:pt x="19330" y="19764"/>
                </a:lnTo>
                <a:lnTo>
                  <a:pt x="19622" y="19605"/>
                </a:lnTo>
                <a:lnTo>
                  <a:pt x="20031" y="19605"/>
                </a:lnTo>
                <a:lnTo>
                  <a:pt x="20323" y="19498"/>
                </a:lnTo>
                <a:lnTo>
                  <a:pt x="20440" y="19233"/>
                </a:lnTo>
                <a:lnTo>
                  <a:pt x="20732" y="19073"/>
                </a:lnTo>
                <a:lnTo>
                  <a:pt x="21024" y="18967"/>
                </a:lnTo>
                <a:lnTo>
                  <a:pt x="21316" y="18861"/>
                </a:lnTo>
                <a:lnTo>
                  <a:pt x="21608" y="18595"/>
                </a:lnTo>
                <a:lnTo>
                  <a:pt x="21900" y="18436"/>
                </a:lnTo>
                <a:lnTo>
                  <a:pt x="22309" y="18329"/>
                </a:lnTo>
                <a:lnTo>
                  <a:pt x="22601" y="18223"/>
                </a:lnTo>
                <a:lnTo>
                  <a:pt x="22718" y="17958"/>
                </a:lnTo>
                <a:lnTo>
                  <a:pt x="23010" y="17798"/>
                </a:lnTo>
                <a:lnTo>
                  <a:pt x="23302" y="17692"/>
                </a:lnTo>
                <a:lnTo>
                  <a:pt x="23594" y="17532"/>
                </a:lnTo>
                <a:lnTo>
                  <a:pt x="23827" y="17320"/>
                </a:lnTo>
                <a:lnTo>
                  <a:pt x="24295" y="17320"/>
                </a:lnTo>
                <a:lnTo>
                  <a:pt x="24528" y="17161"/>
                </a:lnTo>
                <a:lnTo>
                  <a:pt x="24820" y="17054"/>
                </a:lnTo>
                <a:lnTo>
                  <a:pt x="25112" y="16789"/>
                </a:lnTo>
                <a:lnTo>
                  <a:pt x="25287" y="16682"/>
                </a:lnTo>
                <a:lnTo>
                  <a:pt x="25521" y="16523"/>
                </a:lnTo>
                <a:lnTo>
                  <a:pt x="25813" y="16417"/>
                </a:lnTo>
                <a:lnTo>
                  <a:pt x="26222" y="16151"/>
                </a:lnTo>
                <a:lnTo>
                  <a:pt x="26514" y="15992"/>
                </a:lnTo>
                <a:lnTo>
                  <a:pt x="26806" y="15885"/>
                </a:lnTo>
                <a:lnTo>
                  <a:pt x="27098" y="15779"/>
                </a:lnTo>
                <a:lnTo>
                  <a:pt x="27390" y="15514"/>
                </a:lnTo>
                <a:lnTo>
                  <a:pt x="27682" y="15354"/>
                </a:lnTo>
                <a:lnTo>
                  <a:pt x="28091" y="15142"/>
                </a:lnTo>
                <a:lnTo>
                  <a:pt x="28500" y="14982"/>
                </a:lnTo>
                <a:lnTo>
                  <a:pt x="28792" y="14876"/>
                </a:lnTo>
                <a:lnTo>
                  <a:pt x="29084" y="14717"/>
                </a:lnTo>
                <a:lnTo>
                  <a:pt x="29376" y="14610"/>
                </a:lnTo>
                <a:lnTo>
                  <a:pt x="29609" y="14345"/>
                </a:lnTo>
                <a:lnTo>
                  <a:pt x="29901" y="14238"/>
                </a:lnTo>
                <a:lnTo>
                  <a:pt x="30193" y="14079"/>
                </a:lnTo>
                <a:lnTo>
                  <a:pt x="30485" y="13973"/>
                </a:lnTo>
                <a:lnTo>
                  <a:pt x="30777" y="13707"/>
                </a:lnTo>
                <a:lnTo>
                  <a:pt x="31069" y="13601"/>
                </a:lnTo>
                <a:lnTo>
                  <a:pt x="31303" y="13441"/>
                </a:lnTo>
                <a:lnTo>
                  <a:pt x="31595" y="13335"/>
                </a:lnTo>
                <a:lnTo>
                  <a:pt x="31887" y="13070"/>
                </a:lnTo>
                <a:lnTo>
                  <a:pt x="32179" y="12963"/>
                </a:lnTo>
                <a:lnTo>
                  <a:pt x="32588" y="12804"/>
                </a:lnTo>
                <a:lnTo>
                  <a:pt x="32880" y="12698"/>
                </a:lnTo>
                <a:lnTo>
                  <a:pt x="32996" y="12538"/>
                </a:lnTo>
                <a:lnTo>
                  <a:pt x="33288" y="12432"/>
                </a:lnTo>
                <a:lnTo>
                  <a:pt x="33580" y="12273"/>
                </a:lnTo>
                <a:lnTo>
                  <a:pt x="33872" y="12166"/>
                </a:lnTo>
                <a:lnTo>
                  <a:pt x="34164" y="11901"/>
                </a:lnTo>
                <a:lnTo>
                  <a:pt x="34398" y="11794"/>
                </a:lnTo>
                <a:lnTo>
                  <a:pt x="34865" y="11635"/>
                </a:lnTo>
                <a:lnTo>
                  <a:pt x="35157" y="11529"/>
                </a:lnTo>
                <a:lnTo>
                  <a:pt x="35391" y="11263"/>
                </a:lnTo>
                <a:lnTo>
                  <a:pt x="35566" y="11157"/>
                </a:lnTo>
                <a:lnTo>
                  <a:pt x="35858" y="10997"/>
                </a:lnTo>
                <a:lnTo>
                  <a:pt x="36092" y="10891"/>
                </a:lnTo>
                <a:lnTo>
                  <a:pt x="36384" y="10626"/>
                </a:lnTo>
                <a:lnTo>
                  <a:pt x="36851" y="10519"/>
                </a:lnTo>
                <a:lnTo>
                  <a:pt x="37085" y="10360"/>
                </a:lnTo>
                <a:lnTo>
                  <a:pt x="37377" y="10360"/>
                </a:lnTo>
                <a:lnTo>
                  <a:pt x="37669" y="10094"/>
                </a:lnTo>
                <a:lnTo>
                  <a:pt x="37961" y="9988"/>
                </a:lnTo>
                <a:lnTo>
                  <a:pt x="38369" y="9722"/>
                </a:lnTo>
                <a:lnTo>
                  <a:pt x="38778" y="9457"/>
                </a:lnTo>
                <a:lnTo>
                  <a:pt x="39070" y="9350"/>
                </a:lnTo>
                <a:lnTo>
                  <a:pt x="39362" y="9191"/>
                </a:lnTo>
                <a:lnTo>
                  <a:pt x="39654" y="9085"/>
                </a:lnTo>
                <a:lnTo>
                  <a:pt x="39946" y="8819"/>
                </a:lnTo>
                <a:lnTo>
                  <a:pt x="40180" y="8713"/>
                </a:lnTo>
                <a:lnTo>
                  <a:pt x="40355" y="8553"/>
                </a:lnTo>
                <a:lnTo>
                  <a:pt x="40647" y="8447"/>
                </a:lnTo>
                <a:lnTo>
                  <a:pt x="41056" y="8182"/>
                </a:lnTo>
                <a:lnTo>
                  <a:pt x="41348" y="8075"/>
                </a:lnTo>
                <a:lnTo>
                  <a:pt x="41640" y="7916"/>
                </a:lnTo>
                <a:lnTo>
                  <a:pt x="41874" y="7916"/>
                </a:lnTo>
                <a:lnTo>
                  <a:pt x="42166" y="7650"/>
                </a:lnTo>
                <a:lnTo>
                  <a:pt x="42458" y="7544"/>
                </a:lnTo>
                <a:lnTo>
                  <a:pt x="42750" y="7438"/>
                </a:lnTo>
                <a:lnTo>
                  <a:pt x="43042" y="7278"/>
                </a:lnTo>
                <a:lnTo>
                  <a:pt x="43334" y="7013"/>
                </a:lnTo>
                <a:lnTo>
                  <a:pt x="43567" y="6906"/>
                </a:lnTo>
                <a:lnTo>
                  <a:pt x="43859" y="6800"/>
                </a:lnTo>
                <a:lnTo>
                  <a:pt x="44151" y="6641"/>
                </a:lnTo>
                <a:lnTo>
                  <a:pt x="44443" y="6375"/>
                </a:lnTo>
                <a:lnTo>
                  <a:pt x="44735" y="6269"/>
                </a:lnTo>
                <a:lnTo>
                  <a:pt x="45027" y="6109"/>
                </a:lnTo>
                <a:lnTo>
                  <a:pt x="45436" y="6003"/>
                </a:lnTo>
                <a:lnTo>
                  <a:pt x="45553" y="5738"/>
                </a:lnTo>
                <a:lnTo>
                  <a:pt x="45845" y="5631"/>
                </a:lnTo>
                <a:lnTo>
                  <a:pt x="46137" y="5631"/>
                </a:lnTo>
                <a:lnTo>
                  <a:pt x="46429" y="5472"/>
                </a:lnTo>
                <a:lnTo>
                  <a:pt x="46721" y="5259"/>
                </a:lnTo>
                <a:lnTo>
                  <a:pt x="46954" y="5100"/>
                </a:lnTo>
                <a:lnTo>
                  <a:pt x="47422" y="4994"/>
                </a:lnTo>
                <a:lnTo>
                  <a:pt x="47655" y="4834"/>
                </a:lnTo>
                <a:lnTo>
                  <a:pt x="47947" y="4569"/>
                </a:lnTo>
                <a:lnTo>
                  <a:pt x="48123" y="4462"/>
                </a:lnTo>
                <a:lnTo>
                  <a:pt x="48415" y="4356"/>
                </a:lnTo>
                <a:lnTo>
                  <a:pt x="48648" y="4197"/>
                </a:lnTo>
                <a:lnTo>
                  <a:pt x="48940" y="3931"/>
                </a:lnTo>
                <a:lnTo>
                  <a:pt x="49349" y="3825"/>
                </a:lnTo>
                <a:lnTo>
                  <a:pt x="49641" y="3719"/>
                </a:lnTo>
                <a:lnTo>
                  <a:pt x="49933" y="3559"/>
                </a:lnTo>
                <a:lnTo>
                  <a:pt x="50225" y="3294"/>
                </a:lnTo>
                <a:lnTo>
                  <a:pt x="50517" y="3294"/>
                </a:lnTo>
                <a:lnTo>
                  <a:pt x="50926" y="3028"/>
                </a:lnTo>
                <a:lnTo>
                  <a:pt x="51218" y="2815"/>
                </a:lnTo>
                <a:lnTo>
                  <a:pt x="51627" y="2656"/>
                </a:lnTo>
                <a:lnTo>
                  <a:pt x="51919" y="2550"/>
                </a:lnTo>
                <a:lnTo>
                  <a:pt x="52211" y="2390"/>
                </a:lnTo>
                <a:lnTo>
                  <a:pt x="52503" y="2178"/>
                </a:lnTo>
                <a:lnTo>
                  <a:pt x="52736" y="2018"/>
                </a:lnTo>
                <a:lnTo>
                  <a:pt x="53028" y="1912"/>
                </a:lnTo>
                <a:lnTo>
                  <a:pt x="53203" y="1753"/>
                </a:lnTo>
                <a:lnTo>
                  <a:pt x="53612" y="1540"/>
                </a:lnTo>
                <a:lnTo>
                  <a:pt x="53904" y="1381"/>
                </a:lnTo>
                <a:lnTo>
                  <a:pt x="54196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5014" y="850"/>
                </a:lnTo>
                <a:lnTo>
                  <a:pt x="55306" y="743"/>
                </a:lnTo>
                <a:lnTo>
                  <a:pt x="55598" y="637"/>
                </a:lnTo>
                <a:lnTo>
                  <a:pt x="55890" y="371"/>
                </a:lnTo>
                <a:lnTo>
                  <a:pt x="56124" y="212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1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8064522" y="4505588"/>
            <a:ext cx="56708" cy="30337"/>
          </a:xfrm>
          <a:custGeom>
            <a:avLst/>
            <a:gdLst/>
            <a:ahLst/>
            <a:cxnLst/>
            <a:rect l="l" t="t" r="r" b="b"/>
            <a:pathLst>
              <a:path w="56708" h="30337">
                <a:moveTo>
                  <a:pt x="0" y="30337"/>
                </a:moveTo>
                <a:lnTo>
                  <a:pt x="292" y="30071"/>
                </a:lnTo>
                <a:lnTo>
                  <a:pt x="584" y="29912"/>
                </a:lnTo>
                <a:lnTo>
                  <a:pt x="817" y="29806"/>
                </a:lnTo>
                <a:lnTo>
                  <a:pt x="1284" y="29646"/>
                </a:lnTo>
                <a:lnTo>
                  <a:pt x="1401" y="29434"/>
                </a:lnTo>
                <a:lnTo>
                  <a:pt x="1693" y="29274"/>
                </a:lnTo>
                <a:lnTo>
                  <a:pt x="1985" y="29168"/>
                </a:lnTo>
                <a:lnTo>
                  <a:pt x="2277" y="29009"/>
                </a:lnTo>
                <a:lnTo>
                  <a:pt x="2511" y="28902"/>
                </a:lnTo>
                <a:lnTo>
                  <a:pt x="2803" y="28796"/>
                </a:lnTo>
                <a:lnTo>
                  <a:pt x="3270" y="28637"/>
                </a:lnTo>
                <a:lnTo>
                  <a:pt x="3504" y="28530"/>
                </a:lnTo>
                <a:lnTo>
                  <a:pt x="3796" y="28265"/>
                </a:lnTo>
                <a:lnTo>
                  <a:pt x="3971" y="28105"/>
                </a:lnTo>
                <a:lnTo>
                  <a:pt x="4204" y="27999"/>
                </a:lnTo>
                <a:lnTo>
                  <a:pt x="4496" y="27893"/>
                </a:lnTo>
                <a:lnTo>
                  <a:pt x="4788" y="27627"/>
                </a:lnTo>
                <a:lnTo>
                  <a:pt x="5197" y="27468"/>
                </a:lnTo>
                <a:lnTo>
                  <a:pt x="5489" y="27362"/>
                </a:lnTo>
                <a:lnTo>
                  <a:pt x="5781" y="27255"/>
                </a:lnTo>
                <a:lnTo>
                  <a:pt x="6073" y="26990"/>
                </a:lnTo>
                <a:lnTo>
                  <a:pt x="6365" y="26830"/>
                </a:lnTo>
                <a:lnTo>
                  <a:pt x="6774" y="26724"/>
                </a:lnTo>
                <a:lnTo>
                  <a:pt x="7066" y="26458"/>
                </a:lnTo>
                <a:lnTo>
                  <a:pt x="7475" y="26352"/>
                </a:lnTo>
                <a:lnTo>
                  <a:pt x="7767" y="26193"/>
                </a:lnTo>
                <a:lnTo>
                  <a:pt x="8059" y="26086"/>
                </a:lnTo>
                <a:lnTo>
                  <a:pt x="8293" y="25821"/>
                </a:lnTo>
                <a:lnTo>
                  <a:pt x="8585" y="25715"/>
                </a:lnTo>
                <a:lnTo>
                  <a:pt x="8877" y="25555"/>
                </a:lnTo>
                <a:lnTo>
                  <a:pt x="9052" y="25449"/>
                </a:lnTo>
                <a:lnTo>
                  <a:pt x="9461" y="25183"/>
                </a:lnTo>
                <a:lnTo>
                  <a:pt x="9753" y="25024"/>
                </a:lnTo>
                <a:lnTo>
                  <a:pt x="9986" y="24918"/>
                </a:lnTo>
                <a:lnTo>
                  <a:pt x="10278" y="24811"/>
                </a:lnTo>
                <a:lnTo>
                  <a:pt x="10570" y="24546"/>
                </a:lnTo>
                <a:lnTo>
                  <a:pt x="10862" y="24386"/>
                </a:lnTo>
                <a:lnTo>
                  <a:pt x="11154" y="24386"/>
                </a:lnTo>
                <a:lnTo>
                  <a:pt x="11446" y="24280"/>
                </a:lnTo>
                <a:lnTo>
                  <a:pt x="11680" y="24014"/>
                </a:lnTo>
                <a:lnTo>
                  <a:pt x="11972" y="23908"/>
                </a:lnTo>
                <a:lnTo>
                  <a:pt x="12264" y="23749"/>
                </a:lnTo>
                <a:lnTo>
                  <a:pt x="12556" y="23642"/>
                </a:lnTo>
                <a:lnTo>
                  <a:pt x="12848" y="23377"/>
                </a:lnTo>
                <a:lnTo>
                  <a:pt x="13140" y="23271"/>
                </a:lnTo>
                <a:lnTo>
                  <a:pt x="13373" y="23111"/>
                </a:lnTo>
                <a:lnTo>
                  <a:pt x="13841" y="23005"/>
                </a:lnTo>
                <a:lnTo>
                  <a:pt x="13958" y="22739"/>
                </a:lnTo>
                <a:lnTo>
                  <a:pt x="14250" y="22633"/>
                </a:lnTo>
                <a:lnTo>
                  <a:pt x="14542" y="22474"/>
                </a:lnTo>
                <a:lnTo>
                  <a:pt x="14834" y="22367"/>
                </a:lnTo>
                <a:lnTo>
                  <a:pt x="15067" y="22102"/>
                </a:lnTo>
                <a:lnTo>
                  <a:pt x="15359" y="22102"/>
                </a:lnTo>
                <a:lnTo>
                  <a:pt x="15768" y="21942"/>
                </a:lnTo>
                <a:lnTo>
                  <a:pt x="16060" y="21836"/>
                </a:lnTo>
                <a:lnTo>
                  <a:pt x="16352" y="21570"/>
                </a:lnTo>
                <a:lnTo>
                  <a:pt x="16527" y="21464"/>
                </a:lnTo>
                <a:lnTo>
                  <a:pt x="16761" y="21305"/>
                </a:lnTo>
                <a:lnTo>
                  <a:pt x="17053" y="21198"/>
                </a:lnTo>
                <a:lnTo>
                  <a:pt x="17345" y="20933"/>
                </a:lnTo>
                <a:lnTo>
                  <a:pt x="17754" y="20827"/>
                </a:lnTo>
                <a:lnTo>
                  <a:pt x="18046" y="20667"/>
                </a:lnTo>
                <a:lnTo>
                  <a:pt x="18338" y="20561"/>
                </a:lnTo>
                <a:lnTo>
                  <a:pt x="18630" y="20295"/>
                </a:lnTo>
                <a:lnTo>
                  <a:pt x="18922" y="20189"/>
                </a:lnTo>
                <a:lnTo>
                  <a:pt x="19038" y="20030"/>
                </a:lnTo>
                <a:lnTo>
                  <a:pt x="19330" y="19923"/>
                </a:lnTo>
                <a:lnTo>
                  <a:pt x="19622" y="19658"/>
                </a:lnTo>
                <a:lnTo>
                  <a:pt x="20031" y="19658"/>
                </a:lnTo>
                <a:lnTo>
                  <a:pt x="20323" y="19551"/>
                </a:lnTo>
                <a:lnTo>
                  <a:pt x="20615" y="19392"/>
                </a:lnTo>
                <a:lnTo>
                  <a:pt x="20849" y="19126"/>
                </a:lnTo>
                <a:lnTo>
                  <a:pt x="21141" y="19020"/>
                </a:lnTo>
                <a:lnTo>
                  <a:pt x="21433" y="18861"/>
                </a:lnTo>
                <a:lnTo>
                  <a:pt x="22017" y="18489"/>
                </a:lnTo>
                <a:lnTo>
                  <a:pt x="22309" y="18383"/>
                </a:lnTo>
                <a:lnTo>
                  <a:pt x="22543" y="18223"/>
                </a:lnTo>
                <a:lnTo>
                  <a:pt x="22835" y="18117"/>
                </a:lnTo>
                <a:lnTo>
                  <a:pt x="23127" y="17851"/>
                </a:lnTo>
                <a:lnTo>
                  <a:pt x="23419" y="17745"/>
                </a:lnTo>
                <a:lnTo>
                  <a:pt x="23711" y="17586"/>
                </a:lnTo>
                <a:lnTo>
                  <a:pt x="24003" y="17479"/>
                </a:lnTo>
                <a:lnTo>
                  <a:pt x="24236" y="17373"/>
                </a:lnTo>
                <a:lnTo>
                  <a:pt x="24528" y="17214"/>
                </a:lnTo>
                <a:lnTo>
                  <a:pt x="24820" y="17107"/>
                </a:lnTo>
                <a:lnTo>
                  <a:pt x="25112" y="16948"/>
                </a:lnTo>
                <a:lnTo>
                  <a:pt x="25404" y="16682"/>
                </a:lnTo>
                <a:lnTo>
                  <a:pt x="25638" y="16576"/>
                </a:lnTo>
                <a:lnTo>
                  <a:pt x="25930" y="16470"/>
                </a:lnTo>
                <a:lnTo>
                  <a:pt x="26397" y="16311"/>
                </a:lnTo>
                <a:lnTo>
                  <a:pt x="26514" y="16045"/>
                </a:lnTo>
                <a:lnTo>
                  <a:pt x="26806" y="15939"/>
                </a:lnTo>
                <a:lnTo>
                  <a:pt x="27098" y="15832"/>
                </a:lnTo>
                <a:lnTo>
                  <a:pt x="27331" y="15673"/>
                </a:lnTo>
                <a:lnTo>
                  <a:pt x="27624" y="15407"/>
                </a:lnTo>
                <a:lnTo>
                  <a:pt x="27916" y="15301"/>
                </a:lnTo>
                <a:lnTo>
                  <a:pt x="28324" y="15142"/>
                </a:lnTo>
                <a:lnTo>
                  <a:pt x="28616" y="15035"/>
                </a:lnTo>
                <a:lnTo>
                  <a:pt x="28908" y="14929"/>
                </a:lnTo>
                <a:lnTo>
                  <a:pt x="29025" y="14770"/>
                </a:lnTo>
                <a:lnTo>
                  <a:pt x="29317" y="14663"/>
                </a:lnTo>
                <a:lnTo>
                  <a:pt x="29609" y="14504"/>
                </a:lnTo>
                <a:lnTo>
                  <a:pt x="29901" y="14292"/>
                </a:lnTo>
                <a:lnTo>
                  <a:pt x="30310" y="14132"/>
                </a:lnTo>
                <a:lnTo>
                  <a:pt x="30602" y="14026"/>
                </a:lnTo>
                <a:lnTo>
                  <a:pt x="30894" y="13867"/>
                </a:lnTo>
                <a:lnTo>
                  <a:pt x="31186" y="13601"/>
                </a:lnTo>
                <a:lnTo>
                  <a:pt x="31420" y="13495"/>
                </a:lnTo>
                <a:lnTo>
                  <a:pt x="31595" y="13388"/>
                </a:lnTo>
                <a:lnTo>
                  <a:pt x="31887" y="13229"/>
                </a:lnTo>
                <a:lnTo>
                  <a:pt x="32179" y="12963"/>
                </a:lnTo>
                <a:lnTo>
                  <a:pt x="32588" y="12857"/>
                </a:lnTo>
                <a:lnTo>
                  <a:pt x="32880" y="12751"/>
                </a:lnTo>
                <a:lnTo>
                  <a:pt x="33113" y="12751"/>
                </a:lnTo>
                <a:lnTo>
                  <a:pt x="33405" y="12485"/>
                </a:lnTo>
                <a:lnTo>
                  <a:pt x="33697" y="12326"/>
                </a:lnTo>
                <a:lnTo>
                  <a:pt x="33989" y="12219"/>
                </a:lnTo>
                <a:lnTo>
                  <a:pt x="34106" y="12060"/>
                </a:lnTo>
                <a:lnTo>
                  <a:pt x="34573" y="11848"/>
                </a:lnTo>
                <a:lnTo>
                  <a:pt x="34807" y="11688"/>
                </a:lnTo>
                <a:lnTo>
                  <a:pt x="35099" y="11582"/>
                </a:lnTo>
                <a:lnTo>
                  <a:pt x="35391" y="11423"/>
                </a:lnTo>
                <a:lnTo>
                  <a:pt x="35683" y="11210"/>
                </a:lnTo>
                <a:lnTo>
                  <a:pt x="35975" y="11051"/>
                </a:lnTo>
                <a:lnTo>
                  <a:pt x="36267" y="10944"/>
                </a:lnTo>
                <a:lnTo>
                  <a:pt x="36501" y="10785"/>
                </a:lnTo>
                <a:lnTo>
                  <a:pt x="36793" y="10519"/>
                </a:lnTo>
                <a:lnTo>
                  <a:pt x="37085" y="10413"/>
                </a:lnTo>
                <a:lnTo>
                  <a:pt x="37377" y="10413"/>
                </a:lnTo>
                <a:lnTo>
                  <a:pt x="37669" y="10307"/>
                </a:lnTo>
                <a:lnTo>
                  <a:pt x="37961" y="10041"/>
                </a:lnTo>
                <a:lnTo>
                  <a:pt x="38194" y="9882"/>
                </a:lnTo>
                <a:lnTo>
                  <a:pt x="38486" y="9775"/>
                </a:lnTo>
                <a:lnTo>
                  <a:pt x="38895" y="9669"/>
                </a:lnTo>
                <a:lnTo>
                  <a:pt x="39070" y="9404"/>
                </a:lnTo>
                <a:lnTo>
                  <a:pt x="39362" y="9244"/>
                </a:lnTo>
                <a:lnTo>
                  <a:pt x="39654" y="9138"/>
                </a:lnTo>
                <a:lnTo>
                  <a:pt x="39888" y="8979"/>
                </a:lnTo>
                <a:lnTo>
                  <a:pt x="40180" y="8766"/>
                </a:lnTo>
                <a:lnTo>
                  <a:pt x="40472" y="8607"/>
                </a:lnTo>
                <a:lnTo>
                  <a:pt x="40881" y="8500"/>
                </a:lnTo>
                <a:lnTo>
                  <a:pt x="41173" y="8341"/>
                </a:lnTo>
                <a:lnTo>
                  <a:pt x="41465" y="8128"/>
                </a:lnTo>
                <a:lnTo>
                  <a:pt x="41874" y="7969"/>
                </a:lnTo>
                <a:lnTo>
                  <a:pt x="42166" y="7863"/>
                </a:lnTo>
                <a:lnTo>
                  <a:pt x="42458" y="7597"/>
                </a:lnTo>
                <a:lnTo>
                  <a:pt x="42866" y="7438"/>
                </a:lnTo>
                <a:lnTo>
                  <a:pt x="43158" y="7331"/>
                </a:lnTo>
                <a:lnTo>
                  <a:pt x="43450" y="7225"/>
                </a:lnTo>
                <a:lnTo>
                  <a:pt x="43742" y="6960"/>
                </a:lnTo>
                <a:lnTo>
                  <a:pt x="43976" y="6800"/>
                </a:lnTo>
                <a:lnTo>
                  <a:pt x="44151" y="6694"/>
                </a:lnTo>
                <a:lnTo>
                  <a:pt x="44443" y="6588"/>
                </a:lnTo>
                <a:lnTo>
                  <a:pt x="44677" y="6322"/>
                </a:lnTo>
                <a:lnTo>
                  <a:pt x="45144" y="6163"/>
                </a:lnTo>
                <a:lnTo>
                  <a:pt x="45436" y="6056"/>
                </a:lnTo>
                <a:lnTo>
                  <a:pt x="45670" y="5897"/>
                </a:lnTo>
                <a:lnTo>
                  <a:pt x="45962" y="5791"/>
                </a:lnTo>
                <a:lnTo>
                  <a:pt x="46254" y="5684"/>
                </a:lnTo>
                <a:lnTo>
                  <a:pt x="46546" y="5525"/>
                </a:lnTo>
                <a:lnTo>
                  <a:pt x="47130" y="5153"/>
                </a:lnTo>
                <a:lnTo>
                  <a:pt x="47363" y="5047"/>
                </a:lnTo>
                <a:lnTo>
                  <a:pt x="47655" y="4887"/>
                </a:lnTo>
                <a:lnTo>
                  <a:pt x="47947" y="4781"/>
                </a:lnTo>
                <a:lnTo>
                  <a:pt x="48239" y="4516"/>
                </a:lnTo>
                <a:lnTo>
                  <a:pt x="48531" y="4409"/>
                </a:lnTo>
                <a:lnTo>
                  <a:pt x="48765" y="4250"/>
                </a:lnTo>
                <a:lnTo>
                  <a:pt x="49057" y="4144"/>
                </a:lnTo>
                <a:lnTo>
                  <a:pt x="49349" y="3878"/>
                </a:lnTo>
                <a:lnTo>
                  <a:pt x="49641" y="3719"/>
                </a:lnTo>
                <a:lnTo>
                  <a:pt x="49933" y="3612"/>
                </a:lnTo>
                <a:lnTo>
                  <a:pt x="50225" y="3506"/>
                </a:lnTo>
                <a:lnTo>
                  <a:pt x="50459" y="3347"/>
                </a:lnTo>
                <a:lnTo>
                  <a:pt x="50751" y="3240"/>
                </a:lnTo>
                <a:lnTo>
                  <a:pt x="51043" y="3081"/>
                </a:lnTo>
                <a:lnTo>
                  <a:pt x="51451" y="2975"/>
                </a:lnTo>
                <a:lnTo>
                  <a:pt x="51627" y="2709"/>
                </a:lnTo>
                <a:lnTo>
                  <a:pt x="51919" y="2603"/>
                </a:lnTo>
                <a:lnTo>
                  <a:pt x="52152" y="2443"/>
                </a:lnTo>
                <a:lnTo>
                  <a:pt x="52444" y="2337"/>
                </a:lnTo>
                <a:lnTo>
                  <a:pt x="52736" y="2072"/>
                </a:lnTo>
                <a:lnTo>
                  <a:pt x="53028" y="1965"/>
                </a:lnTo>
                <a:lnTo>
                  <a:pt x="53437" y="1806"/>
                </a:lnTo>
                <a:lnTo>
                  <a:pt x="53729" y="1700"/>
                </a:lnTo>
                <a:lnTo>
                  <a:pt x="54021" y="1434"/>
                </a:lnTo>
                <a:lnTo>
                  <a:pt x="54430" y="1168"/>
                </a:lnTo>
                <a:lnTo>
                  <a:pt x="54722" y="1062"/>
                </a:lnTo>
                <a:lnTo>
                  <a:pt x="55014" y="903"/>
                </a:lnTo>
                <a:lnTo>
                  <a:pt x="55423" y="796"/>
                </a:lnTo>
                <a:lnTo>
                  <a:pt x="55715" y="637"/>
                </a:lnTo>
                <a:lnTo>
                  <a:pt x="56007" y="531"/>
                </a:lnTo>
                <a:lnTo>
                  <a:pt x="56240" y="265"/>
                </a:lnTo>
                <a:lnTo>
                  <a:pt x="56532" y="159"/>
                </a:lnTo>
                <a:lnTo>
                  <a:pt x="56708" y="0"/>
                </a:lnTo>
              </a:path>
            </a:pathLst>
          </a:custGeom>
          <a:ln w="1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8121230" y="4497885"/>
            <a:ext cx="14366" cy="7703"/>
          </a:xfrm>
          <a:custGeom>
            <a:avLst/>
            <a:gdLst/>
            <a:ahLst/>
            <a:cxnLst/>
            <a:rect l="l" t="t" r="r" b="b"/>
            <a:pathLst>
              <a:path w="14366" h="7703">
                <a:moveTo>
                  <a:pt x="0" y="7703"/>
                </a:moveTo>
                <a:lnTo>
                  <a:pt x="292" y="7597"/>
                </a:lnTo>
                <a:lnTo>
                  <a:pt x="525" y="7331"/>
                </a:lnTo>
                <a:lnTo>
                  <a:pt x="992" y="7225"/>
                </a:lnTo>
                <a:lnTo>
                  <a:pt x="1226" y="7066"/>
                </a:lnTo>
                <a:lnTo>
                  <a:pt x="1518" y="6960"/>
                </a:lnTo>
                <a:lnTo>
                  <a:pt x="1810" y="6694"/>
                </a:lnTo>
                <a:lnTo>
                  <a:pt x="2102" y="6588"/>
                </a:lnTo>
                <a:lnTo>
                  <a:pt x="2394" y="6428"/>
                </a:lnTo>
                <a:lnTo>
                  <a:pt x="2920" y="6163"/>
                </a:lnTo>
                <a:lnTo>
                  <a:pt x="3212" y="6056"/>
                </a:lnTo>
                <a:lnTo>
                  <a:pt x="3504" y="5950"/>
                </a:lnTo>
                <a:lnTo>
                  <a:pt x="3796" y="5684"/>
                </a:lnTo>
                <a:lnTo>
                  <a:pt x="4088" y="5525"/>
                </a:lnTo>
                <a:lnTo>
                  <a:pt x="4380" y="5419"/>
                </a:lnTo>
                <a:lnTo>
                  <a:pt x="4613" y="5259"/>
                </a:lnTo>
                <a:lnTo>
                  <a:pt x="5080" y="5047"/>
                </a:lnTo>
                <a:lnTo>
                  <a:pt x="5197" y="4887"/>
                </a:lnTo>
                <a:lnTo>
                  <a:pt x="5489" y="4781"/>
                </a:lnTo>
                <a:lnTo>
                  <a:pt x="5781" y="4622"/>
                </a:lnTo>
                <a:lnTo>
                  <a:pt x="6073" y="4409"/>
                </a:lnTo>
                <a:lnTo>
                  <a:pt x="6307" y="4250"/>
                </a:lnTo>
                <a:lnTo>
                  <a:pt x="6599" y="4144"/>
                </a:lnTo>
                <a:lnTo>
                  <a:pt x="6891" y="4144"/>
                </a:lnTo>
                <a:lnTo>
                  <a:pt x="7300" y="3878"/>
                </a:lnTo>
                <a:lnTo>
                  <a:pt x="7592" y="3719"/>
                </a:lnTo>
                <a:lnTo>
                  <a:pt x="7767" y="3612"/>
                </a:lnTo>
                <a:lnTo>
                  <a:pt x="8001" y="3506"/>
                </a:lnTo>
                <a:lnTo>
                  <a:pt x="8293" y="3240"/>
                </a:lnTo>
                <a:lnTo>
                  <a:pt x="8585" y="3081"/>
                </a:lnTo>
                <a:lnTo>
                  <a:pt x="8877" y="2975"/>
                </a:lnTo>
                <a:lnTo>
                  <a:pt x="9285" y="2869"/>
                </a:lnTo>
                <a:lnTo>
                  <a:pt x="9577" y="2603"/>
                </a:lnTo>
                <a:lnTo>
                  <a:pt x="9869" y="2443"/>
                </a:lnTo>
                <a:lnTo>
                  <a:pt x="10278" y="2178"/>
                </a:lnTo>
                <a:lnTo>
                  <a:pt x="10570" y="1965"/>
                </a:lnTo>
                <a:lnTo>
                  <a:pt x="10862" y="1806"/>
                </a:lnTo>
                <a:lnTo>
                  <a:pt x="11271" y="1806"/>
                </a:lnTo>
                <a:lnTo>
                  <a:pt x="11563" y="1700"/>
                </a:lnTo>
                <a:lnTo>
                  <a:pt x="11855" y="1434"/>
                </a:lnTo>
                <a:lnTo>
                  <a:pt x="12089" y="1328"/>
                </a:lnTo>
                <a:lnTo>
                  <a:pt x="12381" y="1168"/>
                </a:lnTo>
                <a:lnTo>
                  <a:pt x="12556" y="1062"/>
                </a:lnTo>
                <a:lnTo>
                  <a:pt x="12789" y="796"/>
                </a:lnTo>
                <a:lnTo>
                  <a:pt x="13081" y="637"/>
                </a:lnTo>
                <a:lnTo>
                  <a:pt x="13549" y="531"/>
                </a:lnTo>
                <a:lnTo>
                  <a:pt x="13782" y="425"/>
                </a:lnTo>
                <a:lnTo>
                  <a:pt x="14074" y="159"/>
                </a:lnTo>
                <a:lnTo>
                  <a:pt x="14366" y="0"/>
                </a:lnTo>
              </a:path>
            </a:pathLst>
          </a:custGeom>
          <a:ln w="1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7859182" y="4439760"/>
            <a:ext cx="190973" cy="0"/>
          </a:xfrm>
          <a:custGeom>
            <a:avLst/>
            <a:gdLst/>
            <a:ahLst/>
            <a:cxnLst/>
            <a:rect l="l" t="t" r="r" b="b"/>
            <a:pathLst>
              <a:path w="190973" h="0">
                <a:moveTo>
                  <a:pt x="0" y="0"/>
                </a:moveTo>
                <a:lnTo>
                  <a:pt x="190973" y="0"/>
                </a:lnTo>
              </a:path>
            </a:pathLst>
          </a:custGeom>
          <a:ln w="76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283258" y="5258445"/>
            <a:ext cx="56550" cy="236270"/>
          </a:xfrm>
          <a:custGeom>
            <a:avLst/>
            <a:gdLst/>
            <a:ahLst/>
            <a:cxnLst/>
            <a:rect l="l" t="t" r="r" b="b"/>
            <a:pathLst>
              <a:path w="56550" h="236270">
                <a:moveTo>
                  <a:pt x="0" y="0"/>
                </a:moveTo>
                <a:lnTo>
                  <a:pt x="286" y="1275"/>
                </a:lnTo>
                <a:lnTo>
                  <a:pt x="566" y="2390"/>
                </a:lnTo>
                <a:lnTo>
                  <a:pt x="846" y="3719"/>
                </a:lnTo>
                <a:lnTo>
                  <a:pt x="1273" y="4834"/>
                </a:lnTo>
                <a:lnTo>
                  <a:pt x="1413" y="6163"/>
                </a:lnTo>
                <a:lnTo>
                  <a:pt x="1693" y="7278"/>
                </a:lnTo>
                <a:lnTo>
                  <a:pt x="1979" y="8553"/>
                </a:lnTo>
                <a:lnTo>
                  <a:pt x="2260" y="9722"/>
                </a:lnTo>
                <a:lnTo>
                  <a:pt x="2540" y="10997"/>
                </a:lnTo>
                <a:lnTo>
                  <a:pt x="2820" y="12166"/>
                </a:lnTo>
                <a:lnTo>
                  <a:pt x="3106" y="13441"/>
                </a:lnTo>
                <a:lnTo>
                  <a:pt x="3527" y="14610"/>
                </a:lnTo>
                <a:lnTo>
                  <a:pt x="3807" y="15885"/>
                </a:lnTo>
                <a:lnTo>
                  <a:pt x="3953" y="17054"/>
                </a:lnTo>
                <a:lnTo>
                  <a:pt x="4234" y="18329"/>
                </a:lnTo>
                <a:lnTo>
                  <a:pt x="4514" y="19498"/>
                </a:lnTo>
                <a:lnTo>
                  <a:pt x="4794" y="20667"/>
                </a:lnTo>
                <a:lnTo>
                  <a:pt x="5080" y="21942"/>
                </a:lnTo>
                <a:lnTo>
                  <a:pt x="5501" y="23058"/>
                </a:lnTo>
                <a:lnTo>
                  <a:pt x="5787" y="24386"/>
                </a:lnTo>
                <a:lnTo>
                  <a:pt x="6067" y="25502"/>
                </a:lnTo>
                <a:lnTo>
                  <a:pt x="6348" y="26777"/>
                </a:lnTo>
                <a:lnTo>
                  <a:pt x="6488" y="27946"/>
                </a:lnTo>
                <a:lnTo>
                  <a:pt x="6774" y="29221"/>
                </a:lnTo>
                <a:lnTo>
                  <a:pt x="7054" y="30390"/>
                </a:lnTo>
                <a:lnTo>
                  <a:pt x="7475" y="31665"/>
                </a:lnTo>
                <a:lnTo>
                  <a:pt x="7761" y="32834"/>
                </a:lnTo>
                <a:lnTo>
                  <a:pt x="8041" y="34109"/>
                </a:lnTo>
                <a:lnTo>
                  <a:pt x="8322" y="35278"/>
                </a:lnTo>
                <a:lnTo>
                  <a:pt x="8602" y="36553"/>
                </a:lnTo>
                <a:lnTo>
                  <a:pt x="8888" y="37722"/>
                </a:lnTo>
                <a:lnTo>
                  <a:pt x="9028" y="38997"/>
                </a:lnTo>
                <a:lnTo>
                  <a:pt x="9309" y="40166"/>
                </a:lnTo>
                <a:lnTo>
                  <a:pt x="9735" y="41441"/>
                </a:lnTo>
                <a:lnTo>
                  <a:pt x="10015" y="42610"/>
                </a:lnTo>
                <a:lnTo>
                  <a:pt x="10296" y="43885"/>
                </a:lnTo>
                <a:lnTo>
                  <a:pt x="10582" y="45054"/>
                </a:lnTo>
                <a:lnTo>
                  <a:pt x="10862" y="46170"/>
                </a:lnTo>
                <a:lnTo>
                  <a:pt x="11143" y="47445"/>
                </a:lnTo>
                <a:lnTo>
                  <a:pt x="11423" y="48507"/>
                </a:lnTo>
                <a:lnTo>
                  <a:pt x="11709" y="49783"/>
                </a:lnTo>
                <a:lnTo>
                  <a:pt x="11989" y="50951"/>
                </a:lnTo>
                <a:lnTo>
                  <a:pt x="12270" y="52227"/>
                </a:lnTo>
                <a:lnTo>
                  <a:pt x="12556" y="53395"/>
                </a:lnTo>
                <a:lnTo>
                  <a:pt x="12836" y="54671"/>
                </a:lnTo>
                <a:lnTo>
                  <a:pt x="13117" y="55786"/>
                </a:lnTo>
                <a:lnTo>
                  <a:pt x="13397" y="57115"/>
                </a:lnTo>
                <a:lnTo>
                  <a:pt x="13823" y="58230"/>
                </a:lnTo>
                <a:lnTo>
                  <a:pt x="13963" y="59559"/>
                </a:lnTo>
                <a:lnTo>
                  <a:pt x="14244" y="60674"/>
                </a:lnTo>
                <a:lnTo>
                  <a:pt x="14530" y="61949"/>
                </a:lnTo>
                <a:lnTo>
                  <a:pt x="14810" y="63118"/>
                </a:lnTo>
                <a:lnTo>
                  <a:pt x="15091" y="64287"/>
                </a:lnTo>
                <a:lnTo>
                  <a:pt x="15377" y="65456"/>
                </a:lnTo>
                <a:lnTo>
                  <a:pt x="15657" y="66731"/>
                </a:lnTo>
                <a:lnTo>
                  <a:pt x="16078" y="67900"/>
                </a:lnTo>
                <a:lnTo>
                  <a:pt x="16364" y="69175"/>
                </a:lnTo>
                <a:lnTo>
                  <a:pt x="16504" y="70291"/>
                </a:lnTo>
                <a:lnTo>
                  <a:pt x="16784" y="71619"/>
                </a:lnTo>
                <a:lnTo>
                  <a:pt x="17064" y="72735"/>
                </a:lnTo>
                <a:lnTo>
                  <a:pt x="17351" y="74063"/>
                </a:lnTo>
                <a:lnTo>
                  <a:pt x="17631" y="75179"/>
                </a:lnTo>
                <a:lnTo>
                  <a:pt x="18051" y="76454"/>
                </a:lnTo>
                <a:lnTo>
                  <a:pt x="18338" y="77623"/>
                </a:lnTo>
                <a:lnTo>
                  <a:pt x="18618" y="78792"/>
                </a:lnTo>
                <a:lnTo>
                  <a:pt x="18898" y="80067"/>
                </a:lnTo>
                <a:lnTo>
                  <a:pt x="19038" y="81236"/>
                </a:lnTo>
                <a:lnTo>
                  <a:pt x="19325" y="82511"/>
                </a:lnTo>
                <a:lnTo>
                  <a:pt x="19605" y="83680"/>
                </a:lnTo>
                <a:lnTo>
                  <a:pt x="20025" y="84955"/>
                </a:lnTo>
                <a:lnTo>
                  <a:pt x="20312" y="86124"/>
                </a:lnTo>
                <a:lnTo>
                  <a:pt x="20592" y="87239"/>
                </a:lnTo>
                <a:lnTo>
                  <a:pt x="20872" y="88408"/>
                </a:lnTo>
                <a:lnTo>
                  <a:pt x="21158" y="89683"/>
                </a:lnTo>
                <a:lnTo>
                  <a:pt x="21439" y="90852"/>
                </a:lnTo>
                <a:lnTo>
                  <a:pt x="21579" y="92127"/>
                </a:lnTo>
                <a:lnTo>
                  <a:pt x="21859" y="93296"/>
                </a:lnTo>
                <a:lnTo>
                  <a:pt x="22286" y="94571"/>
                </a:lnTo>
                <a:lnTo>
                  <a:pt x="22566" y="95740"/>
                </a:lnTo>
                <a:lnTo>
                  <a:pt x="22846" y="97015"/>
                </a:lnTo>
                <a:lnTo>
                  <a:pt x="23132" y="98184"/>
                </a:lnTo>
                <a:lnTo>
                  <a:pt x="23413" y="99459"/>
                </a:lnTo>
                <a:lnTo>
                  <a:pt x="23693" y="100469"/>
                </a:lnTo>
                <a:lnTo>
                  <a:pt x="23973" y="101744"/>
                </a:lnTo>
                <a:lnTo>
                  <a:pt x="24260" y="102913"/>
                </a:lnTo>
                <a:lnTo>
                  <a:pt x="24540" y="104188"/>
                </a:lnTo>
                <a:lnTo>
                  <a:pt x="24820" y="105357"/>
                </a:lnTo>
                <a:lnTo>
                  <a:pt x="25106" y="106632"/>
                </a:lnTo>
                <a:lnTo>
                  <a:pt x="25387" y="107801"/>
                </a:lnTo>
                <a:lnTo>
                  <a:pt x="25667" y="109076"/>
                </a:lnTo>
                <a:lnTo>
                  <a:pt x="25953" y="110245"/>
                </a:lnTo>
                <a:lnTo>
                  <a:pt x="26374" y="111414"/>
                </a:lnTo>
                <a:lnTo>
                  <a:pt x="26514" y="112529"/>
                </a:lnTo>
                <a:lnTo>
                  <a:pt x="26794" y="113698"/>
                </a:lnTo>
                <a:lnTo>
                  <a:pt x="27080" y="114973"/>
                </a:lnTo>
                <a:lnTo>
                  <a:pt x="27361" y="116142"/>
                </a:lnTo>
                <a:lnTo>
                  <a:pt x="27641" y="117417"/>
                </a:lnTo>
                <a:lnTo>
                  <a:pt x="27927" y="118586"/>
                </a:lnTo>
                <a:lnTo>
                  <a:pt x="28208" y="119861"/>
                </a:lnTo>
                <a:lnTo>
                  <a:pt x="28628" y="120871"/>
                </a:lnTo>
                <a:lnTo>
                  <a:pt x="28914" y="122146"/>
                </a:lnTo>
                <a:lnTo>
                  <a:pt x="29054" y="123315"/>
                </a:lnTo>
                <a:lnTo>
                  <a:pt x="29335" y="124590"/>
                </a:lnTo>
                <a:lnTo>
                  <a:pt x="29615" y="125759"/>
                </a:lnTo>
                <a:lnTo>
                  <a:pt x="29901" y="127034"/>
                </a:lnTo>
                <a:lnTo>
                  <a:pt x="30182" y="128203"/>
                </a:lnTo>
                <a:lnTo>
                  <a:pt x="30602" y="129372"/>
                </a:lnTo>
                <a:lnTo>
                  <a:pt x="30888" y="130541"/>
                </a:lnTo>
                <a:lnTo>
                  <a:pt x="31169" y="131816"/>
                </a:lnTo>
                <a:lnTo>
                  <a:pt x="31449" y="132932"/>
                </a:lnTo>
                <a:lnTo>
                  <a:pt x="31589" y="134260"/>
                </a:lnTo>
                <a:lnTo>
                  <a:pt x="31875" y="135376"/>
                </a:lnTo>
                <a:lnTo>
                  <a:pt x="32156" y="136544"/>
                </a:lnTo>
                <a:lnTo>
                  <a:pt x="32576" y="137713"/>
                </a:lnTo>
                <a:lnTo>
                  <a:pt x="32862" y="138988"/>
                </a:lnTo>
                <a:lnTo>
                  <a:pt x="33142" y="140157"/>
                </a:lnTo>
                <a:lnTo>
                  <a:pt x="33423" y="141432"/>
                </a:lnTo>
                <a:lnTo>
                  <a:pt x="33709" y="142442"/>
                </a:lnTo>
                <a:lnTo>
                  <a:pt x="33989" y="143717"/>
                </a:lnTo>
                <a:lnTo>
                  <a:pt x="34129" y="144886"/>
                </a:lnTo>
                <a:lnTo>
                  <a:pt x="34410" y="146161"/>
                </a:lnTo>
                <a:lnTo>
                  <a:pt x="34836" y="147330"/>
                </a:lnTo>
                <a:lnTo>
                  <a:pt x="35116" y="148499"/>
                </a:lnTo>
                <a:lnTo>
                  <a:pt x="35397" y="149614"/>
                </a:lnTo>
                <a:lnTo>
                  <a:pt x="35683" y="150943"/>
                </a:lnTo>
                <a:lnTo>
                  <a:pt x="35963" y="152058"/>
                </a:lnTo>
                <a:lnTo>
                  <a:pt x="36244" y="153227"/>
                </a:lnTo>
                <a:lnTo>
                  <a:pt x="36530" y="154396"/>
                </a:lnTo>
                <a:lnTo>
                  <a:pt x="36810" y="155565"/>
                </a:lnTo>
                <a:lnTo>
                  <a:pt x="37090" y="156840"/>
                </a:lnTo>
                <a:lnTo>
                  <a:pt x="37371" y="157850"/>
                </a:lnTo>
                <a:lnTo>
                  <a:pt x="37657" y="159125"/>
                </a:lnTo>
                <a:lnTo>
                  <a:pt x="37937" y="160294"/>
                </a:lnTo>
                <a:lnTo>
                  <a:pt x="38218" y="161569"/>
                </a:lnTo>
                <a:lnTo>
                  <a:pt x="38504" y="162631"/>
                </a:lnTo>
                <a:lnTo>
                  <a:pt x="38924" y="163906"/>
                </a:lnTo>
                <a:lnTo>
                  <a:pt x="39064" y="165022"/>
                </a:lnTo>
                <a:lnTo>
                  <a:pt x="39351" y="166350"/>
                </a:lnTo>
                <a:lnTo>
                  <a:pt x="39631" y="167360"/>
                </a:lnTo>
                <a:lnTo>
                  <a:pt x="39911" y="168635"/>
                </a:lnTo>
                <a:lnTo>
                  <a:pt x="40192" y="169804"/>
                </a:lnTo>
                <a:lnTo>
                  <a:pt x="40478" y="170973"/>
                </a:lnTo>
                <a:lnTo>
                  <a:pt x="40758" y="172089"/>
                </a:lnTo>
                <a:lnTo>
                  <a:pt x="41179" y="173364"/>
                </a:lnTo>
                <a:lnTo>
                  <a:pt x="41465" y="174533"/>
                </a:lnTo>
                <a:lnTo>
                  <a:pt x="41605" y="175701"/>
                </a:lnTo>
                <a:lnTo>
                  <a:pt x="41885" y="176870"/>
                </a:lnTo>
                <a:lnTo>
                  <a:pt x="42166" y="178145"/>
                </a:lnTo>
                <a:lnTo>
                  <a:pt x="42452" y="179155"/>
                </a:lnTo>
                <a:lnTo>
                  <a:pt x="42732" y="180430"/>
                </a:lnTo>
                <a:lnTo>
                  <a:pt x="43158" y="181599"/>
                </a:lnTo>
                <a:lnTo>
                  <a:pt x="43439" y="182768"/>
                </a:lnTo>
                <a:lnTo>
                  <a:pt x="43719" y="183937"/>
                </a:lnTo>
                <a:lnTo>
                  <a:pt x="43999" y="185212"/>
                </a:lnTo>
                <a:lnTo>
                  <a:pt x="44145" y="186221"/>
                </a:lnTo>
                <a:lnTo>
                  <a:pt x="44426" y="187496"/>
                </a:lnTo>
                <a:lnTo>
                  <a:pt x="44706" y="188665"/>
                </a:lnTo>
                <a:lnTo>
                  <a:pt x="45132" y="189834"/>
                </a:lnTo>
                <a:lnTo>
                  <a:pt x="45413" y="190950"/>
                </a:lnTo>
                <a:lnTo>
                  <a:pt x="45693" y="192278"/>
                </a:lnTo>
                <a:lnTo>
                  <a:pt x="45973" y="193288"/>
                </a:lnTo>
                <a:lnTo>
                  <a:pt x="46260" y="194563"/>
                </a:lnTo>
                <a:lnTo>
                  <a:pt x="46540" y="195572"/>
                </a:lnTo>
                <a:lnTo>
                  <a:pt x="46680" y="196900"/>
                </a:lnTo>
                <a:lnTo>
                  <a:pt x="46960" y="198016"/>
                </a:lnTo>
                <a:lnTo>
                  <a:pt x="47387" y="199185"/>
                </a:lnTo>
                <a:lnTo>
                  <a:pt x="47667" y="200354"/>
                </a:lnTo>
                <a:lnTo>
                  <a:pt x="47953" y="201523"/>
                </a:lnTo>
                <a:lnTo>
                  <a:pt x="48234" y="202638"/>
                </a:lnTo>
                <a:lnTo>
                  <a:pt x="48514" y="203914"/>
                </a:lnTo>
                <a:lnTo>
                  <a:pt x="48794" y="204976"/>
                </a:lnTo>
                <a:lnTo>
                  <a:pt x="49080" y="206251"/>
                </a:lnTo>
                <a:lnTo>
                  <a:pt x="49361" y="207261"/>
                </a:lnTo>
                <a:lnTo>
                  <a:pt x="49641" y="208536"/>
                </a:lnTo>
                <a:lnTo>
                  <a:pt x="49927" y="209599"/>
                </a:lnTo>
                <a:lnTo>
                  <a:pt x="50207" y="210874"/>
                </a:lnTo>
                <a:lnTo>
                  <a:pt x="50488" y="211883"/>
                </a:lnTo>
                <a:lnTo>
                  <a:pt x="50768" y="213158"/>
                </a:lnTo>
                <a:lnTo>
                  <a:pt x="51054" y="214327"/>
                </a:lnTo>
                <a:lnTo>
                  <a:pt x="51475" y="215496"/>
                </a:lnTo>
                <a:lnTo>
                  <a:pt x="51615" y="216665"/>
                </a:lnTo>
                <a:lnTo>
                  <a:pt x="51901" y="217781"/>
                </a:lnTo>
                <a:lnTo>
                  <a:pt x="52181" y="218949"/>
                </a:lnTo>
                <a:lnTo>
                  <a:pt x="52462" y="220118"/>
                </a:lnTo>
                <a:lnTo>
                  <a:pt x="52748" y="221287"/>
                </a:lnTo>
                <a:lnTo>
                  <a:pt x="53028" y="222403"/>
                </a:lnTo>
                <a:lnTo>
                  <a:pt x="53309" y="223572"/>
                </a:lnTo>
                <a:lnTo>
                  <a:pt x="53735" y="224741"/>
                </a:lnTo>
                <a:lnTo>
                  <a:pt x="54015" y="225910"/>
                </a:lnTo>
                <a:lnTo>
                  <a:pt x="54155" y="227025"/>
                </a:lnTo>
                <a:lnTo>
                  <a:pt x="54436" y="228194"/>
                </a:lnTo>
                <a:lnTo>
                  <a:pt x="54722" y="229363"/>
                </a:lnTo>
                <a:lnTo>
                  <a:pt x="55002" y="230532"/>
                </a:lnTo>
                <a:lnTo>
                  <a:pt x="55283" y="231648"/>
                </a:lnTo>
                <a:lnTo>
                  <a:pt x="55709" y="232710"/>
                </a:lnTo>
                <a:lnTo>
                  <a:pt x="55989" y="233985"/>
                </a:lnTo>
                <a:lnTo>
                  <a:pt x="56270" y="234995"/>
                </a:lnTo>
                <a:lnTo>
                  <a:pt x="56550" y="236270"/>
                </a:lnTo>
              </a:path>
            </a:pathLst>
          </a:custGeom>
          <a:ln w="841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339808" y="5494715"/>
            <a:ext cx="56696" cy="210502"/>
          </a:xfrm>
          <a:custGeom>
            <a:avLst/>
            <a:gdLst/>
            <a:ahLst/>
            <a:cxnLst/>
            <a:rect l="l" t="t" r="r" b="b"/>
            <a:pathLst>
              <a:path w="56696" h="210502">
                <a:moveTo>
                  <a:pt x="0" y="0"/>
                </a:moveTo>
                <a:lnTo>
                  <a:pt x="146" y="1062"/>
                </a:lnTo>
                <a:lnTo>
                  <a:pt x="426" y="2337"/>
                </a:lnTo>
                <a:lnTo>
                  <a:pt x="706" y="3347"/>
                </a:lnTo>
                <a:lnTo>
                  <a:pt x="1132" y="4516"/>
                </a:lnTo>
                <a:lnTo>
                  <a:pt x="1413" y="5684"/>
                </a:lnTo>
                <a:lnTo>
                  <a:pt x="1693" y="6800"/>
                </a:lnTo>
                <a:lnTo>
                  <a:pt x="1979" y="7969"/>
                </a:lnTo>
                <a:lnTo>
                  <a:pt x="2260" y="9138"/>
                </a:lnTo>
                <a:lnTo>
                  <a:pt x="2540" y="10147"/>
                </a:lnTo>
                <a:lnTo>
                  <a:pt x="2680" y="11423"/>
                </a:lnTo>
                <a:lnTo>
                  <a:pt x="2966" y="12485"/>
                </a:lnTo>
                <a:lnTo>
                  <a:pt x="3387" y="13760"/>
                </a:lnTo>
                <a:lnTo>
                  <a:pt x="3667" y="14770"/>
                </a:lnTo>
                <a:lnTo>
                  <a:pt x="3953" y="15939"/>
                </a:lnTo>
                <a:lnTo>
                  <a:pt x="4234" y="17107"/>
                </a:lnTo>
                <a:lnTo>
                  <a:pt x="4514" y="18223"/>
                </a:lnTo>
                <a:lnTo>
                  <a:pt x="4794" y="19286"/>
                </a:lnTo>
                <a:lnTo>
                  <a:pt x="5080" y="20561"/>
                </a:lnTo>
                <a:lnTo>
                  <a:pt x="5361" y="21730"/>
                </a:lnTo>
                <a:lnTo>
                  <a:pt x="5641" y="22739"/>
                </a:lnTo>
                <a:lnTo>
                  <a:pt x="5927" y="24014"/>
                </a:lnTo>
                <a:lnTo>
                  <a:pt x="6208" y="25024"/>
                </a:lnTo>
                <a:lnTo>
                  <a:pt x="6488" y="26193"/>
                </a:lnTo>
                <a:lnTo>
                  <a:pt x="6774" y="27202"/>
                </a:lnTo>
                <a:lnTo>
                  <a:pt x="7054" y="28530"/>
                </a:lnTo>
                <a:lnTo>
                  <a:pt x="7475" y="29540"/>
                </a:lnTo>
                <a:lnTo>
                  <a:pt x="7615" y="30709"/>
                </a:lnTo>
                <a:lnTo>
                  <a:pt x="7901" y="31825"/>
                </a:lnTo>
                <a:lnTo>
                  <a:pt x="8182" y="32993"/>
                </a:lnTo>
                <a:lnTo>
                  <a:pt x="8462" y="34003"/>
                </a:lnTo>
                <a:lnTo>
                  <a:pt x="8748" y="35172"/>
                </a:lnTo>
                <a:lnTo>
                  <a:pt x="9028" y="36341"/>
                </a:lnTo>
                <a:lnTo>
                  <a:pt x="9309" y="37509"/>
                </a:lnTo>
                <a:lnTo>
                  <a:pt x="9735" y="38519"/>
                </a:lnTo>
                <a:lnTo>
                  <a:pt x="10015" y="39688"/>
                </a:lnTo>
                <a:lnTo>
                  <a:pt x="10156" y="40697"/>
                </a:lnTo>
                <a:lnTo>
                  <a:pt x="10436" y="41972"/>
                </a:lnTo>
                <a:lnTo>
                  <a:pt x="10722" y="43035"/>
                </a:lnTo>
                <a:lnTo>
                  <a:pt x="11002" y="44151"/>
                </a:lnTo>
                <a:lnTo>
                  <a:pt x="11283" y="45213"/>
                </a:lnTo>
                <a:lnTo>
                  <a:pt x="11709" y="46329"/>
                </a:lnTo>
                <a:lnTo>
                  <a:pt x="11989" y="47498"/>
                </a:lnTo>
                <a:lnTo>
                  <a:pt x="12270" y="48667"/>
                </a:lnTo>
                <a:lnTo>
                  <a:pt x="12556" y="49676"/>
                </a:lnTo>
                <a:lnTo>
                  <a:pt x="12696" y="50845"/>
                </a:lnTo>
                <a:lnTo>
                  <a:pt x="12976" y="51855"/>
                </a:lnTo>
                <a:lnTo>
                  <a:pt x="13257" y="53024"/>
                </a:lnTo>
                <a:lnTo>
                  <a:pt x="13683" y="54192"/>
                </a:lnTo>
                <a:lnTo>
                  <a:pt x="13963" y="55308"/>
                </a:lnTo>
                <a:lnTo>
                  <a:pt x="14244" y="56477"/>
                </a:lnTo>
                <a:lnTo>
                  <a:pt x="14530" y="57540"/>
                </a:lnTo>
                <a:lnTo>
                  <a:pt x="14810" y="58655"/>
                </a:lnTo>
                <a:lnTo>
                  <a:pt x="15091" y="59718"/>
                </a:lnTo>
                <a:lnTo>
                  <a:pt x="15231" y="60834"/>
                </a:lnTo>
                <a:lnTo>
                  <a:pt x="15517" y="61896"/>
                </a:lnTo>
                <a:lnTo>
                  <a:pt x="15937" y="63012"/>
                </a:lnTo>
                <a:lnTo>
                  <a:pt x="16218" y="64075"/>
                </a:lnTo>
                <a:lnTo>
                  <a:pt x="16504" y="65190"/>
                </a:lnTo>
                <a:lnTo>
                  <a:pt x="16784" y="66253"/>
                </a:lnTo>
                <a:lnTo>
                  <a:pt x="17064" y="67422"/>
                </a:lnTo>
                <a:lnTo>
                  <a:pt x="17351" y="68538"/>
                </a:lnTo>
                <a:lnTo>
                  <a:pt x="17631" y="69706"/>
                </a:lnTo>
                <a:lnTo>
                  <a:pt x="17911" y="70716"/>
                </a:lnTo>
                <a:lnTo>
                  <a:pt x="18192" y="71885"/>
                </a:lnTo>
                <a:lnTo>
                  <a:pt x="18478" y="72894"/>
                </a:lnTo>
                <a:lnTo>
                  <a:pt x="18758" y="74063"/>
                </a:lnTo>
                <a:lnTo>
                  <a:pt x="19038" y="75126"/>
                </a:lnTo>
                <a:lnTo>
                  <a:pt x="19325" y="76241"/>
                </a:lnTo>
                <a:lnTo>
                  <a:pt x="19605" y="77410"/>
                </a:lnTo>
                <a:lnTo>
                  <a:pt x="20025" y="78420"/>
                </a:lnTo>
                <a:lnTo>
                  <a:pt x="20312" y="79589"/>
                </a:lnTo>
                <a:lnTo>
                  <a:pt x="20452" y="80492"/>
                </a:lnTo>
                <a:lnTo>
                  <a:pt x="20732" y="81661"/>
                </a:lnTo>
                <a:lnTo>
                  <a:pt x="21012" y="82670"/>
                </a:lnTo>
                <a:lnTo>
                  <a:pt x="21299" y="83839"/>
                </a:lnTo>
                <a:lnTo>
                  <a:pt x="21579" y="84849"/>
                </a:lnTo>
                <a:lnTo>
                  <a:pt x="21859" y="86017"/>
                </a:lnTo>
                <a:lnTo>
                  <a:pt x="22286" y="87027"/>
                </a:lnTo>
                <a:lnTo>
                  <a:pt x="22566" y="88196"/>
                </a:lnTo>
                <a:lnTo>
                  <a:pt x="22846" y="89205"/>
                </a:lnTo>
                <a:lnTo>
                  <a:pt x="22986" y="90374"/>
                </a:lnTo>
                <a:lnTo>
                  <a:pt x="23273" y="91384"/>
                </a:lnTo>
                <a:lnTo>
                  <a:pt x="23553" y="92552"/>
                </a:lnTo>
                <a:lnTo>
                  <a:pt x="23833" y="93562"/>
                </a:lnTo>
                <a:lnTo>
                  <a:pt x="24260" y="94625"/>
                </a:lnTo>
                <a:lnTo>
                  <a:pt x="24540" y="95740"/>
                </a:lnTo>
                <a:lnTo>
                  <a:pt x="24820" y="96803"/>
                </a:lnTo>
                <a:lnTo>
                  <a:pt x="25106" y="97972"/>
                </a:lnTo>
                <a:lnTo>
                  <a:pt x="25247" y="98981"/>
                </a:lnTo>
                <a:lnTo>
                  <a:pt x="25527" y="99991"/>
                </a:lnTo>
                <a:lnTo>
                  <a:pt x="25807" y="101053"/>
                </a:lnTo>
                <a:lnTo>
                  <a:pt x="26234" y="102169"/>
                </a:lnTo>
                <a:lnTo>
                  <a:pt x="26514" y="103232"/>
                </a:lnTo>
                <a:lnTo>
                  <a:pt x="26794" y="104347"/>
                </a:lnTo>
                <a:lnTo>
                  <a:pt x="27080" y="105410"/>
                </a:lnTo>
                <a:lnTo>
                  <a:pt x="27361" y="106419"/>
                </a:lnTo>
                <a:lnTo>
                  <a:pt x="27641" y="107588"/>
                </a:lnTo>
                <a:lnTo>
                  <a:pt x="27781" y="108598"/>
                </a:lnTo>
                <a:lnTo>
                  <a:pt x="28067" y="109607"/>
                </a:lnTo>
                <a:lnTo>
                  <a:pt x="28488" y="110670"/>
                </a:lnTo>
                <a:lnTo>
                  <a:pt x="28768" y="111786"/>
                </a:lnTo>
                <a:lnTo>
                  <a:pt x="29054" y="112848"/>
                </a:lnTo>
                <a:lnTo>
                  <a:pt x="29335" y="113858"/>
                </a:lnTo>
                <a:lnTo>
                  <a:pt x="29615" y="114867"/>
                </a:lnTo>
                <a:lnTo>
                  <a:pt x="29901" y="116036"/>
                </a:lnTo>
                <a:lnTo>
                  <a:pt x="30182" y="117099"/>
                </a:lnTo>
                <a:lnTo>
                  <a:pt x="30462" y="118108"/>
                </a:lnTo>
                <a:lnTo>
                  <a:pt x="30748" y="119277"/>
                </a:lnTo>
                <a:lnTo>
                  <a:pt x="31028" y="120127"/>
                </a:lnTo>
                <a:lnTo>
                  <a:pt x="31309" y="121296"/>
                </a:lnTo>
                <a:lnTo>
                  <a:pt x="31589" y="122359"/>
                </a:lnTo>
                <a:lnTo>
                  <a:pt x="31875" y="123368"/>
                </a:lnTo>
                <a:lnTo>
                  <a:pt x="32156" y="124378"/>
                </a:lnTo>
                <a:lnTo>
                  <a:pt x="32436" y="125546"/>
                </a:lnTo>
                <a:lnTo>
                  <a:pt x="32862" y="126450"/>
                </a:lnTo>
                <a:lnTo>
                  <a:pt x="33002" y="127618"/>
                </a:lnTo>
                <a:lnTo>
                  <a:pt x="33283" y="128628"/>
                </a:lnTo>
                <a:lnTo>
                  <a:pt x="33563" y="129637"/>
                </a:lnTo>
                <a:lnTo>
                  <a:pt x="33849" y="130806"/>
                </a:lnTo>
                <a:lnTo>
                  <a:pt x="34129" y="131710"/>
                </a:lnTo>
                <a:lnTo>
                  <a:pt x="34410" y="132878"/>
                </a:lnTo>
                <a:lnTo>
                  <a:pt x="34836" y="133782"/>
                </a:lnTo>
                <a:lnTo>
                  <a:pt x="35116" y="134897"/>
                </a:lnTo>
                <a:lnTo>
                  <a:pt x="35397" y="135801"/>
                </a:lnTo>
                <a:lnTo>
                  <a:pt x="35543" y="136969"/>
                </a:lnTo>
                <a:lnTo>
                  <a:pt x="35823" y="137979"/>
                </a:lnTo>
                <a:lnTo>
                  <a:pt x="36103" y="139042"/>
                </a:lnTo>
                <a:lnTo>
                  <a:pt x="36384" y="140051"/>
                </a:lnTo>
                <a:lnTo>
                  <a:pt x="36810" y="141060"/>
                </a:lnTo>
                <a:lnTo>
                  <a:pt x="37090" y="142123"/>
                </a:lnTo>
                <a:lnTo>
                  <a:pt x="37371" y="143133"/>
                </a:lnTo>
                <a:lnTo>
                  <a:pt x="37657" y="144142"/>
                </a:lnTo>
                <a:lnTo>
                  <a:pt x="37937" y="145205"/>
                </a:lnTo>
                <a:lnTo>
                  <a:pt x="38077" y="146214"/>
                </a:lnTo>
                <a:lnTo>
                  <a:pt x="38358" y="147224"/>
                </a:lnTo>
                <a:lnTo>
                  <a:pt x="38644" y="148286"/>
                </a:lnTo>
                <a:lnTo>
                  <a:pt x="39064" y="149296"/>
                </a:lnTo>
                <a:lnTo>
                  <a:pt x="39351" y="150305"/>
                </a:lnTo>
                <a:lnTo>
                  <a:pt x="39631" y="151368"/>
                </a:lnTo>
                <a:lnTo>
                  <a:pt x="39911" y="152377"/>
                </a:lnTo>
                <a:lnTo>
                  <a:pt x="40192" y="153387"/>
                </a:lnTo>
                <a:lnTo>
                  <a:pt x="40478" y="154290"/>
                </a:lnTo>
                <a:lnTo>
                  <a:pt x="40618" y="155459"/>
                </a:lnTo>
                <a:lnTo>
                  <a:pt x="41038" y="156468"/>
                </a:lnTo>
                <a:lnTo>
                  <a:pt x="41325" y="157371"/>
                </a:lnTo>
                <a:lnTo>
                  <a:pt x="41605" y="158540"/>
                </a:lnTo>
                <a:lnTo>
                  <a:pt x="41885" y="159444"/>
                </a:lnTo>
                <a:lnTo>
                  <a:pt x="42166" y="160453"/>
                </a:lnTo>
                <a:lnTo>
                  <a:pt x="42452" y="161462"/>
                </a:lnTo>
                <a:lnTo>
                  <a:pt x="42732" y="162525"/>
                </a:lnTo>
                <a:lnTo>
                  <a:pt x="43012" y="163535"/>
                </a:lnTo>
                <a:lnTo>
                  <a:pt x="43299" y="164544"/>
                </a:lnTo>
                <a:lnTo>
                  <a:pt x="43579" y="165607"/>
                </a:lnTo>
                <a:lnTo>
                  <a:pt x="43859" y="166510"/>
                </a:lnTo>
                <a:lnTo>
                  <a:pt x="44145" y="167519"/>
                </a:lnTo>
                <a:lnTo>
                  <a:pt x="44426" y="168529"/>
                </a:lnTo>
                <a:lnTo>
                  <a:pt x="44706" y="169591"/>
                </a:lnTo>
                <a:lnTo>
                  <a:pt x="44986" y="170601"/>
                </a:lnTo>
                <a:lnTo>
                  <a:pt x="45413" y="171504"/>
                </a:lnTo>
                <a:lnTo>
                  <a:pt x="45553" y="172514"/>
                </a:lnTo>
                <a:lnTo>
                  <a:pt x="45833" y="173576"/>
                </a:lnTo>
                <a:lnTo>
                  <a:pt x="46119" y="174586"/>
                </a:lnTo>
                <a:lnTo>
                  <a:pt x="46400" y="175489"/>
                </a:lnTo>
                <a:lnTo>
                  <a:pt x="46680" y="176498"/>
                </a:lnTo>
                <a:lnTo>
                  <a:pt x="46960" y="177508"/>
                </a:lnTo>
                <a:lnTo>
                  <a:pt x="47387" y="178411"/>
                </a:lnTo>
                <a:lnTo>
                  <a:pt x="47667" y="179580"/>
                </a:lnTo>
                <a:lnTo>
                  <a:pt x="47953" y="180483"/>
                </a:lnTo>
                <a:lnTo>
                  <a:pt x="48093" y="181493"/>
                </a:lnTo>
                <a:lnTo>
                  <a:pt x="48374" y="182396"/>
                </a:lnTo>
                <a:lnTo>
                  <a:pt x="48654" y="183458"/>
                </a:lnTo>
                <a:lnTo>
                  <a:pt x="48940" y="184468"/>
                </a:lnTo>
                <a:lnTo>
                  <a:pt x="49361" y="185371"/>
                </a:lnTo>
                <a:lnTo>
                  <a:pt x="49641" y="186381"/>
                </a:lnTo>
                <a:lnTo>
                  <a:pt x="49927" y="187284"/>
                </a:lnTo>
                <a:lnTo>
                  <a:pt x="50207" y="188293"/>
                </a:lnTo>
                <a:lnTo>
                  <a:pt x="50488" y="189197"/>
                </a:lnTo>
                <a:lnTo>
                  <a:pt x="50628" y="190259"/>
                </a:lnTo>
                <a:lnTo>
                  <a:pt x="50914" y="191269"/>
                </a:lnTo>
                <a:lnTo>
                  <a:pt x="51194" y="192172"/>
                </a:lnTo>
                <a:lnTo>
                  <a:pt x="51615" y="193181"/>
                </a:lnTo>
                <a:lnTo>
                  <a:pt x="51901" y="194084"/>
                </a:lnTo>
                <a:lnTo>
                  <a:pt x="52181" y="195094"/>
                </a:lnTo>
                <a:lnTo>
                  <a:pt x="52462" y="196157"/>
                </a:lnTo>
                <a:lnTo>
                  <a:pt x="52748" y="197060"/>
                </a:lnTo>
                <a:lnTo>
                  <a:pt x="53028" y="198069"/>
                </a:lnTo>
                <a:lnTo>
                  <a:pt x="53168" y="198972"/>
                </a:lnTo>
                <a:lnTo>
                  <a:pt x="53589" y="199982"/>
                </a:lnTo>
                <a:lnTo>
                  <a:pt x="53875" y="200885"/>
                </a:lnTo>
                <a:lnTo>
                  <a:pt x="54155" y="201895"/>
                </a:lnTo>
                <a:lnTo>
                  <a:pt x="54436" y="202957"/>
                </a:lnTo>
                <a:lnTo>
                  <a:pt x="54722" y="203860"/>
                </a:lnTo>
                <a:lnTo>
                  <a:pt x="55002" y="204870"/>
                </a:lnTo>
                <a:lnTo>
                  <a:pt x="55283" y="205773"/>
                </a:lnTo>
                <a:lnTo>
                  <a:pt x="55563" y="206676"/>
                </a:lnTo>
                <a:lnTo>
                  <a:pt x="55849" y="207686"/>
                </a:lnTo>
                <a:lnTo>
                  <a:pt x="56129" y="208589"/>
                </a:lnTo>
                <a:lnTo>
                  <a:pt x="56410" y="209599"/>
                </a:lnTo>
                <a:lnTo>
                  <a:pt x="56696" y="210502"/>
                </a:lnTo>
              </a:path>
            </a:pathLst>
          </a:custGeom>
          <a:ln w="840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396505" y="5705218"/>
            <a:ext cx="56690" cy="161356"/>
          </a:xfrm>
          <a:custGeom>
            <a:avLst/>
            <a:gdLst/>
            <a:ahLst/>
            <a:cxnLst/>
            <a:rect l="l" t="t" r="r" b="b"/>
            <a:pathLst>
              <a:path w="56690" h="161356">
                <a:moveTo>
                  <a:pt x="0" y="0"/>
                </a:moveTo>
                <a:lnTo>
                  <a:pt x="280" y="903"/>
                </a:lnTo>
                <a:lnTo>
                  <a:pt x="560" y="1965"/>
                </a:lnTo>
                <a:lnTo>
                  <a:pt x="846" y="2815"/>
                </a:lnTo>
                <a:lnTo>
                  <a:pt x="1267" y="3878"/>
                </a:lnTo>
                <a:lnTo>
                  <a:pt x="1407" y="4781"/>
                </a:lnTo>
                <a:lnTo>
                  <a:pt x="1687" y="5684"/>
                </a:lnTo>
                <a:lnTo>
                  <a:pt x="1973" y="6535"/>
                </a:lnTo>
                <a:lnTo>
                  <a:pt x="2254" y="7597"/>
                </a:lnTo>
                <a:lnTo>
                  <a:pt x="2534" y="8607"/>
                </a:lnTo>
                <a:lnTo>
                  <a:pt x="2820" y="9404"/>
                </a:lnTo>
                <a:lnTo>
                  <a:pt x="3241" y="10413"/>
                </a:lnTo>
                <a:lnTo>
                  <a:pt x="3521" y="11316"/>
                </a:lnTo>
                <a:lnTo>
                  <a:pt x="3807" y="12219"/>
                </a:lnTo>
                <a:lnTo>
                  <a:pt x="3947" y="13229"/>
                </a:lnTo>
                <a:lnTo>
                  <a:pt x="4228" y="14132"/>
                </a:lnTo>
                <a:lnTo>
                  <a:pt x="4508" y="15035"/>
                </a:lnTo>
                <a:lnTo>
                  <a:pt x="4794" y="15939"/>
                </a:lnTo>
                <a:lnTo>
                  <a:pt x="5215" y="16948"/>
                </a:lnTo>
                <a:lnTo>
                  <a:pt x="5495" y="17851"/>
                </a:lnTo>
                <a:lnTo>
                  <a:pt x="5781" y="18754"/>
                </a:lnTo>
                <a:lnTo>
                  <a:pt x="6062" y="19658"/>
                </a:lnTo>
                <a:lnTo>
                  <a:pt x="6342" y="20561"/>
                </a:lnTo>
                <a:lnTo>
                  <a:pt x="6482" y="21464"/>
                </a:lnTo>
                <a:lnTo>
                  <a:pt x="6768" y="22474"/>
                </a:lnTo>
                <a:lnTo>
                  <a:pt x="7049" y="23377"/>
                </a:lnTo>
                <a:lnTo>
                  <a:pt x="7469" y="24280"/>
                </a:lnTo>
                <a:lnTo>
                  <a:pt x="7755" y="25183"/>
                </a:lnTo>
                <a:lnTo>
                  <a:pt x="8036" y="26086"/>
                </a:lnTo>
                <a:lnTo>
                  <a:pt x="8316" y="27096"/>
                </a:lnTo>
                <a:lnTo>
                  <a:pt x="8602" y="27893"/>
                </a:lnTo>
                <a:lnTo>
                  <a:pt x="8882" y="28902"/>
                </a:lnTo>
                <a:lnTo>
                  <a:pt x="9023" y="29806"/>
                </a:lnTo>
                <a:lnTo>
                  <a:pt x="9443" y="30709"/>
                </a:lnTo>
                <a:lnTo>
                  <a:pt x="9729" y="31612"/>
                </a:lnTo>
                <a:lnTo>
                  <a:pt x="10010" y="32356"/>
                </a:lnTo>
                <a:lnTo>
                  <a:pt x="10290" y="33365"/>
                </a:lnTo>
                <a:lnTo>
                  <a:pt x="10576" y="34269"/>
                </a:lnTo>
                <a:lnTo>
                  <a:pt x="10856" y="35172"/>
                </a:lnTo>
                <a:lnTo>
                  <a:pt x="11137" y="36075"/>
                </a:lnTo>
                <a:lnTo>
                  <a:pt x="11423" y="36872"/>
                </a:lnTo>
                <a:lnTo>
                  <a:pt x="11703" y="37881"/>
                </a:lnTo>
                <a:lnTo>
                  <a:pt x="11984" y="38785"/>
                </a:lnTo>
                <a:lnTo>
                  <a:pt x="12264" y="39688"/>
                </a:lnTo>
                <a:lnTo>
                  <a:pt x="12550" y="40591"/>
                </a:lnTo>
                <a:lnTo>
                  <a:pt x="12830" y="41494"/>
                </a:lnTo>
                <a:lnTo>
                  <a:pt x="13111" y="42397"/>
                </a:lnTo>
                <a:lnTo>
                  <a:pt x="13397" y="43248"/>
                </a:lnTo>
                <a:lnTo>
                  <a:pt x="13817" y="44045"/>
                </a:lnTo>
                <a:lnTo>
                  <a:pt x="13958" y="44948"/>
                </a:lnTo>
                <a:lnTo>
                  <a:pt x="14238" y="45957"/>
                </a:lnTo>
                <a:lnTo>
                  <a:pt x="14524" y="46754"/>
                </a:lnTo>
                <a:lnTo>
                  <a:pt x="14804" y="47657"/>
                </a:lnTo>
                <a:lnTo>
                  <a:pt x="15085" y="48401"/>
                </a:lnTo>
                <a:lnTo>
                  <a:pt x="15371" y="49411"/>
                </a:lnTo>
                <a:lnTo>
                  <a:pt x="15791" y="50314"/>
                </a:lnTo>
                <a:lnTo>
                  <a:pt x="16072" y="51111"/>
                </a:lnTo>
                <a:lnTo>
                  <a:pt x="16358" y="52014"/>
                </a:lnTo>
                <a:lnTo>
                  <a:pt x="16498" y="52917"/>
                </a:lnTo>
                <a:lnTo>
                  <a:pt x="16778" y="53820"/>
                </a:lnTo>
                <a:lnTo>
                  <a:pt x="17059" y="54671"/>
                </a:lnTo>
                <a:lnTo>
                  <a:pt x="17345" y="55468"/>
                </a:lnTo>
                <a:lnTo>
                  <a:pt x="17765" y="56371"/>
                </a:lnTo>
                <a:lnTo>
                  <a:pt x="18046" y="57274"/>
                </a:lnTo>
                <a:lnTo>
                  <a:pt x="18332" y="58018"/>
                </a:lnTo>
                <a:lnTo>
                  <a:pt x="18612" y="58921"/>
                </a:lnTo>
                <a:lnTo>
                  <a:pt x="18892" y="59984"/>
                </a:lnTo>
                <a:lnTo>
                  <a:pt x="19033" y="60727"/>
                </a:lnTo>
                <a:lnTo>
                  <a:pt x="19319" y="61631"/>
                </a:lnTo>
                <a:lnTo>
                  <a:pt x="19599" y="62374"/>
                </a:lnTo>
                <a:lnTo>
                  <a:pt x="20025" y="63278"/>
                </a:lnTo>
                <a:lnTo>
                  <a:pt x="20306" y="64181"/>
                </a:lnTo>
                <a:lnTo>
                  <a:pt x="20586" y="64978"/>
                </a:lnTo>
                <a:lnTo>
                  <a:pt x="20866" y="65881"/>
                </a:lnTo>
                <a:lnTo>
                  <a:pt x="21153" y="66784"/>
                </a:lnTo>
                <a:lnTo>
                  <a:pt x="21433" y="67528"/>
                </a:lnTo>
                <a:lnTo>
                  <a:pt x="21573" y="68431"/>
                </a:lnTo>
                <a:lnTo>
                  <a:pt x="21999" y="69335"/>
                </a:lnTo>
                <a:lnTo>
                  <a:pt x="22280" y="70078"/>
                </a:lnTo>
                <a:lnTo>
                  <a:pt x="22560" y="70982"/>
                </a:lnTo>
                <a:lnTo>
                  <a:pt x="22840" y="71779"/>
                </a:lnTo>
                <a:lnTo>
                  <a:pt x="23127" y="72522"/>
                </a:lnTo>
                <a:lnTo>
                  <a:pt x="23407" y="73426"/>
                </a:lnTo>
                <a:lnTo>
                  <a:pt x="23687" y="74223"/>
                </a:lnTo>
                <a:lnTo>
                  <a:pt x="23973" y="75126"/>
                </a:lnTo>
                <a:lnTo>
                  <a:pt x="24254" y="75976"/>
                </a:lnTo>
                <a:lnTo>
                  <a:pt x="24534" y="76773"/>
                </a:lnTo>
                <a:lnTo>
                  <a:pt x="24820" y="77676"/>
                </a:lnTo>
                <a:lnTo>
                  <a:pt x="25101" y="78420"/>
                </a:lnTo>
                <a:lnTo>
                  <a:pt x="25381" y="79217"/>
                </a:lnTo>
                <a:lnTo>
                  <a:pt x="25661" y="80120"/>
                </a:lnTo>
                <a:lnTo>
                  <a:pt x="25947" y="81023"/>
                </a:lnTo>
                <a:lnTo>
                  <a:pt x="26368" y="81767"/>
                </a:lnTo>
                <a:lnTo>
                  <a:pt x="26508" y="82564"/>
                </a:lnTo>
                <a:lnTo>
                  <a:pt x="26794" y="83308"/>
                </a:lnTo>
                <a:lnTo>
                  <a:pt x="27075" y="84211"/>
                </a:lnTo>
                <a:lnTo>
                  <a:pt x="27355" y="85114"/>
                </a:lnTo>
                <a:lnTo>
                  <a:pt x="27635" y="85752"/>
                </a:lnTo>
                <a:lnTo>
                  <a:pt x="27921" y="86655"/>
                </a:lnTo>
                <a:lnTo>
                  <a:pt x="28342" y="87558"/>
                </a:lnTo>
                <a:lnTo>
                  <a:pt x="28622" y="88302"/>
                </a:lnTo>
                <a:lnTo>
                  <a:pt x="28908" y="89099"/>
                </a:lnTo>
                <a:lnTo>
                  <a:pt x="29049" y="90002"/>
                </a:lnTo>
                <a:lnTo>
                  <a:pt x="29329" y="90746"/>
                </a:lnTo>
                <a:lnTo>
                  <a:pt x="29615" y="91543"/>
                </a:lnTo>
                <a:lnTo>
                  <a:pt x="29895" y="92446"/>
                </a:lnTo>
                <a:lnTo>
                  <a:pt x="30316" y="93084"/>
                </a:lnTo>
                <a:lnTo>
                  <a:pt x="30602" y="93987"/>
                </a:lnTo>
                <a:lnTo>
                  <a:pt x="30882" y="94890"/>
                </a:lnTo>
                <a:lnTo>
                  <a:pt x="31163" y="95528"/>
                </a:lnTo>
                <a:lnTo>
                  <a:pt x="31443" y="96431"/>
                </a:lnTo>
                <a:lnTo>
                  <a:pt x="31589" y="97175"/>
                </a:lnTo>
                <a:lnTo>
                  <a:pt x="31869" y="97972"/>
                </a:lnTo>
                <a:lnTo>
                  <a:pt x="32150" y="98716"/>
                </a:lnTo>
                <a:lnTo>
                  <a:pt x="32576" y="99619"/>
                </a:lnTo>
                <a:lnTo>
                  <a:pt x="32856" y="100256"/>
                </a:lnTo>
                <a:lnTo>
                  <a:pt x="33137" y="101160"/>
                </a:lnTo>
                <a:lnTo>
                  <a:pt x="33417" y="101957"/>
                </a:lnTo>
                <a:lnTo>
                  <a:pt x="33703" y="102700"/>
                </a:lnTo>
                <a:lnTo>
                  <a:pt x="33983" y="103444"/>
                </a:lnTo>
                <a:lnTo>
                  <a:pt x="34124" y="104241"/>
                </a:lnTo>
                <a:lnTo>
                  <a:pt x="34550" y="104985"/>
                </a:lnTo>
                <a:lnTo>
                  <a:pt x="34830" y="105888"/>
                </a:lnTo>
                <a:lnTo>
                  <a:pt x="35111" y="106526"/>
                </a:lnTo>
                <a:lnTo>
                  <a:pt x="35397" y="107323"/>
                </a:lnTo>
                <a:lnTo>
                  <a:pt x="35677" y="108226"/>
                </a:lnTo>
                <a:lnTo>
                  <a:pt x="35957" y="108970"/>
                </a:lnTo>
                <a:lnTo>
                  <a:pt x="36238" y="109607"/>
                </a:lnTo>
                <a:lnTo>
                  <a:pt x="36524" y="110511"/>
                </a:lnTo>
                <a:lnTo>
                  <a:pt x="36804" y="111307"/>
                </a:lnTo>
                <a:lnTo>
                  <a:pt x="37085" y="111945"/>
                </a:lnTo>
                <a:lnTo>
                  <a:pt x="37371" y="112848"/>
                </a:lnTo>
                <a:lnTo>
                  <a:pt x="37651" y="113592"/>
                </a:lnTo>
                <a:lnTo>
                  <a:pt x="37931" y="114230"/>
                </a:lnTo>
                <a:lnTo>
                  <a:pt x="38212" y="115133"/>
                </a:lnTo>
                <a:lnTo>
                  <a:pt x="38498" y="115930"/>
                </a:lnTo>
                <a:lnTo>
                  <a:pt x="38918" y="116567"/>
                </a:lnTo>
                <a:lnTo>
                  <a:pt x="39059" y="117311"/>
                </a:lnTo>
                <a:lnTo>
                  <a:pt x="39345" y="118214"/>
                </a:lnTo>
                <a:lnTo>
                  <a:pt x="39625" y="118852"/>
                </a:lnTo>
                <a:lnTo>
                  <a:pt x="39905" y="119649"/>
                </a:lnTo>
                <a:lnTo>
                  <a:pt x="40192" y="120393"/>
                </a:lnTo>
                <a:lnTo>
                  <a:pt x="40472" y="121030"/>
                </a:lnTo>
                <a:lnTo>
                  <a:pt x="40892" y="121827"/>
                </a:lnTo>
                <a:lnTo>
                  <a:pt x="41179" y="122730"/>
                </a:lnTo>
                <a:lnTo>
                  <a:pt x="41459" y="123368"/>
                </a:lnTo>
                <a:lnTo>
                  <a:pt x="41599" y="124112"/>
                </a:lnTo>
                <a:lnTo>
                  <a:pt x="41879" y="124909"/>
                </a:lnTo>
                <a:lnTo>
                  <a:pt x="42166" y="125546"/>
                </a:lnTo>
                <a:lnTo>
                  <a:pt x="42446" y="126343"/>
                </a:lnTo>
                <a:lnTo>
                  <a:pt x="42866" y="127087"/>
                </a:lnTo>
                <a:lnTo>
                  <a:pt x="43153" y="127725"/>
                </a:lnTo>
                <a:lnTo>
                  <a:pt x="43433" y="128522"/>
                </a:lnTo>
                <a:lnTo>
                  <a:pt x="43713" y="129266"/>
                </a:lnTo>
                <a:lnTo>
                  <a:pt x="43999" y="129903"/>
                </a:lnTo>
                <a:lnTo>
                  <a:pt x="44140" y="130700"/>
                </a:lnTo>
                <a:lnTo>
                  <a:pt x="44420" y="131444"/>
                </a:lnTo>
                <a:lnTo>
                  <a:pt x="44700" y="132241"/>
                </a:lnTo>
                <a:lnTo>
                  <a:pt x="45127" y="132878"/>
                </a:lnTo>
                <a:lnTo>
                  <a:pt x="45407" y="133622"/>
                </a:lnTo>
                <a:lnTo>
                  <a:pt x="45687" y="134419"/>
                </a:lnTo>
                <a:lnTo>
                  <a:pt x="45973" y="135057"/>
                </a:lnTo>
                <a:lnTo>
                  <a:pt x="46254" y="135801"/>
                </a:lnTo>
                <a:lnTo>
                  <a:pt x="46534" y="136598"/>
                </a:lnTo>
                <a:lnTo>
                  <a:pt x="46674" y="137235"/>
                </a:lnTo>
                <a:lnTo>
                  <a:pt x="47101" y="137979"/>
                </a:lnTo>
                <a:lnTo>
                  <a:pt x="47381" y="138616"/>
                </a:lnTo>
                <a:lnTo>
                  <a:pt x="47661" y="139307"/>
                </a:lnTo>
                <a:lnTo>
                  <a:pt x="47947" y="140051"/>
                </a:lnTo>
                <a:lnTo>
                  <a:pt x="48228" y="140848"/>
                </a:lnTo>
                <a:lnTo>
                  <a:pt x="48508" y="141485"/>
                </a:lnTo>
                <a:lnTo>
                  <a:pt x="48794" y="142229"/>
                </a:lnTo>
                <a:lnTo>
                  <a:pt x="49215" y="142867"/>
                </a:lnTo>
                <a:lnTo>
                  <a:pt x="49355" y="143664"/>
                </a:lnTo>
                <a:lnTo>
                  <a:pt x="49635" y="144301"/>
                </a:lnTo>
                <a:lnTo>
                  <a:pt x="49921" y="145045"/>
                </a:lnTo>
                <a:lnTo>
                  <a:pt x="50202" y="145683"/>
                </a:lnTo>
                <a:lnTo>
                  <a:pt x="50482" y="146320"/>
                </a:lnTo>
                <a:lnTo>
                  <a:pt x="50768" y="147117"/>
                </a:lnTo>
                <a:lnTo>
                  <a:pt x="51048" y="147755"/>
                </a:lnTo>
                <a:lnTo>
                  <a:pt x="51469" y="148499"/>
                </a:lnTo>
                <a:lnTo>
                  <a:pt x="51609" y="149189"/>
                </a:lnTo>
                <a:lnTo>
                  <a:pt x="51895" y="149827"/>
                </a:lnTo>
                <a:lnTo>
                  <a:pt x="52176" y="150571"/>
                </a:lnTo>
                <a:lnTo>
                  <a:pt x="52456" y="151208"/>
                </a:lnTo>
                <a:lnTo>
                  <a:pt x="52742" y="151846"/>
                </a:lnTo>
                <a:lnTo>
                  <a:pt x="53022" y="152643"/>
                </a:lnTo>
                <a:lnTo>
                  <a:pt x="53443" y="153280"/>
                </a:lnTo>
                <a:lnTo>
                  <a:pt x="53729" y="153918"/>
                </a:lnTo>
                <a:lnTo>
                  <a:pt x="54009" y="154662"/>
                </a:lnTo>
                <a:lnTo>
                  <a:pt x="54150" y="155353"/>
                </a:lnTo>
                <a:lnTo>
                  <a:pt x="54430" y="155990"/>
                </a:lnTo>
                <a:lnTo>
                  <a:pt x="54716" y="156628"/>
                </a:lnTo>
                <a:lnTo>
                  <a:pt x="54996" y="157371"/>
                </a:lnTo>
                <a:lnTo>
                  <a:pt x="55417" y="157903"/>
                </a:lnTo>
                <a:lnTo>
                  <a:pt x="55703" y="158647"/>
                </a:lnTo>
                <a:lnTo>
                  <a:pt x="55983" y="159284"/>
                </a:lnTo>
                <a:lnTo>
                  <a:pt x="56264" y="160081"/>
                </a:lnTo>
                <a:lnTo>
                  <a:pt x="56550" y="160612"/>
                </a:lnTo>
                <a:lnTo>
                  <a:pt x="56690" y="161356"/>
                </a:lnTo>
              </a:path>
            </a:pathLst>
          </a:custGeom>
          <a:ln w="837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453195" y="5866574"/>
            <a:ext cx="56830" cy="98450"/>
          </a:xfrm>
          <a:custGeom>
            <a:avLst/>
            <a:gdLst/>
            <a:ahLst/>
            <a:cxnLst/>
            <a:rect l="l" t="t" r="r" b="b"/>
            <a:pathLst>
              <a:path w="56830" h="98450">
                <a:moveTo>
                  <a:pt x="0" y="0"/>
                </a:moveTo>
                <a:lnTo>
                  <a:pt x="280" y="637"/>
                </a:lnTo>
                <a:lnTo>
                  <a:pt x="560" y="1168"/>
                </a:lnTo>
                <a:lnTo>
                  <a:pt x="986" y="1912"/>
                </a:lnTo>
                <a:lnTo>
                  <a:pt x="1267" y="2550"/>
                </a:lnTo>
                <a:lnTo>
                  <a:pt x="1547" y="3341"/>
                </a:lnTo>
                <a:lnTo>
                  <a:pt x="1833" y="3851"/>
                </a:lnTo>
                <a:lnTo>
                  <a:pt x="2114" y="4494"/>
                </a:lnTo>
                <a:lnTo>
                  <a:pt x="2394" y="5265"/>
                </a:lnTo>
                <a:lnTo>
                  <a:pt x="2534" y="5780"/>
                </a:lnTo>
                <a:lnTo>
                  <a:pt x="2960" y="6423"/>
                </a:lnTo>
                <a:lnTo>
                  <a:pt x="3241" y="7061"/>
                </a:lnTo>
                <a:lnTo>
                  <a:pt x="3521" y="7831"/>
                </a:lnTo>
                <a:lnTo>
                  <a:pt x="3807" y="8346"/>
                </a:lnTo>
                <a:lnTo>
                  <a:pt x="4088" y="8989"/>
                </a:lnTo>
                <a:lnTo>
                  <a:pt x="4368" y="9632"/>
                </a:lnTo>
                <a:lnTo>
                  <a:pt x="4654" y="10397"/>
                </a:lnTo>
                <a:lnTo>
                  <a:pt x="4934" y="10912"/>
                </a:lnTo>
                <a:lnTo>
                  <a:pt x="5215" y="11555"/>
                </a:lnTo>
                <a:lnTo>
                  <a:pt x="5501" y="12198"/>
                </a:lnTo>
                <a:lnTo>
                  <a:pt x="5781" y="12708"/>
                </a:lnTo>
                <a:lnTo>
                  <a:pt x="6062" y="13479"/>
                </a:lnTo>
                <a:lnTo>
                  <a:pt x="6342" y="14122"/>
                </a:lnTo>
                <a:lnTo>
                  <a:pt x="6628" y="14764"/>
                </a:lnTo>
                <a:lnTo>
                  <a:pt x="6908" y="15280"/>
                </a:lnTo>
                <a:lnTo>
                  <a:pt x="7329" y="15917"/>
                </a:lnTo>
                <a:lnTo>
                  <a:pt x="7615" y="16560"/>
                </a:lnTo>
                <a:lnTo>
                  <a:pt x="7755" y="17203"/>
                </a:lnTo>
                <a:lnTo>
                  <a:pt x="8036" y="17718"/>
                </a:lnTo>
                <a:lnTo>
                  <a:pt x="8316" y="18356"/>
                </a:lnTo>
                <a:lnTo>
                  <a:pt x="8602" y="18999"/>
                </a:lnTo>
                <a:lnTo>
                  <a:pt x="8882" y="19642"/>
                </a:lnTo>
                <a:lnTo>
                  <a:pt x="9303" y="20157"/>
                </a:lnTo>
                <a:lnTo>
                  <a:pt x="9589" y="20795"/>
                </a:lnTo>
                <a:lnTo>
                  <a:pt x="9869" y="21438"/>
                </a:lnTo>
                <a:lnTo>
                  <a:pt x="10010" y="22080"/>
                </a:lnTo>
                <a:lnTo>
                  <a:pt x="10296" y="22596"/>
                </a:lnTo>
                <a:lnTo>
                  <a:pt x="10576" y="23233"/>
                </a:lnTo>
                <a:lnTo>
                  <a:pt x="10856" y="23876"/>
                </a:lnTo>
                <a:lnTo>
                  <a:pt x="11137" y="24392"/>
                </a:lnTo>
                <a:lnTo>
                  <a:pt x="11563" y="25034"/>
                </a:lnTo>
                <a:lnTo>
                  <a:pt x="11843" y="25672"/>
                </a:lnTo>
                <a:lnTo>
                  <a:pt x="12124" y="26315"/>
                </a:lnTo>
                <a:lnTo>
                  <a:pt x="12410" y="26703"/>
                </a:lnTo>
                <a:lnTo>
                  <a:pt x="12550" y="27340"/>
                </a:lnTo>
                <a:lnTo>
                  <a:pt x="12830" y="27983"/>
                </a:lnTo>
                <a:lnTo>
                  <a:pt x="13111" y="28626"/>
                </a:lnTo>
                <a:lnTo>
                  <a:pt x="13537" y="29141"/>
                </a:lnTo>
                <a:lnTo>
                  <a:pt x="13817" y="29652"/>
                </a:lnTo>
                <a:lnTo>
                  <a:pt x="14098" y="30294"/>
                </a:lnTo>
                <a:lnTo>
                  <a:pt x="14384" y="30937"/>
                </a:lnTo>
                <a:lnTo>
                  <a:pt x="14664" y="31453"/>
                </a:lnTo>
                <a:lnTo>
                  <a:pt x="14945" y="31963"/>
                </a:lnTo>
                <a:lnTo>
                  <a:pt x="15091" y="32606"/>
                </a:lnTo>
                <a:lnTo>
                  <a:pt x="15511" y="33248"/>
                </a:lnTo>
                <a:lnTo>
                  <a:pt x="15791" y="33758"/>
                </a:lnTo>
                <a:lnTo>
                  <a:pt x="16077" y="34274"/>
                </a:lnTo>
                <a:lnTo>
                  <a:pt x="16358" y="34917"/>
                </a:lnTo>
                <a:lnTo>
                  <a:pt x="16638" y="35560"/>
                </a:lnTo>
                <a:lnTo>
                  <a:pt x="16918" y="35942"/>
                </a:lnTo>
                <a:lnTo>
                  <a:pt x="17205" y="36585"/>
                </a:lnTo>
                <a:lnTo>
                  <a:pt x="17485" y="37100"/>
                </a:lnTo>
                <a:lnTo>
                  <a:pt x="17765" y="37738"/>
                </a:lnTo>
                <a:lnTo>
                  <a:pt x="18051" y="38253"/>
                </a:lnTo>
                <a:lnTo>
                  <a:pt x="18332" y="38769"/>
                </a:lnTo>
                <a:lnTo>
                  <a:pt x="18612" y="39406"/>
                </a:lnTo>
                <a:lnTo>
                  <a:pt x="18892" y="39922"/>
                </a:lnTo>
                <a:lnTo>
                  <a:pt x="19179" y="40564"/>
                </a:lnTo>
                <a:lnTo>
                  <a:pt x="19459" y="40947"/>
                </a:lnTo>
                <a:lnTo>
                  <a:pt x="19885" y="41590"/>
                </a:lnTo>
                <a:lnTo>
                  <a:pt x="20166" y="42105"/>
                </a:lnTo>
                <a:lnTo>
                  <a:pt x="20306" y="42748"/>
                </a:lnTo>
                <a:lnTo>
                  <a:pt x="20586" y="43131"/>
                </a:lnTo>
                <a:lnTo>
                  <a:pt x="20872" y="43774"/>
                </a:lnTo>
                <a:lnTo>
                  <a:pt x="21153" y="44284"/>
                </a:lnTo>
                <a:lnTo>
                  <a:pt x="21433" y="44799"/>
                </a:lnTo>
                <a:lnTo>
                  <a:pt x="21859" y="45314"/>
                </a:lnTo>
                <a:lnTo>
                  <a:pt x="22140" y="45824"/>
                </a:lnTo>
                <a:lnTo>
                  <a:pt x="22420" y="46467"/>
                </a:lnTo>
                <a:lnTo>
                  <a:pt x="22700" y="46983"/>
                </a:lnTo>
                <a:lnTo>
                  <a:pt x="22846" y="47493"/>
                </a:lnTo>
                <a:lnTo>
                  <a:pt x="23127" y="48008"/>
                </a:lnTo>
                <a:lnTo>
                  <a:pt x="23407" y="48523"/>
                </a:lnTo>
                <a:lnTo>
                  <a:pt x="23687" y="49033"/>
                </a:lnTo>
                <a:lnTo>
                  <a:pt x="24114" y="49676"/>
                </a:lnTo>
                <a:lnTo>
                  <a:pt x="24394" y="50064"/>
                </a:lnTo>
                <a:lnTo>
                  <a:pt x="24680" y="50574"/>
                </a:lnTo>
                <a:lnTo>
                  <a:pt x="24960" y="51090"/>
                </a:lnTo>
                <a:lnTo>
                  <a:pt x="25241" y="51732"/>
                </a:lnTo>
                <a:lnTo>
                  <a:pt x="25381" y="52243"/>
                </a:lnTo>
                <a:lnTo>
                  <a:pt x="25667" y="52630"/>
                </a:lnTo>
                <a:lnTo>
                  <a:pt x="26088" y="53140"/>
                </a:lnTo>
                <a:lnTo>
                  <a:pt x="26368" y="53656"/>
                </a:lnTo>
                <a:lnTo>
                  <a:pt x="26654" y="54299"/>
                </a:lnTo>
                <a:lnTo>
                  <a:pt x="26934" y="54681"/>
                </a:lnTo>
                <a:lnTo>
                  <a:pt x="27215" y="55197"/>
                </a:lnTo>
                <a:lnTo>
                  <a:pt x="27495" y="55712"/>
                </a:lnTo>
                <a:lnTo>
                  <a:pt x="27641" y="56222"/>
                </a:lnTo>
                <a:lnTo>
                  <a:pt x="28062" y="56737"/>
                </a:lnTo>
                <a:lnTo>
                  <a:pt x="28342" y="57120"/>
                </a:lnTo>
                <a:lnTo>
                  <a:pt x="28628" y="57635"/>
                </a:lnTo>
                <a:lnTo>
                  <a:pt x="28908" y="58151"/>
                </a:lnTo>
                <a:lnTo>
                  <a:pt x="29189" y="58788"/>
                </a:lnTo>
                <a:lnTo>
                  <a:pt x="29475" y="59304"/>
                </a:lnTo>
                <a:lnTo>
                  <a:pt x="29755" y="59691"/>
                </a:lnTo>
                <a:lnTo>
                  <a:pt x="30036" y="60201"/>
                </a:lnTo>
                <a:lnTo>
                  <a:pt x="30316" y="60717"/>
                </a:lnTo>
                <a:lnTo>
                  <a:pt x="30602" y="61227"/>
                </a:lnTo>
                <a:lnTo>
                  <a:pt x="30882" y="61615"/>
                </a:lnTo>
                <a:lnTo>
                  <a:pt x="31163" y="61997"/>
                </a:lnTo>
                <a:lnTo>
                  <a:pt x="31449" y="62513"/>
                </a:lnTo>
                <a:lnTo>
                  <a:pt x="31729" y="63028"/>
                </a:lnTo>
                <a:lnTo>
                  <a:pt x="32009" y="63538"/>
                </a:lnTo>
                <a:lnTo>
                  <a:pt x="32436" y="63926"/>
                </a:lnTo>
                <a:lnTo>
                  <a:pt x="32716" y="64436"/>
                </a:lnTo>
                <a:lnTo>
                  <a:pt x="32856" y="64951"/>
                </a:lnTo>
                <a:lnTo>
                  <a:pt x="33137" y="65467"/>
                </a:lnTo>
                <a:lnTo>
                  <a:pt x="33423" y="65977"/>
                </a:lnTo>
                <a:lnTo>
                  <a:pt x="33703" y="66237"/>
                </a:lnTo>
                <a:lnTo>
                  <a:pt x="33983" y="66747"/>
                </a:lnTo>
                <a:lnTo>
                  <a:pt x="34410" y="67262"/>
                </a:lnTo>
                <a:lnTo>
                  <a:pt x="34690" y="67778"/>
                </a:lnTo>
                <a:lnTo>
                  <a:pt x="34970" y="68160"/>
                </a:lnTo>
                <a:lnTo>
                  <a:pt x="35257" y="68543"/>
                </a:lnTo>
                <a:lnTo>
                  <a:pt x="35397" y="69058"/>
                </a:lnTo>
                <a:lnTo>
                  <a:pt x="35677" y="69574"/>
                </a:lnTo>
                <a:lnTo>
                  <a:pt x="35957" y="69956"/>
                </a:lnTo>
                <a:lnTo>
                  <a:pt x="36244" y="70472"/>
                </a:lnTo>
                <a:lnTo>
                  <a:pt x="36664" y="70854"/>
                </a:lnTo>
                <a:lnTo>
                  <a:pt x="36944" y="71242"/>
                </a:lnTo>
                <a:lnTo>
                  <a:pt x="37231" y="71752"/>
                </a:lnTo>
                <a:lnTo>
                  <a:pt x="37511" y="72267"/>
                </a:lnTo>
                <a:lnTo>
                  <a:pt x="37791" y="72655"/>
                </a:lnTo>
                <a:lnTo>
                  <a:pt x="37931" y="73165"/>
                </a:lnTo>
                <a:lnTo>
                  <a:pt x="38218" y="73553"/>
                </a:lnTo>
                <a:lnTo>
                  <a:pt x="38638" y="73936"/>
                </a:lnTo>
                <a:lnTo>
                  <a:pt x="38918" y="74451"/>
                </a:lnTo>
                <a:lnTo>
                  <a:pt x="39205" y="74834"/>
                </a:lnTo>
                <a:lnTo>
                  <a:pt x="39485" y="75349"/>
                </a:lnTo>
                <a:lnTo>
                  <a:pt x="39765" y="75604"/>
                </a:lnTo>
                <a:lnTo>
                  <a:pt x="40051" y="76119"/>
                </a:lnTo>
                <a:lnTo>
                  <a:pt x="40332" y="76502"/>
                </a:lnTo>
                <a:lnTo>
                  <a:pt x="40612" y="77017"/>
                </a:lnTo>
                <a:lnTo>
                  <a:pt x="40892" y="77400"/>
                </a:lnTo>
                <a:lnTo>
                  <a:pt x="41179" y="77915"/>
                </a:lnTo>
                <a:lnTo>
                  <a:pt x="41459" y="78170"/>
                </a:lnTo>
                <a:lnTo>
                  <a:pt x="41739" y="78685"/>
                </a:lnTo>
                <a:lnTo>
                  <a:pt x="42025" y="79073"/>
                </a:lnTo>
                <a:lnTo>
                  <a:pt x="42306" y="79583"/>
                </a:lnTo>
                <a:lnTo>
                  <a:pt x="42586" y="79971"/>
                </a:lnTo>
                <a:lnTo>
                  <a:pt x="42866" y="80226"/>
                </a:lnTo>
                <a:lnTo>
                  <a:pt x="43153" y="80742"/>
                </a:lnTo>
                <a:lnTo>
                  <a:pt x="43433" y="81124"/>
                </a:lnTo>
                <a:lnTo>
                  <a:pt x="43713" y="81512"/>
                </a:lnTo>
                <a:lnTo>
                  <a:pt x="43999" y="82022"/>
                </a:lnTo>
                <a:lnTo>
                  <a:pt x="44280" y="82410"/>
                </a:lnTo>
                <a:lnTo>
                  <a:pt x="44560" y="82665"/>
                </a:lnTo>
                <a:lnTo>
                  <a:pt x="44986" y="83180"/>
                </a:lnTo>
                <a:lnTo>
                  <a:pt x="45267" y="83563"/>
                </a:lnTo>
                <a:lnTo>
                  <a:pt x="45407" y="83951"/>
                </a:lnTo>
                <a:lnTo>
                  <a:pt x="45687" y="84333"/>
                </a:lnTo>
                <a:lnTo>
                  <a:pt x="45973" y="84849"/>
                </a:lnTo>
                <a:lnTo>
                  <a:pt x="46254" y="85104"/>
                </a:lnTo>
                <a:lnTo>
                  <a:pt x="46534" y="85486"/>
                </a:lnTo>
                <a:lnTo>
                  <a:pt x="46960" y="85874"/>
                </a:lnTo>
                <a:lnTo>
                  <a:pt x="47241" y="86257"/>
                </a:lnTo>
                <a:lnTo>
                  <a:pt x="47521" y="86644"/>
                </a:lnTo>
                <a:lnTo>
                  <a:pt x="47807" y="87160"/>
                </a:lnTo>
                <a:lnTo>
                  <a:pt x="47947" y="87415"/>
                </a:lnTo>
                <a:lnTo>
                  <a:pt x="48228" y="87797"/>
                </a:lnTo>
                <a:lnTo>
                  <a:pt x="48508" y="88185"/>
                </a:lnTo>
                <a:lnTo>
                  <a:pt x="48794" y="88568"/>
                </a:lnTo>
                <a:lnTo>
                  <a:pt x="49215" y="88956"/>
                </a:lnTo>
                <a:lnTo>
                  <a:pt x="49495" y="89338"/>
                </a:lnTo>
                <a:lnTo>
                  <a:pt x="49781" y="89598"/>
                </a:lnTo>
                <a:lnTo>
                  <a:pt x="50061" y="89981"/>
                </a:lnTo>
                <a:lnTo>
                  <a:pt x="50342" y="90364"/>
                </a:lnTo>
                <a:lnTo>
                  <a:pt x="50482" y="90751"/>
                </a:lnTo>
                <a:lnTo>
                  <a:pt x="50768" y="91134"/>
                </a:lnTo>
                <a:lnTo>
                  <a:pt x="51189" y="91522"/>
                </a:lnTo>
                <a:lnTo>
                  <a:pt x="51469" y="91777"/>
                </a:lnTo>
                <a:lnTo>
                  <a:pt x="51755" y="92165"/>
                </a:lnTo>
                <a:lnTo>
                  <a:pt x="52035" y="92547"/>
                </a:lnTo>
                <a:lnTo>
                  <a:pt x="52316" y="92935"/>
                </a:lnTo>
                <a:lnTo>
                  <a:pt x="52602" y="93318"/>
                </a:lnTo>
                <a:lnTo>
                  <a:pt x="52882" y="93705"/>
                </a:lnTo>
                <a:lnTo>
                  <a:pt x="53163" y="94088"/>
                </a:lnTo>
                <a:lnTo>
                  <a:pt x="53449" y="94343"/>
                </a:lnTo>
                <a:lnTo>
                  <a:pt x="53729" y="94603"/>
                </a:lnTo>
                <a:lnTo>
                  <a:pt x="54009" y="94986"/>
                </a:lnTo>
                <a:lnTo>
                  <a:pt x="54290" y="95374"/>
                </a:lnTo>
                <a:lnTo>
                  <a:pt x="54576" y="95756"/>
                </a:lnTo>
                <a:lnTo>
                  <a:pt x="54856" y="96144"/>
                </a:lnTo>
                <a:lnTo>
                  <a:pt x="55137" y="96399"/>
                </a:lnTo>
                <a:lnTo>
                  <a:pt x="55423" y="96654"/>
                </a:lnTo>
                <a:lnTo>
                  <a:pt x="55703" y="97042"/>
                </a:lnTo>
                <a:lnTo>
                  <a:pt x="55983" y="97425"/>
                </a:lnTo>
                <a:lnTo>
                  <a:pt x="56264" y="97685"/>
                </a:lnTo>
                <a:lnTo>
                  <a:pt x="56550" y="98067"/>
                </a:lnTo>
                <a:lnTo>
                  <a:pt x="56830" y="98450"/>
                </a:lnTo>
              </a:path>
            </a:pathLst>
          </a:custGeom>
          <a:ln w="827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510026" y="5965025"/>
            <a:ext cx="56690" cy="32733"/>
          </a:xfrm>
          <a:custGeom>
            <a:avLst/>
            <a:gdLst/>
            <a:ahLst/>
            <a:cxnLst/>
            <a:rect l="l" t="t" r="r" b="b"/>
            <a:pathLst>
              <a:path w="56690" h="32733">
                <a:moveTo>
                  <a:pt x="0" y="0"/>
                </a:moveTo>
                <a:lnTo>
                  <a:pt x="280" y="387"/>
                </a:lnTo>
                <a:lnTo>
                  <a:pt x="706" y="515"/>
                </a:lnTo>
                <a:lnTo>
                  <a:pt x="986" y="903"/>
                </a:lnTo>
                <a:lnTo>
                  <a:pt x="1127" y="1285"/>
                </a:lnTo>
                <a:lnTo>
                  <a:pt x="1413" y="1540"/>
                </a:lnTo>
                <a:lnTo>
                  <a:pt x="1693" y="1928"/>
                </a:lnTo>
                <a:lnTo>
                  <a:pt x="1973" y="2183"/>
                </a:lnTo>
                <a:lnTo>
                  <a:pt x="2254" y="2571"/>
                </a:lnTo>
                <a:lnTo>
                  <a:pt x="2680" y="2826"/>
                </a:lnTo>
                <a:lnTo>
                  <a:pt x="2960" y="3081"/>
                </a:lnTo>
                <a:lnTo>
                  <a:pt x="3241" y="3469"/>
                </a:lnTo>
                <a:lnTo>
                  <a:pt x="3527" y="3724"/>
                </a:lnTo>
                <a:lnTo>
                  <a:pt x="3667" y="4112"/>
                </a:lnTo>
                <a:lnTo>
                  <a:pt x="3947" y="4367"/>
                </a:lnTo>
                <a:lnTo>
                  <a:pt x="4228" y="4749"/>
                </a:lnTo>
                <a:lnTo>
                  <a:pt x="4514" y="5010"/>
                </a:lnTo>
                <a:lnTo>
                  <a:pt x="4934" y="5265"/>
                </a:lnTo>
                <a:lnTo>
                  <a:pt x="5215" y="5520"/>
                </a:lnTo>
                <a:lnTo>
                  <a:pt x="5501" y="5908"/>
                </a:lnTo>
                <a:lnTo>
                  <a:pt x="5781" y="6163"/>
                </a:lnTo>
                <a:lnTo>
                  <a:pt x="6062" y="6418"/>
                </a:lnTo>
                <a:lnTo>
                  <a:pt x="6208" y="6805"/>
                </a:lnTo>
                <a:lnTo>
                  <a:pt x="6488" y="7061"/>
                </a:lnTo>
                <a:lnTo>
                  <a:pt x="6908" y="7321"/>
                </a:lnTo>
                <a:lnTo>
                  <a:pt x="7195" y="7576"/>
                </a:lnTo>
                <a:lnTo>
                  <a:pt x="7475" y="7831"/>
                </a:lnTo>
                <a:lnTo>
                  <a:pt x="7755" y="8219"/>
                </a:lnTo>
                <a:lnTo>
                  <a:pt x="8036" y="8474"/>
                </a:lnTo>
                <a:lnTo>
                  <a:pt x="8322" y="8729"/>
                </a:lnTo>
                <a:lnTo>
                  <a:pt x="8602" y="8989"/>
                </a:lnTo>
                <a:lnTo>
                  <a:pt x="8882" y="9372"/>
                </a:lnTo>
                <a:lnTo>
                  <a:pt x="9169" y="9627"/>
                </a:lnTo>
                <a:lnTo>
                  <a:pt x="9449" y="9760"/>
                </a:lnTo>
                <a:lnTo>
                  <a:pt x="9729" y="10015"/>
                </a:lnTo>
                <a:lnTo>
                  <a:pt x="10015" y="10397"/>
                </a:lnTo>
                <a:lnTo>
                  <a:pt x="10296" y="10657"/>
                </a:lnTo>
                <a:lnTo>
                  <a:pt x="10576" y="10912"/>
                </a:lnTo>
                <a:lnTo>
                  <a:pt x="10856" y="11167"/>
                </a:lnTo>
                <a:lnTo>
                  <a:pt x="11143" y="11428"/>
                </a:lnTo>
                <a:lnTo>
                  <a:pt x="11423" y="11810"/>
                </a:lnTo>
                <a:lnTo>
                  <a:pt x="11703" y="11938"/>
                </a:lnTo>
                <a:lnTo>
                  <a:pt x="11989" y="12198"/>
                </a:lnTo>
                <a:lnTo>
                  <a:pt x="12270" y="12453"/>
                </a:lnTo>
                <a:lnTo>
                  <a:pt x="12550" y="12708"/>
                </a:lnTo>
                <a:lnTo>
                  <a:pt x="12830" y="12969"/>
                </a:lnTo>
                <a:lnTo>
                  <a:pt x="13257" y="13224"/>
                </a:lnTo>
                <a:lnTo>
                  <a:pt x="13537" y="13479"/>
                </a:lnTo>
                <a:lnTo>
                  <a:pt x="13677" y="13734"/>
                </a:lnTo>
                <a:lnTo>
                  <a:pt x="13963" y="13994"/>
                </a:lnTo>
                <a:lnTo>
                  <a:pt x="14244" y="14249"/>
                </a:lnTo>
                <a:lnTo>
                  <a:pt x="14524" y="14377"/>
                </a:lnTo>
                <a:lnTo>
                  <a:pt x="14810" y="14637"/>
                </a:lnTo>
                <a:lnTo>
                  <a:pt x="15231" y="14892"/>
                </a:lnTo>
                <a:lnTo>
                  <a:pt x="15511" y="15147"/>
                </a:lnTo>
                <a:lnTo>
                  <a:pt x="15797" y="15407"/>
                </a:lnTo>
                <a:lnTo>
                  <a:pt x="16077" y="15662"/>
                </a:lnTo>
                <a:lnTo>
                  <a:pt x="16218" y="15917"/>
                </a:lnTo>
                <a:lnTo>
                  <a:pt x="16498" y="16178"/>
                </a:lnTo>
                <a:lnTo>
                  <a:pt x="16784" y="16433"/>
                </a:lnTo>
                <a:lnTo>
                  <a:pt x="17064" y="16688"/>
                </a:lnTo>
                <a:lnTo>
                  <a:pt x="17485" y="16815"/>
                </a:lnTo>
                <a:lnTo>
                  <a:pt x="17771" y="16943"/>
                </a:lnTo>
                <a:lnTo>
                  <a:pt x="18051" y="17203"/>
                </a:lnTo>
                <a:lnTo>
                  <a:pt x="18332" y="17458"/>
                </a:lnTo>
                <a:lnTo>
                  <a:pt x="18612" y="17713"/>
                </a:lnTo>
                <a:lnTo>
                  <a:pt x="18758" y="17973"/>
                </a:lnTo>
                <a:lnTo>
                  <a:pt x="19038" y="18101"/>
                </a:lnTo>
                <a:lnTo>
                  <a:pt x="19459" y="18356"/>
                </a:lnTo>
                <a:lnTo>
                  <a:pt x="19745" y="18616"/>
                </a:lnTo>
                <a:lnTo>
                  <a:pt x="20025" y="18871"/>
                </a:lnTo>
                <a:lnTo>
                  <a:pt x="20306" y="18999"/>
                </a:lnTo>
                <a:lnTo>
                  <a:pt x="20592" y="19126"/>
                </a:lnTo>
                <a:lnTo>
                  <a:pt x="20872" y="19387"/>
                </a:lnTo>
                <a:lnTo>
                  <a:pt x="21153" y="19514"/>
                </a:lnTo>
                <a:lnTo>
                  <a:pt x="21433" y="19769"/>
                </a:lnTo>
                <a:lnTo>
                  <a:pt x="21719" y="20024"/>
                </a:lnTo>
                <a:lnTo>
                  <a:pt x="21999" y="20152"/>
                </a:lnTo>
                <a:lnTo>
                  <a:pt x="22280" y="20412"/>
                </a:lnTo>
                <a:lnTo>
                  <a:pt x="22566" y="20667"/>
                </a:lnTo>
                <a:lnTo>
                  <a:pt x="22846" y="20795"/>
                </a:lnTo>
                <a:lnTo>
                  <a:pt x="23127" y="21055"/>
                </a:lnTo>
                <a:lnTo>
                  <a:pt x="23407" y="21310"/>
                </a:lnTo>
                <a:lnTo>
                  <a:pt x="23693" y="21310"/>
                </a:lnTo>
                <a:lnTo>
                  <a:pt x="23973" y="21565"/>
                </a:lnTo>
                <a:lnTo>
                  <a:pt x="24254" y="21693"/>
                </a:lnTo>
                <a:lnTo>
                  <a:pt x="24540" y="21953"/>
                </a:lnTo>
                <a:lnTo>
                  <a:pt x="24820" y="22080"/>
                </a:lnTo>
                <a:lnTo>
                  <a:pt x="25101" y="22335"/>
                </a:lnTo>
                <a:lnTo>
                  <a:pt x="25387" y="22463"/>
                </a:lnTo>
                <a:lnTo>
                  <a:pt x="25807" y="22723"/>
                </a:lnTo>
                <a:lnTo>
                  <a:pt x="26088" y="22851"/>
                </a:lnTo>
                <a:lnTo>
                  <a:pt x="26228" y="23106"/>
                </a:lnTo>
                <a:lnTo>
                  <a:pt x="26514" y="23233"/>
                </a:lnTo>
                <a:lnTo>
                  <a:pt x="26794" y="23361"/>
                </a:lnTo>
                <a:lnTo>
                  <a:pt x="27075" y="23621"/>
                </a:lnTo>
                <a:lnTo>
                  <a:pt x="27361" y="23621"/>
                </a:lnTo>
                <a:lnTo>
                  <a:pt x="27781" y="23876"/>
                </a:lnTo>
                <a:lnTo>
                  <a:pt x="28062" y="24004"/>
                </a:lnTo>
                <a:lnTo>
                  <a:pt x="28348" y="24131"/>
                </a:lnTo>
                <a:lnTo>
                  <a:pt x="28628" y="24392"/>
                </a:lnTo>
                <a:lnTo>
                  <a:pt x="28768" y="24519"/>
                </a:lnTo>
                <a:lnTo>
                  <a:pt x="29049" y="24647"/>
                </a:lnTo>
                <a:lnTo>
                  <a:pt x="29335" y="24902"/>
                </a:lnTo>
                <a:lnTo>
                  <a:pt x="29615" y="25029"/>
                </a:lnTo>
                <a:lnTo>
                  <a:pt x="30036" y="25162"/>
                </a:lnTo>
                <a:lnTo>
                  <a:pt x="30322" y="25290"/>
                </a:lnTo>
                <a:lnTo>
                  <a:pt x="30602" y="25545"/>
                </a:lnTo>
                <a:lnTo>
                  <a:pt x="30882" y="25672"/>
                </a:lnTo>
                <a:lnTo>
                  <a:pt x="31168" y="25800"/>
                </a:lnTo>
                <a:lnTo>
                  <a:pt x="31309" y="25932"/>
                </a:lnTo>
                <a:lnTo>
                  <a:pt x="31589" y="26060"/>
                </a:lnTo>
                <a:lnTo>
                  <a:pt x="32009" y="26187"/>
                </a:lnTo>
                <a:lnTo>
                  <a:pt x="32296" y="26315"/>
                </a:lnTo>
                <a:lnTo>
                  <a:pt x="32576" y="26442"/>
                </a:lnTo>
                <a:lnTo>
                  <a:pt x="32856" y="26570"/>
                </a:lnTo>
                <a:lnTo>
                  <a:pt x="33142" y="26703"/>
                </a:lnTo>
                <a:lnTo>
                  <a:pt x="33423" y="26830"/>
                </a:lnTo>
                <a:lnTo>
                  <a:pt x="33703" y="27085"/>
                </a:lnTo>
                <a:lnTo>
                  <a:pt x="33843" y="27213"/>
                </a:lnTo>
                <a:lnTo>
                  <a:pt x="34270" y="27340"/>
                </a:lnTo>
                <a:lnTo>
                  <a:pt x="34550" y="27473"/>
                </a:lnTo>
                <a:lnTo>
                  <a:pt x="34830" y="27601"/>
                </a:lnTo>
                <a:lnTo>
                  <a:pt x="35116" y="27728"/>
                </a:lnTo>
                <a:lnTo>
                  <a:pt x="35397" y="27856"/>
                </a:lnTo>
                <a:lnTo>
                  <a:pt x="35677" y="27983"/>
                </a:lnTo>
                <a:lnTo>
                  <a:pt x="35963" y="28111"/>
                </a:lnTo>
                <a:lnTo>
                  <a:pt x="36244" y="28238"/>
                </a:lnTo>
                <a:lnTo>
                  <a:pt x="36524" y="28238"/>
                </a:lnTo>
                <a:lnTo>
                  <a:pt x="36804" y="28371"/>
                </a:lnTo>
                <a:lnTo>
                  <a:pt x="37090" y="28499"/>
                </a:lnTo>
                <a:lnTo>
                  <a:pt x="37371" y="28626"/>
                </a:lnTo>
                <a:lnTo>
                  <a:pt x="37651" y="28754"/>
                </a:lnTo>
                <a:lnTo>
                  <a:pt x="37937" y="28881"/>
                </a:lnTo>
                <a:lnTo>
                  <a:pt x="38358" y="28881"/>
                </a:lnTo>
                <a:lnTo>
                  <a:pt x="38638" y="29009"/>
                </a:lnTo>
                <a:lnTo>
                  <a:pt x="38784" y="29141"/>
                </a:lnTo>
                <a:lnTo>
                  <a:pt x="39064" y="29269"/>
                </a:lnTo>
                <a:lnTo>
                  <a:pt x="39345" y="29396"/>
                </a:lnTo>
                <a:lnTo>
                  <a:pt x="39625" y="29524"/>
                </a:lnTo>
                <a:lnTo>
                  <a:pt x="39911" y="29652"/>
                </a:lnTo>
                <a:lnTo>
                  <a:pt x="40192" y="29652"/>
                </a:lnTo>
                <a:lnTo>
                  <a:pt x="40612" y="29779"/>
                </a:lnTo>
                <a:lnTo>
                  <a:pt x="40898" y="29912"/>
                </a:lnTo>
                <a:lnTo>
                  <a:pt x="41179" y="30039"/>
                </a:lnTo>
                <a:lnTo>
                  <a:pt x="41319" y="30039"/>
                </a:lnTo>
                <a:lnTo>
                  <a:pt x="41599" y="30167"/>
                </a:lnTo>
                <a:lnTo>
                  <a:pt x="41885" y="30294"/>
                </a:lnTo>
                <a:lnTo>
                  <a:pt x="42166" y="30422"/>
                </a:lnTo>
                <a:lnTo>
                  <a:pt x="42586" y="30422"/>
                </a:lnTo>
                <a:lnTo>
                  <a:pt x="42872" y="30549"/>
                </a:lnTo>
                <a:lnTo>
                  <a:pt x="43153" y="30549"/>
                </a:lnTo>
                <a:lnTo>
                  <a:pt x="43433" y="30549"/>
                </a:lnTo>
                <a:lnTo>
                  <a:pt x="43719" y="30677"/>
                </a:lnTo>
                <a:lnTo>
                  <a:pt x="43859" y="30810"/>
                </a:lnTo>
                <a:lnTo>
                  <a:pt x="44140" y="30810"/>
                </a:lnTo>
                <a:lnTo>
                  <a:pt x="44566" y="30937"/>
                </a:lnTo>
                <a:lnTo>
                  <a:pt x="44846" y="30937"/>
                </a:lnTo>
                <a:lnTo>
                  <a:pt x="45127" y="31065"/>
                </a:lnTo>
                <a:lnTo>
                  <a:pt x="45407" y="31192"/>
                </a:lnTo>
                <a:lnTo>
                  <a:pt x="45693" y="31192"/>
                </a:lnTo>
                <a:lnTo>
                  <a:pt x="45973" y="31320"/>
                </a:lnTo>
                <a:lnTo>
                  <a:pt x="46254" y="31320"/>
                </a:lnTo>
                <a:lnTo>
                  <a:pt x="46394" y="31447"/>
                </a:lnTo>
                <a:lnTo>
                  <a:pt x="46820" y="31447"/>
                </a:lnTo>
                <a:lnTo>
                  <a:pt x="47100" y="31580"/>
                </a:lnTo>
                <a:lnTo>
                  <a:pt x="47381" y="31580"/>
                </a:lnTo>
                <a:lnTo>
                  <a:pt x="47667" y="31708"/>
                </a:lnTo>
                <a:lnTo>
                  <a:pt x="47947" y="31708"/>
                </a:lnTo>
                <a:lnTo>
                  <a:pt x="48228" y="31835"/>
                </a:lnTo>
                <a:lnTo>
                  <a:pt x="48514" y="31835"/>
                </a:lnTo>
                <a:lnTo>
                  <a:pt x="48934" y="31963"/>
                </a:lnTo>
                <a:lnTo>
                  <a:pt x="49074" y="31963"/>
                </a:lnTo>
                <a:lnTo>
                  <a:pt x="49361" y="31963"/>
                </a:lnTo>
                <a:lnTo>
                  <a:pt x="49641" y="32090"/>
                </a:lnTo>
                <a:lnTo>
                  <a:pt x="49921" y="32090"/>
                </a:lnTo>
                <a:lnTo>
                  <a:pt x="50202" y="32090"/>
                </a:lnTo>
                <a:lnTo>
                  <a:pt x="50488" y="32218"/>
                </a:lnTo>
                <a:lnTo>
                  <a:pt x="50908" y="32218"/>
                </a:lnTo>
                <a:lnTo>
                  <a:pt x="51189" y="32218"/>
                </a:lnTo>
                <a:lnTo>
                  <a:pt x="51475" y="32351"/>
                </a:lnTo>
                <a:lnTo>
                  <a:pt x="51615" y="32351"/>
                </a:lnTo>
                <a:lnTo>
                  <a:pt x="51895" y="32351"/>
                </a:lnTo>
                <a:lnTo>
                  <a:pt x="52176" y="32478"/>
                </a:lnTo>
                <a:lnTo>
                  <a:pt x="52462" y="32478"/>
                </a:lnTo>
                <a:lnTo>
                  <a:pt x="52742" y="32478"/>
                </a:lnTo>
                <a:lnTo>
                  <a:pt x="53168" y="32478"/>
                </a:lnTo>
                <a:lnTo>
                  <a:pt x="53449" y="32606"/>
                </a:lnTo>
                <a:lnTo>
                  <a:pt x="53729" y="32606"/>
                </a:lnTo>
                <a:lnTo>
                  <a:pt x="53869" y="32606"/>
                </a:lnTo>
                <a:lnTo>
                  <a:pt x="54155" y="32606"/>
                </a:lnTo>
                <a:lnTo>
                  <a:pt x="54436" y="32606"/>
                </a:lnTo>
                <a:lnTo>
                  <a:pt x="54716" y="32733"/>
                </a:lnTo>
                <a:lnTo>
                  <a:pt x="55142" y="32733"/>
                </a:lnTo>
                <a:lnTo>
                  <a:pt x="55423" y="32733"/>
                </a:lnTo>
                <a:lnTo>
                  <a:pt x="55703" y="32733"/>
                </a:lnTo>
                <a:lnTo>
                  <a:pt x="55983" y="32733"/>
                </a:lnTo>
                <a:lnTo>
                  <a:pt x="56270" y="32733"/>
                </a:lnTo>
                <a:lnTo>
                  <a:pt x="56410" y="32733"/>
                </a:lnTo>
                <a:lnTo>
                  <a:pt x="56690" y="32733"/>
                </a:lnTo>
              </a:path>
            </a:pathLst>
          </a:custGeom>
          <a:ln w="788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566716" y="5972601"/>
            <a:ext cx="56976" cy="25284"/>
          </a:xfrm>
          <a:custGeom>
            <a:avLst/>
            <a:gdLst/>
            <a:ahLst/>
            <a:cxnLst/>
            <a:rect l="l" t="t" r="r" b="b"/>
            <a:pathLst>
              <a:path w="56976" h="25284">
                <a:moveTo>
                  <a:pt x="0" y="25157"/>
                </a:moveTo>
                <a:lnTo>
                  <a:pt x="426" y="25157"/>
                </a:lnTo>
                <a:lnTo>
                  <a:pt x="706" y="25157"/>
                </a:lnTo>
                <a:lnTo>
                  <a:pt x="986" y="25284"/>
                </a:lnTo>
                <a:lnTo>
                  <a:pt x="1273" y="25284"/>
                </a:lnTo>
                <a:lnTo>
                  <a:pt x="1553" y="25284"/>
                </a:lnTo>
                <a:lnTo>
                  <a:pt x="1833" y="25284"/>
                </a:lnTo>
                <a:lnTo>
                  <a:pt x="2114" y="25284"/>
                </a:lnTo>
                <a:lnTo>
                  <a:pt x="2260" y="25284"/>
                </a:lnTo>
                <a:lnTo>
                  <a:pt x="2680" y="25284"/>
                </a:lnTo>
                <a:lnTo>
                  <a:pt x="2960" y="25157"/>
                </a:lnTo>
                <a:lnTo>
                  <a:pt x="3247" y="25157"/>
                </a:lnTo>
                <a:lnTo>
                  <a:pt x="3527" y="25157"/>
                </a:lnTo>
                <a:lnTo>
                  <a:pt x="3807" y="25157"/>
                </a:lnTo>
                <a:lnTo>
                  <a:pt x="4088" y="25157"/>
                </a:lnTo>
                <a:lnTo>
                  <a:pt x="4374" y="25157"/>
                </a:lnTo>
                <a:lnTo>
                  <a:pt x="4794" y="25157"/>
                </a:lnTo>
                <a:lnTo>
                  <a:pt x="4934" y="25157"/>
                </a:lnTo>
                <a:lnTo>
                  <a:pt x="5221" y="25157"/>
                </a:lnTo>
                <a:lnTo>
                  <a:pt x="5501" y="25157"/>
                </a:lnTo>
                <a:lnTo>
                  <a:pt x="5781" y="25029"/>
                </a:lnTo>
                <a:lnTo>
                  <a:pt x="6067" y="25029"/>
                </a:lnTo>
                <a:lnTo>
                  <a:pt x="6348" y="25029"/>
                </a:lnTo>
                <a:lnTo>
                  <a:pt x="6768" y="25029"/>
                </a:lnTo>
                <a:lnTo>
                  <a:pt x="7054" y="25029"/>
                </a:lnTo>
                <a:lnTo>
                  <a:pt x="7335" y="24902"/>
                </a:lnTo>
                <a:lnTo>
                  <a:pt x="7475" y="24902"/>
                </a:lnTo>
                <a:lnTo>
                  <a:pt x="7755" y="24902"/>
                </a:lnTo>
                <a:lnTo>
                  <a:pt x="8041" y="24902"/>
                </a:lnTo>
                <a:lnTo>
                  <a:pt x="8322" y="24774"/>
                </a:lnTo>
                <a:lnTo>
                  <a:pt x="8602" y="24774"/>
                </a:lnTo>
                <a:lnTo>
                  <a:pt x="9028" y="24774"/>
                </a:lnTo>
                <a:lnTo>
                  <a:pt x="9309" y="24641"/>
                </a:lnTo>
                <a:lnTo>
                  <a:pt x="9589" y="24641"/>
                </a:lnTo>
                <a:lnTo>
                  <a:pt x="9875" y="24641"/>
                </a:lnTo>
                <a:lnTo>
                  <a:pt x="10015" y="24641"/>
                </a:lnTo>
                <a:lnTo>
                  <a:pt x="10296" y="24514"/>
                </a:lnTo>
                <a:lnTo>
                  <a:pt x="10576" y="24514"/>
                </a:lnTo>
                <a:lnTo>
                  <a:pt x="11002" y="24386"/>
                </a:lnTo>
                <a:lnTo>
                  <a:pt x="11283" y="24386"/>
                </a:lnTo>
                <a:lnTo>
                  <a:pt x="11563" y="24386"/>
                </a:lnTo>
                <a:lnTo>
                  <a:pt x="11849" y="24259"/>
                </a:lnTo>
                <a:lnTo>
                  <a:pt x="12130" y="24259"/>
                </a:lnTo>
                <a:lnTo>
                  <a:pt x="12410" y="24131"/>
                </a:lnTo>
                <a:lnTo>
                  <a:pt x="12550" y="24131"/>
                </a:lnTo>
                <a:lnTo>
                  <a:pt x="12976" y="24004"/>
                </a:lnTo>
                <a:lnTo>
                  <a:pt x="13257" y="24004"/>
                </a:lnTo>
                <a:lnTo>
                  <a:pt x="13537" y="24004"/>
                </a:lnTo>
                <a:lnTo>
                  <a:pt x="13823" y="23871"/>
                </a:lnTo>
                <a:lnTo>
                  <a:pt x="14104" y="23871"/>
                </a:lnTo>
                <a:lnTo>
                  <a:pt x="14384" y="23743"/>
                </a:lnTo>
                <a:lnTo>
                  <a:pt x="14670" y="23616"/>
                </a:lnTo>
                <a:lnTo>
                  <a:pt x="14810" y="23616"/>
                </a:lnTo>
                <a:lnTo>
                  <a:pt x="15231" y="23488"/>
                </a:lnTo>
                <a:lnTo>
                  <a:pt x="15511" y="23488"/>
                </a:lnTo>
                <a:lnTo>
                  <a:pt x="15797" y="23361"/>
                </a:lnTo>
                <a:lnTo>
                  <a:pt x="16077" y="23361"/>
                </a:lnTo>
                <a:lnTo>
                  <a:pt x="16358" y="23233"/>
                </a:lnTo>
                <a:lnTo>
                  <a:pt x="16644" y="23101"/>
                </a:lnTo>
                <a:lnTo>
                  <a:pt x="16924" y="23101"/>
                </a:lnTo>
                <a:lnTo>
                  <a:pt x="17345" y="22973"/>
                </a:lnTo>
                <a:lnTo>
                  <a:pt x="17485" y="22973"/>
                </a:lnTo>
                <a:lnTo>
                  <a:pt x="17771" y="22973"/>
                </a:lnTo>
                <a:lnTo>
                  <a:pt x="18051" y="22846"/>
                </a:lnTo>
                <a:lnTo>
                  <a:pt x="18332" y="22846"/>
                </a:lnTo>
                <a:lnTo>
                  <a:pt x="18618" y="22718"/>
                </a:lnTo>
                <a:lnTo>
                  <a:pt x="18898" y="22591"/>
                </a:lnTo>
                <a:lnTo>
                  <a:pt x="19319" y="22591"/>
                </a:lnTo>
                <a:lnTo>
                  <a:pt x="19605" y="22463"/>
                </a:lnTo>
                <a:lnTo>
                  <a:pt x="19885" y="22335"/>
                </a:lnTo>
                <a:lnTo>
                  <a:pt x="20025" y="22203"/>
                </a:lnTo>
                <a:lnTo>
                  <a:pt x="20306" y="22203"/>
                </a:lnTo>
                <a:lnTo>
                  <a:pt x="20592" y="22075"/>
                </a:lnTo>
                <a:lnTo>
                  <a:pt x="20872" y="21948"/>
                </a:lnTo>
                <a:lnTo>
                  <a:pt x="21153" y="21820"/>
                </a:lnTo>
                <a:lnTo>
                  <a:pt x="21579" y="21693"/>
                </a:lnTo>
                <a:lnTo>
                  <a:pt x="21859" y="21693"/>
                </a:lnTo>
                <a:lnTo>
                  <a:pt x="22140" y="21565"/>
                </a:lnTo>
                <a:lnTo>
                  <a:pt x="22426" y="21432"/>
                </a:lnTo>
                <a:lnTo>
                  <a:pt x="22566" y="21305"/>
                </a:lnTo>
                <a:lnTo>
                  <a:pt x="22846" y="21177"/>
                </a:lnTo>
                <a:lnTo>
                  <a:pt x="23127" y="21050"/>
                </a:lnTo>
                <a:lnTo>
                  <a:pt x="23553" y="21050"/>
                </a:lnTo>
                <a:lnTo>
                  <a:pt x="23833" y="20922"/>
                </a:lnTo>
                <a:lnTo>
                  <a:pt x="24114" y="20795"/>
                </a:lnTo>
                <a:lnTo>
                  <a:pt x="24400" y="20662"/>
                </a:lnTo>
                <a:lnTo>
                  <a:pt x="24680" y="20662"/>
                </a:lnTo>
                <a:lnTo>
                  <a:pt x="24960" y="20534"/>
                </a:lnTo>
                <a:lnTo>
                  <a:pt x="25101" y="20407"/>
                </a:lnTo>
                <a:lnTo>
                  <a:pt x="25527" y="20279"/>
                </a:lnTo>
                <a:lnTo>
                  <a:pt x="25807" y="20152"/>
                </a:lnTo>
                <a:lnTo>
                  <a:pt x="26088" y="20024"/>
                </a:lnTo>
                <a:lnTo>
                  <a:pt x="26374" y="19897"/>
                </a:lnTo>
                <a:lnTo>
                  <a:pt x="26654" y="19764"/>
                </a:lnTo>
                <a:lnTo>
                  <a:pt x="26934" y="19636"/>
                </a:lnTo>
                <a:lnTo>
                  <a:pt x="27221" y="19509"/>
                </a:lnTo>
                <a:lnTo>
                  <a:pt x="27501" y="19381"/>
                </a:lnTo>
                <a:lnTo>
                  <a:pt x="27781" y="19254"/>
                </a:lnTo>
                <a:lnTo>
                  <a:pt x="28062" y="19126"/>
                </a:lnTo>
                <a:lnTo>
                  <a:pt x="28348" y="18994"/>
                </a:lnTo>
                <a:lnTo>
                  <a:pt x="28628" y="18866"/>
                </a:lnTo>
                <a:lnTo>
                  <a:pt x="28908" y="18739"/>
                </a:lnTo>
                <a:lnTo>
                  <a:pt x="29195" y="18611"/>
                </a:lnTo>
                <a:lnTo>
                  <a:pt x="29475" y="18484"/>
                </a:lnTo>
                <a:lnTo>
                  <a:pt x="29895" y="18356"/>
                </a:lnTo>
                <a:lnTo>
                  <a:pt x="30041" y="18356"/>
                </a:lnTo>
                <a:lnTo>
                  <a:pt x="30322" y="18096"/>
                </a:lnTo>
                <a:lnTo>
                  <a:pt x="30602" y="17968"/>
                </a:lnTo>
                <a:lnTo>
                  <a:pt x="30882" y="17841"/>
                </a:lnTo>
                <a:lnTo>
                  <a:pt x="31168" y="17713"/>
                </a:lnTo>
                <a:lnTo>
                  <a:pt x="31449" y="17586"/>
                </a:lnTo>
                <a:lnTo>
                  <a:pt x="31869" y="17453"/>
                </a:lnTo>
                <a:lnTo>
                  <a:pt x="32155" y="17198"/>
                </a:lnTo>
                <a:lnTo>
                  <a:pt x="32436" y="17070"/>
                </a:lnTo>
                <a:lnTo>
                  <a:pt x="32576" y="16943"/>
                </a:lnTo>
                <a:lnTo>
                  <a:pt x="32856" y="16815"/>
                </a:lnTo>
                <a:lnTo>
                  <a:pt x="33142" y="16688"/>
                </a:lnTo>
                <a:lnTo>
                  <a:pt x="33423" y="16427"/>
                </a:lnTo>
                <a:lnTo>
                  <a:pt x="33703" y="16300"/>
                </a:lnTo>
                <a:lnTo>
                  <a:pt x="34129" y="16172"/>
                </a:lnTo>
                <a:lnTo>
                  <a:pt x="34410" y="16045"/>
                </a:lnTo>
                <a:lnTo>
                  <a:pt x="34690" y="15917"/>
                </a:lnTo>
                <a:lnTo>
                  <a:pt x="34976" y="15785"/>
                </a:lnTo>
                <a:lnTo>
                  <a:pt x="35116" y="15657"/>
                </a:lnTo>
                <a:lnTo>
                  <a:pt x="35397" y="15402"/>
                </a:lnTo>
                <a:lnTo>
                  <a:pt x="35677" y="15274"/>
                </a:lnTo>
                <a:lnTo>
                  <a:pt x="36103" y="15147"/>
                </a:lnTo>
                <a:lnTo>
                  <a:pt x="36384" y="14887"/>
                </a:lnTo>
                <a:lnTo>
                  <a:pt x="36664" y="14759"/>
                </a:lnTo>
                <a:lnTo>
                  <a:pt x="36950" y="14632"/>
                </a:lnTo>
                <a:lnTo>
                  <a:pt x="37231" y="14377"/>
                </a:lnTo>
                <a:lnTo>
                  <a:pt x="37511" y="14249"/>
                </a:lnTo>
                <a:lnTo>
                  <a:pt x="37651" y="13989"/>
                </a:lnTo>
                <a:lnTo>
                  <a:pt x="38077" y="13861"/>
                </a:lnTo>
                <a:lnTo>
                  <a:pt x="38358" y="13734"/>
                </a:lnTo>
                <a:lnTo>
                  <a:pt x="38644" y="13606"/>
                </a:lnTo>
                <a:lnTo>
                  <a:pt x="38924" y="13479"/>
                </a:lnTo>
                <a:lnTo>
                  <a:pt x="39205" y="13218"/>
                </a:lnTo>
                <a:lnTo>
                  <a:pt x="39485" y="13091"/>
                </a:lnTo>
                <a:lnTo>
                  <a:pt x="39771" y="12836"/>
                </a:lnTo>
                <a:lnTo>
                  <a:pt x="40051" y="12708"/>
                </a:lnTo>
                <a:lnTo>
                  <a:pt x="40332" y="12448"/>
                </a:lnTo>
                <a:lnTo>
                  <a:pt x="40618" y="12320"/>
                </a:lnTo>
                <a:lnTo>
                  <a:pt x="40898" y="12065"/>
                </a:lnTo>
                <a:lnTo>
                  <a:pt x="41179" y="11938"/>
                </a:lnTo>
                <a:lnTo>
                  <a:pt x="41459" y="11678"/>
                </a:lnTo>
                <a:lnTo>
                  <a:pt x="41745" y="11550"/>
                </a:lnTo>
                <a:lnTo>
                  <a:pt x="42025" y="11423"/>
                </a:lnTo>
                <a:lnTo>
                  <a:pt x="42446" y="11295"/>
                </a:lnTo>
                <a:lnTo>
                  <a:pt x="42592" y="11040"/>
                </a:lnTo>
                <a:lnTo>
                  <a:pt x="42872" y="10907"/>
                </a:lnTo>
                <a:lnTo>
                  <a:pt x="43153" y="10652"/>
                </a:lnTo>
                <a:lnTo>
                  <a:pt x="43439" y="10397"/>
                </a:lnTo>
                <a:lnTo>
                  <a:pt x="43719" y="10270"/>
                </a:lnTo>
                <a:lnTo>
                  <a:pt x="43999" y="10009"/>
                </a:lnTo>
                <a:lnTo>
                  <a:pt x="44426" y="9754"/>
                </a:lnTo>
                <a:lnTo>
                  <a:pt x="44706" y="9627"/>
                </a:lnTo>
                <a:lnTo>
                  <a:pt x="44986" y="9366"/>
                </a:lnTo>
                <a:lnTo>
                  <a:pt x="45127" y="9239"/>
                </a:lnTo>
                <a:lnTo>
                  <a:pt x="45413" y="9111"/>
                </a:lnTo>
                <a:lnTo>
                  <a:pt x="45693" y="8856"/>
                </a:lnTo>
                <a:lnTo>
                  <a:pt x="45973" y="8729"/>
                </a:lnTo>
                <a:lnTo>
                  <a:pt x="46254" y="8468"/>
                </a:lnTo>
                <a:lnTo>
                  <a:pt x="46680" y="8213"/>
                </a:lnTo>
                <a:lnTo>
                  <a:pt x="46960" y="7958"/>
                </a:lnTo>
                <a:lnTo>
                  <a:pt x="47241" y="7831"/>
                </a:lnTo>
                <a:lnTo>
                  <a:pt x="47527" y="7571"/>
                </a:lnTo>
                <a:lnTo>
                  <a:pt x="47667" y="7316"/>
                </a:lnTo>
                <a:lnTo>
                  <a:pt x="47947" y="7061"/>
                </a:lnTo>
                <a:lnTo>
                  <a:pt x="48233" y="6928"/>
                </a:lnTo>
                <a:lnTo>
                  <a:pt x="48654" y="6673"/>
                </a:lnTo>
                <a:lnTo>
                  <a:pt x="48934" y="6545"/>
                </a:lnTo>
                <a:lnTo>
                  <a:pt x="49220" y="6290"/>
                </a:lnTo>
                <a:lnTo>
                  <a:pt x="49501" y="6157"/>
                </a:lnTo>
                <a:lnTo>
                  <a:pt x="49781" y="5902"/>
                </a:lnTo>
                <a:lnTo>
                  <a:pt x="50061" y="5647"/>
                </a:lnTo>
                <a:lnTo>
                  <a:pt x="50207" y="5392"/>
                </a:lnTo>
                <a:lnTo>
                  <a:pt x="50628" y="5132"/>
                </a:lnTo>
                <a:lnTo>
                  <a:pt x="50908" y="4877"/>
                </a:lnTo>
                <a:lnTo>
                  <a:pt x="51194" y="4749"/>
                </a:lnTo>
                <a:lnTo>
                  <a:pt x="51475" y="4489"/>
                </a:lnTo>
                <a:lnTo>
                  <a:pt x="51755" y="4361"/>
                </a:lnTo>
                <a:lnTo>
                  <a:pt x="52035" y="4106"/>
                </a:lnTo>
                <a:lnTo>
                  <a:pt x="52322" y="3851"/>
                </a:lnTo>
                <a:lnTo>
                  <a:pt x="52602" y="3591"/>
                </a:lnTo>
                <a:lnTo>
                  <a:pt x="52882" y="3336"/>
                </a:lnTo>
                <a:lnTo>
                  <a:pt x="53168" y="3081"/>
                </a:lnTo>
                <a:lnTo>
                  <a:pt x="53449" y="2821"/>
                </a:lnTo>
                <a:lnTo>
                  <a:pt x="53729" y="2693"/>
                </a:lnTo>
                <a:lnTo>
                  <a:pt x="54015" y="2438"/>
                </a:lnTo>
                <a:lnTo>
                  <a:pt x="54296" y="2183"/>
                </a:lnTo>
                <a:lnTo>
                  <a:pt x="54576" y="2050"/>
                </a:lnTo>
                <a:lnTo>
                  <a:pt x="55002" y="1795"/>
                </a:lnTo>
                <a:lnTo>
                  <a:pt x="55142" y="1540"/>
                </a:lnTo>
                <a:lnTo>
                  <a:pt x="55423" y="1280"/>
                </a:lnTo>
                <a:lnTo>
                  <a:pt x="55703" y="1025"/>
                </a:lnTo>
                <a:lnTo>
                  <a:pt x="55989" y="770"/>
                </a:lnTo>
                <a:lnTo>
                  <a:pt x="56270" y="510"/>
                </a:lnTo>
                <a:lnTo>
                  <a:pt x="56550" y="255"/>
                </a:lnTo>
                <a:lnTo>
                  <a:pt x="56976" y="0"/>
                </a:lnTo>
              </a:path>
            </a:pathLst>
          </a:custGeom>
          <a:ln w="782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623693" y="5905599"/>
            <a:ext cx="56696" cy="67002"/>
          </a:xfrm>
          <a:custGeom>
            <a:avLst/>
            <a:gdLst/>
            <a:ahLst/>
            <a:cxnLst/>
            <a:rect l="l" t="t" r="r" b="b"/>
            <a:pathLst>
              <a:path w="56696" h="67002">
                <a:moveTo>
                  <a:pt x="0" y="67002"/>
                </a:moveTo>
                <a:lnTo>
                  <a:pt x="280" y="66747"/>
                </a:lnTo>
                <a:lnTo>
                  <a:pt x="560" y="66614"/>
                </a:lnTo>
                <a:lnTo>
                  <a:pt x="700" y="66359"/>
                </a:lnTo>
                <a:lnTo>
                  <a:pt x="986" y="65977"/>
                </a:lnTo>
                <a:lnTo>
                  <a:pt x="1267" y="65716"/>
                </a:lnTo>
                <a:lnTo>
                  <a:pt x="1547" y="65461"/>
                </a:lnTo>
                <a:lnTo>
                  <a:pt x="1833" y="65206"/>
                </a:lnTo>
                <a:lnTo>
                  <a:pt x="2254" y="64946"/>
                </a:lnTo>
                <a:lnTo>
                  <a:pt x="2534" y="64691"/>
                </a:lnTo>
                <a:lnTo>
                  <a:pt x="2820" y="64436"/>
                </a:lnTo>
                <a:lnTo>
                  <a:pt x="3101" y="64308"/>
                </a:lnTo>
                <a:lnTo>
                  <a:pt x="3241" y="64048"/>
                </a:lnTo>
                <a:lnTo>
                  <a:pt x="3521" y="63793"/>
                </a:lnTo>
                <a:lnTo>
                  <a:pt x="3807" y="63405"/>
                </a:lnTo>
                <a:lnTo>
                  <a:pt x="4228" y="63150"/>
                </a:lnTo>
                <a:lnTo>
                  <a:pt x="4508" y="62895"/>
                </a:lnTo>
                <a:lnTo>
                  <a:pt x="4794" y="62635"/>
                </a:lnTo>
                <a:lnTo>
                  <a:pt x="5075" y="62380"/>
                </a:lnTo>
                <a:lnTo>
                  <a:pt x="5355" y="62125"/>
                </a:lnTo>
                <a:lnTo>
                  <a:pt x="5641" y="61870"/>
                </a:lnTo>
                <a:lnTo>
                  <a:pt x="5781" y="61609"/>
                </a:lnTo>
                <a:lnTo>
                  <a:pt x="6062" y="61354"/>
                </a:lnTo>
                <a:lnTo>
                  <a:pt x="6482" y="61099"/>
                </a:lnTo>
                <a:lnTo>
                  <a:pt x="6768" y="60711"/>
                </a:lnTo>
                <a:lnTo>
                  <a:pt x="7049" y="60456"/>
                </a:lnTo>
                <a:lnTo>
                  <a:pt x="7329" y="60196"/>
                </a:lnTo>
                <a:lnTo>
                  <a:pt x="7615" y="59941"/>
                </a:lnTo>
                <a:lnTo>
                  <a:pt x="7895" y="59686"/>
                </a:lnTo>
                <a:lnTo>
                  <a:pt x="8176" y="59426"/>
                </a:lnTo>
                <a:lnTo>
                  <a:pt x="8456" y="59171"/>
                </a:lnTo>
                <a:lnTo>
                  <a:pt x="8742" y="58788"/>
                </a:lnTo>
                <a:lnTo>
                  <a:pt x="9023" y="58528"/>
                </a:lnTo>
                <a:lnTo>
                  <a:pt x="9303" y="58273"/>
                </a:lnTo>
                <a:lnTo>
                  <a:pt x="9589" y="58018"/>
                </a:lnTo>
                <a:lnTo>
                  <a:pt x="9869" y="57630"/>
                </a:lnTo>
                <a:lnTo>
                  <a:pt x="10150" y="57502"/>
                </a:lnTo>
                <a:lnTo>
                  <a:pt x="10576" y="57247"/>
                </a:lnTo>
                <a:lnTo>
                  <a:pt x="10716" y="56860"/>
                </a:lnTo>
                <a:lnTo>
                  <a:pt x="10997" y="56605"/>
                </a:lnTo>
                <a:lnTo>
                  <a:pt x="11277" y="56222"/>
                </a:lnTo>
                <a:lnTo>
                  <a:pt x="11563" y="55962"/>
                </a:lnTo>
                <a:lnTo>
                  <a:pt x="11843" y="55707"/>
                </a:lnTo>
                <a:lnTo>
                  <a:pt x="12124" y="55319"/>
                </a:lnTo>
                <a:lnTo>
                  <a:pt x="12410" y="55064"/>
                </a:lnTo>
                <a:lnTo>
                  <a:pt x="12830" y="54936"/>
                </a:lnTo>
                <a:lnTo>
                  <a:pt x="13111" y="54548"/>
                </a:lnTo>
                <a:lnTo>
                  <a:pt x="13251" y="54293"/>
                </a:lnTo>
                <a:lnTo>
                  <a:pt x="13537" y="53911"/>
                </a:lnTo>
                <a:lnTo>
                  <a:pt x="13817" y="53650"/>
                </a:lnTo>
                <a:lnTo>
                  <a:pt x="14098" y="53268"/>
                </a:lnTo>
                <a:lnTo>
                  <a:pt x="14384" y="53013"/>
                </a:lnTo>
                <a:lnTo>
                  <a:pt x="14804" y="52753"/>
                </a:lnTo>
                <a:lnTo>
                  <a:pt x="15085" y="52498"/>
                </a:lnTo>
                <a:lnTo>
                  <a:pt x="15371" y="52243"/>
                </a:lnTo>
                <a:lnTo>
                  <a:pt x="15651" y="51855"/>
                </a:lnTo>
                <a:lnTo>
                  <a:pt x="15791" y="51600"/>
                </a:lnTo>
                <a:lnTo>
                  <a:pt x="16072" y="51212"/>
                </a:lnTo>
                <a:lnTo>
                  <a:pt x="16358" y="50957"/>
                </a:lnTo>
                <a:lnTo>
                  <a:pt x="16778" y="50574"/>
                </a:lnTo>
                <a:lnTo>
                  <a:pt x="17059" y="50441"/>
                </a:lnTo>
                <a:lnTo>
                  <a:pt x="17345" y="50059"/>
                </a:lnTo>
                <a:lnTo>
                  <a:pt x="17625" y="49671"/>
                </a:lnTo>
                <a:lnTo>
                  <a:pt x="17905" y="49416"/>
                </a:lnTo>
                <a:lnTo>
                  <a:pt x="18192" y="49033"/>
                </a:lnTo>
                <a:lnTo>
                  <a:pt x="18332" y="48773"/>
                </a:lnTo>
                <a:lnTo>
                  <a:pt x="18612" y="48391"/>
                </a:lnTo>
                <a:lnTo>
                  <a:pt x="19038" y="48136"/>
                </a:lnTo>
                <a:lnTo>
                  <a:pt x="19319" y="47875"/>
                </a:lnTo>
                <a:lnTo>
                  <a:pt x="19599" y="47620"/>
                </a:lnTo>
                <a:lnTo>
                  <a:pt x="19879" y="47232"/>
                </a:lnTo>
                <a:lnTo>
                  <a:pt x="20166" y="46850"/>
                </a:lnTo>
                <a:lnTo>
                  <a:pt x="20446" y="46595"/>
                </a:lnTo>
                <a:lnTo>
                  <a:pt x="20726" y="46207"/>
                </a:lnTo>
                <a:lnTo>
                  <a:pt x="21012" y="45824"/>
                </a:lnTo>
                <a:lnTo>
                  <a:pt x="21293" y="45697"/>
                </a:lnTo>
                <a:lnTo>
                  <a:pt x="21573" y="45309"/>
                </a:lnTo>
                <a:lnTo>
                  <a:pt x="21853" y="45054"/>
                </a:lnTo>
                <a:lnTo>
                  <a:pt x="22140" y="44666"/>
                </a:lnTo>
                <a:lnTo>
                  <a:pt x="22420" y="44284"/>
                </a:lnTo>
                <a:lnTo>
                  <a:pt x="22700" y="44023"/>
                </a:lnTo>
                <a:lnTo>
                  <a:pt x="23127" y="43641"/>
                </a:lnTo>
                <a:lnTo>
                  <a:pt x="23267" y="43386"/>
                </a:lnTo>
                <a:lnTo>
                  <a:pt x="23547" y="43125"/>
                </a:lnTo>
                <a:lnTo>
                  <a:pt x="23833" y="42743"/>
                </a:lnTo>
                <a:lnTo>
                  <a:pt x="24114" y="42355"/>
                </a:lnTo>
                <a:lnTo>
                  <a:pt x="24394" y="41972"/>
                </a:lnTo>
                <a:lnTo>
                  <a:pt x="24692" y="41717"/>
                </a:lnTo>
                <a:lnTo>
                  <a:pt x="24984" y="41330"/>
                </a:lnTo>
                <a:lnTo>
                  <a:pt x="25393" y="41075"/>
                </a:lnTo>
                <a:lnTo>
                  <a:pt x="25685" y="40814"/>
                </a:lnTo>
                <a:lnTo>
                  <a:pt x="25801" y="40432"/>
                </a:lnTo>
                <a:lnTo>
                  <a:pt x="26093" y="40049"/>
                </a:lnTo>
                <a:lnTo>
                  <a:pt x="26385" y="39661"/>
                </a:lnTo>
                <a:lnTo>
                  <a:pt x="26677" y="39279"/>
                </a:lnTo>
                <a:lnTo>
                  <a:pt x="26911" y="39018"/>
                </a:lnTo>
                <a:lnTo>
                  <a:pt x="27378" y="38763"/>
                </a:lnTo>
                <a:lnTo>
                  <a:pt x="27612" y="38376"/>
                </a:lnTo>
                <a:lnTo>
                  <a:pt x="27904" y="37993"/>
                </a:lnTo>
                <a:lnTo>
                  <a:pt x="28196" y="37738"/>
                </a:lnTo>
                <a:lnTo>
                  <a:pt x="28371" y="37350"/>
                </a:lnTo>
                <a:lnTo>
                  <a:pt x="28605" y="36968"/>
                </a:lnTo>
                <a:lnTo>
                  <a:pt x="28897" y="36580"/>
                </a:lnTo>
                <a:lnTo>
                  <a:pt x="29305" y="36325"/>
                </a:lnTo>
                <a:lnTo>
                  <a:pt x="29597" y="35937"/>
                </a:lnTo>
                <a:lnTo>
                  <a:pt x="29889" y="35682"/>
                </a:lnTo>
                <a:lnTo>
                  <a:pt x="30181" y="35299"/>
                </a:lnTo>
                <a:lnTo>
                  <a:pt x="30474" y="34911"/>
                </a:lnTo>
                <a:lnTo>
                  <a:pt x="30766" y="34529"/>
                </a:lnTo>
                <a:lnTo>
                  <a:pt x="30882" y="34141"/>
                </a:lnTo>
                <a:lnTo>
                  <a:pt x="31174" y="33886"/>
                </a:lnTo>
                <a:lnTo>
                  <a:pt x="31583" y="33498"/>
                </a:lnTo>
                <a:lnTo>
                  <a:pt x="31875" y="33243"/>
                </a:lnTo>
                <a:lnTo>
                  <a:pt x="32167" y="32861"/>
                </a:lnTo>
                <a:lnTo>
                  <a:pt x="32459" y="32473"/>
                </a:lnTo>
                <a:lnTo>
                  <a:pt x="32693" y="32090"/>
                </a:lnTo>
                <a:lnTo>
                  <a:pt x="32985" y="31830"/>
                </a:lnTo>
                <a:lnTo>
                  <a:pt x="33277" y="31447"/>
                </a:lnTo>
                <a:lnTo>
                  <a:pt x="33569" y="31059"/>
                </a:lnTo>
                <a:lnTo>
                  <a:pt x="33861" y="30677"/>
                </a:lnTo>
                <a:lnTo>
                  <a:pt x="34153" y="30289"/>
                </a:lnTo>
                <a:lnTo>
                  <a:pt x="34386" y="29907"/>
                </a:lnTo>
                <a:lnTo>
                  <a:pt x="34678" y="29519"/>
                </a:lnTo>
                <a:lnTo>
                  <a:pt x="34970" y="29264"/>
                </a:lnTo>
                <a:lnTo>
                  <a:pt x="35262" y="28881"/>
                </a:lnTo>
                <a:lnTo>
                  <a:pt x="35671" y="28621"/>
                </a:lnTo>
                <a:lnTo>
                  <a:pt x="35963" y="28238"/>
                </a:lnTo>
                <a:lnTo>
                  <a:pt x="36080" y="27850"/>
                </a:lnTo>
                <a:lnTo>
                  <a:pt x="36372" y="27468"/>
                </a:lnTo>
                <a:lnTo>
                  <a:pt x="36664" y="27213"/>
                </a:lnTo>
                <a:lnTo>
                  <a:pt x="36956" y="26825"/>
                </a:lnTo>
                <a:lnTo>
                  <a:pt x="37248" y="26442"/>
                </a:lnTo>
                <a:lnTo>
                  <a:pt x="37482" y="26055"/>
                </a:lnTo>
                <a:lnTo>
                  <a:pt x="37949" y="25672"/>
                </a:lnTo>
                <a:lnTo>
                  <a:pt x="38241" y="25284"/>
                </a:lnTo>
                <a:lnTo>
                  <a:pt x="38358" y="24902"/>
                </a:lnTo>
                <a:lnTo>
                  <a:pt x="38650" y="24641"/>
                </a:lnTo>
                <a:lnTo>
                  <a:pt x="38942" y="24131"/>
                </a:lnTo>
                <a:lnTo>
                  <a:pt x="39175" y="23743"/>
                </a:lnTo>
                <a:lnTo>
                  <a:pt x="39467" y="23361"/>
                </a:lnTo>
                <a:lnTo>
                  <a:pt x="39935" y="22973"/>
                </a:lnTo>
                <a:lnTo>
                  <a:pt x="40168" y="22591"/>
                </a:lnTo>
                <a:lnTo>
                  <a:pt x="40460" y="22335"/>
                </a:lnTo>
                <a:lnTo>
                  <a:pt x="40752" y="21948"/>
                </a:lnTo>
                <a:lnTo>
                  <a:pt x="40869" y="21565"/>
                </a:lnTo>
                <a:lnTo>
                  <a:pt x="41161" y="21177"/>
                </a:lnTo>
                <a:lnTo>
                  <a:pt x="41453" y="20795"/>
                </a:lnTo>
                <a:lnTo>
                  <a:pt x="41862" y="20407"/>
                </a:lnTo>
                <a:lnTo>
                  <a:pt x="42154" y="20152"/>
                </a:lnTo>
                <a:lnTo>
                  <a:pt x="42446" y="19764"/>
                </a:lnTo>
                <a:lnTo>
                  <a:pt x="42738" y="19381"/>
                </a:lnTo>
                <a:lnTo>
                  <a:pt x="43030" y="18866"/>
                </a:lnTo>
                <a:lnTo>
                  <a:pt x="43263" y="18484"/>
                </a:lnTo>
                <a:lnTo>
                  <a:pt x="43439" y="18096"/>
                </a:lnTo>
                <a:lnTo>
                  <a:pt x="43731" y="17841"/>
                </a:lnTo>
                <a:lnTo>
                  <a:pt x="44140" y="17458"/>
                </a:lnTo>
                <a:lnTo>
                  <a:pt x="44432" y="17070"/>
                </a:lnTo>
                <a:lnTo>
                  <a:pt x="44724" y="16688"/>
                </a:lnTo>
                <a:lnTo>
                  <a:pt x="44957" y="16172"/>
                </a:lnTo>
                <a:lnTo>
                  <a:pt x="45249" y="15785"/>
                </a:lnTo>
                <a:lnTo>
                  <a:pt x="45541" y="15529"/>
                </a:lnTo>
                <a:lnTo>
                  <a:pt x="45833" y="15147"/>
                </a:lnTo>
                <a:lnTo>
                  <a:pt x="46125" y="14759"/>
                </a:lnTo>
                <a:lnTo>
                  <a:pt x="46417" y="14377"/>
                </a:lnTo>
                <a:lnTo>
                  <a:pt x="46651" y="13861"/>
                </a:lnTo>
                <a:lnTo>
                  <a:pt x="46943" y="13479"/>
                </a:lnTo>
                <a:lnTo>
                  <a:pt x="47235" y="13218"/>
                </a:lnTo>
                <a:lnTo>
                  <a:pt x="47527" y="12836"/>
                </a:lnTo>
                <a:lnTo>
                  <a:pt x="47819" y="12448"/>
                </a:lnTo>
                <a:lnTo>
                  <a:pt x="48228" y="11938"/>
                </a:lnTo>
                <a:lnTo>
                  <a:pt x="48520" y="11550"/>
                </a:lnTo>
                <a:lnTo>
                  <a:pt x="48636" y="11167"/>
                </a:lnTo>
                <a:lnTo>
                  <a:pt x="48928" y="10907"/>
                </a:lnTo>
                <a:lnTo>
                  <a:pt x="49220" y="10397"/>
                </a:lnTo>
                <a:lnTo>
                  <a:pt x="49512" y="10009"/>
                </a:lnTo>
                <a:lnTo>
                  <a:pt x="49804" y="9627"/>
                </a:lnTo>
                <a:lnTo>
                  <a:pt x="50038" y="9239"/>
                </a:lnTo>
                <a:lnTo>
                  <a:pt x="50505" y="8856"/>
                </a:lnTo>
                <a:lnTo>
                  <a:pt x="50739" y="8468"/>
                </a:lnTo>
                <a:lnTo>
                  <a:pt x="51031" y="8086"/>
                </a:lnTo>
                <a:lnTo>
                  <a:pt x="51206" y="7698"/>
                </a:lnTo>
                <a:lnTo>
                  <a:pt x="51498" y="7188"/>
                </a:lnTo>
                <a:lnTo>
                  <a:pt x="51732" y="6800"/>
                </a:lnTo>
                <a:lnTo>
                  <a:pt x="52024" y="6418"/>
                </a:lnTo>
                <a:lnTo>
                  <a:pt x="52433" y="6163"/>
                </a:lnTo>
                <a:lnTo>
                  <a:pt x="52725" y="5647"/>
                </a:lnTo>
                <a:lnTo>
                  <a:pt x="53017" y="5259"/>
                </a:lnTo>
                <a:lnTo>
                  <a:pt x="53309" y="4877"/>
                </a:lnTo>
                <a:lnTo>
                  <a:pt x="53601" y="4361"/>
                </a:lnTo>
                <a:lnTo>
                  <a:pt x="53717" y="3979"/>
                </a:lnTo>
                <a:lnTo>
                  <a:pt x="54009" y="3724"/>
                </a:lnTo>
                <a:lnTo>
                  <a:pt x="54418" y="3209"/>
                </a:lnTo>
                <a:lnTo>
                  <a:pt x="54710" y="2821"/>
                </a:lnTo>
                <a:lnTo>
                  <a:pt x="55002" y="2438"/>
                </a:lnTo>
                <a:lnTo>
                  <a:pt x="55294" y="1923"/>
                </a:lnTo>
                <a:lnTo>
                  <a:pt x="55586" y="1668"/>
                </a:lnTo>
                <a:lnTo>
                  <a:pt x="55820" y="1280"/>
                </a:lnTo>
                <a:lnTo>
                  <a:pt x="55995" y="770"/>
                </a:lnTo>
                <a:lnTo>
                  <a:pt x="56287" y="382"/>
                </a:lnTo>
                <a:lnTo>
                  <a:pt x="56696" y="0"/>
                </a:lnTo>
              </a:path>
            </a:pathLst>
          </a:custGeom>
          <a:ln w="814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680389" y="5817163"/>
            <a:ext cx="56824" cy="88435"/>
          </a:xfrm>
          <a:custGeom>
            <a:avLst/>
            <a:gdLst/>
            <a:ahLst/>
            <a:cxnLst/>
            <a:rect l="l" t="t" r="r" b="b"/>
            <a:pathLst>
              <a:path w="56824" h="88435">
                <a:moveTo>
                  <a:pt x="0" y="88435"/>
                </a:moveTo>
                <a:lnTo>
                  <a:pt x="292" y="87920"/>
                </a:lnTo>
                <a:lnTo>
                  <a:pt x="584" y="87664"/>
                </a:lnTo>
                <a:lnTo>
                  <a:pt x="817" y="87277"/>
                </a:lnTo>
                <a:lnTo>
                  <a:pt x="1109" y="86767"/>
                </a:lnTo>
                <a:lnTo>
                  <a:pt x="1401" y="86379"/>
                </a:lnTo>
                <a:lnTo>
                  <a:pt x="1693" y="85996"/>
                </a:lnTo>
                <a:lnTo>
                  <a:pt x="1985" y="85481"/>
                </a:lnTo>
                <a:lnTo>
                  <a:pt x="2277" y="85226"/>
                </a:lnTo>
                <a:lnTo>
                  <a:pt x="2511" y="84710"/>
                </a:lnTo>
                <a:lnTo>
                  <a:pt x="2803" y="84328"/>
                </a:lnTo>
                <a:lnTo>
                  <a:pt x="3095" y="83940"/>
                </a:lnTo>
                <a:lnTo>
                  <a:pt x="3387" y="83430"/>
                </a:lnTo>
                <a:lnTo>
                  <a:pt x="3679" y="83042"/>
                </a:lnTo>
                <a:lnTo>
                  <a:pt x="4088" y="82660"/>
                </a:lnTo>
                <a:lnTo>
                  <a:pt x="4380" y="82272"/>
                </a:lnTo>
                <a:lnTo>
                  <a:pt x="4496" y="81762"/>
                </a:lnTo>
                <a:lnTo>
                  <a:pt x="4788" y="81374"/>
                </a:lnTo>
                <a:lnTo>
                  <a:pt x="5080" y="80991"/>
                </a:lnTo>
                <a:lnTo>
                  <a:pt x="5372" y="80603"/>
                </a:lnTo>
                <a:lnTo>
                  <a:pt x="5606" y="80221"/>
                </a:lnTo>
                <a:lnTo>
                  <a:pt x="5898" y="79706"/>
                </a:lnTo>
                <a:lnTo>
                  <a:pt x="6365" y="79323"/>
                </a:lnTo>
                <a:lnTo>
                  <a:pt x="6599" y="78808"/>
                </a:lnTo>
                <a:lnTo>
                  <a:pt x="6891" y="78425"/>
                </a:lnTo>
                <a:lnTo>
                  <a:pt x="7066" y="78165"/>
                </a:lnTo>
                <a:lnTo>
                  <a:pt x="7300" y="77655"/>
                </a:lnTo>
                <a:lnTo>
                  <a:pt x="7592" y="77267"/>
                </a:lnTo>
                <a:lnTo>
                  <a:pt x="7884" y="76752"/>
                </a:lnTo>
                <a:lnTo>
                  <a:pt x="8293" y="76369"/>
                </a:lnTo>
                <a:lnTo>
                  <a:pt x="8585" y="75986"/>
                </a:lnTo>
                <a:lnTo>
                  <a:pt x="8877" y="75599"/>
                </a:lnTo>
                <a:lnTo>
                  <a:pt x="9169" y="75083"/>
                </a:lnTo>
                <a:lnTo>
                  <a:pt x="9461" y="74701"/>
                </a:lnTo>
                <a:lnTo>
                  <a:pt x="9577" y="74185"/>
                </a:lnTo>
                <a:lnTo>
                  <a:pt x="9869" y="73803"/>
                </a:lnTo>
                <a:lnTo>
                  <a:pt x="10278" y="73415"/>
                </a:lnTo>
                <a:lnTo>
                  <a:pt x="10570" y="73032"/>
                </a:lnTo>
                <a:lnTo>
                  <a:pt x="10862" y="72517"/>
                </a:lnTo>
                <a:lnTo>
                  <a:pt x="11154" y="72135"/>
                </a:lnTo>
                <a:lnTo>
                  <a:pt x="11388" y="71619"/>
                </a:lnTo>
                <a:lnTo>
                  <a:pt x="11680" y="71364"/>
                </a:lnTo>
                <a:lnTo>
                  <a:pt x="11972" y="70849"/>
                </a:lnTo>
                <a:lnTo>
                  <a:pt x="12147" y="70466"/>
                </a:lnTo>
                <a:lnTo>
                  <a:pt x="12556" y="69951"/>
                </a:lnTo>
                <a:lnTo>
                  <a:pt x="12848" y="69568"/>
                </a:lnTo>
                <a:lnTo>
                  <a:pt x="13081" y="69053"/>
                </a:lnTo>
                <a:lnTo>
                  <a:pt x="13373" y="68665"/>
                </a:lnTo>
                <a:lnTo>
                  <a:pt x="13665" y="68283"/>
                </a:lnTo>
                <a:lnTo>
                  <a:pt x="13958" y="67767"/>
                </a:lnTo>
                <a:lnTo>
                  <a:pt x="14250" y="67385"/>
                </a:lnTo>
                <a:lnTo>
                  <a:pt x="14542" y="66869"/>
                </a:lnTo>
                <a:lnTo>
                  <a:pt x="14775" y="66614"/>
                </a:lnTo>
                <a:lnTo>
                  <a:pt x="15067" y="66099"/>
                </a:lnTo>
                <a:lnTo>
                  <a:pt x="15359" y="65716"/>
                </a:lnTo>
                <a:lnTo>
                  <a:pt x="15651" y="65201"/>
                </a:lnTo>
                <a:lnTo>
                  <a:pt x="15943" y="64691"/>
                </a:lnTo>
                <a:lnTo>
                  <a:pt x="16235" y="64431"/>
                </a:lnTo>
                <a:lnTo>
                  <a:pt x="16644" y="63921"/>
                </a:lnTo>
                <a:lnTo>
                  <a:pt x="16936" y="63533"/>
                </a:lnTo>
                <a:lnTo>
                  <a:pt x="17053" y="63017"/>
                </a:lnTo>
                <a:lnTo>
                  <a:pt x="17345" y="62635"/>
                </a:lnTo>
                <a:lnTo>
                  <a:pt x="17637" y="62119"/>
                </a:lnTo>
                <a:lnTo>
                  <a:pt x="17929" y="61737"/>
                </a:lnTo>
                <a:lnTo>
                  <a:pt x="18162" y="61349"/>
                </a:lnTo>
                <a:lnTo>
                  <a:pt x="18454" y="60839"/>
                </a:lnTo>
                <a:lnTo>
                  <a:pt x="18863" y="60451"/>
                </a:lnTo>
                <a:lnTo>
                  <a:pt x="19155" y="59941"/>
                </a:lnTo>
                <a:lnTo>
                  <a:pt x="19447" y="59553"/>
                </a:lnTo>
                <a:lnTo>
                  <a:pt x="19622" y="59171"/>
                </a:lnTo>
                <a:lnTo>
                  <a:pt x="19856" y="58655"/>
                </a:lnTo>
                <a:lnTo>
                  <a:pt x="20148" y="58273"/>
                </a:lnTo>
                <a:lnTo>
                  <a:pt x="20440" y="57757"/>
                </a:lnTo>
                <a:lnTo>
                  <a:pt x="20849" y="57370"/>
                </a:lnTo>
                <a:lnTo>
                  <a:pt x="21141" y="56987"/>
                </a:lnTo>
                <a:lnTo>
                  <a:pt x="21433" y="56472"/>
                </a:lnTo>
                <a:lnTo>
                  <a:pt x="21725" y="55962"/>
                </a:lnTo>
                <a:lnTo>
                  <a:pt x="22017" y="55574"/>
                </a:lnTo>
                <a:lnTo>
                  <a:pt x="22134" y="55191"/>
                </a:lnTo>
                <a:lnTo>
                  <a:pt x="22426" y="54803"/>
                </a:lnTo>
                <a:lnTo>
                  <a:pt x="22835" y="54293"/>
                </a:lnTo>
                <a:lnTo>
                  <a:pt x="23127" y="53778"/>
                </a:lnTo>
                <a:lnTo>
                  <a:pt x="23419" y="53395"/>
                </a:lnTo>
                <a:lnTo>
                  <a:pt x="23711" y="52880"/>
                </a:lnTo>
                <a:lnTo>
                  <a:pt x="23944" y="52492"/>
                </a:lnTo>
                <a:lnTo>
                  <a:pt x="24236" y="52120"/>
                </a:lnTo>
                <a:lnTo>
                  <a:pt x="24528" y="51589"/>
                </a:lnTo>
                <a:lnTo>
                  <a:pt x="24645" y="51058"/>
                </a:lnTo>
                <a:lnTo>
                  <a:pt x="25112" y="50686"/>
                </a:lnTo>
                <a:lnTo>
                  <a:pt x="25404" y="50314"/>
                </a:lnTo>
                <a:lnTo>
                  <a:pt x="25638" y="49783"/>
                </a:lnTo>
                <a:lnTo>
                  <a:pt x="25930" y="49411"/>
                </a:lnTo>
                <a:lnTo>
                  <a:pt x="26222" y="48879"/>
                </a:lnTo>
                <a:lnTo>
                  <a:pt x="26514" y="48401"/>
                </a:lnTo>
                <a:lnTo>
                  <a:pt x="26806" y="48136"/>
                </a:lnTo>
                <a:lnTo>
                  <a:pt x="27098" y="47604"/>
                </a:lnTo>
                <a:lnTo>
                  <a:pt x="27331" y="47126"/>
                </a:lnTo>
                <a:lnTo>
                  <a:pt x="27624" y="46701"/>
                </a:lnTo>
                <a:lnTo>
                  <a:pt x="27916" y="46223"/>
                </a:lnTo>
                <a:lnTo>
                  <a:pt x="28208" y="45798"/>
                </a:lnTo>
                <a:lnTo>
                  <a:pt x="28500" y="45426"/>
                </a:lnTo>
                <a:lnTo>
                  <a:pt x="28733" y="44948"/>
                </a:lnTo>
                <a:lnTo>
                  <a:pt x="29200" y="44416"/>
                </a:lnTo>
                <a:lnTo>
                  <a:pt x="29492" y="44045"/>
                </a:lnTo>
                <a:lnTo>
                  <a:pt x="29609" y="43513"/>
                </a:lnTo>
                <a:lnTo>
                  <a:pt x="29901" y="43141"/>
                </a:lnTo>
                <a:lnTo>
                  <a:pt x="30193" y="42610"/>
                </a:lnTo>
                <a:lnTo>
                  <a:pt x="30427" y="42238"/>
                </a:lnTo>
                <a:lnTo>
                  <a:pt x="30719" y="41707"/>
                </a:lnTo>
                <a:lnTo>
                  <a:pt x="31011" y="41175"/>
                </a:lnTo>
                <a:lnTo>
                  <a:pt x="31420" y="40963"/>
                </a:lnTo>
                <a:lnTo>
                  <a:pt x="31712" y="40432"/>
                </a:lnTo>
                <a:lnTo>
                  <a:pt x="32004" y="39900"/>
                </a:lnTo>
                <a:lnTo>
                  <a:pt x="32120" y="39528"/>
                </a:lnTo>
                <a:lnTo>
                  <a:pt x="32412" y="38997"/>
                </a:lnTo>
                <a:lnTo>
                  <a:pt x="32704" y="38625"/>
                </a:lnTo>
                <a:lnTo>
                  <a:pt x="32996" y="38094"/>
                </a:lnTo>
                <a:lnTo>
                  <a:pt x="33405" y="37722"/>
                </a:lnTo>
                <a:lnTo>
                  <a:pt x="33697" y="37244"/>
                </a:lnTo>
                <a:lnTo>
                  <a:pt x="33989" y="36713"/>
                </a:lnTo>
                <a:lnTo>
                  <a:pt x="34281" y="36341"/>
                </a:lnTo>
                <a:lnTo>
                  <a:pt x="34515" y="35916"/>
                </a:lnTo>
                <a:lnTo>
                  <a:pt x="34690" y="35437"/>
                </a:lnTo>
                <a:lnTo>
                  <a:pt x="34982" y="34906"/>
                </a:lnTo>
                <a:lnTo>
                  <a:pt x="35274" y="34534"/>
                </a:lnTo>
                <a:lnTo>
                  <a:pt x="35683" y="34162"/>
                </a:lnTo>
                <a:lnTo>
                  <a:pt x="35975" y="33631"/>
                </a:lnTo>
                <a:lnTo>
                  <a:pt x="36209" y="33100"/>
                </a:lnTo>
                <a:lnTo>
                  <a:pt x="36501" y="32728"/>
                </a:lnTo>
                <a:lnTo>
                  <a:pt x="36793" y="32196"/>
                </a:lnTo>
                <a:lnTo>
                  <a:pt x="37085" y="31825"/>
                </a:lnTo>
                <a:lnTo>
                  <a:pt x="37201" y="31293"/>
                </a:lnTo>
                <a:lnTo>
                  <a:pt x="37669" y="30921"/>
                </a:lnTo>
                <a:lnTo>
                  <a:pt x="37902" y="30443"/>
                </a:lnTo>
                <a:lnTo>
                  <a:pt x="38194" y="29912"/>
                </a:lnTo>
                <a:lnTo>
                  <a:pt x="38486" y="29540"/>
                </a:lnTo>
                <a:lnTo>
                  <a:pt x="38778" y="29115"/>
                </a:lnTo>
                <a:lnTo>
                  <a:pt x="39070" y="28637"/>
                </a:lnTo>
                <a:lnTo>
                  <a:pt x="39362" y="28105"/>
                </a:lnTo>
                <a:lnTo>
                  <a:pt x="39596" y="27574"/>
                </a:lnTo>
                <a:lnTo>
                  <a:pt x="39888" y="27202"/>
                </a:lnTo>
                <a:lnTo>
                  <a:pt x="40180" y="26830"/>
                </a:lnTo>
                <a:lnTo>
                  <a:pt x="40472" y="26299"/>
                </a:lnTo>
                <a:lnTo>
                  <a:pt x="40764" y="25821"/>
                </a:lnTo>
                <a:lnTo>
                  <a:pt x="41056" y="25396"/>
                </a:lnTo>
                <a:lnTo>
                  <a:pt x="41290" y="24918"/>
                </a:lnTo>
                <a:lnTo>
                  <a:pt x="41582" y="24493"/>
                </a:lnTo>
                <a:lnTo>
                  <a:pt x="41990" y="24014"/>
                </a:lnTo>
                <a:lnTo>
                  <a:pt x="42166" y="23483"/>
                </a:lnTo>
                <a:lnTo>
                  <a:pt x="42458" y="23111"/>
                </a:lnTo>
                <a:lnTo>
                  <a:pt x="42750" y="22580"/>
                </a:lnTo>
                <a:lnTo>
                  <a:pt x="42983" y="22208"/>
                </a:lnTo>
                <a:lnTo>
                  <a:pt x="43275" y="21677"/>
                </a:lnTo>
                <a:lnTo>
                  <a:pt x="43567" y="21305"/>
                </a:lnTo>
                <a:lnTo>
                  <a:pt x="43976" y="20773"/>
                </a:lnTo>
                <a:lnTo>
                  <a:pt x="44268" y="20295"/>
                </a:lnTo>
                <a:lnTo>
                  <a:pt x="44560" y="19870"/>
                </a:lnTo>
                <a:lnTo>
                  <a:pt x="44677" y="19498"/>
                </a:lnTo>
                <a:lnTo>
                  <a:pt x="44969" y="18967"/>
                </a:lnTo>
                <a:lnTo>
                  <a:pt x="45261" y="18489"/>
                </a:lnTo>
                <a:lnTo>
                  <a:pt x="45553" y="17958"/>
                </a:lnTo>
                <a:lnTo>
                  <a:pt x="45962" y="17586"/>
                </a:lnTo>
                <a:lnTo>
                  <a:pt x="46254" y="17214"/>
                </a:lnTo>
                <a:lnTo>
                  <a:pt x="46546" y="16682"/>
                </a:lnTo>
                <a:lnTo>
                  <a:pt x="46838" y="16151"/>
                </a:lnTo>
                <a:lnTo>
                  <a:pt x="47071" y="15673"/>
                </a:lnTo>
                <a:lnTo>
                  <a:pt x="47246" y="15248"/>
                </a:lnTo>
                <a:lnTo>
                  <a:pt x="47538" y="14876"/>
                </a:lnTo>
                <a:lnTo>
                  <a:pt x="47772" y="14398"/>
                </a:lnTo>
                <a:lnTo>
                  <a:pt x="48239" y="13867"/>
                </a:lnTo>
                <a:lnTo>
                  <a:pt x="48531" y="13335"/>
                </a:lnTo>
                <a:lnTo>
                  <a:pt x="48765" y="13070"/>
                </a:lnTo>
                <a:lnTo>
                  <a:pt x="49057" y="12591"/>
                </a:lnTo>
                <a:lnTo>
                  <a:pt x="49349" y="12060"/>
                </a:lnTo>
                <a:lnTo>
                  <a:pt x="49641" y="11529"/>
                </a:lnTo>
                <a:lnTo>
                  <a:pt x="49758" y="11051"/>
                </a:lnTo>
                <a:lnTo>
                  <a:pt x="50225" y="10785"/>
                </a:lnTo>
                <a:lnTo>
                  <a:pt x="50459" y="10254"/>
                </a:lnTo>
                <a:lnTo>
                  <a:pt x="50751" y="9775"/>
                </a:lnTo>
                <a:lnTo>
                  <a:pt x="51043" y="9244"/>
                </a:lnTo>
                <a:lnTo>
                  <a:pt x="51335" y="8713"/>
                </a:lnTo>
                <a:lnTo>
                  <a:pt x="51627" y="8447"/>
                </a:lnTo>
                <a:lnTo>
                  <a:pt x="51860" y="7969"/>
                </a:lnTo>
                <a:lnTo>
                  <a:pt x="52152" y="7438"/>
                </a:lnTo>
                <a:lnTo>
                  <a:pt x="52444" y="6906"/>
                </a:lnTo>
                <a:lnTo>
                  <a:pt x="52736" y="6428"/>
                </a:lnTo>
                <a:lnTo>
                  <a:pt x="53028" y="6163"/>
                </a:lnTo>
                <a:lnTo>
                  <a:pt x="53320" y="5631"/>
                </a:lnTo>
                <a:lnTo>
                  <a:pt x="53554" y="5153"/>
                </a:lnTo>
                <a:lnTo>
                  <a:pt x="53846" y="4622"/>
                </a:lnTo>
                <a:lnTo>
                  <a:pt x="54138" y="4091"/>
                </a:lnTo>
                <a:lnTo>
                  <a:pt x="54547" y="3825"/>
                </a:lnTo>
                <a:lnTo>
                  <a:pt x="54722" y="3347"/>
                </a:lnTo>
                <a:lnTo>
                  <a:pt x="55014" y="2815"/>
                </a:lnTo>
                <a:lnTo>
                  <a:pt x="55248" y="2284"/>
                </a:lnTo>
                <a:lnTo>
                  <a:pt x="55540" y="1806"/>
                </a:lnTo>
                <a:lnTo>
                  <a:pt x="55832" y="1540"/>
                </a:lnTo>
                <a:lnTo>
                  <a:pt x="56124" y="1009"/>
                </a:lnTo>
                <a:lnTo>
                  <a:pt x="56532" y="531"/>
                </a:lnTo>
                <a:lnTo>
                  <a:pt x="56824" y="0"/>
                </a:lnTo>
              </a:path>
            </a:pathLst>
          </a:custGeom>
          <a:ln w="823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737214" y="5728064"/>
            <a:ext cx="56708" cy="89099"/>
          </a:xfrm>
          <a:custGeom>
            <a:avLst/>
            <a:gdLst/>
            <a:ahLst/>
            <a:cxnLst/>
            <a:rect l="l" t="t" r="r" b="b"/>
            <a:pathLst>
              <a:path w="56708" h="89099">
                <a:moveTo>
                  <a:pt x="0" y="89099"/>
                </a:moveTo>
                <a:lnTo>
                  <a:pt x="292" y="88568"/>
                </a:lnTo>
                <a:lnTo>
                  <a:pt x="408" y="88302"/>
                </a:lnTo>
                <a:lnTo>
                  <a:pt x="700" y="87824"/>
                </a:lnTo>
                <a:lnTo>
                  <a:pt x="992" y="87293"/>
                </a:lnTo>
                <a:lnTo>
                  <a:pt x="1284" y="86761"/>
                </a:lnTo>
                <a:lnTo>
                  <a:pt x="1693" y="86283"/>
                </a:lnTo>
                <a:lnTo>
                  <a:pt x="1985" y="86017"/>
                </a:lnTo>
                <a:lnTo>
                  <a:pt x="2277" y="85486"/>
                </a:lnTo>
                <a:lnTo>
                  <a:pt x="2511" y="85008"/>
                </a:lnTo>
                <a:lnTo>
                  <a:pt x="2803" y="84477"/>
                </a:lnTo>
                <a:lnTo>
                  <a:pt x="2978" y="83945"/>
                </a:lnTo>
                <a:lnTo>
                  <a:pt x="3270" y="83680"/>
                </a:lnTo>
                <a:lnTo>
                  <a:pt x="3504" y="83202"/>
                </a:lnTo>
                <a:lnTo>
                  <a:pt x="3971" y="82670"/>
                </a:lnTo>
                <a:lnTo>
                  <a:pt x="4204" y="82139"/>
                </a:lnTo>
                <a:lnTo>
                  <a:pt x="4496" y="81661"/>
                </a:lnTo>
                <a:lnTo>
                  <a:pt x="4788" y="81395"/>
                </a:lnTo>
                <a:lnTo>
                  <a:pt x="5080" y="80864"/>
                </a:lnTo>
                <a:lnTo>
                  <a:pt x="5372" y="80386"/>
                </a:lnTo>
                <a:lnTo>
                  <a:pt x="5489" y="79854"/>
                </a:lnTo>
                <a:lnTo>
                  <a:pt x="5898" y="79323"/>
                </a:lnTo>
                <a:lnTo>
                  <a:pt x="6190" y="79111"/>
                </a:lnTo>
                <a:lnTo>
                  <a:pt x="6482" y="78579"/>
                </a:lnTo>
                <a:lnTo>
                  <a:pt x="6774" y="78048"/>
                </a:lnTo>
                <a:lnTo>
                  <a:pt x="7066" y="77570"/>
                </a:lnTo>
                <a:lnTo>
                  <a:pt x="7358" y="77038"/>
                </a:lnTo>
                <a:lnTo>
                  <a:pt x="7592" y="76773"/>
                </a:lnTo>
                <a:lnTo>
                  <a:pt x="7884" y="76241"/>
                </a:lnTo>
                <a:lnTo>
                  <a:pt x="8176" y="75763"/>
                </a:lnTo>
                <a:lnTo>
                  <a:pt x="8468" y="75232"/>
                </a:lnTo>
                <a:lnTo>
                  <a:pt x="8760" y="74701"/>
                </a:lnTo>
                <a:lnTo>
                  <a:pt x="9052" y="74488"/>
                </a:lnTo>
                <a:lnTo>
                  <a:pt x="9285" y="73957"/>
                </a:lnTo>
                <a:lnTo>
                  <a:pt x="9577" y="73426"/>
                </a:lnTo>
                <a:lnTo>
                  <a:pt x="9869" y="72947"/>
                </a:lnTo>
                <a:lnTo>
                  <a:pt x="10278" y="72522"/>
                </a:lnTo>
                <a:lnTo>
                  <a:pt x="10453" y="72150"/>
                </a:lnTo>
                <a:lnTo>
                  <a:pt x="10745" y="71619"/>
                </a:lnTo>
                <a:lnTo>
                  <a:pt x="10979" y="71141"/>
                </a:lnTo>
                <a:lnTo>
                  <a:pt x="11271" y="70610"/>
                </a:lnTo>
                <a:lnTo>
                  <a:pt x="11563" y="70238"/>
                </a:lnTo>
                <a:lnTo>
                  <a:pt x="11855" y="69866"/>
                </a:lnTo>
                <a:lnTo>
                  <a:pt x="12264" y="69335"/>
                </a:lnTo>
                <a:lnTo>
                  <a:pt x="12556" y="68803"/>
                </a:lnTo>
                <a:lnTo>
                  <a:pt x="12848" y="68325"/>
                </a:lnTo>
                <a:lnTo>
                  <a:pt x="12965" y="67900"/>
                </a:lnTo>
                <a:lnTo>
                  <a:pt x="13257" y="67528"/>
                </a:lnTo>
                <a:lnTo>
                  <a:pt x="13549" y="66997"/>
                </a:lnTo>
                <a:lnTo>
                  <a:pt x="13841" y="66519"/>
                </a:lnTo>
                <a:lnTo>
                  <a:pt x="14250" y="66094"/>
                </a:lnTo>
                <a:lnTo>
                  <a:pt x="14542" y="65615"/>
                </a:lnTo>
                <a:lnTo>
                  <a:pt x="14834" y="65084"/>
                </a:lnTo>
                <a:lnTo>
                  <a:pt x="15067" y="64712"/>
                </a:lnTo>
                <a:lnTo>
                  <a:pt x="15359" y="64181"/>
                </a:lnTo>
                <a:lnTo>
                  <a:pt x="15534" y="63809"/>
                </a:lnTo>
                <a:lnTo>
                  <a:pt x="15768" y="63278"/>
                </a:lnTo>
                <a:lnTo>
                  <a:pt x="16060" y="62800"/>
                </a:lnTo>
                <a:lnTo>
                  <a:pt x="16527" y="62374"/>
                </a:lnTo>
                <a:lnTo>
                  <a:pt x="16761" y="62003"/>
                </a:lnTo>
                <a:lnTo>
                  <a:pt x="17053" y="61524"/>
                </a:lnTo>
                <a:lnTo>
                  <a:pt x="17345" y="60993"/>
                </a:lnTo>
                <a:lnTo>
                  <a:pt x="17637" y="60462"/>
                </a:lnTo>
                <a:lnTo>
                  <a:pt x="17929" y="60090"/>
                </a:lnTo>
                <a:lnTo>
                  <a:pt x="18046" y="59718"/>
                </a:lnTo>
                <a:lnTo>
                  <a:pt x="18454" y="59187"/>
                </a:lnTo>
                <a:lnTo>
                  <a:pt x="18746" y="58655"/>
                </a:lnTo>
                <a:lnTo>
                  <a:pt x="19038" y="58177"/>
                </a:lnTo>
                <a:lnTo>
                  <a:pt x="19330" y="57912"/>
                </a:lnTo>
                <a:lnTo>
                  <a:pt x="19622" y="57380"/>
                </a:lnTo>
                <a:lnTo>
                  <a:pt x="19856" y="56902"/>
                </a:lnTo>
                <a:lnTo>
                  <a:pt x="20148" y="56371"/>
                </a:lnTo>
                <a:lnTo>
                  <a:pt x="20615" y="55999"/>
                </a:lnTo>
                <a:lnTo>
                  <a:pt x="20732" y="55574"/>
                </a:lnTo>
                <a:lnTo>
                  <a:pt x="21024" y="55096"/>
                </a:lnTo>
                <a:lnTo>
                  <a:pt x="21316" y="54564"/>
                </a:lnTo>
                <a:lnTo>
                  <a:pt x="21550" y="54192"/>
                </a:lnTo>
                <a:lnTo>
                  <a:pt x="21842" y="53661"/>
                </a:lnTo>
                <a:lnTo>
                  <a:pt x="22134" y="53289"/>
                </a:lnTo>
                <a:lnTo>
                  <a:pt x="22426" y="52758"/>
                </a:lnTo>
                <a:lnTo>
                  <a:pt x="22835" y="52386"/>
                </a:lnTo>
                <a:lnTo>
                  <a:pt x="23127" y="51855"/>
                </a:lnTo>
                <a:lnTo>
                  <a:pt x="23243" y="51377"/>
                </a:lnTo>
                <a:lnTo>
                  <a:pt x="23535" y="50951"/>
                </a:lnTo>
                <a:lnTo>
                  <a:pt x="23827" y="50580"/>
                </a:lnTo>
                <a:lnTo>
                  <a:pt x="24119" y="50101"/>
                </a:lnTo>
                <a:lnTo>
                  <a:pt x="24411" y="49570"/>
                </a:lnTo>
                <a:lnTo>
                  <a:pt x="24820" y="49039"/>
                </a:lnTo>
                <a:lnTo>
                  <a:pt x="25112" y="48773"/>
                </a:lnTo>
                <a:lnTo>
                  <a:pt x="25404" y="48295"/>
                </a:lnTo>
                <a:lnTo>
                  <a:pt x="25521" y="47764"/>
                </a:lnTo>
                <a:lnTo>
                  <a:pt x="25813" y="47392"/>
                </a:lnTo>
                <a:lnTo>
                  <a:pt x="26105" y="46860"/>
                </a:lnTo>
                <a:lnTo>
                  <a:pt x="26397" y="46489"/>
                </a:lnTo>
                <a:lnTo>
                  <a:pt x="26806" y="45957"/>
                </a:lnTo>
                <a:lnTo>
                  <a:pt x="27098" y="45585"/>
                </a:lnTo>
                <a:lnTo>
                  <a:pt x="27331" y="45054"/>
                </a:lnTo>
                <a:lnTo>
                  <a:pt x="27624" y="44576"/>
                </a:lnTo>
                <a:lnTo>
                  <a:pt x="27916" y="44151"/>
                </a:lnTo>
                <a:lnTo>
                  <a:pt x="28091" y="43779"/>
                </a:lnTo>
                <a:lnTo>
                  <a:pt x="28324" y="43248"/>
                </a:lnTo>
                <a:lnTo>
                  <a:pt x="28616" y="42769"/>
                </a:lnTo>
                <a:lnTo>
                  <a:pt x="29025" y="42397"/>
                </a:lnTo>
                <a:lnTo>
                  <a:pt x="29317" y="41866"/>
                </a:lnTo>
                <a:lnTo>
                  <a:pt x="29609" y="41494"/>
                </a:lnTo>
                <a:lnTo>
                  <a:pt x="29901" y="40963"/>
                </a:lnTo>
                <a:lnTo>
                  <a:pt x="30193" y="40591"/>
                </a:lnTo>
                <a:lnTo>
                  <a:pt x="30485" y="40060"/>
                </a:lnTo>
                <a:lnTo>
                  <a:pt x="30602" y="39528"/>
                </a:lnTo>
                <a:lnTo>
                  <a:pt x="31011" y="39316"/>
                </a:lnTo>
                <a:lnTo>
                  <a:pt x="31303" y="38785"/>
                </a:lnTo>
                <a:lnTo>
                  <a:pt x="31595" y="38253"/>
                </a:lnTo>
                <a:lnTo>
                  <a:pt x="31887" y="37881"/>
                </a:lnTo>
                <a:lnTo>
                  <a:pt x="32179" y="37350"/>
                </a:lnTo>
                <a:lnTo>
                  <a:pt x="32412" y="36978"/>
                </a:lnTo>
                <a:lnTo>
                  <a:pt x="32704" y="36606"/>
                </a:lnTo>
                <a:lnTo>
                  <a:pt x="33113" y="36075"/>
                </a:lnTo>
                <a:lnTo>
                  <a:pt x="33288" y="35597"/>
                </a:lnTo>
                <a:lnTo>
                  <a:pt x="33580" y="35065"/>
                </a:lnTo>
                <a:lnTo>
                  <a:pt x="33872" y="34800"/>
                </a:lnTo>
                <a:lnTo>
                  <a:pt x="34106" y="34269"/>
                </a:lnTo>
                <a:lnTo>
                  <a:pt x="34398" y="33790"/>
                </a:lnTo>
                <a:lnTo>
                  <a:pt x="34690" y="33365"/>
                </a:lnTo>
                <a:lnTo>
                  <a:pt x="34982" y="32887"/>
                </a:lnTo>
                <a:lnTo>
                  <a:pt x="35391" y="32515"/>
                </a:lnTo>
                <a:lnTo>
                  <a:pt x="35683" y="32090"/>
                </a:lnTo>
                <a:lnTo>
                  <a:pt x="35800" y="31612"/>
                </a:lnTo>
                <a:lnTo>
                  <a:pt x="36092" y="31081"/>
                </a:lnTo>
                <a:lnTo>
                  <a:pt x="36384" y="30709"/>
                </a:lnTo>
                <a:lnTo>
                  <a:pt x="36676" y="30284"/>
                </a:lnTo>
                <a:lnTo>
                  <a:pt x="36968" y="29912"/>
                </a:lnTo>
                <a:lnTo>
                  <a:pt x="37377" y="29434"/>
                </a:lnTo>
                <a:lnTo>
                  <a:pt x="37669" y="28902"/>
                </a:lnTo>
                <a:lnTo>
                  <a:pt x="37961" y="28530"/>
                </a:lnTo>
                <a:lnTo>
                  <a:pt x="38194" y="27999"/>
                </a:lnTo>
                <a:lnTo>
                  <a:pt x="38369" y="27627"/>
                </a:lnTo>
                <a:lnTo>
                  <a:pt x="38661" y="27202"/>
                </a:lnTo>
                <a:lnTo>
                  <a:pt x="38895" y="26724"/>
                </a:lnTo>
                <a:lnTo>
                  <a:pt x="39362" y="26193"/>
                </a:lnTo>
                <a:lnTo>
                  <a:pt x="39654" y="25821"/>
                </a:lnTo>
                <a:lnTo>
                  <a:pt x="39888" y="25449"/>
                </a:lnTo>
                <a:lnTo>
                  <a:pt x="40180" y="25024"/>
                </a:lnTo>
                <a:lnTo>
                  <a:pt x="40472" y="24546"/>
                </a:lnTo>
                <a:lnTo>
                  <a:pt x="40589" y="24014"/>
                </a:lnTo>
                <a:lnTo>
                  <a:pt x="40881" y="23642"/>
                </a:lnTo>
                <a:lnTo>
                  <a:pt x="41173" y="23271"/>
                </a:lnTo>
                <a:lnTo>
                  <a:pt x="41582" y="22739"/>
                </a:lnTo>
                <a:lnTo>
                  <a:pt x="41874" y="22367"/>
                </a:lnTo>
                <a:lnTo>
                  <a:pt x="42166" y="21836"/>
                </a:lnTo>
                <a:lnTo>
                  <a:pt x="42458" y="21464"/>
                </a:lnTo>
                <a:lnTo>
                  <a:pt x="42750" y="20933"/>
                </a:lnTo>
                <a:lnTo>
                  <a:pt x="42983" y="20561"/>
                </a:lnTo>
                <a:lnTo>
                  <a:pt x="43158" y="20189"/>
                </a:lnTo>
                <a:lnTo>
                  <a:pt x="43567" y="19658"/>
                </a:lnTo>
                <a:lnTo>
                  <a:pt x="43859" y="19286"/>
                </a:lnTo>
                <a:lnTo>
                  <a:pt x="44151" y="18754"/>
                </a:lnTo>
                <a:lnTo>
                  <a:pt x="44443" y="18383"/>
                </a:lnTo>
                <a:lnTo>
                  <a:pt x="44677" y="18011"/>
                </a:lnTo>
                <a:lnTo>
                  <a:pt x="44969" y="17479"/>
                </a:lnTo>
                <a:lnTo>
                  <a:pt x="45261" y="17107"/>
                </a:lnTo>
                <a:lnTo>
                  <a:pt x="45670" y="16576"/>
                </a:lnTo>
                <a:lnTo>
                  <a:pt x="45845" y="16311"/>
                </a:lnTo>
                <a:lnTo>
                  <a:pt x="46137" y="15779"/>
                </a:lnTo>
                <a:lnTo>
                  <a:pt x="46370" y="15301"/>
                </a:lnTo>
                <a:lnTo>
                  <a:pt x="46662" y="14929"/>
                </a:lnTo>
                <a:lnTo>
                  <a:pt x="46954" y="14398"/>
                </a:lnTo>
                <a:lnTo>
                  <a:pt x="47246" y="14026"/>
                </a:lnTo>
                <a:lnTo>
                  <a:pt x="47538" y="13601"/>
                </a:lnTo>
                <a:lnTo>
                  <a:pt x="47947" y="13229"/>
                </a:lnTo>
                <a:lnTo>
                  <a:pt x="48239" y="12698"/>
                </a:lnTo>
                <a:lnTo>
                  <a:pt x="48356" y="12326"/>
                </a:lnTo>
                <a:lnTo>
                  <a:pt x="48648" y="11848"/>
                </a:lnTo>
                <a:lnTo>
                  <a:pt x="48940" y="11423"/>
                </a:lnTo>
                <a:lnTo>
                  <a:pt x="49232" y="11051"/>
                </a:lnTo>
                <a:lnTo>
                  <a:pt x="49524" y="10519"/>
                </a:lnTo>
                <a:lnTo>
                  <a:pt x="49933" y="10147"/>
                </a:lnTo>
                <a:lnTo>
                  <a:pt x="50225" y="9669"/>
                </a:lnTo>
                <a:lnTo>
                  <a:pt x="50459" y="9244"/>
                </a:lnTo>
                <a:lnTo>
                  <a:pt x="50751" y="8872"/>
                </a:lnTo>
                <a:lnTo>
                  <a:pt x="50926" y="8500"/>
                </a:lnTo>
                <a:lnTo>
                  <a:pt x="51218" y="7969"/>
                </a:lnTo>
                <a:lnTo>
                  <a:pt x="51451" y="7597"/>
                </a:lnTo>
                <a:lnTo>
                  <a:pt x="51919" y="7066"/>
                </a:lnTo>
                <a:lnTo>
                  <a:pt x="52152" y="6800"/>
                </a:lnTo>
                <a:lnTo>
                  <a:pt x="52444" y="6322"/>
                </a:lnTo>
                <a:lnTo>
                  <a:pt x="52736" y="5897"/>
                </a:lnTo>
                <a:lnTo>
                  <a:pt x="53028" y="5419"/>
                </a:lnTo>
                <a:lnTo>
                  <a:pt x="53320" y="5047"/>
                </a:lnTo>
                <a:lnTo>
                  <a:pt x="53437" y="4622"/>
                </a:lnTo>
                <a:lnTo>
                  <a:pt x="53729" y="4250"/>
                </a:lnTo>
                <a:lnTo>
                  <a:pt x="54138" y="3719"/>
                </a:lnTo>
                <a:lnTo>
                  <a:pt x="54430" y="3347"/>
                </a:lnTo>
                <a:lnTo>
                  <a:pt x="54722" y="2815"/>
                </a:lnTo>
                <a:lnTo>
                  <a:pt x="55014" y="2443"/>
                </a:lnTo>
                <a:lnTo>
                  <a:pt x="55306" y="2072"/>
                </a:lnTo>
                <a:lnTo>
                  <a:pt x="55540" y="1700"/>
                </a:lnTo>
                <a:lnTo>
                  <a:pt x="55832" y="1168"/>
                </a:lnTo>
                <a:lnTo>
                  <a:pt x="56124" y="796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824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793922" y="5654425"/>
            <a:ext cx="56824" cy="73638"/>
          </a:xfrm>
          <a:custGeom>
            <a:avLst/>
            <a:gdLst/>
            <a:ahLst/>
            <a:cxnLst/>
            <a:rect l="l" t="t" r="r" b="b"/>
            <a:pathLst>
              <a:path w="56824" h="73638">
                <a:moveTo>
                  <a:pt x="0" y="73638"/>
                </a:moveTo>
                <a:lnTo>
                  <a:pt x="292" y="73266"/>
                </a:lnTo>
                <a:lnTo>
                  <a:pt x="525" y="72735"/>
                </a:lnTo>
                <a:lnTo>
                  <a:pt x="817" y="72363"/>
                </a:lnTo>
                <a:lnTo>
                  <a:pt x="1109" y="71832"/>
                </a:lnTo>
                <a:lnTo>
                  <a:pt x="1518" y="71460"/>
                </a:lnTo>
                <a:lnTo>
                  <a:pt x="1693" y="71088"/>
                </a:lnTo>
                <a:lnTo>
                  <a:pt x="1985" y="70716"/>
                </a:lnTo>
                <a:lnTo>
                  <a:pt x="2219" y="70185"/>
                </a:lnTo>
                <a:lnTo>
                  <a:pt x="2511" y="69813"/>
                </a:lnTo>
                <a:lnTo>
                  <a:pt x="2803" y="69441"/>
                </a:lnTo>
                <a:lnTo>
                  <a:pt x="3095" y="69016"/>
                </a:lnTo>
                <a:lnTo>
                  <a:pt x="3387" y="68644"/>
                </a:lnTo>
                <a:lnTo>
                  <a:pt x="3796" y="68113"/>
                </a:lnTo>
                <a:lnTo>
                  <a:pt x="4088" y="67741"/>
                </a:lnTo>
                <a:lnTo>
                  <a:pt x="4204" y="67369"/>
                </a:lnTo>
                <a:lnTo>
                  <a:pt x="4496" y="66837"/>
                </a:lnTo>
                <a:lnTo>
                  <a:pt x="4788" y="66572"/>
                </a:lnTo>
                <a:lnTo>
                  <a:pt x="5080" y="66094"/>
                </a:lnTo>
                <a:lnTo>
                  <a:pt x="5314" y="65722"/>
                </a:lnTo>
                <a:lnTo>
                  <a:pt x="5781" y="65297"/>
                </a:lnTo>
                <a:lnTo>
                  <a:pt x="6073" y="64818"/>
                </a:lnTo>
                <a:lnTo>
                  <a:pt x="6307" y="64393"/>
                </a:lnTo>
                <a:lnTo>
                  <a:pt x="6599" y="64022"/>
                </a:lnTo>
                <a:lnTo>
                  <a:pt x="6774" y="63650"/>
                </a:lnTo>
                <a:lnTo>
                  <a:pt x="7008" y="63278"/>
                </a:lnTo>
                <a:lnTo>
                  <a:pt x="7300" y="62746"/>
                </a:lnTo>
                <a:lnTo>
                  <a:pt x="7767" y="62374"/>
                </a:lnTo>
                <a:lnTo>
                  <a:pt x="8001" y="61949"/>
                </a:lnTo>
                <a:lnTo>
                  <a:pt x="8293" y="61578"/>
                </a:lnTo>
                <a:lnTo>
                  <a:pt x="8585" y="61206"/>
                </a:lnTo>
                <a:lnTo>
                  <a:pt x="8877" y="60834"/>
                </a:lnTo>
                <a:lnTo>
                  <a:pt x="9169" y="60302"/>
                </a:lnTo>
                <a:lnTo>
                  <a:pt x="9285" y="59930"/>
                </a:lnTo>
                <a:lnTo>
                  <a:pt x="9577" y="59665"/>
                </a:lnTo>
                <a:lnTo>
                  <a:pt x="9986" y="59134"/>
                </a:lnTo>
                <a:lnTo>
                  <a:pt x="10278" y="58762"/>
                </a:lnTo>
                <a:lnTo>
                  <a:pt x="10570" y="58390"/>
                </a:lnTo>
                <a:lnTo>
                  <a:pt x="10862" y="57858"/>
                </a:lnTo>
                <a:lnTo>
                  <a:pt x="11096" y="57486"/>
                </a:lnTo>
                <a:lnTo>
                  <a:pt x="11388" y="57221"/>
                </a:lnTo>
                <a:lnTo>
                  <a:pt x="11680" y="56690"/>
                </a:lnTo>
                <a:lnTo>
                  <a:pt x="11972" y="56318"/>
                </a:lnTo>
                <a:lnTo>
                  <a:pt x="12264" y="55946"/>
                </a:lnTo>
                <a:lnTo>
                  <a:pt x="12556" y="55414"/>
                </a:lnTo>
                <a:lnTo>
                  <a:pt x="12789" y="55042"/>
                </a:lnTo>
                <a:lnTo>
                  <a:pt x="13081" y="54777"/>
                </a:lnTo>
                <a:lnTo>
                  <a:pt x="13373" y="54405"/>
                </a:lnTo>
                <a:lnTo>
                  <a:pt x="13665" y="53874"/>
                </a:lnTo>
                <a:lnTo>
                  <a:pt x="13958" y="53502"/>
                </a:lnTo>
                <a:lnTo>
                  <a:pt x="14250" y="53130"/>
                </a:lnTo>
                <a:lnTo>
                  <a:pt x="14483" y="52758"/>
                </a:lnTo>
                <a:lnTo>
                  <a:pt x="14775" y="52333"/>
                </a:lnTo>
                <a:lnTo>
                  <a:pt x="15067" y="51961"/>
                </a:lnTo>
                <a:lnTo>
                  <a:pt x="15359" y="51589"/>
                </a:lnTo>
                <a:lnTo>
                  <a:pt x="15651" y="51058"/>
                </a:lnTo>
                <a:lnTo>
                  <a:pt x="15943" y="50686"/>
                </a:lnTo>
                <a:lnTo>
                  <a:pt x="16352" y="50420"/>
                </a:lnTo>
                <a:lnTo>
                  <a:pt x="16644" y="50048"/>
                </a:lnTo>
                <a:lnTo>
                  <a:pt x="16761" y="49676"/>
                </a:lnTo>
                <a:lnTo>
                  <a:pt x="17053" y="49145"/>
                </a:lnTo>
                <a:lnTo>
                  <a:pt x="17345" y="48773"/>
                </a:lnTo>
                <a:lnTo>
                  <a:pt x="17637" y="48348"/>
                </a:lnTo>
                <a:lnTo>
                  <a:pt x="17870" y="48136"/>
                </a:lnTo>
                <a:lnTo>
                  <a:pt x="18338" y="47604"/>
                </a:lnTo>
                <a:lnTo>
                  <a:pt x="18571" y="47232"/>
                </a:lnTo>
                <a:lnTo>
                  <a:pt x="18863" y="46807"/>
                </a:lnTo>
                <a:lnTo>
                  <a:pt x="19155" y="46435"/>
                </a:lnTo>
                <a:lnTo>
                  <a:pt x="19330" y="46063"/>
                </a:lnTo>
                <a:lnTo>
                  <a:pt x="19564" y="45692"/>
                </a:lnTo>
                <a:lnTo>
                  <a:pt x="19856" y="45267"/>
                </a:lnTo>
                <a:lnTo>
                  <a:pt x="20148" y="44895"/>
                </a:lnTo>
                <a:lnTo>
                  <a:pt x="20557" y="44523"/>
                </a:lnTo>
                <a:lnTo>
                  <a:pt x="20849" y="44151"/>
                </a:lnTo>
                <a:lnTo>
                  <a:pt x="21141" y="43726"/>
                </a:lnTo>
                <a:lnTo>
                  <a:pt x="21433" y="43354"/>
                </a:lnTo>
                <a:lnTo>
                  <a:pt x="21725" y="42982"/>
                </a:lnTo>
                <a:lnTo>
                  <a:pt x="21842" y="42610"/>
                </a:lnTo>
                <a:lnTo>
                  <a:pt x="22134" y="42185"/>
                </a:lnTo>
                <a:lnTo>
                  <a:pt x="22543" y="41813"/>
                </a:lnTo>
                <a:lnTo>
                  <a:pt x="22835" y="41441"/>
                </a:lnTo>
                <a:lnTo>
                  <a:pt x="23127" y="41069"/>
                </a:lnTo>
                <a:lnTo>
                  <a:pt x="23419" y="40644"/>
                </a:lnTo>
                <a:lnTo>
                  <a:pt x="23652" y="40272"/>
                </a:lnTo>
                <a:lnTo>
                  <a:pt x="23944" y="39900"/>
                </a:lnTo>
                <a:lnTo>
                  <a:pt x="24236" y="39528"/>
                </a:lnTo>
                <a:lnTo>
                  <a:pt x="24528" y="39103"/>
                </a:lnTo>
                <a:lnTo>
                  <a:pt x="24820" y="38731"/>
                </a:lnTo>
                <a:lnTo>
                  <a:pt x="25112" y="38466"/>
                </a:lnTo>
                <a:lnTo>
                  <a:pt x="25346" y="37988"/>
                </a:lnTo>
                <a:lnTo>
                  <a:pt x="25638" y="37563"/>
                </a:lnTo>
                <a:lnTo>
                  <a:pt x="25930" y="37191"/>
                </a:lnTo>
                <a:lnTo>
                  <a:pt x="26222" y="36819"/>
                </a:lnTo>
                <a:lnTo>
                  <a:pt x="26514" y="36447"/>
                </a:lnTo>
                <a:lnTo>
                  <a:pt x="26806" y="36181"/>
                </a:lnTo>
                <a:lnTo>
                  <a:pt x="27039" y="35809"/>
                </a:lnTo>
                <a:lnTo>
                  <a:pt x="27331" y="35384"/>
                </a:lnTo>
                <a:lnTo>
                  <a:pt x="27624" y="35012"/>
                </a:lnTo>
                <a:lnTo>
                  <a:pt x="27916" y="34640"/>
                </a:lnTo>
                <a:lnTo>
                  <a:pt x="28208" y="34269"/>
                </a:lnTo>
                <a:lnTo>
                  <a:pt x="28441" y="34003"/>
                </a:lnTo>
                <a:lnTo>
                  <a:pt x="28908" y="33631"/>
                </a:lnTo>
                <a:lnTo>
                  <a:pt x="29200" y="33100"/>
                </a:lnTo>
                <a:lnTo>
                  <a:pt x="29317" y="32728"/>
                </a:lnTo>
                <a:lnTo>
                  <a:pt x="29609" y="32303"/>
                </a:lnTo>
                <a:lnTo>
                  <a:pt x="29901" y="31931"/>
                </a:lnTo>
                <a:lnTo>
                  <a:pt x="30135" y="31665"/>
                </a:lnTo>
                <a:lnTo>
                  <a:pt x="30427" y="31293"/>
                </a:lnTo>
                <a:lnTo>
                  <a:pt x="30894" y="30921"/>
                </a:lnTo>
                <a:lnTo>
                  <a:pt x="31128" y="30549"/>
                </a:lnTo>
                <a:lnTo>
                  <a:pt x="31420" y="30124"/>
                </a:lnTo>
                <a:lnTo>
                  <a:pt x="31712" y="29752"/>
                </a:lnTo>
                <a:lnTo>
                  <a:pt x="31828" y="29487"/>
                </a:lnTo>
                <a:lnTo>
                  <a:pt x="32120" y="29115"/>
                </a:lnTo>
                <a:lnTo>
                  <a:pt x="32412" y="28743"/>
                </a:lnTo>
                <a:lnTo>
                  <a:pt x="32704" y="28371"/>
                </a:lnTo>
                <a:lnTo>
                  <a:pt x="33113" y="27946"/>
                </a:lnTo>
                <a:lnTo>
                  <a:pt x="33405" y="27574"/>
                </a:lnTo>
                <a:lnTo>
                  <a:pt x="33697" y="27202"/>
                </a:lnTo>
                <a:lnTo>
                  <a:pt x="33989" y="26937"/>
                </a:lnTo>
                <a:lnTo>
                  <a:pt x="34223" y="26565"/>
                </a:lnTo>
                <a:lnTo>
                  <a:pt x="34398" y="26140"/>
                </a:lnTo>
                <a:lnTo>
                  <a:pt x="34690" y="25927"/>
                </a:lnTo>
                <a:lnTo>
                  <a:pt x="35099" y="25502"/>
                </a:lnTo>
                <a:lnTo>
                  <a:pt x="35391" y="25130"/>
                </a:lnTo>
                <a:lnTo>
                  <a:pt x="35683" y="24758"/>
                </a:lnTo>
                <a:lnTo>
                  <a:pt x="35917" y="24493"/>
                </a:lnTo>
                <a:lnTo>
                  <a:pt x="36209" y="24121"/>
                </a:lnTo>
                <a:lnTo>
                  <a:pt x="36501" y="23749"/>
                </a:lnTo>
                <a:lnTo>
                  <a:pt x="36793" y="23324"/>
                </a:lnTo>
                <a:lnTo>
                  <a:pt x="37085" y="22952"/>
                </a:lnTo>
                <a:lnTo>
                  <a:pt x="37377" y="22580"/>
                </a:lnTo>
                <a:lnTo>
                  <a:pt x="37610" y="22314"/>
                </a:lnTo>
                <a:lnTo>
                  <a:pt x="37902" y="21942"/>
                </a:lnTo>
                <a:lnTo>
                  <a:pt x="38194" y="21517"/>
                </a:lnTo>
                <a:lnTo>
                  <a:pt x="38486" y="21305"/>
                </a:lnTo>
                <a:lnTo>
                  <a:pt x="38778" y="20880"/>
                </a:lnTo>
                <a:lnTo>
                  <a:pt x="39070" y="20508"/>
                </a:lnTo>
                <a:lnTo>
                  <a:pt x="39304" y="20136"/>
                </a:lnTo>
                <a:lnTo>
                  <a:pt x="39596" y="19870"/>
                </a:lnTo>
                <a:lnTo>
                  <a:pt x="39888" y="19498"/>
                </a:lnTo>
                <a:lnTo>
                  <a:pt x="40180" y="19126"/>
                </a:lnTo>
                <a:lnTo>
                  <a:pt x="40472" y="18701"/>
                </a:lnTo>
                <a:lnTo>
                  <a:pt x="40764" y="18436"/>
                </a:lnTo>
                <a:lnTo>
                  <a:pt x="40997" y="18064"/>
                </a:lnTo>
                <a:lnTo>
                  <a:pt x="41465" y="17798"/>
                </a:lnTo>
                <a:lnTo>
                  <a:pt x="41698" y="17426"/>
                </a:lnTo>
                <a:lnTo>
                  <a:pt x="41874" y="17054"/>
                </a:lnTo>
                <a:lnTo>
                  <a:pt x="42166" y="16682"/>
                </a:lnTo>
                <a:lnTo>
                  <a:pt x="42458" y="16417"/>
                </a:lnTo>
                <a:lnTo>
                  <a:pt x="42691" y="16045"/>
                </a:lnTo>
                <a:lnTo>
                  <a:pt x="42983" y="15620"/>
                </a:lnTo>
                <a:lnTo>
                  <a:pt x="43392" y="15354"/>
                </a:lnTo>
                <a:lnTo>
                  <a:pt x="43684" y="14982"/>
                </a:lnTo>
                <a:lnTo>
                  <a:pt x="43976" y="14717"/>
                </a:lnTo>
                <a:lnTo>
                  <a:pt x="44268" y="14345"/>
                </a:lnTo>
                <a:lnTo>
                  <a:pt x="44385" y="13973"/>
                </a:lnTo>
                <a:lnTo>
                  <a:pt x="44677" y="13601"/>
                </a:lnTo>
                <a:lnTo>
                  <a:pt x="44969" y="13176"/>
                </a:lnTo>
                <a:lnTo>
                  <a:pt x="45261" y="13070"/>
                </a:lnTo>
                <a:lnTo>
                  <a:pt x="45670" y="12698"/>
                </a:lnTo>
                <a:lnTo>
                  <a:pt x="45962" y="12326"/>
                </a:lnTo>
                <a:lnTo>
                  <a:pt x="46254" y="11901"/>
                </a:lnTo>
                <a:lnTo>
                  <a:pt x="46546" y="11635"/>
                </a:lnTo>
                <a:lnTo>
                  <a:pt x="46779" y="11263"/>
                </a:lnTo>
                <a:lnTo>
                  <a:pt x="46954" y="10891"/>
                </a:lnTo>
                <a:lnTo>
                  <a:pt x="47246" y="10626"/>
                </a:lnTo>
                <a:lnTo>
                  <a:pt x="47655" y="10360"/>
                </a:lnTo>
                <a:lnTo>
                  <a:pt x="47947" y="9988"/>
                </a:lnTo>
                <a:lnTo>
                  <a:pt x="48239" y="9616"/>
                </a:lnTo>
                <a:lnTo>
                  <a:pt x="48473" y="9350"/>
                </a:lnTo>
                <a:lnTo>
                  <a:pt x="48765" y="8979"/>
                </a:lnTo>
                <a:lnTo>
                  <a:pt x="49057" y="8553"/>
                </a:lnTo>
                <a:lnTo>
                  <a:pt x="49349" y="8341"/>
                </a:lnTo>
                <a:lnTo>
                  <a:pt x="49641" y="8075"/>
                </a:lnTo>
                <a:lnTo>
                  <a:pt x="49933" y="7703"/>
                </a:lnTo>
                <a:lnTo>
                  <a:pt x="50167" y="7278"/>
                </a:lnTo>
                <a:lnTo>
                  <a:pt x="50459" y="7013"/>
                </a:lnTo>
                <a:lnTo>
                  <a:pt x="50751" y="6641"/>
                </a:lnTo>
                <a:lnTo>
                  <a:pt x="51043" y="6269"/>
                </a:lnTo>
                <a:lnTo>
                  <a:pt x="51335" y="6163"/>
                </a:lnTo>
                <a:lnTo>
                  <a:pt x="51627" y="5738"/>
                </a:lnTo>
                <a:lnTo>
                  <a:pt x="51860" y="5366"/>
                </a:lnTo>
                <a:lnTo>
                  <a:pt x="52152" y="5100"/>
                </a:lnTo>
                <a:lnTo>
                  <a:pt x="52444" y="4728"/>
                </a:lnTo>
                <a:lnTo>
                  <a:pt x="52736" y="4356"/>
                </a:lnTo>
                <a:lnTo>
                  <a:pt x="53028" y="4091"/>
                </a:lnTo>
                <a:lnTo>
                  <a:pt x="53262" y="3825"/>
                </a:lnTo>
                <a:lnTo>
                  <a:pt x="53554" y="3559"/>
                </a:lnTo>
                <a:lnTo>
                  <a:pt x="54021" y="3187"/>
                </a:lnTo>
                <a:lnTo>
                  <a:pt x="54255" y="2815"/>
                </a:lnTo>
                <a:lnTo>
                  <a:pt x="54430" y="2550"/>
                </a:lnTo>
                <a:lnTo>
                  <a:pt x="54722" y="2178"/>
                </a:lnTo>
                <a:lnTo>
                  <a:pt x="54955" y="1912"/>
                </a:lnTo>
                <a:lnTo>
                  <a:pt x="55248" y="1540"/>
                </a:lnTo>
                <a:lnTo>
                  <a:pt x="55540" y="1275"/>
                </a:lnTo>
                <a:lnTo>
                  <a:pt x="55948" y="1009"/>
                </a:lnTo>
                <a:lnTo>
                  <a:pt x="56240" y="637"/>
                </a:lnTo>
                <a:lnTo>
                  <a:pt x="56532" y="371"/>
                </a:lnTo>
                <a:lnTo>
                  <a:pt x="56824" y="0"/>
                </a:lnTo>
              </a:path>
            </a:pathLst>
          </a:custGeom>
          <a:ln w="817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850747" y="5605864"/>
            <a:ext cx="56708" cy="48561"/>
          </a:xfrm>
          <a:custGeom>
            <a:avLst/>
            <a:gdLst/>
            <a:ahLst/>
            <a:cxnLst/>
            <a:rect l="l" t="t" r="r" b="b"/>
            <a:pathLst>
              <a:path w="56708" h="48561">
                <a:moveTo>
                  <a:pt x="0" y="48561"/>
                </a:moveTo>
                <a:lnTo>
                  <a:pt x="116" y="48295"/>
                </a:lnTo>
                <a:lnTo>
                  <a:pt x="408" y="47923"/>
                </a:lnTo>
                <a:lnTo>
                  <a:pt x="700" y="47657"/>
                </a:lnTo>
                <a:lnTo>
                  <a:pt x="992" y="47392"/>
                </a:lnTo>
                <a:lnTo>
                  <a:pt x="1401" y="47020"/>
                </a:lnTo>
                <a:lnTo>
                  <a:pt x="1693" y="46754"/>
                </a:lnTo>
                <a:lnTo>
                  <a:pt x="1985" y="46382"/>
                </a:lnTo>
                <a:lnTo>
                  <a:pt x="2219" y="46117"/>
                </a:lnTo>
                <a:lnTo>
                  <a:pt x="2511" y="45692"/>
                </a:lnTo>
                <a:lnTo>
                  <a:pt x="2686" y="45479"/>
                </a:lnTo>
                <a:lnTo>
                  <a:pt x="2978" y="45213"/>
                </a:lnTo>
                <a:lnTo>
                  <a:pt x="3387" y="44948"/>
                </a:lnTo>
                <a:lnTo>
                  <a:pt x="3679" y="44576"/>
                </a:lnTo>
                <a:lnTo>
                  <a:pt x="3912" y="44310"/>
                </a:lnTo>
                <a:lnTo>
                  <a:pt x="4204" y="43938"/>
                </a:lnTo>
                <a:lnTo>
                  <a:pt x="4496" y="43673"/>
                </a:lnTo>
                <a:lnTo>
                  <a:pt x="4788" y="43301"/>
                </a:lnTo>
                <a:lnTo>
                  <a:pt x="5080" y="43141"/>
                </a:lnTo>
                <a:lnTo>
                  <a:pt x="5372" y="42769"/>
                </a:lnTo>
                <a:lnTo>
                  <a:pt x="5606" y="42504"/>
                </a:lnTo>
                <a:lnTo>
                  <a:pt x="5898" y="42238"/>
                </a:lnTo>
                <a:lnTo>
                  <a:pt x="6190" y="41866"/>
                </a:lnTo>
                <a:lnTo>
                  <a:pt x="6482" y="41601"/>
                </a:lnTo>
                <a:lnTo>
                  <a:pt x="6774" y="41229"/>
                </a:lnTo>
                <a:lnTo>
                  <a:pt x="7066" y="40963"/>
                </a:lnTo>
                <a:lnTo>
                  <a:pt x="7300" y="40697"/>
                </a:lnTo>
                <a:lnTo>
                  <a:pt x="7767" y="40432"/>
                </a:lnTo>
                <a:lnTo>
                  <a:pt x="7884" y="40219"/>
                </a:lnTo>
                <a:lnTo>
                  <a:pt x="8176" y="39794"/>
                </a:lnTo>
                <a:lnTo>
                  <a:pt x="8468" y="39528"/>
                </a:lnTo>
                <a:lnTo>
                  <a:pt x="8760" y="39157"/>
                </a:lnTo>
                <a:lnTo>
                  <a:pt x="8993" y="38891"/>
                </a:lnTo>
                <a:lnTo>
                  <a:pt x="9285" y="38678"/>
                </a:lnTo>
                <a:lnTo>
                  <a:pt x="9694" y="38413"/>
                </a:lnTo>
                <a:lnTo>
                  <a:pt x="9986" y="38147"/>
                </a:lnTo>
                <a:lnTo>
                  <a:pt x="10161" y="37881"/>
                </a:lnTo>
                <a:lnTo>
                  <a:pt x="10453" y="37509"/>
                </a:lnTo>
                <a:lnTo>
                  <a:pt x="10687" y="37244"/>
                </a:lnTo>
                <a:lnTo>
                  <a:pt x="10979" y="36872"/>
                </a:lnTo>
                <a:lnTo>
                  <a:pt x="11271" y="36606"/>
                </a:lnTo>
                <a:lnTo>
                  <a:pt x="11680" y="36341"/>
                </a:lnTo>
                <a:lnTo>
                  <a:pt x="11972" y="36075"/>
                </a:lnTo>
                <a:lnTo>
                  <a:pt x="12264" y="35809"/>
                </a:lnTo>
                <a:lnTo>
                  <a:pt x="12556" y="35597"/>
                </a:lnTo>
                <a:lnTo>
                  <a:pt x="12673" y="35172"/>
                </a:lnTo>
                <a:lnTo>
                  <a:pt x="12965" y="34959"/>
                </a:lnTo>
                <a:lnTo>
                  <a:pt x="13257" y="34694"/>
                </a:lnTo>
                <a:lnTo>
                  <a:pt x="13549" y="34428"/>
                </a:lnTo>
                <a:lnTo>
                  <a:pt x="13958" y="34056"/>
                </a:lnTo>
                <a:lnTo>
                  <a:pt x="14250" y="33790"/>
                </a:lnTo>
                <a:lnTo>
                  <a:pt x="14542" y="33631"/>
                </a:lnTo>
                <a:lnTo>
                  <a:pt x="14775" y="33259"/>
                </a:lnTo>
                <a:lnTo>
                  <a:pt x="15067" y="32993"/>
                </a:lnTo>
                <a:lnTo>
                  <a:pt x="15242" y="32728"/>
                </a:lnTo>
                <a:lnTo>
                  <a:pt x="15476" y="32515"/>
                </a:lnTo>
                <a:lnTo>
                  <a:pt x="15943" y="32090"/>
                </a:lnTo>
                <a:lnTo>
                  <a:pt x="16235" y="31878"/>
                </a:lnTo>
                <a:lnTo>
                  <a:pt x="16469" y="31612"/>
                </a:lnTo>
                <a:lnTo>
                  <a:pt x="16761" y="31453"/>
                </a:lnTo>
                <a:lnTo>
                  <a:pt x="17053" y="31081"/>
                </a:lnTo>
                <a:lnTo>
                  <a:pt x="17345" y="30815"/>
                </a:lnTo>
                <a:lnTo>
                  <a:pt x="17637" y="30549"/>
                </a:lnTo>
                <a:lnTo>
                  <a:pt x="17929" y="30337"/>
                </a:lnTo>
                <a:lnTo>
                  <a:pt x="18162" y="30071"/>
                </a:lnTo>
                <a:lnTo>
                  <a:pt x="18454" y="29646"/>
                </a:lnTo>
                <a:lnTo>
                  <a:pt x="18746" y="29434"/>
                </a:lnTo>
                <a:lnTo>
                  <a:pt x="19038" y="29168"/>
                </a:lnTo>
                <a:lnTo>
                  <a:pt x="19330" y="29009"/>
                </a:lnTo>
                <a:lnTo>
                  <a:pt x="19564" y="28796"/>
                </a:lnTo>
                <a:lnTo>
                  <a:pt x="19856" y="28371"/>
                </a:lnTo>
                <a:lnTo>
                  <a:pt x="20323" y="28105"/>
                </a:lnTo>
                <a:lnTo>
                  <a:pt x="20440" y="27893"/>
                </a:lnTo>
                <a:lnTo>
                  <a:pt x="20732" y="27627"/>
                </a:lnTo>
                <a:lnTo>
                  <a:pt x="21024" y="27362"/>
                </a:lnTo>
                <a:lnTo>
                  <a:pt x="21258" y="27096"/>
                </a:lnTo>
                <a:lnTo>
                  <a:pt x="21550" y="26830"/>
                </a:lnTo>
                <a:lnTo>
                  <a:pt x="21842" y="26565"/>
                </a:lnTo>
                <a:lnTo>
                  <a:pt x="22251" y="26352"/>
                </a:lnTo>
                <a:lnTo>
                  <a:pt x="22543" y="26086"/>
                </a:lnTo>
                <a:lnTo>
                  <a:pt x="22835" y="25821"/>
                </a:lnTo>
                <a:lnTo>
                  <a:pt x="22951" y="25555"/>
                </a:lnTo>
                <a:lnTo>
                  <a:pt x="23243" y="25290"/>
                </a:lnTo>
                <a:lnTo>
                  <a:pt x="23535" y="25024"/>
                </a:lnTo>
                <a:lnTo>
                  <a:pt x="23827" y="24811"/>
                </a:lnTo>
                <a:lnTo>
                  <a:pt x="24236" y="24546"/>
                </a:lnTo>
                <a:lnTo>
                  <a:pt x="24528" y="24280"/>
                </a:lnTo>
                <a:lnTo>
                  <a:pt x="24820" y="24014"/>
                </a:lnTo>
                <a:lnTo>
                  <a:pt x="25112" y="23749"/>
                </a:lnTo>
                <a:lnTo>
                  <a:pt x="25346" y="23483"/>
                </a:lnTo>
                <a:lnTo>
                  <a:pt x="25521" y="23271"/>
                </a:lnTo>
                <a:lnTo>
                  <a:pt x="25813" y="23005"/>
                </a:lnTo>
                <a:lnTo>
                  <a:pt x="26105" y="22739"/>
                </a:lnTo>
                <a:lnTo>
                  <a:pt x="26514" y="22474"/>
                </a:lnTo>
                <a:lnTo>
                  <a:pt x="26806" y="22208"/>
                </a:lnTo>
                <a:lnTo>
                  <a:pt x="27039" y="22102"/>
                </a:lnTo>
                <a:lnTo>
                  <a:pt x="27331" y="21836"/>
                </a:lnTo>
                <a:lnTo>
                  <a:pt x="27624" y="21570"/>
                </a:lnTo>
                <a:lnTo>
                  <a:pt x="27799" y="21305"/>
                </a:lnTo>
                <a:lnTo>
                  <a:pt x="28032" y="21092"/>
                </a:lnTo>
                <a:lnTo>
                  <a:pt x="28500" y="20827"/>
                </a:lnTo>
                <a:lnTo>
                  <a:pt x="28733" y="20561"/>
                </a:lnTo>
                <a:lnTo>
                  <a:pt x="29025" y="20295"/>
                </a:lnTo>
                <a:lnTo>
                  <a:pt x="29317" y="20030"/>
                </a:lnTo>
                <a:lnTo>
                  <a:pt x="29609" y="19764"/>
                </a:lnTo>
                <a:lnTo>
                  <a:pt x="29901" y="19658"/>
                </a:lnTo>
                <a:lnTo>
                  <a:pt x="30193" y="19392"/>
                </a:lnTo>
                <a:lnTo>
                  <a:pt x="30427" y="19126"/>
                </a:lnTo>
                <a:lnTo>
                  <a:pt x="30719" y="18914"/>
                </a:lnTo>
                <a:lnTo>
                  <a:pt x="31011" y="18648"/>
                </a:lnTo>
                <a:lnTo>
                  <a:pt x="31303" y="18383"/>
                </a:lnTo>
                <a:lnTo>
                  <a:pt x="31595" y="18117"/>
                </a:lnTo>
                <a:lnTo>
                  <a:pt x="31887" y="17851"/>
                </a:lnTo>
                <a:lnTo>
                  <a:pt x="32120" y="17586"/>
                </a:lnTo>
                <a:lnTo>
                  <a:pt x="32412" y="17479"/>
                </a:lnTo>
                <a:lnTo>
                  <a:pt x="32821" y="17214"/>
                </a:lnTo>
                <a:lnTo>
                  <a:pt x="32996" y="16948"/>
                </a:lnTo>
                <a:lnTo>
                  <a:pt x="33288" y="16682"/>
                </a:lnTo>
                <a:lnTo>
                  <a:pt x="33580" y="16576"/>
                </a:lnTo>
                <a:lnTo>
                  <a:pt x="33814" y="16311"/>
                </a:lnTo>
                <a:lnTo>
                  <a:pt x="34106" y="16045"/>
                </a:lnTo>
                <a:lnTo>
                  <a:pt x="34398" y="15832"/>
                </a:lnTo>
                <a:lnTo>
                  <a:pt x="34807" y="15567"/>
                </a:lnTo>
                <a:lnTo>
                  <a:pt x="35099" y="15301"/>
                </a:lnTo>
                <a:lnTo>
                  <a:pt x="35391" y="15142"/>
                </a:lnTo>
                <a:lnTo>
                  <a:pt x="35508" y="14929"/>
                </a:lnTo>
                <a:lnTo>
                  <a:pt x="35800" y="14770"/>
                </a:lnTo>
                <a:lnTo>
                  <a:pt x="36092" y="14504"/>
                </a:lnTo>
                <a:lnTo>
                  <a:pt x="36384" y="14292"/>
                </a:lnTo>
                <a:lnTo>
                  <a:pt x="36793" y="14026"/>
                </a:lnTo>
                <a:lnTo>
                  <a:pt x="37085" y="13760"/>
                </a:lnTo>
                <a:lnTo>
                  <a:pt x="37377" y="13495"/>
                </a:lnTo>
                <a:lnTo>
                  <a:pt x="37669" y="13388"/>
                </a:lnTo>
                <a:lnTo>
                  <a:pt x="37902" y="13123"/>
                </a:lnTo>
                <a:lnTo>
                  <a:pt x="38077" y="12857"/>
                </a:lnTo>
                <a:lnTo>
                  <a:pt x="38369" y="12751"/>
                </a:lnTo>
                <a:lnTo>
                  <a:pt x="38603" y="12485"/>
                </a:lnTo>
                <a:lnTo>
                  <a:pt x="39070" y="12326"/>
                </a:lnTo>
                <a:lnTo>
                  <a:pt x="39362" y="12060"/>
                </a:lnTo>
                <a:lnTo>
                  <a:pt x="39596" y="11848"/>
                </a:lnTo>
                <a:lnTo>
                  <a:pt x="39888" y="11582"/>
                </a:lnTo>
                <a:lnTo>
                  <a:pt x="40180" y="11316"/>
                </a:lnTo>
                <a:lnTo>
                  <a:pt x="40472" y="11210"/>
                </a:lnTo>
                <a:lnTo>
                  <a:pt x="40589" y="10944"/>
                </a:lnTo>
                <a:lnTo>
                  <a:pt x="41056" y="10679"/>
                </a:lnTo>
                <a:lnTo>
                  <a:pt x="41290" y="10519"/>
                </a:lnTo>
                <a:lnTo>
                  <a:pt x="41582" y="10413"/>
                </a:lnTo>
                <a:lnTo>
                  <a:pt x="41874" y="10147"/>
                </a:lnTo>
                <a:lnTo>
                  <a:pt x="42166" y="9882"/>
                </a:lnTo>
                <a:lnTo>
                  <a:pt x="42458" y="9669"/>
                </a:lnTo>
                <a:lnTo>
                  <a:pt x="42750" y="9510"/>
                </a:lnTo>
                <a:lnTo>
                  <a:pt x="42866" y="9244"/>
                </a:lnTo>
                <a:lnTo>
                  <a:pt x="43275" y="8979"/>
                </a:lnTo>
                <a:lnTo>
                  <a:pt x="43567" y="8872"/>
                </a:lnTo>
                <a:lnTo>
                  <a:pt x="43859" y="8607"/>
                </a:lnTo>
                <a:lnTo>
                  <a:pt x="44151" y="8341"/>
                </a:lnTo>
                <a:lnTo>
                  <a:pt x="44385" y="8235"/>
                </a:lnTo>
                <a:lnTo>
                  <a:pt x="44677" y="8128"/>
                </a:lnTo>
                <a:lnTo>
                  <a:pt x="44969" y="7863"/>
                </a:lnTo>
                <a:lnTo>
                  <a:pt x="45378" y="7597"/>
                </a:lnTo>
                <a:lnTo>
                  <a:pt x="45553" y="7491"/>
                </a:lnTo>
                <a:lnTo>
                  <a:pt x="45845" y="7225"/>
                </a:lnTo>
                <a:lnTo>
                  <a:pt x="46078" y="7066"/>
                </a:lnTo>
                <a:lnTo>
                  <a:pt x="46370" y="6800"/>
                </a:lnTo>
                <a:lnTo>
                  <a:pt x="46662" y="6588"/>
                </a:lnTo>
                <a:lnTo>
                  <a:pt x="46954" y="6428"/>
                </a:lnTo>
                <a:lnTo>
                  <a:pt x="47363" y="6163"/>
                </a:lnTo>
                <a:lnTo>
                  <a:pt x="47655" y="5950"/>
                </a:lnTo>
                <a:lnTo>
                  <a:pt x="47947" y="5950"/>
                </a:lnTo>
                <a:lnTo>
                  <a:pt x="48064" y="5684"/>
                </a:lnTo>
                <a:lnTo>
                  <a:pt x="48356" y="5419"/>
                </a:lnTo>
                <a:lnTo>
                  <a:pt x="48648" y="5259"/>
                </a:lnTo>
                <a:lnTo>
                  <a:pt x="48940" y="5047"/>
                </a:lnTo>
                <a:lnTo>
                  <a:pt x="49232" y="4887"/>
                </a:lnTo>
                <a:lnTo>
                  <a:pt x="49641" y="4622"/>
                </a:lnTo>
                <a:lnTo>
                  <a:pt x="49933" y="4516"/>
                </a:lnTo>
                <a:lnTo>
                  <a:pt x="50167" y="4250"/>
                </a:lnTo>
                <a:lnTo>
                  <a:pt x="50459" y="3984"/>
                </a:lnTo>
                <a:lnTo>
                  <a:pt x="50634" y="3878"/>
                </a:lnTo>
                <a:lnTo>
                  <a:pt x="50926" y="3612"/>
                </a:lnTo>
                <a:lnTo>
                  <a:pt x="51159" y="3612"/>
                </a:lnTo>
                <a:lnTo>
                  <a:pt x="51627" y="3347"/>
                </a:lnTo>
                <a:lnTo>
                  <a:pt x="51860" y="3240"/>
                </a:lnTo>
                <a:lnTo>
                  <a:pt x="52152" y="2975"/>
                </a:lnTo>
                <a:lnTo>
                  <a:pt x="52444" y="2869"/>
                </a:lnTo>
                <a:lnTo>
                  <a:pt x="52736" y="2603"/>
                </a:lnTo>
                <a:lnTo>
                  <a:pt x="53028" y="2443"/>
                </a:lnTo>
                <a:lnTo>
                  <a:pt x="53145" y="2178"/>
                </a:lnTo>
                <a:lnTo>
                  <a:pt x="53554" y="2072"/>
                </a:lnTo>
                <a:lnTo>
                  <a:pt x="53846" y="1806"/>
                </a:lnTo>
                <a:lnTo>
                  <a:pt x="54138" y="1700"/>
                </a:lnTo>
                <a:lnTo>
                  <a:pt x="54430" y="1434"/>
                </a:lnTo>
                <a:lnTo>
                  <a:pt x="54722" y="1328"/>
                </a:lnTo>
                <a:lnTo>
                  <a:pt x="55014" y="1168"/>
                </a:lnTo>
                <a:lnTo>
                  <a:pt x="55248" y="1062"/>
                </a:lnTo>
                <a:lnTo>
                  <a:pt x="55540" y="796"/>
                </a:lnTo>
                <a:lnTo>
                  <a:pt x="55832" y="637"/>
                </a:lnTo>
                <a:lnTo>
                  <a:pt x="56124" y="425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802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907455" y="5583815"/>
            <a:ext cx="56649" cy="22049"/>
          </a:xfrm>
          <a:custGeom>
            <a:avLst/>
            <a:gdLst/>
            <a:ahLst/>
            <a:cxnLst/>
            <a:rect l="l" t="t" r="r" b="b"/>
            <a:pathLst>
              <a:path w="56649" h="22049">
                <a:moveTo>
                  <a:pt x="0" y="22049"/>
                </a:moveTo>
                <a:lnTo>
                  <a:pt x="233" y="21942"/>
                </a:lnTo>
                <a:lnTo>
                  <a:pt x="525" y="21836"/>
                </a:lnTo>
                <a:lnTo>
                  <a:pt x="817" y="21570"/>
                </a:lnTo>
                <a:lnTo>
                  <a:pt x="1226" y="21411"/>
                </a:lnTo>
                <a:lnTo>
                  <a:pt x="1401" y="21145"/>
                </a:lnTo>
                <a:lnTo>
                  <a:pt x="1693" y="21039"/>
                </a:lnTo>
                <a:lnTo>
                  <a:pt x="1927" y="20933"/>
                </a:lnTo>
                <a:lnTo>
                  <a:pt x="2219" y="20773"/>
                </a:lnTo>
                <a:lnTo>
                  <a:pt x="2511" y="20667"/>
                </a:lnTo>
                <a:lnTo>
                  <a:pt x="2803" y="20402"/>
                </a:lnTo>
                <a:lnTo>
                  <a:pt x="3212" y="20295"/>
                </a:lnTo>
                <a:lnTo>
                  <a:pt x="3504" y="20136"/>
                </a:lnTo>
                <a:lnTo>
                  <a:pt x="3796" y="19870"/>
                </a:lnTo>
                <a:lnTo>
                  <a:pt x="4204" y="19498"/>
                </a:lnTo>
                <a:lnTo>
                  <a:pt x="4496" y="19392"/>
                </a:lnTo>
                <a:lnTo>
                  <a:pt x="4788" y="19233"/>
                </a:lnTo>
                <a:lnTo>
                  <a:pt x="5022" y="18967"/>
                </a:lnTo>
                <a:lnTo>
                  <a:pt x="5489" y="18861"/>
                </a:lnTo>
                <a:lnTo>
                  <a:pt x="5781" y="18754"/>
                </a:lnTo>
                <a:lnTo>
                  <a:pt x="6015" y="18595"/>
                </a:lnTo>
                <a:lnTo>
                  <a:pt x="6307" y="18489"/>
                </a:lnTo>
                <a:lnTo>
                  <a:pt x="6482" y="18329"/>
                </a:lnTo>
                <a:lnTo>
                  <a:pt x="6716" y="18064"/>
                </a:lnTo>
                <a:lnTo>
                  <a:pt x="7008" y="17958"/>
                </a:lnTo>
                <a:lnTo>
                  <a:pt x="7475" y="17851"/>
                </a:lnTo>
                <a:lnTo>
                  <a:pt x="7709" y="17692"/>
                </a:lnTo>
                <a:lnTo>
                  <a:pt x="8001" y="17426"/>
                </a:lnTo>
                <a:lnTo>
                  <a:pt x="8293" y="17320"/>
                </a:lnTo>
                <a:lnTo>
                  <a:pt x="8585" y="17214"/>
                </a:lnTo>
                <a:lnTo>
                  <a:pt x="8877" y="16948"/>
                </a:lnTo>
                <a:lnTo>
                  <a:pt x="8993" y="16789"/>
                </a:lnTo>
                <a:lnTo>
                  <a:pt x="9402" y="16682"/>
                </a:lnTo>
                <a:lnTo>
                  <a:pt x="9694" y="16576"/>
                </a:lnTo>
                <a:lnTo>
                  <a:pt x="9986" y="16311"/>
                </a:lnTo>
                <a:lnTo>
                  <a:pt x="10278" y="16311"/>
                </a:lnTo>
                <a:lnTo>
                  <a:pt x="10570" y="16151"/>
                </a:lnTo>
                <a:lnTo>
                  <a:pt x="10804" y="16045"/>
                </a:lnTo>
                <a:lnTo>
                  <a:pt x="11096" y="15779"/>
                </a:lnTo>
                <a:lnTo>
                  <a:pt x="11388" y="15673"/>
                </a:lnTo>
                <a:lnTo>
                  <a:pt x="11680" y="15514"/>
                </a:lnTo>
                <a:lnTo>
                  <a:pt x="11972" y="15407"/>
                </a:lnTo>
                <a:lnTo>
                  <a:pt x="12264" y="15248"/>
                </a:lnTo>
                <a:lnTo>
                  <a:pt x="12497" y="15035"/>
                </a:lnTo>
                <a:lnTo>
                  <a:pt x="12789" y="14876"/>
                </a:lnTo>
                <a:lnTo>
                  <a:pt x="13081" y="14770"/>
                </a:lnTo>
                <a:lnTo>
                  <a:pt x="13373" y="14610"/>
                </a:lnTo>
                <a:lnTo>
                  <a:pt x="13782" y="14504"/>
                </a:lnTo>
                <a:lnTo>
                  <a:pt x="13958" y="14345"/>
                </a:lnTo>
                <a:lnTo>
                  <a:pt x="14191" y="14132"/>
                </a:lnTo>
                <a:lnTo>
                  <a:pt x="14483" y="13973"/>
                </a:lnTo>
                <a:lnTo>
                  <a:pt x="14775" y="13973"/>
                </a:lnTo>
                <a:lnTo>
                  <a:pt x="15067" y="13867"/>
                </a:lnTo>
                <a:lnTo>
                  <a:pt x="15359" y="13707"/>
                </a:lnTo>
                <a:lnTo>
                  <a:pt x="15768" y="13601"/>
                </a:lnTo>
                <a:lnTo>
                  <a:pt x="16060" y="13335"/>
                </a:lnTo>
                <a:lnTo>
                  <a:pt x="16352" y="13229"/>
                </a:lnTo>
                <a:lnTo>
                  <a:pt x="16469" y="13070"/>
                </a:lnTo>
                <a:lnTo>
                  <a:pt x="16761" y="12963"/>
                </a:lnTo>
                <a:lnTo>
                  <a:pt x="17053" y="12804"/>
                </a:lnTo>
                <a:lnTo>
                  <a:pt x="17345" y="12698"/>
                </a:lnTo>
                <a:lnTo>
                  <a:pt x="17578" y="12591"/>
                </a:lnTo>
                <a:lnTo>
                  <a:pt x="18046" y="12432"/>
                </a:lnTo>
                <a:lnTo>
                  <a:pt x="18279" y="12326"/>
                </a:lnTo>
                <a:lnTo>
                  <a:pt x="18571" y="12166"/>
                </a:lnTo>
                <a:lnTo>
                  <a:pt x="18863" y="11954"/>
                </a:lnTo>
                <a:lnTo>
                  <a:pt x="19038" y="11794"/>
                </a:lnTo>
                <a:lnTo>
                  <a:pt x="19272" y="11688"/>
                </a:lnTo>
                <a:lnTo>
                  <a:pt x="19564" y="11688"/>
                </a:lnTo>
                <a:lnTo>
                  <a:pt x="19973" y="11529"/>
                </a:lnTo>
                <a:lnTo>
                  <a:pt x="20265" y="11423"/>
                </a:lnTo>
                <a:lnTo>
                  <a:pt x="20557" y="11263"/>
                </a:lnTo>
                <a:lnTo>
                  <a:pt x="20849" y="11157"/>
                </a:lnTo>
                <a:lnTo>
                  <a:pt x="21141" y="11051"/>
                </a:lnTo>
                <a:lnTo>
                  <a:pt x="21433" y="10891"/>
                </a:lnTo>
                <a:lnTo>
                  <a:pt x="21959" y="10626"/>
                </a:lnTo>
                <a:lnTo>
                  <a:pt x="22251" y="10519"/>
                </a:lnTo>
                <a:lnTo>
                  <a:pt x="22543" y="10413"/>
                </a:lnTo>
                <a:lnTo>
                  <a:pt x="22835" y="10254"/>
                </a:lnTo>
                <a:lnTo>
                  <a:pt x="23127" y="10147"/>
                </a:lnTo>
                <a:lnTo>
                  <a:pt x="23360" y="9988"/>
                </a:lnTo>
                <a:lnTo>
                  <a:pt x="23652" y="9882"/>
                </a:lnTo>
                <a:lnTo>
                  <a:pt x="23944" y="9722"/>
                </a:lnTo>
                <a:lnTo>
                  <a:pt x="24236" y="9616"/>
                </a:lnTo>
                <a:lnTo>
                  <a:pt x="24528" y="9510"/>
                </a:lnTo>
                <a:lnTo>
                  <a:pt x="24820" y="9350"/>
                </a:lnTo>
                <a:lnTo>
                  <a:pt x="25054" y="9350"/>
                </a:lnTo>
                <a:lnTo>
                  <a:pt x="25346" y="9244"/>
                </a:lnTo>
                <a:lnTo>
                  <a:pt x="25638" y="9085"/>
                </a:lnTo>
                <a:lnTo>
                  <a:pt x="25930" y="8979"/>
                </a:lnTo>
                <a:lnTo>
                  <a:pt x="26339" y="8872"/>
                </a:lnTo>
                <a:lnTo>
                  <a:pt x="26514" y="8713"/>
                </a:lnTo>
                <a:lnTo>
                  <a:pt x="26747" y="8607"/>
                </a:lnTo>
                <a:lnTo>
                  <a:pt x="27039" y="8447"/>
                </a:lnTo>
                <a:lnTo>
                  <a:pt x="27331" y="8447"/>
                </a:lnTo>
                <a:lnTo>
                  <a:pt x="27624" y="8341"/>
                </a:lnTo>
                <a:lnTo>
                  <a:pt x="27916" y="8182"/>
                </a:lnTo>
                <a:lnTo>
                  <a:pt x="28324" y="8075"/>
                </a:lnTo>
                <a:lnTo>
                  <a:pt x="28616" y="7969"/>
                </a:lnTo>
                <a:lnTo>
                  <a:pt x="28908" y="7810"/>
                </a:lnTo>
                <a:lnTo>
                  <a:pt x="29317" y="7544"/>
                </a:lnTo>
                <a:lnTo>
                  <a:pt x="29609" y="7438"/>
                </a:lnTo>
                <a:lnTo>
                  <a:pt x="29843" y="7331"/>
                </a:lnTo>
                <a:lnTo>
                  <a:pt x="30135" y="7331"/>
                </a:lnTo>
                <a:lnTo>
                  <a:pt x="30602" y="7172"/>
                </a:lnTo>
                <a:lnTo>
                  <a:pt x="30836" y="7066"/>
                </a:lnTo>
                <a:lnTo>
                  <a:pt x="31128" y="7066"/>
                </a:lnTo>
                <a:lnTo>
                  <a:pt x="31420" y="6906"/>
                </a:lnTo>
                <a:lnTo>
                  <a:pt x="31828" y="6641"/>
                </a:lnTo>
                <a:lnTo>
                  <a:pt x="32120" y="6641"/>
                </a:lnTo>
                <a:lnTo>
                  <a:pt x="32529" y="6535"/>
                </a:lnTo>
                <a:lnTo>
                  <a:pt x="32821" y="6428"/>
                </a:lnTo>
                <a:lnTo>
                  <a:pt x="33113" y="6269"/>
                </a:lnTo>
                <a:lnTo>
                  <a:pt x="33405" y="6163"/>
                </a:lnTo>
                <a:lnTo>
                  <a:pt x="33697" y="6163"/>
                </a:lnTo>
                <a:lnTo>
                  <a:pt x="33989" y="6003"/>
                </a:lnTo>
                <a:lnTo>
                  <a:pt x="34515" y="5791"/>
                </a:lnTo>
                <a:lnTo>
                  <a:pt x="34807" y="5631"/>
                </a:lnTo>
                <a:lnTo>
                  <a:pt x="35099" y="5631"/>
                </a:lnTo>
                <a:lnTo>
                  <a:pt x="35391" y="5525"/>
                </a:lnTo>
                <a:lnTo>
                  <a:pt x="35625" y="5366"/>
                </a:lnTo>
                <a:lnTo>
                  <a:pt x="35917" y="5259"/>
                </a:lnTo>
                <a:lnTo>
                  <a:pt x="36209" y="5100"/>
                </a:lnTo>
                <a:lnTo>
                  <a:pt x="36501" y="5100"/>
                </a:lnTo>
                <a:lnTo>
                  <a:pt x="36793" y="4994"/>
                </a:lnTo>
                <a:lnTo>
                  <a:pt x="37085" y="4887"/>
                </a:lnTo>
                <a:lnTo>
                  <a:pt x="37318" y="4728"/>
                </a:lnTo>
                <a:lnTo>
                  <a:pt x="37610" y="4728"/>
                </a:lnTo>
                <a:lnTo>
                  <a:pt x="37902" y="4622"/>
                </a:lnTo>
                <a:lnTo>
                  <a:pt x="38194" y="4622"/>
                </a:lnTo>
                <a:lnTo>
                  <a:pt x="38486" y="4622"/>
                </a:lnTo>
                <a:lnTo>
                  <a:pt x="38895" y="4462"/>
                </a:lnTo>
                <a:lnTo>
                  <a:pt x="39304" y="4250"/>
                </a:lnTo>
                <a:lnTo>
                  <a:pt x="39596" y="4250"/>
                </a:lnTo>
                <a:lnTo>
                  <a:pt x="39888" y="4091"/>
                </a:lnTo>
                <a:lnTo>
                  <a:pt x="40180" y="3984"/>
                </a:lnTo>
                <a:lnTo>
                  <a:pt x="40472" y="3984"/>
                </a:lnTo>
                <a:lnTo>
                  <a:pt x="40881" y="3825"/>
                </a:lnTo>
                <a:lnTo>
                  <a:pt x="41173" y="3719"/>
                </a:lnTo>
                <a:lnTo>
                  <a:pt x="41406" y="3719"/>
                </a:lnTo>
                <a:lnTo>
                  <a:pt x="41582" y="3559"/>
                </a:lnTo>
                <a:lnTo>
                  <a:pt x="41874" y="3453"/>
                </a:lnTo>
                <a:lnTo>
                  <a:pt x="42166" y="3453"/>
                </a:lnTo>
                <a:lnTo>
                  <a:pt x="42399" y="3347"/>
                </a:lnTo>
                <a:lnTo>
                  <a:pt x="42691" y="3187"/>
                </a:lnTo>
                <a:lnTo>
                  <a:pt x="43100" y="3187"/>
                </a:lnTo>
                <a:lnTo>
                  <a:pt x="43392" y="3081"/>
                </a:lnTo>
                <a:lnTo>
                  <a:pt x="43684" y="2922"/>
                </a:lnTo>
                <a:lnTo>
                  <a:pt x="43976" y="2922"/>
                </a:lnTo>
                <a:lnTo>
                  <a:pt x="44385" y="2709"/>
                </a:lnTo>
                <a:lnTo>
                  <a:pt x="44677" y="2709"/>
                </a:lnTo>
                <a:lnTo>
                  <a:pt x="45086" y="2550"/>
                </a:lnTo>
                <a:lnTo>
                  <a:pt x="45378" y="2550"/>
                </a:lnTo>
                <a:lnTo>
                  <a:pt x="45670" y="2443"/>
                </a:lnTo>
                <a:lnTo>
                  <a:pt x="45962" y="2284"/>
                </a:lnTo>
                <a:lnTo>
                  <a:pt x="46254" y="2284"/>
                </a:lnTo>
                <a:lnTo>
                  <a:pt x="46487" y="2284"/>
                </a:lnTo>
                <a:lnTo>
                  <a:pt x="46662" y="2284"/>
                </a:lnTo>
                <a:lnTo>
                  <a:pt x="47071" y="2178"/>
                </a:lnTo>
                <a:lnTo>
                  <a:pt x="47363" y="2072"/>
                </a:lnTo>
                <a:lnTo>
                  <a:pt x="47655" y="2072"/>
                </a:lnTo>
                <a:lnTo>
                  <a:pt x="47947" y="1912"/>
                </a:lnTo>
                <a:lnTo>
                  <a:pt x="48181" y="1912"/>
                </a:lnTo>
                <a:lnTo>
                  <a:pt x="48473" y="1806"/>
                </a:lnTo>
                <a:lnTo>
                  <a:pt x="48765" y="1806"/>
                </a:lnTo>
                <a:lnTo>
                  <a:pt x="49057" y="1647"/>
                </a:lnTo>
                <a:lnTo>
                  <a:pt x="49349" y="1647"/>
                </a:lnTo>
                <a:lnTo>
                  <a:pt x="49641" y="1540"/>
                </a:lnTo>
                <a:lnTo>
                  <a:pt x="49875" y="1540"/>
                </a:lnTo>
                <a:lnTo>
                  <a:pt x="50167" y="1381"/>
                </a:lnTo>
                <a:lnTo>
                  <a:pt x="50459" y="1275"/>
                </a:lnTo>
                <a:lnTo>
                  <a:pt x="50751" y="1275"/>
                </a:lnTo>
                <a:lnTo>
                  <a:pt x="51043" y="1168"/>
                </a:lnTo>
                <a:lnTo>
                  <a:pt x="51451" y="1168"/>
                </a:lnTo>
                <a:lnTo>
                  <a:pt x="51743" y="1009"/>
                </a:lnTo>
                <a:lnTo>
                  <a:pt x="52152" y="903"/>
                </a:lnTo>
                <a:lnTo>
                  <a:pt x="52444" y="903"/>
                </a:lnTo>
                <a:lnTo>
                  <a:pt x="52736" y="743"/>
                </a:lnTo>
                <a:lnTo>
                  <a:pt x="52970" y="743"/>
                </a:lnTo>
                <a:lnTo>
                  <a:pt x="53437" y="637"/>
                </a:lnTo>
                <a:lnTo>
                  <a:pt x="53729" y="637"/>
                </a:lnTo>
                <a:lnTo>
                  <a:pt x="53963" y="531"/>
                </a:lnTo>
                <a:lnTo>
                  <a:pt x="54138" y="531"/>
                </a:lnTo>
                <a:lnTo>
                  <a:pt x="54430" y="531"/>
                </a:lnTo>
                <a:lnTo>
                  <a:pt x="54663" y="371"/>
                </a:lnTo>
                <a:lnTo>
                  <a:pt x="54956" y="371"/>
                </a:lnTo>
                <a:lnTo>
                  <a:pt x="55248" y="265"/>
                </a:lnTo>
                <a:lnTo>
                  <a:pt x="55656" y="265"/>
                </a:lnTo>
                <a:lnTo>
                  <a:pt x="55948" y="106"/>
                </a:lnTo>
                <a:lnTo>
                  <a:pt x="56240" y="106"/>
                </a:lnTo>
                <a:lnTo>
                  <a:pt x="56532" y="0"/>
                </a:lnTo>
              </a:path>
            </a:pathLst>
          </a:custGeom>
          <a:ln w="77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964105" y="5581105"/>
            <a:ext cx="56824" cy="2709"/>
          </a:xfrm>
          <a:custGeom>
            <a:avLst/>
            <a:gdLst/>
            <a:ahLst/>
            <a:cxnLst/>
            <a:rect l="l" t="t" r="r" b="b"/>
            <a:pathLst>
              <a:path w="56824" h="2709">
                <a:moveTo>
                  <a:pt x="0" y="2709"/>
                </a:moveTo>
                <a:lnTo>
                  <a:pt x="292" y="2709"/>
                </a:lnTo>
                <a:lnTo>
                  <a:pt x="584" y="2709"/>
                </a:lnTo>
                <a:lnTo>
                  <a:pt x="992" y="2709"/>
                </a:lnTo>
                <a:lnTo>
                  <a:pt x="1284" y="2550"/>
                </a:lnTo>
                <a:lnTo>
                  <a:pt x="1576" y="2550"/>
                </a:lnTo>
                <a:lnTo>
                  <a:pt x="1868" y="2550"/>
                </a:lnTo>
                <a:lnTo>
                  <a:pt x="2102" y="2443"/>
                </a:lnTo>
                <a:lnTo>
                  <a:pt x="2394" y="2443"/>
                </a:lnTo>
                <a:lnTo>
                  <a:pt x="2569" y="2337"/>
                </a:lnTo>
                <a:lnTo>
                  <a:pt x="2978" y="2337"/>
                </a:lnTo>
                <a:lnTo>
                  <a:pt x="3270" y="2337"/>
                </a:lnTo>
                <a:lnTo>
                  <a:pt x="3562" y="2178"/>
                </a:lnTo>
                <a:lnTo>
                  <a:pt x="3796" y="2178"/>
                </a:lnTo>
                <a:lnTo>
                  <a:pt x="4088" y="2072"/>
                </a:lnTo>
                <a:lnTo>
                  <a:pt x="4380" y="2072"/>
                </a:lnTo>
                <a:lnTo>
                  <a:pt x="4672" y="2072"/>
                </a:lnTo>
                <a:lnTo>
                  <a:pt x="4964" y="1912"/>
                </a:lnTo>
                <a:lnTo>
                  <a:pt x="5256" y="1912"/>
                </a:lnTo>
                <a:lnTo>
                  <a:pt x="5489" y="1912"/>
                </a:lnTo>
                <a:lnTo>
                  <a:pt x="5781" y="1806"/>
                </a:lnTo>
                <a:lnTo>
                  <a:pt x="6073" y="1806"/>
                </a:lnTo>
                <a:lnTo>
                  <a:pt x="6365" y="1806"/>
                </a:lnTo>
                <a:lnTo>
                  <a:pt x="6657" y="1700"/>
                </a:lnTo>
                <a:lnTo>
                  <a:pt x="6949" y="1700"/>
                </a:lnTo>
                <a:lnTo>
                  <a:pt x="7358" y="1700"/>
                </a:lnTo>
                <a:lnTo>
                  <a:pt x="7650" y="1540"/>
                </a:lnTo>
                <a:lnTo>
                  <a:pt x="8059" y="1540"/>
                </a:lnTo>
                <a:lnTo>
                  <a:pt x="8351" y="1434"/>
                </a:lnTo>
                <a:lnTo>
                  <a:pt x="8643" y="1434"/>
                </a:lnTo>
                <a:lnTo>
                  <a:pt x="8877" y="1434"/>
                </a:lnTo>
                <a:lnTo>
                  <a:pt x="9344" y="1434"/>
                </a:lnTo>
                <a:lnTo>
                  <a:pt x="9577" y="1275"/>
                </a:lnTo>
                <a:lnTo>
                  <a:pt x="9869" y="1275"/>
                </a:lnTo>
                <a:lnTo>
                  <a:pt x="10161" y="1275"/>
                </a:lnTo>
                <a:lnTo>
                  <a:pt x="10337" y="1168"/>
                </a:lnTo>
                <a:lnTo>
                  <a:pt x="10570" y="1168"/>
                </a:lnTo>
                <a:lnTo>
                  <a:pt x="10862" y="1168"/>
                </a:lnTo>
                <a:lnTo>
                  <a:pt x="11154" y="1168"/>
                </a:lnTo>
                <a:lnTo>
                  <a:pt x="11563" y="1009"/>
                </a:lnTo>
                <a:lnTo>
                  <a:pt x="11855" y="1009"/>
                </a:lnTo>
                <a:lnTo>
                  <a:pt x="12147" y="1009"/>
                </a:lnTo>
                <a:lnTo>
                  <a:pt x="12439" y="1009"/>
                </a:lnTo>
                <a:lnTo>
                  <a:pt x="12848" y="903"/>
                </a:lnTo>
                <a:lnTo>
                  <a:pt x="13140" y="903"/>
                </a:lnTo>
                <a:lnTo>
                  <a:pt x="13549" y="903"/>
                </a:lnTo>
                <a:lnTo>
                  <a:pt x="13841" y="796"/>
                </a:lnTo>
                <a:lnTo>
                  <a:pt x="14133" y="796"/>
                </a:lnTo>
                <a:lnTo>
                  <a:pt x="14425" y="796"/>
                </a:lnTo>
                <a:lnTo>
                  <a:pt x="14658" y="796"/>
                </a:lnTo>
                <a:lnTo>
                  <a:pt x="14950" y="796"/>
                </a:lnTo>
                <a:lnTo>
                  <a:pt x="15126" y="637"/>
                </a:lnTo>
                <a:lnTo>
                  <a:pt x="15359" y="637"/>
                </a:lnTo>
                <a:lnTo>
                  <a:pt x="15826" y="637"/>
                </a:lnTo>
                <a:lnTo>
                  <a:pt x="16118" y="637"/>
                </a:lnTo>
                <a:lnTo>
                  <a:pt x="16352" y="637"/>
                </a:lnTo>
                <a:lnTo>
                  <a:pt x="16644" y="531"/>
                </a:lnTo>
                <a:lnTo>
                  <a:pt x="16936" y="531"/>
                </a:lnTo>
                <a:lnTo>
                  <a:pt x="17228" y="531"/>
                </a:lnTo>
                <a:lnTo>
                  <a:pt x="17520" y="531"/>
                </a:lnTo>
                <a:lnTo>
                  <a:pt x="17812" y="531"/>
                </a:lnTo>
                <a:lnTo>
                  <a:pt x="18046" y="371"/>
                </a:lnTo>
                <a:lnTo>
                  <a:pt x="18338" y="371"/>
                </a:lnTo>
                <a:lnTo>
                  <a:pt x="18630" y="371"/>
                </a:lnTo>
                <a:lnTo>
                  <a:pt x="18922" y="371"/>
                </a:lnTo>
                <a:lnTo>
                  <a:pt x="19214" y="371"/>
                </a:lnTo>
                <a:lnTo>
                  <a:pt x="19506" y="371"/>
                </a:lnTo>
                <a:lnTo>
                  <a:pt x="19914" y="371"/>
                </a:lnTo>
                <a:lnTo>
                  <a:pt x="20206" y="371"/>
                </a:lnTo>
                <a:lnTo>
                  <a:pt x="20615" y="371"/>
                </a:lnTo>
                <a:lnTo>
                  <a:pt x="20907" y="371"/>
                </a:lnTo>
                <a:lnTo>
                  <a:pt x="21141" y="371"/>
                </a:lnTo>
                <a:lnTo>
                  <a:pt x="21433" y="371"/>
                </a:lnTo>
                <a:lnTo>
                  <a:pt x="21725" y="371"/>
                </a:lnTo>
                <a:lnTo>
                  <a:pt x="22134" y="265"/>
                </a:lnTo>
                <a:lnTo>
                  <a:pt x="22426" y="265"/>
                </a:lnTo>
                <a:lnTo>
                  <a:pt x="22718" y="265"/>
                </a:lnTo>
                <a:lnTo>
                  <a:pt x="23127" y="265"/>
                </a:lnTo>
                <a:lnTo>
                  <a:pt x="23419" y="265"/>
                </a:lnTo>
                <a:lnTo>
                  <a:pt x="23711" y="265"/>
                </a:lnTo>
                <a:lnTo>
                  <a:pt x="24119" y="265"/>
                </a:lnTo>
                <a:lnTo>
                  <a:pt x="24411" y="265"/>
                </a:lnTo>
                <a:lnTo>
                  <a:pt x="24703" y="159"/>
                </a:lnTo>
                <a:lnTo>
                  <a:pt x="24995" y="159"/>
                </a:lnTo>
                <a:lnTo>
                  <a:pt x="25287" y="159"/>
                </a:lnTo>
                <a:lnTo>
                  <a:pt x="25696" y="159"/>
                </a:lnTo>
                <a:lnTo>
                  <a:pt x="26105" y="159"/>
                </a:lnTo>
                <a:lnTo>
                  <a:pt x="26397" y="159"/>
                </a:lnTo>
                <a:lnTo>
                  <a:pt x="26689" y="159"/>
                </a:lnTo>
                <a:lnTo>
                  <a:pt x="26923" y="159"/>
                </a:lnTo>
                <a:lnTo>
                  <a:pt x="27215" y="159"/>
                </a:lnTo>
                <a:lnTo>
                  <a:pt x="27507" y="159"/>
                </a:lnTo>
                <a:lnTo>
                  <a:pt x="27799" y="159"/>
                </a:lnTo>
                <a:lnTo>
                  <a:pt x="28383" y="159"/>
                </a:lnTo>
                <a:lnTo>
                  <a:pt x="28616" y="159"/>
                </a:lnTo>
                <a:lnTo>
                  <a:pt x="28908" y="159"/>
                </a:lnTo>
                <a:lnTo>
                  <a:pt x="29200" y="159"/>
                </a:lnTo>
                <a:lnTo>
                  <a:pt x="29492" y="0"/>
                </a:lnTo>
                <a:lnTo>
                  <a:pt x="29784" y="0"/>
                </a:lnTo>
                <a:lnTo>
                  <a:pt x="30076" y="0"/>
                </a:lnTo>
                <a:lnTo>
                  <a:pt x="30310" y="0"/>
                </a:lnTo>
                <a:lnTo>
                  <a:pt x="30602" y="0"/>
                </a:lnTo>
                <a:lnTo>
                  <a:pt x="30894" y="0"/>
                </a:lnTo>
                <a:lnTo>
                  <a:pt x="31186" y="0"/>
                </a:lnTo>
                <a:lnTo>
                  <a:pt x="31478" y="0"/>
                </a:lnTo>
                <a:lnTo>
                  <a:pt x="31770" y="0"/>
                </a:lnTo>
                <a:lnTo>
                  <a:pt x="32004" y="0"/>
                </a:lnTo>
                <a:lnTo>
                  <a:pt x="32471" y="0"/>
                </a:lnTo>
                <a:lnTo>
                  <a:pt x="32704" y="0"/>
                </a:lnTo>
                <a:lnTo>
                  <a:pt x="32880" y="0"/>
                </a:lnTo>
                <a:lnTo>
                  <a:pt x="33172" y="0"/>
                </a:lnTo>
                <a:lnTo>
                  <a:pt x="33464" y="0"/>
                </a:lnTo>
                <a:lnTo>
                  <a:pt x="33697" y="0"/>
                </a:lnTo>
                <a:lnTo>
                  <a:pt x="33989" y="0"/>
                </a:lnTo>
                <a:lnTo>
                  <a:pt x="34281" y="0"/>
                </a:lnTo>
                <a:lnTo>
                  <a:pt x="34690" y="0"/>
                </a:lnTo>
                <a:lnTo>
                  <a:pt x="34982" y="0"/>
                </a:lnTo>
                <a:lnTo>
                  <a:pt x="35274" y="0"/>
                </a:lnTo>
                <a:lnTo>
                  <a:pt x="35391" y="159"/>
                </a:lnTo>
                <a:lnTo>
                  <a:pt x="35683" y="159"/>
                </a:lnTo>
                <a:lnTo>
                  <a:pt x="35975" y="159"/>
                </a:lnTo>
                <a:lnTo>
                  <a:pt x="36267" y="159"/>
                </a:lnTo>
                <a:lnTo>
                  <a:pt x="36676" y="159"/>
                </a:lnTo>
                <a:lnTo>
                  <a:pt x="36968" y="159"/>
                </a:lnTo>
                <a:lnTo>
                  <a:pt x="37260" y="159"/>
                </a:lnTo>
                <a:lnTo>
                  <a:pt x="37552" y="159"/>
                </a:lnTo>
                <a:lnTo>
                  <a:pt x="37785" y="159"/>
                </a:lnTo>
                <a:lnTo>
                  <a:pt x="37961" y="159"/>
                </a:lnTo>
                <a:lnTo>
                  <a:pt x="38253" y="159"/>
                </a:lnTo>
                <a:lnTo>
                  <a:pt x="38661" y="159"/>
                </a:lnTo>
                <a:lnTo>
                  <a:pt x="38953" y="159"/>
                </a:lnTo>
                <a:lnTo>
                  <a:pt x="39245" y="159"/>
                </a:lnTo>
                <a:lnTo>
                  <a:pt x="39479" y="159"/>
                </a:lnTo>
                <a:lnTo>
                  <a:pt x="39771" y="159"/>
                </a:lnTo>
                <a:lnTo>
                  <a:pt x="40063" y="159"/>
                </a:lnTo>
                <a:lnTo>
                  <a:pt x="40355" y="265"/>
                </a:lnTo>
                <a:lnTo>
                  <a:pt x="40939" y="265"/>
                </a:lnTo>
                <a:lnTo>
                  <a:pt x="41173" y="265"/>
                </a:lnTo>
                <a:lnTo>
                  <a:pt x="41465" y="265"/>
                </a:lnTo>
                <a:lnTo>
                  <a:pt x="41757" y="265"/>
                </a:lnTo>
                <a:lnTo>
                  <a:pt x="42049" y="265"/>
                </a:lnTo>
                <a:lnTo>
                  <a:pt x="42341" y="265"/>
                </a:lnTo>
                <a:lnTo>
                  <a:pt x="42633" y="265"/>
                </a:lnTo>
                <a:lnTo>
                  <a:pt x="42866" y="265"/>
                </a:lnTo>
                <a:lnTo>
                  <a:pt x="43158" y="371"/>
                </a:lnTo>
                <a:lnTo>
                  <a:pt x="43450" y="371"/>
                </a:lnTo>
                <a:lnTo>
                  <a:pt x="43742" y="371"/>
                </a:lnTo>
                <a:lnTo>
                  <a:pt x="44034" y="371"/>
                </a:lnTo>
                <a:lnTo>
                  <a:pt x="44268" y="371"/>
                </a:lnTo>
                <a:lnTo>
                  <a:pt x="44560" y="371"/>
                </a:lnTo>
                <a:lnTo>
                  <a:pt x="45027" y="371"/>
                </a:lnTo>
                <a:lnTo>
                  <a:pt x="45261" y="371"/>
                </a:lnTo>
                <a:lnTo>
                  <a:pt x="45436" y="371"/>
                </a:lnTo>
                <a:lnTo>
                  <a:pt x="45728" y="371"/>
                </a:lnTo>
                <a:lnTo>
                  <a:pt x="45962" y="371"/>
                </a:lnTo>
                <a:lnTo>
                  <a:pt x="46254" y="371"/>
                </a:lnTo>
                <a:lnTo>
                  <a:pt x="46546" y="371"/>
                </a:lnTo>
                <a:lnTo>
                  <a:pt x="46838" y="371"/>
                </a:lnTo>
                <a:lnTo>
                  <a:pt x="47246" y="371"/>
                </a:lnTo>
                <a:lnTo>
                  <a:pt x="47538" y="371"/>
                </a:lnTo>
                <a:lnTo>
                  <a:pt x="47831" y="531"/>
                </a:lnTo>
                <a:lnTo>
                  <a:pt x="48239" y="531"/>
                </a:lnTo>
                <a:lnTo>
                  <a:pt x="48531" y="531"/>
                </a:lnTo>
                <a:lnTo>
                  <a:pt x="48823" y="531"/>
                </a:lnTo>
                <a:lnTo>
                  <a:pt x="49232" y="531"/>
                </a:lnTo>
                <a:lnTo>
                  <a:pt x="49524" y="637"/>
                </a:lnTo>
                <a:lnTo>
                  <a:pt x="49816" y="637"/>
                </a:lnTo>
                <a:lnTo>
                  <a:pt x="50108" y="637"/>
                </a:lnTo>
                <a:lnTo>
                  <a:pt x="50342" y="637"/>
                </a:lnTo>
                <a:lnTo>
                  <a:pt x="50517" y="637"/>
                </a:lnTo>
                <a:lnTo>
                  <a:pt x="50809" y="637"/>
                </a:lnTo>
                <a:lnTo>
                  <a:pt x="51218" y="796"/>
                </a:lnTo>
                <a:lnTo>
                  <a:pt x="51510" y="796"/>
                </a:lnTo>
                <a:lnTo>
                  <a:pt x="51743" y="796"/>
                </a:lnTo>
                <a:lnTo>
                  <a:pt x="52035" y="796"/>
                </a:lnTo>
                <a:lnTo>
                  <a:pt x="52327" y="796"/>
                </a:lnTo>
                <a:lnTo>
                  <a:pt x="52619" y="903"/>
                </a:lnTo>
                <a:lnTo>
                  <a:pt x="52911" y="903"/>
                </a:lnTo>
                <a:lnTo>
                  <a:pt x="53437" y="903"/>
                </a:lnTo>
                <a:lnTo>
                  <a:pt x="53729" y="903"/>
                </a:lnTo>
                <a:lnTo>
                  <a:pt x="54021" y="1009"/>
                </a:lnTo>
                <a:lnTo>
                  <a:pt x="54313" y="1009"/>
                </a:lnTo>
                <a:lnTo>
                  <a:pt x="54605" y="1009"/>
                </a:lnTo>
                <a:lnTo>
                  <a:pt x="54897" y="1009"/>
                </a:lnTo>
                <a:lnTo>
                  <a:pt x="55131" y="1009"/>
                </a:lnTo>
                <a:lnTo>
                  <a:pt x="55423" y="1168"/>
                </a:lnTo>
                <a:lnTo>
                  <a:pt x="55715" y="1168"/>
                </a:lnTo>
                <a:lnTo>
                  <a:pt x="56007" y="1168"/>
                </a:lnTo>
                <a:lnTo>
                  <a:pt x="56299" y="1168"/>
                </a:lnTo>
                <a:lnTo>
                  <a:pt x="56591" y="1168"/>
                </a:lnTo>
                <a:lnTo>
                  <a:pt x="56824" y="1275"/>
                </a:lnTo>
              </a:path>
            </a:pathLst>
          </a:custGeom>
          <a:ln w="76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6020930" y="5582380"/>
            <a:ext cx="56708" cy="8341"/>
          </a:xfrm>
          <a:custGeom>
            <a:avLst/>
            <a:gdLst/>
            <a:ahLst/>
            <a:cxnLst/>
            <a:rect l="l" t="t" r="r" b="b"/>
            <a:pathLst>
              <a:path w="56708" h="8341">
                <a:moveTo>
                  <a:pt x="0" y="0"/>
                </a:moveTo>
                <a:lnTo>
                  <a:pt x="292" y="0"/>
                </a:lnTo>
                <a:lnTo>
                  <a:pt x="700" y="0"/>
                </a:lnTo>
                <a:lnTo>
                  <a:pt x="992" y="0"/>
                </a:lnTo>
                <a:lnTo>
                  <a:pt x="1168" y="159"/>
                </a:lnTo>
                <a:lnTo>
                  <a:pt x="1460" y="159"/>
                </a:lnTo>
                <a:lnTo>
                  <a:pt x="1693" y="159"/>
                </a:lnTo>
                <a:lnTo>
                  <a:pt x="1985" y="159"/>
                </a:lnTo>
                <a:lnTo>
                  <a:pt x="2277" y="265"/>
                </a:lnTo>
                <a:lnTo>
                  <a:pt x="2569" y="265"/>
                </a:lnTo>
                <a:lnTo>
                  <a:pt x="2978" y="265"/>
                </a:lnTo>
                <a:lnTo>
                  <a:pt x="3270" y="265"/>
                </a:lnTo>
                <a:lnTo>
                  <a:pt x="3562" y="425"/>
                </a:lnTo>
                <a:lnTo>
                  <a:pt x="3971" y="425"/>
                </a:lnTo>
                <a:lnTo>
                  <a:pt x="4263" y="425"/>
                </a:lnTo>
                <a:lnTo>
                  <a:pt x="4555" y="531"/>
                </a:lnTo>
                <a:lnTo>
                  <a:pt x="4964" y="531"/>
                </a:lnTo>
                <a:lnTo>
                  <a:pt x="5256" y="531"/>
                </a:lnTo>
                <a:lnTo>
                  <a:pt x="5548" y="531"/>
                </a:lnTo>
                <a:lnTo>
                  <a:pt x="5781" y="637"/>
                </a:lnTo>
                <a:lnTo>
                  <a:pt x="6073" y="637"/>
                </a:lnTo>
                <a:lnTo>
                  <a:pt x="6248" y="637"/>
                </a:lnTo>
                <a:lnTo>
                  <a:pt x="6482" y="637"/>
                </a:lnTo>
                <a:lnTo>
                  <a:pt x="6949" y="796"/>
                </a:lnTo>
                <a:lnTo>
                  <a:pt x="7241" y="796"/>
                </a:lnTo>
                <a:lnTo>
                  <a:pt x="7475" y="796"/>
                </a:lnTo>
                <a:lnTo>
                  <a:pt x="7767" y="903"/>
                </a:lnTo>
                <a:lnTo>
                  <a:pt x="8059" y="903"/>
                </a:lnTo>
                <a:lnTo>
                  <a:pt x="8351" y="903"/>
                </a:lnTo>
                <a:lnTo>
                  <a:pt x="8643" y="903"/>
                </a:lnTo>
                <a:lnTo>
                  <a:pt x="8760" y="1062"/>
                </a:lnTo>
                <a:lnTo>
                  <a:pt x="9169" y="1062"/>
                </a:lnTo>
                <a:lnTo>
                  <a:pt x="9461" y="1062"/>
                </a:lnTo>
                <a:lnTo>
                  <a:pt x="9753" y="1168"/>
                </a:lnTo>
                <a:lnTo>
                  <a:pt x="10045" y="1168"/>
                </a:lnTo>
                <a:lnTo>
                  <a:pt x="10337" y="1168"/>
                </a:lnTo>
                <a:lnTo>
                  <a:pt x="10629" y="1168"/>
                </a:lnTo>
                <a:lnTo>
                  <a:pt x="10862" y="1275"/>
                </a:lnTo>
                <a:lnTo>
                  <a:pt x="11154" y="1275"/>
                </a:lnTo>
                <a:lnTo>
                  <a:pt x="11446" y="1275"/>
                </a:lnTo>
                <a:lnTo>
                  <a:pt x="11738" y="1434"/>
                </a:lnTo>
                <a:lnTo>
                  <a:pt x="12030" y="1434"/>
                </a:lnTo>
                <a:lnTo>
                  <a:pt x="12264" y="1434"/>
                </a:lnTo>
                <a:lnTo>
                  <a:pt x="12556" y="1434"/>
                </a:lnTo>
                <a:lnTo>
                  <a:pt x="12848" y="1434"/>
                </a:lnTo>
                <a:lnTo>
                  <a:pt x="13257" y="1434"/>
                </a:lnTo>
                <a:lnTo>
                  <a:pt x="13549" y="1434"/>
                </a:lnTo>
                <a:lnTo>
                  <a:pt x="13724" y="1540"/>
                </a:lnTo>
                <a:lnTo>
                  <a:pt x="13958" y="1540"/>
                </a:lnTo>
                <a:lnTo>
                  <a:pt x="14250" y="1540"/>
                </a:lnTo>
                <a:lnTo>
                  <a:pt x="14542" y="1700"/>
                </a:lnTo>
                <a:lnTo>
                  <a:pt x="14834" y="1700"/>
                </a:lnTo>
                <a:lnTo>
                  <a:pt x="15126" y="1700"/>
                </a:lnTo>
                <a:lnTo>
                  <a:pt x="15534" y="1806"/>
                </a:lnTo>
                <a:lnTo>
                  <a:pt x="15826" y="1806"/>
                </a:lnTo>
                <a:lnTo>
                  <a:pt x="16118" y="1806"/>
                </a:lnTo>
                <a:lnTo>
                  <a:pt x="16235" y="1965"/>
                </a:lnTo>
                <a:lnTo>
                  <a:pt x="16527" y="1965"/>
                </a:lnTo>
                <a:lnTo>
                  <a:pt x="16819" y="1965"/>
                </a:lnTo>
                <a:lnTo>
                  <a:pt x="17111" y="2072"/>
                </a:lnTo>
                <a:lnTo>
                  <a:pt x="17520" y="2072"/>
                </a:lnTo>
                <a:lnTo>
                  <a:pt x="17812" y="2072"/>
                </a:lnTo>
                <a:lnTo>
                  <a:pt x="18046" y="2072"/>
                </a:lnTo>
                <a:lnTo>
                  <a:pt x="18338" y="2178"/>
                </a:lnTo>
                <a:lnTo>
                  <a:pt x="18630" y="2178"/>
                </a:lnTo>
                <a:lnTo>
                  <a:pt x="18805" y="2178"/>
                </a:lnTo>
                <a:lnTo>
                  <a:pt x="19038" y="2337"/>
                </a:lnTo>
                <a:lnTo>
                  <a:pt x="19506" y="2337"/>
                </a:lnTo>
                <a:lnTo>
                  <a:pt x="19739" y="2443"/>
                </a:lnTo>
                <a:lnTo>
                  <a:pt x="20031" y="2443"/>
                </a:lnTo>
                <a:lnTo>
                  <a:pt x="20323" y="2443"/>
                </a:lnTo>
                <a:lnTo>
                  <a:pt x="20615" y="2603"/>
                </a:lnTo>
                <a:lnTo>
                  <a:pt x="20907" y="2603"/>
                </a:lnTo>
                <a:lnTo>
                  <a:pt x="21199" y="2603"/>
                </a:lnTo>
                <a:lnTo>
                  <a:pt x="21725" y="2709"/>
                </a:lnTo>
                <a:lnTo>
                  <a:pt x="22017" y="2709"/>
                </a:lnTo>
                <a:lnTo>
                  <a:pt x="22309" y="2815"/>
                </a:lnTo>
                <a:lnTo>
                  <a:pt x="22601" y="2815"/>
                </a:lnTo>
                <a:lnTo>
                  <a:pt x="22893" y="2815"/>
                </a:lnTo>
                <a:lnTo>
                  <a:pt x="23127" y="2975"/>
                </a:lnTo>
                <a:lnTo>
                  <a:pt x="23419" y="2975"/>
                </a:lnTo>
                <a:lnTo>
                  <a:pt x="23711" y="2975"/>
                </a:lnTo>
                <a:lnTo>
                  <a:pt x="24003" y="3081"/>
                </a:lnTo>
                <a:lnTo>
                  <a:pt x="24295" y="3081"/>
                </a:lnTo>
                <a:lnTo>
                  <a:pt x="24587" y="3081"/>
                </a:lnTo>
                <a:lnTo>
                  <a:pt x="24820" y="3240"/>
                </a:lnTo>
                <a:lnTo>
                  <a:pt x="25112" y="3240"/>
                </a:lnTo>
                <a:lnTo>
                  <a:pt x="25404" y="3240"/>
                </a:lnTo>
                <a:lnTo>
                  <a:pt x="25813" y="3347"/>
                </a:lnTo>
                <a:lnTo>
                  <a:pt x="26105" y="3347"/>
                </a:lnTo>
                <a:lnTo>
                  <a:pt x="26280" y="3506"/>
                </a:lnTo>
                <a:lnTo>
                  <a:pt x="26514" y="3506"/>
                </a:lnTo>
                <a:lnTo>
                  <a:pt x="26806" y="3506"/>
                </a:lnTo>
                <a:lnTo>
                  <a:pt x="27098" y="3612"/>
                </a:lnTo>
                <a:lnTo>
                  <a:pt x="27390" y="3612"/>
                </a:lnTo>
                <a:lnTo>
                  <a:pt x="27682" y="3612"/>
                </a:lnTo>
                <a:lnTo>
                  <a:pt x="28091" y="3719"/>
                </a:lnTo>
                <a:lnTo>
                  <a:pt x="28383" y="3719"/>
                </a:lnTo>
                <a:lnTo>
                  <a:pt x="28675" y="3719"/>
                </a:lnTo>
                <a:lnTo>
                  <a:pt x="29084" y="3719"/>
                </a:lnTo>
                <a:lnTo>
                  <a:pt x="29376" y="3878"/>
                </a:lnTo>
                <a:lnTo>
                  <a:pt x="29609" y="3878"/>
                </a:lnTo>
                <a:lnTo>
                  <a:pt x="30076" y="3878"/>
                </a:lnTo>
                <a:lnTo>
                  <a:pt x="30368" y="3984"/>
                </a:lnTo>
                <a:lnTo>
                  <a:pt x="30602" y="3984"/>
                </a:lnTo>
                <a:lnTo>
                  <a:pt x="30894" y="3984"/>
                </a:lnTo>
                <a:lnTo>
                  <a:pt x="31186" y="4144"/>
                </a:lnTo>
                <a:lnTo>
                  <a:pt x="31595" y="4250"/>
                </a:lnTo>
                <a:lnTo>
                  <a:pt x="32062" y="4250"/>
                </a:lnTo>
                <a:lnTo>
                  <a:pt x="32296" y="4250"/>
                </a:lnTo>
                <a:lnTo>
                  <a:pt x="32588" y="4356"/>
                </a:lnTo>
                <a:lnTo>
                  <a:pt x="32880" y="4356"/>
                </a:lnTo>
                <a:lnTo>
                  <a:pt x="33172" y="4356"/>
                </a:lnTo>
                <a:lnTo>
                  <a:pt x="33464" y="4516"/>
                </a:lnTo>
                <a:lnTo>
                  <a:pt x="33756" y="4516"/>
                </a:lnTo>
                <a:lnTo>
                  <a:pt x="34281" y="4622"/>
                </a:lnTo>
                <a:lnTo>
                  <a:pt x="34573" y="4622"/>
                </a:lnTo>
                <a:lnTo>
                  <a:pt x="34865" y="4781"/>
                </a:lnTo>
                <a:lnTo>
                  <a:pt x="35157" y="4781"/>
                </a:lnTo>
                <a:lnTo>
                  <a:pt x="35449" y="4781"/>
                </a:lnTo>
                <a:lnTo>
                  <a:pt x="35683" y="4887"/>
                </a:lnTo>
                <a:lnTo>
                  <a:pt x="35975" y="4887"/>
                </a:lnTo>
                <a:lnTo>
                  <a:pt x="36384" y="4994"/>
                </a:lnTo>
                <a:lnTo>
                  <a:pt x="36559" y="4994"/>
                </a:lnTo>
                <a:lnTo>
                  <a:pt x="36851" y="4994"/>
                </a:lnTo>
                <a:lnTo>
                  <a:pt x="37085" y="5153"/>
                </a:lnTo>
                <a:lnTo>
                  <a:pt x="37377" y="5153"/>
                </a:lnTo>
                <a:lnTo>
                  <a:pt x="37669" y="5259"/>
                </a:lnTo>
                <a:lnTo>
                  <a:pt x="37961" y="5259"/>
                </a:lnTo>
                <a:lnTo>
                  <a:pt x="38369" y="5259"/>
                </a:lnTo>
                <a:lnTo>
                  <a:pt x="38661" y="5419"/>
                </a:lnTo>
                <a:lnTo>
                  <a:pt x="39070" y="5419"/>
                </a:lnTo>
                <a:lnTo>
                  <a:pt x="39362" y="5525"/>
                </a:lnTo>
                <a:lnTo>
                  <a:pt x="39654" y="5525"/>
                </a:lnTo>
                <a:lnTo>
                  <a:pt x="39946" y="5684"/>
                </a:lnTo>
                <a:lnTo>
                  <a:pt x="40238" y="5684"/>
                </a:lnTo>
                <a:lnTo>
                  <a:pt x="40647" y="5684"/>
                </a:lnTo>
                <a:lnTo>
                  <a:pt x="40939" y="5791"/>
                </a:lnTo>
                <a:lnTo>
                  <a:pt x="41231" y="5791"/>
                </a:lnTo>
                <a:lnTo>
                  <a:pt x="41640" y="5897"/>
                </a:lnTo>
                <a:lnTo>
                  <a:pt x="41932" y="5897"/>
                </a:lnTo>
                <a:lnTo>
                  <a:pt x="42166" y="6056"/>
                </a:lnTo>
                <a:lnTo>
                  <a:pt x="42633" y="6056"/>
                </a:lnTo>
                <a:lnTo>
                  <a:pt x="42866" y="6056"/>
                </a:lnTo>
                <a:lnTo>
                  <a:pt x="43158" y="6056"/>
                </a:lnTo>
                <a:lnTo>
                  <a:pt x="43450" y="6056"/>
                </a:lnTo>
                <a:lnTo>
                  <a:pt x="43742" y="6163"/>
                </a:lnTo>
                <a:lnTo>
                  <a:pt x="44151" y="6163"/>
                </a:lnTo>
                <a:lnTo>
                  <a:pt x="44443" y="6322"/>
                </a:lnTo>
                <a:lnTo>
                  <a:pt x="44852" y="6322"/>
                </a:lnTo>
                <a:lnTo>
                  <a:pt x="45144" y="6428"/>
                </a:lnTo>
                <a:lnTo>
                  <a:pt x="45436" y="6428"/>
                </a:lnTo>
                <a:lnTo>
                  <a:pt x="45728" y="6428"/>
                </a:lnTo>
                <a:lnTo>
                  <a:pt x="46020" y="6535"/>
                </a:lnTo>
                <a:lnTo>
                  <a:pt x="46254" y="6535"/>
                </a:lnTo>
                <a:lnTo>
                  <a:pt x="46429" y="6694"/>
                </a:lnTo>
                <a:lnTo>
                  <a:pt x="46838" y="6694"/>
                </a:lnTo>
                <a:lnTo>
                  <a:pt x="47130" y="6694"/>
                </a:lnTo>
                <a:lnTo>
                  <a:pt x="47422" y="6800"/>
                </a:lnTo>
                <a:lnTo>
                  <a:pt x="47714" y="6800"/>
                </a:lnTo>
                <a:lnTo>
                  <a:pt x="47947" y="6800"/>
                </a:lnTo>
                <a:lnTo>
                  <a:pt x="48239" y="6960"/>
                </a:lnTo>
                <a:lnTo>
                  <a:pt x="48531" y="6960"/>
                </a:lnTo>
                <a:lnTo>
                  <a:pt x="48940" y="7066"/>
                </a:lnTo>
                <a:lnTo>
                  <a:pt x="49115" y="7066"/>
                </a:lnTo>
                <a:lnTo>
                  <a:pt x="49407" y="7066"/>
                </a:lnTo>
                <a:lnTo>
                  <a:pt x="49641" y="7225"/>
                </a:lnTo>
                <a:lnTo>
                  <a:pt x="49933" y="7225"/>
                </a:lnTo>
                <a:lnTo>
                  <a:pt x="50225" y="7331"/>
                </a:lnTo>
                <a:lnTo>
                  <a:pt x="50517" y="7331"/>
                </a:lnTo>
                <a:lnTo>
                  <a:pt x="50809" y="7331"/>
                </a:lnTo>
                <a:lnTo>
                  <a:pt x="51218" y="7438"/>
                </a:lnTo>
                <a:lnTo>
                  <a:pt x="51510" y="7438"/>
                </a:lnTo>
                <a:lnTo>
                  <a:pt x="51627" y="7597"/>
                </a:lnTo>
                <a:lnTo>
                  <a:pt x="51919" y="7597"/>
                </a:lnTo>
                <a:lnTo>
                  <a:pt x="52211" y="7597"/>
                </a:lnTo>
                <a:lnTo>
                  <a:pt x="52503" y="7703"/>
                </a:lnTo>
                <a:lnTo>
                  <a:pt x="52795" y="7703"/>
                </a:lnTo>
                <a:lnTo>
                  <a:pt x="53203" y="7703"/>
                </a:lnTo>
                <a:lnTo>
                  <a:pt x="53495" y="7863"/>
                </a:lnTo>
                <a:lnTo>
                  <a:pt x="53729" y="7863"/>
                </a:lnTo>
                <a:lnTo>
                  <a:pt x="54021" y="7969"/>
                </a:lnTo>
                <a:lnTo>
                  <a:pt x="54196" y="7969"/>
                </a:lnTo>
                <a:lnTo>
                  <a:pt x="54430" y="7969"/>
                </a:lnTo>
                <a:lnTo>
                  <a:pt x="54722" y="8075"/>
                </a:lnTo>
                <a:lnTo>
                  <a:pt x="55189" y="8075"/>
                </a:lnTo>
                <a:lnTo>
                  <a:pt x="55423" y="8235"/>
                </a:lnTo>
                <a:lnTo>
                  <a:pt x="55715" y="8235"/>
                </a:lnTo>
                <a:lnTo>
                  <a:pt x="56007" y="8235"/>
                </a:lnTo>
                <a:lnTo>
                  <a:pt x="56299" y="8341"/>
                </a:lnTo>
                <a:lnTo>
                  <a:pt x="56708" y="8341"/>
                </a:lnTo>
              </a:path>
            </a:pathLst>
          </a:custGeom>
          <a:ln w="771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6077638" y="5590722"/>
            <a:ext cx="56824" cy="6056"/>
          </a:xfrm>
          <a:custGeom>
            <a:avLst/>
            <a:gdLst/>
            <a:ahLst/>
            <a:cxnLst/>
            <a:rect l="l" t="t" r="r" b="b"/>
            <a:pathLst>
              <a:path w="56824" h="6056">
                <a:moveTo>
                  <a:pt x="0" y="0"/>
                </a:moveTo>
                <a:lnTo>
                  <a:pt x="292" y="159"/>
                </a:lnTo>
                <a:lnTo>
                  <a:pt x="700" y="159"/>
                </a:lnTo>
                <a:lnTo>
                  <a:pt x="992" y="159"/>
                </a:lnTo>
                <a:lnTo>
                  <a:pt x="1284" y="159"/>
                </a:lnTo>
                <a:lnTo>
                  <a:pt x="1576" y="159"/>
                </a:lnTo>
                <a:lnTo>
                  <a:pt x="1868" y="265"/>
                </a:lnTo>
                <a:lnTo>
                  <a:pt x="2102" y="265"/>
                </a:lnTo>
                <a:lnTo>
                  <a:pt x="2277" y="265"/>
                </a:lnTo>
                <a:lnTo>
                  <a:pt x="2686" y="425"/>
                </a:lnTo>
                <a:lnTo>
                  <a:pt x="2978" y="425"/>
                </a:lnTo>
                <a:lnTo>
                  <a:pt x="3270" y="531"/>
                </a:lnTo>
                <a:lnTo>
                  <a:pt x="3504" y="531"/>
                </a:lnTo>
                <a:lnTo>
                  <a:pt x="3796" y="531"/>
                </a:lnTo>
                <a:lnTo>
                  <a:pt x="4088" y="637"/>
                </a:lnTo>
                <a:lnTo>
                  <a:pt x="4380" y="637"/>
                </a:lnTo>
                <a:lnTo>
                  <a:pt x="4788" y="637"/>
                </a:lnTo>
                <a:lnTo>
                  <a:pt x="4964" y="796"/>
                </a:lnTo>
                <a:lnTo>
                  <a:pt x="5197" y="796"/>
                </a:lnTo>
                <a:lnTo>
                  <a:pt x="5489" y="796"/>
                </a:lnTo>
                <a:lnTo>
                  <a:pt x="5781" y="903"/>
                </a:lnTo>
                <a:lnTo>
                  <a:pt x="6073" y="903"/>
                </a:lnTo>
                <a:lnTo>
                  <a:pt x="6365" y="1062"/>
                </a:lnTo>
                <a:lnTo>
                  <a:pt x="6657" y="1062"/>
                </a:lnTo>
                <a:lnTo>
                  <a:pt x="7066" y="1062"/>
                </a:lnTo>
                <a:lnTo>
                  <a:pt x="7358" y="1168"/>
                </a:lnTo>
                <a:lnTo>
                  <a:pt x="7767" y="1168"/>
                </a:lnTo>
                <a:lnTo>
                  <a:pt x="8059" y="1275"/>
                </a:lnTo>
                <a:lnTo>
                  <a:pt x="8351" y="1275"/>
                </a:lnTo>
                <a:lnTo>
                  <a:pt x="8585" y="1275"/>
                </a:lnTo>
                <a:lnTo>
                  <a:pt x="9052" y="1434"/>
                </a:lnTo>
                <a:lnTo>
                  <a:pt x="9285" y="1434"/>
                </a:lnTo>
                <a:lnTo>
                  <a:pt x="9577" y="1540"/>
                </a:lnTo>
                <a:lnTo>
                  <a:pt x="9869" y="1540"/>
                </a:lnTo>
                <a:lnTo>
                  <a:pt x="10045" y="1540"/>
                </a:lnTo>
                <a:lnTo>
                  <a:pt x="10278" y="1700"/>
                </a:lnTo>
                <a:lnTo>
                  <a:pt x="10570" y="1700"/>
                </a:lnTo>
                <a:lnTo>
                  <a:pt x="10979" y="1700"/>
                </a:lnTo>
                <a:lnTo>
                  <a:pt x="11271" y="1806"/>
                </a:lnTo>
                <a:lnTo>
                  <a:pt x="11563" y="1806"/>
                </a:lnTo>
                <a:lnTo>
                  <a:pt x="11855" y="1806"/>
                </a:lnTo>
                <a:lnTo>
                  <a:pt x="12147" y="1965"/>
                </a:lnTo>
                <a:lnTo>
                  <a:pt x="12439" y="1965"/>
                </a:lnTo>
                <a:lnTo>
                  <a:pt x="12848" y="2072"/>
                </a:lnTo>
                <a:lnTo>
                  <a:pt x="13257" y="2072"/>
                </a:lnTo>
                <a:lnTo>
                  <a:pt x="13549" y="2072"/>
                </a:lnTo>
                <a:lnTo>
                  <a:pt x="13841" y="2178"/>
                </a:lnTo>
                <a:lnTo>
                  <a:pt x="14133" y="2178"/>
                </a:lnTo>
                <a:lnTo>
                  <a:pt x="14366" y="2178"/>
                </a:lnTo>
                <a:lnTo>
                  <a:pt x="14658" y="2337"/>
                </a:lnTo>
                <a:lnTo>
                  <a:pt x="14834" y="2337"/>
                </a:lnTo>
                <a:lnTo>
                  <a:pt x="15242" y="2337"/>
                </a:lnTo>
                <a:lnTo>
                  <a:pt x="15534" y="2443"/>
                </a:lnTo>
                <a:lnTo>
                  <a:pt x="15826" y="2443"/>
                </a:lnTo>
                <a:lnTo>
                  <a:pt x="16060" y="2443"/>
                </a:lnTo>
                <a:lnTo>
                  <a:pt x="16352" y="2443"/>
                </a:lnTo>
                <a:lnTo>
                  <a:pt x="16644" y="2443"/>
                </a:lnTo>
                <a:lnTo>
                  <a:pt x="16936" y="2443"/>
                </a:lnTo>
                <a:lnTo>
                  <a:pt x="17345" y="2603"/>
                </a:lnTo>
                <a:lnTo>
                  <a:pt x="17520" y="2603"/>
                </a:lnTo>
                <a:lnTo>
                  <a:pt x="17754" y="2603"/>
                </a:lnTo>
                <a:lnTo>
                  <a:pt x="18046" y="2709"/>
                </a:lnTo>
                <a:lnTo>
                  <a:pt x="18338" y="2709"/>
                </a:lnTo>
                <a:lnTo>
                  <a:pt x="18630" y="2709"/>
                </a:lnTo>
                <a:lnTo>
                  <a:pt x="18922" y="2815"/>
                </a:lnTo>
                <a:lnTo>
                  <a:pt x="19214" y="2815"/>
                </a:lnTo>
                <a:lnTo>
                  <a:pt x="19622" y="2815"/>
                </a:lnTo>
                <a:lnTo>
                  <a:pt x="19914" y="2975"/>
                </a:lnTo>
                <a:lnTo>
                  <a:pt x="20323" y="2975"/>
                </a:lnTo>
                <a:lnTo>
                  <a:pt x="20615" y="3081"/>
                </a:lnTo>
                <a:lnTo>
                  <a:pt x="20907" y="3081"/>
                </a:lnTo>
                <a:lnTo>
                  <a:pt x="21141" y="3081"/>
                </a:lnTo>
                <a:lnTo>
                  <a:pt x="21608" y="3081"/>
                </a:lnTo>
                <a:lnTo>
                  <a:pt x="21842" y="3240"/>
                </a:lnTo>
                <a:lnTo>
                  <a:pt x="22134" y="3240"/>
                </a:lnTo>
                <a:lnTo>
                  <a:pt x="22426" y="3240"/>
                </a:lnTo>
                <a:lnTo>
                  <a:pt x="22835" y="3347"/>
                </a:lnTo>
                <a:lnTo>
                  <a:pt x="23127" y="3347"/>
                </a:lnTo>
                <a:lnTo>
                  <a:pt x="23535" y="3506"/>
                </a:lnTo>
                <a:lnTo>
                  <a:pt x="23827" y="3506"/>
                </a:lnTo>
                <a:lnTo>
                  <a:pt x="24119" y="3506"/>
                </a:lnTo>
                <a:lnTo>
                  <a:pt x="24411" y="3506"/>
                </a:lnTo>
                <a:lnTo>
                  <a:pt x="24703" y="3612"/>
                </a:lnTo>
                <a:lnTo>
                  <a:pt x="24995" y="3612"/>
                </a:lnTo>
                <a:lnTo>
                  <a:pt x="25404" y="3719"/>
                </a:lnTo>
                <a:lnTo>
                  <a:pt x="25813" y="3719"/>
                </a:lnTo>
                <a:lnTo>
                  <a:pt x="26105" y="3719"/>
                </a:lnTo>
                <a:lnTo>
                  <a:pt x="26397" y="3719"/>
                </a:lnTo>
                <a:lnTo>
                  <a:pt x="26689" y="3878"/>
                </a:lnTo>
                <a:lnTo>
                  <a:pt x="26923" y="3878"/>
                </a:lnTo>
                <a:lnTo>
                  <a:pt x="27215" y="3878"/>
                </a:lnTo>
                <a:lnTo>
                  <a:pt x="27507" y="3878"/>
                </a:lnTo>
                <a:lnTo>
                  <a:pt x="27799" y="3984"/>
                </a:lnTo>
                <a:lnTo>
                  <a:pt x="28091" y="3984"/>
                </a:lnTo>
                <a:lnTo>
                  <a:pt x="28324" y="3984"/>
                </a:lnTo>
                <a:lnTo>
                  <a:pt x="28616" y="4144"/>
                </a:lnTo>
                <a:lnTo>
                  <a:pt x="28908" y="4144"/>
                </a:lnTo>
                <a:lnTo>
                  <a:pt x="29200" y="4144"/>
                </a:lnTo>
                <a:lnTo>
                  <a:pt x="29492" y="4144"/>
                </a:lnTo>
                <a:lnTo>
                  <a:pt x="29901" y="4250"/>
                </a:lnTo>
                <a:lnTo>
                  <a:pt x="30310" y="4250"/>
                </a:lnTo>
                <a:lnTo>
                  <a:pt x="30602" y="4250"/>
                </a:lnTo>
                <a:lnTo>
                  <a:pt x="30894" y="4356"/>
                </a:lnTo>
                <a:lnTo>
                  <a:pt x="31186" y="4356"/>
                </a:lnTo>
                <a:lnTo>
                  <a:pt x="31478" y="4356"/>
                </a:lnTo>
                <a:lnTo>
                  <a:pt x="31712" y="4356"/>
                </a:lnTo>
                <a:lnTo>
                  <a:pt x="32179" y="4516"/>
                </a:lnTo>
                <a:lnTo>
                  <a:pt x="32471" y="4516"/>
                </a:lnTo>
                <a:lnTo>
                  <a:pt x="32880" y="4516"/>
                </a:lnTo>
                <a:lnTo>
                  <a:pt x="33172" y="4622"/>
                </a:lnTo>
                <a:lnTo>
                  <a:pt x="33405" y="4622"/>
                </a:lnTo>
                <a:lnTo>
                  <a:pt x="33697" y="4622"/>
                </a:lnTo>
                <a:lnTo>
                  <a:pt x="34106" y="4622"/>
                </a:lnTo>
                <a:lnTo>
                  <a:pt x="34398" y="4781"/>
                </a:lnTo>
                <a:lnTo>
                  <a:pt x="34690" y="4781"/>
                </a:lnTo>
                <a:lnTo>
                  <a:pt x="34982" y="4781"/>
                </a:lnTo>
                <a:lnTo>
                  <a:pt x="35391" y="4781"/>
                </a:lnTo>
                <a:lnTo>
                  <a:pt x="35683" y="4781"/>
                </a:lnTo>
                <a:lnTo>
                  <a:pt x="36092" y="4781"/>
                </a:lnTo>
                <a:lnTo>
                  <a:pt x="36384" y="4781"/>
                </a:lnTo>
                <a:lnTo>
                  <a:pt x="36676" y="4781"/>
                </a:lnTo>
                <a:lnTo>
                  <a:pt x="36968" y="4781"/>
                </a:lnTo>
                <a:lnTo>
                  <a:pt x="37260" y="4887"/>
                </a:lnTo>
                <a:lnTo>
                  <a:pt x="37493" y="4887"/>
                </a:lnTo>
                <a:lnTo>
                  <a:pt x="37669" y="4887"/>
                </a:lnTo>
                <a:lnTo>
                  <a:pt x="37961" y="4887"/>
                </a:lnTo>
                <a:lnTo>
                  <a:pt x="38369" y="5047"/>
                </a:lnTo>
                <a:lnTo>
                  <a:pt x="38661" y="5047"/>
                </a:lnTo>
                <a:lnTo>
                  <a:pt x="38953" y="5047"/>
                </a:lnTo>
                <a:lnTo>
                  <a:pt x="39187" y="5047"/>
                </a:lnTo>
                <a:lnTo>
                  <a:pt x="39479" y="5047"/>
                </a:lnTo>
                <a:lnTo>
                  <a:pt x="39771" y="5047"/>
                </a:lnTo>
                <a:lnTo>
                  <a:pt x="40063" y="5153"/>
                </a:lnTo>
                <a:lnTo>
                  <a:pt x="40355" y="5153"/>
                </a:lnTo>
                <a:lnTo>
                  <a:pt x="40647" y="5153"/>
                </a:lnTo>
                <a:lnTo>
                  <a:pt x="40881" y="5153"/>
                </a:lnTo>
                <a:lnTo>
                  <a:pt x="41173" y="5153"/>
                </a:lnTo>
                <a:lnTo>
                  <a:pt x="41465" y="5259"/>
                </a:lnTo>
                <a:lnTo>
                  <a:pt x="41757" y="5259"/>
                </a:lnTo>
                <a:lnTo>
                  <a:pt x="42049" y="5259"/>
                </a:lnTo>
                <a:lnTo>
                  <a:pt x="42458" y="5259"/>
                </a:lnTo>
                <a:lnTo>
                  <a:pt x="42866" y="5259"/>
                </a:lnTo>
                <a:lnTo>
                  <a:pt x="43158" y="5419"/>
                </a:lnTo>
                <a:lnTo>
                  <a:pt x="43450" y="5419"/>
                </a:lnTo>
                <a:lnTo>
                  <a:pt x="43742" y="5419"/>
                </a:lnTo>
                <a:lnTo>
                  <a:pt x="44034" y="5419"/>
                </a:lnTo>
                <a:lnTo>
                  <a:pt x="44268" y="5419"/>
                </a:lnTo>
                <a:lnTo>
                  <a:pt x="44735" y="5419"/>
                </a:lnTo>
                <a:lnTo>
                  <a:pt x="44969" y="5525"/>
                </a:lnTo>
                <a:lnTo>
                  <a:pt x="45144" y="5525"/>
                </a:lnTo>
                <a:lnTo>
                  <a:pt x="45436" y="5525"/>
                </a:lnTo>
                <a:lnTo>
                  <a:pt x="45670" y="5525"/>
                </a:lnTo>
                <a:lnTo>
                  <a:pt x="45962" y="5525"/>
                </a:lnTo>
                <a:lnTo>
                  <a:pt x="46254" y="5525"/>
                </a:lnTo>
                <a:lnTo>
                  <a:pt x="46662" y="5525"/>
                </a:lnTo>
                <a:lnTo>
                  <a:pt x="46954" y="5684"/>
                </a:lnTo>
                <a:lnTo>
                  <a:pt x="47246" y="5684"/>
                </a:lnTo>
                <a:lnTo>
                  <a:pt x="47538" y="5684"/>
                </a:lnTo>
                <a:lnTo>
                  <a:pt x="47947" y="5684"/>
                </a:lnTo>
                <a:lnTo>
                  <a:pt x="48239" y="5684"/>
                </a:lnTo>
                <a:lnTo>
                  <a:pt x="48648" y="5684"/>
                </a:lnTo>
                <a:lnTo>
                  <a:pt x="48940" y="5684"/>
                </a:lnTo>
                <a:lnTo>
                  <a:pt x="49232" y="5791"/>
                </a:lnTo>
                <a:lnTo>
                  <a:pt x="49524" y="5791"/>
                </a:lnTo>
                <a:lnTo>
                  <a:pt x="49816" y="5791"/>
                </a:lnTo>
                <a:lnTo>
                  <a:pt x="50050" y="5791"/>
                </a:lnTo>
                <a:lnTo>
                  <a:pt x="50225" y="5791"/>
                </a:lnTo>
                <a:lnTo>
                  <a:pt x="50517" y="5791"/>
                </a:lnTo>
                <a:lnTo>
                  <a:pt x="50926" y="5791"/>
                </a:lnTo>
                <a:lnTo>
                  <a:pt x="51218" y="5791"/>
                </a:lnTo>
                <a:lnTo>
                  <a:pt x="51451" y="5791"/>
                </a:lnTo>
                <a:lnTo>
                  <a:pt x="51743" y="5791"/>
                </a:lnTo>
                <a:lnTo>
                  <a:pt x="52035" y="5897"/>
                </a:lnTo>
                <a:lnTo>
                  <a:pt x="52327" y="5897"/>
                </a:lnTo>
                <a:lnTo>
                  <a:pt x="52619" y="5897"/>
                </a:lnTo>
                <a:lnTo>
                  <a:pt x="52911" y="5897"/>
                </a:lnTo>
                <a:lnTo>
                  <a:pt x="53145" y="5897"/>
                </a:lnTo>
                <a:lnTo>
                  <a:pt x="53437" y="5897"/>
                </a:lnTo>
                <a:lnTo>
                  <a:pt x="53729" y="5897"/>
                </a:lnTo>
                <a:lnTo>
                  <a:pt x="54021" y="5897"/>
                </a:lnTo>
                <a:lnTo>
                  <a:pt x="54313" y="5897"/>
                </a:lnTo>
                <a:lnTo>
                  <a:pt x="54605" y="5897"/>
                </a:lnTo>
                <a:lnTo>
                  <a:pt x="55014" y="5897"/>
                </a:lnTo>
                <a:lnTo>
                  <a:pt x="55423" y="5897"/>
                </a:lnTo>
                <a:lnTo>
                  <a:pt x="55715" y="5897"/>
                </a:lnTo>
                <a:lnTo>
                  <a:pt x="56007" y="6056"/>
                </a:lnTo>
                <a:lnTo>
                  <a:pt x="56299" y="6056"/>
                </a:lnTo>
                <a:lnTo>
                  <a:pt x="56532" y="6056"/>
                </a:lnTo>
                <a:lnTo>
                  <a:pt x="56824" y="6056"/>
                </a:lnTo>
              </a:path>
            </a:pathLst>
          </a:custGeom>
          <a:ln w="77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6134463" y="5590084"/>
            <a:ext cx="56824" cy="6694"/>
          </a:xfrm>
          <a:custGeom>
            <a:avLst/>
            <a:gdLst/>
            <a:ahLst/>
            <a:cxnLst/>
            <a:rect l="l" t="t" r="r" b="b"/>
            <a:pathLst>
              <a:path w="56824" h="6694">
                <a:moveTo>
                  <a:pt x="0" y="6694"/>
                </a:moveTo>
                <a:lnTo>
                  <a:pt x="408" y="6694"/>
                </a:lnTo>
                <a:lnTo>
                  <a:pt x="700" y="6694"/>
                </a:lnTo>
                <a:lnTo>
                  <a:pt x="876" y="6694"/>
                </a:lnTo>
                <a:lnTo>
                  <a:pt x="1168" y="6694"/>
                </a:lnTo>
                <a:lnTo>
                  <a:pt x="1401" y="6694"/>
                </a:lnTo>
                <a:lnTo>
                  <a:pt x="1693" y="6694"/>
                </a:lnTo>
                <a:lnTo>
                  <a:pt x="1985" y="6694"/>
                </a:lnTo>
                <a:lnTo>
                  <a:pt x="2394" y="6694"/>
                </a:lnTo>
                <a:lnTo>
                  <a:pt x="2686" y="6694"/>
                </a:lnTo>
                <a:lnTo>
                  <a:pt x="2978" y="6694"/>
                </a:lnTo>
                <a:lnTo>
                  <a:pt x="3270" y="6694"/>
                </a:lnTo>
                <a:lnTo>
                  <a:pt x="3679" y="6694"/>
                </a:lnTo>
                <a:lnTo>
                  <a:pt x="3971" y="6694"/>
                </a:lnTo>
                <a:lnTo>
                  <a:pt x="4380" y="6694"/>
                </a:lnTo>
                <a:lnTo>
                  <a:pt x="4672" y="6694"/>
                </a:lnTo>
                <a:lnTo>
                  <a:pt x="4964" y="6694"/>
                </a:lnTo>
                <a:lnTo>
                  <a:pt x="5256" y="6694"/>
                </a:lnTo>
                <a:lnTo>
                  <a:pt x="5489" y="6694"/>
                </a:lnTo>
                <a:lnTo>
                  <a:pt x="5781" y="6694"/>
                </a:lnTo>
                <a:lnTo>
                  <a:pt x="5956" y="6694"/>
                </a:lnTo>
                <a:lnTo>
                  <a:pt x="6190" y="6694"/>
                </a:lnTo>
                <a:lnTo>
                  <a:pt x="6657" y="6694"/>
                </a:lnTo>
                <a:lnTo>
                  <a:pt x="6949" y="6694"/>
                </a:lnTo>
                <a:lnTo>
                  <a:pt x="7183" y="6694"/>
                </a:lnTo>
                <a:lnTo>
                  <a:pt x="7475" y="6694"/>
                </a:lnTo>
                <a:lnTo>
                  <a:pt x="7767" y="6694"/>
                </a:lnTo>
                <a:lnTo>
                  <a:pt x="8059" y="6694"/>
                </a:lnTo>
                <a:lnTo>
                  <a:pt x="8351" y="6694"/>
                </a:lnTo>
                <a:lnTo>
                  <a:pt x="8643" y="6694"/>
                </a:lnTo>
                <a:lnTo>
                  <a:pt x="8877" y="6694"/>
                </a:lnTo>
                <a:lnTo>
                  <a:pt x="9169" y="6694"/>
                </a:lnTo>
                <a:lnTo>
                  <a:pt x="9461" y="6694"/>
                </a:lnTo>
                <a:lnTo>
                  <a:pt x="9753" y="6694"/>
                </a:lnTo>
                <a:lnTo>
                  <a:pt x="10045" y="6535"/>
                </a:lnTo>
                <a:lnTo>
                  <a:pt x="10337" y="6535"/>
                </a:lnTo>
                <a:lnTo>
                  <a:pt x="10745" y="6535"/>
                </a:lnTo>
                <a:lnTo>
                  <a:pt x="11154" y="6535"/>
                </a:lnTo>
                <a:lnTo>
                  <a:pt x="11446" y="6535"/>
                </a:lnTo>
                <a:lnTo>
                  <a:pt x="11738" y="6535"/>
                </a:lnTo>
                <a:lnTo>
                  <a:pt x="12030" y="6535"/>
                </a:lnTo>
                <a:lnTo>
                  <a:pt x="12264" y="6535"/>
                </a:lnTo>
                <a:lnTo>
                  <a:pt x="12556" y="6535"/>
                </a:lnTo>
                <a:lnTo>
                  <a:pt x="12965" y="6535"/>
                </a:lnTo>
                <a:lnTo>
                  <a:pt x="13257" y="6535"/>
                </a:lnTo>
                <a:lnTo>
                  <a:pt x="13432" y="6535"/>
                </a:lnTo>
                <a:lnTo>
                  <a:pt x="13666" y="6428"/>
                </a:lnTo>
                <a:lnTo>
                  <a:pt x="13958" y="6428"/>
                </a:lnTo>
                <a:lnTo>
                  <a:pt x="14250" y="6428"/>
                </a:lnTo>
                <a:lnTo>
                  <a:pt x="14542" y="6428"/>
                </a:lnTo>
                <a:lnTo>
                  <a:pt x="14950" y="6428"/>
                </a:lnTo>
                <a:lnTo>
                  <a:pt x="15242" y="6428"/>
                </a:lnTo>
                <a:lnTo>
                  <a:pt x="15534" y="6428"/>
                </a:lnTo>
                <a:lnTo>
                  <a:pt x="15826" y="6428"/>
                </a:lnTo>
                <a:lnTo>
                  <a:pt x="16235" y="6322"/>
                </a:lnTo>
                <a:lnTo>
                  <a:pt x="16527" y="6322"/>
                </a:lnTo>
                <a:lnTo>
                  <a:pt x="16819" y="6322"/>
                </a:lnTo>
                <a:lnTo>
                  <a:pt x="17228" y="6322"/>
                </a:lnTo>
                <a:lnTo>
                  <a:pt x="17520" y="6322"/>
                </a:lnTo>
                <a:lnTo>
                  <a:pt x="17812" y="6322"/>
                </a:lnTo>
                <a:lnTo>
                  <a:pt x="18046" y="6322"/>
                </a:lnTo>
                <a:lnTo>
                  <a:pt x="18338" y="6322"/>
                </a:lnTo>
                <a:lnTo>
                  <a:pt x="18513" y="6163"/>
                </a:lnTo>
                <a:lnTo>
                  <a:pt x="18746" y="6163"/>
                </a:lnTo>
                <a:lnTo>
                  <a:pt x="19214" y="6163"/>
                </a:lnTo>
                <a:lnTo>
                  <a:pt x="19447" y="6163"/>
                </a:lnTo>
                <a:lnTo>
                  <a:pt x="19739" y="6163"/>
                </a:lnTo>
                <a:lnTo>
                  <a:pt x="20031" y="6163"/>
                </a:lnTo>
                <a:lnTo>
                  <a:pt x="20323" y="6056"/>
                </a:lnTo>
                <a:lnTo>
                  <a:pt x="20615" y="6056"/>
                </a:lnTo>
                <a:lnTo>
                  <a:pt x="20907" y="6056"/>
                </a:lnTo>
                <a:lnTo>
                  <a:pt x="21141" y="6056"/>
                </a:lnTo>
                <a:lnTo>
                  <a:pt x="21433" y="6056"/>
                </a:lnTo>
                <a:lnTo>
                  <a:pt x="21725" y="6056"/>
                </a:lnTo>
                <a:lnTo>
                  <a:pt x="22017" y="5897"/>
                </a:lnTo>
                <a:lnTo>
                  <a:pt x="22309" y="5897"/>
                </a:lnTo>
                <a:lnTo>
                  <a:pt x="22601" y="5897"/>
                </a:lnTo>
                <a:lnTo>
                  <a:pt x="22835" y="5897"/>
                </a:lnTo>
                <a:lnTo>
                  <a:pt x="23127" y="5897"/>
                </a:lnTo>
                <a:lnTo>
                  <a:pt x="23594" y="5791"/>
                </a:lnTo>
                <a:lnTo>
                  <a:pt x="24003" y="5791"/>
                </a:lnTo>
                <a:lnTo>
                  <a:pt x="24295" y="5791"/>
                </a:lnTo>
                <a:lnTo>
                  <a:pt x="24528" y="5684"/>
                </a:lnTo>
                <a:lnTo>
                  <a:pt x="24820" y="5684"/>
                </a:lnTo>
                <a:lnTo>
                  <a:pt x="25112" y="5684"/>
                </a:lnTo>
                <a:lnTo>
                  <a:pt x="25521" y="5684"/>
                </a:lnTo>
                <a:lnTo>
                  <a:pt x="25813" y="5684"/>
                </a:lnTo>
                <a:lnTo>
                  <a:pt x="25988" y="5525"/>
                </a:lnTo>
                <a:lnTo>
                  <a:pt x="26222" y="5525"/>
                </a:lnTo>
                <a:lnTo>
                  <a:pt x="26514" y="5525"/>
                </a:lnTo>
                <a:lnTo>
                  <a:pt x="26806" y="5525"/>
                </a:lnTo>
                <a:lnTo>
                  <a:pt x="27098" y="5419"/>
                </a:lnTo>
                <a:lnTo>
                  <a:pt x="27507" y="5419"/>
                </a:lnTo>
                <a:lnTo>
                  <a:pt x="27799" y="5419"/>
                </a:lnTo>
                <a:lnTo>
                  <a:pt x="28091" y="5419"/>
                </a:lnTo>
                <a:lnTo>
                  <a:pt x="28383" y="5419"/>
                </a:lnTo>
                <a:lnTo>
                  <a:pt x="28792" y="5419"/>
                </a:lnTo>
                <a:lnTo>
                  <a:pt x="29084" y="5419"/>
                </a:lnTo>
                <a:lnTo>
                  <a:pt x="29376" y="5259"/>
                </a:lnTo>
                <a:lnTo>
                  <a:pt x="29784" y="5259"/>
                </a:lnTo>
                <a:lnTo>
                  <a:pt x="30076" y="5259"/>
                </a:lnTo>
                <a:lnTo>
                  <a:pt x="30310" y="5153"/>
                </a:lnTo>
                <a:lnTo>
                  <a:pt x="30602" y="5153"/>
                </a:lnTo>
                <a:lnTo>
                  <a:pt x="30894" y="5153"/>
                </a:lnTo>
                <a:lnTo>
                  <a:pt x="31303" y="4994"/>
                </a:lnTo>
                <a:lnTo>
                  <a:pt x="31770" y="4994"/>
                </a:lnTo>
                <a:lnTo>
                  <a:pt x="32004" y="4994"/>
                </a:lnTo>
                <a:lnTo>
                  <a:pt x="32296" y="4887"/>
                </a:lnTo>
                <a:lnTo>
                  <a:pt x="32588" y="4887"/>
                </a:lnTo>
                <a:lnTo>
                  <a:pt x="32880" y="4887"/>
                </a:lnTo>
                <a:lnTo>
                  <a:pt x="33172" y="4781"/>
                </a:lnTo>
                <a:lnTo>
                  <a:pt x="33464" y="4781"/>
                </a:lnTo>
                <a:lnTo>
                  <a:pt x="33697" y="4781"/>
                </a:lnTo>
                <a:lnTo>
                  <a:pt x="33989" y="4622"/>
                </a:lnTo>
                <a:lnTo>
                  <a:pt x="34281" y="4622"/>
                </a:lnTo>
                <a:lnTo>
                  <a:pt x="34573" y="4622"/>
                </a:lnTo>
                <a:lnTo>
                  <a:pt x="34865" y="4516"/>
                </a:lnTo>
                <a:lnTo>
                  <a:pt x="35157" y="4516"/>
                </a:lnTo>
                <a:lnTo>
                  <a:pt x="35391" y="4516"/>
                </a:lnTo>
                <a:lnTo>
                  <a:pt x="35683" y="4356"/>
                </a:lnTo>
                <a:lnTo>
                  <a:pt x="36092" y="4356"/>
                </a:lnTo>
                <a:lnTo>
                  <a:pt x="36267" y="4356"/>
                </a:lnTo>
                <a:lnTo>
                  <a:pt x="36559" y="4250"/>
                </a:lnTo>
                <a:lnTo>
                  <a:pt x="36793" y="4250"/>
                </a:lnTo>
                <a:lnTo>
                  <a:pt x="37085" y="4144"/>
                </a:lnTo>
                <a:lnTo>
                  <a:pt x="37377" y="4144"/>
                </a:lnTo>
                <a:lnTo>
                  <a:pt x="37669" y="4144"/>
                </a:lnTo>
                <a:lnTo>
                  <a:pt x="38077" y="3984"/>
                </a:lnTo>
                <a:lnTo>
                  <a:pt x="38369" y="3984"/>
                </a:lnTo>
                <a:lnTo>
                  <a:pt x="38661" y="3984"/>
                </a:lnTo>
                <a:lnTo>
                  <a:pt x="39070" y="3878"/>
                </a:lnTo>
                <a:lnTo>
                  <a:pt x="39362" y="3719"/>
                </a:lnTo>
                <a:lnTo>
                  <a:pt x="39654" y="3719"/>
                </a:lnTo>
                <a:lnTo>
                  <a:pt x="40063" y="3612"/>
                </a:lnTo>
                <a:lnTo>
                  <a:pt x="40355" y="3612"/>
                </a:lnTo>
                <a:lnTo>
                  <a:pt x="40647" y="3612"/>
                </a:lnTo>
                <a:lnTo>
                  <a:pt x="40939" y="3453"/>
                </a:lnTo>
                <a:lnTo>
                  <a:pt x="41348" y="3347"/>
                </a:lnTo>
                <a:lnTo>
                  <a:pt x="41640" y="3347"/>
                </a:lnTo>
                <a:lnTo>
                  <a:pt x="41874" y="3347"/>
                </a:lnTo>
                <a:lnTo>
                  <a:pt x="42341" y="3240"/>
                </a:lnTo>
                <a:lnTo>
                  <a:pt x="42574" y="3240"/>
                </a:lnTo>
                <a:lnTo>
                  <a:pt x="42866" y="3081"/>
                </a:lnTo>
                <a:lnTo>
                  <a:pt x="43158" y="3081"/>
                </a:lnTo>
                <a:lnTo>
                  <a:pt x="43450" y="3081"/>
                </a:lnTo>
                <a:lnTo>
                  <a:pt x="43859" y="2975"/>
                </a:lnTo>
                <a:lnTo>
                  <a:pt x="44268" y="2975"/>
                </a:lnTo>
                <a:lnTo>
                  <a:pt x="44560" y="2815"/>
                </a:lnTo>
                <a:lnTo>
                  <a:pt x="44852" y="2815"/>
                </a:lnTo>
                <a:lnTo>
                  <a:pt x="45144" y="2709"/>
                </a:lnTo>
                <a:lnTo>
                  <a:pt x="45436" y="2709"/>
                </a:lnTo>
                <a:lnTo>
                  <a:pt x="45728" y="2603"/>
                </a:lnTo>
                <a:lnTo>
                  <a:pt x="45962" y="2603"/>
                </a:lnTo>
                <a:lnTo>
                  <a:pt x="46254" y="2603"/>
                </a:lnTo>
                <a:lnTo>
                  <a:pt x="46546" y="2443"/>
                </a:lnTo>
                <a:lnTo>
                  <a:pt x="46838" y="2443"/>
                </a:lnTo>
                <a:lnTo>
                  <a:pt x="47130" y="2337"/>
                </a:lnTo>
                <a:lnTo>
                  <a:pt x="47422" y="2178"/>
                </a:lnTo>
                <a:lnTo>
                  <a:pt x="47655" y="2178"/>
                </a:lnTo>
                <a:lnTo>
                  <a:pt x="47947" y="2072"/>
                </a:lnTo>
                <a:lnTo>
                  <a:pt x="48239" y="2072"/>
                </a:lnTo>
                <a:lnTo>
                  <a:pt x="48648" y="1912"/>
                </a:lnTo>
                <a:lnTo>
                  <a:pt x="48823" y="1912"/>
                </a:lnTo>
                <a:lnTo>
                  <a:pt x="49115" y="1806"/>
                </a:lnTo>
                <a:lnTo>
                  <a:pt x="49349" y="1806"/>
                </a:lnTo>
                <a:lnTo>
                  <a:pt x="49641" y="1700"/>
                </a:lnTo>
                <a:lnTo>
                  <a:pt x="49933" y="1700"/>
                </a:lnTo>
                <a:lnTo>
                  <a:pt x="50225" y="1540"/>
                </a:lnTo>
                <a:lnTo>
                  <a:pt x="50634" y="1540"/>
                </a:lnTo>
                <a:lnTo>
                  <a:pt x="50926" y="1434"/>
                </a:lnTo>
                <a:lnTo>
                  <a:pt x="51218" y="1434"/>
                </a:lnTo>
                <a:lnTo>
                  <a:pt x="51335" y="1275"/>
                </a:lnTo>
                <a:lnTo>
                  <a:pt x="51627" y="1168"/>
                </a:lnTo>
                <a:lnTo>
                  <a:pt x="51919" y="1168"/>
                </a:lnTo>
                <a:lnTo>
                  <a:pt x="52211" y="1062"/>
                </a:lnTo>
                <a:lnTo>
                  <a:pt x="52619" y="1062"/>
                </a:lnTo>
                <a:lnTo>
                  <a:pt x="52911" y="903"/>
                </a:lnTo>
                <a:lnTo>
                  <a:pt x="53203" y="903"/>
                </a:lnTo>
                <a:lnTo>
                  <a:pt x="53437" y="796"/>
                </a:lnTo>
                <a:lnTo>
                  <a:pt x="53729" y="796"/>
                </a:lnTo>
                <a:lnTo>
                  <a:pt x="53904" y="796"/>
                </a:lnTo>
                <a:lnTo>
                  <a:pt x="54196" y="637"/>
                </a:lnTo>
                <a:lnTo>
                  <a:pt x="54430" y="637"/>
                </a:lnTo>
                <a:lnTo>
                  <a:pt x="54897" y="531"/>
                </a:lnTo>
                <a:lnTo>
                  <a:pt x="55131" y="371"/>
                </a:lnTo>
                <a:lnTo>
                  <a:pt x="55423" y="371"/>
                </a:lnTo>
                <a:lnTo>
                  <a:pt x="55715" y="265"/>
                </a:lnTo>
                <a:lnTo>
                  <a:pt x="56007" y="159"/>
                </a:lnTo>
                <a:lnTo>
                  <a:pt x="56299" y="159"/>
                </a:lnTo>
                <a:lnTo>
                  <a:pt x="56416" y="0"/>
                </a:lnTo>
                <a:lnTo>
                  <a:pt x="56824" y="0"/>
                </a:lnTo>
              </a:path>
            </a:pathLst>
          </a:custGeom>
          <a:ln w="770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6191288" y="5564794"/>
            <a:ext cx="56883" cy="25290"/>
          </a:xfrm>
          <a:custGeom>
            <a:avLst/>
            <a:gdLst/>
            <a:ahLst/>
            <a:cxnLst/>
            <a:rect l="l" t="t" r="r" b="b"/>
            <a:pathLst>
              <a:path w="56883" h="25290">
                <a:moveTo>
                  <a:pt x="0" y="25290"/>
                </a:moveTo>
                <a:lnTo>
                  <a:pt x="292" y="25183"/>
                </a:lnTo>
                <a:lnTo>
                  <a:pt x="584" y="25024"/>
                </a:lnTo>
                <a:lnTo>
                  <a:pt x="876" y="25024"/>
                </a:lnTo>
                <a:lnTo>
                  <a:pt x="1168" y="24918"/>
                </a:lnTo>
                <a:lnTo>
                  <a:pt x="1460" y="24811"/>
                </a:lnTo>
                <a:lnTo>
                  <a:pt x="1693" y="24811"/>
                </a:lnTo>
                <a:lnTo>
                  <a:pt x="1985" y="24652"/>
                </a:lnTo>
                <a:lnTo>
                  <a:pt x="2277" y="24546"/>
                </a:lnTo>
                <a:lnTo>
                  <a:pt x="2569" y="24546"/>
                </a:lnTo>
                <a:lnTo>
                  <a:pt x="2861" y="24386"/>
                </a:lnTo>
                <a:lnTo>
                  <a:pt x="3153" y="24280"/>
                </a:lnTo>
                <a:lnTo>
                  <a:pt x="3387" y="24280"/>
                </a:lnTo>
                <a:lnTo>
                  <a:pt x="3679" y="24121"/>
                </a:lnTo>
                <a:lnTo>
                  <a:pt x="3971" y="24014"/>
                </a:lnTo>
                <a:lnTo>
                  <a:pt x="4380" y="24014"/>
                </a:lnTo>
                <a:lnTo>
                  <a:pt x="4555" y="23908"/>
                </a:lnTo>
                <a:lnTo>
                  <a:pt x="4788" y="23749"/>
                </a:lnTo>
                <a:lnTo>
                  <a:pt x="5080" y="23642"/>
                </a:lnTo>
                <a:lnTo>
                  <a:pt x="5372" y="23642"/>
                </a:lnTo>
                <a:lnTo>
                  <a:pt x="5664" y="23642"/>
                </a:lnTo>
                <a:lnTo>
                  <a:pt x="5956" y="23483"/>
                </a:lnTo>
                <a:lnTo>
                  <a:pt x="6365" y="23483"/>
                </a:lnTo>
                <a:lnTo>
                  <a:pt x="6657" y="23377"/>
                </a:lnTo>
                <a:lnTo>
                  <a:pt x="6949" y="23271"/>
                </a:lnTo>
                <a:lnTo>
                  <a:pt x="7066" y="23111"/>
                </a:lnTo>
                <a:lnTo>
                  <a:pt x="7358" y="23111"/>
                </a:lnTo>
                <a:lnTo>
                  <a:pt x="7650" y="23005"/>
                </a:lnTo>
                <a:lnTo>
                  <a:pt x="7942" y="22846"/>
                </a:lnTo>
                <a:lnTo>
                  <a:pt x="8351" y="22739"/>
                </a:lnTo>
                <a:lnTo>
                  <a:pt x="8643" y="22739"/>
                </a:lnTo>
                <a:lnTo>
                  <a:pt x="8935" y="22580"/>
                </a:lnTo>
                <a:lnTo>
                  <a:pt x="9169" y="22474"/>
                </a:lnTo>
                <a:lnTo>
                  <a:pt x="9461" y="22367"/>
                </a:lnTo>
                <a:lnTo>
                  <a:pt x="9636" y="22367"/>
                </a:lnTo>
                <a:lnTo>
                  <a:pt x="9869" y="22208"/>
                </a:lnTo>
                <a:lnTo>
                  <a:pt x="10161" y="22102"/>
                </a:lnTo>
                <a:lnTo>
                  <a:pt x="10570" y="21942"/>
                </a:lnTo>
                <a:lnTo>
                  <a:pt x="10862" y="21836"/>
                </a:lnTo>
                <a:lnTo>
                  <a:pt x="11154" y="21836"/>
                </a:lnTo>
                <a:lnTo>
                  <a:pt x="11446" y="21730"/>
                </a:lnTo>
                <a:lnTo>
                  <a:pt x="11738" y="21570"/>
                </a:lnTo>
                <a:lnTo>
                  <a:pt x="12030" y="21464"/>
                </a:lnTo>
                <a:lnTo>
                  <a:pt x="12147" y="21305"/>
                </a:lnTo>
                <a:lnTo>
                  <a:pt x="12556" y="21305"/>
                </a:lnTo>
                <a:lnTo>
                  <a:pt x="12848" y="21305"/>
                </a:lnTo>
                <a:lnTo>
                  <a:pt x="13140" y="21198"/>
                </a:lnTo>
                <a:lnTo>
                  <a:pt x="13432" y="21092"/>
                </a:lnTo>
                <a:lnTo>
                  <a:pt x="13724" y="20933"/>
                </a:lnTo>
                <a:lnTo>
                  <a:pt x="13958" y="20827"/>
                </a:lnTo>
                <a:lnTo>
                  <a:pt x="14250" y="20827"/>
                </a:lnTo>
                <a:lnTo>
                  <a:pt x="14542" y="20667"/>
                </a:lnTo>
                <a:lnTo>
                  <a:pt x="14834" y="20561"/>
                </a:lnTo>
                <a:lnTo>
                  <a:pt x="15126" y="20402"/>
                </a:lnTo>
                <a:lnTo>
                  <a:pt x="15418" y="20295"/>
                </a:lnTo>
                <a:lnTo>
                  <a:pt x="15651" y="20189"/>
                </a:lnTo>
                <a:lnTo>
                  <a:pt x="15943" y="20030"/>
                </a:lnTo>
                <a:lnTo>
                  <a:pt x="16235" y="20030"/>
                </a:lnTo>
                <a:lnTo>
                  <a:pt x="16527" y="19923"/>
                </a:lnTo>
                <a:lnTo>
                  <a:pt x="16936" y="19764"/>
                </a:lnTo>
                <a:lnTo>
                  <a:pt x="17111" y="19658"/>
                </a:lnTo>
                <a:lnTo>
                  <a:pt x="17345" y="19551"/>
                </a:lnTo>
                <a:lnTo>
                  <a:pt x="17637" y="19392"/>
                </a:lnTo>
                <a:lnTo>
                  <a:pt x="17929" y="19286"/>
                </a:lnTo>
                <a:lnTo>
                  <a:pt x="18221" y="19126"/>
                </a:lnTo>
                <a:lnTo>
                  <a:pt x="18513" y="19126"/>
                </a:lnTo>
                <a:lnTo>
                  <a:pt x="18922" y="19020"/>
                </a:lnTo>
                <a:lnTo>
                  <a:pt x="19214" y="19020"/>
                </a:lnTo>
                <a:lnTo>
                  <a:pt x="19506" y="18861"/>
                </a:lnTo>
                <a:lnTo>
                  <a:pt x="19914" y="18648"/>
                </a:lnTo>
                <a:lnTo>
                  <a:pt x="20206" y="18489"/>
                </a:lnTo>
                <a:lnTo>
                  <a:pt x="20498" y="18383"/>
                </a:lnTo>
                <a:lnTo>
                  <a:pt x="20907" y="18223"/>
                </a:lnTo>
                <a:lnTo>
                  <a:pt x="21199" y="18117"/>
                </a:lnTo>
                <a:lnTo>
                  <a:pt x="21433" y="18011"/>
                </a:lnTo>
                <a:lnTo>
                  <a:pt x="21725" y="17851"/>
                </a:lnTo>
                <a:lnTo>
                  <a:pt x="22017" y="17745"/>
                </a:lnTo>
                <a:lnTo>
                  <a:pt x="22134" y="17586"/>
                </a:lnTo>
                <a:lnTo>
                  <a:pt x="22426" y="17586"/>
                </a:lnTo>
                <a:lnTo>
                  <a:pt x="22718" y="17479"/>
                </a:lnTo>
                <a:lnTo>
                  <a:pt x="23127" y="17320"/>
                </a:lnTo>
                <a:lnTo>
                  <a:pt x="23419" y="17214"/>
                </a:lnTo>
                <a:lnTo>
                  <a:pt x="23711" y="17107"/>
                </a:lnTo>
                <a:lnTo>
                  <a:pt x="24003" y="16948"/>
                </a:lnTo>
                <a:lnTo>
                  <a:pt x="24295" y="16842"/>
                </a:lnTo>
                <a:lnTo>
                  <a:pt x="24587" y="16682"/>
                </a:lnTo>
                <a:lnTo>
                  <a:pt x="25112" y="16576"/>
                </a:lnTo>
                <a:lnTo>
                  <a:pt x="25404" y="16470"/>
                </a:lnTo>
                <a:lnTo>
                  <a:pt x="25696" y="16311"/>
                </a:lnTo>
                <a:lnTo>
                  <a:pt x="25988" y="16204"/>
                </a:lnTo>
                <a:lnTo>
                  <a:pt x="26280" y="16045"/>
                </a:lnTo>
                <a:lnTo>
                  <a:pt x="26514" y="15939"/>
                </a:lnTo>
                <a:lnTo>
                  <a:pt x="26806" y="15779"/>
                </a:lnTo>
                <a:lnTo>
                  <a:pt x="27098" y="15673"/>
                </a:lnTo>
                <a:lnTo>
                  <a:pt x="27390" y="15567"/>
                </a:lnTo>
                <a:lnTo>
                  <a:pt x="27682" y="15407"/>
                </a:lnTo>
                <a:lnTo>
                  <a:pt x="27916" y="15301"/>
                </a:lnTo>
                <a:lnTo>
                  <a:pt x="28208" y="15142"/>
                </a:lnTo>
                <a:lnTo>
                  <a:pt x="28500" y="14929"/>
                </a:lnTo>
                <a:lnTo>
                  <a:pt x="28792" y="14770"/>
                </a:lnTo>
                <a:lnTo>
                  <a:pt x="29084" y="14663"/>
                </a:lnTo>
                <a:lnTo>
                  <a:pt x="29492" y="14504"/>
                </a:lnTo>
                <a:lnTo>
                  <a:pt x="29901" y="14398"/>
                </a:lnTo>
                <a:lnTo>
                  <a:pt x="30193" y="14238"/>
                </a:lnTo>
                <a:lnTo>
                  <a:pt x="30485" y="14132"/>
                </a:lnTo>
                <a:lnTo>
                  <a:pt x="30777" y="14026"/>
                </a:lnTo>
                <a:lnTo>
                  <a:pt x="31069" y="13867"/>
                </a:lnTo>
                <a:lnTo>
                  <a:pt x="31478" y="13760"/>
                </a:lnTo>
                <a:lnTo>
                  <a:pt x="31770" y="13601"/>
                </a:lnTo>
                <a:lnTo>
                  <a:pt x="32062" y="13495"/>
                </a:lnTo>
                <a:lnTo>
                  <a:pt x="32471" y="13123"/>
                </a:lnTo>
                <a:lnTo>
                  <a:pt x="32763" y="12963"/>
                </a:lnTo>
                <a:lnTo>
                  <a:pt x="32996" y="12857"/>
                </a:lnTo>
                <a:lnTo>
                  <a:pt x="33464" y="12698"/>
                </a:lnTo>
                <a:lnTo>
                  <a:pt x="33697" y="12591"/>
                </a:lnTo>
                <a:lnTo>
                  <a:pt x="33989" y="12485"/>
                </a:lnTo>
                <a:lnTo>
                  <a:pt x="34281" y="12326"/>
                </a:lnTo>
                <a:lnTo>
                  <a:pt x="34573" y="12219"/>
                </a:lnTo>
                <a:lnTo>
                  <a:pt x="34690" y="12060"/>
                </a:lnTo>
                <a:lnTo>
                  <a:pt x="34982" y="11954"/>
                </a:lnTo>
                <a:lnTo>
                  <a:pt x="35274" y="11848"/>
                </a:lnTo>
                <a:lnTo>
                  <a:pt x="35683" y="11688"/>
                </a:lnTo>
                <a:lnTo>
                  <a:pt x="35975" y="11582"/>
                </a:lnTo>
                <a:lnTo>
                  <a:pt x="36267" y="11423"/>
                </a:lnTo>
                <a:lnTo>
                  <a:pt x="36559" y="11316"/>
                </a:lnTo>
                <a:lnTo>
                  <a:pt x="36851" y="11051"/>
                </a:lnTo>
                <a:lnTo>
                  <a:pt x="37085" y="10944"/>
                </a:lnTo>
                <a:lnTo>
                  <a:pt x="37260" y="10785"/>
                </a:lnTo>
                <a:lnTo>
                  <a:pt x="37669" y="10679"/>
                </a:lnTo>
                <a:lnTo>
                  <a:pt x="37961" y="10519"/>
                </a:lnTo>
                <a:lnTo>
                  <a:pt x="38253" y="10413"/>
                </a:lnTo>
                <a:lnTo>
                  <a:pt x="38545" y="10147"/>
                </a:lnTo>
                <a:lnTo>
                  <a:pt x="38778" y="10041"/>
                </a:lnTo>
                <a:lnTo>
                  <a:pt x="39070" y="9882"/>
                </a:lnTo>
                <a:lnTo>
                  <a:pt x="39362" y="9775"/>
                </a:lnTo>
                <a:lnTo>
                  <a:pt x="39654" y="9775"/>
                </a:lnTo>
                <a:lnTo>
                  <a:pt x="39946" y="9510"/>
                </a:lnTo>
                <a:lnTo>
                  <a:pt x="40238" y="9404"/>
                </a:lnTo>
                <a:lnTo>
                  <a:pt x="40472" y="9244"/>
                </a:lnTo>
                <a:lnTo>
                  <a:pt x="40764" y="9138"/>
                </a:lnTo>
                <a:lnTo>
                  <a:pt x="41056" y="8979"/>
                </a:lnTo>
                <a:lnTo>
                  <a:pt x="41348" y="8766"/>
                </a:lnTo>
                <a:lnTo>
                  <a:pt x="41640" y="8607"/>
                </a:lnTo>
                <a:lnTo>
                  <a:pt x="42049" y="8500"/>
                </a:lnTo>
                <a:lnTo>
                  <a:pt x="42166" y="8341"/>
                </a:lnTo>
                <a:lnTo>
                  <a:pt x="42458" y="8128"/>
                </a:lnTo>
                <a:lnTo>
                  <a:pt x="42750" y="7969"/>
                </a:lnTo>
                <a:lnTo>
                  <a:pt x="43042" y="7863"/>
                </a:lnTo>
                <a:lnTo>
                  <a:pt x="43334" y="7703"/>
                </a:lnTo>
                <a:lnTo>
                  <a:pt x="43626" y="7438"/>
                </a:lnTo>
                <a:lnTo>
                  <a:pt x="44034" y="7438"/>
                </a:lnTo>
                <a:lnTo>
                  <a:pt x="44326" y="7331"/>
                </a:lnTo>
                <a:lnTo>
                  <a:pt x="44560" y="7225"/>
                </a:lnTo>
                <a:lnTo>
                  <a:pt x="44735" y="6960"/>
                </a:lnTo>
                <a:lnTo>
                  <a:pt x="45027" y="6800"/>
                </a:lnTo>
                <a:lnTo>
                  <a:pt x="45319" y="6694"/>
                </a:lnTo>
                <a:lnTo>
                  <a:pt x="45553" y="6428"/>
                </a:lnTo>
                <a:lnTo>
                  <a:pt x="45845" y="6322"/>
                </a:lnTo>
                <a:lnTo>
                  <a:pt x="46254" y="6163"/>
                </a:lnTo>
                <a:lnTo>
                  <a:pt x="46546" y="5897"/>
                </a:lnTo>
                <a:lnTo>
                  <a:pt x="46838" y="5791"/>
                </a:lnTo>
                <a:lnTo>
                  <a:pt x="47130" y="5684"/>
                </a:lnTo>
                <a:lnTo>
                  <a:pt x="47246" y="5525"/>
                </a:lnTo>
                <a:lnTo>
                  <a:pt x="47538" y="5259"/>
                </a:lnTo>
                <a:lnTo>
                  <a:pt x="47830" y="5153"/>
                </a:lnTo>
                <a:lnTo>
                  <a:pt x="48239" y="5047"/>
                </a:lnTo>
                <a:lnTo>
                  <a:pt x="48531" y="4887"/>
                </a:lnTo>
                <a:lnTo>
                  <a:pt x="48823" y="4781"/>
                </a:lnTo>
                <a:lnTo>
                  <a:pt x="49115" y="4622"/>
                </a:lnTo>
                <a:lnTo>
                  <a:pt x="49407" y="4356"/>
                </a:lnTo>
                <a:lnTo>
                  <a:pt x="49641" y="4250"/>
                </a:lnTo>
                <a:lnTo>
                  <a:pt x="49816" y="4144"/>
                </a:lnTo>
                <a:lnTo>
                  <a:pt x="50225" y="3878"/>
                </a:lnTo>
                <a:lnTo>
                  <a:pt x="50517" y="3719"/>
                </a:lnTo>
                <a:lnTo>
                  <a:pt x="50809" y="3506"/>
                </a:lnTo>
                <a:lnTo>
                  <a:pt x="51101" y="3347"/>
                </a:lnTo>
                <a:lnTo>
                  <a:pt x="51335" y="3240"/>
                </a:lnTo>
                <a:lnTo>
                  <a:pt x="51627" y="2975"/>
                </a:lnTo>
                <a:lnTo>
                  <a:pt x="51919" y="2815"/>
                </a:lnTo>
                <a:lnTo>
                  <a:pt x="52211" y="2709"/>
                </a:lnTo>
                <a:lnTo>
                  <a:pt x="52503" y="2603"/>
                </a:lnTo>
                <a:lnTo>
                  <a:pt x="52736" y="2443"/>
                </a:lnTo>
                <a:lnTo>
                  <a:pt x="53028" y="2178"/>
                </a:lnTo>
                <a:lnTo>
                  <a:pt x="53320" y="2072"/>
                </a:lnTo>
                <a:lnTo>
                  <a:pt x="53612" y="1965"/>
                </a:lnTo>
                <a:lnTo>
                  <a:pt x="53904" y="1700"/>
                </a:lnTo>
                <a:lnTo>
                  <a:pt x="54196" y="1540"/>
                </a:lnTo>
                <a:lnTo>
                  <a:pt x="54605" y="1275"/>
                </a:lnTo>
                <a:lnTo>
                  <a:pt x="55014" y="1062"/>
                </a:lnTo>
                <a:lnTo>
                  <a:pt x="55306" y="796"/>
                </a:lnTo>
                <a:lnTo>
                  <a:pt x="55598" y="637"/>
                </a:lnTo>
                <a:lnTo>
                  <a:pt x="55890" y="425"/>
                </a:lnTo>
                <a:lnTo>
                  <a:pt x="56124" y="425"/>
                </a:lnTo>
                <a:lnTo>
                  <a:pt x="56591" y="159"/>
                </a:lnTo>
                <a:lnTo>
                  <a:pt x="56883" y="0"/>
                </a:lnTo>
              </a:path>
            </a:pathLst>
          </a:custGeom>
          <a:ln w="782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6248171" y="5520909"/>
            <a:ext cx="56649" cy="43885"/>
          </a:xfrm>
          <a:custGeom>
            <a:avLst/>
            <a:gdLst/>
            <a:ahLst/>
            <a:cxnLst/>
            <a:rect l="l" t="t" r="r" b="b"/>
            <a:pathLst>
              <a:path w="56649" h="43885">
                <a:moveTo>
                  <a:pt x="0" y="43885"/>
                </a:moveTo>
                <a:lnTo>
                  <a:pt x="233" y="43619"/>
                </a:lnTo>
                <a:lnTo>
                  <a:pt x="408" y="43513"/>
                </a:lnTo>
                <a:lnTo>
                  <a:pt x="700" y="43407"/>
                </a:lnTo>
                <a:lnTo>
                  <a:pt x="934" y="43141"/>
                </a:lnTo>
                <a:lnTo>
                  <a:pt x="1226" y="42982"/>
                </a:lnTo>
                <a:lnTo>
                  <a:pt x="1518" y="42769"/>
                </a:lnTo>
                <a:lnTo>
                  <a:pt x="1927" y="42610"/>
                </a:lnTo>
                <a:lnTo>
                  <a:pt x="2219" y="42344"/>
                </a:lnTo>
                <a:lnTo>
                  <a:pt x="2511" y="42238"/>
                </a:lnTo>
                <a:lnTo>
                  <a:pt x="2803" y="41972"/>
                </a:lnTo>
                <a:lnTo>
                  <a:pt x="3212" y="41707"/>
                </a:lnTo>
                <a:lnTo>
                  <a:pt x="3504" y="41601"/>
                </a:lnTo>
                <a:lnTo>
                  <a:pt x="3912" y="41335"/>
                </a:lnTo>
                <a:lnTo>
                  <a:pt x="4204" y="41229"/>
                </a:lnTo>
                <a:lnTo>
                  <a:pt x="4496" y="40963"/>
                </a:lnTo>
                <a:lnTo>
                  <a:pt x="4788" y="40804"/>
                </a:lnTo>
                <a:lnTo>
                  <a:pt x="5022" y="40538"/>
                </a:lnTo>
                <a:lnTo>
                  <a:pt x="5314" y="40432"/>
                </a:lnTo>
                <a:lnTo>
                  <a:pt x="5489" y="40166"/>
                </a:lnTo>
                <a:lnTo>
                  <a:pt x="5898" y="40060"/>
                </a:lnTo>
                <a:lnTo>
                  <a:pt x="6190" y="39794"/>
                </a:lnTo>
                <a:lnTo>
                  <a:pt x="6482" y="39688"/>
                </a:lnTo>
                <a:lnTo>
                  <a:pt x="6716" y="39528"/>
                </a:lnTo>
                <a:lnTo>
                  <a:pt x="7008" y="39422"/>
                </a:lnTo>
                <a:lnTo>
                  <a:pt x="7300" y="39157"/>
                </a:lnTo>
                <a:lnTo>
                  <a:pt x="7592" y="38891"/>
                </a:lnTo>
                <a:lnTo>
                  <a:pt x="7884" y="38785"/>
                </a:lnTo>
                <a:lnTo>
                  <a:pt x="8176" y="38519"/>
                </a:lnTo>
                <a:lnTo>
                  <a:pt x="8409" y="38360"/>
                </a:lnTo>
                <a:lnTo>
                  <a:pt x="8701" y="38147"/>
                </a:lnTo>
                <a:lnTo>
                  <a:pt x="8993" y="37988"/>
                </a:lnTo>
                <a:lnTo>
                  <a:pt x="9285" y="37722"/>
                </a:lnTo>
                <a:lnTo>
                  <a:pt x="9577" y="37509"/>
                </a:lnTo>
                <a:lnTo>
                  <a:pt x="9869" y="37350"/>
                </a:lnTo>
                <a:lnTo>
                  <a:pt x="10278" y="37244"/>
                </a:lnTo>
                <a:lnTo>
                  <a:pt x="10395" y="37084"/>
                </a:lnTo>
                <a:lnTo>
                  <a:pt x="10687" y="36819"/>
                </a:lnTo>
                <a:lnTo>
                  <a:pt x="10979" y="36606"/>
                </a:lnTo>
                <a:lnTo>
                  <a:pt x="11271" y="36447"/>
                </a:lnTo>
                <a:lnTo>
                  <a:pt x="11563" y="36181"/>
                </a:lnTo>
                <a:lnTo>
                  <a:pt x="11797" y="36075"/>
                </a:lnTo>
                <a:lnTo>
                  <a:pt x="12264" y="35809"/>
                </a:lnTo>
                <a:lnTo>
                  <a:pt x="12497" y="35544"/>
                </a:lnTo>
                <a:lnTo>
                  <a:pt x="12789" y="35437"/>
                </a:lnTo>
                <a:lnTo>
                  <a:pt x="12965" y="35172"/>
                </a:lnTo>
                <a:lnTo>
                  <a:pt x="13198" y="35065"/>
                </a:lnTo>
                <a:lnTo>
                  <a:pt x="13490" y="34906"/>
                </a:lnTo>
                <a:lnTo>
                  <a:pt x="13782" y="34640"/>
                </a:lnTo>
                <a:lnTo>
                  <a:pt x="14074" y="34534"/>
                </a:lnTo>
                <a:lnTo>
                  <a:pt x="14483" y="34269"/>
                </a:lnTo>
                <a:lnTo>
                  <a:pt x="14775" y="34003"/>
                </a:lnTo>
                <a:lnTo>
                  <a:pt x="15067" y="33897"/>
                </a:lnTo>
                <a:lnTo>
                  <a:pt x="15359" y="33631"/>
                </a:lnTo>
                <a:lnTo>
                  <a:pt x="15476" y="33365"/>
                </a:lnTo>
                <a:lnTo>
                  <a:pt x="15768" y="33259"/>
                </a:lnTo>
                <a:lnTo>
                  <a:pt x="16060" y="32993"/>
                </a:lnTo>
                <a:lnTo>
                  <a:pt x="16469" y="32728"/>
                </a:lnTo>
                <a:lnTo>
                  <a:pt x="16761" y="32728"/>
                </a:lnTo>
                <a:lnTo>
                  <a:pt x="17053" y="32462"/>
                </a:lnTo>
                <a:lnTo>
                  <a:pt x="17345" y="32196"/>
                </a:lnTo>
                <a:lnTo>
                  <a:pt x="17578" y="32090"/>
                </a:lnTo>
                <a:lnTo>
                  <a:pt x="17870" y="31825"/>
                </a:lnTo>
                <a:lnTo>
                  <a:pt x="18046" y="31559"/>
                </a:lnTo>
                <a:lnTo>
                  <a:pt x="18454" y="31453"/>
                </a:lnTo>
                <a:lnTo>
                  <a:pt x="18746" y="31187"/>
                </a:lnTo>
                <a:lnTo>
                  <a:pt x="18980" y="30921"/>
                </a:lnTo>
                <a:lnTo>
                  <a:pt x="19272" y="30656"/>
                </a:lnTo>
                <a:lnTo>
                  <a:pt x="19564" y="30549"/>
                </a:lnTo>
                <a:lnTo>
                  <a:pt x="19856" y="30284"/>
                </a:lnTo>
                <a:lnTo>
                  <a:pt x="20148" y="30178"/>
                </a:lnTo>
                <a:lnTo>
                  <a:pt x="20440" y="30018"/>
                </a:lnTo>
                <a:lnTo>
                  <a:pt x="20674" y="29806"/>
                </a:lnTo>
                <a:lnTo>
                  <a:pt x="20966" y="29540"/>
                </a:lnTo>
                <a:lnTo>
                  <a:pt x="21258" y="29274"/>
                </a:lnTo>
                <a:lnTo>
                  <a:pt x="21550" y="29115"/>
                </a:lnTo>
                <a:lnTo>
                  <a:pt x="21842" y="28902"/>
                </a:lnTo>
                <a:lnTo>
                  <a:pt x="22134" y="28637"/>
                </a:lnTo>
                <a:lnTo>
                  <a:pt x="22367" y="28371"/>
                </a:lnTo>
                <a:lnTo>
                  <a:pt x="22835" y="28265"/>
                </a:lnTo>
                <a:lnTo>
                  <a:pt x="23127" y="27999"/>
                </a:lnTo>
                <a:lnTo>
                  <a:pt x="23243" y="27840"/>
                </a:lnTo>
                <a:lnTo>
                  <a:pt x="23535" y="27574"/>
                </a:lnTo>
                <a:lnTo>
                  <a:pt x="23827" y="27468"/>
                </a:lnTo>
                <a:lnTo>
                  <a:pt x="24061" y="27202"/>
                </a:lnTo>
                <a:lnTo>
                  <a:pt x="24353" y="26937"/>
                </a:lnTo>
                <a:lnTo>
                  <a:pt x="24820" y="26724"/>
                </a:lnTo>
                <a:lnTo>
                  <a:pt x="25054" y="26565"/>
                </a:lnTo>
                <a:lnTo>
                  <a:pt x="25346" y="26299"/>
                </a:lnTo>
                <a:lnTo>
                  <a:pt x="25638" y="26033"/>
                </a:lnTo>
                <a:lnTo>
                  <a:pt x="25755" y="25821"/>
                </a:lnTo>
                <a:lnTo>
                  <a:pt x="26047" y="25661"/>
                </a:lnTo>
                <a:lnTo>
                  <a:pt x="26339" y="25555"/>
                </a:lnTo>
                <a:lnTo>
                  <a:pt x="26631" y="25290"/>
                </a:lnTo>
                <a:lnTo>
                  <a:pt x="27039" y="25024"/>
                </a:lnTo>
                <a:lnTo>
                  <a:pt x="27331" y="24758"/>
                </a:lnTo>
                <a:lnTo>
                  <a:pt x="27624" y="24493"/>
                </a:lnTo>
                <a:lnTo>
                  <a:pt x="27916" y="24386"/>
                </a:lnTo>
                <a:lnTo>
                  <a:pt x="28032" y="24121"/>
                </a:lnTo>
                <a:lnTo>
                  <a:pt x="28324" y="23855"/>
                </a:lnTo>
                <a:lnTo>
                  <a:pt x="28616" y="23642"/>
                </a:lnTo>
                <a:lnTo>
                  <a:pt x="29025" y="23377"/>
                </a:lnTo>
                <a:lnTo>
                  <a:pt x="29317" y="23217"/>
                </a:lnTo>
                <a:lnTo>
                  <a:pt x="29609" y="23111"/>
                </a:lnTo>
                <a:lnTo>
                  <a:pt x="29843" y="22846"/>
                </a:lnTo>
                <a:lnTo>
                  <a:pt x="30135" y="22580"/>
                </a:lnTo>
                <a:lnTo>
                  <a:pt x="30427" y="22314"/>
                </a:lnTo>
                <a:lnTo>
                  <a:pt x="30602" y="22102"/>
                </a:lnTo>
                <a:lnTo>
                  <a:pt x="31011" y="21836"/>
                </a:lnTo>
                <a:lnTo>
                  <a:pt x="31303" y="21570"/>
                </a:lnTo>
                <a:lnTo>
                  <a:pt x="31536" y="21464"/>
                </a:lnTo>
                <a:lnTo>
                  <a:pt x="31828" y="21198"/>
                </a:lnTo>
                <a:lnTo>
                  <a:pt x="32120" y="21039"/>
                </a:lnTo>
                <a:lnTo>
                  <a:pt x="32412" y="20773"/>
                </a:lnTo>
                <a:lnTo>
                  <a:pt x="32704" y="20561"/>
                </a:lnTo>
                <a:lnTo>
                  <a:pt x="32996" y="20295"/>
                </a:lnTo>
                <a:lnTo>
                  <a:pt x="33230" y="20030"/>
                </a:lnTo>
                <a:lnTo>
                  <a:pt x="33522" y="19764"/>
                </a:lnTo>
                <a:lnTo>
                  <a:pt x="33814" y="19658"/>
                </a:lnTo>
                <a:lnTo>
                  <a:pt x="34106" y="19392"/>
                </a:lnTo>
                <a:lnTo>
                  <a:pt x="34398" y="19126"/>
                </a:lnTo>
                <a:lnTo>
                  <a:pt x="34690" y="18861"/>
                </a:lnTo>
                <a:lnTo>
                  <a:pt x="34924" y="18754"/>
                </a:lnTo>
                <a:lnTo>
                  <a:pt x="35391" y="18489"/>
                </a:lnTo>
                <a:lnTo>
                  <a:pt x="35625" y="18223"/>
                </a:lnTo>
                <a:lnTo>
                  <a:pt x="35800" y="17958"/>
                </a:lnTo>
                <a:lnTo>
                  <a:pt x="36092" y="17692"/>
                </a:lnTo>
                <a:lnTo>
                  <a:pt x="36384" y="17479"/>
                </a:lnTo>
                <a:lnTo>
                  <a:pt x="36617" y="17214"/>
                </a:lnTo>
                <a:lnTo>
                  <a:pt x="36909" y="17054"/>
                </a:lnTo>
                <a:lnTo>
                  <a:pt x="37318" y="16842"/>
                </a:lnTo>
                <a:lnTo>
                  <a:pt x="37610" y="16576"/>
                </a:lnTo>
                <a:lnTo>
                  <a:pt x="37902" y="16417"/>
                </a:lnTo>
                <a:lnTo>
                  <a:pt x="38194" y="16151"/>
                </a:lnTo>
                <a:lnTo>
                  <a:pt x="38311" y="15939"/>
                </a:lnTo>
                <a:lnTo>
                  <a:pt x="38603" y="15673"/>
                </a:lnTo>
                <a:lnTo>
                  <a:pt x="38895" y="15407"/>
                </a:lnTo>
                <a:lnTo>
                  <a:pt x="39187" y="15142"/>
                </a:lnTo>
                <a:lnTo>
                  <a:pt x="39596" y="14876"/>
                </a:lnTo>
                <a:lnTo>
                  <a:pt x="39888" y="14610"/>
                </a:lnTo>
                <a:lnTo>
                  <a:pt x="40180" y="14398"/>
                </a:lnTo>
                <a:lnTo>
                  <a:pt x="40472" y="14132"/>
                </a:lnTo>
                <a:lnTo>
                  <a:pt x="40705" y="13973"/>
                </a:lnTo>
                <a:lnTo>
                  <a:pt x="40881" y="13760"/>
                </a:lnTo>
                <a:lnTo>
                  <a:pt x="41173" y="13495"/>
                </a:lnTo>
                <a:lnTo>
                  <a:pt x="41582" y="13229"/>
                </a:lnTo>
                <a:lnTo>
                  <a:pt x="41874" y="12963"/>
                </a:lnTo>
                <a:lnTo>
                  <a:pt x="42166" y="12698"/>
                </a:lnTo>
                <a:lnTo>
                  <a:pt x="42399" y="12432"/>
                </a:lnTo>
                <a:lnTo>
                  <a:pt x="42691" y="12219"/>
                </a:lnTo>
                <a:lnTo>
                  <a:pt x="42983" y="11954"/>
                </a:lnTo>
                <a:lnTo>
                  <a:pt x="43100" y="11688"/>
                </a:lnTo>
                <a:lnTo>
                  <a:pt x="43567" y="11529"/>
                </a:lnTo>
                <a:lnTo>
                  <a:pt x="43801" y="11316"/>
                </a:lnTo>
                <a:lnTo>
                  <a:pt x="44093" y="11051"/>
                </a:lnTo>
                <a:lnTo>
                  <a:pt x="44385" y="10785"/>
                </a:lnTo>
                <a:lnTo>
                  <a:pt x="44677" y="10519"/>
                </a:lnTo>
                <a:lnTo>
                  <a:pt x="44969" y="10254"/>
                </a:lnTo>
                <a:lnTo>
                  <a:pt x="45261" y="10041"/>
                </a:lnTo>
                <a:lnTo>
                  <a:pt x="45494" y="9775"/>
                </a:lnTo>
                <a:lnTo>
                  <a:pt x="45786" y="9510"/>
                </a:lnTo>
                <a:lnTo>
                  <a:pt x="46078" y="9350"/>
                </a:lnTo>
                <a:lnTo>
                  <a:pt x="46370" y="9138"/>
                </a:lnTo>
                <a:lnTo>
                  <a:pt x="46662" y="8872"/>
                </a:lnTo>
                <a:lnTo>
                  <a:pt x="46954" y="8607"/>
                </a:lnTo>
                <a:lnTo>
                  <a:pt x="47188" y="8341"/>
                </a:lnTo>
                <a:lnTo>
                  <a:pt x="47480" y="8075"/>
                </a:lnTo>
                <a:lnTo>
                  <a:pt x="47947" y="7810"/>
                </a:lnTo>
                <a:lnTo>
                  <a:pt x="48181" y="7597"/>
                </a:lnTo>
                <a:lnTo>
                  <a:pt x="48356" y="7331"/>
                </a:lnTo>
                <a:lnTo>
                  <a:pt x="48648" y="7066"/>
                </a:lnTo>
                <a:lnTo>
                  <a:pt x="48882" y="6960"/>
                </a:lnTo>
                <a:lnTo>
                  <a:pt x="49174" y="6694"/>
                </a:lnTo>
                <a:lnTo>
                  <a:pt x="49466" y="6269"/>
                </a:lnTo>
                <a:lnTo>
                  <a:pt x="49875" y="6056"/>
                </a:lnTo>
                <a:lnTo>
                  <a:pt x="50167" y="5791"/>
                </a:lnTo>
                <a:lnTo>
                  <a:pt x="50459" y="5525"/>
                </a:lnTo>
                <a:lnTo>
                  <a:pt x="50751" y="5259"/>
                </a:lnTo>
                <a:lnTo>
                  <a:pt x="50867" y="4994"/>
                </a:lnTo>
                <a:lnTo>
                  <a:pt x="51159" y="4728"/>
                </a:lnTo>
                <a:lnTo>
                  <a:pt x="51451" y="4622"/>
                </a:lnTo>
                <a:lnTo>
                  <a:pt x="51743" y="4356"/>
                </a:lnTo>
                <a:lnTo>
                  <a:pt x="52152" y="4091"/>
                </a:lnTo>
                <a:lnTo>
                  <a:pt x="52444" y="3878"/>
                </a:lnTo>
                <a:lnTo>
                  <a:pt x="52736" y="3612"/>
                </a:lnTo>
                <a:lnTo>
                  <a:pt x="52970" y="3187"/>
                </a:lnTo>
                <a:lnTo>
                  <a:pt x="53262" y="2975"/>
                </a:lnTo>
                <a:lnTo>
                  <a:pt x="53437" y="2709"/>
                </a:lnTo>
                <a:lnTo>
                  <a:pt x="53729" y="2443"/>
                </a:lnTo>
                <a:lnTo>
                  <a:pt x="54138" y="2337"/>
                </a:lnTo>
                <a:lnTo>
                  <a:pt x="54430" y="2072"/>
                </a:lnTo>
                <a:lnTo>
                  <a:pt x="54663" y="1806"/>
                </a:lnTo>
                <a:lnTo>
                  <a:pt x="54956" y="1540"/>
                </a:lnTo>
                <a:lnTo>
                  <a:pt x="55248" y="1168"/>
                </a:lnTo>
                <a:lnTo>
                  <a:pt x="55540" y="903"/>
                </a:lnTo>
                <a:lnTo>
                  <a:pt x="55832" y="637"/>
                </a:lnTo>
                <a:lnTo>
                  <a:pt x="56124" y="371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798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6304821" y="5463422"/>
            <a:ext cx="56824" cy="57486"/>
          </a:xfrm>
          <a:custGeom>
            <a:avLst/>
            <a:gdLst/>
            <a:ahLst/>
            <a:cxnLst/>
            <a:rect l="l" t="t" r="r" b="b"/>
            <a:pathLst>
              <a:path w="56824" h="57486">
                <a:moveTo>
                  <a:pt x="0" y="57486"/>
                </a:moveTo>
                <a:lnTo>
                  <a:pt x="292" y="57221"/>
                </a:lnTo>
                <a:lnTo>
                  <a:pt x="584" y="56849"/>
                </a:lnTo>
                <a:lnTo>
                  <a:pt x="876" y="56583"/>
                </a:lnTo>
                <a:lnTo>
                  <a:pt x="1168" y="56318"/>
                </a:lnTo>
                <a:lnTo>
                  <a:pt x="1401" y="56052"/>
                </a:lnTo>
                <a:lnTo>
                  <a:pt x="1693" y="55839"/>
                </a:lnTo>
                <a:lnTo>
                  <a:pt x="1985" y="55574"/>
                </a:lnTo>
                <a:lnTo>
                  <a:pt x="2277" y="55308"/>
                </a:lnTo>
                <a:lnTo>
                  <a:pt x="2569" y="55042"/>
                </a:lnTo>
                <a:lnTo>
                  <a:pt x="2861" y="54777"/>
                </a:lnTo>
                <a:lnTo>
                  <a:pt x="3095" y="54511"/>
                </a:lnTo>
                <a:lnTo>
                  <a:pt x="3387" y="54299"/>
                </a:lnTo>
                <a:lnTo>
                  <a:pt x="3796" y="54033"/>
                </a:lnTo>
                <a:lnTo>
                  <a:pt x="4088" y="53661"/>
                </a:lnTo>
                <a:lnTo>
                  <a:pt x="4263" y="53395"/>
                </a:lnTo>
                <a:lnTo>
                  <a:pt x="4496" y="53130"/>
                </a:lnTo>
                <a:lnTo>
                  <a:pt x="4788" y="53024"/>
                </a:lnTo>
                <a:lnTo>
                  <a:pt x="5080" y="52758"/>
                </a:lnTo>
                <a:lnTo>
                  <a:pt x="5372" y="52492"/>
                </a:lnTo>
                <a:lnTo>
                  <a:pt x="5781" y="52120"/>
                </a:lnTo>
                <a:lnTo>
                  <a:pt x="6073" y="51855"/>
                </a:lnTo>
                <a:lnTo>
                  <a:pt x="6365" y="51589"/>
                </a:lnTo>
                <a:lnTo>
                  <a:pt x="6657" y="51323"/>
                </a:lnTo>
                <a:lnTo>
                  <a:pt x="6774" y="50951"/>
                </a:lnTo>
                <a:lnTo>
                  <a:pt x="7066" y="50686"/>
                </a:lnTo>
                <a:lnTo>
                  <a:pt x="7358" y="50580"/>
                </a:lnTo>
                <a:lnTo>
                  <a:pt x="7650" y="50314"/>
                </a:lnTo>
                <a:lnTo>
                  <a:pt x="8059" y="50048"/>
                </a:lnTo>
                <a:lnTo>
                  <a:pt x="8351" y="49676"/>
                </a:lnTo>
                <a:lnTo>
                  <a:pt x="8643" y="49411"/>
                </a:lnTo>
                <a:lnTo>
                  <a:pt x="8877" y="49145"/>
                </a:lnTo>
                <a:lnTo>
                  <a:pt x="9169" y="48879"/>
                </a:lnTo>
                <a:lnTo>
                  <a:pt x="9344" y="48507"/>
                </a:lnTo>
                <a:lnTo>
                  <a:pt x="9577" y="48242"/>
                </a:lnTo>
                <a:lnTo>
                  <a:pt x="10045" y="48136"/>
                </a:lnTo>
                <a:lnTo>
                  <a:pt x="10278" y="47870"/>
                </a:lnTo>
                <a:lnTo>
                  <a:pt x="10570" y="47604"/>
                </a:lnTo>
                <a:lnTo>
                  <a:pt x="10862" y="47232"/>
                </a:lnTo>
                <a:lnTo>
                  <a:pt x="11154" y="46967"/>
                </a:lnTo>
                <a:lnTo>
                  <a:pt x="11446" y="46701"/>
                </a:lnTo>
                <a:lnTo>
                  <a:pt x="11738" y="46435"/>
                </a:lnTo>
                <a:lnTo>
                  <a:pt x="11972" y="46063"/>
                </a:lnTo>
                <a:lnTo>
                  <a:pt x="12264" y="45957"/>
                </a:lnTo>
                <a:lnTo>
                  <a:pt x="12556" y="45692"/>
                </a:lnTo>
                <a:lnTo>
                  <a:pt x="12848" y="45320"/>
                </a:lnTo>
                <a:lnTo>
                  <a:pt x="13140" y="45054"/>
                </a:lnTo>
                <a:lnTo>
                  <a:pt x="13432" y="44788"/>
                </a:lnTo>
                <a:lnTo>
                  <a:pt x="13665" y="44523"/>
                </a:lnTo>
                <a:lnTo>
                  <a:pt x="13958" y="44151"/>
                </a:lnTo>
                <a:lnTo>
                  <a:pt x="14250" y="43885"/>
                </a:lnTo>
                <a:lnTo>
                  <a:pt x="14542" y="43619"/>
                </a:lnTo>
                <a:lnTo>
                  <a:pt x="14834" y="43513"/>
                </a:lnTo>
                <a:lnTo>
                  <a:pt x="15126" y="43088"/>
                </a:lnTo>
                <a:lnTo>
                  <a:pt x="15359" y="42876"/>
                </a:lnTo>
                <a:lnTo>
                  <a:pt x="15651" y="42610"/>
                </a:lnTo>
                <a:lnTo>
                  <a:pt x="15943" y="42238"/>
                </a:lnTo>
                <a:lnTo>
                  <a:pt x="16352" y="41972"/>
                </a:lnTo>
                <a:lnTo>
                  <a:pt x="16644" y="41707"/>
                </a:lnTo>
                <a:lnTo>
                  <a:pt x="16819" y="41441"/>
                </a:lnTo>
                <a:lnTo>
                  <a:pt x="17053" y="41175"/>
                </a:lnTo>
                <a:lnTo>
                  <a:pt x="17345" y="40910"/>
                </a:lnTo>
                <a:lnTo>
                  <a:pt x="17637" y="40697"/>
                </a:lnTo>
                <a:lnTo>
                  <a:pt x="17929" y="40272"/>
                </a:lnTo>
                <a:lnTo>
                  <a:pt x="18221" y="40060"/>
                </a:lnTo>
                <a:lnTo>
                  <a:pt x="18630" y="39794"/>
                </a:lnTo>
                <a:lnTo>
                  <a:pt x="18922" y="39369"/>
                </a:lnTo>
                <a:lnTo>
                  <a:pt x="19214" y="39157"/>
                </a:lnTo>
                <a:lnTo>
                  <a:pt x="19330" y="38997"/>
                </a:lnTo>
                <a:lnTo>
                  <a:pt x="19622" y="38625"/>
                </a:lnTo>
                <a:lnTo>
                  <a:pt x="19914" y="38360"/>
                </a:lnTo>
                <a:lnTo>
                  <a:pt x="20206" y="38094"/>
                </a:lnTo>
                <a:lnTo>
                  <a:pt x="20615" y="37722"/>
                </a:lnTo>
                <a:lnTo>
                  <a:pt x="20907" y="37456"/>
                </a:lnTo>
                <a:lnTo>
                  <a:pt x="21141" y="37191"/>
                </a:lnTo>
                <a:lnTo>
                  <a:pt x="21433" y="36819"/>
                </a:lnTo>
                <a:lnTo>
                  <a:pt x="21725" y="36713"/>
                </a:lnTo>
                <a:lnTo>
                  <a:pt x="21900" y="36447"/>
                </a:lnTo>
                <a:lnTo>
                  <a:pt x="22134" y="36075"/>
                </a:lnTo>
                <a:lnTo>
                  <a:pt x="22601" y="35809"/>
                </a:lnTo>
                <a:lnTo>
                  <a:pt x="22835" y="35544"/>
                </a:lnTo>
                <a:lnTo>
                  <a:pt x="23127" y="35172"/>
                </a:lnTo>
                <a:lnTo>
                  <a:pt x="23419" y="34906"/>
                </a:lnTo>
                <a:lnTo>
                  <a:pt x="23711" y="34640"/>
                </a:lnTo>
                <a:lnTo>
                  <a:pt x="24003" y="34375"/>
                </a:lnTo>
                <a:lnTo>
                  <a:pt x="24295" y="34109"/>
                </a:lnTo>
                <a:lnTo>
                  <a:pt x="24411" y="33897"/>
                </a:lnTo>
                <a:lnTo>
                  <a:pt x="24820" y="33472"/>
                </a:lnTo>
                <a:lnTo>
                  <a:pt x="25112" y="33206"/>
                </a:lnTo>
                <a:lnTo>
                  <a:pt x="25404" y="32993"/>
                </a:lnTo>
                <a:lnTo>
                  <a:pt x="25696" y="32568"/>
                </a:lnTo>
                <a:lnTo>
                  <a:pt x="25988" y="32356"/>
                </a:lnTo>
                <a:lnTo>
                  <a:pt x="26222" y="31931"/>
                </a:lnTo>
                <a:lnTo>
                  <a:pt x="26514" y="31825"/>
                </a:lnTo>
                <a:lnTo>
                  <a:pt x="26806" y="31559"/>
                </a:lnTo>
                <a:lnTo>
                  <a:pt x="27098" y="31187"/>
                </a:lnTo>
                <a:lnTo>
                  <a:pt x="27390" y="30921"/>
                </a:lnTo>
                <a:lnTo>
                  <a:pt x="27682" y="30656"/>
                </a:lnTo>
                <a:lnTo>
                  <a:pt x="27916" y="30284"/>
                </a:lnTo>
                <a:lnTo>
                  <a:pt x="28208" y="30018"/>
                </a:lnTo>
                <a:lnTo>
                  <a:pt x="28500" y="29646"/>
                </a:lnTo>
                <a:lnTo>
                  <a:pt x="28908" y="29487"/>
                </a:lnTo>
                <a:lnTo>
                  <a:pt x="29200" y="29274"/>
                </a:lnTo>
                <a:lnTo>
                  <a:pt x="29317" y="28849"/>
                </a:lnTo>
                <a:lnTo>
                  <a:pt x="29609" y="28584"/>
                </a:lnTo>
                <a:lnTo>
                  <a:pt x="29901" y="28212"/>
                </a:lnTo>
                <a:lnTo>
                  <a:pt x="30193" y="27946"/>
                </a:lnTo>
                <a:lnTo>
                  <a:pt x="30485" y="27734"/>
                </a:lnTo>
                <a:lnTo>
                  <a:pt x="30777" y="27308"/>
                </a:lnTo>
                <a:lnTo>
                  <a:pt x="31186" y="27202"/>
                </a:lnTo>
                <a:lnTo>
                  <a:pt x="31478" y="26830"/>
                </a:lnTo>
                <a:lnTo>
                  <a:pt x="31770" y="26565"/>
                </a:lnTo>
                <a:lnTo>
                  <a:pt x="31887" y="26299"/>
                </a:lnTo>
                <a:lnTo>
                  <a:pt x="32179" y="25927"/>
                </a:lnTo>
                <a:lnTo>
                  <a:pt x="32471" y="25661"/>
                </a:lnTo>
                <a:lnTo>
                  <a:pt x="32704" y="25290"/>
                </a:lnTo>
                <a:lnTo>
                  <a:pt x="33172" y="25024"/>
                </a:lnTo>
                <a:lnTo>
                  <a:pt x="33464" y="24864"/>
                </a:lnTo>
                <a:lnTo>
                  <a:pt x="33697" y="24493"/>
                </a:lnTo>
                <a:lnTo>
                  <a:pt x="33989" y="24227"/>
                </a:lnTo>
                <a:lnTo>
                  <a:pt x="34281" y="23855"/>
                </a:lnTo>
                <a:lnTo>
                  <a:pt x="34398" y="23589"/>
                </a:lnTo>
                <a:lnTo>
                  <a:pt x="34690" y="23217"/>
                </a:lnTo>
                <a:lnTo>
                  <a:pt x="35099" y="22952"/>
                </a:lnTo>
                <a:lnTo>
                  <a:pt x="35391" y="22686"/>
                </a:lnTo>
                <a:lnTo>
                  <a:pt x="35683" y="22474"/>
                </a:lnTo>
                <a:lnTo>
                  <a:pt x="35975" y="22208"/>
                </a:lnTo>
                <a:lnTo>
                  <a:pt x="36267" y="21783"/>
                </a:lnTo>
                <a:lnTo>
                  <a:pt x="36559" y="21570"/>
                </a:lnTo>
                <a:lnTo>
                  <a:pt x="36793" y="21145"/>
                </a:lnTo>
                <a:lnTo>
                  <a:pt x="36968" y="20933"/>
                </a:lnTo>
                <a:lnTo>
                  <a:pt x="37377" y="20508"/>
                </a:lnTo>
                <a:lnTo>
                  <a:pt x="37669" y="20402"/>
                </a:lnTo>
                <a:lnTo>
                  <a:pt x="37961" y="20136"/>
                </a:lnTo>
                <a:lnTo>
                  <a:pt x="38253" y="19764"/>
                </a:lnTo>
                <a:lnTo>
                  <a:pt x="38486" y="19498"/>
                </a:lnTo>
                <a:lnTo>
                  <a:pt x="38778" y="19126"/>
                </a:lnTo>
                <a:lnTo>
                  <a:pt x="39070" y="18861"/>
                </a:lnTo>
                <a:lnTo>
                  <a:pt x="39362" y="18489"/>
                </a:lnTo>
                <a:lnTo>
                  <a:pt x="39654" y="18223"/>
                </a:lnTo>
                <a:lnTo>
                  <a:pt x="39946" y="17958"/>
                </a:lnTo>
                <a:lnTo>
                  <a:pt x="40180" y="17692"/>
                </a:lnTo>
                <a:lnTo>
                  <a:pt x="40472" y="17320"/>
                </a:lnTo>
                <a:lnTo>
                  <a:pt x="40764" y="17054"/>
                </a:lnTo>
                <a:lnTo>
                  <a:pt x="41056" y="16789"/>
                </a:lnTo>
                <a:lnTo>
                  <a:pt x="41465" y="16417"/>
                </a:lnTo>
                <a:lnTo>
                  <a:pt x="41757" y="16151"/>
                </a:lnTo>
                <a:lnTo>
                  <a:pt x="41874" y="15779"/>
                </a:lnTo>
                <a:lnTo>
                  <a:pt x="42166" y="15620"/>
                </a:lnTo>
                <a:lnTo>
                  <a:pt x="42458" y="15248"/>
                </a:lnTo>
                <a:lnTo>
                  <a:pt x="42750" y="14982"/>
                </a:lnTo>
                <a:lnTo>
                  <a:pt x="43042" y="14610"/>
                </a:lnTo>
                <a:lnTo>
                  <a:pt x="43334" y="14345"/>
                </a:lnTo>
                <a:lnTo>
                  <a:pt x="43742" y="13973"/>
                </a:lnTo>
                <a:lnTo>
                  <a:pt x="44034" y="13707"/>
                </a:lnTo>
                <a:lnTo>
                  <a:pt x="44268" y="13335"/>
                </a:lnTo>
                <a:lnTo>
                  <a:pt x="44443" y="13229"/>
                </a:lnTo>
                <a:lnTo>
                  <a:pt x="44735" y="12804"/>
                </a:lnTo>
                <a:lnTo>
                  <a:pt x="45027" y="12591"/>
                </a:lnTo>
                <a:lnTo>
                  <a:pt x="45261" y="12166"/>
                </a:lnTo>
                <a:lnTo>
                  <a:pt x="45728" y="11901"/>
                </a:lnTo>
                <a:lnTo>
                  <a:pt x="45962" y="11529"/>
                </a:lnTo>
                <a:lnTo>
                  <a:pt x="46254" y="11263"/>
                </a:lnTo>
                <a:lnTo>
                  <a:pt x="46546" y="11051"/>
                </a:lnTo>
                <a:lnTo>
                  <a:pt x="46838" y="10785"/>
                </a:lnTo>
                <a:lnTo>
                  <a:pt x="46954" y="10360"/>
                </a:lnTo>
                <a:lnTo>
                  <a:pt x="47246" y="10147"/>
                </a:lnTo>
                <a:lnTo>
                  <a:pt x="47655" y="9722"/>
                </a:lnTo>
                <a:lnTo>
                  <a:pt x="47947" y="9510"/>
                </a:lnTo>
                <a:lnTo>
                  <a:pt x="48239" y="9085"/>
                </a:lnTo>
                <a:lnTo>
                  <a:pt x="48531" y="8819"/>
                </a:lnTo>
                <a:lnTo>
                  <a:pt x="48823" y="8607"/>
                </a:lnTo>
                <a:lnTo>
                  <a:pt x="49115" y="8341"/>
                </a:lnTo>
                <a:lnTo>
                  <a:pt x="49349" y="7969"/>
                </a:lnTo>
                <a:lnTo>
                  <a:pt x="49524" y="7703"/>
                </a:lnTo>
                <a:lnTo>
                  <a:pt x="49933" y="7278"/>
                </a:lnTo>
                <a:lnTo>
                  <a:pt x="50225" y="7066"/>
                </a:lnTo>
                <a:lnTo>
                  <a:pt x="50517" y="6641"/>
                </a:lnTo>
                <a:lnTo>
                  <a:pt x="50809" y="6428"/>
                </a:lnTo>
                <a:lnTo>
                  <a:pt x="51043" y="6163"/>
                </a:lnTo>
                <a:lnTo>
                  <a:pt x="51335" y="5897"/>
                </a:lnTo>
                <a:lnTo>
                  <a:pt x="51627" y="5525"/>
                </a:lnTo>
                <a:lnTo>
                  <a:pt x="52035" y="5259"/>
                </a:lnTo>
                <a:lnTo>
                  <a:pt x="52211" y="4887"/>
                </a:lnTo>
                <a:lnTo>
                  <a:pt x="52444" y="4622"/>
                </a:lnTo>
                <a:lnTo>
                  <a:pt x="52736" y="4197"/>
                </a:lnTo>
                <a:lnTo>
                  <a:pt x="53028" y="4091"/>
                </a:lnTo>
                <a:lnTo>
                  <a:pt x="53320" y="3719"/>
                </a:lnTo>
                <a:lnTo>
                  <a:pt x="53612" y="3453"/>
                </a:lnTo>
                <a:lnTo>
                  <a:pt x="54021" y="3081"/>
                </a:lnTo>
                <a:lnTo>
                  <a:pt x="54313" y="2815"/>
                </a:lnTo>
                <a:lnTo>
                  <a:pt x="54430" y="2443"/>
                </a:lnTo>
                <a:lnTo>
                  <a:pt x="54722" y="2178"/>
                </a:lnTo>
                <a:lnTo>
                  <a:pt x="55014" y="1806"/>
                </a:lnTo>
                <a:lnTo>
                  <a:pt x="55306" y="1647"/>
                </a:lnTo>
                <a:lnTo>
                  <a:pt x="55598" y="1275"/>
                </a:lnTo>
                <a:lnTo>
                  <a:pt x="55832" y="903"/>
                </a:lnTo>
                <a:lnTo>
                  <a:pt x="56299" y="637"/>
                </a:lnTo>
                <a:lnTo>
                  <a:pt x="56591" y="265"/>
                </a:lnTo>
                <a:lnTo>
                  <a:pt x="56824" y="0"/>
                </a:lnTo>
              </a:path>
            </a:pathLst>
          </a:custGeom>
          <a:ln w="808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6361645" y="5401259"/>
            <a:ext cx="56708" cy="62162"/>
          </a:xfrm>
          <a:custGeom>
            <a:avLst/>
            <a:gdLst/>
            <a:ahLst/>
            <a:cxnLst/>
            <a:rect l="l" t="t" r="r" b="b"/>
            <a:pathLst>
              <a:path w="56708" h="62162">
                <a:moveTo>
                  <a:pt x="0" y="62162"/>
                </a:moveTo>
                <a:lnTo>
                  <a:pt x="175" y="61737"/>
                </a:lnTo>
                <a:lnTo>
                  <a:pt x="467" y="61631"/>
                </a:lnTo>
                <a:lnTo>
                  <a:pt x="700" y="61259"/>
                </a:lnTo>
                <a:lnTo>
                  <a:pt x="992" y="60993"/>
                </a:lnTo>
                <a:lnTo>
                  <a:pt x="1460" y="60621"/>
                </a:lnTo>
                <a:lnTo>
                  <a:pt x="1693" y="60356"/>
                </a:lnTo>
                <a:lnTo>
                  <a:pt x="1985" y="59984"/>
                </a:lnTo>
                <a:lnTo>
                  <a:pt x="2277" y="59718"/>
                </a:lnTo>
                <a:lnTo>
                  <a:pt x="2569" y="59346"/>
                </a:lnTo>
                <a:lnTo>
                  <a:pt x="2686" y="59080"/>
                </a:lnTo>
                <a:lnTo>
                  <a:pt x="2978" y="58815"/>
                </a:lnTo>
                <a:lnTo>
                  <a:pt x="3387" y="58443"/>
                </a:lnTo>
                <a:lnTo>
                  <a:pt x="3679" y="58177"/>
                </a:lnTo>
                <a:lnTo>
                  <a:pt x="3971" y="57805"/>
                </a:lnTo>
                <a:lnTo>
                  <a:pt x="4263" y="57540"/>
                </a:lnTo>
                <a:lnTo>
                  <a:pt x="4555" y="57168"/>
                </a:lnTo>
                <a:lnTo>
                  <a:pt x="4788" y="56902"/>
                </a:lnTo>
                <a:lnTo>
                  <a:pt x="5080" y="56636"/>
                </a:lnTo>
                <a:lnTo>
                  <a:pt x="5256" y="56371"/>
                </a:lnTo>
                <a:lnTo>
                  <a:pt x="5664" y="55999"/>
                </a:lnTo>
                <a:lnTo>
                  <a:pt x="5956" y="55627"/>
                </a:lnTo>
                <a:lnTo>
                  <a:pt x="6248" y="55361"/>
                </a:lnTo>
                <a:lnTo>
                  <a:pt x="6482" y="54936"/>
                </a:lnTo>
                <a:lnTo>
                  <a:pt x="6774" y="54724"/>
                </a:lnTo>
                <a:lnTo>
                  <a:pt x="7066" y="54458"/>
                </a:lnTo>
                <a:lnTo>
                  <a:pt x="7358" y="54192"/>
                </a:lnTo>
                <a:lnTo>
                  <a:pt x="7767" y="53820"/>
                </a:lnTo>
                <a:lnTo>
                  <a:pt x="7942" y="53555"/>
                </a:lnTo>
                <a:lnTo>
                  <a:pt x="8176" y="53183"/>
                </a:lnTo>
                <a:lnTo>
                  <a:pt x="8468" y="52758"/>
                </a:lnTo>
                <a:lnTo>
                  <a:pt x="8760" y="52545"/>
                </a:lnTo>
                <a:lnTo>
                  <a:pt x="9052" y="52280"/>
                </a:lnTo>
                <a:lnTo>
                  <a:pt x="9344" y="52014"/>
                </a:lnTo>
                <a:lnTo>
                  <a:pt x="9753" y="51642"/>
                </a:lnTo>
                <a:lnTo>
                  <a:pt x="10045" y="51377"/>
                </a:lnTo>
                <a:lnTo>
                  <a:pt x="10337" y="51005"/>
                </a:lnTo>
                <a:lnTo>
                  <a:pt x="10453" y="50580"/>
                </a:lnTo>
                <a:lnTo>
                  <a:pt x="10745" y="50314"/>
                </a:lnTo>
                <a:lnTo>
                  <a:pt x="11037" y="49942"/>
                </a:lnTo>
                <a:lnTo>
                  <a:pt x="11329" y="49836"/>
                </a:lnTo>
                <a:lnTo>
                  <a:pt x="11563" y="49464"/>
                </a:lnTo>
                <a:lnTo>
                  <a:pt x="12030" y="49198"/>
                </a:lnTo>
                <a:lnTo>
                  <a:pt x="12264" y="48773"/>
                </a:lnTo>
                <a:lnTo>
                  <a:pt x="12556" y="48401"/>
                </a:lnTo>
                <a:lnTo>
                  <a:pt x="12731" y="48136"/>
                </a:lnTo>
                <a:lnTo>
                  <a:pt x="13023" y="47764"/>
                </a:lnTo>
                <a:lnTo>
                  <a:pt x="13257" y="47657"/>
                </a:lnTo>
                <a:lnTo>
                  <a:pt x="13549" y="47285"/>
                </a:lnTo>
                <a:lnTo>
                  <a:pt x="13958" y="47020"/>
                </a:lnTo>
                <a:lnTo>
                  <a:pt x="14250" y="46595"/>
                </a:lnTo>
                <a:lnTo>
                  <a:pt x="14542" y="46223"/>
                </a:lnTo>
                <a:lnTo>
                  <a:pt x="14834" y="45957"/>
                </a:lnTo>
                <a:lnTo>
                  <a:pt x="15126" y="45585"/>
                </a:lnTo>
                <a:lnTo>
                  <a:pt x="15242" y="45320"/>
                </a:lnTo>
                <a:lnTo>
                  <a:pt x="15534" y="45054"/>
                </a:lnTo>
                <a:lnTo>
                  <a:pt x="15943" y="44841"/>
                </a:lnTo>
                <a:lnTo>
                  <a:pt x="16235" y="44416"/>
                </a:lnTo>
                <a:lnTo>
                  <a:pt x="16527" y="44045"/>
                </a:lnTo>
                <a:lnTo>
                  <a:pt x="16819" y="43779"/>
                </a:lnTo>
                <a:lnTo>
                  <a:pt x="17111" y="43407"/>
                </a:lnTo>
                <a:lnTo>
                  <a:pt x="17345" y="43141"/>
                </a:lnTo>
                <a:lnTo>
                  <a:pt x="17637" y="42876"/>
                </a:lnTo>
                <a:lnTo>
                  <a:pt x="17812" y="42663"/>
                </a:lnTo>
                <a:lnTo>
                  <a:pt x="18221" y="42238"/>
                </a:lnTo>
                <a:lnTo>
                  <a:pt x="18513" y="41866"/>
                </a:lnTo>
                <a:lnTo>
                  <a:pt x="18805" y="41601"/>
                </a:lnTo>
                <a:lnTo>
                  <a:pt x="19038" y="41229"/>
                </a:lnTo>
                <a:lnTo>
                  <a:pt x="19330" y="40963"/>
                </a:lnTo>
                <a:lnTo>
                  <a:pt x="19622" y="40697"/>
                </a:lnTo>
                <a:lnTo>
                  <a:pt x="19914" y="40432"/>
                </a:lnTo>
                <a:lnTo>
                  <a:pt x="20323" y="40060"/>
                </a:lnTo>
                <a:lnTo>
                  <a:pt x="20440" y="39688"/>
                </a:lnTo>
                <a:lnTo>
                  <a:pt x="20732" y="39422"/>
                </a:lnTo>
                <a:lnTo>
                  <a:pt x="21024" y="39050"/>
                </a:lnTo>
                <a:lnTo>
                  <a:pt x="21316" y="38785"/>
                </a:lnTo>
                <a:lnTo>
                  <a:pt x="21608" y="38413"/>
                </a:lnTo>
                <a:lnTo>
                  <a:pt x="21900" y="38147"/>
                </a:lnTo>
                <a:lnTo>
                  <a:pt x="22309" y="37881"/>
                </a:lnTo>
                <a:lnTo>
                  <a:pt x="22601" y="37509"/>
                </a:lnTo>
                <a:lnTo>
                  <a:pt x="22893" y="37244"/>
                </a:lnTo>
                <a:lnTo>
                  <a:pt x="23010" y="36872"/>
                </a:lnTo>
                <a:lnTo>
                  <a:pt x="23302" y="36606"/>
                </a:lnTo>
                <a:lnTo>
                  <a:pt x="23594" y="36234"/>
                </a:lnTo>
                <a:lnTo>
                  <a:pt x="23827" y="35969"/>
                </a:lnTo>
                <a:lnTo>
                  <a:pt x="24119" y="35703"/>
                </a:lnTo>
                <a:lnTo>
                  <a:pt x="24587" y="35331"/>
                </a:lnTo>
                <a:lnTo>
                  <a:pt x="24820" y="35065"/>
                </a:lnTo>
                <a:lnTo>
                  <a:pt x="25112" y="34694"/>
                </a:lnTo>
                <a:lnTo>
                  <a:pt x="25404" y="34269"/>
                </a:lnTo>
                <a:lnTo>
                  <a:pt x="25521" y="34056"/>
                </a:lnTo>
                <a:lnTo>
                  <a:pt x="25813" y="33631"/>
                </a:lnTo>
                <a:lnTo>
                  <a:pt x="26105" y="33525"/>
                </a:lnTo>
                <a:lnTo>
                  <a:pt x="26514" y="33153"/>
                </a:lnTo>
                <a:lnTo>
                  <a:pt x="26806" y="32887"/>
                </a:lnTo>
                <a:lnTo>
                  <a:pt x="27098" y="32515"/>
                </a:lnTo>
                <a:lnTo>
                  <a:pt x="27390" y="32090"/>
                </a:lnTo>
                <a:lnTo>
                  <a:pt x="27682" y="31878"/>
                </a:lnTo>
                <a:lnTo>
                  <a:pt x="27916" y="31453"/>
                </a:lnTo>
                <a:lnTo>
                  <a:pt x="28091" y="31346"/>
                </a:lnTo>
                <a:lnTo>
                  <a:pt x="28500" y="30974"/>
                </a:lnTo>
                <a:lnTo>
                  <a:pt x="28792" y="30709"/>
                </a:lnTo>
                <a:lnTo>
                  <a:pt x="29084" y="30337"/>
                </a:lnTo>
                <a:lnTo>
                  <a:pt x="29376" y="29912"/>
                </a:lnTo>
                <a:lnTo>
                  <a:pt x="29609" y="29699"/>
                </a:lnTo>
                <a:lnTo>
                  <a:pt x="29901" y="29274"/>
                </a:lnTo>
                <a:lnTo>
                  <a:pt x="30193" y="29009"/>
                </a:lnTo>
                <a:lnTo>
                  <a:pt x="30368" y="28796"/>
                </a:lnTo>
                <a:lnTo>
                  <a:pt x="30777" y="28371"/>
                </a:lnTo>
                <a:lnTo>
                  <a:pt x="31069" y="28159"/>
                </a:lnTo>
                <a:lnTo>
                  <a:pt x="31303" y="27734"/>
                </a:lnTo>
                <a:lnTo>
                  <a:pt x="31595" y="27468"/>
                </a:lnTo>
                <a:lnTo>
                  <a:pt x="31887" y="27096"/>
                </a:lnTo>
                <a:lnTo>
                  <a:pt x="32179" y="26830"/>
                </a:lnTo>
                <a:lnTo>
                  <a:pt x="32471" y="26618"/>
                </a:lnTo>
                <a:lnTo>
                  <a:pt x="32880" y="26193"/>
                </a:lnTo>
                <a:lnTo>
                  <a:pt x="32996" y="25927"/>
                </a:lnTo>
                <a:lnTo>
                  <a:pt x="33288" y="25555"/>
                </a:lnTo>
                <a:lnTo>
                  <a:pt x="33580" y="25290"/>
                </a:lnTo>
                <a:lnTo>
                  <a:pt x="33872" y="24918"/>
                </a:lnTo>
                <a:lnTo>
                  <a:pt x="34164" y="24546"/>
                </a:lnTo>
                <a:lnTo>
                  <a:pt x="34457" y="24386"/>
                </a:lnTo>
                <a:lnTo>
                  <a:pt x="34865" y="24014"/>
                </a:lnTo>
                <a:lnTo>
                  <a:pt x="35157" y="23749"/>
                </a:lnTo>
                <a:lnTo>
                  <a:pt x="35391" y="23377"/>
                </a:lnTo>
                <a:lnTo>
                  <a:pt x="35566" y="23111"/>
                </a:lnTo>
                <a:lnTo>
                  <a:pt x="35858" y="22739"/>
                </a:lnTo>
                <a:lnTo>
                  <a:pt x="36150" y="22367"/>
                </a:lnTo>
                <a:lnTo>
                  <a:pt x="36384" y="22102"/>
                </a:lnTo>
                <a:lnTo>
                  <a:pt x="36676" y="21836"/>
                </a:lnTo>
                <a:lnTo>
                  <a:pt x="37085" y="21570"/>
                </a:lnTo>
                <a:lnTo>
                  <a:pt x="37377" y="21198"/>
                </a:lnTo>
                <a:lnTo>
                  <a:pt x="37669" y="20933"/>
                </a:lnTo>
                <a:lnTo>
                  <a:pt x="37961" y="20561"/>
                </a:lnTo>
                <a:lnTo>
                  <a:pt x="38077" y="20189"/>
                </a:lnTo>
                <a:lnTo>
                  <a:pt x="38369" y="19923"/>
                </a:lnTo>
                <a:lnTo>
                  <a:pt x="38661" y="19658"/>
                </a:lnTo>
                <a:lnTo>
                  <a:pt x="39070" y="19392"/>
                </a:lnTo>
                <a:lnTo>
                  <a:pt x="39362" y="19020"/>
                </a:lnTo>
                <a:lnTo>
                  <a:pt x="39654" y="18754"/>
                </a:lnTo>
                <a:lnTo>
                  <a:pt x="39946" y="18383"/>
                </a:lnTo>
                <a:lnTo>
                  <a:pt x="40238" y="18011"/>
                </a:lnTo>
                <a:lnTo>
                  <a:pt x="40472" y="17745"/>
                </a:lnTo>
                <a:lnTo>
                  <a:pt x="40647" y="17373"/>
                </a:lnTo>
                <a:lnTo>
                  <a:pt x="41056" y="17214"/>
                </a:lnTo>
                <a:lnTo>
                  <a:pt x="41348" y="16842"/>
                </a:lnTo>
                <a:lnTo>
                  <a:pt x="41640" y="16576"/>
                </a:lnTo>
                <a:lnTo>
                  <a:pt x="41932" y="16204"/>
                </a:lnTo>
                <a:lnTo>
                  <a:pt x="42166" y="15832"/>
                </a:lnTo>
                <a:lnTo>
                  <a:pt x="42458" y="15567"/>
                </a:lnTo>
                <a:lnTo>
                  <a:pt x="42750" y="15195"/>
                </a:lnTo>
                <a:lnTo>
                  <a:pt x="43042" y="15035"/>
                </a:lnTo>
                <a:lnTo>
                  <a:pt x="43334" y="14663"/>
                </a:lnTo>
                <a:lnTo>
                  <a:pt x="43567" y="14398"/>
                </a:lnTo>
                <a:lnTo>
                  <a:pt x="43859" y="14026"/>
                </a:lnTo>
                <a:lnTo>
                  <a:pt x="44151" y="13654"/>
                </a:lnTo>
                <a:lnTo>
                  <a:pt x="44443" y="13388"/>
                </a:lnTo>
                <a:lnTo>
                  <a:pt x="44735" y="12963"/>
                </a:lnTo>
                <a:lnTo>
                  <a:pt x="45027" y="12751"/>
                </a:lnTo>
                <a:lnTo>
                  <a:pt x="45436" y="12485"/>
                </a:lnTo>
                <a:lnTo>
                  <a:pt x="45553" y="12219"/>
                </a:lnTo>
                <a:lnTo>
                  <a:pt x="45845" y="11848"/>
                </a:lnTo>
                <a:lnTo>
                  <a:pt x="46137" y="11582"/>
                </a:lnTo>
                <a:lnTo>
                  <a:pt x="46429" y="11210"/>
                </a:lnTo>
                <a:lnTo>
                  <a:pt x="46721" y="10785"/>
                </a:lnTo>
                <a:lnTo>
                  <a:pt x="46954" y="10572"/>
                </a:lnTo>
                <a:lnTo>
                  <a:pt x="47246" y="10307"/>
                </a:lnTo>
                <a:lnTo>
                  <a:pt x="47714" y="10041"/>
                </a:lnTo>
                <a:lnTo>
                  <a:pt x="47947" y="9669"/>
                </a:lnTo>
                <a:lnTo>
                  <a:pt x="48123" y="9404"/>
                </a:lnTo>
                <a:lnTo>
                  <a:pt x="48415" y="9032"/>
                </a:lnTo>
                <a:lnTo>
                  <a:pt x="48648" y="8766"/>
                </a:lnTo>
                <a:lnTo>
                  <a:pt x="48940" y="8341"/>
                </a:lnTo>
                <a:lnTo>
                  <a:pt x="49232" y="8128"/>
                </a:lnTo>
                <a:lnTo>
                  <a:pt x="49641" y="7863"/>
                </a:lnTo>
                <a:lnTo>
                  <a:pt x="49933" y="7491"/>
                </a:lnTo>
                <a:lnTo>
                  <a:pt x="50225" y="7225"/>
                </a:lnTo>
                <a:lnTo>
                  <a:pt x="50517" y="6800"/>
                </a:lnTo>
                <a:lnTo>
                  <a:pt x="50634" y="6588"/>
                </a:lnTo>
                <a:lnTo>
                  <a:pt x="50926" y="6163"/>
                </a:lnTo>
                <a:lnTo>
                  <a:pt x="51218" y="5950"/>
                </a:lnTo>
                <a:lnTo>
                  <a:pt x="51627" y="5684"/>
                </a:lnTo>
                <a:lnTo>
                  <a:pt x="51919" y="5419"/>
                </a:lnTo>
                <a:lnTo>
                  <a:pt x="52211" y="5047"/>
                </a:lnTo>
                <a:lnTo>
                  <a:pt x="52503" y="4622"/>
                </a:lnTo>
                <a:lnTo>
                  <a:pt x="52736" y="4409"/>
                </a:lnTo>
                <a:lnTo>
                  <a:pt x="53028" y="3984"/>
                </a:lnTo>
                <a:lnTo>
                  <a:pt x="53203" y="3772"/>
                </a:lnTo>
                <a:lnTo>
                  <a:pt x="53495" y="3506"/>
                </a:lnTo>
                <a:lnTo>
                  <a:pt x="53904" y="3240"/>
                </a:lnTo>
                <a:lnTo>
                  <a:pt x="54196" y="2869"/>
                </a:lnTo>
                <a:lnTo>
                  <a:pt x="54430" y="2603"/>
                </a:lnTo>
                <a:lnTo>
                  <a:pt x="54722" y="2231"/>
                </a:lnTo>
                <a:lnTo>
                  <a:pt x="55014" y="1965"/>
                </a:lnTo>
                <a:lnTo>
                  <a:pt x="55306" y="1540"/>
                </a:lnTo>
                <a:lnTo>
                  <a:pt x="55598" y="1328"/>
                </a:lnTo>
                <a:lnTo>
                  <a:pt x="55890" y="1062"/>
                </a:lnTo>
                <a:lnTo>
                  <a:pt x="56124" y="796"/>
                </a:lnTo>
                <a:lnTo>
                  <a:pt x="56416" y="425"/>
                </a:lnTo>
                <a:lnTo>
                  <a:pt x="56708" y="0"/>
                </a:lnTo>
              </a:path>
            </a:pathLst>
          </a:custGeom>
          <a:ln w="811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6418353" y="5344144"/>
            <a:ext cx="56708" cy="57115"/>
          </a:xfrm>
          <a:custGeom>
            <a:avLst/>
            <a:gdLst/>
            <a:ahLst/>
            <a:cxnLst/>
            <a:rect l="l" t="t" r="r" b="b"/>
            <a:pathLst>
              <a:path w="56708" h="57115">
                <a:moveTo>
                  <a:pt x="0" y="57115"/>
                </a:moveTo>
                <a:lnTo>
                  <a:pt x="292" y="56902"/>
                </a:lnTo>
                <a:lnTo>
                  <a:pt x="584" y="56477"/>
                </a:lnTo>
                <a:lnTo>
                  <a:pt x="876" y="56264"/>
                </a:lnTo>
                <a:lnTo>
                  <a:pt x="1284" y="55839"/>
                </a:lnTo>
                <a:lnTo>
                  <a:pt x="1693" y="55361"/>
                </a:lnTo>
                <a:lnTo>
                  <a:pt x="1985" y="55096"/>
                </a:lnTo>
                <a:lnTo>
                  <a:pt x="2277" y="54724"/>
                </a:lnTo>
                <a:lnTo>
                  <a:pt x="2569" y="54458"/>
                </a:lnTo>
                <a:lnTo>
                  <a:pt x="2803" y="54033"/>
                </a:lnTo>
                <a:lnTo>
                  <a:pt x="3095" y="53820"/>
                </a:lnTo>
                <a:lnTo>
                  <a:pt x="3504" y="53555"/>
                </a:lnTo>
                <a:lnTo>
                  <a:pt x="3796" y="53289"/>
                </a:lnTo>
                <a:lnTo>
                  <a:pt x="3971" y="52917"/>
                </a:lnTo>
                <a:lnTo>
                  <a:pt x="4263" y="52652"/>
                </a:lnTo>
                <a:lnTo>
                  <a:pt x="4496" y="52280"/>
                </a:lnTo>
                <a:lnTo>
                  <a:pt x="4788" y="52014"/>
                </a:lnTo>
                <a:lnTo>
                  <a:pt x="5080" y="51642"/>
                </a:lnTo>
                <a:lnTo>
                  <a:pt x="5489" y="51377"/>
                </a:lnTo>
                <a:lnTo>
                  <a:pt x="5781" y="51111"/>
                </a:lnTo>
                <a:lnTo>
                  <a:pt x="6073" y="50845"/>
                </a:lnTo>
                <a:lnTo>
                  <a:pt x="6365" y="50473"/>
                </a:lnTo>
                <a:lnTo>
                  <a:pt x="6482" y="50208"/>
                </a:lnTo>
                <a:lnTo>
                  <a:pt x="6774" y="49836"/>
                </a:lnTo>
                <a:lnTo>
                  <a:pt x="7066" y="49570"/>
                </a:lnTo>
                <a:lnTo>
                  <a:pt x="7475" y="49198"/>
                </a:lnTo>
                <a:lnTo>
                  <a:pt x="7767" y="48933"/>
                </a:lnTo>
                <a:lnTo>
                  <a:pt x="8059" y="48667"/>
                </a:lnTo>
                <a:lnTo>
                  <a:pt x="8351" y="48401"/>
                </a:lnTo>
                <a:lnTo>
                  <a:pt x="8585" y="48029"/>
                </a:lnTo>
                <a:lnTo>
                  <a:pt x="8877" y="47764"/>
                </a:lnTo>
                <a:lnTo>
                  <a:pt x="9052" y="47392"/>
                </a:lnTo>
                <a:lnTo>
                  <a:pt x="9285" y="47126"/>
                </a:lnTo>
                <a:lnTo>
                  <a:pt x="9753" y="46754"/>
                </a:lnTo>
                <a:lnTo>
                  <a:pt x="10045" y="46595"/>
                </a:lnTo>
                <a:lnTo>
                  <a:pt x="10278" y="46223"/>
                </a:lnTo>
                <a:lnTo>
                  <a:pt x="10570" y="45957"/>
                </a:lnTo>
                <a:lnTo>
                  <a:pt x="10862" y="45585"/>
                </a:lnTo>
                <a:lnTo>
                  <a:pt x="11154" y="45320"/>
                </a:lnTo>
                <a:lnTo>
                  <a:pt x="11446" y="44948"/>
                </a:lnTo>
                <a:lnTo>
                  <a:pt x="11680" y="44682"/>
                </a:lnTo>
                <a:lnTo>
                  <a:pt x="11972" y="44310"/>
                </a:lnTo>
                <a:lnTo>
                  <a:pt x="12264" y="44151"/>
                </a:lnTo>
                <a:lnTo>
                  <a:pt x="12556" y="43938"/>
                </a:lnTo>
                <a:lnTo>
                  <a:pt x="12848" y="43513"/>
                </a:lnTo>
                <a:lnTo>
                  <a:pt x="13140" y="43301"/>
                </a:lnTo>
                <a:lnTo>
                  <a:pt x="13373" y="42876"/>
                </a:lnTo>
                <a:lnTo>
                  <a:pt x="13841" y="42610"/>
                </a:lnTo>
                <a:lnTo>
                  <a:pt x="13958" y="42238"/>
                </a:lnTo>
                <a:lnTo>
                  <a:pt x="14250" y="41972"/>
                </a:lnTo>
                <a:lnTo>
                  <a:pt x="14542" y="41760"/>
                </a:lnTo>
                <a:lnTo>
                  <a:pt x="14834" y="41494"/>
                </a:lnTo>
                <a:lnTo>
                  <a:pt x="15067" y="41069"/>
                </a:lnTo>
                <a:lnTo>
                  <a:pt x="15359" y="40857"/>
                </a:lnTo>
                <a:lnTo>
                  <a:pt x="15651" y="40432"/>
                </a:lnTo>
                <a:lnTo>
                  <a:pt x="16060" y="40219"/>
                </a:lnTo>
                <a:lnTo>
                  <a:pt x="16352" y="39953"/>
                </a:lnTo>
                <a:lnTo>
                  <a:pt x="16527" y="39528"/>
                </a:lnTo>
                <a:lnTo>
                  <a:pt x="16761" y="39422"/>
                </a:lnTo>
                <a:lnTo>
                  <a:pt x="17053" y="39050"/>
                </a:lnTo>
                <a:lnTo>
                  <a:pt x="17345" y="38785"/>
                </a:lnTo>
                <a:lnTo>
                  <a:pt x="17637" y="38413"/>
                </a:lnTo>
                <a:lnTo>
                  <a:pt x="18046" y="38147"/>
                </a:lnTo>
                <a:lnTo>
                  <a:pt x="18338" y="37775"/>
                </a:lnTo>
                <a:lnTo>
                  <a:pt x="18630" y="37509"/>
                </a:lnTo>
                <a:lnTo>
                  <a:pt x="18922" y="37244"/>
                </a:lnTo>
                <a:lnTo>
                  <a:pt x="19038" y="36978"/>
                </a:lnTo>
                <a:lnTo>
                  <a:pt x="19330" y="36713"/>
                </a:lnTo>
                <a:lnTo>
                  <a:pt x="19622" y="36341"/>
                </a:lnTo>
                <a:lnTo>
                  <a:pt x="20031" y="36075"/>
                </a:lnTo>
                <a:lnTo>
                  <a:pt x="20323" y="35703"/>
                </a:lnTo>
                <a:lnTo>
                  <a:pt x="20615" y="35437"/>
                </a:lnTo>
                <a:lnTo>
                  <a:pt x="20849" y="35172"/>
                </a:lnTo>
                <a:lnTo>
                  <a:pt x="21141" y="34959"/>
                </a:lnTo>
                <a:lnTo>
                  <a:pt x="21433" y="34694"/>
                </a:lnTo>
                <a:lnTo>
                  <a:pt x="21608" y="34269"/>
                </a:lnTo>
                <a:lnTo>
                  <a:pt x="21842" y="34056"/>
                </a:lnTo>
                <a:lnTo>
                  <a:pt x="22309" y="33790"/>
                </a:lnTo>
                <a:lnTo>
                  <a:pt x="22543" y="33418"/>
                </a:lnTo>
                <a:lnTo>
                  <a:pt x="22835" y="33153"/>
                </a:lnTo>
                <a:lnTo>
                  <a:pt x="23127" y="32728"/>
                </a:lnTo>
                <a:lnTo>
                  <a:pt x="23419" y="32622"/>
                </a:lnTo>
                <a:lnTo>
                  <a:pt x="23711" y="32250"/>
                </a:lnTo>
                <a:lnTo>
                  <a:pt x="24003" y="31984"/>
                </a:lnTo>
                <a:lnTo>
                  <a:pt x="24236" y="31718"/>
                </a:lnTo>
                <a:lnTo>
                  <a:pt x="24528" y="31346"/>
                </a:lnTo>
                <a:lnTo>
                  <a:pt x="24820" y="31081"/>
                </a:lnTo>
                <a:lnTo>
                  <a:pt x="25112" y="30709"/>
                </a:lnTo>
                <a:lnTo>
                  <a:pt x="25404" y="30443"/>
                </a:lnTo>
                <a:lnTo>
                  <a:pt x="25696" y="30337"/>
                </a:lnTo>
                <a:lnTo>
                  <a:pt x="25930" y="29912"/>
                </a:lnTo>
                <a:lnTo>
                  <a:pt x="26397" y="29646"/>
                </a:lnTo>
                <a:lnTo>
                  <a:pt x="26514" y="29434"/>
                </a:lnTo>
                <a:lnTo>
                  <a:pt x="26806" y="29009"/>
                </a:lnTo>
                <a:lnTo>
                  <a:pt x="27098" y="28796"/>
                </a:lnTo>
                <a:lnTo>
                  <a:pt x="27390" y="28371"/>
                </a:lnTo>
                <a:lnTo>
                  <a:pt x="27624" y="28105"/>
                </a:lnTo>
                <a:lnTo>
                  <a:pt x="27916" y="27999"/>
                </a:lnTo>
                <a:lnTo>
                  <a:pt x="28208" y="27627"/>
                </a:lnTo>
                <a:lnTo>
                  <a:pt x="28616" y="27362"/>
                </a:lnTo>
                <a:lnTo>
                  <a:pt x="28908" y="27096"/>
                </a:lnTo>
                <a:lnTo>
                  <a:pt x="29025" y="26724"/>
                </a:lnTo>
                <a:lnTo>
                  <a:pt x="29317" y="26458"/>
                </a:lnTo>
                <a:lnTo>
                  <a:pt x="29609" y="26086"/>
                </a:lnTo>
                <a:lnTo>
                  <a:pt x="29901" y="25821"/>
                </a:lnTo>
                <a:lnTo>
                  <a:pt x="30193" y="25715"/>
                </a:lnTo>
                <a:lnTo>
                  <a:pt x="30602" y="25290"/>
                </a:lnTo>
                <a:lnTo>
                  <a:pt x="30894" y="25024"/>
                </a:lnTo>
                <a:lnTo>
                  <a:pt x="31186" y="24811"/>
                </a:lnTo>
                <a:lnTo>
                  <a:pt x="31478" y="24386"/>
                </a:lnTo>
                <a:lnTo>
                  <a:pt x="31595" y="24174"/>
                </a:lnTo>
                <a:lnTo>
                  <a:pt x="31887" y="23908"/>
                </a:lnTo>
                <a:lnTo>
                  <a:pt x="32179" y="23483"/>
                </a:lnTo>
                <a:lnTo>
                  <a:pt x="32588" y="23377"/>
                </a:lnTo>
                <a:lnTo>
                  <a:pt x="32880" y="23111"/>
                </a:lnTo>
                <a:lnTo>
                  <a:pt x="33172" y="22739"/>
                </a:lnTo>
                <a:lnTo>
                  <a:pt x="33405" y="22474"/>
                </a:lnTo>
                <a:lnTo>
                  <a:pt x="33697" y="22208"/>
                </a:lnTo>
                <a:lnTo>
                  <a:pt x="33989" y="21836"/>
                </a:lnTo>
                <a:lnTo>
                  <a:pt x="34106" y="21570"/>
                </a:lnTo>
                <a:lnTo>
                  <a:pt x="34398" y="21305"/>
                </a:lnTo>
                <a:lnTo>
                  <a:pt x="34865" y="20933"/>
                </a:lnTo>
                <a:lnTo>
                  <a:pt x="35099" y="20827"/>
                </a:lnTo>
                <a:lnTo>
                  <a:pt x="35391" y="20561"/>
                </a:lnTo>
                <a:lnTo>
                  <a:pt x="35683" y="20189"/>
                </a:lnTo>
                <a:lnTo>
                  <a:pt x="35975" y="19923"/>
                </a:lnTo>
                <a:lnTo>
                  <a:pt x="36267" y="19658"/>
                </a:lnTo>
                <a:lnTo>
                  <a:pt x="36501" y="19286"/>
                </a:lnTo>
                <a:lnTo>
                  <a:pt x="36793" y="19020"/>
                </a:lnTo>
                <a:lnTo>
                  <a:pt x="37085" y="18754"/>
                </a:lnTo>
                <a:lnTo>
                  <a:pt x="37377" y="18489"/>
                </a:lnTo>
                <a:lnTo>
                  <a:pt x="37669" y="18223"/>
                </a:lnTo>
                <a:lnTo>
                  <a:pt x="37961" y="18011"/>
                </a:lnTo>
                <a:lnTo>
                  <a:pt x="38194" y="17745"/>
                </a:lnTo>
                <a:lnTo>
                  <a:pt x="38486" y="17373"/>
                </a:lnTo>
                <a:lnTo>
                  <a:pt x="38953" y="17107"/>
                </a:lnTo>
                <a:lnTo>
                  <a:pt x="39070" y="16842"/>
                </a:lnTo>
                <a:lnTo>
                  <a:pt x="39362" y="16470"/>
                </a:lnTo>
                <a:lnTo>
                  <a:pt x="39654" y="16311"/>
                </a:lnTo>
                <a:lnTo>
                  <a:pt x="39888" y="16045"/>
                </a:lnTo>
                <a:lnTo>
                  <a:pt x="40180" y="15673"/>
                </a:lnTo>
                <a:lnTo>
                  <a:pt x="40472" y="15407"/>
                </a:lnTo>
                <a:lnTo>
                  <a:pt x="40764" y="15142"/>
                </a:lnTo>
                <a:lnTo>
                  <a:pt x="41173" y="14929"/>
                </a:lnTo>
                <a:lnTo>
                  <a:pt x="41465" y="14504"/>
                </a:lnTo>
                <a:lnTo>
                  <a:pt x="41582" y="14292"/>
                </a:lnTo>
                <a:lnTo>
                  <a:pt x="41874" y="14026"/>
                </a:lnTo>
                <a:lnTo>
                  <a:pt x="42166" y="13867"/>
                </a:lnTo>
                <a:lnTo>
                  <a:pt x="42458" y="13495"/>
                </a:lnTo>
                <a:lnTo>
                  <a:pt x="42750" y="13229"/>
                </a:lnTo>
                <a:lnTo>
                  <a:pt x="43158" y="12963"/>
                </a:lnTo>
                <a:lnTo>
                  <a:pt x="43450" y="12751"/>
                </a:lnTo>
                <a:lnTo>
                  <a:pt x="43742" y="12326"/>
                </a:lnTo>
                <a:lnTo>
                  <a:pt x="43976" y="12060"/>
                </a:lnTo>
                <a:lnTo>
                  <a:pt x="44151" y="11848"/>
                </a:lnTo>
                <a:lnTo>
                  <a:pt x="44443" y="11688"/>
                </a:lnTo>
                <a:lnTo>
                  <a:pt x="44735" y="11316"/>
                </a:lnTo>
                <a:lnTo>
                  <a:pt x="45144" y="11051"/>
                </a:lnTo>
                <a:lnTo>
                  <a:pt x="45436" y="10785"/>
                </a:lnTo>
                <a:lnTo>
                  <a:pt x="45670" y="10519"/>
                </a:lnTo>
                <a:lnTo>
                  <a:pt x="45962" y="10147"/>
                </a:lnTo>
                <a:lnTo>
                  <a:pt x="46254" y="9882"/>
                </a:lnTo>
                <a:lnTo>
                  <a:pt x="46546" y="9669"/>
                </a:lnTo>
                <a:lnTo>
                  <a:pt x="46662" y="9404"/>
                </a:lnTo>
                <a:lnTo>
                  <a:pt x="46954" y="9138"/>
                </a:lnTo>
                <a:lnTo>
                  <a:pt x="47363" y="8872"/>
                </a:lnTo>
                <a:lnTo>
                  <a:pt x="47655" y="8607"/>
                </a:lnTo>
                <a:lnTo>
                  <a:pt x="47947" y="8341"/>
                </a:lnTo>
                <a:lnTo>
                  <a:pt x="48239" y="8128"/>
                </a:lnTo>
                <a:lnTo>
                  <a:pt x="48531" y="7703"/>
                </a:lnTo>
                <a:lnTo>
                  <a:pt x="48823" y="7491"/>
                </a:lnTo>
                <a:lnTo>
                  <a:pt x="49057" y="7225"/>
                </a:lnTo>
                <a:lnTo>
                  <a:pt x="49349" y="7066"/>
                </a:lnTo>
                <a:lnTo>
                  <a:pt x="49641" y="6800"/>
                </a:lnTo>
                <a:lnTo>
                  <a:pt x="49933" y="6428"/>
                </a:lnTo>
                <a:lnTo>
                  <a:pt x="50225" y="6163"/>
                </a:lnTo>
                <a:lnTo>
                  <a:pt x="50517" y="5950"/>
                </a:lnTo>
                <a:lnTo>
                  <a:pt x="50751" y="5684"/>
                </a:lnTo>
                <a:lnTo>
                  <a:pt x="51043" y="5419"/>
                </a:lnTo>
                <a:lnTo>
                  <a:pt x="51451" y="5047"/>
                </a:lnTo>
                <a:lnTo>
                  <a:pt x="51743" y="4781"/>
                </a:lnTo>
                <a:lnTo>
                  <a:pt x="51919" y="4622"/>
                </a:lnTo>
                <a:lnTo>
                  <a:pt x="52211" y="4409"/>
                </a:lnTo>
                <a:lnTo>
                  <a:pt x="52444" y="4144"/>
                </a:lnTo>
                <a:lnTo>
                  <a:pt x="52736" y="3719"/>
                </a:lnTo>
                <a:lnTo>
                  <a:pt x="53028" y="3506"/>
                </a:lnTo>
                <a:lnTo>
                  <a:pt x="53320" y="3240"/>
                </a:lnTo>
                <a:lnTo>
                  <a:pt x="53729" y="2975"/>
                </a:lnTo>
                <a:lnTo>
                  <a:pt x="54021" y="2709"/>
                </a:lnTo>
                <a:lnTo>
                  <a:pt x="54313" y="2443"/>
                </a:lnTo>
                <a:lnTo>
                  <a:pt x="54430" y="2178"/>
                </a:lnTo>
                <a:lnTo>
                  <a:pt x="54722" y="1965"/>
                </a:lnTo>
                <a:lnTo>
                  <a:pt x="55014" y="1700"/>
                </a:lnTo>
                <a:lnTo>
                  <a:pt x="55306" y="1434"/>
                </a:lnTo>
                <a:lnTo>
                  <a:pt x="55715" y="1168"/>
                </a:lnTo>
                <a:lnTo>
                  <a:pt x="56007" y="903"/>
                </a:lnTo>
                <a:lnTo>
                  <a:pt x="56299" y="637"/>
                </a:lnTo>
                <a:lnTo>
                  <a:pt x="56532" y="265"/>
                </a:lnTo>
                <a:lnTo>
                  <a:pt x="56708" y="0"/>
                </a:lnTo>
              </a:path>
            </a:pathLst>
          </a:custGeom>
          <a:ln w="808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6475061" y="5300152"/>
            <a:ext cx="56824" cy="43991"/>
          </a:xfrm>
          <a:custGeom>
            <a:avLst/>
            <a:gdLst/>
            <a:ahLst/>
            <a:cxnLst/>
            <a:rect l="l" t="t" r="r" b="b"/>
            <a:pathLst>
              <a:path w="56824" h="43991">
                <a:moveTo>
                  <a:pt x="0" y="43991"/>
                </a:moveTo>
                <a:lnTo>
                  <a:pt x="292" y="43885"/>
                </a:lnTo>
                <a:lnTo>
                  <a:pt x="525" y="43619"/>
                </a:lnTo>
                <a:lnTo>
                  <a:pt x="992" y="43354"/>
                </a:lnTo>
                <a:lnTo>
                  <a:pt x="1284" y="43088"/>
                </a:lnTo>
                <a:lnTo>
                  <a:pt x="1518" y="42876"/>
                </a:lnTo>
                <a:lnTo>
                  <a:pt x="1810" y="42610"/>
                </a:lnTo>
                <a:lnTo>
                  <a:pt x="2102" y="42238"/>
                </a:lnTo>
                <a:lnTo>
                  <a:pt x="2394" y="41972"/>
                </a:lnTo>
                <a:lnTo>
                  <a:pt x="2511" y="41707"/>
                </a:lnTo>
                <a:lnTo>
                  <a:pt x="2803" y="41547"/>
                </a:lnTo>
                <a:lnTo>
                  <a:pt x="3212" y="41335"/>
                </a:lnTo>
                <a:lnTo>
                  <a:pt x="3504" y="41069"/>
                </a:lnTo>
                <a:lnTo>
                  <a:pt x="3796" y="40804"/>
                </a:lnTo>
                <a:lnTo>
                  <a:pt x="4088" y="40538"/>
                </a:lnTo>
                <a:lnTo>
                  <a:pt x="4380" y="40272"/>
                </a:lnTo>
                <a:lnTo>
                  <a:pt x="4613" y="40007"/>
                </a:lnTo>
                <a:lnTo>
                  <a:pt x="4905" y="39635"/>
                </a:lnTo>
                <a:lnTo>
                  <a:pt x="5197" y="39369"/>
                </a:lnTo>
                <a:lnTo>
                  <a:pt x="5489" y="39263"/>
                </a:lnTo>
                <a:lnTo>
                  <a:pt x="5781" y="38997"/>
                </a:lnTo>
                <a:lnTo>
                  <a:pt x="6073" y="38731"/>
                </a:lnTo>
                <a:lnTo>
                  <a:pt x="6307" y="38466"/>
                </a:lnTo>
                <a:lnTo>
                  <a:pt x="6599" y="38253"/>
                </a:lnTo>
                <a:lnTo>
                  <a:pt x="6891" y="37988"/>
                </a:lnTo>
                <a:lnTo>
                  <a:pt x="7300" y="37722"/>
                </a:lnTo>
                <a:lnTo>
                  <a:pt x="7592" y="37456"/>
                </a:lnTo>
                <a:lnTo>
                  <a:pt x="7767" y="37191"/>
                </a:lnTo>
                <a:lnTo>
                  <a:pt x="8001" y="37084"/>
                </a:lnTo>
                <a:lnTo>
                  <a:pt x="8293" y="36819"/>
                </a:lnTo>
                <a:lnTo>
                  <a:pt x="8585" y="36553"/>
                </a:lnTo>
                <a:lnTo>
                  <a:pt x="8877" y="36287"/>
                </a:lnTo>
                <a:lnTo>
                  <a:pt x="9169" y="35916"/>
                </a:lnTo>
                <a:lnTo>
                  <a:pt x="9577" y="35650"/>
                </a:lnTo>
                <a:lnTo>
                  <a:pt x="9869" y="35437"/>
                </a:lnTo>
                <a:lnTo>
                  <a:pt x="10161" y="35172"/>
                </a:lnTo>
                <a:lnTo>
                  <a:pt x="10278" y="34906"/>
                </a:lnTo>
                <a:lnTo>
                  <a:pt x="10570" y="34747"/>
                </a:lnTo>
                <a:lnTo>
                  <a:pt x="10862" y="34534"/>
                </a:lnTo>
                <a:lnTo>
                  <a:pt x="11154" y="34269"/>
                </a:lnTo>
                <a:lnTo>
                  <a:pt x="11563" y="34003"/>
                </a:lnTo>
                <a:lnTo>
                  <a:pt x="11855" y="33737"/>
                </a:lnTo>
                <a:lnTo>
                  <a:pt x="12089" y="33472"/>
                </a:lnTo>
                <a:lnTo>
                  <a:pt x="12381" y="33206"/>
                </a:lnTo>
                <a:lnTo>
                  <a:pt x="12673" y="32993"/>
                </a:lnTo>
                <a:lnTo>
                  <a:pt x="12848" y="32728"/>
                </a:lnTo>
                <a:lnTo>
                  <a:pt x="13081" y="32462"/>
                </a:lnTo>
                <a:lnTo>
                  <a:pt x="13549" y="32356"/>
                </a:lnTo>
                <a:lnTo>
                  <a:pt x="13782" y="32090"/>
                </a:lnTo>
                <a:lnTo>
                  <a:pt x="14074" y="31825"/>
                </a:lnTo>
                <a:lnTo>
                  <a:pt x="14366" y="31559"/>
                </a:lnTo>
                <a:lnTo>
                  <a:pt x="14658" y="31293"/>
                </a:lnTo>
                <a:lnTo>
                  <a:pt x="14950" y="31028"/>
                </a:lnTo>
                <a:lnTo>
                  <a:pt x="15067" y="30815"/>
                </a:lnTo>
                <a:lnTo>
                  <a:pt x="15359" y="30549"/>
                </a:lnTo>
                <a:lnTo>
                  <a:pt x="15768" y="30284"/>
                </a:lnTo>
                <a:lnTo>
                  <a:pt x="16060" y="30124"/>
                </a:lnTo>
                <a:lnTo>
                  <a:pt x="16352" y="29912"/>
                </a:lnTo>
                <a:lnTo>
                  <a:pt x="16644" y="29646"/>
                </a:lnTo>
                <a:lnTo>
                  <a:pt x="16936" y="29381"/>
                </a:lnTo>
                <a:lnTo>
                  <a:pt x="17170" y="29115"/>
                </a:lnTo>
                <a:lnTo>
                  <a:pt x="17462" y="28849"/>
                </a:lnTo>
                <a:lnTo>
                  <a:pt x="17754" y="28743"/>
                </a:lnTo>
                <a:lnTo>
                  <a:pt x="18046" y="28477"/>
                </a:lnTo>
                <a:lnTo>
                  <a:pt x="18338" y="28212"/>
                </a:lnTo>
                <a:lnTo>
                  <a:pt x="18630" y="27946"/>
                </a:lnTo>
                <a:lnTo>
                  <a:pt x="18863" y="27734"/>
                </a:lnTo>
                <a:lnTo>
                  <a:pt x="19155" y="27574"/>
                </a:lnTo>
                <a:lnTo>
                  <a:pt x="19447" y="27308"/>
                </a:lnTo>
                <a:lnTo>
                  <a:pt x="19739" y="27043"/>
                </a:lnTo>
                <a:lnTo>
                  <a:pt x="20148" y="26830"/>
                </a:lnTo>
                <a:lnTo>
                  <a:pt x="20323" y="26565"/>
                </a:lnTo>
                <a:lnTo>
                  <a:pt x="20557" y="26299"/>
                </a:lnTo>
                <a:lnTo>
                  <a:pt x="20849" y="26033"/>
                </a:lnTo>
                <a:lnTo>
                  <a:pt x="21141" y="25768"/>
                </a:lnTo>
                <a:lnTo>
                  <a:pt x="21433" y="25502"/>
                </a:lnTo>
                <a:lnTo>
                  <a:pt x="21725" y="25396"/>
                </a:lnTo>
                <a:lnTo>
                  <a:pt x="22134" y="25290"/>
                </a:lnTo>
                <a:lnTo>
                  <a:pt x="22426" y="25024"/>
                </a:lnTo>
                <a:lnTo>
                  <a:pt x="22718" y="24758"/>
                </a:lnTo>
                <a:lnTo>
                  <a:pt x="22835" y="24493"/>
                </a:lnTo>
                <a:lnTo>
                  <a:pt x="23127" y="24227"/>
                </a:lnTo>
                <a:lnTo>
                  <a:pt x="23419" y="24014"/>
                </a:lnTo>
                <a:lnTo>
                  <a:pt x="23652" y="23749"/>
                </a:lnTo>
                <a:lnTo>
                  <a:pt x="24119" y="23483"/>
                </a:lnTo>
                <a:lnTo>
                  <a:pt x="24411" y="23217"/>
                </a:lnTo>
                <a:lnTo>
                  <a:pt x="24645" y="23111"/>
                </a:lnTo>
                <a:lnTo>
                  <a:pt x="24937" y="22952"/>
                </a:lnTo>
                <a:lnTo>
                  <a:pt x="25229" y="22686"/>
                </a:lnTo>
                <a:lnTo>
                  <a:pt x="25346" y="22474"/>
                </a:lnTo>
                <a:lnTo>
                  <a:pt x="25638" y="22208"/>
                </a:lnTo>
                <a:lnTo>
                  <a:pt x="25930" y="21942"/>
                </a:lnTo>
                <a:lnTo>
                  <a:pt x="26339" y="21677"/>
                </a:lnTo>
                <a:lnTo>
                  <a:pt x="26631" y="21570"/>
                </a:lnTo>
                <a:lnTo>
                  <a:pt x="26923" y="21305"/>
                </a:lnTo>
                <a:lnTo>
                  <a:pt x="27215" y="21039"/>
                </a:lnTo>
                <a:lnTo>
                  <a:pt x="27507" y="20773"/>
                </a:lnTo>
                <a:lnTo>
                  <a:pt x="27740" y="20667"/>
                </a:lnTo>
                <a:lnTo>
                  <a:pt x="27916" y="20402"/>
                </a:lnTo>
                <a:lnTo>
                  <a:pt x="28324" y="20136"/>
                </a:lnTo>
                <a:lnTo>
                  <a:pt x="28616" y="20030"/>
                </a:lnTo>
                <a:lnTo>
                  <a:pt x="28908" y="19764"/>
                </a:lnTo>
                <a:lnTo>
                  <a:pt x="29200" y="19498"/>
                </a:lnTo>
                <a:lnTo>
                  <a:pt x="29434" y="19233"/>
                </a:lnTo>
                <a:lnTo>
                  <a:pt x="29726" y="18967"/>
                </a:lnTo>
                <a:lnTo>
                  <a:pt x="30018" y="18861"/>
                </a:lnTo>
                <a:lnTo>
                  <a:pt x="30310" y="18595"/>
                </a:lnTo>
                <a:lnTo>
                  <a:pt x="30602" y="18489"/>
                </a:lnTo>
                <a:lnTo>
                  <a:pt x="30894" y="18223"/>
                </a:lnTo>
                <a:lnTo>
                  <a:pt x="31128" y="17958"/>
                </a:lnTo>
                <a:lnTo>
                  <a:pt x="31420" y="17692"/>
                </a:lnTo>
                <a:lnTo>
                  <a:pt x="31712" y="17586"/>
                </a:lnTo>
                <a:lnTo>
                  <a:pt x="32004" y="17320"/>
                </a:lnTo>
                <a:lnTo>
                  <a:pt x="32296" y="17054"/>
                </a:lnTo>
                <a:lnTo>
                  <a:pt x="32704" y="16789"/>
                </a:lnTo>
                <a:lnTo>
                  <a:pt x="33113" y="16417"/>
                </a:lnTo>
                <a:lnTo>
                  <a:pt x="33405" y="16151"/>
                </a:lnTo>
                <a:lnTo>
                  <a:pt x="33697" y="16045"/>
                </a:lnTo>
                <a:lnTo>
                  <a:pt x="33989" y="15779"/>
                </a:lnTo>
                <a:lnTo>
                  <a:pt x="34281" y="15620"/>
                </a:lnTo>
                <a:lnTo>
                  <a:pt x="34690" y="15407"/>
                </a:lnTo>
                <a:lnTo>
                  <a:pt x="34982" y="15142"/>
                </a:lnTo>
                <a:lnTo>
                  <a:pt x="35216" y="14876"/>
                </a:lnTo>
                <a:lnTo>
                  <a:pt x="35391" y="14770"/>
                </a:lnTo>
                <a:lnTo>
                  <a:pt x="35683" y="14504"/>
                </a:lnTo>
                <a:lnTo>
                  <a:pt x="35975" y="14238"/>
                </a:lnTo>
                <a:lnTo>
                  <a:pt x="36209" y="13973"/>
                </a:lnTo>
                <a:lnTo>
                  <a:pt x="36676" y="13867"/>
                </a:lnTo>
                <a:lnTo>
                  <a:pt x="36909" y="13707"/>
                </a:lnTo>
                <a:lnTo>
                  <a:pt x="37201" y="13441"/>
                </a:lnTo>
                <a:lnTo>
                  <a:pt x="37493" y="13229"/>
                </a:lnTo>
                <a:lnTo>
                  <a:pt x="37785" y="13070"/>
                </a:lnTo>
                <a:lnTo>
                  <a:pt x="37902" y="12804"/>
                </a:lnTo>
                <a:lnTo>
                  <a:pt x="38194" y="12538"/>
                </a:lnTo>
                <a:lnTo>
                  <a:pt x="38486" y="12432"/>
                </a:lnTo>
                <a:lnTo>
                  <a:pt x="38895" y="12166"/>
                </a:lnTo>
                <a:lnTo>
                  <a:pt x="39187" y="11901"/>
                </a:lnTo>
                <a:lnTo>
                  <a:pt x="39479" y="11688"/>
                </a:lnTo>
                <a:lnTo>
                  <a:pt x="39771" y="11529"/>
                </a:lnTo>
                <a:lnTo>
                  <a:pt x="40063" y="11423"/>
                </a:lnTo>
                <a:lnTo>
                  <a:pt x="40297" y="11157"/>
                </a:lnTo>
                <a:lnTo>
                  <a:pt x="40472" y="10997"/>
                </a:lnTo>
                <a:lnTo>
                  <a:pt x="40881" y="10785"/>
                </a:lnTo>
                <a:lnTo>
                  <a:pt x="41173" y="10519"/>
                </a:lnTo>
                <a:lnTo>
                  <a:pt x="41465" y="10360"/>
                </a:lnTo>
                <a:lnTo>
                  <a:pt x="41757" y="10147"/>
                </a:lnTo>
                <a:lnTo>
                  <a:pt x="41990" y="9882"/>
                </a:lnTo>
                <a:lnTo>
                  <a:pt x="42282" y="9722"/>
                </a:lnTo>
                <a:lnTo>
                  <a:pt x="42574" y="9510"/>
                </a:lnTo>
                <a:lnTo>
                  <a:pt x="42866" y="9244"/>
                </a:lnTo>
                <a:lnTo>
                  <a:pt x="43158" y="9085"/>
                </a:lnTo>
                <a:lnTo>
                  <a:pt x="43450" y="8979"/>
                </a:lnTo>
                <a:lnTo>
                  <a:pt x="43684" y="8713"/>
                </a:lnTo>
                <a:lnTo>
                  <a:pt x="43976" y="8607"/>
                </a:lnTo>
                <a:lnTo>
                  <a:pt x="44268" y="8341"/>
                </a:lnTo>
                <a:lnTo>
                  <a:pt x="44560" y="8075"/>
                </a:lnTo>
                <a:lnTo>
                  <a:pt x="44852" y="7969"/>
                </a:lnTo>
                <a:lnTo>
                  <a:pt x="45261" y="7703"/>
                </a:lnTo>
                <a:lnTo>
                  <a:pt x="45378" y="7438"/>
                </a:lnTo>
                <a:lnTo>
                  <a:pt x="45670" y="7278"/>
                </a:lnTo>
                <a:lnTo>
                  <a:pt x="45962" y="7066"/>
                </a:lnTo>
                <a:lnTo>
                  <a:pt x="46254" y="6906"/>
                </a:lnTo>
                <a:lnTo>
                  <a:pt x="46546" y="6800"/>
                </a:lnTo>
                <a:lnTo>
                  <a:pt x="46779" y="6641"/>
                </a:lnTo>
                <a:lnTo>
                  <a:pt x="47246" y="6535"/>
                </a:lnTo>
                <a:lnTo>
                  <a:pt x="47538" y="6269"/>
                </a:lnTo>
                <a:lnTo>
                  <a:pt x="47772" y="6003"/>
                </a:lnTo>
                <a:lnTo>
                  <a:pt x="47947" y="5897"/>
                </a:lnTo>
                <a:lnTo>
                  <a:pt x="48239" y="5631"/>
                </a:lnTo>
                <a:lnTo>
                  <a:pt x="48473" y="5525"/>
                </a:lnTo>
                <a:lnTo>
                  <a:pt x="48765" y="5259"/>
                </a:lnTo>
                <a:lnTo>
                  <a:pt x="49232" y="5100"/>
                </a:lnTo>
                <a:lnTo>
                  <a:pt x="49466" y="4887"/>
                </a:lnTo>
                <a:lnTo>
                  <a:pt x="49758" y="4622"/>
                </a:lnTo>
                <a:lnTo>
                  <a:pt x="50050" y="4462"/>
                </a:lnTo>
                <a:lnTo>
                  <a:pt x="50342" y="4356"/>
                </a:lnTo>
                <a:lnTo>
                  <a:pt x="50459" y="4197"/>
                </a:lnTo>
                <a:lnTo>
                  <a:pt x="50751" y="3984"/>
                </a:lnTo>
                <a:lnTo>
                  <a:pt x="51043" y="3719"/>
                </a:lnTo>
                <a:lnTo>
                  <a:pt x="51451" y="3559"/>
                </a:lnTo>
                <a:lnTo>
                  <a:pt x="51743" y="3347"/>
                </a:lnTo>
                <a:lnTo>
                  <a:pt x="52035" y="3187"/>
                </a:lnTo>
                <a:lnTo>
                  <a:pt x="52327" y="2922"/>
                </a:lnTo>
                <a:lnTo>
                  <a:pt x="52561" y="2815"/>
                </a:lnTo>
                <a:lnTo>
                  <a:pt x="52853" y="2550"/>
                </a:lnTo>
                <a:lnTo>
                  <a:pt x="53028" y="2443"/>
                </a:lnTo>
                <a:lnTo>
                  <a:pt x="53437" y="2178"/>
                </a:lnTo>
                <a:lnTo>
                  <a:pt x="53729" y="2178"/>
                </a:lnTo>
                <a:lnTo>
                  <a:pt x="54021" y="1912"/>
                </a:lnTo>
                <a:lnTo>
                  <a:pt x="54255" y="1806"/>
                </a:lnTo>
                <a:lnTo>
                  <a:pt x="54547" y="1540"/>
                </a:lnTo>
                <a:lnTo>
                  <a:pt x="54839" y="1275"/>
                </a:lnTo>
                <a:lnTo>
                  <a:pt x="55131" y="1115"/>
                </a:lnTo>
                <a:lnTo>
                  <a:pt x="55423" y="903"/>
                </a:lnTo>
                <a:lnTo>
                  <a:pt x="55715" y="743"/>
                </a:lnTo>
                <a:lnTo>
                  <a:pt x="55948" y="478"/>
                </a:lnTo>
                <a:lnTo>
                  <a:pt x="56240" y="371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983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6531886" y="5272684"/>
            <a:ext cx="56708" cy="27468"/>
          </a:xfrm>
          <a:custGeom>
            <a:avLst/>
            <a:gdLst/>
            <a:ahLst/>
            <a:cxnLst/>
            <a:rect l="l" t="t" r="r" b="b"/>
            <a:pathLst>
              <a:path w="56708" h="27468">
                <a:moveTo>
                  <a:pt x="0" y="27468"/>
                </a:moveTo>
                <a:lnTo>
                  <a:pt x="292" y="27308"/>
                </a:lnTo>
                <a:lnTo>
                  <a:pt x="584" y="27202"/>
                </a:lnTo>
                <a:lnTo>
                  <a:pt x="992" y="27043"/>
                </a:lnTo>
                <a:lnTo>
                  <a:pt x="1109" y="26830"/>
                </a:lnTo>
                <a:lnTo>
                  <a:pt x="1401" y="26671"/>
                </a:lnTo>
                <a:lnTo>
                  <a:pt x="1693" y="26405"/>
                </a:lnTo>
                <a:lnTo>
                  <a:pt x="1985" y="26299"/>
                </a:lnTo>
                <a:lnTo>
                  <a:pt x="2277" y="26033"/>
                </a:lnTo>
                <a:lnTo>
                  <a:pt x="2511" y="25927"/>
                </a:lnTo>
                <a:lnTo>
                  <a:pt x="2978" y="25661"/>
                </a:lnTo>
                <a:lnTo>
                  <a:pt x="3212" y="25502"/>
                </a:lnTo>
                <a:lnTo>
                  <a:pt x="3504" y="25290"/>
                </a:lnTo>
                <a:lnTo>
                  <a:pt x="3679" y="25130"/>
                </a:lnTo>
                <a:lnTo>
                  <a:pt x="3971" y="25024"/>
                </a:lnTo>
                <a:lnTo>
                  <a:pt x="4204" y="24864"/>
                </a:lnTo>
                <a:lnTo>
                  <a:pt x="4496" y="24758"/>
                </a:lnTo>
                <a:lnTo>
                  <a:pt x="4905" y="24493"/>
                </a:lnTo>
                <a:lnTo>
                  <a:pt x="5197" y="24386"/>
                </a:lnTo>
                <a:lnTo>
                  <a:pt x="5489" y="24121"/>
                </a:lnTo>
                <a:lnTo>
                  <a:pt x="5781" y="24014"/>
                </a:lnTo>
                <a:lnTo>
                  <a:pt x="6073" y="23749"/>
                </a:lnTo>
                <a:lnTo>
                  <a:pt x="6190" y="23589"/>
                </a:lnTo>
                <a:lnTo>
                  <a:pt x="6482" y="23483"/>
                </a:lnTo>
                <a:lnTo>
                  <a:pt x="6774" y="23217"/>
                </a:lnTo>
                <a:lnTo>
                  <a:pt x="7183" y="23111"/>
                </a:lnTo>
                <a:lnTo>
                  <a:pt x="7475" y="22846"/>
                </a:lnTo>
                <a:lnTo>
                  <a:pt x="7767" y="22686"/>
                </a:lnTo>
                <a:lnTo>
                  <a:pt x="8059" y="22686"/>
                </a:lnTo>
                <a:lnTo>
                  <a:pt x="8293" y="22474"/>
                </a:lnTo>
                <a:lnTo>
                  <a:pt x="8585" y="22314"/>
                </a:lnTo>
                <a:lnTo>
                  <a:pt x="8760" y="22049"/>
                </a:lnTo>
                <a:lnTo>
                  <a:pt x="9169" y="21942"/>
                </a:lnTo>
                <a:lnTo>
                  <a:pt x="9461" y="21783"/>
                </a:lnTo>
                <a:lnTo>
                  <a:pt x="9753" y="21570"/>
                </a:lnTo>
                <a:lnTo>
                  <a:pt x="9986" y="21411"/>
                </a:lnTo>
                <a:lnTo>
                  <a:pt x="10278" y="21305"/>
                </a:lnTo>
                <a:lnTo>
                  <a:pt x="10570" y="21039"/>
                </a:lnTo>
                <a:lnTo>
                  <a:pt x="10862" y="20933"/>
                </a:lnTo>
                <a:lnTo>
                  <a:pt x="11154" y="20773"/>
                </a:lnTo>
                <a:lnTo>
                  <a:pt x="11446" y="20508"/>
                </a:lnTo>
                <a:lnTo>
                  <a:pt x="11680" y="20402"/>
                </a:lnTo>
                <a:lnTo>
                  <a:pt x="11972" y="20402"/>
                </a:lnTo>
                <a:lnTo>
                  <a:pt x="12264" y="20136"/>
                </a:lnTo>
                <a:lnTo>
                  <a:pt x="12556" y="20030"/>
                </a:lnTo>
                <a:lnTo>
                  <a:pt x="12848" y="19870"/>
                </a:lnTo>
                <a:lnTo>
                  <a:pt x="13081" y="19605"/>
                </a:lnTo>
                <a:lnTo>
                  <a:pt x="13549" y="19498"/>
                </a:lnTo>
                <a:lnTo>
                  <a:pt x="13958" y="19126"/>
                </a:lnTo>
                <a:lnTo>
                  <a:pt x="14250" y="18967"/>
                </a:lnTo>
                <a:lnTo>
                  <a:pt x="14542" y="18861"/>
                </a:lnTo>
                <a:lnTo>
                  <a:pt x="14775" y="18595"/>
                </a:lnTo>
                <a:lnTo>
                  <a:pt x="15067" y="18489"/>
                </a:lnTo>
                <a:lnTo>
                  <a:pt x="15534" y="18329"/>
                </a:lnTo>
                <a:lnTo>
                  <a:pt x="15768" y="18064"/>
                </a:lnTo>
                <a:lnTo>
                  <a:pt x="16060" y="17958"/>
                </a:lnTo>
                <a:lnTo>
                  <a:pt x="16235" y="17958"/>
                </a:lnTo>
                <a:lnTo>
                  <a:pt x="16469" y="17851"/>
                </a:lnTo>
                <a:lnTo>
                  <a:pt x="16761" y="17586"/>
                </a:lnTo>
                <a:lnTo>
                  <a:pt x="17053" y="17426"/>
                </a:lnTo>
                <a:lnTo>
                  <a:pt x="17462" y="17320"/>
                </a:lnTo>
                <a:lnTo>
                  <a:pt x="17754" y="17054"/>
                </a:lnTo>
                <a:lnTo>
                  <a:pt x="18046" y="16948"/>
                </a:lnTo>
                <a:lnTo>
                  <a:pt x="18338" y="16789"/>
                </a:lnTo>
                <a:lnTo>
                  <a:pt x="18630" y="16682"/>
                </a:lnTo>
                <a:lnTo>
                  <a:pt x="18746" y="16417"/>
                </a:lnTo>
                <a:lnTo>
                  <a:pt x="19038" y="16311"/>
                </a:lnTo>
                <a:lnTo>
                  <a:pt x="19330" y="16151"/>
                </a:lnTo>
                <a:lnTo>
                  <a:pt x="19739" y="16045"/>
                </a:lnTo>
                <a:lnTo>
                  <a:pt x="20031" y="15779"/>
                </a:lnTo>
                <a:lnTo>
                  <a:pt x="20323" y="15620"/>
                </a:lnTo>
                <a:lnTo>
                  <a:pt x="20557" y="15620"/>
                </a:lnTo>
                <a:lnTo>
                  <a:pt x="20849" y="15514"/>
                </a:lnTo>
                <a:lnTo>
                  <a:pt x="21141" y="15248"/>
                </a:lnTo>
                <a:lnTo>
                  <a:pt x="21316" y="15142"/>
                </a:lnTo>
                <a:lnTo>
                  <a:pt x="21725" y="14982"/>
                </a:lnTo>
                <a:lnTo>
                  <a:pt x="22017" y="14876"/>
                </a:lnTo>
                <a:lnTo>
                  <a:pt x="22251" y="14770"/>
                </a:lnTo>
                <a:lnTo>
                  <a:pt x="22543" y="14504"/>
                </a:lnTo>
                <a:lnTo>
                  <a:pt x="22835" y="14345"/>
                </a:lnTo>
                <a:lnTo>
                  <a:pt x="23127" y="14238"/>
                </a:lnTo>
                <a:lnTo>
                  <a:pt x="23419" y="14079"/>
                </a:lnTo>
                <a:lnTo>
                  <a:pt x="23827" y="13973"/>
                </a:lnTo>
                <a:lnTo>
                  <a:pt x="23944" y="13707"/>
                </a:lnTo>
                <a:lnTo>
                  <a:pt x="24236" y="13601"/>
                </a:lnTo>
                <a:lnTo>
                  <a:pt x="24528" y="13441"/>
                </a:lnTo>
                <a:lnTo>
                  <a:pt x="24820" y="13335"/>
                </a:lnTo>
                <a:lnTo>
                  <a:pt x="25112" y="13335"/>
                </a:lnTo>
                <a:lnTo>
                  <a:pt x="25404" y="13070"/>
                </a:lnTo>
                <a:lnTo>
                  <a:pt x="25638" y="12963"/>
                </a:lnTo>
                <a:lnTo>
                  <a:pt x="26105" y="12804"/>
                </a:lnTo>
                <a:lnTo>
                  <a:pt x="26514" y="12538"/>
                </a:lnTo>
                <a:lnTo>
                  <a:pt x="26806" y="12432"/>
                </a:lnTo>
                <a:lnTo>
                  <a:pt x="27098" y="12326"/>
                </a:lnTo>
                <a:lnTo>
                  <a:pt x="27331" y="12060"/>
                </a:lnTo>
                <a:lnTo>
                  <a:pt x="27624" y="11901"/>
                </a:lnTo>
                <a:lnTo>
                  <a:pt x="28032" y="11794"/>
                </a:lnTo>
                <a:lnTo>
                  <a:pt x="28324" y="11688"/>
                </a:lnTo>
                <a:lnTo>
                  <a:pt x="28616" y="11529"/>
                </a:lnTo>
                <a:lnTo>
                  <a:pt x="28792" y="11423"/>
                </a:lnTo>
                <a:lnTo>
                  <a:pt x="29025" y="11263"/>
                </a:lnTo>
                <a:lnTo>
                  <a:pt x="29317" y="10997"/>
                </a:lnTo>
                <a:lnTo>
                  <a:pt x="29609" y="10997"/>
                </a:lnTo>
                <a:lnTo>
                  <a:pt x="30018" y="10891"/>
                </a:lnTo>
                <a:lnTo>
                  <a:pt x="30310" y="10785"/>
                </a:lnTo>
                <a:lnTo>
                  <a:pt x="30602" y="10626"/>
                </a:lnTo>
                <a:lnTo>
                  <a:pt x="30894" y="10519"/>
                </a:lnTo>
                <a:lnTo>
                  <a:pt x="31186" y="10360"/>
                </a:lnTo>
                <a:lnTo>
                  <a:pt x="31595" y="10147"/>
                </a:lnTo>
                <a:lnTo>
                  <a:pt x="31887" y="9882"/>
                </a:lnTo>
                <a:lnTo>
                  <a:pt x="32296" y="9722"/>
                </a:lnTo>
                <a:lnTo>
                  <a:pt x="32588" y="9616"/>
                </a:lnTo>
                <a:lnTo>
                  <a:pt x="32880" y="9510"/>
                </a:lnTo>
                <a:lnTo>
                  <a:pt x="33113" y="9350"/>
                </a:lnTo>
                <a:lnTo>
                  <a:pt x="33405" y="9244"/>
                </a:lnTo>
                <a:lnTo>
                  <a:pt x="33697" y="9085"/>
                </a:lnTo>
                <a:lnTo>
                  <a:pt x="34281" y="8819"/>
                </a:lnTo>
                <a:lnTo>
                  <a:pt x="34573" y="8713"/>
                </a:lnTo>
                <a:lnTo>
                  <a:pt x="34807" y="8713"/>
                </a:lnTo>
                <a:lnTo>
                  <a:pt x="35099" y="8607"/>
                </a:lnTo>
                <a:lnTo>
                  <a:pt x="35391" y="8447"/>
                </a:lnTo>
                <a:lnTo>
                  <a:pt x="35683" y="8341"/>
                </a:lnTo>
                <a:lnTo>
                  <a:pt x="35975" y="8182"/>
                </a:lnTo>
                <a:lnTo>
                  <a:pt x="36384" y="8075"/>
                </a:lnTo>
                <a:lnTo>
                  <a:pt x="36793" y="7703"/>
                </a:lnTo>
                <a:lnTo>
                  <a:pt x="37085" y="7544"/>
                </a:lnTo>
                <a:lnTo>
                  <a:pt x="37377" y="7438"/>
                </a:lnTo>
                <a:lnTo>
                  <a:pt x="37669" y="7278"/>
                </a:lnTo>
                <a:lnTo>
                  <a:pt x="37902" y="7172"/>
                </a:lnTo>
                <a:lnTo>
                  <a:pt x="38194" y="7066"/>
                </a:lnTo>
                <a:lnTo>
                  <a:pt x="38661" y="6906"/>
                </a:lnTo>
                <a:lnTo>
                  <a:pt x="38895" y="6800"/>
                </a:lnTo>
                <a:lnTo>
                  <a:pt x="39070" y="6641"/>
                </a:lnTo>
                <a:lnTo>
                  <a:pt x="39362" y="6535"/>
                </a:lnTo>
                <a:lnTo>
                  <a:pt x="39596" y="6428"/>
                </a:lnTo>
                <a:lnTo>
                  <a:pt x="39888" y="6428"/>
                </a:lnTo>
                <a:lnTo>
                  <a:pt x="40180" y="6269"/>
                </a:lnTo>
                <a:lnTo>
                  <a:pt x="40589" y="6163"/>
                </a:lnTo>
                <a:lnTo>
                  <a:pt x="40881" y="6003"/>
                </a:lnTo>
                <a:lnTo>
                  <a:pt x="41173" y="5897"/>
                </a:lnTo>
                <a:lnTo>
                  <a:pt x="41290" y="5738"/>
                </a:lnTo>
                <a:lnTo>
                  <a:pt x="41582" y="5631"/>
                </a:lnTo>
                <a:lnTo>
                  <a:pt x="41874" y="5631"/>
                </a:lnTo>
                <a:lnTo>
                  <a:pt x="42166" y="5525"/>
                </a:lnTo>
                <a:lnTo>
                  <a:pt x="42574" y="5366"/>
                </a:lnTo>
                <a:lnTo>
                  <a:pt x="42866" y="5259"/>
                </a:lnTo>
                <a:lnTo>
                  <a:pt x="43158" y="5100"/>
                </a:lnTo>
                <a:lnTo>
                  <a:pt x="43450" y="4994"/>
                </a:lnTo>
                <a:lnTo>
                  <a:pt x="43684" y="4887"/>
                </a:lnTo>
                <a:lnTo>
                  <a:pt x="43859" y="4728"/>
                </a:lnTo>
                <a:lnTo>
                  <a:pt x="44151" y="4622"/>
                </a:lnTo>
                <a:lnTo>
                  <a:pt x="44443" y="4462"/>
                </a:lnTo>
                <a:lnTo>
                  <a:pt x="44852" y="4356"/>
                </a:lnTo>
                <a:lnTo>
                  <a:pt x="45144" y="4197"/>
                </a:lnTo>
                <a:lnTo>
                  <a:pt x="45378" y="4091"/>
                </a:lnTo>
                <a:lnTo>
                  <a:pt x="45670" y="4091"/>
                </a:lnTo>
                <a:lnTo>
                  <a:pt x="45962" y="3984"/>
                </a:lnTo>
                <a:lnTo>
                  <a:pt x="46254" y="3825"/>
                </a:lnTo>
                <a:lnTo>
                  <a:pt x="46838" y="3719"/>
                </a:lnTo>
                <a:lnTo>
                  <a:pt x="47071" y="3559"/>
                </a:lnTo>
                <a:lnTo>
                  <a:pt x="47363" y="3453"/>
                </a:lnTo>
                <a:lnTo>
                  <a:pt x="47655" y="3347"/>
                </a:lnTo>
                <a:lnTo>
                  <a:pt x="47947" y="3187"/>
                </a:lnTo>
                <a:lnTo>
                  <a:pt x="48239" y="3081"/>
                </a:lnTo>
                <a:lnTo>
                  <a:pt x="48531" y="2922"/>
                </a:lnTo>
                <a:lnTo>
                  <a:pt x="48765" y="2815"/>
                </a:lnTo>
                <a:lnTo>
                  <a:pt x="49057" y="2656"/>
                </a:lnTo>
                <a:lnTo>
                  <a:pt x="49349" y="2656"/>
                </a:lnTo>
                <a:lnTo>
                  <a:pt x="49641" y="2550"/>
                </a:lnTo>
                <a:lnTo>
                  <a:pt x="49933" y="2443"/>
                </a:lnTo>
                <a:lnTo>
                  <a:pt x="50225" y="2284"/>
                </a:lnTo>
                <a:lnTo>
                  <a:pt x="50459" y="2178"/>
                </a:lnTo>
                <a:lnTo>
                  <a:pt x="50751" y="2018"/>
                </a:lnTo>
                <a:lnTo>
                  <a:pt x="51159" y="1912"/>
                </a:lnTo>
                <a:lnTo>
                  <a:pt x="51451" y="1806"/>
                </a:lnTo>
                <a:lnTo>
                  <a:pt x="51627" y="1806"/>
                </a:lnTo>
                <a:lnTo>
                  <a:pt x="51919" y="1806"/>
                </a:lnTo>
                <a:lnTo>
                  <a:pt x="52152" y="1647"/>
                </a:lnTo>
                <a:lnTo>
                  <a:pt x="52444" y="1540"/>
                </a:lnTo>
                <a:lnTo>
                  <a:pt x="52736" y="1381"/>
                </a:lnTo>
                <a:lnTo>
                  <a:pt x="53145" y="1275"/>
                </a:lnTo>
                <a:lnTo>
                  <a:pt x="53437" y="1275"/>
                </a:lnTo>
                <a:lnTo>
                  <a:pt x="53729" y="1115"/>
                </a:lnTo>
                <a:lnTo>
                  <a:pt x="54021" y="1009"/>
                </a:lnTo>
                <a:lnTo>
                  <a:pt x="54430" y="743"/>
                </a:lnTo>
                <a:lnTo>
                  <a:pt x="54722" y="637"/>
                </a:lnTo>
                <a:lnTo>
                  <a:pt x="55014" y="637"/>
                </a:lnTo>
                <a:lnTo>
                  <a:pt x="55423" y="478"/>
                </a:lnTo>
                <a:lnTo>
                  <a:pt x="55715" y="371"/>
                </a:lnTo>
                <a:lnTo>
                  <a:pt x="56007" y="265"/>
                </a:lnTo>
                <a:lnTo>
                  <a:pt x="56240" y="106"/>
                </a:lnTo>
                <a:lnTo>
                  <a:pt x="56532" y="106"/>
                </a:lnTo>
                <a:lnTo>
                  <a:pt x="56708" y="0"/>
                </a:lnTo>
              </a:path>
            </a:pathLst>
          </a:custGeom>
          <a:ln w="784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6588594" y="5260623"/>
            <a:ext cx="56824" cy="12060"/>
          </a:xfrm>
          <a:custGeom>
            <a:avLst/>
            <a:gdLst/>
            <a:ahLst/>
            <a:cxnLst/>
            <a:rect l="l" t="t" r="r" b="b"/>
            <a:pathLst>
              <a:path w="56824" h="12060">
                <a:moveTo>
                  <a:pt x="0" y="12060"/>
                </a:moveTo>
                <a:lnTo>
                  <a:pt x="233" y="11901"/>
                </a:lnTo>
                <a:lnTo>
                  <a:pt x="700" y="11794"/>
                </a:lnTo>
                <a:lnTo>
                  <a:pt x="992" y="11635"/>
                </a:lnTo>
                <a:lnTo>
                  <a:pt x="1226" y="11635"/>
                </a:lnTo>
                <a:lnTo>
                  <a:pt x="1518" y="11529"/>
                </a:lnTo>
                <a:lnTo>
                  <a:pt x="1810" y="11423"/>
                </a:lnTo>
                <a:lnTo>
                  <a:pt x="2102" y="11423"/>
                </a:lnTo>
                <a:lnTo>
                  <a:pt x="2686" y="11263"/>
                </a:lnTo>
                <a:lnTo>
                  <a:pt x="2920" y="11157"/>
                </a:lnTo>
                <a:lnTo>
                  <a:pt x="3212" y="10997"/>
                </a:lnTo>
                <a:lnTo>
                  <a:pt x="3504" y="10997"/>
                </a:lnTo>
                <a:lnTo>
                  <a:pt x="3796" y="10891"/>
                </a:lnTo>
                <a:lnTo>
                  <a:pt x="4088" y="10785"/>
                </a:lnTo>
                <a:lnTo>
                  <a:pt x="4321" y="10626"/>
                </a:lnTo>
                <a:lnTo>
                  <a:pt x="4613" y="10626"/>
                </a:lnTo>
                <a:lnTo>
                  <a:pt x="4905" y="10519"/>
                </a:lnTo>
                <a:lnTo>
                  <a:pt x="5197" y="10360"/>
                </a:lnTo>
                <a:lnTo>
                  <a:pt x="5489" y="10254"/>
                </a:lnTo>
                <a:lnTo>
                  <a:pt x="5781" y="10254"/>
                </a:lnTo>
                <a:lnTo>
                  <a:pt x="6015" y="10094"/>
                </a:lnTo>
                <a:lnTo>
                  <a:pt x="6307" y="9988"/>
                </a:lnTo>
                <a:lnTo>
                  <a:pt x="6599" y="9988"/>
                </a:lnTo>
                <a:lnTo>
                  <a:pt x="7008" y="9882"/>
                </a:lnTo>
                <a:lnTo>
                  <a:pt x="7300" y="9722"/>
                </a:lnTo>
                <a:lnTo>
                  <a:pt x="7475" y="9616"/>
                </a:lnTo>
                <a:lnTo>
                  <a:pt x="7709" y="9616"/>
                </a:lnTo>
                <a:lnTo>
                  <a:pt x="8001" y="9457"/>
                </a:lnTo>
                <a:lnTo>
                  <a:pt x="8293" y="9350"/>
                </a:lnTo>
                <a:lnTo>
                  <a:pt x="8585" y="9350"/>
                </a:lnTo>
                <a:lnTo>
                  <a:pt x="8993" y="9244"/>
                </a:lnTo>
                <a:lnTo>
                  <a:pt x="9285" y="9085"/>
                </a:lnTo>
                <a:lnTo>
                  <a:pt x="9577" y="9085"/>
                </a:lnTo>
                <a:lnTo>
                  <a:pt x="9869" y="9085"/>
                </a:lnTo>
                <a:lnTo>
                  <a:pt x="10278" y="8979"/>
                </a:lnTo>
                <a:lnTo>
                  <a:pt x="10570" y="8819"/>
                </a:lnTo>
                <a:lnTo>
                  <a:pt x="10862" y="8713"/>
                </a:lnTo>
                <a:lnTo>
                  <a:pt x="11271" y="8607"/>
                </a:lnTo>
                <a:lnTo>
                  <a:pt x="11563" y="8607"/>
                </a:lnTo>
                <a:lnTo>
                  <a:pt x="11797" y="8447"/>
                </a:lnTo>
                <a:lnTo>
                  <a:pt x="12089" y="8447"/>
                </a:lnTo>
                <a:lnTo>
                  <a:pt x="12381" y="8341"/>
                </a:lnTo>
                <a:lnTo>
                  <a:pt x="12556" y="8182"/>
                </a:lnTo>
                <a:lnTo>
                  <a:pt x="12789" y="8182"/>
                </a:lnTo>
                <a:lnTo>
                  <a:pt x="13257" y="8075"/>
                </a:lnTo>
                <a:lnTo>
                  <a:pt x="13490" y="7916"/>
                </a:lnTo>
                <a:lnTo>
                  <a:pt x="13782" y="7916"/>
                </a:lnTo>
                <a:lnTo>
                  <a:pt x="14074" y="7810"/>
                </a:lnTo>
                <a:lnTo>
                  <a:pt x="14366" y="7703"/>
                </a:lnTo>
                <a:lnTo>
                  <a:pt x="14658" y="7703"/>
                </a:lnTo>
                <a:lnTo>
                  <a:pt x="14950" y="7544"/>
                </a:lnTo>
                <a:lnTo>
                  <a:pt x="15184" y="7438"/>
                </a:lnTo>
                <a:lnTo>
                  <a:pt x="15476" y="7438"/>
                </a:lnTo>
                <a:lnTo>
                  <a:pt x="15768" y="7278"/>
                </a:lnTo>
                <a:lnTo>
                  <a:pt x="16060" y="7278"/>
                </a:lnTo>
                <a:lnTo>
                  <a:pt x="16352" y="7172"/>
                </a:lnTo>
                <a:lnTo>
                  <a:pt x="16644" y="7066"/>
                </a:lnTo>
                <a:lnTo>
                  <a:pt x="16878" y="7066"/>
                </a:lnTo>
                <a:lnTo>
                  <a:pt x="17170" y="6906"/>
                </a:lnTo>
                <a:lnTo>
                  <a:pt x="17462" y="6906"/>
                </a:lnTo>
                <a:lnTo>
                  <a:pt x="17754" y="6800"/>
                </a:lnTo>
                <a:lnTo>
                  <a:pt x="18046" y="6800"/>
                </a:lnTo>
                <a:lnTo>
                  <a:pt x="18338" y="6800"/>
                </a:lnTo>
                <a:lnTo>
                  <a:pt x="18571" y="6641"/>
                </a:lnTo>
                <a:lnTo>
                  <a:pt x="18863" y="6641"/>
                </a:lnTo>
                <a:lnTo>
                  <a:pt x="19155" y="6535"/>
                </a:lnTo>
                <a:lnTo>
                  <a:pt x="19564" y="6535"/>
                </a:lnTo>
                <a:lnTo>
                  <a:pt x="19856" y="6375"/>
                </a:lnTo>
                <a:lnTo>
                  <a:pt x="20031" y="6269"/>
                </a:lnTo>
                <a:lnTo>
                  <a:pt x="20265" y="6269"/>
                </a:lnTo>
                <a:lnTo>
                  <a:pt x="20557" y="6163"/>
                </a:lnTo>
                <a:lnTo>
                  <a:pt x="20849" y="6163"/>
                </a:lnTo>
                <a:lnTo>
                  <a:pt x="21141" y="6003"/>
                </a:lnTo>
                <a:lnTo>
                  <a:pt x="21550" y="6003"/>
                </a:lnTo>
                <a:lnTo>
                  <a:pt x="21842" y="5897"/>
                </a:lnTo>
                <a:lnTo>
                  <a:pt x="22134" y="5738"/>
                </a:lnTo>
                <a:lnTo>
                  <a:pt x="22426" y="5738"/>
                </a:lnTo>
                <a:lnTo>
                  <a:pt x="22835" y="5631"/>
                </a:lnTo>
                <a:lnTo>
                  <a:pt x="23127" y="5525"/>
                </a:lnTo>
                <a:lnTo>
                  <a:pt x="23360" y="5525"/>
                </a:lnTo>
                <a:lnTo>
                  <a:pt x="23827" y="5366"/>
                </a:lnTo>
                <a:lnTo>
                  <a:pt x="24119" y="5366"/>
                </a:lnTo>
                <a:lnTo>
                  <a:pt x="24353" y="5259"/>
                </a:lnTo>
                <a:lnTo>
                  <a:pt x="24645" y="5259"/>
                </a:lnTo>
                <a:lnTo>
                  <a:pt x="24937" y="5100"/>
                </a:lnTo>
                <a:lnTo>
                  <a:pt x="25346" y="4994"/>
                </a:lnTo>
                <a:lnTo>
                  <a:pt x="25813" y="4994"/>
                </a:lnTo>
                <a:lnTo>
                  <a:pt x="26047" y="4834"/>
                </a:lnTo>
                <a:lnTo>
                  <a:pt x="26339" y="4834"/>
                </a:lnTo>
                <a:lnTo>
                  <a:pt x="26631" y="4728"/>
                </a:lnTo>
                <a:lnTo>
                  <a:pt x="26923" y="4728"/>
                </a:lnTo>
                <a:lnTo>
                  <a:pt x="27215" y="4622"/>
                </a:lnTo>
                <a:lnTo>
                  <a:pt x="27448" y="4622"/>
                </a:lnTo>
                <a:lnTo>
                  <a:pt x="27740" y="4462"/>
                </a:lnTo>
                <a:lnTo>
                  <a:pt x="28032" y="4462"/>
                </a:lnTo>
                <a:lnTo>
                  <a:pt x="28324" y="4462"/>
                </a:lnTo>
                <a:lnTo>
                  <a:pt x="28616" y="4462"/>
                </a:lnTo>
                <a:lnTo>
                  <a:pt x="28908" y="4356"/>
                </a:lnTo>
                <a:lnTo>
                  <a:pt x="29142" y="4356"/>
                </a:lnTo>
                <a:lnTo>
                  <a:pt x="29434" y="4197"/>
                </a:lnTo>
                <a:lnTo>
                  <a:pt x="29726" y="4197"/>
                </a:lnTo>
                <a:lnTo>
                  <a:pt x="30018" y="4091"/>
                </a:lnTo>
                <a:lnTo>
                  <a:pt x="30310" y="4091"/>
                </a:lnTo>
                <a:lnTo>
                  <a:pt x="30602" y="3984"/>
                </a:lnTo>
                <a:lnTo>
                  <a:pt x="30836" y="3984"/>
                </a:lnTo>
                <a:lnTo>
                  <a:pt x="31128" y="3825"/>
                </a:lnTo>
                <a:lnTo>
                  <a:pt x="31420" y="3825"/>
                </a:lnTo>
                <a:lnTo>
                  <a:pt x="31712" y="3719"/>
                </a:lnTo>
                <a:lnTo>
                  <a:pt x="32120" y="3719"/>
                </a:lnTo>
                <a:lnTo>
                  <a:pt x="32412" y="3719"/>
                </a:lnTo>
                <a:lnTo>
                  <a:pt x="32529" y="3559"/>
                </a:lnTo>
                <a:lnTo>
                  <a:pt x="32821" y="3559"/>
                </a:lnTo>
                <a:lnTo>
                  <a:pt x="33113" y="3453"/>
                </a:lnTo>
                <a:lnTo>
                  <a:pt x="33405" y="3453"/>
                </a:lnTo>
                <a:lnTo>
                  <a:pt x="33697" y="3294"/>
                </a:lnTo>
                <a:lnTo>
                  <a:pt x="34106" y="3294"/>
                </a:lnTo>
                <a:lnTo>
                  <a:pt x="34398" y="3187"/>
                </a:lnTo>
                <a:lnTo>
                  <a:pt x="34690" y="3187"/>
                </a:lnTo>
                <a:lnTo>
                  <a:pt x="34924" y="3187"/>
                </a:lnTo>
                <a:lnTo>
                  <a:pt x="35099" y="3081"/>
                </a:lnTo>
                <a:lnTo>
                  <a:pt x="35391" y="3081"/>
                </a:lnTo>
                <a:lnTo>
                  <a:pt x="35683" y="2922"/>
                </a:lnTo>
                <a:lnTo>
                  <a:pt x="35917" y="2922"/>
                </a:lnTo>
                <a:lnTo>
                  <a:pt x="36384" y="2922"/>
                </a:lnTo>
                <a:lnTo>
                  <a:pt x="36617" y="2815"/>
                </a:lnTo>
                <a:lnTo>
                  <a:pt x="36909" y="2815"/>
                </a:lnTo>
                <a:lnTo>
                  <a:pt x="37201" y="2656"/>
                </a:lnTo>
                <a:lnTo>
                  <a:pt x="37493" y="2656"/>
                </a:lnTo>
                <a:lnTo>
                  <a:pt x="37902" y="2550"/>
                </a:lnTo>
                <a:lnTo>
                  <a:pt x="38311" y="2550"/>
                </a:lnTo>
                <a:lnTo>
                  <a:pt x="38603" y="2443"/>
                </a:lnTo>
                <a:lnTo>
                  <a:pt x="38895" y="2443"/>
                </a:lnTo>
                <a:lnTo>
                  <a:pt x="39187" y="2443"/>
                </a:lnTo>
                <a:lnTo>
                  <a:pt x="39479" y="2284"/>
                </a:lnTo>
                <a:lnTo>
                  <a:pt x="39771" y="2284"/>
                </a:lnTo>
                <a:lnTo>
                  <a:pt x="40005" y="2178"/>
                </a:lnTo>
                <a:lnTo>
                  <a:pt x="40297" y="2178"/>
                </a:lnTo>
                <a:lnTo>
                  <a:pt x="40589" y="2178"/>
                </a:lnTo>
                <a:lnTo>
                  <a:pt x="40881" y="2178"/>
                </a:lnTo>
                <a:lnTo>
                  <a:pt x="41173" y="2178"/>
                </a:lnTo>
                <a:lnTo>
                  <a:pt x="41465" y="2178"/>
                </a:lnTo>
                <a:lnTo>
                  <a:pt x="41698" y="2018"/>
                </a:lnTo>
                <a:lnTo>
                  <a:pt x="41990" y="2018"/>
                </a:lnTo>
                <a:lnTo>
                  <a:pt x="42282" y="1912"/>
                </a:lnTo>
                <a:lnTo>
                  <a:pt x="42574" y="1912"/>
                </a:lnTo>
                <a:lnTo>
                  <a:pt x="42866" y="1912"/>
                </a:lnTo>
                <a:lnTo>
                  <a:pt x="43158" y="1753"/>
                </a:lnTo>
                <a:lnTo>
                  <a:pt x="43392" y="1753"/>
                </a:lnTo>
                <a:lnTo>
                  <a:pt x="43684" y="1753"/>
                </a:lnTo>
                <a:lnTo>
                  <a:pt x="43976" y="1647"/>
                </a:lnTo>
                <a:lnTo>
                  <a:pt x="44268" y="1647"/>
                </a:lnTo>
                <a:lnTo>
                  <a:pt x="44677" y="1647"/>
                </a:lnTo>
                <a:lnTo>
                  <a:pt x="44969" y="1540"/>
                </a:lnTo>
                <a:lnTo>
                  <a:pt x="45378" y="1540"/>
                </a:lnTo>
                <a:lnTo>
                  <a:pt x="45670" y="1381"/>
                </a:lnTo>
                <a:lnTo>
                  <a:pt x="45962" y="1381"/>
                </a:lnTo>
                <a:lnTo>
                  <a:pt x="46254" y="1381"/>
                </a:lnTo>
                <a:lnTo>
                  <a:pt x="46662" y="1275"/>
                </a:lnTo>
                <a:lnTo>
                  <a:pt x="46954" y="1275"/>
                </a:lnTo>
                <a:lnTo>
                  <a:pt x="47246" y="1275"/>
                </a:lnTo>
                <a:lnTo>
                  <a:pt x="47480" y="1115"/>
                </a:lnTo>
                <a:lnTo>
                  <a:pt x="47655" y="1115"/>
                </a:lnTo>
                <a:lnTo>
                  <a:pt x="47947" y="1115"/>
                </a:lnTo>
                <a:lnTo>
                  <a:pt x="48181" y="1009"/>
                </a:lnTo>
                <a:lnTo>
                  <a:pt x="48473" y="1009"/>
                </a:lnTo>
                <a:lnTo>
                  <a:pt x="48940" y="1009"/>
                </a:lnTo>
                <a:lnTo>
                  <a:pt x="49174" y="1009"/>
                </a:lnTo>
                <a:lnTo>
                  <a:pt x="49466" y="903"/>
                </a:lnTo>
                <a:lnTo>
                  <a:pt x="49758" y="903"/>
                </a:lnTo>
                <a:lnTo>
                  <a:pt x="50050" y="903"/>
                </a:lnTo>
                <a:lnTo>
                  <a:pt x="50167" y="743"/>
                </a:lnTo>
                <a:lnTo>
                  <a:pt x="50459" y="743"/>
                </a:lnTo>
                <a:lnTo>
                  <a:pt x="50867" y="743"/>
                </a:lnTo>
                <a:lnTo>
                  <a:pt x="51159" y="743"/>
                </a:lnTo>
                <a:lnTo>
                  <a:pt x="51451" y="637"/>
                </a:lnTo>
                <a:lnTo>
                  <a:pt x="51743" y="637"/>
                </a:lnTo>
                <a:lnTo>
                  <a:pt x="52035" y="637"/>
                </a:lnTo>
                <a:lnTo>
                  <a:pt x="52269" y="478"/>
                </a:lnTo>
                <a:lnTo>
                  <a:pt x="52561" y="478"/>
                </a:lnTo>
                <a:lnTo>
                  <a:pt x="52853" y="478"/>
                </a:lnTo>
                <a:lnTo>
                  <a:pt x="53145" y="478"/>
                </a:lnTo>
                <a:lnTo>
                  <a:pt x="53437" y="371"/>
                </a:lnTo>
                <a:lnTo>
                  <a:pt x="53729" y="371"/>
                </a:lnTo>
                <a:lnTo>
                  <a:pt x="53963" y="371"/>
                </a:lnTo>
                <a:lnTo>
                  <a:pt x="54255" y="371"/>
                </a:lnTo>
                <a:lnTo>
                  <a:pt x="54547" y="212"/>
                </a:lnTo>
                <a:lnTo>
                  <a:pt x="54839" y="212"/>
                </a:lnTo>
                <a:lnTo>
                  <a:pt x="55131" y="212"/>
                </a:lnTo>
                <a:lnTo>
                  <a:pt x="55423" y="212"/>
                </a:lnTo>
                <a:lnTo>
                  <a:pt x="55656" y="106"/>
                </a:lnTo>
                <a:lnTo>
                  <a:pt x="55948" y="106"/>
                </a:lnTo>
                <a:lnTo>
                  <a:pt x="56240" y="106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73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6645419" y="5258445"/>
            <a:ext cx="56649" cy="2178"/>
          </a:xfrm>
          <a:custGeom>
            <a:avLst/>
            <a:gdLst/>
            <a:ahLst/>
            <a:cxnLst/>
            <a:rect l="l" t="t" r="r" b="b"/>
            <a:pathLst>
              <a:path w="56649" h="2178">
                <a:moveTo>
                  <a:pt x="0" y="2178"/>
                </a:moveTo>
                <a:lnTo>
                  <a:pt x="408" y="2178"/>
                </a:lnTo>
                <a:lnTo>
                  <a:pt x="700" y="2178"/>
                </a:lnTo>
                <a:lnTo>
                  <a:pt x="1109" y="2018"/>
                </a:lnTo>
                <a:lnTo>
                  <a:pt x="1401" y="2018"/>
                </a:lnTo>
                <a:lnTo>
                  <a:pt x="1693" y="2018"/>
                </a:lnTo>
                <a:lnTo>
                  <a:pt x="1985" y="2018"/>
                </a:lnTo>
                <a:lnTo>
                  <a:pt x="2394" y="2018"/>
                </a:lnTo>
                <a:lnTo>
                  <a:pt x="2686" y="2018"/>
                </a:lnTo>
                <a:lnTo>
                  <a:pt x="2920" y="2018"/>
                </a:lnTo>
                <a:lnTo>
                  <a:pt x="3212" y="2018"/>
                </a:lnTo>
                <a:lnTo>
                  <a:pt x="3387" y="2018"/>
                </a:lnTo>
                <a:lnTo>
                  <a:pt x="3679" y="1912"/>
                </a:lnTo>
                <a:lnTo>
                  <a:pt x="3912" y="1912"/>
                </a:lnTo>
                <a:lnTo>
                  <a:pt x="4204" y="1912"/>
                </a:lnTo>
                <a:lnTo>
                  <a:pt x="4613" y="1912"/>
                </a:lnTo>
                <a:lnTo>
                  <a:pt x="4905" y="1753"/>
                </a:lnTo>
                <a:lnTo>
                  <a:pt x="5197" y="1753"/>
                </a:lnTo>
                <a:lnTo>
                  <a:pt x="5489" y="1753"/>
                </a:lnTo>
                <a:lnTo>
                  <a:pt x="5781" y="1753"/>
                </a:lnTo>
                <a:lnTo>
                  <a:pt x="6190" y="1647"/>
                </a:lnTo>
                <a:lnTo>
                  <a:pt x="6599" y="1647"/>
                </a:lnTo>
                <a:lnTo>
                  <a:pt x="6891" y="1647"/>
                </a:lnTo>
                <a:lnTo>
                  <a:pt x="7183" y="1647"/>
                </a:lnTo>
                <a:lnTo>
                  <a:pt x="7475" y="1647"/>
                </a:lnTo>
                <a:lnTo>
                  <a:pt x="7767" y="1540"/>
                </a:lnTo>
                <a:lnTo>
                  <a:pt x="8001" y="1540"/>
                </a:lnTo>
                <a:lnTo>
                  <a:pt x="8293" y="1540"/>
                </a:lnTo>
                <a:lnTo>
                  <a:pt x="8585" y="1540"/>
                </a:lnTo>
                <a:lnTo>
                  <a:pt x="8877" y="1540"/>
                </a:lnTo>
                <a:lnTo>
                  <a:pt x="9169" y="1540"/>
                </a:lnTo>
                <a:lnTo>
                  <a:pt x="9461" y="1381"/>
                </a:lnTo>
                <a:lnTo>
                  <a:pt x="9694" y="1381"/>
                </a:lnTo>
                <a:lnTo>
                  <a:pt x="9986" y="1381"/>
                </a:lnTo>
                <a:lnTo>
                  <a:pt x="10278" y="1381"/>
                </a:lnTo>
                <a:lnTo>
                  <a:pt x="10570" y="1381"/>
                </a:lnTo>
                <a:lnTo>
                  <a:pt x="10862" y="1381"/>
                </a:lnTo>
                <a:lnTo>
                  <a:pt x="11154" y="1275"/>
                </a:lnTo>
                <a:lnTo>
                  <a:pt x="11388" y="1275"/>
                </a:lnTo>
                <a:lnTo>
                  <a:pt x="11680" y="1275"/>
                </a:lnTo>
                <a:lnTo>
                  <a:pt x="11972" y="1275"/>
                </a:lnTo>
                <a:lnTo>
                  <a:pt x="12264" y="1275"/>
                </a:lnTo>
                <a:lnTo>
                  <a:pt x="12556" y="1275"/>
                </a:lnTo>
                <a:lnTo>
                  <a:pt x="12965" y="1115"/>
                </a:lnTo>
                <a:lnTo>
                  <a:pt x="13257" y="1115"/>
                </a:lnTo>
                <a:lnTo>
                  <a:pt x="13666" y="1115"/>
                </a:lnTo>
                <a:lnTo>
                  <a:pt x="13958" y="1115"/>
                </a:lnTo>
                <a:lnTo>
                  <a:pt x="14250" y="1115"/>
                </a:lnTo>
                <a:lnTo>
                  <a:pt x="14483" y="1009"/>
                </a:lnTo>
                <a:lnTo>
                  <a:pt x="14950" y="1009"/>
                </a:lnTo>
                <a:lnTo>
                  <a:pt x="15242" y="1009"/>
                </a:lnTo>
                <a:lnTo>
                  <a:pt x="15476" y="1009"/>
                </a:lnTo>
                <a:lnTo>
                  <a:pt x="15768" y="1009"/>
                </a:lnTo>
                <a:lnTo>
                  <a:pt x="15943" y="1009"/>
                </a:lnTo>
                <a:lnTo>
                  <a:pt x="16177" y="1009"/>
                </a:lnTo>
                <a:lnTo>
                  <a:pt x="16469" y="1009"/>
                </a:lnTo>
                <a:lnTo>
                  <a:pt x="16761" y="850"/>
                </a:lnTo>
                <a:lnTo>
                  <a:pt x="17170" y="850"/>
                </a:lnTo>
                <a:lnTo>
                  <a:pt x="17462" y="850"/>
                </a:lnTo>
                <a:lnTo>
                  <a:pt x="17754" y="850"/>
                </a:lnTo>
                <a:lnTo>
                  <a:pt x="18046" y="850"/>
                </a:lnTo>
                <a:lnTo>
                  <a:pt x="18338" y="850"/>
                </a:lnTo>
                <a:lnTo>
                  <a:pt x="18746" y="743"/>
                </a:lnTo>
                <a:lnTo>
                  <a:pt x="19155" y="743"/>
                </a:lnTo>
                <a:lnTo>
                  <a:pt x="19447" y="743"/>
                </a:lnTo>
                <a:lnTo>
                  <a:pt x="19739" y="743"/>
                </a:lnTo>
                <a:lnTo>
                  <a:pt x="20031" y="743"/>
                </a:lnTo>
                <a:lnTo>
                  <a:pt x="20265" y="743"/>
                </a:lnTo>
                <a:lnTo>
                  <a:pt x="20557" y="743"/>
                </a:lnTo>
                <a:lnTo>
                  <a:pt x="20849" y="743"/>
                </a:lnTo>
                <a:lnTo>
                  <a:pt x="21024" y="743"/>
                </a:lnTo>
                <a:lnTo>
                  <a:pt x="21258" y="637"/>
                </a:lnTo>
                <a:lnTo>
                  <a:pt x="21550" y="637"/>
                </a:lnTo>
                <a:lnTo>
                  <a:pt x="21842" y="637"/>
                </a:lnTo>
                <a:lnTo>
                  <a:pt x="22134" y="637"/>
                </a:lnTo>
                <a:lnTo>
                  <a:pt x="22426" y="637"/>
                </a:lnTo>
                <a:lnTo>
                  <a:pt x="22718" y="637"/>
                </a:lnTo>
                <a:lnTo>
                  <a:pt x="22951" y="637"/>
                </a:lnTo>
                <a:lnTo>
                  <a:pt x="23419" y="637"/>
                </a:lnTo>
                <a:lnTo>
                  <a:pt x="23827" y="637"/>
                </a:lnTo>
                <a:lnTo>
                  <a:pt x="24119" y="478"/>
                </a:lnTo>
                <a:lnTo>
                  <a:pt x="24411" y="478"/>
                </a:lnTo>
                <a:lnTo>
                  <a:pt x="24645" y="478"/>
                </a:lnTo>
                <a:lnTo>
                  <a:pt x="24937" y="478"/>
                </a:lnTo>
                <a:lnTo>
                  <a:pt x="25346" y="478"/>
                </a:lnTo>
                <a:lnTo>
                  <a:pt x="25638" y="478"/>
                </a:lnTo>
                <a:lnTo>
                  <a:pt x="25930" y="478"/>
                </a:lnTo>
                <a:lnTo>
                  <a:pt x="26339" y="478"/>
                </a:lnTo>
                <a:lnTo>
                  <a:pt x="26631" y="478"/>
                </a:lnTo>
                <a:lnTo>
                  <a:pt x="26923" y="478"/>
                </a:lnTo>
                <a:lnTo>
                  <a:pt x="27215" y="371"/>
                </a:lnTo>
                <a:lnTo>
                  <a:pt x="27624" y="371"/>
                </a:lnTo>
                <a:lnTo>
                  <a:pt x="27916" y="371"/>
                </a:lnTo>
                <a:lnTo>
                  <a:pt x="28208" y="371"/>
                </a:lnTo>
                <a:lnTo>
                  <a:pt x="28500" y="371"/>
                </a:lnTo>
                <a:lnTo>
                  <a:pt x="28908" y="371"/>
                </a:lnTo>
                <a:lnTo>
                  <a:pt x="29200" y="371"/>
                </a:lnTo>
                <a:lnTo>
                  <a:pt x="29609" y="371"/>
                </a:lnTo>
                <a:lnTo>
                  <a:pt x="29901" y="371"/>
                </a:lnTo>
                <a:lnTo>
                  <a:pt x="30193" y="371"/>
                </a:lnTo>
                <a:lnTo>
                  <a:pt x="30427" y="371"/>
                </a:lnTo>
                <a:lnTo>
                  <a:pt x="30719" y="371"/>
                </a:lnTo>
                <a:lnTo>
                  <a:pt x="31011" y="371"/>
                </a:lnTo>
                <a:lnTo>
                  <a:pt x="31128" y="212"/>
                </a:lnTo>
                <a:lnTo>
                  <a:pt x="31595" y="212"/>
                </a:lnTo>
                <a:lnTo>
                  <a:pt x="31828" y="212"/>
                </a:lnTo>
                <a:lnTo>
                  <a:pt x="32120" y="212"/>
                </a:lnTo>
                <a:lnTo>
                  <a:pt x="32412" y="212"/>
                </a:lnTo>
                <a:lnTo>
                  <a:pt x="32704" y="212"/>
                </a:lnTo>
                <a:lnTo>
                  <a:pt x="32996" y="212"/>
                </a:lnTo>
                <a:lnTo>
                  <a:pt x="33288" y="212"/>
                </a:lnTo>
                <a:lnTo>
                  <a:pt x="33522" y="212"/>
                </a:lnTo>
                <a:lnTo>
                  <a:pt x="33814" y="212"/>
                </a:lnTo>
                <a:lnTo>
                  <a:pt x="34106" y="212"/>
                </a:lnTo>
                <a:lnTo>
                  <a:pt x="34398" y="212"/>
                </a:lnTo>
                <a:lnTo>
                  <a:pt x="34690" y="212"/>
                </a:lnTo>
                <a:lnTo>
                  <a:pt x="34982" y="212"/>
                </a:lnTo>
                <a:lnTo>
                  <a:pt x="35216" y="212"/>
                </a:lnTo>
                <a:lnTo>
                  <a:pt x="35508" y="212"/>
                </a:lnTo>
                <a:lnTo>
                  <a:pt x="35975" y="212"/>
                </a:lnTo>
                <a:lnTo>
                  <a:pt x="36384" y="106"/>
                </a:lnTo>
                <a:lnTo>
                  <a:pt x="36676" y="106"/>
                </a:lnTo>
                <a:lnTo>
                  <a:pt x="36909" y="106"/>
                </a:lnTo>
                <a:lnTo>
                  <a:pt x="37201" y="106"/>
                </a:lnTo>
                <a:lnTo>
                  <a:pt x="37493" y="106"/>
                </a:lnTo>
                <a:lnTo>
                  <a:pt x="37902" y="106"/>
                </a:lnTo>
                <a:lnTo>
                  <a:pt x="38194" y="106"/>
                </a:lnTo>
                <a:lnTo>
                  <a:pt x="38486" y="106"/>
                </a:lnTo>
                <a:lnTo>
                  <a:pt x="38895" y="106"/>
                </a:lnTo>
                <a:lnTo>
                  <a:pt x="39187" y="106"/>
                </a:lnTo>
                <a:lnTo>
                  <a:pt x="39479" y="106"/>
                </a:lnTo>
                <a:lnTo>
                  <a:pt x="39771" y="106"/>
                </a:lnTo>
                <a:lnTo>
                  <a:pt x="40180" y="106"/>
                </a:lnTo>
                <a:lnTo>
                  <a:pt x="40472" y="106"/>
                </a:lnTo>
                <a:lnTo>
                  <a:pt x="40764" y="106"/>
                </a:lnTo>
                <a:lnTo>
                  <a:pt x="40998" y="106"/>
                </a:lnTo>
                <a:lnTo>
                  <a:pt x="41173" y="106"/>
                </a:lnTo>
                <a:lnTo>
                  <a:pt x="41465" y="106"/>
                </a:lnTo>
                <a:lnTo>
                  <a:pt x="41757" y="106"/>
                </a:lnTo>
                <a:lnTo>
                  <a:pt x="42166" y="106"/>
                </a:lnTo>
                <a:lnTo>
                  <a:pt x="42458" y="106"/>
                </a:lnTo>
                <a:lnTo>
                  <a:pt x="42691" y="106"/>
                </a:lnTo>
                <a:lnTo>
                  <a:pt x="42983" y="106"/>
                </a:lnTo>
                <a:lnTo>
                  <a:pt x="43275" y="106"/>
                </a:lnTo>
                <a:lnTo>
                  <a:pt x="43567" y="106"/>
                </a:lnTo>
                <a:lnTo>
                  <a:pt x="44151" y="106"/>
                </a:lnTo>
                <a:lnTo>
                  <a:pt x="44385" y="106"/>
                </a:lnTo>
                <a:lnTo>
                  <a:pt x="44677" y="106"/>
                </a:lnTo>
                <a:lnTo>
                  <a:pt x="44969" y="0"/>
                </a:lnTo>
                <a:lnTo>
                  <a:pt x="45261" y="0"/>
                </a:lnTo>
                <a:lnTo>
                  <a:pt x="45553" y="0"/>
                </a:lnTo>
                <a:lnTo>
                  <a:pt x="45845" y="0"/>
                </a:lnTo>
                <a:lnTo>
                  <a:pt x="46078" y="0"/>
                </a:lnTo>
                <a:lnTo>
                  <a:pt x="46370" y="0"/>
                </a:lnTo>
                <a:lnTo>
                  <a:pt x="46662" y="0"/>
                </a:lnTo>
                <a:lnTo>
                  <a:pt x="46954" y="0"/>
                </a:lnTo>
                <a:lnTo>
                  <a:pt x="47246" y="0"/>
                </a:lnTo>
                <a:lnTo>
                  <a:pt x="47538" y="0"/>
                </a:lnTo>
                <a:lnTo>
                  <a:pt x="47772" y="0"/>
                </a:lnTo>
                <a:lnTo>
                  <a:pt x="48064" y="0"/>
                </a:lnTo>
                <a:lnTo>
                  <a:pt x="48473" y="0"/>
                </a:lnTo>
                <a:lnTo>
                  <a:pt x="48648" y="0"/>
                </a:lnTo>
                <a:lnTo>
                  <a:pt x="48940" y="0"/>
                </a:lnTo>
                <a:lnTo>
                  <a:pt x="49174" y="0"/>
                </a:lnTo>
                <a:lnTo>
                  <a:pt x="49466" y="0"/>
                </a:lnTo>
                <a:lnTo>
                  <a:pt x="49758" y="0"/>
                </a:lnTo>
                <a:lnTo>
                  <a:pt x="50050" y="0"/>
                </a:lnTo>
                <a:lnTo>
                  <a:pt x="50459" y="0"/>
                </a:lnTo>
                <a:lnTo>
                  <a:pt x="50751" y="0"/>
                </a:lnTo>
                <a:lnTo>
                  <a:pt x="51043" y="0"/>
                </a:lnTo>
                <a:lnTo>
                  <a:pt x="51451" y="0"/>
                </a:lnTo>
                <a:lnTo>
                  <a:pt x="51743" y="0"/>
                </a:lnTo>
                <a:lnTo>
                  <a:pt x="52035" y="0"/>
                </a:lnTo>
                <a:lnTo>
                  <a:pt x="52327" y="0"/>
                </a:lnTo>
                <a:lnTo>
                  <a:pt x="52736" y="0"/>
                </a:lnTo>
                <a:lnTo>
                  <a:pt x="53028" y="0"/>
                </a:lnTo>
                <a:lnTo>
                  <a:pt x="53320" y="0"/>
                </a:lnTo>
                <a:lnTo>
                  <a:pt x="53554" y="0"/>
                </a:lnTo>
                <a:lnTo>
                  <a:pt x="53729" y="0"/>
                </a:lnTo>
                <a:lnTo>
                  <a:pt x="54021" y="0"/>
                </a:lnTo>
                <a:lnTo>
                  <a:pt x="54255" y="0"/>
                </a:lnTo>
                <a:lnTo>
                  <a:pt x="54722" y="0"/>
                </a:lnTo>
                <a:lnTo>
                  <a:pt x="54956" y="0"/>
                </a:lnTo>
                <a:lnTo>
                  <a:pt x="55248" y="0"/>
                </a:lnTo>
                <a:lnTo>
                  <a:pt x="55540" y="0"/>
                </a:lnTo>
                <a:lnTo>
                  <a:pt x="55832" y="0"/>
                </a:lnTo>
                <a:lnTo>
                  <a:pt x="56124" y="0"/>
                </a:lnTo>
                <a:lnTo>
                  <a:pt x="56649" y="0"/>
                </a:lnTo>
              </a:path>
            </a:pathLst>
          </a:custGeom>
          <a:ln w="76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6702069" y="5257542"/>
            <a:ext cx="56883" cy="903"/>
          </a:xfrm>
          <a:custGeom>
            <a:avLst/>
            <a:gdLst/>
            <a:ahLst/>
            <a:cxnLst/>
            <a:rect l="l" t="t" r="r" b="b"/>
            <a:pathLst>
              <a:path w="56883" h="903">
                <a:moveTo>
                  <a:pt x="0" y="903"/>
                </a:moveTo>
                <a:lnTo>
                  <a:pt x="292" y="903"/>
                </a:lnTo>
                <a:lnTo>
                  <a:pt x="584" y="903"/>
                </a:lnTo>
                <a:lnTo>
                  <a:pt x="876" y="903"/>
                </a:lnTo>
                <a:lnTo>
                  <a:pt x="1168" y="903"/>
                </a:lnTo>
                <a:lnTo>
                  <a:pt x="1460" y="903"/>
                </a:lnTo>
                <a:lnTo>
                  <a:pt x="1693" y="903"/>
                </a:lnTo>
                <a:lnTo>
                  <a:pt x="1985" y="903"/>
                </a:lnTo>
                <a:lnTo>
                  <a:pt x="2277" y="903"/>
                </a:lnTo>
                <a:lnTo>
                  <a:pt x="2569" y="903"/>
                </a:lnTo>
                <a:lnTo>
                  <a:pt x="2861" y="903"/>
                </a:lnTo>
                <a:lnTo>
                  <a:pt x="3153" y="903"/>
                </a:lnTo>
                <a:lnTo>
                  <a:pt x="3387" y="903"/>
                </a:lnTo>
                <a:lnTo>
                  <a:pt x="3679" y="903"/>
                </a:lnTo>
                <a:lnTo>
                  <a:pt x="3971" y="903"/>
                </a:lnTo>
                <a:lnTo>
                  <a:pt x="4380" y="903"/>
                </a:lnTo>
                <a:lnTo>
                  <a:pt x="4555" y="903"/>
                </a:lnTo>
                <a:lnTo>
                  <a:pt x="4847" y="903"/>
                </a:lnTo>
                <a:lnTo>
                  <a:pt x="5080" y="903"/>
                </a:lnTo>
                <a:lnTo>
                  <a:pt x="5372" y="903"/>
                </a:lnTo>
                <a:lnTo>
                  <a:pt x="5664" y="903"/>
                </a:lnTo>
                <a:lnTo>
                  <a:pt x="5956" y="903"/>
                </a:lnTo>
                <a:lnTo>
                  <a:pt x="6365" y="903"/>
                </a:lnTo>
                <a:lnTo>
                  <a:pt x="6657" y="903"/>
                </a:lnTo>
                <a:lnTo>
                  <a:pt x="6949" y="903"/>
                </a:lnTo>
                <a:lnTo>
                  <a:pt x="7358" y="903"/>
                </a:lnTo>
                <a:lnTo>
                  <a:pt x="7650" y="903"/>
                </a:lnTo>
                <a:lnTo>
                  <a:pt x="7942" y="903"/>
                </a:lnTo>
                <a:lnTo>
                  <a:pt x="8234" y="903"/>
                </a:lnTo>
                <a:lnTo>
                  <a:pt x="8643" y="903"/>
                </a:lnTo>
                <a:lnTo>
                  <a:pt x="8935" y="903"/>
                </a:lnTo>
                <a:lnTo>
                  <a:pt x="9169" y="903"/>
                </a:lnTo>
                <a:lnTo>
                  <a:pt x="9461" y="903"/>
                </a:lnTo>
                <a:lnTo>
                  <a:pt x="9636" y="903"/>
                </a:lnTo>
                <a:lnTo>
                  <a:pt x="9869" y="903"/>
                </a:lnTo>
                <a:lnTo>
                  <a:pt x="10161" y="903"/>
                </a:lnTo>
                <a:lnTo>
                  <a:pt x="10629" y="903"/>
                </a:lnTo>
                <a:lnTo>
                  <a:pt x="10862" y="903"/>
                </a:lnTo>
                <a:lnTo>
                  <a:pt x="11154" y="903"/>
                </a:lnTo>
                <a:lnTo>
                  <a:pt x="11446" y="903"/>
                </a:lnTo>
                <a:lnTo>
                  <a:pt x="11738" y="903"/>
                </a:lnTo>
                <a:lnTo>
                  <a:pt x="12030" y="903"/>
                </a:lnTo>
                <a:lnTo>
                  <a:pt x="12556" y="903"/>
                </a:lnTo>
                <a:lnTo>
                  <a:pt x="12848" y="903"/>
                </a:lnTo>
                <a:lnTo>
                  <a:pt x="13140" y="903"/>
                </a:lnTo>
                <a:lnTo>
                  <a:pt x="13432" y="903"/>
                </a:lnTo>
                <a:lnTo>
                  <a:pt x="13724" y="903"/>
                </a:lnTo>
                <a:lnTo>
                  <a:pt x="14016" y="903"/>
                </a:lnTo>
                <a:lnTo>
                  <a:pt x="14250" y="903"/>
                </a:lnTo>
                <a:lnTo>
                  <a:pt x="14542" y="903"/>
                </a:lnTo>
                <a:lnTo>
                  <a:pt x="14834" y="903"/>
                </a:lnTo>
                <a:lnTo>
                  <a:pt x="15126" y="903"/>
                </a:lnTo>
                <a:lnTo>
                  <a:pt x="15418" y="903"/>
                </a:lnTo>
                <a:lnTo>
                  <a:pt x="15710" y="903"/>
                </a:lnTo>
                <a:lnTo>
                  <a:pt x="15943" y="903"/>
                </a:lnTo>
                <a:lnTo>
                  <a:pt x="16235" y="903"/>
                </a:lnTo>
                <a:lnTo>
                  <a:pt x="16527" y="903"/>
                </a:lnTo>
                <a:lnTo>
                  <a:pt x="16936" y="903"/>
                </a:lnTo>
                <a:lnTo>
                  <a:pt x="17228" y="903"/>
                </a:lnTo>
                <a:lnTo>
                  <a:pt x="17637" y="903"/>
                </a:lnTo>
                <a:lnTo>
                  <a:pt x="17929" y="903"/>
                </a:lnTo>
                <a:lnTo>
                  <a:pt x="18221" y="903"/>
                </a:lnTo>
                <a:lnTo>
                  <a:pt x="18513" y="903"/>
                </a:lnTo>
                <a:lnTo>
                  <a:pt x="18922" y="903"/>
                </a:lnTo>
                <a:lnTo>
                  <a:pt x="19214" y="903"/>
                </a:lnTo>
                <a:lnTo>
                  <a:pt x="19506" y="903"/>
                </a:lnTo>
                <a:lnTo>
                  <a:pt x="19914" y="903"/>
                </a:lnTo>
                <a:lnTo>
                  <a:pt x="20206" y="903"/>
                </a:lnTo>
                <a:lnTo>
                  <a:pt x="20499" y="903"/>
                </a:lnTo>
                <a:lnTo>
                  <a:pt x="20732" y="903"/>
                </a:lnTo>
                <a:lnTo>
                  <a:pt x="21199" y="903"/>
                </a:lnTo>
                <a:lnTo>
                  <a:pt x="21491" y="903"/>
                </a:lnTo>
                <a:lnTo>
                  <a:pt x="21725" y="903"/>
                </a:lnTo>
                <a:lnTo>
                  <a:pt x="22017" y="903"/>
                </a:lnTo>
                <a:lnTo>
                  <a:pt x="22192" y="903"/>
                </a:lnTo>
                <a:lnTo>
                  <a:pt x="22426" y="903"/>
                </a:lnTo>
                <a:lnTo>
                  <a:pt x="22718" y="903"/>
                </a:lnTo>
                <a:lnTo>
                  <a:pt x="23127" y="903"/>
                </a:lnTo>
                <a:lnTo>
                  <a:pt x="23419" y="903"/>
                </a:lnTo>
                <a:lnTo>
                  <a:pt x="23711" y="903"/>
                </a:lnTo>
                <a:lnTo>
                  <a:pt x="24003" y="903"/>
                </a:lnTo>
                <a:lnTo>
                  <a:pt x="24295" y="903"/>
                </a:lnTo>
                <a:lnTo>
                  <a:pt x="24587" y="903"/>
                </a:lnTo>
                <a:lnTo>
                  <a:pt x="25112" y="903"/>
                </a:lnTo>
                <a:lnTo>
                  <a:pt x="25404" y="903"/>
                </a:lnTo>
                <a:lnTo>
                  <a:pt x="25696" y="903"/>
                </a:lnTo>
                <a:lnTo>
                  <a:pt x="25988" y="903"/>
                </a:lnTo>
                <a:lnTo>
                  <a:pt x="26280" y="903"/>
                </a:lnTo>
                <a:lnTo>
                  <a:pt x="26514" y="743"/>
                </a:lnTo>
                <a:lnTo>
                  <a:pt x="26806" y="743"/>
                </a:lnTo>
                <a:lnTo>
                  <a:pt x="27098" y="743"/>
                </a:lnTo>
                <a:lnTo>
                  <a:pt x="27390" y="743"/>
                </a:lnTo>
                <a:lnTo>
                  <a:pt x="27682" y="743"/>
                </a:lnTo>
                <a:lnTo>
                  <a:pt x="27974" y="743"/>
                </a:lnTo>
                <a:lnTo>
                  <a:pt x="28208" y="743"/>
                </a:lnTo>
                <a:lnTo>
                  <a:pt x="28500" y="743"/>
                </a:lnTo>
                <a:lnTo>
                  <a:pt x="28792" y="743"/>
                </a:lnTo>
                <a:lnTo>
                  <a:pt x="29084" y="743"/>
                </a:lnTo>
                <a:lnTo>
                  <a:pt x="29492" y="743"/>
                </a:lnTo>
                <a:lnTo>
                  <a:pt x="29784" y="743"/>
                </a:lnTo>
                <a:lnTo>
                  <a:pt x="30193" y="743"/>
                </a:lnTo>
                <a:lnTo>
                  <a:pt x="30485" y="743"/>
                </a:lnTo>
                <a:lnTo>
                  <a:pt x="30777" y="743"/>
                </a:lnTo>
                <a:lnTo>
                  <a:pt x="31069" y="743"/>
                </a:lnTo>
                <a:lnTo>
                  <a:pt x="31478" y="743"/>
                </a:lnTo>
                <a:lnTo>
                  <a:pt x="31770" y="743"/>
                </a:lnTo>
                <a:lnTo>
                  <a:pt x="32062" y="743"/>
                </a:lnTo>
                <a:lnTo>
                  <a:pt x="32296" y="743"/>
                </a:lnTo>
                <a:lnTo>
                  <a:pt x="32471" y="743"/>
                </a:lnTo>
                <a:lnTo>
                  <a:pt x="32763" y="743"/>
                </a:lnTo>
                <a:lnTo>
                  <a:pt x="33055" y="743"/>
                </a:lnTo>
                <a:lnTo>
                  <a:pt x="33288" y="743"/>
                </a:lnTo>
                <a:lnTo>
                  <a:pt x="33756" y="743"/>
                </a:lnTo>
                <a:lnTo>
                  <a:pt x="33989" y="743"/>
                </a:lnTo>
                <a:lnTo>
                  <a:pt x="34281" y="743"/>
                </a:lnTo>
                <a:lnTo>
                  <a:pt x="34573" y="743"/>
                </a:lnTo>
                <a:lnTo>
                  <a:pt x="34865" y="743"/>
                </a:lnTo>
                <a:lnTo>
                  <a:pt x="35274" y="637"/>
                </a:lnTo>
                <a:lnTo>
                  <a:pt x="35683" y="637"/>
                </a:lnTo>
                <a:lnTo>
                  <a:pt x="35975" y="637"/>
                </a:lnTo>
                <a:lnTo>
                  <a:pt x="36267" y="637"/>
                </a:lnTo>
                <a:lnTo>
                  <a:pt x="36559" y="637"/>
                </a:lnTo>
                <a:lnTo>
                  <a:pt x="36851" y="637"/>
                </a:lnTo>
                <a:lnTo>
                  <a:pt x="37143" y="637"/>
                </a:lnTo>
                <a:lnTo>
                  <a:pt x="37669" y="637"/>
                </a:lnTo>
                <a:lnTo>
                  <a:pt x="37961" y="637"/>
                </a:lnTo>
                <a:lnTo>
                  <a:pt x="38253" y="637"/>
                </a:lnTo>
                <a:lnTo>
                  <a:pt x="38545" y="637"/>
                </a:lnTo>
                <a:lnTo>
                  <a:pt x="38837" y="637"/>
                </a:lnTo>
                <a:lnTo>
                  <a:pt x="39070" y="637"/>
                </a:lnTo>
                <a:lnTo>
                  <a:pt x="39362" y="637"/>
                </a:lnTo>
                <a:lnTo>
                  <a:pt x="39654" y="637"/>
                </a:lnTo>
                <a:lnTo>
                  <a:pt x="39946" y="637"/>
                </a:lnTo>
                <a:lnTo>
                  <a:pt x="40238" y="637"/>
                </a:lnTo>
                <a:lnTo>
                  <a:pt x="40472" y="637"/>
                </a:lnTo>
                <a:lnTo>
                  <a:pt x="40764" y="637"/>
                </a:lnTo>
                <a:lnTo>
                  <a:pt x="41056" y="637"/>
                </a:lnTo>
                <a:lnTo>
                  <a:pt x="41348" y="637"/>
                </a:lnTo>
                <a:lnTo>
                  <a:pt x="41640" y="637"/>
                </a:lnTo>
                <a:lnTo>
                  <a:pt x="42049" y="637"/>
                </a:lnTo>
                <a:lnTo>
                  <a:pt x="42341" y="637"/>
                </a:lnTo>
                <a:lnTo>
                  <a:pt x="42750" y="637"/>
                </a:lnTo>
                <a:lnTo>
                  <a:pt x="43042" y="637"/>
                </a:lnTo>
                <a:lnTo>
                  <a:pt x="43334" y="637"/>
                </a:lnTo>
                <a:lnTo>
                  <a:pt x="43626" y="637"/>
                </a:lnTo>
                <a:lnTo>
                  <a:pt x="44034" y="637"/>
                </a:lnTo>
                <a:lnTo>
                  <a:pt x="44326" y="478"/>
                </a:lnTo>
                <a:lnTo>
                  <a:pt x="44618" y="478"/>
                </a:lnTo>
                <a:lnTo>
                  <a:pt x="44852" y="478"/>
                </a:lnTo>
                <a:lnTo>
                  <a:pt x="45027" y="478"/>
                </a:lnTo>
                <a:lnTo>
                  <a:pt x="45319" y="478"/>
                </a:lnTo>
                <a:lnTo>
                  <a:pt x="45553" y="478"/>
                </a:lnTo>
                <a:lnTo>
                  <a:pt x="45845" y="478"/>
                </a:lnTo>
                <a:lnTo>
                  <a:pt x="46254" y="478"/>
                </a:lnTo>
                <a:lnTo>
                  <a:pt x="46546" y="478"/>
                </a:lnTo>
                <a:lnTo>
                  <a:pt x="46838" y="478"/>
                </a:lnTo>
                <a:lnTo>
                  <a:pt x="47130" y="478"/>
                </a:lnTo>
                <a:lnTo>
                  <a:pt x="47422" y="371"/>
                </a:lnTo>
                <a:lnTo>
                  <a:pt x="47831" y="371"/>
                </a:lnTo>
                <a:lnTo>
                  <a:pt x="48239" y="371"/>
                </a:lnTo>
                <a:lnTo>
                  <a:pt x="48531" y="371"/>
                </a:lnTo>
                <a:lnTo>
                  <a:pt x="48823" y="371"/>
                </a:lnTo>
                <a:lnTo>
                  <a:pt x="49115" y="371"/>
                </a:lnTo>
                <a:lnTo>
                  <a:pt x="49407" y="371"/>
                </a:lnTo>
                <a:lnTo>
                  <a:pt x="49641" y="371"/>
                </a:lnTo>
                <a:lnTo>
                  <a:pt x="49933" y="371"/>
                </a:lnTo>
                <a:lnTo>
                  <a:pt x="50225" y="212"/>
                </a:lnTo>
                <a:lnTo>
                  <a:pt x="50517" y="212"/>
                </a:lnTo>
                <a:lnTo>
                  <a:pt x="50809" y="212"/>
                </a:lnTo>
                <a:lnTo>
                  <a:pt x="51101" y="212"/>
                </a:lnTo>
                <a:lnTo>
                  <a:pt x="51335" y="212"/>
                </a:lnTo>
                <a:lnTo>
                  <a:pt x="51627" y="212"/>
                </a:lnTo>
                <a:lnTo>
                  <a:pt x="51919" y="212"/>
                </a:lnTo>
                <a:lnTo>
                  <a:pt x="52211" y="212"/>
                </a:lnTo>
                <a:lnTo>
                  <a:pt x="52503" y="212"/>
                </a:lnTo>
                <a:lnTo>
                  <a:pt x="52795" y="106"/>
                </a:lnTo>
                <a:lnTo>
                  <a:pt x="53028" y="106"/>
                </a:lnTo>
                <a:lnTo>
                  <a:pt x="53320" y="106"/>
                </a:lnTo>
                <a:lnTo>
                  <a:pt x="53612" y="106"/>
                </a:lnTo>
                <a:lnTo>
                  <a:pt x="53904" y="106"/>
                </a:lnTo>
                <a:lnTo>
                  <a:pt x="54196" y="106"/>
                </a:lnTo>
                <a:lnTo>
                  <a:pt x="54605" y="106"/>
                </a:lnTo>
                <a:lnTo>
                  <a:pt x="54897" y="0"/>
                </a:lnTo>
                <a:lnTo>
                  <a:pt x="55306" y="0"/>
                </a:lnTo>
                <a:lnTo>
                  <a:pt x="55598" y="0"/>
                </a:lnTo>
                <a:lnTo>
                  <a:pt x="55890" y="0"/>
                </a:lnTo>
                <a:lnTo>
                  <a:pt x="56182" y="0"/>
                </a:lnTo>
                <a:lnTo>
                  <a:pt x="56416" y="0"/>
                </a:lnTo>
                <a:lnTo>
                  <a:pt x="56883" y="0"/>
                </a:lnTo>
              </a:path>
            </a:pathLst>
          </a:custGeom>
          <a:ln w="769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6758952" y="5248669"/>
            <a:ext cx="56649" cy="8872"/>
          </a:xfrm>
          <a:custGeom>
            <a:avLst/>
            <a:gdLst/>
            <a:ahLst/>
            <a:cxnLst/>
            <a:rect l="l" t="t" r="r" b="b"/>
            <a:pathLst>
              <a:path w="56649" h="8872">
                <a:moveTo>
                  <a:pt x="0" y="8872"/>
                </a:moveTo>
                <a:lnTo>
                  <a:pt x="233" y="8713"/>
                </a:lnTo>
                <a:lnTo>
                  <a:pt x="525" y="8713"/>
                </a:lnTo>
                <a:lnTo>
                  <a:pt x="700" y="8713"/>
                </a:lnTo>
                <a:lnTo>
                  <a:pt x="992" y="8713"/>
                </a:lnTo>
                <a:lnTo>
                  <a:pt x="1226" y="8713"/>
                </a:lnTo>
                <a:lnTo>
                  <a:pt x="1518" y="8713"/>
                </a:lnTo>
                <a:lnTo>
                  <a:pt x="1927" y="8607"/>
                </a:lnTo>
                <a:lnTo>
                  <a:pt x="2219" y="8607"/>
                </a:lnTo>
                <a:lnTo>
                  <a:pt x="2511" y="8607"/>
                </a:lnTo>
                <a:lnTo>
                  <a:pt x="2803" y="8607"/>
                </a:lnTo>
                <a:lnTo>
                  <a:pt x="3095" y="8607"/>
                </a:lnTo>
                <a:lnTo>
                  <a:pt x="3504" y="8447"/>
                </a:lnTo>
                <a:lnTo>
                  <a:pt x="3912" y="8447"/>
                </a:lnTo>
                <a:lnTo>
                  <a:pt x="4204" y="8447"/>
                </a:lnTo>
                <a:lnTo>
                  <a:pt x="4496" y="8447"/>
                </a:lnTo>
                <a:lnTo>
                  <a:pt x="4788" y="8447"/>
                </a:lnTo>
                <a:lnTo>
                  <a:pt x="5080" y="8447"/>
                </a:lnTo>
                <a:lnTo>
                  <a:pt x="5314" y="8341"/>
                </a:lnTo>
                <a:lnTo>
                  <a:pt x="5606" y="8341"/>
                </a:lnTo>
                <a:lnTo>
                  <a:pt x="5781" y="8341"/>
                </a:lnTo>
                <a:lnTo>
                  <a:pt x="6190" y="8341"/>
                </a:lnTo>
                <a:lnTo>
                  <a:pt x="6482" y="8341"/>
                </a:lnTo>
                <a:lnTo>
                  <a:pt x="6774" y="8341"/>
                </a:lnTo>
                <a:lnTo>
                  <a:pt x="7008" y="8235"/>
                </a:lnTo>
                <a:lnTo>
                  <a:pt x="7300" y="8235"/>
                </a:lnTo>
                <a:lnTo>
                  <a:pt x="7592" y="8235"/>
                </a:lnTo>
                <a:lnTo>
                  <a:pt x="7884" y="8235"/>
                </a:lnTo>
                <a:lnTo>
                  <a:pt x="8176" y="8235"/>
                </a:lnTo>
                <a:lnTo>
                  <a:pt x="8409" y="8075"/>
                </a:lnTo>
                <a:lnTo>
                  <a:pt x="8701" y="8075"/>
                </a:lnTo>
                <a:lnTo>
                  <a:pt x="8993" y="8075"/>
                </a:lnTo>
                <a:lnTo>
                  <a:pt x="9285" y="8075"/>
                </a:lnTo>
                <a:lnTo>
                  <a:pt x="9577" y="8075"/>
                </a:lnTo>
                <a:lnTo>
                  <a:pt x="9869" y="7969"/>
                </a:lnTo>
                <a:lnTo>
                  <a:pt x="10278" y="7969"/>
                </a:lnTo>
                <a:lnTo>
                  <a:pt x="10570" y="7969"/>
                </a:lnTo>
                <a:lnTo>
                  <a:pt x="10979" y="7810"/>
                </a:lnTo>
                <a:lnTo>
                  <a:pt x="11271" y="7810"/>
                </a:lnTo>
                <a:lnTo>
                  <a:pt x="11563" y="7810"/>
                </a:lnTo>
                <a:lnTo>
                  <a:pt x="11797" y="7810"/>
                </a:lnTo>
                <a:lnTo>
                  <a:pt x="12089" y="7810"/>
                </a:lnTo>
                <a:lnTo>
                  <a:pt x="12556" y="7703"/>
                </a:lnTo>
                <a:lnTo>
                  <a:pt x="12789" y="7703"/>
                </a:lnTo>
                <a:lnTo>
                  <a:pt x="13081" y="7703"/>
                </a:lnTo>
                <a:lnTo>
                  <a:pt x="13257" y="7703"/>
                </a:lnTo>
                <a:lnTo>
                  <a:pt x="13490" y="7544"/>
                </a:lnTo>
                <a:lnTo>
                  <a:pt x="13782" y="7544"/>
                </a:lnTo>
                <a:lnTo>
                  <a:pt x="14074" y="7544"/>
                </a:lnTo>
                <a:lnTo>
                  <a:pt x="14483" y="7544"/>
                </a:lnTo>
                <a:lnTo>
                  <a:pt x="14775" y="7438"/>
                </a:lnTo>
                <a:lnTo>
                  <a:pt x="15067" y="7438"/>
                </a:lnTo>
                <a:lnTo>
                  <a:pt x="15359" y="7438"/>
                </a:lnTo>
                <a:lnTo>
                  <a:pt x="15651" y="7438"/>
                </a:lnTo>
                <a:lnTo>
                  <a:pt x="16060" y="7331"/>
                </a:lnTo>
                <a:lnTo>
                  <a:pt x="16469" y="7331"/>
                </a:lnTo>
                <a:lnTo>
                  <a:pt x="16761" y="7331"/>
                </a:lnTo>
                <a:lnTo>
                  <a:pt x="17053" y="7172"/>
                </a:lnTo>
                <a:lnTo>
                  <a:pt x="17345" y="7172"/>
                </a:lnTo>
                <a:lnTo>
                  <a:pt x="17578" y="7172"/>
                </a:lnTo>
                <a:lnTo>
                  <a:pt x="17870" y="7172"/>
                </a:lnTo>
                <a:lnTo>
                  <a:pt x="18162" y="7172"/>
                </a:lnTo>
                <a:lnTo>
                  <a:pt x="18338" y="7172"/>
                </a:lnTo>
                <a:lnTo>
                  <a:pt x="18746" y="7172"/>
                </a:lnTo>
                <a:lnTo>
                  <a:pt x="19038" y="7172"/>
                </a:lnTo>
                <a:lnTo>
                  <a:pt x="19272" y="7066"/>
                </a:lnTo>
                <a:lnTo>
                  <a:pt x="19564" y="7066"/>
                </a:lnTo>
                <a:lnTo>
                  <a:pt x="19856" y="7066"/>
                </a:lnTo>
                <a:lnTo>
                  <a:pt x="20148" y="6906"/>
                </a:lnTo>
                <a:lnTo>
                  <a:pt x="20440" y="6906"/>
                </a:lnTo>
                <a:lnTo>
                  <a:pt x="20732" y="6906"/>
                </a:lnTo>
                <a:lnTo>
                  <a:pt x="20966" y="6906"/>
                </a:lnTo>
                <a:lnTo>
                  <a:pt x="21258" y="6800"/>
                </a:lnTo>
                <a:lnTo>
                  <a:pt x="21550" y="6800"/>
                </a:lnTo>
                <a:lnTo>
                  <a:pt x="21842" y="6800"/>
                </a:lnTo>
                <a:lnTo>
                  <a:pt x="22134" y="6694"/>
                </a:lnTo>
                <a:lnTo>
                  <a:pt x="22426" y="6694"/>
                </a:lnTo>
                <a:lnTo>
                  <a:pt x="22835" y="6694"/>
                </a:lnTo>
                <a:lnTo>
                  <a:pt x="23127" y="6694"/>
                </a:lnTo>
                <a:lnTo>
                  <a:pt x="23243" y="6535"/>
                </a:lnTo>
                <a:lnTo>
                  <a:pt x="23535" y="6535"/>
                </a:lnTo>
                <a:lnTo>
                  <a:pt x="23827" y="6535"/>
                </a:lnTo>
                <a:lnTo>
                  <a:pt x="24119" y="6428"/>
                </a:lnTo>
                <a:lnTo>
                  <a:pt x="24353" y="6428"/>
                </a:lnTo>
                <a:lnTo>
                  <a:pt x="24645" y="6428"/>
                </a:lnTo>
                <a:lnTo>
                  <a:pt x="25054" y="6269"/>
                </a:lnTo>
                <a:lnTo>
                  <a:pt x="25346" y="6269"/>
                </a:lnTo>
                <a:lnTo>
                  <a:pt x="25638" y="6269"/>
                </a:lnTo>
                <a:lnTo>
                  <a:pt x="26047" y="6163"/>
                </a:lnTo>
                <a:lnTo>
                  <a:pt x="26339" y="6163"/>
                </a:lnTo>
                <a:lnTo>
                  <a:pt x="26631" y="6056"/>
                </a:lnTo>
                <a:lnTo>
                  <a:pt x="27039" y="6056"/>
                </a:lnTo>
                <a:lnTo>
                  <a:pt x="27332" y="6056"/>
                </a:lnTo>
                <a:lnTo>
                  <a:pt x="27624" y="5897"/>
                </a:lnTo>
                <a:lnTo>
                  <a:pt x="27916" y="5897"/>
                </a:lnTo>
                <a:lnTo>
                  <a:pt x="28208" y="5897"/>
                </a:lnTo>
                <a:lnTo>
                  <a:pt x="28616" y="5791"/>
                </a:lnTo>
                <a:lnTo>
                  <a:pt x="29025" y="5791"/>
                </a:lnTo>
                <a:lnTo>
                  <a:pt x="29317" y="5631"/>
                </a:lnTo>
                <a:lnTo>
                  <a:pt x="29609" y="5631"/>
                </a:lnTo>
                <a:lnTo>
                  <a:pt x="29901" y="5525"/>
                </a:lnTo>
                <a:lnTo>
                  <a:pt x="30135" y="5525"/>
                </a:lnTo>
                <a:lnTo>
                  <a:pt x="30427" y="5525"/>
                </a:lnTo>
                <a:lnTo>
                  <a:pt x="30719" y="5366"/>
                </a:lnTo>
                <a:lnTo>
                  <a:pt x="31303" y="5366"/>
                </a:lnTo>
                <a:lnTo>
                  <a:pt x="31536" y="5259"/>
                </a:lnTo>
                <a:lnTo>
                  <a:pt x="31828" y="5259"/>
                </a:lnTo>
                <a:lnTo>
                  <a:pt x="32120" y="5153"/>
                </a:lnTo>
                <a:lnTo>
                  <a:pt x="32412" y="5153"/>
                </a:lnTo>
                <a:lnTo>
                  <a:pt x="32704" y="5153"/>
                </a:lnTo>
                <a:lnTo>
                  <a:pt x="32996" y="4994"/>
                </a:lnTo>
                <a:lnTo>
                  <a:pt x="33230" y="4994"/>
                </a:lnTo>
                <a:lnTo>
                  <a:pt x="33522" y="4994"/>
                </a:lnTo>
                <a:lnTo>
                  <a:pt x="33814" y="4887"/>
                </a:lnTo>
                <a:lnTo>
                  <a:pt x="34106" y="4887"/>
                </a:lnTo>
                <a:lnTo>
                  <a:pt x="34398" y="4728"/>
                </a:lnTo>
                <a:lnTo>
                  <a:pt x="34690" y="4728"/>
                </a:lnTo>
                <a:lnTo>
                  <a:pt x="34924" y="4728"/>
                </a:lnTo>
                <a:lnTo>
                  <a:pt x="35391" y="4728"/>
                </a:lnTo>
                <a:lnTo>
                  <a:pt x="35683" y="4728"/>
                </a:lnTo>
                <a:lnTo>
                  <a:pt x="36092" y="4622"/>
                </a:lnTo>
                <a:lnTo>
                  <a:pt x="36384" y="4516"/>
                </a:lnTo>
                <a:lnTo>
                  <a:pt x="36617" y="4516"/>
                </a:lnTo>
                <a:lnTo>
                  <a:pt x="36909" y="4516"/>
                </a:lnTo>
                <a:lnTo>
                  <a:pt x="37201" y="4356"/>
                </a:lnTo>
                <a:lnTo>
                  <a:pt x="37610" y="4356"/>
                </a:lnTo>
                <a:lnTo>
                  <a:pt x="37902" y="4250"/>
                </a:lnTo>
                <a:lnTo>
                  <a:pt x="38194" y="4250"/>
                </a:lnTo>
                <a:lnTo>
                  <a:pt x="38311" y="4091"/>
                </a:lnTo>
                <a:lnTo>
                  <a:pt x="38603" y="4091"/>
                </a:lnTo>
                <a:lnTo>
                  <a:pt x="38895" y="3984"/>
                </a:lnTo>
                <a:lnTo>
                  <a:pt x="39187" y="3984"/>
                </a:lnTo>
                <a:lnTo>
                  <a:pt x="39596" y="3984"/>
                </a:lnTo>
                <a:lnTo>
                  <a:pt x="39888" y="3825"/>
                </a:lnTo>
                <a:lnTo>
                  <a:pt x="40180" y="3825"/>
                </a:lnTo>
                <a:lnTo>
                  <a:pt x="40472" y="3719"/>
                </a:lnTo>
                <a:lnTo>
                  <a:pt x="40705" y="3719"/>
                </a:lnTo>
                <a:lnTo>
                  <a:pt x="40881" y="3612"/>
                </a:lnTo>
                <a:lnTo>
                  <a:pt x="41173" y="3612"/>
                </a:lnTo>
                <a:lnTo>
                  <a:pt x="41582" y="3453"/>
                </a:lnTo>
                <a:lnTo>
                  <a:pt x="41874" y="3453"/>
                </a:lnTo>
                <a:lnTo>
                  <a:pt x="42166" y="3347"/>
                </a:lnTo>
                <a:lnTo>
                  <a:pt x="42399" y="3347"/>
                </a:lnTo>
                <a:lnTo>
                  <a:pt x="42691" y="3187"/>
                </a:lnTo>
                <a:lnTo>
                  <a:pt x="42983" y="3187"/>
                </a:lnTo>
                <a:lnTo>
                  <a:pt x="43275" y="3081"/>
                </a:lnTo>
                <a:lnTo>
                  <a:pt x="43859" y="2975"/>
                </a:lnTo>
                <a:lnTo>
                  <a:pt x="44093" y="2975"/>
                </a:lnTo>
                <a:lnTo>
                  <a:pt x="44385" y="2815"/>
                </a:lnTo>
                <a:lnTo>
                  <a:pt x="44677" y="2815"/>
                </a:lnTo>
                <a:lnTo>
                  <a:pt x="44969" y="2709"/>
                </a:lnTo>
                <a:lnTo>
                  <a:pt x="45261" y="2709"/>
                </a:lnTo>
                <a:lnTo>
                  <a:pt x="45553" y="2550"/>
                </a:lnTo>
                <a:lnTo>
                  <a:pt x="45786" y="2550"/>
                </a:lnTo>
                <a:lnTo>
                  <a:pt x="46078" y="2443"/>
                </a:lnTo>
                <a:lnTo>
                  <a:pt x="46370" y="2443"/>
                </a:lnTo>
                <a:lnTo>
                  <a:pt x="46662" y="2443"/>
                </a:lnTo>
                <a:lnTo>
                  <a:pt x="46954" y="2443"/>
                </a:lnTo>
                <a:lnTo>
                  <a:pt x="47246" y="2284"/>
                </a:lnTo>
                <a:lnTo>
                  <a:pt x="47480" y="2284"/>
                </a:lnTo>
                <a:lnTo>
                  <a:pt x="47947" y="2178"/>
                </a:lnTo>
                <a:lnTo>
                  <a:pt x="48181" y="2178"/>
                </a:lnTo>
                <a:lnTo>
                  <a:pt x="48356" y="2072"/>
                </a:lnTo>
                <a:lnTo>
                  <a:pt x="48648" y="2072"/>
                </a:lnTo>
                <a:lnTo>
                  <a:pt x="48940" y="1912"/>
                </a:lnTo>
                <a:lnTo>
                  <a:pt x="49174" y="1912"/>
                </a:lnTo>
                <a:lnTo>
                  <a:pt x="49466" y="1806"/>
                </a:lnTo>
                <a:lnTo>
                  <a:pt x="49758" y="1647"/>
                </a:lnTo>
                <a:lnTo>
                  <a:pt x="50167" y="1647"/>
                </a:lnTo>
                <a:lnTo>
                  <a:pt x="50459" y="1540"/>
                </a:lnTo>
                <a:lnTo>
                  <a:pt x="50751" y="1540"/>
                </a:lnTo>
                <a:lnTo>
                  <a:pt x="51159" y="1434"/>
                </a:lnTo>
                <a:lnTo>
                  <a:pt x="51451" y="1275"/>
                </a:lnTo>
                <a:lnTo>
                  <a:pt x="51743" y="1168"/>
                </a:lnTo>
                <a:lnTo>
                  <a:pt x="52152" y="1168"/>
                </a:lnTo>
                <a:lnTo>
                  <a:pt x="52444" y="1009"/>
                </a:lnTo>
                <a:lnTo>
                  <a:pt x="52736" y="1009"/>
                </a:lnTo>
                <a:lnTo>
                  <a:pt x="53028" y="903"/>
                </a:lnTo>
                <a:lnTo>
                  <a:pt x="53262" y="903"/>
                </a:lnTo>
                <a:lnTo>
                  <a:pt x="53437" y="743"/>
                </a:lnTo>
                <a:lnTo>
                  <a:pt x="53729" y="637"/>
                </a:lnTo>
                <a:lnTo>
                  <a:pt x="54138" y="637"/>
                </a:lnTo>
                <a:lnTo>
                  <a:pt x="54430" y="531"/>
                </a:lnTo>
                <a:lnTo>
                  <a:pt x="54722" y="531"/>
                </a:lnTo>
                <a:lnTo>
                  <a:pt x="54956" y="371"/>
                </a:lnTo>
                <a:lnTo>
                  <a:pt x="55248" y="265"/>
                </a:lnTo>
                <a:lnTo>
                  <a:pt x="55540" y="265"/>
                </a:lnTo>
                <a:lnTo>
                  <a:pt x="55832" y="106"/>
                </a:lnTo>
                <a:lnTo>
                  <a:pt x="56357" y="106"/>
                </a:lnTo>
                <a:lnTo>
                  <a:pt x="56649" y="0"/>
                </a:lnTo>
              </a:path>
            </a:pathLst>
          </a:custGeom>
          <a:ln w="771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6815602" y="5225451"/>
            <a:ext cx="56824" cy="23217"/>
          </a:xfrm>
          <a:custGeom>
            <a:avLst/>
            <a:gdLst/>
            <a:ahLst/>
            <a:cxnLst/>
            <a:rect l="l" t="t" r="r" b="b"/>
            <a:pathLst>
              <a:path w="56824" h="23217">
                <a:moveTo>
                  <a:pt x="0" y="23217"/>
                </a:moveTo>
                <a:lnTo>
                  <a:pt x="292" y="23217"/>
                </a:lnTo>
                <a:lnTo>
                  <a:pt x="584" y="23111"/>
                </a:lnTo>
                <a:lnTo>
                  <a:pt x="876" y="22952"/>
                </a:lnTo>
                <a:lnTo>
                  <a:pt x="1168" y="22952"/>
                </a:lnTo>
                <a:lnTo>
                  <a:pt x="1401" y="22846"/>
                </a:lnTo>
                <a:lnTo>
                  <a:pt x="1868" y="22686"/>
                </a:lnTo>
                <a:lnTo>
                  <a:pt x="2277" y="22580"/>
                </a:lnTo>
                <a:lnTo>
                  <a:pt x="2569" y="22420"/>
                </a:lnTo>
                <a:lnTo>
                  <a:pt x="2861" y="22420"/>
                </a:lnTo>
                <a:lnTo>
                  <a:pt x="3095" y="22314"/>
                </a:lnTo>
                <a:lnTo>
                  <a:pt x="3387" y="22314"/>
                </a:lnTo>
                <a:lnTo>
                  <a:pt x="3854" y="22208"/>
                </a:lnTo>
                <a:lnTo>
                  <a:pt x="4088" y="22049"/>
                </a:lnTo>
                <a:lnTo>
                  <a:pt x="4380" y="21942"/>
                </a:lnTo>
                <a:lnTo>
                  <a:pt x="4555" y="21942"/>
                </a:lnTo>
                <a:lnTo>
                  <a:pt x="4788" y="21783"/>
                </a:lnTo>
                <a:lnTo>
                  <a:pt x="5080" y="21677"/>
                </a:lnTo>
                <a:lnTo>
                  <a:pt x="5372" y="21677"/>
                </a:lnTo>
                <a:lnTo>
                  <a:pt x="5664" y="21570"/>
                </a:lnTo>
                <a:lnTo>
                  <a:pt x="6073" y="21411"/>
                </a:lnTo>
                <a:lnTo>
                  <a:pt x="6365" y="21411"/>
                </a:lnTo>
                <a:lnTo>
                  <a:pt x="6657" y="21305"/>
                </a:lnTo>
                <a:lnTo>
                  <a:pt x="6774" y="21145"/>
                </a:lnTo>
                <a:lnTo>
                  <a:pt x="7066" y="21145"/>
                </a:lnTo>
                <a:lnTo>
                  <a:pt x="7358" y="21039"/>
                </a:lnTo>
                <a:lnTo>
                  <a:pt x="7650" y="21039"/>
                </a:lnTo>
                <a:lnTo>
                  <a:pt x="8059" y="20880"/>
                </a:lnTo>
                <a:lnTo>
                  <a:pt x="8351" y="20880"/>
                </a:lnTo>
                <a:lnTo>
                  <a:pt x="8643" y="20773"/>
                </a:lnTo>
                <a:lnTo>
                  <a:pt x="8877" y="20667"/>
                </a:lnTo>
                <a:lnTo>
                  <a:pt x="9169" y="20667"/>
                </a:lnTo>
                <a:lnTo>
                  <a:pt x="9344" y="20508"/>
                </a:lnTo>
                <a:lnTo>
                  <a:pt x="9636" y="20402"/>
                </a:lnTo>
                <a:lnTo>
                  <a:pt x="10045" y="20242"/>
                </a:lnTo>
                <a:lnTo>
                  <a:pt x="10337" y="20242"/>
                </a:lnTo>
                <a:lnTo>
                  <a:pt x="10570" y="20136"/>
                </a:lnTo>
                <a:lnTo>
                  <a:pt x="10862" y="20030"/>
                </a:lnTo>
                <a:lnTo>
                  <a:pt x="11154" y="19870"/>
                </a:lnTo>
                <a:lnTo>
                  <a:pt x="11446" y="19870"/>
                </a:lnTo>
                <a:lnTo>
                  <a:pt x="11738" y="19764"/>
                </a:lnTo>
                <a:lnTo>
                  <a:pt x="11855" y="19605"/>
                </a:lnTo>
                <a:lnTo>
                  <a:pt x="12264" y="19498"/>
                </a:lnTo>
                <a:lnTo>
                  <a:pt x="12556" y="19498"/>
                </a:lnTo>
                <a:lnTo>
                  <a:pt x="12848" y="19339"/>
                </a:lnTo>
                <a:lnTo>
                  <a:pt x="13140" y="19233"/>
                </a:lnTo>
                <a:lnTo>
                  <a:pt x="13432" y="19126"/>
                </a:lnTo>
                <a:lnTo>
                  <a:pt x="13724" y="19126"/>
                </a:lnTo>
                <a:lnTo>
                  <a:pt x="13958" y="18967"/>
                </a:lnTo>
                <a:lnTo>
                  <a:pt x="14425" y="18861"/>
                </a:lnTo>
                <a:lnTo>
                  <a:pt x="14542" y="18701"/>
                </a:lnTo>
                <a:lnTo>
                  <a:pt x="14834" y="18701"/>
                </a:lnTo>
                <a:lnTo>
                  <a:pt x="15126" y="18701"/>
                </a:lnTo>
                <a:lnTo>
                  <a:pt x="15418" y="18595"/>
                </a:lnTo>
                <a:lnTo>
                  <a:pt x="15651" y="18489"/>
                </a:lnTo>
                <a:lnTo>
                  <a:pt x="15943" y="18329"/>
                </a:lnTo>
                <a:lnTo>
                  <a:pt x="16352" y="18223"/>
                </a:lnTo>
                <a:lnTo>
                  <a:pt x="16644" y="18223"/>
                </a:lnTo>
                <a:lnTo>
                  <a:pt x="16936" y="18064"/>
                </a:lnTo>
                <a:lnTo>
                  <a:pt x="17345" y="17798"/>
                </a:lnTo>
                <a:lnTo>
                  <a:pt x="17637" y="17692"/>
                </a:lnTo>
                <a:lnTo>
                  <a:pt x="17929" y="17586"/>
                </a:lnTo>
                <a:lnTo>
                  <a:pt x="18221" y="17586"/>
                </a:lnTo>
                <a:lnTo>
                  <a:pt x="18630" y="17426"/>
                </a:lnTo>
                <a:lnTo>
                  <a:pt x="18922" y="17320"/>
                </a:lnTo>
                <a:lnTo>
                  <a:pt x="19214" y="17161"/>
                </a:lnTo>
                <a:lnTo>
                  <a:pt x="19506" y="17054"/>
                </a:lnTo>
                <a:lnTo>
                  <a:pt x="19914" y="16948"/>
                </a:lnTo>
                <a:lnTo>
                  <a:pt x="20206" y="16789"/>
                </a:lnTo>
                <a:lnTo>
                  <a:pt x="20615" y="16682"/>
                </a:lnTo>
                <a:lnTo>
                  <a:pt x="20907" y="16523"/>
                </a:lnTo>
                <a:lnTo>
                  <a:pt x="21199" y="16417"/>
                </a:lnTo>
                <a:lnTo>
                  <a:pt x="21433" y="16417"/>
                </a:lnTo>
                <a:lnTo>
                  <a:pt x="21725" y="16257"/>
                </a:lnTo>
                <a:lnTo>
                  <a:pt x="21900" y="16151"/>
                </a:lnTo>
                <a:lnTo>
                  <a:pt x="22134" y="16151"/>
                </a:lnTo>
                <a:lnTo>
                  <a:pt x="22601" y="16045"/>
                </a:lnTo>
                <a:lnTo>
                  <a:pt x="22835" y="15885"/>
                </a:lnTo>
                <a:lnTo>
                  <a:pt x="23127" y="15779"/>
                </a:lnTo>
                <a:lnTo>
                  <a:pt x="23419" y="15620"/>
                </a:lnTo>
                <a:lnTo>
                  <a:pt x="23711" y="15514"/>
                </a:lnTo>
                <a:lnTo>
                  <a:pt x="24003" y="15407"/>
                </a:lnTo>
                <a:lnTo>
                  <a:pt x="24295" y="15248"/>
                </a:lnTo>
                <a:lnTo>
                  <a:pt x="24820" y="15142"/>
                </a:lnTo>
                <a:lnTo>
                  <a:pt x="25112" y="14982"/>
                </a:lnTo>
                <a:lnTo>
                  <a:pt x="25404" y="14876"/>
                </a:lnTo>
                <a:lnTo>
                  <a:pt x="25696" y="14770"/>
                </a:lnTo>
                <a:lnTo>
                  <a:pt x="25988" y="14610"/>
                </a:lnTo>
                <a:lnTo>
                  <a:pt x="26222" y="14504"/>
                </a:lnTo>
                <a:lnTo>
                  <a:pt x="26514" y="14345"/>
                </a:lnTo>
                <a:lnTo>
                  <a:pt x="26981" y="14238"/>
                </a:lnTo>
                <a:lnTo>
                  <a:pt x="27098" y="14079"/>
                </a:lnTo>
                <a:lnTo>
                  <a:pt x="27390" y="14079"/>
                </a:lnTo>
                <a:lnTo>
                  <a:pt x="27682" y="13973"/>
                </a:lnTo>
                <a:lnTo>
                  <a:pt x="27916" y="13867"/>
                </a:lnTo>
                <a:lnTo>
                  <a:pt x="28208" y="13707"/>
                </a:lnTo>
                <a:lnTo>
                  <a:pt x="28500" y="13601"/>
                </a:lnTo>
                <a:lnTo>
                  <a:pt x="28792" y="13441"/>
                </a:lnTo>
                <a:lnTo>
                  <a:pt x="29200" y="13335"/>
                </a:lnTo>
                <a:lnTo>
                  <a:pt x="29492" y="13229"/>
                </a:lnTo>
                <a:lnTo>
                  <a:pt x="29901" y="13070"/>
                </a:lnTo>
                <a:lnTo>
                  <a:pt x="30193" y="12963"/>
                </a:lnTo>
                <a:lnTo>
                  <a:pt x="30485" y="12804"/>
                </a:lnTo>
                <a:lnTo>
                  <a:pt x="30777" y="12698"/>
                </a:lnTo>
                <a:lnTo>
                  <a:pt x="31186" y="12538"/>
                </a:lnTo>
                <a:lnTo>
                  <a:pt x="31478" y="12432"/>
                </a:lnTo>
                <a:lnTo>
                  <a:pt x="31770" y="12326"/>
                </a:lnTo>
                <a:lnTo>
                  <a:pt x="32004" y="12166"/>
                </a:lnTo>
                <a:lnTo>
                  <a:pt x="32179" y="12060"/>
                </a:lnTo>
                <a:lnTo>
                  <a:pt x="32471" y="11901"/>
                </a:lnTo>
                <a:lnTo>
                  <a:pt x="32763" y="11794"/>
                </a:lnTo>
                <a:lnTo>
                  <a:pt x="33172" y="11794"/>
                </a:lnTo>
                <a:lnTo>
                  <a:pt x="33464" y="11688"/>
                </a:lnTo>
                <a:lnTo>
                  <a:pt x="33697" y="11529"/>
                </a:lnTo>
                <a:lnTo>
                  <a:pt x="33989" y="11423"/>
                </a:lnTo>
                <a:lnTo>
                  <a:pt x="34281" y="11263"/>
                </a:lnTo>
                <a:lnTo>
                  <a:pt x="34573" y="11157"/>
                </a:lnTo>
                <a:lnTo>
                  <a:pt x="34690" y="10891"/>
                </a:lnTo>
                <a:lnTo>
                  <a:pt x="34982" y="10785"/>
                </a:lnTo>
                <a:lnTo>
                  <a:pt x="35391" y="10626"/>
                </a:lnTo>
                <a:lnTo>
                  <a:pt x="35683" y="10519"/>
                </a:lnTo>
                <a:lnTo>
                  <a:pt x="35975" y="10360"/>
                </a:lnTo>
                <a:lnTo>
                  <a:pt x="36267" y="10254"/>
                </a:lnTo>
                <a:lnTo>
                  <a:pt x="36559" y="10147"/>
                </a:lnTo>
                <a:lnTo>
                  <a:pt x="36851" y="9988"/>
                </a:lnTo>
                <a:lnTo>
                  <a:pt x="37085" y="9882"/>
                </a:lnTo>
                <a:lnTo>
                  <a:pt x="37377" y="9722"/>
                </a:lnTo>
                <a:lnTo>
                  <a:pt x="37669" y="9616"/>
                </a:lnTo>
                <a:lnTo>
                  <a:pt x="37961" y="9457"/>
                </a:lnTo>
                <a:lnTo>
                  <a:pt x="38253" y="9350"/>
                </a:lnTo>
                <a:lnTo>
                  <a:pt x="38545" y="9350"/>
                </a:lnTo>
                <a:lnTo>
                  <a:pt x="38778" y="9244"/>
                </a:lnTo>
                <a:lnTo>
                  <a:pt x="39070" y="9085"/>
                </a:lnTo>
                <a:lnTo>
                  <a:pt x="39479" y="8979"/>
                </a:lnTo>
                <a:lnTo>
                  <a:pt x="39654" y="8713"/>
                </a:lnTo>
                <a:lnTo>
                  <a:pt x="39946" y="8607"/>
                </a:lnTo>
                <a:lnTo>
                  <a:pt x="40238" y="8447"/>
                </a:lnTo>
                <a:lnTo>
                  <a:pt x="40472" y="8341"/>
                </a:lnTo>
                <a:lnTo>
                  <a:pt x="40764" y="8182"/>
                </a:lnTo>
                <a:lnTo>
                  <a:pt x="41056" y="8075"/>
                </a:lnTo>
                <a:lnTo>
                  <a:pt x="41348" y="7916"/>
                </a:lnTo>
                <a:lnTo>
                  <a:pt x="41757" y="7810"/>
                </a:lnTo>
                <a:lnTo>
                  <a:pt x="42049" y="7703"/>
                </a:lnTo>
                <a:lnTo>
                  <a:pt x="42166" y="7438"/>
                </a:lnTo>
                <a:lnTo>
                  <a:pt x="42458" y="7278"/>
                </a:lnTo>
                <a:lnTo>
                  <a:pt x="42750" y="7172"/>
                </a:lnTo>
                <a:lnTo>
                  <a:pt x="43042" y="7066"/>
                </a:lnTo>
                <a:lnTo>
                  <a:pt x="43334" y="7066"/>
                </a:lnTo>
                <a:lnTo>
                  <a:pt x="43742" y="6906"/>
                </a:lnTo>
                <a:lnTo>
                  <a:pt x="44034" y="6800"/>
                </a:lnTo>
                <a:lnTo>
                  <a:pt x="44326" y="6535"/>
                </a:lnTo>
                <a:lnTo>
                  <a:pt x="44560" y="6375"/>
                </a:lnTo>
                <a:lnTo>
                  <a:pt x="44735" y="6269"/>
                </a:lnTo>
                <a:lnTo>
                  <a:pt x="45027" y="6163"/>
                </a:lnTo>
                <a:lnTo>
                  <a:pt x="45261" y="6003"/>
                </a:lnTo>
                <a:lnTo>
                  <a:pt x="45728" y="5897"/>
                </a:lnTo>
                <a:lnTo>
                  <a:pt x="46020" y="5738"/>
                </a:lnTo>
                <a:lnTo>
                  <a:pt x="46254" y="5525"/>
                </a:lnTo>
                <a:lnTo>
                  <a:pt x="46546" y="5366"/>
                </a:lnTo>
                <a:lnTo>
                  <a:pt x="46838" y="5259"/>
                </a:lnTo>
                <a:lnTo>
                  <a:pt x="47130" y="5100"/>
                </a:lnTo>
                <a:lnTo>
                  <a:pt x="47538" y="4728"/>
                </a:lnTo>
                <a:lnTo>
                  <a:pt x="47947" y="4728"/>
                </a:lnTo>
                <a:lnTo>
                  <a:pt x="48239" y="4622"/>
                </a:lnTo>
                <a:lnTo>
                  <a:pt x="48531" y="4462"/>
                </a:lnTo>
                <a:lnTo>
                  <a:pt x="48823" y="4356"/>
                </a:lnTo>
                <a:lnTo>
                  <a:pt x="49115" y="4091"/>
                </a:lnTo>
                <a:lnTo>
                  <a:pt x="49349" y="3984"/>
                </a:lnTo>
                <a:lnTo>
                  <a:pt x="49641" y="3825"/>
                </a:lnTo>
                <a:lnTo>
                  <a:pt x="49933" y="3719"/>
                </a:lnTo>
                <a:lnTo>
                  <a:pt x="50225" y="3559"/>
                </a:lnTo>
                <a:lnTo>
                  <a:pt x="50517" y="3294"/>
                </a:lnTo>
                <a:lnTo>
                  <a:pt x="50809" y="3187"/>
                </a:lnTo>
                <a:lnTo>
                  <a:pt x="51043" y="3081"/>
                </a:lnTo>
                <a:lnTo>
                  <a:pt x="51335" y="2922"/>
                </a:lnTo>
                <a:lnTo>
                  <a:pt x="51627" y="2656"/>
                </a:lnTo>
                <a:lnTo>
                  <a:pt x="52035" y="2550"/>
                </a:lnTo>
                <a:lnTo>
                  <a:pt x="52211" y="2443"/>
                </a:lnTo>
                <a:lnTo>
                  <a:pt x="52503" y="2443"/>
                </a:lnTo>
                <a:lnTo>
                  <a:pt x="52736" y="2178"/>
                </a:lnTo>
                <a:lnTo>
                  <a:pt x="53028" y="2018"/>
                </a:lnTo>
                <a:lnTo>
                  <a:pt x="53320" y="1912"/>
                </a:lnTo>
                <a:lnTo>
                  <a:pt x="53612" y="1806"/>
                </a:lnTo>
                <a:lnTo>
                  <a:pt x="53904" y="1540"/>
                </a:lnTo>
                <a:lnTo>
                  <a:pt x="54313" y="1381"/>
                </a:lnTo>
                <a:lnTo>
                  <a:pt x="54605" y="1275"/>
                </a:lnTo>
                <a:lnTo>
                  <a:pt x="54722" y="1009"/>
                </a:lnTo>
                <a:lnTo>
                  <a:pt x="55014" y="903"/>
                </a:lnTo>
                <a:lnTo>
                  <a:pt x="55306" y="743"/>
                </a:lnTo>
                <a:lnTo>
                  <a:pt x="55598" y="637"/>
                </a:lnTo>
                <a:lnTo>
                  <a:pt x="55890" y="371"/>
                </a:lnTo>
                <a:lnTo>
                  <a:pt x="56299" y="265"/>
                </a:lnTo>
                <a:lnTo>
                  <a:pt x="56591" y="106"/>
                </a:lnTo>
                <a:lnTo>
                  <a:pt x="56824" y="0"/>
                </a:lnTo>
              </a:path>
            </a:pathLst>
          </a:custGeom>
          <a:ln w="780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6872427" y="5185391"/>
            <a:ext cx="56708" cy="40060"/>
          </a:xfrm>
          <a:custGeom>
            <a:avLst/>
            <a:gdLst/>
            <a:ahLst/>
            <a:cxnLst/>
            <a:rect l="l" t="t" r="r" b="b"/>
            <a:pathLst>
              <a:path w="56708" h="40060">
                <a:moveTo>
                  <a:pt x="0" y="40060"/>
                </a:moveTo>
                <a:lnTo>
                  <a:pt x="292" y="39900"/>
                </a:lnTo>
                <a:lnTo>
                  <a:pt x="467" y="39794"/>
                </a:lnTo>
                <a:lnTo>
                  <a:pt x="759" y="39528"/>
                </a:lnTo>
                <a:lnTo>
                  <a:pt x="992" y="39422"/>
                </a:lnTo>
                <a:lnTo>
                  <a:pt x="1460" y="39263"/>
                </a:lnTo>
                <a:lnTo>
                  <a:pt x="1693" y="38997"/>
                </a:lnTo>
                <a:lnTo>
                  <a:pt x="1985" y="38891"/>
                </a:lnTo>
                <a:lnTo>
                  <a:pt x="2277" y="38785"/>
                </a:lnTo>
                <a:lnTo>
                  <a:pt x="2569" y="38519"/>
                </a:lnTo>
                <a:lnTo>
                  <a:pt x="2861" y="38360"/>
                </a:lnTo>
                <a:lnTo>
                  <a:pt x="3270" y="37988"/>
                </a:lnTo>
                <a:lnTo>
                  <a:pt x="3679" y="37881"/>
                </a:lnTo>
                <a:lnTo>
                  <a:pt x="3971" y="37881"/>
                </a:lnTo>
                <a:lnTo>
                  <a:pt x="4263" y="37616"/>
                </a:lnTo>
                <a:lnTo>
                  <a:pt x="4555" y="37456"/>
                </a:lnTo>
                <a:lnTo>
                  <a:pt x="4847" y="37350"/>
                </a:lnTo>
                <a:lnTo>
                  <a:pt x="5080" y="37084"/>
                </a:lnTo>
                <a:lnTo>
                  <a:pt x="5372" y="36978"/>
                </a:lnTo>
                <a:lnTo>
                  <a:pt x="5664" y="36819"/>
                </a:lnTo>
                <a:lnTo>
                  <a:pt x="5956" y="36553"/>
                </a:lnTo>
                <a:lnTo>
                  <a:pt x="6248" y="36447"/>
                </a:lnTo>
                <a:lnTo>
                  <a:pt x="6540" y="36181"/>
                </a:lnTo>
                <a:lnTo>
                  <a:pt x="6774" y="36075"/>
                </a:lnTo>
                <a:lnTo>
                  <a:pt x="7066" y="35916"/>
                </a:lnTo>
                <a:lnTo>
                  <a:pt x="7358" y="35703"/>
                </a:lnTo>
                <a:lnTo>
                  <a:pt x="7767" y="35544"/>
                </a:lnTo>
                <a:lnTo>
                  <a:pt x="7942" y="35437"/>
                </a:lnTo>
                <a:lnTo>
                  <a:pt x="8176" y="35278"/>
                </a:lnTo>
                <a:lnTo>
                  <a:pt x="8468" y="35172"/>
                </a:lnTo>
                <a:lnTo>
                  <a:pt x="8760" y="34906"/>
                </a:lnTo>
                <a:lnTo>
                  <a:pt x="9052" y="34800"/>
                </a:lnTo>
                <a:lnTo>
                  <a:pt x="9344" y="34534"/>
                </a:lnTo>
                <a:lnTo>
                  <a:pt x="9636" y="34375"/>
                </a:lnTo>
                <a:lnTo>
                  <a:pt x="10045" y="34162"/>
                </a:lnTo>
                <a:lnTo>
                  <a:pt x="10337" y="34003"/>
                </a:lnTo>
                <a:lnTo>
                  <a:pt x="10745" y="33631"/>
                </a:lnTo>
                <a:lnTo>
                  <a:pt x="11037" y="33472"/>
                </a:lnTo>
                <a:lnTo>
                  <a:pt x="11329" y="33259"/>
                </a:lnTo>
                <a:lnTo>
                  <a:pt x="11563" y="33259"/>
                </a:lnTo>
                <a:lnTo>
                  <a:pt x="12030" y="32993"/>
                </a:lnTo>
                <a:lnTo>
                  <a:pt x="12322" y="32834"/>
                </a:lnTo>
                <a:lnTo>
                  <a:pt x="12556" y="32622"/>
                </a:lnTo>
                <a:lnTo>
                  <a:pt x="12848" y="32462"/>
                </a:lnTo>
                <a:lnTo>
                  <a:pt x="13023" y="32196"/>
                </a:lnTo>
                <a:lnTo>
                  <a:pt x="13257" y="32090"/>
                </a:lnTo>
                <a:lnTo>
                  <a:pt x="13549" y="31825"/>
                </a:lnTo>
                <a:lnTo>
                  <a:pt x="13958" y="31718"/>
                </a:lnTo>
                <a:lnTo>
                  <a:pt x="14250" y="31559"/>
                </a:lnTo>
                <a:lnTo>
                  <a:pt x="14542" y="31293"/>
                </a:lnTo>
                <a:lnTo>
                  <a:pt x="14834" y="31187"/>
                </a:lnTo>
                <a:lnTo>
                  <a:pt x="15126" y="30921"/>
                </a:lnTo>
                <a:lnTo>
                  <a:pt x="15418" y="30815"/>
                </a:lnTo>
                <a:lnTo>
                  <a:pt x="15534" y="30656"/>
                </a:lnTo>
                <a:lnTo>
                  <a:pt x="15826" y="30549"/>
                </a:lnTo>
                <a:lnTo>
                  <a:pt x="16235" y="30284"/>
                </a:lnTo>
                <a:lnTo>
                  <a:pt x="16527" y="30178"/>
                </a:lnTo>
                <a:lnTo>
                  <a:pt x="16819" y="29912"/>
                </a:lnTo>
                <a:lnTo>
                  <a:pt x="17111" y="29646"/>
                </a:lnTo>
                <a:lnTo>
                  <a:pt x="17345" y="29540"/>
                </a:lnTo>
                <a:lnTo>
                  <a:pt x="17637" y="29274"/>
                </a:lnTo>
                <a:lnTo>
                  <a:pt x="17929" y="29115"/>
                </a:lnTo>
                <a:lnTo>
                  <a:pt x="18221" y="28849"/>
                </a:lnTo>
                <a:lnTo>
                  <a:pt x="18513" y="28743"/>
                </a:lnTo>
                <a:lnTo>
                  <a:pt x="18805" y="28477"/>
                </a:lnTo>
                <a:lnTo>
                  <a:pt x="19038" y="28477"/>
                </a:lnTo>
                <a:lnTo>
                  <a:pt x="19330" y="28212"/>
                </a:lnTo>
                <a:lnTo>
                  <a:pt x="19622" y="28105"/>
                </a:lnTo>
                <a:lnTo>
                  <a:pt x="19914" y="27840"/>
                </a:lnTo>
                <a:lnTo>
                  <a:pt x="20323" y="27734"/>
                </a:lnTo>
                <a:lnTo>
                  <a:pt x="20498" y="27468"/>
                </a:lnTo>
                <a:lnTo>
                  <a:pt x="20732" y="27202"/>
                </a:lnTo>
                <a:lnTo>
                  <a:pt x="21024" y="27096"/>
                </a:lnTo>
                <a:lnTo>
                  <a:pt x="21316" y="26830"/>
                </a:lnTo>
                <a:lnTo>
                  <a:pt x="21608" y="26671"/>
                </a:lnTo>
                <a:lnTo>
                  <a:pt x="21900" y="26458"/>
                </a:lnTo>
                <a:lnTo>
                  <a:pt x="22192" y="26193"/>
                </a:lnTo>
                <a:lnTo>
                  <a:pt x="22601" y="26193"/>
                </a:lnTo>
                <a:lnTo>
                  <a:pt x="22893" y="25927"/>
                </a:lnTo>
                <a:lnTo>
                  <a:pt x="23302" y="25555"/>
                </a:lnTo>
                <a:lnTo>
                  <a:pt x="23594" y="25396"/>
                </a:lnTo>
                <a:lnTo>
                  <a:pt x="23886" y="25130"/>
                </a:lnTo>
                <a:lnTo>
                  <a:pt x="24119" y="24918"/>
                </a:lnTo>
                <a:lnTo>
                  <a:pt x="24587" y="24758"/>
                </a:lnTo>
                <a:lnTo>
                  <a:pt x="24820" y="24493"/>
                </a:lnTo>
                <a:lnTo>
                  <a:pt x="25112" y="24280"/>
                </a:lnTo>
                <a:lnTo>
                  <a:pt x="25404" y="24121"/>
                </a:lnTo>
                <a:lnTo>
                  <a:pt x="25579" y="23855"/>
                </a:lnTo>
                <a:lnTo>
                  <a:pt x="25813" y="23855"/>
                </a:lnTo>
                <a:lnTo>
                  <a:pt x="26105" y="23589"/>
                </a:lnTo>
                <a:lnTo>
                  <a:pt x="26514" y="23377"/>
                </a:lnTo>
                <a:lnTo>
                  <a:pt x="26806" y="23217"/>
                </a:lnTo>
                <a:lnTo>
                  <a:pt x="27098" y="22952"/>
                </a:lnTo>
                <a:lnTo>
                  <a:pt x="27390" y="22739"/>
                </a:lnTo>
                <a:lnTo>
                  <a:pt x="27682" y="22580"/>
                </a:lnTo>
                <a:lnTo>
                  <a:pt x="27974" y="22314"/>
                </a:lnTo>
                <a:lnTo>
                  <a:pt x="28091" y="22049"/>
                </a:lnTo>
                <a:lnTo>
                  <a:pt x="28383" y="21942"/>
                </a:lnTo>
                <a:lnTo>
                  <a:pt x="28792" y="21677"/>
                </a:lnTo>
                <a:lnTo>
                  <a:pt x="29084" y="21570"/>
                </a:lnTo>
                <a:lnTo>
                  <a:pt x="29376" y="21411"/>
                </a:lnTo>
                <a:lnTo>
                  <a:pt x="29668" y="21198"/>
                </a:lnTo>
                <a:lnTo>
                  <a:pt x="29901" y="20933"/>
                </a:lnTo>
                <a:lnTo>
                  <a:pt x="30193" y="20773"/>
                </a:lnTo>
                <a:lnTo>
                  <a:pt x="30485" y="20508"/>
                </a:lnTo>
                <a:lnTo>
                  <a:pt x="30777" y="20295"/>
                </a:lnTo>
                <a:lnTo>
                  <a:pt x="31069" y="20136"/>
                </a:lnTo>
                <a:lnTo>
                  <a:pt x="31361" y="19870"/>
                </a:lnTo>
                <a:lnTo>
                  <a:pt x="31595" y="19658"/>
                </a:lnTo>
                <a:lnTo>
                  <a:pt x="31887" y="19498"/>
                </a:lnTo>
                <a:lnTo>
                  <a:pt x="32179" y="19233"/>
                </a:lnTo>
                <a:lnTo>
                  <a:pt x="32471" y="19126"/>
                </a:lnTo>
                <a:lnTo>
                  <a:pt x="32880" y="18861"/>
                </a:lnTo>
                <a:lnTo>
                  <a:pt x="33288" y="18489"/>
                </a:lnTo>
                <a:lnTo>
                  <a:pt x="33580" y="18223"/>
                </a:lnTo>
                <a:lnTo>
                  <a:pt x="33872" y="18117"/>
                </a:lnTo>
                <a:lnTo>
                  <a:pt x="34164" y="17851"/>
                </a:lnTo>
                <a:lnTo>
                  <a:pt x="34457" y="17586"/>
                </a:lnTo>
                <a:lnTo>
                  <a:pt x="34690" y="17320"/>
                </a:lnTo>
                <a:lnTo>
                  <a:pt x="35157" y="17214"/>
                </a:lnTo>
                <a:lnTo>
                  <a:pt x="35449" y="16948"/>
                </a:lnTo>
                <a:lnTo>
                  <a:pt x="35566" y="16789"/>
                </a:lnTo>
                <a:lnTo>
                  <a:pt x="35858" y="16576"/>
                </a:lnTo>
                <a:lnTo>
                  <a:pt x="36150" y="16417"/>
                </a:lnTo>
                <a:lnTo>
                  <a:pt x="36384" y="16151"/>
                </a:lnTo>
                <a:lnTo>
                  <a:pt x="36676" y="15885"/>
                </a:lnTo>
                <a:lnTo>
                  <a:pt x="37143" y="15673"/>
                </a:lnTo>
                <a:lnTo>
                  <a:pt x="37377" y="15514"/>
                </a:lnTo>
                <a:lnTo>
                  <a:pt x="37669" y="15248"/>
                </a:lnTo>
                <a:lnTo>
                  <a:pt x="37961" y="15035"/>
                </a:lnTo>
                <a:lnTo>
                  <a:pt x="38077" y="14770"/>
                </a:lnTo>
                <a:lnTo>
                  <a:pt x="38369" y="14610"/>
                </a:lnTo>
                <a:lnTo>
                  <a:pt x="38661" y="14504"/>
                </a:lnTo>
                <a:lnTo>
                  <a:pt x="39070" y="14238"/>
                </a:lnTo>
                <a:lnTo>
                  <a:pt x="39362" y="13973"/>
                </a:lnTo>
                <a:lnTo>
                  <a:pt x="39654" y="13707"/>
                </a:lnTo>
                <a:lnTo>
                  <a:pt x="39946" y="13601"/>
                </a:lnTo>
                <a:lnTo>
                  <a:pt x="40238" y="13335"/>
                </a:lnTo>
                <a:lnTo>
                  <a:pt x="40472" y="13070"/>
                </a:lnTo>
                <a:lnTo>
                  <a:pt x="40647" y="12857"/>
                </a:lnTo>
                <a:lnTo>
                  <a:pt x="40939" y="12591"/>
                </a:lnTo>
                <a:lnTo>
                  <a:pt x="41348" y="12326"/>
                </a:lnTo>
                <a:lnTo>
                  <a:pt x="41640" y="12166"/>
                </a:lnTo>
                <a:lnTo>
                  <a:pt x="41932" y="12060"/>
                </a:lnTo>
                <a:lnTo>
                  <a:pt x="42166" y="11794"/>
                </a:lnTo>
                <a:lnTo>
                  <a:pt x="42458" y="11529"/>
                </a:lnTo>
                <a:lnTo>
                  <a:pt x="42750" y="11316"/>
                </a:lnTo>
                <a:lnTo>
                  <a:pt x="43042" y="11157"/>
                </a:lnTo>
                <a:lnTo>
                  <a:pt x="43334" y="10891"/>
                </a:lnTo>
                <a:lnTo>
                  <a:pt x="43626" y="10626"/>
                </a:lnTo>
                <a:lnTo>
                  <a:pt x="43859" y="10413"/>
                </a:lnTo>
                <a:lnTo>
                  <a:pt x="44151" y="10147"/>
                </a:lnTo>
                <a:lnTo>
                  <a:pt x="44443" y="9882"/>
                </a:lnTo>
                <a:lnTo>
                  <a:pt x="44735" y="9775"/>
                </a:lnTo>
                <a:lnTo>
                  <a:pt x="45027" y="9616"/>
                </a:lnTo>
                <a:lnTo>
                  <a:pt x="45436" y="9350"/>
                </a:lnTo>
                <a:lnTo>
                  <a:pt x="45728" y="9085"/>
                </a:lnTo>
                <a:lnTo>
                  <a:pt x="45845" y="8872"/>
                </a:lnTo>
                <a:lnTo>
                  <a:pt x="46137" y="8607"/>
                </a:lnTo>
                <a:lnTo>
                  <a:pt x="46429" y="8341"/>
                </a:lnTo>
                <a:lnTo>
                  <a:pt x="46721" y="8075"/>
                </a:lnTo>
                <a:lnTo>
                  <a:pt x="47013" y="7969"/>
                </a:lnTo>
                <a:lnTo>
                  <a:pt x="47246" y="7703"/>
                </a:lnTo>
                <a:lnTo>
                  <a:pt x="47714" y="7544"/>
                </a:lnTo>
                <a:lnTo>
                  <a:pt x="47947" y="7331"/>
                </a:lnTo>
                <a:lnTo>
                  <a:pt x="48123" y="7066"/>
                </a:lnTo>
                <a:lnTo>
                  <a:pt x="48415" y="6800"/>
                </a:lnTo>
                <a:lnTo>
                  <a:pt x="48707" y="6535"/>
                </a:lnTo>
                <a:lnTo>
                  <a:pt x="48940" y="6269"/>
                </a:lnTo>
                <a:lnTo>
                  <a:pt x="49232" y="6003"/>
                </a:lnTo>
                <a:lnTo>
                  <a:pt x="49641" y="5897"/>
                </a:lnTo>
                <a:lnTo>
                  <a:pt x="49933" y="5631"/>
                </a:lnTo>
                <a:lnTo>
                  <a:pt x="50225" y="5366"/>
                </a:lnTo>
                <a:lnTo>
                  <a:pt x="50517" y="5259"/>
                </a:lnTo>
                <a:lnTo>
                  <a:pt x="50634" y="4994"/>
                </a:lnTo>
                <a:lnTo>
                  <a:pt x="50926" y="4728"/>
                </a:lnTo>
                <a:lnTo>
                  <a:pt x="51218" y="4462"/>
                </a:lnTo>
                <a:lnTo>
                  <a:pt x="51627" y="4250"/>
                </a:lnTo>
                <a:lnTo>
                  <a:pt x="51919" y="3984"/>
                </a:lnTo>
                <a:lnTo>
                  <a:pt x="52211" y="3719"/>
                </a:lnTo>
                <a:lnTo>
                  <a:pt x="52503" y="3453"/>
                </a:lnTo>
                <a:lnTo>
                  <a:pt x="52795" y="3187"/>
                </a:lnTo>
                <a:lnTo>
                  <a:pt x="53028" y="2922"/>
                </a:lnTo>
                <a:lnTo>
                  <a:pt x="53203" y="2815"/>
                </a:lnTo>
                <a:lnTo>
                  <a:pt x="53495" y="2550"/>
                </a:lnTo>
                <a:lnTo>
                  <a:pt x="53904" y="2443"/>
                </a:lnTo>
                <a:lnTo>
                  <a:pt x="54196" y="2178"/>
                </a:lnTo>
                <a:lnTo>
                  <a:pt x="54488" y="1912"/>
                </a:lnTo>
                <a:lnTo>
                  <a:pt x="54722" y="1647"/>
                </a:lnTo>
                <a:lnTo>
                  <a:pt x="55014" y="1381"/>
                </a:lnTo>
                <a:lnTo>
                  <a:pt x="55306" y="1168"/>
                </a:lnTo>
                <a:lnTo>
                  <a:pt x="55598" y="903"/>
                </a:lnTo>
                <a:lnTo>
                  <a:pt x="55890" y="637"/>
                </a:lnTo>
                <a:lnTo>
                  <a:pt x="56124" y="531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795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6929135" y="5130985"/>
            <a:ext cx="56824" cy="54405"/>
          </a:xfrm>
          <a:custGeom>
            <a:avLst/>
            <a:gdLst/>
            <a:ahLst/>
            <a:cxnLst/>
            <a:rect l="l" t="t" r="r" b="b"/>
            <a:pathLst>
              <a:path w="56824" h="54405">
                <a:moveTo>
                  <a:pt x="0" y="54405"/>
                </a:moveTo>
                <a:lnTo>
                  <a:pt x="292" y="54139"/>
                </a:lnTo>
                <a:lnTo>
                  <a:pt x="584" y="53874"/>
                </a:lnTo>
                <a:lnTo>
                  <a:pt x="876" y="53608"/>
                </a:lnTo>
                <a:lnTo>
                  <a:pt x="1109" y="53395"/>
                </a:lnTo>
                <a:lnTo>
                  <a:pt x="1576" y="53130"/>
                </a:lnTo>
                <a:lnTo>
                  <a:pt x="1693" y="52864"/>
                </a:lnTo>
                <a:lnTo>
                  <a:pt x="1985" y="52758"/>
                </a:lnTo>
                <a:lnTo>
                  <a:pt x="2277" y="52492"/>
                </a:lnTo>
                <a:lnTo>
                  <a:pt x="2569" y="52227"/>
                </a:lnTo>
                <a:lnTo>
                  <a:pt x="2803" y="51961"/>
                </a:lnTo>
                <a:lnTo>
                  <a:pt x="3095" y="51695"/>
                </a:lnTo>
                <a:lnTo>
                  <a:pt x="3562" y="51430"/>
                </a:lnTo>
                <a:lnTo>
                  <a:pt x="3796" y="51217"/>
                </a:lnTo>
                <a:lnTo>
                  <a:pt x="4088" y="50951"/>
                </a:lnTo>
                <a:lnTo>
                  <a:pt x="4263" y="50686"/>
                </a:lnTo>
                <a:lnTo>
                  <a:pt x="4496" y="50420"/>
                </a:lnTo>
                <a:lnTo>
                  <a:pt x="4788" y="50314"/>
                </a:lnTo>
                <a:lnTo>
                  <a:pt x="5080" y="50048"/>
                </a:lnTo>
                <a:lnTo>
                  <a:pt x="5489" y="49783"/>
                </a:lnTo>
                <a:lnTo>
                  <a:pt x="5781" y="49411"/>
                </a:lnTo>
                <a:lnTo>
                  <a:pt x="6073" y="49145"/>
                </a:lnTo>
                <a:lnTo>
                  <a:pt x="6365" y="48879"/>
                </a:lnTo>
                <a:lnTo>
                  <a:pt x="6657" y="48614"/>
                </a:lnTo>
                <a:lnTo>
                  <a:pt x="6774" y="48348"/>
                </a:lnTo>
                <a:lnTo>
                  <a:pt x="7066" y="48136"/>
                </a:lnTo>
                <a:lnTo>
                  <a:pt x="7358" y="47976"/>
                </a:lnTo>
                <a:lnTo>
                  <a:pt x="7767" y="47711"/>
                </a:lnTo>
                <a:lnTo>
                  <a:pt x="8059" y="47445"/>
                </a:lnTo>
                <a:lnTo>
                  <a:pt x="8351" y="47232"/>
                </a:lnTo>
                <a:lnTo>
                  <a:pt x="8585" y="46967"/>
                </a:lnTo>
                <a:lnTo>
                  <a:pt x="8877" y="46701"/>
                </a:lnTo>
                <a:lnTo>
                  <a:pt x="9052" y="46435"/>
                </a:lnTo>
                <a:lnTo>
                  <a:pt x="9344" y="46170"/>
                </a:lnTo>
                <a:lnTo>
                  <a:pt x="9753" y="45904"/>
                </a:lnTo>
                <a:lnTo>
                  <a:pt x="10045" y="45692"/>
                </a:lnTo>
                <a:lnTo>
                  <a:pt x="10278" y="45426"/>
                </a:lnTo>
                <a:lnTo>
                  <a:pt x="10570" y="45160"/>
                </a:lnTo>
                <a:lnTo>
                  <a:pt x="10862" y="44895"/>
                </a:lnTo>
                <a:lnTo>
                  <a:pt x="11154" y="44629"/>
                </a:lnTo>
                <a:lnTo>
                  <a:pt x="11446" y="44363"/>
                </a:lnTo>
                <a:lnTo>
                  <a:pt x="11738" y="44151"/>
                </a:lnTo>
                <a:lnTo>
                  <a:pt x="11972" y="43885"/>
                </a:lnTo>
                <a:lnTo>
                  <a:pt x="12264" y="43619"/>
                </a:lnTo>
                <a:lnTo>
                  <a:pt x="12556" y="43354"/>
                </a:lnTo>
                <a:lnTo>
                  <a:pt x="12848" y="43088"/>
                </a:lnTo>
                <a:lnTo>
                  <a:pt x="13140" y="42823"/>
                </a:lnTo>
                <a:lnTo>
                  <a:pt x="13432" y="42610"/>
                </a:lnTo>
                <a:lnTo>
                  <a:pt x="13665" y="42344"/>
                </a:lnTo>
                <a:lnTo>
                  <a:pt x="14133" y="42079"/>
                </a:lnTo>
                <a:lnTo>
                  <a:pt x="14250" y="41813"/>
                </a:lnTo>
                <a:lnTo>
                  <a:pt x="14542" y="41547"/>
                </a:lnTo>
                <a:lnTo>
                  <a:pt x="14834" y="41335"/>
                </a:lnTo>
                <a:lnTo>
                  <a:pt x="15126" y="41069"/>
                </a:lnTo>
                <a:lnTo>
                  <a:pt x="15359" y="40804"/>
                </a:lnTo>
                <a:lnTo>
                  <a:pt x="15651" y="40538"/>
                </a:lnTo>
                <a:lnTo>
                  <a:pt x="16060" y="40272"/>
                </a:lnTo>
                <a:lnTo>
                  <a:pt x="16352" y="40007"/>
                </a:lnTo>
                <a:lnTo>
                  <a:pt x="16644" y="39794"/>
                </a:lnTo>
                <a:lnTo>
                  <a:pt x="16819" y="39528"/>
                </a:lnTo>
                <a:lnTo>
                  <a:pt x="17053" y="39103"/>
                </a:lnTo>
                <a:lnTo>
                  <a:pt x="17345" y="38891"/>
                </a:lnTo>
                <a:lnTo>
                  <a:pt x="17637" y="38731"/>
                </a:lnTo>
                <a:lnTo>
                  <a:pt x="18046" y="38466"/>
                </a:lnTo>
                <a:lnTo>
                  <a:pt x="18338" y="38253"/>
                </a:lnTo>
                <a:lnTo>
                  <a:pt x="18630" y="37988"/>
                </a:lnTo>
                <a:lnTo>
                  <a:pt x="18922" y="37563"/>
                </a:lnTo>
                <a:lnTo>
                  <a:pt x="19214" y="37350"/>
                </a:lnTo>
                <a:lnTo>
                  <a:pt x="19330" y="37084"/>
                </a:lnTo>
                <a:lnTo>
                  <a:pt x="19622" y="36819"/>
                </a:lnTo>
                <a:lnTo>
                  <a:pt x="19914" y="36553"/>
                </a:lnTo>
                <a:lnTo>
                  <a:pt x="20323" y="36287"/>
                </a:lnTo>
                <a:lnTo>
                  <a:pt x="20615" y="36022"/>
                </a:lnTo>
                <a:lnTo>
                  <a:pt x="20907" y="35809"/>
                </a:lnTo>
                <a:lnTo>
                  <a:pt x="21141" y="35544"/>
                </a:lnTo>
                <a:lnTo>
                  <a:pt x="21433" y="35278"/>
                </a:lnTo>
                <a:lnTo>
                  <a:pt x="21725" y="34906"/>
                </a:lnTo>
                <a:lnTo>
                  <a:pt x="21842" y="34640"/>
                </a:lnTo>
                <a:lnTo>
                  <a:pt x="22309" y="34375"/>
                </a:lnTo>
                <a:lnTo>
                  <a:pt x="22601" y="34109"/>
                </a:lnTo>
                <a:lnTo>
                  <a:pt x="22835" y="34003"/>
                </a:lnTo>
                <a:lnTo>
                  <a:pt x="23127" y="33631"/>
                </a:lnTo>
                <a:lnTo>
                  <a:pt x="23419" y="33365"/>
                </a:lnTo>
                <a:lnTo>
                  <a:pt x="23711" y="33100"/>
                </a:lnTo>
                <a:lnTo>
                  <a:pt x="24003" y="32834"/>
                </a:lnTo>
                <a:lnTo>
                  <a:pt x="24236" y="32568"/>
                </a:lnTo>
                <a:lnTo>
                  <a:pt x="24528" y="32196"/>
                </a:lnTo>
                <a:lnTo>
                  <a:pt x="24820" y="31931"/>
                </a:lnTo>
                <a:lnTo>
                  <a:pt x="25112" y="31825"/>
                </a:lnTo>
                <a:lnTo>
                  <a:pt x="25404" y="31559"/>
                </a:lnTo>
                <a:lnTo>
                  <a:pt x="25696" y="31187"/>
                </a:lnTo>
                <a:lnTo>
                  <a:pt x="25930" y="30921"/>
                </a:lnTo>
                <a:lnTo>
                  <a:pt x="26222" y="30656"/>
                </a:lnTo>
                <a:lnTo>
                  <a:pt x="26689" y="30390"/>
                </a:lnTo>
                <a:lnTo>
                  <a:pt x="26806" y="30018"/>
                </a:lnTo>
                <a:lnTo>
                  <a:pt x="27098" y="29752"/>
                </a:lnTo>
                <a:lnTo>
                  <a:pt x="27390" y="29487"/>
                </a:lnTo>
                <a:lnTo>
                  <a:pt x="27624" y="29381"/>
                </a:lnTo>
                <a:lnTo>
                  <a:pt x="27916" y="29009"/>
                </a:lnTo>
                <a:lnTo>
                  <a:pt x="28208" y="28743"/>
                </a:lnTo>
                <a:lnTo>
                  <a:pt x="28616" y="28477"/>
                </a:lnTo>
                <a:lnTo>
                  <a:pt x="28908" y="28212"/>
                </a:lnTo>
                <a:lnTo>
                  <a:pt x="29200" y="27840"/>
                </a:lnTo>
                <a:lnTo>
                  <a:pt x="29317" y="27574"/>
                </a:lnTo>
                <a:lnTo>
                  <a:pt x="29609" y="27308"/>
                </a:lnTo>
                <a:lnTo>
                  <a:pt x="29901" y="27043"/>
                </a:lnTo>
                <a:lnTo>
                  <a:pt x="30193" y="26830"/>
                </a:lnTo>
                <a:lnTo>
                  <a:pt x="30602" y="26565"/>
                </a:lnTo>
                <a:lnTo>
                  <a:pt x="30894" y="26299"/>
                </a:lnTo>
                <a:lnTo>
                  <a:pt x="31186" y="26033"/>
                </a:lnTo>
                <a:lnTo>
                  <a:pt x="31478" y="25661"/>
                </a:lnTo>
                <a:lnTo>
                  <a:pt x="31712" y="25396"/>
                </a:lnTo>
                <a:lnTo>
                  <a:pt x="31887" y="25130"/>
                </a:lnTo>
                <a:lnTo>
                  <a:pt x="32179" y="24758"/>
                </a:lnTo>
                <a:lnTo>
                  <a:pt x="32471" y="24599"/>
                </a:lnTo>
                <a:lnTo>
                  <a:pt x="32880" y="24386"/>
                </a:lnTo>
                <a:lnTo>
                  <a:pt x="33172" y="23961"/>
                </a:lnTo>
                <a:lnTo>
                  <a:pt x="33405" y="23749"/>
                </a:lnTo>
                <a:lnTo>
                  <a:pt x="33697" y="23483"/>
                </a:lnTo>
                <a:lnTo>
                  <a:pt x="33989" y="23217"/>
                </a:lnTo>
                <a:lnTo>
                  <a:pt x="34281" y="22846"/>
                </a:lnTo>
                <a:lnTo>
                  <a:pt x="34398" y="22580"/>
                </a:lnTo>
                <a:lnTo>
                  <a:pt x="34865" y="22420"/>
                </a:lnTo>
                <a:lnTo>
                  <a:pt x="35099" y="22049"/>
                </a:lnTo>
                <a:lnTo>
                  <a:pt x="35391" y="21783"/>
                </a:lnTo>
                <a:lnTo>
                  <a:pt x="35683" y="21517"/>
                </a:lnTo>
                <a:lnTo>
                  <a:pt x="35975" y="21145"/>
                </a:lnTo>
                <a:lnTo>
                  <a:pt x="36267" y="20880"/>
                </a:lnTo>
                <a:lnTo>
                  <a:pt x="36559" y="20667"/>
                </a:lnTo>
                <a:lnTo>
                  <a:pt x="36793" y="20242"/>
                </a:lnTo>
                <a:lnTo>
                  <a:pt x="37085" y="20136"/>
                </a:lnTo>
                <a:lnTo>
                  <a:pt x="37377" y="19870"/>
                </a:lnTo>
                <a:lnTo>
                  <a:pt x="37669" y="19498"/>
                </a:lnTo>
                <a:lnTo>
                  <a:pt x="37961" y="19233"/>
                </a:lnTo>
                <a:lnTo>
                  <a:pt x="38253" y="18967"/>
                </a:lnTo>
                <a:lnTo>
                  <a:pt x="38486" y="18595"/>
                </a:lnTo>
                <a:lnTo>
                  <a:pt x="38778" y="18329"/>
                </a:lnTo>
                <a:lnTo>
                  <a:pt x="39187" y="18064"/>
                </a:lnTo>
                <a:lnTo>
                  <a:pt x="39362" y="17798"/>
                </a:lnTo>
                <a:lnTo>
                  <a:pt x="39654" y="17586"/>
                </a:lnTo>
                <a:lnTo>
                  <a:pt x="39946" y="17320"/>
                </a:lnTo>
                <a:lnTo>
                  <a:pt x="40180" y="16895"/>
                </a:lnTo>
                <a:lnTo>
                  <a:pt x="40472" y="16682"/>
                </a:lnTo>
                <a:lnTo>
                  <a:pt x="40764" y="16417"/>
                </a:lnTo>
                <a:lnTo>
                  <a:pt x="41173" y="16045"/>
                </a:lnTo>
                <a:lnTo>
                  <a:pt x="41465" y="15779"/>
                </a:lnTo>
                <a:lnTo>
                  <a:pt x="41757" y="15514"/>
                </a:lnTo>
                <a:lnTo>
                  <a:pt x="41874" y="15248"/>
                </a:lnTo>
                <a:lnTo>
                  <a:pt x="42166" y="14982"/>
                </a:lnTo>
                <a:lnTo>
                  <a:pt x="42458" y="14610"/>
                </a:lnTo>
                <a:lnTo>
                  <a:pt x="42750" y="14345"/>
                </a:lnTo>
                <a:lnTo>
                  <a:pt x="43158" y="14079"/>
                </a:lnTo>
                <a:lnTo>
                  <a:pt x="43450" y="13707"/>
                </a:lnTo>
                <a:lnTo>
                  <a:pt x="43742" y="13441"/>
                </a:lnTo>
                <a:lnTo>
                  <a:pt x="44034" y="13176"/>
                </a:lnTo>
                <a:lnTo>
                  <a:pt x="44268" y="12963"/>
                </a:lnTo>
                <a:lnTo>
                  <a:pt x="44443" y="12698"/>
                </a:lnTo>
                <a:lnTo>
                  <a:pt x="44735" y="12326"/>
                </a:lnTo>
                <a:lnTo>
                  <a:pt x="44969" y="12060"/>
                </a:lnTo>
                <a:lnTo>
                  <a:pt x="45436" y="11794"/>
                </a:lnTo>
                <a:lnTo>
                  <a:pt x="45728" y="11423"/>
                </a:lnTo>
                <a:lnTo>
                  <a:pt x="45962" y="11157"/>
                </a:lnTo>
                <a:lnTo>
                  <a:pt x="46254" y="10891"/>
                </a:lnTo>
                <a:lnTo>
                  <a:pt x="46546" y="10626"/>
                </a:lnTo>
                <a:lnTo>
                  <a:pt x="46838" y="10360"/>
                </a:lnTo>
                <a:lnTo>
                  <a:pt x="46954" y="9988"/>
                </a:lnTo>
                <a:lnTo>
                  <a:pt x="47422" y="9722"/>
                </a:lnTo>
                <a:lnTo>
                  <a:pt x="47655" y="9457"/>
                </a:lnTo>
                <a:lnTo>
                  <a:pt x="47947" y="9085"/>
                </a:lnTo>
                <a:lnTo>
                  <a:pt x="48239" y="8819"/>
                </a:lnTo>
                <a:lnTo>
                  <a:pt x="48531" y="8447"/>
                </a:lnTo>
                <a:lnTo>
                  <a:pt x="48823" y="8341"/>
                </a:lnTo>
                <a:lnTo>
                  <a:pt x="49057" y="7916"/>
                </a:lnTo>
                <a:lnTo>
                  <a:pt x="49349" y="7703"/>
                </a:lnTo>
                <a:lnTo>
                  <a:pt x="49641" y="7438"/>
                </a:lnTo>
                <a:lnTo>
                  <a:pt x="49933" y="7013"/>
                </a:lnTo>
                <a:lnTo>
                  <a:pt x="50225" y="6800"/>
                </a:lnTo>
                <a:lnTo>
                  <a:pt x="50517" y="6375"/>
                </a:lnTo>
                <a:lnTo>
                  <a:pt x="50751" y="6163"/>
                </a:lnTo>
                <a:lnTo>
                  <a:pt x="51043" y="6003"/>
                </a:lnTo>
                <a:lnTo>
                  <a:pt x="51335" y="5631"/>
                </a:lnTo>
                <a:lnTo>
                  <a:pt x="51743" y="5366"/>
                </a:lnTo>
                <a:lnTo>
                  <a:pt x="51919" y="4994"/>
                </a:lnTo>
                <a:lnTo>
                  <a:pt x="52211" y="4728"/>
                </a:lnTo>
                <a:lnTo>
                  <a:pt x="52444" y="4356"/>
                </a:lnTo>
                <a:lnTo>
                  <a:pt x="52736" y="4091"/>
                </a:lnTo>
                <a:lnTo>
                  <a:pt x="53028" y="3825"/>
                </a:lnTo>
                <a:lnTo>
                  <a:pt x="53320" y="3559"/>
                </a:lnTo>
                <a:lnTo>
                  <a:pt x="53729" y="3294"/>
                </a:lnTo>
                <a:lnTo>
                  <a:pt x="54021" y="2922"/>
                </a:lnTo>
                <a:lnTo>
                  <a:pt x="54313" y="2656"/>
                </a:lnTo>
                <a:lnTo>
                  <a:pt x="54430" y="2284"/>
                </a:lnTo>
                <a:lnTo>
                  <a:pt x="54722" y="2018"/>
                </a:lnTo>
                <a:lnTo>
                  <a:pt x="55014" y="1647"/>
                </a:lnTo>
                <a:lnTo>
                  <a:pt x="55306" y="1540"/>
                </a:lnTo>
                <a:lnTo>
                  <a:pt x="55715" y="1275"/>
                </a:lnTo>
                <a:lnTo>
                  <a:pt x="56007" y="850"/>
                </a:lnTo>
                <a:lnTo>
                  <a:pt x="56299" y="637"/>
                </a:lnTo>
                <a:lnTo>
                  <a:pt x="56532" y="212"/>
                </a:lnTo>
                <a:lnTo>
                  <a:pt x="56824" y="0"/>
                </a:lnTo>
              </a:path>
            </a:pathLst>
          </a:custGeom>
          <a:ln w="806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6985960" y="5069354"/>
            <a:ext cx="56708" cy="61631"/>
          </a:xfrm>
          <a:custGeom>
            <a:avLst/>
            <a:gdLst/>
            <a:ahLst/>
            <a:cxnLst/>
            <a:rect l="l" t="t" r="r" b="b"/>
            <a:pathLst>
              <a:path w="56708" h="61631">
                <a:moveTo>
                  <a:pt x="0" y="61631"/>
                </a:moveTo>
                <a:lnTo>
                  <a:pt x="175" y="61206"/>
                </a:lnTo>
                <a:lnTo>
                  <a:pt x="467" y="60993"/>
                </a:lnTo>
                <a:lnTo>
                  <a:pt x="700" y="60727"/>
                </a:lnTo>
                <a:lnTo>
                  <a:pt x="1168" y="60462"/>
                </a:lnTo>
                <a:lnTo>
                  <a:pt x="1401" y="60090"/>
                </a:lnTo>
                <a:lnTo>
                  <a:pt x="1693" y="59824"/>
                </a:lnTo>
                <a:lnTo>
                  <a:pt x="1985" y="59452"/>
                </a:lnTo>
                <a:lnTo>
                  <a:pt x="2277" y="59187"/>
                </a:lnTo>
                <a:lnTo>
                  <a:pt x="2569" y="58921"/>
                </a:lnTo>
                <a:lnTo>
                  <a:pt x="2686" y="58549"/>
                </a:lnTo>
                <a:lnTo>
                  <a:pt x="3095" y="58390"/>
                </a:lnTo>
                <a:lnTo>
                  <a:pt x="3387" y="58018"/>
                </a:lnTo>
                <a:lnTo>
                  <a:pt x="3679" y="57752"/>
                </a:lnTo>
                <a:lnTo>
                  <a:pt x="3971" y="57380"/>
                </a:lnTo>
                <a:lnTo>
                  <a:pt x="4263" y="57115"/>
                </a:lnTo>
                <a:lnTo>
                  <a:pt x="4555" y="56743"/>
                </a:lnTo>
                <a:lnTo>
                  <a:pt x="4788" y="56477"/>
                </a:lnTo>
                <a:lnTo>
                  <a:pt x="5080" y="56211"/>
                </a:lnTo>
                <a:lnTo>
                  <a:pt x="5372" y="55946"/>
                </a:lnTo>
                <a:lnTo>
                  <a:pt x="5664" y="55574"/>
                </a:lnTo>
                <a:lnTo>
                  <a:pt x="5956" y="55308"/>
                </a:lnTo>
                <a:lnTo>
                  <a:pt x="6248" y="54936"/>
                </a:lnTo>
                <a:lnTo>
                  <a:pt x="6482" y="54671"/>
                </a:lnTo>
                <a:lnTo>
                  <a:pt x="6774" y="54299"/>
                </a:lnTo>
                <a:lnTo>
                  <a:pt x="7066" y="54033"/>
                </a:lnTo>
                <a:lnTo>
                  <a:pt x="7475" y="53767"/>
                </a:lnTo>
                <a:lnTo>
                  <a:pt x="7650" y="53502"/>
                </a:lnTo>
                <a:lnTo>
                  <a:pt x="7942" y="53130"/>
                </a:lnTo>
                <a:lnTo>
                  <a:pt x="8176" y="52864"/>
                </a:lnTo>
                <a:lnTo>
                  <a:pt x="8468" y="52492"/>
                </a:lnTo>
                <a:lnTo>
                  <a:pt x="8760" y="52227"/>
                </a:lnTo>
                <a:lnTo>
                  <a:pt x="9052" y="51855"/>
                </a:lnTo>
                <a:lnTo>
                  <a:pt x="9461" y="51589"/>
                </a:lnTo>
                <a:lnTo>
                  <a:pt x="9753" y="51323"/>
                </a:lnTo>
                <a:lnTo>
                  <a:pt x="10045" y="51058"/>
                </a:lnTo>
                <a:lnTo>
                  <a:pt x="10161" y="50686"/>
                </a:lnTo>
                <a:lnTo>
                  <a:pt x="10453" y="50420"/>
                </a:lnTo>
                <a:lnTo>
                  <a:pt x="10745" y="50048"/>
                </a:lnTo>
                <a:lnTo>
                  <a:pt x="11037" y="49783"/>
                </a:lnTo>
                <a:lnTo>
                  <a:pt x="11446" y="49411"/>
                </a:lnTo>
                <a:lnTo>
                  <a:pt x="11738" y="49145"/>
                </a:lnTo>
                <a:lnTo>
                  <a:pt x="12030" y="48879"/>
                </a:lnTo>
                <a:lnTo>
                  <a:pt x="12264" y="48667"/>
                </a:lnTo>
                <a:lnTo>
                  <a:pt x="12556" y="48242"/>
                </a:lnTo>
                <a:lnTo>
                  <a:pt x="12731" y="48029"/>
                </a:lnTo>
                <a:lnTo>
                  <a:pt x="12965" y="47604"/>
                </a:lnTo>
                <a:lnTo>
                  <a:pt x="13257" y="47339"/>
                </a:lnTo>
                <a:lnTo>
                  <a:pt x="13724" y="46967"/>
                </a:lnTo>
                <a:lnTo>
                  <a:pt x="13958" y="46860"/>
                </a:lnTo>
                <a:lnTo>
                  <a:pt x="14250" y="46489"/>
                </a:lnTo>
                <a:lnTo>
                  <a:pt x="14542" y="46223"/>
                </a:lnTo>
                <a:lnTo>
                  <a:pt x="14834" y="45798"/>
                </a:lnTo>
                <a:lnTo>
                  <a:pt x="15126" y="45426"/>
                </a:lnTo>
                <a:lnTo>
                  <a:pt x="15242" y="45160"/>
                </a:lnTo>
                <a:lnTo>
                  <a:pt x="15651" y="44788"/>
                </a:lnTo>
                <a:lnTo>
                  <a:pt x="15943" y="44523"/>
                </a:lnTo>
                <a:lnTo>
                  <a:pt x="16235" y="44257"/>
                </a:lnTo>
                <a:lnTo>
                  <a:pt x="16527" y="44045"/>
                </a:lnTo>
                <a:lnTo>
                  <a:pt x="16819" y="43619"/>
                </a:lnTo>
                <a:lnTo>
                  <a:pt x="17053" y="43407"/>
                </a:lnTo>
                <a:lnTo>
                  <a:pt x="17345" y="42982"/>
                </a:lnTo>
                <a:lnTo>
                  <a:pt x="17637" y="42716"/>
                </a:lnTo>
                <a:lnTo>
                  <a:pt x="17929" y="42344"/>
                </a:lnTo>
                <a:lnTo>
                  <a:pt x="18221" y="42238"/>
                </a:lnTo>
                <a:lnTo>
                  <a:pt x="18513" y="41866"/>
                </a:lnTo>
                <a:lnTo>
                  <a:pt x="18746" y="41601"/>
                </a:lnTo>
                <a:lnTo>
                  <a:pt x="19038" y="41175"/>
                </a:lnTo>
                <a:lnTo>
                  <a:pt x="19330" y="40804"/>
                </a:lnTo>
                <a:lnTo>
                  <a:pt x="19622" y="40538"/>
                </a:lnTo>
                <a:lnTo>
                  <a:pt x="20031" y="40166"/>
                </a:lnTo>
                <a:lnTo>
                  <a:pt x="20206" y="39900"/>
                </a:lnTo>
                <a:lnTo>
                  <a:pt x="20440" y="39635"/>
                </a:lnTo>
                <a:lnTo>
                  <a:pt x="20732" y="39422"/>
                </a:lnTo>
                <a:lnTo>
                  <a:pt x="21024" y="38997"/>
                </a:lnTo>
                <a:lnTo>
                  <a:pt x="21316" y="38785"/>
                </a:lnTo>
                <a:lnTo>
                  <a:pt x="21608" y="38360"/>
                </a:lnTo>
                <a:lnTo>
                  <a:pt x="22017" y="38094"/>
                </a:lnTo>
                <a:lnTo>
                  <a:pt x="22309" y="37722"/>
                </a:lnTo>
                <a:lnTo>
                  <a:pt x="22601" y="37456"/>
                </a:lnTo>
                <a:lnTo>
                  <a:pt x="22718" y="37244"/>
                </a:lnTo>
                <a:lnTo>
                  <a:pt x="23010" y="36819"/>
                </a:lnTo>
                <a:lnTo>
                  <a:pt x="23302" y="36553"/>
                </a:lnTo>
                <a:lnTo>
                  <a:pt x="23594" y="36181"/>
                </a:lnTo>
                <a:lnTo>
                  <a:pt x="24003" y="35916"/>
                </a:lnTo>
                <a:lnTo>
                  <a:pt x="24295" y="35544"/>
                </a:lnTo>
                <a:lnTo>
                  <a:pt x="24528" y="35278"/>
                </a:lnTo>
                <a:lnTo>
                  <a:pt x="24820" y="35012"/>
                </a:lnTo>
                <a:lnTo>
                  <a:pt x="25112" y="34640"/>
                </a:lnTo>
                <a:lnTo>
                  <a:pt x="25287" y="34375"/>
                </a:lnTo>
                <a:lnTo>
                  <a:pt x="25521" y="34003"/>
                </a:lnTo>
                <a:lnTo>
                  <a:pt x="25813" y="33737"/>
                </a:lnTo>
                <a:lnTo>
                  <a:pt x="26222" y="33365"/>
                </a:lnTo>
                <a:lnTo>
                  <a:pt x="26514" y="33100"/>
                </a:lnTo>
                <a:lnTo>
                  <a:pt x="26806" y="32834"/>
                </a:lnTo>
                <a:lnTo>
                  <a:pt x="27098" y="32622"/>
                </a:lnTo>
                <a:lnTo>
                  <a:pt x="27390" y="32196"/>
                </a:lnTo>
                <a:lnTo>
                  <a:pt x="27682" y="31825"/>
                </a:lnTo>
                <a:lnTo>
                  <a:pt x="27799" y="31559"/>
                </a:lnTo>
                <a:lnTo>
                  <a:pt x="28208" y="31187"/>
                </a:lnTo>
                <a:lnTo>
                  <a:pt x="28500" y="30921"/>
                </a:lnTo>
                <a:lnTo>
                  <a:pt x="28792" y="30549"/>
                </a:lnTo>
                <a:lnTo>
                  <a:pt x="29084" y="30443"/>
                </a:lnTo>
                <a:lnTo>
                  <a:pt x="29376" y="30018"/>
                </a:lnTo>
                <a:lnTo>
                  <a:pt x="29609" y="29646"/>
                </a:lnTo>
                <a:lnTo>
                  <a:pt x="29901" y="29381"/>
                </a:lnTo>
                <a:lnTo>
                  <a:pt x="30193" y="29009"/>
                </a:lnTo>
                <a:lnTo>
                  <a:pt x="30485" y="28743"/>
                </a:lnTo>
                <a:lnTo>
                  <a:pt x="30777" y="28371"/>
                </a:lnTo>
                <a:lnTo>
                  <a:pt x="31069" y="28212"/>
                </a:lnTo>
                <a:lnTo>
                  <a:pt x="31303" y="27840"/>
                </a:lnTo>
                <a:lnTo>
                  <a:pt x="31595" y="27468"/>
                </a:lnTo>
                <a:lnTo>
                  <a:pt x="31887" y="27202"/>
                </a:lnTo>
                <a:lnTo>
                  <a:pt x="32179" y="26830"/>
                </a:lnTo>
                <a:lnTo>
                  <a:pt x="32588" y="26565"/>
                </a:lnTo>
                <a:lnTo>
                  <a:pt x="32880" y="26193"/>
                </a:lnTo>
                <a:lnTo>
                  <a:pt x="32996" y="25927"/>
                </a:lnTo>
                <a:lnTo>
                  <a:pt x="33288" y="25661"/>
                </a:lnTo>
                <a:lnTo>
                  <a:pt x="33580" y="25290"/>
                </a:lnTo>
                <a:lnTo>
                  <a:pt x="33872" y="25024"/>
                </a:lnTo>
                <a:lnTo>
                  <a:pt x="34164" y="24652"/>
                </a:lnTo>
                <a:lnTo>
                  <a:pt x="34573" y="24386"/>
                </a:lnTo>
                <a:lnTo>
                  <a:pt x="34865" y="24014"/>
                </a:lnTo>
                <a:lnTo>
                  <a:pt x="35157" y="23749"/>
                </a:lnTo>
                <a:lnTo>
                  <a:pt x="35274" y="23483"/>
                </a:lnTo>
                <a:lnTo>
                  <a:pt x="35566" y="23111"/>
                </a:lnTo>
                <a:lnTo>
                  <a:pt x="35858" y="22846"/>
                </a:lnTo>
                <a:lnTo>
                  <a:pt x="36092" y="22474"/>
                </a:lnTo>
                <a:lnTo>
                  <a:pt x="36384" y="22208"/>
                </a:lnTo>
                <a:lnTo>
                  <a:pt x="36851" y="21836"/>
                </a:lnTo>
                <a:lnTo>
                  <a:pt x="37085" y="21570"/>
                </a:lnTo>
                <a:lnTo>
                  <a:pt x="37377" y="21305"/>
                </a:lnTo>
                <a:lnTo>
                  <a:pt x="37669" y="20933"/>
                </a:lnTo>
                <a:lnTo>
                  <a:pt x="37785" y="20667"/>
                </a:lnTo>
                <a:lnTo>
                  <a:pt x="38077" y="20295"/>
                </a:lnTo>
                <a:lnTo>
                  <a:pt x="38369" y="20030"/>
                </a:lnTo>
                <a:lnTo>
                  <a:pt x="38778" y="19658"/>
                </a:lnTo>
                <a:lnTo>
                  <a:pt x="39070" y="19233"/>
                </a:lnTo>
                <a:lnTo>
                  <a:pt x="39362" y="19020"/>
                </a:lnTo>
                <a:lnTo>
                  <a:pt x="39654" y="18754"/>
                </a:lnTo>
                <a:lnTo>
                  <a:pt x="39946" y="18489"/>
                </a:lnTo>
                <a:lnTo>
                  <a:pt x="40180" y="18117"/>
                </a:lnTo>
                <a:lnTo>
                  <a:pt x="40355" y="17851"/>
                </a:lnTo>
                <a:lnTo>
                  <a:pt x="40764" y="17479"/>
                </a:lnTo>
                <a:lnTo>
                  <a:pt x="41056" y="17054"/>
                </a:lnTo>
                <a:lnTo>
                  <a:pt x="41348" y="16789"/>
                </a:lnTo>
                <a:lnTo>
                  <a:pt x="41640" y="16576"/>
                </a:lnTo>
                <a:lnTo>
                  <a:pt x="41874" y="16311"/>
                </a:lnTo>
                <a:lnTo>
                  <a:pt x="42166" y="15939"/>
                </a:lnTo>
                <a:lnTo>
                  <a:pt x="42458" y="15514"/>
                </a:lnTo>
                <a:lnTo>
                  <a:pt x="42750" y="15248"/>
                </a:lnTo>
                <a:lnTo>
                  <a:pt x="43042" y="14876"/>
                </a:lnTo>
                <a:lnTo>
                  <a:pt x="43334" y="14610"/>
                </a:lnTo>
                <a:lnTo>
                  <a:pt x="43567" y="14238"/>
                </a:lnTo>
                <a:lnTo>
                  <a:pt x="43859" y="14132"/>
                </a:lnTo>
                <a:lnTo>
                  <a:pt x="44151" y="13707"/>
                </a:lnTo>
                <a:lnTo>
                  <a:pt x="44443" y="13335"/>
                </a:lnTo>
                <a:lnTo>
                  <a:pt x="44735" y="13070"/>
                </a:lnTo>
                <a:lnTo>
                  <a:pt x="45144" y="12698"/>
                </a:lnTo>
                <a:lnTo>
                  <a:pt x="45436" y="12432"/>
                </a:lnTo>
                <a:lnTo>
                  <a:pt x="45553" y="12060"/>
                </a:lnTo>
                <a:lnTo>
                  <a:pt x="45845" y="11954"/>
                </a:lnTo>
                <a:lnTo>
                  <a:pt x="46137" y="11529"/>
                </a:lnTo>
                <a:lnTo>
                  <a:pt x="46429" y="11157"/>
                </a:lnTo>
                <a:lnTo>
                  <a:pt x="46721" y="10891"/>
                </a:lnTo>
                <a:lnTo>
                  <a:pt x="47130" y="10519"/>
                </a:lnTo>
                <a:lnTo>
                  <a:pt x="47422" y="10254"/>
                </a:lnTo>
                <a:lnTo>
                  <a:pt x="47655" y="9882"/>
                </a:lnTo>
                <a:lnTo>
                  <a:pt x="47947" y="9616"/>
                </a:lnTo>
                <a:lnTo>
                  <a:pt x="48123" y="9350"/>
                </a:lnTo>
                <a:lnTo>
                  <a:pt x="48415" y="8979"/>
                </a:lnTo>
                <a:lnTo>
                  <a:pt x="48648" y="8713"/>
                </a:lnTo>
                <a:lnTo>
                  <a:pt x="48940" y="8341"/>
                </a:lnTo>
                <a:lnTo>
                  <a:pt x="49349" y="8075"/>
                </a:lnTo>
                <a:lnTo>
                  <a:pt x="49641" y="7703"/>
                </a:lnTo>
                <a:lnTo>
                  <a:pt x="49933" y="7331"/>
                </a:lnTo>
                <a:lnTo>
                  <a:pt x="50225" y="7172"/>
                </a:lnTo>
                <a:lnTo>
                  <a:pt x="50342" y="6800"/>
                </a:lnTo>
                <a:lnTo>
                  <a:pt x="50634" y="6535"/>
                </a:lnTo>
                <a:lnTo>
                  <a:pt x="50926" y="6163"/>
                </a:lnTo>
                <a:lnTo>
                  <a:pt x="51335" y="5791"/>
                </a:lnTo>
                <a:lnTo>
                  <a:pt x="51627" y="5525"/>
                </a:lnTo>
                <a:lnTo>
                  <a:pt x="51919" y="5153"/>
                </a:lnTo>
                <a:lnTo>
                  <a:pt x="52211" y="4994"/>
                </a:lnTo>
                <a:lnTo>
                  <a:pt x="52503" y="4622"/>
                </a:lnTo>
                <a:lnTo>
                  <a:pt x="52736" y="4356"/>
                </a:lnTo>
                <a:lnTo>
                  <a:pt x="52911" y="3984"/>
                </a:lnTo>
                <a:lnTo>
                  <a:pt x="53320" y="3612"/>
                </a:lnTo>
                <a:lnTo>
                  <a:pt x="53612" y="3347"/>
                </a:lnTo>
                <a:lnTo>
                  <a:pt x="53904" y="2975"/>
                </a:lnTo>
                <a:lnTo>
                  <a:pt x="54196" y="2709"/>
                </a:lnTo>
                <a:lnTo>
                  <a:pt x="54430" y="2443"/>
                </a:lnTo>
                <a:lnTo>
                  <a:pt x="54722" y="2178"/>
                </a:lnTo>
                <a:lnTo>
                  <a:pt x="55014" y="1806"/>
                </a:lnTo>
                <a:lnTo>
                  <a:pt x="55306" y="1434"/>
                </a:lnTo>
                <a:lnTo>
                  <a:pt x="55598" y="1168"/>
                </a:lnTo>
                <a:lnTo>
                  <a:pt x="55890" y="743"/>
                </a:lnTo>
                <a:lnTo>
                  <a:pt x="56124" y="531"/>
                </a:lnTo>
                <a:lnTo>
                  <a:pt x="56416" y="265"/>
                </a:lnTo>
                <a:lnTo>
                  <a:pt x="56708" y="0"/>
                </a:lnTo>
              </a:path>
            </a:pathLst>
          </a:custGeom>
          <a:ln w="811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7042668" y="5009689"/>
            <a:ext cx="56708" cy="59665"/>
          </a:xfrm>
          <a:custGeom>
            <a:avLst/>
            <a:gdLst/>
            <a:ahLst/>
            <a:cxnLst/>
            <a:rect l="l" t="t" r="r" b="b"/>
            <a:pathLst>
              <a:path w="56708" h="59665">
                <a:moveTo>
                  <a:pt x="0" y="59665"/>
                </a:moveTo>
                <a:lnTo>
                  <a:pt x="292" y="59293"/>
                </a:lnTo>
                <a:lnTo>
                  <a:pt x="584" y="58868"/>
                </a:lnTo>
                <a:lnTo>
                  <a:pt x="992" y="58655"/>
                </a:lnTo>
                <a:lnTo>
                  <a:pt x="1284" y="58230"/>
                </a:lnTo>
                <a:lnTo>
                  <a:pt x="1401" y="58018"/>
                </a:lnTo>
                <a:lnTo>
                  <a:pt x="1693" y="57593"/>
                </a:lnTo>
                <a:lnTo>
                  <a:pt x="1985" y="57486"/>
                </a:lnTo>
                <a:lnTo>
                  <a:pt x="2277" y="57115"/>
                </a:lnTo>
                <a:lnTo>
                  <a:pt x="2511" y="56690"/>
                </a:lnTo>
                <a:lnTo>
                  <a:pt x="2978" y="56477"/>
                </a:lnTo>
                <a:lnTo>
                  <a:pt x="3270" y="56052"/>
                </a:lnTo>
                <a:lnTo>
                  <a:pt x="3504" y="55786"/>
                </a:lnTo>
                <a:lnTo>
                  <a:pt x="3796" y="55414"/>
                </a:lnTo>
                <a:lnTo>
                  <a:pt x="3971" y="55308"/>
                </a:lnTo>
                <a:lnTo>
                  <a:pt x="4204" y="54936"/>
                </a:lnTo>
                <a:lnTo>
                  <a:pt x="4496" y="54511"/>
                </a:lnTo>
                <a:lnTo>
                  <a:pt x="4788" y="54246"/>
                </a:lnTo>
                <a:lnTo>
                  <a:pt x="5197" y="53874"/>
                </a:lnTo>
                <a:lnTo>
                  <a:pt x="5489" y="53608"/>
                </a:lnTo>
                <a:lnTo>
                  <a:pt x="5781" y="53236"/>
                </a:lnTo>
                <a:lnTo>
                  <a:pt x="6073" y="52970"/>
                </a:lnTo>
                <a:lnTo>
                  <a:pt x="6365" y="52705"/>
                </a:lnTo>
                <a:lnTo>
                  <a:pt x="6482" y="52333"/>
                </a:lnTo>
                <a:lnTo>
                  <a:pt x="6774" y="52067"/>
                </a:lnTo>
                <a:lnTo>
                  <a:pt x="7183" y="51695"/>
                </a:lnTo>
                <a:lnTo>
                  <a:pt x="7475" y="51430"/>
                </a:lnTo>
                <a:lnTo>
                  <a:pt x="7767" y="51058"/>
                </a:lnTo>
                <a:lnTo>
                  <a:pt x="8059" y="50792"/>
                </a:lnTo>
                <a:lnTo>
                  <a:pt x="8293" y="50526"/>
                </a:lnTo>
                <a:lnTo>
                  <a:pt x="8585" y="50314"/>
                </a:lnTo>
                <a:lnTo>
                  <a:pt x="8877" y="49889"/>
                </a:lnTo>
                <a:lnTo>
                  <a:pt x="9169" y="49517"/>
                </a:lnTo>
                <a:lnTo>
                  <a:pt x="9461" y="49251"/>
                </a:lnTo>
                <a:lnTo>
                  <a:pt x="9753" y="48879"/>
                </a:lnTo>
                <a:lnTo>
                  <a:pt x="9986" y="48614"/>
                </a:lnTo>
                <a:lnTo>
                  <a:pt x="10278" y="48348"/>
                </a:lnTo>
                <a:lnTo>
                  <a:pt x="10570" y="48136"/>
                </a:lnTo>
                <a:lnTo>
                  <a:pt x="10862" y="47711"/>
                </a:lnTo>
                <a:lnTo>
                  <a:pt x="11154" y="47445"/>
                </a:lnTo>
                <a:lnTo>
                  <a:pt x="11446" y="47073"/>
                </a:lnTo>
                <a:lnTo>
                  <a:pt x="11680" y="46807"/>
                </a:lnTo>
                <a:lnTo>
                  <a:pt x="11972" y="46435"/>
                </a:lnTo>
                <a:lnTo>
                  <a:pt x="12264" y="46063"/>
                </a:lnTo>
                <a:lnTo>
                  <a:pt x="12556" y="45904"/>
                </a:lnTo>
                <a:lnTo>
                  <a:pt x="12848" y="45532"/>
                </a:lnTo>
                <a:lnTo>
                  <a:pt x="13140" y="45267"/>
                </a:lnTo>
                <a:lnTo>
                  <a:pt x="13549" y="44895"/>
                </a:lnTo>
                <a:lnTo>
                  <a:pt x="13841" y="44629"/>
                </a:lnTo>
                <a:lnTo>
                  <a:pt x="13958" y="44257"/>
                </a:lnTo>
                <a:lnTo>
                  <a:pt x="14250" y="43991"/>
                </a:lnTo>
                <a:lnTo>
                  <a:pt x="14542" y="43726"/>
                </a:lnTo>
                <a:lnTo>
                  <a:pt x="14834" y="43513"/>
                </a:lnTo>
                <a:lnTo>
                  <a:pt x="15067" y="43088"/>
                </a:lnTo>
                <a:lnTo>
                  <a:pt x="15534" y="42823"/>
                </a:lnTo>
                <a:lnTo>
                  <a:pt x="15768" y="42451"/>
                </a:lnTo>
                <a:lnTo>
                  <a:pt x="16060" y="42079"/>
                </a:lnTo>
                <a:lnTo>
                  <a:pt x="16352" y="41813"/>
                </a:lnTo>
                <a:lnTo>
                  <a:pt x="16527" y="41441"/>
                </a:lnTo>
                <a:lnTo>
                  <a:pt x="16761" y="41282"/>
                </a:lnTo>
                <a:lnTo>
                  <a:pt x="17053" y="40910"/>
                </a:lnTo>
                <a:lnTo>
                  <a:pt x="17345" y="40644"/>
                </a:lnTo>
                <a:lnTo>
                  <a:pt x="17754" y="40272"/>
                </a:lnTo>
                <a:lnTo>
                  <a:pt x="18046" y="40007"/>
                </a:lnTo>
                <a:lnTo>
                  <a:pt x="18338" y="39635"/>
                </a:lnTo>
                <a:lnTo>
                  <a:pt x="18630" y="39369"/>
                </a:lnTo>
                <a:lnTo>
                  <a:pt x="18922" y="38997"/>
                </a:lnTo>
                <a:lnTo>
                  <a:pt x="19330" y="38466"/>
                </a:lnTo>
                <a:lnTo>
                  <a:pt x="19739" y="38253"/>
                </a:lnTo>
                <a:lnTo>
                  <a:pt x="20031" y="37828"/>
                </a:lnTo>
                <a:lnTo>
                  <a:pt x="20323" y="37563"/>
                </a:lnTo>
                <a:lnTo>
                  <a:pt x="20615" y="37191"/>
                </a:lnTo>
                <a:lnTo>
                  <a:pt x="20849" y="36925"/>
                </a:lnTo>
                <a:lnTo>
                  <a:pt x="21141" y="36713"/>
                </a:lnTo>
                <a:lnTo>
                  <a:pt x="21433" y="36447"/>
                </a:lnTo>
                <a:lnTo>
                  <a:pt x="21725" y="36022"/>
                </a:lnTo>
                <a:lnTo>
                  <a:pt x="22017" y="35809"/>
                </a:lnTo>
                <a:lnTo>
                  <a:pt x="22309" y="35384"/>
                </a:lnTo>
                <a:lnTo>
                  <a:pt x="22543" y="35172"/>
                </a:lnTo>
                <a:lnTo>
                  <a:pt x="22835" y="34747"/>
                </a:lnTo>
                <a:lnTo>
                  <a:pt x="23127" y="34481"/>
                </a:lnTo>
                <a:lnTo>
                  <a:pt x="23419" y="34269"/>
                </a:lnTo>
                <a:lnTo>
                  <a:pt x="23711" y="34003"/>
                </a:lnTo>
                <a:lnTo>
                  <a:pt x="23944" y="33631"/>
                </a:lnTo>
                <a:lnTo>
                  <a:pt x="24236" y="33365"/>
                </a:lnTo>
                <a:lnTo>
                  <a:pt x="24528" y="32940"/>
                </a:lnTo>
                <a:lnTo>
                  <a:pt x="24820" y="32728"/>
                </a:lnTo>
                <a:lnTo>
                  <a:pt x="25112" y="32303"/>
                </a:lnTo>
                <a:lnTo>
                  <a:pt x="25404" y="32090"/>
                </a:lnTo>
                <a:lnTo>
                  <a:pt x="25638" y="31825"/>
                </a:lnTo>
                <a:lnTo>
                  <a:pt x="26105" y="31559"/>
                </a:lnTo>
                <a:lnTo>
                  <a:pt x="26397" y="31187"/>
                </a:lnTo>
                <a:lnTo>
                  <a:pt x="26514" y="30921"/>
                </a:lnTo>
                <a:lnTo>
                  <a:pt x="26806" y="30549"/>
                </a:lnTo>
                <a:lnTo>
                  <a:pt x="27098" y="30284"/>
                </a:lnTo>
                <a:lnTo>
                  <a:pt x="27331" y="29859"/>
                </a:lnTo>
                <a:lnTo>
                  <a:pt x="27624" y="29752"/>
                </a:lnTo>
                <a:lnTo>
                  <a:pt x="28091" y="29381"/>
                </a:lnTo>
                <a:lnTo>
                  <a:pt x="28324" y="29115"/>
                </a:lnTo>
                <a:lnTo>
                  <a:pt x="28616" y="28743"/>
                </a:lnTo>
                <a:lnTo>
                  <a:pt x="28908" y="28477"/>
                </a:lnTo>
                <a:lnTo>
                  <a:pt x="29025" y="28105"/>
                </a:lnTo>
                <a:lnTo>
                  <a:pt x="29317" y="27840"/>
                </a:lnTo>
                <a:lnTo>
                  <a:pt x="29609" y="27468"/>
                </a:lnTo>
                <a:lnTo>
                  <a:pt x="29901" y="27308"/>
                </a:lnTo>
                <a:lnTo>
                  <a:pt x="30310" y="26937"/>
                </a:lnTo>
                <a:lnTo>
                  <a:pt x="30602" y="26671"/>
                </a:lnTo>
                <a:lnTo>
                  <a:pt x="30894" y="26405"/>
                </a:lnTo>
                <a:lnTo>
                  <a:pt x="31186" y="26033"/>
                </a:lnTo>
                <a:lnTo>
                  <a:pt x="31420" y="25768"/>
                </a:lnTo>
                <a:lnTo>
                  <a:pt x="31595" y="25396"/>
                </a:lnTo>
                <a:lnTo>
                  <a:pt x="31887" y="25130"/>
                </a:lnTo>
                <a:lnTo>
                  <a:pt x="32296" y="24864"/>
                </a:lnTo>
                <a:lnTo>
                  <a:pt x="32588" y="24599"/>
                </a:lnTo>
                <a:lnTo>
                  <a:pt x="32880" y="24227"/>
                </a:lnTo>
                <a:lnTo>
                  <a:pt x="33113" y="23961"/>
                </a:lnTo>
                <a:lnTo>
                  <a:pt x="33405" y="23589"/>
                </a:lnTo>
                <a:lnTo>
                  <a:pt x="33697" y="23324"/>
                </a:lnTo>
                <a:lnTo>
                  <a:pt x="33989" y="23058"/>
                </a:lnTo>
                <a:lnTo>
                  <a:pt x="34281" y="22846"/>
                </a:lnTo>
                <a:lnTo>
                  <a:pt x="34573" y="22580"/>
                </a:lnTo>
                <a:lnTo>
                  <a:pt x="34807" y="22208"/>
                </a:lnTo>
                <a:lnTo>
                  <a:pt x="35099" y="21942"/>
                </a:lnTo>
                <a:lnTo>
                  <a:pt x="35391" y="21517"/>
                </a:lnTo>
                <a:lnTo>
                  <a:pt x="35683" y="21305"/>
                </a:lnTo>
                <a:lnTo>
                  <a:pt x="35975" y="20880"/>
                </a:lnTo>
                <a:lnTo>
                  <a:pt x="36267" y="20667"/>
                </a:lnTo>
                <a:lnTo>
                  <a:pt x="36501" y="20402"/>
                </a:lnTo>
                <a:lnTo>
                  <a:pt x="36793" y="20136"/>
                </a:lnTo>
                <a:lnTo>
                  <a:pt x="37085" y="19870"/>
                </a:lnTo>
                <a:lnTo>
                  <a:pt x="37377" y="19498"/>
                </a:lnTo>
                <a:lnTo>
                  <a:pt x="37669" y="19233"/>
                </a:lnTo>
                <a:lnTo>
                  <a:pt x="37961" y="18861"/>
                </a:lnTo>
                <a:lnTo>
                  <a:pt x="38194" y="18595"/>
                </a:lnTo>
                <a:lnTo>
                  <a:pt x="38661" y="18329"/>
                </a:lnTo>
                <a:lnTo>
                  <a:pt x="38895" y="18064"/>
                </a:lnTo>
                <a:lnTo>
                  <a:pt x="39070" y="17798"/>
                </a:lnTo>
                <a:lnTo>
                  <a:pt x="39362" y="17426"/>
                </a:lnTo>
                <a:lnTo>
                  <a:pt x="39654" y="17161"/>
                </a:lnTo>
                <a:lnTo>
                  <a:pt x="39888" y="16895"/>
                </a:lnTo>
                <a:lnTo>
                  <a:pt x="40180" y="16523"/>
                </a:lnTo>
                <a:lnTo>
                  <a:pt x="40589" y="16257"/>
                </a:lnTo>
                <a:lnTo>
                  <a:pt x="40881" y="15885"/>
                </a:lnTo>
                <a:lnTo>
                  <a:pt x="41173" y="15779"/>
                </a:lnTo>
                <a:lnTo>
                  <a:pt x="41465" y="15514"/>
                </a:lnTo>
                <a:lnTo>
                  <a:pt x="41582" y="15142"/>
                </a:lnTo>
                <a:lnTo>
                  <a:pt x="41874" y="14876"/>
                </a:lnTo>
                <a:lnTo>
                  <a:pt x="42166" y="14504"/>
                </a:lnTo>
                <a:lnTo>
                  <a:pt x="42458" y="14238"/>
                </a:lnTo>
                <a:lnTo>
                  <a:pt x="42866" y="13973"/>
                </a:lnTo>
                <a:lnTo>
                  <a:pt x="43158" y="13601"/>
                </a:lnTo>
                <a:lnTo>
                  <a:pt x="43450" y="13441"/>
                </a:lnTo>
                <a:lnTo>
                  <a:pt x="43742" y="13070"/>
                </a:lnTo>
                <a:lnTo>
                  <a:pt x="43976" y="12804"/>
                </a:lnTo>
                <a:lnTo>
                  <a:pt x="44151" y="12538"/>
                </a:lnTo>
                <a:lnTo>
                  <a:pt x="44443" y="12166"/>
                </a:lnTo>
                <a:lnTo>
                  <a:pt x="44852" y="11901"/>
                </a:lnTo>
                <a:lnTo>
                  <a:pt x="45144" y="11635"/>
                </a:lnTo>
                <a:lnTo>
                  <a:pt x="45436" y="11263"/>
                </a:lnTo>
                <a:lnTo>
                  <a:pt x="45670" y="11157"/>
                </a:lnTo>
                <a:lnTo>
                  <a:pt x="45962" y="10785"/>
                </a:lnTo>
                <a:lnTo>
                  <a:pt x="46254" y="10519"/>
                </a:lnTo>
                <a:lnTo>
                  <a:pt x="46546" y="10254"/>
                </a:lnTo>
                <a:lnTo>
                  <a:pt x="46838" y="9882"/>
                </a:lnTo>
                <a:lnTo>
                  <a:pt x="47130" y="9616"/>
                </a:lnTo>
                <a:lnTo>
                  <a:pt x="47363" y="9350"/>
                </a:lnTo>
                <a:lnTo>
                  <a:pt x="47655" y="8979"/>
                </a:lnTo>
                <a:lnTo>
                  <a:pt x="47947" y="8819"/>
                </a:lnTo>
                <a:lnTo>
                  <a:pt x="48239" y="8553"/>
                </a:lnTo>
                <a:lnTo>
                  <a:pt x="48531" y="8182"/>
                </a:lnTo>
                <a:lnTo>
                  <a:pt x="48765" y="7916"/>
                </a:lnTo>
                <a:lnTo>
                  <a:pt x="49057" y="7703"/>
                </a:lnTo>
                <a:lnTo>
                  <a:pt x="49349" y="7278"/>
                </a:lnTo>
                <a:lnTo>
                  <a:pt x="49641" y="7013"/>
                </a:lnTo>
                <a:lnTo>
                  <a:pt x="49933" y="6800"/>
                </a:lnTo>
                <a:lnTo>
                  <a:pt x="50225" y="6535"/>
                </a:lnTo>
                <a:lnTo>
                  <a:pt x="50459" y="6269"/>
                </a:lnTo>
                <a:lnTo>
                  <a:pt x="50751" y="6003"/>
                </a:lnTo>
                <a:lnTo>
                  <a:pt x="51218" y="5631"/>
                </a:lnTo>
                <a:lnTo>
                  <a:pt x="51451" y="5366"/>
                </a:lnTo>
                <a:lnTo>
                  <a:pt x="51627" y="5100"/>
                </a:lnTo>
                <a:lnTo>
                  <a:pt x="51919" y="4728"/>
                </a:lnTo>
                <a:lnTo>
                  <a:pt x="52152" y="4462"/>
                </a:lnTo>
                <a:lnTo>
                  <a:pt x="52444" y="4197"/>
                </a:lnTo>
                <a:lnTo>
                  <a:pt x="52736" y="3931"/>
                </a:lnTo>
                <a:lnTo>
                  <a:pt x="53145" y="3719"/>
                </a:lnTo>
                <a:lnTo>
                  <a:pt x="53437" y="3453"/>
                </a:lnTo>
                <a:lnTo>
                  <a:pt x="53729" y="3081"/>
                </a:lnTo>
                <a:lnTo>
                  <a:pt x="54021" y="2815"/>
                </a:lnTo>
                <a:lnTo>
                  <a:pt x="54138" y="2550"/>
                </a:lnTo>
                <a:lnTo>
                  <a:pt x="54430" y="2178"/>
                </a:lnTo>
                <a:lnTo>
                  <a:pt x="54722" y="1912"/>
                </a:lnTo>
                <a:lnTo>
                  <a:pt x="55014" y="1753"/>
                </a:lnTo>
                <a:lnTo>
                  <a:pt x="55423" y="1540"/>
                </a:lnTo>
                <a:lnTo>
                  <a:pt x="55715" y="1115"/>
                </a:lnTo>
                <a:lnTo>
                  <a:pt x="56007" y="850"/>
                </a:lnTo>
                <a:lnTo>
                  <a:pt x="56240" y="637"/>
                </a:lnTo>
                <a:lnTo>
                  <a:pt x="56532" y="212"/>
                </a:lnTo>
                <a:lnTo>
                  <a:pt x="56708" y="0"/>
                </a:lnTo>
              </a:path>
            </a:pathLst>
          </a:custGeom>
          <a:ln w="809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7099376" y="4961659"/>
            <a:ext cx="56824" cy="48029"/>
          </a:xfrm>
          <a:custGeom>
            <a:avLst/>
            <a:gdLst/>
            <a:ahLst/>
            <a:cxnLst/>
            <a:rect l="l" t="t" r="r" b="b"/>
            <a:pathLst>
              <a:path w="56824" h="48029">
                <a:moveTo>
                  <a:pt x="0" y="48029"/>
                </a:moveTo>
                <a:lnTo>
                  <a:pt x="292" y="47764"/>
                </a:lnTo>
                <a:lnTo>
                  <a:pt x="700" y="47498"/>
                </a:lnTo>
                <a:lnTo>
                  <a:pt x="992" y="47232"/>
                </a:lnTo>
                <a:lnTo>
                  <a:pt x="1226" y="46967"/>
                </a:lnTo>
                <a:lnTo>
                  <a:pt x="1518" y="46701"/>
                </a:lnTo>
                <a:lnTo>
                  <a:pt x="1810" y="46489"/>
                </a:lnTo>
                <a:lnTo>
                  <a:pt x="2102" y="46063"/>
                </a:lnTo>
                <a:lnTo>
                  <a:pt x="2394" y="45798"/>
                </a:lnTo>
                <a:lnTo>
                  <a:pt x="2511" y="45585"/>
                </a:lnTo>
                <a:lnTo>
                  <a:pt x="2920" y="45160"/>
                </a:lnTo>
                <a:lnTo>
                  <a:pt x="3212" y="45054"/>
                </a:lnTo>
                <a:lnTo>
                  <a:pt x="3504" y="44788"/>
                </a:lnTo>
                <a:lnTo>
                  <a:pt x="3796" y="44523"/>
                </a:lnTo>
                <a:lnTo>
                  <a:pt x="4088" y="44151"/>
                </a:lnTo>
                <a:lnTo>
                  <a:pt x="4380" y="43885"/>
                </a:lnTo>
                <a:lnTo>
                  <a:pt x="4613" y="43619"/>
                </a:lnTo>
                <a:lnTo>
                  <a:pt x="4905" y="43407"/>
                </a:lnTo>
                <a:lnTo>
                  <a:pt x="5197" y="43141"/>
                </a:lnTo>
                <a:lnTo>
                  <a:pt x="5489" y="42876"/>
                </a:lnTo>
                <a:lnTo>
                  <a:pt x="5781" y="42610"/>
                </a:lnTo>
                <a:lnTo>
                  <a:pt x="6073" y="42344"/>
                </a:lnTo>
                <a:lnTo>
                  <a:pt x="6307" y="42079"/>
                </a:lnTo>
                <a:lnTo>
                  <a:pt x="6599" y="41707"/>
                </a:lnTo>
                <a:lnTo>
                  <a:pt x="7008" y="41441"/>
                </a:lnTo>
                <a:lnTo>
                  <a:pt x="7300" y="41229"/>
                </a:lnTo>
                <a:lnTo>
                  <a:pt x="7475" y="40963"/>
                </a:lnTo>
                <a:lnTo>
                  <a:pt x="7767" y="40697"/>
                </a:lnTo>
                <a:lnTo>
                  <a:pt x="8001" y="40432"/>
                </a:lnTo>
                <a:lnTo>
                  <a:pt x="8293" y="40166"/>
                </a:lnTo>
                <a:lnTo>
                  <a:pt x="8585" y="39900"/>
                </a:lnTo>
                <a:lnTo>
                  <a:pt x="8877" y="39688"/>
                </a:lnTo>
                <a:lnTo>
                  <a:pt x="9285" y="39263"/>
                </a:lnTo>
                <a:lnTo>
                  <a:pt x="9577" y="38997"/>
                </a:lnTo>
                <a:lnTo>
                  <a:pt x="9869" y="38785"/>
                </a:lnTo>
                <a:lnTo>
                  <a:pt x="9986" y="38519"/>
                </a:lnTo>
                <a:lnTo>
                  <a:pt x="10278" y="38253"/>
                </a:lnTo>
                <a:lnTo>
                  <a:pt x="10570" y="38147"/>
                </a:lnTo>
                <a:lnTo>
                  <a:pt x="10862" y="37722"/>
                </a:lnTo>
                <a:lnTo>
                  <a:pt x="11271" y="37456"/>
                </a:lnTo>
                <a:lnTo>
                  <a:pt x="11563" y="37244"/>
                </a:lnTo>
                <a:lnTo>
                  <a:pt x="11855" y="36978"/>
                </a:lnTo>
                <a:lnTo>
                  <a:pt x="12089" y="36713"/>
                </a:lnTo>
                <a:lnTo>
                  <a:pt x="12381" y="36341"/>
                </a:lnTo>
                <a:lnTo>
                  <a:pt x="12556" y="36075"/>
                </a:lnTo>
                <a:lnTo>
                  <a:pt x="12789" y="35916"/>
                </a:lnTo>
                <a:lnTo>
                  <a:pt x="13257" y="35703"/>
                </a:lnTo>
                <a:lnTo>
                  <a:pt x="13549" y="35437"/>
                </a:lnTo>
                <a:lnTo>
                  <a:pt x="13782" y="35172"/>
                </a:lnTo>
                <a:lnTo>
                  <a:pt x="14074" y="34906"/>
                </a:lnTo>
                <a:lnTo>
                  <a:pt x="14366" y="34534"/>
                </a:lnTo>
                <a:lnTo>
                  <a:pt x="14658" y="34269"/>
                </a:lnTo>
                <a:lnTo>
                  <a:pt x="14950" y="34003"/>
                </a:lnTo>
                <a:lnTo>
                  <a:pt x="15067" y="33737"/>
                </a:lnTo>
                <a:lnTo>
                  <a:pt x="15476" y="33631"/>
                </a:lnTo>
                <a:lnTo>
                  <a:pt x="15768" y="33365"/>
                </a:lnTo>
                <a:lnTo>
                  <a:pt x="16060" y="33100"/>
                </a:lnTo>
                <a:lnTo>
                  <a:pt x="16352" y="32728"/>
                </a:lnTo>
                <a:lnTo>
                  <a:pt x="16644" y="32462"/>
                </a:lnTo>
                <a:lnTo>
                  <a:pt x="16878" y="32196"/>
                </a:lnTo>
                <a:lnTo>
                  <a:pt x="17170" y="31984"/>
                </a:lnTo>
                <a:lnTo>
                  <a:pt x="17637" y="31718"/>
                </a:lnTo>
                <a:lnTo>
                  <a:pt x="17754" y="31453"/>
                </a:lnTo>
                <a:lnTo>
                  <a:pt x="18046" y="31187"/>
                </a:lnTo>
                <a:lnTo>
                  <a:pt x="18338" y="31081"/>
                </a:lnTo>
                <a:lnTo>
                  <a:pt x="18571" y="30656"/>
                </a:lnTo>
                <a:lnTo>
                  <a:pt x="18863" y="30443"/>
                </a:lnTo>
                <a:lnTo>
                  <a:pt x="19155" y="30178"/>
                </a:lnTo>
                <a:lnTo>
                  <a:pt x="19564" y="29912"/>
                </a:lnTo>
                <a:lnTo>
                  <a:pt x="19856" y="29646"/>
                </a:lnTo>
                <a:lnTo>
                  <a:pt x="20031" y="29381"/>
                </a:lnTo>
                <a:lnTo>
                  <a:pt x="20265" y="29115"/>
                </a:lnTo>
                <a:lnTo>
                  <a:pt x="20557" y="28902"/>
                </a:lnTo>
                <a:lnTo>
                  <a:pt x="20849" y="28743"/>
                </a:lnTo>
                <a:lnTo>
                  <a:pt x="21141" y="28477"/>
                </a:lnTo>
                <a:lnTo>
                  <a:pt x="21433" y="28265"/>
                </a:lnTo>
                <a:lnTo>
                  <a:pt x="21842" y="27999"/>
                </a:lnTo>
                <a:lnTo>
                  <a:pt x="22134" y="27574"/>
                </a:lnTo>
                <a:lnTo>
                  <a:pt x="22426" y="27362"/>
                </a:lnTo>
                <a:lnTo>
                  <a:pt x="22543" y="27096"/>
                </a:lnTo>
                <a:lnTo>
                  <a:pt x="22835" y="26830"/>
                </a:lnTo>
                <a:lnTo>
                  <a:pt x="23127" y="26565"/>
                </a:lnTo>
                <a:lnTo>
                  <a:pt x="23419" y="26458"/>
                </a:lnTo>
                <a:lnTo>
                  <a:pt x="23827" y="26193"/>
                </a:lnTo>
                <a:lnTo>
                  <a:pt x="24119" y="25927"/>
                </a:lnTo>
                <a:lnTo>
                  <a:pt x="24353" y="25661"/>
                </a:lnTo>
                <a:lnTo>
                  <a:pt x="24645" y="25396"/>
                </a:lnTo>
                <a:lnTo>
                  <a:pt x="24937" y="25183"/>
                </a:lnTo>
                <a:lnTo>
                  <a:pt x="25112" y="24918"/>
                </a:lnTo>
                <a:lnTo>
                  <a:pt x="25346" y="24652"/>
                </a:lnTo>
                <a:lnTo>
                  <a:pt x="25813" y="24386"/>
                </a:lnTo>
                <a:lnTo>
                  <a:pt x="26047" y="24280"/>
                </a:lnTo>
                <a:lnTo>
                  <a:pt x="26339" y="24014"/>
                </a:lnTo>
                <a:lnTo>
                  <a:pt x="26631" y="23749"/>
                </a:lnTo>
                <a:lnTo>
                  <a:pt x="26923" y="23483"/>
                </a:lnTo>
                <a:lnTo>
                  <a:pt x="27215" y="23217"/>
                </a:lnTo>
                <a:lnTo>
                  <a:pt x="27507" y="22952"/>
                </a:lnTo>
                <a:lnTo>
                  <a:pt x="27624" y="22739"/>
                </a:lnTo>
                <a:lnTo>
                  <a:pt x="28032" y="22474"/>
                </a:lnTo>
                <a:lnTo>
                  <a:pt x="28324" y="22208"/>
                </a:lnTo>
                <a:lnTo>
                  <a:pt x="28616" y="21942"/>
                </a:lnTo>
                <a:lnTo>
                  <a:pt x="28908" y="21836"/>
                </a:lnTo>
                <a:lnTo>
                  <a:pt x="29200" y="21570"/>
                </a:lnTo>
                <a:lnTo>
                  <a:pt x="29434" y="21305"/>
                </a:lnTo>
                <a:lnTo>
                  <a:pt x="29726" y="21039"/>
                </a:lnTo>
                <a:lnTo>
                  <a:pt x="30135" y="20773"/>
                </a:lnTo>
                <a:lnTo>
                  <a:pt x="30310" y="20561"/>
                </a:lnTo>
                <a:lnTo>
                  <a:pt x="30602" y="20295"/>
                </a:lnTo>
                <a:lnTo>
                  <a:pt x="30894" y="20030"/>
                </a:lnTo>
                <a:lnTo>
                  <a:pt x="31128" y="19764"/>
                </a:lnTo>
                <a:lnTo>
                  <a:pt x="31420" y="19658"/>
                </a:lnTo>
                <a:lnTo>
                  <a:pt x="31712" y="19392"/>
                </a:lnTo>
                <a:lnTo>
                  <a:pt x="32120" y="19126"/>
                </a:lnTo>
                <a:lnTo>
                  <a:pt x="32412" y="18861"/>
                </a:lnTo>
                <a:lnTo>
                  <a:pt x="32704" y="18595"/>
                </a:lnTo>
                <a:lnTo>
                  <a:pt x="32821" y="18329"/>
                </a:lnTo>
                <a:lnTo>
                  <a:pt x="33113" y="18117"/>
                </a:lnTo>
                <a:lnTo>
                  <a:pt x="33405" y="17851"/>
                </a:lnTo>
                <a:lnTo>
                  <a:pt x="33697" y="17586"/>
                </a:lnTo>
                <a:lnTo>
                  <a:pt x="33989" y="17320"/>
                </a:lnTo>
                <a:lnTo>
                  <a:pt x="34398" y="17214"/>
                </a:lnTo>
                <a:lnTo>
                  <a:pt x="34690" y="17054"/>
                </a:lnTo>
                <a:lnTo>
                  <a:pt x="34982" y="16842"/>
                </a:lnTo>
                <a:lnTo>
                  <a:pt x="35216" y="16576"/>
                </a:lnTo>
                <a:lnTo>
                  <a:pt x="35391" y="16311"/>
                </a:lnTo>
                <a:lnTo>
                  <a:pt x="35683" y="16045"/>
                </a:lnTo>
                <a:lnTo>
                  <a:pt x="35917" y="15779"/>
                </a:lnTo>
                <a:lnTo>
                  <a:pt x="36384" y="15514"/>
                </a:lnTo>
                <a:lnTo>
                  <a:pt x="36676" y="15301"/>
                </a:lnTo>
                <a:lnTo>
                  <a:pt x="36909" y="15035"/>
                </a:lnTo>
                <a:lnTo>
                  <a:pt x="37201" y="14876"/>
                </a:lnTo>
                <a:lnTo>
                  <a:pt x="37493" y="14610"/>
                </a:lnTo>
                <a:lnTo>
                  <a:pt x="37902" y="14238"/>
                </a:lnTo>
                <a:lnTo>
                  <a:pt x="38369" y="13973"/>
                </a:lnTo>
                <a:lnTo>
                  <a:pt x="38603" y="13760"/>
                </a:lnTo>
                <a:lnTo>
                  <a:pt x="38895" y="13495"/>
                </a:lnTo>
                <a:lnTo>
                  <a:pt x="39187" y="13229"/>
                </a:lnTo>
                <a:lnTo>
                  <a:pt x="39479" y="12963"/>
                </a:lnTo>
                <a:lnTo>
                  <a:pt x="39771" y="12698"/>
                </a:lnTo>
                <a:lnTo>
                  <a:pt x="40005" y="12591"/>
                </a:lnTo>
                <a:lnTo>
                  <a:pt x="40180" y="12432"/>
                </a:lnTo>
                <a:lnTo>
                  <a:pt x="40589" y="12219"/>
                </a:lnTo>
                <a:lnTo>
                  <a:pt x="40881" y="11954"/>
                </a:lnTo>
                <a:lnTo>
                  <a:pt x="41173" y="11688"/>
                </a:lnTo>
                <a:lnTo>
                  <a:pt x="41465" y="11423"/>
                </a:lnTo>
                <a:lnTo>
                  <a:pt x="41698" y="11157"/>
                </a:lnTo>
                <a:lnTo>
                  <a:pt x="41990" y="11051"/>
                </a:lnTo>
                <a:lnTo>
                  <a:pt x="42282" y="10785"/>
                </a:lnTo>
                <a:lnTo>
                  <a:pt x="42691" y="10519"/>
                </a:lnTo>
                <a:lnTo>
                  <a:pt x="42866" y="10254"/>
                </a:lnTo>
                <a:lnTo>
                  <a:pt x="43158" y="10147"/>
                </a:lnTo>
                <a:lnTo>
                  <a:pt x="43392" y="9882"/>
                </a:lnTo>
                <a:lnTo>
                  <a:pt x="43684" y="9775"/>
                </a:lnTo>
                <a:lnTo>
                  <a:pt x="43976" y="9510"/>
                </a:lnTo>
                <a:lnTo>
                  <a:pt x="44268" y="9244"/>
                </a:lnTo>
                <a:lnTo>
                  <a:pt x="44677" y="8979"/>
                </a:lnTo>
                <a:lnTo>
                  <a:pt x="44969" y="8713"/>
                </a:lnTo>
                <a:lnTo>
                  <a:pt x="45261" y="8607"/>
                </a:lnTo>
                <a:lnTo>
                  <a:pt x="45378" y="8341"/>
                </a:lnTo>
                <a:lnTo>
                  <a:pt x="45670" y="8075"/>
                </a:lnTo>
                <a:lnTo>
                  <a:pt x="45962" y="7969"/>
                </a:lnTo>
                <a:lnTo>
                  <a:pt x="46254" y="7703"/>
                </a:lnTo>
                <a:lnTo>
                  <a:pt x="46546" y="7597"/>
                </a:lnTo>
                <a:lnTo>
                  <a:pt x="46954" y="7331"/>
                </a:lnTo>
                <a:lnTo>
                  <a:pt x="47246" y="7066"/>
                </a:lnTo>
                <a:lnTo>
                  <a:pt x="47480" y="6800"/>
                </a:lnTo>
                <a:lnTo>
                  <a:pt x="47772" y="6694"/>
                </a:lnTo>
                <a:lnTo>
                  <a:pt x="47947" y="6428"/>
                </a:lnTo>
                <a:lnTo>
                  <a:pt x="48239" y="6163"/>
                </a:lnTo>
                <a:lnTo>
                  <a:pt x="48473" y="5897"/>
                </a:lnTo>
                <a:lnTo>
                  <a:pt x="48940" y="5791"/>
                </a:lnTo>
                <a:lnTo>
                  <a:pt x="49174" y="5631"/>
                </a:lnTo>
                <a:lnTo>
                  <a:pt x="49466" y="5366"/>
                </a:lnTo>
                <a:lnTo>
                  <a:pt x="49758" y="5153"/>
                </a:lnTo>
                <a:lnTo>
                  <a:pt x="50050" y="4994"/>
                </a:lnTo>
                <a:lnTo>
                  <a:pt x="50342" y="4728"/>
                </a:lnTo>
                <a:lnTo>
                  <a:pt x="50459" y="4516"/>
                </a:lnTo>
                <a:lnTo>
                  <a:pt x="50867" y="4250"/>
                </a:lnTo>
                <a:lnTo>
                  <a:pt x="51159" y="4091"/>
                </a:lnTo>
                <a:lnTo>
                  <a:pt x="51451" y="3878"/>
                </a:lnTo>
                <a:lnTo>
                  <a:pt x="51743" y="3612"/>
                </a:lnTo>
                <a:lnTo>
                  <a:pt x="52035" y="3453"/>
                </a:lnTo>
                <a:lnTo>
                  <a:pt x="52327" y="3347"/>
                </a:lnTo>
                <a:lnTo>
                  <a:pt x="52561" y="3081"/>
                </a:lnTo>
                <a:lnTo>
                  <a:pt x="52736" y="2815"/>
                </a:lnTo>
                <a:lnTo>
                  <a:pt x="53145" y="2709"/>
                </a:lnTo>
                <a:lnTo>
                  <a:pt x="53437" y="2443"/>
                </a:lnTo>
                <a:lnTo>
                  <a:pt x="53729" y="2178"/>
                </a:lnTo>
                <a:lnTo>
                  <a:pt x="54021" y="2072"/>
                </a:lnTo>
                <a:lnTo>
                  <a:pt x="54255" y="1806"/>
                </a:lnTo>
                <a:lnTo>
                  <a:pt x="54547" y="1540"/>
                </a:lnTo>
                <a:lnTo>
                  <a:pt x="54839" y="1434"/>
                </a:lnTo>
                <a:lnTo>
                  <a:pt x="55248" y="1168"/>
                </a:lnTo>
                <a:lnTo>
                  <a:pt x="55423" y="1009"/>
                </a:lnTo>
                <a:lnTo>
                  <a:pt x="55715" y="903"/>
                </a:lnTo>
                <a:lnTo>
                  <a:pt x="55948" y="637"/>
                </a:lnTo>
                <a:lnTo>
                  <a:pt x="56240" y="371"/>
                </a:lnTo>
                <a:lnTo>
                  <a:pt x="56532" y="265"/>
                </a:lnTo>
                <a:lnTo>
                  <a:pt x="56824" y="0"/>
                </a:lnTo>
              </a:path>
            </a:pathLst>
          </a:custGeom>
          <a:ln w="801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7156201" y="4931375"/>
            <a:ext cx="56708" cy="30284"/>
          </a:xfrm>
          <a:custGeom>
            <a:avLst/>
            <a:gdLst/>
            <a:ahLst/>
            <a:cxnLst/>
            <a:rect l="l" t="t" r="r" b="b"/>
            <a:pathLst>
              <a:path w="56708" h="30284">
                <a:moveTo>
                  <a:pt x="0" y="30284"/>
                </a:moveTo>
                <a:lnTo>
                  <a:pt x="408" y="30018"/>
                </a:lnTo>
                <a:lnTo>
                  <a:pt x="700" y="29912"/>
                </a:lnTo>
                <a:lnTo>
                  <a:pt x="992" y="29646"/>
                </a:lnTo>
                <a:lnTo>
                  <a:pt x="1109" y="29381"/>
                </a:lnTo>
                <a:lnTo>
                  <a:pt x="1401" y="29274"/>
                </a:lnTo>
                <a:lnTo>
                  <a:pt x="1693" y="29009"/>
                </a:lnTo>
                <a:lnTo>
                  <a:pt x="1985" y="29009"/>
                </a:lnTo>
                <a:lnTo>
                  <a:pt x="2219" y="28743"/>
                </a:lnTo>
                <a:lnTo>
                  <a:pt x="2686" y="28477"/>
                </a:lnTo>
                <a:lnTo>
                  <a:pt x="2978" y="28371"/>
                </a:lnTo>
                <a:lnTo>
                  <a:pt x="3212" y="28105"/>
                </a:lnTo>
                <a:lnTo>
                  <a:pt x="3504" y="27999"/>
                </a:lnTo>
                <a:lnTo>
                  <a:pt x="3679" y="27734"/>
                </a:lnTo>
                <a:lnTo>
                  <a:pt x="3912" y="27468"/>
                </a:lnTo>
                <a:lnTo>
                  <a:pt x="4204" y="27308"/>
                </a:lnTo>
                <a:lnTo>
                  <a:pt x="4672" y="27096"/>
                </a:lnTo>
                <a:lnTo>
                  <a:pt x="4905" y="26937"/>
                </a:lnTo>
                <a:lnTo>
                  <a:pt x="5197" y="26671"/>
                </a:lnTo>
                <a:lnTo>
                  <a:pt x="5489" y="26565"/>
                </a:lnTo>
                <a:lnTo>
                  <a:pt x="5781" y="26458"/>
                </a:lnTo>
                <a:lnTo>
                  <a:pt x="6073" y="26193"/>
                </a:lnTo>
                <a:lnTo>
                  <a:pt x="6190" y="26033"/>
                </a:lnTo>
                <a:lnTo>
                  <a:pt x="6599" y="25768"/>
                </a:lnTo>
                <a:lnTo>
                  <a:pt x="6891" y="25661"/>
                </a:lnTo>
                <a:lnTo>
                  <a:pt x="7183" y="25396"/>
                </a:lnTo>
                <a:lnTo>
                  <a:pt x="7475" y="25130"/>
                </a:lnTo>
                <a:lnTo>
                  <a:pt x="7767" y="25024"/>
                </a:lnTo>
                <a:lnTo>
                  <a:pt x="8001" y="24758"/>
                </a:lnTo>
                <a:lnTo>
                  <a:pt x="8293" y="24652"/>
                </a:lnTo>
                <a:lnTo>
                  <a:pt x="8585" y="24386"/>
                </a:lnTo>
                <a:lnTo>
                  <a:pt x="8877" y="24227"/>
                </a:lnTo>
                <a:lnTo>
                  <a:pt x="9169" y="24121"/>
                </a:lnTo>
                <a:lnTo>
                  <a:pt x="9461" y="24014"/>
                </a:lnTo>
                <a:lnTo>
                  <a:pt x="9694" y="23749"/>
                </a:lnTo>
                <a:lnTo>
                  <a:pt x="9986" y="23589"/>
                </a:lnTo>
                <a:lnTo>
                  <a:pt x="10278" y="23377"/>
                </a:lnTo>
                <a:lnTo>
                  <a:pt x="10570" y="23217"/>
                </a:lnTo>
                <a:lnTo>
                  <a:pt x="10979" y="22952"/>
                </a:lnTo>
                <a:lnTo>
                  <a:pt x="11154" y="22846"/>
                </a:lnTo>
                <a:lnTo>
                  <a:pt x="11388" y="22580"/>
                </a:lnTo>
                <a:lnTo>
                  <a:pt x="11680" y="22474"/>
                </a:lnTo>
                <a:lnTo>
                  <a:pt x="11972" y="22208"/>
                </a:lnTo>
                <a:lnTo>
                  <a:pt x="12264" y="22049"/>
                </a:lnTo>
                <a:lnTo>
                  <a:pt x="12556" y="21942"/>
                </a:lnTo>
                <a:lnTo>
                  <a:pt x="12965" y="21836"/>
                </a:lnTo>
                <a:lnTo>
                  <a:pt x="13257" y="21570"/>
                </a:lnTo>
                <a:lnTo>
                  <a:pt x="13549" y="21411"/>
                </a:lnTo>
                <a:lnTo>
                  <a:pt x="13665" y="21145"/>
                </a:lnTo>
                <a:lnTo>
                  <a:pt x="13958" y="21039"/>
                </a:lnTo>
                <a:lnTo>
                  <a:pt x="14250" y="20933"/>
                </a:lnTo>
                <a:lnTo>
                  <a:pt x="14542" y="20667"/>
                </a:lnTo>
                <a:lnTo>
                  <a:pt x="14775" y="20508"/>
                </a:lnTo>
                <a:lnTo>
                  <a:pt x="15242" y="20295"/>
                </a:lnTo>
                <a:lnTo>
                  <a:pt x="15476" y="20136"/>
                </a:lnTo>
                <a:lnTo>
                  <a:pt x="15768" y="19870"/>
                </a:lnTo>
                <a:lnTo>
                  <a:pt x="16060" y="19764"/>
                </a:lnTo>
                <a:lnTo>
                  <a:pt x="16235" y="19658"/>
                </a:lnTo>
                <a:lnTo>
                  <a:pt x="16469" y="19498"/>
                </a:lnTo>
                <a:lnTo>
                  <a:pt x="16761" y="19392"/>
                </a:lnTo>
                <a:lnTo>
                  <a:pt x="17170" y="19126"/>
                </a:lnTo>
                <a:lnTo>
                  <a:pt x="17462" y="18967"/>
                </a:lnTo>
                <a:lnTo>
                  <a:pt x="17754" y="18754"/>
                </a:lnTo>
                <a:lnTo>
                  <a:pt x="18046" y="18595"/>
                </a:lnTo>
                <a:lnTo>
                  <a:pt x="18338" y="18489"/>
                </a:lnTo>
                <a:lnTo>
                  <a:pt x="18630" y="18223"/>
                </a:lnTo>
                <a:lnTo>
                  <a:pt x="19155" y="17851"/>
                </a:lnTo>
                <a:lnTo>
                  <a:pt x="19447" y="17692"/>
                </a:lnTo>
                <a:lnTo>
                  <a:pt x="19739" y="17586"/>
                </a:lnTo>
                <a:lnTo>
                  <a:pt x="20031" y="17320"/>
                </a:lnTo>
                <a:lnTo>
                  <a:pt x="20323" y="17320"/>
                </a:lnTo>
                <a:lnTo>
                  <a:pt x="20557" y="17214"/>
                </a:lnTo>
                <a:lnTo>
                  <a:pt x="20849" y="16948"/>
                </a:lnTo>
                <a:lnTo>
                  <a:pt x="21141" y="16789"/>
                </a:lnTo>
                <a:lnTo>
                  <a:pt x="21433" y="16576"/>
                </a:lnTo>
                <a:lnTo>
                  <a:pt x="21725" y="16417"/>
                </a:lnTo>
                <a:lnTo>
                  <a:pt x="22017" y="16311"/>
                </a:lnTo>
                <a:lnTo>
                  <a:pt x="22251" y="16045"/>
                </a:lnTo>
                <a:lnTo>
                  <a:pt x="22543" y="15885"/>
                </a:lnTo>
                <a:lnTo>
                  <a:pt x="22835" y="15779"/>
                </a:lnTo>
                <a:lnTo>
                  <a:pt x="23127" y="15514"/>
                </a:lnTo>
                <a:lnTo>
                  <a:pt x="23535" y="15407"/>
                </a:lnTo>
                <a:lnTo>
                  <a:pt x="23711" y="15248"/>
                </a:lnTo>
                <a:lnTo>
                  <a:pt x="23944" y="15035"/>
                </a:lnTo>
                <a:lnTo>
                  <a:pt x="24236" y="15035"/>
                </a:lnTo>
                <a:lnTo>
                  <a:pt x="24528" y="14876"/>
                </a:lnTo>
                <a:lnTo>
                  <a:pt x="24820" y="14770"/>
                </a:lnTo>
                <a:lnTo>
                  <a:pt x="25112" y="14504"/>
                </a:lnTo>
                <a:lnTo>
                  <a:pt x="25521" y="14345"/>
                </a:lnTo>
                <a:lnTo>
                  <a:pt x="25813" y="14238"/>
                </a:lnTo>
                <a:lnTo>
                  <a:pt x="26105" y="13973"/>
                </a:lnTo>
                <a:lnTo>
                  <a:pt x="26514" y="13707"/>
                </a:lnTo>
                <a:lnTo>
                  <a:pt x="26806" y="13495"/>
                </a:lnTo>
                <a:lnTo>
                  <a:pt x="27039" y="13335"/>
                </a:lnTo>
                <a:lnTo>
                  <a:pt x="27331" y="13229"/>
                </a:lnTo>
                <a:lnTo>
                  <a:pt x="27799" y="13070"/>
                </a:lnTo>
                <a:lnTo>
                  <a:pt x="28032" y="12804"/>
                </a:lnTo>
                <a:lnTo>
                  <a:pt x="28324" y="12698"/>
                </a:lnTo>
                <a:lnTo>
                  <a:pt x="28616" y="12698"/>
                </a:lnTo>
                <a:lnTo>
                  <a:pt x="29025" y="12326"/>
                </a:lnTo>
                <a:lnTo>
                  <a:pt x="29317" y="12166"/>
                </a:lnTo>
                <a:lnTo>
                  <a:pt x="29726" y="12060"/>
                </a:lnTo>
                <a:lnTo>
                  <a:pt x="30018" y="11954"/>
                </a:lnTo>
                <a:lnTo>
                  <a:pt x="30310" y="11688"/>
                </a:lnTo>
                <a:lnTo>
                  <a:pt x="30602" y="11529"/>
                </a:lnTo>
                <a:lnTo>
                  <a:pt x="30894" y="11423"/>
                </a:lnTo>
                <a:lnTo>
                  <a:pt x="31128" y="11263"/>
                </a:lnTo>
                <a:lnTo>
                  <a:pt x="31303" y="11157"/>
                </a:lnTo>
                <a:lnTo>
                  <a:pt x="31595" y="10891"/>
                </a:lnTo>
                <a:lnTo>
                  <a:pt x="32004" y="10785"/>
                </a:lnTo>
                <a:lnTo>
                  <a:pt x="32296" y="10626"/>
                </a:lnTo>
                <a:lnTo>
                  <a:pt x="32588" y="10519"/>
                </a:lnTo>
                <a:lnTo>
                  <a:pt x="32821" y="10413"/>
                </a:lnTo>
                <a:lnTo>
                  <a:pt x="33113" y="10254"/>
                </a:lnTo>
                <a:lnTo>
                  <a:pt x="33405" y="10147"/>
                </a:lnTo>
                <a:lnTo>
                  <a:pt x="33697" y="9988"/>
                </a:lnTo>
                <a:lnTo>
                  <a:pt x="33989" y="9882"/>
                </a:lnTo>
                <a:lnTo>
                  <a:pt x="34281" y="9722"/>
                </a:lnTo>
                <a:lnTo>
                  <a:pt x="34515" y="9616"/>
                </a:lnTo>
                <a:lnTo>
                  <a:pt x="34807" y="9350"/>
                </a:lnTo>
                <a:lnTo>
                  <a:pt x="35099" y="9244"/>
                </a:lnTo>
                <a:lnTo>
                  <a:pt x="35391" y="9085"/>
                </a:lnTo>
                <a:lnTo>
                  <a:pt x="35683" y="8979"/>
                </a:lnTo>
                <a:lnTo>
                  <a:pt x="36092" y="8872"/>
                </a:lnTo>
                <a:lnTo>
                  <a:pt x="36209" y="8713"/>
                </a:lnTo>
                <a:lnTo>
                  <a:pt x="36501" y="8607"/>
                </a:lnTo>
                <a:lnTo>
                  <a:pt x="36793" y="8341"/>
                </a:lnTo>
                <a:lnTo>
                  <a:pt x="37085" y="8182"/>
                </a:lnTo>
                <a:lnTo>
                  <a:pt x="37377" y="8075"/>
                </a:lnTo>
                <a:lnTo>
                  <a:pt x="37669" y="8075"/>
                </a:lnTo>
                <a:lnTo>
                  <a:pt x="37902" y="7969"/>
                </a:lnTo>
                <a:lnTo>
                  <a:pt x="38369" y="7810"/>
                </a:lnTo>
                <a:lnTo>
                  <a:pt x="38603" y="7703"/>
                </a:lnTo>
                <a:lnTo>
                  <a:pt x="38778" y="7544"/>
                </a:lnTo>
                <a:lnTo>
                  <a:pt x="39070" y="7331"/>
                </a:lnTo>
                <a:lnTo>
                  <a:pt x="39362" y="7172"/>
                </a:lnTo>
                <a:lnTo>
                  <a:pt x="39596" y="7066"/>
                </a:lnTo>
                <a:lnTo>
                  <a:pt x="39888" y="6906"/>
                </a:lnTo>
                <a:lnTo>
                  <a:pt x="40297" y="6800"/>
                </a:lnTo>
                <a:lnTo>
                  <a:pt x="40589" y="6641"/>
                </a:lnTo>
                <a:lnTo>
                  <a:pt x="40881" y="6535"/>
                </a:lnTo>
                <a:lnTo>
                  <a:pt x="41173" y="6428"/>
                </a:lnTo>
                <a:lnTo>
                  <a:pt x="41290" y="6269"/>
                </a:lnTo>
                <a:lnTo>
                  <a:pt x="41582" y="6163"/>
                </a:lnTo>
                <a:lnTo>
                  <a:pt x="41874" y="6003"/>
                </a:lnTo>
                <a:lnTo>
                  <a:pt x="42282" y="5897"/>
                </a:lnTo>
                <a:lnTo>
                  <a:pt x="42574" y="5791"/>
                </a:lnTo>
                <a:lnTo>
                  <a:pt x="42866" y="5631"/>
                </a:lnTo>
                <a:lnTo>
                  <a:pt x="43158" y="5525"/>
                </a:lnTo>
                <a:lnTo>
                  <a:pt x="43450" y="5366"/>
                </a:lnTo>
                <a:lnTo>
                  <a:pt x="43684" y="5259"/>
                </a:lnTo>
                <a:lnTo>
                  <a:pt x="43859" y="5153"/>
                </a:lnTo>
                <a:lnTo>
                  <a:pt x="44151" y="4994"/>
                </a:lnTo>
                <a:lnTo>
                  <a:pt x="44560" y="4887"/>
                </a:lnTo>
                <a:lnTo>
                  <a:pt x="44852" y="4728"/>
                </a:lnTo>
                <a:lnTo>
                  <a:pt x="45144" y="4622"/>
                </a:lnTo>
                <a:lnTo>
                  <a:pt x="45378" y="4462"/>
                </a:lnTo>
                <a:lnTo>
                  <a:pt x="45670" y="4356"/>
                </a:lnTo>
                <a:lnTo>
                  <a:pt x="45962" y="4250"/>
                </a:lnTo>
                <a:lnTo>
                  <a:pt x="46254" y="4091"/>
                </a:lnTo>
                <a:lnTo>
                  <a:pt x="46546" y="3984"/>
                </a:lnTo>
                <a:lnTo>
                  <a:pt x="46838" y="3825"/>
                </a:lnTo>
                <a:lnTo>
                  <a:pt x="47071" y="3719"/>
                </a:lnTo>
                <a:lnTo>
                  <a:pt x="47363" y="3612"/>
                </a:lnTo>
                <a:lnTo>
                  <a:pt x="47655" y="3453"/>
                </a:lnTo>
                <a:lnTo>
                  <a:pt x="47947" y="3347"/>
                </a:lnTo>
                <a:lnTo>
                  <a:pt x="48239" y="3347"/>
                </a:lnTo>
                <a:lnTo>
                  <a:pt x="48648" y="3187"/>
                </a:lnTo>
                <a:lnTo>
                  <a:pt x="49057" y="3081"/>
                </a:lnTo>
                <a:lnTo>
                  <a:pt x="49349" y="2922"/>
                </a:lnTo>
                <a:lnTo>
                  <a:pt x="49641" y="2815"/>
                </a:lnTo>
                <a:lnTo>
                  <a:pt x="49933" y="2709"/>
                </a:lnTo>
                <a:lnTo>
                  <a:pt x="50167" y="2550"/>
                </a:lnTo>
                <a:lnTo>
                  <a:pt x="50459" y="2443"/>
                </a:lnTo>
                <a:lnTo>
                  <a:pt x="50926" y="2284"/>
                </a:lnTo>
                <a:lnTo>
                  <a:pt x="51159" y="2178"/>
                </a:lnTo>
                <a:lnTo>
                  <a:pt x="51335" y="2072"/>
                </a:lnTo>
                <a:lnTo>
                  <a:pt x="51627" y="1912"/>
                </a:lnTo>
                <a:lnTo>
                  <a:pt x="51860" y="1806"/>
                </a:lnTo>
                <a:lnTo>
                  <a:pt x="52152" y="1647"/>
                </a:lnTo>
                <a:lnTo>
                  <a:pt x="52444" y="1540"/>
                </a:lnTo>
                <a:lnTo>
                  <a:pt x="52853" y="1381"/>
                </a:lnTo>
                <a:lnTo>
                  <a:pt x="53145" y="1381"/>
                </a:lnTo>
                <a:lnTo>
                  <a:pt x="53437" y="1275"/>
                </a:lnTo>
                <a:lnTo>
                  <a:pt x="53729" y="1168"/>
                </a:lnTo>
                <a:lnTo>
                  <a:pt x="53846" y="1009"/>
                </a:lnTo>
                <a:lnTo>
                  <a:pt x="54138" y="1009"/>
                </a:lnTo>
                <a:lnTo>
                  <a:pt x="54430" y="903"/>
                </a:lnTo>
                <a:lnTo>
                  <a:pt x="54839" y="743"/>
                </a:lnTo>
                <a:lnTo>
                  <a:pt x="55131" y="637"/>
                </a:lnTo>
                <a:lnTo>
                  <a:pt x="55423" y="637"/>
                </a:lnTo>
                <a:lnTo>
                  <a:pt x="55715" y="531"/>
                </a:lnTo>
                <a:lnTo>
                  <a:pt x="55948" y="371"/>
                </a:lnTo>
                <a:lnTo>
                  <a:pt x="56240" y="265"/>
                </a:lnTo>
                <a:lnTo>
                  <a:pt x="56416" y="106"/>
                </a:lnTo>
                <a:lnTo>
                  <a:pt x="56708" y="0"/>
                </a:lnTo>
              </a:path>
            </a:pathLst>
          </a:custGeom>
          <a:ln w="7866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7212909" y="4920324"/>
            <a:ext cx="56941" cy="11051"/>
          </a:xfrm>
          <a:custGeom>
            <a:avLst/>
            <a:gdLst/>
            <a:ahLst/>
            <a:cxnLst/>
            <a:rect l="l" t="t" r="r" b="b"/>
            <a:pathLst>
              <a:path w="56941" h="11051">
                <a:moveTo>
                  <a:pt x="0" y="11051"/>
                </a:moveTo>
                <a:lnTo>
                  <a:pt x="408" y="10891"/>
                </a:lnTo>
                <a:lnTo>
                  <a:pt x="700" y="10891"/>
                </a:lnTo>
                <a:lnTo>
                  <a:pt x="934" y="10785"/>
                </a:lnTo>
                <a:lnTo>
                  <a:pt x="1226" y="10679"/>
                </a:lnTo>
                <a:lnTo>
                  <a:pt x="1518" y="10519"/>
                </a:lnTo>
                <a:lnTo>
                  <a:pt x="1810" y="10413"/>
                </a:lnTo>
                <a:lnTo>
                  <a:pt x="2102" y="10254"/>
                </a:lnTo>
                <a:lnTo>
                  <a:pt x="2394" y="10254"/>
                </a:lnTo>
                <a:lnTo>
                  <a:pt x="2628" y="10147"/>
                </a:lnTo>
                <a:lnTo>
                  <a:pt x="2920" y="10041"/>
                </a:lnTo>
                <a:lnTo>
                  <a:pt x="3212" y="9882"/>
                </a:lnTo>
                <a:lnTo>
                  <a:pt x="3504" y="9775"/>
                </a:lnTo>
                <a:lnTo>
                  <a:pt x="3796" y="9775"/>
                </a:lnTo>
                <a:lnTo>
                  <a:pt x="4088" y="9775"/>
                </a:lnTo>
                <a:lnTo>
                  <a:pt x="4496" y="9616"/>
                </a:lnTo>
                <a:lnTo>
                  <a:pt x="4788" y="9510"/>
                </a:lnTo>
                <a:lnTo>
                  <a:pt x="4905" y="9350"/>
                </a:lnTo>
                <a:lnTo>
                  <a:pt x="5197" y="9350"/>
                </a:lnTo>
                <a:lnTo>
                  <a:pt x="5489" y="9244"/>
                </a:lnTo>
                <a:lnTo>
                  <a:pt x="5781" y="9138"/>
                </a:lnTo>
                <a:lnTo>
                  <a:pt x="6015" y="8979"/>
                </a:lnTo>
                <a:lnTo>
                  <a:pt x="6307" y="8979"/>
                </a:lnTo>
                <a:lnTo>
                  <a:pt x="6716" y="8872"/>
                </a:lnTo>
                <a:lnTo>
                  <a:pt x="7008" y="8713"/>
                </a:lnTo>
                <a:lnTo>
                  <a:pt x="7183" y="8607"/>
                </a:lnTo>
                <a:lnTo>
                  <a:pt x="7475" y="8607"/>
                </a:lnTo>
                <a:lnTo>
                  <a:pt x="7709" y="8500"/>
                </a:lnTo>
                <a:lnTo>
                  <a:pt x="8001" y="8341"/>
                </a:lnTo>
                <a:lnTo>
                  <a:pt x="8293" y="8235"/>
                </a:lnTo>
                <a:lnTo>
                  <a:pt x="8701" y="8235"/>
                </a:lnTo>
                <a:lnTo>
                  <a:pt x="8993" y="8075"/>
                </a:lnTo>
                <a:lnTo>
                  <a:pt x="9285" y="7969"/>
                </a:lnTo>
                <a:lnTo>
                  <a:pt x="9577" y="7969"/>
                </a:lnTo>
                <a:lnTo>
                  <a:pt x="9694" y="7810"/>
                </a:lnTo>
                <a:lnTo>
                  <a:pt x="9986" y="7703"/>
                </a:lnTo>
                <a:lnTo>
                  <a:pt x="10278" y="7597"/>
                </a:lnTo>
                <a:lnTo>
                  <a:pt x="10687" y="7597"/>
                </a:lnTo>
                <a:lnTo>
                  <a:pt x="10979" y="7438"/>
                </a:lnTo>
                <a:lnTo>
                  <a:pt x="11271" y="7438"/>
                </a:lnTo>
                <a:lnTo>
                  <a:pt x="11563" y="7438"/>
                </a:lnTo>
                <a:lnTo>
                  <a:pt x="11797" y="7331"/>
                </a:lnTo>
                <a:lnTo>
                  <a:pt x="12089" y="7172"/>
                </a:lnTo>
                <a:lnTo>
                  <a:pt x="12264" y="7172"/>
                </a:lnTo>
                <a:lnTo>
                  <a:pt x="12497" y="7066"/>
                </a:lnTo>
                <a:lnTo>
                  <a:pt x="12965" y="6960"/>
                </a:lnTo>
                <a:lnTo>
                  <a:pt x="13257" y="6960"/>
                </a:lnTo>
                <a:lnTo>
                  <a:pt x="13490" y="6800"/>
                </a:lnTo>
                <a:lnTo>
                  <a:pt x="13782" y="6694"/>
                </a:lnTo>
                <a:lnTo>
                  <a:pt x="14074" y="6694"/>
                </a:lnTo>
                <a:lnTo>
                  <a:pt x="14366" y="6535"/>
                </a:lnTo>
                <a:lnTo>
                  <a:pt x="14658" y="6428"/>
                </a:lnTo>
                <a:lnTo>
                  <a:pt x="14950" y="6428"/>
                </a:lnTo>
                <a:lnTo>
                  <a:pt x="15184" y="6269"/>
                </a:lnTo>
                <a:lnTo>
                  <a:pt x="15476" y="6269"/>
                </a:lnTo>
                <a:lnTo>
                  <a:pt x="15768" y="6163"/>
                </a:lnTo>
                <a:lnTo>
                  <a:pt x="16060" y="6056"/>
                </a:lnTo>
                <a:lnTo>
                  <a:pt x="16352" y="6056"/>
                </a:lnTo>
                <a:lnTo>
                  <a:pt x="16586" y="5897"/>
                </a:lnTo>
                <a:lnTo>
                  <a:pt x="17053" y="5791"/>
                </a:lnTo>
                <a:lnTo>
                  <a:pt x="17345" y="5791"/>
                </a:lnTo>
                <a:lnTo>
                  <a:pt x="17462" y="5631"/>
                </a:lnTo>
                <a:lnTo>
                  <a:pt x="17754" y="5631"/>
                </a:lnTo>
                <a:lnTo>
                  <a:pt x="18046" y="5525"/>
                </a:lnTo>
                <a:lnTo>
                  <a:pt x="18279" y="5419"/>
                </a:lnTo>
                <a:lnTo>
                  <a:pt x="18571" y="5419"/>
                </a:lnTo>
                <a:lnTo>
                  <a:pt x="18863" y="5259"/>
                </a:lnTo>
                <a:lnTo>
                  <a:pt x="19272" y="5259"/>
                </a:lnTo>
                <a:lnTo>
                  <a:pt x="19564" y="5153"/>
                </a:lnTo>
                <a:lnTo>
                  <a:pt x="19856" y="5153"/>
                </a:lnTo>
                <a:lnTo>
                  <a:pt x="20265" y="4994"/>
                </a:lnTo>
                <a:lnTo>
                  <a:pt x="20557" y="4994"/>
                </a:lnTo>
                <a:lnTo>
                  <a:pt x="20849" y="4887"/>
                </a:lnTo>
                <a:lnTo>
                  <a:pt x="21258" y="4887"/>
                </a:lnTo>
                <a:lnTo>
                  <a:pt x="21550" y="4728"/>
                </a:lnTo>
                <a:lnTo>
                  <a:pt x="21842" y="4728"/>
                </a:lnTo>
                <a:lnTo>
                  <a:pt x="22134" y="4622"/>
                </a:lnTo>
                <a:lnTo>
                  <a:pt x="22543" y="4516"/>
                </a:lnTo>
                <a:lnTo>
                  <a:pt x="22835" y="4516"/>
                </a:lnTo>
                <a:lnTo>
                  <a:pt x="23243" y="4356"/>
                </a:lnTo>
                <a:lnTo>
                  <a:pt x="23535" y="4356"/>
                </a:lnTo>
                <a:lnTo>
                  <a:pt x="23827" y="4250"/>
                </a:lnTo>
                <a:lnTo>
                  <a:pt x="24061" y="4250"/>
                </a:lnTo>
                <a:lnTo>
                  <a:pt x="24353" y="4091"/>
                </a:lnTo>
                <a:lnTo>
                  <a:pt x="24645" y="3984"/>
                </a:lnTo>
                <a:lnTo>
                  <a:pt x="24820" y="3984"/>
                </a:lnTo>
                <a:lnTo>
                  <a:pt x="25054" y="3878"/>
                </a:lnTo>
                <a:lnTo>
                  <a:pt x="25521" y="3878"/>
                </a:lnTo>
                <a:lnTo>
                  <a:pt x="25755" y="3878"/>
                </a:lnTo>
                <a:lnTo>
                  <a:pt x="26047" y="3719"/>
                </a:lnTo>
                <a:lnTo>
                  <a:pt x="26339" y="3719"/>
                </a:lnTo>
                <a:lnTo>
                  <a:pt x="26631" y="3612"/>
                </a:lnTo>
                <a:lnTo>
                  <a:pt x="26923" y="3612"/>
                </a:lnTo>
                <a:lnTo>
                  <a:pt x="27215" y="3453"/>
                </a:lnTo>
                <a:lnTo>
                  <a:pt x="27448" y="3453"/>
                </a:lnTo>
                <a:lnTo>
                  <a:pt x="27740" y="3347"/>
                </a:lnTo>
                <a:lnTo>
                  <a:pt x="28032" y="3347"/>
                </a:lnTo>
                <a:lnTo>
                  <a:pt x="28324" y="3240"/>
                </a:lnTo>
                <a:lnTo>
                  <a:pt x="28616" y="3240"/>
                </a:lnTo>
                <a:lnTo>
                  <a:pt x="28908" y="3081"/>
                </a:lnTo>
                <a:lnTo>
                  <a:pt x="29142" y="3081"/>
                </a:lnTo>
                <a:lnTo>
                  <a:pt x="29609" y="2975"/>
                </a:lnTo>
                <a:lnTo>
                  <a:pt x="29843" y="2975"/>
                </a:lnTo>
                <a:lnTo>
                  <a:pt x="30018" y="2975"/>
                </a:lnTo>
                <a:lnTo>
                  <a:pt x="30310" y="2815"/>
                </a:lnTo>
                <a:lnTo>
                  <a:pt x="30602" y="2815"/>
                </a:lnTo>
                <a:lnTo>
                  <a:pt x="30836" y="2815"/>
                </a:lnTo>
                <a:lnTo>
                  <a:pt x="31128" y="2815"/>
                </a:lnTo>
                <a:lnTo>
                  <a:pt x="31420" y="2815"/>
                </a:lnTo>
                <a:lnTo>
                  <a:pt x="31828" y="2709"/>
                </a:lnTo>
                <a:lnTo>
                  <a:pt x="32120" y="2709"/>
                </a:lnTo>
                <a:lnTo>
                  <a:pt x="32412" y="2550"/>
                </a:lnTo>
                <a:lnTo>
                  <a:pt x="32821" y="2443"/>
                </a:lnTo>
                <a:lnTo>
                  <a:pt x="33113" y="2443"/>
                </a:lnTo>
                <a:lnTo>
                  <a:pt x="33405" y="2443"/>
                </a:lnTo>
                <a:lnTo>
                  <a:pt x="33814" y="2337"/>
                </a:lnTo>
                <a:lnTo>
                  <a:pt x="34106" y="2337"/>
                </a:lnTo>
                <a:lnTo>
                  <a:pt x="34398" y="2337"/>
                </a:lnTo>
                <a:lnTo>
                  <a:pt x="34690" y="2178"/>
                </a:lnTo>
                <a:lnTo>
                  <a:pt x="34924" y="2178"/>
                </a:lnTo>
                <a:lnTo>
                  <a:pt x="35099" y="2072"/>
                </a:lnTo>
                <a:lnTo>
                  <a:pt x="35391" y="2072"/>
                </a:lnTo>
                <a:lnTo>
                  <a:pt x="35800" y="2072"/>
                </a:lnTo>
                <a:lnTo>
                  <a:pt x="36092" y="1912"/>
                </a:lnTo>
                <a:lnTo>
                  <a:pt x="36384" y="1912"/>
                </a:lnTo>
                <a:lnTo>
                  <a:pt x="36617" y="1912"/>
                </a:lnTo>
                <a:lnTo>
                  <a:pt x="36909" y="1806"/>
                </a:lnTo>
                <a:lnTo>
                  <a:pt x="37201" y="1806"/>
                </a:lnTo>
                <a:lnTo>
                  <a:pt x="37493" y="1806"/>
                </a:lnTo>
                <a:lnTo>
                  <a:pt x="38077" y="1700"/>
                </a:lnTo>
                <a:lnTo>
                  <a:pt x="38311" y="1700"/>
                </a:lnTo>
                <a:lnTo>
                  <a:pt x="38603" y="1540"/>
                </a:lnTo>
                <a:lnTo>
                  <a:pt x="38895" y="1540"/>
                </a:lnTo>
                <a:lnTo>
                  <a:pt x="39187" y="1540"/>
                </a:lnTo>
                <a:lnTo>
                  <a:pt x="39479" y="1434"/>
                </a:lnTo>
                <a:lnTo>
                  <a:pt x="39771" y="1434"/>
                </a:lnTo>
                <a:lnTo>
                  <a:pt x="40005" y="1434"/>
                </a:lnTo>
                <a:lnTo>
                  <a:pt x="40297" y="1275"/>
                </a:lnTo>
                <a:lnTo>
                  <a:pt x="40589" y="1275"/>
                </a:lnTo>
                <a:lnTo>
                  <a:pt x="40881" y="1275"/>
                </a:lnTo>
                <a:lnTo>
                  <a:pt x="41173" y="1275"/>
                </a:lnTo>
                <a:lnTo>
                  <a:pt x="41406" y="1168"/>
                </a:lnTo>
                <a:lnTo>
                  <a:pt x="41698" y="1168"/>
                </a:lnTo>
                <a:lnTo>
                  <a:pt x="42166" y="1168"/>
                </a:lnTo>
                <a:lnTo>
                  <a:pt x="42399" y="1009"/>
                </a:lnTo>
                <a:lnTo>
                  <a:pt x="42574" y="1009"/>
                </a:lnTo>
                <a:lnTo>
                  <a:pt x="42866" y="1009"/>
                </a:lnTo>
                <a:lnTo>
                  <a:pt x="43100" y="1009"/>
                </a:lnTo>
                <a:lnTo>
                  <a:pt x="43392" y="903"/>
                </a:lnTo>
                <a:lnTo>
                  <a:pt x="43684" y="903"/>
                </a:lnTo>
                <a:lnTo>
                  <a:pt x="43976" y="903"/>
                </a:lnTo>
                <a:lnTo>
                  <a:pt x="44385" y="903"/>
                </a:lnTo>
                <a:lnTo>
                  <a:pt x="44677" y="796"/>
                </a:lnTo>
                <a:lnTo>
                  <a:pt x="44969" y="796"/>
                </a:lnTo>
                <a:lnTo>
                  <a:pt x="45378" y="796"/>
                </a:lnTo>
                <a:lnTo>
                  <a:pt x="45670" y="637"/>
                </a:lnTo>
                <a:lnTo>
                  <a:pt x="45962" y="637"/>
                </a:lnTo>
                <a:lnTo>
                  <a:pt x="46370" y="637"/>
                </a:lnTo>
                <a:lnTo>
                  <a:pt x="46662" y="637"/>
                </a:lnTo>
                <a:lnTo>
                  <a:pt x="46954" y="637"/>
                </a:lnTo>
                <a:lnTo>
                  <a:pt x="47188" y="531"/>
                </a:lnTo>
                <a:lnTo>
                  <a:pt x="47480" y="531"/>
                </a:lnTo>
                <a:lnTo>
                  <a:pt x="47655" y="531"/>
                </a:lnTo>
                <a:lnTo>
                  <a:pt x="47947" y="531"/>
                </a:lnTo>
                <a:lnTo>
                  <a:pt x="48356" y="531"/>
                </a:lnTo>
                <a:lnTo>
                  <a:pt x="48648" y="531"/>
                </a:lnTo>
                <a:lnTo>
                  <a:pt x="48882" y="531"/>
                </a:lnTo>
                <a:lnTo>
                  <a:pt x="49174" y="531"/>
                </a:lnTo>
                <a:lnTo>
                  <a:pt x="49466" y="531"/>
                </a:lnTo>
                <a:lnTo>
                  <a:pt x="49758" y="371"/>
                </a:lnTo>
                <a:lnTo>
                  <a:pt x="50050" y="371"/>
                </a:lnTo>
                <a:lnTo>
                  <a:pt x="50575" y="371"/>
                </a:lnTo>
                <a:lnTo>
                  <a:pt x="50867" y="371"/>
                </a:lnTo>
                <a:lnTo>
                  <a:pt x="51159" y="371"/>
                </a:lnTo>
                <a:lnTo>
                  <a:pt x="51451" y="265"/>
                </a:lnTo>
                <a:lnTo>
                  <a:pt x="51743" y="265"/>
                </a:lnTo>
                <a:lnTo>
                  <a:pt x="52035" y="265"/>
                </a:lnTo>
                <a:lnTo>
                  <a:pt x="52269" y="265"/>
                </a:lnTo>
                <a:lnTo>
                  <a:pt x="52561" y="265"/>
                </a:lnTo>
                <a:lnTo>
                  <a:pt x="52853" y="265"/>
                </a:lnTo>
                <a:lnTo>
                  <a:pt x="53145" y="159"/>
                </a:lnTo>
                <a:lnTo>
                  <a:pt x="53437" y="159"/>
                </a:lnTo>
                <a:lnTo>
                  <a:pt x="53729" y="159"/>
                </a:lnTo>
                <a:lnTo>
                  <a:pt x="53963" y="159"/>
                </a:lnTo>
                <a:lnTo>
                  <a:pt x="54255" y="159"/>
                </a:lnTo>
                <a:lnTo>
                  <a:pt x="54664" y="159"/>
                </a:lnTo>
                <a:lnTo>
                  <a:pt x="54956" y="159"/>
                </a:lnTo>
                <a:lnTo>
                  <a:pt x="55131" y="159"/>
                </a:lnTo>
                <a:lnTo>
                  <a:pt x="55423" y="0"/>
                </a:lnTo>
                <a:lnTo>
                  <a:pt x="55656" y="0"/>
                </a:lnTo>
                <a:lnTo>
                  <a:pt x="55948" y="0"/>
                </a:lnTo>
                <a:lnTo>
                  <a:pt x="56240" y="0"/>
                </a:lnTo>
                <a:lnTo>
                  <a:pt x="56532" y="0"/>
                </a:lnTo>
                <a:lnTo>
                  <a:pt x="56941" y="0"/>
                </a:lnTo>
              </a:path>
            </a:pathLst>
          </a:custGeom>
          <a:ln w="772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7269850" y="4920058"/>
            <a:ext cx="56708" cy="3719"/>
          </a:xfrm>
          <a:custGeom>
            <a:avLst/>
            <a:gdLst/>
            <a:ahLst/>
            <a:cxnLst/>
            <a:rect l="l" t="t" r="r" b="b"/>
            <a:pathLst>
              <a:path w="56708" h="3719">
                <a:moveTo>
                  <a:pt x="0" y="265"/>
                </a:moveTo>
                <a:lnTo>
                  <a:pt x="292" y="265"/>
                </a:lnTo>
                <a:lnTo>
                  <a:pt x="584" y="265"/>
                </a:lnTo>
                <a:lnTo>
                  <a:pt x="992" y="159"/>
                </a:lnTo>
                <a:lnTo>
                  <a:pt x="1284" y="159"/>
                </a:lnTo>
                <a:lnTo>
                  <a:pt x="1576" y="159"/>
                </a:lnTo>
                <a:lnTo>
                  <a:pt x="1985" y="159"/>
                </a:lnTo>
                <a:lnTo>
                  <a:pt x="2277" y="159"/>
                </a:lnTo>
                <a:lnTo>
                  <a:pt x="2569" y="159"/>
                </a:lnTo>
                <a:lnTo>
                  <a:pt x="2803" y="159"/>
                </a:lnTo>
                <a:lnTo>
                  <a:pt x="3095" y="159"/>
                </a:lnTo>
                <a:lnTo>
                  <a:pt x="3270" y="159"/>
                </a:lnTo>
                <a:lnTo>
                  <a:pt x="3504" y="159"/>
                </a:lnTo>
                <a:lnTo>
                  <a:pt x="3796" y="159"/>
                </a:lnTo>
                <a:lnTo>
                  <a:pt x="4263" y="159"/>
                </a:lnTo>
                <a:lnTo>
                  <a:pt x="4496" y="159"/>
                </a:lnTo>
                <a:lnTo>
                  <a:pt x="4788" y="0"/>
                </a:lnTo>
                <a:lnTo>
                  <a:pt x="5080" y="0"/>
                </a:lnTo>
                <a:lnTo>
                  <a:pt x="5372" y="0"/>
                </a:lnTo>
                <a:lnTo>
                  <a:pt x="5664" y="0"/>
                </a:lnTo>
                <a:lnTo>
                  <a:pt x="6190" y="0"/>
                </a:lnTo>
                <a:lnTo>
                  <a:pt x="6482" y="0"/>
                </a:lnTo>
                <a:lnTo>
                  <a:pt x="6774" y="0"/>
                </a:lnTo>
                <a:lnTo>
                  <a:pt x="7066" y="0"/>
                </a:lnTo>
                <a:lnTo>
                  <a:pt x="7358" y="0"/>
                </a:lnTo>
                <a:lnTo>
                  <a:pt x="7592" y="0"/>
                </a:lnTo>
                <a:lnTo>
                  <a:pt x="7884" y="0"/>
                </a:lnTo>
                <a:lnTo>
                  <a:pt x="8176" y="0"/>
                </a:lnTo>
                <a:lnTo>
                  <a:pt x="8468" y="0"/>
                </a:lnTo>
                <a:lnTo>
                  <a:pt x="8760" y="0"/>
                </a:lnTo>
                <a:lnTo>
                  <a:pt x="9052" y="0"/>
                </a:lnTo>
                <a:lnTo>
                  <a:pt x="9285" y="0"/>
                </a:lnTo>
                <a:lnTo>
                  <a:pt x="9577" y="0"/>
                </a:lnTo>
                <a:lnTo>
                  <a:pt x="9869" y="0"/>
                </a:lnTo>
                <a:lnTo>
                  <a:pt x="10161" y="0"/>
                </a:lnTo>
                <a:lnTo>
                  <a:pt x="10570" y="0"/>
                </a:lnTo>
                <a:lnTo>
                  <a:pt x="10745" y="0"/>
                </a:lnTo>
                <a:lnTo>
                  <a:pt x="10979" y="0"/>
                </a:lnTo>
                <a:lnTo>
                  <a:pt x="11271" y="0"/>
                </a:lnTo>
                <a:lnTo>
                  <a:pt x="11563" y="0"/>
                </a:lnTo>
                <a:lnTo>
                  <a:pt x="11855" y="0"/>
                </a:lnTo>
                <a:lnTo>
                  <a:pt x="12147" y="0"/>
                </a:lnTo>
                <a:lnTo>
                  <a:pt x="12556" y="0"/>
                </a:lnTo>
                <a:lnTo>
                  <a:pt x="12848" y="0"/>
                </a:lnTo>
                <a:lnTo>
                  <a:pt x="13140" y="0"/>
                </a:lnTo>
                <a:lnTo>
                  <a:pt x="13549" y="0"/>
                </a:lnTo>
                <a:lnTo>
                  <a:pt x="13841" y="0"/>
                </a:lnTo>
                <a:lnTo>
                  <a:pt x="14133" y="0"/>
                </a:lnTo>
                <a:lnTo>
                  <a:pt x="14542" y="0"/>
                </a:lnTo>
                <a:lnTo>
                  <a:pt x="14834" y="0"/>
                </a:lnTo>
                <a:lnTo>
                  <a:pt x="15067" y="0"/>
                </a:lnTo>
                <a:lnTo>
                  <a:pt x="15359" y="0"/>
                </a:lnTo>
                <a:lnTo>
                  <a:pt x="15651" y="159"/>
                </a:lnTo>
                <a:lnTo>
                  <a:pt x="15826" y="159"/>
                </a:lnTo>
                <a:lnTo>
                  <a:pt x="16060" y="159"/>
                </a:lnTo>
                <a:lnTo>
                  <a:pt x="16352" y="159"/>
                </a:lnTo>
                <a:lnTo>
                  <a:pt x="16761" y="159"/>
                </a:lnTo>
                <a:lnTo>
                  <a:pt x="17053" y="159"/>
                </a:lnTo>
                <a:lnTo>
                  <a:pt x="17345" y="159"/>
                </a:lnTo>
                <a:lnTo>
                  <a:pt x="17637" y="159"/>
                </a:lnTo>
                <a:lnTo>
                  <a:pt x="17929" y="159"/>
                </a:lnTo>
                <a:lnTo>
                  <a:pt x="18221" y="159"/>
                </a:lnTo>
                <a:lnTo>
                  <a:pt x="18746" y="159"/>
                </a:lnTo>
                <a:lnTo>
                  <a:pt x="19038" y="159"/>
                </a:lnTo>
                <a:lnTo>
                  <a:pt x="19330" y="159"/>
                </a:lnTo>
                <a:lnTo>
                  <a:pt x="19622" y="265"/>
                </a:lnTo>
                <a:lnTo>
                  <a:pt x="19914" y="265"/>
                </a:lnTo>
                <a:lnTo>
                  <a:pt x="20148" y="265"/>
                </a:lnTo>
                <a:lnTo>
                  <a:pt x="20440" y="265"/>
                </a:lnTo>
                <a:lnTo>
                  <a:pt x="20732" y="265"/>
                </a:lnTo>
                <a:lnTo>
                  <a:pt x="21024" y="265"/>
                </a:lnTo>
                <a:lnTo>
                  <a:pt x="21316" y="265"/>
                </a:lnTo>
                <a:lnTo>
                  <a:pt x="21608" y="265"/>
                </a:lnTo>
                <a:lnTo>
                  <a:pt x="21842" y="265"/>
                </a:lnTo>
                <a:lnTo>
                  <a:pt x="22134" y="265"/>
                </a:lnTo>
                <a:lnTo>
                  <a:pt x="22426" y="425"/>
                </a:lnTo>
                <a:lnTo>
                  <a:pt x="22718" y="425"/>
                </a:lnTo>
                <a:lnTo>
                  <a:pt x="23127" y="425"/>
                </a:lnTo>
                <a:lnTo>
                  <a:pt x="23302" y="425"/>
                </a:lnTo>
                <a:lnTo>
                  <a:pt x="23535" y="425"/>
                </a:lnTo>
                <a:lnTo>
                  <a:pt x="23827" y="425"/>
                </a:lnTo>
                <a:lnTo>
                  <a:pt x="24119" y="425"/>
                </a:lnTo>
                <a:lnTo>
                  <a:pt x="24411" y="425"/>
                </a:lnTo>
                <a:lnTo>
                  <a:pt x="24703" y="531"/>
                </a:lnTo>
                <a:lnTo>
                  <a:pt x="25112" y="531"/>
                </a:lnTo>
                <a:lnTo>
                  <a:pt x="25404" y="531"/>
                </a:lnTo>
                <a:lnTo>
                  <a:pt x="25696" y="531"/>
                </a:lnTo>
                <a:lnTo>
                  <a:pt x="26105" y="531"/>
                </a:lnTo>
                <a:lnTo>
                  <a:pt x="26397" y="531"/>
                </a:lnTo>
                <a:lnTo>
                  <a:pt x="26631" y="637"/>
                </a:lnTo>
                <a:lnTo>
                  <a:pt x="27098" y="637"/>
                </a:lnTo>
                <a:lnTo>
                  <a:pt x="27390" y="637"/>
                </a:lnTo>
                <a:lnTo>
                  <a:pt x="27624" y="637"/>
                </a:lnTo>
                <a:lnTo>
                  <a:pt x="27916" y="637"/>
                </a:lnTo>
                <a:lnTo>
                  <a:pt x="28208" y="637"/>
                </a:lnTo>
                <a:lnTo>
                  <a:pt x="28324" y="796"/>
                </a:lnTo>
                <a:lnTo>
                  <a:pt x="28616" y="796"/>
                </a:lnTo>
                <a:lnTo>
                  <a:pt x="28908" y="796"/>
                </a:lnTo>
                <a:lnTo>
                  <a:pt x="29317" y="796"/>
                </a:lnTo>
                <a:lnTo>
                  <a:pt x="29609" y="796"/>
                </a:lnTo>
                <a:lnTo>
                  <a:pt x="29901" y="796"/>
                </a:lnTo>
                <a:lnTo>
                  <a:pt x="30193" y="796"/>
                </a:lnTo>
                <a:lnTo>
                  <a:pt x="30485" y="796"/>
                </a:lnTo>
                <a:lnTo>
                  <a:pt x="30777" y="796"/>
                </a:lnTo>
                <a:lnTo>
                  <a:pt x="31303" y="796"/>
                </a:lnTo>
                <a:lnTo>
                  <a:pt x="31595" y="903"/>
                </a:lnTo>
                <a:lnTo>
                  <a:pt x="31887" y="903"/>
                </a:lnTo>
                <a:lnTo>
                  <a:pt x="32179" y="903"/>
                </a:lnTo>
                <a:lnTo>
                  <a:pt x="32412" y="903"/>
                </a:lnTo>
                <a:lnTo>
                  <a:pt x="32704" y="903"/>
                </a:lnTo>
                <a:lnTo>
                  <a:pt x="32996" y="903"/>
                </a:lnTo>
                <a:lnTo>
                  <a:pt x="33288" y="1062"/>
                </a:lnTo>
                <a:lnTo>
                  <a:pt x="33580" y="1062"/>
                </a:lnTo>
                <a:lnTo>
                  <a:pt x="33872" y="1062"/>
                </a:lnTo>
                <a:lnTo>
                  <a:pt x="34106" y="1062"/>
                </a:lnTo>
                <a:lnTo>
                  <a:pt x="34398" y="1168"/>
                </a:lnTo>
                <a:lnTo>
                  <a:pt x="34690" y="1168"/>
                </a:lnTo>
                <a:lnTo>
                  <a:pt x="34982" y="1168"/>
                </a:lnTo>
                <a:lnTo>
                  <a:pt x="35274" y="1168"/>
                </a:lnTo>
                <a:lnTo>
                  <a:pt x="35683" y="1168"/>
                </a:lnTo>
                <a:lnTo>
                  <a:pt x="36092" y="1275"/>
                </a:lnTo>
                <a:lnTo>
                  <a:pt x="36384" y="1275"/>
                </a:lnTo>
                <a:lnTo>
                  <a:pt x="36676" y="1275"/>
                </a:lnTo>
                <a:lnTo>
                  <a:pt x="36968" y="1275"/>
                </a:lnTo>
                <a:lnTo>
                  <a:pt x="37260" y="1434"/>
                </a:lnTo>
                <a:lnTo>
                  <a:pt x="37669" y="1434"/>
                </a:lnTo>
                <a:lnTo>
                  <a:pt x="37961" y="1434"/>
                </a:lnTo>
                <a:lnTo>
                  <a:pt x="38194" y="1434"/>
                </a:lnTo>
                <a:lnTo>
                  <a:pt x="38369" y="1540"/>
                </a:lnTo>
                <a:lnTo>
                  <a:pt x="38661" y="1540"/>
                </a:lnTo>
                <a:lnTo>
                  <a:pt x="38953" y="1540"/>
                </a:lnTo>
                <a:lnTo>
                  <a:pt x="39187" y="1540"/>
                </a:lnTo>
                <a:lnTo>
                  <a:pt x="39654" y="1700"/>
                </a:lnTo>
                <a:lnTo>
                  <a:pt x="39888" y="1700"/>
                </a:lnTo>
                <a:lnTo>
                  <a:pt x="40180" y="1700"/>
                </a:lnTo>
                <a:lnTo>
                  <a:pt x="40472" y="1700"/>
                </a:lnTo>
                <a:lnTo>
                  <a:pt x="40764" y="1806"/>
                </a:lnTo>
                <a:lnTo>
                  <a:pt x="41173" y="1806"/>
                </a:lnTo>
                <a:lnTo>
                  <a:pt x="41465" y="1806"/>
                </a:lnTo>
                <a:lnTo>
                  <a:pt x="41874" y="1965"/>
                </a:lnTo>
                <a:lnTo>
                  <a:pt x="42166" y="1965"/>
                </a:lnTo>
                <a:lnTo>
                  <a:pt x="42458" y="1965"/>
                </a:lnTo>
                <a:lnTo>
                  <a:pt x="42750" y="1965"/>
                </a:lnTo>
                <a:lnTo>
                  <a:pt x="43042" y="2072"/>
                </a:lnTo>
                <a:lnTo>
                  <a:pt x="43275" y="2072"/>
                </a:lnTo>
                <a:lnTo>
                  <a:pt x="43450" y="2072"/>
                </a:lnTo>
                <a:lnTo>
                  <a:pt x="43859" y="2178"/>
                </a:lnTo>
                <a:lnTo>
                  <a:pt x="44151" y="2178"/>
                </a:lnTo>
                <a:lnTo>
                  <a:pt x="44443" y="2178"/>
                </a:lnTo>
                <a:lnTo>
                  <a:pt x="44735" y="2178"/>
                </a:lnTo>
                <a:lnTo>
                  <a:pt x="44969" y="2337"/>
                </a:lnTo>
                <a:lnTo>
                  <a:pt x="45261" y="2337"/>
                </a:lnTo>
                <a:lnTo>
                  <a:pt x="45553" y="2337"/>
                </a:lnTo>
                <a:lnTo>
                  <a:pt x="45962" y="2337"/>
                </a:lnTo>
                <a:lnTo>
                  <a:pt x="46137" y="2443"/>
                </a:lnTo>
                <a:lnTo>
                  <a:pt x="46429" y="2443"/>
                </a:lnTo>
                <a:lnTo>
                  <a:pt x="46662" y="2443"/>
                </a:lnTo>
                <a:lnTo>
                  <a:pt x="46954" y="2603"/>
                </a:lnTo>
                <a:lnTo>
                  <a:pt x="47246" y="2603"/>
                </a:lnTo>
                <a:lnTo>
                  <a:pt x="47538" y="2603"/>
                </a:lnTo>
                <a:lnTo>
                  <a:pt x="47831" y="2603"/>
                </a:lnTo>
                <a:lnTo>
                  <a:pt x="48239" y="2709"/>
                </a:lnTo>
                <a:lnTo>
                  <a:pt x="48648" y="2709"/>
                </a:lnTo>
                <a:lnTo>
                  <a:pt x="48940" y="2815"/>
                </a:lnTo>
                <a:lnTo>
                  <a:pt x="49232" y="2815"/>
                </a:lnTo>
                <a:lnTo>
                  <a:pt x="49524" y="2815"/>
                </a:lnTo>
                <a:lnTo>
                  <a:pt x="49758" y="2975"/>
                </a:lnTo>
                <a:lnTo>
                  <a:pt x="50225" y="2975"/>
                </a:lnTo>
                <a:lnTo>
                  <a:pt x="50517" y="2975"/>
                </a:lnTo>
                <a:lnTo>
                  <a:pt x="50751" y="2975"/>
                </a:lnTo>
                <a:lnTo>
                  <a:pt x="50926" y="3081"/>
                </a:lnTo>
                <a:lnTo>
                  <a:pt x="51218" y="3081"/>
                </a:lnTo>
                <a:lnTo>
                  <a:pt x="51451" y="3081"/>
                </a:lnTo>
                <a:lnTo>
                  <a:pt x="51743" y="3081"/>
                </a:lnTo>
                <a:lnTo>
                  <a:pt x="52211" y="3081"/>
                </a:lnTo>
                <a:lnTo>
                  <a:pt x="52444" y="3081"/>
                </a:lnTo>
                <a:lnTo>
                  <a:pt x="52736" y="3240"/>
                </a:lnTo>
                <a:lnTo>
                  <a:pt x="53028" y="3240"/>
                </a:lnTo>
                <a:lnTo>
                  <a:pt x="53320" y="3240"/>
                </a:lnTo>
                <a:lnTo>
                  <a:pt x="53729" y="3347"/>
                </a:lnTo>
                <a:lnTo>
                  <a:pt x="54021" y="3347"/>
                </a:lnTo>
                <a:lnTo>
                  <a:pt x="54430" y="3506"/>
                </a:lnTo>
                <a:lnTo>
                  <a:pt x="54722" y="3506"/>
                </a:lnTo>
                <a:lnTo>
                  <a:pt x="55014" y="3506"/>
                </a:lnTo>
                <a:lnTo>
                  <a:pt x="55306" y="3612"/>
                </a:lnTo>
                <a:lnTo>
                  <a:pt x="55540" y="3612"/>
                </a:lnTo>
                <a:lnTo>
                  <a:pt x="55832" y="3612"/>
                </a:lnTo>
                <a:lnTo>
                  <a:pt x="56007" y="3719"/>
                </a:lnTo>
                <a:lnTo>
                  <a:pt x="56416" y="3719"/>
                </a:lnTo>
                <a:lnTo>
                  <a:pt x="56708" y="3719"/>
                </a:lnTo>
              </a:path>
            </a:pathLst>
          </a:custGeom>
          <a:ln w="770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7326558" y="4923777"/>
            <a:ext cx="56824" cy="8872"/>
          </a:xfrm>
          <a:custGeom>
            <a:avLst/>
            <a:gdLst/>
            <a:ahLst/>
            <a:cxnLst/>
            <a:rect l="l" t="t" r="r" b="b"/>
            <a:pathLst>
              <a:path w="56824" h="8872">
                <a:moveTo>
                  <a:pt x="0" y="0"/>
                </a:moveTo>
                <a:lnTo>
                  <a:pt x="292" y="159"/>
                </a:lnTo>
                <a:lnTo>
                  <a:pt x="525" y="159"/>
                </a:lnTo>
                <a:lnTo>
                  <a:pt x="817" y="159"/>
                </a:lnTo>
                <a:lnTo>
                  <a:pt x="1109" y="265"/>
                </a:lnTo>
                <a:lnTo>
                  <a:pt x="1401" y="265"/>
                </a:lnTo>
                <a:lnTo>
                  <a:pt x="1810" y="265"/>
                </a:lnTo>
                <a:lnTo>
                  <a:pt x="1985" y="425"/>
                </a:lnTo>
                <a:lnTo>
                  <a:pt x="2219" y="425"/>
                </a:lnTo>
                <a:lnTo>
                  <a:pt x="2511" y="425"/>
                </a:lnTo>
                <a:lnTo>
                  <a:pt x="2803" y="531"/>
                </a:lnTo>
                <a:lnTo>
                  <a:pt x="3095" y="531"/>
                </a:lnTo>
                <a:lnTo>
                  <a:pt x="3387" y="531"/>
                </a:lnTo>
                <a:lnTo>
                  <a:pt x="3679" y="637"/>
                </a:lnTo>
                <a:lnTo>
                  <a:pt x="4088" y="637"/>
                </a:lnTo>
                <a:lnTo>
                  <a:pt x="4380" y="637"/>
                </a:lnTo>
                <a:lnTo>
                  <a:pt x="4496" y="796"/>
                </a:lnTo>
                <a:lnTo>
                  <a:pt x="4788" y="796"/>
                </a:lnTo>
                <a:lnTo>
                  <a:pt x="5080" y="796"/>
                </a:lnTo>
                <a:lnTo>
                  <a:pt x="5372" y="903"/>
                </a:lnTo>
                <a:lnTo>
                  <a:pt x="5606" y="903"/>
                </a:lnTo>
                <a:lnTo>
                  <a:pt x="6073" y="1062"/>
                </a:lnTo>
                <a:lnTo>
                  <a:pt x="6307" y="1062"/>
                </a:lnTo>
                <a:lnTo>
                  <a:pt x="6599" y="1062"/>
                </a:lnTo>
                <a:lnTo>
                  <a:pt x="6891" y="1168"/>
                </a:lnTo>
                <a:lnTo>
                  <a:pt x="7066" y="1168"/>
                </a:lnTo>
                <a:lnTo>
                  <a:pt x="7300" y="1168"/>
                </a:lnTo>
                <a:lnTo>
                  <a:pt x="7592" y="1275"/>
                </a:lnTo>
                <a:lnTo>
                  <a:pt x="8001" y="1275"/>
                </a:lnTo>
                <a:lnTo>
                  <a:pt x="8293" y="1275"/>
                </a:lnTo>
                <a:lnTo>
                  <a:pt x="8585" y="1434"/>
                </a:lnTo>
                <a:lnTo>
                  <a:pt x="8877" y="1434"/>
                </a:lnTo>
                <a:lnTo>
                  <a:pt x="9169" y="1540"/>
                </a:lnTo>
                <a:lnTo>
                  <a:pt x="9577" y="1540"/>
                </a:lnTo>
                <a:lnTo>
                  <a:pt x="9869" y="1700"/>
                </a:lnTo>
                <a:lnTo>
                  <a:pt x="10278" y="1700"/>
                </a:lnTo>
                <a:lnTo>
                  <a:pt x="10570" y="1700"/>
                </a:lnTo>
                <a:lnTo>
                  <a:pt x="10862" y="1700"/>
                </a:lnTo>
                <a:lnTo>
                  <a:pt x="11154" y="1700"/>
                </a:lnTo>
                <a:lnTo>
                  <a:pt x="11388" y="1700"/>
                </a:lnTo>
                <a:lnTo>
                  <a:pt x="11680" y="1806"/>
                </a:lnTo>
                <a:lnTo>
                  <a:pt x="11855" y="1806"/>
                </a:lnTo>
                <a:lnTo>
                  <a:pt x="12264" y="1965"/>
                </a:lnTo>
                <a:lnTo>
                  <a:pt x="12556" y="1965"/>
                </a:lnTo>
                <a:lnTo>
                  <a:pt x="12848" y="1965"/>
                </a:lnTo>
                <a:lnTo>
                  <a:pt x="13081" y="2072"/>
                </a:lnTo>
                <a:lnTo>
                  <a:pt x="13373" y="2072"/>
                </a:lnTo>
                <a:lnTo>
                  <a:pt x="13666" y="2072"/>
                </a:lnTo>
                <a:lnTo>
                  <a:pt x="13958" y="2178"/>
                </a:lnTo>
                <a:lnTo>
                  <a:pt x="14366" y="2178"/>
                </a:lnTo>
                <a:lnTo>
                  <a:pt x="14542" y="2337"/>
                </a:lnTo>
                <a:lnTo>
                  <a:pt x="14775" y="2337"/>
                </a:lnTo>
                <a:lnTo>
                  <a:pt x="15067" y="2337"/>
                </a:lnTo>
                <a:lnTo>
                  <a:pt x="15359" y="2443"/>
                </a:lnTo>
                <a:lnTo>
                  <a:pt x="15651" y="2443"/>
                </a:lnTo>
                <a:lnTo>
                  <a:pt x="15943" y="2443"/>
                </a:lnTo>
                <a:lnTo>
                  <a:pt x="16235" y="2603"/>
                </a:lnTo>
                <a:lnTo>
                  <a:pt x="16644" y="2603"/>
                </a:lnTo>
                <a:lnTo>
                  <a:pt x="16936" y="2709"/>
                </a:lnTo>
                <a:lnTo>
                  <a:pt x="17345" y="2709"/>
                </a:lnTo>
                <a:lnTo>
                  <a:pt x="17637" y="2815"/>
                </a:lnTo>
                <a:lnTo>
                  <a:pt x="17870" y="2815"/>
                </a:lnTo>
                <a:lnTo>
                  <a:pt x="18162" y="2975"/>
                </a:lnTo>
                <a:lnTo>
                  <a:pt x="18630" y="2975"/>
                </a:lnTo>
                <a:lnTo>
                  <a:pt x="18863" y="2975"/>
                </a:lnTo>
                <a:lnTo>
                  <a:pt x="19155" y="3081"/>
                </a:lnTo>
                <a:lnTo>
                  <a:pt x="19447" y="3081"/>
                </a:lnTo>
                <a:lnTo>
                  <a:pt x="19856" y="3240"/>
                </a:lnTo>
                <a:lnTo>
                  <a:pt x="20148" y="3240"/>
                </a:lnTo>
                <a:lnTo>
                  <a:pt x="20557" y="3347"/>
                </a:lnTo>
                <a:lnTo>
                  <a:pt x="20849" y="3347"/>
                </a:lnTo>
                <a:lnTo>
                  <a:pt x="21141" y="3347"/>
                </a:lnTo>
                <a:lnTo>
                  <a:pt x="21433" y="3506"/>
                </a:lnTo>
                <a:lnTo>
                  <a:pt x="21725" y="3506"/>
                </a:lnTo>
                <a:lnTo>
                  <a:pt x="22017" y="3612"/>
                </a:lnTo>
                <a:lnTo>
                  <a:pt x="22426" y="3612"/>
                </a:lnTo>
                <a:lnTo>
                  <a:pt x="22835" y="3719"/>
                </a:lnTo>
                <a:lnTo>
                  <a:pt x="23127" y="3719"/>
                </a:lnTo>
                <a:lnTo>
                  <a:pt x="23419" y="3878"/>
                </a:lnTo>
                <a:lnTo>
                  <a:pt x="23652" y="3878"/>
                </a:lnTo>
                <a:lnTo>
                  <a:pt x="23944" y="3878"/>
                </a:lnTo>
                <a:lnTo>
                  <a:pt x="24236" y="3984"/>
                </a:lnTo>
                <a:lnTo>
                  <a:pt x="24411" y="3984"/>
                </a:lnTo>
                <a:lnTo>
                  <a:pt x="24820" y="3984"/>
                </a:lnTo>
                <a:lnTo>
                  <a:pt x="25112" y="3984"/>
                </a:lnTo>
                <a:lnTo>
                  <a:pt x="25346" y="3984"/>
                </a:lnTo>
                <a:lnTo>
                  <a:pt x="25638" y="4144"/>
                </a:lnTo>
                <a:lnTo>
                  <a:pt x="25930" y="4144"/>
                </a:lnTo>
                <a:lnTo>
                  <a:pt x="26222" y="4144"/>
                </a:lnTo>
                <a:lnTo>
                  <a:pt x="26514" y="4250"/>
                </a:lnTo>
                <a:lnTo>
                  <a:pt x="26923" y="4250"/>
                </a:lnTo>
                <a:lnTo>
                  <a:pt x="27332" y="4356"/>
                </a:lnTo>
                <a:lnTo>
                  <a:pt x="27624" y="4356"/>
                </a:lnTo>
                <a:lnTo>
                  <a:pt x="27916" y="4516"/>
                </a:lnTo>
                <a:lnTo>
                  <a:pt x="28208" y="4516"/>
                </a:lnTo>
                <a:lnTo>
                  <a:pt x="28500" y="4622"/>
                </a:lnTo>
                <a:lnTo>
                  <a:pt x="28733" y="4622"/>
                </a:lnTo>
                <a:lnTo>
                  <a:pt x="29200" y="4622"/>
                </a:lnTo>
                <a:lnTo>
                  <a:pt x="29434" y="4781"/>
                </a:lnTo>
                <a:lnTo>
                  <a:pt x="29609" y="4781"/>
                </a:lnTo>
                <a:lnTo>
                  <a:pt x="29901" y="4781"/>
                </a:lnTo>
                <a:lnTo>
                  <a:pt x="30193" y="4887"/>
                </a:lnTo>
                <a:lnTo>
                  <a:pt x="30427" y="4887"/>
                </a:lnTo>
                <a:lnTo>
                  <a:pt x="30719" y="5047"/>
                </a:lnTo>
                <a:lnTo>
                  <a:pt x="31128" y="5047"/>
                </a:lnTo>
                <a:lnTo>
                  <a:pt x="31420" y="5047"/>
                </a:lnTo>
                <a:lnTo>
                  <a:pt x="31712" y="5153"/>
                </a:lnTo>
                <a:lnTo>
                  <a:pt x="32004" y="5153"/>
                </a:lnTo>
                <a:lnTo>
                  <a:pt x="32412" y="5259"/>
                </a:lnTo>
                <a:lnTo>
                  <a:pt x="32704" y="5259"/>
                </a:lnTo>
                <a:lnTo>
                  <a:pt x="32996" y="5419"/>
                </a:lnTo>
                <a:lnTo>
                  <a:pt x="33405" y="5419"/>
                </a:lnTo>
                <a:lnTo>
                  <a:pt x="33697" y="5419"/>
                </a:lnTo>
                <a:lnTo>
                  <a:pt x="33989" y="5525"/>
                </a:lnTo>
                <a:lnTo>
                  <a:pt x="34281" y="5525"/>
                </a:lnTo>
                <a:lnTo>
                  <a:pt x="34515" y="5684"/>
                </a:lnTo>
                <a:lnTo>
                  <a:pt x="34690" y="5684"/>
                </a:lnTo>
                <a:lnTo>
                  <a:pt x="34982" y="5684"/>
                </a:lnTo>
                <a:lnTo>
                  <a:pt x="35391" y="5791"/>
                </a:lnTo>
                <a:lnTo>
                  <a:pt x="35683" y="5791"/>
                </a:lnTo>
                <a:lnTo>
                  <a:pt x="35975" y="5897"/>
                </a:lnTo>
                <a:lnTo>
                  <a:pt x="36209" y="5897"/>
                </a:lnTo>
                <a:lnTo>
                  <a:pt x="36501" y="5897"/>
                </a:lnTo>
                <a:lnTo>
                  <a:pt x="36793" y="6056"/>
                </a:lnTo>
                <a:lnTo>
                  <a:pt x="37085" y="6056"/>
                </a:lnTo>
                <a:lnTo>
                  <a:pt x="37377" y="6056"/>
                </a:lnTo>
                <a:lnTo>
                  <a:pt x="37669" y="6163"/>
                </a:lnTo>
                <a:lnTo>
                  <a:pt x="37902" y="6163"/>
                </a:lnTo>
                <a:lnTo>
                  <a:pt x="38194" y="6322"/>
                </a:lnTo>
                <a:lnTo>
                  <a:pt x="38486" y="6322"/>
                </a:lnTo>
                <a:lnTo>
                  <a:pt x="38778" y="6322"/>
                </a:lnTo>
                <a:lnTo>
                  <a:pt x="39070" y="6322"/>
                </a:lnTo>
                <a:lnTo>
                  <a:pt x="39362" y="6322"/>
                </a:lnTo>
                <a:lnTo>
                  <a:pt x="39596" y="6322"/>
                </a:lnTo>
                <a:lnTo>
                  <a:pt x="39888" y="6428"/>
                </a:lnTo>
                <a:lnTo>
                  <a:pt x="40180" y="6428"/>
                </a:lnTo>
                <a:lnTo>
                  <a:pt x="40472" y="6588"/>
                </a:lnTo>
                <a:lnTo>
                  <a:pt x="40764" y="6588"/>
                </a:lnTo>
                <a:lnTo>
                  <a:pt x="40998" y="6588"/>
                </a:lnTo>
                <a:lnTo>
                  <a:pt x="41290" y="6694"/>
                </a:lnTo>
                <a:lnTo>
                  <a:pt x="41757" y="6694"/>
                </a:lnTo>
                <a:lnTo>
                  <a:pt x="41990" y="6694"/>
                </a:lnTo>
                <a:lnTo>
                  <a:pt x="42166" y="6800"/>
                </a:lnTo>
                <a:lnTo>
                  <a:pt x="42458" y="6800"/>
                </a:lnTo>
                <a:lnTo>
                  <a:pt x="42691" y="6960"/>
                </a:lnTo>
                <a:lnTo>
                  <a:pt x="42983" y="6960"/>
                </a:lnTo>
                <a:lnTo>
                  <a:pt x="43275" y="6960"/>
                </a:lnTo>
                <a:lnTo>
                  <a:pt x="43684" y="7066"/>
                </a:lnTo>
                <a:lnTo>
                  <a:pt x="43976" y="7066"/>
                </a:lnTo>
                <a:lnTo>
                  <a:pt x="44268" y="7066"/>
                </a:lnTo>
                <a:lnTo>
                  <a:pt x="44560" y="7225"/>
                </a:lnTo>
                <a:lnTo>
                  <a:pt x="44969" y="7225"/>
                </a:lnTo>
                <a:lnTo>
                  <a:pt x="45261" y="7331"/>
                </a:lnTo>
                <a:lnTo>
                  <a:pt x="45553" y="7331"/>
                </a:lnTo>
                <a:lnTo>
                  <a:pt x="45962" y="7438"/>
                </a:lnTo>
                <a:lnTo>
                  <a:pt x="46254" y="7438"/>
                </a:lnTo>
                <a:lnTo>
                  <a:pt x="46546" y="7438"/>
                </a:lnTo>
                <a:lnTo>
                  <a:pt x="46779" y="7597"/>
                </a:lnTo>
                <a:lnTo>
                  <a:pt x="47071" y="7597"/>
                </a:lnTo>
                <a:lnTo>
                  <a:pt x="47246" y="7597"/>
                </a:lnTo>
                <a:lnTo>
                  <a:pt x="47538" y="7703"/>
                </a:lnTo>
                <a:lnTo>
                  <a:pt x="47947" y="7703"/>
                </a:lnTo>
                <a:lnTo>
                  <a:pt x="48239" y="7703"/>
                </a:lnTo>
                <a:lnTo>
                  <a:pt x="48473" y="7863"/>
                </a:lnTo>
                <a:lnTo>
                  <a:pt x="48765" y="7863"/>
                </a:lnTo>
                <a:lnTo>
                  <a:pt x="49057" y="7863"/>
                </a:lnTo>
                <a:lnTo>
                  <a:pt x="49349" y="7969"/>
                </a:lnTo>
                <a:lnTo>
                  <a:pt x="49641" y="7969"/>
                </a:lnTo>
                <a:lnTo>
                  <a:pt x="49933" y="7969"/>
                </a:lnTo>
                <a:lnTo>
                  <a:pt x="50167" y="8128"/>
                </a:lnTo>
                <a:lnTo>
                  <a:pt x="50459" y="8128"/>
                </a:lnTo>
                <a:lnTo>
                  <a:pt x="50751" y="8128"/>
                </a:lnTo>
                <a:lnTo>
                  <a:pt x="51043" y="8235"/>
                </a:lnTo>
                <a:lnTo>
                  <a:pt x="51335" y="8235"/>
                </a:lnTo>
                <a:lnTo>
                  <a:pt x="51627" y="8235"/>
                </a:lnTo>
                <a:lnTo>
                  <a:pt x="51860" y="8341"/>
                </a:lnTo>
                <a:lnTo>
                  <a:pt x="52152" y="8341"/>
                </a:lnTo>
                <a:lnTo>
                  <a:pt x="52444" y="8500"/>
                </a:lnTo>
                <a:lnTo>
                  <a:pt x="52736" y="8500"/>
                </a:lnTo>
                <a:lnTo>
                  <a:pt x="53028" y="8500"/>
                </a:lnTo>
                <a:lnTo>
                  <a:pt x="53320" y="8607"/>
                </a:lnTo>
                <a:lnTo>
                  <a:pt x="53554" y="8607"/>
                </a:lnTo>
                <a:lnTo>
                  <a:pt x="53846" y="8607"/>
                </a:lnTo>
                <a:lnTo>
                  <a:pt x="54255" y="8607"/>
                </a:lnTo>
                <a:lnTo>
                  <a:pt x="54547" y="8607"/>
                </a:lnTo>
                <a:lnTo>
                  <a:pt x="54722" y="8607"/>
                </a:lnTo>
                <a:lnTo>
                  <a:pt x="55014" y="8607"/>
                </a:lnTo>
                <a:lnTo>
                  <a:pt x="55248" y="8766"/>
                </a:lnTo>
                <a:lnTo>
                  <a:pt x="55540" y="8766"/>
                </a:lnTo>
                <a:lnTo>
                  <a:pt x="55832" y="8766"/>
                </a:lnTo>
                <a:lnTo>
                  <a:pt x="56240" y="8872"/>
                </a:lnTo>
                <a:lnTo>
                  <a:pt x="56532" y="8872"/>
                </a:lnTo>
                <a:lnTo>
                  <a:pt x="56824" y="8872"/>
                </a:lnTo>
              </a:path>
            </a:pathLst>
          </a:custGeom>
          <a:ln w="771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7383383" y="4932650"/>
            <a:ext cx="56708" cy="3081"/>
          </a:xfrm>
          <a:custGeom>
            <a:avLst/>
            <a:gdLst/>
            <a:ahLst/>
            <a:cxnLst/>
            <a:rect l="l" t="t" r="r" b="b"/>
            <a:pathLst>
              <a:path w="56708" h="3081">
                <a:moveTo>
                  <a:pt x="0" y="0"/>
                </a:moveTo>
                <a:lnTo>
                  <a:pt x="292" y="106"/>
                </a:lnTo>
                <a:lnTo>
                  <a:pt x="700" y="106"/>
                </a:lnTo>
                <a:lnTo>
                  <a:pt x="992" y="265"/>
                </a:lnTo>
                <a:lnTo>
                  <a:pt x="1284" y="265"/>
                </a:lnTo>
                <a:lnTo>
                  <a:pt x="1693" y="265"/>
                </a:lnTo>
                <a:lnTo>
                  <a:pt x="1985" y="371"/>
                </a:lnTo>
                <a:lnTo>
                  <a:pt x="2277" y="371"/>
                </a:lnTo>
                <a:lnTo>
                  <a:pt x="2511" y="371"/>
                </a:lnTo>
                <a:lnTo>
                  <a:pt x="2803" y="371"/>
                </a:lnTo>
                <a:lnTo>
                  <a:pt x="2978" y="531"/>
                </a:lnTo>
                <a:lnTo>
                  <a:pt x="3212" y="531"/>
                </a:lnTo>
                <a:lnTo>
                  <a:pt x="3679" y="531"/>
                </a:lnTo>
                <a:lnTo>
                  <a:pt x="3971" y="637"/>
                </a:lnTo>
                <a:lnTo>
                  <a:pt x="4204" y="637"/>
                </a:lnTo>
                <a:lnTo>
                  <a:pt x="4496" y="637"/>
                </a:lnTo>
                <a:lnTo>
                  <a:pt x="4788" y="637"/>
                </a:lnTo>
                <a:lnTo>
                  <a:pt x="5080" y="796"/>
                </a:lnTo>
                <a:lnTo>
                  <a:pt x="5372" y="796"/>
                </a:lnTo>
                <a:lnTo>
                  <a:pt x="5664" y="796"/>
                </a:lnTo>
                <a:lnTo>
                  <a:pt x="5898" y="903"/>
                </a:lnTo>
                <a:lnTo>
                  <a:pt x="6190" y="903"/>
                </a:lnTo>
                <a:lnTo>
                  <a:pt x="6482" y="903"/>
                </a:lnTo>
                <a:lnTo>
                  <a:pt x="6774" y="903"/>
                </a:lnTo>
                <a:lnTo>
                  <a:pt x="7066" y="1009"/>
                </a:lnTo>
                <a:lnTo>
                  <a:pt x="7358" y="1009"/>
                </a:lnTo>
                <a:lnTo>
                  <a:pt x="7592" y="1009"/>
                </a:lnTo>
                <a:lnTo>
                  <a:pt x="7884" y="1168"/>
                </a:lnTo>
                <a:lnTo>
                  <a:pt x="8176" y="1168"/>
                </a:lnTo>
                <a:lnTo>
                  <a:pt x="8468" y="1168"/>
                </a:lnTo>
                <a:lnTo>
                  <a:pt x="8760" y="1168"/>
                </a:lnTo>
                <a:lnTo>
                  <a:pt x="8993" y="1275"/>
                </a:lnTo>
                <a:lnTo>
                  <a:pt x="9285" y="1275"/>
                </a:lnTo>
                <a:lnTo>
                  <a:pt x="9577" y="1275"/>
                </a:lnTo>
                <a:lnTo>
                  <a:pt x="9986" y="1275"/>
                </a:lnTo>
                <a:lnTo>
                  <a:pt x="10278" y="1434"/>
                </a:lnTo>
                <a:lnTo>
                  <a:pt x="10453" y="1434"/>
                </a:lnTo>
                <a:lnTo>
                  <a:pt x="10687" y="1434"/>
                </a:lnTo>
                <a:lnTo>
                  <a:pt x="10979" y="1434"/>
                </a:lnTo>
                <a:lnTo>
                  <a:pt x="11271" y="1540"/>
                </a:lnTo>
                <a:lnTo>
                  <a:pt x="11563" y="1540"/>
                </a:lnTo>
                <a:lnTo>
                  <a:pt x="11972" y="1540"/>
                </a:lnTo>
                <a:lnTo>
                  <a:pt x="12264" y="1540"/>
                </a:lnTo>
                <a:lnTo>
                  <a:pt x="12556" y="1647"/>
                </a:lnTo>
                <a:lnTo>
                  <a:pt x="12848" y="1647"/>
                </a:lnTo>
                <a:lnTo>
                  <a:pt x="13257" y="1647"/>
                </a:lnTo>
                <a:lnTo>
                  <a:pt x="13549" y="1806"/>
                </a:lnTo>
                <a:lnTo>
                  <a:pt x="13841" y="1806"/>
                </a:lnTo>
                <a:lnTo>
                  <a:pt x="14250" y="1806"/>
                </a:lnTo>
                <a:lnTo>
                  <a:pt x="14542" y="1806"/>
                </a:lnTo>
                <a:lnTo>
                  <a:pt x="14775" y="1912"/>
                </a:lnTo>
                <a:lnTo>
                  <a:pt x="15067" y="1912"/>
                </a:lnTo>
                <a:lnTo>
                  <a:pt x="15359" y="1912"/>
                </a:lnTo>
                <a:lnTo>
                  <a:pt x="15534" y="1912"/>
                </a:lnTo>
                <a:lnTo>
                  <a:pt x="15768" y="1912"/>
                </a:lnTo>
                <a:lnTo>
                  <a:pt x="16235" y="2072"/>
                </a:lnTo>
                <a:lnTo>
                  <a:pt x="16469" y="2072"/>
                </a:lnTo>
                <a:lnTo>
                  <a:pt x="16761" y="2072"/>
                </a:lnTo>
                <a:lnTo>
                  <a:pt x="17053" y="2072"/>
                </a:lnTo>
                <a:lnTo>
                  <a:pt x="17345" y="2072"/>
                </a:lnTo>
                <a:lnTo>
                  <a:pt x="17637" y="2072"/>
                </a:lnTo>
                <a:lnTo>
                  <a:pt x="17929" y="2072"/>
                </a:lnTo>
                <a:lnTo>
                  <a:pt x="18162" y="2072"/>
                </a:lnTo>
                <a:lnTo>
                  <a:pt x="18454" y="2072"/>
                </a:lnTo>
                <a:lnTo>
                  <a:pt x="18746" y="2072"/>
                </a:lnTo>
                <a:lnTo>
                  <a:pt x="19038" y="2178"/>
                </a:lnTo>
                <a:lnTo>
                  <a:pt x="19330" y="2178"/>
                </a:lnTo>
                <a:lnTo>
                  <a:pt x="19622" y="2178"/>
                </a:lnTo>
                <a:lnTo>
                  <a:pt x="19856" y="2178"/>
                </a:lnTo>
                <a:lnTo>
                  <a:pt x="20148" y="2178"/>
                </a:lnTo>
                <a:lnTo>
                  <a:pt x="20440" y="2337"/>
                </a:lnTo>
                <a:lnTo>
                  <a:pt x="20732" y="2337"/>
                </a:lnTo>
                <a:lnTo>
                  <a:pt x="21024" y="2337"/>
                </a:lnTo>
                <a:lnTo>
                  <a:pt x="21316" y="2337"/>
                </a:lnTo>
                <a:lnTo>
                  <a:pt x="21550" y="2337"/>
                </a:lnTo>
                <a:lnTo>
                  <a:pt x="21842" y="2337"/>
                </a:lnTo>
                <a:lnTo>
                  <a:pt x="22134" y="2443"/>
                </a:lnTo>
                <a:lnTo>
                  <a:pt x="22543" y="2443"/>
                </a:lnTo>
                <a:lnTo>
                  <a:pt x="22835" y="2443"/>
                </a:lnTo>
                <a:lnTo>
                  <a:pt x="23010" y="2443"/>
                </a:lnTo>
                <a:lnTo>
                  <a:pt x="23243" y="2443"/>
                </a:lnTo>
                <a:lnTo>
                  <a:pt x="23535" y="2443"/>
                </a:lnTo>
                <a:lnTo>
                  <a:pt x="23827" y="2550"/>
                </a:lnTo>
                <a:lnTo>
                  <a:pt x="24119" y="2550"/>
                </a:lnTo>
                <a:lnTo>
                  <a:pt x="24528" y="2550"/>
                </a:lnTo>
                <a:lnTo>
                  <a:pt x="24820" y="2550"/>
                </a:lnTo>
                <a:lnTo>
                  <a:pt x="25112" y="2550"/>
                </a:lnTo>
                <a:lnTo>
                  <a:pt x="25404" y="2550"/>
                </a:lnTo>
                <a:lnTo>
                  <a:pt x="25813" y="2709"/>
                </a:lnTo>
                <a:lnTo>
                  <a:pt x="26105" y="2709"/>
                </a:lnTo>
                <a:lnTo>
                  <a:pt x="26339" y="2709"/>
                </a:lnTo>
                <a:lnTo>
                  <a:pt x="26806" y="2709"/>
                </a:lnTo>
                <a:lnTo>
                  <a:pt x="27098" y="2709"/>
                </a:lnTo>
                <a:lnTo>
                  <a:pt x="27332" y="2709"/>
                </a:lnTo>
                <a:lnTo>
                  <a:pt x="27624" y="2709"/>
                </a:lnTo>
                <a:lnTo>
                  <a:pt x="27916" y="2709"/>
                </a:lnTo>
                <a:lnTo>
                  <a:pt x="28324" y="2815"/>
                </a:lnTo>
                <a:lnTo>
                  <a:pt x="28792" y="2815"/>
                </a:lnTo>
                <a:lnTo>
                  <a:pt x="29025" y="2815"/>
                </a:lnTo>
                <a:lnTo>
                  <a:pt x="29317" y="2815"/>
                </a:lnTo>
                <a:lnTo>
                  <a:pt x="29609" y="2815"/>
                </a:lnTo>
                <a:lnTo>
                  <a:pt x="29901" y="2815"/>
                </a:lnTo>
                <a:lnTo>
                  <a:pt x="30193" y="2815"/>
                </a:lnTo>
                <a:lnTo>
                  <a:pt x="30485" y="2815"/>
                </a:lnTo>
                <a:lnTo>
                  <a:pt x="30719" y="2815"/>
                </a:lnTo>
                <a:lnTo>
                  <a:pt x="31011" y="2815"/>
                </a:lnTo>
                <a:lnTo>
                  <a:pt x="31303" y="2975"/>
                </a:lnTo>
                <a:lnTo>
                  <a:pt x="31595" y="2975"/>
                </a:lnTo>
                <a:lnTo>
                  <a:pt x="31887" y="2975"/>
                </a:lnTo>
                <a:lnTo>
                  <a:pt x="32120" y="2975"/>
                </a:lnTo>
                <a:lnTo>
                  <a:pt x="32412" y="2975"/>
                </a:lnTo>
                <a:lnTo>
                  <a:pt x="32704" y="2975"/>
                </a:lnTo>
                <a:lnTo>
                  <a:pt x="33113" y="2975"/>
                </a:lnTo>
                <a:lnTo>
                  <a:pt x="33288" y="2975"/>
                </a:lnTo>
                <a:lnTo>
                  <a:pt x="33580" y="2975"/>
                </a:lnTo>
                <a:lnTo>
                  <a:pt x="33814" y="2975"/>
                </a:lnTo>
                <a:lnTo>
                  <a:pt x="34106" y="2975"/>
                </a:lnTo>
                <a:lnTo>
                  <a:pt x="34398" y="2975"/>
                </a:lnTo>
                <a:lnTo>
                  <a:pt x="34690" y="2975"/>
                </a:lnTo>
                <a:lnTo>
                  <a:pt x="35099" y="2975"/>
                </a:lnTo>
                <a:lnTo>
                  <a:pt x="35391" y="2975"/>
                </a:lnTo>
                <a:lnTo>
                  <a:pt x="35800" y="2975"/>
                </a:lnTo>
                <a:lnTo>
                  <a:pt x="36092" y="3081"/>
                </a:lnTo>
                <a:lnTo>
                  <a:pt x="36384" y="3081"/>
                </a:lnTo>
                <a:lnTo>
                  <a:pt x="36676" y="3081"/>
                </a:lnTo>
                <a:lnTo>
                  <a:pt x="37085" y="3081"/>
                </a:lnTo>
                <a:lnTo>
                  <a:pt x="37377" y="3081"/>
                </a:lnTo>
                <a:lnTo>
                  <a:pt x="37669" y="3081"/>
                </a:lnTo>
                <a:lnTo>
                  <a:pt x="37961" y="3081"/>
                </a:lnTo>
                <a:lnTo>
                  <a:pt x="38369" y="3081"/>
                </a:lnTo>
                <a:lnTo>
                  <a:pt x="38661" y="3081"/>
                </a:lnTo>
                <a:lnTo>
                  <a:pt x="38895" y="3081"/>
                </a:lnTo>
                <a:lnTo>
                  <a:pt x="39362" y="3081"/>
                </a:lnTo>
                <a:lnTo>
                  <a:pt x="39596" y="3081"/>
                </a:lnTo>
                <a:lnTo>
                  <a:pt x="39888" y="3081"/>
                </a:lnTo>
                <a:lnTo>
                  <a:pt x="40180" y="3081"/>
                </a:lnTo>
                <a:lnTo>
                  <a:pt x="40472" y="3081"/>
                </a:lnTo>
                <a:lnTo>
                  <a:pt x="40881" y="3081"/>
                </a:lnTo>
                <a:lnTo>
                  <a:pt x="41290" y="3081"/>
                </a:lnTo>
                <a:lnTo>
                  <a:pt x="41582" y="3081"/>
                </a:lnTo>
                <a:lnTo>
                  <a:pt x="41874" y="3081"/>
                </a:lnTo>
                <a:lnTo>
                  <a:pt x="42166" y="2975"/>
                </a:lnTo>
                <a:lnTo>
                  <a:pt x="42458" y="2975"/>
                </a:lnTo>
                <a:lnTo>
                  <a:pt x="42750" y="2975"/>
                </a:lnTo>
                <a:lnTo>
                  <a:pt x="42983" y="2975"/>
                </a:lnTo>
                <a:lnTo>
                  <a:pt x="43275" y="2975"/>
                </a:lnTo>
                <a:lnTo>
                  <a:pt x="43567" y="2975"/>
                </a:lnTo>
                <a:lnTo>
                  <a:pt x="43859" y="2975"/>
                </a:lnTo>
                <a:lnTo>
                  <a:pt x="44151" y="2975"/>
                </a:lnTo>
                <a:lnTo>
                  <a:pt x="44443" y="2975"/>
                </a:lnTo>
                <a:lnTo>
                  <a:pt x="44677" y="2975"/>
                </a:lnTo>
                <a:lnTo>
                  <a:pt x="44969" y="2975"/>
                </a:lnTo>
                <a:lnTo>
                  <a:pt x="45261" y="2975"/>
                </a:lnTo>
                <a:lnTo>
                  <a:pt x="45670" y="2975"/>
                </a:lnTo>
                <a:lnTo>
                  <a:pt x="45845" y="2975"/>
                </a:lnTo>
                <a:lnTo>
                  <a:pt x="46137" y="2975"/>
                </a:lnTo>
                <a:lnTo>
                  <a:pt x="46370" y="2975"/>
                </a:lnTo>
                <a:lnTo>
                  <a:pt x="46662" y="2975"/>
                </a:lnTo>
                <a:lnTo>
                  <a:pt x="46954" y="2815"/>
                </a:lnTo>
                <a:lnTo>
                  <a:pt x="47246" y="2815"/>
                </a:lnTo>
                <a:lnTo>
                  <a:pt x="47655" y="2815"/>
                </a:lnTo>
                <a:lnTo>
                  <a:pt x="47947" y="2815"/>
                </a:lnTo>
                <a:lnTo>
                  <a:pt x="48239" y="2815"/>
                </a:lnTo>
                <a:lnTo>
                  <a:pt x="48648" y="2815"/>
                </a:lnTo>
                <a:lnTo>
                  <a:pt x="48940" y="2815"/>
                </a:lnTo>
                <a:lnTo>
                  <a:pt x="49232" y="2815"/>
                </a:lnTo>
                <a:lnTo>
                  <a:pt x="49641" y="2709"/>
                </a:lnTo>
                <a:lnTo>
                  <a:pt x="49933" y="2709"/>
                </a:lnTo>
                <a:lnTo>
                  <a:pt x="50225" y="2709"/>
                </a:lnTo>
                <a:lnTo>
                  <a:pt x="50459" y="2709"/>
                </a:lnTo>
                <a:lnTo>
                  <a:pt x="50634" y="2709"/>
                </a:lnTo>
                <a:lnTo>
                  <a:pt x="50926" y="2709"/>
                </a:lnTo>
                <a:lnTo>
                  <a:pt x="51159" y="2709"/>
                </a:lnTo>
                <a:lnTo>
                  <a:pt x="51451" y="2550"/>
                </a:lnTo>
                <a:lnTo>
                  <a:pt x="51919" y="2550"/>
                </a:lnTo>
                <a:lnTo>
                  <a:pt x="52152" y="2550"/>
                </a:lnTo>
                <a:lnTo>
                  <a:pt x="52444" y="2550"/>
                </a:lnTo>
                <a:lnTo>
                  <a:pt x="52736" y="2550"/>
                </a:lnTo>
                <a:lnTo>
                  <a:pt x="53028" y="2550"/>
                </a:lnTo>
                <a:lnTo>
                  <a:pt x="53437" y="2443"/>
                </a:lnTo>
                <a:lnTo>
                  <a:pt x="53846" y="2443"/>
                </a:lnTo>
                <a:lnTo>
                  <a:pt x="54138" y="2443"/>
                </a:lnTo>
                <a:lnTo>
                  <a:pt x="54430" y="2443"/>
                </a:lnTo>
                <a:lnTo>
                  <a:pt x="54722" y="2443"/>
                </a:lnTo>
                <a:lnTo>
                  <a:pt x="55014" y="2337"/>
                </a:lnTo>
                <a:lnTo>
                  <a:pt x="55306" y="2337"/>
                </a:lnTo>
                <a:lnTo>
                  <a:pt x="55540" y="2337"/>
                </a:lnTo>
                <a:lnTo>
                  <a:pt x="55832" y="2337"/>
                </a:lnTo>
                <a:lnTo>
                  <a:pt x="56124" y="2337"/>
                </a:lnTo>
                <a:lnTo>
                  <a:pt x="56416" y="2178"/>
                </a:lnTo>
                <a:lnTo>
                  <a:pt x="56708" y="2178"/>
                </a:lnTo>
              </a:path>
            </a:pathLst>
          </a:custGeom>
          <a:ln w="769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7440091" y="4918942"/>
            <a:ext cx="56824" cy="15885"/>
          </a:xfrm>
          <a:custGeom>
            <a:avLst/>
            <a:gdLst/>
            <a:ahLst/>
            <a:cxnLst/>
            <a:rect l="l" t="t" r="r" b="b"/>
            <a:pathLst>
              <a:path w="56824" h="15885">
                <a:moveTo>
                  <a:pt x="0" y="15885"/>
                </a:moveTo>
                <a:lnTo>
                  <a:pt x="233" y="15885"/>
                </a:lnTo>
                <a:lnTo>
                  <a:pt x="525" y="15885"/>
                </a:lnTo>
                <a:lnTo>
                  <a:pt x="817" y="15885"/>
                </a:lnTo>
                <a:lnTo>
                  <a:pt x="1109" y="15779"/>
                </a:lnTo>
                <a:lnTo>
                  <a:pt x="1518" y="15779"/>
                </a:lnTo>
                <a:lnTo>
                  <a:pt x="1693" y="15779"/>
                </a:lnTo>
                <a:lnTo>
                  <a:pt x="1927" y="15779"/>
                </a:lnTo>
                <a:lnTo>
                  <a:pt x="2219" y="15779"/>
                </a:lnTo>
                <a:lnTo>
                  <a:pt x="2511" y="15779"/>
                </a:lnTo>
                <a:lnTo>
                  <a:pt x="2803" y="15779"/>
                </a:lnTo>
                <a:lnTo>
                  <a:pt x="3095" y="15779"/>
                </a:lnTo>
                <a:lnTo>
                  <a:pt x="3504" y="15620"/>
                </a:lnTo>
                <a:lnTo>
                  <a:pt x="3796" y="15620"/>
                </a:lnTo>
                <a:lnTo>
                  <a:pt x="4088" y="15620"/>
                </a:lnTo>
                <a:lnTo>
                  <a:pt x="4496" y="15514"/>
                </a:lnTo>
                <a:lnTo>
                  <a:pt x="4788" y="15514"/>
                </a:lnTo>
                <a:lnTo>
                  <a:pt x="5080" y="15514"/>
                </a:lnTo>
                <a:lnTo>
                  <a:pt x="5314" y="15354"/>
                </a:lnTo>
                <a:lnTo>
                  <a:pt x="5781" y="15354"/>
                </a:lnTo>
                <a:lnTo>
                  <a:pt x="6015" y="15354"/>
                </a:lnTo>
                <a:lnTo>
                  <a:pt x="6307" y="15354"/>
                </a:lnTo>
                <a:lnTo>
                  <a:pt x="6599" y="15248"/>
                </a:lnTo>
                <a:lnTo>
                  <a:pt x="6774" y="15248"/>
                </a:lnTo>
                <a:lnTo>
                  <a:pt x="7008" y="15248"/>
                </a:lnTo>
                <a:lnTo>
                  <a:pt x="7300" y="15142"/>
                </a:lnTo>
                <a:lnTo>
                  <a:pt x="7709" y="15142"/>
                </a:lnTo>
                <a:lnTo>
                  <a:pt x="8001" y="15142"/>
                </a:lnTo>
                <a:lnTo>
                  <a:pt x="8293" y="14982"/>
                </a:lnTo>
                <a:lnTo>
                  <a:pt x="8585" y="14982"/>
                </a:lnTo>
                <a:lnTo>
                  <a:pt x="8877" y="14982"/>
                </a:lnTo>
                <a:lnTo>
                  <a:pt x="9169" y="14876"/>
                </a:lnTo>
                <a:lnTo>
                  <a:pt x="9694" y="14876"/>
                </a:lnTo>
                <a:lnTo>
                  <a:pt x="9986" y="14717"/>
                </a:lnTo>
                <a:lnTo>
                  <a:pt x="10278" y="14717"/>
                </a:lnTo>
                <a:lnTo>
                  <a:pt x="10570" y="14717"/>
                </a:lnTo>
                <a:lnTo>
                  <a:pt x="10862" y="14610"/>
                </a:lnTo>
                <a:lnTo>
                  <a:pt x="11096" y="14610"/>
                </a:lnTo>
                <a:lnTo>
                  <a:pt x="11388" y="14504"/>
                </a:lnTo>
                <a:lnTo>
                  <a:pt x="11563" y="14504"/>
                </a:lnTo>
                <a:lnTo>
                  <a:pt x="11972" y="14504"/>
                </a:lnTo>
                <a:lnTo>
                  <a:pt x="12264" y="14345"/>
                </a:lnTo>
                <a:lnTo>
                  <a:pt x="12556" y="14345"/>
                </a:lnTo>
                <a:lnTo>
                  <a:pt x="12789" y="14238"/>
                </a:lnTo>
                <a:lnTo>
                  <a:pt x="13081" y="14238"/>
                </a:lnTo>
                <a:lnTo>
                  <a:pt x="13373" y="14238"/>
                </a:lnTo>
                <a:lnTo>
                  <a:pt x="13666" y="14079"/>
                </a:lnTo>
                <a:lnTo>
                  <a:pt x="14074" y="14079"/>
                </a:lnTo>
                <a:lnTo>
                  <a:pt x="14250" y="13973"/>
                </a:lnTo>
                <a:lnTo>
                  <a:pt x="14483" y="13973"/>
                </a:lnTo>
                <a:lnTo>
                  <a:pt x="14775" y="13973"/>
                </a:lnTo>
                <a:lnTo>
                  <a:pt x="15067" y="13813"/>
                </a:lnTo>
                <a:lnTo>
                  <a:pt x="15359" y="13813"/>
                </a:lnTo>
                <a:lnTo>
                  <a:pt x="15651" y="13707"/>
                </a:lnTo>
                <a:lnTo>
                  <a:pt x="16060" y="13707"/>
                </a:lnTo>
                <a:lnTo>
                  <a:pt x="16352" y="13601"/>
                </a:lnTo>
                <a:lnTo>
                  <a:pt x="16644" y="13601"/>
                </a:lnTo>
                <a:lnTo>
                  <a:pt x="16761" y="13441"/>
                </a:lnTo>
                <a:lnTo>
                  <a:pt x="17053" y="13441"/>
                </a:lnTo>
                <a:lnTo>
                  <a:pt x="17345" y="13441"/>
                </a:lnTo>
                <a:lnTo>
                  <a:pt x="17578" y="13441"/>
                </a:lnTo>
                <a:lnTo>
                  <a:pt x="17870" y="13441"/>
                </a:lnTo>
                <a:lnTo>
                  <a:pt x="18338" y="13335"/>
                </a:lnTo>
                <a:lnTo>
                  <a:pt x="18571" y="13335"/>
                </a:lnTo>
                <a:lnTo>
                  <a:pt x="18863" y="13176"/>
                </a:lnTo>
                <a:lnTo>
                  <a:pt x="19155" y="13176"/>
                </a:lnTo>
                <a:lnTo>
                  <a:pt x="19564" y="13070"/>
                </a:lnTo>
                <a:lnTo>
                  <a:pt x="19856" y="12963"/>
                </a:lnTo>
                <a:lnTo>
                  <a:pt x="20265" y="12963"/>
                </a:lnTo>
                <a:lnTo>
                  <a:pt x="20557" y="12804"/>
                </a:lnTo>
                <a:lnTo>
                  <a:pt x="20849" y="12804"/>
                </a:lnTo>
                <a:lnTo>
                  <a:pt x="21141" y="12698"/>
                </a:lnTo>
                <a:lnTo>
                  <a:pt x="21433" y="12538"/>
                </a:lnTo>
                <a:lnTo>
                  <a:pt x="21725" y="12538"/>
                </a:lnTo>
                <a:lnTo>
                  <a:pt x="22251" y="12432"/>
                </a:lnTo>
                <a:lnTo>
                  <a:pt x="22543" y="12273"/>
                </a:lnTo>
                <a:lnTo>
                  <a:pt x="22835" y="12273"/>
                </a:lnTo>
                <a:lnTo>
                  <a:pt x="23127" y="12166"/>
                </a:lnTo>
                <a:lnTo>
                  <a:pt x="23419" y="12166"/>
                </a:lnTo>
                <a:lnTo>
                  <a:pt x="23652" y="12060"/>
                </a:lnTo>
                <a:lnTo>
                  <a:pt x="23944" y="12060"/>
                </a:lnTo>
                <a:lnTo>
                  <a:pt x="24236" y="11901"/>
                </a:lnTo>
                <a:lnTo>
                  <a:pt x="24528" y="11794"/>
                </a:lnTo>
                <a:lnTo>
                  <a:pt x="24820" y="11794"/>
                </a:lnTo>
                <a:lnTo>
                  <a:pt x="25054" y="11635"/>
                </a:lnTo>
                <a:lnTo>
                  <a:pt x="25346" y="11635"/>
                </a:lnTo>
                <a:lnTo>
                  <a:pt x="25638" y="11529"/>
                </a:lnTo>
                <a:lnTo>
                  <a:pt x="25930" y="11423"/>
                </a:lnTo>
                <a:lnTo>
                  <a:pt x="26222" y="11423"/>
                </a:lnTo>
                <a:lnTo>
                  <a:pt x="26631" y="11263"/>
                </a:lnTo>
                <a:lnTo>
                  <a:pt x="27039" y="11157"/>
                </a:lnTo>
                <a:lnTo>
                  <a:pt x="27332" y="11157"/>
                </a:lnTo>
                <a:lnTo>
                  <a:pt x="27624" y="11157"/>
                </a:lnTo>
                <a:lnTo>
                  <a:pt x="27916" y="10997"/>
                </a:lnTo>
                <a:lnTo>
                  <a:pt x="28208" y="10891"/>
                </a:lnTo>
                <a:lnTo>
                  <a:pt x="28616" y="10891"/>
                </a:lnTo>
                <a:lnTo>
                  <a:pt x="28908" y="10732"/>
                </a:lnTo>
                <a:lnTo>
                  <a:pt x="29200" y="10626"/>
                </a:lnTo>
                <a:lnTo>
                  <a:pt x="29609" y="10519"/>
                </a:lnTo>
                <a:lnTo>
                  <a:pt x="29901" y="10360"/>
                </a:lnTo>
                <a:lnTo>
                  <a:pt x="30135" y="10360"/>
                </a:lnTo>
                <a:lnTo>
                  <a:pt x="30427" y="10254"/>
                </a:lnTo>
                <a:lnTo>
                  <a:pt x="30836" y="10094"/>
                </a:lnTo>
                <a:lnTo>
                  <a:pt x="31128" y="10094"/>
                </a:lnTo>
                <a:lnTo>
                  <a:pt x="31420" y="9988"/>
                </a:lnTo>
                <a:lnTo>
                  <a:pt x="31712" y="9882"/>
                </a:lnTo>
                <a:lnTo>
                  <a:pt x="32120" y="9722"/>
                </a:lnTo>
                <a:lnTo>
                  <a:pt x="32412" y="9616"/>
                </a:lnTo>
                <a:lnTo>
                  <a:pt x="32821" y="9457"/>
                </a:lnTo>
                <a:lnTo>
                  <a:pt x="33113" y="9457"/>
                </a:lnTo>
                <a:lnTo>
                  <a:pt x="33405" y="9350"/>
                </a:lnTo>
                <a:lnTo>
                  <a:pt x="33697" y="9191"/>
                </a:lnTo>
                <a:lnTo>
                  <a:pt x="33989" y="9191"/>
                </a:lnTo>
                <a:lnTo>
                  <a:pt x="34223" y="9085"/>
                </a:lnTo>
                <a:lnTo>
                  <a:pt x="34398" y="8979"/>
                </a:lnTo>
                <a:lnTo>
                  <a:pt x="34807" y="8819"/>
                </a:lnTo>
                <a:lnTo>
                  <a:pt x="35099" y="8819"/>
                </a:lnTo>
                <a:lnTo>
                  <a:pt x="35391" y="8819"/>
                </a:lnTo>
                <a:lnTo>
                  <a:pt x="35683" y="8713"/>
                </a:lnTo>
                <a:lnTo>
                  <a:pt x="35917" y="8553"/>
                </a:lnTo>
                <a:lnTo>
                  <a:pt x="36209" y="8447"/>
                </a:lnTo>
                <a:lnTo>
                  <a:pt x="36501" y="8447"/>
                </a:lnTo>
                <a:lnTo>
                  <a:pt x="36793" y="8341"/>
                </a:lnTo>
                <a:lnTo>
                  <a:pt x="37085" y="8182"/>
                </a:lnTo>
                <a:lnTo>
                  <a:pt x="37377" y="8075"/>
                </a:lnTo>
                <a:lnTo>
                  <a:pt x="37610" y="7916"/>
                </a:lnTo>
                <a:lnTo>
                  <a:pt x="37902" y="7916"/>
                </a:lnTo>
                <a:lnTo>
                  <a:pt x="38194" y="7810"/>
                </a:lnTo>
                <a:lnTo>
                  <a:pt x="38486" y="7650"/>
                </a:lnTo>
                <a:lnTo>
                  <a:pt x="38778" y="7544"/>
                </a:lnTo>
                <a:lnTo>
                  <a:pt x="39187" y="7438"/>
                </a:lnTo>
                <a:lnTo>
                  <a:pt x="39596" y="7278"/>
                </a:lnTo>
                <a:lnTo>
                  <a:pt x="39888" y="7172"/>
                </a:lnTo>
                <a:lnTo>
                  <a:pt x="40180" y="7013"/>
                </a:lnTo>
                <a:lnTo>
                  <a:pt x="40472" y="6906"/>
                </a:lnTo>
                <a:lnTo>
                  <a:pt x="40764" y="6800"/>
                </a:lnTo>
                <a:lnTo>
                  <a:pt x="41173" y="6641"/>
                </a:lnTo>
                <a:lnTo>
                  <a:pt x="41465" y="6641"/>
                </a:lnTo>
                <a:lnTo>
                  <a:pt x="41698" y="6535"/>
                </a:lnTo>
                <a:lnTo>
                  <a:pt x="41874" y="6535"/>
                </a:lnTo>
                <a:lnTo>
                  <a:pt x="42166" y="6375"/>
                </a:lnTo>
                <a:lnTo>
                  <a:pt x="42399" y="6269"/>
                </a:lnTo>
                <a:lnTo>
                  <a:pt x="42691" y="6109"/>
                </a:lnTo>
                <a:lnTo>
                  <a:pt x="42983" y="6003"/>
                </a:lnTo>
                <a:lnTo>
                  <a:pt x="43392" y="5897"/>
                </a:lnTo>
                <a:lnTo>
                  <a:pt x="43684" y="5738"/>
                </a:lnTo>
                <a:lnTo>
                  <a:pt x="43976" y="5631"/>
                </a:lnTo>
                <a:lnTo>
                  <a:pt x="44268" y="5631"/>
                </a:lnTo>
                <a:lnTo>
                  <a:pt x="44385" y="5472"/>
                </a:lnTo>
                <a:lnTo>
                  <a:pt x="44677" y="5366"/>
                </a:lnTo>
                <a:lnTo>
                  <a:pt x="44969" y="5259"/>
                </a:lnTo>
                <a:lnTo>
                  <a:pt x="45378" y="5100"/>
                </a:lnTo>
                <a:lnTo>
                  <a:pt x="45670" y="4994"/>
                </a:lnTo>
                <a:lnTo>
                  <a:pt x="45962" y="4834"/>
                </a:lnTo>
                <a:lnTo>
                  <a:pt x="46254" y="4728"/>
                </a:lnTo>
                <a:lnTo>
                  <a:pt x="46546" y="4622"/>
                </a:lnTo>
                <a:lnTo>
                  <a:pt x="46779" y="4462"/>
                </a:lnTo>
                <a:lnTo>
                  <a:pt x="46954" y="4356"/>
                </a:lnTo>
                <a:lnTo>
                  <a:pt x="47363" y="4197"/>
                </a:lnTo>
                <a:lnTo>
                  <a:pt x="47655" y="4197"/>
                </a:lnTo>
                <a:lnTo>
                  <a:pt x="47947" y="4091"/>
                </a:lnTo>
                <a:lnTo>
                  <a:pt x="48181" y="3931"/>
                </a:lnTo>
                <a:lnTo>
                  <a:pt x="48473" y="3825"/>
                </a:lnTo>
                <a:lnTo>
                  <a:pt x="48765" y="3719"/>
                </a:lnTo>
                <a:lnTo>
                  <a:pt x="49057" y="3559"/>
                </a:lnTo>
                <a:lnTo>
                  <a:pt x="49349" y="3453"/>
                </a:lnTo>
                <a:lnTo>
                  <a:pt x="49641" y="3294"/>
                </a:lnTo>
                <a:lnTo>
                  <a:pt x="49875" y="3187"/>
                </a:lnTo>
                <a:lnTo>
                  <a:pt x="50167" y="3081"/>
                </a:lnTo>
                <a:lnTo>
                  <a:pt x="50459" y="2922"/>
                </a:lnTo>
                <a:lnTo>
                  <a:pt x="50751" y="2815"/>
                </a:lnTo>
                <a:lnTo>
                  <a:pt x="51043" y="2656"/>
                </a:lnTo>
                <a:lnTo>
                  <a:pt x="51335" y="2550"/>
                </a:lnTo>
                <a:lnTo>
                  <a:pt x="51743" y="2390"/>
                </a:lnTo>
                <a:lnTo>
                  <a:pt x="52152" y="2178"/>
                </a:lnTo>
                <a:lnTo>
                  <a:pt x="52444" y="2018"/>
                </a:lnTo>
                <a:lnTo>
                  <a:pt x="52736" y="1912"/>
                </a:lnTo>
                <a:lnTo>
                  <a:pt x="53028" y="1753"/>
                </a:lnTo>
                <a:lnTo>
                  <a:pt x="53262" y="1647"/>
                </a:lnTo>
                <a:lnTo>
                  <a:pt x="53729" y="1540"/>
                </a:lnTo>
                <a:lnTo>
                  <a:pt x="53963" y="1381"/>
                </a:lnTo>
                <a:lnTo>
                  <a:pt x="54255" y="1275"/>
                </a:lnTo>
                <a:lnTo>
                  <a:pt x="54430" y="1115"/>
                </a:lnTo>
                <a:lnTo>
                  <a:pt x="54722" y="1009"/>
                </a:lnTo>
                <a:lnTo>
                  <a:pt x="54956" y="850"/>
                </a:lnTo>
                <a:lnTo>
                  <a:pt x="55248" y="743"/>
                </a:lnTo>
                <a:lnTo>
                  <a:pt x="55540" y="478"/>
                </a:lnTo>
                <a:lnTo>
                  <a:pt x="55948" y="371"/>
                </a:lnTo>
                <a:lnTo>
                  <a:pt x="56240" y="212"/>
                </a:lnTo>
                <a:lnTo>
                  <a:pt x="56532" y="106"/>
                </a:lnTo>
                <a:lnTo>
                  <a:pt x="56824" y="0"/>
                </a:lnTo>
              </a:path>
            </a:pathLst>
          </a:custGeom>
          <a:ln w="7752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7496916" y="4877341"/>
            <a:ext cx="56708" cy="41601"/>
          </a:xfrm>
          <a:custGeom>
            <a:avLst/>
            <a:gdLst/>
            <a:ahLst/>
            <a:cxnLst/>
            <a:rect l="l" t="t" r="r" b="b"/>
            <a:pathLst>
              <a:path w="56708" h="41601">
                <a:moveTo>
                  <a:pt x="0" y="41601"/>
                </a:moveTo>
                <a:lnTo>
                  <a:pt x="116" y="41441"/>
                </a:lnTo>
                <a:lnTo>
                  <a:pt x="408" y="41175"/>
                </a:lnTo>
                <a:lnTo>
                  <a:pt x="700" y="41069"/>
                </a:lnTo>
                <a:lnTo>
                  <a:pt x="1109" y="41069"/>
                </a:lnTo>
                <a:lnTo>
                  <a:pt x="1401" y="40910"/>
                </a:lnTo>
                <a:lnTo>
                  <a:pt x="1693" y="40804"/>
                </a:lnTo>
                <a:lnTo>
                  <a:pt x="1985" y="40697"/>
                </a:lnTo>
                <a:lnTo>
                  <a:pt x="2219" y="40432"/>
                </a:lnTo>
                <a:lnTo>
                  <a:pt x="2511" y="40272"/>
                </a:lnTo>
                <a:lnTo>
                  <a:pt x="2686" y="40166"/>
                </a:lnTo>
                <a:lnTo>
                  <a:pt x="3095" y="40060"/>
                </a:lnTo>
                <a:lnTo>
                  <a:pt x="3387" y="39900"/>
                </a:lnTo>
                <a:lnTo>
                  <a:pt x="3679" y="39635"/>
                </a:lnTo>
                <a:lnTo>
                  <a:pt x="3912" y="39528"/>
                </a:lnTo>
                <a:lnTo>
                  <a:pt x="4204" y="39369"/>
                </a:lnTo>
                <a:lnTo>
                  <a:pt x="4496" y="39263"/>
                </a:lnTo>
                <a:lnTo>
                  <a:pt x="4788" y="38997"/>
                </a:lnTo>
                <a:lnTo>
                  <a:pt x="5080" y="38891"/>
                </a:lnTo>
                <a:lnTo>
                  <a:pt x="5372" y="38731"/>
                </a:lnTo>
                <a:lnTo>
                  <a:pt x="5606" y="38731"/>
                </a:lnTo>
                <a:lnTo>
                  <a:pt x="5898" y="38519"/>
                </a:lnTo>
                <a:lnTo>
                  <a:pt x="6190" y="38360"/>
                </a:lnTo>
                <a:lnTo>
                  <a:pt x="6482" y="38253"/>
                </a:lnTo>
                <a:lnTo>
                  <a:pt x="6774" y="37988"/>
                </a:lnTo>
                <a:lnTo>
                  <a:pt x="7066" y="37828"/>
                </a:lnTo>
                <a:lnTo>
                  <a:pt x="7475" y="37722"/>
                </a:lnTo>
                <a:lnTo>
                  <a:pt x="7884" y="37350"/>
                </a:lnTo>
                <a:lnTo>
                  <a:pt x="8176" y="37191"/>
                </a:lnTo>
                <a:lnTo>
                  <a:pt x="8468" y="37084"/>
                </a:lnTo>
                <a:lnTo>
                  <a:pt x="8760" y="36819"/>
                </a:lnTo>
                <a:lnTo>
                  <a:pt x="8993" y="36713"/>
                </a:lnTo>
                <a:lnTo>
                  <a:pt x="9461" y="36553"/>
                </a:lnTo>
                <a:lnTo>
                  <a:pt x="9694" y="36447"/>
                </a:lnTo>
                <a:lnTo>
                  <a:pt x="9986" y="36287"/>
                </a:lnTo>
                <a:lnTo>
                  <a:pt x="10161" y="36181"/>
                </a:lnTo>
                <a:lnTo>
                  <a:pt x="10395" y="35916"/>
                </a:lnTo>
                <a:lnTo>
                  <a:pt x="10687" y="35809"/>
                </a:lnTo>
                <a:lnTo>
                  <a:pt x="10979" y="35544"/>
                </a:lnTo>
                <a:lnTo>
                  <a:pt x="11271" y="35437"/>
                </a:lnTo>
                <a:lnTo>
                  <a:pt x="11680" y="35278"/>
                </a:lnTo>
                <a:lnTo>
                  <a:pt x="11972" y="35012"/>
                </a:lnTo>
                <a:lnTo>
                  <a:pt x="12264" y="34906"/>
                </a:lnTo>
                <a:lnTo>
                  <a:pt x="12556" y="34747"/>
                </a:lnTo>
                <a:lnTo>
                  <a:pt x="12673" y="34534"/>
                </a:lnTo>
                <a:lnTo>
                  <a:pt x="12965" y="34375"/>
                </a:lnTo>
                <a:lnTo>
                  <a:pt x="13257" y="34109"/>
                </a:lnTo>
                <a:lnTo>
                  <a:pt x="13665" y="34109"/>
                </a:lnTo>
                <a:lnTo>
                  <a:pt x="13958" y="33897"/>
                </a:lnTo>
                <a:lnTo>
                  <a:pt x="14250" y="33737"/>
                </a:lnTo>
                <a:lnTo>
                  <a:pt x="14542" y="33631"/>
                </a:lnTo>
                <a:lnTo>
                  <a:pt x="14775" y="33365"/>
                </a:lnTo>
                <a:lnTo>
                  <a:pt x="15067" y="33259"/>
                </a:lnTo>
                <a:lnTo>
                  <a:pt x="15242" y="32993"/>
                </a:lnTo>
                <a:lnTo>
                  <a:pt x="15651" y="32834"/>
                </a:lnTo>
                <a:lnTo>
                  <a:pt x="15943" y="32568"/>
                </a:lnTo>
                <a:lnTo>
                  <a:pt x="16177" y="32462"/>
                </a:lnTo>
                <a:lnTo>
                  <a:pt x="16469" y="32196"/>
                </a:lnTo>
                <a:lnTo>
                  <a:pt x="16761" y="32090"/>
                </a:lnTo>
                <a:lnTo>
                  <a:pt x="17053" y="31825"/>
                </a:lnTo>
                <a:lnTo>
                  <a:pt x="17345" y="31825"/>
                </a:lnTo>
                <a:lnTo>
                  <a:pt x="17637" y="31559"/>
                </a:lnTo>
                <a:lnTo>
                  <a:pt x="17870" y="31453"/>
                </a:lnTo>
                <a:lnTo>
                  <a:pt x="18162" y="31187"/>
                </a:lnTo>
                <a:lnTo>
                  <a:pt x="18454" y="31028"/>
                </a:lnTo>
                <a:lnTo>
                  <a:pt x="18746" y="30815"/>
                </a:lnTo>
                <a:lnTo>
                  <a:pt x="19038" y="30656"/>
                </a:lnTo>
                <a:lnTo>
                  <a:pt x="19330" y="30390"/>
                </a:lnTo>
                <a:lnTo>
                  <a:pt x="19564" y="30284"/>
                </a:lnTo>
                <a:lnTo>
                  <a:pt x="20031" y="30018"/>
                </a:lnTo>
                <a:lnTo>
                  <a:pt x="20440" y="29646"/>
                </a:lnTo>
                <a:lnTo>
                  <a:pt x="20732" y="29487"/>
                </a:lnTo>
                <a:lnTo>
                  <a:pt x="21024" y="29381"/>
                </a:lnTo>
                <a:lnTo>
                  <a:pt x="21258" y="29115"/>
                </a:lnTo>
                <a:lnTo>
                  <a:pt x="21550" y="29009"/>
                </a:lnTo>
                <a:lnTo>
                  <a:pt x="21959" y="28743"/>
                </a:lnTo>
                <a:lnTo>
                  <a:pt x="22251" y="28637"/>
                </a:lnTo>
                <a:lnTo>
                  <a:pt x="22543" y="28371"/>
                </a:lnTo>
                <a:lnTo>
                  <a:pt x="22718" y="28212"/>
                </a:lnTo>
                <a:lnTo>
                  <a:pt x="22951" y="27946"/>
                </a:lnTo>
                <a:lnTo>
                  <a:pt x="23243" y="27734"/>
                </a:lnTo>
                <a:lnTo>
                  <a:pt x="23535" y="27574"/>
                </a:lnTo>
                <a:lnTo>
                  <a:pt x="23827" y="27308"/>
                </a:lnTo>
                <a:lnTo>
                  <a:pt x="24236" y="27202"/>
                </a:lnTo>
                <a:lnTo>
                  <a:pt x="24528" y="27096"/>
                </a:lnTo>
                <a:lnTo>
                  <a:pt x="24820" y="26830"/>
                </a:lnTo>
                <a:lnTo>
                  <a:pt x="25112" y="26565"/>
                </a:lnTo>
                <a:lnTo>
                  <a:pt x="25229" y="26405"/>
                </a:lnTo>
                <a:lnTo>
                  <a:pt x="25521" y="26193"/>
                </a:lnTo>
                <a:lnTo>
                  <a:pt x="25813" y="26033"/>
                </a:lnTo>
                <a:lnTo>
                  <a:pt x="26222" y="25768"/>
                </a:lnTo>
                <a:lnTo>
                  <a:pt x="26514" y="25555"/>
                </a:lnTo>
                <a:lnTo>
                  <a:pt x="26806" y="25290"/>
                </a:lnTo>
                <a:lnTo>
                  <a:pt x="27039" y="25130"/>
                </a:lnTo>
                <a:lnTo>
                  <a:pt x="27331" y="24864"/>
                </a:lnTo>
                <a:lnTo>
                  <a:pt x="27624" y="24758"/>
                </a:lnTo>
                <a:lnTo>
                  <a:pt x="28208" y="24386"/>
                </a:lnTo>
                <a:lnTo>
                  <a:pt x="28500" y="24121"/>
                </a:lnTo>
                <a:lnTo>
                  <a:pt x="28733" y="24014"/>
                </a:lnTo>
                <a:lnTo>
                  <a:pt x="29025" y="23749"/>
                </a:lnTo>
                <a:lnTo>
                  <a:pt x="29317" y="23483"/>
                </a:lnTo>
                <a:lnTo>
                  <a:pt x="29609" y="23217"/>
                </a:lnTo>
                <a:lnTo>
                  <a:pt x="29901" y="23111"/>
                </a:lnTo>
                <a:lnTo>
                  <a:pt x="30193" y="22846"/>
                </a:lnTo>
                <a:lnTo>
                  <a:pt x="30427" y="22580"/>
                </a:lnTo>
                <a:lnTo>
                  <a:pt x="30719" y="22474"/>
                </a:lnTo>
                <a:lnTo>
                  <a:pt x="31011" y="22314"/>
                </a:lnTo>
                <a:lnTo>
                  <a:pt x="31303" y="22049"/>
                </a:lnTo>
                <a:lnTo>
                  <a:pt x="31595" y="21783"/>
                </a:lnTo>
                <a:lnTo>
                  <a:pt x="31887" y="21570"/>
                </a:lnTo>
                <a:lnTo>
                  <a:pt x="32120" y="21305"/>
                </a:lnTo>
                <a:lnTo>
                  <a:pt x="32588" y="21145"/>
                </a:lnTo>
                <a:lnTo>
                  <a:pt x="32821" y="20933"/>
                </a:lnTo>
                <a:lnTo>
                  <a:pt x="32996" y="20667"/>
                </a:lnTo>
                <a:lnTo>
                  <a:pt x="33288" y="20402"/>
                </a:lnTo>
                <a:lnTo>
                  <a:pt x="33522" y="20136"/>
                </a:lnTo>
                <a:lnTo>
                  <a:pt x="33814" y="20136"/>
                </a:lnTo>
                <a:lnTo>
                  <a:pt x="34106" y="19870"/>
                </a:lnTo>
                <a:lnTo>
                  <a:pt x="34398" y="19605"/>
                </a:lnTo>
                <a:lnTo>
                  <a:pt x="34807" y="19392"/>
                </a:lnTo>
                <a:lnTo>
                  <a:pt x="35099" y="19126"/>
                </a:lnTo>
                <a:lnTo>
                  <a:pt x="35391" y="18861"/>
                </a:lnTo>
                <a:lnTo>
                  <a:pt x="35800" y="18489"/>
                </a:lnTo>
                <a:lnTo>
                  <a:pt x="36092" y="18223"/>
                </a:lnTo>
                <a:lnTo>
                  <a:pt x="36384" y="17958"/>
                </a:lnTo>
                <a:lnTo>
                  <a:pt x="36793" y="17851"/>
                </a:lnTo>
                <a:lnTo>
                  <a:pt x="37085" y="17586"/>
                </a:lnTo>
                <a:lnTo>
                  <a:pt x="37377" y="17320"/>
                </a:lnTo>
                <a:lnTo>
                  <a:pt x="37669" y="17054"/>
                </a:lnTo>
                <a:lnTo>
                  <a:pt x="38077" y="16682"/>
                </a:lnTo>
                <a:lnTo>
                  <a:pt x="38369" y="16417"/>
                </a:lnTo>
                <a:lnTo>
                  <a:pt x="38778" y="16151"/>
                </a:lnTo>
                <a:lnTo>
                  <a:pt x="39070" y="15885"/>
                </a:lnTo>
                <a:lnTo>
                  <a:pt x="39304" y="15673"/>
                </a:lnTo>
                <a:lnTo>
                  <a:pt x="39596" y="15514"/>
                </a:lnTo>
                <a:lnTo>
                  <a:pt x="39888" y="15248"/>
                </a:lnTo>
                <a:lnTo>
                  <a:pt x="40180" y="14982"/>
                </a:lnTo>
                <a:lnTo>
                  <a:pt x="40297" y="14770"/>
                </a:lnTo>
                <a:lnTo>
                  <a:pt x="40589" y="14504"/>
                </a:lnTo>
                <a:lnTo>
                  <a:pt x="40997" y="14238"/>
                </a:lnTo>
                <a:lnTo>
                  <a:pt x="41290" y="13973"/>
                </a:lnTo>
                <a:lnTo>
                  <a:pt x="41582" y="13707"/>
                </a:lnTo>
                <a:lnTo>
                  <a:pt x="41874" y="13441"/>
                </a:lnTo>
                <a:lnTo>
                  <a:pt x="42166" y="13229"/>
                </a:lnTo>
                <a:lnTo>
                  <a:pt x="42458" y="13070"/>
                </a:lnTo>
                <a:lnTo>
                  <a:pt x="42691" y="12804"/>
                </a:lnTo>
                <a:lnTo>
                  <a:pt x="42983" y="12591"/>
                </a:lnTo>
                <a:lnTo>
                  <a:pt x="43275" y="12326"/>
                </a:lnTo>
                <a:lnTo>
                  <a:pt x="43567" y="12060"/>
                </a:lnTo>
                <a:lnTo>
                  <a:pt x="43859" y="11794"/>
                </a:lnTo>
                <a:lnTo>
                  <a:pt x="44151" y="11529"/>
                </a:lnTo>
                <a:lnTo>
                  <a:pt x="44385" y="11263"/>
                </a:lnTo>
                <a:lnTo>
                  <a:pt x="44677" y="11051"/>
                </a:lnTo>
                <a:lnTo>
                  <a:pt x="45086" y="10891"/>
                </a:lnTo>
                <a:lnTo>
                  <a:pt x="45378" y="10626"/>
                </a:lnTo>
                <a:lnTo>
                  <a:pt x="45553" y="10360"/>
                </a:lnTo>
                <a:lnTo>
                  <a:pt x="45845" y="10147"/>
                </a:lnTo>
                <a:lnTo>
                  <a:pt x="46078" y="9882"/>
                </a:lnTo>
                <a:lnTo>
                  <a:pt x="46370" y="9616"/>
                </a:lnTo>
                <a:lnTo>
                  <a:pt x="46662" y="9350"/>
                </a:lnTo>
                <a:lnTo>
                  <a:pt x="46954" y="9085"/>
                </a:lnTo>
                <a:lnTo>
                  <a:pt x="47363" y="8713"/>
                </a:lnTo>
                <a:lnTo>
                  <a:pt x="47655" y="8607"/>
                </a:lnTo>
                <a:lnTo>
                  <a:pt x="47947" y="8341"/>
                </a:lnTo>
                <a:lnTo>
                  <a:pt x="48064" y="8075"/>
                </a:lnTo>
                <a:lnTo>
                  <a:pt x="48356" y="7810"/>
                </a:lnTo>
                <a:lnTo>
                  <a:pt x="48648" y="7544"/>
                </a:lnTo>
                <a:lnTo>
                  <a:pt x="48940" y="7278"/>
                </a:lnTo>
                <a:lnTo>
                  <a:pt x="49349" y="7066"/>
                </a:lnTo>
                <a:lnTo>
                  <a:pt x="49641" y="6800"/>
                </a:lnTo>
                <a:lnTo>
                  <a:pt x="49933" y="6428"/>
                </a:lnTo>
                <a:lnTo>
                  <a:pt x="50167" y="6269"/>
                </a:lnTo>
                <a:lnTo>
                  <a:pt x="50459" y="6003"/>
                </a:lnTo>
                <a:lnTo>
                  <a:pt x="50634" y="5738"/>
                </a:lnTo>
                <a:lnTo>
                  <a:pt x="50867" y="5525"/>
                </a:lnTo>
                <a:lnTo>
                  <a:pt x="51335" y="5259"/>
                </a:lnTo>
                <a:lnTo>
                  <a:pt x="51627" y="4887"/>
                </a:lnTo>
                <a:lnTo>
                  <a:pt x="51860" y="4622"/>
                </a:lnTo>
                <a:lnTo>
                  <a:pt x="52152" y="4356"/>
                </a:lnTo>
                <a:lnTo>
                  <a:pt x="52444" y="4091"/>
                </a:lnTo>
                <a:lnTo>
                  <a:pt x="52736" y="3825"/>
                </a:lnTo>
                <a:lnTo>
                  <a:pt x="52853" y="3559"/>
                </a:lnTo>
                <a:lnTo>
                  <a:pt x="53145" y="3347"/>
                </a:lnTo>
                <a:lnTo>
                  <a:pt x="53554" y="3081"/>
                </a:lnTo>
                <a:lnTo>
                  <a:pt x="53846" y="2815"/>
                </a:lnTo>
                <a:lnTo>
                  <a:pt x="54138" y="2550"/>
                </a:lnTo>
                <a:lnTo>
                  <a:pt x="54430" y="2178"/>
                </a:lnTo>
                <a:lnTo>
                  <a:pt x="54722" y="1912"/>
                </a:lnTo>
                <a:lnTo>
                  <a:pt x="55014" y="1647"/>
                </a:lnTo>
                <a:lnTo>
                  <a:pt x="55248" y="1540"/>
                </a:lnTo>
                <a:lnTo>
                  <a:pt x="55540" y="1168"/>
                </a:lnTo>
                <a:lnTo>
                  <a:pt x="55832" y="903"/>
                </a:lnTo>
                <a:lnTo>
                  <a:pt x="56124" y="637"/>
                </a:lnTo>
                <a:lnTo>
                  <a:pt x="56416" y="371"/>
                </a:lnTo>
                <a:lnTo>
                  <a:pt x="56708" y="0"/>
                </a:lnTo>
              </a:path>
            </a:pathLst>
          </a:custGeom>
          <a:ln w="796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7553624" y="4809547"/>
            <a:ext cx="56649" cy="67794"/>
          </a:xfrm>
          <a:custGeom>
            <a:avLst/>
            <a:gdLst/>
            <a:ahLst/>
            <a:cxnLst/>
            <a:rect l="l" t="t" r="r" b="b"/>
            <a:pathLst>
              <a:path w="56649" h="67794">
                <a:moveTo>
                  <a:pt x="0" y="67794"/>
                </a:moveTo>
                <a:lnTo>
                  <a:pt x="233" y="67528"/>
                </a:lnTo>
                <a:lnTo>
                  <a:pt x="525" y="67262"/>
                </a:lnTo>
                <a:lnTo>
                  <a:pt x="934" y="66997"/>
                </a:lnTo>
                <a:lnTo>
                  <a:pt x="1226" y="66731"/>
                </a:lnTo>
                <a:lnTo>
                  <a:pt x="1401" y="66519"/>
                </a:lnTo>
                <a:lnTo>
                  <a:pt x="1635" y="66253"/>
                </a:lnTo>
                <a:lnTo>
                  <a:pt x="1927" y="65881"/>
                </a:lnTo>
                <a:lnTo>
                  <a:pt x="2219" y="65615"/>
                </a:lnTo>
                <a:lnTo>
                  <a:pt x="2511" y="65350"/>
                </a:lnTo>
                <a:lnTo>
                  <a:pt x="2803" y="64978"/>
                </a:lnTo>
                <a:lnTo>
                  <a:pt x="3212" y="64712"/>
                </a:lnTo>
                <a:lnTo>
                  <a:pt x="3504" y="64553"/>
                </a:lnTo>
                <a:lnTo>
                  <a:pt x="3796" y="64181"/>
                </a:lnTo>
                <a:lnTo>
                  <a:pt x="3912" y="63915"/>
                </a:lnTo>
                <a:lnTo>
                  <a:pt x="4204" y="63543"/>
                </a:lnTo>
                <a:lnTo>
                  <a:pt x="4496" y="63278"/>
                </a:lnTo>
                <a:lnTo>
                  <a:pt x="4788" y="63012"/>
                </a:lnTo>
                <a:lnTo>
                  <a:pt x="5197" y="62640"/>
                </a:lnTo>
                <a:lnTo>
                  <a:pt x="5489" y="62374"/>
                </a:lnTo>
                <a:lnTo>
                  <a:pt x="5781" y="62268"/>
                </a:lnTo>
                <a:lnTo>
                  <a:pt x="6015" y="61896"/>
                </a:lnTo>
                <a:lnTo>
                  <a:pt x="6307" y="61631"/>
                </a:lnTo>
                <a:lnTo>
                  <a:pt x="6482" y="61259"/>
                </a:lnTo>
                <a:lnTo>
                  <a:pt x="6716" y="60993"/>
                </a:lnTo>
                <a:lnTo>
                  <a:pt x="7183" y="60727"/>
                </a:lnTo>
                <a:lnTo>
                  <a:pt x="7417" y="60356"/>
                </a:lnTo>
                <a:lnTo>
                  <a:pt x="7709" y="60090"/>
                </a:lnTo>
                <a:lnTo>
                  <a:pt x="8001" y="59824"/>
                </a:lnTo>
                <a:lnTo>
                  <a:pt x="8293" y="59559"/>
                </a:lnTo>
                <a:lnTo>
                  <a:pt x="8585" y="59187"/>
                </a:lnTo>
                <a:lnTo>
                  <a:pt x="8877" y="58921"/>
                </a:lnTo>
                <a:lnTo>
                  <a:pt x="8993" y="58655"/>
                </a:lnTo>
                <a:lnTo>
                  <a:pt x="9402" y="58283"/>
                </a:lnTo>
                <a:lnTo>
                  <a:pt x="9694" y="58018"/>
                </a:lnTo>
                <a:lnTo>
                  <a:pt x="9986" y="57752"/>
                </a:lnTo>
                <a:lnTo>
                  <a:pt x="10278" y="57540"/>
                </a:lnTo>
                <a:lnTo>
                  <a:pt x="10570" y="57115"/>
                </a:lnTo>
                <a:lnTo>
                  <a:pt x="10804" y="56849"/>
                </a:lnTo>
                <a:lnTo>
                  <a:pt x="11096" y="56477"/>
                </a:lnTo>
                <a:lnTo>
                  <a:pt x="11388" y="56211"/>
                </a:lnTo>
                <a:lnTo>
                  <a:pt x="11680" y="55839"/>
                </a:lnTo>
                <a:lnTo>
                  <a:pt x="11972" y="55574"/>
                </a:lnTo>
                <a:lnTo>
                  <a:pt x="12264" y="55308"/>
                </a:lnTo>
                <a:lnTo>
                  <a:pt x="12497" y="55096"/>
                </a:lnTo>
                <a:lnTo>
                  <a:pt x="12789" y="54671"/>
                </a:lnTo>
                <a:lnTo>
                  <a:pt x="13081" y="54458"/>
                </a:lnTo>
                <a:lnTo>
                  <a:pt x="13490" y="54033"/>
                </a:lnTo>
                <a:lnTo>
                  <a:pt x="13782" y="53767"/>
                </a:lnTo>
                <a:lnTo>
                  <a:pt x="13958" y="53395"/>
                </a:lnTo>
                <a:lnTo>
                  <a:pt x="14191" y="53024"/>
                </a:lnTo>
                <a:lnTo>
                  <a:pt x="14483" y="52917"/>
                </a:lnTo>
                <a:lnTo>
                  <a:pt x="14775" y="52492"/>
                </a:lnTo>
                <a:lnTo>
                  <a:pt x="15067" y="52227"/>
                </a:lnTo>
                <a:lnTo>
                  <a:pt x="15359" y="51855"/>
                </a:lnTo>
                <a:lnTo>
                  <a:pt x="15768" y="51589"/>
                </a:lnTo>
                <a:lnTo>
                  <a:pt x="16060" y="51217"/>
                </a:lnTo>
                <a:lnTo>
                  <a:pt x="16352" y="50845"/>
                </a:lnTo>
                <a:lnTo>
                  <a:pt x="16469" y="50686"/>
                </a:lnTo>
                <a:lnTo>
                  <a:pt x="16761" y="50314"/>
                </a:lnTo>
                <a:lnTo>
                  <a:pt x="17053" y="50048"/>
                </a:lnTo>
                <a:lnTo>
                  <a:pt x="17345" y="49676"/>
                </a:lnTo>
                <a:lnTo>
                  <a:pt x="17754" y="49304"/>
                </a:lnTo>
                <a:lnTo>
                  <a:pt x="18046" y="49039"/>
                </a:lnTo>
                <a:lnTo>
                  <a:pt x="18279" y="48667"/>
                </a:lnTo>
                <a:lnTo>
                  <a:pt x="18571" y="48401"/>
                </a:lnTo>
                <a:lnTo>
                  <a:pt x="18863" y="48136"/>
                </a:lnTo>
                <a:lnTo>
                  <a:pt x="18980" y="47764"/>
                </a:lnTo>
                <a:lnTo>
                  <a:pt x="19272" y="47498"/>
                </a:lnTo>
                <a:lnTo>
                  <a:pt x="19739" y="47126"/>
                </a:lnTo>
                <a:lnTo>
                  <a:pt x="19973" y="46754"/>
                </a:lnTo>
                <a:lnTo>
                  <a:pt x="20265" y="46489"/>
                </a:lnTo>
                <a:lnTo>
                  <a:pt x="20557" y="46063"/>
                </a:lnTo>
                <a:lnTo>
                  <a:pt x="20849" y="45851"/>
                </a:lnTo>
                <a:lnTo>
                  <a:pt x="21141" y="45585"/>
                </a:lnTo>
                <a:lnTo>
                  <a:pt x="21433" y="45213"/>
                </a:lnTo>
                <a:lnTo>
                  <a:pt x="21550" y="44788"/>
                </a:lnTo>
                <a:lnTo>
                  <a:pt x="21959" y="44576"/>
                </a:lnTo>
                <a:lnTo>
                  <a:pt x="22251" y="44151"/>
                </a:lnTo>
                <a:lnTo>
                  <a:pt x="22543" y="43779"/>
                </a:lnTo>
                <a:lnTo>
                  <a:pt x="22835" y="43513"/>
                </a:lnTo>
                <a:lnTo>
                  <a:pt x="23127" y="43248"/>
                </a:lnTo>
                <a:lnTo>
                  <a:pt x="23360" y="42876"/>
                </a:lnTo>
                <a:lnTo>
                  <a:pt x="23652" y="42504"/>
                </a:lnTo>
                <a:lnTo>
                  <a:pt x="23944" y="42238"/>
                </a:lnTo>
                <a:lnTo>
                  <a:pt x="24236" y="41866"/>
                </a:lnTo>
                <a:lnTo>
                  <a:pt x="24528" y="41494"/>
                </a:lnTo>
                <a:lnTo>
                  <a:pt x="24762" y="41229"/>
                </a:lnTo>
                <a:lnTo>
                  <a:pt x="25054" y="40963"/>
                </a:lnTo>
                <a:lnTo>
                  <a:pt x="25346" y="40591"/>
                </a:lnTo>
                <a:lnTo>
                  <a:pt x="25638" y="40166"/>
                </a:lnTo>
                <a:lnTo>
                  <a:pt x="26047" y="39794"/>
                </a:lnTo>
                <a:lnTo>
                  <a:pt x="26339" y="39528"/>
                </a:lnTo>
                <a:lnTo>
                  <a:pt x="26455" y="39157"/>
                </a:lnTo>
                <a:lnTo>
                  <a:pt x="26747" y="38891"/>
                </a:lnTo>
                <a:lnTo>
                  <a:pt x="27039" y="38519"/>
                </a:lnTo>
                <a:lnTo>
                  <a:pt x="27331" y="38147"/>
                </a:lnTo>
                <a:lnTo>
                  <a:pt x="27624" y="37881"/>
                </a:lnTo>
                <a:lnTo>
                  <a:pt x="27916" y="37509"/>
                </a:lnTo>
                <a:lnTo>
                  <a:pt x="28324" y="37084"/>
                </a:lnTo>
                <a:lnTo>
                  <a:pt x="28616" y="36872"/>
                </a:lnTo>
                <a:lnTo>
                  <a:pt x="28908" y="36447"/>
                </a:lnTo>
                <a:lnTo>
                  <a:pt x="29025" y="36181"/>
                </a:lnTo>
                <a:lnTo>
                  <a:pt x="29317" y="35809"/>
                </a:lnTo>
                <a:lnTo>
                  <a:pt x="29609" y="35437"/>
                </a:lnTo>
                <a:lnTo>
                  <a:pt x="29843" y="35065"/>
                </a:lnTo>
                <a:lnTo>
                  <a:pt x="30310" y="34640"/>
                </a:lnTo>
                <a:lnTo>
                  <a:pt x="30544" y="34428"/>
                </a:lnTo>
                <a:lnTo>
                  <a:pt x="30836" y="34162"/>
                </a:lnTo>
                <a:lnTo>
                  <a:pt x="31128" y="33790"/>
                </a:lnTo>
                <a:lnTo>
                  <a:pt x="31420" y="33365"/>
                </a:lnTo>
                <a:lnTo>
                  <a:pt x="31536" y="32993"/>
                </a:lnTo>
                <a:lnTo>
                  <a:pt x="31828" y="32622"/>
                </a:lnTo>
                <a:lnTo>
                  <a:pt x="32237" y="32250"/>
                </a:lnTo>
                <a:lnTo>
                  <a:pt x="32529" y="31984"/>
                </a:lnTo>
                <a:lnTo>
                  <a:pt x="32821" y="31612"/>
                </a:lnTo>
                <a:lnTo>
                  <a:pt x="33113" y="31346"/>
                </a:lnTo>
                <a:lnTo>
                  <a:pt x="33405" y="30921"/>
                </a:lnTo>
                <a:lnTo>
                  <a:pt x="33697" y="30549"/>
                </a:lnTo>
                <a:lnTo>
                  <a:pt x="33931" y="30178"/>
                </a:lnTo>
                <a:lnTo>
                  <a:pt x="34106" y="29806"/>
                </a:lnTo>
                <a:lnTo>
                  <a:pt x="34515" y="29540"/>
                </a:lnTo>
                <a:lnTo>
                  <a:pt x="34807" y="29168"/>
                </a:lnTo>
                <a:lnTo>
                  <a:pt x="35099" y="28743"/>
                </a:lnTo>
                <a:lnTo>
                  <a:pt x="35391" y="28371"/>
                </a:lnTo>
                <a:lnTo>
                  <a:pt x="35625" y="27999"/>
                </a:lnTo>
                <a:lnTo>
                  <a:pt x="35917" y="27627"/>
                </a:lnTo>
                <a:lnTo>
                  <a:pt x="36209" y="27362"/>
                </a:lnTo>
                <a:lnTo>
                  <a:pt x="36501" y="26990"/>
                </a:lnTo>
                <a:lnTo>
                  <a:pt x="36793" y="26724"/>
                </a:lnTo>
                <a:lnTo>
                  <a:pt x="37085" y="26299"/>
                </a:lnTo>
                <a:lnTo>
                  <a:pt x="37318" y="25927"/>
                </a:lnTo>
                <a:lnTo>
                  <a:pt x="37610" y="25555"/>
                </a:lnTo>
                <a:lnTo>
                  <a:pt x="37902" y="25183"/>
                </a:lnTo>
                <a:lnTo>
                  <a:pt x="38194" y="24918"/>
                </a:lnTo>
                <a:lnTo>
                  <a:pt x="38603" y="24546"/>
                </a:lnTo>
                <a:lnTo>
                  <a:pt x="38895" y="24121"/>
                </a:lnTo>
                <a:lnTo>
                  <a:pt x="39012" y="23749"/>
                </a:lnTo>
                <a:lnTo>
                  <a:pt x="39304" y="23377"/>
                </a:lnTo>
                <a:lnTo>
                  <a:pt x="39596" y="23005"/>
                </a:lnTo>
                <a:lnTo>
                  <a:pt x="39888" y="22739"/>
                </a:lnTo>
                <a:lnTo>
                  <a:pt x="40180" y="22367"/>
                </a:lnTo>
                <a:lnTo>
                  <a:pt x="40472" y="21942"/>
                </a:lnTo>
                <a:lnTo>
                  <a:pt x="40881" y="21570"/>
                </a:lnTo>
                <a:lnTo>
                  <a:pt x="41173" y="21198"/>
                </a:lnTo>
                <a:lnTo>
                  <a:pt x="41406" y="20827"/>
                </a:lnTo>
                <a:lnTo>
                  <a:pt x="41582" y="20561"/>
                </a:lnTo>
                <a:lnTo>
                  <a:pt x="41874" y="20136"/>
                </a:lnTo>
                <a:lnTo>
                  <a:pt x="42166" y="19764"/>
                </a:lnTo>
                <a:lnTo>
                  <a:pt x="42399" y="19286"/>
                </a:lnTo>
                <a:lnTo>
                  <a:pt x="42866" y="18861"/>
                </a:lnTo>
                <a:lnTo>
                  <a:pt x="43100" y="18489"/>
                </a:lnTo>
                <a:lnTo>
                  <a:pt x="43392" y="18223"/>
                </a:lnTo>
                <a:lnTo>
                  <a:pt x="43684" y="17851"/>
                </a:lnTo>
                <a:lnTo>
                  <a:pt x="43976" y="17479"/>
                </a:lnTo>
                <a:lnTo>
                  <a:pt x="44093" y="17107"/>
                </a:lnTo>
                <a:lnTo>
                  <a:pt x="44385" y="16682"/>
                </a:lnTo>
                <a:lnTo>
                  <a:pt x="44794" y="16311"/>
                </a:lnTo>
                <a:lnTo>
                  <a:pt x="45086" y="15939"/>
                </a:lnTo>
                <a:lnTo>
                  <a:pt x="45378" y="15673"/>
                </a:lnTo>
                <a:lnTo>
                  <a:pt x="45670" y="15301"/>
                </a:lnTo>
                <a:lnTo>
                  <a:pt x="45962" y="14876"/>
                </a:lnTo>
                <a:lnTo>
                  <a:pt x="46254" y="14398"/>
                </a:lnTo>
                <a:lnTo>
                  <a:pt x="46487" y="14026"/>
                </a:lnTo>
                <a:lnTo>
                  <a:pt x="46662" y="13601"/>
                </a:lnTo>
                <a:lnTo>
                  <a:pt x="47071" y="13335"/>
                </a:lnTo>
                <a:lnTo>
                  <a:pt x="47363" y="12963"/>
                </a:lnTo>
                <a:lnTo>
                  <a:pt x="47655" y="12591"/>
                </a:lnTo>
                <a:lnTo>
                  <a:pt x="47947" y="12219"/>
                </a:lnTo>
                <a:lnTo>
                  <a:pt x="48181" y="11794"/>
                </a:lnTo>
                <a:lnTo>
                  <a:pt x="48473" y="11316"/>
                </a:lnTo>
                <a:lnTo>
                  <a:pt x="48765" y="11051"/>
                </a:lnTo>
                <a:lnTo>
                  <a:pt x="49057" y="10679"/>
                </a:lnTo>
                <a:lnTo>
                  <a:pt x="49349" y="10254"/>
                </a:lnTo>
                <a:lnTo>
                  <a:pt x="49583" y="9882"/>
                </a:lnTo>
                <a:lnTo>
                  <a:pt x="49875" y="9510"/>
                </a:lnTo>
                <a:lnTo>
                  <a:pt x="50167" y="8979"/>
                </a:lnTo>
                <a:lnTo>
                  <a:pt x="50459" y="8713"/>
                </a:lnTo>
                <a:lnTo>
                  <a:pt x="50751" y="8341"/>
                </a:lnTo>
                <a:lnTo>
                  <a:pt x="51159" y="7969"/>
                </a:lnTo>
                <a:lnTo>
                  <a:pt x="51451" y="7597"/>
                </a:lnTo>
                <a:lnTo>
                  <a:pt x="51568" y="7172"/>
                </a:lnTo>
                <a:lnTo>
                  <a:pt x="51860" y="6694"/>
                </a:lnTo>
                <a:lnTo>
                  <a:pt x="52152" y="6428"/>
                </a:lnTo>
                <a:lnTo>
                  <a:pt x="52444" y="6056"/>
                </a:lnTo>
                <a:lnTo>
                  <a:pt x="52736" y="5631"/>
                </a:lnTo>
                <a:lnTo>
                  <a:pt x="52970" y="5259"/>
                </a:lnTo>
                <a:lnTo>
                  <a:pt x="53437" y="4781"/>
                </a:lnTo>
                <a:lnTo>
                  <a:pt x="53729" y="4356"/>
                </a:lnTo>
                <a:lnTo>
                  <a:pt x="53963" y="4144"/>
                </a:lnTo>
                <a:lnTo>
                  <a:pt x="54138" y="3719"/>
                </a:lnTo>
                <a:lnTo>
                  <a:pt x="54430" y="3240"/>
                </a:lnTo>
                <a:lnTo>
                  <a:pt x="54663" y="2815"/>
                </a:lnTo>
                <a:lnTo>
                  <a:pt x="54956" y="2443"/>
                </a:lnTo>
                <a:lnTo>
                  <a:pt x="55364" y="2072"/>
                </a:lnTo>
                <a:lnTo>
                  <a:pt x="55656" y="1806"/>
                </a:lnTo>
                <a:lnTo>
                  <a:pt x="55948" y="1275"/>
                </a:lnTo>
                <a:lnTo>
                  <a:pt x="56240" y="903"/>
                </a:lnTo>
                <a:lnTo>
                  <a:pt x="56532" y="531"/>
                </a:lnTo>
                <a:lnTo>
                  <a:pt x="56649" y="0"/>
                </a:lnTo>
              </a:path>
            </a:pathLst>
          </a:custGeom>
          <a:ln w="8147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7610274" y="4723051"/>
            <a:ext cx="56824" cy="86496"/>
          </a:xfrm>
          <a:custGeom>
            <a:avLst/>
            <a:gdLst/>
            <a:ahLst/>
            <a:cxnLst/>
            <a:rect l="l" t="t" r="r" b="b"/>
            <a:pathLst>
              <a:path w="56824" h="86496">
                <a:moveTo>
                  <a:pt x="0" y="86496"/>
                </a:moveTo>
                <a:lnTo>
                  <a:pt x="292" y="86124"/>
                </a:lnTo>
                <a:lnTo>
                  <a:pt x="700" y="85858"/>
                </a:lnTo>
                <a:lnTo>
                  <a:pt x="992" y="85486"/>
                </a:lnTo>
                <a:lnTo>
                  <a:pt x="1284" y="84955"/>
                </a:lnTo>
                <a:lnTo>
                  <a:pt x="1576" y="84583"/>
                </a:lnTo>
                <a:lnTo>
                  <a:pt x="1868" y="84211"/>
                </a:lnTo>
                <a:lnTo>
                  <a:pt x="2102" y="83786"/>
                </a:lnTo>
                <a:lnTo>
                  <a:pt x="2394" y="83414"/>
                </a:lnTo>
                <a:lnTo>
                  <a:pt x="2569" y="83042"/>
                </a:lnTo>
                <a:lnTo>
                  <a:pt x="2978" y="82670"/>
                </a:lnTo>
                <a:lnTo>
                  <a:pt x="3270" y="82139"/>
                </a:lnTo>
                <a:lnTo>
                  <a:pt x="3562" y="81767"/>
                </a:lnTo>
                <a:lnTo>
                  <a:pt x="3796" y="81395"/>
                </a:lnTo>
                <a:lnTo>
                  <a:pt x="4088" y="80970"/>
                </a:lnTo>
                <a:lnTo>
                  <a:pt x="4380" y="80598"/>
                </a:lnTo>
                <a:lnTo>
                  <a:pt x="4672" y="80226"/>
                </a:lnTo>
                <a:lnTo>
                  <a:pt x="5080" y="79695"/>
                </a:lnTo>
                <a:lnTo>
                  <a:pt x="5256" y="79323"/>
                </a:lnTo>
                <a:lnTo>
                  <a:pt x="5489" y="79057"/>
                </a:lnTo>
                <a:lnTo>
                  <a:pt x="5781" y="78526"/>
                </a:lnTo>
                <a:lnTo>
                  <a:pt x="6073" y="78154"/>
                </a:lnTo>
                <a:lnTo>
                  <a:pt x="6365" y="77782"/>
                </a:lnTo>
                <a:lnTo>
                  <a:pt x="6657" y="77251"/>
                </a:lnTo>
                <a:lnTo>
                  <a:pt x="6949" y="76879"/>
                </a:lnTo>
                <a:lnTo>
                  <a:pt x="7358" y="76613"/>
                </a:lnTo>
                <a:lnTo>
                  <a:pt x="7475" y="76135"/>
                </a:lnTo>
                <a:lnTo>
                  <a:pt x="7767" y="75710"/>
                </a:lnTo>
                <a:lnTo>
                  <a:pt x="8059" y="75338"/>
                </a:lnTo>
                <a:lnTo>
                  <a:pt x="8351" y="74807"/>
                </a:lnTo>
                <a:lnTo>
                  <a:pt x="8643" y="74435"/>
                </a:lnTo>
                <a:lnTo>
                  <a:pt x="8877" y="74063"/>
                </a:lnTo>
                <a:lnTo>
                  <a:pt x="9344" y="73691"/>
                </a:lnTo>
                <a:lnTo>
                  <a:pt x="9577" y="73266"/>
                </a:lnTo>
                <a:lnTo>
                  <a:pt x="9869" y="72788"/>
                </a:lnTo>
                <a:lnTo>
                  <a:pt x="10045" y="72363"/>
                </a:lnTo>
                <a:lnTo>
                  <a:pt x="10278" y="71991"/>
                </a:lnTo>
                <a:lnTo>
                  <a:pt x="10570" y="71619"/>
                </a:lnTo>
                <a:lnTo>
                  <a:pt x="10862" y="71247"/>
                </a:lnTo>
                <a:lnTo>
                  <a:pt x="11271" y="70716"/>
                </a:lnTo>
                <a:lnTo>
                  <a:pt x="11563" y="70344"/>
                </a:lnTo>
                <a:lnTo>
                  <a:pt x="11855" y="69813"/>
                </a:lnTo>
                <a:lnTo>
                  <a:pt x="12147" y="69547"/>
                </a:lnTo>
                <a:lnTo>
                  <a:pt x="12439" y="69175"/>
                </a:lnTo>
                <a:lnTo>
                  <a:pt x="12556" y="68644"/>
                </a:lnTo>
                <a:lnTo>
                  <a:pt x="12848" y="68272"/>
                </a:lnTo>
                <a:lnTo>
                  <a:pt x="13140" y="67741"/>
                </a:lnTo>
                <a:lnTo>
                  <a:pt x="13549" y="67528"/>
                </a:lnTo>
                <a:lnTo>
                  <a:pt x="13841" y="66997"/>
                </a:lnTo>
                <a:lnTo>
                  <a:pt x="14133" y="66625"/>
                </a:lnTo>
                <a:lnTo>
                  <a:pt x="14425" y="66094"/>
                </a:lnTo>
                <a:lnTo>
                  <a:pt x="14658" y="65722"/>
                </a:lnTo>
                <a:lnTo>
                  <a:pt x="14950" y="65350"/>
                </a:lnTo>
                <a:lnTo>
                  <a:pt x="15126" y="64925"/>
                </a:lnTo>
                <a:lnTo>
                  <a:pt x="15534" y="64553"/>
                </a:lnTo>
                <a:lnTo>
                  <a:pt x="15826" y="64022"/>
                </a:lnTo>
                <a:lnTo>
                  <a:pt x="16060" y="63650"/>
                </a:lnTo>
                <a:lnTo>
                  <a:pt x="16352" y="63171"/>
                </a:lnTo>
                <a:lnTo>
                  <a:pt x="16644" y="62746"/>
                </a:lnTo>
                <a:lnTo>
                  <a:pt x="16936" y="62374"/>
                </a:lnTo>
                <a:lnTo>
                  <a:pt x="17228" y="62003"/>
                </a:lnTo>
                <a:lnTo>
                  <a:pt x="17637" y="61471"/>
                </a:lnTo>
                <a:lnTo>
                  <a:pt x="17754" y="61099"/>
                </a:lnTo>
                <a:lnTo>
                  <a:pt x="18046" y="60568"/>
                </a:lnTo>
                <a:lnTo>
                  <a:pt x="18338" y="60302"/>
                </a:lnTo>
                <a:lnTo>
                  <a:pt x="18630" y="59824"/>
                </a:lnTo>
                <a:lnTo>
                  <a:pt x="18922" y="59399"/>
                </a:lnTo>
                <a:lnTo>
                  <a:pt x="19214" y="58921"/>
                </a:lnTo>
                <a:lnTo>
                  <a:pt x="19447" y="58549"/>
                </a:lnTo>
                <a:lnTo>
                  <a:pt x="19914" y="58124"/>
                </a:lnTo>
                <a:lnTo>
                  <a:pt x="20206" y="57752"/>
                </a:lnTo>
                <a:lnTo>
                  <a:pt x="20323" y="57221"/>
                </a:lnTo>
                <a:lnTo>
                  <a:pt x="20615" y="56849"/>
                </a:lnTo>
                <a:lnTo>
                  <a:pt x="20907" y="56318"/>
                </a:lnTo>
                <a:lnTo>
                  <a:pt x="21141" y="55946"/>
                </a:lnTo>
                <a:lnTo>
                  <a:pt x="21433" y="55574"/>
                </a:lnTo>
                <a:lnTo>
                  <a:pt x="21842" y="55202"/>
                </a:lnTo>
                <a:lnTo>
                  <a:pt x="22134" y="54671"/>
                </a:lnTo>
                <a:lnTo>
                  <a:pt x="22426" y="54299"/>
                </a:lnTo>
                <a:lnTo>
                  <a:pt x="22601" y="53767"/>
                </a:lnTo>
                <a:lnTo>
                  <a:pt x="22835" y="53395"/>
                </a:lnTo>
                <a:lnTo>
                  <a:pt x="23127" y="53024"/>
                </a:lnTo>
                <a:lnTo>
                  <a:pt x="23419" y="52492"/>
                </a:lnTo>
                <a:lnTo>
                  <a:pt x="23827" y="52120"/>
                </a:lnTo>
                <a:lnTo>
                  <a:pt x="24119" y="51589"/>
                </a:lnTo>
                <a:lnTo>
                  <a:pt x="24411" y="51217"/>
                </a:lnTo>
                <a:lnTo>
                  <a:pt x="24703" y="50845"/>
                </a:lnTo>
                <a:lnTo>
                  <a:pt x="24995" y="50420"/>
                </a:lnTo>
                <a:lnTo>
                  <a:pt x="25112" y="49942"/>
                </a:lnTo>
                <a:lnTo>
                  <a:pt x="25404" y="49411"/>
                </a:lnTo>
                <a:lnTo>
                  <a:pt x="25696" y="49039"/>
                </a:lnTo>
                <a:lnTo>
                  <a:pt x="26105" y="48667"/>
                </a:lnTo>
                <a:lnTo>
                  <a:pt x="26397" y="48242"/>
                </a:lnTo>
                <a:lnTo>
                  <a:pt x="26689" y="47764"/>
                </a:lnTo>
                <a:lnTo>
                  <a:pt x="26923" y="47339"/>
                </a:lnTo>
                <a:lnTo>
                  <a:pt x="27215" y="46860"/>
                </a:lnTo>
                <a:lnTo>
                  <a:pt x="27507" y="46435"/>
                </a:lnTo>
                <a:lnTo>
                  <a:pt x="27682" y="46063"/>
                </a:lnTo>
                <a:lnTo>
                  <a:pt x="28091" y="45585"/>
                </a:lnTo>
                <a:lnTo>
                  <a:pt x="28383" y="45160"/>
                </a:lnTo>
                <a:lnTo>
                  <a:pt x="28616" y="44682"/>
                </a:lnTo>
                <a:lnTo>
                  <a:pt x="28908" y="44151"/>
                </a:lnTo>
                <a:lnTo>
                  <a:pt x="29200" y="43885"/>
                </a:lnTo>
                <a:lnTo>
                  <a:pt x="29492" y="43354"/>
                </a:lnTo>
                <a:lnTo>
                  <a:pt x="29784" y="42982"/>
                </a:lnTo>
                <a:lnTo>
                  <a:pt x="30193" y="42504"/>
                </a:lnTo>
                <a:lnTo>
                  <a:pt x="30310" y="41972"/>
                </a:lnTo>
                <a:lnTo>
                  <a:pt x="30602" y="41707"/>
                </a:lnTo>
                <a:lnTo>
                  <a:pt x="30894" y="41175"/>
                </a:lnTo>
                <a:lnTo>
                  <a:pt x="31186" y="40697"/>
                </a:lnTo>
                <a:lnTo>
                  <a:pt x="31478" y="40272"/>
                </a:lnTo>
                <a:lnTo>
                  <a:pt x="31770" y="39794"/>
                </a:lnTo>
                <a:lnTo>
                  <a:pt x="32004" y="39528"/>
                </a:lnTo>
                <a:lnTo>
                  <a:pt x="32471" y="38997"/>
                </a:lnTo>
                <a:lnTo>
                  <a:pt x="32704" y="38519"/>
                </a:lnTo>
                <a:lnTo>
                  <a:pt x="32880" y="38094"/>
                </a:lnTo>
                <a:lnTo>
                  <a:pt x="33172" y="37616"/>
                </a:lnTo>
                <a:lnTo>
                  <a:pt x="33464" y="37191"/>
                </a:lnTo>
                <a:lnTo>
                  <a:pt x="33697" y="36819"/>
                </a:lnTo>
                <a:lnTo>
                  <a:pt x="33989" y="36341"/>
                </a:lnTo>
                <a:lnTo>
                  <a:pt x="34398" y="35809"/>
                </a:lnTo>
                <a:lnTo>
                  <a:pt x="34690" y="35437"/>
                </a:lnTo>
                <a:lnTo>
                  <a:pt x="34982" y="34906"/>
                </a:lnTo>
                <a:lnTo>
                  <a:pt x="35274" y="34640"/>
                </a:lnTo>
                <a:lnTo>
                  <a:pt x="35391" y="34162"/>
                </a:lnTo>
                <a:lnTo>
                  <a:pt x="35683" y="33631"/>
                </a:lnTo>
                <a:lnTo>
                  <a:pt x="35975" y="33259"/>
                </a:lnTo>
                <a:lnTo>
                  <a:pt x="36384" y="32728"/>
                </a:lnTo>
                <a:lnTo>
                  <a:pt x="36676" y="32356"/>
                </a:lnTo>
                <a:lnTo>
                  <a:pt x="36968" y="31931"/>
                </a:lnTo>
                <a:lnTo>
                  <a:pt x="37260" y="31453"/>
                </a:lnTo>
                <a:lnTo>
                  <a:pt x="37552" y="30921"/>
                </a:lnTo>
                <a:lnTo>
                  <a:pt x="37785" y="30549"/>
                </a:lnTo>
                <a:lnTo>
                  <a:pt x="37961" y="30178"/>
                </a:lnTo>
                <a:lnTo>
                  <a:pt x="38253" y="29646"/>
                </a:lnTo>
                <a:lnTo>
                  <a:pt x="38661" y="29115"/>
                </a:lnTo>
                <a:lnTo>
                  <a:pt x="38953" y="28743"/>
                </a:lnTo>
                <a:lnTo>
                  <a:pt x="39245" y="28212"/>
                </a:lnTo>
                <a:lnTo>
                  <a:pt x="39479" y="27840"/>
                </a:lnTo>
                <a:lnTo>
                  <a:pt x="39771" y="27468"/>
                </a:lnTo>
                <a:lnTo>
                  <a:pt x="40063" y="26937"/>
                </a:lnTo>
                <a:lnTo>
                  <a:pt x="40180" y="26458"/>
                </a:lnTo>
                <a:lnTo>
                  <a:pt x="40647" y="26033"/>
                </a:lnTo>
                <a:lnTo>
                  <a:pt x="40881" y="25555"/>
                </a:lnTo>
                <a:lnTo>
                  <a:pt x="41173" y="25130"/>
                </a:lnTo>
                <a:lnTo>
                  <a:pt x="41465" y="24758"/>
                </a:lnTo>
                <a:lnTo>
                  <a:pt x="41757" y="24227"/>
                </a:lnTo>
                <a:lnTo>
                  <a:pt x="42049" y="23749"/>
                </a:lnTo>
                <a:lnTo>
                  <a:pt x="42341" y="23217"/>
                </a:lnTo>
                <a:lnTo>
                  <a:pt x="42750" y="22952"/>
                </a:lnTo>
                <a:lnTo>
                  <a:pt x="42866" y="22474"/>
                </a:lnTo>
                <a:lnTo>
                  <a:pt x="43158" y="21942"/>
                </a:lnTo>
                <a:lnTo>
                  <a:pt x="43450" y="21570"/>
                </a:lnTo>
                <a:lnTo>
                  <a:pt x="43742" y="21039"/>
                </a:lnTo>
                <a:lnTo>
                  <a:pt x="44034" y="20667"/>
                </a:lnTo>
                <a:lnTo>
                  <a:pt x="44268" y="20136"/>
                </a:lnTo>
                <a:lnTo>
                  <a:pt x="44560" y="19764"/>
                </a:lnTo>
                <a:lnTo>
                  <a:pt x="45027" y="19233"/>
                </a:lnTo>
                <a:lnTo>
                  <a:pt x="45261" y="18754"/>
                </a:lnTo>
                <a:lnTo>
                  <a:pt x="45436" y="18329"/>
                </a:lnTo>
                <a:lnTo>
                  <a:pt x="45728" y="17958"/>
                </a:lnTo>
                <a:lnTo>
                  <a:pt x="45962" y="17426"/>
                </a:lnTo>
                <a:lnTo>
                  <a:pt x="46254" y="16948"/>
                </a:lnTo>
                <a:lnTo>
                  <a:pt x="46546" y="16576"/>
                </a:lnTo>
                <a:lnTo>
                  <a:pt x="46954" y="16151"/>
                </a:lnTo>
                <a:lnTo>
                  <a:pt x="47246" y="15673"/>
                </a:lnTo>
                <a:lnTo>
                  <a:pt x="47538" y="15142"/>
                </a:lnTo>
                <a:lnTo>
                  <a:pt x="47830" y="14770"/>
                </a:lnTo>
                <a:lnTo>
                  <a:pt x="47947" y="14238"/>
                </a:lnTo>
                <a:lnTo>
                  <a:pt x="48239" y="13867"/>
                </a:lnTo>
                <a:lnTo>
                  <a:pt x="48531" y="13335"/>
                </a:lnTo>
                <a:lnTo>
                  <a:pt x="48940" y="12963"/>
                </a:lnTo>
                <a:lnTo>
                  <a:pt x="49232" y="12432"/>
                </a:lnTo>
                <a:lnTo>
                  <a:pt x="49524" y="11954"/>
                </a:lnTo>
                <a:lnTo>
                  <a:pt x="49816" y="11529"/>
                </a:lnTo>
                <a:lnTo>
                  <a:pt x="50050" y="11157"/>
                </a:lnTo>
                <a:lnTo>
                  <a:pt x="50342" y="10626"/>
                </a:lnTo>
                <a:lnTo>
                  <a:pt x="50517" y="10147"/>
                </a:lnTo>
                <a:lnTo>
                  <a:pt x="50809" y="9616"/>
                </a:lnTo>
                <a:lnTo>
                  <a:pt x="51218" y="9350"/>
                </a:lnTo>
                <a:lnTo>
                  <a:pt x="51510" y="8872"/>
                </a:lnTo>
                <a:lnTo>
                  <a:pt x="51743" y="8341"/>
                </a:lnTo>
                <a:lnTo>
                  <a:pt x="52035" y="7810"/>
                </a:lnTo>
                <a:lnTo>
                  <a:pt x="52327" y="7438"/>
                </a:lnTo>
                <a:lnTo>
                  <a:pt x="52619" y="6906"/>
                </a:lnTo>
                <a:lnTo>
                  <a:pt x="52911" y="6535"/>
                </a:lnTo>
                <a:lnTo>
                  <a:pt x="53203" y="6003"/>
                </a:lnTo>
                <a:lnTo>
                  <a:pt x="53437" y="5631"/>
                </a:lnTo>
                <a:lnTo>
                  <a:pt x="53729" y="5153"/>
                </a:lnTo>
                <a:lnTo>
                  <a:pt x="54021" y="4622"/>
                </a:lnTo>
                <a:lnTo>
                  <a:pt x="54313" y="4250"/>
                </a:lnTo>
                <a:lnTo>
                  <a:pt x="54605" y="3719"/>
                </a:lnTo>
                <a:lnTo>
                  <a:pt x="54897" y="3347"/>
                </a:lnTo>
                <a:lnTo>
                  <a:pt x="55306" y="2815"/>
                </a:lnTo>
                <a:lnTo>
                  <a:pt x="55423" y="2284"/>
                </a:lnTo>
                <a:lnTo>
                  <a:pt x="55715" y="1912"/>
                </a:lnTo>
                <a:lnTo>
                  <a:pt x="56007" y="1540"/>
                </a:lnTo>
                <a:lnTo>
                  <a:pt x="56299" y="1009"/>
                </a:lnTo>
                <a:lnTo>
                  <a:pt x="56591" y="531"/>
                </a:lnTo>
                <a:lnTo>
                  <a:pt x="56824" y="0"/>
                </a:lnTo>
              </a:path>
            </a:pathLst>
          </a:custGeom>
          <a:ln w="823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7667099" y="4632676"/>
            <a:ext cx="56708" cy="90374"/>
          </a:xfrm>
          <a:custGeom>
            <a:avLst/>
            <a:gdLst/>
            <a:ahLst/>
            <a:cxnLst/>
            <a:rect l="l" t="t" r="r" b="b"/>
            <a:pathLst>
              <a:path w="56708" h="90374">
                <a:moveTo>
                  <a:pt x="0" y="90374"/>
                </a:moveTo>
                <a:lnTo>
                  <a:pt x="292" y="90002"/>
                </a:lnTo>
                <a:lnTo>
                  <a:pt x="700" y="89577"/>
                </a:lnTo>
                <a:lnTo>
                  <a:pt x="992" y="89099"/>
                </a:lnTo>
                <a:lnTo>
                  <a:pt x="1168" y="88568"/>
                </a:lnTo>
                <a:lnTo>
                  <a:pt x="1401" y="88036"/>
                </a:lnTo>
                <a:lnTo>
                  <a:pt x="1693" y="87824"/>
                </a:lnTo>
                <a:lnTo>
                  <a:pt x="1985" y="87293"/>
                </a:lnTo>
                <a:lnTo>
                  <a:pt x="2277" y="86761"/>
                </a:lnTo>
                <a:lnTo>
                  <a:pt x="2686" y="86283"/>
                </a:lnTo>
                <a:lnTo>
                  <a:pt x="2978" y="85752"/>
                </a:lnTo>
                <a:lnTo>
                  <a:pt x="3270" y="85486"/>
                </a:lnTo>
                <a:lnTo>
                  <a:pt x="3562" y="84955"/>
                </a:lnTo>
                <a:lnTo>
                  <a:pt x="3679" y="84477"/>
                </a:lnTo>
                <a:lnTo>
                  <a:pt x="3971" y="83945"/>
                </a:lnTo>
                <a:lnTo>
                  <a:pt x="4263" y="83414"/>
                </a:lnTo>
                <a:lnTo>
                  <a:pt x="4672" y="83202"/>
                </a:lnTo>
                <a:lnTo>
                  <a:pt x="4964" y="82670"/>
                </a:lnTo>
                <a:lnTo>
                  <a:pt x="5256" y="82139"/>
                </a:lnTo>
                <a:lnTo>
                  <a:pt x="5548" y="81661"/>
                </a:lnTo>
                <a:lnTo>
                  <a:pt x="5781" y="81236"/>
                </a:lnTo>
                <a:lnTo>
                  <a:pt x="6073" y="80864"/>
                </a:lnTo>
                <a:lnTo>
                  <a:pt x="6248" y="80333"/>
                </a:lnTo>
                <a:lnTo>
                  <a:pt x="6482" y="79854"/>
                </a:lnTo>
                <a:lnTo>
                  <a:pt x="6949" y="79323"/>
                </a:lnTo>
                <a:lnTo>
                  <a:pt x="7183" y="78951"/>
                </a:lnTo>
                <a:lnTo>
                  <a:pt x="7475" y="78579"/>
                </a:lnTo>
                <a:lnTo>
                  <a:pt x="7767" y="78048"/>
                </a:lnTo>
                <a:lnTo>
                  <a:pt x="8059" y="77517"/>
                </a:lnTo>
                <a:lnTo>
                  <a:pt x="8351" y="77038"/>
                </a:lnTo>
                <a:lnTo>
                  <a:pt x="8643" y="76613"/>
                </a:lnTo>
                <a:lnTo>
                  <a:pt x="8877" y="76241"/>
                </a:lnTo>
                <a:lnTo>
                  <a:pt x="9169" y="75710"/>
                </a:lnTo>
                <a:lnTo>
                  <a:pt x="9461" y="75232"/>
                </a:lnTo>
                <a:lnTo>
                  <a:pt x="9753" y="74701"/>
                </a:lnTo>
                <a:lnTo>
                  <a:pt x="10045" y="74329"/>
                </a:lnTo>
                <a:lnTo>
                  <a:pt x="10337" y="73957"/>
                </a:lnTo>
                <a:lnTo>
                  <a:pt x="10570" y="73426"/>
                </a:lnTo>
                <a:lnTo>
                  <a:pt x="11037" y="72894"/>
                </a:lnTo>
                <a:lnTo>
                  <a:pt x="11154" y="72416"/>
                </a:lnTo>
                <a:lnTo>
                  <a:pt x="11446" y="71991"/>
                </a:lnTo>
                <a:lnTo>
                  <a:pt x="11738" y="71619"/>
                </a:lnTo>
                <a:lnTo>
                  <a:pt x="12030" y="71088"/>
                </a:lnTo>
                <a:lnTo>
                  <a:pt x="12264" y="70610"/>
                </a:lnTo>
                <a:lnTo>
                  <a:pt x="12556" y="70078"/>
                </a:lnTo>
                <a:lnTo>
                  <a:pt x="12848" y="69706"/>
                </a:lnTo>
                <a:lnTo>
                  <a:pt x="13257" y="69335"/>
                </a:lnTo>
                <a:lnTo>
                  <a:pt x="13549" y="68803"/>
                </a:lnTo>
                <a:lnTo>
                  <a:pt x="13724" y="68272"/>
                </a:lnTo>
                <a:lnTo>
                  <a:pt x="13958" y="67794"/>
                </a:lnTo>
                <a:lnTo>
                  <a:pt x="14250" y="67369"/>
                </a:lnTo>
                <a:lnTo>
                  <a:pt x="14542" y="66997"/>
                </a:lnTo>
                <a:lnTo>
                  <a:pt x="14834" y="66519"/>
                </a:lnTo>
                <a:lnTo>
                  <a:pt x="15242" y="65987"/>
                </a:lnTo>
                <a:lnTo>
                  <a:pt x="15534" y="65456"/>
                </a:lnTo>
                <a:lnTo>
                  <a:pt x="15826" y="65084"/>
                </a:lnTo>
                <a:lnTo>
                  <a:pt x="16118" y="64712"/>
                </a:lnTo>
                <a:lnTo>
                  <a:pt x="16235" y="64181"/>
                </a:lnTo>
                <a:lnTo>
                  <a:pt x="16527" y="63650"/>
                </a:lnTo>
                <a:lnTo>
                  <a:pt x="16819" y="63171"/>
                </a:lnTo>
                <a:lnTo>
                  <a:pt x="17228" y="62746"/>
                </a:lnTo>
                <a:lnTo>
                  <a:pt x="17520" y="62374"/>
                </a:lnTo>
                <a:lnTo>
                  <a:pt x="17812" y="61896"/>
                </a:lnTo>
                <a:lnTo>
                  <a:pt x="18046" y="61365"/>
                </a:lnTo>
                <a:lnTo>
                  <a:pt x="18338" y="60834"/>
                </a:lnTo>
                <a:lnTo>
                  <a:pt x="18630" y="60462"/>
                </a:lnTo>
                <a:lnTo>
                  <a:pt x="18805" y="60090"/>
                </a:lnTo>
                <a:lnTo>
                  <a:pt x="19038" y="59559"/>
                </a:lnTo>
                <a:lnTo>
                  <a:pt x="19506" y="59027"/>
                </a:lnTo>
                <a:lnTo>
                  <a:pt x="19739" y="58549"/>
                </a:lnTo>
                <a:lnTo>
                  <a:pt x="20031" y="58124"/>
                </a:lnTo>
                <a:lnTo>
                  <a:pt x="20323" y="57752"/>
                </a:lnTo>
                <a:lnTo>
                  <a:pt x="20615" y="57274"/>
                </a:lnTo>
                <a:lnTo>
                  <a:pt x="20907" y="56743"/>
                </a:lnTo>
                <a:lnTo>
                  <a:pt x="21199" y="56211"/>
                </a:lnTo>
                <a:lnTo>
                  <a:pt x="21433" y="55839"/>
                </a:lnTo>
                <a:lnTo>
                  <a:pt x="21725" y="55468"/>
                </a:lnTo>
                <a:lnTo>
                  <a:pt x="22017" y="54936"/>
                </a:lnTo>
                <a:lnTo>
                  <a:pt x="22309" y="54405"/>
                </a:lnTo>
                <a:lnTo>
                  <a:pt x="22601" y="53927"/>
                </a:lnTo>
                <a:lnTo>
                  <a:pt x="22893" y="53555"/>
                </a:lnTo>
                <a:lnTo>
                  <a:pt x="23127" y="53130"/>
                </a:lnTo>
                <a:lnTo>
                  <a:pt x="23594" y="52652"/>
                </a:lnTo>
                <a:lnTo>
                  <a:pt x="23711" y="52120"/>
                </a:lnTo>
                <a:lnTo>
                  <a:pt x="24003" y="51748"/>
                </a:lnTo>
                <a:lnTo>
                  <a:pt x="24295" y="51217"/>
                </a:lnTo>
                <a:lnTo>
                  <a:pt x="24587" y="50845"/>
                </a:lnTo>
                <a:lnTo>
                  <a:pt x="24820" y="50314"/>
                </a:lnTo>
                <a:lnTo>
                  <a:pt x="25112" y="49783"/>
                </a:lnTo>
                <a:lnTo>
                  <a:pt x="25404" y="49411"/>
                </a:lnTo>
                <a:lnTo>
                  <a:pt x="25813" y="48933"/>
                </a:lnTo>
                <a:lnTo>
                  <a:pt x="26105" y="48507"/>
                </a:lnTo>
                <a:lnTo>
                  <a:pt x="26222" y="48029"/>
                </a:lnTo>
                <a:lnTo>
                  <a:pt x="26514" y="47498"/>
                </a:lnTo>
                <a:lnTo>
                  <a:pt x="26806" y="47126"/>
                </a:lnTo>
                <a:lnTo>
                  <a:pt x="27098" y="46595"/>
                </a:lnTo>
                <a:lnTo>
                  <a:pt x="27390" y="46223"/>
                </a:lnTo>
                <a:lnTo>
                  <a:pt x="27799" y="45692"/>
                </a:lnTo>
                <a:lnTo>
                  <a:pt x="28091" y="45320"/>
                </a:lnTo>
                <a:lnTo>
                  <a:pt x="28383" y="44788"/>
                </a:lnTo>
                <a:lnTo>
                  <a:pt x="28675" y="44310"/>
                </a:lnTo>
                <a:lnTo>
                  <a:pt x="28792" y="43885"/>
                </a:lnTo>
                <a:lnTo>
                  <a:pt x="29084" y="43513"/>
                </a:lnTo>
                <a:lnTo>
                  <a:pt x="29376" y="42982"/>
                </a:lnTo>
                <a:lnTo>
                  <a:pt x="29784" y="42504"/>
                </a:lnTo>
                <a:lnTo>
                  <a:pt x="30076" y="41972"/>
                </a:lnTo>
                <a:lnTo>
                  <a:pt x="30368" y="41441"/>
                </a:lnTo>
                <a:lnTo>
                  <a:pt x="30602" y="41229"/>
                </a:lnTo>
                <a:lnTo>
                  <a:pt x="30894" y="40697"/>
                </a:lnTo>
                <a:lnTo>
                  <a:pt x="31186" y="40166"/>
                </a:lnTo>
                <a:lnTo>
                  <a:pt x="31303" y="39688"/>
                </a:lnTo>
                <a:lnTo>
                  <a:pt x="31595" y="39263"/>
                </a:lnTo>
                <a:lnTo>
                  <a:pt x="32004" y="38891"/>
                </a:lnTo>
                <a:lnTo>
                  <a:pt x="32296" y="38360"/>
                </a:lnTo>
                <a:lnTo>
                  <a:pt x="32588" y="37881"/>
                </a:lnTo>
                <a:lnTo>
                  <a:pt x="32880" y="37509"/>
                </a:lnTo>
                <a:lnTo>
                  <a:pt x="33172" y="36978"/>
                </a:lnTo>
                <a:lnTo>
                  <a:pt x="33464" y="36606"/>
                </a:lnTo>
                <a:lnTo>
                  <a:pt x="33697" y="36075"/>
                </a:lnTo>
                <a:lnTo>
                  <a:pt x="33989" y="35703"/>
                </a:lnTo>
                <a:lnTo>
                  <a:pt x="34281" y="35172"/>
                </a:lnTo>
                <a:lnTo>
                  <a:pt x="34573" y="34640"/>
                </a:lnTo>
                <a:lnTo>
                  <a:pt x="34865" y="34269"/>
                </a:lnTo>
                <a:lnTo>
                  <a:pt x="35157" y="33897"/>
                </a:lnTo>
                <a:lnTo>
                  <a:pt x="35391" y="33365"/>
                </a:lnTo>
                <a:lnTo>
                  <a:pt x="35683" y="32887"/>
                </a:lnTo>
                <a:lnTo>
                  <a:pt x="36150" y="32356"/>
                </a:lnTo>
                <a:lnTo>
                  <a:pt x="36267" y="32090"/>
                </a:lnTo>
                <a:lnTo>
                  <a:pt x="36559" y="31559"/>
                </a:lnTo>
                <a:lnTo>
                  <a:pt x="36851" y="31081"/>
                </a:lnTo>
                <a:lnTo>
                  <a:pt x="37085" y="30656"/>
                </a:lnTo>
                <a:lnTo>
                  <a:pt x="37377" y="30178"/>
                </a:lnTo>
                <a:lnTo>
                  <a:pt x="37669" y="29806"/>
                </a:lnTo>
                <a:lnTo>
                  <a:pt x="37961" y="29274"/>
                </a:lnTo>
                <a:lnTo>
                  <a:pt x="38369" y="28902"/>
                </a:lnTo>
                <a:lnTo>
                  <a:pt x="38661" y="28371"/>
                </a:lnTo>
                <a:lnTo>
                  <a:pt x="38778" y="27840"/>
                </a:lnTo>
                <a:lnTo>
                  <a:pt x="39070" y="27468"/>
                </a:lnTo>
                <a:lnTo>
                  <a:pt x="39362" y="27096"/>
                </a:lnTo>
                <a:lnTo>
                  <a:pt x="39654" y="26565"/>
                </a:lnTo>
                <a:lnTo>
                  <a:pt x="39946" y="26086"/>
                </a:lnTo>
                <a:lnTo>
                  <a:pt x="40355" y="25661"/>
                </a:lnTo>
                <a:lnTo>
                  <a:pt x="40647" y="25290"/>
                </a:lnTo>
                <a:lnTo>
                  <a:pt x="40939" y="24758"/>
                </a:lnTo>
                <a:lnTo>
                  <a:pt x="41173" y="24386"/>
                </a:lnTo>
                <a:lnTo>
                  <a:pt x="41348" y="23855"/>
                </a:lnTo>
                <a:lnTo>
                  <a:pt x="41640" y="23377"/>
                </a:lnTo>
                <a:lnTo>
                  <a:pt x="41932" y="22846"/>
                </a:lnTo>
                <a:lnTo>
                  <a:pt x="42166" y="22580"/>
                </a:lnTo>
                <a:lnTo>
                  <a:pt x="42633" y="22102"/>
                </a:lnTo>
                <a:lnTo>
                  <a:pt x="42866" y="21570"/>
                </a:lnTo>
                <a:lnTo>
                  <a:pt x="43158" y="21198"/>
                </a:lnTo>
                <a:lnTo>
                  <a:pt x="43450" y="20667"/>
                </a:lnTo>
                <a:lnTo>
                  <a:pt x="43742" y="20295"/>
                </a:lnTo>
                <a:lnTo>
                  <a:pt x="43859" y="19923"/>
                </a:lnTo>
                <a:lnTo>
                  <a:pt x="44151" y="19392"/>
                </a:lnTo>
                <a:lnTo>
                  <a:pt x="44560" y="18861"/>
                </a:lnTo>
                <a:lnTo>
                  <a:pt x="44852" y="18489"/>
                </a:lnTo>
                <a:lnTo>
                  <a:pt x="45144" y="18117"/>
                </a:lnTo>
                <a:lnTo>
                  <a:pt x="45436" y="17586"/>
                </a:lnTo>
                <a:lnTo>
                  <a:pt x="45728" y="17214"/>
                </a:lnTo>
                <a:lnTo>
                  <a:pt x="46020" y="16682"/>
                </a:lnTo>
                <a:lnTo>
                  <a:pt x="46254" y="16151"/>
                </a:lnTo>
                <a:lnTo>
                  <a:pt x="46546" y="15939"/>
                </a:lnTo>
                <a:lnTo>
                  <a:pt x="46838" y="15407"/>
                </a:lnTo>
                <a:lnTo>
                  <a:pt x="47130" y="14876"/>
                </a:lnTo>
                <a:lnTo>
                  <a:pt x="47422" y="14504"/>
                </a:lnTo>
                <a:lnTo>
                  <a:pt x="47714" y="13973"/>
                </a:lnTo>
                <a:lnTo>
                  <a:pt x="47947" y="13601"/>
                </a:lnTo>
                <a:lnTo>
                  <a:pt x="48239" y="13229"/>
                </a:lnTo>
                <a:lnTo>
                  <a:pt x="48531" y="12698"/>
                </a:lnTo>
                <a:lnTo>
                  <a:pt x="48823" y="12219"/>
                </a:lnTo>
                <a:lnTo>
                  <a:pt x="49115" y="11794"/>
                </a:lnTo>
                <a:lnTo>
                  <a:pt x="49349" y="11316"/>
                </a:lnTo>
                <a:lnTo>
                  <a:pt x="49641" y="11051"/>
                </a:lnTo>
                <a:lnTo>
                  <a:pt x="49933" y="10519"/>
                </a:lnTo>
                <a:lnTo>
                  <a:pt x="50225" y="10041"/>
                </a:lnTo>
                <a:lnTo>
                  <a:pt x="50517" y="9616"/>
                </a:lnTo>
                <a:lnTo>
                  <a:pt x="50926" y="9138"/>
                </a:lnTo>
                <a:lnTo>
                  <a:pt x="51218" y="8713"/>
                </a:lnTo>
                <a:lnTo>
                  <a:pt x="51335" y="8341"/>
                </a:lnTo>
                <a:lnTo>
                  <a:pt x="51627" y="7810"/>
                </a:lnTo>
                <a:lnTo>
                  <a:pt x="51919" y="7438"/>
                </a:lnTo>
                <a:lnTo>
                  <a:pt x="52211" y="6960"/>
                </a:lnTo>
                <a:lnTo>
                  <a:pt x="52503" y="6535"/>
                </a:lnTo>
                <a:lnTo>
                  <a:pt x="52911" y="6163"/>
                </a:lnTo>
                <a:lnTo>
                  <a:pt x="53203" y="5631"/>
                </a:lnTo>
                <a:lnTo>
                  <a:pt x="53495" y="5259"/>
                </a:lnTo>
                <a:lnTo>
                  <a:pt x="53729" y="4728"/>
                </a:lnTo>
                <a:lnTo>
                  <a:pt x="53904" y="4250"/>
                </a:lnTo>
                <a:lnTo>
                  <a:pt x="54196" y="3984"/>
                </a:lnTo>
                <a:lnTo>
                  <a:pt x="54430" y="3453"/>
                </a:lnTo>
                <a:lnTo>
                  <a:pt x="54722" y="3081"/>
                </a:lnTo>
                <a:lnTo>
                  <a:pt x="55131" y="2550"/>
                </a:lnTo>
                <a:lnTo>
                  <a:pt x="55423" y="2178"/>
                </a:lnTo>
                <a:lnTo>
                  <a:pt x="55715" y="1806"/>
                </a:lnTo>
                <a:lnTo>
                  <a:pt x="56007" y="1275"/>
                </a:lnTo>
                <a:lnTo>
                  <a:pt x="56299" y="903"/>
                </a:lnTo>
                <a:lnTo>
                  <a:pt x="56416" y="371"/>
                </a:lnTo>
                <a:lnTo>
                  <a:pt x="56708" y="0"/>
                </a:lnTo>
              </a:path>
            </a:pathLst>
          </a:custGeom>
          <a:ln w="8245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7723807" y="4558081"/>
            <a:ext cx="57000" cy="74594"/>
          </a:xfrm>
          <a:custGeom>
            <a:avLst/>
            <a:gdLst/>
            <a:ahLst/>
            <a:cxnLst/>
            <a:rect l="l" t="t" r="r" b="b"/>
            <a:pathLst>
              <a:path w="57000" h="74594">
                <a:moveTo>
                  <a:pt x="0" y="74594"/>
                </a:moveTo>
                <a:lnTo>
                  <a:pt x="408" y="74223"/>
                </a:lnTo>
                <a:lnTo>
                  <a:pt x="700" y="73851"/>
                </a:lnTo>
                <a:lnTo>
                  <a:pt x="992" y="73319"/>
                </a:lnTo>
                <a:lnTo>
                  <a:pt x="1284" y="72947"/>
                </a:lnTo>
                <a:lnTo>
                  <a:pt x="1576" y="72416"/>
                </a:lnTo>
                <a:lnTo>
                  <a:pt x="1810" y="71885"/>
                </a:lnTo>
                <a:lnTo>
                  <a:pt x="2102" y="71672"/>
                </a:lnTo>
                <a:lnTo>
                  <a:pt x="2394" y="71141"/>
                </a:lnTo>
                <a:lnTo>
                  <a:pt x="2686" y="70769"/>
                </a:lnTo>
                <a:lnTo>
                  <a:pt x="2978" y="70238"/>
                </a:lnTo>
                <a:lnTo>
                  <a:pt x="3270" y="69866"/>
                </a:lnTo>
                <a:lnTo>
                  <a:pt x="3504" y="69441"/>
                </a:lnTo>
                <a:lnTo>
                  <a:pt x="3796" y="69069"/>
                </a:lnTo>
                <a:lnTo>
                  <a:pt x="4088" y="68591"/>
                </a:lnTo>
                <a:lnTo>
                  <a:pt x="4380" y="68166"/>
                </a:lnTo>
                <a:lnTo>
                  <a:pt x="4788" y="67688"/>
                </a:lnTo>
                <a:lnTo>
                  <a:pt x="4964" y="67262"/>
                </a:lnTo>
                <a:lnTo>
                  <a:pt x="5197" y="66891"/>
                </a:lnTo>
                <a:lnTo>
                  <a:pt x="5489" y="66519"/>
                </a:lnTo>
                <a:lnTo>
                  <a:pt x="5781" y="65987"/>
                </a:lnTo>
                <a:lnTo>
                  <a:pt x="6073" y="65615"/>
                </a:lnTo>
                <a:lnTo>
                  <a:pt x="6365" y="65084"/>
                </a:lnTo>
                <a:lnTo>
                  <a:pt x="6774" y="64818"/>
                </a:lnTo>
                <a:lnTo>
                  <a:pt x="7066" y="64340"/>
                </a:lnTo>
                <a:lnTo>
                  <a:pt x="7358" y="63968"/>
                </a:lnTo>
                <a:lnTo>
                  <a:pt x="7475" y="63437"/>
                </a:lnTo>
                <a:lnTo>
                  <a:pt x="7767" y="63065"/>
                </a:lnTo>
                <a:lnTo>
                  <a:pt x="8059" y="62640"/>
                </a:lnTo>
                <a:lnTo>
                  <a:pt x="8351" y="62268"/>
                </a:lnTo>
                <a:lnTo>
                  <a:pt x="8760" y="61896"/>
                </a:lnTo>
                <a:lnTo>
                  <a:pt x="9052" y="61365"/>
                </a:lnTo>
                <a:lnTo>
                  <a:pt x="9285" y="60993"/>
                </a:lnTo>
                <a:lnTo>
                  <a:pt x="9577" y="60462"/>
                </a:lnTo>
                <a:lnTo>
                  <a:pt x="9753" y="60249"/>
                </a:lnTo>
                <a:lnTo>
                  <a:pt x="10045" y="59824"/>
                </a:lnTo>
                <a:lnTo>
                  <a:pt x="10278" y="59346"/>
                </a:lnTo>
                <a:lnTo>
                  <a:pt x="10570" y="58921"/>
                </a:lnTo>
                <a:lnTo>
                  <a:pt x="10979" y="58443"/>
                </a:lnTo>
                <a:lnTo>
                  <a:pt x="11271" y="58018"/>
                </a:lnTo>
                <a:lnTo>
                  <a:pt x="11563" y="57646"/>
                </a:lnTo>
                <a:lnTo>
                  <a:pt x="11855" y="57274"/>
                </a:lnTo>
                <a:lnTo>
                  <a:pt x="12147" y="56902"/>
                </a:lnTo>
                <a:lnTo>
                  <a:pt x="12264" y="56371"/>
                </a:lnTo>
                <a:lnTo>
                  <a:pt x="12556" y="55999"/>
                </a:lnTo>
                <a:lnTo>
                  <a:pt x="12965" y="55627"/>
                </a:lnTo>
                <a:lnTo>
                  <a:pt x="13257" y="55202"/>
                </a:lnTo>
                <a:lnTo>
                  <a:pt x="13549" y="54830"/>
                </a:lnTo>
                <a:lnTo>
                  <a:pt x="13841" y="54299"/>
                </a:lnTo>
                <a:lnTo>
                  <a:pt x="14133" y="53927"/>
                </a:lnTo>
                <a:lnTo>
                  <a:pt x="14366" y="53555"/>
                </a:lnTo>
                <a:lnTo>
                  <a:pt x="14658" y="53183"/>
                </a:lnTo>
                <a:lnTo>
                  <a:pt x="14950" y="52758"/>
                </a:lnTo>
                <a:lnTo>
                  <a:pt x="15242" y="52386"/>
                </a:lnTo>
                <a:lnTo>
                  <a:pt x="15534" y="51855"/>
                </a:lnTo>
                <a:lnTo>
                  <a:pt x="15826" y="51483"/>
                </a:lnTo>
                <a:lnTo>
                  <a:pt x="16060" y="51111"/>
                </a:lnTo>
                <a:lnTo>
                  <a:pt x="16352" y="50739"/>
                </a:lnTo>
                <a:lnTo>
                  <a:pt x="16644" y="50314"/>
                </a:lnTo>
                <a:lnTo>
                  <a:pt x="16936" y="49942"/>
                </a:lnTo>
                <a:lnTo>
                  <a:pt x="17345" y="49464"/>
                </a:lnTo>
                <a:lnTo>
                  <a:pt x="17462" y="49039"/>
                </a:lnTo>
                <a:lnTo>
                  <a:pt x="17754" y="48667"/>
                </a:lnTo>
                <a:lnTo>
                  <a:pt x="18046" y="48295"/>
                </a:lnTo>
                <a:lnTo>
                  <a:pt x="18338" y="47923"/>
                </a:lnTo>
                <a:lnTo>
                  <a:pt x="18630" y="47498"/>
                </a:lnTo>
                <a:lnTo>
                  <a:pt x="18922" y="47020"/>
                </a:lnTo>
                <a:lnTo>
                  <a:pt x="19330" y="46595"/>
                </a:lnTo>
                <a:lnTo>
                  <a:pt x="19622" y="46382"/>
                </a:lnTo>
                <a:lnTo>
                  <a:pt x="19914" y="45957"/>
                </a:lnTo>
                <a:lnTo>
                  <a:pt x="20031" y="45479"/>
                </a:lnTo>
                <a:lnTo>
                  <a:pt x="20323" y="45054"/>
                </a:lnTo>
                <a:lnTo>
                  <a:pt x="20615" y="44682"/>
                </a:lnTo>
                <a:lnTo>
                  <a:pt x="20849" y="44204"/>
                </a:lnTo>
                <a:lnTo>
                  <a:pt x="21316" y="43938"/>
                </a:lnTo>
                <a:lnTo>
                  <a:pt x="21608" y="43513"/>
                </a:lnTo>
                <a:lnTo>
                  <a:pt x="21842" y="43141"/>
                </a:lnTo>
                <a:lnTo>
                  <a:pt x="22134" y="42769"/>
                </a:lnTo>
                <a:lnTo>
                  <a:pt x="22426" y="42238"/>
                </a:lnTo>
                <a:lnTo>
                  <a:pt x="22543" y="41866"/>
                </a:lnTo>
                <a:lnTo>
                  <a:pt x="22835" y="41601"/>
                </a:lnTo>
                <a:lnTo>
                  <a:pt x="23127" y="41229"/>
                </a:lnTo>
                <a:lnTo>
                  <a:pt x="23535" y="40697"/>
                </a:lnTo>
                <a:lnTo>
                  <a:pt x="23827" y="40325"/>
                </a:lnTo>
                <a:lnTo>
                  <a:pt x="24119" y="39953"/>
                </a:lnTo>
                <a:lnTo>
                  <a:pt x="24411" y="39582"/>
                </a:lnTo>
                <a:lnTo>
                  <a:pt x="24703" y="39316"/>
                </a:lnTo>
                <a:lnTo>
                  <a:pt x="24820" y="38785"/>
                </a:lnTo>
                <a:lnTo>
                  <a:pt x="25112" y="38413"/>
                </a:lnTo>
                <a:lnTo>
                  <a:pt x="25521" y="38041"/>
                </a:lnTo>
                <a:lnTo>
                  <a:pt x="25813" y="37616"/>
                </a:lnTo>
                <a:lnTo>
                  <a:pt x="26105" y="37244"/>
                </a:lnTo>
                <a:lnTo>
                  <a:pt x="26397" y="36978"/>
                </a:lnTo>
                <a:lnTo>
                  <a:pt x="26631" y="36500"/>
                </a:lnTo>
                <a:lnTo>
                  <a:pt x="26923" y="36075"/>
                </a:lnTo>
                <a:lnTo>
                  <a:pt x="27215" y="35703"/>
                </a:lnTo>
                <a:lnTo>
                  <a:pt x="27507" y="35331"/>
                </a:lnTo>
                <a:lnTo>
                  <a:pt x="27799" y="34959"/>
                </a:lnTo>
                <a:lnTo>
                  <a:pt x="28091" y="34694"/>
                </a:lnTo>
                <a:lnTo>
                  <a:pt x="28324" y="34322"/>
                </a:lnTo>
                <a:lnTo>
                  <a:pt x="28616" y="33790"/>
                </a:lnTo>
                <a:lnTo>
                  <a:pt x="28908" y="33418"/>
                </a:lnTo>
                <a:lnTo>
                  <a:pt x="29200" y="32993"/>
                </a:lnTo>
                <a:lnTo>
                  <a:pt x="29492" y="32622"/>
                </a:lnTo>
                <a:lnTo>
                  <a:pt x="29901" y="32356"/>
                </a:lnTo>
                <a:lnTo>
                  <a:pt x="30018" y="31984"/>
                </a:lnTo>
                <a:lnTo>
                  <a:pt x="30310" y="31612"/>
                </a:lnTo>
                <a:lnTo>
                  <a:pt x="30602" y="31240"/>
                </a:lnTo>
                <a:lnTo>
                  <a:pt x="30894" y="30815"/>
                </a:lnTo>
                <a:lnTo>
                  <a:pt x="31186" y="30443"/>
                </a:lnTo>
                <a:lnTo>
                  <a:pt x="31478" y="30071"/>
                </a:lnTo>
                <a:lnTo>
                  <a:pt x="31887" y="29806"/>
                </a:lnTo>
                <a:lnTo>
                  <a:pt x="32179" y="29434"/>
                </a:lnTo>
                <a:lnTo>
                  <a:pt x="32412" y="29009"/>
                </a:lnTo>
                <a:lnTo>
                  <a:pt x="32588" y="28530"/>
                </a:lnTo>
                <a:lnTo>
                  <a:pt x="32880" y="28159"/>
                </a:lnTo>
                <a:lnTo>
                  <a:pt x="33172" y="27734"/>
                </a:lnTo>
                <a:lnTo>
                  <a:pt x="33405" y="27468"/>
                </a:lnTo>
                <a:lnTo>
                  <a:pt x="33872" y="27096"/>
                </a:lnTo>
                <a:lnTo>
                  <a:pt x="34106" y="26724"/>
                </a:lnTo>
                <a:lnTo>
                  <a:pt x="34398" y="26352"/>
                </a:lnTo>
                <a:lnTo>
                  <a:pt x="34690" y="25927"/>
                </a:lnTo>
                <a:lnTo>
                  <a:pt x="34982" y="25555"/>
                </a:lnTo>
                <a:lnTo>
                  <a:pt x="35099" y="25290"/>
                </a:lnTo>
                <a:lnTo>
                  <a:pt x="35391" y="24918"/>
                </a:lnTo>
                <a:lnTo>
                  <a:pt x="35683" y="24546"/>
                </a:lnTo>
                <a:lnTo>
                  <a:pt x="36092" y="24280"/>
                </a:lnTo>
                <a:lnTo>
                  <a:pt x="36384" y="23908"/>
                </a:lnTo>
                <a:lnTo>
                  <a:pt x="36676" y="23536"/>
                </a:lnTo>
                <a:lnTo>
                  <a:pt x="36968" y="23111"/>
                </a:lnTo>
                <a:lnTo>
                  <a:pt x="37260" y="22846"/>
                </a:lnTo>
                <a:lnTo>
                  <a:pt x="37493" y="22474"/>
                </a:lnTo>
                <a:lnTo>
                  <a:pt x="37669" y="22102"/>
                </a:lnTo>
                <a:lnTo>
                  <a:pt x="38077" y="21730"/>
                </a:lnTo>
                <a:lnTo>
                  <a:pt x="38369" y="21305"/>
                </a:lnTo>
                <a:lnTo>
                  <a:pt x="38661" y="20933"/>
                </a:lnTo>
                <a:lnTo>
                  <a:pt x="38953" y="20667"/>
                </a:lnTo>
                <a:lnTo>
                  <a:pt x="39187" y="20295"/>
                </a:lnTo>
                <a:lnTo>
                  <a:pt x="39479" y="19923"/>
                </a:lnTo>
                <a:lnTo>
                  <a:pt x="39771" y="19658"/>
                </a:lnTo>
                <a:lnTo>
                  <a:pt x="40063" y="19286"/>
                </a:lnTo>
                <a:lnTo>
                  <a:pt x="40355" y="18914"/>
                </a:lnTo>
                <a:lnTo>
                  <a:pt x="40589" y="18489"/>
                </a:lnTo>
                <a:lnTo>
                  <a:pt x="40881" y="18276"/>
                </a:lnTo>
                <a:lnTo>
                  <a:pt x="41173" y="17851"/>
                </a:lnTo>
                <a:lnTo>
                  <a:pt x="41465" y="17479"/>
                </a:lnTo>
                <a:lnTo>
                  <a:pt x="41757" y="17214"/>
                </a:lnTo>
                <a:lnTo>
                  <a:pt x="42049" y="16842"/>
                </a:lnTo>
                <a:lnTo>
                  <a:pt x="42458" y="16470"/>
                </a:lnTo>
                <a:lnTo>
                  <a:pt x="42574" y="16045"/>
                </a:lnTo>
                <a:lnTo>
                  <a:pt x="42866" y="15832"/>
                </a:lnTo>
                <a:lnTo>
                  <a:pt x="43158" y="15407"/>
                </a:lnTo>
                <a:lnTo>
                  <a:pt x="43450" y="15195"/>
                </a:lnTo>
                <a:lnTo>
                  <a:pt x="43742" y="14770"/>
                </a:lnTo>
                <a:lnTo>
                  <a:pt x="43976" y="14398"/>
                </a:lnTo>
                <a:lnTo>
                  <a:pt x="44443" y="14026"/>
                </a:lnTo>
                <a:lnTo>
                  <a:pt x="44735" y="13760"/>
                </a:lnTo>
                <a:lnTo>
                  <a:pt x="44969" y="13495"/>
                </a:lnTo>
                <a:lnTo>
                  <a:pt x="45144" y="13123"/>
                </a:lnTo>
                <a:lnTo>
                  <a:pt x="45436" y="12751"/>
                </a:lnTo>
                <a:lnTo>
                  <a:pt x="45670" y="12326"/>
                </a:lnTo>
                <a:lnTo>
                  <a:pt x="45962" y="12113"/>
                </a:lnTo>
                <a:lnTo>
                  <a:pt x="46370" y="11688"/>
                </a:lnTo>
                <a:lnTo>
                  <a:pt x="46662" y="11423"/>
                </a:lnTo>
                <a:lnTo>
                  <a:pt x="46954" y="11210"/>
                </a:lnTo>
                <a:lnTo>
                  <a:pt x="47246" y="10785"/>
                </a:lnTo>
                <a:lnTo>
                  <a:pt x="47538" y="10413"/>
                </a:lnTo>
                <a:lnTo>
                  <a:pt x="47655" y="10041"/>
                </a:lnTo>
                <a:lnTo>
                  <a:pt x="47947" y="9775"/>
                </a:lnTo>
                <a:lnTo>
                  <a:pt x="48239" y="9404"/>
                </a:lnTo>
                <a:lnTo>
                  <a:pt x="48648" y="9138"/>
                </a:lnTo>
                <a:lnTo>
                  <a:pt x="48940" y="8872"/>
                </a:lnTo>
                <a:lnTo>
                  <a:pt x="49232" y="8500"/>
                </a:lnTo>
                <a:lnTo>
                  <a:pt x="49524" y="8128"/>
                </a:lnTo>
                <a:lnTo>
                  <a:pt x="49758" y="7863"/>
                </a:lnTo>
                <a:lnTo>
                  <a:pt x="50050" y="7491"/>
                </a:lnTo>
                <a:lnTo>
                  <a:pt x="50225" y="7225"/>
                </a:lnTo>
                <a:lnTo>
                  <a:pt x="50634" y="6853"/>
                </a:lnTo>
                <a:lnTo>
                  <a:pt x="50926" y="6588"/>
                </a:lnTo>
                <a:lnTo>
                  <a:pt x="51218" y="6322"/>
                </a:lnTo>
                <a:lnTo>
                  <a:pt x="51451" y="5950"/>
                </a:lnTo>
                <a:lnTo>
                  <a:pt x="51743" y="5525"/>
                </a:lnTo>
                <a:lnTo>
                  <a:pt x="52035" y="5313"/>
                </a:lnTo>
                <a:lnTo>
                  <a:pt x="52327" y="4887"/>
                </a:lnTo>
                <a:lnTo>
                  <a:pt x="52619" y="4622"/>
                </a:lnTo>
                <a:lnTo>
                  <a:pt x="52911" y="4409"/>
                </a:lnTo>
                <a:lnTo>
                  <a:pt x="53145" y="4144"/>
                </a:lnTo>
                <a:lnTo>
                  <a:pt x="53437" y="3772"/>
                </a:lnTo>
                <a:lnTo>
                  <a:pt x="53729" y="3506"/>
                </a:lnTo>
                <a:lnTo>
                  <a:pt x="54021" y="3081"/>
                </a:lnTo>
                <a:lnTo>
                  <a:pt x="54313" y="2709"/>
                </a:lnTo>
                <a:lnTo>
                  <a:pt x="54605" y="2443"/>
                </a:lnTo>
                <a:lnTo>
                  <a:pt x="55014" y="2072"/>
                </a:lnTo>
                <a:lnTo>
                  <a:pt x="55423" y="1540"/>
                </a:lnTo>
                <a:lnTo>
                  <a:pt x="55715" y="1328"/>
                </a:lnTo>
                <a:lnTo>
                  <a:pt x="56007" y="903"/>
                </a:lnTo>
                <a:lnTo>
                  <a:pt x="56299" y="690"/>
                </a:lnTo>
                <a:lnTo>
                  <a:pt x="56532" y="425"/>
                </a:lnTo>
                <a:lnTo>
                  <a:pt x="57000" y="0"/>
                </a:lnTo>
              </a:path>
            </a:pathLst>
          </a:custGeom>
          <a:ln w="817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7780807" y="4520624"/>
            <a:ext cx="56649" cy="37456"/>
          </a:xfrm>
          <a:custGeom>
            <a:avLst/>
            <a:gdLst/>
            <a:ahLst/>
            <a:cxnLst/>
            <a:rect l="l" t="t" r="r" b="b"/>
            <a:pathLst>
              <a:path w="56649" h="37456">
                <a:moveTo>
                  <a:pt x="0" y="37456"/>
                </a:moveTo>
                <a:lnTo>
                  <a:pt x="233" y="37244"/>
                </a:lnTo>
                <a:lnTo>
                  <a:pt x="525" y="36978"/>
                </a:lnTo>
                <a:lnTo>
                  <a:pt x="700" y="36713"/>
                </a:lnTo>
                <a:lnTo>
                  <a:pt x="992" y="36341"/>
                </a:lnTo>
                <a:lnTo>
                  <a:pt x="1226" y="36075"/>
                </a:lnTo>
                <a:lnTo>
                  <a:pt x="1518" y="35703"/>
                </a:lnTo>
                <a:lnTo>
                  <a:pt x="1927" y="35437"/>
                </a:lnTo>
                <a:lnTo>
                  <a:pt x="2219" y="35172"/>
                </a:lnTo>
                <a:lnTo>
                  <a:pt x="2511" y="34906"/>
                </a:lnTo>
                <a:lnTo>
                  <a:pt x="2803" y="34640"/>
                </a:lnTo>
                <a:lnTo>
                  <a:pt x="3095" y="34375"/>
                </a:lnTo>
                <a:lnTo>
                  <a:pt x="3212" y="34003"/>
                </a:lnTo>
                <a:lnTo>
                  <a:pt x="3504" y="33737"/>
                </a:lnTo>
                <a:lnTo>
                  <a:pt x="3796" y="33365"/>
                </a:lnTo>
                <a:lnTo>
                  <a:pt x="4204" y="33100"/>
                </a:lnTo>
                <a:lnTo>
                  <a:pt x="4496" y="32834"/>
                </a:lnTo>
                <a:lnTo>
                  <a:pt x="4788" y="32622"/>
                </a:lnTo>
                <a:lnTo>
                  <a:pt x="5080" y="32356"/>
                </a:lnTo>
                <a:lnTo>
                  <a:pt x="5314" y="32090"/>
                </a:lnTo>
                <a:lnTo>
                  <a:pt x="5606" y="31825"/>
                </a:lnTo>
                <a:lnTo>
                  <a:pt x="5781" y="31453"/>
                </a:lnTo>
                <a:lnTo>
                  <a:pt x="6190" y="31187"/>
                </a:lnTo>
                <a:lnTo>
                  <a:pt x="6482" y="30921"/>
                </a:lnTo>
                <a:lnTo>
                  <a:pt x="6774" y="30549"/>
                </a:lnTo>
                <a:lnTo>
                  <a:pt x="7008" y="30284"/>
                </a:lnTo>
                <a:lnTo>
                  <a:pt x="7300" y="30178"/>
                </a:lnTo>
                <a:lnTo>
                  <a:pt x="7592" y="29912"/>
                </a:lnTo>
                <a:lnTo>
                  <a:pt x="7884" y="29540"/>
                </a:lnTo>
                <a:lnTo>
                  <a:pt x="8176" y="29274"/>
                </a:lnTo>
                <a:lnTo>
                  <a:pt x="8409" y="29009"/>
                </a:lnTo>
                <a:lnTo>
                  <a:pt x="8701" y="28743"/>
                </a:lnTo>
                <a:lnTo>
                  <a:pt x="8993" y="28477"/>
                </a:lnTo>
                <a:lnTo>
                  <a:pt x="9285" y="28105"/>
                </a:lnTo>
                <a:lnTo>
                  <a:pt x="9577" y="27999"/>
                </a:lnTo>
                <a:lnTo>
                  <a:pt x="9869" y="27734"/>
                </a:lnTo>
                <a:lnTo>
                  <a:pt x="10103" y="27468"/>
                </a:lnTo>
                <a:lnTo>
                  <a:pt x="10570" y="27202"/>
                </a:lnTo>
                <a:lnTo>
                  <a:pt x="10687" y="26830"/>
                </a:lnTo>
                <a:lnTo>
                  <a:pt x="10979" y="26565"/>
                </a:lnTo>
                <a:lnTo>
                  <a:pt x="11271" y="26299"/>
                </a:lnTo>
                <a:lnTo>
                  <a:pt x="11563" y="26033"/>
                </a:lnTo>
                <a:lnTo>
                  <a:pt x="11797" y="25821"/>
                </a:lnTo>
                <a:lnTo>
                  <a:pt x="12089" y="25661"/>
                </a:lnTo>
                <a:lnTo>
                  <a:pt x="12556" y="25396"/>
                </a:lnTo>
                <a:lnTo>
                  <a:pt x="12789" y="25183"/>
                </a:lnTo>
                <a:lnTo>
                  <a:pt x="13081" y="24918"/>
                </a:lnTo>
                <a:lnTo>
                  <a:pt x="13257" y="24652"/>
                </a:lnTo>
                <a:lnTo>
                  <a:pt x="13490" y="24280"/>
                </a:lnTo>
                <a:lnTo>
                  <a:pt x="13782" y="24014"/>
                </a:lnTo>
                <a:lnTo>
                  <a:pt x="14074" y="23749"/>
                </a:lnTo>
                <a:lnTo>
                  <a:pt x="14366" y="23483"/>
                </a:lnTo>
                <a:lnTo>
                  <a:pt x="14775" y="23217"/>
                </a:lnTo>
                <a:lnTo>
                  <a:pt x="15067" y="23111"/>
                </a:lnTo>
                <a:lnTo>
                  <a:pt x="15359" y="22846"/>
                </a:lnTo>
                <a:lnTo>
                  <a:pt x="15651" y="22580"/>
                </a:lnTo>
                <a:lnTo>
                  <a:pt x="15768" y="22314"/>
                </a:lnTo>
                <a:lnTo>
                  <a:pt x="16060" y="22102"/>
                </a:lnTo>
                <a:lnTo>
                  <a:pt x="16352" y="21836"/>
                </a:lnTo>
                <a:lnTo>
                  <a:pt x="16761" y="21570"/>
                </a:lnTo>
                <a:lnTo>
                  <a:pt x="17053" y="21305"/>
                </a:lnTo>
                <a:lnTo>
                  <a:pt x="17345" y="21039"/>
                </a:lnTo>
                <a:lnTo>
                  <a:pt x="17578" y="20933"/>
                </a:lnTo>
                <a:lnTo>
                  <a:pt x="17870" y="20773"/>
                </a:lnTo>
                <a:lnTo>
                  <a:pt x="18162" y="20561"/>
                </a:lnTo>
                <a:lnTo>
                  <a:pt x="18338" y="20295"/>
                </a:lnTo>
                <a:lnTo>
                  <a:pt x="18746" y="20030"/>
                </a:lnTo>
                <a:lnTo>
                  <a:pt x="19038" y="19764"/>
                </a:lnTo>
                <a:lnTo>
                  <a:pt x="19272" y="19498"/>
                </a:lnTo>
                <a:lnTo>
                  <a:pt x="19564" y="19233"/>
                </a:lnTo>
                <a:lnTo>
                  <a:pt x="19856" y="19020"/>
                </a:lnTo>
                <a:lnTo>
                  <a:pt x="20148" y="18754"/>
                </a:lnTo>
                <a:lnTo>
                  <a:pt x="20440" y="18595"/>
                </a:lnTo>
                <a:lnTo>
                  <a:pt x="20732" y="18489"/>
                </a:lnTo>
                <a:lnTo>
                  <a:pt x="20966" y="18223"/>
                </a:lnTo>
                <a:lnTo>
                  <a:pt x="21258" y="17958"/>
                </a:lnTo>
                <a:lnTo>
                  <a:pt x="21550" y="17692"/>
                </a:lnTo>
                <a:lnTo>
                  <a:pt x="21842" y="17479"/>
                </a:lnTo>
                <a:lnTo>
                  <a:pt x="22134" y="17320"/>
                </a:lnTo>
                <a:lnTo>
                  <a:pt x="22426" y="17054"/>
                </a:lnTo>
                <a:lnTo>
                  <a:pt x="22659" y="16842"/>
                </a:lnTo>
                <a:lnTo>
                  <a:pt x="23127" y="16576"/>
                </a:lnTo>
                <a:lnTo>
                  <a:pt x="23243" y="16417"/>
                </a:lnTo>
                <a:lnTo>
                  <a:pt x="23535" y="16311"/>
                </a:lnTo>
                <a:lnTo>
                  <a:pt x="23827" y="16045"/>
                </a:lnTo>
                <a:lnTo>
                  <a:pt x="24119" y="15779"/>
                </a:lnTo>
                <a:lnTo>
                  <a:pt x="24353" y="15673"/>
                </a:lnTo>
                <a:lnTo>
                  <a:pt x="24645" y="15407"/>
                </a:lnTo>
                <a:lnTo>
                  <a:pt x="25054" y="15142"/>
                </a:lnTo>
                <a:lnTo>
                  <a:pt x="25346" y="14876"/>
                </a:lnTo>
                <a:lnTo>
                  <a:pt x="25638" y="14770"/>
                </a:lnTo>
                <a:lnTo>
                  <a:pt x="25755" y="14504"/>
                </a:lnTo>
                <a:lnTo>
                  <a:pt x="26047" y="14238"/>
                </a:lnTo>
                <a:lnTo>
                  <a:pt x="26339" y="14132"/>
                </a:lnTo>
                <a:lnTo>
                  <a:pt x="26631" y="13973"/>
                </a:lnTo>
                <a:lnTo>
                  <a:pt x="26923" y="13867"/>
                </a:lnTo>
                <a:lnTo>
                  <a:pt x="27331" y="13601"/>
                </a:lnTo>
                <a:lnTo>
                  <a:pt x="27624" y="13335"/>
                </a:lnTo>
                <a:lnTo>
                  <a:pt x="27916" y="13229"/>
                </a:lnTo>
                <a:lnTo>
                  <a:pt x="28208" y="12963"/>
                </a:lnTo>
                <a:lnTo>
                  <a:pt x="28324" y="12698"/>
                </a:lnTo>
                <a:lnTo>
                  <a:pt x="28616" y="12591"/>
                </a:lnTo>
                <a:lnTo>
                  <a:pt x="28908" y="12326"/>
                </a:lnTo>
                <a:lnTo>
                  <a:pt x="29317" y="12219"/>
                </a:lnTo>
                <a:lnTo>
                  <a:pt x="29609" y="11954"/>
                </a:lnTo>
                <a:lnTo>
                  <a:pt x="29901" y="11794"/>
                </a:lnTo>
                <a:lnTo>
                  <a:pt x="30135" y="11688"/>
                </a:lnTo>
                <a:lnTo>
                  <a:pt x="30427" y="11529"/>
                </a:lnTo>
                <a:lnTo>
                  <a:pt x="30719" y="11316"/>
                </a:lnTo>
                <a:lnTo>
                  <a:pt x="30836" y="11157"/>
                </a:lnTo>
                <a:lnTo>
                  <a:pt x="31303" y="10891"/>
                </a:lnTo>
                <a:lnTo>
                  <a:pt x="31536" y="10785"/>
                </a:lnTo>
                <a:lnTo>
                  <a:pt x="31828" y="10519"/>
                </a:lnTo>
                <a:lnTo>
                  <a:pt x="32120" y="10413"/>
                </a:lnTo>
                <a:lnTo>
                  <a:pt x="32412" y="10147"/>
                </a:lnTo>
                <a:lnTo>
                  <a:pt x="32704" y="9988"/>
                </a:lnTo>
                <a:lnTo>
                  <a:pt x="32996" y="9775"/>
                </a:lnTo>
                <a:lnTo>
                  <a:pt x="33230" y="9616"/>
                </a:lnTo>
                <a:lnTo>
                  <a:pt x="33522" y="9510"/>
                </a:lnTo>
                <a:lnTo>
                  <a:pt x="33814" y="9350"/>
                </a:lnTo>
                <a:lnTo>
                  <a:pt x="34106" y="9244"/>
                </a:lnTo>
                <a:lnTo>
                  <a:pt x="34398" y="8979"/>
                </a:lnTo>
                <a:lnTo>
                  <a:pt x="34690" y="8872"/>
                </a:lnTo>
                <a:lnTo>
                  <a:pt x="34924" y="8713"/>
                </a:lnTo>
                <a:lnTo>
                  <a:pt x="35216" y="8447"/>
                </a:lnTo>
                <a:lnTo>
                  <a:pt x="35683" y="8341"/>
                </a:lnTo>
                <a:lnTo>
                  <a:pt x="36092" y="7969"/>
                </a:lnTo>
                <a:lnTo>
                  <a:pt x="36384" y="7810"/>
                </a:lnTo>
                <a:lnTo>
                  <a:pt x="36617" y="7703"/>
                </a:lnTo>
                <a:lnTo>
                  <a:pt x="36909" y="7438"/>
                </a:lnTo>
                <a:lnTo>
                  <a:pt x="37201" y="7331"/>
                </a:lnTo>
                <a:lnTo>
                  <a:pt x="37610" y="7172"/>
                </a:lnTo>
                <a:lnTo>
                  <a:pt x="37902" y="7066"/>
                </a:lnTo>
                <a:lnTo>
                  <a:pt x="38194" y="6906"/>
                </a:lnTo>
                <a:lnTo>
                  <a:pt x="38603" y="6694"/>
                </a:lnTo>
                <a:lnTo>
                  <a:pt x="38895" y="6535"/>
                </a:lnTo>
                <a:lnTo>
                  <a:pt x="39187" y="6428"/>
                </a:lnTo>
                <a:lnTo>
                  <a:pt x="39479" y="6163"/>
                </a:lnTo>
                <a:lnTo>
                  <a:pt x="39888" y="6056"/>
                </a:lnTo>
                <a:lnTo>
                  <a:pt x="40180" y="5897"/>
                </a:lnTo>
                <a:lnTo>
                  <a:pt x="40472" y="5791"/>
                </a:lnTo>
                <a:lnTo>
                  <a:pt x="40705" y="5631"/>
                </a:lnTo>
                <a:lnTo>
                  <a:pt x="40881" y="5525"/>
                </a:lnTo>
                <a:lnTo>
                  <a:pt x="41173" y="5259"/>
                </a:lnTo>
                <a:lnTo>
                  <a:pt x="41465" y="5153"/>
                </a:lnTo>
                <a:lnTo>
                  <a:pt x="41874" y="4994"/>
                </a:lnTo>
                <a:lnTo>
                  <a:pt x="42166" y="4887"/>
                </a:lnTo>
                <a:lnTo>
                  <a:pt x="42399" y="4728"/>
                </a:lnTo>
                <a:lnTo>
                  <a:pt x="42691" y="4622"/>
                </a:lnTo>
                <a:lnTo>
                  <a:pt x="42983" y="4622"/>
                </a:lnTo>
                <a:lnTo>
                  <a:pt x="43275" y="4516"/>
                </a:lnTo>
                <a:lnTo>
                  <a:pt x="43392" y="4356"/>
                </a:lnTo>
                <a:lnTo>
                  <a:pt x="43859" y="4250"/>
                </a:lnTo>
                <a:lnTo>
                  <a:pt x="44093" y="4091"/>
                </a:lnTo>
                <a:lnTo>
                  <a:pt x="44385" y="3984"/>
                </a:lnTo>
                <a:lnTo>
                  <a:pt x="44677" y="3825"/>
                </a:lnTo>
                <a:lnTo>
                  <a:pt x="44969" y="3719"/>
                </a:lnTo>
                <a:lnTo>
                  <a:pt x="45261" y="3612"/>
                </a:lnTo>
                <a:lnTo>
                  <a:pt x="45553" y="3453"/>
                </a:lnTo>
                <a:lnTo>
                  <a:pt x="45786" y="3347"/>
                </a:lnTo>
                <a:lnTo>
                  <a:pt x="46078" y="3187"/>
                </a:lnTo>
                <a:lnTo>
                  <a:pt x="46370" y="3081"/>
                </a:lnTo>
                <a:lnTo>
                  <a:pt x="46662" y="2975"/>
                </a:lnTo>
                <a:lnTo>
                  <a:pt x="46954" y="2815"/>
                </a:lnTo>
                <a:lnTo>
                  <a:pt x="47246" y="2709"/>
                </a:lnTo>
                <a:lnTo>
                  <a:pt x="47480" y="2550"/>
                </a:lnTo>
                <a:lnTo>
                  <a:pt x="47772" y="2443"/>
                </a:lnTo>
                <a:lnTo>
                  <a:pt x="48181" y="2443"/>
                </a:lnTo>
                <a:lnTo>
                  <a:pt x="48473" y="2337"/>
                </a:lnTo>
                <a:lnTo>
                  <a:pt x="48648" y="2337"/>
                </a:lnTo>
                <a:lnTo>
                  <a:pt x="48940" y="2178"/>
                </a:lnTo>
                <a:lnTo>
                  <a:pt x="49174" y="2072"/>
                </a:lnTo>
                <a:lnTo>
                  <a:pt x="49466" y="1912"/>
                </a:lnTo>
                <a:lnTo>
                  <a:pt x="49758" y="1912"/>
                </a:lnTo>
                <a:lnTo>
                  <a:pt x="50167" y="1806"/>
                </a:lnTo>
                <a:lnTo>
                  <a:pt x="50459" y="1647"/>
                </a:lnTo>
                <a:lnTo>
                  <a:pt x="50751" y="1540"/>
                </a:lnTo>
                <a:lnTo>
                  <a:pt x="51159" y="1434"/>
                </a:lnTo>
                <a:lnTo>
                  <a:pt x="51451" y="1275"/>
                </a:lnTo>
                <a:lnTo>
                  <a:pt x="51743" y="1168"/>
                </a:lnTo>
                <a:lnTo>
                  <a:pt x="52035" y="1009"/>
                </a:lnTo>
                <a:lnTo>
                  <a:pt x="52444" y="1009"/>
                </a:lnTo>
                <a:lnTo>
                  <a:pt x="52736" y="903"/>
                </a:lnTo>
                <a:lnTo>
                  <a:pt x="53028" y="796"/>
                </a:lnTo>
                <a:lnTo>
                  <a:pt x="53262" y="796"/>
                </a:lnTo>
                <a:lnTo>
                  <a:pt x="53437" y="637"/>
                </a:lnTo>
                <a:lnTo>
                  <a:pt x="53729" y="531"/>
                </a:lnTo>
                <a:lnTo>
                  <a:pt x="53963" y="531"/>
                </a:lnTo>
                <a:lnTo>
                  <a:pt x="54430" y="371"/>
                </a:lnTo>
                <a:lnTo>
                  <a:pt x="54722" y="371"/>
                </a:lnTo>
                <a:lnTo>
                  <a:pt x="54956" y="265"/>
                </a:lnTo>
                <a:lnTo>
                  <a:pt x="55248" y="106"/>
                </a:lnTo>
                <a:lnTo>
                  <a:pt x="55540" y="106"/>
                </a:lnTo>
                <a:lnTo>
                  <a:pt x="55832" y="0"/>
                </a:lnTo>
                <a:lnTo>
                  <a:pt x="56357" y="0"/>
                </a:lnTo>
                <a:lnTo>
                  <a:pt x="56649" y="0"/>
                </a:lnTo>
              </a:path>
            </a:pathLst>
          </a:custGeom>
          <a:ln w="792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7837456" y="4518977"/>
            <a:ext cx="56824" cy="18329"/>
          </a:xfrm>
          <a:custGeom>
            <a:avLst/>
            <a:gdLst/>
            <a:ahLst/>
            <a:cxnLst/>
            <a:rect l="l" t="t" r="r" b="b"/>
            <a:pathLst>
              <a:path w="56824" h="18329">
                <a:moveTo>
                  <a:pt x="0" y="1647"/>
                </a:moveTo>
                <a:lnTo>
                  <a:pt x="292" y="1540"/>
                </a:lnTo>
                <a:lnTo>
                  <a:pt x="584" y="1381"/>
                </a:lnTo>
                <a:lnTo>
                  <a:pt x="876" y="1381"/>
                </a:lnTo>
                <a:lnTo>
                  <a:pt x="1168" y="1275"/>
                </a:lnTo>
                <a:lnTo>
                  <a:pt x="1401" y="1275"/>
                </a:lnTo>
                <a:lnTo>
                  <a:pt x="1693" y="1275"/>
                </a:lnTo>
                <a:lnTo>
                  <a:pt x="1985" y="1115"/>
                </a:lnTo>
                <a:lnTo>
                  <a:pt x="2277" y="1115"/>
                </a:lnTo>
                <a:lnTo>
                  <a:pt x="2569" y="1009"/>
                </a:lnTo>
                <a:lnTo>
                  <a:pt x="2861" y="1009"/>
                </a:lnTo>
                <a:lnTo>
                  <a:pt x="3095" y="903"/>
                </a:lnTo>
                <a:lnTo>
                  <a:pt x="3387" y="903"/>
                </a:lnTo>
                <a:lnTo>
                  <a:pt x="3679" y="903"/>
                </a:lnTo>
                <a:lnTo>
                  <a:pt x="4088" y="743"/>
                </a:lnTo>
                <a:lnTo>
                  <a:pt x="4380" y="743"/>
                </a:lnTo>
                <a:lnTo>
                  <a:pt x="4555" y="637"/>
                </a:lnTo>
                <a:lnTo>
                  <a:pt x="4788" y="637"/>
                </a:lnTo>
                <a:lnTo>
                  <a:pt x="5080" y="637"/>
                </a:lnTo>
                <a:lnTo>
                  <a:pt x="5372" y="637"/>
                </a:lnTo>
                <a:lnTo>
                  <a:pt x="5664" y="478"/>
                </a:lnTo>
                <a:lnTo>
                  <a:pt x="6073" y="478"/>
                </a:lnTo>
                <a:lnTo>
                  <a:pt x="6365" y="478"/>
                </a:lnTo>
                <a:lnTo>
                  <a:pt x="6657" y="371"/>
                </a:lnTo>
                <a:lnTo>
                  <a:pt x="6949" y="371"/>
                </a:lnTo>
                <a:lnTo>
                  <a:pt x="7358" y="371"/>
                </a:lnTo>
                <a:lnTo>
                  <a:pt x="7650" y="212"/>
                </a:lnTo>
                <a:lnTo>
                  <a:pt x="7942" y="212"/>
                </a:lnTo>
                <a:lnTo>
                  <a:pt x="8351" y="212"/>
                </a:lnTo>
                <a:lnTo>
                  <a:pt x="8643" y="212"/>
                </a:lnTo>
                <a:lnTo>
                  <a:pt x="8877" y="212"/>
                </a:lnTo>
                <a:lnTo>
                  <a:pt x="9169" y="106"/>
                </a:lnTo>
                <a:lnTo>
                  <a:pt x="9461" y="106"/>
                </a:lnTo>
                <a:lnTo>
                  <a:pt x="9636" y="106"/>
                </a:lnTo>
                <a:lnTo>
                  <a:pt x="9869" y="106"/>
                </a:lnTo>
                <a:lnTo>
                  <a:pt x="10337" y="106"/>
                </a:lnTo>
                <a:lnTo>
                  <a:pt x="10570" y="106"/>
                </a:lnTo>
                <a:lnTo>
                  <a:pt x="10862" y="106"/>
                </a:lnTo>
                <a:lnTo>
                  <a:pt x="11154" y="106"/>
                </a:lnTo>
                <a:lnTo>
                  <a:pt x="11446" y="106"/>
                </a:lnTo>
                <a:lnTo>
                  <a:pt x="11738" y="106"/>
                </a:lnTo>
                <a:lnTo>
                  <a:pt x="12264" y="0"/>
                </a:lnTo>
                <a:lnTo>
                  <a:pt x="12556" y="0"/>
                </a:lnTo>
                <a:lnTo>
                  <a:pt x="12848" y="0"/>
                </a:lnTo>
                <a:lnTo>
                  <a:pt x="13140" y="0"/>
                </a:lnTo>
                <a:lnTo>
                  <a:pt x="13432" y="0"/>
                </a:lnTo>
                <a:lnTo>
                  <a:pt x="13724" y="0"/>
                </a:lnTo>
                <a:lnTo>
                  <a:pt x="13958" y="106"/>
                </a:lnTo>
                <a:lnTo>
                  <a:pt x="14250" y="106"/>
                </a:lnTo>
                <a:lnTo>
                  <a:pt x="14542" y="106"/>
                </a:lnTo>
                <a:lnTo>
                  <a:pt x="14834" y="106"/>
                </a:lnTo>
                <a:lnTo>
                  <a:pt x="15126" y="106"/>
                </a:lnTo>
                <a:lnTo>
                  <a:pt x="15418" y="106"/>
                </a:lnTo>
                <a:lnTo>
                  <a:pt x="15651" y="106"/>
                </a:lnTo>
                <a:lnTo>
                  <a:pt x="15943" y="106"/>
                </a:lnTo>
                <a:lnTo>
                  <a:pt x="16235" y="106"/>
                </a:lnTo>
                <a:lnTo>
                  <a:pt x="16644" y="106"/>
                </a:lnTo>
                <a:lnTo>
                  <a:pt x="16936" y="212"/>
                </a:lnTo>
                <a:lnTo>
                  <a:pt x="17345" y="212"/>
                </a:lnTo>
                <a:lnTo>
                  <a:pt x="17637" y="212"/>
                </a:lnTo>
                <a:lnTo>
                  <a:pt x="17929" y="212"/>
                </a:lnTo>
                <a:lnTo>
                  <a:pt x="18221" y="371"/>
                </a:lnTo>
                <a:lnTo>
                  <a:pt x="18630" y="371"/>
                </a:lnTo>
                <a:lnTo>
                  <a:pt x="18922" y="371"/>
                </a:lnTo>
                <a:lnTo>
                  <a:pt x="19214" y="371"/>
                </a:lnTo>
                <a:lnTo>
                  <a:pt x="19506" y="478"/>
                </a:lnTo>
                <a:lnTo>
                  <a:pt x="19914" y="478"/>
                </a:lnTo>
                <a:lnTo>
                  <a:pt x="20206" y="637"/>
                </a:lnTo>
                <a:lnTo>
                  <a:pt x="20440" y="637"/>
                </a:lnTo>
                <a:lnTo>
                  <a:pt x="20907" y="637"/>
                </a:lnTo>
                <a:lnTo>
                  <a:pt x="21199" y="743"/>
                </a:lnTo>
                <a:lnTo>
                  <a:pt x="21433" y="743"/>
                </a:lnTo>
                <a:lnTo>
                  <a:pt x="21725" y="743"/>
                </a:lnTo>
                <a:lnTo>
                  <a:pt x="22017" y="903"/>
                </a:lnTo>
                <a:lnTo>
                  <a:pt x="22426" y="903"/>
                </a:lnTo>
                <a:lnTo>
                  <a:pt x="22893" y="1009"/>
                </a:lnTo>
                <a:lnTo>
                  <a:pt x="23127" y="1009"/>
                </a:lnTo>
                <a:lnTo>
                  <a:pt x="23419" y="1115"/>
                </a:lnTo>
                <a:lnTo>
                  <a:pt x="23711" y="1115"/>
                </a:lnTo>
                <a:lnTo>
                  <a:pt x="24003" y="1275"/>
                </a:lnTo>
                <a:lnTo>
                  <a:pt x="24295" y="1275"/>
                </a:lnTo>
                <a:lnTo>
                  <a:pt x="24528" y="1381"/>
                </a:lnTo>
                <a:lnTo>
                  <a:pt x="24820" y="1381"/>
                </a:lnTo>
                <a:lnTo>
                  <a:pt x="25112" y="1540"/>
                </a:lnTo>
                <a:lnTo>
                  <a:pt x="25404" y="1540"/>
                </a:lnTo>
                <a:lnTo>
                  <a:pt x="25696" y="1647"/>
                </a:lnTo>
                <a:lnTo>
                  <a:pt x="25988" y="1647"/>
                </a:lnTo>
                <a:lnTo>
                  <a:pt x="26222" y="1647"/>
                </a:lnTo>
                <a:lnTo>
                  <a:pt x="26514" y="1753"/>
                </a:lnTo>
                <a:lnTo>
                  <a:pt x="26806" y="1753"/>
                </a:lnTo>
                <a:lnTo>
                  <a:pt x="27098" y="1912"/>
                </a:lnTo>
                <a:lnTo>
                  <a:pt x="27390" y="1912"/>
                </a:lnTo>
                <a:lnTo>
                  <a:pt x="27682" y="2018"/>
                </a:lnTo>
                <a:lnTo>
                  <a:pt x="27916" y="2178"/>
                </a:lnTo>
                <a:lnTo>
                  <a:pt x="28208" y="2178"/>
                </a:lnTo>
                <a:lnTo>
                  <a:pt x="28500" y="2284"/>
                </a:lnTo>
                <a:lnTo>
                  <a:pt x="28792" y="2443"/>
                </a:lnTo>
                <a:lnTo>
                  <a:pt x="29200" y="2443"/>
                </a:lnTo>
                <a:lnTo>
                  <a:pt x="29492" y="2550"/>
                </a:lnTo>
                <a:lnTo>
                  <a:pt x="29901" y="2815"/>
                </a:lnTo>
                <a:lnTo>
                  <a:pt x="30193" y="2815"/>
                </a:lnTo>
                <a:lnTo>
                  <a:pt x="30485" y="2922"/>
                </a:lnTo>
                <a:lnTo>
                  <a:pt x="30777" y="3081"/>
                </a:lnTo>
                <a:lnTo>
                  <a:pt x="31186" y="3187"/>
                </a:lnTo>
                <a:lnTo>
                  <a:pt x="31478" y="3187"/>
                </a:lnTo>
                <a:lnTo>
                  <a:pt x="31770" y="3294"/>
                </a:lnTo>
                <a:lnTo>
                  <a:pt x="32004" y="3453"/>
                </a:lnTo>
                <a:lnTo>
                  <a:pt x="32179" y="3559"/>
                </a:lnTo>
                <a:lnTo>
                  <a:pt x="32471" y="3719"/>
                </a:lnTo>
                <a:lnTo>
                  <a:pt x="32763" y="3825"/>
                </a:lnTo>
                <a:lnTo>
                  <a:pt x="32996" y="3984"/>
                </a:lnTo>
                <a:lnTo>
                  <a:pt x="33464" y="3984"/>
                </a:lnTo>
                <a:lnTo>
                  <a:pt x="33697" y="3984"/>
                </a:lnTo>
                <a:lnTo>
                  <a:pt x="33989" y="4091"/>
                </a:lnTo>
                <a:lnTo>
                  <a:pt x="34281" y="4197"/>
                </a:lnTo>
                <a:lnTo>
                  <a:pt x="34573" y="4356"/>
                </a:lnTo>
                <a:lnTo>
                  <a:pt x="34982" y="4622"/>
                </a:lnTo>
                <a:lnTo>
                  <a:pt x="35391" y="4728"/>
                </a:lnTo>
                <a:lnTo>
                  <a:pt x="35683" y="4834"/>
                </a:lnTo>
                <a:lnTo>
                  <a:pt x="35975" y="4994"/>
                </a:lnTo>
                <a:lnTo>
                  <a:pt x="36267" y="5100"/>
                </a:lnTo>
                <a:lnTo>
                  <a:pt x="36559" y="5259"/>
                </a:lnTo>
                <a:lnTo>
                  <a:pt x="36851" y="5366"/>
                </a:lnTo>
                <a:lnTo>
                  <a:pt x="37085" y="5472"/>
                </a:lnTo>
                <a:lnTo>
                  <a:pt x="37377" y="5631"/>
                </a:lnTo>
                <a:lnTo>
                  <a:pt x="37669" y="5738"/>
                </a:lnTo>
                <a:lnTo>
                  <a:pt x="37961" y="6003"/>
                </a:lnTo>
                <a:lnTo>
                  <a:pt x="38253" y="6163"/>
                </a:lnTo>
                <a:lnTo>
                  <a:pt x="38545" y="6269"/>
                </a:lnTo>
                <a:lnTo>
                  <a:pt x="38778" y="6269"/>
                </a:lnTo>
                <a:lnTo>
                  <a:pt x="39070" y="6375"/>
                </a:lnTo>
                <a:lnTo>
                  <a:pt x="39362" y="6535"/>
                </a:lnTo>
                <a:lnTo>
                  <a:pt x="39654" y="6641"/>
                </a:lnTo>
                <a:lnTo>
                  <a:pt x="39946" y="6906"/>
                </a:lnTo>
                <a:lnTo>
                  <a:pt x="40238" y="7013"/>
                </a:lnTo>
                <a:lnTo>
                  <a:pt x="40472" y="7172"/>
                </a:lnTo>
                <a:lnTo>
                  <a:pt x="40764" y="7278"/>
                </a:lnTo>
                <a:lnTo>
                  <a:pt x="41056" y="7544"/>
                </a:lnTo>
                <a:lnTo>
                  <a:pt x="41348" y="7703"/>
                </a:lnTo>
                <a:lnTo>
                  <a:pt x="41757" y="7810"/>
                </a:lnTo>
                <a:lnTo>
                  <a:pt x="42049" y="7916"/>
                </a:lnTo>
                <a:lnTo>
                  <a:pt x="42166" y="8182"/>
                </a:lnTo>
                <a:lnTo>
                  <a:pt x="42458" y="8341"/>
                </a:lnTo>
                <a:lnTo>
                  <a:pt x="42750" y="8447"/>
                </a:lnTo>
                <a:lnTo>
                  <a:pt x="43042" y="8713"/>
                </a:lnTo>
                <a:lnTo>
                  <a:pt x="43334" y="8713"/>
                </a:lnTo>
                <a:lnTo>
                  <a:pt x="43567" y="8819"/>
                </a:lnTo>
                <a:lnTo>
                  <a:pt x="44034" y="9085"/>
                </a:lnTo>
                <a:lnTo>
                  <a:pt x="44326" y="9244"/>
                </a:lnTo>
                <a:lnTo>
                  <a:pt x="44560" y="9457"/>
                </a:lnTo>
                <a:lnTo>
                  <a:pt x="44735" y="9616"/>
                </a:lnTo>
                <a:lnTo>
                  <a:pt x="45027" y="9722"/>
                </a:lnTo>
                <a:lnTo>
                  <a:pt x="45261" y="9988"/>
                </a:lnTo>
                <a:lnTo>
                  <a:pt x="45553" y="10094"/>
                </a:lnTo>
                <a:lnTo>
                  <a:pt x="46020" y="10360"/>
                </a:lnTo>
                <a:lnTo>
                  <a:pt x="46254" y="10519"/>
                </a:lnTo>
                <a:lnTo>
                  <a:pt x="46546" y="10785"/>
                </a:lnTo>
                <a:lnTo>
                  <a:pt x="46838" y="10891"/>
                </a:lnTo>
                <a:lnTo>
                  <a:pt x="47130" y="10997"/>
                </a:lnTo>
                <a:lnTo>
                  <a:pt x="47246" y="11157"/>
                </a:lnTo>
                <a:lnTo>
                  <a:pt x="47538" y="11423"/>
                </a:lnTo>
                <a:lnTo>
                  <a:pt x="47947" y="11529"/>
                </a:lnTo>
                <a:lnTo>
                  <a:pt x="48239" y="11794"/>
                </a:lnTo>
                <a:lnTo>
                  <a:pt x="48531" y="12060"/>
                </a:lnTo>
                <a:lnTo>
                  <a:pt x="48823" y="12166"/>
                </a:lnTo>
                <a:lnTo>
                  <a:pt x="49115" y="12432"/>
                </a:lnTo>
                <a:lnTo>
                  <a:pt x="49349" y="12698"/>
                </a:lnTo>
                <a:lnTo>
                  <a:pt x="49641" y="12804"/>
                </a:lnTo>
                <a:lnTo>
                  <a:pt x="49816" y="13070"/>
                </a:lnTo>
                <a:lnTo>
                  <a:pt x="50225" y="13335"/>
                </a:lnTo>
                <a:lnTo>
                  <a:pt x="50517" y="13335"/>
                </a:lnTo>
                <a:lnTo>
                  <a:pt x="50809" y="13601"/>
                </a:lnTo>
                <a:lnTo>
                  <a:pt x="51043" y="13867"/>
                </a:lnTo>
                <a:lnTo>
                  <a:pt x="51335" y="13973"/>
                </a:lnTo>
                <a:lnTo>
                  <a:pt x="51627" y="14238"/>
                </a:lnTo>
                <a:lnTo>
                  <a:pt x="51919" y="14504"/>
                </a:lnTo>
                <a:lnTo>
                  <a:pt x="52211" y="14717"/>
                </a:lnTo>
                <a:lnTo>
                  <a:pt x="52503" y="14876"/>
                </a:lnTo>
                <a:lnTo>
                  <a:pt x="52736" y="15142"/>
                </a:lnTo>
                <a:lnTo>
                  <a:pt x="53028" y="15407"/>
                </a:lnTo>
                <a:lnTo>
                  <a:pt x="53320" y="15620"/>
                </a:lnTo>
                <a:lnTo>
                  <a:pt x="53612" y="15779"/>
                </a:lnTo>
                <a:lnTo>
                  <a:pt x="53904" y="15885"/>
                </a:lnTo>
                <a:lnTo>
                  <a:pt x="54313" y="16151"/>
                </a:lnTo>
                <a:lnTo>
                  <a:pt x="54605" y="16417"/>
                </a:lnTo>
                <a:lnTo>
                  <a:pt x="54722" y="16682"/>
                </a:lnTo>
                <a:lnTo>
                  <a:pt x="55014" y="16948"/>
                </a:lnTo>
                <a:lnTo>
                  <a:pt x="55306" y="17161"/>
                </a:lnTo>
                <a:lnTo>
                  <a:pt x="55598" y="17426"/>
                </a:lnTo>
                <a:lnTo>
                  <a:pt x="55890" y="17692"/>
                </a:lnTo>
                <a:lnTo>
                  <a:pt x="56124" y="17958"/>
                </a:lnTo>
                <a:lnTo>
                  <a:pt x="56591" y="18064"/>
                </a:lnTo>
                <a:lnTo>
                  <a:pt x="56824" y="18329"/>
                </a:lnTo>
              </a:path>
            </a:pathLst>
          </a:custGeom>
          <a:ln w="7769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7894281" y="4537307"/>
            <a:ext cx="56708" cy="81395"/>
          </a:xfrm>
          <a:custGeom>
            <a:avLst/>
            <a:gdLst/>
            <a:ahLst/>
            <a:cxnLst/>
            <a:rect l="l" t="t" r="r" b="b"/>
            <a:pathLst>
              <a:path w="56708" h="81395">
                <a:moveTo>
                  <a:pt x="0" y="0"/>
                </a:moveTo>
                <a:lnTo>
                  <a:pt x="292" y="265"/>
                </a:lnTo>
                <a:lnTo>
                  <a:pt x="467" y="531"/>
                </a:lnTo>
                <a:lnTo>
                  <a:pt x="759" y="796"/>
                </a:lnTo>
                <a:lnTo>
                  <a:pt x="992" y="1009"/>
                </a:lnTo>
                <a:lnTo>
                  <a:pt x="1284" y="1275"/>
                </a:lnTo>
                <a:lnTo>
                  <a:pt x="1693" y="1540"/>
                </a:lnTo>
                <a:lnTo>
                  <a:pt x="1985" y="1806"/>
                </a:lnTo>
                <a:lnTo>
                  <a:pt x="2277" y="1912"/>
                </a:lnTo>
                <a:lnTo>
                  <a:pt x="2569" y="2178"/>
                </a:lnTo>
                <a:lnTo>
                  <a:pt x="2861" y="2443"/>
                </a:lnTo>
                <a:lnTo>
                  <a:pt x="2978" y="2709"/>
                </a:lnTo>
                <a:lnTo>
                  <a:pt x="3270" y="3081"/>
                </a:lnTo>
                <a:lnTo>
                  <a:pt x="3679" y="3347"/>
                </a:lnTo>
                <a:lnTo>
                  <a:pt x="3971" y="3612"/>
                </a:lnTo>
                <a:lnTo>
                  <a:pt x="4263" y="3878"/>
                </a:lnTo>
                <a:lnTo>
                  <a:pt x="4555" y="4091"/>
                </a:lnTo>
                <a:lnTo>
                  <a:pt x="4847" y="4356"/>
                </a:lnTo>
                <a:lnTo>
                  <a:pt x="5080" y="4622"/>
                </a:lnTo>
                <a:lnTo>
                  <a:pt x="5372" y="4887"/>
                </a:lnTo>
                <a:lnTo>
                  <a:pt x="5548" y="5153"/>
                </a:lnTo>
                <a:lnTo>
                  <a:pt x="5956" y="5525"/>
                </a:lnTo>
                <a:lnTo>
                  <a:pt x="6248" y="5791"/>
                </a:lnTo>
                <a:lnTo>
                  <a:pt x="6540" y="6056"/>
                </a:lnTo>
                <a:lnTo>
                  <a:pt x="6774" y="6269"/>
                </a:lnTo>
                <a:lnTo>
                  <a:pt x="7066" y="6535"/>
                </a:lnTo>
                <a:lnTo>
                  <a:pt x="7358" y="6800"/>
                </a:lnTo>
                <a:lnTo>
                  <a:pt x="7650" y="7172"/>
                </a:lnTo>
                <a:lnTo>
                  <a:pt x="7942" y="7438"/>
                </a:lnTo>
                <a:lnTo>
                  <a:pt x="8176" y="7703"/>
                </a:lnTo>
                <a:lnTo>
                  <a:pt x="8468" y="8075"/>
                </a:lnTo>
                <a:lnTo>
                  <a:pt x="8760" y="8341"/>
                </a:lnTo>
                <a:lnTo>
                  <a:pt x="9052" y="8607"/>
                </a:lnTo>
                <a:lnTo>
                  <a:pt x="9344" y="8979"/>
                </a:lnTo>
                <a:lnTo>
                  <a:pt x="9636" y="9138"/>
                </a:lnTo>
                <a:lnTo>
                  <a:pt x="10045" y="9510"/>
                </a:lnTo>
                <a:lnTo>
                  <a:pt x="10337" y="9775"/>
                </a:lnTo>
                <a:lnTo>
                  <a:pt x="10453" y="10147"/>
                </a:lnTo>
                <a:lnTo>
                  <a:pt x="10745" y="10413"/>
                </a:lnTo>
                <a:lnTo>
                  <a:pt x="11037" y="10785"/>
                </a:lnTo>
                <a:lnTo>
                  <a:pt x="11329" y="11051"/>
                </a:lnTo>
                <a:lnTo>
                  <a:pt x="11563" y="11316"/>
                </a:lnTo>
                <a:lnTo>
                  <a:pt x="11855" y="11582"/>
                </a:lnTo>
                <a:lnTo>
                  <a:pt x="12322" y="11954"/>
                </a:lnTo>
                <a:lnTo>
                  <a:pt x="12556" y="12326"/>
                </a:lnTo>
                <a:lnTo>
                  <a:pt x="12848" y="12591"/>
                </a:lnTo>
                <a:lnTo>
                  <a:pt x="13023" y="12963"/>
                </a:lnTo>
                <a:lnTo>
                  <a:pt x="13257" y="13229"/>
                </a:lnTo>
                <a:lnTo>
                  <a:pt x="13549" y="13601"/>
                </a:lnTo>
                <a:lnTo>
                  <a:pt x="13841" y="13867"/>
                </a:lnTo>
                <a:lnTo>
                  <a:pt x="14250" y="14132"/>
                </a:lnTo>
                <a:lnTo>
                  <a:pt x="14542" y="14504"/>
                </a:lnTo>
                <a:lnTo>
                  <a:pt x="14834" y="14876"/>
                </a:lnTo>
                <a:lnTo>
                  <a:pt x="15126" y="15301"/>
                </a:lnTo>
                <a:lnTo>
                  <a:pt x="15418" y="15514"/>
                </a:lnTo>
                <a:lnTo>
                  <a:pt x="15534" y="15939"/>
                </a:lnTo>
                <a:lnTo>
                  <a:pt x="15826" y="16151"/>
                </a:lnTo>
                <a:lnTo>
                  <a:pt x="16235" y="16576"/>
                </a:lnTo>
                <a:lnTo>
                  <a:pt x="16527" y="16842"/>
                </a:lnTo>
                <a:lnTo>
                  <a:pt x="16819" y="17214"/>
                </a:lnTo>
                <a:lnTo>
                  <a:pt x="17111" y="17586"/>
                </a:lnTo>
                <a:lnTo>
                  <a:pt x="17345" y="17958"/>
                </a:lnTo>
                <a:lnTo>
                  <a:pt x="17637" y="18223"/>
                </a:lnTo>
                <a:lnTo>
                  <a:pt x="17929" y="18489"/>
                </a:lnTo>
                <a:lnTo>
                  <a:pt x="18104" y="18861"/>
                </a:lnTo>
                <a:lnTo>
                  <a:pt x="18513" y="19233"/>
                </a:lnTo>
                <a:lnTo>
                  <a:pt x="18805" y="19658"/>
                </a:lnTo>
                <a:lnTo>
                  <a:pt x="19038" y="20030"/>
                </a:lnTo>
                <a:lnTo>
                  <a:pt x="19330" y="20402"/>
                </a:lnTo>
                <a:lnTo>
                  <a:pt x="19622" y="20667"/>
                </a:lnTo>
                <a:lnTo>
                  <a:pt x="19914" y="21039"/>
                </a:lnTo>
                <a:lnTo>
                  <a:pt x="20206" y="21464"/>
                </a:lnTo>
                <a:lnTo>
                  <a:pt x="20499" y="21836"/>
                </a:lnTo>
                <a:lnTo>
                  <a:pt x="20732" y="22208"/>
                </a:lnTo>
                <a:lnTo>
                  <a:pt x="21024" y="22580"/>
                </a:lnTo>
                <a:lnTo>
                  <a:pt x="21316" y="22846"/>
                </a:lnTo>
                <a:lnTo>
                  <a:pt x="21608" y="23217"/>
                </a:lnTo>
                <a:lnTo>
                  <a:pt x="21900" y="23642"/>
                </a:lnTo>
                <a:lnTo>
                  <a:pt x="22192" y="24014"/>
                </a:lnTo>
                <a:lnTo>
                  <a:pt x="22601" y="24386"/>
                </a:lnTo>
                <a:lnTo>
                  <a:pt x="22893" y="24758"/>
                </a:lnTo>
                <a:lnTo>
                  <a:pt x="23010" y="25183"/>
                </a:lnTo>
                <a:lnTo>
                  <a:pt x="23302" y="25396"/>
                </a:lnTo>
                <a:lnTo>
                  <a:pt x="23594" y="25821"/>
                </a:lnTo>
                <a:lnTo>
                  <a:pt x="23886" y="26299"/>
                </a:lnTo>
                <a:lnTo>
                  <a:pt x="24119" y="26724"/>
                </a:lnTo>
                <a:lnTo>
                  <a:pt x="24411" y="27096"/>
                </a:lnTo>
                <a:lnTo>
                  <a:pt x="24820" y="27468"/>
                </a:lnTo>
                <a:lnTo>
                  <a:pt x="25112" y="27734"/>
                </a:lnTo>
                <a:lnTo>
                  <a:pt x="25404" y="28105"/>
                </a:lnTo>
                <a:lnTo>
                  <a:pt x="25579" y="28637"/>
                </a:lnTo>
                <a:lnTo>
                  <a:pt x="25813" y="29009"/>
                </a:lnTo>
                <a:lnTo>
                  <a:pt x="26105" y="29381"/>
                </a:lnTo>
                <a:lnTo>
                  <a:pt x="26397" y="29806"/>
                </a:lnTo>
                <a:lnTo>
                  <a:pt x="26806" y="30178"/>
                </a:lnTo>
                <a:lnTo>
                  <a:pt x="27098" y="30549"/>
                </a:lnTo>
                <a:lnTo>
                  <a:pt x="27390" y="30921"/>
                </a:lnTo>
                <a:lnTo>
                  <a:pt x="27682" y="31453"/>
                </a:lnTo>
                <a:lnTo>
                  <a:pt x="27974" y="31825"/>
                </a:lnTo>
                <a:lnTo>
                  <a:pt x="28091" y="32196"/>
                </a:lnTo>
                <a:lnTo>
                  <a:pt x="28383" y="32622"/>
                </a:lnTo>
                <a:lnTo>
                  <a:pt x="28792" y="32993"/>
                </a:lnTo>
                <a:lnTo>
                  <a:pt x="29084" y="33365"/>
                </a:lnTo>
                <a:lnTo>
                  <a:pt x="29376" y="33897"/>
                </a:lnTo>
                <a:lnTo>
                  <a:pt x="29668" y="34269"/>
                </a:lnTo>
                <a:lnTo>
                  <a:pt x="29901" y="34640"/>
                </a:lnTo>
                <a:lnTo>
                  <a:pt x="30193" y="35065"/>
                </a:lnTo>
                <a:lnTo>
                  <a:pt x="30485" y="35544"/>
                </a:lnTo>
                <a:lnTo>
                  <a:pt x="30602" y="35969"/>
                </a:lnTo>
                <a:lnTo>
                  <a:pt x="31069" y="36447"/>
                </a:lnTo>
                <a:lnTo>
                  <a:pt x="31361" y="36819"/>
                </a:lnTo>
                <a:lnTo>
                  <a:pt x="31595" y="37244"/>
                </a:lnTo>
                <a:lnTo>
                  <a:pt x="31887" y="37616"/>
                </a:lnTo>
                <a:lnTo>
                  <a:pt x="32179" y="38147"/>
                </a:lnTo>
                <a:lnTo>
                  <a:pt x="32471" y="38519"/>
                </a:lnTo>
                <a:lnTo>
                  <a:pt x="32763" y="39050"/>
                </a:lnTo>
                <a:lnTo>
                  <a:pt x="33172" y="39263"/>
                </a:lnTo>
                <a:lnTo>
                  <a:pt x="33288" y="39794"/>
                </a:lnTo>
                <a:lnTo>
                  <a:pt x="33580" y="40325"/>
                </a:lnTo>
                <a:lnTo>
                  <a:pt x="33872" y="40697"/>
                </a:lnTo>
                <a:lnTo>
                  <a:pt x="34165" y="41229"/>
                </a:lnTo>
                <a:lnTo>
                  <a:pt x="34457" y="41601"/>
                </a:lnTo>
                <a:lnTo>
                  <a:pt x="34690" y="41972"/>
                </a:lnTo>
                <a:lnTo>
                  <a:pt x="35157" y="42504"/>
                </a:lnTo>
                <a:lnTo>
                  <a:pt x="35449" y="42982"/>
                </a:lnTo>
                <a:lnTo>
                  <a:pt x="35683" y="43407"/>
                </a:lnTo>
                <a:lnTo>
                  <a:pt x="35858" y="43779"/>
                </a:lnTo>
                <a:lnTo>
                  <a:pt x="36150" y="44310"/>
                </a:lnTo>
                <a:lnTo>
                  <a:pt x="36384" y="44788"/>
                </a:lnTo>
                <a:lnTo>
                  <a:pt x="36676" y="45160"/>
                </a:lnTo>
                <a:lnTo>
                  <a:pt x="36968" y="45692"/>
                </a:lnTo>
                <a:lnTo>
                  <a:pt x="37377" y="46223"/>
                </a:lnTo>
                <a:lnTo>
                  <a:pt x="37669" y="46595"/>
                </a:lnTo>
                <a:lnTo>
                  <a:pt x="37961" y="46967"/>
                </a:lnTo>
                <a:lnTo>
                  <a:pt x="38077" y="47498"/>
                </a:lnTo>
                <a:lnTo>
                  <a:pt x="38369" y="48029"/>
                </a:lnTo>
                <a:lnTo>
                  <a:pt x="38661" y="48507"/>
                </a:lnTo>
                <a:lnTo>
                  <a:pt x="38953" y="48933"/>
                </a:lnTo>
                <a:lnTo>
                  <a:pt x="39362" y="49411"/>
                </a:lnTo>
                <a:lnTo>
                  <a:pt x="39654" y="49942"/>
                </a:lnTo>
                <a:lnTo>
                  <a:pt x="39946" y="50473"/>
                </a:lnTo>
                <a:lnTo>
                  <a:pt x="40238" y="50845"/>
                </a:lnTo>
                <a:lnTo>
                  <a:pt x="40472" y="51323"/>
                </a:lnTo>
                <a:lnTo>
                  <a:pt x="40647" y="51748"/>
                </a:lnTo>
                <a:lnTo>
                  <a:pt x="40939" y="52227"/>
                </a:lnTo>
                <a:lnTo>
                  <a:pt x="41348" y="52758"/>
                </a:lnTo>
                <a:lnTo>
                  <a:pt x="41640" y="53130"/>
                </a:lnTo>
                <a:lnTo>
                  <a:pt x="41932" y="53661"/>
                </a:lnTo>
                <a:lnTo>
                  <a:pt x="42166" y="54192"/>
                </a:lnTo>
                <a:lnTo>
                  <a:pt x="42458" y="54830"/>
                </a:lnTo>
                <a:lnTo>
                  <a:pt x="42750" y="55308"/>
                </a:lnTo>
                <a:lnTo>
                  <a:pt x="43042" y="55733"/>
                </a:lnTo>
                <a:lnTo>
                  <a:pt x="43158" y="56211"/>
                </a:lnTo>
                <a:lnTo>
                  <a:pt x="43626" y="56743"/>
                </a:lnTo>
                <a:lnTo>
                  <a:pt x="43859" y="57274"/>
                </a:lnTo>
                <a:lnTo>
                  <a:pt x="44151" y="57752"/>
                </a:lnTo>
                <a:lnTo>
                  <a:pt x="44443" y="58124"/>
                </a:lnTo>
                <a:lnTo>
                  <a:pt x="44735" y="58655"/>
                </a:lnTo>
                <a:lnTo>
                  <a:pt x="45027" y="59293"/>
                </a:lnTo>
                <a:lnTo>
                  <a:pt x="45319" y="59824"/>
                </a:lnTo>
                <a:lnTo>
                  <a:pt x="45728" y="60196"/>
                </a:lnTo>
                <a:lnTo>
                  <a:pt x="45845" y="60727"/>
                </a:lnTo>
                <a:lnTo>
                  <a:pt x="46137" y="61206"/>
                </a:lnTo>
                <a:lnTo>
                  <a:pt x="46429" y="61896"/>
                </a:lnTo>
                <a:lnTo>
                  <a:pt x="46721" y="62374"/>
                </a:lnTo>
                <a:lnTo>
                  <a:pt x="47013" y="62746"/>
                </a:lnTo>
                <a:lnTo>
                  <a:pt x="47246" y="63278"/>
                </a:lnTo>
                <a:lnTo>
                  <a:pt x="47714" y="63915"/>
                </a:lnTo>
                <a:lnTo>
                  <a:pt x="47947" y="64447"/>
                </a:lnTo>
                <a:lnTo>
                  <a:pt x="48239" y="64818"/>
                </a:lnTo>
                <a:lnTo>
                  <a:pt x="48415" y="65456"/>
                </a:lnTo>
                <a:lnTo>
                  <a:pt x="48707" y="65987"/>
                </a:lnTo>
                <a:lnTo>
                  <a:pt x="48940" y="66519"/>
                </a:lnTo>
                <a:lnTo>
                  <a:pt x="49232" y="67156"/>
                </a:lnTo>
                <a:lnTo>
                  <a:pt x="49524" y="67528"/>
                </a:lnTo>
                <a:lnTo>
                  <a:pt x="49933" y="68166"/>
                </a:lnTo>
                <a:lnTo>
                  <a:pt x="50225" y="68697"/>
                </a:lnTo>
                <a:lnTo>
                  <a:pt x="50517" y="69175"/>
                </a:lnTo>
                <a:lnTo>
                  <a:pt x="50809" y="69706"/>
                </a:lnTo>
                <a:lnTo>
                  <a:pt x="50926" y="70238"/>
                </a:lnTo>
                <a:lnTo>
                  <a:pt x="51218" y="70875"/>
                </a:lnTo>
                <a:lnTo>
                  <a:pt x="51510" y="71353"/>
                </a:lnTo>
                <a:lnTo>
                  <a:pt x="51919" y="71885"/>
                </a:lnTo>
                <a:lnTo>
                  <a:pt x="52211" y="72416"/>
                </a:lnTo>
                <a:lnTo>
                  <a:pt x="52503" y="73054"/>
                </a:lnTo>
                <a:lnTo>
                  <a:pt x="52795" y="73532"/>
                </a:lnTo>
                <a:lnTo>
                  <a:pt x="53028" y="74063"/>
                </a:lnTo>
                <a:lnTo>
                  <a:pt x="53203" y="74594"/>
                </a:lnTo>
                <a:lnTo>
                  <a:pt x="53495" y="75232"/>
                </a:lnTo>
                <a:lnTo>
                  <a:pt x="53904" y="75870"/>
                </a:lnTo>
                <a:lnTo>
                  <a:pt x="54196" y="76401"/>
                </a:lnTo>
                <a:lnTo>
                  <a:pt x="54488" y="76879"/>
                </a:lnTo>
                <a:lnTo>
                  <a:pt x="54722" y="77410"/>
                </a:lnTo>
                <a:lnTo>
                  <a:pt x="55014" y="78048"/>
                </a:lnTo>
                <a:lnTo>
                  <a:pt x="55306" y="78685"/>
                </a:lnTo>
                <a:lnTo>
                  <a:pt x="55598" y="79057"/>
                </a:lnTo>
                <a:lnTo>
                  <a:pt x="55715" y="79695"/>
                </a:lnTo>
                <a:lnTo>
                  <a:pt x="56182" y="80333"/>
                </a:lnTo>
                <a:lnTo>
                  <a:pt x="56416" y="81023"/>
                </a:lnTo>
                <a:lnTo>
                  <a:pt x="56708" y="81395"/>
                </a:lnTo>
              </a:path>
            </a:pathLst>
          </a:custGeom>
          <a:ln w="8211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7950989" y="4618703"/>
            <a:ext cx="56824" cy="146161"/>
          </a:xfrm>
          <a:custGeom>
            <a:avLst/>
            <a:gdLst/>
            <a:ahLst/>
            <a:cxnLst/>
            <a:rect l="l" t="t" r="r" b="b"/>
            <a:pathLst>
              <a:path w="56824" h="146161">
                <a:moveTo>
                  <a:pt x="0" y="0"/>
                </a:moveTo>
                <a:lnTo>
                  <a:pt x="292" y="637"/>
                </a:lnTo>
                <a:lnTo>
                  <a:pt x="584" y="1275"/>
                </a:lnTo>
                <a:lnTo>
                  <a:pt x="876" y="1912"/>
                </a:lnTo>
                <a:lnTo>
                  <a:pt x="1109" y="2284"/>
                </a:lnTo>
                <a:lnTo>
                  <a:pt x="1576" y="2922"/>
                </a:lnTo>
                <a:lnTo>
                  <a:pt x="1693" y="3559"/>
                </a:lnTo>
                <a:lnTo>
                  <a:pt x="1985" y="4197"/>
                </a:lnTo>
                <a:lnTo>
                  <a:pt x="2277" y="4728"/>
                </a:lnTo>
                <a:lnTo>
                  <a:pt x="2569" y="5259"/>
                </a:lnTo>
                <a:lnTo>
                  <a:pt x="2803" y="5897"/>
                </a:lnTo>
                <a:lnTo>
                  <a:pt x="3095" y="6535"/>
                </a:lnTo>
                <a:lnTo>
                  <a:pt x="3562" y="7066"/>
                </a:lnTo>
                <a:lnTo>
                  <a:pt x="3796" y="7703"/>
                </a:lnTo>
                <a:lnTo>
                  <a:pt x="4088" y="8341"/>
                </a:lnTo>
                <a:lnTo>
                  <a:pt x="4263" y="8979"/>
                </a:lnTo>
                <a:lnTo>
                  <a:pt x="4496" y="9510"/>
                </a:lnTo>
                <a:lnTo>
                  <a:pt x="4788" y="10147"/>
                </a:lnTo>
                <a:lnTo>
                  <a:pt x="5080" y="10785"/>
                </a:lnTo>
                <a:lnTo>
                  <a:pt x="5372" y="11263"/>
                </a:lnTo>
                <a:lnTo>
                  <a:pt x="5781" y="11901"/>
                </a:lnTo>
                <a:lnTo>
                  <a:pt x="6073" y="12591"/>
                </a:lnTo>
                <a:lnTo>
                  <a:pt x="6365" y="13229"/>
                </a:lnTo>
                <a:lnTo>
                  <a:pt x="6657" y="13707"/>
                </a:lnTo>
                <a:lnTo>
                  <a:pt x="6774" y="14345"/>
                </a:lnTo>
                <a:lnTo>
                  <a:pt x="7066" y="14982"/>
                </a:lnTo>
                <a:lnTo>
                  <a:pt x="7358" y="15620"/>
                </a:lnTo>
                <a:lnTo>
                  <a:pt x="7767" y="16151"/>
                </a:lnTo>
                <a:lnTo>
                  <a:pt x="8059" y="16789"/>
                </a:lnTo>
                <a:lnTo>
                  <a:pt x="8351" y="17426"/>
                </a:lnTo>
                <a:lnTo>
                  <a:pt x="8585" y="18064"/>
                </a:lnTo>
                <a:lnTo>
                  <a:pt x="8877" y="18701"/>
                </a:lnTo>
                <a:lnTo>
                  <a:pt x="9169" y="19392"/>
                </a:lnTo>
                <a:lnTo>
                  <a:pt x="9344" y="20030"/>
                </a:lnTo>
                <a:lnTo>
                  <a:pt x="9753" y="20667"/>
                </a:lnTo>
                <a:lnTo>
                  <a:pt x="10045" y="21145"/>
                </a:lnTo>
                <a:lnTo>
                  <a:pt x="10278" y="21942"/>
                </a:lnTo>
                <a:lnTo>
                  <a:pt x="10570" y="22580"/>
                </a:lnTo>
                <a:lnTo>
                  <a:pt x="10862" y="23111"/>
                </a:lnTo>
                <a:lnTo>
                  <a:pt x="11154" y="23749"/>
                </a:lnTo>
                <a:lnTo>
                  <a:pt x="11446" y="24493"/>
                </a:lnTo>
                <a:lnTo>
                  <a:pt x="11738" y="25130"/>
                </a:lnTo>
                <a:lnTo>
                  <a:pt x="11972" y="25661"/>
                </a:lnTo>
                <a:lnTo>
                  <a:pt x="12264" y="26299"/>
                </a:lnTo>
                <a:lnTo>
                  <a:pt x="12556" y="27096"/>
                </a:lnTo>
                <a:lnTo>
                  <a:pt x="12848" y="27574"/>
                </a:lnTo>
                <a:lnTo>
                  <a:pt x="13140" y="28212"/>
                </a:lnTo>
                <a:lnTo>
                  <a:pt x="13432" y="29009"/>
                </a:lnTo>
                <a:lnTo>
                  <a:pt x="13666" y="29646"/>
                </a:lnTo>
                <a:lnTo>
                  <a:pt x="14133" y="30284"/>
                </a:lnTo>
                <a:lnTo>
                  <a:pt x="14250" y="30921"/>
                </a:lnTo>
                <a:lnTo>
                  <a:pt x="14542" y="31559"/>
                </a:lnTo>
                <a:lnTo>
                  <a:pt x="14834" y="32196"/>
                </a:lnTo>
                <a:lnTo>
                  <a:pt x="15126" y="32834"/>
                </a:lnTo>
                <a:lnTo>
                  <a:pt x="15359" y="33631"/>
                </a:lnTo>
                <a:lnTo>
                  <a:pt x="15651" y="34269"/>
                </a:lnTo>
                <a:lnTo>
                  <a:pt x="15943" y="34906"/>
                </a:lnTo>
                <a:lnTo>
                  <a:pt x="16352" y="35544"/>
                </a:lnTo>
                <a:lnTo>
                  <a:pt x="16644" y="36287"/>
                </a:lnTo>
                <a:lnTo>
                  <a:pt x="16819" y="36819"/>
                </a:lnTo>
                <a:lnTo>
                  <a:pt x="17053" y="37616"/>
                </a:lnTo>
                <a:lnTo>
                  <a:pt x="17345" y="38253"/>
                </a:lnTo>
                <a:lnTo>
                  <a:pt x="17637" y="38997"/>
                </a:lnTo>
                <a:lnTo>
                  <a:pt x="17929" y="39528"/>
                </a:lnTo>
                <a:lnTo>
                  <a:pt x="18338" y="40272"/>
                </a:lnTo>
                <a:lnTo>
                  <a:pt x="18630" y="41069"/>
                </a:lnTo>
                <a:lnTo>
                  <a:pt x="18922" y="41601"/>
                </a:lnTo>
                <a:lnTo>
                  <a:pt x="19214" y="42344"/>
                </a:lnTo>
                <a:lnTo>
                  <a:pt x="19330" y="43141"/>
                </a:lnTo>
                <a:lnTo>
                  <a:pt x="19622" y="43779"/>
                </a:lnTo>
                <a:lnTo>
                  <a:pt x="19914" y="44416"/>
                </a:lnTo>
                <a:lnTo>
                  <a:pt x="20323" y="45160"/>
                </a:lnTo>
                <a:lnTo>
                  <a:pt x="20615" y="45798"/>
                </a:lnTo>
                <a:lnTo>
                  <a:pt x="20907" y="46435"/>
                </a:lnTo>
                <a:lnTo>
                  <a:pt x="21141" y="47232"/>
                </a:lnTo>
                <a:lnTo>
                  <a:pt x="21433" y="47870"/>
                </a:lnTo>
                <a:lnTo>
                  <a:pt x="21725" y="48507"/>
                </a:lnTo>
                <a:lnTo>
                  <a:pt x="21842" y="49251"/>
                </a:lnTo>
                <a:lnTo>
                  <a:pt x="22134" y="50048"/>
                </a:lnTo>
                <a:lnTo>
                  <a:pt x="22601" y="50686"/>
                </a:lnTo>
                <a:lnTo>
                  <a:pt x="22835" y="51323"/>
                </a:lnTo>
                <a:lnTo>
                  <a:pt x="23127" y="52120"/>
                </a:lnTo>
                <a:lnTo>
                  <a:pt x="23419" y="52864"/>
                </a:lnTo>
                <a:lnTo>
                  <a:pt x="23711" y="53502"/>
                </a:lnTo>
                <a:lnTo>
                  <a:pt x="24003" y="54299"/>
                </a:lnTo>
                <a:lnTo>
                  <a:pt x="24236" y="54936"/>
                </a:lnTo>
                <a:lnTo>
                  <a:pt x="24528" y="55574"/>
                </a:lnTo>
                <a:lnTo>
                  <a:pt x="24820" y="56318"/>
                </a:lnTo>
                <a:lnTo>
                  <a:pt x="25112" y="57115"/>
                </a:lnTo>
                <a:lnTo>
                  <a:pt x="25404" y="57858"/>
                </a:lnTo>
                <a:lnTo>
                  <a:pt x="25696" y="58496"/>
                </a:lnTo>
                <a:lnTo>
                  <a:pt x="25930" y="59293"/>
                </a:lnTo>
                <a:lnTo>
                  <a:pt x="26222" y="60037"/>
                </a:lnTo>
                <a:lnTo>
                  <a:pt x="26689" y="60674"/>
                </a:lnTo>
                <a:lnTo>
                  <a:pt x="26806" y="61471"/>
                </a:lnTo>
                <a:lnTo>
                  <a:pt x="27098" y="62215"/>
                </a:lnTo>
                <a:lnTo>
                  <a:pt x="27390" y="62906"/>
                </a:lnTo>
                <a:lnTo>
                  <a:pt x="27624" y="63650"/>
                </a:lnTo>
                <a:lnTo>
                  <a:pt x="27916" y="64447"/>
                </a:lnTo>
                <a:lnTo>
                  <a:pt x="28208" y="65084"/>
                </a:lnTo>
                <a:lnTo>
                  <a:pt x="28500" y="65828"/>
                </a:lnTo>
                <a:lnTo>
                  <a:pt x="28908" y="66625"/>
                </a:lnTo>
                <a:lnTo>
                  <a:pt x="29200" y="67262"/>
                </a:lnTo>
                <a:lnTo>
                  <a:pt x="29317" y="68006"/>
                </a:lnTo>
                <a:lnTo>
                  <a:pt x="29609" y="68803"/>
                </a:lnTo>
                <a:lnTo>
                  <a:pt x="29901" y="69441"/>
                </a:lnTo>
                <a:lnTo>
                  <a:pt x="30193" y="70185"/>
                </a:lnTo>
                <a:lnTo>
                  <a:pt x="30485" y="71088"/>
                </a:lnTo>
                <a:lnTo>
                  <a:pt x="30894" y="71725"/>
                </a:lnTo>
                <a:lnTo>
                  <a:pt x="31186" y="72522"/>
                </a:lnTo>
                <a:lnTo>
                  <a:pt x="31478" y="73266"/>
                </a:lnTo>
                <a:lnTo>
                  <a:pt x="31712" y="74063"/>
                </a:lnTo>
                <a:lnTo>
                  <a:pt x="31887" y="74701"/>
                </a:lnTo>
                <a:lnTo>
                  <a:pt x="32179" y="75604"/>
                </a:lnTo>
                <a:lnTo>
                  <a:pt x="32471" y="76348"/>
                </a:lnTo>
                <a:lnTo>
                  <a:pt x="32880" y="76985"/>
                </a:lnTo>
                <a:lnTo>
                  <a:pt x="33172" y="77782"/>
                </a:lnTo>
                <a:lnTo>
                  <a:pt x="33405" y="78685"/>
                </a:lnTo>
                <a:lnTo>
                  <a:pt x="33697" y="79323"/>
                </a:lnTo>
                <a:lnTo>
                  <a:pt x="33989" y="80067"/>
                </a:lnTo>
                <a:lnTo>
                  <a:pt x="34281" y="80970"/>
                </a:lnTo>
                <a:lnTo>
                  <a:pt x="34398" y="81608"/>
                </a:lnTo>
                <a:lnTo>
                  <a:pt x="34690" y="82405"/>
                </a:lnTo>
                <a:lnTo>
                  <a:pt x="35099" y="83308"/>
                </a:lnTo>
                <a:lnTo>
                  <a:pt x="35391" y="83945"/>
                </a:lnTo>
                <a:lnTo>
                  <a:pt x="35683" y="84689"/>
                </a:lnTo>
                <a:lnTo>
                  <a:pt x="35975" y="85592"/>
                </a:lnTo>
                <a:lnTo>
                  <a:pt x="36267" y="86230"/>
                </a:lnTo>
                <a:lnTo>
                  <a:pt x="36559" y="87027"/>
                </a:lnTo>
                <a:lnTo>
                  <a:pt x="36793" y="87930"/>
                </a:lnTo>
                <a:lnTo>
                  <a:pt x="37085" y="88568"/>
                </a:lnTo>
                <a:lnTo>
                  <a:pt x="37377" y="89471"/>
                </a:lnTo>
                <a:lnTo>
                  <a:pt x="37669" y="90215"/>
                </a:lnTo>
                <a:lnTo>
                  <a:pt x="37961" y="91012"/>
                </a:lnTo>
                <a:lnTo>
                  <a:pt x="38253" y="91756"/>
                </a:lnTo>
                <a:lnTo>
                  <a:pt x="38486" y="92659"/>
                </a:lnTo>
                <a:lnTo>
                  <a:pt x="38778" y="93296"/>
                </a:lnTo>
                <a:lnTo>
                  <a:pt x="39187" y="94200"/>
                </a:lnTo>
                <a:lnTo>
                  <a:pt x="39362" y="94996"/>
                </a:lnTo>
                <a:lnTo>
                  <a:pt x="39654" y="95740"/>
                </a:lnTo>
                <a:lnTo>
                  <a:pt x="39946" y="96537"/>
                </a:lnTo>
                <a:lnTo>
                  <a:pt x="40180" y="97387"/>
                </a:lnTo>
                <a:lnTo>
                  <a:pt x="40472" y="98078"/>
                </a:lnTo>
                <a:lnTo>
                  <a:pt x="40764" y="98928"/>
                </a:lnTo>
                <a:lnTo>
                  <a:pt x="41056" y="99725"/>
                </a:lnTo>
                <a:lnTo>
                  <a:pt x="41465" y="100469"/>
                </a:lnTo>
                <a:lnTo>
                  <a:pt x="41757" y="101372"/>
                </a:lnTo>
                <a:lnTo>
                  <a:pt x="41874" y="102010"/>
                </a:lnTo>
                <a:lnTo>
                  <a:pt x="42166" y="102913"/>
                </a:lnTo>
                <a:lnTo>
                  <a:pt x="42458" y="103816"/>
                </a:lnTo>
                <a:lnTo>
                  <a:pt x="42750" y="104454"/>
                </a:lnTo>
                <a:lnTo>
                  <a:pt x="43042" y="105357"/>
                </a:lnTo>
                <a:lnTo>
                  <a:pt x="43450" y="106260"/>
                </a:lnTo>
                <a:lnTo>
                  <a:pt x="43742" y="107057"/>
                </a:lnTo>
                <a:lnTo>
                  <a:pt x="44034" y="107801"/>
                </a:lnTo>
                <a:lnTo>
                  <a:pt x="44268" y="108704"/>
                </a:lnTo>
                <a:lnTo>
                  <a:pt x="44443" y="109501"/>
                </a:lnTo>
                <a:lnTo>
                  <a:pt x="44735" y="110351"/>
                </a:lnTo>
                <a:lnTo>
                  <a:pt x="44969" y="111148"/>
                </a:lnTo>
                <a:lnTo>
                  <a:pt x="45436" y="111892"/>
                </a:lnTo>
                <a:lnTo>
                  <a:pt x="45728" y="112795"/>
                </a:lnTo>
                <a:lnTo>
                  <a:pt x="45962" y="113698"/>
                </a:lnTo>
                <a:lnTo>
                  <a:pt x="46254" y="114495"/>
                </a:lnTo>
                <a:lnTo>
                  <a:pt x="46546" y="115239"/>
                </a:lnTo>
                <a:lnTo>
                  <a:pt x="46838" y="116036"/>
                </a:lnTo>
                <a:lnTo>
                  <a:pt x="46954" y="116939"/>
                </a:lnTo>
                <a:lnTo>
                  <a:pt x="47247" y="117843"/>
                </a:lnTo>
                <a:lnTo>
                  <a:pt x="47655" y="118586"/>
                </a:lnTo>
                <a:lnTo>
                  <a:pt x="47947" y="119490"/>
                </a:lnTo>
                <a:lnTo>
                  <a:pt x="48239" y="120393"/>
                </a:lnTo>
                <a:lnTo>
                  <a:pt x="48531" y="121030"/>
                </a:lnTo>
                <a:lnTo>
                  <a:pt x="48823" y="121934"/>
                </a:lnTo>
                <a:lnTo>
                  <a:pt x="49057" y="122837"/>
                </a:lnTo>
                <a:lnTo>
                  <a:pt x="49349" y="123581"/>
                </a:lnTo>
                <a:lnTo>
                  <a:pt x="49641" y="124484"/>
                </a:lnTo>
                <a:lnTo>
                  <a:pt x="49933" y="125281"/>
                </a:lnTo>
                <a:lnTo>
                  <a:pt x="50225" y="126184"/>
                </a:lnTo>
                <a:lnTo>
                  <a:pt x="50517" y="127034"/>
                </a:lnTo>
                <a:lnTo>
                  <a:pt x="50751" y="127831"/>
                </a:lnTo>
                <a:lnTo>
                  <a:pt x="51043" y="128734"/>
                </a:lnTo>
                <a:lnTo>
                  <a:pt x="51335" y="129637"/>
                </a:lnTo>
                <a:lnTo>
                  <a:pt x="51743" y="130381"/>
                </a:lnTo>
                <a:lnTo>
                  <a:pt x="51919" y="131284"/>
                </a:lnTo>
                <a:lnTo>
                  <a:pt x="52211" y="132188"/>
                </a:lnTo>
                <a:lnTo>
                  <a:pt x="52444" y="132985"/>
                </a:lnTo>
                <a:lnTo>
                  <a:pt x="52736" y="133994"/>
                </a:lnTo>
                <a:lnTo>
                  <a:pt x="53028" y="134738"/>
                </a:lnTo>
                <a:lnTo>
                  <a:pt x="53320" y="135641"/>
                </a:lnTo>
                <a:lnTo>
                  <a:pt x="53612" y="136544"/>
                </a:lnTo>
                <a:lnTo>
                  <a:pt x="54021" y="137341"/>
                </a:lnTo>
                <a:lnTo>
                  <a:pt x="54313" y="138245"/>
                </a:lnTo>
                <a:lnTo>
                  <a:pt x="54430" y="139148"/>
                </a:lnTo>
                <a:lnTo>
                  <a:pt x="54722" y="139998"/>
                </a:lnTo>
                <a:lnTo>
                  <a:pt x="55014" y="140901"/>
                </a:lnTo>
                <a:lnTo>
                  <a:pt x="55306" y="141698"/>
                </a:lnTo>
                <a:lnTo>
                  <a:pt x="55598" y="142601"/>
                </a:lnTo>
                <a:lnTo>
                  <a:pt x="56007" y="143504"/>
                </a:lnTo>
                <a:lnTo>
                  <a:pt x="56299" y="144408"/>
                </a:lnTo>
                <a:lnTo>
                  <a:pt x="56532" y="145311"/>
                </a:lnTo>
                <a:lnTo>
                  <a:pt x="56824" y="146161"/>
                </a:lnTo>
              </a:path>
            </a:pathLst>
          </a:custGeom>
          <a:ln w="836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8007814" y="4764864"/>
            <a:ext cx="56708" cy="199769"/>
          </a:xfrm>
          <a:custGeom>
            <a:avLst/>
            <a:gdLst/>
            <a:ahLst/>
            <a:cxnLst/>
            <a:rect l="l" t="t" r="r" b="b"/>
            <a:pathLst>
              <a:path w="56708" h="199769">
                <a:moveTo>
                  <a:pt x="0" y="0"/>
                </a:moveTo>
                <a:lnTo>
                  <a:pt x="175" y="796"/>
                </a:lnTo>
                <a:lnTo>
                  <a:pt x="467" y="1806"/>
                </a:lnTo>
                <a:lnTo>
                  <a:pt x="700" y="2603"/>
                </a:lnTo>
                <a:lnTo>
                  <a:pt x="1168" y="3506"/>
                </a:lnTo>
                <a:lnTo>
                  <a:pt x="1401" y="4409"/>
                </a:lnTo>
                <a:lnTo>
                  <a:pt x="1693" y="5313"/>
                </a:lnTo>
                <a:lnTo>
                  <a:pt x="1985" y="6163"/>
                </a:lnTo>
                <a:lnTo>
                  <a:pt x="2277" y="7066"/>
                </a:lnTo>
                <a:lnTo>
                  <a:pt x="2569" y="7969"/>
                </a:lnTo>
                <a:lnTo>
                  <a:pt x="2686" y="8872"/>
                </a:lnTo>
                <a:lnTo>
                  <a:pt x="2978" y="9775"/>
                </a:lnTo>
                <a:lnTo>
                  <a:pt x="3387" y="10679"/>
                </a:lnTo>
                <a:lnTo>
                  <a:pt x="3679" y="11582"/>
                </a:lnTo>
                <a:lnTo>
                  <a:pt x="3971" y="12485"/>
                </a:lnTo>
                <a:lnTo>
                  <a:pt x="4263" y="13388"/>
                </a:lnTo>
                <a:lnTo>
                  <a:pt x="4555" y="14292"/>
                </a:lnTo>
                <a:lnTo>
                  <a:pt x="4788" y="15195"/>
                </a:lnTo>
                <a:lnTo>
                  <a:pt x="5080" y="16045"/>
                </a:lnTo>
                <a:lnTo>
                  <a:pt x="5372" y="16948"/>
                </a:lnTo>
                <a:lnTo>
                  <a:pt x="5664" y="17851"/>
                </a:lnTo>
                <a:lnTo>
                  <a:pt x="5956" y="18754"/>
                </a:lnTo>
                <a:lnTo>
                  <a:pt x="6248" y="19658"/>
                </a:lnTo>
                <a:lnTo>
                  <a:pt x="6482" y="20667"/>
                </a:lnTo>
                <a:lnTo>
                  <a:pt x="6774" y="21464"/>
                </a:lnTo>
                <a:lnTo>
                  <a:pt x="7066" y="22474"/>
                </a:lnTo>
                <a:lnTo>
                  <a:pt x="7475" y="23377"/>
                </a:lnTo>
                <a:lnTo>
                  <a:pt x="7650" y="24280"/>
                </a:lnTo>
                <a:lnTo>
                  <a:pt x="7942" y="25290"/>
                </a:lnTo>
                <a:lnTo>
                  <a:pt x="8176" y="26086"/>
                </a:lnTo>
                <a:lnTo>
                  <a:pt x="8468" y="27096"/>
                </a:lnTo>
                <a:lnTo>
                  <a:pt x="8760" y="27999"/>
                </a:lnTo>
                <a:lnTo>
                  <a:pt x="9052" y="28902"/>
                </a:lnTo>
                <a:lnTo>
                  <a:pt x="9344" y="29806"/>
                </a:lnTo>
                <a:lnTo>
                  <a:pt x="9753" y="30709"/>
                </a:lnTo>
                <a:lnTo>
                  <a:pt x="10045" y="31718"/>
                </a:lnTo>
                <a:lnTo>
                  <a:pt x="10161" y="32622"/>
                </a:lnTo>
                <a:lnTo>
                  <a:pt x="10453" y="33525"/>
                </a:lnTo>
                <a:lnTo>
                  <a:pt x="10745" y="34534"/>
                </a:lnTo>
                <a:lnTo>
                  <a:pt x="11037" y="35331"/>
                </a:lnTo>
                <a:lnTo>
                  <a:pt x="11271" y="36341"/>
                </a:lnTo>
                <a:lnTo>
                  <a:pt x="11738" y="37244"/>
                </a:lnTo>
                <a:lnTo>
                  <a:pt x="12030" y="38147"/>
                </a:lnTo>
                <a:lnTo>
                  <a:pt x="12264" y="39157"/>
                </a:lnTo>
                <a:lnTo>
                  <a:pt x="12556" y="40060"/>
                </a:lnTo>
                <a:lnTo>
                  <a:pt x="12731" y="41122"/>
                </a:lnTo>
                <a:lnTo>
                  <a:pt x="12965" y="41972"/>
                </a:lnTo>
                <a:lnTo>
                  <a:pt x="13257" y="42876"/>
                </a:lnTo>
                <a:lnTo>
                  <a:pt x="13724" y="43938"/>
                </a:lnTo>
                <a:lnTo>
                  <a:pt x="13958" y="44841"/>
                </a:lnTo>
                <a:lnTo>
                  <a:pt x="14250" y="45851"/>
                </a:lnTo>
                <a:lnTo>
                  <a:pt x="14542" y="46595"/>
                </a:lnTo>
                <a:lnTo>
                  <a:pt x="14834" y="47657"/>
                </a:lnTo>
                <a:lnTo>
                  <a:pt x="15126" y="48667"/>
                </a:lnTo>
                <a:lnTo>
                  <a:pt x="15242" y="49570"/>
                </a:lnTo>
                <a:lnTo>
                  <a:pt x="15534" y="50580"/>
                </a:lnTo>
                <a:lnTo>
                  <a:pt x="15943" y="51377"/>
                </a:lnTo>
                <a:lnTo>
                  <a:pt x="16235" y="52386"/>
                </a:lnTo>
                <a:lnTo>
                  <a:pt x="16527" y="53395"/>
                </a:lnTo>
                <a:lnTo>
                  <a:pt x="16819" y="54299"/>
                </a:lnTo>
                <a:lnTo>
                  <a:pt x="17053" y="55361"/>
                </a:lnTo>
                <a:lnTo>
                  <a:pt x="17345" y="56264"/>
                </a:lnTo>
                <a:lnTo>
                  <a:pt x="17637" y="57274"/>
                </a:lnTo>
                <a:lnTo>
                  <a:pt x="17929" y="58177"/>
                </a:lnTo>
                <a:lnTo>
                  <a:pt x="18221" y="59187"/>
                </a:lnTo>
                <a:lnTo>
                  <a:pt x="18513" y="60249"/>
                </a:lnTo>
                <a:lnTo>
                  <a:pt x="18746" y="61099"/>
                </a:lnTo>
                <a:lnTo>
                  <a:pt x="19038" y="62162"/>
                </a:lnTo>
                <a:lnTo>
                  <a:pt x="19330" y="63065"/>
                </a:lnTo>
                <a:lnTo>
                  <a:pt x="19622" y="64075"/>
                </a:lnTo>
                <a:lnTo>
                  <a:pt x="20031" y="65084"/>
                </a:lnTo>
                <a:lnTo>
                  <a:pt x="20323" y="65987"/>
                </a:lnTo>
                <a:lnTo>
                  <a:pt x="20440" y="67050"/>
                </a:lnTo>
                <a:lnTo>
                  <a:pt x="20732" y="67900"/>
                </a:lnTo>
                <a:lnTo>
                  <a:pt x="21024" y="68963"/>
                </a:lnTo>
                <a:lnTo>
                  <a:pt x="21316" y="69866"/>
                </a:lnTo>
                <a:lnTo>
                  <a:pt x="21608" y="70875"/>
                </a:lnTo>
                <a:lnTo>
                  <a:pt x="21900" y="71885"/>
                </a:lnTo>
                <a:lnTo>
                  <a:pt x="22309" y="72788"/>
                </a:lnTo>
                <a:lnTo>
                  <a:pt x="22601" y="73851"/>
                </a:lnTo>
                <a:lnTo>
                  <a:pt x="22718" y="74754"/>
                </a:lnTo>
                <a:lnTo>
                  <a:pt x="23010" y="75763"/>
                </a:lnTo>
                <a:lnTo>
                  <a:pt x="23302" y="76773"/>
                </a:lnTo>
                <a:lnTo>
                  <a:pt x="23594" y="77676"/>
                </a:lnTo>
                <a:lnTo>
                  <a:pt x="23827" y="78845"/>
                </a:lnTo>
                <a:lnTo>
                  <a:pt x="24295" y="79748"/>
                </a:lnTo>
                <a:lnTo>
                  <a:pt x="24528" y="80758"/>
                </a:lnTo>
                <a:lnTo>
                  <a:pt x="24820" y="81661"/>
                </a:lnTo>
                <a:lnTo>
                  <a:pt x="25112" y="82670"/>
                </a:lnTo>
                <a:lnTo>
                  <a:pt x="25287" y="83733"/>
                </a:lnTo>
                <a:lnTo>
                  <a:pt x="25521" y="84742"/>
                </a:lnTo>
                <a:lnTo>
                  <a:pt x="25813" y="85752"/>
                </a:lnTo>
                <a:lnTo>
                  <a:pt x="26222" y="86655"/>
                </a:lnTo>
                <a:lnTo>
                  <a:pt x="26514" y="87718"/>
                </a:lnTo>
                <a:lnTo>
                  <a:pt x="26806" y="88568"/>
                </a:lnTo>
                <a:lnTo>
                  <a:pt x="27098" y="89737"/>
                </a:lnTo>
                <a:lnTo>
                  <a:pt x="27390" y="90746"/>
                </a:lnTo>
                <a:lnTo>
                  <a:pt x="27682" y="91649"/>
                </a:lnTo>
                <a:lnTo>
                  <a:pt x="27799" y="92712"/>
                </a:lnTo>
                <a:lnTo>
                  <a:pt x="28091" y="93721"/>
                </a:lnTo>
                <a:lnTo>
                  <a:pt x="28500" y="94731"/>
                </a:lnTo>
                <a:lnTo>
                  <a:pt x="28792" y="95634"/>
                </a:lnTo>
                <a:lnTo>
                  <a:pt x="29084" y="96803"/>
                </a:lnTo>
                <a:lnTo>
                  <a:pt x="29376" y="97706"/>
                </a:lnTo>
                <a:lnTo>
                  <a:pt x="29609" y="98716"/>
                </a:lnTo>
                <a:lnTo>
                  <a:pt x="29901" y="99884"/>
                </a:lnTo>
                <a:lnTo>
                  <a:pt x="30193" y="100788"/>
                </a:lnTo>
                <a:lnTo>
                  <a:pt x="30485" y="101797"/>
                </a:lnTo>
                <a:lnTo>
                  <a:pt x="30777" y="102860"/>
                </a:lnTo>
                <a:lnTo>
                  <a:pt x="31069" y="103869"/>
                </a:lnTo>
                <a:lnTo>
                  <a:pt x="31303" y="104772"/>
                </a:lnTo>
                <a:lnTo>
                  <a:pt x="31595" y="105941"/>
                </a:lnTo>
                <a:lnTo>
                  <a:pt x="31887" y="106951"/>
                </a:lnTo>
                <a:lnTo>
                  <a:pt x="32179" y="107960"/>
                </a:lnTo>
                <a:lnTo>
                  <a:pt x="32588" y="109023"/>
                </a:lnTo>
                <a:lnTo>
                  <a:pt x="32880" y="109873"/>
                </a:lnTo>
                <a:lnTo>
                  <a:pt x="32996" y="111042"/>
                </a:lnTo>
                <a:lnTo>
                  <a:pt x="33288" y="111945"/>
                </a:lnTo>
                <a:lnTo>
                  <a:pt x="33581" y="113114"/>
                </a:lnTo>
                <a:lnTo>
                  <a:pt x="33873" y="114017"/>
                </a:lnTo>
                <a:lnTo>
                  <a:pt x="34165" y="115186"/>
                </a:lnTo>
                <a:lnTo>
                  <a:pt x="34398" y="116195"/>
                </a:lnTo>
                <a:lnTo>
                  <a:pt x="34865" y="117205"/>
                </a:lnTo>
                <a:lnTo>
                  <a:pt x="35157" y="118214"/>
                </a:lnTo>
                <a:lnTo>
                  <a:pt x="35391" y="119277"/>
                </a:lnTo>
                <a:lnTo>
                  <a:pt x="35566" y="120287"/>
                </a:lnTo>
                <a:lnTo>
                  <a:pt x="35858" y="121296"/>
                </a:lnTo>
                <a:lnTo>
                  <a:pt x="36092" y="122359"/>
                </a:lnTo>
                <a:lnTo>
                  <a:pt x="36384" y="123368"/>
                </a:lnTo>
                <a:lnTo>
                  <a:pt x="36851" y="124378"/>
                </a:lnTo>
                <a:lnTo>
                  <a:pt x="37085" y="125546"/>
                </a:lnTo>
                <a:lnTo>
                  <a:pt x="37377" y="126450"/>
                </a:lnTo>
                <a:lnTo>
                  <a:pt x="37669" y="127618"/>
                </a:lnTo>
                <a:lnTo>
                  <a:pt x="37961" y="128628"/>
                </a:lnTo>
                <a:lnTo>
                  <a:pt x="38077" y="129691"/>
                </a:lnTo>
                <a:lnTo>
                  <a:pt x="38369" y="130700"/>
                </a:lnTo>
                <a:lnTo>
                  <a:pt x="38778" y="131710"/>
                </a:lnTo>
                <a:lnTo>
                  <a:pt x="39070" y="132719"/>
                </a:lnTo>
                <a:lnTo>
                  <a:pt x="39362" y="133888"/>
                </a:lnTo>
                <a:lnTo>
                  <a:pt x="39654" y="134950"/>
                </a:lnTo>
                <a:lnTo>
                  <a:pt x="39946" y="135960"/>
                </a:lnTo>
                <a:lnTo>
                  <a:pt x="40180" y="137129"/>
                </a:lnTo>
                <a:lnTo>
                  <a:pt x="40355" y="138032"/>
                </a:lnTo>
                <a:lnTo>
                  <a:pt x="40647" y="139148"/>
                </a:lnTo>
                <a:lnTo>
                  <a:pt x="41056" y="140210"/>
                </a:lnTo>
                <a:lnTo>
                  <a:pt x="41348" y="141220"/>
                </a:lnTo>
                <a:lnTo>
                  <a:pt x="41640" y="142229"/>
                </a:lnTo>
                <a:lnTo>
                  <a:pt x="41874" y="143398"/>
                </a:lnTo>
                <a:lnTo>
                  <a:pt x="42166" y="144301"/>
                </a:lnTo>
                <a:lnTo>
                  <a:pt x="42458" y="145470"/>
                </a:lnTo>
                <a:lnTo>
                  <a:pt x="42750" y="146586"/>
                </a:lnTo>
                <a:lnTo>
                  <a:pt x="43042" y="147649"/>
                </a:lnTo>
                <a:lnTo>
                  <a:pt x="43334" y="148658"/>
                </a:lnTo>
                <a:lnTo>
                  <a:pt x="43567" y="149668"/>
                </a:lnTo>
                <a:lnTo>
                  <a:pt x="43859" y="150836"/>
                </a:lnTo>
                <a:lnTo>
                  <a:pt x="44151" y="151846"/>
                </a:lnTo>
                <a:lnTo>
                  <a:pt x="44443" y="152909"/>
                </a:lnTo>
                <a:lnTo>
                  <a:pt x="44735" y="153918"/>
                </a:lnTo>
                <a:lnTo>
                  <a:pt x="45027" y="155087"/>
                </a:lnTo>
                <a:lnTo>
                  <a:pt x="45436" y="156096"/>
                </a:lnTo>
                <a:lnTo>
                  <a:pt x="45553" y="157265"/>
                </a:lnTo>
                <a:lnTo>
                  <a:pt x="45845" y="158275"/>
                </a:lnTo>
                <a:lnTo>
                  <a:pt x="46137" y="159337"/>
                </a:lnTo>
                <a:lnTo>
                  <a:pt x="46429" y="160453"/>
                </a:lnTo>
                <a:lnTo>
                  <a:pt x="46721" y="161516"/>
                </a:lnTo>
                <a:lnTo>
                  <a:pt x="46955" y="162631"/>
                </a:lnTo>
                <a:lnTo>
                  <a:pt x="47422" y="163694"/>
                </a:lnTo>
                <a:lnTo>
                  <a:pt x="47655" y="164703"/>
                </a:lnTo>
                <a:lnTo>
                  <a:pt x="47947" y="165713"/>
                </a:lnTo>
                <a:lnTo>
                  <a:pt x="48123" y="166882"/>
                </a:lnTo>
                <a:lnTo>
                  <a:pt x="48415" y="167891"/>
                </a:lnTo>
                <a:lnTo>
                  <a:pt x="48648" y="169060"/>
                </a:lnTo>
                <a:lnTo>
                  <a:pt x="48940" y="170123"/>
                </a:lnTo>
                <a:lnTo>
                  <a:pt x="49349" y="171238"/>
                </a:lnTo>
                <a:lnTo>
                  <a:pt x="49641" y="172301"/>
                </a:lnTo>
                <a:lnTo>
                  <a:pt x="49933" y="173417"/>
                </a:lnTo>
                <a:lnTo>
                  <a:pt x="50225" y="174586"/>
                </a:lnTo>
                <a:lnTo>
                  <a:pt x="50517" y="175595"/>
                </a:lnTo>
                <a:lnTo>
                  <a:pt x="50634" y="176764"/>
                </a:lnTo>
                <a:lnTo>
                  <a:pt x="50926" y="177667"/>
                </a:lnTo>
                <a:lnTo>
                  <a:pt x="51218" y="178836"/>
                </a:lnTo>
                <a:lnTo>
                  <a:pt x="51627" y="179846"/>
                </a:lnTo>
                <a:lnTo>
                  <a:pt x="51919" y="181014"/>
                </a:lnTo>
                <a:lnTo>
                  <a:pt x="52211" y="182024"/>
                </a:lnTo>
                <a:lnTo>
                  <a:pt x="52503" y="183193"/>
                </a:lnTo>
                <a:lnTo>
                  <a:pt x="52736" y="184202"/>
                </a:lnTo>
                <a:lnTo>
                  <a:pt x="53028" y="185371"/>
                </a:lnTo>
                <a:lnTo>
                  <a:pt x="53203" y="186381"/>
                </a:lnTo>
                <a:lnTo>
                  <a:pt x="53612" y="187549"/>
                </a:lnTo>
                <a:lnTo>
                  <a:pt x="53904" y="188559"/>
                </a:lnTo>
                <a:lnTo>
                  <a:pt x="54196" y="189887"/>
                </a:lnTo>
                <a:lnTo>
                  <a:pt x="54430" y="190897"/>
                </a:lnTo>
                <a:lnTo>
                  <a:pt x="54722" y="192066"/>
                </a:lnTo>
                <a:lnTo>
                  <a:pt x="55014" y="193181"/>
                </a:lnTo>
                <a:lnTo>
                  <a:pt x="55306" y="194244"/>
                </a:lnTo>
                <a:lnTo>
                  <a:pt x="55598" y="195360"/>
                </a:lnTo>
                <a:lnTo>
                  <a:pt x="55890" y="196422"/>
                </a:lnTo>
                <a:lnTo>
                  <a:pt x="56124" y="197591"/>
                </a:lnTo>
                <a:lnTo>
                  <a:pt x="56416" y="198601"/>
                </a:lnTo>
                <a:lnTo>
                  <a:pt x="56708" y="199769"/>
                </a:lnTo>
              </a:path>
            </a:pathLst>
          </a:custGeom>
          <a:ln w="8404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8064522" y="4964634"/>
            <a:ext cx="56708" cy="232923"/>
          </a:xfrm>
          <a:custGeom>
            <a:avLst/>
            <a:gdLst/>
            <a:ahLst/>
            <a:cxnLst/>
            <a:rect l="l" t="t" r="r" b="b"/>
            <a:pathLst>
              <a:path w="56708" h="232923">
                <a:moveTo>
                  <a:pt x="0" y="0"/>
                </a:moveTo>
                <a:lnTo>
                  <a:pt x="292" y="1009"/>
                </a:lnTo>
                <a:lnTo>
                  <a:pt x="584" y="2178"/>
                </a:lnTo>
                <a:lnTo>
                  <a:pt x="817" y="3294"/>
                </a:lnTo>
                <a:lnTo>
                  <a:pt x="1284" y="4462"/>
                </a:lnTo>
                <a:lnTo>
                  <a:pt x="1401" y="5472"/>
                </a:lnTo>
                <a:lnTo>
                  <a:pt x="1693" y="6641"/>
                </a:lnTo>
                <a:lnTo>
                  <a:pt x="1985" y="7703"/>
                </a:lnTo>
                <a:lnTo>
                  <a:pt x="2277" y="8819"/>
                </a:lnTo>
                <a:lnTo>
                  <a:pt x="2511" y="9882"/>
                </a:lnTo>
                <a:lnTo>
                  <a:pt x="2803" y="11157"/>
                </a:lnTo>
                <a:lnTo>
                  <a:pt x="3270" y="12166"/>
                </a:lnTo>
                <a:lnTo>
                  <a:pt x="3504" y="13335"/>
                </a:lnTo>
                <a:lnTo>
                  <a:pt x="3796" y="14345"/>
                </a:lnTo>
                <a:lnTo>
                  <a:pt x="3971" y="15514"/>
                </a:lnTo>
                <a:lnTo>
                  <a:pt x="4204" y="16682"/>
                </a:lnTo>
                <a:lnTo>
                  <a:pt x="4496" y="17798"/>
                </a:lnTo>
                <a:lnTo>
                  <a:pt x="4788" y="18967"/>
                </a:lnTo>
                <a:lnTo>
                  <a:pt x="5197" y="19976"/>
                </a:lnTo>
                <a:lnTo>
                  <a:pt x="5489" y="21145"/>
                </a:lnTo>
                <a:lnTo>
                  <a:pt x="5781" y="22314"/>
                </a:lnTo>
                <a:lnTo>
                  <a:pt x="6073" y="23483"/>
                </a:lnTo>
                <a:lnTo>
                  <a:pt x="6365" y="24493"/>
                </a:lnTo>
                <a:lnTo>
                  <a:pt x="6482" y="25661"/>
                </a:lnTo>
                <a:lnTo>
                  <a:pt x="6774" y="26830"/>
                </a:lnTo>
                <a:lnTo>
                  <a:pt x="7066" y="27946"/>
                </a:lnTo>
                <a:lnTo>
                  <a:pt x="7475" y="29009"/>
                </a:lnTo>
                <a:lnTo>
                  <a:pt x="7767" y="30284"/>
                </a:lnTo>
                <a:lnTo>
                  <a:pt x="8059" y="31293"/>
                </a:lnTo>
                <a:lnTo>
                  <a:pt x="8293" y="32462"/>
                </a:lnTo>
                <a:lnTo>
                  <a:pt x="8585" y="33472"/>
                </a:lnTo>
                <a:lnTo>
                  <a:pt x="8877" y="34747"/>
                </a:lnTo>
                <a:lnTo>
                  <a:pt x="9052" y="35809"/>
                </a:lnTo>
                <a:lnTo>
                  <a:pt x="9461" y="36925"/>
                </a:lnTo>
                <a:lnTo>
                  <a:pt x="9753" y="38094"/>
                </a:lnTo>
                <a:lnTo>
                  <a:pt x="9986" y="39263"/>
                </a:lnTo>
                <a:lnTo>
                  <a:pt x="10278" y="40272"/>
                </a:lnTo>
                <a:lnTo>
                  <a:pt x="10570" y="41547"/>
                </a:lnTo>
                <a:lnTo>
                  <a:pt x="10862" y="42610"/>
                </a:lnTo>
                <a:lnTo>
                  <a:pt x="11154" y="43726"/>
                </a:lnTo>
                <a:lnTo>
                  <a:pt x="11446" y="44895"/>
                </a:lnTo>
                <a:lnTo>
                  <a:pt x="11680" y="46063"/>
                </a:lnTo>
                <a:lnTo>
                  <a:pt x="11972" y="47232"/>
                </a:lnTo>
                <a:lnTo>
                  <a:pt x="12264" y="48348"/>
                </a:lnTo>
                <a:lnTo>
                  <a:pt x="12556" y="49411"/>
                </a:lnTo>
                <a:lnTo>
                  <a:pt x="12848" y="50686"/>
                </a:lnTo>
                <a:lnTo>
                  <a:pt x="13140" y="51695"/>
                </a:lnTo>
                <a:lnTo>
                  <a:pt x="13374" y="52970"/>
                </a:lnTo>
                <a:lnTo>
                  <a:pt x="13841" y="54033"/>
                </a:lnTo>
                <a:lnTo>
                  <a:pt x="13958" y="55149"/>
                </a:lnTo>
                <a:lnTo>
                  <a:pt x="14250" y="56318"/>
                </a:lnTo>
                <a:lnTo>
                  <a:pt x="14542" y="57486"/>
                </a:lnTo>
                <a:lnTo>
                  <a:pt x="14834" y="58655"/>
                </a:lnTo>
                <a:lnTo>
                  <a:pt x="15067" y="59771"/>
                </a:lnTo>
                <a:lnTo>
                  <a:pt x="15359" y="60940"/>
                </a:lnTo>
                <a:lnTo>
                  <a:pt x="15768" y="62109"/>
                </a:lnTo>
                <a:lnTo>
                  <a:pt x="16060" y="63118"/>
                </a:lnTo>
                <a:lnTo>
                  <a:pt x="16352" y="64393"/>
                </a:lnTo>
                <a:lnTo>
                  <a:pt x="16527" y="65456"/>
                </a:lnTo>
                <a:lnTo>
                  <a:pt x="16761" y="66731"/>
                </a:lnTo>
                <a:lnTo>
                  <a:pt x="17053" y="67900"/>
                </a:lnTo>
                <a:lnTo>
                  <a:pt x="17345" y="69016"/>
                </a:lnTo>
                <a:lnTo>
                  <a:pt x="17754" y="70185"/>
                </a:lnTo>
                <a:lnTo>
                  <a:pt x="18046" y="71353"/>
                </a:lnTo>
                <a:lnTo>
                  <a:pt x="18338" y="72522"/>
                </a:lnTo>
                <a:lnTo>
                  <a:pt x="18630" y="73638"/>
                </a:lnTo>
                <a:lnTo>
                  <a:pt x="18922" y="74807"/>
                </a:lnTo>
                <a:lnTo>
                  <a:pt x="19038" y="75976"/>
                </a:lnTo>
                <a:lnTo>
                  <a:pt x="19330" y="77145"/>
                </a:lnTo>
                <a:lnTo>
                  <a:pt x="19622" y="78260"/>
                </a:lnTo>
                <a:lnTo>
                  <a:pt x="20031" y="79429"/>
                </a:lnTo>
                <a:lnTo>
                  <a:pt x="20323" y="80598"/>
                </a:lnTo>
                <a:lnTo>
                  <a:pt x="20615" y="81767"/>
                </a:lnTo>
                <a:lnTo>
                  <a:pt x="20849" y="82883"/>
                </a:lnTo>
                <a:lnTo>
                  <a:pt x="21141" y="84052"/>
                </a:lnTo>
                <a:lnTo>
                  <a:pt x="21433" y="85221"/>
                </a:lnTo>
                <a:lnTo>
                  <a:pt x="21550" y="86496"/>
                </a:lnTo>
                <a:lnTo>
                  <a:pt x="22017" y="87505"/>
                </a:lnTo>
                <a:lnTo>
                  <a:pt x="22309" y="88780"/>
                </a:lnTo>
                <a:lnTo>
                  <a:pt x="22543" y="89843"/>
                </a:lnTo>
                <a:lnTo>
                  <a:pt x="22835" y="91118"/>
                </a:lnTo>
                <a:lnTo>
                  <a:pt x="23127" y="92287"/>
                </a:lnTo>
                <a:lnTo>
                  <a:pt x="23419" y="93403"/>
                </a:lnTo>
                <a:lnTo>
                  <a:pt x="23711" y="94571"/>
                </a:lnTo>
                <a:lnTo>
                  <a:pt x="24003" y="95740"/>
                </a:lnTo>
                <a:lnTo>
                  <a:pt x="24236" y="96909"/>
                </a:lnTo>
                <a:lnTo>
                  <a:pt x="24528" y="98025"/>
                </a:lnTo>
                <a:lnTo>
                  <a:pt x="24820" y="99194"/>
                </a:lnTo>
                <a:lnTo>
                  <a:pt x="25112" y="100363"/>
                </a:lnTo>
                <a:lnTo>
                  <a:pt x="25404" y="101532"/>
                </a:lnTo>
                <a:lnTo>
                  <a:pt x="25638" y="102647"/>
                </a:lnTo>
                <a:lnTo>
                  <a:pt x="25930" y="103922"/>
                </a:lnTo>
                <a:lnTo>
                  <a:pt x="26397" y="105091"/>
                </a:lnTo>
                <a:lnTo>
                  <a:pt x="26514" y="106260"/>
                </a:lnTo>
                <a:lnTo>
                  <a:pt x="26806" y="107429"/>
                </a:lnTo>
                <a:lnTo>
                  <a:pt x="27098" y="108545"/>
                </a:lnTo>
                <a:lnTo>
                  <a:pt x="27332" y="109714"/>
                </a:lnTo>
                <a:lnTo>
                  <a:pt x="27624" y="110989"/>
                </a:lnTo>
                <a:lnTo>
                  <a:pt x="27916" y="112051"/>
                </a:lnTo>
                <a:lnTo>
                  <a:pt x="28324" y="113326"/>
                </a:lnTo>
                <a:lnTo>
                  <a:pt x="28616" y="114495"/>
                </a:lnTo>
                <a:lnTo>
                  <a:pt x="28908" y="115611"/>
                </a:lnTo>
                <a:lnTo>
                  <a:pt x="29025" y="116780"/>
                </a:lnTo>
                <a:lnTo>
                  <a:pt x="29317" y="118055"/>
                </a:lnTo>
                <a:lnTo>
                  <a:pt x="29609" y="119118"/>
                </a:lnTo>
                <a:lnTo>
                  <a:pt x="29901" y="120393"/>
                </a:lnTo>
                <a:lnTo>
                  <a:pt x="30310" y="121509"/>
                </a:lnTo>
                <a:lnTo>
                  <a:pt x="30602" y="122837"/>
                </a:lnTo>
                <a:lnTo>
                  <a:pt x="30894" y="123846"/>
                </a:lnTo>
                <a:lnTo>
                  <a:pt x="31186" y="125121"/>
                </a:lnTo>
                <a:lnTo>
                  <a:pt x="31420" y="126290"/>
                </a:lnTo>
                <a:lnTo>
                  <a:pt x="31595" y="127459"/>
                </a:lnTo>
                <a:lnTo>
                  <a:pt x="31887" y="128575"/>
                </a:lnTo>
                <a:lnTo>
                  <a:pt x="32179" y="129850"/>
                </a:lnTo>
                <a:lnTo>
                  <a:pt x="32588" y="131019"/>
                </a:lnTo>
                <a:lnTo>
                  <a:pt x="32880" y="132188"/>
                </a:lnTo>
                <a:lnTo>
                  <a:pt x="33113" y="133357"/>
                </a:lnTo>
                <a:lnTo>
                  <a:pt x="33405" y="134632"/>
                </a:lnTo>
                <a:lnTo>
                  <a:pt x="33697" y="135801"/>
                </a:lnTo>
                <a:lnTo>
                  <a:pt x="33989" y="136916"/>
                </a:lnTo>
                <a:lnTo>
                  <a:pt x="34106" y="138085"/>
                </a:lnTo>
                <a:lnTo>
                  <a:pt x="34573" y="139360"/>
                </a:lnTo>
                <a:lnTo>
                  <a:pt x="34807" y="140529"/>
                </a:lnTo>
                <a:lnTo>
                  <a:pt x="35099" y="141698"/>
                </a:lnTo>
                <a:lnTo>
                  <a:pt x="35391" y="142814"/>
                </a:lnTo>
                <a:lnTo>
                  <a:pt x="35683" y="144142"/>
                </a:lnTo>
                <a:lnTo>
                  <a:pt x="35975" y="145258"/>
                </a:lnTo>
                <a:lnTo>
                  <a:pt x="36267" y="146427"/>
                </a:lnTo>
                <a:lnTo>
                  <a:pt x="36501" y="147595"/>
                </a:lnTo>
                <a:lnTo>
                  <a:pt x="36793" y="148871"/>
                </a:lnTo>
                <a:lnTo>
                  <a:pt x="37085" y="150039"/>
                </a:lnTo>
                <a:lnTo>
                  <a:pt x="37377" y="151315"/>
                </a:lnTo>
                <a:lnTo>
                  <a:pt x="37669" y="152324"/>
                </a:lnTo>
                <a:lnTo>
                  <a:pt x="37961" y="153599"/>
                </a:lnTo>
                <a:lnTo>
                  <a:pt x="38194" y="154768"/>
                </a:lnTo>
                <a:lnTo>
                  <a:pt x="38486" y="156043"/>
                </a:lnTo>
                <a:lnTo>
                  <a:pt x="38895" y="157212"/>
                </a:lnTo>
                <a:lnTo>
                  <a:pt x="39070" y="158381"/>
                </a:lnTo>
                <a:lnTo>
                  <a:pt x="39362" y="159550"/>
                </a:lnTo>
                <a:lnTo>
                  <a:pt x="39654" y="160825"/>
                </a:lnTo>
                <a:lnTo>
                  <a:pt x="39888" y="161941"/>
                </a:lnTo>
                <a:lnTo>
                  <a:pt x="40180" y="163269"/>
                </a:lnTo>
                <a:lnTo>
                  <a:pt x="40472" y="164385"/>
                </a:lnTo>
                <a:lnTo>
                  <a:pt x="40881" y="165554"/>
                </a:lnTo>
                <a:lnTo>
                  <a:pt x="41173" y="166722"/>
                </a:lnTo>
                <a:lnTo>
                  <a:pt x="41465" y="167891"/>
                </a:lnTo>
                <a:lnTo>
                  <a:pt x="41582" y="169166"/>
                </a:lnTo>
                <a:lnTo>
                  <a:pt x="41874" y="170282"/>
                </a:lnTo>
                <a:lnTo>
                  <a:pt x="42166" y="171610"/>
                </a:lnTo>
                <a:lnTo>
                  <a:pt x="42458" y="172726"/>
                </a:lnTo>
                <a:lnTo>
                  <a:pt x="42866" y="173895"/>
                </a:lnTo>
                <a:lnTo>
                  <a:pt x="43158" y="175064"/>
                </a:lnTo>
                <a:lnTo>
                  <a:pt x="43450" y="176339"/>
                </a:lnTo>
                <a:lnTo>
                  <a:pt x="43742" y="177508"/>
                </a:lnTo>
                <a:lnTo>
                  <a:pt x="43976" y="178783"/>
                </a:lnTo>
                <a:lnTo>
                  <a:pt x="44151" y="179952"/>
                </a:lnTo>
                <a:lnTo>
                  <a:pt x="44443" y="181227"/>
                </a:lnTo>
                <a:lnTo>
                  <a:pt x="44677" y="182236"/>
                </a:lnTo>
                <a:lnTo>
                  <a:pt x="45144" y="183512"/>
                </a:lnTo>
                <a:lnTo>
                  <a:pt x="45436" y="184680"/>
                </a:lnTo>
                <a:lnTo>
                  <a:pt x="45670" y="185956"/>
                </a:lnTo>
                <a:lnTo>
                  <a:pt x="45962" y="187124"/>
                </a:lnTo>
                <a:lnTo>
                  <a:pt x="46254" y="188400"/>
                </a:lnTo>
                <a:lnTo>
                  <a:pt x="46546" y="189568"/>
                </a:lnTo>
                <a:lnTo>
                  <a:pt x="46662" y="190844"/>
                </a:lnTo>
                <a:lnTo>
                  <a:pt x="47130" y="192012"/>
                </a:lnTo>
                <a:lnTo>
                  <a:pt x="47363" y="193288"/>
                </a:lnTo>
                <a:lnTo>
                  <a:pt x="47655" y="194297"/>
                </a:lnTo>
                <a:lnTo>
                  <a:pt x="47947" y="195572"/>
                </a:lnTo>
                <a:lnTo>
                  <a:pt x="48239" y="196741"/>
                </a:lnTo>
                <a:lnTo>
                  <a:pt x="48531" y="198016"/>
                </a:lnTo>
                <a:lnTo>
                  <a:pt x="48765" y="199185"/>
                </a:lnTo>
                <a:lnTo>
                  <a:pt x="49057" y="200460"/>
                </a:lnTo>
                <a:lnTo>
                  <a:pt x="49349" y="201629"/>
                </a:lnTo>
                <a:lnTo>
                  <a:pt x="49641" y="202798"/>
                </a:lnTo>
                <a:lnTo>
                  <a:pt x="49933" y="204073"/>
                </a:lnTo>
                <a:lnTo>
                  <a:pt x="50225" y="205242"/>
                </a:lnTo>
                <a:lnTo>
                  <a:pt x="50459" y="206517"/>
                </a:lnTo>
                <a:lnTo>
                  <a:pt x="50751" y="207526"/>
                </a:lnTo>
                <a:lnTo>
                  <a:pt x="51043" y="208802"/>
                </a:lnTo>
                <a:lnTo>
                  <a:pt x="51451" y="209970"/>
                </a:lnTo>
                <a:lnTo>
                  <a:pt x="51627" y="211246"/>
                </a:lnTo>
                <a:lnTo>
                  <a:pt x="51919" y="212414"/>
                </a:lnTo>
                <a:lnTo>
                  <a:pt x="52152" y="213690"/>
                </a:lnTo>
                <a:lnTo>
                  <a:pt x="52444" y="214858"/>
                </a:lnTo>
                <a:lnTo>
                  <a:pt x="52736" y="216134"/>
                </a:lnTo>
                <a:lnTo>
                  <a:pt x="53028" y="217302"/>
                </a:lnTo>
                <a:lnTo>
                  <a:pt x="53437" y="218578"/>
                </a:lnTo>
                <a:lnTo>
                  <a:pt x="53729" y="219746"/>
                </a:lnTo>
                <a:lnTo>
                  <a:pt x="54021" y="221022"/>
                </a:lnTo>
                <a:lnTo>
                  <a:pt x="54138" y="222137"/>
                </a:lnTo>
                <a:lnTo>
                  <a:pt x="54430" y="223466"/>
                </a:lnTo>
                <a:lnTo>
                  <a:pt x="54722" y="224581"/>
                </a:lnTo>
                <a:lnTo>
                  <a:pt x="55014" y="225910"/>
                </a:lnTo>
                <a:lnTo>
                  <a:pt x="55423" y="227025"/>
                </a:lnTo>
                <a:lnTo>
                  <a:pt x="55715" y="228300"/>
                </a:lnTo>
                <a:lnTo>
                  <a:pt x="56007" y="229469"/>
                </a:lnTo>
                <a:lnTo>
                  <a:pt x="56240" y="230638"/>
                </a:lnTo>
                <a:lnTo>
                  <a:pt x="56532" y="231807"/>
                </a:lnTo>
                <a:lnTo>
                  <a:pt x="56708" y="232923"/>
                </a:lnTo>
              </a:path>
            </a:pathLst>
          </a:custGeom>
          <a:ln w="8418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8121231" y="5197558"/>
            <a:ext cx="14366" cy="60887"/>
          </a:xfrm>
          <a:custGeom>
            <a:avLst/>
            <a:gdLst/>
            <a:ahLst/>
            <a:cxnLst/>
            <a:rect l="l" t="t" r="r" b="b"/>
            <a:pathLst>
              <a:path w="14366" h="60887">
                <a:moveTo>
                  <a:pt x="0" y="0"/>
                </a:moveTo>
                <a:lnTo>
                  <a:pt x="292" y="1328"/>
                </a:lnTo>
                <a:lnTo>
                  <a:pt x="525" y="2443"/>
                </a:lnTo>
                <a:lnTo>
                  <a:pt x="992" y="3719"/>
                </a:lnTo>
                <a:lnTo>
                  <a:pt x="1226" y="4887"/>
                </a:lnTo>
                <a:lnTo>
                  <a:pt x="1518" y="6163"/>
                </a:lnTo>
                <a:lnTo>
                  <a:pt x="1810" y="7331"/>
                </a:lnTo>
                <a:lnTo>
                  <a:pt x="2102" y="8607"/>
                </a:lnTo>
                <a:lnTo>
                  <a:pt x="2394" y="9775"/>
                </a:lnTo>
                <a:lnTo>
                  <a:pt x="2511" y="11051"/>
                </a:lnTo>
                <a:lnTo>
                  <a:pt x="2920" y="12219"/>
                </a:lnTo>
                <a:lnTo>
                  <a:pt x="3212" y="13495"/>
                </a:lnTo>
                <a:lnTo>
                  <a:pt x="3504" y="14663"/>
                </a:lnTo>
                <a:lnTo>
                  <a:pt x="3796" y="15939"/>
                </a:lnTo>
                <a:lnTo>
                  <a:pt x="4088" y="17107"/>
                </a:lnTo>
                <a:lnTo>
                  <a:pt x="4380" y="18383"/>
                </a:lnTo>
                <a:lnTo>
                  <a:pt x="4613" y="19551"/>
                </a:lnTo>
                <a:lnTo>
                  <a:pt x="5080" y="20827"/>
                </a:lnTo>
                <a:lnTo>
                  <a:pt x="5197" y="21995"/>
                </a:lnTo>
                <a:lnTo>
                  <a:pt x="5489" y="23271"/>
                </a:lnTo>
                <a:lnTo>
                  <a:pt x="5781" y="24386"/>
                </a:lnTo>
                <a:lnTo>
                  <a:pt x="6073" y="25715"/>
                </a:lnTo>
                <a:lnTo>
                  <a:pt x="6307" y="26830"/>
                </a:lnTo>
                <a:lnTo>
                  <a:pt x="6599" y="27999"/>
                </a:lnTo>
                <a:lnTo>
                  <a:pt x="6891" y="29274"/>
                </a:lnTo>
                <a:lnTo>
                  <a:pt x="7300" y="30443"/>
                </a:lnTo>
                <a:lnTo>
                  <a:pt x="7592" y="31718"/>
                </a:lnTo>
                <a:lnTo>
                  <a:pt x="7767" y="32887"/>
                </a:lnTo>
                <a:lnTo>
                  <a:pt x="8001" y="34162"/>
                </a:lnTo>
                <a:lnTo>
                  <a:pt x="8293" y="35331"/>
                </a:lnTo>
                <a:lnTo>
                  <a:pt x="8585" y="36606"/>
                </a:lnTo>
                <a:lnTo>
                  <a:pt x="8877" y="37775"/>
                </a:lnTo>
                <a:lnTo>
                  <a:pt x="9285" y="39050"/>
                </a:lnTo>
                <a:lnTo>
                  <a:pt x="9577" y="40219"/>
                </a:lnTo>
                <a:lnTo>
                  <a:pt x="9869" y="41494"/>
                </a:lnTo>
                <a:lnTo>
                  <a:pt x="9986" y="42663"/>
                </a:lnTo>
                <a:lnTo>
                  <a:pt x="10278" y="43938"/>
                </a:lnTo>
                <a:lnTo>
                  <a:pt x="10570" y="45054"/>
                </a:lnTo>
                <a:lnTo>
                  <a:pt x="10862" y="46382"/>
                </a:lnTo>
                <a:lnTo>
                  <a:pt x="11271" y="47498"/>
                </a:lnTo>
                <a:lnTo>
                  <a:pt x="11563" y="48773"/>
                </a:lnTo>
                <a:lnTo>
                  <a:pt x="11855" y="49942"/>
                </a:lnTo>
                <a:lnTo>
                  <a:pt x="12089" y="51217"/>
                </a:lnTo>
                <a:lnTo>
                  <a:pt x="12381" y="52386"/>
                </a:lnTo>
                <a:lnTo>
                  <a:pt x="12556" y="53555"/>
                </a:lnTo>
                <a:lnTo>
                  <a:pt x="12789" y="54830"/>
                </a:lnTo>
                <a:lnTo>
                  <a:pt x="13081" y="55999"/>
                </a:lnTo>
                <a:lnTo>
                  <a:pt x="13549" y="57274"/>
                </a:lnTo>
                <a:lnTo>
                  <a:pt x="13782" y="58443"/>
                </a:lnTo>
                <a:lnTo>
                  <a:pt x="14074" y="59718"/>
                </a:lnTo>
                <a:lnTo>
                  <a:pt x="14366" y="60887"/>
                </a:lnTo>
              </a:path>
            </a:pathLst>
          </a:custGeom>
          <a:ln w="8420">
            <a:solidFill>
              <a:srgbClr val="008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35940" y="787114"/>
            <a:ext cx="580267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Contoh: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Aproks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ma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Fouri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25" b="1" u="heavy">
                <a:solidFill>
                  <a:srgbClr val="006600"/>
                </a:solidFill>
                <a:latin typeface="Arial"/>
                <a:cs typeface="Arial"/>
              </a:rPr>
              <a:t>r</a:t>
            </a:r>
            <a:endParaRPr sz="32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378200" y="1491543"/>
            <a:ext cx="90871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ma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n:</a:t>
            </a:r>
            <a:endParaRPr sz="18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292371" y="1489181"/>
            <a:ext cx="637665" cy="256361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5">
                <a:latin typeface="Arial"/>
                <a:cs typeface="Arial"/>
              </a:rPr>
              <a:t>[</a:t>
            </a:r>
            <a:r>
              <a:rPr dirty="0" smtClean="0" sz="1800" spc="5">
                <a:latin typeface="Arial"/>
                <a:cs typeface="Arial"/>
              </a:rPr>
              <a:t>-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5">
                <a:latin typeface="Arial"/>
                <a:cs typeface="Arial"/>
              </a:rPr>
              <a:t>,</a:t>
            </a:r>
            <a:r>
              <a:rPr dirty="0" smtClean="0" sz="1800" spc="5">
                <a:latin typeface="Arial"/>
                <a:cs typeface="Arial"/>
              </a:rPr>
              <a:t> 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5">
                <a:latin typeface="Arial"/>
                <a:cs typeface="Arial"/>
              </a:rPr>
              <a:t>]</a:t>
            </a:r>
            <a:endParaRPr sz="18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93252" y="1901037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4</a:t>
            </a:r>
            <a:endParaRPr sz="6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184252" y="1901037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4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93252" y="2143271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184252" y="2143271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93252" y="238555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184252" y="238555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993252" y="2627791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184252" y="2627791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93252" y="2870025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184252" y="2870025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65330" y="3112152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156330" y="3112152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65330" y="3354280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156330" y="3354280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65330" y="3596556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156330" y="3596556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65330" y="3838811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-4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156330" y="3838811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-4</a:t>
            </a:r>
            <a:endParaRPr sz="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108186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562131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016088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483885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937959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391798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845872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99186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753131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207088" y="3926538"/>
            <a:ext cx="99174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674885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128959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582798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036872" y="3926538"/>
            <a:ext cx="70093" cy="9858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93252" y="4243425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4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184252" y="4243425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4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429572" y="4392987"/>
            <a:ext cx="100237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37">
                <a:latin typeface="Arial"/>
                <a:cs typeface="Arial"/>
              </a:rPr>
              <a:t>2</a:t>
            </a:r>
            <a:r>
              <a:rPr dirty="0" smtClean="0" sz="600" spc="37">
                <a:latin typeface="Arial"/>
                <a:cs typeface="Arial"/>
              </a:rPr>
              <a:t>*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201189" y="4392987"/>
            <a:ext cx="508347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0">
                <a:latin typeface="Arial"/>
                <a:cs typeface="Arial"/>
              </a:rPr>
              <a:t>2</a:t>
            </a:r>
            <a:r>
              <a:rPr dirty="0" smtClean="0" sz="600" spc="34">
                <a:latin typeface="Arial"/>
                <a:cs typeface="Arial"/>
              </a:rPr>
              <a:t>*</a:t>
            </a:r>
            <a:r>
              <a:rPr dirty="0" smtClean="0" sz="600" spc="38">
                <a:latin typeface="Arial"/>
                <a:cs typeface="Arial"/>
              </a:rPr>
              <a:t>(</a:t>
            </a:r>
            <a:r>
              <a:rPr dirty="0" smtClean="0" sz="600" spc="44">
                <a:latin typeface="Arial"/>
                <a:cs typeface="Arial"/>
              </a:rPr>
              <a:t>s</a:t>
            </a:r>
            <a:r>
              <a:rPr dirty="0" smtClean="0" sz="600" spc="23">
                <a:latin typeface="Arial"/>
                <a:cs typeface="Arial"/>
              </a:rPr>
              <a:t>i</a:t>
            </a:r>
            <a:r>
              <a:rPr dirty="0" smtClean="0" sz="600" spc="40">
                <a:latin typeface="Arial"/>
                <a:cs typeface="Arial"/>
              </a:rPr>
              <a:t>n</a:t>
            </a:r>
            <a:r>
              <a:rPr dirty="0" smtClean="0" sz="600" spc="38">
                <a:latin typeface="Arial"/>
                <a:cs typeface="Arial"/>
              </a:rPr>
              <a:t>(</a:t>
            </a:r>
            <a:r>
              <a:rPr dirty="0" smtClean="0" sz="600" spc="19">
                <a:latin typeface="Arial"/>
                <a:cs typeface="Arial"/>
              </a:rPr>
              <a:t>x</a:t>
            </a:r>
            <a:r>
              <a:rPr dirty="0" smtClean="0" sz="600" spc="38">
                <a:latin typeface="Arial"/>
                <a:cs typeface="Arial"/>
              </a:rPr>
              <a:t>)</a:t>
            </a:r>
            <a:r>
              <a:rPr dirty="0" smtClean="0" sz="600" spc="38">
                <a:latin typeface="Arial"/>
                <a:cs typeface="Arial"/>
              </a:rPr>
              <a:t>-</a:t>
            </a:r>
            <a:r>
              <a:rPr dirty="0" smtClean="0" sz="600" spc="38">
                <a:latin typeface="Arial"/>
                <a:cs typeface="Arial"/>
              </a:rPr>
              <a:t>(</a:t>
            </a:r>
            <a:r>
              <a:rPr dirty="0" smtClean="0" sz="600" spc="44">
                <a:latin typeface="Arial"/>
                <a:cs typeface="Arial"/>
              </a:rPr>
              <a:t>s</a:t>
            </a:r>
            <a:r>
              <a:rPr dirty="0" smtClean="0" sz="600" spc="28">
                <a:latin typeface="Arial"/>
                <a:cs typeface="Arial"/>
              </a:rPr>
              <a:t>i</a:t>
            </a:r>
            <a:r>
              <a:rPr dirty="0" smtClean="0" sz="600" spc="40">
                <a:latin typeface="Arial"/>
                <a:cs typeface="Arial"/>
              </a:rPr>
              <a:t>n</a:t>
            </a:r>
            <a:r>
              <a:rPr dirty="0" smtClean="0" sz="600" spc="28">
                <a:latin typeface="Arial"/>
                <a:cs typeface="Arial"/>
              </a:rPr>
              <a:t>(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93252" y="4485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184252" y="4485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93252" y="4727601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184252" y="4727601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3252" y="4969663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184252" y="4969663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93252" y="5211725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184252" y="5211725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65330" y="5453680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156330" y="5453680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65330" y="5695635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156330" y="5695635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65330" y="5937740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156330" y="5937740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65330" y="6179822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-4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156330" y="6179822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-4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08186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62131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016088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483885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937959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91798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845872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299186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-3</a:t>
            </a:r>
            <a:endParaRPr sz="6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753131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-2</a:t>
            </a:r>
            <a:endParaRPr sz="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207088" y="6267487"/>
            <a:ext cx="99174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49">
                <a:latin typeface="Arial"/>
                <a:cs typeface="Arial"/>
              </a:rPr>
              <a:t>-1</a:t>
            </a:r>
            <a:endParaRPr sz="6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674885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128959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582798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036872" y="6267487"/>
            <a:ext cx="70093" cy="98528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12700">
              <a:lnSpc>
                <a:spcPct val="95825"/>
              </a:lnSpc>
            </a:pPr>
            <a:r>
              <a:rPr dirty="0" smtClean="0" sz="600" spc="50"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31140" y="6471832"/>
            <a:ext cx="102494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M</a:t>
            </a:r>
            <a:r>
              <a:rPr dirty="0" smtClean="0" sz="1800" b="1">
                <a:latin typeface="Georgia"/>
                <a:cs typeface="Georgia"/>
              </a:rPr>
              <a:t>o</a:t>
            </a:r>
            <a:r>
              <a:rPr dirty="0" smtClean="0" sz="1800" b="1">
                <a:latin typeface="Georgia"/>
                <a:cs typeface="Georgia"/>
              </a:rPr>
              <a:t>d</a:t>
            </a:r>
            <a:r>
              <a:rPr dirty="0" smtClean="0" sz="1800" b="1">
                <a:latin typeface="Georgia"/>
                <a:cs typeface="Georgia"/>
              </a:rPr>
              <a:t>u</a:t>
            </a:r>
            <a:r>
              <a:rPr dirty="0" smtClean="0" sz="1800" b="1">
                <a:latin typeface="Georgia"/>
                <a:cs typeface="Georgia"/>
              </a:rPr>
              <a:t>l</a:t>
            </a:r>
            <a:r>
              <a:rPr dirty="0" smtClean="0" sz="1800" b="1">
                <a:latin typeface="Georgia"/>
                <a:cs typeface="Georgia"/>
              </a:rPr>
              <a:t> </a:t>
            </a:r>
            <a:r>
              <a:rPr dirty="0" smtClean="0" sz="1800" b="1">
                <a:latin typeface="Georgia"/>
                <a:cs typeface="Georgia"/>
              </a:rPr>
              <a:t>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12418" y="6471832"/>
            <a:ext cx="109231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03297" y="6471832"/>
            <a:ext cx="371372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445244" y="6471832"/>
            <a:ext cx="34636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284811" y="4291633"/>
            <a:ext cx="1424499" cy="966812"/>
          </a:xfrm>
          <a:prstGeom prst="rect">
            <a:avLst/>
          </a:prstGeom>
        </p:spPr>
        <p:txBody>
          <a:bodyPr wrap="square" lIns="0" tIns="1934" rIns="0" bIns="0" rtlCol="0">
            <a:noAutofit/>
          </a:bodyPr>
          <a:lstStyle/>
          <a:p>
            <a:pPr>
              <a:lnSpc>
                <a:spcPts val="550"/>
              </a:lnSpc>
            </a:pPr>
            <a:endParaRPr sz="550"/>
          </a:p>
          <a:p>
            <a:pPr marL="141517">
              <a:lnSpc>
                <a:spcPct val="95825"/>
              </a:lnSpc>
            </a:pPr>
            <a:r>
              <a:rPr dirty="0" smtClean="0" sz="1800" spc="-2">
                <a:latin typeface="Arial"/>
                <a:cs typeface="Arial"/>
              </a:rPr>
              <a:t>4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arm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cs</a:t>
            </a:r>
            <a:endParaRPr sz="1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709311" y="4291633"/>
            <a:ext cx="1427863" cy="966812"/>
          </a:xfrm>
          <a:prstGeom prst="rect">
            <a:avLst/>
          </a:prstGeom>
        </p:spPr>
        <p:txBody>
          <a:bodyPr wrap="square" lIns="0" tIns="20320" rIns="0" bIns="0" rtlCol="0">
            <a:noAutofit/>
          </a:bodyPr>
          <a:lstStyle/>
          <a:p>
            <a:pPr marR="317868" algn="r">
              <a:lnSpc>
                <a:spcPct val="95825"/>
              </a:lnSpc>
            </a:pPr>
            <a:r>
              <a:rPr dirty="0" smtClean="0" sz="600" spc="44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  <a:p>
            <a:pPr marR="323319" algn="r">
              <a:lnSpc>
                <a:spcPct val="95825"/>
              </a:lnSpc>
              <a:spcBef>
                <a:spcPts val="55"/>
              </a:spcBef>
            </a:pPr>
            <a:r>
              <a:rPr dirty="0" smtClean="0" sz="600" spc="35">
                <a:latin typeface="Arial"/>
                <a:cs typeface="Arial"/>
              </a:rPr>
              <a:t>2</a:t>
            </a:r>
            <a:r>
              <a:rPr dirty="0" smtClean="0" sz="600" spc="35">
                <a:latin typeface="Arial"/>
                <a:cs typeface="Arial"/>
              </a:rPr>
              <a:t>*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/</a:t>
            </a:r>
            <a:r>
              <a:rPr dirty="0" smtClean="0" sz="600" spc="35">
                <a:latin typeface="Arial"/>
                <a:cs typeface="Arial"/>
              </a:rPr>
              <a:t>2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+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s</a:t>
            </a:r>
            <a:r>
              <a:rPr dirty="0" smtClean="0" sz="600" spc="35">
                <a:latin typeface="Arial"/>
                <a:cs typeface="Arial"/>
              </a:rPr>
              <a:t>i</a:t>
            </a:r>
            <a:r>
              <a:rPr dirty="0" smtClean="0" sz="600" spc="35">
                <a:latin typeface="Arial"/>
                <a:cs typeface="Arial"/>
              </a:rPr>
              <a:t>n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3</a:t>
            </a:r>
            <a:r>
              <a:rPr dirty="0" smtClean="0" sz="600" spc="35">
                <a:latin typeface="Arial"/>
                <a:cs typeface="Arial"/>
              </a:rPr>
              <a:t>*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/</a:t>
            </a:r>
            <a:r>
              <a:rPr dirty="0" smtClean="0" sz="600" spc="35">
                <a:latin typeface="Arial"/>
                <a:cs typeface="Arial"/>
              </a:rPr>
              <a:t>3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-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s</a:t>
            </a:r>
            <a:r>
              <a:rPr dirty="0" smtClean="0" sz="600" spc="35">
                <a:latin typeface="Arial"/>
                <a:cs typeface="Arial"/>
              </a:rPr>
              <a:t>i</a:t>
            </a:r>
            <a:r>
              <a:rPr dirty="0" smtClean="0" sz="600" spc="35">
                <a:latin typeface="Arial"/>
                <a:cs typeface="Arial"/>
              </a:rPr>
              <a:t>n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4</a:t>
            </a:r>
            <a:r>
              <a:rPr dirty="0" smtClean="0" sz="600" spc="35">
                <a:latin typeface="Arial"/>
                <a:cs typeface="Arial"/>
              </a:rPr>
              <a:t>*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/</a:t>
            </a:r>
            <a:r>
              <a:rPr dirty="0" smtClean="0" sz="600" spc="35">
                <a:latin typeface="Arial"/>
                <a:cs typeface="Arial"/>
              </a:rPr>
              <a:t>4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)</a:t>
            </a:r>
            <a:endParaRPr sz="6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284811" y="5258445"/>
            <a:ext cx="1424499" cy="969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6709311" y="5258445"/>
            <a:ext cx="1427863" cy="969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1093811" y="4291633"/>
            <a:ext cx="1424499" cy="966812"/>
          </a:xfrm>
          <a:prstGeom prst="rect">
            <a:avLst/>
          </a:prstGeom>
        </p:spPr>
        <p:txBody>
          <a:bodyPr wrap="square" lIns="0" tIns="1934" rIns="0" bIns="0" rtlCol="0">
            <a:noAutofit/>
          </a:bodyPr>
          <a:lstStyle/>
          <a:p>
            <a:pPr>
              <a:lnSpc>
                <a:spcPts val="550"/>
              </a:lnSpc>
            </a:pPr>
            <a:endParaRPr sz="550"/>
          </a:p>
          <a:p>
            <a:pPr marL="64732">
              <a:lnSpc>
                <a:spcPct val="95825"/>
              </a:lnSpc>
            </a:pPr>
            <a:r>
              <a:rPr dirty="0" smtClean="0" sz="1800" spc="-2">
                <a:latin typeface="Arial"/>
                <a:cs typeface="Arial"/>
              </a:rPr>
              <a:t>3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arm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cs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18311" y="4291633"/>
            <a:ext cx="1427863" cy="966812"/>
          </a:xfrm>
          <a:prstGeom prst="rect">
            <a:avLst/>
          </a:prstGeom>
        </p:spPr>
        <p:txBody>
          <a:bodyPr wrap="square" lIns="0" tIns="20320" rIns="0" bIns="0" rtlCol="0">
            <a:noAutofit/>
          </a:bodyPr>
          <a:lstStyle/>
          <a:p>
            <a:pPr marR="317868" algn="r">
              <a:lnSpc>
                <a:spcPct val="95825"/>
              </a:lnSpc>
            </a:pPr>
            <a:r>
              <a:rPr dirty="0" smtClean="0" sz="600" spc="44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  <a:p>
            <a:pPr marR="322818" algn="r">
              <a:lnSpc>
                <a:spcPct val="95825"/>
              </a:lnSpc>
              <a:spcBef>
                <a:spcPts val="55"/>
              </a:spcBef>
            </a:pP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s</a:t>
            </a:r>
            <a:r>
              <a:rPr dirty="0" smtClean="0" sz="600" spc="35">
                <a:latin typeface="Arial"/>
                <a:cs typeface="Arial"/>
              </a:rPr>
              <a:t>i</a:t>
            </a:r>
            <a:r>
              <a:rPr dirty="0" smtClean="0" sz="600" spc="35">
                <a:latin typeface="Arial"/>
                <a:cs typeface="Arial"/>
              </a:rPr>
              <a:t>n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-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s</a:t>
            </a:r>
            <a:r>
              <a:rPr dirty="0" smtClean="0" sz="600" spc="35">
                <a:latin typeface="Arial"/>
                <a:cs typeface="Arial"/>
              </a:rPr>
              <a:t>i</a:t>
            </a:r>
            <a:r>
              <a:rPr dirty="0" smtClean="0" sz="600" spc="35">
                <a:latin typeface="Arial"/>
                <a:cs typeface="Arial"/>
              </a:rPr>
              <a:t>n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2</a:t>
            </a:r>
            <a:r>
              <a:rPr dirty="0" smtClean="0" sz="600" spc="35">
                <a:latin typeface="Arial"/>
                <a:cs typeface="Arial"/>
              </a:rPr>
              <a:t>*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/</a:t>
            </a:r>
            <a:r>
              <a:rPr dirty="0" smtClean="0" sz="600" spc="35">
                <a:latin typeface="Arial"/>
                <a:cs typeface="Arial"/>
              </a:rPr>
              <a:t>2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+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s</a:t>
            </a:r>
            <a:r>
              <a:rPr dirty="0" smtClean="0" sz="600" spc="35">
                <a:latin typeface="Arial"/>
                <a:cs typeface="Arial"/>
              </a:rPr>
              <a:t>i</a:t>
            </a:r>
            <a:r>
              <a:rPr dirty="0" smtClean="0" sz="600" spc="35">
                <a:latin typeface="Arial"/>
                <a:cs typeface="Arial"/>
              </a:rPr>
              <a:t>n</a:t>
            </a:r>
            <a:r>
              <a:rPr dirty="0" smtClean="0" sz="600" spc="35">
                <a:latin typeface="Arial"/>
                <a:cs typeface="Arial"/>
              </a:rPr>
              <a:t>(</a:t>
            </a:r>
            <a:r>
              <a:rPr dirty="0" smtClean="0" sz="600" spc="35">
                <a:latin typeface="Arial"/>
                <a:cs typeface="Arial"/>
              </a:rPr>
              <a:t>3</a:t>
            </a:r>
            <a:r>
              <a:rPr dirty="0" smtClean="0" sz="600" spc="35">
                <a:latin typeface="Arial"/>
                <a:cs typeface="Arial"/>
              </a:rPr>
              <a:t>*</a:t>
            </a:r>
            <a:r>
              <a:rPr dirty="0" smtClean="0" sz="600" spc="35">
                <a:latin typeface="Arial"/>
                <a:cs typeface="Arial"/>
              </a:rPr>
              <a:t>x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/</a:t>
            </a:r>
            <a:r>
              <a:rPr dirty="0" smtClean="0" sz="600" spc="35">
                <a:latin typeface="Arial"/>
                <a:cs typeface="Arial"/>
              </a:rPr>
              <a:t>3</a:t>
            </a:r>
            <a:r>
              <a:rPr dirty="0" smtClean="0" sz="600" spc="35">
                <a:latin typeface="Arial"/>
                <a:cs typeface="Arial"/>
              </a:rPr>
              <a:t>)</a:t>
            </a:r>
            <a:r>
              <a:rPr dirty="0" smtClean="0" sz="600" spc="35">
                <a:latin typeface="Arial"/>
                <a:cs typeface="Arial"/>
              </a:rPr>
              <a:t>)</a:t>
            </a:r>
            <a:endParaRPr sz="6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93811" y="5258445"/>
            <a:ext cx="1424499" cy="969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518311" y="5258445"/>
            <a:ext cx="1427863" cy="969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5284811" y="1949271"/>
            <a:ext cx="1424499" cy="967498"/>
          </a:xfrm>
          <a:prstGeom prst="rect">
            <a:avLst/>
          </a:prstGeom>
        </p:spPr>
        <p:txBody>
          <a:bodyPr wrap="square" lIns="0" tIns="51435" rIns="0" bIns="0" rtlCol="0">
            <a:noAutofit/>
          </a:bodyPr>
          <a:lstStyle/>
          <a:p>
            <a:pPr marL="141517">
              <a:lnSpc>
                <a:spcPct val="95825"/>
              </a:lnSpc>
            </a:pPr>
            <a:r>
              <a:rPr dirty="0" smtClean="0" sz="1800" spc="-2">
                <a:latin typeface="Arial"/>
                <a:cs typeface="Arial"/>
              </a:rPr>
              <a:t>2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arm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cs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709311" y="1949271"/>
            <a:ext cx="1427863" cy="967498"/>
          </a:xfrm>
          <a:prstGeom prst="rect">
            <a:avLst/>
          </a:prstGeom>
        </p:spPr>
        <p:txBody>
          <a:bodyPr wrap="square" lIns="0" tIns="20320" rIns="0" bIns="0" rtlCol="0">
            <a:noAutofit/>
          </a:bodyPr>
          <a:lstStyle/>
          <a:p>
            <a:pPr marR="317868" algn="r">
              <a:lnSpc>
                <a:spcPct val="95825"/>
              </a:lnSpc>
            </a:pPr>
            <a:r>
              <a:rPr dirty="0" smtClean="0" sz="600" spc="44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  <a:p>
            <a:pPr marR="322488" algn="r">
              <a:lnSpc>
                <a:spcPct val="95825"/>
              </a:lnSpc>
              <a:spcBef>
                <a:spcPts val="55"/>
              </a:spcBef>
            </a:pPr>
            <a:r>
              <a:rPr dirty="0" smtClean="0" sz="600" spc="34">
                <a:latin typeface="Arial"/>
                <a:cs typeface="Arial"/>
              </a:rPr>
              <a:t>2</a:t>
            </a:r>
            <a:r>
              <a:rPr dirty="0" smtClean="0" sz="600" spc="34">
                <a:latin typeface="Arial"/>
                <a:cs typeface="Arial"/>
              </a:rPr>
              <a:t>*</a:t>
            </a:r>
            <a:r>
              <a:rPr dirty="0" smtClean="0" sz="600" spc="34">
                <a:latin typeface="Arial"/>
                <a:cs typeface="Arial"/>
              </a:rPr>
              <a:t>(</a:t>
            </a:r>
            <a:r>
              <a:rPr dirty="0" smtClean="0" sz="600" spc="34">
                <a:latin typeface="Arial"/>
                <a:cs typeface="Arial"/>
              </a:rPr>
              <a:t>s</a:t>
            </a:r>
            <a:r>
              <a:rPr dirty="0" smtClean="0" sz="600" spc="34">
                <a:latin typeface="Arial"/>
                <a:cs typeface="Arial"/>
              </a:rPr>
              <a:t>i</a:t>
            </a:r>
            <a:r>
              <a:rPr dirty="0" smtClean="0" sz="600" spc="34">
                <a:latin typeface="Arial"/>
                <a:cs typeface="Arial"/>
              </a:rPr>
              <a:t>n</a:t>
            </a:r>
            <a:r>
              <a:rPr dirty="0" smtClean="0" sz="600" spc="34">
                <a:latin typeface="Arial"/>
                <a:cs typeface="Arial"/>
              </a:rPr>
              <a:t>(</a:t>
            </a:r>
            <a:r>
              <a:rPr dirty="0" smtClean="0" sz="600" spc="34">
                <a:latin typeface="Arial"/>
                <a:cs typeface="Arial"/>
              </a:rPr>
              <a:t>x</a:t>
            </a:r>
            <a:r>
              <a:rPr dirty="0" smtClean="0" sz="600" spc="34">
                <a:latin typeface="Arial"/>
                <a:cs typeface="Arial"/>
              </a:rPr>
              <a:t>)</a:t>
            </a:r>
            <a:r>
              <a:rPr dirty="0" smtClean="0" sz="600" spc="34">
                <a:latin typeface="Arial"/>
                <a:cs typeface="Arial"/>
              </a:rPr>
              <a:t>-</a:t>
            </a:r>
            <a:r>
              <a:rPr dirty="0" smtClean="0" sz="600" spc="34">
                <a:latin typeface="Arial"/>
                <a:cs typeface="Arial"/>
              </a:rPr>
              <a:t>s</a:t>
            </a:r>
            <a:r>
              <a:rPr dirty="0" smtClean="0" sz="600" spc="34">
                <a:latin typeface="Arial"/>
                <a:cs typeface="Arial"/>
              </a:rPr>
              <a:t>i</a:t>
            </a:r>
            <a:r>
              <a:rPr dirty="0" smtClean="0" sz="600" spc="34">
                <a:latin typeface="Arial"/>
                <a:cs typeface="Arial"/>
              </a:rPr>
              <a:t>n</a:t>
            </a:r>
            <a:r>
              <a:rPr dirty="0" smtClean="0" sz="600" spc="34">
                <a:latin typeface="Arial"/>
                <a:cs typeface="Arial"/>
              </a:rPr>
              <a:t>(</a:t>
            </a:r>
            <a:r>
              <a:rPr dirty="0" smtClean="0" sz="600" spc="34">
                <a:latin typeface="Arial"/>
                <a:cs typeface="Arial"/>
              </a:rPr>
              <a:t>2</a:t>
            </a:r>
            <a:r>
              <a:rPr dirty="0" smtClean="0" sz="600" spc="34">
                <a:latin typeface="Arial"/>
                <a:cs typeface="Arial"/>
              </a:rPr>
              <a:t>*</a:t>
            </a:r>
            <a:r>
              <a:rPr dirty="0" smtClean="0" sz="600" spc="34">
                <a:latin typeface="Arial"/>
                <a:cs typeface="Arial"/>
              </a:rPr>
              <a:t>x</a:t>
            </a:r>
            <a:r>
              <a:rPr dirty="0" smtClean="0" sz="600" spc="34">
                <a:latin typeface="Arial"/>
                <a:cs typeface="Arial"/>
              </a:rPr>
              <a:t>)</a:t>
            </a:r>
            <a:r>
              <a:rPr dirty="0" smtClean="0" sz="600" spc="34">
                <a:latin typeface="Arial"/>
                <a:cs typeface="Arial"/>
              </a:rPr>
              <a:t>/</a:t>
            </a:r>
            <a:r>
              <a:rPr dirty="0" smtClean="0" sz="600" spc="34">
                <a:latin typeface="Arial"/>
                <a:cs typeface="Arial"/>
              </a:rPr>
              <a:t>2</a:t>
            </a:r>
            <a:r>
              <a:rPr dirty="0" smtClean="0" sz="600" spc="34">
                <a:latin typeface="Arial"/>
                <a:cs typeface="Arial"/>
              </a:rPr>
              <a:t>)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284811" y="2916770"/>
            <a:ext cx="1424499" cy="970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709311" y="2916770"/>
            <a:ext cx="1427863" cy="970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093811" y="1949271"/>
            <a:ext cx="1424499" cy="967498"/>
          </a:xfrm>
          <a:prstGeom prst="rect">
            <a:avLst/>
          </a:prstGeom>
        </p:spPr>
        <p:txBody>
          <a:bodyPr wrap="square" lIns="0" tIns="5337" rIns="0" bIns="0" rtlCol="0">
            <a:noAutofit/>
          </a:bodyPr>
          <a:lstStyle/>
          <a:p>
            <a:pPr>
              <a:lnSpc>
                <a:spcPts val="650"/>
              </a:lnSpc>
            </a:pPr>
            <a:endParaRPr sz="650"/>
          </a:p>
          <a:p>
            <a:pPr marL="201334">
              <a:lnSpc>
                <a:spcPct val="95825"/>
              </a:lnSpc>
            </a:pPr>
            <a:r>
              <a:rPr dirty="0" smtClean="0" sz="1800" spc="-2">
                <a:latin typeface="Arial"/>
                <a:cs typeface="Arial"/>
              </a:rPr>
              <a:t>1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h</a:t>
            </a:r>
            <a:r>
              <a:rPr dirty="0" smtClean="0" sz="1800" spc="-2">
                <a:latin typeface="Arial"/>
                <a:cs typeface="Arial"/>
              </a:rPr>
              <a:t>arm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c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18311" y="1949271"/>
            <a:ext cx="1427863" cy="967498"/>
          </a:xfrm>
          <a:prstGeom prst="rect">
            <a:avLst/>
          </a:prstGeom>
        </p:spPr>
        <p:txBody>
          <a:bodyPr wrap="square" lIns="0" tIns="20320" rIns="0" bIns="0" rtlCol="0">
            <a:noAutofit/>
          </a:bodyPr>
          <a:lstStyle/>
          <a:p>
            <a:pPr marR="317868" algn="r">
              <a:lnSpc>
                <a:spcPct val="95825"/>
              </a:lnSpc>
            </a:pPr>
            <a:r>
              <a:rPr dirty="0" smtClean="0" sz="600" spc="44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  <a:p>
            <a:pPr marR="321943" algn="r">
              <a:lnSpc>
                <a:spcPct val="95825"/>
              </a:lnSpc>
              <a:spcBef>
                <a:spcPts val="55"/>
              </a:spcBef>
            </a:pPr>
            <a:r>
              <a:rPr dirty="0" smtClean="0" sz="600" spc="34">
                <a:latin typeface="Arial"/>
                <a:cs typeface="Arial"/>
              </a:rPr>
              <a:t>2</a:t>
            </a:r>
            <a:r>
              <a:rPr dirty="0" smtClean="0" sz="600" spc="34">
                <a:latin typeface="Arial"/>
                <a:cs typeface="Arial"/>
              </a:rPr>
              <a:t>*s</a:t>
            </a:r>
            <a:r>
              <a:rPr dirty="0" smtClean="0" sz="600" spc="34">
                <a:latin typeface="Arial"/>
                <a:cs typeface="Arial"/>
              </a:rPr>
              <a:t>i</a:t>
            </a:r>
            <a:r>
              <a:rPr dirty="0" smtClean="0" sz="600" spc="34">
                <a:latin typeface="Arial"/>
                <a:cs typeface="Arial"/>
              </a:rPr>
              <a:t>n</a:t>
            </a:r>
            <a:r>
              <a:rPr dirty="0" smtClean="0" sz="600" spc="34">
                <a:latin typeface="Arial"/>
                <a:cs typeface="Arial"/>
              </a:rPr>
              <a:t>(</a:t>
            </a:r>
            <a:r>
              <a:rPr dirty="0" smtClean="0" sz="600" spc="34">
                <a:latin typeface="Arial"/>
                <a:cs typeface="Arial"/>
              </a:rPr>
              <a:t>x</a:t>
            </a:r>
            <a:r>
              <a:rPr dirty="0" smtClean="0" sz="600" spc="34">
                <a:latin typeface="Arial"/>
                <a:cs typeface="Arial"/>
              </a:rPr>
              <a:t>)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93811" y="2916770"/>
            <a:ext cx="1424499" cy="970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518311" y="2916770"/>
            <a:ext cx="1427863" cy="970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107911" y="989838"/>
            <a:ext cx="9318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640506" y="989838"/>
            <a:ext cx="22420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668182" y="1870182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7859182" y="1870182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668182" y="1957803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7859182" y="1957803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7859182" y="4212501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668182" y="4212501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668182" y="4300060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7859182" y="4300060"/>
            <a:ext cx="19097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object 11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247073" y="1477694"/>
            <a:ext cx="33349" cy="18990"/>
          </a:xfrm>
          <a:custGeom>
            <a:avLst/>
            <a:gdLst/>
            <a:ahLst/>
            <a:cxnLst/>
            <a:rect l="l" t="t" r="r" b="b"/>
            <a:pathLst>
              <a:path w="33349" h="18990">
                <a:moveTo>
                  <a:pt x="0" y="18990"/>
                </a:moveTo>
                <a:lnTo>
                  <a:pt x="33349" y="0"/>
                </a:lnTo>
              </a:path>
            </a:pathLst>
          </a:custGeom>
          <a:ln w="108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280422" y="1483341"/>
            <a:ext cx="47962" cy="124718"/>
          </a:xfrm>
          <a:custGeom>
            <a:avLst/>
            <a:gdLst/>
            <a:ahLst/>
            <a:cxnLst/>
            <a:rect l="l" t="t" r="r" b="b"/>
            <a:pathLst>
              <a:path w="47962" h="124718">
                <a:moveTo>
                  <a:pt x="0" y="0"/>
                </a:moveTo>
                <a:lnTo>
                  <a:pt x="47962" y="124718"/>
                </a:lnTo>
              </a:path>
            </a:pathLst>
          </a:custGeom>
          <a:ln w="218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333586" y="1252372"/>
            <a:ext cx="63590" cy="355687"/>
          </a:xfrm>
          <a:custGeom>
            <a:avLst/>
            <a:gdLst/>
            <a:ahLst/>
            <a:cxnLst/>
            <a:rect l="l" t="t" r="r" b="b"/>
            <a:pathLst>
              <a:path w="63590" h="355687">
                <a:moveTo>
                  <a:pt x="0" y="355687"/>
                </a:moveTo>
                <a:lnTo>
                  <a:pt x="63590" y="0"/>
                </a:lnTo>
              </a:path>
            </a:pathLst>
          </a:custGeom>
          <a:ln w="109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397177" y="1252372"/>
            <a:ext cx="751082" cy="0"/>
          </a:xfrm>
          <a:custGeom>
            <a:avLst/>
            <a:gdLst/>
            <a:ahLst/>
            <a:cxnLst/>
            <a:rect l="l" t="t" r="r" b="b"/>
            <a:pathLst>
              <a:path w="751082" h="0">
                <a:moveTo>
                  <a:pt x="0" y="0"/>
                </a:moveTo>
                <a:lnTo>
                  <a:pt x="751082" y="0"/>
                </a:lnTo>
              </a:path>
            </a:pathLst>
          </a:custGeom>
          <a:ln w="107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1783674" y="5281944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1783674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6956966" y="5281944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6994115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217806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652252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086341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520430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954844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388716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822913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5257218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5691415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6125504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6559918" y="5248161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33783"/>
                </a:moveTo>
                <a:lnTo>
                  <a:pt x="0" y="0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780793" y="5279324"/>
            <a:ext cx="5210398" cy="0"/>
          </a:xfrm>
          <a:custGeom>
            <a:avLst/>
            <a:gdLst/>
            <a:ahLst/>
            <a:cxnLst/>
            <a:rect l="l" t="t" r="r" b="b"/>
            <a:pathLst>
              <a:path w="5210398" h="0">
                <a:moveTo>
                  <a:pt x="0" y="0"/>
                </a:moveTo>
                <a:lnTo>
                  <a:pt x="5210398" y="0"/>
                </a:lnTo>
              </a:path>
            </a:pathLst>
          </a:custGeom>
          <a:ln w="1378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783674" y="4564009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783674" y="3845897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783674" y="3128277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783674" y="2410165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783674" y="1692250"/>
            <a:ext cx="37137" cy="0"/>
          </a:xfrm>
          <a:custGeom>
            <a:avLst/>
            <a:gdLst/>
            <a:ahLst/>
            <a:cxnLst/>
            <a:rect l="l" t="t" r="r" b="b"/>
            <a:pathLst>
              <a:path w="37137" h="0">
                <a:moveTo>
                  <a:pt x="0" y="0"/>
                </a:moveTo>
                <a:lnTo>
                  <a:pt x="37137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783674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780793" y="1689590"/>
            <a:ext cx="0" cy="3589733"/>
          </a:xfrm>
          <a:custGeom>
            <a:avLst/>
            <a:gdLst/>
            <a:ahLst/>
            <a:cxnLst/>
            <a:rect l="l" t="t" r="r" b="b"/>
            <a:pathLst>
              <a:path w="0" h="3589733">
                <a:moveTo>
                  <a:pt x="0" y="3589733"/>
                </a:moveTo>
                <a:lnTo>
                  <a:pt x="0" y="0"/>
                </a:lnTo>
              </a:path>
            </a:pathLst>
          </a:custGeom>
          <a:ln w="1516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6956966" y="4564009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6956966" y="3845897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6956966" y="3128277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6956966" y="2410165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6956966" y="1692250"/>
            <a:ext cx="37148" cy="0"/>
          </a:xfrm>
          <a:custGeom>
            <a:avLst/>
            <a:gdLst/>
            <a:ahLst/>
            <a:cxnLst/>
            <a:rect l="l" t="t" r="r" b="b"/>
            <a:pathLst>
              <a:path w="37148" h="0">
                <a:moveTo>
                  <a:pt x="37148" y="0"/>
                </a:moveTo>
                <a:lnTo>
                  <a:pt x="0" y="0"/>
                </a:lnTo>
              </a:path>
            </a:pathLst>
          </a:custGeom>
          <a:ln w="137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6994115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217806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652252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086341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520430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954843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388716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822913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257218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691415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6125504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6559918" y="1692250"/>
            <a:ext cx="0" cy="33783"/>
          </a:xfrm>
          <a:custGeom>
            <a:avLst/>
            <a:gdLst/>
            <a:ahLst/>
            <a:cxnLst/>
            <a:rect l="l" t="t" r="r" b="b"/>
            <a:pathLst>
              <a:path w="0" h="33783">
                <a:moveTo>
                  <a:pt x="0" y="0"/>
                </a:moveTo>
                <a:lnTo>
                  <a:pt x="0" y="33783"/>
                </a:lnTo>
              </a:path>
            </a:pathLst>
          </a:custGeom>
          <a:ln w="15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783674" y="1692250"/>
            <a:ext cx="5210441" cy="3589694"/>
          </a:xfrm>
          <a:custGeom>
            <a:avLst/>
            <a:gdLst/>
            <a:ahLst/>
            <a:cxnLst/>
            <a:rect l="l" t="t" r="r" b="b"/>
            <a:pathLst>
              <a:path w="5210441" h="3589694">
                <a:moveTo>
                  <a:pt x="0" y="3589694"/>
                </a:moveTo>
                <a:lnTo>
                  <a:pt x="5210441" y="3589694"/>
                </a:lnTo>
                <a:lnTo>
                  <a:pt x="5210441" y="0"/>
                </a:lnTo>
                <a:lnTo>
                  <a:pt x="0" y="0"/>
                </a:lnTo>
                <a:lnTo>
                  <a:pt x="0" y="3589694"/>
                </a:lnTo>
              </a:path>
            </a:pathLst>
          </a:custGeom>
          <a:ln w="14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214925" y="2407506"/>
            <a:ext cx="0" cy="2871818"/>
          </a:xfrm>
          <a:custGeom>
            <a:avLst/>
            <a:gdLst/>
            <a:ahLst/>
            <a:cxnLst/>
            <a:rect l="l" t="t" r="r" b="b"/>
            <a:pathLst>
              <a:path w="0" h="2871818">
                <a:moveTo>
                  <a:pt x="0" y="2871818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649328" y="3843336"/>
            <a:ext cx="0" cy="1435988"/>
          </a:xfrm>
          <a:custGeom>
            <a:avLst/>
            <a:gdLst/>
            <a:ahLst/>
            <a:cxnLst/>
            <a:rect l="l" t="t" r="r" b="b"/>
            <a:pathLst>
              <a:path w="0" h="1435988">
                <a:moveTo>
                  <a:pt x="0" y="1435988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083417" y="4322997"/>
            <a:ext cx="0" cy="956327"/>
          </a:xfrm>
          <a:custGeom>
            <a:avLst/>
            <a:gdLst/>
            <a:ahLst/>
            <a:cxnLst/>
            <a:rect l="l" t="t" r="r" b="b"/>
            <a:pathLst>
              <a:path w="0" h="956327">
                <a:moveTo>
                  <a:pt x="0" y="956327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517614" y="4561448"/>
            <a:ext cx="0" cy="717875"/>
          </a:xfrm>
          <a:custGeom>
            <a:avLst/>
            <a:gdLst/>
            <a:ahLst/>
            <a:cxnLst/>
            <a:rect l="l" t="t" r="r" b="b"/>
            <a:pathLst>
              <a:path w="0" h="717875">
                <a:moveTo>
                  <a:pt x="0" y="717875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952028" y="4704923"/>
            <a:ext cx="0" cy="574401"/>
          </a:xfrm>
          <a:custGeom>
            <a:avLst/>
            <a:gdLst/>
            <a:ahLst/>
            <a:cxnLst/>
            <a:rect l="l" t="t" r="r" b="b"/>
            <a:pathLst>
              <a:path w="0" h="574401">
                <a:moveTo>
                  <a:pt x="0" y="574401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385900" y="4801052"/>
            <a:ext cx="0" cy="478271"/>
          </a:xfrm>
          <a:custGeom>
            <a:avLst/>
            <a:gdLst/>
            <a:ahLst/>
            <a:cxnLst/>
            <a:rect l="l" t="t" r="r" b="b"/>
            <a:pathLst>
              <a:path w="0" h="478271">
                <a:moveTo>
                  <a:pt x="0" y="478271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819989" y="4870056"/>
            <a:ext cx="0" cy="409267"/>
          </a:xfrm>
          <a:custGeom>
            <a:avLst/>
            <a:gdLst/>
            <a:ahLst/>
            <a:cxnLst/>
            <a:rect l="l" t="t" r="r" b="b"/>
            <a:pathLst>
              <a:path w="0" h="409267">
                <a:moveTo>
                  <a:pt x="0" y="409267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254402" y="4920268"/>
            <a:ext cx="0" cy="359056"/>
          </a:xfrm>
          <a:custGeom>
            <a:avLst/>
            <a:gdLst/>
            <a:ahLst/>
            <a:cxnLst/>
            <a:rect l="l" t="t" r="r" b="b"/>
            <a:pathLst>
              <a:path w="0" h="359056">
                <a:moveTo>
                  <a:pt x="0" y="359056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688491" y="4963329"/>
            <a:ext cx="0" cy="315994"/>
          </a:xfrm>
          <a:custGeom>
            <a:avLst/>
            <a:gdLst/>
            <a:ahLst/>
            <a:cxnLst/>
            <a:rect l="l" t="t" r="r" b="b"/>
            <a:pathLst>
              <a:path w="0" h="315994">
                <a:moveTo>
                  <a:pt x="0" y="315994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6122688" y="4992129"/>
            <a:ext cx="0" cy="287195"/>
          </a:xfrm>
          <a:custGeom>
            <a:avLst/>
            <a:gdLst/>
            <a:ahLst/>
            <a:cxnLst/>
            <a:rect l="l" t="t" r="r" b="b"/>
            <a:pathLst>
              <a:path w="0" h="287195">
                <a:moveTo>
                  <a:pt x="0" y="287195"/>
                </a:moveTo>
                <a:lnTo>
                  <a:pt x="0" y="0"/>
                </a:lnTo>
              </a:path>
            </a:pathLst>
          </a:custGeom>
          <a:ln w="3922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35940" y="707866"/>
            <a:ext cx="5659448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Contoh: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Spe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k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trum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Fre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k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uen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i</a:t>
            </a:r>
            <a:endParaRPr sz="32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49194" y="1281945"/>
            <a:ext cx="124305" cy="175707"/>
          </a:xfrm>
          <a:prstGeom prst="rect">
            <a:avLst/>
          </a:prstGeom>
        </p:spPr>
        <p:txBody>
          <a:bodyPr wrap="square" lIns="0" tIns="8255" rIns="0" bIns="0" rtlCol="0">
            <a:noAutofit/>
          </a:bodyPr>
          <a:lstStyle/>
          <a:p>
            <a:pPr marL="12700">
              <a:lnSpc>
                <a:spcPts val="1300"/>
              </a:lnSpc>
            </a:pPr>
            <a:r>
              <a:rPr dirty="0" smtClean="0" sz="1200" spc="23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021373" y="1281945"/>
            <a:ext cx="124305" cy="175707"/>
          </a:xfrm>
          <a:prstGeom prst="rect">
            <a:avLst/>
          </a:prstGeom>
        </p:spPr>
        <p:txBody>
          <a:bodyPr wrap="square" lIns="0" tIns="8255" rIns="0" bIns="0" rtlCol="0">
            <a:noAutofit/>
          </a:bodyPr>
          <a:lstStyle/>
          <a:p>
            <a:pPr marL="12700">
              <a:lnSpc>
                <a:spcPts val="1300"/>
              </a:lnSpc>
            </a:pPr>
            <a:r>
              <a:rPr dirty="0" smtClean="0" sz="1200" spc="23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48434" y="1309181"/>
            <a:ext cx="1222385" cy="282927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2700">
              <a:lnSpc>
                <a:spcPts val="2165"/>
              </a:lnSpc>
            </a:pPr>
            <a:r>
              <a:rPr dirty="0" smtClean="0" sz="2050" spc="50">
                <a:latin typeface="Arial"/>
                <a:cs typeface="Arial"/>
              </a:rPr>
              <a:t>M</a:t>
            </a:r>
            <a:r>
              <a:rPr dirty="0" smtClean="0" sz="2050" spc="-20">
                <a:latin typeface="Arial"/>
                <a:cs typeface="Arial"/>
              </a:rPr>
              <a:t>a</a:t>
            </a:r>
            <a:r>
              <a:rPr dirty="0" smtClean="0" sz="2050" spc="-20">
                <a:latin typeface="Arial"/>
                <a:cs typeface="Arial"/>
              </a:rPr>
              <a:t>g</a:t>
            </a:r>
            <a:r>
              <a:rPr dirty="0" smtClean="0" sz="2050" spc="-115">
                <a:latin typeface="Arial"/>
                <a:cs typeface="Arial"/>
              </a:rPr>
              <a:t>n</a:t>
            </a:r>
            <a:r>
              <a:rPr dirty="0" smtClean="0" sz="2050" spc="12">
                <a:latin typeface="Arial"/>
                <a:cs typeface="Arial"/>
              </a:rPr>
              <a:t>i</a:t>
            </a:r>
            <a:r>
              <a:rPr dirty="0" smtClean="0" sz="2050" spc="-17">
                <a:latin typeface="Arial"/>
                <a:cs typeface="Arial"/>
              </a:rPr>
              <a:t>t</a:t>
            </a:r>
            <a:r>
              <a:rPr dirty="0" smtClean="0" sz="2050" spc="-115">
                <a:latin typeface="Arial"/>
                <a:cs typeface="Arial"/>
              </a:rPr>
              <a:t>u</a:t>
            </a:r>
            <a:r>
              <a:rPr dirty="0" smtClean="0" sz="2050" spc="-25">
                <a:latin typeface="Arial"/>
                <a:cs typeface="Arial"/>
              </a:rPr>
              <a:t>d</a:t>
            </a:r>
            <a:r>
              <a:rPr dirty="0" smtClean="0" sz="2050" spc="33">
                <a:latin typeface="Arial"/>
                <a:cs typeface="Arial"/>
              </a:rPr>
              <a:t>e</a:t>
            </a:r>
            <a:endParaRPr sz="20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107192" y="1309181"/>
            <a:ext cx="136769" cy="282927"/>
          </a:xfrm>
          <a:prstGeom prst="rect">
            <a:avLst/>
          </a:prstGeom>
        </p:spPr>
        <p:txBody>
          <a:bodyPr wrap="square" lIns="0" tIns="13747" rIns="0" bIns="0" rtlCol="0">
            <a:noAutofit/>
          </a:bodyPr>
          <a:lstStyle/>
          <a:p>
            <a:pPr marL="12700">
              <a:lnSpc>
                <a:spcPts val="2165"/>
              </a:lnSpc>
            </a:pPr>
            <a:r>
              <a:rPr dirty="0" smtClean="0" sz="2050" spc="16">
                <a:latin typeface="Arial"/>
                <a:cs typeface="Arial"/>
              </a:rPr>
              <a:t>:</a:t>
            </a:r>
            <a:endParaRPr sz="20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400644" y="1310634"/>
            <a:ext cx="280365" cy="326653"/>
          </a:xfrm>
          <a:prstGeom prst="rect">
            <a:avLst/>
          </a:prstGeom>
        </p:spPr>
        <p:txBody>
          <a:bodyPr wrap="square" lIns="0" tIns="15748" rIns="0" bIns="0" rtlCol="0">
            <a:noAutofit/>
          </a:bodyPr>
          <a:lstStyle/>
          <a:p>
            <a:pPr marL="12700">
              <a:lnSpc>
                <a:spcPts val="2480"/>
              </a:lnSpc>
            </a:pPr>
            <a:r>
              <a:rPr dirty="0" smtClean="0" sz="2050" spc="36" i="1">
                <a:latin typeface="Times New Roman"/>
                <a:cs typeface="Times New Roman"/>
              </a:rPr>
              <a:t>a</a:t>
            </a:r>
            <a:r>
              <a:rPr dirty="0" smtClean="0" baseline="-12078" sz="1800" spc="36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694614" y="1306521"/>
            <a:ext cx="451442" cy="330766"/>
          </a:xfrm>
          <a:prstGeom prst="rect">
            <a:avLst/>
          </a:prstGeom>
        </p:spPr>
        <p:txBody>
          <a:bodyPr wrap="square" lIns="0" tIns="15970" rIns="0" bIns="0" rtlCol="0">
            <a:noAutofit/>
          </a:bodyPr>
          <a:lstStyle/>
          <a:p>
            <a:pPr marL="12700">
              <a:lnSpc>
                <a:spcPts val="2515"/>
              </a:lnSpc>
            </a:pPr>
            <a:r>
              <a:rPr dirty="0" smtClean="0" sz="2050">
                <a:latin typeface="Symbol"/>
                <a:cs typeface="Symbol"/>
              </a:rPr>
              <a:t></a:t>
            </a:r>
            <a:r>
              <a:rPr dirty="0" smtClean="0" sz="2050" spc="-64">
                <a:latin typeface="Times New Roman"/>
                <a:cs typeface="Times New Roman"/>
              </a:rPr>
              <a:t> </a:t>
            </a:r>
            <a:r>
              <a:rPr dirty="0" smtClean="0" sz="2050" spc="-64" i="1">
                <a:latin typeface="Times New Roman"/>
                <a:cs typeface="Times New Roman"/>
              </a:rPr>
              <a:t>b</a:t>
            </a:r>
            <a:r>
              <a:rPr dirty="0" smtClean="0" baseline="-12078" sz="1800" spc="-64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487213" y="1613725"/>
            <a:ext cx="249366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5">
                <a:latin typeface="Arial"/>
                <a:cs typeface="Arial"/>
              </a:rPr>
              <a:t>2</a:t>
            </a:r>
            <a:r>
              <a:rPr dirty="0" smtClean="0" sz="1050" spc="45">
                <a:latin typeface="Arial"/>
                <a:cs typeface="Arial"/>
              </a:rPr>
              <a:t>.</a:t>
            </a:r>
            <a:r>
              <a:rPr dirty="0" smtClean="0" sz="1050" spc="45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08039" y="2331640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487213" y="3049753"/>
            <a:ext cx="249366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5">
                <a:latin typeface="Arial"/>
                <a:cs typeface="Arial"/>
              </a:rPr>
              <a:t>1</a:t>
            </a:r>
            <a:r>
              <a:rPr dirty="0" smtClean="0" sz="1050" spc="45">
                <a:latin typeface="Arial"/>
                <a:cs typeface="Arial"/>
              </a:rPr>
              <a:t>.</a:t>
            </a:r>
            <a:r>
              <a:rPr dirty="0" smtClean="0" sz="1050" spc="45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08039" y="3767372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487213" y="4485485"/>
            <a:ext cx="249366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5">
                <a:latin typeface="Arial"/>
                <a:cs typeface="Arial"/>
              </a:rPr>
              <a:t>0</a:t>
            </a:r>
            <a:r>
              <a:rPr dirty="0" smtClean="0" sz="1050" spc="45">
                <a:latin typeface="Arial"/>
                <a:cs typeface="Arial"/>
              </a:rPr>
              <a:t>.</a:t>
            </a:r>
            <a:r>
              <a:rPr dirty="0" smtClean="0" sz="1050" spc="45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233848" y="5168188"/>
            <a:ext cx="1160860" cy="285962"/>
          </a:xfrm>
          <a:prstGeom prst="rect">
            <a:avLst/>
          </a:prstGeom>
        </p:spPr>
        <p:txBody>
          <a:bodyPr wrap="square" lIns="0" tIns="13938" rIns="0" bIns="0" rtlCol="0">
            <a:noAutofit/>
          </a:bodyPr>
          <a:lstStyle/>
          <a:p>
            <a:pPr marL="12700">
              <a:lnSpc>
                <a:spcPts val="2195"/>
              </a:lnSpc>
            </a:pPr>
            <a:r>
              <a:rPr dirty="0" smtClean="0" sz="2050" spc="-43">
                <a:latin typeface="Times New Roman"/>
                <a:cs typeface="Times New Roman"/>
              </a:rPr>
              <a:t>H</a:t>
            </a:r>
            <a:r>
              <a:rPr dirty="0" smtClean="0" sz="2050" spc="-43">
                <a:latin typeface="Times New Roman"/>
                <a:cs typeface="Times New Roman"/>
              </a:rPr>
              <a:t>a</a:t>
            </a:r>
            <a:r>
              <a:rPr dirty="0" smtClean="0" sz="2050" spc="-43">
                <a:latin typeface="Times New Roman"/>
                <a:cs typeface="Times New Roman"/>
              </a:rPr>
              <a:t>r</a:t>
            </a:r>
            <a:r>
              <a:rPr dirty="0" smtClean="0" sz="2050" spc="-43">
                <a:latin typeface="Times New Roman"/>
                <a:cs typeface="Times New Roman"/>
              </a:rPr>
              <a:t>m</a:t>
            </a:r>
            <a:r>
              <a:rPr dirty="0" smtClean="0" sz="2050" spc="-43">
                <a:latin typeface="Times New Roman"/>
                <a:cs typeface="Times New Roman"/>
              </a:rPr>
              <a:t>o</a:t>
            </a:r>
            <a:r>
              <a:rPr dirty="0" smtClean="0" sz="2050" spc="-43">
                <a:latin typeface="Times New Roman"/>
                <a:cs typeface="Times New Roman"/>
              </a:rPr>
              <a:t>n</a:t>
            </a:r>
            <a:r>
              <a:rPr dirty="0" smtClean="0" sz="2050" spc="-43">
                <a:latin typeface="Times New Roman"/>
                <a:cs typeface="Times New Roman"/>
              </a:rPr>
              <a:t>i</a:t>
            </a:r>
            <a:r>
              <a:rPr dirty="0" smtClean="0" sz="2050" spc="-43">
                <a:latin typeface="Times New Roman"/>
                <a:cs typeface="Times New Roman"/>
              </a:rPr>
              <a:t>cs</a:t>
            </a:r>
            <a:endParaRPr sz="205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08039" y="5203420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0</a:t>
            </a:r>
            <a:endParaRPr sz="10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727814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0</a:t>
            </a:r>
            <a:endParaRPr sz="10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161957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596338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030535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464624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99038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332910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766999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201413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635502" y="5365933"/>
            <a:ext cx="128618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63"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029409" y="5365933"/>
            <a:ext cx="207365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9"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463823" y="5365933"/>
            <a:ext cx="207365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9">
                <a:latin typeface="Arial"/>
                <a:cs typeface="Arial"/>
              </a:rPr>
              <a:t>11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897912" y="5365933"/>
            <a:ext cx="207365" cy="160965"/>
          </a:xfrm>
          <a:prstGeom prst="rect">
            <a:avLst/>
          </a:prstGeom>
        </p:spPr>
        <p:txBody>
          <a:bodyPr wrap="square" lIns="0" tIns="7524" rIns="0" bIns="0" rtlCol="0">
            <a:noAutofit/>
          </a:bodyPr>
          <a:lstStyle/>
          <a:p>
            <a:pPr marL="12700">
              <a:lnSpc>
                <a:spcPts val="1185"/>
              </a:lnSpc>
            </a:pPr>
            <a:r>
              <a:rPr dirty="0" smtClean="0" sz="1050" spc="49">
                <a:latin typeface="Arial"/>
                <a:cs typeface="Arial"/>
              </a:rPr>
              <a:t>12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0844" y="5754806"/>
            <a:ext cx="8392617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T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arm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k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rkor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sp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frek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mer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kan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rka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ri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1">
                <a:latin typeface="Arial"/>
                <a:cs typeface="Arial"/>
              </a:rPr>
              <a:t>Freku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nsi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fu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me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494012" y="6471832"/>
            <a:ext cx="29803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782211" y="1692250"/>
            <a:ext cx="5211903" cy="7152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2545313">
              <a:lnSpc>
                <a:spcPct val="95825"/>
              </a:lnSpc>
              <a:spcBef>
                <a:spcPts val="1376"/>
              </a:spcBef>
            </a:pPr>
            <a:r>
              <a:rPr dirty="0" smtClean="0" sz="1800" spc="0">
                <a:latin typeface="Arial"/>
                <a:cs typeface="Arial"/>
              </a:rPr>
              <a:t>For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</a:t>
            </a:r>
            <a:r>
              <a:rPr dirty="0" smtClean="0" sz="1800" spc="0">
                <a:latin typeface="Arial"/>
                <a:cs typeface="Arial"/>
              </a:rPr>
              <a:t>irst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10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rmo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ics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782211" y="2407506"/>
            <a:ext cx="432713" cy="28731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2214925" y="2407506"/>
            <a:ext cx="4779190" cy="14358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2214925" y="3843336"/>
            <a:ext cx="434402" cy="1437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2649328" y="3843336"/>
            <a:ext cx="4344787" cy="4796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2649328" y="4322997"/>
            <a:ext cx="434088" cy="9576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083417" y="4322997"/>
            <a:ext cx="3910698" cy="2384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083417" y="4561448"/>
            <a:ext cx="434197" cy="719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517614" y="4561448"/>
            <a:ext cx="3476501" cy="1434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517614" y="4704923"/>
            <a:ext cx="434413" cy="5757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952028" y="4704923"/>
            <a:ext cx="3042087" cy="96129"/>
          </a:xfrm>
          <a:prstGeom prst="rect">
            <a:avLst/>
          </a:prstGeom>
        </p:spPr>
        <p:txBody>
          <a:bodyPr wrap="square" lIns="0" tIns="879" rIns="0" bIns="0" rtlCol="0">
            <a:noAutofit/>
          </a:bodyPr>
          <a:lstStyle/>
          <a:p>
            <a:pPr marL="25400">
              <a:lnSpc>
                <a:spcPts val="750"/>
              </a:lnSpc>
            </a:pPr>
            <a:endParaRPr sz="750"/>
          </a:p>
        </p:txBody>
      </p:sp>
      <p:sp>
        <p:nvSpPr>
          <p:cNvPr id="10" name="object 10"/>
          <p:cNvSpPr txBox="1"/>
          <p:nvPr/>
        </p:nvSpPr>
        <p:spPr>
          <a:xfrm>
            <a:off x="3952028" y="4801052"/>
            <a:ext cx="433872" cy="479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385900" y="4801052"/>
            <a:ext cx="434088" cy="479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819989" y="4801052"/>
            <a:ext cx="2174126" cy="119215"/>
          </a:xfrm>
          <a:prstGeom prst="rect">
            <a:avLst/>
          </a:prstGeom>
        </p:spPr>
        <p:txBody>
          <a:bodyPr wrap="square" lIns="0" tIns="4915" rIns="0" bIns="0" rtlCol="0">
            <a:noAutofit/>
          </a:bodyPr>
          <a:lstStyle/>
          <a:p>
            <a:pPr marL="25400">
              <a:lnSpc>
                <a:spcPts val="900"/>
              </a:lnSpc>
            </a:pPr>
            <a:endParaRPr sz="900"/>
          </a:p>
        </p:txBody>
      </p:sp>
      <p:sp>
        <p:nvSpPr>
          <p:cNvPr id="7" name="object 7"/>
          <p:cNvSpPr txBox="1"/>
          <p:nvPr/>
        </p:nvSpPr>
        <p:spPr>
          <a:xfrm>
            <a:off x="4819989" y="4920268"/>
            <a:ext cx="434413" cy="3603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254402" y="4920268"/>
            <a:ext cx="434088" cy="3603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688491" y="4920268"/>
            <a:ext cx="434197" cy="3603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122688" y="4920268"/>
            <a:ext cx="871426" cy="3603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107911" y="910589"/>
            <a:ext cx="10823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091181" y="910589"/>
            <a:ext cx="11108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object 3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891028" y="1976627"/>
            <a:ext cx="3209544" cy="609600"/>
          </a:xfrm>
          <a:custGeom>
            <a:avLst/>
            <a:gdLst/>
            <a:ahLst/>
            <a:cxnLst/>
            <a:rect l="l" t="t" r="r" b="b"/>
            <a:pathLst>
              <a:path w="3209544" h="609600">
                <a:moveTo>
                  <a:pt x="0" y="609600"/>
                </a:moveTo>
                <a:lnTo>
                  <a:pt x="3209544" y="609600"/>
                </a:lnTo>
                <a:lnTo>
                  <a:pt x="3209544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735048" y="4346494"/>
            <a:ext cx="138719" cy="0"/>
          </a:xfrm>
          <a:custGeom>
            <a:avLst/>
            <a:gdLst/>
            <a:ahLst/>
            <a:cxnLst/>
            <a:rect l="l" t="t" r="r" b="b"/>
            <a:pathLst>
              <a:path w="138719" h="0">
                <a:moveTo>
                  <a:pt x="0" y="0"/>
                </a:moveTo>
                <a:lnTo>
                  <a:pt x="138719" y="0"/>
                </a:lnTo>
              </a:path>
            </a:pathLst>
          </a:custGeom>
          <a:ln w="65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34416" y="787114"/>
            <a:ext cx="6177848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Bentuk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Kompl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ks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Deret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Fouri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r</a:t>
            </a:r>
            <a:endParaRPr sz="32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53795" y="1478716"/>
            <a:ext cx="412625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su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stitusi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kspr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’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da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84597" y="1478716"/>
            <a:ext cx="95945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eks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150660" y="1478716"/>
            <a:ext cx="84561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Fo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ri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r:</a:t>
            </a:r>
            <a:endParaRPr sz="1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53795" y="2850697"/>
            <a:ext cx="66730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D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727250" y="2850697"/>
            <a:ext cx="3028746" cy="51102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rl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h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tkan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rik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t:</a:t>
            </a:r>
            <a:endParaRPr sz="1800">
              <a:latin typeface="Arial"/>
              <a:cs typeface="Arial"/>
            </a:endParaRPr>
          </a:p>
          <a:p>
            <a:pPr marL="1082490" marR="1755589" algn="ctr">
              <a:lnSpc>
                <a:spcPct val="102091"/>
              </a:lnSpc>
              <a:spcBef>
                <a:spcPts val="107"/>
              </a:spcBef>
            </a:pPr>
            <a:r>
              <a:rPr dirty="0" smtClean="0" sz="1500">
                <a:latin typeface="Symbol"/>
                <a:cs typeface="Symbol"/>
              </a:rPr>
              <a:t>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662248" y="3307461"/>
            <a:ext cx="693201" cy="1017184"/>
          </a:xfrm>
          <a:prstGeom prst="rect">
            <a:avLst/>
          </a:prstGeom>
        </p:spPr>
        <p:txBody>
          <a:bodyPr wrap="square" lIns="0" tIns="25527" rIns="0" bIns="0" rtlCol="0">
            <a:noAutofit/>
          </a:bodyPr>
          <a:lstStyle/>
          <a:p>
            <a:pPr marL="70830">
              <a:lnSpc>
                <a:spcPts val="4020"/>
              </a:lnSpc>
            </a:pPr>
            <a:r>
              <a:rPr dirty="0" smtClean="0" sz="3900" spc="326">
                <a:latin typeface="Symbol"/>
                <a:cs typeface="Symbol"/>
              </a:rPr>
              <a:t></a:t>
            </a:r>
            <a:r>
              <a:rPr dirty="0" smtClean="0" baseline="12264" sz="3900" spc="10" i="1">
                <a:latin typeface="Times New Roman"/>
                <a:cs typeface="Times New Roman"/>
              </a:rPr>
              <a:t>c</a:t>
            </a:r>
            <a:endParaRPr sz="2600">
              <a:latin typeface="Times New Roman"/>
              <a:cs typeface="Times New Roman"/>
            </a:endParaRPr>
          </a:p>
          <a:p>
            <a:pPr marL="12700" marR="73884">
              <a:lnSpc>
                <a:spcPts val="1460"/>
              </a:lnSpc>
            </a:pPr>
            <a:r>
              <a:rPr dirty="0" smtClean="0" sz="1500" spc="94" i="1">
                <a:latin typeface="Times New Roman"/>
                <a:cs typeface="Times New Roman"/>
              </a:rPr>
              <a:t>n</a:t>
            </a:r>
            <a:r>
              <a:rPr dirty="0" smtClean="0" sz="1500" spc="11">
                <a:latin typeface="Symbol"/>
                <a:cs typeface="Symbol"/>
              </a:rPr>
              <a:t></a:t>
            </a:r>
            <a:r>
              <a:rPr dirty="0" smtClean="0" sz="1500" spc="11">
                <a:latin typeface="Symbol"/>
                <a:cs typeface="Symbol"/>
              </a:rPr>
              <a:t></a:t>
            </a:r>
            <a:endParaRPr sz="1500">
              <a:latin typeface="Symbol"/>
              <a:cs typeface="Symbol"/>
            </a:endParaRPr>
          </a:p>
          <a:p>
            <a:pPr marL="74140" marR="73884">
              <a:lnSpc>
                <a:spcPct val="95825"/>
              </a:lnSpc>
              <a:spcBef>
                <a:spcPts val="659"/>
              </a:spcBef>
            </a:pPr>
            <a:r>
              <a:rPr dirty="0" smtClean="0" sz="1500" i="1">
                <a:latin typeface="Times New Roman"/>
                <a:cs typeface="Times New Roman"/>
              </a:rPr>
              <a:t>T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68374" y="3319317"/>
            <a:ext cx="1015394" cy="405389"/>
          </a:xfrm>
          <a:prstGeom prst="rect">
            <a:avLst/>
          </a:prstGeom>
        </p:spPr>
        <p:txBody>
          <a:bodyPr wrap="square" lIns="0" tIns="20034" rIns="0" bIns="0" rtlCol="0">
            <a:noAutofit/>
          </a:bodyPr>
          <a:lstStyle/>
          <a:p>
            <a:pPr marL="12700">
              <a:lnSpc>
                <a:spcPts val="3155"/>
              </a:lnSpc>
            </a:pPr>
            <a:r>
              <a:rPr dirty="0" smtClean="0" sz="2600" spc="-30" i="1">
                <a:latin typeface="Times New Roman"/>
                <a:cs typeface="Times New Roman"/>
              </a:rPr>
              <a:t>e</a:t>
            </a:r>
            <a:r>
              <a:rPr dirty="0" smtClean="0" sz="2600" spc="-30" i="1">
                <a:latin typeface="Times New Roman"/>
                <a:cs typeface="Times New Roman"/>
              </a:rPr>
              <a:t> </a:t>
            </a:r>
            <a:r>
              <a:rPr dirty="0" smtClean="0" baseline="42515" sz="2250" spc="-30" i="1">
                <a:latin typeface="Times New Roman"/>
                <a:cs typeface="Times New Roman"/>
              </a:rPr>
              <a:t>j</a:t>
            </a:r>
            <a:r>
              <a:rPr dirty="0" smtClean="0" baseline="42515" sz="2250" spc="-30" i="1">
                <a:latin typeface="Times New Roman"/>
                <a:cs typeface="Times New Roman"/>
              </a:rPr>
              <a:t>n</a:t>
            </a:r>
            <a:r>
              <a:rPr dirty="0" smtClean="0" baseline="37411" sz="2400" spc="-9">
                <a:latin typeface="Symbol"/>
                <a:cs typeface="Symbol"/>
              </a:rPr>
              <a:t></a:t>
            </a:r>
            <a:r>
              <a:rPr dirty="0" smtClean="0" baseline="41411" sz="1575" spc="-30" i="1">
                <a:latin typeface="Times New Roman"/>
                <a:cs typeface="Times New Roman"/>
              </a:rPr>
              <a:t>T</a:t>
            </a:r>
            <a:r>
              <a:rPr dirty="0" smtClean="0" baseline="41411" sz="1575" spc="-30" i="1">
                <a:latin typeface="Times New Roman"/>
                <a:cs typeface="Times New Roman"/>
              </a:rPr>
              <a:t> </a:t>
            </a:r>
            <a:r>
              <a:rPr dirty="0" smtClean="0" baseline="42515" sz="2250" spc="-30" i="1">
                <a:latin typeface="Times New Roman"/>
                <a:cs typeface="Times New Roman"/>
              </a:rPr>
              <a:t>t</a:t>
            </a:r>
            <a:r>
              <a:rPr dirty="0" smtClean="0" baseline="42515" sz="2250" spc="-30" i="1">
                <a:latin typeface="Times New Roman"/>
                <a:cs typeface="Times New Roman"/>
              </a:rPr>
              <a:t> </a:t>
            </a:r>
            <a:r>
              <a:rPr dirty="0" smtClean="0" sz="2600" spc="-30" i="1">
                <a:latin typeface="Times New Roman"/>
                <a:cs typeface="Times New Roman"/>
              </a:rPr>
              <a:t>dt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761910" y="3365694"/>
            <a:ext cx="896769" cy="359012"/>
          </a:xfrm>
          <a:prstGeom prst="rect">
            <a:avLst/>
          </a:prstGeom>
        </p:spPr>
        <p:txBody>
          <a:bodyPr wrap="square" lIns="0" tIns="17653" rIns="0" bIns="0" rtlCol="0">
            <a:noAutofit/>
          </a:bodyPr>
          <a:lstStyle/>
          <a:p>
            <a:pPr marL="12700">
              <a:lnSpc>
                <a:spcPts val="2780"/>
              </a:lnSpc>
            </a:pPr>
            <a:r>
              <a:rPr dirty="0" smtClean="0" sz="2600" spc="-40" i="1">
                <a:latin typeface="Times New Roman"/>
                <a:cs typeface="Times New Roman"/>
              </a:rPr>
              <a:t>F</a:t>
            </a:r>
            <a:r>
              <a:rPr dirty="0" smtClean="0" sz="2600" spc="-40" i="1">
                <a:latin typeface="Times New Roman"/>
                <a:cs typeface="Times New Roman"/>
              </a:rPr>
              <a:t> </a:t>
            </a:r>
            <a:r>
              <a:rPr dirty="0" smtClean="0" sz="2600" spc="-40">
                <a:latin typeface="Times New Roman"/>
                <a:cs typeface="Times New Roman"/>
              </a:rPr>
              <a:t>(</a:t>
            </a:r>
            <a:r>
              <a:rPr dirty="0" smtClean="0" sz="2600" spc="-40" i="1">
                <a:latin typeface="Times New Roman"/>
                <a:cs typeface="Times New Roman"/>
              </a:rPr>
              <a:t>t</a:t>
            </a:r>
            <a:r>
              <a:rPr dirty="0" smtClean="0" sz="2600" spc="-40">
                <a:latin typeface="Times New Roman"/>
                <a:cs typeface="Times New Roman"/>
              </a:rPr>
              <a:t>)</a:t>
            </a:r>
            <a:r>
              <a:rPr dirty="0" smtClean="0" sz="2600" spc="-40">
                <a:latin typeface="Times New Roman"/>
                <a:cs typeface="Times New Roman"/>
              </a:rPr>
              <a:t> </a:t>
            </a:r>
            <a:r>
              <a:rPr dirty="0" smtClean="0" sz="2600" spc="13">
                <a:latin typeface="Symbol"/>
                <a:cs typeface="Symbol"/>
              </a:rPr>
              <a:t></a:t>
            </a:r>
            <a:endParaRPr sz="2600">
              <a:latin typeface="Symbol"/>
              <a:cs typeface="Symbo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258077" y="3563763"/>
            <a:ext cx="149864" cy="216623"/>
          </a:xfrm>
          <a:prstGeom prst="rect">
            <a:avLst/>
          </a:prstGeom>
        </p:spPr>
        <p:txBody>
          <a:bodyPr wrap="square" lIns="0" tIns="10382" rIns="0" bIns="0" rtlCol="0">
            <a:noAutofit/>
          </a:bodyPr>
          <a:lstStyle/>
          <a:p>
            <a:pPr marL="12700">
              <a:lnSpc>
                <a:spcPts val="1635"/>
              </a:lnSpc>
            </a:pPr>
            <a:r>
              <a:rPr dirty="0" smtClean="0" sz="1500" i="1">
                <a:latin typeface="Times New Roman"/>
                <a:cs typeface="Times New Roman"/>
              </a:rPr>
              <a:t>n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26971" y="4376532"/>
            <a:ext cx="234486" cy="734677"/>
          </a:xfrm>
          <a:prstGeom prst="rect">
            <a:avLst/>
          </a:prstGeom>
        </p:spPr>
        <p:txBody>
          <a:bodyPr wrap="square" lIns="0" tIns="10382" rIns="0" bIns="0" rtlCol="0">
            <a:noAutofit/>
          </a:bodyPr>
          <a:lstStyle/>
          <a:p>
            <a:pPr marL="33189" marR="73884">
              <a:lnSpc>
                <a:spcPts val="1635"/>
              </a:lnSpc>
            </a:pPr>
            <a:r>
              <a:rPr dirty="0" smtClean="0" sz="1500">
                <a:latin typeface="Times New Roman"/>
                <a:cs typeface="Times New Roman"/>
              </a:rPr>
              <a:t>2</a:t>
            </a: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ts val="4150"/>
              </a:lnSpc>
              <a:spcBef>
                <a:spcPts val="125"/>
              </a:spcBef>
            </a:pPr>
            <a:r>
              <a:rPr dirty="0" smtClean="0" sz="3900" spc="9">
                <a:latin typeface="Symbol"/>
                <a:cs typeface="Symbol"/>
              </a:rPr>
              <a:t></a:t>
            </a:r>
            <a:endParaRPr sz="3900">
              <a:latin typeface="Symbol"/>
              <a:cs typeface="Symbo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65004" y="4408664"/>
            <a:ext cx="275457" cy="816897"/>
          </a:xfrm>
          <a:prstGeom prst="rect">
            <a:avLst/>
          </a:prstGeom>
        </p:spPr>
        <p:txBody>
          <a:bodyPr wrap="square" lIns="0" tIns="17335" rIns="0" bIns="0" rtlCol="0">
            <a:noAutofit/>
          </a:bodyPr>
          <a:lstStyle/>
          <a:p>
            <a:pPr marL="49027">
              <a:lnSpc>
                <a:spcPts val="2730"/>
              </a:lnSpc>
            </a:pPr>
            <a:r>
              <a:rPr dirty="0" smtClean="0" sz="2600" spc="12" u="heavy">
                <a:latin typeface="Times New Roman"/>
                <a:cs typeface="Times New Roman"/>
              </a:rPr>
              <a:t>1</a:t>
            </a:r>
            <a:endParaRPr sz="2600">
              <a:latin typeface="Times New Roman"/>
              <a:cs typeface="Times New Roman"/>
            </a:endParaRPr>
          </a:p>
          <a:p>
            <a:pPr marL="12700" marR="17906">
              <a:lnSpc>
                <a:spcPct val="95825"/>
              </a:lnSpc>
              <a:spcBef>
                <a:spcPts val="577"/>
              </a:spcBef>
            </a:pPr>
            <a:r>
              <a:rPr dirty="0" smtClean="0" sz="2600" spc="13" i="1">
                <a:latin typeface="Times New Roman"/>
                <a:cs typeface="Times New Roman"/>
              </a:rPr>
              <a:t>T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24477" y="4563539"/>
            <a:ext cx="1779809" cy="405389"/>
          </a:xfrm>
          <a:prstGeom prst="rect">
            <a:avLst/>
          </a:prstGeom>
        </p:spPr>
        <p:txBody>
          <a:bodyPr wrap="square" lIns="0" tIns="19939" rIns="0" bIns="0" rtlCol="0">
            <a:noAutofit/>
          </a:bodyPr>
          <a:lstStyle/>
          <a:p>
            <a:pPr marL="12700">
              <a:lnSpc>
                <a:spcPts val="3140"/>
              </a:lnSpc>
            </a:pPr>
            <a:r>
              <a:rPr dirty="0" smtClean="0" sz="2600" spc="-7" i="1">
                <a:latin typeface="Times New Roman"/>
                <a:cs typeface="Times New Roman"/>
              </a:rPr>
              <a:t>F</a:t>
            </a:r>
            <a:r>
              <a:rPr dirty="0" smtClean="0" sz="2600" spc="-7" i="1">
                <a:latin typeface="Times New Roman"/>
                <a:cs typeface="Times New Roman"/>
              </a:rPr>
              <a:t> </a:t>
            </a:r>
            <a:r>
              <a:rPr dirty="0" smtClean="0" sz="2600" spc="-7">
                <a:latin typeface="Times New Roman"/>
                <a:cs typeface="Times New Roman"/>
              </a:rPr>
              <a:t>(</a:t>
            </a:r>
            <a:r>
              <a:rPr dirty="0" smtClean="0" sz="2600" spc="-7" i="1">
                <a:latin typeface="Times New Roman"/>
                <a:cs typeface="Times New Roman"/>
              </a:rPr>
              <a:t>t</a:t>
            </a:r>
            <a:r>
              <a:rPr dirty="0" smtClean="0" sz="2600" spc="-7">
                <a:latin typeface="Times New Roman"/>
                <a:cs typeface="Times New Roman"/>
              </a:rPr>
              <a:t>)</a:t>
            </a:r>
            <a:r>
              <a:rPr dirty="0" smtClean="0" sz="2600" spc="-7" i="1">
                <a:latin typeface="Times New Roman"/>
                <a:cs typeface="Times New Roman"/>
              </a:rPr>
              <a:t>e</a:t>
            </a:r>
            <a:r>
              <a:rPr dirty="0" smtClean="0" baseline="39906" sz="2250" spc="-4">
                <a:latin typeface="Symbol"/>
                <a:cs typeface="Symbol"/>
              </a:rPr>
              <a:t></a:t>
            </a:r>
            <a:r>
              <a:rPr dirty="0" smtClean="0" baseline="42515" sz="2250" spc="-7">
                <a:latin typeface="Times New Roman"/>
                <a:cs typeface="Times New Roman"/>
              </a:rPr>
              <a:t> </a:t>
            </a:r>
            <a:r>
              <a:rPr dirty="0" smtClean="0" baseline="42515" sz="2250" spc="-7" i="1">
                <a:latin typeface="Times New Roman"/>
                <a:cs typeface="Times New Roman"/>
              </a:rPr>
              <a:t>j</a:t>
            </a:r>
            <a:r>
              <a:rPr dirty="0" smtClean="0" baseline="42515" sz="2250" spc="-7" i="1">
                <a:latin typeface="Times New Roman"/>
                <a:cs typeface="Times New Roman"/>
              </a:rPr>
              <a:t>n</a:t>
            </a:r>
            <a:r>
              <a:rPr dirty="0" smtClean="0" baseline="37411" sz="2400" spc="-4">
                <a:latin typeface="Symbol"/>
                <a:cs typeface="Symbol"/>
              </a:rPr>
              <a:t></a:t>
            </a:r>
            <a:r>
              <a:rPr dirty="0" smtClean="0" baseline="41411" sz="1575" spc="-7" i="1">
                <a:latin typeface="Times New Roman"/>
                <a:cs typeface="Times New Roman"/>
              </a:rPr>
              <a:t>T</a:t>
            </a:r>
            <a:r>
              <a:rPr dirty="0" smtClean="0" baseline="41411" sz="1575" spc="-7" i="1">
                <a:latin typeface="Times New Roman"/>
                <a:cs typeface="Times New Roman"/>
              </a:rPr>
              <a:t> </a:t>
            </a:r>
            <a:r>
              <a:rPr dirty="0" smtClean="0" baseline="42515" sz="2250" spc="-7" i="1">
                <a:latin typeface="Times New Roman"/>
                <a:cs typeface="Times New Roman"/>
              </a:rPr>
              <a:t>t</a:t>
            </a:r>
            <a:r>
              <a:rPr dirty="0" smtClean="0" baseline="42515" sz="2250" spc="-7" i="1">
                <a:latin typeface="Times New Roman"/>
                <a:cs typeface="Times New Roman"/>
              </a:rPr>
              <a:t> </a:t>
            </a:r>
            <a:r>
              <a:rPr dirty="0" smtClean="0" sz="2600" spc="-7" i="1">
                <a:latin typeface="Times New Roman"/>
                <a:cs typeface="Times New Roman"/>
              </a:rPr>
              <a:t>d</a:t>
            </a:r>
            <a:r>
              <a:rPr dirty="0" smtClean="0" sz="2600" spc="-7" i="1">
                <a:latin typeface="Times New Roman"/>
                <a:cs typeface="Times New Roman"/>
              </a:rPr>
              <a:t>t</a:t>
            </a:r>
            <a:r>
              <a:rPr dirty="0" smtClean="0" sz="2600" spc="-7">
                <a:latin typeface="Times New Roman"/>
                <a:cs typeface="Times New Roman"/>
              </a:rPr>
              <a:t>,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46058" y="4609916"/>
            <a:ext cx="612068" cy="359012"/>
          </a:xfrm>
          <a:prstGeom prst="rect">
            <a:avLst/>
          </a:prstGeom>
        </p:spPr>
        <p:txBody>
          <a:bodyPr wrap="square" lIns="0" tIns="17653" rIns="0" bIns="0" rtlCol="0">
            <a:noAutofit/>
          </a:bodyPr>
          <a:lstStyle/>
          <a:p>
            <a:pPr marL="12700">
              <a:lnSpc>
                <a:spcPts val="2780"/>
              </a:lnSpc>
            </a:pPr>
            <a:r>
              <a:rPr dirty="0" smtClean="0" sz="2600" spc="122" i="1">
                <a:latin typeface="Times New Roman"/>
                <a:cs typeface="Times New Roman"/>
              </a:rPr>
              <a:t>c</a:t>
            </a:r>
            <a:r>
              <a:rPr dirty="0" smtClean="0" sz="2600" spc="122" i="1">
                <a:latin typeface="Times New Roman"/>
                <a:cs typeface="Times New Roman"/>
              </a:rPr>
              <a:t> </a:t>
            </a:r>
            <a:r>
              <a:rPr dirty="0" smtClean="0" sz="2600" spc="122" i="1">
                <a:latin typeface="Times New Roman"/>
                <a:cs typeface="Times New Roman"/>
              </a:rPr>
              <a:t> </a:t>
            </a:r>
            <a:r>
              <a:rPr dirty="0" smtClean="0" sz="2600" spc="13">
                <a:latin typeface="Symbol"/>
                <a:cs typeface="Symbol"/>
              </a:rPr>
              <a:t></a:t>
            </a:r>
            <a:endParaRPr sz="2600">
              <a:latin typeface="Symbol"/>
              <a:cs typeface="Symbo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11226" y="4609916"/>
            <a:ext cx="2497114" cy="359012"/>
          </a:xfrm>
          <a:prstGeom prst="rect">
            <a:avLst/>
          </a:prstGeom>
        </p:spPr>
        <p:txBody>
          <a:bodyPr wrap="square" lIns="0" tIns="17653" rIns="0" bIns="0" rtlCol="0">
            <a:noAutofit/>
          </a:bodyPr>
          <a:lstStyle/>
          <a:p>
            <a:pPr marL="12700">
              <a:lnSpc>
                <a:spcPts val="2780"/>
              </a:lnSpc>
            </a:pPr>
            <a:r>
              <a:rPr dirty="0" smtClean="0" sz="2600">
                <a:latin typeface="Symbol"/>
                <a:cs typeface="Symbol"/>
              </a:rPr>
              <a:t></a:t>
            </a:r>
            <a:r>
              <a:rPr dirty="0" smtClean="0" sz="2600" spc="-200">
                <a:latin typeface="Times New Roman"/>
                <a:cs typeface="Times New Roman"/>
              </a:rPr>
              <a:t> </a:t>
            </a:r>
            <a:r>
              <a:rPr dirty="0" smtClean="0" sz="2600" spc="39">
                <a:latin typeface="Times New Roman"/>
                <a:cs typeface="Times New Roman"/>
              </a:rPr>
              <a:t>..</a:t>
            </a:r>
            <a:r>
              <a:rPr dirty="0" smtClean="0" sz="2600" spc="204">
                <a:latin typeface="Times New Roman"/>
                <a:cs typeface="Times New Roman"/>
              </a:rPr>
              <a:t>.</a:t>
            </a:r>
            <a:r>
              <a:rPr dirty="0" smtClean="0" sz="2600" spc="0">
                <a:latin typeface="Symbol"/>
                <a:cs typeface="Symbol"/>
              </a:rPr>
              <a:t></a:t>
            </a:r>
            <a:r>
              <a:rPr dirty="0" smtClean="0" sz="2600" spc="-181">
                <a:latin typeface="Times New Roman"/>
                <a:cs typeface="Times New Roman"/>
              </a:rPr>
              <a:t> </a:t>
            </a:r>
            <a:r>
              <a:rPr dirty="0" smtClean="0" sz="2600" spc="-26">
                <a:latin typeface="Times New Roman"/>
                <a:cs typeface="Times New Roman"/>
              </a:rPr>
              <a:t>2</a:t>
            </a:r>
            <a:r>
              <a:rPr dirty="0" smtClean="0" sz="2600" spc="45">
                <a:latin typeface="Times New Roman"/>
                <a:cs typeface="Times New Roman"/>
              </a:rPr>
              <a:t>,</a:t>
            </a:r>
            <a:r>
              <a:rPr dirty="0" smtClean="0" sz="2600" spc="0">
                <a:latin typeface="Symbol"/>
                <a:cs typeface="Symbol"/>
              </a:rPr>
              <a:t></a:t>
            </a:r>
            <a:r>
              <a:rPr dirty="0" smtClean="0" sz="2600" spc="-231">
                <a:latin typeface="Times New Roman"/>
                <a:cs typeface="Times New Roman"/>
              </a:rPr>
              <a:t>1</a:t>
            </a:r>
            <a:r>
              <a:rPr dirty="0" smtClean="0" sz="2600" spc="10">
                <a:latin typeface="Times New Roman"/>
                <a:cs typeface="Times New Roman"/>
              </a:rPr>
              <a:t>,</a:t>
            </a:r>
            <a:r>
              <a:rPr dirty="0" smtClean="0" sz="2600" spc="-36">
                <a:latin typeface="Times New Roman"/>
                <a:cs typeface="Times New Roman"/>
              </a:rPr>
              <a:t>0</a:t>
            </a:r>
            <a:r>
              <a:rPr dirty="0" smtClean="0" sz="2600" spc="-233">
                <a:latin typeface="Times New Roman"/>
                <a:cs typeface="Times New Roman"/>
              </a:rPr>
              <a:t>,</a:t>
            </a:r>
            <a:r>
              <a:rPr dirty="0" smtClean="0" sz="2600" spc="-231">
                <a:latin typeface="Times New Roman"/>
                <a:cs typeface="Times New Roman"/>
              </a:rPr>
              <a:t>1</a:t>
            </a:r>
            <a:r>
              <a:rPr dirty="0" smtClean="0" sz="2600" spc="45">
                <a:latin typeface="Times New Roman"/>
                <a:cs typeface="Times New Roman"/>
              </a:rPr>
              <a:t>,</a:t>
            </a:r>
            <a:r>
              <a:rPr dirty="0" smtClean="0" sz="2600" spc="-26">
                <a:latin typeface="Times New Roman"/>
                <a:cs typeface="Times New Roman"/>
              </a:rPr>
              <a:t>2</a:t>
            </a:r>
            <a:r>
              <a:rPr dirty="0" smtClean="0" sz="2600" spc="45">
                <a:latin typeface="Times New Roman"/>
                <a:cs typeface="Times New Roman"/>
              </a:rPr>
              <a:t>,....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70225" y="4615161"/>
            <a:ext cx="239129" cy="353768"/>
          </a:xfrm>
          <a:prstGeom prst="rect">
            <a:avLst/>
          </a:prstGeom>
        </p:spPr>
        <p:txBody>
          <a:bodyPr wrap="square" lIns="0" tIns="17335" rIns="0" bIns="0" rtlCol="0">
            <a:noAutofit/>
          </a:bodyPr>
          <a:lstStyle/>
          <a:p>
            <a:pPr marL="12700">
              <a:lnSpc>
                <a:spcPts val="2730"/>
              </a:lnSpc>
            </a:pPr>
            <a:r>
              <a:rPr dirty="0" smtClean="0" sz="2600" spc="12" i="1">
                <a:latin typeface="Times New Roman"/>
                <a:cs typeface="Times New Roman"/>
              </a:rPr>
              <a:t>n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4021" y="4807985"/>
            <a:ext cx="149864" cy="216623"/>
          </a:xfrm>
          <a:prstGeom prst="rect">
            <a:avLst/>
          </a:prstGeom>
        </p:spPr>
        <p:txBody>
          <a:bodyPr wrap="square" lIns="0" tIns="10382" rIns="0" bIns="0" rtlCol="0">
            <a:noAutofit/>
          </a:bodyPr>
          <a:lstStyle/>
          <a:p>
            <a:pPr marL="12700">
              <a:lnSpc>
                <a:spcPts val="1635"/>
              </a:lnSpc>
            </a:pPr>
            <a:r>
              <a:rPr dirty="0" smtClean="0" sz="1500" i="1">
                <a:latin typeface="Times New Roman"/>
                <a:cs typeface="Times New Roman"/>
              </a:rPr>
              <a:t>n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81819" y="5056698"/>
            <a:ext cx="173636" cy="485112"/>
          </a:xfrm>
          <a:prstGeom prst="rect">
            <a:avLst/>
          </a:prstGeom>
        </p:spPr>
        <p:txBody>
          <a:bodyPr wrap="square" lIns="0" tIns="10382" rIns="0" bIns="0" rtlCol="0">
            <a:noAutofit/>
          </a:bodyPr>
          <a:lstStyle/>
          <a:p>
            <a:pPr marL="12700" marR="13044">
              <a:lnSpc>
                <a:spcPts val="1635"/>
              </a:lnSpc>
            </a:pPr>
            <a:r>
              <a:rPr dirty="0" smtClean="0" sz="1500" i="1" u="sng">
                <a:latin typeface="Times New Roman"/>
                <a:cs typeface="Times New Roman"/>
              </a:rPr>
              <a:t>T</a:t>
            </a:r>
            <a:endParaRPr sz="1500">
              <a:latin typeface="Times New Roman"/>
              <a:cs typeface="Times New Roman"/>
            </a:endParaRPr>
          </a:p>
          <a:p>
            <a:pPr marL="36471">
              <a:lnSpc>
                <a:spcPct val="95825"/>
              </a:lnSpc>
              <a:spcBef>
                <a:spcPts val="308"/>
              </a:spcBef>
            </a:pPr>
            <a:r>
              <a:rPr dirty="0" smtClean="0" sz="1500">
                <a:latin typeface="Times New Roman"/>
                <a:cs typeface="Times New Roman"/>
              </a:rPr>
              <a:t>2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62248" y="5173039"/>
            <a:ext cx="159250" cy="216623"/>
          </a:xfrm>
          <a:prstGeom prst="rect">
            <a:avLst/>
          </a:prstGeom>
        </p:spPr>
        <p:txBody>
          <a:bodyPr wrap="square" lIns="0" tIns="10572" rIns="0" bIns="0" rtlCol="0">
            <a:noAutofit/>
          </a:bodyPr>
          <a:lstStyle/>
          <a:p>
            <a:pPr marL="12700">
              <a:lnSpc>
                <a:spcPts val="1664"/>
              </a:lnSpc>
            </a:pPr>
            <a:r>
              <a:rPr dirty="0" smtClean="0" sz="1500">
                <a:latin typeface="Symbol"/>
                <a:cs typeface="Symbol"/>
              </a:rPr>
              <a:t>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19197" y="5648430"/>
            <a:ext cx="1977457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7">
                <a:latin typeface="Arial"/>
                <a:cs typeface="Arial"/>
              </a:rPr>
              <a:t>c</a:t>
            </a:r>
            <a:r>
              <a:rPr dirty="0" smtClean="0" baseline="-9662" sz="1800" spc="7">
                <a:latin typeface="Arial"/>
                <a:cs typeface="Arial"/>
              </a:rPr>
              <a:t>n</a:t>
            </a:r>
            <a:r>
              <a:rPr dirty="0" smtClean="0" baseline="-9662" sz="1800" spc="7">
                <a:latin typeface="Arial"/>
                <a:cs typeface="Arial"/>
              </a:rPr>
              <a:t> </a:t>
            </a:r>
            <a:r>
              <a:rPr dirty="0" smtClean="0" baseline="8052" sz="2700" spc="7">
                <a:latin typeface="Arial"/>
                <a:cs typeface="Arial"/>
              </a:rPr>
              <a:t>a</a:t>
            </a:r>
            <a:r>
              <a:rPr dirty="0" smtClean="0" baseline="8052" sz="2700" spc="7">
                <a:latin typeface="Arial"/>
                <a:cs typeface="Arial"/>
              </a:rPr>
              <a:t>d</a:t>
            </a:r>
            <a:r>
              <a:rPr dirty="0" smtClean="0" baseline="8052" sz="2700" spc="7">
                <a:latin typeface="Arial"/>
                <a:cs typeface="Arial"/>
              </a:rPr>
              <a:t>a</a:t>
            </a:r>
            <a:r>
              <a:rPr dirty="0" smtClean="0" baseline="8052" sz="2700" spc="7">
                <a:latin typeface="Arial"/>
                <a:cs typeface="Arial"/>
              </a:rPr>
              <a:t>l</a:t>
            </a:r>
            <a:r>
              <a:rPr dirty="0" smtClean="0" baseline="8052" sz="2700" spc="7">
                <a:latin typeface="Arial"/>
                <a:cs typeface="Arial"/>
              </a:rPr>
              <a:t>ah</a:t>
            </a:r>
            <a:r>
              <a:rPr dirty="0" smtClean="0" baseline="8052" sz="2700" spc="7">
                <a:latin typeface="Arial"/>
                <a:cs typeface="Arial"/>
              </a:rPr>
              <a:t> </a:t>
            </a:r>
            <a:r>
              <a:rPr dirty="0" smtClean="0" baseline="8052" sz="2700" spc="7">
                <a:latin typeface="Arial"/>
                <a:cs typeface="Arial"/>
              </a:rPr>
              <a:t>ko</a:t>
            </a:r>
            <a:r>
              <a:rPr dirty="0" smtClean="0" baseline="8052" sz="2700" spc="7">
                <a:latin typeface="Arial"/>
                <a:cs typeface="Arial"/>
              </a:rPr>
              <a:t>e</a:t>
            </a:r>
            <a:r>
              <a:rPr dirty="0" smtClean="0" baseline="8052" sz="2700" spc="7">
                <a:latin typeface="Arial"/>
                <a:cs typeface="Arial"/>
              </a:rPr>
              <a:t>fisi</a:t>
            </a:r>
            <a:r>
              <a:rPr dirty="0" smtClean="0" baseline="8052" sz="2700" spc="7">
                <a:latin typeface="Arial"/>
                <a:cs typeface="Arial"/>
              </a:rPr>
              <a:t>e</a:t>
            </a:r>
            <a:r>
              <a:rPr dirty="0" smtClean="0" baseline="8052" sz="2700" spc="7">
                <a:latin typeface="Arial"/>
                <a:cs typeface="Arial"/>
              </a:rPr>
              <a:t>n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695367" y="5648430"/>
            <a:ext cx="181053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kom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ks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Fo</a:t>
            </a:r>
            <a:r>
              <a:rPr dirty="0" smtClean="0" sz="1800" spc="0">
                <a:latin typeface="Arial"/>
                <a:cs typeface="Arial"/>
              </a:rPr>
              <a:t>u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62008" y="6471832"/>
            <a:ext cx="32928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91028" y="1976627"/>
            <a:ext cx="3209544" cy="609600"/>
          </a:xfrm>
          <a:prstGeom prst="rect">
            <a:avLst/>
          </a:prstGeom>
        </p:spPr>
        <p:txBody>
          <a:bodyPr wrap="square" lIns="0" tIns="12065" rIns="0" bIns="0" rtlCol="0">
            <a:noAutofit/>
          </a:bodyPr>
          <a:lstStyle/>
          <a:p>
            <a:pPr marL="58924">
              <a:lnSpc>
                <a:spcPts val="2846"/>
              </a:lnSpc>
            </a:pPr>
            <a:r>
              <a:rPr dirty="0" smtClean="0" sz="3150" spc="-6" i="1">
                <a:latin typeface="Times New Roman"/>
                <a:cs typeface="Times New Roman"/>
              </a:rPr>
              <a:t>e</a:t>
            </a:r>
            <a:r>
              <a:rPr dirty="0" smtClean="0" sz="3150" spc="-6" i="1">
                <a:latin typeface="Times New Roman"/>
                <a:cs typeface="Times New Roman"/>
              </a:rPr>
              <a:t> </a:t>
            </a:r>
            <a:r>
              <a:rPr dirty="0" smtClean="0" baseline="43873" sz="2775" spc="-6" i="1">
                <a:latin typeface="Times New Roman"/>
                <a:cs typeface="Times New Roman"/>
              </a:rPr>
              <a:t>j</a:t>
            </a:r>
            <a:r>
              <a:rPr dirty="0" smtClean="0" baseline="39068" sz="2925" spc="0">
                <a:latin typeface="Symbol"/>
                <a:cs typeface="Symbol"/>
              </a:rPr>
              <a:t></a:t>
            </a:r>
            <a:r>
              <a:rPr dirty="0" smtClean="0" baseline="41623" sz="2925" spc="-6">
                <a:latin typeface="Times New Roman"/>
                <a:cs typeface="Times New Roman"/>
              </a:rPr>
              <a:t> </a:t>
            </a:r>
            <a:r>
              <a:rPr dirty="0" smtClean="0" baseline="41623" sz="2925" spc="-6">
                <a:latin typeface="Times New Roman"/>
                <a:cs typeface="Times New Roman"/>
              </a:rPr>
              <a:t> </a:t>
            </a:r>
            <a:r>
              <a:rPr dirty="0" smtClean="0" sz="3150" spc="0">
                <a:latin typeface="Symbol"/>
                <a:cs typeface="Symbol"/>
              </a:rPr>
              <a:t></a:t>
            </a:r>
            <a:r>
              <a:rPr dirty="0" smtClean="0" sz="3150" spc="-6">
                <a:latin typeface="Times New Roman"/>
                <a:cs typeface="Times New Roman"/>
              </a:rPr>
              <a:t> </a:t>
            </a:r>
            <a:r>
              <a:rPr dirty="0" smtClean="0" sz="3150" spc="-6">
                <a:latin typeface="Times New Roman"/>
                <a:cs typeface="Times New Roman"/>
              </a:rPr>
              <a:t>c</a:t>
            </a:r>
            <a:r>
              <a:rPr dirty="0" smtClean="0" sz="3150" spc="-6">
                <a:latin typeface="Times New Roman"/>
                <a:cs typeface="Times New Roman"/>
              </a:rPr>
              <a:t>o</a:t>
            </a:r>
            <a:r>
              <a:rPr dirty="0" smtClean="0" sz="3150" spc="-6">
                <a:latin typeface="Times New Roman"/>
                <a:cs typeface="Times New Roman"/>
              </a:rPr>
              <a:t>s</a:t>
            </a:r>
            <a:r>
              <a:rPr dirty="0" smtClean="0" sz="3350" spc="0">
                <a:latin typeface="Symbol"/>
                <a:cs typeface="Symbol"/>
              </a:rPr>
              <a:t></a:t>
            </a:r>
            <a:r>
              <a:rPr dirty="0" smtClean="0" sz="3350" spc="-6">
                <a:latin typeface="Times New Roman"/>
                <a:cs typeface="Times New Roman"/>
              </a:rPr>
              <a:t> </a:t>
            </a:r>
            <a:r>
              <a:rPr dirty="0" smtClean="0" sz="3150" spc="0">
                <a:latin typeface="Symbol"/>
                <a:cs typeface="Symbol"/>
              </a:rPr>
              <a:t></a:t>
            </a:r>
            <a:r>
              <a:rPr dirty="0" smtClean="0" sz="3150" spc="-6">
                <a:latin typeface="Times New Roman"/>
                <a:cs typeface="Times New Roman"/>
              </a:rPr>
              <a:t> </a:t>
            </a:r>
            <a:r>
              <a:rPr dirty="0" smtClean="0" sz="3150" spc="-6" i="1">
                <a:latin typeface="Times New Roman"/>
                <a:cs typeface="Times New Roman"/>
              </a:rPr>
              <a:t>j</a:t>
            </a:r>
            <a:r>
              <a:rPr dirty="0" smtClean="0" sz="3150" spc="-6" i="1">
                <a:latin typeface="Times New Roman"/>
                <a:cs typeface="Times New Roman"/>
              </a:rPr>
              <a:t> </a:t>
            </a:r>
            <a:endParaRPr sz="3150">
              <a:latin typeface="Times New Roman"/>
              <a:cs typeface="Times New Roman"/>
            </a:endParaRPr>
          </a:p>
          <a:p>
            <a:pPr marL="58924">
              <a:lnSpc>
                <a:spcPct val="102091"/>
              </a:lnSpc>
              <a:spcBef>
                <a:spcPts val="1400"/>
              </a:spcBef>
            </a:pPr>
            <a:r>
              <a:rPr dirty="0" smtClean="0" sz="3150" spc="51">
                <a:latin typeface="Times New Roman"/>
                <a:cs typeface="Times New Roman"/>
              </a:rPr>
              <a:t>s</a:t>
            </a:r>
            <a:r>
              <a:rPr dirty="0" smtClean="0" sz="3150" spc="51">
                <a:latin typeface="Times New Roman"/>
                <a:cs typeface="Times New Roman"/>
              </a:rPr>
              <a:t>i</a:t>
            </a:r>
            <a:r>
              <a:rPr dirty="0" smtClean="0" sz="3150" spc="51">
                <a:latin typeface="Times New Roman"/>
                <a:cs typeface="Times New Roman"/>
              </a:rPr>
              <a:t>n</a:t>
            </a:r>
            <a:r>
              <a:rPr dirty="0" smtClean="0" sz="3350" spc="0">
                <a:latin typeface="Symbol"/>
                <a:cs typeface="Symbol"/>
              </a:rPr>
              <a:t></a:t>
            </a:r>
            <a:endParaRPr sz="3350">
              <a:latin typeface="Symbol"/>
              <a:cs typeface="Symbo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926127" y="989838"/>
            <a:ext cx="10864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977757" y="989838"/>
            <a:ext cx="10986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27679" y="989838"/>
            <a:ext cx="11067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735048" y="4206794"/>
            <a:ext cx="138719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object 17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56438" y="686562"/>
            <a:ext cx="7225283" cy="685800"/>
          </a:xfrm>
          <a:custGeom>
            <a:avLst/>
            <a:gdLst/>
            <a:ahLst/>
            <a:cxnLst/>
            <a:rect l="l" t="t" r="r" b="b"/>
            <a:pathLst>
              <a:path w="7225283" h="685800">
                <a:moveTo>
                  <a:pt x="0" y="685800"/>
                </a:moveTo>
                <a:lnTo>
                  <a:pt x="7225283" y="685800"/>
                </a:lnTo>
                <a:lnTo>
                  <a:pt x="7225283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914400" y="4457700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6718300" y="44450"/>
                </a:moveTo>
                <a:lnTo>
                  <a:pt x="6705599" y="44450"/>
                </a:lnTo>
                <a:lnTo>
                  <a:pt x="6705600" y="76200"/>
                </a:lnTo>
                <a:lnTo>
                  <a:pt x="6781800" y="38100"/>
                </a:lnTo>
                <a:lnTo>
                  <a:pt x="6718300" y="44450"/>
                </a:lnTo>
                <a:close/>
              </a:path>
              <a:path w="6781800" h="76200">
                <a:moveTo>
                  <a:pt x="6718300" y="31750"/>
                </a:moveTo>
                <a:lnTo>
                  <a:pt x="6705600" y="0"/>
                </a:lnTo>
                <a:lnTo>
                  <a:pt x="6705600" y="31749"/>
                </a:lnTo>
                <a:lnTo>
                  <a:pt x="6718300" y="31750"/>
                </a:lnTo>
                <a:close/>
              </a:path>
              <a:path w="6781800" h="76200">
                <a:moveTo>
                  <a:pt x="0" y="31750"/>
                </a:moveTo>
                <a:lnTo>
                  <a:pt x="0" y="44450"/>
                </a:lnTo>
                <a:lnTo>
                  <a:pt x="6718300" y="44450"/>
                </a:lnTo>
                <a:lnTo>
                  <a:pt x="6781800" y="38100"/>
                </a:lnTo>
                <a:lnTo>
                  <a:pt x="6705600" y="0"/>
                </a:lnTo>
                <a:lnTo>
                  <a:pt x="67183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914400" y="5372100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6718300" y="44450"/>
                </a:moveTo>
                <a:lnTo>
                  <a:pt x="6705599" y="44450"/>
                </a:lnTo>
                <a:lnTo>
                  <a:pt x="6705600" y="76200"/>
                </a:lnTo>
                <a:lnTo>
                  <a:pt x="6781800" y="38100"/>
                </a:lnTo>
                <a:lnTo>
                  <a:pt x="6718300" y="44450"/>
                </a:lnTo>
                <a:close/>
              </a:path>
              <a:path w="6781800" h="76200">
                <a:moveTo>
                  <a:pt x="6718300" y="31750"/>
                </a:moveTo>
                <a:lnTo>
                  <a:pt x="6705600" y="0"/>
                </a:lnTo>
                <a:lnTo>
                  <a:pt x="6705600" y="31749"/>
                </a:lnTo>
                <a:lnTo>
                  <a:pt x="6718300" y="31750"/>
                </a:lnTo>
                <a:close/>
              </a:path>
              <a:path w="6781800" h="76200">
                <a:moveTo>
                  <a:pt x="0" y="31750"/>
                </a:moveTo>
                <a:lnTo>
                  <a:pt x="0" y="44450"/>
                </a:lnTo>
                <a:lnTo>
                  <a:pt x="6718300" y="44450"/>
                </a:lnTo>
                <a:lnTo>
                  <a:pt x="6781800" y="38100"/>
                </a:lnTo>
                <a:lnTo>
                  <a:pt x="6705600" y="0"/>
                </a:lnTo>
                <a:lnTo>
                  <a:pt x="67183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828800" y="28194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743200" y="28194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657600" y="28194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572000" y="27432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486400" y="27432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6400800" y="28194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7315200" y="2819400"/>
            <a:ext cx="0" cy="3429000"/>
          </a:xfrm>
          <a:custGeom>
            <a:avLst/>
            <a:gdLst/>
            <a:ahLst/>
            <a:cxnLst/>
            <a:rect l="l" t="t" r="r" b="b"/>
            <a:pathLst>
              <a:path w="0" h="3429000">
                <a:moveTo>
                  <a:pt x="0" y="0"/>
                </a:moveTo>
                <a:lnTo>
                  <a:pt x="0" y="34290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915162" y="32773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829562" y="35821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8295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7439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743962" y="32773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658362" y="35821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6583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5727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572762" y="32773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487162" y="3582162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 h="0">
                <a:moveTo>
                  <a:pt x="0" y="0"/>
                </a:moveTo>
                <a:lnTo>
                  <a:pt x="9144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4871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6401562" y="32773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6401562" y="3277362"/>
            <a:ext cx="914399" cy="0"/>
          </a:xfrm>
          <a:custGeom>
            <a:avLst/>
            <a:gdLst/>
            <a:ahLst/>
            <a:cxnLst/>
            <a:rect l="l" t="t" r="r" b="b"/>
            <a:pathLst>
              <a:path w="914399" h="0">
                <a:moveTo>
                  <a:pt x="0" y="0"/>
                </a:moveTo>
                <a:lnTo>
                  <a:pt x="914399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915162" y="4191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372362" y="41917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3723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829562" y="44965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829562" y="48013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286762" y="44965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2867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743962" y="41917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743962" y="4191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201162" y="41917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2011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658362" y="44965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658362" y="48013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115562" y="44965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41155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45582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5582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4572762" y="4191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029962" y="41917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0299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472684" y="44965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472684" y="44965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487162" y="48013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5944362" y="44965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5944362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63870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63870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63870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6387084" y="41917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6401562" y="4191762"/>
            <a:ext cx="457199" cy="0"/>
          </a:xfrm>
          <a:custGeom>
            <a:avLst/>
            <a:gdLst/>
            <a:ahLst/>
            <a:cxnLst/>
            <a:rect l="l" t="t" r="r" b="b"/>
            <a:pathLst>
              <a:path w="457199" h="0">
                <a:moveTo>
                  <a:pt x="0" y="0"/>
                </a:moveTo>
                <a:lnTo>
                  <a:pt x="457199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6858761" y="41917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6858761" y="44965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7301483" y="44965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7301483" y="4496562"/>
            <a:ext cx="28955" cy="304800"/>
          </a:xfrm>
          <a:custGeom>
            <a:avLst/>
            <a:gdLst/>
            <a:ahLst/>
            <a:cxnLst/>
            <a:rect l="l" t="t" r="r" b="b"/>
            <a:pathLst>
              <a:path w="28955" h="304800">
                <a:moveTo>
                  <a:pt x="0" y="304800"/>
                </a:moveTo>
                <a:lnTo>
                  <a:pt x="28955" y="304800"/>
                </a:lnTo>
                <a:lnTo>
                  <a:pt x="28955" y="0"/>
                </a:lnTo>
                <a:lnTo>
                  <a:pt x="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9151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3723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3723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3723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8295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2867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2867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2867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7439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2011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2011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2011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6583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1155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1155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1155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5727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0299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0299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0299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487162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944362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944362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944362" y="51061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6401562" y="5106162"/>
            <a:ext cx="457199" cy="0"/>
          </a:xfrm>
          <a:custGeom>
            <a:avLst/>
            <a:gdLst/>
            <a:ahLst/>
            <a:cxnLst/>
            <a:rect l="l" t="t" r="r" b="b"/>
            <a:pathLst>
              <a:path w="457199" h="0">
                <a:moveTo>
                  <a:pt x="0" y="0"/>
                </a:moveTo>
                <a:lnTo>
                  <a:pt x="457199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6858761" y="51061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6858761" y="5410962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6858761" y="571576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289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828800" y="2857500"/>
            <a:ext cx="914400" cy="76200"/>
          </a:xfrm>
          <a:custGeom>
            <a:avLst/>
            <a:gdLst/>
            <a:ahLst/>
            <a:cxnLst/>
            <a:rect l="l" t="t" r="r" b="b"/>
            <a:pathLst>
              <a:path w="914400" h="76200">
                <a:moveTo>
                  <a:pt x="63500" y="31750"/>
                </a:moveTo>
                <a:lnTo>
                  <a:pt x="63500" y="44450"/>
                </a:lnTo>
                <a:lnTo>
                  <a:pt x="850900" y="44450"/>
                </a:lnTo>
                <a:lnTo>
                  <a:pt x="914400" y="38100"/>
                </a:lnTo>
                <a:lnTo>
                  <a:pt x="838200" y="0"/>
                </a:lnTo>
                <a:lnTo>
                  <a:pt x="850900" y="31750"/>
                </a:lnTo>
                <a:lnTo>
                  <a:pt x="63500" y="31750"/>
                </a:lnTo>
                <a:close/>
              </a:path>
              <a:path w="914400" h="76200">
                <a:moveTo>
                  <a:pt x="850900" y="44450"/>
                </a:moveTo>
                <a:lnTo>
                  <a:pt x="838199" y="44450"/>
                </a:lnTo>
                <a:lnTo>
                  <a:pt x="838200" y="76200"/>
                </a:lnTo>
                <a:lnTo>
                  <a:pt x="914400" y="38100"/>
                </a:lnTo>
                <a:lnTo>
                  <a:pt x="850900" y="44450"/>
                </a:lnTo>
                <a:close/>
              </a:path>
              <a:path w="914400" h="76200">
                <a:moveTo>
                  <a:pt x="850900" y="31750"/>
                </a:moveTo>
                <a:lnTo>
                  <a:pt x="838200" y="0"/>
                </a:lnTo>
                <a:lnTo>
                  <a:pt x="838200" y="31749"/>
                </a:lnTo>
                <a:lnTo>
                  <a:pt x="850900" y="31750"/>
                </a:lnTo>
                <a:close/>
              </a:path>
              <a:path w="914400" h="76200">
                <a:moveTo>
                  <a:pt x="76200" y="31749"/>
                </a:moveTo>
                <a:lnTo>
                  <a:pt x="76200" y="0"/>
                </a:lnTo>
                <a:lnTo>
                  <a:pt x="0" y="38100"/>
                </a:lnTo>
                <a:lnTo>
                  <a:pt x="76200" y="76200"/>
                </a:lnTo>
                <a:lnTo>
                  <a:pt x="76199" y="44450"/>
                </a:lnTo>
                <a:lnTo>
                  <a:pt x="63500" y="44450"/>
                </a:lnTo>
                <a:lnTo>
                  <a:pt x="63500" y="31750"/>
                </a:lnTo>
                <a:lnTo>
                  <a:pt x="762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828800" y="3924300"/>
            <a:ext cx="914400" cy="76200"/>
          </a:xfrm>
          <a:custGeom>
            <a:avLst/>
            <a:gdLst/>
            <a:ahLst/>
            <a:cxnLst/>
            <a:rect l="l" t="t" r="r" b="b"/>
            <a:pathLst>
              <a:path w="914400" h="76200">
                <a:moveTo>
                  <a:pt x="63500" y="31750"/>
                </a:moveTo>
                <a:lnTo>
                  <a:pt x="63500" y="44450"/>
                </a:lnTo>
                <a:lnTo>
                  <a:pt x="850900" y="44450"/>
                </a:lnTo>
                <a:lnTo>
                  <a:pt x="914400" y="38100"/>
                </a:lnTo>
                <a:lnTo>
                  <a:pt x="838200" y="0"/>
                </a:lnTo>
                <a:lnTo>
                  <a:pt x="850900" y="31750"/>
                </a:lnTo>
                <a:lnTo>
                  <a:pt x="63500" y="31750"/>
                </a:lnTo>
                <a:close/>
              </a:path>
              <a:path w="914400" h="76200">
                <a:moveTo>
                  <a:pt x="850900" y="44450"/>
                </a:moveTo>
                <a:lnTo>
                  <a:pt x="838199" y="44450"/>
                </a:lnTo>
                <a:lnTo>
                  <a:pt x="838200" y="76200"/>
                </a:lnTo>
                <a:lnTo>
                  <a:pt x="914400" y="38100"/>
                </a:lnTo>
                <a:lnTo>
                  <a:pt x="850900" y="44450"/>
                </a:lnTo>
                <a:close/>
              </a:path>
              <a:path w="914400" h="76200">
                <a:moveTo>
                  <a:pt x="850900" y="31750"/>
                </a:moveTo>
                <a:lnTo>
                  <a:pt x="838200" y="0"/>
                </a:lnTo>
                <a:lnTo>
                  <a:pt x="838200" y="31749"/>
                </a:lnTo>
                <a:lnTo>
                  <a:pt x="850900" y="31750"/>
                </a:lnTo>
                <a:close/>
              </a:path>
              <a:path w="914400" h="76200">
                <a:moveTo>
                  <a:pt x="76200" y="31749"/>
                </a:moveTo>
                <a:lnTo>
                  <a:pt x="76200" y="0"/>
                </a:lnTo>
                <a:lnTo>
                  <a:pt x="0" y="38100"/>
                </a:lnTo>
                <a:lnTo>
                  <a:pt x="76200" y="76200"/>
                </a:lnTo>
                <a:lnTo>
                  <a:pt x="76199" y="44450"/>
                </a:lnTo>
                <a:lnTo>
                  <a:pt x="63500" y="44450"/>
                </a:lnTo>
                <a:lnTo>
                  <a:pt x="63500" y="31750"/>
                </a:lnTo>
                <a:lnTo>
                  <a:pt x="762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828800" y="5981700"/>
            <a:ext cx="914400" cy="76200"/>
          </a:xfrm>
          <a:custGeom>
            <a:avLst/>
            <a:gdLst/>
            <a:ahLst/>
            <a:cxnLst/>
            <a:rect l="l" t="t" r="r" b="b"/>
            <a:pathLst>
              <a:path w="914400" h="76200">
                <a:moveTo>
                  <a:pt x="63500" y="31750"/>
                </a:moveTo>
                <a:lnTo>
                  <a:pt x="63500" y="44450"/>
                </a:lnTo>
                <a:lnTo>
                  <a:pt x="850900" y="44450"/>
                </a:lnTo>
                <a:lnTo>
                  <a:pt x="914400" y="38100"/>
                </a:lnTo>
                <a:lnTo>
                  <a:pt x="838200" y="0"/>
                </a:lnTo>
                <a:lnTo>
                  <a:pt x="850900" y="31750"/>
                </a:lnTo>
                <a:lnTo>
                  <a:pt x="63500" y="31750"/>
                </a:lnTo>
                <a:close/>
              </a:path>
              <a:path w="914400" h="76200">
                <a:moveTo>
                  <a:pt x="850900" y="44450"/>
                </a:moveTo>
                <a:lnTo>
                  <a:pt x="838199" y="44450"/>
                </a:lnTo>
                <a:lnTo>
                  <a:pt x="838200" y="76200"/>
                </a:lnTo>
                <a:lnTo>
                  <a:pt x="914400" y="38100"/>
                </a:lnTo>
                <a:lnTo>
                  <a:pt x="850900" y="44450"/>
                </a:lnTo>
                <a:close/>
              </a:path>
              <a:path w="914400" h="76200">
                <a:moveTo>
                  <a:pt x="850900" y="31750"/>
                </a:moveTo>
                <a:lnTo>
                  <a:pt x="838200" y="0"/>
                </a:lnTo>
                <a:lnTo>
                  <a:pt x="838200" y="31749"/>
                </a:lnTo>
                <a:lnTo>
                  <a:pt x="850900" y="31750"/>
                </a:lnTo>
                <a:close/>
              </a:path>
              <a:path w="914400" h="76200">
                <a:moveTo>
                  <a:pt x="76200" y="31749"/>
                </a:moveTo>
                <a:lnTo>
                  <a:pt x="76200" y="0"/>
                </a:lnTo>
                <a:lnTo>
                  <a:pt x="0" y="38100"/>
                </a:lnTo>
                <a:lnTo>
                  <a:pt x="76200" y="76200"/>
                </a:lnTo>
                <a:lnTo>
                  <a:pt x="76199" y="44450"/>
                </a:lnTo>
                <a:lnTo>
                  <a:pt x="63500" y="44450"/>
                </a:lnTo>
                <a:lnTo>
                  <a:pt x="63500" y="31750"/>
                </a:lnTo>
                <a:lnTo>
                  <a:pt x="762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914400" y="3543300"/>
            <a:ext cx="6781800" cy="76200"/>
          </a:xfrm>
          <a:custGeom>
            <a:avLst/>
            <a:gdLst/>
            <a:ahLst/>
            <a:cxnLst/>
            <a:rect l="l" t="t" r="r" b="b"/>
            <a:pathLst>
              <a:path w="6781800" h="76200">
                <a:moveTo>
                  <a:pt x="6718300" y="44450"/>
                </a:moveTo>
                <a:lnTo>
                  <a:pt x="6705599" y="44450"/>
                </a:lnTo>
                <a:lnTo>
                  <a:pt x="6705600" y="76200"/>
                </a:lnTo>
                <a:lnTo>
                  <a:pt x="6781800" y="38100"/>
                </a:lnTo>
                <a:lnTo>
                  <a:pt x="6718300" y="44450"/>
                </a:lnTo>
                <a:close/>
              </a:path>
              <a:path w="6781800" h="76200">
                <a:moveTo>
                  <a:pt x="6718300" y="31750"/>
                </a:moveTo>
                <a:lnTo>
                  <a:pt x="6705600" y="0"/>
                </a:lnTo>
                <a:lnTo>
                  <a:pt x="6705600" y="31749"/>
                </a:lnTo>
                <a:lnTo>
                  <a:pt x="6718300" y="31750"/>
                </a:lnTo>
                <a:close/>
              </a:path>
              <a:path w="6781800" h="76200">
                <a:moveTo>
                  <a:pt x="0" y="31750"/>
                </a:moveTo>
                <a:lnTo>
                  <a:pt x="0" y="44450"/>
                </a:lnTo>
                <a:lnTo>
                  <a:pt x="6718300" y="44450"/>
                </a:lnTo>
                <a:lnTo>
                  <a:pt x="6781800" y="38100"/>
                </a:lnTo>
                <a:lnTo>
                  <a:pt x="6705600" y="0"/>
                </a:lnTo>
                <a:lnTo>
                  <a:pt x="6718300" y="31750"/>
                </a:lnTo>
                <a:lnTo>
                  <a:pt x="0" y="3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12140" y="1393666"/>
            <a:ext cx="228853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55344" y="1393666"/>
            <a:ext cx="2253221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>
                <a:latin typeface="Arial"/>
                <a:cs typeface="Arial"/>
              </a:rPr>
              <a:t>Li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e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C</a:t>
            </a:r>
            <a:r>
              <a:rPr dirty="0" smtClean="0" sz="3200" spc="-3">
                <a:latin typeface="Arial"/>
                <a:cs typeface="Arial"/>
              </a:rPr>
              <a:t>o</a:t>
            </a:r>
            <a:r>
              <a:rPr dirty="0" smtClean="0" sz="3200" spc="-3">
                <a:latin typeface="Arial"/>
                <a:cs typeface="Arial"/>
              </a:rPr>
              <a:t>di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g</a:t>
            </a:r>
            <a:endParaRPr sz="32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526794" y="1940083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755394" y="1940083"/>
            <a:ext cx="899871" cy="67083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S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nyal</a:t>
            </a:r>
            <a:endParaRPr sz="2400">
              <a:latin typeface="Arial"/>
              <a:cs typeface="Arial"/>
            </a:endParaRPr>
          </a:p>
          <a:p>
            <a:pPr marL="469900" marR="45719">
              <a:lnSpc>
                <a:spcPct val="95825"/>
              </a:lnSpc>
              <a:spcBef>
                <a:spcPts val="471"/>
              </a:spcBef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671013" y="1940083"/>
            <a:ext cx="393385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seba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representasikan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623659" y="1940083"/>
            <a:ext cx="1137310" cy="67083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seba</a:t>
            </a:r>
            <a:r>
              <a:rPr dirty="0" smtClean="0" sz="2400" spc="-1">
                <a:latin typeface="Arial"/>
                <a:cs typeface="Arial"/>
              </a:rPr>
              <a:t>g</a:t>
            </a:r>
            <a:r>
              <a:rPr dirty="0" smtClean="0" sz="2400" spc="-1">
                <a:latin typeface="Arial"/>
                <a:cs typeface="Arial"/>
              </a:rPr>
              <a:t>ai</a:t>
            </a:r>
            <a:endParaRPr sz="2400">
              <a:latin typeface="Arial"/>
              <a:cs typeface="Arial"/>
            </a:endParaRPr>
          </a:p>
          <a:p>
            <a:pPr marL="174650" marR="45720">
              <a:lnSpc>
                <a:spcPct val="95825"/>
              </a:lnSpc>
              <a:spcBef>
                <a:spcPts val="471"/>
              </a:spcBef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777022" y="1940083"/>
            <a:ext cx="1496415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kod</a:t>
            </a:r>
            <a:r>
              <a:rPr dirty="0" smtClean="0" sz="2400" spc="1">
                <a:latin typeface="Arial"/>
                <a:cs typeface="Arial"/>
              </a:rPr>
              <a:t>e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kode</a:t>
            </a:r>
            <a:endParaRPr sz="24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289491" y="1940083"/>
            <a:ext cx="544169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>
                <a:latin typeface="Arial"/>
                <a:cs typeface="Arial"/>
              </a:rPr>
              <a:t>l</a:t>
            </a:r>
            <a:r>
              <a:rPr dirty="0" smtClean="0" sz="2400" spc="-2">
                <a:latin typeface="Arial"/>
                <a:cs typeface="Arial"/>
              </a:rPr>
              <a:t>i</a:t>
            </a:r>
            <a:r>
              <a:rPr dirty="0" smtClean="0" sz="2400" spc="-2">
                <a:latin typeface="Arial"/>
                <a:cs typeface="Arial"/>
              </a:rPr>
              <a:t>ne</a:t>
            </a:r>
            <a:endParaRPr sz="24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051175" y="23569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041775" y="23569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950079" y="23569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70829" y="23569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279017" y="2407220"/>
            <a:ext cx="187006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120646" y="2622097"/>
            <a:ext cx="292446" cy="295933"/>
          </a:xfrm>
          <a:prstGeom prst="rect">
            <a:avLst/>
          </a:prstGeom>
        </p:spPr>
        <p:txBody>
          <a:bodyPr wrap="square" lIns="0" tIns="14382" rIns="0" bIns="0" rtlCol="0">
            <a:noAutofit/>
          </a:bodyPr>
          <a:lstStyle/>
          <a:p>
            <a:pPr marL="12700">
              <a:lnSpc>
                <a:spcPts val="2265"/>
              </a:lnSpc>
            </a:pPr>
            <a:r>
              <a:rPr dirty="0" smtClean="0" baseline="8052" sz="2700" spc="7">
                <a:latin typeface="Arial"/>
                <a:cs typeface="Arial"/>
              </a:rPr>
              <a:t>T</a:t>
            </a:r>
            <a:r>
              <a:rPr dirty="0" smtClean="0" baseline="-9662" sz="1800" spc="7">
                <a:latin typeface="Arial"/>
                <a:cs typeface="Arial"/>
              </a:rPr>
              <a:t>b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48690" y="3079297"/>
            <a:ext cx="212166" cy="59848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V</a:t>
            </a:r>
            <a:endParaRPr sz="1800">
              <a:latin typeface="Arial"/>
              <a:cs typeface="Arial"/>
            </a:endParaRPr>
          </a:p>
          <a:p>
            <a:pPr marL="16357" marR="21501">
              <a:lnSpc>
                <a:spcPct val="95825"/>
              </a:lnSpc>
              <a:spcBef>
                <a:spcPts val="545"/>
              </a:spcBef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760334" y="3384097"/>
            <a:ext cx="907338" cy="52837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i</a:t>
            </a:r>
            <a:r>
              <a:rPr dirty="0" smtClean="0" sz="1800" spc="-3">
                <a:latin typeface="Arial"/>
                <a:cs typeface="Arial"/>
              </a:rPr>
              <a:t>p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ar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4">
                <a:latin typeface="Arial"/>
                <a:cs typeface="Arial"/>
              </a:rPr>
              <a:t>NRZ</a:t>
            </a:r>
            <a:endParaRPr sz="18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88340" y="4109775"/>
            <a:ext cx="21216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V</a:t>
            </a:r>
            <a:endParaRPr sz="18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776209" y="4262175"/>
            <a:ext cx="768807" cy="52831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Bi</a:t>
            </a:r>
            <a:r>
              <a:rPr dirty="0" smtClean="0" sz="1800" spc="-2">
                <a:latin typeface="Arial"/>
                <a:cs typeface="Arial"/>
              </a:rPr>
              <a:t>p</a:t>
            </a:r>
            <a:r>
              <a:rPr dirty="0" smtClean="0" sz="1800" spc="-2">
                <a:latin typeface="Arial"/>
                <a:cs typeface="Arial"/>
              </a:rPr>
              <a:t>o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ar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4">
                <a:latin typeface="Arial"/>
                <a:cs typeface="Arial"/>
              </a:rPr>
              <a:t>RZ</a:t>
            </a:r>
            <a:endParaRPr sz="18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57250" y="4657526"/>
            <a:ext cx="271221" cy="58293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algn="ctr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-V</a:t>
            </a:r>
            <a:endParaRPr sz="1800">
              <a:latin typeface="Arial"/>
              <a:cs typeface="Arial"/>
            </a:endParaRPr>
          </a:p>
          <a:p>
            <a:pPr marL="59055" algn="ctr">
              <a:lnSpc>
                <a:spcPct val="95825"/>
              </a:lnSpc>
              <a:spcBef>
                <a:spcPts val="423"/>
              </a:spcBef>
            </a:pPr>
            <a:r>
              <a:rPr dirty="0" smtClean="0" sz="1800">
                <a:latin typeface="Arial"/>
                <a:cs typeface="Arial"/>
              </a:rPr>
              <a:t>V</a:t>
            </a:r>
            <a:endParaRPr sz="18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776209" y="5253156"/>
            <a:ext cx="1251610" cy="52826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Ma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ch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ster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4">
                <a:latin typeface="Arial"/>
                <a:cs typeface="Arial"/>
              </a:rPr>
              <a:t>NRZ</a:t>
            </a:r>
            <a:endParaRPr sz="18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57250" y="5634105"/>
            <a:ext cx="28836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-V</a:t>
            </a:r>
            <a:endParaRPr sz="18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462008" y="6471832"/>
            <a:ext cx="328838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15162" y="2743200"/>
            <a:ext cx="913638" cy="534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1828800" y="2743200"/>
            <a:ext cx="914400" cy="8389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2743200" y="2743200"/>
            <a:ext cx="914400" cy="534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3657600" y="2743200"/>
            <a:ext cx="914400" cy="8389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4572000" y="2743200"/>
            <a:ext cx="914400" cy="534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3" name="object 53"/>
          <p:cNvSpPr txBox="1"/>
          <p:nvPr/>
        </p:nvSpPr>
        <p:spPr>
          <a:xfrm>
            <a:off x="5486400" y="2743200"/>
            <a:ext cx="914400" cy="8389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6400800" y="2743200"/>
            <a:ext cx="914400" cy="534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915162" y="3277362"/>
            <a:ext cx="913638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2743200" y="3277362"/>
            <a:ext cx="914400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4572000" y="3277362"/>
            <a:ext cx="914400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6400800" y="3277362"/>
            <a:ext cx="914400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1828800" y="3582162"/>
            <a:ext cx="914400" cy="914400"/>
          </a:xfrm>
          <a:prstGeom prst="rect">
            <a:avLst/>
          </a:prstGeom>
        </p:spPr>
        <p:txBody>
          <a:bodyPr wrap="square" lIns="0" tIns="53975" rIns="0" bIns="0" rtlCol="0">
            <a:noAutofit/>
          </a:bodyPr>
          <a:lstStyle/>
          <a:p>
            <a:pPr marL="396494">
              <a:lnSpc>
                <a:spcPts val="2069"/>
              </a:lnSpc>
            </a:pPr>
            <a:r>
              <a:rPr dirty="0" smtClean="0" sz="1800" spc="7">
                <a:latin typeface="Arial"/>
                <a:cs typeface="Arial"/>
              </a:rPr>
              <a:t>T</a:t>
            </a:r>
            <a:r>
              <a:rPr dirty="0" smtClean="0" baseline="-21740" sz="1800" spc="7">
                <a:latin typeface="Arial"/>
                <a:cs typeface="Arial"/>
              </a:rPr>
              <a:t>b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657600" y="3582162"/>
            <a:ext cx="914400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5486400" y="3582162"/>
            <a:ext cx="914400" cy="914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915162" y="4191762"/>
            <a:ext cx="457200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1372362" y="41917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2743200" y="4191762"/>
            <a:ext cx="457962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3201162" y="41917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4572000" y="4191762"/>
            <a:ext cx="457962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5029962" y="41917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6400800" y="4191762"/>
            <a:ext cx="457961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6858761" y="41917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915162" y="4496562"/>
            <a:ext cx="9136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1828800" y="4496562"/>
            <a:ext cx="457962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2286762" y="44965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2743200" y="4496562"/>
            <a:ext cx="9144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3657600" y="4496562"/>
            <a:ext cx="457962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115562" y="44965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572000" y="4496562"/>
            <a:ext cx="9144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486400" y="4496562"/>
            <a:ext cx="457962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944362" y="4496562"/>
            <a:ext cx="456438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6400800" y="4496562"/>
            <a:ext cx="9144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1828800" y="4801362"/>
            <a:ext cx="914400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657600" y="4801362"/>
            <a:ext cx="914400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5486400" y="4801362"/>
            <a:ext cx="914400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915162" y="5106162"/>
            <a:ext cx="457200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13723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1828800" y="5106162"/>
            <a:ext cx="4579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2867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2743200" y="5106162"/>
            <a:ext cx="4579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32011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657600" y="5106162"/>
            <a:ext cx="4579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1155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4572000" y="5106162"/>
            <a:ext cx="4579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0299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486400" y="5106162"/>
            <a:ext cx="457962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944362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400800" y="5106162"/>
            <a:ext cx="457961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858761" y="5106162"/>
            <a:ext cx="456438" cy="609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915162" y="5715762"/>
            <a:ext cx="913638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8288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396494">
              <a:lnSpc>
                <a:spcPts val="1855"/>
              </a:lnSpc>
              <a:spcBef>
                <a:spcPts val="1432"/>
              </a:spcBef>
            </a:pPr>
            <a:r>
              <a:rPr dirty="0" smtClean="0" sz="1800" spc="7">
                <a:latin typeface="Arial"/>
                <a:cs typeface="Arial"/>
              </a:rPr>
              <a:t>T</a:t>
            </a:r>
            <a:r>
              <a:rPr dirty="0" smtClean="0" baseline="-31403" sz="1800" spc="7">
                <a:latin typeface="Arial"/>
                <a:cs typeface="Arial"/>
              </a:rPr>
              <a:t>b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432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6576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5720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4864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400800" y="5715762"/>
            <a:ext cx="914400" cy="532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56438" y="686562"/>
            <a:ext cx="7225283" cy="685800"/>
          </a:xfrm>
          <a:prstGeom prst="rect">
            <a:avLst/>
          </a:prstGeom>
        </p:spPr>
        <p:txBody>
          <a:bodyPr wrap="square" lIns="0" tIns="6350" rIns="0" bIns="0" rtlCol="0">
            <a:noAutofit/>
          </a:bodyPr>
          <a:lstStyle/>
          <a:p>
            <a:pPr marL="90678">
              <a:lnSpc>
                <a:spcPct val="95825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Digital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Mod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lation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-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Contin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es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457962" y="765810"/>
            <a:ext cx="9066276" cy="987551"/>
          </a:xfrm>
          <a:custGeom>
            <a:avLst/>
            <a:gdLst/>
            <a:ahLst/>
            <a:cxnLst/>
            <a:rect l="l" t="t" r="r" b="b"/>
            <a:pathLst>
              <a:path w="9066276" h="987551">
                <a:moveTo>
                  <a:pt x="0" y="987551"/>
                </a:moveTo>
                <a:lnTo>
                  <a:pt x="9066276" y="987551"/>
                </a:lnTo>
                <a:lnTo>
                  <a:pt x="9066276" y="0"/>
                </a:lnTo>
                <a:lnTo>
                  <a:pt x="0" y="0"/>
                </a:lnTo>
                <a:lnTo>
                  <a:pt x="0" y="987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510028" y="3980688"/>
            <a:ext cx="4655820" cy="662939"/>
          </a:xfrm>
          <a:custGeom>
            <a:avLst/>
            <a:gdLst/>
            <a:ahLst/>
            <a:cxnLst/>
            <a:rect l="l" t="t" r="r" b="b"/>
            <a:pathLst>
              <a:path w="4655820" h="662939">
                <a:moveTo>
                  <a:pt x="0" y="662939"/>
                </a:moveTo>
                <a:lnTo>
                  <a:pt x="4655820" y="662939"/>
                </a:lnTo>
                <a:lnTo>
                  <a:pt x="4655820" y="0"/>
                </a:lnTo>
                <a:lnTo>
                  <a:pt x="0" y="0"/>
                </a:lnTo>
                <a:lnTo>
                  <a:pt x="0" y="66293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5940" y="1202419"/>
            <a:ext cx="2074113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Modu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asi</a:t>
            </a:r>
            <a:endParaRPr sz="3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5940" y="1941113"/>
            <a:ext cx="20294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79144" y="1941113"/>
            <a:ext cx="4721042" cy="1188070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39873">
              <a:lnSpc>
                <a:spcPts val="2960"/>
              </a:lnSpc>
            </a:pPr>
            <a:r>
              <a:rPr dirty="0" smtClean="0" sz="2800" spc="-4">
                <a:latin typeface="Arial"/>
                <a:cs typeface="Arial"/>
              </a:rPr>
              <a:t>Mo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u</a:t>
            </a: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Dig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tal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mel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p</a:t>
            </a:r>
            <a:r>
              <a:rPr dirty="0" smtClean="0" sz="2800" spc="-4">
                <a:latin typeface="Arial"/>
                <a:cs typeface="Arial"/>
              </a:rPr>
              <a:t>u</a:t>
            </a:r>
            <a:r>
              <a:rPr dirty="0" smtClean="0" sz="2800" spc="-4">
                <a:latin typeface="Arial"/>
                <a:cs typeface="Arial"/>
              </a:rPr>
              <a:t>ti:</a:t>
            </a:r>
            <a:endParaRPr sz="2800">
              <a:latin typeface="Arial"/>
              <a:cs typeface="Arial"/>
            </a:endParaRPr>
          </a:p>
          <a:p>
            <a:pPr marL="413461" indent="-286461">
              <a:lnSpc>
                <a:spcPct val="100041"/>
              </a:lnSpc>
              <a:spcBef>
                <a:spcPts val="561"/>
              </a:spcBef>
            </a:pPr>
            <a:r>
              <a:rPr dirty="0" smtClean="0" sz="2400" spc="6">
                <a:latin typeface="Arial"/>
                <a:cs typeface="Arial"/>
              </a:rPr>
              <a:t>–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P</a:t>
            </a:r>
            <a:r>
              <a:rPr dirty="0" smtClean="0" sz="2400" spc="6">
                <a:latin typeface="Arial"/>
                <a:cs typeface="Arial"/>
              </a:rPr>
              <a:t>e</a:t>
            </a:r>
            <a:r>
              <a:rPr dirty="0" smtClean="0" sz="2400" spc="6">
                <a:latin typeface="Arial"/>
                <a:cs typeface="Arial"/>
              </a:rPr>
              <a:t>mil</a:t>
            </a:r>
            <a:r>
              <a:rPr dirty="0" smtClean="0" sz="2400" spc="6">
                <a:latin typeface="Arial"/>
                <a:cs typeface="Arial"/>
              </a:rPr>
              <a:t>i</a:t>
            </a:r>
            <a:r>
              <a:rPr dirty="0" smtClean="0" sz="2400" spc="6">
                <a:latin typeface="Arial"/>
                <a:cs typeface="Arial"/>
              </a:rPr>
              <a:t>han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be</a:t>
            </a:r>
            <a:r>
              <a:rPr dirty="0" smtClean="0" sz="2400" spc="6">
                <a:latin typeface="Arial"/>
                <a:cs typeface="Arial"/>
              </a:rPr>
              <a:t>n</a:t>
            </a:r>
            <a:r>
              <a:rPr dirty="0" smtClean="0" sz="2400" spc="6">
                <a:latin typeface="Arial"/>
                <a:cs typeface="Arial"/>
              </a:rPr>
              <a:t>tuk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si</a:t>
            </a:r>
            <a:r>
              <a:rPr dirty="0" smtClean="0" sz="2400" spc="6">
                <a:latin typeface="Arial"/>
                <a:cs typeface="Arial"/>
              </a:rPr>
              <a:t>n</a:t>
            </a:r>
            <a:r>
              <a:rPr dirty="0" smtClean="0" sz="2400" spc="6">
                <a:latin typeface="Arial"/>
                <a:cs typeface="Arial"/>
              </a:rPr>
              <a:t>yal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khusus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si</a:t>
            </a:r>
            <a:r>
              <a:rPr dirty="0" smtClean="0" sz="2400" spc="6">
                <a:latin typeface="Arial"/>
                <a:cs typeface="Arial"/>
              </a:rPr>
              <a:t>n</a:t>
            </a:r>
            <a:r>
              <a:rPr dirty="0" smtClean="0" sz="2400" spc="6">
                <a:latin typeface="Arial"/>
                <a:cs typeface="Arial"/>
              </a:rPr>
              <a:t>yal</a:t>
            </a:r>
            <a:r>
              <a:rPr dirty="0" smtClean="0" sz="2400" spc="6">
                <a:latin typeface="Arial"/>
                <a:cs typeface="Arial"/>
              </a:rPr>
              <a:t> </a:t>
            </a:r>
            <a:r>
              <a:rPr dirty="0" smtClean="0" sz="2400" spc="6">
                <a:latin typeface="Arial"/>
                <a:cs typeface="Arial"/>
              </a:rPr>
              <a:t>khusus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20562" y="2433224"/>
            <a:ext cx="376499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untuk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ransmisi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simbol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atau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93444" y="3237896"/>
            <a:ext cx="7220458" cy="69601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5">
                <a:latin typeface="Arial"/>
                <a:cs typeface="Arial"/>
              </a:rPr>
              <a:t>–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U</a:t>
            </a:r>
            <a:r>
              <a:rPr dirty="0" smtClean="0" sz="2400" spc="5">
                <a:latin typeface="Arial"/>
                <a:cs typeface="Arial"/>
              </a:rPr>
              <a:t>n</a:t>
            </a:r>
            <a:r>
              <a:rPr dirty="0" smtClean="0" sz="2400" spc="5">
                <a:latin typeface="Arial"/>
                <a:cs typeface="Arial"/>
              </a:rPr>
              <a:t>tuk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kemungk</a:t>
            </a:r>
            <a:r>
              <a:rPr dirty="0" smtClean="0" sz="2400" spc="5">
                <a:latin typeface="Arial"/>
                <a:cs typeface="Arial"/>
              </a:rPr>
              <a:t>i</a:t>
            </a:r>
            <a:r>
              <a:rPr dirty="0" smtClean="0" sz="2400" spc="5">
                <a:latin typeface="Arial"/>
                <a:cs typeface="Arial"/>
              </a:rPr>
              <a:t>nan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si</a:t>
            </a:r>
            <a:r>
              <a:rPr dirty="0" smtClean="0" sz="2400" spc="5">
                <a:latin typeface="Arial"/>
                <a:cs typeface="Arial"/>
              </a:rPr>
              <a:t>n</a:t>
            </a:r>
            <a:r>
              <a:rPr dirty="0" smtClean="0" sz="2400" spc="5">
                <a:latin typeface="Arial"/>
                <a:cs typeface="Arial"/>
              </a:rPr>
              <a:t>yal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seju</a:t>
            </a:r>
            <a:r>
              <a:rPr dirty="0" smtClean="0" sz="2400" spc="5">
                <a:latin typeface="Arial"/>
                <a:cs typeface="Arial"/>
              </a:rPr>
              <a:t>m</a:t>
            </a:r>
            <a:r>
              <a:rPr dirty="0" smtClean="0" sz="2400" spc="5">
                <a:latin typeface="Arial"/>
                <a:cs typeface="Arial"/>
              </a:rPr>
              <a:t>l</a:t>
            </a:r>
            <a:r>
              <a:rPr dirty="0" smtClean="0" sz="2400" spc="5">
                <a:latin typeface="Arial"/>
                <a:cs typeface="Arial"/>
              </a:rPr>
              <a:t>a</a:t>
            </a:r>
            <a:r>
              <a:rPr dirty="0" smtClean="0" sz="2400" spc="5">
                <a:latin typeface="Arial"/>
                <a:cs typeface="Arial"/>
              </a:rPr>
              <a:t>h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M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,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set</a:t>
            </a:r>
            <a:r>
              <a:rPr dirty="0" smtClean="0" sz="2400" spc="5">
                <a:latin typeface="Arial"/>
                <a:cs typeface="Arial"/>
              </a:rPr>
              <a:t> </a:t>
            </a:r>
            <a:r>
              <a:rPr dirty="0" smtClean="0" sz="2400" spc="5">
                <a:latin typeface="Arial"/>
                <a:cs typeface="Arial"/>
              </a:rPr>
              <a:t>b</a:t>
            </a:r>
            <a:r>
              <a:rPr dirty="0" smtClean="0" sz="2400" spc="5">
                <a:latin typeface="Arial"/>
                <a:cs typeface="Arial"/>
              </a:rPr>
              <a:t>entuk</a:t>
            </a:r>
            <a:endParaRPr sz="2400">
              <a:latin typeface="Arial"/>
              <a:cs typeface="Arial"/>
            </a:endParaRPr>
          </a:p>
          <a:p>
            <a:pPr marL="299161" marR="4572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mba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: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2140" y="4718349"/>
            <a:ext cx="202946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55344" y="4718349"/>
            <a:ext cx="7181213" cy="1618335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9">
                <a:latin typeface="Arial"/>
                <a:cs typeface="Arial"/>
              </a:rPr>
              <a:t>Unt</a:t>
            </a:r>
            <a:r>
              <a:rPr dirty="0" smtClean="0" sz="2800" spc="-9">
                <a:latin typeface="Arial"/>
                <a:cs typeface="Arial"/>
              </a:rPr>
              <a:t>u</a:t>
            </a:r>
            <a:r>
              <a:rPr dirty="0" smtClean="0" sz="2800" spc="-9">
                <a:latin typeface="Arial"/>
                <a:cs typeface="Arial"/>
              </a:rPr>
              <a:t>k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mo</a:t>
            </a:r>
            <a:r>
              <a:rPr dirty="0" smtClean="0" sz="2800" spc="-9">
                <a:latin typeface="Arial"/>
                <a:cs typeface="Arial"/>
              </a:rPr>
              <a:t>d</a:t>
            </a:r>
            <a:r>
              <a:rPr dirty="0" smtClean="0" sz="2800" spc="-9">
                <a:latin typeface="Arial"/>
                <a:cs typeface="Arial"/>
              </a:rPr>
              <a:t>u</a:t>
            </a:r>
            <a:r>
              <a:rPr dirty="0" smtClean="0" sz="2800" spc="-9">
                <a:latin typeface="Arial"/>
                <a:cs typeface="Arial"/>
              </a:rPr>
              <a:t>l</a:t>
            </a:r>
            <a:r>
              <a:rPr dirty="0" smtClean="0" sz="2800" spc="-9">
                <a:latin typeface="Arial"/>
                <a:cs typeface="Arial"/>
              </a:rPr>
              <a:t>a</a:t>
            </a:r>
            <a:r>
              <a:rPr dirty="0" smtClean="0" sz="2800" spc="-9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b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n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r</a:t>
            </a:r>
            <a:r>
              <a:rPr dirty="0" smtClean="0" sz="2800" spc="-9">
                <a:latin typeface="Arial"/>
                <a:cs typeface="Arial"/>
              </a:rPr>
              <a:t>,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t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ap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b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t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dip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ta</a:t>
            </a:r>
            <a:r>
              <a:rPr dirty="0" smtClean="0" sz="2800" spc="-9">
                <a:latin typeface="Arial"/>
                <a:cs typeface="Arial"/>
              </a:rPr>
              <a:t>k</a:t>
            </a:r>
            <a:r>
              <a:rPr dirty="0" smtClean="0" sz="2800" spc="-9">
                <a:latin typeface="Arial"/>
                <a:cs typeface="Arial"/>
              </a:rPr>
              <a:t>an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p</a:t>
            </a:r>
            <a:r>
              <a:rPr dirty="0" smtClean="0" sz="2800" spc="-9">
                <a:latin typeface="Arial"/>
                <a:cs typeface="Arial"/>
              </a:rPr>
              <a:t>a</a:t>
            </a:r>
            <a:r>
              <a:rPr dirty="0" smtClean="0" sz="2800" spc="-9">
                <a:latin typeface="Arial"/>
                <a:cs typeface="Arial"/>
              </a:rPr>
              <a:t>da</a:t>
            </a:r>
            <a:endParaRPr sz="2800">
              <a:latin typeface="Arial"/>
              <a:cs typeface="Arial"/>
            </a:endParaRPr>
          </a:p>
          <a:p>
            <a:pPr marL="12700" marR="53263">
              <a:lnSpc>
                <a:spcPts val="3025"/>
              </a:lnSpc>
              <a:spcBef>
                <a:spcPts val="3"/>
              </a:spcBef>
            </a:pPr>
            <a:r>
              <a:rPr dirty="0" smtClean="0" sz="2800">
                <a:latin typeface="Arial"/>
                <a:cs typeface="Arial"/>
              </a:rPr>
              <a:t>(2</a:t>
            </a:r>
            <a:r>
              <a:rPr dirty="0" smtClean="0" sz="2800">
                <a:latin typeface="Arial"/>
                <a:cs typeface="Arial"/>
              </a:rPr>
              <a:t> </a:t>
            </a:r>
            <a:r>
              <a:rPr dirty="0" smtClean="0" sz="2800">
                <a:latin typeface="Arial"/>
                <a:cs typeface="Arial"/>
              </a:rPr>
              <a:t>si</a:t>
            </a:r>
            <a:r>
              <a:rPr dirty="0" smtClean="0" sz="2800">
                <a:latin typeface="Arial"/>
                <a:cs typeface="Arial"/>
              </a:rPr>
              <a:t>n</a:t>
            </a:r>
            <a:r>
              <a:rPr dirty="0" smtClean="0" sz="2800">
                <a:latin typeface="Arial"/>
                <a:cs typeface="Arial"/>
              </a:rPr>
              <a:t>y</a:t>
            </a:r>
            <a:r>
              <a:rPr dirty="0" smtClean="0" sz="2800">
                <a:latin typeface="Arial"/>
                <a:cs typeface="Arial"/>
              </a:rPr>
              <a:t>a</a:t>
            </a:r>
            <a:r>
              <a:rPr dirty="0" smtClean="0" sz="2800">
                <a:latin typeface="Arial"/>
                <a:cs typeface="Arial"/>
              </a:rPr>
              <a:t>l)</a:t>
            </a:r>
            <a:endParaRPr sz="2800">
              <a:latin typeface="Arial"/>
              <a:cs typeface="Arial"/>
            </a:endParaRPr>
          </a:p>
          <a:p>
            <a:pPr marL="12700" marR="19654">
              <a:lnSpc>
                <a:spcPts val="3020"/>
              </a:lnSpc>
              <a:spcBef>
                <a:spcPts val="689"/>
              </a:spcBef>
            </a:pPr>
            <a:r>
              <a:rPr dirty="0" smtClean="0" sz="2800">
                <a:latin typeface="Arial"/>
                <a:cs typeface="Arial"/>
              </a:rPr>
              <a:t>Kita</a:t>
            </a:r>
            <a:r>
              <a:rPr dirty="0" smtClean="0" sz="2800" spc="-48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d</a:t>
            </a:r>
            <a:r>
              <a:rPr dirty="0" smtClean="0" sz="2800" spc="9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p</a:t>
            </a:r>
            <a:r>
              <a:rPr dirty="0" smtClean="0" sz="2800" spc="9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t</a:t>
            </a:r>
            <a:r>
              <a:rPr dirty="0" smtClean="0" sz="2800" spc="-62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m</a:t>
            </a:r>
            <a:r>
              <a:rPr dirty="0" smtClean="0" sz="2800" spc="4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li</a:t>
            </a:r>
            <a:r>
              <a:rPr dirty="0" smtClean="0" sz="2800" spc="9">
                <a:latin typeface="Arial"/>
                <a:cs typeface="Arial"/>
              </a:rPr>
              <a:t>h</a:t>
            </a:r>
            <a:r>
              <a:rPr dirty="0" smtClean="0" sz="2800" spc="0">
                <a:latin typeface="Arial"/>
                <a:cs typeface="Arial"/>
              </a:rPr>
              <a:t>at</a:t>
            </a:r>
            <a:r>
              <a:rPr dirty="0" smtClean="0" sz="2800" spc="-80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e</a:t>
            </a:r>
            <a:r>
              <a:rPr dirty="0" smtClean="0" sz="2800" spc="4">
                <a:latin typeface="Arial"/>
                <a:cs typeface="Arial"/>
              </a:rPr>
              <a:t>l</a:t>
            </a:r>
            <a:r>
              <a:rPr dirty="0" smtClean="0" sz="2800" spc="0">
                <a:latin typeface="Arial"/>
                <a:cs typeface="Arial"/>
              </a:rPr>
              <a:t>em</a:t>
            </a:r>
            <a:r>
              <a:rPr dirty="0" smtClean="0" sz="2800" spc="4">
                <a:latin typeface="Arial"/>
                <a:cs typeface="Arial"/>
              </a:rPr>
              <a:t>e</a:t>
            </a:r>
            <a:r>
              <a:rPr dirty="0" smtClean="0" sz="2800" spc="34">
                <a:latin typeface="Arial"/>
                <a:cs typeface="Arial"/>
              </a:rPr>
              <a:t>n</a:t>
            </a:r>
            <a:r>
              <a:rPr dirty="0" smtClean="0" sz="2800" spc="4">
                <a:latin typeface="Arial"/>
                <a:cs typeface="Arial"/>
              </a:rPr>
              <a:t>-</a:t>
            </a:r>
            <a:r>
              <a:rPr dirty="0" smtClean="0" sz="2800" spc="0">
                <a:latin typeface="Arial"/>
                <a:cs typeface="Arial"/>
              </a:rPr>
              <a:t>e</a:t>
            </a:r>
            <a:r>
              <a:rPr dirty="0" smtClean="0" sz="2800" spc="4">
                <a:latin typeface="Arial"/>
                <a:cs typeface="Arial"/>
              </a:rPr>
              <a:t>l</a:t>
            </a:r>
            <a:r>
              <a:rPr dirty="0" smtClean="0" sz="2800" spc="0">
                <a:latin typeface="Arial"/>
                <a:cs typeface="Arial"/>
              </a:rPr>
              <a:t>em</a:t>
            </a:r>
            <a:r>
              <a:rPr dirty="0" smtClean="0" sz="2800" spc="4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n</a:t>
            </a:r>
            <a:r>
              <a:rPr dirty="0" smtClean="0" sz="2800" spc="-137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s</a:t>
            </a:r>
            <a:r>
              <a:rPr dirty="0" smtClean="0" sz="2800" spc="9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b</a:t>
            </a:r>
            <a:r>
              <a:rPr dirty="0" smtClean="0" sz="2800" spc="9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g</a:t>
            </a:r>
            <a:r>
              <a:rPr dirty="0" smtClean="0" sz="2800" spc="9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i</a:t>
            </a:r>
            <a:r>
              <a:rPr dirty="0" smtClean="0" sz="2800" spc="0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p</a:t>
            </a:r>
            <a:r>
              <a:rPr dirty="0" smtClean="0" sz="2800" spc="9">
                <a:latin typeface="Arial"/>
                <a:cs typeface="Arial"/>
              </a:rPr>
              <a:t>a</a:t>
            </a:r>
            <a:r>
              <a:rPr dirty="0" smtClean="0" sz="2800" spc="0">
                <a:latin typeface="Arial"/>
                <a:cs typeface="Arial"/>
              </a:rPr>
              <a:t>da</a:t>
            </a:r>
            <a:r>
              <a:rPr dirty="0" smtClean="0" sz="2800" spc="-52">
                <a:latin typeface="Arial"/>
                <a:cs typeface="Arial"/>
              </a:rPr>
              <a:t> </a:t>
            </a:r>
            <a:r>
              <a:rPr dirty="0" smtClean="0" sz="2800" spc="4">
                <a:latin typeface="Arial"/>
                <a:cs typeface="Arial"/>
              </a:rPr>
              <a:t>k</a:t>
            </a:r>
            <a:r>
              <a:rPr dirty="0" smtClean="0" sz="2800" spc="0">
                <a:latin typeface="Arial"/>
                <a:cs typeface="Arial"/>
              </a:rPr>
              <a:t>awa</a:t>
            </a:r>
            <a:r>
              <a:rPr dirty="0" smtClean="0" sz="2800" spc="9">
                <a:latin typeface="Arial"/>
                <a:cs typeface="Arial"/>
              </a:rPr>
              <a:t>s</a:t>
            </a:r>
            <a:r>
              <a:rPr dirty="0" smtClean="0" sz="2800" spc="0">
                <a:latin typeface="Arial"/>
                <a:cs typeface="Arial"/>
              </a:rPr>
              <a:t>an</a:t>
            </a:r>
            <a:r>
              <a:rPr dirty="0" smtClean="0" sz="2800" spc="-90">
                <a:latin typeface="Arial"/>
                <a:cs typeface="Arial"/>
              </a:rPr>
              <a:t> </a:t>
            </a:r>
            <a:r>
              <a:rPr dirty="0" smtClean="0" sz="2800" spc="0">
                <a:latin typeface="Arial"/>
                <a:cs typeface="Arial"/>
              </a:rPr>
              <a:t>v</a:t>
            </a:r>
            <a:r>
              <a:rPr dirty="0" smtClean="0" sz="2800" spc="9">
                <a:latin typeface="Arial"/>
                <a:cs typeface="Arial"/>
              </a:rPr>
              <a:t>e</a:t>
            </a:r>
            <a:r>
              <a:rPr dirty="0" smtClean="0" sz="2800" spc="0">
                <a:latin typeface="Arial"/>
                <a:cs typeface="Arial"/>
              </a:rPr>
              <a:t>k</a:t>
            </a:r>
            <a:r>
              <a:rPr dirty="0" smtClean="0" sz="2800" spc="4">
                <a:latin typeface="Arial"/>
                <a:cs typeface="Arial"/>
              </a:rPr>
              <a:t>t</a:t>
            </a:r>
            <a:r>
              <a:rPr dirty="0" smtClean="0" sz="2800" spc="0">
                <a:latin typeface="Arial"/>
                <a:cs typeface="Arial"/>
              </a:rPr>
              <a:t>or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59096" y="4718349"/>
            <a:ext cx="988054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s</a:t>
            </a:r>
            <a:r>
              <a:rPr dirty="0" smtClean="0" sz="2800" spc="2">
                <a:latin typeface="Arial"/>
                <a:cs typeface="Arial"/>
              </a:rPr>
              <a:t>i</a:t>
            </a:r>
            <a:r>
              <a:rPr dirty="0" smtClean="0" sz="2800" spc="2">
                <a:latin typeface="Arial"/>
                <a:cs typeface="Arial"/>
              </a:rPr>
              <a:t>n</a:t>
            </a:r>
            <a:r>
              <a:rPr dirty="0" smtClean="0" sz="2800" spc="2">
                <a:latin typeface="Arial"/>
                <a:cs typeface="Arial"/>
              </a:rPr>
              <a:t>y</a:t>
            </a:r>
            <a:r>
              <a:rPr dirty="0" smtClean="0" sz="2800" spc="2">
                <a:latin typeface="Arial"/>
                <a:cs typeface="Arial"/>
              </a:rPr>
              <a:t>al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2140" y="5572145"/>
            <a:ext cx="20294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143359" y="5572145"/>
            <a:ext cx="612011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0">
                <a:latin typeface="Arial"/>
                <a:cs typeface="Arial"/>
              </a:rPr>
              <a:t>ti</a:t>
            </a:r>
            <a:r>
              <a:rPr dirty="0" smtClean="0" sz="2800" spc="0">
                <a:latin typeface="Arial"/>
                <a:cs typeface="Arial"/>
              </a:rPr>
              <a:t>t</a:t>
            </a:r>
            <a:r>
              <a:rPr dirty="0" smtClean="0" sz="2800" spc="0">
                <a:latin typeface="Arial"/>
                <a:cs typeface="Arial"/>
              </a:rPr>
              <a:t>ik</a:t>
            </a:r>
            <a:endParaRPr sz="2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57436" y="6471832"/>
            <a:ext cx="33453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10028" y="3980688"/>
            <a:ext cx="4741779" cy="662939"/>
          </a:xfrm>
          <a:prstGeom prst="rect">
            <a:avLst/>
          </a:prstGeom>
        </p:spPr>
        <p:txBody>
          <a:bodyPr wrap="square" lIns="0" tIns="6985" rIns="0" bIns="0" rtlCol="0">
            <a:noAutofit/>
          </a:bodyPr>
          <a:lstStyle/>
          <a:p>
            <a:pPr marL="81125">
              <a:lnSpc>
                <a:spcPts val="4227"/>
              </a:lnSpc>
            </a:pPr>
            <a:r>
              <a:rPr dirty="0" smtClean="0" sz="3650" spc="0" i="1">
                <a:latin typeface="Times New Roman"/>
                <a:cs typeface="Times New Roman"/>
              </a:rPr>
              <a:t>S</a:t>
            </a:r>
            <a:r>
              <a:rPr dirty="0" smtClean="0" sz="3650" spc="0" i="1">
                <a:latin typeface="Times New Roman"/>
                <a:cs typeface="Times New Roman"/>
              </a:rPr>
              <a:t> </a:t>
            </a:r>
            <a:r>
              <a:rPr dirty="0" smtClean="0" sz="3650" spc="59">
                <a:latin typeface="Symbol"/>
                <a:cs typeface="Symbol"/>
              </a:rPr>
              <a:t></a:t>
            </a:r>
            <a:r>
              <a:rPr dirty="0" smtClean="0" sz="3650" spc="0">
                <a:latin typeface="Times New Roman"/>
                <a:cs typeface="Times New Roman"/>
              </a:rPr>
              <a:t> </a:t>
            </a:r>
            <a:r>
              <a:rPr dirty="0" smtClean="0" sz="3650" spc="0">
                <a:latin typeface="Times New Roman"/>
                <a:cs typeface="Times New Roman"/>
              </a:rPr>
              <a:t>{</a:t>
            </a:r>
            <a:r>
              <a:rPr dirty="0" smtClean="0" sz="3650" spc="0" i="1">
                <a:latin typeface="Times New Roman"/>
                <a:cs typeface="Times New Roman"/>
              </a:rPr>
              <a:t>s</a:t>
            </a:r>
            <a:r>
              <a:rPr dirty="0" smtClean="0" baseline="-24846" sz="3150" spc="0">
                <a:latin typeface="Times New Roman"/>
                <a:cs typeface="Times New Roman"/>
              </a:rPr>
              <a:t>1</a:t>
            </a:r>
            <a:r>
              <a:rPr dirty="0" smtClean="0" baseline="-24846" sz="3150" spc="0">
                <a:latin typeface="Times New Roman"/>
                <a:cs typeface="Times New Roman"/>
              </a:rPr>
              <a:t> </a:t>
            </a:r>
            <a:r>
              <a:rPr dirty="0" smtClean="0" sz="3650" spc="0">
                <a:latin typeface="Times New Roman"/>
                <a:cs typeface="Times New Roman"/>
              </a:rPr>
              <a:t>(</a:t>
            </a:r>
            <a:r>
              <a:rPr dirty="0" smtClean="0" sz="3650" spc="0" i="1">
                <a:latin typeface="Times New Roman"/>
                <a:cs typeface="Times New Roman"/>
              </a:rPr>
              <a:t>t</a:t>
            </a:r>
            <a:r>
              <a:rPr dirty="0" smtClean="0" sz="3650" spc="0">
                <a:latin typeface="Times New Roman"/>
                <a:cs typeface="Times New Roman"/>
              </a:rPr>
              <a:t>)</a:t>
            </a:r>
            <a:r>
              <a:rPr dirty="0" smtClean="0" sz="3650" spc="0">
                <a:latin typeface="Times New Roman"/>
                <a:cs typeface="Times New Roman"/>
              </a:rPr>
              <a:t>,</a:t>
            </a:r>
            <a:r>
              <a:rPr dirty="0" smtClean="0" sz="3650" spc="0">
                <a:latin typeface="Times New Roman"/>
                <a:cs typeface="Times New Roman"/>
              </a:rPr>
              <a:t> </a:t>
            </a:r>
            <a:r>
              <a:rPr dirty="0" smtClean="0" sz="3650" spc="0" i="1">
                <a:latin typeface="Times New Roman"/>
                <a:cs typeface="Times New Roman"/>
              </a:rPr>
              <a:t>s</a:t>
            </a:r>
            <a:r>
              <a:rPr dirty="0" smtClean="0" baseline="-24846" sz="3150" spc="0">
                <a:latin typeface="Times New Roman"/>
                <a:cs typeface="Times New Roman"/>
              </a:rPr>
              <a:t>2</a:t>
            </a:r>
            <a:r>
              <a:rPr dirty="0" smtClean="0" baseline="-24846" sz="3150" spc="0">
                <a:latin typeface="Times New Roman"/>
                <a:cs typeface="Times New Roman"/>
              </a:rPr>
              <a:t> </a:t>
            </a:r>
            <a:r>
              <a:rPr dirty="0" smtClean="0" sz="3650" spc="0">
                <a:latin typeface="Times New Roman"/>
                <a:cs typeface="Times New Roman"/>
              </a:rPr>
              <a:t>(</a:t>
            </a:r>
            <a:r>
              <a:rPr dirty="0" smtClean="0" sz="3650" spc="0" i="1">
                <a:latin typeface="Times New Roman"/>
                <a:cs typeface="Times New Roman"/>
              </a:rPr>
              <a:t>t</a:t>
            </a:r>
            <a:r>
              <a:rPr dirty="0" smtClean="0" sz="3650" spc="0">
                <a:latin typeface="Times New Roman"/>
                <a:cs typeface="Times New Roman"/>
              </a:rPr>
              <a:t>)</a:t>
            </a:r>
            <a:r>
              <a:rPr dirty="0" smtClean="0" sz="3650" spc="0">
                <a:latin typeface="Times New Roman"/>
                <a:cs typeface="Times New Roman"/>
              </a:rPr>
              <a:t>,</a:t>
            </a:r>
            <a:r>
              <a:rPr dirty="0" smtClean="0" sz="3650" spc="0">
                <a:latin typeface="Times New Roman"/>
                <a:cs typeface="Times New Roman"/>
              </a:rPr>
              <a:t>.</a:t>
            </a:r>
            <a:r>
              <a:rPr dirty="0" smtClean="0" sz="3650" spc="0">
                <a:latin typeface="Times New Roman"/>
                <a:cs typeface="Times New Roman"/>
              </a:rPr>
              <a:t>.</a:t>
            </a:r>
            <a:r>
              <a:rPr dirty="0" smtClean="0" sz="3650" spc="0">
                <a:latin typeface="Times New Roman"/>
                <a:cs typeface="Times New Roman"/>
              </a:rPr>
              <a:t>.</a:t>
            </a:r>
            <a:r>
              <a:rPr dirty="0" smtClean="0" sz="3650" spc="0">
                <a:latin typeface="Times New Roman"/>
                <a:cs typeface="Times New Roman"/>
              </a:rPr>
              <a:t>,</a:t>
            </a:r>
            <a:r>
              <a:rPr dirty="0" smtClean="0" sz="3650" spc="0" i="1">
                <a:latin typeface="Times New Roman"/>
                <a:cs typeface="Times New Roman"/>
              </a:rPr>
              <a:t>s</a:t>
            </a:r>
            <a:r>
              <a:rPr dirty="0" smtClean="0" baseline="-24846" sz="3150" spc="0" i="1">
                <a:latin typeface="Times New Roman"/>
                <a:cs typeface="Times New Roman"/>
              </a:rPr>
              <a:t>M</a:t>
            </a:r>
            <a:r>
              <a:rPr dirty="0" smtClean="0" baseline="-24846" sz="3150" spc="0" i="1">
                <a:latin typeface="Times New Roman"/>
                <a:cs typeface="Times New Roman"/>
              </a:rPr>
              <a:t> </a:t>
            </a:r>
            <a:r>
              <a:rPr dirty="0" smtClean="0" baseline="-24846" sz="3150" spc="0" i="1">
                <a:latin typeface="Times New Roman"/>
                <a:cs typeface="Times New Roman"/>
              </a:rPr>
              <a:t> </a:t>
            </a:r>
            <a:r>
              <a:rPr dirty="0" smtClean="0" sz="3650" spc="0">
                <a:latin typeface="Times New Roman"/>
                <a:cs typeface="Times New Roman"/>
              </a:rPr>
              <a:t>(</a:t>
            </a:r>
            <a:r>
              <a:rPr dirty="0" smtClean="0" sz="3650" spc="0" i="1">
                <a:latin typeface="Times New Roman"/>
                <a:cs typeface="Times New Roman"/>
              </a:rPr>
              <a:t>t</a:t>
            </a:r>
            <a:r>
              <a:rPr dirty="0" smtClean="0" sz="3650" spc="0">
                <a:latin typeface="Times New Roman"/>
                <a:cs typeface="Times New Roman"/>
              </a:rPr>
              <a:t>)}</a:t>
            </a:r>
            <a:endParaRPr sz="3650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765810"/>
            <a:ext cx="9066276" cy="987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Representasi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Geometris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dari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yal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object 2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450592" y="4012692"/>
            <a:ext cx="4084320" cy="1616964"/>
          </a:xfrm>
          <a:custGeom>
            <a:avLst/>
            <a:gdLst/>
            <a:ahLst/>
            <a:cxnLst/>
            <a:rect l="l" t="t" r="r" b="b"/>
            <a:pathLst>
              <a:path w="4084320" h="1616964">
                <a:moveTo>
                  <a:pt x="0" y="1616963"/>
                </a:moveTo>
                <a:lnTo>
                  <a:pt x="4084320" y="1616963"/>
                </a:lnTo>
                <a:lnTo>
                  <a:pt x="4084320" y="0"/>
                </a:lnTo>
                <a:lnTo>
                  <a:pt x="0" y="0"/>
                </a:lnTo>
                <a:lnTo>
                  <a:pt x="0" y="161696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5940" y="762730"/>
            <a:ext cx="6804918" cy="822451"/>
          </a:xfrm>
          <a:prstGeom prst="rect">
            <a:avLst/>
          </a:prstGeom>
        </p:spPr>
        <p:txBody>
          <a:bodyPr wrap="square" lIns="0" tIns="49974" rIns="0" bIns="0" rtlCol="0">
            <a:noAutofit/>
          </a:bodyPr>
          <a:lstStyle/>
          <a:p>
            <a:pPr marL="12700">
              <a:lnSpc>
                <a:spcPts val="3070"/>
              </a:lnSpc>
            </a:pPr>
            <a:r>
              <a:rPr dirty="0" smtClean="0" sz="3200" b="1">
                <a:solidFill>
                  <a:srgbClr val="006600"/>
                </a:solidFill>
                <a:latin typeface="Arial"/>
                <a:cs typeface="Arial"/>
              </a:rPr>
              <a:t>Repre</a:t>
            </a:r>
            <a:r>
              <a:rPr dirty="0" smtClean="0" sz="3200" spc="-9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ent</a:t>
            </a:r>
            <a:r>
              <a:rPr dirty="0" smtClean="0" sz="3200" spc="-14" b="1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200" spc="-2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geo</a:t>
            </a:r>
            <a:r>
              <a:rPr dirty="0" smtClean="0" sz="3200" spc="-9" b="1">
                <a:solidFill>
                  <a:srgbClr val="006600"/>
                </a:solidFill>
                <a:latin typeface="Arial"/>
                <a:cs typeface="Arial"/>
              </a:rPr>
              <a:t>m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etris</a:t>
            </a:r>
            <a:r>
              <a:rPr dirty="0" smtClean="0" sz="3200" spc="-1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dari</a:t>
            </a:r>
            <a:r>
              <a:rPr dirty="0" smtClean="0" sz="3200" spc="-19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r>
              <a:rPr dirty="0" smtClean="0" sz="3200" spc="-9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y</a:t>
            </a:r>
            <a:r>
              <a:rPr dirty="0" smtClean="0" sz="3200" spc="-9" b="1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modul</a:t>
            </a:r>
            <a:r>
              <a:rPr dirty="0" smtClean="0" sz="3200" spc="-14" b="1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0" b="1">
                <a:solidFill>
                  <a:srgbClr val="006600"/>
                </a:solidFill>
                <a:latin typeface="Arial"/>
                <a:cs typeface="Arial"/>
              </a:rPr>
              <a:t>si</a:t>
            </a:r>
            <a:endParaRPr sz="32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35940" y="1912023"/>
            <a:ext cx="177952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79144" y="1912023"/>
            <a:ext cx="4289544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4">
                <a:latin typeface="Arial"/>
                <a:cs typeface="Arial"/>
              </a:rPr>
              <a:t>K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-4">
                <a:latin typeface="Arial"/>
                <a:cs typeface="Arial"/>
              </a:rPr>
              <a:t>w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-4">
                <a:latin typeface="Arial"/>
                <a:cs typeface="Arial"/>
              </a:rPr>
              <a:t>san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vektor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(</a:t>
            </a:r>
            <a:r>
              <a:rPr dirty="0" smtClean="0" sz="2400" spc="-4">
                <a:latin typeface="Arial"/>
                <a:cs typeface="Arial"/>
              </a:rPr>
              <a:t>V</a:t>
            </a:r>
            <a:r>
              <a:rPr dirty="0" smtClean="0" sz="2400" spc="-4">
                <a:latin typeface="Arial"/>
                <a:cs typeface="Arial"/>
              </a:rPr>
              <a:t>ector</a:t>
            </a:r>
            <a:r>
              <a:rPr dirty="0" smtClean="0" sz="2400" spc="-4">
                <a:latin typeface="Arial"/>
                <a:cs typeface="Arial"/>
              </a:rPr>
              <a:t> </a:t>
            </a:r>
            <a:r>
              <a:rPr dirty="0" smtClean="0" sz="2400" spc="-4">
                <a:latin typeface="Arial"/>
                <a:cs typeface="Arial"/>
              </a:rPr>
              <a:t>sp</a:t>
            </a:r>
            <a:r>
              <a:rPr dirty="0" smtClean="0" sz="2400" spc="-4">
                <a:latin typeface="Arial"/>
                <a:cs typeface="Arial"/>
              </a:rPr>
              <a:t>a</a:t>
            </a:r>
            <a:r>
              <a:rPr dirty="0" smtClean="0" sz="2400" spc="-4">
                <a:latin typeface="Arial"/>
                <a:cs typeface="Arial"/>
              </a:rPr>
              <a:t>ce)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06804" y="2320345"/>
            <a:ext cx="1397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558798" y="2320345"/>
            <a:ext cx="5811062" cy="52831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Kita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mer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pr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tasik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em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n-e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em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se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ai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-19">
                <a:latin typeface="Arial"/>
                <a:cs typeface="Arial"/>
              </a:rPr>
              <a:t>l</a:t>
            </a:r>
            <a:r>
              <a:rPr dirty="0" smtClean="0" sz="1800" spc="-19">
                <a:latin typeface="Arial"/>
                <a:cs typeface="Arial"/>
              </a:rPr>
              <a:t>i</a:t>
            </a:r>
            <a:r>
              <a:rPr dirty="0" smtClean="0" sz="1800" spc="-19">
                <a:latin typeface="Arial"/>
                <a:cs typeface="Arial"/>
              </a:rPr>
              <a:t>n</a:t>
            </a:r>
            <a:r>
              <a:rPr dirty="0" smtClean="0" sz="1800" spc="-19">
                <a:latin typeface="Arial"/>
                <a:cs typeface="Arial"/>
              </a:rPr>
              <a:t>e</a:t>
            </a:r>
            <a:r>
              <a:rPr dirty="0" smtClean="0" sz="1800" spc="-19">
                <a:latin typeface="Arial"/>
                <a:cs typeface="Arial"/>
              </a:rPr>
              <a:t>ar</a:t>
            </a:r>
            <a:r>
              <a:rPr dirty="0" smtClean="0" sz="1800" spc="-19">
                <a:latin typeface="Arial"/>
                <a:cs typeface="Arial"/>
              </a:rPr>
              <a:t> </a:t>
            </a:r>
            <a:r>
              <a:rPr dirty="0" smtClean="0" sz="1800" spc="-19">
                <a:latin typeface="Arial"/>
                <a:cs typeface="Arial"/>
              </a:rPr>
              <a:t>d</a:t>
            </a:r>
            <a:r>
              <a:rPr dirty="0" smtClean="0" sz="1800" spc="-19">
                <a:latin typeface="Arial"/>
                <a:cs typeface="Arial"/>
              </a:rPr>
              <a:t>a</a:t>
            </a:r>
            <a:r>
              <a:rPr dirty="0" smtClean="0" sz="1800" spc="-19">
                <a:latin typeface="Arial"/>
                <a:cs typeface="Arial"/>
              </a:rPr>
              <a:t>ri</a:t>
            </a:r>
            <a:r>
              <a:rPr dirty="0" smtClean="0" sz="1800" spc="-19">
                <a:latin typeface="Arial"/>
                <a:cs typeface="Arial"/>
              </a:rPr>
              <a:t> </a:t>
            </a:r>
            <a:r>
              <a:rPr dirty="0" smtClean="0" sz="1800" spc="-19" i="1">
                <a:latin typeface="Arial"/>
                <a:cs typeface="Arial"/>
              </a:rPr>
              <a:t> </a:t>
            </a:r>
            <a:r>
              <a:rPr dirty="0" smtClean="0" sz="1800" spc="-19" i="1" u="heavy">
                <a:latin typeface="Arial"/>
                <a:cs typeface="Arial"/>
              </a:rPr>
              <a:t>sinyal</a:t>
            </a:r>
            <a:r>
              <a:rPr dirty="0" smtClean="0" sz="1800" spc="-19" i="1" u="heavy">
                <a:latin typeface="Arial"/>
                <a:cs typeface="Arial"/>
              </a:rPr>
              <a:t> </a:t>
            </a:r>
            <a:r>
              <a:rPr dirty="0" smtClean="0" sz="1800" spc="-19" i="1" u="heavy">
                <a:latin typeface="Arial"/>
                <a:cs typeface="Arial"/>
              </a:rPr>
              <a:t>bas</a:t>
            </a:r>
            <a:r>
              <a:rPr dirty="0" smtClean="0" sz="1800" spc="-19" i="1" u="heavy">
                <a:latin typeface="Arial"/>
                <a:cs typeface="Arial"/>
              </a:rPr>
              <a:t>i</a:t>
            </a:r>
            <a:r>
              <a:rPr dirty="0" smtClean="0" sz="1800" spc="-19" i="1" u="heavy"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75779" y="2320345"/>
            <a:ext cx="108633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kom</a:t>
            </a:r>
            <a:r>
              <a:rPr dirty="0" smtClean="0" sz="1800" spc="-2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asi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06804" y="2923849"/>
            <a:ext cx="139700" cy="912621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25"/>
              </a:spcBef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524"/>
              </a:spcBef>
            </a:pPr>
            <a:r>
              <a:rPr dirty="0" smtClean="0" sz="1800"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8798" y="2923849"/>
            <a:ext cx="5641492" cy="58318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9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Jum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y</a:t>
            </a:r>
            <a:r>
              <a:rPr dirty="0" smtClean="0" sz="1800" spc="0">
                <a:latin typeface="Arial"/>
                <a:cs typeface="Arial"/>
              </a:rPr>
              <a:t>al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sis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ah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vect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sp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ce.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25"/>
              </a:spcBef>
            </a:pPr>
            <a:r>
              <a:rPr dirty="0" smtClean="0" sz="1800" spc="-1">
                <a:latin typeface="Arial"/>
                <a:cs typeface="Arial"/>
              </a:rPr>
              <a:t>Si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-sin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sis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rsifat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orto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o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ter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ap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i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a.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58798" y="3582471"/>
            <a:ext cx="496087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6">
                <a:latin typeface="Arial"/>
                <a:cs typeface="Arial"/>
              </a:rPr>
              <a:t>T</a:t>
            </a:r>
            <a:r>
              <a:rPr dirty="0" smtClean="0" sz="1800" spc="-16">
                <a:latin typeface="Arial"/>
                <a:cs typeface="Arial"/>
              </a:rPr>
              <a:t>i</a:t>
            </a:r>
            <a:r>
              <a:rPr dirty="0" smtClean="0" sz="1800" spc="-16">
                <a:latin typeface="Arial"/>
                <a:cs typeface="Arial"/>
              </a:rPr>
              <a:t>a</a:t>
            </a:r>
            <a:r>
              <a:rPr dirty="0" smtClean="0" sz="1800" spc="-16">
                <a:latin typeface="Arial"/>
                <a:cs typeface="Arial"/>
              </a:rPr>
              <a:t>p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058746" y="3582471"/>
            <a:ext cx="59141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b</a:t>
            </a:r>
            <a:r>
              <a:rPr dirty="0" smtClean="0" sz="1800" spc="-2">
                <a:latin typeface="Arial"/>
                <a:cs typeface="Arial"/>
              </a:rPr>
              <a:t>as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54020" y="3582471"/>
            <a:ext cx="1757502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di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orm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l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sas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20641" y="3582471"/>
            <a:ext cx="96014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ter</a:t>
            </a:r>
            <a:r>
              <a:rPr dirty="0" smtClean="0" sz="1800" spc="-1">
                <a:latin typeface="Arial"/>
                <a:cs typeface="Arial"/>
              </a:rPr>
              <a:t>h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ap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385333" y="3582471"/>
            <a:ext cx="42705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it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16244" y="3582471"/>
            <a:ext cx="7566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er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i: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44004" y="4332248"/>
            <a:ext cx="244086" cy="540173"/>
          </a:xfrm>
          <a:prstGeom prst="rect">
            <a:avLst/>
          </a:prstGeom>
        </p:spPr>
        <p:txBody>
          <a:bodyPr wrap="square" lIns="0" tIns="27019" rIns="0" bIns="0" rtlCol="0">
            <a:noAutofit/>
          </a:bodyPr>
          <a:lstStyle/>
          <a:p>
            <a:pPr marL="12700">
              <a:lnSpc>
                <a:spcPts val="4255"/>
              </a:lnSpc>
            </a:pPr>
            <a:r>
              <a:rPr dirty="0" smtClean="0" sz="4050">
                <a:latin typeface="Symbol"/>
                <a:cs typeface="Symbol"/>
              </a:rPr>
              <a:t></a:t>
            </a:r>
            <a:endParaRPr sz="4050">
              <a:latin typeface="Symbol"/>
              <a:cs typeface="Symbo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90982" y="4556117"/>
            <a:ext cx="111395" cy="225932"/>
          </a:xfrm>
          <a:prstGeom prst="rect">
            <a:avLst/>
          </a:prstGeom>
        </p:spPr>
        <p:txBody>
          <a:bodyPr wrap="square" lIns="0" tIns="10826" rIns="0" bIns="0" rtlCol="0">
            <a:noAutofit/>
          </a:bodyPr>
          <a:lstStyle/>
          <a:p>
            <a:pPr marL="12700">
              <a:lnSpc>
                <a:spcPts val="1705"/>
              </a:lnSpc>
            </a:pPr>
            <a:r>
              <a:rPr dirty="0" smtClean="0" sz="1600" spc="7" i="1">
                <a:latin typeface="Times New Roman"/>
                <a:cs typeface="Times New Roman"/>
              </a:rPr>
              <a:t>i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68104" y="6471832"/>
            <a:ext cx="323034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75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50592" y="4012692"/>
            <a:ext cx="4084320" cy="1616964"/>
          </a:xfrm>
          <a:prstGeom prst="rect">
            <a:avLst/>
          </a:prstGeom>
        </p:spPr>
        <p:txBody>
          <a:bodyPr wrap="square" lIns="0" tIns="40005" rIns="0" bIns="0" rtlCol="0">
            <a:noAutofit/>
          </a:bodyPr>
          <a:lstStyle/>
          <a:p>
            <a:pPr marL="702677">
              <a:lnSpc>
                <a:spcPct val="102091"/>
              </a:lnSpc>
            </a:pPr>
            <a:r>
              <a:rPr dirty="0" smtClean="0" sz="1600" spc="21">
                <a:latin typeface="Symbol"/>
                <a:cs typeface="Symbol"/>
              </a:rPr>
              <a:t></a:t>
            </a:r>
            <a:endParaRPr sz="1600">
              <a:latin typeface="Symbol"/>
              <a:cs typeface="Symbol"/>
            </a:endParaRPr>
          </a:p>
          <a:p>
            <a:pPr marL="67469">
              <a:lnSpc>
                <a:spcPts val="3379"/>
              </a:lnSpc>
              <a:spcBef>
                <a:spcPts val="169"/>
              </a:spcBef>
            </a:pPr>
            <a:r>
              <a:rPr dirty="0" smtClean="0" sz="2700" spc="0" i="1">
                <a:latin typeface="Times New Roman"/>
                <a:cs typeface="Times New Roman"/>
              </a:rPr>
              <a:t>E</a:t>
            </a:r>
            <a:r>
              <a:rPr dirty="0" smtClean="0" sz="2700" spc="79" i="1">
                <a:latin typeface="Times New Roman"/>
                <a:cs typeface="Times New Roman"/>
              </a:rPr>
              <a:t> </a:t>
            </a:r>
            <a:r>
              <a:rPr dirty="0" smtClean="0" sz="2700" spc="0">
                <a:latin typeface="Symbol"/>
                <a:cs typeface="Symbol"/>
              </a:rPr>
              <a:t></a:t>
            </a:r>
            <a:r>
              <a:rPr dirty="0" smtClean="0" sz="2700" spc="0">
                <a:latin typeface="Times New Roman"/>
                <a:cs typeface="Times New Roman"/>
              </a:rPr>
              <a:t>  </a:t>
            </a:r>
            <a:r>
              <a:rPr dirty="0" smtClean="0" sz="2700" spc="440">
                <a:latin typeface="Times New Roman"/>
                <a:cs typeface="Times New Roman"/>
              </a:rPr>
              <a:t> </a:t>
            </a:r>
            <a:r>
              <a:rPr dirty="0" smtClean="0" sz="2850" spc="-75">
                <a:latin typeface="Symbol"/>
                <a:cs typeface="Symbol"/>
              </a:rPr>
              <a:t></a:t>
            </a:r>
            <a:r>
              <a:rPr dirty="0" smtClean="0" sz="2850" spc="-364">
                <a:latin typeface="Times New Roman"/>
                <a:cs typeface="Times New Roman"/>
              </a:rPr>
              <a:t> </a:t>
            </a:r>
            <a:r>
              <a:rPr dirty="0" smtClean="0" baseline="41670" sz="2400" spc="0">
                <a:latin typeface="Times New Roman"/>
                <a:cs typeface="Times New Roman"/>
              </a:rPr>
              <a:t>2</a:t>
            </a:r>
            <a:r>
              <a:rPr dirty="0" smtClean="0" baseline="41670" sz="2400" spc="-83">
                <a:latin typeface="Times New Roman"/>
                <a:cs typeface="Times New Roman"/>
              </a:rPr>
              <a:t> </a:t>
            </a:r>
            <a:r>
              <a:rPr dirty="0" smtClean="0" sz="2700" spc="-14">
                <a:latin typeface="Times New Roman"/>
                <a:cs typeface="Times New Roman"/>
              </a:rPr>
              <a:t>(</a:t>
            </a:r>
            <a:r>
              <a:rPr dirty="0" smtClean="0" sz="2700" spc="175" i="1">
                <a:latin typeface="Times New Roman"/>
                <a:cs typeface="Times New Roman"/>
              </a:rPr>
              <a:t>t</a:t>
            </a:r>
            <a:r>
              <a:rPr dirty="0" smtClean="0" sz="2700" spc="69">
                <a:latin typeface="Times New Roman"/>
                <a:cs typeface="Times New Roman"/>
              </a:rPr>
              <a:t>)</a:t>
            </a:r>
            <a:r>
              <a:rPr dirty="0" smtClean="0" sz="2700" spc="79" i="1">
                <a:latin typeface="Times New Roman"/>
                <a:cs typeface="Times New Roman"/>
              </a:rPr>
              <a:t>d</a:t>
            </a:r>
            <a:r>
              <a:rPr dirty="0" smtClean="0" sz="2700" spc="0" i="1">
                <a:latin typeface="Times New Roman"/>
                <a:cs typeface="Times New Roman"/>
              </a:rPr>
              <a:t>t</a:t>
            </a:r>
            <a:r>
              <a:rPr dirty="0" smtClean="0" sz="2700" spc="14" i="1">
                <a:latin typeface="Times New Roman"/>
                <a:cs typeface="Times New Roman"/>
              </a:rPr>
              <a:t> </a:t>
            </a:r>
            <a:r>
              <a:rPr dirty="0" smtClean="0" sz="2700" spc="0">
                <a:latin typeface="Symbol"/>
                <a:cs typeface="Symbol"/>
              </a:rPr>
              <a:t></a:t>
            </a:r>
            <a:r>
              <a:rPr dirty="0" smtClean="0" sz="2700" spc="-344">
                <a:latin typeface="Times New Roman"/>
                <a:cs typeface="Times New Roman"/>
              </a:rPr>
              <a:t> </a:t>
            </a:r>
            <a:r>
              <a:rPr dirty="0" smtClean="0" sz="2700" spc="0">
                <a:latin typeface="Times New Roman"/>
                <a:cs typeface="Times New Roman"/>
              </a:rPr>
              <a:t>1</a:t>
            </a:r>
            <a:endParaRPr sz="2700">
              <a:latin typeface="Times New Roman"/>
              <a:cs typeface="Times New Roman"/>
            </a:endParaRPr>
          </a:p>
          <a:p>
            <a:pPr marL="645287">
              <a:lnSpc>
                <a:spcPct val="102091"/>
              </a:lnSpc>
              <a:spcBef>
                <a:spcPts val="578"/>
              </a:spcBef>
            </a:pPr>
            <a:r>
              <a:rPr dirty="0" smtClean="0" sz="1600" spc="49">
                <a:latin typeface="Symbol"/>
                <a:cs typeface="Symbol"/>
              </a:rPr>
              <a:t></a:t>
            </a:r>
            <a:r>
              <a:rPr dirty="0" smtClean="0" sz="1600" spc="49">
                <a:latin typeface="Symbol"/>
                <a:cs typeface="Symbol"/>
              </a:rPr>
              <a:t></a:t>
            </a:r>
            <a:endParaRPr sz="1600">
              <a:latin typeface="Symbol"/>
              <a:cs typeface="Symbol"/>
            </a:endParaRPr>
          </a:p>
          <a:p>
            <a:pPr marL="29454">
              <a:lnSpc>
                <a:spcPts val="3290"/>
              </a:lnSpc>
              <a:spcBef>
                <a:spcPts val="215"/>
              </a:spcBef>
            </a:pPr>
            <a:r>
              <a:rPr dirty="0" smtClean="0" sz="2850" spc="-14">
                <a:latin typeface="Symbol"/>
                <a:cs typeface="Symbol"/>
              </a:rPr>
              <a:t></a:t>
            </a:r>
            <a:r>
              <a:rPr dirty="0" smtClean="0" baseline="-25364" sz="2400" spc="-41" i="1">
                <a:latin typeface="Times New Roman"/>
                <a:cs typeface="Times New Roman"/>
              </a:rPr>
              <a:t>i</a:t>
            </a:r>
            <a:r>
              <a:rPr dirty="0" smtClean="0" baseline="-25364" sz="2400" spc="-41" i="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(</a:t>
            </a:r>
            <a:r>
              <a:rPr dirty="0" smtClean="0" sz="2700" spc="-41" i="1">
                <a:latin typeface="Times New Roman"/>
                <a:cs typeface="Times New Roman"/>
              </a:rPr>
              <a:t>t</a:t>
            </a:r>
            <a:r>
              <a:rPr dirty="0" smtClean="0" sz="2700" spc="-41">
                <a:latin typeface="Times New Roman"/>
                <a:cs typeface="Times New Roman"/>
              </a:rPr>
              <a:t>)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a</a:t>
            </a:r>
            <a:r>
              <a:rPr dirty="0" smtClean="0" sz="2700" spc="-41">
                <a:latin typeface="Times New Roman"/>
                <a:cs typeface="Times New Roman"/>
              </a:rPr>
              <a:t>d</a:t>
            </a:r>
            <a:r>
              <a:rPr dirty="0" smtClean="0" sz="2700" spc="-41">
                <a:latin typeface="Times New Roman"/>
                <a:cs typeface="Times New Roman"/>
              </a:rPr>
              <a:t>a</a:t>
            </a:r>
            <a:r>
              <a:rPr dirty="0" smtClean="0" sz="2700" spc="-41">
                <a:latin typeface="Times New Roman"/>
                <a:cs typeface="Times New Roman"/>
              </a:rPr>
              <a:t>l</a:t>
            </a:r>
            <a:r>
              <a:rPr dirty="0" smtClean="0" sz="2700" spc="-41">
                <a:latin typeface="Times New Roman"/>
                <a:cs typeface="Times New Roman"/>
              </a:rPr>
              <a:t>ah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s</a:t>
            </a:r>
            <a:r>
              <a:rPr dirty="0" smtClean="0" sz="2700" spc="-41">
                <a:latin typeface="Times New Roman"/>
                <a:cs typeface="Times New Roman"/>
              </a:rPr>
              <a:t>i</a:t>
            </a:r>
            <a:r>
              <a:rPr dirty="0" smtClean="0" sz="2700" spc="-41">
                <a:latin typeface="Times New Roman"/>
                <a:cs typeface="Times New Roman"/>
              </a:rPr>
              <a:t>n</a:t>
            </a:r>
            <a:r>
              <a:rPr dirty="0" smtClean="0" sz="2700" spc="-41">
                <a:latin typeface="Times New Roman"/>
                <a:cs typeface="Times New Roman"/>
              </a:rPr>
              <a:t>y</a:t>
            </a:r>
            <a:r>
              <a:rPr dirty="0" smtClean="0" sz="2700" spc="-41">
                <a:latin typeface="Times New Roman"/>
                <a:cs typeface="Times New Roman"/>
              </a:rPr>
              <a:t>al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b</a:t>
            </a:r>
            <a:r>
              <a:rPr dirty="0" smtClean="0" sz="2700" spc="-41">
                <a:latin typeface="Times New Roman"/>
                <a:cs typeface="Times New Roman"/>
              </a:rPr>
              <a:t>a</a:t>
            </a:r>
            <a:r>
              <a:rPr dirty="0" smtClean="0" sz="2700" spc="-41">
                <a:latin typeface="Times New Roman"/>
                <a:cs typeface="Times New Roman"/>
              </a:rPr>
              <a:t>s</a:t>
            </a:r>
            <a:r>
              <a:rPr dirty="0" smtClean="0" sz="2700" spc="-41">
                <a:latin typeface="Times New Roman"/>
                <a:cs typeface="Times New Roman"/>
              </a:rPr>
              <a:t>i</a:t>
            </a:r>
            <a:r>
              <a:rPr dirty="0" smtClean="0" sz="2700" spc="-41">
                <a:latin typeface="Times New Roman"/>
                <a:cs typeface="Times New Roman"/>
              </a:rPr>
              <a:t>s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k</a:t>
            </a:r>
            <a:r>
              <a:rPr dirty="0" smtClean="0" sz="2700" spc="-41">
                <a:latin typeface="Times New Roman"/>
                <a:cs typeface="Times New Roman"/>
              </a:rPr>
              <a:t>e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-</a:t>
            </a:r>
            <a:r>
              <a:rPr dirty="0" smtClean="0" sz="2700" spc="-41">
                <a:latin typeface="Times New Roman"/>
                <a:cs typeface="Times New Roman"/>
              </a:rPr>
              <a:t> </a:t>
            </a:r>
            <a:r>
              <a:rPr dirty="0" smtClean="0" sz="2700" spc="-41">
                <a:latin typeface="Times New Roman"/>
                <a:cs typeface="Times New Roman"/>
              </a:rPr>
              <a:t>i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222599" y="2652903"/>
            <a:ext cx="6469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object 9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704324" y="2059182"/>
            <a:ext cx="44850" cy="25787"/>
          </a:xfrm>
          <a:custGeom>
            <a:avLst/>
            <a:gdLst/>
            <a:ahLst/>
            <a:cxnLst/>
            <a:rect l="l" t="t" r="r" b="b"/>
            <a:pathLst>
              <a:path w="44850" h="25787">
                <a:moveTo>
                  <a:pt x="0" y="25787"/>
                </a:moveTo>
                <a:lnTo>
                  <a:pt x="44850" y="0"/>
                </a:lnTo>
              </a:path>
            </a:pathLst>
          </a:custGeom>
          <a:ln w="1469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749174" y="2066715"/>
            <a:ext cx="64503" cy="346540"/>
          </a:xfrm>
          <a:custGeom>
            <a:avLst/>
            <a:gdLst/>
            <a:ahLst/>
            <a:cxnLst/>
            <a:rect l="l" t="t" r="r" b="b"/>
            <a:pathLst>
              <a:path w="64503" h="346540">
                <a:moveTo>
                  <a:pt x="0" y="0"/>
                </a:moveTo>
                <a:lnTo>
                  <a:pt x="64503" y="346540"/>
                </a:lnTo>
              </a:path>
            </a:pathLst>
          </a:custGeom>
          <a:ln w="294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820673" y="1481712"/>
            <a:ext cx="85520" cy="931543"/>
          </a:xfrm>
          <a:custGeom>
            <a:avLst/>
            <a:gdLst/>
            <a:ahLst/>
            <a:cxnLst/>
            <a:rect l="l" t="t" r="r" b="b"/>
            <a:pathLst>
              <a:path w="85520" h="931543">
                <a:moveTo>
                  <a:pt x="0" y="931543"/>
                </a:moveTo>
                <a:lnTo>
                  <a:pt x="85520" y="0"/>
                </a:lnTo>
              </a:path>
            </a:pathLst>
          </a:custGeom>
          <a:ln w="147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906194" y="1481712"/>
            <a:ext cx="640707" cy="0"/>
          </a:xfrm>
          <a:custGeom>
            <a:avLst/>
            <a:gdLst/>
            <a:ahLst/>
            <a:cxnLst/>
            <a:rect l="l" t="t" r="r" b="b"/>
            <a:pathLst>
              <a:path w="640707" h="0">
                <a:moveTo>
                  <a:pt x="0" y="0"/>
                </a:moveTo>
                <a:lnTo>
                  <a:pt x="640707" y="0"/>
                </a:lnTo>
              </a:path>
            </a:pathLst>
          </a:custGeom>
          <a:ln w="146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944745" y="3187523"/>
            <a:ext cx="44182" cy="25903"/>
          </a:xfrm>
          <a:custGeom>
            <a:avLst/>
            <a:gdLst/>
            <a:ahLst/>
            <a:cxnLst/>
            <a:rect l="l" t="t" r="r" b="b"/>
            <a:pathLst>
              <a:path w="44182" h="25903">
                <a:moveTo>
                  <a:pt x="0" y="25903"/>
                </a:moveTo>
                <a:lnTo>
                  <a:pt x="44182" y="0"/>
                </a:lnTo>
              </a:path>
            </a:pathLst>
          </a:custGeom>
          <a:ln w="1469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988928" y="3195202"/>
            <a:ext cx="65170" cy="346511"/>
          </a:xfrm>
          <a:custGeom>
            <a:avLst/>
            <a:gdLst/>
            <a:ahLst/>
            <a:cxnLst/>
            <a:rect l="l" t="t" r="r" b="b"/>
            <a:pathLst>
              <a:path w="65170" h="346511">
                <a:moveTo>
                  <a:pt x="0" y="0"/>
                </a:moveTo>
                <a:lnTo>
                  <a:pt x="65170" y="346511"/>
                </a:lnTo>
              </a:path>
            </a:pathLst>
          </a:custGeom>
          <a:ln w="294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061124" y="2610024"/>
            <a:ext cx="85520" cy="931688"/>
          </a:xfrm>
          <a:custGeom>
            <a:avLst/>
            <a:gdLst/>
            <a:ahLst/>
            <a:cxnLst/>
            <a:rect l="l" t="t" r="r" b="b"/>
            <a:pathLst>
              <a:path w="85520" h="931688">
                <a:moveTo>
                  <a:pt x="0" y="931688"/>
                </a:moveTo>
                <a:lnTo>
                  <a:pt x="85520" y="0"/>
                </a:lnTo>
              </a:path>
            </a:pathLst>
          </a:custGeom>
          <a:ln w="147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146644" y="2610024"/>
            <a:ext cx="639981" cy="0"/>
          </a:xfrm>
          <a:custGeom>
            <a:avLst/>
            <a:gdLst/>
            <a:ahLst/>
            <a:cxnLst/>
            <a:rect l="l" t="t" r="r" b="b"/>
            <a:pathLst>
              <a:path w="639981" h="0">
                <a:moveTo>
                  <a:pt x="0" y="0"/>
                </a:moveTo>
                <a:lnTo>
                  <a:pt x="639981" y="0"/>
                </a:lnTo>
              </a:path>
            </a:pathLst>
          </a:custGeom>
          <a:ln w="146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716923" y="4315227"/>
            <a:ext cx="44879" cy="25179"/>
          </a:xfrm>
          <a:custGeom>
            <a:avLst/>
            <a:gdLst/>
            <a:ahLst/>
            <a:cxnLst/>
            <a:rect l="l" t="t" r="r" b="b"/>
            <a:pathLst>
              <a:path w="44879" h="25179">
                <a:moveTo>
                  <a:pt x="0" y="25179"/>
                </a:moveTo>
                <a:lnTo>
                  <a:pt x="44879" y="0"/>
                </a:lnTo>
              </a:path>
            </a:pathLst>
          </a:custGeom>
          <a:ln w="1469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761802" y="4322210"/>
            <a:ext cx="64474" cy="346511"/>
          </a:xfrm>
          <a:custGeom>
            <a:avLst/>
            <a:gdLst/>
            <a:ahLst/>
            <a:cxnLst/>
            <a:rect l="l" t="t" r="r" b="b"/>
            <a:pathLst>
              <a:path w="64474" h="346511">
                <a:moveTo>
                  <a:pt x="0" y="0"/>
                </a:moveTo>
                <a:lnTo>
                  <a:pt x="64474" y="346511"/>
                </a:lnTo>
              </a:path>
            </a:pathLst>
          </a:custGeom>
          <a:ln w="294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833998" y="3738424"/>
            <a:ext cx="85520" cy="930297"/>
          </a:xfrm>
          <a:custGeom>
            <a:avLst/>
            <a:gdLst/>
            <a:ahLst/>
            <a:cxnLst/>
            <a:rect l="l" t="t" r="r" b="b"/>
            <a:pathLst>
              <a:path w="85520" h="930297">
                <a:moveTo>
                  <a:pt x="0" y="930297"/>
                </a:moveTo>
                <a:lnTo>
                  <a:pt x="85520" y="0"/>
                </a:lnTo>
              </a:path>
            </a:pathLst>
          </a:custGeom>
          <a:ln w="147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919518" y="3738424"/>
            <a:ext cx="389051" cy="0"/>
          </a:xfrm>
          <a:custGeom>
            <a:avLst/>
            <a:gdLst/>
            <a:ahLst/>
            <a:cxnLst/>
            <a:rect l="l" t="t" r="r" b="b"/>
            <a:pathLst>
              <a:path w="389051" h="0">
                <a:moveTo>
                  <a:pt x="0" y="0"/>
                </a:moveTo>
                <a:lnTo>
                  <a:pt x="389051" y="0"/>
                </a:lnTo>
              </a:path>
            </a:pathLst>
          </a:custGeom>
          <a:ln w="146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398703" y="5144023"/>
            <a:ext cx="44850" cy="25199"/>
          </a:xfrm>
          <a:custGeom>
            <a:avLst/>
            <a:gdLst/>
            <a:ahLst/>
            <a:cxnLst/>
            <a:rect l="l" t="t" r="r" b="b"/>
            <a:pathLst>
              <a:path w="44850" h="25199">
                <a:moveTo>
                  <a:pt x="0" y="25199"/>
                </a:moveTo>
                <a:lnTo>
                  <a:pt x="44850" y="0"/>
                </a:lnTo>
              </a:path>
            </a:pathLst>
          </a:custGeom>
          <a:ln w="1469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443553" y="5151024"/>
            <a:ext cx="64503" cy="152599"/>
          </a:xfrm>
          <a:custGeom>
            <a:avLst/>
            <a:gdLst/>
            <a:ahLst/>
            <a:cxnLst/>
            <a:rect l="l" t="t" r="r" b="b"/>
            <a:pathLst>
              <a:path w="64503" h="152599">
                <a:moveTo>
                  <a:pt x="0" y="0"/>
                </a:moveTo>
                <a:lnTo>
                  <a:pt x="64503" y="152599"/>
                </a:lnTo>
              </a:path>
            </a:pathLst>
          </a:custGeom>
          <a:ln w="294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515052" y="4865432"/>
            <a:ext cx="85520" cy="438190"/>
          </a:xfrm>
          <a:custGeom>
            <a:avLst/>
            <a:gdLst/>
            <a:ahLst/>
            <a:cxnLst/>
            <a:rect l="l" t="t" r="r" b="b"/>
            <a:pathLst>
              <a:path w="85520" h="438190">
                <a:moveTo>
                  <a:pt x="0" y="438190"/>
                </a:moveTo>
                <a:lnTo>
                  <a:pt x="85520" y="0"/>
                </a:lnTo>
              </a:path>
            </a:pathLst>
          </a:custGeom>
          <a:ln w="147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600573" y="4865432"/>
            <a:ext cx="402347" cy="0"/>
          </a:xfrm>
          <a:custGeom>
            <a:avLst/>
            <a:gdLst/>
            <a:ahLst/>
            <a:cxnLst/>
            <a:rect l="l" t="t" r="r" b="b"/>
            <a:pathLst>
              <a:path w="402347" h="0">
                <a:moveTo>
                  <a:pt x="0" y="0"/>
                </a:moveTo>
                <a:lnTo>
                  <a:pt x="402347" y="0"/>
                </a:lnTo>
              </a:path>
            </a:pathLst>
          </a:custGeom>
          <a:ln w="146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916300" y="5144023"/>
            <a:ext cx="44153" cy="25199"/>
          </a:xfrm>
          <a:custGeom>
            <a:avLst/>
            <a:gdLst/>
            <a:ahLst/>
            <a:cxnLst/>
            <a:rect l="l" t="t" r="r" b="b"/>
            <a:pathLst>
              <a:path w="44153" h="25199">
                <a:moveTo>
                  <a:pt x="0" y="25199"/>
                </a:moveTo>
                <a:lnTo>
                  <a:pt x="44153" y="0"/>
                </a:lnTo>
              </a:path>
            </a:pathLst>
          </a:custGeom>
          <a:ln w="1469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960453" y="5151024"/>
            <a:ext cx="64503" cy="152599"/>
          </a:xfrm>
          <a:custGeom>
            <a:avLst/>
            <a:gdLst/>
            <a:ahLst/>
            <a:cxnLst/>
            <a:rect l="l" t="t" r="r" b="b"/>
            <a:pathLst>
              <a:path w="64503" h="152599">
                <a:moveTo>
                  <a:pt x="0" y="0"/>
                </a:moveTo>
                <a:lnTo>
                  <a:pt x="64503" y="152599"/>
                </a:lnTo>
              </a:path>
            </a:pathLst>
          </a:custGeom>
          <a:ln w="294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032679" y="4865432"/>
            <a:ext cx="85520" cy="438190"/>
          </a:xfrm>
          <a:custGeom>
            <a:avLst/>
            <a:gdLst/>
            <a:ahLst/>
            <a:cxnLst/>
            <a:rect l="l" t="t" r="r" b="b"/>
            <a:pathLst>
              <a:path w="85520" h="438190">
                <a:moveTo>
                  <a:pt x="0" y="438190"/>
                </a:moveTo>
                <a:lnTo>
                  <a:pt x="85520" y="0"/>
                </a:lnTo>
              </a:path>
            </a:pathLst>
          </a:custGeom>
          <a:ln w="147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118199" y="4865432"/>
            <a:ext cx="401650" cy="0"/>
          </a:xfrm>
          <a:custGeom>
            <a:avLst/>
            <a:gdLst/>
            <a:ahLst/>
            <a:cxnLst/>
            <a:rect l="l" t="t" r="r" b="b"/>
            <a:pathLst>
              <a:path w="401650" h="0">
                <a:moveTo>
                  <a:pt x="0" y="0"/>
                </a:moveTo>
                <a:lnTo>
                  <a:pt x="401650" y="0"/>
                </a:lnTo>
              </a:path>
            </a:pathLst>
          </a:custGeom>
          <a:ln w="146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5700728" y="5454133"/>
            <a:ext cx="19309" cy="10911"/>
          </a:xfrm>
          <a:custGeom>
            <a:avLst/>
            <a:gdLst/>
            <a:ahLst/>
            <a:cxnLst/>
            <a:rect l="l" t="t" r="r" b="b"/>
            <a:pathLst>
              <a:path w="19309" h="10911">
                <a:moveTo>
                  <a:pt x="0" y="10911"/>
                </a:moveTo>
                <a:lnTo>
                  <a:pt x="19309" y="0"/>
                </a:lnTo>
              </a:path>
            </a:pathLst>
          </a:custGeom>
          <a:ln w="63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5720038" y="5457164"/>
            <a:ext cx="28352" cy="65767"/>
          </a:xfrm>
          <a:custGeom>
            <a:avLst/>
            <a:gdLst/>
            <a:ahLst/>
            <a:cxnLst/>
            <a:rect l="l" t="t" r="r" b="b"/>
            <a:pathLst>
              <a:path w="28352" h="65767">
                <a:moveTo>
                  <a:pt x="0" y="0"/>
                </a:moveTo>
                <a:lnTo>
                  <a:pt x="28352" y="65767"/>
                </a:lnTo>
              </a:path>
            </a:pathLst>
          </a:custGeom>
          <a:ln w="126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5751401" y="5334116"/>
            <a:ext cx="37395" cy="188815"/>
          </a:xfrm>
          <a:custGeom>
            <a:avLst/>
            <a:gdLst/>
            <a:ahLst/>
            <a:cxnLst/>
            <a:rect l="l" t="t" r="r" b="b"/>
            <a:pathLst>
              <a:path w="37395" h="188815">
                <a:moveTo>
                  <a:pt x="0" y="188815"/>
                </a:moveTo>
                <a:lnTo>
                  <a:pt x="37395" y="0"/>
                </a:lnTo>
              </a:path>
            </a:pathLst>
          </a:custGeom>
          <a:ln w="63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788796" y="5334116"/>
            <a:ext cx="175537" cy="0"/>
          </a:xfrm>
          <a:custGeom>
            <a:avLst/>
            <a:gdLst/>
            <a:ahLst/>
            <a:cxnLst/>
            <a:rect l="l" t="t" r="r" b="b"/>
            <a:pathLst>
              <a:path w="175537" h="0">
                <a:moveTo>
                  <a:pt x="0" y="0"/>
                </a:moveTo>
                <a:lnTo>
                  <a:pt x="175537" y="0"/>
                </a:lnTo>
              </a:path>
            </a:pathLst>
          </a:custGeom>
          <a:ln w="6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495800" y="5149596"/>
            <a:ext cx="4419600" cy="0"/>
          </a:xfrm>
          <a:custGeom>
            <a:avLst/>
            <a:gdLst/>
            <a:ahLst/>
            <a:cxnLst/>
            <a:rect l="l" t="t" r="r" b="b"/>
            <a:pathLst>
              <a:path w="4419600" h="0">
                <a:moveTo>
                  <a:pt x="0" y="0"/>
                </a:moveTo>
                <a:lnTo>
                  <a:pt x="4419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791200" y="5073396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199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399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199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199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791200" y="5073396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199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199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399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19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7315200" y="5073396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199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399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199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199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7315200" y="5073396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199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199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399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19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6629400" y="4401312"/>
            <a:ext cx="0" cy="1295400"/>
          </a:xfrm>
          <a:custGeom>
            <a:avLst/>
            <a:gdLst/>
            <a:ahLst/>
            <a:cxnLst/>
            <a:rect l="l" t="t" r="r" b="b"/>
            <a:pathLst>
              <a:path w="0" h="1295400">
                <a:moveTo>
                  <a:pt x="0" y="0"/>
                </a:moveTo>
                <a:lnTo>
                  <a:pt x="0" y="12954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7249229" y="5454437"/>
            <a:ext cx="19511" cy="10910"/>
          </a:xfrm>
          <a:custGeom>
            <a:avLst/>
            <a:gdLst/>
            <a:ahLst/>
            <a:cxnLst/>
            <a:rect l="l" t="t" r="r" b="b"/>
            <a:pathLst>
              <a:path w="19511" h="10910">
                <a:moveTo>
                  <a:pt x="0" y="10910"/>
                </a:moveTo>
                <a:lnTo>
                  <a:pt x="19511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7268740" y="5457467"/>
            <a:ext cx="28218" cy="65767"/>
          </a:xfrm>
          <a:custGeom>
            <a:avLst/>
            <a:gdLst/>
            <a:ahLst/>
            <a:cxnLst/>
            <a:rect l="l" t="t" r="r" b="b"/>
            <a:pathLst>
              <a:path w="28218" h="65767">
                <a:moveTo>
                  <a:pt x="0" y="0"/>
                </a:moveTo>
                <a:lnTo>
                  <a:pt x="28218" y="65767"/>
                </a:lnTo>
              </a:path>
            </a:pathLst>
          </a:custGeom>
          <a:ln w="126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7299960" y="5334116"/>
            <a:ext cx="37223" cy="189119"/>
          </a:xfrm>
          <a:custGeom>
            <a:avLst/>
            <a:gdLst/>
            <a:ahLst/>
            <a:cxnLst/>
            <a:rect l="l" t="t" r="r" b="b"/>
            <a:pathLst>
              <a:path w="37223" h="189119">
                <a:moveTo>
                  <a:pt x="0" y="189119"/>
                </a:moveTo>
                <a:lnTo>
                  <a:pt x="37223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7337183" y="5334116"/>
            <a:ext cx="175307" cy="0"/>
          </a:xfrm>
          <a:custGeom>
            <a:avLst/>
            <a:gdLst/>
            <a:ahLst/>
            <a:cxnLst/>
            <a:rect l="l" t="t" r="r" b="b"/>
            <a:pathLst>
              <a:path w="175307" h="0">
                <a:moveTo>
                  <a:pt x="0" y="0"/>
                </a:moveTo>
                <a:lnTo>
                  <a:pt x="175307" y="0"/>
                </a:lnTo>
              </a:path>
            </a:pathLst>
          </a:custGeom>
          <a:ln w="6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6019800" y="1491996"/>
            <a:ext cx="685800" cy="1981200"/>
          </a:xfrm>
          <a:custGeom>
            <a:avLst/>
            <a:gdLst/>
            <a:ahLst/>
            <a:cxnLst/>
            <a:rect l="l" t="t" r="r" b="b"/>
            <a:pathLst>
              <a:path w="685800" h="1981200">
                <a:moveTo>
                  <a:pt x="0" y="0"/>
                </a:moveTo>
                <a:lnTo>
                  <a:pt x="28120" y="547"/>
                </a:lnTo>
                <a:lnTo>
                  <a:pt x="55614" y="2160"/>
                </a:lnTo>
                <a:lnTo>
                  <a:pt x="108374" y="8416"/>
                </a:lnTo>
                <a:lnTo>
                  <a:pt x="157572" y="18427"/>
                </a:lnTo>
                <a:lnTo>
                  <a:pt x="202503" y="31853"/>
                </a:lnTo>
                <a:lnTo>
                  <a:pt x="242458" y="48355"/>
                </a:lnTo>
                <a:lnTo>
                  <a:pt x="276734" y="67592"/>
                </a:lnTo>
                <a:lnTo>
                  <a:pt x="304622" y="89225"/>
                </a:lnTo>
                <a:lnTo>
                  <a:pt x="325416" y="112914"/>
                </a:lnTo>
                <a:lnTo>
                  <a:pt x="338411" y="138319"/>
                </a:lnTo>
                <a:lnTo>
                  <a:pt x="342900" y="165100"/>
                </a:lnTo>
                <a:lnTo>
                  <a:pt x="342900" y="825500"/>
                </a:lnTo>
                <a:lnTo>
                  <a:pt x="344036" y="839041"/>
                </a:lnTo>
                <a:lnTo>
                  <a:pt x="347388" y="852280"/>
                </a:lnTo>
                <a:lnTo>
                  <a:pt x="352866" y="865176"/>
                </a:lnTo>
                <a:lnTo>
                  <a:pt x="360383" y="877685"/>
                </a:lnTo>
                <a:lnTo>
                  <a:pt x="369849" y="889765"/>
                </a:lnTo>
                <a:lnTo>
                  <a:pt x="381177" y="901374"/>
                </a:lnTo>
                <a:lnTo>
                  <a:pt x="394279" y="912469"/>
                </a:lnTo>
                <a:lnTo>
                  <a:pt x="409065" y="923007"/>
                </a:lnTo>
                <a:lnTo>
                  <a:pt x="425449" y="932946"/>
                </a:lnTo>
                <a:lnTo>
                  <a:pt x="443341" y="942244"/>
                </a:lnTo>
                <a:lnTo>
                  <a:pt x="462653" y="950858"/>
                </a:lnTo>
                <a:lnTo>
                  <a:pt x="483296" y="958746"/>
                </a:lnTo>
                <a:lnTo>
                  <a:pt x="505184" y="965865"/>
                </a:lnTo>
                <a:lnTo>
                  <a:pt x="528227" y="972172"/>
                </a:lnTo>
                <a:lnTo>
                  <a:pt x="552336" y="977626"/>
                </a:lnTo>
                <a:lnTo>
                  <a:pt x="577425" y="982183"/>
                </a:lnTo>
                <a:lnTo>
                  <a:pt x="603404" y="985801"/>
                </a:lnTo>
                <a:lnTo>
                  <a:pt x="630185" y="988439"/>
                </a:lnTo>
                <a:lnTo>
                  <a:pt x="657679" y="990052"/>
                </a:lnTo>
                <a:lnTo>
                  <a:pt x="685800" y="990600"/>
                </a:lnTo>
                <a:lnTo>
                  <a:pt x="657679" y="991147"/>
                </a:lnTo>
                <a:lnTo>
                  <a:pt x="630185" y="992760"/>
                </a:lnTo>
                <a:lnTo>
                  <a:pt x="577425" y="999016"/>
                </a:lnTo>
                <a:lnTo>
                  <a:pt x="528227" y="1009027"/>
                </a:lnTo>
                <a:lnTo>
                  <a:pt x="483296" y="1022453"/>
                </a:lnTo>
                <a:lnTo>
                  <a:pt x="443341" y="1038955"/>
                </a:lnTo>
                <a:lnTo>
                  <a:pt x="409065" y="1058192"/>
                </a:lnTo>
                <a:lnTo>
                  <a:pt x="381177" y="1079825"/>
                </a:lnTo>
                <a:lnTo>
                  <a:pt x="360383" y="1103514"/>
                </a:lnTo>
                <a:lnTo>
                  <a:pt x="347388" y="1128919"/>
                </a:lnTo>
                <a:lnTo>
                  <a:pt x="342900" y="1155700"/>
                </a:lnTo>
                <a:lnTo>
                  <a:pt x="342900" y="1816100"/>
                </a:lnTo>
                <a:lnTo>
                  <a:pt x="341763" y="1829641"/>
                </a:lnTo>
                <a:lnTo>
                  <a:pt x="338411" y="1842880"/>
                </a:lnTo>
                <a:lnTo>
                  <a:pt x="332933" y="1855776"/>
                </a:lnTo>
                <a:lnTo>
                  <a:pt x="325416" y="1868285"/>
                </a:lnTo>
                <a:lnTo>
                  <a:pt x="315950" y="1880365"/>
                </a:lnTo>
                <a:lnTo>
                  <a:pt x="304622" y="1891974"/>
                </a:lnTo>
                <a:lnTo>
                  <a:pt x="291520" y="1903069"/>
                </a:lnTo>
                <a:lnTo>
                  <a:pt x="276734" y="1913607"/>
                </a:lnTo>
                <a:lnTo>
                  <a:pt x="260350" y="1923546"/>
                </a:lnTo>
                <a:lnTo>
                  <a:pt x="242458" y="1932844"/>
                </a:lnTo>
                <a:lnTo>
                  <a:pt x="223146" y="1941458"/>
                </a:lnTo>
                <a:lnTo>
                  <a:pt x="202503" y="1949346"/>
                </a:lnTo>
                <a:lnTo>
                  <a:pt x="180615" y="1956465"/>
                </a:lnTo>
                <a:lnTo>
                  <a:pt x="157572" y="1962772"/>
                </a:lnTo>
                <a:lnTo>
                  <a:pt x="133463" y="1968226"/>
                </a:lnTo>
                <a:lnTo>
                  <a:pt x="108374" y="1972783"/>
                </a:lnTo>
                <a:lnTo>
                  <a:pt x="82395" y="1976401"/>
                </a:lnTo>
                <a:lnTo>
                  <a:pt x="55614" y="1979039"/>
                </a:lnTo>
                <a:lnTo>
                  <a:pt x="28120" y="1980652"/>
                </a:lnTo>
                <a:lnTo>
                  <a:pt x="0" y="19812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114800" y="3549396"/>
            <a:ext cx="304800" cy="1066799"/>
          </a:xfrm>
          <a:custGeom>
            <a:avLst/>
            <a:gdLst/>
            <a:ahLst/>
            <a:cxnLst/>
            <a:rect l="l" t="t" r="r" b="b"/>
            <a:pathLst>
              <a:path w="304800" h="1066800">
                <a:moveTo>
                  <a:pt x="0" y="0"/>
                </a:moveTo>
                <a:lnTo>
                  <a:pt x="17914" y="606"/>
                </a:lnTo>
                <a:lnTo>
                  <a:pt x="35214" y="2381"/>
                </a:lnTo>
                <a:lnTo>
                  <a:pt x="51784" y="5255"/>
                </a:lnTo>
                <a:lnTo>
                  <a:pt x="67505" y="9161"/>
                </a:lnTo>
                <a:lnTo>
                  <a:pt x="82261" y="14032"/>
                </a:lnTo>
                <a:lnTo>
                  <a:pt x="95937" y="19798"/>
                </a:lnTo>
                <a:lnTo>
                  <a:pt x="119575" y="33748"/>
                </a:lnTo>
                <a:lnTo>
                  <a:pt x="137486" y="50468"/>
                </a:lnTo>
                <a:lnTo>
                  <a:pt x="148735" y="69414"/>
                </a:lnTo>
                <a:lnTo>
                  <a:pt x="152400" y="88899"/>
                </a:lnTo>
                <a:lnTo>
                  <a:pt x="152400" y="444499"/>
                </a:lnTo>
                <a:lnTo>
                  <a:pt x="153440" y="454956"/>
                </a:lnTo>
                <a:lnTo>
                  <a:pt x="156484" y="465052"/>
                </a:lnTo>
                <a:lnTo>
                  <a:pt x="161415" y="474720"/>
                </a:lnTo>
                <a:lnTo>
                  <a:pt x="168115" y="483892"/>
                </a:lnTo>
                <a:lnTo>
                  <a:pt x="176468" y="492500"/>
                </a:lnTo>
                <a:lnTo>
                  <a:pt x="186358" y="500476"/>
                </a:lnTo>
                <a:lnTo>
                  <a:pt x="197666" y="507753"/>
                </a:lnTo>
                <a:lnTo>
                  <a:pt x="210278" y="514262"/>
                </a:lnTo>
                <a:lnTo>
                  <a:pt x="224075" y="519935"/>
                </a:lnTo>
                <a:lnTo>
                  <a:pt x="238941" y="524705"/>
                </a:lnTo>
                <a:lnTo>
                  <a:pt x="254759" y="528504"/>
                </a:lnTo>
                <a:lnTo>
                  <a:pt x="271412" y="531263"/>
                </a:lnTo>
                <a:lnTo>
                  <a:pt x="288784" y="532915"/>
                </a:lnTo>
                <a:lnTo>
                  <a:pt x="304800" y="533399"/>
                </a:lnTo>
                <a:lnTo>
                  <a:pt x="286885" y="534006"/>
                </a:lnTo>
                <a:lnTo>
                  <a:pt x="269585" y="535781"/>
                </a:lnTo>
                <a:lnTo>
                  <a:pt x="253015" y="538655"/>
                </a:lnTo>
                <a:lnTo>
                  <a:pt x="237294" y="542561"/>
                </a:lnTo>
                <a:lnTo>
                  <a:pt x="222538" y="547432"/>
                </a:lnTo>
                <a:lnTo>
                  <a:pt x="208862" y="553198"/>
                </a:lnTo>
                <a:lnTo>
                  <a:pt x="185224" y="567148"/>
                </a:lnTo>
                <a:lnTo>
                  <a:pt x="167313" y="583868"/>
                </a:lnTo>
                <a:lnTo>
                  <a:pt x="156064" y="602814"/>
                </a:lnTo>
                <a:lnTo>
                  <a:pt x="152400" y="622299"/>
                </a:lnTo>
                <a:lnTo>
                  <a:pt x="152400" y="977899"/>
                </a:lnTo>
                <a:lnTo>
                  <a:pt x="151359" y="988356"/>
                </a:lnTo>
                <a:lnTo>
                  <a:pt x="148315" y="998452"/>
                </a:lnTo>
                <a:lnTo>
                  <a:pt x="143384" y="1008120"/>
                </a:lnTo>
                <a:lnTo>
                  <a:pt x="136684" y="1017292"/>
                </a:lnTo>
                <a:lnTo>
                  <a:pt x="128331" y="1025900"/>
                </a:lnTo>
                <a:lnTo>
                  <a:pt x="118441" y="1033876"/>
                </a:lnTo>
                <a:lnTo>
                  <a:pt x="107133" y="1041153"/>
                </a:lnTo>
                <a:lnTo>
                  <a:pt x="94521" y="1047662"/>
                </a:lnTo>
                <a:lnTo>
                  <a:pt x="80724" y="1053335"/>
                </a:lnTo>
                <a:lnTo>
                  <a:pt x="65858" y="1058105"/>
                </a:lnTo>
                <a:lnTo>
                  <a:pt x="50040" y="1061904"/>
                </a:lnTo>
                <a:lnTo>
                  <a:pt x="33387" y="1064663"/>
                </a:lnTo>
                <a:lnTo>
                  <a:pt x="16015" y="1066315"/>
                </a:lnTo>
                <a:lnTo>
                  <a:pt x="0" y="10667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35940" y="793606"/>
            <a:ext cx="1693722" cy="482600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b="1" u="heavy">
                <a:solidFill>
                  <a:srgbClr val="006600"/>
                </a:solidFill>
                <a:latin typeface="Arial"/>
                <a:cs typeface="Arial"/>
              </a:rPr>
              <a:t>Contoh</a:t>
            </a:r>
            <a:endParaRPr sz="3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944673" y="1520427"/>
            <a:ext cx="646693" cy="433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3360"/>
              </a:lnSpc>
            </a:pPr>
            <a:r>
              <a:rPr dirty="0" smtClean="0" sz="2750" spc="36" u="heavy">
                <a:latin typeface="Times New Roman"/>
                <a:cs typeface="Times New Roman"/>
              </a:rPr>
              <a:t>2</a:t>
            </a:r>
            <a:r>
              <a:rPr dirty="0" smtClean="0" sz="2750" spc="36" i="1" u="heavy">
                <a:latin typeface="Times New Roman"/>
                <a:cs typeface="Times New Roman"/>
              </a:rPr>
              <a:t>E</a:t>
            </a:r>
            <a:r>
              <a:rPr dirty="0" smtClean="0" baseline="-10870" sz="2400" spc="36" i="1" u="heavy">
                <a:latin typeface="Times New Roman"/>
                <a:cs typeface="Times New Roman"/>
              </a:rPr>
              <a:t>b</a:t>
            </a:r>
            <a:r>
              <a:rPr dirty="0" smtClean="0" baseline="-10870" sz="2400" spc="36" i="1" u="heavy">
                <a:latin typeface="Times New Roman"/>
                <a:cs typeface="Times New Roman"/>
              </a:rPr>
              <a:t> 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588863" y="1720668"/>
            <a:ext cx="1467620" cy="395646"/>
          </a:xfrm>
          <a:prstGeom prst="rect">
            <a:avLst/>
          </a:prstGeom>
        </p:spPr>
        <p:txBody>
          <a:bodyPr wrap="square" lIns="0" tIns="19780" rIns="0" bIns="0" rtlCol="0">
            <a:noAutofit/>
          </a:bodyPr>
          <a:lstStyle/>
          <a:p>
            <a:pPr marL="12700">
              <a:lnSpc>
                <a:spcPts val="3115"/>
              </a:lnSpc>
            </a:pPr>
            <a:r>
              <a:rPr dirty="0" smtClean="0" sz="2750" spc="31">
                <a:latin typeface="Times New Roman"/>
                <a:cs typeface="Times New Roman"/>
              </a:rPr>
              <a:t>c</a:t>
            </a:r>
            <a:r>
              <a:rPr dirty="0" smtClean="0" sz="2750" spc="31">
                <a:latin typeface="Times New Roman"/>
                <a:cs typeface="Times New Roman"/>
              </a:rPr>
              <a:t>o</a:t>
            </a:r>
            <a:r>
              <a:rPr dirty="0" smtClean="0" sz="2750" spc="31">
                <a:latin typeface="Times New Roman"/>
                <a:cs typeface="Times New Roman"/>
              </a:rPr>
              <a:t>s</a:t>
            </a:r>
            <a:r>
              <a:rPr dirty="0" smtClean="0" sz="2750" spc="31">
                <a:latin typeface="Times New Roman"/>
                <a:cs typeface="Times New Roman"/>
              </a:rPr>
              <a:t>(</a:t>
            </a:r>
            <a:r>
              <a:rPr dirty="0" smtClean="0" sz="2750" spc="31">
                <a:latin typeface="Times New Roman"/>
                <a:cs typeface="Times New Roman"/>
              </a:rPr>
              <a:t>2</a:t>
            </a:r>
            <a:r>
              <a:rPr dirty="0" smtClean="0" sz="2900" spc="-50">
                <a:latin typeface="Symbol"/>
                <a:cs typeface="Symbol"/>
              </a:rPr>
              <a:t></a:t>
            </a:r>
            <a:r>
              <a:rPr dirty="0" smtClean="0" sz="2750" spc="31" i="1">
                <a:latin typeface="Times New Roman"/>
                <a:cs typeface="Times New Roman"/>
              </a:rPr>
              <a:t>f</a:t>
            </a:r>
            <a:r>
              <a:rPr dirty="0" smtClean="0" sz="2750" spc="31" i="1">
                <a:latin typeface="Times New Roman"/>
                <a:cs typeface="Times New Roman"/>
              </a:rPr>
              <a:t> </a:t>
            </a:r>
            <a:r>
              <a:rPr dirty="0" smtClean="0" sz="2750" spc="31" i="1">
                <a:latin typeface="Times New Roman"/>
                <a:cs typeface="Times New Roman"/>
              </a:rPr>
              <a:t>t</a:t>
            </a:r>
            <a:r>
              <a:rPr dirty="0" smtClean="0" sz="2750" spc="31">
                <a:latin typeface="Times New Roman"/>
                <a:cs typeface="Times New Roman"/>
              </a:rPr>
              <a:t>)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31280" y="1736219"/>
            <a:ext cx="945673" cy="380094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750" spc="44" i="1">
                <a:latin typeface="Times New Roman"/>
                <a:cs typeface="Times New Roman"/>
              </a:rPr>
              <a:t>s</a:t>
            </a:r>
            <a:r>
              <a:rPr dirty="0" smtClean="0" sz="2750" spc="44" i="1">
                <a:latin typeface="Times New Roman"/>
                <a:cs typeface="Times New Roman"/>
              </a:rPr>
              <a:t> </a:t>
            </a:r>
            <a:r>
              <a:rPr dirty="0" smtClean="0" sz="2750" spc="44">
                <a:latin typeface="Times New Roman"/>
                <a:cs typeface="Times New Roman"/>
              </a:rPr>
              <a:t>(</a:t>
            </a:r>
            <a:r>
              <a:rPr dirty="0" smtClean="0" sz="2750" spc="44" i="1">
                <a:latin typeface="Times New Roman"/>
                <a:cs typeface="Times New Roman"/>
              </a:rPr>
              <a:t>t</a:t>
            </a:r>
            <a:r>
              <a:rPr dirty="0" smtClean="0" sz="2750" spc="44">
                <a:latin typeface="Times New Roman"/>
                <a:cs typeface="Times New Roman"/>
              </a:rPr>
              <a:t>)</a:t>
            </a:r>
            <a:r>
              <a:rPr dirty="0" smtClean="0" sz="2750" spc="44">
                <a:latin typeface="Times New Roman"/>
                <a:cs typeface="Times New Roman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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339799" y="1739826"/>
            <a:ext cx="272242" cy="374518"/>
          </a:xfrm>
          <a:prstGeom prst="rect">
            <a:avLst/>
          </a:prstGeom>
        </p:spPr>
        <p:txBody>
          <a:bodyPr wrap="square" lIns="0" tIns="18478" rIns="0" bIns="0" rtlCol="0">
            <a:noAutofit/>
          </a:bodyPr>
          <a:lstStyle/>
          <a:p>
            <a:pPr marL="12700">
              <a:lnSpc>
                <a:spcPts val="2910"/>
              </a:lnSpc>
            </a:pPr>
            <a:r>
              <a:rPr dirty="0" smtClean="0" sz="2750">
                <a:latin typeface="Arial"/>
                <a:cs typeface="Arial"/>
              </a:rPr>
              <a:t>0</a:t>
            </a:r>
            <a:endParaRPr sz="27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704988" y="1736220"/>
            <a:ext cx="1012820" cy="378125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750">
                <a:latin typeface="Symbol"/>
                <a:cs typeface="Symbol"/>
              </a:rPr>
              <a:t></a:t>
            </a:r>
            <a:r>
              <a:rPr dirty="0" smtClean="0" sz="2750" spc="-69">
                <a:latin typeface="Times New Roman"/>
                <a:cs typeface="Times New Roman"/>
              </a:rPr>
              <a:t> </a:t>
            </a:r>
            <a:r>
              <a:rPr dirty="0" smtClean="0" sz="2750" spc="-36">
                <a:latin typeface="Arial"/>
                <a:cs typeface="Arial"/>
              </a:rPr>
              <a:t>t</a:t>
            </a:r>
            <a:r>
              <a:rPr dirty="0" smtClean="0" sz="2750" spc="-36">
                <a:latin typeface="Arial"/>
                <a:cs typeface="Arial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</a:t>
            </a:r>
            <a:r>
              <a:rPr dirty="0" smtClean="0" sz="2750" spc="-69">
                <a:latin typeface="Times New Roman"/>
                <a:cs typeface="Times New Roman"/>
              </a:rPr>
              <a:t> </a:t>
            </a:r>
            <a:r>
              <a:rPr dirty="0" smtClean="0" sz="2750" spc="-36">
                <a:latin typeface="Arial"/>
                <a:cs typeface="Arial"/>
              </a:rPr>
              <a:t>T</a:t>
            </a:r>
            <a:endParaRPr sz="27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49746" y="1946394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>
                <a:latin typeface="Times New Roman"/>
                <a:cs typeface="Times New Roman"/>
              </a:rPr>
              <a:t>1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637578" y="1946394"/>
            <a:ext cx="146508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c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609253" y="1945246"/>
            <a:ext cx="169355" cy="229001"/>
          </a:xfrm>
          <a:prstGeom prst="rect">
            <a:avLst/>
          </a:prstGeom>
        </p:spPr>
        <p:txBody>
          <a:bodyPr wrap="square" lIns="0" tIns="11049" rIns="0" bIns="0" rtlCol="0">
            <a:noAutofit/>
          </a:bodyPr>
          <a:lstStyle/>
          <a:p>
            <a:pPr marL="12700">
              <a:lnSpc>
                <a:spcPts val="1739"/>
              </a:lnSpc>
            </a:pPr>
            <a:r>
              <a:rPr dirty="0" smtClean="0" sz="1600">
                <a:latin typeface="Arial"/>
                <a:cs typeface="Arial"/>
              </a:rPr>
              <a:t>b</a:t>
            </a:r>
            <a:endParaRPr sz="1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85609" y="1943917"/>
            <a:ext cx="1833061" cy="52837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335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nt</a:t>
            </a:r>
            <a:r>
              <a:rPr dirty="0" smtClean="0" sz="1800" spc="-1">
                <a:latin typeface="Arial"/>
                <a:cs typeface="Arial"/>
              </a:rPr>
              <a:t>u</a:t>
            </a:r>
            <a:r>
              <a:rPr dirty="0" smtClean="0" sz="1800" spc="-1">
                <a:latin typeface="Arial"/>
                <a:cs typeface="Arial"/>
              </a:rPr>
              <a:t>k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l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m</a:t>
            </a:r>
            <a:r>
              <a:rPr dirty="0" smtClean="0" sz="1800" spc="-3">
                <a:latin typeface="Arial"/>
                <a:cs typeface="Arial"/>
              </a:rPr>
              <a:t>b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si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y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048424" y="2014739"/>
            <a:ext cx="272242" cy="374518"/>
          </a:xfrm>
          <a:prstGeom prst="rect">
            <a:avLst/>
          </a:prstGeom>
        </p:spPr>
        <p:txBody>
          <a:bodyPr wrap="square" lIns="0" tIns="18446" rIns="0" bIns="0" rtlCol="0">
            <a:noAutofit/>
          </a:bodyPr>
          <a:lstStyle/>
          <a:p>
            <a:pPr marL="12700">
              <a:lnSpc>
                <a:spcPts val="2905"/>
              </a:lnSpc>
            </a:pPr>
            <a:r>
              <a:rPr dirty="0" smtClean="0" sz="2750" i="1">
                <a:latin typeface="Times New Roman"/>
                <a:cs typeface="Times New Roman"/>
              </a:rPr>
              <a:t>T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22252" y="2219338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b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785609" y="2492811"/>
            <a:ext cx="1670176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y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 </a:t>
            </a: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i</a:t>
            </a:r>
            <a:r>
              <a:rPr dirty="0" smtClean="0" sz="1800" spc="-2">
                <a:latin typeface="Arial"/>
                <a:cs typeface="Arial"/>
              </a:rPr>
              <a:t>g</a:t>
            </a:r>
            <a:r>
              <a:rPr dirty="0" smtClean="0" sz="1800" spc="-2">
                <a:latin typeface="Arial"/>
                <a:cs typeface="Arial"/>
              </a:rPr>
              <a:t>u</a:t>
            </a:r>
            <a:r>
              <a:rPr dirty="0" smtClean="0" sz="1800" spc="-2">
                <a:latin typeface="Arial"/>
                <a:cs typeface="Arial"/>
              </a:rPr>
              <a:t>n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kan</a:t>
            </a:r>
            <a:endParaRPr sz="1800">
              <a:latin typeface="Arial"/>
              <a:cs typeface="Arial"/>
            </a:endParaRPr>
          </a:p>
          <a:p>
            <a:pPr marL="12700" marR="34290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tra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smisi</a:t>
            </a:r>
            <a:endParaRPr sz="1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461705" y="2492811"/>
            <a:ext cx="49060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sa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t</a:t>
            </a:r>
            <a:endParaRPr sz="18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185094" y="2648885"/>
            <a:ext cx="646722" cy="433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3360"/>
              </a:lnSpc>
            </a:pPr>
            <a:r>
              <a:rPr dirty="0" smtClean="0" sz="2750" spc="36" u="heavy">
                <a:latin typeface="Times New Roman"/>
                <a:cs typeface="Times New Roman"/>
              </a:rPr>
              <a:t>2</a:t>
            </a:r>
            <a:r>
              <a:rPr dirty="0" smtClean="0" sz="2750" spc="36" i="1" u="heavy">
                <a:latin typeface="Times New Roman"/>
                <a:cs typeface="Times New Roman"/>
              </a:rPr>
              <a:t>E</a:t>
            </a:r>
            <a:r>
              <a:rPr dirty="0" smtClean="0" baseline="-10870" sz="2400" spc="36" i="1" u="heavy">
                <a:latin typeface="Times New Roman"/>
                <a:cs typeface="Times New Roman"/>
              </a:rPr>
              <a:t>b</a:t>
            </a:r>
            <a:r>
              <a:rPr dirty="0" smtClean="0" baseline="-10870" sz="2400" spc="36" i="1" u="heavy">
                <a:latin typeface="Times New Roman"/>
                <a:cs typeface="Times New Roman"/>
              </a:rPr>
              <a:t> 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28588" y="2848952"/>
            <a:ext cx="1468259" cy="395646"/>
          </a:xfrm>
          <a:prstGeom prst="rect">
            <a:avLst/>
          </a:prstGeom>
        </p:spPr>
        <p:txBody>
          <a:bodyPr wrap="square" lIns="0" tIns="19780" rIns="0" bIns="0" rtlCol="0">
            <a:noAutofit/>
          </a:bodyPr>
          <a:lstStyle/>
          <a:p>
            <a:pPr marL="12700">
              <a:lnSpc>
                <a:spcPts val="3115"/>
              </a:lnSpc>
            </a:pPr>
            <a:r>
              <a:rPr dirty="0" smtClean="0" sz="2750" spc="31">
                <a:latin typeface="Times New Roman"/>
                <a:cs typeface="Times New Roman"/>
              </a:rPr>
              <a:t>c</a:t>
            </a:r>
            <a:r>
              <a:rPr dirty="0" smtClean="0" sz="2750" spc="31">
                <a:latin typeface="Times New Roman"/>
                <a:cs typeface="Times New Roman"/>
              </a:rPr>
              <a:t>o</a:t>
            </a:r>
            <a:r>
              <a:rPr dirty="0" smtClean="0" sz="2750" spc="31">
                <a:latin typeface="Times New Roman"/>
                <a:cs typeface="Times New Roman"/>
              </a:rPr>
              <a:t>s</a:t>
            </a:r>
            <a:r>
              <a:rPr dirty="0" smtClean="0" sz="2750" spc="31">
                <a:latin typeface="Times New Roman"/>
                <a:cs typeface="Times New Roman"/>
              </a:rPr>
              <a:t>(</a:t>
            </a:r>
            <a:r>
              <a:rPr dirty="0" smtClean="0" sz="2750" spc="31">
                <a:latin typeface="Times New Roman"/>
                <a:cs typeface="Times New Roman"/>
              </a:rPr>
              <a:t>2</a:t>
            </a:r>
            <a:r>
              <a:rPr dirty="0" smtClean="0" sz="2900" spc="-50">
                <a:latin typeface="Symbol"/>
                <a:cs typeface="Symbol"/>
              </a:rPr>
              <a:t></a:t>
            </a:r>
            <a:r>
              <a:rPr dirty="0" smtClean="0" sz="2750" spc="31" i="1">
                <a:latin typeface="Times New Roman"/>
                <a:cs typeface="Times New Roman"/>
              </a:rPr>
              <a:t>f</a:t>
            </a:r>
            <a:r>
              <a:rPr dirty="0" smtClean="0" sz="2750" spc="31" i="1">
                <a:latin typeface="Times New Roman"/>
                <a:cs typeface="Times New Roman"/>
              </a:rPr>
              <a:t> </a:t>
            </a:r>
            <a:r>
              <a:rPr dirty="0" smtClean="0" sz="2750" spc="31" i="1">
                <a:latin typeface="Times New Roman"/>
                <a:cs typeface="Times New Roman"/>
              </a:rPr>
              <a:t>t</a:t>
            </a:r>
            <a:r>
              <a:rPr dirty="0" smtClean="0" sz="2750" spc="31">
                <a:latin typeface="Times New Roman"/>
                <a:cs typeface="Times New Roman"/>
              </a:rPr>
              <a:t>)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31280" y="2864503"/>
            <a:ext cx="983527" cy="380094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750" spc="94" i="1">
                <a:latin typeface="Times New Roman"/>
                <a:cs typeface="Times New Roman"/>
              </a:rPr>
              <a:t>s</a:t>
            </a:r>
            <a:r>
              <a:rPr dirty="0" smtClean="0" sz="2750" spc="94" i="1">
                <a:latin typeface="Times New Roman"/>
                <a:cs typeface="Times New Roman"/>
              </a:rPr>
              <a:t> </a:t>
            </a:r>
            <a:r>
              <a:rPr dirty="0" smtClean="0" sz="2750" spc="94">
                <a:latin typeface="Times New Roman"/>
                <a:cs typeface="Times New Roman"/>
              </a:rPr>
              <a:t>(</a:t>
            </a:r>
            <a:r>
              <a:rPr dirty="0" smtClean="0" sz="2750" spc="94" i="1">
                <a:latin typeface="Times New Roman"/>
                <a:cs typeface="Times New Roman"/>
              </a:rPr>
              <a:t>t</a:t>
            </a:r>
            <a:r>
              <a:rPr dirty="0" smtClean="0" sz="2750" spc="94">
                <a:latin typeface="Times New Roman"/>
                <a:cs typeface="Times New Roman"/>
              </a:rPr>
              <a:t>)</a:t>
            </a:r>
            <a:r>
              <a:rPr dirty="0" smtClean="0" sz="2750" spc="94">
                <a:latin typeface="Times New Roman"/>
                <a:cs typeface="Times New Roman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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717547" y="2864503"/>
            <a:ext cx="269794" cy="374518"/>
          </a:xfrm>
          <a:prstGeom prst="rect">
            <a:avLst/>
          </a:prstGeom>
        </p:spPr>
        <p:txBody>
          <a:bodyPr wrap="square" lIns="0" tIns="18732" rIns="0" bIns="0" rtlCol="0">
            <a:noAutofit/>
          </a:bodyPr>
          <a:lstStyle/>
          <a:p>
            <a:pPr marL="12700">
              <a:lnSpc>
                <a:spcPts val="2950"/>
              </a:lnSpc>
            </a:pPr>
            <a:r>
              <a:rPr dirty="0" smtClean="0" sz="2750">
                <a:latin typeface="Symbol"/>
                <a:cs typeface="Symbol"/>
              </a:rPr>
              <a:t>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383343" y="2868110"/>
            <a:ext cx="272242" cy="374518"/>
          </a:xfrm>
          <a:prstGeom prst="rect">
            <a:avLst/>
          </a:prstGeom>
        </p:spPr>
        <p:txBody>
          <a:bodyPr wrap="square" lIns="0" tIns="18478" rIns="0" bIns="0" rtlCol="0">
            <a:noAutofit/>
          </a:bodyPr>
          <a:lstStyle/>
          <a:p>
            <a:pPr marL="12700">
              <a:lnSpc>
                <a:spcPts val="2910"/>
              </a:lnSpc>
            </a:pPr>
            <a:r>
              <a:rPr dirty="0" smtClean="0" sz="2750">
                <a:latin typeface="Arial"/>
                <a:cs typeface="Arial"/>
              </a:rPr>
              <a:t>0</a:t>
            </a:r>
            <a:endParaRPr sz="27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749403" y="2864503"/>
            <a:ext cx="1011659" cy="378125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750">
                <a:latin typeface="Symbol"/>
                <a:cs typeface="Symbol"/>
              </a:rPr>
              <a:t></a:t>
            </a:r>
            <a:r>
              <a:rPr dirty="0" smtClean="0" sz="2750" spc="-74">
                <a:latin typeface="Times New Roman"/>
                <a:cs typeface="Times New Roman"/>
              </a:rPr>
              <a:t> </a:t>
            </a:r>
            <a:r>
              <a:rPr dirty="0" smtClean="0" sz="2750" spc="-36">
                <a:latin typeface="Arial"/>
                <a:cs typeface="Arial"/>
              </a:rPr>
              <a:t>t</a:t>
            </a:r>
            <a:r>
              <a:rPr dirty="0" smtClean="0" sz="2750" spc="-36">
                <a:latin typeface="Arial"/>
                <a:cs typeface="Arial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</a:t>
            </a:r>
            <a:r>
              <a:rPr dirty="0" smtClean="0" sz="2750" spc="-74">
                <a:latin typeface="Times New Roman"/>
                <a:cs typeface="Times New Roman"/>
              </a:rPr>
              <a:t> </a:t>
            </a:r>
            <a:r>
              <a:rPr dirty="0" smtClean="0" sz="2750" spc="-36">
                <a:latin typeface="Arial"/>
                <a:cs typeface="Arial"/>
              </a:rPr>
              <a:t>T</a:t>
            </a:r>
            <a:endParaRPr sz="27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72177" y="3074678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>
                <a:latin typeface="Times New Roman"/>
                <a:cs typeface="Times New Roman"/>
              </a:rPr>
              <a:t>2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877361" y="3074678"/>
            <a:ext cx="146508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c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652797" y="3073529"/>
            <a:ext cx="169355" cy="229001"/>
          </a:xfrm>
          <a:prstGeom prst="rect">
            <a:avLst/>
          </a:prstGeom>
        </p:spPr>
        <p:txBody>
          <a:bodyPr wrap="square" lIns="0" tIns="11049" rIns="0" bIns="0" rtlCol="0">
            <a:noAutofit/>
          </a:bodyPr>
          <a:lstStyle/>
          <a:p>
            <a:pPr marL="12700">
              <a:lnSpc>
                <a:spcPts val="1739"/>
              </a:lnSpc>
            </a:pPr>
            <a:r>
              <a:rPr dirty="0" smtClean="0" sz="1600">
                <a:latin typeface="Arial"/>
                <a:cs typeface="Arial"/>
              </a:rPr>
              <a:t>b</a:t>
            </a:r>
            <a:endParaRPr sz="1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288845" y="3143081"/>
            <a:ext cx="272242" cy="374518"/>
          </a:xfrm>
          <a:prstGeom prst="rect">
            <a:avLst/>
          </a:prstGeom>
        </p:spPr>
        <p:txBody>
          <a:bodyPr wrap="square" lIns="0" tIns="18446" rIns="0" bIns="0" rtlCol="0">
            <a:noAutofit/>
          </a:bodyPr>
          <a:lstStyle/>
          <a:p>
            <a:pPr marL="12700">
              <a:lnSpc>
                <a:spcPts val="2905"/>
              </a:lnSpc>
            </a:pPr>
            <a:r>
              <a:rPr dirty="0" smtClean="0" sz="2750" i="1">
                <a:latin typeface="Times New Roman"/>
                <a:cs typeface="Times New Roman"/>
              </a:rPr>
              <a:t>T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61976" y="3347680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b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933467" y="3777284"/>
            <a:ext cx="337450" cy="374518"/>
          </a:xfrm>
          <a:prstGeom prst="rect">
            <a:avLst/>
          </a:prstGeom>
        </p:spPr>
        <p:txBody>
          <a:bodyPr wrap="square" lIns="0" tIns="18446" rIns="0" bIns="0" rtlCol="0">
            <a:noAutofit/>
          </a:bodyPr>
          <a:lstStyle/>
          <a:p>
            <a:pPr marL="12700">
              <a:lnSpc>
                <a:spcPts val="2905"/>
              </a:lnSpc>
            </a:pPr>
            <a:r>
              <a:rPr dirty="0" smtClean="0" sz="2750" spc="-9" u="heavy">
                <a:latin typeface="Times New Roman"/>
                <a:cs typeface="Times New Roman"/>
              </a:rPr>
              <a:t> </a:t>
            </a:r>
            <a:r>
              <a:rPr dirty="0" smtClean="0" sz="2750" spc="-9" u="heavy">
                <a:latin typeface="Times New Roman"/>
                <a:cs typeface="Times New Roman"/>
              </a:rPr>
              <a:t>2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492879" y="3938198"/>
            <a:ext cx="678053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5">
                <a:latin typeface="Arial"/>
                <a:cs typeface="Arial"/>
              </a:rPr>
              <a:t>Si</a:t>
            </a:r>
            <a:r>
              <a:rPr dirty="0" smtClean="0" sz="1800" spc="-5">
                <a:latin typeface="Arial"/>
                <a:cs typeface="Arial"/>
              </a:rPr>
              <a:t>n</a:t>
            </a:r>
            <a:r>
              <a:rPr dirty="0" smtClean="0" sz="1800" spc="-5">
                <a:latin typeface="Arial"/>
                <a:cs typeface="Arial"/>
              </a:rPr>
              <a:t>y</a:t>
            </a:r>
            <a:r>
              <a:rPr dirty="0" smtClean="0" sz="1800" spc="-5">
                <a:latin typeface="Arial"/>
                <a:cs typeface="Arial"/>
              </a:rPr>
              <a:t>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178450" y="3938198"/>
            <a:ext cx="592099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b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sis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8335" y="3976656"/>
            <a:ext cx="993579" cy="395646"/>
          </a:xfrm>
          <a:prstGeom prst="rect">
            <a:avLst/>
          </a:prstGeom>
        </p:spPr>
        <p:txBody>
          <a:bodyPr wrap="square" lIns="0" tIns="19780" rIns="0" bIns="0" rtlCol="0">
            <a:noAutofit/>
          </a:bodyPr>
          <a:lstStyle/>
          <a:p>
            <a:pPr marL="12700">
              <a:lnSpc>
                <a:spcPts val="3115"/>
              </a:lnSpc>
            </a:pPr>
            <a:r>
              <a:rPr dirty="0" smtClean="0" sz="2900">
                <a:latin typeface="Symbol"/>
                <a:cs typeface="Symbol"/>
              </a:rPr>
              <a:t></a:t>
            </a:r>
            <a:r>
              <a:rPr dirty="0" smtClean="0" sz="2900" spc="30">
                <a:latin typeface="Times New Roman"/>
                <a:cs typeface="Times New Roman"/>
              </a:rPr>
              <a:t> </a:t>
            </a:r>
            <a:r>
              <a:rPr dirty="0" smtClean="0" sz="2750" spc="30">
                <a:latin typeface="Times New Roman"/>
                <a:cs typeface="Times New Roman"/>
              </a:rPr>
              <a:t>(</a:t>
            </a:r>
            <a:r>
              <a:rPr dirty="0" smtClean="0" sz="2750" spc="30" i="1">
                <a:latin typeface="Times New Roman"/>
                <a:cs typeface="Times New Roman"/>
              </a:rPr>
              <a:t>t</a:t>
            </a:r>
            <a:r>
              <a:rPr dirty="0" smtClean="0" sz="2750" spc="30">
                <a:latin typeface="Times New Roman"/>
                <a:cs typeface="Times New Roman"/>
              </a:rPr>
              <a:t>)</a:t>
            </a:r>
            <a:r>
              <a:rPr dirty="0" smtClean="0" sz="2750" spc="30">
                <a:latin typeface="Times New Roman"/>
                <a:cs typeface="Times New Roman"/>
              </a:rPr>
              <a:t> </a:t>
            </a:r>
            <a:r>
              <a:rPr dirty="0" smtClean="0" sz="2750" spc="0">
                <a:latin typeface="Symbol"/>
                <a:cs typeface="Symbol"/>
              </a:rPr>
              <a:t>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50532" y="3976656"/>
            <a:ext cx="1468201" cy="395646"/>
          </a:xfrm>
          <a:prstGeom prst="rect">
            <a:avLst/>
          </a:prstGeom>
        </p:spPr>
        <p:txBody>
          <a:bodyPr wrap="square" lIns="0" tIns="19780" rIns="0" bIns="0" rtlCol="0">
            <a:noAutofit/>
          </a:bodyPr>
          <a:lstStyle/>
          <a:p>
            <a:pPr marL="12700">
              <a:lnSpc>
                <a:spcPts val="3115"/>
              </a:lnSpc>
            </a:pPr>
            <a:r>
              <a:rPr dirty="0" smtClean="0" sz="2750" spc="31">
                <a:latin typeface="Times New Roman"/>
                <a:cs typeface="Times New Roman"/>
              </a:rPr>
              <a:t>c</a:t>
            </a:r>
            <a:r>
              <a:rPr dirty="0" smtClean="0" sz="2750" spc="31">
                <a:latin typeface="Times New Roman"/>
                <a:cs typeface="Times New Roman"/>
              </a:rPr>
              <a:t>o</a:t>
            </a:r>
            <a:r>
              <a:rPr dirty="0" smtClean="0" sz="2750" spc="31">
                <a:latin typeface="Times New Roman"/>
                <a:cs typeface="Times New Roman"/>
              </a:rPr>
              <a:t>s</a:t>
            </a:r>
            <a:r>
              <a:rPr dirty="0" smtClean="0" sz="2750" spc="31">
                <a:latin typeface="Times New Roman"/>
                <a:cs typeface="Times New Roman"/>
              </a:rPr>
              <a:t>(</a:t>
            </a:r>
            <a:r>
              <a:rPr dirty="0" smtClean="0" sz="2750" spc="31">
                <a:latin typeface="Times New Roman"/>
                <a:cs typeface="Times New Roman"/>
              </a:rPr>
              <a:t>2</a:t>
            </a:r>
            <a:r>
              <a:rPr dirty="0" smtClean="0" sz="2900" spc="-50">
                <a:latin typeface="Symbol"/>
                <a:cs typeface="Symbol"/>
              </a:rPr>
              <a:t></a:t>
            </a:r>
            <a:r>
              <a:rPr dirty="0" smtClean="0" sz="2750" spc="31" i="1">
                <a:latin typeface="Times New Roman"/>
                <a:cs typeface="Times New Roman"/>
              </a:rPr>
              <a:t>f</a:t>
            </a:r>
            <a:r>
              <a:rPr dirty="0" smtClean="0" sz="2750" spc="31" i="1">
                <a:latin typeface="Times New Roman"/>
                <a:cs typeface="Times New Roman"/>
              </a:rPr>
              <a:t> </a:t>
            </a:r>
            <a:r>
              <a:rPr dirty="0" smtClean="0" sz="2750" spc="31" i="1">
                <a:latin typeface="Times New Roman"/>
                <a:cs typeface="Times New Roman"/>
              </a:rPr>
              <a:t>t</a:t>
            </a:r>
            <a:r>
              <a:rPr dirty="0" smtClean="0" sz="2750" spc="31">
                <a:latin typeface="Times New Roman"/>
                <a:cs typeface="Times New Roman"/>
              </a:rPr>
              <a:t>)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62362" y="4202382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>
                <a:latin typeface="Times New Roman"/>
                <a:cs typeface="Times New Roman"/>
              </a:rPr>
              <a:t>1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99189" y="4202382"/>
            <a:ext cx="146508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c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935558" y="4270785"/>
            <a:ext cx="272242" cy="374518"/>
          </a:xfrm>
          <a:prstGeom prst="rect">
            <a:avLst/>
          </a:prstGeom>
        </p:spPr>
        <p:txBody>
          <a:bodyPr wrap="square" lIns="0" tIns="18446" rIns="0" bIns="0" rtlCol="0">
            <a:noAutofit/>
          </a:bodyPr>
          <a:lstStyle/>
          <a:p>
            <a:pPr marL="12700">
              <a:lnSpc>
                <a:spcPts val="2905"/>
              </a:lnSpc>
            </a:pPr>
            <a:r>
              <a:rPr dirty="0" smtClean="0" sz="2750" i="1">
                <a:latin typeface="Times New Roman"/>
                <a:cs typeface="Times New Roman"/>
              </a:rPr>
              <a:t>T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09385" y="4475384"/>
            <a:ext cx="15793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i="1">
                <a:latin typeface="Times New Roman"/>
                <a:cs typeface="Times New Roman"/>
              </a:rPr>
              <a:t>b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1280" y="4672676"/>
            <a:ext cx="828259" cy="647404"/>
          </a:xfrm>
          <a:prstGeom prst="rect">
            <a:avLst/>
          </a:prstGeom>
        </p:spPr>
        <p:txBody>
          <a:bodyPr wrap="square" lIns="0" tIns="32385" rIns="0" bIns="0" rtlCol="0">
            <a:noAutofit/>
          </a:bodyPr>
          <a:lstStyle/>
          <a:p>
            <a:pPr marL="12700">
              <a:lnSpc>
                <a:spcPts val="5100"/>
              </a:lnSpc>
            </a:pPr>
            <a:r>
              <a:rPr dirty="0" smtClean="0" sz="2750" spc="6" i="1">
                <a:latin typeface="Times New Roman"/>
                <a:cs typeface="Times New Roman"/>
              </a:rPr>
              <a:t>S</a:t>
            </a:r>
            <a:r>
              <a:rPr dirty="0" smtClean="0" sz="2750" spc="6" i="1">
                <a:latin typeface="Times New Roman"/>
                <a:cs typeface="Times New Roman"/>
              </a:rPr>
              <a:t> </a:t>
            </a:r>
            <a:r>
              <a:rPr dirty="0" smtClean="0" sz="2750" spc="-528">
                <a:latin typeface="Symbol"/>
                <a:cs typeface="Symbol"/>
              </a:rPr>
              <a:t></a:t>
            </a:r>
            <a:r>
              <a:rPr dirty="0" smtClean="0" sz="2750" spc="6">
                <a:latin typeface="Times New Roman"/>
                <a:cs typeface="Times New Roman"/>
              </a:rPr>
              <a:t> </a:t>
            </a:r>
            <a:r>
              <a:rPr dirty="0" smtClean="0" sz="4900" spc="-528">
                <a:latin typeface="Symbol"/>
                <a:cs typeface="Symbol"/>
              </a:rPr>
              <a:t></a:t>
            </a:r>
            <a:endParaRPr sz="4900">
              <a:latin typeface="Symbol"/>
              <a:cs typeface="Symbo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37722" y="4672676"/>
            <a:ext cx="1255316" cy="647404"/>
          </a:xfrm>
          <a:prstGeom prst="rect">
            <a:avLst/>
          </a:prstGeom>
        </p:spPr>
        <p:txBody>
          <a:bodyPr wrap="square" lIns="0" tIns="32385" rIns="0" bIns="0" rtlCol="0">
            <a:noAutofit/>
          </a:bodyPr>
          <a:lstStyle/>
          <a:p>
            <a:pPr marL="12700">
              <a:lnSpc>
                <a:spcPts val="5100"/>
              </a:lnSpc>
            </a:pPr>
            <a:r>
              <a:rPr dirty="0" smtClean="0" sz="2750" spc="74" i="1">
                <a:latin typeface="Times New Roman"/>
                <a:cs typeface="Times New Roman"/>
              </a:rPr>
              <a:t>E</a:t>
            </a:r>
            <a:r>
              <a:rPr dirty="0" smtClean="0" sz="2750" spc="74" i="1">
                <a:latin typeface="Times New Roman"/>
                <a:cs typeface="Times New Roman"/>
              </a:rPr>
              <a:t> </a:t>
            </a:r>
            <a:r>
              <a:rPr dirty="0" smtClean="0" sz="2900" spc="-528">
                <a:latin typeface="Symbol"/>
                <a:cs typeface="Symbol"/>
              </a:rPr>
              <a:t></a:t>
            </a:r>
            <a:r>
              <a:rPr dirty="0" smtClean="0" sz="2900" spc="74">
                <a:latin typeface="Times New Roman"/>
                <a:cs typeface="Times New Roman"/>
              </a:rPr>
              <a:t> </a:t>
            </a:r>
            <a:r>
              <a:rPr dirty="0" smtClean="0" sz="2750" spc="74">
                <a:latin typeface="Times New Roman"/>
                <a:cs typeface="Times New Roman"/>
              </a:rPr>
              <a:t>(</a:t>
            </a:r>
            <a:r>
              <a:rPr dirty="0" smtClean="0" sz="2750" spc="74" i="1">
                <a:latin typeface="Times New Roman"/>
                <a:cs typeface="Times New Roman"/>
              </a:rPr>
              <a:t>t</a:t>
            </a:r>
            <a:r>
              <a:rPr dirty="0" smtClean="0" sz="2750" spc="74">
                <a:latin typeface="Times New Roman"/>
                <a:cs typeface="Times New Roman"/>
              </a:rPr>
              <a:t>)</a:t>
            </a:r>
            <a:r>
              <a:rPr dirty="0" smtClean="0" sz="4900" spc="-528">
                <a:latin typeface="Symbol"/>
                <a:cs typeface="Symbol"/>
              </a:rPr>
              <a:t></a:t>
            </a:r>
            <a:endParaRPr sz="4900">
              <a:latin typeface="Symbol"/>
              <a:cs typeface="Symbo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20821" y="4883869"/>
            <a:ext cx="1340547" cy="395646"/>
          </a:xfrm>
          <a:prstGeom prst="rect">
            <a:avLst/>
          </a:prstGeom>
        </p:spPr>
        <p:txBody>
          <a:bodyPr wrap="square" lIns="0" tIns="19780" rIns="0" bIns="0" rtlCol="0">
            <a:noAutofit/>
          </a:bodyPr>
          <a:lstStyle/>
          <a:p>
            <a:pPr marL="12700">
              <a:lnSpc>
                <a:spcPts val="3115"/>
              </a:lnSpc>
            </a:pPr>
            <a:r>
              <a:rPr dirty="0" smtClean="0" sz="2750" spc="74" i="1">
                <a:latin typeface="Times New Roman"/>
                <a:cs typeface="Times New Roman"/>
              </a:rPr>
              <a:t>E</a:t>
            </a:r>
            <a:r>
              <a:rPr dirty="0" smtClean="0" sz="2750" spc="74" i="1">
                <a:latin typeface="Times New Roman"/>
                <a:cs typeface="Times New Roman"/>
              </a:rPr>
              <a:t> </a:t>
            </a:r>
            <a:r>
              <a:rPr dirty="0" smtClean="0" sz="2900" spc="0">
                <a:latin typeface="Symbol"/>
                <a:cs typeface="Symbol"/>
              </a:rPr>
              <a:t></a:t>
            </a:r>
            <a:r>
              <a:rPr dirty="0" smtClean="0" sz="2900" spc="74">
                <a:latin typeface="Times New Roman"/>
                <a:cs typeface="Times New Roman"/>
              </a:rPr>
              <a:t> </a:t>
            </a:r>
            <a:r>
              <a:rPr dirty="0" smtClean="0" sz="2750" spc="74">
                <a:latin typeface="Times New Roman"/>
                <a:cs typeface="Times New Roman"/>
              </a:rPr>
              <a:t>(</a:t>
            </a:r>
            <a:r>
              <a:rPr dirty="0" smtClean="0" sz="2750" spc="74" i="1">
                <a:latin typeface="Times New Roman"/>
                <a:cs typeface="Times New Roman"/>
              </a:rPr>
              <a:t>t</a:t>
            </a:r>
            <a:r>
              <a:rPr dirty="0" smtClean="0" sz="2750" spc="74">
                <a:latin typeface="Times New Roman"/>
                <a:cs typeface="Times New Roman"/>
              </a:rPr>
              <a:t>)</a:t>
            </a:r>
            <a:r>
              <a:rPr dirty="0" smtClean="0" sz="2750" spc="74">
                <a:latin typeface="Times New Roman"/>
                <a:cs typeface="Times New Roman"/>
              </a:rPr>
              <a:t>,</a:t>
            </a:r>
            <a:r>
              <a:rPr dirty="0" smtClean="0" sz="2750" spc="0">
                <a:latin typeface="Symbol"/>
                <a:cs typeface="Symbol"/>
              </a:rPr>
              <a:t></a:t>
            </a:r>
            <a:endParaRPr sz="2750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32503" y="5109590"/>
            <a:ext cx="446745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spc="0" i="1">
                <a:latin typeface="Times New Roman"/>
                <a:cs typeface="Times New Roman"/>
              </a:rPr>
              <a:t>b</a:t>
            </a:r>
            <a:r>
              <a:rPr dirty="0" smtClean="0" sz="1600" spc="0" i="1">
                <a:latin typeface="Times New Roman"/>
                <a:cs typeface="Times New Roman"/>
              </a:rPr>
              <a:t>  </a:t>
            </a:r>
            <a:r>
              <a:rPr dirty="0" smtClean="0" sz="1600" spc="270" i="1">
                <a:latin typeface="Times New Roman"/>
                <a:cs typeface="Times New Roman"/>
              </a:rPr>
              <a:t> </a:t>
            </a:r>
            <a:r>
              <a:rPr dirty="0" smtClean="0" sz="1600" spc="0">
                <a:latin typeface="Times New Roman"/>
                <a:cs typeface="Times New Roman"/>
              </a:rPr>
              <a:t>1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350129" y="5109590"/>
            <a:ext cx="445961" cy="229001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>
              <a:lnSpc>
                <a:spcPts val="1735"/>
              </a:lnSpc>
            </a:pPr>
            <a:r>
              <a:rPr dirty="0" smtClean="0" sz="1600" spc="0" i="1">
                <a:latin typeface="Times New Roman"/>
                <a:cs typeface="Times New Roman"/>
              </a:rPr>
              <a:t>b</a:t>
            </a:r>
            <a:r>
              <a:rPr dirty="0" smtClean="0" sz="1600" spc="0" i="1">
                <a:latin typeface="Times New Roman"/>
                <a:cs typeface="Times New Roman"/>
              </a:rPr>
              <a:t>  </a:t>
            </a:r>
            <a:r>
              <a:rPr dirty="0" smtClean="0" sz="1600" spc="265" i="1">
                <a:latin typeface="Times New Roman"/>
                <a:cs typeface="Times New Roman"/>
              </a:rPr>
              <a:t> </a:t>
            </a:r>
            <a:r>
              <a:rPr dirty="0" smtClean="0" sz="1600" spc="0">
                <a:latin typeface="Times New Roman"/>
                <a:cs typeface="Times New Roman"/>
              </a:rPr>
              <a:t>1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42229" y="5754806"/>
            <a:ext cx="2304999" cy="52832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0">
                <a:latin typeface="Arial"/>
                <a:cs typeface="Arial"/>
              </a:rPr>
              <a:t>C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nst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l</a:t>
            </a:r>
            <a:r>
              <a:rPr dirty="0" smtClean="0" sz="1800" spc="0">
                <a:latin typeface="Arial"/>
                <a:cs typeface="Arial"/>
              </a:rPr>
              <a:t>ati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g</a:t>
            </a:r>
            <a:r>
              <a:rPr dirty="0" smtClean="0" sz="1800" spc="0">
                <a:latin typeface="Arial"/>
                <a:cs typeface="Arial"/>
              </a:rPr>
              <a:t>ram</a:t>
            </a:r>
            <a:endParaRPr sz="1800">
              <a:latin typeface="Arial"/>
              <a:cs typeface="Arial"/>
            </a:endParaRPr>
          </a:p>
          <a:p>
            <a:pPr marL="329692" marR="34290">
              <a:lnSpc>
                <a:spcPct val="95825"/>
              </a:lnSpc>
            </a:pPr>
            <a:r>
              <a:rPr dirty="0" smtClean="0" sz="1800" spc="0">
                <a:latin typeface="Arial"/>
                <a:cs typeface="Arial"/>
              </a:rPr>
              <a:t>D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me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si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n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57436" y="6471832"/>
            <a:ext cx="33419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95800" y="4401312"/>
            <a:ext cx="2133600" cy="7482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629400" y="4401312"/>
            <a:ext cx="2286000" cy="748284"/>
          </a:xfrm>
          <a:prstGeom prst="rect">
            <a:avLst/>
          </a:prstGeom>
        </p:spPr>
        <p:txBody>
          <a:bodyPr wrap="square" lIns="0" tIns="8286" rIns="0" bIns="0" rtlCol="0">
            <a:noAutofit/>
          </a:bodyPr>
          <a:lstStyle/>
          <a:p>
            <a:pPr marL="60959">
              <a:lnSpc>
                <a:spcPts val="1305"/>
              </a:lnSpc>
            </a:pPr>
            <a:r>
              <a:rPr dirty="0" smtClean="0" sz="1800">
                <a:latin typeface="Arial"/>
                <a:cs typeface="Arial"/>
              </a:rPr>
              <a:t>Q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95800" y="5149596"/>
            <a:ext cx="2133600" cy="547115"/>
          </a:xfrm>
          <a:prstGeom prst="rect">
            <a:avLst/>
          </a:prstGeom>
        </p:spPr>
        <p:txBody>
          <a:bodyPr wrap="square" lIns="0" tIns="3542" rIns="0" bIns="0" rtlCol="0">
            <a:noAutofit/>
          </a:bodyPr>
          <a:lstStyle/>
          <a:p>
            <a:pPr>
              <a:lnSpc>
                <a:spcPts val="1400"/>
              </a:lnSpc>
            </a:pPr>
            <a:endParaRPr sz="1400"/>
          </a:p>
          <a:p>
            <a:pPr marL="1089721">
              <a:lnSpc>
                <a:spcPts val="1524"/>
              </a:lnSpc>
            </a:pPr>
            <a:r>
              <a:rPr dirty="0" smtClean="0" sz="1200" spc="0">
                <a:latin typeface="Symbol"/>
                <a:cs typeface="Symbol"/>
              </a:rPr>
              <a:t></a:t>
            </a:r>
            <a:r>
              <a:rPr dirty="0" smtClean="0" sz="1200" spc="0">
                <a:latin typeface="Times New Roman"/>
                <a:cs typeface="Times New Roman"/>
              </a:rPr>
              <a:t>  </a:t>
            </a:r>
            <a:r>
              <a:rPr dirty="0" smtClean="0" sz="1200" spc="178">
                <a:latin typeface="Times New Roman"/>
                <a:cs typeface="Times New Roman"/>
              </a:rPr>
              <a:t> </a:t>
            </a:r>
            <a:r>
              <a:rPr dirty="0" smtClean="0" sz="1200" spc="23" i="1">
                <a:latin typeface="Times New Roman"/>
                <a:cs typeface="Times New Roman"/>
              </a:rPr>
              <a:t>E</a:t>
            </a:r>
            <a:r>
              <a:rPr dirty="0" smtClean="0" baseline="-24846" sz="1050" spc="-7" i="1">
                <a:latin typeface="Times New Roman"/>
                <a:cs typeface="Times New Roman"/>
              </a:rPr>
              <a:t>b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29400" y="5149596"/>
            <a:ext cx="2286000" cy="547115"/>
          </a:xfrm>
          <a:prstGeom prst="rect">
            <a:avLst/>
          </a:prstGeom>
        </p:spPr>
        <p:txBody>
          <a:bodyPr wrap="square" lIns="0" tIns="55244" rIns="0" bIns="0" rtlCol="0">
            <a:noAutofit/>
          </a:bodyPr>
          <a:lstStyle/>
          <a:p>
            <a:pPr marL="722190">
              <a:lnSpc>
                <a:spcPts val="1763"/>
              </a:lnSpc>
            </a:pPr>
            <a:r>
              <a:rPr dirty="0" smtClean="0" baseline="-21740" sz="1800" spc="9" i="1">
                <a:latin typeface="Times New Roman"/>
                <a:cs typeface="Times New Roman"/>
              </a:rPr>
              <a:t>E</a:t>
            </a:r>
            <a:r>
              <a:rPr dirty="0" smtClean="0" baseline="-62117" sz="1050" spc="0" i="1">
                <a:latin typeface="Times New Roman"/>
                <a:cs typeface="Times New Roman"/>
              </a:rPr>
              <a:t>b</a:t>
            </a:r>
            <a:r>
              <a:rPr dirty="0" smtClean="0" baseline="-62117" sz="1050" spc="0" i="1">
                <a:latin typeface="Times New Roman"/>
                <a:cs typeface="Times New Roman"/>
              </a:rPr>
              <a:t>                                           </a:t>
            </a:r>
            <a:r>
              <a:rPr dirty="0" smtClean="0" baseline="-62117" sz="1050" spc="79" i="1">
                <a:latin typeface="Times New Roman"/>
                <a:cs typeface="Times New Roman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I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62408" y="1761858"/>
            <a:ext cx="5502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702162" y="2890316"/>
            <a:ext cx="5572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946167" y="3931211"/>
            <a:ext cx="8479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457962" y="842010"/>
            <a:ext cx="5408676" cy="606551"/>
          </a:xfrm>
          <a:custGeom>
            <a:avLst/>
            <a:gdLst/>
            <a:ahLst/>
            <a:cxnLst/>
            <a:rect l="l" t="t" r="r" b="b"/>
            <a:pathLst>
              <a:path w="5408676" h="606551">
                <a:moveTo>
                  <a:pt x="0" y="606551"/>
                </a:moveTo>
                <a:lnTo>
                  <a:pt x="5408676" y="606551"/>
                </a:lnTo>
                <a:lnTo>
                  <a:pt x="5408676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5940" y="17744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9144" y="1774419"/>
            <a:ext cx="6652303" cy="920615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 marR="61036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Pro</a:t>
            </a:r>
            <a:r>
              <a:rPr dirty="0" smtClean="0" sz="3200" spc="-4">
                <a:latin typeface="Arial"/>
                <a:cs typeface="Arial"/>
              </a:rPr>
              <a:t>p</a:t>
            </a:r>
            <a:r>
              <a:rPr dirty="0" smtClean="0" sz="3200" spc="-4">
                <a:latin typeface="Arial"/>
                <a:cs typeface="Arial"/>
              </a:rPr>
              <a:t>er</a:t>
            </a:r>
            <a:r>
              <a:rPr dirty="0" smtClean="0" sz="3200" spc="-4">
                <a:latin typeface="Arial"/>
                <a:cs typeface="Arial"/>
              </a:rPr>
              <a:t>t</a:t>
            </a:r>
            <a:r>
              <a:rPr dirty="0" smtClean="0" sz="3200" spc="-4">
                <a:latin typeface="Arial"/>
                <a:cs typeface="Arial"/>
              </a:rPr>
              <a:t>i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ri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ske</a:t>
            </a:r>
            <a:r>
              <a:rPr dirty="0" smtClean="0" sz="3200" spc="-4">
                <a:latin typeface="Arial"/>
                <a:cs typeface="Arial"/>
              </a:rPr>
              <a:t>m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m</a:t>
            </a:r>
            <a:r>
              <a:rPr dirty="0" smtClean="0" sz="3200" spc="-4">
                <a:latin typeface="Arial"/>
                <a:cs typeface="Arial"/>
              </a:rPr>
              <a:t>o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u</a:t>
            </a:r>
            <a:r>
              <a:rPr dirty="0" smtClean="0" sz="3200" spc="-4">
                <a:latin typeface="Arial"/>
                <a:cs typeface="Arial"/>
              </a:rPr>
              <a:t>l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si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p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t</a:t>
            </a:r>
            <a:endParaRPr sz="32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3200" spc="-3">
                <a:latin typeface="Arial"/>
                <a:cs typeface="Arial"/>
              </a:rPr>
              <a:t>disi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p</a:t>
            </a:r>
            <a:r>
              <a:rPr dirty="0" smtClean="0" sz="3200" spc="-3">
                <a:latin typeface="Arial"/>
                <a:cs typeface="Arial"/>
              </a:rPr>
              <a:t>u</a:t>
            </a:r>
            <a:r>
              <a:rPr dirty="0" smtClean="0" sz="3200" spc="-3">
                <a:latin typeface="Arial"/>
                <a:cs typeface="Arial"/>
              </a:rPr>
              <a:t>lkan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ri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Di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gr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m</a:t>
            </a:r>
            <a:r>
              <a:rPr dirty="0" smtClean="0" sz="3200" spc="-3">
                <a:latin typeface="Arial"/>
                <a:cs typeface="Arial"/>
              </a:rPr>
              <a:t> </a:t>
            </a:r>
            <a:r>
              <a:rPr dirty="0" smtClean="0" sz="3200" spc="-3">
                <a:latin typeface="Arial"/>
                <a:cs typeface="Arial"/>
              </a:rPr>
              <a:t>Ko</a:t>
            </a:r>
            <a:r>
              <a:rPr dirty="0" smtClean="0" sz="3200" spc="-3">
                <a:latin typeface="Arial"/>
                <a:cs typeface="Arial"/>
              </a:rPr>
              <a:t>n</a:t>
            </a:r>
            <a:r>
              <a:rPr dirty="0" smtClean="0" sz="3200" spc="-3">
                <a:latin typeface="Arial"/>
                <a:cs typeface="Arial"/>
              </a:rPr>
              <a:t>stel</a:t>
            </a:r>
            <a:r>
              <a:rPr dirty="0" smtClean="0" sz="3200" spc="-3">
                <a:latin typeface="Arial"/>
                <a:cs typeface="Arial"/>
              </a:rPr>
              <a:t>a</a:t>
            </a:r>
            <a:r>
              <a:rPr dirty="0" smtClean="0" sz="3200" spc="-3">
                <a:latin typeface="Arial"/>
                <a:cs typeface="Arial"/>
              </a:rPr>
              <a:t>si</a:t>
            </a:r>
            <a:endParaRPr sz="3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50594" y="2808763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79194" y="2808763"/>
            <a:ext cx="7726340" cy="2672827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 marR="52573">
              <a:lnSpc>
                <a:spcPts val="2555"/>
              </a:lnSpc>
            </a:pPr>
            <a:r>
              <a:rPr dirty="0" smtClean="0" sz="2400" spc="1">
                <a:latin typeface="Arial"/>
                <a:cs typeface="Arial"/>
              </a:rPr>
              <a:t>B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nd</a:t>
            </a:r>
            <a:r>
              <a:rPr dirty="0" smtClean="0" sz="2400" spc="1">
                <a:latin typeface="Arial"/>
                <a:cs typeface="Arial"/>
              </a:rPr>
              <a:t>w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th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yang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gu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akan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o</a:t>
            </a:r>
            <a:r>
              <a:rPr dirty="0" smtClean="0" sz="2400" spc="1">
                <a:latin typeface="Arial"/>
                <a:cs typeface="Arial"/>
              </a:rPr>
              <a:t>l</a:t>
            </a:r>
            <a:r>
              <a:rPr dirty="0" smtClean="0" sz="2400" spc="1">
                <a:latin typeface="Arial"/>
                <a:cs typeface="Arial"/>
              </a:rPr>
              <a:t>eh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modul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menin</a:t>
            </a:r>
            <a:r>
              <a:rPr dirty="0" smtClean="0" sz="2400" spc="1">
                <a:latin typeface="Arial"/>
                <a:cs typeface="Arial"/>
              </a:rPr>
              <a:t>g</a:t>
            </a:r>
            <a:r>
              <a:rPr dirty="0" smtClean="0" sz="2400" spc="1">
                <a:latin typeface="Arial"/>
                <a:cs typeface="Arial"/>
              </a:rPr>
              <a:t>kat</a:t>
            </a:r>
            <a:endParaRPr sz="24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se</a:t>
            </a: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mana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mensi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si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yal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termodu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asi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juga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men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g</a:t>
            </a:r>
            <a:r>
              <a:rPr dirty="0" smtClean="0" sz="2400" spc="0">
                <a:latin typeface="Arial"/>
                <a:cs typeface="Arial"/>
              </a:rPr>
              <a:t>kat</a:t>
            </a:r>
            <a:endParaRPr sz="2400">
              <a:latin typeface="Arial"/>
              <a:cs typeface="Arial"/>
            </a:endParaRPr>
          </a:p>
          <a:p>
            <a:pPr marL="12700" marR="524098">
              <a:lnSpc>
                <a:spcPct val="100041"/>
              </a:lnSpc>
              <a:spcBef>
                <a:spcPts val="698"/>
              </a:spcBef>
            </a:pPr>
            <a:r>
              <a:rPr dirty="0" smtClean="0" sz="2400" spc="1">
                <a:latin typeface="Arial"/>
                <a:cs typeface="Arial"/>
              </a:rPr>
              <a:t>B</a:t>
            </a:r>
            <a:r>
              <a:rPr dirty="0" smtClean="0" sz="2400" spc="1">
                <a:latin typeface="Arial"/>
                <a:cs typeface="Arial"/>
              </a:rPr>
              <a:t>a</a:t>
            </a:r>
            <a:r>
              <a:rPr dirty="0" smtClean="0" sz="2400" spc="1">
                <a:latin typeface="Arial"/>
                <a:cs typeface="Arial"/>
              </a:rPr>
              <a:t>nd</a:t>
            </a:r>
            <a:r>
              <a:rPr dirty="0" smtClean="0" sz="2400" spc="1">
                <a:latin typeface="Arial"/>
                <a:cs typeface="Arial"/>
              </a:rPr>
              <a:t>w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th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yg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gu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akan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berkurang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de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gan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menin</a:t>
            </a:r>
            <a:r>
              <a:rPr dirty="0" smtClean="0" sz="2400" spc="1">
                <a:latin typeface="Arial"/>
                <a:cs typeface="Arial"/>
              </a:rPr>
              <a:t>g</a:t>
            </a:r>
            <a:r>
              <a:rPr dirty="0" smtClean="0" sz="2400" spc="1">
                <a:latin typeface="Arial"/>
                <a:cs typeface="Arial"/>
              </a:rPr>
              <a:t>katnya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titi</a:t>
            </a:r>
            <a:r>
              <a:rPr dirty="0" smtClean="0" sz="2400" spc="1">
                <a:latin typeface="Arial"/>
                <a:cs typeface="Arial"/>
              </a:rPr>
              <a:t>k</a:t>
            </a:r>
            <a:r>
              <a:rPr dirty="0" smtClean="0" sz="2400" spc="1">
                <a:latin typeface="Arial"/>
                <a:cs typeface="Arial"/>
              </a:rPr>
              <a:t>-</a:t>
            </a:r>
            <a:r>
              <a:rPr dirty="0" smtClean="0" sz="2400" spc="1">
                <a:latin typeface="Arial"/>
                <a:cs typeface="Arial"/>
              </a:rPr>
              <a:t>tik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si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yal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tiap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m</a:t>
            </a:r>
            <a:r>
              <a:rPr dirty="0" smtClean="0" sz="2400" spc="1">
                <a:latin typeface="Arial"/>
                <a:cs typeface="Arial"/>
              </a:rPr>
              <a:t>ensi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(leb</a:t>
            </a:r>
            <a:r>
              <a:rPr dirty="0" smtClean="0" sz="2400" spc="1">
                <a:latin typeface="Arial"/>
                <a:cs typeface="Arial"/>
              </a:rPr>
              <a:t>i</a:t>
            </a:r>
            <a:r>
              <a:rPr dirty="0" smtClean="0" sz="2400" spc="1">
                <a:latin typeface="Arial"/>
                <a:cs typeface="Arial"/>
              </a:rPr>
              <a:t>h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rapat)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578"/>
              </a:spcBef>
            </a:pPr>
            <a:r>
              <a:rPr dirty="0" smtClean="0" sz="2400" spc="1" i="1">
                <a:latin typeface="Arial"/>
                <a:cs typeface="Arial"/>
              </a:rPr>
              <a:t>Proba</a:t>
            </a:r>
            <a:r>
              <a:rPr dirty="0" smtClean="0" sz="2400" spc="1" i="1">
                <a:latin typeface="Arial"/>
                <a:cs typeface="Arial"/>
              </a:rPr>
              <a:t>b</a:t>
            </a:r>
            <a:r>
              <a:rPr dirty="0" smtClean="0" sz="2400" spc="1" i="1">
                <a:latin typeface="Arial"/>
                <a:cs typeface="Arial"/>
              </a:rPr>
              <a:t>i</a:t>
            </a:r>
            <a:r>
              <a:rPr dirty="0" smtClean="0" sz="2400" spc="1" i="1">
                <a:latin typeface="Arial"/>
                <a:cs typeface="Arial"/>
              </a:rPr>
              <a:t>l</a:t>
            </a:r>
            <a:r>
              <a:rPr dirty="0" smtClean="0" sz="2400" spc="1" i="1">
                <a:latin typeface="Arial"/>
                <a:cs typeface="Arial"/>
              </a:rPr>
              <a:t>ity</a:t>
            </a:r>
            <a:r>
              <a:rPr dirty="0" smtClean="0" sz="2400" spc="1" i="1">
                <a:latin typeface="Arial"/>
                <a:cs typeface="Arial"/>
              </a:rPr>
              <a:t> </a:t>
            </a:r>
            <a:r>
              <a:rPr dirty="0" smtClean="0" sz="2400" spc="1" i="1">
                <a:latin typeface="Arial"/>
                <a:cs typeface="Arial"/>
              </a:rPr>
              <a:t>of</a:t>
            </a:r>
            <a:r>
              <a:rPr dirty="0" smtClean="0" sz="2400" spc="1" i="1">
                <a:latin typeface="Arial"/>
                <a:cs typeface="Arial"/>
              </a:rPr>
              <a:t> </a:t>
            </a:r>
            <a:r>
              <a:rPr dirty="0" smtClean="0" sz="2400" spc="1" i="1">
                <a:latin typeface="Arial"/>
                <a:cs typeface="Arial"/>
              </a:rPr>
              <a:t>b</a:t>
            </a:r>
            <a:r>
              <a:rPr dirty="0" smtClean="0" sz="2400" spc="1" i="1">
                <a:latin typeface="Arial"/>
                <a:cs typeface="Arial"/>
              </a:rPr>
              <a:t>it</a:t>
            </a:r>
            <a:r>
              <a:rPr dirty="0" smtClean="0" sz="2400" spc="1" i="1">
                <a:latin typeface="Arial"/>
                <a:cs typeface="Arial"/>
              </a:rPr>
              <a:t> </a:t>
            </a:r>
            <a:r>
              <a:rPr dirty="0" smtClean="0" sz="2400" spc="1" i="1">
                <a:latin typeface="Arial"/>
                <a:cs typeface="Arial"/>
              </a:rPr>
              <a:t>er</a:t>
            </a:r>
            <a:r>
              <a:rPr dirty="0" smtClean="0" sz="2400" spc="1" i="1">
                <a:latin typeface="Arial"/>
                <a:cs typeface="Arial"/>
              </a:rPr>
              <a:t>r</a:t>
            </a:r>
            <a:r>
              <a:rPr dirty="0" smtClean="0" sz="2400" spc="1" i="1">
                <a:latin typeface="Arial"/>
                <a:cs typeface="Arial"/>
              </a:rPr>
              <a:t>or</a:t>
            </a:r>
            <a:r>
              <a:rPr dirty="0" smtClean="0" sz="2400" spc="1" i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proporsi</a:t>
            </a:r>
            <a:r>
              <a:rPr dirty="0" smtClean="0" sz="2400" spc="1">
                <a:latin typeface="Arial"/>
                <a:cs typeface="Arial"/>
              </a:rPr>
              <a:t>o</a:t>
            </a:r>
            <a:r>
              <a:rPr dirty="0" smtClean="0" sz="2400" spc="1">
                <a:latin typeface="Arial"/>
                <a:cs typeface="Arial"/>
              </a:rPr>
              <a:t>nal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de</a:t>
            </a:r>
            <a:r>
              <a:rPr dirty="0" smtClean="0" sz="2400" spc="1">
                <a:latin typeface="Arial"/>
                <a:cs typeface="Arial"/>
              </a:rPr>
              <a:t>n</a:t>
            </a:r>
            <a:r>
              <a:rPr dirty="0" smtClean="0" sz="2400" spc="1">
                <a:latin typeface="Arial"/>
                <a:cs typeface="Arial"/>
              </a:rPr>
              <a:t>gan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j</a:t>
            </a:r>
            <a:r>
              <a:rPr dirty="0" smtClean="0" sz="2400" spc="1">
                <a:latin typeface="Arial"/>
                <a:cs typeface="Arial"/>
              </a:rPr>
              <a:t>arak</a:t>
            </a:r>
            <a:r>
              <a:rPr dirty="0" smtClean="0" sz="2400" spc="1">
                <a:latin typeface="Arial"/>
                <a:cs typeface="Arial"/>
              </a:rPr>
              <a:t> </a:t>
            </a:r>
            <a:r>
              <a:rPr dirty="0" smtClean="0" sz="2400" spc="1">
                <a:latin typeface="Arial"/>
                <a:cs typeface="Arial"/>
              </a:rPr>
              <a:t>antara</a:t>
            </a:r>
            <a:endParaRPr sz="2400">
              <a:latin typeface="Arial"/>
              <a:cs typeface="Arial"/>
            </a:endParaRPr>
          </a:p>
          <a:p>
            <a:pPr marL="12700" marR="52573">
              <a:lnSpc>
                <a:spcPct val="95825"/>
              </a:lnSpc>
              <a:spcBef>
                <a:spcPts val="120"/>
              </a:spcBef>
            </a:pPr>
            <a:r>
              <a:rPr dirty="0" smtClean="0" sz="2400" spc="0">
                <a:latin typeface="Arial"/>
                <a:cs typeface="Arial"/>
              </a:rPr>
              <a:t>titi</a:t>
            </a:r>
            <a:r>
              <a:rPr dirty="0" smtClean="0" sz="2400" spc="0">
                <a:latin typeface="Arial"/>
                <a:cs typeface="Arial"/>
              </a:rPr>
              <a:t>k</a:t>
            </a:r>
            <a:r>
              <a:rPr dirty="0" smtClean="0" sz="2400" spc="0">
                <a:latin typeface="Arial"/>
                <a:cs typeface="Arial"/>
              </a:rPr>
              <a:t>-</a:t>
            </a:r>
            <a:r>
              <a:rPr dirty="0" smtClean="0" sz="2400" spc="0">
                <a:latin typeface="Arial"/>
                <a:cs typeface="Arial"/>
              </a:rPr>
              <a:t>titik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terdek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t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p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d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ko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stel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si.</a:t>
            </a:r>
            <a:endParaRPr sz="2400">
              <a:latin typeface="Arial"/>
              <a:cs typeface="Arial"/>
            </a:endParaRPr>
          </a:p>
          <a:p>
            <a:pPr marL="698500" marR="52573">
              <a:lnSpc>
                <a:spcPct val="95825"/>
              </a:lnSpc>
              <a:spcBef>
                <a:spcPts val="582"/>
              </a:spcBef>
            </a:pPr>
            <a:r>
              <a:rPr dirty="0" smtClean="0" sz="2000" spc="2">
                <a:latin typeface="Arial"/>
                <a:cs typeface="Arial"/>
              </a:rPr>
              <a:t>»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Bit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e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or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b</a:t>
            </a:r>
            <a:r>
              <a:rPr dirty="0" smtClean="0" sz="2000" spc="2">
                <a:latin typeface="Arial"/>
                <a:cs typeface="Arial"/>
              </a:rPr>
              <a:t>e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k</a:t>
            </a:r>
            <a:r>
              <a:rPr dirty="0" smtClean="0" sz="2000" spc="2">
                <a:latin typeface="Arial"/>
                <a:cs typeface="Arial"/>
              </a:rPr>
              <a:t>u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a</a:t>
            </a:r>
            <a:r>
              <a:rPr dirty="0" smtClean="0" sz="2000" spc="2">
                <a:latin typeface="Arial"/>
                <a:cs typeface="Arial"/>
              </a:rPr>
              <a:t>n</a:t>
            </a:r>
            <a:r>
              <a:rPr dirty="0" smtClean="0" sz="2000" spc="2">
                <a:latin typeface="Arial"/>
                <a:cs typeface="Arial"/>
              </a:rPr>
              <a:t>g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d</a:t>
            </a:r>
            <a:r>
              <a:rPr dirty="0" smtClean="0" sz="2000" spc="2">
                <a:latin typeface="Arial"/>
                <a:cs typeface="Arial"/>
              </a:rPr>
              <a:t>e</a:t>
            </a:r>
            <a:r>
              <a:rPr dirty="0" smtClean="0" sz="2000" spc="2">
                <a:latin typeface="Arial"/>
                <a:cs typeface="Arial"/>
              </a:rPr>
              <a:t>n</a:t>
            </a:r>
            <a:r>
              <a:rPr dirty="0" smtClean="0" sz="2000" spc="2">
                <a:latin typeface="Arial"/>
                <a:cs typeface="Arial"/>
              </a:rPr>
              <a:t>g</a:t>
            </a:r>
            <a:r>
              <a:rPr dirty="0" smtClean="0" sz="2000" spc="2">
                <a:latin typeface="Arial"/>
                <a:cs typeface="Arial"/>
              </a:rPr>
              <a:t>an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b</a:t>
            </a:r>
            <a:r>
              <a:rPr dirty="0" smtClean="0" sz="2000" spc="2">
                <a:latin typeface="Arial"/>
                <a:cs typeface="Arial"/>
              </a:rPr>
              <a:t>e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k</a:t>
            </a:r>
            <a:r>
              <a:rPr dirty="0" smtClean="0" sz="2000" spc="2">
                <a:latin typeface="Arial"/>
                <a:cs typeface="Arial"/>
              </a:rPr>
              <a:t>u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a</a:t>
            </a:r>
            <a:r>
              <a:rPr dirty="0" smtClean="0" sz="2000" spc="2">
                <a:latin typeface="Arial"/>
                <a:cs typeface="Arial"/>
              </a:rPr>
              <a:t>n</a:t>
            </a:r>
            <a:r>
              <a:rPr dirty="0" smtClean="0" sz="2000" spc="2">
                <a:latin typeface="Arial"/>
                <a:cs typeface="Arial"/>
              </a:rPr>
              <a:t>g</a:t>
            </a:r>
            <a:r>
              <a:rPr dirty="0" smtClean="0" sz="2000" spc="2">
                <a:latin typeface="Arial"/>
                <a:cs typeface="Arial"/>
              </a:rPr>
              <a:t>nya</a:t>
            </a:r>
            <a:r>
              <a:rPr dirty="0" smtClean="0" sz="2000" spc="2">
                <a:latin typeface="Arial"/>
                <a:cs typeface="Arial"/>
              </a:rPr>
              <a:t> </a:t>
            </a:r>
            <a:r>
              <a:rPr dirty="0" smtClean="0" sz="2000" spc="2">
                <a:latin typeface="Arial"/>
                <a:cs typeface="Arial"/>
              </a:rPr>
              <a:t>ja</a:t>
            </a:r>
            <a:r>
              <a:rPr dirty="0" smtClean="0" sz="2000" spc="2">
                <a:latin typeface="Arial"/>
                <a:cs typeface="Arial"/>
              </a:rPr>
              <a:t>r</a:t>
            </a:r>
            <a:r>
              <a:rPr dirty="0" smtClean="0" sz="2000" spc="2">
                <a:latin typeface="Arial"/>
                <a:cs typeface="Arial"/>
              </a:rPr>
              <a:t>a</a:t>
            </a:r>
            <a:r>
              <a:rPr dirty="0" smtClean="0" sz="2000" spc="2">
                <a:latin typeface="Arial"/>
                <a:cs typeface="Arial"/>
              </a:rPr>
              <a:t>k</a:t>
            </a:r>
            <a:r>
              <a:rPr dirty="0" smtClean="0" sz="2000" spc="2"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50594" y="3613689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50594" y="4418361"/>
            <a:ext cx="177800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•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78772" y="6471832"/>
            <a:ext cx="31276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77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842010"/>
            <a:ext cx="5408676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Diagram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Konstelasi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57962" y="842010"/>
            <a:ext cx="6204203" cy="606551"/>
          </a:xfrm>
          <a:custGeom>
            <a:avLst/>
            <a:gdLst/>
            <a:ahLst/>
            <a:cxnLst/>
            <a:rect l="l" t="t" r="r" b="b"/>
            <a:pathLst>
              <a:path w="6204203" h="606551">
                <a:moveTo>
                  <a:pt x="0" y="606551"/>
                </a:moveTo>
                <a:lnTo>
                  <a:pt x="6204203" y="606551"/>
                </a:lnTo>
                <a:lnTo>
                  <a:pt x="6204203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241804" y="5745480"/>
            <a:ext cx="4419600" cy="0"/>
          </a:xfrm>
          <a:custGeom>
            <a:avLst/>
            <a:gdLst/>
            <a:ahLst/>
            <a:cxnLst/>
            <a:rect l="l" t="t" r="r" b="b"/>
            <a:pathLst>
              <a:path w="4419600" h="0">
                <a:moveTo>
                  <a:pt x="0" y="0"/>
                </a:moveTo>
                <a:lnTo>
                  <a:pt x="4419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537204" y="566928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7"/>
                </a:lnTo>
                <a:lnTo>
                  <a:pt x="2999" y="97428"/>
                </a:lnTo>
                <a:lnTo>
                  <a:pt x="8131" y="110472"/>
                </a:lnTo>
                <a:lnTo>
                  <a:pt x="15469" y="122214"/>
                </a:lnTo>
                <a:lnTo>
                  <a:pt x="24753" y="132396"/>
                </a:lnTo>
                <a:lnTo>
                  <a:pt x="35727" y="140763"/>
                </a:lnTo>
                <a:lnTo>
                  <a:pt x="48131" y="147056"/>
                </a:lnTo>
                <a:lnTo>
                  <a:pt x="61708" y="151021"/>
                </a:lnTo>
                <a:lnTo>
                  <a:pt x="76200" y="152400"/>
                </a:lnTo>
                <a:lnTo>
                  <a:pt x="83330" y="152070"/>
                </a:lnTo>
                <a:lnTo>
                  <a:pt x="97409" y="149404"/>
                </a:lnTo>
                <a:lnTo>
                  <a:pt x="110450" y="144277"/>
                </a:lnTo>
                <a:lnTo>
                  <a:pt x="122192" y="136945"/>
                </a:lnTo>
                <a:lnTo>
                  <a:pt x="132378" y="127666"/>
                </a:lnTo>
                <a:lnTo>
                  <a:pt x="140750" y="116694"/>
                </a:lnTo>
                <a:lnTo>
                  <a:pt x="147050" y="104289"/>
                </a:lnTo>
                <a:lnTo>
                  <a:pt x="151019" y="90705"/>
                </a:lnTo>
                <a:lnTo>
                  <a:pt x="152400" y="76200"/>
                </a:lnTo>
                <a:lnTo>
                  <a:pt x="152069" y="69062"/>
                </a:lnTo>
                <a:lnTo>
                  <a:pt x="149400" y="54971"/>
                </a:lnTo>
                <a:lnTo>
                  <a:pt x="144268" y="41927"/>
                </a:lnTo>
                <a:lnTo>
                  <a:pt x="136930" y="30185"/>
                </a:lnTo>
                <a:lnTo>
                  <a:pt x="127646" y="20003"/>
                </a:lnTo>
                <a:lnTo>
                  <a:pt x="116672" y="11636"/>
                </a:lnTo>
                <a:lnTo>
                  <a:pt x="104268" y="5343"/>
                </a:lnTo>
                <a:lnTo>
                  <a:pt x="90691" y="1378"/>
                </a:lnTo>
                <a:lnTo>
                  <a:pt x="76200" y="0"/>
                </a:lnTo>
                <a:lnTo>
                  <a:pt x="69069" y="329"/>
                </a:lnTo>
                <a:lnTo>
                  <a:pt x="54990" y="2995"/>
                </a:lnTo>
                <a:lnTo>
                  <a:pt x="41949" y="8122"/>
                </a:lnTo>
                <a:lnTo>
                  <a:pt x="30207" y="15454"/>
                </a:lnTo>
                <a:lnTo>
                  <a:pt x="20021" y="24733"/>
                </a:lnTo>
                <a:lnTo>
                  <a:pt x="11649" y="35705"/>
                </a:lnTo>
                <a:lnTo>
                  <a:pt x="5349" y="48110"/>
                </a:lnTo>
                <a:lnTo>
                  <a:pt x="1380" y="61694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537204" y="566928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694"/>
                </a:lnTo>
                <a:lnTo>
                  <a:pt x="5349" y="48110"/>
                </a:lnTo>
                <a:lnTo>
                  <a:pt x="11649" y="35705"/>
                </a:lnTo>
                <a:lnTo>
                  <a:pt x="20021" y="24733"/>
                </a:lnTo>
                <a:lnTo>
                  <a:pt x="30207" y="15454"/>
                </a:lnTo>
                <a:lnTo>
                  <a:pt x="41949" y="8122"/>
                </a:lnTo>
                <a:lnTo>
                  <a:pt x="54990" y="2995"/>
                </a:lnTo>
                <a:lnTo>
                  <a:pt x="69069" y="329"/>
                </a:lnTo>
                <a:lnTo>
                  <a:pt x="76200" y="0"/>
                </a:lnTo>
                <a:lnTo>
                  <a:pt x="90691" y="1378"/>
                </a:lnTo>
                <a:lnTo>
                  <a:pt x="104268" y="5343"/>
                </a:lnTo>
                <a:lnTo>
                  <a:pt x="116672" y="11636"/>
                </a:lnTo>
                <a:lnTo>
                  <a:pt x="127646" y="20003"/>
                </a:lnTo>
                <a:lnTo>
                  <a:pt x="136930" y="30185"/>
                </a:lnTo>
                <a:lnTo>
                  <a:pt x="144268" y="41927"/>
                </a:lnTo>
                <a:lnTo>
                  <a:pt x="149400" y="54971"/>
                </a:lnTo>
                <a:lnTo>
                  <a:pt x="152069" y="69062"/>
                </a:lnTo>
                <a:lnTo>
                  <a:pt x="152400" y="76200"/>
                </a:lnTo>
                <a:lnTo>
                  <a:pt x="151019" y="90705"/>
                </a:lnTo>
                <a:lnTo>
                  <a:pt x="147050" y="104289"/>
                </a:lnTo>
                <a:lnTo>
                  <a:pt x="140750" y="116694"/>
                </a:lnTo>
                <a:lnTo>
                  <a:pt x="132378" y="127666"/>
                </a:lnTo>
                <a:lnTo>
                  <a:pt x="122192" y="136945"/>
                </a:lnTo>
                <a:lnTo>
                  <a:pt x="110450" y="144277"/>
                </a:lnTo>
                <a:lnTo>
                  <a:pt x="97409" y="149404"/>
                </a:lnTo>
                <a:lnTo>
                  <a:pt x="83330" y="152070"/>
                </a:lnTo>
                <a:lnTo>
                  <a:pt x="76200" y="152400"/>
                </a:lnTo>
                <a:lnTo>
                  <a:pt x="61708" y="151021"/>
                </a:lnTo>
                <a:lnTo>
                  <a:pt x="48131" y="147056"/>
                </a:lnTo>
                <a:lnTo>
                  <a:pt x="35727" y="140763"/>
                </a:lnTo>
                <a:lnTo>
                  <a:pt x="24753" y="132396"/>
                </a:lnTo>
                <a:lnTo>
                  <a:pt x="15469" y="122214"/>
                </a:lnTo>
                <a:lnTo>
                  <a:pt x="8131" y="110472"/>
                </a:lnTo>
                <a:lnTo>
                  <a:pt x="2999" y="97428"/>
                </a:lnTo>
                <a:lnTo>
                  <a:pt x="330" y="83337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061204" y="566928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7"/>
                </a:lnTo>
                <a:lnTo>
                  <a:pt x="2999" y="97428"/>
                </a:lnTo>
                <a:lnTo>
                  <a:pt x="8131" y="110472"/>
                </a:lnTo>
                <a:lnTo>
                  <a:pt x="15469" y="122214"/>
                </a:lnTo>
                <a:lnTo>
                  <a:pt x="24753" y="132396"/>
                </a:lnTo>
                <a:lnTo>
                  <a:pt x="35727" y="140763"/>
                </a:lnTo>
                <a:lnTo>
                  <a:pt x="48131" y="147056"/>
                </a:lnTo>
                <a:lnTo>
                  <a:pt x="61708" y="151021"/>
                </a:lnTo>
                <a:lnTo>
                  <a:pt x="76200" y="152400"/>
                </a:lnTo>
                <a:lnTo>
                  <a:pt x="83330" y="152070"/>
                </a:lnTo>
                <a:lnTo>
                  <a:pt x="97409" y="149404"/>
                </a:lnTo>
                <a:lnTo>
                  <a:pt x="110450" y="144277"/>
                </a:lnTo>
                <a:lnTo>
                  <a:pt x="122192" y="136945"/>
                </a:lnTo>
                <a:lnTo>
                  <a:pt x="132378" y="127666"/>
                </a:lnTo>
                <a:lnTo>
                  <a:pt x="140750" y="116694"/>
                </a:lnTo>
                <a:lnTo>
                  <a:pt x="147050" y="104289"/>
                </a:lnTo>
                <a:lnTo>
                  <a:pt x="151019" y="90705"/>
                </a:lnTo>
                <a:lnTo>
                  <a:pt x="152400" y="76200"/>
                </a:lnTo>
                <a:lnTo>
                  <a:pt x="152069" y="69062"/>
                </a:lnTo>
                <a:lnTo>
                  <a:pt x="149400" y="54971"/>
                </a:lnTo>
                <a:lnTo>
                  <a:pt x="144268" y="41927"/>
                </a:lnTo>
                <a:lnTo>
                  <a:pt x="136930" y="30185"/>
                </a:lnTo>
                <a:lnTo>
                  <a:pt x="127646" y="20003"/>
                </a:lnTo>
                <a:lnTo>
                  <a:pt x="116672" y="11636"/>
                </a:lnTo>
                <a:lnTo>
                  <a:pt x="104268" y="5343"/>
                </a:lnTo>
                <a:lnTo>
                  <a:pt x="90691" y="1378"/>
                </a:lnTo>
                <a:lnTo>
                  <a:pt x="76200" y="0"/>
                </a:lnTo>
                <a:lnTo>
                  <a:pt x="69069" y="329"/>
                </a:lnTo>
                <a:lnTo>
                  <a:pt x="54990" y="2995"/>
                </a:lnTo>
                <a:lnTo>
                  <a:pt x="41949" y="8122"/>
                </a:lnTo>
                <a:lnTo>
                  <a:pt x="30207" y="15454"/>
                </a:lnTo>
                <a:lnTo>
                  <a:pt x="20021" y="24733"/>
                </a:lnTo>
                <a:lnTo>
                  <a:pt x="11649" y="35705"/>
                </a:lnTo>
                <a:lnTo>
                  <a:pt x="5349" y="48110"/>
                </a:lnTo>
                <a:lnTo>
                  <a:pt x="1380" y="61694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061204" y="566928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694"/>
                </a:lnTo>
                <a:lnTo>
                  <a:pt x="5349" y="48110"/>
                </a:lnTo>
                <a:lnTo>
                  <a:pt x="11649" y="35705"/>
                </a:lnTo>
                <a:lnTo>
                  <a:pt x="20021" y="24733"/>
                </a:lnTo>
                <a:lnTo>
                  <a:pt x="30207" y="15454"/>
                </a:lnTo>
                <a:lnTo>
                  <a:pt x="41949" y="8122"/>
                </a:lnTo>
                <a:lnTo>
                  <a:pt x="54990" y="2995"/>
                </a:lnTo>
                <a:lnTo>
                  <a:pt x="69069" y="329"/>
                </a:lnTo>
                <a:lnTo>
                  <a:pt x="76200" y="0"/>
                </a:lnTo>
                <a:lnTo>
                  <a:pt x="90691" y="1378"/>
                </a:lnTo>
                <a:lnTo>
                  <a:pt x="104268" y="5343"/>
                </a:lnTo>
                <a:lnTo>
                  <a:pt x="116672" y="11636"/>
                </a:lnTo>
                <a:lnTo>
                  <a:pt x="127646" y="20003"/>
                </a:lnTo>
                <a:lnTo>
                  <a:pt x="136930" y="30185"/>
                </a:lnTo>
                <a:lnTo>
                  <a:pt x="144268" y="41927"/>
                </a:lnTo>
                <a:lnTo>
                  <a:pt x="149400" y="54971"/>
                </a:lnTo>
                <a:lnTo>
                  <a:pt x="152069" y="69062"/>
                </a:lnTo>
                <a:lnTo>
                  <a:pt x="152400" y="76200"/>
                </a:lnTo>
                <a:lnTo>
                  <a:pt x="151019" y="90705"/>
                </a:lnTo>
                <a:lnTo>
                  <a:pt x="147050" y="104289"/>
                </a:lnTo>
                <a:lnTo>
                  <a:pt x="140750" y="116694"/>
                </a:lnTo>
                <a:lnTo>
                  <a:pt x="132378" y="127666"/>
                </a:lnTo>
                <a:lnTo>
                  <a:pt x="122192" y="136945"/>
                </a:lnTo>
                <a:lnTo>
                  <a:pt x="110450" y="144277"/>
                </a:lnTo>
                <a:lnTo>
                  <a:pt x="97409" y="149404"/>
                </a:lnTo>
                <a:lnTo>
                  <a:pt x="83330" y="152070"/>
                </a:lnTo>
                <a:lnTo>
                  <a:pt x="76200" y="152400"/>
                </a:lnTo>
                <a:lnTo>
                  <a:pt x="61708" y="151021"/>
                </a:lnTo>
                <a:lnTo>
                  <a:pt x="48131" y="147056"/>
                </a:lnTo>
                <a:lnTo>
                  <a:pt x="35727" y="140763"/>
                </a:lnTo>
                <a:lnTo>
                  <a:pt x="24753" y="132396"/>
                </a:lnTo>
                <a:lnTo>
                  <a:pt x="15469" y="122214"/>
                </a:lnTo>
                <a:lnTo>
                  <a:pt x="8131" y="110472"/>
                </a:lnTo>
                <a:lnTo>
                  <a:pt x="2999" y="97428"/>
                </a:lnTo>
                <a:lnTo>
                  <a:pt x="330" y="83337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375404" y="4995672"/>
            <a:ext cx="0" cy="1295399"/>
          </a:xfrm>
          <a:custGeom>
            <a:avLst/>
            <a:gdLst/>
            <a:ahLst/>
            <a:cxnLst/>
            <a:rect l="l" t="t" r="r" b="b"/>
            <a:pathLst>
              <a:path w="0" h="1295400">
                <a:moveTo>
                  <a:pt x="0" y="0"/>
                </a:moveTo>
                <a:lnTo>
                  <a:pt x="0" y="12953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586228" y="3913631"/>
            <a:ext cx="4274820" cy="835152"/>
          </a:xfrm>
          <a:custGeom>
            <a:avLst/>
            <a:gdLst/>
            <a:ahLst/>
            <a:cxnLst/>
            <a:rect l="l" t="t" r="r" b="b"/>
            <a:pathLst>
              <a:path w="4274820" h="835151">
                <a:moveTo>
                  <a:pt x="0" y="835152"/>
                </a:moveTo>
                <a:lnTo>
                  <a:pt x="4274820" y="835152"/>
                </a:lnTo>
                <a:lnTo>
                  <a:pt x="4274820" y="0"/>
                </a:lnTo>
                <a:lnTo>
                  <a:pt x="0" y="0"/>
                </a:lnTo>
                <a:lnTo>
                  <a:pt x="0" y="835152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35940" y="1539038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79144" y="1539038"/>
            <a:ext cx="5289780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1">
                <a:latin typeface="Arial"/>
                <a:cs typeface="Arial"/>
              </a:rPr>
              <a:t>Men</a:t>
            </a:r>
            <a:r>
              <a:rPr dirty="0" smtClean="0" sz="2800" spc="-1">
                <a:latin typeface="Arial"/>
                <a:cs typeface="Arial"/>
              </a:rPr>
              <a:t>g</a:t>
            </a:r>
            <a:r>
              <a:rPr dirty="0" smtClean="0" sz="2800" spc="-1">
                <a:latin typeface="Arial"/>
                <a:cs typeface="Arial"/>
              </a:rPr>
              <a:t>gu</a:t>
            </a:r>
            <a:r>
              <a:rPr dirty="0" smtClean="0" sz="2800" spc="-1">
                <a:latin typeface="Arial"/>
                <a:cs typeface="Arial"/>
              </a:rPr>
              <a:t>n</a:t>
            </a:r>
            <a:r>
              <a:rPr dirty="0" smtClean="0" sz="2800" spc="-1">
                <a:latin typeface="Arial"/>
                <a:cs typeface="Arial"/>
              </a:rPr>
              <a:t>a</a:t>
            </a:r>
            <a:r>
              <a:rPr dirty="0" smtClean="0" sz="2800" spc="-1">
                <a:latin typeface="Arial"/>
                <a:cs typeface="Arial"/>
              </a:rPr>
              <a:t>k</a:t>
            </a:r>
            <a:r>
              <a:rPr dirty="0" smtClean="0" sz="2800" spc="-1">
                <a:latin typeface="Arial"/>
                <a:cs typeface="Arial"/>
              </a:rPr>
              <a:t>an</a:t>
            </a:r>
            <a:r>
              <a:rPr dirty="0" smtClean="0" sz="2800" spc="-1">
                <a:latin typeface="Arial"/>
                <a:cs typeface="Arial"/>
              </a:rPr>
              <a:t> </a:t>
            </a:r>
            <a:r>
              <a:rPr dirty="0" smtClean="0" sz="2800" spc="-1">
                <a:latin typeface="Arial"/>
                <a:cs typeface="Arial"/>
              </a:rPr>
              <a:t>al</a:t>
            </a:r>
            <a:r>
              <a:rPr dirty="0" smtClean="0" sz="2800" spc="-1">
                <a:latin typeface="Arial"/>
                <a:cs typeface="Arial"/>
              </a:rPr>
              <a:t>t</a:t>
            </a:r>
            <a:r>
              <a:rPr dirty="0" smtClean="0" sz="2800" spc="-1">
                <a:latin typeface="Arial"/>
                <a:cs typeface="Arial"/>
              </a:rPr>
              <a:t>er</a:t>
            </a:r>
            <a:r>
              <a:rPr dirty="0" smtClean="0" sz="2800" spc="-1">
                <a:latin typeface="Arial"/>
                <a:cs typeface="Arial"/>
              </a:rPr>
              <a:t>n</a:t>
            </a:r>
            <a:r>
              <a:rPr dirty="0" smtClean="0" sz="2800" spc="-1">
                <a:latin typeface="Arial"/>
                <a:cs typeface="Arial"/>
              </a:rPr>
              <a:t>at</a:t>
            </a:r>
            <a:r>
              <a:rPr dirty="0" smtClean="0" sz="2800" spc="-1">
                <a:latin typeface="Arial"/>
                <a:cs typeface="Arial"/>
              </a:rPr>
              <a:t>i</a:t>
            </a:r>
            <a:r>
              <a:rPr dirty="0" smtClean="0" sz="2800" spc="-1">
                <a:latin typeface="Arial"/>
                <a:cs typeface="Arial"/>
              </a:rPr>
              <a:t>f</a:t>
            </a:r>
            <a:r>
              <a:rPr dirty="0" smtClean="0" sz="2800" spc="-1">
                <a:latin typeface="Arial"/>
                <a:cs typeface="Arial"/>
              </a:rPr>
              <a:t>-</a:t>
            </a:r>
            <a:r>
              <a:rPr dirty="0" smtClean="0" sz="2800" spc="-1">
                <a:latin typeface="Arial"/>
                <a:cs typeface="Arial"/>
              </a:rPr>
              <a:t>al</a:t>
            </a:r>
            <a:r>
              <a:rPr dirty="0" smtClean="0" sz="2800" spc="-1">
                <a:latin typeface="Arial"/>
                <a:cs typeface="Arial"/>
              </a:rPr>
              <a:t>t</a:t>
            </a:r>
            <a:r>
              <a:rPr dirty="0" smtClean="0" sz="2800" spc="-1">
                <a:latin typeface="Arial"/>
                <a:cs typeface="Arial"/>
              </a:rPr>
              <a:t>er</a:t>
            </a:r>
            <a:r>
              <a:rPr dirty="0" smtClean="0" sz="2800" spc="-1">
                <a:latin typeface="Arial"/>
                <a:cs typeface="Arial"/>
              </a:rPr>
              <a:t>n</a:t>
            </a:r>
            <a:r>
              <a:rPr dirty="0" smtClean="0" sz="2800" spc="-1">
                <a:latin typeface="Arial"/>
                <a:cs typeface="Arial"/>
              </a:rPr>
              <a:t>at</a:t>
            </a:r>
            <a:r>
              <a:rPr dirty="0" smtClean="0" sz="2800" spc="-1">
                <a:latin typeface="Arial"/>
                <a:cs typeface="Arial"/>
              </a:rPr>
              <a:t>i</a:t>
            </a:r>
            <a:r>
              <a:rPr dirty="0" smtClean="0" sz="2800" spc="-1">
                <a:latin typeface="Arial"/>
                <a:cs typeface="Arial"/>
              </a:rPr>
              <a:t>f</a:t>
            </a:r>
            <a:endParaRPr sz="2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189015" y="1539038"/>
            <a:ext cx="3543117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6">
                <a:latin typeface="Arial"/>
                <a:cs typeface="Arial"/>
              </a:rPr>
              <a:t>fasa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ge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omb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ng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si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us</a:t>
            </a:r>
            <a:endParaRPr sz="2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79144" y="1966386"/>
            <a:ext cx="552356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utk</a:t>
            </a:r>
            <a:endParaRPr sz="2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451908" y="1966386"/>
            <a:ext cx="3387128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3">
                <a:latin typeface="Arial"/>
                <a:cs typeface="Arial"/>
              </a:rPr>
              <a:t>me</a:t>
            </a:r>
            <a:r>
              <a:rPr dirty="0" smtClean="0" sz="2800" spc="-3">
                <a:latin typeface="Arial"/>
                <a:cs typeface="Arial"/>
              </a:rPr>
              <a:t>n</a:t>
            </a:r>
            <a:r>
              <a:rPr dirty="0" smtClean="0" sz="2800" spc="-3">
                <a:latin typeface="Arial"/>
                <a:cs typeface="Arial"/>
              </a:rPr>
              <a:t>g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o</a:t>
            </a:r>
            <a:r>
              <a:rPr dirty="0" smtClean="0" sz="2800" spc="-3">
                <a:latin typeface="Arial"/>
                <a:cs typeface="Arial"/>
              </a:rPr>
              <a:t>d</a:t>
            </a:r>
            <a:r>
              <a:rPr dirty="0" smtClean="0" sz="2800" spc="-3">
                <a:latin typeface="Arial"/>
                <a:cs typeface="Arial"/>
              </a:rPr>
              <a:t>e</a:t>
            </a:r>
            <a:r>
              <a:rPr dirty="0" smtClean="0" sz="2800" spc="-3">
                <a:latin typeface="Arial"/>
                <a:cs typeface="Arial"/>
              </a:rPr>
              <a:t>k</a:t>
            </a:r>
            <a:r>
              <a:rPr dirty="0" smtClean="0" sz="2800" spc="-3">
                <a:latin typeface="Arial"/>
                <a:cs typeface="Arial"/>
              </a:rPr>
              <a:t>an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b</a:t>
            </a:r>
            <a:r>
              <a:rPr dirty="0" smtClean="0" sz="2800" spc="-3">
                <a:latin typeface="Arial"/>
                <a:cs typeface="Arial"/>
              </a:rPr>
              <a:t>i</a:t>
            </a:r>
            <a:r>
              <a:rPr dirty="0" smtClean="0" sz="2800" spc="-3">
                <a:latin typeface="Arial"/>
                <a:cs typeface="Arial"/>
              </a:rPr>
              <a:t>t</a:t>
            </a:r>
            <a:r>
              <a:rPr dirty="0" smtClean="0" sz="2800" spc="-3">
                <a:latin typeface="Arial"/>
                <a:cs typeface="Arial"/>
              </a:rPr>
              <a:t>-</a:t>
            </a:r>
            <a:r>
              <a:rPr dirty="0" smtClean="0" sz="2800" spc="-3">
                <a:latin typeface="Arial"/>
                <a:cs typeface="Arial"/>
              </a:rPr>
              <a:t>b</a:t>
            </a:r>
            <a:r>
              <a:rPr dirty="0" smtClean="0" sz="2800" spc="-3">
                <a:latin typeface="Arial"/>
                <a:cs typeface="Arial"/>
              </a:rPr>
              <a:t>i</a:t>
            </a:r>
            <a:r>
              <a:rPr dirty="0" smtClean="0" sz="2800" spc="-3">
                <a:latin typeface="Arial"/>
                <a:cs typeface="Arial"/>
              </a:rPr>
              <a:t>t:</a:t>
            </a:r>
            <a:endParaRPr sz="2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450594" y="2436511"/>
            <a:ext cx="152653" cy="64566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472"/>
              </a:spcBef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79194" y="2436511"/>
            <a:ext cx="7611072" cy="95046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 marR="31111">
              <a:lnSpc>
                <a:spcPts val="2150"/>
              </a:lnSpc>
            </a:pPr>
            <a:r>
              <a:rPr dirty="0" smtClean="0" sz="2000" spc="-1">
                <a:latin typeface="Arial"/>
                <a:cs typeface="Arial"/>
              </a:rPr>
              <a:t>Fa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dipi</a:t>
            </a:r>
            <a:r>
              <a:rPr dirty="0" smtClean="0" sz="2000" spc="-1">
                <a:latin typeface="Arial"/>
                <a:cs typeface="Arial"/>
              </a:rPr>
              <a:t>s</a:t>
            </a:r>
            <a:r>
              <a:rPr dirty="0" smtClean="0" sz="2000" spc="-1">
                <a:latin typeface="Arial"/>
                <a:cs typeface="Arial"/>
              </a:rPr>
              <a:t>ah</a:t>
            </a:r>
            <a:r>
              <a:rPr dirty="0" smtClean="0" sz="2000" spc="-1">
                <a:latin typeface="Arial"/>
                <a:cs typeface="Arial"/>
              </a:rPr>
              <a:t>k</a:t>
            </a:r>
            <a:r>
              <a:rPr dirty="0" smtClean="0" sz="2000" spc="-1">
                <a:latin typeface="Arial"/>
                <a:cs typeface="Arial"/>
              </a:rPr>
              <a:t>an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180</a:t>
            </a:r>
            <a:r>
              <a:rPr dirty="0" smtClean="0" sz="2000" spc="-1">
                <a:latin typeface="Arial"/>
                <a:cs typeface="Arial"/>
              </a:rPr>
              <a:t> </a:t>
            </a:r>
            <a:r>
              <a:rPr dirty="0" smtClean="0" sz="2000" spc="-1">
                <a:latin typeface="Arial"/>
                <a:cs typeface="Arial"/>
              </a:rPr>
              <a:t>de</a:t>
            </a:r>
            <a:r>
              <a:rPr dirty="0" smtClean="0" sz="2000" spc="-1">
                <a:latin typeface="Arial"/>
                <a:cs typeface="Arial"/>
              </a:rPr>
              <a:t>r</a:t>
            </a:r>
            <a:r>
              <a:rPr dirty="0" smtClean="0" sz="2000" spc="-1">
                <a:latin typeface="Arial"/>
                <a:cs typeface="Arial"/>
              </a:rPr>
              <a:t>ajat.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41"/>
              </a:lnSpc>
              <a:spcBef>
                <a:spcPts val="472"/>
              </a:spcBef>
            </a:pPr>
            <a:r>
              <a:rPr dirty="0" smtClean="0" sz="2000">
                <a:latin typeface="Arial"/>
                <a:cs typeface="Arial"/>
              </a:rPr>
              <a:t>Seder</a:t>
            </a:r>
            <a:r>
              <a:rPr dirty="0" smtClean="0" sz="2000" spc="4">
                <a:latin typeface="Arial"/>
                <a:cs typeface="Arial"/>
              </a:rPr>
              <a:t>h</a:t>
            </a:r>
            <a:r>
              <a:rPr dirty="0" smtClean="0" sz="2000" spc="0">
                <a:latin typeface="Arial"/>
                <a:cs typeface="Arial"/>
              </a:rPr>
              <a:t>ana</a:t>
            </a:r>
            <a:r>
              <a:rPr dirty="0" smtClean="0" sz="2000" spc="-34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utk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diimplementa</a:t>
            </a:r>
            <a:r>
              <a:rPr dirty="0" smtClean="0" sz="2000" spc="4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ik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n,</a:t>
            </a:r>
            <a:r>
              <a:rPr dirty="0" smtClean="0" sz="2000" spc="-3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tidak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efisien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dalam</a:t>
            </a:r>
            <a:r>
              <a:rPr dirty="0" smtClean="0" sz="2000" spc="-9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pen</a:t>
            </a:r>
            <a:r>
              <a:rPr dirty="0" smtClean="0" sz="2000" spc="4">
                <a:latin typeface="Arial"/>
                <a:cs typeface="Arial"/>
              </a:rPr>
              <a:t>g</a:t>
            </a:r>
            <a:r>
              <a:rPr dirty="0" smtClean="0" sz="2000" spc="0">
                <a:latin typeface="Arial"/>
                <a:cs typeface="Arial"/>
              </a:rPr>
              <a:t>gun</a:t>
            </a:r>
            <a:r>
              <a:rPr dirty="0" smtClean="0" sz="2000" spc="4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an</a:t>
            </a:r>
            <a:r>
              <a:rPr dirty="0" smtClean="0" sz="2000" spc="0">
                <a:latin typeface="Arial"/>
                <a:cs typeface="Arial"/>
              </a:rPr>
              <a:t> </a:t>
            </a:r>
            <a:r>
              <a:rPr dirty="0" smtClean="0" sz="2000" spc="0">
                <a:latin typeface="Arial"/>
                <a:cs typeface="Arial"/>
              </a:rPr>
              <a:t>ban</a:t>
            </a:r>
            <a:r>
              <a:rPr dirty="0" smtClean="0" sz="2000" spc="4">
                <a:latin typeface="Arial"/>
                <a:cs typeface="Arial"/>
              </a:rPr>
              <a:t>d</a:t>
            </a:r>
            <a:r>
              <a:rPr dirty="0" smtClean="0" sz="2000" spc="0">
                <a:latin typeface="Arial"/>
                <a:cs typeface="Arial"/>
              </a:rPr>
              <a:t>width.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450594" y="3473085"/>
            <a:ext cx="15265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•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79194" y="3473085"/>
            <a:ext cx="870112" cy="5847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Sangat</a:t>
            </a:r>
            <a:endParaRPr sz="2000">
              <a:latin typeface="Arial"/>
              <a:cs typeface="Arial"/>
            </a:endParaRPr>
          </a:p>
          <a:p>
            <a:pPr marL="12700" marR="38176">
              <a:lnSpc>
                <a:spcPct val="95825"/>
              </a:lnSpc>
            </a:pP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a</a:t>
            </a:r>
            <a:r>
              <a:rPr dirty="0" smtClean="0" sz="2000" spc="0">
                <a:latin typeface="Arial"/>
                <a:cs typeface="Arial"/>
              </a:rPr>
              <a:t>teli</a:t>
            </a:r>
            <a:r>
              <a:rPr dirty="0" smtClean="0" sz="2000" spc="0">
                <a:latin typeface="Arial"/>
                <a:cs typeface="Arial"/>
              </a:rPr>
              <a:t>t</a:t>
            </a:r>
            <a:r>
              <a:rPr dirty="0" smtClean="0" sz="2000" spc="0"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553937" y="3473085"/>
            <a:ext cx="814883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o</a:t>
            </a: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o</a:t>
            </a:r>
            <a:r>
              <a:rPr dirty="0" smtClean="0" sz="2000" spc="1">
                <a:latin typeface="Arial"/>
                <a:cs typeface="Arial"/>
              </a:rPr>
              <a:t>h,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370399" y="3473085"/>
            <a:ext cx="757365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0">
                <a:latin typeface="Arial"/>
                <a:cs typeface="Arial"/>
              </a:rPr>
              <a:t>s</a:t>
            </a:r>
            <a:r>
              <a:rPr dirty="0" smtClean="0" sz="2000" spc="0">
                <a:latin typeface="Arial"/>
                <a:cs typeface="Arial"/>
              </a:rPr>
              <a:t>e</a:t>
            </a:r>
            <a:r>
              <a:rPr dirty="0" smtClean="0" sz="2000" spc="0">
                <a:latin typeface="Arial"/>
                <a:cs typeface="Arial"/>
              </a:rPr>
              <a:t>ring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31887" y="3473085"/>
            <a:ext cx="1239148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digu</a:t>
            </a:r>
            <a:r>
              <a:rPr dirty="0" smtClean="0" sz="2000" spc="1">
                <a:latin typeface="Arial"/>
                <a:cs typeface="Arial"/>
              </a:rPr>
              <a:t>n</a:t>
            </a:r>
            <a:r>
              <a:rPr dirty="0" smtClean="0" sz="2000" spc="1">
                <a:latin typeface="Arial"/>
                <a:cs typeface="Arial"/>
              </a:rPr>
              <a:t>a</a:t>
            </a: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74904" y="3473085"/>
            <a:ext cx="82888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s</a:t>
            </a:r>
            <a:r>
              <a:rPr dirty="0" smtClean="0" sz="2000" spc="1">
                <a:latin typeface="Arial"/>
                <a:cs typeface="Arial"/>
              </a:rPr>
              <a:t>e</a:t>
            </a:r>
            <a:r>
              <a:rPr dirty="0" smtClean="0" sz="2000" spc="1">
                <a:latin typeface="Arial"/>
                <a:cs typeface="Arial"/>
              </a:rPr>
              <a:t>c</a:t>
            </a:r>
            <a:r>
              <a:rPr dirty="0" smtClean="0" sz="2000" spc="1">
                <a:latin typeface="Arial"/>
                <a:cs typeface="Arial"/>
              </a:rPr>
              <a:t>a</a:t>
            </a:r>
            <a:r>
              <a:rPr dirty="0" smtClean="0" sz="2000" spc="1">
                <a:latin typeface="Arial"/>
                <a:cs typeface="Arial"/>
              </a:rPr>
              <a:t>ra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06127" y="3473085"/>
            <a:ext cx="940356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ex</a:t>
            </a:r>
            <a:r>
              <a:rPr dirty="0" smtClean="0" sz="2000">
                <a:latin typeface="Arial"/>
                <a:cs typeface="Arial"/>
              </a:rPr>
              <a:t>t</a:t>
            </a:r>
            <a:r>
              <a:rPr dirty="0" smtClean="0" sz="2000">
                <a:latin typeface="Arial"/>
                <a:cs typeface="Arial"/>
              </a:rPr>
              <a:t>en</a:t>
            </a:r>
            <a:r>
              <a:rPr dirty="0" smtClean="0" sz="2000">
                <a:latin typeface="Arial"/>
                <a:cs typeface="Arial"/>
              </a:rPr>
              <a:t>s</a:t>
            </a:r>
            <a:r>
              <a:rPr dirty="0" smtClean="0" sz="2000">
                <a:latin typeface="Arial"/>
                <a:cs typeface="Arial"/>
              </a:rPr>
              <a:t>if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150606" y="3473085"/>
            <a:ext cx="62960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pada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784331" y="3473085"/>
            <a:ext cx="1338661" cy="279908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o</a:t>
            </a:r>
            <a:r>
              <a:rPr dirty="0" smtClean="0" sz="2000" spc="1">
                <a:latin typeface="Arial"/>
                <a:cs typeface="Arial"/>
              </a:rPr>
              <a:t>muni</a:t>
            </a:r>
            <a:r>
              <a:rPr dirty="0" smtClean="0" sz="2000" spc="1">
                <a:latin typeface="Arial"/>
                <a:cs typeface="Arial"/>
              </a:rPr>
              <a:t>k</a:t>
            </a:r>
            <a:r>
              <a:rPr dirty="0" smtClean="0" sz="2000" spc="1">
                <a:latin typeface="Arial"/>
                <a:cs typeface="Arial"/>
              </a:rPr>
              <a:t>a</a:t>
            </a:r>
            <a:r>
              <a:rPr dirty="0" smtClean="0" sz="2000" spc="1">
                <a:latin typeface="Arial"/>
                <a:cs typeface="Arial"/>
              </a:rPr>
              <a:t>s</a:t>
            </a:r>
            <a:r>
              <a:rPr dirty="0" smtClean="0" sz="2000" spc="1">
                <a:latin typeface="Arial"/>
                <a:cs typeface="Arial"/>
              </a:rPr>
              <a:t>i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80229" y="6181526"/>
            <a:ext cx="59347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State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51340" y="6471832"/>
            <a:ext cx="340670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78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41804" y="4995672"/>
            <a:ext cx="2133599" cy="7498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375404" y="4995672"/>
            <a:ext cx="2286000" cy="749807"/>
          </a:xfrm>
          <a:prstGeom prst="rect">
            <a:avLst/>
          </a:prstGeom>
        </p:spPr>
        <p:txBody>
          <a:bodyPr wrap="square" lIns="0" tIns="8350" rIns="0" bIns="0" rtlCol="0">
            <a:noAutofit/>
          </a:bodyPr>
          <a:lstStyle/>
          <a:p>
            <a:pPr marL="60071">
              <a:lnSpc>
                <a:spcPts val="1315"/>
              </a:lnSpc>
            </a:pPr>
            <a:r>
              <a:rPr dirty="0" smtClean="0" sz="1800">
                <a:latin typeface="Arial"/>
                <a:cs typeface="Arial"/>
              </a:rPr>
              <a:t>Q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41804" y="5745480"/>
            <a:ext cx="2133599" cy="545591"/>
          </a:xfrm>
          <a:prstGeom prst="rect">
            <a:avLst/>
          </a:prstGeom>
        </p:spPr>
        <p:txBody>
          <a:bodyPr wrap="square" lIns="0" tIns="5539" rIns="0" bIns="0" rtlCol="0">
            <a:noAutofit/>
          </a:bodyPr>
          <a:lstStyle/>
          <a:p>
            <a:pPr>
              <a:lnSpc>
                <a:spcPts val="500"/>
              </a:lnSpc>
            </a:pPr>
            <a:endParaRPr sz="500"/>
          </a:p>
          <a:p>
            <a:pPr marL="1287526" marR="659282" algn="ctr">
              <a:lnSpc>
                <a:spcPct val="95825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  <a:p>
            <a:pPr marL="1097025" marR="443102" algn="ctr">
              <a:lnSpc>
                <a:spcPts val="1590"/>
              </a:lnSpc>
              <a:spcBef>
                <a:spcPts val="169"/>
              </a:spcBef>
            </a:pPr>
            <a:r>
              <a:rPr dirty="0" smtClean="0" baseline="-12883" sz="2700">
                <a:latin typeface="Arial"/>
                <a:cs typeface="Arial"/>
              </a:rPr>
              <a:t>State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375404" y="5745480"/>
            <a:ext cx="2286000" cy="545591"/>
          </a:xfrm>
          <a:prstGeom prst="rect">
            <a:avLst/>
          </a:prstGeom>
        </p:spPr>
        <p:txBody>
          <a:bodyPr wrap="square" lIns="0" tIns="5539" rIns="0" bIns="0" rtlCol="0">
            <a:noAutofit/>
          </a:bodyPr>
          <a:lstStyle/>
          <a:p>
            <a:pPr>
              <a:lnSpc>
                <a:spcPts val="1100"/>
              </a:lnSpc>
            </a:pPr>
            <a:endParaRPr sz="1100"/>
          </a:p>
          <a:p>
            <a:pPr marL="644017">
              <a:lnSpc>
                <a:spcPct val="95825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86228" y="3913631"/>
            <a:ext cx="4296528" cy="835152"/>
          </a:xfrm>
          <a:prstGeom prst="rect">
            <a:avLst/>
          </a:prstGeom>
        </p:spPr>
        <p:txBody>
          <a:bodyPr wrap="square" lIns="0" tIns="19145" rIns="0" bIns="0" rtlCol="0">
            <a:noAutofit/>
          </a:bodyPr>
          <a:lstStyle/>
          <a:p>
            <a:pPr marL="50420" marR="21708">
              <a:lnSpc>
                <a:spcPts val="3015"/>
              </a:lnSpc>
            </a:pPr>
            <a:r>
              <a:rPr dirty="0" smtClean="0" sz="2200" spc="-107" i="1">
                <a:latin typeface="Times New Roman"/>
                <a:cs typeface="Times New Roman"/>
              </a:rPr>
              <a:t>s</a:t>
            </a:r>
            <a:r>
              <a:rPr dirty="0" smtClean="0" baseline="-16233" sz="1875" spc="11">
                <a:latin typeface="Times New Roman"/>
                <a:cs typeface="Times New Roman"/>
              </a:rPr>
              <a:t>1</a:t>
            </a:r>
            <a:r>
              <a:rPr dirty="0" smtClean="0" baseline="-16233" sz="1875" spc="-179">
                <a:latin typeface="Times New Roman"/>
                <a:cs typeface="Times New Roman"/>
              </a:rPr>
              <a:t> </a:t>
            </a:r>
            <a:r>
              <a:rPr dirty="0" smtClean="0" sz="2200" spc="-25">
                <a:latin typeface="Times New Roman"/>
                <a:cs typeface="Times New Roman"/>
              </a:rPr>
              <a:t>(</a:t>
            </a:r>
            <a:r>
              <a:rPr dirty="0" smtClean="0" sz="2200" spc="129" i="1">
                <a:latin typeface="Times New Roman"/>
                <a:cs typeface="Times New Roman"/>
              </a:rPr>
              <a:t>t</a:t>
            </a:r>
            <a:r>
              <a:rPr dirty="0" smtClean="0" sz="2200" spc="0">
                <a:latin typeface="Times New Roman"/>
                <a:cs typeface="Times New Roman"/>
              </a:rPr>
              <a:t>)</a:t>
            </a:r>
            <a:r>
              <a:rPr dirty="0" smtClean="0" sz="2200" spc="-22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Symbol"/>
                <a:cs typeface="Symbol"/>
              </a:rPr>
              <a:t></a:t>
            </a:r>
            <a:r>
              <a:rPr dirty="0" smtClean="0" sz="2200" spc="124">
                <a:latin typeface="Times New Roman"/>
                <a:cs typeface="Times New Roman"/>
              </a:rPr>
              <a:t> </a:t>
            </a:r>
            <a:r>
              <a:rPr dirty="0" smtClean="0" sz="2200" spc="-184" i="1">
                <a:latin typeface="Times New Roman"/>
                <a:cs typeface="Times New Roman"/>
              </a:rPr>
              <a:t>A</a:t>
            </a:r>
            <a:r>
              <a:rPr dirty="0" smtClean="0" baseline="-16233" sz="1875" spc="0" i="1">
                <a:latin typeface="Times New Roman"/>
                <a:cs typeface="Times New Roman"/>
              </a:rPr>
              <a:t>c</a:t>
            </a:r>
            <a:r>
              <a:rPr dirty="0" smtClean="0" baseline="-16233" sz="1875" spc="230" i="1">
                <a:latin typeface="Times New Roman"/>
                <a:cs typeface="Times New Roman"/>
              </a:rPr>
              <a:t> </a:t>
            </a:r>
            <a:r>
              <a:rPr dirty="0" smtClean="0" sz="2200" spc="-19">
                <a:latin typeface="Times New Roman"/>
                <a:cs typeface="Times New Roman"/>
              </a:rPr>
              <a:t>c</a:t>
            </a:r>
            <a:r>
              <a:rPr dirty="0" smtClean="0" sz="2200" spc="44">
                <a:latin typeface="Times New Roman"/>
                <a:cs typeface="Times New Roman"/>
              </a:rPr>
              <a:t>o</a:t>
            </a:r>
            <a:r>
              <a:rPr dirty="0" smtClean="0" sz="2200" spc="0">
                <a:latin typeface="Times New Roman"/>
                <a:cs typeface="Times New Roman"/>
              </a:rPr>
              <a:t>s</a:t>
            </a:r>
            <a:r>
              <a:rPr dirty="0" smtClean="0" sz="2200" spc="-50">
                <a:latin typeface="Times New Roman"/>
                <a:cs typeface="Times New Roman"/>
              </a:rPr>
              <a:t>(</a:t>
            </a:r>
            <a:r>
              <a:rPr dirty="0" smtClean="0" sz="2200" spc="-125">
                <a:latin typeface="Times New Roman"/>
                <a:cs typeface="Times New Roman"/>
              </a:rPr>
              <a:t>2</a:t>
            </a:r>
            <a:r>
              <a:rPr dirty="0" smtClean="0" sz="2300" spc="-59">
                <a:latin typeface="Symbol"/>
                <a:cs typeface="Symbol"/>
              </a:rPr>
              <a:t></a:t>
            </a:r>
            <a:r>
              <a:rPr dirty="0" smtClean="0" sz="2200" spc="104" i="1">
                <a:latin typeface="Times New Roman"/>
                <a:cs typeface="Times New Roman"/>
              </a:rPr>
              <a:t>f</a:t>
            </a:r>
            <a:r>
              <a:rPr dirty="0" smtClean="0" baseline="-16233" sz="1875" spc="0" i="1">
                <a:latin typeface="Times New Roman"/>
                <a:cs typeface="Times New Roman"/>
              </a:rPr>
              <a:t>c</a:t>
            </a:r>
            <a:r>
              <a:rPr dirty="0" smtClean="0" baseline="-16233" sz="1875" spc="0" i="1">
                <a:latin typeface="Times New Roman"/>
                <a:cs typeface="Times New Roman"/>
              </a:rPr>
              <a:t> </a:t>
            </a:r>
            <a:r>
              <a:rPr dirty="0" smtClean="0" baseline="-16233" sz="1875" spc="64" i="1">
                <a:latin typeface="Times New Roman"/>
                <a:cs typeface="Times New Roman"/>
              </a:rPr>
              <a:t> </a:t>
            </a:r>
            <a:r>
              <a:rPr dirty="0" smtClean="0" sz="2200" spc="175">
                <a:latin typeface="Symbol"/>
                <a:cs typeface="Symbol"/>
              </a:rPr>
              <a:t></a:t>
            </a:r>
            <a:r>
              <a:rPr dirty="0" smtClean="0" sz="2300" spc="84">
                <a:latin typeface="Symbol"/>
                <a:cs typeface="Symbol"/>
              </a:rPr>
              <a:t></a:t>
            </a:r>
            <a:r>
              <a:rPr dirty="0" smtClean="0" baseline="-16233" sz="1875" spc="0" i="1">
                <a:latin typeface="Times New Roman"/>
                <a:cs typeface="Times New Roman"/>
              </a:rPr>
              <a:t>c</a:t>
            </a:r>
            <a:r>
              <a:rPr dirty="0" smtClean="0" baseline="-16233" sz="1875" spc="-101" i="1">
                <a:latin typeface="Times New Roman"/>
                <a:cs typeface="Times New Roman"/>
              </a:rPr>
              <a:t> </a:t>
            </a:r>
            <a:r>
              <a:rPr dirty="0" smtClean="0" sz="2200" spc="0">
                <a:latin typeface="Times New Roman"/>
                <a:cs typeface="Times New Roman"/>
              </a:rPr>
              <a:t>)</a:t>
            </a:r>
            <a:r>
              <a:rPr dirty="0" smtClean="0" sz="2200" spc="0">
                <a:latin typeface="Times New Roman"/>
                <a:cs typeface="Times New Roman"/>
              </a:rPr>
              <a:t>       </a:t>
            </a:r>
            <a:r>
              <a:rPr dirty="0" smtClean="0" sz="2200" spc="264">
                <a:latin typeface="Times New Roman"/>
                <a:cs typeface="Times New Roman"/>
              </a:rPr>
              <a:t> </a:t>
            </a:r>
            <a:r>
              <a:rPr dirty="0" smtClean="0" sz="2200" spc="-50">
                <a:latin typeface="Arial"/>
                <a:cs typeface="Arial"/>
              </a:rPr>
              <a:t>b</a:t>
            </a:r>
            <a:r>
              <a:rPr dirty="0" smtClean="0" sz="2200" spc="0">
                <a:latin typeface="Arial"/>
                <a:cs typeface="Arial"/>
              </a:rPr>
              <a:t>i</a:t>
            </a:r>
            <a:r>
              <a:rPr dirty="0" smtClean="0" sz="2200" spc="-50">
                <a:latin typeface="Arial"/>
                <a:cs typeface="Arial"/>
              </a:rPr>
              <a:t>n</a:t>
            </a:r>
            <a:r>
              <a:rPr dirty="0" smtClean="0" sz="2200" spc="43">
                <a:latin typeface="Arial"/>
                <a:cs typeface="Arial"/>
              </a:rPr>
              <a:t>a</a:t>
            </a:r>
            <a:r>
              <a:rPr dirty="0" smtClean="0" sz="2200" spc="38">
                <a:latin typeface="Arial"/>
                <a:cs typeface="Arial"/>
              </a:rPr>
              <a:t>r</a:t>
            </a:r>
            <a:r>
              <a:rPr dirty="0" smtClean="0" sz="2200" spc="21">
                <a:latin typeface="Arial"/>
                <a:cs typeface="Arial"/>
              </a:rPr>
              <a:t>y</a:t>
            </a:r>
            <a:r>
              <a:rPr dirty="0" smtClean="0" sz="2200" spc="-244">
                <a:latin typeface="Arial"/>
                <a:cs typeface="Arial"/>
              </a:rPr>
              <a:t> </a:t>
            </a:r>
            <a:r>
              <a:rPr dirty="0" smtClean="0" sz="2200" spc="23">
                <a:latin typeface="Arial"/>
                <a:cs typeface="Arial"/>
              </a:rPr>
              <a:t>1</a:t>
            </a:r>
            <a:endParaRPr sz="2200">
              <a:latin typeface="Arial"/>
              <a:cs typeface="Arial"/>
            </a:endParaRPr>
          </a:p>
          <a:p>
            <a:pPr marL="50420">
              <a:lnSpc>
                <a:spcPts val="2644"/>
              </a:lnSpc>
              <a:spcBef>
                <a:spcPts val="29"/>
              </a:spcBef>
            </a:pPr>
            <a:r>
              <a:rPr dirty="0" smtClean="0" sz="2200" spc="15" i="1">
                <a:latin typeface="Times New Roman"/>
                <a:cs typeface="Times New Roman"/>
              </a:rPr>
              <a:t>s</a:t>
            </a:r>
            <a:r>
              <a:rPr dirty="0" smtClean="0" baseline="-25509" sz="1875" spc="15">
                <a:latin typeface="Times New Roman"/>
                <a:cs typeface="Times New Roman"/>
              </a:rPr>
              <a:t>2</a:t>
            </a:r>
            <a:r>
              <a:rPr dirty="0" smtClean="0" baseline="-25509" sz="1875" spc="15">
                <a:latin typeface="Times New Roman"/>
                <a:cs typeface="Times New Roman"/>
              </a:rPr>
              <a:t> </a:t>
            </a:r>
            <a:r>
              <a:rPr dirty="0" smtClean="0" sz="2200" spc="15">
                <a:latin typeface="Times New Roman"/>
                <a:cs typeface="Times New Roman"/>
              </a:rPr>
              <a:t>(</a:t>
            </a:r>
            <a:r>
              <a:rPr dirty="0" smtClean="0" sz="2200" spc="15" i="1">
                <a:latin typeface="Times New Roman"/>
                <a:cs typeface="Times New Roman"/>
              </a:rPr>
              <a:t>t</a:t>
            </a:r>
            <a:r>
              <a:rPr dirty="0" smtClean="0" sz="2200" spc="15">
                <a:latin typeface="Times New Roman"/>
                <a:cs typeface="Times New Roman"/>
              </a:rPr>
              <a:t>)</a:t>
            </a:r>
            <a:r>
              <a:rPr dirty="0" smtClean="0" sz="2200" spc="15">
                <a:latin typeface="Times New Roman"/>
                <a:cs typeface="Times New Roman"/>
              </a:rPr>
              <a:t> </a:t>
            </a:r>
            <a:r>
              <a:rPr dirty="0" smtClean="0" sz="2200" spc="27">
                <a:latin typeface="Symbol"/>
                <a:cs typeface="Symbol"/>
              </a:rPr>
              <a:t></a:t>
            </a:r>
            <a:r>
              <a:rPr dirty="0" smtClean="0" sz="2200" spc="15">
                <a:latin typeface="Times New Roman"/>
                <a:cs typeface="Times New Roman"/>
              </a:rPr>
              <a:t> </a:t>
            </a:r>
            <a:r>
              <a:rPr dirty="0" smtClean="0" sz="2200" spc="15" i="1">
                <a:latin typeface="Times New Roman"/>
                <a:cs typeface="Times New Roman"/>
              </a:rPr>
              <a:t>A</a:t>
            </a:r>
            <a:r>
              <a:rPr dirty="0" smtClean="0" baseline="-25509" sz="1875" spc="15" i="1">
                <a:latin typeface="Times New Roman"/>
                <a:cs typeface="Times New Roman"/>
              </a:rPr>
              <a:t>c</a:t>
            </a:r>
            <a:r>
              <a:rPr dirty="0" smtClean="0" baseline="-25509" sz="1875" spc="15" i="1">
                <a:latin typeface="Times New Roman"/>
                <a:cs typeface="Times New Roman"/>
              </a:rPr>
              <a:t> </a:t>
            </a:r>
            <a:r>
              <a:rPr dirty="0" smtClean="0" sz="2200" spc="15">
                <a:latin typeface="Times New Roman"/>
                <a:cs typeface="Times New Roman"/>
              </a:rPr>
              <a:t>c</a:t>
            </a:r>
            <a:r>
              <a:rPr dirty="0" smtClean="0" sz="2200" spc="15">
                <a:latin typeface="Times New Roman"/>
                <a:cs typeface="Times New Roman"/>
              </a:rPr>
              <a:t>o</a:t>
            </a:r>
            <a:r>
              <a:rPr dirty="0" smtClean="0" sz="2200" spc="15">
                <a:latin typeface="Times New Roman"/>
                <a:cs typeface="Times New Roman"/>
              </a:rPr>
              <a:t>s</a:t>
            </a:r>
            <a:r>
              <a:rPr dirty="0" smtClean="0" sz="2200" spc="15">
                <a:latin typeface="Times New Roman"/>
                <a:cs typeface="Times New Roman"/>
              </a:rPr>
              <a:t>(</a:t>
            </a:r>
            <a:r>
              <a:rPr dirty="0" smtClean="0" sz="2200" spc="15">
                <a:latin typeface="Times New Roman"/>
                <a:cs typeface="Times New Roman"/>
              </a:rPr>
              <a:t>2</a:t>
            </a:r>
            <a:r>
              <a:rPr dirty="0" smtClean="0" sz="2300" spc="27">
                <a:latin typeface="Symbol"/>
                <a:cs typeface="Symbol"/>
              </a:rPr>
              <a:t></a:t>
            </a:r>
            <a:r>
              <a:rPr dirty="0" smtClean="0" sz="2200" spc="15" i="1">
                <a:latin typeface="Times New Roman"/>
                <a:cs typeface="Times New Roman"/>
              </a:rPr>
              <a:t>f</a:t>
            </a:r>
            <a:r>
              <a:rPr dirty="0" smtClean="0" baseline="-25509" sz="1875" spc="15" i="1">
                <a:latin typeface="Times New Roman"/>
                <a:cs typeface="Times New Roman"/>
              </a:rPr>
              <a:t>c</a:t>
            </a:r>
            <a:r>
              <a:rPr dirty="0" smtClean="0" baseline="-25509" sz="1875" spc="15" i="1">
                <a:latin typeface="Times New Roman"/>
                <a:cs typeface="Times New Roman"/>
              </a:rPr>
              <a:t> </a:t>
            </a:r>
            <a:r>
              <a:rPr dirty="0" smtClean="0" baseline="-25509" sz="1875" spc="15" i="1">
                <a:latin typeface="Times New Roman"/>
                <a:cs typeface="Times New Roman"/>
              </a:rPr>
              <a:t> </a:t>
            </a:r>
            <a:r>
              <a:rPr dirty="0" smtClean="0" sz="2200" spc="27">
                <a:latin typeface="Symbol"/>
                <a:cs typeface="Symbol"/>
              </a:rPr>
              <a:t></a:t>
            </a:r>
            <a:r>
              <a:rPr dirty="0" smtClean="0" sz="2300" spc="27">
                <a:latin typeface="Symbol"/>
                <a:cs typeface="Symbol"/>
              </a:rPr>
              <a:t></a:t>
            </a:r>
            <a:r>
              <a:rPr dirty="0" smtClean="0" baseline="-25509" sz="1875" spc="15" i="1">
                <a:latin typeface="Times New Roman"/>
                <a:cs typeface="Times New Roman"/>
              </a:rPr>
              <a:t>c</a:t>
            </a:r>
            <a:r>
              <a:rPr dirty="0" smtClean="0" baseline="-25509" sz="1875" spc="15" i="1">
                <a:latin typeface="Times New Roman"/>
                <a:cs typeface="Times New Roman"/>
              </a:rPr>
              <a:t> </a:t>
            </a:r>
            <a:r>
              <a:rPr dirty="0" smtClean="0" sz="2200" spc="27">
                <a:latin typeface="Symbol"/>
                <a:cs typeface="Symbol"/>
              </a:rPr>
              <a:t></a:t>
            </a:r>
            <a:r>
              <a:rPr dirty="0" smtClean="0" sz="2200" spc="15">
                <a:latin typeface="Times New Roman"/>
                <a:cs typeface="Times New Roman"/>
              </a:rPr>
              <a:t> </a:t>
            </a:r>
            <a:r>
              <a:rPr dirty="0" smtClean="0" sz="2300" spc="27">
                <a:latin typeface="Symbol"/>
                <a:cs typeface="Symbol"/>
              </a:rPr>
              <a:t></a:t>
            </a:r>
            <a:r>
              <a:rPr dirty="0" smtClean="0" sz="2300" spc="15">
                <a:latin typeface="Times New Roman"/>
                <a:cs typeface="Times New Roman"/>
              </a:rPr>
              <a:t> </a:t>
            </a:r>
            <a:r>
              <a:rPr dirty="0" smtClean="0" sz="2200" spc="15">
                <a:latin typeface="Times New Roman"/>
                <a:cs typeface="Times New Roman"/>
              </a:rPr>
              <a:t>)</a:t>
            </a:r>
            <a:r>
              <a:rPr dirty="0" smtClean="0" sz="2200" spc="15">
                <a:latin typeface="Times New Roman"/>
                <a:cs typeface="Times New Roman"/>
              </a:rPr>
              <a:t> </a:t>
            </a:r>
            <a:r>
              <a:rPr dirty="0" smtClean="0" sz="2200" spc="15">
                <a:latin typeface="Times New Roman"/>
                <a:cs typeface="Times New Roman"/>
              </a:rPr>
              <a:t> </a:t>
            </a:r>
            <a:r>
              <a:rPr dirty="0" smtClean="0" sz="2200" spc="-16">
                <a:latin typeface="Arial"/>
                <a:cs typeface="Arial"/>
              </a:rPr>
              <a:t>b</a:t>
            </a:r>
            <a:r>
              <a:rPr dirty="0" smtClean="0" sz="2200" spc="-16">
                <a:latin typeface="Arial"/>
                <a:cs typeface="Arial"/>
              </a:rPr>
              <a:t>i</a:t>
            </a:r>
            <a:r>
              <a:rPr dirty="0" smtClean="0" sz="2200" spc="-16">
                <a:latin typeface="Arial"/>
                <a:cs typeface="Arial"/>
              </a:rPr>
              <a:t>n</a:t>
            </a:r>
            <a:r>
              <a:rPr dirty="0" smtClean="0" sz="2200" spc="-16">
                <a:latin typeface="Arial"/>
                <a:cs typeface="Arial"/>
              </a:rPr>
              <a:t>a</a:t>
            </a:r>
            <a:r>
              <a:rPr dirty="0" smtClean="0" sz="2200" spc="-16">
                <a:latin typeface="Arial"/>
                <a:cs typeface="Arial"/>
              </a:rPr>
              <a:t>r</a:t>
            </a:r>
            <a:r>
              <a:rPr dirty="0" smtClean="0" sz="2200" spc="-16">
                <a:latin typeface="Arial"/>
                <a:cs typeface="Arial"/>
              </a:rPr>
              <a:t>y</a:t>
            </a:r>
            <a:r>
              <a:rPr dirty="0" smtClean="0" sz="2200" spc="-16">
                <a:latin typeface="Arial"/>
                <a:cs typeface="Arial"/>
              </a:rPr>
              <a:t> </a:t>
            </a:r>
            <a:endParaRPr sz="2200">
              <a:latin typeface="Arial"/>
              <a:cs typeface="Arial"/>
            </a:endParaRPr>
          </a:p>
          <a:p>
            <a:pPr marL="50420">
              <a:lnSpc>
                <a:spcPct val="95825"/>
              </a:lnSpc>
              <a:spcBef>
                <a:spcPts val="550"/>
              </a:spcBef>
            </a:pPr>
            <a:r>
              <a:rPr dirty="0" smtClean="0" sz="2200" spc="23">
                <a:latin typeface="Arial"/>
                <a:cs typeface="Arial"/>
              </a:rPr>
              <a:t>0</a:t>
            </a:r>
            <a:endParaRPr sz="22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842010"/>
            <a:ext cx="6204203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Binary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P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ase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Sh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i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ft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K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eying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object 105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328718" y="282559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328718" y="2776983"/>
            <a:ext cx="19954" cy="48615"/>
          </a:xfrm>
          <a:custGeom>
            <a:avLst/>
            <a:gdLst/>
            <a:ahLst/>
            <a:cxnLst/>
            <a:rect l="l" t="t" r="r" b="b"/>
            <a:pathLst>
              <a:path w="19954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8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6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2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4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4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348672" y="2728805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5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8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3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2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4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368672" y="2682159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6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5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5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4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388718" y="2637727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8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6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5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4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408769" y="259624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7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3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3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428812" y="2558379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5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3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1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448856" y="2524646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6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5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2" y="2059"/>
                </a:lnTo>
                <a:lnTo>
                  <a:pt x="18811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468899" y="2495600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6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1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2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488942" y="2471756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6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2" y="2021"/>
                </a:lnTo>
                <a:lnTo>
                  <a:pt x="18220" y="193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2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508948" y="2453409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7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6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4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528991" y="2440882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2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549034" y="2434367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2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569078" y="2433376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589133" y="2433942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609177" y="2439659"/>
            <a:ext cx="19992" cy="11741"/>
          </a:xfrm>
          <a:custGeom>
            <a:avLst/>
            <a:gdLst/>
            <a:ahLst/>
            <a:cxnLst/>
            <a:rect l="l" t="t" r="r" b="b"/>
            <a:pathLst>
              <a:path w="19992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2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629170" y="2451401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649226" y="2468988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669269" y="2492124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6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4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5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689312" y="2520513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6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3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709355" y="2553589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7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6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4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3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4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729399" y="2590991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6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4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5" y="39320"/>
                </a:lnTo>
                <a:lnTo>
                  <a:pt x="19313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749455" y="2632049"/>
            <a:ext cx="19993" cy="44058"/>
          </a:xfrm>
          <a:custGeom>
            <a:avLst/>
            <a:gdLst/>
            <a:ahLst/>
            <a:cxnLst/>
            <a:rect l="l" t="t" r="r" b="b"/>
            <a:pathLst>
              <a:path w="19993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6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7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6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4" y="43826"/>
                </a:lnTo>
                <a:lnTo>
                  <a:pt x="19993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769448" y="2676107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6" y="33822"/>
                </a:lnTo>
                <a:lnTo>
                  <a:pt x="14825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789491" y="2722470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7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6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4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5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809534" y="2770507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7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7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6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4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5" y="46877"/>
                </a:lnTo>
                <a:lnTo>
                  <a:pt x="19313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829590" y="2819354"/>
            <a:ext cx="19993" cy="48937"/>
          </a:xfrm>
          <a:custGeom>
            <a:avLst/>
            <a:gdLst/>
            <a:ahLst/>
            <a:cxnLst/>
            <a:rect l="l" t="t" r="r" b="b"/>
            <a:pathLst>
              <a:path w="19993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6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4" y="48667"/>
                </a:lnTo>
                <a:lnTo>
                  <a:pt x="19993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849583" y="2868292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7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6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7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4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5" y="46362"/>
                </a:lnTo>
                <a:lnTo>
                  <a:pt x="19313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4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869626" y="2916586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6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4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5" y="45036"/>
                </a:lnTo>
                <a:lnTo>
                  <a:pt x="19313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889632" y="2963451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6" y="33088"/>
                </a:lnTo>
                <a:lnTo>
                  <a:pt x="14825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909675" y="3008179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7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6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6" y="31054"/>
                </a:lnTo>
                <a:lnTo>
                  <a:pt x="14825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929719" y="3050074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7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6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4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949774" y="3088454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5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969818" y="3122710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6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3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4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989861" y="3152318"/>
            <a:ext cx="19993" cy="24539"/>
          </a:xfrm>
          <a:custGeom>
            <a:avLst/>
            <a:gdLst/>
            <a:ahLst/>
            <a:cxnLst/>
            <a:rect l="l" t="t" r="r" b="b"/>
            <a:pathLst>
              <a:path w="19993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3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3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009854" y="3176857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029910" y="3195909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049953" y="3209140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069997" y="3216413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090040" y="3212612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110083" y="3201633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2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130139" y="3184741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150132" y="3162265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7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6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4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170175" y="3134535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6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2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2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190231" y="3101973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3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3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210274" y="3065086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5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3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1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230318" y="3024453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6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5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5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2" y="2768"/>
                </a:lnTo>
                <a:lnTo>
                  <a:pt x="18811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1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250361" y="2980729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6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5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20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2" y="2948"/>
                </a:lnTo>
                <a:lnTo>
                  <a:pt x="18811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1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270367" y="2934598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7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4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3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290410" y="2886742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7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6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4" y="14072"/>
                </a:lnTo>
                <a:lnTo>
                  <a:pt x="14322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3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310453" y="2837946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6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2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20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2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330496" y="2825599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331510" y="2822551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331510" y="2773935"/>
            <a:ext cx="19954" cy="48615"/>
          </a:xfrm>
          <a:custGeom>
            <a:avLst/>
            <a:gdLst/>
            <a:ahLst/>
            <a:cxnLst/>
            <a:rect l="l" t="t" r="r" b="b"/>
            <a:pathLst>
              <a:path w="19954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8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6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2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5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4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351464" y="2725757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5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8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3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2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5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371464" y="2679111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6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5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5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4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391510" y="2634679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8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6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5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4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411561" y="2593196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7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3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4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431604" y="2555331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5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3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1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451648" y="2521598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6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5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3" y="2059"/>
                </a:lnTo>
                <a:lnTo>
                  <a:pt x="18811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471691" y="2492552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6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1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2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491734" y="2468708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6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2" y="202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3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511740" y="2450361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8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6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4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531783" y="2437834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3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551826" y="2431319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3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571870" y="2430328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591926" y="2430894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611969" y="2436611"/>
            <a:ext cx="19992" cy="11741"/>
          </a:xfrm>
          <a:custGeom>
            <a:avLst/>
            <a:gdLst/>
            <a:ahLst/>
            <a:cxnLst/>
            <a:rect l="l" t="t" r="r" b="b"/>
            <a:pathLst>
              <a:path w="19992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2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631962" y="2448353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652018" y="2465940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672061" y="2489076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6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4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5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692104" y="2517465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6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3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712148" y="2550541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7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6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4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3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4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732191" y="2587943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6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4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5" y="39320"/>
                </a:lnTo>
                <a:lnTo>
                  <a:pt x="19313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752247" y="2629001"/>
            <a:ext cx="19992" cy="44058"/>
          </a:xfrm>
          <a:custGeom>
            <a:avLst/>
            <a:gdLst/>
            <a:ahLst/>
            <a:cxnLst/>
            <a:rect l="l" t="t" r="r" b="b"/>
            <a:pathLst>
              <a:path w="19992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6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7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6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4" y="43826"/>
                </a:lnTo>
                <a:lnTo>
                  <a:pt x="19992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772240" y="2673059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6" y="33822"/>
                </a:lnTo>
                <a:lnTo>
                  <a:pt x="14824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792283" y="2719422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7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6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4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5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812326" y="2767459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6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7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6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4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5" y="46877"/>
                </a:lnTo>
                <a:lnTo>
                  <a:pt x="19313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832382" y="2816306"/>
            <a:ext cx="19992" cy="48937"/>
          </a:xfrm>
          <a:custGeom>
            <a:avLst/>
            <a:gdLst/>
            <a:ahLst/>
            <a:cxnLst/>
            <a:rect l="l" t="t" r="r" b="b"/>
            <a:pathLst>
              <a:path w="19992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6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4" y="48667"/>
                </a:lnTo>
                <a:lnTo>
                  <a:pt x="19992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852375" y="2865244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7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6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7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4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5" y="46362"/>
                </a:lnTo>
                <a:lnTo>
                  <a:pt x="19313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4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872418" y="2913538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6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4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5" y="45036"/>
                </a:lnTo>
                <a:lnTo>
                  <a:pt x="19313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892424" y="2960403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6" y="33088"/>
                </a:lnTo>
                <a:lnTo>
                  <a:pt x="14824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912467" y="3005131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7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6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6" y="31054"/>
                </a:lnTo>
                <a:lnTo>
                  <a:pt x="14824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932511" y="3047026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7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6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4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952566" y="3085406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5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972610" y="3119662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6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3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4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992653" y="3149270"/>
            <a:ext cx="19992" cy="24539"/>
          </a:xfrm>
          <a:custGeom>
            <a:avLst/>
            <a:gdLst/>
            <a:ahLst/>
            <a:cxnLst/>
            <a:rect l="l" t="t" r="r" b="b"/>
            <a:pathLst>
              <a:path w="19992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3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2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012646" y="3173809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032702" y="3192861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052745" y="3206092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072789" y="3213365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092832" y="3209564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112875" y="3198585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3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132931" y="3181693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152924" y="3159217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8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6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4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172967" y="3131487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6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2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3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193023" y="3098925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3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4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213066" y="3062038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5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3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1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233110" y="3021405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6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5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6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3" y="2768"/>
                </a:lnTo>
                <a:lnTo>
                  <a:pt x="18811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2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253153" y="2977681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6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5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20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3" y="2948"/>
                </a:lnTo>
                <a:lnTo>
                  <a:pt x="18811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2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273159" y="2931550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8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4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3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293202" y="2883694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8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6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4" y="14072"/>
                </a:lnTo>
                <a:lnTo>
                  <a:pt x="14322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3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313245" y="2834898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6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2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20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3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333288" y="2822551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344970" y="282559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344970" y="2776983"/>
            <a:ext cx="19953" cy="48615"/>
          </a:xfrm>
          <a:custGeom>
            <a:avLst/>
            <a:gdLst/>
            <a:ahLst/>
            <a:cxnLst/>
            <a:rect l="l" t="t" r="r" b="b"/>
            <a:pathLst>
              <a:path w="19953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7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5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2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4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364924" y="2728805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5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7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3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2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4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384924" y="2682159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5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5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5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3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404970" y="2637727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8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6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5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3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425021" y="259624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7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3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3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445064" y="2558379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5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3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1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465107" y="2524646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5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5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2" y="2059"/>
                </a:lnTo>
                <a:lnTo>
                  <a:pt x="18811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485151" y="2495600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6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1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505194" y="2471756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6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2" y="202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2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525199" y="2453409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7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6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4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545243" y="2440882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2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565286" y="2434367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2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585329" y="2433376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605385" y="2433942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625429" y="2439659"/>
            <a:ext cx="19993" cy="11741"/>
          </a:xfrm>
          <a:custGeom>
            <a:avLst/>
            <a:gdLst/>
            <a:ahLst/>
            <a:cxnLst/>
            <a:rect l="l" t="t" r="r" b="b"/>
            <a:pathLst>
              <a:path w="19993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3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645422" y="2451401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665477" y="2468988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685521" y="2492124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6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5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5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705564" y="2520513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7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4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725607" y="2553589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7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7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4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4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4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745651" y="2590991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7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4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5" y="39320"/>
                </a:lnTo>
                <a:lnTo>
                  <a:pt x="19314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765706" y="2632049"/>
            <a:ext cx="19993" cy="44058"/>
          </a:xfrm>
          <a:custGeom>
            <a:avLst/>
            <a:gdLst/>
            <a:ahLst/>
            <a:cxnLst/>
            <a:rect l="l" t="t" r="r" b="b"/>
            <a:pathLst>
              <a:path w="19993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7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7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6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4" y="43826"/>
                </a:lnTo>
                <a:lnTo>
                  <a:pt x="19993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785699" y="2676107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6" y="33822"/>
                </a:lnTo>
                <a:lnTo>
                  <a:pt x="14825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805743" y="2722470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7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7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4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5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825786" y="2770507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7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7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7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4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5" y="46877"/>
                </a:lnTo>
                <a:lnTo>
                  <a:pt x="19314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845842" y="2819354"/>
            <a:ext cx="19993" cy="48937"/>
          </a:xfrm>
          <a:custGeom>
            <a:avLst/>
            <a:gdLst/>
            <a:ahLst/>
            <a:cxnLst/>
            <a:rect l="l" t="t" r="r" b="b"/>
            <a:pathLst>
              <a:path w="19993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6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4" y="48667"/>
                </a:lnTo>
                <a:lnTo>
                  <a:pt x="19993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865835" y="2868292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7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7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7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4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5" y="46362"/>
                </a:lnTo>
                <a:lnTo>
                  <a:pt x="19314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4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885878" y="2916586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7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4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5" y="45036"/>
                </a:lnTo>
                <a:lnTo>
                  <a:pt x="19314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905884" y="2963451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6" y="33088"/>
                </a:lnTo>
                <a:lnTo>
                  <a:pt x="14825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925927" y="3008179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7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7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6" y="31054"/>
                </a:lnTo>
                <a:lnTo>
                  <a:pt x="14825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945971" y="3050074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7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7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4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966026" y="3088454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5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986070" y="3122710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7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4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4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006113" y="3152318"/>
            <a:ext cx="19993" cy="24539"/>
          </a:xfrm>
          <a:custGeom>
            <a:avLst/>
            <a:gdLst/>
            <a:ahLst/>
            <a:cxnLst/>
            <a:rect l="l" t="t" r="r" b="b"/>
            <a:pathLst>
              <a:path w="19993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3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3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026106" y="3176857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5046162" y="3195909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5066205" y="3209140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5086249" y="3216413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5106292" y="3212612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5126335" y="3201633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2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5146391" y="3184741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5166384" y="3162265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7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6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4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5186427" y="3134535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6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2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2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5206483" y="3101973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3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3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5226526" y="3065086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5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3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1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5246570" y="3024453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5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5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5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2" y="2768"/>
                </a:lnTo>
                <a:lnTo>
                  <a:pt x="18811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1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5266613" y="2980729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5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5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20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2" y="2948"/>
                </a:lnTo>
                <a:lnTo>
                  <a:pt x="18811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1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5286618" y="2934598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7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3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3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5306662" y="2886742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7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5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3" y="14072"/>
                </a:lnTo>
                <a:lnTo>
                  <a:pt x="14322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3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5326705" y="2837946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5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2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20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2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5346748" y="2825599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350810" y="2838553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350810" y="2789850"/>
            <a:ext cx="19954" cy="48702"/>
          </a:xfrm>
          <a:custGeom>
            <a:avLst/>
            <a:gdLst/>
            <a:ahLst/>
            <a:cxnLst/>
            <a:rect l="l" t="t" r="r" b="b"/>
            <a:pathLst>
              <a:path w="19954" h="48702">
                <a:moveTo>
                  <a:pt x="0" y="48702"/>
                </a:moveTo>
                <a:lnTo>
                  <a:pt x="91" y="48509"/>
                </a:lnTo>
                <a:lnTo>
                  <a:pt x="183" y="48238"/>
                </a:lnTo>
                <a:lnTo>
                  <a:pt x="320" y="47993"/>
                </a:lnTo>
                <a:lnTo>
                  <a:pt x="412" y="47761"/>
                </a:lnTo>
                <a:lnTo>
                  <a:pt x="502" y="47529"/>
                </a:lnTo>
                <a:lnTo>
                  <a:pt x="594" y="47245"/>
                </a:lnTo>
                <a:lnTo>
                  <a:pt x="686" y="47013"/>
                </a:lnTo>
                <a:lnTo>
                  <a:pt x="823" y="46781"/>
                </a:lnTo>
                <a:lnTo>
                  <a:pt x="915" y="46536"/>
                </a:lnTo>
                <a:lnTo>
                  <a:pt x="1007" y="46265"/>
                </a:lnTo>
                <a:lnTo>
                  <a:pt x="1098" y="46020"/>
                </a:lnTo>
                <a:lnTo>
                  <a:pt x="1189" y="45788"/>
                </a:lnTo>
                <a:lnTo>
                  <a:pt x="1327" y="45555"/>
                </a:lnTo>
                <a:lnTo>
                  <a:pt x="1418" y="45272"/>
                </a:lnTo>
                <a:lnTo>
                  <a:pt x="1510" y="45039"/>
                </a:lnTo>
                <a:lnTo>
                  <a:pt x="1601" y="44807"/>
                </a:lnTo>
                <a:lnTo>
                  <a:pt x="1693" y="44562"/>
                </a:lnTo>
                <a:lnTo>
                  <a:pt x="1830" y="44278"/>
                </a:lnTo>
                <a:lnTo>
                  <a:pt x="1922" y="44046"/>
                </a:lnTo>
                <a:lnTo>
                  <a:pt x="2014" y="43814"/>
                </a:lnTo>
                <a:lnTo>
                  <a:pt x="2104" y="43582"/>
                </a:lnTo>
                <a:lnTo>
                  <a:pt x="2196" y="43298"/>
                </a:lnTo>
                <a:lnTo>
                  <a:pt x="2333" y="43066"/>
                </a:lnTo>
                <a:lnTo>
                  <a:pt x="2425" y="42821"/>
                </a:lnTo>
                <a:lnTo>
                  <a:pt x="2517" y="42589"/>
                </a:lnTo>
                <a:lnTo>
                  <a:pt x="2609" y="42305"/>
                </a:lnTo>
                <a:lnTo>
                  <a:pt x="2699" y="42073"/>
                </a:lnTo>
                <a:lnTo>
                  <a:pt x="2837" y="41841"/>
                </a:lnTo>
                <a:lnTo>
                  <a:pt x="2928" y="41609"/>
                </a:lnTo>
                <a:lnTo>
                  <a:pt x="3020" y="41325"/>
                </a:lnTo>
                <a:lnTo>
                  <a:pt x="3112" y="41093"/>
                </a:lnTo>
                <a:lnTo>
                  <a:pt x="3203" y="40848"/>
                </a:lnTo>
                <a:lnTo>
                  <a:pt x="3340" y="40615"/>
                </a:lnTo>
                <a:lnTo>
                  <a:pt x="3432" y="40332"/>
                </a:lnTo>
                <a:lnTo>
                  <a:pt x="3524" y="40099"/>
                </a:lnTo>
                <a:lnTo>
                  <a:pt x="3615" y="39867"/>
                </a:lnTo>
                <a:lnTo>
                  <a:pt x="3706" y="39635"/>
                </a:lnTo>
                <a:lnTo>
                  <a:pt x="3843" y="39351"/>
                </a:lnTo>
                <a:lnTo>
                  <a:pt x="3935" y="39119"/>
                </a:lnTo>
                <a:lnTo>
                  <a:pt x="4027" y="38874"/>
                </a:lnTo>
                <a:lnTo>
                  <a:pt x="4119" y="38642"/>
                </a:lnTo>
                <a:lnTo>
                  <a:pt x="4211" y="38358"/>
                </a:lnTo>
                <a:lnTo>
                  <a:pt x="4348" y="38126"/>
                </a:lnTo>
                <a:lnTo>
                  <a:pt x="4439" y="37894"/>
                </a:lnTo>
                <a:lnTo>
                  <a:pt x="4530" y="37662"/>
                </a:lnTo>
                <a:lnTo>
                  <a:pt x="4622" y="37378"/>
                </a:lnTo>
                <a:lnTo>
                  <a:pt x="4714" y="37146"/>
                </a:lnTo>
                <a:lnTo>
                  <a:pt x="4851" y="36901"/>
                </a:lnTo>
                <a:lnTo>
                  <a:pt x="4942" y="36669"/>
                </a:lnTo>
                <a:lnTo>
                  <a:pt x="5034" y="36385"/>
                </a:lnTo>
                <a:lnTo>
                  <a:pt x="5126" y="36153"/>
                </a:lnTo>
                <a:lnTo>
                  <a:pt x="5217" y="35921"/>
                </a:lnTo>
                <a:lnTo>
                  <a:pt x="5355" y="35688"/>
                </a:lnTo>
                <a:lnTo>
                  <a:pt x="5445" y="35405"/>
                </a:lnTo>
                <a:lnTo>
                  <a:pt x="5537" y="35160"/>
                </a:lnTo>
                <a:lnTo>
                  <a:pt x="5629" y="34927"/>
                </a:lnTo>
                <a:lnTo>
                  <a:pt x="5721" y="34695"/>
                </a:lnTo>
                <a:lnTo>
                  <a:pt x="5858" y="34411"/>
                </a:lnTo>
                <a:lnTo>
                  <a:pt x="5950" y="34179"/>
                </a:lnTo>
                <a:lnTo>
                  <a:pt x="6040" y="33947"/>
                </a:lnTo>
                <a:lnTo>
                  <a:pt x="6132" y="33702"/>
                </a:lnTo>
                <a:lnTo>
                  <a:pt x="6224" y="33431"/>
                </a:lnTo>
                <a:lnTo>
                  <a:pt x="6361" y="33186"/>
                </a:lnTo>
                <a:lnTo>
                  <a:pt x="6453" y="32954"/>
                </a:lnTo>
                <a:lnTo>
                  <a:pt x="6544" y="32722"/>
                </a:lnTo>
                <a:lnTo>
                  <a:pt x="6636" y="32438"/>
                </a:lnTo>
                <a:lnTo>
                  <a:pt x="6727" y="32206"/>
                </a:lnTo>
                <a:lnTo>
                  <a:pt x="6865" y="31974"/>
                </a:lnTo>
                <a:lnTo>
                  <a:pt x="6956" y="31729"/>
                </a:lnTo>
                <a:lnTo>
                  <a:pt x="7047" y="31458"/>
                </a:lnTo>
                <a:lnTo>
                  <a:pt x="7139" y="31213"/>
                </a:lnTo>
                <a:lnTo>
                  <a:pt x="7231" y="30981"/>
                </a:lnTo>
                <a:lnTo>
                  <a:pt x="7368" y="30748"/>
                </a:lnTo>
                <a:lnTo>
                  <a:pt x="7460" y="30465"/>
                </a:lnTo>
                <a:lnTo>
                  <a:pt x="7552" y="30232"/>
                </a:lnTo>
                <a:lnTo>
                  <a:pt x="7642" y="30000"/>
                </a:lnTo>
                <a:lnTo>
                  <a:pt x="7734" y="29755"/>
                </a:lnTo>
                <a:lnTo>
                  <a:pt x="7871" y="29471"/>
                </a:lnTo>
                <a:lnTo>
                  <a:pt x="7963" y="29239"/>
                </a:lnTo>
                <a:lnTo>
                  <a:pt x="8055" y="29007"/>
                </a:lnTo>
                <a:lnTo>
                  <a:pt x="8146" y="28775"/>
                </a:lnTo>
                <a:lnTo>
                  <a:pt x="8238" y="28491"/>
                </a:lnTo>
                <a:lnTo>
                  <a:pt x="8375" y="28259"/>
                </a:lnTo>
                <a:lnTo>
                  <a:pt x="8467" y="28014"/>
                </a:lnTo>
                <a:lnTo>
                  <a:pt x="8558" y="27782"/>
                </a:lnTo>
                <a:lnTo>
                  <a:pt x="8649" y="27498"/>
                </a:lnTo>
                <a:lnTo>
                  <a:pt x="8741" y="27266"/>
                </a:lnTo>
                <a:lnTo>
                  <a:pt x="8878" y="27034"/>
                </a:lnTo>
                <a:lnTo>
                  <a:pt x="8970" y="26802"/>
                </a:lnTo>
                <a:lnTo>
                  <a:pt x="9062" y="26518"/>
                </a:lnTo>
                <a:lnTo>
                  <a:pt x="9152" y="26286"/>
                </a:lnTo>
                <a:lnTo>
                  <a:pt x="9244" y="26041"/>
                </a:lnTo>
                <a:lnTo>
                  <a:pt x="9381" y="25808"/>
                </a:lnTo>
                <a:lnTo>
                  <a:pt x="9473" y="25525"/>
                </a:lnTo>
                <a:lnTo>
                  <a:pt x="9565" y="25293"/>
                </a:lnTo>
                <a:lnTo>
                  <a:pt x="9656" y="25060"/>
                </a:lnTo>
                <a:lnTo>
                  <a:pt x="9748" y="24828"/>
                </a:lnTo>
                <a:lnTo>
                  <a:pt x="9885" y="24583"/>
                </a:lnTo>
                <a:lnTo>
                  <a:pt x="9977" y="24312"/>
                </a:lnTo>
                <a:lnTo>
                  <a:pt x="10068" y="24067"/>
                </a:lnTo>
                <a:lnTo>
                  <a:pt x="10159" y="23835"/>
                </a:lnTo>
                <a:lnTo>
                  <a:pt x="10251" y="23603"/>
                </a:lnTo>
                <a:lnTo>
                  <a:pt x="10388" y="23319"/>
                </a:lnTo>
                <a:lnTo>
                  <a:pt x="10480" y="23087"/>
                </a:lnTo>
                <a:lnTo>
                  <a:pt x="10572" y="22855"/>
                </a:lnTo>
                <a:lnTo>
                  <a:pt x="10664" y="22610"/>
                </a:lnTo>
                <a:lnTo>
                  <a:pt x="10754" y="22339"/>
                </a:lnTo>
                <a:lnTo>
                  <a:pt x="10893" y="22094"/>
                </a:lnTo>
                <a:lnTo>
                  <a:pt x="10983" y="21862"/>
                </a:lnTo>
                <a:lnTo>
                  <a:pt x="11075" y="21629"/>
                </a:lnTo>
                <a:lnTo>
                  <a:pt x="11167" y="21346"/>
                </a:lnTo>
                <a:lnTo>
                  <a:pt x="11258" y="21114"/>
                </a:lnTo>
                <a:lnTo>
                  <a:pt x="11396" y="20881"/>
                </a:lnTo>
                <a:lnTo>
                  <a:pt x="11487" y="20636"/>
                </a:lnTo>
                <a:lnTo>
                  <a:pt x="11579" y="20353"/>
                </a:lnTo>
                <a:lnTo>
                  <a:pt x="11670" y="20120"/>
                </a:lnTo>
                <a:lnTo>
                  <a:pt x="11761" y="19888"/>
                </a:lnTo>
                <a:lnTo>
                  <a:pt x="11898" y="19656"/>
                </a:lnTo>
                <a:lnTo>
                  <a:pt x="11990" y="19372"/>
                </a:lnTo>
                <a:lnTo>
                  <a:pt x="12082" y="19140"/>
                </a:lnTo>
                <a:lnTo>
                  <a:pt x="12174" y="18895"/>
                </a:lnTo>
                <a:lnTo>
                  <a:pt x="12264" y="18663"/>
                </a:lnTo>
                <a:lnTo>
                  <a:pt x="12403" y="18379"/>
                </a:lnTo>
                <a:lnTo>
                  <a:pt x="12493" y="18147"/>
                </a:lnTo>
                <a:lnTo>
                  <a:pt x="12585" y="17915"/>
                </a:lnTo>
                <a:lnTo>
                  <a:pt x="12677" y="17683"/>
                </a:lnTo>
                <a:lnTo>
                  <a:pt x="12769" y="17438"/>
                </a:lnTo>
                <a:lnTo>
                  <a:pt x="12906" y="17167"/>
                </a:lnTo>
                <a:lnTo>
                  <a:pt x="12997" y="16922"/>
                </a:lnTo>
                <a:lnTo>
                  <a:pt x="13089" y="16690"/>
                </a:lnTo>
                <a:lnTo>
                  <a:pt x="13180" y="16457"/>
                </a:lnTo>
                <a:lnTo>
                  <a:pt x="13272" y="16174"/>
                </a:lnTo>
                <a:lnTo>
                  <a:pt x="13409" y="15941"/>
                </a:lnTo>
                <a:lnTo>
                  <a:pt x="13500" y="15709"/>
                </a:lnTo>
                <a:lnTo>
                  <a:pt x="13592" y="15464"/>
                </a:lnTo>
                <a:lnTo>
                  <a:pt x="13684" y="15193"/>
                </a:lnTo>
                <a:lnTo>
                  <a:pt x="13776" y="14948"/>
                </a:lnTo>
                <a:lnTo>
                  <a:pt x="13913" y="14716"/>
                </a:lnTo>
                <a:lnTo>
                  <a:pt x="14005" y="14484"/>
                </a:lnTo>
                <a:lnTo>
                  <a:pt x="14095" y="14200"/>
                </a:lnTo>
                <a:lnTo>
                  <a:pt x="14187" y="13968"/>
                </a:lnTo>
                <a:lnTo>
                  <a:pt x="14279" y="13736"/>
                </a:lnTo>
                <a:lnTo>
                  <a:pt x="14416" y="13491"/>
                </a:lnTo>
                <a:lnTo>
                  <a:pt x="14508" y="13259"/>
                </a:lnTo>
                <a:lnTo>
                  <a:pt x="14599" y="12975"/>
                </a:lnTo>
                <a:lnTo>
                  <a:pt x="14691" y="12743"/>
                </a:lnTo>
                <a:lnTo>
                  <a:pt x="14782" y="12511"/>
                </a:lnTo>
                <a:lnTo>
                  <a:pt x="14920" y="12278"/>
                </a:lnTo>
                <a:lnTo>
                  <a:pt x="15011" y="11995"/>
                </a:lnTo>
                <a:lnTo>
                  <a:pt x="15102" y="11763"/>
                </a:lnTo>
                <a:lnTo>
                  <a:pt x="15194" y="11517"/>
                </a:lnTo>
                <a:lnTo>
                  <a:pt x="15286" y="11285"/>
                </a:lnTo>
                <a:lnTo>
                  <a:pt x="15423" y="11002"/>
                </a:lnTo>
                <a:lnTo>
                  <a:pt x="15515" y="10769"/>
                </a:lnTo>
                <a:lnTo>
                  <a:pt x="15605" y="10537"/>
                </a:lnTo>
                <a:lnTo>
                  <a:pt x="15697" y="10305"/>
                </a:lnTo>
                <a:lnTo>
                  <a:pt x="15789" y="10060"/>
                </a:lnTo>
                <a:lnTo>
                  <a:pt x="15926" y="9776"/>
                </a:lnTo>
                <a:lnTo>
                  <a:pt x="16018" y="9544"/>
                </a:lnTo>
                <a:lnTo>
                  <a:pt x="16110" y="9312"/>
                </a:lnTo>
                <a:lnTo>
                  <a:pt x="16201" y="9080"/>
                </a:lnTo>
                <a:lnTo>
                  <a:pt x="16292" y="8796"/>
                </a:lnTo>
                <a:lnTo>
                  <a:pt x="16430" y="8564"/>
                </a:lnTo>
                <a:lnTo>
                  <a:pt x="16521" y="8319"/>
                </a:lnTo>
                <a:lnTo>
                  <a:pt x="16613" y="8087"/>
                </a:lnTo>
                <a:lnTo>
                  <a:pt x="16704" y="7854"/>
                </a:lnTo>
                <a:lnTo>
                  <a:pt x="16796" y="7571"/>
                </a:lnTo>
                <a:lnTo>
                  <a:pt x="16933" y="7338"/>
                </a:lnTo>
                <a:lnTo>
                  <a:pt x="17025" y="7106"/>
                </a:lnTo>
                <a:lnTo>
                  <a:pt x="17117" y="6861"/>
                </a:lnTo>
                <a:lnTo>
                  <a:pt x="17207" y="6590"/>
                </a:lnTo>
                <a:lnTo>
                  <a:pt x="17299" y="6345"/>
                </a:lnTo>
                <a:lnTo>
                  <a:pt x="17436" y="6113"/>
                </a:lnTo>
                <a:lnTo>
                  <a:pt x="17528" y="5881"/>
                </a:lnTo>
                <a:lnTo>
                  <a:pt x="17620" y="5649"/>
                </a:lnTo>
                <a:lnTo>
                  <a:pt x="17712" y="5365"/>
                </a:lnTo>
                <a:lnTo>
                  <a:pt x="17803" y="5133"/>
                </a:lnTo>
                <a:lnTo>
                  <a:pt x="17940" y="4888"/>
                </a:lnTo>
                <a:lnTo>
                  <a:pt x="18032" y="4656"/>
                </a:lnTo>
                <a:lnTo>
                  <a:pt x="18123" y="4372"/>
                </a:lnTo>
                <a:lnTo>
                  <a:pt x="18215" y="4140"/>
                </a:lnTo>
                <a:lnTo>
                  <a:pt x="18306" y="3908"/>
                </a:lnTo>
                <a:lnTo>
                  <a:pt x="18443" y="3675"/>
                </a:lnTo>
                <a:lnTo>
                  <a:pt x="18535" y="3430"/>
                </a:lnTo>
                <a:lnTo>
                  <a:pt x="18627" y="3160"/>
                </a:lnTo>
                <a:lnTo>
                  <a:pt x="18717" y="2914"/>
                </a:lnTo>
                <a:lnTo>
                  <a:pt x="18809" y="2682"/>
                </a:lnTo>
                <a:lnTo>
                  <a:pt x="18946" y="2450"/>
                </a:lnTo>
                <a:lnTo>
                  <a:pt x="19038" y="2166"/>
                </a:lnTo>
                <a:lnTo>
                  <a:pt x="19130" y="1934"/>
                </a:lnTo>
                <a:lnTo>
                  <a:pt x="19222" y="1702"/>
                </a:lnTo>
                <a:lnTo>
                  <a:pt x="19313" y="1457"/>
                </a:lnTo>
                <a:lnTo>
                  <a:pt x="19451" y="1225"/>
                </a:lnTo>
                <a:lnTo>
                  <a:pt x="19542" y="941"/>
                </a:lnTo>
                <a:lnTo>
                  <a:pt x="19633" y="709"/>
                </a:lnTo>
                <a:lnTo>
                  <a:pt x="19725" y="477"/>
                </a:lnTo>
                <a:lnTo>
                  <a:pt x="19816" y="245"/>
                </a:lnTo>
                <a:lnTo>
                  <a:pt x="19954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370764" y="2741586"/>
            <a:ext cx="20000" cy="48264"/>
          </a:xfrm>
          <a:custGeom>
            <a:avLst/>
            <a:gdLst/>
            <a:ahLst/>
            <a:cxnLst/>
            <a:rect l="l" t="t" r="r" b="b"/>
            <a:pathLst>
              <a:path w="20000" h="48264">
                <a:moveTo>
                  <a:pt x="0" y="48264"/>
                </a:moveTo>
                <a:lnTo>
                  <a:pt x="91" y="47993"/>
                </a:lnTo>
                <a:lnTo>
                  <a:pt x="183" y="47748"/>
                </a:lnTo>
                <a:lnTo>
                  <a:pt x="275" y="47516"/>
                </a:lnTo>
                <a:lnTo>
                  <a:pt x="365" y="47284"/>
                </a:lnTo>
                <a:lnTo>
                  <a:pt x="504" y="47000"/>
                </a:lnTo>
                <a:lnTo>
                  <a:pt x="594" y="46768"/>
                </a:lnTo>
                <a:lnTo>
                  <a:pt x="686" y="46536"/>
                </a:lnTo>
                <a:lnTo>
                  <a:pt x="778" y="46291"/>
                </a:lnTo>
                <a:lnTo>
                  <a:pt x="870" y="46058"/>
                </a:lnTo>
                <a:lnTo>
                  <a:pt x="1007" y="45775"/>
                </a:lnTo>
                <a:lnTo>
                  <a:pt x="1098" y="45542"/>
                </a:lnTo>
                <a:lnTo>
                  <a:pt x="1190" y="45310"/>
                </a:lnTo>
                <a:lnTo>
                  <a:pt x="1281" y="45078"/>
                </a:lnTo>
                <a:lnTo>
                  <a:pt x="1373" y="44833"/>
                </a:lnTo>
                <a:lnTo>
                  <a:pt x="1510" y="44549"/>
                </a:lnTo>
                <a:lnTo>
                  <a:pt x="1601" y="44317"/>
                </a:lnTo>
                <a:lnTo>
                  <a:pt x="1693" y="44085"/>
                </a:lnTo>
                <a:lnTo>
                  <a:pt x="1785" y="43853"/>
                </a:lnTo>
                <a:lnTo>
                  <a:pt x="1876" y="43621"/>
                </a:lnTo>
                <a:lnTo>
                  <a:pt x="2014" y="43337"/>
                </a:lnTo>
                <a:lnTo>
                  <a:pt x="2104" y="43105"/>
                </a:lnTo>
                <a:lnTo>
                  <a:pt x="2196" y="42860"/>
                </a:lnTo>
                <a:lnTo>
                  <a:pt x="2288" y="42627"/>
                </a:lnTo>
                <a:lnTo>
                  <a:pt x="2380" y="42395"/>
                </a:lnTo>
                <a:lnTo>
                  <a:pt x="2517" y="42112"/>
                </a:lnTo>
                <a:lnTo>
                  <a:pt x="2609" y="41879"/>
                </a:lnTo>
                <a:lnTo>
                  <a:pt x="2700" y="41647"/>
                </a:lnTo>
                <a:lnTo>
                  <a:pt x="2791" y="41402"/>
                </a:lnTo>
                <a:lnTo>
                  <a:pt x="2883" y="41170"/>
                </a:lnTo>
                <a:lnTo>
                  <a:pt x="3020" y="40886"/>
                </a:lnTo>
                <a:lnTo>
                  <a:pt x="3112" y="40654"/>
                </a:lnTo>
                <a:lnTo>
                  <a:pt x="3203" y="40422"/>
                </a:lnTo>
                <a:lnTo>
                  <a:pt x="3295" y="40190"/>
                </a:lnTo>
                <a:lnTo>
                  <a:pt x="3387" y="39945"/>
                </a:lnTo>
                <a:lnTo>
                  <a:pt x="3524" y="39661"/>
                </a:lnTo>
                <a:lnTo>
                  <a:pt x="3616" y="39429"/>
                </a:lnTo>
                <a:lnTo>
                  <a:pt x="3706" y="39197"/>
                </a:lnTo>
                <a:lnTo>
                  <a:pt x="3798" y="38964"/>
                </a:lnTo>
                <a:lnTo>
                  <a:pt x="3890" y="38732"/>
                </a:lnTo>
                <a:lnTo>
                  <a:pt x="4027" y="38449"/>
                </a:lnTo>
                <a:lnTo>
                  <a:pt x="4119" y="38203"/>
                </a:lnTo>
                <a:lnTo>
                  <a:pt x="4211" y="37971"/>
                </a:lnTo>
                <a:lnTo>
                  <a:pt x="4301" y="37739"/>
                </a:lnTo>
                <a:lnTo>
                  <a:pt x="4393" y="37507"/>
                </a:lnTo>
                <a:lnTo>
                  <a:pt x="4530" y="37223"/>
                </a:lnTo>
                <a:lnTo>
                  <a:pt x="4622" y="36991"/>
                </a:lnTo>
                <a:lnTo>
                  <a:pt x="4714" y="36759"/>
                </a:lnTo>
                <a:lnTo>
                  <a:pt x="4805" y="36514"/>
                </a:lnTo>
                <a:lnTo>
                  <a:pt x="4897" y="36282"/>
                </a:lnTo>
                <a:lnTo>
                  <a:pt x="5034" y="35998"/>
                </a:lnTo>
                <a:lnTo>
                  <a:pt x="5126" y="35766"/>
                </a:lnTo>
                <a:lnTo>
                  <a:pt x="5217" y="35534"/>
                </a:lnTo>
                <a:lnTo>
                  <a:pt x="5308" y="35301"/>
                </a:lnTo>
                <a:lnTo>
                  <a:pt x="5400" y="35056"/>
                </a:lnTo>
                <a:lnTo>
                  <a:pt x="5537" y="34824"/>
                </a:lnTo>
                <a:lnTo>
                  <a:pt x="5629" y="34540"/>
                </a:lnTo>
                <a:lnTo>
                  <a:pt x="5721" y="34308"/>
                </a:lnTo>
                <a:lnTo>
                  <a:pt x="5813" y="34076"/>
                </a:lnTo>
                <a:lnTo>
                  <a:pt x="5903" y="33844"/>
                </a:lnTo>
                <a:lnTo>
                  <a:pt x="6041" y="33599"/>
                </a:lnTo>
                <a:lnTo>
                  <a:pt x="6132" y="33315"/>
                </a:lnTo>
                <a:lnTo>
                  <a:pt x="6224" y="33083"/>
                </a:lnTo>
                <a:lnTo>
                  <a:pt x="6316" y="32851"/>
                </a:lnTo>
                <a:lnTo>
                  <a:pt x="6407" y="32619"/>
                </a:lnTo>
                <a:lnTo>
                  <a:pt x="6544" y="32386"/>
                </a:lnTo>
                <a:lnTo>
                  <a:pt x="6636" y="32103"/>
                </a:lnTo>
                <a:lnTo>
                  <a:pt x="6728" y="31858"/>
                </a:lnTo>
                <a:lnTo>
                  <a:pt x="6818" y="31625"/>
                </a:lnTo>
                <a:lnTo>
                  <a:pt x="6910" y="31393"/>
                </a:lnTo>
                <a:lnTo>
                  <a:pt x="7047" y="31161"/>
                </a:lnTo>
                <a:lnTo>
                  <a:pt x="7139" y="30929"/>
                </a:lnTo>
                <a:lnTo>
                  <a:pt x="7231" y="30645"/>
                </a:lnTo>
                <a:lnTo>
                  <a:pt x="7323" y="30413"/>
                </a:lnTo>
                <a:lnTo>
                  <a:pt x="7415" y="30168"/>
                </a:lnTo>
                <a:lnTo>
                  <a:pt x="7552" y="29936"/>
                </a:lnTo>
                <a:lnTo>
                  <a:pt x="7642" y="29704"/>
                </a:lnTo>
                <a:lnTo>
                  <a:pt x="7734" y="29471"/>
                </a:lnTo>
                <a:lnTo>
                  <a:pt x="7826" y="29188"/>
                </a:lnTo>
                <a:lnTo>
                  <a:pt x="7917" y="28956"/>
                </a:lnTo>
                <a:lnTo>
                  <a:pt x="8055" y="28711"/>
                </a:lnTo>
                <a:lnTo>
                  <a:pt x="8146" y="28478"/>
                </a:lnTo>
                <a:lnTo>
                  <a:pt x="8238" y="28246"/>
                </a:lnTo>
                <a:lnTo>
                  <a:pt x="8329" y="27962"/>
                </a:lnTo>
                <a:lnTo>
                  <a:pt x="8420" y="27730"/>
                </a:lnTo>
                <a:lnTo>
                  <a:pt x="8558" y="27498"/>
                </a:lnTo>
                <a:lnTo>
                  <a:pt x="8649" y="27253"/>
                </a:lnTo>
                <a:lnTo>
                  <a:pt x="8741" y="27021"/>
                </a:lnTo>
                <a:lnTo>
                  <a:pt x="8833" y="26789"/>
                </a:lnTo>
                <a:lnTo>
                  <a:pt x="8925" y="26505"/>
                </a:lnTo>
                <a:lnTo>
                  <a:pt x="9062" y="26273"/>
                </a:lnTo>
                <a:lnTo>
                  <a:pt x="9154" y="26041"/>
                </a:lnTo>
                <a:lnTo>
                  <a:pt x="9244" y="25796"/>
                </a:lnTo>
                <a:lnTo>
                  <a:pt x="9336" y="25563"/>
                </a:lnTo>
                <a:lnTo>
                  <a:pt x="9428" y="25331"/>
                </a:lnTo>
                <a:lnTo>
                  <a:pt x="9565" y="25047"/>
                </a:lnTo>
                <a:lnTo>
                  <a:pt x="9656" y="24815"/>
                </a:lnTo>
                <a:lnTo>
                  <a:pt x="9748" y="24583"/>
                </a:lnTo>
                <a:lnTo>
                  <a:pt x="9840" y="24338"/>
                </a:lnTo>
                <a:lnTo>
                  <a:pt x="9931" y="24106"/>
                </a:lnTo>
                <a:lnTo>
                  <a:pt x="10069" y="23874"/>
                </a:lnTo>
                <a:lnTo>
                  <a:pt x="10159" y="23590"/>
                </a:lnTo>
                <a:lnTo>
                  <a:pt x="10251" y="23358"/>
                </a:lnTo>
                <a:lnTo>
                  <a:pt x="10343" y="23126"/>
                </a:lnTo>
                <a:lnTo>
                  <a:pt x="10435" y="22881"/>
                </a:lnTo>
                <a:lnTo>
                  <a:pt x="10572" y="22648"/>
                </a:lnTo>
                <a:lnTo>
                  <a:pt x="10664" y="22416"/>
                </a:lnTo>
                <a:lnTo>
                  <a:pt x="10754" y="22184"/>
                </a:lnTo>
                <a:lnTo>
                  <a:pt x="10846" y="21900"/>
                </a:lnTo>
                <a:lnTo>
                  <a:pt x="10938" y="21668"/>
                </a:lnTo>
                <a:lnTo>
                  <a:pt x="11075" y="21423"/>
                </a:lnTo>
                <a:lnTo>
                  <a:pt x="11167" y="21191"/>
                </a:lnTo>
                <a:lnTo>
                  <a:pt x="11258" y="20959"/>
                </a:lnTo>
                <a:lnTo>
                  <a:pt x="11350" y="20727"/>
                </a:lnTo>
                <a:lnTo>
                  <a:pt x="11441" y="20443"/>
                </a:lnTo>
                <a:lnTo>
                  <a:pt x="11579" y="20211"/>
                </a:lnTo>
                <a:lnTo>
                  <a:pt x="11670" y="19966"/>
                </a:lnTo>
                <a:lnTo>
                  <a:pt x="11761" y="19733"/>
                </a:lnTo>
                <a:lnTo>
                  <a:pt x="11853" y="19501"/>
                </a:lnTo>
                <a:lnTo>
                  <a:pt x="11945" y="19269"/>
                </a:lnTo>
                <a:lnTo>
                  <a:pt x="12082" y="19037"/>
                </a:lnTo>
                <a:lnTo>
                  <a:pt x="12174" y="18753"/>
                </a:lnTo>
                <a:lnTo>
                  <a:pt x="12266" y="18508"/>
                </a:lnTo>
                <a:lnTo>
                  <a:pt x="12356" y="18276"/>
                </a:lnTo>
                <a:lnTo>
                  <a:pt x="12448" y="18044"/>
                </a:lnTo>
                <a:lnTo>
                  <a:pt x="12585" y="17812"/>
                </a:lnTo>
                <a:lnTo>
                  <a:pt x="12677" y="17580"/>
                </a:lnTo>
                <a:lnTo>
                  <a:pt x="12769" y="17334"/>
                </a:lnTo>
                <a:lnTo>
                  <a:pt x="12860" y="17051"/>
                </a:lnTo>
                <a:lnTo>
                  <a:pt x="12952" y="16819"/>
                </a:lnTo>
                <a:lnTo>
                  <a:pt x="13089" y="16586"/>
                </a:lnTo>
                <a:lnTo>
                  <a:pt x="13181" y="16354"/>
                </a:lnTo>
                <a:lnTo>
                  <a:pt x="13272" y="16122"/>
                </a:lnTo>
                <a:lnTo>
                  <a:pt x="13363" y="15877"/>
                </a:lnTo>
                <a:lnTo>
                  <a:pt x="13455" y="15645"/>
                </a:lnTo>
                <a:lnTo>
                  <a:pt x="13592" y="15361"/>
                </a:lnTo>
                <a:lnTo>
                  <a:pt x="13684" y="15129"/>
                </a:lnTo>
                <a:lnTo>
                  <a:pt x="13776" y="14897"/>
                </a:lnTo>
                <a:lnTo>
                  <a:pt x="13866" y="14665"/>
                </a:lnTo>
                <a:lnTo>
                  <a:pt x="13958" y="14419"/>
                </a:lnTo>
                <a:lnTo>
                  <a:pt x="14095" y="14187"/>
                </a:lnTo>
                <a:lnTo>
                  <a:pt x="14187" y="13955"/>
                </a:lnTo>
                <a:lnTo>
                  <a:pt x="14279" y="13671"/>
                </a:lnTo>
                <a:lnTo>
                  <a:pt x="14371" y="13439"/>
                </a:lnTo>
                <a:lnTo>
                  <a:pt x="14462" y="13207"/>
                </a:lnTo>
                <a:lnTo>
                  <a:pt x="14599" y="12962"/>
                </a:lnTo>
                <a:lnTo>
                  <a:pt x="14691" y="12730"/>
                </a:lnTo>
                <a:lnTo>
                  <a:pt x="14782" y="12498"/>
                </a:lnTo>
                <a:lnTo>
                  <a:pt x="14874" y="12266"/>
                </a:lnTo>
                <a:lnTo>
                  <a:pt x="14965" y="12033"/>
                </a:lnTo>
                <a:lnTo>
                  <a:pt x="15102" y="11750"/>
                </a:lnTo>
                <a:lnTo>
                  <a:pt x="15194" y="11505"/>
                </a:lnTo>
                <a:lnTo>
                  <a:pt x="15286" y="11272"/>
                </a:lnTo>
                <a:lnTo>
                  <a:pt x="15378" y="11040"/>
                </a:lnTo>
                <a:lnTo>
                  <a:pt x="15468" y="10808"/>
                </a:lnTo>
                <a:lnTo>
                  <a:pt x="15607" y="10576"/>
                </a:lnTo>
                <a:lnTo>
                  <a:pt x="15697" y="10331"/>
                </a:lnTo>
                <a:lnTo>
                  <a:pt x="15789" y="10099"/>
                </a:lnTo>
                <a:lnTo>
                  <a:pt x="15881" y="9815"/>
                </a:lnTo>
                <a:lnTo>
                  <a:pt x="15973" y="9583"/>
                </a:lnTo>
                <a:lnTo>
                  <a:pt x="16110" y="9351"/>
                </a:lnTo>
                <a:lnTo>
                  <a:pt x="16201" y="9118"/>
                </a:lnTo>
                <a:lnTo>
                  <a:pt x="16293" y="8873"/>
                </a:lnTo>
                <a:lnTo>
                  <a:pt x="16384" y="8641"/>
                </a:lnTo>
                <a:lnTo>
                  <a:pt x="16475" y="8409"/>
                </a:lnTo>
                <a:lnTo>
                  <a:pt x="16613" y="8177"/>
                </a:lnTo>
                <a:lnTo>
                  <a:pt x="16704" y="7893"/>
                </a:lnTo>
                <a:lnTo>
                  <a:pt x="16796" y="7661"/>
                </a:lnTo>
                <a:lnTo>
                  <a:pt x="16888" y="7416"/>
                </a:lnTo>
                <a:lnTo>
                  <a:pt x="16978" y="7184"/>
                </a:lnTo>
                <a:lnTo>
                  <a:pt x="17117" y="6952"/>
                </a:lnTo>
                <a:lnTo>
                  <a:pt x="17207" y="6719"/>
                </a:lnTo>
                <a:lnTo>
                  <a:pt x="17299" y="6474"/>
                </a:lnTo>
                <a:lnTo>
                  <a:pt x="17391" y="6242"/>
                </a:lnTo>
                <a:lnTo>
                  <a:pt x="17483" y="6010"/>
                </a:lnTo>
                <a:lnTo>
                  <a:pt x="17620" y="5726"/>
                </a:lnTo>
                <a:lnTo>
                  <a:pt x="17712" y="5494"/>
                </a:lnTo>
                <a:lnTo>
                  <a:pt x="17803" y="5262"/>
                </a:lnTo>
                <a:lnTo>
                  <a:pt x="17894" y="5030"/>
                </a:lnTo>
                <a:lnTo>
                  <a:pt x="17986" y="4785"/>
                </a:lnTo>
                <a:lnTo>
                  <a:pt x="18123" y="4553"/>
                </a:lnTo>
                <a:lnTo>
                  <a:pt x="18215" y="4320"/>
                </a:lnTo>
                <a:lnTo>
                  <a:pt x="18306" y="4088"/>
                </a:lnTo>
                <a:lnTo>
                  <a:pt x="18398" y="3843"/>
                </a:lnTo>
                <a:lnTo>
                  <a:pt x="18490" y="3572"/>
                </a:lnTo>
                <a:lnTo>
                  <a:pt x="18627" y="3327"/>
                </a:lnTo>
                <a:lnTo>
                  <a:pt x="18719" y="3095"/>
                </a:lnTo>
                <a:lnTo>
                  <a:pt x="18809" y="2863"/>
                </a:lnTo>
                <a:lnTo>
                  <a:pt x="18901" y="2631"/>
                </a:lnTo>
                <a:lnTo>
                  <a:pt x="18993" y="2386"/>
                </a:lnTo>
                <a:lnTo>
                  <a:pt x="19130" y="2153"/>
                </a:lnTo>
                <a:lnTo>
                  <a:pt x="19222" y="1921"/>
                </a:lnTo>
                <a:lnTo>
                  <a:pt x="19313" y="1689"/>
                </a:lnTo>
                <a:lnTo>
                  <a:pt x="19405" y="1457"/>
                </a:lnTo>
                <a:lnTo>
                  <a:pt x="19496" y="1173"/>
                </a:lnTo>
                <a:lnTo>
                  <a:pt x="19634" y="928"/>
                </a:lnTo>
                <a:lnTo>
                  <a:pt x="19725" y="696"/>
                </a:lnTo>
                <a:lnTo>
                  <a:pt x="19816" y="464"/>
                </a:lnTo>
                <a:lnTo>
                  <a:pt x="19908" y="232"/>
                </a:lnTo>
                <a:lnTo>
                  <a:pt x="2000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390764" y="2694856"/>
            <a:ext cx="20045" cy="46729"/>
          </a:xfrm>
          <a:custGeom>
            <a:avLst/>
            <a:gdLst/>
            <a:ahLst/>
            <a:cxnLst/>
            <a:rect l="l" t="t" r="r" b="b"/>
            <a:pathLst>
              <a:path w="20045" h="46729">
                <a:moveTo>
                  <a:pt x="0" y="46729"/>
                </a:moveTo>
                <a:lnTo>
                  <a:pt x="137" y="46484"/>
                </a:lnTo>
                <a:lnTo>
                  <a:pt x="228" y="46252"/>
                </a:lnTo>
                <a:lnTo>
                  <a:pt x="319" y="46020"/>
                </a:lnTo>
                <a:lnTo>
                  <a:pt x="411" y="45788"/>
                </a:lnTo>
                <a:lnTo>
                  <a:pt x="502" y="45542"/>
                </a:lnTo>
                <a:lnTo>
                  <a:pt x="640" y="45272"/>
                </a:lnTo>
                <a:lnTo>
                  <a:pt x="731" y="45027"/>
                </a:lnTo>
                <a:lnTo>
                  <a:pt x="823" y="44794"/>
                </a:lnTo>
                <a:lnTo>
                  <a:pt x="915" y="44562"/>
                </a:lnTo>
                <a:lnTo>
                  <a:pt x="1005" y="44330"/>
                </a:lnTo>
                <a:lnTo>
                  <a:pt x="1144" y="44085"/>
                </a:lnTo>
                <a:lnTo>
                  <a:pt x="1234" y="43853"/>
                </a:lnTo>
                <a:lnTo>
                  <a:pt x="1326" y="43621"/>
                </a:lnTo>
                <a:lnTo>
                  <a:pt x="1418" y="43388"/>
                </a:lnTo>
                <a:lnTo>
                  <a:pt x="1510" y="43156"/>
                </a:lnTo>
                <a:lnTo>
                  <a:pt x="1647" y="42911"/>
                </a:lnTo>
                <a:lnTo>
                  <a:pt x="1739" y="42679"/>
                </a:lnTo>
                <a:lnTo>
                  <a:pt x="1830" y="42447"/>
                </a:lnTo>
                <a:lnTo>
                  <a:pt x="1921" y="42163"/>
                </a:lnTo>
                <a:lnTo>
                  <a:pt x="2013" y="41931"/>
                </a:lnTo>
                <a:lnTo>
                  <a:pt x="2150" y="41699"/>
                </a:lnTo>
                <a:lnTo>
                  <a:pt x="2241" y="41454"/>
                </a:lnTo>
                <a:lnTo>
                  <a:pt x="2333" y="41222"/>
                </a:lnTo>
                <a:lnTo>
                  <a:pt x="2425" y="40989"/>
                </a:lnTo>
                <a:lnTo>
                  <a:pt x="2517" y="40757"/>
                </a:lnTo>
                <a:lnTo>
                  <a:pt x="2654" y="40512"/>
                </a:lnTo>
                <a:lnTo>
                  <a:pt x="2746" y="40280"/>
                </a:lnTo>
                <a:lnTo>
                  <a:pt x="2836" y="40048"/>
                </a:lnTo>
                <a:lnTo>
                  <a:pt x="2928" y="39816"/>
                </a:lnTo>
                <a:lnTo>
                  <a:pt x="3020" y="39584"/>
                </a:lnTo>
                <a:lnTo>
                  <a:pt x="3157" y="39338"/>
                </a:lnTo>
                <a:lnTo>
                  <a:pt x="3249" y="39106"/>
                </a:lnTo>
                <a:lnTo>
                  <a:pt x="3340" y="38823"/>
                </a:lnTo>
                <a:lnTo>
                  <a:pt x="3431" y="38590"/>
                </a:lnTo>
                <a:lnTo>
                  <a:pt x="3523" y="38358"/>
                </a:lnTo>
                <a:lnTo>
                  <a:pt x="3660" y="38126"/>
                </a:lnTo>
                <a:lnTo>
                  <a:pt x="3752" y="37881"/>
                </a:lnTo>
                <a:lnTo>
                  <a:pt x="3843" y="37649"/>
                </a:lnTo>
                <a:lnTo>
                  <a:pt x="3935" y="37417"/>
                </a:lnTo>
                <a:lnTo>
                  <a:pt x="4027" y="37185"/>
                </a:lnTo>
                <a:lnTo>
                  <a:pt x="4164" y="36952"/>
                </a:lnTo>
                <a:lnTo>
                  <a:pt x="4256" y="36707"/>
                </a:lnTo>
                <a:lnTo>
                  <a:pt x="4346" y="36475"/>
                </a:lnTo>
                <a:lnTo>
                  <a:pt x="4438" y="36243"/>
                </a:lnTo>
                <a:lnTo>
                  <a:pt x="4530" y="36011"/>
                </a:lnTo>
                <a:lnTo>
                  <a:pt x="4667" y="35766"/>
                </a:lnTo>
                <a:lnTo>
                  <a:pt x="4759" y="35534"/>
                </a:lnTo>
                <a:lnTo>
                  <a:pt x="4851" y="35301"/>
                </a:lnTo>
                <a:lnTo>
                  <a:pt x="4942" y="35069"/>
                </a:lnTo>
                <a:lnTo>
                  <a:pt x="5033" y="34837"/>
                </a:lnTo>
                <a:lnTo>
                  <a:pt x="5171" y="34553"/>
                </a:lnTo>
                <a:lnTo>
                  <a:pt x="5262" y="34308"/>
                </a:lnTo>
                <a:lnTo>
                  <a:pt x="5354" y="34076"/>
                </a:lnTo>
                <a:lnTo>
                  <a:pt x="5445" y="33844"/>
                </a:lnTo>
                <a:lnTo>
                  <a:pt x="5537" y="33612"/>
                </a:lnTo>
                <a:lnTo>
                  <a:pt x="5674" y="33380"/>
                </a:lnTo>
                <a:lnTo>
                  <a:pt x="5766" y="33135"/>
                </a:lnTo>
                <a:lnTo>
                  <a:pt x="5858" y="32902"/>
                </a:lnTo>
                <a:lnTo>
                  <a:pt x="5948" y="32670"/>
                </a:lnTo>
                <a:lnTo>
                  <a:pt x="6087" y="32438"/>
                </a:lnTo>
                <a:lnTo>
                  <a:pt x="6177" y="32193"/>
                </a:lnTo>
                <a:lnTo>
                  <a:pt x="6269" y="31961"/>
                </a:lnTo>
                <a:lnTo>
                  <a:pt x="6361" y="31729"/>
                </a:lnTo>
                <a:lnTo>
                  <a:pt x="6453" y="31496"/>
                </a:lnTo>
                <a:lnTo>
                  <a:pt x="6590" y="31264"/>
                </a:lnTo>
                <a:lnTo>
                  <a:pt x="6681" y="31019"/>
                </a:lnTo>
                <a:lnTo>
                  <a:pt x="6772" y="30787"/>
                </a:lnTo>
                <a:lnTo>
                  <a:pt x="6864" y="30555"/>
                </a:lnTo>
                <a:lnTo>
                  <a:pt x="6956" y="30323"/>
                </a:lnTo>
                <a:lnTo>
                  <a:pt x="7093" y="30078"/>
                </a:lnTo>
                <a:lnTo>
                  <a:pt x="7184" y="29846"/>
                </a:lnTo>
                <a:lnTo>
                  <a:pt x="7276" y="29613"/>
                </a:lnTo>
                <a:lnTo>
                  <a:pt x="7368" y="29381"/>
                </a:lnTo>
                <a:lnTo>
                  <a:pt x="7459" y="29149"/>
                </a:lnTo>
                <a:lnTo>
                  <a:pt x="7597" y="28904"/>
                </a:lnTo>
                <a:lnTo>
                  <a:pt x="7687" y="28672"/>
                </a:lnTo>
                <a:lnTo>
                  <a:pt x="7779" y="28440"/>
                </a:lnTo>
                <a:lnTo>
                  <a:pt x="7871" y="28207"/>
                </a:lnTo>
                <a:lnTo>
                  <a:pt x="7963" y="27962"/>
                </a:lnTo>
                <a:lnTo>
                  <a:pt x="8100" y="27730"/>
                </a:lnTo>
                <a:lnTo>
                  <a:pt x="8192" y="27498"/>
                </a:lnTo>
                <a:lnTo>
                  <a:pt x="8283" y="27266"/>
                </a:lnTo>
                <a:lnTo>
                  <a:pt x="8374" y="26982"/>
                </a:lnTo>
                <a:lnTo>
                  <a:pt x="8466" y="26750"/>
                </a:lnTo>
                <a:lnTo>
                  <a:pt x="8603" y="26505"/>
                </a:lnTo>
                <a:lnTo>
                  <a:pt x="8695" y="26273"/>
                </a:lnTo>
                <a:lnTo>
                  <a:pt x="8786" y="26041"/>
                </a:lnTo>
                <a:lnTo>
                  <a:pt x="8878" y="25808"/>
                </a:lnTo>
                <a:lnTo>
                  <a:pt x="8970" y="25576"/>
                </a:lnTo>
                <a:lnTo>
                  <a:pt x="9107" y="25331"/>
                </a:lnTo>
                <a:lnTo>
                  <a:pt x="9199" y="25099"/>
                </a:lnTo>
                <a:lnTo>
                  <a:pt x="9289" y="24867"/>
                </a:lnTo>
                <a:lnTo>
                  <a:pt x="9381" y="24635"/>
                </a:lnTo>
                <a:lnTo>
                  <a:pt x="9473" y="24390"/>
                </a:lnTo>
                <a:lnTo>
                  <a:pt x="9610" y="24158"/>
                </a:lnTo>
                <a:lnTo>
                  <a:pt x="9702" y="23925"/>
                </a:lnTo>
                <a:lnTo>
                  <a:pt x="9794" y="23693"/>
                </a:lnTo>
                <a:lnTo>
                  <a:pt x="9884" y="23461"/>
                </a:lnTo>
                <a:lnTo>
                  <a:pt x="9976" y="23216"/>
                </a:lnTo>
                <a:lnTo>
                  <a:pt x="10113" y="22984"/>
                </a:lnTo>
                <a:lnTo>
                  <a:pt x="10205" y="22752"/>
                </a:lnTo>
                <a:lnTo>
                  <a:pt x="10297" y="22519"/>
                </a:lnTo>
                <a:lnTo>
                  <a:pt x="10388" y="22274"/>
                </a:lnTo>
                <a:lnTo>
                  <a:pt x="10480" y="22042"/>
                </a:lnTo>
                <a:lnTo>
                  <a:pt x="10617" y="21810"/>
                </a:lnTo>
                <a:lnTo>
                  <a:pt x="10709" y="21578"/>
                </a:lnTo>
                <a:lnTo>
                  <a:pt x="10799" y="21346"/>
                </a:lnTo>
                <a:lnTo>
                  <a:pt x="10891" y="21101"/>
                </a:lnTo>
                <a:lnTo>
                  <a:pt x="10983" y="20869"/>
                </a:lnTo>
                <a:lnTo>
                  <a:pt x="11120" y="20636"/>
                </a:lnTo>
                <a:lnTo>
                  <a:pt x="11212" y="20404"/>
                </a:lnTo>
                <a:lnTo>
                  <a:pt x="11304" y="20159"/>
                </a:lnTo>
                <a:lnTo>
                  <a:pt x="11396" y="19927"/>
                </a:lnTo>
                <a:lnTo>
                  <a:pt x="11486" y="19695"/>
                </a:lnTo>
                <a:lnTo>
                  <a:pt x="11624" y="19463"/>
                </a:lnTo>
                <a:lnTo>
                  <a:pt x="11715" y="19269"/>
                </a:lnTo>
                <a:lnTo>
                  <a:pt x="11807" y="19037"/>
                </a:lnTo>
                <a:lnTo>
                  <a:pt x="11898" y="18805"/>
                </a:lnTo>
                <a:lnTo>
                  <a:pt x="11990" y="18573"/>
                </a:lnTo>
                <a:lnTo>
                  <a:pt x="12127" y="18328"/>
                </a:lnTo>
                <a:lnTo>
                  <a:pt x="12219" y="18095"/>
                </a:lnTo>
                <a:lnTo>
                  <a:pt x="12311" y="17863"/>
                </a:lnTo>
                <a:lnTo>
                  <a:pt x="12401" y="17631"/>
                </a:lnTo>
                <a:lnTo>
                  <a:pt x="12493" y="17386"/>
                </a:lnTo>
                <a:lnTo>
                  <a:pt x="12630" y="17154"/>
                </a:lnTo>
                <a:lnTo>
                  <a:pt x="12722" y="16922"/>
                </a:lnTo>
                <a:lnTo>
                  <a:pt x="12814" y="16690"/>
                </a:lnTo>
                <a:lnTo>
                  <a:pt x="12906" y="16457"/>
                </a:lnTo>
                <a:lnTo>
                  <a:pt x="12996" y="16212"/>
                </a:lnTo>
                <a:lnTo>
                  <a:pt x="13135" y="15980"/>
                </a:lnTo>
                <a:lnTo>
                  <a:pt x="13225" y="15748"/>
                </a:lnTo>
                <a:lnTo>
                  <a:pt x="13317" y="15516"/>
                </a:lnTo>
                <a:lnTo>
                  <a:pt x="13409" y="15271"/>
                </a:lnTo>
                <a:lnTo>
                  <a:pt x="13500" y="15039"/>
                </a:lnTo>
                <a:lnTo>
                  <a:pt x="13637" y="14806"/>
                </a:lnTo>
                <a:lnTo>
                  <a:pt x="13729" y="14574"/>
                </a:lnTo>
                <a:lnTo>
                  <a:pt x="13821" y="14342"/>
                </a:lnTo>
                <a:lnTo>
                  <a:pt x="13912" y="14097"/>
                </a:lnTo>
                <a:lnTo>
                  <a:pt x="14003" y="13865"/>
                </a:lnTo>
                <a:lnTo>
                  <a:pt x="14140" y="13633"/>
                </a:lnTo>
                <a:lnTo>
                  <a:pt x="14232" y="13401"/>
                </a:lnTo>
                <a:lnTo>
                  <a:pt x="14324" y="13155"/>
                </a:lnTo>
                <a:lnTo>
                  <a:pt x="14416" y="12923"/>
                </a:lnTo>
                <a:lnTo>
                  <a:pt x="14508" y="12691"/>
                </a:lnTo>
                <a:lnTo>
                  <a:pt x="14645" y="12459"/>
                </a:lnTo>
                <a:lnTo>
                  <a:pt x="14736" y="12266"/>
                </a:lnTo>
                <a:lnTo>
                  <a:pt x="14827" y="12033"/>
                </a:lnTo>
                <a:lnTo>
                  <a:pt x="14919" y="11801"/>
                </a:lnTo>
                <a:lnTo>
                  <a:pt x="15011" y="11569"/>
                </a:lnTo>
                <a:lnTo>
                  <a:pt x="15148" y="11324"/>
                </a:lnTo>
                <a:lnTo>
                  <a:pt x="15239" y="11092"/>
                </a:lnTo>
                <a:lnTo>
                  <a:pt x="15331" y="10860"/>
                </a:lnTo>
                <a:lnTo>
                  <a:pt x="15422" y="10627"/>
                </a:lnTo>
                <a:lnTo>
                  <a:pt x="15514" y="10382"/>
                </a:lnTo>
                <a:lnTo>
                  <a:pt x="15651" y="10150"/>
                </a:lnTo>
                <a:lnTo>
                  <a:pt x="15742" y="9918"/>
                </a:lnTo>
                <a:lnTo>
                  <a:pt x="15834" y="9686"/>
                </a:lnTo>
                <a:lnTo>
                  <a:pt x="15926" y="9454"/>
                </a:lnTo>
                <a:lnTo>
                  <a:pt x="16018" y="9209"/>
                </a:lnTo>
                <a:lnTo>
                  <a:pt x="16155" y="8977"/>
                </a:lnTo>
                <a:lnTo>
                  <a:pt x="16247" y="8744"/>
                </a:lnTo>
                <a:lnTo>
                  <a:pt x="16337" y="8512"/>
                </a:lnTo>
                <a:lnTo>
                  <a:pt x="16429" y="8319"/>
                </a:lnTo>
                <a:lnTo>
                  <a:pt x="16521" y="8087"/>
                </a:lnTo>
                <a:lnTo>
                  <a:pt x="16658" y="7854"/>
                </a:lnTo>
                <a:lnTo>
                  <a:pt x="16750" y="7609"/>
                </a:lnTo>
                <a:lnTo>
                  <a:pt x="16841" y="7377"/>
                </a:lnTo>
                <a:lnTo>
                  <a:pt x="16933" y="7145"/>
                </a:lnTo>
                <a:lnTo>
                  <a:pt x="17024" y="6913"/>
                </a:lnTo>
                <a:lnTo>
                  <a:pt x="17162" y="6668"/>
                </a:lnTo>
                <a:lnTo>
                  <a:pt x="17253" y="6436"/>
                </a:lnTo>
                <a:lnTo>
                  <a:pt x="17344" y="6203"/>
                </a:lnTo>
                <a:lnTo>
                  <a:pt x="17436" y="5971"/>
                </a:lnTo>
                <a:lnTo>
                  <a:pt x="17528" y="5739"/>
                </a:lnTo>
                <a:lnTo>
                  <a:pt x="17665" y="5494"/>
                </a:lnTo>
                <a:lnTo>
                  <a:pt x="17757" y="5262"/>
                </a:lnTo>
                <a:lnTo>
                  <a:pt x="17849" y="5081"/>
                </a:lnTo>
                <a:lnTo>
                  <a:pt x="17939" y="4836"/>
                </a:lnTo>
                <a:lnTo>
                  <a:pt x="18031" y="4604"/>
                </a:lnTo>
                <a:lnTo>
                  <a:pt x="18168" y="4372"/>
                </a:lnTo>
                <a:lnTo>
                  <a:pt x="18260" y="4140"/>
                </a:lnTo>
                <a:lnTo>
                  <a:pt x="18352" y="3895"/>
                </a:lnTo>
                <a:lnTo>
                  <a:pt x="18443" y="3663"/>
                </a:lnTo>
                <a:lnTo>
                  <a:pt x="18534" y="3430"/>
                </a:lnTo>
                <a:lnTo>
                  <a:pt x="18672" y="3198"/>
                </a:lnTo>
                <a:lnTo>
                  <a:pt x="18763" y="2966"/>
                </a:lnTo>
                <a:lnTo>
                  <a:pt x="18855" y="2721"/>
                </a:lnTo>
                <a:lnTo>
                  <a:pt x="18946" y="2540"/>
                </a:lnTo>
                <a:lnTo>
                  <a:pt x="19038" y="2308"/>
                </a:lnTo>
                <a:lnTo>
                  <a:pt x="19175" y="2063"/>
                </a:lnTo>
                <a:lnTo>
                  <a:pt x="19267" y="1831"/>
                </a:lnTo>
                <a:lnTo>
                  <a:pt x="19359" y="1599"/>
                </a:lnTo>
                <a:lnTo>
                  <a:pt x="19449" y="1367"/>
                </a:lnTo>
                <a:lnTo>
                  <a:pt x="19541" y="1122"/>
                </a:lnTo>
                <a:lnTo>
                  <a:pt x="19678" y="889"/>
                </a:lnTo>
                <a:lnTo>
                  <a:pt x="19770" y="657"/>
                </a:lnTo>
                <a:lnTo>
                  <a:pt x="19862" y="464"/>
                </a:lnTo>
                <a:lnTo>
                  <a:pt x="19954" y="232"/>
                </a:lnTo>
                <a:lnTo>
                  <a:pt x="2004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410810" y="2650345"/>
            <a:ext cx="20050" cy="44511"/>
          </a:xfrm>
          <a:custGeom>
            <a:avLst/>
            <a:gdLst/>
            <a:ahLst/>
            <a:cxnLst/>
            <a:rect l="l" t="t" r="r" b="b"/>
            <a:pathLst>
              <a:path w="20050" h="44511">
                <a:moveTo>
                  <a:pt x="0" y="44511"/>
                </a:moveTo>
                <a:lnTo>
                  <a:pt x="137" y="44278"/>
                </a:lnTo>
                <a:lnTo>
                  <a:pt x="228" y="44046"/>
                </a:lnTo>
                <a:lnTo>
                  <a:pt x="319" y="43801"/>
                </a:lnTo>
                <a:lnTo>
                  <a:pt x="411" y="43569"/>
                </a:lnTo>
                <a:lnTo>
                  <a:pt x="502" y="43337"/>
                </a:lnTo>
                <a:lnTo>
                  <a:pt x="640" y="43105"/>
                </a:lnTo>
                <a:lnTo>
                  <a:pt x="731" y="42911"/>
                </a:lnTo>
                <a:lnTo>
                  <a:pt x="823" y="42679"/>
                </a:lnTo>
                <a:lnTo>
                  <a:pt x="915" y="42447"/>
                </a:lnTo>
                <a:lnTo>
                  <a:pt x="1005" y="42202"/>
                </a:lnTo>
                <a:lnTo>
                  <a:pt x="1144" y="41970"/>
                </a:lnTo>
                <a:lnTo>
                  <a:pt x="1234" y="41738"/>
                </a:lnTo>
                <a:lnTo>
                  <a:pt x="1326" y="41505"/>
                </a:lnTo>
                <a:lnTo>
                  <a:pt x="1418" y="41273"/>
                </a:lnTo>
                <a:lnTo>
                  <a:pt x="1510" y="41080"/>
                </a:lnTo>
                <a:lnTo>
                  <a:pt x="1647" y="40848"/>
                </a:lnTo>
                <a:lnTo>
                  <a:pt x="1739" y="40602"/>
                </a:lnTo>
                <a:lnTo>
                  <a:pt x="1829" y="40370"/>
                </a:lnTo>
                <a:lnTo>
                  <a:pt x="1921" y="40138"/>
                </a:lnTo>
                <a:lnTo>
                  <a:pt x="2013" y="39906"/>
                </a:lnTo>
                <a:lnTo>
                  <a:pt x="2150" y="39674"/>
                </a:lnTo>
                <a:lnTo>
                  <a:pt x="2241" y="39429"/>
                </a:lnTo>
                <a:lnTo>
                  <a:pt x="2333" y="39248"/>
                </a:lnTo>
                <a:lnTo>
                  <a:pt x="2425" y="39016"/>
                </a:lnTo>
                <a:lnTo>
                  <a:pt x="2516" y="38771"/>
                </a:lnTo>
                <a:lnTo>
                  <a:pt x="2654" y="38539"/>
                </a:lnTo>
                <a:lnTo>
                  <a:pt x="2744" y="38307"/>
                </a:lnTo>
                <a:lnTo>
                  <a:pt x="2836" y="38074"/>
                </a:lnTo>
                <a:lnTo>
                  <a:pt x="2928" y="37829"/>
                </a:lnTo>
                <a:lnTo>
                  <a:pt x="3020" y="37649"/>
                </a:lnTo>
                <a:lnTo>
                  <a:pt x="3157" y="37417"/>
                </a:lnTo>
                <a:lnTo>
                  <a:pt x="3249" y="37172"/>
                </a:lnTo>
                <a:lnTo>
                  <a:pt x="3340" y="36939"/>
                </a:lnTo>
                <a:lnTo>
                  <a:pt x="3431" y="36707"/>
                </a:lnTo>
                <a:lnTo>
                  <a:pt x="3523" y="36475"/>
                </a:lnTo>
                <a:lnTo>
                  <a:pt x="3660" y="36282"/>
                </a:lnTo>
                <a:lnTo>
                  <a:pt x="3752" y="36049"/>
                </a:lnTo>
                <a:lnTo>
                  <a:pt x="3843" y="35817"/>
                </a:lnTo>
                <a:lnTo>
                  <a:pt x="3935" y="35585"/>
                </a:lnTo>
                <a:lnTo>
                  <a:pt x="4027" y="35340"/>
                </a:lnTo>
                <a:lnTo>
                  <a:pt x="4164" y="35108"/>
                </a:lnTo>
                <a:lnTo>
                  <a:pt x="4256" y="34876"/>
                </a:lnTo>
                <a:lnTo>
                  <a:pt x="4346" y="34682"/>
                </a:lnTo>
                <a:lnTo>
                  <a:pt x="4438" y="34450"/>
                </a:lnTo>
                <a:lnTo>
                  <a:pt x="4530" y="34218"/>
                </a:lnTo>
                <a:lnTo>
                  <a:pt x="4667" y="33986"/>
                </a:lnTo>
                <a:lnTo>
                  <a:pt x="4759" y="33741"/>
                </a:lnTo>
                <a:lnTo>
                  <a:pt x="4851" y="33509"/>
                </a:lnTo>
                <a:lnTo>
                  <a:pt x="4941" y="33328"/>
                </a:lnTo>
                <a:lnTo>
                  <a:pt x="5033" y="33083"/>
                </a:lnTo>
                <a:lnTo>
                  <a:pt x="5170" y="32851"/>
                </a:lnTo>
                <a:lnTo>
                  <a:pt x="5262" y="32619"/>
                </a:lnTo>
                <a:lnTo>
                  <a:pt x="5354" y="32386"/>
                </a:lnTo>
                <a:lnTo>
                  <a:pt x="5445" y="32193"/>
                </a:lnTo>
                <a:lnTo>
                  <a:pt x="5537" y="31961"/>
                </a:lnTo>
                <a:lnTo>
                  <a:pt x="5674" y="31729"/>
                </a:lnTo>
                <a:lnTo>
                  <a:pt x="5766" y="31484"/>
                </a:lnTo>
                <a:lnTo>
                  <a:pt x="5857" y="31251"/>
                </a:lnTo>
                <a:lnTo>
                  <a:pt x="5948" y="31019"/>
                </a:lnTo>
                <a:lnTo>
                  <a:pt x="6040" y="30826"/>
                </a:lnTo>
                <a:lnTo>
                  <a:pt x="6177" y="30594"/>
                </a:lnTo>
                <a:lnTo>
                  <a:pt x="6269" y="30361"/>
                </a:lnTo>
                <a:lnTo>
                  <a:pt x="6361" y="30129"/>
                </a:lnTo>
                <a:lnTo>
                  <a:pt x="6453" y="29897"/>
                </a:lnTo>
                <a:lnTo>
                  <a:pt x="6543" y="29704"/>
                </a:lnTo>
                <a:lnTo>
                  <a:pt x="6681" y="29471"/>
                </a:lnTo>
                <a:lnTo>
                  <a:pt x="6772" y="29239"/>
                </a:lnTo>
                <a:lnTo>
                  <a:pt x="6864" y="28994"/>
                </a:lnTo>
                <a:lnTo>
                  <a:pt x="6956" y="28762"/>
                </a:lnTo>
                <a:lnTo>
                  <a:pt x="7047" y="28582"/>
                </a:lnTo>
                <a:lnTo>
                  <a:pt x="7184" y="28336"/>
                </a:lnTo>
                <a:lnTo>
                  <a:pt x="7276" y="28104"/>
                </a:lnTo>
                <a:lnTo>
                  <a:pt x="7368" y="27872"/>
                </a:lnTo>
                <a:lnTo>
                  <a:pt x="7459" y="27640"/>
                </a:lnTo>
                <a:lnTo>
                  <a:pt x="7550" y="27447"/>
                </a:lnTo>
                <a:lnTo>
                  <a:pt x="7687" y="27214"/>
                </a:lnTo>
                <a:lnTo>
                  <a:pt x="7779" y="26982"/>
                </a:lnTo>
                <a:lnTo>
                  <a:pt x="7871" y="26737"/>
                </a:lnTo>
                <a:lnTo>
                  <a:pt x="7963" y="26505"/>
                </a:lnTo>
                <a:lnTo>
                  <a:pt x="8053" y="26324"/>
                </a:lnTo>
                <a:lnTo>
                  <a:pt x="8192" y="26079"/>
                </a:lnTo>
                <a:lnTo>
                  <a:pt x="8282" y="25847"/>
                </a:lnTo>
                <a:lnTo>
                  <a:pt x="8374" y="25615"/>
                </a:lnTo>
                <a:lnTo>
                  <a:pt x="8466" y="25383"/>
                </a:lnTo>
                <a:lnTo>
                  <a:pt x="8558" y="25189"/>
                </a:lnTo>
                <a:lnTo>
                  <a:pt x="8695" y="24957"/>
                </a:lnTo>
                <a:lnTo>
                  <a:pt x="8786" y="24725"/>
                </a:lnTo>
                <a:lnTo>
                  <a:pt x="8878" y="24480"/>
                </a:lnTo>
                <a:lnTo>
                  <a:pt x="8969" y="24299"/>
                </a:lnTo>
                <a:lnTo>
                  <a:pt x="9060" y="24067"/>
                </a:lnTo>
                <a:lnTo>
                  <a:pt x="9198" y="23822"/>
                </a:lnTo>
                <a:lnTo>
                  <a:pt x="9289" y="23590"/>
                </a:lnTo>
                <a:lnTo>
                  <a:pt x="9381" y="23409"/>
                </a:lnTo>
                <a:lnTo>
                  <a:pt x="9473" y="23164"/>
                </a:lnTo>
                <a:lnTo>
                  <a:pt x="9565" y="22932"/>
                </a:lnTo>
                <a:lnTo>
                  <a:pt x="9702" y="22700"/>
                </a:lnTo>
                <a:lnTo>
                  <a:pt x="9794" y="22468"/>
                </a:lnTo>
                <a:lnTo>
                  <a:pt x="9884" y="22274"/>
                </a:lnTo>
                <a:lnTo>
                  <a:pt x="9976" y="22042"/>
                </a:lnTo>
                <a:lnTo>
                  <a:pt x="10068" y="21810"/>
                </a:lnTo>
                <a:lnTo>
                  <a:pt x="10205" y="21565"/>
                </a:lnTo>
                <a:lnTo>
                  <a:pt x="10297" y="21384"/>
                </a:lnTo>
                <a:lnTo>
                  <a:pt x="10388" y="21152"/>
                </a:lnTo>
                <a:lnTo>
                  <a:pt x="10480" y="20907"/>
                </a:lnTo>
                <a:lnTo>
                  <a:pt x="10571" y="20675"/>
                </a:lnTo>
                <a:lnTo>
                  <a:pt x="10709" y="20494"/>
                </a:lnTo>
                <a:lnTo>
                  <a:pt x="10799" y="20249"/>
                </a:lnTo>
                <a:lnTo>
                  <a:pt x="10891" y="20017"/>
                </a:lnTo>
                <a:lnTo>
                  <a:pt x="10983" y="19785"/>
                </a:lnTo>
                <a:lnTo>
                  <a:pt x="11075" y="19592"/>
                </a:lnTo>
                <a:lnTo>
                  <a:pt x="11212" y="19359"/>
                </a:lnTo>
                <a:lnTo>
                  <a:pt x="11304" y="19127"/>
                </a:lnTo>
                <a:lnTo>
                  <a:pt x="11394" y="18895"/>
                </a:lnTo>
                <a:lnTo>
                  <a:pt x="11486" y="18702"/>
                </a:lnTo>
                <a:lnTo>
                  <a:pt x="11578" y="18469"/>
                </a:lnTo>
                <a:lnTo>
                  <a:pt x="11715" y="18237"/>
                </a:lnTo>
                <a:lnTo>
                  <a:pt x="11807" y="18005"/>
                </a:lnTo>
                <a:lnTo>
                  <a:pt x="11898" y="17812"/>
                </a:lnTo>
                <a:lnTo>
                  <a:pt x="11990" y="17580"/>
                </a:lnTo>
                <a:lnTo>
                  <a:pt x="12081" y="17334"/>
                </a:lnTo>
                <a:lnTo>
                  <a:pt x="12219" y="17154"/>
                </a:lnTo>
                <a:lnTo>
                  <a:pt x="12310" y="16922"/>
                </a:lnTo>
                <a:lnTo>
                  <a:pt x="12401" y="16677"/>
                </a:lnTo>
                <a:lnTo>
                  <a:pt x="12493" y="16444"/>
                </a:lnTo>
                <a:lnTo>
                  <a:pt x="12585" y="16264"/>
                </a:lnTo>
                <a:lnTo>
                  <a:pt x="12722" y="16019"/>
                </a:lnTo>
                <a:lnTo>
                  <a:pt x="12814" y="15787"/>
                </a:lnTo>
                <a:lnTo>
                  <a:pt x="12906" y="15555"/>
                </a:lnTo>
                <a:lnTo>
                  <a:pt x="12996" y="15361"/>
                </a:lnTo>
                <a:lnTo>
                  <a:pt x="13088" y="15129"/>
                </a:lnTo>
                <a:lnTo>
                  <a:pt x="13225" y="14897"/>
                </a:lnTo>
                <a:lnTo>
                  <a:pt x="13317" y="14703"/>
                </a:lnTo>
                <a:lnTo>
                  <a:pt x="13409" y="14471"/>
                </a:lnTo>
                <a:lnTo>
                  <a:pt x="13500" y="14239"/>
                </a:lnTo>
                <a:lnTo>
                  <a:pt x="13592" y="14007"/>
                </a:lnTo>
                <a:lnTo>
                  <a:pt x="13729" y="13813"/>
                </a:lnTo>
                <a:lnTo>
                  <a:pt x="13821" y="13581"/>
                </a:lnTo>
                <a:lnTo>
                  <a:pt x="13912" y="13349"/>
                </a:lnTo>
                <a:lnTo>
                  <a:pt x="14003" y="13155"/>
                </a:lnTo>
                <a:lnTo>
                  <a:pt x="14095" y="12923"/>
                </a:lnTo>
                <a:lnTo>
                  <a:pt x="14232" y="12691"/>
                </a:lnTo>
                <a:lnTo>
                  <a:pt x="14324" y="12498"/>
                </a:lnTo>
                <a:lnTo>
                  <a:pt x="14416" y="12266"/>
                </a:lnTo>
                <a:lnTo>
                  <a:pt x="14506" y="12033"/>
                </a:lnTo>
                <a:lnTo>
                  <a:pt x="14598" y="11788"/>
                </a:lnTo>
                <a:lnTo>
                  <a:pt x="14735" y="11608"/>
                </a:lnTo>
                <a:lnTo>
                  <a:pt x="14827" y="11376"/>
                </a:lnTo>
                <a:lnTo>
                  <a:pt x="14919" y="11130"/>
                </a:lnTo>
                <a:lnTo>
                  <a:pt x="15011" y="10950"/>
                </a:lnTo>
                <a:lnTo>
                  <a:pt x="15102" y="10718"/>
                </a:lnTo>
                <a:lnTo>
                  <a:pt x="15239" y="10473"/>
                </a:lnTo>
                <a:lnTo>
                  <a:pt x="15331" y="10292"/>
                </a:lnTo>
                <a:lnTo>
                  <a:pt x="15422" y="10060"/>
                </a:lnTo>
                <a:lnTo>
                  <a:pt x="15514" y="9815"/>
                </a:lnTo>
                <a:lnTo>
                  <a:pt x="15605" y="9634"/>
                </a:lnTo>
                <a:lnTo>
                  <a:pt x="15742" y="9402"/>
                </a:lnTo>
                <a:lnTo>
                  <a:pt x="15834" y="9157"/>
                </a:lnTo>
                <a:lnTo>
                  <a:pt x="15926" y="8977"/>
                </a:lnTo>
                <a:lnTo>
                  <a:pt x="16018" y="8744"/>
                </a:lnTo>
                <a:lnTo>
                  <a:pt x="16108" y="8499"/>
                </a:lnTo>
                <a:lnTo>
                  <a:pt x="16247" y="8319"/>
                </a:lnTo>
                <a:lnTo>
                  <a:pt x="16337" y="8087"/>
                </a:lnTo>
                <a:lnTo>
                  <a:pt x="16429" y="7842"/>
                </a:lnTo>
                <a:lnTo>
                  <a:pt x="16521" y="7661"/>
                </a:lnTo>
                <a:lnTo>
                  <a:pt x="16613" y="7429"/>
                </a:lnTo>
                <a:lnTo>
                  <a:pt x="16750" y="7184"/>
                </a:lnTo>
                <a:lnTo>
                  <a:pt x="16841" y="7003"/>
                </a:lnTo>
                <a:lnTo>
                  <a:pt x="16933" y="6758"/>
                </a:lnTo>
                <a:lnTo>
                  <a:pt x="17024" y="6526"/>
                </a:lnTo>
                <a:lnTo>
                  <a:pt x="17116" y="6345"/>
                </a:lnTo>
                <a:lnTo>
                  <a:pt x="17253" y="6100"/>
                </a:lnTo>
                <a:lnTo>
                  <a:pt x="17344" y="5868"/>
                </a:lnTo>
                <a:lnTo>
                  <a:pt x="17436" y="5688"/>
                </a:lnTo>
                <a:lnTo>
                  <a:pt x="17528" y="5442"/>
                </a:lnTo>
                <a:lnTo>
                  <a:pt x="17618" y="5210"/>
                </a:lnTo>
                <a:lnTo>
                  <a:pt x="17757" y="5030"/>
                </a:lnTo>
                <a:lnTo>
                  <a:pt x="17847" y="4785"/>
                </a:lnTo>
                <a:lnTo>
                  <a:pt x="17939" y="4553"/>
                </a:lnTo>
                <a:lnTo>
                  <a:pt x="18031" y="4372"/>
                </a:lnTo>
                <a:lnTo>
                  <a:pt x="18123" y="4127"/>
                </a:lnTo>
                <a:lnTo>
                  <a:pt x="18260" y="3895"/>
                </a:lnTo>
                <a:lnTo>
                  <a:pt x="18352" y="3714"/>
                </a:lnTo>
                <a:lnTo>
                  <a:pt x="18443" y="3469"/>
                </a:lnTo>
                <a:lnTo>
                  <a:pt x="18534" y="3288"/>
                </a:lnTo>
                <a:lnTo>
                  <a:pt x="18626" y="3056"/>
                </a:lnTo>
                <a:lnTo>
                  <a:pt x="18763" y="2811"/>
                </a:lnTo>
                <a:lnTo>
                  <a:pt x="18855" y="2631"/>
                </a:lnTo>
                <a:lnTo>
                  <a:pt x="18946" y="2399"/>
                </a:lnTo>
                <a:lnTo>
                  <a:pt x="19038" y="2153"/>
                </a:lnTo>
                <a:lnTo>
                  <a:pt x="19130" y="1973"/>
                </a:lnTo>
                <a:lnTo>
                  <a:pt x="19267" y="1741"/>
                </a:lnTo>
                <a:lnTo>
                  <a:pt x="19359" y="1547"/>
                </a:lnTo>
                <a:lnTo>
                  <a:pt x="19449" y="1315"/>
                </a:lnTo>
                <a:lnTo>
                  <a:pt x="19541" y="1083"/>
                </a:lnTo>
                <a:lnTo>
                  <a:pt x="19633" y="889"/>
                </a:lnTo>
                <a:lnTo>
                  <a:pt x="19770" y="657"/>
                </a:lnTo>
                <a:lnTo>
                  <a:pt x="19862" y="412"/>
                </a:lnTo>
                <a:lnTo>
                  <a:pt x="19954" y="232"/>
                </a:lnTo>
                <a:lnTo>
                  <a:pt x="20050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5430861" y="2608788"/>
            <a:ext cx="20043" cy="41557"/>
          </a:xfrm>
          <a:custGeom>
            <a:avLst/>
            <a:gdLst/>
            <a:ahLst/>
            <a:cxnLst/>
            <a:rect l="l" t="t" r="r" b="b"/>
            <a:pathLst>
              <a:path w="20043" h="41557">
                <a:moveTo>
                  <a:pt x="0" y="41557"/>
                </a:moveTo>
                <a:lnTo>
                  <a:pt x="88" y="41363"/>
                </a:lnTo>
                <a:lnTo>
                  <a:pt x="226" y="41131"/>
                </a:lnTo>
                <a:lnTo>
                  <a:pt x="314" y="40899"/>
                </a:lnTo>
                <a:lnTo>
                  <a:pt x="402" y="40706"/>
                </a:lnTo>
                <a:lnTo>
                  <a:pt x="502" y="40474"/>
                </a:lnTo>
                <a:lnTo>
                  <a:pt x="590" y="40280"/>
                </a:lnTo>
                <a:lnTo>
                  <a:pt x="729" y="40048"/>
                </a:lnTo>
                <a:lnTo>
                  <a:pt x="817" y="39816"/>
                </a:lnTo>
                <a:lnTo>
                  <a:pt x="905" y="39622"/>
                </a:lnTo>
                <a:lnTo>
                  <a:pt x="1005" y="39390"/>
                </a:lnTo>
                <a:lnTo>
                  <a:pt x="1093" y="39197"/>
                </a:lnTo>
                <a:lnTo>
                  <a:pt x="1232" y="38964"/>
                </a:lnTo>
                <a:lnTo>
                  <a:pt x="1320" y="38732"/>
                </a:lnTo>
                <a:lnTo>
                  <a:pt x="1408" y="38539"/>
                </a:lnTo>
                <a:lnTo>
                  <a:pt x="1508" y="38307"/>
                </a:lnTo>
                <a:lnTo>
                  <a:pt x="1596" y="38126"/>
                </a:lnTo>
                <a:lnTo>
                  <a:pt x="1735" y="37881"/>
                </a:lnTo>
                <a:lnTo>
                  <a:pt x="1823" y="37649"/>
                </a:lnTo>
                <a:lnTo>
                  <a:pt x="1911" y="37468"/>
                </a:lnTo>
                <a:lnTo>
                  <a:pt x="2011" y="37223"/>
                </a:lnTo>
                <a:lnTo>
                  <a:pt x="2099" y="37043"/>
                </a:lnTo>
                <a:lnTo>
                  <a:pt x="2238" y="36810"/>
                </a:lnTo>
                <a:lnTo>
                  <a:pt x="2326" y="36617"/>
                </a:lnTo>
                <a:lnTo>
                  <a:pt x="2414" y="36385"/>
                </a:lnTo>
                <a:lnTo>
                  <a:pt x="2514" y="36153"/>
                </a:lnTo>
                <a:lnTo>
                  <a:pt x="2602" y="35959"/>
                </a:lnTo>
                <a:lnTo>
                  <a:pt x="2741" y="35727"/>
                </a:lnTo>
                <a:lnTo>
                  <a:pt x="2829" y="35534"/>
                </a:lnTo>
                <a:lnTo>
                  <a:pt x="2917" y="35301"/>
                </a:lnTo>
                <a:lnTo>
                  <a:pt x="3017" y="35108"/>
                </a:lnTo>
                <a:lnTo>
                  <a:pt x="3105" y="34876"/>
                </a:lnTo>
                <a:lnTo>
                  <a:pt x="3244" y="34644"/>
                </a:lnTo>
                <a:lnTo>
                  <a:pt x="3332" y="34450"/>
                </a:lnTo>
                <a:lnTo>
                  <a:pt x="3432" y="34218"/>
                </a:lnTo>
                <a:lnTo>
                  <a:pt x="3520" y="34037"/>
                </a:lnTo>
                <a:lnTo>
                  <a:pt x="3608" y="33792"/>
                </a:lnTo>
                <a:lnTo>
                  <a:pt x="3747" y="33612"/>
                </a:lnTo>
                <a:lnTo>
                  <a:pt x="3835" y="33380"/>
                </a:lnTo>
                <a:lnTo>
                  <a:pt x="3935" y="33186"/>
                </a:lnTo>
                <a:lnTo>
                  <a:pt x="4023" y="32954"/>
                </a:lnTo>
                <a:lnTo>
                  <a:pt x="4111" y="32722"/>
                </a:lnTo>
                <a:lnTo>
                  <a:pt x="4250" y="32528"/>
                </a:lnTo>
                <a:lnTo>
                  <a:pt x="4338" y="32296"/>
                </a:lnTo>
                <a:lnTo>
                  <a:pt x="4438" y="32103"/>
                </a:lnTo>
                <a:lnTo>
                  <a:pt x="4526" y="31871"/>
                </a:lnTo>
                <a:lnTo>
                  <a:pt x="4614" y="31677"/>
                </a:lnTo>
                <a:lnTo>
                  <a:pt x="4753" y="31445"/>
                </a:lnTo>
                <a:lnTo>
                  <a:pt x="4841" y="31264"/>
                </a:lnTo>
                <a:lnTo>
                  <a:pt x="4941" y="31019"/>
                </a:lnTo>
                <a:lnTo>
                  <a:pt x="5029" y="30839"/>
                </a:lnTo>
                <a:lnTo>
                  <a:pt x="5117" y="30607"/>
                </a:lnTo>
                <a:lnTo>
                  <a:pt x="5256" y="30413"/>
                </a:lnTo>
                <a:lnTo>
                  <a:pt x="5344" y="30181"/>
                </a:lnTo>
                <a:lnTo>
                  <a:pt x="5444" y="29987"/>
                </a:lnTo>
                <a:lnTo>
                  <a:pt x="5532" y="29755"/>
                </a:lnTo>
                <a:lnTo>
                  <a:pt x="5620" y="29562"/>
                </a:lnTo>
                <a:lnTo>
                  <a:pt x="5758" y="29330"/>
                </a:lnTo>
                <a:lnTo>
                  <a:pt x="5847" y="29097"/>
                </a:lnTo>
                <a:lnTo>
                  <a:pt x="5947" y="28904"/>
                </a:lnTo>
                <a:lnTo>
                  <a:pt x="6035" y="28672"/>
                </a:lnTo>
                <a:lnTo>
                  <a:pt x="6123" y="28491"/>
                </a:lnTo>
                <a:lnTo>
                  <a:pt x="6261" y="28246"/>
                </a:lnTo>
                <a:lnTo>
                  <a:pt x="6349" y="28066"/>
                </a:lnTo>
                <a:lnTo>
                  <a:pt x="6450" y="27833"/>
                </a:lnTo>
                <a:lnTo>
                  <a:pt x="6538" y="27640"/>
                </a:lnTo>
                <a:lnTo>
                  <a:pt x="6626" y="27408"/>
                </a:lnTo>
                <a:lnTo>
                  <a:pt x="6764" y="27214"/>
                </a:lnTo>
                <a:lnTo>
                  <a:pt x="6865" y="26982"/>
                </a:lnTo>
                <a:lnTo>
                  <a:pt x="6953" y="26789"/>
                </a:lnTo>
                <a:lnTo>
                  <a:pt x="7041" y="26557"/>
                </a:lnTo>
                <a:lnTo>
                  <a:pt x="7129" y="26376"/>
                </a:lnTo>
                <a:lnTo>
                  <a:pt x="7267" y="26131"/>
                </a:lnTo>
                <a:lnTo>
                  <a:pt x="7368" y="25950"/>
                </a:lnTo>
                <a:lnTo>
                  <a:pt x="7456" y="25718"/>
                </a:lnTo>
                <a:lnTo>
                  <a:pt x="7544" y="25525"/>
                </a:lnTo>
                <a:lnTo>
                  <a:pt x="7632" y="25293"/>
                </a:lnTo>
                <a:lnTo>
                  <a:pt x="7770" y="25099"/>
                </a:lnTo>
                <a:lnTo>
                  <a:pt x="7871" y="24867"/>
                </a:lnTo>
                <a:lnTo>
                  <a:pt x="7959" y="24673"/>
                </a:lnTo>
                <a:lnTo>
                  <a:pt x="8047" y="24493"/>
                </a:lnTo>
                <a:lnTo>
                  <a:pt x="8135" y="24261"/>
                </a:lnTo>
                <a:lnTo>
                  <a:pt x="8273" y="24067"/>
                </a:lnTo>
                <a:lnTo>
                  <a:pt x="8374" y="23835"/>
                </a:lnTo>
                <a:lnTo>
                  <a:pt x="8462" y="23642"/>
                </a:lnTo>
                <a:lnTo>
                  <a:pt x="8550" y="23409"/>
                </a:lnTo>
                <a:lnTo>
                  <a:pt x="8638" y="23216"/>
                </a:lnTo>
                <a:lnTo>
                  <a:pt x="8776" y="22984"/>
                </a:lnTo>
                <a:lnTo>
                  <a:pt x="8877" y="22803"/>
                </a:lnTo>
                <a:lnTo>
                  <a:pt x="8965" y="22558"/>
                </a:lnTo>
                <a:lnTo>
                  <a:pt x="9053" y="22378"/>
                </a:lnTo>
                <a:lnTo>
                  <a:pt x="9141" y="22145"/>
                </a:lnTo>
                <a:lnTo>
                  <a:pt x="9279" y="21952"/>
                </a:lnTo>
                <a:lnTo>
                  <a:pt x="9380" y="21720"/>
                </a:lnTo>
                <a:lnTo>
                  <a:pt x="9468" y="21526"/>
                </a:lnTo>
                <a:lnTo>
                  <a:pt x="9556" y="21346"/>
                </a:lnTo>
                <a:lnTo>
                  <a:pt x="9656" y="21101"/>
                </a:lnTo>
                <a:lnTo>
                  <a:pt x="9782" y="20920"/>
                </a:lnTo>
                <a:lnTo>
                  <a:pt x="9883" y="20688"/>
                </a:lnTo>
                <a:lnTo>
                  <a:pt x="9971" y="20494"/>
                </a:lnTo>
                <a:lnTo>
                  <a:pt x="10059" y="20262"/>
                </a:lnTo>
                <a:lnTo>
                  <a:pt x="10159" y="20069"/>
                </a:lnTo>
                <a:lnTo>
                  <a:pt x="10285" y="19837"/>
                </a:lnTo>
                <a:lnTo>
                  <a:pt x="10386" y="19643"/>
                </a:lnTo>
                <a:lnTo>
                  <a:pt x="10474" y="19463"/>
                </a:lnTo>
                <a:lnTo>
                  <a:pt x="10562" y="19230"/>
                </a:lnTo>
                <a:lnTo>
                  <a:pt x="10662" y="19037"/>
                </a:lnTo>
                <a:lnTo>
                  <a:pt x="10801" y="18805"/>
                </a:lnTo>
                <a:lnTo>
                  <a:pt x="10889" y="18611"/>
                </a:lnTo>
                <a:lnTo>
                  <a:pt x="10977" y="18379"/>
                </a:lnTo>
                <a:lnTo>
                  <a:pt x="11065" y="18186"/>
                </a:lnTo>
                <a:lnTo>
                  <a:pt x="11165" y="18005"/>
                </a:lnTo>
                <a:lnTo>
                  <a:pt x="11304" y="17773"/>
                </a:lnTo>
                <a:lnTo>
                  <a:pt x="11392" y="17580"/>
                </a:lnTo>
                <a:lnTo>
                  <a:pt x="11480" y="17347"/>
                </a:lnTo>
                <a:lnTo>
                  <a:pt x="11568" y="17154"/>
                </a:lnTo>
                <a:lnTo>
                  <a:pt x="11668" y="16922"/>
                </a:lnTo>
                <a:lnTo>
                  <a:pt x="11807" y="16728"/>
                </a:lnTo>
                <a:lnTo>
                  <a:pt x="11895" y="16548"/>
                </a:lnTo>
                <a:lnTo>
                  <a:pt x="11983" y="16316"/>
                </a:lnTo>
                <a:lnTo>
                  <a:pt x="12071" y="16122"/>
                </a:lnTo>
                <a:lnTo>
                  <a:pt x="12171" y="15890"/>
                </a:lnTo>
                <a:lnTo>
                  <a:pt x="12310" y="15696"/>
                </a:lnTo>
                <a:lnTo>
                  <a:pt x="12398" y="15516"/>
                </a:lnTo>
                <a:lnTo>
                  <a:pt x="12486" y="15271"/>
                </a:lnTo>
                <a:lnTo>
                  <a:pt x="12574" y="15090"/>
                </a:lnTo>
                <a:lnTo>
                  <a:pt x="12674" y="14858"/>
                </a:lnTo>
                <a:lnTo>
                  <a:pt x="12813" y="14665"/>
                </a:lnTo>
                <a:lnTo>
                  <a:pt x="12901" y="14471"/>
                </a:lnTo>
                <a:lnTo>
                  <a:pt x="12989" y="14239"/>
                </a:lnTo>
                <a:lnTo>
                  <a:pt x="13089" y="14058"/>
                </a:lnTo>
                <a:lnTo>
                  <a:pt x="13177" y="13813"/>
                </a:lnTo>
                <a:lnTo>
                  <a:pt x="13316" y="13633"/>
                </a:lnTo>
                <a:lnTo>
                  <a:pt x="13404" y="13439"/>
                </a:lnTo>
                <a:lnTo>
                  <a:pt x="13492" y="13207"/>
                </a:lnTo>
                <a:lnTo>
                  <a:pt x="13592" y="13027"/>
                </a:lnTo>
                <a:lnTo>
                  <a:pt x="13680" y="12781"/>
                </a:lnTo>
                <a:lnTo>
                  <a:pt x="13819" y="12601"/>
                </a:lnTo>
                <a:lnTo>
                  <a:pt x="13907" y="12407"/>
                </a:lnTo>
                <a:lnTo>
                  <a:pt x="13995" y="12175"/>
                </a:lnTo>
                <a:lnTo>
                  <a:pt x="14095" y="11982"/>
                </a:lnTo>
                <a:lnTo>
                  <a:pt x="14183" y="11801"/>
                </a:lnTo>
                <a:lnTo>
                  <a:pt x="14322" y="11569"/>
                </a:lnTo>
                <a:lnTo>
                  <a:pt x="14410" y="11376"/>
                </a:lnTo>
                <a:lnTo>
                  <a:pt x="14498" y="11143"/>
                </a:lnTo>
                <a:lnTo>
                  <a:pt x="14598" y="10950"/>
                </a:lnTo>
                <a:lnTo>
                  <a:pt x="14686" y="10769"/>
                </a:lnTo>
                <a:lnTo>
                  <a:pt x="14824" y="10524"/>
                </a:lnTo>
                <a:lnTo>
                  <a:pt x="14913" y="10344"/>
                </a:lnTo>
                <a:lnTo>
                  <a:pt x="15001" y="10150"/>
                </a:lnTo>
                <a:lnTo>
                  <a:pt x="15101" y="9918"/>
                </a:lnTo>
                <a:lnTo>
                  <a:pt x="15189" y="9725"/>
                </a:lnTo>
                <a:lnTo>
                  <a:pt x="15327" y="9544"/>
                </a:lnTo>
                <a:lnTo>
                  <a:pt x="15415" y="9312"/>
                </a:lnTo>
                <a:lnTo>
                  <a:pt x="15504" y="9118"/>
                </a:lnTo>
                <a:lnTo>
                  <a:pt x="15604" y="8925"/>
                </a:lnTo>
                <a:lnTo>
                  <a:pt x="15692" y="8693"/>
                </a:lnTo>
                <a:lnTo>
                  <a:pt x="15830" y="8512"/>
                </a:lnTo>
                <a:lnTo>
                  <a:pt x="15918" y="8319"/>
                </a:lnTo>
                <a:lnTo>
                  <a:pt x="16006" y="8087"/>
                </a:lnTo>
                <a:lnTo>
                  <a:pt x="16107" y="7893"/>
                </a:lnTo>
                <a:lnTo>
                  <a:pt x="16195" y="7713"/>
                </a:lnTo>
                <a:lnTo>
                  <a:pt x="16333" y="7467"/>
                </a:lnTo>
                <a:lnTo>
                  <a:pt x="16421" y="7287"/>
                </a:lnTo>
                <a:lnTo>
                  <a:pt x="16509" y="7093"/>
                </a:lnTo>
                <a:lnTo>
                  <a:pt x="16610" y="6861"/>
                </a:lnTo>
                <a:lnTo>
                  <a:pt x="16698" y="6681"/>
                </a:lnTo>
                <a:lnTo>
                  <a:pt x="16836" y="6487"/>
                </a:lnTo>
                <a:lnTo>
                  <a:pt x="16924" y="6255"/>
                </a:lnTo>
                <a:lnTo>
                  <a:pt x="17025" y="6062"/>
                </a:lnTo>
                <a:lnTo>
                  <a:pt x="17113" y="5881"/>
                </a:lnTo>
                <a:lnTo>
                  <a:pt x="17201" y="5636"/>
                </a:lnTo>
                <a:lnTo>
                  <a:pt x="17339" y="5455"/>
                </a:lnTo>
                <a:lnTo>
                  <a:pt x="17427" y="5262"/>
                </a:lnTo>
                <a:lnTo>
                  <a:pt x="17528" y="5030"/>
                </a:lnTo>
                <a:lnTo>
                  <a:pt x="17616" y="4836"/>
                </a:lnTo>
                <a:lnTo>
                  <a:pt x="17704" y="4656"/>
                </a:lnTo>
                <a:lnTo>
                  <a:pt x="17842" y="4424"/>
                </a:lnTo>
                <a:lnTo>
                  <a:pt x="17930" y="4230"/>
                </a:lnTo>
                <a:lnTo>
                  <a:pt x="18031" y="4037"/>
                </a:lnTo>
                <a:lnTo>
                  <a:pt x="18119" y="3856"/>
                </a:lnTo>
                <a:lnTo>
                  <a:pt x="18207" y="3624"/>
                </a:lnTo>
                <a:lnTo>
                  <a:pt x="18345" y="3430"/>
                </a:lnTo>
                <a:lnTo>
                  <a:pt x="18433" y="3237"/>
                </a:lnTo>
                <a:lnTo>
                  <a:pt x="18534" y="3005"/>
                </a:lnTo>
                <a:lnTo>
                  <a:pt x="18622" y="2824"/>
                </a:lnTo>
                <a:lnTo>
                  <a:pt x="18710" y="2631"/>
                </a:lnTo>
                <a:lnTo>
                  <a:pt x="18848" y="2399"/>
                </a:lnTo>
                <a:lnTo>
                  <a:pt x="18936" y="2205"/>
                </a:lnTo>
                <a:lnTo>
                  <a:pt x="19037" y="2024"/>
                </a:lnTo>
                <a:lnTo>
                  <a:pt x="19125" y="1831"/>
                </a:lnTo>
                <a:lnTo>
                  <a:pt x="19213" y="1599"/>
                </a:lnTo>
                <a:lnTo>
                  <a:pt x="19351" y="1405"/>
                </a:lnTo>
                <a:lnTo>
                  <a:pt x="19439" y="1225"/>
                </a:lnTo>
                <a:lnTo>
                  <a:pt x="19540" y="1031"/>
                </a:lnTo>
                <a:lnTo>
                  <a:pt x="19628" y="799"/>
                </a:lnTo>
                <a:lnTo>
                  <a:pt x="19716" y="606"/>
                </a:lnTo>
                <a:lnTo>
                  <a:pt x="19854" y="425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5450904" y="2570855"/>
            <a:ext cx="20043" cy="37933"/>
          </a:xfrm>
          <a:custGeom>
            <a:avLst/>
            <a:gdLst/>
            <a:ahLst/>
            <a:cxnLst/>
            <a:rect l="l" t="t" r="r" b="b"/>
            <a:pathLst>
              <a:path w="20043" h="37933">
                <a:moveTo>
                  <a:pt x="0" y="37933"/>
                </a:moveTo>
                <a:lnTo>
                  <a:pt x="88" y="37739"/>
                </a:lnTo>
                <a:lnTo>
                  <a:pt x="176" y="37559"/>
                </a:lnTo>
                <a:lnTo>
                  <a:pt x="314" y="37326"/>
                </a:lnTo>
                <a:lnTo>
                  <a:pt x="414" y="37133"/>
                </a:lnTo>
                <a:lnTo>
                  <a:pt x="502" y="36939"/>
                </a:lnTo>
                <a:lnTo>
                  <a:pt x="590" y="36759"/>
                </a:lnTo>
                <a:lnTo>
                  <a:pt x="679" y="36527"/>
                </a:lnTo>
                <a:lnTo>
                  <a:pt x="817" y="36333"/>
                </a:lnTo>
                <a:lnTo>
                  <a:pt x="917" y="36153"/>
                </a:lnTo>
                <a:lnTo>
                  <a:pt x="1005" y="35959"/>
                </a:lnTo>
                <a:lnTo>
                  <a:pt x="1093" y="35727"/>
                </a:lnTo>
                <a:lnTo>
                  <a:pt x="1181" y="35534"/>
                </a:lnTo>
                <a:lnTo>
                  <a:pt x="1320" y="35353"/>
                </a:lnTo>
                <a:lnTo>
                  <a:pt x="1420" y="35160"/>
                </a:lnTo>
                <a:lnTo>
                  <a:pt x="1508" y="34966"/>
                </a:lnTo>
                <a:lnTo>
                  <a:pt x="1596" y="34734"/>
                </a:lnTo>
                <a:lnTo>
                  <a:pt x="1684" y="34553"/>
                </a:lnTo>
                <a:lnTo>
                  <a:pt x="1823" y="34360"/>
                </a:lnTo>
                <a:lnTo>
                  <a:pt x="1923" y="34166"/>
                </a:lnTo>
                <a:lnTo>
                  <a:pt x="2011" y="33934"/>
                </a:lnTo>
                <a:lnTo>
                  <a:pt x="2099" y="33754"/>
                </a:lnTo>
                <a:lnTo>
                  <a:pt x="2187" y="33560"/>
                </a:lnTo>
                <a:lnTo>
                  <a:pt x="2326" y="33367"/>
                </a:lnTo>
                <a:lnTo>
                  <a:pt x="2426" y="33186"/>
                </a:lnTo>
                <a:lnTo>
                  <a:pt x="2514" y="32954"/>
                </a:lnTo>
                <a:lnTo>
                  <a:pt x="2602" y="32760"/>
                </a:lnTo>
                <a:lnTo>
                  <a:pt x="2690" y="32580"/>
                </a:lnTo>
                <a:lnTo>
                  <a:pt x="2829" y="32386"/>
                </a:lnTo>
                <a:lnTo>
                  <a:pt x="2929" y="32154"/>
                </a:lnTo>
                <a:lnTo>
                  <a:pt x="3017" y="31961"/>
                </a:lnTo>
                <a:lnTo>
                  <a:pt x="3105" y="31780"/>
                </a:lnTo>
                <a:lnTo>
                  <a:pt x="3206" y="31587"/>
                </a:lnTo>
                <a:lnTo>
                  <a:pt x="3332" y="31393"/>
                </a:lnTo>
                <a:lnTo>
                  <a:pt x="3432" y="31161"/>
                </a:lnTo>
                <a:lnTo>
                  <a:pt x="3520" y="30981"/>
                </a:lnTo>
                <a:lnTo>
                  <a:pt x="3608" y="30787"/>
                </a:lnTo>
                <a:lnTo>
                  <a:pt x="3709" y="30594"/>
                </a:lnTo>
                <a:lnTo>
                  <a:pt x="3835" y="30413"/>
                </a:lnTo>
                <a:lnTo>
                  <a:pt x="3935" y="30220"/>
                </a:lnTo>
                <a:lnTo>
                  <a:pt x="4023" y="29987"/>
                </a:lnTo>
                <a:lnTo>
                  <a:pt x="4111" y="29807"/>
                </a:lnTo>
                <a:lnTo>
                  <a:pt x="4212" y="29613"/>
                </a:lnTo>
                <a:lnTo>
                  <a:pt x="4350" y="29420"/>
                </a:lnTo>
                <a:lnTo>
                  <a:pt x="4438" y="29239"/>
                </a:lnTo>
                <a:lnTo>
                  <a:pt x="4526" y="29007"/>
                </a:lnTo>
                <a:lnTo>
                  <a:pt x="4614" y="28814"/>
                </a:lnTo>
                <a:lnTo>
                  <a:pt x="4715" y="28620"/>
                </a:lnTo>
                <a:lnTo>
                  <a:pt x="4853" y="28440"/>
                </a:lnTo>
                <a:lnTo>
                  <a:pt x="4941" y="28246"/>
                </a:lnTo>
                <a:lnTo>
                  <a:pt x="5029" y="28066"/>
                </a:lnTo>
                <a:lnTo>
                  <a:pt x="5117" y="27821"/>
                </a:lnTo>
                <a:lnTo>
                  <a:pt x="5218" y="27640"/>
                </a:lnTo>
                <a:lnTo>
                  <a:pt x="5356" y="27447"/>
                </a:lnTo>
                <a:lnTo>
                  <a:pt x="5444" y="27266"/>
                </a:lnTo>
                <a:lnTo>
                  <a:pt x="5532" y="27072"/>
                </a:lnTo>
                <a:lnTo>
                  <a:pt x="5620" y="26892"/>
                </a:lnTo>
                <a:lnTo>
                  <a:pt x="5721" y="26698"/>
                </a:lnTo>
                <a:lnTo>
                  <a:pt x="5859" y="26466"/>
                </a:lnTo>
                <a:lnTo>
                  <a:pt x="5947" y="26273"/>
                </a:lnTo>
                <a:lnTo>
                  <a:pt x="6035" y="26092"/>
                </a:lnTo>
                <a:lnTo>
                  <a:pt x="6123" y="25899"/>
                </a:lnTo>
                <a:lnTo>
                  <a:pt x="6224" y="25705"/>
                </a:lnTo>
                <a:lnTo>
                  <a:pt x="6362" y="25525"/>
                </a:lnTo>
                <a:lnTo>
                  <a:pt x="6450" y="25331"/>
                </a:lnTo>
                <a:lnTo>
                  <a:pt x="6538" y="25099"/>
                </a:lnTo>
                <a:lnTo>
                  <a:pt x="6639" y="24906"/>
                </a:lnTo>
                <a:lnTo>
                  <a:pt x="6727" y="24725"/>
                </a:lnTo>
                <a:lnTo>
                  <a:pt x="6865" y="24532"/>
                </a:lnTo>
                <a:lnTo>
                  <a:pt x="6953" y="24351"/>
                </a:lnTo>
                <a:lnTo>
                  <a:pt x="7041" y="24158"/>
                </a:lnTo>
                <a:lnTo>
                  <a:pt x="7142" y="23977"/>
                </a:lnTo>
                <a:lnTo>
                  <a:pt x="7230" y="23783"/>
                </a:lnTo>
                <a:lnTo>
                  <a:pt x="7368" y="23551"/>
                </a:lnTo>
                <a:lnTo>
                  <a:pt x="7456" y="23358"/>
                </a:lnTo>
                <a:lnTo>
                  <a:pt x="7544" y="23177"/>
                </a:lnTo>
                <a:lnTo>
                  <a:pt x="7645" y="22984"/>
                </a:lnTo>
                <a:lnTo>
                  <a:pt x="7733" y="22790"/>
                </a:lnTo>
                <a:lnTo>
                  <a:pt x="7871" y="22610"/>
                </a:lnTo>
                <a:lnTo>
                  <a:pt x="7959" y="22416"/>
                </a:lnTo>
                <a:lnTo>
                  <a:pt x="8047" y="22236"/>
                </a:lnTo>
                <a:lnTo>
                  <a:pt x="8148" y="22042"/>
                </a:lnTo>
                <a:lnTo>
                  <a:pt x="8236" y="21810"/>
                </a:lnTo>
                <a:lnTo>
                  <a:pt x="8374" y="21617"/>
                </a:lnTo>
                <a:lnTo>
                  <a:pt x="8462" y="21436"/>
                </a:lnTo>
                <a:lnTo>
                  <a:pt x="8550" y="21243"/>
                </a:lnTo>
                <a:lnTo>
                  <a:pt x="8651" y="21062"/>
                </a:lnTo>
                <a:lnTo>
                  <a:pt x="8739" y="20869"/>
                </a:lnTo>
                <a:lnTo>
                  <a:pt x="8877" y="20675"/>
                </a:lnTo>
                <a:lnTo>
                  <a:pt x="8965" y="20494"/>
                </a:lnTo>
                <a:lnTo>
                  <a:pt x="9053" y="20301"/>
                </a:lnTo>
                <a:lnTo>
                  <a:pt x="9154" y="20120"/>
                </a:lnTo>
                <a:lnTo>
                  <a:pt x="9242" y="19927"/>
                </a:lnTo>
                <a:lnTo>
                  <a:pt x="9380" y="19695"/>
                </a:lnTo>
                <a:lnTo>
                  <a:pt x="9468" y="19501"/>
                </a:lnTo>
                <a:lnTo>
                  <a:pt x="9556" y="19321"/>
                </a:lnTo>
                <a:lnTo>
                  <a:pt x="9656" y="19127"/>
                </a:lnTo>
                <a:lnTo>
                  <a:pt x="9745" y="18947"/>
                </a:lnTo>
                <a:lnTo>
                  <a:pt x="9883" y="18753"/>
                </a:lnTo>
                <a:lnTo>
                  <a:pt x="9971" y="18560"/>
                </a:lnTo>
                <a:lnTo>
                  <a:pt x="10059" y="18379"/>
                </a:lnTo>
                <a:lnTo>
                  <a:pt x="10159" y="18186"/>
                </a:lnTo>
                <a:lnTo>
                  <a:pt x="10247" y="18005"/>
                </a:lnTo>
                <a:lnTo>
                  <a:pt x="10386" y="17812"/>
                </a:lnTo>
                <a:lnTo>
                  <a:pt x="10474" y="17631"/>
                </a:lnTo>
                <a:lnTo>
                  <a:pt x="10574" y="17438"/>
                </a:lnTo>
                <a:lnTo>
                  <a:pt x="10662" y="17244"/>
                </a:lnTo>
                <a:lnTo>
                  <a:pt x="10750" y="17064"/>
                </a:lnTo>
                <a:lnTo>
                  <a:pt x="10889" y="16870"/>
                </a:lnTo>
                <a:lnTo>
                  <a:pt x="10977" y="16690"/>
                </a:lnTo>
                <a:lnTo>
                  <a:pt x="11077" y="16496"/>
                </a:lnTo>
                <a:lnTo>
                  <a:pt x="11165" y="16264"/>
                </a:lnTo>
                <a:lnTo>
                  <a:pt x="11253" y="16070"/>
                </a:lnTo>
                <a:lnTo>
                  <a:pt x="11392" y="15890"/>
                </a:lnTo>
                <a:lnTo>
                  <a:pt x="11480" y="15696"/>
                </a:lnTo>
                <a:lnTo>
                  <a:pt x="11580" y="15516"/>
                </a:lnTo>
                <a:lnTo>
                  <a:pt x="11668" y="15322"/>
                </a:lnTo>
                <a:lnTo>
                  <a:pt x="11756" y="15129"/>
                </a:lnTo>
                <a:lnTo>
                  <a:pt x="11895" y="14948"/>
                </a:lnTo>
                <a:lnTo>
                  <a:pt x="11983" y="14755"/>
                </a:lnTo>
                <a:lnTo>
                  <a:pt x="12083" y="14574"/>
                </a:lnTo>
                <a:lnTo>
                  <a:pt x="12171" y="14381"/>
                </a:lnTo>
                <a:lnTo>
                  <a:pt x="12259" y="14200"/>
                </a:lnTo>
                <a:lnTo>
                  <a:pt x="12398" y="14007"/>
                </a:lnTo>
                <a:lnTo>
                  <a:pt x="12486" y="13813"/>
                </a:lnTo>
                <a:lnTo>
                  <a:pt x="12586" y="13633"/>
                </a:lnTo>
                <a:lnTo>
                  <a:pt x="12674" y="13439"/>
                </a:lnTo>
                <a:lnTo>
                  <a:pt x="12762" y="13259"/>
                </a:lnTo>
                <a:lnTo>
                  <a:pt x="12901" y="13065"/>
                </a:lnTo>
                <a:lnTo>
                  <a:pt x="12989" y="12885"/>
                </a:lnTo>
                <a:lnTo>
                  <a:pt x="13089" y="12691"/>
                </a:lnTo>
                <a:lnTo>
                  <a:pt x="13177" y="12498"/>
                </a:lnTo>
                <a:lnTo>
                  <a:pt x="13265" y="12317"/>
                </a:lnTo>
                <a:lnTo>
                  <a:pt x="13404" y="12124"/>
                </a:lnTo>
                <a:lnTo>
                  <a:pt x="13492" y="11943"/>
                </a:lnTo>
                <a:lnTo>
                  <a:pt x="13592" y="11750"/>
                </a:lnTo>
                <a:lnTo>
                  <a:pt x="13680" y="11556"/>
                </a:lnTo>
                <a:lnTo>
                  <a:pt x="13768" y="11376"/>
                </a:lnTo>
                <a:lnTo>
                  <a:pt x="13907" y="11182"/>
                </a:lnTo>
                <a:lnTo>
                  <a:pt x="13995" y="11002"/>
                </a:lnTo>
                <a:lnTo>
                  <a:pt x="14095" y="10808"/>
                </a:lnTo>
                <a:lnTo>
                  <a:pt x="14183" y="10627"/>
                </a:lnTo>
                <a:lnTo>
                  <a:pt x="14271" y="10434"/>
                </a:lnTo>
                <a:lnTo>
                  <a:pt x="14410" y="10241"/>
                </a:lnTo>
                <a:lnTo>
                  <a:pt x="14510" y="10060"/>
                </a:lnTo>
                <a:lnTo>
                  <a:pt x="14598" y="9866"/>
                </a:lnTo>
                <a:lnTo>
                  <a:pt x="14686" y="9686"/>
                </a:lnTo>
                <a:lnTo>
                  <a:pt x="14774" y="9544"/>
                </a:lnTo>
                <a:lnTo>
                  <a:pt x="14913" y="9351"/>
                </a:lnTo>
                <a:lnTo>
                  <a:pt x="15013" y="9170"/>
                </a:lnTo>
                <a:lnTo>
                  <a:pt x="15101" y="8977"/>
                </a:lnTo>
                <a:lnTo>
                  <a:pt x="15189" y="8783"/>
                </a:lnTo>
                <a:lnTo>
                  <a:pt x="15277" y="8602"/>
                </a:lnTo>
                <a:lnTo>
                  <a:pt x="15415" y="8409"/>
                </a:lnTo>
                <a:lnTo>
                  <a:pt x="15516" y="8228"/>
                </a:lnTo>
                <a:lnTo>
                  <a:pt x="15604" y="8035"/>
                </a:lnTo>
                <a:lnTo>
                  <a:pt x="15692" y="7854"/>
                </a:lnTo>
                <a:lnTo>
                  <a:pt x="15780" y="7661"/>
                </a:lnTo>
                <a:lnTo>
                  <a:pt x="15918" y="7467"/>
                </a:lnTo>
                <a:lnTo>
                  <a:pt x="16019" y="7287"/>
                </a:lnTo>
                <a:lnTo>
                  <a:pt x="16107" y="7093"/>
                </a:lnTo>
                <a:lnTo>
                  <a:pt x="16195" y="6913"/>
                </a:lnTo>
                <a:lnTo>
                  <a:pt x="16283" y="6719"/>
                </a:lnTo>
                <a:lnTo>
                  <a:pt x="16421" y="6539"/>
                </a:lnTo>
                <a:lnTo>
                  <a:pt x="16522" y="6397"/>
                </a:lnTo>
                <a:lnTo>
                  <a:pt x="16610" y="6203"/>
                </a:lnTo>
                <a:lnTo>
                  <a:pt x="16698" y="6010"/>
                </a:lnTo>
                <a:lnTo>
                  <a:pt x="16799" y="5829"/>
                </a:lnTo>
                <a:lnTo>
                  <a:pt x="16924" y="5636"/>
                </a:lnTo>
                <a:lnTo>
                  <a:pt x="17025" y="5455"/>
                </a:lnTo>
                <a:lnTo>
                  <a:pt x="17113" y="5262"/>
                </a:lnTo>
                <a:lnTo>
                  <a:pt x="17201" y="5081"/>
                </a:lnTo>
                <a:lnTo>
                  <a:pt x="17302" y="4888"/>
                </a:lnTo>
                <a:lnTo>
                  <a:pt x="17427" y="4694"/>
                </a:lnTo>
                <a:lnTo>
                  <a:pt x="17528" y="4514"/>
                </a:lnTo>
                <a:lnTo>
                  <a:pt x="17616" y="4372"/>
                </a:lnTo>
                <a:lnTo>
                  <a:pt x="17704" y="4178"/>
                </a:lnTo>
                <a:lnTo>
                  <a:pt x="17805" y="3998"/>
                </a:lnTo>
                <a:lnTo>
                  <a:pt x="17943" y="3804"/>
                </a:lnTo>
                <a:lnTo>
                  <a:pt x="18031" y="3624"/>
                </a:lnTo>
                <a:lnTo>
                  <a:pt x="18119" y="3430"/>
                </a:lnTo>
                <a:lnTo>
                  <a:pt x="18207" y="3237"/>
                </a:lnTo>
                <a:lnTo>
                  <a:pt x="18308" y="3056"/>
                </a:lnTo>
                <a:lnTo>
                  <a:pt x="18446" y="2863"/>
                </a:lnTo>
                <a:lnTo>
                  <a:pt x="18534" y="2721"/>
                </a:lnTo>
                <a:lnTo>
                  <a:pt x="18622" y="2540"/>
                </a:lnTo>
                <a:lnTo>
                  <a:pt x="18710" y="2347"/>
                </a:lnTo>
                <a:lnTo>
                  <a:pt x="18811" y="2166"/>
                </a:lnTo>
                <a:lnTo>
                  <a:pt x="18949" y="1973"/>
                </a:lnTo>
                <a:lnTo>
                  <a:pt x="19037" y="1779"/>
                </a:lnTo>
                <a:lnTo>
                  <a:pt x="19125" y="1599"/>
                </a:lnTo>
                <a:lnTo>
                  <a:pt x="19213" y="1405"/>
                </a:lnTo>
                <a:lnTo>
                  <a:pt x="19313" y="1264"/>
                </a:lnTo>
                <a:lnTo>
                  <a:pt x="19452" y="1083"/>
                </a:lnTo>
                <a:lnTo>
                  <a:pt x="19540" y="889"/>
                </a:lnTo>
                <a:lnTo>
                  <a:pt x="19628" y="709"/>
                </a:lnTo>
                <a:lnTo>
                  <a:pt x="19716" y="515"/>
                </a:lnTo>
                <a:lnTo>
                  <a:pt x="19816" y="322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5470948" y="2537062"/>
            <a:ext cx="20043" cy="33792"/>
          </a:xfrm>
          <a:custGeom>
            <a:avLst/>
            <a:gdLst/>
            <a:ahLst/>
            <a:cxnLst/>
            <a:rect l="l" t="t" r="r" b="b"/>
            <a:pathLst>
              <a:path w="20043" h="33792">
                <a:moveTo>
                  <a:pt x="0" y="33792"/>
                </a:moveTo>
                <a:lnTo>
                  <a:pt x="88" y="33599"/>
                </a:lnTo>
                <a:lnTo>
                  <a:pt x="176" y="33418"/>
                </a:lnTo>
                <a:lnTo>
                  <a:pt x="276" y="33225"/>
                </a:lnTo>
                <a:lnTo>
                  <a:pt x="414" y="33044"/>
                </a:lnTo>
                <a:lnTo>
                  <a:pt x="502" y="32851"/>
                </a:lnTo>
                <a:lnTo>
                  <a:pt x="590" y="32709"/>
                </a:lnTo>
                <a:lnTo>
                  <a:pt x="691" y="32528"/>
                </a:lnTo>
                <a:lnTo>
                  <a:pt x="779" y="32335"/>
                </a:lnTo>
                <a:lnTo>
                  <a:pt x="917" y="32141"/>
                </a:lnTo>
                <a:lnTo>
                  <a:pt x="1005" y="31961"/>
                </a:lnTo>
                <a:lnTo>
                  <a:pt x="1093" y="31767"/>
                </a:lnTo>
                <a:lnTo>
                  <a:pt x="1194" y="31625"/>
                </a:lnTo>
                <a:lnTo>
                  <a:pt x="1282" y="31445"/>
                </a:lnTo>
                <a:lnTo>
                  <a:pt x="1420" y="31251"/>
                </a:lnTo>
                <a:lnTo>
                  <a:pt x="1508" y="31071"/>
                </a:lnTo>
                <a:lnTo>
                  <a:pt x="1596" y="30877"/>
                </a:lnTo>
                <a:lnTo>
                  <a:pt x="1697" y="30736"/>
                </a:lnTo>
                <a:lnTo>
                  <a:pt x="1785" y="30542"/>
                </a:lnTo>
                <a:lnTo>
                  <a:pt x="1923" y="30361"/>
                </a:lnTo>
                <a:lnTo>
                  <a:pt x="2011" y="30168"/>
                </a:lnTo>
                <a:lnTo>
                  <a:pt x="2099" y="29987"/>
                </a:lnTo>
                <a:lnTo>
                  <a:pt x="2200" y="29846"/>
                </a:lnTo>
                <a:lnTo>
                  <a:pt x="2288" y="29652"/>
                </a:lnTo>
                <a:lnTo>
                  <a:pt x="2426" y="29471"/>
                </a:lnTo>
                <a:lnTo>
                  <a:pt x="2514" y="29278"/>
                </a:lnTo>
                <a:lnTo>
                  <a:pt x="2602" y="29085"/>
                </a:lnTo>
                <a:lnTo>
                  <a:pt x="2703" y="28956"/>
                </a:lnTo>
                <a:lnTo>
                  <a:pt x="2791" y="28762"/>
                </a:lnTo>
                <a:lnTo>
                  <a:pt x="2929" y="28569"/>
                </a:lnTo>
                <a:lnTo>
                  <a:pt x="3017" y="28388"/>
                </a:lnTo>
                <a:lnTo>
                  <a:pt x="3105" y="28195"/>
                </a:lnTo>
                <a:lnTo>
                  <a:pt x="3206" y="28053"/>
                </a:lnTo>
                <a:lnTo>
                  <a:pt x="3294" y="27872"/>
                </a:lnTo>
                <a:lnTo>
                  <a:pt x="3432" y="27679"/>
                </a:lnTo>
                <a:lnTo>
                  <a:pt x="3520" y="27498"/>
                </a:lnTo>
                <a:lnTo>
                  <a:pt x="3608" y="27356"/>
                </a:lnTo>
                <a:lnTo>
                  <a:pt x="3709" y="27163"/>
                </a:lnTo>
                <a:lnTo>
                  <a:pt x="3797" y="26969"/>
                </a:lnTo>
                <a:lnTo>
                  <a:pt x="3935" y="26789"/>
                </a:lnTo>
                <a:lnTo>
                  <a:pt x="4023" y="26647"/>
                </a:lnTo>
                <a:lnTo>
                  <a:pt x="4124" y="26453"/>
                </a:lnTo>
                <a:lnTo>
                  <a:pt x="4212" y="26273"/>
                </a:lnTo>
                <a:lnTo>
                  <a:pt x="4300" y="26079"/>
                </a:lnTo>
                <a:lnTo>
                  <a:pt x="4438" y="25937"/>
                </a:lnTo>
                <a:lnTo>
                  <a:pt x="4526" y="25757"/>
                </a:lnTo>
                <a:lnTo>
                  <a:pt x="4627" y="25563"/>
                </a:lnTo>
                <a:lnTo>
                  <a:pt x="4715" y="25383"/>
                </a:lnTo>
                <a:lnTo>
                  <a:pt x="4803" y="25241"/>
                </a:lnTo>
                <a:lnTo>
                  <a:pt x="4941" y="25047"/>
                </a:lnTo>
                <a:lnTo>
                  <a:pt x="5029" y="24854"/>
                </a:lnTo>
                <a:lnTo>
                  <a:pt x="5130" y="24673"/>
                </a:lnTo>
                <a:lnTo>
                  <a:pt x="5218" y="24532"/>
                </a:lnTo>
                <a:lnTo>
                  <a:pt x="5306" y="24338"/>
                </a:lnTo>
                <a:lnTo>
                  <a:pt x="5444" y="24158"/>
                </a:lnTo>
                <a:lnTo>
                  <a:pt x="5532" y="24016"/>
                </a:lnTo>
                <a:lnTo>
                  <a:pt x="5633" y="23822"/>
                </a:lnTo>
                <a:lnTo>
                  <a:pt x="5721" y="23642"/>
                </a:lnTo>
                <a:lnTo>
                  <a:pt x="5809" y="23448"/>
                </a:lnTo>
                <a:lnTo>
                  <a:pt x="5947" y="23306"/>
                </a:lnTo>
                <a:lnTo>
                  <a:pt x="6035" y="23126"/>
                </a:lnTo>
                <a:lnTo>
                  <a:pt x="6136" y="22932"/>
                </a:lnTo>
                <a:lnTo>
                  <a:pt x="6224" y="22790"/>
                </a:lnTo>
                <a:lnTo>
                  <a:pt x="6312" y="22610"/>
                </a:lnTo>
                <a:lnTo>
                  <a:pt x="6450" y="22416"/>
                </a:lnTo>
                <a:lnTo>
                  <a:pt x="6538" y="22223"/>
                </a:lnTo>
                <a:lnTo>
                  <a:pt x="6639" y="22081"/>
                </a:lnTo>
                <a:lnTo>
                  <a:pt x="6727" y="21900"/>
                </a:lnTo>
                <a:lnTo>
                  <a:pt x="6815" y="21707"/>
                </a:lnTo>
                <a:lnTo>
                  <a:pt x="6953" y="21565"/>
                </a:lnTo>
                <a:lnTo>
                  <a:pt x="7041" y="21384"/>
                </a:lnTo>
                <a:lnTo>
                  <a:pt x="7142" y="21191"/>
                </a:lnTo>
                <a:lnTo>
                  <a:pt x="7230" y="21049"/>
                </a:lnTo>
                <a:lnTo>
                  <a:pt x="7318" y="20869"/>
                </a:lnTo>
                <a:lnTo>
                  <a:pt x="7456" y="20675"/>
                </a:lnTo>
                <a:lnTo>
                  <a:pt x="7544" y="20533"/>
                </a:lnTo>
                <a:lnTo>
                  <a:pt x="7645" y="20353"/>
                </a:lnTo>
                <a:lnTo>
                  <a:pt x="7733" y="20159"/>
                </a:lnTo>
                <a:lnTo>
                  <a:pt x="7821" y="20017"/>
                </a:lnTo>
                <a:lnTo>
                  <a:pt x="7959" y="19837"/>
                </a:lnTo>
                <a:lnTo>
                  <a:pt x="8060" y="19643"/>
                </a:lnTo>
                <a:lnTo>
                  <a:pt x="8148" y="19501"/>
                </a:lnTo>
                <a:lnTo>
                  <a:pt x="8236" y="19308"/>
                </a:lnTo>
                <a:lnTo>
                  <a:pt x="8324" y="19127"/>
                </a:lnTo>
                <a:lnTo>
                  <a:pt x="8462" y="18985"/>
                </a:lnTo>
                <a:lnTo>
                  <a:pt x="8563" y="18792"/>
                </a:lnTo>
                <a:lnTo>
                  <a:pt x="8651" y="18611"/>
                </a:lnTo>
                <a:lnTo>
                  <a:pt x="8739" y="18469"/>
                </a:lnTo>
                <a:lnTo>
                  <a:pt x="8827" y="18276"/>
                </a:lnTo>
                <a:lnTo>
                  <a:pt x="8965" y="18095"/>
                </a:lnTo>
                <a:lnTo>
                  <a:pt x="9066" y="17954"/>
                </a:lnTo>
                <a:lnTo>
                  <a:pt x="9154" y="17760"/>
                </a:lnTo>
                <a:lnTo>
                  <a:pt x="9242" y="17618"/>
                </a:lnTo>
                <a:lnTo>
                  <a:pt x="9330" y="17438"/>
                </a:lnTo>
                <a:lnTo>
                  <a:pt x="9468" y="17244"/>
                </a:lnTo>
                <a:lnTo>
                  <a:pt x="9568" y="17102"/>
                </a:lnTo>
                <a:lnTo>
                  <a:pt x="9656" y="16922"/>
                </a:lnTo>
                <a:lnTo>
                  <a:pt x="9745" y="16728"/>
                </a:lnTo>
                <a:lnTo>
                  <a:pt x="9833" y="16586"/>
                </a:lnTo>
                <a:lnTo>
                  <a:pt x="9971" y="16393"/>
                </a:lnTo>
                <a:lnTo>
                  <a:pt x="10071" y="16264"/>
                </a:lnTo>
                <a:lnTo>
                  <a:pt x="10159" y="16070"/>
                </a:lnTo>
                <a:lnTo>
                  <a:pt x="10247" y="15877"/>
                </a:lnTo>
                <a:lnTo>
                  <a:pt x="10348" y="15735"/>
                </a:lnTo>
                <a:lnTo>
                  <a:pt x="10474" y="15555"/>
                </a:lnTo>
                <a:lnTo>
                  <a:pt x="10574" y="15413"/>
                </a:lnTo>
                <a:lnTo>
                  <a:pt x="10662" y="15219"/>
                </a:lnTo>
                <a:lnTo>
                  <a:pt x="10750" y="15039"/>
                </a:lnTo>
                <a:lnTo>
                  <a:pt x="10851" y="14897"/>
                </a:lnTo>
                <a:lnTo>
                  <a:pt x="10977" y="14703"/>
                </a:lnTo>
                <a:lnTo>
                  <a:pt x="11077" y="14561"/>
                </a:lnTo>
                <a:lnTo>
                  <a:pt x="11165" y="14381"/>
                </a:lnTo>
                <a:lnTo>
                  <a:pt x="11253" y="14187"/>
                </a:lnTo>
                <a:lnTo>
                  <a:pt x="11354" y="14045"/>
                </a:lnTo>
                <a:lnTo>
                  <a:pt x="11480" y="13865"/>
                </a:lnTo>
                <a:lnTo>
                  <a:pt x="11580" y="13723"/>
                </a:lnTo>
                <a:lnTo>
                  <a:pt x="11668" y="13530"/>
                </a:lnTo>
                <a:lnTo>
                  <a:pt x="11756" y="13388"/>
                </a:lnTo>
                <a:lnTo>
                  <a:pt x="11857" y="13207"/>
                </a:lnTo>
                <a:lnTo>
                  <a:pt x="11995" y="13014"/>
                </a:lnTo>
                <a:lnTo>
                  <a:pt x="12083" y="12872"/>
                </a:lnTo>
                <a:lnTo>
                  <a:pt x="12171" y="12691"/>
                </a:lnTo>
                <a:lnTo>
                  <a:pt x="12259" y="12549"/>
                </a:lnTo>
                <a:lnTo>
                  <a:pt x="12360" y="12356"/>
                </a:lnTo>
                <a:lnTo>
                  <a:pt x="12498" y="12214"/>
                </a:lnTo>
                <a:lnTo>
                  <a:pt x="12586" y="12033"/>
                </a:lnTo>
                <a:lnTo>
                  <a:pt x="12674" y="11840"/>
                </a:lnTo>
                <a:lnTo>
                  <a:pt x="12762" y="11698"/>
                </a:lnTo>
                <a:lnTo>
                  <a:pt x="12863" y="11505"/>
                </a:lnTo>
                <a:lnTo>
                  <a:pt x="13001" y="11376"/>
                </a:lnTo>
                <a:lnTo>
                  <a:pt x="13089" y="11182"/>
                </a:lnTo>
                <a:lnTo>
                  <a:pt x="13177" y="11040"/>
                </a:lnTo>
                <a:lnTo>
                  <a:pt x="13265" y="10847"/>
                </a:lnTo>
                <a:lnTo>
                  <a:pt x="13366" y="10718"/>
                </a:lnTo>
                <a:lnTo>
                  <a:pt x="13504" y="10524"/>
                </a:lnTo>
                <a:lnTo>
                  <a:pt x="13592" y="10382"/>
                </a:lnTo>
                <a:lnTo>
                  <a:pt x="13680" y="10189"/>
                </a:lnTo>
                <a:lnTo>
                  <a:pt x="13768" y="10047"/>
                </a:lnTo>
                <a:lnTo>
                  <a:pt x="13869" y="9866"/>
                </a:lnTo>
                <a:lnTo>
                  <a:pt x="14007" y="9725"/>
                </a:lnTo>
                <a:lnTo>
                  <a:pt x="14095" y="9531"/>
                </a:lnTo>
                <a:lnTo>
                  <a:pt x="14183" y="9351"/>
                </a:lnTo>
                <a:lnTo>
                  <a:pt x="14284" y="9209"/>
                </a:lnTo>
                <a:lnTo>
                  <a:pt x="14372" y="9015"/>
                </a:lnTo>
                <a:lnTo>
                  <a:pt x="14510" y="8873"/>
                </a:lnTo>
                <a:lnTo>
                  <a:pt x="14598" y="8693"/>
                </a:lnTo>
                <a:lnTo>
                  <a:pt x="14686" y="8551"/>
                </a:lnTo>
                <a:lnTo>
                  <a:pt x="14787" y="8357"/>
                </a:lnTo>
                <a:lnTo>
                  <a:pt x="14875" y="8216"/>
                </a:lnTo>
                <a:lnTo>
                  <a:pt x="15013" y="8035"/>
                </a:lnTo>
                <a:lnTo>
                  <a:pt x="15101" y="7893"/>
                </a:lnTo>
                <a:lnTo>
                  <a:pt x="15189" y="7700"/>
                </a:lnTo>
                <a:lnTo>
                  <a:pt x="15290" y="7558"/>
                </a:lnTo>
                <a:lnTo>
                  <a:pt x="15378" y="7416"/>
                </a:lnTo>
                <a:lnTo>
                  <a:pt x="15516" y="7235"/>
                </a:lnTo>
                <a:lnTo>
                  <a:pt x="15604" y="7093"/>
                </a:lnTo>
                <a:lnTo>
                  <a:pt x="15692" y="6900"/>
                </a:lnTo>
                <a:lnTo>
                  <a:pt x="15793" y="6758"/>
                </a:lnTo>
                <a:lnTo>
                  <a:pt x="15881" y="6577"/>
                </a:lnTo>
                <a:lnTo>
                  <a:pt x="16019" y="6436"/>
                </a:lnTo>
                <a:lnTo>
                  <a:pt x="16107" y="6242"/>
                </a:lnTo>
                <a:lnTo>
                  <a:pt x="16195" y="6100"/>
                </a:lnTo>
                <a:lnTo>
                  <a:pt x="16296" y="5920"/>
                </a:lnTo>
                <a:lnTo>
                  <a:pt x="16384" y="5778"/>
                </a:lnTo>
                <a:lnTo>
                  <a:pt x="16522" y="5584"/>
                </a:lnTo>
                <a:lnTo>
                  <a:pt x="16610" y="5442"/>
                </a:lnTo>
                <a:lnTo>
                  <a:pt x="16698" y="5262"/>
                </a:lnTo>
                <a:lnTo>
                  <a:pt x="16799" y="5120"/>
                </a:lnTo>
                <a:lnTo>
                  <a:pt x="16887" y="4978"/>
                </a:lnTo>
                <a:lnTo>
                  <a:pt x="17025" y="4785"/>
                </a:lnTo>
                <a:lnTo>
                  <a:pt x="17113" y="4643"/>
                </a:lnTo>
                <a:lnTo>
                  <a:pt x="17201" y="4462"/>
                </a:lnTo>
                <a:lnTo>
                  <a:pt x="17302" y="4320"/>
                </a:lnTo>
                <a:lnTo>
                  <a:pt x="17440" y="4127"/>
                </a:lnTo>
                <a:lnTo>
                  <a:pt x="17528" y="3985"/>
                </a:lnTo>
                <a:lnTo>
                  <a:pt x="17616" y="3804"/>
                </a:lnTo>
                <a:lnTo>
                  <a:pt x="17704" y="3663"/>
                </a:lnTo>
                <a:lnTo>
                  <a:pt x="17805" y="3521"/>
                </a:lnTo>
                <a:lnTo>
                  <a:pt x="17943" y="3327"/>
                </a:lnTo>
                <a:lnTo>
                  <a:pt x="18031" y="3185"/>
                </a:lnTo>
                <a:lnTo>
                  <a:pt x="18119" y="3005"/>
                </a:lnTo>
                <a:lnTo>
                  <a:pt x="18220" y="2863"/>
                </a:lnTo>
                <a:lnTo>
                  <a:pt x="18308" y="2721"/>
                </a:lnTo>
                <a:lnTo>
                  <a:pt x="18446" y="2528"/>
                </a:lnTo>
                <a:lnTo>
                  <a:pt x="18534" y="2386"/>
                </a:lnTo>
                <a:lnTo>
                  <a:pt x="18622" y="2205"/>
                </a:lnTo>
                <a:lnTo>
                  <a:pt x="18723" y="2063"/>
                </a:lnTo>
                <a:lnTo>
                  <a:pt x="18811" y="1921"/>
                </a:lnTo>
                <a:lnTo>
                  <a:pt x="18949" y="1728"/>
                </a:lnTo>
                <a:lnTo>
                  <a:pt x="19037" y="1586"/>
                </a:lnTo>
                <a:lnTo>
                  <a:pt x="19125" y="1405"/>
                </a:lnTo>
                <a:lnTo>
                  <a:pt x="19225" y="1264"/>
                </a:lnTo>
                <a:lnTo>
                  <a:pt x="19313" y="1122"/>
                </a:lnTo>
                <a:lnTo>
                  <a:pt x="19452" y="928"/>
                </a:lnTo>
                <a:lnTo>
                  <a:pt x="19540" y="799"/>
                </a:lnTo>
                <a:lnTo>
                  <a:pt x="19628" y="606"/>
                </a:lnTo>
                <a:lnTo>
                  <a:pt x="19728" y="464"/>
                </a:lnTo>
                <a:lnTo>
                  <a:pt x="19816" y="322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490991" y="2507964"/>
            <a:ext cx="20043" cy="29097"/>
          </a:xfrm>
          <a:custGeom>
            <a:avLst/>
            <a:gdLst/>
            <a:ahLst/>
            <a:cxnLst/>
            <a:rect l="l" t="t" r="r" b="b"/>
            <a:pathLst>
              <a:path w="20043" h="29097">
                <a:moveTo>
                  <a:pt x="0" y="29097"/>
                </a:moveTo>
                <a:lnTo>
                  <a:pt x="88" y="28956"/>
                </a:lnTo>
                <a:lnTo>
                  <a:pt x="188" y="28762"/>
                </a:lnTo>
                <a:lnTo>
                  <a:pt x="276" y="28620"/>
                </a:lnTo>
                <a:lnTo>
                  <a:pt x="414" y="28440"/>
                </a:lnTo>
                <a:lnTo>
                  <a:pt x="502" y="28298"/>
                </a:lnTo>
                <a:lnTo>
                  <a:pt x="590" y="28156"/>
                </a:lnTo>
                <a:lnTo>
                  <a:pt x="691" y="27962"/>
                </a:lnTo>
                <a:lnTo>
                  <a:pt x="779" y="27821"/>
                </a:lnTo>
                <a:lnTo>
                  <a:pt x="917" y="27679"/>
                </a:lnTo>
                <a:lnTo>
                  <a:pt x="1005" y="27498"/>
                </a:lnTo>
                <a:lnTo>
                  <a:pt x="1093" y="27356"/>
                </a:lnTo>
                <a:lnTo>
                  <a:pt x="1194" y="27214"/>
                </a:lnTo>
                <a:lnTo>
                  <a:pt x="1282" y="27021"/>
                </a:lnTo>
                <a:lnTo>
                  <a:pt x="1420" y="26879"/>
                </a:lnTo>
                <a:lnTo>
                  <a:pt x="1508" y="26737"/>
                </a:lnTo>
                <a:lnTo>
                  <a:pt x="1609" y="26557"/>
                </a:lnTo>
                <a:lnTo>
                  <a:pt x="1697" y="26415"/>
                </a:lnTo>
                <a:lnTo>
                  <a:pt x="1785" y="26273"/>
                </a:lnTo>
                <a:lnTo>
                  <a:pt x="1923" y="26079"/>
                </a:lnTo>
                <a:lnTo>
                  <a:pt x="2011" y="25937"/>
                </a:lnTo>
                <a:lnTo>
                  <a:pt x="2112" y="25796"/>
                </a:lnTo>
                <a:lnTo>
                  <a:pt x="2200" y="25615"/>
                </a:lnTo>
                <a:lnTo>
                  <a:pt x="2288" y="25473"/>
                </a:lnTo>
                <a:lnTo>
                  <a:pt x="2426" y="25331"/>
                </a:lnTo>
                <a:lnTo>
                  <a:pt x="2514" y="25138"/>
                </a:lnTo>
                <a:lnTo>
                  <a:pt x="2615" y="25009"/>
                </a:lnTo>
                <a:lnTo>
                  <a:pt x="2703" y="24867"/>
                </a:lnTo>
                <a:lnTo>
                  <a:pt x="2791" y="24725"/>
                </a:lnTo>
                <a:lnTo>
                  <a:pt x="2929" y="24532"/>
                </a:lnTo>
                <a:lnTo>
                  <a:pt x="3017" y="24390"/>
                </a:lnTo>
                <a:lnTo>
                  <a:pt x="3118" y="24248"/>
                </a:lnTo>
                <a:lnTo>
                  <a:pt x="3206" y="24067"/>
                </a:lnTo>
                <a:lnTo>
                  <a:pt x="3294" y="23925"/>
                </a:lnTo>
                <a:lnTo>
                  <a:pt x="3432" y="23783"/>
                </a:lnTo>
                <a:lnTo>
                  <a:pt x="3520" y="23642"/>
                </a:lnTo>
                <a:lnTo>
                  <a:pt x="3621" y="23448"/>
                </a:lnTo>
                <a:lnTo>
                  <a:pt x="3709" y="23306"/>
                </a:lnTo>
                <a:lnTo>
                  <a:pt x="3797" y="23164"/>
                </a:lnTo>
                <a:lnTo>
                  <a:pt x="3935" y="22984"/>
                </a:lnTo>
                <a:lnTo>
                  <a:pt x="4023" y="22842"/>
                </a:lnTo>
                <a:lnTo>
                  <a:pt x="4124" y="22700"/>
                </a:lnTo>
                <a:lnTo>
                  <a:pt x="4212" y="22558"/>
                </a:lnTo>
                <a:lnTo>
                  <a:pt x="4300" y="22365"/>
                </a:lnTo>
                <a:lnTo>
                  <a:pt x="4438" y="22223"/>
                </a:lnTo>
                <a:lnTo>
                  <a:pt x="4526" y="22094"/>
                </a:lnTo>
                <a:lnTo>
                  <a:pt x="4627" y="21952"/>
                </a:lnTo>
                <a:lnTo>
                  <a:pt x="4715" y="21758"/>
                </a:lnTo>
                <a:lnTo>
                  <a:pt x="4803" y="21617"/>
                </a:lnTo>
                <a:lnTo>
                  <a:pt x="4941" y="21475"/>
                </a:lnTo>
                <a:lnTo>
                  <a:pt x="5029" y="21333"/>
                </a:lnTo>
                <a:lnTo>
                  <a:pt x="5130" y="21152"/>
                </a:lnTo>
                <a:lnTo>
                  <a:pt x="5218" y="21010"/>
                </a:lnTo>
                <a:lnTo>
                  <a:pt x="5306" y="20869"/>
                </a:lnTo>
                <a:lnTo>
                  <a:pt x="5444" y="20727"/>
                </a:lnTo>
                <a:lnTo>
                  <a:pt x="5545" y="20585"/>
                </a:lnTo>
                <a:lnTo>
                  <a:pt x="5633" y="20391"/>
                </a:lnTo>
                <a:lnTo>
                  <a:pt x="5721" y="20249"/>
                </a:lnTo>
                <a:lnTo>
                  <a:pt x="5809" y="20108"/>
                </a:lnTo>
                <a:lnTo>
                  <a:pt x="5947" y="19979"/>
                </a:lnTo>
                <a:lnTo>
                  <a:pt x="6048" y="19785"/>
                </a:lnTo>
                <a:lnTo>
                  <a:pt x="6136" y="19643"/>
                </a:lnTo>
                <a:lnTo>
                  <a:pt x="6224" y="19501"/>
                </a:lnTo>
                <a:lnTo>
                  <a:pt x="6312" y="19359"/>
                </a:lnTo>
                <a:lnTo>
                  <a:pt x="6450" y="19218"/>
                </a:lnTo>
                <a:lnTo>
                  <a:pt x="6551" y="19037"/>
                </a:lnTo>
                <a:lnTo>
                  <a:pt x="6639" y="18895"/>
                </a:lnTo>
                <a:lnTo>
                  <a:pt x="6727" y="18753"/>
                </a:lnTo>
                <a:lnTo>
                  <a:pt x="6815" y="18611"/>
                </a:lnTo>
                <a:lnTo>
                  <a:pt x="6953" y="18469"/>
                </a:lnTo>
                <a:lnTo>
                  <a:pt x="7054" y="18276"/>
                </a:lnTo>
                <a:lnTo>
                  <a:pt x="7142" y="18134"/>
                </a:lnTo>
                <a:lnTo>
                  <a:pt x="7230" y="17992"/>
                </a:lnTo>
                <a:lnTo>
                  <a:pt x="7318" y="17863"/>
                </a:lnTo>
                <a:lnTo>
                  <a:pt x="7456" y="17721"/>
                </a:lnTo>
                <a:lnTo>
                  <a:pt x="7557" y="17528"/>
                </a:lnTo>
                <a:lnTo>
                  <a:pt x="7645" y="17386"/>
                </a:lnTo>
                <a:lnTo>
                  <a:pt x="7733" y="17244"/>
                </a:lnTo>
                <a:lnTo>
                  <a:pt x="7833" y="17102"/>
                </a:lnTo>
                <a:lnTo>
                  <a:pt x="7959" y="16960"/>
                </a:lnTo>
                <a:lnTo>
                  <a:pt x="8060" y="16819"/>
                </a:lnTo>
                <a:lnTo>
                  <a:pt x="8148" y="16638"/>
                </a:lnTo>
                <a:lnTo>
                  <a:pt x="8236" y="16496"/>
                </a:lnTo>
                <a:lnTo>
                  <a:pt x="8336" y="16354"/>
                </a:lnTo>
                <a:lnTo>
                  <a:pt x="8462" y="16212"/>
                </a:lnTo>
                <a:lnTo>
                  <a:pt x="8563" y="16070"/>
                </a:lnTo>
                <a:lnTo>
                  <a:pt x="8651" y="15929"/>
                </a:lnTo>
                <a:lnTo>
                  <a:pt x="8739" y="15787"/>
                </a:lnTo>
                <a:lnTo>
                  <a:pt x="8839" y="15606"/>
                </a:lnTo>
                <a:lnTo>
                  <a:pt x="8977" y="15464"/>
                </a:lnTo>
                <a:lnTo>
                  <a:pt x="9066" y="15322"/>
                </a:lnTo>
                <a:lnTo>
                  <a:pt x="9154" y="15180"/>
                </a:lnTo>
                <a:lnTo>
                  <a:pt x="9242" y="15039"/>
                </a:lnTo>
                <a:lnTo>
                  <a:pt x="9342" y="14897"/>
                </a:lnTo>
                <a:lnTo>
                  <a:pt x="9480" y="14755"/>
                </a:lnTo>
                <a:lnTo>
                  <a:pt x="9568" y="14613"/>
                </a:lnTo>
                <a:lnTo>
                  <a:pt x="9656" y="14432"/>
                </a:lnTo>
                <a:lnTo>
                  <a:pt x="9745" y="14291"/>
                </a:lnTo>
                <a:lnTo>
                  <a:pt x="9845" y="14149"/>
                </a:lnTo>
                <a:lnTo>
                  <a:pt x="9983" y="14007"/>
                </a:lnTo>
                <a:lnTo>
                  <a:pt x="10071" y="13865"/>
                </a:lnTo>
                <a:lnTo>
                  <a:pt x="10159" y="13723"/>
                </a:lnTo>
                <a:lnTo>
                  <a:pt x="10247" y="13581"/>
                </a:lnTo>
                <a:lnTo>
                  <a:pt x="10348" y="13439"/>
                </a:lnTo>
                <a:lnTo>
                  <a:pt x="10486" y="13297"/>
                </a:lnTo>
                <a:lnTo>
                  <a:pt x="10574" y="13104"/>
                </a:lnTo>
                <a:lnTo>
                  <a:pt x="10662" y="12975"/>
                </a:lnTo>
                <a:lnTo>
                  <a:pt x="10750" y="12833"/>
                </a:lnTo>
                <a:lnTo>
                  <a:pt x="10851" y="12691"/>
                </a:lnTo>
                <a:lnTo>
                  <a:pt x="10989" y="12549"/>
                </a:lnTo>
                <a:lnTo>
                  <a:pt x="11077" y="12407"/>
                </a:lnTo>
                <a:lnTo>
                  <a:pt x="11165" y="12266"/>
                </a:lnTo>
                <a:lnTo>
                  <a:pt x="11253" y="12124"/>
                </a:lnTo>
                <a:lnTo>
                  <a:pt x="11354" y="11982"/>
                </a:lnTo>
                <a:lnTo>
                  <a:pt x="11492" y="11840"/>
                </a:lnTo>
                <a:lnTo>
                  <a:pt x="11580" y="11698"/>
                </a:lnTo>
                <a:lnTo>
                  <a:pt x="11668" y="11556"/>
                </a:lnTo>
                <a:lnTo>
                  <a:pt x="11769" y="11376"/>
                </a:lnTo>
                <a:lnTo>
                  <a:pt x="11857" y="11234"/>
                </a:lnTo>
                <a:lnTo>
                  <a:pt x="11995" y="11092"/>
                </a:lnTo>
                <a:lnTo>
                  <a:pt x="12083" y="10950"/>
                </a:lnTo>
                <a:lnTo>
                  <a:pt x="12171" y="10808"/>
                </a:lnTo>
                <a:lnTo>
                  <a:pt x="12272" y="10666"/>
                </a:lnTo>
                <a:lnTo>
                  <a:pt x="12360" y="10524"/>
                </a:lnTo>
                <a:lnTo>
                  <a:pt x="12498" y="10382"/>
                </a:lnTo>
                <a:lnTo>
                  <a:pt x="12586" y="10241"/>
                </a:lnTo>
                <a:lnTo>
                  <a:pt x="12674" y="10099"/>
                </a:lnTo>
                <a:lnTo>
                  <a:pt x="12775" y="9957"/>
                </a:lnTo>
                <a:lnTo>
                  <a:pt x="12863" y="9815"/>
                </a:lnTo>
                <a:lnTo>
                  <a:pt x="13001" y="9673"/>
                </a:lnTo>
                <a:lnTo>
                  <a:pt x="13089" y="9531"/>
                </a:lnTo>
                <a:lnTo>
                  <a:pt x="13177" y="9402"/>
                </a:lnTo>
                <a:lnTo>
                  <a:pt x="13278" y="9260"/>
                </a:lnTo>
                <a:lnTo>
                  <a:pt x="13366" y="9118"/>
                </a:lnTo>
                <a:lnTo>
                  <a:pt x="13504" y="8977"/>
                </a:lnTo>
                <a:lnTo>
                  <a:pt x="13592" y="8835"/>
                </a:lnTo>
                <a:lnTo>
                  <a:pt x="13680" y="8693"/>
                </a:lnTo>
                <a:lnTo>
                  <a:pt x="13781" y="8551"/>
                </a:lnTo>
                <a:lnTo>
                  <a:pt x="13869" y="8409"/>
                </a:lnTo>
                <a:lnTo>
                  <a:pt x="14007" y="8267"/>
                </a:lnTo>
                <a:lnTo>
                  <a:pt x="14095" y="8125"/>
                </a:lnTo>
                <a:lnTo>
                  <a:pt x="14183" y="7983"/>
                </a:lnTo>
                <a:lnTo>
                  <a:pt x="14284" y="7842"/>
                </a:lnTo>
                <a:lnTo>
                  <a:pt x="14372" y="7700"/>
                </a:lnTo>
                <a:lnTo>
                  <a:pt x="14510" y="7558"/>
                </a:lnTo>
                <a:lnTo>
                  <a:pt x="14598" y="7416"/>
                </a:lnTo>
                <a:lnTo>
                  <a:pt x="14686" y="7287"/>
                </a:lnTo>
                <a:lnTo>
                  <a:pt x="14787" y="7145"/>
                </a:lnTo>
                <a:lnTo>
                  <a:pt x="14875" y="7003"/>
                </a:lnTo>
                <a:lnTo>
                  <a:pt x="15013" y="6861"/>
                </a:lnTo>
                <a:lnTo>
                  <a:pt x="15101" y="6719"/>
                </a:lnTo>
                <a:lnTo>
                  <a:pt x="15202" y="6577"/>
                </a:lnTo>
                <a:lnTo>
                  <a:pt x="15290" y="6436"/>
                </a:lnTo>
                <a:lnTo>
                  <a:pt x="15378" y="6294"/>
                </a:lnTo>
                <a:lnTo>
                  <a:pt x="15516" y="6152"/>
                </a:lnTo>
                <a:lnTo>
                  <a:pt x="15604" y="6010"/>
                </a:lnTo>
                <a:lnTo>
                  <a:pt x="15705" y="5868"/>
                </a:lnTo>
                <a:lnTo>
                  <a:pt x="15793" y="5726"/>
                </a:lnTo>
                <a:lnTo>
                  <a:pt x="15881" y="5584"/>
                </a:lnTo>
                <a:lnTo>
                  <a:pt x="16019" y="5442"/>
                </a:lnTo>
                <a:lnTo>
                  <a:pt x="16107" y="5301"/>
                </a:lnTo>
                <a:lnTo>
                  <a:pt x="16208" y="5172"/>
                </a:lnTo>
                <a:lnTo>
                  <a:pt x="16296" y="5030"/>
                </a:lnTo>
                <a:lnTo>
                  <a:pt x="16384" y="4888"/>
                </a:lnTo>
                <a:lnTo>
                  <a:pt x="16522" y="4746"/>
                </a:lnTo>
                <a:lnTo>
                  <a:pt x="16711" y="4514"/>
                </a:lnTo>
                <a:lnTo>
                  <a:pt x="16799" y="4372"/>
                </a:lnTo>
                <a:lnTo>
                  <a:pt x="16887" y="4230"/>
                </a:lnTo>
                <a:lnTo>
                  <a:pt x="17025" y="4088"/>
                </a:lnTo>
                <a:lnTo>
                  <a:pt x="17113" y="3946"/>
                </a:lnTo>
                <a:lnTo>
                  <a:pt x="17214" y="3804"/>
                </a:lnTo>
                <a:lnTo>
                  <a:pt x="17302" y="3663"/>
                </a:lnTo>
                <a:lnTo>
                  <a:pt x="17390" y="3521"/>
                </a:lnTo>
                <a:lnTo>
                  <a:pt x="17528" y="3379"/>
                </a:lnTo>
                <a:lnTo>
                  <a:pt x="17616" y="3237"/>
                </a:lnTo>
                <a:lnTo>
                  <a:pt x="17717" y="3095"/>
                </a:lnTo>
                <a:lnTo>
                  <a:pt x="17893" y="2863"/>
                </a:lnTo>
                <a:lnTo>
                  <a:pt x="18031" y="2721"/>
                </a:lnTo>
                <a:lnTo>
                  <a:pt x="18119" y="2579"/>
                </a:lnTo>
                <a:lnTo>
                  <a:pt x="18220" y="2437"/>
                </a:lnTo>
                <a:lnTo>
                  <a:pt x="18308" y="2295"/>
                </a:lnTo>
                <a:lnTo>
                  <a:pt x="18396" y="2153"/>
                </a:lnTo>
                <a:lnTo>
                  <a:pt x="18534" y="2012"/>
                </a:lnTo>
                <a:lnTo>
                  <a:pt x="18622" y="1870"/>
                </a:lnTo>
                <a:lnTo>
                  <a:pt x="18811" y="1638"/>
                </a:lnTo>
                <a:lnTo>
                  <a:pt x="18899" y="1496"/>
                </a:lnTo>
                <a:lnTo>
                  <a:pt x="19037" y="1354"/>
                </a:lnTo>
                <a:lnTo>
                  <a:pt x="19137" y="1212"/>
                </a:lnTo>
                <a:lnTo>
                  <a:pt x="19225" y="1070"/>
                </a:lnTo>
                <a:lnTo>
                  <a:pt x="19313" y="941"/>
                </a:lnTo>
                <a:lnTo>
                  <a:pt x="19402" y="799"/>
                </a:lnTo>
                <a:lnTo>
                  <a:pt x="19540" y="696"/>
                </a:lnTo>
                <a:lnTo>
                  <a:pt x="19640" y="554"/>
                </a:lnTo>
                <a:lnTo>
                  <a:pt x="19728" y="412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5511034" y="2484077"/>
            <a:ext cx="20005" cy="23887"/>
          </a:xfrm>
          <a:custGeom>
            <a:avLst/>
            <a:gdLst/>
            <a:ahLst/>
            <a:cxnLst/>
            <a:rect l="l" t="t" r="r" b="b"/>
            <a:pathLst>
              <a:path w="20005" h="23887">
                <a:moveTo>
                  <a:pt x="0" y="23887"/>
                </a:moveTo>
                <a:lnTo>
                  <a:pt x="188" y="23642"/>
                </a:lnTo>
                <a:lnTo>
                  <a:pt x="276" y="23513"/>
                </a:lnTo>
                <a:lnTo>
                  <a:pt x="364" y="23371"/>
                </a:lnTo>
                <a:lnTo>
                  <a:pt x="502" y="23229"/>
                </a:lnTo>
                <a:lnTo>
                  <a:pt x="603" y="23087"/>
                </a:lnTo>
                <a:lnTo>
                  <a:pt x="779" y="22842"/>
                </a:lnTo>
                <a:lnTo>
                  <a:pt x="867" y="22713"/>
                </a:lnTo>
                <a:lnTo>
                  <a:pt x="1005" y="22571"/>
                </a:lnTo>
                <a:lnTo>
                  <a:pt x="1106" y="22429"/>
                </a:lnTo>
                <a:lnTo>
                  <a:pt x="1282" y="22184"/>
                </a:lnTo>
                <a:lnTo>
                  <a:pt x="1383" y="22055"/>
                </a:lnTo>
                <a:lnTo>
                  <a:pt x="1508" y="21913"/>
                </a:lnTo>
                <a:lnTo>
                  <a:pt x="1609" y="21771"/>
                </a:lnTo>
                <a:lnTo>
                  <a:pt x="1785" y="21526"/>
                </a:lnTo>
                <a:lnTo>
                  <a:pt x="1886" y="21397"/>
                </a:lnTo>
                <a:lnTo>
                  <a:pt x="2011" y="21255"/>
                </a:lnTo>
                <a:lnTo>
                  <a:pt x="2112" y="21114"/>
                </a:lnTo>
                <a:lnTo>
                  <a:pt x="2288" y="20869"/>
                </a:lnTo>
                <a:lnTo>
                  <a:pt x="2389" y="20727"/>
                </a:lnTo>
                <a:lnTo>
                  <a:pt x="2527" y="20598"/>
                </a:lnTo>
                <a:lnTo>
                  <a:pt x="2703" y="20353"/>
                </a:lnTo>
                <a:lnTo>
                  <a:pt x="2791" y="20211"/>
                </a:lnTo>
                <a:lnTo>
                  <a:pt x="2892" y="20069"/>
                </a:lnTo>
                <a:lnTo>
                  <a:pt x="3030" y="19940"/>
                </a:lnTo>
                <a:lnTo>
                  <a:pt x="3206" y="19695"/>
                </a:lnTo>
                <a:lnTo>
                  <a:pt x="3294" y="19553"/>
                </a:lnTo>
                <a:lnTo>
                  <a:pt x="3395" y="19411"/>
                </a:lnTo>
                <a:lnTo>
                  <a:pt x="3533" y="19321"/>
                </a:lnTo>
                <a:lnTo>
                  <a:pt x="3621" y="19179"/>
                </a:lnTo>
                <a:lnTo>
                  <a:pt x="3709" y="19037"/>
                </a:lnTo>
                <a:lnTo>
                  <a:pt x="3898" y="18805"/>
                </a:lnTo>
                <a:lnTo>
                  <a:pt x="4036" y="18663"/>
                </a:lnTo>
                <a:lnTo>
                  <a:pt x="4124" y="18521"/>
                </a:lnTo>
                <a:lnTo>
                  <a:pt x="4300" y="18289"/>
                </a:lnTo>
                <a:lnTo>
                  <a:pt x="4400" y="18147"/>
                </a:lnTo>
                <a:lnTo>
                  <a:pt x="4539" y="18005"/>
                </a:lnTo>
                <a:lnTo>
                  <a:pt x="4715" y="17773"/>
                </a:lnTo>
                <a:lnTo>
                  <a:pt x="4803" y="17631"/>
                </a:lnTo>
                <a:lnTo>
                  <a:pt x="5042" y="17399"/>
                </a:lnTo>
                <a:lnTo>
                  <a:pt x="5130" y="17257"/>
                </a:lnTo>
                <a:lnTo>
                  <a:pt x="5318" y="17025"/>
                </a:lnTo>
                <a:lnTo>
                  <a:pt x="5406" y="16883"/>
                </a:lnTo>
                <a:lnTo>
                  <a:pt x="5545" y="16741"/>
                </a:lnTo>
                <a:lnTo>
                  <a:pt x="5721" y="16496"/>
                </a:lnTo>
                <a:lnTo>
                  <a:pt x="5821" y="16367"/>
                </a:lnTo>
                <a:lnTo>
                  <a:pt x="6048" y="16122"/>
                </a:lnTo>
                <a:lnTo>
                  <a:pt x="6136" y="15980"/>
                </a:lnTo>
                <a:lnTo>
                  <a:pt x="6324" y="15748"/>
                </a:lnTo>
                <a:lnTo>
                  <a:pt x="6412" y="15606"/>
                </a:lnTo>
                <a:lnTo>
                  <a:pt x="6551" y="15516"/>
                </a:lnTo>
                <a:lnTo>
                  <a:pt x="6639" y="15374"/>
                </a:lnTo>
                <a:lnTo>
                  <a:pt x="6727" y="15232"/>
                </a:lnTo>
                <a:lnTo>
                  <a:pt x="6915" y="15000"/>
                </a:lnTo>
                <a:lnTo>
                  <a:pt x="7054" y="14910"/>
                </a:lnTo>
                <a:lnTo>
                  <a:pt x="7142" y="14768"/>
                </a:lnTo>
                <a:lnTo>
                  <a:pt x="7230" y="14626"/>
                </a:lnTo>
                <a:lnTo>
                  <a:pt x="7418" y="14381"/>
                </a:lnTo>
                <a:lnTo>
                  <a:pt x="7557" y="14252"/>
                </a:lnTo>
                <a:lnTo>
                  <a:pt x="7733" y="14007"/>
                </a:lnTo>
                <a:lnTo>
                  <a:pt x="7833" y="13865"/>
                </a:lnTo>
                <a:lnTo>
                  <a:pt x="8060" y="13633"/>
                </a:lnTo>
                <a:lnTo>
                  <a:pt x="8236" y="13401"/>
                </a:lnTo>
                <a:lnTo>
                  <a:pt x="8336" y="13259"/>
                </a:lnTo>
                <a:lnTo>
                  <a:pt x="8563" y="13027"/>
                </a:lnTo>
                <a:lnTo>
                  <a:pt x="8739" y="12794"/>
                </a:lnTo>
                <a:lnTo>
                  <a:pt x="8839" y="12652"/>
                </a:lnTo>
                <a:lnTo>
                  <a:pt x="9066" y="12407"/>
                </a:lnTo>
                <a:lnTo>
                  <a:pt x="9254" y="12175"/>
                </a:lnTo>
                <a:lnTo>
                  <a:pt x="9430" y="11943"/>
                </a:lnTo>
                <a:lnTo>
                  <a:pt x="9568" y="11801"/>
                </a:lnTo>
                <a:lnTo>
                  <a:pt x="9757" y="11569"/>
                </a:lnTo>
                <a:lnTo>
                  <a:pt x="9933" y="11337"/>
                </a:lnTo>
                <a:lnTo>
                  <a:pt x="10071" y="11234"/>
                </a:lnTo>
                <a:lnTo>
                  <a:pt x="10159" y="11092"/>
                </a:lnTo>
                <a:lnTo>
                  <a:pt x="10260" y="10950"/>
                </a:lnTo>
                <a:lnTo>
                  <a:pt x="10436" y="10718"/>
                </a:lnTo>
                <a:lnTo>
                  <a:pt x="10574" y="10627"/>
                </a:lnTo>
                <a:lnTo>
                  <a:pt x="10662" y="10486"/>
                </a:lnTo>
                <a:lnTo>
                  <a:pt x="10851" y="10253"/>
                </a:lnTo>
                <a:lnTo>
                  <a:pt x="11077" y="10021"/>
                </a:lnTo>
                <a:lnTo>
                  <a:pt x="11266" y="9776"/>
                </a:lnTo>
                <a:lnTo>
                  <a:pt x="11442" y="9544"/>
                </a:lnTo>
                <a:lnTo>
                  <a:pt x="11580" y="9454"/>
                </a:lnTo>
                <a:lnTo>
                  <a:pt x="11668" y="9312"/>
                </a:lnTo>
                <a:lnTo>
                  <a:pt x="11769" y="9170"/>
                </a:lnTo>
                <a:lnTo>
                  <a:pt x="11945" y="8938"/>
                </a:lnTo>
                <a:lnTo>
                  <a:pt x="12083" y="8835"/>
                </a:lnTo>
                <a:lnTo>
                  <a:pt x="12171" y="8706"/>
                </a:lnTo>
                <a:lnTo>
                  <a:pt x="12360" y="8512"/>
                </a:lnTo>
                <a:lnTo>
                  <a:pt x="12448" y="8370"/>
                </a:lnTo>
                <a:lnTo>
                  <a:pt x="12586" y="8280"/>
                </a:lnTo>
                <a:lnTo>
                  <a:pt x="12687" y="8138"/>
                </a:lnTo>
                <a:lnTo>
                  <a:pt x="12863" y="7906"/>
                </a:lnTo>
                <a:lnTo>
                  <a:pt x="13089" y="7661"/>
                </a:lnTo>
                <a:lnTo>
                  <a:pt x="13278" y="7429"/>
                </a:lnTo>
                <a:lnTo>
                  <a:pt x="13454" y="7197"/>
                </a:lnTo>
                <a:lnTo>
                  <a:pt x="13592" y="7106"/>
                </a:lnTo>
                <a:lnTo>
                  <a:pt x="13693" y="6964"/>
                </a:lnTo>
                <a:lnTo>
                  <a:pt x="13869" y="6719"/>
                </a:lnTo>
                <a:lnTo>
                  <a:pt x="14095" y="6539"/>
                </a:lnTo>
                <a:lnTo>
                  <a:pt x="14196" y="6397"/>
                </a:lnTo>
                <a:lnTo>
                  <a:pt x="14372" y="6165"/>
                </a:lnTo>
                <a:lnTo>
                  <a:pt x="14598" y="5920"/>
                </a:lnTo>
                <a:lnTo>
                  <a:pt x="14787" y="5739"/>
                </a:lnTo>
                <a:lnTo>
                  <a:pt x="14875" y="5597"/>
                </a:lnTo>
                <a:lnTo>
                  <a:pt x="15101" y="5365"/>
                </a:lnTo>
                <a:lnTo>
                  <a:pt x="15290" y="5172"/>
                </a:lnTo>
                <a:lnTo>
                  <a:pt x="15378" y="5030"/>
                </a:lnTo>
                <a:lnTo>
                  <a:pt x="15604" y="4798"/>
                </a:lnTo>
                <a:lnTo>
                  <a:pt x="15793" y="4604"/>
                </a:lnTo>
                <a:lnTo>
                  <a:pt x="15881" y="4475"/>
                </a:lnTo>
                <a:lnTo>
                  <a:pt x="16107" y="4230"/>
                </a:lnTo>
                <a:lnTo>
                  <a:pt x="16296" y="4049"/>
                </a:lnTo>
                <a:lnTo>
                  <a:pt x="16384" y="3908"/>
                </a:lnTo>
                <a:lnTo>
                  <a:pt x="16623" y="3714"/>
                </a:lnTo>
                <a:lnTo>
                  <a:pt x="16711" y="3572"/>
                </a:lnTo>
                <a:lnTo>
                  <a:pt x="16887" y="3340"/>
                </a:lnTo>
                <a:lnTo>
                  <a:pt x="17126" y="3147"/>
                </a:lnTo>
                <a:lnTo>
                  <a:pt x="17214" y="3018"/>
                </a:lnTo>
                <a:lnTo>
                  <a:pt x="17390" y="2824"/>
                </a:lnTo>
                <a:lnTo>
                  <a:pt x="17490" y="2682"/>
                </a:lnTo>
                <a:lnTo>
                  <a:pt x="17629" y="2592"/>
                </a:lnTo>
                <a:lnTo>
                  <a:pt x="17805" y="2360"/>
                </a:lnTo>
                <a:lnTo>
                  <a:pt x="17993" y="2166"/>
                </a:lnTo>
                <a:lnTo>
                  <a:pt x="18132" y="2024"/>
                </a:lnTo>
                <a:lnTo>
                  <a:pt x="18308" y="1831"/>
                </a:lnTo>
                <a:lnTo>
                  <a:pt x="18396" y="1689"/>
                </a:lnTo>
                <a:lnTo>
                  <a:pt x="18634" y="1509"/>
                </a:lnTo>
                <a:lnTo>
                  <a:pt x="18723" y="1367"/>
                </a:lnTo>
                <a:lnTo>
                  <a:pt x="18911" y="1173"/>
                </a:lnTo>
                <a:lnTo>
                  <a:pt x="19137" y="941"/>
                </a:lnTo>
                <a:lnTo>
                  <a:pt x="19313" y="760"/>
                </a:lnTo>
                <a:lnTo>
                  <a:pt x="19414" y="619"/>
                </a:lnTo>
                <a:lnTo>
                  <a:pt x="19640" y="425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5531040" y="2465697"/>
            <a:ext cx="20043" cy="18379"/>
          </a:xfrm>
          <a:custGeom>
            <a:avLst/>
            <a:gdLst/>
            <a:ahLst/>
            <a:cxnLst/>
            <a:rect l="l" t="t" r="r" b="b"/>
            <a:pathLst>
              <a:path w="20043" h="18379">
                <a:moveTo>
                  <a:pt x="0" y="18379"/>
                </a:moveTo>
                <a:lnTo>
                  <a:pt x="138" y="18237"/>
                </a:lnTo>
                <a:lnTo>
                  <a:pt x="314" y="18057"/>
                </a:lnTo>
                <a:lnTo>
                  <a:pt x="502" y="17825"/>
                </a:lnTo>
                <a:lnTo>
                  <a:pt x="641" y="17721"/>
                </a:lnTo>
                <a:lnTo>
                  <a:pt x="817" y="17541"/>
                </a:lnTo>
                <a:lnTo>
                  <a:pt x="917" y="17399"/>
                </a:lnTo>
                <a:lnTo>
                  <a:pt x="1144" y="17205"/>
                </a:lnTo>
                <a:lnTo>
                  <a:pt x="1320" y="17025"/>
                </a:lnTo>
                <a:lnTo>
                  <a:pt x="1420" y="16883"/>
                </a:lnTo>
                <a:lnTo>
                  <a:pt x="1647" y="16690"/>
                </a:lnTo>
                <a:lnTo>
                  <a:pt x="1823" y="16457"/>
                </a:lnTo>
                <a:lnTo>
                  <a:pt x="2011" y="16264"/>
                </a:lnTo>
                <a:lnTo>
                  <a:pt x="2150" y="16174"/>
                </a:lnTo>
                <a:lnTo>
                  <a:pt x="2326" y="15941"/>
                </a:lnTo>
                <a:lnTo>
                  <a:pt x="2514" y="15748"/>
                </a:lnTo>
                <a:lnTo>
                  <a:pt x="2653" y="15658"/>
                </a:lnTo>
                <a:lnTo>
                  <a:pt x="2841" y="15426"/>
                </a:lnTo>
                <a:lnTo>
                  <a:pt x="3017" y="15232"/>
                </a:lnTo>
                <a:lnTo>
                  <a:pt x="3156" y="15142"/>
                </a:lnTo>
                <a:lnTo>
                  <a:pt x="3344" y="14948"/>
                </a:lnTo>
                <a:lnTo>
                  <a:pt x="3432" y="14806"/>
                </a:lnTo>
                <a:lnTo>
                  <a:pt x="3659" y="14626"/>
                </a:lnTo>
                <a:lnTo>
                  <a:pt x="3847" y="14432"/>
                </a:lnTo>
                <a:lnTo>
                  <a:pt x="4023" y="14252"/>
                </a:lnTo>
                <a:lnTo>
                  <a:pt x="4162" y="14110"/>
                </a:lnTo>
                <a:lnTo>
                  <a:pt x="4350" y="13916"/>
                </a:lnTo>
                <a:lnTo>
                  <a:pt x="4526" y="13723"/>
                </a:lnTo>
                <a:lnTo>
                  <a:pt x="4665" y="13633"/>
                </a:lnTo>
                <a:lnTo>
                  <a:pt x="4853" y="13401"/>
                </a:lnTo>
                <a:lnTo>
                  <a:pt x="5029" y="13207"/>
                </a:lnTo>
                <a:lnTo>
                  <a:pt x="5168" y="13117"/>
                </a:lnTo>
                <a:lnTo>
                  <a:pt x="5356" y="12936"/>
                </a:lnTo>
                <a:lnTo>
                  <a:pt x="5532" y="12743"/>
                </a:lnTo>
                <a:lnTo>
                  <a:pt x="5670" y="12652"/>
                </a:lnTo>
                <a:lnTo>
                  <a:pt x="5758" y="12511"/>
                </a:lnTo>
                <a:lnTo>
                  <a:pt x="5947" y="12317"/>
                </a:lnTo>
                <a:lnTo>
                  <a:pt x="6173" y="12137"/>
                </a:lnTo>
                <a:lnTo>
                  <a:pt x="6362" y="11943"/>
                </a:lnTo>
                <a:lnTo>
                  <a:pt x="6538" y="11750"/>
                </a:lnTo>
                <a:lnTo>
                  <a:pt x="6676" y="11659"/>
                </a:lnTo>
                <a:lnTo>
                  <a:pt x="6865" y="11479"/>
                </a:lnTo>
                <a:lnTo>
                  <a:pt x="7041" y="11234"/>
                </a:lnTo>
                <a:lnTo>
                  <a:pt x="7179" y="11143"/>
                </a:lnTo>
                <a:lnTo>
                  <a:pt x="7368" y="10950"/>
                </a:lnTo>
                <a:lnTo>
                  <a:pt x="7544" y="10769"/>
                </a:lnTo>
                <a:lnTo>
                  <a:pt x="7682" y="10679"/>
                </a:lnTo>
                <a:lnTo>
                  <a:pt x="7871" y="10486"/>
                </a:lnTo>
                <a:lnTo>
                  <a:pt x="8047" y="10292"/>
                </a:lnTo>
                <a:lnTo>
                  <a:pt x="8185" y="10202"/>
                </a:lnTo>
                <a:lnTo>
                  <a:pt x="8374" y="10021"/>
                </a:lnTo>
                <a:lnTo>
                  <a:pt x="8550" y="9828"/>
                </a:lnTo>
                <a:lnTo>
                  <a:pt x="8688" y="9738"/>
                </a:lnTo>
                <a:lnTo>
                  <a:pt x="8877" y="9544"/>
                </a:lnTo>
                <a:lnTo>
                  <a:pt x="9066" y="9363"/>
                </a:lnTo>
                <a:lnTo>
                  <a:pt x="9292" y="9170"/>
                </a:lnTo>
                <a:lnTo>
                  <a:pt x="9468" y="8977"/>
                </a:lnTo>
                <a:lnTo>
                  <a:pt x="9694" y="8796"/>
                </a:lnTo>
                <a:lnTo>
                  <a:pt x="9883" y="8602"/>
                </a:lnTo>
                <a:lnTo>
                  <a:pt x="10071" y="8422"/>
                </a:lnTo>
                <a:lnTo>
                  <a:pt x="10210" y="8319"/>
                </a:lnTo>
                <a:lnTo>
                  <a:pt x="10386" y="8138"/>
                </a:lnTo>
                <a:lnTo>
                  <a:pt x="10574" y="7945"/>
                </a:lnTo>
                <a:lnTo>
                  <a:pt x="10713" y="7854"/>
                </a:lnTo>
                <a:lnTo>
                  <a:pt x="10889" y="7713"/>
                </a:lnTo>
                <a:lnTo>
                  <a:pt x="11077" y="7519"/>
                </a:lnTo>
                <a:lnTo>
                  <a:pt x="11216" y="7429"/>
                </a:lnTo>
                <a:lnTo>
                  <a:pt x="11392" y="7248"/>
                </a:lnTo>
                <a:lnTo>
                  <a:pt x="11580" y="7055"/>
                </a:lnTo>
                <a:lnTo>
                  <a:pt x="11719" y="6964"/>
                </a:lnTo>
                <a:lnTo>
                  <a:pt x="11895" y="6771"/>
                </a:lnTo>
                <a:lnTo>
                  <a:pt x="12083" y="6629"/>
                </a:lnTo>
                <a:lnTo>
                  <a:pt x="12222" y="6539"/>
                </a:lnTo>
                <a:lnTo>
                  <a:pt x="12398" y="6345"/>
                </a:lnTo>
                <a:lnTo>
                  <a:pt x="12586" y="6165"/>
                </a:lnTo>
                <a:lnTo>
                  <a:pt x="12725" y="6062"/>
                </a:lnTo>
                <a:lnTo>
                  <a:pt x="12901" y="5881"/>
                </a:lnTo>
                <a:lnTo>
                  <a:pt x="13089" y="5739"/>
                </a:lnTo>
                <a:lnTo>
                  <a:pt x="13228" y="5649"/>
                </a:lnTo>
                <a:lnTo>
                  <a:pt x="13404" y="5455"/>
                </a:lnTo>
                <a:lnTo>
                  <a:pt x="13592" y="5262"/>
                </a:lnTo>
                <a:lnTo>
                  <a:pt x="13731" y="5172"/>
                </a:lnTo>
                <a:lnTo>
                  <a:pt x="13907" y="5030"/>
                </a:lnTo>
                <a:lnTo>
                  <a:pt x="14095" y="4849"/>
                </a:lnTo>
                <a:lnTo>
                  <a:pt x="14234" y="4746"/>
                </a:lnTo>
                <a:lnTo>
                  <a:pt x="14410" y="4604"/>
                </a:lnTo>
                <a:lnTo>
                  <a:pt x="14598" y="4424"/>
                </a:lnTo>
                <a:lnTo>
                  <a:pt x="14736" y="4333"/>
                </a:lnTo>
                <a:lnTo>
                  <a:pt x="14913" y="4140"/>
                </a:lnTo>
                <a:lnTo>
                  <a:pt x="15101" y="3998"/>
                </a:lnTo>
                <a:lnTo>
                  <a:pt x="15239" y="3908"/>
                </a:lnTo>
                <a:lnTo>
                  <a:pt x="15415" y="3714"/>
                </a:lnTo>
                <a:lnTo>
                  <a:pt x="15604" y="3572"/>
                </a:lnTo>
                <a:lnTo>
                  <a:pt x="15742" y="3482"/>
                </a:lnTo>
                <a:lnTo>
                  <a:pt x="15918" y="3288"/>
                </a:lnTo>
                <a:lnTo>
                  <a:pt x="16107" y="3147"/>
                </a:lnTo>
                <a:lnTo>
                  <a:pt x="16245" y="3056"/>
                </a:lnTo>
                <a:lnTo>
                  <a:pt x="16434" y="2914"/>
                </a:lnTo>
                <a:lnTo>
                  <a:pt x="16610" y="2734"/>
                </a:lnTo>
                <a:lnTo>
                  <a:pt x="16748" y="2631"/>
                </a:lnTo>
                <a:lnTo>
                  <a:pt x="16937" y="2489"/>
                </a:lnTo>
                <a:lnTo>
                  <a:pt x="17113" y="2308"/>
                </a:lnTo>
                <a:lnTo>
                  <a:pt x="17251" y="2257"/>
                </a:lnTo>
                <a:lnTo>
                  <a:pt x="17440" y="2076"/>
                </a:lnTo>
                <a:lnTo>
                  <a:pt x="17616" y="1934"/>
                </a:lnTo>
                <a:lnTo>
                  <a:pt x="17754" y="1831"/>
                </a:lnTo>
                <a:lnTo>
                  <a:pt x="17943" y="1650"/>
                </a:lnTo>
                <a:lnTo>
                  <a:pt x="18119" y="1509"/>
                </a:lnTo>
                <a:lnTo>
                  <a:pt x="18257" y="1418"/>
                </a:lnTo>
                <a:lnTo>
                  <a:pt x="18446" y="1276"/>
                </a:lnTo>
                <a:lnTo>
                  <a:pt x="18622" y="1083"/>
                </a:lnTo>
                <a:lnTo>
                  <a:pt x="18760" y="1031"/>
                </a:lnTo>
                <a:lnTo>
                  <a:pt x="18949" y="851"/>
                </a:lnTo>
                <a:lnTo>
                  <a:pt x="19125" y="709"/>
                </a:lnTo>
                <a:lnTo>
                  <a:pt x="19263" y="619"/>
                </a:lnTo>
                <a:lnTo>
                  <a:pt x="19452" y="477"/>
                </a:lnTo>
                <a:lnTo>
                  <a:pt x="19628" y="335"/>
                </a:lnTo>
                <a:lnTo>
                  <a:pt x="19766" y="245"/>
                </a:lnTo>
                <a:lnTo>
                  <a:pt x="19955" y="103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5551083" y="2453147"/>
            <a:ext cx="20043" cy="12549"/>
          </a:xfrm>
          <a:custGeom>
            <a:avLst/>
            <a:gdLst/>
            <a:ahLst/>
            <a:cxnLst/>
            <a:rect l="l" t="t" r="r" b="b"/>
            <a:pathLst>
              <a:path w="20043" h="12549">
                <a:moveTo>
                  <a:pt x="0" y="12549"/>
                </a:moveTo>
                <a:lnTo>
                  <a:pt x="226" y="12407"/>
                </a:lnTo>
                <a:lnTo>
                  <a:pt x="414" y="12227"/>
                </a:lnTo>
                <a:lnTo>
                  <a:pt x="590" y="12085"/>
                </a:lnTo>
                <a:lnTo>
                  <a:pt x="729" y="11995"/>
                </a:lnTo>
                <a:lnTo>
                  <a:pt x="917" y="11853"/>
                </a:lnTo>
                <a:lnTo>
                  <a:pt x="1093" y="11711"/>
                </a:lnTo>
                <a:lnTo>
                  <a:pt x="1232" y="11608"/>
                </a:lnTo>
                <a:lnTo>
                  <a:pt x="1420" y="11466"/>
                </a:lnTo>
                <a:lnTo>
                  <a:pt x="1596" y="11337"/>
                </a:lnTo>
                <a:lnTo>
                  <a:pt x="1735" y="11234"/>
                </a:lnTo>
                <a:lnTo>
                  <a:pt x="1923" y="11092"/>
                </a:lnTo>
                <a:lnTo>
                  <a:pt x="2099" y="10950"/>
                </a:lnTo>
                <a:lnTo>
                  <a:pt x="2238" y="10860"/>
                </a:lnTo>
                <a:lnTo>
                  <a:pt x="2426" y="10718"/>
                </a:lnTo>
                <a:lnTo>
                  <a:pt x="2615" y="10576"/>
                </a:lnTo>
                <a:lnTo>
                  <a:pt x="2841" y="10434"/>
                </a:lnTo>
                <a:lnTo>
                  <a:pt x="3017" y="10292"/>
                </a:lnTo>
                <a:lnTo>
                  <a:pt x="3244" y="10112"/>
                </a:lnTo>
                <a:lnTo>
                  <a:pt x="3432" y="9970"/>
                </a:lnTo>
                <a:lnTo>
                  <a:pt x="3621" y="9828"/>
                </a:lnTo>
                <a:lnTo>
                  <a:pt x="3759" y="9776"/>
                </a:lnTo>
                <a:lnTo>
                  <a:pt x="3935" y="9634"/>
                </a:lnTo>
                <a:lnTo>
                  <a:pt x="4124" y="9492"/>
                </a:lnTo>
                <a:lnTo>
                  <a:pt x="4262" y="9402"/>
                </a:lnTo>
                <a:lnTo>
                  <a:pt x="4438" y="9260"/>
                </a:lnTo>
                <a:lnTo>
                  <a:pt x="4627" y="9118"/>
                </a:lnTo>
                <a:lnTo>
                  <a:pt x="4765" y="9028"/>
                </a:lnTo>
                <a:lnTo>
                  <a:pt x="4941" y="8886"/>
                </a:lnTo>
                <a:lnTo>
                  <a:pt x="5130" y="8744"/>
                </a:lnTo>
                <a:lnTo>
                  <a:pt x="5268" y="8693"/>
                </a:lnTo>
                <a:lnTo>
                  <a:pt x="5444" y="8564"/>
                </a:lnTo>
                <a:lnTo>
                  <a:pt x="5633" y="8422"/>
                </a:lnTo>
                <a:lnTo>
                  <a:pt x="5771" y="8370"/>
                </a:lnTo>
                <a:lnTo>
                  <a:pt x="5947" y="8228"/>
                </a:lnTo>
                <a:lnTo>
                  <a:pt x="6136" y="8087"/>
                </a:lnTo>
                <a:lnTo>
                  <a:pt x="6274" y="7996"/>
                </a:lnTo>
                <a:lnTo>
                  <a:pt x="6450" y="7854"/>
                </a:lnTo>
                <a:lnTo>
                  <a:pt x="6639" y="7713"/>
                </a:lnTo>
                <a:lnTo>
                  <a:pt x="6777" y="7661"/>
                </a:lnTo>
                <a:lnTo>
                  <a:pt x="6953" y="7519"/>
                </a:lnTo>
                <a:lnTo>
                  <a:pt x="7142" y="7377"/>
                </a:lnTo>
                <a:lnTo>
                  <a:pt x="7280" y="7338"/>
                </a:lnTo>
                <a:lnTo>
                  <a:pt x="7456" y="7197"/>
                </a:lnTo>
                <a:lnTo>
                  <a:pt x="7645" y="7055"/>
                </a:lnTo>
                <a:lnTo>
                  <a:pt x="7783" y="7003"/>
                </a:lnTo>
                <a:lnTo>
                  <a:pt x="7959" y="6861"/>
                </a:lnTo>
                <a:lnTo>
                  <a:pt x="8148" y="6719"/>
                </a:lnTo>
                <a:lnTo>
                  <a:pt x="8286" y="6681"/>
                </a:lnTo>
                <a:lnTo>
                  <a:pt x="8462" y="6539"/>
                </a:lnTo>
                <a:lnTo>
                  <a:pt x="8651" y="6397"/>
                </a:lnTo>
                <a:lnTo>
                  <a:pt x="8789" y="6345"/>
                </a:lnTo>
                <a:lnTo>
                  <a:pt x="8965" y="6203"/>
                </a:lnTo>
                <a:lnTo>
                  <a:pt x="9154" y="6062"/>
                </a:lnTo>
                <a:lnTo>
                  <a:pt x="9292" y="6023"/>
                </a:lnTo>
                <a:lnTo>
                  <a:pt x="9468" y="5881"/>
                </a:lnTo>
                <a:lnTo>
                  <a:pt x="9656" y="5739"/>
                </a:lnTo>
                <a:lnTo>
                  <a:pt x="9795" y="5688"/>
                </a:lnTo>
                <a:lnTo>
                  <a:pt x="9983" y="5546"/>
                </a:lnTo>
                <a:lnTo>
                  <a:pt x="10159" y="5455"/>
                </a:lnTo>
                <a:lnTo>
                  <a:pt x="10298" y="5365"/>
                </a:lnTo>
                <a:lnTo>
                  <a:pt x="10486" y="5262"/>
                </a:lnTo>
                <a:lnTo>
                  <a:pt x="10662" y="5120"/>
                </a:lnTo>
                <a:lnTo>
                  <a:pt x="10801" y="5081"/>
                </a:lnTo>
                <a:lnTo>
                  <a:pt x="10989" y="4939"/>
                </a:lnTo>
                <a:lnTo>
                  <a:pt x="11165" y="4798"/>
                </a:lnTo>
                <a:lnTo>
                  <a:pt x="11304" y="4746"/>
                </a:lnTo>
                <a:lnTo>
                  <a:pt x="11492" y="4604"/>
                </a:lnTo>
                <a:lnTo>
                  <a:pt x="11668" y="4514"/>
                </a:lnTo>
                <a:lnTo>
                  <a:pt x="11807" y="4462"/>
                </a:lnTo>
                <a:lnTo>
                  <a:pt x="11995" y="4333"/>
                </a:lnTo>
                <a:lnTo>
                  <a:pt x="12171" y="4191"/>
                </a:lnTo>
                <a:lnTo>
                  <a:pt x="12310" y="4140"/>
                </a:lnTo>
                <a:lnTo>
                  <a:pt x="12498" y="4049"/>
                </a:lnTo>
                <a:lnTo>
                  <a:pt x="12674" y="3908"/>
                </a:lnTo>
                <a:lnTo>
                  <a:pt x="12813" y="3856"/>
                </a:lnTo>
                <a:lnTo>
                  <a:pt x="13001" y="3714"/>
                </a:lnTo>
                <a:lnTo>
                  <a:pt x="13177" y="3624"/>
                </a:lnTo>
                <a:lnTo>
                  <a:pt x="13316" y="3572"/>
                </a:lnTo>
                <a:lnTo>
                  <a:pt x="13504" y="3430"/>
                </a:lnTo>
                <a:lnTo>
                  <a:pt x="13680" y="3340"/>
                </a:lnTo>
                <a:lnTo>
                  <a:pt x="13819" y="3288"/>
                </a:lnTo>
                <a:lnTo>
                  <a:pt x="14007" y="3147"/>
                </a:lnTo>
                <a:lnTo>
                  <a:pt x="14183" y="3056"/>
                </a:lnTo>
                <a:lnTo>
                  <a:pt x="14322" y="2966"/>
                </a:lnTo>
                <a:lnTo>
                  <a:pt x="14510" y="2876"/>
                </a:lnTo>
                <a:lnTo>
                  <a:pt x="14686" y="2773"/>
                </a:lnTo>
                <a:lnTo>
                  <a:pt x="14824" y="2682"/>
                </a:lnTo>
                <a:lnTo>
                  <a:pt x="15013" y="2592"/>
                </a:lnTo>
                <a:lnTo>
                  <a:pt x="15189" y="2489"/>
                </a:lnTo>
                <a:lnTo>
                  <a:pt x="15327" y="2450"/>
                </a:lnTo>
                <a:lnTo>
                  <a:pt x="15516" y="2308"/>
                </a:lnTo>
                <a:lnTo>
                  <a:pt x="15692" y="2218"/>
                </a:lnTo>
                <a:lnTo>
                  <a:pt x="15830" y="2166"/>
                </a:lnTo>
                <a:lnTo>
                  <a:pt x="16019" y="2024"/>
                </a:lnTo>
                <a:lnTo>
                  <a:pt x="16208" y="1934"/>
                </a:lnTo>
                <a:lnTo>
                  <a:pt x="16434" y="1831"/>
                </a:lnTo>
                <a:lnTo>
                  <a:pt x="16610" y="1741"/>
                </a:lnTo>
                <a:lnTo>
                  <a:pt x="16836" y="1599"/>
                </a:lnTo>
                <a:lnTo>
                  <a:pt x="17025" y="1509"/>
                </a:lnTo>
                <a:lnTo>
                  <a:pt x="17214" y="1418"/>
                </a:lnTo>
                <a:lnTo>
                  <a:pt x="17352" y="1367"/>
                </a:lnTo>
                <a:lnTo>
                  <a:pt x="17528" y="1225"/>
                </a:lnTo>
                <a:lnTo>
                  <a:pt x="17717" y="1135"/>
                </a:lnTo>
                <a:lnTo>
                  <a:pt x="17855" y="1083"/>
                </a:lnTo>
                <a:lnTo>
                  <a:pt x="18031" y="993"/>
                </a:lnTo>
                <a:lnTo>
                  <a:pt x="18220" y="889"/>
                </a:lnTo>
                <a:lnTo>
                  <a:pt x="18358" y="851"/>
                </a:lnTo>
                <a:lnTo>
                  <a:pt x="18534" y="760"/>
                </a:lnTo>
                <a:lnTo>
                  <a:pt x="18723" y="619"/>
                </a:lnTo>
                <a:lnTo>
                  <a:pt x="18861" y="567"/>
                </a:lnTo>
                <a:lnTo>
                  <a:pt x="19037" y="477"/>
                </a:lnTo>
                <a:lnTo>
                  <a:pt x="19225" y="374"/>
                </a:lnTo>
                <a:lnTo>
                  <a:pt x="19364" y="335"/>
                </a:lnTo>
                <a:lnTo>
                  <a:pt x="19540" y="232"/>
                </a:lnTo>
                <a:lnTo>
                  <a:pt x="19728" y="141"/>
                </a:lnTo>
                <a:lnTo>
                  <a:pt x="19867" y="103"/>
                </a:lnTo>
                <a:lnTo>
                  <a:pt x="20043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5571126" y="2446621"/>
            <a:ext cx="20043" cy="6526"/>
          </a:xfrm>
          <a:custGeom>
            <a:avLst/>
            <a:gdLst/>
            <a:ahLst/>
            <a:cxnLst/>
            <a:rect l="l" t="t" r="r" b="b"/>
            <a:pathLst>
              <a:path w="20043" h="6526">
                <a:moveTo>
                  <a:pt x="0" y="6526"/>
                </a:moveTo>
                <a:lnTo>
                  <a:pt x="188" y="6436"/>
                </a:lnTo>
                <a:lnTo>
                  <a:pt x="326" y="6384"/>
                </a:lnTo>
                <a:lnTo>
                  <a:pt x="502" y="6294"/>
                </a:lnTo>
                <a:lnTo>
                  <a:pt x="691" y="6203"/>
                </a:lnTo>
                <a:lnTo>
                  <a:pt x="829" y="6152"/>
                </a:lnTo>
                <a:lnTo>
                  <a:pt x="1005" y="6062"/>
                </a:lnTo>
                <a:lnTo>
                  <a:pt x="1194" y="5971"/>
                </a:lnTo>
                <a:lnTo>
                  <a:pt x="1332" y="5920"/>
                </a:lnTo>
                <a:lnTo>
                  <a:pt x="1508" y="5829"/>
                </a:lnTo>
                <a:lnTo>
                  <a:pt x="1697" y="5726"/>
                </a:lnTo>
                <a:lnTo>
                  <a:pt x="1835" y="5688"/>
                </a:lnTo>
                <a:lnTo>
                  <a:pt x="2011" y="5584"/>
                </a:lnTo>
                <a:lnTo>
                  <a:pt x="2200" y="5494"/>
                </a:lnTo>
                <a:lnTo>
                  <a:pt x="2338" y="5442"/>
                </a:lnTo>
                <a:lnTo>
                  <a:pt x="2514" y="5352"/>
                </a:lnTo>
                <a:lnTo>
                  <a:pt x="2703" y="5262"/>
                </a:lnTo>
                <a:lnTo>
                  <a:pt x="2841" y="5262"/>
                </a:lnTo>
                <a:lnTo>
                  <a:pt x="3017" y="5172"/>
                </a:lnTo>
                <a:lnTo>
                  <a:pt x="3206" y="5068"/>
                </a:lnTo>
                <a:lnTo>
                  <a:pt x="3344" y="5030"/>
                </a:lnTo>
                <a:lnTo>
                  <a:pt x="3533" y="4927"/>
                </a:lnTo>
                <a:lnTo>
                  <a:pt x="3709" y="4836"/>
                </a:lnTo>
                <a:lnTo>
                  <a:pt x="3847" y="4785"/>
                </a:lnTo>
                <a:lnTo>
                  <a:pt x="4036" y="4746"/>
                </a:lnTo>
                <a:lnTo>
                  <a:pt x="4212" y="4643"/>
                </a:lnTo>
                <a:lnTo>
                  <a:pt x="4350" y="4604"/>
                </a:lnTo>
                <a:lnTo>
                  <a:pt x="4539" y="4514"/>
                </a:lnTo>
                <a:lnTo>
                  <a:pt x="4715" y="4411"/>
                </a:lnTo>
                <a:lnTo>
                  <a:pt x="4853" y="4411"/>
                </a:lnTo>
                <a:lnTo>
                  <a:pt x="5042" y="4320"/>
                </a:lnTo>
                <a:lnTo>
                  <a:pt x="5218" y="4230"/>
                </a:lnTo>
                <a:lnTo>
                  <a:pt x="5356" y="4178"/>
                </a:lnTo>
                <a:lnTo>
                  <a:pt x="5545" y="4127"/>
                </a:lnTo>
                <a:lnTo>
                  <a:pt x="5721" y="4037"/>
                </a:lnTo>
                <a:lnTo>
                  <a:pt x="5859" y="3985"/>
                </a:lnTo>
                <a:lnTo>
                  <a:pt x="6048" y="3895"/>
                </a:lnTo>
                <a:lnTo>
                  <a:pt x="6224" y="3856"/>
                </a:lnTo>
                <a:lnTo>
                  <a:pt x="6362" y="3804"/>
                </a:lnTo>
                <a:lnTo>
                  <a:pt x="6551" y="3714"/>
                </a:lnTo>
                <a:lnTo>
                  <a:pt x="6727" y="3663"/>
                </a:lnTo>
                <a:lnTo>
                  <a:pt x="6865" y="3611"/>
                </a:lnTo>
                <a:lnTo>
                  <a:pt x="7054" y="3521"/>
                </a:lnTo>
                <a:lnTo>
                  <a:pt x="7230" y="3469"/>
                </a:lnTo>
                <a:lnTo>
                  <a:pt x="7368" y="3430"/>
                </a:lnTo>
                <a:lnTo>
                  <a:pt x="7557" y="3327"/>
                </a:lnTo>
                <a:lnTo>
                  <a:pt x="7733" y="3288"/>
                </a:lnTo>
                <a:lnTo>
                  <a:pt x="7871" y="3237"/>
                </a:lnTo>
                <a:lnTo>
                  <a:pt x="8060" y="3147"/>
                </a:lnTo>
                <a:lnTo>
                  <a:pt x="8236" y="3095"/>
                </a:lnTo>
                <a:lnTo>
                  <a:pt x="8374" y="3056"/>
                </a:lnTo>
                <a:lnTo>
                  <a:pt x="8563" y="3005"/>
                </a:lnTo>
                <a:lnTo>
                  <a:pt x="8789" y="2914"/>
                </a:lnTo>
                <a:lnTo>
                  <a:pt x="8977" y="2863"/>
                </a:lnTo>
                <a:lnTo>
                  <a:pt x="9154" y="2773"/>
                </a:lnTo>
                <a:lnTo>
                  <a:pt x="9292" y="2773"/>
                </a:lnTo>
                <a:lnTo>
                  <a:pt x="9480" y="2669"/>
                </a:lnTo>
                <a:lnTo>
                  <a:pt x="9656" y="2631"/>
                </a:lnTo>
                <a:lnTo>
                  <a:pt x="9795" y="2579"/>
                </a:lnTo>
                <a:lnTo>
                  <a:pt x="9983" y="2528"/>
                </a:lnTo>
                <a:lnTo>
                  <a:pt x="10159" y="2437"/>
                </a:lnTo>
                <a:lnTo>
                  <a:pt x="10298" y="2437"/>
                </a:lnTo>
                <a:lnTo>
                  <a:pt x="10486" y="2347"/>
                </a:lnTo>
                <a:lnTo>
                  <a:pt x="10662" y="2295"/>
                </a:lnTo>
                <a:lnTo>
                  <a:pt x="10801" y="2257"/>
                </a:lnTo>
                <a:lnTo>
                  <a:pt x="10989" y="2205"/>
                </a:lnTo>
                <a:lnTo>
                  <a:pt x="11165" y="2115"/>
                </a:lnTo>
                <a:lnTo>
                  <a:pt x="11304" y="2115"/>
                </a:lnTo>
                <a:lnTo>
                  <a:pt x="11492" y="2012"/>
                </a:lnTo>
                <a:lnTo>
                  <a:pt x="11668" y="1973"/>
                </a:lnTo>
                <a:lnTo>
                  <a:pt x="11807" y="1973"/>
                </a:lnTo>
                <a:lnTo>
                  <a:pt x="11995" y="1870"/>
                </a:lnTo>
                <a:lnTo>
                  <a:pt x="12171" y="1831"/>
                </a:lnTo>
                <a:lnTo>
                  <a:pt x="12310" y="1779"/>
                </a:lnTo>
                <a:lnTo>
                  <a:pt x="12498" y="1741"/>
                </a:lnTo>
                <a:lnTo>
                  <a:pt x="12674" y="1689"/>
                </a:lnTo>
                <a:lnTo>
                  <a:pt x="12813" y="1638"/>
                </a:lnTo>
                <a:lnTo>
                  <a:pt x="13001" y="1599"/>
                </a:lnTo>
                <a:lnTo>
                  <a:pt x="13177" y="1547"/>
                </a:lnTo>
                <a:lnTo>
                  <a:pt x="13316" y="1496"/>
                </a:lnTo>
                <a:lnTo>
                  <a:pt x="13504" y="1457"/>
                </a:lnTo>
                <a:lnTo>
                  <a:pt x="13693" y="1405"/>
                </a:lnTo>
                <a:lnTo>
                  <a:pt x="13919" y="1354"/>
                </a:lnTo>
                <a:lnTo>
                  <a:pt x="14095" y="1315"/>
                </a:lnTo>
                <a:lnTo>
                  <a:pt x="14322" y="1264"/>
                </a:lnTo>
                <a:lnTo>
                  <a:pt x="14510" y="1173"/>
                </a:lnTo>
                <a:lnTo>
                  <a:pt x="14699" y="1122"/>
                </a:lnTo>
                <a:lnTo>
                  <a:pt x="14837" y="1122"/>
                </a:lnTo>
                <a:lnTo>
                  <a:pt x="15013" y="1070"/>
                </a:lnTo>
                <a:lnTo>
                  <a:pt x="15202" y="1031"/>
                </a:lnTo>
                <a:lnTo>
                  <a:pt x="15340" y="980"/>
                </a:lnTo>
                <a:lnTo>
                  <a:pt x="15516" y="941"/>
                </a:lnTo>
                <a:lnTo>
                  <a:pt x="15705" y="889"/>
                </a:lnTo>
                <a:lnTo>
                  <a:pt x="15843" y="838"/>
                </a:lnTo>
                <a:lnTo>
                  <a:pt x="16019" y="799"/>
                </a:lnTo>
                <a:lnTo>
                  <a:pt x="16208" y="748"/>
                </a:lnTo>
                <a:lnTo>
                  <a:pt x="16346" y="748"/>
                </a:lnTo>
                <a:lnTo>
                  <a:pt x="16522" y="696"/>
                </a:lnTo>
                <a:lnTo>
                  <a:pt x="16711" y="657"/>
                </a:lnTo>
                <a:lnTo>
                  <a:pt x="16849" y="657"/>
                </a:lnTo>
                <a:lnTo>
                  <a:pt x="17025" y="606"/>
                </a:lnTo>
                <a:lnTo>
                  <a:pt x="17214" y="554"/>
                </a:lnTo>
                <a:lnTo>
                  <a:pt x="17352" y="515"/>
                </a:lnTo>
                <a:lnTo>
                  <a:pt x="17528" y="464"/>
                </a:lnTo>
                <a:lnTo>
                  <a:pt x="17717" y="412"/>
                </a:lnTo>
                <a:lnTo>
                  <a:pt x="17855" y="412"/>
                </a:lnTo>
                <a:lnTo>
                  <a:pt x="18031" y="374"/>
                </a:lnTo>
                <a:lnTo>
                  <a:pt x="18220" y="322"/>
                </a:lnTo>
                <a:lnTo>
                  <a:pt x="18358" y="322"/>
                </a:lnTo>
                <a:lnTo>
                  <a:pt x="18534" y="283"/>
                </a:lnTo>
                <a:lnTo>
                  <a:pt x="18723" y="232"/>
                </a:lnTo>
                <a:lnTo>
                  <a:pt x="18861" y="232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5591170" y="2445628"/>
            <a:ext cx="20055" cy="993"/>
          </a:xfrm>
          <a:custGeom>
            <a:avLst/>
            <a:gdLst/>
            <a:ahLst/>
            <a:cxnLst/>
            <a:rect l="l" t="t" r="r" b="b"/>
            <a:pathLst>
              <a:path w="20055" h="993">
                <a:moveTo>
                  <a:pt x="0" y="993"/>
                </a:moveTo>
                <a:lnTo>
                  <a:pt x="188" y="941"/>
                </a:lnTo>
                <a:lnTo>
                  <a:pt x="326" y="941"/>
                </a:lnTo>
                <a:lnTo>
                  <a:pt x="502" y="889"/>
                </a:lnTo>
                <a:lnTo>
                  <a:pt x="691" y="851"/>
                </a:lnTo>
                <a:lnTo>
                  <a:pt x="829" y="851"/>
                </a:lnTo>
                <a:lnTo>
                  <a:pt x="1018" y="799"/>
                </a:lnTo>
                <a:lnTo>
                  <a:pt x="1194" y="799"/>
                </a:lnTo>
                <a:lnTo>
                  <a:pt x="1332" y="748"/>
                </a:lnTo>
                <a:lnTo>
                  <a:pt x="1521" y="748"/>
                </a:lnTo>
                <a:lnTo>
                  <a:pt x="1697" y="709"/>
                </a:lnTo>
                <a:lnTo>
                  <a:pt x="1835" y="709"/>
                </a:lnTo>
                <a:lnTo>
                  <a:pt x="2024" y="657"/>
                </a:lnTo>
                <a:lnTo>
                  <a:pt x="2200" y="657"/>
                </a:lnTo>
                <a:lnTo>
                  <a:pt x="2338" y="619"/>
                </a:lnTo>
                <a:lnTo>
                  <a:pt x="2527" y="619"/>
                </a:lnTo>
                <a:lnTo>
                  <a:pt x="2703" y="567"/>
                </a:lnTo>
                <a:lnTo>
                  <a:pt x="2841" y="567"/>
                </a:lnTo>
                <a:lnTo>
                  <a:pt x="3030" y="515"/>
                </a:lnTo>
                <a:lnTo>
                  <a:pt x="3206" y="515"/>
                </a:lnTo>
                <a:lnTo>
                  <a:pt x="3344" y="477"/>
                </a:lnTo>
                <a:lnTo>
                  <a:pt x="3533" y="477"/>
                </a:lnTo>
                <a:lnTo>
                  <a:pt x="3709" y="425"/>
                </a:lnTo>
                <a:lnTo>
                  <a:pt x="3847" y="425"/>
                </a:lnTo>
                <a:lnTo>
                  <a:pt x="4036" y="425"/>
                </a:lnTo>
                <a:lnTo>
                  <a:pt x="4212" y="374"/>
                </a:lnTo>
                <a:lnTo>
                  <a:pt x="4350" y="374"/>
                </a:lnTo>
                <a:lnTo>
                  <a:pt x="4539" y="374"/>
                </a:lnTo>
                <a:lnTo>
                  <a:pt x="4715" y="335"/>
                </a:lnTo>
                <a:lnTo>
                  <a:pt x="4853" y="335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2"/>
                </a:lnTo>
                <a:lnTo>
                  <a:pt x="5859" y="232"/>
                </a:lnTo>
                <a:lnTo>
                  <a:pt x="6048" y="232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2"/>
                </a:lnTo>
                <a:lnTo>
                  <a:pt x="16799" y="232"/>
                </a:lnTo>
                <a:lnTo>
                  <a:pt x="16937" y="232"/>
                </a:lnTo>
                <a:lnTo>
                  <a:pt x="17126" y="232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5"/>
                </a:lnTo>
                <a:lnTo>
                  <a:pt x="17943" y="335"/>
                </a:lnTo>
                <a:lnTo>
                  <a:pt x="18132" y="335"/>
                </a:lnTo>
                <a:lnTo>
                  <a:pt x="18308" y="374"/>
                </a:lnTo>
                <a:lnTo>
                  <a:pt x="18446" y="374"/>
                </a:lnTo>
                <a:lnTo>
                  <a:pt x="18634" y="425"/>
                </a:lnTo>
                <a:lnTo>
                  <a:pt x="18811" y="425"/>
                </a:lnTo>
                <a:lnTo>
                  <a:pt x="18949" y="425"/>
                </a:lnTo>
                <a:lnTo>
                  <a:pt x="19137" y="477"/>
                </a:lnTo>
                <a:lnTo>
                  <a:pt x="19313" y="477"/>
                </a:lnTo>
                <a:lnTo>
                  <a:pt x="19452" y="515"/>
                </a:lnTo>
                <a:lnTo>
                  <a:pt x="19640" y="515"/>
                </a:lnTo>
                <a:lnTo>
                  <a:pt x="19816" y="567"/>
                </a:lnTo>
                <a:lnTo>
                  <a:pt x="19955" y="567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5611226" y="2446195"/>
            <a:ext cx="20043" cy="5726"/>
          </a:xfrm>
          <a:custGeom>
            <a:avLst/>
            <a:gdLst/>
            <a:ahLst/>
            <a:cxnLst/>
            <a:rect l="l" t="t" r="r" b="b"/>
            <a:pathLst>
              <a:path w="20043" h="572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2"/>
                </a:lnTo>
                <a:lnTo>
                  <a:pt x="1596" y="232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2"/>
                </a:lnTo>
                <a:lnTo>
                  <a:pt x="2288" y="374"/>
                </a:lnTo>
                <a:lnTo>
                  <a:pt x="2426" y="374"/>
                </a:lnTo>
                <a:lnTo>
                  <a:pt x="2602" y="425"/>
                </a:lnTo>
                <a:lnTo>
                  <a:pt x="2791" y="464"/>
                </a:lnTo>
                <a:lnTo>
                  <a:pt x="2929" y="464"/>
                </a:lnTo>
                <a:lnTo>
                  <a:pt x="3105" y="515"/>
                </a:lnTo>
                <a:lnTo>
                  <a:pt x="3294" y="515"/>
                </a:lnTo>
                <a:lnTo>
                  <a:pt x="3432" y="567"/>
                </a:lnTo>
                <a:lnTo>
                  <a:pt x="3608" y="606"/>
                </a:lnTo>
                <a:lnTo>
                  <a:pt x="3797" y="606"/>
                </a:lnTo>
                <a:lnTo>
                  <a:pt x="3935" y="657"/>
                </a:lnTo>
                <a:lnTo>
                  <a:pt x="4111" y="709"/>
                </a:lnTo>
                <a:lnTo>
                  <a:pt x="4300" y="748"/>
                </a:lnTo>
                <a:lnTo>
                  <a:pt x="4438" y="748"/>
                </a:lnTo>
                <a:lnTo>
                  <a:pt x="4614" y="799"/>
                </a:lnTo>
                <a:lnTo>
                  <a:pt x="4803" y="838"/>
                </a:lnTo>
                <a:lnTo>
                  <a:pt x="4941" y="838"/>
                </a:lnTo>
                <a:lnTo>
                  <a:pt x="5117" y="889"/>
                </a:lnTo>
                <a:lnTo>
                  <a:pt x="5306" y="941"/>
                </a:lnTo>
                <a:lnTo>
                  <a:pt x="5444" y="941"/>
                </a:lnTo>
                <a:lnTo>
                  <a:pt x="5620" y="980"/>
                </a:lnTo>
                <a:lnTo>
                  <a:pt x="5809" y="1031"/>
                </a:lnTo>
                <a:lnTo>
                  <a:pt x="5947" y="1083"/>
                </a:lnTo>
                <a:lnTo>
                  <a:pt x="6123" y="1122"/>
                </a:lnTo>
                <a:lnTo>
                  <a:pt x="6312" y="1173"/>
                </a:lnTo>
                <a:lnTo>
                  <a:pt x="6450" y="1173"/>
                </a:lnTo>
                <a:lnTo>
                  <a:pt x="6626" y="1225"/>
                </a:lnTo>
                <a:lnTo>
                  <a:pt x="6815" y="1264"/>
                </a:lnTo>
                <a:lnTo>
                  <a:pt x="6953" y="1315"/>
                </a:lnTo>
                <a:lnTo>
                  <a:pt x="7129" y="1367"/>
                </a:lnTo>
                <a:lnTo>
                  <a:pt x="7318" y="1405"/>
                </a:lnTo>
                <a:lnTo>
                  <a:pt x="7456" y="1405"/>
                </a:lnTo>
                <a:lnTo>
                  <a:pt x="7632" y="1457"/>
                </a:lnTo>
                <a:lnTo>
                  <a:pt x="7821" y="1496"/>
                </a:lnTo>
                <a:lnTo>
                  <a:pt x="7959" y="1547"/>
                </a:lnTo>
                <a:lnTo>
                  <a:pt x="8148" y="1599"/>
                </a:lnTo>
                <a:lnTo>
                  <a:pt x="8324" y="1638"/>
                </a:lnTo>
                <a:lnTo>
                  <a:pt x="8462" y="1689"/>
                </a:lnTo>
                <a:lnTo>
                  <a:pt x="8651" y="1741"/>
                </a:lnTo>
                <a:lnTo>
                  <a:pt x="8827" y="1779"/>
                </a:lnTo>
                <a:lnTo>
                  <a:pt x="8965" y="1831"/>
                </a:lnTo>
                <a:lnTo>
                  <a:pt x="9154" y="1883"/>
                </a:lnTo>
                <a:lnTo>
                  <a:pt x="9330" y="1921"/>
                </a:lnTo>
                <a:lnTo>
                  <a:pt x="9468" y="1973"/>
                </a:lnTo>
                <a:lnTo>
                  <a:pt x="9656" y="2024"/>
                </a:lnTo>
                <a:lnTo>
                  <a:pt x="9833" y="2063"/>
                </a:lnTo>
                <a:lnTo>
                  <a:pt x="9971" y="2115"/>
                </a:lnTo>
                <a:lnTo>
                  <a:pt x="10159" y="2166"/>
                </a:lnTo>
                <a:lnTo>
                  <a:pt x="10336" y="2205"/>
                </a:lnTo>
                <a:lnTo>
                  <a:pt x="10474" y="2257"/>
                </a:lnTo>
                <a:lnTo>
                  <a:pt x="10662" y="2295"/>
                </a:lnTo>
                <a:lnTo>
                  <a:pt x="10838" y="2347"/>
                </a:lnTo>
                <a:lnTo>
                  <a:pt x="10977" y="2399"/>
                </a:lnTo>
                <a:lnTo>
                  <a:pt x="11165" y="2437"/>
                </a:lnTo>
                <a:lnTo>
                  <a:pt x="11341" y="2489"/>
                </a:lnTo>
                <a:lnTo>
                  <a:pt x="11480" y="2540"/>
                </a:lnTo>
                <a:lnTo>
                  <a:pt x="11668" y="2579"/>
                </a:lnTo>
                <a:lnTo>
                  <a:pt x="11844" y="2682"/>
                </a:lnTo>
                <a:lnTo>
                  <a:pt x="11983" y="2682"/>
                </a:lnTo>
                <a:lnTo>
                  <a:pt x="12171" y="2773"/>
                </a:lnTo>
                <a:lnTo>
                  <a:pt x="12347" y="2824"/>
                </a:lnTo>
                <a:lnTo>
                  <a:pt x="12486" y="2863"/>
                </a:lnTo>
                <a:lnTo>
                  <a:pt x="12674" y="2914"/>
                </a:lnTo>
                <a:lnTo>
                  <a:pt x="12850" y="3005"/>
                </a:lnTo>
                <a:lnTo>
                  <a:pt x="12989" y="3005"/>
                </a:lnTo>
                <a:lnTo>
                  <a:pt x="13177" y="3095"/>
                </a:lnTo>
                <a:lnTo>
                  <a:pt x="13353" y="3147"/>
                </a:lnTo>
                <a:lnTo>
                  <a:pt x="13492" y="3198"/>
                </a:lnTo>
                <a:lnTo>
                  <a:pt x="13680" y="3237"/>
                </a:lnTo>
                <a:lnTo>
                  <a:pt x="13856" y="3340"/>
                </a:lnTo>
                <a:lnTo>
                  <a:pt x="13995" y="3379"/>
                </a:lnTo>
                <a:lnTo>
                  <a:pt x="14183" y="3430"/>
                </a:lnTo>
                <a:lnTo>
                  <a:pt x="14372" y="3521"/>
                </a:lnTo>
                <a:lnTo>
                  <a:pt x="14598" y="3572"/>
                </a:lnTo>
                <a:lnTo>
                  <a:pt x="14774" y="3663"/>
                </a:lnTo>
                <a:lnTo>
                  <a:pt x="15001" y="3714"/>
                </a:lnTo>
                <a:lnTo>
                  <a:pt x="15189" y="3804"/>
                </a:lnTo>
                <a:lnTo>
                  <a:pt x="15378" y="3856"/>
                </a:lnTo>
                <a:lnTo>
                  <a:pt x="15604" y="3946"/>
                </a:lnTo>
                <a:lnTo>
                  <a:pt x="15780" y="3998"/>
                </a:lnTo>
                <a:lnTo>
                  <a:pt x="16019" y="4088"/>
                </a:lnTo>
                <a:lnTo>
                  <a:pt x="16195" y="4178"/>
                </a:lnTo>
                <a:lnTo>
                  <a:pt x="16384" y="4230"/>
                </a:lnTo>
                <a:lnTo>
                  <a:pt x="16522" y="4282"/>
                </a:lnTo>
                <a:lnTo>
                  <a:pt x="16698" y="4372"/>
                </a:lnTo>
                <a:lnTo>
                  <a:pt x="16887" y="4411"/>
                </a:lnTo>
                <a:lnTo>
                  <a:pt x="17025" y="4462"/>
                </a:lnTo>
                <a:lnTo>
                  <a:pt x="17201" y="4553"/>
                </a:lnTo>
                <a:lnTo>
                  <a:pt x="17390" y="4656"/>
                </a:lnTo>
                <a:lnTo>
                  <a:pt x="17528" y="4694"/>
                </a:lnTo>
                <a:lnTo>
                  <a:pt x="17704" y="4746"/>
                </a:lnTo>
                <a:lnTo>
                  <a:pt x="17893" y="4836"/>
                </a:lnTo>
                <a:lnTo>
                  <a:pt x="18031" y="4888"/>
                </a:lnTo>
                <a:lnTo>
                  <a:pt x="18207" y="4978"/>
                </a:lnTo>
                <a:lnTo>
                  <a:pt x="18396" y="5030"/>
                </a:lnTo>
                <a:lnTo>
                  <a:pt x="18534" y="5068"/>
                </a:lnTo>
                <a:lnTo>
                  <a:pt x="18710" y="5172"/>
                </a:lnTo>
                <a:lnTo>
                  <a:pt x="18899" y="5262"/>
                </a:lnTo>
                <a:lnTo>
                  <a:pt x="19037" y="5313"/>
                </a:lnTo>
                <a:lnTo>
                  <a:pt x="19213" y="5404"/>
                </a:lnTo>
                <a:lnTo>
                  <a:pt x="19402" y="5455"/>
                </a:lnTo>
                <a:lnTo>
                  <a:pt x="19540" y="5494"/>
                </a:lnTo>
                <a:lnTo>
                  <a:pt x="19716" y="5597"/>
                </a:lnTo>
                <a:lnTo>
                  <a:pt x="19904" y="5688"/>
                </a:lnTo>
                <a:lnTo>
                  <a:pt x="20043" y="572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5631269" y="2451922"/>
            <a:ext cx="19992" cy="11763"/>
          </a:xfrm>
          <a:custGeom>
            <a:avLst/>
            <a:gdLst/>
            <a:ahLst/>
            <a:cxnLst/>
            <a:rect l="l" t="t" r="r" b="b"/>
            <a:pathLst>
              <a:path w="19992" h="11763">
                <a:moveTo>
                  <a:pt x="0" y="0"/>
                </a:moveTo>
                <a:lnTo>
                  <a:pt x="176" y="103"/>
                </a:lnTo>
                <a:lnTo>
                  <a:pt x="364" y="193"/>
                </a:lnTo>
                <a:lnTo>
                  <a:pt x="502" y="245"/>
                </a:lnTo>
                <a:lnTo>
                  <a:pt x="679" y="335"/>
                </a:lnTo>
                <a:lnTo>
                  <a:pt x="867" y="425"/>
                </a:lnTo>
                <a:lnTo>
                  <a:pt x="1005" y="425"/>
                </a:lnTo>
                <a:lnTo>
                  <a:pt x="1181" y="528"/>
                </a:lnTo>
                <a:lnTo>
                  <a:pt x="1370" y="619"/>
                </a:lnTo>
                <a:lnTo>
                  <a:pt x="1508" y="670"/>
                </a:lnTo>
                <a:lnTo>
                  <a:pt x="1684" y="760"/>
                </a:lnTo>
                <a:lnTo>
                  <a:pt x="1873" y="851"/>
                </a:lnTo>
                <a:lnTo>
                  <a:pt x="2011" y="902"/>
                </a:lnTo>
                <a:lnTo>
                  <a:pt x="2200" y="993"/>
                </a:lnTo>
                <a:lnTo>
                  <a:pt x="2376" y="1083"/>
                </a:lnTo>
                <a:lnTo>
                  <a:pt x="2514" y="1135"/>
                </a:lnTo>
                <a:lnTo>
                  <a:pt x="2703" y="1225"/>
                </a:lnTo>
                <a:lnTo>
                  <a:pt x="2879" y="1328"/>
                </a:lnTo>
                <a:lnTo>
                  <a:pt x="3017" y="1367"/>
                </a:lnTo>
                <a:lnTo>
                  <a:pt x="3206" y="1509"/>
                </a:lnTo>
                <a:lnTo>
                  <a:pt x="3382" y="1599"/>
                </a:lnTo>
                <a:lnTo>
                  <a:pt x="3520" y="1650"/>
                </a:lnTo>
                <a:lnTo>
                  <a:pt x="3709" y="1741"/>
                </a:lnTo>
                <a:lnTo>
                  <a:pt x="3885" y="1844"/>
                </a:lnTo>
                <a:lnTo>
                  <a:pt x="4023" y="1883"/>
                </a:lnTo>
                <a:lnTo>
                  <a:pt x="4212" y="1986"/>
                </a:lnTo>
                <a:lnTo>
                  <a:pt x="4388" y="2076"/>
                </a:lnTo>
                <a:lnTo>
                  <a:pt x="4526" y="2115"/>
                </a:lnTo>
                <a:lnTo>
                  <a:pt x="4715" y="2257"/>
                </a:lnTo>
                <a:lnTo>
                  <a:pt x="4891" y="2360"/>
                </a:lnTo>
                <a:lnTo>
                  <a:pt x="5029" y="2399"/>
                </a:lnTo>
                <a:lnTo>
                  <a:pt x="5218" y="2502"/>
                </a:lnTo>
                <a:lnTo>
                  <a:pt x="5394" y="2592"/>
                </a:lnTo>
                <a:lnTo>
                  <a:pt x="5532" y="2644"/>
                </a:lnTo>
                <a:lnTo>
                  <a:pt x="5721" y="2785"/>
                </a:lnTo>
                <a:lnTo>
                  <a:pt x="5897" y="2876"/>
                </a:lnTo>
                <a:lnTo>
                  <a:pt x="6035" y="2914"/>
                </a:lnTo>
                <a:lnTo>
                  <a:pt x="6224" y="3018"/>
                </a:lnTo>
                <a:lnTo>
                  <a:pt x="6400" y="3160"/>
                </a:lnTo>
                <a:lnTo>
                  <a:pt x="6538" y="3198"/>
                </a:lnTo>
                <a:lnTo>
                  <a:pt x="6727" y="3301"/>
                </a:lnTo>
                <a:lnTo>
                  <a:pt x="6903" y="3392"/>
                </a:lnTo>
                <a:lnTo>
                  <a:pt x="7041" y="3443"/>
                </a:lnTo>
                <a:lnTo>
                  <a:pt x="7230" y="3572"/>
                </a:lnTo>
                <a:lnTo>
                  <a:pt x="7406" y="3675"/>
                </a:lnTo>
                <a:lnTo>
                  <a:pt x="7544" y="3714"/>
                </a:lnTo>
                <a:lnTo>
                  <a:pt x="7733" y="3856"/>
                </a:lnTo>
                <a:lnTo>
                  <a:pt x="7909" y="3959"/>
                </a:lnTo>
                <a:lnTo>
                  <a:pt x="8047" y="3998"/>
                </a:lnTo>
                <a:lnTo>
                  <a:pt x="8236" y="4140"/>
                </a:lnTo>
                <a:lnTo>
                  <a:pt x="8424" y="4230"/>
                </a:lnTo>
                <a:lnTo>
                  <a:pt x="8651" y="4333"/>
                </a:lnTo>
                <a:lnTo>
                  <a:pt x="8827" y="4475"/>
                </a:lnTo>
                <a:lnTo>
                  <a:pt x="9053" y="4565"/>
                </a:lnTo>
                <a:lnTo>
                  <a:pt x="9242" y="4707"/>
                </a:lnTo>
                <a:lnTo>
                  <a:pt x="9430" y="4798"/>
                </a:lnTo>
                <a:lnTo>
                  <a:pt x="9568" y="4901"/>
                </a:lnTo>
                <a:lnTo>
                  <a:pt x="9745" y="4991"/>
                </a:lnTo>
                <a:lnTo>
                  <a:pt x="9933" y="5133"/>
                </a:lnTo>
                <a:lnTo>
                  <a:pt x="10071" y="5172"/>
                </a:lnTo>
                <a:lnTo>
                  <a:pt x="10247" y="5275"/>
                </a:lnTo>
                <a:lnTo>
                  <a:pt x="10436" y="5417"/>
                </a:lnTo>
                <a:lnTo>
                  <a:pt x="10574" y="5455"/>
                </a:lnTo>
                <a:lnTo>
                  <a:pt x="10750" y="5597"/>
                </a:lnTo>
                <a:lnTo>
                  <a:pt x="10939" y="5688"/>
                </a:lnTo>
                <a:lnTo>
                  <a:pt x="11077" y="5791"/>
                </a:lnTo>
                <a:lnTo>
                  <a:pt x="11253" y="5881"/>
                </a:lnTo>
                <a:lnTo>
                  <a:pt x="11442" y="6023"/>
                </a:lnTo>
                <a:lnTo>
                  <a:pt x="11580" y="6074"/>
                </a:lnTo>
                <a:lnTo>
                  <a:pt x="11756" y="6216"/>
                </a:lnTo>
                <a:lnTo>
                  <a:pt x="11945" y="6307"/>
                </a:lnTo>
                <a:lnTo>
                  <a:pt x="12083" y="6397"/>
                </a:lnTo>
                <a:lnTo>
                  <a:pt x="12259" y="6487"/>
                </a:lnTo>
                <a:lnTo>
                  <a:pt x="12448" y="6629"/>
                </a:lnTo>
                <a:lnTo>
                  <a:pt x="12586" y="6681"/>
                </a:lnTo>
                <a:lnTo>
                  <a:pt x="12762" y="6823"/>
                </a:lnTo>
                <a:lnTo>
                  <a:pt x="12951" y="6964"/>
                </a:lnTo>
                <a:lnTo>
                  <a:pt x="13089" y="7016"/>
                </a:lnTo>
                <a:lnTo>
                  <a:pt x="13265" y="7145"/>
                </a:lnTo>
                <a:lnTo>
                  <a:pt x="13454" y="7248"/>
                </a:lnTo>
                <a:lnTo>
                  <a:pt x="13592" y="7338"/>
                </a:lnTo>
                <a:lnTo>
                  <a:pt x="13768" y="7480"/>
                </a:lnTo>
                <a:lnTo>
                  <a:pt x="13957" y="7571"/>
                </a:lnTo>
                <a:lnTo>
                  <a:pt x="14095" y="7674"/>
                </a:lnTo>
                <a:lnTo>
                  <a:pt x="14271" y="7764"/>
                </a:lnTo>
                <a:lnTo>
                  <a:pt x="14460" y="7906"/>
                </a:lnTo>
                <a:lnTo>
                  <a:pt x="14598" y="7996"/>
                </a:lnTo>
                <a:lnTo>
                  <a:pt x="14774" y="8087"/>
                </a:lnTo>
                <a:lnTo>
                  <a:pt x="14963" y="8228"/>
                </a:lnTo>
                <a:lnTo>
                  <a:pt x="15101" y="8332"/>
                </a:lnTo>
                <a:lnTo>
                  <a:pt x="15277" y="8461"/>
                </a:lnTo>
                <a:lnTo>
                  <a:pt x="15466" y="8564"/>
                </a:lnTo>
                <a:lnTo>
                  <a:pt x="15604" y="8654"/>
                </a:lnTo>
                <a:lnTo>
                  <a:pt x="15793" y="8796"/>
                </a:lnTo>
                <a:lnTo>
                  <a:pt x="15969" y="8938"/>
                </a:lnTo>
                <a:lnTo>
                  <a:pt x="16107" y="8989"/>
                </a:lnTo>
                <a:lnTo>
                  <a:pt x="16296" y="9131"/>
                </a:lnTo>
                <a:lnTo>
                  <a:pt x="16472" y="9260"/>
                </a:lnTo>
                <a:lnTo>
                  <a:pt x="16610" y="9312"/>
                </a:lnTo>
                <a:lnTo>
                  <a:pt x="16799" y="9454"/>
                </a:lnTo>
                <a:lnTo>
                  <a:pt x="16975" y="9596"/>
                </a:lnTo>
                <a:lnTo>
                  <a:pt x="17113" y="9686"/>
                </a:lnTo>
                <a:lnTo>
                  <a:pt x="17302" y="9828"/>
                </a:lnTo>
                <a:lnTo>
                  <a:pt x="17478" y="9970"/>
                </a:lnTo>
                <a:lnTo>
                  <a:pt x="17616" y="10021"/>
                </a:lnTo>
                <a:lnTo>
                  <a:pt x="17805" y="10163"/>
                </a:lnTo>
                <a:lnTo>
                  <a:pt x="17981" y="10305"/>
                </a:lnTo>
                <a:lnTo>
                  <a:pt x="18119" y="10395"/>
                </a:lnTo>
                <a:lnTo>
                  <a:pt x="18308" y="10537"/>
                </a:lnTo>
                <a:lnTo>
                  <a:pt x="18484" y="10679"/>
                </a:lnTo>
                <a:lnTo>
                  <a:pt x="18622" y="10718"/>
                </a:lnTo>
                <a:lnTo>
                  <a:pt x="18811" y="10860"/>
                </a:lnTo>
                <a:lnTo>
                  <a:pt x="18987" y="11002"/>
                </a:lnTo>
                <a:lnTo>
                  <a:pt x="19125" y="11105"/>
                </a:lnTo>
                <a:lnTo>
                  <a:pt x="19313" y="11247"/>
                </a:lnTo>
                <a:lnTo>
                  <a:pt x="19490" y="11376"/>
                </a:lnTo>
                <a:lnTo>
                  <a:pt x="19628" y="11479"/>
                </a:lnTo>
                <a:lnTo>
                  <a:pt x="19816" y="11621"/>
                </a:lnTo>
                <a:lnTo>
                  <a:pt x="19992" y="11763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5651262" y="2463685"/>
            <a:ext cx="20055" cy="17618"/>
          </a:xfrm>
          <a:custGeom>
            <a:avLst/>
            <a:gdLst/>
            <a:ahLst/>
            <a:cxnLst/>
            <a:rect l="l" t="t" r="r" b="b"/>
            <a:pathLst>
              <a:path w="20055" h="17618">
                <a:moveTo>
                  <a:pt x="0" y="0"/>
                </a:moveTo>
                <a:lnTo>
                  <a:pt x="138" y="90"/>
                </a:lnTo>
                <a:lnTo>
                  <a:pt x="326" y="232"/>
                </a:lnTo>
                <a:lnTo>
                  <a:pt x="502" y="374"/>
                </a:lnTo>
                <a:lnTo>
                  <a:pt x="641" y="464"/>
                </a:lnTo>
                <a:lnTo>
                  <a:pt x="829" y="606"/>
                </a:lnTo>
                <a:lnTo>
                  <a:pt x="1005" y="748"/>
                </a:lnTo>
                <a:lnTo>
                  <a:pt x="1144" y="838"/>
                </a:lnTo>
                <a:lnTo>
                  <a:pt x="1332" y="980"/>
                </a:lnTo>
                <a:lnTo>
                  <a:pt x="1508" y="1122"/>
                </a:lnTo>
                <a:lnTo>
                  <a:pt x="1647" y="1212"/>
                </a:lnTo>
                <a:lnTo>
                  <a:pt x="1835" y="1354"/>
                </a:lnTo>
                <a:lnTo>
                  <a:pt x="2024" y="1496"/>
                </a:lnTo>
                <a:lnTo>
                  <a:pt x="2250" y="1638"/>
                </a:lnTo>
                <a:lnTo>
                  <a:pt x="2426" y="1831"/>
                </a:lnTo>
                <a:lnTo>
                  <a:pt x="2653" y="1973"/>
                </a:lnTo>
                <a:lnTo>
                  <a:pt x="2841" y="2115"/>
                </a:lnTo>
                <a:lnTo>
                  <a:pt x="3030" y="2295"/>
                </a:lnTo>
                <a:lnTo>
                  <a:pt x="3168" y="2347"/>
                </a:lnTo>
                <a:lnTo>
                  <a:pt x="3344" y="2528"/>
                </a:lnTo>
                <a:lnTo>
                  <a:pt x="3533" y="2669"/>
                </a:lnTo>
                <a:lnTo>
                  <a:pt x="3671" y="2773"/>
                </a:lnTo>
                <a:lnTo>
                  <a:pt x="3847" y="2914"/>
                </a:lnTo>
                <a:lnTo>
                  <a:pt x="4036" y="3095"/>
                </a:lnTo>
                <a:lnTo>
                  <a:pt x="4174" y="3147"/>
                </a:lnTo>
                <a:lnTo>
                  <a:pt x="4350" y="3327"/>
                </a:lnTo>
                <a:lnTo>
                  <a:pt x="4539" y="3469"/>
                </a:lnTo>
                <a:lnTo>
                  <a:pt x="4677" y="3572"/>
                </a:lnTo>
                <a:lnTo>
                  <a:pt x="4853" y="3714"/>
                </a:lnTo>
                <a:lnTo>
                  <a:pt x="5042" y="3895"/>
                </a:lnTo>
                <a:lnTo>
                  <a:pt x="5180" y="3946"/>
                </a:lnTo>
                <a:lnTo>
                  <a:pt x="5356" y="4127"/>
                </a:lnTo>
                <a:lnTo>
                  <a:pt x="5545" y="4269"/>
                </a:lnTo>
                <a:lnTo>
                  <a:pt x="5683" y="4372"/>
                </a:lnTo>
                <a:lnTo>
                  <a:pt x="5859" y="4553"/>
                </a:lnTo>
                <a:lnTo>
                  <a:pt x="6048" y="4694"/>
                </a:lnTo>
                <a:lnTo>
                  <a:pt x="6186" y="4785"/>
                </a:lnTo>
                <a:lnTo>
                  <a:pt x="6362" y="4927"/>
                </a:lnTo>
                <a:lnTo>
                  <a:pt x="6551" y="5120"/>
                </a:lnTo>
                <a:lnTo>
                  <a:pt x="6689" y="5210"/>
                </a:lnTo>
                <a:lnTo>
                  <a:pt x="6865" y="5352"/>
                </a:lnTo>
                <a:lnTo>
                  <a:pt x="7054" y="5546"/>
                </a:lnTo>
                <a:lnTo>
                  <a:pt x="7192" y="5636"/>
                </a:lnTo>
                <a:lnTo>
                  <a:pt x="7368" y="5778"/>
                </a:lnTo>
                <a:lnTo>
                  <a:pt x="7557" y="5958"/>
                </a:lnTo>
                <a:lnTo>
                  <a:pt x="7695" y="6062"/>
                </a:lnTo>
                <a:lnTo>
                  <a:pt x="7871" y="6203"/>
                </a:lnTo>
                <a:lnTo>
                  <a:pt x="8060" y="6384"/>
                </a:lnTo>
                <a:lnTo>
                  <a:pt x="8198" y="6487"/>
                </a:lnTo>
                <a:lnTo>
                  <a:pt x="8374" y="6616"/>
                </a:lnTo>
                <a:lnTo>
                  <a:pt x="8563" y="6810"/>
                </a:lnTo>
                <a:lnTo>
                  <a:pt x="8701" y="6900"/>
                </a:lnTo>
                <a:lnTo>
                  <a:pt x="8877" y="7093"/>
                </a:lnTo>
                <a:lnTo>
                  <a:pt x="9066" y="7235"/>
                </a:lnTo>
                <a:lnTo>
                  <a:pt x="9204" y="7326"/>
                </a:lnTo>
                <a:lnTo>
                  <a:pt x="9392" y="7519"/>
                </a:lnTo>
                <a:lnTo>
                  <a:pt x="9568" y="7700"/>
                </a:lnTo>
                <a:lnTo>
                  <a:pt x="9707" y="7803"/>
                </a:lnTo>
                <a:lnTo>
                  <a:pt x="9895" y="7945"/>
                </a:lnTo>
                <a:lnTo>
                  <a:pt x="10071" y="8125"/>
                </a:lnTo>
                <a:lnTo>
                  <a:pt x="10210" y="8216"/>
                </a:lnTo>
                <a:lnTo>
                  <a:pt x="10398" y="8409"/>
                </a:lnTo>
                <a:lnTo>
                  <a:pt x="10574" y="8602"/>
                </a:lnTo>
                <a:lnTo>
                  <a:pt x="10713" y="8641"/>
                </a:lnTo>
                <a:lnTo>
                  <a:pt x="10901" y="8835"/>
                </a:lnTo>
                <a:lnTo>
                  <a:pt x="11077" y="9015"/>
                </a:lnTo>
                <a:lnTo>
                  <a:pt x="11216" y="9118"/>
                </a:lnTo>
                <a:lnTo>
                  <a:pt x="11404" y="9299"/>
                </a:lnTo>
                <a:lnTo>
                  <a:pt x="11580" y="9492"/>
                </a:lnTo>
                <a:lnTo>
                  <a:pt x="11719" y="9583"/>
                </a:lnTo>
                <a:lnTo>
                  <a:pt x="11907" y="9776"/>
                </a:lnTo>
                <a:lnTo>
                  <a:pt x="12083" y="9918"/>
                </a:lnTo>
                <a:lnTo>
                  <a:pt x="12222" y="10008"/>
                </a:lnTo>
                <a:lnTo>
                  <a:pt x="12410" y="10189"/>
                </a:lnTo>
                <a:lnTo>
                  <a:pt x="12586" y="10382"/>
                </a:lnTo>
                <a:lnTo>
                  <a:pt x="12725" y="10473"/>
                </a:lnTo>
                <a:lnTo>
                  <a:pt x="12913" y="10666"/>
                </a:lnTo>
                <a:lnTo>
                  <a:pt x="13089" y="10847"/>
                </a:lnTo>
                <a:lnTo>
                  <a:pt x="13228" y="10950"/>
                </a:lnTo>
                <a:lnTo>
                  <a:pt x="13416" y="11131"/>
                </a:lnTo>
                <a:lnTo>
                  <a:pt x="13592" y="11324"/>
                </a:lnTo>
                <a:lnTo>
                  <a:pt x="13731" y="11414"/>
                </a:lnTo>
                <a:lnTo>
                  <a:pt x="13919" y="11608"/>
                </a:lnTo>
                <a:lnTo>
                  <a:pt x="14095" y="11788"/>
                </a:lnTo>
                <a:lnTo>
                  <a:pt x="14234" y="11891"/>
                </a:lnTo>
                <a:lnTo>
                  <a:pt x="14422" y="12072"/>
                </a:lnTo>
                <a:lnTo>
                  <a:pt x="14598" y="12266"/>
                </a:lnTo>
                <a:lnTo>
                  <a:pt x="14736" y="12356"/>
                </a:lnTo>
                <a:lnTo>
                  <a:pt x="14925" y="12549"/>
                </a:lnTo>
                <a:lnTo>
                  <a:pt x="15101" y="12730"/>
                </a:lnTo>
                <a:lnTo>
                  <a:pt x="15239" y="12833"/>
                </a:lnTo>
                <a:lnTo>
                  <a:pt x="15428" y="13014"/>
                </a:lnTo>
                <a:lnTo>
                  <a:pt x="15617" y="13207"/>
                </a:lnTo>
                <a:lnTo>
                  <a:pt x="15742" y="13349"/>
                </a:lnTo>
                <a:lnTo>
                  <a:pt x="15931" y="13530"/>
                </a:lnTo>
                <a:lnTo>
                  <a:pt x="16120" y="13723"/>
                </a:lnTo>
                <a:lnTo>
                  <a:pt x="16346" y="13904"/>
                </a:lnTo>
                <a:lnTo>
                  <a:pt x="16522" y="14097"/>
                </a:lnTo>
                <a:lnTo>
                  <a:pt x="16761" y="14291"/>
                </a:lnTo>
                <a:lnTo>
                  <a:pt x="16937" y="14471"/>
                </a:lnTo>
                <a:lnTo>
                  <a:pt x="17025" y="14613"/>
                </a:lnTo>
                <a:lnTo>
                  <a:pt x="17264" y="14806"/>
                </a:lnTo>
                <a:lnTo>
                  <a:pt x="17440" y="14987"/>
                </a:lnTo>
                <a:lnTo>
                  <a:pt x="17629" y="15180"/>
                </a:lnTo>
                <a:lnTo>
                  <a:pt x="17767" y="15271"/>
                </a:lnTo>
                <a:lnTo>
                  <a:pt x="17943" y="15464"/>
                </a:lnTo>
                <a:lnTo>
                  <a:pt x="18031" y="15606"/>
                </a:lnTo>
                <a:lnTo>
                  <a:pt x="18270" y="15787"/>
                </a:lnTo>
                <a:lnTo>
                  <a:pt x="18446" y="15980"/>
                </a:lnTo>
                <a:lnTo>
                  <a:pt x="18634" y="16161"/>
                </a:lnTo>
                <a:lnTo>
                  <a:pt x="18773" y="16303"/>
                </a:lnTo>
                <a:lnTo>
                  <a:pt x="18949" y="16496"/>
                </a:lnTo>
                <a:lnTo>
                  <a:pt x="19137" y="16677"/>
                </a:lnTo>
                <a:lnTo>
                  <a:pt x="19276" y="16780"/>
                </a:lnTo>
                <a:lnTo>
                  <a:pt x="19364" y="16922"/>
                </a:lnTo>
                <a:lnTo>
                  <a:pt x="19552" y="17102"/>
                </a:lnTo>
                <a:lnTo>
                  <a:pt x="19779" y="17296"/>
                </a:lnTo>
                <a:lnTo>
                  <a:pt x="19955" y="17528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5671318" y="2481304"/>
            <a:ext cx="20043" cy="23177"/>
          </a:xfrm>
          <a:custGeom>
            <a:avLst/>
            <a:gdLst/>
            <a:ahLst/>
            <a:cxnLst/>
            <a:rect l="l" t="t" r="r" b="b"/>
            <a:pathLst>
              <a:path w="20043" h="23177">
                <a:moveTo>
                  <a:pt x="0" y="0"/>
                </a:moveTo>
                <a:lnTo>
                  <a:pt x="226" y="193"/>
                </a:lnTo>
                <a:lnTo>
                  <a:pt x="402" y="425"/>
                </a:lnTo>
                <a:lnTo>
                  <a:pt x="641" y="619"/>
                </a:lnTo>
                <a:lnTo>
                  <a:pt x="817" y="799"/>
                </a:lnTo>
                <a:lnTo>
                  <a:pt x="905" y="941"/>
                </a:lnTo>
                <a:lnTo>
                  <a:pt x="1144" y="1135"/>
                </a:lnTo>
                <a:lnTo>
                  <a:pt x="1320" y="1315"/>
                </a:lnTo>
                <a:lnTo>
                  <a:pt x="1408" y="1457"/>
                </a:lnTo>
                <a:lnTo>
                  <a:pt x="1647" y="1650"/>
                </a:lnTo>
                <a:lnTo>
                  <a:pt x="1823" y="1883"/>
                </a:lnTo>
                <a:lnTo>
                  <a:pt x="2011" y="2076"/>
                </a:lnTo>
                <a:lnTo>
                  <a:pt x="2150" y="2166"/>
                </a:lnTo>
                <a:lnTo>
                  <a:pt x="2238" y="2308"/>
                </a:lnTo>
                <a:lnTo>
                  <a:pt x="2414" y="2489"/>
                </a:lnTo>
                <a:lnTo>
                  <a:pt x="2653" y="2734"/>
                </a:lnTo>
                <a:lnTo>
                  <a:pt x="2829" y="2914"/>
                </a:lnTo>
                <a:lnTo>
                  <a:pt x="3017" y="3147"/>
                </a:lnTo>
                <a:lnTo>
                  <a:pt x="3156" y="3250"/>
                </a:lnTo>
                <a:lnTo>
                  <a:pt x="3332" y="3482"/>
                </a:lnTo>
                <a:lnTo>
                  <a:pt x="3520" y="3675"/>
                </a:lnTo>
                <a:lnTo>
                  <a:pt x="3659" y="3766"/>
                </a:lnTo>
                <a:lnTo>
                  <a:pt x="3747" y="3908"/>
                </a:lnTo>
                <a:lnTo>
                  <a:pt x="3935" y="4088"/>
                </a:lnTo>
                <a:lnTo>
                  <a:pt x="4023" y="4230"/>
                </a:lnTo>
                <a:lnTo>
                  <a:pt x="4162" y="4333"/>
                </a:lnTo>
                <a:lnTo>
                  <a:pt x="4338" y="4565"/>
                </a:lnTo>
                <a:lnTo>
                  <a:pt x="4526" y="4746"/>
                </a:lnTo>
                <a:lnTo>
                  <a:pt x="4665" y="4888"/>
                </a:lnTo>
                <a:lnTo>
                  <a:pt x="4841" y="5081"/>
                </a:lnTo>
                <a:lnTo>
                  <a:pt x="5029" y="5313"/>
                </a:lnTo>
                <a:lnTo>
                  <a:pt x="5168" y="5404"/>
                </a:lnTo>
                <a:lnTo>
                  <a:pt x="5256" y="5546"/>
                </a:lnTo>
                <a:lnTo>
                  <a:pt x="5444" y="5739"/>
                </a:lnTo>
                <a:lnTo>
                  <a:pt x="5532" y="5881"/>
                </a:lnTo>
                <a:lnTo>
                  <a:pt x="5670" y="5971"/>
                </a:lnTo>
                <a:lnTo>
                  <a:pt x="5847" y="6203"/>
                </a:lnTo>
                <a:lnTo>
                  <a:pt x="6035" y="6397"/>
                </a:lnTo>
                <a:lnTo>
                  <a:pt x="6173" y="6539"/>
                </a:lnTo>
                <a:lnTo>
                  <a:pt x="6349" y="6719"/>
                </a:lnTo>
                <a:lnTo>
                  <a:pt x="6450" y="6861"/>
                </a:lnTo>
                <a:lnTo>
                  <a:pt x="6676" y="7106"/>
                </a:lnTo>
                <a:lnTo>
                  <a:pt x="6865" y="7287"/>
                </a:lnTo>
                <a:lnTo>
                  <a:pt x="6953" y="7429"/>
                </a:lnTo>
                <a:lnTo>
                  <a:pt x="7179" y="7661"/>
                </a:lnTo>
                <a:lnTo>
                  <a:pt x="7368" y="7854"/>
                </a:lnTo>
                <a:lnTo>
                  <a:pt x="7456" y="7996"/>
                </a:lnTo>
                <a:lnTo>
                  <a:pt x="7682" y="8228"/>
                </a:lnTo>
                <a:lnTo>
                  <a:pt x="7871" y="8422"/>
                </a:lnTo>
                <a:lnTo>
                  <a:pt x="7959" y="8564"/>
                </a:lnTo>
                <a:lnTo>
                  <a:pt x="8185" y="8796"/>
                </a:lnTo>
                <a:lnTo>
                  <a:pt x="8374" y="9028"/>
                </a:lnTo>
                <a:lnTo>
                  <a:pt x="8550" y="9222"/>
                </a:lnTo>
                <a:lnTo>
                  <a:pt x="8688" y="9363"/>
                </a:lnTo>
                <a:lnTo>
                  <a:pt x="8877" y="9596"/>
                </a:lnTo>
                <a:lnTo>
                  <a:pt x="9053" y="9828"/>
                </a:lnTo>
                <a:lnTo>
                  <a:pt x="9191" y="9918"/>
                </a:lnTo>
                <a:lnTo>
                  <a:pt x="9279" y="10060"/>
                </a:lnTo>
                <a:lnTo>
                  <a:pt x="9468" y="10253"/>
                </a:lnTo>
                <a:lnTo>
                  <a:pt x="9556" y="10395"/>
                </a:lnTo>
                <a:lnTo>
                  <a:pt x="9694" y="10486"/>
                </a:lnTo>
                <a:lnTo>
                  <a:pt x="9782" y="10627"/>
                </a:lnTo>
                <a:lnTo>
                  <a:pt x="9971" y="10860"/>
                </a:lnTo>
                <a:lnTo>
                  <a:pt x="10197" y="11092"/>
                </a:lnTo>
                <a:lnTo>
                  <a:pt x="10386" y="11337"/>
                </a:lnTo>
                <a:lnTo>
                  <a:pt x="10562" y="11569"/>
                </a:lnTo>
                <a:lnTo>
                  <a:pt x="10700" y="11659"/>
                </a:lnTo>
                <a:lnTo>
                  <a:pt x="10801" y="11801"/>
                </a:lnTo>
                <a:lnTo>
                  <a:pt x="10977" y="12033"/>
                </a:lnTo>
                <a:lnTo>
                  <a:pt x="11203" y="12266"/>
                </a:lnTo>
                <a:lnTo>
                  <a:pt x="11392" y="12511"/>
                </a:lnTo>
                <a:lnTo>
                  <a:pt x="11568" y="12743"/>
                </a:lnTo>
                <a:lnTo>
                  <a:pt x="11706" y="12833"/>
                </a:lnTo>
                <a:lnTo>
                  <a:pt x="11807" y="12975"/>
                </a:lnTo>
                <a:lnTo>
                  <a:pt x="11983" y="13207"/>
                </a:lnTo>
                <a:lnTo>
                  <a:pt x="12071" y="13349"/>
                </a:lnTo>
                <a:lnTo>
                  <a:pt x="12209" y="13452"/>
                </a:lnTo>
                <a:lnTo>
                  <a:pt x="12310" y="13594"/>
                </a:lnTo>
                <a:lnTo>
                  <a:pt x="12486" y="13826"/>
                </a:lnTo>
                <a:lnTo>
                  <a:pt x="12712" y="14058"/>
                </a:lnTo>
                <a:lnTo>
                  <a:pt x="12901" y="14291"/>
                </a:lnTo>
                <a:lnTo>
                  <a:pt x="12989" y="14432"/>
                </a:lnTo>
                <a:lnTo>
                  <a:pt x="13215" y="14665"/>
                </a:lnTo>
                <a:lnTo>
                  <a:pt x="13404" y="14910"/>
                </a:lnTo>
                <a:lnTo>
                  <a:pt x="13592" y="15142"/>
                </a:lnTo>
                <a:lnTo>
                  <a:pt x="13718" y="15284"/>
                </a:lnTo>
                <a:lnTo>
                  <a:pt x="13907" y="15516"/>
                </a:lnTo>
                <a:lnTo>
                  <a:pt x="14095" y="15748"/>
                </a:lnTo>
                <a:lnTo>
                  <a:pt x="14234" y="15890"/>
                </a:lnTo>
                <a:lnTo>
                  <a:pt x="14410" y="16122"/>
                </a:lnTo>
                <a:lnTo>
                  <a:pt x="14598" y="16367"/>
                </a:lnTo>
                <a:lnTo>
                  <a:pt x="14736" y="16496"/>
                </a:lnTo>
                <a:lnTo>
                  <a:pt x="14913" y="16741"/>
                </a:lnTo>
                <a:lnTo>
                  <a:pt x="15101" y="16973"/>
                </a:lnTo>
                <a:lnTo>
                  <a:pt x="15239" y="17115"/>
                </a:lnTo>
                <a:lnTo>
                  <a:pt x="15415" y="17347"/>
                </a:lnTo>
                <a:lnTo>
                  <a:pt x="15504" y="17489"/>
                </a:lnTo>
                <a:lnTo>
                  <a:pt x="15742" y="17721"/>
                </a:lnTo>
                <a:lnTo>
                  <a:pt x="15918" y="17954"/>
                </a:lnTo>
                <a:lnTo>
                  <a:pt x="16006" y="18095"/>
                </a:lnTo>
                <a:lnTo>
                  <a:pt x="16245" y="18341"/>
                </a:lnTo>
                <a:lnTo>
                  <a:pt x="16333" y="18482"/>
                </a:lnTo>
                <a:lnTo>
                  <a:pt x="16522" y="18715"/>
                </a:lnTo>
                <a:lnTo>
                  <a:pt x="16610" y="18856"/>
                </a:lnTo>
                <a:lnTo>
                  <a:pt x="16748" y="18947"/>
                </a:lnTo>
                <a:lnTo>
                  <a:pt x="16836" y="19089"/>
                </a:lnTo>
                <a:lnTo>
                  <a:pt x="16924" y="19230"/>
                </a:lnTo>
                <a:lnTo>
                  <a:pt x="17113" y="19463"/>
                </a:lnTo>
                <a:lnTo>
                  <a:pt x="17251" y="19605"/>
                </a:lnTo>
                <a:lnTo>
                  <a:pt x="17339" y="19746"/>
                </a:lnTo>
                <a:lnTo>
                  <a:pt x="17528" y="19979"/>
                </a:lnTo>
                <a:lnTo>
                  <a:pt x="17616" y="20120"/>
                </a:lnTo>
                <a:lnTo>
                  <a:pt x="17754" y="20211"/>
                </a:lnTo>
                <a:lnTo>
                  <a:pt x="17842" y="20353"/>
                </a:lnTo>
                <a:lnTo>
                  <a:pt x="17930" y="20494"/>
                </a:lnTo>
                <a:lnTo>
                  <a:pt x="18119" y="20727"/>
                </a:lnTo>
                <a:lnTo>
                  <a:pt x="18257" y="20869"/>
                </a:lnTo>
                <a:lnTo>
                  <a:pt x="18345" y="21010"/>
                </a:lnTo>
                <a:lnTo>
                  <a:pt x="18534" y="21255"/>
                </a:lnTo>
                <a:lnTo>
                  <a:pt x="18622" y="21384"/>
                </a:lnTo>
                <a:lnTo>
                  <a:pt x="18760" y="21488"/>
                </a:lnTo>
                <a:lnTo>
                  <a:pt x="18848" y="21630"/>
                </a:lnTo>
                <a:lnTo>
                  <a:pt x="18936" y="21771"/>
                </a:lnTo>
                <a:lnTo>
                  <a:pt x="19037" y="21913"/>
                </a:lnTo>
                <a:lnTo>
                  <a:pt x="19263" y="22145"/>
                </a:lnTo>
                <a:lnTo>
                  <a:pt x="19351" y="22287"/>
                </a:lnTo>
                <a:lnTo>
                  <a:pt x="19439" y="22429"/>
                </a:lnTo>
                <a:lnTo>
                  <a:pt x="19628" y="22661"/>
                </a:lnTo>
                <a:lnTo>
                  <a:pt x="19766" y="22803"/>
                </a:lnTo>
                <a:lnTo>
                  <a:pt x="19854" y="22945"/>
                </a:lnTo>
                <a:lnTo>
                  <a:pt x="20043" y="23177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5691361" y="2504481"/>
            <a:ext cx="20043" cy="28440"/>
          </a:xfrm>
          <a:custGeom>
            <a:avLst/>
            <a:gdLst/>
            <a:ahLst/>
            <a:cxnLst/>
            <a:rect l="l" t="t" r="r" b="b"/>
            <a:pathLst>
              <a:path w="20043" h="28440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5"/>
                </a:lnTo>
                <a:lnTo>
                  <a:pt x="502" y="657"/>
                </a:lnTo>
                <a:lnTo>
                  <a:pt x="590" y="799"/>
                </a:lnTo>
                <a:lnTo>
                  <a:pt x="729" y="941"/>
                </a:lnTo>
                <a:lnTo>
                  <a:pt x="917" y="1173"/>
                </a:lnTo>
                <a:lnTo>
                  <a:pt x="1005" y="1315"/>
                </a:lnTo>
                <a:lnTo>
                  <a:pt x="1093" y="1457"/>
                </a:lnTo>
                <a:lnTo>
                  <a:pt x="1232" y="1599"/>
                </a:lnTo>
                <a:lnTo>
                  <a:pt x="1420" y="1831"/>
                </a:lnTo>
                <a:lnTo>
                  <a:pt x="1508" y="1973"/>
                </a:lnTo>
                <a:lnTo>
                  <a:pt x="1596" y="2115"/>
                </a:lnTo>
                <a:lnTo>
                  <a:pt x="1735" y="2257"/>
                </a:lnTo>
                <a:lnTo>
                  <a:pt x="1923" y="2489"/>
                </a:lnTo>
                <a:lnTo>
                  <a:pt x="2011" y="2631"/>
                </a:lnTo>
                <a:lnTo>
                  <a:pt x="2099" y="2773"/>
                </a:lnTo>
                <a:lnTo>
                  <a:pt x="2238" y="2914"/>
                </a:lnTo>
                <a:lnTo>
                  <a:pt x="2426" y="3147"/>
                </a:lnTo>
                <a:lnTo>
                  <a:pt x="2514" y="3288"/>
                </a:lnTo>
                <a:lnTo>
                  <a:pt x="2602" y="3430"/>
                </a:lnTo>
                <a:lnTo>
                  <a:pt x="2741" y="3572"/>
                </a:lnTo>
                <a:lnTo>
                  <a:pt x="2829" y="3714"/>
                </a:lnTo>
                <a:lnTo>
                  <a:pt x="2929" y="3856"/>
                </a:lnTo>
                <a:lnTo>
                  <a:pt x="3105" y="4088"/>
                </a:lnTo>
                <a:lnTo>
                  <a:pt x="3244" y="4230"/>
                </a:lnTo>
                <a:lnTo>
                  <a:pt x="3332" y="4372"/>
                </a:lnTo>
                <a:lnTo>
                  <a:pt x="3432" y="4514"/>
                </a:lnTo>
                <a:lnTo>
                  <a:pt x="3520" y="4656"/>
                </a:lnTo>
                <a:lnTo>
                  <a:pt x="3608" y="4798"/>
                </a:lnTo>
                <a:lnTo>
                  <a:pt x="3747" y="4888"/>
                </a:lnTo>
                <a:lnTo>
                  <a:pt x="3835" y="5030"/>
                </a:lnTo>
                <a:lnTo>
                  <a:pt x="3935" y="5172"/>
                </a:lnTo>
                <a:lnTo>
                  <a:pt x="4023" y="5313"/>
                </a:lnTo>
                <a:lnTo>
                  <a:pt x="4111" y="5455"/>
                </a:lnTo>
                <a:lnTo>
                  <a:pt x="4250" y="5597"/>
                </a:lnTo>
                <a:lnTo>
                  <a:pt x="4350" y="5739"/>
                </a:lnTo>
                <a:lnTo>
                  <a:pt x="4438" y="5881"/>
                </a:lnTo>
                <a:lnTo>
                  <a:pt x="4614" y="6113"/>
                </a:lnTo>
                <a:lnTo>
                  <a:pt x="4753" y="6255"/>
                </a:lnTo>
                <a:lnTo>
                  <a:pt x="4853" y="6397"/>
                </a:lnTo>
                <a:lnTo>
                  <a:pt x="4941" y="6539"/>
                </a:lnTo>
                <a:lnTo>
                  <a:pt x="5029" y="6668"/>
                </a:lnTo>
                <a:lnTo>
                  <a:pt x="5117" y="6810"/>
                </a:lnTo>
                <a:lnTo>
                  <a:pt x="5256" y="6952"/>
                </a:lnTo>
                <a:lnTo>
                  <a:pt x="5356" y="7093"/>
                </a:lnTo>
                <a:lnTo>
                  <a:pt x="5444" y="7235"/>
                </a:lnTo>
                <a:lnTo>
                  <a:pt x="5620" y="7467"/>
                </a:lnTo>
                <a:lnTo>
                  <a:pt x="5758" y="7609"/>
                </a:lnTo>
                <a:lnTo>
                  <a:pt x="5859" y="7751"/>
                </a:lnTo>
                <a:lnTo>
                  <a:pt x="5947" y="7893"/>
                </a:lnTo>
                <a:lnTo>
                  <a:pt x="6035" y="8035"/>
                </a:lnTo>
                <a:lnTo>
                  <a:pt x="6123" y="8177"/>
                </a:lnTo>
                <a:lnTo>
                  <a:pt x="6261" y="8319"/>
                </a:lnTo>
                <a:lnTo>
                  <a:pt x="6362" y="8461"/>
                </a:lnTo>
                <a:lnTo>
                  <a:pt x="6450" y="8602"/>
                </a:lnTo>
                <a:lnTo>
                  <a:pt x="6538" y="8744"/>
                </a:lnTo>
                <a:lnTo>
                  <a:pt x="6639" y="8886"/>
                </a:lnTo>
                <a:lnTo>
                  <a:pt x="6764" y="9028"/>
                </a:lnTo>
                <a:lnTo>
                  <a:pt x="6865" y="9170"/>
                </a:lnTo>
                <a:lnTo>
                  <a:pt x="6953" y="9312"/>
                </a:lnTo>
                <a:lnTo>
                  <a:pt x="7041" y="9454"/>
                </a:lnTo>
                <a:lnTo>
                  <a:pt x="7267" y="9686"/>
                </a:lnTo>
                <a:lnTo>
                  <a:pt x="7368" y="9828"/>
                </a:lnTo>
                <a:lnTo>
                  <a:pt x="7456" y="9970"/>
                </a:lnTo>
                <a:lnTo>
                  <a:pt x="7544" y="10112"/>
                </a:lnTo>
                <a:lnTo>
                  <a:pt x="7645" y="10241"/>
                </a:lnTo>
                <a:lnTo>
                  <a:pt x="7783" y="10382"/>
                </a:lnTo>
                <a:lnTo>
                  <a:pt x="7871" y="10524"/>
                </a:lnTo>
                <a:lnTo>
                  <a:pt x="7959" y="10666"/>
                </a:lnTo>
                <a:lnTo>
                  <a:pt x="8047" y="10808"/>
                </a:lnTo>
                <a:lnTo>
                  <a:pt x="8148" y="10950"/>
                </a:lnTo>
                <a:lnTo>
                  <a:pt x="8286" y="11092"/>
                </a:lnTo>
                <a:lnTo>
                  <a:pt x="8374" y="11234"/>
                </a:lnTo>
                <a:lnTo>
                  <a:pt x="8462" y="11376"/>
                </a:lnTo>
                <a:lnTo>
                  <a:pt x="8550" y="11517"/>
                </a:lnTo>
                <a:lnTo>
                  <a:pt x="8651" y="11659"/>
                </a:lnTo>
                <a:lnTo>
                  <a:pt x="8789" y="11801"/>
                </a:lnTo>
                <a:lnTo>
                  <a:pt x="8877" y="11943"/>
                </a:lnTo>
                <a:lnTo>
                  <a:pt x="8965" y="12085"/>
                </a:lnTo>
                <a:lnTo>
                  <a:pt x="9053" y="12227"/>
                </a:lnTo>
                <a:lnTo>
                  <a:pt x="9154" y="12356"/>
                </a:lnTo>
                <a:lnTo>
                  <a:pt x="9292" y="12498"/>
                </a:lnTo>
                <a:lnTo>
                  <a:pt x="9380" y="12640"/>
                </a:lnTo>
                <a:lnTo>
                  <a:pt x="9468" y="12781"/>
                </a:lnTo>
                <a:lnTo>
                  <a:pt x="9556" y="12923"/>
                </a:lnTo>
                <a:lnTo>
                  <a:pt x="9656" y="13065"/>
                </a:lnTo>
                <a:lnTo>
                  <a:pt x="9795" y="13207"/>
                </a:lnTo>
                <a:lnTo>
                  <a:pt x="9883" y="13349"/>
                </a:lnTo>
                <a:lnTo>
                  <a:pt x="9971" y="13491"/>
                </a:lnTo>
                <a:lnTo>
                  <a:pt x="10059" y="13684"/>
                </a:lnTo>
                <a:lnTo>
                  <a:pt x="10159" y="13813"/>
                </a:lnTo>
                <a:lnTo>
                  <a:pt x="10298" y="13955"/>
                </a:lnTo>
                <a:lnTo>
                  <a:pt x="10386" y="14097"/>
                </a:lnTo>
                <a:lnTo>
                  <a:pt x="10474" y="14239"/>
                </a:lnTo>
                <a:lnTo>
                  <a:pt x="10574" y="14381"/>
                </a:lnTo>
                <a:lnTo>
                  <a:pt x="10662" y="14523"/>
                </a:lnTo>
                <a:lnTo>
                  <a:pt x="10801" y="14665"/>
                </a:lnTo>
                <a:lnTo>
                  <a:pt x="10889" y="14806"/>
                </a:lnTo>
                <a:lnTo>
                  <a:pt x="10977" y="14948"/>
                </a:lnTo>
                <a:lnTo>
                  <a:pt x="11077" y="15090"/>
                </a:lnTo>
                <a:lnTo>
                  <a:pt x="11165" y="15232"/>
                </a:lnTo>
                <a:lnTo>
                  <a:pt x="11304" y="15374"/>
                </a:lnTo>
                <a:lnTo>
                  <a:pt x="11392" y="15516"/>
                </a:lnTo>
                <a:lnTo>
                  <a:pt x="11480" y="15658"/>
                </a:lnTo>
                <a:lnTo>
                  <a:pt x="11580" y="15800"/>
                </a:lnTo>
                <a:lnTo>
                  <a:pt x="11668" y="15980"/>
                </a:lnTo>
                <a:lnTo>
                  <a:pt x="11807" y="16122"/>
                </a:lnTo>
                <a:lnTo>
                  <a:pt x="11895" y="16264"/>
                </a:lnTo>
                <a:lnTo>
                  <a:pt x="11983" y="16406"/>
                </a:lnTo>
                <a:lnTo>
                  <a:pt x="12083" y="16548"/>
                </a:lnTo>
                <a:lnTo>
                  <a:pt x="12171" y="16690"/>
                </a:lnTo>
                <a:lnTo>
                  <a:pt x="12310" y="16831"/>
                </a:lnTo>
                <a:lnTo>
                  <a:pt x="12398" y="16973"/>
                </a:lnTo>
                <a:lnTo>
                  <a:pt x="12486" y="17115"/>
                </a:lnTo>
                <a:lnTo>
                  <a:pt x="12586" y="17244"/>
                </a:lnTo>
                <a:lnTo>
                  <a:pt x="12674" y="17386"/>
                </a:lnTo>
                <a:lnTo>
                  <a:pt x="12813" y="17580"/>
                </a:lnTo>
                <a:lnTo>
                  <a:pt x="12901" y="17721"/>
                </a:lnTo>
                <a:lnTo>
                  <a:pt x="12989" y="17863"/>
                </a:lnTo>
                <a:lnTo>
                  <a:pt x="13089" y="18005"/>
                </a:lnTo>
                <a:lnTo>
                  <a:pt x="13177" y="18147"/>
                </a:lnTo>
                <a:lnTo>
                  <a:pt x="13316" y="18289"/>
                </a:lnTo>
                <a:lnTo>
                  <a:pt x="13404" y="18431"/>
                </a:lnTo>
                <a:lnTo>
                  <a:pt x="13492" y="18573"/>
                </a:lnTo>
                <a:lnTo>
                  <a:pt x="13592" y="18753"/>
                </a:lnTo>
                <a:lnTo>
                  <a:pt x="13680" y="18895"/>
                </a:lnTo>
                <a:lnTo>
                  <a:pt x="13819" y="19037"/>
                </a:lnTo>
                <a:lnTo>
                  <a:pt x="13907" y="19179"/>
                </a:lnTo>
                <a:lnTo>
                  <a:pt x="14007" y="19321"/>
                </a:lnTo>
                <a:lnTo>
                  <a:pt x="14095" y="19463"/>
                </a:lnTo>
                <a:lnTo>
                  <a:pt x="14183" y="19605"/>
                </a:lnTo>
                <a:lnTo>
                  <a:pt x="14322" y="19785"/>
                </a:lnTo>
                <a:lnTo>
                  <a:pt x="14410" y="19927"/>
                </a:lnTo>
                <a:lnTo>
                  <a:pt x="14510" y="20069"/>
                </a:lnTo>
                <a:lnTo>
                  <a:pt x="14598" y="20211"/>
                </a:lnTo>
                <a:lnTo>
                  <a:pt x="14686" y="20353"/>
                </a:lnTo>
                <a:lnTo>
                  <a:pt x="14824" y="20494"/>
                </a:lnTo>
                <a:lnTo>
                  <a:pt x="14913" y="20688"/>
                </a:lnTo>
                <a:lnTo>
                  <a:pt x="15013" y="20817"/>
                </a:lnTo>
                <a:lnTo>
                  <a:pt x="15101" y="20959"/>
                </a:lnTo>
                <a:lnTo>
                  <a:pt x="15189" y="21101"/>
                </a:lnTo>
                <a:lnTo>
                  <a:pt x="15327" y="21243"/>
                </a:lnTo>
                <a:lnTo>
                  <a:pt x="15415" y="21384"/>
                </a:lnTo>
                <a:lnTo>
                  <a:pt x="15516" y="21578"/>
                </a:lnTo>
                <a:lnTo>
                  <a:pt x="15604" y="21720"/>
                </a:lnTo>
                <a:lnTo>
                  <a:pt x="15692" y="21862"/>
                </a:lnTo>
                <a:lnTo>
                  <a:pt x="15830" y="22004"/>
                </a:lnTo>
                <a:lnTo>
                  <a:pt x="15918" y="22145"/>
                </a:lnTo>
                <a:lnTo>
                  <a:pt x="16019" y="22326"/>
                </a:lnTo>
                <a:lnTo>
                  <a:pt x="16107" y="22468"/>
                </a:lnTo>
                <a:lnTo>
                  <a:pt x="16195" y="22610"/>
                </a:lnTo>
                <a:lnTo>
                  <a:pt x="16333" y="22752"/>
                </a:lnTo>
                <a:lnTo>
                  <a:pt x="16421" y="22894"/>
                </a:lnTo>
                <a:lnTo>
                  <a:pt x="16522" y="23074"/>
                </a:lnTo>
                <a:lnTo>
                  <a:pt x="16610" y="23216"/>
                </a:lnTo>
                <a:lnTo>
                  <a:pt x="16698" y="23358"/>
                </a:lnTo>
                <a:lnTo>
                  <a:pt x="16836" y="23500"/>
                </a:lnTo>
                <a:lnTo>
                  <a:pt x="16924" y="23642"/>
                </a:lnTo>
                <a:lnTo>
                  <a:pt x="17025" y="23835"/>
                </a:lnTo>
                <a:lnTo>
                  <a:pt x="17113" y="23977"/>
                </a:lnTo>
                <a:lnTo>
                  <a:pt x="17201" y="24119"/>
                </a:lnTo>
                <a:lnTo>
                  <a:pt x="17339" y="24261"/>
                </a:lnTo>
                <a:lnTo>
                  <a:pt x="17427" y="24441"/>
                </a:lnTo>
                <a:lnTo>
                  <a:pt x="17528" y="24583"/>
                </a:lnTo>
                <a:lnTo>
                  <a:pt x="17616" y="24725"/>
                </a:lnTo>
                <a:lnTo>
                  <a:pt x="17704" y="24867"/>
                </a:lnTo>
                <a:lnTo>
                  <a:pt x="17842" y="25047"/>
                </a:lnTo>
                <a:lnTo>
                  <a:pt x="17943" y="25189"/>
                </a:lnTo>
                <a:lnTo>
                  <a:pt x="18031" y="25331"/>
                </a:lnTo>
                <a:lnTo>
                  <a:pt x="18119" y="25473"/>
                </a:lnTo>
                <a:lnTo>
                  <a:pt x="18207" y="25667"/>
                </a:lnTo>
                <a:lnTo>
                  <a:pt x="18345" y="25808"/>
                </a:lnTo>
                <a:lnTo>
                  <a:pt x="18446" y="25950"/>
                </a:lnTo>
                <a:lnTo>
                  <a:pt x="18534" y="26092"/>
                </a:lnTo>
                <a:lnTo>
                  <a:pt x="18622" y="26273"/>
                </a:lnTo>
                <a:lnTo>
                  <a:pt x="18710" y="26415"/>
                </a:lnTo>
                <a:lnTo>
                  <a:pt x="18848" y="26557"/>
                </a:lnTo>
                <a:lnTo>
                  <a:pt x="18949" y="26698"/>
                </a:lnTo>
                <a:lnTo>
                  <a:pt x="19037" y="26892"/>
                </a:lnTo>
                <a:lnTo>
                  <a:pt x="19125" y="27034"/>
                </a:lnTo>
                <a:lnTo>
                  <a:pt x="19213" y="27163"/>
                </a:lnTo>
                <a:lnTo>
                  <a:pt x="19351" y="27305"/>
                </a:lnTo>
                <a:lnTo>
                  <a:pt x="19452" y="27498"/>
                </a:lnTo>
                <a:lnTo>
                  <a:pt x="19540" y="27640"/>
                </a:lnTo>
                <a:lnTo>
                  <a:pt x="19628" y="27782"/>
                </a:lnTo>
                <a:lnTo>
                  <a:pt x="19716" y="27962"/>
                </a:lnTo>
                <a:lnTo>
                  <a:pt x="19854" y="28104"/>
                </a:lnTo>
                <a:lnTo>
                  <a:pt x="19955" y="28246"/>
                </a:lnTo>
                <a:lnTo>
                  <a:pt x="20043" y="2844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5711404" y="2532922"/>
            <a:ext cx="20043" cy="33135"/>
          </a:xfrm>
          <a:custGeom>
            <a:avLst/>
            <a:gdLst/>
            <a:ahLst/>
            <a:cxnLst/>
            <a:rect l="l" t="t" r="r" b="b"/>
            <a:pathLst>
              <a:path w="20043" h="3313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5"/>
                </a:lnTo>
                <a:lnTo>
                  <a:pt x="414" y="606"/>
                </a:lnTo>
                <a:lnTo>
                  <a:pt x="502" y="748"/>
                </a:lnTo>
                <a:lnTo>
                  <a:pt x="590" y="889"/>
                </a:lnTo>
                <a:lnTo>
                  <a:pt x="691" y="1083"/>
                </a:lnTo>
                <a:lnTo>
                  <a:pt x="817" y="1225"/>
                </a:lnTo>
                <a:lnTo>
                  <a:pt x="917" y="1367"/>
                </a:lnTo>
                <a:lnTo>
                  <a:pt x="1005" y="1547"/>
                </a:lnTo>
                <a:lnTo>
                  <a:pt x="1093" y="1689"/>
                </a:lnTo>
                <a:lnTo>
                  <a:pt x="1194" y="1831"/>
                </a:lnTo>
                <a:lnTo>
                  <a:pt x="1332" y="2024"/>
                </a:lnTo>
                <a:lnTo>
                  <a:pt x="1420" y="2166"/>
                </a:lnTo>
                <a:lnTo>
                  <a:pt x="1508" y="2295"/>
                </a:lnTo>
                <a:lnTo>
                  <a:pt x="1596" y="2489"/>
                </a:lnTo>
                <a:lnTo>
                  <a:pt x="1697" y="2631"/>
                </a:lnTo>
                <a:lnTo>
                  <a:pt x="1835" y="2773"/>
                </a:lnTo>
                <a:lnTo>
                  <a:pt x="1923" y="2953"/>
                </a:lnTo>
                <a:lnTo>
                  <a:pt x="2011" y="3095"/>
                </a:lnTo>
                <a:lnTo>
                  <a:pt x="2099" y="3237"/>
                </a:lnTo>
                <a:lnTo>
                  <a:pt x="2200" y="3430"/>
                </a:lnTo>
                <a:lnTo>
                  <a:pt x="2338" y="3572"/>
                </a:lnTo>
                <a:lnTo>
                  <a:pt x="2426" y="3714"/>
                </a:lnTo>
                <a:lnTo>
                  <a:pt x="2514" y="3895"/>
                </a:lnTo>
                <a:lnTo>
                  <a:pt x="2602" y="4037"/>
                </a:lnTo>
                <a:lnTo>
                  <a:pt x="2703" y="4230"/>
                </a:lnTo>
                <a:lnTo>
                  <a:pt x="2841" y="4372"/>
                </a:lnTo>
                <a:lnTo>
                  <a:pt x="2929" y="4514"/>
                </a:lnTo>
                <a:lnTo>
                  <a:pt x="3017" y="4694"/>
                </a:lnTo>
                <a:lnTo>
                  <a:pt x="3105" y="4836"/>
                </a:lnTo>
                <a:lnTo>
                  <a:pt x="3206" y="4978"/>
                </a:lnTo>
                <a:lnTo>
                  <a:pt x="3344" y="5172"/>
                </a:lnTo>
                <a:lnTo>
                  <a:pt x="3432" y="5313"/>
                </a:lnTo>
                <a:lnTo>
                  <a:pt x="3520" y="5494"/>
                </a:lnTo>
                <a:lnTo>
                  <a:pt x="3608" y="5636"/>
                </a:lnTo>
                <a:lnTo>
                  <a:pt x="3709" y="5778"/>
                </a:lnTo>
                <a:lnTo>
                  <a:pt x="3847" y="5971"/>
                </a:lnTo>
                <a:lnTo>
                  <a:pt x="3935" y="6113"/>
                </a:lnTo>
                <a:lnTo>
                  <a:pt x="4023" y="6294"/>
                </a:lnTo>
                <a:lnTo>
                  <a:pt x="4124" y="6436"/>
                </a:lnTo>
                <a:lnTo>
                  <a:pt x="4212" y="6577"/>
                </a:lnTo>
                <a:lnTo>
                  <a:pt x="4350" y="6771"/>
                </a:lnTo>
                <a:lnTo>
                  <a:pt x="4438" y="6913"/>
                </a:lnTo>
                <a:lnTo>
                  <a:pt x="4526" y="7093"/>
                </a:lnTo>
                <a:lnTo>
                  <a:pt x="4627" y="7235"/>
                </a:lnTo>
                <a:lnTo>
                  <a:pt x="4715" y="7377"/>
                </a:lnTo>
                <a:lnTo>
                  <a:pt x="4853" y="7571"/>
                </a:lnTo>
                <a:lnTo>
                  <a:pt x="4941" y="7713"/>
                </a:lnTo>
                <a:lnTo>
                  <a:pt x="5029" y="7893"/>
                </a:lnTo>
                <a:lnTo>
                  <a:pt x="5130" y="8035"/>
                </a:lnTo>
                <a:lnTo>
                  <a:pt x="5218" y="8228"/>
                </a:lnTo>
                <a:lnTo>
                  <a:pt x="5356" y="8370"/>
                </a:lnTo>
                <a:lnTo>
                  <a:pt x="5444" y="8512"/>
                </a:lnTo>
                <a:lnTo>
                  <a:pt x="5532" y="8693"/>
                </a:lnTo>
                <a:lnTo>
                  <a:pt x="5633" y="8835"/>
                </a:lnTo>
                <a:lnTo>
                  <a:pt x="5721" y="9028"/>
                </a:lnTo>
                <a:lnTo>
                  <a:pt x="5859" y="9170"/>
                </a:lnTo>
                <a:lnTo>
                  <a:pt x="5947" y="9351"/>
                </a:lnTo>
                <a:lnTo>
                  <a:pt x="6035" y="9492"/>
                </a:lnTo>
                <a:lnTo>
                  <a:pt x="6136" y="9686"/>
                </a:lnTo>
                <a:lnTo>
                  <a:pt x="6224" y="9828"/>
                </a:lnTo>
                <a:lnTo>
                  <a:pt x="6362" y="10008"/>
                </a:lnTo>
                <a:lnTo>
                  <a:pt x="6450" y="10150"/>
                </a:lnTo>
                <a:lnTo>
                  <a:pt x="6538" y="10292"/>
                </a:lnTo>
                <a:lnTo>
                  <a:pt x="6639" y="10486"/>
                </a:lnTo>
                <a:lnTo>
                  <a:pt x="6727" y="10627"/>
                </a:lnTo>
                <a:lnTo>
                  <a:pt x="6865" y="10808"/>
                </a:lnTo>
                <a:lnTo>
                  <a:pt x="6953" y="10950"/>
                </a:lnTo>
                <a:lnTo>
                  <a:pt x="7041" y="11143"/>
                </a:lnTo>
                <a:lnTo>
                  <a:pt x="7142" y="11285"/>
                </a:lnTo>
                <a:lnTo>
                  <a:pt x="7230" y="11466"/>
                </a:lnTo>
                <a:lnTo>
                  <a:pt x="7368" y="11608"/>
                </a:lnTo>
                <a:lnTo>
                  <a:pt x="7456" y="11801"/>
                </a:lnTo>
                <a:lnTo>
                  <a:pt x="7544" y="11943"/>
                </a:lnTo>
                <a:lnTo>
                  <a:pt x="7645" y="12124"/>
                </a:lnTo>
                <a:lnTo>
                  <a:pt x="7733" y="12266"/>
                </a:lnTo>
                <a:lnTo>
                  <a:pt x="7871" y="12459"/>
                </a:lnTo>
                <a:lnTo>
                  <a:pt x="7959" y="12601"/>
                </a:lnTo>
                <a:lnTo>
                  <a:pt x="8060" y="12781"/>
                </a:lnTo>
                <a:lnTo>
                  <a:pt x="8148" y="12923"/>
                </a:lnTo>
                <a:lnTo>
                  <a:pt x="8236" y="13117"/>
                </a:lnTo>
                <a:lnTo>
                  <a:pt x="8374" y="13259"/>
                </a:lnTo>
                <a:lnTo>
                  <a:pt x="8462" y="13439"/>
                </a:lnTo>
                <a:lnTo>
                  <a:pt x="8563" y="13581"/>
                </a:lnTo>
                <a:lnTo>
                  <a:pt x="8651" y="13775"/>
                </a:lnTo>
                <a:lnTo>
                  <a:pt x="8739" y="13916"/>
                </a:lnTo>
                <a:lnTo>
                  <a:pt x="8877" y="14097"/>
                </a:lnTo>
                <a:lnTo>
                  <a:pt x="8965" y="14239"/>
                </a:lnTo>
                <a:lnTo>
                  <a:pt x="9066" y="14432"/>
                </a:lnTo>
                <a:lnTo>
                  <a:pt x="9154" y="14574"/>
                </a:lnTo>
                <a:lnTo>
                  <a:pt x="9242" y="14755"/>
                </a:lnTo>
                <a:lnTo>
                  <a:pt x="9380" y="14897"/>
                </a:lnTo>
                <a:lnTo>
                  <a:pt x="9468" y="15090"/>
                </a:lnTo>
                <a:lnTo>
                  <a:pt x="9568" y="15271"/>
                </a:lnTo>
                <a:lnTo>
                  <a:pt x="9656" y="15413"/>
                </a:lnTo>
                <a:lnTo>
                  <a:pt x="9745" y="15606"/>
                </a:lnTo>
                <a:lnTo>
                  <a:pt x="9883" y="15748"/>
                </a:lnTo>
                <a:lnTo>
                  <a:pt x="9971" y="15929"/>
                </a:lnTo>
                <a:lnTo>
                  <a:pt x="10071" y="16070"/>
                </a:lnTo>
                <a:lnTo>
                  <a:pt x="10159" y="16264"/>
                </a:lnTo>
                <a:lnTo>
                  <a:pt x="10247" y="16406"/>
                </a:lnTo>
                <a:lnTo>
                  <a:pt x="10386" y="16586"/>
                </a:lnTo>
                <a:lnTo>
                  <a:pt x="10474" y="16728"/>
                </a:lnTo>
                <a:lnTo>
                  <a:pt x="10574" y="16922"/>
                </a:lnTo>
                <a:lnTo>
                  <a:pt x="10662" y="17102"/>
                </a:lnTo>
                <a:lnTo>
                  <a:pt x="10750" y="17244"/>
                </a:lnTo>
                <a:lnTo>
                  <a:pt x="10889" y="17438"/>
                </a:lnTo>
                <a:lnTo>
                  <a:pt x="10977" y="17580"/>
                </a:lnTo>
                <a:lnTo>
                  <a:pt x="11077" y="17760"/>
                </a:lnTo>
                <a:lnTo>
                  <a:pt x="11165" y="17902"/>
                </a:lnTo>
                <a:lnTo>
                  <a:pt x="11253" y="18095"/>
                </a:lnTo>
                <a:lnTo>
                  <a:pt x="11392" y="18289"/>
                </a:lnTo>
                <a:lnTo>
                  <a:pt x="11492" y="18418"/>
                </a:lnTo>
                <a:lnTo>
                  <a:pt x="11580" y="18611"/>
                </a:lnTo>
                <a:lnTo>
                  <a:pt x="11668" y="18753"/>
                </a:lnTo>
                <a:lnTo>
                  <a:pt x="11756" y="18947"/>
                </a:lnTo>
                <a:lnTo>
                  <a:pt x="11895" y="19127"/>
                </a:lnTo>
                <a:lnTo>
                  <a:pt x="11995" y="19269"/>
                </a:lnTo>
                <a:lnTo>
                  <a:pt x="12083" y="19463"/>
                </a:lnTo>
                <a:lnTo>
                  <a:pt x="12171" y="19605"/>
                </a:lnTo>
                <a:lnTo>
                  <a:pt x="12259" y="19785"/>
                </a:lnTo>
                <a:lnTo>
                  <a:pt x="12398" y="19979"/>
                </a:lnTo>
                <a:lnTo>
                  <a:pt x="12498" y="20120"/>
                </a:lnTo>
                <a:lnTo>
                  <a:pt x="12586" y="20301"/>
                </a:lnTo>
                <a:lnTo>
                  <a:pt x="12674" y="20443"/>
                </a:lnTo>
                <a:lnTo>
                  <a:pt x="12762" y="20636"/>
                </a:lnTo>
                <a:lnTo>
                  <a:pt x="12901" y="20817"/>
                </a:lnTo>
                <a:lnTo>
                  <a:pt x="13001" y="20959"/>
                </a:lnTo>
                <a:lnTo>
                  <a:pt x="13089" y="21152"/>
                </a:lnTo>
                <a:lnTo>
                  <a:pt x="13177" y="21294"/>
                </a:lnTo>
                <a:lnTo>
                  <a:pt x="13265" y="21475"/>
                </a:lnTo>
                <a:lnTo>
                  <a:pt x="13404" y="21668"/>
                </a:lnTo>
                <a:lnTo>
                  <a:pt x="13504" y="21810"/>
                </a:lnTo>
                <a:lnTo>
                  <a:pt x="13592" y="21991"/>
                </a:lnTo>
                <a:lnTo>
                  <a:pt x="13680" y="22184"/>
                </a:lnTo>
                <a:lnTo>
                  <a:pt x="13781" y="22326"/>
                </a:lnTo>
                <a:lnTo>
                  <a:pt x="13907" y="22519"/>
                </a:lnTo>
                <a:lnTo>
                  <a:pt x="14007" y="22700"/>
                </a:lnTo>
                <a:lnTo>
                  <a:pt x="14095" y="22842"/>
                </a:lnTo>
                <a:lnTo>
                  <a:pt x="14183" y="23035"/>
                </a:lnTo>
                <a:lnTo>
                  <a:pt x="14284" y="23216"/>
                </a:lnTo>
                <a:lnTo>
                  <a:pt x="14410" y="23358"/>
                </a:lnTo>
                <a:lnTo>
                  <a:pt x="14510" y="23551"/>
                </a:lnTo>
                <a:lnTo>
                  <a:pt x="14598" y="23693"/>
                </a:lnTo>
                <a:lnTo>
                  <a:pt x="14686" y="23874"/>
                </a:lnTo>
                <a:lnTo>
                  <a:pt x="14787" y="24067"/>
                </a:lnTo>
                <a:lnTo>
                  <a:pt x="14913" y="24209"/>
                </a:lnTo>
                <a:lnTo>
                  <a:pt x="15013" y="24390"/>
                </a:lnTo>
                <a:lnTo>
                  <a:pt x="15101" y="24583"/>
                </a:lnTo>
                <a:lnTo>
                  <a:pt x="15189" y="24725"/>
                </a:lnTo>
                <a:lnTo>
                  <a:pt x="15290" y="24906"/>
                </a:lnTo>
                <a:lnTo>
                  <a:pt x="15428" y="25099"/>
                </a:lnTo>
                <a:lnTo>
                  <a:pt x="15516" y="25293"/>
                </a:lnTo>
                <a:lnTo>
                  <a:pt x="15604" y="25434"/>
                </a:lnTo>
                <a:lnTo>
                  <a:pt x="15692" y="25615"/>
                </a:lnTo>
                <a:lnTo>
                  <a:pt x="15793" y="25808"/>
                </a:lnTo>
                <a:lnTo>
                  <a:pt x="15931" y="25950"/>
                </a:lnTo>
                <a:lnTo>
                  <a:pt x="16019" y="26131"/>
                </a:lnTo>
                <a:lnTo>
                  <a:pt x="16107" y="26324"/>
                </a:lnTo>
                <a:lnTo>
                  <a:pt x="16195" y="26466"/>
                </a:lnTo>
                <a:lnTo>
                  <a:pt x="16296" y="26647"/>
                </a:lnTo>
                <a:lnTo>
                  <a:pt x="16434" y="26840"/>
                </a:lnTo>
                <a:lnTo>
                  <a:pt x="16522" y="26982"/>
                </a:lnTo>
                <a:lnTo>
                  <a:pt x="16610" y="27163"/>
                </a:lnTo>
                <a:lnTo>
                  <a:pt x="16698" y="27356"/>
                </a:lnTo>
                <a:lnTo>
                  <a:pt x="16799" y="27550"/>
                </a:lnTo>
                <a:lnTo>
                  <a:pt x="16937" y="27679"/>
                </a:lnTo>
                <a:lnTo>
                  <a:pt x="17025" y="27872"/>
                </a:lnTo>
                <a:lnTo>
                  <a:pt x="17113" y="28066"/>
                </a:lnTo>
                <a:lnTo>
                  <a:pt x="17201" y="28207"/>
                </a:lnTo>
                <a:lnTo>
                  <a:pt x="17302" y="28388"/>
                </a:lnTo>
                <a:lnTo>
                  <a:pt x="17440" y="28582"/>
                </a:lnTo>
                <a:lnTo>
                  <a:pt x="17528" y="28762"/>
                </a:lnTo>
                <a:lnTo>
                  <a:pt x="17616" y="28904"/>
                </a:lnTo>
                <a:lnTo>
                  <a:pt x="17717" y="29097"/>
                </a:lnTo>
                <a:lnTo>
                  <a:pt x="17805" y="29278"/>
                </a:lnTo>
                <a:lnTo>
                  <a:pt x="17943" y="29472"/>
                </a:lnTo>
                <a:lnTo>
                  <a:pt x="18031" y="29613"/>
                </a:lnTo>
                <a:lnTo>
                  <a:pt x="18119" y="29794"/>
                </a:lnTo>
                <a:lnTo>
                  <a:pt x="18220" y="29987"/>
                </a:lnTo>
                <a:lnTo>
                  <a:pt x="18308" y="30129"/>
                </a:lnTo>
                <a:lnTo>
                  <a:pt x="18446" y="30323"/>
                </a:lnTo>
                <a:lnTo>
                  <a:pt x="18534" y="30503"/>
                </a:lnTo>
                <a:lnTo>
                  <a:pt x="18622" y="30697"/>
                </a:lnTo>
                <a:lnTo>
                  <a:pt x="18723" y="30839"/>
                </a:lnTo>
                <a:lnTo>
                  <a:pt x="18811" y="31019"/>
                </a:lnTo>
                <a:lnTo>
                  <a:pt x="18949" y="31213"/>
                </a:lnTo>
                <a:lnTo>
                  <a:pt x="19037" y="31393"/>
                </a:lnTo>
                <a:lnTo>
                  <a:pt x="19125" y="31587"/>
                </a:lnTo>
                <a:lnTo>
                  <a:pt x="19225" y="31729"/>
                </a:lnTo>
                <a:lnTo>
                  <a:pt x="19313" y="31909"/>
                </a:lnTo>
                <a:lnTo>
                  <a:pt x="19452" y="32103"/>
                </a:lnTo>
                <a:lnTo>
                  <a:pt x="19540" y="32296"/>
                </a:lnTo>
                <a:lnTo>
                  <a:pt x="19628" y="32438"/>
                </a:lnTo>
                <a:lnTo>
                  <a:pt x="19728" y="32619"/>
                </a:lnTo>
                <a:lnTo>
                  <a:pt x="19816" y="32812"/>
                </a:lnTo>
                <a:lnTo>
                  <a:pt x="19955" y="32993"/>
                </a:lnTo>
                <a:lnTo>
                  <a:pt x="20043" y="33135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5731448" y="2566057"/>
            <a:ext cx="20043" cy="37468"/>
          </a:xfrm>
          <a:custGeom>
            <a:avLst/>
            <a:gdLst/>
            <a:ahLst/>
            <a:cxnLst/>
            <a:rect l="l" t="t" r="r" b="b"/>
            <a:pathLst>
              <a:path w="20043" h="37468">
                <a:moveTo>
                  <a:pt x="0" y="0"/>
                </a:moveTo>
                <a:lnTo>
                  <a:pt x="88" y="193"/>
                </a:lnTo>
                <a:lnTo>
                  <a:pt x="188" y="374"/>
                </a:lnTo>
                <a:lnTo>
                  <a:pt x="276" y="567"/>
                </a:lnTo>
                <a:lnTo>
                  <a:pt x="414" y="760"/>
                </a:lnTo>
                <a:lnTo>
                  <a:pt x="502" y="889"/>
                </a:lnTo>
                <a:lnTo>
                  <a:pt x="590" y="1083"/>
                </a:lnTo>
                <a:lnTo>
                  <a:pt x="691" y="1276"/>
                </a:lnTo>
                <a:lnTo>
                  <a:pt x="779" y="1457"/>
                </a:lnTo>
                <a:lnTo>
                  <a:pt x="917" y="1650"/>
                </a:lnTo>
                <a:lnTo>
                  <a:pt x="1005" y="1792"/>
                </a:lnTo>
                <a:lnTo>
                  <a:pt x="1093" y="1973"/>
                </a:lnTo>
                <a:lnTo>
                  <a:pt x="1194" y="2166"/>
                </a:lnTo>
                <a:lnTo>
                  <a:pt x="1282" y="2347"/>
                </a:lnTo>
                <a:lnTo>
                  <a:pt x="1420" y="2540"/>
                </a:lnTo>
                <a:lnTo>
                  <a:pt x="1508" y="2734"/>
                </a:lnTo>
                <a:lnTo>
                  <a:pt x="1609" y="2876"/>
                </a:lnTo>
                <a:lnTo>
                  <a:pt x="1697" y="3056"/>
                </a:lnTo>
                <a:lnTo>
                  <a:pt x="1785" y="3250"/>
                </a:lnTo>
                <a:lnTo>
                  <a:pt x="1923" y="3430"/>
                </a:lnTo>
                <a:lnTo>
                  <a:pt x="2011" y="3624"/>
                </a:lnTo>
                <a:lnTo>
                  <a:pt x="2112" y="3766"/>
                </a:lnTo>
                <a:lnTo>
                  <a:pt x="2200" y="3946"/>
                </a:lnTo>
                <a:lnTo>
                  <a:pt x="2288" y="4140"/>
                </a:lnTo>
                <a:lnTo>
                  <a:pt x="2426" y="4320"/>
                </a:lnTo>
                <a:lnTo>
                  <a:pt x="2514" y="4514"/>
                </a:lnTo>
                <a:lnTo>
                  <a:pt x="2615" y="4707"/>
                </a:lnTo>
                <a:lnTo>
                  <a:pt x="2703" y="4888"/>
                </a:lnTo>
                <a:lnTo>
                  <a:pt x="2791" y="5030"/>
                </a:lnTo>
                <a:lnTo>
                  <a:pt x="2929" y="5223"/>
                </a:lnTo>
                <a:lnTo>
                  <a:pt x="3017" y="5404"/>
                </a:lnTo>
                <a:lnTo>
                  <a:pt x="3118" y="5597"/>
                </a:lnTo>
                <a:lnTo>
                  <a:pt x="3206" y="5778"/>
                </a:lnTo>
                <a:lnTo>
                  <a:pt x="3294" y="5971"/>
                </a:lnTo>
                <a:lnTo>
                  <a:pt x="3432" y="6113"/>
                </a:lnTo>
                <a:lnTo>
                  <a:pt x="3520" y="6307"/>
                </a:lnTo>
                <a:lnTo>
                  <a:pt x="3621" y="6487"/>
                </a:lnTo>
                <a:lnTo>
                  <a:pt x="3709" y="6681"/>
                </a:lnTo>
                <a:lnTo>
                  <a:pt x="3797" y="6861"/>
                </a:lnTo>
                <a:lnTo>
                  <a:pt x="3935" y="7055"/>
                </a:lnTo>
                <a:lnTo>
                  <a:pt x="4023" y="7235"/>
                </a:lnTo>
                <a:lnTo>
                  <a:pt x="4124" y="7429"/>
                </a:lnTo>
                <a:lnTo>
                  <a:pt x="4212" y="7571"/>
                </a:lnTo>
                <a:lnTo>
                  <a:pt x="4300" y="7764"/>
                </a:lnTo>
                <a:lnTo>
                  <a:pt x="4438" y="7945"/>
                </a:lnTo>
                <a:lnTo>
                  <a:pt x="4526" y="8138"/>
                </a:lnTo>
                <a:lnTo>
                  <a:pt x="4627" y="8319"/>
                </a:lnTo>
                <a:lnTo>
                  <a:pt x="4715" y="8512"/>
                </a:lnTo>
                <a:lnTo>
                  <a:pt x="4803" y="8693"/>
                </a:lnTo>
                <a:lnTo>
                  <a:pt x="4941" y="8886"/>
                </a:lnTo>
                <a:lnTo>
                  <a:pt x="5042" y="9080"/>
                </a:lnTo>
                <a:lnTo>
                  <a:pt x="5130" y="9222"/>
                </a:lnTo>
                <a:lnTo>
                  <a:pt x="5218" y="9402"/>
                </a:lnTo>
                <a:lnTo>
                  <a:pt x="5306" y="9596"/>
                </a:lnTo>
                <a:lnTo>
                  <a:pt x="5444" y="9776"/>
                </a:lnTo>
                <a:lnTo>
                  <a:pt x="5545" y="9970"/>
                </a:lnTo>
                <a:lnTo>
                  <a:pt x="5633" y="10150"/>
                </a:lnTo>
                <a:lnTo>
                  <a:pt x="5721" y="10344"/>
                </a:lnTo>
                <a:lnTo>
                  <a:pt x="5809" y="10537"/>
                </a:lnTo>
                <a:lnTo>
                  <a:pt x="5947" y="10718"/>
                </a:lnTo>
                <a:lnTo>
                  <a:pt x="6048" y="10911"/>
                </a:lnTo>
                <a:lnTo>
                  <a:pt x="6136" y="11092"/>
                </a:lnTo>
                <a:lnTo>
                  <a:pt x="6224" y="11234"/>
                </a:lnTo>
                <a:lnTo>
                  <a:pt x="6312" y="11427"/>
                </a:lnTo>
                <a:lnTo>
                  <a:pt x="6450" y="11608"/>
                </a:lnTo>
                <a:lnTo>
                  <a:pt x="6551" y="11801"/>
                </a:lnTo>
                <a:lnTo>
                  <a:pt x="6639" y="11995"/>
                </a:lnTo>
                <a:lnTo>
                  <a:pt x="6727" y="12175"/>
                </a:lnTo>
                <a:lnTo>
                  <a:pt x="6815" y="12369"/>
                </a:lnTo>
                <a:lnTo>
                  <a:pt x="6953" y="12549"/>
                </a:lnTo>
                <a:lnTo>
                  <a:pt x="7054" y="12743"/>
                </a:lnTo>
                <a:lnTo>
                  <a:pt x="7142" y="12923"/>
                </a:lnTo>
                <a:lnTo>
                  <a:pt x="7230" y="13117"/>
                </a:lnTo>
                <a:lnTo>
                  <a:pt x="7318" y="13310"/>
                </a:lnTo>
                <a:lnTo>
                  <a:pt x="7456" y="13491"/>
                </a:lnTo>
                <a:lnTo>
                  <a:pt x="7557" y="13684"/>
                </a:lnTo>
                <a:lnTo>
                  <a:pt x="7645" y="13865"/>
                </a:lnTo>
                <a:lnTo>
                  <a:pt x="7733" y="14058"/>
                </a:lnTo>
                <a:lnTo>
                  <a:pt x="7833" y="14239"/>
                </a:lnTo>
                <a:lnTo>
                  <a:pt x="7959" y="14432"/>
                </a:lnTo>
                <a:lnTo>
                  <a:pt x="8060" y="14574"/>
                </a:lnTo>
                <a:lnTo>
                  <a:pt x="8148" y="14768"/>
                </a:lnTo>
                <a:lnTo>
                  <a:pt x="8236" y="14948"/>
                </a:lnTo>
                <a:lnTo>
                  <a:pt x="8336" y="15142"/>
                </a:lnTo>
                <a:lnTo>
                  <a:pt x="8462" y="15322"/>
                </a:lnTo>
                <a:lnTo>
                  <a:pt x="8563" y="15516"/>
                </a:lnTo>
                <a:lnTo>
                  <a:pt x="8651" y="15696"/>
                </a:lnTo>
                <a:lnTo>
                  <a:pt x="8739" y="15890"/>
                </a:lnTo>
                <a:lnTo>
                  <a:pt x="8839" y="16083"/>
                </a:lnTo>
                <a:lnTo>
                  <a:pt x="8977" y="16264"/>
                </a:lnTo>
                <a:lnTo>
                  <a:pt x="9066" y="16457"/>
                </a:lnTo>
                <a:lnTo>
                  <a:pt x="9154" y="16638"/>
                </a:lnTo>
                <a:lnTo>
                  <a:pt x="9242" y="16831"/>
                </a:lnTo>
                <a:lnTo>
                  <a:pt x="9342" y="17012"/>
                </a:lnTo>
                <a:lnTo>
                  <a:pt x="9480" y="17205"/>
                </a:lnTo>
                <a:lnTo>
                  <a:pt x="9568" y="17399"/>
                </a:lnTo>
                <a:lnTo>
                  <a:pt x="9656" y="17580"/>
                </a:lnTo>
                <a:lnTo>
                  <a:pt x="9745" y="17773"/>
                </a:lnTo>
                <a:lnTo>
                  <a:pt x="9845" y="17954"/>
                </a:lnTo>
                <a:lnTo>
                  <a:pt x="9983" y="18147"/>
                </a:lnTo>
                <a:lnTo>
                  <a:pt x="10071" y="18341"/>
                </a:lnTo>
                <a:lnTo>
                  <a:pt x="10159" y="18521"/>
                </a:lnTo>
                <a:lnTo>
                  <a:pt x="10247" y="18715"/>
                </a:lnTo>
                <a:lnTo>
                  <a:pt x="10348" y="18895"/>
                </a:lnTo>
                <a:lnTo>
                  <a:pt x="10486" y="19089"/>
                </a:lnTo>
                <a:lnTo>
                  <a:pt x="10574" y="19269"/>
                </a:lnTo>
                <a:lnTo>
                  <a:pt x="10662" y="19463"/>
                </a:lnTo>
                <a:lnTo>
                  <a:pt x="10750" y="19656"/>
                </a:lnTo>
                <a:lnTo>
                  <a:pt x="10851" y="19837"/>
                </a:lnTo>
                <a:lnTo>
                  <a:pt x="10989" y="20030"/>
                </a:lnTo>
                <a:lnTo>
                  <a:pt x="11077" y="20211"/>
                </a:lnTo>
                <a:lnTo>
                  <a:pt x="11165" y="20404"/>
                </a:lnTo>
                <a:lnTo>
                  <a:pt x="11266" y="20585"/>
                </a:lnTo>
                <a:lnTo>
                  <a:pt x="11354" y="20778"/>
                </a:lnTo>
                <a:lnTo>
                  <a:pt x="11492" y="20972"/>
                </a:lnTo>
                <a:lnTo>
                  <a:pt x="11580" y="21152"/>
                </a:lnTo>
                <a:lnTo>
                  <a:pt x="11668" y="21384"/>
                </a:lnTo>
                <a:lnTo>
                  <a:pt x="11769" y="21578"/>
                </a:lnTo>
                <a:lnTo>
                  <a:pt x="11857" y="21771"/>
                </a:lnTo>
                <a:lnTo>
                  <a:pt x="11995" y="21952"/>
                </a:lnTo>
                <a:lnTo>
                  <a:pt x="12083" y="22145"/>
                </a:lnTo>
                <a:lnTo>
                  <a:pt x="12171" y="22326"/>
                </a:lnTo>
                <a:lnTo>
                  <a:pt x="12272" y="22519"/>
                </a:lnTo>
                <a:lnTo>
                  <a:pt x="12360" y="22700"/>
                </a:lnTo>
                <a:lnTo>
                  <a:pt x="12498" y="22894"/>
                </a:lnTo>
                <a:lnTo>
                  <a:pt x="12586" y="23087"/>
                </a:lnTo>
                <a:lnTo>
                  <a:pt x="12674" y="23268"/>
                </a:lnTo>
                <a:lnTo>
                  <a:pt x="12775" y="23461"/>
                </a:lnTo>
                <a:lnTo>
                  <a:pt x="12863" y="23642"/>
                </a:lnTo>
                <a:lnTo>
                  <a:pt x="13001" y="23835"/>
                </a:lnTo>
                <a:lnTo>
                  <a:pt x="13089" y="24029"/>
                </a:lnTo>
                <a:lnTo>
                  <a:pt x="13177" y="24209"/>
                </a:lnTo>
                <a:lnTo>
                  <a:pt x="13278" y="24403"/>
                </a:lnTo>
                <a:lnTo>
                  <a:pt x="13366" y="24635"/>
                </a:lnTo>
                <a:lnTo>
                  <a:pt x="13504" y="24815"/>
                </a:lnTo>
                <a:lnTo>
                  <a:pt x="13592" y="25009"/>
                </a:lnTo>
                <a:lnTo>
                  <a:pt x="13680" y="25202"/>
                </a:lnTo>
                <a:lnTo>
                  <a:pt x="13781" y="25383"/>
                </a:lnTo>
                <a:lnTo>
                  <a:pt x="13869" y="25576"/>
                </a:lnTo>
                <a:lnTo>
                  <a:pt x="14007" y="25757"/>
                </a:lnTo>
                <a:lnTo>
                  <a:pt x="14095" y="25950"/>
                </a:lnTo>
                <a:lnTo>
                  <a:pt x="14183" y="26144"/>
                </a:lnTo>
                <a:lnTo>
                  <a:pt x="14284" y="26324"/>
                </a:lnTo>
                <a:lnTo>
                  <a:pt x="14372" y="26518"/>
                </a:lnTo>
                <a:lnTo>
                  <a:pt x="14510" y="26698"/>
                </a:lnTo>
                <a:lnTo>
                  <a:pt x="14598" y="26931"/>
                </a:lnTo>
                <a:lnTo>
                  <a:pt x="14686" y="27124"/>
                </a:lnTo>
                <a:lnTo>
                  <a:pt x="14787" y="27318"/>
                </a:lnTo>
                <a:lnTo>
                  <a:pt x="14875" y="27498"/>
                </a:lnTo>
                <a:lnTo>
                  <a:pt x="15013" y="27692"/>
                </a:lnTo>
                <a:lnTo>
                  <a:pt x="15101" y="27872"/>
                </a:lnTo>
                <a:lnTo>
                  <a:pt x="15202" y="28066"/>
                </a:lnTo>
                <a:lnTo>
                  <a:pt x="15290" y="28259"/>
                </a:lnTo>
                <a:lnTo>
                  <a:pt x="15378" y="28440"/>
                </a:lnTo>
                <a:lnTo>
                  <a:pt x="15516" y="28672"/>
                </a:lnTo>
                <a:lnTo>
                  <a:pt x="15604" y="28865"/>
                </a:lnTo>
                <a:lnTo>
                  <a:pt x="15705" y="29046"/>
                </a:lnTo>
                <a:lnTo>
                  <a:pt x="15793" y="29239"/>
                </a:lnTo>
                <a:lnTo>
                  <a:pt x="15881" y="29433"/>
                </a:lnTo>
                <a:lnTo>
                  <a:pt x="16019" y="29613"/>
                </a:lnTo>
                <a:lnTo>
                  <a:pt x="16107" y="29807"/>
                </a:lnTo>
                <a:lnTo>
                  <a:pt x="16208" y="29987"/>
                </a:lnTo>
                <a:lnTo>
                  <a:pt x="16296" y="30232"/>
                </a:lnTo>
                <a:lnTo>
                  <a:pt x="16384" y="30413"/>
                </a:lnTo>
                <a:lnTo>
                  <a:pt x="16522" y="30607"/>
                </a:lnTo>
                <a:lnTo>
                  <a:pt x="16610" y="30787"/>
                </a:lnTo>
                <a:lnTo>
                  <a:pt x="16711" y="30981"/>
                </a:lnTo>
                <a:lnTo>
                  <a:pt x="16799" y="31161"/>
                </a:lnTo>
                <a:lnTo>
                  <a:pt x="16887" y="31355"/>
                </a:lnTo>
                <a:lnTo>
                  <a:pt x="17025" y="31587"/>
                </a:lnTo>
                <a:lnTo>
                  <a:pt x="17113" y="31780"/>
                </a:lnTo>
                <a:lnTo>
                  <a:pt x="17214" y="31961"/>
                </a:lnTo>
                <a:lnTo>
                  <a:pt x="17302" y="32154"/>
                </a:lnTo>
                <a:lnTo>
                  <a:pt x="17390" y="32348"/>
                </a:lnTo>
                <a:lnTo>
                  <a:pt x="17528" y="32528"/>
                </a:lnTo>
                <a:lnTo>
                  <a:pt x="17616" y="32761"/>
                </a:lnTo>
                <a:lnTo>
                  <a:pt x="17717" y="32954"/>
                </a:lnTo>
                <a:lnTo>
                  <a:pt x="17805" y="33147"/>
                </a:lnTo>
                <a:lnTo>
                  <a:pt x="17893" y="33328"/>
                </a:lnTo>
                <a:lnTo>
                  <a:pt x="18031" y="33521"/>
                </a:lnTo>
                <a:lnTo>
                  <a:pt x="18119" y="33702"/>
                </a:lnTo>
                <a:lnTo>
                  <a:pt x="18220" y="33934"/>
                </a:lnTo>
                <a:lnTo>
                  <a:pt x="18308" y="34128"/>
                </a:lnTo>
                <a:lnTo>
                  <a:pt x="18396" y="34321"/>
                </a:lnTo>
                <a:lnTo>
                  <a:pt x="18534" y="34502"/>
                </a:lnTo>
                <a:lnTo>
                  <a:pt x="18634" y="34695"/>
                </a:lnTo>
                <a:lnTo>
                  <a:pt x="18723" y="34876"/>
                </a:lnTo>
                <a:lnTo>
                  <a:pt x="18811" y="35121"/>
                </a:lnTo>
                <a:lnTo>
                  <a:pt x="18899" y="35301"/>
                </a:lnTo>
                <a:lnTo>
                  <a:pt x="19037" y="35495"/>
                </a:lnTo>
                <a:lnTo>
                  <a:pt x="19137" y="35675"/>
                </a:lnTo>
                <a:lnTo>
                  <a:pt x="19225" y="35869"/>
                </a:lnTo>
                <a:lnTo>
                  <a:pt x="19313" y="36101"/>
                </a:lnTo>
                <a:lnTo>
                  <a:pt x="19402" y="36295"/>
                </a:lnTo>
                <a:lnTo>
                  <a:pt x="19540" y="36475"/>
                </a:lnTo>
                <a:lnTo>
                  <a:pt x="19640" y="36669"/>
                </a:lnTo>
                <a:lnTo>
                  <a:pt x="19728" y="36849"/>
                </a:lnTo>
                <a:lnTo>
                  <a:pt x="19816" y="37094"/>
                </a:lnTo>
                <a:lnTo>
                  <a:pt x="19904" y="37275"/>
                </a:lnTo>
                <a:lnTo>
                  <a:pt x="20043" y="37468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5751491" y="2603525"/>
            <a:ext cx="20055" cy="41131"/>
          </a:xfrm>
          <a:custGeom>
            <a:avLst/>
            <a:gdLst/>
            <a:ahLst/>
            <a:cxnLst/>
            <a:rect l="l" t="t" r="r" b="b"/>
            <a:pathLst>
              <a:path w="20055" h="41131">
                <a:moveTo>
                  <a:pt x="0" y="0"/>
                </a:moveTo>
                <a:lnTo>
                  <a:pt x="100" y="180"/>
                </a:lnTo>
                <a:lnTo>
                  <a:pt x="188" y="374"/>
                </a:lnTo>
                <a:lnTo>
                  <a:pt x="276" y="606"/>
                </a:lnTo>
                <a:lnTo>
                  <a:pt x="364" y="799"/>
                </a:lnTo>
                <a:lnTo>
                  <a:pt x="502" y="980"/>
                </a:lnTo>
                <a:lnTo>
                  <a:pt x="603" y="1173"/>
                </a:lnTo>
                <a:lnTo>
                  <a:pt x="691" y="1367"/>
                </a:lnTo>
                <a:lnTo>
                  <a:pt x="779" y="1599"/>
                </a:lnTo>
                <a:lnTo>
                  <a:pt x="867" y="1779"/>
                </a:lnTo>
                <a:lnTo>
                  <a:pt x="1005" y="1973"/>
                </a:lnTo>
                <a:lnTo>
                  <a:pt x="1106" y="2153"/>
                </a:lnTo>
                <a:lnTo>
                  <a:pt x="1194" y="2399"/>
                </a:lnTo>
                <a:lnTo>
                  <a:pt x="1282" y="2579"/>
                </a:lnTo>
                <a:lnTo>
                  <a:pt x="1383" y="2773"/>
                </a:lnTo>
                <a:lnTo>
                  <a:pt x="1508" y="2953"/>
                </a:lnTo>
                <a:lnTo>
                  <a:pt x="1609" y="3198"/>
                </a:lnTo>
                <a:lnTo>
                  <a:pt x="1697" y="3379"/>
                </a:lnTo>
                <a:lnTo>
                  <a:pt x="1785" y="3572"/>
                </a:lnTo>
                <a:lnTo>
                  <a:pt x="1886" y="3753"/>
                </a:lnTo>
                <a:lnTo>
                  <a:pt x="2011" y="3998"/>
                </a:lnTo>
                <a:lnTo>
                  <a:pt x="2112" y="4178"/>
                </a:lnTo>
                <a:lnTo>
                  <a:pt x="2200" y="4372"/>
                </a:lnTo>
                <a:lnTo>
                  <a:pt x="2288" y="4553"/>
                </a:lnTo>
                <a:lnTo>
                  <a:pt x="2389" y="4798"/>
                </a:lnTo>
                <a:lnTo>
                  <a:pt x="2527" y="4978"/>
                </a:lnTo>
                <a:lnTo>
                  <a:pt x="2615" y="5172"/>
                </a:lnTo>
                <a:lnTo>
                  <a:pt x="2703" y="5352"/>
                </a:lnTo>
                <a:lnTo>
                  <a:pt x="2791" y="5597"/>
                </a:lnTo>
                <a:lnTo>
                  <a:pt x="2892" y="5778"/>
                </a:lnTo>
                <a:lnTo>
                  <a:pt x="3030" y="5971"/>
                </a:lnTo>
                <a:lnTo>
                  <a:pt x="3118" y="6152"/>
                </a:lnTo>
                <a:lnTo>
                  <a:pt x="3206" y="6384"/>
                </a:lnTo>
                <a:lnTo>
                  <a:pt x="3294" y="6577"/>
                </a:lnTo>
                <a:lnTo>
                  <a:pt x="3395" y="6771"/>
                </a:lnTo>
                <a:lnTo>
                  <a:pt x="3533" y="7003"/>
                </a:lnTo>
                <a:lnTo>
                  <a:pt x="3621" y="7184"/>
                </a:lnTo>
                <a:lnTo>
                  <a:pt x="3709" y="7377"/>
                </a:lnTo>
                <a:lnTo>
                  <a:pt x="3797" y="7571"/>
                </a:lnTo>
                <a:lnTo>
                  <a:pt x="3898" y="7803"/>
                </a:lnTo>
                <a:lnTo>
                  <a:pt x="4036" y="7983"/>
                </a:lnTo>
                <a:lnTo>
                  <a:pt x="4124" y="8177"/>
                </a:lnTo>
                <a:lnTo>
                  <a:pt x="4212" y="8409"/>
                </a:lnTo>
                <a:lnTo>
                  <a:pt x="4300" y="8602"/>
                </a:lnTo>
                <a:lnTo>
                  <a:pt x="4400" y="8783"/>
                </a:lnTo>
                <a:lnTo>
                  <a:pt x="4539" y="8977"/>
                </a:lnTo>
                <a:lnTo>
                  <a:pt x="4627" y="9209"/>
                </a:lnTo>
                <a:lnTo>
                  <a:pt x="4715" y="9402"/>
                </a:lnTo>
                <a:lnTo>
                  <a:pt x="4815" y="9583"/>
                </a:lnTo>
                <a:lnTo>
                  <a:pt x="4903" y="9828"/>
                </a:lnTo>
                <a:lnTo>
                  <a:pt x="5042" y="10008"/>
                </a:lnTo>
                <a:lnTo>
                  <a:pt x="5130" y="10202"/>
                </a:lnTo>
                <a:lnTo>
                  <a:pt x="5218" y="10434"/>
                </a:lnTo>
                <a:lnTo>
                  <a:pt x="5318" y="10615"/>
                </a:lnTo>
                <a:lnTo>
                  <a:pt x="5406" y="10808"/>
                </a:lnTo>
                <a:lnTo>
                  <a:pt x="5545" y="11002"/>
                </a:lnTo>
                <a:lnTo>
                  <a:pt x="5633" y="11234"/>
                </a:lnTo>
                <a:lnTo>
                  <a:pt x="5721" y="11414"/>
                </a:lnTo>
                <a:lnTo>
                  <a:pt x="5821" y="11608"/>
                </a:lnTo>
                <a:lnTo>
                  <a:pt x="5909" y="11840"/>
                </a:lnTo>
                <a:lnTo>
                  <a:pt x="6048" y="12033"/>
                </a:lnTo>
                <a:lnTo>
                  <a:pt x="6136" y="12214"/>
                </a:lnTo>
                <a:lnTo>
                  <a:pt x="6224" y="12459"/>
                </a:lnTo>
                <a:lnTo>
                  <a:pt x="6324" y="12640"/>
                </a:lnTo>
                <a:lnTo>
                  <a:pt x="6412" y="12833"/>
                </a:lnTo>
                <a:lnTo>
                  <a:pt x="6551" y="13065"/>
                </a:lnTo>
                <a:lnTo>
                  <a:pt x="6639" y="13259"/>
                </a:lnTo>
                <a:lnTo>
                  <a:pt x="6727" y="13439"/>
                </a:lnTo>
                <a:lnTo>
                  <a:pt x="6827" y="13671"/>
                </a:lnTo>
                <a:lnTo>
                  <a:pt x="6915" y="13865"/>
                </a:lnTo>
                <a:lnTo>
                  <a:pt x="7054" y="14058"/>
                </a:lnTo>
                <a:lnTo>
                  <a:pt x="7142" y="14291"/>
                </a:lnTo>
                <a:lnTo>
                  <a:pt x="7230" y="14471"/>
                </a:lnTo>
                <a:lnTo>
                  <a:pt x="7330" y="14665"/>
                </a:lnTo>
                <a:lnTo>
                  <a:pt x="7418" y="14897"/>
                </a:lnTo>
                <a:lnTo>
                  <a:pt x="7557" y="15090"/>
                </a:lnTo>
                <a:lnTo>
                  <a:pt x="7645" y="15271"/>
                </a:lnTo>
                <a:lnTo>
                  <a:pt x="7733" y="15503"/>
                </a:lnTo>
                <a:lnTo>
                  <a:pt x="7833" y="15696"/>
                </a:lnTo>
                <a:lnTo>
                  <a:pt x="7921" y="15929"/>
                </a:lnTo>
                <a:lnTo>
                  <a:pt x="8060" y="16122"/>
                </a:lnTo>
                <a:lnTo>
                  <a:pt x="8148" y="16303"/>
                </a:lnTo>
                <a:lnTo>
                  <a:pt x="8236" y="16548"/>
                </a:lnTo>
                <a:lnTo>
                  <a:pt x="8336" y="16728"/>
                </a:lnTo>
                <a:lnTo>
                  <a:pt x="8424" y="16922"/>
                </a:lnTo>
                <a:lnTo>
                  <a:pt x="8563" y="17154"/>
                </a:lnTo>
                <a:lnTo>
                  <a:pt x="8651" y="17347"/>
                </a:lnTo>
                <a:lnTo>
                  <a:pt x="8751" y="17580"/>
                </a:lnTo>
                <a:lnTo>
                  <a:pt x="8839" y="17760"/>
                </a:lnTo>
                <a:lnTo>
                  <a:pt x="8927" y="17954"/>
                </a:lnTo>
                <a:lnTo>
                  <a:pt x="9066" y="18186"/>
                </a:lnTo>
                <a:lnTo>
                  <a:pt x="9154" y="18379"/>
                </a:lnTo>
                <a:lnTo>
                  <a:pt x="9254" y="18560"/>
                </a:lnTo>
                <a:lnTo>
                  <a:pt x="9342" y="18805"/>
                </a:lnTo>
                <a:lnTo>
                  <a:pt x="9430" y="18985"/>
                </a:lnTo>
                <a:lnTo>
                  <a:pt x="9568" y="19218"/>
                </a:lnTo>
                <a:lnTo>
                  <a:pt x="9656" y="19411"/>
                </a:lnTo>
                <a:lnTo>
                  <a:pt x="9757" y="19605"/>
                </a:lnTo>
                <a:lnTo>
                  <a:pt x="9845" y="19837"/>
                </a:lnTo>
                <a:lnTo>
                  <a:pt x="9933" y="20017"/>
                </a:lnTo>
                <a:lnTo>
                  <a:pt x="10071" y="20262"/>
                </a:lnTo>
                <a:lnTo>
                  <a:pt x="10159" y="20443"/>
                </a:lnTo>
                <a:lnTo>
                  <a:pt x="10260" y="20636"/>
                </a:lnTo>
                <a:lnTo>
                  <a:pt x="10348" y="20869"/>
                </a:lnTo>
                <a:lnTo>
                  <a:pt x="10436" y="21062"/>
                </a:lnTo>
                <a:lnTo>
                  <a:pt x="10574" y="21294"/>
                </a:lnTo>
                <a:lnTo>
                  <a:pt x="10662" y="21475"/>
                </a:lnTo>
                <a:lnTo>
                  <a:pt x="10763" y="21668"/>
                </a:lnTo>
                <a:lnTo>
                  <a:pt x="10851" y="21900"/>
                </a:lnTo>
                <a:lnTo>
                  <a:pt x="10939" y="22094"/>
                </a:lnTo>
                <a:lnTo>
                  <a:pt x="11077" y="22326"/>
                </a:lnTo>
                <a:lnTo>
                  <a:pt x="11165" y="22519"/>
                </a:lnTo>
                <a:lnTo>
                  <a:pt x="11266" y="22700"/>
                </a:lnTo>
                <a:lnTo>
                  <a:pt x="11354" y="22932"/>
                </a:lnTo>
                <a:lnTo>
                  <a:pt x="11492" y="23126"/>
                </a:lnTo>
                <a:lnTo>
                  <a:pt x="11580" y="23358"/>
                </a:lnTo>
                <a:lnTo>
                  <a:pt x="11668" y="23551"/>
                </a:lnTo>
                <a:lnTo>
                  <a:pt x="11769" y="23783"/>
                </a:lnTo>
                <a:lnTo>
                  <a:pt x="11857" y="23964"/>
                </a:lnTo>
                <a:lnTo>
                  <a:pt x="11995" y="24158"/>
                </a:lnTo>
                <a:lnTo>
                  <a:pt x="12083" y="24390"/>
                </a:lnTo>
                <a:lnTo>
                  <a:pt x="12171" y="24583"/>
                </a:lnTo>
                <a:lnTo>
                  <a:pt x="12272" y="24815"/>
                </a:lnTo>
                <a:lnTo>
                  <a:pt x="12360" y="25009"/>
                </a:lnTo>
                <a:lnTo>
                  <a:pt x="12498" y="25241"/>
                </a:lnTo>
                <a:lnTo>
                  <a:pt x="12586" y="25422"/>
                </a:lnTo>
                <a:lnTo>
                  <a:pt x="12687" y="25667"/>
                </a:lnTo>
                <a:lnTo>
                  <a:pt x="12775" y="25847"/>
                </a:lnTo>
                <a:lnTo>
                  <a:pt x="12863" y="26041"/>
                </a:lnTo>
                <a:lnTo>
                  <a:pt x="13001" y="26273"/>
                </a:lnTo>
                <a:lnTo>
                  <a:pt x="13089" y="26466"/>
                </a:lnTo>
                <a:lnTo>
                  <a:pt x="13190" y="26698"/>
                </a:lnTo>
                <a:lnTo>
                  <a:pt x="13278" y="26879"/>
                </a:lnTo>
                <a:lnTo>
                  <a:pt x="13366" y="27124"/>
                </a:lnTo>
                <a:lnTo>
                  <a:pt x="13504" y="27305"/>
                </a:lnTo>
                <a:lnTo>
                  <a:pt x="13592" y="27537"/>
                </a:lnTo>
                <a:lnTo>
                  <a:pt x="13693" y="27730"/>
                </a:lnTo>
                <a:lnTo>
                  <a:pt x="13781" y="27962"/>
                </a:lnTo>
                <a:lnTo>
                  <a:pt x="13869" y="28156"/>
                </a:lnTo>
                <a:lnTo>
                  <a:pt x="14007" y="28336"/>
                </a:lnTo>
                <a:lnTo>
                  <a:pt x="14095" y="28582"/>
                </a:lnTo>
                <a:lnTo>
                  <a:pt x="14196" y="28762"/>
                </a:lnTo>
                <a:lnTo>
                  <a:pt x="14284" y="28994"/>
                </a:lnTo>
                <a:lnTo>
                  <a:pt x="14372" y="29188"/>
                </a:lnTo>
                <a:lnTo>
                  <a:pt x="14510" y="29420"/>
                </a:lnTo>
                <a:lnTo>
                  <a:pt x="14598" y="29613"/>
                </a:lnTo>
                <a:lnTo>
                  <a:pt x="14699" y="29846"/>
                </a:lnTo>
                <a:lnTo>
                  <a:pt x="14787" y="30039"/>
                </a:lnTo>
                <a:lnTo>
                  <a:pt x="14875" y="30271"/>
                </a:lnTo>
                <a:lnTo>
                  <a:pt x="15013" y="30452"/>
                </a:lnTo>
                <a:lnTo>
                  <a:pt x="15101" y="30697"/>
                </a:lnTo>
                <a:lnTo>
                  <a:pt x="15202" y="30877"/>
                </a:lnTo>
                <a:lnTo>
                  <a:pt x="15290" y="31110"/>
                </a:lnTo>
                <a:lnTo>
                  <a:pt x="15378" y="31303"/>
                </a:lnTo>
                <a:lnTo>
                  <a:pt x="15516" y="31535"/>
                </a:lnTo>
                <a:lnTo>
                  <a:pt x="15604" y="31729"/>
                </a:lnTo>
                <a:lnTo>
                  <a:pt x="15705" y="31961"/>
                </a:lnTo>
                <a:lnTo>
                  <a:pt x="15793" y="32154"/>
                </a:lnTo>
                <a:lnTo>
                  <a:pt x="15881" y="32386"/>
                </a:lnTo>
                <a:lnTo>
                  <a:pt x="16019" y="32567"/>
                </a:lnTo>
                <a:lnTo>
                  <a:pt x="16120" y="32812"/>
                </a:lnTo>
                <a:lnTo>
                  <a:pt x="16208" y="32993"/>
                </a:lnTo>
                <a:lnTo>
                  <a:pt x="16296" y="33225"/>
                </a:lnTo>
                <a:lnTo>
                  <a:pt x="16384" y="33418"/>
                </a:lnTo>
                <a:lnTo>
                  <a:pt x="16522" y="33650"/>
                </a:lnTo>
                <a:lnTo>
                  <a:pt x="16623" y="33844"/>
                </a:lnTo>
                <a:lnTo>
                  <a:pt x="16711" y="34076"/>
                </a:lnTo>
                <a:lnTo>
                  <a:pt x="16799" y="34270"/>
                </a:lnTo>
                <a:lnTo>
                  <a:pt x="16887" y="34502"/>
                </a:lnTo>
                <a:lnTo>
                  <a:pt x="17025" y="34682"/>
                </a:lnTo>
                <a:lnTo>
                  <a:pt x="17126" y="34927"/>
                </a:lnTo>
                <a:lnTo>
                  <a:pt x="17214" y="35108"/>
                </a:lnTo>
                <a:lnTo>
                  <a:pt x="17302" y="35340"/>
                </a:lnTo>
                <a:lnTo>
                  <a:pt x="17390" y="35534"/>
                </a:lnTo>
                <a:lnTo>
                  <a:pt x="17528" y="35766"/>
                </a:lnTo>
                <a:lnTo>
                  <a:pt x="17629" y="35959"/>
                </a:lnTo>
                <a:lnTo>
                  <a:pt x="17717" y="36191"/>
                </a:lnTo>
                <a:lnTo>
                  <a:pt x="17805" y="36385"/>
                </a:lnTo>
                <a:lnTo>
                  <a:pt x="17893" y="36617"/>
                </a:lnTo>
                <a:lnTo>
                  <a:pt x="18031" y="36849"/>
                </a:lnTo>
                <a:lnTo>
                  <a:pt x="18132" y="37043"/>
                </a:lnTo>
                <a:lnTo>
                  <a:pt x="18220" y="37275"/>
                </a:lnTo>
                <a:lnTo>
                  <a:pt x="18308" y="37455"/>
                </a:lnTo>
                <a:lnTo>
                  <a:pt x="18396" y="37700"/>
                </a:lnTo>
                <a:lnTo>
                  <a:pt x="18534" y="37881"/>
                </a:lnTo>
                <a:lnTo>
                  <a:pt x="18634" y="38113"/>
                </a:lnTo>
                <a:lnTo>
                  <a:pt x="18723" y="38307"/>
                </a:lnTo>
                <a:lnTo>
                  <a:pt x="18811" y="38539"/>
                </a:lnTo>
                <a:lnTo>
                  <a:pt x="18911" y="38732"/>
                </a:lnTo>
                <a:lnTo>
                  <a:pt x="19037" y="38964"/>
                </a:lnTo>
                <a:lnTo>
                  <a:pt x="19137" y="39197"/>
                </a:lnTo>
                <a:lnTo>
                  <a:pt x="19225" y="39390"/>
                </a:lnTo>
                <a:lnTo>
                  <a:pt x="19313" y="39622"/>
                </a:lnTo>
                <a:lnTo>
                  <a:pt x="19414" y="39816"/>
                </a:lnTo>
                <a:lnTo>
                  <a:pt x="19540" y="40048"/>
                </a:lnTo>
                <a:lnTo>
                  <a:pt x="19640" y="40228"/>
                </a:lnTo>
                <a:lnTo>
                  <a:pt x="19728" y="40474"/>
                </a:lnTo>
                <a:lnTo>
                  <a:pt x="19816" y="40654"/>
                </a:lnTo>
                <a:lnTo>
                  <a:pt x="19917" y="40886"/>
                </a:lnTo>
                <a:lnTo>
                  <a:pt x="20055" y="4113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5771547" y="2644657"/>
            <a:ext cx="19992" cy="44137"/>
          </a:xfrm>
          <a:custGeom>
            <a:avLst/>
            <a:gdLst/>
            <a:ahLst/>
            <a:cxnLst/>
            <a:rect l="l" t="t" r="r" b="b"/>
            <a:pathLst>
              <a:path w="19992" h="44137">
                <a:moveTo>
                  <a:pt x="0" y="0"/>
                </a:moveTo>
                <a:lnTo>
                  <a:pt x="88" y="180"/>
                </a:lnTo>
                <a:lnTo>
                  <a:pt x="176" y="425"/>
                </a:lnTo>
                <a:lnTo>
                  <a:pt x="264" y="606"/>
                </a:lnTo>
                <a:lnTo>
                  <a:pt x="364" y="838"/>
                </a:lnTo>
                <a:lnTo>
                  <a:pt x="502" y="1031"/>
                </a:lnTo>
                <a:lnTo>
                  <a:pt x="590" y="1264"/>
                </a:lnTo>
                <a:lnTo>
                  <a:pt x="679" y="1496"/>
                </a:lnTo>
                <a:lnTo>
                  <a:pt x="767" y="1689"/>
                </a:lnTo>
                <a:lnTo>
                  <a:pt x="867" y="1921"/>
                </a:lnTo>
                <a:lnTo>
                  <a:pt x="1005" y="2115"/>
                </a:lnTo>
                <a:lnTo>
                  <a:pt x="1093" y="2347"/>
                </a:lnTo>
                <a:lnTo>
                  <a:pt x="1181" y="2579"/>
                </a:lnTo>
                <a:lnTo>
                  <a:pt x="1269" y="2773"/>
                </a:lnTo>
                <a:lnTo>
                  <a:pt x="1370" y="3005"/>
                </a:lnTo>
                <a:lnTo>
                  <a:pt x="1508" y="3198"/>
                </a:lnTo>
                <a:lnTo>
                  <a:pt x="1596" y="3430"/>
                </a:lnTo>
                <a:lnTo>
                  <a:pt x="1684" y="3611"/>
                </a:lnTo>
                <a:lnTo>
                  <a:pt x="1772" y="3856"/>
                </a:lnTo>
                <a:lnTo>
                  <a:pt x="1873" y="4088"/>
                </a:lnTo>
                <a:lnTo>
                  <a:pt x="2011" y="4269"/>
                </a:lnTo>
                <a:lnTo>
                  <a:pt x="2099" y="4514"/>
                </a:lnTo>
                <a:lnTo>
                  <a:pt x="2187" y="4694"/>
                </a:lnTo>
                <a:lnTo>
                  <a:pt x="2288" y="4927"/>
                </a:lnTo>
                <a:lnTo>
                  <a:pt x="2376" y="5172"/>
                </a:lnTo>
                <a:lnTo>
                  <a:pt x="2514" y="5352"/>
                </a:lnTo>
                <a:lnTo>
                  <a:pt x="2602" y="5584"/>
                </a:lnTo>
                <a:lnTo>
                  <a:pt x="2690" y="5829"/>
                </a:lnTo>
                <a:lnTo>
                  <a:pt x="2791" y="6010"/>
                </a:lnTo>
                <a:lnTo>
                  <a:pt x="2879" y="6242"/>
                </a:lnTo>
                <a:lnTo>
                  <a:pt x="3017" y="6436"/>
                </a:lnTo>
                <a:lnTo>
                  <a:pt x="3105" y="6668"/>
                </a:lnTo>
                <a:lnTo>
                  <a:pt x="3193" y="6900"/>
                </a:lnTo>
                <a:lnTo>
                  <a:pt x="3294" y="7093"/>
                </a:lnTo>
                <a:lnTo>
                  <a:pt x="3382" y="7326"/>
                </a:lnTo>
                <a:lnTo>
                  <a:pt x="3520" y="7519"/>
                </a:lnTo>
                <a:lnTo>
                  <a:pt x="3608" y="7751"/>
                </a:lnTo>
                <a:lnTo>
                  <a:pt x="3696" y="7983"/>
                </a:lnTo>
                <a:lnTo>
                  <a:pt x="3797" y="8177"/>
                </a:lnTo>
                <a:lnTo>
                  <a:pt x="3885" y="8409"/>
                </a:lnTo>
                <a:lnTo>
                  <a:pt x="4023" y="8641"/>
                </a:lnTo>
                <a:lnTo>
                  <a:pt x="4111" y="8835"/>
                </a:lnTo>
                <a:lnTo>
                  <a:pt x="4199" y="9067"/>
                </a:lnTo>
                <a:lnTo>
                  <a:pt x="4300" y="9299"/>
                </a:lnTo>
                <a:lnTo>
                  <a:pt x="4388" y="9492"/>
                </a:lnTo>
                <a:lnTo>
                  <a:pt x="4526" y="9725"/>
                </a:lnTo>
                <a:lnTo>
                  <a:pt x="4614" y="9918"/>
                </a:lnTo>
                <a:lnTo>
                  <a:pt x="4702" y="10150"/>
                </a:lnTo>
                <a:lnTo>
                  <a:pt x="4803" y="10382"/>
                </a:lnTo>
                <a:lnTo>
                  <a:pt x="4891" y="10576"/>
                </a:lnTo>
                <a:lnTo>
                  <a:pt x="5029" y="10808"/>
                </a:lnTo>
                <a:lnTo>
                  <a:pt x="5117" y="11040"/>
                </a:lnTo>
                <a:lnTo>
                  <a:pt x="5205" y="11234"/>
                </a:lnTo>
                <a:lnTo>
                  <a:pt x="5306" y="11466"/>
                </a:lnTo>
                <a:lnTo>
                  <a:pt x="5394" y="11698"/>
                </a:lnTo>
                <a:lnTo>
                  <a:pt x="5532" y="11891"/>
                </a:lnTo>
                <a:lnTo>
                  <a:pt x="5620" y="12124"/>
                </a:lnTo>
                <a:lnTo>
                  <a:pt x="5708" y="12356"/>
                </a:lnTo>
                <a:lnTo>
                  <a:pt x="5809" y="12549"/>
                </a:lnTo>
                <a:lnTo>
                  <a:pt x="5897" y="12781"/>
                </a:lnTo>
                <a:lnTo>
                  <a:pt x="6035" y="13014"/>
                </a:lnTo>
                <a:lnTo>
                  <a:pt x="6123" y="13207"/>
                </a:lnTo>
                <a:lnTo>
                  <a:pt x="6224" y="13439"/>
                </a:lnTo>
                <a:lnTo>
                  <a:pt x="6312" y="13671"/>
                </a:lnTo>
                <a:lnTo>
                  <a:pt x="6400" y="13865"/>
                </a:lnTo>
                <a:lnTo>
                  <a:pt x="6538" y="14097"/>
                </a:lnTo>
                <a:lnTo>
                  <a:pt x="6626" y="14329"/>
                </a:lnTo>
                <a:lnTo>
                  <a:pt x="6727" y="14523"/>
                </a:lnTo>
                <a:lnTo>
                  <a:pt x="6815" y="14755"/>
                </a:lnTo>
                <a:lnTo>
                  <a:pt x="6903" y="14987"/>
                </a:lnTo>
                <a:lnTo>
                  <a:pt x="7041" y="15180"/>
                </a:lnTo>
                <a:lnTo>
                  <a:pt x="7129" y="15413"/>
                </a:lnTo>
                <a:lnTo>
                  <a:pt x="7230" y="15645"/>
                </a:lnTo>
                <a:lnTo>
                  <a:pt x="7318" y="15838"/>
                </a:lnTo>
                <a:lnTo>
                  <a:pt x="7406" y="16070"/>
                </a:lnTo>
                <a:lnTo>
                  <a:pt x="7544" y="16303"/>
                </a:lnTo>
                <a:lnTo>
                  <a:pt x="7632" y="16496"/>
                </a:lnTo>
                <a:lnTo>
                  <a:pt x="7733" y="16728"/>
                </a:lnTo>
                <a:lnTo>
                  <a:pt x="7821" y="16960"/>
                </a:lnTo>
                <a:lnTo>
                  <a:pt x="7909" y="17154"/>
                </a:lnTo>
                <a:lnTo>
                  <a:pt x="8047" y="17386"/>
                </a:lnTo>
                <a:lnTo>
                  <a:pt x="8135" y="17618"/>
                </a:lnTo>
                <a:lnTo>
                  <a:pt x="8236" y="17863"/>
                </a:lnTo>
                <a:lnTo>
                  <a:pt x="8324" y="18044"/>
                </a:lnTo>
                <a:lnTo>
                  <a:pt x="8412" y="18276"/>
                </a:lnTo>
                <a:lnTo>
                  <a:pt x="8550" y="18521"/>
                </a:lnTo>
                <a:lnTo>
                  <a:pt x="8638" y="18702"/>
                </a:lnTo>
                <a:lnTo>
                  <a:pt x="8739" y="18934"/>
                </a:lnTo>
                <a:lnTo>
                  <a:pt x="8827" y="19179"/>
                </a:lnTo>
                <a:lnTo>
                  <a:pt x="8915" y="19359"/>
                </a:lnTo>
                <a:lnTo>
                  <a:pt x="9053" y="19592"/>
                </a:lnTo>
                <a:lnTo>
                  <a:pt x="9141" y="19837"/>
                </a:lnTo>
                <a:lnTo>
                  <a:pt x="9242" y="20069"/>
                </a:lnTo>
                <a:lnTo>
                  <a:pt x="9330" y="20249"/>
                </a:lnTo>
                <a:lnTo>
                  <a:pt x="9418" y="20494"/>
                </a:lnTo>
                <a:lnTo>
                  <a:pt x="9556" y="20727"/>
                </a:lnTo>
                <a:lnTo>
                  <a:pt x="9656" y="20907"/>
                </a:lnTo>
                <a:lnTo>
                  <a:pt x="9745" y="21152"/>
                </a:lnTo>
                <a:lnTo>
                  <a:pt x="9833" y="21384"/>
                </a:lnTo>
                <a:lnTo>
                  <a:pt x="9921" y="21617"/>
                </a:lnTo>
                <a:lnTo>
                  <a:pt x="10059" y="21810"/>
                </a:lnTo>
                <a:lnTo>
                  <a:pt x="10159" y="22042"/>
                </a:lnTo>
                <a:lnTo>
                  <a:pt x="10247" y="22274"/>
                </a:lnTo>
                <a:lnTo>
                  <a:pt x="10336" y="22468"/>
                </a:lnTo>
                <a:lnTo>
                  <a:pt x="10424" y="22700"/>
                </a:lnTo>
                <a:lnTo>
                  <a:pt x="10562" y="22932"/>
                </a:lnTo>
                <a:lnTo>
                  <a:pt x="10662" y="23164"/>
                </a:lnTo>
                <a:lnTo>
                  <a:pt x="10750" y="23358"/>
                </a:lnTo>
                <a:lnTo>
                  <a:pt x="10838" y="23590"/>
                </a:lnTo>
                <a:lnTo>
                  <a:pt x="10926" y="23822"/>
                </a:lnTo>
                <a:lnTo>
                  <a:pt x="11065" y="24067"/>
                </a:lnTo>
                <a:lnTo>
                  <a:pt x="11165" y="24248"/>
                </a:lnTo>
                <a:lnTo>
                  <a:pt x="11253" y="24480"/>
                </a:lnTo>
                <a:lnTo>
                  <a:pt x="11341" y="24725"/>
                </a:lnTo>
                <a:lnTo>
                  <a:pt x="11429" y="24957"/>
                </a:lnTo>
                <a:lnTo>
                  <a:pt x="11568" y="25138"/>
                </a:lnTo>
                <a:lnTo>
                  <a:pt x="11668" y="25383"/>
                </a:lnTo>
                <a:lnTo>
                  <a:pt x="11756" y="25615"/>
                </a:lnTo>
                <a:lnTo>
                  <a:pt x="11844" y="25847"/>
                </a:lnTo>
                <a:lnTo>
                  <a:pt x="11932" y="26041"/>
                </a:lnTo>
                <a:lnTo>
                  <a:pt x="12071" y="26273"/>
                </a:lnTo>
                <a:lnTo>
                  <a:pt x="12171" y="26505"/>
                </a:lnTo>
                <a:lnTo>
                  <a:pt x="12259" y="26737"/>
                </a:lnTo>
                <a:lnTo>
                  <a:pt x="12347" y="26931"/>
                </a:lnTo>
                <a:lnTo>
                  <a:pt x="12448" y="27163"/>
                </a:lnTo>
                <a:lnTo>
                  <a:pt x="12574" y="27395"/>
                </a:lnTo>
                <a:lnTo>
                  <a:pt x="12674" y="27640"/>
                </a:lnTo>
                <a:lnTo>
                  <a:pt x="12762" y="27821"/>
                </a:lnTo>
                <a:lnTo>
                  <a:pt x="12850" y="28053"/>
                </a:lnTo>
                <a:lnTo>
                  <a:pt x="12951" y="28298"/>
                </a:lnTo>
                <a:lnTo>
                  <a:pt x="13077" y="28530"/>
                </a:lnTo>
                <a:lnTo>
                  <a:pt x="13177" y="28711"/>
                </a:lnTo>
                <a:lnTo>
                  <a:pt x="13265" y="28956"/>
                </a:lnTo>
                <a:lnTo>
                  <a:pt x="13353" y="29188"/>
                </a:lnTo>
                <a:lnTo>
                  <a:pt x="13454" y="29420"/>
                </a:lnTo>
                <a:lnTo>
                  <a:pt x="13592" y="29613"/>
                </a:lnTo>
                <a:lnTo>
                  <a:pt x="13680" y="29846"/>
                </a:lnTo>
                <a:lnTo>
                  <a:pt x="13768" y="30078"/>
                </a:lnTo>
                <a:lnTo>
                  <a:pt x="13856" y="30310"/>
                </a:lnTo>
                <a:lnTo>
                  <a:pt x="13957" y="30555"/>
                </a:lnTo>
                <a:lnTo>
                  <a:pt x="14095" y="30736"/>
                </a:lnTo>
                <a:lnTo>
                  <a:pt x="14183" y="30968"/>
                </a:lnTo>
                <a:lnTo>
                  <a:pt x="14271" y="31213"/>
                </a:lnTo>
                <a:lnTo>
                  <a:pt x="14359" y="31445"/>
                </a:lnTo>
                <a:lnTo>
                  <a:pt x="14460" y="31625"/>
                </a:lnTo>
                <a:lnTo>
                  <a:pt x="14598" y="31871"/>
                </a:lnTo>
                <a:lnTo>
                  <a:pt x="14686" y="32103"/>
                </a:lnTo>
                <a:lnTo>
                  <a:pt x="14774" y="32335"/>
                </a:lnTo>
                <a:lnTo>
                  <a:pt x="14862" y="32567"/>
                </a:lnTo>
                <a:lnTo>
                  <a:pt x="14963" y="32761"/>
                </a:lnTo>
                <a:lnTo>
                  <a:pt x="15101" y="32993"/>
                </a:lnTo>
                <a:lnTo>
                  <a:pt x="15189" y="33225"/>
                </a:lnTo>
                <a:lnTo>
                  <a:pt x="15277" y="33470"/>
                </a:lnTo>
                <a:lnTo>
                  <a:pt x="15365" y="33702"/>
                </a:lnTo>
                <a:lnTo>
                  <a:pt x="15466" y="33883"/>
                </a:lnTo>
                <a:lnTo>
                  <a:pt x="15604" y="34128"/>
                </a:lnTo>
                <a:lnTo>
                  <a:pt x="15692" y="34360"/>
                </a:lnTo>
                <a:lnTo>
                  <a:pt x="15780" y="34592"/>
                </a:lnTo>
                <a:lnTo>
                  <a:pt x="15868" y="34824"/>
                </a:lnTo>
                <a:lnTo>
                  <a:pt x="15969" y="35018"/>
                </a:lnTo>
                <a:lnTo>
                  <a:pt x="16107" y="35250"/>
                </a:lnTo>
                <a:lnTo>
                  <a:pt x="16195" y="35482"/>
                </a:lnTo>
                <a:lnTo>
                  <a:pt x="16283" y="35714"/>
                </a:lnTo>
                <a:lnTo>
                  <a:pt x="16384" y="35959"/>
                </a:lnTo>
                <a:lnTo>
                  <a:pt x="16472" y="36140"/>
                </a:lnTo>
                <a:lnTo>
                  <a:pt x="16610" y="36385"/>
                </a:lnTo>
                <a:lnTo>
                  <a:pt x="16698" y="36617"/>
                </a:lnTo>
                <a:lnTo>
                  <a:pt x="16786" y="36849"/>
                </a:lnTo>
                <a:lnTo>
                  <a:pt x="16887" y="37081"/>
                </a:lnTo>
                <a:lnTo>
                  <a:pt x="16975" y="37275"/>
                </a:lnTo>
                <a:lnTo>
                  <a:pt x="17113" y="37507"/>
                </a:lnTo>
                <a:lnTo>
                  <a:pt x="17201" y="37739"/>
                </a:lnTo>
                <a:lnTo>
                  <a:pt x="17289" y="37971"/>
                </a:lnTo>
                <a:lnTo>
                  <a:pt x="17390" y="38216"/>
                </a:lnTo>
                <a:lnTo>
                  <a:pt x="17478" y="38449"/>
                </a:lnTo>
                <a:lnTo>
                  <a:pt x="17616" y="38629"/>
                </a:lnTo>
                <a:lnTo>
                  <a:pt x="17704" y="38874"/>
                </a:lnTo>
                <a:lnTo>
                  <a:pt x="17792" y="39106"/>
                </a:lnTo>
                <a:lnTo>
                  <a:pt x="17893" y="39339"/>
                </a:lnTo>
                <a:lnTo>
                  <a:pt x="17981" y="39571"/>
                </a:lnTo>
                <a:lnTo>
                  <a:pt x="18119" y="39816"/>
                </a:lnTo>
                <a:lnTo>
                  <a:pt x="18207" y="39996"/>
                </a:lnTo>
                <a:lnTo>
                  <a:pt x="18295" y="40228"/>
                </a:lnTo>
                <a:lnTo>
                  <a:pt x="18396" y="40474"/>
                </a:lnTo>
                <a:lnTo>
                  <a:pt x="18484" y="40706"/>
                </a:lnTo>
                <a:lnTo>
                  <a:pt x="18622" y="40938"/>
                </a:lnTo>
                <a:lnTo>
                  <a:pt x="18710" y="41170"/>
                </a:lnTo>
                <a:lnTo>
                  <a:pt x="18798" y="41363"/>
                </a:lnTo>
                <a:lnTo>
                  <a:pt x="18899" y="41596"/>
                </a:lnTo>
                <a:lnTo>
                  <a:pt x="18987" y="41828"/>
                </a:lnTo>
                <a:lnTo>
                  <a:pt x="19125" y="42060"/>
                </a:lnTo>
                <a:lnTo>
                  <a:pt x="19213" y="42305"/>
                </a:lnTo>
                <a:lnTo>
                  <a:pt x="19301" y="42537"/>
                </a:lnTo>
                <a:lnTo>
                  <a:pt x="19402" y="42731"/>
                </a:lnTo>
                <a:lnTo>
                  <a:pt x="19490" y="42963"/>
                </a:lnTo>
                <a:lnTo>
                  <a:pt x="19628" y="43195"/>
                </a:lnTo>
                <a:lnTo>
                  <a:pt x="19716" y="43427"/>
                </a:lnTo>
                <a:lnTo>
                  <a:pt x="19816" y="43659"/>
                </a:lnTo>
                <a:lnTo>
                  <a:pt x="19904" y="43904"/>
                </a:lnTo>
                <a:lnTo>
                  <a:pt x="19992" y="44137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5791540" y="2688794"/>
            <a:ext cx="20043" cy="46445"/>
          </a:xfrm>
          <a:custGeom>
            <a:avLst/>
            <a:gdLst/>
            <a:ahLst/>
            <a:cxnLst/>
            <a:rect l="l" t="t" r="r" b="b"/>
            <a:pathLst>
              <a:path w="20043" h="46445">
                <a:moveTo>
                  <a:pt x="0" y="0"/>
                </a:moveTo>
                <a:lnTo>
                  <a:pt x="138" y="180"/>
                </a:lnTo>
                <a:lnTo>
                  <a:pt x="226" y="425"/>
                </a:lnTo>
                <a:lnTo>
                  <a:pt x="326" y="657"/>
                </a:lnTo>
                <a:lnTo>
                  <a:pt x="414" y="889"/>
                </a:lnTo>
                <a:lnTo>
                  <a:pt x="502" y="1122"/>
                </a:lnTo>
                <a:lnTo>
                  <a:pt x="641" y="1367"/>
                </a:lnTo>
                <a:lnTo>
                  <a:pt x="729" y="1599"/>
                </a:lnTo>
                <a:lnTo>
                  <a:pt x="829" y="1779"/>
                </a:lnTo>
                <a:lnTo>
                  <a:pt x="917" y="2024"/>
                </a:lnTo>
                <a:lnTo>
                  <a:pt x="1005" y="2257"/>
                </a:lnTo>
                <a:lnTo>
                  <a:pt x="1144" y="2489"/>
                </a:lnTo>
                <a:lnTo>
                  <a:pt x="1232" y="2721"/>
                </a:lnTo>
                <a:lnTo>
                  <a:pt x="1332" y="2953"/>
                </a:lnTo>
                <a:lnTo>
                  <a:pt x="1420" y="3198"/>
                </a:lnTo>
                <a:lnTo>
                  <a:pt x="1508" y="3430"/>
                </a:lnTo>
                <a:lnTo>
                  <a:pt x="1647" y="3611"/>
                </a:lnTo>
                <a:lnTo>
                  <a:pt x="1735" y="3856"/>
                </a:lnTo>
                <a:lnTo>
                  <a:pt x="1835" y="4088"/>
                </a:lnTo>
                <a:lnTo>
                  <a:pt x="1923" y="4320"/>
                </a:lnTo>
                <a:lnTo>
                  <a:pt x="2011" y="4553"/>
                </a:lnTo>
                <a:lnTo>
                  <a:pt x="2150" y="4798"/>
                </a:lnTo>
                <a:lnTo>
                  <a:pt x="2238" y="5030"/>
                </a:lnTo>
                <a:lnTo>
                  <a:pt x="2338" y="5262"/>
                </a:lnTo>
                <a:lnTo>
                  <a:pt x="2426" y="5494"/>
                </a:lnTo>
                <a:lnTo>
                  <a:pt x="2514" y="5688"/>
                </a:lnTo>
                <a:lnTo>
                  <a:pt x="2653" y="5920"/>
                </a:lnTo>
                <a:lnTo>
                  <a:pt x="2741" y="6152"/>
                </a:lnTo>
                <a:lnTo>
                  <a:pt x="2841" y="6384"/>
                </a:lnTo>
                <a:lnTo>
                  <a:pt x="2929" y="6629"/>
                </a:lnTo>
                <a:lnTo>
                  <a:pt x="3017" y="6861"/>
                </a:lnTo>
                <a:lnTo>
                  <a:pt x="3156" y="7093"/>
                </a:lnTo>
                <a:lnTo>
                  <a:pt x="3244" y="7326"/>
                </a:lnTo>
                <a:lnTo>
                  <a:pt x="3344" y="7571"/>
                </a:lnTo>
                <a:lnTo>
                  <a:pt x="3432" y="7751"/>
                </a:lnTo>
                <a:lnTo>
                  <a:pt x="3520" y="7983"/>
                </a:lnTo>
                <a:lnTo>
                  <a:pt x="3659" y="8228"/>
                </a:lnTo>
                <a:lnTo>
                  <a:pt x="3759" y="8461"/>
                </a:lnTo>
                <a:lnTo>
                  <a:pt x="3847" y="8693"/>
                </a:lnTo>
                <a:lnTo>
                  <a:pt x="3935" y="8925"/>
                </a:lnTo>
                <a:lnTo>
                  <a:pt x="4023" y="9170"/>
                </a:lnTo>
                <a:lnTo>
                  <a:pt x="4162" y="9402"/>
                </a:lnTo>
                <a:lnTo>
                  <a:pt x="4262" y="9634"/>
                </a:lnTo>
                <a:lnTo>
                  <a:pt x="4350" y="9866"/>
                </a:lnTo>
                <a:lnTo>
                  <a:pt x="4438" y="10060"/>
                </a:lnTo>
                <a:lnTo>
                  <a:pt x="4526" y="10292"/>
                </a:lnTo>
                <a:lnTo>
                  <a:pt x="4665" y="10524"/>
                </a:lnTo>
                <a:lnTo>
                  <a:pt x="4765" y="10756"/>
                </a:lnTo>
                <a:lnTo>
                  <a:pt x="4853" y="11002"/>
                </a:lnTo>
                <a:lnTo>
                  <a:pt x="4941" y="11234"/>
                </a:lnTo>
                <a:lnTo>
                  <a:pt x="5029" y="11466"/>
                </a:lnTo>
                <a:lnTo>
                  <a:pt x="5168" y="11698"/>
                </a:lnTo>
                <a:lnTo>
                  <a:pt x="5268" y="11943"/>
                </a:lnTo>
                <a:lnTo>
                  <a:pt x="5356" y="12175"/>
                </a:lnTo>
                <a:lnTo>
                  <a:pt x="5444" y="12407"/>
                </a:lnTo>
                <a:lnTo>
                  <a:pt x="5532" y="12640"/>
                </a:lnTo>
                <a:lnTo>
                  <a:pt x="5670" y="12833"/>
                </a:lnTo>
                <a:lnTo>
                  <a:pt x="5771" y="13065"/>
                </a:lnTo>
                <a:lnTo>
                  <a:pt x="5859" y="13297"/>
                </a:lnTo>
                <a:lnTo>
                  <a:pt x="5947" y="13530"/>
                </a:lnTo>
                <a:lnTo>
                  <a:pt x="6048" y="13775"/>
                </a:lnTo>
                <a:lnTo>
                  <a:pt x="6173" y="14007"/>
                </a:lnTo>
                <a:lnTo>
                  <a:pt x="6274" y="14239"/>
                </a:lnTo>
                <a:lnTo>
                  <a:pt x="6362" y="14471"/>
                </a:lnTo>
                <a:lnTo>
                  <a:pt x="6450" y="14716"/>
                </a:lnTo>
                <a:lnTo>
                  <a:pt x="6551" y="14948"/>
                </a:lnTo>
                <a:lnTo>
                  <a:pt x="6676" y="15180"/>
                </a:lnTo>
                <a:lnTo>
                  <a:pt x="6777" y="15413"/>
                </a:lnTo>
                <a:lnTo>
                  <a:pt x="6865" y="15645"/>
                </a:lnTo>
                <a:lnTo>
                  <a:pt x="6953" y="15890"/>
                </a:lnTo>
                <a:lnTo>
                  <a:pt x="7054" y="16122"/>
                </a:lnTo>
                <a:lnTo>
                  <a:pt x="7192" y="16303"/>
                </a:lnTo>
                <a:lnTo>
                  <a:pt x="7280" y="16548"/>
                </a:lnTo>
                <a:lnTo>
                  <a:pt x="7368" y="16780"/>
                </a:lnTo>
                <a:lnTo>
                  <a:pt x="7456" y="17012"/>
                </a:lnTo>
                <a:lnTo>
                  <a:pt x="7557" y="17244"/>
                </a:lnTo>
                <a:lnTo>
                  <a:pt x="7695" y="17489"/>
                </a:lnTo>
                <a:lnTo>
                  <a:pt x="7783" y="17721"/>
                </a:lnTo>
                <a:lnTo>
                  <a:pt x="7871" y="17954"/>
                </a:lnTo>
                <a:lnTo>
                  <a:pt x="7959" y="18186"/>
                </a:lnTo>
                <a:lnTo>
                  <a:pt x="8060" y="18418"/>
                </a:lnTo>
                <a:lnTo>
                  <a:pt x="8198" y="18663"/>
                </a:lnTo>
                <a:lnTo>
                  <a:pt x="8286" y="18895"/>
                </a:lnTo>
                <a:lnTo>
                  <a:pt x="8374" y="19127"/>
                </a:lnTo>
                <a:lnTo>
                  <a:pt x="8462" y="19359"/>
                </a:lnTo>
                <a:lnTo>
                  <a:pt x="8563" y="19605"/>
                </a:lnTo>
                <a:lnTo>
                  <a:pt x="8701" y="19837"/>
                </a:lnTo>
                <a:lnTo>
                  <a:pt x="8789" y="20069"/>
                </a:lnTo>
                <a:lnTo>
                  <a:pt x="8877" y="20301"/>
                </a:lnTo>
                <a:lnTo>
                  <a:pt x="8965" y="20533"/>
                </a:lnTo>
                <a:lnTo>
                  <a:pt x="9066" y="20778"/>
                </a:lnTo>
                <a:lnTo>
                  <a:pt x="9204" y="21010"/>
                </a:lnTo>
                <a:lnTo>
                  <a:pt x="9292" y="21191"/>
                </a:lnTo>
                <a:lnTo>
                  <a:pt x="9380" y="21436"/>
                </a:lnTo>
                <a:lnTo>
                  <a:pt x="9468" y="21668"/>
                </a:lnTo>
                <a:lnTo>
                  <a:pt x="9568" y="21900"/>
                </a:lnTo>
                <a:lnTo>
                  <a:pt x="9707" y="22133"/>
                </a:lnTo>
                <a:lnTo>
                  <a:pt x="9795" y="22378"/>
                </a:lnTo>
                <a:lnTo>
                  <a:pt x="9883" y="22610"/>
                </a:lnTo>
                <a:lnTo>
                  <a:pt x="9983" y="22842"/>
                </a:lnTo>
                <a:lnTo>
                  <a:pt x="10071" y="23074"/>
                </a:lnTo>
                <a:lnTo>
                  <a:pt x="10210" y="23306"/>
                </a:lnTo>
                <a:lnTo>
                  <a:pt x="10298" y="23551"/>
                </a:lnTo>
                <a:lnTo>
                  <a:pt x="10386" y="23783"/>
                </a:lnTo>
                <a:lnTo>
                  <a:pt x="10486" y="24016"/>
                </a:lnTo>
                <a:lnTo>
                  <a:pt x="10574" y="24248"/>
                </a:lnTo>
                <a:lnTo>
                  <a:pt x="10713" y="24493"/>
                </a:lnTo>
                <a:lnTo>
                  <a:pt x="10801" y="24725"/>
                </a:lnTo>
                <a:lnTo>
                  <a:pt x="10889" y="24957"/>
                </a:lnTo>
                <a:lnTo>
                  <a:pt x="10989" y="25189"/>
                </a:lnTo>
                <a:lnTo>
                  <a:pt x="11077" y="25422"/>
                </a:lnTo>
                <a:lnTo>
                  <a:pt x="11216" y="25667"/>
                </a:lnTo>
                <a:lnTo>
                  <a:pt x="11304" y="25899"/>
                </a:lnTo>
                <a:lnTo>
                  <a:pt x="11392" y="26131"/>
                </a:lnTo>
                <a:lnTo>
                  <a:pt x="11492" y="26363"/>
                </a:lnTo>
                <a:lnTo>
                  <a:pt x="11580" y="26608"/>
                </a:lnTo>
                <a:lnTo>
                  <a:pt x="11719" y="26840"/>
                </a:lnTo>
                <a:lnTo>
                  <a:pt x="11807" y="27072"/>
                </a:lnTo>
                <a:lnTo>
                  <a:pt x="11895" y="27305"/>
                </a:lnTo>
                <a:lnTo>
                  <a:pt x="11995" y="27537"/>
                </a:lnTo>
                <a:lnTo>
                  <a:pt x="12083" y="27782"/>
                </a:lnTo>
                <a:lnTo>
                  <a:pt x="12222" y="28014"/>
                </a:lnTo>
                <a:lnTo>
                  <a:pt x="12310" y="28246"/>
                </a:lnTo>
                <a:lnTo>
                  <a:pt x="12398" y="28478"/>
                </a:lnTo>
                <a:lnTo>
                  <a:pt x="12498" y="28723"/>
                </a:lnTo>
                <a:lnTo>
                  <a:pt x="12586" y="28956"/>
                </a:lnTo>
                <a:lnTo>
                  <a:pt x="12725" y="29188"/>
                </a:lnTo>
                <a:lnTo>
                  <a:pt x="12813" y="29420"/>
                </a:lnTo>
                <a:lnTo>
                  <a:pt x="12901" y="29652"/>
                </a:lnTo>
                <a:lnTo>
                  <a:pt x="13001" y="29897"/>
                </a:lnTo>
                <a:lnTo>
                  <a:pt x="13089" y="30129"/>
                </a:lnTo>
                <a:lnTo>
                  <a:pt x="13228" y="30361"/>
                </a:lnTo>
                <a:lnTo>
                  <a:pt x="13316" y="30594"/>
                </a:lnTo>
                <a:lnTo>
                  <a:pt x="13416" y="30839"/>
                </a:lnTo>
                <a:lnTo>
                  <a:pt x="13504" y="31071"/>
                </a:lnTo>
                <a:lnTo>
                  <a:pt x="13592" y="31303"/>
                </a:lnTo>
                <a:lnTo>
                  <a:pt x="13731" y="31535"/>
                </a:lnTo>
                <a:lnTo>
                  <a:pt x="13819" y="31767"/>
                </a:lnTo>
                <a:lnTo>
                  <a:pt x="13919" y="32012"/>
                </a:lnTo>
                <a:lnTo>
                  <a:pt x="14007" y="32245"/>
                </a:lnTo>
                <a:lnTo>
                  <a:pt x="14095" y="32477"/>
                </a:lnTo>
                <a:lnTo>
                  <a:pt x="14234" y="32709"/>
                </a:lnTo>
                <a:lnTo>
                  <a:pt x="14322" y="32954"/>
                </a:lnTo>
                <a:lnTo>
                  <a:pt x="14422" y="33186"/>
                </a:lnTo>
                <a:lnTo>
                  <a:pt x="14510" y="33418"/>
                </a:lnTo>
                <a:lnTo>
                  <a:pt x="14598" y="33650"/>
                </a:lnTo>
                <a:lnTo>
                  <a:pt x="14736" y="33883"/>
                </a:lnTo>
                <a:lnTo>
                  <a:pt x="14824" y="34128"/>
                </a:lnTo>
                <a:lnTo>
                  <a:pt x="14925" y="34360"/>
                </a:lnTo>
                <a:lnTo>
                  <a:pt x="15013" y="34592"/>
                </a:lnTo>
                <a:lnTo>
                  <a:pt x="15101" y="34824"/>
                </a:lnTo>
                <a:lnTo>
                  <a:pt x="15239" y="35069"/>
                </a:lnTo>
                <a:lnTo>
                  <a:pt x="15327" y="35301"/>
                </a:lnTo>
                <a:lnTo>
                  <a:pt x="15428" y="35534"/>
                </a:lnTo>
                <a:lnTo>
                  <a:pt x="15516" y="35766"/>
                </a:lnTo>
                <a:lnTo>
                  <a:pt x="15604" y="35998"/>
                </a:lnTo>
                <a:lnTo>
                  <a:pt x="15742" y="36243"/>
                </a:lnTo>
                <a:lnTo>
                  <a:pt x="15830" y="36475"/>
                </a:lnTo>
                <a:lnTo>
                  <a:pt x="15931" y="36707"/>
                </a:lnTo>
                <a:lnTo>
                  <a:pt x="16019" y="36939"/>
                </a:lnTo>
                <a:lnTo>
                  <a:pt x="16107" y="37185"/>
                </a:lnTo>
                <a:lnTo>
                  <a:pt x="16245" y="37417"/>
                </a:lnTo>
                <a:lnTo>
                  <a:pt x="16333" y="37649"/>
                </a:lnTo>
                <a:lnTo>
                  <a:pt x="16434" y="37933"/>
                </a:lnTo>
                <a:lnTo>
                  <a:pt x="16522" y="38165"/>
                </a:lnTo>
                <a:lnTo>
                  <a:pt x="16610" y="38397"/>
                </a:lnTo>
                <a:lnTo>
                  <a:pt x="16748" y="38642"/>
                </a:lnTo>
                <a:lnTo>
                  <a:pt x="16836" y="38874"/>
                </a:lnTo>
                <a:lnTo>
                  <a:pt x="16937" y="39106"/>
                </a:lnTo>
                <a:lnTo>
                  <a:pt x="17025" y="39339"/>
                </a:lnTo>
                <a:lnTo>
                  <a:pt x="17113" y="39571"/>
                </a:lnTo>
                <a:lnTo>
                  <a:pt x="17251" y="39816"/>
                </a:lnTo>
                <a:lnTo>
                  <a:pt x="17352" y="40048"/>
                </a:lnTo>
                <a:lnTo>
                  <a:pt x="17440" y="40280"/>
                </a:lnTo>
                <a:lnTo>
                  <a:pt x="17528" y="40512"/>
                </a:lnTo>
                <a:lnTo>
                  <a:pt x="17616" y="40757"/>
                </a:lnTo>
                <a:lnTo>
                  <a:pt x="17754" y="40989"/>
                </a:lnTo>
                <a:lnTo>
                  <a:pt x="17855" y="41222"/>
                </a:lnTo>
                <a:lnTo>
                  <a:pt x="17943" y="41454"/>
                </a:lnTo>
                <a:lnTo>
                  <a:pt x="18031" y="41686"/>
                </a:lnTo>
                <a:lnTo>
                  <a:pt x="18119" y="41931"/>
                </a:lnTo>
                <a:lnTo>
                  <a:pt x="18257" y="42163"/>
                </a:lnTo>
                <a:lnTo>
                  <a:pt x="18358" y="42395"/>
                </a:lnTo>
                <a:lnTo>
                  <a:pt x="18446" y="42627"/>
                </a:lnTo>
                <a:lnTo>
                  <a:pt x="18534" y="42873"/>
                </a:lnTo>
                <a:lnTo>
                  <a:pt x="18622" y="43143"/>
                </a:lnTo>
                <a:lnTo>
                  <a:pt x="18760" y="43388"/>
                </a:lnTo>
                <a:lnTo>
                  <a:pt x="18861" y="43621"/>
                </a:lnTo>
                <a:lnTo>
                  <a:pt x="18949" y="43853"/>
                </a:lnTo>
                <a:lnTo>
                  <a:pt x="19037" y="44085"/>
                </a:lnTo>
                <a:lnTo>
                  <a:pt x="19125" y="44330"/>
                </a:lnTo>
                <a:lnTo>
                  <a:pt x="19263" y="44562"/>
                </a:lnTo>
                <a:lnTo>
                  <a:pt x="19364" y="44794"/>
                </a:lnTo>
                <a:lnTo>
                  <a:pt x="19452" y="45027"/>
                </a:lnTo>
                <a:lnTo>
                  <a:pt x="19540" y="45259"/>
                </a:lnTo>
                <a:lnTo>
                  <a:pt x="19640" y="45504"/>
                </a:lnTo>
                <a:lnTo>
                  <a:pt x="19766" y="45736"/>
                </a:lnTo>
                <a:lnTo>
                  <a:pt x="19867" y="45968"/>
                </a:lnTo>
                <a:lnTo>
                  <a:pt x="19955" y="46200"/>
                </a:lnTo>
                <a:lnTo>
                  <a:pt x="20043" y="46445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5811583" y="2735240"/>
            <a:ext cx="20043" cy="48122"/>
          </a:xfrm>
          <a:custGeom>
            <a:avLst/>
            <a:gdLst/>
            <a:ahLst/>
            <a:cxnLst/>
            <a:rect l="l" t="t" r="r" b="b"/>
            <a:pathLst>
              <a:path w="20043" h="48122">
                <a:moveTo>
                  <a:pt x="0" y="0"/>
                </a:moveTo>
                <a:lnTo>
                  <a:pt x="100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80"/>
                </a:lnTo>
                <a:lnTo>
                  <a:pt x="502" y="1212"/>
                </a:lnTo>
                <a:lnTo>
                  <a:pt x="603" y="1457"/>
                </a:lnTo>
                <a:lnTo>
                  <a:pt x="741" y="1689"/>
                </a:lnTo>
                <a:lnTo>
                  <a:pt x="829" y="1921"/>
                </a:lnTo>
                <a:lnTo>
                  <a:pt x="917" y="2153"/>
                </a:lnTo>
                <a:lnTo>
                  <a:pt x="1005" y="2386"/>
                </a:lnTo>
                <a:lnTo>
                  <a:pt x="1106" y="2631"/>
                </a:lnTo>
                <a:lnTo>
                  <a:pt x="1244" y="2863"/>
                </a:lnTo>
                <a:lnTo>
                  <a:pt x="1332" y="3095"/>
                </a:lnTo>
                <a:lnTo>
                  <a:pt x="1420" y="3327"/>
                </a:lnTo>
                <a:lnTo>
                  <a:pt x="1508" y="3611"/>
                </a:lnTo>
                <a:lnTo>
                  <a:pt x="1609" y="3843"/>
                </a:lnTo>
                <a:lnTo>
                  <a:pt x="1747" y="4088"/>
                </a:lnTo>
                <a:lnTo>
                  <a:pt x="1835" y="4320"/>
                </a:lnTo>
                <a:lnTo>
                  <a:pt x="1923" y="4553"/>
                </a:lnTo>
                <a:lnTo>
                  <a:pt x="2011" y="4785"/>
                </a:lnTo>
                <a:lnTo>
                  <a:pt x="2112" y="5030"/>
                </a:lnTo>
                <a:lnTo>
                  <a:pt x="2250" y="5262"/>
                </a:lnTo>
                <a:lnTo>
                  <a:pt x="2338" y="5494"/>
                </a:lnTo>
                <a:lnTo>
                  <a:pt x="2426" y="5726"/>
                </a:lnTo>
                <a:lnTo>
                  <a:pt x="2514" y="5958"/>
                </a:lnTo>
                <a:lnTo>
                  <a:pt x="2615" y="6203"/>
                </a:lnTo>
                <a:lnTo>
                  <a:pt x="2753" y="6474"/>
                </a:lnTo>
                <a:lnTo>
                  <a:pt x="2841" y="6719"/>
                </a:lnTo>
                <a:lnTo>
                  <a:pt x="2929" y="6952"/>
                </a:lnTo>
                <a:lnTo>
                  <a:pt x="3017" y="7184"/>
                </a:lnTo>
                <a:lnTo>
                  <a:pt x="3118" y="7416"/>
                </a:lnTo>
                <a:lnTo>
                  <a:pt x="3256" y="7661"/>
                </a:lnTo>
                <a:lnTo>
                  <a:pt x="3344" y="7893"/>
                </a:lnTo>
                <a:lnTo>
                  <a:pt x="3432" y="8125"/>
                </a:lnTo>
                <a:lnTo>
                  <a:pt x="3533" y="8357"/>
                </a:lnTo>
                <a:lnTo>
                  <a:pt x="3621" y="8590"/>
                </a:lnTo>
                <a:lnTo>
                  <a:pt x="3759" y="8873"/>
                </a:lnTo>
                <a:lnTo>
                  <a:pt x="3847" y="9118"/>
                </a:lnTo>
                <a:lnTo>
                  <a:pt x="3935" y="9351"/>
                </a:lnTo>
                <a:lnTo>
                  <a:pt x="4036" y="9583"/>
                </a:lnTo>
                <a:lnTo>
                  <a:pt x="4124" y="9815"/>
                </a:lnTo>
                <a:lnTo>
                  <a:pt x="4262" y="10047"/>
                </a:lnTo>
                <a:lnTo>
                  <a:pt x="4350" y="10292"/>
                </a:lnTo>
                <a:lnTo>
                  <a:pt x="4438" y="10524"/>
                </a:lnTo>
                <a:lnTo>
                  <a:pt x="4539" y="10756"/>
                </a:lnTo>
                <a:lnTo>
                  <a:pt x="4627" y="10989"/>
                </a:lnTo>
                <a:lnTo>
                  <a:pt x="4765" y="11272"/>
                </a:lnTo>
                <a:lnTo>
                  <a:pt x="4853" y="11505"/>
                </a:lnTo>
                <a:lnTo>
                  <a:pt x="4941" y="11750"/>
                </a:lnTo>
                <a:lnTo>
                  <a:pt x="5042" y="11982"/>
                </a:lnTo>
                <a:lnTo>
                  <a:pt x="5130" y="12214"/>
                </a:lnTo>
                <a:lnTo>
                  <a:pt x="5268" y="12446"/>
                </a:lnTo>
                <a:lnTo>
                  <a:pt x="5356" y="12691"/>
                </a:lnTo>
                <a:lnTo>
                  <a:pt x="5444" y="12923"/>
                </a:lnTo>
                <a:lnTo>
                  <a:pt x="5545" y="13155"/>
                </a:lnTo>
                <a:lnTo>
                  <a:pt x="5633" y="13439"/>
                </a:lnTo>
                <a:lnTo>
                  <a:pt x="5771" y="13671"/>
                </a:lnTo>
                <a:lnTo>
                  <a:pt x="5859" y="13904"/>
                </a:lnTo>
                <a:lnTo>
                  <a:pt x="5947" y="14149"/>
                </a:lnTo>
                <a:lnTo>
                  <a:pt x="6048" y="14381"/>
                </a:lnTo>
                <a:lnTo>
                  <a:pt x="6136" y="14613"/>
                </a:lnTo>
                <a:lnTo>
                  <a:pt x="6274" y="14845"/>
                </a:lnTo>
                <a:lnTo>
                  <a:pt x="6362" y="15077"/>
                </a:lnTo>
                <a:lnTo>
                  <a:pt x="6450" y="15322"/>
                </a:lnTo>
                <a:lnTo>
                  <a:pt x="6551" y="15606"/>
                </a:lnTo>
                <a:lnTo>
                  <a:pt x="6639" y="15838"/>
                </a:lnTo>
                <a:lnTo>
                  <a:pt x="6777" y="16070"/>
                </a:lnTo>
                <a:lnTo>
                  <a:pt x="6865" y="16303"/>
                </a:lnTo>
                <a:lnTo>
                  <a:pt x="6966" y="16535"/>
                </a:lnTo>
                <a:lnTo>
                  <a:pt x="7054" y="16780"/>
                </a:lnTo>
                <a:lnTo>
                  <a:pt x="7142" y="17012"/>
                </a:lnTo>
                <a:lnTo>
                  <a:pt x="7280" y="17244"/>
                </a:lnTo>
                <a:lnTo>
                  <a:pt x="7368" y="17528"/>
                </a:lnTo>
                <a:lnTo>
                  <a:pt x="7469" y="17760"/>
                </a:lnTo>
                <a:lnTo>
                  <a:pt x="7557" y="17992"/>
                </a:lnTo>
                <a:lnTo>
                  <a:pt x="7645" y="18237"/>
                </a:lnTo>
                <a:lnTo>
                  <a:pt x="7783" y="18469"/>
                </a:lnTo>
                <a:lnTo>
                  <a:pt x="7871" y="18702"/>
                </a:lnTo>
                <a:lnTo>
                  <a:pt x="7972" y="18934"/>
                </a:lnTo>
                <a:lnTo>
                  <a:pt x="8060" y="19166"/>
                </a:lnTo>
                <a:lnTo>
                  <a:pt x="8148" y="19450"/>
                </a:lnTo>
                <a:lnTo>
                  <a:pt x="8286" y="19695"/>
                </a:lnTo>
                <a:lnTo>
                  <a:pt x="8374" y="19927"/>
                </a:lnTo>
                <a:lnTo>
                  <a:pt x="8475" y="20159"/>
                </a:lnTo>
                <a:lnTo>
                  <a:pt x="8563" y="20391"/>
                </a:lnTo>
                <a:lnTo>
                  <a:pt x="8651" y="20623"/>
                </a:lnTo>
                <a:lnTo>
                  <a:pt x="8789" y="20869"/>
                </a:lnTo>
                <a:lnTo>
                  <a:pt x="8877" y="21152"/>
                </a:lnTo>
                <a:lnTo>
                  <a:pt x="8977" y="21384"/>
                </a:lnTo>
                <a:lnTo>
                  <a:pt x="9066" y="21617"/>
                </a:lnTo>
                <a:lnTo>
                  <a:pt x="9154" y="21849"/>
                </a:lnTo>
                <a:lnTo>
                  <a:pt x="9292" y="22081"/>
                </a:lnTo>
                <a:lnTo>
                  <a:pt x="9380" y="22326"/>
                </a:lnTo>
                <a:lnTo>
                  <a:pt x="9480" y="22558"/>
                </a:lnTo>
                <a:lnTo>
                  <a:pt x="9568" y="22842"/>
                </a:lnTo>
                <a:lnTo>
                  <a:pt x="9656" y="23074"/>
                </a:lnTo>
                <a:lnTo>
                  <a:pt x="9795" y="23306"/>
                </a:lnTo>
                <a:lnTo>
                  <a:pt x="9883" y="23538"/>
                </a:lnTo>
                <a:lnTo>
                  <a:pt x="9983" y="23783"/>
                </a:lnTo>
                <a:lnTo>
                  <a:pt x="10071" y="24016"/>
                </a:lnTo>
                <a:lnTo>
                  <a:pt x="10159" y="24248"/>
                </a:lnTo>
                <a:lnTo>
                  <a:pt x="10298" y="24532"/>
                </a:lnTo>
                <a:lnTo>
                  <a:pt x="10386" y="24764"/>
                </a:lnTo>
                <a:lnTo>
                  <a:pt x="10486" y="24996"/>
                </a:lnTo>
                <a:lnTo>
                  <a:pt x="10574" y="25241"/>
                </a:lnTo>
                <a:lnTo>
                  <a:pt x="10662" y="25473"/>
                </a:lnTo>
                <a:lnTo>
                  <a:pt x="10801" y="25705"/>
                </a:lnTo>
                <a:lnTo>
                  <a:pt x="10901" y="25937"/>
                </a:lnTo>
                <a:lnTo>
                  <a:pt x="10989" y="26221"/>
                </a:lnTo>
                <a:lnTo>
                  <a:pt x="11077" y="26453"/>
                </a:lnTo>
                <a:lnTo>
                  <a:pt x="11165" y="26698"/>
                </a:lnTo>
                <a:lnTo>
                  <a:pt x="11304" y="26931"/>
                </a:lnTo>
                <a:lnTo>
                  <a:pt x="11404" y="27163"/>
                </a:lnTo>
                <a:lnTo>
                  <a:pt x="11492" y="27395"/>
                </a:lnTo>
                <a:lnTo>
                  <a:pt x="11580" y="27627"/>
                </a:lnTo>
                <a:lnTo>
                  <a:pt x="11668" y="27911"/>
                </a:lnTo>
                <a:lnTo>
                  <a:pt x="11807" y="28156"/>
                </a:lnTo>
                <a:lnTo>
                  <a:pt x="11907" y="28388"/>
                </a:lnTo>
                <a:lnTo>
                  <a:pt x="11995" y="28620"/>
                </a:lnTo>
                <a:lnTo>
                  <a:pt x="12083" y="28852"/>
                </a:lnTo>
                <a:lnTo>
                  <a:pt x="12171" y="29085"/>
                </a:lnTo>
                <a:lnTo>
                  <a:pt x="12310" y="29368"/>
                </a:lnTo>
                <a:lnTo>
                  <a:pt x="12410" y="29613"/>
                </a:lnTo>
                <a:lnTo>
                  <a:pt x="12498" y="29846"/>
                </a:lnTo>
                <a:lnTo>
                  <a:pt x="12586" y="30078"/>
                </a:lnTo>
                <a:lnTo>
                  <a:pt x="12674" y="30310"/>
                </a:lnTo>
                <a:lnTo>
                  <a:pt x="12813" y="30542"/>
                </a:lnTo>
                <a:lnTo>
                  <a:pt x="12913" y="30826"/>
                </a:lnTo>
                <a:lnTo>
                  <a:pt x="13001" y="31071"/>
                </a:lnTo>
                <a:lnTo>
                  <a:pt x="13089" y="31303"/>
                </a:lnTo>
                <a:lnTo>
                  <a:pt x="13190" y="31535"/>
                </a:lnTo>
                <a:lnTo>
                  <a:pt x="13316" y="31767"/>
                </a:lnTo>
                <a:lnTo>
                  <a:pt x="13416" y="32000"/>
                </a:lnTo>
                <a:lnTo>
                  <a:pt x="13504" y="32283"/>
                </a:lnTo>
                <a:lnTo>
                  <a:pt x="13592" y="32528"/>
                </a:lnTo>
                <a:lnTo>
                  <a:pt x="13693" y="32761"/>
                </a:lnTo>
                <a:lnTo>
                  <a:pt x="13819" y="32993"/>
                </a:lnTo>
                <a:lnTo>
                  <a:pt x="13919" y="33225"/>
                </a:lnTo>
                <a:lnTo>
                  <a:pt x="14007" y="33457"/>
                </a:lnTo>
                <a:lnTo>
                  <a:pt x="14095" y="33741"/>
                </a:lnTo>
                <a:lnTo>
                  <a:pt x="14196" y="33973"/>
                </a:lnTo>
                <a:lnTo>
                  <a:pt x="14322" y="34218"/>
                </a:lnTo>
                <a:lnTo>
                  <a:pt x="14422" y="34450"/>
                </a:lnTo>
                <a:lnTo>
                  <a:pt x="14510" y="34682"/>
                </a:lnTo>
                <a:lnTo>
                  <a:pt x="14598" y="34914"/>
                </a:lnTo>
                <a:lnTo>
                  <a:pt x="14699" y="35198"/>
                </a:lnTo>
                <a:lnTo>
                  <a:pt x="14837" y="35430"/>
                </a:lnTo>
                <a:lnTo>
                  <a:pt x="14925" y="35675"/>
                </a:lnTo>
                <a:lnTo>
                  <a:pt x="15013" y="35908"/>
                </a:lnTo>
                <a:lnTo>
                  <a:pt x="15101" y="36140"/>
                </a:lnTo>
                <a:lnTo>
                  <a:pt x="15202" y="36372"/>
                </a:lnTo>
                <a:lnTo>
                  <a:pt x="15340" y="36656"/>
                </a:lnTo>
                <a:lnTo>
                  <a:pt x="15428" y="36888"/>
                </a:lnTo>
                <a:lnTo>
                  <a:pt x="15516" y="37133"/>
                </a:lnTo>
                <a:lnTo>
                  <a:pt x="15604" y="37365"/>
                </a:lnTo>
                <a:lnTo>
                  <a:pt x="15705" y="37597"/>
                </a:lnTo>
                <a:lnTo>
                  <a:pt x="15843" y="37881"/>
                </a:lnTo>
                <a:lnTo>
                  <a:pt x="15931" y="38113"/>
                </a:lnTo>
                <a:lnTo>
                  <a:pt x="16019" y="38345"/>
                </a:lnTo>
                <a:lnTo>
                  <a:pt x="16107" y="38590"/>
                </a:lnTo>
                <a:lnTo>
                  <a:pt x="16208" y="38823"/>
                </a:lnTo>
                <a:lnTo>
                  <a:pt x="16346" y="39055"/>
                </a:lnTo>
                <a:lnTo>
                  <a:pt x="16434" y="39339"/>
                </a:lnTo>
                <a:lnTo>
                  <a:pt x="16522" y="39571"/>
                </a:lnTo>
                <a:lnTo>
                  <a:pt x="16610" y="39803"/>
                </a:lnTo>
                <a:lnTo>
                  <a:pt x="16711" y="40048"/>
                </a:lnTo>
                <a:lnTo>
                  <a:pt x="16849" y="40280"/>
                </a:lnTo>
                <a:lnTo>
                  <a:pt x="16937" y="40564"/>
                </a:lnTo>
                <a:lnTo>
                  <a:pt x="17025" y="40796"/>
                </a:lnTo>
                <a:lnTo>
                  <a:pt x="17126" y="41028"/>
                </a:lnTo>
                <a:lnTo>
                  <a:pt x="17214" y="41260"/>
                </a:lnTo>
                <a:lnTo>
                  <a:pt x="17352" y="41505"/>
                </a:lnTo>
                <a:lnTo>
                  <a:pt x="17440" y="41738"/>
                </a:lnTo>
                <a:lnTo>
                  <a:pt x="17528" y="42021"/>
                </a:lnTo>
                <a:lnTo>
                  <a:pt x="17629" y="42253"/>
                </a:lnTo>
                <a:lnTo>
                  <a:pt x="17717" y="42486"/>
                </a:lnTo>
                <a:lnTo>
                  <a:pt x="17855" y="42718"/>
                </a:lnTo>
                <a:lnTo>
                  <a:pt x="17943" y="42963"/>
                </a:lnTo>
                <a:lnTo>
                  <a:pt x="18031" y="43234"/>
                </a:lnTo>
                <a:lnTo>
                  <a:pt x="18132" y="43479"/>
                </a:lnTo>
                <a:lnTo>
                  <a:pt x="18220" y="43711"/>
                </a:lnTo>
                <a:lnTo>
                  <a:pt x="18358" y="43943"/>
                </a:lnTo>
                <a:lnTo>
                  <a:pt x="18446" y="44175"/>
                </a:lnTo>
                <a:lnTo>
                  <a:pt x="18534" y="44459"/>
                </a:lnTo>
                <a:lnTo>
                  <a:pt x="18634" y="44691"/>
                </a:lnTo>
                <a:lnTo>
                  <a:pt x="18723" y="44936"/>
                </a:lnTo>
                <a:lnTo>
                  <a:pt x="18861" y="45168"/>
                </a:lnTo>
                <a:lnTo>
                  <a:pt x="18949" y="45401"/>
                </a:lnTo>
                <a:lnTo>
                  <a:pt x="19037" y="45684"/>
                </a:lnTo>
                <a:lnTo>
                  <a:pt x="19137" y="45916"/>
                </a:lnTo>
                <a:lnTo>
                  <a:pt x="19225" y="46149"/>
                </a:lnTo>
                <a:lnTo>
                  <a:pt x="19364" y="46394"/>
                </a:lnTo>
                <a:lnTo>
                  <a:pt x="19452" y="46626"/>
                </a:lnTo>
                <a:lnTo>
                  <a:pt x="19540" y="46910"/>
                </a:lnTo>
                <a:lnTo>
                  <a:pt x="19640" y="47142"/>
                </a:lnTo>
                <a:lnTo>
                  <a:pt x="19728" y="47374"/>
                </a:lnTo>
                <a:lnTo>
                  <a:pt x="19867" y="47606"/>
                </a:lnTo>
                <a:lnTo>
                  <a:pt x="19955" y="47851"/>
                </a:lnTo>
                <a:lnTo>
                  <a:pt x="20043" y="4812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5831626" y="2783363"/>
            <a:ext cx="20055" cy="48935"/>
          </a:xfrm>
          <a:custGeom>
            <a:avLst/>
            <a:gdLst/>
            <a:ahLst/>
            <a:cxnLst/>
            <a:rect l="l" t="t" r="r" b="b"/>
            <a:pathLst>
              <a:path w="20055" h="48935">
                <a:moveTo>
                  <a:pt x="0" y="0"/>
                </a:moveTo>
                <a:lnTo>
                  <a:pt x="100" y="245"/>
                </a:lnTo>
                <a:lnTo>
                  <a:pt x="188" y="477"/>
                </a:lnTo>
                <a:lnTo>
                  <a:pt x="326" y="709"/>
                </a:lnTo>
                <a:lnTo>
                  <a:pt x="414" y="941"/>
                </a:lnTo>
                <a:lnTo>
                  <a:pt x="502" y="1225"/>
                </a:lnTo>
                <a:lnTo>
                  <a:pt x="603" y="1457"/>
                </a:lnTo>
                <a:lnTo>
                  <a:pt x="691" y="1702"/>
                </a:lnTo>
                <a:lnTo>
                  <a:pt x="829" y="1934"/>
                </a:lnTo>
                <a:lnTo>
                  <a:pt x="917" y="2166"/>
                </a:lnTo>
                <a:lnTo>
                  <a:pt x="1018" y="2450"/>
                </a:lnTo>
                <a:lnTo>
                  <a:pt x="1106" y="2682"/>
                </a:lnTo>
                <a:lnTo>
                  <a:pt x="1194" y="2914"/>
                </a:lnTo>
                <a:lnTo>
                  <a:pt x="1332" y="3160"/>
                </a:lnTo>
                <a:lnTo>
                  <a:pt x="1420" y="3392"/>
                </a:lnTo>
                <a:lnTo>
                  <a:pt x="1521" y="3675"/>
                </a:lnTo>
                <a:lnTo>
                  <a:pt x="1609" y="3908"/>
                </a:lnTo>
                <a:lnTo>
                  <a:pt x="1697" y="4140"/>
                </a:lnTo>
                <a:lnTo>
                  <a:pt x="1835" y="4372"/>
                </a:lnTo>
                <a:lnTo>
                  <a:pt x="1923" y="4617"/>
                </a:lnTo>
                <a:lnTo>
                  <a:pt x="2024" y="4888"/>
                </a:lnTo>
                <a:lnTo>
                  <a:pt x="2112" y="5133"/>
                </a:lnTo>
                <a:lnTo>
                  <a:pt x="2200" y="5365"/>
                </a:lnTo>
                <a:lnTo>
                  <a:pt x="2338" y="5597"/>
                </a:lnTo>
                <a:lnTo>
                  <a:pt x="2426" y="5881"/>
                </a:lnTo>
                <a:lnTo>
                  <a:pt x="2527" y="6113"/>
                </a:lnTo>
                <a:lnTo>
                  <a:pt x="2615" y="6345"/>
                </a:lnTo>
                <a:lnTo>
                  <a:pt x="2703" y="6590"/>
                </a:lnTo>
                <a:lnTo>
                  <a:pt x="2841" y="6823"/>
                </a:lnTo>
                <a:lnTo>
                  <a:pt x="2929" y="7106"/>
                </a:lnTo>
                <a:lnTo>
                  <a:pt x="3030" y="7338"/>
                </a:lnTo>
                <a:lnTo>
                  <a:pt x="3118" y="7571"/>
                </a:lnTo>
                <a:lnTo>
                  <a:pt x="3206" y="7803"/>
                </a:lnTo>
                <a:lnTo>
                  <a:pt x="3344" y="8048"/>
                </a:lnTo>
                <a:lnTo>
                  <a:pt x="3432" y="8332"/>
                </a:lnTo>
                <a:lnTo>
                  <a:pt x="3533" y="8564"/>
                </a:lnTo>
                <a:lnTo>
                  <a:pt x="3621" y="8796"/>
                </a:lnTo>
                <a:lnTo>
                  <a:pt x="3709" y="9028"/>
                </a:lnTo>
                <a:lnTo>
                  <a:pt x="3847" y="9312"/>
                </a:lnTo>
                <a:lnTo>
                  <a:pt x="3935" y="9544"/>
                </a:lnTo>
                <a:lnTo>
                  <a:pt x="4036" y="9789"/>
                </a:lnTo>
                <a:lnTo>
                  <a:pt x="4124" y="10021"/>
                </a:lnTo>
                <a:lnTo>
                  <a:pt x="4212" y="10253"/>
                </a:lnTo>
                <a:lnTo>
                  <a:pt x="4350" y="10537"/>
                </a:lnTo>
                <a:lnTo>
                  <a:pt x="4451" y="10769"/>
                </a:lnTo>
                <a:lnTo>
                  <a:pt x="4539" y="11002"/>
                </a:lnTo>
                <a:lnTo>
                  <a:pt x="4627" y="11234"/>
                </a:lnTo>
                <a:lnTo>
                  <a:pt x="4715" y="11479"/>
                </a:lnTo>
                <a:lnTo>
                  <a:pt x="4853" y="11763"/>
                </a:lnTo>
                <a:lnTo>
                  <a:pt x="4954" y="11995"/>
                </a:lnTo>
                <a:lnTo>
                  <a:pt x="5042" y="12227"/>
                </a:lnTo>
                <a:lnTo>
                  <a:pt x="5130" y="12459"/>
                </a:lnTo>
                <a:lnTo>
                  <a:pt x="5218" y="12743"/>
                </a:lnTo>
                <a:lnTo>
                  <a:pt x="5356" y="12975"/>
                </a:lnTo>
                <a:lnTo>
                  <a:pt x="5457" y="13220"/>
                </a:lnTo>
                <a:lnTo>
                  <a:pt x="5545" y="13452"/>
                </a:lnTo>
                <a:lnTo>
                  <a:pt x="5633" y="13684"/>
                </a:lnTo>
                <a:lnTo>
                  <a:pt x="5721" y="13968"/>
                </a:lnTo>
                <a:lnTo>
                  <a:pt x="5859" y="14200"/>
                </a:lnTo>
                <a:lnTo>
                  <a:pt x="5960" y="14432"/>
                </a:lnTo>
                <a:lnTo>
                  <a:pt x="6048" y="14677"/>
                </a:lnTo>
                <a:lnTo>
                  <a:pt x="6136" y="14948"/>
                </a:lnTo>
                <a:lnTo>
                  <a:pt x="6224" y="15193"/>
                </a:lnTo>
                <a:lnTo>
                  <a:pt x="6362" y="15426"/>
                </a:lnTo>
                <a:lnTo>
                  <a:pt x="6463" y="15658"/>
                </a:lnTo>
                <a:lnTo>
                  <a:pt x="6551" y="15941"/>
                </a:lnTo>
                <a:lnTo>
                  <a:pt x="6639" y="16174"/>
                </a:lnTo>
                <a:lnTo>
                  <a:pt x="6727" y="16406"/>
                </a:lnTo>
                <a:lnTo>
                  <a:pt x="6865" y="16651"/>
                </a:lnTo>
                <a:lnTo>
                  <a:pt x="6966" y="16883"/>
                </a:lnTo>
                <a:lnTo>
                  <a:pt x="7054" y="17167"/>
                </a:lnTo>
                <a:lnTo>
                  <a:pt x="7142" y="17399"/>
                </a:lnTo>
                <a:lnTo>
                  <a:pt x="7242" y="17631"/>
                </a:lnTo>
                <a:lnTo>
                  <a:pt x="7368" y="17863"/>
                </a:lnTo>
                <a:lnTo>
                  <a:pt x="7469" y="18147"/>
                </a:lnTo>
                <a:lnTo>
                  <a:pt x="7557" y="18379"/>
                </a:lnTo>
                <a:lnTo>
                  <a:pt x="7645" y="18624"/>
                </a:lnTo>
                <a:lnTo>
                  <a:pt x="7745" y="18856"/>
                </a:lnTo>
                <a:lnTo>
                  <a:pt x="7871" y="19089"/>
                </a:lnTo>
                <a:lnTo>
                  <a:pt x="7972" y="19372"/>
                </a:lnTo>
                <a:lnTo>
                  <a:pt x="8060" y="19605"/>
                </a:lnTo>
                <a:lnTo>
                  <a:pt x="8148" y="19837"/>
                </a:lnTo>
                <a:lnTo>
                  <a:pt x="8248" y="20082"/>
                </a:lnTo>
                <a:lnTo>
                  <a:pt x="8386" y="20365"/>
                </a:lnTo>
                <a:lnTo>
                  <a:pt x="8475" y="20598"/>
                </a:lnTo>
                <a:lnTo>
                  <a:pt x="8563" y="20830"/>
                </a:lnTo>
                <a:lnTo>
                  <a:pt x="8651" y="21062"/>
                </a:lnTo>
                <a:lnTo>
                  <a:pt x="8751" y="21346"/>
                </a:lnTo>
                <a:lnTo>
                  <a:pt x="8889" y="21578"/>
                </a:lnTo>
                <a:lnTo>
                  <a:pt x="8977" y="21810"/>
                </a:lnTo>
                <a:lnTo>
                  <a:pt x="9066" y="22055"/>
                </a:lnTo>
                <a:lnTo>
                  <a:pt x="9154" y="22339"/>
                </a:lnTo>
                <a:lnTo>
                  <a:pt x="9254" y="22571"/>
                </a:lnTo>
                <a:lnTo>
                  <a:pt x="9392" y="22803"/>
                </a:lnTo>
                <a:lnTo>
                  <a:pt x="9480" y="23035"/>
                </a:lnTo>
                <a:lnTo>
                  <a:pt x="9568" y="23268"/>
                </a:lnTo>
                <a:lnTo>
                  <a:pt x="9656" y="23551"/>
                </a:lnTo>
                <a:lnTo>
                  <a:pt x="9757" y="23796"/>
                </a:lnTo>
                <a:lnTo>
                  <a:pt x="9895" y="24029"/>
                </a:lnTo>
                <a:lnTo>
                  <a:pt x="9983" y="24261"/>
                </a:lnTo>
                <a:lnTo>
                  <a:pt x="10071" y="24544"/>
                </a:lnTo>
                <a:lnTo>
                  <a:pt x="10159" y="24777"/>
                </a:lnTo>
                <a:lnTo>
                  <a:pt x="10260" y="25009"/>
                </a:lnTo>
                <a:lnTo>
                  <a:pt x="10398" y="25254"/>
                </a:lnTo>
                <a:lnTo>
                  <a:pt x="10486" y="25525"/>
                </a:lnTo>
                <a:lnTo>
                  <a:pt x="10574" y="25770"/>
                </a:lnTo>
                <a:lnTo>
                  <a:pt x="10675" y="26002"/>
                </a:lnTo>
                <a:lnTo>
                  <a:pt x="10763" y="26234"/>
                </a:lnTo>
                <a:lnTo>
                  <a:pt x="10901" y="26518"/>
                </a:lnTo>
                <a:lnTo>
                  <a:pt x="10989" y="26750"/>
                </a:lnTo>
                <a:lnTo>
                  <a:pt x="11077" y="26982"/>
                </a:lnTo>
                <a:lnTo>
                  <a:pt x="11178" y="27227"/>
                </a:lnTo>
                <a:lnTo>
                  <a:pt x="11266" y="27459"/>
                </a:lnTo>
                <a:lnTo>
                  <a:pt x="11404" y="27743"/>
                </a:lnTo>
                <a:lnTo>
                  <a:pt x="11492" y="27975"/>
                </a:lnTo>
                <a:lnTo>
                  <a:pt x="11580" y="28207"/>
                </a:lnTo>
                <a:lnTo>
                  <a:pt x="11681" y="28440"/>
                </a:lnTo>
                <a:lnTo>
                  <a:pt x="11769" y="28723"/>
                </a:lnTo>
                <a:lnTo>
                  <a:pt x="11907" y="28956"/>
                </a:lnTo>
                <a:lnTo>
                  <a:pt x="11995" y="29201"/>
                </a:lnTo>
                <a:lnTo>
                  <a:pt x="12083" y="29433"/>
                </a:lnTo>
                <a:lnTo>
                  <a:pt x="12184" y="29717"/>
                </a:lnTo>
                <a:lnTo>
                  <a:pt x="12272" y="29949"/>
                </a:lnTo>
                <a:lnTo>
                  <a:pt x="12410" y="30181"/>
                </a:lnTo>
                <a:lnTo>
                  <a:pt x="12498" y="30413"/>
                </a:lnTo>
                <a:lnTo>
                  <a:pt x="12586" y="30697"/>
                </a:lnTo>
                <a:lnTo>
                  <a:pt x="12687" y="30942"/>
                </a:lnTo>
                <a:lnTo>
                  <a:pt x="12775" y="31174"/>
                </a:lnTo>
                <a:lnTo>
                  <a:pt x="12913" y="31406"/>
                </a:lnTo>
                <a:lnTo>
                  <a:pt x="13001" y="31690"/>
                </a:lnTo>
                <a:lnTo>
                  <a:pt x="13089" y="31922"/>
                </a:lnTo>
                <a:lnTo>
                  <a:pt x="13190" y="32154"/>
                </a:lnTo>
                <a:lnTo>
                  <a:pt x="13278" y="32386"/>
                </a:lnTo>
                <a:lnTo>
                  <a:pt x="13416" y="32670"/>
                </a:lnTo>
                <a:lnTo>
                  <a:pt x="13504" y="32915"/>
                </a:lnTo>
                <a:lnTo>
                  <a:pt x="13592" y="33147"/>
                </a:lnTo>
                <a:lnTo>
                  <a:pt x="13693" y="33380"/>
                </a:lnTo>
                <a:lnTo>
                  <a:pt x="13781" y="33663"/>
                </a:lnTo>
                <a:lnTo>
                  <a:pt x="13919" y="33896"/>
                </a:lnTo>
                <a:lnTo>
                  <a:pt x="14007" y="34128"/>
                </a:lnTo>
                <a:lnTo>
                  <a:pt x="14095" y="34373"/>
                </a:lnTo>
                <a:lnTo>
                  <a:pt x="14196" y="34644"/>
                </a:lnTo>
                <a:lnTo>
                  <a:pt x="14284" y="34889"/>
                </a:lnTo>
                <a:lnTo>
                  <a:pt x="14422" y="35121"/>
                </a:lnTo>
                <a:lnTo>
                  <a:pt x="14510" y="35353"/>
                </a:lnTo>
                <a:lnTo>
                  <a:pt x="14611" y="35637"/>
                </a:lnTo>
                <a:lnTo>
                  <a:pt x="14699" y="35869"/>
                </a:lnTo>
                <a:lnTo>
                  <a:pt x="14787" y="36101"/>
                </a:lnTo>
                <a:lnTo>
                  <a:pt x="14925" y="36346"/>
                </a:lnTo>
                <a:lnTo>
                  <a:pt x="15013" y="36617"/>
                </a:lnTo>
                <a:lnTo>
                  <a:pt x="15114" y="36862"/>
                </a:lnTo>
                <a:lnTo>
                  <a:pt x="15202" y="37094"/>
                </a:lnTo>
                <a:lnTo>
                  <a:pt x="15290" y="37326"/>
                </a:lnTo>
                <a:lnTo>
                  <a:pt x="15428" y="37610"/>
                </a:lnTo>
                <a:lnTo>
                  <a:pt x="15516" y="37842"/>
                </a:lnTo>
                <a:lnTo>
                  <a:pt x="15617" y="38074"/>
                </a:lnTo>
                <a:lnTo>
                  <a:pt x="15705" y="38320"/>
                </a:lnTo>
                <a:lnTo>
                  <a:pt x="15793" y="38603"/>
                </a:lnTo>
                <a:lnTo>
                  <a:pt x="15931" y="38835"/>
                </a:lnTo>
                <a:lnTo>
                  <a:pt x="16019" y="39068"/>
                </a:lnTo>
                <a:lnTo>
                  <a:pt x="16120" y="39300"/>
                </a:lnTo>
                <a:lnTo>
                  <a:pt x="16208" y="39584"/>
                </a:lnTo>
                <a:lnTo>
                  <a:pt x="16296" y="39816"/>
                </a:lnTo>
                <a:lnTo>
                  <a:pt x="16434" y="40061"/>
                </a:lnTo>
                <a:lnTo>
                  <a:pt x="16522" y="40293"/>
                </a:lnTo>
                <a:lnTo>
                  <a:pt x="16623" y="40577"/>
                </a:lnTo>
                <a:lnTo>
                  <a:pt x="16711" y="40809"/>
                </a:lnTo>
                <a:lnTo>
                  <a:pt x="16799" y="41041"/>
                </a:lnTo>
                <a:lnTo>
                  <a:pt x="16937" y="41273"/>
                </a:lnTo>
                <a:lnTo>
                  <a:pt x="17025" y="41557"/>
                </a:lnTo>
                <a:lnTo>
                  <a:pt x="17126" y="41789"/>
                </a:lnTo>
                <a:lnTo>
                  <a:pt x="17214" y="42034"/>
                </a:lnTo>
                <a:lnTo>
                  <a:pt x="17302" y="42266"/>
                </a:lnTo>
                <a:lnTo>
                  <a:pt x="17440" y="42550"/>
                </a:lnTo>
                <a:lnTo>
                  <a:pt x="17528" y="42782"/>
                </a:lnTo>
                <a:lnTo>
                  <a:pt x="17629" y="43014"/>
                </a:lnTo>
                <a:lnTo>
                  <a:pt x="17717" y="43247"/>
                </a:lnTo>
                <a:lnTo>
                  <a:pt x="17805" y="43530"/>
                </a:lnTo>
                <a:lnTo>
                  <a:pt x="17943" y="43763"/>
                </a:lnTo>
                <a:lnTo>
                  <a:pt x="18031" y="44008"/>
                </a:lnTo>
                <a:lnTo>
                  <a:pt x="18132" y="44240"/>
                </a:lnTo>
                <a:lnTo>
                  <a:pt x="18220" y="44524"/>
                </a:lnTo>
                <a:lnTo>
                  <a:pt x="18308" y="44756"/>
                </a:lnTo>
                <a:lnTo>
                  <a:pt x="18446" y="44988"/>
                </a:lnTo>
                <a:lnTo>
                  <a:pt x="18546" y="45220"/>
                </a:lnTo>
                <a:lnTo>
                  <a:pt x="18634" y="45504"/>
                </a:lnTo>
                <a:lnTo>
                  <a:pt x="18723" y="45749"/>
                </a:lnTo>
                <a:lnTo>
                  <a:pt x="18811" y="45981"/>
                </a:lnTo>
                <a:lnTo>
                  <a:pt x="18949" y="46213"/>
                </a:lnTo>
                <a:lnTo>
                  <a:pt x="19049" y="46497"/>
                </a:lnTo>
                <a:lnTo>
                  <a:pt x="19137" y="46729"/>
                </a:lnTo>
                <a:lnTo>
                  <a:pt x="19225" y="46961"/>
                </a:lnTo>
                <a:lnTo>
                  <a:pt x="19313" y="47193"/>
                </a:lnTo>
                <a:lnTo>
                  <a:pt x="19452" y="47477"/>
                </a:lnTo>
                <a:lnTo>
                  <a:pt x="19552" y="47722"/>
                </a:lnTo>
                <a:lnTo>
                  <a:pt x="19640" y="47954"/>
                </a:lnTo>
                <a:lnTo>
                  <a:pt x="19728" y="48187"/>
                </a:lnTo>
                <a:lnTo>
                  <a:pt x="19816" y="48470"/>
                </a:lnTo>
                <a:lnTo>
                  <a:pt x="19955" y="48702"/>
                </a:lnTo>
                <a:lnTo>
                  <a:pt x="20055" y="4893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5851682" y="2832298"/>
            <a:ext cx="19992" cy="49025"/>
          </a:xfrm>
          <a:custGeom>
            <a:avLst/>
            <a:gdLst/>
            <a:ahLst/>
            <a:cxnLst/>
            <a:rect l="l" t="t" r="r" b="b"/>
            <a:pathLst>
              <a:path w="19992" h="49025">
                <a:moveTo>
                  <a:pt x="0" y="0"/>
                </a:moveTo>
                <a:lnTo>
                  <a:pt x="88" y="245"/>
                </a:lnTo>
                <a:lnTo>
                  <a:pt x="176" y="515"/>
                </a:lnTo>
                <a:lnTo>
                  <a:pt x="264" y="760"/>
                </a:lnTo>
                <a:lnTo>
                  <a:pt x="402" y="993"/>
                </a:lnTo>
                <a:lnTo>
                  <a:pt x="502" y="1225"/>
                </a:lnTo>
                <a:lnTo>
                  <a:pt x="590" y="1509"/>
                </a:lnTo>
                <a:lnTo>
                  <a:pt x="679" y="1741"/>
                </a:lnTo>
                <a:lnTo>
                  <a:pt x="779" y="1973"/>
                </a:lnTo>
                <a:lnTo>
                  <a:pt x="905" y="2218"/>
                </a:lnTo>
                <a:lnTo>
                  <a:pt x="1005" y="2489"/>
                </a:lnTo>
                <a:lnTo>
                  <a:pt x="1093" y="2734"/>
                </a:lnTo>
                <a:lnTo>
                  <a:pt x="1181" y="2966"/>
                </a:lnTo>
                <a:lnTo>
                  <a:pt x="1282" y="3198"/>
                </a:lnTo>
                <a:lnTo>
                  <a:pt x="1408" y="3482"/>
                </a:lnTo>
                <a:lnTo>
                  <a:pt x="1508" y="3714"/>
                </a:lnTo>
                <a:lnTo>
                  <a:pt x="1596" y="3946"/>
                </a:lnTo>
                <a:lnTo>
                  <a:pt x="1684" y="4191"/>
                </a:lnTo>
                <a:lnTo>
                  <a:pt x="1785" y="4475"/>
                </a:lnTo>
                <a:lnTo>
                  <a:pt x="1923" y="4707"/>
                </a:lnTo>
                <a:lnTo>
                  <a:pt x="2011" y="4939"/>
                </a:lnTo>
                <a:lnTo>
                  <a:pt x="2099" y="5172"/>
                </a:lnTo>
                <a:lnTo>
                  <a:pt x="2187" y="5455"/>
                </a:lnTo>
                <a:lnTo>
                  <a:pt x="2288" y="5688"/>
                </a:lnTo>
                <a:lnTo>
                  <a:pt x="2426" y="5933"/>
                </a:lnTo>
                <a:lnTo>
                  <a:pt x="2514" y="6165"/>
                </a:lnTo>
                <a:lnTo>
                  <a:pt x="2552" y="6397"/>
                </a:lnTo>
                <a:lnTo>
                  <a:pt x="2653" y="6629"/>
                </a:lnTo>
                <a:lnTo>
                  <a:pt x="2791" y="6861"/>
                </a:lnTo>
                <a:lnTo>
                  <a:pt x="2879" y="7106"/>
                </a:lnTo>
                <a:lnTo>
                  <a:pt x="2967" y="7390"/>
                </a:lnTo>
                <a:lnTo>
                  <a:pt x="3068" y="7622"/>
                </a:lnTo>
                <a:lnTo>
                  <a:pt x="3156" y="7854"/>
                </a:lnTo>
                <a:lnTo>
                  <a:pt x="3294" y="8087"/>
                </a:lnTo>
                <a:lnTo>
                  <a:pt x="3382" y="8370"/>
                </a:lnTo>
                <a:lnTo>
                  <a:pt x="3470" y="8602"/>
                </a:lnTo>
                <a:lnTo>
                  <a:pt x="3571" y="8835"/>
                </a:lnTo>
                <a:lnTo>
                  <a:pt x="3659" y="9080"/>
                </a:lnTo>
                <a:lnTo>
                  <a:pt x="3797" y="9363"/>
                </a:lnTo>
                <a:lnTo>
                  <a:pt x="3885" y="9596"/>
                </a:lnTo>
                <a:lnTo>
                  <a:pt x="3973" y="9828"/>
                </a:lnTo>
                <a:lnTo>
                  <a:pt x="4074" y="10060"/>
                </a:lnTo>
                <a:lnTo>
                  <a:pt x="4162" y="10344"/>
                </a:lnTo>
                <a:lnTo>
                  <a:pt x="4300" y="10576"/>
                </a:lnTo>
                <a:lnTo>
                  <a:pt x="4388" y="10821"/>
                </a:lnTo>
                <a:lnTo>
                  <a:pt x="4476" y="11053"/>
                </a:lnTo>
                <a:lnTo>
                  <a:pt x="4577" y="11337"/>
                </a:lnTo>
                <a:lnTo>
                  <a:pt x="4665" y="11569"/>
                </a:lnTo>
                <a:lnTo>
                  <a:pt x="4803" y="11801"/>
                </a:lnTo>
                <a:lnTo>
                  <a:pt x="4891" y="12033"/>
                </a:lnTo>
                <a:lnTo>
                  <a:pt x="4979" y="12317"/>
                </a:lnTo>
                <a:lnTo>
                  <a:pt x="5079" y="12549"/>
                </a:lnTo>
                <a:lnTo>
                  <a:pt x="5168" y="12794"/>
                </a:lnTo>
                <a:lnTo>
                  <a:pt x="5306" y="13027"/>
                </a:lnTo>
                <a:lnTo>
                  <a:pt x="5394" y="13310"/>
                </a:lnTo>
                <a:lnTo>
                  <a:pt x="5482" y="13542"/>
                </a:lnTo>
                <a:lnTo>
                  <a:pt x="5582" y="13775"/>
                </a:lnTo>
                <a:lnTo>
                  <a:pt x="5670" y="14007"/>
                </a:lnTo>
                <a:lnTo>
                  <a:pt x="5809" y="14291"/>
                </a:lnTo>
                <a:lnTo>
                  <a:pt x="5897" y="14523"/>
                </a:lnTo>
                <a:lnTo>
                  <a:pt x="5985" y="14768"/>
                </a:lnTo>
                <a:lnTo>
                  <a:pt x="6085" y="15000"/>
                </a:lnTo>
                <a:lnTo>
                  <a:pt x="6173" y="15284"/>
                </a:lnTo>
                <a:lnTo>
                  <a:pt x="6312" y="15516"/>
                </a:lnTo>
                <a:lnTo>
                  <a:pt x="6400" y="15748"/>
                </a:lnTo>
                <a:lnTo>
                  <a:pt x="6488" y="15980"/>
                </a:lnTo>
                <a:lnTo>
                  <a:pt x="6588" y="16264"/>
                </a:lnTo>
                <a:lnTo>
                  <a:pt x="6676" y="16509"/>
                </a:lnTo>
                <a:lnTo>
                  <a:pt x="6815" y="16741"/>
                </a:lnTo>
                <a:lnTo>
                  <a:pt x="6903" y="16973"/>
                </a:lnTo>
                <a:lnTo>
                  <a:pt x="7003" y="17257"/>
                </a:lnTo>
                <a:lnTo>
                  <a:pt x="7091" y="17489"/>
                </a:lnTo>
                <a:lnTo>
                  <a:pt x="7179" y="17721"/>
                </a:lnTo>
                <a:lnTo>
                  <a:pt x="7318" y="17966"/>
                </a:lnTo>
                <a:lnTo>
                  <a:pt x="7406" y="18237"/>
                </a:lnTo>
                <a:lnTo>
                  <a:pt x="7506" y="18482"/>
                </a:lnTo>
                <a:lnTo>
                  <a:pt x="7594" y="18715"/>
                </a:lnTo>
                <a:lnTo>
                  <a:pt x="7682" y="18947"/>
                </a:lnTo>
                <a:lnTo>
                  <a:pt x="7821" y="19230"/>
                </a:lnTo>
                <a:lnTo>
                  <a:pt x="7909" y="19463"/>
                </a:lnTo>
                <a:lnTo>
                  <a:pt x="8009" y="19695"/>
                </a:lnTo>
                <a:lnTo>
                  <a:pt x="8097" y="19940"/>
                </a:lnTo>
                <a:lnTo>
                  <a:pt x="8185" y="20211"/>
                </a:lnTo>
                <a:lnTo>
                  <a:pt x="8324" y="20456"/>
                </a:lnTo>
                <a:lnTo>
                  <a:pt x="8412" y="20688"/>
                </a:lnTo>
                <a:lnTo>
                  <a:pt x="8512" y="20920"/>
                </a:lnTo>
                <a:lnTo>
                  <a:pt x="8600" y="21204"/>
                </a:lnTo>
                <a:lnTo>
                  <a:pt x="8688" y="21436"/>
                </a:lnTo>
                <a:lnTo>
                  <a:pt x="8827" y="21668"/>
                </a:lnTo>
                <a:lnTo>
                  <a:pt x="8915" y="21913"/>
                </a:lnTo>
                <a:lnTo>
                  <a:pt x="9015" y="22197"/>
                </a:lnTo>
                <a:lnTo>
                  <a:pt x="9103" y="22429"/>
                </a:lnTo>
                <a:lnTo>
                  <a:pt x="9191" y="22661"/>
                </a:lnTo>
                <a:lnTo>
                  <a:pt x="9330" y="22894"/>
                </a:lnTo>
                <a:lnTo>
                  <a:pt x="9418" y="23177"/>
                </a:lnTo>
                <a:lnTo>
                  <a:pt x="9518" y="23409"/>
                </a:lnTo>
                <a:lnTo>
                  <a:pt x="9606" y="23642"/>
                </a:lnTo>
                <a:lnTo>
                  <a:pt x="9694" y="23887"/>
                </a:lnTo>
                <a:lnTo>
                  <a:pt x="9833" y="24170"/>
                </a:lnTo>
                <a:lnTo>
                  <a:pt x="9921" y="24403"/>
                </a:lnTo>
                <a:lnTo>
                  <a:pt x="10021" y="24635"/>
                </a:lnTo>
                <a:lnTo>
                  <a:pt x="10109" y="24867"/>
                </a:lnTo>
                <a:lnTo>
                  <a:pt x="10197" y="25151"/>
                </a:lnTo>
                <a:lnTo>
                  <a:pt x="10336" y="25383"/>
                </a:lnTo>
                <a:lnTo>
                  <a:pt x="10436" y="25628"/>
                </a:lnTo>
                <a:lnTo>
                  <a:pt x="10524" y="25860"/>
                </a:lnTo>
                <a:lnTo>
                  <a:pt x="10612" y="26144"/>
                </a:lnTo>
                <a:lnTo>
                  <a:pt x="10700" y="26376"/>
                </a:lnTo>
                <a:lnTo>
                  <a:pt x="10838" y="26608"/>
                </a:lnTo>
                <a:lnTo>
                  <a:pt x="10939" y="26840"/>
                </a:lnTo>
                <a:lnTo>
                  <a:pt x="11027" y="27124"/>
                </a:lnTo>
                <a:lnTo>
                  <a:pt x="11115" y="27356"/>
                </a:lnTo>
                <a:lnTo>
                  <a:pt x="11203" y="27601"/>
                </a:lnTo>
                <a:lnTo>
                  <a:pt x="11341" y="27833"/>
                </a:lnTo>
                <a:lnTo>
                  <a:pt x="11442" y="28117"/>
                </a:lnTo>
                <a:lnTo>
                  <a:pt x="11530" y="28349"/>
                </a:lnTo>
                <a:lnTo>
                  <a:pt x="11618" y="28582"/>
                </a:lnTo>
                <a:lnTo>
                  <a:pt x="11706" y="28814"/>
                </a:lnTo>
                <a:lnTo>
                  <a:pt x="11844" y="29097"/>
                </a:lnTo>
                <a:lnTo>
                  <a:pt x="11945" y="29330"/>
                </a:lnTo>
                <a:lnTo>
                  <a:pt x="12033" y="29575"/>
                </a:lnTo>
                <a:lnTo>
                  <a:pt x="12121" y="29807"/>
                </a:lnTo>
                <a:lnTo>
                  <a:pt x="12209" y="30091"/>
                </a:lnTo>
                <a:lnTo>
                  <a:pt x="12347" y="30323"/>
                </a:lnTo>
                <a:lnTo>
                  <a:pt x="12448" y="30555"/>
                </a:lnTo>
                <a:lnTo>
                  <a:pt x="12536" y="30787"/>
                </a:lnTo>
                <a:lnTo>
                  <a:pt x="12624" y="31071"/>
                </a:lnTo>
                <a:lnTo>
                  <a:pt x="12712" y="31316"/>
                </a:lnTo>
                <a:lnTo>
                  <a:pt x="12850" y="31548"/>
                </a:lnTo>
                <a:lnTo>
                  <a:pt x="12951" y="31780"/>
                </a:lnTo>
                <a:lnTo>
                  <a:pt x="13039" y="32064"/>
                </a:lnTo>
                <a:lnTo>
                  <a:pt x="13127" y="32296"/>
                </a:lnTo>
                <a:lnTo>
                  <a:pt x="13228" y="32528"/>
                </a:lnTo>
                <a:lnTo>
                  <a:pt x="13353" y="32773"/>
                </a:lnTo>
                <a:lnTo>
                  <a:pt x="13454" y="33044"/>
                </a:lnTo>
                <a:lnTo>
                  <a:pt x="13542" y="33289"/>
                </a:lnTo>
                <a:lnTo>
                  <a:pt x="13630" y="33521"/>
                </a:lnTo>
                <a:lnTo>
                  <a:pt x="13731" y="33754"/>
                </a:lnTo>
                <a:lnTo>
                  <a:pt x="13856" y="34037"/>
                </a:lnTo>
                <a:lnTo>
                  <a:pt x="13957" y="34270"/>
                </a:lnTo>
                <a:lnTo>
                  <a:pt x="14045" y="34502"/>
                </a:lnTo>
                <a:lnTo>
                  <a:pt x="14133" y="34747"/>
                </a:lnTo>
                <a:lnTo>
                  <a:pt x="14234" y="34979"/>
                </a:lnTo>
                <a:lnTo>
                  <a:pt x="14372" y="35263"/>
                </a:lnTo>
                <a:lnTo>
                  <a:pt x="14460" y="35495"/>
                </a:lnTo>
                <a:lnTo>
                  <a:pt x="14548" y="35727"/>
                </a:lnTo>
                <a:lnTo>
                  <a:pt x="14636" y="35959"/>
                </a:lnTo>
                <a:lnTo>
                  <a:pt x="14736" y="36243"/>
                </a:lnTo>
                <a:lnTo>
                  <a:pt x="14875" y="36475"/>
                </a:lnTo>
                <a:lnTo>
                  <a:pt x="14963" y="36720"/>
                </a:lnTo>
                <a:lnTo>
                  <a:pt x="15051" y="36952"/>
                </a:lnTo>
                <a:lnTo>
                  <a:pt x="15139" y="37236"/>
                </a:lnTo>
                <a:lnTo>
                  <a:pt x="15239" y="37468"/>
                </a:lnTo>
                <a:lnTo>
                  <a:pt x="15378" y="37700"/>
                </a:lnTo>
                <a:lnTo>
                  <a:pt x="15466" y="37933"/>
                </a:lnTo>
                <a:lnTo>
                  <a:pt x="15554" y="38216"/>
                </a:lnTo>
                <a:lnTo>
                  <a:pt x="15642" y="38449"/>
                </a:lnTo>
                <a:lnTo>
                  <a:pt x="15742" y="38694"/>
                </a:lnTo>
                <a:lnTo>
                  <a:pt x="15881" y="38926"/>
                </a:lnTo>
                <a:lnTo>
                  <a:pt x="15969" y="39158"/>
                </a:lnTo>
                <a:lnTo>
                  <a:pt x="16057" y="39442"/>
                </a:lnTo>
                <a:lnTo>
                  <a:pt x="16145" y="39674"/>
                </a:lnTo>
                <a:lnTo>
                  <a:pt x="16245" y="39906"/>
                </a:lnTo>
                <a:lnTo>
                  <a:pt x="16384" y="40151"/>
                </a:lnTo>
                <a:lnTo>
                  <a:pt x="16472" y="40435"/>
                </a:lnTo>
                <a:lnTo>
                  <a:pt x="16560" y="40667"/>
                </a:lnTo>
                <a:lnTo>
                  <a:pt x="16660" y="40899"/>
                </a:lnTo>
                <a:lnTo>
                  <a:pt x="16748" y="41131"/>
                </a:lnTo>
                <a:lnTo>
                  <a:pt x="16887" y="41415"/>
                </a:lnTo>
                <a:lnTo>
                  <a:pt x="16975" y="41647"/>
                </a:lnTo>
                <a:lnTo>
                  <a:pt x="17063" y="41892"/>
                </a:lnTo>
                <a:lnTo>
                  <a:pt x="17163" y="42124"/>
                </a:lnTo>
                <a:lnTo>
                  <a:pt x="17251" y="42408"/>
                </a:lnTo>
                <a:lnTo>
                  <a:pt x="17390" y="42640"/>
                </a:lnTo>
                <a:lnTo>
                  <a:pt x="17478" y="42873"/>
                </a:lnTo>
                <a:lnTo>
                  <a:pt x="17566" y="43105"/>
                </a:lnTo>
                <a:lnTo>
                  <a:pt x="17666" y="43350"/>
                </a:lnTo>
                <a:lnTo>
                  <a:pt x="17754" y="43621"/>
                </a:lnTo>
                <a:lnTo>
                  <a:pt x="17893" y="43866"/>
                </a:lnTo>
                <a:lnTo>
                  <a:pt x="17981" y="44098"/>
                </a:lnTo>
                <a:lnTo>
                  <a:pt x="18069" y="44330"/>
                </a:lnTo>
                <a:lnTo>
                  <a:pt x="18169" y="44614"/>
                </a:lnTo>
                <a:lnTo>
                  <a:pt x="18257" y="44846"/>
                </a:lnTo>
                <a:lnTo>
                  <a:pt x="18396" y="45078"/>
                </a:lnTo>
                <a:lnTo>
                  <a:pt x="18484" y="45323"/>
                </a:lnTo>
                <a:lnTo>
                  <a:pt x="18572" y="45555"/>
                </a:lnTo>
                <a:lnTo>
                  <a:pt x="18672" y="45839"/>
                </a:lnTo>
                <a:lnTo>
                  <a:pt x="18760" y="46071"/>
                </a:lnTo>
                <a:lnTo>
                  <a:pt x="18899" y="46303"/>
                </a:lnTo>
                <a:lnTo>
                  <a:pt x="18987" y="46536"/>
                </a:lnTo>
                <a:lnTo>
                  <a:pt x="19075" y="46819"/>
                </a:lnTo>
                <a:lnTo>
                  <a:pt x="19175" y="47052"/>
                </a:lnTo>
                <a:lnTo>
                  <a:pt x="19263" y="47297"/>
                </a:lnTo>
                <a:lnTo>
                  <a:pt x="19402" y="47529"/>
                </a:lnTo>
                <a:lnTo>
                  <a:pt x="19490" y="47813"/>
                </a:lnTo>
                <a:lnTo>
                  <a:pt x="19578" y="48045"/>
                </a:lnTo>
                <a:lnTo>
                  <a:pt x="19678" y="48277"/>
                </a:lnTo>
                <a:lnTo>
                  <a:pt x="19766" y="48509"/>
                </a:lnTo>
                <a:lnTo>
                  <a:pt x="19904" y="48754"/>
                </a:lnTo>
                <a:lnTo>
                  <a:pt x="19992" y="4902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5871675" y="2881323"/>
            <a:ext cx="20043" cy="48380"/>
          </a:xfrm>
          <a:custGeom>
            <a:avLst/>
            <a:gdLst/>
            <a:ahLst/>
            <a:cxnLst/>
            <a:rect l="l" t="t" r="r" b="b"/>
            <a:pathLst>
              <a:path w="20043" h="48380">
                <a:moveTo>
                  <a:pt x="0" y="0"/>
                </a:moveTo>
                <a:lnTo>
                  <a:pt x="88" y="245"/>
                </a:lnTo>
                <a:lnTo>
                  <a:pt x="188" y="477"/>
                </a:lnTo>
                <a:lnTo>
                  <a:pt x="276" y="709"/>
                </a:lnTo>
                <a:lnTo>
                  <a:pt x="414" y="993"/>
                </a:lnTo>
                <a:lnTo>
                  <a:pt x="502" y="1225"/>
                </a:lnTo>
                <a:lnTo>
                  <a:pt x="603" y="1457"/>
                </a:lnTo>
                <a:lnTo>
                  <a:pt x="691" y="1702"/>
                </a:lnTo>
                <a:lnTo>
                  <a:pt x="779" y="1934"/>
                </a:lnTo>
                <a:lnTo>
                  <a:pt x="917" y="2218"/>
                </a:lnTo>
                <a:lnTo>
                  <a:pt x="1005" y="2450"/>
                </a:lnTo>
                <a:lnTo>
                  <a:pt x="1106" y="2682"/>
                </a:lnTo>
                <a:lnTo>
                  <a:pt x="1194" y="2914"/>
                </a:lnTo>
                <a:lnTo>
                  <a:pt x="1282" y="3160"/>
                </a:lnTo>
                <a:lnTo>
                  <a:pt x="1420" y="3443"/>
                </a:lnTo>
                <a:lnTo>
                  <a:pt x="1508" y="3675"/>
                </a:lnTo>
                <a:lnTo>
                  <a:pt x="1609" y="3908"/>
                </a:lnTo>
                <a:lnTo>
                  <a:pt x="1697" y="4140"/>
                </a:lnTo>
                <a:lnTo>
                  <a:pt x="1785" y="4424"/>
                </a:lnTo>
                <a:lnTo>
                  <a:pt x="1923" y="4656"/>
                </a:lnTo>
                <a:lnTo>
                  <a:pt x="2011" y="4901"/>
                </a:lnTo>
                <a:lnTo>
                  <a:pt x="2112" y="5133"/>
                </a:lnTo>
                <a:lnTo>
                  <a:pt x="2200" y="5365"/>
                </a:lnTo>
                <a:lnTo>
                  <a:pt x="2288" y="5649"/>
                </a:lnTo>
                <a:lnTo>
                  <a:pt x="2426" y="5881"/>
                </a:lnTo>
                <a:lnTo>
                  <a:pt x="2514" y="6113"/>
                </a:lnTo>
                <a:lnTo>
                  <a:pt x="2615" y="6345"/>
                </a:lnTo>
                <a:lnTo>
                  <a:pt x="2703" y="6590"/>
                </a:lnTo>
                <a:lnTo>
                  <a:pt x="2791" y="6874"/>
                </a:lnTo>
                <a:lnTo>
                  <a:pt x="2929" y="7106"/>
                </a:lnTo>
                <a:lnTo>
                  <a:pt x="3017" y="7338"/>
                </a:lnTo>
                <a:lnTo>
                  <a:pt x="3118" y="7571"/>
                </a:lnTo>
                <a:lnTo>
                  <a:pt x="3206" y="7854"/>
                </a:lnTo>
                <a:lnTo>
                  <a:pt x="3294" y="8087"/>
                </a:lnTo>
                <a:lnTo>
                  <a:pt x="3432" y="8332"/>
                </a:lnTo>
                <a:lnTo>
                  <a:pt x="3520" y="8564"/>
                </a:lnTo>
                <a:lnTo>
                  <a:pt x="3621" y="8796"/>
                </a:lnTo>
                <a:lnTo>
                  <a:pt x="3709" y="9080"/>
                </a:lnTo>
                <a:lnTo>
                  <a:pt x="3797" y="9312"/>
                </a:lnTo>
                <a:lnTo>
                  <a:pt x="3935" y="9544"/>
                </a:lnTo>
                <a:lnTo>
                  <a:pt x="4023" y="9789"/>
                </a:lnTo>
                <a:lnTo>
                  <a:pt x="4124" y="10021"/>
                </a:lnTo>
                <a:lnTo>
                  <a:pt x="4212" y="10305"/>
                </a:lnTo>
                <a:lnTo>
                  <a:pt x="4300" y="10537"/>
                </a:lnTo>
                <a:lnTo>
                  <a:pt x="4438" y="10769"/>
                </a:lnTo>
                <a:lnTo>
                  <a:pt x="4539" y="11002"/>
                </a:lnTo>
                <a:lnTo>
                  <a:pt x="4627" y="11247"/>
                </a:lnTo>
                <a:lnTo>
                  <a:pt x="4715" y="11517"/>
                </a:lnTo>
                <a:lnTo>
                  <a:pt x="4803" y="11763"/>
                </a:lnTo>
                <a:lnTo>
                  <a:pt x="4941" y="11995"/>
                </a:lnTo>
                <a:lnTo>
                  <a:pt x="5042" y="12227"/>
                </a:lnTo>
                <a:lnTo>
                  <a:pt x="5130" y="12459"/>
                </a:lnTo>
                <a:lnTo>
                  <a:pt x="5218" y="12743"/>
                </a:lnTo>
                <a:lnTo>
                  <a:pt x="5306" y="12975"/>
                </a:lnTo>
                <a:lnTo>
                  <a:pt x="5444" y="13220"/>
                </a:lnTo>
                <a:lnTo>
                  <a:pt x="5545" y="13452"/>
                </a:lnTo>
                <a:lnTo>
                  <a:pt x="5633" y="13684"/>
                </a:lnTo>
                <a:lnTo>
                  <a:pt x="5721" y="13968"/>
                </a:lnTo>
                <a:lnTo>
                  <a:pt x="5809" y="14200"/>
                </a:lnTo>
                <a:lnTo>
                  <a:pt x="5947" y="14432"/>
                </a:lnTo>
                <a:lnTo>
                  <a:pt x="6048" y="14677"/>
                </a:lnTo>
                <a:lnTo>
                  <a:pt x="6136" y="14910"/>
                </a:lnTo>
                <a:lnTo>
                  <a:pt x="6224" y="15193"/>
                </a:lnTo>
                <a:lnTo>
                  <a:pt x="6312" y="15426"/>
                </a:lnTo>
                <a:lnTo>
                  <a:pt x="6450" y="15658"/>
                </a:lnTo>
                <a:lnTo>
                  <a:pt x="6551" y="15890"/>
                </a:lnTo>
                <a:lnTo>
                  <a:pt x="6639" y="16135"/>
                </a:lnTo>
                <a:lnTo>
                  <a:pt x="6727" y="16406"/>
                </a:lnTo>
                <a:lnTo>
                  <a:pt x="6827" y="16651"/>
                </a:lnTo>
                <a:lnTo>
                  <a:pt x="6953" y="16883"/>
                </a:lnTo>
                <a:lnTo>
                  <a:pt x="7054" y="17115"/>
                </a:lnTo>
                <a:lnTo>
                  <a:pt x="7142" y="17347"/>
                </a:lnTo>
                <a:lnTo>
                  <a:pt x="7230" y="17631"/>
                </a:lnTo>
                <a:lnTo>
                  <a:pt x="7330" y="17863"/>
                </a:lnTo>
                <a:lnTo>
                  <a:pt x="7456" y="18108"/>
                </a:lnTo>
                <a:lnTo>
                  <a:pt x="7557" y="18341"/>
                </a:lnTo>
                <a:lnTo>
                  <a:pt x="7645" y="18573"/>
                </a:lnTo>
                <a:lnTo>
                  <a:pt x="7733" y="18856"/>
                </a:lnTo>
                <a:lnTo>
                  <a:pt x="7833" y="19089"/>
                </a:lnTo>
                <a:lnTo>
                  <a:pt x="7972" y="19321"/>
                </a:lnTo>
                <a:lnTo>
                  <a:pt x="8060" y="19566"/>
                </a:lnTo>
                <a:lnTo>
                  <a:pt x="8148" y="19798"/>
                </a:lnTo>
                <a:lnTo>
                  <a:pt x="8236" y="20030"/>
                </a:lnTo>
                <a:lnTo>
                  <a:pt x="8336" y="20314"/>
                </a:lnTo>
                <a:lnTo>
                  <a:pt x="8475" y="20546"/>
                </a:lnTo>
                <a:lnTo>
                  <a:pt x="8563" y="20778"/>
                </a:lnTo>
                <a:lnTo>
                  <a:pt x="8651" y="21023"/>
                </a:lnTo>
                <a:lnTo>
                  <a:pt x="8739" y="21255"/>
                </a:lnTo>
                <a:lnTo>
                  <a:pt x="8839" y="21539"/>
                </a:lnTo>
                <a:lnTo>
                  <a:pt x="8977" y="21771"/>
                </a:lnTo>
                <a:lnTo>
                  <a:pt x="9066" y="22004"/>
                </a:lnTo>
                <a:lnTo>
                  <a:pt x="9154" y="22236"/>
                </a:lnTo>
                <a:lnTo>
                  <a:pt x="9242" y="22481"/>
                </a:lnTo>
                <a:lnTo>
                  <a:pt x="9342" y="22713"/>
                </a:lnTo>
                <a:lnTo>
                  <a:pt x="9480" y="22997"/>
                </a:lnTo>
                <a:lnTo>
                  <a:pt x="9568" y="23229"/>
                </a:lnTo>
                <a:lnTo>
                  <a:pt x="9656" y="23461"/>
                </a:lnTo>
                <a:lnTo>
                  <a:pt x="9745" y="23693"/>
                </a:lnTo>
                <a:lnTo>
                  <a:pt x="9845" y="23938"/>
                </a:lnTo>
                <a:lnTo>
                  <a:pt x="9983" y="24209"/>
                </a:lnTo>
                <a:lnTo>
                  <a:pt x="10071" y="24454"/>
                </a:lnTo>
                <a:lnTo>
                  <a:pt x="10159" y="24686"/>
                </a:lnTo>
                <a:lnTo>
                  <a:pt x="10247" y="24918"/>
                </a:lnTo>
                <a:lnTo>
                  <a:pt x="10348" y="25151"/>
                </a:lnTo>
                <a:lnTo>
                  <a:pt x="10486" y="25383"/>
                </a:lnTo>
                <a:lnTo>
                  <a:pt x="10574" y="25667"/>
                </a:lnTo>
                <a:lnTo>
                  <a:pt x="10662" y="25912"/>
                </a:lnTo>
                <a:lnTo>
                  <a:pt x="10763" y="26144"/>
                </a:lnTo>
                <a:lnTo>
                  <a:pt x="10851" y="26376"/>
                </a:lnTo>
                <a:lnTo>
                  <a:pt x="10989" y="26608"/>
                </a:lnTo>
                <a:lnTo>
                  <a:pt x="11077" y="26840"/>
                </a:lnTo>
                <a:lnTo>
                  <a:pt x="11165" y="27124"/>
                </a:lnTo>
                <a:lnTo>
                  <a:pt x="11266" y="27369"/>
                </a:lnTo>
                <a:lnTo>
                  <a:pt x="11354" y="27601"/>
                </a:lnTo>
                <a:lnTo>
                  <a:pt x="11492" y="27833"/>
                </a:lnTo>
                <a:lnTo>
                  <a:pt x="11580" y="28066"/>
                </a:lnTo>
                <a:lnTo>
                  <a:pt x="11668" y="28298"/>
                </a:lnTo>
                <a:lnTo>
                  <a:pt x="11769" y="28582"/>
                </a:lnTo>
                <a:lnTo>
                  <a:pt x="11857" y="28827"/>
                </a:lnTo>
                <a:lnTo>
                  <a:pt x="11995" y="29059"/>
                </a:lnTo>
                <a:lnTo>
                  <a:pt x="12083" y="29291"/>
                </a:lnTo>
                <a:lnTo>
                  <a:pt x="12171" y="29523"/>
                </a:lnTo>
                <a:lnTo>
                  <a:pt x="12272" y="29755"/>
                </a:lnTo>
                <a:lnTo>
                  <a:pt x="12360" y="30039"/>
                </a:lnTo>
                <a:lnTo>
                  <a:pt x="12498" y="30284"/>
                </a:lnTo>
                <a:lnTo>
                  <a:pt x="12586" y="30516"/>
                </a:lnTo>
                <a:lnTo>
                  <a:pt x="12674" y="30748"/>
                </a:lnTo>
                <a:lnTo>
                  <a:pt x="12775" y="30981"/>
                </a:lnTo>
                <a:lnTo>
                  <a:pt x="12863" y="31213"/>
                </a:lnTo>
                <a:lnTo>
                  <a:pt x="13001" y="31496"/>
                </a:lnTo>
                <a:lnTo>
                  <a:pt x="13089" y="31729"/>
                </a:lnTo>
                <a:lnTo>
                  <a:pt x="13177" y="31974"/>
                </a:lnTo>
                <a:lnTo>
                  <a:pt x="13278" y="32206"/>
                </a:lnTo>
                <a:lnTo>
                  <a:pt x="13366" y="32438"/>
                </a:lnTo>
                <a:lnTo>
                  <a:pt x="13504" y="32670"/>
                </a:lnTo>
                <a:lnTo>
                  <a:pt x="13592" y="32954"/>
                </a:lnTo>
                <a:lnTo>
                  <a:pt x="13680" y="33186"/>
                </a:lnTo>
                <a:lnTo>
                  <a:pt x="13781" y="33431"/>
                </a:lnTo>
                <a:lnTo>
                  <a:pt x="13869" y="33663"/>
                </a:lnTo>
                <a:lnTo>
                  <a:pt x="14007" y="33896"/>
                </a:lnTo>
                <a:lnTo>
                  <a:pt x="14095" y="34128"/>
                </a:lnTo>
                <a:lnTo>
                  <a:pt x="14196" y="34373"/>
                </a:lnTo>
                <a:lnTo>
                  <a:pt x="14284" y="34644"/>
                </a:lnTo>
                <a:lnTo>
                  <a:pt x="14372" y="34889"/>
                </a:lnTo>
                <a:lnTo>
                  <a:pt x="14510" y="35121"/>
                </a:lnTo>
                <a:lnTo>
                  <a:pt x="14598" y="35353"/>
                </a:lnTo>
                <a:lnTo>
                  <a:pt x="14699" y="35585"/>
                </a:lnTo>
                <a:lnTo>
                  <a:pt x="14787" y="35830"/>
                </a:lnTo>
                <a:lnTo>
                  <a:pt x="14875" y="36062"/>
                </a:lnTo>
                <a:lnTo>
                  <a:pt x="15013" y="36346"/>
                </a:lnTo>
                <a:lnTo>
                  <a:pt x="15101" y="36578"/>
                </a:lnTo>
                <a:lnTo>
                  <a:pt x="15202" y="36810"/>
                </a:lnTo>
                <a:lnTo>
                  <a:pt x="15290" y="37043"/>
                </a:lnTo>
                <a:lnTo>
                  <a:pt x="15378" y="37288"/>
                </a:lnTo>
                <a:lnTo>
                  <a:pt x="15516" y="37520"/>
                </a:lnTo>
                <a:lnTo>
                  <a:pt x="15604" y="37752"/>
                </a:lnTo>
                <a:lnTo>
                  <a:pt x="15705" y="38036"/>
                </a:lnTo>
                <a:lnTo>
                  <a:pt x="15793" y="38268"/>
                </a:lnTo>
                <a:lnTo>
                  <a:pt x="15881" y="38500"/>
                </a:lnTo>
                <a:lnTo>
                  <a:pt x="16019" y="38745"/>
                </a:lnTo>
                <a:lnTo>
                  <a:pt x="16107" y="38977"/>
                </a:lnTo>
                <a:lnTo>
                  <a:pt x="16208" y="39210"/>
                </a:lnTo>
                <a:lnTo>
                  <a:pt x="16296" y="39442"/>
                </a:lnTo>
                <a:lnTo>
                  <a:pt x="16384" y="39725"/>
                </a:lnTo>
                <a:lnTo>
                  <a:pt x="16522" y="39958"/>
                </a:lnTo>
                <a:lnTo>
                  <a:pt x="16610" y="40190"/>
                </a:lnTo>
                <a:lnTo>
                  <a:pt x="16711" y="40435"/>
                </a:lnTo>
                <a:lnTo>
                  <a:pt x="16799" y="40667"/>
                </a:lnTo>
                <a:lnTo>
                  <a:pt x="16887" y="40899"/>
                </a:lnTo>
                <a:lnTo>
                  <a:pt x="17025" y="41131"/>
                </a:lnTo>
                <a:lnTo>
                  <a:pt x="17113" y="41415"/>
                </a:lnTo>
                <a:lnTo>
                  <a:pt x="17214" y="41647"/>
                </a:lnTo>
                <a:lnTo>
                  <a:pt x="17302" y="41892"/>
                </a:lnTo>
                <a:lnTo>
                  <a:pt x="17390" y="42124"/>
                </a:lnTo>
                <a:lnTo>
                  <a:pt x="17528" y="42357"/>
                </a:lnTo>
                <a:lnTo>
                  <a:pt x="17616" y="42589"/>
                </a:lnTo>
                <a:lnTo>
                  <a:pt x="17717" y="42834"/>
                </a:lnTo>
                <a:lnTo>
                  <a:pt x="17805" y="43066"/>
                </a:lnTo>
                <a:lnTo>
                  <a:pt x="17893" y="43350"/>
                </a:lnTo>
                <a:lnTo>
                  <a:pt x="18031" y="43582"/>
                </a:lnTo>
                <a:lnTo>
                  <a:pt x="18132" y="43814"/>
                </a:lnTo>
                <a:lnTo>
                  <a:pt x="18220" y="44046"/>
                </a:lnTo>
                <a:lnTo>
                  <a:pt x="18308" y="44291"/>
                </a:lnTo>
                <a:lnTo>
                  <a:pt x="18396" y="44524"/>
                </a:lnTo>
                <a:lnTo>
                  <a:pt x="18534" y="44756"/>
                </a:lnTo>
                <a:lnTo>
                  <a:pt x="18634" y="44988"/>
                </a:lnTo>
                <a:lnTo>
                  <a:pt x="18723" y="45272"/>
                </a:lnTo>
                <a:lnTo>
                  <a:pt x="18811" y="45504"/>
                </a:lnTo>
                <a:lnTo>
                  <a:pt x="18899" y="45749"/>
                </a:lnTo>
                <a:lnTo>
                  <a:pt x="19037" y="45981"/>
                </a:lnTo>
                <a:lnTo>
                  <a:pt x="19137" y="46213"/>
                </a:lnTo>
                <a:lnTo>
                  <a:pt x="19225" y="46445"/>
                </a:lnTo>
                <a:lnTo>
                  <a:pt x="19313" y="46677"/>
                </a:lnTo>
                <a:lnTo>
                  <a:pt x="19402" y="46923"/>
                </a:lnTo>
                <a:lnTo>
                  <a:pt x="19540" y="47155"/>
                </a:lnTo>
                <a:lnTo>
                  <a:pt x="19640" y="47438"/>
                </a:lnTo>
                <a:lnTo>
                  <a:pt x="19728" y="47671"/>
                </a:lnTo>
                <a:lnTo>
                  <a:pt x="19816" y="47903"/>
                </a:lnTo>
                <a:lnTo>
                  <a:pt x="19904" y="48135"/>
                </a:lnTo>
                <a:lnTo>
                  <a:pt x="20043" y="4838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5891718" y="2929704"/>
            <a:ext cx="20005" cy="46948"/>
          </a:xfrm>
          <a:custGeom>
            <a:avLst/>
            <a:gdLst/>
            <a:ahLst/>
            <a:cxnLst/>
            <a:rect l="l" t="t" r="r" b="b"/>
            <a:pathLst>
              <a:path w="20005" h="46948">
                <a:moveTo>
                  <a:pt x="0" y="0"/>
                </a:moveTo>
                <a:lnTo>
                  <a:pt x="100" y="232"/>
                </a:lnTo>
                <a:lnTo>
                  <a:pt x="188" y="464"/>
                </a:lnTo>
                <a:lnTo>
                  <a:pt x="276" y="696"/>
                </a:lnTo>
                <a:lnTo>
                  <a:pt x="377" y="941"/>
                </a:lnTo>
                <a:lnTo>
                  <a:pt x="502" y="1212"/>
                </a:lnTo>
                <a:lnTo>
                  <a:pt x="603" y="1457"/>
                </a:lnTo>
                <a:lnTo>
                  <a:pt x="691" y="1689"/>
                </a:lnTo>
                <a:lnTo>
                  <a:pt x="779" y="1921"/>
                </a:lnTo>
                <a:lnTo>
                  <a:pt x="880" y="2153"/>
                </a:lnTo>
                <a:lnTo>
                  <a:pt x="1005" y="2386"/>
                </a:lnTo>
                <a:lnTo>
                  <a:pt x="1106" y="2631"/>
                </a:lnTo>
                <a:lnTo>
                  <a:pt x="1194" y="2863"/>
                </a:lnTo>
                <a:lnTo>
                  <a:pt x="1282" y="3095"/>
                </a:lnTo>
                <a:lnTo>
                  <a:pt x="1383" y="3327"/>
                </a:lnTo>
                <a:lnTo>
                  <a:pt x="1508" y="3611"/>
                </a:lnTo>
                <a:lnTo>
                  <a:pt x="1609" y="3843"/>
                </a:lnTo>
                <a:lnTo>
                  <a:pt x="1697" y="4088"/>
                </a:lnTo>
                <a:lnTo>
                  <a:pt x="1785" y="4320"/>
                </a:lnTo>
                <a:lnTo>
                  <a:pt x="1886" y="4553"/>
                </a:lnTo>
                <a:lnTo>
                  <a:pt x="2024" y="4785"/>
                </a:lnTo>
                <a:lnTo>
                  <a:pt x="2112" y="5030"/>
                </a:lnTo>
                <a:lnTo>
                  <a:pt x="2200" y="5262"/>
                </a:lnTo>
                <a:lnTo>
                  <a:pt x="2288" y="5494"/>
                </a:lnTo>
                <a:lnTo>
                  <a:pt x="2389" y="5726"/>
                </a:lnTo>
                <a:lnTo>
                  <a:pt x="2527" y="6010"/>
                </a:lnTo>
                <a:lnTo>
                  <a:pt x="2615" y="6242"/>
                </a:lnTo>
                <a:lnTo>
                  <a:pt x="2703" y="6487"/>
                </a:lnTo>
                <a:lnTo>
                  <a:pt x="2791" y="6719"/>
                </a:lnTo>
                <a:lnTo>
                  <a:pt x="2892" y="6952"/>
                </a:lnTo>
                <a:lnTo>
                  <a:pt x="3030" y="7184"/>
                </a:lnTo>
                <a:lnTo>
                  <a:pt x="3118" y="7416"/>
                </a:lnTo>
                <a:lnTo>
                  <a:pt x="3206" y="7661"/>
                </a:lnTo>
                <a:lnTo>
                  <a:pt x="3294" y="7893"/>
                </a:lnTo>
                <a:lnTo>
                  <a:pt x="3395" y="8125"/>
                </a:lnTo>
                <a:lnTo>
                  <a:pt x="3533" y="8357"/>
                </a:lnTo>
                <a:lnTo>
                  <a:pt x="3621" y="8602"/>
                </a:lnTo>
                <a:lnTo>
                  <a:pt x="3709" y="8873"/>
                </a:lnTo>
                <a:lnTo>
                  <a:pt x="3797" y="9118"/>
                </a:lnTo>
                <a:lnTo>
                  <a:pt x="3898" y="9351"/>
                </a:lnTo>
                <a:lnTo>
                  <a:pt x="4036" y="9583"/>
                </a:lnTo>
                <a:lnTo>
                  <a:pt x="4124" y="9815"/>
                </a:lnTo>
                <a:lnTo>
                  <a:pt x="4212" y="10060"/>
                </a:lnTo>
                <a:lnTo>
                  <a:pt x="4312" y="10292"/>
                </a:lnTo>
                <a:lnTo>
                  <a:pt x="4400" y="10524"/>
                </a:lnTo>
                <a:lnTo>
                  <a:pt x="4539" y="10756"/>
                </a:lnTo>
                <a:lnTo>
                  <a:pt x="4627" y="10989"/>
                </a:lnTo>
                <a:lnTo>
                  <a:pt x="4715" y="11234"/>
                </a:lnTo>
                <a:lnTo>
                  <a:pt x="4815" y="11466"/>
                </a:lnTo>
                <a:lnTo>
                  <a:pt x="4903" y="11698"/>
                </a:lnTo>
                <a:lnTo>
                  <a:pt x="5042" y="11982"/>
                </a:lnTo>
                <a:lnTo>
                  <a:pt x="5130" y="12214"/>
                </a:lnTo>
                <a:lnTo>
                  <a:pt x="5218" y="12446"/>
                </a:lnTo>
                <a:lnTo>
                  <a:pt x="5318" y="12691"/>
                </a:lnTo>
                <a:lnTo>
                  <a:pt x="5406" y="12923"/>
                </a:lnTo>
                <a:lnTo>
                  <a:pt x="5545" y="13155"/>
                </a:lnTo>
                <a:lnTo>
                  <a:pt x="5633" y="13388"/>
                </a:lnTo>
                <a:lnTo>
                  <a:pt x="5721" y="13633"/>
                </a:lnTo>
                <a:lnTo>
                  <a:pt x="5821" y="13865"/>
                </a:lnTo>
                <a:lnTo>
                  <a:pt x="5909" y="14097"/>
                </a:lnTo>
                <a:lnTo>
                  <a:pt x="6048" y="14329"/>
                </a:lnTo>
                <a:lnTo>
                  <a:pt x="6136" y="14561"/>
                </a:lnTo>
                <a:lnTo>
                  <a:pt x="6224" y="14806"/>
                </a:lnTo>
                <a:lnTo>
                  <a:pt x="6324" y="15039"/>
                </a:lnTo>
                <a:lnTo>
                  <a:pt x="6412" y="15271"/>
                </a:lnTo>
                <a:lnTo>
                  <a:pt x="6551" y="15503"/>
                </a:lnTo>
                <a:lnTo>
                  <a:pt x="6639" y="15787"/>
                </a:lnTo>
                <a:lnTo>
                  <a:pt x="6727" y="16019"/>
                </a:lnTo>
                <a:lnTo>
                  <a:pt x="6827" y="16264"/>
                </a:lnTo>
                <a:lnTo>
                  <a:pt x="6915" y="16496"/>
                </a:lnTo>
                <a:lnTo>
                  <a:pt x="7054" y="16728"/>
                </a:lnTo>
                <a:lnTo>
                  <a:pt x="7142" y="16960"/>
                </a:lnTo>
                <a:lnTo>
                  <a:pt x="7230" y="17193"/>
                </a:lnTo>
                <a:lnTo>
                  <a:pt x="7330" y="17438"/>
                </a:lnTo>
                <a:lnTo>
                  <a:pt x="7418" y="17670"/>
                </a:lnTo>
                <a:lnTo>
                  <a:pt x="7557" y="17902"/>
                </a:lnTo>
                <a:lnTo>
                  <a:pt x="7645" y="18134"/>
                </a:lnTo>
                <a:lnTo>
                  <a:pt x="7733" y="18379"/>
                </a:lnTo>
                <a:lnTo>
                  <a:pt x="7833" y="18611"/>
                </a:lnTo>
                <a:lnTo>
                  <a:pt x="7921" y="18844"/>
                </a:lnTo>
                <a:lnTo>
                  <a:pt x="8060" y="19076"/>
                </a:lnTo>
                <a:lnTo>
                  <a:pt x="8148" y="19308"/>
                </a:lnTo>
                <a:lnTo>
                  <a:pt x="8248" y="19553"/>
                </a:lnTo>
                <a:lnTo>
                  <a:pt x="8336" y="19785"/>
                </a:lnTo>
                <a:lnTo>
                  <a:pt x="8424" y="20017"/>
                </a:lnTo>
                <a:lnTo>
                  <a:pt x="8563" y="20249"/>
                </a:lnTo>
                <a:lnTo>
                  <a:pt x="8651" y="20494"/>
                </a:lnTo>
                <a:lnTo>
                  <a:pt x="8751" y="20727"/>
                </a:lnTo>
                <a:lnTo>
                  <a:pt x="8839" y="21010"/>
                </a:lnTo>
                <a:lnTo>
                  <a:pt x="8927" y="21243"/>
                </a:lnTo>
                <a:lnTo>
                  <a:pt x="9066" y="21475"/>
                </a:lnTo>
                <a:lnTo>
                  <a:pt x="9154" y="21707"/>
                </a:lnTo>
                <a:lnTo>
                  <a:pt x="9254" y="21952"/>
                </a:lnTo>
                <a:lnTo>
                  <a:pt x="9342" y="22184"/>
                </a:lnTo>
                <a:lnTo>
                  <a:pt x="9430" y="22416"/>
                </a:lnTo>
                <a:lnTo>
                  <a:pt x="9568" y="22648"/>
                </a:lnTo>
                <a:lnTo>
                  <a:pt x="9656" y="22881"/>
                </a:lnTo>
                <a:lnTo>
                  <a:pt x="9757" y="23126"/>
                </a:lnTo>
                <a:lnTo>
                  <a:pt x="9845" y="23358"/>
                </a:lnTo>
                <a:lnTo>
                  <a:pt x="9933" y="23590"/>
                </a:lnTo>
                <a:lnTo>
                  <a:pt x="10071" y="23822"/>
                </a:lnTo>
                <a:lnTo>
                  <a:pt x="10159" y="24067"/>
                </a:lnTo>
                <a:lnTo>
                  <a:pt x="10260" y="24299"/>
                </a:lnTo>
                <a:lnTo>
                  <a:pt x="10348" y="24532"/>
                </a:lnTo>
                <a:lnTo>
                  <a:pt x="10436" y="24764"/>
                </a:lnTo>
                <a:lnTo>
                  <a:pt x="10574" y="24996"/>
                </a:lnTo>
                <a:lnTo>
                  <a:pt x="10662" y="25241"/>
                </a:lnTo>
                <a:lnTo>
                  <a:pt x="10763" y="25473"/>
                </a:lnTo>
                <a:lnTo>
                  <a:pt x="10851" y="25705"/>
                </a:lnTo>
                <a:lnTo>
                  <a:pt x="10939" y="25937"/>
                </a:lnTo>
                <a:lnTo>
                  <a:pt x="11077" y="26183"/>
                </a:lnTo>
                <a:lnTo>
                  <a:pt x="11165" y="26415"/>
                </a:lnTo>
                <a:lnTo>
                  <a:pt x="11266" y="26647"/>
                </a:lnTo>
                <a:lnTo>
                  <a:pt x="11354" y="26879"/>
                </a:lnTo>
                <a:lnTo>
                  <a:pt x="11442" y="27111"/>
                </a:lnTo>
                <a:lnTo>
                  <a:pt x="11580" y="27356"/>
                </a:lnTo>
                <a:lnTo>
                  <a:pt x="11681" y="27588"/>
                </a:lnTo>
                <a:lnTo>
                  <a:pt x="11769" y="27821"/>
                </a:lnTo>
                <a:lnTo>
                  <a:pt x="11857" y="28053"/>
                </a:lnTo>
                <a:lnTo>
                  <a:pt x="11945" y="28298"/>
                </a:lnTo>
                <a:lnTo>
                  <a:pt x="12083" y="28530"/>
                </a:lnTo>
                <a:lnTo>
                  <a:pt x="12184" y="28762"/>
                </a:lnTo>
                <a:lnTo>
                  <a:pt x="12272" y="28994"/>
                </a:lnTo>
                <a:lnTo>
                  <a:pt x="12360" y="29226"/>
                </a:lnTo>
                <a:lnTo>
                  <a:pt x="12448" y="29472"/>
                </a:lnTo>
                <a:lnTo>
                  <a:pt x="12586" y="29704"/>
                </a:lnTo>
                <a:lnTo>
                  <a:pt x="12687" y="29936"/>
                </a:lnTo>
                <a:lnTo>
                  <a:pt x="12775" y="30168"/>
                </a:lnTo>
                <a:lnTo>
                  <a:pt x="12863" y="30413"/>
                </a:lnTo>
                <a:lnTo>
                  <a:pt x="12951" y="30645"/>
                </a:lnTo>
                <a:lnTo>
                  <a:pt x="13089" y="30877"/>
                </a:lnTo>
                <a:lnTo>
                  <a:pt x="13190" y="31110"/>
                </a:lnTo>
                <a:lnTo>
                  <a:pt x="13278" y="31342"/>
                </a:lnTo>
                <a:lnTo>
                  <a:pt x="13366" y="31587"/>
                </a:lnTo>
                <a:lnTo>
                  <a:pt x="13454" y="31819"/>
                </a:lnTo>
                <a:lnTo>
                  <a:pt x="13592" y="32051"/>
                </a:lnTo>
                <a:lnTo>
                  <a:pt x="13693" y="32283"/>
                </a:lnTo>
                <a:lnTo>
                  <a:pt x="13781" y="32528"/>
                </a:lnTo>
                <a:lnTo>
                  <a:pt x="13869" y="32761"/>
                </a:lnTo>
                <a:lnTo>
                  <a:pt x="13969" y="32993"/>
                </a:lnTo>
                <a:lnTo>
                  <a:pt x="14095" y="33225"/>
                </a:lnTo>
                <a:lnTo>
                  <a:pt x="14196" y="33457"/>
                </a:lnTo>
                <a:lnTo>
                  <a:pt x="14284" y="33702"/>
                </a:lnTo>
                <a:lnTo>
                  <a:pt x="14372" y="33934"/>
                </a:lnTo>
                <a:lnTo>
                  <a:pt x="14472" y="34166"/>
                </a:lnTo>
                <a:lnTo>
                  <a:pt x="14598" y="34399"/>
                </a:lnTo>
                <a:lnTo>
                  <a:pt x="14699" y="34644"/>
                </a:lnTo>
                <a:lnTo>
                  <a:pt x="14787" y="34876"/>
                </a:lnTo>
                <a:lnTo>
                  <a:pt x="14875" y="35108"/>
                </a:lnTo>
                <a:lnTo>
                  <a:pt x="14975" y="35340"/>
                </a:lnTo>
                <a:lnTo>
                  <a:pt x="15101" y="35572"/>
                </a:lnTo>
                <a:lnTo>
                  <a:pt x="15202" y="35817"/>
                </a:lnTo>
                <a:lnTo>
                  <a:pt x="15290" y="36050"/>
                </a:lnTo>
                <a:lnTo>
                  <a:pt x="15378" y="36282"/>
                </a:lnTo>
                <a:lnTo>
                  <a:pt x="15478" y="36514"/>
                </a:lnTo>
                <a:lnTo>
                  <a:pt x="15617" y="36759"/>
                </a:lnTo>
                <a:lnTo>
                  <a:pt x="15705" y="36991"/>
                </a:lnTo>
                <a:lnTo>
                  <a:pt x="15793" y="37223"/>
                </a:lnTo>
                <a:lnTo>
                  <a:pt x="15881" y="37455"/>
                </a:lnTo>
                <a:lnTo>
                  <a:pt x="15981" y="37649"/>
                </a:lnTo>
                <a:lnTo>
                  <a:pt x="16120" y="37881"/>
                </a:lnTo>
                <a:lnTo>
                  <a:pt x="16208" y="38113"/>
                </a:lnTo>
                <a:lnTo>
                  <a:pt x="16296" y="38345"/>
                </a:lnTo>
                <a:lnTo>
                  <a:pt x="16384" y="38590"/>
                </a:lnTo>
                <a:lnTo>
                  <a:pt x="16484" y="38823"/>
                </a:lnTo>
                <a:lnTo>
                  <a:pt x="16623" y="39055"/>
                </a:lnTo>
                <a:lnTo>
                  <a:pt x="16711" y="39287"/>
                </a:lnTo>
                <a:lnTo>
                  <a:pt x="16799" y="39532"/>
                </a:lnTo>
                <a:lnTo>
                  <a:pt x="16887" y="39764"/>
                </a:lnTo>
                <a:lnTo>
                  <a:pt x="16987" y="39996"/>
                </a:lnTo>
                <a:lnTo>
                  <a:pt x="17126" y="40228"/>
                </a:lnTo>
                <a:lnTo>
                  <a:pt x="17214" y="40461"/>
                </a:lnTo>
                <a:lnTo>
                  <a:pt x="17302" y="40706"/>
                </a:lnTo>
                <a:lnTo>
                  <a:pt x="17390" y="40938"/>
                </a:lnTo>
                <a:lnTo>
                  <a:pt x="17490" y="41170"/>
                </a:lnTo>
                <a:lnTo>
                  <a:pt x="17629" y="41402"/>
                </a:lnTo>
                <a:lnTo>
                  <a:pt x="17717" y="41647"/>
                </a:lnTo>
                <a:lnTo>
                  <a:pt x="17805" y="41879"/>
                </a:lnTo>
                <a:lnTo>
                  <a:pt x="17905" y="42112"/>
                </a:lnTo>
                <a:lnTo>
                  <a:pt x="17993" y="42344"/>
                </a:lnTo>
                <a:lnTo>
                  <a:pt x="18132" y="42537"/>
                </a:lnTo>
                <a:lnTo>
                  <a:pt x="18220" y="42769"/>
                </a:lnTo>
                <a:lnTo>
                  <a:pt x="18308" y="43002"/>
                </a:lnTo>
                <a:lnTo>
                  <a:pt x="18408" y="43247"/>
                </a:lnTo>
                <a:lnTo>
                  <a:pt x="18496" y="43479"/>
                </a:lnTo>
                <a:lnTo>
                  <a:pt x="18634" y="43711"/>
                </a:lnTo>
                <a:lnTo>
                  <a:pt x="18723" y="43943"/>
                </a:lnTo>
                <a:lnTo>
                  <a:pt x="18811" y="44175"/>
                </a:lnTo>
                <a:lnTo>
                  <a:pt x="18911" y="44420"/>
                </a:lnTo>
                <a:lnTo>
                  <a:pt x="18999" y="44652"/>
                </a:lnTo>
                <a:lnTo>
                  <a:pt x="19137" y="44885"/>
                </a:lnTo>
                <a:lnTo>
                  <a:pt x="19225" y="45117"/>
                </a:lnTo>
                <a:lnTo>
                  <a:pt x="19313" y="45362"/>
                </a:lnTo>
                <a:lnTo>
                  <a:pt x="19414" y="45594"/>
                </a:lnTo>
                <a:lnTo>
                  <a:pt x="19502" y="45826"/>
                </a:lnTo>
                <a:lnTo>
                  <a:pt x="19640" y="46020"/>
                </a:lnTo>
                <a:lnTo>
                  <a:pt x="19728" y="46252"/>
                </a:lnTo>
                <a:lnTo>
                  <a:pt x="19816" y="46484"/>
                </a:lnTo>
                <a:lnTo>
                  <a:pt x="19917" y="46716"/>
                </a:lnTo>
                <a:lnTo>
                  <a:pt x="20005" y="4694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5911724" y="2976653"/>
            <a:ext cx="20043" cy="44807"/>
          </a:xfrm>
          <a:custGeom>
            <a:avLst/>
            <a:gdLst/>
            <a:ahLst/>
            <a:cxnLst/>
            <a:rect l="l" t="t" r="r" b="b"/>
            <a:pathLst>
              <a:path w="20043" h="44807">
                <a:moveTo>
                  <a:pt x="0" y="0"/>
                </a:moveTo>
                <a:lnTo>
                  <a:pt x="138" y="245"/>
                </a:lnTo>
                <a:lnTo>
                  <a:pt x="226" y="477"/>
                </a:lnTo>
                <a:lnTo>
                  <a:pt x="314" y="709"/>
                </a:lnTo>
                <a:lnTo>
                  <a:pt x="414" y="941"/>
                </a:lnTo>
                <a:lnTo>
                  <a:pt x="502" y="1186"/>
                </a:lnTo>
                <a:lnTo>
                  <a:pt x="641" y="1418"/>
                </a:lnTo>
                <a:lnTo>
                  <a:pt x="729" y="1650"/>
                </a:lnTo>
                <a:lnTo>
                  <a:pt x="817" y="1844"/>
                </a:lnTo>
                <a:lnTo>
                  <a:pt x="917" y="2076"/>
                </a:lnTo>
                <a:lnTo>
                  <a:pt x="1005" y="2308"/>
                </a:lnTo>
                <a:lnTo>
                  <a:pt x="1144" y="2540"/>
                </a:lnTo>
                <a:lnTo>
                  <a:pt x="1232" y="2773"/>
                </a:lnTo>
                <a:lnTo>
                  <a:pt x="1320" y="3018"/>
                </a:lnTo>
                <a:lnTo>
                  <a:pt x="1420" y="3250"/>
                </a:lnTo>
                <a:lnTo>
                  <a:pt x="1508" y="3482"/>
                </a:lnTo>
                <a:lnTo>
                  <a:pt x="1647" y="3714"/>
                </a:lnTo>
                <a:lnTo>
                  <a:pt x="1735" y="3959"/>
                </a:lnTo>
                <a:lnTo>
                  <a:pt x="1835" y="4140"/>
                </a:lnTo>
                <a:lnTo>
                  <a:pt x="1923" y="4372"/>
                </a:lnTo>
                <a:lnTo>
                  <a:pt x="2011" y="4617"/>
                </a:lnTo>
                <a:lnTo>
                  <a:pt x="2150" y="4849"/>
                </a:lnTo>
                <a:lnTo>
                  <a:pt x="2238" y="5081"/>
                </a:lnTo>
                <a:lnTo>
                  <a:pt x="2338" y="5313"/>
                </a:lnTo>
                <a:lnTo>
                  <a:pt x="2426" y="5546"/>
                </a:lnTo>
                <a:lnTo>
                  <a:pt x="2514" y="5791"/>
                </a:lnTo>
                <a:lnTo>
                  <a:pt x="2653" y="6023"/>
                </a:lnTo>
                <a:lnTo>
                  <a:pt x="2741" y="6203"/>
                </a:lnTo>
                <a:lnTo>
                  <a:pt x="2841" y="6449"/>
                </a:lnTo>
                <a:lnTo>
                  <a:pt x="2929" y="6681"/>
                </a:lnTo>
                <a:lnTo>
                  <a:pt x="3017" y="6913"/>
                </a:lnTo>
                <a:lnTo>
                  <a:pt x="3156" y="7145"/>
                </a:lnTo>
                <a:lnTo>
                  <a:pt x="3244" y="7390"/>
                </a:lnTo>
                <a:lnTo>
                  <a:pt x="3344" y="7622"/>
                </a:lnTo>
                <a:lnTo>
                  <a:pt x="3432" y="7854"/>
                </a:lnTo>
                <a:lnTo>
                  <a:pt x="3520" y="8087"/>
                </a:lnTo>
                <a:lnTo>
                  <a:pt x="3659" y="8280"/>
                </a:lnTo>
                <a:lnTo>
                  <a:pt x="3747" y="8512"/>
                </a:lnTo>
                <a:lnTo>
                  <a:pt x="3847" y="8744"/>
                </a:lnTo>
                <a:lnTo>
                  <a:pt x="3935" y="8989"/>
                </a:lnTo>
                <a:lnTo>
                  <a:pt x="4023" y="9222"/>
                </a:lnTo>
                <a:lnTo>
                  <a:pt x="4162" y="9454"/>
                </a:lnTo>
                <a:lnTo>
                  <a:pt x="4250" y="9686"/>
                </a:lnTo>
                <a:lnTo>
                  <a:pt x="4350" y="9918"/>
                </a:lnTo>
                <a:lnTo>
                  <a:pt x="4438" y="10112"/>
                </a:lnTo>
                <a:lnTo>
                  <a:pt x="4526" y="10344"/>
                </a:lnTo>
                <a:lnTo>
                  <a:pt x="4665" y="10576"/>
                </a:lnTo>
                <a:lnTo>
                  <a:pt x="4753" y="10821"/>
                </a:lnTo>
                <a:lnTo>
                  <a:pt x="4853" y="11053"/>
                </a:lnTo>
                <a:lnTo>
                  <a:pt x="4941" y="11285"/>
                </a:lnTo>
                <a:lnTo>
                  <a:pt x="5029" y="11517"/>
                </a:lnTo>
                <a:lnTo>
                  <a:pt x="5168" y="11711"/>
                </a:lnTo>
                <a:lnTo>
                  <a:pt x="5268" y="11943"/>
                </a:lnTo>
                <a:lnTo>
                  <a:pt x="5356" y="12175"/>
                </a:lnTo>
                <a:lnTo>
                  <a:pt x="5444" y="12420"/>
                </a:lnTo>
                <a:lnTo>
                  <a:pt x="5532" y="12652"/>
                </a:lnTo>
                <a:lnTo>
                  <a:pt x="5670" y="12885"/>
                </a:lnTo>
                <a:lnTo>
                  <a:pt x="5771" y="13117"/>
                </a:lnTo>
                <a:lnTo>
                  <a:pt x="5859" y="13310"/>
                </a:lnTo>
                <a:lnTo>
                  <a:pt x="5947" y="13542"/>
                </a:lnTo>
                <a:lnTo>
                  <a:pt x="6035" y="13775"/>
                </a:lnTo>
                <a:lnTo>
                  <a:pt x="6173" y="14007"/>
                </a:lnTo>
                <a:lnTo>
                  <a:pt x="6274" y="14252"/>
                </a:lnTo>
                <a:lnTo>
                  <a:pt x="6362" y="14484"/>
                </a:lnTo>
                <a:lnTo>
                  <a:pt x="6450" y="14665"/>
                </a:lnTo>
                <a:lnTo>
                  <a:pt x="6538" y="14910"/>
                </a:lnTo>
                <a:lnTo>
                  <a:pt x="6676" y="15142"/>
                </a:lnTo>
                <a:lnTo>
                  <a:pt x="6777" y="15374"/>
                </a:lnTo>
                <a:lnTo>
                  <a:pt x="6865" y="15606"/>
                </a:lnTo>
                <a:lnTo>
                  <a:pt x="6953" y="15851"/>
                </a:lnTo>
                <a:lnTo>
                  <a:pt x="7041" y="16032"/>
                </a:lnTo>
                <a:lnTo>
                  <a:pt x="7179" y="16264"/>
                </a:lnTo>
                <a:lnTo>
                  <a:pt x="7280" y="16509"/>
                </a:lnTo>
                <a:lnTo>
                  <a:pt x="7368" y="16741"/>
                </a:lnTo>
                <a:lnTo>
                  <a:pt x="7456" y="16973"/>
                </a:lnTo>
                <a:lnTo>
                  <a:pt x="7544" y="17205"/>
                </a:lnTo>
                <a:lnTo>
                  <a:pt x="7682" y="17399"/>
                </a:lnTo>
                <a:lnTo>
                  <a:pt x="7783" y="17631"/>
                </a:lnTo>
                <a:lnTo>
                  <a:pt x="7871" y="17863"/>
                </a:lnTo>
                <a:lnTo>
                  <a:pt x="7959" y="18108"/>
                </a:lnTo>
                <a:lnTo>
                  <a:pt x="8060" y="18341"/>
                </a:lnTo>
                <a:lnTo>
                  <a:pt x="8185" y="18573"/>
                </a:lnTo>
                <a:lnTo>
                  <a:pt x="8286" y="18766"/>
                </a:lnTo>
                <a:lnTo>
                  <a:pt x="8374" y="18998"/>
                </a:lnTo>
                <a:lnTo>
                  <a:pt x="8462" y="19230"/>
                </a:lnTo>
                <a:lnTo>
                  <a:pt x="8563" y="19463"/>
                </a:lnTo>
                <a:lnTo>
                  <a:pt x="8688" y="19695"/>
                </a:lnTo>
                <a:lnTo>
                  <a:pt x="8789" y="19888"/>
                </a:lnTo>
                <a:lnTo>
                  <a:pt x="8877" y="20120"/>
                </a:lnTo>
                <a:lnTo>
                  <a:pt x="8965" y="20353"/>
                </a:lnTo>
                <a:lnTo>
                  <a:pt x="9066" y="20598"/>
                </a:lnTo>
                <a:lnTo>
                  <a:pt x="9204" y="20830"/>
                </a:lnTo>
                <a:lnTo>
                  <a:pt x="9292" y="21010"/>
                </a:lnTo>
                <a:lnTo>
                  <a:pt x="9380" y="21255"/>
                </a:lnTo>
                <a:lnTo>
                  <a:pt x="9468" y="21488"/>
                </a:lnTo>
                <a:lnTo>
                  <a:pt x="9568" y="21720"/>
                </a:lnTo>
                <a:lnTo>
                  <a:pt x="9707" y="21952"/>
                </a:lnTo>
                <a:lnTo>
                  <a:pt x="9795" y="22145"/>
                </a:lnTo>
                <a:lnTo>
                  <a:pt x="9883" y="22378"/>
                </a:lnTo>
                <a:lnTo>
                  <a:pt x="9971" y="22610"/>
                </a:lnTo>
                <a:lnTo>
                  <a:pt x="10071" y="22855"/>
                </a:lnTo>
                <a:lnTo>
                  <a:pt x="10210" y="23087"/>
                </a:lnTo>
                <a:lnTo>
                  <a:pt x="10298" y="23268"/>
                </a:lnTo>
                <a:lnTo>
                  <a:pt x="10386" y="23513"/>
                </a:lnTo>
                <a:lnTo>
                  <a:pt x="10474" y="23745"/>
                </a:lnTo>
                <a:lnTo>
                  <a:pt x="10574" y="23977"/>
                </a:lnTo>
                <a:lnTo>
                  <a:pt x="10713" y="24209"/>
                </a:lnTo>
                <a:lnTo>
                  <a:pt x="10801" y="24403"/>
                </a:lnTo>
                <a:lnTo>
                  <a:pt x="10889" y="24635"/>
                </a:lnTo>
                <a:lnTo>
                  <a:pt x="10977" y="24867"/>
                </a:lnTo>
                <a:lnTo>
                  <a:pt x="11077" y="25112"/>
                </a:lnTo>
                <a:lnTo>
                  <a:pt x="11216" y="25293"/>
                </a:lnTo>
                <a:lnTo>
                  <a:pt x="11304" y="25525"/>
                </a:lnTo>
                <a:lnTo>
                  <a:pt x="11392" y="25770"/>
                </a:lnTo>
                <a:lnTo>
                  <a:pt x="11492" y="26002"/>
                </a:lnTo>
                <a:lnTo>
                  <a:pt x="11580" y="26234"/>
                </a:lnTo>
                <a:lnTo>
                  <a:pt x="11719" y="26428"/>
                </a:lnTo>
                <a:lnTo>
                  <a:pt x="11807" y="26660"/>
                </a:lnTo>
                <a:lnTo>
                  <a:pt x="11895" y="26892"/>
                </a:lnTo>
                <a:lnTo>
                  <a:pt x="11995" y="27124"/>
                </a:lnTo>
                <a:lnTo>
                  <a:pt x="12083" y="27318"/>
                </a:lnTo>
                <a:lnTo>
                  <a:pt x="12222" y="27550"/>
                </a:lnTo>
                <a:lnTo>
                  <a:pt x="12310" y="27782"/>
                </a:lnTo>
                <a:lnTo>
                  <a:pt x="12398" y="28027"/>
                </a:lnTo>
                <a:lnTo>
                  <a:pt x="12498" y="28207"/>
                </a:lnTo>
                <a:lnTo>
                  <a:pt x="12586" y="28440"/>
                </a:lnTo>
                <a:lnTo>
                  <a:pt x="12725" y="28685"/>
                </a:lnTo>
                <a:lnTo>
                  <a:pt x="12813" y="28917"/>
                </a:lnTo>
                <a:lnTo>
                  <a:pt x="12901" y="29097"/>
                </a:lnTo>
                <a:lnTo>
                  <a:pt x="13001" y="29343"/>
                </a:lnTo>
                <a:lnTo>
                  <a:pt x="13089" y="29575"/>
                </a:lnTo>
                <a:lnTo>
                  <a:pt x="13228" y="29807"/>
                </a:lnTo>
                <a:lnTo>
                  <a:pt x="13316" y="30000"/>
                </a:lnTo>
                <a:lnTo>
                  <a:pt x="13404" y="30232"/>
                </a:lnTo>
                <a:lnTo>
                  <a:pt x="13504" y="30465"/>
                </a:lnTo>
                <a:lnTo>
                  <a:pt x="13592" y="30697"/>
                </a:lnTo>
                <a:lnTo>
                  <a:pt x="13731" y="30890"/>
                </a:lnTo>
                <a:lnTo>
                  <a:pt x="13819" y="31122"/>
                </a:lnTo>
                <a:lnTo>
                  <a:pt x="13907" y="31355"/>
                </a:lnTo>
                <a:lnTo>
                  <a:pt x="14007" y="31587"/>
                </a:lnTo>
                <a:lnTo>
                  <a:pt x="14095" y="31780"/>
                </a:lnTo>
                <a:lnTo>
                  <a:pt x="14234" y="32012"/>
                </a:lnTo>
                <a:lnTo>
                  <a:pt x="14322" y="32257"/>
                </a:lnTo>
                <a:lnTo>
                  <a:pt x="14410" y="32490"/>
                </a:lnTo>
                <a:lnTo>
                  <a:pt x="14510" y="32670"/>
                </a:lnTo>
                <a:lnTo>
                  <a:pt x="14598" y="32915"/>
                </a:lnTo>
                <a:lnTo>
                  <a:pt x="14736" y="33147"/>
                </a:lnTo>
                <a:lnTo>
                  <a:pt x="14824" y="33380"/>
                </a:lnTo>
                <a:lnTo>
                  <a:pt x="14913" y="33573"/>
                </a:lnTo>
                <a:lnTo>
                  <a:pt x="15013" y="33805"/>
                </a:lnTo>
                <a:lnTo>
                  <a:pt x="15101" y="34037"/>
                </a:lnTo>
                <a:lnTo>
                  <a:pt x="15239" y="34231"/>
                </a:lnTo>
                <a:lnTo>
                  <a:pt x="15327" y="34463"/>
                </a:lnTo>
                <a:lnTo>
                  <a:pt x="15428" y="34695"/>
                </a:lnTo>
                <a:lnTo>
                  <a:pt x="15516" y="34927"/>
                </a:lnTo>
                <a:lnTo>
                  <a:pt x="15604" y="35121"/>
                </a:lnTo>
                <a:lnTo>
                  <a:pt x="15742" y="35353"/>
                </a:lnTo>
                <a:lnTo>
                  <a:pt x="15830" y="35585"/>
                </a:lnTo>
                <a:lnTo>
                  <a:pt x="15931" y="35779"/>
                </a:lnTo>
                <a:lnTo>
                  <a:pt x="16019" y="36011"/>
                </a:lnTo>
                <a:lnTo>
                  <a:pt x="16107" y="36243"/>
                </a:lnTo>
                <a:lnTo>
                  <a:pt x="16245" y="36488"/>
                </a:lnTo>
                <a:lnTo>
                  <a:pt x="16333" y="36669"/>
                </a:lnTo>
                <a:lnTo>
                  <a:pt x="16434" y="36901"/>
                </a:lnTo>
                <a:lnTo>
                  <a:pt x="16522" y="37146"/>
                </a:lnTo>
                <a:lnTo>
                  <a:pt x="16610" y="37326"/>
                </a:lnTo>
                <a:lnTo>
                  <a:pt x="16748" y="37559"/>
                </a:lnTo>
                <a:lnTo>
                  <a:pt x="16836" y="37804"/>
                </a:lnTo>
                <a:lnTo>
                  <a:pt x="16937" y="37984"/>
                </a:lnTo>
                <a:lnTo>
                  <a:pt x="17025" y="38216"/>
                </a:lnTo>
                <a:lnTo>
                  <a:pt x="17113" y="38461"/>
                </a:lnTo>
                <a:lnTo>
                  <a:pt x="17251" y="38694"/>
                </a:lnTo>
                <a:lnTo>
                  <a:pt x="17339" y="38874"/>
                </a:lnTo>
                <a:lnTo>
                  <a:pt x="17440" y="39119"/>
                </a:lnTo>
                <a:lnTo>
                  <a:pt x="17528" y="39351"/>
                </a:lnTo>
                <a:lnTo>
                  <a:pt x="17616" y="39532"/>
                </a:lnTo>
                <a:lnTo>
                  <a:pt x="17754" y="39777"/>
                </a:lnTo>
                <a:lnTo>
                  <a:pt x="17842" y="40009"/>
                </a:lnTo>
                <a:lnTo>
                  <a:pt x="17943" y="40190"/>
                </a:lnTo>
                <a:lnTo>
                  <a:pt x="18031" y="40435"/>
                </a:lnTo>
                <a:lnTo>
                  <a:pt x="18119" y="40667"/>
                </a:lnTo>
                <a:lnTo>
                  <a:pt x="18257" y="40848"/>
                </a:lnTo>
                <a:lnTo>
                  <a:pt x="18345" y="41093"/>
                </a:lnTo>
                <a:lnTo>
                  <a:pt x="18446" y="41325"/>
                </a:lnTo>
                <a:lnTo>
                  <a:pt x="18534" y="41505"/>
                </a:lnTo>
                <a:lnTo>
                  <a:pt x="18622" y="41750"/>
                </a:lnTo>
                <a:lnTo>
                  <a:pt x="18760" y="41983"/>
                </a:lnTo>
                <a:lnTo>
                  <a:pt x="18861" y="42163"/>
                </a:lnTo>
                <a:lnTo>
                  <a:pt x="18949" y="42408"/>
                </a:lnTo>
                <a:lnTo>
                  <a:pt x="19037" y="42640"/>
                </a:lnTo>
                <a:lnTo>
                  <a:pt x="19125" y="42834"/>
                </a:lnTo>
                <a:lnTo>
                  <a:pt x="19263" y="43066"/>
                </a:lnTo>
                <a:lnTo>
                  <a:pt x="19364" y="43298"/>
                </a:lnTo>
                <a:lnTo>
                  <a:pt x="19452" y="43492"/>
                </a:lnTo>
                <a:lnTo>
                  <a:pt x="19540" y="43724"/>
                </a:lnTo>
                <a:lnTo>
                  <a:pt x="19628" y="43956"/>
                </a:lnTo>
                <a:lnTo>
                  <a:pt x="19766" y="44149"/>
                </a:lnTo>
                <a:lnTo>
                  <a:pt x="19867" y="44382"/>
                </a:lnTo>
                <a:lnTo>
                  <a:pt x="19955" y="44614"/>
                </a:lnTo>
                <a:lnTo>
                  <a:pt x="20043" y="4480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5931767" y="3021460"/>
            <a:ext cx="20043" cy="41970"/>
          </a:xfrm>
          <a:custGeom>
            <a:avLst/>
            <a:gdLst/>
            <a:ahLst/>
            <a:cxnLst/>
            <a:rect l="l" t="t" r="r" b="b"/>
            <a:pathLst>
              <a:path w="20043" h="41970">
                <a:moveTo>
                  <a:pt x="0" y="0"/>
                </a:moveTo>
                <a:lnTo>
                  <a:pt x="88" y="232"/>
                </a:lnTo>
                <a:lnTo>
                  <a:pt x="226" y="464"/>
                </a:lnTo>
                <a:lnTo>
                  <a:pt x="326" y="657"/>
                </a:lnTo>
                <a:lnTo>
                  <a:pt x="414" y="889"/>
                </a:lnTo>
                <a:lnTo>
                  <a:pt x="502" y="1122"/>
                </a:lnTo>
                <a:lnTo>
                  <a:pt x="590" y="1315"/>
                </a:lnTo>
                <a:lnTo>
                  <a:pt x="729" y="1547"/>
                </a:lnTo>
                <a:lnTo>
                  <a:pt x="829" y="1728"/>
                </a:lnTo>
                <a:lnTo>
                  <a:pt x="917" y="1973"/>
                </a:lnTo>
                <a:lnTo>
                  <a:pt x="1005" y="2205"/>
                </a:lnTo>
                <a:lnTo>
                  <a:pt x="1093" y="2386"/>
                </a:lnTo>
                <a:lnTo>
                  <a:pt x="1232" y="2631"/>
                </a:lnTo>
                <a:lnTo>
                  <a:pt x="1332" y="2863"/>
                </a:lnTo>
                <a:lnTo>
                  <a:pt x="1420" y="3043"/>
                </a:lnTo>
                <a:lnTo>
                  <a:pt x="1508" y="3288"/>
                </a:lnTo>
                <a:lnTo>
                  <a:pt x="1609" y="3521"/>
                </a:lnTo>
                <a:lnTo>
                  <a:pt x="1735" y="3701"/>
                </a:lnTo>
                <a:lnTo>
                  <a:pt x="1835" y="3946"/>
                </a:lnTo>
                <a:lnTo>
                  <a:pt x="1923" y="4127"/>
                </a:lnTo>
                <a:lnTo>
                  <a:pt x="2011" y="4372"/>
                </a:lnTo>
                <a:lnTo>
                  <a:pt x="2112" y="4604"/>
                </a:lnTo>
                <a:lnTo>
                  <a:pt x="2238" y="4785"/>
                </a:lnTo>
                <a:lnTo>
                  <a:pt x="2338" y="5030"/>
                </a:lnTo>
                <a:lnTo>
                  <a:pt x="2426" y="5210"/>
                </a:lnTo>
                <a:lnTo>
                  <a:pt x="2514" y="5442"/>
                </a:lnTo>
                <a:lnTo>
                  <a:pt x="2615" y="5688"/>
                </a:lnTo>
                <a:lnTo>
                  <a:pt x="2753" y="5868"/>
                </a:lnTo>
                <a:lnTo>
                  <a:pt x="2841" y="6100"/>
                </a:lnTo>
                <a:lnTo>
                  <a:pt x="2929" y="6345"/>
                </a:lnTo>
                <a:lnTo>
                  <a:pt x="3017" y="6526"/>
                </a:lnTo>
                <a:lnTo>
                  <a:pt x="3118" y="6758"/>
                </a:lnTo>
                <a:lnTo>
                  <a:pt x="3256" y="6952"/>
                </a:lnTo>
                <a:lnTo>
                  <a:pt x="3344" y="7184"/>
                </a:lnTo>
                <a:lnTo>
                  <a:pt x="3432" y="7416"/>
                </a:lnTo>
                <a:lnTo>
                  <a:pt x="3520" y="7609"/>
                </a:lnTo>
                <a:lnTo>
                  <a:pt x="3621" y="7842"/>
                </a:lnTo>
                <a:lnTo>
                  <a:pt x="3759" y="8035"/>
                </a:lnTo>
                <a:lnTo>
                  <a:pt x="3847" y="8267"/>
                </a:lnTo>
                <a:lnTo>
                  <a:pt x="3935" y="8461"/>
                </a:lnTo>
                <a:lnTo>
                  <a:pt x="4023" y="8693"/>
                </a:lnTo>
                <a:lnTo>
                  <a:pt x="4124" y="8925"/>
                </a:lnTo>
                <a:lnTo>
                  <a:pt x="4262" y="9118"/>
                </a:lnTo>
                <a:lnTo>
                  <a:pt x="4350" y="9351"/>
                </a:lnTo>
                <a:lnTo>
                  <a:pt x="4438" y="9531"/>
                </a:lnTo>
                <a:lnTo>
                  <a:pt x="4526" y="9776"/>
                </a:lnTo>
                <a:lnTo>
                  <a:pt x="4627" y="10008"/>
                </a:lnTo>
                <a:lnTo>
                  <a:pt x="4765" y="10189"/>
                </a:lnTo>
                <a:lnTo>
                  <a:pt x="4853" y="10434"/>
                </a:lnTo>
                <a:lnTo>
                  <a:pt x="4941" y="10615"/>
                </a:lnTo>
                <a:lnTo>
                  <a:pt x="5042" y="10847"/>
                </a:lnTo>
                <a:lnTo>
                  <a:pt x="5130" y="11040"/>
                </a:lnTo>
                <a:lnTo>
                  <a:pt x="5268" y="11272"/>
                </a:lnTo>
                <a:lnTo>
                  <a:pt x="5356" y="11505"/>
                </a:lnTo>
                <a:lnTo>
                  <a:pt x="5444" y="11698"/>
                </a:lnTo>
                <a:lnTo>
                  <a:pt x="5545" y="11930"/>
                </a:lnTo>
                <a:lnTo>
                  <a:pt x="5633" y="12124"/>
                </a:lnTo>
                <a:lnTo>
                  <a:pt x="5771" y="12356"/>
                </a:lnTo>
                <a:lnTo>
                  <a:pt x="5859" y="12549"/>
                </a:lnTo>
                <a:lnTo>
                  <a:pt x="5947" y="12781"/>
                </a:lnTo>
                <a:lnTo>
                  <a:pt x="6048" y="12962"/>
                </a:lnTo>
                <a:lnTo>
                  <a:pt x="6136" y="13207"/>
                </a:lnTo>
                <a:lnTo>
                  <a:pt x="6274" y="13439"/>
                </a:lnTo>
                <a:lnTo>
                  <a:pt x="6362" y="13620"/>
                </a:lnTo>
                <a:lnTo>
                  <a:pt x="6450" y="13865"/>
                </a:lnTo>
                <a:lnTo>
                  <a:pt x="6551" y="14045"/>
                </a:lnTo>
                <a:lnTo>
                  <a:pt x="6639" y="14278"/>
                </a:lnTo>
                <a:lnTo>
                  <a:pt x="6777" y="14471"/>
                </a:lnTo>
                <a:lnTo>
                  <a:pt x="6865" y="14703"/>
                </a:lnTo>
                <a:lnTo>
                  <a:pt x="6953" y="14897"/>
                </a:lnTo>
                <a:lnTo>
                  <a:pt x="7054" y="15129"/>
                </a:lnTo>
                <a:lnTo>
                  <a:pt x="7142" y="15322"/>
                </a:lnTo>
                <a:lnTo>
                  <a:pt x="7280" y="15555"/>
                </a:lnTo>
                <a:lnTo>
                  <a:pt x="7368" y="15787"/>
                </a:lnTo>
                <a:lnTo>
                  <a:pt x="7456" y="15980"/>
                </a:lnTo>
                <a:lnTo>
                  <a:pt x="7557" y="16212"/>
                </a:lnTo>
                <a:lnTo>
                  <a:pt x="7645" y="16393"/>
                </a:lnTo>
                <a:lnTo>
                  <a:pt x="7783" y="16638"/>
                </a:lnTo>
                <a:lnTo>
                  <a:pt x="7871" y="16819"/>
                </a:lnTo>
                <a:lnTo>
                  <a:pt x="7959" y="17064"/>
                </a:lnTo>
                <a:lnTo>
                  <a:pt x="8060" y="17244"/>
                </a:lnTo>
                <a:lnTo>
                  <a:pt x="8148" y="17476"/>
                </a:lnTo>
                <a:lnTo>
                  <a:pt x="8286" y="17670"/>
                </a:lnTo>
                <a:lnTo>
                  <a:pt x="8374" y="17902"/>
                </a:lnTo>
                <a:lnTo>
                  <a:pt x="8462" y="18095"/>
                </a:lnTo>
                <a:lnTo>
                  <a:pt x="8563" y="18328"/>
                </a:lnTo>
                <a:lnTo>
                  <a:pt x="8651" y="18508"/>
                </a:lnTo>
                <a:lnTo>
                  <a:pt x="8789" y="18753"/>
                </a:lnTo>
                <a:lnTo>
                  <a:pt x="8877" y="18934"/>
                </a:lnTo>
                <a:lnTo>
                  <a:pt x="8977" y="19179"/>
                </a:lnTo>
                <a:lnTo>
                  <a:pt x="9066" y="19359"/>
                </a:lnTo>
                <a:lnTo>
                  <a:pt x="9154" y="19592"/>
                </a:lnTo>
                <a:lnTo>
                  <a:pt x="9292" y="19785"/>
                </a:lnTo>
                <a:lnTo>
                  <a:pt x="9380" y="20017"/>
                </a:lnTo>
                <a:lnTo>
                  <a:pt x="9480" y="20211"/>
                </a:lnTo>
                <a:lnTo>
                  <a:pt x="9568" y="20443"/>
                </a:lnTo>
                <a:lnTo>
                  <a:pt x="9656" y="20623"/>
                </a:lnTo>
                <a:lnTo>
                  <a:pt x="9795" y="20869"/>
                </a:lnTo>
                <a:lnTo>
                  <a:pt x="9883" y="21049"/>
                </a:lnTo>
                <a:lnTo>
                  <a:pt x="9983" y="21294"/>
                </a:lnTo>
                <a:lnTo>
                  <a:pt x="10071" y="21475"/>
                </a:lnTo>
                <a:lnTo>
                  <a:pt x="10159" y="21707"/>
                </a:lnTo>
                <a:lnTo>
                  <a:pt x="10298" y="21900"/>
                </a:lnTo>
                <a:lnTo>
                  <a:pt x="10386" y="22133"/>
                </a:lnTo>
                <a:lnTo>
                  <a:pt x="10486" y="22326"/>
                </a:lnTo>
                <a:lnTo>
                  <a:pt x="10574" y="22558"/>
                </a:lnTo>
                <a:lnTo>
                  <a:pt x="10662" y="22739"/>
                </a:lnTo>
                <a:lnTo>
                  <a:pt x="10801" y="22984"/>
                </a:lnTo>
                <a:lnTo>
                  <a:pt x="10889" y="23164"/>
                </a:lnTo>
                <a:lnTo>
                  <a:pt x="10989" y="23409"/>
                </a:lnTo>
                <a:lnTo>
                  <a:pt x="11077" y="23590"/>
                </a:lnTo>
                <a:lnTo>
                  <a:pt x="11165" y="23822"/>
                </a:lnTo>
                <a:lnTo>
                  <a:pt x="11304" y="24016"/>
                </a:lnTo>
                <a:lnTo>
                  <a:pt x="11392" y="24196"/>
                </a:lnTo>
                <a:lnTo>
                  <a:pt x="11492" y="24441"/>
                </a:lnTo>
                <a:lnTo>
                  <a:pt x="11580" y="24622"/>
                </a:lnTo>
                <a:lnTo>
                  <a:pt x="11668" y="24854"/>
                </a:lnTo>
                <a:lnTo>
                  <a:pt x="11807" y="25047"/>
                </a:lnTo>
                <a:lnTo>
                  <a:pt x="11895" y="25280"/>
                </a:lnTo>
                <a:lnTo>
                  <a:pt x="11995" y="25473"/>
                </a:lnTo>
                <a:lnTo>
                  <a:pt x="12083" y="25705"/>
                </a:lnTo>
                <a:lnTo>
                  <a:pt x="12171" y="25899"/>
                </a:lnTo>
                <a:lnTo>
                  <a:pt x="12310" y="26131"/>
                </a:lnTo>
                <a:lnTo>
                  <a:pt x="12398" y="26311"/>
                </a:lnTo>
                <a:lnTo>
                  <a:pt x="12498" y="26505"/>
                </a:lnTo>
                <a:lnTo>
                  <a:pt x="12586" y="26737"/>
                </a:lnTo>
                <a:lnTo>
                  <a:pt x="12674" y="26931"/>
                </a:lnTo>
                <a:lnTo>
                  <a:pt x="12813" y="27163"/>
                </a:lnTo>
                <a:lnTo>
                  <a:pt x="12913" y="27356"/>
                </a:lnTo>
                <a:lnTo>
                  <a:pt x="13001" y="27588"/>
                </a:lnTo>
                <a:lnTo>
                  <a:pt x="13089" y="27769"/>
                </a:lnTo>
                <a:lnTo>
                  <a:pt x="13177" y="28014"/>
                </a:lnTo>
                <a:lnTo>
                  <a:pt x="13316" y="28195"/>
                </a:lnTo>
                <a:lnTo>
                  <a:pt x="13416" y="28388"/>
                </a:lnTo>
                <a:lnTo>
                  <a:pt x="13504" y="28620"/>
                </a:lnTo>
                <a:lnTo>
                  <a:pt x="13592" y="28814"/>
                </a:lnTo>
                <a:lnTo>
                  <a:pt x="13680" y="29046"/>
                </a:lnTo>
                <a:lnTo>
                  <a:pt x="13819" y="29226"/>
                </a:lnTo>
                <a:lnTo>
                  <a:pt x="13919" y="29472"/>
                </a:lnTo>
                <a:lnTo>
                  <a:pt x="14007" y="29652"/>
                </a:lnTo>
                <a:lnTo>
                  <a:pt x="14095" y="29846"/>
                </a:lnTo>
                <a:lnTo>
                  <a:pt x="14234" y="30078"/>
                </a:lnTo>
                <a:lnTo>
                  <a:pt x="14322" y="30271"/>
                </a:lnTo>
                <a:lnTo>
                  <a:pt x="14422" y="30503"/>
                </a:lnTo>
                <a:lnTo>
                  <a:pt x="14510" y="30684"/>
                </a:lnTo>
                <a:lnTo>
                  <a:pt x="14598" y="30877"/>
                </a:lnTo>
                <a:lnTo>
                  <a:pt x="14736" y="31110"/>
                </a:lnTo>
                <a:lnTo>
                  <a:pt x="14824" y="31303"/>
                </a:lnTo>
                <a:lnTo>
                  <a:pt x="14925" y="31535"/>
                </a:lnTo>
                <a:lnTo>
                  <a:pt x="15013" y="31729"/>
                </a:lnTo>
                <a:lnTo>
                  <a:pt x="15101" y="31909"/>
                </a:lnTo>
                <a:lnTo>
                  <a:pt x="15239" y="32141"/>
                </a:lnTo>
                <a:lnTo>
                  <a:pt x="15327" y="32335"/>
                </a:lnTo>
                <a:lnTo>
                  <a:pt x="15428" y="32567"/>
                </a:lnTo>
                <a:lnTo>
                  <a:pt x="15516" y="32761"/>
                </a:lnTo>
                <a:lnTo>
                  <a:pt x="15604" y="32941"/>
                </a:lnTo>
                <a:lnTo>
                  <a:pt x="15742" y="33186"/>
                </a:lnTo>
                <a:lnTo>
                  <a:pt x="15830" y="33367"/>
                </a:lnTo>
                <a:lnTo>
                  <a:pt x="15931" y="33599"/>
                </a:lnTo>
                <a:lnTo>
                  <a:pt x="16019" y="33792"/>
                </a:lnTo>
                <a:lnTo>
                  <a:pt x="16107" y="33986"/>
                </a:lnTo>
                <a:lnTo>
                  <a:pt x="16245" y="34218"/>
                </a:lnTo>
                <a:lnTo>
                  <a:pt x="16346" y="34399"/>
                </a:lnTo>
                <a:lnTo>
                  <a:pt x="16434" y="34592"/>
                </a:lnTo>
                <a:lnTo>
                  <a:pt x="16522" y="34824"/>
                </a:lnTo>
                <a:lnTo>
                  <a:pt x="16610" y="35018"/>
                </a:lnTo>
                <a:lnTo>
                  <a:pt x="16748" y="35250"/>
                </a:lnTo>
                <a:lnTo>
                  <a:pt x="16849" y="35430"/>
                </a:lnTo>
                <a:lnTo>
                  <a:pt x="16937" y="35624"/>
                </a:lnTo>
                <a:lnTo>
                  <a:pt x="17025" y="35856"/>
                </a:lnTo>
                <a:lnTo>
                  <a:pt x="17113" y="36050"/>
                </a:lnTo>
                <a:lnTo>
                  <a:pt x="17251" y="36230"/>
                </a:lnTo>
                <a:lnTo>
                  <a:pt x="17352" y="36475"/>
                </a:lnTo>
                <a:lnTo>
                  <a:pt x="17440" y="36656"/>
                </a:lnTo>
                <a:lnTo>
                  <a:pt x="17528" y="36888"/>
                </a:lnTo>
                <a:lnTo>
                  <a:pt x="17616" y="37081"/>
                </a:lnTo>
                <a:lnTo>
                  <a:pt x="17754" y="37275"/>
                </a:lnTo>
                <a:lnTo>
                  <a:pt x="17855" y="37507"/>
                </a:lnTo>
                <a:lnTo>
                  <a:pt x="17943" y="37688"/>
                </a:lnTo>
                <a:lnTo>
                  <a:pt x="18031" y="37881"/>
                </a:lnTo>
                <a:lnTo>
                  <a:pt x="18119" y="38113"/>
                </a:lnTo>
                <a:lnTo>
                  <a:pt x="18257" y="38307"/>
                </a:lnTo>
                <a:lnTo>
                  <a:pt x="18358" y="38487"/>
                </a:lnTo>
                <a:lnTo>
                  <a:pt x="18446" y="38732"/>
                </a:lnTo>
                <a:lnTo>
                  <a:pt x="18534" y="38913"/>
                </a:lnTo>
                <a:lnTo>
                  <a:pt x="18622" y="39106"/>
                </a:lnTo>
                <a:lnTo>
                  <a:pt x="18760" y="39339"/>
                </a:lnTo>
                <a:lnTo>
                  <a:pt x="18861" y="39532"/>
                </a:lnTo>
                <a:lnTo>
                  <a:pt x="18949" y="39713"/>
                </a:lnTo>
                <a:lnTo>
                  <a:pt x="19037" y="39945"/>
                </a:lnTo>
                <a:lnTo>
                  <a:pt x="19137" y="40138"/>
                </a:lnTo>
                <a:lnTo>
                  <a:pt x="19263" y="40332"/>
                </a:lnTo>
                <a:lnTo>
                  <a:pt x="19364" y="40564"/>
                </a:lnTo>
                <a:lnTo>
                  <a:pt x="19452" y="40744"/>
                </a:lnTo>
                <a:lnTo>
                  <a:pt x="19540" y="40938"/>
                </a:lnTo>
                <a:lnTo>
                  <a:pt x="19640" y="41170"/>
                </a:lnTo>
                <a:lnTo>
                  <a:pt x="19766" y="41363"/>
                </a:lnTo>
                <a:lnTo>
                  <a:pt x="19867" y="41544"/>
                </a:lnTo>
                <a:lnTo>
                  <a:pt x="19955" y="41738"/>
                </a:lnTo>
                <a:lnTo>
                  <a:pt x="20043" y="4197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5951811" y="3063431"/>
            <a:ext cx="20055" cy="38449"/>
          </a:xfrm>
          <a:custGeom>
            <a:avLst/>
            <a:gdLst/>
            <a:ahLst/>
            <a:cxnLst/>
            <a:rect l="l" t="t" r="r" b="b"/>
            <a:pathLst>
              <a:path w="20055" h="38449">
                <a:moveTo>
                  <a:pt x="0" y="0"/>
                </a:moveTo>
                <a:lnTo>
                  <a:pt x="100" y="193"/>
                </a:lnTo>
                <a:lnTo>
                  <a:pt x="238" y="374"/>
                </a:lnTo>
                <a:lnTo>
                  <a:pt x="326" y="606"/>
                </a:lnTo>
                <a:lnTo>
                  <a:pt x="414" y="799"/>
                </a:lnTo>
                <a:lnTo>
                  <a:pt x="502" y="993"/>
                </a:lnTo>
                <a:lnTo>
                  <a:pt x="603" y="1225"/>
                </a:lnTo>
                <a:lnTo>
                  <a:pt x="741" y="1405"/>
                </a:lnTo>
                <a:lnTo>
                  <a:pt x="829" y="1599"/>
                </a:lnTo>
                <a:lnTo>
                  <a:pt x="917" y="1792"/>
                </a:lnTo>
                <a:lnTo>
                  <a:pt x="1005" y="2024"/>
                </a:lnTo>
                <a:lnTo>
                  <a:pt x="1106" y="2205"/>
                </a:lnTo>
                <a:lnTo>
                  <a:pt x="1244" y="2399"/>
                </a:lnTo>
                <a:lnTo>
                  <a:pt x="1332" y="2631"/>
                </a:lnTo>
                <a:lnTo>
                  <a:pt x="1420" y="2824"/>
                </a:lnTo>
                <a:lnTo>
                  <a:pt x="1508" y="3005"/>
                </a:lnTo>
                <a:lnTo>
                  <a:pt x="1609" y="3198"/>
                </a:lnTo>
                <a:lnTo>
                  <a:pt x="1747" y="3430"/>
                </a:lnTo>
                <a:lnTo>
                  <a:pt x="1835" y="3624"/>
                </a:lnTo>
                <a:lnTo>
                  <a:pt x="1923" y="3804"/>
                </a:lnTo>
                <a:lnTo>
                  <a:pt x="2011" y="4037"/>
                </a:lnTo>
                <a:lnTo>
                  <a:pt x="2112" y="4230"/>
                </a:lnTo>
                <a:lnTo>
                  <a:pt x="2250" y="4424"/>
                </a:lnTo>
                <a:lnTo>
                  <a:pt x="2338" y="4604"/>
                </a:lnTo>
                <a:lnTo>
                  <a:pt x="2426" y="4836"/>
                </a:lnTo>
                <a:lnTo>
                  <a:pt x="2527" y="5030"/>
                </a:lnTo>
                <a:lnTo>
                  <a:pt x="2615" y="5223"/>
                </a:lnTo>
                <a:lnTo>
                  <a:pt x="2753" y="5404"/>
                </a:lnTo>
                <a:lnTo>
                  <a:pt x="2841" y="5636"/>
                </a:lnTo>
                <a:lnTo>
                  <a:pt x="2929" y="5829"/>
                </a:lnTo>
                <a:lnTo>
                  <a:pt x="3030" y="6023"/>
                </a:lnTo>
                <a:lnTo>
                  <a:pt x="3118" y="6203"/>
                </a:lnTo>
                <a:lnTo>
                  <a:pt x="3256" y="6436"/>
                </a:lnTo>
                <a:lnTo>
                  <a:pt x="3344" y="6629"/>
                </a:lnTo>
                <a:lnTo>
                  <a:pt x="3432" y="6823"/>
                </a:lnTo>
                <a:lnTo>
                  <a:pt x="3533" y="7003"/>
                </a:lnTo>
                <a:lnTo>
                  <a:pt x="3621" y="7235"/>
                </a:lnTo>
                <a:lnTo>
                  <a:pt x="3759" y="7429"/>
                </a:lnTo>
                <a:lnTo>
                  <a:pt x="3847" y="7609"/>
                </a:lnTo>
                <a:lnTo>
                  <a:pt x="3935" y="7803"/>
                </a:lnTo>
                <a:lnTo>
                  <a:pt x="4036" y="8035"/>
                </a:lnTo>
                <a:lnTo>
                  <a:pt x="4124" y="8228"/>
                </a:lnTo>
                <a:lnTo>
                  <a:pt x="4262" y="8409"/>
                </a:lnTo>
                <a:lnTo>
                  <a:pt x="4350" y="8602"/>
                </a:lnTo>
                <a:lnTo>
                  <a:pt x="4438" y="8835"/>
                </a:lnTo>
                <a:lnTo>
                  <a:pt x="4539" y="9028"/>
                </a:lnTo>
                <a:lnTo>
                  <a:pt x="4627" y="9209"/>
                </a:lnTo>
                <a:lnTo>
                  <a:pt x="4765" y="9402"/>
                </a:lnTo>
                <a:lnTo>
                  <a:pt x="4853" y="9596"/>
                </a:lnTo>
                <a:lnTo>
                  <a:pt x="4941" y="9828"/>
                </a:lnTo>
                <a:lnTo>
                  <a:pt x="5042" y="10008"/>
                </a:lnTo>
                <a:lnTo>
                  <a:pt x="5130" y="10202"/>
                </a:lnTo>
                <a:lnTo>
                  <a:pt x="5268" y="10382"/>
                </a:lnTo>
                <a:lnTo>
                  <a:pt x="5356" y="10576"/>
                </a:lnTo>
                <a:lnTo>
                  <a:pt x="5444" y="10808"/>
                </a:lnTo>
                <a:lnTo>
                  <a:pt x="5545" y="11002"/>
                </a:lnTo>
                <a:lnTo>
                  <a:pt x="5633" y="11182"/>
                </a:lnTo>
                <a:lnTo>
                  <a:pt x="5771" y="11376"/>
                </a:lnTo>
                <a:lnTo>
                  <a:pt x="5859" y="11569"/>
                </a:lnTo>
                <a:lnTo>
                  <a:pt x="5947" y="11801"/>
                </a:lnTo>
                <a:lnTo>
                  <a:pt x="6048" y="11982"/>
                </a:lnTo>
                <a:lnTo>
                  <a:pt x="6136" y="12175"/>
                </a:lnTo>
                <a:lnTo>
                  <a:pt x="6274" y="12369"/>
                </a:lnTo>
                <a:lnTo>
                  <a:pt x="6362" y="12549"/>
                </a:lnTo>
                <a:lnTo>
                  <a:pt x="6463" y="12781"/>
                </a:lnTo>
                <a:lnTo>
                  <a:pt x="6551" y="12975"/>
                </a:lnTo>
                <a:lnTo>
                  <a:pt x="6639" y="13168"/>
                </a:lnTo>
                <a:lnTo>
                  <a:pt x="6777" y="13349"/>
                </a:lnTo>
                <a:lnTo>
                  <a:pt x="6865" y="13542"/>
                </a:lnTo>
                <a:lnTo>
                  <a:pt x="6966" y="13723"/>
                </a:lnTo>
                <a:lnTo>
                  <a:pt x="7054" y="13955"/>
                </a:lnTo>
                <a:lnTo>
                  <a:pt x="7142" y="14149"/>
                </a:lnTo>
                <a:lnTo>
                  <a:pt x="7280" y="14342"/>
                </a:lnTo>
                <a:lnTo>
                  <a:pt x="7368" y="14523"/>
                </a:lnTo>
                <a:lnTo>
                  <a:pt x="7469" y="14716"/>
                </a:lnTo>
                <a:lnTo>
                  <a:pt x="7557" y="14897"/>
                </a:lnTo>
                <a:lnTo>
                  <a:pt x="7645" y="15142"/>
                </a:lnTo>
                <a:lnTo>
                  <a:pt x="7783" y="15322"/>
                </a:lnTo>
                <a:lnTo>
                  <a:pt x="7871" y="15516"/>
                </a:lnTo>
                <a:lnTo>
                  <a:pt x="7972" y="15696"/>
                </a:lnTo>
                <a:lnTo>
                  <a:pt x="8060" y="15890"/>
                </a:lnTo>
                <a:lnTo>
                  <a:pt x="8148" y="16070"/>
                </a:lnTo>
                <a:lnTo>
                  <a:pt x="8286" y="16316"/>
                </a:lnTo>
                <a:lnTo>
                  <a:pt x="8374" y="16496"/>
                </a:lnTo>
                <a:lnTo>
                  <a:pt x="8475" y="16690"/>
                </a:lnTo>
                <a:lnTo>
                  <a:pt x="8563" y="16870"/>
                </a:lnTo>
                <a:lnTo>
                  <a:pt x="8651" y="17064"/>
                </a:lnTo>
                <a:lnTo>
                  <a:pt x="8789" y="17257"/>
                </a:lnTo>
                <a:lnTo>
                  <a:pt x="8877" y="17438"/>
                </a:lnTo>
                <a:lnTo>
                  <a:pt x="8977" y="17670"/>
                </a:lnTo>
                <a:lnTo>
                  <a:pt x="9066" y="17863"/>
                </a:lnTo>
                <a:lnTo>
                  <a:pt x="9154" y="18057"/>
                </a:lnTo>
                <a:lnTo>
                  <a:pt x="9292" y="18237"/>
                </a:lnTo>
                <a:lnTo>
                  <a:pt x="9380" y="18431"/>
                </a:lnTo>
                <a:lnTo>
                  <a:pt x="9480" y="18611"/>
                </a:lnTo>
                <a:lnTo>
                  <a:pt x="9568" y="18805"/>
                </a:lnTo>
                <a:lnTo>
                  <a:pt x="9656" y="18985"/>
                </a:lnTo>
                <a:lnTo>
                  <a:pt x="9795" y="19230"/>
                </a:lnTo>
                <a:lnTo>
                  <a:pt x="9883" y="19411"/>
                </a:lnTo>
                <a:lnTo>
                  <a:pt x="9983" y="19605"/>
                </a:lnTo>
                <a:lnTo>
                  <a:pt x="10071" y="19785"/>
                </a:lnTo>
                <a:lnTo>
                  <a:pt x="10159" y="19979"/>
                </a:lnTo>
                <a:lnTo>
                  <a:pt x="10298" y="20172"/>
                </a:lnTo>
                <a:lnTo>
                  <a:pt x="10398" y="20353"/>
                </a:lnTo>
                <a:lnTo>
                  <a:pt x="10486" y="20546"/>
                </a:lnTo>
                <a:lnTo>
                  <a:pt x="10574" y="20727"/>
                </a:lnTo>
                <a:lnTo>
                  <a:pt x="10662" y="20959"/>
                </a:lnTo>
                <a:lnTo>
                  <a:pt x="10801" y="21152"/>
                </a:lnTo>
                <a:lnTo>
                  <a:pt x="10901" y="21346"/>
                </a:lnTo>
                <a:lnTo>
                  <a:pt x="10989" y="21526"/>
                </a:lnTo>
                <a:lnTo>
                  <a:pt x="11077" y="21720"/>
                </a:lnTo>
                <a:lnTo>
                  <a:pt x="11165" y="21900"/>
                </a:lnTo>
                <a:lnTo>
                  <a:pt x="11304" y="22094"/>
                </a:lnTo>
                <a:lnTo>
                  <a:pt x="11404" y="22287"/>
                </a:lnTo>
                <a:lnTo>
                  <a:pt x="11492" y="22468"/>
                </a:lnTo>
                <a:lnTo>
                  <a:pt x="11580" y="22661"/>
                </a:lnTo>
                <a:lnTo>
                  <a:pt x="11668" y="22842"/>
                </a:lnTo>
                <a:lnTo>
                  <a:pt x="11807" y="23035"/>
                </a:lnTo>
                <a:lnTo>
                  <a:pt x="11907" y="23268"/>
                </a:lnTo>
                <a:lnTo>
                  <a:pt x="11995" y="23461"/>
                </a:lnTo>
                <a:lnTo>
                  <a:pt x="12083" y="23642"/>
                </a:lnTo>
                <a:lnTo>
                  <a:pt x="12171" y="23835"/>
                </a:lnTo>
                <a:lnTo>
                  <a:pt x="12310" y="24016"/>
                </a:lnTo>
                <a:lnTo>
                  <a:pt x="12410" y="24209"/>
                </a:lnTo>
                <a:lnTo>
                  <a:pt x="12498" y="24403"/>
                </a:lnTo>
                <a:lnTo>
                  <a:pt x="12586" y="24583"/>
                </a:lnTo>
                <a:lnTo>
                  <a:pt x="12687" y="24777"/>
                </a:lnTo>
                <a:lnTo>
                  <a:pt x="12813" y="24957"/>
                </a:lnTo>
                <a:lnTo>
                  <a:pt x="12913" y="25151"/>
                </a:lnTo>
                <a:lnTo>
                  <a:pt x="13001" y="25331"/>
                </a:lnTo>
                <a:lnTo>
                  <a:pt x="13089" y="25525"/>
                </a:lnTo>
                <a:lnTo>
                  <a:pt x="13190" y="25718"/>
                </a:lnTo>
                <a:lnTo>
                  <a:pt x="13316" y="25899"/>
                </a:lnTo>
                <a:lnTo>
                  <a:pt x="13416" y="26092"/>
                </a:lnTo>
                <a:lnTo>
                  <a:pt x="13504" y="26273"/>
                </a:lnTo>
                <a:lnTo>
                  <a:pt x="13592" y="26518"/>
                </a:lnTo>
                <a:lnTo>
                  <a:pt x="13693" y="26698"/>
                </a:lnTo>
                <a:lnTo>
                  <a:pt x="13831" y="26892"/>
                </a:lnTo>
                <a:lnTo>
                  <a:pt x="13919" y="27072"/>
                </a:lnTo>
                <a:lnTo>
                  <a:pt x="14007" y="27266"/>
                </a:lnTo>
                <a:lnTo>
                  <a:pt x="14095" y="27447"/>
                </a:lnTo>
                <a:lnTo>
                  <a:pt x="14196" y="27640"/>
                </a:lnTo>
                <a:lnTo>
                  <a:pt x="14334" y="27833"/>
                </a:lnTo>
                <a:lnTo>
                  <a:pt x="14422" y="28014"/>
                </a:lnTo>
                <a:lnTo>
                  <a:pt x="14510" y="28207"/>
                </a:lnTo>
                <a:lnTo>
                  <a:pt x="14598" y="28388"/>
                </a:lnTo>
                <a:lnTo>
                  <a:pt x="14699" y="28582"/>
                </a:lnTo>
                <a:lnTo>
                  <a:pt x="14837" y="28762"/>
                </a:lnTo>
                <a:lnTo>
                  <a:pt x="14925" y="28956"/>
                </a:lnTo>
                <a:lnTo>
                  <a:pt x="15013" y="29149"/>
                </a:lnTo>
                <a:lnTo>
                  <a:pt x="15101" y="29330"/>
                </a:lnTo>
                <a:lnTo>
                  <a:pt x="15202" y="29523"/>
                </a:lnTo>
                <a:lnTo>
                  <a:pt x="15340" y="29704"/>
                </a:lnTo>
                <a:lnTo>
                  <a:pt x="15428" y="29897"/>
                </a:lnTo>
                <a:lnTo>
                  <a:pt x="15516" y="30091"/>
                </a:lnTo>
                <a:lnTo>
                  <a:pt x="15604" y="30271"/>
                </a:lnTo>
                <a:lnTo>
                  <a:pt x="15705" y="30465"/>
                </a:lnTo>
                <a:lnTo>
                  <a:pt x="15843" y="30645"/>
                </a:lnTo>
                <a:lnTo>
                  <a:pt x="15931" y="30839"/>
                </a:lnTo>
                <a:lnTo>
                  <a:pt x="16019" y="31019"/>
                </a:lnTo>
                <a:lnTo>
                  <a:pt x="16120" y="31213"/>
                </a:lnTo>
                <a:lnTo>
                  <a:pt x="16208" y="31406"/>
                </a:lnTo>
                <a:lnTo>
                  <a:pt x="16346" y="31587"/>
                </a:lnTo>
                <a:lnTo>
                  <a:pt x="16434" y="31780"/>
                </a:lnTo>
                <a:lnTo>
                  <a:pt x="16522" y="31961"/>
                </a:lnTo>
                <a:lnTo>
                  <a:pt x="16623" y="32154"/>
                </a:lnTo>
                <a:lnTo>
                  <a:pt x="16711" y="32335"/>
                </a:lnTo>
                <a:lnTo>
                  <a:pt x="16849" y="32528"/>
                </a:lnTo>
                <a:lnTo>
                  <a:pt x="16937" y="32722"/>
                </a:lnTo>
                <a:lnTo>
                  <a:pt x="17025" y="32902"/>
                </a:lnTo>
                <a:lnTo>
                  <a:pt x="17126" y="33096"/>
                </a:lnTo>
                <a:lnTo>
                  <a:pt x="17214" y="33238"/>
                </a:lnTo>
                <a:lnTo>
                  <a:pt x="17352" y="33418"/>
                </a:lnTo>
                <a:lnTo>
                  <a:pt x="17440" y="33612"/>
                </a:lnTo>
                <a:lnTo>
                  <a:pt x="17528" y="33792"/>
                </a:lnTo>
                <a:lnTo>
                  <a:pt x="17629" y="33986"/>
                </a:lnTo>
                <a:lnTo>
                  <a:pt x="17717" y="34179"/>
                </a:lnTo>
                <a:lnTo>
                  <a:pt x="17855" y="34360"/>
                </a:lnTo>
                <a:lnTo>
                  <a:pt x="17943" y="34553"/>
                </a:lnTo>
                <a:lnTo>
                  <a:pt x="18031" y="34734"/>
                </a:lnTo>
                <a:lnTo>
                  <a:pt x="18132" y="34927"/>
                </a:lnTo>
                <a:lnTo>
                  <a:pt x="18220" y="35108"/>
                </a:lnTo>
                <a:lnTo>
                  <a:pt x="18358" y="35301"/>
                </a:lnTo>
                <a:lnTo>
                  <a:pt x="18446" y="35495"/>
                </a:lnTo>
                <a:lnTo>
                  <a:pt x="18534" y="35675"/>
                </a:lnTo>
                <a:lnTo>
                  <a:pt x="18634" y="35869"/>
                </a:lnTo>
                <a:lnTo>
                  <a:pt x="18723" y="36050"/>
                </a:lnTo>
                <a:lnTo>
                  <a:pt x="18861" y="36243"/>
                </a:lnTo>
                <a:lnTo>
                  <a:pt x="18949" y="36436"/>
                </a:lnTo>
                <a:lnTo>
                  <a:pt x="19037" y="36565"/>
                </a:lnTo>
                <a:lnTo>
                  <a:pt x="19137" y="36759"/>
                </a:lnTo>
                <a:lnTo>
                  <a:pt x="19225" y="36952"/>
                </a:lnTo>
                <a:lnTo>
                  <a:pt x="19364" y="37133"/>
                </a:lnTo>
                <a:lnTo>
                  <a:pt x="19452" y="37326"/>
                </a:lnTo>
                <a:lnTo>
                  <a:pt x="19540" y="37507"/>
                </a:lnTo>
                <a:lnTo>
                  <a:pt x="19640" y="37700"/>
                </a:lnTo>
                <a:lnTo>
                  <a:pt x="19728" y="37881"/>
                </a:lnTo>
                <a:lnTo>
                  <a:pt x="19867" y="38074"/>
                </a:lnTo>
                <a:lnTo>
                  <a:pt x="19955" y="38268"/>
                </a:lnTo>
                <a:lnTo>
                  <a:pt x="20055" y="38449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5971866" y="3101880"/>
            <a:ext cx="20043" cy="34317"/>
          </a:xfrm>
          <a:custGeom>
            <a:avLst/>
            <a:gdLst/>
            <a:ahLst/>
            <a:cxnLst/>
            <a:rect l="l" t="t" r="r" b="b"/>
            <a:pathLst>
              <a:path w="20043" h="34317">
                <a:moveTo>
                  <a:pt x="0" y="0"/>
                </a:moveTo>
                <a:lnTo>
                  <a:pt x="88" y="141"/>
                </a:lnTo>
                <a:lnTo>
                  <a:pt x="176" y="335"/>
                </a:lnTo>
                <a:lnTo>
                  <a:pt x="314" y="515"/>
                </a:lnTo>
                <a:lnTo>
                  <a:pt x="402" y="709"/>
                </a:lnTo>
                <a:lnTo>
                  <a:pt x="502" y="889"/>
                </a:lnTo>
                <a:lnTo>
                  <a:pt x="590" y="1083"/>
                </a:lnTo>
                <a:lnTo>
                  <a:pt x="679" y="1276"/>
                </a:lnTo>
                <a:lnTo>
                  <a:pt x="817" y="1457"/>
                </a:lnTo>
                <a:lnTo>
                  <a:pt x="905" y="1650"/>
                </a:lnTo>
                <a:lnTo>
                  <a:pt x="1005" y="1792"/>
                </a:lnTo>
                <a:lnTo>
                  <a:pt x="1093" y="1973"/>
                </a:lnTo>
                <a:lnTo>
                  <a:pt x="1181" y="2166"/>
                </a:lnTo>
                <a:lnTo>
                  <a:pt x="1320" y="2347"/>
                </a:lnTo>
                <a:lnTo>
                  <a:pt x="1408" y="2540"/>
                </a:lnTo>
                <a:lnTo>
                  <a:pt x="1508" y="2734"/>
                </a:lnTo>
                <a:lnTo>
                  <a:pt x="1596" y="2914"/>
                </a:lnTo>
                <a:lnTo>
                  <a:pt x="1684" y="3108"/>
                </a:lnTo>
                <a:lnTo>
                  <a:pt x="1823" y="3250"/>
                </a:lnTo>
                <a:lnTo>
                  <a:pt x="1911" y="3430"/>
                </a:lnTo>
                <a:lnTo>
                  <a:pt x="2011" y="3624"/>
                </a:lnTo>
                <a:lnTo>
                  <a:pt x="2099" y="3804"/>
                </a:lnTo>
                <a:lnTo>
                  <a:pt x="2187" y="3998"/>
                </a:lnTo>
                <a:lnTo>
                  <a:pt x="2326" y="4191"/>
                </a:lnTo>
                <a:lnTo>
                  <a:pt x="2414" y="4333"/>
                </a:lnTo>
                <a:lnTo>
                  <a:pt x="2514" y="4514"/>
                </a:lnTo>
                <a:lnTo>
                  <a:pt x="2602" y="4707"/>
                </a:lnTo>
                <a:lnTo>
                  <a:pt x="2690" y="4888"/>
                </a:lnTo>
                <a:lnTo>
                  <a:pt x="2829" y="5081"/>
                </a:lnTo>
                <a:lnTo>
                  <a:pt x="2917" y="5262"/>
                </a:lnTo>
                <a:lnTo>
                  <a:pt x="3017" y="5455"/>
                </a:lnTo>
                <a:lnTo>
                  <a:pt x="3105" y="5597"/>
                </a:lnTo>
                <a:lnTo>
                  <a:pt x="3193" y="5778"/>
                </a:lnTo>
                <a:lnTo>
                  <a:pt x="3332" y="5971"/>
                </a:lnTo>
                <a:lnTo>
                  <a:pt x="3420" y="6165"/>
                </a:lnTo>
                <a:lnTo>
                  <a:pt x="3520" y="6345"/>
                </a:lnTo>
                <a:lnTo>
                  <a:pt x="3608" y="6487"/>
                </a:lnTo>
                <a:lnTo>
                  <a:pt x="3696" y="6681"/>
                </a:lnTo>
                <a:lnTo>
                  <a:pt x="3835" y="6861"/>
                </a:lnTo>
                <a:lnTo>
                  <a:pt x="3935" y="7055"/>
                </a:lnTo>
                <a:lnTo>
                  <a:pt x="4023" y="7235"/>
                </a:lnTo>
                <a:lnTo>
                  <a:pt x="4111" y="7429"/>
                </a:lnTo>
                <a:lnTo>
                  <a:pt x="4199" y="7571"/>
                </a:lnTo>
                <a:lnTo>
                  <a:pt x="4338" y="7764"/>
                </a:lnTo>
                <a:lnTo>
                  <a:pt x="4438" y="7945"/>
                </a:lnTo>
                <a:lnTo>
                  <a:pt x="4526" y="8138"/>
                </a:lnTo>
                <a:lnTo>
                  <a:pt x="4614" y="8319"/>
                </a:lnTo>
                <a:lnTo>
                  <a:pt x="4702" y="8461"/>
                </a:lnTo>
                <a:lnTo>
                  <a:pt x="4841" y="8654"/>
                </a:lnTo>
                <a:lnTo>
                  <a:pt x="4941" y="8835"/>
                </a:lnTo>
                <a:lnTo>
                  <a:pt x="5029" y="9028"/>
                </a:lnTo>
                <a:lnTo>
                  <a:pt x="5117" y="9222"/>
                </a:lnTo>
                <a:lnTo>
                  <a:pt x="5205" y="9351"/>
                </a:lnTo>
                <a:lnTo>
                  <a:pt x="5344" y="9544"/>
                </a:lnTo>
                <a:lnTo>
                  <a:pt x="5444" y="9738"/>
                </a:lnTo>
                <a:lnTo>
                  <a:pt x="5532" y="9918"/>
                </a:lnTo>
                <a:lnTo>
                  <a:pt x="5620" y="10060"/>
                </a:lnTo>
                <a:lnTo>
                  <a:pt x="5708" y="10253"/>
                </a:lnTo>
                <a:lnTo>
                  <a:pt x="5847" y="10434"/>
                </a:lnTo>
                <a:lnTo>
                  <a:pt x="5947" y="10627"/>
                </a:lnTo>
                <a:lnTo>
                  <a:pt x="6035" y="10769"/>
                </a:lnTo>
                <a:lnTo>
                  <a:pt x="6123" y="10950"/>
                </a:lnTo>
                <a:lnTo>
                  <a:pt x="6224" y="11143"/>
                </a:lnTo>
                <a:lnTo>
                  <a:pt x="6349" y="11337"/>
                </a:lnTo>
                <a:lnTo>
                  <a:pt x="6450" y="11517"/>
                </a:lnTo>
                <a:lnTo>
                  <a:pt x="6538" y="11659"/>
                </a:lnTo>
                <a:lnTo>
                  <a:pt x="6626" y="11853"/>
                </a:lnTo>
                <a:lnTo>
                  <a:pt x="6727" y="12033"/>
                </a:lnTo>
                <a:lnTo>
                  <a:pt x="6852" y="12227"/>
                </a:lnTo>
                <a:lnTo>
                  <a:pt x="6953" y="12369"/>
                </a:lnTo>
                <a:lnTo>
                  <a:pt x="7041" y="12549"/>
                </a:lnTo>
                <a:lnTo>
                  <a:pt x="7129" y="12743"/>
                </a:lnTo>
                <a:lnTo>
                  <a:pt x="7230" y="12885"/>
                </a:lnTo>
                <a:lnTo>
                  <a:pt x="7368" y="13065"/>
                </a:lnTo>
                <a:lnTo>
                  <a:pt x="7456" y="13259"/>
                </a:lnTo>
                <a:lnTo>
                  <a:pt x="7544" y="13452"/>
                </a:lnTo>
                <a:lnTo>
                  <a:pt x="7632" y="13581"/>
                </a:lnTo>
                <a:lnTo>
                  <a:pt x="7733" y="13775"/>
                </a:lnTo>
                <a:lnTo>
                  <a:pt x="7871" y="13968"/>
                </a:lnTo>
                <a:lnTo>
                  <a:pt x="7959" y="14149"/>
                </a:lnTo>
                <a:lnTo>
                  <a:pt x="8047" y="14291"/>
                </a:lnTo>
                <a:lnTo>
                  <a:pt x="8135" y="14484"/>
                </a:lnTo>
                <a:lnTo>
                  <a:pt x="8236" y="14665"/>
                </a:lnTo>
                <a:lnTo>
                  <a:pt x="8374" y="14806"/>
                </a:lnTo>
                <a:lnTo>
                  <a:pt x="8462" y="15000"/>
                </a:lnTo>
                <a:lnTo>
                  <a:pt x="8550" y="15180"/>
                </a:lnTo>
                <a:lnTo>
                  <a:pt x="8638" y="15374"/>
                </a:lnTo>
                <a:lnTo>
                  <a:pt x="8739" y="15516"/>
                </a:lnTo>
                <a:lnTo>
                  <a:pt x="8877" y="15696"/>
                </a:lnTo>
                <a:lnTo>
                  <a:pt x="8965" y="15890"/>
                </a:lnTo>
                <a:lnTo>
                  <a:pt x="9053" y="16032"/>
                </a:lnTo>
                <a:lnTo>
                  <a:pt x="9141" y="16225"/>
                </a:lnTo>
                <a:lnTo>
                  <a:pt x="9242" y="16406"/>
                </a:lnTo>
                <a:lnTo>
                  <a:pt x="9380" y="16548"/>
                </a:lnTo>
                <a:lnTo>
                  <a:pt x="9468" y="16741"/>
                </a:lnTo>
                <a:lnTo>
                  <a:pt x="9556" y="16922"/>
                </a:lnTo>
                <a:lnTo>
                  <a:pt x="9644" y="17064"/>
                </a:lnTo>
                <a:lnTo>
                  <a:pt x="9745" y="17257"/>
                </a:lnTo>
                <a:lnTo>
                  <a:pt x="9883" y="17438"/>
                </a:lnTo>
                <a:lnTo>
                  <a:pt x="9971" y="17631"/>
                </a:lnTo>
                <a:lnTo>
                  <a:pt x="10059" y="17773"/>
                </a:lnTo>
                <a:lnTo>
                  <a:pt x="10159" y="17954"/>
                </a:lnTo>
                <a:lnTo>
                  <a:pt x="10247" y="18147"/>
                </a:lnTo>
                <a:lnTo>
                  <a:pt x="10386" y="18289"/>
                </a:lnTo>
                <a:lnTo>
                  <a:pt x="10474" y="18469"/>
                </a:lnTo>
                <a:lnTo>
                  <a:pt x="10562" y="18663"/>
                </a:lnTo>
                <a:lnTo>
                  <a:pt x="10662" y="18805"/>
                </a:lnTo>
                <a:lnTo>
                  <a:pt x="10750" y="18998"/>
                </a:lnTo>
                <a:lnTo>
                  <a:pt x="10889" y="19140"/>
                </a:lnTo>
                <a:lnTo>
                  <a:pt x="10977" y="19321"/>
                </a:lnTo>
                <a:lnTo>
                  <a:pt x="11065" y="19514"/>
                </a:lnTo>
                <a:lnTo>
                  <a:pt x="11165" y="19656"/>
                </a:lnTo>
                <a:lnTo>
                  <a:pt x="11253" y="19837"/>
                </a:lnTo>
                <a:lnTo>
                  <a:pt x="11392" y="20030"/>
                </a:lnTo>
                <a:lnTo>
                  <a:pt x="11480" y="20172"/>
                </a:lnTo>
                <a:lnTo>
                  <a:pt x="11568" y="20353"/>
                </a:lnTo>
                <a:lnTo>
                  <a:pt x="11668" y="20546"/>
                </a:lnTo>
                <a:lnTo>
                  <a:pt x="11756" y="20688"/>
                </a:lnTo>
                <a:lnTo>
                  <a:pt x="11895" y="20869"/>
                </a:lnTo>
                <a:lnTo>
                  <a:pt x="11983" y="21062"/>
                </a:lnTo>
                <a:lnTo>
                  <a:pt x="12071" y="21204"/>
                </a:lnTo>
                <a:lnTo>
                  <a:pt x="12171" y="21384"/>
                </a:lnTo>
                <a:lnTo>
                  <a:pt x="12259" y="21526"/>
                </a:lnTo>
                <a:lnTo>
                  <a:pt x="12398" y="21720"/>
                </a:lnTo>
                <a:lnTo>
                  <a:pt x="12486" y="21913"/>
                </a:lnTo>
                <a:lnTo>
                  <a:pt x="12574" y="22042"/>
                </a:lnTo>
                <a:lnTo>
                  <a:pt x="12674" y="22236"/>
                </a:lnTo>
                <a:lnTo>
                  <a:pt x="12762" y="22378"/>
                </a:lnTo>
                <a:lnTo>
                  <a:pt x="12901" y="22571"/>
                </a:lnTo>
                <a:lnTo>
                  <a:pt x="12989" y="22752"/>
                </a:lnTo>
                <a:lnTo>
                  <a:pt x="13077" y="22894"/>
                </a:lnTo>
                <a:lnTo>
                  <a:pt x="13177" y="23087"/>
                </a:lnTo>
                <a:lnTo>
                  <a:pt x="13265" y="23229"/>
                </a:lnTo>
                <a:lnTo>
                  <a:pt x="13404" y="23409"/>
                </a:lnTo>
                <a:lnTo>
                  <a:pt x="13492" y="23603"/>
                </a:lnTo>
                <a:lnTo>
                  <a:pt x="13592" y="23745"/>
                </a:lnTo>
                <a:lnTo>
                  <a:pt x="13680" y="23925"/>
                </a:lnTo>
                <a:lnTo>
                  <a:pt x="13768" y="24067"/>
                </a:lnTo>
                <a:lnTo>
                  <a:pt x="13907" y="24261"/>
                </a:lnTo>
                <a:lnTo>
                  <a:pt x="13995" y="24441"/>
                </a:lnTo>
                <a:lnTo>
                  <a:pt x="14095" y="24583"/>
                </a:lnTo>
                <a:lnTo>
                  <a:pt x="14183" y="24777"/>
                </a:lnTo>
                <a:lnTo>
                  <a:pt x="14271" y="24919"/>
                </a:lnTo>
                <a:lnTo>
                  <a:pt x="14410" y="25099"/>
                </a:lnTo>
                <a:lnTo>
                  <a:pt x="14498" y="25241"/>
                </a:lnTo>
                <a:lnTo>
                  <a:pt x="14598" y="25434"/>
                </a:lnTo>
                <a:lnTo>
                  <a:pt x="14686" y="25615"/>
                </a:lnTo>
                <a:lnTo>
                  <a:pt x="14774" y="25757"/>
                </a:lnTo>
                <a:lnTo>
                  <a:pt x="14913" y="25950"/>
                </a:lnTo>
                <a:lnTo>
                  <a:pt x="15001" y="26092"/>
                </a:lnTo>
                <a:lnTo>
                  <a:pt x="15101" y="26273"/>
                </a:lnTo>
                <a:lnTo>
                  <a:pt x="15189" y="26415"/>
                </a:lnTo>
                <a:lnTo>
                  <a:pt x="15277" y="26608"/>
                </a:lnTo>
                <a:lnTo>
                  <a:pt x="15415" y="26750"/>
                </a:lnTo>
                <a:lnTo>
                  <a:pt x="15504" y="26931"/>
                </a:lnTo>
                <a:lnTo>
                  <a:pt x="15604" y="27072"/>
                </a:lnTo>
                <a:lnTo>
                  <a:pt x="15692" y="27266"/>
                </a:lnTo>
                <a:lnTo>
                  <a:pt x="15780" y="27459"/>
                </a:lnTo>
                <a:lnTo>
                  <a:pt x="15918" y="27601"/>
                </a:lnTo>
                <a:lnTo>
                  <a:pt x="16006" y="27782"/>
                </a:lnTo>
                <a:lnTo>
                  <a:pt x="16107" y="27924"/>
                </a:lnTo>
                <a:lnTo>
                  <a:pt x="16195" y="28117"/>
                </a:lnTo>
                <a:lnTo>
                  <a:pt x="16283" y="28259"/>
                </a:lnTo>
                <a:lnTo>
                  <a:pt x="16421" y="28440"/>
                </a:lnTo>
                <a:lnTo>
                  <a:pt x="16509" y="28582"/>
                </a:lnTo>
                <a:lnTo>
                  <a:pt x="16610" y="28775"/>
                </a:lnTo>
                <a:lnTo>
                  <a:pt x="16698" y="28917"/>
                </a:lnTo>
                <a:lnTo>
                  <a:pt x="16786" y="29097"/>
                </a:lnTo>
                <a:lnTo>
                  <a:pt x="16924" y="29239"/>
                </a:lnTo>
                <a:lnTo>
                  <a:pt x="17012" y="29433"/>
                </a:lnTo>
                <a:lnTo>
                  <a:pt x="17113" y="29575"/>
                </a:lnTo>
                <a:lnTo>
                  <a:pt x="17201" y="29755"/>
                </a:lnTo>
                <a:lnTo>
                  <a:pt x="17289" y="29897"/>
                </a:lnTo>
                <a:lnTo>
                  <a:pt x="17427" y="30091"/>
                </a:lnTo>
                <a:lnTo>
                  <a:pt x="17528" y="30232"/>
                </a:lnTo>
                <a:lnTo>
                  <a:pt x="17616" y="30413"/>
                </a:lnTo>
                <a:lnTo>
                  <a:pt x="17704" y="30555"/>
                </a:lnTo>
                <a:lnTo>
                  <a:pt x="17792" y="30748"/>
                </a:lnTo>
                <a:lnTo>
                  <a:pt x="17930" y="30890"/>
                </a:lnTo>
                <a:lnTo>
                  <a:pt x="18031" y="31071"/>
                </a:lnTo>
                <a:lnTo>
                  <a:pt x="18119" y="31213"/>
                </a:lnTo>
                <a:lnTo>
                  <a:pt x="18207" y="31406"/>
                </a:lnTo>
                <a:lnTo>
                  <a:pt x="18295" y="31548"/>
                </a:lnTo>
                <a:lnTo>
                  <a:pt x="18433" y="31729"/>
                </a:lnTo>
                <a:lnTo>
                  <a:pt x="18534" y="31871"/>
                </a:lnTo>
                <a:lnTo>
                  <a:pt x="18622" y="32064"/>
                </a:lnTo>
                <a:lnTo>
                  <a:pt x="18710" y="32206"/>
                </a:lnTo>
                <a:lnTo>
                  <a:pt x="18798" y="32348"/>
                </a:lnTo>
                <a:lnTo>
                  <a:pt x="18936" y="32528"/>
                </a:lnTo>
                <a:lnTo>
                  <a:pt x="19037" y="32670"/>
                </a:lnTo>
                <a:lnTo>
                  <a:pt x="19125" y="32864"/>
                </a:lnTo>
                <a:lnTo>
                  <a:pt x="19213" y="33006"/>
                </a:lnTo>
                <a:lnTo>
                  <a:pt x="19301" y="33186"/>
                </a:lnTo>
                <a:lnTo>
                  <a:pt x="19439" y="33328"/>
                </a:lnTo>
                <a:lnTo>
                  <a:pt x="19540" y="33521"/>
                </a:lnTo>
                <a:lnTo>
                  <a:pt x="19628" y="33658"/>
                </a:lnTo>
                <a:lnTo>
                  <a:pt x="19716" y="33847"/>
                </a:lnTo>
                <a:lnTo>
                  <a:pt x="19816" y="33987"/>
                </a:lnTo>
                <a:lnTo>
                  <a:pt x="19942" y="34129"/>
                </a:lnTo>
                <a:lnTo>
                  <a:pt x="20043" y="34317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5991910" y="3136197"/>
            <a:ext cx="20043" cy="29660"/>
          </a:xfrm>
          <a:custGeom>
            <a:avLst/>
            <a:gdLst/>
            <a:ahLst/>
            <a:cxnLst/>
            <a:rect l="l" t="t" r="r" b="b"/>
            <a:pathLst>
              <a:path w="20043" h="29660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9"/>
                </a:lnTo>
                <a:lnTo>
                  <a:pt x="402" y="657"/>
                </a:lnTo>
                <a:lnTo>
                  <a:pt x="502" y="798"/>
                </a:lnTo>
                <a:lnTo>
                  <a:pt x="590" y="938"/>
                </a:lnTo>
                <a:lnTo>
                  <a:pt x="679" y="1127"/>
                </a:lnTo>
                <a:lnTo>
                  <a:pt x="779" y="1269"/>
                </a:lnTo>
                <a:lnTo>
                  <a:pt x="917" y="1456"/>
                </a:lnTo>
                <a:lnTo>
                  <a:pt x="1005" y="1598"/>
                </a:lnTo>
                <a:lnTo>
                  <a:pt x="1093" y="1738"/>
                </a:lnTo>
                <a:lnTo>
                  <a:pt x="1181" y="1926"/>
                </a:lnTo>
                <a:lnTo>
                  <a:pt x="1282" y="2067"/>
                </a:lnTo>
                <a:lnTo>
                  <a:pt x="1420" y="2255"/>
                </a:lnTo>
                <a:lnTo>
                  <a:pt x="1508" y="2396"/>
                </a:lnTo>
                <a:lnTo>
                  <a:pt x="1596" y="2538"/>
                </a:lnTo>
                <a:lnTo>
                  <a:pt x="1684" y="2725"/>
                </a:lnTo>
                <a:lnTo>
                  <a:pt x="1785" y="2867"/>
                </a:lnTo>
                <a:lnTo>
                  <a:pt x="1923" y="3054"/>
                </a:lnTo>
                <a:lnTo>
                  <a:pt x="2011" y="3196"/>
                </a:lnTo>
                <a:lnTo>
                  <a:pt x="2099" y="3336"/>
                </a:lnTo>
                <a:lnTo>
                  <a:pt x="2187" y="3525"/>
                </a:lnTo>
                <a:lnTo>
                  <a:pt x="2288" y="3665"/>
                </a:lnTo>
                <a:lnTo>
                  <a:pt x="2426" y="3807"/>
                </a:lnTo>
                <a:lnTo>
                  <a:pt x="2514" y="3994"/>
                </a:lnTo>
                <a:lnTo>
                  <a:pt x="2602" y="4136"/>
                </a:lnTo>
                <a:lnTo>
                  <a:pt x="2690" y="4323"/>
                </a:lnTo>
                <a:lnTo>
                  <a:pt x="2791" y="4465"/>
                </a:lnTo>
                <a:lnTo>
                  <a:pt x="2929" y="4605"/>
                </a:lnTo>
                <a:lnTo>
                  <a:pt x="3017" y="4794"/>
                </a:lnTo>
                <a:lnTo>
                  <a:pt x="3105" y="4934"/>
                </a:lnTo>
                <a:lnTo>
                  <a:pt x="3193" y="5076"/>
                </a:lnTo>
                <a:lnTo>
                  <a:pt x="3294" y="5263"/>
                </a:lnTo>
                <a:lnTo>
                  <a:pt x="3432" y="5405"/>
                </a:lnTo>
                <a:lnTo>
                  <a:pt x="3520" y="5546"/>
                </a:lnTo>
                <a:lnTo>
                  <a:pt x="3608" y="5734"/>
                </a:lnTo>
                <a:lnTo>
                  <a:pt x="3709" y="5875"/>
                </a:lnTo>
                <a:lnTo>
                  <a:pt x="3797" y="6015"/>
                </a:lnTo>
                <a:lnTo>
                  <a:pt x="3935" y="6203"/>
                </a:lnTo>
                <a:lnTo>
                  <a:pt x="4023" y="6345"/>
                </a:lnTo>
                <a:lnTo>
                  <a:pt x="4111" y="6486"/>
                </a:lnTo>
                <a:lnTo>
                  <a:pt x="4212" y="6674"/>
                </a:lnTo>
                <a:lnTo>
                  <a:pt x="4300" y="6815"/>
                </a:lnTo>
                <a:lnTo>
                  <a:pt x="4438" y="6955"/>
                </a:lnTo>
                <a:lnTo>
                  <a:pt x="4526" y="7144"/>
                </a:lnTo>
                <a:lnTo>
                  <a:pt x="4614" y="7284"/>
                </a:lnTo>
                <a:lnTo>
                  <a:pt x="4715" y="7426"/>
                </a:lnTo>
                <a:lnTo>
                  <a:pt x="4803" y="7614"/>
                </a:lnTo>
                <a:lnTo>
                  <a:pt x="4941" y="7755"/>
                </a:lnTo>
                <a:lnTo>
                  <a:pt x="5029" y="7896"/>
                </a:lnTo>
                <a:lnTo>
                  <a:pt x="5117" y="8038"/>
                </a:lnTo>
                <a:lnTo>
                  <a:pt x="5218" y="8225"/>
                </a:lnTo>
                <a:lnTo>
                  <a:pt x="5306" y="8366"/>
                </a:lnTo>
                <a:lnTo>
                  <a:pt x="5444" y="8507"/>
                </a:lnTo>
                <a:lnTo>
                  <a:pt x="5532" y="8695"/>
                </a:lnTo>
                <a:lnTo>
                  <a:pt x="5620" y="8836"/>
                </a:lnTo>
                <a:lnTo>
                  <a:pt x="5721" y="8977"/>
                </a:lnTo>
                <a:lnTo>
                  <a:pt x="5809" y="9165"/>
                </a:lnTo>
                <a:lnTo>
                  <a:pt x="5947" y="9307"/>
                </a:lnTo>
                <a:lnTo>
                  <a:pt x="6035" y="9447"/>
                </a:lnTo>
                <a:lnTo>
                  <a:pt x="6123" y="9588"/>
                </a:lnTo>
                <a:lnTo>
                  <a:pt x="6224" y="9776"/>
                </a:lnTo>
                <a:lnTo>
                  <a:pt x="6312" y="9917"/>
                </a:lnTo>
                <a:lnTo>
                  <a:pt x="6450" y="10059"/>
                </a:lnTo>
                <a:lnTo>
                  <a:pt x="6538" y="10199"/>
                </a:lnTo>
                <a:lnTo>
                  <a:pt x="6626" y="10388"/>
                </a:lnTo>
                <a:lnTo>
                  <a:pt x="6727" y="10528"/>
                </a:lnTo>
                <a:lnTo>
                  <a:pt x="6815" y="10669"/>
                </a:lnTo>
                <a:lnTo>
                  <a:pt x="6953" y="10811"/>
                </a:lnTo>
                <a:lnTo>
                  <a:pt x="7041" y="10999"/>
                </a:lnTo>
                <a:lnTo>
                  <a:pt x="7142" y="11140"/>
                </a:lnTo>
                <a:lnTo>
                  <a:pt x="7230" y="11280"/>
                </a:lnTo>
                <a:lnTo>
                  <a:pt x="7318" y="11422"/>
                </a:lnTo>
                <a:lnTo>
                  <a:pt x="7456" y="11609"/>
                </a:lnTo>
                <a:lnTo>
                  <a:pt x="7544" y="11751"/>
                </a:lnTo>
                <a:lnTo>
                  <a:pt x="7645" y="11891"/>
                </a:lnTo>
                <a:lnTo>
                  <a:pt x="7733" y="12032"/>
                </a:lnTo>
                <a:lnTo>
                  <a:pt x="7821" y="12220"/>
                </a:lnTo>
                <a:lnTo>
                  <a:pt x="7959" y="12361"/>
                </a:lnTo>
                <a:lnTo>
                  <a:pt x="8047" y="12503"/>
                </a:lnTo>
                <a:lnTo>
                  <a:pt x="8148" y="12643"/>
                </a:lnTo>
                <a:lnTo>
                  <a:pt x="8236" y="12832"/>
                </a:lnTo>
                <a:lnTo>
                  <a:pt x="8324" y="12972"/>
                </a:lnTo>
                <a:lnTo>
                  <a:pt x="8462" y="13114"/>
                </a:lnTo>
                <a:lnTo>
                  <a:pt x="8550" y="13255"/>
                </a:lnTo>
                <a:lnTo>
                  <a:pt x="8651" y="13395"/>
                </a:lnTo>
                <a:lnTo>
                  <a:pt x="8739" y="13584"/>
                </a:lnTo>
                <a:lnTo>
                  <a:pt x="8827" y="13724"/>
                </a:lnTo>
                <a:lnTo>
                  <a:pt x="8965" y="13866"/>
                </a:lnTo>
                <a:lnTo>
                  <a:pt x="9053" y="14007"/>
                </a:lnTo>
                <a:lnTo>
                  <a:pt x="9154" y="14147"/>
                </a:lnTo>
                <a:lnTo>
                  <a:pt x="9242" y="14336"/>
                </a:lnTo>
                <a:lnTo>
                  <a:pt x="9330" y="14476"/>
                </a:lnTo>
                <a:lnTo>
                  <a:pt x="9468" y="14618"/>
                </a:lnTo>
                <a:lnTo>
                  <a:pt x="9556" y="14759"/>
                </a:lnTo>
                <a:lnTo>
                  <a:pt x="9656" y="14899"/>
                </a:lnTo>
                <a:lnTo>
                  <a:pt x="9745" y="15088"/>
                </a:lnTo>
                <a:lnTo>
                  <a:pt x="9833" y="15229"/>
                </a:lnTo>
                <a:lnTo>
                  <a:pt x="9971" y="15370"/>
                </a:lnTo>
                <a:lnTo>
                  <a:pt x="10059" y="15511"/>
                </a:lnTo>
                <a:lnTo>
                  <a:pt x="10159" y="15653"/>
                </a:lnTo>
                <a:lnTo>
                  <a:pt x="10247" y="15793"/>
                </a:lnTo>
                <a:lnTo>
                  <a:pt x="10336" y="15981"/>
                </a:lnTo>
                <a:lnTo>
                  <a:pt x="10474" y="16122"/>
                </a:lnTo>
                <a:lnTo>
                  <a:pt x="10562" y="16263"/>
                </a:lnTo>
                <a:lnTo>
                  <a:pt x="10662" y="16405"/>
                </a:lnTo>
                <a:lnTo>
                  <a:pt x="10750" y="16545"/>
                </a:lnTo>
                <a:lnTo>
                  <a:pt x="10838" y="16686"/>
                </a:lnTo>
                <a:lnTo>
                  <a:pt x="10977" y="16874"/>
                </a:lnTo>
                <a:lnTo>
                  <a:pt x="11077" y="17015"/>
                </a:lnTo>
                <a:lnTo>
                  <a:pt x="11165" y="17156"/>
                </a:lnTo>
                <a:lnTo>
                  <a:pt x="11253" y="17297"/>
                </a:lnTo>
                <a:lnTo>
                  <a:pt x="11341" y="17438"/>
                </a:lnTo>
                <a:lnTo>
                  <a:pt x="11480" y="17580"/>
                </a:lnTo>
                <a:lnTo>
                  <a:pt x="11580" y="17720"/>
                </a:lnTo>
                <a:lnTo>
                  <a:pt x="11668" y="17908"/>
                </a:lnTo>
                <a:lnTo>
                  <a:pt x="11756" y="18049"/>
                </a:lnTo>
                <a:lnTo>
                  <a:pt x="11844" y="18191"/>
                </a:lnTo>
                <a:lnTo>
                  <a:pt x="11983" y="18331"/>
                </a:lnTo>
                <a:lnTo>
                  <a:pt x="12083" y="18472"/>
                </a:lnTo>
                <a:lnTo>
                  <a:pt x="12171" y="18614"/>
                </a:lnTo>
                <a:lnTo>
                  <a:pt x="12259" y="18755"/>
                </a:lnTo>
                <a:lnTo>
                  <a:pt x="12347" y="18895"/>
                </a:lnTo>
                <a:lnTo>
                  <a:pt x="12486" y="19083"/>
                </a:lnTo>
                <a:lnTo>
                  <a:pt x="12586" y="19224"/>
                </a:lnTo>
                <a:lnTo>
                  <a:pt x="12674" y="19366"/>
                </a:lnTo>
                <a:lnTo>
                  <a:pt x="12762" y="19506"/>
                </a:lnTo>
                <a:lnTo>
                  <a:pt x="12850" y="19647"/>
                </a:lnTo>
                <a:lnTo>
                  <a:pt x="12989" y="19789"/>
                </a:lnTo>
                <a:lnTo>
                  <a:pt x="13089" y="19930"/>
                </a:lnTo>
                <a:lnTo>
                  <a:pt x="13177" y="20070"/>
                </a:lnTo>
                <a:lnTo>
                  <a:pt x="13265" y="20212"/>
                </a:lnTo>
                <a:lnTo>
                  <a:pt x="13353" y="20353"/>
                </a:lnTo>
                <a:lnTo>
                  <a:pt x="13492" y="20493"/>
                </a:lnTo>
                <a:lnTo>
                  <a:pt x="13592" y="20681"/>
                </a:lnTo>
                <a:lnTo>
                  <a:pt x="13680" y="20822"/>
                </a:lnTo>
                <a:lnTo>
                  <a:pt x="13768" y="20964"/>
                </a:lnTo>
                <a:lnTo>
                  <a:pt x="13869" y="21105"/>
                </a:lnTo>
                <a:lnTo>
                  <a:pt x="13995" y="21245"/>
                </a:lnTo>
                <a:lnTo>
                  <a:pt x="14095" y="21387"/>
                </a:lnTo>
                <a:lnTo>
                  <a:pt x="14183" y="21528"/>
                </a:lnTo>
                <a:lnTo>
                  <a:pt x="14271" y="21668"/>
                </a:lnTo>
                <a:lnTo>
                  <a:pt x="14372" y="21810"/>
                </a:lnTo>
                <a:lnTo>
                  <a:pt x="14498" y="21951"/>
                </a:lnTo>
                <a:lnTo>
                  <a:pt x="14598" y="22091"/>
                </a:lnTo>
                <a:lnTo>
                  <a:pt x="14686" y="22233"/>
                </a:lnTo>
                <a:lnTo>
                  <a:pt x="14774" y="22374"/>
                </a:lnTo>
                <a:lnTo>
                  <a:pt x="14875" y="22514"/>
                </a:lnTo>
                <a:lnTo>
                  <a:pt x="15013" y="22656"/>
                </a:lnTo>
                <a:lnTo>
                  <a:pt x="15101" y="22797"/>
                </a:lnTo>
                <a:lnTo>
                  <a:pt x="15189" y="22985"/>
                </a:lnTo>
                <a:lnTo>
                  <a:pt x="15277" y="23126"/>
                </a:lnTo>
                <a:lnTo>
                  <a:pt x="15378" y="23268"/>
                </a:lnTo>
                <a:lnTo>
                  <a:pt x="15516" y="23408"/>
                </a:lnTo>
                <a:lnTo>
                  <a:pt x="15604" y="23549"/>
                </a:lnTo>
                <a:lnTo>
                  <a:pt x="15692" y="23691"/>
                </a:lnTo>
                <a:lnTo>
                  <a:pt x="15780" y="23831"/>
                </a:lnTo>
                <a:lnTo>
                  <a:pt x="15881" y="23972"/>
                </a:lnTo>
                <a:lnTo>
                  <a:pt x="16019" y="24114"/>
                </a:lnTo>
                <a:lnTo>
                  <a:pt x="16107" y="24254"/>
                </a:lnTo>
                <a:lnTo>
                  <a:pt x="16195" y="24395"/>
                </a:lnTo>
                <a:lnTo>
                  <a:pt x="16283" y="24537"/>
                </a:lnTo>
                <a:lnTo>
                  <a:pt x="16384" y="24677"/>
                </a:lnTo>
                <a:lnTo>
                  <a:pt x="16522" y="24818"/>
                </a:lnTo>
                <a:lnTo>
                  <a:pt x="16610" y="24960"/>
                </a:lnTo>
                <a:lnTo>
                  <a:pt x="16698" y="25100"/>
                </a:lnTo>
                <a:lnTo>
                  <a:pt x="16786" y="25241"/>
                </a:lnTo>
                <a:lnTo>
                  <a:pt x="16887" y="25383"/>
                </a:lnTo>
                <a:lnTo>
                  <a:pt x="17025" y="25523"/>
                </a:lnTo>
                <a:lnTo>
                  <a:pt x="17113" y="25664"/>
                </a:lnTo>
                <a:lnTo>
                  <a:pt x="17201" y="25806"/>
                </a:lnTo>
                <a:lnTo>
                  <a:pt x="17302" y="25946"/>
                </a:lnTo>
                <a:lnTo>
                  <a:pt x="17390" y="26087"/>
                </a:lnTo>
                <a:lnTo>
                  <a:pt x="17528" y="26229"/>
                </a:lnTo>
                <a:lnTo>
                  <a:pt x="17616" y="26370"/>
                </a:lnTo>
                <a:lnTo>
                  <a:pt x="17704" y="26510"/>
                </a:lnTo>
                <a:lnTo>
                  <a:pt x="17805" y="26652"/>
                </a:lnTo>
                <a:lnTo>
                  <a:pt x="17893" y="26793"/>
                </a:lnTo>
                <a:lnTo>
                  <a:pt x="18031" y="26933"/>
                </a:lnTo>
                <a:lnTo>
                  <a:pt x="18207" y="27168"/>
                </a:lnTo>
                <a:lnTo>
                  <a:pt x="18308" y="27310"/>
                </a:lnTo>
                <a:lnTo>
                  <a:pt x="18396" y="27450"/>
                </a:lnTo>
                <a:lnTo>
                  <a:pt x="18534" y="27591"/>
                </a:lnTo>
                <a:lnTo>
                  <a:pt x="18622" y="27733"/>
                </a:lnTo>
                <a:lnTo>
                  <a:pt x="18710" y="27873"/>
                </a:lnTo>
                <a:lnTo>
                  <a:pt x="18811" y="28014"/>
                </a:lnTo>
                <a:lnTo>
                  <a:pt x="18899" y="28156"/>
                </a:lnTo>
                <a:lnTo>
                  <a:pt x="19037" y="28296"/>
                </a:lnTo>
                <a:lnTo>
                  <a:pt x="19125" y="28437"/>
                </a:lnTo>
                <a:lnTo>
                  <a:pt x="19213" y="28579"/>
                </a:lnTo>
                <a:lnTo>
                  <a:pt x="19313" y="28720"/>
                </a:lnTo>
                <a:lnTo>
                  <a:pt x="19402" y="28860"/>
                </a:lnTo>
                <a:lnTo>
                  <a:pt x="19540" y="29002"/>
                </a:lnTo>
                <a:lnTo>
                  <a:pt x="19628" y="29143"/>
                </a:lnTo>
                <a:lnTo>
                  <a:pt x="19816" y="29377"/>
                </a:lnTo>
                <a:lnTo>
                  <a:pt x="19904" y="29519"/>
                </a:lnTo>
                <a:lnTo>
                  <a:pt x="20043" y="2966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6011953" y="3165858"/>
            <a:ext cx="19992" cy="24583"/>
          </a:xfrm>
          <a:custGeom>
            <a:avLst/>
            <a:gdLst/>
            <a:ahLst/>
            <a:cxnLst/>
            <a:rect l="l" t="t" r="r" b="b"/>
            <a:pathLst>
              <a:path w="19992" h="24583">
                <a:moveTo>
                  <a:pt x="0" y="0"/>
                </a:moveTo>
                <a:lnTo>
                  <a:pt x="88" y="140"/>
                </a:lnTo>
                <a:lnTo>
                  <a:pt x="176" y="282"/>
                </a:lnTo>
                <a:lnTo>
                  <a:pt x="276" y="423"/>
                </a:lnTo>
                <a:lnTo>
                  <a:pt x="364" y="563"/>
                </a:lnTo>
                <a:lnTo>
                  <a:pt x="502" y="705"/>
                </a:lnTo>
                <a:lnTo>
                  <a:pt x="590" y="846"/>
                </a:lnTo>
                <a:lnTo>
                  <a:pt x="779" y="1080"/>
                </a:lnTo>
                <a:lnTo>
                  <a:pt x="867" y="1222"/>
                </a:lnTo>
                <a:lnTo>
                  <a:pt x="1005" y="1363"/>
                </a:lnTo>
                <a:lnTo>
                  <a:pt x="1093" y="1503"/>
                </a:lnTo>
                <a:lnTo>
                  <a:pt x="1194" y="1645"/>
                </a:lnTo>
                <a:lnTo>
                  <a:pt x="1282" y="1786"/>
                </a:lnTo>
                <a:lnTo>
                  <a:pt x="1370" y="1926"/>
                </a:lnTo>
                <a:lnTo>
                  <a:pt x="1508" y="2021"/>
                </a:lnTo>
                <a:lnTo>
                  <a:pt x="1596" y="2161"/>
                </a:lnTo>
                <a:lnTo>
                  <a:pt x="1697" y="2303"/>
                </a:lnTo>
                <a:lnTo>
                  <a:pt x="1785" y="2444"/>
                </a:lnTo>
                <a:lnTo>
                  <a:pt x="1873" y="2584"/>
                </a:lnTo>
                <a:lnTo>
                  <a:pt x="2011" y="2726"/>
                </a:lnTo>
                <a:lnTo>
                  <a:pt x="2099" y="2867"/>
                </a:lnTo>
                <a:lnTo>
                  <a:pt x="2288" y="3101"/>
                </a:lnTo>
                <a:lnTo>
                  <a:pt x="2376" y="3243"/>
                </a:lnTo>
                <a:lnTo>
                  <a:pt x="2514" y="3384"/>
                </a:lnTo>
                <a:lnTo>
                  <a:pt x="2602" y="3525"/>
                </a:lnTo>
                <a:lnTo>
                  <a:pt x="2703" y="3666"/>
                </a:lnTo>
                <a:lnTo>
                  <a:pt x="2791" y="3807"/>
                </a:lnTo>
                <a:lnTo>
                  <a:pt x="3017" y="4042"/>
                </a:lnTo>
                <a:lnTo>
                  <a:pt x="3105" y="4184"/>
                </a:lnTo>
                <a:lnTo>
                  <a:pt x="3206" y="4324"/>
                </a:lnTo>
                <a:lnTo>
                  <a:pt x="3294" y="4465"/>
                </a:lnTo>
                <a:lnTo>
                  <a:pt x="3520" y="4700"/>
                </a:lnTo>
                <a:lnTo>
                  <a:pt x="3608" y="4841"/>
                </a:lnTo>
                <a:lnTo>
                  <a:pt x="3709" y="4982"/>
                </a:lnTo>
                <a:lnTo>
                  <a:pt x="3797" y="5123"/>
                </a:lnTo>
                <a:lnTo>
                  <a:pt x="4023" y="5359"/>
                </a:lnTo>
                <a:lnTo>
                  <a:pt x="4111" y="5499"/>
                </a:lnTo>
                <a:lnTo>
                  <a:pt x="4212" y="5640"/>
                </a:lnTo>
                <a:lnTo>
                  <a:pt x="4300" y="5782"/>
                </a:lnTo>
                <a:lnTo>
                  <a:pt x="4526" y="6016"/>
                </a:lnTo>
                <a:lnTo>
                  <a:pt x="4627" y="6157"/>
                </a:lnTo>
                <a:lnTo>
                  <a:pt x="4715" y="6299"/>
                </a:lnTo>
                <a:lnTo>
                  <a:pt x="4803" y="6439"/>
                </a:lnTo>
                <a:lnTo>
                  <a:pt x="5029" y="6674"/>
                </a:lnTo>
                <a:lnTo>
                  <a:pt x="5130" y="6815"/>
                </a:lnTo>
                <a:lnTo>
                  <a:pt x="5218" y="6957"/>
                </a:lnTo>
                <a:lnTo>
                  <a:pt x="5394" y="7191"/>
                </a:lnTo>
                <a:lnTo>
                  <a:pt x="5532" y="7332"/>
                </a:lnTo>
                <a:lnTo>
                  <a:pt x="5633" y="7474"/>
                </a:lnTo>
                <a:lnTo>
                  <a:pt x="5809" y="7709"/>
                </a:lnTo>
                <a:lnTo>
                  <a:pt x="5897" y="7849"/>
                </a:lnTo>
                <a:lnTo>
                  <a:pt x="6035" y="7991"/>
                </a:lnTo>
                <a:lnTo>
                  <a:pt x="6224" y="8226"/>
                </a:lnTo>
                <a:lnTo>
                  <a:pt x="6312" y="8366"/>
                </a:lnTo>
                <a:lnTo>
                  <a:pt x="6400" y="8507"/>
                </a:lnTo>
                <a:lnTo>
                  <a:pt x="6538" y="8601"/>
                </a:lnTo>
                <a:lnTo>
                  <a:pt x="6639" y="8743"/>
                </a:lnTo>
                <a:lnTo>
                  <a:pt x="6727" y="8884"/>
                </a:lnTo>
                <a:lnTo>
                  <a:pt x="6903" y="9118"/>
                </a:lnTo>
                <a:lnTo>
                  <a:pt x="7041" y="9260"/>
                </a:lnTo>
                <a:lnTo>
                  <a:pt x="7142" y="9401"/>
                </a:lnTo>
                <a:lnTo>
                  <a:pt x="7318" y="9636"/>
                </a:lnTo>
                <a:lnTo>
                  <a:pt x="7418" y="9776"/>
                </a:lnTo>
                <a:lnTo>
                  <a:pt x="7645" y="10012"/>
                </a:lnTo>
                <a:lnTo>
                  <a:pt x="7733" y="10153"/>
                </a:lnTo>
                <a:lnTo>
                  <a:pt x="7921" y="10388"/>
                </a:lnTo>
                <a:lnTo>
                  <a:pt x="8047" y="10529"/>
                </a:lnTo>
                <a:lnTo>
                  <a:pt x="8148" y="10670"/>
                </a:lnTo>
                <a:lnTo>
                  <a:pt x="8324" y="10905"/>
                </a:lnTo>
                <a:lnTo>
                  <a:pt x="8424" y="11045"/>
                </a:lnTo>
                <a:lnTo>
                  <a:pt x="8563" y="11140"/>
                </a:lnTo>
                <a:lnTo>
                  <a:pt x="8651" y="11281"/>
                </a:lnTo>
                <a:lnTo>
                  <a:pt x="8739" y="11422"/>
                </a:lnTo>
                <a:lnTo>
                  <a:pt x="8927" y="11657"/>
                </a:lnTo>
                <a:lnTo>
                  <a:pt x="9066" y="11799"/>
                </a:lnTo>
                <a:lnTo>
                  <a:pt x="9242" y="12033"/>
                </a:lnTo>
                <a:lnTo>
                  <a:pt x="9330" y="12174"/>
                </a:lnTo>
                <a:lnTo>
                  <a:pt x="9568" y="12409"/>
                </a:lnTo>
                <a:lnTo>
                  <a:pt x="9745" y="12645"/>
                </a:lnTo>
                <a:lnTo>
                  <a:pt x="9833" y="12785"/>
                </a:lnTo>
                <a:lnTo>
                  <a:pt x="10071" y="13020"/>
                </a:lnTo>
                <a:lnTo>
                  <a:pt x="10159" y="13161"/>
                </a:lnTo>
                <a:lnTo>
                  <a:pt x="10336" y="13397"/>
                </a:lnTo>
                <a:lnTo>
                  <a:pt x="10574" y="13631"/>
                </a:lnTo>
                <a:lnTo>
                  <a:pt x="10662" y="13772"/>
                </a:lnTo>
                <a:lnTo>
                  <a:pt x="10851" y="14007"/>
                </a:lnTo>
                <a:lnTo>
                  <a:pt x="11077" y="14243"/>
                </a:lnTo>
                <a:lnTo>
                  <a:pt x="11165" y="14383"/>
                </a:lnTo>
                <a:lnTo>
                  <a:pt x="11354" y="14618"/>
                </a:lnTo>
                <a:lnTo>
                  <a:pt x="11580" y="14853"/>
                </a:lnTo>
                <a:lnTo>
                  <a:pt x="11668" y="14995"/>
                </a:lnTo>
                <a:lnTo>
                  <a:pt x="11857" y="15229"/>
                </a:lnTo>
                <a:lnTo>
                  <a:pt x="12083" y="15464"/>
                </a:lnTo>
                <a:lnTo>
                  <a:pt x="12259" y="15699"/>
                </a:lnTo>
                <a:lnTo>
                  <a:pt x="12360" y="15841"/>
                </a:lnTo>
                <a:lnTo>
                  <a:pt x="12586" y="16076"/>
                </a:lnTo>
                <a:lnTo>
                  <a:pt x="12762" y="16310"/>
                </a:lnTo>
                <a:lnTo>
                  <a:pt x="12951" y="16545"/>
                </a:lnTo>
                <a:lnTo>
                  <a:pt x="13089" y="16639"/>
                </a:lnTo>
                <a:lnTo>
                  <a:pt x="13177" y="16781"/>
                </a:lnTo>
                <a:lnTo>
                  <a:pt x="13265" y="16922"/>
                </a:lnTo>
                <a:lnTo>
                  <a:pt x="13454" y="17156"/>
                </a:lnTo>
                <a:lnTo>
                  <a:pt x="13592" y="17251"/>
                </a:lnTo>
                <a:lnTo>
                  <a:pt x="13680" y="17391"/>
                </a:lnTo>
                <a:lnTo>
                  <a:pt x="13869" y="17627"/>
                </a:lnTo>
                <a:lnTo>
                  <a:pt x="14095" y="17862"/>
                </a:lnTo>
                <a:lnTo>
                  <a:pt x="14271" y="18097"/>
                </a:lnTo>
                <a:lnTo>
                  <a:pt x="14460" y="18331"/>
                </a:lnTo>
                <a:lnTo>
                  <a:pt x="14598" y="18426"/>
                </a:lnTo>
                <a:lnTo>
                  <a:pt x="14686" y="18568"/>
                </a:lnTo>
                <a:lnTo>
                  <a:pt x="14875" y="18802"/>
                </a:lnTo>
                <a:lnTo>
                  <a:pt x="15101" y="19037"/>
                </a:lnTo>
                <a:lnTo>
                  <a:pt x="15290" y="19272"/>
                </a:lnTo>
                <a:lnTo>
                  <a:pt x="15466" y="19506"/>
                </a:lnTo>
                <a:lnTo>
                  <a:pt x="15604" y="19601"/>
                </a:lnTo>
                <a:lnTo>
                  <a:pt x="15692" y="19743"/>
                </a:lnTo>
                <a:lnTo>
                  <a:pt x="15881" y="19930"/>
                </a:lnTo>
                <a:lnTo>
                  <a:pt x="15969" y="20071"/>
                </a:lnTo>
                <a:lnTo>
                  <a:pt x="16107" y="20166"/>
                </a:lnTo>
                <a:lnTo>
                  <a:pt x="16195" y="20306"/>
                </a:lnTo>
                <a:lnTo>
                  <a:pt x="16384" y="20541"/>
                </a:lnTo>
                <a:lnTo>
                  <a:pt x="16610" y="20776"/>
                </a:lnTo>
                <a:lnTo>
                  <a:pt x="16799" y="20964"/>
                </a:lnTo>
                <a:lnTo>
                  <a:pt x="16887" y="21106"/>
                </a:lnTo>
                <a:lnTo>
                  <a:pt x="17113" y="21341"/>
                </a:lnTo>
                <a:lnTo>
                  <a:pt x="17302" y="21575"/>
                </a:lnTo>
                <a:lnTo>
                  <a:pt x="17478" y="21764"/>
                </a:lnTo>
                <a:lnTo>
                  <a:pt x="17616" y="21904"/>
                </a:lnTo>
                <a:lnTo>
                  <a:pt x="17805" y="22139"/>
                </a:lnTo>
                <a:lnTo>
                  <a:pt x="17981" y="22327"/>
                </a:lnTo>
                <a:lnTo>
                  <a:pt x="18119" y="22468"/>
                </a:lnTo>
                <a:lnTo>
                  <a:pt x="18308" y="22704"/>
                </a:lnTo>
                <a:lnTo>
                  <a:pt x="18484" y="22891"/>
                </a:lnTo>
                <a:lnTo>
                  <a:pt x="18622" y="23033"/>
                </a:lnTo>
                <a:lnTo>
                  <a:pt x="18811" y="23268"/>
                </a:lnTo>
                <a:lnTo>
                  <a:pt x="18987" y="23456"/>
                </a:lnTo>
                <a:lnTo>
                  <a:pt x="19125" y="23596"/>
                </a:lnTo>
                <a:lnTo>
                  <a:pt x="19313" y="23785"/>
                </a:lnTo>
                <a:lnTo>
                  <a:pt x="19402" y="23925"/>
                </a:lnTo>
                <a:lnTo>
                  <a:pt x="19628" y="24114"/>
                </a:lnTo>
                <a:lnTo>
                  <a:pt x="19728" y="24254"/>
                </a:lnTo>
                <a:lnTo>
                  <a:pt x="19904" y="24443"/>
                </a:lnTo>
                <a:lnTo>
                  <a:pt x="19992" y="24583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6031946" y="3190441"/>
            <a:ext cx="20055" cy="19085"/>
          </a:xfrm>
          <a:custGeom>
            <a:avLst/>
            <a:gdLst/>
            <a:ahLst/>
            <a:cxnLst/>
            <a:rect l="l" t="t" r="r" b="b"/>
            <a:pathLst>
              <a:path w="20055" h="19085">
                <a:moveTo>
                  <a:pt x="0" y="0"/>
                </a:moveTo>
                <a:lnTo>
                  <a:pt x="138" y="94"/>
                </a:lnTo>
                <a:lnTo>
                  <a:pt x="238" y="236"/>
                </a:lnTo>
                <a:lnTo>
                  <a:pt x="414" y="423"/>
                </a:lnTo>
                <a:lnTo>
                  <a:pt x="641" y="659"/>
                </a:lnTo>
                <a:lnTo>
                  <a:pt x="829" y="846"/>
                </a:lnTo>
                <a:lnTo>
                  <a:pt x="917" y="987"/>
                </a:lnTo>
                <a:lnTo>
                  <a:pt x="1144" y="1176"/>
                </a:lnTo>
                <a:lnTo>
                  <a:pt x="1244" y="1316"/>
                </a:lnTo>
                <a:lnTo>
                  <a:pt x="1420" y="1505"/>
                </a:lnTo>
                <a:lnTo>
                  <a:pt x="1521" y="1645"/>
                </a:lnTo>
                <a:lnTo>
                  <a:pt x="1747" y="1834"/>
                </a:lnTo>
                <a:lnTo>
                  <a:pt x="1923" y="2068"/>
                </a:lnTo>
                <a:lnTo>
                  <a:pt x="2162" y="2257"/>
                </a:lnTo>
                <a:lnTo>
                  <a:pt x="2250" y="2397"/>
                </a:lnTo>
                <a:lnTo>
                  <a:pt x="2426" y="2586"/>
                </a:lnTo>
                <a:lnTo>
                  <a:pt x="2665" y="2820"/>
                </a:lnTo>
                <a:lnTo>
                  <a:pt x="2841" y="3009"/>
                </a:lnTo>
                <a:lnTo>
                  <a:pt x="3030" y="3243"/>
                </a:lnTo>
                <a:lnTo>
                  <a:pt x="3168" y="3338"/>
                </a:lnTo>
                <a:lnTo>
                  <a:pt x="3344" y="3526"/>
                </a:lnTo>
                <a:lnTo>
                  <a:pt x="3432" y="3666"/>
                </a:lnTo>
                <a:lnTo>
                  <a:pt x="3671" y="3855"/>
                </a:lnTo>
                <a:lnTo>
                  <a:pt x="3847" y="4089"/>
                </a:lnTo>
                <a:lnTo>
                  <a:pt x="4036" y="4278"/>
                </a:lnTo>
                <a:lnTo>
                  <a:pt x="4174" y="4372"/>
                </a:lnTo>
                <a:lnTo>
                  <a:pt x="4350" y="4607"/>
                </a:lnTo>
                <a:lnTo>
                  <a:pt x="4539" y="4795"/>
                </a:lnTo>
                <a:lnTo>
                  <a:pt x="4677" y="4889"/>
                </a:lnTo>
                <a:lnTo>
                  <a:pt x="4853" y="5124"/>
                </a:lnTo>
                <a:lnTo>
                  <a:pt x="5042" y="5312"/>
                </a:lnTo>
                <a:lnTo>
                  <a:pt x="5180" y="5406"/>
                </a:lnTo>
                <a:lnTo>
                  <a:pt x="5356" y="5641"/>
                </a:lnTo>
                <a:lnTo>
                  <a:pt x="5582" y="5829"/>
                </a:lnTo>
                <a:lnTo>
                  <a:pt x="5771" y="6016"/>
                </a:lnTo>
                <a:lnTo>
                  <a:pt x="5960" y="6252"/>
                </a:lnTo>
                <a:lnTo>
                  <a:pt x="6098" y="6345"/>
                </a:lnTo>
                <a:lnTo>
                  <a:pt x="6274" y="6534"/>
                </a:lnTo>
                <a:lnTo>
                  <a:pt x="6463" y="6722"/>
                </a:lnTo>
                <a:lnTo>
                  <a:pt x="6601" y="6863"/>
                </a:lnTo>
                <a:lnTo>
                  <a:pt x="6777" y="7051"/>
                </a:lnTo>
                <a:lnTo>
                  <a:pt x="6966" y="7239"/>
                </a:lnTo>
                <a:lnTo>
                  <a:pt x="7104" y="7333"/>
                </a:lnTo>
                <a:lnTo>
                  <a:pt x="7280" y="7568"/>
                </a:lnTo>
                <a:lnTo>
                  <a:pt x="7469" y="7756"/>
                </a:lnTo>
                <a:lnTo>
                  <a:pt x="7607" y="7851"/>
                </a:lnTo>
                <a:lnTo>
                  <a:pt x="7783" y="8038"/>
                </a:lnTo>
                <a:lnTo>
                  <a:pt x="7972" y="8226"/>
                </a:lnTo>
                <a:lnTo>
                  <a:pt x="8110" y="8320"/>
                </a:lnTo>
                <a:lnTo>
                  <a:pt x="8286" y="8555"/>
                </a:lnTo>
                <a:lnTo>
                  <a:pt x="8475" y="8743"/>
                </a:lnTo>
                <a:lnTo>
                  <a:pt x="8613" y="8837"/>
                </a:lnTo>
                <a:lnTo>
                  <a:pt x="8789" y="9026"/>
                </a:lnTo>
                <a:lnTo>
                  <a:pt x="8977" y="9214"/>
                </a:lnTo>
                <a:lnTo>
                  <a:pt x="9116" y="9307"/>
                </a:lnTo>
                <a:lnTo>
                  <a:pt x="9292" y="9495"/>
                </a:lnTo>
                <a:lnTo>
                  <a:pt x="9480" y="9683"/>
                </a:lnTo>
                <a:lnTo>
                  <a:pt x="9619" y="9824"/>
                </a:lnTo>
                <a:lnTo>
                  <a:pt x="9795" y="10012"/>
                </a:lnTo>
                <a:lnTo>
                  <a:pt x="9983" y="10201"/>
                </a:lnTo>
                <a:lnTo>
                  <a:pt x="10122" y="10295"/>
                </a:lnTo>
                <a:lnTo>
                  <a:pt x="10298" y="10483"/>
                </a:lnTo>
                <a:lnTo>
                  <a:pt x="10486" y="10670"/>
                </a:lnTo>
                <a:lnTo>
                  <a:pt x="10625" y="10764"/>
                </a:lnTo>
                <a:lnTo>
                  <a:pt x="10801" y="10953"/>
                </a:lnTo>
                <a:lnTo>
                  <a:pt x="10989" y="11141"/>
                </a:lnTo>
                <a:lnTo>
                  <a:pt x="11128" y="11235"/>
                </a:lnTo>
                <a:lnTo>
                  <a:pt x="11304" y="11422"/>
                </a:lnTo>
                <a:lnTo>
                  <a:pt x="11492" y="11610"/>
                </a:lnTo>
                <a:lnTo>
                  <a:pt x="11631" y="11704"/>
                </a:lnTo>
                <a:lnTo>
                  <a:pt x="11807" y="11893"/>
                </a:lnTo>
                <a:lnTo>
                  <a:pt x="11995" y="12081"/>
                </a:lnTo>
                <a:lnTo>
                  <a:pt x="12134" y="12175"/>
                </a:lnTo>
                <a:lnTo>
                  <a:pt x="12322" y="12362"/>
                </a:lnTo>
                <a:lnTo>
                  <a:pt x="12498" y="12551"/>
                </a:lnTo>
                <a:lnTo>
                  <a:pt x="12637" y="12645"/>
                </a:lnTo>
                <a:lnTo>
                  <a:pt x="12825" y="12833"/>
                </a:lnTo>
                <a:lnTo>
                  <a:pt x="13001" y="13021"/>
                </a:lnTo>
                <a:lnTo>
                  <a:pt x="13140" y="13114"/>
                </a:lnTo>
                <a:lnTo>
                  <a:pt x="13328" y="13256"/>
                </a:lnTo>
                <a:lnTo>
                  <a:pt x="13504" y="13444"/>
                </a:lnTo>
                <a:lnTo>
                  <a:pt x="13643" y="13537"/>
                </a:lnTo>
                <a:lnTo>
                  <a:pt x="13831" y="13726"/>
                </a:lnTo>
                <a:lnTo>
                  <a:pt x="14007" y="13914"/>
                </a:lnTo>
                <a:lnTo>
                  <a:pt x="14145" y="14008"/>
                </a:lnTo>
                <a:lnTo>
                  <a:pt x="14334" y="14196"/>
                </a:lnTo>
                <a:lnTo>
                  <a:pt x="14510" y="14383"/>
                </a:lnTo>
                <a:lnTo>
                  <a:pt x="14648" y="14431"/>
                </a:lnTo>
                <a:lnTo>
                  <a:pt x="14837" y="14619"/>
                </a:lnTo>
                <a:lnTo>
                  <a:pt x="15013" y="14806"/>
                </a:lnTo>
                <a:lnTo>
                  <a:pt x="15151" y="14901"/>
                </a:lnTo>
                <a:lnTo>
                  <a:pt x="15340" y="15089"/>
                </a:lnTo>
                <a:lnTo>
                  <a:pt x="15516" y="15230"/>
                </a:lnTo>
                <a:lnTo>
                  <a:pt x="15654" y="15324"/>
                </a:lnTo>
                <a:lnTo>
                  <a:pt x="15843" y="15512"/>
                </a:lnTo>
                <a:lnTo>
                  <a:pt x="16019" y="15700"/>
                </a:lnTo>
                <a:lnTo>
                  <a:pt x="16157" y="15794"/>
                </a:lnTo>
                <a:lnTo>
                  <a:pt x="16346" y="15935"/>
                </a:lnTo>
                <a:lnTo>
                  <a:pt x="16522" y="16123"/>
                </a:lnTo>
                <a:lnTo>
                  <a:pt x="16660" y="16217"/>
                </a:lnTo>
                <a:lnTo>
                  <a:pt x="16849" y="16406"/>
                </a:lnTo>
                <a:lnTo>
                  <a:pt x="17025" y="16546"/>
                </a:lnTo>
                <a:lnTo>
                  <a:pt x="17163" y="16641"/>
                </a:lnTo>
                <a:lnTo>
                  <a:pt x="17352" y="16829"/>
                </a:lnTo>
                <a:lnTo>
                  <a:pt x="17528" y="16969"/>
                </a:lnTo>
                <a:lnTo>
                  <a:pt x="17666" y="17064"/>
                </a:lnTo>
                <a:lnTo>
                  <a:pt x="17855" y="17252"/>
                </a:lnTo>
                <a:lnTo>
                  <a:pt x="18031" y="17393"/>
                </a:lnTo>
                <a:lnTo>
                  <a:pt x="18169" y="17487"/>
                </a:lnTo>
                <a:lnTo>
                  <a:pt x="18358" y="17675"/>
                </a:lnTo>
                <a:lnTo>
                  <a:pt x="18546" y="17816"/>
                </a:lnTo>
                <a:lnTo>
                  <a:pt x="18773" y="18004"/>
                </a:lnTo>
                <a:lnTo>
                  <a:pt x="18949" y="18144"/>
                </a:lnTo>
                <a:lnTo>
                  <a:pt x="19175" y="18333"/>
                </a:lnTo>
                <a:lnTo>
                  <a:pt x="19364" y="18473"/>
                </a:lnTo>
                <a:lnTo>
                  <a:pt x="19552" y="18662"/>
                </a:lnTo>
                <a:lnTo>
                  <a:pt x="19691" y="18756"/>
                </a:lnTo>
                <a:lnTo>
                  <a:pt x="19867" y="18896"/>
                </a:lnTo>
                <a:lnTo>
                  <a:pt x="20055" y="19085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6052002" y="3209527"/>
            <a:ext cx="20043" cy="13255"/>
          </a:xfrm>
          <a:custGeom>
            <a:avLst/>
            <a:gdLst/>
            <a:ahLst/>
            <a:cxnLst/>
            <a:rect l="l" t="t" r="r" b="b"/>
            <a:pathLst>
              <a:path w="20043" h="13255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5"/>
                </a:lnTo>
                <a:lnTo>
                  <a:pt x="641" y="469"/>
                </a:lnTo>
                <a:lnTo>
                  <a:pt x="817" y="611"/>
                </a:lnTo>
                <a:lnTo>
                  <a:pt x="1005" y="798"/>
                </a:lnTo>
                <a:lnTo>
                  <a:pt x="1144" y="846"/>
                </a:lnTo>
                <a:lnTo>
                  <a:pt x="1320" y="1034"/>
                </a:lnTo>
                <a:lnTo>
                  <a:pt x="1508" y="1175"/>
                </a:lnTo>
                <a:lnTo>
                  <a:pt x="1647" y="1269"/>
                </a:lnTo>
                <a:lnTo>
                  <a:pt x="1823" y="1409"/>
                </a:lnTo>
                <a:lnTo>
                  <a:pt x="2011" y="1598"/>
                </a:lnTo>
                <a:lnTo>
                  <a:pt x="2150" y="1644"/>
                </a:lnTo>
                <a:lnTo>
                  <a:pt x="2326" y="1832"/>
                </a:lnTo>
                <a:lnTo>
                  <a:pt x="2514" y="1974"/>
                </a:lnTo>
                <a:lnTo>
                  <a:pt x="2653" y="2067"/>
                </a:lnTo>
                <a:lnTo>
                  <a:pt x="2829" y="2209"/>
                </a:lnTo>
                <a:lnTo>
                  <a:pt x="3017" y="2350"/>
                </a:lnTo>
                <a:lnTo>
                  <a:pt x="3156" y="2444"/>
                </a:lnTo>
                <a:lnTo>
                  <a:pt x="3332" y="2584"/>
                </a:lnTo>
                <a:lnTo>
                  <a:pt x="3520" y="2726"/>
                </a:lnTo>
                <a:lnTo>
                  <a:pt x="3659" y="2820"/>
                </a:lnTo>
                <a:lnTo>
                  <a:pt x="3835" y="2961"/>
                </a:lnTo>
                <a:lnTo>
                  <a:pt x="4023" y="3101"/>
                </a:lnTo>
                <a:lnTo>
                  <a:pt x="4162" y="3196"/>
                </a:lnTo>
                <a:lnTo>
                  <a:pt x="4338" y="3336"/>
                </a:lnTo>
                <a:lnTo>
                  <a:pt x="4526" y="3478"/>
                </a:lnTo>
                <a:lnTo>
                  <a:pt x="4665" y="3572"/>
                </a:lnTo>
                <a:lnTo>
                  <a:pt x="4841" y="3713"/>
                </a:lnTo>
                <a:lnTo>
                  <a:pt x="5029" y="3853"/>
                </a:lnTo>
                <a:lnTo>
                  <a:pt x="5168" y="3948"/>
                </a:lnTo>
                <a:lnTo>
                  <a:pt x="5344" y="4089"/>
                </a:lnTo>
                <a:lnTo>
                  <a:pt x="5532" y="4230"/>
                </a:lnTo>
                <a:lnTo>
                  <a:pt x="5670" y="4324"/>
                </a:lnTo>
                <a:lnTo>
                  <a:pt x="5859" y="4465"/>
                </a:lnTo>
                <a:lnTo>
                  <a:pt x="6035" y="4605"/>
                </a:lnTo>
                <a:lnTo>
                  <a:pt x="6173" y="4700"/>
                </a:lnTo>
                <a:lnTo>
                  <a:pt x="6362" y="4841"/>
                </a:lnTo>
                <a:lnTo>
                  <a:pt x="6538" y="4982"/>
                </a:lnTo>
                <a:lnTo>
                  <a:pt x="6676" y="5028"/>
                </a:lnTo>
                <a:lnTo>
                  <a:pt x="6865" y="5170"/>
                </a:lnTo>
                <a:lnTo>
                  <a:pt x="7041" y="5311"/>
                </a:lnTo>
                <a:lnTo>
                  <a:pt x="7179" y="5405"/>
                </a:lnTo>
                <a:lnTo>
                  <a:pt x="7368" y="5546"/>
                </a:lnTo>
                <a:lnTo>
                  <a:pt x="7544" y="5688"/>
                </a:lnTo>
                <a:lnTo>
                  <a:pt x="7682" y="5734"/>
                </a:lnTo>
                <a:lnTo>
                  <a:pt x="7871" y="5875"/>
                </a:lnTo>
                <a:lnTo>
                  <a:pt x="8047" y="6016"/>
                </a:lnTo>
                <a:lnTo>
                  <a:pt x="8185" y="6111"/>
                </a:lnTo>
                <a:lnTo>
                  <a:pt x="8374" y="6251"/>
                </a:lnTo>
                <a:lnTo>
                  <a:pt x="8550" y="6392"/>
                </a:lnTo>
                <a:lnTo>
                  <a:pt x="8688" y="6439"/>
                </a:lnTo>
                <a:lnTo>
                  <a:pt x="8877" y="6580"/>
                </a:lnTo>
                <a:lnTo>
                  <a:pt x="9053" y="6721"/>
                </a:lnTo>
                <a:lnTo>
                  <a:pt x="9191" y="6768"/>
                </a:lnTo>
                <a:lnTo>
                  <a:pt x="9380" y="6909"/>
                </a:lnTo>
                <a:lnTo>
                  <a:pt x="9556" y="7051"/>
                </a:lnTo>
                <a:lnTo>
                  <a:pt x="9694" y="7144"/>
                </a:lnTo>
                <a:lnTo>
                  <a:pt x="9883" y="7238"/>
                </a:lnTo>
                <a:lnTo>
                  <a:pt x="10059" y="7380"/>
                </a:lnTo>
                <a:lnTo>
                  <a:pt x="10197" y="7474"/>
                </a:lnTo>
                <a:lnTo>
                  <a:pt x="10386" y="7615"/>
                </a:lnTo>
                <a:lnTo>
                  <a:pt x="10562" y="7709"/>
                </a:lnTo>
                <a:lnTo>
                  <a:pt x="10700" y="7803"/>
                </a:lnTo>
                <a:lnTo>
                  <a:pt x="10889" y="7943"/>
                </a:lnTo>
                <a:lnTo>
                  <a:pt x="11065" y="8038"/>
                </a:lnTo>
                <a:lnTo>
                  <a:pt x="11203" y="8132"/>
                </a:lnTo>
                <a:lnTo>
                  <a:pt x="11392" y="8226"/>
                </a:lnTo>
                <a:lnTo>
                  <a:pt x="11568" y="8366"/>
                </a:lnTo>
                <a:lnTo>
                  <a:pt x="11706" y="8461"/>
                </a:lnTo>
                <a:lnTo>
                  <a:pt x="11895" y="8555"/>
                </a:lnTo>
                <a:lnTo>
                  <a:pt x="12083" y="8695"/>
                </a:lnTo>
                <a:lnTo>
                  <a:pt x="12310" y="8836"/>
                </a:lnTo>
                <a:lnTo>
                  <a:pt x="12486" y="8930"/>
                </a:lnTo>
                <a:lnTo>
                  <a:pt x="12712" y="9072"/>
                </a:lnTo>
                <a:lnTo>
                  <a:pt x="12901" y="9213"/>
                </a:lnTo>
                <a:lnTo>
                  <a:pt x="13089" y="9307"/>
                </a:lnTo>
                <a:lnTo>
                  <a:pt x="13228" y="9401"/>
                </a:lnTo>
                <a:lnTo>
                  <a:pt x="13404" y="9495"/>
                </a:lnTo>
                <a:lnTo>
                  <a:pt x="13592" y="9636"/>
                </a:lnTo>
                <a:lnTo>
                  <a:pt x="13731" y="9682"/>
                </a:lnTo>
                <a:lnTo>
                  <a:pt x="13907" y="9824"/>
                </a:lnTo>
                <a:lnTo>
                  <a:pt x="14095" y="9918"/>
                </a:lnTo>
                <a:lnTo>
                  <a:pt x="14234" y="10012"/>
                </a:lnTo>
                <a:lnTo>
                  <a:pt x="14410" y="10105"/>
                </a:lnTo>
                <a:lnTo>
                  <a:pt x="14598" y="10247"/>
                </a:lnTo>
                <a:lnTo>
                  <a:pt x="14736" y="10293"/>
                </a:lnTo>
                <a:lnTo>
                  <a:pt x="14913" y="10435"/>
                </a:lnTo>
                <a:lnTo>
                  <a:pt x="15101" y="10528"/>
                </a:lnTo>
                <a:lnTo>
                  <a:pt x="15239" y="10576"/>
                </a:lnTo>
                <a:lnTo>
                  <a:pt x="15415" y="10716"/>
                </a:lnTo>
                <a:lnTo>
                  <a:pt x="15604" y="10811"/>
                </a:lnTo>
                <a:lnTo>
                  <a:pt x="15742" y="10905"/>
                </a:lnTo>
                <a:lnTo>
                  <a:pt x="15918" y="10999"/>
                </a:lnTo>
                <a:lnTo>
                  <a:pt x="16107" y="11140"/>
                </a:lnTo>
                <a:lnTo>
                  <a:pt x="16245" y="11187"/>
                </a:lnTo>
                <a:lnTo>
                  <a:pt x="16421" y="11281"/>
                </a:lnTo>
                <a:lnTo>
                  <a:pt x="16610" y="11422"/>
                </a:lnTo>
                <a:lnTo>
                  <a:pt x="16748" y="11468"/>
                </a:lnTo>
                <a:lnTo>
                  <a:pt x="16924" y="11563"/>
                </a:lnTo>
                <a:lnTo>
                  <a:pt x="17113" y="11704"/>
                </a:lnTo>
                <a:lnTo>
                  <a:pt x="17251" y="11751"/>
                </a:lnTo>
                <a:lnTo>
                  <a:pt x="17427" y="11845"/>
                </a:lnTo>
                <a:lnTo>
                  <a:pt x="17616" y="11986"/>
                </a:lnTo>
                <a:lnTo>
                  <a:pt x="17754" y="12033"/>
                </a:lnTo>
                <a:lnTo>
                  <a:pt x="17930" y="12128"/>
                </a:lnTo>
                <a:lnTo>
                  <a:pt x="18119" y="12268"/>
                </a:lnTo>
                <a:lnTo>
                  <a:pt x="18257" y="12315"/>
                </a:lnTo>
                <a:lnTo>
                  <a:pt x="18433" y="12409"/>
                </a:lnTo>
                <a:lnTo>
                  <a:pt x="18622" y="12503"/>
                </a:lnTo>
                <a:lnTo>
                  <a:pt x="18760" y="12551"/>
                </a:lnTo>
                <a:lnTo>
                  <a:pt x="18936" y="12691"/>
                </a:lnTo>
                <a:lnTo>
                  <a:pt x="19125" y="12785"/>
                </a:lnTo>
                <a:lnTo>
                  <a:pt x="19263" y="12832"/>
                </a:lnTo>
                <a:lnTo>
                  <a:pt x="19452" y="12926"/>
                </a:lnTo>
                <a:lnTo>
                  <a:pt x="19628" y="13067"/>
                </a:lnTo>
                <a:lnTo>
                  <a:pt x="19766" y="13114"/>
                </a:lnTo>
                <a:lnTo>
                  <a:pt x="19955" y="13208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6072045" y="3222782"/>
            <a:ext cx="20043" cy="7286"/>
          </a:xfrm>
          <a:custGeom>
            <a:avLst/>
            <a:gdLst/>
            <a:ahLst/>
            <a:cxnLst/>
            <a:rect l="l" t="t" r="r" b="b"/>
            <a:pathLst>
              <a:path w="20043" h="7286">
                <a:moveTo>
                  <a:pt x="0" y="0"/>
                </a:moveTo>
                <a:lnTo>
                  <a:pt x="226" y="94"/>
                </a:lnTo>
                <a:lnTo>
                  <a:pt x="414" y="188"/>
                </a:lnTo>
                <a:lnTo>
                  <a:pt x="590" y="328"/>
                </a:lnTo>
                <a:lnTo>
                  <a:pt x="729" y="376"/>
                </a:lnTo>
                <a:lnTo>
                  <a:pt x="917" y="470"/>
                </a:lnTo>
                <a:lnTo>
                  <a:pt x="1093" y="564"/>
                </a:lnTo>
                <a:lnTo>
                  <a:pt x="1232" y="611"/>
                </a:lnTo>
                <a:lnTo>
                  <a:pt x="1420" y="705"/>
                </a:lnTo>
                <a:lnTo>
                  <a:pt x="1596" y="799"/>
                </a:lnTo>
                <a:lnTo>
                  <a:pt x="1735" y="846"/>
                </a:lnTo>
                <a:lnTo>
                  <a:pt x="1923" y="940"/>
                </a:lnTo>
                <a:lnTo>
                  <a:pt x="2099" y="1080"/>
                </a:lnTo>
                <a:lnTo>
                  <a:pt x="2238" y="1128"/>
                </a:lnTo>
                <a:lnTo>
                  <a:pt x="2426" y="1222"/>
                </a:lnTo>
                <a:lnTo>
                  <a:pt x="2602" y="1316"/>
                </a:lnTo>
                <a:lnTo>
                  <a:pt x="2741" y="1363"/>
                </a:lnTo>
                <a:lnTo>
                  <a:pt x="2929" y="1457"/>
                </a:lnTo>
                <a:lnTo>
                  <a:pt x="3105" y="1551"/>
                </a:lnTo>
                <a:lnTo>
                  <a:pt x="3244" y="1598"/>
                </a:lnTo>
                <a:lnTo>
                  <a:pt x="3432" y="1692"/>
                </a:lnTo>
                <a:lnTo>
                  <a:pt x="3608" y="1786"/>
                </a:lnTo>
                <a:lnTo>
                  <a:pt x="3747" y="1834"/>
                </a:lnTo>
                <a:lnTo>
                  <a:pt x="3935" y="1926"/>
                </a:lnTo>
                <a:lnTo>
                  <a:pt x="4111" y="2021"/>
                </a:lnTo>
                <a:lnTo>
                  <a:pt x="4250" y="2021"/>
                </a:lnTo>
                <a:lnTo>
                  <a:pt x="4438" y="2115"/>
                </a:lnTo>
                <a:lnTo>
                  <a:pt x="4614" y="2209"/>
                </a:lnTo>
                <a:lnTo>
                  <a:pt x="4753" y="2257"/>
                </a:lnTo>
                <a:lnTo>
                  <a:pt x="4941" y="2350"/>
                </a:lnTo>
                <a:lnTo>
                  <a:pt x="5117" y="2444"/>
                </a:lnTo>
                <a:lnTo>
                  <a:pt x="5256" y="2491"/>
                </a:lnTo>
                <a:lnTo>
                  <a:pt x="5444" y="2586"/>
                </a:lnTo>
                <a:lnTo>
                  <a:pt x="5633" y="2680"/>
                </a:lnTo>
                <a:lnTo>
                  <a:pt x="5859" y="2773"/>
                </a:lnTo>
                <a:lnTo>
                  <a:pt x="6035" y="2820"/>
                </a:lnTo>
                <a:lnTo>
                  <a:pt x="6261" y="2914"/>
                </a:lnTo>
                <a:lnTo>
                  <a:pt x="6450" y="3009"/>
                </a:lnTo>
                <a:lnTo>
                  <a:pt x="6639" y="3103"/>
                </a:lnTo>
                <a:lnTo>
                  <a:pt x="6777" y="3149"/>
                </a:lnTo>
                <a:lnTo>
                  <a:pt x="6953" y="3196"/>
                </a:lnTo>
                <a:lnTo>
                  <a:pt x="7142" y="3290"/>
                </a:lnTo>
                <a:lnTo>
                  <a:pt x="7280" y="3338"/>
                </a:lnTo>
                <a:lnTo>
                  <a:pt x="7456" y="3432"/>
                </a:lnTo>
                <a:lnTo>
                  <a:pt x="7645" y="3478"/>
                </a:lnTo>
                <a:lnTo>
                  <a:pt x="7783" y="3526"/>
                </a:lnTo>
                <a:lnTo>
                  <a:pt x="7871" y="3572"/>
                </a:lnTo>
                <a:lnTo>
                  <a:pt x="7959" y="3619"/>
                </a:lnTo>
                <a:lnTo>
                  <a:pt x="8047" y="3666"/>
                </a:lnTo>
                <a:lnTo>
                  <a:pt x="8286" y="3761"/>
                </a:lnTo>
                <a:lnTo>
                  <a:pt x="8462" y="3807"/>
                </a:lnTo>
                <a:lnTo>
                  <a:pt x="8651" y="3901"/>
                </a:lnTo>
                <a:lnTo>
                  <a:pt x="8789" y="3949"/>
                </a:lnTo>
                <a:lnTo>
                  <a:pt x="8965" y="3995"/>
                </a:lnTo>
                <a:lnTo>
                  <a:pt x="9154" y="4089"/>
                </a:lnTo>
                <a:lnTo>
                  <a:pt x="9292" y="4136"/>
                </a:lnTo>
                <a:lnTo>
                  <a:pt x="9468" y="4184"/>
                </a:lnTo>
                <a:lnTo>
                  <a:pt x="9656" y="4278"/>
                </a:lnTo>
                <a:lnTo>
                  <a:pt x="9795" y="4324"/>
                </a:lnTo>
                <a:lnTo>
                  <a:pt x="9971" y="4372"/>
                </a:lnTo>
                <a:lnTo>
                  <a:pt x="10159" y="4465"/>
                </a:lnTo>
                <a:lnTo>
                  <a:pt x="10298" y="4513"/>
                </a:lnTo>
                <a:lnTo>
                  <a:pt x="10474" y="4559"/>
                </a:lnTo>
                <a:lnTo>
                  <a:pt x="10662" y="4653"/>
                </a:lnTo>
                <a:lnTo>
                  <a:pt x="10801" y="4653"/>
                </a:lnTo>
                <a:lnTo>
                  <a:pt x="10977" y="4747"/>
                </a:lnTo>
                <a:lnTo>
                  <a:pt x="11165" y="4795"/>
                </a:lnTo>
                <a:lnTo>
                  <a:pt x="11304" y="4841"/>
                </a:lnTo>
                <a:lnTo>
                  <a:pt x="11480" y="4936"/>
                </a:lnTo>
                <a:lnTo>
                  <a:pt x="11668" y="4982"/>
                </a:lnTo>
                <a:lnTo>
                  <a:pt x="11807" y="5030"/>
                </a:lnTo>
                <a:lnTo>
                  <a:pt x="11983" y="5076"/>
                </a:lnTo>
                <a:lnTo>
                  <a:pt x="12171" y="5170"/>
                </a:lnTo>
                <a:lnTo>
                  <a:pt x="12310" y="5170"/>
                </a:lnTo>
                <a:lnTo>
                  <a:pt x="12486" y="5264"/>
                </a:lnTo>
                <a:lnTo>
                  <a:pt x="12674" y="5311"/>
                </a:lnTo>
                <a:lnTo>
                  <a:pt x="12813" y="5359"/>
                </a:lnTo>
                <a:lnTo>
                  <a:pt x="13001" y="5405"/>
                </a:lnTo>
                <a:lnTo>
                  <a:pt x="13177" y="5499"/>
                </a:lnTo>
                <a:lnTo>
                  <a:pt x="13316" y="5499"/>
                </a:lnTo>
                <a:lnTo>
                  <a:pt x="13504" y="5593"/>
                </a:lnTo>
                <a:lnTo>
                  <a:pt x="13680" y="5641"/>
                </a:lnTo>
                <a:lnTo>
                  <a:pt x="13819" y="5688"/>
                </a:lnTo>
                <a:lnTo>
                  <a:pt x="14007" y="5734"/>
                </a:lnTo>
                <a:lnTo>
                  <a:pt x="14183" y="5782"/>
                </a:lnTo>
                <a:lnTo>
                  <a:pt x="14322" y="5828"/>
                </a:lnTo>
                <a:lnTo>
                  <a:pt x="14510" y="5876"/>
                </a:lnTo>
                <a:lnTo>
                  <a:pt x="14686" y="5922"/>
                </a:lnTo>
                <a:lnTo>
                  <a:pt x="14824" y="5970"/>
                </a:lnTo>
                <a:lnTo>
                  <a:pt x="15013" y="6016"/>
                </a:lnTo>
                <a:lnTo>
                  <a:pt x="15189" y="6064"/>
                </a:lnTo>
                <a:lnTo>
                  <a:pt x="15327" y="6111"/>
                </a:lnTo>
                <a:lnTo>
                  <a:pt x="15516" y="6157"/>
                </a:lnTo>
                <a:lnTo>
                  <a:pt x="15692" y="6205"/>
                </a:lnTo>
                <a:lnTo>
                  <a:pt x="15830" y="6251"/>
                </a:lnTo>
                <a:lnTo>
                  <a:pt x="16019" y="6299"/>
                </a:lnTo>
                <a:lnTo>
                  <a:pt x="16195" y="6345"/>
                </a:lnTo>
                <a:lnTo>
                  <a:pt x="16333" y="6393"/>
                </a:lnTo>
                <a:lnTo>
                  <a:pt x="16522" y="6439"/>
                </a:lnTo>
                <a:lnTo>
                  <a:pt x="16698" y="6487"/>
                </a:lnTo>
                <a:lnTo>
                  <a:pt x="16836" y="6534"/>
                </a:lnTo>
                <a:lnTo>
                  <a:pt x="17025" y="6580"/>
                </a:lnTo>
                <a:lnTo>
                  <a:pt x="17201" y="6628"/>
                </a:lnTo>
                <a:lnTo>
                  <a:pt x="17339" y="6674"/>
                </a:lnTo>
                <a:lnTo>
                  <a:pt x="17528" y="6722"/>
                </a:lnTo>
                <a:lnTo>
                  <a:pt x="17704" y="6768"/>
                </a:lnTo>
                <a:lnTo>
                  <a:pt x="17842" y="6768"/>
                </a:lnTo>
                <a:lnTo>
                  <a:pt x="18031" y="6816"/>
                </a:lnTo>
                <a:lnTo>
                  <a:pt x="18207" y="6863"/>
                </a:lnTo>
                <a:lnTo>
                  <a:pt x="18345" y="6910"/>
                </a:lnTo>
                <a:lnTo>
                  <a:pt x="18534" y="6957"/>
                </a:lnTo>
                <a:lnTo>
                  <a:pt x="18710" y="7003"/>
                </a:lnTo>
                <a:lnTo>
                  <a:pt x="18848" y="7003"/>
                </a:lnTo>
                <a:lnTo>
                  <a:pt x="19037" y="7051"/>
                </a:lnTo>
                <a:lnTo>
                  <a:pt x="19225" y="7097"/>
                </a:lnTo>
                <a:lnTo>
                  <a:pt x="19452" y="7145"/>
                </a:lnTo>
                <a:lnTo>
                  <a:pt x="19628" y="7191"/>
                </a:lnTo>
                <a:lnTo>
                  <a:pt x="19854" y="7239"/>
                </a:lnTo>
                <a:lnTo>
                  <a:pt x="20043" y="7286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6092089" y="3230068"/>
            <a:ext cx="20043" cy="1457"/>
          </a:xfrm>
          <a:custGeom>
            <a:avLst/>
            <a:gdLst/>
            <a:ahLst/>
            <a:cxnLst/>
            <a:rect l="l" t="t" r="r" b="b"/>
            <a:pathLst>
              <a:path w="20043" h="1457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4"/>
                </a:lnTo>
                <a:lnTo>
                  <a:pt x="691" y="140"/>
                </a:lnTo>
                <a:lnTo>
                  <a:pt x="829" y="140"/>
                </a:lnTo>
                <a:lnTo>
                  <a:pt x="1005" y="188"/>
                </a:lnTo>
                <a:lnTo>
                  <a:pt x="1194" y="234"/>
                </a:lnTo>
                <a:lnTo>
                  <a:pt x="1332" y="282"/>
                </a:lnTo>
                <a:lnTo>
                  <a:pt x="1508" y="282"/>
                </a:lnTo>
                <a:lnTo>
                  <a:pt x="1697" y="328"/>
                </a:lnTo>
                <a:lnTo>
                  <a:pt x="1835" y="376"/>
                </a:lnTo>
                <a:lnTo>
                  <a:pt x="2011" y="376"/>
                </a:lnTo>
                <a:lnTo>
                  <a:pt x="2200" y="423"/>
                </a:lnTo>
                <a:lnTo>
                  <a:pt x="2338" y="423"/>
                </a:lnTo>
                <a:lnTo>
                  <a:pt x="2514" y="470"/>
                </a:lnTo>
                <a:lnTo>
                  <a:pt x="2703" y="517"/>
                </a:lnTo>
                <a:lnTo>
                  <a:pt x="2841" y="517"/>
                </a:lnTo>
                <a:lnTo>
                  <a:pt x="3017" y="563"/>
                </a:lnTo>
                <a:lnTo>
                  <a:pt x="3206" y="611"/>
                </a:lnTo>
                <a:lnTo>
                  <a:pt x="3344" y="611"/>
                </a:lnTo>
                <a:lnTo>
                  <a:pt x="3520" y="657"/>
                </a:lnTo>
                <a:lnTo>
                  <a:pt x="3709" y="657"/>
                </a:lnTo>
                <a:lnTo>
                  <a:pt x="3847" y="705"/>
                </a:lnTo>
                <a:lnTo>
                  <a:pt x="4023" y="705"/>
                </a:lnTo>
                <a:lnTo>
                  <a:pt x="4212" y="751"/>
                </a:lnTo>
                <a:lnTo>
                  <a:pt x="4350" y="751"/>
                </a:lnTo>
                <a:lnTo>
                  <a:pt x="4526" y="799"/>
                </a:lnTo>
                <a:lnTo>
                  <a:pt x="4715" y="846"/>
                </a:lnTo>
                <a:lnTo>
                  <a:pt x="4853" y="846"/>
                </a:lnTo>
                <a:lnTo>
                  <a:pt x="5029" y="846"/>
                </a:lnTo>
                <a:lnTo>
                  <a:pt x="5218" y="893"/>
                </a:lnTo>
                <a:lnTo>
                  <a:pt x="5356" y="893"/>
                </a:lnTo>
                <a:lnTo>
                  <a:pt x="5532" y="940"/>
                </a:lnTo>
                <a:lnTo>
                  <a:pt x="5721" y="940"/>
                </a:lnTo>
                <a:lnTo>
                  <a:pt x="5859" y="986"/>
                </a:lnTo>
                <a:lnTo>
                  <a:pt x="6035" y="986"/>
                </a:lnTo>
                <a:lnTo>
                  <a:pt x="6224" y="1034"/>
                </a:lnTo>
                <a:lnTo>
                  <a:pt x="6362" y="1034"/>
                </a:lnTo>
                <a:lnTo>
                  <a:pt x="6538" y="1034"/>
                </a:lnTo>
                <a:lnTo>
                  <a:pt x="6727" y="1080"/>
                </a:lnTo>
                <a:lnTo>
                  <a:pt x="6865" y="1080"/>
                </a:lnTo>
                <a:lnTo>
                  <a:pt x="7054" y="1128"/>
                </a:lnTo>
                <a:lnTo>
                  <a:pt x="7230" y="1128"/>
                </a:lnTo>
                <a:lnTo>
                  <a:pt x="7368" y="1128"/>
                </a:lnTo>
                <a:lnTo>
                  <a:pt x="7557" y="1175"/>
                </a:lnTo>
                <a:lnTo>
                  <a:pt x="7733" y="1175"/>
                </a:lnTo>
                <a:lnTo>
                  <a:pt x="7871" y="1175"/>
                </a:lnTo>
                <a:lnTo>
                  <a:pt x="8060" y="1222"/>
                </a:lnTo>
                <a:lnTo>
                  <a:pt x="8236" y="1222"/>
                </a:lnTo>
                <a:lnTo>
                  <a:pt x="8374" y="1222"/>
                </a:lnTo>
                <a:lnTo>
                  <a:pt x="8563" y="1222"/>
                </a:lnTo>
                <a:lnTo>
                  <a:pt x="8739" y="1269"/>
                </a:lnTo>
                <a:lnTo>
                  <a:pt x="8877" y="1269"/>
                </a:lnTo>
                <a:lnTo>
                  <a:pt x="9066" y="1269"/>
                </a:lnTo>
                <a:lnTo>
                  <a:pt x="9242" y="1316"/>
                </a:lnTo>
                <a:lnTo>
                  <a:pt x="9380" y="1316"/>
                </a:lnTo>
                <a:lnTo>
                  <a:pt x="9568" y="1316"/>
                </a:lnTo>
                <a:lnTo>
                  <a:pt x="9745" y="1316"/>
                </a:lnTo>
                <a:lnTo>
                  <a:pt x="9883" y="1316"/>
                </a:lnTo>
                <a:lnTo>
                  <a:pt x="10071" y="1363"/>
                </a:lnTo>
                <a:lnTo>
                  <a:pt x="10247" y="1363"/>
                </a:lnTo>
                <a:lnTo>
                  <a:pt x="10386" y="1363"/>
                </a:lnTo>
                <a:lnTo>
                  <a:pt x="10574" y="1363"/>
                </a:lnTo>
                <a:lnTo>
                  <a:pt x="10750" y="1363"/>
                </a:lnTo>
                <a:lnTo>
                  <a:pt x="10889" y="1409"/>
                </a:lnTo>
                <a:lnTo>
                  <a:pt x="11077" y="1409"/>
                </a:lnTo>
                <a:lnTo>
                  <a:pt x="11253" y="1409"/>
                </a:lnTo>
                <a:lnTo>
                  <a:pt x="11392" y="1409"/>
                </a:lnTo>
                <a:lnTo>
                  <a:pt x="11580" y="1409"/>
                </a:lnTo>
                <a:lnTo>
                  <a:pt x="11756" y="1409"/>
                </a:lnTo>
                <a:lnTo>
                  <a:pt x="11895" y="1409"/>
                </a:lnTo>
                <a:lnTo>
                  <a:pt x="12083" y="1457"/>
                </a:lnTo>
                <a:lnTo>
                  <a:pt x="12259" y="1457"/>
                </a:lnTo>
                <a:lnTo>
                  <a:pt x="12398" y="1457"/>
                </a:lnTo>
                <a:lnTo>
                  <a:pt x="12586" y="1457"/>
                </a:lnTo>
                <a:lnTo>
                  <a:pt x="12775" y="1457"/>
                </a:lnTo>
                <a:lnTo>
                  <a:pt x="13001" y="1457"/>
                </a:lnTo>
                <a:lnTo>
                  <a:pt x="13177" y="1457"/>
                </a:lnTo>
                <a:lnTo>
                  <a:pt x="13404" y="1457"/>
                </a:lnTo>
                <a:lnTo>
                  <a:pt x="13592" y="1457"/>
                </a:lnTo>
                <a:lnTo>
                  <a:pt x="13781" y="1457"/>
                </a:lnTo>
                <a:lnTo>
                  <a:pt x="14007" y="1457"/>
                </a:lnTo>
                <a:lnTo>
                  <a:pt x="14183" y="1457"/>
                </a:lnTo>
                <a:lnTo>
                  <a:pt x="14422" y="1457"/>
                </a:lnTo>
                <a:lnTo>
                  <a:pt x="14598" y="1457"/>
                </a:lnTo>
                <a:lnTo>
                  <a:pt x="14787" y="1457"/>
                </a:lnTo>
                <a:lnTo>
                  <a:pt x="14925" y="1457"/>
                </a:lnTo>
                <a:lnTo>
                  <a:pt x="15101" y="1457"/>
                </a:lnTo>
                <a:lnTo>
                  <a:pt x="15290" y="1457"/>
                </a:lnTo>
                <a:lnTo>
                  <a:pt x="15428" y="1457"/>
                </a:lnTo>
                <a:lnTo>
                  <a:pt x="15604" y="1409"/>
                </a:lnTo>
                <a:lnTo>
                  <a:pt x="15793" y="1409"/>
                </a:lnTo>
                <a:lnTo>
                  <a:pt x="15931" y="1409"/>
                </a:lnTo>
                <a:lnTo>
                  <a:pt x="16107" y="1409"/>
                </a:lnTo>
                <a:lnTo>
                  <a:pt x="16296" y="1409"/>
                </a:lnTo>
                <a:lnTo>
                  <a:pt x="16434" y="1409"/>
                </a:lnTo>
                <a:lnTo>
                  <a:pt x="16610" y="1409"/>
                </a:lnTo>
                <a:lnTo>
                  <a:pt x="16799" y="1409"/>
                </a:lnTo>
                <a:lnTo>
                  <a:pt x="16937" y="1363"/>
                </a:lnTo>
                <a:lnTo>
                  <a:pt x="17113" y="1363"/>
                </a:lnTo>
                <a:lnTo>
                  <a:pt x="17302" y="1363"/>
                </a:lnTo>
                <a:lnTo>
                  <a:pt x="17440" y="1363"/>
                </a:lnTo>
                <a:lnTo>
                  <a:pt x="17616" y="1363"/>
                </a:lnTo>
                <a:lnTo>
                  <a:pt x="17805" y="1316"/>
                </a:lnTo>
                <a:lnTo>
                  <a:pt x="17943" y="1316"/>
                </a:lnTo>
                <a:lnTo>
                  <a:pt x="18119" y="1316"/>
                </a:lnTo>
                <a:lnTo>
                  <a:pt x="18308" y="1316"/>
                </a:lnTo>
                <a:lnTo>
                  <a:pt x="18446" y="1316"/>
                </a:lnTo>
                <a:lnTo>
                  <a:pt x="18622" y="1269"/>
                </a:lnTo>
                <a:lnTo>
                  <a:pt x="18811" y="1269"/>
                </a:lnTo>
                <a:lnTo>
                  <a:pt x="18949" y="1269"/>
                </a:lnTo>
                <a:lnTo>
                  <a:pt x="19125" y="1222"/>
                </a:lnTo>
                <a:lnTo>
                  <a:pt x="19313" y="1222"/>
                </a:lnTo>
                <a:lnTo>
                  <a:pt x="19452" y="1222"/>
                </a:lnTo>
                <a:lnTo>
                  <a:pt x="19628" y="1175"/>
                </a:lnTo>
                <a:lnTo>
                  <a:pt x="19816" y="1175"/>
                </a:lnTo>
                <a:lnTo>
                  <a:pt x="19955" y="1175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6112132" y="3226261"/>
            <a:ext cx="20043" cy="4982"/>
          </a:xfrm>
          <a:custGeom>
            <a:avLst/>
            <a:gdLst/>
            <a:ahLst/>
            <a:cxnLst/>
            <a:rect l="l" t="t" r="r" b="b"/>
            <a:pathLst>
              <a:path w="20043" h="4982">
                <a:moveTo>
                  <a:pt x="0" y="4982"/>
                </a:moveTo>
                <a:lnTo>
                  <a:pt x="188" y="4936"/>
                </a:lnTo>
                <a:lnTo>
                  <a:pt x="414" y="4936"/>
                </a:lnTo>
                <a:lnTo>
                  <a:pt x="603" y="4888"/>
                </a:lnTo>
                <a:lnTo>
                  <a:pt x="779" y="4888"/>
                </a:lnTo>
                <a:lnTo>
                  <a:pt x="917" y="4888"/>
                </a:lnTo>
                <a:lnTo>
                  <a:pt x="1106" y="4841"/>
                </a:lnTo>
                <a:lnTo>
                  <a:pt x="1282" y="4841"/>
                </a:lnTo>
                <a:lnTo>
                  <a:pt x="1420" y="4841"/>
                </a:lnTo>
                <a:lnTo>
                  <a:pt x="1609" y="4794"/>
                </a:lnTo>
                <a:lnTo>
                  <a:pt x="1785" y="4794"/>
                </a:lnTo>
                <a:lnTo>
                  <a:pt x="1923" y="4747"/>
                </a:lnTo>
                <a:lnTo>
                  <a:pt x="2112" y="4747"/>
                </a:lnTo>
                <a:lnTo>
                  <a:pt x="2288" y="4701"/>
                </a:lnTo>
                <a:lnTo>
                  <a:pt x="2426" y="4701"/>
                </a:lnTo>
                <a:lnTo>
                  <a:pt x="2615" y="4653"/>
                </a:lnTo>
                <a:lnTo>
                  <a:pt x="2791" y="4653"/>
                </a:lnTo>
                <a:lnTo>
                  <a:pt x="2929" y="4607"/>
                </a:lnTo>
                <a:lnTo>
                  <a:pt x="3118" y="4607"/>
                </a:lnTo>
                <a:lnTo>
                  <a:pt x="3294" y="4559"/>
                </a:lnTo>
                <a:lnTo>
                  <a:pt x="3432" y="4559"/>
                </a:lnTo>
                <a:lnTo>
                  <a:pt x="3621" y="4513"/>
                </a:lnTo>
                <a:lnTo>
                  <a:pt x="3797" y="4513"/>
                </a:lnTo>
                <a:lnTo>
                  <a:pt x="3935" y="4465"/>
                </a:lnTo>
                <a:lnTo>
                  <a:pt x="4124" y="4465"/>
                </a:lnTo>
                <a:lnTo>
                  <a:pt x="4300" y="4418"/>
                </a:lnTo>
                <a:lnTo>
                  <a:pt x="4438" y="4418"/>
                </a:lnTo>
                <a:lnTo>
                  <a:pt x="4627" y="4371"/>
                </a:lnTo>
                <a:lnTo>
                  <a:pt x="4803" y="4324"/>
                </a:lnTo>
                <a:lnTo>
                  <a:pt x="4941" y="4324"/>
                </a:lnTo>
                <a:lnTo>
                  <a:pt x="5130" y="4278"/>
                </a:lnTo>
                <a:lnTo>
                  <a:pt x="5306" y="4230"/>
                </a:lnTo>
                <a:lnTo>
                  <a:pt x="5444" y="4230"/>
                </a:lnTo>
                <a:lnTo>
                  <a:pt x="5633" y="4184"/>
                </a:lnTo>
                <a:lnTo>
                  <a:pt x="5809" y="4136"/>
                </a:lnTo>
                <a:lnTo>
                  <a:pt x="5947" y="4136"/>
                </a:lnTo>
                <a:lnTo>
                  <a:pt x="6136" y="4089"/>
                </a:lnTo>
                <a:lnTo>
                  <a:pt x="6312" y="4042"/>
                </a:lnTo>
                <a:lnTo>
                  <a:pt x="6450" y="4042"/>
                </a:lnTo>
                <a:lnTo>
                  <a:pt x="6639" y="3995"/>
                </a:lnTo>
                <a:lnTo>
                  <a:pt x="6827" y="3948"/>
                </a:lnTo>
                <a:lnTo>
                  <a:pt x="7054" y="3901"/>
                </a:lnTo>
                <a:lnTo>
                  <a:pt x="7230" y="3855"/>
                </a:lnTo>
                <a:lnTo>
                  <a:pt x="7456" y="3855"/>
                </a:lnTo>
                <a:lnTo>
                  <a:pt x="7645" y="3807"/>
                </a:lnTo>
                <a:lnTo>
                  <a:pt x="7833" y="3761"/>
                </a:lnTo>
                <a:lnTo>
                  <a:pt x="7972" y="3713"/>
                </a:lnTo>
                <a:lnTo>
                  <a:pt x="8148" y="3666"/>
                </a:lnTo>
                <a:lnTo>
                  <a:pt x="8336" y="3619"/>
                </a:lnTo>
                <a:lnTo>
                  <a:pt x="8475" y="3619"/>
                </a:lnTo>
                <a:lnTo>
                  <a:pt x="8651" y="3572"/>
                </a:lnTo>
                <a:lnTo>
                  <a:pt x="8839" y="3525"/>
                </a:lnTo>
                <a:lnTo>
                  <a:pt x="8977" y="3525"/>
                </a:lnTo>
                <a:lnTo>
                  <a:pt x="9154" y="3478"/>
                </a:lnTo>
                <a:lnTo>
                  <a:pt x="9342" y="3432"/>
                </a:lnTo>
                <a:lnTo>
                  <a:pt x="9480" y="3384"/>
                </a:lnTo>
                <a:lnTo>
                  <a:pt x="9656" y="3338"/>
                </a:lnTo>
                <a:lnTo>
                  <a:pt x="9845" y="3290"/>
                </a:lnTo>
                <a:lnTo>
                  <a:pt x="9983" y="3243"/>
                </a:lnTo>
                <a:lnTo>
                  <a:pt x="10159" y="3196"/>
                </a:lnTo>
                <a:lnTo>
                  <a:pt x="10348" y="3149"/>
                </a:lnTo>
                <a:lnTo>
                  <a:pt x="10486" y="3149"/>
                </a:lnTo>
                <a:lnTo>
                  <a:pt x="10662" y="3101"/>
                </a:lnTo>
                <a:lnTo>
                  <a:pt x="10851" y="3009"/>
                </a:lnTo>
                <a:lnTo>
                  <a:pt x="10989" y="3009"/>
                </a:lnTo>
                <a:lnTo>
                  <a:pt x="11165" y="2961"/>
                </a:lnTo>
                <a:lnTo>
                  <a:pt x="11354" y="2914"/>
                </a:lnTo>
                <a:lnTo>
                  <a:pt x="11492" y="2867"/>
                </a:lnTo>
                <a:lnTo>
                  <a:pt x="11668" y="2820"/>
                </a:lnTo>
                <a:lnTo>
                  <a:pt x="11857" y="2773"/>
                </a:lnTo>
                <a:lnTo>
                  <a:pt x="11995" y="2726"/>
                </a:lnTo>
                <a:lnTo>
                  <a:pt x="12171" y="2678"/>
                </a:lnTo>
                <a:lnTo>
                  <a:pt x="12360" y="2632"/>
                </a:lnTo>
                <a:lnTo>
                  <a:pt x="12498" y="2586"/>
                </a:lnTo>
                <a:lnTo>
                  <a:pt x="12674" y="2538"/>
                </a:lnTo>
                <a:lnTo>
                  <a:pt x="12863" y="2491"/>
                </a:lnTo>
                <a:lnTo>
                  <a:pt x="13001" y="2444"/>
                </a:lnTo>
                <a:lnTo>
                  <a:pt x="13177" y="2397"/>
                </a:lnTo>
                <a:lnTo>
                  <a:pt x="13366" y="2303"/>
                </a:lnTo>
                <a:lnTo>
                  <a:pt x="13504" y="2303"/>
                </a:lnTo>
                <a:lnTo>
                  <a:pt x="13680" y="2255"/>
                </a:lnTo>
                <a:lnTo>
                  <a:pt x="13869" y="2162"/>
                </a:lnTo>
                <a:lnTo>
                  <a:pt x="14007" y="2162"/>
                </a:lnTo>
                <a:lnTo>
                  <a:pt x="14196" y="2068"/>
                </a:lnTo>
                <a:lnTo>
                  <a:pt x="14372" y="2021"/>
                </a:lnTo>
                <a:lnTo>
                  <a:pt x="14510" y="1974"/>
                </a:lnTo>
                <a:lnTo>
                  <a:pt x="14699" y="1926"/>
                </a:lnTo>
                <a:lnTo>
                  <a:pt x="14875" y="1832"/>
                </a:lnTo>
                <a:lnTo>
                  <a:pt x="15013" y="1832"/>
                </a:lnTo>
                <a:lnTo>
                  <a:pt x="15202" y="1739"/>
                </a:lnTo>
                <a:lnTo>
                  <a:pt x="15378" y="1692"/>
                </a:lnTo>
                <a:lnTo>
                  <a:pt x="15516" y="1645"/>
                </a:lnTo>
                <a:lnTo>
                  <a:pt x="15705" y="1598"/>
                </a:lnTo>
                <a:lnTo>
                  <a:pt x="15881" y="1503"/>
                </a:lnTo>
                <a:lnTo>
                  <a:pt x="16019" y="1503"/>
                </a:lnTo>
                <a:lnTo>
                  <a:pt x="16208" y="1409"/>
                </a:lnTo>
                <a:lnTo>
                  <a:pt x="16384" y="1363"/>
                </a:lnTo>
                <a:lnTo>
                  <a:pt x="16522" y="1316"/>
                </a:lnTo>
                <a:lnTo>
                  <a:pt x="16711" y="1269"/>
                </a:lnTo>
                <a:lnTo>
                  <a:pt x="16937" y="1175"/>
                </a:lnTo>
                <a:lnTo>
                  <a:pt x="17113" y="1128"/>
                </a:lnTo>
                <a:lnTo>
                  <a:pt x="17302" y="1034"/>
                </a:lnTo>
                <a:lnTo>
                  <a:pt x="17440" y="986"/>
                </a:lnTo>
                <a:lnTo>
                  <a:pt x="17629" y="940"/>
                </a:lnTo>
                <a:lnTo>
                  <a:pt x="17805" y="846"/>
                </a:lnTo>
                <a:lnTo>
                  <a:pt x="17943" y="799"/>
                </a:lnTo>
                <a:lnTo>
                  <a:pt x="18132" y="751"/>
                </a:lnTo>
                <a:lnTo>
                  <a:pt x="18308" y="657"/>
                </a:lnTo>
                <a:lnTo>
                  <a:pt x="18446" y="611"/>
                </a:lnTo>
                <a:lnTo>
                  <a:pt x="18634" y="563"/>
                </a:lnTo>
                <a:lnTo>
                  <a:pt x="18811" y="470"/>
                </a:lnTo>
                <a:lnTo>
                  <a:pt x="18949" y="423"/>
                </a:lnTo>
                <a:lnTo>
                  <a:pt x="19137" y="376"/>
                </a:lnTo>
                <a:lnTo>
                  <a:pt x="19313" y="282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4"/>
                </a:lnTo>
                <a:lnTo>
                  <a:pt x="19955" y="47"/>
                </a:lnTo>
              </a:path>
            </a:pathLst>
          </a:custGeom>
          <a:ln w="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6132175" y="3215261"/>
            <a:ext cx="20055" cy="10999"/>
          </a:xfrm>
          <a:custGeom>
            <a:avLst/>
            <a:gdLst/>
            <a:ahLst/>
            <a:cxnLst/>
            <a:rect l="l" t="t" r="r" b="b"/>
            <a:pathLst>
              <a:path w="20055" h="10999">
                <a:moveTo>
                  <a:pt x="0" y="10999"/>
                </a:moveTo>
                <a:lnTo>
                  <a:pt x="188" y="10905"/>
                </a:lnTo>
                <a:lnTo>
                  <a:pt x="414" y="10858"/>
                </a:lnTo>
                <a:lnTo>
                  <a:pt x="603" y="10764"/>
                </a:lnTo>
                <a:lnTo>
                  <a:pt x="779" y="10670"/>
                </a:lnTo>
                <a:lnTo>
                  <a:pt x="917" y="10624"/>
                </a:lnTo>
                <a:lnTo>
                  <a:pt x="1106" y="10529"/>
                </a:lnTo>
                <a:lnTo>
                  <a:pt x="1282" y="10482"/>
                </a:lnTo>
                <a:lnTo>
                  <a:pt x="1420" y="10435"/>
                </a:lnTo>
                <a:lnTo>
                  <a:pt x="1609" y="10341"/>
                </a:lnTo>
                <a:lnTo>
                  <a:pt x="1785" y="10247"/>
                </a:lnTo>
                <a:lnTo>
                  <a:pt x="1923" y="10201"/>
                </a:lnTo>
                <a:lnTo>
                  <a:pt x="2112" y="10106"/>
                </a:lnTo>
                <a:lnTo>
                  <a:pt x="2288" y="10012"/>
                </a:lnTo>
                <a:lnTo>
                  <a:pt x="2426" y="10012"/>
                </a:lnTo>
                <a:lnTo>
                  <a:pt x="2615" y="9918"/>
                </a:lnTo>
                <a:lnTo>
                  <a:pt x="2791" y="9824"/>
                </a:lnTo>
                <a:lnTo>
                  <a:pt x="2929" y="9777"/>
                </a:lnTo>
                <a:lnTo>
                  <a:pt x="3118" y="9683"/>
                </a:lnTo>
                <a:lnTo>
                  <a:pt x="3294" y="9589"/>
                </a:lnTo>
                <a:lnTo>
                  <a:pt x="3432" y="9541"/>
                </a:lnTo>
                <a:lnTo>
                  <a:pt x="3621" y="9447"/>
                </a:lnTo>
                <a:lnTo>
                  <a:pt x="3809" y="9354"/>
                </a:lnTo>
                <a:lnTo>
                  <a:pt x="4036" y="9260"/>
                </a:lnTo>
                <a:lnTo>
                  <a:pt x="4212" y="9166"/>
                </a:lnTo>
                <a:lnTo>
                  <a:pt x="4438" y="9072"/>
                </a:lnTo>
                <a:lnTo>
                  <a:pt x="4627" y="8978"/>
                </a:lnTo>
                <a:lnTo>
                  <a:pt x="4815" y="8884"/>
                </a:lnTo>
                <a:lnTo>
                  <a:pt x="5042" y="8790"/>
                </a:lnTo>
                <a:lnTo>
                  <a:pt x="5218" y="8695"/>
                </a:lnTo>
                <a:lnTo>
                  <a:pt x="5457" y="8601"/>
                </a:lnTo>
                <a:lnTo>
                  <a:pt x="5633" y="8508"/>
                </a:lnTo>
                <a:lnTo>
                  <a:pt x="5821" y="8414"/>
                </a:lnTo>
                <a:lnTo>
                  <a:pt x="5960" y="8366"/>
                </a:lnTo>
                <a:lnTo>
                  <a:pt x="6136" y="8272"/>
                </a:lnTo>
                <a:lnTo>
                  <a:pt x="6324" y="8178"/>
                </a:lnTo>
                <a:lnTo>
                  <a:pt x="6463" y="8132"/>
                </a:lnTo>
                <a:lnTo>
                  <a:pt x="6639" y="7991"/>
                </a:lnTo>
                <a:lnTo>
                  <a:pt x="6827" y="7897"/>
                </a:lnTo>
                <a:lnTo>
                  <a:pt x="6966" y="7849"/>
                </a:lnTo>
                <a:lnTo>
                  <a:pt x="7142" y="7755"/>
                </a:lnTo>
                <a:lnTo>
                  <a:pt x="7330" y="7662"/>
                </a:lnTo>
                <a:lnTo>
                  <a:pt x="7469" y="7614"/>
                </a:lnTo>
                <a:lnTo>
                  <a:pt x="7645" y="7520"/>
                </a:lnTo>
                <a:lnTo>
                  <a:pt x="7833" y="7380"/>
                </a:lnTo>
                <a:lnTo>
                  <a:pt x="7972" y="7332"/>
                </a:lnTo>
                <a:lnTo>
                  <a:pt x="8148" y="7239"/>
                </a:lnTo>
                <a:lnTo>
                  <a:pt x="8336" y="7145"/>
                </a:lnTo>
                <a:lnTo>
                  <a:pt x="8475" y="7097"/>
                </a:lnTo>
                <a:lnTo>
                  <a:pt x="8651" y="6957"/>
                </a:lnTo>
                <a:lnTo>
                  <a:pt x="8839" y="6863"/>
                </a:lnTo>
                <a:lnTo>
                  <a:pt x="8977" y="6816"/>
                </a:lnTo>
                <a:lnTo>
                  <a:pt x="9154" y="6722"/>
                </a:lnTo>
                <a:lnTo>
                  <a:pt x="9342" y="6580"/>
                </a:lnTo>
                <a:lnTo>
                  <a:pt x="9480" y="6534"/>
                </a:lnTo>
                <a:lnTo>
                  <a:pt x="9656" y="6439"/>
                </a:lnTo>
                <a:lnTo>
                  <a:pt x="9845" y="6299"/>
                </a:lnTo>
                <a:lnTo>
                  <a:pt x="9983" y="6251"/>
                </a:lnTo>
                <a:lnTo>
                  <a:pt x="10159" y="6157"/>
                </a:lnTo>
                <a:lnTo>
                  <a:pt x="10348" y="6063"/>
                </a:lnTo>
                <a:lnTo>
                  <a:pt x="10486" y="5970"/>
                </a:lnTo>
                <a:lnTo>
                  <a:pt x="10662" y="5876"/>
                </a:lnTo>
                <a:lnTo>
                  <a:pt x="10851" y="5782"/>
                </a:lnTo>
                <a:lnTo>
                  <a:pt x="10989" y="5688"/>
                </a:lnTo>
                <a:lnTo>
                  <a:pt x="11165" y="5593"/>
                </a:lnTo>
                <a:lnTo>
                  <a:pt x="11354" y="5453"/>
                </a:lnTo>
                <a:lnTo>
                  <a:pt x="11492" y="5405"/>
                </a:lnTo>
                <a:lnTo>
                  <a:pt x="11681" y="5311"/>
                </a:lnTo>
                <a:lnTo>
                  <a:pt x="11857" y="5170"/>
                </a:lnTo>
                <a:lnTo>
                  <a:pt x="11995" y="5124"/>
                </a:lnTo>
                <a:lnTo>
                  <a:pt x="12184" y="5030"/>
                </a:lnTo>
                <a:lnTo>
                  <a:pt x="12360" y="4888"/>
                </a:lnTo>
                <a:lnTo>
                  <a:pt x="12498" y="4841"/>
                </a:lnTo>
                <a:lnTo>
                  <a:pt x="12687" y="4701"/>
                </a:lnTo>
                <a:lnTo>
                  <a:pt x="12863" y="4607"/>
                </a:lnTo>
                <a:lnTo>
                  <a:pt x="13001" y="4559"/>
                </a:lnTo>
                <a:lnTo>
                  <a:pt x="13190" y="4418"/>
                </a:lnTo>
                <a:lnTo>
                  <a:pt x="13366" y="4278"/>
                </a:lnTo>
                <a:lnTo>
                  <a:pt x="13504" y="4230"/>
                </a:lnTo>
                <a:lnTo>
                  <a:pt x="13693" y="4136"/>
                </a:lnTo>
                <a:lnTo>
                  <a:pt x="13869" y="3995"/>
                </a:lnTo>
                <a:lnTo>
                  <a:pt x="14007" y="3948"/>
                </a:lnTo>
                <a:lnTo>
                  <a:pt x="14196" y="3807"/>
                </a:lnTo>
                <a:lnTo>
                  <a:pt x="14372" y="3666"/>
                </a:lnTo>
                <a:lnTo>
                  <a:pt x="14510" y="3619"/>
                </a:lnTo>
                <a:lnTo>
                  <a:pt x="14699" y="3478"/>
                </a:lnTo>
                <a:lnTo>
                  <a:pt x="14875" y="3384"/>
                </a:lnTo>
                <a:lnTo>
                  <a:pt x="15013" y="3290"/>
                </a:lnTo>
                <a:lnTo>
                  <a:pt x="15202" y="3196"/>
                </a:lnTo>
                <a:lnTo>
                  <a:pt x="15378" y="3055"/>
                </a:lnTo>
                <a:lnTo>
                  <a:pt x="15516" y="3009"/>
                </a:lnTo>
                <a:lnTo>
                  <a:pt x="15705" y="2867"/>
                </a:lnTo>
                <a:lnTo>
                  <a:pt x="15881" y="2726"/>
                </a:lnTo>
                <a:lnTo>
                  <a:pt x="16019" y="2678"/>
                </a:lnTo>
                <a:lnTo>
                  <a:pt x="16208" y="2538"/>
                </a:lnTo>
                <a:lnTo>
                  <a:pt x="16384" y="2397"/>
                </a:lnTo>
                <a:lnTo>
                  <a:pt x="16522" y="2350"/>
                </a:lnTo>
                <a:lnTo>
                  <a:pt x="16711" y="2209"/>
                </a:lnTo>
                <a:lnTo>
                  <a:pt x="16887" y="2068"/>
                </a:lnTo>
                <a:lnTo>
                  <a:pt x="17025" y="2021"/>
                </a:lnTo>
                <a:lnTo>
                  <a:pt x="17214" y="1880"/>
                </a:lnTo>
                <a:lnTo>
                  <a:pt x="17390" y="1739"/>
                </a:lnTo>
                <a:lnTo>
                  <a:pt x="17528" y="1692"/>
                </a:lnTo>
                <a:lnTo>
                  <a:pt x="17717" y="1551"/>
                </a:lnTo>
                <a:lnTo>
                  <a:pt x="17905" y="1409"/>
                </a:lnTo>
                <a:lnTo>
                  <a:pt x="18132" y="1269"/>
                </a:lnTo>
                <a:lnTo>
                  <a:pt x="18308" y="1175"/>
                </a:lnTo>
                <a:lnTo>
                  <a:pt x="18534" y="1034"/>
                </a:lnTo>
                <a:lnTo>
                  <a:pt x="18723" y="893"/>
                </a:lnTo>
                <a:lnTo>
                  <a:pt x="18911" y="751"/>
                </a:lnTo>
                <a:lnTo>
                  <a:pt x="19049" y="657"/>
                </a:lnTo>
                <a:lnTo>
                  <a:pt x="19225" y="517"/>
                </a:lnTo>
                <a:lnTo>
                  <a:pt x="19414" y="376"/>
                </a:lnTo>
                <a:lnTo>
                  <a:pt x="19552" y="328"/>
                </a:lnTo>
                <a:lnTo>
                  <a:pt x="19728" y="188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6152231" y="3198339"/>
            <a:ext cx="19992" cy="16922"/>
          </a:xfrm>
          <a:custGeom>
            <a:avLst/>
            <a:gdLst/>
            <a:ahLst/>
            <a:cxnLst/>
            <a:rect l="l" t="t" r="r" b="b"/>
            <a:pathLst>
              <a:path w="19992" h="16922">
                <a:moveTo>
                  <a:pt x="0" y="16922"/>
                </a:moveTo>
                <a:lnTo>
                  <a:pt x="176" y="16781"/>
                </a:lnTo>
                <a:lnTo>
                  <a:pt x="364" y="16639"/>
                </a:lnTo>
                <a:lnTo>
                  <a:pt x="502" y="16546"/>
                </a:lnTo>
                <a:lnTo>
                  <a:pt x="679" y="16405"/>
                </a:lnTo>
                <a:lnTo>
                  <a:pt x="867" y="16264"/>
                </a:lnTo>
                <a:lnTo>
                  <a:pt x="1005" y="16170"/>
                </a:lnTo>
                <a:lnTo>
                  <a:pt x="1181" y="16029"/>
                </a:lnTo>
                <a:lnTo>
                  <a:pt x="1370" y="15887"/>
                </a:lnTo>
                <a:lnTo>
                  <a:pt x="1508" y="15841"/>
                </a:lnTo>
                <a:lnTo>
                  <a:pt x="1684" y="15700"/>
                </a:lnTo>
                <a:lnTo>
                  <a:pt x="1873" y="15558"/>
                </a:lnTo>
                <a:lnTo>
                  <a:pt x="2011" y="15464"/>
                </a:lnTo>
                <a:lnTo>
                  <a:pt x="2187" y="15324"/>
                </a:lnTo>
                <a:lnTo>
                  <a:pt x="2376" y="15183"/>
                </a:lnTo>
                <a:lnTo>
                  <a:pt x="2514" y="15089"/>
                </a:lnTo>
                <a:lnTo>
                  <a:pt x="2690" y="14947"/>
                </a:lnTo>
                <a:lnTo>
                  <a:pt x="2879" y="14806"/>
                </a:lnTo>
                <a:lnTo>
                  <a:pt x="3017" y="14712"/>
                </a:lnTo>
                <a:lnTo>
                  <a:pt x="3193" y="14572"/>
                </a:lnTo>
                <a:lnTo>
                  <a:pt x="3382" y="14431"/>
                </a:lnTo>
                <a:lnTo>
                  <a:pt x="3520" y="14337"/>
                </a:lnTo>
                <a:lnTo>
                  <a:pt x="3696" y="14195"/>
                </a:lnTo>
                <a:lnTo>
                  <a:pt x="3885" y="14054"/>
                </a:lnTo>
                <a:lnTo>
                  <a:pt x="4023" y="13960"/>
                </a:lnTo>
                <a:lnTo>
                  <a:pt x="4199" y="13820"/>
                </a:lnTo>
                <a:lnTo>
                  <a:pt x="4388" y="13678"/>
                </a:lnTo>
                <a:lnTo>
                  <a:pt x="4526" y="13585"/>
                </a:lnTo>
                <a:lnTo>
                  <a:pt x="4702" y="13443"/>
                </a:lnTo>
                <a:lnTo>
                  <a:pt x="4891" y="13255"/>
                </a:lnTo>
                <a:lnTo>
                  <a:pt x="5029" y="13208"/>
                </a:lnTo>
                <a:lnTo>
                  <a:pt x="5218" y="13020"/>
                </a:lnTo>
                <a:lnTo>
                  <a:pt x="5394" y="12879"/>
                </a:lnTo>
                <a:lnTo>
                  <a:pt x="5532" y="12785"/>
                </a:lnTo>
                <a:lnTo>
                  <a:pt x="5721" y="12645"/>
                </a:lnTo>
                <a:lnTo>
                  <a:pt x="5897" y="12503"/>
                </a:lnTo>
                <a:lnTo>
                  <a:pt x="6035" y="12409"/>
                </a:lnTo>
                <a:lnTo>
                  <a:pt x="6224" y="12268"/>
                </a:lnTo>
                <a:lnTo>
                  <a:pt x="6400" y="12080"/>
                </a:lnTo>
                <a:lnTo>
                  <a:pt x="6538" y="12033"/>
                </a:lnTo>
                <a:lnTo>
                  <a:pt x="6727" y="11845"/>
                </a:lnTo>
                <a:lnTo>
                  <a:pt x="6903" y="11704"/>
                </a:lnTo>
                <a:lnTo>
                  <a:pt x="7041" y="11610"/>
                </a:lnTo>
                <a:lnTo>
                  <a:pt x="7230" y="11470"/>
                </a:lnTo>
                <a:lnTo>
                  <a:pt x="7406" y="11281"/>
                </a:lnTo>
                <a:lnTo>
                  <a:pt x="7544" y="11187"/>
                </a:lnTo>
                <a:lnTo>
                  <a:pt x="7733" y="11047"/>
                </a:lnTo>
                <a:lnTo>
                  <a:pt x="7909" y="10858"/>
                </a:lnTo>
                <a:lnTo>
                  <a:pt x="8047" y="10811"/>
                </a:lnTo>
                <a:lnTo>
                  <a:pt x="8236" y="10624"/>
                </a:lnTo>
                <a:lnTo>
                  <a:pt x="8412" y="10482"/>
                </a:lnTo>
                <a:lnTo>
                  <a:pt x="8550" y="10388"/>
                </a:lnTo>
                <a:lnTo>
                  <a:pt x="8739" y="10201"/>
                </a:lnTo>
                <a:lnTo>
                  <a:pt x="8915" y="10059"/>
                </a:lnTo>
                <a:lnTo>
                  <a:pt x="9053" y="9965"/>
                </a:lnTo>
                <a:lnTo>
                  <a:pt x="9242" y="9824"/>
                </a:lnTo>
                <a:lnTo>
                  <a:pt x="9418" y="9636"/>
                </a:lnTo>
                <a:lnTo>
                  <a:pt x="9556" y="9541"/>
                </a:lnTo>
                <a:lnTo>
                  <a:pt x="9745" y="9401"/>
                </a:lnTo>
                <a:lnTo>
                  <a:pt x="9921" y="9213"/>
                </a:lnTo>
                <a:lnTo>
                  <a:pt x="10059" y="9118"/>
                </a:lnTo>
                <a:lnTo>
                  <a:pt x="10247" y="8978"/>
                </a:lnTo>
                <a:lnTo>
                  <a:pt x="10424" y="8790"/>
                </a:lnTo>
                <a:lnTo>
                  <a:pt x="10562" y="8695"/>
                </a:lnTo>
                <a:lnTo>
                  <a:pt x="10750" y="8508"/>
                </a:lnTo>
                <a:lnTo>
                  <a:pt x="10926" y="8366"/>
                </a:lnTo>
                <a:lnTo>
                  <a:pt x="11065" y="8272"/>
                </a:lnTo>
                <a:lnTo>
                  <a:pt x="11253" y="8085"/>
                </a:lnTo>
                <a:lnTo>
                  <a:pt x="11442" y="7943"/>
                </a:lnTo>
                <a:lnTo>
                  <a:pt x="11668" y="7755"/>
                </a:lnTo>
                <a:lnTo>
                  <a:pt x="11844" y="7568"/>
                </a:lnTo>
                <a:lnTo>
                  <a:pt x="12071" y="7380"/>
                </a:lnTo>
                <a:lnTo>
                  <a:pt x="12259" y="7239"/>
                </a:lnTo>
                <a:lnTo>
                  <a:pt x="12448" y="7051"/>
                </a:lnTo>
                <a:lnTo>
                  <a:pt x="12586" y="6957"/>
                </a:lnTo>
                <a:lnTo>
                  <a:pt x="12762" y="6768"/>
                </a:lnTo>
                <a:lnTo>
                  <a:pt x="12850" y="6674"/>
                </a:lnTo>
                <a:lnTo>
                  <a:pt x="12951" y="6580"/>
                </a:lnTo>
                <a:lnTo>
                  <a:pt x="13089" y="6486"/>
                </a:lnTo>
                <a:lnTo>
                  <a:pt x="13177" y="6439"/>
                </a:lnTo>
                <a:lnTo>
                  <a:pt x="13353" y="6251"/>
                </a:lnTo>
                <a:lnTo>
                  <a:pt x="13592" y="6063"/>
                </a:lnTo>
                <a:lnTo>
                  <a:pt x="13768" y="5876"/>
                </a:lnTo>
                <a:lnTo>
                  <a:pt x="13957" y="5688"/>
                </a:lnTo>
                <a:lnTo>
                  <a:pt x="14095" y="5593"/>
                </a:lnTo>
                <a:lnTo>
                  <a:pt x="14271" y="5405"/>
                </a:lnTo>
                <a:lnTo>
                  <a:pt x="14460" y="5264"/>
                </a:lnTo>
                <a:lnTo>
                  <a:pt x="14598" y="5170"/>
                </a:lnTo>
                <a:lnTo>
                  <a:pt x="14774" y="4982"/>
                </a:lnTo>
                <a:lnTo>
                  <a:pt x="14963" y="4794"/>
                </a:lnTo>
                <a:lnTo>
                  <a:pt x="15101" y="4701"/>
                </a:lnTo>
                <a:lnTo>
                  <a:pt x="15277" y="4513"/>
                </a:lnTo>
                <a:lnTo>
                  <a:pt x="15466" y="4324"/>
                </a:lnTo>
                <a:lnTo>
                  <a:pt x="15604" y="4230"/>
                </a:lnTo>
                <a:lnTo>
                  <a:pt x="15780" y="4042"/>
                </a:lnTo>
                <a:lnTo>
                  <a:pt x="15969" y="3855"/>
                </a:lnTo>
                <a:lnTo>
                  <a:pt x="16107" y="3761"/>
                </a:lnTo>
                <a:lnTo>
                  <a:pt x="16283" y="3572"/>
                </a:lnTo>
                <a:lnTo>
                  <a:pt x="16472" y="3384"/>
                </a:lnTo>
                <a:lnTo>
                  <a:pt x="16610" y="3290"/>
                </a:lnTo>
                <a:lnTo>
                  <a:pt x="16786" y="3101"/>
                </a:lnTo>
                <a:lnTo>
                  <a:pt x="16975" y="2914"/>
                </a:lnTo>
                <a:lnTo>
                  <a:pt x="17113" y="2820"/>
                </a:lnTo>
                <a:lnTo>
                  <a:pt x="17289" y="2632"/>
                </a:lnTo>
                <a:lnTo>
                  <a:pt x="17478" y="2444"/>
                </a:lnTo>
                <a:lnTo>
                  <a:pt x="17616" y="2350"/>
                </a:lnTo>
                <a:lnTo>
                  <a:pt x="17792" y="2162"/>
                </a:lnTo>
                <a:lnTo>
                  <a:pt x="17981" y="1974"/>
                </a:lnTo>
                <a:lnTo>
                  <a:pt x="18119" y="1880"/>
                </a:lnTo>
                <a:lnTo>
                  <a:pt x="18207" y="1739"/>
                </a:lnTo>
                <a:lnTo>
                  <a:pt x="18396" y="1551"/>
                </a:lnTo>
                <a:lnTo>
                  <a:pt x="18622" y="1363"/>
                </a:lnTo>
                <a:lnTo>
                  <a:pt x="18811" y="1175"/>
                </a:lnTo>
                <a:lnTo>
                  <a:pt x="18987" y="986"/>
                </a:lnTo>
                <a:lnTo>
                  <a:pt x="19125" y="893"/>
                </a:lnTo>
                <a:lnTo>
                  <a:pt x="19313" y="705"/>
                </a:lnTo>
                <a:lnTo>
                  <a:pt x="19490" y="470"/>
                </a:lnTo>
                <a:lnTo>
                  <a:pt x="19628" y="376"/>
                </a:lnTo>
                <a:lnTo>
                  <a:pt x="19816" y="188"/>
                </a:lnTo>
                <a:lnTo>
                  <a:pt x="19992" y="0"/>
                </a:lnTo>
              </a:path>
            </a:pathLst>
          </a:custGeom>
          <a:ln w="17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6172224" y="3175823"/>
            <a:ext cx="20043" cy="22516"/>
          </a:xfrm>
          <a:custGeom>
            <a:avLst/>
            <a:gdLst/>
            <a:ahLst/>
            <a:cxnLst/>
            <a:rect l="l" t="t" r="r" b="b"/>
            <a:pathLst>
              <a:path w="20043" h="22516">
                <a:moveTo>
                  <a:pt x="0" y="22516"/>
                </a:moveTo>
                <a:lnTo>
                  <a:pt x="138" y="22421"/>
                </a:lnTo>
                <a:lnTo>
                  <a:pt x="326" y="22233"/>
                </a:lnTo>
                <a:lnTo>
                  <a:pt x="414" y="22093"/>
                </a:lnTo>
                <a:lnTo>
                  <a:pt x="641" y="21904"/>
                </a:lnTo>
                <a:lnTo>
                  <a:pt x="829" y="21717"/>
                </a:lnTo>
                <a:lnTo>
                  <a:pt x="1005" y="21529"/>
                </a:lnTo>
                <a:lnTo>
                  <a:pt x="1144" y="21387"/>
                </a:lnTo>
                <a:lnTo>
                  <a:pt x="1332" y="21200"/>
                </a:lnTo>
                <a:lnTo>
                  <a:pt x="1508" y="21012"/>
                </a:lnTo>
                <a:lnTo>
                  <a:pt x="1647" y="20918"/>
                </a:lnTo>
                <a:lnTo>
                  <a:pt x="1835" y="20683"/>
                </a:lnTo>
                <a:lnTo>
                  <a:pt x="2011" y="20494"/>
                </a:lnTo>
                <a:lnTo>
                  <a:pt x="2150" y="20400"/>
                </a:lnTo>
                <a:lnTo>
                  <a:pt x="2338" y="20212"/>
                </a:lnTo>
                <a:lnTo>
                  <a:pt x="2426" y="20071"/>
                </a:lnTo>
                <a:lnTo>
                  <a:pt x="2653" y="19883"/>
                </a:lnTo>
                <a:lnTo>
                  <a:pt x="2841" y="19695"/>
                </a:lnTo>
                <a:lnTo>
                  <a:pt x="2929" y="19554"/>
                </a:lnTo>
                <a:lnTo>
                  <a:pt x="3156" y="19366"/>
                </a:lnTo>
                <a:lnTo>
                  <a:pt x="3344" y="19179"/>
                </a:lnTo>
                <a:lnTo>
                  <a:pt x="3432" y="19037"/>
                </a:lnTo>
                <a:lnTo>
                  <a:pt x="3659" y="18849"/>
                </a:lnTo>
                <a:lnTo>
                  <a:pt x="3847" y="18614"/>
                </a:lnTo>
                <a:lnTo>
                  <a:pt x="4023" y="18426"/>
                </a:lnTo>
                <a:lnTo>
                  <a:pt x="4162" y="18333"/>
                </a:lnTo>
                <a:lnTo>
                  <a:pt x="4350" y="18097"/>
                </a:lnTo>
                <a:lnTo>
                  <a:pt x="4526" y="17910"/>
                </a:lnTo>
                <a:lnTo>
                  <a:pt x="4665" y="17816"/>
                </a:lnTo>
                <a:lnTo>
                  <a:pt x="4765" y="17674"/>
                </a:lnTo>
                <a:lnTo>
                  <a:pt x="4941" y="17487"/>
                </a:lnTo>
                <a:lnTo>
                  <a:pt x="5168" y="17251"/>
                </a:lnTo>
                <a:lnTo>
                  <a:pt x="5356" y="17064"/>
                </a:lnTo>
                <a:lnTo>
                  <a:pt x="5444" y="16922"/>
                </a:lnTo>
                <a:lnTo>
                  <a:pt x="5670" y="16733"/>
                </a:lnTo>
                <a:lnTo>
                  <a:pt x="5859" y="16499"/>
                </a:lnTo>
                <a:lnTo>
                  <a:pt x="6048" y="16310"/>
                </a:lnTo>
                <a:lnTo>
                  <a:pt x="6186" y="16170"/>
                </a:lnTo>
                <a:lnTo>
                  <a:pt x="6274" y="16076"/>
                </a:lnTo>
                <a:lnTo>
                  <a:pt x="6362" y="15981"/>
                </a:lnTo>
                <a:lnTo>
                  <a:pt x="6450" y="15887"/>
                </a:lnTo>
                <a:lnTo>
                  <a:pt x="6551" y="15747"/>
                </a:lnTo>
                <a:lnTo>
                  <a:pt x="6689" y="15653"/>
                </a:lnTo>
                <a:lnTo>
                  <a:pt x="6865" y="15418"/>
                </a:lnTo>
                <a:lnTo>
                  <a:pt x="7054" y="15229"/>
                </a:lnTo>
                <a:lnTo>
                  <a:pt x="7192" y="15089"/>
                </a:lnTo>
                <a:lnTo>
                  <a:pt x="7368" y="14901"/>
                </a:lnTo>
                <a:lnTo>
                  <a:pt x="7456" y="14760"/>
                </a:lnTo>
                <a:lnTo>
                  <a:pt x="7695" y="14572"/>
                </a:lnTo>
                <a:lnTo>
                  <a:pt x="7783" y="14431"/>
                </a:lnTo>
                <a:lnTo>
                  <a:pt x="7959" y="14243"/>
                </a:lnTo>
                <a:lnTo>
                  <a:pt x="8060" y="14102"/>
                </a:lnTo>
                <a:lnTo>
                  <a:pt x="8198" y="14008"/>
                </a:lnTo>
                <a:lnTo>
                  <a:pt x="8374" y="13772"/>
                </a:lnTo>
                <a:lnTo>
                  <a:pt x="8563" y="13537"/>
                </a:lnTo>
                <a:lnTo>
                  <a:pt x="8701" y="13443"/>
                </a:lnTo>
                <a:lnTo>
                  <a:pt x="8877" y="13208"/>
                </a:lnTo>
                <a:lnTo>
                  <a:pt x="9066" y="13020"/>
                </a:lnTo>
                <a:lnTo>
                  <a:pt x="9204" y="12879"/>
                </a:lnTo>
                <a:lnTo>
                  <a:pt x="9380" y="12645"/>
                </a:lnTo>
                <a:lnTo>
                  <a:pt x="9568" y="12456"/>
                </a:lnTo>
                <a:lnTo>
                  <a:pt x="9707" y="12316"/>
                </a:lnTo>
                <a:lnTo>
                  <a:pt x="9883" y="12080"/>
                </a:lnTo>
                <a:lnTo>
                  <a:pt x="10071" y="11893"/>
                </a:lnTo>
                <a:lnTo>
                  <a:pt x="10210" y="11751"/>
                </a:lnTo>
                <a:lnTo>
                  <a:pt x="10386" y="11516"/>
                </a:lnTo>
                <a:lnTo>
                  <a:pt x="10574" y="11328"/>
                </a:lnTo>
                <a:lnTo>
                  <a:pt x="10713" y="11187"/>
                </a:lnTo>
                <a:lnTo>
                  <a:pt x="10889" y="10953"/>
                </a:lnTo>
                <a:lnTo>
                  <a:pt x="11077" y="10718"/>
                </a:lnTo>
                <a:lnTo>
                  <a:pt x="11216" y="10624"/>
                </a:lnTo>
                <a:lnTo>
                  <a:pt x="11392" y="10388"/>
                </a:lnTo>
                <a:lnTo>
                  <a:pt x="11580" y="10153"/>
                </a:lnTo>
                <a:lnTo>
                  <a:pt x="11719" y="10059"/>
                </a:lnTo>
                <a:lnTo>
                  <a:pt x="11807" y="9918"/>
                </a:lnTo>
                <a:lnTo>
                  <a:pt x="11995" y="9683"/>
                </a:lnTo>
                <a:lnTo>
                  <a:pt x="12222" y="9449"/>
                </a:lnTo>
                <a:lnTo>
                  <a:pt x="12410" y="9213"/>
                </a:lnTo>
                <a:lnTo>
                  <a:pt x="12586" y="8978"/>
                </a:lnTo>
                <a:lnTo>
                  <a:pt x="12725" y="8884"/>
                </a:lnTo>
                <a:lnTo>
                  <a:pt x="12813" y="8743"/>
                </a:lnTo>
                <a:lnTo>
                  <a:pt x="13001" y="8555"/>
                </a:lnTo>
                <a:lnTo>
                  <a:pt x="13089" y="8414"/>
                </a:lnTo>
                <a:lnTo>
                  <a:pt x="13228" y="8320"/>
                </a:lnTo>
                <a:lnTo>
                  <a:pt x="13316" y="8179"/>
                </a:lnTo>
                <a:lnTo>
                  <a:pt x="13504" y="7943"/>
                </a:lnTo>
                <a:lnTo>
                  <a:pt x="13592" y="7803"/>
                </a:lnTo>
                <a:lnTo>
                  <a:pt x="13731" y="7709"/>
                </a:lnTo>
                <a:lnTo>
                  <a:pt x="13819" y="7568"/>
                </a:lnTo>
                <a:lnTo>
                  <a:pt x="14007" y="7333"/>
                </a:lnTo>
                <a:lnTo>
                  <a:pt x="14234" y="7097"/>
                </a:lnTo>
                <a:lnTo>
                  <a:pt x="14422" y="6863"/>
                </a:lnTo>
                <a:lnTo>
                  <a:pt x="14598" y="6628"/>
                </a:lnTo>
                <a:lnTo>
                  <a:pt x="14736" y="6534"/>
                </a:lnTo>
                <a:lnTo>
                  <a:pt x="14824" y="6393"/>
                </a:lnTo>
                <a:lnTo>
                  <a:pt x="15013" y="6157"/>
                </a:lnTo>
                <a:lnTo>
                  <a:pt x="15101" y="6016"/>
                </a:lnTo>
                <a:lnTo>
                  <a:pt x="15239" y="5922"/>
                </a:lnTo>
                <a:lnTo>
                  <a:pt x="15327" y="5782"/>
                </a:lnTo>
                <a:lnTo>
                  <a:pt x="15516" y="5547"/>
                </a:lnTo>
                <a:lnTo>
                  <a:pt x="15742" y="5311"/>
                </a:lnTo>
                <a:lnTo>
                  <a:pt x="15830" y="5170"/>
                </a:lnTo>
                <a:lnTo>
                  <a:pt x="16019" y="4936"/>
                </a:lnTo>
                <a:lnTo>
                  <a:pt x="16245" y="4701"/>
                </a:lnTo>
                <a:lnTo>
                  <a:pt x="16434" y="4465"/>
                </a:lnTo>
                <a:lnTo>
                  <a:pt x="16522" y="4324"/>
                </a:lnTo>
                <a:lnTo>
                  <a:pt x="16748" y="4089"/>
                </a:lnTo>
                <a:lnTo>
                  <a:pt x="16937" y="3855"/>
                </a:lnTo>
                <a:lnTo>
                  <a:pt x="17025" y="3713"/>
                </a:lnTo>
                <a:lnTo>
                  <a:pt x="17251" y="3478"/>
                </a:lnTo>
                <a:lnTo>
                  <a:pt x="17440" y="3243"/>
                </a:lnTo>
                <a:lnTo>
                  <a:pt x="17528" y="3103"/>
                </a:lnTo>
                <a:lnTo>
                  <a:pt x="17754" y="2867"/>
                </a:lnTo>
                <a:lnTo>
                  <a:pt x="17855" y="2726"/>
                </a:lnTo>
                <a:lnTo>
                  <a:pt x="18031" y="2491"/>
                </a:lnTo>
                <a:lnTo>
                  <a:pt x="18119" y="2350"/>
                </a:lnTo>
                <a:lnTo>
                  <a:pt x="18257" y="2257"/>
                </a:lnTo>
                <a:lnTo>
                  <a:pt x="18358" y="2115"/>
                </a:lnTo>
                <a:lnTo>
                  <a:pt x="18534" y="1880"/>
                </a:lnTo>
                <a:lnTo>
                  <a:pt x="18634" y="1739"/>
                </a:lnTo>
                <a:lnTo>
                  <a:pt x="18861" y="1503"/>
                </a:lnTo>
                <a:lnTo>
                  <a:pt x="18949" y="1363"/>
                </a:lnTo>
                <a:lnTo>
                  <a:pt x="19137" y="1128"/>
                </a:lnTo>
                <a:lnTo>
                  <a:pt x="19263" y="987"/>
                </a:lnTo>
                <a:lnTo>
                  <a:pt x="19452" y="751"/>
                </a:lnTo>
                <a:lnTo>
                  <a:pt x="19540" y="611"/>
                </a:lnTo>
                <a:lnTo>
                  <a:pt x="19779" y="376"/>
                </a:lnTo>
                <a:lnTo>
                  <a:pt x="19867" y="234"/>
                </a:lnTo>
                <a:lnTo>
                  <a:pt x="19955" y="94"/>
                </a:lnTo>
              </a:path>
            </a:pathLst>
          </a:custGeom>
          <a:ln w="17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6192267" y="3148043"/>
            <a:ext cx="20055" cy="27779"/>
          </a:xfrm>
          <a:custGeom>
            <a:avLst/>
            <a:gdLst/>
            <a:ahLst/>
            <a:cxnLst/>
            <a:rect l="l" t="t" r="r" b="b"/>
            <a:pathLst>
              <a:path w="20055" h="27779">
                <a:moveTo>
                  <a:pt x="0" y="27779"/>
                </a:moveTo>
                <a:lnTo>
                  <a:pt x="100" y="27639"/>
                </a:lnTo>
                <a:lnTo>
                  <a:pt x="238" y="27498"/>
                </a:lnTo>
                <a:lnTo>
                  <a:pt x="414" y="27262"/>
                </a:lnTo>
                <a:lnTo>
                  <a:pt x="502" y="27121"/>
                </a:lnTo>
                <a:lnTo>
                  <a:pt x="741" y="26887"/>
                </a:lnTo>
                <a:lnTo>
                  <a:pt x="829" y="26745"/>
                </a:lnTo>
                <a:lnTo>
                  <a:pt x="917" y="26604"/>
                </a:lnTo>
                <a:lnTo>
                  <a:pt x="1106" y="26370"/>
                </a:lnTo>
                <a:lnTo>
                  <a:pt x="1244" y="26229"/>
                </a:lnTo>
                <a:lnTo>
                  <a:pt x="1332" y="26087"/>
                </a:lnTo>
                <a:lnTo>
                  <a:pt x="1508" y="25852"/>
                </a:lnTo>
                <a:lnTo>
                  <a:pt x="1609" y="25712"/>
                </a:lnTo>
                <a:lnTo>
                  <a:pt x="1747" y="25618"/>
                </a:lnTo>
                <a:lnTo>
                  <a:pt x="1835" y="25476"/>
                </a:lnTo>
                <a:lnTo>
                  <a:pt x="1923" y="25335"/>
                </a:lnTo>
                <a:lnTo>
                  <a:pt x="2011" y="25195"/>
                </a:lnTo>
                <a:lnTo>
                  <a:pt x="2250" y="24960"/>
                </a:lnTo>
                <a:lnTo>
                  <a:pt x="2338" y="24818"/>
                </a:lnTo>
                <a:lnTo>
                  <a:pt x="2426" y="24677"/>
                </a:lnTo>
                <a:lnTo>
                  <a:pt x="2527" y="24537"/>
                </a:lnTo>
                <a:lnTo>
                  <a:pt x="2615" y="24443"/>
                </a:lnTo>
                <a:lnTo>
                  <a:pt x="2753" y="24301"/>
                </a:lnTo>
                <a:lnTo>
                  <a:pt x="2841" y="24160"/>
                </a:lnTo>
                <a:lnTo>
                  <a:pt x="2929" y="24019"/>
                </a:lnTo>
                <a:lnTo>
                  <a:pt x="3118" y="23783"/>
                </a:lnTo>
                <a:lnTo>
                  <a:pt x="3256" y="23643"/>
                </a:lnTo>
                <a:lnTo>
                  <a:pt x="3344" y="23502"/>
                </a:lnTo>
                <a:lnTo>
                  <a:pt x="3432" y="23360"/>
                </a:lnTo>
                <a:lnTo>
                  <a:pt x="3621" y="23126"/>
                </a:lnTo>
                <a:lnTo>
                  <a:pt x="3759" y="22985"/>
                </a:lnTo>
                <a:lnTo>
                  <a:pt x="3847" y="22844"/>
                </a:lnTo>
                <a:lnTo>
                  <a:pt x="3935" y="22703"/>
                </a:lnTo>
                <a:lnTo>
                  <a:pt x="4124" y="22468"/>
                </a:lnTo>
                <a:lnTo>
                  <a:pt x="4262" y="22327"/>
                </a:lnTo>
                <a:lnTo>
                  <a:pt x="4350" y="22185"/>
                </a:lnTo>
                <a:lnTo>
                  <a:pt x="4438" y="22045"/>
                </a:lnTo>
                <a:lnTo>
                  <a:pt x="4627" y="21810"/>
                </a:lnTo>
                <a:lnTo>
                  <a:pt x="4765" y="21668"/>
                </a:lnTo>
                <a:lnTo>
                  <a:pt x="4853" y="21528"/>
                </a:lnTo>
                <a:lnTo>
                  <a:pt x="4941" y="21387"/>
                </a:lnTo>
                <a:lnTo>
                  <a:pt x="5042" y="21245"/>
                </a:lnTo>
                <a:lnTo>
                  <a:pt x="5130" y="21152"/>
                </a:lnTo>
                <a:lnTo>
                  <a:pt x="5268" y="21010"/>
                </a:lnTo>
                <a:lnTo>
                  <a:pt x="5356" y="20870"/>
                </a:lnTo>
                <a:lnTo>
                  <a:pt x="5444" y="20729"/>
                </a:lnTo>
                <a:lnTo>
                  <a:pt x="5545" y="20587"/>
                </a:lnTo>
                <a:lnTo>
                  <a:pt x="5633" y="20447"/>
                </a:lnTo>
                <a:lnTo>
                  <a:pt x="5771" y="20353"/>
                </a:lnTo>
                <a:lnTo>
                  <a:pt x="5859" y="20212"/>
                </a:lnTo>
                <a:lnTo>
                  <a:pt x="5960" y="20070"/>
                </a:lnTo>
                <a:lnTo>
                  <a:pt x="6048" y="19930"/>
                </a:lnTo>
                <a:lnTo>
                  <a:pt x="6136" y="19789"/>
                </a:lnTo>
                <a:lnTo>
                  <a:pt x="6274" y="19647"/>
                </a:lnTo>
                <a:lnTo>
                  <a:pt x="6362" y="19506"/>
                </a:lnTo>
                <a:lnTo>
                  <a:pt x="6463" y="19366"/>
                </a:lnTo>
                <a:lnTo>
                  <a:pt x="6639" y="19130"/>
                </a:lnTo>
                <a:lnTo>
                  <a:pt x="6777" y="18989"/>
                </a:lnTo>
                <a:lnTo>
                  <a:pt x="6865" y="18849"/>
                </a:lnTo>
                <a:lnTo>
                  <a:pt x="6966" y="18707"/>
                </a:lnTo>
                <a:lnTo>
                  <a:pt x="7054" y="18566"/>
                </a:lnTo>
                <a:lnTo>
                  <a:pt x="7142" y="18426"/>
                </a:lnTo>
                <a:lnTo>
                  <a:pt x="7280" y="18284"/>
                </a:lnTo>
                <a:lnTo>
                  <a:pt x="7368" y="18143"/>
                </a:lnTo>
                <a:lnTo>
                  <a:pt x="7557" y="17908"/>
                </a:lnTo>
                <a:lnTo>
                  <a:pt x="7645" y="17768"/>
                </a:lnTo>
                <a:lnTo>
                  <a:pt x="7783" y="17626"/>
                </a:lnTo>
                <a:lnTo>
                  <a:pt x="7871" y="17485"/>
                </a:lnTo>
                <a:lnTo>
                  <a:pt x="7972" y="17345"/>
                </a:lnTo>
                <a:lnTo>
                  <a:pt x="8060" y="17203"/>
                </a:lnTo>
                <a:lnTo>
                  <a:pt x="8148" y="17062"/>
                </a:lnTo>
                <a:lnTo>
                  <a:pt x="8286" y="16922"/>
                </a:lnTo>
                <a:lnTo>
                  <a:pt x="8374" y="16780"/>
                </a:lnTo>
                <a:lnTo>
                  <a:pt x="8475" y="16639"/>
                </a:lnTo>
                <a:lnTo>
                  <a:pt x="8563" y="16499"/>
                </a:lnTo>
                <a:lnTo>
                  <a:pt x="8789" y="16263"/>
                </a:lnTo>
                <a:lnTo>
                  <a:pt x="8877" y="16122"/>
                </a:lnTo>
                <a:lnTo>
                  <a:pt x="8977" y="15981"/>
                </a:lnTo>
                <a:lnTo>
                  <a:pt x="9066" y="15840"/>
                </a:lnTo>
                <a:lnTo>
                  <a:pt x="9154" y="15699"/>
                </a:lnTo>
                <a:lnTo>
                  <a:pt x="9292" y="15558"/>
                </a:lnTo>
                <a:lnTo>
                  <a:pt x="9380" y="15417"/>
                </a:lnTo>
                <a:lnTo>
                  <a:pt x="9480" y="15276"/>
                </a:lnTo>
                <a:lnTo>
                  <a:pt x="9568" y="15135"/>
                </a:lnTo>
                <a:lnTo>
                  <a:pt x="9656" y="14993"/>
                </a:lnTo>
                <a:lnTo>
                  <a:pt x="9795" y="14853"/>
                </a:lnTo>
                <a:lnTo>
                  <a:pt x="9895" y="14712"/>
                </a:lnTo>
                <a:lnTo>
                  <a:pt x="9983" y="14570"/>
                </a:lnTo>
                <a:lnTo>
                  <a:pt x="10071" y="14430"/>
                </a:lnTo>
                <a:lnTo>
                  <a:pt x="10159" y="14289"/>
                </a:lnTo>
                <a:lnTo>
                  <a:pt x="10298" y="14147"/>
                </a:lnTo>
                <a:lnTo>
                  <a:pt x="10398" y="14007"/>
                </a:lnTo>
                <a:lnTo>
                  <a:pt x="10486" y="13866"/>
                </a:lnTo>
                <a:lnTo>
                  <a:pt x="10574" y="13724"/>
                </a:lnTo>
                <a:lnTo>
                  <a:pt x="10662" y="13584"/>
                </a:lnTo>
                <a:lnTo>
                  <a:pt x="10801" y="13443"/>
                </a:lnTo>
                <a:lnTo>
                  <a:pt x="10901" y="13301"/>
                </a:lnTo>
                <a:lnTo>
                  <a:pt x="10989" y="13161"/>
                </a:lnTo>
                <a:lnTo>
                  <a:pt x="11077" y="13020"/>
                </a:lnTo>
                <a:lnTo>
                  <a:pt x="11165" y="12878"/>
                </a:lnTo>
                <a:lnTo>
                  <a:pt x="11304" y="12738"/>
                </a:lnTo>
                <a:lnTo>
                  <a:pt x="11404" y="12597"/>
                </a:lnTo>
                <a:lnTo>
                  <a:pt x="11492" y="12455"/>
                </a:lnTo>
                <a:lnTo>
                  <a:pt x="11580" y="12315"/>
                </a:lnTo>
                <a:lnTo>
                  <a:pt x="11668" y="12174"/>
                </a:lnTo>
                <a:lnTo>
                  <a:pt x="11807" y="12032"/>
                </a:lnTo>
                <a:lnTo>
                  <a:pt x="11907" y="11891"/>
                </a:lnTo>
                <a:lnTo>
                  <a:pt x="11995" y="11751"/>
                </a:lnTo>
                <a:lnTo>
                  <a:pt x="12083" y="11609"/>
                </a:lnTo>
                <a:lnTo>
                  <a:pt x="12184" y="11468"/>
                </a:lnTo>
                <a:lnTo>
                  <a:pt x="12310" y="11328"/>
                </a:lnTo>
                <a:lnTo>
                  <a:pt x="12410" y="11186"/>
                </a:lnTo>
                <a:lnTo>
                  <a:pt x="12498" y="11045"/>
                </a:lnTo>
                <a:lnTo>
                  <a:pt x="12586" y="10905"/>
                </a:lnTo>
                <a:lnTo>
                  <a:pt x="12687" y="10763"/>
                </a:lnTo>
                <a:lnTo>
                  <a:pt x="12813" y="10622"/>
                </a:lnTo>
                <a:lnTo>
                  <a:pt x="12913" y="10482"/>
                </a:lnTo>
                <a:lnTo>
                  <a:pt x="13001" y="10340"/>
                </a:lnTo>
                <a:lnTo>
                  <a:pt x="13089" y="10199"/>
                </a:lnTo>
                <a:lnTo>
                  <a:pt x="13190" y="10059"/>
                </a:lnTo>
                <a:lnTo>
                  <a:pt x="13316" y="9917"/>
                </a:lnTo>
                <a:lnTo>
                  <a:pt x="13416" y="9776"/>
                </a:lnTo>
                <a:lnTo>
                  <a:pt x="13504" y="9588"/>
                </a:lnTo>
                <a:lnTo>
                  <a:pt x="13592" y="9447"/>
                </a:lnTo>
                <a:lnTo>
                  <a:pt x="13693" y="9307"/>
                </a:lnTo>
                <a:lnTo>
                  <a:pt x="13831" y="9165"/>
                </a:lnTo>
                <a:lnTo>
                  <a:pt x="13919" y="9024"/>
                </a:lnTo>
                <a:lnTo>
                  <a:pt x="14007" y="8884"/>
                </a:lnTo>
                <a:lnTo>
                  <a:pt x="14095" y="8742"/>
                </a:lnTo>
                <a:lnTo>
                  <a:pt x="14196" y="8601"/>
                </a:lnTo>
                <a:lnTo>
                  <a:pt x="14334" y="8461"/>
                </a:lnTo>
                <a:lnTo>
                  <a:pt x="14422" y="8319"/>
                </a:lnTo>
                <a:lnTo>
                  <a:pt x="14510" y="8178"/>
                </a:lnTo>
                <a:lnTo>
                  <a:pt x="14598" y="8038"/>
                </a:lnTo>
                <a:lnTo>
                  <a:pt x="14699" y="7849"/>
                </a:lnTo>
                <a:lnTo>
                  <a:pt x="14837" y="7707"/>
                </a:lnTo>
                <a:lnTo>
                  <a:pt x="14925" y="7567"/>
                </a:lnTo>
                <a:lnTo>
                  <a:pt x="15013" y="7426"/>
                </a:lnTo>
                <a:lnTo>
                  <a:pt x="15101" y="7284"/>
                </a:lnTo>
                <a:lnTo>
                  <a:pt x="15202" y="7144"/>
                </a:lnTo>
                <a:lnTo>
                  <a:pt x="15340" y="7003"/>
                </a:lnTo>
                <a:lnTo>
                  <a:pt x="15428" y="6861"/>
                </a:lnTo>
                <a:lnTo>
                  <a:pt x="15516" y="6721"/>
                </a:lnTo>
                <a:lnTo>
                  <a:pt x="15604" y="6532"/>
                </a:lnTo>
                <a:lnTo>
                  <a:pt x="15705" y="6392"/>
                </a:lnTo>
                <a:lnTo>
                  <a:pt x="15843" y="6251"/>
                </a:lnTo>
                <a:lnTo>
                  <a:pt x="15931" y="6109"/>
                </a:lnTo>
                <a:lnTo>
                  <a:pt x="16019" y="5969"/>
                </a:lnTo>
                <a:lnTo>
                  <a:pt x="16120" y="5828"/>
                </a:lnTo>
                <a:lnTo>
                  <a:pt x="16208" y="5686"/>
                </a:lnTo>
                <a:lnTo>
                  <a:pt x="16346" y="5546"/>
                </a:lnTo>
                <a:lnTo>
                  <a:pt x="16434" y="5357"/>
                </a:lnTo>
                <a:lnTo>
                  <a:pt x="16522" y="5217"/>
                </a:lnTo>
                <a:lnTo>
                  <a:pt x="16623" y="5076"/>
                </a:lnTo>
                <a:lnTo>
                  <a:pt x="16711" y="4934"/>
                </a:lnTo>
                <a:lnTo>
                  <a:pt x="16849" y="4794"/>
                </a:lnTo>
                <a:lnTo>
                  <a:pt x="16937" y="4653"/>
                </a:lnTo>
                <a:lnTo>
                  <a:pt x="17025" y="4511"/>
                </a:lnTo>
                <a:lnTo>
                  <a:pt x="17126" y="4323"/>
                </a:lnTo>
                <a:lnTo>
                  <a:pt x="17214" y="4182"/>
                </a:lnTo>
                <a:lnTo>
                  <a:pt x="17352" y="4042"/>
                </a:lnTo>
                <a:lnTo>
                  <a:pt x="17440" y="3900"/>
                </a:lnTo>
                <a:lnTo>
                  <a:pt x="17528" y="3759"/>
                </a:lnTo>
                <a:lnTo>
                  <a:pt x="17629" y="3619"/>
                </a:lnTo>
                <a:lnTo>
                  <a:pt x="17717" y="3430"/>
                </a:lnTo>
                <a:lnTo>
                  <a:pt x="17855" y="3290"/>
                </a:lnTo>
                <a:lnTo>
                  <a:pt x="17943" y="3148"/>
                </a:lnTo>
                <a:lnTo>
                  <a:pt x="18031" y="3007"/>
                </a:lnTo>
                <a:lnTo>
                  <a:pt x="18132" y="2867"/>
                </a:lnTo>
                <a:lnTo>
                  <a:pt x="18220" y="2678"/>
                </a:lnTo>
                <a:lnTo>
                  <a:pt x="18358" y="2538"/>
                </a:lnTo>
                <a:lnTo>
                  <a:pt x="18446" y="2396"/>
                </a:lnTo>
                <a:lnTo>
                  <a:pt x="18534" y="2255"/>
                </a:lnTo>
                <a:lnTo>
                  <a:pt x="18634" y="2115"/>
                </a:lnTo>
                <a:lnTo>
                  <a:pt x="18723" y="1926"/>
                </a:lnTo>
                <a:lnTo>
                  <a:pt x="18861" y="1785"/>
                </a:lnTo>
                <a:lnTo>
                  <a:pt x="18949" y="1644"/>
                </a:lnTo>
                <a:lnTo>
                  <a:pt x="19037" y="1503"/>
                </a:lnTo>
                <a:lnTo>
                  <a:pt x="19137" y="1362"/>
                </a:lnTo>
                <a:lnTo>
                  <a:pt x="19225" y="1175"/>
                </a:lnTo>
                <a:lnTo>
                  <a:pt x="19364" y="1033"/>
                </a:lnTo>
                <a:lnTo>
                  <a:pt x="19452" y="892"/>
                </a:lnTo>
                <a:lnTo>
                  <a:pt x="19540" y="751"/>
                </a:lnTo>
                <a:lnTo>
                  <a:pt x="19640" y="563"/>
                </a:lnTo>
                <a:lnTo>
                  <a:pt x="19728" y="423"/>
                </a:lnTo>
                <a:lnTo>
                  <a:pt x="19867" y="281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6212323" y="3115423"/>
            <a:ext cx="20043" cy="32620"/>
          </a:xfrm>
          <a:custGeom>
            <a:avLst/>
            <a:gdLst/>
            <a:ahLst/>
            <a:cxnLst/>
            <a:rect l="l" t="t" r="r" b="b"/>
            <a:pathLst>
              <a:path w="20043" h="32620">
                <a:moveTo>
                  <a:pt x="0" y="32620"/>
                </a:moveTo>
                <a:lnTo>
                  <a:pt x="88" y="32432"/>
                </a:lnTo>
                <a:lnTo>
                  <a:pt x="176" y="32290"/>
                </a:lnTo>
                <a:lnTo>
                  <a:pt x="314" y="32149"/>
                </a:lnTo>
                <a:lnTo>
                  <a:pt x="402" y="32009"/>
                </a:lnTo>
                <a:lnTo>
                  <a:pt x="502" y="31820"/>
                </a:lnTo>
                <a:lnTo>
                  <a:pt x="590" y="31680"/>
                </a:lnTo>
                <a:lnTo>
                  <a:pt x="679" y="31538"/>
                </a:lnTo>
                <a:lnTo>
                  <a:pt x="817" y="31397"/>
                </a:lnTo>
                <a:lnTo>
                  <a:pt x="905" y="31209"/>
                </a:lnTo>
                <a:lnTo>
                  <a:pt x="1005" y="31068"/>
                </a:lnTo>
                <a:lnTo>
                  <a:pt x="1093" y="30928"/>
                </a:lnTo>
                <a:lnTo>
                  <a:pt x="1181" y="30786"/>
                </a:lnTo>
                <a:lnTo>
                  <a:pt x="1320" y="30597"/>
                </a:lnTo>
                <a:lnTo>
                  <a:pt x="1408" y="30457"/>
                </a:lnTo>
                <a:lnTo>
                  <a:pt x="1508" y="30316"/>
                </a:lnTo>
                <a:lnTo>
                  <a:pt x="1596" y="30128"/>
                </a:lnTo>
                <a:lnTo>
                  <a:pt x="1684" y="29987"/>
                </a:lnTo>
                <a:lnTo>
                  <a:pt x="1823" y="29846"/>
                </a:lnTo>
                <a:lnTo>
                  <a:pt x="1911" y="29705"/>
                </a:lnTo>
                <a:lnTo>
                  <a:pt x="2011" y="29517"/>
                </a:lnTo>
                <a:lnTo>
                  <a:pt x="2099" y="29376"/>
                </a:lnTo>
                <a:lnTo>
                  <a:pt x="2187" y="29235"/>
                </a:lnTo>
                <a:lnTo>
                  <a:pt x="2326" y="29047"/>
                </a:lnTo>
                <a:lnTo>
                  <a:pt x="2414" y="28905"/>
                </a:lnTo>
                <a:lnTo>
                  <a:pt x="2514" y="28765"/>
                </a:lnTo>
                <a:lnTo>
                  <a:pt x="2602" y="28624"/>
                </a:lnTo>
                <a:lnTo>
                  <a:pt x="2690" y="28436"/>
                </a:lnTo>
                <a:lnTo>
                  <a:pt x="2829" y="28295"/>
                </a:lnTo>
                <a:lnTo>
                  <a:pt x="2917" y="28153"/>
                </a:lnTo>
                <a:lnTo>
                  <a:pt x="3017" y="27966"/>
                </a:lnTo>
                <a:lnTo>
                  <a:pt x="3105" y="27824"/>
                </a:lnTo>
                <a:lnTo>
                  <a:pt x="3193" y="27684"/>
                </a:lnTo>
                <a:lnTo>
                  <a:pt x="3332" y="27496"/>
                </a:lnTo>
                <a:lnTo>
                  <a:pt x="3432" y="27355"/>
                </a:lnTo>
                <a:lnTo>
                  <a:pt x="3520" y="27213"/>
                </a:lnTo>
                <a:lnTo>
                  <a:pt x="3608" y="27026"/>
                </a:lnTo>
                <a:lnTo>
                  <a:pt x="3696" y="26884"/>
                </a:lnTo>
                <a:lnTo>
                  <a:pt x="3835" y="26744"/>
                </a:lnTo>
                <a:lnTo>
                  <a:pt x="3935" y="26555"/>
                </a:lnTo>
                <a:lnTo>
                  <a:pt x="4023" y="26415"/>
                </a:lnTo>
                <a:lnTo>
                  <a:pt x="4111" y="26274"/>
                </a:lnTo>
                <a:lnTo>
                  <a:pt x="4199" y="26086"/>
                </a:lnTo>
                <a:lnTo>
                  <a:pt x="4338" y="25944"/>
                </a:lnTo>
                <a:lnTo>
                  <a:pt x="4438" y="25803"/>
                </a:lnTo>
                <a:lnTo>
                  <a:pt x="4526" y="25615"/>
                </a:lnTo>
                <a:lnTo>
                  <a:pt x="4614" y="25474"/>
                </a:lnTo>
                <a:lnTo>
                  <a:pt x="4702" y="25334"/>
                </a:lnTo>
                <a:lnTo>
                  <a:pt x="4841" y="25145"/>
                </a:lnTo>
                <a:lnTo>
                  <a:pt x="4941" y="25005"/>
                </a:lnTo>
                <a:lnTo>
                  <a:pt x="5029" y="24817"/>
                </a:lnTo>
                <a:lnTo>
                  <a:pt x="5117" y="24675"/>
                </a:lnTo>
                <a:lnTo>
                  <a:pt x="5205" y="24534"/>
                </a:lnTo>
                <a:lnTo>
                  <a:pt x="5344" y="24346"/>
                </a:lnTo>
                <a:lnTo>
                  <a:pt x="5444" y="24205"/>
                </a:lnTo>
                <a:lnTo>
                  <a:pt x="5532" y="24065"/>
                </a:lnTo>
                <a:lnTo>
                  <a:pt x="5620" y="23876"/>
                </a:lnTo>
                <a:lnTo>
                  <a:pt x="5721" y="23736"/>
                </a:lnTo>
                <a:lnTo>
                  <a:pt x="5847" y="23547"/>
                </a:lnTo>
                <a:lnTo>
                  <a:pt x="5947" y="23406"/>
                </a:lnTo>
                <a:lnTo>
                  <a:pt x="6035" y="23265"/>
                </a:lnTo>
                <a:lnTo>
                  <a:pt x="6123" y="23077"/>
                </a:lnTo>
                <a:lnTo>
                  <a:pt x="6224" y="22936"/>
                </a:lnTo>
                <a:lnTo>
                  <a:pt x="6349" y="22748"/>
                </a:lnTo>
                <a:lnTo>
                  <a:pt x="6450" y="22607"/>
                </a:lnTo>
                <a:lnTo>
                  <a:pt x="6538" y="22467"/>
                </a:lnTo>
                <a:lnTo>
                  <a:pt x="6626" y="22278"/>
                </a:lnTo>
                <a:lnTo>
                  <a:pt x="6727" y="22136"/>
                </a:lnTo>
                <a:lnTo>
                  <a:pt x="6852" y="21949"/>
                </a:lnTo>
                <a:lnTo>
                  <a:pt x="6953" y="21807"/>
                </a:lnTo>
                <a:lnTo>
                  <a:pt x="7041" y="21667"/>
                </a:lnTo>
                <a:lnTo>
                  <a:pt x="7129" y="21479"/>
                </a:lnTo>
                <a:lnTo>
                  <a:pt x="7230" y="21338"/>
                </a:lnTo>
                <a:lnTo>
                  <a:pt x="7368" y="21150"/>
                </a:lnTo>
                <a:lnTo>
                  <a:pt x="7456" y="21009"/>
                </a:lnTo>
                <a:lnTo>
                  <a:pt x="7544" y="20867"/>
                </a:lnTo>
                <a:lnTo>
                  <a:pt x="7632" y="20680"/>
                </a:lnTo>
                <a:lnTo>
                  <a:pt x="7733" y="20538"/>
                </a:lnTo>
                <a:lnTo>
                  <a:pt x="7871" y="20351"/>
                </a:lnTo>
                <a:lnTo>
                  <a:pt x="7959" y="20209"/>
                </a:lnTo>
                <a:lnTo>
                  <a:pt x="8047" y="20021"/>
                </a:lnTo>
                <a:lnTo>
                  <a:pt x="8135" y="19875"/>
                </a:lnTo>
                <a:lnTo>
                  <a:pt x="8273" y="19695"/>
                </a:lnTo>
                <a:lnTo>
                  <a:pt x="8374" y="19553"/>
                </a:lnTo>
                <a:lnTo>
                  <a:pt x="8462" y="19411"/>
                </a:lnTo>
                <a:lnTo>
                  <a:pt x="8550" y="19218"/>
                </a:lnTo>
                <a:lnTo>
                  <a:pt x="8638" y="19076"/>
                </a:lnTo>
                <a:lnTo>
                  <a:pt x="8776" y="18895"/>
                </a:lnTo>
                <a:lnTo>
                  <a:pt x="8877" y="18753"/>
                </a:lnTo>
                <a:lnTo>
                  <a:pt x="8965" y="18560"/>
                </a:lnTo>
                <a:lnTo>
                  <a:pt x="9053" y="18418"/>
                </a:lnTo>
                <a:lnTo>
                  <a:pt x="9141" y="18237"/>
                </a:lnTo>
                <a:lnTo>
                  <a:pt x="9279" y="18095"/>
                </a:lnTo>
                <a:lnTo>
                  <a:pt x="9380" y="17902"/>
                </a:lnTo>
                <a:lnTo>
                  <a:pt x="9468" y="17760"/>
                </a:lnTo>
                <a:lnTo>
                  <a:pt x="9556" y="17580"/>
                </a:lnTo>
                <a:lnTo>
                  <a:pt x="9656" y="17438"/>
                </a:lnTo>
                <a:lnTo>
                  <a:pt x="9782" y="17244"/>
                </a:lnTo>
                <a:lnTo>
                  <a:pt x="9883" y="17102"/>
                </a:lnTo>
                <a:lnTo>
                  <a:pt x="9971" y="16960"/>
                </a:lnTo>
                <a:lnTo>
                  <a:pt x="10059" y="16780"/>
                </a:lnTo>
                <a:lnTo>
                  <a:pt x="10159" y="16638"/>
                </a:lnTo>
                <a:lnTo>
                  <a:pt x="10285" y="16444"/>
                </a:lnTo>
                <a:lnTo>
                  <a:pt x="10386" y="16303"/>
                </a:lnTo>
                <a:lnTo>
                  <a:pt x="10474" y="16122"/>
                </a:lnTo>
                <a:lnTo>
                  <a:pt x="10562" y="15980"/>
                </a:lnTo>
                <a:lnTo>
                  <a:pt x="10662" y="15787"/>
                </a:lnTo>
                <a:lnTo>
                  <a:pt x="10801" y="15645"/>
                </a:lnTo>
                <a:lnTo>
                  <a:pt x="10889" y="15464"/>
                </a:lnTo>
                <a:lnTo>
                  <a:pt x="10977" y="15322"/>
                </a:lnTo>
                <a:lnTo>
                  <a:pt x="11065" y="15129"/>
                </a:lnTo>
                <a:lnTo>
                  <a:pt x="11165" y="14948"/>
                </a:lnTo>
                <a:lnTo>
                  <a:pt x="11304" y="14806"/>
                </a:lnTo>
                <a:lnTo>
                  <a:pt x="11392" y="14613"/>
                </a:lnTo>
                <a:lnTo>
                  <a:pt x="11480" y="14471"/>
                </a:lnTo>
                <a:lnTo>
                  <a:pt x="11568" y="14291"/>
                </a:lnTo>
                <a:lnTo>
                  <a:pt x="11668" y="14149"/>
                </a:lnTo>
                <a:lnTo>
                  <a:pt x="11807" y="13955"/>
                </a:lnTo>
                <a:lnTo>
                  <a:pt x="11895" y="13813"/>
                </a:lnTo>
                <a:lnTo>
                  <a:pt x="11983" y="13633"/>
                </a:lnTo>
                <a:lnTo>
                  <a:pt x="12071" y="13491"/>
                </a:lnTo>
                <a:lnTo>
                  <a:pt x="12171" y="13297"/>
                </a:lnTo>
                <a:lnTo>
                  <a:pt x="12310" y="13155"/>
                </a:lnTo>
                <a:lnTo>
                  <a:pt x="12398" y="12975"/>
                </a:lnTo>
                <a:lnTo>
                  <a:pt x="12486" y="12833"/>
                </a:lnTo>
                <a:lnTo>
                  <a:pt x="12574" y="12640"/>
                </a:lnTo>
                <a:lnTo>
                  <a:pt x="12674" y="12459"/>
                </a:lnTo>
                <a:lnTo>
                  <a:pt x="12813" y="12317"/>
                </a:lnTo>
                <a:lnTo>
                  <a:pt x="12901" y="12124"/>
                </a:lnTo>
                <a:lnTo>
                  <a:pt x="12989" y="11982"/>
                </a:lnTo>
                <a:lnTo>
                  <a:pt x="13077" y="11801"/>
                </a:lnTo>
                <a:lnTo>
                  <a:pt x="13177" y="11659"/>
                </a:lnTo>
                <a:lnTo>
                  <a:pt x="13316" y="11466"/>
                </a:lnTo>
                <a:lnTo>
                  <a:pt x="13404" y="11272"/>
                </a:lnTo>
                <a:lnTo>
                  <a:pt x="13492" y="11143"/>
                </a:lnTo>
                <a:lnTo>
                  <a:pt x="13592" y="10950"/>
                </a:lnTo>
                <a:lnTo>
                  <a:pt x="13680" y="10808"/>
                </a:lnTo>
                <a:lnTo>
                  <a:pt x="13819" y="10615"/>
                </a:lnTo>
                <a:lnTo>
                  <a:pt x="13907" y="10486"/>
                </a:lnTo>
                <a:lnTo>
                  <a:pt x="13995" y="10292"/>
                </a:lnTo>
                <a:lnTo>
                  <a:pt x="14095" y="10099"/>
                </a:lnTo>
                <a:lnTo>
                  <a:pt x="14183" y="9957"/>
                </a:lnTo>
                <a:lnTo>
                  <a:pt x="14322" y="9776"/>
                </a:lnTo>
                <a:lnTo>
                  <a:pt x="14410" y="9634"/>
                </a:lnTo>
                <a:lnTo>
                  <a:pt x="14498" y="9441"/>
                </a:lnTo>
                <a:lnTo>
                  <a:pt x="14598" y="9260"/>
                </a:lnTo>
                <a:lnTo>
                  <a:pt x="14686" y="9118"/>
                </a:lnTo>
                <a:lnTo>
                  <a:pt x="14824" y="8925"/>
                </a:lnTo>
                <a:lnTo>
                  <a:pt x="14913" y="8783"/>
                </a:lnTo>
                <a:lnTo>
                  <a:pt x="15001" y="8602"/>
                </a:lnTo>
                <a:lnTo>
                  <a:pt x="15101" y="8409"/>
                </a:lnTo>
                <a:lnTo>
                  <a:pt x="15189" y="8267"/>
                </a:lnTo>
                <a:lnTo>
                  <a:pt x="15327" y="8087"/>
                </a:lnTo>
                <a:lnTo>
                  <a:pt x="15415" y="7945"/>
                </a:lnTo>
                <a:lnTo>
                  <a:pt x="15504" y="7751"/>
                </a:lnTo>
                <a:lnTo>
                  <a:pt x="15604" y="7571"/>
                </a:lnTo>
                <a:lnTo>
                  <a:pt x="15692" y="7429"/>
                </a:lnTo>
                <a:lnTo>
                  <a:pt x="15830" y="7235"/>
                </a:lnTo>
                <a:lnTo>
                  <a:pt x="15918" y="7042"/>
                </a:lnTo>
                <a:lnTo>
                  <a:pt x="16006" y="6913"/>
                </a:lnTo>
                <a:lnTo>
                  <a:pt x="16107" y="6719"/>
                </a:lnTo>
                <a:lnTo>
                  <a:pt x="16195" y="6577"/>
                </a:lnTo>
                <a:lnTo>
                  <a:pt x="16333" y="6384"/>
                </a:lnTo>
                <a:lnTo>
                  <a:pt x="16421" y="6203"/>
                </a:lnTo>
                <a:lnTo>
                  <a:pt x="16509" y="6062"/>
                </a:lnTo>
                <a:lnTo>
                  <a:pt x="16610" y="5868"/>
                </a:lnTo>
                <a:lnTo>
                  <a:pt x="16698" y="5688"/>
                </a:lnTo>
                <a:lnTo>
                  <a:pt x="16836" y="5546"/>
                </a:lnTo>
                <a:lnTo>
                  <a:pt x="16924" y="5352"/>
                </a:lnTo>
                <a:lnTo>
                  <a:pt x="17025" y="5172"/>
                </a:lnTo>
                <a:lnTo>
                  <a:pt x="17113" y="5030"/>
                </a:lnTo>
                <a:lnTo>
                  <a:pt x="17201" y="4836"/>
                </a:lnTo>
                <a:lnTo>
                  <a:pt x="17339" y="4656"/>
                </a:lnTo>
                <a:lnTo>
                  <a:pt x="17427" y="4514"/>
                </a:lnTo>
                <a:lnTo>
                  <a:pt x="17528" y="4320"/>
                </a:lnTo>
                <a:lnTo>
                  <a:pt x="17616" y="4140"/>
                </a:lnTo>
                <a:lnTo>
                  <a:pt x="17704" y="3998"/>
                </a:lnTo>
                <a:lnTo>
                  <a:pt x="17842" y="3804"/>
                </a:lnTo>
                <a:lnTo>
                  <a:pt x="17930" y="3611"/>
                </a:lnTo>
                <a:lnTo>
                  <a:pt x="18031" y="3482"/>
                </a:lnTo>
                <a:lnTo>
                  <a:pt x="18119" y="3288"/>
                </a:lnTo>
                <a:lnTo>
                  <a:pt x="18207" y="3095"/>
                </a:lnTo>
                <a:lnTo>
                  <a:pt x="18345" y="2953"/>
                </a:lnTo>
                <a:lnTo>
                  <a:pt x="18433" y="2773"/>
                </a:lnTo>
                <a:lnTo>
                  <a:pt x="18534" y="2579"/>
                </a:lnTo>
                <a:lnTo>
                  <a:pt x="18622" y="2437"/>
                </a:lnTo>
                <a:lnTo>
                  <a:pt x="18710" y="2257"/>
                </a:lnTo>
                <a:lnTo>
                  <a:pt x="18848" y="2063"/>
                </a:lnTo>
                <a:lnTo>
                  <a:pt x="18936" y="1883"/>
                </a:lnTo>
                <a:lnTo>
                  <a:pt x="19037" y="1741"/>
                </a:lnTo>
                <a:lnTo>
                  <a:pt x="19125" y="1547"/>
                </a:lnTo>
                <a:lnTo>
                  <a:pt x="19213" y="1367"/>
                </a:lnTo>
                <a:lnTo>
                  <a:pt x="19351" y="1225"/>
                </a:lnTo>
                <a:lnTo>
                  <a:pt x="19439" y="1031"/>
                </a:lnTo>
                <a:lnTo>
                  <a:pt x="19540" y="838"/>
                </a:lnTo>
                <a:lnTo>
                  <a:pt x="19628" y="657"/>
                </a:lnTo>
                <a:lnTo>
                  <a:pt x="19716" y="515"/>
                </a:lnTo>
                <a:lnTo>
                  <a:pt x="19854" y="322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6232366" y="3078470"/>
            <a:ext cx="20043" cy="36952"/>
          </a:xfrm>
          <a:custGeom>
            <a:avLst/>
            <a:gdLst/>
            <a:ahLst/>
            <a:cxnLst/>
            <a:rect l="l" t="t" r="r" b="b"/>
            <a:pathLst>
              <a:path w="20043" h="36952">
                <a:moveTo>
                  <a:pt x="0" y="36952"/>
                </a:moveTo>
                <a:lnTo>
                  <a:pt x="88" y="36759"/>
                </a:lnTo>
                <a:lnTo>
                  <a:pt x="176" y="36578"/>
                </a:lnTo>
                <a:lnTo>
                  <a:pt x="314" y="36385"/>
                </a:lnTo>
                <a:lnTo>
                  <a:pt x="402" y="36243"/>
                </a:lnTo>
                <a:lnTo>
                  <a:pt x="502" y="36062"/>
                </a:lnTo>
                <a:lnTo>
                  <a:pt x="590" y="35869"/>
                </a:lnTo>
                <a:lnTo>
                  <a:pt x="679" y="35675"/>
                </a:lnTo>
                <a:lnTo>
                  <a:pt x="817" y="35534"/>
                </a:lnTo>
                <a:lnTo>
                  <a:pt x="917" y="35353"/>
                </a:lnTo>
                <a:lnTo>
                  <a:pt x="1005" y="35160"/>
                </a:lnTo>
                <a:lnTo>
                  <a:pt x="1093" y="34979"/>
                </a:lnTo>
                <a:lnTo>
                  <a:pt x="1181" y="34837"/>
                </a:lnTo>
                <a:lnTo>
                  <a:pt x="1320" y="34644"/>
                </a:lnTo>
                <a:lnTo>
                  <a:pt x="1420" y="34463"/>
                </a:lnTo>
                <a:lnTo>
                  <a:pt x="1508" y="34270"/>
                </a:lnTo>
                <a:lnTo>
                  <a:pt x="1596" y="34128"/>
                </a:lnTo>
                <a:lnTo>
                  <a:pt x="1684" y="33947"/>
                </a:lnTo>
                <a:lnTo>
                  <a:pt x="1823" y="33754"/>
                </a:lnTo>
                <a:lnTo>
                  <a:pt x="1923" y="33560"/>
                </a:lnTo>
                <a:lnTo>
                  <a:pt x="2011" y="33418"/>
                </a:lnTo>
                <a:lnTo>
                  <a:pt x="2099" y="33238"/>
                </a:lnTo>
                <a:lnTo>
                  <a:pt x="2187" y="33044"/>
                </a:lnTo>
                <a:lnTo>
                  <a:pt x="2326" y="32864"/>
                </a:lnTo>
                <a:lnTo>
                  <a:pt x="2426" y="32670"/>
                </a:lnTo>
                <a:lnTo>
                  <a:pt x="2514" y="32528"/>
                </a:lnTo>
                <a:lnTo>
                  <a:pt x="2602" y="32348"/>
                </a:lnTo>
                <a:lnTo>
                  <a:pt x="2690" y="32154"/>
                </a:lnTo>
                <a:lnTo>
                  <a:pt x="2829" y="31974"/>
                </a:lnTo>
                <a:lnTo>
                  <a:pt x="2929" y="31780"/>
                </a:lnTo>
                <a:lnTo>
                  <a:pt x="3017" y="31638"/>
                </a:lnTo>
                <a:lnTo>
                  <a:pt x="3105" y="31445"/>
                </a:lnTo>
                <a:lnTo>
                  <a:pt x="3206" y="31264"/>
                </a:lnTo>
                <a:lnTo>
                  <a:pt x="3332" y="31071"/>
                </a:lnTo>
                <a:lnTo>
                  <a:pt x="3432" y="30890"/>
                </a:lnTo>
                <a:lnTo>
                  <a:pt x="3520" y="30748"/>
                </a:lnTo>
                <a:lnTo>
                  <a:pt x="3608" y="30555"/>
                </a:lnTo>
                <a:lnTo>
                  <a:pt x="3709" y="30374"/>
                </a:lnTo>
                <a:lnTo>
                  <a:pt x="3835" y="30181"/>
                </a:lnTo>
                <a:lnTo>
                  <a:pt x="3935" y="29987"/>
                </a:lnTo>
                <a:lnTo>
                  <a:pt x="4023" y="29858"/>
                </a:lnTo>
                <a:lnTo>
                  <a:pt x="4111" y="29665"/>
                </a:lnTo>
                <a:lnTo>
                  <a:pt x="4212" y="29471"/>
                </a:lnTo>
                <a:lnTo>
                  <a:pt x="4338" y="29291"/>
                </a:lnTo>
                <a:lnTo>
                  <a:pt x="4438" y="29097"/>
                </a:lnTo>
                <a:lnTo>
                  <a:pt x="4526" y="28917"/>
                </a:lnTo>
                <a:lnTo>
                  <a:pt x="4614" y="28775"/>
                </a:lnTo>
                <a:lnTo>
                  <a:pt x="4715" y="28582"/>
                </a:lnTo>
                <a:lnTo>
                  <a:pt x="4853" y="28401"/>
                </a:lnTo>
                <a:lnTo>
                  <a:pt x="4941" y="28207"/>
                </a:lnTo>
                <a:lnTo>
                  <a:pt x="5029" y="28014"/>
                </a:lnTo>
                <a:lnTo>
                  <a:pt x="5117" y="27833"/>
                </a:lnTo>
                <a:lnTo>
                  <a:pt x="5218" y="27692"/>
                </a:lnTo>
                <a:lnTo>
                  <a:pt x="5356" y="27498"/>
                </a:lnTo>
                <a:lnTo>
                  <a:pt x="5444" y="27318"/>
                </a:lnTo>
                <a:lnTo>
                  <a:pt x="5532" y="27124"/>
                </a:lnTo>
                <a:lnTo>
                  <a:pt x="5620" y="26943"/>
                </a:lnTo>
                <a:lnTo>
                  <a:pt x="5721" y="26750"/>
                </a:lnTo>
                <a:lnTo>
                  <a:pt x="5859" y="26557"/>
                </a:lnTo>
                <a:lnTo>
                  <a:pt x="5947" y="26415"/>
                </a:lnTo>
                <a:lnTo>
                  <a:pt x="6035" y="26234"/>
                </a:lnTo>
                <a:lnTo>
                  <a:pt x="6123" y="26041"/>
                </a:lnTo>
                <a:lnTo>
                  <a:pt x="6224" y="25860"/>
                </a:lnTo>
                <a:lnTo>
                  <a:pt x="6362" y="25667"/>
                </a:lnTo>
                <a:lnTo>
                  <a:pt x="6450" y="25486"/>
                </a:lnTo>
                <a:lnTo>
                  <a:pt x="6538" y="25293"/>
                </a:lnTo>
                <a:lnTo>
                  <a:pt x="6626" y="25099"/>
                </a:lnTo>
                <a:lnTo>
                  <a:pt x="6727" y="24957"/>
                </a:lnTo>
                <a:lnTo>
                  <a:pt x="6865" y="24777"/>
                </a:lnTo>
                <a:lnTo>
                  <a:pt x="6953" y="24583"/>
                </a:lnTo>
                <a:lnTo>
                  <a:pt x="7041" y="24403"/>
                </a:lnTo>
                <a:lnTo>
                  <a:pt x="7142" y="24209"/>
                </a:lnTo>
                <a:lnTo>
                  <a:pt x="7230" y="24029"/>
                </a:lnTo>
                <a:lnTo>
                  <a:pt x="7368" y="23835"/>
                </a:lnTo>
                <a:lnTo>
                  <a:pt x="7456" y="23642"/>
                </a:lnTo>
                <a:lnTo>
                  <a:pt x="7544" y="23461"/>
                </a:lnTo>
                <a:lnTo>
                  <a:pt x="7645" y="23319"/>
                </a:lnTo>
                <a:lnTo>
                  <a:pt x="7733" y="23126"/>
                </a:lnTo>
                <a:lnTo>
                  <a:pt x="7871" y="22945"/>
                </a:lnTo>
                <a:lnTo>
                  <a:pt x="7959" y="22752"/>
                </a:lnTo>
                <a:lnTo>
                  <a:pt x="8047" y="22571"/>
                </a:lnTo>
                <a:lnTo>
                  <a:pt x="8148" y="22378"/>
                </a:lnTo>
                <a:lnTo>
                  <a:pt x="8236" y="22184"/>
                </a:lnTo>
                <a:lnTo>
                  <a:pt x="8374" y="22004"/>
                </a:lnTo>
                <a:lnTo>
                  <a:pt x="8462" y="21810"/>
                </a:lnTo>
                <a:lnTo>
                  <a:pt x="8550" y="21629"/>
                </a:lnTo>
                <a:lnTo>
                  <a:pt x="8651" y="21436"/>
                </a:lnTo>
                <a:lnTo>
                  <a:pt x="8739" y="21294"/>
                </a:lnTo>
                <a:lnTo>
                  <a:pt x="8877" y="21114"/>
                </a:lnTo>
                <a:lnTo>
                  <a:pt x="8965" y="20920"/>
                </a:lnTo>
                <a:lnTo>
                  <a:pt x="9053" y="20727"/>
                </a:lnTo>
                <a:lnTo>
                  <a:pt x="9154" y="20546"/>
                </a:lnTo>
                <a:lnTo>
                  <a:pt x="9242" y="20353"/>
                </a:lnTo>
                <a:lnTo>
                  <a:pt x="9380" y="20172"/>
                </a:lnTo>
                <a:lnTo>
                  <a:pt x="9468" y="19979"/>
                </a:lnTo>
                <a:lnTo>
                  <a:pt x="9556" y="19798"/>
                </a:lnTo>
                <a:lnTo>
                  <a:pt x="9656" y="19605"/>
                </a:lnTo>
                <a:lnTo>
                  <a:pt x="9745" y="19411"/>
                </a:lnTo>
                <a:lnTo>
                  <a:pt x="9883" y="19230"/>
                </a:lnTo>
                <a:lnTo>
                  <a:pt x="9971" y="19037"/>
                </a:lnTo>
                <a:lnTo>
                  <a:pt x="10059" y="18856"/>
                </a:lnTo>
                <a:lnTo>
                  <a:pt x="10159" y="18663"/>
                </a:lnTo>
                <a:lnTo>
                  <a:pt x="10247" y="18482"/>
                </a:lnTo>
                <a:lnTo>
                  <a:pt x="10386" y="18289"/>
                </a:lnTo>
                <a:lnTo>
                  <a:pt x="10474" y="18147"/>
                </a:lnTo>
                <a:lnTo>
                  <a:pt x="10562" y="17954"/>
                </a:lnTo>
                <a:lnTo>
                  <a:pt x="10662" y="17773"/>
                </a:lnTo>
                <a:lnTo>
                  <a:pt x="10750" y="17580"/>
                </a:lnTo>
                <a:lnTo>
                  <a:pt x="10889" y="17399"/>
                </a:lnTo>
                <a:lnTo>
                  <a:pt x="10977" y="17205"/>
                </a:lnTo>
                <a:lnTo>
                  <a:pt x="11077" y="17025"/>
                </a:lnTo>
                <a:lnTo>
                  <a:pt x="11165" y="16831"/>
                </a:lnTo>
                <a:lnTo>
                  <a:pt x="11253" y="16638"/>
                </a:lnTo>
                <a:lnTo>
                  <a:pt x="11392" y="16457"/>
                </a:lnTo>
                <a:lnTo>
                  <a:pt x="11480" y="16264"/>
                </a:lnTo>
                <a:lnTo>
                  <a:pt x="11580" y="16083"/>
                </a:lnTo>
                <a:lnTo>
                  <a:pt x="11668" y="15890"/>
                </a:lnTo>
                <a:lnTo>
                  <a:pt x="11756" y="15709"/>
                </a:lnTo>
                <a:lnTo>
                  <a:pt x="11895" y="15516"/>
                </a:lnTo>
                <a:lnTo>
                  <a:pt x="11983" y="15322"/>
                </a:lnTo>
                <a:lnTo>
                  <a:pt x="12083" y="15142"/>
                </a:lnTo>
                <a:lnTo>
                  <a:pt x="12171" y="14948"/>
                </a:lnTo>
                <a:lnTo>
                  <a:pt x="12259" y="14768"/>
                </a:lnTo>
                <a:lnTo>
                  <a:pt x="12398" y="14574"/>
                </a:lnTo>
                <a:lnTo>
                  <a:pt x="12486" y="14381"/>
                </a:lnTo>
                <a:lnTo>
                  <a:pt x="12586" y="14200"/>
                </a:lnTo>
                <a:lnTo>
                  <a:pt x="12674" y="14007"/>
                </a:lnTo>
                <a:lnTo>
                  <a:pt x="12762" y="13826"/>
                </a:lnTo>
                <a:lnTo>
                  <a:pt x="12901" y="13633"/>
                </a:lnTo>
                <a:lnTo>
                  <a:pt x="12989" y="13452"/>
                </a:lnTo>
                <a:lnTo>
                  <a:pt x="13089" y="13259"/>
                </a:lnTo>
                <a:lnTo>
                  <a:pt x="13177" y="13065"/>
                </a:lnTo>
                <a:lnTo>
                  <a:pt x="13265" y="12885"/>
                </a:lnTo>
                <a:lnTo>
                  <a:pt x="13404" y="12691"/>
                </a:lnTo>
                <a:lnTo>
                  <a:pt x="13492" y="12511"/>
                </a:lnTo>
                <a:lnTo>
                  <a:pt x="13592" y="12317"/>
                </a:lnTo>
                <a:lnTo>
                  <a:pt x="13680" y="12137"/>
                </a:lnTo>
                <a:lnTo>
                  <a:pt x="13768" y="11943"/>
                </a:lnTo>
                <a:lnTo>
                  <a:pt x="13907" y="11750"/>
                </a:lnTo>
                <a:lnTo>
                  <a:pt x="13995" y="11569"/>
                </a:lnTo>
                <a:lnTo>
                  <a:pt x="14095" y="11337"/>
                </a:lnTo>
                <a:lnTo>
                  <a:pt x="14183" y="11143"/>
                </a:lnTo>
                <a:lnTo>
                  <a:pt x="14271" y="10950"/>
                </a:lnTo>
                <a:lnTo>
                  <a:pt x="14410" y="10769"/>
                </a:lnTo>
                <a:lnTo>
                  <a:pt x="14510" y="10576"/>
                </a:lnTo>
                <a:lnTo>
                  <a:pt x="14598" y="10395"/>
                </a:lnTo>
                <a:lnTo>
                  <a:pt x="14686" y="10202"/>
                </a:lnTo>
                <a:lnTo>
                  <a:pt x="14774" y="10021"/>
                </a:lnTo>
                <a:lnTo>
                  <a:pt x="14913" y="9828"/>
                </a:lnTo>
                <a:lnTo>
                  <a:pt x="15013" y="9634"/>
                </a:lnTo>
                <a:lnTo>
                  <a:pt x="15101" y="9454"/>
                </a:lnTo>
                <a:lnTo>
                  <a:pt x="15189" y="9260"/>
                </a:lnTo>
                <a:lnTo>
                  <a:pt x="15277" y="9080"/>
                </a:lnTo>
                <a:lnTo>
                  <a:pt x="15415" y="8886"/>
                </a:lnTo>
                <a:lnTo>
                  <a:pt x="15516" y="8706"/>
                </a:lnTo>
                <a:lnTo>
                  <a:pt x="15604" y="8512"/>
                </a:lnTo>
                <a:lnTo>
                  <a:pt x="15692" y="8319"/>
                </a:lnTo>
                <a:lnTo>
                  <a:pt x="15780" y="8138"/>
                </a:lnTo>
                <a:lnTo>
                  <a:pt x="15918" y="7906"/>
                </a:lnTo>
                <a:lnTo>
                  <a:pt x="16019" y="7713"/>
                </a:lnTo>
                <a:lnTo>
                  <a:pt x="16107" y="7519"/>
                </a:lnTo>
                <a:lnTo>
                  <a:pt x="16195" y="7338"/>
                </a:lnTo>
                <a:lnTo>
                  <a:pt x="16283" y="7145"/>
                </a:lnTo>
                <a:lnTo>
                  <a:pt x="16421" y="6964"/>
                </a:lnTo>
                <a:lnTo>
                  <a:pt x="16522" y="6771"/>
                </a:lnTo>
                <a:lnTo>
                  <a:pt x="16610" y="6590"/>
                </a:lnTo>
                <a:lnTo>
                  <a:pt x="16698" y="6397"/>
                </a:lnTo>
                <a:lnTo>
                  <a:pt x="16786" y="6203"/>
                </a:lnTo>
                <a:lnTo>
                  <a:pt x="16924" y="6023"/>
                </a:lnTo>
                <a:lnTo>
                  <a:pt x="17025" y="5791"/>
                </a:lnTo>
                <a:lnTo>
                  <a:pt x="17113" y="5597"/>
                </a:lnTo>
                <a:lnTo>
                  <a:pt x="17201" y="5404"/>
                </a:lnTo>
                <a:lnTo>
                  <a:pt x="17302" y="5223"/>
                </a:lnTo>
                <a:lnTo>
                  <a:pt x="17427" y="5030"/>
                </a:lnTo>
                <a:lnTo>
                  <a:pt x="17528" y="4849"/>
                </a:lnTo>
                <a:lnTo>
                  <a:pt x="17616" y="4656"/>
                </a:lnTo>
                <a:lnTo>
                  <a:pt x="17704" y="4475"/>
                </a:lnTo>
                <a:lnTo>
                  <a:pt x="17805" y="4282"/>
                </a:lnTo>
                <a:lnTo>
                  <a:pt x="17930" y="4049"/>
                </a:lnTo>
                <a:lnTo>
                  <a:pt x="18031" y="3856"/>
                </a:lnTo>
                <a:lnTo>
                  <a:pt x="18119" y="3675"/>
                </a:lnTo>
                <a:lnTo>
                  <a:pt x="18207" y="3482"/>
                </a:lnTo>
                <a:lnTo>
                  <a:pt x="18308" y="3288"/>
                </a:lnTo>
                <a:lnTo>
                  <a:pt x="18446" y="3108"/>
                </a:lnTo>
                <a:lnTo>
                  <a:pt x="18534" y="2914"/>
                </a:lnTo>
                <a:lnTo>
                  <a:pt x="18622" y="2734"/>
                </a:lnTo>
                <a:lnTo>
                  <a:pt x="18710" y="2489"/>
                </a:lnTo>
                <a:lnTo>
                  <a:pt x="18811" y="2308"/>
                </a:lnTo>
                <a:lnTo>
                  <a:pt x="18949" y="2115"/>
                </a:lnTo>
                <a:lnTo>
                  <a:pt x="19037" y="1934"/>
                </a:lnTo>
                <a:lnTo>
                  <a:pt x="19125" y="1741"/>
                </a:lnTo>
                <a:lnTo>
                  <a:pt x="19213" y="1560"/>
                </a:lnTo>
                <a:lnTo>
                  <a:pt x="19313" y="1367"/>
                </a:lnTo>
                <a:lnTo>
                  <a:pt x="19452" y="1135"/>
                </a:lnTo>
                <a:lnTo>
                  <a:pt x="19540" y="941"/>
                </a:lnTo>
                <a:lnTo>
                  <a:pt x="19628" y="760"/>
                </a:lnTo>
                <a:lnTo>
                  <a:pt x="19716" y="567"/>
                </a:lnTo>
                <a:lnTo>
                  <a:pt x="19816" y="374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6252410" y="3037764"/>
            <a:ext cx="20043" cy="40706"/>
          </a:xfrm>
          <a:custGeom>
            <a:avLst/>
            <a:gdLst/>
            <a:ahLst/>
            <a:cxnLst/>
            <a:rect l="l" t="t" r="r" b="b"/>
            <a:pathLst>
              <a:path w="20043" h="40706">
                <a:moveTo>
                  <a:pt x="0" y="40706"/>
                </a:moveTo>
                <a:lnTo>
                  <a:pt x="88" y="40474"/>
                </a:lnTo>
                <a:lnTo>
                  <a:pt x="176" y="40280"/>
                </a:lnTo>
                <a:lnTo>
                  <a:pt x="276" y="40099"/>
                </a:lnTo>
                <a:lnTo>
                  <a:pt x="414" y="39906"/>
                </a:lnTo>
                <a:lnTo>
                  <a:pt x="502" y="39725"/>
                </a:lnTo>
                <a:lnTo>
                  <a:pt x="590" y="39532"/>
                </a:lnTo>
                <a:lnTo>
                  <a:pt x="691" y="39300"/>
                </a:lnTo>
                <a:lnTo>
                  <a:pt x="779" y="39106"/>
                </a:lnTo>
                <a:lnTo>
                  <a:pt x="917" y="38926"/>
                </a:lnTo>
                <a:lnTo>
                  <a:pt x="1005" y="38732"/>
                </a:lnTo>
                <a:lnTo>
                  <a:pt x="1093" y="38552"/>
                </a:lnTo>
                <a:lnTo>
                  <a:pt x="1194" y="38307"/>
                </a:lnTo>
                <a:lnTo>
                  <a:pt x="1282" y="38126"/>
                </a:lnTo>
                <a:lnTo>
                  <a:pt x="1420" y="37933"/>
                </a:lnTo>
                <a:lnTo>
                  <a:pt x="1508" y="37752"/>
                </a:lnTo>
                <a:lnTo>
                  <a:pt x="1596" y="37559"/>
                </a:lnTo>
                <a:lnTo>
                  <a:pt x="1697" y="37378"/>
                </a:lnTo>
                <a:lnTo>
                  <a:pt x="1785" y="37133"/>
                </a:lnTo>
                <a:lnTo>
                  <a:pt x="1923" y="36952"/>
                </a:lnTo>
                <a:lnTo>
                  <a:pt x="2011" y="36759"/>
                </a:lnTo>
                <a:lnTo>
                  <a:pt x="2099" y="36578"/>
                </a:lnTo>
                <a:lnTo>
                  <a:pt x="2200" y="36385"/>
                </a:lnTo>
                <a:lnTo>
                  <a:pt x="2288" y="36153"/>
                </a:lnTo>
                <a:lnTo>
                  <a:pt x="2426" y="35959"/>
                </a:lnTo>
                <a:lnTo>
                  <a:pt x="2514" y="35779"/>
                </a:lnTo>
                <a:lnTo>
                  <a:pt x="2602" y="35585"/>
                </a:lnTo>
                <a:lnTo>
                  <a:pt x="2703" y="35353"/>
                </a:lnTo>
                <a:lnTo>
                  <a:pt x="2791" y="35160"/>
                </a:lnTo>
                <a:lnTo>
                  <a:pt x="2929" y="34979"/>
                </a:lnTo>
                <a:lnTo>
                  <a:pt x="3017" y="34785"/>
                </a:lnTo>
                <a:lnTo>
                  <a:pt x="3105" y="34605"/>
                </a:lnTo>
                <a:lnTo>
                  <a:pt x="3206" y="34360"/>
                </a:lnTo>
                <a:lnTo>
                  <a:pt x="3294" y="34179"/>
                </a:lnTo>
                <a:lnTo>
                  <a:pt x="3432" y="33986"/>
                </a:lnTo>
                <a:lnTo>
                  <a:pt x="3520" y="33805"/>
                </a:lnTo>
                <a:lnTo>
                  <a:pt x="3608" y="33560"/>
                </a:lnTo>
                <a:lnTo>
                  <a:pt x="3709" y="33380"/>
                </a:lnTo>
                <a:lnTo>
                  <a:pt x="3797" y="33186"/>
                </a:lnTo>
                <a:lnTo>
                  <a:pt x="3935" y="33006"/>
                </a:lnTo>
                <a:lnTo>
                  <a:pt x="4023" y="32812"/>
                </a:lnTo>
                <a:lnTo>
                  <a:pt x="4111" y="32580"/>
                </a:lnTo>
                <a:lnTo>
                  <a:pt x="4212" y="32386"/>
                </a:lnTo>
                <a:lnTo>
                  <a:pt x="4300" y="32206"/>
                </a:lnTo>
                <a:lnTo>
                  <a:pt x="4438" y="32012"/>
                </a:lnTo>
                <a:lnTo>
                  <a:pt x="4526" y="31780"/>
                </a:lnTo>
                <a:lnTo>
                  <a:pt x="4627" y="31587"/>
                </a:lnTo>
                <a:lnTo>
                  <a:pt x="4715" y="31406"/>
                </a:lnTo>
                <a:lnTo>
                  <a:pt x="4803" y="31213"/>
                </a:lnTo>
                <a:lnTo>
                  <a:pt x="4941" y="30981"/>
                </a:lnTo>
                <a:lnTo>
                  <a:pt x="5029" y="30787"/>
                </a:lnTo>
                <a:lnTo>
                  <a:pt x="5130" y="30607"/>
                </a:lnTo>
                <a:lnTo>
                  <a:pt x="5218" y="30413"/>
                </a:lnTo>
                <a:lnTo>
                  <a:pt x="5306" y="30181"/>
                </a:lnTo>
                <a:lnTo>
                  <a:pt x="5444" y="29987"/>
                </a:lnTo>
                <a:lnTo>
                  <a:pt x="5532" y="29807"/>
                </a:lnTo>
                <a:lnTo>
                  <a:pt x="5633" y="29575"/>
                </a:lnTo>
                <a:lnTo>
                  <a:pt x="5721" y="29381"/>
                </a:lnTo>
                <a:lnTo>
                  <a:pt x="5809" y="29188"/>
                </a:lnTo>
                <a:lnTo>
                  <a:pt x="5947" y="29007"/>
                </a:lnTo>
                <a:lnTo>
                  <a:pt x="6035" y="28775"/>
                </a:lnTo>
                <a:lnTo>
                  <a:pt x="6136" y="28582"/>
                </a:lnTo>
                <a:lnTo>
                  <a:pt x="6224" y="28388"/>
                </a:lnTo>
                <a:lnTo>
                  <a:pt x="6312" y="28207"/>
                </a:lnTo>
                <a:lnTo>
                  <a:pt x="6450" y="27975"/>
                </a:lnTo>
                <a:lnTo>
                  <a:pt x="6538" y="27782"/>
                </a:lnTo>
                <a:lnTo>
                  <a:pt x="6639" y="27588"/>
                </a:lnTo>
                <a:lnTo>
                  <a:pt x="6727" y="27356"/>
                </a:lnTo>
                <a:lnTo>
                  <a:pt x="6815" y="27176"/>
                </a:lnTo>
                <a:lnTo>
                  <a:pt x="6953" y="26982"/>
                </a:lnTo>
                <a:lnTo>
                  <a:pt x="7041" y="26750"/>
                </a:lnTo>
                <a:lnTo>
                  <a:pt x="7142" y="26557"/>
                </a:lnTo>
                <a:lnTo>
                  <a:pt x="7230" y="26376"/>
                </a:lnTo>
                <a:lnTo>
                  <a:pt x="7318" y="26182"/>
                </a:lnTo>
                <a:lnTo>
                  <a:pt x="7456" y="25950"/>
                </a:lnTo>
                <a:lnTo>
                  <a:pt x="7544" y="25757"/>
                </a:lnTo>
                <a:lnTo>
                  <a:pt x="7645" y="25576"/>
                </a:lnTo>
                <a:lnTo>
                  <a:pt x="7733" y="25344"/>
                </a:lnTo>
                <a:lnTo>
                  <a:pt x="7821" y="25151"/>
                </a:lnTo>
                <a:lnTo>
                  <a:pt x="7959" y="24957"/>
                </a:lnTo>
                <a:lnTo>
                  <a:pt x="8060" y="24725"/>
                </a:lnTo>
                <a:lnTo>
                  <a:pt x="8148" y="24544"/>
                </a:lnTo>
                <a:lnTo>
                  <a:pt x="8236" y="24351"/>
                </a:lnTo>
                <a:lnTo>
                  <a:pt x="8324" y="24119"/>
                </a:lnTo>
                <a:lnTo>
                  <a:pt x="8462" y="23925"/>
                </a:lnTo>
                <a:lnTo>
                  <a:pt x="8563" y="23745"/>
                </a:lnTo>
                <a:lnTo>
                  <a:pt x="8651" y="23500"/>
                </a:lnTo>
                <a:lnTo>
                  <a:pt x="8739" y="23319"/>
                </a:lnTo>
                <a:lnTo>
                  <a:pt x="8827" y="23126"/>
                </a:lnTo>
                <a:lnTo>
                  <a:pt x="8965" y="22894"/>
                </a:lnTo>
                <a:lnTo>
                  <a:pt x="9066" y="22700"/>
                </a:lnTo>
                <a:lnTo>
                  <a:pt x="9154" y="22519"/>
                </a:lnTo>
                <a:lnTo>
                  <a:pt x="9242" y="22287"/>
                </a:lnTo>
                <a:lnTo>
                  <a:pt x="9330" y="22094"/>
                </a:lnTo>
                <a:lnTo>
                  <a:pt x="9468" y="21913"/>
                </a:lnTo>
                <a:lnTo>
                  <a:pt x="9568" y="21668"/>
                </a:lnTo>
                <a:lnTo>
                  <a:pt x="9656" y="21488"/>
                </a:lnTo>
                <a:lnTo>
                  <a:pt x="9745" y="21294"/>
                </a:lnTo>
                <a:lnTo>
                  <a:pt x="9833" y="21062"/>
                </a:lnTo>
                <a:lnTo>
                  <a:pt x="9971" y="20869"/>
                </a:lnTo>
                <a:lnTo>
                  <a:pt x="10071" y="20688"/>
                </a:lnTo>
                <a:lnTo>
                  <a:pt x="10159" y="20456"/>
                </a:lnTo>
                <a:lnTo>
                  <a:pt x="10247" y="20262"/>
                </a:lnTo>
                <a:lnTo>
                  <a:pt x="10336" y="20069"/>
                </a:lnTo>
                <a:lnTo>
                  <a:pt x="10474" y="19837"/>
                </a:lnTo>
                <a:lnTo>
                  <a:pt x="10574" y="19656"/>
                </a:lnTo>
                <a:lnTo>
                  <a:pt x="10662" y="19463"/>
                </a:lnTo>
                <a:lnTo>
                  <a:pt x="10750" y="19230"/>
                </a:lnTo>
                <a:lnTo>
                  <a:pt x="10851" y="19037"/>
                </a:lnTo>
                <a:lnTo>
                  <a:pt x="10977" y="18805"/>
                </a:lnTo>
                <a:lnTo>
                  <a:pt x="11077" y="18611"/>
                </a:lnTo>
                <a:lnTo>
                  <a:pt x="11165" y="18431"/>
                </a:lnTo>
                <a:lnTo>
                  <a:pt x="11253" y="18199"/>
                </a:lnTo>
                <a:lnTo>
                  <a:pt x="11354" y="18005"/>
                </a:lnTo>
                <a:lnTo>
                  <a:pt x="11480" y="17812"/>
                </a:lnTo>
                <a:lnTo>
                  <a:pt x="11580" y="17580"/>
                </a:lnTo>
                <a:lnTo>
                  <a:pt x="11668" y="17399"/>
                </a:lnTo>
                <a:lnTo>
                  <a:pt x="11756" y="17154"/>
                </a:lnTo>
                <a:lnTo>
                  <a:pt x="11857" y="16973"/>
                </a:lnTo>
                <a:lnTo>
                  <a:pt x="11995" y="16780"/>
                </a:lnTo>
                <a:lnTo>
                  <a:pt x="12083" y="16548"/>
                </a:lnTo>
                <a:lnTo>
                  <a:pt x="12171" y="16354"/>
                </a:lnTo>
                <a:lnTo>
                  <a:pt x="12259" y="16122"/>
                </a:lnTo>
                <a:lnTo>
                  <a:pt x="12360" y="15941"/>
                </a:lnTo>
                <a:lnTo>
                  <a:pt x="12498" y="15748"/>
                </a:lnTo>
                <a:lnTo>
                  <a:pt x="12586" y="15516"/>
                </a:lnTo>
                <a:lnTo>
                  <a:pt x="12674" y="15322"/>
                </a:lnTo>
                <a:lnTo>
                  <a:pt x="12762" y="15090"/>
                </a:lnTo>
                <a:lnTo>
                  <a:pt x="12863" y="14897"/>
                </a:lnTo>
                <a:lnTo>
                  <a:pt x="13001" y="14716"/>
                </a:lnTo>
                <a:lnTo>
                  <a:pt x="13089" y="14484"/>
                </a:lnTo>
                <a:lnTo>
                  <a:pt x="13177" y="14291"/>
                </a:lnTo>
                <a:lnTo>
                  <a:pt x="13265" y="14058"/>
                </a:lnTo>
                <a:lnTo>
                  <a:pt x="13366" y="13865"/>
                </a:lnTo>
                <a:lnTo>
                  <a:pt x="13504" y="13684"/>
                </a:lnTo>
                <a:lnTo>
                  <a:pt x="13592" y="13452"/>
                </a:lnTo>
                <a:lnTo>
                  <a:pt x="13680" y="13259"/>
                </a:lnTo>
                <a:lnTo>
                  <a:pt x="13768" y="13027"/>
                </a:lnTo>
                <a:lnTo>
                  <a:pt x="13869" y="12833"/>
                </a:lnTo>
                <a:lnTo>
                  <a:pt x="14007" y="12601"/>
                </a:lnTo>
                <a:lnTo>
                  <a:pt x="14095" y="12407"/>
                </a:lnTo>
                <a:lnTo>
                  <a:pt x="14183" y="12227"/>
                </a:lnTo>
                <a:lnTo>
                  <a:pt x="14284" y="11995"/>
                </a:lnTo>
                <a:lnTo>
                  <a:pt x="14372" y="11801"/>
                </a:lnTo>
                <a:lnTo>
                  <a:pt x="14510" y="11569"/>
                </a:lnTo>
                <a:lnTo>
                  <a:pt x="14598" y="11376"/>
                </a:lnTo>
                <a:lnTo>
                  <a:pt x="14686" y="11143"/>
                </a:lnTo>
                <a:lnTo>
                  <a:pt x="14787" y="10950"/>
                </a:lnTo>
                <a:lnTo>
                  <a:pt x="14875" y="10769"/>
                </a:lnTo>
                <a:lnTo>
                  <a:pt x="15013" y="10537"/>
                </a:lnTo>
                <a:lnTo>
                  <a:pt x="15101" y="10344"/>
                </a:lnTo>
                <a:lnTo>
                  <a:pt x="15189" y="10112"/>
                </a:lnTo>
                <a:lnTo>
                  <a:pt x="15290" y="9918"/>
                </a:lnTo>
                <a:lnTo>
                  <a:pt x="15378" y="9686"/>
                </a:lnTo>
                <a:lnTo>
                  <a:pt x="15516" y="9492"/>
                </a:lnTo>
                <a:lnTo>
                  <a:pt x="15604" y="9260"/>
                </a:lnTo>
                <a:lnTo>
                  <a:pt x="15692" y="9080"/>
                </a:lnTo>
                <a:lnTo>
                  <a:pt x="15793" y="8886"/>
                </a:lnTo>
                <a:lnTo>
                  <a:pt x="15881" y="8654"/>
                </a:lnTo>
                <a:lnTo>
                  <a:pt x="16019" y="8461"/>
                </a:lnTo>
                <a:lnTo>
                  <a:pt x="16107" y="8228"/>
                </a:lnTo>
                <a:lnTo>
                  <a:pt x="16195" y="8035"/>
                </a:lnTo>
                <a:lnTo>
                  <a:pt x="16296" y="7803"/>
                </a:lnTo>
                <a:lnTo>
                  <a:pt x="16384" y="7622"/>
                </a:lnTo>
                <a:lnTo>
                  <a:pt x="16522" y="7377"/>
                </a:lnTo>
                <a:lnTo>
                  <a:pt x="16610" y="7197"/>
                </a:lnTo>
                <a:lnTo>
                  <a:pt x="16698" y="6964"/>
                </a:lnTo>
                <a:lnTo>
                  <a:pt x="16799" y="6771"/>
                </a:lnTo>
                <a:lnTo>
                  <a:pt x="16887" y="6539"/>
                </a:lnTo>
                <a:lnTo>
                  <a:pt x="17025" y="6345"/>
                </a:lnTo>
                <a:lnTo>
                  <a:pt x="17113" y="6113"/>
                </a:lnTo>
                <a:lnTo>
                  <a:pt x="17201" y="5920"/>
                </a:lnTo>
                <a:lnTo>
                  <a:pt x="17302" y="5739"/>
                </a:lnTo>
                <a:lnTo>
                  <a:pt x="17390" y="5507"/>
                </a:lnTo>
                <a:lnTo>
                  <a:pt x="17528" y="5313"/>
                </a:lnTo>
                <a:lnTo>
                  <a:pt x="17616" y="5081"/>
                </a:lnTo>
                <a:lnTo>
                  <a:pt x="17704" y="4888"/>
                </a:lnTo>
                <a:lnTo>
                  <a:pt x="17805" y="4656"/>
                </a:lnTo>
                <a:lnTo>
                  <a:pt x="17893" y="4462"/>
                </a:lnTo>
                <a:lnTo>
                  <a:pt x="18031" y="4230"/>
                </a:lnTo>
                <a:lnTo>
                  <a:pt x="18119" y="4049"/>
                </a:lnTo>
                <a:lnTo>
                  <a:pt x="18220" y="3804"/>
                </a:lnTo>
                <a:lnTo>
                  <a:pt x="18308" y="3624"/>
                </a:lnTo>
                <a:lnTo>
                  <a:pt x="18396" y="3392"/>
                </a:lnTo>
                <a:lnTo>
                  <a:pt x="18534" y="3198"/>
                </a:lnTo>
                <a:lnTo>
                  <a:pt x="18622" y="2966"/>
                </a:lnTo>
                <a:lnTo>
                  <a:pt x="18723" y="2773"/>
                </a:lnTo>
                <a:lnTo>
                  <a:pt x="18811" y="2540"/>
                </a:lnTo>
                <a:lnTo>
                  <a:pt x="18899" y="2347"/>
                </a:lnTo>
                <a:lnTo>
                  <a:pt x="19037" y="2115"/>
                </a:lnTo>
                <a:lnTo>
                  <a:pt x="19125" y="1934"/>
                </a:lnTo>
                <a:lnTo>
                  <a:pt x="19225" y="1689"/>
                </a:lnTo>
                <a:lnTo>
                  <a:pt x="19313" y="1509"/>
                </a:lnTo>
                <a:lnTo>
                  <a:pt x="19402" y="1276"/>
                </a:lnTo>
                <a:lnTo>
                  <a:pt x="19540" y="1031"/>
                </a:lnTo>
                <a:lnTo>
                  <a:pt x="19628" y="851"/>
                </a:lnTo>
                <a:lnTo>
                  <a:pt x="19728" y="619"/>
                </a:lnTo>
                <a:lnTo>
                  <a:pt x="19816" y="425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6272453" y="2993962"/>
            <a:ext cx="20005" cy="43801"/>
          </a:xfrm>
          <a:custGeom>
            <a:avLst/>
            <a:gdLst/>
            <a:ahLst/>
            <a:cxnLst/>
            <a:rect l="l" t="t" r="r" b="b"/>
            <a:pathLst>
              <a:path w="20005" h="43801">
                <a:moveTo>
                  <a:pt x="0" y="43801"/>
                </a:moveTo>
                <a:lnTo>
                  <a:pt x="88" y="43569"/>
                </a:lnTo>
                <a:lnTo>
                  <a:pt x="188" y="43376"/>
                </a:lnTo>
                <a:lnTo>
                  <a:pt x="276" y="43143"/>
                </a:lnTo>
                <a:lnTo>
                  <a:pt x="364" y="42963"/>
                </a:lnTo>
                <a:lnTo>
                  <a:pt x="502" y="42718"/>
                </a:lnTo>
                <a:lnTo>
                  <a:pt x="590" y="42537"/>
                </a:lnTo>
                <a:lnTo>
                  <a:pt x="691" y="42305"/>
                </a:lnTo>
                <a:lnTo>
                  <a:pt x="779" y="42112"/>
                </a:lnTo>
                <a:lnTo>
                  <a:pt x="867" y="41879"/>
                </a:lnTo>
                <a:lnTo>
                  <a:pt x="1005" y="41686"/>
                </a:lnTo>
                <a:lnTo>
                  <a:pt x="1093" y="41454"/>
                </a:lnTo>
                <a:lnTo>
                  <a:pt x="1194" y="41222"/>
                </a:lnTo>
                <a:lnTo>
                  <a:pt x="1282" y="41028"/>
                </a:lnTo>
                <a:lnTo>
                  <a:pt x="1370" y="40796"/>
                </a:lnTo>
                <a:lnTo>
                  <a:pt x="1508" y="40602"/>
                </a:lnTo>
                <a:lnTo>
                  <a:pt x="1596" y="40370"/>
                </a:lnTo>
                <a:lnTo>
                  <a:pt x="1697" y="40190"/>
                </a:lnTo>
                <a:lnTo>
                  <a:pt x="1785" y="39945"/>
                </a:lnTo>
                <a:lnTo>
                  <a:pt x="1873" y="39764"/>
                </a:lnTo>
                <a:lnTo>
                  <a:pt x="2011" y="39532"/>
                </a:lnTo>
                <a:lnTo>
                  <a:pt x="2112" y="39287"/>
                </a:lnTo>
                <a:lnTo>
                  <a:pt x="2200" y="39106"/>
                </a:lnTo>
                <a:lnTo>
                  <a:pt x="2288" y="38874"/>
                </a:lnTo>
                <a:lnTo>
                  <a:pt x="2376" y="38681"/>
                </a:lnTo>
                <a:lnTo>
                  <a:pt x="2514" y="38449"/>
                </a:lnTo>
                <a:lnTo>
                  <a:pt x="2615" y="38255"/>
                </a:lnTo>
                <a:lnTo>
                  <a:pt x="2703" y="38023"/>
                </a:lnTo>
                <a:lnTo>
                  <a:pt x="2791" y="37791"/>
                </a:lnTo>
                <a:lnTo>
                  <a:pt x="2879" y="37597"/>
                </a:lnTo>
                <a:lnTo>
                  <a:pt x="3017" y="37365"/>
                </a:lnTo>
                <a:lnTo>
                  <a:pt x="3118" y="37172"/>
                </a:lnTo>
                <a:lnTo>
                  <a:pt x="3206" y="36939"/>
                </a:lnTo>
                <a:lnTo>
                  <a:pt x="3294" y="36759"/>
                </a:lnTo>
                <a:lnTo>
                  <a:pt x="3382" y="36514"/>
                </a:lnTo>
                <a:lnTo>
                  <a:pt x="3520" y="36282"/>
                </a:lnTo>
                <a:lnTo>
                  <a:pt x="3621" y="36101"/>
                </a:lnTo>
                <a:lnTo>
                  <a:pt x="3709" y="35856"/>
                </a:lnTo>
                <a:lnTo>
                  <a:pt x="3797" y="35675"/>
                </a:lnTo>
                <a:lnTo>
                  <a:pt x="3885" y="35430"/>
                </a:lnTo>
                <a:lnTo>
                  <a:pt x="4023" y="35198"/>
                </a:lnTo>
                <a:lnTo>
                  <a:pt x="4124" y="35018"/>
                </a:lnTo>
                <a:lnTo>
                  <a:pt x="4212" y="34773"/>
                </a:lnTo>
                <a:lnTo>
                  <a:pt x="4300" y="34592"/>
                </a:lnTo>
                <a:lnTo>
                  <a:pt x="4400" y="34360"/>
                </a:lnTo>
                <a:lnTo>
                  <a:pt x="4526" y="34115"/>
                </a:lnTo>
                <a:lnTo>
                  <a:pt x="4627" y="33934"/>
                </a:lnTo>
                <a:lnTo>
                  <a:pt x="4715" y="33702"/>
                </a:lnTo>
                <a:lnTo>
                  <a:pt x="4803" y="33509"/>
                </a:lnTo>
                <a:lnTo>
                  <a:pt x="4903" y="33276"/>
                </a:lnTo>
                <a:lnTo>
                  <a:pt x="5029" y="33044"/>
                </a:lnTo>
                <a:lnTo>
                  <a:pt x="5130" y="32851"/>
                </a:lnTo>
                <a:lnTo>
                  <a:pt x="5218" y="32619"/>
                </a:lnTo>
                <a:lnTo>
                  <a:pt x="5306" y="32425"/>
                </a:lnTo>
                <a:lnTo>
                  <a:pt x="5406" y="32193"/>
                </a:lnTo>
                <a:lnTo>
                  <a:pt x="5545" y="31961"/>
                </a:lnTo>
                <a:lnTo>
                  <a:pt x="5633" y="31767"/>
                </a:lnTo>
                <a:lnTo>
                  <a:pt x="5721" y="31535"/>
                </a:lnTo>
                <a:lnTo>
                  <a:pt x="5809" y="31303"/>
                </a:lnTo>
                <a:lnTo>
                  <a:pt x="5909" y="31110"/>
                </a:lnTo>
                <a:lnTo>
                  <a:pt x="6048" y="30877"/>
                </a:lnTo>
                <a:lnTo>
                  <a:pt x="6136" y="30684"/>
                </a:lnTo>
                <a:lnTo>
                  <a:pt x="6224" y="30452"/>
                </a:lnTo>
                <a:lnTo>
                  <a:pt x="6312" y="30220"/>
                </a:lnTo>
                <a:lnTo>
                  <a:pt x="6412" y="30026"/>
                </a:lnTo>
                <a:lnTo>
                  <a:pt x="6551" y="29794"/>
                </a:lnTo>
                <a:lnTo>
                  <a:pt x="6639" y="29562"/>
                </a:lnTo>
                <a:lnTo>
                  <a:pt x="6727" y="29368"/>
                </a:lnTo>
                <a:lnTo>
                  <a:pt x="6815" y="29136"/>
                </a:lnTo>
                <a:lnTo>
                  <a:pt x="6915" y="28956"/>
                </a:lnTo>
                <a:lnTo>
                  <a:pt x="7054" y="28711"/>
                </a:lnTo>
                <a:lnTo>
                  <a:pt x="7142" y="28478"/>
                </a:lnTo>
                <a:lnTo>
                  <a:pt x="7230" y="28298"/>
                </a:lnTo>
                <a:lnTo>
                  <a:pt x="7318" y="28053"/>
                </a:lnTo>
                <a:lnTo>
                  <a:pt x="7418" y="27821"/>
                </a:lnTo>
                <a:lnTo>
                  <a:pt x="7557" y="27640"/>
                </a:lnTo>
                <a:lnTo>
                  <a:pt x="7645" y="27395"/>
                </a:lnTo>
                <a:lnTo>
                  <a:pt x="7733" y="27163"/>
                </a:lnTo>
                <a:lnTo>
                  <a:pt x="7821" y="26969"/>
                </a:lnTo>
                <a:lnTo>
                  <a:pt x="7921" y="26737"/>
                </a:lnTo>
                <a:lnTo>
                  <a:pt x="8060" y="26505"/>
                </a:lnTo>
                <a:lnTo>
                  <a:pt x="8148" y="26311"/>
                </a:lnTo>
                <a:lnTo>
                  <a:pt x="8236" y="26079"/>
                </a:lnTo>
                <a:lnTo>
                  <a:pt x="8336" y="25847"/>
                </a:lnTo>
                <a:lnTo>
                  <a:pt x="8424" y="25654"/>
                </a:lnTo>
                <a:lnTo>
                  <a:pt x="8563" y="25422"/>
                </a:lnTo>
                <a:lnTo>
                  <a:pt x="8651" y="25189"/>
                </a:lnTo>
                <a:lnTo>
                  <a:pt x="8739" y="24996"/>
                </a:lnTo>
                <a:lnTo>
                  <a:pt x="8839" y="24764"/>
                </a:lnTo>
                <a:lnTo>
                  <a:pt x="8927" y="24532"/>
                </a:lnTo>
                <a:lnTo>
                  <a:pt x="9066" y="24338"/>
                </a:lnTo>
                <a:lnTo>
                  <a:pt x="9154" y="24106"/>
                </a:lnTo>
                <a:lnTo>
                  <a:pt x="9242" y="23874"/>
                </a:lnTo>
                <a:lnTo>
                  <a:pt x="9342" y="23680"/>
                </a:lnTo>
                <a:lnTo>
                  <a:pt x="9430" y="23448"/>
                </a:lnTo>
                <a:lnTo>
                  <a:pt x="9568" y="23216"/>
                </a:lnTo>
                <a:lnTo>
                  <a:pt x="9656" y="23022"/>
                </a:lnTo>
                <a:lnTo>
                  <a:pt x="9745" y="22790"/>
                </a:lnTo>
                <a:lnTo>
                  <a:pt x="9845" y="22558"/>
                </a:lnTo>
                <a:lnTo>
                  <a:pt x="9933" y="22365"/>
                </a:lnTo>
                <a:lnTo>
                  <a:pt x="10071" y="22133"/>
                </a:lnTo>
                <a:lnTo>
                  <a:pt x="10159" y="21900"/>
                </a:lnTo>
                <a:lnTo>
                  <a:pt x="10247" y="21707"/>
                </a:lnTo>
                <a:lnTo>
                  <a:pt x="10348" y="21475"/>
                </a:lnTo>
                <a:lnTo>
                  <a:pt x="10436" y="21243"/>
                </a:lnTo>
                <a:lnTo>
                  <a:pt x="10574" y="21049"/>
                </a:lnTo>
                <a:lnTo>
                  <a:pt x="10662" y="20817"/>
                </a:lnTo>
                <a:lnTo>
                  <a:pt x="10750" y="20585"/>
                </a:lnTo>
                <a:lnTo>
                  <a:pt x="10851" y="20353"/>
                </a:lnTo>
                <a:lnTo>
                  <a:pt x="10939" y="20159"/>
                </a:lnTo>
                <a:lnTo>
                  <a:pt x="11077" y="19927"/>
                </a:lnTo>
                <a:lnTo>
                  <a:pt x="11165" y="19695"/>
                </a:lnTo>
                <a:lnTo>
                  <a:pt x="11253" y="19501"/>
                </a:lnTo>
                <a:lnTo>
                  <a:pt x="11354" y="19269"/>
                </a:lnTo>
                <a:lnTo>
                  <a:pt x="11442" y="19037"/>
                </a:lnTo>
                <a:lnTo>
                  <a:pt x="11580" y="18844"/>
                </a:lnTo>
                <a:lnTo>
                  <a:pt x="11668" y="18611"/>
                </a:lnTo>
                <a:lnTo>
                  <a:pt x="11769" y="18379"/>
                </a:lnTo>
                <a:lnTo>
                  <a:pt x="11857" y="18134"/>
                </a:lnTo>
                <a:lnTo>
                  <a:pt x="11945" y="17954"/>
                </a:lnTo>
                <a:lnTo>
                  <a:pt x="12083" y="17721"/>
                </a:lnTo>
                <a:lnTo>
                  <a:pt x="12171" y="17476"/>
                </a:lnTo>
                <a:lnTo>
                  <a:pt x="12272" y="17296"/>
                </a:lnTo>
                <a:lnTo>
                  <a:pt x="12360" y="17064"/>
                </a:lnTo>
                <a:lnTo>
                  <a:pt x="12448" y="16819"/>
                </a:lnTo>
                <a:lnTo>
                  <a:pt x="12586" y="16586"/>
                </a:lnTo>
                <a:lnTo>
                  <a:pt x="12674" y="16393"/>
                </a:lnTo>
                <a:lnTo>
                  <a:pt x="12775" y="16161"/>
                </a:lnTo>
                <a:lnTo>
                  <a:pt x="12863" y="15929"/>
                </a:lnTo>
                <a:lnTo>
                  <a:pt x="12951" y="15696"/>
                </a:lnTo>
                <a:lnTo>
                  <a:pt x="13089" y="15503"/>
                </a:lnTo>
                <a:lnTo>
                  <a:pt x="13177" y="15271"/>
                </a:lnTo>
                <a:lnTo>
                  <a:pt x="13278" y="15039"/>
                </a:lnTo>
                <a:lnTo>
                  <a:pt x="13366" y="14845"/>
                </a:lnTo>
                <a:lnTo>
                  <a:pt x="13454" y="14613"/>
                </a:lnTo>
                <a:lnTo>
                  <a:pt x="13592" y="14381"/>
                </a:lnTo>
                <a:lnTo>
                  <a:pt x="13680" y="14149"/>
                </a:lnTo>
                <a:lnTo>
                  <a:pt x="13781" y="13955"/>
                </a:lnTo>
                <a:lnTo>
                  <a:pt x="13869" y="13723"/>
                </a:lnTo>
                <a:lnTo>
                  <a:pt x="13957" y="13491"/>
                </a:lnTo>
                <a:lnTo>
                  <a:pt x="14095" y="13246"/>
                </a:lnTo>
                <a:lnTo>
                  <a:pt x="14183" y="13065"/>
                </a:lnTo>
                <a:lnTo>
                  <a:pt x="14284" y="12833"/>
                </a:lnTo>
                <a:lnTo>
                  <a:pt x="14372" y="12588"/>
                </a:lnTo>
                <a:lnTo>
                  <a:pt x="14460" y="12356"/>
                </a:lnTo>
                <a:lnTo>
                  <a:pt x="14598" y="12162"/>
                </a:lnTo>
                <a:lnTo>
                  <a:pt x="14686" y="11930"/>
                </a:lnTo>
                <a:lnTo>
                  <a:pt x="14787" y="11698"/>
                </a:lnTo>
                <a:lnTo>
                  <a:pt x="14875" y="11466"/>
                </a:lnTo>
                <a:lnTo>
                  <a:pt x="14963" y="11272"/>
                </a:lnTo>
                <a:lnTo>
                  <a:pt x="15101" y="11040"/>
                </a:lnTo>
                <a:lnTo>
                  <a:pt x="15189" y="10808"/>
                </a:lnTo>
                <a:lnTo>
                  <a:pt x="15290" y="10576"/>
                </a:lnTo>
                <a:lnTo>
                  <a:pt x="15378" y="10382"/>
                </a:lnTo>
                <a:lnTo>
                  <a:pt x="15466" y="10150"/>
                </a:lnTo>
                <a:lnTo>
                  <a:pt x="15604" y="9918"/>
                </a:lnTo>
                <a:lnTo>
                  <a:pt x="15705" y="9673"/>
                </a:lnTo>
                <a:lnTo>
                  <a:pt x="15793" y="9441"/>
                </a:lnTo>
                <a:lnTo>
                  <a:pt x="15881" y="9260"/>
                </a:lnTo>
                <a:lnTo>
                  <a:pt x="15969" y="9015"/>
                </a:lnTo>
                <a:lnTo>
                  <a:pt x="16107" y="8783"/>
                </a:lnTo>
                <a:lnTo>
                  <a:pt x="16208" y="8551"/>
                </a:lnTo>
                <a:lnTo>
                  <a:pt x="16296" y="8357"/>
                </a:lnTo>
                <a:lnTo>
                  <a:pt x="16384" y="8125"/>
                </a:lnTo>
                <a:lnTo>
                  <a:pt x="16472" y="7893"/>
                </a:lnTo>
                <a:lnTo>
                  <a:pt x="16610" y="7661"/>
                </a:lnTo>
                <a:lnTo>
                  <a:pt x="16711" y="7467"/>
                </a:lnTo>
                <a:lnTo>
                  <a:pt x="16799" y="7235"/>
                </a:lnTo>
                <a:lnTo>
                  <a:pt x="16887" y="7003"/>
                </a:lnTo>
                <a:lnTo>
                  <a:pt x="16975" y="6758"/>
                </a:lnTo>
                <a:lnTo>
                  <a:pt x="17113" y="6526"/>
                </a:lnTo>
                <a:lnTo>
                  <a:pt x="17214" y="6345"/>
                </a:lnTo>
                <a:lnTo>
                  <a:pt x="17302" y="6100"/>
                </a:lnTo>
                <a:lnTo>
                  <a:pt x="17390" y="5868"/>
                </a:lnTo>
                <a:lnTo>
                  <a:pt x="17478" y="5636"/>
                </a:lnTo>
                <a:lnTo>
                  <a:pt x="17616" y="5404"/>
                </a:lnTo>
                <a:lnTo>
                  <a:pt x="17717" y="5210"/>
                </a:lnTo>
                <a:lnTo>
                  <a:pt x="17805" y="4978"/>
                </a:lnTo>
                <a:lnTo>
                  <a:pt x="17893" y="4746"/>
                </a:lnTo>
                <a:lnTo>
                  <a:pt x="17993" y="4501"/>
                </a:lnTo>
                <a:lnTo>
                  <a:pt x="18119" y="4269"/>
                </a:lnTo>
                <a:lnTo>
                  <a:pt x="18220" y="4088"/>
                </a:lnTo>
                <a:lnTo>
                  <a:pt x="18308" y="3843"/>
                </a:lnTo>
                <a:lnTo>
                  <a:pt x="18396" y="3611"/>
                </a:lnTo>
                <a:lnTo>
                  <a:pt x="18496" y="3379"/>
                </a:lnTo>
                <a:lnTo>
                  <a:pt x="18622" y="3147"/>
                </a:lnTo>
                <a:lnTo>
                  <a:pt x="18723" y="2953"/>
                </a:lnTo>
                <a:lnTo>
                  <a:pt x="18811" y="2721"/>
                </a:lnTo>
                <a:lnTo>
                  <a:pt x="18899" y="2489"/>
                </a:lnTo>
                <a:lnTo>
                  <a:pt x="18999" y="2257"/>
                </a:lnTo>
                <a:lnTo>
                  <a:pt x="19137" y="2012"/>
                </a:lnTo>
                <a:lnTo>
                  <a:pt x="19225" y="1831"/>
                </a:lnTo>
                <a:lnTo>
                  <a:pt x="19313" y="1586"/>
                </a:lnTo>
                <a:lnTo>
                  <a:pt x="19402" y="1354"/>
                </a:lnTo>
                <a:lnTo>
                  <a:pt x="19502" y="1122"/>
                </a:lnTo>
                <a:lnTo>
                  <a:pt x="19640" y="889"/>
                </a:lnTo>
                <a:lnTo>
                  <a:pt x="19728" y="657"/>
                </a:lnTo>
                <a:lnTo>
                  <a:pt x="19816" y="464"/>
                </a:lnTo>
                <a:lnTo>
                  <a:pt x="19904" y="232"/>
                </a:lnTo>
                <a:lnTo>
                  <a:pt x="20005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6292459" y="2947748"/>
            <a:ext cx="20043" cy="46213"/>
          </a:xfrm>
          <a:custGeom>
            <a:avLst/>
            <a:gdLst/>
            <a:ahLst/>
            <a:cxnLst/>
            <a:rect l="l" t="t" r="r" b="b"/>
            <a:pathLst>
              <a:path w="20043" h="46213">
                <a:moveTo>
                  <a:pt x="0" y="46213"/>
                </a:moveTo>
                <a:lnTo>
                  <a:pt x="138" y="45968"/>
                </a:lnTo>
                <a:lnTo>
                  <a:pt x="226" y="45736"/>
                </a:lnTo>
                <a:lnTo>
                  <a:pt x="314" y="45555"/>
                </a:lnTo>
                <a:lnTo>
                  <a:pt x="402" y="45310"/>
                </a:lnTo>
                <a:lnTo>
                  <a:pt x="502" y="45078"/>
                </a:lnTo>
                <a:lnTo>
                  <a:pt x="641" y="44846"/>
                </a:lnTo>
                <a:lnTo>
                  <a:pt x="729" y="44614"/>
                </a:lnTo>
                <a:lnTo>
                  <a:pt x="817" y="44369"/>
                </a:lnTo>
                <a:lnTo>
                  <a:pt x="905" y="44188"/>
                </a:lnTo>
                <a:lnTo>
                  <a:pt x="1005" y="43956"/>
                </a:lnTo>
                <a:lnTo>
                  <a:pt x="1144" y="43711"/>
                </a:lnTo>
                <a:lnTo>
                  <a:pt x="1232" y="43479"/>
                </a:lnTo>
                <a:lnTo>
                  <a:pt x="1320" y="43247"/>
                </a:lnTo>
                <a:lnTo>
                  <a:pt x="1408" y="43014"/>
                </a:lnTo>
                <a:lnTo>
                  <a:pt x="1508" y="42782"/>
                </a:lnTo>
                <a:lnTo>
                  <a:pt x="1647" y="42589"/>
                </a:lnTo>
                <a:lnTo>
                  <a:pt x="1735" y="42357"/>
                </a:lnTo>
                <a:lnTo>
                  <a:pt x="1823" y="42124"/>
                </a:lnTo>
                <a:lnTo>
                  <a:pt x="1923" y="41879"/>
                </a:lnTo>
                <a:lnTo>
                  <a:pt x="2011" y="41647"/>
                </a:lnTo>
                <a:lnTo>
                  <a:pt x="2150" y="41415"/>
                </a:lnTo>
                <a:lnTo>
                  <a:pt x="2238" y="41222"/>
                </a:lnTo>
                <a:lnTo>
                  <a:pt x="2326" y="40989"/>
                </a:lnTo>
                <a:lnTo>
                  <a:pt x="2426" y="40757"/>
                </a:lnTo>
                <a:lnTo>
                  <a:pt x="2514" y="40525"/>
                </a:lnTo>
                <a:lnTo>
                  <a:pt x="2653" y="40280"/>
                </a:lnTo>
                <a:lnTo>
                  <a:pt x="2741" y="40048"/>
                </a:lnTo>
                <a:lnTo>
                  <a:pt x="2829" y="39816"/>
                </a:lnTo>
                <a:lnTo>
                  <a:pt x="2929" y="39622"/>
                </a:lnTo>
                <a:lnTo>
                  <a:pt x="3017" y="39390"/>
                </a:lnTo>
                <a:lnTo>
                  <a:pt x="3156" y="39158"/>
                </a:lnTo>
                <a:lnTo>
                  <a:pt x="3244" y="38926"/>
                </a:lnTo>
                <a:lnTo>
                  <a:pt x="3332" y="38681"/>
                </a:lnTo>
                <a:lnTo>
                  <a:pt x="3432" y="38449"/>
                </a:lnTo>
                <a:lnTo>
                  <a:pt x="3520" y="38216"/>
                </a:lnTo>
                <a:lnTo>
                  <a:pt x="3659" y="37984"/>
                </a:lnTo>
                <a:lnTo>
                  <a:pt x="3747" y="37791"/>
                </a:lnTo>
                <a:lnTo>
                  <a:pt x="3835" y="37559"/>
                </a:lnTo>
                <a:lnTo>
                  <a:pt x="3935" y="37326"/>
                </a:lnTo>
                <a:lnTo>
                  <a:pt x="4023" y="37094"/>
                </a:lnTo>
                <a:lnTo>
                  <a:pt x="4162" y="36849"/>
                </a:lnTo>
                <a:lnTo>
                  <a:pt x="4250" y="36617"/>
                </a:lnTo>
                <a:lnTo>
                  <a:pt x="4338" y="36385"/>
                </a:lnTo>
                <a:lnTo>
                  <a:pt x="4438" y="36153"/>
                </a:lnTo>
                <a:lnTo>
                  <a:pt x="4526" y="35959"/>
                </a:lnTo>
                <a:lnTo>
                  <a:pt x="4665" y="35727"/>
                </a:lnTo>
                <a:lnTo>
                  <a:pt x="4753" y="35495"/>
                </a:lnTo>
                <a:lnTo>
                  <a:pt x="4841" y="35250"/>
                </a:lnTo>
                <a:lnTo>
                  <a:pt x="4941" y="35018"/>
                </a:lnTo>
                <a:lnTo>
                  <a:pt x="5029" y="34785"/>
                </a:lnTo>
                <a:lnTo>
                  <a:pt x="5168" y="34553"/>
                </a:lnTo>
                <a:lnTo>
                  <a:pt x="5256" y="34321"/>
                </a:lnTo>
                <a:lnTo>
                  <a:pt x="5356" y="34076"/>
                </a:lnTo>
                <a:lnTo>
                  <a:pt x="5444" y="33896"/>
                </a:lnTo>
                <a:lnTo>
                  <a:pt x="5532" y="33663"/>
                </a:lnTo>
                <a:lnTo>
                  <a:pt x="5670" y="33418"/>
                </a:lnTo>
                <a:lnTo>
                  <a:pt x="5758" y="33186"/>
                </a:lnTo>
                <a:lnTo>
                  <a:pt x="5859" y="32954"/>
                </a:lnTo>
                <a:lnTo>
                  <a:pt x="5947" y="32722"/>
                </a:lnTo>
                <a:lnTo>
                  <a:pt x="6035" y="32477"/>
                </a:lnTo>
                <a:lnTo>
                  <a:pt x="6173" y="32245"/>
                </a:lnTo>
                <a:lnTo>
                  <a:pt x="6261" y="32012"/>
                </a:lnTo>
                <a:lnTo>
                  <a:pt x="6362" y="31819"/>
                </a:lnTo>
                <a:lnTo>
                  <a:pt x="6450" y="31587"/>
                </a:lnTo>
                <a:lnTo>
                  <a:pt x="6538" y="31355"/>
                </a:lnTo>
                <a:lnTo>
                  <a:pt x="6676" y="31122"/>
                </a:lnTo>
                <a:lnTo>
                  <a:pt x="6764" y="30877"/>
                </a:lnTo>
                <a:lnTo>
                  <a:pt x="6865" y="30645"/>
                </a:lnTo>
                <a:lnTo>
                  <a:pt x="6953" y="30413"/>
                </a:lnTo>
                <a:lnTo>
                  <a:pt x="7041" y="30181"/>
                </a:lnTo>
                <a:lnTo>
                  <a:pt x="7179" y="29949"/>
                </a:lnTo>
                <a:lnTo>
                  <a:pt x="7267" y="29704"/>
                </a:lnTo>
                <a:lnTo>
                  <a:pt x="7368" y="29471"/>
                </a:lnTo>
                <a:lnTo>
                  <a:pt x="7456" y="29291"/>
                </a:lnTo>
                <a:lnTo>
                  <a:pt x="7544" y="29046"/>
                </a:lnTo>
                <a:lnTo>
                  <a:pt x="7682" y="28814"/>
                </a:lnTo>
                <a:lnTo>
                  <a:pt x="7770" y="28582"/>
                </a:lnTo>
                <a:lnTo>
                  <a:pt x="7871" y="28349"/>
                </a:lnTo>
                <a:lnTo>
                  <a:pt x="7959" y="28104"/>
                </a:lnTo>
                <a:lnTo>
                  <a:pt x="8047" y="27872"/>
                </a:lnTo>
                <a:lnTo>
                  <a:pt x="8185" y="27640"/>
                </a:lnTo>
                <a:lnTo>
                  <a:pt x="8273" y="27408"/>
                </a:lnTo>
                <a:lnTo>
                  <a:pt x="8374" y="27176"/>
                </a:lnTo>
                <a:lnTo>
                  <a:pt x="8462" y="26931"/>
                </a:lnTo>
                <a:lnTo>
                  <a:pt x="8550" y="26698"/>
                </a:lnTo>
                <a:lnTo>
                  <a:pt x="8688" y="26466"/>
                </a:lnTo>
                <a:lnTo>
                  <a:pt x="8776" y="26234"/>
                </a:lnTo>
                <a:lnTo>
                  <a:pt x="8877" y="26041"/>
                </a:lnTo>
                <a:lnTo>
                  <a:pt x="8965" y="25808"/>
                </a:lnTo>
                <a:lnTo>
                  <a:pt x="9053" y="25576"/>
                </a:lnTo>
                <a:lnTo>
                  <a:pt x="9191" y="25331"/>
                </a:lnTo>
                <a:lnTo>
                  <a:pt x="9292" y="25099"/>
                </a:lnTo>
                <a:lnTo>
                  <a:pt x="9380" y="24867"/>
                </a:lnTo>
                <a:lnTo>
                  <a:pt x="9468" y="24635"/>
                </a:lnTo>
                <a:lnTo>
                  <a:pt x="9556" y="24403"/>
                </a:lnTo>
                <a:lnTo>
                  <a:pt x="9694" y="24158"/>
                </a:lnTo>
                <a:lnTo>
                  <a:pt x="9795" y="23925"/>
                </a:lnTo>
                <a:lnTo>
                  <a:pt x="9883" y="23693"/>
                </a:lnTo>
                <a:lnTo>
                  <a:pt x="9971" y="23461"/>
                </a:lnTo>
                <a:lnTo>
                  <a:pt x="10059" y="23216"/>
                </a:lnTo>
                <a:lnTo>
                  <a:pt x="10197" y="22984"/>
                </a:lnTo>
                <a:lnTo>
                  <a:pt x="10298" y="22752"/>
                </a:lnTo>
                <a:lnTo>
                  <a:pt x="10386" y="22519"/>
                </a:lnTo>
                <a:lnTo>
                  <a:pt x="10474" y="22287"/>
                </a:lnTo>
                <a:lnTo>
                  <a:pt x="10562" y="22094"/>
                </a:lnTo>
                <a:lnTo>
                  <a:pt x="10700" y="21862"/>
                </a:lnTo>
                <a:lnTo>
                  <a:pt x="10801" y="21629"/>
                </a:lnTo>
                <a:lnTo>
                  <a:pt x="10889" y="21384"/>
                </a:lnTo>
                <a:lnTo>
                  <a:pt x="10977" y="21152"/>
                </a:lnTo>
                <a:lnTo>
                  <a:pt x="11065" y="20920"/>
                </a:lnTo>
                <a:lnTo>
                  <a:pt x="11203" y="20688"/>
                </a:lnTo>
                <a:lnTo>
                  <a:pt x="11304" y="20443"/>
                </a:lnTo>
                <a:lnTo>
                  <a:pt x="11392" y="20211"/>
                </a:lnTo>
                <a:lnTo>
                  <a:pt x="11480" y="19979"/>
                </a:lnTo>
                <a:lnTo>
                  <a:pt x="11580" y="19746"/>
                </a:lnTo>
                <a:lnTo>
                  <a:pt x="11706" y="19514"/>
                </a:lnTo>
                <a:lnTo>
                  <a:pt x="11807" y="19269"/>
                </a:lnTo>
                <a:lnTo>
                  <a:pt x="11895" y="19037"/>
                </a:lnTo>
                <a:lnTo>
                  <a:pt x="11983" y="18805"/>
                </a:lnTo>
                <a:lnTo>
                  <a:pt x="12083" y="18573"/>
                </a:lnTo>
                <a:lnTo>
                  <a:pt x="12209" y="18328"/>
                </a:lnTo>
                <a:lnTo>
                  <a:pt x="12310" y="18095"/>
                </a:lnTo>
                <a:lnTo>
                  <a:pt x="12398" y="17863"/>
                </a:lnTo>
                <a:lnTo>
                  <a:pt x="12486" y="17631"/>
                </a:lnTo>
                <a:lnTo>
                  <a:pt x="12586" y="17399"/>
                </a:lnTo>
                <a:lnTo>
                  <a:pt x="12712" y="17154"/>
                </a:lnTo>
                <a:lnTo>
                  <a:pt x="12813" y="16922"/>
                </a:lnTo>
                <a:lnTo>
                  <a:pt x="12901" y="16690"/>
                </a:lnTo>
                <a:lnTo>
                  <a:pt x="12989" y="16457"/>
                </a:lnTo>
                <a:lnTo>
                  <a:pt x="13089" y="16212"/>
                </a:lnTo>
                <a:lnTo>
                  <a:pt x="13228" y="15980"/>
                </a:lnTo>
                <a:lnTo>
                  <a:pt x="13316" y="15748"/>
                </a:lnTo>
                <a:lnTo>
                  <a:pt x="13404" y="15516"/>
                </a:lnTo>
                <a:lnTo>
                  <a:pt x="13492" y="15284"/>
                </a:lnTo>
                <a:lnTo>
                  <a:pt x="13592" y="15090"/>
                </a:lnTo>
                <a:lnTo>
                  <a:pt x="13731" y="14858"/>
                </a:lnTo>
                <a:lnTo>
                  <a:pt x="13819" y="14626"/>
                </a:lnTo>
                <a:lnTo>
                  <a:pt x="13907" y="14381"/>
                </a:lnTo>
                <a:lnTo>
                  <a:pt x="13995" y="14149"/>
                </a:lnTo>
                <a:lnTo>
                  <a:pt x="14095" y="13916"/>
                </a:lnTo>
                <a:lnTo>
                  <a:pt x="14234" y="13684"/>
                </a:lnTo>
                <a:lnTo>
                  <a:pt x="14322" y="13439"/>
                </a:lnTo>
                <a:lnTo>
                  <a:pt x="14410" y="13207"/>
                </a:lnTo>
                <a:lnTo>
                  <a:pt x="14498" y="12975"/>
                </a:lnTo>
                <a:lnTo>
                  <a:pt x="14598" y="12743"/>
                </a:lnTo>
                <a:lnTo>
                  <a:pt x="14736" y="12511"/>
                </a:lnTo>
                <a:lnTo>
                  <a:pt x="14824" y="12266"/>
                </a:lnTo>
                <a:lnTo>
                  <a:pt x="14913" y="12033"/>
                </a:lnTo>
                <a:lnTo>
                  <a:pt x="15001" y="11801"/>
                </a:lnTo>
                <a:lnTo>
                  <a:pt x="15101" y="11569"/>
                </a:lnTo>
                <a:lnTo>
                  <a:pt x="15239" y="11324"/>
                </a:lnTo>
                <a:lnTo>
                  <a:pt x="15327" y="11092"/>
                </a:lnTo>
                <a:lnTo>
                  <a:pt x="15415" y="10860"/>
                </a:lnTo>
                <a:lnTo>
                  <a:pt x="15516" y="10627"/>
                </a:lnTo>
                <a:lnTo>
                  <a:pt x="15604" y="10395"/>
                </a:lnTo>
                <a:lnTo>
                  <a:pt x="15742" y="10150"/>
                </a:lnTo>
                <a:lnTo>
                  <a:pt x="15830" y="9918"/>
                </a:lnTo>
                <a:lnTo>
                  <a:pt x="15918" y="9686"/>
                </a:lnTo>
                <a:lnTo>
                  <a:pt x="16019" y="9454"/>
                </a:lnTo>
                <a:lnTo>
                  <a:pt x="16107" y="9209"/>
                </a:lnTo>
                <a:lnTo>
                  <a:pt x="16245" y="8977"/>
                </a:lnTo>
                <a:lnTo>
                  <a:pt x="16333" y="8744"/>
                </a:lnTo>
                <a:lnTo>
                  <a:pt x="16421" y="8512"/>
                </a:lnTo>
                <a:lnTo>
                  <a:pt x="16522" y="8280"/>
                </a:lnTo>
                <a:lnTo>
                  <a:pt x="16610" y="8035"/>
                </a:lnTo>
                <a:lnTo>
                  <a:pt x="16748" y="7803"/>
                </a:lnTo>
                <a:lnTo>
                  <a:pt x="16836" y="7571"/>
                </a:lnTo>
                <a:lnTo>
                  <a:pt x="16924" y="7287"/>
                </a:lnTo>
                <a:lnTo>
                  <a:pt x="17025" y="7055"/>
                </a:lnTo>
                <a:lnTo>
                  <a:pt x="17113" y="6823"/>
                </a:lnTo>
                <a:lnTo>
                  <a:pt x="17251" y="6577"/>
                </a:lnTo>
                <a:lnTo>
                  <a:pt x="17339" y="6345"/>
                </a:lnTo>
                <a:lnTo>
                  <a:pt x="17427" y="6113"/>
                </a:lnTo>
                <a:lnTo>
                  <a:pt x="17528" y="5881"/>
                </a:lnTo>
                <a:lnTo>
                  <a:pt x="17616" y="5636"/>
                </a:lnTo>
                <a:lnTo>
                  <a:pt x="17754" y="5404"/>
                </a:lnTo>
                <a:lnTo>
                  <a:pt x="17842" y="5172"/>
                </a:lnTo>
                <a:lnTo>
                  <a:pt x="17930" y="4939"/>
                </a:lnTo>
                <a:lnTo>
                  <a:pt x="18031" y="4707"/>
                </a:lnTo>
                <a:lnTo>
                  <a:pt x="18119" y="4462"/>
                </a:lnTo>
                <a:lnTo>
                  <a:pt x="18257" y="4230"/>
                </a:lnTo>
                <a:lnTo>
                  <a:pt x="18345" y="3998"/>
                </a:lnTo>
                <a:lnTo>
                  <a:pt x="18433" y="3766"/>
                </a:lnTo>
                <a:lnTo>
                  <a:pt x="18534" y="3521"/>
                </a:lnTo>
                <a:lnTo>
                  <a:pt x="18622" y="3288"/>
                </a:lnTo>
                <a:lnTo>
                  <a:pt x="18760" y="3056"/>
                </a:lnTo>
                <a:lnTo>
                  <a:pt x="18848" y="2824"/>
                </a:lnTo>
                <a:lnTo>
                  <a:pt x="18936" y="2592"/>
                </a:lnTo>
                <a:lnTo>
                  <a:pt x="19037" y="2347"/>
                </a:lnTo>
                <a:lnTo>
                  <a:pt x="19125" y="2115"/>
                </a:lnTo>
                <a:lnTo>
                  <a:pt x="19263" y="1883"/>
                </a:lnTo>
                <a:lnTo>
                  <a:pt x="19351" y="1650"/>
                </a:lnTo>
                <a:lnTo>
                  <a:pt x="19452" y="1405"/>
                </a:lnTo>
                <a:lnTo>
                  <a:pt x="19540" y="1173"/>
                </a:lnTo>
                <a:lnTo>
                  <a:pt x="19678" y="941"/>
                </a:lnTo>
                <a:lnTo>
                  <a:pt x="19766" y="709"/>
                </a:lnTo>
                <a:lnTo>
                  <a:pt x="19854" y="477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6312502" y="2899806"/>
            <a:ext cx="20043" cy="47941"/>
          </a:xfrm>
          <a:custGeom>
            <a:avLst/>
            <a:gdLst/>
            <a:ahLst/>
            <a:cxnLst/>
            <a:rect l="l" t="t" r="r" b="b"/>
            <a:pathLst>
              <a:path w="20043" h="47941">
                <a:moveTo>
                  <a:pt x="0" y="47941"/>
                </a:moveTo>
                <a:lnTo>
                  <a:pt x="138" y="47658"/>
                </a:lnTo>
                <a:lnTo>
                  <a:pt x="226" y="47426"/>
                </a:lnTo>
                <a:lnTo>
                  <a:pt x="314" y="47193"/>
                </a:lnTo>
                <a:lnTo>
                  <a:pt x="414" y="46961"/>
                </a:lnTo>
                <a:lnTo>
                  <a:pt x="502" y="46716"/>
                </a:lnTo>
                <a:lnTo>
                  <a:pt x="641" y="46484"/>
                </a:lnTo>
                <a:lnTo>
                  <a:pt x="729" y="46252"/>
                </a:lnTo>
                <a:lnTo>
                  <a:pt x="817" y="46020"/>
                </a:lnTo>
                <a:lnTo>
                  <a:pt x="917" y="45775"/>
                </a:lnTo>
                <a:lnTo>
                  <a:pt x="1005" y="45542"/>
                </a:lnTo>
                <a:lnTo>
                  <a:pt x="1144" y="45310"/>
                </a:lnTo>
                <a:lnTo>
                  <a:pt x="1232" y="45078"/>
                </a:lnTo>
                <a:lnTo>
                  <a:pt x="1320" y="44846"/>
                </a:lnTo>
                <a:lnTo>
                  <a:pt x="1420" y="44601"/>
                </a:lnTo>
                <a:lnTo>
                  <a:pt x="1508" y="44369"/>
                </a:lnTo>
                <a:lnTo>
                  <a:pt x="1647" y="44137"/>
                </a:lnTo>
                <a:lnTo>
                  <a:pt x="1735" y="43904"/>
                </a:lnTo>
                <a:lnTo>
                  <a:pt x="1823" y="43659"/>
                </a:lnTo>
                <a:lnTo>
                  <a:pt x="1923" y="43388"/>
                </a:lnTo>
                <a:lnTo>
                  <a:pt x="2011" y="43143"/>
                </a:lnTo>
                <a:lnTo>
                  <a:pt x="2150" y="42911"/>
                </a:lnTo>
                <a:lnTo>
                  <a:pt x="2238" y="42679"/>
                </a:lnTo>
                <a:lnTo>
                  <a:pt x="2326" y="42447"/>
                </a:lnTo>
                <a:lnTo>
                  <a:pt x="2426" y="42202"/>
                </a:lnTo>
                <a:lnTo>
                  <a:pt x="2514" y="41970"/>
                </a:lnTo>
                <a:lnTo>
                  <a:pt x="2653" y="41738"/>
                </a:lnTo>
                <a:lnTo>
                  <a:pt x="2741" y="41505"/>
                </a:lnTo>
                <a:lnTo>
                  <a:pt x="2841" y="41273"/>
                </a:lnTo>
                <a:lnTo>
                  <a:pt x="2929" y="41028"/>
                </a:lnTo>
                <a:lnTo>
                  <a:pt x="3017" y="40796"/>
                </a:lnTo>
                <a:lnTo>
                  <a:pt x="3156" y="40564"/>
                </a:lnTo>
                <a:lnTo>
                  <a:pt x="3244" y="40332"/>
                </a:lnTo>
                <a:lnTo>
                  <a:pt x="3344" y="40048"/>
                </a:lnTo>
                <a:lnTo>
                  <a:pt x="3432" y="39816"/>
                </a:lnTo>
                <a:lnTo>
                  <a:pt x="3520" y="39571"/>
                </a:lnTo>
                <a:lnTo>
                  <a:pt x="3659" y="39338"/>
                </a:lnTo>
                <a:lnTo>
                  <a:pt x="3747" y="39106"/>
                </a:lnTo>
                <a:lnTo>
                  <a:pt x="3847" y="38874"/>
                </a:lnTo>
                <a:lnTo>
                  <a:pt x="3935" y="38629"/>
                </a:lnTo>
                <a:lnTo>
                  <a:pt x="4023" y="38397"/>
                </a:lnTo>
                <a:lnTo>
                  <a:pt x="4162" y="38165"/>
                </a:lnTo>
                <a:lnTo>
                  <a:pt x="4250" y="37933"/>
                </a:lnTo>
                <a:lnTo>
                  <a:pt x="4350" y="37700"/>
                </a:lnTo>
                <a:lnTo>
                  <a:pt x="4438" y="37455"/>
                </a:lnTo>
                <a:lnTo>
                  <a:pt x="4526" y="37223"/>
                </a:lnTo>
                <a:lnTo>
                  <a:pt x="4665" y="36939"/>
                </a:lnTo>
                <a:lnTo>
                  <a:pt x="4753" y="36707"/>
                </a:lnTo>
                <a:lnTo>
                  <a:pt x="4853" y="36475"/>
                </a:lnTo>
                <a:lnTo>
                  <a:pt x="4941" y="36243"/>
                </a:lnTo>
                <a:lnTo>
                  <a:pt x="5029" y="35998"/>
                </a:lnTo>
                <a:lnTo>
                  <a:pt x="5168" y="35766"/>
                </a:lnTo>
                <a:lnTo>
                  <a:pt x="5256" y="35534"/>
                </a:lnTo>
                <a:lnTo>
                  <a:pt x="5356" y="35301"/>
                </a:lnTo>
                <a:lnTo>
                  <a:pt x="5444" y="35069"/>
                </a:lnTo>
                <a:lnTo>
                  <a:pt x="5532" y="34824"/>
                </a:lnTo>
                <a:lnTo>
                  <a:pt x="5670" y="34592"/>
                </a:lnTo>
                <a:lnTo>
                  <a:pt x="5758" y="34308"/>
                </a:lnTo>
                <a:lnTo>
                  <a:pt x="5859" y="34076"/>
                </a:lnTo>
                <a:lnTo>
                  <a:pt x="5947" y="33844"/>
                </a:lnTo>
                <a:lnTo>
                  <a:pt x="6035" y="33612"/>
                </a:lnTo>
                <a:lnTo>
                  <a:pt x="6173" y="33367"/>
                </a:lnTo>
                <a:lnTo>
                  <a:pt x="6261" y="33135"/>
                </a:lnTo>
                <a:lnTo>
                  <a:pt x="6362" y="32902"/>
                </a:lnTo>
                <a:lnTo>
                  <a:pt x="6450" y="32670"/>
                </a:lnTo>
                <a:lnTo>
                  <a:pt x="6538" y="32425"/>
                </a:lnTo>
                <a:lnTo>
                  <a:pt x="6676" y="32193"/>
                </a:lnTo>
                <a:lnTo>
                  <a:pt x="6777" y="31909"/>
                </a:lnTo>
                <a:lnTo>
                  <a:pt x="6865" y="31677"/>
                </a:lnTo>
                <a:lnTo>
                  <a:pt x="6953" y="31445"/>
                </a:lnTo>
                <a:lnTo>
                  <a:pt x="7041" y="31213"/>
                </a:lnTo>
                <a:lnTo>
                  <a:pt x="7179" y="30968"/>
                </a:lnTo>
                <a:lnTo>
                  <a:pt x="7280" y="30736"/>
                </a:lnTo>
                <a:lnTo>
                  <a:pt x="7368" y="30503"/>
                </a:lnTo>
                <a:lnTo>
                  <a:pt x="7456" y="30271"/>
                </a:lnTo>
                <a:lnTo>
                  <a:pt x="7544" y="30039"/>
                </a:lnTo>
                <a:lnTo>
                  <a:pt x="7682" y="29755"/>
                </a:lnTo>
                <a:lnTo>
                  <a:pt x="7783" y="29510"/>
                </a:lnTo>
                <a:lnTo>
                  <a:pt x="7871" y="29278"/>
                </a:lnTo>
                <a:lnTo>
                  <a:pt x="7959" y="29046"/>
                </a:lnTo>
                <a:lnTo>
                  <a:pt x="8047" y="28814"/>
                </a:lnTo>
                <a:lnTo>
                  <a:pt x="8185" y="28582"/>
                </a:lnTo>
                <a:lnTo>
                  <a:pt x="8286" y="28336"/>
                </a:lnTo>
                <a:lnTo>
                  <a:pt x="8374" y="28104"/>
                </a:lnTo>
                <a:lnTo>
                  <a:pt x="8462" y="27872"/>
                </a:lnTo>
                <a:lnTo>
                  <a:pt x="8550" y="27588"/>
                </a:lnTo>
                <a:lnTo>
                  <a:pt x="8688" y="27356"/>
                </a:lnTo>
                <a:lnTo>
                  <a:pt x="8789" y="27124"/>
                </a:lnTo>
                <a:lnTo>
                  <a:pt x="8877" y="26879"/>
                </a:lnTo>
                <a:lnTo>
                  <a:pt x="8965" y="26647"/>
                </a:lnTo>
                <a:lnTo>
                  <a:pt x="9066" y="26415"/>
                </a:lnTo>
                <a:lnTo>
                  <a:pt x="9191" y="26183"/>
                </a:lnTo>
                <a:lnTo>
                  <a:pt x="9292" y="25937"/>
                </a:lnTo>
                <a:lnTo>
                  <a:pt x="9380" y="25667"/>
                </a:lnTo>
                <a:lnTo>
                  <a:pt x="9468" y="25422"/>
                </a:lnTo>
                <a:lnTo>
                  <a:pt x="9568" y="25189"/>
                </a:lnTo>
                <a:lnTo>
                  <a:pt x="9694" y="24957"/>
                </a:lnTo>
                <a:lnTo>
                  <a:pt x="9795" y="24725"/>
                </a:lnTo>
                <a:lnTo>
                  <a:pt x="9883" y="24493"/>
                </a:lnTo>
                <a:lnTo>
                  <a:pt x="9971" y="24248"/>
                </a:lnTo>
                <a:lnTo>
                  <a:pt x="10071" y="24016"/>
                </a:lnTo>
                <a:lnTo>
                  <a:pt x="10210" y="23732"/>
                </a:lnTo>
                <a:lnTo>
                  <a:pt x="10298" y="23500"/>
                </a:lnTo>
                <a:lnTo>
                  <a:pt x="10386" y="23268"/>
                </a:lnTo>
                <a:lnTo>
                  <a:pt x="10474" y="23035"/>
                </a:lnTo>
                <a:lnTo>
                  <a:pt x="10574" y="22790"/>
                </a:lnTo>
                <a:lnTo>
                  <a:pt x="10713" y="22558"/>
                </a:lnTo>
                <a:lnTo>
                  <a:pt x="10801" y="22326"/>
                </a:lnTo>
                <a:lnTo>
                  <a:pt x="10889" y="22094"/>
                </a:lnTo>
                <a:lnTo>
                  <a:pt x="10977" y="21810"/>
                </a:lnTo>
                <a:lnTo>
                  <a:pt x="11077" y="21578"/>
                </a:lnTo>
                <a:lnTo>
                  <a:pt x="11216" y="21333"/>
                </a:lnTo>
                <a:lnTo>
                  <a:pt x="11304" y="21101"/>
                </a:lnTo>
                <a:lnTo>
                  <a:pt x="11392" y="20869"/>
                </a:lnTo>
                <a:lnTo>
                  <a:pt x="11480" y="20636"/>
                </a:lnTo>
                <a:lnTo>
                  <a:pt x="11580" y="20391"/>
                </a:lnTo>
                <a:lnTo>
                  <a:pt x="11719" y="20120"/>
                </a:lnTo>
                <a:lnTo>
                  <a:pt x="11807" y="19875"/>
                </a:lnTo>
                <a:lnTo>
                  <a:pt x="11895" y="19643"/>
                </a:lnTo>
                <a:lnTo>
                  <a:pt x="11983" y="19411"/>
                </a:lnTo>
                <a:lnTo>
                  <a:pt x="12083" y="19179"/>
                </a:lnTo>
                <a:lnTo>
                  <a:pt x="12222" y="18934"/>
                </a:lnTo>
                <a:lnTo>
                  <a:pt x="12310" y="18702"/>
                </a:lnTo>
                <a:lnTo>
                  <a:pt x="12398" y="18418"/>
                </a:lnTo>
                <a:lnTo>
                  <a:pt x="12486" y="18186"/>
                </a:lnTo>
                <a:lnTo>
                  <a:pt x="12586" y="17954"/>
                </a:lnTo>
                <a:lnTo>
                  <a:pt x="12725" y="17721"/>
                </a:lnTo>
                <a:lnTo>
                  <a:pt x="12813" y="17476"/>
                </a:lnTo>
                <a:lnTo>
                  <a:pt x="12901" y="17244"/>
                </a:lnTo>
                <a:lnTo>
                  <a:pt x="13001" y="17012"/>
                </a:lnTo>
                <a:lnTo>
                  <a:pt x="13089" y="16728"/>
                </a:lnTo>
                <a:lnTo>
                  <a:pt x="13228" y="16496"/>
                </a:lnTo>
                <a:lnTo>
                  <a:pt x="13316" y="16264"/>
                </a:lnTo>
                <a:lnTo>
                  <a:pt x="13404" y="16032"/>
                </a:lnTo>
                <a:lnTo>
                  <a:pt x="13504" y="15787"/>
                </a:lnTo>
                <a:lnTo>
                  <a:pt x="13592" y="15555"/>
                </a:lnTo>
                <a:lnTo>
                  <a:pt x="13731" y="15322"/>
                </a:lnTo>
                <a:lnTo>
                  <a:pt x="13819" y="15039"/>
                </a:lnTo>
                <a:lnTo>
                  <a:pt x="13907" y="14806"/>
                </a:lnTo>
                <a:lnTo>
                  <a:pt x="14007" y="14574"/>
                </a:lnTo>
                <a:lnTo>
                  <a:pt x="14095" y="14329"/>
                </a:lnTo>
                <a:lnTo>
                  <a:pt x="14234" y="14097"/>
                </a:lnTo>
                <a:lnTo>
                  <a:pt x="14322" y="13865"/>
                </a:lnTo>
                <a:lnTo>
                  <a:pt x="14410" y="13581"/>
                </a:lnTo>
                <a:lnTo>
                  <a:pt x="14510" y="13349"/>
                </a:lnTo>
                <a:lnTo>
                  <a:pt x="14598" y="13117"/>
                </a:lnTo>
                <a:lnTo>
                  <a:pt x="14736" y="12872"/>
                </a:lnTo>
                <a:lnTo>
                  <a:pt x="14824" y="12640"/>
                </a:lnTo>
                <a:lnTo>
                  <a:pt x="14913" y="12407"/>
                </a:lnTo>
                <a:lnTo>
                  <a:pt x="15013" y="12175"/>
                </a:lnTo>
                <a:lnTo>
                  <a:pt x="15101" y="11891"/>
                </a:lnTo>
                <a:lnTo>
                  <a:pt x="15239" y="11659"/>
                </a:lnTo>
                <a:lnTo>
                  <a:pt x="15327" y="11414"/>
                </a:lnTo>
                <a:lnTo>
                  <a:pt x="15415" y="11182"/>
                </a:lnTo>
                <a:lnTo>
                  <a:pt x="15516" y="10950"/>
                </a:lnTo>
                <a:lnTo>
                  <a:pt x="15604" y="10718"/>
                </a:lnTo>
                <a:lnTo>
                  <a:pt x="15742" y="10434"/>
                </a:lnTo>
                <a:lnTo>
                  <a:pt x="15830" y="10202"/>
                </a:lnTo>
                <a:lnTo>
                  <a:pt x="15918" y="9957"/>
                </a:lnTo>
                <a:lnTo>
                  <a:pt x="16019" y="9725"/>
                </a:lnTo>
                <a:lnTo>
                  <a:pt x="16107" y="9492"/>
                </a:lnTo>
                <a:lnTo>
                  <a:pt x="16245" y="9260"/>
                </a:lnTo>
                <a:lnTo>
                  <a:pt x="16333" y="8977"/>
                </a:lnTo>
                <a:lnTo>
                  <a:pt x="16434" y="8744"/>
                </a:lnTo>
                <a:lnTo>
                  <a:pt x="16522" y="8499"/>
                </a:lnTo>
                <a:lnTo>
                  <a:pt x="16610" y="8267"/>
                </a:lnTo>
                <a:lnTo>
                  <a:pt x="16748" y="8035"/>
                </a:lnTo>
                <a:lnTo>
                  <a:pt x="16836" y="7803"/>
                </a:lnTo>
                <a:lnTo>
                  <a:pt x="16937" y="7519"/>
                </a:lnTo>
                <a:lnTo>
                  <a:pt x="17025" y="7287"/>
                </a:lnTo>
                <a:lnTo>
                  <a:pt x="17113" y="7042"/>
                </a:lnTo>
                <a:lnTo>
                  <a:pt x="17251" y="6810"/>
                </a:lnTo>
                <a:lnTo>
                  <a:pt x="17339" y="6577"/>
                </a:lnTo>
                <a:lnTo>
                  <a:pt x="17440" y="6294"/>
                </a:lnTo>
                <a:lnTo>
                  <a:pt x="17528" y="6062"/>
                </a:lnTo>
                <a:lnTo>
                  <a:pt x="17616" y="5829"/>
                </a:lnTo>
                <a:lnTo>
                  <a:pt x="17754" y="5584"/>
                </a:lnTo>
                <a:lnTo>
                  <a:pt x="17842" y="5352"/>
                </a:lnTo>
                <a:lnTo>
                  <a:pt x="17943" y="5120"/>
                </a:lnTo>
                <a:lnTo>
                  <a:pt x="18031" y="4836"/>
                </a:lnTo>
                <a:lnTo>
                  <a:pt x="18119" y="4604"/>
                </a:lnTo>
                <a:lnTo>
                  <a:pt x="18257" y="4372"/>
                </a:lnTo>
                <a:lnTo>
                  <a:pt x="18345" y="4127"/>
                </a:lnTo>
                <a:lnTo>
                  <a:pt x="18446" y="3895"/>
                </a:lnTo>
                <a:lnTo>
                  <a:pt x="18534" y="3663"/>
                </a:lnTo>
                <a:lnTo>
                  <a:pt x="18622" y="3379"/>
                </a:lnTo>
                <a:lnTo>
                  <a:pt x="18760" y="3147"/>
                </a:lnTo>
                <a:lnTo>
                  <a:pt x="18848" y="2914"/>
                </a:lnTo>
                <a:lnTo>
                  <a:pt x="18949" y="2669"/>
                </a:lnTo>
                <a:lnTo>
                  <a:pt x="19037" y="2437"/>
                </a:lnTo>
                <a:lnTo>
                  <a:pt x="19125" y="2153"/>
                </a:lnTo>
                <a:lnTo>
                  <a:pt x="19263" y="1921"/>
                </a:lnTo>
                <a:lnTo>
                  <a:pt x="19351" y="1689"/>
                </a:lnTo>
                <a:lnTo>
                  <a:pt x="19452" y="1457"/>
                </a:lnTo>
                <a:lnTo>
                  <a:pt x="19540" y="1225"/>
                </a:lnTo>
                <a:lnTo>
                  <a:pt x="19628" y="941"/>
                </a:lnTo>
                <a:lnTo>
                  <a:pt x="19766" y="696"/>
                </a:lnTo>
                <a:lnTo>
                  <a:pt x="19854" y="464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6332545" y="2850923"/>
            <a:ext cx="20043" cy="48883"/>
          </a:xfrm>
          <a:custGeom>
            <a:avLst/>
            <a:gdLst/>
            <a:ahLst/>
            <a:cxnLst/>
            <a:rect l="l" t="t" r="r" b="b"/>
            <a:pathLst>
              <a:path w="20043" h="48883">
                <a:moveTo>
                  <a:pt x="0" y="48883"/>
                </a:moveTo>
                <a:lnTo>
                  <a:pt x="88" y="48651"/>
                </a:lnTo>
                <a:lnTo>
                  <a:pt x="226" y="48367"/>
                </a:lnTo>
                <a:lnTo>
                  <a:pt x="326" y="48122"/>
                </a:lnTo>
                <a:lnTo>
                  <a:pt x="414" y="47890"/>
                </a:lnTo>
                <a:lnTo>
                  <a:pt x="502" y="47658"/>
                </a:lnTo>
                <a:lnTo>
                  <a:pt x="590" y="47426"/>
                </a:lnTo>
                <a:lnTo>
                  <a:pt x="729" y="47142"/>
                </a:lnTo>
                <a:lnTo>
                  <a:pt x="829" y="46910"/>
                </a:lnTo>
                <a:lnTo>
                  <a:pt x="917" y="46665"/>
                </a:lnTo>
                <a:lnTo>
                  <a:pt x="1005" y="46432"/>
                </a:lnTo>
                <a:lnTo>
                  <a:pt x="1093" y="46200"/>
                </a:lnTo>
                <a:lnTo>
                  <a:pt x="1232" y="45916"/>
                </a:lnTo>
                <a:lnTo>
                  <a:pt x="1332" y="45684"/>
                </a:lnTo>
                <a:lnTo>
                  <a:pt x="1420" y="45452"/>
                </a:lnTo>
                <a:lnTo>
                  <a:pt x="1508" y="45207"/>
                </a:lnTo>
                <a:lnTo>
                  <a:pt x="1596" y="44975"/>
                </a:lnTo>
                <a:lnTo>
                  <a:pt x="1735" y="44691"/>
                </a:lnTo>
                <a:lnTo>
                  <a:pt x="1835" y="44459"/>
                </a:lnTo>
                <a:lnTo>
                  <a:pt x="1923" y="44227"/>
                </a:lnTo>
                <a:lnTo>
                  <a:pt x="2011" y="43995"/>
                </a:lnTo>
                <a:lnTo>
                  <a:pt x="2099" y="43763"/>
                </a:lnTo>
                <a:lnTo>
                  <a:pt x="2238" y="43479"/>
                </a:lnTo>
                <a:lnTo>
                  <a:pt x="2338" y="43234"/>
                </a:lnTo>
                <a:lnTo>
                  <a:pt x="2426" y="43002"/>
                </a:lnTo>
                <a:lnTo>
                  <a:pt x="2514" y="42769"/>
                </a:lnTo>
                <a:lnTo>
                  <a:pt x="2615" y="42537"/>
                </a:lnTo>
                <a:lnTo>
                  <a:pt x="2741" y="42253"/>
                </a:lnTo>
                <a:lnTo>
                  <a:pt x="2841" y="42021"/>
                </a:lnTo>
                <a:lnTo>
                  <a:pt x="2929" y="41776"/>
                </a:lnTo>
                <a:lnTo>
                  <a:pt x="3017" y="41544"/>
                </a:lnTo>
                <a:lnTo>
                  <a:pt x="3118" y="41312"/>
                </a:lnTo>
                <a:lnTo>
                  <a:pt x="3244" y="41028"/>
                </a:lnTo>
                <a:lnTo>
                  <a:pt x="3344" y="40796"/>
                </a:lnTo>
                <a:lnTo>
                  <a:pt x="3432" y="40564"/>
                </a:lnTo>
                <a:lnTo>
                  <a:pt x="3520" y="40319"/>
                </a:lnTo>
                <a:lnTo>
                  <a:pt x="3621" y="40087"/>
                </a:lnTo>
                <a:lnTo>
                  <a:pt x="3747" y="39803"/>
                </a:lnTo>
                <a:lnTo>
                  <a:pt x="3847" y="39571"/>
                </a:lnTo>
                <a:lnTo>
                  <a:pt x="3935" y="39338"/>
                </a:lnTo>
                <a:lnTo>
                  <a:pt x="4023" y="39106"/>
                </a:lnTo>
                <a:lnTo>
                  <a:pt x="4124" y="38861"/>
                </a:lnTo>
                <a:lnTo>
                  <a:pt x="4262" y="38590"/>
                </a:lnTo>
                <a:lnTo>
                  <a:pt x="4350" y="38345"/>
                </a:lnTo>
                <a:lnTo>
                  <a:pt x="4438" y="38113"/>
                </a:lnTo>
                <a:lnTo>
                  <a:pt x="4526" y="37881"/>
                </a:lnTo>
                <a:lnTo>
                  <a:pt x="4627" y="37649"/>
                </a:lnTo>
                <a:lnTo>
                  <a:pt x="4765" y="37365"/>
                </a:lnTo>
                <a:lnTo>
                  <a:pt x="4853" y="37133"/>
                </a:lnTo>
                <a:lnTo>
                  <a:pt x="4941" y="36888"/>
                </a:lnTo>
                <a:lnTo>
                  <a:pt x="5029" y="36656"/>
                </a:lnTo>
                <a:lnTo>
                  <a:pt x="5130" y="36372"/>
                </a:lnTo>
                <a:lnTo>
                  <a:pt x="5268" y="36140"/>
                </a:lnTo>
                <a:lnTo>
                  <a:pt x="5356" y="35908"/>
                </a:lnTo>
                <a:lnTo>
                  <a:pt x="5444" y="35675"/>
                </a:lnTo>
                <a:lnTo>
                  <a:pt x="5532" y="35430"/>
                </a:lnTo>
                <a:lnTo>
                  <a:pt x="5633" y="35160"/>
                </a:lnTo>
                <a:lnTo>
                  <a:pt x="5771" y="34914"/>
                </a:lnTo>
                <a:lnTo>
                  <a:pt x="5859" y="34682"/>
                </a:lnTo>
                <a:lnTo>
                  <a:pt x="5947" y="34450"/>
                </a:lnTo>
                <a:lnTo>
                  <a:pt x="6035" y="34218"/>
                </a:lnTo>
                <a:lnTo>
                  <a:pt x="6136" y="33934"/>
                </a:lnTo>
                <a:lnTo>
                  <a:pt x="6274" y="33702"/>
                </a:lnTo>
                <a:lnTo>
                  <a:pt x="6362" y="33457"/>
                </a:lnTo>
                <a:lnTo>
                  <a:pt x="6450" y="33225"/>
                </a:lnTo>
                <a:lnTo>
                  <a:pt x="6551" y="32941"/>
                </a:lnTo>
                <a:lnTo>
                  <a:pt x="6639" y="32709"/>
                </a:lnTo>
                <a:lnTo>
                  <a:pt x="6777" y="32477"/>
                </a:lnTo>
                <a:lnTo>
                  <a:pt x="6865" y="32245"/>
                </a:lnTo>
                <a:lnTo>
                  <a:pt x="6953" y="32000"/>
                </a:lnTo>
                <a:lnTo>
                  <a:pt x="7054" y="31729"/>
                </a:lnTo>
                <a:lnTo>
                  <a:pt x="7142" y="31484"/>
                </a:lnTo>
                <a:lnTo>
                  <a:pt x="7280" y="31251"/>
                </a:lnTo>
                <a:lnTo>
                  <a:pt x="7368" y="31019"/>
                </a:lnTo>
                <a:lnTo>
                  <a:pt x="7456" y="30736"/>
                </a:lnTo>
                <a:lnTo>
                  <a:pt x="7557" y="30503"/>
                </a:lnTo>
                <a:lnTo>
                  <a:pt x="7645" y="30271"/>
                </a:lnTo>
                <a:lnTo>
                  <a:pt x="7783" y="30026"/>
                </a:lnTo>
                <a:lnTo>
                  <a:pt x="7871" y="29794"/>
                </a:lnTo>
                <a:lnTo>
                  <a:pt x="7959" y="29510"/>
                </a:lnTo>
                <a:lnTo>
                  <a:pt x="8060" y="29278"/>
                </a:lnTo>
                <a:lnTo>
                  <a:pt x="8148" y="29046"/>
                </a:lnTo>
                <a:lnTo>
                  <a:pt x="8286" y="28814"/>
                </a:lnTo>
                <a:lnTo>
                  <a:pt x="8374" y="28530"/>
                </a:lnTo>
                <a:lnTo>
                  <a:pt x="8462" y="28285"/>
                </a:lnTo>
                <a:lnTo>
                  <a:pt x="8563" y="28053"/>
                </a:lnTo>
                <a:lnTo>
                  <a:pt x="8651" y="27821"/>
                </a:lnTo>
                <a:lnTo>
                  <a:pt x="8789" y="27588"/>
                </a:lnTo>
                <a:lnTo>
                  <a:pt x="8877" y="27305"/>
                </a:lnTo>
                <a:lnTo>
                  <a:pt x="8965" y="27072"/>
                </a:lnTo>
                <a:lnTo>
                  <a:pt x="9066" y="26840"/>
                </a:lnTo>
                <a:lnTo>
                  <a:pt x="9154" y="26595"/>
                </a:lnTo>
                <a:lnTo>
                  <a:pt x="9292" y="26311"/>
                </a:lnTo>
                <a:lnTo>
                  <a:pt x="9380" y="26079"/>
                </a:lnTo>
                <a:lnTo>
                  <a:pt x="9468" y="25847"/>
                </a:lnTo>
                <a:lnTo>
                  <a:pt x="9568" y="25615"/>
                </a:lnTo>
                <a:lnTo>
                  <a:pt x="9656" y="25383"/>
                </a:lnTo>
                <a:lnTo>
                  <a:pt x="9795" y="25099"/>
                </a:lnTo>
                <a:lnTo>
                  <a:pt x="9883" y="24854"/>
                </a:lnTo>
                <a:lnTo>
                  <a:pt x="9971" y="24622"/>
                </a:lnTo>
                <a:lnTo>
                  <a:pt x="10071" y="24390"/>
                </a:lnTo>
                <a:lnTo>
                  <a:pt x="10159" y="24106"/>
                </a:lnTo>
                <a:lnTo>
                  <a:pt x="10298" y="23874"/>
                </a:lnTo>
                <a:lnTo>
                  <a:pt x="10386" y="23642"/>
                </a:lnTo>
                <a:lnTo>
                  <a:pt x="10486" y="23397"/>
                </a:lnTo>
                <a:lnTo>
                  <a:pt x="10574" y="23126"/>
                </a:lnTo>
                <a:lnTo>
                  <a:pt x="10662" y="22881"/>
                </a:lnTo>
                <a:lnTo>
                  <a:pt x="10801" y="22648"/>
                </a:lnTo>
                <a:lnTo>
                  <a:pt x="10889" y="22416"/>
                </a:lnTo>
                <a:lnTo>
                  <a:pt x="10989" y="22184"/>
                </a:lnTo>
                <a:lnTo>
                  <a:pt x="11077" y="21900"/>
                </a:lnTo>
                <a:lnTo>
                  <a:pt x="11165" y="21668"/>
                </a:lnTo>
                <a:lnTo>
                  <a:pt x="11304" y="21423"/>
                </a:lnTo>
                <a:lnTo>
                  <a:pt x="11392" y="21191"/>
                </a:lnTo>
                <a:lnTo>
                  <a:pt x="11492" y="20907"/>
                </a:lnTo>
                <a:lnTo>
                  <a:pt x="11580" y="20675"/>
                </a:lnTo>
                <a:lnTo>
                  <a:pt x="11668" y="20443"/>
                </a:lnTo>
                <a:lnTo>
                  <a:pt x="11807" y="20211"/>
                </a:lnTo>
                <a:lnTo>
                  <a:pt x="11895" y="19927"/>
                </a:lnTo>
                <a:lnTo>
                  <a:pt x="11995" y="19695"/>
                </a:lnTo>
                <a:lnTo>
                  <a:pt x="12083" y="19450"/>
                </a:lnTo>
                <a:lnTo>
                  <a:pt x="12171" y="19218"/>
                </a:lnTo>
                <a:lnTo>
                  <a:pt x="12310" y="18934"/>
                </a:lnTo>
                <a:lnTo>
                  <a:pt x="12398" y="18702"/>
                </a:lnTo>
                <a:lnTo>
                  <a:pt x="12498" y="18469"/>
                </a:lnTo>
                <a:lnTo>
                  <a:pt x="12586" y="18237"/>
                </a:lnTo>
                <a:lnTo>
                  <a:pt x="12674" y="17992"/>
                </a:lnTo>
                <a:lnTo>
                  <a:pt x="12813" y="17708"/>
                </a:lnTo>
                <a:lnTo>
                  <a:pt x="12901" y="17476"/>
                </a:lnTo>
                <a:lnTo>
                  <a:pt x="13001" y="17244"/>
                </a:lnTo>
                <a:lnTo>
                  <a:pt x="13089" y="17012"/>
                </a:lnTo>
                <a:lnTo>
                  <a:pt x="13177" y="16728"/>
                </a:lnTo>
                <a:lnTo>
                  <a:pt x="13316" y="16496"/>
                </a:lnTo>
                <a:lnTo>
                  <a:pt x="13404" y="16264"/>
                </a:lnTo>
                <a:lnTo>
                  <a:pt x="13504" y="16019"/>
                </a:lnTo>
                <a:lnTo>
                  <a:pt x="13592" y="15735"/>
                </a:lnTo>
                <a:lnTo>
                  <a:pt x="13680" y="15503"/>
                </a:lnTo>
                <a:lnTo>
                  <a:pt x="13819" y="15271"/>
                </a:lnTo>
                <a:lnTo>
                  <a:pt x="13919" y="15039"/>
                </a:lnTo>
                <a:lnTo>
                  <a:pt x="14007" y="14755"/>
                </a:lnTo>
                <a:lnTo>
                  <a:pt x="14095" y="14523"/>
                </a:lnTo>
                <a:lnTo>
                  <a:pt x="14183" y="14278"/>
                </a:lnTo>
                <a:lnTo>
                  <a:pt x="14322" y="14045"/>
                </a:lnTo>
                <a:lnTo>
                  <a:pt x="14422" y="13762"/>
                </a:lnTo>
                <a:lnTo>
                  <a:pt x="14510" y="13530"/>
                </a:lnTo>
                <a:lnTo>
                  <a:pt x="14598" y="13297"/>
                </a:lnTo>
                <a:lnTo>
                  <a:pt x="14686" y="13065"/>
                </a:lnTo>
                <a:lnTo>
                  <a:pt x="14824" y="12781"/>
                </a:lnTo>
                <a:lnTo>
                  <a:pt x="14925" y="12549"/>
                </a:lnTo>
                <a:lnTo>
                  <a:pt x="15013" y="12304"/>
                </a:lnTo>
                <a:lnTo>
                  <a:pt x="15101" y="12072"/>
                </a:lnTo>
                <a:lnTo>
                  <a:pt x="15189" y="11788"/>
                </a:lnTo>
                <a:lnTo>
                  <a:pt x="15327" y="11556"/>
                </a:lnTo>
                <a:lnTo>
                  <a:pt x="15428" y="11324"/>
                </a:lnTo>
                <a:lnTo>
                  <a:pt x="15516" y="11092"/>
                </a:lnTo>
                <a:lnTo>
                  <a:pt x="15604" y="10847"/>
                </a:lnTo>
                <a:lnTo>
                  <a:pt x="15692" y="10576"/>
                </a:lnTo>
                <a:lnTo>
                  <a:pt x="15830" y="10331"/>
                </a:lnTo>
                <a:lnTo>
                  <a:pt x="15931" y="10099"/>
                </a:lnTo>
                <a:lnTo>
                  <a:pt x="16019" y="9866"/>
                </a:lnTo>
                <a:lnTo>
                  <a:pt x="16107" y="9583"/>
                </a:lnTo>
                <a:lnTo>
                  <a:pt x="16195" y="9351"/>
                </a:lnTo>
                <a:lnTo>
                  <a:pt x="16333" y="9118"/>
                </a:lnTo>
                <a:lnTo>
                  <a:pt x="16434" y="8873"/>
                </a:lnTo>
                <a:lnTo>
                  <a:pt x="16522" y="8590"/>
                </a:lnTo>
                <a:lnTo>
                  <a:pt x="16610" y="8357"/>
                </a:lnTo>
                <a:lnTo>
                  <a:pt x="16711" y="8125"/>
                </a:lnTo>
                <a:lnTo>
                  <a:pt x="16836" y="7893"/>
                </a:lnTo>
                <a:lnTo>
                  <a:pt x="16937" y="7609"/>
                </a:lnTo>
                <a:lnTo>
                  <a:pt x="17025" y="7377"/>
                </a:lnTo>
                <a:lnTo>
                  <a:pt x="17113" y="7132"/>
                </a:lnTo>
                <a:lnTo>
                  <a:pt x="17214" y="6900"/>
                </a:lnTo>
                <a:lnTo>
                  <a:pt x="17339" y="6616"/>
                </a:lnTo>
                <a:lnTo>
                  <a:pt x="17440" y="6384"/>
                </a:lnTo>
                <a:lnTo>
                  <a:pt x="17528" y="6152"/>
                </a:lnTo>
                <a:lnTo>
                  <a:pt x="17616" y="5920"/>
                </a:lnTo>
                <a:lnTo>
                  <a:pt x="17717" y="5636"/>
                </a:lnTo>
                <a:lnTo>
                  <a:pt x="17855" y="5404"/>
                </a:lnTo>
                <a:lnTo>
                  <a:pt x="17943" y="5159"/>
                </a:lnTo>
                <a:lnTo>
                  <a:pt x="18031" y="4927"/>
                </a:lnTo>
                <a:lnTo>
                  <a:pt x="18119" y="4643"/>
                </a:lnTo>
                <a:lnTo>
                  <a:pt x="18220" y="4411"/>
                </a:lnTo>
                <a:lnTo>
                  <a:pt x="18358" y="4178"/>
                </a:lnTo>
                <a:lnTo>
                  <a:pt x="18446" y="3946"/>
                </a:lnTo>
                <a:lnTo>
                  <a:pt x="18534" y="3663"/>
                </a:lnTo>
                <a:lnTo>
                  <a:pt x="18622" y="3430"/>
                </a:lnTo>
                <a:lnTo>
                  <a:pt x="18723" y="3185"/>
                </a:lnTo>
                <a:lnTo>
                  <a:pt x="18861" y="2953"/>
                </a:lnTo>
                <a:lnTo>
                  <a:pt x="18949" y="2669"/>
                </a:lnTo>
                <a:lnTo>
                  <a:pt x="19037" y="2437"/>
                </a:lnTo>
                <a:lnTo>
                  <a:pt x="19125" y="2205"/>
                </a:lnTo>
                <a:lnTo>
                  <a:pt x="19225" y="1973"/>
                </a:lnTo>
                <a:lnTo>
                  <a:pt x="19364" y="1689"/>
                </a:lnTo>
                <a:lnTo>
                  <a:pt x="19452" y="1457"/>
                </a:lnTo>
                <a:lnTo>
                  <a:pt x="19540" y="1212"/>
                </a:lnTo>
                <a:lnTo>
                  <a:pt x="19628" y="980"/>
                </a:lnTo>
                <a:lnTo>
                  <a:pt x="19728" y="696"/>
                </a:lnTo>
                <a:lnTo>
                  <a:pt x="19867" y="464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6352588" y="2838554"/>
            <a:ext cx="5042" cy="12369"/>
          </a:xfrm>
          <a:custGeom>
            <a:avLst/>
            <a:gdLst/>
            <a:ahLst/>
            <a:cxnLst/>
            <a:rect l="l" t="t" r="r" b="b"/>
            <a:pathLst>
              <a:path w="5042" h="12369">
                <a:moveTo>
                  <a:pt x="0" y="12369"/>
                </a:moveTo>
                <a:lnTo>
                  <a:pt x="100" y="12085"/>
                </a:lnTo>
                <a:lnTo>
                  <a:pt x="188" y="11840"/>
                </a:lnTo>
                <a:lnTo>
                  <a:pt x="326" y="11608"/>
                </a:lnTo>
                <a:lnTo>
                  <a:pt x="414" y="11376"/>
                </a:lnTo>
                <a:lnTo>
                  <a:pt x="502" y="11092"/>
                </a:lnTo>
                <a:lnTo>
                  <a:pt x="603" y="10860"/>
                </a:lnTo>
                <a:lnTo>
                  <a:pt x="691" y="10627"/>
                </a:lnTo>
                <a:lnTo>
                  <a:pt x="829" y="10382"/>
                </a:lnTo>
                <a:lnTo>
                  <a:pt x="917" y="10112"/>
                </a:lnTo>
                <a:lnTo>
                  <a:pt x="1005" y="9866"/>
                </a:lnTo>
                <a:lnTo>
                  <a:pt x="1106" y="9634"/>
                </a:lnTo>
                <a:lnTo>
                  <a:pt x="1194" y="9402"/>
                </a:lnTo>
                <a:lnTo>
                  <a:pt x="1332" y="9118"/>
                </a:lnTo>
                <a:lnTo>
                  <a:pt x="1420" y="8886"/>
                </a:lnTo>
                <a:lnTo>
                  <a:pt x="1508" y="8654"/>
                </a:lnTo>
                <a:lnTo>
                  <a:pt x="1609" y="8409"/>
                </a:lnTo>
                <a:lnTo>
                  <a:pt x="1697" y="8138"/>
                </a:lnTo>
                <a:lnTo>
                  <a:pt x="1835" y="7893"/>
                </a:lnTo>
                <a:lnTo>
                  <a:pt x="1923" y="7661"/>
                </a:lnTo>
                <a:lnTo>
                  <a:pt x="2011" y="7429"/>
                </a:lnTo>
                <a:lnTo>
                  <a:pt x="2112" y="7145"/>
                </a:lnTo>
                <a:lnTo>
                  <a:pt x="2200" y="6913"/>
                </a:lnTo>
                <a:lnTo>
                  <a:pt x="2338" y="6681"/>
                </a:lnTo>
                <a:lnTo>
                  <a:pt x="2426" y="6436"/>
                </a:lnTo>
                <a:lnTo>
                  <a:pt x="2514" y="6152"/>
                </a:lnTo>
                <a:lnTo>
                  <a:pt x="2615" y="5920"/>
                </a:lnTo>
                <a:lnTo>
                  <a:pt x="2703" y="5688"/>
                </a:lnTo>
                <a:lnTo>
                  <a:pt x="2841" y="5455"/>
                </a:lnTo>
                <a:lnTo>
                  <a:pt x="2929" y="5172"/>
                </a:lnTo>
                <a:lnTo>
                  <a:pt x="3017" y="4939"/>
                </a:lnTo>
                <a:lnTo>
                  <a:pt x="3118" y="4694"/>
                </a:lnTo>
                <a:lnTo>
                  <a:pt x="3206" y="4462"/>
                </a:lnTo>
                <a:lnTo>
                  <a:pt x="3344" y="4178"/>
                </a:lnTo>
                <a:lnTo>
                  <a:pt x="3432" y="3946"/>
                </a:lnTo>
                <a:lnTo>
                  <a:pt x="3520" y="3714"/>
                </a:lnTo>
                <a:lnTo>
                  <a:pt x="3621" y="3482"/>
                </a:lnTo>
                <a:lnTo>
                  <a:pt x="3709" y="3198"/>
                </a:lnTo>
                <a:lnTo>
                  <a:pt x="3847" y="2966"/>
                </a:lnTo>
                <a:lnTo>
                  <a:pt x="3935" y="2721"/>
                </a:lnTo>
                <a:lnTo>
                  <a:pt x="4036" y="2489"/>
                </a:lnTo>
                <a:lnTo>
                  <a:pt x="4124" y="2205"/>
                </a:lnTo>
                <a:lnTo>
                  <a:pt x="4212" y="1973"/>
                </a:lnTo>
                <a:lnTo>
                  <a:pt x="4350" y="1741"/>
                </a:lnTo>
                <a:lnTo>
                  <a:pt x="4438" y="1509"/>
                </a:lnTo>
                <a:lnTo>
                  <a:pt x="4539" y="1225"/>
                </a:lnTo>
                <a:lnTo>
                  <a:pt x="4627" y="993"/>
                </a:lnTo>
                <a:lnTo>
                  <a:pt x="4715" y="748"/>
                </a:lnTo>
                <a:lnTo>
                  <a:pt x="4853" y="515"/>
                </a:lnTo>
                <a:lnTo>
                  <a:pt x="4941" y="232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316270" y="4156051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316270" y="4156051"/>
            <a:ext cx="19954" cy="48654"/>
          </a:xfrm>
          <a:custGeom>
            <a:avLst/>
            <a:gdLst/>
            <a:ahLst/>
            <a:cxnLst/>
            <a:rect l="l" t="t" r="r" b="b"/>
            <a:pathLst>
              <a:path w="19954" h="48654">
                <a:moveTo>
                  <a:pt x="0" y="0"/>
                </a:moveTo>
                <a:lnTo>
                  <a:pt x="91" y="231"/>
                </a:lnTo>
                <a:lnTo>
                  <a:pt x="183" y="514"/>
                </a:lnTo>
                <a:lnTo>
                  <a:pt x="320" y="746"/>
                </a:lnTo>
                <a:lnTo>
                  <a:pt x="412" y="991"/>
                </a:lnTo>
                <a:lnTo>
                  <a:pt x="502" y="1223"/>
                </a:lnTo>
                <a:lnTo>
                  <a:pt x="594" y="1506"/>
                </a:lnTo>
                <a:lnTo>
                  <a:pt x="686" y="1738"/>
                </a:lnTo>
                <a:lnTo>
                  <a:pt x="823" y="1969"/>
                </a:lnTo>
                <a:lnTo>
                  <a:pt x="915" y="2201"/>
                </a:lnTo>
                <a:lnTo>
                  <a:pt x="1007" y="2484"/>
                </a:lnTo>
                <a:lnTo>
                  <a:pt x="1098" y="2716"/>
                </a:lnTo>
                <a:lnTo>
                  <a:pt x="1189" y="2961"/>
                </a:lnTo>
                <a:lnTo>
                  <a:pt x="1327" y="3192"/>
                </a:lnTo>
                <a:lnTo>
                  <a:pt x="1418" y="3476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71"/>
                </a:lnTo>
                <a:lnTo>
                  <a:pt x="1830" y="4454"/>
                </a:lnTo>
                <a:lnTo>
                  <a:pt x="1922" y="4686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446"/>
                </a:lnTo>
                <a:lnTo>
                  <a:pt x="2333" y="5677"/>
                </a:lnTo>
                <a:lnTo>
                  <a:pt x="2425" y="5909"/>
                </a:lnTo>
                <a:lnTo>
                  <a:pt x="2517" y="6141"/>
                </a:lnTo>
                <a:lnTo>
                  <a:pt x="2609" y="6424"/>
                </a:lnTo>
                <a:lnTo>
                  <a:pt x="2699" y="6669"/>
                </a:lnTo>
                <a:lnTo>
                  <a:pt x="2838" y="6900"/>
                </a:lnTo>
                <a:lnTo>
                  <a:pt x="2928" y="7132"/>
                </a:lnTo>
                <a:lnTo>
                  <a:pt x="3020" y="7415"/>
                </a:lnTo>
                <a:lnTo>
                  <a:pt x="3112" y="7647"/>
                </a:lnTo>
                <a:lnTo>
                  <a:pt x="3203" y="7879"/>
                </a:lnTo>
                <a:lnTo>
                  <a:pt x="3340" y="8124"/>
                </a:lnTo>
                <a:lnTo>
                  <a:pt x="3432" y="8394"/>
                </a:lnTo>
                <a:lnTo>
                  <a:pt x="3524" y="8639"/>
                </a:lnTo>
                <a:lnTo>
                  <a:pt x="3615" y="8870"/>
                </a:lnTo>
                <a:lnTo>
                  <a:pt x="3706" y="9102"/>
                </a:lnTo>
                <a:lnTo>
                  <a:pt x="3843" y="9385"/>
                </a:lnTo>
                <a:lnTo>
                  <a:pt x="3935" y="9617"/>
                </a:lnTo>
                <a:lnTo>
                  <a:pt x="4027" y="9849"/>
                </a:lnTo>
                <a:lnTo>
                  <a:pt x="4119" y="10093"/>
                </a:lnTo>
                <a:lnTo>
                  <a:pt x="4211" y="10364"/>
                </a:lnTo>
                <a:lnTo>
                  <a:pt x="4348" y="10608"/>
                </a:lnTo>
                <a:lnTo>
                  <a:pt x="4439" y="10840"/>
                </a:lnTo>
                <a:lnTo>
                  <a:pt x="4530" y="11072"/>
                </a:lnTo>
                <a:lnTo>
                  <a:pt x="4622" y="11355"/>
                </a:lnTo>
                <a:lnTo>
                  <a:pt x="4714" y="11587"/>
                </a:lnTo>
                <a:lnTo>
                  <a:pt x="4851" y="11819"/>
                </a:lnTo>
                <a:lnTo>
                  <a:pt x="4942" y="12063"/>
                </a:lnTo>
                <a:lnTo>
                  <a:pt x="5034" y="12347"/>
                </a:lnTo>
                <a:lnTo>
                  <a:pt x="5126" y="12578"/>
                </a:lnTo>
                <a:lnTo>
                  <a:pt x="5217" y="12810"/>
                </a:lnTo>
                <a:lnTo>
                  <a:pt x="5355" y="13042"/>
                </a:lnTo>
                <a:lnTo>
                  <a:pt x="5445" y="13325"/>
                </a:lnTo>
                <a:lnTo>
                  <a:pt x="5537" y="13557"/>
                </a:lnTo>
                <a:lnTo>
                  <a:pt x="5629" y="13801"/>
                </a:lnTo>
                <a:lnTo>
                  <a:pt x="5721" y="14033"/>
                </a:lnTo>
                <a:lnTo>
                  <a:pt x="5858" y="14316"/>
                </a:lnTo>
                <a:lnTo>
                  <a:pt x="5950" y="14548"/>
                </a:lnTo>
                <a:lnTo>
                  <a:pt x="6040" y="14780"/>
                </a:lnTo>
                <a:lnTo>
                  <a:pt x="6132" y="15012"/>
                </a:lnTo>
                <a:lnTo>
                  <a:pt x="6224" y="15295"/>
                </a:lnTo>
                <a:lnTo>
                  <a:pt x="6361" y="15527"/>
                </a:lnTo>
                <a:lnTo>
                  <a:pt x="6453" y="15771"/>
                </a:lnTo>
                <a:lnTo>
                  <a:pt x="6544" y="16003"/>
                </a:lnTo>
                <a:lnTo>
                  <a:pt x="6636" y="16286"/>
                </a:lnTo>
                <a:lnTo>
                  <a:pt x="6727" y="16518"/>
                </a:lnTo>
                <a:lnTo>
                  <a:pt x="6865" y="16750"/>
                </a:lnTo>
                <a:lnTo>
                  <a:pt x="6956" y="16982"/>
                </a:lnTo>
                <a:lnTo>
                  <a:pt x="7047" y="17265"/>
                </a:lnTo>
                <a:lnTo>
                  <a:pt x="7139" y="17497"/>
                </a:lnTo>
                <a:lnTo>
                  <a:pt x="7231" y="17741"/>
                </a:lnTo>
                <a:lnTo>
                  <a:pt x="7368" y="17973"/>
                </a:lnTo>
                <a:lnTo>
                  <a:pt x="7460" y="18256"/>
                </a:lnTo>
                <a:lnTo>
                  <a:pt x="7552" y="18488"/>
                </a:lnTo>
                <a:lnTo>
                  <a:pt x="7642" y="18720"/>
                </a:lnTo>
                <a:lnTo>
                  <a:pt x="7734" y="18951"/>
                </a:lnTo>
                <a:lnTo>
                  <a:pt x="7871" y="19235"/>
                </a:lnTo>
                <a:lnTo>
                  <a:pt x="7963" y="19466"/>
                </a:lnTo>
                <a:lnTo>
                  <a:pt x="8055" y="19711"/>
                </a:lnTo>
                <a:lnTo>
                  <a:pt x="8146" y="19943"/>
                </a:lnTo>
                <a:lnTo>
                  <a:pt x="8238" y="20226"/>
                </a:lnTo>
                <a:lnTo>
                  <a:pt x="8375" y="20458"/>
                </a:lnTo>
                <a:lnTo>
                  <a:pt x="8467" y="20690"/>
                </a:lnTo>
                <a:lnTo>
                  <a:pt x="8558" y="20921"/>
                </a:lnTo>
                <a:lnTo>
                  <a:pt x="8649" y="21205"/>
                </a:lnTo>
                <a:lnTo>
                  <a:pt x="8741" y="21449"/>
                </a:lnTo>
                <a:lnTo>
                  <a:pt x="8878" y="21681"/>
                </a:lnTo>
                <a:lnTo>
                  <a:pt x="8970" y="21913"/>
                </a:lnTo>
                <a:lnTo>
                  <a:pt x="9062" y="22196"/>
                </a:lnTo>
                <a:lnTo>
                  <a:pt x="9152" y="22428"/>
                </a:lnTo>
                <a:lnTo>
                  <a:pt x="9244" y="22659"/>
                </a:lnTo>
                <a:lnTo>
                  <a:pt x="9381" y="22904"/>
                </a:lnTo>
                <a:lnTo>
                  <a:pt x="9473" y="23174"/>
                </a:lnTo>
                <a:lnTo>
                  <a:pt x="9565" y="23419"/>
                </a:lnTo>
                <a:lnTo>
                  <a:pt x="9657" y="23651"/>
                </a:lnTo>
                <a:lnTo>
                  <a:pt x="9748" y="23883"/>
                </a:lnTo>
                <a:lnTo>
                  <a:pt x="9885" y="24114"/>
                </a:lnTo>
                <a:lnTo>
                  <a:pt x="9977" y="24398"/>
                </a:lnTo>
                <a:lnTo>
                  <a:pt x="10068" y="24629"/>
                </a:lnTo>
                <a:lnTo>
                  <a:pt x="10159" y="24874"/>
                </a:lnTo>
                <a:lnTo>
                  <a:pt x="10251" y="25106"/>
                </a:lnTo>
                <a:lnTo>
                  <a:pt x="10388" y="25389"/>
                </a:lnTo>
                <a:lnTo>
                  <a:pt x="10480" y="25621"/>
                </a:lnTo>
                <a:lnTo>
                  <a:pt x="10572" y="25852"/>
                </a:lnTo>
                <a:lnTo>
                  <a:pt x="10664" y="26084"/>
                </a:lnTo>
                <a:lnTo>
                  <a:pt x="10754" y="26367"/>
                </a:lnTo>
                <a:lnTo>
                  <a:pt x="10893" y="26599"/>
                </a:lnTo>
                <a:lnTo>
                  <a:pt x="10983" y="26844"/>
                </a:lnTo>
                <a:lnTo>
                  <a:pt x="11075" y="27076"/>
                </a:lnTo>
                <a:lnTo>
                  <a:pt x="11167" y="27359"/>
                </a:lnTo>
                <a:lnTo>
                  <a:pt x="11258" y="27591"/>
                </a:lnTo>
                <a:lnTo>
                  <a:pt x="11396" y="27822"/>
                </a:lnTo>
                <a:lnTo>
                  <a:pt x="11487" y="28054"/>
                </a:lnTo>
                <a:lnTo>
                  <a:pt x="11579" y="28337"/>
                </a:lnTo>
                <a:lnTo>
                  <a:pt x="11670" y="28582"/>
                </a:lnTo>
                <a:lnTo>
                  <a:pt x="11761" y="28814"/>
                </a:lnTo>
                <a:lnTo>
                  <a:pt x="11898" y="29045"/>
                </a:lnTo>
                <a:lnTo>
                  <a:pt x="11990" y="29329"/>
                </a:lnTo>
                <a:lnTo>
                  <a:pt x="12082" y="29560"/>
                </a:lnTo>
                <a:lnTo>
                  <a:pt x="12174" y="29792"/>
                </a:lnTo>
                <a:lnTo>
                  <a:pt x="12264" y="30024"/>
                </a:lnTo>
                <a:lnTo>
                  <a:pt x="12403" y="30307"/>
                </a:lnTo>
                <a:lnTo>
                  <a:pt x="12493" y="30552"/>
                </a:lnTo>
                <a:lnTo>
                  <a:pt x="12585" y="30784"/>
                </a:lnTo>
                <a:lnTo>
                  <a:pt x="12677" y="31015"/>
                </a:lnTo>
                <a:lnTo>
                  <a:pt x="12769" y="31247"/>
                </a:lnTo>
                <a:lnTo>
                  <a:pt x="12906" y="31530"/>
                </a:lnTo>
                <a:lnTo>
                  <a:pt x="12997" y="31762"/>
                </a:lnTo>
                <a:lnTo>
                  <a:pt x="13089" y="32007"/>
                </a:lnTo>
                <a:lnTo>
                  <a:pt x="13180" y="32238"/>
                </a:lnTo>
                <a:lnTo>
                  <a:pt x="13272" y="32522"/>
                </a:lnTo>
                <a:lnTo>
                  <a:pt x="13409" y="32753"/>
                </a:lnTo>
                <a:lnTo>
                  <a:pt x="13500" y="32985"/>
                </a:lnTo>
                <a:lnTo>
                  <a:pt x="13592" y="33217"/>
                </a:lnTo>
                <a:lnTo>
                  <a:pt x="13684" y="33500"/>
                </a:lnTo>
                <a:lnTo>
                  <a:pt x="13776" y="33732"/>
                </a:lnTo>
                <a:lnTo>
                  <a:pt x="13913" y="33977"/>
                </a:lnTo>
                <a:lnTo>
                  <a:pt x="14005" y="34208"/>
                </a:lnTo>
                <a:lnTo>
                  <a:pt x="14095" y="34492"/>
                </a:lnTo>
                <a:lnTo>
                  <a:pt x="14187" y="34723"/>
                </a:lnTo>
                <a:lnTo>
                  <a:pt x="14279" y="34955"/>
                </a:lnTo>
                <a:lnTo>
                  <a:pt x="14416" y="35187"/>
                </a:lnTo>
                <a:lnTo>
                  <a:pt x="14508" y="35431"/>
                </a:lnTo>
                <a:lnTo>
                  <a:pt x="14599" y="35702"/>
                </a:lnTo>
                <a:lnTo>
                  <a:pt x="14691" y="35946"/>
                </a:lnTo>
                <a:lnTo>
                  <a:pt x="14782" y="36178"/>
                </a:lnTo>
                <a:lnTo>
                  <a:pt x="14920" y="36410"/>
                </a:lnTo>
                <a:lnTo>
                  <a:pt x="15011" y="36693"/>
                </a:lnTo>
                <a:lnTo>
                  <a:pt x="15102" y="36925"/>
                </a:lnTo>
                <a:lnTo>
                  <a:pt x="15194" y="37157"/>
                </a:lnTo>
                <a:lnTo>
                  <a:pt x="15286" y="37401"/>
                </a:lnTo>
                <a:lnTo>
                  <a:pt x="15423" y="37685"/>
                </a:lnTo>
                <a:lnTo>
                  <a:pt x="15515" y="37916"/>
                </a:lnTo>
                <a:lnTo>
                  <a:pt x="15605" y="38148"/>
                </a:lnTo>
                <a:lnTo>
                  <a:pt x="15697" y="38380"/>
                </a:lnTo>
                <a:lnTo>
                  <a:pt x="15789" y="38612"/>
                </a:lnTo>
                <a:lnTo>
                  <a:pt x="15926" y="38895"/>
                </a:lnTo>
                <a:lnTo>
                  <a:pt x="16018" y="39139"/>
                </a:lnTo>
                <a:lnTo>
                  <a:pt x="16110" y="39371"/>
                </a:lnTo>
                <a:lnTo>
                  <a:pt x="16201" y="39603"/>
                </a:lnTo>
                <a:lnTo>
                  <a:pt x="16292" y="39886"/>
                </a:lnTo>
                <a:lnTo>
                  <a:pt x="16430" y="40118"/>
                </a:lnTo>
                <a:lnTo>
                  <a:pt x="16521" y="40350"/>
                </a:lnTo>
                <a:lnTo>
                  <a:pt x="16613" y="40581"/>
                </a:lnTo>
                <a:lnTo>
                  <a:pt x="16704" y="40826"/>
                </a:lnTo>
                <a:lnTo>
                  <a:pt x="16796" y="41109"/>
                </a:lnTo>
                <a:lnTo>
                  <a:pt x="16933" y="41341"/>
                </a:lnTo>
                <a:lnTo>
                  <a:pt x="17025" y="41573"/>
                </a:lnTo>
                <a:lnTo>
                  <a:pt x="17117" y="41805"/>
                </a:lnTo>
                <a:lnTo>
                  <a:pt x="17207" y="42088"/>
                </a:lnTo>
                <a:lnTo>
                  <a:pt x="17299" y="42320"/>
                </a:lnTo>
                <a:lnTo>
                  <a:pt x="17436" y="42564"/>
                </a:lnTo>
                <a:lnTo>
                  <a:pt x="17528" y="42796"/>
                </a:lnTo>
                <a:lnTo>
                  <a:pt x="17620" y="43028"/>
                </a:lnTo>
                <a:lnTo>
                  <a:pt x="17712" y="43311"/>
                </a:lnTo>
                <a:lnTo>
                  <a:pt x="17803" y="43543"/>
                </a:lnTo>
                <a:lnTo>
                  <a:pt x="17940" y="43774"/>
                </a:lnTo>
                <a:lnTo>
                  <a:pt x="18032" y="44019"/>
                </a:lnTo>
                <a:lnTo>
                  <a:pt x="18123" y="44289"/>
                </a:lnTo>
                <a:lnTo>
                  <a:pt x="18215" y="44534"/>
                </a:lnTo>
                <a:lnTo>
                  <a:pt x="18306" y="44766"/>
                </a:lnTo>
                <a:lnTo>
                  <a:pt x="18443" y="44998"/>
                </a:lnTo>
                <a:lnTo>
                  <a:pt x="18535" y="45229"/>
                </a:lnTo>
                <a:lnTo>
                  <a:pt x="18627" y="45513"/>
                </a:lnTo>
                <a:lnTo>
                  <a:pt x="18717" y="45744"/>
                </a:lnTo>
                <a:lnTo>
                  <a:pt x="18809" y="45989"/>
                </a:lnTo>
                <a:lnTo>
                  <a:pt x="18946" y="46221"/>
                </a:lnTo>
                <a:lnTo>
                  <a:pt x="19038" y="46504"/>
                </a:lnTo>
                <a:lnTo>
                  <a:pt x="19130" y="46736"/>
                </a:lnTo>
                <a:lnTo>
                  <a:pt x="19222" y="46967"/>
                </a:lnTo>
                <a:lnTo>
                  <a:pt x="19314" y="47199"/>
                </a:lnTo>
                <a:lnTo>
                  <a:pt x="19451" y="47444"/>
                </a:lnTo>
                <a:lnTo>
                  <a:pt x="19542" y="47714"/>
                </a:lnTo>
                <a:lnTo>
                  <a:pt x="19633" y="47959"/>
                </a:lnTo>
                <a:lnTo>
                  <a:pt x="19725" y="48191"/>
                </a:lnTo>
                <a:lnTo>
                  <a:pt x="19816" y="48422"/>
                </a:lnTo>
                <a:lnTo>
                  <a:pt x="19954" y="4865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336224" y="4204705"/>
            <a:ext cx="20000" cy="48191"/>
          </a:xfrm>
          <a:custGeom>
            <a:avLst/>
            <a:gdLst/>
            <a:ahLst/>
            <a:cxnLst/>
            <a:rect l="l" t="t" r="r" b="b"/>
            <a:pathLst>
              <a:path w="20000" h="48191">
                <a:moveTo>
                  <a:pt x="0" y="0"/>
                </a:moveTo>
                <a:lnTo>
                  <a:pt x="91" y="283"/>
                </a:lnTo>
                <a:lnTo>
                  <a:pt x="183" y="514"/>
                </a:lnTo>
                <a:lnTo>
                  <a:pt x="275" y="759"/>
                </a:lnTo>
                <a:lnTo>
                  <a:pt x="365" y="991"/>
                </a:lnTo>
                <a:lnTo>
                  <a:pt x="504" y="1274"/>
                </a:lnTo>
                <a:lnTo>
                  <a:pt x="594" y="1506"/>
                </a:lnTo>
                <a:lnTo>
                  <a:pt x="686" y="1738"/>
                </a:lnTo>
                <a:lnTo>
                  <a:pt x="778" y="1969"/>
                </a:lnTo>
                <a:lnTo>
                  <a:pt x="870" y="2214"/>
                </a:lnTo>
                <a:lnTo>
                  <a:pt x="1007" y="2484"/>
                </a:lnTo>
                <a:lnTo>
                  <a:pt x="1098" y="2729"/>
                </a:lnTo>
                <a:lnTo>
                  <a:pt x="1190" y="2961"/>
                </a:lnTo>
                <a:lnTo>
                  <a:pt x="1281" y="3192"/>
                </a:lnTo>
                <a:lnTo>
                  <a:pt x="1373" y="3424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84"/>
                </a:lnTo>
                <a:lnTo>
                  <a:pt x="1785" y="4416"/>
                </a:lnTo>
                <a:lnTo>
                  <a:pt x="1876" y="4647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394"/>
                </a:lnTo>
                <a:lnTo>
                  <a:pt x="2288" y="5639"/>
                </a:lnTo>
                <a:lnTo>
                  <a:pt x="2380" y="5870"/>
                </a:lnTo>
                <a:lnTo>
                  <a:pt x="2517" y="6154"/>
                </a:lnTo>
                <a:lnTo>
                  <a:pt x="2609" y="6385"/>
                </a:lnTo>
                <a:lnTo>
                  <a:pt x="2700" y="6617"/>
                </a:lnTo>
                <a:lnTo>
                  <a:pt x="2791" y="6849"/>
                </a:lnTo>
                <a:lnTo>
                  <a:pt x="2883" y="7094"/>
                </a:lnTo>
                <a:lnTo>
                  <a:pt x="3020" y="7377"/>
                </a:lnTo>
                <a:lnTo>
                  <a:pt x="3112" y="7609"/>
                </a:lnTo>
                <a:lnTo>
                  <a:pt x="3203" y="7840"/>
                </a:lnTo>
                <a:lnTo>
                  <a:pt x="3295" y="8072"/>
                </a:lnTo>
                <a:lnTo>
                  <a:pt x="3387" y="8304"/>
                </a:lnTo>
                <a:lnTo>
                  <a:pt x="3524" y="8587"/>
                </a:lnTo>
                <a:lnTo>
                  <a:pt x="3616" y="8819"/>
                </a:lnTo>
                <a:lnTo>
                  <a:pt x="3706" y="9063"/>
                </a:lnTo>
                <a:lnTo>
                  <a:pt x="3798" y="9295"/>
                </a:lnTo>
                <a:lnTo>
                  <a:pt x="3890" y="9527"/>
                </a:lnTo>
                <a:lnTo>
                  <a:pt x="4027" y="9810"/>
                </a:lnTo>
                <a:lnTo>
                  <a:pt x="4119" y="10042"/>
                </a:lnTo>
                <a:lnTo>
                  <a:pt x="4211" y="10274"/>
                </a:lnTo>
                <a:lnTo>
                  <a:pt x="4301" y="10518"/>
                </a:lnTo>
                <a:lnTo>
                  <a:pt x="4393" y="10750"/>
                </a:lnTo>
                <a:lnTo>
                  <a:pt x="4530" y="11033"/>
                </a:lnTo>
                <a:lnTo>
                  <a:pt x="4622" y="11265"/>
                </a:lnTo>
                <a:lnTo>
                  <a:pt x="4714" y="11497"/>
                </a:lnTo>
                <a:lnTo>
                  <a:pt x="4805" y="11729"/>
                </a:lnTo>
                <a:lnTo>
                  <a:pt x="4897" y="11973"/>
                </a:lnTo>
                <a:lnTo>
                  <a:pt x="5034" y="12256"/>
                </a:lnTo>
                <a:lnTo>
                  <a:pt x="5126" y="12488"/>
                </a:lnTo>
                <a:lnTo>
                  <a:pt x="5217" y="12720"/>
                </a:lnTo>
                <a:lnTo>
                  <a:pt x="5308" y="12952"/>
                </a:lnTo>
                <a:lnTo>
                  <a:pt x="5400" y="13183"/>
                </a:lnTo>
                <a:lnTo>
                  <a:pt x="5537" y="13428"/>
                </a:lnTo>
                <a:lnTo>
                  <a:pt x="5629" y="13711"/>
                </a:lnTo>
                <a:lnTo>
                  <a:pt x="5721" y="13943"/>
                </a:lnTo>
                <a:lnTo>
                  <a:pt x="5813" y="14175"/>
                </a:lnTo>
                <a:lnTo>
                  <a:pt x="5903" y="14407"/>
                </a:lnTo>
                <a:lnTo>
                  <a:pt x="6041" y="14638"/>
                </a:lnTo>
                <a:lnTo>
                  <a:pt x="6132" y="14922"/>
                </a:lnTo>
                <a:lnTo>
                  <a:pt x="6224" y="15153"/>
                </a:lnTo>
                <a:lnTo>
                  <a:pt x="6316" y="15398"/>
                </a:lnTo>
                <a:lnTo>
                  <a:pt x="6407" y="15630"/>
                </a:lnTo>
                <a:lnTo>
                  <a:pt x="6544" y="15861"/>
                </a:lnTo>
                <a:lnTo>
                  <a:pt x="6636" y="16145"/>
                </a:lnTo>
                <a:lnTo>
                  <a:pt x="6728" y="16376"/>
                </a:lnTo>
                <a:lnTo>
                  <a:pt x="6819" y="16608"/>
                </a:lnTo>
                <a:lnTo>
                  <a:pt x="6910" y="16853"/>
                </a:lnTo>
                <a:lnTo>
                  <a:pt x="7047" y="17085"/>
                </a:lnTo>
                <a:lnTo>
                  <a:pt x="7139" y="17316"/>
                </a:lnTo>
                <a:lnTo>
                  <a:pt x="7231" y="17600"/>
                </a:lnTo>
                <a:lnTo>
                  <a:pt x="7323" y="17831"/>
                </a:lnTo>
                <a:lnTo>
                  <a:pt x="7415" y="18063"/>
                </a:lnTo>
                <a:lnTo>
                  <a:pt x="7552" y="18308"/>
                </a:lnTo>
                <a:lnTo>
                  <a:pt x="7642" y="18539"/>
                </a:lnTo>
                <a:lnTo>
                  <a:pt x="7734" y="18771"/>
                </a:lnTo>
                <a:lnTo>
                  <a:pt x="7826" y="19054"/>
                </a:lnTo>
                <a:lnTo>
                  <a:pt x="7917" y="19286"/>
                </a:lnTo>
                <a:lnTo>
                  <a:pt x="8055" y="19518"/>
                </a:lnTo>
                <a:lnTo>
                  <a:pt x="8146" y="19763"/>
                </a:lnTo>
                <a:lnTo>
                  <a:pt x="8238" y="19994"/>
                </a:lnTo>
                <a:lnTo>
                  <a:pt x="8329" y="20278"/>
                </a:lnTo>
                <a:lnTo>
                  <a:pt x="8420" y="20509"/>
                </a:lnTo>
                <a:lnTo>
                  <a:pt x="8558" y="20741"/>
                </a:lnTo>
                <a:lnTo>
                  <a:pt x="8649" y="20973"/>
                </a:lnTo>
                <a:lnTo>
                  <a:pt x="8741" y="21217"/>
                </a:lnTo>
                <a:lnTo>
                  <a:pt x="8833" y="21449"/>
                </a:lnTo>
                <a:lnTo>
                  <a:pt x="8925" y="21732"/>
                </a:lnTo>
                <a:lnTo>
                  <a:pt x="9062" y="21964"/>
                </a:lnTo>
                <a:lnTo>
                  <a:pt x="9154" y="22196"/>
                </a:lnTo>
                <a:lnTo>
                  <a:pt x="9244" y="22428"/>
                </a:lnTo>
                <a:lnTo>
                  <a:pt x="9336" y="22672"/>
                </a:lnTo>
                <a:lnTo>
                  <a:pt x="9428" y="22904"/>
                </a:lnTo>
                <a:lnTo>
                  <a:pt x="9565" y="23187"/>
                </a:lnTo>
                <a:lnTo>
                  <a:pt x="9657" y="23419"/>
                </a:lnTo>
                <a:lnTo>
                  <a:pt x="9748" y="23651"/>
                </a:lnTo>
                <a:lnTo>
                  <a:pt x="9840" y="23883"/>
                </a:lnTo>
                <a:lnTo>
                  <a:pt x="9931" y="24127"/>
                </a:lnTo>
                <a:lnTo>
                  <a:pt x="10069" y="24359"/>
                </a:lnTo>
                <a:lnTo>
                  <a:pt x="10159" y="24642"/>
                </a:lnTo>
                <a:lnTo>
                  <a:pt x="10251" y="24874"/>
                </a:lnTo>
                <a:lnTo>
                  <a:pt x="10343" y="25106"/>
                </a:lnTo>
                <a:lnTo>
                  <a:pt x="10435" y="25337"/>
                </a:lnTo>
                <a:lnTo>
                  <a:pt x="10572" y="25582"/>
                </a:lnTo>
                <a:lnTo>
                  <a:pt x="10664" y="25814"/>
                </a:lnTo>
                <a:lnTo>
                  <a:pt x="10754" y="26046"/>
                </a:lnTo>
                <a:lnTo>
                  <a:pt x="10846" y="26329"/>
                </a:lnTo>
                <a:lnTo>
                  <a:pt x="10938" y="26561"/>
                </a:lnTo>
                <a:lnTo>
                  <a:pt x="11075" y="26792"/>
                </a:lnTo>
                <a:lnTo>
                  <a:pt x="11167" y="27037"/>
                </a:lnTo>
                <a:lnTo>
                  <a:pt x="11258" y="27269"/>
                </a:lnTo>
                <a:lnTo>
                  <a:pt x="11350" y="27500"/>
                </a:lnTo>
                <a:lnTo>
                  <a:pt x="11441" y="27784"/>
                </a:lnTo>
                <a:lnTo>
                  <a:pt x="11579" y="28015"/>
                </a:lnTo>
                <a:lnTo>
                  <a:pt x="11670" y="28247"/>
                </a:lnTo>
                <a:lnTo>
                  <a:pt x="11761" y="28492"/>
                </a:lnTo>
                <a:lnTo>
                  <a:pt x="11853" y="28724"/>
                </a:lnTo>
                <a:lnTo>
                  <a:pt x="11945" y="28955"/>
                </a:lnTo>
                <a:lnTo>
                  <a:pt x="12082" y="29187"/>
                </a:lnTo>
                <a:lnTo>
                  <a:pt x="12174" y="29470"/>
                </a:lnTo>
                <a:lnTo>
                  <a:pt x="12266" y="29702"/>
                </a:lnTo>
                <a:lnTo>
                  <a:pt x="12356" y="29934"/>
                </a:lnTo>
                <a:lnTo>
                  <a:pt x="12448" y="30178"/>
                </a:lnTo>
                <a:lnTo>
                  <a:pt x="12585" y="30410"/>
                </a:lnTo>
                <a:lnTo>
                  <a:pt x="12677" y="30642"/>
                </a:lnTo>
                <a:lnTo>
                  <a:pt x="12769" y="30874"/>
                </a:lnTo>
                <a:lnTo>
                  <a:pt x="12860" y="31157"/>
                </a:lnTo>
                <a:lnTo>
                  <a:pt x="12952" y="31389"/>
                </a:lnTo>
                <a:lnTo>
                  <a:pt x="13089" y="31633"/>
                </a:lnTo>
                <a:lnTo>
                  <a:pt x="13181" y="31865"/>
                </a:lnTo>
                <a:lnTo>
                  <a:pt x="13272" y="32097"/>
                </a:lnTo>
                <a:lnTo>
                  <a:pt x="13363" y="32329"/>
                </a:lnTo>
                <a:lnTo>
                  <a:pt x="13455" y="32573"/>
                </a:lnTo>
                <a:lnTo>
                  <a:pt x="13592" y="32844"/>
                </a:lnTo>
                <a:lnTo>
                  <a:pt x="13684" y="33088"/>
                </a:lnTo>
                <a:lnTo>
                  <a:pt x="13776" y="33320"/>
                </a:lnTo>
                <a:lnTo>
                  <a:pt x="13866" y="33552"/>
                </a:lnTo>
                <a:lnTo>
                  <a:pt x="13958" y="33783"/>
                </a:lnTo>
                <a:lnTo>
                  <a:pt x="14095" y="34028"/>
                </a:lnTo>
                <a:lnTo>
                  <a:pt x="14187" y="34260"/>
                </a:lnTo>
                <a:lnTo>
                  <a:pt x="14279" y="34543"/>
                </a:lnTo>
                <a:lnTo>
                  <a:pt x="14371" y="34775"/>
                </a:lnTo>
                <a:lnTo>
                  <a:pt x="14462" y="35007"/>
                </a:lnTo>
                <a:lnTo>
                  <a:pt x="14599" y="35238"/>
                </a:lnTo>
                <a:lnTo>
                  <a:pt x="14691" y="35483"/>
                </a:lnTo>
                <a:lnTo>
                  <a:pt x="14782" y="35715"/>
                </a:lnTo>
                <a:lnTo>
                  <a:pt x="14874" y="35946"/>
                </a:lnTo>
                <a:lnTo>
                  <a:pt x="14965" y="36178"/>
                </a:lnTo>
                <a:lnTo>
                  <a:pt x="15102" y="36461"/>
                </a:lnTo>
                <a:lnTo>
                  <a:pt x="15194" y="36693"/>
                </a:lnTo>
                <a:lnTo>
                  <a:pt x="15286" y="36938"/>
                </a:lnTo>
                <a:lnTo>
                  <a:pt x="15378" y="37170"/>
                </a:lnTo>
                <a:lnTo>
                  <a:pt x="15468" y="37401"/>
                </a:lnTo>
                <a:lnTo>
                  <a:pt x="15607" y="37633"/>
                </a:lnTo>
                <a:lnTo>
                  <a:pt x="15697" y="37865"/>
                </a:lnTo>
                <a:lnTo>
                  <a:pt x="15789" y="38109"/>
                </a:lnTo>
                <a:lnTo>
                  <a:pt x="15881" y="38380"/>
                </a:lnTo>
                <a:lnTo>
                  <a:pt x="15973" y="38624"/>
                </a:lnTo>
                <a:lnTo>
                  <a:pt x="16110" y="38856"/>
                </a:lnTo>
                <a:lnTo>
                  <a:pt x="16201" y="39088"/>
                </a:lnTo>
                <a:lnTo>
                  <a:pt x="16293" y="39320"/>
                </a:lnTo>
                <a:lnTo>
                  <a:pt x="16384" y="39564"/>
                </a:lnTo>
                <a:lnTo>
                  <a:pt x="16476" y="39796"/>
                </a:lnTo>
                <a:lnTo>
                  <a:pt x="16613" y="40028"/>
                </a:lnTo>
                <a:lnTo>
                  <a:pt x="16704" y="40311"/>
                </a:lnTo>
                <a:lnTo>
                  <a:pt x="16796" y="40543"/>
                </a:lnTo>
                <a:lnTo>
                  <a:pt x="16888" y="40775"/>
                </a:lnTo>
                <a:lnTo>
                  <a:pt x="16978" y="41019"/>
                </a:lnTo>
                <a:lnTo>
                  <a:pt x="17117" y="41251"/>
                </a:lnTo>
                <a:lnTo>
                  <a:pt x="17207" y="41483"/>
                </a:lnTo>
                <a:lnTo>
                  <a:pt x="17299" y="41714"/>
                </a:lnTo>
                <a:lnTo>
                  <a:pt x="17391" y="41946"/>
                </a:lnTo>
                <a:lnTo>
                  <a:pt x="17483" y="42191"/>
                </a:lnTo>
                <a:lnTo>
                  <a:pt x="17620" y="42474"/>
                </a:lnTo>
                <a:lnTo>
                  <a:pt x="17712" y="42706"/>
                </a:lnTo>
                <a:lnTo>
                  <a:pt x="17803" y="42938"/>
                </a:lnTo>
                <a:lnTo>
                  <a:pt x="17894" y="43169"/>
                </a:lnTo>
                <a:lnTo>
                  <a:pt x="17986" y="43401"/>
                </a:lnTo>
                <a:lnTo>
                  <a:pt x="18123" y="43646"/>
                </a:lnTo>
                <a:lnTo>
                  <a:pt x="18215" y="43877"/>
                </a:lnTo>
                <a:lnTo>
                  <a:pt x="18306" y="44109"/>
                </a:lnTo>
                <a:lnTo>
                  <a:pt x="18398" y="44341"/>
                </a:lnTo>
                <a:lnTo>
                  <a:pt x="18490" y="44624"/>
                </a:lnTo>
                <a:lnTo>
                  <a:pt x="18627" y="44856"/>
                </a:lnTo>
                <a:lnTo>
                  <a:pt x="18719" y="45101"/>
                </a:lnTo>
                <a:lnTo>
                  <a:pt x="18809" y="45332"/>
                </a:lnTo>
                <a:lnTo>
                  <a:pt x="18901" y="45564"/>
                </a:lnTo>
                <a:lnTo>
                  <a:pt x="18993" y="45796"/>
                </a:lnTo>
                <a:lnTo>
                  <a:pt x="19130" y="46040"/>
                </a:lnTo>
                <a:lnTo>
                  <a:pt x="19222" y="46272"/>
                </a:lnTo>
                <a:lnTo>
                  <a:pt x="19314" y="46504"/>
                </a:lnTo>
                <a:lnTo>
                  <a:pt x="19405" y="46736"/>
                </a:lnTo>
                <a:lnTo>
                  <a:pt x="19496" y="47019"/>
                </a:lnTo>
                <a:lnTo>
                  <a:pt x="19634" y="47251"/>
                </a:lnTo>
                <a:lnTo>
                  <a:pt x="19725" y="47495"/>
                </a:lnTo>
                <a:lnTo>
                  <a:pt x="19816" y="47727"/>
                </a:lnTo>
                <a:lnTo>
                  <a:pt x="19908" y="47959"/>
                </a:lnTo>
                <a:lnTo>
                  <a:pt x="20000" y="4819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356224" y="4252896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0"/>
                </a:moveTo>
                <a:lnTo>
                  <a:pt x="137" y="231"/>
                </a:lnTo>
                <a:lnTo>
                  <a:pt x="228" y="476"/>
                </a:lnTo>
                <a:lnTo>
                  <a:pt x="319" y="708"/>
                </a:lnTo>
                <a:lnTo>
                  <a:pt x="411" y="939"/>
                </a:lnTo>
                <a:lnTo>
                  <a:pt x="502" y="1171"/>
                </a:lnTo>
                <a:lnTo>
                  <a:pt x="640" y="1454"/>
                </a:lnTo>
                <a:lnTo>
                  <a:pt x="731" y="1686"/>
                </a:lnTo>
                <a:lnTo>
                  <a:pt x="823" y="1931"/>
                </a:lnTo>
                <a:lnTo>
                  <a:pt x="915" y="2162"/>
                </a:lnTo>
                <a:lnTo>
                  <a:pt x="1005" y="2394"/>
                </a:lnTo>
                <a:lnTo>
                  <a:pt x="1144" y="2626"/>
                </a:lnTo>
                <a:lnTo>
                  <a:pt x="1234" y="2858"/>
                </a:lnTo>
                <a:lnTo>
                  <a:pt x="1326" y="3102"/>
                </a:lnTo>
                <a:lnTo>
                  <a:pt x="1418" y="3334"/>
                </a:lnTo>
                <a:lnTo>
                  <a:pt x="1510" y="3566"/>
                </a:lnTo>
                <a:lnTo>
                  <a:pt x="1647" y="3798"/>
                </a:lnTo>
                <a:lnTo>
                  <a:pt x="1739" y="4042"/>
                </a:lnTo>
                <a:lnTo>
                  <a:pt x="1830" y="4274"/>
                </a:lnTo>
                <a:lnTo>
                  <a:pt x="1921" y="4557"/>
                </a:lnTo>
                <a:lnTo>
                  <a:pt x="2013" y="4789"/>
                </a:lnTo>
                <a:lnTo>
                  <a:pt x="2150" y="5021"/>
                </a:lnTo>
                <a:lnTo>
                  <a:pt x="2241" y="5252"/>
                </a:lnTo>
                <a:lnTo>
                  <a:pt x="2333" y="5497"/>
                </a:lnTo>
                <a:lnTo>
                  <a:pt x="2425" y="5729"/>
                </a:lnTo>
                <a:lnTo>
                  <a:pt x="2517" y="5961"/>
                </a:lnTo>
                <a:lnTo>
                  <a:pt x="2654" y="6192"/>
                </a:lnTo>
                <a:lnTo>
                  <a:pt x="2746" y="6424"/>
                </a:lnTo>
                <a:lnTo>
                  <a:pt x="2836" y="6669"/>
                </a:lnTo>
                <a:lnTo>
                  <a:pt x="2928" y="6900"/>
                </a:lnTo>
                <a:lnTo>
                  <a:pt x="3020" y="7132"/>
                </a:lnTo>
                <a:lnTo>
                  <a:pt x="3157" y="7364"/>
                </a:lnTo>
                <a:lnTo>
                  <a:pt x="3249" y="7609"/>
                </a:lnTo>
                <a:lnTo>
                  <a:pt x="3340" y="7879"/>
                </a:lnTo>
                <a:lnTo>
                  <a:pt x="3431" y="8124"/>
                </a:lnTo>
                <a:lnTo>
                  <a:pt x="3523" y="8355"/>
                </a:lnTo>
                <a:lnTo>
                  <a:pt x="3660" y="8587"/>
                </a:lnTo>
                <a:lnTo>
                  <a:pt x="3752" y="8819"/>
                </a:lnTo>
                <a:lnTo>
                  <a:pt x="3843" y="9063"/>
                </a:lnTo>
                <a:lnTo>
                  <a:pt x="3935" y="9295"/>
                </a:lnTo>
                <a:lnTo>
                  <a:pt x="4027" y="9527"/>
                </a:lnTo>
                <a:lnTo>
                  <a:pt x="4164" y="9759"/>
                </a:lnTo>
                <a:lnTo>
                  <a:pt x="4256" y="9990"/>
                </a:lnTo>
                <a:lnTo>
                  <a:pt x="4346" y="10235"/>
                </a:lnTo>
                <a:lnTo>
                  <a:pt x="4438" y="10467"/>
                </a:lnTo>
                <a:lnTo>
                  <a:pt x="4530" y="10699"/>
                </a:lnTo>
                <a:lnTo>
                  <a:pt x="4667" y="10930"/>
                </a:lnTo>
                <a:lnTo>
                  <a:pt x="4759" y="11175"/>
                </a:lnTo>
                <a:lnTo>
                  <a:pt x="4851" y="11407"/>
                </a:lnTo>
                <a:lnTo>
                  <a:pt x="4942" y="11638"/>
                </a:lnTo>
                <a:lnTo>
                  <a:pt x="5033" y="11870"/>
                </a:lnTo>
                <a:lnTo>
                  <a:pt x="5171" y="12153"/>
                </a:lnTo>
                <a:lnTo>
                  <a:pt x="5262" y="12385"/>
                </a:lnTo>
                <a:lnTo>
                  <a:pt x="5354" y="12630"/>
                </a:lnTo>
                <a:lnTo>
                  <a:pt x="5445" y="12862"/>
                </a:lnTo>
                <a:lnTo>
                  <a:pt x="5537" y="13093"/>
                </a:lnTo>
                <a:lnTo>
                  <a:pt x="5674" y="13325"/>
                </a:lnTo>
                <a:lnTo>
                  <a:pt x="5766" y="13557"/>
                </a:lnTo>
                <a:lnTo>
                  <a:pt x="5858" y="13801"/>
                </a:lnTo>
                <a:lnTo>
                  <a:pt x="5948" y="14033"/>
                </a:lnTo>
                <a:lnTo>
                  <a:pt x="6087" y="14265"/>
                </a:lnTo>
                <a:lnTo>
                  <a:pt x="6177" y="14497"/>
                </a:lnTo>
                <a:lnTo>
                  <a:pt x="6269" y="14741"/>
                </a:lnTo>
                <a:lnTo>
                  <a:pt x="6361" y="14973"/>
                </a:lnTo>
                <a:lnTo>
                  <a:pt x="6453" y="15205"/>
                </a:lnTo>
                <a:lnTo>
                  <a:pt x="6590" y="15437"/>
                </a:lnTo>
                <a:lnTo>
                  <a:pt x="6681" y="15668"/>
                </a:lnTo>
                <a:lnTo>
                  <a:pt x="6772" y="15913"/>
                </a:lnTo>
                <a:lnTo>
                  <a:pt x="6864" y="16145"/>
                </a:lnTo>
                <a:lnTo>
                  <a:pt x="6956" y="16376"/>
                </a:lnTo>
                <a:lnTo>
                  <a:pt x="7093" y="16608"/>
                </a:lnTo>
                <a:lnTo>
                  <a:pt x="7184" y="16853"/>
                </a:lnTo>
                <a:lnTo>
                  <a:pt x="7276" y="17085"/>
                </a:lnTo>
                <a:lnTo>
                  <a:pt x="7368" y="17316"/>
                </a:lnTo>
                <a:lnTo>
                  <a:pt x="7459" y="17548"/>
                </a:lnTo>
                <a:lnTo>
                  <a:pt x="7597" y="17780"/>
                </a:lnTo>
                <a:lnTo>
                  <a:pt x="7687" y="18024"/>
                </a:lnTo>
                <a:lnTo>
                  <a:pt x="7779" y="18256"/>
                </a:lnTo>
                <a:lnTo>
                  <a:pt x="7871" y="18488"/>
                </a:lnTo>
                <a:lnTo>
                  <a:pt x="7963" y="18720"/>
                </a:lnTo>
                <a:lnTo>
                  <a:pt x="8100" y="18964"/>
                </a:lnTo>
                <a:lnTo>
                  <a:pt x="8192" y="19196"/>
                </a:lnTo>
                <a:lnTo>
                  <a:pt x="8283" y="19428"/>
                </a:lnTo>
                <a:lnTo>
                  <a:pt x="8374" y="19711"/>
                </a:lnTo>
                <a:lnTo>
                  <a:pt x="8466" y="19943"/>
                </a:lnTo>
                <a:lnTo>
                  <a:pt x="8603" y="20175"/>
                </a:lnTo>
                <a:lnTo>
                  <a:pt x="8695" y="20419"/>
                </a:lnTo>
                <a:lnTo>
                  <a:pt x="8786" y="20651"/>
                </a:lnTo>
                <a:lnTo>
                  <a:pt x="8878" y="20883"/>
                </a:lnTo>
                <a:lnTo>
                  <a:pt x="8970" y="21114"/>
                </a:lnTo>
                <a:lnTo>
                  <a:pt x="9107" y="21346"/>
                </a:lnTo>
                <a:lnTo>
                  <a:pt x="9199" y="21591"/>
                </a:lnTo>
                <a:lnTo>
                  <a:pt x="9289" y="21823"/>
                </a:lnTo>
                <a:lnTo>
                  <a:pt x="9381" y="22054"/>
                </a:lnTo>
                <a:lnTo>
                  <a:pt x="9473" y="22286"/>
                </a:lnTo>
                <a:lnTo>
                  <a:pt x="9610" y="22531"/>
                </a:lnTo>
                <a:lnTo>
                  <a:pt x="9702" y="22762"/>
                </a:lnTo>
                <a:lnTo>
                  <a:pt x="9794" y="22994"/>
                </a:lnTo>
                <a:lnTo>
                  <a:pt x="9884" y="23226"/>
                </a:lnTo>
                <a:lnTo>
                  <a:pt x="9976" y="23458"/>
                </a:lnTo>
                <a:lnTo>
                  <a:pt x="10113" y="23702"/>
                </a:lnTo>
                <a:lnTo>
                  <a:pt x="10205" y="23934"/>
                </a:lnTo>
                <a:lnTo>
                  <a:pt x="10297" y="24166"/>
                </a:lnTo>
                <a:lnTo>
                  <a:pt x="10388" y="24398"/>
                </a:lnTo>
                <a:lnTo>
                  <a:pt x="10480" y="24642"/>
                </a:lnTo>
                <a:lnTo>
                  <a:pt x="10617" y="24874"/>
                </a:lnTo>
                <a:lnTo>
                  <a:pt x="10709" y="25106"/>
                </a:lnTo>
                <a:lnTo>
                  <a:pt x="10800" y="25337"/>
                </a:lnTo>
                <a:lnTo>
                  <a:pt x="10891" y="25569"/>
                </a:lnTo>
                <a:lnTo>
                  <a:pt x="10983" y="25814"/>
                </a:lnTo>
                <a:lnTo>
                  <a:pt x="11120" y="26046"/>
                </a:lnTo>
                <a:lnTo>
                  <a:pt x="11212" y="26277"/>
                </a:lnTo>
                <a:lnTo>
                  <a:pt x="11304" y="26509"/>
                </a:lnTo>
                <a:lnTo>
                  <a:pt x="11396" y="26754"/>
                </a:lnTo>
                <a:lnTo>
                  <a:pt x="11486" y="26985"/>
                </a:lnTo>
                <a:lnTo>
                  <a:pt x="11624" y="27217"/>
                </a:lnTo>
                <a:lnTo>
                  <a:pt x="11715" y="27410"/>
                </a:lnTo>
                <a:lnTo>
                  <a:pt x="11807" y="27642"/>
                </a:lnTo>
                <a:lnTo>
                  <a:pt x="11898" y="27874"/>
                </a:lnTo>
                <a:lnTo>
                  <a:pt x="11990" y="28106"/>
                </a:lnTo>
                <a:lnTo>
                  <a:pt x="12127" y="28337"/>
                </a:lnTo>
                <a:lnTo>
                  <a:pt x="12219" y="28582"/>
                </a:lnTo>
                <a:lnTo>
                  <a:pt x="12311" y="28814"/>
                </a:lnTo>
                <a:lnTo>
                  <a:pt x="12401" y="29045"/>
                </a:lnTo>
                <a:lnTo>
                  <a:pt x="12493" y="29277"/>
                </a:lnTo>
                <a:lnTo>
                  <a:pt x="12630" y="29522"/>
                </a:lnTo>
                <a:lnTo>
                  <a:pt x="12722" y="29754"/>
                </a:lnTo>
                <a:lnTo>
                  <a:pt x="12814" y="29985"/>
                </a:lnTo>
                <a:lnTo>
                  <a:pt x="12906" y="30217"/>
                </a:lnTo>
                <a:lnTo>
                  <a:pt x="12996" y="30449"/>
                </a:lnTo>
                <a:lnTo>
                  <a:pt x="13135" y="30693"/>
                </a:lnTo>
                <a:lnTo>
                  <a:pt x="13225" y="30925"/>
                </a:lnTo>
                <a:lnTo>
                  <a:pt x="13317" y="31157"/>
                </a:lnTo>
                <a:lnTo>
                  <a:pt x="13409" y="31389"/>
                </a:lnTo>
                <a:lnTo>
                  <a:pt x="13500" y="31633"/>
                </a:lnTo>
                <a:lnTo>
                  <a:pt x="13638" y="31865"/>
                </a:lnTo>
                <a:lnTo>
                  <a:pt x="13729" y="32097"/>
                </a:lnTo>
                <a:lnTo>
                  <a:pt x="13821" y="32329"/>
                </a:lnTo>
                <a:lnTo>
                  <a:pt x="13912" y="32560"/>
                </a:lnTo>
                <a:lnTo>
                  <a:pt x="14003" y="32805"/>
                </a:lnTo>
                <a:lnTo>
                  <a:pt x="14140" y="33037"/>
                </a:lnTo>
                <a:lnTo>
                  <a:pt x="14232" y="33268"/>
                </a:lnTo>
                <a:lnTo>
                  <a:pt x="14324" y="33500"/>
                </a:lnTo>
                <a:lnTo>
                  <a:pt x="14416" y="33745"/>
                </a:lnTo>
                <a:lnTo>
                  <a:pt x="14508" y="33977"/>
                </a:lnTo>
                <a:lnTo>
                  <a:pt x="14645" y="34208"/>
                </a:lnTo>
                <a:lnTo>
                  <a:pt x="14736" y="34401"/>
                </a:lnTo>
                <a:lnTo>
                  <a:pt x="14827" y="34633"/>
                </a:lnTo>
                <a:lnTo>
                  <a:pt x="14919" y="34865"/>
                </a:lnTo>
                <a:lnTo>
                  <a:pt x="15011" y="35097"/>
                </a:lnTo>
                <a:lnTo>
                  <a:pt x="15148" y="35328"/>
                </a:lnTo>
                <a:lnTo>
                  <a:pt x="15239" y="35573"/>
                </a:lnTo>
                <a:lnTo>
                  <a:pt x="15331" y="35805"/>
                </a:lnTo>
                <a:lnTo>
                  <a:pt x="15422" y="36037"/>
                </a:lnTo>
                <a:lnTo>
                  <a:pt x="15514" y="36268"/>
                </a:lnTo>
                <a:lnTo>
                  <a:pt x="15651" y="36513"/>
                </a:lnTo>
                <a:lnTo>
                  <a:pt x="15742" y="36745"/>
                </a:lnTo>
                <a:lnTo>
                  <a:pt x="15834" y="36976"/>
                </a:lnTo>
                <a:lnTo>
                  <a:pt x="15926" y="37208"/>
                </a:lnTo>
                <a:lnTo>
                  <a:pt x="16018" y="37440"/>
                </a:lnTo>
                <a:lnTo>
                  <a:pt x="16155" y="37685"/>
                </a:lnTo>
                <a:lnTo>
                  <a:pt x="16247" y="37916"/>
                </a:lnTo>
                <a:lnTo>
                  <a:pt x="16337" y="38148"/>
                </a:lnTo>
                <a:lnTo>
                  <a:pt x="16429" y="38341"/>
                </a:lnTo>
                <a:lnTo>
                  <a:pt x="16521" y="38573"/>
                </a:lnTo>
                <a:lnTo>
                  <a:pt x="16658" y="38805"/>
                </a:lnTo>
                <a:lnTo>
                  <a:pt x="16750" y="39036"/>
                </a:lnTo>
                <a:lnTo>
                  <a:pt x="16841" y="39281"/>
                </a:lnTo>
                <a:lnTo>
                  <a:pt x="16933" y="39513"/>
                </a:lnTo>
                <a:lnTo>
                  <a:pt x="17024" y="39745"/>
                </a:lnTo>
                <a:lnTo>
                  <a:pt x="17162" y="39976"/>
                </a:lnTo>
                <a:lnTo>
                  <a:pt x="17253" y="40208"/>
                </a:lnTo>
                <a:lnTo>
                  <a:pt x="17344" y="40453"/>
                </a:lnTo>
                <a:lnTo>
                  <a:pt x="17436" y="40684"/>
                </a:lnTo>
                <a:lnTo>
                  <a:pt x="17528" y="40916"/>
                </a:lnTo>
                <a:lnTo>
                  <a:pt x="17665" y="41148"/>
                </a:lnTo>
                <a:lnTo>
                  <a:pt x="17757" y="41393"/>
                </a:lnTo>
                <a:lnTo>
                  <a:pt x="17849" y="41573"/>
                </a:lnTo>
                <a:lnTo>
                  <a:pt x="17939" y="41805"/>
                </a:lnTo>
                <a:lnTo>
                  <a:pt x="18031" y="42049"/>
                </a:lnTo>
                <a:lnTo>
                  <a:pt x="18168" y="42281"/>
                </a:lnTo>
                <a:lnTo>
                  <a:pt x="18260" y="42513"/>
                </a:lnTo>
                <a:lnTo>
                  <a:pt x="18352" y="42744"/>
                </a:lnTo>
                <a:lnTo>
                  <a:pt x="18443" y="42976"/>
                </a:lnTo>
                <a:lnTo>
                  <a:pt x="18534" y="43221"/>
                </a:lnTo>
                <a:lnTo>
                  <a:pt x="18672" y="43453"/>
                </a:lnTo>
                <a:lnTo>
                  <a:pt x="18763" y="43684"/>
                </a:lnTo>
                <a:lnTo>
                  <a:pt x="18855" y="43916"/>
                </a:lnTo>
                <a:lnTo>
                  <a:pt x="18946" y="44109"/>
                </a:lnTo>
                <a:lnTo>
                  <a:pt x="19038" y="44341"/>
                </a:lnTo>
                <a:lnTo>
                  <a:pt x="19175" y="44573"/>
                </a:lnTo>
                <a:lnTo>
                  <a:pt x="19267" y="44817"/>
                </a:lnTo>
                <a:lnTo>
                  <a:pt x="19359" y="45049"/>
                </a:lnTo>
                <a:lnTo>
                  <a:pt x="19449" y="45281"/>
                </a:lnTo>
                <a:lnTo>
                  <a:pt x="19541" y="45513"/>
                </a:lnTo>
                <a:lnTo>
                  <a:pt x="19678" y="45757"/>
                </a:lnTo>
                <a:lnTo>
                  <a:pt x="19770" y="45989"/>
                </a:lnTo>
                <a:lnTo>
                  <a:pt x="19862" y="46169"/>
                </a:lnTo>
                <a:lnTo>
                  <a:pt x="19954" y="46414"/>
                </a:lnTo>
                <a:lnTo>
                  <a:pt x="20045" y="4664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376270" y="4299542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0"/>
                </a:moveTo>
                <a:lnTo>
                  <a:pt x="137" y="231"/>
                </a:lnTo>
                <a:lnTo>
                  <a:pt x="228" y="463"/>
                </a:lnTo>
                <a:lnTo>
                  <a:pt x="319" y="695"/>
                </a:lnTo>
                <a:lnTo>
                  <a:pt x="411" y="939"/>
                </a:lnTo>
                <a:lnTo>
                  <a:pt x="502" y="1171"/>
                </a:lnTo>
                <a:lnTo>
                  <a:pt x="640" y="1403"/>
                </a:lnTo>
                <a:lnTo>
                  <a:pt x="731" y="1596"/>
                </a:lnTo>
                <a:lnTo>
                  <a:pt x="823" y="1828"/>
                </a:lnTo>
                <a:lnTo>
                  <a:pt x="915" y="2059"/>
                </a:lnTo>
                <a:lnTo>
                  <a:pt x="1005" y="2291"/>
                </a:lnTo>
                <a:lnTo>
                  <a:pt x="1144" y="2536"/>
                </a:lnTo>
                <a:lnTo>
                  <a:pt x="1234" y="2768"/>
                </a:lnTo>
                <a:lnTo>
                  <a:pt x="1326" y="2999"/>
                </a:lnTo>
                <a:lnTo>
                  <a:pt x="1418" y="3231"/>
                </a:lnTo>
                <a:lnTo>
                  <a:pt x="1510" y="3424"/>
                </a:lnTo>
                <a:lnTo>
                  <a:pt x="1647" y="3656"/>
                </a:lnTo>
                <a:lnTo>
                  <a:pt x="1739" y="3888"/>
                </a:lnTo>
                <a:lnTo>
                  <a:pt x="1829" y="4119"/>
                </a:lnTo>
                <a:lnTo>
                  <a:pt x="1921" y="4364"/>
                </a:lnTo>
                <a:lnTo>
                  <a:pt x="2013" y="4596"/>
                </a:lnTo>
                <a:lnTo>
                  <a:pt x="2150" y="4828"/>
                </a:lnTo>
                <a:lnTo>
                  <a:pt x="2241" y="5059"/>
                </a:lnTo>
                <a:lnTo>
                  <a:pt x="2333" y="5252"/>
                </a:lnTo>
                <a:lnTo>
                  <a:pt x="2425" y="5484"/>
                </a:lnTo>
                <a:lnTo>
                  <a:pt x="2516" y="5716"/>
                </a:lnTo>
                <a:lnTo>
                  <a:pt x="2654" y="5961"/>
                </a:lnTo>
                <a:lnTo>
                  <a:pt x="2744" y="6192"/>
                </a:lnTo>
                <a:lnTo>
                  <a:pt x="2836" y="6424"/>
                </a:lnTo>
                <a:lnTo>
                  <a:pt x="2928" y="6656"/>
                </a:lnTo>
                <a:lnTo>
                  <a:pt x="3020" y="6849"/>
                </a:lnTo>
                <a:lnTo>
                  <a:pt x="3157" y="7081"/>
                </a:lnTo>
                <a:lnTo>
                  <a:pt x="3249" y="7312"/>
                </a:lnTo>
                <a:lnTo>
                  <a:pt x="3340" y="7557"/>
                </a:lnTo>
                <a:lnTo>
                  <a:pt x="3431" y="7789"/>
                </a:lnTo>
                <a:lnTo>
                  <a:pt x="3523" y="8021"/>
                </a:lnTo>
                <a:lnTo>
                  <a:pt x="3660" y="8214"/>
                </a:lnTo>
                <a:lnTo>
                  <a:pt x="3752" y="8445"/>
                </a:lnTo>
                <a:lnTo>
                  <a:pt x="3843" y="8677"/>
                </a:lnTo>
                <a:lnTo>
                  <a:pt x="3935" y="8909"/>
                </a:lnTo>
                <a:lnTo>
                  <a:pt x="4027" y="9141"/>
                </a:lnTo>
                <a:lnTo>
                  <a:pt x="4164" y="9385"/>
                </a:lnTo>
                <a:lnTo>
                  <a:pt x="4256" y="9617"/>
                </a:lnTo>
                <a:lnTo>
                  <a:pt x="4346" y="9797"/>
                </a:lnTo>
                <a:lnTo>
                  <a:pt x="4438" y="10042"/>
                </a:lnTo>
                <a:lnTo>
                  <a:pt x="4530" y="10274"/>
                </a:lnTo>
                <a:lnTo>
                  <a:pt x="4667" y="10505"/>
                </a:lnTo>
                <a:lnTo>
                  <a:pt x="4759" y="10737"/>
                </a:lnTo>
                <a:lnTo>
                  <a:pt x="4851" y="10982"/>
                </a:lnTo>
                <a:lnTo>
                  <a:pt x="4941" y="11162"/>
                </a:lnTo>
                <a:lnTo>
                  <a:pt x="5033" y="11394"/>
                </a:lnTo>
                <a:lnTo>
                  <a:pt x="5170" y="11638"/>
                </a:lnTo>
                <a:lnTo>
                  <a:pt x="5262" y="11870"/>
                </a:lnTo>
                <a:lnTo>
                  <a:pt x="5354" y="12102"/>
                </a:lnTo>
                <a:lnTo>
                  <a:pt x="5445" y="12295"/>
                </a:lnTo>
                <a:lnTo>
                  <a:pt x="5537" y="12527"/>
                </a:lnTo>
                <a:lnTo>
                  <a:pt x="5674" y="12759"/>
                </a:lnTo>
                <a:lnTo>
                  <a:pt x="5766" y="12990"/>
                </a:lnTo>
                <a:lnTo>
                  <a:pt x="5857" y="13222"/>
                </a:lnTo>
                <a:lnTo>
                  <a:pt x="5948" y="13467"/>
                </a:lnTo>
                <a:lnTo>
                  <a:pt x="6040" y="13647"/>
                </a:lnTo>
                <a:lnTo>
                  <a:pt x="6177" y="13892"/>
                </a:lnTo>
                <a:lnTo>
                  <a:pt x="6269" y="14123"/>
                </a:lnTo>
                <a:lnTo>
                  <a:pt x="6361" y="14355"/>
                </a:lnTo>
                <a:lnTo>
                  <a:pt x="6453" y="14587"/>
                </a:lnTo>
                <a:lnTo>
                  <a:pt x="6543" y="14780"/>
                </a:lnTo>
                <a:lnTo>
                  <a:pt x="6681" y="15012"/>
                </a:lnTo>
                <a:lnTo>
                  <a:pt x="6772" y="15243"/>
                </a:lnTo>
                <a:lnTo>
                  <a:pt x="6864" y="15475"/>
                </a:lnTo>
                <a:lnTo>
                  <a:pt x="6956" y="15720"/>
                </a:lnTo>
                <a:lnTo>
                  <a:pt x="7047" y="15900"/>
                </a:lnTo>
                <a:lnTo>
                  <a:pt x="7184" y="16132"/>
                </a:lnTo>
                <a:lnTo>
                  <a:pt x="7276" y="16376"/>
                </a:lnTo>
                <a:lnTo>
                  <a:pt x="7368" y="16608"/>
                </a:lnTo>
                <a:lnTo>
                  <a:pt x="7459" y="16840"/>
                </a:lnTo>
                <a:lnTo>
                  <a:pt x="7550" y="17033"/>
                </a:lnTo>
                <a:lnTo>
                  <a:pt x="7687" y="17265"/>
                </a:lnTo>
                <a:lnTo>
                  <a:pt x="7779" y="17497"/>
                </a:lnTo>
                <a:lnTo>
                  <a:pt x="7871" y="17728"/>
                </a:lnTo>
                <a:lnTo>
                  <a:pt x="7963" y="17973"/>
                </a:lnTo>
                <a:lnTo>
                  <a:pt x="8053" y="18153"/>
                </a:lnTo>
                <a:lnTo>
                  <a:pt x="8192" y="18385"/>
                </a:lnTo>
                <a:lnTo>
                  <a:pt x="8282" y="18630"/>
                </a:lnTo>
                <a:lnTo>
                  <a:pt x="8374" y="18861"/>
                </a:lnTo>
                <a:lnTo>
                  <a:pt x="8466" y="19093"/>
                </a:lnTo>
                <a:lnTo>
                  <a:pt x="8558" y="19286"/>
                </a:lnTo>
                <a:lnTo>
                  <a:pt x="8695" y="19518"/>
                </a:lnTo>
                <a:lnTo>
                  <a:pt x="8786" y="19750"/>
                </a:lnTo>
                <a:lnTo>
                  <a:pt x="8878" y="19981"/>
                </a:lnTo>
                <a:lnTo>
                  <a:pt x="8969" y="20175"/>
                </a:lnTo>
                <a:lnTo>
                  <a:pt x="9060" y="20406"/>
                </a:lnTo>
                <a:lnTo>
                  <a:pt x="9198" y="20638"/>
                </a:lnTo>
                <a:lnTo>
                  <a:pt x="9289" y="20883"/>
                </a:lnTo>
                <a:lnTo>
                  <a:pt x="9381" y="21063"/>
                </a:lnTo>
                <a:lnTo>
                  <a:pt x="9473" y="21295"/>
                </a:lnTo>
                <a:lnTo>
                  <a:pt x="9565" y="21539"/>
                </a:lnTo>
                <a:lnTo>
                  <a:pt x="9702" y="21771"/>
                </a:lnTo>
                <a:lnTo>
                  <a:pt x="9794" y="22003"/>
                </a:lnTo>
                <a:lnTo>
                  <a:pt x="9884" y="22196"/>
                </a:lnTo>
                <a:lnTo>
                  <a:pt x="9976" y="22428"/>
                </a:lnTo>
                <a:lnTo>
                  <a:pt x="10068" y="22659"/>
                </a:lnTo>
                <a:lnTo>
                  <a:pt x="10205" y="22891"/>
                </a:lnTo>
                <a:lnTo>
                  <a:pt x="10297" y="23084"/>
                </a:lnTo>
                <a:lnTo>
                  <a:pt x="10388" y="23316"/>
                </a:lnTo>
                <a:lnTo>
                  <a:pt x="10480" y="23548"/>
                </a:lnTo>
                <a:lnTo>
                  <a:pt x="10571" y="23780"/>
                </a:lnTo>
                <a:lnTo>
                  <a:pt x="10709" y="23973"/>
                </a:lnTo>
                <a:lnTo>
                  <a:pt x="10799" y="24204"/>
                </a:lnTo>
                <a:lnTo>
                  <a:pt x="10891" y="24449"/>
                </a:lnTo>
                <a:lnTo>
                  <a:pt x="10983" y="24681"/>
                </a:lnTo>
                <a:lnTo>
                  <a:pt x="11075" y="24861"/>
                </a:lnTo>
                <a:lnTo>
                  <a:pt x="11212" y="25106"/>
                </a:lnTo>
                <a:lnTo>
                  <a:pt x="11304" y="25337"/>
                </a:lnTo>
                <a:lnTo>
                  <a:pt x="11394" y="25569"/>
                </a:lnTo>
                <a:lnTo>
                  <a:pt x="11486" y="25762"/>
                </a:lnTo>
                <a:lnTo>
                  <a:pt x="11578" y="25994"/>
                </a:lnTo>
                <a:lnTo>
                  <a:pt x="11715" y="26226"/>
                </a:lnTo>
                <a:lnTo>
                  <a:pt x="11807" y="26458"/>
                </a:lnTo>
                <a:lnTo>
                  <a:pt x="11898" y="26651"/>
                </a:lnTo>
                <a:lnTo>
                  <a:pt x="11990" y="26882"/>
                </a:lnTo>
                <a:lnTo>
                  <a:pt x="12081" y="27114"/>
                </a:lnTo>
                <a:lnTo>
                  <a:pt x="12219" y="27307"/>
                </a:lnTo>
                <a:lnTo>
                  <a:pt x="12310" y="27539"/>
                </a:lnTo>
                <a:lnTo>
                  <a:pt x="12401" y="27771"/>
                </a:lnTo>
                <a:lnTo>
                  <a:pt x="12493" y="28003"/>
                </a:lnTo>
                <a:lnTo>
                  <a:pt x="12585" y="28196"/>
                </a:lnTo>
                <a:lnTo>
                  <a:pt x="12722" y="28427"/>
                </a:lnTo>
                <a:lnTo>
                  <a:pt x="12814" y="28672"/>
                </a:lnTo>
                <a:lnTo>
                  <a:pt x="12906" y="28904"/>
                </a:lnTo>
                <a:lnTo>
                  <a:pt x="12996" y="29084"/>
                </a:lnTo>
                <a:lnTo>
                  <a:pt x="13088" y="29329"/>
                </a:lnTo>
                <a:lnTo>
                  <a:pt x="13225" y="29560"/>
                </a:lnTo>
                <a:lnTo>
                  <a:pt x="13317" y="29741"/>
                </a:lnTo>
                <a:lnTo>
                  <a:pt x="13409" y="29985"/>
                </a:lnTo>
                <a:lnTo>
                  <a:pt x="13500" y="30217"/>
                </a:lnTo>
                <a:lnTo>
                  <a:pt x="13592" y="30449"/>
                </a:lnTo>
                <a:lnTo>
                  <a:pt x="13729" y="30642"/>
                </a:lnTo>
                <a:lnTo>
                  <a:pt x="13821" y="30874"/>
                </a:lnTo>
                <a:lnTo>
                  <a:pt x="13912" y="31105"/>
                </a:lnTo>
                <a:lnTo>
                  <a:pt x="14003" y="31299"/>
                </a:lnTo>
                <a:lnTo>
                  <a:pt x="14095" y="31530"/>
                </a:lnTo>
                <a:lnTo>
                  <a:pt x="14232" y="31762"/>
                </a:lnTo>
                <a:lnTo>
                  <a:pt x="14324" y="31955"/>
                </a:lnTo>
                <a:lnTo>
                  <a:pt x="14416" y="32187"/>
                </a:lnTo>
                <a:lnTo>
                  <a:pt x="14506" y="32419"/>
                </a:lnTo>
                <a:lnTo>
                  <a:pt x="14598" y="32650"/>
                </a:lnTo>
                <a:lnTo>
                  <a:pt x="14735" y="32844"/>
                </a:lnTo>
                <a:lnTo>
                  <a:pt x="14827" y="33075"/>
                </a:lnTo>
                <a:lnTo>
                  <a:pt x="14919" y="33307"/>
                </a:lnTo>
                <a:lnTo>
                  <a:pt x="15011" y="33500"/>
                </a:lnTo>
                <a:lnTo>
                  <a:pt x="15102" y="33732"/>
                </a:lnTo>
                <a:lnTo>
                  <a:pt x="15239" y="33964"/>
                </a:lnTo>
                <a:lnTo>
                  <a:pt x="15331" y="34157"/>
                </a:lnTo>
                <a:lnTo>
                  <a:pt x="15422" y="34389"/>
                </a:lnTo>
                <a:lnTo>
                  <a:pt x="15514" y="34620"/>
                </a:lnTo>
                <a:lnTo>
                  <a:pt x="15605" y="34813"/>
                </a:lnTo>
                <a:lnTo>
                  <a:pt x="15742" y="35045"/>
                </a:lnTo>
                <a:lnTo>
                  <a:pt x="15834" y="35277"/>
                </a:lnTo>
                <a:lnTo>
                  <a:pt x="15926" y="35470"/>
                </a:lnTo>
                <a:lnTo>
                  <a:pt x="16018" y="35702"/>
                </a:lnTo>
                <a:lnTo>
                  <a:pt x="16108" y="35934"/>
                </a:lnTo>
                <a:lnTo>
                  <a:pt x="16247" y="36127"/>
                </a:lnTo>
                <a:lnTo>
                  <a:pt x="16337" y="36358"/>
                </a:lnTo>
                <a:lnTo>
                  <a:pt x="16429" y="36590"/>
                </a:lnTo>
                <a:lnTo>
                  <a:pt x="16521" y="36783"/>
                </a:lnTo>
                <a:lnTo>
                  <a:pt x="16613" y="37015"/>
                </a:lnTo>
                <a:lnTo>
                  <a:pt x="16750" y="37247"/>
                </a:lnTo>
                <a:lnTo>
                  <a:pt x="16841" y="37440"/>
                </a:lnTo>
                <a:lnTo>
                  <a:pt x="16933" y="37672"/>
                </a:lnTo>
                <a:lnTo>
                  <a:pt x="17024" y="37903"/>
                </a:lnTo>
                <a:lnTo>
                  <a:pt x="17116" y="38097"/>
                </a:lnTo>
                <a:lnTo>
                  <a:pt x="17253" y="38328"/>
                </a:lnTo>
                <a:lnTo>
                  <a:pt x="17344" y="38560"/>
                </a:lnTo>
                <a:lnTo>
                  <a:pt x="17436" y="38753"/>
                </a:lnTo>
                <a:lnTo>
                  <a:pt x="17528" y="38985"/>
                </a:lnTo>
                <a:lnTo>
                  <a:pt x="17619" y="39230"/>
                </a:lnTo>
                <a:lnTo>
                  <a:pt x="17757" y="39410"/>
                </a:lnTo>
                <a:lnTo>
                  <a:pt x="17847" y="39642"/>
                </a:lnTo>
                <a:lnTo>
                  <a:pt x="17939" y="39886"/>
                </a:lnTo>
                <a:lnTo>
                  <a:pt x="18031" y="40066"/>
                </a:lnTo>
                <a:lnTo>
                  <a:pt x="18123" y="40298"/>
                </a:lnTo>
                <a:lnTo>
                  <a:pt x="18260" y="40543"/>
                </a:lnTo>
                <a:lnTo>
                  <a:pt x="18352" y="40723"/>
                </a:lnTo>
                <a:lnTo>
                  <a:pt x="18443" y="40955"/>
                </a:lnTo>
                <a:lnTo>
                  <a:pt x="18534" y="41148"/>
                </a:lnTo>
                <a:lnTo>
                  <a:pt x="18626" y="41380"/>
                </a:lnTo>
                <a:lnTo>
                  <a:pt x="18763" y="41611"/>
                </a:lnTo>
                <a:lnTo>
                  <a:pt x="18855" y="41805"/>
                </a:lnTo>
                <a:lnTo>
                  <a:pt x="18946" y="42036"/>
                </a:lnTo>
                <a:lnTo>
                  <a:pt x="19038" y="42268"/>
                </a:lnTo>
                <a:lnTo>
                  <a:pt x="19130" y="42461"/>
                </a:lnTo>
                <a:lnTo>
                  <a:pt x="19267" y="42693"/>
                </a:lnTo>
                <a:lnTo>
                  <a:pt x="19359" y="42886"/>
                </a:lnTo>
                <a:lnTo>
                  <a:pt x="19449" y="43118"/>
                </a:lnTo>
                <a:lnTo>
                  <a:pt x="19541" y="43350"/>
                </a:lnTo>
                <a:lnTo>
                  <a:pt x="19633" y="43543"/>
                </a:lnTo>
                <a:lnTo>
                  <a:pt x="19770" y="43774"/>
                </a:lnTo>
                <a:lnTo>
                  <a:pt x="19862" y="44006"/>
                </a:lnTo>
                <a:lnTo>
                  <a:pt x="19954" y="44199"/>
                </a:lnTo>
                <a:lnTo>
                  <a:pt x="20050" y="444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396321" y="434397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0"/>
                </a:moveTo>
                <a:lnTo>
                  <a:pt x="88" y="193"/>
                </a:lnTo>
                <a:lnTo>
                  <a:pt x="226" y="424"/>
                </a:lnTo>
                <a:lnTo>
                  <a:pt x="314" y="656"/>
                </a:lnTo>
                <a:lnTo>
                  <a:pt x="402" y="849"/>
                </a:lnTo>
                <a:lnTo>
                  <a:pt x="502" y="1081"/>
                </a:lnTo>
                <a:lnTo>
                  <a:pt x="590" y="1261"/>
                </a:lnTo>
                <a:lnTo>
                  <a:pt x="729" y="1506"/>
                </a:lnTo>
                <a:lnTo>
                  <a:pt x="817" y="1738"/>
                </a:lnTo>
                <a:lnTo>
                  <a:pt x="905" y="1918"/>
                </a:lnTo>
                <a:lnTo>
                  <a:pt x="1005" y="2162"/>
                </a:lnTo>
                <a:lnTo>
                  <a:pt x="1093" y="2343"/>
                </a:lnTo>
                <a:lnTo>
                  <a:pt x="1232" y="2574"/>
                </a:lnTo>
                <a:lnTo>
                  <a:pt x="1320" y="2819"/>
                </a:lnTo>
                <a:lnTo>
                  <a:pt x="1408" y="2999"/>
                </a:lnTo>
                <a:lnTo>
                  <a:pt x="1508" y="3244"/>
                </a:lnTo>
                <a:lnTo>
                  <a:pt x="1596" y="3424"/>
                </a:lnTo>
                <a:lnTo>
                  <a:pt x="1735" y="3656"/>
                </a:lnTo>
                <a:lnTo>
                  <a:pt x="1823" y="3901"/>
                </a:lnTo>
                <a:lnTo>
                  <a:pt x="1911" y="4081"/>
                </a:lnTo>
                <a:lnTo>
                  <a:pt x="2011" y="4313"/>
                </a:lnTo>
                <a:lnTo>
                  <a:pt x="2099" y="4506"/>
                </a:lnTo>
                <a:lnTo>
                  <a:pt x="2238" y="4737"/>
                </a:lnTo>
                <a:lnTo>
                  <a:pt x="2326" y="4931"/>
                </a:lnTo>
                <a:lnTo>
                  <a:pt x="2414" y="5162"/>
                </a:lnTo>
                <a:lnTo>
                  <a:pt x="2514" y="5394"/>
                </a:lnTo>
                <a:lnTo>
                  <a:pt x="2602" y="5587"/>
                </a:lnTo>
                <a:lnTo>
                  <a:pt x="2741" y="5819"/>
                </a:lnTo>
                <a:lnTo>
                  <a:pt x="2829" y="6012"/>
                </a:lnTo>
                <a:lnTo>
                  <a:pt x="2917" y="6244"/>
                </a:lnTo>
                <a:lnTo>
                  <a:pt x="3017" y="6424"/>
                </a:lnTo>
                <a:lnTo>
                  <a:pt x="3105" y="6669"/>
                </a:lnTo>
                <a:lnTo>
                  <a:pt x="3244" y="6900"/>
                </a:lnTo>
                <a:lnTo>
                  <a:pt x="3332" y="7081"/>
                </a:lnTo>
                <a:lnTo>
                  <a:pt x="3432" y="7325"/>
                </a:lnTo>
                <a:lnTo>
                  <a:pt x="3520" y="7506"/>
                </a:lnTo>
                <a:lnTo>
                  <a:pt x="3608" y="7737"/>
                </a:lnTo>
                <a:lnTo>
                  <a:pt x="3747" y="7930"/>
                </a:lnTo>
                <a:lnTo>
                  <a:pt x="3835" y="8162"/>
                </a:lnTo>
                <a:lnTo>
                  <a:pt x="3935" y="8355"/>
                </a:lnTo>
                <a:lnTo>
                  <a:pt x="4023" y="8587"/>
                </a:lnTo>
                <a:lnTo>
                  <a:pt x="4111" y="8819"/>
                </a:lnTo>
                <a:lnTo>
                  <a:pt x="4250" y="9012"/>
                </a:lnTo>
                <a:lnTo>
                  <a:pt x="4338" y="9244"/>
                </a:lnTo>
                <a:lnTo>
                  <a:pt x="4438" y="9437"/>
                </a:lnTo>
                <a:lnTo>
                  <a:pt x="4526" y="9669"/>
                </a:lnTo>
                <a:lnTo>
                  <a:pt x="4614" y="9849"/>
                </a:lnTo>
                <a:lnTo>
                  <a:pt x="4753" y="10093"/>
                </a:lnTo>
                <a:lnTo>
                  <a:pt x="4841" y="10274"/>
                </a:lnTo>
                <a:lnTo>
                  <a:pt x="4941" y="10505"/>
                </a:lnTo>
                <a:lnTo>
                  <a:pt x="5029" y="10699"/>
                </a:lnTo>
                <a:lnTo>
                  <a:pt x="5117" y="10930"/>
                </a:lnTo>
                <a:lnTo>
                  <a:pt x="5256" y="11123"/>
                </a:lnTo>
                <a:lnTo>
                  <a:pt x="5344" y="11355"/>
                </a:lnTo>
                <a:lnTo>
                  <a:pt x="5444" y="11548"/>
                </a:lnTo>
                <a:lnTo>
                  <a:pt x="5532" y="11780"/>
                </a:lnTo>
                <a:lnTo>
                  <a:pt x="5620" y="11960"/>
                </a:lnTo>
                <a:lnTo>
                  <a:pt x="5758" y="12205"/>
                </a:lnTo>
                <a:lnTo>
                  <a:pt x="5847" y="12437"/>
                </a:lnTo>
                <a:lnTo>
                  <a:pt x="5947" y="12617"/>
                </a:lnTo>
                <a:lnTo>
                  <a:pt x="6035" y="12862"/>
                </a:lnTo>
                <a:lnTo>
                  <a:pt x="6123" y="13042"/>
                </a:lnTo>
                <a:lnTo>
                  <a:pt x="6261" y="13274"/>
                </a:lnTo>
                <a:lnTo>
                  <a:pt x="6349" y="13467"/>
                </a:lnTo>
                <a:lnTo>
                  <a:pt x="6450" y="13698"/>
                </a:lnTo>
                <a:lnTo>
                  <a:pt x="6538" y="13892"/>
                </a:lnTo>
                <a:lnTo>
                  <a:pt x="6626" y="14123"/>
                </a:lnTo>
                <a:lnTo>
                  <a:pt x="6764" y="14316"/>
                </a:lnTo>
                <a:lnTo>
                  <a:pt x="6865" y="14548"/>
                </a:lnTo>
                <a:lnTo>
                  <a:pt x="6953" y="14728"/>
                </a:lnTo>
                <a:lnTo>
                  <a:pt x="7041" y="14973"/>
                </a:lnTo>
                <a:lnTo>
                  <a:pt x="7129" y="15153"/>
                </a:lnTo>
                <a:lnTo>
                  <a:pt x="7267" y="15385"/>
                </a:lnTo>
                <a:lnTo>
                  <a:pt x="7368" y="15578"/>
                </a:lnTo>
                <a:lnTo>
                  <a:pt x="7456" y="15810"/>
                </a:lnTo>
                <a:lnTo>
                  <a:pt x="7544" y="16003"/>
                </a:lnTo>
                <a:lnTo>
                  <a:pt x="7632" y="16235"/>
                </a:lnTo>
                <a:lnTo>
                  <a:pt x="7770" y="16428"/>
                </a:lnTo>
                <a:lnTo>
                  <a:pt x="7871" y="16660"/>
                </a:lnTo>
                <a:lnTo>
                  <a:pt x="7959" y="16840"/>
                </a:lnTo>
                <a:lnTo>
                  <a:pt x="8047" y="17033"/>
                </a:lnTo>
                <a:lnTo>
                  <a:pt x="8135" y="17265"/>
                </a:lnTo>
                <a:lnTo>
                  <a:pt x="8273" y="17458"/>
                </a:lnTo>
                <a:lnTo>
                  <a:pt x="8374" y="17690"/>
                </a:lnTo>
                <a:lnTo>
                  <a:pt x="8462" y="17883"/>
                </a:lnTo>
                <a:lnTo>
                  <a:pt x="8550" y="18115"/>
                </a:lnTo>
                <a:lnTo>
                  <a:pt x="8638" y="18295"/>
                </a:lnTo>
                <a:lnTo>
                  <a:pt x="8776" y="18539"/>
                </a:lnTo>
                <a:lnTo>
                  <a:pt x="8877" y="18720"/>
                </a:lnTo>
                <a:lnTo>
                  <a:pt x="8965" y="18951"/>
                </a:lnTo>
                <a:lnTo>
                  <a:pt x="9053" y="19145"/>
                </a:lnTo>
                <a:lnTo>
                  <a:pt x="9141" y="19376"/>
                </a:lnTo>
                <a:lnTo>
                  <a:pt x="9279" y="19569"/>
                </a:lnTo>
                <a:lnTo>
                  <a:pt x="9380" y="19801"/>
                </a:lnTo>
                <a:lnTo>
                  <a:pt x="9468" y="19994"/>
                </a:lnTo>
                <a:lnTo>
                  <a:pt x="9556" y="20175"/>
                </a:lnTo>
                <a:lnTo>
                  <a:pt x="9657" y="20406"/>
                </a:lnTo>
                <a:lnTo>
                  <a:pt x="9782" y="20599"/>
                </a:lnTo>
                <a:lnTo>
                  <a:pt x="9883" y="20831"/>
                </a:lnTo>
                <a:lnTo>
                  <a:pt x="9971" y="21024"/>
                </a:lnTo>
                <a:lnTo>
                  <a:pt x="10059" y="21256"/>
                </a:lnTo>
                <a:lnTo>
                  <a:pt x="10159" y="21449"/>
                </a:lnTo>
                <a:lnTo>
                  <a:pt x="10285" y="21681"/>
                </a:lnTo>
                <a:lnTo>
                  <a:pt x="10386" y="21861"/>
                </a:lnTo>
                <a:lnTo>
                  <a:pt x="10474" y="22054"/>
                </a:lnTo>
                <a:lnTo>
                  <a:pt x="10562" y="22286"/>
                </a:lnTo>
                <a:lnTo>
                  <a:pt x="10662" y="22479"/>
                </a:lnTo>
                <a:lnTo>
                  <a:pt x="10801" y="22711"/>
                </a:lnTo>
                <a:lnTo>
                  <a:pt x="10889" y="22904"/>
                </a:lnTo>
                <a:lnTo>
                  <a:pt x="10977" y="23136"/>
                </a:lnTo>
                <a:lnTo>
                  <a:pt x="11065" y="23316"/>
                </a:lnTo>
                <a:lnTo>
                  <a:pt x="11165" y="23509"/>
                </a:lnTo>
                <a:lnTo>
                  <a:pt x="11304" y="23741"/>
                </a:lnTo>
                <a:lnTo>
                  <a:pt x="11392" y="23934"/>
                </a:lnTo>
                <a:lnTo>
                  <a:pt x="11480" y="24166"/>
                </a:lnTo>
                <a:lnTo>
                  <a:pt x="11568" y="24359"/>
                </a:lnTo>
                <a:lnTo>
                  <a:pt x="11668" y="24591"/>
                </a:lnTo>
                <a:lnTo>
                  <a:pt x="11807" y="24771"/>
                </a:lnTo>
                <a:lnTo>
                  <a:pt x="11895" y="24964"/>
                </a:lnTo>
                <a:lnTo>
                  <a:pt x="11983" y="25196"/>
                </a:lnTo>
                <a:lnTo>
                  <a:pt x="12071" y="25389"/>
                </a:lnTo>
                <a:lnTo>
                  <a:pt x="12171" y="25621"/>
                </a:lnTo>
                <a:lnTo>
                  <a:pt x="12310" y="25801"/>
                </a:lnTo>
                <a:lnTo>
                  <a:pt x="12398" y="25994"/>
                </a:lnTo>
                <a:lnTo>
                  <a:pt x="12486" y="26226"/>
                </a:lnTo>
                <a:lnTo>
                  <a:pt x="12574" y="26419"/>
                </a:lnTo>
                <a:lnTo>
                  <a:pt x="12674" y="26651"/>
                </a:lnTo>
                <a:lnTo>
                  <a:pt x="12813" y="26844"/>
                </a:lnTo>
                <a:lnTo>
                  <a:pt x="12901" y="27024"/>
                </a:lnTo>
                <a:lnTo>
                  <a:pt x="12989" y="27256"/>
                </a:lnTo>
                <a:lnTo>
                  <a:pt x="13089" y="27449"/>
                </a:lnTo>
                <a:lnTo>
                  <a:pt x="13177" y="27681"/>
                </a:lnTo>
                <a:lnTo>
                  <a:pt x="13316" y="27874"/>
                </a:lnTo>
                <a:lnTo>
                  <a:pt x="13404" y="28054"/>
                </a:lnTo>
                <a:lnTo>
                  <a:pt x="13492" y="28299"/>
                </a:lnTo>
                <a:lnTo>
                  <a:pt x="13592" y="28479"/>
                </a:lnTo>
                <a:lnTo>
                  <a:pt x="13680" y="28711"/>
                </a:lnTo>
                <a:lnTo>
                  <a:pt x="13819" y="28904"/>
                </a:lnTo>
                <a:lnTo>
                  <a:pt x="13907" y="29097"/>
                </a:lnTo>
                <a:lnTo>
                  <a:pt x="13995" y="29329"/>
                </a:lnTo>
                <a:lnTo>
                  <a:pt x="14095" y="29509"/>
                </a:lnTo>
                <a:lnTo>
                  <a:pt x="14183" y="29702"/>
                </a:lnTo>
                <a:lnTo>
                  <a:pt x="14322" y="29934"/>
                </a:lnTo>
                <a:lnTo>
                  <a:pt x="14410" y="30127"/>
                </a:lnTo>
                <a:lnTo>
                  <a:pt x="14498" y="30359"/>
                </a:lnTo>
                <a:lnTo>
                  <a:pt x="14598" y="30552"/>
                </a:lnTo>
                <a:lnTo>
                  <a:pt x="14686" y="30732"/>
                </a:lnTo>
                <a:lnTo>
                  <a:pt x="14825" y="30964"/>
                </a:lnTo>
                <a:lnTo>
                  <a:pt x="14913" y="31157"/>
                </a:lnTo>
                <a:lnTo>
                  <a:pt x="15001" y="31350"/>
                </a:lnTo>
                <a:lnTo>
                  <a:pt x="15101" y="31582"/>
                </a:lnTo>
                <a:lnTo>
                  <a:pt x="15189" y="31762"/>
                </a:lnTo>
                <a:lnTo>
                  <a:pt x="15327" y="31955"/>
                </a:lnTo>
                <a:lnTo>
                  <a:pt x="15415" y="32187"/>
                </a:lnTo>
                <a:lnTo>
                  <a:pt x="15504" y="32380"/>
                </a:lnTo>
                <a:lnTo>
                  <a:pt x="15604" y="32560"/>
                </a:lnTo>
                <a:lnTo>
                  <a:pt x="15692" y="32805"/>
                </a:lnTo>
                <a:lnTo>
                  <a:pt x="15830" y="32985"/>
                </a:lnTo>
                <a:lnTo>
                  <a:pt x="15918" y="33178"/>
                </a:lnTo>
                <a:lnTo>
                  <a:pt x="16006" y="33410"/>
                </a:lnTo>
                <a:lnTo>
                  <a:pt x="16107" y="33590"/>
                </a:lnTo>
                <a:lnTo>
                  <a:pt x="16195" y="33783"/>
                </a:lnTo>
                <a:lnTo>
                  <a:pt x="16333" y="34015"/>
                </a:lnTo>
                <a:lnTo>
                  <a:pt x="16421" y="34208"/>
                </a:lnTo>
                <a:lnTo>
                  <a:pt x="16509" y="34389"/>
                </a:lnTo>
                <a:lnTo>
                  <a:pt x="16610" y="34633"/>
                </a:lnTo>
                <a:lnTo>
                  <a:pt x="16698" y="34813"/>
                </a:lnTo>
                <a:lnTo>
                  <a:pt x="16836" y="35007"/>
                </a:lnTo>
                <a:lnTo>
                  <a:pt x="16924" y="35238"/>
                </a:lnTo>
                <a:lnTo>
                  <a:pt x="17025" y="35431"/>
                </a:lnTo>
                <a:lnTo>
                  <a:pt x="17113" y="35612"/>
                </a:lnTo>
                <a:lnTo>
                  <a:pt x="17201" y="35843"/>
                </a:lnTo>
                <a:lnTo>
                  <a:pt x="17339" y="36037"/>
                </a:lnTo>
                <a:lnTo>
                  <a:pt x="17427" y="36230"/>
                </a:lnTo>
                <a:lnTo>
                  <a:pt x="17528" y="36461"/>
                </a:lnTo>
                <a:lnTo>
                  <a:pt x="17616" y="36642"/>
                </a:lnTo>
                <a:lnTo>
                  <a:pt x="17704" y="36835"/>
                </a:lnTo>
                <a:lnTo>
                  <a:pt x="17842" y="37067"/>
                </a:lnTo>
                <a:lnTo>
                  <a:pt x="17930" y="37260"/>
                </a:lnTo>
                <a:lnTo>
                  <a:pt x="18031" y="37440"/>
                </a:lnTo>
                <a:lnTo>
                  <a:pt x="18119" y="37633"/>
                </a:lnTo>
                <a:lnTo>
                  <a:pt x="18207" y="37865"/>
                </a:lnTo>
                <a:lnTo>
                  <a:pt x="18345" y="38058"/>
                </a:lnTo>
                <a:lnTo>
                  <a:pt x="18433" y="38238"/>
                </a:lnTo>
                <a:lnTo>
                  <a:pt x="18534" y="38470"/>
                </a:lnTo>
                <a:lnTo>
                  <a:pt x="18622" y="38663"/>
                </a:lnTo>
                <a:lnTo>
                  <a:pt x="18710" y="38856"/>
                </a:lnTo>
                <a:lnTo>
                  <a:pt x="18848" y="39088"/>
                </a:lnTo>
                <a:lnTo>
                  <a:pt x="18936" y="39268"/>
                </a:lnTo>
                <a:lnTo>
                  <a:pt x="19037" y="39461"/>
                </a:lnTo>
                <a:lnTo>
                  <a:pt x="19125" y="39654"/>
                </a:lnTo>
                <a:lnTo>
                  <a:pt x="19213" y="39886"/>
                </a:lnTo>
                <a:lnTo>
                  <a:pt x="19351" y="40066"/>
                </a:lnTo>
                <a:lnTo>
                  <a:pt x="19439" y="40260"/>
                </a:lnTo>
                <a:lnTo>
                  <a:pt x="19540" y="40453"/>
                </a:lnTo>
                <a:lnTo>
                  <a:pt x="19628" y="40684"/>
                </a:lnTo>
                <a:lnTo>
                  <a:pt x="19716" y="40865"/>
                </a:lnTo>
                <a:lnTo>
                  <a:pt x="19854" y="41058"/>
                </a:lnTo>
                <a:lnTo>
                  <a:pt x="19942" y="41290"/>
                </a:lnTo>
                <a:lnTo>
                  <a:pt x="20043" y="4148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416364" y="4385457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605"/>
                </a:lnTo>
                <a:lnTo>
                  <a:pt x="414" y="798"/>
                </a:lnTo>
                <a:lnTo>
                  <a:pt x="502" y="978"/>
                </a:lnTo>
                <a:lnTo>
                  <a:pt x="590" y="1171"/>
                </a:lnTo>
                <a:lnTo>
                  <a:pt x="679" y="1403"/>
                </a:lnTo>
                <a:lnTo>
                  <a:pt x="817" y="1596"/>
                </a:lnTo>
                <a:lnTo>
                  <a:pt x="917" y="1776"/>
                </a:lnTo>
                <a:lnTo>
                  <a:pt x="1005" y="1969"/>
                </a:lnTo>
                <a:lnTo>
                  <a:pt x="1093" y="2201"/>
                </a:lnTo>
                <a:lnTo>
                  <a:pt x="1181" y="2394"/>
                </a:lnTo>
                <a:lnTo>
                  <a:pt x="1320" y="2574"/>
                </a:lnTo>
                <a:lnTo>
                  <a:pt x="1420" y="2768"/>
                </a:lnTo>
                <a:lnTo>
                  <a:pt x="1508" y="2948"/>
                </a:lnTo>
                <a:lnTo>
                  <a:pt x="1596" y="3192"/>
                </a:lnTo>
                <a:lnTo>
                  <a:pt x="1684" y="3373"/>
                </a:lnTo>
                <a:lnTo>
                  <a:pt x="1823" y="3566"/>
                </a:lnTo>
                <a:lnTo>
                  <a:pt x="1923" y="3746"/>
                </a:lnTo>
                <a:lnTo>
                  <a:pt x="2011" y="3991"/>
                </a:lnTo>
                <a:lnTo>
                  <a:pt x="2099" y="4171"/>
                </a:lnTo>
                <a:lnTo>
                  <a:pt x="2187" y="4364"/>
                </a:lnTo>
                <a:lnTo>
                  <a:pt x="2326" y="4544"/>
                </a:lnTo>
                <a:lnTo>
                  <a:pt x="2426" y="4737"/>
                </a:lnTo>
                <a:lnTo>
                  <a:pt x="2514" y="4969"/>
                </a:lnTo>
                <a:lnTo>
                  <a:pt x="2602" y="5162"/>
                </a:lnTo>
                <a:lnTo>
                  <a:pt x="2690" y="5343"/>
                </a:lnTo>
                <a:lnTo>
                  <a:pt x="2829" y="5536"/>
                </a:lnTo>
                <a:lnTo>
                  <a:pt x="2929" y="5767"/>
                </a:lnTo>
                <a:lnTo>
                  <a:pt x="3017" y="5961"/>
                </a:lnTo>
                <a:lnTo>
                  <a:pt x="3105" y="6141"/>
                </a:lnTo>
                <a:lnTo>
                  <a:pt x="3206" y="6334"/>
                </a:lnTo>
                <a:lnTo>
                  <a:pt x="3332" y="6514"/>
                </a:lnTo>
                <a:lnTo>
                  <a:pt x="3432" y="6759"/>
                </a:lnTo>
                <a:lnTo>
                  <a:pt x="3520" y="6939"/>
                </a:lnTo>
                <a:lnTo>
                  <a:pt x="3608" y="7132"/>
                </a:lnTo>
                <a:lnTo>
                  <a:pt x="3709" y="7312"/>
                </a:lnTo>
                <a:lnTo>
                  <a:pt x="3835" y="7506"/>
                </a:lnTo>
                <a:lnTo>
                  <a:pt x="3935" y="7686"/>
                </a:lnTo>
                <a:lnTo>
                  <a:pt x="4023" y="7930"/>
                </a:lnTo>
                <a:lnTo>
                  <a:pt x="4111" y="8111"/>
                </a:lnTo>
                <a:lnTo>
                  <a:pt x="4212" y="8304"/>
                </a:lnTo>
                <a:lnTo>
                  <a:pt x="4350" y="8484"/>
                </a:lnTo>
                <a:lnTo>
                  <a:pt x="4438" y="8677"/>
                </a:lnTo>
                <a:lnTo>
                  <a:pt x="4526" y="8909"/>
                </a:lnTo>
                <a:lnTo>
                  <a:pt x="4614" y="9102"/>
                </a:lnTo>
                <a:lnTo>
                  <a:pt x="4715" y="9282"/>
                </a:lnTo>
                <a:lnTo>
                  <a:pt x="4853" y="9475"/>
                </a:lnTo>
                <a:lnTo>
                  <a:pt x="4941" y="9656"/>
                </a:lnTo>
                <a:lnTo>
                  <a:pt x="5029" y="9849"/>
                </a:lnTo>
                <a:lnTo>
                  <a:pt x="5117" y="10081"/>
                </a:lnTo>
                <a:lnTo>
                  <a:pt x="5218" y="10274"/>
                </a:lnTo>
                <a:lnTo>
                  <a:pt x="5356" y="10454"/>
                </a:lnTo>
                <a:lnTo>
                  <a:pt x="5444" y="10647"/>
                </a:lnTo>
                <a:lnTo>
                  <a:pt x="5532" y="10840"/>
                </a:lnTo>
                <a:lnTo>
                  <a:pt x="5620" y="11020"/>
                </a:lnTo>
                <a:lnTo>
                  <a:pt x="5721" y="11214"/>
                </a:lnTo>
                <a:lnTo>
                  <a:pt x="5859" y="11445"/>
                </a:lnTo>
                <a:lnTo>
                  <a:pt x="5947" y="11638"/>
                </a:lnTo>
                <a:lnTo>
                  <a:pt x="6035" y="11819"/>
                </a:lnTo>
                <a:lnTo>
                  <a:pt x="6123" y="12012"/>
                </a:lnTo>
                <a:lnTo>
                  <a:pt x="6224" y="12192"/>
                </a:lnTo>
                <a:lnTo>
                  <a:pt x="6362" y="12385"/>
                </a:lnTo>
                <a:lnTo>
                  <a:pt x="6450" y="12565"/>
                </a:lnTo>
                <a:lnTo>
                  <a:pt x="6538" y="12810"/>
                </a:lnTo>
                <a:lnTo>
                  <a:pt x="6639" y="12990"/>
                </a:lnTo>
                <a:lnTo>
                  <a:pt x="6727" y="13183"/>
                </a:lnTo>
                <a:lnTo>
                  <a:pt x="6865" y="13364"/>
                </a:lnTo>
                <a:lnTo>
                  <a:pt x="6953" y="13557"/>
                </a:lnTo>
                <a:lnTo>
                  <a:pt x="7041" y="13750"/>
                </a:lnTo>
                <a:lnTo>
                  <a:pt x="7142" y="13930"/>
                </a:lnTo>
                <a:lnTo>
                  <a:pt x="7230" y="14123"/>
                </a:lnTo>
                <a:lnTo>
                  <a:pt x="7368" y="14355"/>
                </a:lnTo>
                <a:lnTo>
                  <a:pt x="7456" y="14548"/>
                </a:lnTo>
                <a:lnTo>
                  <a:pt x="7544" y="14728"/>
                </a:lnTo>
                <a:lnTo>
                  <a:pt x="7645" y="14922"/>
                </a:lnTo>
                <a:lnTo>
                  <a:pt x="7733" y="15102"/>
                </a:lnTo>
                <a:lnTo>
                  <a:pt x="7871" y="15295"/>
                </a:lnTo>
                <a:lnTo>
                  <a:pt x="7959" y="15475"/>
                </a:lnTo>
                <a:lnTo>
                  <a:pt x="8047" y="15668"/>
                </a:lnTo>
                <a:lnTo>
                  <a:pt x="8148" y="15861"/>
                </a:lnTo>
                <a:lnTo>
                  <a:pt x="8236" y="16093"/>
                </a:lnTo>
                <a:lnTo>
                  <a:pt x="8374" y="16273"/>
                </a:lnTo>
                <a:lnTo>
                  <a:pt x="8462" y="16467"/>
                </a:lnTo>
                <a:lnTo>
                  <a:pt x="8550" y="16660"/>
                </a:lnTo>
                <a:lnTo>
                  <a:pt x="8651" y="16840"/>
                </a:lnTo>
                <a:lnTo>
                  <a:pt x="8739" y="17033"/>
                </a:lnTo>
                <a:lnTo>
                  <a:pt x="8877" y="17213"/>
                </a:lnTo>
                <a:lnTo>
                  <a:pt x="8965" y="17406"/>
                </a:lnTo>
                <a:lnTo>
                  <a:pt x="9053" y="17587"/>
                </a:lnTo>
                <a:lnTo>
                  <a:pt x="9154" y="17780"/>
                </a:lnTo>
                <a:lnTo>
                  <a:pt x="9242" y="17973"/>
                </a:lnTo>
                <a:lnTo>
                  <a:pt x="9380" y="18205"/>
                </a:lnTo>
                <a:lnTo>
                  <a:pt x="9468" y="18385"/>
                </a:lnTo>
                <a:lnTo>
                  <a:pt x="9556" y="18578"/>
                </a:lnTo>
                <a:lnTo>
                  <a:pt x="9657" y="18771"/>
                </a:lnTo>
                <a:lnTo>
                  <a:pt x="9745" y="18951"/>
                </a:lnTo>
                <a:lnTo>
                  <a:pt x="9883" y="19145"/>
                </a:lnTo>
                <a:lnTo>
                  <a:pt x="9971" y="19325"/>
                </a:lnTo>
                <a:lnTo>
                  <a:pt x="10059" y="19518"/>
                </a:lnTo>
                <a:lnTo>
                  <a:pt x="10159" y="19698"/>
                </a:lnTo>
                <a:lnTo>
                  <a:pt x="10247" y="19891"/>
                </a:lnTo>
                <a:lnTo>
                  <a:pt x="10386" y="20084"/>
                </a:lnTo>
                <a:lnTo>
                  <a:pt x="10474" y="20265"/>
                </a:lnTo>
                <a:lnTo>
                  <a:pt x="10574" y="20458"/>
                </a:lnTo>
                <a:lnTo>
                  <a:pt x="10662" y="20638"/>
                </a:lnTo>
                <a:lnTo>
                  <a:pt x="10750" y="20831"/>
                </a:lnTo>
                <a:lnTo>
                  <a:pt x="10889" y="21011"/>
                </a:lnTo>
                <a:lnTo>
                  <a:pt x="10977" y="21205"/>
                </a:lnTo>
                <a:lnTo>
                  <a:pt x="11077" y="21398"/>
                </a:lnTo>
                <a:lnTo>
                  <a:pt x="11165" y="21629"/>
                </a:lnTo>
                <a:lnTo>
                  <a:pt x="11253" y="21810"/>
                </a:lnTo>
                <a:lnTo>
                  <a:pt x="11392" y="22003"/>
                </a:lnTo>
                <a:lnTo>
                  <a:pt x="11480" y="22196"/>
                </a:lnTo>
                <a:lnTo>
                  <a:pt x="11580" y="22376"/>
                </a:lnTo>
                <a:lnTo>
                  <a:pt x="11668" y="22569"/>
                </a:lnTo>
                <a:lnTo>
                  <a:pt x="11756" y="22750"/>
                </a:lnTo>
                <a:lnTo>
                  <a:pt x="11895" y="22943"/>
                </a:lnTo>
                <a:lnTo>
                  <a:pt x="11983" y="23123"/>
                </a:lnTo>
                <a:lnTo>
                  <a:pt x="12083" y="23316"/>
                </a:lnTo>
                <a:lnTo>
                  <a:pt x="12171" y="23509"/>
                </a:lnTo>
                <a:lnTo>
                  <a:pt x="12259" y="23689"/>
                </a:lnTo>
                <a:lnTo>
                  <a:pt x="12398" y="23883"/>
                </a:lnTo>
                <a:lnTo>
                  <a:pt x="12486" y="24063"/>
                </a:lnTo>
                <a:lnTo>
                  <a:pt x="12586" y="24256"/>
                </a:lnTo>
                <a:lnTo>
                  <a:pt x="12674" y="24436"/>
                </a:lnTo>
                <a:lnTo>
                  <a:pt x="12762" y="24629"/>
                </a:lnTo>
                <a:lnTo>
                  <a:pt x="12901" y="24822"/>
                </a:lnTo>
                <a:lnTo>
                  <a:pt x="12989" y="25003"/>
                </a:lnTo>
                <a:lnTo>
                  <a:pt x="13089" y="25196"/>
                </a:lnTo>
                <a:lnTo>
                  <a:pt x="13177" y="25376"/>
                </a:lnTo>
                <a:lnTo>
                  <a:pt x="13265" y="25569"/>
                </a:lnTo>
                <a:lnTo>
                  <a:pt x="13404" y="25762"/>
                </a:lnTo>
                <a:lnTo>
                  <a:pt x="13492" y="25943"/>
                </a:lnTo>
                <a:lnTo>
                  <a:pt x="13592" y="26136"/>
                </a:lnTo>
                <a:lnTo>
                  <a:pt x="13680" y="26316"/>
                </a:lnTo>
                <a:lnTo>
                  <a:pt x="13768" y="26509"/>
                </a:lnTo>
                <a:lnTo>
                  <a:pt x="13907" y="26689"/>
                </a:lnTo>
                <a:lnTo>
                  <a:pt x="13995" y="26882"/>
                </a:lnTo>
                <a:lnTo>
                  <a:pt x="14095" y="27076"/>
                </a:lnTo>
                <a:lnTo>
                  <a:pt x="14183" y="27256"/>
                </a:lnTo>
                <a:lnTo>
                  <a:pt x="14271" y="27449"/>
                </a:lnTo>
                <a:lnTo>
                  <a:pt x="14410" y="27629"/>
                </a:lnTo>
                <a:lnTo>
                  <a:pt x="14510" y="27822"/>
                </a:lnTo>
                <a:lnTo>
                  <a:pt x="14598" y="28003"/>
                </a:lnTo>
                <a:lnTo>
                  <a:pt x="14686" y="28196"/>
                </a:lnTo>
                <a:lnTo>
                  <a:pt x="14774" y="28337"/>
                </a:lnTo>
                <a:lnTo>
                  <a:pt x="14913" y="28530"/>
                </a:lnTo>
                <a:lnTo>
                  <a:pt x="15013" y="28711"/>
                </a:lnTo>
                <a:lnTo>
                  <a:pt x="15101" y="28904"/>
                </a:lnTo>
                <a:lnTo>
                  <a:pt x="15189" y="29084"/>
                </a:lnTo>
                <a:lnTo>
                  <a:pt x="15277" y="29277"/>
                </a:lnTo>
                <a:lnTo>
                  <a:pt x="15415" y="29457"/>
                </a:lnTo>
                <a:lnTo>
                  <a:pt x="15516" y="29651"/>
                </a:lnTo>
                <a:lnTo>
                  <a:pt x="15604" y="29844"/>
                </a:lnTo>
                <a:lnTo>
                  <a:pt x="15692" y="30024"/>
                </a:lnTo>
                <a:lnTo>
                  <a:pt x="15780" y="30217"/>
                </a:lnTo>
                <a:lnTo>
                  <a:pt x="15918" y="30397"/>
                </a:lnTo>
                <a:lnTo>
                  <a:pt x="16019" y="30590"/>
                </a:lnTo>
                <a:lnTo>
                  <a:pt x="16107" y="30771"/>
                </a:lnTo>
                <a:lnTo>
                  <a:pt x="16195" y="30964"/>
                </a:lnTo>
                <a:lnTo>
                  <a:pt x="16283" y="31157"/>
                </a:lnTo>
                <a:lnTo>
                  <a:pt x="16421" y="31337"/>
                </a:lnTo>
                <a:lnTo>
                  <a:pt x="16522" y="31479"/>
                </a:lnTo>
                <a:lnTo>
                  <a:pt x="16610" y="31672"/>
                </a:lnTo>
                <a:lnTo>
                  <a:pt x="16698" y="31852"/>
                </a:lnTo>
                <a:lnTo>
                  <a:pt x="16799" y="32045"/>
                </a:lnTo>
                <a:lnTo>
                  <a:pt x="16924" y="32226"/>
                </a:lnTo>
                <a:lnTo>
                  <a:pt x="17025" y="32419"/>
                </a:lnTo>
                <a:lnTo>
                  <a:pt x="17113" y="32612"/>
                </a:lnTo>
                <a:lnTo>
                  <a:pt x="17201" y="32792"/>
                </a:lnTo>
                <a:lnTo>
                  <a:pt x="17302" y="32985"/>
                </a:lnTo>
                <a:lnTo>
                  <a:pt x="17427" y="33165"/>
                </a:lnTo>
                <a:lnTo>
                  <a:pt x="17528" y="33359"/>
                </a:lnTo>
                <a:lnTo>
                  <a:pt x="17616" y="33500"/>
                </a:lnTo>
                <a:lnTo>
                  <a:pt x="17704" y="33680"/>
                </a:lnTo>
                <a:lnTo>
                  <a:pt x="17805" y="33874"/>
                </a:lnTo>
                <a:lnTo>
                  <a:pt x="17943" y="34067"/>
                </a:lnTo>
                <a:lnTo>
                  <a:pt x="18031" y="34247"/>
                </a:lnTo>
                <a:lnTo>
                  <a:pt x="18119" y="34440"/>
                </a:lnTo>
                <a:lnTo>
                  <a:pt x="18207" y="34620"/>
                </a:lnTo>
                <a:lnTo>
                  <a:pt x="18308" y="34813"/>
                </a:lnTo>
                <a:lnTo>
                  <a:pt x="18446" y="34994"/>
                </a:lnTo>
                <a:lnTo>
                  <a:pt x="18534" y="35135"/>
                </a:lnTo>
                <a:lnTo>
                  <a:pt x="18622" y="35328"/>
                </a:lnTo>
                <a:lnTo>
                  <a:pt x="18710" y="35522"/>
                </a:lnTo>
                <a:lnTo>
                  <a:pt x="18811" y="35702"/>
                </a:lnTo>
                <a:lnTo>
                  <a:pt x="18949" y="35895"/>
                </a:lnTo>
                <a:lnTo>
                  <a:pt x="19037" y="36075"/>
                </a:lnTo>
                <a:lnTo>
                  <a:pt x="19125" y="36268"/>
                </a:lnTo>
                <a:lnTo>
                  <a:pt x="19213" y="36449"/>
                </a:lnTo>
                <a:lnTo>
                  <a:pt x="19314" y="36590"/>
                </a:lnTo>
                <a:lnTo>
                  <a:pt x="19452" y="36783"/>
                </a:lnTo>
                <a:lnTo>
                  <a:pt x="19540" y="36976"/>
                </a:lnTo>
                <a:lnTo>
                  <a:pt x="19628" y="37157"/>
                </a:lnTo>
                <a:lnTo>
                  <a:pt x="19716" y="37350"/>
                </a:lnTo>
                <a:lnTo>
                  <a:pt x="19816" y="37530"/>
                </a:lnTo>
                <a:lnTo>
                  <a:pt x="19955" y="37723"/>
                </a:lnTo>
                <a:lnTo>
                  <a:pt x="20043" y="37865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436408" y="4423322"/>
            <a:ext cx="20043" cy="33733"/>
          </a:xfrm>
          <a:custGeom>
            <a:avLst/>
            <a:gdLst/>
            <a:ahLst/>
            <a:cxnLst/>
            <a:rect l="l" t="t" r="r" b="b"/>
            <a:pathLst>
              <a:path w="20043" h="3373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276" y="566"/>
                </a:lnTo>
                <a:lnTo>
                  <a:pt x="414" y="746"/>
                </a:lnTo>
                <a:lnTo>
                  <a:pt x="502" y="939"/>
                </a:lnTo>
                <a:lnTo>
                  <a:pt x="590" y="1081"/>
                </a:lnTo>
                <a:lnTo>
                  <a:pt x="691" y="1261"/>
                </a:lnTo>
                <a:lnTo>
                  <a:pt x="779" y="1454"/>
                </a:lnTo>
                <a:lnTo>
                  <a:pt x="917" y="1635"/>
                </a:lnTo>
                <a:lnTo>
                  <a:pt x="1005" y="1828"/>
                </a:lnTo>
                <a:lnTo>
                  <a:pt x="1093" y="2021"/>
                </a:lnTo>
                <a:lnTo>
                  <a:pt x="1194" y="2150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16"/>
                </a:lnTo>
                <a:lnTo>
                  <a:pt x="1596" y="2909"/>
                </a:lnTo>
                <a:lnTo>
                  <a:pt x="1697" y="3051"/>
                </a:lnTo>
                <a:lnTo>
                  <a:pt x="1785" y="3231"/>
                </a:lnTo>
                <a:lnTo>
                  <a:pt x="1923" y="3424"/>
                </a:lnTo>
                <a:lnTo>
                  <a:pt x="2011" y="3604"/>
                </a:lnTo>
                <a:lnTo>
                  <a:pt x="2099" y="3798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02" y="4686"/>
                </a:lnTo>
                <a:lnTo>
                  <a:pt x="2703" y="4828"/>
                </a:lnTo>
                <a:lnTo>
                  <a:pt x="2791" y="5021"/>
                </a:lnTo>
                <a:lnTo>
                  <a:pt x="2929" y="5201"/>
                </a:lnTo>
                <a:lnTo>
                  <a:pt x="3017" y="5394"/>
                </a:lnTo>
                <a:lnTo>
                  <a:pt x="3105" y="5574"/>
                </a:lnTo>
                <a:lnTo>
                  <a:pt x="3206" y="5716"/>
                </a:lnTo>
                <a:lnTo>
                  <a:pt x="3294" y="5909"/>
                </a:lnTo>
                <a:lnTo>
                  <a:pt x="3432" y="6102"/>
                </a:lnTo>
                <a:lnTo>
                  <a:pt x="3520" y="6282"/>
                </a:lnTo>
                <a:lnTo>
                  <a:pt x="3608" y="6424"/>
                </a:lnTo>
                <a:lnTo>
                  <a:pt x="3709" y="6617"/>
                </a:lnTo>
                <a:lnTo>
                  <a:pt x="3797" y="6797"/>
                </a:lnTo>
                <a:lnTo>
                  <a:pt x="3935" y="6991"/>
                </a:lnTo>
                <a:lnTo>
                  <a:pt x="4023" y="7132"/>
                </a:lnTo>
                <a:lnTo>
                  <a:pt x="4124" y="7312"/>
                </a:lnTo>
                <a:lnTo>
                  <a:pt x="4212" y="7506"/>
                </a:lnTo>
                <a:lnTo>
                  <a:pt x="4300" y="7686"/>
                </a:lnTo>
                <a:lnTo>
                  <a:pt x="4438" y="7827"/>
                </a:lnTo>
                <a:lnTo>
                  <a:pt x="4526" y="8021"/>
                </a:lnTo>
                <a:lnTo>
                  <a:pt x="4627" y="8214"/>
                </a:lnTo>
                <a:lnTo>
                  <a:pt x="4715" y="8394"/>
                </a:lnTo>
                <a:lnTo>
                  <a:pt x="480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30" y="9102"/>
                </a:lnTo>
                <a:lnTo>
                  <a:pt x="5218" y="9244"/>
                </a:lnTo>
                <a:lnTo>
                  <a:pt x="5306" y="9424"/>
                </a:lnTo>
                <a:lnTo>
                  <a:pt x="5444" y="9617"/>
                </a:lnTo>
                <a:lnTo>
                  <a:pt x="5532" y="9759"/>
                </a:lnTo>
                <a:lnTo>
                  <a:pt x="5633" y="9939"/>
                </a:lnTo>
                <a:lnTo>
                  <a:pt x="5721" y="10132"/>
                </a:lnTo>
                <a:lnTo>
                  <a:pt x="5809" y="10325"/>
                </a:lnTo>
                <a:lnTo>
                  <a:pt x="5947" y="10467"/>
                </a:lnTo>
                <a:lnTo>
                  <a:pt x="6035" y="10647"/>
                </a:lnTo>
                <a:lnTo>
                  <a:pt x="6136" y="10840"/>
                </a:lnTo>
                <a:lnTo>
                  <a:pt x="6224" y="10982"/>
                </a:lnTo>
                <a:lnTo>
                  <a:pt x="6312" y="11162"/>
                </a:lnTo>
                <a:lnTo>
                  <a:pt x="6450" y="11355"/>
                </a:lnTo>
                <a:lnTo>
                  <a:pt x="6538" y="11535"/>
                </a:lnTo>
                <a:lnTo>
                  <a:pt x="6639" y="11677"/>
                </a:lnTo>
                <a:lnTo>
                  <a:pt x="6727" y="11870"/>
                </a:lnTo>
                <a:lnTo>
                  <a:pt x="6815" y="12050"/>
                </a:lnTo>
                <a:lnTo>
                  <a:pt x="6953" y="12192"/>
                </a:lnTo>
                <a:lnTo>
                  <a:pt x="7041" y="12385"/>
                </a:lnTo>
                <a:lnTo>
                  <a:pt x="7142" y="12578"/>
                </a:lnTo>
                <a:lnTo>
                  <a:pt x="7230" y="12707"/>
                </a:lnTo>
                <a:lnTo>
                  <a:pt x="7318" y="12900"/>
                </a:lnTo>
                <a:lnTo>
                  <a:pt x="7456" y="13093"/>
                </a:lnTo>
                <a:lnTo>
                  <a:pt x="7544" y="13235"/>
                </a:lnTo>
                <a:lnTo>
                  <a:pt x="7645" y="13415"/>
                </a:lnTo>
                <a:lnTo>
                  <a:pt x="7733" y="13608"/>
                </a:lnTo>
                <a:lnTo>
                  <a:pt x="7821" y="13750"/>
                </a:lnTo>
                <a:lnTo>
                  <a:pt x="7959" y="13930"/>
                </a:lnTo>
                <a:lnTo>
                  <a:pt x="8060" y="14123"/>
                </a:lnTo>
                <a:lnTo>
                  <a:pt x="8148" y="14265"/>
                </a:lnTo>
                <a:lnTo>
                  <a:pt x="8236" y="14445"/>
                </a:lnTo>
                <a:lnTo>
                  <a:pt x="8324" y="14638"/>
                </a:lnTo>
                <a:lnTo>
                  <a:pt x="8462" y="14780"/>
                </a:lnTo>
                <a:lnTo>
                  <a:pt x="8563" y="14960"/>
                </a:lnTo>
                <a:lnTo>
                  <a:pt x="8651" y="15153"/>
                </a:lnTo>
                <a:lnTo>
                  <a:pt x="8739" y="15295"/>
                </a:lnTo>
                <a:lnTo>
                  <a:pt x="8827" y="15475"/>
                </a:lnTo>
                <a:lnTo>
                  <a:pt x="8965" y="15668"/>
                </a:lnTo>
                <a:lnTo>
                  <a:pt x="9066" y="15810"/>
                </a:lnTo>
                <a:lnTo>
                  <a:pt x="9154" y="16003"/>
                </a:lnTo>
                <a:lnTo>
                  <a:pt x="9242" y="16132"/>
                </a:lnTo>
                <a:lnTo>
                  <a:pt x="9330" y="16325"/>
                </a:lnTo>
                <a:lnTo>
                  <a:pt x="9468" y="16518"/>
                </a:lnTo>
                <a:lnTo>
                  <a:pt x="9568" y="16660"/>
                </a:lnTo>
                <a:lnTo>
                  <a:pt x="9657" y="16840"/>
                </a:lnTo>
                <a:lnTo>
                  <a:pt x="9745" y="17033"/>
                </a:lnTo>
                <a:lnTo>
                  <a:pt x="9833" y="17175"/>
                </a:lnTo>
                <a:lnTo>
                  <a:pt x="9971" y="17355"/>
                </a:lnTo>
                <a:lnTo>
                  <a:pt x="10071" y="17497"/>
                </a:lnTo>
                <a:lnTo>
                  <a:pt x="10159" y="17690"/>
                </a:lnTo>
                <a:lnTo>
                  <a:pt x="10247" y="17870"/>
                </a:lnTo>
                <a:lnTo>
                  <a:pt x="10348" y="18012"/>
                </a:lnTo>
                <a:lnTo>
                  <a:pt x="10474" y="18205"/>
                </a:lnTo>
                <a:lnTo>
                  <a:pt x="10574" y="18346"/>
                </a:lnTo>
                <a:lnTo>
                  <a:pt x="10662" y="18527"/>
                </a:lnTo>
                <a:lnTo>
                  <a:pt x="10750" y="18720"/>
                </a:lnTo>
                <a:lnTo>
                  <a:pt x="10851" y="18861"/>
                </a:lnTo>
                <a:lnTo>
                  <a:pt x="10977" y="19042"/>
                </a:lnTo>
                <a:lnTo>
                  <a:pt x="11077" y="19183"/>
                </a:lnTo>
                <a:lnTo>
                  <a:pt x="11165" y="19376"/>
                </a:lnTo>
                <a:lnTo>
                  <a:pt x="11253" y="19569"/>
                </a:lnTo>
                <a:lnTo>
                  <a:pt x="11354" y="19698"/>
                </a:lnTo>
                <a:lnTo>
                  <a:pt x="11480" y="19891"/>
                </a:lnTo>
                <a:lnTo>
                  <a:pt x="11580" y="20033"/>
                </a:lnTo>
                <a:lnTo>
                  <a:pt x="11668" y="20226"/>
                </a:lnTo>
                <a:lnTo>
                  <a:pt x="11756" y="20355"/>
                </a:lnTo>
                <a:lnTo>
                  <a:pt x="11857" y="20548"/>
                </a:lnTo>
                <a:lnTo>
                  <a:pt x="11995" y="20741"/>
                </a:lnTo>
                <a:lnTo>
                  <a:pt x="12083" y="20883"/>
                </a:lnTo>
                <a:lnTo>
                  <a:pt x="12171" y="21063"/>
                </a:lnTo>
                <a:lnTo>
                  <a:pt x="12259" y="21205"/>
                </a:lnTo>
                <a:lnTo>
                  <a:pt x="12360" y="21398"/>
                </a:lnTo>
                <a:lnTo>
                  <a:pt x="12498" y="21539"/>
                </a:lnTo>
                <a:lnTo>
                  <a:pt x="12586" y="21720"/>
                </a:lnTo>
                <a:lnTo>
                  <a:pt x="12674" y="21913"/>
                </a:lnTo>
                <a:lnTo>
                  <a:pt x="12762" y="22054"/>
                </a:lnTo>
                <a:lnTo>
                  <a:pt x="12863" y="22235"/>
                </a:lnTo>
                <a:lnTo>
                  <a:pt x="13001" y="22376"/>
                </a:lnTo>
                <a:lnTo>
                  <a:pt x="13089" y="22569"/>
                </a:lnTo>
                <a:lnTo>
                  <a:pt x="13177" y="22711"/>
                </a:lnTo>
                <a:lnTo>
                  <a:pt x="13265" y="22891"/>
                </a:lnTo>
                <a:lnTo>
                  <a:pt x="13366" y="23033"/>
                </a:lnTo>
                <a:lnTo>
                  <a:pt x="13504" y="23226"/>
                </a:lnTo>
                <a:lnTo>
                  <a:pt x="13592" y="23368"/>
                </a:lnTo>
                <a:lnTo>
                  <a:pt x="13680" y="23548"/>
                </a:lnTo>
                <a:lnTo>
                  <a:pt x="13768" y="23689"/>
                </a:lnTo>
                <a:lnTo>
                  <a:pt x="13869" y="23883"/>
                </a:lnTo>
                <a:lnTo>
                  <a:pt x="14007" y="24024"/>
                </a:lnTo>
                <a:lnTo>
                  <a:pt x="14095" y="24204"/>
                </a:lnTo>
                <a:lnTo>
                  <a:pt x="14183" y="24398"/>
                </a:lnTo>
                <a:lnTo>
                  <a:pt x="14284" y="24539"/>
                </a:lnTo>
                <a:lnTo>
                  <a:pt x="14372" y="24719"/>
                </a:lnTo>
                <a:lnTo>
                  <a:pt x="14510" y="24861"/>
                </a:lnTo>
                <a:lnTo>
                  <a:pt x="14598" y="25054"/>
                </a:lnTo>
                <a:lnTo>
                  <a:pt x="14686" y="25196"/>
                </a:lnTo>
                <a:lnTo>
                  <a:pt x="14787" y="25376"/>
                </a:lnTo>
                <a:lnTo>
                  <a:pt x="14875" y="25518"/>
                </a:lnTo>
                <a:lnTo>
                  <a:pt x="15013" y="25711"/>
                </a:lnTo>
                <a:lnTo>
                  <a:pt x="15101" y="25852"/>
                </a:lnTo>
                <a:lnTo>
                  <a:pt x="15189" y="26033"/>
                </a:lnTo>
                <a:lnTo>
                  <a:pt x="15290" y="26174"/>
                </a:lnTo>
                <a:lnTo>
                  <a:pt x="15378" y="26316"/>
                </a:lnTo>
                <a:lnTo>
                  <a:pt x="15516" y="26509"/>
                </a:lnTo>
                <a:lnTo>
                  <a:pt x="15604" y="26651"/>
                </a:lnTo>
                <a:lnTo>
                  <a:pt x="15692" y="26831"/>
                </a:lnTo>
                <a:lnTo>
                  <a:pt x="15793" y="26973"/>
                </a:lnTo>
                <a:lnTo>
                  <a:pt x="15881" y="27166"/>
                </a:lnTo>
                <a:lnTo>
                  <a:pt x="16019" y="27307"/>
                </a:lnTo>
                <a:lnTo>
                  <a:pt x="16107" y="27488"/>
                </a:lnTo>
                <a:lnTo>
                  <a:pt x="16195" y="27629"/>
                </a:lnTo>
                <a:lnTo>
                  <a:pt x="16296" y="27822"/>
                </a:lnTo>
                <a:lnTo>
                  <a:pt x="16384" y="27964"/>
                </a:lnTo>
                <a:lnTo>
                  <a:pt x="16522" y="28144"/>
                </a:lnTo>
                <a:lnTo>
                  <a:pt x="16610" y="28286"/>
                </a:lnTo>
                <a:lnTo>
                  <a:pt x="16698" y="28479"/>
                </a:lnTo>
                <a:lnTo>
                  <a:pt x="16799" y="28621"/>
                </a:lnTo>
                <a:lnTo>
                  <a:pt x="16887" y="28762"/>
                </a:lnTo>
                <a:lnTo>
                  <a:pt x="17025" y="28942"/>
                </a:lnTo>
                <a:lnTo>
                  <a:pt x="17113" y="29088"/>
                </a:lnTo>
                <a:lnTo>
                  <a:pt x="17201" y="29276"/>
                </a:lnTo>
                <a:lnTo>
                  <a:pt x="17302" y="29418"/>
                </a:lnTo>
                <a:lnTo>
                  <a:pt x="17440" y="29604"/>
                </a:lnTo>
                <a:lnTo>
                  <a:pt x="17528" y="29746"/>
                </a:lnTo>
                <a:lnTo>
                  <a:pt x="17616" y="29933"/>
                </a:lnTo>
                <a:lnTo>
                  <a:pt x="17704" y="30074"/>
                </a:lnTo>
                <a:lnTo>
                  <a:pt x="17805" y="30214"/>
                </a:lnTo>
                <a:lnTo>
                  <a:pt x="17943" y="30402"/>
                </a:lnTo>
                <a:lnTo>
                  <a:pt x="18031" y="30543"/>
                </a:lnTo>
                <a:lnTo>
                  <a:pt x="18119" y="30731"/>
                </a:lnTo>
                <a:lnTo>
                  <a:pt x="18220" y="30871"/>
                </a:lnTo>
                <a:lnTo>
                  <a:pt x="18308" y="31013"/>
                </a:lnTo>
                <a:lnTo>
                  <a:pt x="18446" y="31199"/>
                </a:lnTo>
                <a:lnTo>
                  <a:pt x="18534" y="31341"/>
                </a:lnTo>
                <a:lnTo>
                  <a:pt x="18622" y="31529"/>
                </a:lnTo>
                <a:lnTo>
                  <a:pt x="18723" y="31669"/>
                </a:lnTo>
                <a:lnTo>
                  <a:pt x="18811" y="31810"/>
                </a:lnTo>
                <a:lnTo>
                  <a:pt x="18949" y="31998"/>
                </a:lnTo>
                <a:lnTo>
                  <a:pt x="19037" y="32138"/>
                </a:lnTo>
                <a:lnTo>
                  <a:pt x="19125" y="32326"/>
                </a:lnTo>
                <a:lnTo>
                  <a:pt x="19225" y="32466"/>
                </a:lnTo>
                <a:lnTo>
                  <a:pt x="19314" y="32608"/>
                </a:lnTo>
                <a:lnTo>
                  <a:pt x="19452" y="32796"/>
                </a:lnTo>
                <a:lnTo>
                  <a:pt x="19540" y="32936"/>
                </a:lnTo>
                <a:lnTo>
                  <a:pt x="19628" y="33124"/>
                </a:lnTo>
                <a:lnTo>
                  <a:pt x="19728" y="33265"/>
                </a:lnTo>
                <a:lnTo>
                  <a:pt x="19816" y="33405"/>
                </a:lnTo>
                <a:lnTo>
                  <a:pt x="19955" y="33593"/>
                </a:lnTo>
                <a:lnTo>
                  <a:pt x="20043" y="33733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456451" y="4457056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0"/>
                </a:moveTo>
                <a:lnTo>
                  <a:pt x="88" y="141"/>
                </a:lnTo>
                <a:lnTo>
                  <a:pt x="188" y="329"/>
                </a:lnTo>
                <a:lnTo>
                  <a:pt x="276" y="469"/>
                </a:lnTo>
                <a:lnTo>
                  <a:pt x="414" y="657"/>
                </a:lnTo>
                <a:lnTo>
                  <a:pt x="502" y="798"/>
                </a:lnTo>
                <a:lnTo>
                  <a:pt x="590" y="938"/>
                </a:lnTo>
                <a:lnTo>
                  <a:pt x="691" y="1126"/>
                </a:lnTo>
                <a:lnTo>
                  <a:pt x="779" y="1266"/>
                </a:lnTo>
                <a:lnTo>
                  <a:pt x="917" y="1408"/>
                </a:lnTo>
                <a:lnTo>
                  <a:pt x="1005" y="1596"/>
                </a:lnTo>
                <a:lnTo>
                  <a:pt x="1093" y="1736"/>
                </a:lnTo>
                <a:lnTo>
                  <a:pt x="1194" y="1877"/>
                </a:lnTo>
                <a:lnTo>
                  <a:pt x="1282" y="2065"/>
                </a:lnTo>
                <a:lnTo>
                  <a:pt x="1420" y="2205"/>
                </a:lnTo>
                <a:lnTo>
                  <a:pt x="1508" y="2347"/>
                </a:lnTo>
                <a:lnTo>
                  <a:pt x="1609" y="2533"/>
                </a:lnTo>
                <a:lnTo>
                  <a:pt x="1697" y="2675"/>
                </a:lnTo>
                <a:lnTo>
                  <a:pt x="1785" y="2815"/>
                </a:lnTo>
                <a:lnTo>
                  <a:pt x="1923" y="3003"/>
                </a:lnTo>
                <a:lnTo>
                  <a:pt x="2011" y="3144"/>
                </a:lnTo>
                <a:lnTo>
                  <a:pt x="2112" y="3285"/>
                </a:lnTo>
                <a:lnTo>
                  <a:pt x="2200" y="3472"/>
                </a:lnTo>
                <a:lnTo>
                  <a:pt x="2288" y="3614"/>
                </a:lnTo>
                <a:lnTo>
                  <a:pt x="2426" y="3754"/>
                </a:lnTo>
                <a:lnTo>
                  <a:pt x="2514" y="3942"/>
                </a:lnTo>
                <a:lnTo>
                  <a:pt x="2615" y="4082"/>
                </a:lnTo>
                <a:lnTo>
                  <a:pt x="2703" y="4222"/>
                </a:lnTo>
                <a:lnTo>
                  <a:pt x="2791" y="4364"/>
                </a:lnTo>
                <a:lnTo>
                  <a:pt x="2929" y="4552"/>
                </a:lnTo>
                <a:lnTo>
                  <a:pt x="3017" y="4692"/>
                </a:lnTo>
                <a:lnTo>
                  <a:pt x="3118" y="4833"/>
                </a:lnTo>
                <a:lnTo>
                  <a:pt x="3206" y="5021"/>
                </a:lnTo>
                <a:lnTo>
                  <a:pt x="3294" y="5161"/>
                </a:lnTo>
                <a:lnTo>
                  <a:pt x="3432" y="5303"/>
                </a:lnTo>
                <a:lnTo>
                  <a:pt x="3520" y="5443"/>
                </a:lnTo>
                <a:lnTo>
                  <a:pt x="3621" y="5631"/>
                </a:lnTo>
                <a:lnTo>
                  <a:pt x="3709" y="5771"/>
                </a:lnTo>
                <a:lnTo>
                  <a:pt x="3797" y="5912"/>
                </a:lnTo>
                <a:lnTo>
                  <a:pt x="3935" y="6100"/>
                </a:lnTo>
                <a:lnTo>
                  <a:pt x="4023" y="6241"/>
                </a:lnTo>
                <a:lnTo>
                  <a:pt x="4124" y="6382"/>
                </a:lnTo>
                <a:lnTo>
                  <a:pt x="4212" y="6522"/>
                </a:lnTo>
                <a:lnTo>
                  <a:pt x="4300" y="6710"/>
                </a:lnTo>
                <a:lnTo>
                  <a:pt x="4438" y="6850"/>
                </a:lnTo>
                <a:lnTo>
                  <a:pt x="4526" y="6992"/>
                </a:lnTo>
                <a:lnTo>
                  <a:pt x="4627" y="7132"/>
                </a:lnTo>
                <a:lnTo>
                  <a:pt x="4715" y="7320"/>
                </a:lnTo>
                <a:lnTo>
                  <a:pt x="4803" y="7461"/>
                </a:lnTo>
                <a:lnTo>
                  <a:pt x="4941" y="7601"/>
                </a:lnTo>
                <a:lnTo>
                  <a:pt x="5029" y="7743"/>
                </a:lnTo>
                <a:lnTo>
                  <a:pt x="5130" y="7930"/>
                </a:lnTo>
                <a:lnTo>
                  <a:pt x="5218" y="8071"/>
                </a:lnTo>
                <a:lnTo>
                  <a:pt x="5306" y="8211"/>
                </a:lnTo>
                <a:lnTo>
                  <a:pt x="5444" y="8353"/>
                </a:lnTo>
                <a:lnTo>
                  <a:pt x="5545" y="8493"/>
                </a:lnTo>
                <a:lnTo>
                  <a:pt x="5633" y="8681"/>
                </a:lnTo>
                <a:lnTo>
                  <a:pt x="5721" y="8821"/>
                </a:lnTo>
                <a:lnTo>
                  <a:pt x="5809" y="8962"/>
                </a:lnTo>
                <a:lnTo>
                  <a:pt x="5947" y="9103"/>
                </a:lnTo>
                <a:lnTo>
                  <a:pt x="6048" y="9290"/>
                </a:lnTo>
                <a:lnTo>
                  <a:pt x="6136" y="9432"/>
                </a:lnTo>
                <a:lnTo>
                  <a:pt x="6224" y="9572"/>
                </a:lnTo>
                <a:lnTo>
                  <a:pt x="6312" y="9712"/>
                </a:lnTo>
                <a:lnTo>
                  <a:pt x="6450" y="9854"/>
                </a:lnTo>
                <a:lnTo>
                  <a:pt x="6551" y="10042"/>
                </a:lnTo>
                <a:lnTo>
                  <a:pt x="6639" y="10182"/>
                </a:lnTo>
                <a:lnTo>
                  <a:pt x="6727" y="10323"/>
                </a:lnTo>
                <a:lnTo>
                  <a:pt x="6815" y="10464"/>
                </a:lnTo>
                <a:lnTo>
                  <a:pt x="6953" y="10605"/>
                </a:lnTo>
                <a:lnTo>
                  <a:pt x="7054" y="10793"/>
                </a:lnTo>
                <a:lnTo>
                  <a:pt x="7142" y="10933"/>
                </a:lnTo>
                <a:lnTo>
                  <a:pt x="7230" y="11073"/>
                </a:lnTo>
                <a:lnTo>
                  <a:pt x="7318" y="11215"/>
                </a:lnTo>
                <a:lnTo>
                  <a:pt x="7456" y="11355"/>
                </a:lnTo>
                <a:lnTo>
                  <a:pt x="7557" y="11543"/>
                </a:lnTo>
                <a:lnTo>
                  <a:pt x="7645" y="11684"/>
                </a:lnTo>
                <a:lnTo>
                  <a:pt x="7733" y="11824"/>
                </a:lnTo>
                <a:lnTo>
                  <a:pt x="7833" y="11965"/>
                </a:lnTo>
                <a:lnTo>
                  <a:pt x="7959" y="12106"/>
                </a:lnTo>
                <a:lnTo>
                  <a:pt x="8060" y="12246"/>
                </a:lnTo>
                <a:lnTo>
                  <a:pt x="8148" y="12434"/>
                </a:lnTo>
                <a:lnTo>
                  <a:pt x="8236" y="12576"/>
                </a:lnTo>
                <a:lnTo>
                  <a:pt x="8336" y="12716"/>
                </a:lnTo>
                <a:lnTo>
                  <a:pt x="8462" y="12856"/>
                </a:lnTo>
                <a:lnTo>
                  <a:pt x="8563" y="12998"/>
                </a:lnTo>
                <a:lnTo>
                  <a:pt x="8651" y="13138"/>
                </a:lnTo>
                <a:lnTo>
                  <a:pt x="8739" y="13279"/>
                </a:lnTo>
                <a:lnTo>
                  <a:pt x="8839" y="13467"/>
                </a:lnTo>
                <a:lnTo>
                  <a:pt x="8977" y="13607"/>
                </a:lnTo>
                <a:lnTo>
                  <a:pt x="9066" y="13749"/>
                </a:lnTo>
                <a:lnTo>
                  <a:pt x="9154" y="13889"/>
                </a:lnTo>
                <a:lnTo>
                  <a:pt x="9242" y="14029"/>
                </a:lnTo>
                <a:lnTo>
                  <a:pt x="9342" y="14171"/>
                </a:lnTo>
                <a:lnTo>
                  <a:pt x="9480" y="14311"/>
                </a:lnTo>
                <a:lnTo>
                  <a:pt x="9568" y="14452"/>
                </a:lnTo>
                <a:lnTo>
                  <a:pt x="9657" y="14640"/>
                </a:lnTo>
                <a:lnTo>
                  <a:pt x="9745" y="14780"/>
                </a:lnTo>
                <a:lnTo>
                  <a:pt x="9845" y="14922"/>
                </a:lnTo>
                <a:lnTo>
                  <a:pt x="9983" y="15062"/>
                </a:lnTo>
                <a:lnTo>
                  <a:pt x="10071" y="15202"/>
                </a:lnTo>
                <a:lnTo>
                  <a:pt x="10159" y="15344"/>
                </a:lnTo>
                <a:lnTo>
                  <a:pt x="10247" y="15484"/>
                </a:lnTo>
                <a:lnTo>
                  <a:pt x="10348" y="15625"/>
                </a:lnTo>
                <a:lnTo>
                  <a:pt x="10486" y="15766"/>
                </a:lnTo>
                <a:lnTo>
                  <a:pt x="10574" y="15954"/>
                </a:lnTo>
                <a:lnTo>
                  <a:pt x="10662" y="16094"/>
                </a:lnTo>
                <a:lnTo>
                  <a:pt x="10750" y="16235"/>
                </a:lnTo>
                <a:lnTo>
                  <a:pt x="10851" y="16376"/>
                </a:lnTo>
                <a:lnTo>
                  <a:pt x="10989" y="16517"/>
                </a:lnTo>
                <a:lnTo>
                  <a:pt x="11077" y="16657"/>
                </a:lnTo>
                <a:lnTo>
                  <a:pt x="11165" y="16799"/>
                </a:lnTo>
                <a:lnTo>
                  <a:pt x="11253" y="16939"/>
                </a:lnTo>
                <a:lnTo>
                  <a:pt x="11354" y="17079"/>
                </a:lnTo>
                <a:lnTo>
                  <a:pt x="11492" y="17221"/>
                </a:lnTo>
                <a:lnTo>
                  <a:pt x="11580" y="17361"/>
                </a:lnTo>
                <a:lnTo>
                  <a:pt x="11668" y="17502"/>
                </a:lnTo>
                <a:lnTo>
                  <a:pt x="11769" y="17690"/>
                </a:lnTo>
                <a:lnTo>
                  <a:pt x="11857" y="17830"/>
                </a:lnTo>
                <a:lnTo>
                  <a:pt x="11995" y="17972"/>
                </a:lnTo>
                <a:lnTo>
                  <a:pt x="12083" y="18112"/>
                </a:lnTo>
                <a:lnTo>
                  <a:pt x="12171" y="18252"/>
                </a:lnTo>
                <a:lnTo>
                  <a:pt x="12272" y="18394"/>
                </a:lnTo>
                <a:lnTo>
                  <a:pt x="12360" y="18534"/>
                </a:lnTo>
                <a:lnTo>
                  <a:pt x="12498" y="18675"/>
                </a:lnTo>
                <a:lnTo>
                  <a:pt x="12586" y="18816"/>
                </a:lnTo>
                <a:lnTo>
                  <a:pt x="12674" y="18957"/>
                </a:lnTo>
                <a:lnTo>
                  <a:pt x="12775" y="19097"/>
                </a:lnTo>
                <a:lnTo>
                  <a:pt x="12863" y="19239"/>
                </a:lnTo>
                <a:lnTo>
                  <a:pt x="13001" y="19379"/>
                </a:lnTo>
                <a:lnTo>
                  <a:pt x="13089" y="19519"/>
                </a:lnTo>
                <a:lnTo>
                  <a:pt x="13177" y="19661"/>
                </a:lnTo>
                <a:lnTo>
                  <a:pt x="13278" y="19801"/>
                </a:lnTo>
                <a:lnTo>
                  <a:pt x="13366" y="19942"/>
                </a:lnTo>
                <a:lnTo>
                  <a:pt x="13504" y="20083"/>
                </a:lnTo>
                <a:lnTo>
                  <a:pt x="13592" y="20224"/>
                </a:lnTo>
                <a:lnTo>
                  <a:pt x="13680" y="20364"/>
                </a:lnTo>
                <a:lnTo>
                  <a:pt x="13781" y="20505"/>
                </a:lnTo>
                <a:lnTo>
                  <a:pt x="13869" y="20646"/>
                </a:lnTo>
                <a:lnTo>
                  <a:pt x="14007" y="20786"/>
                </a:lnTo>
                <a:lnTo>
                  <a:pt x="14095" y="20928"/>
                </a:lnTo>
                <a:lnTo>
                  <a:pt x="14183" y="21068"/>
                </a:lnTo>
                <a:lnTo>
                  <a:pt x="14284" y="21208"/>
                </a:lnTo>
                <a:lnTo>
                  <a:pt x="14372" y="21350"/>
                </a:lnTo>
                <a:lnTo>
                  <a:pt x="14510" y="21490"/>
                </a:lnTo>
                <a:lnTo>
                  <a:pt x="14598" y="21631"/>
                </a:lnTo>
                <a:lnTo>
                  <a:pt x="14686" y="21772"/>
                </a:lnTo>
                <a:lnTo>
                  <a:pt x="14787" y="21913"/>
                </a:lnTo>
                <a:lnTo>
                  <a:pt x="14875" y="22053"/>
                </a:lnTo>
                <a:lnTo>
                  <a:pt x="15013" y="22195"/>
                </a:lnTo>
                <a:lnTo>
                  <a:pt x="15101" y="22335"/>
                </a:lnTo>
                <a:lnTo>
                  <a:pt x="15202" y="22475"/>
                </a:lnTo>
                <a:lnTo>
                  <a:pt x="15290" y="22617"/>
                </a:lnTo>
                <a:lnTo>
                  <a:pt x="15378" y="22757"/>
                </a:lnTo>
                <a:lnTo>
                  <a:pt x="15516" y="22898"/>
                </a:lnTo>
                <a:lnTo>
                  <a:pt x="15604" y="23039"/>
                </a:lnTo>
                <a:lnTo>
                  <a:pt x="15705" y="23180"/>
                </a:lnTo>
                <a:lnTo>
                  <a:pt x="15793" y="23320"/>
                </a:lnTo>
                <a:lnTo>
                  <a:pt x="15881" y="23462"/>
                </a:lnTo>
                <a:lnTo>
                  <a:pt x="16019" y="23602"/>
                </a:lnTo>
                <a:lnTo>
                  <a:pt x="16107" y="23742"/>
                </a:lnTo>
                <a:lnTo>
                  <a:pt x="16208" y="23884"/>
                </a:lnTo>
                <a:lnTo>
                  <a:pt x="16296" y="24024"/>
                </a:lnTo>
                <a:lnTo>
                  <a:pt x="16384" y="24165"/>
                </a:lnTo>
                <a:lnTo>
                  <a:pt x="16522" y="24306"/>
                </a:lnTo>
                <a:lnTo>
                  <a:pt x="16711" y="24540"/>
                </a:lnTo>
                <a:lnTo>
                  <a:pt x="16799" y="24681"/>
                </a:lnTo>
                <a:lnTo>
                  <a:pt x="16887" y="24822"/>
                </a:lnTo>
                <a:lnTo>
                  <a:pt x="17025" y="24963"/>
                </a:lnTo>
                <a:lnTo>
                  <a:pt x="17113" y="25103"/>
                </a:lnTo>
                <a:lnTo>
                  <a:pt x="17214" y="25245"/>
                </a:lnTo>
                <a:lnTo>
                  <a:pt x="17302" y="25385"/>
                </a:lnTo>
                <a:lnTo>
                  <a:pt x="17390" y="25525"/>
                </a:lnTo>
                <a:lnTo>
                  <a:pt x="17528" y="25667"/>
                </a:lnTo>
                <a:lnTo>
                  <a:pt x="17616" y="25807"/>
                </a:lnTo>
                <a:lnTo>
                  <a:pt x="17717" y="25948"/>
                </a:lnTo>
                <a:lnTo>
                  <a:pt x="17893" y="26182"/>
                </a:lnTo>
                <a:lnTo>
                  <a:pt x="18031" y="26324"/>
                </a:lnTo>
                <a:lnTo>
                  <a:pt x="18119" y="26464"/>
                </a:lnTo>
                <a:lnTo>
                  <a:pt x="18220" y="26604"/>
                </a:lnTo>
                <a:lnTo>
                  <a:pt x="18308" y="26746"/>
                </a:lnTo>
                <a:lnTo>
                  <a:pt x="18396" y="26886"/>
                </a:lnTo>
                <a:lnTo>
                  <a:pt x="18534" y="27027"/>
                </a:lnTo>
                <a:lnTo>
                  <a:pt x="18622" y="27168"/>
                </a:lnTo>
                <a:lnTo>
                  <a:pt x="18811" y="27403"/>
                </a:lnTo>
                <a:lnTo>
                  <a:pt x="18899" y="27543"/>
                </a:lnTo>
                <a:lnTo>
                  <a:pt x="19037" y="27685"/>
                </a:lnTo>
                <a:lnTo>
                  <a:pt x="19137" y="27825"/>
                </a:lnTo>
                <a:lnTo>
                  <a:pt x="19225" y="27965"/>
                </a:lnTo>
                <a:lnTo>
                  <a:pt x="19313" y="28107"/>
                </a:lnTo>
                <a:lnTo>
                  <a:pt x="19402" y="28247"/>
                </a:lnTo>
                <a:lnTo>
                  <a:pt x="19540" y="28341"/>
                </a:lnTo>
                <a:lnTo>
                  <a:pt x="19640" y="28482"/>
                </a:lnTo>
                <a:lnTo>
                  <a:pt x="19728" y="28623"/>
                </a:lnTo>
                <a:lnTo>
                  <a:pt x="19816" y="28763"/>
                </a:lnTo>
                <a:lnTo>
                  <a:pt x="19904" y="28904"/>
                </a:lnTo>
                <a:lnTo>
                  <a:pt x="20043" y="29045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476494" y="4486102"/>
            <a:ext cx="20005" cy="23835"/>
          </a:xfrm>
          <a:custGeom>
            <a:avLst/>
            <a:gdLst/>
            <a:ahLst/>
            <a:cxnLst/>
            <a:rect l="l" t="t" r="r" b="b"/>
            <a:pathLst>
              <a:path w="20005" h="23835">
                <a:moveTo>
                  <a:pt x="0" y="0"/>
                </a:moveTo>
                <a:lnTo>
                  <a:pt x="188" y="234"/>
                </a:lnTo>
                <a:lnTo>
                  <a:pt x="276" y="374"/>
                </a:lnTo>
                <a:lnTo>
                  <a:pt x="364" y="514"/>
                </a:lnTo>
                <a:lnTo>
                  <a:pt x="502" y="656"/>
                </a:lnTo>
                <a:lnTo>
                  <a:pt x="603" y="796"/>
                </a:lnTo>
                <a:lnTo>
                  <a:pt x="779" y="1031"/>
                </a:lnTo>
                <a:lnTo>
                  <a:pt x="867" y="1172"/>
                </a:lnTo>
                <a:lnTo>
                  <a:pt x="1005" y="1313"/>
                </a:lnTo>
                <a:lnTo>
                  <a:pt x="1106" y="1453"/>
                </a:lnTo>
                <a:lnTo>
                  <a:pt x="1282" y="1689"/>
                </a:lnTo>
                <a:lnTo>
                  <a:pt x="1383" y="1829"/>
                </a:lnTo>
                <a:lnTo>
                  <a:pt x="1508" y="1969"/>
                </a:lnTo>
                <a:lnTo>
                  <a:pt x="1609" y="2111"/>
                </a:lnTo>
                <a:lnTo>
                  <a:pt x="1785" y="2345"/>
                </a:lnTo>
                <a:lnTo>
                  <a:pt x="1886" y="2486"/>
                </a:lnTo>
                <a:lnTo>
                  <a:pt x="2011" y="2626"/>
                </a:lnTo>
                <a:lnTo>
                  <a:pt x="2112" y="2768"/>
                </a:lnTo>
                <a:lnTo>
                  <a:pt x="2288" y="3002"/>
                </a:lnTo>
                <a:lnTo>
                  <a:pt x="2389" y="3142"/>
                </a:lnTo>
                <a:lnTo>
                  <a:pt x="2527" y="3284"/>
                </a:lnTo>
                <a:lnTo>
                  <a:pt x="2703" y="3518"/>
                </a:lnTo>
                <a:lnTo>
                  <a:pt x="2791" y="3659"/>
                </a:lnTo>
                <a:lnTo>
                  <a:pt x="2892" y="3800"/>
                </a:lnTo>
                <a:lnTo>
                  <a:pt x="3030" y="3941"/>
                </a:lnTo>
                <a:lnTo>
                  <a:pt x="3206" y="4175"/>
                </a:lnTo>
                <a:lnTo>
                  <a:pt x="3294" y="4315"/>
                </a:lnTo>
                <a:lnTo>
                  <a:pt x="3395" y="4457"/>
                </a:lnTo>
                <a:lnTo>
                  <a:pt x="3533" y="4551"/>
                </a:lnTo>
                <a:lnTo>
                  <a:pt x="3621" y="4691"/>
                </a:lnTo>
                <a:lnTo>
                  <a:pt x="3709" y="4831"/>
                </a:lnTo>
                <a:lnTo>
                  <a:pt x="3898" y="5067"/>
                </a:lnTo>
                <a:lnTo>
                  <a:pt x="4036" y="5207"/>
                </a:lnTo>
                <a:lnTo>
                  <a:pt x="4124" y="5348"/>
                </a:lnTo>
                <a:lnTo>
                  <a:pt x="4300" y="5582"/>
                </a:lnTo>
                <a:lnTo>
                  <a:pt x="4400" y="5724"/>
                </a:lnTo>
                <a:lnTo>
                  <a:pt x="4539" y="5864"/>
                </a:lnTo>
                <a:lnTo>
                  <a:pt x="4715" y="6098"/>
                </a:lnTo>
                <a:lnTo>
                  <a:pt x="4803" y="6240"/>
                </a:lnTo>
                <a:lnTo>
                  <a:pt x="5042" y="6474"/>
                </a:lnTo>
                <a:lnTo>
                  <a:pt x="5130" y="6615"/>
                </a:lnTo>
                <a:lnTo>
                  <a:pt x="5318" y="6849"/>
                </a:lnTo>
                <a:lnTo>
                  <a:pt x="5406" y="6991"/>
                </a:lnTo>
                <a:lnTo>
                  <a:pt x="5545" y="7131"/>
                </a:lnTo>
                <a:lnTo>
                  <a:pt x="5721" y="7365"/>
                </a:lnTo>
                <a:lnTo>
                  <a:pt x="5821" y="7507"/>
                </a:lnTo>
                <a:lnTo>
                  <a:pt x="6048" y="7741"/>
                </a:lnTo>
                <a:lnTo>
                  <a:pt x="6136" y="7882"/>
                </a:lnTo>
                <a:lnTo>
                  <a:pt x="6324" y="8116"/>
                </a:lnTo>
                <a:lnTo>
                  <a:pt x="6412" y="8258"/>
                </a:lnTo>
                <a:lnTo>
                  <a:pt x="6551" y="8351"/>
                </a:lnTo>
                <a:lnTo>
                  <a:pt x="6639" y="8492"/>
                </a:lnTo>
                <a:lnTo>
                  <a:pt x="6727" y="8632"/>
                </a:lnTo>
                <a:lnTo>
                  <a:pt x="6915" y="8868"/>
                </a:lnTo>
                <a:lnTo>
                  <a:pt x="7054" y="8960"/>
                </a:lnTo>
                <a:lnTo>
                  <a:pt x="7142" y="9102"/>
                </a:lnTo>
                <a:lnTo>
                  <a:pt x="7230" y="9242"/>
                </a:lnTo>
                <a:lnTo>
                  <a:pt x="7418" y="9477"/>
                </a:lnTo>
                <a:lnTo>
                  <a:pt x="7557" y="9618"/>
                </a:lnTo>
                <a:lnTo>
                  <a:pt x="7733" y="9853"/>
                </a:lnTo>
                <a:lnTo>
                  <a:pt x="7833" y="9993"/>
                </a:lnTo>
                <a:lnTo>
                  <a:pt x="8060" y="10227"/>
                </a:lnTo>
                <a:lnTo>
                  <a:pt x="8236" y="10463"/>
                </a:lnTo>
                <a:lnTo>
                  <a:pt x="8336" y="10603"/>
                </a:lnTo>
                <a:lnTo>
                  <a:pt x="8563" y="10838"/>
                </a:lnTo>
                <a:lnTo>
                  <a:pt x="8739" y="11072"/>
                </a:lnTo>
                <a:lnTo>
                  <a:pt x="8839" y="11214"/>
                </a:lnTo>
                <a:lnTo>
                  <a:pt x="9066" y="11448"/>
                </a:lnTo>
                <a:lnTo>
                  <a:pt x="9254" y="11682"/>
                </a:lnTo>
                <a:lnTo>
                  <a:pt x="9430" y="11917"/>
                </a:lnTo>
                <a:lnTo>
                  <a:pt x="9568" y="12058"/>
                </a:lnTo>
                <a:lnTo>
                  <a:pt x="9757" y="12293"/>
                </a:lnTo>
                <a:lnTo>
                  <a:pt x="9933" y="12527"/>
                </a:lnTo>
                <a:lnTo>
                  <a:pt x="10071" y="12621"/>
                </a:lnTo>
                <a:lnTo>
                  <a:pt x="10159" y="12761"/>
                </a:lnTo>
                <a:lnTo>
                  <a:pt x="10260" y="12903"/>
                </a:lnTo>
                <a:lnTo>
                  <a:pt x="10436" y="13137"/>
                </a:lnTo>
                <a:lnTo>
                  <a:pt x="10574" y="13231"/>
                </a:lnTo>
                <a:lnTo>
                  <a:pt x="10662" y="13371"/>
                </a:lnTo>
                <a:lnTo>
                  <a:pt x="10851" y="13606"/>
                </a:lnTo>
                <a:lnTo>
                  <a:pt x="11077" y="13841"/>
                </a:lnTo>
                <a:lnTo>
                  <a:pt x="11266" y="14076"/>
                </a:lnTo>
                <a:lnTo>
                  <a:pt x="11442" y="14310"/>
                </a:lnTo>
                <a:lnTo>
                  <a:pt x="11580" y="14404"/>
                </a:lnTo>
                <a:lnTo>
                  <a:pt x="11668" y="14544"/>
                </a:lnTo>
                <a:lnTo>
                  <a:pt x="11769" y="14686"/>
                </a:lnTo>
                <a:lnTo>
                  <a:pt x="11945" y="14920"/>
                </a:lnTo>
                <a:lnTo>
                  <a:pt x="12083" y="15014"/>
                </a:lnTo>
                <a:lnTo>
                  <a:pt x="12171" y="15155"/>
                </a:lnTo>
                <a:lnTo>
                  <a:pt x="12360" y="15343"/>
                </a:lnTo>
                <a:lnTo>
                  <a:pt x="12448" y="15483"/>
                </a:lnTo>
                <a:lnTo>
                  <a:pt x="12586" y="15577"/>
                </a:lnTo>
                <a:lnTo>
                  <a:pt x="12687" y="15717"/>
                </a:lnTo>
                <a:lnTo>
                  <a:pt x="12863" y="15953"/>
                </a:lnTo>
                <a:lnTo>
                  <a:pt x="13089" y="16187"/>
                </a:lnTo>
                <a:lnTo>
                  <a:pt x="13278" y="16422"/>
                </a:lnTo>
                <a:lnTo>
                  <a:pt x="13454" y="16656"/>
                </a:lnTo>
                <a:lnTo>
                  <a:pt x="13592" y="16750"/>
                </a:lnTo>
                <a:lnTo>
                  <a:pt x="13693" y="16891"/>
                </a:lnTo>
                <a:lnTo>
                  <a:pt x="13869" y="17126"/>
                </a:lnTo>
                <a:lnTo>
                  <a:pt x="14095" y="17314"/>
                </a:lnTo>
                <a:lnTo>
                  <a:pt x="14196" y="17454"/>
                </a:lnTo>
                <a:lnTo>
                  <a:pt x="14372" y="17688"/>
                </a:lnTo>
                <a:lnTo>
                  <a:pt x="14598" y="17923"/>
                </a:lnTo>
                <a:lnTo>
                  <a:pt x="14787" y="18111"/>
                </a:lnTo>
                <a:lnTo>
                  <a:pt x="14875" y="18251"/>
                </a:lnTo>
                <a:lnTo>
                  <a:pt x="15101" y="18487"/>
                </a:lnTo>
                <a:lnTo>
                  <a:pt x="15290" y="18673"/>
                </a:lnTo>
                <a:lnTo>
                  <a:pt x="15378" y="18815"/>
                </a:lnTo>
                <a:lnTo>
                  <a:pt x="15604" y="19049"/>
                </a:lnTo>
                <a:lnTo>
                  <a:pt x="15793" y="19237"/>
                </a:lnTo>
                <a:lnTo>
                  <a:pt x="15881" y="19378"/>
                </a:lnTo>
                <a:lnTo>
                  <a:pt x="16107" y="19612"/>
                </a:lnTo>
                <a:lnTo>
                  <a:pt x="16296" y="19800"/>
                </a:lnTo>
                <a:lnTo>
                  <a:pt x="16384" y="19940"/>
                </a:lnTo>
                <a:lnTo>
                  <a:pt x="16623" y="20128"/>
                </a:lnTo>
                <a:lnTo>
                  <a:pt x="16711" y="20270"/>
                </a:lnTo>
                <a:lnTo>
                  <a:pt x="16887" y="20504"/>
                </a:lnTo>
                <a:lnTo>
                  <a:pt x="17126" y="20692"/>
                </a:lnTo>
                <a:lnTo>
                  <a:pt x="17214" y="20832"/>
                </a:lnTo>
                <a:lnTo>
                  <a:pt x="17390" y="21020"/>
                </a:lnTo>
                <a:lnTo>
                  <a:pt x="17490" y="21161"/>
                </a:lnTo>
                <a:lnTo>
                  <a:pt x="17629" y="21255"/>
                </a:lnTo>
                <a:lnTo>
                  <a:pt x="17805" y="21489"/>
                </a:lnTo>
                <a:lnTo>
                  <a:pt x="17993" y="21677"/>
                </a:lnTo>
                <a:lnTo>
                  <a:pt x="18132" y="21817"/>
                </a:lnTo>
                <a:lnTo>
                  <a:pt x="18308" y="22005"/>
                </a:lnTo>
                <a:lnTo>
                  <a:pt x="18396" y="22146"/>
                </a:lnTo>
                <a:lnTo>
                  <a:pt x="18634" y="22334"/>
                </a:lnTo>
                <a:lnTo>
                  <a:pt x="18723" y="22474"/>
                </a:lnTo>
                <a:lnTo>
                  <a:pt x="18911" y="22662"/>
                </a:lnTo>
                <a:lnTo>
                  <a:pt x="19137" y="22896"/>
                </a:lnTo>
                <a:lnTo>
                  <a:pt x="19313" y="23084"/>
                </a:lnTo>
                <a:lnTo>
                  <a:pt x="19414" y="23226"/>
                </a:lnTo>
                <a:lnTo>
                  <a:pt x="19640" y="23413"/>
                </a:lnTo>
                <a:lnTo>
                  <a:pt x="19816" y="23648"/>
                </a:lnTo>
                <a:lnTo>
                  <a:pt x="20005" y="23835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496500" y="4509937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0"/>
                </a:moveTo>
                <a:lnTo>
                  <a:pt x="138" y="141"/>
                </a:lnTo>
                <a:lnTo>
                  <a:pt x="314" y="328"/>
                </a:lnTo>
                <a:lnTo>
                  <a:pt x="502" y="563"/>
                </a:lnTo>
                <a:lnTo>
                  <a:pt x="641" y="657"/>
                </a:lnTo>
                <a:lnTo>
                  <a:pt x="817" y="844"/>
                </a:lnTo>
                <a:lnTo>
                  <a:pt x="917" y="986"/>
                </a:lnTo>
                <a:lnTo>
                  <a:pt x="1144" y="1172"/>
                </a:lnTo>
                <a:lnTo>
                  <a:pt x="1320" y="1360"/>
                </a:lnTo>
                <a:lnTo>
                  <a:pt x="1420" y="1502"/>
                </a:lnTo>
                <a:lnTo>
                  <a:pt x="1647" y="1689"/>
                </a:lnTo>
                <a:lnTo>
                  <a:pt x="1823" y="1924"/>
                </a:lnTo>
                <a:lnTo>
                  <a:pt x="2011" y="2111"/>
                </a:lnTo>
                <a:lnTo>
                  <a:pt x="2150" y="2205"/>
                </a:lnTo>
                <a:lnTo>
                  <a:pt x="2326" y="2439"/>
                </a:lnTo>
                <a:lnTo>
                  <a:pt x="2514" y="2627"/>
                </a:lnTo>
                <a:lnTo>
                  <a:pt x="2653" y="2721"/>
                </a:lnTo>
                <a:lnTo>
                  <a:pt x="2841" y="2956"/>
                </a:lnTo>
                <a:lnTo>
                  <a:pt x="3017" y="3144"/>
                </a:lnTo>
                <a:lnTo>
                  <a:pt x="3156" y="3238"/>
                </a:lnTo>
                <a:lnTo>
                  <a:pt x="3344" y="3426"/>
                </a:lnTo>
                <a:lnTo>
                  <a:pt x="3432" y="3566"/>
                </a:lnTo>
                <a:lnTo>
                  <a:pt x="3659" y="3754"/>
                </a:lnTo>
                <a:lnTo>
                  <a:pt x="3847" y="3942"/>
                </a:lnTo>
                <a:lnTo>
                  <a:pt x="4023" y="4129"/>
                </a:lnTo>
                <a:lnTo>
                  <a:pt x="4162" y="4270"/>
                </a:lnTo>
                <a:lnTo>
                  <a:pt x="4350" y="4458"/>
                </a:lnTo>
                <a:lnTo>
                  <a:pt x="4526" y="4645"/>
                </a:lnTo>
                <a:lnTo>
                  <a:pt x="4665" y="4739"/>
                </a:lnTo>
                <a:lnTo>
                  <a:pt x="4853" y="4973"/>
                </a:lnTo>
                <a:lnTo>
                  <a:pt x="5029" y="5161"/>
                </a:lnTo>
                <a:lnTo>
                  <a:pt x="5168" y="5255"/>
                </a:lnTo>
                <a:lnTo>
                  <a:pt x="5356" y="5443"/>
                </a:lnTo>
                <a:lnTo>
                  <a:pt x="5532" y="5631"/>
                </a:lnTo>
                <a:lnTo>
                  <a:pt x="5670" y="5725"/>
                </a:lnTo>
                <a:lnTo>
                  <a:pt x="5758" y="5865"/>
                </a:lnTo>
                <a:lnTo>
                  <a:pt x="5947" y="6053"/>
                </a:lnTo>
                <a:lnTo>
                  <a:pt x="6173" y="6240"/>
                </a:lnTo>
                <a:lnTo>
                  <a:pt x="6362" y="6428"/>
                </a:lnTo>
                <a:lnTo>
                  <a:pt x="6538" y="6616"/>
                </a:lnTo>
                <a:lnTo>
                  <a:pt x="6676" y="6710"/>
                </a:lnTo>
                <a:lnTo>
                  <a:pt x="6865" y="6898"/>
                </a:lnTo>
                <a:lnTo>
                  <a:pt x="7041" y="7132"/>
                </a:lnTo>
                <a:lnTo>
                  <a:pt x="7179" y="7226"/>
                </a:lnTo>
                <a:lnTo>
                  <a:pt x="7368" y="7414"/>
                </a:lnTo>
                <a:lnTo>
                  <a:pt x="7544" y="7601"/>
                </a:lnTo>
                <a:lnTo>
                  <a:pt x="7682" y="7695"/>
                </a:lnTo>
                <a:lnTo>
                  <a:pt x="7871" y="7883"/>
                </a:lnTo>
                <a:lnTo>
                  <a:pt x="8047" y="8071"/>
                </a:lnTo>
                <a:lnTo>
                  <a:pt x="8185" y="8165"/>
                </a:lnTo>
                <a:lnTo>
                  <a:pt x="8374" y="8351"/>
                </a:lnTo>
                <a:lnTo>
                  <a:pt x="8550" y="8539"/>
                </a:lnTo>
                <a:lnTo>
                  <a:pt x="8688" y="8633"/>
                </a:lnTo>
                <a:lnTo>
                  <a:pt x="8877" y="8821"/>
                </a:lnTo>
                <a:lnTo>
                  <a:pt x="9066" y="9009"/>
                </a:lnTo>
                <a:lnTo>
                  <a:pt x="9292" y="9196"/>
                </a:lnTo>
                <a:lnTo>
                  <a:pt x="9468" y="9384"/>
                </a:lnTo>
                <a:lnTo>
                  <a:pt x="9694" y="9572"/>
                </a:lnTo>
                <a:lnTo>
                  <a:pt x="9883" y="9760"/>
                </a:lnTo>
                <a:lnTo>
                  <a:pt x="10071" y="9948"/>
                </a:lnTo>
                <a:lnTo>
                  <a:pt x="10210" y="10041"/>
                </a:lnTo>
                <a:lnTo>
                  <a:pt x="10386" y="10229"/>
                </a:lnTo>
                <a:lnTo>
                  <a:pt x="10574" y="10417"/>
                </a:lnTo>
                <a:lnTo>
                  <a:pt x="10713" y="10511"/>
                </a:lnTo>
                <a:lnTo>
                  <a:pt x="10889" y="10651"/>
                </a:lnTo>
                <a:lnTo>
                  <a:pt x="11077" y="10839"/>
                </a:lnTo>
                <a:lnTo>
                  <a:pt x="11216" y="10933"/>
                </a:lnTo>
                <a:lnTo>
                  <a:pt x="11392" y="11121"/>
                </a:lnTo>
                <a:lnTo>
                  <a:pt x="11580" y="11308"/>
                </a:lnTo>
                <a:lnTo>
                  <a:pt x="11719" y="11402"/>
                </a:lnTo>
                <a:lnTo>
                  <a:pt x="11895" y="11590"/>
                </a:lnTo>
                <a:lnTo>
                  <a:pt x="12083" y="11730"/>
                </a:lnTo>
                <a:lnTo>
                  <a:pt x="12222" y="11824"/>
                </a:lnTo>
                <a:lnTo>
                  <a:pt x="12398" y="12012"/>
                </a:lnTo>
                <a:lnTo>
                  <a:pt x="12586" y="12200"/>
                </a:lnTo>
                <a:lnTo>
                  <a:pt x="12725" y="12294"/>
                </a:lnTo>
                <a:lnTo>
                  <a:pt x="12901" y="12482"/>
                </a:lnTo>
                <a:lnTo>
                  <a:pt x="13089" y="12622"/>
                </a:lnTo>
                <a:lnTo>
                  <a:pt x="13228" y="12716"/>
                </a:lnTo>
                <a:lnTo>
                  <a:pt x="13404" y="12904"/>
                </a:lnTo>
                <a:lnTo>
                  <a:pt x="13592" y="13091"/>
                </a:lnTo>
                <a:lnTo>
                  <a:pt x="13731" y="13185"/>
                </a:lnTo>
                <a:lnTo>
                  <a:pt x="13907" y="13326"/>
                </a:lnTo>
                <a:lnTo>
                  <a:pt x="14095" y="13513"/>
                </a:lnTo>
                <a:lnTo>
                  <a:pt x="14234" y="13607"/>
                </a:lnTo>
                <a:lnTo>
                  <a:pt x="14410" y="13749"/>
                </a:lnTo>
                <a:lnTo>
                  <a:pt x="14598" y="13935"/>
                </a:lnTo>
                <a:lnTo>
                  <a:pt x="14736" y="14029"/>
                </a:lnTo>
                <a:lnTo>
                  <a:pt x="14913" y="14217"/>
                </a:lnTo>
                <a:lnTo>
                  <a:pt x="15101" y="14358"/>
                </a:lnTo>
                <a:lnTo>
                  <a:pt x="15239" y="14452"/>
                </a:lnTo>
                <a:lnTo>
                  <a:pt x="15415" y="14640"/>
                </a:lnTo>
                <a:lnTo>
                  <a:pt x="15604" y="14780"/>
                </a:lnTo>
                <a:lnTo>
                  <a:pt x="15742" y="14874"/>
                </a:lnTo>
                <a:lnTo>
                  <a:pt x="15918" y="15062"/>
                </a:lnTo>
                <a:lnTo>
                  <a:pt x="16107" y="15202"/>
                </a:lnTo>
                <a:lnTo>
                  <a:pt x="16245" y="15296"/>
                </a:lnTo>
                <a:lnTo>
                  <a:pt x="16434" y="15438"/>
                </a:lnTo>
                <a:lnTo>
                  <a:pt x="16610" y="15625"/>
                </a:lnTo>
                <a:lnTo>
                  <a:pt x="16748" y="15719"/>
                </a:lnTo>
                <a:lnTo>
                  <a:pt x="16937" y="15860"/>
                </a:lnTo>
                <a:lnTo>
                  <a:pt x="17113" y="16047"/>
                </a:lnTo>
                <a:lnTo>
                  <a:pt x="17251" y="16094"/>
                </a:lnTo>
                <a:lnTo>
                  <a:pt x="17440" y="16282"/>
                </a:lnTo>
                <a:lnTo>
                  <a:pt x="17616" y="16423"/>
                </a:lnTo>
                <a:lnTo>
                  <a:pt x="17754" y="16517"/>
                </a:lnTo>
                <a:lnTo>
                  <a:pt x="17943" y="16705"/>
                </a:lnTo>
                <a:lnTo>
                  <a:pt x="18119" y="16845"/>
                </a:lnTo>
                <a:lnTo>
                  <a:pt x="18257" y="16939"/>
                </a:lnTo>
                <a:lnTo>
                  <a:pt x="18446" y="17079"/>
                </a:lnTo>
                <a:lnTo>
                  <a:pt x="18622" y="17267"/>
                </a:lnTo>
                <a:lnTo>
                  <a:pt x="18760" y="17314"/>
                </a:lnTo>
                <a:lnTo>
                  <a:pt x="18949" y="17502"/>
                </a:lnTo>
                <a:lnTo>
                  <a:pt x="19125" y="17642"/>
                </a:lnTo>
                <a:lnTo>
                  <a:pt x="19263" y="17736"/>
                </a:lnTo>
                <a:lnTo>
                  <a:pt x="19452" y="17878"/>
                </a:lnTo>
                <a:lnTo>
                  <a:pt x="19628" y="18018"/>
                </a:lnTo>
                <a:lnTo>
                  <a:pt x="19766" y="18112"/>
                </a:lnTo>
                <a:lnTo>
                  <a:pt x="19955" y="1825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516543" y="4528284"/>
            <a:ext cx="20043" cy="12528"/>
          </a:xfrm>
          <a:custGeom>
            <a:avLst/>
            <a:gdLst/>
            <a:ahLst/>
            <a:cxnLst/>
            <a:rect l="l" t="t" r="r" b="b"/>
            <a:pathLst>
              <a:path w="20043" h="12528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69"/>
                </a:lnTo>
                <a:lnTo>
                  <a:pt x="729" y="562"/>
                </a:lnTo>
                <a:lnTo>
                  <a:pt x="917" y="704"/>
                </a:lnTo>
                <a:lnTo>
                  <a:pt x="1093" y="844"/>
                </a:lnTo>
                <a:lnTo>
                  <a:pt x="1232" y="938"/>
                </a:lnTo>
                <a:lnTo>
                  <a:pt x="1420" y="1078"/>
                </a:lnTo>
                <a:lnTo>
                  <a:pt x="1596" y="1220"/>
                </a:lnTo>
                <a:lnTo>
                  <a:pt x="1735" y="1314"/>
                </a:lnTo>
                <a:lnTo>
                  <a:pt x="1923" y="1454"/>
                </a:lnTo>
                <a:lnTo>
                  <a:pt x="2099" y="1595"/>
                </a:lnTo>
                <a:lnTo>
                  <a:pt x="2238" y="1689"/>
                </a:lnTo>
                <a:lnTo>
                  <a:pt x="2426" y="1829"/>
                </a:lnTo>
                <a:lnTo>
                  <a:pt x="2615" y="1971"/>
                </a:lnTo>
                <a:lnTo>
                  <a:pt x="2841" y="2111"/>
                </a:lnTo>
                <a:lnTo>
                  <a:pt x="3017" y="2251"/>
                </a:lnTo>
                <a:lnTo>
                  <a:pt x="3244" y="2439"/>
                </a:lnTo>
                <a:lnTo>
                  <a:pt x="3432" y="2581"/>
                </a:lnTo>
                <a:lnTo>
                  <a:pt x="3621" y="2721"/>
                </a:lnTo>
                <a:lnTo>
                  <a:pt x="3759" y="2768"/>
                </a:lnTo>
                <a:lnTo>
                  <a:pt x="3935" y="2909"/>
                </a:lnTo>
                <a:lnTo>
                  <a:pt x="4124" y="3050"/>
                </a:lnTo>
                <a:lnTo>
                  <a:pt x="4262" y="3144"/>
                </a:lnTo>
                <a:lnTo>
                  <a:pt x="4438" y="3284"/>
                </a:lnTo>
                <a:lnTo>
                  <a:pt x="4627" y="3426"/>
                </a:lnTo>
                <a:lnTo>
                  <a:pt x="4765" y="3518"/>
                </a:lnTo>
                <a:lnTo>
                  <a:pt x="4941" y="3660"/>
                </a:lnTo>
                <a:lnTo>
                  <a:pt x="5130" y="3800"/>
                </a:lnTo>
                <a:lnTo>
                  <a:pt x="5268" y="3848"/>
                </a:lnTo>
                <a:lnTo>
                  <a:pt x="5444" y="3988"/>
                </a:lnTo>
                <a:lnTo>
                  <a:pt x="5633" y="4129"/>
                </a:lnTo>
                <a:lnTo>
                  <a:pt x="5771" y="4176"/>
                </a:lnTo>
                <a:lnTo>
                  <a:pt x="5947" y="4316"/>
                </a:lnTo>
                <a:lnTo>
                  <a:pt x="6136" y="4457"/>
                </a:lnTo>
                <a:lnTo>
                  <a:pt x="6274" y="4551"/>
                </a:lnTo>
                <a:lnTo>
                  <a:pt x="6450" y="4692"/>
                </a:lnTo>
                <a:lnTo>
                  <a:pt x="6639" y="4833"/>
                </a:lnTo>
                <a:lnTo>
                  <a:pt x="6777" y="4879"/>
                </a:lnTo>
                <a:lnTo>
                  <a:pt x="6953" y="5021"/>
                </a:lnTo>
                <a:lnTo>
                  <a:pt x="7142" y="5161"/>
                </a:lnTo>
                <a:lnTo>
                  <a:pt x="7280" y="5207"/>
                </a:lnTo>
                <a:lnTo>
                  <a:pt x="7456" y="5349"/>
                </a:lnTo>
                <a:lnTo>
                  <a:pt x="7645" y="5489"/>
                </a:lnTo>
                <a:lnTo>
                  <a:pt x="7783" y="5537"/>
                </a:lnTo>
                <a:lnTo>
                  <a:pt x="7959" y="5677"/>
                </a:lnTo>
                <a:lnTo>
                  <a:pt x="8148" y="5818"/>
                </a:lnTo>
                <a:lnTo>
                  <a:pt x="8286" y="5865"/>
                </a:lnTo>
                <a:lnTo>
                  <a:pt x="8462" y="6006"/>
                </a:lnTo>
                <a:lnTo>
                  <a:pt x="8651" y="6146"/>
                </a:lnTo>
                <a:lnTo>
                  <a:pt x="8789" y="6194"/>
                </a:lnTo>
                <a:lnTo>
                  <a:pt x="8965" y="6334"/>
                </a:lnTo>
                <a:lnTo>
                  <a:pt x="9154" y="6474"/>
                </a:lnTo>
                <a:lnTo>
                  <a:pt x="9292" y="6522"/>
                </a:lnTo>
                <a:lnTo>
                  <a:pt x="9468" y="6662"/>
                </a:lnTo>
                <a:lnTo>
                  <a:pt x="9656" y="6804"/>
                </a:lnTo>
                <a:lnTo>
                  <a:pt x="9795" y="6850"/>
                </a:lnTo>
                <a:lnTo>
                  <a:pt x="9983" y="6991"/>
                </a:lnTo>
                <a:lnTo>
                  <a:pt x="10159" y="7085"/>
                </a:lnTo>
                <a:lnTo>
                  <a:pt x="10298" y="7179"/>
                </a:lnTo>
                <a:lnTo>
                  <a:pt x="10486" y="7273"/>
                </a:lnTo>
                <a:lnTo>
                  <a:pt x="10662" y="7413"/>
                </a:lnTo>
                <a:lnTo>
                  <a:pt x="10801" y="7461"/>
                </a:lnTo>
                <a:lnTo>
                  <a:pt x="10989" y="7601"/>
                </a:lnTo>
                <a:lnTo>
                  <a:pt x="11165" y="7741"/>
                </a:lnTo>
                <a:lnTo>
                  <a:pt x="11304" y="7789"/>
                </a:lnTo>
                <a:lnTo>
                  <a:pt x="11492" y="7929"/>
                </a:lnTo>
                <a:lnTo>
                  <a:pt x="11668" y="8023"/>
                </a:lnTo>
                <a:lnTo>
                  <a:pt x="11807" y="8071"/>
                </a:lnTo>
                <a:lnTo>
                  <a:pt x="11995" y="8211"/>
                </a:lnTo>
                <a:lnTo>
                  <a:pt x="12171" y="8351"/>
                </a:lnTo>
                <a:lnTo>
                  <a:pt x="12310" y="8399"/>
                </a:lnTo>
                <a:lnTo>
                  <a:pt x="12498" y="8493"/>
                </a:lnTo>
                <a:lnTo>
                  <a:pt x="12674" y="8633"/>
                </a:lnTo>
                <a:lnTo>
                  <a:pt x="12813" y="8680"/>
                </a:lnTo>
                <a:lnTo>
                  <a:pt x="13001" y="8821"/>
                </a:lnTo>
                <a:lnTo>
                  <a:pt x="13177" y="8915"/>
                </a:lnTo>
                <a:lnTo>
                  <a:pt x="13316" y="8962"/>
                </a:lnTo>
                <a:lnTo>
                  <a:pt x="13504" y="9102"/>
                </a:lnTo>
                <a:lnTo>
                  <a:pt x="13680" y="9196"/>
                </a:lnTo>
                <a:lnTo>
                  <a:pt x="13819" y="9244"/>
                </a:lnTo>
                <a:lnTo>
                  <a:pt x="14007" y="9384"/>
                </a:lnTo>
                <a:lnTo>
                  <a:pt x="14183" y="9478"/>
                </a:lnTo>
                <a:lnTo>
                  <a:pt x="14322" y="9572"/>
                </a:lnTo>
                <a:lnTo>
                  <a:pt x="14510" y="9666"/>
                </a:lnTo>
                <a:lnTo>
                  <a:pt x="14686" y="9760"/>
                </a:lnTo>
                <a:lnTo>
                  <a:pt x="14824" y="9853"/>
                </a:lnTo>
                <a:lnTo>
                  <a:pt x="15013" y="9947"/>
                </a:lnTo>
                <a:lnTo>
                  <a:pt x="15189" y="10041"/>
                </a:lnTo>
                <a:lnTo>
                  <a:pt x="15327" y="10088"/>
                </a:lnTo>
                <a:lnTo>
                  <a:pt x="15516" y="10229"/>
                </a:lnTo>
                <a:lnTo>
                  <a:pt x="15692" y="10323"/>
                </a:lnTo>
                <a:lnTo>
                  <a:pt x="15830" y="10369"/>
                </a:lnTo>
                <a:lnTo>
                  <a:pt x="16019" y="10511"/>
                </a:lnTo>
                <a:lnTo>
                  <a:pt x="16208" y="10605"/>
                </a:lnTo>
                <a:lnTo>
                  <a:pt x="16434" y="10697"/>
                </a:lnTo>
                <a:lnTo>
                  <a:pt x="16610" y="10791"/>
                </a:lnTo>
                <a:lnTo>
                  <a:pt x="16836" y="10933"/>
                </a:lnTo>
                <a:lnTo>
                  <a:pt x="17025" y="11027"/>
                </a:lnTo>
                <a:lnTo>
                  <a:pt x="17214" y="11120"/>
                </a:lnTo>
                <a:lnTo>
                  <a:pt x="17352" y="11167"/>
                </a:lnTo>
                <a:lnTo>
                  <a:pt x="17528" y="11308"/>
                </a:lnTo>
                <a:lnTo>
                  <a:pt x="17717" y="11402"/>
                </a:lnTo>
                <a:lnTo>
                  <a:pt x="17855" y="11449"/>
                </a:lnTo>
                <a:lnTo>
                  <a:pt x="18031" y="11542"/>
                </a:lnTo>
                <a:lnTo>
                  <a:pt x="18220" y="11636"/>
                </a:lnTo>
                <a:lnTo>
                  <a:pt x="18358" y="11684"/>
                </a:lnTo>
                <a:lnTo>
                  <a:pt x="18534" y="11778"/>
                </a:lnTo>
                <a:lnTo>
                  <a:pt x="18723" y="11918"/>
                </a:lnTo>
                <a:lnTo>
                  <a:pt x="18861" y="11964"/>
                </a:lnTo>
                <a:lnTo>
                  <a:pt x="19037" y="12058"/>
                </a:lnTo>
                <a:lnTo>
                  <a:pt x="19225" y="12152"/>
                </a:lnTo>
                <a:lnTo>
                  <a:pt x="19364" y="12200"/>
                </a:lnTo>
                <a:lnTo>
                  <a:pt x="19540" y="12294"/>
                </a:lnTo>
                <a:lnTo>
                  <a:pt x="19728" y="12387"/>
                </a:lnTo>
                <a:lnTo>
                  <a:pt x="19867" y="12434"/>
                </a:lnTo>
                <a:lnTo>
                  <a:pt x="20043" y="12528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536586" y="4540813"/>
            <a:ext cx="20043" cy="6522"/>
          </a:xfrm>
          <a:custGeom>
            <a:avLst/>
            <a:gdLst/>
            <a:ahLst/>
            <a:cxnLst/>
            <a:rect l="l" t="t" r="r" b="b"/>
            <a:pathLst>
              <a:path w="20043" h="6522">
                <a:moveTo>
                  <a:pt x="0" y="0"/>
                </a:moveTo>
                <a:lnTo>
                  <a:pt x="188" y="93"/>
                </a:lnTo>
                <a:lnTo>
                  <a:pt x="326" y="140"/>
                </a:lnTo>
                <a:lnTo>
                  <a:pt x="502" y="234"/>
                </a:lnTo>
                <a:lnTo>
                  <a:pt x="691" y="328"/>
                </a:lnTo>
                <a:lnTo>
                  <a:pt x="829" y="374"/>
                </a:lnTo>
                <a:lnTo>
                  <a:pt x="1005" y="468"/>
                </a:lnTo>
                <a:lnTo>
                  <a:pt x="1194" y="562"/>
                </a:lnTo>
                <a:lnTo>
                  <a:pt x="1332" y="610"/>
                </a:lnTo>
                <a:lnTo>
                  <a:pt x="1508" y="702"/>
                </a:lnTo>
                <a:lnTo>
                  <a:pt x="1697" y="796"/>
                </a:lnTo>
                <a:lnTo>
                  <a:pt x="1835" y="844"/>
                </a:lnTo>
                <a:lnTo>
                  <a:pt x="2011" y="938"/>
                </a:lnTo>
                <a:lnTo>
                  <a:pt x="2200" y="1032"/>
                </a:lnTo>
                <a:lnTo>
                  <a:pt x="2338" y="1078"/>
                </a:lnTo>
                <a:lnTo>
                  <a:pt x="2514" y="1172"/>
                </a:lnTo>
                <a:lnTo>
                  <a:pt x="2703" y="1266"/>
                </a:lnTo>
                <a:lnTo>
                  <a:pt x="2841" y="1266"/>
                </a:lnTo>
                <a:lnTo>
                  <a:pt x="3017" y="1360"/>
                </a:lnTo>
                <a:lnTo>
                  <a:pt x="3206" y="1454"/>
                </a:lnTo>
                <a:lnTo>
                  <a:pt x="3344" y="1501"/>
                </a:lnTo>
                <a:lnTo>
                  <a:pt x="3533" y="1595"/>
                </a:lnTo>
                <a:lnTo>
                  <a:pt x="3709" y="1689"/>
                </a:lnTo>
                <a:lnTo>
                  <a:pt x="3847" y="1735"/>
                </a:lnTo>
                <a:lnTo>
                  <a:pt x="4036" y="1783"/>
                </a:lnTo>
                <a:lnTo>
                  <a:pt x="4212" y="1877"/>
                </a:lnTo>
                <a:lnTo>
                  <a:pt x="4350" y="1923"/>
                </a:lnTo>
                <a:lnTo>
                  <a:pt x="4539" y="2017"/>
                </a:lnTo>
                <a:lnTo>
                  <a:pt x="4715" y="2111"/>
                </a:lnTo>
                <a:lnTo>
                  <a:pt x="4853" y="2111"/>
                </a:lnTo>
                <a:lnTo>
                  <a:pt x="5042" y="2205"/>
                </a:lnTo>
                <a:lnTo>
                  <a:pt x="5218" y="2299"/>
                </a:lnTo>
                <a:lnTo>
                  <a:pt x="5356" y="2345"/>
                </a:lnTo>
                <a:lnTo>
                  <a:pt x="5545" y="2392"/>
                </a:lnTo>
                <a:lnTo>
                  <a:pt x="5721" y="2486"/>
                </a:lnTo>
                <a:lnTo>
                  <a:pt x="5859" y="2533"/>
                </a:lnTo>
                <a:lnTo>
                  <a:pt x="6048" y="2627"/>
                </a:lnTo>
                <a:lnTo>
                  <a:pt x="6224" y="2674"/>
                </a:lnTo>
                <a:lnTo>
                  <a:pt x="6362" y="2721"/>
                </a:lnTo>
                <a:lnTo>
                  <a:pt x="6551" y="2814"/>
                </a:lnTo>
                <a:lnTo>
                  <a:pt x="6727" y="2862"/>
                </a:lnTo>
                <a:lnTo>
                  <a:pt x="6865" y="2908"/>
                </a:lnTo>
                <a:lnTo>
                  <a:pt x="7054" y="3002"/>
                </a:lnTo>
                <a:lnTo>
                  <a:pt x="7230" y="3050"/>
                </a:lnTo>
                <a:lnTo>
                  <a:pt x="7368" y="3096"/>
                </a:lnTo>
                <a:lnTo>
                  <a:pt x="7557" y="3190"/>
                </a:lnTo>
                <a:lnTo>
                  <a:pt x="7733" y="3236"/>
                </a:lnTo>
                <a:lnTo>
                  <a:pt x="7871" y="3284"/>
                </a:lnTo>
                <a:lnTo>
                  <a:pt x="8060" y="3378"/>
                </a:lnTo>
                <a:lnTo>
                  <a:pt x="8236" y="3424"/>
                </a:lnTo>
                <a:lnTo>
                  <a:pt x="8374" y="3472"/>
                </a:lnTo>
                <a:lnTo>
                  <a:pt x="8563" y="3518"/>
                </a:lnTo>
                <a:lnTo>
                  <a:pt x="8789" y="3612"/>
                </a:lnTo>
                <a:lnTo>
                  <a:pt x="8977" y="3659"/>
                </a:lnTo>
                <a:lnTo>
                  <a:pt x="9154" y="3753"/>
                </a:lnTo>
                <a:lnTo>
                  <a:pt x="9292" y="3753"/>
                </a:lnTo>
                <a:lnTo>
                  <a:pt x="9480" y="3847"/>
                </a:lnTo>
                <a:lnTo>
                  <a:pt x="9656" y="3894"/>
                </a:lnTo>
                <a:lnTo>
                  <a:pt x="9795" y="3941"/>
                </a:lnTo>
                <a:lnTo>
                  <a:pt x="9983" y="3988"/>
                </a:lnTo>
                <a:lnTo>
                  <a:pt x="10159" y="4081"/>
                </a:lnTo>
                <a:lnTo>
                  <a:pt x="10298" y="4081"/>
                </a:lnTo>
                <a:lnTo>
                  <a:pt x="10486" y="4175"/>
                </a:lnTo>
                <a:lnTo>
                  <a:pt x="10662" y="4222"/>
                </a:lnTo>
                <a:lnTo>
                  <a:pt x="10801" y="4269"/>
                </a:lnTo>
                <a:lnTo>
                  <a:pt x="10989" y="4316"/>
                </a:lnTo>
                <a:lnTo>
                  <a:pt x="11165" y="4410"/>
                </a:lnTo>
                <a:lnTo>
                  <a:pt x="11304" y="4410"/>
                </a:lnTo>
                <a:lnTo>
                  <a:pt x="11492" y="4503"/>
                </a:lnTo>
                <a:lnTo>
                  <a:pt x="11668" y="4551"/>
                </a:lnTo>
                <a:lnTo>
                  <a:pt x="11807" y="4551"/>
                </a:lnTo>
                <a:lnTo>
                  <a:pt x="11995" y="4645"/>
                </a:lnTo>
                <a:lnTo>
                  <a:pt x="12171" y="4691"/>
                </a:lnTo>
                <a:lnTo>
                  <a:pt x="12310" y="4739"/>
                </a:lnTo>
                <a:lnTo>
                  <a:pt x="12498" y="4785"/>
                </a:lnTo>
                <a:lnTo>
                  <a:pt x="12674" y="4833"/>
                </a:lnTo>
                <a:lnTo>
                  <a:pt x="12813" y="4879"/>
                </a:lnTo>
                <a:lnTo>
                  <a:pt x="13001" y="4925"/>
                </a:lnTo>
                <a:lnTo>
                  <a:pt x="13177" y="4973"/>
                </a:lnTo>
                <a:lnTo>
                  <a:pt x="13316" y="5019"/>
                </a:lnTo>
                <a:lnTo>
                  <a:pt x="13504" y="5067"/>
                </a:lnTo>
                <a:lnTo>
                  <a:pt x="13693" y="5113"/>
                </a:lnTo>
                <a:lnTo>
                  <a:pt x="13919" y="5161"/>
                </a:lnTo>
                <a:lnTo>
                  <a:pt x="14095" y="5207"/>
                </a:lnTo>
                <a:lnTo>
                  <a:pt x="14322" y="5255"/>
                </a:lnTo>
                <a:lnTo>
                  <a:pt x="14510" y="5348"/>
                </a:lnTo>
                <a:lnTo>
                  <a:pt x="14699" y="5395"/>
                </a:lnTo>
                <a:lnTo>
                  <a:pt x="14837" y="5395"/>
                </a:lnTo>
                <a:lnTo>
                  <a:pt x="15013" y="5442"/>
                </a:lnTo>
                <a:lnTo>
                  <a:pt x="15202" y="5489"/>
                </a:lnTo>
                <a:lnTo>
                  <a:pt x="15340" y="5536"/>
                </a:lnTo>
                <a:lnTo>
                  <a:pt x="15516" y="5583"/>
                </a:lnTo>
                <a:lnTo>
                  <a:pt x="15705" y="5630"/>
                </a:lnTo>
                <a:lnTo>
                  <a:pt x="15843" y="5677"/>
                </a:lnTo>
                <a:lnTo>
                  <a:pt x="16019" y="5724"/>
                </a:lnTo>
                <a:lnTo>
                  <a:pt x="16208" y="5770"/>
                </a:lnTo>
                <a:lnTo>
                  <a:pt x="16346" y="5770"/>
                </a:lnTo>
                <a:lnTo>
                  <a:pt x="16522" y="5818"/>
                </a:lnTo>
                <a:lnTo>
                  <a:pt x="16711" y="5864"/>
                </a:lnTo>
                <a:lnTo>
                  <a:pt x="16849" y="5864"/>
                </a:lnTo>
                <a:lnTo>
                  <a:pt x="17025" y="5912"/>
                </a:lnTo>
                <a:lnTo>
                  <a:pt x="17214" y="5958"/>
                </a:lnTo>
                <a:lnTo>
                  <a:pt x="17352" y="6006"/>
                </a:lnTo>
                <a:lnTo>
                  <a:pt x="17528" y="6052"/>
                </a:lnTo>
                <a:lnTo>
                  <a:pt x="17717" y="6100"/>
                </a:lnTo>
                <a:lnTo>
                  <a:pt x="17855" y="6100"/>
                </a:lnTo>
                <a:lnTo>
                  <a:pt x="18031" y="6146"/>
                </a:lnTo>
                <a:lnTo>
                  <a:pt x="18220" y="6192"/>
                </a:lnTo>
                <a:lnTo>
                  <a:pt x="18358" y="6192"/>
                </a:lnTo>
                <a:lnTo>
                  <a:pt x="18534" y="6240"/>
                </a:lnTo>
                <a:lnTo>
                  <a:pt x="18723" y="6286"/>
                </a:lnTo>
                <a:lnTo>
                  <a:pt x="18861" y="6286"/>
                </a:lnTo>
                <a:lnTo>
                  <a:pt x="19037" y="6334"/>
                </a:lnTo>
                <a:lnTo>
                  <a:pt x="19225" y="6380"/>
                </a:lnTo>
                <a:lnTo>
                  <a:pt x="19364" y="6380"/>
                </a:lnTo>
                <a:lnTo>
                  <a:pt x="19540" y="6428"/>
                </a:lnTo>
                <a:lnTo>
                  <a:pt x="19728" y="6474"/>
                </a:lnTo>
                <a:lnTo>
                  <a:pt x="19867" y="6474"/>
                </a:lnTo>
                <a:lnTo>
                  <a:pt x="20043" y="6522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556630" y="4547335"/>
            <a:ext cx="20055" cy="984"/>
          </a:xfrm>
          <a:custGeom>
            <a:avLst/>
            <a:gdLst/>
            <a:ahLst/>
            <a:cxnLst/>
            <a:rect l="l" t="t" r="r" b="b"/>
            <a:pathLst>
              <a:path w="20055" h="984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1" y="140"/>
                </a:lnTo>
                <a:lnTo>
                  <a:pt x="829" y="140"/>
                </a:lnTo>
                <a:lnTo>
                  <a:pt x="1018" y="186"/>
                </a:lnTo>
                <a:lnTo>
                  <a:pt x="1194" y="186"/>
                </a:lnTo>
                <a:lnTo>
                  <a:pt x="1332" y="234"/>
                </a:lnTo>
                <a:lnTo>
                  <a:pt x="1521" y="234"/>
                </a:lnTo>
                <a:lnTo>
                  <a:pt x="1697" y="280"/>
                </a:lnTo>
                <a:lnTo>
                  <a:pt x="1835" y="280"/>
                </a:lnTo>
                <a:lnTo>
                  <a:pt x="2024" y="328"/>
                </a:lnTo>
                <a:lnTo>
                  <a:pt x="2200" y="328"/>
                </a:lnTo>
                <a:lnTo>
                  <a:pt x="2338" y="374"/>
                </a:lnTo>
                <a:lnTo>
                  <a:pt x="2527" y="374"/>
                </a:lnTo>
                <a:lnTo>
                  <a:pt x="2703" y="422"/>
                </a:lnTo>
                <a:lnTo>
                  <a:pt x="2841" y="422"/>
                </a:lnTo>
                <a:lnTo>
                  <a:pt x="3030" y="468"/>
                </a:lnTo>
                <a:lnTo>
                  <a:pt x="3206" y="468"/>
                </a:lnTo>
                <a:lnTo>
                  <a:pt x="3344" y="514"/>
                </a:lnTo>
                <a:lnTo>
                  <a:pt x="3533" y="514"/>
                </a:lnTo>
                <a:lnTo>
                  <a:pt x="3709" y="562"/>
                </a:lnTo>
                <a:lnTo>
                  <a:pt x="3847" y="562"/>
                </a:lnTo>
                <a:lnTo>
                  <a:pt x="4036" y="562"/>
                </a:lnTo>
                <a:lnTo>
                  <a:pt x="4212" y="608"/>
                </a:lnTo>
                <a:lnTo>
                  <a:pt x="4350" y="608"/>
                </a:lnTo>
                <a:lnTo>
                  <a:pt x="4539" y="608"/>
                </a:lnTo>
                <a:lnTo>
                  <a:pt x="4715" y="656"/>
                </a:lnTo>
                <a:lnTo>
                  <a:pt x="4853" y="656"/>
                </a:lnTo>
                <a:lnTo>
                  <a:pt x="5042" y="702"/>
                </a:lnTo>
                <a:lnTo>
                  <a:pt x="5218" y="702"/>
                </a:lnTo>
                <a:lnTo>
                  <a:pt x="5356" y="702"/>
                </a:lnTo>
                <a:lnTo>
                  <a:pt x="5545" y="702"/>
                </a:lnTo>
                <a:lnTo>
                  <a:pt x="5721" y="750"/>
                </a:lnTo>
                <a:lnTo>
                  <a:pt x="5859" y="750"/>
                </a:lnTo>
                <a:lnTo>
                  <a:pt x="6048" y="750"/>
                </a:lnTo>
                <a:lnTo>
                  <a:pt x="6224" y="796"/>
                </a:lnTo>
                <a:lnTo>
                  <a:pt x="6362" y="796"/>
                </a:lnTo>
                <a:lnTo>
                  <a:pt x="6551" y="796"/>
                </a:lnTo>
                <a:lnTo>
                  <a:pt x="6727" y="844"/>
                </a:lnTo>
                <a:lnTo>
                  <a:pt x="6865" y="844"/>
                </a:lnTo>
                <a:lnTo>
                  <a:pt x="7054" y="844"/>
                </a:lnTo>
                <a:lnTo>
                  <a:pt x="7242" y="844"/>
                </a:lnTo>
                <a:lnTo>
                  <a:pt x="7469" y="890"/>
                </a:lnTo>
                <a:lnTo>
                  <a:pt x="7645" y="890"/>
                </a:lnTo>
                <a:lnTo>
                  <a:pt x="7871" y="890"/>
                </a:lnTo>
                <a:lnTo>
                  <a:pt x="8060" y="890"/>
                </a:lnTo>
                <a:lnTo>
                  <a:pt x="8248" y="890"/>
                </a:lnTo>
                <a:lnTo>
                  <a:pt x="8386" y="937"/>
                </a:lnTo>
                <a:lnTo>
                  <a:pt x="8563" y="937"/>
                </a:lnTo>
                <a:lnTo>
                  <a:pt x="8751" y="937"/>
                </a:lnTo>
                <a:lnTo>
                  <a:pt x="8889" y="937"/>
                </a:lnTo>
                <a:lnTo>
                  <a:pt x="9066" y="937"/>
                </a:lnTo>
                <a:lnTo>
                  <a:pt x="9254" y="937"/>
                </a:lnTo>
                <a:lnTo>
                  <a:pt x="9392" y="937"/>
                </a:lnTo>
                <a:lnTo>
                  <a:pt x="9568" y="937"/>
                </a:lnTo>
                <a:lnTo>
                  <a:pt x="9757" y="984"/>
                </a:lnTo>
                <a:lnTo>
                  <a:pt x="9895" y="984"/>
                </a:lnTo>
                <a:lnTo>
                  <a:pt x="10071" y="984"/>
                </a:lnTo>
                <a:lnTo>
                  <a:pt x="10260" y="984"/>
                </a:lnTo>
                <a:lnTo>
                  <a:pt x="10398" y="984"/>
                </a:lnTo>
                <a:lnTo>
                  <a:pt x="10574" y="984"/>
                </a:lnTo>
                <a:lnTo>
                  <a:pt x="10763" y="984"/>
                </a:lnTo>
                <a:lnTo>
                  <a:pt x="10901" y="984"/>
                </a:lnTo>
                <a:lnTo>
                  <a:pt x="11077" y="984"/>
                </a:lnTo>
                <a:lnTo>
                  <a:pt x="11266" y="984"/>
                </a:lnTo>
                <a:lnTo>
                  <a:pt x="11404" y="984"/>
                </a:lnTo>
                <a:lnTo>
                  <a:pt x="11580" y="984"/>
                </a:lnTo>
                <a:lnTo>
                  <a:pt x="11769" y="984"/>
                </a:lnTo>
                <a:lnTo>
                  <a:pt x="11907" y="984"/>
                </a:lnTo>
                <a:lnTo>
                  <a:pt x="12083" y="984"/>
                </a:lnTo>
                <a:lnTo>
                  <a:pt x="12272" y="984"/>
                </a:lnTo>
                <a:lnTo>
                  <a:pt x="12410" y="984"/>
                </a:lnTo>
                <a:lnTo>
                  <a:pt x="12586" y="984"/>
                </a:lnTo>
                <a:lnTo>
                  <a:pt x="12775" y="984"/>
                </a:lnTo>
                <a:lnTo>
                  <a:pt x="12913" y="984"/>
                </a:lnTo>
                <a:lnTo>
                  <a:pt x="13089" y="984"/>
                </a:lnTo>
                <a:lnTo>
                  <a:pt x="13278" y="937"/>
                </a:lnTo>
                <a:lnTo>
                  <a:pt x="13416" y="937"/>
                </a:lnTo>
                <a:lnTo>
                  <a:pt x="13592" y="937"/>
                </a:lnTo>
                <a:lnTo>
                  <a:pt x="13781" y="937"/>
                </a:lnTo>
                <a:lnTo>
                  <a:pt x="13919" y="937"/>
                </a:lnTo>
                <a:lnTo>
                  <a:pt x="14095" y="937"/>
                </a:lnTo>
                <a:lnTo>
                  <a:pt x="14284" y="937"/>
                </a:lnTo>
                <a:lnTo>
                  <a:pt x="14422" y="890"/>
                </a:lnTo>
                <a:lnTo>
                  <a:pt x="14611" y="890"/>
                </a:lnTo>
                <a:lnTo>
                  <a:pt x="14787" y="890"/>
                </a:lnTo>
                <a:lnTo>
                  <a:pt x="14925" y="890"/>
                </a:lnTo>
                <a:lnTo>
                  <a:pt x="15114" y="890"/>
                </a:lnTo>
                <a:lnTo>
                  <a:pt x="15290" y="844"/>
                </a:lnTo>
                <a:lnTo>
                  <a:pt x="15428" y="844"/>
                </a:lnTo>
                <a:lnTo>
                  <a:pt x="15617" y="844"/>
                </a:lnTo>
                <a:lnTo>
                  <a:pt x="15793" y="844"/>
                </a:lnTo>
                <a:lnTo>
                  <a:pt x="15931" y="844"/>
                </a:lnTo>
                <a:lnTo>
                  <a:pt x="16120" y="796"/>
                </a:lnTo>
                <a:lnTo>
                  <a:pt x="16296" y="796"/>
                </a:lnTo>
                <a:lnTo>
                  <a:pt x="16434" y="796"/>
                </a:lnTo>
                <a:lnTo>
                  <a:pt x="16623" y="750"/>
                </a:lnTo>
                <a:lnTo>
                  <a:pt x="16799" y="750"/>
                </a:lnTo>
                <a:lnTo>
                  <a:pt x="16937" y="750"/>
                </a:lnTo>
                <a:lnTo>
                  <a:pt x="17126" y="750"/>
                </a:lnTo>
                <a:lnTo>
                  <a:pt x="17302" y="702"/>
                </a:lnTo>
                <a:lnTo>
                  <a:pt x="17440" y="702"/>
                </a:lnTo>
                <a:lnTo>
                  <a:pt x="17629" y="702"/>
                </a:lnTo>
                <a:lnTo>
                  <a:pt x="17805" y="656"/>
                </a:lnTo>
                <a:lnTo>
                  <a:pt x="17943" y="656"/>
                </a:lnTo>
                <a:lnTo>
                  <a:pt x="18132" y="656"/>
                </a:lnTo>
                <a:lnTo>
                  <a:pt x="18308" y="608"/>
                </a:lnTo>
                <a:lnTo>
                  <a:pt x="18446" y="608"/>
                </a:lnTo>
                <a:lnTo>
                  <a:pt x="18634" y="562"/>
                </a:lnTo>
                <a:lnTo>
                  <a:pt x="18811" y="562"/>
                </a:lnTo>
                <a:lnTo>
                  <a:pt x="18949" y="562"/>
                </a:lnTo>
                <a:lnTo>
                  <a:pt x="19137" y="515"/>
                </a:lnTo>
                <a:lnTo>
                  <a:pt x="19313" y="515"/>
                </a:lnTo>
                <a:lnTo>
                  <a:pt x="19452" y="468"/>
                </a:lnTo>
                <a:lnTo>
                  <a:pt x="19640" y="468"/>
                </a:lnTo>
                <a:lnTo>
                  <a:pt x="19816" y="422"/>
                </a:lnTo>
                <a:lnTo>
                  <a:pt x="19955" y="42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576686" y="4542032"/>
            <a:ext cx="20043" cy="5725"/>
          </a:xfrm>
          <a:custGeom>
            <a:avLst/>
            <a:gdLst/>
            <a:ahLst/>
            <a:cxnLst/>
            <a:rect l="l" t="t" r="r" b="b"/>
            <a:pathLst>
              <a:path w="20043" h="5725">
                <a:moveTo>
                  <a:pt x="0" y="5725"/>
                </a:moveTo>
                <a:lnTo>
                  <a:pt x="176" y="5677"/>
                </a:lnTo>
                <a:lnTo>
                  <a:pt x="402" y="5677"/>
                </a:lnTo>
                <a:lnTo>
                  <a:pt x="590" y="5631"/>
                </a:lnTo>
                <a:lnTo>
                  <a:pt x="779" y="5583"/>
                </a:lnTo>
                <a:lnTo>
                  <a:pt x="1005" y="5583"/>
                </a:lnTo>
                <a:lnTo>
                  <a:pt x="1181" y="5537"/>
                </a:lnTo>
                <a:lnTo>
                  <a:pt x="1408" y="5489"/>
                </a:lnTo>
                <a:lnTo>
                  <a:pt x="1596" y="5489"/>
                </a:lnTo>
                <a:lnTo>
                  <a:pt x="1785" y="5443"/>
                </a:lnTo>
                <a:lnTo>
                  <a:pt x="1923" y="5443"/>
                </a:lnTo>
                <a:lnTo>
                  <a:pt x="2099" y="5395"/>
                </a:lnTo>
                <a:lnTo>
                  <a:pt x="2288" y="5349"/>
                </a:lnTo>
                <a:lnTo>
                  <a:pt x="2426" y="5349"/>
                </a:lnTo>
                <a:lnTo>
                  <a:pt x="2602" y="5303"/>
                </a:lnTo>
                <a:lnTo>
                  <a:pt x="2791" y="5255"/>
                </a:lnTo>
                <a:lnTo>
                  <a:pt x="2929" y="5255"/>
                </a:lnTo>
                <a:lnTo>
                  <a:pt x="3105" y="5209"/>
                </a:lnTo>
                <a:lnTo>
                  <a:pt x="3294" y="5209"/>
                </a:lnTo>
                <a:lnTo>
                  <a:pt x="3432" y="5161"/>
                </a:lnTo>
                <a:lnTo>
                  <a:pt x="3608" y="5115"/>
                </a:lnTo>
                <a:lnTo>
                  <a:pt x="3797" y="5115"/>
                </a:lnTo>
                <a:lnTo>
                  <a:pt x="3935" y="5067"/>
                </a:lnTo>
                <a:lnTo>
                  <a:pt x="4111" y="5021"/>
                </a:lnTo>
                <a:lnTo>
                  <a:pt x="4300" y="4973"/>
                </a:lnTo>
                <a:lnTo>
                  <a:pt x="4438" y="4973"/>
                </a:lnTo>
                <a:lnTo>
                  <a:pt x="4614" y="4927"/>
                </a:lnTo>
                <a:lnTo>
                  <a:pt x="4803" y="4880"/>
                </a:lnTo>
                <a:lnTo>
                  <a:pt x="4941" y="4880"/>
                </a:lnTo>
                <a:lnTo>
                  <a:pt x="5117" y="4833"/>
                </a:lnTo>
                <a:lnTo>
                  <a:pt x="5306" y="4786"/>
                </a:lnTo>
                <a:lnTo>
                  <a:pt x="5444" y="4786"/>
                </a:lnTo>
                <a:lnTo>
                  <a:pt x="5620" y="4739"/>
                </a:lnTo>
                <a:lnTo>
                  <a:pt x="5809" y="4692"/>
                </a:lnTo>
                <a:lnTo>
                  <a:pt x="5947" y="4645"/>
                </a:lnTo>
                <a:lnTo>
                  <a:pt x="6123" y="4598"/>
                </a:lnTo>
                <a:lnTo>
                  <a:pt x="6312" y="4551"/>
                </a:lnTo>
                <a:lnTo>
                  <a:pt x="6450" y="4551"/>
                </a:lnTo>
                <a:lnTo>
                  <a:pt x="6626" y="4504"/>
                </a:lnTo>
                <a:lnTo>
                  <a:pt x="6815" y="4458"/>
                </a:lnTo>
                <a:lnTo>
                  <a:pt x="6953" y="4410"/>
                </a:lnTo>
                <a:lnTo>
                  <a:pt x="7129" y="4364"/>
                </a:lnTo>
                <a:lnTo>
                  <a:pt x="7318" y="4316"/>
                </a:lnTo>
                <a:lnTo>
                  <a:pt x="7456" y="4316"/>
                </a:lnTo>
                <a:lnTo>
                  <a:pt x="7632" y="4270"/>
                </a:lnTo>
                <a:lnTo>
                  <a:pt x="7821" y="4222"/>
                </a:lnTo>
                <a:lnTo>
                  <a:pt x="7959" y="4176"/>
                </a:lnTo>
                <a:lnTo>
                  <a:pt x="8148" y="4129"/>
                </a:lnTo>
                <a:lnTo>
                  <a:pt x="8324" y="4082"/>
                </a:lnTo>
                <a:lnTo>
                  <a:pt x="8462" y="4036"/>
                </a:lnTo>
                <a:lnTo>
                  <a:pt x="8651" y="3988"/>
                </a:lnTo>
                <a:lnTo>
                  <a:pt x="8827" y="3942"/>
                </a:lnTo>
                <a:lnTo>
                  <a:pt x="8965" y="3894"/>
                </a:lnTo>
                <a:lnTo>
                  <a:pt x="9154" y="3848"/>
                </a:lnTo>
                <a:lnTo>
                  <a:pt x="9330" y="3800"/>
                </a:lnTo>
                <a:lnTo>
                  <a:pt x="9468" y="3754"/>
                </a:lnTo>
                <a:lnTo>
                  <a:pt x="9656" y="3706"/>
                </a:lnTo>
                <a:lnTo>
                  <a:pt x="9833" y="3660"/>
                </a:lnTo>
                <a:lnTo>
                  <a:pt x="9971" y="3614"/>
                </a:lnTo>
                <a:lnTo>
                  <a:pt x="10159" y="3566"/>
                </a:lnTo>
                <a:lnTo>
                  <a:pt x="10336" y="3520"/>
                </a:lnTo>
                <a:lnTo>
                  <a:pt x="10474" y="3472"/>
                </a:lnTo>
                <a:lnTo>
                  <a:pt x="10662" y="3426"/>
                </a:lnTo>
                <a:lnTo>
                  <a:pt x="10838" y="3378"/>
                </a:lnTo>
                <a:lnTo>
                  <a:pt x="10977" y="3332"/>
                </a:lnTo>
                <a:lnTo>
                  <a:pt x="11165" y="3284"/>
                </a:lnTo>
                <a:lnTo>
                  <a:pt x="11341" y="3238"/>
                </a:lnTo>
                <a:lnTo>
                  <a:pt x="11480" y="3191"/>
                </a:lnTo>
                <a:lnTo>
                  <a:pt x="11668" y="3144"/>
                </a:lnTo>
                <a:lnTo>
                  <a:pt x="11844" y="3050"/>
                </a:lnTo>
                <a:lnTo>
                  <a:pt x="11983" y="3050"/>
                </a:lnTo>
                <a:lnTo>
                  <a:pt x="12171" y="2956"/>
                </a:lnTo>
                <a:lnTo>
                  <a:pt x="12347" y="2909"/>
                </a:lnTo>
                <a:lnTo>
                  <a:pt x="12486" y="2862"/>
                </a:lnTo>
                <a:lnTo>
                  <a:pt x="12674" y="2815"/>
                </a:lnTo>
                <a:lnTo>
                  <a:pt x="12850" y="2721"/>
                </a:lnTo>
                <a:lnTo>
                  <a:pt x="12989" y="2721"/>
                </a:lnTo>
                <a:lnTo>
                  <a:pt x="13177" y="2627"/>
                </a:lnTo>
                <a:lnTo>
                  <a:pt x="13353" y="2581"/>
                </a:lnTo>
                <a:lnTo>
                  <a:pt x="13492" y="2533"/>
                </a:lnTo>
                <a:lnTo>
                  <a:pt x="13680" y="2487"/>
                </a:lnTo>
                <a:lnTo>
                  <a:pt x="13856" y="2393"/>
                </a:lnTo>
                <a:lnTo>
                  <a:pt x="13995" y="2347"/>
                </a:lnTo>
                <a:lnTo>
                  <a:pt x="14183" y="2299"/>
                </a:lnTo>
                <a:lnTo>
                  <a:pt x="14372" y="2205"/>
                </a:lnTo>
                <a:lnTo>
                  <a:pt x="14598" y="2159"/>
                </a:lnTo>
                <a:lnTo>
                  <a:pt x="14774" y="2065"/>
                </a:lnTo>
                <a:lnTo>
                  <a:pt x="15001" y="2017"/>
                </a:lnTo>
                <a:lnTo>
                  <a:pt x="15189" y="1924"/>
                </a:lnTo>
                <a:lnTo>
                  <a:pt x="15378" y="1877"/>
                </a:lnTo>
                <a:lnTo>
                  <a:pt x="15604" y="1783"/>
                </a:lnTo>
                <a:lnTo>
                  <a:pt x="15780" y="1736"/>
                </a:lnTo>
                <a:lnTo>
                  <a:pt x="16019" y="1642"/>
                </a:lnTo>
                <a:lnTo>
                  <a:pt x="16195" y="1548"/>
                </a:lnTo>
                <a:lnTo>
                  <a:pt x="16384" y="1502"/>
                </a:lnTo>
                <a:lnTo>
                  <a:pt x="16522" y="1454"/>
                </a:lnTo>
                <a:lnTo>
                  <a:pt x="16698" y="1360"/>
                </a:lnTo>
                <a:lnTo>
                  <a:pt x="16887" y="1314"/>
                </a:lnTo>
                <a:lnTo>
                  <a:pt x="17025" y="1266"/>
                </a:lnTo>
                <a:lnTo>
                  <a:pt x="17201" y="1172"/>
                </a:lnTo>
                <a:lnTo>
                  <a:pt x="17390" y="1080"/>
                </a:lnTo>
                <a:lnTo>
                  <a:pt x="17528" y="1032"/>
                </a:lnTo>
                <a:lnTo>
                  <a:pt x="17704" y="986"/>
                </a:lnTo>
                <a:lnTo>
                  <a:pt x="17893" y="892"/>
                </a:lnTo>
                <a:lnTo>
                  <a:pt x="18031" y="844"/>
                </a:lnTo>
                <a:lnTo>
                  <a:pt x="18207" y="750"/>
                </a:lnTo>
                <a:lnTo>
                  <a:pt x="18396" y="704"/>
                </a:lnTo>
                <a:lnTo>
                  <a:pt x="18534" y="657"/>
                </a:lnTo>
                <a:lnTo>
                  <a:pt x="18710" y="563"/>
                </a:lnTo>
                <a:lnTo>
                  <a:pt x="18899" y="469"/>
                </a:lnTo>
                <a:lnTo>
                  <a:pt x="19037" y="422"/>
                </a:lnTo>
                <a:lnTo>
                  <a:pt x="19213" y="328"/>
                </a:lnTo>
                <a:lnTo>
                  <a:pt x="19402" y="281"/>
                </a:lnTo>
                <a:lnTo>
                  <a:pt x="19540" y="235"/>
                </a:lnTo>
                <a:lnTo>
                  <a:pt x="19716" y="141"/>
                </a:lnTo>
                <a:lnTo>
                  <a:pt x="19904" y="47"/>
                </a:lnTo>
                <a:lnTo>
                  <a:pt x="20043" y="0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596729" y="4530302"/>
            <a:ext cx="19992" cy="11730"/>
          </a:xfrm>
          <a:custGeom>
            <a:avLst/>
            <a:gdLst/>
            <a:ahLst/>
            <a:cxnLst/>
            <a:rect l="l" t="t" r="r" b="b"/>
            <a:pathLst>
              <a:path w="19992" h="11730">
                <a:moveTo>
                  <a:pt x="0" y="11730"/>
                </a:moveTo>
                <a:lnTo>
                  <a:pt x="176" y="11636"/>
                </a:lnTo>
                <a:lnTo>
                  <a:pt x="364" y="11543"/>
                </a:lnTo>
                <a:lnTo>
                  <a:pt x="502" y="11496"/>
                </a:lnTo>
                <a:lnTo>
                  <a:pt x="679" y="11402"/>
                </a:lnTo>
                <a:lnTo>
                  <a:pt x="867" y="11308"/>
                </a:lnTo>
                <a:lnTo>
                  <a:pt x="1005" y="11308"/>
                </a:lnTo>
                <a:lnTo>
                  <a:pt x="1181" y="11214"/>
                </a:lnTo>
                <a:lnTo>
                  <a:pt x="1370" y="11121"/>
                </a:lnTo>
                <a:lnTo>
                  <a:pt x="1508" y="11073"/>
                </a:lnTo>
                <a:lnTo>
                  <a:pt x="1684" y="10979"/>
                </a:lnTo>
                <a:lnTo>
                  <a:pt x="1873" y="10885"/>
                </a:lnTo>
                <a:lnTo>
                  <a:pt x="2011" y="10839"/>
                </a:lnTo>
                <a:lnTo>
                  <a:pt x="2200" y="10745"/>
                </a:lnTo>
                <a:lnTo>
                  <a:pt x="2376" y="10651"/>
                </a:lnTo>
                <a:lnTo>
                  <a:pt x="2514" y="10605"/>
                </a:lnTo>
                <a:lnTo>
                  <a:pt x="2703" y="10511"/>
                </a:lnTo>
                <a:lnTo>
                  <a:pt x="2879" y="10417"/>
                </a:lnTo>
                <a:lnTo>
                  <a:pt x="3017" y="10369"/>
                </a:lnTo>
                <a:lnTo>
                  <a:pt x="3206" y="10229"/>
                </a:lnTo>
                <a:lnTo>
                  <a:pt x="3382" y="10135"/>
                </a:lnTo>
                <a:lnTo>
                  <a:pt x="3520" y="10088"/>
                </a:lnTo>
                <a:lnTo>
                  <a:pt x="3709" y="9994"/>
                </a:lnTo>
                <a:lnTo>
                  <a:pt x="3885" y="9900"/>
                </a:lnTo>
                <a:lnTo>
                  <a:pt x="4023" y="9854"/>
                </a:lnTo>
                <a:lnTo>
                  <a:pt x="4212" y="9760"/>
                </a:lnTo>
                <a:lnTo>
                  <a:pt x="4388" y="9666"/>
                </a:lnTo>
                <a:lnTo>
                  <a:pt x="4526" y="9618"/>
                </a:lnTo>
                <a:lnTo>
                  <a:pt x="4715" y="9478"/>
                </a:lnTo>
                <a:lnTo>
                  <a:pt x="4891" y="9384"/>
                </a:lnTo>
                <a:lnTo>
                  <a:pt x="5029" y="9338"/>
                </a:lnTo>
                <a:lnTo>
                  <a:pt x="5218" y="9244"/>
                </a:lnTo>
                <a:lnTo>
                  <a:pt x="5394" y="9150"/>
                </a:lnTo>
                <a:lnTo>
                  <a:pt x="5532" y="9102"/>
                </a:lnTo>
                <a:lnTo>
                  <a:pt x="5721" y="8962"/>
                </a:lnTo>
                <a:lnTo>
                  <a:pt x="5897" y="8868"/>
                </a:lnTo>
                <a:lnTo>
                  <a:pt x="6035" y="8821"/>
                </a:lnTo>
                <a:lnTo>
                  <a:pt x="6224" y="8727"/>
                </a:lnTo>
                <a:lnTo>
                  <a:pt x="6400" y="8587"/>
                </a:lnTo>
                <a:lnTo>
                  <a:pt x="6538" y="8539"/>
                </a:lnTo>
                <a:lnTo>
                  <a:pt x="6727" y="8445"/>
                </a:lnTo>
                <a:lnTo>
                  <a:pt x="6903" y="8351"/>
                </a:lnTo>
                <a:lnTo>
                  <a:pt x="7041" y="8305"/>
                </a:lnTo>
                <a:lnTo>
                  <a:pt x="7230" y="8165"/>
                </a:lnTo>
                <a:lnTo>
                  <a:pt x="7406" y="8071"/>
                </a:lnTo>
                <a:lnTo>
                  <a:pt x="7544" y="8023"/>
                </a:lnTo>
                <a:lnTo>
                  <a:pt x="7733" y="7883"/>
                </a:lnTo>
                <a:lnTo>
                  <a:pt x="7909" y="7789"/>
                </a:lnTo>
                <a:lnTo>
                  <a:pt x="8047" y="7743"/>
                </a:lnTo>
                <a:lnTo>
                  <a:pt x="8236" y="7601"/>
                </a:lnTo>
                <a:lnTo>
                  <a:pt x="8424" y="7507"/>
                </a:lnTo>
                <a:lnTo>
                  <a:pt x="8651" y="7413"/>
                </a:lnTo>
                <a:lnTo>
                  <a:pt x="8827" y="7273"/>
                </a:lnTo>
                <a:lnTo>
                  <a:pt x="9053" y="7179"/>
                </a:lnTo>
                <a:lnTo>
                  <a:pt x="9242" y="7038"/>
                </a:lnTo>
                <a:lnTo>
                  <a:pt x="9430" y="6944"/>
                </a:lnTo>
                <a:lnTo>
                  <a:pt x="9568" y="6850"/>
                </a:lnTo>
                <a:lnTo>
                  <a:pt x="9745" y="6756"/>
                </a:lnTo>
                <a:lnTo>
                  <a:pt x="9933" y="6616"/>
                </a:lnTo>
                <a:lnTo>
                  <a:pt x="10071" y="6568"/>
                </a:lnTo>
                <a:lnTo>
                  <a:pt x="10247" y="6476"/>
                </a:lnTo>
                <a:lnTo>
                  <a:pt x="10436" y="6334"/>
                </a:lnTo>
                <a:lnTo>
                  <a:pt x="10574" y="6288"/>
                </a:lnTo>
                <a:lnTo>
                  <a:pt x="10750" y="6146"/>
                </a:lnTo>
                <a:lnTo>
                  <a:pt x="10939" y="6053"/>
                </a:lnTo>
                <a:lnTo>
                  <a:pt x="11077" y="5959"/>
                </a:lnTo>
                <a:lnTo>
                  <a:pt x="11253" y="5865"/>
                </a:lnTo>
                <a:lnTo>
                  <a:pt x="11442" y="5724"/>
                </a:lnTo>
                <a:lnTo>
                  <a:pt x="11580" y="5677"/>
                </a:lnTo>
                <a:lnTo>
                  <a:pt x="11756" y="5537"/>
                </a:lnTo>
                <a:lnTo>
                  <a:pt x="11945" y="5443"/>
                </a:lnTo>
                <a:lnTo>
                  <a:pt x="12083" y="5349"/>
                </a:lnTo>
                <a:lnTo>
                  <a:pt x="12259" y="5255"/>
                </a:lnTo>
                <a:lnTo>
                  <a:pt x="12448" y="5115"/>
                </a:lnTo>
                <a:lnTo>
                  <a:pt x="12586" y="5067"/>
                </a:lnTo>
                <a:lnTo>
                  <a:pt x="12762" y="4927"/>
                </a:lnTo>
                <a:lnTo>
                  <a:pt x="12951" y="4786"/>
                </a:lnTo>
                <a:lnTo>
                  <a:pt x="13089" y="4739"/>
                </a:lnTo>
                <a:lnTo>
                  <a:pt x="13265" y="4598"/>
                </a:lnTo>
                <a:lnTo>
                  <a:pt x="13454" y="4504"/>
                </a:lnTo>
                <a:lnTo>
                  <a:pt x="13592" y="4410"/>
                </a:lnTo>
                <a:lnTo>
                  <a:pt x="13768" y="4270"/>
                </a:lnTo>
                <a:lnTo>
                  <a:pt x="13957" y="4176"/>
                </a:lnTo>
                <a:lnTo>
                  <a:pt x="14095" y="4082"/>
                </a:lnTo>
                <a:lnTo>
                  <a:pt x="14271" y="3988"/>
                </a:lnTo>
                <a:lnTo>
                  <a:pt x="14460" y="3848"/>
                </a:lnTo>
                <a:lnTo>
                  <a:pt x="14598" y="3754"/>
                </a:lnTo>
                <a:lnTo>
                  <a:pt x="14774" y="3660"/>
                </a:lnTo>
                <a:lnTo>
                  <a:pt x="14963" y="3520"/>
                </a:lnTo>
                <a:lnTo>
                  <a:pt x="15101" y="3426"/>
                </a:lnTo>
                <a:lnTo>
                  <a:pt x="15277" y="3284"/>
                </a:lnTo>
                <a:lnTo>
                  <a:pt x="15466" y="3190"/>
                </a:lnTo>
                <a:lnTo>
                  <a:pt x="15604" y="3097"/>
                </a:lnTo>
                <a:lnTo>
                  <a:pt x="15793" y="2956"/>
                </a:lnTo>
                <a:lnTo>
                  <a:pt x="15969" y="2815"/>
                </a:lnTo>
                <a:lnTo>
                  <a:pt x="16107" y="2768"/>
                </a:lnTo>
                <a:lnTo>
                  <a:pt x="16296" y="2627"/>
                </a:lnTo>
                <a:lnTo>
                  <a:pt x="16472" y="2487"/>
                </a:lnTo>
                <a:lnTo>
                  <a:pt x="16610" y="2439"/>
                </a:lnTo>
                <a:lnTo>
                  <a:pt x="16799" y="2299"/>
                </a:lnTo>
                <a:lnTo>
                  <a:pt x="16975" y="2159"/>
                </a:lnTo>
                <a:lnTo>
                  <a:pt x="17113" y="2065"/>
                </a:lnTo>
                <a:lnTo>
                  <a:pt x="17302" y="1923"/>
                </a:lnTo>
                <a:lnTo>
                  <a:pt x="17478" y="1783"/>
                </a:lnTo>
                <a:lnTo>
                  <a:pt x="17616" y="1736"/>
                </a:lnTo>
                <a:lnTo>
                  <a:pt x="17805" y="1595"/>
                </a:lnTo>
                <a:lnTo>
                  <a:pt x="17981" y="1454"/>
                </a:lnTo>
                <a:lnTo>
                  <a:pt x="18119" y="1360"/>
                </a:lnTo>
                <a:lnTo>
                  <a:pt x="18308" y="1220"/>
                </a:lnTo>
                <a:lnTo>
                  <a:pt x="18484" y="1078"/>
                </a:lnTo>
                <a:lnTo>
                  <a:pt x="18622" y="1032"/>
                </a:lnTo>
                <a:lnTo>
                  <a:pt x="18811" y="892"/>
                </a:lnTo>
                <a:lnTo>
                  <a:pt x="18987" y="750"/>
                </a:lnTo>
                <a:lnTo>
                  <a:pt x="19125" y="656"/>
                </a:lnTo>
                <a:lnTo>
                  <a:pt x="19313" y="516"/>
                </a:lnTo>
                <a:lnTo>
                  <a:pt x="19490" y="375"/>
                </a:lnTo>
                <a:lnTo>
                  <a:pt x="19628" y="281"/>
                </a:lnTo>
                <a:lnTo>
                  <a:pt x="19816" y="141"/>
                </a:lnTo>
                <a:lnTo>
                  <a:pt x="19992" y="0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616722" y="4512707"/>
            <a:ext cx="20055" cy="17594"/>
          </a:xfrm>
          <a:custGeom>
            <a:avLst/>
            <a:gdLst/>
            <a:ahLst/>
            <a:cxnLst/>
            <a:rect l="l" t="t" r="r" b="b"/>
            <a:pathLst>
              <a:path w="20055" h="17594">
                <a:moveTo>
                  <a:pt x="0" y="17594"/>
                </a:moveTo>
                <a:lnTo>
                  <a:pt x="138" y="17500"/>
                </a:lnTo>
                <a:lnTo>
                  <a:pt x="326" y="17360"/>
                </a:lnTo>
                <a:lnTo>
                  <a:pt x="502" y="17220"/>
                </a:lnTo>
                <a:lnTo>
                  <a:pt x="641" y="17126"/>
                </a:lnTo>
                <a:lnTo>
                  <a:pt x="829" y="16984"/>
                </a:lnTo>
                <a:lnTo>
                  <a:pt x="1005" y="16844"/>
                </a:lnTo>
                <a:lnTo>
                  <a:pt x="1144" y="16750"/>
                </a:lnTo>
                <a:lnTo>
                  <a:pt x="1332" y="16609"/>
                </a:lnTo>
                <a:lnTo>
                  <a:pt x="1508" y="16469"/>
                </a:lnTo>
                <a:lnTo>
                  <a:pt x="1647" y="16375"/>
                </a:lnTo>
                <a:lnTo>
                  <a:pt x="1835" y="16234"/>
                </a:lnTo>
                <a:lnTo>
                  <a:pt x="2024" y="16093"/>
                </a:lnTo>
                <a:lnTo>
                  <a:pt x="2250" y="15953"/>
                </a:lnTo>
                <a:lnTo>
                  <a:pt x="2426" y="15765"/>
                </a:lnTo>
                <a:lnTo>
                  <a:pt x="2653" y="15625"/>
                </a:lnTo>
                <a:lnTo>
                  <a:pt x="2841" y="15483"/>
                </a:lnTo>
                <a:lnTo>
                  <a:pt x="3030" y="15295"/>
                </a:lnTo>
                <a:lnTo>
                  <a:pt x="3168" y="15249"/>
                </a:lnTo>
                <a:lnTo>
                  <a:pt x="3344" y="15061"/>
                </a:lnTo>
                <a:lnTo>
                  <a:pt x="3533" y="14920"/>
                </a:lnTo>
                <a:lnTo>
                  <a:pt x="3671" y="14826"/>
                </a:lnTo>
                <a:lnTo>
                  <a:pt x="3847" y="14686"/>
                </a:lnTo>
                <a:lnTo>
                  <a:pt x="4036" y="14498"/>
                </a:lnTo>
                <a:lnTo>
                  <a:pt x="4174" y="14450"/>
                </a:lnTo>
                <a:lnTo>
                  <a:pt x="4350" y="14264"/>
                </a:lnTo>
                <a:lnTo>
                  <a:pt x="4539" y="14122"/>
                </a:lnTo>
                <a:lnTo>
                  <a:pt x="4677" y="14028"/>
                </a:lnTo>
                <a:lnTo>
                  <a:pt x="4853" y="13888"/>
                </a:lnTo>
                <a:lnTo>
                  <a:pt x="5042" y="13700"/>
                </a:lnTo>
                <a:lnTo>
                  <a:pt x="5180" y="13653"/>
                </a:lnTo>
                <a:lnTo>
                  <a:pt x="5356" y="13465"/>
                </a:lnTo>
                <a:lnTo>
                  <a:pt x="5545" y="13325"/>
                </a:lnTo>
                <a:lnTo>
                  <a:pt x="5683" y="13231"/>
                </a:lnTo>
                <a:lnTo>
                  <a:pt x="5859" y="13043"/>
                </a:lnTo>
                <a:lnTo>
                  <a:pt x="6048" y="12903"/>
                </a:lnTo>
                <a:lnTo>
                  <a:pt x="6186" y="12809"/>
                </a:lnTo>
                <a:lnTo>
                  <a:pt x="6362" y="12668"/>
                </a:lnTo>
                <a:lnTo>
                  <a:pt x="6551" y="12480"/>
                </a:lnTo>
                <a:lnTo>
                  <a:pt x="6689" y="12387"/>
                </a:lnTo>
                <a:lnTo>
                  <a:pt x="6865" y="12246"/>
                </a:lnTo>
                <a:lnTo>
                  <a:pt x="7054" y="12058"/>
                </a:lnTo>
                <a:lnTo>
                  <a:pt x="7192" y="11964"/>
                </a:lnTo>
                <a:lnTo>
                  <a:pt x="7368" y="11824"/>
                </a:lnTo>
                <a:lnTo>
                  <a:pt x="7557" y="11636"/>
                </a:lnTo>
                <a:lnTo>
                  <a:pt x="7695" y="11542"/>
                </a:lnTo>
                <a:lnTo>
                  <a:pt x="7871" y="11402"/>
                </a:lnTo>
                <a:lnTo>
                  <a:pt x="8060" y="11214"/>
                </a:lnTo>
                <a:lnTo>
                  <a:pt x="8198" y="11120"/>
                </a:lnTo>
                <a:lnTo>
                  <a:pt x="8374" y="10979"/>
                </a:lnTo>
                <a:lnTo>
                  <a:pt x="8563" y="10791"/>
                </a:lnTo>
                <a:lnTo>
                  <a:pt x="8701" y="10697"/>
                </a:lnTo>
                <a:lnTo>
                  <a:pt x="8877" y="10509"/>
                </a:lnTo>
                <a:lnTo>
                  <a:pt x="9066" y="10369"/>
                </a:lnTo>
                <a:lnTo>
                  <a:pt x="9204" y="10275"/>
                </a:lnTo>
                <a:lnTo>
                  <a:pt x="9392" y="10087"/>
                </a:lnTo>
                <a:lnTo>
                  <a:pt x="9568" y="9899"/>
                </a:lnTo>
                <a:lnTo>
                  <a:pt x="9707" y="9805"/>
                </a:lnTo>
                <a:lnTo>
                  <a:pt x="9895" y="9665"/>
                </a:lnTo>
                <a:lnTo>
                  <a:pt x="10071" y="9477"/>
                </a:lnTo>
                <a:lnTo>
                  <a:pt x="10210" y="9383"/>
                </a:lnTo>
                <a:lnTo>
                  <a:pt x="10398" y="9196"/>
                </a:lnTo>
                <a:lnTo>
                  <a:pt x="10574" y="9008"/>
                </a:lnTo>
                <a:lnTo>
                  <a:pt x="10713" y="8960"/>
                </a:lnTo>
                <a:lnTo>
                  <a:pt x="10901" y="8774"/>
                </a:lnTo>
                <a:lnTo>
                  <a:pt x="11077" y="8586"/>
                </a:lnTo>
                <a:lnTo>
                  <a:pt x="11216" y="8492"/>
                </a:lnTo>
                <a:lnTo>
                  <a:pt x="11404" y="8304"/>
                </a:lnTo>
                <a:lnTo>
                  <a:pt x="11580" y="8116"/>
                </a:lnTo>
                <a:lnTo>
                  <a:pt x="11719" y="8023"/>
                </a:lnTo>
                <a:lnTo>
                  <a:pt x="11907" y="7835"/>
                </a:lnTo>
                <a:lnTo>
                  <a:pt x="12083" y="7694"/>
                </a:lnTo>
                <a:lnTo>
                  <a:pt x="12222" y="7601"/>
                </a:lnTo>
                <a:lnTo>
                  <a:pt x="12410" y="7413"/>
                </a:lnTo>
                <a:lnTo>
                  <a:pt x="12586" y="7225"/>
                </a:lnTo>
                <a:lnTo>
                  <a:pt x="12725" y="7131"/>
                </a:lnTo>
                <a:lnTo>
                  <a:pt x="12913" y="6943"/>
                </a:lnTo>
                <a:lnTo>
                  <a:pt x="13089" y="6756"/>
                </a:lnTo>
                <a:lnTo>
                  <a:pt x="13228" y="6662"/>
                </a:lnTo>
                <a:lnTo>
                  <a:pt x="13416" y="6474"/>
                </a:lnTo>
                <a:lnTo>
                  <a:pt x="13592" y="6286"/>
                </a:lnTo>
                <a:lnTo>
                  <a:pt x="13731" y="6192"/>
                </a:lnTo>
                <a:lnTo>
                  <a:pt x="13919" y="6004"/>
                </a:lnTo>
                <a:lnTo>
                  <a:pt x="14095" y="5818"/>
                </a:lnTo>
                <a:lnTo>
                  <a:pt x="14234" y="5724"/>
                </a:lnTo>
                <a:lnTo>
                  <a:pt x="14422" y="5536"/>
                </a:lnTo>
                <a:lnTo>
                  <a:pt x="14598" y="5348"/>
                </a:lnTo>
                <a:lnTo>
                  <a:pt x="14736" y="5254"/>
                </a:lnTo>
                <a:lnTo>
                  <a:pt x="14925" y="5067"/>
                </a:lnTo>
                <a:lnTo>
                  <a:pt x="15101" y="4879"/>
                </a:lnTo>
                <a:lnTo>
                  <a:pt x="15239" y="4785"/>
                </a:lnTo>
                <a:lnTo>
                  <a:pt x="15428" y="4597"/>
                </a:lnTo>
                <a:lnTo>
                  <a:pt x="15617" y="4409"/>
                </a:lnTo>
                <a:lnTo>
                  <a:pt x="15742" y="4269"/>
                </a:lnTo>
                <a:lnTo>
                  <a:pt x="15931" y="4081"/>
                </a:lnTo>
                <a:lnTo>
                  <a:pt x="16120" y="3893"/>
                </a:lnTo>
                <a:lnTo>
                  <a:pt x="16346" y="3706"/>
                </a:lnTo>
                <a:lnTo>
                  <a:pt x="16522" y="3518"/>
                </a:lnTo>
                <a:lnTo>
                  <a:pt x="16761" y="3330"/>
                </a:lnTo>
                <a:lnTo>
                  <a:pt x="16937" y="3142"/>
                </a:lnTo>
                <a:lnTo>
                  <a:pt x="17025" y="3002"/>
                </a:lnTo>
                <a:lnTo>
                  <a:pt x="17264" y="2814"/>
                </a:lnTo>
                <a:lnTo>
                  <a:pt x="17440" y="2626"/>
                </a:lnTo>
                <a:lnTo>
                  <a:pt x="17629" y="2439"/>
                </a:lnTo>
                <a:lnTo>
                  <a:pt x="17767" y="2345"/>
                </a:lnTo>
                <a:lnTo>
                  <a:pt x="17943" y="2157"/>
                </a:lnTo>
                <a:lnTo>
                  <a:pt x="18031" y="2017"/>
                </a:lnTo>
                <a:lnTo>
                  <a:pt x="18270" y="1829"/>
                </a:lnTo>
                <a:lnTo>
                  <a:pt x="18446" y="1641"/>
                </a:lnTo>
                <a:lnTo>
                  <a:pt x="18634" y="1453"/>
                </a:lnTo>
                <a:lnTo>
                  <a:pt x="18773" y="1313"/>
                </a:lnTo>
                <a:lnTo>
                  <a:pt x="18949" y="1125"/>
                </a:lnTo>
                <a:lnTo>
                  <a:pt x="19137" y="937"/>
                </a:lnTo>
                <a:lnTo>
                  <a:pt x="19276" y="844"/>
                </a:lnTo>
                <a:lnTo>
                  <a:pt x="19364" y="702"/>
                </a:lnTo>
                <a:lnTo>
                  <a:pt x="19552" y="514"/>
                </a:lnTo>
                <a:lnTo>
                  <a:pt x="19779" y="328"/>
                </a:lnTo>
                <a:lnTo>
                  <a:pt x="19955" y="92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636778" y="4489573"/>
            <a:ext cx="20043" cy="23133"/>
          </a:xfrm>
          <a:custGeom>
            <a:avLst/>
            <a:gdLst/>
            <a:ahLst/>
            <a:cxnLst/>
            <a:rect l="l" t="t" r="r" b="b"/>
            <a:pathLst>
              <a:path w="20043" h="23133">
                <a:moveTo>
                  <a:pt x="0" y="23133"/>
                </a:moveTo>
                <a:lnTo>
                  <a:pt x="226" y="22945"/>
                </a:lnTo>
                <a:lnTo>
                  <a:pt x="402" y="22711"/>
                </a:lnTo>
                <a:lnTo>
                  <a:pt x="641" y="22523"/>
                </a:lnTo>
                <a:lnTo>
                  <a:pt x="817" y="22335"/>
                </a:lnTo>
                <a:lnTo>
                  <a:pt x="905" y="22195"/>
                </a:lnTo>
                <a:lnTo>
                  <a:pt x="1144" y="22007"/>
                </a:lnTo>
                <a:lnTo>
                  <a:pt x="1320" y="21819"/>
                </a:lnTo>
                <a:lnTo>
                  <a:pt x="1408" y="21678"/>
                </a:lnTo>
                <a:lnTo>
                  <a:pt x="1647" y="21490"/>
                </a:lnTo>
                <a:lnTo>
                  <a:pt x="1823" y="21256"/>
                </a:lnTo>
                <a:lnTo>
                  <a:pt x="2011" y="21068"/>
                </a:lnTo>
                <a:lnTo>
                  <a:pt x="2150" y="20974"/>
                </a:lnTo>
                <a:lnTo>
                  <a:pt x="2238" y="20834"/>
                </a:lnTo>
                <a:lnTo>
                  <a:pt x="2414" y="20646"/>
                </a:lnTo>
                <a:lnTo>
                  <a:pt x="2653" y="20411"/>
                </a:lnTo>
                <a:lnTo>
                  <a:pt x="2829" y="20223"/>
                </a:lnTo>
                <a:lnTo>
                  <a:pt x="3017" y="19989"/>
                </a:lnTo>
                <a:lnTo>
                  <a:pt x="3156" y="19895"/>
                </a:lnTo>
                <a:lnTo>
                  <a:pt x="3332" y="19661"/>
                </a:lnTo>
                <a:lnTo>
                  <a:pt x="3520" y="19473"/>
                </a:lnTo>
                <a:lnTo>
                  <a:pt x="3659" y="19379"/>
                </a:lnTo>
                <a:lnTo>
                  <a:pt x="3747" y="19239"/>
                </a:lnTo>
                <a:lnTo>
                  <a:pt x="3935" y="19051"/>
                </a:lnTo>
                <a:lnTo>
                  <a:pt x="4023" y="18910"/>
                </a:lnTo>
                <a:lnTo>
                  <a:pt x="4162" y="18816"/>
                </a:lnTo>
                <a:lnTo>
                  <a:pt x="4338" y="18581"/>
                </a:lnTo>
                <a:lnTo>
                  <a:pt x="4526" y="18394"/>
                </a:lnTo>
                <a:lnTo>
                  <a:pt x="4665" y="18252"/>
                </a:lnTo>
                <a:lnTo>
                  <a:pt x="4841" y="18066"/>
                </a:lnTo>
                <a:lnTo>
                  <a:pt x="5029" y="17830"/>
                </a:lnTo>
                <a:lnTo>
                  <a:pt x="5167" y="17736"/>
                </a:lnTo>
                <a:lnTo>
                  <a:pt x="5256" y="17596"/>
                </a:lnTo>
                <a:lnTo>
                  <a:pt x="5444" y="17408"/>
                </a:lnTo>
                <a:lnTo>
                  <a:pt x="5532" y="17267"/>
                </a:lnTo>
                <a:lnTo>
                  <a:pt x="5670" y="17173"/>
                </a:lnTo>
                <a:lnTo>
                  <a:pt x="5847" y="16939"/>
                </a:lnTo>
                <a:lnTo>
                  <a:pt x="6035" y="16751"/>
                </a:lnTo>
                <a:lnTo>
                  <a:pt x="6173" y="16611"/>
                </a:lnTo>
                <a:lnTo>
                  <a:pt x="6349" y="16423"/>
                </a:lnTo>
                <a:lnTo>
                  <a:pt x="6450" y="16282"/>
                </a:lnTo>
                <a:lnTo>
                  <a:pt x="6676" y="16047"/>
                </a:lnTo>
                <a:lnTo>
                  <a:pt x="6865" y="15860"/>
                </a:lnTo>
                <a:lnTo>
                  <a:pt x="6953" y="15719"/>
                </a:lnTo>
                <a:lnTo>
                  <a:pt x="7179" y="15484"/>
                </a:lnTo>
                <a:lnTo>
                  <a:pt x="7368" y="15296"/>
                </a:lnTo>
                <a:lnTo>
                  <a:pt x="7456" y="15156"/>
                </a:lnTo>
                <a:lnTo>
                  <a:pt x="7682" y="14922"/>
                </a:lnTo>
                <a:lnTo>
                  <a:pt x="7871" y="14734"/>
                </a:lnTo>
                <a:lnTo>
                  <a:pt x="7959" y="14593"/>
                </a:lnTo>
                <a:lnTo>
                  <a:pt x="8185" y="14358"/>
                </a:lnTo>
                <a:lnTo>
                  <a:pt x="8374" y="14123"/>
                </a:lnTo>
                <a:lnTo>
                  <a:pt x="8550" y="13935"/>
                </a:lnTo>
                <a:lnTo>
                  <a:pt x="8688" y="13795"/>
                </a:lnTo>
                <a:lnTo>
                  <a:pt x="8877" y="13561"/>
                </a:lnTo>
                <a:lnTo>
                  <a:pt x="9053" y="13326"/>
                </a:lnTo>
                <a:lnTo>
                  <a:pt x="9191" y="13232"/>
                </a:lnTo>
                <a:lnTo>
                  <a:pt x="9279" y="13091"/>
                </a:lnTo>
                <a:lnTo>
                  <a:pt x="9468" y="12904"/>
                </a:lnTo>
                <a:lnTo>
                  <a:pt x="9556" y="12762"/>
                </a:lnTo>
                <a:lnTo>
                  <a:pt x="9694" y="12668"/>
                </a:lnTo>
                <a:lnTo>
                  <a:pt x="9782" y="12528"/>
                </a:lnTo>
                <a:lnTo>
                  <a:pt x="9971" y="12294"/>
                </a:lnTo>
                <a:lnTo>
                  <a:pt x="10197" y="12059"/>
                </a:lnTo>
                <a:lnTo>
                  <a:pt x="10386" y="11824"/>
                </a:lnTo>
                <a:lnTo>
                  <a:pt x="10562" y="11590"/>
                </a:lnTo>
                <a:lnTo>
                  <a:pt x="10700" y="11496"/>
                </a:lnTo>
                <a:lnTo>
                  <a:pt x="10801" y="11355"/>
                </a:lnTo>
                <a:lnTo>
                  <a:pt x="10977" y="11121"/>
                </a:lnTo>
                <a:lnTo>
                  <a:pt x="11203" y="10887"/>
                </a:lnTo>
                <a:lnTo>
                  <a:pt x="11392" y="10651"/>
                </a:lnTo>
                <a:lnTo>
                  <a:pt x="11568" y="10417"/>
                </a:lnTo>
                <a:lnTo>
                  <a:pt x="11706" y="10323"/>
                </a:lnTo>
                <a:lnTo>
                  <a:pt x="11807" y="10182"/>
                </a:lnTo>
                <a:lnTo>
                  <a:pt x="11983" y="9948"/>
                </a:lnTo>
                <a:lnTo>
                  <a:pt x="12071" y="9806"/>
                </a:lnTo>
                <a:lnTo>
                  <a:pt x="12209" y="9712"/>
                </a:lnTo>
                <a:lnTo>
                  <a:pt x="12310" y="9572"/>
                </a:lnTo>
                <a:lnTo>
                  <a:pt x="12486" y="9338"/>
                </a:lnTo>
                <a:lnTo>
                  <a:pt x="12712" y="9103"/>
                </a:lnTo>
                <a:lnTo>
                  <a:pt x="12901" y="8868"/>
                </a:lnTo>
                <a:lnTo>
                  <a:pt x="12989" y="8727"/>
                </a:lnTo>
                <a:lnTo>
                  <a:pt x="13215" y="8493"/>
                </a:lnTo>
                <a:lnTo>
                  <a:pt x="13404" y="8259"/>
                </a:lnTo>
                <a:lnTo>
                  <a:pt x="13592" y="8023"/>
                </a:lnTo>
                <a:lnTo>
                  <a:pt x="13718" y="7883"/>
                </a:lnTo>
                <a:lnTo>
                  <a:pt x="13907" y="7649"/>
                </a:lnTo>
                <a:lnTo>
                  <a:pt x="14095" y="7414"/>
                </a:lnTo>
                <a:lnTo>
                  <a:pt x="14234" y="7273"/>
                </a:lnTo>
                <a:lnTo>
                  <a:pt x="14410" y="7038"/>
                </a:lnTo>
                <a:lnTo>
                  <a:pt x="14598" y="6804"/>
                </a:lnTo>
                <a:lnTo>
                  <a:pt x="14736" y="6664"/>
                </a:lnTo>
                <a:lnTo>
                  <a:pt x="14913" y="6428"/>
                </a:lnTo>
                <a:lnTo>
                  <a:pt x="15101" y="6194"/>
                </a:lnTo>
                <a:lnTo>
                  <a:pt x="15239" y="6053"/>
                </a:lnTo>
                <a:lnTo>
                  <a:pt x="15415" y="5819"/>
                </a:lnTo>
                <a:lnTo>
                  <a:pt x="15503" y="5677"/>
                </a:lnTo>
                <a:lnTo>
                  <a:pt x="15742" y="5443"/>
                </a:lnTo>
                <a:lnTo>
                  <a:pt x="15918" y="5209"/>
                </a:lnTo>
                <a:lnTo>
                  <a:pt x="16006" y="5067"/>
                </a:lnTo>
                <a:lnTo>
                  <a:pt x="16245" y="4833"/>
                </a:lnTo>
                <a:lnTo>
                  <a:pt x="16333" y="4692"/>
                </a:lnTo>
                <a:lnTo>
                  <a:pt x="16522" y="4458"/>
                </a:lnTo>
                <a:lnTo>
                  <a:pt x="16610" y="4316"/>
                </a:lnTo>
                <a:lnTo>
                  <a:pt x="16748" y="4222"/>
                </a:lnTo>
                <a:lnTo>
                  <a:pt x="16836" y="4082"/>
                </a:lnTo>
                <a:lnTo>
                  <a:pt x="16924" y="3942"/>
                </a:lnTo>
                <a:lnTo>
                  <a:pt x="17113" y="3707"/>
                </a:lnTo>
                <a:lnTo>
                  <a:pt x="17251" y="3566"/>
                </a:lnTo>
                <a:lnTo>
                  <a:pt x="17339" y="3426"/>
                </a:lnTo>
                <a:lnTo>
                  <a:pt x="17528" y="3191"/>
                </a:lnTo>
                <a:lnTo>
                  <a:pt x="17616" y="3050"/>
                </a:lnTo>
                <a:lnTo>
                  <a:pt x="17754" y="2956"/>
                </a:lnTo>
                <a:lnTo>
                  <a:pt x="17842" y="2815"/>
                </a:lnTo>
                <a:lnTo>
                  <a:pt x="17930" y="2675"/>
                </a:lnTo>
                <a:lnTo>
                  <a:pt x="18119" y="2441"/>
                </a:lnTo>
                <a:lnTo>
                  <a:pt x="18257" y="2299"/>
                </a:lnTo>
                <a:lnTo>
                  <a:pt x="18345" y="2159"/>
                </a:lnTo>
                <a:lnTo>
                  <a:pt x="18534" y="1924"/>
                </a:lnTo>
                <a:lnTo>
                  <a:pt x="18622" y="1783"/>
                </a:lnTo>
                <a:lnTo>
                  <a:pt x="18760" y="1689"/>
                </a:lnTo>
                <a:lnTo>
                  <a:pt x="18848" y="1548"/>
                </a:lnTo>
                <a:lnTo>
                  <a:pt x="18936" y="1408"/>
                </a:lnTo>
                <a:lnTo>
                  <a:pt x="19037" y="1266"/>
                </a:lnTo>
                <a:lnTo>
                  <a:pt x="19263" y="1032"/>
                </a:lnTo>
                <a:lnTo>
                  <a:pt x="19351" y="892"/>
                </a:lnTo>
                <a:lnTo>
                  <a:pt x="19439" y="751"/>
                </a:lnTo>
                <a:lnTo>
                  <a:pt x="19628" y="516"/>
                </a:lnTo>
                <a:lnTo>
                  <a:pt x="19766" y="375"/>
                </a:lnTo>
                <a:lnTo>
                  <a:pt x="19854" y="235"/>
                </a:lnTo>
                <a:lnTo>
                  <a:pt x="20043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656821" y="4461186"/>
            <a:ext cx="20043" cy="28386"/>
          </a:xfrm>
          <a:custGeom>
            <a:avLst/>
            <a:gdLst/>
            <a:ahLst/>
            <a:cxnLst/>
            <a:rect l="l" t="t" r="r" b="b"/>
            <a:pathLst>
              <a:path w="20043" h="28386">
                <a:moveTo>
                  <a:pt x="0" y="28386"/>
                </a:moveTo>
                <a:lnTo>
                  <a:pt x="88" y="28246"/>
                </a:lnTo>
                <a:lnTo>
                  <a:pt x="226" y="28106"/>
                </a:lnTo>
                <a:lnTo>
                  <a:pt x="414" y="27871"/>
                </a:lnTo>
                <a:lnTo>
                  <a:pt x="502" y="27730"/>
                </a:lnTo>
                <a:lnTo>
                  <a:pt x="590" y="27589"/>
                </a:lnTo>
                <a:lnTo>
                  <a:pt x="729" y="27449"/>
                </a:lnTo>
                <a:lnTo>
                  <a:pt x="817" y="27355"/>
                </a:lnTo>
                <a:lnTo>
                  <a:pt x="917" y="27213"/>
                </a:lnTo>
                <a:lnTo>
                  <a:pt x="1005" y="27073"/>
                </a:lnTo>
                <a:lnTo>
                  <a:pt x="1093" y="26933"/>
                </a:lnTo>
                <a:lnTo>
                  <a:pt x="1232" y="26791"/>
                </a:lnTo>
                <a:lnTo>
                  <a:pt x="1420" y="26557"/>
                </a:lnTo>
                <a:lnTo>
                  <a:pt x="1508" y="26416"/>
                </a:lnTo>
                <a:lnTo>
                  <a:pt x="1596" y="26275"/>
                </a:lnTo>
                <a:lnTo>
                  <a:pt x="1735" y="26134"/>
                </a:lnTo>
                <a:lnTo>
                  <a:pt x="1923" y="25900"/>
                </a:lnTo>
                <a:lnTo>
                  <a:pt x="2011" y="25760"/>
                </a:lnTo>
                <a:lnTo>
                  <a:pt x="2099" y="25618"/>
                </a:lnTo>
                <a:lnTo>
                  <a:pt x="2238" y="25478"/>
                </a:lnTo>
                <a:lnTo>
                  <a:pt x="2426" y="25243"/>
                </a:lnTo>
                <a:lnTo>
                  <a:pt x="2514" y="25102"/>
                </a:lnTo>
                <a:lnTo>
                  <a:pt x="2602" y="24961"/>
                </a:lnTo>
                <a:lnTo>
                  <a:pt x="2741" y="24821"/>
                </a:lnTo>
                <a:lnTo>
                  <a:pt x="2829" y="24680"/>
                </a:lnTo>
                <a:lnTo>
                  <a:pt x="2929" y="24539"/>
                </a:lnTo>
                <a:lnTo>
                  <a:pt x="3105" y="24305"/>
                </a:lnTo>
                <a:lnTo>
                  <a:pt x="3244" y="24163"/>
                </a:lnTo>
                <a:lnTo>
                  <a:pt x="3332" y="24023"/>
                </a:lnTo>
                <a:lnTo>
                  <a:pt x="3432" y="23883"/>
                </a:lnTo>
                <a:lnTo>
                  <a:pt x="3520" y="23741"/>
                </a:lnTo>
                <a:lnTo>
                  <a:pt x="3608" y="23601"/>
                </a:lnTo>
                <a:lnTo>
                  <a:pt x="3747" y="23507"/>
                </a:lnTo>
                <a:lnTo>
                  <a:pt x="3835" y="23366"/>
                </a:lnTo>
                <a:lnTo>
                  <a:pt x="3935" y="23226"/>
                </a:lnTo>
                <a:lnTo>
                  <a:pt x="4023" y="23084"/>
                </a:lnTo>
                <a:lnTo>
                  <a:pt x="4111" y="22944"/>
                </a:lnTo>
                <a:lnTo>
                  <a:pt x="4250" y="22804"/>
                </a:lnTo>
                <a:lnTo>
                  <a:pt x="4350" y="22662"/>
                </a:lnTo>
                <a:lnTo>
                  <a:pt x="4438" y="22522"/>
                </a:lnTo>
                <a:lnTo>
                  <a:pt x="4614" y="22287"/>
                </a:lnTo>
                <a:lnTo>
                  <a:pt x="4753" y="22146"/>
                </a:lnTo>
                <a:lnTo>
                  <a:pt x="4853" y="22005"/>
                </a:lnTo>
                <a:lnTo>
                  <a:pt x="4941" y="21865"/>
                </a:lnTo>
                <a:lnTo>
                  <a:pt x="5029" y="21723"/>
                </a:lnTo>
                <a:lnTo>
                  <a:pt x="5117" y="21583"/>
                </a:lnTo>
                <a:lnTo>
                  <a:pt x="5256" y="21443"/>
                </a:lnTo>
                <a:lnTo>
                  <a:pt x="5356" y="21301"/>
                </a:lnTo>
                <a:lnTo>
                  <a:pt x="5444" y="21161"/>
                </a:lnTo>
                <a:lnTo>
                  <a:pt x="5620" y="20926"/>
                </a:lnTo>
                <a:lnTo>
                  <a:pt x="5758" y="20785"/>
                </a:lnTo>
                <a:lnTo>
                  <a:pt x="5859" y="20645"/>
                </a:lnTo>
                <a:lnTo>
                  <a:pt x="5947" y="20504"/>
                </a:lnTo>
                <a:lnTo>
                  <a:pt x="6035" y="20363"/>
                </a:lnTo>
                <a:lnTo>
                  <a:pt x="6123" y="20222"/>
                </a:lnTo>
                <a:lnTo>
                  <a:pt x="6261" y="20082"/>
                </a:lnTo>
                <a:lnTo>
                  <a:pt x="6362" y="19940"/>
                </a:lnTo>
                <a:lnTo>
                  <a:pt x="6450" y="19800"/>
                </a:lnTo>
                <a:lnTo>
                  <a:pt x="6538" y="19660"/>
                </a:lnTo>
                <a:lnTo>
                  <a:pt x="6639" y="19518"/>
                </a:lnTo>
                <a:lnTo>
                  <a:pt x="6764" y="19378"/>
                </a:lnTo>
                <a:lnTo>
                  <a:pt x="6865" y="19237"/>
                </a:lnTo>
                <a:lnTo>
                  <a:pt x="6953" y="19096"/>
                </a:lnTo>
                <a:lnTo>
                  <a:pt x="7041" y="18955"/>
                </a:lnTo>
                <a:lnTo>
                  <a:pt x="7267" y="18721"/>
                </a:lnTo>
                <a:lnTo>
                  <a:pt x="7368" y="18581"/>
                </a:lnTo>
                <a:lnTo>
                  <a:pt x="7456" y="18439"/>
                </a:lnTo>
                <a:lnTo>
                  <a:pt x="7544" y="18299"/>
                </a:lnTo>
                <a:lnTo>
                  <a:pt x="7645" y="18158"/>
                </a:lnTo>
                <a:lnTo>
                  <a:pt x="7783" y="18017"/>
                </a:lnTo>
                <a:lnTo>
                  <a:pt x="7871" y="17876"/>
                </a:lnTo>
                <a:lnTo>
                  <a:pt x="7959" y="17736"/>
                </a:lnTo>
                <a:lnTo>
                  <a:pt x="8047" y="17594"/>
                </a:lnTo>
                <a:lnTo>
                  <a:pt x="8148" y="17454"/>
                </a:lnTo>
                <a:lnTo>
                  <a:pt x="8286" y="17314"/>
                </a:lnTo>
                <a:lnTo>
                  <a:pt x="8374" y="17172"/>
                </a:lnTo>
                <a:lnTo>
                  <a:pt x="8462" y="17032"/>
                </a:lnTo>
                <a:lnTo>
                  <a:pt x="8550" y="16891"/>
                </a:lnTo>
                <a:lnTo>
                  <a:pt x="8651" y="16750"/>
                </a:lnTo>
                <a:lnTo>
                  <a:pt x="8789" y="16609"/>
                </a:lnTo>
                <a:lnTo>
                  <a:pt x="8877" y="16469"/>
                </a:lnTo>
                <a:lnTo>
                  <a:pt x="8965" y="16328"/>
                </a:lnTo>
                <a:lnTo>
                  <a:pt x="9053" y="16187"/>
                </a:lnTo>
                <a:lnTo>
                  <a:pt x="9154" y="16047"/>
                </a:lnTo>
                <a:lnTo>
                  <a:pt x="9292" y="15905"/>
                </a:lnTo>
                <a:lnTo>
                  <a:pt x="9380" y="15765"/>
                </a:lnTo>
                <a:lnTo>
                  <a:pt x="9468" y="15625"/>
                </a:lnTo>
                <a:lnTo>
                  <a:pt x="9556" y="15483"/>
                </a:lnTo>
                <a:lnTo>
                  <a:pt x="9656" y="15343"/>
                </a:lnTo>
                <a:lnTo>
                  <a:pt x="9795" y="15202"/>
                </a:lnTo>
                <a:lnTo>
                  <a:pt x="9883" y="15061"/>
                </a:lnTo>
                <a:lnTo>
                  <a:pt x="9971" y="14920"/>
                </a:lnTo>
                <a:lnTo>
                  <a:pt x="10059" y="14732"/>
                </a:lnTo>
                <a:lnTo>
                  <a:pt x="10159" y="14592"/>
                </a:lnTo>
                <a:lnTo>
                  <a:pt x="10298" y="14450"/>
                </a:lnTo>
                <a:lnTo>
                  <a:pt x="10386" y="14310"/>
                </a:lnTo>
                <a:lnTo>
                  <a:pt x="10474" y="14170"/>
                </a:lnTo>
                <a:lnTo>
                  <a:pt x="10574" y="14028"/>
                </a:lnTo>
                <a:lnTo>
                  <a:pt x="10662" y="13888"/>
                </a:lnTo>
                <a:lnTo>
                  <a:pt x="10801" y="13747"/>
                </a:lnTo>
                <a:lnTo>
                  <a:pt x="10889" y="13606"/>
                </a:lnTo>
                <a:lnTo>
                  <a:pt x="10977" y="13465"/>
                </a:lnTo>
                <a:lnTo>
                  <a:pt x="11077" y="13325"/>
                </a:lnTo>
                <a:lnTo>
                  <a:pt x="11165" y="13183"/>
                </a:lnTo>
                <a:lnTo>
                  <a:pt x="11304" y="13043"/>
                </a:lnTo>
                <a:lnTo>
                  <a:pt x="11392" y="12903"/>
                </a:lnTo>
                <a:lnTo>
                  <a:pt x="11480" y="12761"/>
                </a:lnTo>
                <a:lnTo>
                  <a:pt x="11580" y="12621"/>
                </a:lnTo>
                <a:lnTo>
                  <a:pt x="11668" y="12433"/>
                </a:lnTo>
                <a:lnTo>
                  <a:pt x="11807" y="12293"/>
                </a:lnTo>
                <a:lnTo>
                  <a:pt x="11895" y="12152"/>
                </a:lnTo>
                <a:lnTo>
                  <a:pt x="11983" y="12011"/>
                </a:lnTo>
                <a:lnTo>
                  <a:pt x="12083" y="11870"/>
                </a:lnTo>
                <a:lnTo>
                  <a:pt x="12171" y="11730"/>
                </a:lnTo>
                <a:lnTo>
                  <a:pt x="12310" y="11588"/>
                </a:lnTo>
                <a:lnTo>
                  <a:pt x="12398" y="11448"/>
                </a:lnTo>
                <a:lnTo>
                  <a:pt x="12486" y="11308"/>
                </a:lnTo>
                <a:lnTo>
                  <a:pt x="12586" y="11166"/>
                </a:lnTo>
                <a:lnTo>
                  <a:pt x="12674" y="11026"/>
                </a:lnTo>
                <a:lnTo>
                  <a:pt x="12813" y="10838"/>
                </a:lnTo>
                <a:lnTo>
                  <a:pt x="12901" y="10697"/>
                </a:lnTo>
                <a:lnTo>
                  <a:pt x="12989" y="10557"/>
                </a:lnTo>
                <a:lnTo>
                  <a:pt x="13089" y="10415"/>
                </a:lnTo>
                <a:lnTo>
                  <a:pt x="13177" y="10275"/>
                </a:lnTo>
                <a:lnTo>
                  <a:pt x="13316" y="10135"/>
                </a:lnTo>
                <a:lnTo>
                  <a:pt x="13404" y="9993"/>
                </a:lnTo>
                <a:lnTo>
                  <a:pt x="13492" y="9853"/>
                </a:lnTo>
                <a:lnTo>
                  <a:pt x="13592" y="9665"/>
                </a:lnTo>
                <a:lnTo>
                  <a:pt x="13680" y="9524"/>
                </a:lnTo>
                <a:lnTo>
                  <a:pt x="13819" y="9383"/>
                </a:lnTo>
                <a:lnTo>
                  <a:pt x="13907" y="9242"/>
                </a:lnTo>
                <a:lnTo>
                  <a:pt x="14007" y="9102"/>
                </a:lnTo>
                <a:lnTo>
                  <a:pt x="14095" y="8960"/>
                </a:lnTo>
                <a:lnTo>
                  <a:pt x="14183" y="8820"/>
                </a:lnTo>
                <a:lnTo>
                  <a:pt x="14322" y="8632"/>
                </a:lnTo>
                <a:lnTo>
                  <a:pt x="14410" y="8492"/>
                </a:lnTo>
                <a:lnTo>
                  <a:pt x="14510" y="8351"/>
                </a:lnTo>
                <a:lnTo>
                  <a:pt x="14598" y="8210"/>
                </a:lnTo>
                <a:lnTo>
                  <a:pt x="14686" y="8070"/>
                </a:lnTo>
                <a:lnTo>
                  <a:pt x="14824" y="7929"/>
                </a:lnTo>
                <a:lnTo>
                  <a:pt x="14913" y="7741"/>
                </a:lnTo>
                <a:lnTo>
                  <a:pt x="15013" y="7601"/>
                </a:lnTo>
                <a:lnTo>
                  <a:pt x="15101" y="7459"/>
                </a:lnTo>
                <a:lnTo>
                  <a:pt x="15189" y="7319"/>
                </a:lnTo>
                <a:lnTo>
                  <a:pt x="15327" y="7179"/>
                </a:lnTo>
                <a:lnTo>
                  <a:pt x="15415" y="7037"/>
                </a:lnTo>
                <a:lnTo>
                  <a:pt x="15516" y="6849"/>
                </a:lnTo>
                <a:lnTo>
                  <a:pt x="15604" y="6709"/>
                </a:lnTo>
                <a:lnTo>
                  <a:pt x="15692" y="6568"/>
                </a:lnTo>
                <a:lnTo>
                  <a:pt x="15830" y="6427"/>
                </a:lnTo>
                <a:lnTo>
                  <a:pt x="15918" y="6286"/>
                </a:lnTo>
                <a:lnTo>
                  <a:pt x="16019" y="6098"/>
                </a:lnTo>
                <a:lnTo>
                  <a:pt x="16107" y="5958"/>
                </a:lnTo>
                <a:lnTo>
                  <a:pt x="16195" y="5818"/>
                </a:lnTo>
                <a:lnTo>
                  <a:pt x="16333" y="5676"/>
                </a:lnTo>
                <a:lnTo>
                  <a:pt x="16421" y="5536"/>
                </a:lnTo>
                <a:lnTo>
                  <a:pt x="16522" y="5348"/>
                </a:lnTo>
                <a:lnTo>
                  <a:pt x="16610" y="5207"/>
                </a:lnTo>
                <a:lnTo>
                  <a:pt x="16698" y="5067"/>
                </a:lnTo>
                <a:lnTo>
                  <a:pt x="16836" y="4925"/>
                </a:lnTo>
                <a:lnTo>
                  <a:pt x="16924" y="4785"/>
                </a:lnTo>
                <a:lnTo>
                  <a:pt x="17025" y="4597"/>
                </a:lnTo>
                <a:lnTo>
                  <a:pt x="17113" y="4457"/>
                </a:lnTo>
                <a:lnTo>
                  <a:pt x="17201" y="4315"/>
                </a:lnTo>
                <a:lnTo>
                  <a:pt x="17339" y="4175"/>
                </a:lnTo>
                <a:lnTo>
                  <a:pt x="17427" y="3987"/>
                </a:lnTo>
                <a:lnTo>
                  <a:pt x="17528" y="3847"/>
                </a:lnTo>
                <a:lnTo>
                  <a:pt x="17616" y="3706"/>
                </a:lnTo>
                <a:lnTo>
                  <a:pt x="17704" y="3565"/>
                </a:lnTo>
                <a:lnTo>
                  <a:pt x="17842" y="3378"/>
                </a:lnTo>
                <a:lnTo>
                  <a:pt x="17943" y="3236"/>
                </a:lnTo>
                <a:lnTo>
                  <a:pt x="18031" y="3096"/>
                </a:lnTo>
                <a:lnTo>
                  <a:pt x="18119" y="2956"/>
                </a:lnTo>
                <a:lnTo>
                  <a:pt x="18207" y="2768"/>
                </a:lnTo>
                <a:lnTo>
                  <a:pt x="18345" y="2626"/>
                </a:lnTo>
                <a:lnTo>
                  <a:pt x="18446" y="2486"/>
                </a:lnTo>
                <a:lnTo>
                  <a:pt x="18534" y="2345"/>
                </a:lnTo>
                <a:lnTo>
                  <a:pt x="18622" y="2157"/>
                </a:lnTo>
                <a:lnTo>
                  <a:pt x="18710" y="2017"/>
                </a:lnTo>
                <a:lnTo>
                  <a:pt x="18848" y="1875"/>
                </a:lnTo>
                <a:lnTo>
                  <a:pt x="18949" y="1735"/>
                </a:lnTo>
                <a:lnTo>
                  <a:pt x="19037" y="1547"/>
                </a:lnTo>
                <a:lnTo>
                  <a:pt x="19125" y="1407"/>
                </a:lnTo>
                <a:lnTo>
                  <a:pt x="19213" y="1266"/>
                </a:lnTo>
                <a:lnTo>
                  <a:pt x="19351" y="1125"/>
                </a:lnTo>
                <a:lnTo>
                  <a:pt x="19452" y="937"/>
                </a:lnTo>
                <a:lnTo>
                  <a:pt x="19540" y="796"/>
                </a:lnTo>
                <a:lnTo>
                  <a:pt x="19628" y="656"/>
                </a:lnTo>
                <a:lnTo>
                  <a:pt x="19716" y="468"/>
                </a:lnTo>
                <a:lnTo>
                  <a:pt x="19854" y="328"/>
                </a:lnTo>
                <a:lnTo>
                  <a:pt x="19955" y="186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676864" y="4428112"/>
            <a:ext cx="20043" cy="33074"/>
          </a:xfrm>
          <a:custGeom>
            <a:avLst/>
            <a:gdLst/>
            <a:ahLst/>
            <a:cxnLst/>
            <a:rect l="l" t="t" r="r" b="b"/>
            <a:pathLst>
              <a:path w="20043" h="33074">
                <a:moveTo>
                  <a:pt x="0" y="33074"/>
                </a:moveTo>
                <a:lnTo>
                  <a:pt x="88" y="32932"/>
                </a:lnTo>
                <a:lnTo>
                  <a:pt x="188" y="32792"/>
                </a:lnTo>
                <a:lnTo>
                  <a:pt x="314" y="32652"/>
                </a:lnTo>
                <a:lnTo>
                  <a:pt x="414" y="32464"/>
                </a:lnTo>
                <a:lnTo>
                  <a:pt x="502" y="32322"/>
                </a:lnTo>
                <a:lnTo>
                  <a:pt x="590" y="32182"/>
                </a:lnTo>
                <a:lnTo>
                  <a:pt x="691" y="31994"/>
                </a:lnTo>
                <a:lnTo>
                  <a:pt x="817" y="31853"/>
                </a:lnTo>
                <a:lnTo>
                  <a:pt x="917" y="31713"/>
                </a:lnTo>
                <a:lnTo>
                  <a:pt x="1005" y="31525"/>
                </a:lnTo>
                <a:lnTo>
                  <a:pt x="1093" y="31385"/>
                </a:lnTo>
                <a:lnTo>
                  <a:pt x="1194" y="31243"/>
                </a:lnTo>
                <a:lnTo>
                  <a:pt x="1332" y="31055"/>
                </a:lnTo>
                <a:lnTo>
                  <a:pt x="1420" y="30915"/>
                </a:lnTo>
                <a:lnTo>
                  <a:pt x="1508" y="30775"/>
                </a:lnTo>
                <a:lnTo>
                  <a:pt x="1596" y="30587"/>
                </a:lnTo>
                <a:lnTo>
                  <a:pt x="1697" y="30446"/>
                </a:lnTo>
                <a:lnTo>
                  <a:pt x="1835" y="30305"/>
                </a:lnTo>
                <a:lnTo>
                  <a:pt x="1923" y="30118"/>
                </a:lnTo>
                <a:lnTo>
                  <a:pt x="2011" y="29976"/>
                </a:lnTo>
                <a:lnTo>
                  <a:pt x="2099" y="29836"/>
                </a:lnTo>
                <a:lnTo>
                  <a:pt x="2200" y="29648"/>
                </a:lnTo>
                <a:lnTo>
                  <a:pt x="2338" y="29508"/>
                </a:lnTo>
                <a:lnTo>
                  <a:pt x="2426" y="29366"/>
                </a:lnTo>
                <a:lnTo>
                  <a:pt x="2514" y="29179"/>
                </a:lnTo>
                <a:lnTo>
                  <a:pt x="2602" y="29038"/>
                </a:lnTo>
                <a:lnTo>
                  <a:pt x="2703" y="28851"/>
                </a:lnTo>
                <a:lnTo>
                  <a:pt x="2841" y="28709"/>
                </a:lnTo>
                <a:lnTo>
                  <a:pt x="2929" y="28569"/>
                </a:lnTo>
                <a:lnTo>
                  <a:pt x="3017" y="28381"/>
                </a:lnTo>
                <a:lnTo>
                  <a:pt x="3105" y="28241"/>
                </a:lnTo>
                <a:lnTo>
                  <a:pt x="3206" y="28099"/>
                </a:lnTo>
                <a:lnTo>
                  <a:pt x="3344" y="27912"/>
                </a:lnTo>
                <a:lnTo>
                  <a:pt x="3432" y="27771"/>
                </a:lnTo>
                <a:lnTo>
                  <a:pt x="3520" y="27584"/>
                </a:lnTo>
                <a:lnTo>
                  <a:pt x="3608" y="27442"/>
                </a:lnTo>
                <a:lnTo>
                  <a:pt x="3709" y="27302"/>
                </a:lnTo>
                <a:lnTo>
                  <a:pt x="3847" y="27114"/>
                </a:lnTo>
                <a:lnTo>
                  <a:pt x="3935" y="26974"/>
                </a:lnTo>
                <a:lnTo>
                  <a:pt x="4023" y="26786"/>
                </a:lnTo>
                <a:lnTo>
                  <a:pt x="4124" y="26646"/>
                </a:lnTo>
                <a:lnTo>
                  <a:pt x="4212" y="26504"/>
                </a:lnTo>
                <a:lnTo>
                  <a:pt x="4350" y="26317"/>
                </a:lnTo>
                <a:lnTo>
                  <a:pt x="4438" y="26176"/>
                </a:lnTo>
                <a:lnTo>
                  <a:pt x="4526" y="25988"/>
                </a:lnTo>
                <a:lnTo>
                  <a:pt x="4627" y="25847"/>
                </a:lnTo>
                <a:lnTo>
                  <a:pt x="4715" y="25707"/>
                </a:lnTo>
                <a:lnTo>
                  <a:pt x="4853" y="25519"/>
                </a:lnTo>
                <a:lnTo>
                  <a:pt x="4941" y="25379"/>
                </a:lnTo>
                <a:lnTo>
                  <a:pt x="5029" y="25191"/>
                </a:lnTo>
                <a:lnTo>
                  <a:pt x="5130" y="25050"/>
                </a:lnTo>
                <a:lnTo>
                  <a:pt x="5218" y="24862"/>
                </a:lnTo>
                <a:lnTo>
                  <a:pt x="5356" y="24721"/>
                </a:lnTo>
                <a:lnTo>
                  <a:pt x="5444" y="24580"/>
                </a:lnTo>
                <a:lnTo>
                  <a:pt x="5532" y="24392"/>
                </a:lnTo>
                <a:lnTo>
                  <a:pt x="5633" y="24256"/>
                </a:lnTo>
                <a:lnTo>
                  <a:pt x="5721" y="24063"/>
                </a:lnTo>
                <a:lnTo>
                  <a:pt x="5859" y="23921"/>
                </a:lnTo>
                <a:lnTo>
                  <a:pt x="5947" y="23741"/>
                </a:lnTo>
                <a:lnTo>
                  <a:pt x="6035" y="23599"/>
                </a:lnTo>
                <a:lnTo>
                  <a:pt x="6136" y="23406"/>
                </a:lnTo>
                <a:lnTo>
                  <a:pt x="6224" y="23265"/>
                </a:lnTo>
                <a:lnTo>
                  <a:pt x="6362" y="23084"/>
                </a:lnTo>
                <a:lnTo>
                  <a:pt x="6450" y="22943"/>
                </a:lnTo>
                <a:lnTo>
                  <a:pt x="6538" y="22801"/>
                </a:lnTo>
                <a:lnTo>
                  <a:pt x="6639" y="22608"/>
                </a:lnTo>
                <a:lnTo>
                  <a:pt x="6727" y="22466"/>
                </a:lnTo>
                <a:lnTo>
                  <a:pt x="6865" y="22286"/>
                </a:lnTo>
                <a:lnTo>
                  <a:pt x="6953" y="22144"/>
                </a:lnTo>
                <a:lnTo>
                  <a:pt x="7041" y="21951"/>
                </a:lnTo>
                <a:lnTo>
                  <a:pt x="7142" y="21810"/>
                </a:lnTo>
                <a:lnTo>
                  <a:pt x="7230" y="21629"/>
                </a:lnTo>
                <a:lnTo>
                  <a:pt x="7368" y="21488"/>
                </a:lnTo>
                <a:lnTo>
                  <a:pt x="7456" y="21295"/>
                </a:lnTo>
                <a:lnTo>
                  <a:pt x="7544" y="21153"/>
                </a:lnTo>
                <a:lnTo>
                  <a:pt x="7645" y="20973"/>
                </a:lnTo>
                <a:lnTo>
                  <a:pt x="7733" y="20831"/>
                </a:lnTo>
                <a:lnTo>
                  <a:pt x="7871" y="20638"/>
                </a:lnTo>
                <a:lnTo>
                  <a:pt x="7959" y="20496"/>
                </a:lnTo>
                <a:lnTo>
                  <a:pt x="8060" y="20316"/>
                </a:lnTo>
                <a:lnTo>
                  <a:pt x="8148" y="20175"/>
                </a:lnTo>
                <a:lnTo>
                  <a:pt x="8236" y="19981"/>
                </a:lnTo>
                <a:lnTo>
                  <a:pt x="8374" y="19840"/>
                </a:lnTo>
                <a:lnTo>
                  <a:pt x="8462" y="19660"/>
                </a:lnTo>
                <a:lnTo>
                  <a:pt x="8563" y="19518"/>
                </a:lnTo>
                <a:lnTo>
                  <a:pt x="8651" y="19325"/>
                </a:lnTo>
                <a:lnTo>
                  <a:pt x="8739" y="19183"/>
                </a:lnTo>
                <a:lnTo>
                  <a:pt x="8877" y="19003"/>
                </a:lnTo>
                <a:lnTo>
                  <a:pt x="8965" y="18861"/>
                </a:lnTo>
                <a:lnTo>
                  <a:pt x="9066" y="18668"/>
                </a:lnTo>
                <a:lnTo>
                  <a:pt x="9154" y="18527"/>
                </a:lnTo>
                <a:lnTo>
                  <a:pt x="9242" y="18346"/>
                </a:lnTo>
                <a:lnTo>
                  <a:pt x="9380" y="18205"/>
                </a:lnTo>
                <a:lnTo>
                  <a:pt x="9468" y="18012"/>
                </a:lnTo>
                <a:lnTo>
                  <a:pt x="9568" y="17818"/>
                </a:lnTo>
                <a:lnTo>
                  <a:pt x="9656" y="17677"/>
                </a:lnTo>
                <a:lnTo>
                  <a:pt x="9745" y="17497"/>
                </a:lnTo>
                <a:lnTo>
                  <a:pt x="9883" y="17355"/>
                </a:lnTo>
                <a:lnTo>
                  <a:pt x="9971" y="17162"/>
                </a:lnTo>
                <a:lnTo>
                  <a:pt x="10071" y="17020"/>
                </a:lnTo>
                <a:lnTo>
                  <a:pt x="10159" y="16840"/>
                </a:lnTo>
                <a:lnTo>
                  <a:pt x="10247" y="16698"/>
                </a:lnTo>
                <a:lnTo>
                  <a:pt x="10386" y="16505"/>
                </a:lnTo>
                <a:lnTo>
                  <a:pt x="10474" y="16364"/>
                </a:lnTo>
                <a:lnTo>
                  <a:pt x="10574" y="16183"/>
                </a:lnTo>
                <a:lnTo>
                  <a:pt x="10662" y="15990"/>
                </a:lnTo>
                <a:lnTo>
                  <a:pt x="10750" y="15849"/>
                </a:lnTo>
                <a:lnTo>
                  <a:pt x="10889" y="15668"/>
                </a:lnTo>
                <a:lnTo>
                  <a:pt x="10977" y="15527"/>
                </a:lnTo>
                <a:lnTo>
                  <a:pt x="11077" y="15334"/>
                </a:lnTo>
                <a:lnTo>
                  <a:pt x="11165" y="15192"/>
                </a:lnTo>
                <a:lnTo>
                  <a:pt x="11253" y="15012"/>
                </a:lnTo>
                <a:lnTo>
                  <a:pt x="11392" y="14819"/>
                </a:lnTo>
                <a:lnTo>
                  <a:pt x="11492" y="14677"/>
                </a:lnTo>
                <a:lnTo>
                  <a:pt x="11580" y="14497"/>
                </a:lnTo>
                <a:lnTo>
                  <a:pt x="11668" y="14355"/>
                </a:lnTo>
                <a:lnTo>
                  <a:pt x="11756" y="14162"/>
                </a:lnTo>
                <a:lnTo>
                  <a:pt x="11895" y="13982"/>
                </a:lnTo>
                <a:lnTo>
                  <a:pt x="11995" y="13840"/>
                </a:lnTo>
                <a:lnTo>
                  <a:pt x="12083" y="13647"/>
                </a:lnTo>
                <a:lnTo>
                  <a:pt x="12171" y="13505"/>
                </a:lnTo>
                <a:lnTo>
                  <a:pt x="12259" y="13325"/>
                </a:lnTo>
                <a:lnTo>
                  <a:pt x="12398" y="13132"/>
                </a:lnTo>
                <a:lnTo>
                  <a:pt x="12498" y="12990"/>
                </a:lnTo>
                <a:lnTo>
                  <a:pt x="12586" y="12797"/>
                </a:lnTo>
                <a:lnTo>
                  <a:pt x="12674" y="12668"/>
                </a:lnTo>
                <a:lnTo>
                  <a:pt x="12762" y="12475"/>
                </a:lnTo>
                <a:lnTo>
                  <a:pt x="12901" y="12282"/>
                </a:lnTo>
                <a:lnTo>
                  <a:pt x="13001" y="12141"/>
                </a:lnTo>
                <a:lnTo>
                  <a:pt x="13089" y="11960"/>
                </a:lnTo>
                <a:lnTo>
                  <a:pt x="13177" y="11819"/>
                </a:lnTo>
                <a:lnTo>
                  <a:pt x="13265" y="11626"/>
                </a:lnTo>
                <a:lnTo>
                  <a:pt x="13404" y="11445"/>
                </a:lnTo>
                <a:lnTo>
                  <a:pt x="13504" y="11304"/>
                </a:lnTo>
                <a:lnTo>
                  <a:pt x="13592" y="11111"/>
                </a:lnTo>
                <a:lnTo>
                  <a:pt x="13680" y="10930"/>
                </a:lnTo>
                <a:lnTo>
                  <a:pt x="13781" y="10789"/>
                </a:lnTo>
                <a:lnTo>
                  <a:pt x="13907" y="10596"/>
                </a:lnTo>
                <a:lnTo>
                  <a:pt x="14007" y="10415"/>
                </a:lnTo>
                <a:lnTo>
                  <a:pt x="14095" y="10274"/>
                </a:lnTo>
                <a:lnTo>
                  <a:pt x="14183" y="10081"/>
                </a:lnTo>
                <a:lnTo>
                  <a:pt x="14284" y="9900"/>
                </a:lnTo>
                <a:lnTo>
                  <a:pt x="14410" y="9759"/>
                </a:lnTo>
                <a:lnTo>
                  <a:pt x="14510" y="9566"/>
                </a:lnTo>
                <a:lnTo>
                  <a:pt x="14598" y="9424"/>
                </a:lnTo>
                <a:lnTo>
                  <a:pt x="14686" y="9231"/>
                </a:lnTo>
                <a:lnTo>
                  <a:pt x="14787" y="9051"/>
                </a:lnTo>
                <a:lnTo>
                  <a:pt x="14913" y="8909"/>
                </a:lnTo>
                <a:lnTo>
                  <a:pt x="15013" y="8716"/>
                </a:lnTo>
                <a:lnTo>
                  <a:pt x="15101" y="8536"/>
                </a:lnTo>
                <a:lnTo>
                  <a:pt x="15189" y="8394"/>
                </a:lnTo>
                <a:lnTo>
                  <a:pt x="15290" y="8201"/>
                </a:lnTo>
                <a:lnTo>
                  <a:pt x="15428" y="8021"/>
                </a:lnTo>
                <a:lnTo>
                  <a:pt x="15516" y="7827"/>
                </a:lnTo>
                <a:lnTo>
                  <a:pt x="15604" y="7686"/>
                </a:lnTo>
                <a:lnTo>
                  <a:pt x="15692" y="7506"/>
                </a:lnTo>
                <a:lnTo>
                  <a:pt x="15793" y="7312"/>
                </a:lnTo>
                <a:lnTo>
                  <a:pt x="15931" y="7171"/>
                </a:lnTo>
                <a:lnTo>
                  <a:pt x="16019" y="6991"/>
                </a:lnTo>
                <a:lnTo>
                  <a:pt x="16107" y="6797"/>
                </a:lnTo>
                <a:lnTo>
                  <a:pt x="16195" y="6656"/>
                </a:lnTo>
                <a:lnTo>
                  <a:pt x="16296" y="6463"/>
                </a:lnTo>
                <a:lnTo>
                  <a:pt x="16434" y="6282"/>
                </a:lnTo>
                <a:lnTo>
                  <a:pt x="16522" y="6141"/>
                </a:lnTo>
                <a:lnTo>
                  <a:pt x="16610" y="5948"/>
                </a:lnTo>
                <a:lnTo>
                  <a:pt x="16698" y="5767"/>
                </a:lnTo>
                <a:lnTo>
                  <a:pt x="16799" y="5574"/>
                </a:lnTo>
                <a:lnTo>
                  <a:pt x="16937" y="5433"/>
                </a:lnTo>
                <a:lnTo>
                  <a:pt x="17025" y="5252"/>
                </a:lnTo>
                <a:lnTo>
                  <a:pt x="17113" y="5059"/>
                </a:lnTo>
                <a:lnTo>
                  <a:pt x="17201" y="4918"/>
                </a:lnTo>
                <a:lnTo>
                  <a:pt x="17302" y="4737"/>
                </a:lnTo>
                <a:lnTo>
                  <a:pt x="17440" y="4544"/>
                </a:lnTo>
                <a:lnTo>
                  <a:pt x="17528" y="4351"/>
                </a:lnTo>
                <a:lnTo>
                  <a:pt x="17616" y="4222"/>
                </a:lnTo>
                <a:lnTo>
                  <a:pt x="17717" y="4029"/>
                </a:lnTo>
                <a:lnTo>
                  <a:pt x="17805" y="3836"/>
                </a:lnTo>
                <a:lnTo>
                  <a:pt x="17943" y="3656"/>
                </a:lnTo>
                <a:lnTo>
                  <a:pt x="18031" y="3514"/>
                </a:lnTo>
                <a:lnTo>
                  <a:pt x="18119" y="3321"/>
                </a:lnTo>
                <a:lnTo>
                  <a:pt x="18220" y="3141"/>
                </a:lnTo>
                <a:lnTo>
                  <a:pt x="18308" y="2999"/>
                </a:lnTo>
                <a:lnTo>
                  <a:pt x="18446" y="2806"/>
                </a:lnTo>
                <a:lnTo>
                  <a:pt x="18534" y="2626"/>
                </a:lnTo>
                <a:lnTo>
                  <a:pt x="18622" y="2433"/>
                </a:lnTo>
                <a:lnTo>
                  <a:pt x="18722" y="2291"/>
                </a:lnTo>
                <a:lnTo>
                  <a:pt x="18811" y="2111"/>
                </a:lnTo>
                <a:lnTo>
                  <a:pt x="18949" y="1918"/>
                </a:lnTo>
                <a:lnTo>
                  <a:pt x="19037" y="1725"/>
                </a:lnTo>
                <a:lnTo>
                  <a:pt x="19125" y="1544"/>
                </a:lnTo>
                <a:lnTo>
                  <a:pt x="19225" y="1403"/>
                </a:lnTo>
                <a:lnTo>
                  <a:pt x="19313" y="1210"/>
                </a:lnTo>
                <a:lnTo>
                  <a:pt x="19452" y="1029"/>
                </a:lnTo>
                <a:lnTo>
                  <a:pt x="19540" y="836"/>
                </a:lnTo>
                <a:lnTo>
                  <a:pt x="19628" y="695"/>
                </a:lnTo>
                <a:lnTo>
                  <a:pt x="19728" y="514"/>
                </a:lnTo>
                <a:lnTo>
                  <a:pt x="19816" y="321"/>
                </a:lnTo>
                <a:lnTo>
                  <a:pt x="19955" y="128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696908" y="4390710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37401"/>
                </a:moveTo>
                <a:lnTo>
                  <a:pt x="88" y="37208"/>
                </a:lnTo>
                <a:lnTo>
                  <a:pt x="188" y="37015"/>
                </a:lnTo>
                <a:lnTo>
                  <a:pt x="276" y="36835"/>
                </a:lnTo>
                <a:lnTo>
                  <a:pt x="414" y="36642"/>
                </a:lnTo>
                <a:lnTo>
                  <a:pt x="502" y="36500"/>
                </a:lnTo>
                <a:lnTo>
                  <a:pt x="590" y="36320"/>
                </a:lnTo>
                <a:lnTo>
                  <a:pt x="691" y="36127"/>
                </a:lnTo>
                <a:lnTo>
                  <a:pt x="779" y="35946"/>
                </a:lnTo>
                <a:lnTo>
                  <a:pt x="917" y="35753"/>
                </a:lnTo>
                <a:lnTo>
                  <a:pt x="1005" y="35612"/>
                </a:lnTo>
                <a:lnTo>
                  <a:pt x="1093" y="35419"/>
                </a:lnTo>
                <a:lnTo>
                  <a:pt x="1194" y="35238"/>
                </a:lnTo>
                <a:lnTo>
                  <a:pt x="1282" y="35045"/>
                </a:lnTo>
                <a:lnTo>
                  <a:pt x="1420" y="34865"/>
                </a:lnTo>
                <a:lnTo>
                  <a:pt x="1508" y="34672"/>
                </a:lnTo>
                <a:lnTo>
                  <a:pt x="1609" y="34530"/>
                </a:lnTo>
                <a:lnTo>
                  <a:pt x="1697" y="34350"/>
                </a:lnTo>
                <a:lnTo>
                  <a:pt x="1785" y="34157"/>
                </a:lnTo>
                <a:lnTo>
                  <a:pt x="1923" y="33964"/>
                </a:lnTo>
                <a:lnTo>
                  <a:pt x="2011" y="33783"/>
                </a:lnTo>
                <a:lnTo>
                  <a:pt x="2112" y="33642"/>
                </a:lnTo>
                <a:lnTo>
                  <a:pt x="2200" y="33449"/>
                </a:lnTo>
                <a:lnTo>
                  <a:pt x="2288" y="33268"/>
                </a:lnTo>
                <a:lnTo>
                  <a:pt x="2426" y="33075"/>
                </a:lnTo>
                <a:lnTo>
                  <a:pt x="2514" y="32895"/>
                </a:lnTo>
                <a:lnTo>
                  <a:pt x="2615" y="32702"/>
                </a:lnTo>
                <a:lnTo>
                  <a:pt x="2703" y="32522"/>
                </a:lnTo>
                <a:lnTo>
                  <a:pt x="2791" y="32380"/>
                </a:lnTo>
                <a:lnTo>
                  <a:pt x="2929" y="32187"/>
                </a:lnTo>
                <a:lnTo>
                  <a:pt x="3017" y="31994"/>
                </a:lnTo>
                <a:lnTo>
                  <a:pt x="3118" y="31814"/>
                </a:lnTo>
                <a:lnTo>
                  <a:pt x="3206" y="31620"/>
                </a:lnTo>
                <a:lnTo>
                  <a:pt x="3294" y="31440"/>
                </a:lnTo>
                <a:lnTo>
                  <a:pt x="3432" y="31299"/>
                </a:lnTo>
                <a:lnTo>
                  <a:pt x="3520" y="31105"/>
                </a:lnTo>
                <a:lnTo>
                  <a:pt x="3621" y="30925"/>
                </a:lnTo>
                <a:lnTo>
                  <a:pt x="3709" y="30732"/>
                </a:lnTo>
                <a:lnTo>
                  <a:pt x="3797" y="30539"/>
                </a:lnTo>
                <a:lnTo>
                  <a:pt x="3935" y="30359"/>
                </a:lnTo>
                <a:lnTo>
                  <a:pt x="4023" y="30166"/>
                </a:lnTo>
                <a:lnTo>
                  <a:pt x="4124" y="29985"/>
                </a:lnTo>
                <a:lnTo>
                  <a:pt x="4212" y="29844"/>
                </a:lnTo>
                <a:lnTo>
                  <a:pt x="4300" y="29651"/>
                </a:lnTo>
                <a:lnTo>
                  <a:pt x="4438" y="29470"/>
                </a:lnTo>
                <a:lnTo>
                  <a:pt x="4526" y="29277"/>
                </a:lnTo>
                <a:lnTo>
                  <a:pt x="4627" y="29084"/>
                </a:lnTo>
                <a:lnTo>
                  <a:pt x="4715" y="28904"/>
                </a:lnTo>
                <a:lnTo>
                  <a:pt x="4803" y="28711"/>
                </a:lnTo>
                <a:lnTo>
                  <a:pt x="4941" y="28530"/>
                </a:lnTo>
                <a:lnTo>
                  <a:pt x="5042" y="28337"/>
                </a:lnTo>
                <a:lnTo>
                  <a:pt x="5130" y="28196"/>
                </a:lnTo>
                <a:lnTo>
                  <a:pt x="5218" y="28015"/>
                </a:lnTo>
                <a:lnTo>
                  <a:pt x="5306" y="27822"/>
                </a:lnTo>
                <a:lnTo>
                  <a:pt x="5444" y="27629"/>
                </a:lnTo>
                <a:lnTo>
                  <a:pt x="5545" y="27449"/>
                </a:lnTo>
                <a:lnTo>
                  <a:pt x="5633" y="27256"/>
                </a:lnTo>
                <a:lnTo>
                  <a:pt x="5721" y="27076"/>
                </a:lnTo>
                <a:lnTo>
                  <a:pt x="5809" y="26882"/>
                </a:lnTo>
                <a:lnTo>
                  <a:pt x="5947" y="26702"/>
                </a:lnTo>
                <a:lnTo>
                  <a:pt x="6048" y="26509"/>
                </a:lnTo>
                <a:lnTo>
                  <a:pt x="6136" y="26316"/>
                </a:lnTo>
                <a:lnTo>
                  <a:pt x="6224" y="26187"/>
                </a:lnTo>
                <a:lnTo>
                  <a:pt x="6312" y="25994"/>
                </a:lnTo>
                <a:lnTo>
                  <a:pt x="6450" y="25801"/>
                </a:lnTo>
                <a:lnTo>
                  <a:pt x="6551" y="25621"/>
                </a:lnTo>
                <a:lnTo>
                  <a:pt x="6639" y="25428"/>
                </a:lnTo>
                <a:lnTo>
                  <a:pt x="6727" y="25247"/>
                </a:lnTo>
                <a:lnTo>
                  <a:pt x="6815" y="25054"/>
                </a:lnTo>
                <a:lnTo>
                  <a:pt x="6953" y="24861"/>
                </a:lnTo>
                <a:lnTo>
                  <a:pt x="7054" y="24681"/>
                </a:lnTo>
                <a:lnTo>
                  <a:pt x="7142" y="24488"/>
                </a:lnTo>
                <a:lnTo>
                  <a:pt x="7230" y="24307"/>
                </a:lnTo>
                <a:lnTo>
                  <a:pt x="7318" y="24114"/>
                </a:lnTo>
                <a:lnTo>
                  <a:pt x="7456" y="23934"/>
                </a:lnTo>
                <a:lnTo>
                  <a:pt x="7557" y="23741"/>
                </a:lnTo>
                <a:lnTo>
                  <a:pt x="7645" y="23548"/>
                </a:lnTo>
                <a:lnTo>
                  <a:pt x="7733" y="23368"/>
                </a:lnTo>
                <a:lnTo>
                  <a:pt x="7833" y="23174"/>
                </a:lnTo>
                <a:lnTo>
                  <a:pt x="7959" y="22994"/>
                </a:lnTo>
                <a:lnTo>
                  <a:pt x="8060" y="22853"/>
                </a:lnTo>
                <a:lnTo>
                  <a:pt x="8148" y="22659"/>
                </a:lnTo>
                <a:lnTo>
                  <a:pt x="8236" y="22479"/>
                </a:lnTo>
                <a:lnTo>
                  <a:pt x="8336" y="22286"/>
                </a:lnTo>
                <a:lnTo>
                  <a:pt x="8462" y="22093"/>
                </a:lnTo>
                <a:lnTo>
                  <a:pt x="8563" y="21913"/>
                </a:lnTo>
                <a:lnTo>
                  <a:pt x="8651" y="21720"/>
                </a:lnTo>
                <a:lnTo>
                  <a:pt x="8739" y="21539"/>
                </a:lnTo>
                <a:lnTo>
                  <a:pt x="8839" y="21346"/>
                </a:lnTo>
                <a:lnTo>
                  <a:pt x="8977" y="21166"/>
                </a:lnTo>
                <a:lnTo>
                  <a:pt x="9065" y="20973"/>
                </a:lnTo>
                <a:lnTo>
                  <a:pt x="9154" y="20780"/>
                </a:lnTo>
                <a:lnTo>
                  <a:pt x="9242" y="20599"/>
                </a:lnTo>
                <a:lnTo>
                  <a:pt x="9342" y="20406"/>
                </a:lnTo>
                <a:lnTo>
                  <a:pt x="9480" y="20226"/>
                </a:lnTo>
                <a:lnTo>
                  <a:pt x="9568" y="20033"/>
                </a:lnTo>
                <a:lnTo>
                  <a:pt x="9656" y="19853"/>
                </a:lnTo>
                <a:lnTo>
                  <a:pt x="9745" y="19660"/>
                </a:lnTo>
                <a:lnTo>
                  <a:pt x="9845" y="19466"/>
                </a:lnTo>
                <a:lnTo>
                  <a:pt x="9983" y="19286"/>
                </a:lnTo>
                <a:lnTo>
                  <a:pt x="10071" y="19093"/>
                </a:lnTo>
                <a:lnTo>
                  <a:pt x="10159" y="18913"/>
                </a:lnTo>
                <a:lnTo>
                  <a:pt x="10247" y="18720"/>
                </a:lnTo>
                <a:lnTo>
                  <a:pt x="10348" y="18527"/>
                </a:lnTo>
                <a:lnTo>
                  <a:pt x="10486" y="18346"/>
                </a:lnTo>
                <a:lnTo>
                  <a:pt x="10574" y="18153"/>
                </a:lnTo>
                <a:lnTo>
                  <a:pt x="10662" y="17973"/>
                </a:lnTo>
                <a:lnTo>
                  <a:pt x="10750" y="17780"/>
                </a:lnTo>
                <a:lnTo>
                  <a:pt x="10851" y="17600"/>
                </a:lnTo>
                <a:lnTo>
                  <a:pt x="10989" y="17406"/>
                </a:lnTo>
                <a:lnTo>
                  <a:pt x="11077" y="17213"/>
                </a:lnTo>
                <a:lnTo>
                  <a:pt x="11165" y="17033"/>
                </a:lnTo>
                <a:lnTo>
                  <a:pt x="11266" y="16840"/>
                </a:lnTo>
                <a:lnTo>
                  <a:pt x="11354" y="16660"/>
                </a:lnTo>
                <a:lnTo>
                  <a:pt x="11492" y="16467"/>
                </a:lnTo>
                <a:lnTo>
                  <a:pt x="11580" y="16286"/>
                </a:lnTo>
                <a:lnTo>
                  <a:pt x="11668" y="16042"/>
                </a:lnTo>
                <a:lnTo>
                  <a:pt x="11769" y="15861"/>
                </a:lnTo>
                <a:lnTo>
                  <a:pt x="11857" y="15668"/>
                </a:lnTo>
                <a:lnTo>
                  <a:pt x="11995" y="15488"/>
                </a:lnTo>
                <a:lnTo>
                  <a:pt x="12083" y="15295"/>
                </a:lnTo>
                <a:lnTo>
                  <a:pt x="12171" y="15102"/>
                </a:lnTo>
                <a:lnTo>
                  <a:pt x="12272" y="14922"/>
                </a:lnTo>
                <a:lnTo>
                  <a:pt x="12360" y="14728"/>
                </a:lnTo>
                <a:lnTo>
                  <a:pt x="12498" y="14548"/>
                </a:lnTo>
                <a:lnTo>
                  <a:pt x="12586" y="14355"/>
                </a:lnTo>
                <a:lnTo>
                  <a:pt x="12674" y="14175"/>
                </a:lnTo>
                <a:lnTo>
                  <a:pt x="12775" y="13982"/>
                </a:lnTo>
                <a:lnTo>
                  <a:pt x="12863" y="13789"/>
                </a:lnTo>
                <a:lnTo>
                  <a:pt x="13001" y="13608"/>
                </a:lnTo>
                <a:lnTo>
                  <a:pt x="13089" y="13415"/>
                </a:lnTo>
                <a:lnTo>
                  <a:pt x="13177" y="13235"/>
                </a:lnTo>
                <a:lnTo>
                  <a:pt x="13278" y="13042"/>
                </a:lnTo>
                <a:lnTo>
                  <a:pt x="13366" y="12810"/>
                </a:lnTo>
                <a:lnTo>
                  <a:pt x="13504" y="12617"/>
                </a:lnTo>
                <a:lnTo>
                  <a:pt x="13592" y="12437"/>
                </a:lnTo>
                <a:lnTo>
                  <a:pt x="13680" y="12244"/>
                </a:lnTo>
                <a:lnTo>
                  <a:pt x="13781" y="12063"/>
                </a:lnTo>
                <a:lnTo>
                  <a:pt x="13869" y="11870"/>
                </a:lnTo>
                <a:lnTo>
                  <a:pt x="14007" y="11677"/>
                </a:lnTo>
                <a:lnTo>
                  <a:pt x="14095" y="11497"/>
                </a:lnTo>
                <a:lnTo>
                  <a:pt x="14183" y="11304"/>
                </a:lnTo>
                <a:lnTo>
                  <a:pt x="14284" y="11123"/>
                </a:lnTo>
                <a:lnTo>
                  <a:pt x="14372" y="10930"/>
                </a:lnTo>
                <a:lnTo>
                  <a:pt x="14510" y="10737"/>
                </a:lnTo>
                <a:lnTo>
                  <a:pt x="14598" y="10505"/>
                </a:lnTo>
                <a:lnTo>
                  <a:pt x="14686" y="10325"/>
                </a:lnTo>
                <a:lnTo>
                  <a:pt x="14787" y="10132"/>
                </a:lnTo>
                <a:lnTo>
                  <a:pt x="14875" y="9952"/>
                </a:lnTo>
                <a:lnTo>
                  <a:pt x="15013" y="9759"/>
                </a:lnTo>
                <a:lnTo>
                  <a:pt x="15101" y="9566"/>
                </a:lnTo>
                <a:lnTo>
                  <a:pt x="15202" y="9385"/>
                </a:lnTo>
                <a:lnTo>
                  <a:pt x="15290" y="9192"/>
                </a:lnTo>
                <a:lnTo>
                  <a:pt x="15378" y="9012"/>
                </a:lnTo>
                <a:lnTo>
                  <a:pt x="15516" y="8767"/>
                </a:lnTo>
                <a:lnTo>
                  <a:pt x="15604" y="8587"/>
                </a:lnTo>
                <a:lnTo>
                  <a:pt x="15705" y="8394"/>
                </a:lnTo>
                <a:lnTo>
                  <a:pt x="15793" y="8214"/>
                </a:lnTo>
                <a:lnTo>
                  <a:pt x="15881" y="8021"/>
                </a:lnTo>
                <a:lnTo>
                  <a:pt x="16019" y="7840"/>
                </a:lnTo>
                <a:lnTo>
                  <a:pt x="16107" y="7647"/>
                </a:lnTo>
                <a:lnTo>
                  <a:pt x="16208" y="7454"/>
                </a:lnTo>
                <a:lnTo>
                  <a:pt x="16296" y="7222"/>
                </a:lnTo>
                <a:lnTo>
                  <a:pt x="16384" y="7042"/>
                </a:lnTo>
                <a:lnTo>
                  <a:pt x="16522" y="6849"/>
                </a:lnTo>
                <a:lnTo>
                  <a:pt x="16610" y="6656"/>
                </a:lnTo>
                <a:lnTo>
                  <a:pt x="16711" y="6476"/>
                </a:lnTo>
                <a:lnTo>
                  <a:pt x="16799" y="6282"/>
                </a:lnTo>
                <a:lnTo>
                  <a:pt x="16887" y="6102"/>
                </a:lnTo>
                <a:lnTo>
                  <a:pt x="17025" y="5858"/>
                </a:lnTo>
                <a:lnTo>
                  <a:pt x="17113" y="5677"/>
                </a:lnTo>
                <a:lnTo>
                  <a:pt x="17214" y="5484"/>
                </a:lnTo>
                <a:lnTo>
                  <a:pt x="17302" y="5304"/>
                </a:lnTo>
                <a:lnTo>
                  <a:pt x="17390" y="5111"/>
                </a:lnTo>
                <a:lnTo>
                  <a:pt x="17528" y="4931"/>
                </a:lnTo>
                <a:lnTo>
                  <a:pt x="17616" y="4686"/>
                </a:lnTo>
                <a:lnTo>
                  <a:pt x="17717" y="4506"/>
                </a:lnTo>
                <a:lnTo>
                  <a:pt x="17805" y="4313"/>
                </a:lnTo>
                <a:lnTo>
                  <a:pt x="17893" y="4132"/>
                </a:lnTo>
                <a:lnTo>
                  <a:pt x="18031" y="3939"/>
                </a:lnTo>
                <a:lnTo>
                  <a:pt x="18119" y="3746"/>
                </a:lnTo>
                <a:lnTo>
                  <a:pt x="18220" y="3514"/>
                </a:lnTo>
                <a:lnTo>
                  <a:pt x="18308" y="3334"/>
                </a:lnTo>
                <a:lnTo>
                  <a:pt x="18396" y="3141"/>
                </a:lnTo>
                <a:lnTo>
                  <a:pt x="18534" y="2961"/>
                </a:lnTo>
                <a:lnTo>
                  <a:pt x="18634" y="2768"/>
                </a:lnTo>
                <a:lnTo>
                  <a:pt x="18722" y="2574"/>
                </a:lnTo>
                <a:lnTo>
                  <a:pt x="18811" y="2343"/>
                </a:lnTo>
                <a:lnTo>
                  <a:pt x="18899" y="2162"/>
                </a:lnTo>
                <a:lnTo>
                  <a:pt x="19037" y="1969"/>
                </a:lnTo>
                <a:lnTo>
                  <a:pt x="19137" y="1776"/>
                </a:lnTo>
                <a:lnTo>
                  <a:pt x="19225" y="1596"/>
                </a:lnTo>
                <a:lnTo>
                  <a:pt x="19313" y="1364"/>
                </a:lnTo>
                <a:lnTo>
                  <a:pt x="19401" y="1171"/>
                </a:lnTo>
                <a:lnTo>
                  <a:pt x="19540" y="978"/>
                </a:lnTo>
                <a:lnTo>
                  <a:pt x="19640" y="798"/>
                </a:lnTo>
                <a:lnTo>
                  <a:pt x="19728" y="605"/>
                </a:lnTo>
                <a:lnTo>
                  <a:pt x="19816" y="373"/>
                </a:lnTo>
                <a:lnTo>
                  <a:pt x="19904" y="180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716951" y="4349652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41058"/>
                </a:moveTo>
                <a:lnTo>
                  <a:pt x="100" y="40865"/>
                </a:lnTo>
                <a:lnTo>
                  <a:pt x="188" y="40684"/>
                </a:lnTo>
                <a:lnTo>
                  <a:pt x="276" y="40453"/>
                </a:lnTo>
                <a:lnTo>
                  <a:pt x="364" y="40260"/>
                </a:lnTo>
                <a:lnTo>
                  <a:pt x="502" y="40066"/>
                </a:lnTo>
                <a:lnTo>
                  <a:pt x="603" y="39886"/>
                </a:lnTo>
                <a:lnTo>
                  <a:pt x="691" y="39693"/>
                </a:lnTo>
                <a:lnTo>
                  <a:pt x="779" y="39461"/>
                </a:lnTo>
                <a:lnTo>
                  <a:pt x="867" y="39268"/>
                </a:lnTo>
                <a:lnTo>
                  <a:pt x="1005" y="39088"/>
                </a:lnTo>
                <a:lnTo>
                  <a:pt x="1106" y="38895"/>
                </a:lnTo>
                <a:lnTo>
                  <a:pt x="1194" y="38663"/>
                </a:lnTo>
                <a:lnTo>
                  <a:pt x="1282" y="38470"/>
                </a:lnTo>
                <a:lnTo>
                  <a:pt x="1383" y="38290"/>
                </a:lnTo>
                <a:lnTo>
                  <a:pt x="1508" y="38097"/>
                </a:lnTo>
                <a:lnTo>
                  <a:pt x="1609" y="37865"/>
                </a:lnTo>
                <a:lnTo>
                  <a:pt x="1697" y="37685"/>
                </a:lnTo>
                <a:lnTo>
                  <a:pt x="1785" y="37491"/>
                </a:lnTo>
                <a:lnTo>
                  <a:pt x="1886" y="37298"/>
                </a:lnTo>
                <a:lnTo>
                  <a:pt x="2011" y="37067"/>
                </a:lnTo>
                <a:lnTo>
                  <a:pt x="2112" y="36886"/>
                </a:lnTo>
                <a:lnTo>
                  <a:pt x="2200" y="36693"/>
                </a:lnTo>
                <a:lnTo>
                  <a:pt x="2288" y="36500"/>
                </a:lnTo>
                <a:lnTo>
                  <a:pt x="2389" y="36268"/>
                </a:lnTo>
                <a:lnTo>
                  <a:pt x="2527" y="36088"/>
                </a:lnTo>
                <a:lnTo>
                  <a:pt x="2615" y="35895"/>
                </a:lnTo>
                <a:lnTo>
                  <a:pt x="2703" y="35702"/>
                </a:lnTo>
                <a:lnTo>
                  <a:pt x="2791" y="35470"/>
                </a:lnTo>
                <a:lnTo>
                  <a:pt x="2892" y="35290"/>
                </a:lnTo>
                <a:lnTo>
                  <a:pt x="3030" y="35097"/>
                </a:lnTo>
                <a:lnTo>
                  <a:pt x="3118" y="34904"/>
                </a:lnTo>
                <a:lnTo>
                  <a:pt x="3206" y="34672"/>
                </a:lnTo>
                <a:lnTo>
                  <a:pt x="3294" y="34492"/>
                </a:lnTo>
                <a:lnTo>
                  <a:pt x="3395" y="34298"/>
                </a:lnTo>
                <a:lnTo>
                  <a:pt x="3533" y="34067"/>
                </a:lnTo>
                <a:lnTo>
                  <a:pt x="3621" y="33874"/>
                </a:lnTo>
                <a:lnTo>
                  <a:pt x="3709" y="33693"/>
                </a:lnTo>
                <a:lnTo>
                  <a:pt x="3797" y="33500"/>
                </a:lnTo>
                <a:lnTo>
                  <a:pt x="3898" y="33268"/>
                </a:lnTo>
                <a:lnTo>
                  <a:pt x="4036" y="33075"/>
                </a:lnTo>
                <a:lnTo>
                  <a:pt x="4124" y="32895"/>
                </a:lnTo>
                <a:lnTo>
                  <a:pt x="4212" y="32663"/>
                </a:lnTo>
                <a:lnTo>
                  <a:pt x="4300" y="32470"/>
                </a:lnTo>
                <a:lnTo>
                  <a:pt x="4400" y="32277"/>
                </a:lnTo>
                <a:lnTo>
                  <a:pt x="4539" y="32097"/>
                </a:lnTo>
                <a:lnTo>
                  <a:pt x="4627" y="31865"/>
                </a:lnTo>
                <a:lnTo>
                  <a:pt x="4715" y="31672"/>
                </a:lnTo>
                <a:lnTo>
                  <a:pt x="4815" y="31479"/>
                </a:lnTo>
                <a:lnTo>
                  <a:pt x="4903" y="31247"/>
                </a:lnTo>
                <a:lnTo>
                  <a:pt x="5042" y="31067"/>
                </a:lnTo>
                <a:lnTo>
                  <a:pt x="5130" y="30874"/>
                </a:lnTo>
                <a:lnTo>
                  <a:pt x="5218" y="30642"/>
                </a:lnTo>
                <a:lnTo>
                  <a:pt x="5318" y="30449"/>
                </a:lnTo>
                <a:lnTo>
                  <a:pt x="5406" y="30269"/>
                </a:lnTo>
                <a:lnTo>
                  <a:pt x="5545" y="30075"/>
                </a:lnTo>
                <a:lnTo>
                  <a:pt x="5633" y="29844"/>
                </a:lnTo>
                <a:lnTo>
                  <a:pt x="5721" y="29651"/>
                </a:lnTo>
                <a:lnTo>
                  <a:pt x="5821" y="29470"/>
                </a:lnTo>
                <a:lnTo>
                  <a:pt x="5909" y="29239"/>
                </a:lnTo>
                <a:lnTo>
                  <a:pt x="6048" y="29045"/>
                </a:lnTo>
                <a:lnTo>
                  <a:pt x="6136" y="28852"/>
                </a:lnTo>
                <a:lnTo>
                  <a:pt x="6224" y="28621"/>
                </a:lnTo>
                <a:lnTo>
                  <a:pt x="6324" y="28440"/>
                </a:lnTo>
                <a:lnTo>
                  <a:pt x="6412" y="28247"/>
                </a:lnTo>
                <a:lnTo>
                  <a:pt x="6551" y="28015"/>
                </a:lnTo>
                <a:lnTo>
                  <a:pt x="6639" y="27822"/>
                </a:lnTo>
                <a:lnTo>
                  <a:pt x="6727" y="27642"/>
                </a:lnTo>
                <a:lnTo>
                  <a:pt x="6827" y="27397"/>
                </a:lnTo>
                <a:lnTo>
                  <a:pt x="6915" y="27217"/>
                </a:lnTo>
                <a:lnTo>
                  <a:pt x="7054" y="27024"/>
                </a:lnTo>
                <a:lnTo>
                  <a:pt x="7142" y="26792"/>
                </a:lnTo>
                <a:lnTo>
                  <a:pt x="7230" y="26599"/>
                </a:lnTo>
                <a:lnTo>
                  <a:pt x="7330" y="26419"/>
                </a:lnTo>
                <a:lnTo>
                  <a:pt x="7418" y="26187"/>
                </a:lnTo>
                <a:lnTo>
                  <a:pt x="7557" y="25994"/>
                </a:lnTo>
                <a:lnTo>
                  <a:pt x="7645" y="25801"/>
                </a:lnTo>
                <a:lnTo>
                  <a:pt x="7733" y="25569"/>
                </a:lnTo>
                <a:lnTo>
                  <a:pt x="7833" y="25389"/>
                </a:lnTo>
                <a:lnTo>
                  <a:pt x="7921" y="25144"/>
                </a:lnTo>
                <a:lnTo>
                  <a:pt x="8060" y="24964"/>
                </a:lnTo>
                <a:lnTo>
                  <a:pt x="8148" y="24771"/>
                </a:lnTo>
                <a:lnTo>
                  <a:pt x="8236" y="24539"/>
                </a:lnTo>
                <a:lnTo>
                  <a:pt x="8336" y="24346"/>
                </a:lnTo>
                <a:lnTo>
                  <a:pt x="8424" y="24166"/>
                </a:lnTo>
                <a:lnTo>
                  <a:pt x="8563" y="23934"/>
                </a:lnTo>
                <a:lnTo>
                  <a:pt x="8651" y="23741"/>
                </a:lnTo>
                <a:lnTo>
                  <a:pt x="8751" y="23509"/>
                </a:lnTo>
                <a:lnTo>
                  <a:pt x="8839" y="23316"/>
                </a:lnTo>
                <a:lnTo>
                  <a:pt x="8927" y="23136"/>
                </a:lnTo>
                <a:lnTo>
                  <a:pt x="9065" y="22904"/>
                </a:lnTo>
                <a:lnTo>
                  <a:pt x="9154" y="22711"/>
                </a:lnTo>
                <a:lnTo>
                  <a:pt x="9254" y="22518"/>
                </a:lnTo>
                <a:lnTo>
                  <a:pt x="9342" y="22286"/>
                </a:lnTo>
                <a:lnTo>
                  <a:pt x="9430" y="22106"/>
                </a:lnTo>
                <a:lnTo>
                  <a:pt x="9568" y="21861"/>
                </a:lnTo>
                <a:lnTo>
                  <a:pt x="9656" y="21681"/>
                </a:lnTo>
                <a:lnTo>
                  <a:pt x="9757" y="21488"/>
                </a:lnTo>
                <a:lnTo>
                  <a:pt x="9845" y="21256"/>
                </a:lnTo>
                <a:lnTo>
                  <a:pt x="9933" y="21063"/>
                </a:lnTo>
                <a:lnTo>
                  <a:pt x="10071" y="20831"/>
                </a:lnTo>
                <a:lnTo>
                  <a:pt x="10159" y="20651"/>
                </a:lnTo>
                <a:lnTo>
                  <a:pt x="10260" y="20458"/>
                </a:lnTo>
                <a:lnTo>
                  <a:pt x="10348" y="20226"/>
                </a:lnTo>
                <a:lnTo>
                  <a:pt x="10436" y="20033"/>
                </a:lnTo>
                <a:lnTo>
                  <a:pt x="10574" y="19801"/>
                </a:lnTo>
                <a:lnTo>
                  <a:pt x="10662" y="19608"/>
                </a:lnTo>
                <a:lnTo>
                  <a:pt x="10763" y="19428"/>
                </a:lnTo>
                <a:lnTo>
                  <a:pt x="10851" y="19196"/>
                </a:lnTo>
                <a:lnTo>
                  <a:pt x="10939" y="19003"/>
                </a:lnTo>
                <a:lnTo>
                  <a:pt x="11077" y="18771"/>
                </a:lnTo>
                <a:lnTo>
                  <a:pt x="11165" y="18578"/>
                </a:lnTo>
                <a:lnTo>
                  <a:pt x="11266" y="18398"/>
                </a:lnTo>
                <a:lnTo>
                  <a:pt x="11354" y="18153"/>
                </a:lnTo>
                <a:lnTo>
                  <a:pt x="11492" y="17973"/>
                </a:lnTo>
                <a:lnTo>
                  <a:pt x="11580" y="17741"/>
                </a:lnTo>
                <a:lnTo>
                  <a:pt x="11668" y="17548"/>
                </a:lnTo>
                <a:lnTo>
                  <a:pt x="11769" y="17316"/>
                </a:lnTo>
                <a:lnTo>
                  <a:pt x="11857" y="17123"/>
                </a:lnTo>
                <a:lnTo>
                  <a:pt x="11995" y="16943"/>
                </a:lnTo>
                <a:lnTo>
                  <a:pt x="12083" y="16698"/>
                </a:lnTo>
                <a:lnTo>
                  <a:pt x="12171" y="16518"/>
                </a:lnTo>
                <a:lnTo>
                  <a:pt x="12272" y="16286"/>
                </a:lnTo>
                <a:lnTo>
                  <a:pt x="12360" y="16093"/>
                </a:lnTo>
                <a:lnTo>
                  <a:pt x="12498" y="15861"/>
                </a:lnTo>
                <a:lnTo>
                  <a:pt x="12586" y="15668"/>
                </a:lnTo>
                <a:lnTo>
                  <a:pt x="12687" y="15437"/>
                </a:lnTo>
                <a:lnTo>
                  <a:pt x="12775" y="15243"/>
                </a:lnTo>
                <a:lnTo>
                  <a:pt x="12863" y="15063"/>
                </a:lnTo>
                <a:lnTo>
                  <a:pt x="13001" y="14831"/>
                </a:lnTo>
                <a:lnTo>
                  <a:pt x="13089" y="14638"/>
                </a:lnTo>
                <a:lnTo>
                  <a:pt x="13190" y="14407"/>
                </a:lnTo>
                <a:lnTo>
                  <a:pt x="13278" y="14213"/>
                </a:lnTo>
                <a:lnTo>
                  <a:pt x="13366" y="13982"/>
                </a:lnTo>
                <a:lnTo>
                  <a:pt x="13504" y="13789"/>
                </a:lnTo>
                <a:lnTo>
                  <a:pt x="13592" y="13557"/>
                </a:lnTo>
                <a:lnTo>
                  <a:pt x="13693" y="13377"/>
                </a:lnTo>
                <a:lnTo>
                  <a:pt x="13781" y="13132"/>
                </a:lnTo>
                <a:lnTo>
                  <a:pt x="13869" y="12952"/>
                </a:lnTo>
                <a:lnTo>
                  <a:pt x="14007" y="12759"/>
                </a:lnTo>
                <a:lnTo>
                  <a:pt x="14095" y="12527"/>
                </a:lnTo>
                <a:lnTo>
                  <a:pt x="14196" y="12347"/>
                </a:lnTo>
                <a:lnTo>
                  <a:pt x="14284" y="12102"/>
                </a:lnTo>
                <a:lnTo>
                  <a:pt x="14372" y="11922"/>
                </a:lnTo>
                <a:lnTo>
                  <a:pt x="14510" y="11677"/>
                </a:lnTo>
                <a:lnTo>
                  <a:pt x="14598" y="11497"/>
                </a:lnTo>
                <a:lnTo>
                  <a:pt x="14699" y="11265"/>
                </a:lnTo>
                <a:lnTo>
                  <a:pt x="14787" y="11072"/>
                </a:lnTo>
                <a:lnTo>
                  <a:pt x="14875" y="10840"/>
                </a:lnTo>
                <a:lnTo>
                  <a:pt x="15013" y="10647"/>
                </a:lnTo>
                <a:lnTo>
                  <a:pt x="15101" y="10415"/>
                </a:lnTo>
                <a:lnTo>
                  <a:pt x="15202" y="10235"/>
                </a:lnTo>
                <a:lnTo>
                  <a:pt x="15290" y="9990"/>
                </a:lnTo>
                <a:lnTo>
                  <a:pt x="15378" y="9810"/>
                </a:lnTo>
                <a:lnTo>
                  <a:pt x="15516" y="9566"/>
                </a:lnTo>
                <a:lnTo>
                  <a:pt x="15604" y="9385"/>
                </a:lnTo>
                <a:lnTo>
                  <a:pt x="15705" y="9154"/>
                </a:lnTo>
                <a:lnTo>
                  <a:pt x="15793" y="8960"/>
                </a:lnTo>
                <a:lnTo>
                  <a:pt x="15881" y="8729"/>
                </a:lnTo>
                <a:lnTo>
                  <a:pt x="16019" y="8536"/>
                </a:lnTo>
                <a:lnTo>
                  <a:pt x="16120" y="8304"/>
                </a:lnTo>
                <a:lnTo>
                  <a:pt x="16208" y="8124"/>
                </a:lnTo>
                <a:lnTo>
                  <a:pt x="16296" y="7879"/>
                </a:lnTo>
                <a:lnTo>
                  <a:pt x="16384" y="7699"/>
                </a:lnTo>
                <a:lnTo>
                  <a:pt x="16522" y="7454"/>
                </a:lnTo>
                <a:lnTo>
                  <a:pt x="16623" y="7274"/>
                </a:lnTo>
                <a:lnTo>
                  <a:pt x="16711" y="7042"/>
                </a:lnTo>
                <a:lnTo>
                  <a:pt x="16799" y="6849"/>
                </a:lnTo>
                <a:lnTo>
                  <a:pt x="16887" y="6617"/>
                </a:lnTo>
                <a:lnTo>
                  <a:pt x="17025" y="6424"/>
                </a:lnTo>
                <a:lnTo>
                  <a:pt x="17126" y="6192"/>
                </a:lnTo>
                <a:lnTo>
                  <a:pt x="17214" y="6012"/>
                </a:lnTo>
                <a:lnTo>
                  <a:pt x="17302" y="5767"/>
                </a:lnTo>
                <a:lnTo>
                  <a:pt x="17390" y="5587"/>
                </a:lnTo>
                <a:lnTo>
                  <a:pt x="17528" y="5343"/>
                </a:lnTo>
                <a:lnTo>
                  <a:pt x="17629" y="5162"/>
                </a:lnTo>
                <a:lnTo>
                  <a:pt x="17717" y="4931"/>
                </a:lnTo>
                <a:lnTo>
                  <a:pt x="17805" y="4737"/>
                </a:lnTo>
                <a:lnTo>
                  <a:pt x="17893" y="4506"/>
                </a:lnTo>
                <a:lnTo>
                  <a:pt x="18031" y="4274"/>
                </a:lnTo>
                <a:lnTo>
                  <a:pt x="18131" y="4081"/>
                </a:lnTo>
                <a:lnTo>
                  <a:pt x="18220" y="3849"/>
                </a:lnTo>
                <a:lnTo>
                  <a:pt x="18308" y="3656"/>
                </a:lnTo>
                <a:lnTo>
                  <a:pt x="18396" y="3424"/>
                </a:lnTo>
                <a:lnTo>
                  <a:pt x="18534" y="3231"/>
                </a:lnTo>
                <a:lnTo>
                  <a:pt x="18634" y="2999"/>
                </a:lnTo>
                <a:lnTo>
                  <a:pt x="18722" y="2819"/>
                </a:lnTo>
                <a:lnTo>
                  <a:pt x="18811" y="2574"/>
                </a:lnTo>
                <a:lnTo>
                  <a:pt x="18911" y="2394"/>
                </a:lnTo>
                <a:lnTo>
                  <a:pt x="19037" y="2162"/>
                </a:lnTo>
                <a:lnTo>
                  <a:pt x="19137" y="1918"/>
                </a:lnTo>
                <a:lnTo>
                  <a:pt x="19225" y="1738"/>
                </a:lnTo>
                <a:lnTo>
                  <a:pt x="19313" y="1506"/>
                </a:lnTo>
                <a:lnTo>
                  <a:pt x="19414" y="1313"/>
                </a:lnTo>
                <a:lnTo>
                  <a:pt x="19540" y="1081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17" y="231"/>
                </a:lnTo>
                <a:lnTo>
                  <a:pt x="20055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737007" y="4305594"/>
            <a:ext cx="19992" cy="44058"/>
          </a:xfrm>
          <a:custGeom>
            <a:avLst/>
            <a:gdLst/>
            <a:ahLst/>
            <a:cxnLst/>
            <a:rect l="l" t="t" r="r" b="b"/>
            <a:pathLst>
              <a:path w="19992" h="44058">
                <a:moveTo>
                  <a:pt x="0" y="44058"/>
                </a:moveTo>
                <a:lnTo>
                  <a:pt x="88" y="43865"/>
                </a:lnTo>
                <a:lnTo>
                  <a:pt x="176" y="43633"/>
                </a:lnTo>
                <a:lnTo>
                  <a:pt x="264" y="43453"/>
                </a:lnTo>
                <a:lnTo>
                  <a:pt x="364" y="43208"/>
                </a:lnTo>
                <a:lnTo>
                  <a:pt x="502" y="43028"/>
                </a:lnTo>
                <a:lnTo>
                  <a:pt x="590" y="42796"/>
                </a:lnTo>
                <a:lnTo>
                  <a:pt x="679" y="42551"/>
                </a:lnTo>
                <a:lnTo>
                  <a:pt x="767" y="42371"/>
                </a:lnTo>
                <a:lnTo>
                  <a:pt x="867" y="42139"/>
                </a:lnTo>
                <a:lnTo>
                  <a:pt x="1005" y="41946"/>
                </a:lnTo>
                <a:lnTo>
                  <a:pt x="1093" y="41714"/>
                </a:lnTo>
                <a:lnTo>
                  <a:pt x="1181" y="41483"/>
                </a:lnTo>
                <a:lnTo>
                  <a:pt x="1269" y="41290"/>
                </a:lnTo>
                <a:lnTo>
                  <a:pt x="1370" y="41058"/>
                </a:lnTo>
                <a:lnTo>
                  <a:pt x="1508" y="40865"/>
                </a:lnTo>
                <a:lnTo>
                  <a:pt x="1596" y="40633"/>
                </a:lnTo>
                <a:lnTo>
                  <a:pt x="1684" y="40440"/>
                </a:lnTo>
                <a:lnTo>
                  <a:pt x="1772" y="40208"/>
                </a:lnTo>
                <a:lnTo>
                  <a:pt x="1873" y="39976"/>
                </a:lnTo>
                <a:lnTo>
                  <a:pt x="2011" y="39783"/>
                </a:lnTo>
                <a:lnTo>
                  <a:pt x="2099" y="39551"/>
                </a:lnTo>
                <a:lnTo>
                  <a:pt x="2187" y="39371"/>
                </a:lnTo>
                <a:lnTo>
                  <a:pt x="2288" y="39127"/>
                </a:lnTo>
                <a:lnTo>
                  <a:pt x="2376" y="38895"/>
                </a:lnTo>
                <a:lnTo>
                  <a:pt x="2514" y="38715"/>
                </a:lnTo>
                <a:lnTo>
                  <a:pt x="2602" y="38470"/>
                </a:lnTo>
                <a:lnTo>
                  <a:pt x="2690" y="38238"/>
                </a:lnTo>
                <a:lnTo>
                  <a:pt x="2791" y="38058"/>
                </a:lnTo>
                <a:lnTo>
                  <a:pt x="2879" y="37813"/>
                </a:lnTo>
                <a:lnTo>
                  <a:pt x="3017" y="37633"/>
                </a:lnTo>
                <a:lnTo>
                  <a:pt x="3105" y="37401"/>
                </a:lnTo>
                <a:lnTo>
                  <a:pt x="3193" y="37157"/>
                </a:lnTo>
                <a:lnTo>
                  <a:pt x="3294" y="36976"/>
                </a:lnTo>
                <a:lnTo>
                  <a:pt x="3382" y="36732"/>
                </a:lnTo>
                <a:lnTo>
                  <a:pt x="3520" y="36552"/>
                </a:lnTo>
                <a:lnTo>
                  <a:pt x="3608" y="36320"/>
                </a:lnTo>
                <a:lnTo>
                  <a:pt x="3696" y="36075"/>
                </a:lnTo>
                <a:lnTo>
                  <a:pt x="3797" y="35895"/>
                </a:lnTo>
                <a:lnTo>
                  <a:pt x="3885" y="35663"/>
                </a:lnTo>
                <a:lnTo>
                  <a:pt x="4023" y="35419"/>
                </a:lnTo>
                <a:lnTo>
                  <a:pt x="4111" y="35238"/>
                </a:lnTo>
                <a:lnTo>
                  <a:pt x="4199" y="35007"/>
                </a:lnTo>
                <a:lnTo>
                  <a:pt x="4300" y="34762"/>
                </a:lnTo>
                <a:lnTo>
                  <a:pt x="4388" y="34582"/>
                </a:lnTo>
                <a:lnTo>
                  <a:pt x="4526" y="34350"/>
                </a:lnTo>
                <a:lnTo>
                  <a:pt x="4614" y="34157"/>
                </a:lnTo>
                <a:lnTo>
                  <a:pt x="4702" y="33925"/>
                </a:lnTo>
                <a:lnTo>
                  <a:pt x="4803" y="33693"/>
                </a:lnTo>
                <a:lnTo>
                  <a:pt x="4891" y="33500"/>
                </a:lnTo>
                <a:lnTo>
                  <a:pt x="5029" y="33268"/>
                </a:lnTo>
                <a:lnTo>
                  <a:pt x="5117" y="33037"/>
                </a:lnTo>
                <a:lnTo>
                  <a:pt x="5205" y="32844"/>
                </a:lnTo>
                <a:lnTo>
                  <a:pt x="5306" y="32612"/>
                </a:lnTo>
                <a:lnTo>
                  <a:pt x="5394" y="32380"/>
                </a:lnTo>
                <a:lnTo>
                  <a:pt x="5532" y="32187"/>
                </a:lnTo>
                <a:lnTo>
                  <a:pt x="5620" y="31955"/>
                </a:lnTo>
                <a:lnTo>
                  <a:pt x="5708" y="31723"/>
                </a:lnTo>
                <a:lnTo>
                  <a:pt x="5809" y="31530"/>
                </a:lnTo>
                <a:lnTo>
                  <a:pt x="5897" y="31299"/>
                </a:lnTo>
                <a:lnTo>
                  <a:pt x="6035" y="31067"/>
                </a:lnTo>
                <a:lnTo>
                  <a:pt x="6123" y="30874"/>
                </a:lnTo>
                <a:lnTo>
                  <a:pt x="6224" y="30642"/>
                </a:lnTo>
                <a:lnTo>
                  <a:pt x="6312" y="30397"/>
                </a:lnTo>
                <a:lnTo>
                  <a:pt x="6400" y="30217"/>
                </a:lnTo>
                <a:lnTo>
                  <a:pt x="6538" y="29985"/>
                </a:lnTo>
                <a:lnTo>
                  <a:pt x="6626" y="29741"/>
                </a:lnTo>
                <a:lnTo>
                  <a:pt x="6727" y="29560"/>
                </a:lnTo>
                <a:lnTo>
                  <a:pt x="6815" y="29329"/>
                </a:lnTo>
                <a:lnTo>
                  <a:pt x="6903" y="29084"/>
                </a:lnTo>
                <a:lnTo>
                  <a:pt x="7041" y="28904"/>
                </a:lnTo>
                <a:lnTo>
                  <a:pt x="7129" y="28672"/>
                </a:lnTo>
                <a:lnTo>
                  <a:pt x="7230" y="28427"/>
                </a:lnTo>
                <a:lnTo>
                  <a:pt x="7318" y="28247"/>
                </a:lnTo>
                <a:lnTo>
                  <a:pt x="7406" y="28015"/>
                </a:lnTo>
                <a:lnTo>
                  <a:pt x="7544" y="27771"/>
                </a:lnTo>
                <a:lnTo>
                  <a:pt x="7632" y="27591"/>
                </a:lnTo>
                <a:lnTo>
                  <a:pt x="7733" y="27359"/>
                </a:lnTo>
                <a:lnTo>
                  <a:pt x="7821" y="27114"/>
                </a:lnTo>
                <a:lnTo>
                  <a:pt x="7909" y="26934"/>
                </a:lnTo>
                <a:lnTo>
                  <a:pt x="8047" y="26702"/>
                </a:lnTo>
                <a:lnTo>
                  <a:pt x="8135" y="26458"/>
                </a:lnTo>
                <a:lnTo>
                  <a:pt x="8236" y="26226"/>
                </a:lnTo>
                <a:lnTo>
                  <a:pt x="8324" y="26046"/>
                </a:lnTo>
                <a:lnTo>
                  <a:pt x="8412" y="25801"/>
                </a:lnTo>
                <a:lnTo>
                  <a:pt x="8550" y="25569"/>
                </a:lnTo>
                <a:lnTo>
                  <a:pt x="8638" y="25389"/>
                </a:lnTo>
                <a:lnTo>
                  <a:pt x="8739" y="25144"/>
                </a:lnTo>
                <a:lnTo>
                  <a:pt x="8827" y="24913"/>
                </a:lnTo>
                <a:lnTo>
                  <a:pt x="8915" y="24732"/>
                </a:lnTo>
                <a:lnTo>
                  <a:pt x="9053" y="24488"/>
                </a:lnTo>
                <a:lnTo>
                  <a:pt x="9141" y="24256"/>
                </a:lnTo>
                <a:lnTo>
                  <a:pt x="9242" y="24024"/>
                </a:lnTo>
                <a:lnTo>
                  <a:pt x="9330" y="23831"/>
                </a:lnTo>
                <a:lnTo>
                  <a:pt x="9418" y="23599"/>
                </a:lnTo>
                <a:lnTo>
                  <a:pt x="9556" y="23368"/>
                </a:lnTo>
                <a:lnTo>
                  <a:pt x="9656" y="23174"/>
                </a:lnTo>
                <a:lnTo>
                  <a:pt x="9745" y="22943"/>
                </a:lnTo>
                <a:lnTo>
                  <a:pt x="9833" y="22711"/>
                </a:lnTo>
                <a:lnTo>
                  <a:pt x="9921" y="22479"/>
                </a:lnTo>
                <a:lnTo>
                  <a:pt x="10059" y="22286"/>
                </a:lnTo>
                <a:lnTo>
                  <a:pt x="10159" y="22054"/>
                </a:lnTo>
                <a:lnTo>
                  <a:pt x="10247" y="21823"/>
                </a:lnTo>
                <a:lnTo>
                  <a:pt x="10335" y="21629"/>
                </a:lnTo>
                <a:lnTo>
                  <a:pt x="10424" y="21398"/>
                </a:lnTo>
                <a:lnTo>
                  <a:pt x="10562" y="21166"/>
                </a:lnTo>
                <a:lnTo>
                  <a:pt x="10662" y="20921"/>
                </a:lnTo>
                <a:lnTo>
                  <a:pt x="10750" y="20741"/>
                </a:lnTo>
                <a:lnTo>
                  <a:pt x="10838" y="20509"/>
                </a:lnTo>
                <a:lnTo>
                  <a:pt x="10926" y="20265"/>
                </a:lnTo>
                <a:lnTo>
                  <a:pt x="11065" y="20033"/>
                </a:lnTo>
                <a:lnTo>
                  <a:pt x="11165" y="19840"/>
                </a:lnTo>
                <a:lnTo>
                  <a:pt x="11253" y="19608"/>
                </a:lnTo>
                <a:lnTo>
                  <a:pt x="11341" y="19376"/>
                </a:lnTo>
                <a:lnTo>
                  <a:pt x="11429" y="19145"/>
                </a:lnTo>
                <a:lnTo>
                  <a:pt x="11568" y="18951"/>
                </a:lnTo>
                <a:lnTo>
                  <a:pt x="11668" y="18720"/>
                </a:lnTo>
                <a:lnTo>
                  <a:pt x="11756" y="18488"/>
                </a:lnTo>
                <a:lnTo>
                  <a:pt x="11844" y="18256"/>
                </a:lnTo>
                <a:lnTo>
                  <a:pt x="11932" y="18063"/>
                </a:lnTo>
                <a:lnTo>
                  <a:pt x="12071" y="17831"/>
                </a:lnTo>
                <a:lnTo>
                  <a:pt x="12171" y="17600"/>
                </a:lnTo>
                <a:lnTo>
                  <a:pt x="12259" y="17355"/>
                </a:lnTo>
                <a:lnTo>
                  <a:pt x="12347" y="17175"/>
                </a:lnTo>
                <a:lnTo>
                  <a:pt x="12448" y="16943"/>
                </a:lnTo>
                <a:lnTo>
                  <a:pt x="12574" y="16698"/>
                </a:lnTo>
                <a:lnTo>
                  <a:pt x="12674" y="16467"/>
                </a:lnTo>
                <a:lnTo>
                  <a:pt x="12762" y="16286"/>
                </a:lnTo>
                <a:lnTo>
                  <a:pt x="12850" y="16042"/>
                </a:lnTo>
                <a:lnTo>
                  <a:pt x="12951" y="15810"/>
                </a:lnTo>
                <a:lnTo>
                  <a:pt x="13077" y="15578"/>
                </a:lnTo>
                <a:lnTo>
                  <a:pt x="13177" y="15385"/>
                </a:lnTo>
                <a:lnTo>
                  <a:pt x="13265" y="15153"/>
                </a:lnTo>
                <a:lnTo>
                  <a:pt x="13353" y="14922"/>
                </a:lnTo>
                <a:lnTo>
                  <a:pt x="13454" y="14690"/>
                </a:lnTo>
                <a:lnTo>
                  <a:pt x="13592" y="14497"/>
                </a:lnTo>
                <a:lnTo>
                  <a:pt x="13680" y="14265"/>
                </a:lnTo>
                <a:lnTo>
                  <a:pt x="13768" y="14033"/>
                </a:lnTo>
                <a:lnTo>
                  <a:pt x="13856" y="13789"/>
                </a:lnTo>
                <a:lnTo>
                  <a:pt x="13957" y="13557"/>
                </a:lnTo>
                <a:lnTo>
                  <a:pt x="14095" y="13377"/>
                </a:lnTo>
                <a:lnTo>
                  <a:pt x="14183" y="13132"/>
                </a:lnTo>
                <a:lnTo>
                  <a:pt x="14271" y="12900"/>
                </a:lnTo>
                <a:lnTo>
                  <a:pt x="14359" y="12668"/>
                </a:lnTo>
                <a:lnTo>
                  <a:pt x="14460" y="12475"/>
                </a:lnTo>
                <a:lnTo>
                  <a:pt x="14598" y="12244"/>
                </a:lnTo>
                <a:lnTo>
                  <a:pt x="14686" y="12012"/>
                </a:lnTo>
                <a:lnTo>
                  <a:pt x="14774" y="11780"/>
                </a:lnTo>
                <a:lnTo>
                  <a:pt x="14862" y="11535"/>
                </a:lnTo>
                <a:lnTo>
                  <a:pt x="14963" y="11355"/>
                </a:lnTo>
                <a:lnTo>
                  <a:pt x="15101" y="11123"/>
                </a:lnTo>
                <a:lnTo>
                  <a:pt x="15189" y="10879"/>
                </a:lnTo>
                <a:lnTo>
                  <a:pt x="15277" y="10647"/>
                </a:lnTo>
                <a:lnTo>
                  <a:pt x="15365" y="10415"/>
                </a:lnTo>
                <a:lnTo>
                  <a:pt x="15466" y="10222"/>
                </a:lnTo>
                <a:lnTo>
                  <a:pt x="15604" y="9990"/>
                </a:lnTo>
                <a:lnTo>
                  <a:pt x="15692" y="9759"/>
                </a:lnTo>
                <a:lnTo>
                  <a:pt x="15780" y="9527"/>
                </a:lnTo>
                <a:lnTo>
                  <a:pt x="15868" y="9282"/>
                </a:lnTo>
                <a:lnTo>
                  <a:pt x="15969" y="9102"/>
                </a:lnTo>
                <a:lnTo>
                  <a:pt x="16107" y="8870"/>
                </a:lnTo>
                <a:lnTo>
                  <a:pt x="16195" y="8626"/>
                </a:lnTo>
                <a:lnTo>
                  <a:pt x="16283" y="8394"/>
                </a:lnTo>
                <a:lnTo>
                  <a:pt x="16384" y="8162"/>
                </a:lnTo>
                <a:lnTo>
                  <a:pt x="16472" y="7969"/>
                </a:lnTo>
                <a:lnTo>
                  <a:pt x="16610" y="7737"/>
                </a:lnTo>
                <a:lnTo>
                  <a:pt x="16698" y="7506"/>
                </a:lnTo>
                <a:lnTo>
                  <a:pt x="16786" y="7274"/>
                </a:lnTo>
                <a:lnTo>
                  <a:pt x="16887" y="7042"/>
                </a:lnTo>
                <a:lnTo>
                  <a:pt x="16975" y="6849"/>
                </a:lnTo>
                <a:lnTo>
                  <a:pt x="17113" y="6617"/>
                </a:lnTo>
                <a:lnTo>
                  <a:pt x="17201" y="6385"/>
                </a:lnTo>
                <a:lnTo>
                  <a:pt x="17289" y="6141"/>
                </a:lnTo>
                <a:lnTo>
                  <a:pt x="17390" y="5909"/>
                </a:lnTo>
                <a:lnTo>
                  <a:pt x="17478" y="5677"/>
                </a:lnTo>
                <a:lnTo>
                  <a:pt x="17616" y="5484"/>
                </a:lnTo>
                <a:lnTo>
                  <a:pt x="17704" y="5252"/>
                </a:lnTo>
                <a:lnTo>
                  <a:pt x="17792" y="5021"/>
                </a:lnTo>
                <a:lnTo>
                  <a:pt x="17893" y="4789"/>
                </a:lnTo>
                <a:lnTo>
                  <a:pt x="17981" y="4544"/>
                </a:lnTo>
                <a:lnTo>
                  <a:pt x="18119" y="4313"/>
                </a:lnTo>
                <a:lnTo>
                  <a:pt x="18207" y="4132"/>
                </a:lnTo>
                <a:lnTo>
                  <a:pt x="18295" y="3888"/>
                </a:lnTo>
                <a:lnTo>
                  <a:pt x="18396" y="3656"/>
                </a:lnTo>
                <a:lnTo>
                  <a:pt x="18484" y="3424"/>
                </a:lnTo>
                <a:lnTo>
                  <a:pt x="18622" y="3192"/>
                </a:lnTo>
                <a:lnTo>
                  <a:pt x="18710" y="2948"/>
                </a:lnTo>
                <a:lnTo>
                  <a:pt x="18798" y="2768"/>
                </a:lnTo>
                <a:lnTo>
                  <a:pt x="18899" y="2536"/>
                </a:lnTo>
                <a:lnTo>
                  <a:pt x="18987" y="2291"/>
                </a:lnTo>
                <a:lnTo>
                  <a:pt x="19125" y="2059"/>
                </a:lnTo>
                <a:lnTo>
                  <a:pt x="19213" y="1828"/>
                </a:lnTo>
                <a:lnTo>
                  <a:pt x="19301" y="1596"/>
                </a:lnTo>
                <a:lnTo>
                  <a:pt x="19401" y="1403"/>
                </a:lnTo>
                <a:lnTo>
                  <a:pt x="19490" y="1171"/>
                </a:lnTo>
                <a:lnTo>
                  <a:pt x="19628" y="939"/>
                </a:lnTo>
                <a:lnTo>
                  <a:pt x="19716" y="708"/>
                </a:lnTo>
                <a:lnTo>
                  <a:pt x="19816" y="463"/>
                </a:lnTo>
                <a:lnTo>
                  <a:pt x="19904" y="231"/>
                </a:lnTo>
                <a:lnTo>
                  <a:pt x="19992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757000" y="4259231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46362"/>
                </a:moveTo>
                <a:lnTo>
                  <a:pt x="138" y="46169"/>
                </a:lnTo>
                <a:lnTo>
                  <a:pt x="226" y="45937"/>
                </a:lnTo>
                <a:lnTo>
                  <a:pt x="326" y="45706"/>
                </a:lnTo>
                <a:lnTo>
                  <a:pt x="414" y="45474"/>
                </a:lnTo>
                <a:lnTo>
                  <a:pt x="502" y="45229"/>
                </a:lnTo>
                <a:lnTo>
                  <a:pt x="641" y="44998"/>
                </a:lnTo>
                <a:lnTo>
                  <a:pt x="729" y="44766"/>
                </a:lnTo>
                <a:lnTo>
                  <a:pt x="829" y="44573"/>
                </a:lnTo>
                <a:lnTo>
                  <a:pt x="917" y="44341"/>
                </a:lnTo>
                <a:lnTo>
                  <a:pt x="1005" y="44109"/>
                </a:lnTo>
                <a:lnTo>
                  <a:pt x="1144" y="43877"/>
                </a:lnTo>
                <a:lnTo>
                  <a:pt x="1232" y="43646"/>
                </a:lnTo>
                <a:lnTo>
                  <a:pt x="1332" y="43401"/>
                </a:lnTo>
                <a:lnTo>
                  <a:pt x="1420" y="43169"/>
                </a:lnTo>
                <a:lnTo>
                  <a:pt x="1508" y="42938"/>
                </a:lnTo>
                <a:lnTo>
                  <a:pt x="1647" y="42744"/>
                </a:lnTo>
                <a:lnTo>
                  <a:pt x="1735" y="42513"/>
                </a:lnTo>
                <a:lnTo>
                  <a:pt x="1835" y="42281"/>
                </a:lnTo>
                <a:lnTo>
                  <a:pt x="1923" y="42049"/>
                </a:lnTo>
                <a:lnTo>
                  <a:pt x="2011" y="41805"/>
                </a:lnTo>
                <a:lnTo>
                  <a:pt x="2150" y="41573"/>
                </a:lnTo>
                <a:lnTo>
                  <a:pt x="2238" y="41341"/>
                </a:lnTo>
                <a:lnTo>
                  <a:pt x="2338" y="41109"/>
                </a:lnTo>
                <a:lnTo>
                  <a:pt x="2426" y="40865"/>
                </a:lnTo>
                <a:lnTo>
                  <a:pt x="2514" y="40684"/>
                </a:lnTo>
                <a:lnTo>
                  <a:pt x="2653" y="40453"/>
                </a:lnTo>
                <a:lnTo>
                  <a:pt x="2741" y="40208"/>
                </a:lnTo>
                <a:lnTo>
                  <a:pt x="2841" y="39976"/>
                </a:lnTo>
                <a:lnTo>
                  <a:pt x="2929" y="39745"/>
                </a:lnTo>
                <a:lnTo>
                  <a:pt x="3017" y="39513"/>
                </a:lnTo>
                <a:lnTo>
                  <a:pt x="3156" y="39281"/>
                </a:lnTo>
                <a:lnTo>
                  <a:pt x="3244" y="39036"/>
                </a:lnTo>
                <a:lnTo>
                  <a:pt x="3344" y="38805"/>
                </a:lnTo>
                <a:lnTo>
                  <a:pt x="3432" y="38624"/>
                </a:lnTo>
                <a:lnTo>
                  <a:pt x="3520" y="38380"/>
                </a:lnTo>
                <a:lnTo>
                  <a:pt x="3659" y="38148"/>
                </a:lnTo>
                <a:lnTo>
                  <a:pt x="3759" y="37916"/>
                </a:lnTo>
                <a:lnTo>
                  <a:pt x="3847" y="37685"/>
                </a:lnTo>
                <a:lnTo>
                  <a:pt x="3935" y="37440"/>
                </a:lnTo>
                <a:lnTo>
                  <a:pt x="4023" y="37208"/>
                </a:lnTo>
                <a:lnTo>
                  <a:pt x="4162" y="36976"/>
                </a:lnTo>
                <a:lnTo>
                  <a:pt x="4262" y="36745"/>
                </a:lnTo>
                <a:lnTo>
                  <a:pt x="4350" y="36513"/>
                </a:lnTo>
                <a:lnTo>
                  <a:pt x="4438" y="36320"/>
                </a:lnTo>
                <a:lnTo>
                  <a:pt x="4526" y="36088"/>
                </a:lnTo>
                <a:lnTo>
                  <a:pt x="4665" y="35856"/>
                </a:lnTo>
                <a:lnTo>
                  <a:pt x="4765" y="35612"/>
                </a:lnTo>
                <a:lnTo>
                  <a:pt x="4853" y="35380"/>
                </a:lnTo>
                <a:lnTo>
                  <a:pt x="4941" y="35148"/>
                </a:lnTo>
                <a:lnTo>
                  <a:pt x="5029" y="34916"/>
                </a:lnTo>
                <a:lnTo>
                  <a:pt x="5167" y="34672"/>
                </a:lnTo>
                <a:lnTo>
                  <a:pt x="5268" y="34440"/>
                </a:lnTo>
                <a:lnTo>
                  <a:pt x="5356" y="34208"/>
                </a:lnTo>
                <a:lnTo>
                  <a:pt x="5444" y="33977"/>
                </a:lnTo>
                <a:lnTo>
                  <a:pt x="5532" y="33745"/>
                </a:lnTo>
                <a:lnTo>
                  <a:pt x="5670" y="33552"/>
                </a:lnTo>
                <a:lnTo>
                  <a:pt x="5771" y="33320"/>
                </a:lnTo>
                <a:lnTo>
                  <a:pt x="5859" y="33088"/>
                </a:lnTo>
                <a:lnTo>
                  <a:pt x="5947" y="32844"/>
                </a:lnTo>
                <a:lnTo>
                  <a:pt x="6048" y="32612"/>
                </a:lnTo>
                <a:lnTo>
                  <a:pt x="6173" y="32380"/>
                </a:lnTo>
                <a:lnTo>
                  <a:pt x="6274" y="32148"/>
                </a:lnTo>
                <a:lnTo>
                  <a:pt x="6362" y="31904"/>
                </a:lnTo>
                <a:lnTo>
                  <a:pt x="6450" y="31672"/>
                </a:lnTo>
                <a:lnTo>
                  <a:pt x="6551" y="31440"/>
                </a:lnTo>
                <a:lnTo>
                  <a:pt x="6676" y="31208"/>
                </a:lnTo>
                <a:lnTo>
                  <a:pt x="6777" y="30977"/>
                </a:lnTo>
                <a:lnTo>
                  <a:pt x="6865" y="30732"/>
                </a:lnTo>
                <a:lnTo>
                  <a:pt x="6953" y="30500"/>
                </a:lnTo>
                <a:lnTo>
                  <a:pt x="7054" y="30269"/>
                </a:lnTo>
                <a:lnTo>
                  <a:pt x="7192" y="30075"/>
                </a:lnTo>
                <a:lnTo>
                  <a:pt x="7280" y="29844"/>
                </a:lnTo>
                <a:lnTo>
                  <a:pt x="7368" y="29612"/>
                </a:lnTo>
                <a:lnTo>
                  <a:pt x="7456" y="29380"/>
                </a:lnTo>
                <a:lnTo>
                  <a:pt x="7557" y="29136"/>
                </a:lnTo>
                <a:lnTo>
                  <a:pt x="7695" y="28904"/>
                </a:lnTo>
                <a:lnTo>
                  <a:pt x="7783" y="28672"/>
                </a:lnTo>
                <a:lnTo>
                  <a:pt x="7871" y="28440"/>
                </a:lnTo>
                <a:lnTo>
                  <a:pt x="7959" y="28196"/>
                </a:lnTo>
                <a:lnTo>
                  <a:pt x="8060" y="27964"/>
                </a:lnTo>
                <a:lnTo>
                  <a:pt x="8198" y="27732"/>
                </a:lnTo>
                <a:lnTo>
                  <a:pt x="8286" y="27500"/>
                </a:lnTo>
                <a:lnTo>
                  <a:pt x="8374" y="27269"/>
                </a:lnTo>
                <a:lnTo>
                  <a:pt x="8462" y="27024"/>
                </a:lnTo>
                <a:lnTo>
                  <a:pt x="8563" y="26792"/>
                </a:lnTo>
                <a:lnTo>
                  <a:pt x="8701" y="26561"/>
                </a:lnTo>
                <a:lnTo>
                  <a:pt x="8789" y="26329"/>
                </a:lnTo>
                <a:lnTo>
                  <a:pt x="8877" y="26084"/>
                </a:lnTo>
                <a:lnTo>
                  <a:pt x="8965" y="25852"/>
                </a:lnTo>
                <a:lnTo>
                  <a:pt x="9065" y="25621"/>
                </a:lnTo>
                <a:lnTo>
                  <a:pt x="9204" y="25389"/>
                </a:lnTo>
                <a:lnTo>
                  <a:pt x="9292" y="25196"/>
                </a:lnTo>
                <a:lnTo>
                  <a:pt x="9380" y="24964"/>
                </a:lnTo>
                <a:lnTo>
                  <a:pt x="9468" y="24732"/>
                </a:lnTo>
                <a:lnTo>
                  <a:pt x="9568" y="24501"/>
                </a:lnTo>
                <a:lnTo>
                  <a:pt x="9707" y="24256"/>
                </a:lnTo>
                <a:lnTo>
                  <a:pt x="9795" y="24024"/>
                </a:lnTo>
                <a:lnTo>
                  <a:pt x="9883" y="23792"/>
                </a:lnTo>
                <a:lnTo>
                  <a:pt x="9983" y="23561"/>
                </a:lnTo>
                <a:lnTo>
                  <a:pt x="10071" y="23316"/>
                </a:lnTo>
                <a:lnTo>
                  <a:pt x="10210" y="23084"/>
                </a:lnTo>
                <a:lnTo>
                  <a:pt x="10298" y="22853"/>
                </a:lnTo>
                <a:lnTo>
                  <a:pt x="10386" y="22621"/>
                </a:lnTo>
                <a:lnTo>
                  <a:pt x="10486" y="22389"/>
                </a:lnTo>
                <a:lnTo>
                  <a:pt x="10574" y="22144"/>
                </a:lnTo>
                <a:lnTo>
                  <a:pt x="10713" y="21913"/>
                </a:lnTo>
                <a:lnTo>
                  <a:pt x="10801" y="21681"/>
                </a:lnTo>
                <a:lnTo>
                  <a:pt x="10889" y="21449"/>
                </a:lnTo>
                <a:lnTo>
                  <a:pt x="10989" y="21205"/>
                </a:lnTo>
                <a:lnTo>
                  <a:pt x="11077" y="20973"/>
                </a:lnTo>
                <a:lnTo>
                  <a:pt x="11216" y="20741"/>
                </a:lnTo>
                <a:lnTo>
                  <a:pt x="11304" y="20509"/>
                </a:lnTo>
                <a:lnTo>
                  <a:pt x="11392" y="20278"/>
                </a:lnTo>
                <a:lnTo>
                  <a:pt x="11492" y="20033"/>
                </a:lnTo>
                <a:lnTo>
                  <a:pt x="11580" y="19801"/>
                </a:lnTo>
                <a:lnTo>
                  <a:pt x="11719" y="19569"/>
                </a:lnTo>
                <a:lnTo>
                  <a:pt x="11807" y="19338"/>
                </a:lnTo>
                <a:lnTo>
                  <a:pt x="11895" y="19093"/>
                </a:lnTo>
                <a:lnTo>
                  <a:pt x="11995" y="18861"/>
                </a:lnTo>
                <a:lnTo>
                  <a:pt x="12083" y="18630"/>
                </a:lnTo>
                <a:lnTo>
                  <a:pt x="12222" y="18398"/>
                </a:lnTo>
                <a:lnTo>
                  <a:pt x="12310" y="18166"/>
                </a:lnTo>
                <a:lnTo>
                  <a:pt x="12398" y="17921"/>
                </a:lnTo>
                <a:lnTo>
                  <a:pt x="12498" y="17690"/>
                </a:lnTo>
                <a:lnTo>
                  <a:pt x="12586" y="17458"/>
                </a:lnTo>
                <a:lnTo>
                  <a:pt x="12725" y="17226"/>
                </a:lnTo>
                <a:lnTo>
                  <a:pt x="12813" y="16982"/>
                </a:lnTo>
                <a:lnTo>
                  <a:pt x="12901" y="16750"/>
                </a:lnTo>
                <a:lnTo>
                  <a:pt x="13001" y="16518"/>
                </a:lnTo>
                <a:lnTo>
                  <a:pt x="13089" y="16286"/>
                </a:lnTo>
                <a:lnTo>
                  <a:pt x="13228" y="16055"/>
                </a:lnTo>
                <a:lnTo>
                  <a:pt x="13316" y="15810"/>
                </a:lnTo>
                <a:lnTo>
                  <a:pt x="13416" y="15578"/>
                </a:lnTo>
                <a:lnTo>
                  <a:pt x="13504" y="15346"/>
                </a:lnTo>
                <a:lnTo>
                  <a:pt x="13592" y="15115"/>
                </a:lnTo>
                <a:lnTo>
                  <a:pt x="13731" y="14870"/>
                </a:lnTo>
                <a:lnTo>
                  <a:pt x="13819" y="14638"/>
                </a:lnTo>
                <a:lnTo>
                  <a:pt x="13919" y="14407"/>
                </a:lnTo>
                <a:lnTo>
                  <a:pt x="14007" y="14175"/>
                </a:lnTo>
                <a:lnTo>
                  <a:pt x="14095" y="13943"/>
                </a:lnTo>
                <a:lnTo>
                  <a:pt x="14233" y="13698"/>
                </a:lnTo>
                <a:lnTo>
                  <a:pt x="14322" y="13467"/>
                </a:lnTo>
                <a:lnTo>
                  <a:pt x="14422" y="13235"/>
                </a:lnTo>
                <a:lnTo>
                  <a:pt x="14510" y="13003"/>
                </a:lnTo>
                <a:lnTo>
                  <a:pt x="14598" y="12759"/>
                </a:lnTo>
                <a:lnTo>
                  <a:pt x="14736" y="12527"/>
                </a:lnTo>
                <a:lnTo>
                  <a:pt x="14824" y="12295"/>
                </a:lnTo>
                <a:lnTo>
                  <a:pt x="14925" y="12063"/>
                </a:lnTo>
                <a:lnTo>
                  <a:pt x="15013" y="11832"/>
                </a:lnTo>
                <a:lnTo>
                  <a:pt x="15101" y="11587"/>
                </a:lnTo>
                <a:lnTo>
                  <a:pt x="15239" y="11355"/>
                </a:lnTo>
                <a:lnTo>
                  <a:pt x="15327" y="11123"/>
                </a:lnTo>
                <a:lnTo>
                  <a:pt x="15428" y="10892"/>
                </a:lnTo>
                <a:lnTo>
                  <a:pt x="15516" y="10647"/>
                </a:lnTo>
                <a:lnTo>
                  <a:pt x="15604" y="10415"/>
                </a:lnTo>
                <a:lnTo>
                  <a:pt x="15742" y="10184"/>
                </a:lnTo>
                <a:lnTo>
                  <a:pt x="15830" y="9952"/>
                </a:lnTo>
                <a:lnTo>
                  <a:pt x="15931" y="9720"/>
                </a:lnTo>
                <a:lnTo>
                  <a:pt x="16019" y="9475"/>
                </a:lnTo>
                <a:lnTo>
                  <a:pt x="16107" y="9244"/>
                </a:lnTo>
                <a:lnTo>
                  <a:pt x="16245" y="9012"/>
                </a:lnTo>
                <a:lnTo>
                  <a:pt x="16333" y="8780"/>
                </a:lnTo>
                <a:lnTo>
                  <a:pt x="16434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37" y="7325"/>
                </a:lnTo>
                <a:lnTo>
                  <a:pt x="17025" y="7081"/>
                </a:lnTo>
                <a:lnTo>
                  <a:pt x="17113" y="6849"/>
                </a:lnTo>
                <a:lnTo>
                  <a:pt x="17251" y="6617"/>
                </a:lnTo>
                <a:lnTo>
                  <a:pt x="17352" y="6385"/>
                </a:lnTo>
                <a:lnTo>
                  <a:pt x="17440" y="6154"/>
                </a:lnTo>
                <a:lnTo>
                  <a:pt x="17528" y="5909"/>
                </a:lnTo>
                <a:lnTo>
                  <a:pt x="17616" y="5677"/>
                </a:lnTo>
                <a:lnTo>
                  <a:pt x="17754" y="5446"/>
                </a:lnTo>
                <a:lnTo>
                  <a:pt x="17855" y="5214"/>
                </a:lnTo>
                <a:lnTo>
                  <a:pt x="17943" y="4969"/>
                </a:lnTo>
                <a:lnTo>
                  <a:pt x="18031" y="4737"/>
                </a:lnTo>
                <a:lnTo>
                  <a:pt x="18119" y="4506"/>
                </a:lnTo>
                <a:lnTo>
                  <a:pt x="18257" y="4274"/>
                </a:lnTo>
                <a:lnTo>
                  <a:pt x="18358" y="4042"/>
                </a:lnTo>
                <a:lnTo>
                  <a:pt x="18446" y="3798"/>
                </a:lnTo>
                <a:lnTo>
                  <a:pt x="18534" y="3566"/>
                </a:lnTo>
                <a:lnTo>
                  <a:pt x="18622" y="3283"/>
                </a:lnTo>
                <a:lnTo>
                  <a:pt x="18760" y="3051"/>
                </a:lnTo>
                <a:lnTo>
                  <a:pt x="18861" y="2819"/>
                </a:lnTo>
                <a:lnTo>
                  <a:pt x="18949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64" y="1647"/>
                </a:lnTo>
                <a:lnTo>
                  <a:pt x="19452" y="1416"/>
                </a:lnTo>
                <a:lnTo>
                  <a:pt x="19540" y="1171"/>
                </a:lnTo>
                <a:lnTo>
                  <a:pt x="19640" y="939"/>
                </a:lnTo>
                <a:lnTo>
                  <a:pt x="19766" y="708"/>
                </a:lnTo>
                <a:lnTo>
                  <a:pt x="19867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777043" y="4211181"/>
            <a:ext cx="20043" cy="48049"/>
          </a:xfrm>
          <a:custGeom>
            <a:avLst/>
            <a:gdLst/>
            <a:ahLst/>
            <a:cxnLst/>
            <a:rect l="l" t="t" r="r" b="b"/>
            <a:pathLst>
              <a:path w="20043" h="48049">
                <a:moveTo>
                  <a:pt x="0" y="48049"/>
                </a:moveTo>
                <a:lnTo>
                  <a:pt x="100" y="47817"/>
                </a:lnTo>
                <a:lnTo>
                  <a:pt x="226" y="47534"/>
                </a:lnTo>
                <a:lnTo>
                  <a:pt x="326" y="47302"/>
                </a:lnTo>
                <a:lnTo>
                  <a:pt x="414" y="47070"/>
                </a:lnTo>
                <a:lnTo>
                  <a:pt x="502" y="46826"/>
                </a:lnTo>
                <a:lnTo>
                  <a:pt x="603" y="46594"/>
                </a:lnTo>
                <a:lnTo>
                  <a:pt x="741" y="46362"/>
                </a:lnTo>
                <a:lnTo>
                  <a:pt x="829" y="46131"/>
                </a:lnTo>
                <a:lnTo>
                  <a:pt x="917" y="45899"/>
                </a:lnTo>
                <a:lnTo>
                  <a:pt x="1005" y="45654"/>
                </a:lnTo>
                <a:lnTo>
                  <a:pt x="1106" y="45422"/>
                </a:lnTo>
                <a:lnTo>
                  <a:pt x="1244" y="45191"/>
                </a:lnTo>
                <a:lnTo>
                  <a:pt x="1332" y="44959"/>
                </a:lnTo>
                <a:lnTo>
                  <a:pt x="1420" y="44714"/>
                </a:lnTo>
                <a:lnTo>
                  <a:pt x="1508" y="44444"/>
                </a:lnTo>
                <a:lnTo>
                  <a:pt x="1609" y="44199"/>
                </a:lnTo>
                <a:lnTo>
                  <a:pt x="1747" y="43968"/>
                </a:lnTo>
                <a:lnTo>
                  <a:pt x="1835" y="43736"/>
                </a:lnTo>
                <a:lnTo>
                  <a:pt x="1923" y="43504"/>
                </a:lnTo>
                <a:lnTo>
                  <a:pt x="2011" y="43259"/>
                </a:lnTo>
                <a:lnTo>
                  <a:pt x="2112" y="43028"/>
                </a:lnTo>
                <a:lnTo>
                  <a:pt x="2250" y="42796"/>
                </a:lnTo>
                <a:lnTo>
                  <a:pt x="2338" y="42564"/>
                </a:lnTo>
                <a:lnTo>
                  <a:pt x="2426" y="42332"/>
                </a:lnTo>
                <a:lnTo>
                  <a:pt x="2514" y="42088"/>
                </a:lnTo>
                <a:lnTo>
                  <a:pt x="2615" y="41856"/>
                </a:lnTo>
                <a:lnTo>
                  <a:pt x="2753" y="41573"/>
                </a:lnTo>
                <a:lnTo>
                  <a:pt x="2841" y="41341"/>
                </a:lnTo>
                <a:lnTo>
                  <a:pt x="2929" y="41109"/>
                </a:lnTo>
                <a:lnTo>
                  <a:pt x="3017" y="40878"/>
                </a:lnTo>
                <a:lnTo>
                  <a:pt x="3118" y="40633"/>
                </a:lnTo>
                <a:lnTo>
                  <a:pt x="3256" y="40401"/>
                </a:lnTo>
                <a:lnTo>
                  <a:pt x="3344" y="40169"/>
                </a:lnTo>
                <a:lnTo>
                  <a:pt x="3432" y="39938"/>
                </a:lnTo>
                <a:lnTo>
                  <a:pt x="3533" y="39693"/>
                </a:lnTo>
                <a:lnTo>
                  <a:pt x="3621" y="39461"/>
                </a:lnTo>
                <a:lnTo>
                  <a:pt x="3759" y="39178"/>
                </a:lnTo>
                <a:lnTo>
                  <a:pt x="3847" y="38946"/>
                </a:lnTo>
                <a:lnTo>
                  <a:pt x="3935" y="38715"/>
                </a:lnTo>
                <a:lnTo>
                  <a:pt x="4036" y="38483"/>
                </a:lnTo>
                <a:lnTo>
                  <a:pt x="4124" y="38238"/>
                </a:lnTo>
                <a:lnTo>
                  <a:pt x="4262" y="38006"/>
                </a:lnTo>
                <a:lnTo>
                  <a:pt x="4350" y="37775"/>
                </a:lnTo>
                <a:lnTo>
                  <a:pt x="4438" y="37543"/>
                </a:lnTo>
                <a:lnTo>
                  <a:pt x="4539" y="37311"/>
                </a:lnTo>
                <a:lnTo>
                  <a:pt x="4627" y="37067"/>
                </a:lnTo>
                <a:lnTo>
                  <a:pt x="4765" y="36796"/>
                </a:lnTo>
                <a:lnTo>
                  <a:pt x="485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56"/>
                </a:lnTo>
                <a:lnTo>
                  <a:pt x="5268" y="35612"/>
                </a:lnTo>
                <a:lnTo>
                  <a:pt x="5356" y="35380"/>
                </a:lnTo>
                <a:lnTo>
                  <a:pt x="5444" y="35148"/>
                </a:lnTo>
                <a:lnTo>
                  <a:pt x="5545" y="34916"/>
                </a:lnTo>
                <a:lnTo>
                  <a:pt x="5633" y="34633"/>
                </a:lnTo>
                <a:lnTo>
                  <a:pt x="5771" y="34401"/>
                </a:lnTo>
                <a:lnTo>
                  <a:pt x="5859" y="34157"/>
                </a:lnTo>
                <a:lnTo>
                  <a:pt x="5947" y="33925"/>
                </a:lnTo>
                <a:lnTo>
                  <a:pt x="6048" y="33693"/>
                </a:lnTo>
                <a:lnTo>
                  <a:pt x="6136" y="33462"/>
                </a:lnTo>
                <a:lnTo>
                  <a:pt x="6274" y="33230"/>
                </a:lnTo>
                <a:lnTo>
                  <a:pt x="6362" y="32985"/>
                </a:lnTo>
                <a:lnTo>
                  <a:pt x="6450" y="32753"/>
                </a:lnTo>
                <a:lnTo>
                  <a:pt x="6551" y="32470"/>
                </a:lnTo>
                <a:lnTo>
                  <a:pt x="6639" y="32238"/>
                </a:lnTo>
                <a:lnTo>
                  <a:pt x="6777" y="32007"/>
                </a:lnTo>
                <a:lnTo>
                  <a:pt x="6865" y="31775"/>
                </a:lnTo>
                <a:lnTo>
                  <a:pt x="6966" y="31530"/>
                </a:lnTo>
                <a:lnTo>
                  <a:pt x="7054" y="31299"/>
                </a:lnTo>
                <a:lnTo>
                  <a:pt x="7142" y="31067"/>
                </a:lnTo>
                <a:lnTo>
                  <a:pt x="7280" y="30835"/>
                </a:lnTo>
                <a:lnTo>
                  <a:pt x="7368" y="30552"/>
                </a:lnTo>
                <a:lnTo>
                  <a:pt x="7469" y="30320"/>
                </a:lnTo>
                <a:lnTo>
                  <a:pt x="7557" y="30075"/>
                </a:lnTo>
                <a:lnTo>
                  <a:pt x="7645" y="29844"/>
                </a:lnTo>
                <a:lnTo>
                  <a:pt x="7783" y="29612"/>
                </a:lnTo>
                <a:lnTo>
                  <a:pt x="7871" y="29380"/>
                </a:lnTo>
                <a:lnTo>
                  <a:pt x="7972" y="29136"/>
                </a:lnTo>
                <a:lnTo>
                  <a:pt x="8060" y="28904"/>
                </a:lnTo>
                <a:lnTo>
                  <a:pt x="8148" y="28621"/>
                </a:lnTo>
                <a:lnTo>
                  <a:pt x="8286" y="28389"/>
                </a:lnTo>
                <a:lnTo>
                  <a:pt x="8374" y="28157"/>
                </a:lnTo>
                <a:lnTo>
                  <a:pt x="8475" y="27925"/>
                </a:lnTo>
                <a:lnTo>
                  <a:pt x="8563" y="27681"/>
                </a:lnTo>
                <a:lnTo>
                  <a:pt x="8651" y="27449"/>
                </a:lnTo>
                <a:lnTo>
                  <a:pt x="8789" y="27217"/>
                </a:lnTo>
                <a:lnTo>
                  <a:pt x="8877" y="26934"/>
                </a:lnTo>
                <a:lnTo>
                  <a:pt x="8977" y="26702"/>
                </a:lnTo>
                <a:lnTo>
                  <a:pt x="9065" y="26470"/>
                </a:lnTo>
                <a:lnTo>
                  <a:pt x="9154" y="26239"/>
                </a:lnTo>
                <a:lnTo>
                  <a:pt x="9292" y="25994"/>
                </a:lnTo>
                <a:lnTo>
                  <a:pt x="9380" y="25762"/>
                </a:lnTo>
                <a:lnTo>
                  <a:pt x="9480" y="25531"/>
                </a:lnTo>
                <a:lnTo>
                  <a:pt x="9568" y="25247"/>
                </a:lnTo>
                <a:lnTo>
                  <a:pt x="9656" y="25016"/>
                </a:lnTo>
                <a:lnTo>
                  <a:pt x="9795" y="24784"/>
                </a:lnTo>
                <a:lnTo>
                  <a:pt x="9883" y="24539"/>
                </a:lnTo>
                <a:lnTo>
                  <a:pt x="9983" y="24307"/>
                </a:lnTo>
                <a:lnTo>
                  <a:pt x="10071" y="24076"/>
                </a:lnTo>
                <a:lnTo>
                  <a:pt x="10159" y="23844"/>
                </a:lnTo>
                <a:lnTo>
                  <a:pt x="10298" y="23561"/>
                </a:lnTo>
                <a:lnTo>
                  <a:pt x="10386" y="23329"/>
                </a:lnTo>
                <a:lnTo>
                  <a:pt x="10486" y="23084"/>
                </a:lnTo>
                <a:lnTo>
                  <a:pt x="10574" y="22853"/>
                </a:lnTo>
                <a:lnTo>
                  <a:pt x="10662" y="22621"/>
                </a:lnTo>
                <a:lnTo>
                  <a:pt x="10801" y="22389"/>
                </a:lnTo>
                <a:lnTo>
                  <a:pt x="10901" y="22144"/>
                </a:lnTo>
                <a:lnTo>
                  <a:pt x="10989" y="21874"/>
                </a:lnTo>
                <a:lnTo>
                  <a:pt x="11077" y="21629"/>
                </a:lnTo>
                <a:lnTo>
                  <a:pt x="11165" y="21398"/>
                </a:lnTo>
                <a:lnTo>
                  <a:pt x="11304" y="21166"/>
                </a:lnTo>
                <a:lnTo>
                  <a:pt x="11404" y="20934"/>
                </a:lnTo>
                <a:lnTo>
                  <a:pt x="11492" y="20690"/>
                </a:lnTo>
                <a:lnTo>
                  <a:pt x="11580" y="20458"/>
                </a:lnTo>
                <a:lnTo>
                  <a:pt x="11668" y="20175"/>
                </a:lnTo>
                <a:lnTo>
                  <a:pt x="11807" y="19943"/>
                </a:lnTo>
                <a:lnTo>
                  <a:pt x="11907" y="19711"/>
                </a:lnTo>
                <a:lnTo>
                  <a:pt x="11995" y="19479"/>
                </a:lnTo>
                <a:lnTo>
                  <a:pt x="12083" y="19235"/>
                </a:lnTo>
                <a:lnTo>
                  <a:pt x="12171" y="19003"/>
                </a:lnTo>
                <a:lnTo>
                  <a:pt x="12310" y="18720"/>
                </a:lnTo>
                <a:lnTo>
                  <a:pt x="12410" y="18488"/>
                </a:lnTo>
                <a:lnTo>
                  <a:pt x="12498" y="18256"/>
                </a:lnTo>
                <a:lnTo>
                  <a:pt x="12586" y="18024"/>
                </a:lnTo>
                <a:lnTo>
                  <a:pt x="12674" y="17793"/>
                </a:lnTo>
                <a:lnTo>
                  <a:pt x="12813" y="17548"/>
                </a:lnTo>
                <a:lnTo>
                  <a:pt x="12913" y="17265"/>
                </a:lnTo>
                <a:lnTo>
                  <a:pt x="13001" y="17033"/>
                </a:lnTo>
                <a:lnTo>
                  <a:pt x="13089" y="16801"/>
                </a:lnTo>
                <a:lnTo>
                  <a:pt x="13190" y="16570"/>
                </a:lnTo>
                <a:lnTo>
                  <a:pt x="13316" y="16338"/>
                </a:lnTo>
                <a:lnTo>
                  <a:pt x="13416" y="16093"/>
                </a:lnTo>
                <a:lnTo>
                  <a:pt x="13504" y="15810"/>
                </a:lnTo>
                <a:lnTo>
                  <a:pt x="13592" y="15578"/>
                </a:lnTo>
                <a:lnTo>
                  <a:pt x="13693" y="15346"/>
                </a:lnTo>
                <a:lnTo>
                  <a:pt x="13819" y="15115"/>
                </a:lnTo>
                <a:lnTo>
                  <a:pt x="13919" y="14883"/>
                </a:lnTo>
                <a:lnTo>
                  <a:pt x="14007" y="14638"/>
                </a:lnTo>
                <a:lnTo>
                  <a:pt x="14095" y="14355"/>
                </a:lnTo>
                <a:lnTo>
                  <a:pt x="14196" y="14123"/>
                </a:lnTo>
                <a:lnTo>
                  <a:pt x="14322" y="13892"/>
                </a:lnTo>
                <a:lnTo>
                  <a:pt x="14422" y="13660"/>
                </a:lnTo>
                <a:lnTo>
                  <a:pt x="14510" y="13428"/>
                </a:lnTo>
                <a:lnTo>
                  <a:pt x="14598" y="13183"/>
                </a:lnTo>
                <a:lnTo>
                  <a:pt x="14699" y="12900"/>
                </a:lnTo>
                <a:lnTo>
                  <a:pt x="14837" y="12668"/>
                </a:lnTo>
                <a:lnTo>
                  <a:pt x="14925" y="12437"/>
                </a:lnTo>
                <a:lnTo>
                  <a:pt x="15013" y="12205"/>
                </a:lnTo>
                <a:lnTo>
                  <a:pt x="15101" y="11973"/>
                </a:lnTo>
                <a:lnTo>
                  <a:pt x="15202" y="11729"/>
                </a:lnTo>
                <a:lnTo>
                  <a:pt x="15340" y="11458"/>
                </a:lnTo>
                <a:lnTo>
                  <a:pt x="15428" y="11214"/>
                </a:lnTo>
                <a:lnTo>
                  <a:pt x="15516" y="10982"/>
                </a:lnTo>
                <a:lnTo>
                  <a:pt x="15604" y="10750"/>
                </a:lnTo>
                <a:lnTo>
                  <a:pt x="15705" y="10518"/>
                </a:lnTo>
                <a:lnTo>
                  <a:pt x="15843" y="10235"/>
                </a:lnTo>
                <a:lnTo>
                  <a:pt x="15931" y="10003"/>
                </a:lnTo>
                <a:lnTo>
                  <a:pt x="16019" y="9759"/>
                </a:lnTo>
                <a:lnTo>
                  <a:pt x="16107" y="9527"/>
                </a:lnTo>
                <a:lnTo>
                  <a:pt x="16208" y="9295"/>
                </a:lnTo>
                <a:lnTo>
                  <a:pt x="16346" y="9063"/>
                </a:lnTo>
                <a:lnTo>
                  <a:pt x="16434" y="8780"/>
                </a:lnTo>
                <a:lnTo>
                  <a:pt x="16522" y="8548"/>
                </a:lnTo>
                <a:lnTo>
                  <a:pt x="16610" y="8304"/>
                </a:lnTo>
                <a:lnTo>
                  <a:pt x="16711" y="8072"/>
                </a:lnTo>
                <a:lnTo>
                  <a:pt x="16849" y="7840"/>
                </a:lnTo>
                <a:lnTo>
                  <a:pt x="16937" y="7557"/>
                </a:lnTo>
                <a:lnTo>
                  <a:pt x="17025" y="7325"/>
                </a:lnTo>
                <a:lnTo>
                  <a:pt x="17126" y="7094"/>
                </a:lnTo>
                <a:lnTo>
                  <a:pt x="17214" y="6849"/>
                </a:lnTo>
                <a:lnTo>
                  <a:pt x="17352" y="6617"/>
                </a:lnTo>
                <a:lnTo>
                  <a:pt x="17440" y="6385"/>
                </a:lnTo>
                <a:lnTo>
                  <a:pt x="17528" y="6102"/>
                </a:lnTo>
                <a:lnTo>
                  <a:pt x="17629" y="5870"/>
                </a:lnTo>
                <a:lnTo>
                  <a:pt x="17717" y="5639"/>
                </a:lnTo>
                <a:lnTo>
                  <a:pt x="17855" y="5394"/>
                </a:lnTo>
                <a:lnTo>
                  <a:pt x="17943" y="5162"/>
                </a:lnTo>
                <a:lnTo>
                  <a:pt x="18031" y="4879"/>
                </a:lnTo>
                <a:lnTo>
                  <a:pt x="18131" y="4647"/>
                </a:lnTo>
                <a:lnTo>
                  <a:pt x="18220" y="4416"/>
                </a:lnTo>
                <a:lnTo>
                  <a:pt x="18358" y="4184"/>
                </a:lnTo>
                <a:lnTo>
                  <a:pt x="18446" y="3939"/>
                </a:lnTo>
                <a:lnTo>
                  <a:pt x="18534" y="3669"/>
                </a:lnTo>
                <a:lnTo>
                  <a:pt x="18634" y="3424"/>
                </a:lnTo>
                <a:lnTo>
                  <a:pt x="18722" y="3192"/>
                </a:lnTo>
                <a:lnTo>
                  <a:pt x="18861" y="2961"/>
                </a:lnTo>
                <a:lnTo>
                  <a:pt x="18949" y="2729"/>
                </a:lnTo>
                <a:lnTo>
                  <a:pt x="19037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64" y="1738"/>
                </a:lnTo>
                <a:lnTo>
                  <a:pt x="19452" y="1506"/>
                </a:lnTo>
                <a:lnTo>
                  <a:pt x="19540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67" y="514"/>
                </a:lnTo>
                <a:lnTo>
                  <a:pt x="19955" y="283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797086" y="4162334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48847"/>
                </a:moveTo>
                <a:lnTo>
                  <a:pt x="100" y="48615"/>
                </a:lnTo>
                <a:lnTo>
                  <a:pt x="188" y="48384"/>
                </a:lnTo>
                <a:lnTo>
                  <a:pt x="326" y="48152"/>
                </a:lnTo>
                <a:lnTo>
                  <a:pt x="414" y="47907"/>
                </a:lnTo>
                <a:lnTo>
                  <a:pt x="502" y="47637"/>
                </a:lnTo>
                <a:lnTo>
                  <a:pt x="603" y="47392"/>
                </a:lnTo>
                <a:lnTo>
                  <a:pt x="691" y="47161"/>
                </a:lnTo>
                <a:lnTo>
                  <a:pt x="829" y="46929"/>
                </a:lnTo>
                <a:lnTo>
                  <a:pt x="917" y="46697"/>
                </a:lnTo>
                <a:lnTo>
                  <a:pt x="1018" y="46414"/>
                </a:lnTo>
                <a:lnTo>
                  <a:pt x="1106" y="46182"/>
                </a:lnTo>
                <a:lnTo>
                  <a:pt x="1194" y="45937"/>
                </a:lnTo>
                <a:lnTo>
                  <a:pt x="1332" y="45706"/>
                </a:lnTo>
                <a:lnTo>
                  <a:pt x="1420" y="45474"/>
                </a:lnTo>
                <a:lnTo>
                  <a:pt x="1521" y="45191"/>
                </a:lnTo>
                <a:lnTo>
                  <a:pt x="1609" y="44959"/>
                </a:lnTo>
                <a:lnTo>
                  <a:pt x="1697" y="44727"/>
                </a:lnTo>
                <a:lnTo>
                  <a:pt x="1835" y="44483"/>
                </a:lnTo>
                <a:lnTo>
                  <a:pt x="1923" y="44251"/>
                </a:lnTo>
                <a:lnTo>
                  <a:pt x="2024" y="43968"/>
                </a:lnTo>
                <a:lnTo>
                  <a:pt x="2112" y="43736"/>
                </a:lnTo>
                <a:lnTo>
                  <a:pt x="2200" y="43504"/>
                </a:lnTo>
                <a:lnTo>
                  <a:pt x="2338" y="43272"/>
                </a:lnTo>
                <a:lnTo>
                  <a:pt x="2426" y="42989"/>
                </a:lnTo>
                <a:lnTo>
                  <a:pt x="2527" y="42744"/>
                </a:lnTo>
                <a:lnTo>
                  <a:pt x="2615" y="42513"/>
                </a:lnTo>
                <a:lnTo>
                  <a:pt x="2703" y="42281"/>
                </a:lnTo>
                <a:lnTo>
                  <a:pt x="2841" y="42049"/>
                </a:lnTo>
                <a:lnTo>
                  <a:pt x="2929" y="41766"/>
                </a:lnTo>
                <a:lnTo>
                  <a:pt x="3030" y="41534"/>
                </a:lnTo>
                <a:lnTo>
                  <a:pt x="3118" y="41302"/>
                </a:lnTo>
                <a:lnTo>
                  <a:pt x="3206" y="41058"/>
                </a:lnTo>
                <a:lnTo>
                  <a:pt x="3344" y="40826"/>
                </a:lnTo>
                <a:lnTo>
                  <a:pt x="3432" y="40543"/>
                </a:lnTo>
                <a:lnTo>
                  <a:pt x="3533" y="40311"/>
                </a:lnTo>
                <a:lnTo>
                  <a:pt x="3621" y="40079"/>
                </a:lnTo>
                <a:lnTo>
                  <a:pt x="3709" y="39848"/>
                </a:lnTo>
                <a:lnTo>
                  <a:pt x="3847" y="39564"/>
                </a:lnTo>
                <a:lnTo>
                  <a:pt x="3935" y="39320"/>
                </a:lnTo>
                <a:lnTo>
                  <a:pt x="4036" y="39088"/>
                </a:lnTo>
                <a:lnTo>
                  <a:pt x="4124" y="38856"/>
                </a:lnTo>
                <a:lnTo>
                  <a:pt x="4212" y="38624"/>
                </a:lnTo>
                <a:lnTo>
                  <a:pt x="4350" y="38341"/>
                </a:lnTo>
                <a:lnTo>
                  <a:pt x="4451" y="38109"/>
                </a:lnTo>
                <a:lnTo>
                  <a:pt x="4539" y="37865"/>
                </a:lnTo>
                <a:lnTo>
                  <a:pt x="4627" y="37633"/>
                </a:lnTo>
                <a:lnTo>
                  <a:pt x="4715" y="37401"/>
                </a:lnTo>
                <a:lnTo>
                  <a:pt x="4853" y="37118"/>
                </a:lnTo>
                <a:lnTo>
                  <a:pt x="4954" y="36886"/>
                </a:lnTo>
                <a:lnTo>
                  <a:pt x="5042" y="36655"/>
                </a:lnTo>
                <a:lnTo>
                  <a:pt x="5130" y="36410"/>
                </a:lnTo>
                <a:lnTo>
                  <a:pt x="5218" y="36140"/>
                </a:lnTo>
                <a:lnTo>
                  <a:pt x="5356" y="35895"/>
                </a:lnTo>
                <a:lnTo>
                  <a:pt x="5457" y="35663"/>
                </a:lnTo>
                <a:lnTo>
                  <a:pt x="5545" y="35431"/>
                </a:lnTo>
                <a:lnTo>
                  <a:pt x="5633" y="35200"/>
                </a:lnTo>
                <a:lnTo>
                  <a:pt x="5721" y="34916"/>
                </a:lnTo>
                <a:lnTo>
                  <a:pt x="5859" y="34685"/>
                </a:lnTo>
                <a:lnTo>
                  <a:pt x="5960" y="34440"/>
                </a:lnTo>
                <a:lnTo>
                  <a:pt x="6048" y="34208"/>
                </a:lnTo>
                <a:lnTo>
                  <a:pt x="6136" y="33925"/>
                </a:lnTo>
                <a:lnTo>
                  <a:pt x="6224" y="33693"/>
                </a:lnTo>
                <a:lnTo>
                  <a:pt x="6362" y="33462"/>
                </a:lnTo>
                <a:lnTo>
                  <a:pt x="6463" y="33230"/>
                </a:lnTo>
                <a:lnTo>
                  <a:pt x="6551" y="32947"/>
                </a:lnTo>
                <a:lnTo>
                  <a:pt x="6639" y="32715"/>
                </a:lnTo>
                <a:lnTo>
                  <a:pt x="6727" y="32470"/>
                </a:lnTo>
                <a:lnTo>
                  <a:pt x="6865" y="32238"/>
                </a:lnTo>
                <a:lnTo>
                  <a:pt x="6966" y="32007"/>
                </a:lnTo>
                <a:lnTo>
                  <a:pt x="7054" y="31723"/>
                </a:lnTo>
                <a:lnTo>
                  <a:pt x="7142" y="31492"/>
                </a:lnTo>
                <a:lnTo>
                  <a:pt x="7242" y="31260"/>
                </a:lnTo>
                <a:lnTo>
                  <a:pt x="7368" y="31015"/>
                </a:lnTo>
                <a:lnTo>
                  <a:pt x="7469" y="30745"/>
                </a:lnTo>
                <a:lnTo>
                  <a:pt x="7557" y="30500"/>
                </a:lnTo>
                <a:lnTo>
                  <a:pt x="7645" y="30269"/>
                </a:lnTo>
                <a:lnTo>
                  <a:pt x="7745" y="30037"/>
                </a:lnTo>
                <a:lnTo>
                  <a:pt x="7871" y="29805"/>
                </a:lnTo>
                <a:lnTo>
                  <a:pt x="7972" y="29522"/>
                </a:lnTo>
                <a:lnTo>
                  <a:pt x="8060" y="29290"/>
                </a:lnTo>
                <a:lnTo>
                  <a:pt x="8148" y="29045"/>
                </a:lnTo>
                <a:lnTo>
                  <a:pt x="8248" y="28814"/>
                </a:lnTo>
                <a:lnTo>
                  <a:pt x="8386" y="28530"/>
                </a:lnTo>
                <a:lnTo>
                  <a:pt x="8475" y="28299"/>
                </a:lnTo>
                <a:lnTo>
                  <a:pt x="8563" y="28067"/>
                </a:lnTo>
                <a:lnTo>
                  <a:pt x="8651" y="27835"/>
                </a:lnTo>
                <a:lnTo>
                  <a:pt x="8751" y="27552"/>
                </a:lnTo>
                <a:lnTo>
                  <a:pt x="8889" y="27307"/>
                </a:lnTo>
                <a:lnTo>
                  <a:pt x="8977" y="27076"/>
                </a:lnTo>
                <a:lnTo>
                  <a:pt x="9065" y="26844"/>
                </a:lnTo>
                <a:lnTo>
                  <a:pt x="9154" y="26561"/>
                </a:lnTo>
                <a:lnTo>
                  <a:pt x="9254" y="26329"/>
                </a:lnTo>
                <a:lnTo>
                  <a:pt x="9392" y="26097"/>
                </a:lnTo>
                <a:lnTo>
                  <a:pt x="9480" y="25852"/>
                </a:lnTo>
                <a:lnTo>
                  <a:pt x="9568" y="25621"/>
                </a:lnTo>
                <a:lnTo>
                  <a:pt x="9656" y="25337"/>
                </a:lnTo>
                <a:lnTo>
                  <a:pt x="9757" y="25106"/>
                </a:lnTo>
                <a:lnTo>
                  <a:pt x="9895" y="24874"/>
                </a:lnTo>
                <a:lnTo>
                  <a:pt x="9983" y="24642"/>
                </a:lnTo>
                <a:lnTo>
                  <a:pt x="10071" y="24359"/>
                </a:lnTo>
                <a:lnTo>
                  <a:pt x="10159" y="24127"/>
                </a:lnTo>
                <a:lnTo>
                  <a:pt x="10260" y="23883"/>
                </a:lnTo>
                <a:lnTo>
                  <a:pt x="10398" y="23651"/>
                </a:lnTo>
                <a:lnTo>
                  <a:pt x="10486" y="23368"/>
                </a:lnTo>
                <a:lnTo>
                  <a:pt x="10574" y="23136"/>
                </a:lnTo>
                <a:lnTo>
                  <a:pt x="10675" y="22904"/>
                </a:lnTo>
                <a:lnTo>
                  <a:pt x="10763" y="22672"/>
                </a:lnTo>
                <a:lnTo>
                  <a:pt x="10901" y="22389"/>
                </a:lnTo>
                <a:lnTo>
                  <a:pt x="10989" y="22157"/>
                </a:lnTo>
                <a:lnTo>
                  <a:pt x="11077" y="21913"/>
                </a:lnTo>
                <a:lnTo>
                  <a:pt x="11178" y="21681"/>
                </a:lnTo>
                <a:lnTo>
                  <a:pt x="11266" y="21449"/>
                </a:lnTo>
                <a:lnTo>
                  <a:pt x="11404" y="21166"/>
                </a:lnTo>
                <a:lnTo>
                  <a:pt x="11492" y="20934"/>
                </a:lnTo>
                <a:lnTo>
                  <a:pt x="11580" y="20702"/>
                </a:lnTo>
                <a:lnTo>
                  <a:pt x="11681" y="20458"/>
                </a:lnTo>
                <a:lnTo>
                  <a:pt x="11769" y="20187"/>
                </a:lnTo>
                <a:lnTo>
                  <a:pt x="11907" y="19943"/>
                </a:lnTo>
                <a:lnTo>
                  <a:pt x="11995" y="19711"/>
                </a:lnTo>
                <a:lnTo>
                  <a:pt x="12083" y="19479"/>
                </a:lnTo>
                <a:lnTo>
                  <a:pt x="12184" y="19196"/>
                </a:lnTo>
                <a:lnTo>
                  <a:pt x="12272" y="18964"/>
                </a:lnTo>
                <a:lnTo>
                  <a:pt x="12410" y="18733"/>
                </a:lnTo>
                <a:lnTo>
                  <a:pt x="12498" y="18488"/>
                </a:lnTo>
                <a:lnTo>
                  <a:pt x="12586" y="18205"/>
                </a:lnTo>
                <a:lnTo>
                  <a:pt x="12687" y="17973"/>
                </a:lnTo>
                <a:lnTo>
                  <a:pt x="12775" y="17741"/>
                </a:lnTo>
                <a:lnTo>
                  <a:pt x="12913" y="17509"/>
                </a:lnTo>
                <a:lnTo>
                  <a:pt x="13001" y="17226"/>
                </a:lnTo>
                <a:lnTo>
                  <a:pt x="13089" y="16994"/>
                </a:lnTo>
                <a:lnTo>
                  <a:pt x="13190" y="16750"/>
                </a:lnTo>
                <a:lnTo>
                  <a:pt x="13278" y="16518"/>
                </a:lnTo>
                <a:lnTo>
                  <a:pt x="13416" y="16235"/>
                </a:lnTo>
                <a:lnTo>
                  <a:pt x="13504" y="16003"/>
                </a:lnTo>
                <a:lnTo>
                  <a:pt x="13592" y="15771"/>
                </a:lnTo>
                <a:lnTo>
                  <a:pt x="13693" y="15540"/>
                </a:lnTo>
                <a:lnTo>
                  <a:pt x="13781" y="15256"/>
                </a:lnTo>
                <a:lnTo>
                  <a:pt x="13919" y="15025"/>
                </a:lnTo>
                <a:lnTo>
                  <a:pt x="14007" y="14780"/>
                </a:lnTo>
                <a:lnTo>
                  <a:pt x="14095" y="14548"/>
                </a:lnTo>
                <a:lnTo>
                  <a:pt x="14196" y="14265"/>
                </a:lnTo>
                <a:lnTo>
                  <a:pt x="14284" y="14033"/>
                </a:lnTo>
                <a:lnTo>
                  <a:pt x="14422" y="13801"/>
                </a:lnTo>
                <a:lnTo>
                  <a:pt x="14510" y="13570"/>
                </a:lnTo>
                <a:lnTo>
                  <a:pt x="14611" y="13286"/>
                </a:lnTo>
                <a:lnTo>
                  <a:pt x="14699" y="13055"/>
                </a:lnTo>
                <a:lnTo>
                  <a:pt x="14787" y="12810"/>
                </a:lnTo>
                <a:lnTo>
                  <a:pt x="14925" y="12578"/>
                </a:lnTo>
                <a:lnTo>
                  <a:pt x="15013" y="12295"/>
                </a:lnTo>
                <a:lnTo>
                  <a:pt x="15114" y="12063"/>
                </a:lnTo>
                <a:lnTo>
                  <a:pt x="15202" y="11832"/>
                </a:lnTo>
                <a:lnTo>
                  <a:pt x="15290" y="11600"/>
                </a:lnTo>
                <a:lnTo>
                  <a:pt x="15428" y="11317"/>
                </a:lnTo>
                <a:lnTo>
                  <a:pt x="15516" y="11072"/>
                </a:lnTo>
                <a:lnTo>
                  <a:pt x="15617" y="10840"/>
                </a:lnTo>
                <a:lnTo>
                  <a:pt x="15705" y="10608"/>
                </a:lnTo>
                <a:lnTo>
                  <a:pt x="15793" y="10325"/>
                </a:lnTo>
                <a:lnTo>
                  <a:pt x="15931" y="10093"/>
                </a:lnTo>
                <a:lnTo>
                  <a:pt x="16019" y="9862"/>
                </a:lnTo>
                <a:lnTo>
                  <a:pt x="16120" y="9630"/>
                </a:lnTo>
                <a:lnTo>
                  <a:pt x="16208" y="9347"/>
                </a:lnTo>
                <a:lnTo>
                  <a:pt x="16296" y="9102"/>
                </a:lnTo>
                <a:lnTo>
                  <a:pt x="16434" y="8870"/>
                </a:lnTo>
                <a:lnTo>
                  <a:pt x="16522" y="8639"/>
                </a:lnTo>
                <a:lnTo>
                  <a:pt x="16623" y="8355"/>
                </a:lnTo>
                <a:lnTo>
                  <a:pt x="16711" y="8124"/>
                </a:lnTo>
                <a:lnTo>
                  <a:pt x="16799" y="7892"/>
                </a:lnTo>
                <a:lnTo>
                  <a:pt x="16937" y="7647"/>
                </a:lnTo>
                <a:lnTo>
                  <a:pt x="17025" y="7377"/>
                </a:lnTo>
                <a:lnTo>
                  <a:pt x="17126" y="7132"/>
                </a:lnTo>
                <a:lnTo>
                  <a:pt x="17214" y="6900"/>
                </a:lnTo>
                <a:lnTo>
                  <a:pt x="17302" y="6669"/>
                </a:lnTo>
                <a:lnTo>
                  <a:pt x="17440" y="6385"/>
                </a:lnTo>
                <a:lnTo>
                  <a:pt x="17528" y="6154"/>
                </a:lnTo>
                <a:lnTo>
                  <a:pt x="17629" y="5922"/>
                </a:lnTo>
                <a:lnTo>
                  <a:pt x="17717" y="5677"/>
                </a:lnTo>
                <a:lnTo>
                  <a:pt x="17805" y="5407"/>
                </a:lnTo>
                <a:lnTo>
                  <a:pt x="17943" y="5162"/>
                </a:lnTo>
                <a:lnTo>
                  <a:pt x="18031" y="4931"/>
                </a:lnTo>
                <a:lnTo>
                  <a:pt x="18131" y="4699"/>
                </a:lnTo>
                <a:lnTo>
                  <a:pt x="18220" y="4416"/>
                </a:lnTo>
                <a:lnTo>
                  <a:pt x="18308" y="4184"/>
                </a:lnTo>
                <a:lnTo>
                  <a:pt x="18446" y="3952"/>
                </a:lnTo>
                <a:lnTo>
                  <a:pt x="18546" y="3707"/>
                </a:lnTo>
                <a:lnTo>
                  <a:pt x="18634" y="3424"/>
                </a:lnTo>
                <a:lnTo>
                  <a:pt x="18722" y="3192"/>
                </a:lnTo>
                <a:lnTo>
                  <a:pt x="18811" y="2961"/>
                </a:lnTo>
                <a:lnTo>
                  <a:pt x="18949" y="2729"/>
                </a:lnTo>
                <a:lnTo>
                  <a:pt x="19049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13" y="1738"/>
                </a:lnTo>
                <a:lnTo>
                  <a:pt x="19452" y="1454"/>
                </a:lnTo>
                <a:lnTo>
                  <a:pt x="19552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16" y="476"/>
                </a:lnTo>
                <a:lnTo>
                  <a:pt x="19955" y="244"/>
                </a:lnTo>
                <a:lnTo>
                  <a:pt x="2005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817142" y="4113396"/>
            <a:ext cx="19992" cy="48937"/>
          </a:xfrm>
          <a:custGeom>
            <a:avLst/>
            <a:gdLst/>
            <a:ahLst/>
            <a:cxnLst/>
            <a:rect l="l" t="t" r="r" b="b"/>
            <a:pathLst>
              <a:path w="19992" h="48937">
                <a:moveTo>
                  <a:pt x="0" y="48937"/>
                </a:moveTo>
                <a:lnTo>
                  <a:pt x="88" y="48705"/>
                </a:lnTo>
                <a:lnTo>
                  <a:pt x="176" y="48422"/>
                </a:lnTo>
                <a:lnTo>
                  <a:pt x="264" y="48191"/>
                </a:lnTo>
                <a:lnTo>
                  <a:pt x="402" y="47959"/>
                </a:lnTo>
                <a:lnTo>
                  <a:pt x="502" y="47727"/>
                </a:lnTo>
                <a:lnTo>
                  <a:pt x="590" y="47444"/>
                </a:lnTo>
                <a:lnTo>
                  <a:pt x="679" y="47212"/>
                </a:lnTo>
                <a:lnTo>
                  <a:pt x="779" y="46967"/>
                </a:lnTo>
                <a:lnTo>
                  <a:pt x="905" y="46736"/>
                </a:lnTo>
                <a:lnTo>
                  <a:pt x="1005" y="46452"/>
                </a:lnTo>
                <a:lnTo>
                  <a:pt x="1093" y="46221"/>
                </a:lnTo>
                <a:lnTo>
                  <a:pt x="1181" y="45989"/>
                </a:lnTo>
                <a:lnTo>
                  <a:pt x="1282" y="45757"/>
                </a:lnTo>
                <a:lnTo>
                  <a:pt x="1408" y="45474"/>
                </a:lnTo>
                <a:lnTo>
                  <a:pt x="1508" y="45229"/>
                </a:lnTo>
                <a:lnTo>
                  <a:pt x="1596" y="44998"/>
                </a:lnTo>
                <a:lnTo>
                  <a:pt x="1684" y="44766"/>
                </a:lnTo>
                <a:lnTo>
                  <a:pt x="1785" y="44483"/>
                </a:lnTo>
                <a:lnTo>
                  <a:pt x="1923" y="44251"/>
                </a:lnTo>
                <a:lnTo>
                  <a:pt x="2011" y="44019"/>
                </a:lnTo>
                <a:lnTo>
                  <a:pt x="2099" y="43787"/>
                </a:lnTo>
                <a:lnTo>
                  <a:pt x="2187" y="43504"/>
                </a:lnTo>
                <a:lnTo>
                  <a:pt x="2288" y="43259"/>
                </a:lnTo>
                <a:lnTo>
                  <a:pt x="2426" y="43028"/>
                </a:lnTo>
                <a:lnTo>
                  <a:pt x="2514" y="42796"/>
                </a:lnTo>
                <a:lnTo>
                  <a:pt x="2552" y="42564"/>
                </a:lnTo>
                <a:lnTo>
                  <a:pt x="2653" y="42332"/>
                </a:lnTo>
                <a:lnTo>
                  <a:pt x="2791" y="42088"/>
                </a:lnTo>
                <a:lnTo>
                  <a:pt x="2879" y="41856"/>
                </a:lnTo>
                <a:lnTo>
                  <a:pt x="2967" y="41573"/>
                </a:lnTo>
                <a:lnTo>
                  <a:pt x="3068" y="41341"/>
                </a:lnTo>
                <a:lnTo>
                  <a:pt x="3156" y="41109"/>
                </a:lnTo>
                <a:lnTo>
                  <a:pt x="3294" y="40878"/>
                </a:lnTo>
                <a:lnTo>
                  <a:pt x="3382" y="40594"/>
                </a:lnTo>
                <a:lnTo>
                  <a:pt x="3470" y="40350"/>
                </a:lnTo>
                <a:lnTo>
                  <a:pt x="3571" y="40118"/>
                </a:lnTo>
                <a:lnTo>
                  <a:pt x="3659" y="39886"/>
                </a:lnTo>
                <a:lnTo>
                  <a:pt x="3797" y="39603"/>
                </a:lnTo>
                <a:lnTo>
                  <a:pt x="3885" y="39371"/>
                </a:lnTo>
                <a:lnTo>
                  <a:pt x="3973" y="39139"/>
                </a:lnTo>
                <a:lnTo>
                  <a:pt x="4074" y="38895"/>
                </a:lnTo>
                <a:lnTo>
                  <a:pt x="4162" y="38624"/>
                </a:lnTo>
                <a:lnTo>
                  <a:pt x="4300" y="38380"/>
                </a:lnTo>
                <a:lnTo>
                  <a:pt x="4388" y="38148"/>
                </a:lnTo>
                <a:lnTo>
                  <a:pt x="4476" y="37916"/>
                </a:lnTo>
                <a:lnTo>
                  <a:pt x="4577" y="37633"/>
                </a:lnTo>
                <a:lnTo>
                  <a:pt x="4665" y="37401"/>
                </a:lnTo>
                <a:lnTo>
                  <a:pt x="4803" y="37170"/>
                </a:lnTo>
                <a:lnTo>
                  <a:pt x="4891" y="36925"/>
                </a:lnTo>
                <a:lnTo>
                  <a:pt x="4979" y="36655"/>
                </a:lnTo>
                <a:lnTo>
                  <a:pt x="5079" y="36410"/>
                </a:lnTo>
                <a:lnTo>
                  <a:pt x="5167" y="36178"/>
                </a:lnTo>
                <a:lnTo>
                  <a:pt x="5306" y="35946"/>
                </a:lnTo>
                <a:lnTo>
                  <a:pt x="5394" y="35663"/>
                </a:lnTo>
                <a:lnTo>
                  <a:pt x="5482" y="35431"/>
                </a:lnTo>
                <a:lnTo>
                  <a:pt x="5582" y="35200"/>
                </a:lnTo>
                <a:lnTo>
                  <a:pt x="5670" y="34955"/>
                </a:lnTo>
                <a:lnTo>
                  <a:pt x="5809" y="34672"/>
                </a:lnTo>
                <a:lnTo>
                  <a:pt x="5897" y="34440"/>
                </a:lnTo>
                <a:lnTo>
                  <a:pt x="5985" y="34208"/>
                </a:lnTo>
                <a:lnTo>
                  <a:pt x="6085" y="33977"/>
                </a:lnTo>
                <a:lnTo>
                  <a:pt x="6173" y="33693"/>
                </a:lnTo>
                <a:lnTo>
                  <a:pt x="6312" y="33462"/>
                </a:lnTo>
                <a:lnTo>
                  <a:pt x="6400" y="33230"/>
                </a:lnTo>
                <a:lnTo>
                  <a:pt x="6488" y="32985"/>
                </a:lnTo>
                <a:lnTo>
                  <a:pt x="6588" y="32702"/>
                </a:lnTo>
                <a:lnTo>
                  <a:pt x="6676" y="32470"/>
                </a:lnTo>
                <a:lnTo>
                  <a:pt x="6815" y="32238"/>
                </a:lnTo>
                <a:lnTo>
                  <a:pt x="6903" y="32007"/>
                </a:lnTo>
                <a:lnTo>
                  <a:pt x="7003" y="31723"/>
                </a:lnTo>
                <a:lnTo>
                  <a:pt x="7091" y="31492"/>
                </a:lnTo>
                <a:lnTo>
                  <a:pt x="7179" y="31247"/>
                </a:lnTo>
                <a:lnTo>
                  <a:pt x="7318" y="31015"/>
                </a:lnTo>
                <a:lnTo>
                  <a:pt x="7406" y="30732"/>
                </a:lnTo>
                <a:lnTo>
                  <a:pt x="7506" y="30500"/>
                </a:lnTo>
                <a:lnTo>
                  <a:pt x="7594" y="30269"/>
                </a:lnTo>
                <a:lnTo>
                  <a:pt x="7682" y="30037"/>
                </a:lnTo>
                <a:lnTo>
                  <a:pt x="7821" y="29754"/>
                </a:lnTo>
                <a:lnTo>
                  <a:pt x="7909" y="29522"/>
                </a:lnTo>
                <a:lnTo>
                  <a:pt x="8009" y="29277"/>
                </a:lnTo>
                <a:lnTo>
                  <a:pt x="8097" y="29045"/>
                </a:lnTo>
                <a:lnTo>
                  <a:pt x="8185" y="28762"/>
                </a:lnTo>
                <a:lnTo>
                  <a:pt x="8324" y="28530"/>
                </a:lnTo>
                <a:lnTo>
                  <a:pt x="8412" y="28299"/>
                </a:lnTo>
                <a:lnTo>
                  <a:pt x="8512" y="28067"/>
                </a:lnTo>
                <a:lnTo>
                  <a:pt x="8600" y="27784"/>
                </a:lnTo>
                <a:lnTo>
                  <a:pt x="8688" y="27552"/>
                </a:lnTo>
                <a:lnTo>
                  <a:pt x="8827" y="27307"/>
                </a:lnTo>
                <a:lnTo>
                  <a:pt x="8915" y="27076"/>
                </a:lnTo>
                <a:lnTo>
                  <a:pt x="9015" y="26792"/>
                </a:lnTo>
                <a:lnTo>
                  <a:pt x="9103" y="26561"/>
                </a:lnTo>
                <a:lnTo>
                  <a:pt x="9191" y="26329"/>
                </a:lnTo>
                <a:lnTo>
                  <a:pt x="9330" y="26097"/>
                </a:lnTo>
                <a:lnTo>
                  <a:pt x="9418" y="25814"/>
                </a:lnTo>
                <a:lnTo>
                  <a:pt x="9518" y="25569"/>
                </a:lnTo>
                <a:lnTo>
                  <a:pt x="9606" y="25337"/>
                </a:lnTo>
                <a:lnTo>
                  <a:pt x="9694" y="25106"/>
                </a:lnTo>
                <a:lnTo>
                  <a:pt x="9833" y="24822"/>
                </a:lnTo>
                <a:lnTo>
                  <a:pt x="9921" y="24591"/>
                </a:lnTo>
                <a:lnTo>
                  <a:pt x="10021" y="24359"/>
                </a:lnTo>
                <a:lnTo>
                  <a:pt x="10109" y="24114"/>
                </a:lnTo>
                <a:lnTo>
                  <a:pt x="10197" y="23844"/>
                </a:lnTo>
                <a:lnTo>
                  <a:pt x="10335" y="23599"/>
                </a:lnTo>
                <a:lnTo>
                  <a:pt x="10436" y="23368"/>
                </a:lnTo>
                <a:lnTo>
                  <a:pt x="10524" y="23136"/>
                </a:lnTo>
                <a:lnTo>
                  <a:pt x="10612" y="22853"/>
                </a:lnTo>
                <a:lnTo>
                  <a:pt x="10700" y="22621"/>
                </a:lnTo>
                <a:lnTo>
                  <a:pt x="10838" y="22389"/>
                </a:lnTo>
                <a:lnTo>
                  <a:pt x="10939" y="22144"/>
                </a:lnTo>
                <a:lnTo>
                  <a:pt x="11027" y="21874"/>
                </a:lnTo>
                <a:lnTo>
                  <a:pt x="11115" y="21629"/>
                </a:lnTo>
                <a:lnTo>
                  <a:pt x="11203" y="21398"/>
                </a:lnTo>
                <a:lnTo>
                  <a:pt x="11341" y="21166"/>
                </a:lnTo>
                <a:lnTo>
                  <a:pt x="11442" y="20883"/>
                </a:lnTo>
                <a:lnTo>
                  <a:pt x="11530" y="20651"/>
                </a:lnTo>
                <a:lnTo>
                  <a:pt x="11618" y="20419"/>
                </a:lnTo>
                <a:lnTo>
                  <a:pt x="11706" y="20175"/>
                </a:lnTo>
                <a:lnTo>
                  <a:pt x="11844" y="19891"/>
                </a:lnTo>
                <a:lnTo>
                  <a:pt x="11945" y="19660"/>
                </a:lnTo>
                <a:lnTo>
                  <a:pt x="12033" y="19428"/>
                </a:lnTo>
                <a:lnTo>
                  <a:pt x="12121" y="19196"/>
                </a:lnTo>
                <a:lnTo>
                  <a:pt x="12209" y="18913"/>
                </a:lnTo>
                <a:lnTo>
                  <a:pt x="12347" y="18681"/>
                </a:lnTo>
                <a:lnTo>
                  <a:pt x="12448" y="18449"/>
                </a:lnTo>
                <a:lnTo>
                  <a:pt x="12536" y="18205"/>
                </a:lnTo>
                <a:lnTo>
                  <a:pt x="12624" y="17921"/>
                </a:lnTo>
                <a:lnTo>
                  <a:pt x="12712" y="17690"/>
                </a:lnTo>
                <a:lnTo>
                  <a:pt x="12850" y="17458"/>
                </a:lnTo>
                <a:lnTo>
                  <a:pt x="12951" y="17226"/>
                </a:lnTo>
                <a:lnTo>
                  <a:pt x="13039" y="16943"/>
                </a:lnTo>
                <a:lnTo>
                  <a:pt x="13127" y="16711"/>
                </a:lnTo>
                <a:lnTo>
                  <a:pt x="13228" y="16467"/>
                </a:lnTo>
                <a:lnTo>
                  <a:pt x="13353" y="16235"/>
                </a:lnTo>
                <a:lnTo>
                  <a:pt x="13454" y="15952"/>
                </a:lnTo>
                <a:lnTo>
                  <a:pt x="13542" y="15720"/>
                </a:lnTo>
                <a:lnTo>
                  <a:pt x="13630" y="15488"/>
                </a:lnTo>
                <a:lnTo>
                  <a:pt x="13731" y="15256"/>
                </a:lnTo>
                <a:lnTo>
                  <a:pt x="13856" y="14973"/>
                </a:lnTo>
                <a:lnTo>
                  <a:pt x="13957" y="14741"/>
                </a:lnTo>
                <a:lnTo>
                  <a:pt x="14045" y="14497"/>
                </a:lnTo>
                <a:lnTo>
                  <a:pt x="14133" y="14265"/>
                </a:lnTo>
                <a:lnTo>
                  <a:pt x="14233" y="14033"/>
                </a:lnTo>
                <a:lnTo>
                  <a:pt x="14372" y="13750"/>
                </a:lnTo>
                <a:lnTo>
                  <a:pt x="14460" y="13518"/>
                </a:lnTo>
                <a:lnTo>
                  <a:pt x="14548" y="13286"/>
                </a:lnTo>
                <a:lnTo>
                  <a:pt x="14636" y="13042"/>
                </a:lnTo>
                <a:lnTo>
                  <a:pt x="14736" y="12771"/>
                </a:lnTo>
                <a:lnTo>
                  <a:pt x="14875" y="12527"/>
                </a:lnTo>
                <a:lnTo>
                  <a:pt x="14963" y="12295"/>
                </a:lnTo>
                <a:lnTo>
                  <a:pt x="15051" y="12063"/>
                </a:lnTo>
                <a:lnTo>
                  <a:pt x="15139" y="11780"/>
                </a:lnTo>
                <a:lnTo>
                  <a:pt x="15239" y="11548"/>
                </a:lnTo>
                <a:lnTo>
                  <a:pt x="15378" y="11317"/>
                </a:lnTo>
                <a:lnTo>
                  <a:pt x="15466" y="11072"/>
                </a:lnTo>
                <a:lnTo>
                  <a:pt x="15554" y="10789"/>
                </a:lnTo>
                <a:lnTo>
                  <a:pt x="15642" y="10557"/>
                </a:lnTo>
                <a:lnTo>
                  <a:pt x="15742" y="10325"/>
                </a:lnTo>
                <a:lnTo>
                  <a:pt x="15881" y="10093"/>
                </a:lnTo>
                <a:lnTo>
                  <a:pt x="15969" y="9862"/>
                </a:lnTo>
                <a:lnTo>
                  <a:pt x="16057" y="9578"/>
                </a:lnTo>
                <a:lnTo>
                  <a:pt x="16145" y="9334"/>
                </a:lnTo>
                <a:lnTo>
                  <a:pt x="16245" y="9102"/>
                </a:lnTo>
                <a:lnTo>
                  <a:pt x="16384" y="8870"/>
                </a:lnTo>
                <a:lnTo>
                  <a:pt x="16472" y="8587"/>
                </a:lnTo>
                <a:lnTo>
                  <a:pt x="16560" y="8355"/>
                </a:lnTo>
                <a:lnTo>
                  <a:pt x="16660" y="8124"/>
                </a:lnTo>
                <a:lnTo>
                  <a:pt x="16748" y="7892"/>
                </a:lnTo>
                <a:lnTo>
                  <a:pt x="16887" y="7609"/>
                </a:lnTo>
                <a:lnTo>
                  <a:pt x="16975" y="7364"/>
                </a:lnTo>
                <a:lnTo>
                  <a:pt x="17063" y="7132"/>
                </a:lnTo>
                <a:lnTo>
                  <a:pt x="17163" y="6900"/>
                </a:lnTo>
                <a:lnTo>
                  <a:pt x="17251" y="6617"/>
                </a:lnTo>
                <a:lnTo>
                  <a:pt x="17390" y="6385"/>
                </a:lnTo>
                <a:lnTo>
                  <a:pt x="17478" y="6154"/>
                </a:lnTo>
                <a:lnTo>
                  <a:pt x="17566" y="5909"/>
                </a:lnTo>
                <a:lnTo>
                  <a:pt x="17666" y="5677"/>
                </a:lnTo>
                <a:lnTo>
                  <a:pt x="17754" y="5394"/>
                </a:lnTo>
                <a:lnTo>
                  <a:pt x="17893" y="5162"/>
                </a:lnTo>
                <a:lnTo>
                  <a:pt x="17981" y="4931"/>
                </a:lnTo>
                <a:lnTo>
                  <a:pt x="18069" y="4699"/>
                </a:lnTo>
                <a:lnTo>
                  <a:pt x="18169" y="4416"/>
                </a:lnTo>
                <a:lnTo>
                  <a:pt x="18257" y="4184"/>
                </a:lnTo>
                <a:lnTo>
                  <a:pt x="18396" y="3939"/>
                </a:lnTo>
                <a:lnTo>
                  <a:pt x="18484" y="3707"/>
                </a:lnTo>
                <a:lnTo>
                  <a:pt x="18572" y="3476"/>
                </a:lnTo>
                <a:lnTo>
                  <a:pt x="18672" y="3192"/>
                </a:lnTo>
                <a:lnTo>
                  <a:pt x="18760" y="2961"/>
                </a:lnTo>
                <a:lnTo>
                  <a:pt x="18899" y="2729"/>
                </a:lnTo>
                <a:lnTo>
                  <a:pt x="18987" y="2484"/>
                </a:lnTo>
                <a:lnTo>
                  <a:pt x="19075" y="2214"/>
                </a:lnTo>
                <a:lnTo>
                  <a:pt x="19175" y="1969"/>
                </a:lnTo>
                <a:lnTo>
                  <a:pt x="19263" y="1738"/>
                </a:lnTo>
                <a:lnTo>
                  <a:pt x="19401" y="1506"/>
                </a:lnTo>
                <a:lnTo>
                  <a:pt x="19490" y="1223"/>
                </a:lnTo>
                <a:lnTo>
                  <a:pt x="19578" y="991"/>
                </a:lnTo>
                <a:lnTo>
                  <a:pt x="19678" y="759"/>
                </a:lnTo>
                <a:lnTo>
                  <a:pt x="19766" y="514"/>
                </a:lnTo>
                <a:lnTo>
                  <a:pt x="19904" y="283"/>
                </a:lnTo>
                <a:lnTo>
                  <a:pt x="1999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837135" y="4065115"/>
            <a:ext cx="20043" cy="48281"/>
          </a:xfrm>
          <a:custGeom>
            <a:avLst/>
            <a:gdLst/>
            <a:ahLst/>
            <a:cxnLst/>
            <a:rect l="l" t="t" r="r" b="b"/>
            <a:pathLst>
              <a:path w="20043" h="48281">
                <a:moveTo>
                  <a:pt x="0" y="48281"/>
                </a:moveTo>
                <a:lnTo>
                  <a:pt x="88" y="48049"/>
                </a:lnTo>
                <a:lnTo>
                  <a:pt x="188" y="47817"/>
                </a:lnTo>
                <a:lnTo>
                  <a:pt x="276" y="47585"/>
                </a:lnTo>
                <a:lnTo>
                  <a:pt x="414" y="47302"/>
                </a:lnTo>
                <a:lnTo>
                  <a:pt x="502" y="47058"/>
                </a:lnTo>
                <a:lnTo>
                  <a:pt x="603" y="46826"/>
                </a:lnTo>
                <a:lnTo>
                  <a:pt x="691" y="46594"/>
                </a:lnTo>
                <a:lnTo>
                  <a:pt x="779" y="46362"/>
                </a:lnTo>
                <a:lnTo>
                  <a:pt x="917" y="46079"/>
                </a:lnTo>
                <a:lnTo>
                  <a:pt x="1005" y="45847"/>
                </a:lnTo>
                <a:lnTo>
                  <a:pt x="1106" y="45616"/>
                </a:lnTo>
                <a:lnTo>
                  <a:pt x="1194" y="45371"/>
                </a:lnTo>
                <a:lnTo>
                  <a:pt x="1282" y="45139"/>
                </a:lnTo>
                <a:lnTo>
                  <a:pt x="1420" y="44856"/>
                </a:lnTo>
                <a:lnTo>
                  <a:pt x="1508" y="44624"/>
                </a:lnTo>
                <a:lnTo>
                  <a:pt x="1609" y="44392"/>
                </a:lnTo>
                <a:lnTo>
                  <a:pt x="1697" y="44161"/>
                </a:lnTo>
                <a:lnTo>
                  <a:pt x="1785" y="43877"/>
                </a:lnTo>
                <a:lnTo>
                  <a:pt x="1923" y="43633"/>
                </a:lnTo>
                <a:lnTo>
                  <a:pt x="2011" y="43401"/>
                </a:lnTo>
                <a:lnTo>
                  <a:pt x="2112" y="43169"/>
                </a:lnTo>
                <a:lnTo>
                  <a:pt x="2200" y="42938"/>
                </a:lnTo>
                <a:lnTo>
                  <a:pt x="2288" y="42654"/>
                </a:lnTo>
                <a:lnTo>
                  <a:pt x="2426" y="42423"/>
                </a:lnTo>
                <a:lnTo>
                  <a:pt x="2514" y="42178"/>
                </a:lnTo>
                <a:lnTo>
                  <a:pt x="2615" y="41946"/>
                </a:lnTo>
                <a:lnTo>
                  <a:pt x="2703" y="41714"/>
                </a:lnTo>
                <a:lnTo>
                  <a:pt x="2791" y="41431"/>
                </a:lnTo>
                <a:lnTo>
                  <a:pt x="2929" y="41199"/>
                </a:lnTo>
                <a:lnTo>
                  <a:pt x="3017" y="40968"/>
                </a:lnTo>
                <a:lnTo>
                  <a:pt x="3118" y="40723"/>
                </a:lnTo>
                <a:lnTo>
                  <a:pt x="3206" y="40453"/>
                </a:lnTo>
                <a:lnTo>
                  <a:pt x="3294" y="40208"/>
                </a:lnTo>
                <a:lnTo>
                  <a:pt x="3432" y="39976"/>
                </a:lnTo>
                <a:lnTo>
                  <a:pt x="3520" y="39745"/>
                </a:lnTo>
                <a:lnTo>
                  <a:pt x="3621" y="39513"/>
                </a:lnTo>
                <a:lnTo>
                  <a:pt x="3709" y="39230"/>
                </a:lnTo>
                <a:lnTo>
                  <a:pt x="3797" y="38998"/>
                </a:lnTo>
                <a:lnTo>
                  <a:pt x="3935" y="38753"/>
                </a:lnTo>
                <a:lnTo>
                  <a:pt x="4023" y="38521"/>
                </a:lnTo>
                <a:lnTo>
                  <a:pt x="4124" y="38290"/>
                </a:lnTo>
                <a:lnTo>
                  <a:pt x="4212" y="38006"/>
                </a:lnTo>
                <a:lnTo>
                  <a:pt x="4300" y="37775"/>
                </a:lnTo>
                <a:lnTo>
                  <a:pt x="4438" y="37543"/>
                </a:lnTo>
                <a:lnTo>
                  <a:pt x="4539" y="37298"/>
                </a:lnTo>
                <a:lnTo>
                  <a:pt x="4627" y="37067"/>
                </a:lnTo>
                <a:lnTo>
                  <a:pt x="4715" y="36783"/>
                </a:lnTo>
                <a:lnTo>
                  <a:pt x="480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43"/>
                </a:lnTo>
                <a:lnTo>
                  <a:pt x="5218" y="35573"/>
                </a:lnTo>
                <a:lnTo>
                  <a:pt x="5306" y="35328"/>
                </a:lnTo>
                <a:lnTo>
                  <a:pt x="5444" y="35097"/>
                </a:lnTo>
                <a:lnTo>
                  <a:pt x="5545" y="34865"/>
                </a:lnTo>
                <a:lnTo>
                  <a:pt x="5633" y="34633"/>
                </a:lnTo>
                <a:lnTo>
                  <a:pt x="5721" y="34350"/>
                </a:lnTo>
                <a:lnTo>
                  <a:pt x="5809" y="34118"/>
                </a:lnTo>
                <a:lnTo>
                  <a:pt x="5947" y="33874"/>
                </a:lnTo>
                <a:lnTo>
                  <a:pt x="6048" y="33642"/>
                </a:lnTo>
                <a:lnTo>
                  <a:pt x="6136" y="33410"/>
                </a:lnTo>
                <a:lnTo>
                  <a:pt x="6224" y="33127"/>
                </a:lnTo>
                <a:lnTo>
                  <a:pt x="6312" y="32895"/>
                </a:lnTo>
                <a:lnTo>
                  <a:pt x="6450" y="32663"/>
                </a:lnTo>
                <a:lnTo>
                  <a:pt x="6551" y="32419"/>
                </a:lnTo>
                <a:lnTo>
                  <a:pt x="6639" y="32187"/>
                </a:lnTo>
                <a:lnTo>
                  <a:pt x="6727" y="31904"/>
                </a:lnTo>
                <a:lnTo>
                  <a:pt x="6827" y="31672"/>
                </a:lnTo>
                <a:lnTo>
                  <a:pt x="6953" y="31440"/>
                </a:lnTo>
                <a:lnTo>
                  <a:pt x="7054" y="31208"/>
                </a:lnTo>
                <a:lnTo>
                  <a:pt x="7142" y="30964"/>
                </a:lnTo>
                <a:lnTo>
                  <a:pt x="7230" y="30693"/>
                </a:lnTo>
                <a:lnTo>
                  <a:pt x="7330" y="30449"/>
                </a:lnTo>
                <a:lnTo>
                  <a:pt x="7456" y="30217"/>
                </a:lnTo>
                <a:lnTo>
                  <a:pt x="7557" y="29985"/>
                </a:lnTo>
                <a:lnTo>
                  <a:pt x="7645" y="29754"/>
                </a:lnTo>
                <a:lnTo>
                  <a:pt x="7733" y="29470"/>
                </a:lnTo>
                <a:lnTo>
                  <a:pt x="7833" y="29239"/>
                </a:lnTo>
                <a:lnTo>
                  <a:pt x="7972" y="28994"/>
                </a:lnTo>
                <a:lnTo>
                  <a:pt x="8060" y="28762"/>
                </a:lnTo>
                <a:lnTo>
                  <a:pt x="8148" y="28530"/>
                </a:lnTo>
                <a:lnTo>
                  <a:pt x="8236" y="28299"/>
                </a:lnTo>
                <a:lnTo>
                  <a:pt x="8336" y="28015"/>
                </a:lnTo>
                <a:lnTo>
                  <a:pt x="8475" y="27784"/>
                </a:lnTo>
                <a:lnTo>
                  <a:pt x="8563" y="27539"/>
                </a:lnTo>
                <a:lnTo>
                  <a:pt x="8651" y="27307"/>
                </a:lnTo>
                <a:lnTo>
                  <a:pt x="8739" y="27076"/>
                </a:lnTo>
                <a:lnTo>
                  <a:pt x="8839" y="26792"/>
                </a:lnTo>
                <a:lnTo>
                  <a:pt x="8977" y="26561"/>
                </a:lnTo>
                <a:lnTo>
                  <a:pt x="9065" y="26329"/>
                </a:lnTo>
                <a:lnTo>
                  <a:pt x="9154" y="26084"/>
                </a:lnTo>
                <a:lnTo>
                  <a:pt x="9242" y="25852"/>
                </a:lnTo>
                <a:lnTo>
                  <a:pt x="9342" y="25621"/>
                </a:lnTo>
                <a:lnTo>
                  <a:pt x="9480" y="25337"/>
                </a:lnTo>
                <a:lnTo>
                  <a:pt x="9568" y="25106"/>
                </a:lnTo>
                <a:lnTo>
                  <a:pt x="9656" y="24874"/>
                </a:lnTo>
                <a:lnTo>
                  <a:pt x="9745" y="24629"/>
                </a:lnTo>
                <a:lnTo>
                  <a:pt x="9845" y="24398"/>
                </a:lnTo>
                <a:lnTo>
                  <a:pt x="9983" y="24114"/>
                </a:lnTo>
                <a:lnTo>
                  <a:pt x="10071" y="23883"/>
                </a:lnTo>
                <a:lnTo>
                  <a:pt x="10159" y="23651"/>
                </a:lnTo>
                <a:lnTo>
                  <a:pt x="10247" y="23419"/>
                </a:lnTo>
                <a:lnTo>
                  <a:pt x="10348" y="23174"/>
                </a:lnTo>
                <a:lnTo>
                  <a:pt x="10486" y="22943"/>
                </a:lnTo>
                <a:lnTo>
                  <a:pt x="10574" y="22659"/>
                </a:lnTo>
                <a:lnTo>
                  <a:pt x="10662" y="22428"/>
                </a:lnTo>
                <a:lnTo>
                  <a:pt x="10763" y="22196"/>
                </a:lnTo>
                <a:lnTo>
                  <a:pt x="10851" y="21964"/>
                </a:lnTo>
                <a:lnTo>
                  <a:pt x="10989" y="21720"/>
                </a:lnTo>
                <a:lnTo>
                  <a:pt x="11077" y="21488"/>
                </a:lnTo>
                <a:lnTo>
                  <a:pt x="11165" y="21205"/>
                </a:lnTo>
                <a:lnTo>
                  <a:pt x="11266" y="20973"/>
                </a:lnTo>
                <a:lnTo>
                  <a:pt x="11354" y="20741"/>
                </a:lnTo>
                <a:lnTo>
                  <a:pt x="11492" y="20509"/>
                </a:lnTo>
                <a:lnTo>
                  <a:pt x="11580" y="20278"/>
                </a:lnTo>
                <a:lnTo>
                  <a:pt x="11668" y="20033"/>
                </a:lnTo>
                <a:lnTo>
                  <a:pt x="11769" y="19750"/>
                </a:lnTo>
                <a:lnTo>
                  <a:pt x="11857" y="19518"/>
                </a:lnTo>
                <a:lnTo>
                  <a:pt x="11995" y="19286"/>
                </a:lnTo>
                <a:lnTo>
                  <a:pt x="12083" y="19054"/>
                </a:lnTo>
                <a:lnTo>
                  <a:pt x="12171" y="18823"/>
                </a:lnTo>
                <a:lnTo>
                  <a:pt x="12272" y="18578"/>
                </a:lnTo>
                <a:lnTo>
                  <a:pt x="12360" y="18295"/>
                </a:lnTo>
                <a:lnTo>
                  <a:pt x="12498" y="18063"/>
                </a:lnTo>
                <a:lnTo>
                  <a:pt x="12586" y="17831"/>
                </a:lnTo>
                <a:lnTo>
                  <a:pt x="12674" y="17600"/>
                </a:lnTo>
                <a:lnTo>
                  <a:pt x="12775" y="17368"/>
                </a:lnTo>
                <a:lnTo>
                  <a:pt x="12863" y="17123"/>
                </a:lnTo>
                <a:lnTo>
                  <a:pt x="13001" y="16840"/>
                </a:lnTo>
                <a:lnTo>
                  <a:pt x="13089" y="16608"/>
                </a:lnTo>
                <a:lnTo>
                  <a:pt x="13177" y="16376"/>
                </a:lnTo>
                <a:lnTo>
                  <a:pt x="13278" y="16145"/>
                </a:lnTo>
                <a:lnTo>
                  <a:pt x="13366" y="15913"/>
                </a:lnTo>
                <a:lnTo>
                  <a:pt x="13504" y="15668"/>
                </a:lnTo>
                <a:lnTo>
                  <a:pt x="13592" y="15385"/>
                </a:lnTo>
                <a:lnTo>
                  <a:pt x="13680" y="15153"/>
                </a:lnTo>
                <a:lnTo>
                  <a:pt x="13781" y="14922"/>
                </a:lnTo>
                <a:lnTo>
                  <a:pt x="13869" y="14690"/>
                </a:lnTo>
                <a:lnTo>
                  <a:pt x="14007" y="14458"/>
                </a:lnTo>
                <a:lnTo>
                  <a:pt x="14095" y="14213"/>
                </a:lnTo>
                <a:lnTo>
                  <a:pt x="14196" y="13982"/>
                </a:lnTo>
                <a:lnTo>
                  <a:pt x="14284" y="13698"/>
                </a:lnTo>
                <a:lnTo>
                  <a:pt x="14372" y="13467"/>
                </a:lnTo>
                <a:lnTo>
                  <a:pt x="14510" y="13235"/>
                </a:lnTo>
                <a:lnTo>
                  <a:pt x="14598" y="13003"/>
                </a:lnTo>
                <a:lnTo>
                  <a:pt x="14699" y="12759"/>
                </a:lnTo>
                <a:lnTo>
                  <a:pt x="14787" y="12527"/>
                </a:lnTo>
                <a:lnTo>
                  <a:pt x="14875" y="12295"/>
                </a:lnTo>
                <a:lnTo>
                  <a:pt x="15013" y="12012"/>
                </a:lnTo>
                <a:lnTo>
                  <a:pt x="15101" y="11780"/>
                </a:lnTo>
                <a:lnTo>
                  <a:pt x="15202" y="11548"/>
                </a:lnTo>
                <a:lnTo>
                  <a:pt x="15290" y="11304"/>
                </a:lnTo>
                <a:lnTo>
                  <a:pt x="15378" y="11072"/>
                </a:lnTo>
                <a:lnTo>
                  <a:pt x="15516" y="10840"/>
                </a:lnTo>
                <a:lnTo>
                  <a:pt x="15604" y="10608"/>
                </a:lnTo>
                <a:lnTo>
                  <a:pt x="15705" y="10325"/>
                </a:lnTo>
                <a:lnTo>
                  <a:pt x="15793" y="10093"/>
                </a:lnTo>
                <a:lnTo>
                  <a:pt x="15881" y="9849"/>
                </a:lnTo>
                <a:lnTo>
                  <a:pt x="16019" y="9617"/>
                </a:lnTo>
                <a:lnTo>
                  <a:pt x="16107" y="9385"/>
                </a:lnTo>
                <a:lnTo>
                  <a:pt x="16208" y="9154"/>
                </a:lnTo>
                <a:lnTo>
                  <a:pt x="16296" y="8922"/>
                </a:lnTo>
                <a:lnTo>
                  <a:pt x="16384" y="8639"/>
                </a:lnTo>
                <a:lnTo>
                  <a:pt x="16522" y="8394"/>
                </a:lnTo>
                <a:lnTo>
                  <a:pt x="16610" y="8162"/>
                </a:lnTo>
                <a:lnTo>
                  <a:pt x="16711" y="7930"/>
                </a:lnTo>
                <a:lnTo>
                  <a:pt x="16799" y="7699"/>
                </a:lnTo>
                <a:lnTo>
                  <a:pt x="16887" y="7467"/>
                </a:lnTo>
                <a:lnTo>
                  <a:pt x="17025" y="7222"/>
                </a:lnTo>
                <a:lnTo>
                  <a:pt x="17113" y="6939"/>
                </a:lnTo>
                <a:lnTo>
                  <a:pt x="17214" y="6707"/>
                </a:lnTo>
                <a:lnTo>
                  <a:pt x="17302" y="6476"/>
                </a:lnTo>
                <a:lnTo>
                  <a:pt x="17390" y="6244"/>
                </a:lnTo>
                <a:lnTo>
                  <a:pt x="17528" y="6012"/>
                </a:lnTo>
                <a:lnTo>
                  <a:pt x="17616" y="5767"/>
                </a:lnTo>
                <a:lnTo>
                  <a:pt x="17717" y="5536"/>
                </a:lnTo>
                <a:lnTo>
                  <a:pt x="17805" y="5304"/>
                </a:lnTo>
                <a:lnTo>
                  <a:pt x="17893" y="5021"/>
                </a:lnTo>
                <a:lnTo>
                  <a:pt x="18031" y="4789"/>
                </a:lnTo>
                <a:lnTo>
                  <a:pt x="18131" y="4557"/>
                </a:lnTo>
                <a:lnTo>
                  <a:pt x="18220" y="4313"/>
                </a:lnTo>
                <a:lnTo>
                  <a:pt x="18308" y="4081"/>
                </a:lnTo>
                <a:lnTo>
                  <a:pt x="18396" y="3849"/>
                </a:lnTo>
                <a:lnTo>
                  <a:pt x="18534" y="3617"/>
                </a:lnTo>
                <a:lnTo>
                  <a:pt x="18634" y="3386"/>
                </a:lnTo>
                <a:lnTo>
                  <a:pt x="18722" y="3102"/>
                </a:lnTo>
                <a:lnTo>
                  <a:pt x="18811" y="2858"/>
                </a:lnTo>
                <a:lnTo>
                  <a:pt x="18899" y="2626"/>
                </a:lnTo>
                <a:lnTo>
                  <a:pt x="19037" y="2394"/>
                </a:lnTo>
                <a:lnTo>
                  <a:pt x="19137" y="2162"/>
                </a:lnTo>
                <a:lnTo>
                  <a:pt x="19225" y="1931"/>
                </a:lnTo>
                <a:lnTo>
                  <a:pt x="19313" y="1686"/>
                </a:lnTo>
                <a:lnTo>
                  <a:pt x="19401" y="1454"/>
                </a:lnTo>
                <a:lnTo>
                  <a:pt x="19540" y="1223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04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857178" y="4018237"/>
            <a:ext cx="20005" cy="46877"/>
          </a:xfrm>
          <a:custGeom>
            <a:avLst/>
            <a:gdLst/>
            <a:ahLst/>
            <a:cxnLst/>
            <a:rect l="l" t="t" r="r" b="b"/>
            <a:pathLst>
              <a:path w="20005" h="46877">
                <a:moveTo>
                  <a:pt x="0" y="46877"/>
                </a:moveTo>
                <a:lnTo>
                  <a:pt x="100" y="46646"/>
                </a:lnTo>
                <a:lnTo>
                  <a:pt x="188" y="46414"/>
                </a:lnTo>
                <a:lnTo>
                  <a:pt x="276" y="46169"/>
                </a:lnTo>
                <a:lnTo>
                  <a:pt x="377" y="45937"/>
                </a:lnTo>
                <a:lnTo>
                  <a:pt x="502" y="45654"/>
                </a:lnTo>
                <a:lnTo>
                  <a:pt x="603" y="45422"/>
                </a:lnTo>
                <a:lnTo>
                  <a:pt x="691" y="45191"/>
                </a:lnTo>
                <a:lnTo>
                  <a:pt x="779" y="44959"/>
                </a:lnTo>
                <a:lnTo>
                  <a:pt x="880" y="44714"/>
                </a:lnTo>
                <a:lnTo>
                  <a:pt x="1005" y="44483"/>
                </a:lnTo>
                <a:lnTo>
                  <a:pt x="1106" y="44251"/>
                </a:lnTo>
                <a:lnTo>
                  <a:pt x="1194" y="44019"/>
                </a:lnTo>
                <a:lnTo>
                  <a:pt x="1282" y="43787"/>
                </a:lnTo>
                <a:lnTo>
                  <a:pt x="1383" y="43543"/>
                </a:lnTo>
                <a:lnTo>
                  <a:pt x="1508" y="43259"/>
                </a:lnTo>
                <a:lnTo>
                  <a:pt x="1609" y="43028"/>
                </a:lnTo>
                <a:lnTo>
                  <a:pt x="1697" y="42796"/>
                </a:lnTo>
                <a:lnTo>
                  <a:pt x="1785" y="42564"/>
                </a:lnTo>
                <a:lnTo>
                  <a:pt x="1886" y="42332"/>
                </a:lnTo>
                <a:lnTo>
                  <a:pt x="2024" y="42088"/>
                </a:lnTo>
                <a:lnTo>
                  <a:pt x="2112" y="41856"/>
                </a:lnTo>
                <a:lnTo>
                  <a:pt x="2200" y="41624"/>
                </a:lnTo>
                <a:lnTo>
                  <a:pt x="2288" y="41393"/>
                </a:lnTo>
                <a:lnTo>
                  <a:pt x="2389" y="41148"/>
                </a:lnTo>
                <a:lnTo>
                  <a:pt x="2527" y="40878"/>
                </a:lnTo>
                <a:lnTo>
                  <a:pt x="2615" y="40633"/>
                </a:lnTo>
                <a:lnTo>
                  <a:pt x="2703" y="40401"/>
                </a:lnTo>
                <a:lnTo>
                  <a:pt x="2791" y="40169"/>
                </a:lnTo>
                <a:lnTo>
                  <a:pt x="2892" y="39938"/>
                </a:lnTo>
                <a:lnTo>
                  <a:pt x="3030" y="39706"/>
                </a:lnTo>
                <a:lnTo>
                  <a:pt x="3118" y="39461"/>
                </a:lnTo>
                <a:lnTo>
                  <a:pt x="3206" y="39230"/>
                </a:lnTo>
                <a:lnTo>
                  <a:pt x="3294" y="38998"/>
                </a:lnTo>
                <a:lnTo>
                  <a:pt x="3395" y="38766"/>
                </a:lnTo>
                <a:lnTo>
                  <a:pt x="3533" y="38521"/>
                </a:lnTo>
                <a:lnTo>
                  <a:pt x="3621" y="38290"/>
                </a:lnTo>
                <a:lnTo>
                  <a:pt x="3709" y="38006"/>
                </a:lnTo>
                <a:lnTo>
                  <a:pt x="3797" y="37775"/>
                </a:lnTo>
                <a:lnTo>
                  <a:pt x="3898" y="37543"/>
                </a:lnTo>
                <a:lnTo>
                  <a:pt x="4036" y="37311"/>
                </a:lnTo>
                <a:lnTo>
                  <a:pt x="4124" y="37067"/>
                </a:lnTo>
                <a:lnTo>
                  <a:pt x="4212" y="36835"/>
                </a:lnTo>
                <a:lnTo>
                  <a:pt x="4312" y="36603"/>
                </a:lnTo>
                <a:lnTo>
                  <a:pt x="4400" y="36371"/>
                </a:lnTo>
                <a:lnTo>
                  <a:pt x="4539" y="36140"/>
                </a:lnTo>
                <a:lnTo>
                  <a:pt x="4627" y="35895"/>
                </a:lnTo>
                <a:lnTo>
                  <a:pt x="4715" y="35663"/>
                </a:lnTo>
                <a:lnTo>
                  <a:pt x="4815" y="35431"/>
                </a:lnTo>
                <a:lnTo>
                  <a:pt x="4903" y="35200"/>
                </a:lnTo>
                <a:lnTo>
                  <a:pt x="5042" y="34916"/>
                </a:lnTo>
                <a:lnTo>
                  <a:pt x="5130" y="34685"/>
                </a:lnTo>
                <a:lnTo>
                  <a:pt x="5218" y="34440"/>
                </a:lnTo>
                <a:lnTo>
                  <a:pt x="5318" y="34208"/>
                </a:lnTo>
                <a:lnTo>
                  <a:pt x="5406" y="33977"/>
                </a:lnTo>
                <a:lnTo>
                  <a:pt x="5545" y="33745"/>
                </a:lnTo>
                <a:lnTo>
                  <a:pt x="5633" y="33500"/>
                </a:lnTo>
                <a:lnTo>
                  <a:pt x="5721" y="33268"/>
                </a:lnTo>
                <a:lnTo>
                  <a:pt x="5821" y="33037"/>
                </a:lnTo>
                <a:lnTo>
                  <a:pt x="5909" y="32805"/>
                </a:lnTo>
                <a:lnTo>
                  <a:pt x="6048" y="32573"/>
                </a:lnTo>
                <a:lnTo>
                  <a:pt x="6136" y="32329"/>
                </a:lnTo>
                <a:lnTo>
                  <a:pt x="6224" y="32097"/>
                </a:lnTo>
                <a:lnTo>
                  <a:pt x="6324" y="31865"/>
                </a:lnTo>
                <a:lnTo>
                  <a:pt x="6412" y="31633"/>
                </a:lnTo>
                <a:lnTo>
                  <a:pt x="6551" y="31389"/>
                </a:lnTo>
                <a:lnTo>
                  <a:pt x="6639" y="31118"/>
                </a:lnTo>
                <a:lnTo>
                  <a:pt x="6727" y="30874"/>
                </a:lnTo>
                <a:lnTo>
                  <a:pt x="6827" y="30642"/>
                </a:lnTo>
                <a:lnTo>
                  <a:pt x="6915" y="30410"/>
                </a:lnTo>
                <a:lnTo>
                  <a:pt x="7054" y="30178"/>
                </a:lnTo>
                <a:lnTo>
                  <a:pt x="7142" y="29934"/>
                </a:lnTo>
                <a:lnTo>
                  <a:pt x="7230" y="29702"/>
                </a:lnTo>
                <a:lnTo>
                  <a:pt x="7330" y="29470"/>
                </a:lnTo>
                <a:lnTo>
                  <a:pt x="7418" y="29239"/>
                </a:lnTo>
                <a:lnTo>
                  <a:pt x="7557" y="29007"/>
                </a:lnTo>
                <a:lnTo>
                  <a:pt x="7645" y="28762"/>
                </a:lnTo>
                <a:lnTo>
                  <a:pt x="7733" y="28530"/>
                </a:lnTo>
                <a:lnTo>
                  <a:pt x="7833" y="28299"/>
                </a:lnTo>
                <a:lnTo>
                  <a:pt x="7921" y="28067"/>
                </a:lnTo>
                <a:lnTo>
                  <a:pt x="8060" y="27822"/>
                </a:lnTo>
                <a:lnTo>
                  <a:pt x="8148" y="27591"/>
                </a:lnTo>
                <a:lnTo>
                  <a:pt x="8248" y="27359"/>
                </a:lnTo>
                <a:lnTo>
                  <a:pt x="8336" y="27127"/>
                </a:lnTo>
                <a:lnTo>
                  <a:pt x="8424" y="26895"/>
                </a:lnTo>
                <a:lnTo>
                  <a:pt x="8563" y="26651"/>
                </a:lnTo>
                <a:lnTo>
                  <a:pt x="8651" y="26419"/>
                </a:lnTo>
                <a:lnTo>
                  <a:pt x="8751" y="26187"/>
                </a:lnTo>
                <a:lnTo>
                  <a:pt x="8839" y="25904"/>
                </a:lnTo>
                <a:lnTo>
                  <a:pt x="8927" y="25672"/>
                </a:lnTo>
                <a:lnTo>
                  <a:pt x="9065" y="25440"/>
                </a:lnTo>
                <a:lnTo>
                  <a:pt x="9154" y="25196"/>
                </a:lnTo>
                <a:lnTo>
                  <a:pt x="9254" y="24964"/>
                </a:lnTo>
                <a:lnTo>
                  <a:pt x="9342" y="24732"/>
                </a:lnTo>
                <a:lnTo>
                  <a:pt x="9430" y="24501"/>
                </a:lnTo>
                <a:lnTo>
                  <a:pt x="9568" y="24256"/>
                </a:lnTo>
                <a:lnTo>
                  <a:pt x="9656" y="24024"/>
                </a:lnTo>
                <a:lnTo>
                  <a:pt x="9757" y="23792"/>
                </a:lnTo>
                <a:lnTo>
                  <a:pt x="9845" y="23561"/>
                </a:lnTo>
                <a:lnTo>
                  <a:pt x="9933" y="23329"/>
                </a:lnTo>
                <a:lnTo>
                  <a:pt x="10071" y="23084"/>
                </a:lnTo>
                <a:lnTo>
                  <a:pt x="10159" y="22853"/>
                </a:lnTo>
                <a:lnTo>
                  <a:pt x="10260" y="22621"/>
                </a:lnTo>
                <a:lnTo>
                  <a:pt x="10348" y="22389"/>
                </a:lnTo>
                <a:lnTo>
                  <a:pt x="10436" y="22144"/>
                </a:lnTo>
                <a:lnTo>
                  <a:pt x="10574" y="21913"/>
                </a:lnTo>
                <a:lnTo>
                  <a:pt x="10662" y="21681"/>
                </a:lnTo>
                <a:lnTo>
                  <a:pt x="10763" y="21449"/>
                </a:lnTo>
                <a:lnTo>
                  <a:pt x="10851" y="21217"/>
                </a:lnTo>
                <a:lnTo>
                  <a:pt x="10939" y="20973"/>
                </a:lnTo>
                <a:lnTo>
                  <a:pt x="11077" y="20741"/>
                </a:lnTo>
                <a:lnTo>
                  <a:pt x="11165" y="20509"/>
                </a:lnTo>
                <a:lnTo>
                  <a:pt x="11266" y="20278"/>
                </a:lnTo>
                <a:lnTo>
                  <a:pt x="11354" y="20033"/>
                </a:lnTo>
                <a:lnTo>
                  <a:pt x="11442" y="19801"/>
                </a:lnTo>
                <a:lnTo>
                  <a:pt x="11580" y="19569"/>
                </a:lnTo>
                <a:lnTo>
                  <a:pt x="11681" y="19338"/>
                </a:lnTo>
                <a:lnTo>
                  <a:pt x="11769" y="19106"/>
                </a:lnTo>
                <a:lnTo>
                  <a:pt x="11857" y="18861"/>
                </a:lnTo>
                <a:lnTo>
                  <a:pt x="11945" y="18630"/>
                </a:lnTo>
                <a:lnTo>
                  <a:pt x="12083" y="18398"/>
                </a:lnTo>
                <a:lnTo>
                  <a:pt x="12184" y="18166"/>
                </a:lnTo>
                <a:lnTo>
                  <a:pt x="12272" y="17921"/>
                </a:lnTo>
                <a:lnTo>
                  <a:pt x="12360" y="17690"/>
                </a:lnTo>
                <a:lnTo>
                  <a:pt x="12448" y="17458"/>
                </a:lnTo>
                <a:lnTo>
                  <a:pt x="12586" y="17226"/>
                </a:lnTo>
                <a:lnTo>
                  <a:pt x="12687" y="16994"/>
                </a:lnTo>
                <a:lnTo>
                  <a:pt x="12775" y="16750"/>
                </a:lnTo>
                <a:lnTo>
                  <a:pt x="12863" y="16518"/>
                </a:lnTo>
                <a:lnTo>
                  <a:pt x="12951" y="16286"/>
                </a:lnTo>
                <a:lnTo>
                  <a:pt x="13089" y="16055"/>
                </a:lnTo>
                <a:lnTo>
                  <a:pt x="13190" y="15810"/>
                </a:lnTo>
                <a:lnTo>
                  <a:pt x="13278" y="15578"/>
                </a:lnTo>
                <a:lnTo>
                  <a:pt x="13366" y="15346"/>
                </a:lnTo>
                <a:lnTo>
                  <a:pt x="13454" y="15115"/>
                </a:lnTo>
                <a:lnTo>
                  <a:pt x="13592" y="14883"/>
                </a:lnTo>
                <a:lnTo>
                  <a:pt x="13693" y="14638"/>
                </a:lnTo>
                <a:lnTo>
                  <a:pt x="13781" y="14407"/>
                </a:lnTo>
                <a:lnTo>
                  <a:pt x="13869" y="14175"/>
                </a:lnTo>
                <a:lnTo>
                  <a:pt x="13969" y="13943"/>
                </a:lnTo>
                <a:lnTo>
                  <a:pt x="14095" y="13698"/>
                </a:lnTo>
                <a:lnTo>
                  <a:pt x="14196" y="13467"/>
                </a:lnTo>
                <a:lnTo>
                  <a:pt x="14284" y="13235"/>
                </a:lnTo>
                <a:lnTo>
                  <a:pt x="14372" y="13003"/>
                </a:lnTo>
                <a:lnTo>
                  <a:pt x="14472" y="12771"/>
                </a:lnTo>
                <a:lnTo>
                  <a:pt x="14598" y="12527"/>
                </a:lnTo>
                <a:lnTo>
                  <a:pt x="14699" y="12295"/>
                </a:lnTo>
                <a:lnTo>
                  <a:pt x="14787" y="12063"/>
                </a:lnTo>
                <a:lnTo>
                  <a:pt x="14875" y="11832"/>
                </a:lnTo>
                <a:lnTo>
                  <a:pt x="14975" y="11587"/>
                </a:lnTo>
                <a:lnTo>
                  <a:pt x="15101" y="11355"/>
                </a:lnTo>
                <a:lnTo>
                  <a:pt x="15202" y="11123"/>
                </a:lnTo>
                <a:lnTo>
                  <a:pt x="15290" y="10892"/>
                </a:lnTo>
                <a:lnTo>
                  <a:pt x="15378" y="10660"/>
                </a:lnTo>
                <a:lnTo>
                  <a:pt x="15478" y="10415"/>
                </a:lnTo>
                <a:lnTo>
                  <a:pt x="15617" y="10184"/>
                </a:lnTo>
                <a:lnTo>
                  <a:pt x="15705" y="9952"/>
                </a:lnTo>
                <a:lnTo>
                  <a:pt x="15793" y="9720"/>
                </a:lnTo>
                <a:lnTo>
                  <a:pt x="15881" y="9475"/>
                </a:lnTo>
                <a:lnTo>
                  <a:pt x="15981" y="9295"/>
                </a:lnTo>
                <a:lnTo>
                  <a:pt x="16120" y="9063"/>
                </a:lnTo>
                <a:lnTo>
                  <a:pt x="16208" y="8819"/>
                </a:lnTo>
                <a:lnTo>
                  <a:pt x="16296" y="8587"/>
                </a:lnTo>
                <a:lnTo>
                  <a:pt x="16384" y="8355"/>
                </a:lnTo>
                <a:lnTo>
                  <a:pt x="16484" y="8124"/>
                </a:lnTo>
                <a:lnTo>
                  <a:pt x="16623" y="7892"/>
                </a:lnTo>
                <a:lnTo>
                  <a:pt x="16711" y="7647"/>
                </a:lnTo>
                <a:lnTo>
                  <a:pt x="16799" y="7415"/>
                </a:lnTo>
                <a:lnTo>
                  <a:pt x="16887" y="7184"/>
                </a:lnTo>
                <a:lnTo>
                  <a:pt x="16987" y="6952"/>
                </a:lnTo>
                <a:lnTo>
                  <a:pt x="17126" y="6707"/>
                </a:lnTo>
                <a:lnTo>
                  <a:pt x="17214" y="6476"/>
                </a:lnTo>
                <a:lnTo>
                  <a:pt x="17302" y="6244"/>
                </a:lnTo>
                <a:lnTo>
                  <a:pt x="17390" y="6012"/>
                </a:lnTo>
                <a:lnTo>
                  <a:pt x="17490" y="5780"/>
                </a:lnTo>
                <a:lnTo>
                  <a:pt x="17629" y="5536"/>
                </a:lnTo>
                <a:lnTo>
                  <a:pt x="17717" y="5304"/>
                </a:lnTo>
                <a:lnTo>
                  <a:pt x="17805" y="5072"/>
                </a:lnTo>
                <a:lnTo>
                  <a:pt x="17905" y="4840"/>
                </a:lnTo>
                <a:lnTo>
                  <a:pt x="17993" y="4596"/>
                </a:lnTo>
                <a:lnTo>
                  <a:pt x="18131" y="4416"/>
                </a:lnTo>
                <a:lnTo>
                  <a:pt x="18220" y="4184"/>
                </a:lnTo>
                <a:lnTo>
                  <a:pt x="18308" y="3939"/>
                </a:lnTo>
                <a:lnTo>
                  <a:pt x="18408" y="3707"/>
                </a:lnTo>
                <a:lnTo>
                  <a:pt x="18496" y="3476"/>
                </a:lnTo>
                <a:lnTo>
                  <a:pt x="18634" y="3244"/>
                </a:lnTo>
                <a:lnTo>
                  <a:pt x="18722" y="3012"/>
                </a:lnTo>
                <a:lnTo>
                  <a:pt x="18811" y="2768"/>
                </a:lnTo>
                <a:lnTo>
                  <a:pt x="18911" y="2536"/>
                </a:lnTo>
                <a:lnTo>
                  <a:pt x="18999" y="2304"/>
                </a:lnTo>
                <a:lnTo>
                  <a:pt x="19137" y="2072"/>
                </a:lnTo>
                <a:lnTo>
                  <a:pt x="19225" y="1828"/>
                </a:lnTo>
                <a:lnTo>
                  <a:pt x="19313" y="1596"/>
                </a:lnTo>
                <a:lnTo>
                  <a:pt x="19414" y="1364"/>
                </a:lnTo>
                <a:lnTo>
                  <a:pt x="19502" y="1132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17" y="244"/>
                </a:lnTo>
                <a:lnTo>
                  <a:pt x="2000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877184" y="3973522"/>
            <a:ext cx="20043" cy="44714"/>
          </a:xfrm>
          <a:custGeom>
            <a:avLst/>
            <a:gdLst/>
            <a:ahLst/>
            <a:cxnLst/>
            <a:rect l="l" t="t" r="r" b="b"/>
            <a:pathLst>
              <a:path w="20043" h="44714">
                <a:moveTo>
                  <a:pt x="0" y="44714"/>
                </a:moveTo>
                <a:lnTo>
                  <a:pt x="138" y="44483"/>
                </a:lnTo>
                <a:lnTo>
                  <a:pt x="226" y="44251"/>
                </a:lnTo>
                <a:lnTo>
                  <a:pt x="314" y="44019"/>
                </a:lnTo>
                <a:lnTo>
                  <a:pt x="414" y="43774"/>
                </a:lnTo>
                <a:lnTo>
                  <a:pt x="502" y="43543"/>
                </a:lnTo>
                <a:lnTo>
                  <a:pt x="641" y="43311"/>
                </a:lnTo>
                <a:lnTo>
                  <a:pt x="729" y="43079"/>
                </a:lnTo>
                <a:lnTo>
                  <a:pt x="817" y="42886"/>
                </a:lnTo>
                <a:lnTo>
                  <a:pt x="917" y="42654"/>
                </a:lnTo>
                <a:lnTo>
                  <a:pt x="1005" y="42423"/>
                </a:lnTo>
                <a:lnTo>
                  <a:pt x="1144" y="42191"/>
                </a:lnTo>
                <a:lnTo>
                  <a:pt x="1232" y="41946"/>
                </a:lnTo>
                <a:lnTo>
                  <a:pt x="1320" y="41714"/>
                </a:lnTo>
                <a:lnTo>
                  <a:pt x="1420" y="41483"/>
                </a:lnTo>
                <a:lnTo>
                  <a:pt x="1508" y="41251"/>
                </a:lnTo>
                <a:lnTo>
                  <a:pt x="1647" y="41006"/>
                </a:lnTo>
                <a:lnTo>
                  <a:pt x="1735" y="40775"/>
                </a:lnTo>
                <a:lnTo>
                  <a:pt x="1835" y="40594"/>
                </a:lnTo>
                <a:lnTo>
                  <a:pt x="1923" y="40350"/>
                </a:lnTo>
                <a:lnTo>
                  <a:pt x="2011" y="40118"/>
                </a:lnTo>
                <a:lnTo>
                  <a:pt x="2150" y="39886"/>
                </a:lnTo>
                <a:lnTo>
                  <a:pt x="2238" y="39654"/>
                </a:lnTo>
                <a:lnTo>
                  <a:pt x="2338" y="39410"/>
                </a:lnTo>
                <a:lnTo>
                  <a:pt x="2426" y="39178"/>
                </a:lnTo>
                <a:lnTo>
                  <a:pt x="2514" y="38946"/>
                </a:lnTo>
                <a:lnTo>
                  <a:pt x="2653" y="38715"/>
                </a:lnTo>
                <a:lnTo>
                  <a:pt x="2741" y="38521"/>
                </a:lnTo>
                <a:lnTo>
                  <a:pt x="2841" y="38290"/>
                </a:lnTo>
                <a:lnTo>
                  <a:pt x="2929" y="38058"/>
                </a:lnTo>
                <a:lnTo>
                  <a:pt x="3017" y="37826"/>
                </a:lnTo>
                <a:lnTo>
                  <a:pt x="3156" y="37582"/>
                </a:lnTo>
                <a:lnTo>
                  <a:pt x="3244" y="37350"/>
                </a:lnTo>
                <a:lnTo>
                  <a:pt x="3344" y="37118"/>
                </a:lnTo>
                <a:lnTo>
                  <a:pt x="3432" y="36886"/>
                </a:lnTo>
                <a:lnTo>
                  <a:pt x="3520" y="36642"/>
                </a:lnTo>
                <a:lnTo>
                  <a:pt x="3659" y="36461"/>
                </a:lnTo>
                <a:lnTo>
                  <a:pt x="3747" y="36230"/>
                </a:lnTo>
                <a:lnTo>
                  <a:pt x="3847" y="35985"/>
                </a:lnTo>
                <a:lnTo>
                  <a:pt x="3935" y="35753"/>
                </a:lnTo>
                <a:lnTo>
                  <a:pt x="4023" y="35522"/>
                </a:lnTo>
                <a:lnTo>
                  <a:pt x="4162" y="35290"/>
                </a:lnTo>
                <a:lnTo>
                  <a:pt x="4250" y="35058"/>
                </a:lnTo>
                <a:lnTo>
                  <a:pt x="4350" y="34813"/>
                </a:lnTo>
                <a:lnTo>
                  <a:pt x="4438" y="34633"/>
                </a:lnTo>
                <a:lnTo>
                  <a:pt x="4526" y="34401"/>
                </a:lnTo>
                <a:lnTo>
                  <a:pt x="4665" y="34157"/>
                </a:lnTo>
                <a:lnTo>
                  <a:pt x="4753" y="33925"/>
                </a:lnTo>
                <a:lnTo>
                  <a:pt x="4853" y="33693"/>
                </a:lnTo>
                <a:lnTo>
                  <a:pt x="4941" y="33462"/>
                </a:lnTo>
                <a:lnTo>
                  <a:pt x="5029" y="33217"/>
                </a:lnTo>
                <a:lnTo>
                  <a:pt x="5167" y="33037"/>
                </a:lnTo>
                <a:lnTo>
                  <a:pt x="5268" y="32805"/>
                </a:lnTo>
                <a:lnTo>
                  <a:pt x="5356" y="32560"/>
                </a:lnTo>
                <a:lnTo>
                  <a:pt x="5444" y="32329"/>
                </a:lnTo>
                <a:lnTo>
                  <a:pt x="5532" y="32097"/>
                </a:lnTo>
                <a:lnTo>
                  <a:pt x="5670" y="31865"/>
                </a:lnTo>
                <a:lnTo>
                  <a:pt x="5771" y="31633"/>
                </a:lnTo>
                <a:lnTo>
                  <a:pt x="5859" y="31440"/>
                </a:lnTo>
                <a:lnTo>
                  <a:pt x="5947" y="31208"/>
                </a:lnTo>
                <a:lnTo>
                  <a:pt x="6035" y="30964"/>
                </a:lnTo>
                <a:lnTo>
                  <a:pt x="6173" y="30732"/>
                </a:lnTo>
                <a:lnTo>
                  <a:pt x="6274" y="30500"/>
                </a:lnTo>
                <a:lnTo>
                  <a:pt x="6362" y="30269"/>
                </a:lnTo>
                <a:lnTo>
                  <a:pt x="6450" y="30075"/>
                </a:lnTo>
                <a:lnTo>
                  <a:pt x="6538" y="29844"/>
                </a:lnTo>
                <a:lnTo>
                  <a:pt x="6676" y="29612"/>
                </a:lnTo>
                <a:lnTo>
                  <a:pt x="6777" y="29380"/>
                </a:lnTo>
                <a:lnTo>
                  <a:pt x="6865" y="29136"/>
                </a:lnTo>
                <a:lnTo>
                  <a:pt x="6953" y="28904"/>
                </a:lnTo>
                <a:lnTo>
                  <a:pt x="7041" y="28724"/>
                </a:lnTo>
                <a:lnTo>
                  <a:pt x="7179" y="28479"/>
                </a:lnTo>
                <a:lnTo>
                  <a:pt x="7280" y="28247"/>
                </a:lnTo>
                <a:lnTo>
                  <a:pt x="7368" y="28015"/>
                </a:lnTo>
                <a:lnTo>
                  <a:pt x="7456" y="27784"/>
                </a:lnTo>
                <a:lnTo>
                  <a:pt x="7544" y="27539"/>
                </a:lnTo>
                <a:lnTo>
                  <a:pt x="7682" y="27359"/>
                </a:lnTo>
                <a:lnTo>
                  <a:pt x="7783" y="27127"/>
                </a:lnTo>
                <a:lnTo>
                  <a:pt x="7871" y="26882"/>
                </a:lnTo>
                <a:lnTo>
                  <a:pt x="7959" y="26651"/>
                </a:lnTo>
                <a:lnTo>
                  <a:pt x="8060" y="26419"/>
                </a:lnTo>
                <a:lnTo>
                  <a:pt x="8185" y="26187"/>
                </a:lnTo>
                <a:lnTo>
                  <a:pt x="8286" y="25994"/>
                </a:lnTo>
                <a:lnTo>
                  <a:pt x="8374" y="25762"/>
                </a:lnTo>
                <a:lnTo>
                  <a:pt x="8462" y="25531"/>
                </a:lnTo>
                <a:lnTo>
                  <a:pt x="8563" y="25299"/>
                </a:lnTo>
                <a:lnTo>
                  <a:pt x="8688" y="25054"/>
                </a:lnTo>
                <a:lnTo>
                  <a:pt x="8789" y="24874"/>
                </a:lnTo>
                <a:lnTo>
                  <a:pt x="8877" y="24629"/>
                </a:lnTo>
                <a:lnTo>
                  <a:pt x="8965" y="24398"/>
                </a:lnTo>
                <a:lnTo>
                  <a:pt x="9065" y="24166"/>
                </a:lnTo>
                <a:lnTo>
                  <a:pt x="9204" y="23934"/>
                </a:lnTo>
                <a:lnTo>
                  <a:pt x="9292" y="23741"/>
                </a:lnTo>
                <a:lnTo>
                  <a:pt x="9380" y="23509"/>
                </a:lnTo>
                <a:lnTo>
                  <a:pt x="9468" y="23277"/>
                </a:lnTo>
                <a:lnTo>
                  <a:pt x="9568" y="23046"/>
                </a:lnTo>
                <a:lnTo>
                  <a:pt x="9707" y="22801"/>
                </a:lnTo>
                <a:lnTo>
                  <a:pt x="9795" y="22621"/>
                </a:lnTo>
                <a:lnTo>
                  <a:pt x="9883" y="22389"/>
                </a:lnTo>
                <a:lnTo>
                  <a:pt x="9971" y="22144"/>
                </a:lnTo>
                <a:lnTo>
                  <a:pt x="10071" y="21913"/>
                </a:lnTo>
                <a:lnTo>
                  <a:pt x="10210" y="21681"/>
                </a:lnTo>
                <a:lnTo>
                  <a:pt x="10298" y="21488"/>
                </a:lnTo>
                <a:lnTo>
                  <a:pt x="10386" y="21256"/>
                </a:lnTo>
                <a:lnTo>
                  <a:pt x="10474" y="21024"/>
                </a:lnTo>
                <a:lnTo>
                  <a:pt x="10574" y="20793"/>
                </a:lnTo>
                <a:lnTo>
                  <a:pt x="10713" y="20548"/>
                </a:lnTo>
                <a:lnTo>
                  <a:pt x="10801" y="20368"/>
                </a:lnTo>
                <a:lnTo>
                  <a:pt x="10889" y="20136"/>
                </a:lnTo>
                <a:lnTo>
                  <a:pt x="10977" y="19891"/>
                </a:lnTo>
                <a:lnTo>
                  <a:pt x="11077" y="19660"/>
                </a:lnTo>
                <a:lnTo>
                  <a:pt x="11216" y="19479"/>
                </a:lnTo>
                <a:lnTo>
                  <a:pt x="11304" y="19235"/>
                </a:lnTo>
                <a:lnTo>
                  <a:pt x="11392" y="19003"/>
                </a:lnTo>
                <a:lnTo>
                  <a:pt x="11492" y="18771"/>
                </a:lnTo>
                <a:lnTo>
                  <a:pt x="11580" y="18539"/>
                </a:lnTo>
                <a:lnTo>
                  <a:pt x="11719" y="18346"/>
                </a:lnTo>
                <a:lnTo>
                  <a:pt x="11807" y="18115"/>
                </a:lnTo>
                <a:lnTo>
                  <a:pt x="11895" y="17883"/>
                </a:lnTo>
                <a:lnTo>
                  <a:pt x="11995" y="17638"/>
                </a:lnTo>
                <a:lnTo>
                  <a:pt x="12083" y="17458"/>
                </a:lnTo>
                <a:lnTo>
                  <a:pt x="12222" y="17226"/>
                </a:lnTo>
                <a:lnTo>
                  <a:pt x="12310" y="16982"/>
                </a:lnTo>
                <a:lnTo>
                  <a:pt x="12398" y="16750"/>
                </a:lnTo>
                <a:lnTo>
                  <a:pt x="12498" y="16570"/>
                </a:lnTo>
                <a:lnTo>
                  <a:pt x="12586" y="16325"/>
                </a:lnTo>
                <a:lnTo>
                  <a:pt x="12725" y="16093"/>
                </a:lnTo>
                <a:lnTo>
                  <a:pt x="12813" y="15861"/>
                </a:lnTo>
                <a:lnTo>
                  <a:pt x="12901" y="15668"/>
                </a:lnTo>
                <a:lnTo>
                  <a:pt x="13001" y="15437"/>
                </a:lnTo>
                <a:lnTo>
                  <a:pt x="13089" y="15205"/>
                </a:lnTo>
                <a:lnTo>
                  <a:pt x="13228" y="14973"/>
                </a:lnTo>
                <a:lnTo>
                  <a:pt x="13316" y="14780"/>
                </a:lnTo>
                <a:lnTo>
                  <a:pt x="13404" y="14548"/>
                </a:lnTo>
                <a:lnTo>
                  <a:pt x="13504" y="14316"/>
                </a:lnTo>
                <a:lnTo>
                  <a:pt x="13592" y="14072"/>
                </a:lnTo>
                <a:lnTo>
                  <a:pt x="13731" y="13892"/>
                </a:lnTo>
                <a:lnTo>
                  <a:pt x="13819" y="13660"/>
                </a:lnTo>
                <a:lnTo>
                  <a:pt x="13907" y="13415"/>
                </a:lnTo>
                <a:lnTo>
                  <a:pt x="14007" y="13183"/>
                </a:lnTo>
                <a:lnTo>
                  <a:pt x="14095" y="13003"/>
                </a:lnTo>
                <a:lnTo>
                  <a:pt x="14233" y="12759"/>
                </a:lnTo>
                <a:lnTo>
                  <a:pt x="14322" y="12527"/>
                </a:lnTo>
                <a:lnTo>
                  <a:pt x="14410" y="12295"/>
                </a:lnTo>
                <a:lnTo>
                  <a:pt x="14510" y="12102"/>
                </a:lnTo>
                <a:lnTo>
                  <a:pt x="14598" y="11870"/>
                </a:lnTo>
                <a:lnTo>
                  <a:pt x="14736" y="11638"/>
                </a:lnTo>
                <a:lnTo>
                  <a:pt x="14824" y="11407"/>
                </a:lnTo>
                <a:lnTo>
                  <a:pt x="14913" y="11214"/>
                </a:lnTo>
                <a:lnTo>
                  <a:pt x="15013" y="10982"/>
                </a:lnTo>
                <a:lnTo>
                  <a:pt x="15101" y="10750"/>
                </a:lnTo>
                <a:lnTo>
                  <a:pt x="15239" y="10557"/>
                </a:lnTo>
                <a:lnTo>
                  <a:pt x="15327" y="10325"/>
                </a:lnTo>
                <a:lnTo>
                  <a:pt x="15428" y="10093"/>
                </a:lnTo>
                <a:lnTo>
                  <a:pt x="15516" y="9849"/>
                </a:lnTo>
                <a:lnTo>
                  <a:pt x="15604" y="9669"/>
                </a:lnTo>
                <a:lnTo>
                  <a:pt x="15742" y="9437"/>
                </a:lnTo>
                <a:lnTo>
                  <a:pt x="15830" y="9192"/>
                </a:lnTo>
                <a:lnTo>
                  <a:pt x="15931" y="9012"/>
                </a:lnTo>
                <a:lnTo>
                  <a:pt x="16019" y="8780"/>
                </a:lnTo>
                <a:lnTo>
                  <a:pt x="16107" y="8536"/>
                </a:lnTo>
                <a:lnTo>
                  <a:pt x="16245" y="8304"/>
                </a:lnTo>
                <a:lnTo>
                  <a:pt x="16333" y="8124"/>
                </a:lnTo>
                <a:lnTo>
                  <a:pt x="16434" y="7879"/>
                </a:lnTo>
                <a:lnTo>
                  <a:pt x="16522" y="7647"/>
                </a:lnTo>
                <a:lnTo>
                  <a:pt x="16610" y="7467"/>
                </a:lnTo>
                <a:lnTo>
                  <a:pt x="16748" y="7222"/>
                </a:lnTo>
                <a:lnTo>
                  <a:pt x="16836" y="6991"/>
                </a:lnTo>
                <a:lnTo>
                  <a:pt x="16937" y="6810"/>
                </a:lnTo>
                <a:lnTo>
                  <a:pt x="17025" y="6566"/>
                </a:lnTo>
                <a:lnTo>
                  <a:pt x="17113" y="6334"/>
                </a:lnTo>
                <a:lnTo>
                  <a:pt x="17251" y="6102"/>
                </a:lnTo>
                <a:lnTo>
                  <a:pt x="17339" y="5909"/>
                </a:lnTo>
                <a:lnTo>
                  <a:pt x="17440" y="5677"/>
                </a:lnTo>
                <a:lnTo>
                  <a:pt x="17528" y="5446"/>
                </a:lnTo>
                <a:lnTo>
                  <a:pt x="17616" y="5252"/>
                </a:lnTo>
                <a:lnTo>
                  <a:pt x="17754" y="5021"/>
                </a:lnTo>
                <a:lnTo>
                  <a:pt x="17842" y="4789"/>
                </a:lnTo>
                <a:lnTo>
                  <a:pt x="17943" y="4596"/>
                </a:lnTo>
                <a:lnTo>
                  <a:pt x="18031" y="4364"/>
                </a:lnTo>
                <a:lnTo>
                  <a:pt x="18119" y="4132"/>
                </a:lnTo>
                <a:lnTo>
                  <a:pt x="18257" y="3939"/>
                </a:lnTo>
                <a:lnTo>
                  <a:pt x="18345" y="3707"/>
                </a:lnTo>
                <a:lnTo>
                  <a:pt x="18446" y="3476"/>
                </a:lnTo>
                <a:lnTo>
                  <a:pt x="18534" y="3283"/>
                </a:lnTo>
                <a:lnTo>
                  <a:pt x="18622" y="3051"/>
                </a:lnTo>
                <a:lnTo>
                  <a:pt x="18760" y="2819"/>
                </a:lnTo>
                <a:lnTo>
                  <a:pt x="18861" y="2626"/>
                </a:lnTo>
                <a:lnTo>
                  <a:pt x="18949" y="2394"/>
                </a:lnTo>
                <a:lnTo>
                  <a:pt x="19037" y="2162"/>
                </a:lnTo>
                <a:lnTo>
                  <a:pt x="19125" y="1969"/>
                </a:lnTo>
                <a:lnTo>
                  <a:pt x="19263" y="1738"/>
                </a:lnTo>
                <a:lnTo>
                  <a:pt x="19364" y="1506"/>
                </a:lnTo>
                <a:lnTo>
                  <a:pt x="19452" y="1313"/>
                </a:lnTo>
                <a:lnTo>
                  <a:pt x="19540" y="1081"/>
                </a:lnTo>
                <a:lnTo>
                  <a:pt x="19628" y="849"/>
                </a:lnTo>
                <a:lnTo>
                  <a:pt x="19766" y="656"/>
                </a:lnTo>
                <a:lnTo>
                  <a:pt x="19867" y="424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897227" y="3931627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41895"/>
                </a:moveTo>
                <a:lnTo>
                  <a:pt x="88" y="41663"/>
                </a:lnTo>
                <a:lnTo>
                  <a:pt x="226" y="41431"/>
                </a:lnTo>
                <a:lnTo>
                  <a:pt x="326" y="41238"/>
                </a:lnTo>
                <a:lnTo>
                  <a:pt x="414" y="41006"/>
                </a:lnTo>
                <a:lnTo>
                  <a:pt x="502" y="40775"/>
                </a:lnTo>
                <a:lnTo>
                  <a:pt x="590" y="40581"/>
                </a:lnTo>
                <a:lnTo>
                  <a:pt x="729" y="40350"/>
                </a:lnTo>
                <a:lnTo>
                  <a:pt x="829" y="40157"/>
                </a:lnTo>
                <a:lnTo>
                  <a:pt x="917" y="39925"/>
                </a:lnTo>
                <a:lnTo>
                  <a:pt x="1005" y="39693"/>
                </a:lnTo>
                <a:lnTo>
                  <a:pt x="1093" y="39500"/>
                </a:lnTo>
                <a:lnTo>
                  <a:pt x="1232" y="39268"/>
                </a:lnTo>
                <a:lnTo>
                  <a:pt x="1332" y="39036"/>
                </a:lnTo>
                <a:lnTo>
                  <a:pt x="1420" y="38843"/>
                </a:lnTo>
                <a:lnTo>
                  <a:pt x="1508" y="38612"/>
                </a:lnTo>
                <a:lnTo>
                  <a:pt x="1609" y="38380"/>
                </a:lnTo>
                <a:lnTo>
                  <a:pt x="1735" y="38187"/>
                </a:lnTo>
                <a:lnTo>
                  <a:pt x="1835" y="37955"/>
                </a:lnTo>
                <a:lnTo>
                  <a:pt x="1923" y="37762"/>
                </a:lnTo>
                <a:lnTo>
                  <a:pt x="2011" y="37530"/>
                </a:lnTo>
                <a:lnTo>
                  <a:pt x="2112" y="37298"/>
                </a:lnTo>
                <a:lnTo>
                  <a:pt x="2238" y="37105"/>
                </a:lnTo>
                <a:lnTo>
                  <a:pt x="2338" y="36873"/>
                </a:lnTo>
                <a:lnTo>
                  <a:pt x="2426" y="36693"/>
                </a:lnTo>
                <a:lnTo>
                  <a:pt x="2514" y="36449"/>
                </a:lnTo>
                <a:lnTo>
                  <a:pt x="2615" y="36217"/>
                </a:lnTo>
                <a:lnTo>
                  <a:pt x="2753" y="36037"/>
                </a:lnTo>
                <a:lnTo>
                  <a:pt x="2841" y="35792"/>
                </a:lnTo>
                <a:lnTo>
                  <a:pt x="2929" y="35560"/>
                </a:lnTo>
                <a:lnTo>
                  <a:pt x="3017" y="35380"/>
                </a:lnTo>
                <a:lnTo>
                  <a:pt x="3118" y="35135"/>
                </a:lnTo>
                <a:lnTo>
                  <a:pt x="3256" y="34955"/>
                </a:lnTo>
                <a:lnTo>
                  <a:pt x="3344" y="34723"/>
                </a:lnTo>
                <a:lnTo>
                  <a:pt x="3432" y="34479"/>
                </a:lnTo>
                <a:lnTo>
                  <a:pt x="3520" y="34298"/>
                </a:lnTo>
                <a:lnTo>
                  <a:pt x="3621" y="34067"/>
                </a:lnTo>
                <a:lnTo>
                  <a:pt x="3759" y="33874"/>
                </a:lnTo>
                <a:lnTo>
                  <a:pt x="3847" y="33642"/>
                </a:lnTo>
                <a:lnTo>
                  <a:pt x="3935" y="33449"/>
                </a:lnTo>
                <a:lnTo>
                  <a:pt x="4023" y="33217"/>
                </a:lnTo>
                <a:lnTo>
                  <a:pt x="4124" y="32985"/>
                </a:lnTo>
                <a:lnTo>
                  <a:pt x="4262" y="32792"/>
                </a:lnTo>
                <a:lnTo>
                  <a:pt x="4350" y="32560"/>
                </a:lnTo>
                <a:lnTo>
                  <a:pt x="4438" y="32367"/>
                </a:lnTo>
                <a:lnTo>
                  <a:pt x="4526" y="32135"/>
                </a:lnTo>
                <a:lnTo>
                  <a:pt x="4627" y="31904"/>
                </a:lnTo>
                <a:lnTo>
                  <a:pt x="4765" y="31711"/>
                </a:lnTo>
                <a:lnTo>
                  <a:pt x="4853" y="31479"/>
                </a:lnTo>
                <a:lnTo>
                  <a:pt x="4941" y="31299"/>
                </a:lnTo>
                <a:lnTo>
                  <a:pt x="5042" y="31054"/>
                </a:lnTo>
                <a:lnTo>
                  <a:pt x="5130" y="30874"/>
                </a:lnTo>
                <a:lnTo>
                  <a:pt x="5268" y="30629"/>
                </a:lnTo>
                <a:lnTo>
                  <a:pt x="5356" y="30397"/>
                </a:lnTo>
                <a:lnTo>
                  <a:pt x="5444" y="30217"/>
                </a:lnTo>
                <a:lnTo>
                  <a:pt x="5545" y="29972"/>
                </a:lnTo>
                <a:lnTo>
                  <a:pt x="5633" y="29792"/>
                </a:lnTo>
                <a:lnTo>
                  <a:pt x="5771" y="29560"/>
                </a:lnTo>
                <a:lnTo>
                  <a:pt x="5859" y="29367"/>
                </a:lnTo>
                <a:lnTo>
                  <a:pt x="5947" y="29136"/>
                </a:lnTo>
                <a:lnTo>
                  <a:pt x="6048" y="28942"/>
                </a:lnTo>
                <a:lnTo>
                  <a:pt x="6136" y="28711"/>
                </a:lnTo>
                <a:lnTo>
                  <a:pt x="6274" y="28479"/>
                </a:lnTo>
                <a:lnTo>
                  <a:pt x="6362" y="28286"/>
                </a:lnTo>
                <a:lnTo>
                  <a:pt x="6450" y="28054"/>
                </a:lnTo>
                <a:lnTo>
                  <a:pt x="6551" y="27861"/>
                </a:lnTo>
                <a:lnTo>
                  <a:pt x="6639" y="27629"/>
                </a:lnTo>
                <a:lnTo>
                  <a:pt x="6777" y="27449"/>
                </a:lnTo>
                <a:lnTo>
                  <a:pt x="6865" y="27204"/>
                </a:lnTo>
                <a:lnTo>
                  <a:pt x="6953" y="27024"/>
                </a:lnTo>
                <a:lnTo>
                  <a:pt x="7054" y="26792"/>
                </a:lnTo>
                <a:lnTo>
                  <a:pt x="7142" y="26599"/>
                </a:lnTo>
                <a:lnTo>
                  <a:pt x="7280" y="26367"/>
                </a:lnTo>
                <a:lnTo>
                  <a:pt x="7368" y="26136"/>
                </a:lnTo>
                <a:lnTo>
                  <a:pt x="7456" y="25943"/>
                </a:lnTo>
                <a:lnTo>
                  <a:pt x="7557" y="25711"/>
                </a:lnTo>
                <a:lnTo>
                  <a:pt x="7645" y="25518"/>
                </a:lnTo>
                <a:lnTo>
                  <a:pt x="7783" y="25286"/>
                </a:lnTo>
                <a:lnTo>
                  <a:pt x="7871" y="25093"/>
                </a:lnTo>
                <a:lnTo>
                  <a:pt x="7959" y="24861"/>
                </a:lnTo>
                <a:lnTo>
                  <a:pt x="8060" y="24681"/>
                </a:lnTo>
                <a:lnTo>
                  <a:pt x="8148" y="24436"/>
                </a:lnTo>
                <a:lnTo>
                  <a:pt x="8286" y="24256"/>
                </a:lnTo>
                <a:lnTo>
                  <a:pt x="8374" y="24024"/>
                </a:lnTo>
                <a:lnTo>
                  <a:pt x="8462" y="23831"/>
                </a:lnTo>
                <a:lnTo>
                  <a:pt x="8563" y="23599"/>
                </a:lnTo>
                <a:lnTo>
                  <a:pt x="8651" y="23406"/>
                </a:lnTo>
                <a:lnTo>
                  <a:pt x="8789" y="23174"/>
                </a:lnTo>
                <a:lnTo>
                  <a:pt x="8877" y="22981"/>
                </a:lnTo>
                <a:lnTo>
                  <a:pt x="8977" y="22750"/>
                </a:lnTo>
                <a:lnTo>
                  <a:pt x="9065" y="22569"/>
                </a:lnTo>
                <a:lnTo>
                  <a:pt x="9154" y="22325"/>
                </a:lnTo>
                <a:lnTo>
                  <a:pt x="9292" y="22144"/>
                </a:lnTo>
                <a:lnTo>
                  <a:pt x="9380" y="21913"/>
                </a:lnTo>
                <a:lnTo>
                  <a:pt x="9480" y="21720"/>
                </a:lnTo>
                <a:lnTo>
                  <a:pt x="9568" y="21488"/>
                </a:lnTo>
                <a:lnTo>
                  <a:pt x="9656" y="21295"/>
                </a:lnTo>
                <a:lnTo>
                  <a:pt x="9795" y="21063"/>
                </a:lnTo>
                <a:lnTo>
                  <a:pt x="9883" y="20870"/>
                </a:lnTo>
                <a:lnTo>
                  <a:pt x="9983" y="20638"/>
                </a:lnTo>
                <a:lnTo>
                  <a:pt x="10071" y="20458"/>
                </a:lnTo>
                <a:lnTo>
                  <a:pt x="10159" y="20213"/>
                </a:lnTo>
                <a:lnTo>
                  <a:pt x="10298" y="20033"/>
                </a:lnTo>
                <a:lnTo>
                  <a:pt x="10386" y="19801"/>
                </a:lnTo>
                <a:lnTo>
                  <a:pt x="10486" y="19608"/>
                </a:lnTo>
                <a:lnTo>
                  <a:pt x="10574" y="19376"/>
                </a:lnTo>
                <a:lnTo>
                  <a:pt x="10662" y="19183"/>
                </a:lnTo>
                <a:lnTo>
                  <a:pt x="10801" y="18951"/>
                </a:lnTo>
                <a:lnTo>
                  <a:pt x="10889" y="18758"/>
                </a:lnTo>
                <a:lnTo>
                  <a:pt x="10989" y="18527"/>
                </a:lnTo>
                <a:lnTo>
                  <a:pt x="11077" y="18346"/>
                </a:lnTo>
                <a:lnTo>
                  <a:pt x="11165" y="18102"/>
                </a:lnTo>
                <a:lnTo>
                  <a:pt x="11304" y="17921"/>
                </a:lnTo>
                <a:lnTo>
                  <a:pt x="11392" y="17728"/>
                </a:lnTo>
                <a:lnTo>
                  <a:pt x="11492" y="17497"/>
                </a:lnTo>
                <a:lnTo>
                  <a:pt x="11580" y="17303"/>
                </a:lnTo>
                <a:lnTo>
                  <a:pt x="11668" y="17072"/>
                </a:lnTo>
                <a:lnTo>
                  <a:pt x="11807" y="16891"/>
                </a:lnTo>
                <a:lnTo>
                  <a:pt x="11895" y="16647"/>
                </a:lnTo>
                <a:lnTo>
                  <a:pt x="11995" y="16467"/>
                </a:lnTo>
                <a:lnTo>
                  <a:pt x="12083" y="16235"/>
                </a:lnTo>
                <a:lnTo>
                  <a:pt x="12171" y="16042"/>
                </a:lnTo>
                <a:lnTo>
                  <a:pt x="12310" y="15810"/>
                </a:lnTo>
                <a:lnTo>
                  <a:pt x="12398" y="15617"/>
                </a:lnTo>
                <a:lnTo>
                  <a:pt x="12498" y="15437"/>
                </a:lnTo>
                <a:lnTo>
                  <a:pt x="12586" y="15192"/>
                </a:lnTo>
                <a:lnTo>
                  <a:pt x="12674" y="15012"/>
                </a:lnTo>
                <a:lnTo>
                  <a:pt x="12813" y="14780"/>
                </a:lnTo>
                <a:lnTo>
                  <a:pt x="12913" y="14587"/>
                </a:lnTo>
                <a:lnTo>
                  <a:pt x="13001" y="14355"/>
                </a:lnTo>
                <a:lnTo>
                  <a:pt x="13089" y="14162"/>
                </a:lnTo>
                <a:lnTo>
                  <a:pt x="13177" y="13930"/>
                </a:lnTo>
                <a:lnTo>
                  <a:pt x="13316" y="13737"/>
                </a:lnTo>
                <a:lnTo>
                  <a:pt x="13416" y="13557"/>
                </a:lnTo>
                <a:lnTo>
                  <a:pt x="13504" y="13325"/>
                </a:lnTo>
                <a:lnTo>
                  <a:pt x="13592" y="13132"/>
                </a:lnTo>
                <a:lnTo>
                  <a:pt x="13680" y="12900"/>
                </a:lnTo>
                <a:lnTo>
                  <a:pt x="13819" y="12707"/>
                </a:lnTo>
                <a:lnTo>
                  <a:pt x="13919" y="12475"/>
                </a:lnTo>
                <a:lnTo>
                  <a:pt x="14007" y="12295"/>
                </a:lnTo>
                <a:lnTo>
                  <a:pt x="14095" y="12102"/>
                </a:lnTo>
                <a:lnTo>
                  <a:pt x="14233" y="11870"/>
                </a:lnTo>
                <a:lnTo>
                  <a:pt x="14322" y="11677"/>
                </a:lnTo>
                <a:lnTo>
                  <a:pt x="14422" y="11445"/>
                </a:lnTo>
                <a:lnTo>
                  <a:pt x="14510" y="11252"/>
                </a:lnTo>
                <a:lnTo>
                  <a:pt x="14598" y="11072"/>
                </a:lnTo>
                <a:lnTo>
                  <a:pt x="14736" y="10840"/>
                </a:lnTo>
                <a:lnTo>
                  <a:pt x="14824" y="10647"/>
                </a:lnTo>
                <a:lnTo>
                  <a:pt x="14925" y="10415"/>
                </a:lnTo>
                <a:lnTo>
                  <a:pt x="15013" y="10222"/>
                </a:lnTo>
                <a:lnTo>
                  <a:pt x="15101" y="10042"/>
                </a:lnTo>
                <a:lnTo>
                  <a:pt x="15239" y="9797"/>
                </a:lnTo>
                <a:lnTo>
                  <a:pt x="15327" y="9617"/>
                </a:lnTo>
                <a:lnTo>
                  <a:pt x="15428" y="9385"/>
                </a:lnTo>
                <a:lnTo>
                  <a:pt x="15516" y="9192"/>
                </a:lnTo>
                <a:lnTo>
                  <a:pt x="15604" y="8999"/>
                </a:lnTo>
                <a:lnTo>
                  <a:pt x="15742" y="8767"/>
                </a:lnTo>
                <a:lnTo>
                  <a:pt x="15830" y="8587"/>
                </a:lnTo>
                <a:lnTo>
                  <a:pt x="15931" y="8342"/>
                </a:lnTo>
                <a:lnTo>
                  <a:pt x="16019" y="8162"/>
                </a:lnTo>
                <a:lnTo>
                  <a:pt x="16107" y="7969"/>
                </a:lnTo>
                <a:lnTo>
                  <a:pt x="16245" y="7737"/>
                </a:lnTo>
                <a:lnTo>
                  <a:pt x="16346" y="7544"/>
                </a:lnTo>
                <a:lnTo>
                  <a:pt x="16434" y="7364"/>
                </a:lnTo>
                <a:lnTo>
                  <a:pt x="16522" y="7132"/>
                </a:lnTo>
                <a:lnTo>
                  <a:pt x="16610" y="6939"/>
                </a:lnTo>
                <a:lnTo>
                  <a:pt x="16748" y="6707"/>
                </a:lnTo>
                <a:lnTo>
                  <a:pt x="16849" y="6514"/>
                </a:lnTo>
                <a:lnTo>
                  <a:pt x="16937" y="6334"/>
                </a:lnTo>
                <a:lnTo>
                  <a:pt x="17025" y="6089"/>
                </a:lnTo>
                <a:lnTo>
                  <a:pt x="17113" y="5909"/>
                </a:lnTo>
                <a:lnTo>
                  <a:pt x="17251" y="5716"/>
                </a:lnTo>
                <a:lnTo>
                  <a:pt x="17352" y="5484"/>
                </a:lnTo>
                <a:lnTo>
                  <a:pt x="17440" y="5291"/>
                </a:lnTo>
                <a:lnTo>
                  <a:pt x="17528" y="5059"/>
                </a:lnTo>
                <a:lnTo>
                  <a:pt x="17616" y="4879"/>
                </a:lnTo>
                <a:lnTo>
                  <a:pt x="17754" y="4686"/>
                </a:lnTo>
                <a:lnTo>
                  <a:pt x="17855" y="4454"/>
                </a:lnTo>
                <a:lnTo>
                  <a:pt x="17943" y="4261"/>
                </a:lnTo>
                <a:lnTo>
                  <a:pt x="18031" y="4081"/>
                </a:lnTo>
                <a:lnTo>
                  <a:pt x="18119" y="3849"/>
                </a:lnTo>
                <a:lnTo>
                  <a:pt x="18257" y="3656"/>
                </a:lnTo>
                <a:lnTo>
                  <a:pt x="18358" y="3463"/>
                </a:lnTo>
                <a:lnTo>
                  <a:pt x="18446" y="3231"/>
                </a:lnTo>
                <a:lnTo>
                  <a:pt x="18534" y="3051"/>
                </a:lnTo>
                <a:lnTo>
                  <a:pt x="18622" y="2858"/>
                </a:lnTo>
                <a:lnTo>
                  <a:pt x="18760" y="2626"/>
                </a:lnTo>
                <a:lnTo>
                  <a:pt x="18861" y="2433"/>
                </a:lnTo>
                <a:lnTo>
                  <a:pt x="18949" y="2253"/>
                </a:lnTo>
                <a:lnTo>
                  <a:pt x="19037" y="2008"/>
                </a:lnTo>
                <a:lnTo>
                  <a:pt x="19137" y="1828"/>
                </a:lnTo>
                <a:lnTo>
                  <a:pt x="19263" y="1635"/>
                </a:lnTo>
                <a:lnTo>
                  <a:pt x="19364" y="1403"/>
                </a:lnTo>
                <a:lnTo>
                  <a:pt x="19452" y="1210"/>
                </a:lnTo>
                <a:lnTo>
                  <a:pt x="19540" y="1029"/>
                </a:lnTo>
                <a:lnTo>
                  <a:pt x="19640" y="798"/>
                </a:lnTo>
                <a:lnTo>
                  <a:pt x="19766" y="605"/>
                </a:lnTo>
                <a:lnTo>
                  <a:pt x="19867" y="411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917270" y="3893247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38380"/>
                </a:moveTo>
                <a:lnTo>
                  <a:pt x="100" y="38187"/>
                </a:lnTo>
                <a:lnTo>
                  <a:pt x="238" y="38006"/>
                </a:lnTo>
                <a:lnTo>
                  <a:pt x="326" y="37762"/>
                </a:lnTo>
                <a:lnTo>
                  <a:pt x="414" y="37582"/>
                </a:lnTo>
                <a:lnTo>
                  <a:pt x="502" y="37388"/>
                </a:lnTo>
                <a:lnTo>
                  <a:pt x="603" y="37157"/>
                </a:lnTo>
                <a:lnTo>
                  <a:pt x="741" y="36964"/>
                </a:lnTo>
                <a:lnTo>
                  <a:pt x="829" y="36783"/>
                </a:lnTo>
                <a:lnTo>
                  <a:pt x="917" y="36590"/>
                </a:lnTo>
                <a:lnTo>
                  <a:pt x="1005" y="36358"/>
                </a:lnTo>
                <a:lnTo>
                  <a:pt x="1106" y="36165"/>
                </a:lnTo>
                <a:lnTo>
                  <a:pt x="1244" y="35985"/>
                </a:lnTo>
                <a:lnTo>
                  <a:pt x="1332" y="35753"/>
                </a:lnTo>
                <a:lnTo>
                  <a:pt x="1420" y="35560"/>
                </a:lnTo>
                <a:lnTo>
                  <a:pt x="1508" y="35367"/>
                </a:lnTo>
                <a:lnTo>
                  <a:pt x="1609" y="35187"/>
                </a:lnTo>
                <a:lnTo>
                  <a:pt x="1747" y="34955"/>
                </a:lnTo>
                <a:lnTo>
                  <a:pt x="1835" y="34762"/>
                </a:lnTo>
                <a:lnTo>
                  <a:pt x="1923" y="34569"/>
                </a:lnTo>
                <a:lnTo>
                  <a:pt x="2011" y="34337"/>
                </a:lnTo>
                <a:lnTo>
                  <a:pt x="2112" y="34157"/>
                </a:lnTo>
                <a:lnTo>
                  <a:pt x="2250" y="33964"/>
                </a:lnTo>
                <a:lnTo>
                  <a:pt x="2338" y="33783"/>
                </a:lnTo>
                <a:lnTo>
                  <a:pt x="2426" y="33539"/>
                </a:lnTo>
                <a:lnTo>
                  <a:pt x="2527" y="33359"/>
                </a:lnTo>
                <a:lnTo>
                  <a:pt x="2615" y="33165"/>
                </a:lnTo>
                <a:lnTo>
                  <a:pt x="2753" y="32985"/>
                </a:lnTo>
                <a:lnTo>
                  <a:pt x="2841" y="32741"/>
                </a:lnTo>
                <a:lnTo>
                  <a:pt x="2929" y="32560"/>
                </a:lnTo>
                <a:lnTo>
                  <a:pt x="3030" y="32367"/>
                </a:lnTo>
                <a:lnTo>
                  <a:pt x="3118" y="32187"/>
                </a:lnTo>
                <a:lnTo>
                  <a:pt x="3256" y="31942"/>
                </a:lnTo>
                <a:lnTo>
                  <a:pt x="3344" y="31762"/>
                </a:lnTo>
                <a:lnTo>
                  <a:pt x="3432" y="31569"/>
                </a:lnTo>
                <a:lnTo>
                  <a:pt x="3533" y="31389"/>
                </a:lnTo>
                <a:lnTo>
                  <a:pt x="3621" y="31144"/>
                </a:lnTo>
                <a:lnTo>
                  <a:pt x="3759" y="30964"/>
                </a:lnTo>
                <a:lnTo>
                  <a:pt x="3847" y="30771"/>
                </a:lnTo>
                <a:lnTo>
                  <a:pt x="3935" y="30590"/>
                </a:lnTo>
                <a:lnTo>
                  <a:pt x="4036" y="30346"/>
                </a:lnTo>
                <a:lnTo>
                  <a:pt x="4124" y="30166"/>
                </a:lnTo>
                <a:lnTo>
                  <a:pt x="4262" y="29972"/>
                </a:lnTo>
                <a:lnTo>
                  <a:pt x="4350" y="29792"/>
                </a:lnTo>
                <a:lnTo>
                  <a:pt x="4438" y="29560"/>
                </a:lnTo>
                <a:lnTo>
                  <a:pt x="4539" y="29367"/>
                </a:lnTo>
                <a:lnTo>
                  <a:pt x="4627" y="29174"/>
                </a:lnTo>
                <a:lnTo>
                  <a:pt x="4765" y="28994"/>
                </a:lnTo>
                <a:lnTo>
                  <a:pt x="4853" y="28801"/>
                </a:lnTo>
                <a:lnTo>
                  <a:pt x="4941" y="28569"/>
                </a:lnTo>
                <a:lnTo>
                  <a:pt x="5042" y="28376"/>
                </a:lnTo>
                <a:lnTo>
                  <a:pt x="5130" y="28196"/>
                </a:lnTo>
                <a:lnTo>
                  <a:pt x="5268" y="28003"/>
                </a:lnTo>
                <a:lnTo>
                  <a:pt x="5356" y="27822"/>
                </a:lnTo>
                <a:lnTo>
                  <a:pt x="5444" y="27578"/>
                </a:lnTo>
                <a:lnTo>
                  <a:pt x="5545" y="27397"/>
                </a:lnTo>
                <a:lnTo>
                  <a:pt x="5633" y="27204"/>
                </a:lnTo>
                <a:lnTo>
                  <a:pt x="5771" y="27024"/>
                </a:lnTo>
                <a:lnTo>
                  <a:pt x="5859" y="26831"/>
                </a:lnTo>
                <a:lnTo>
                  <a:pt x="5947" y="26599"/>
                </a:lnTo>
                <a:lnTo>
                  <a:pt x="6048" y="26406"/>
                </a:lnTo>
                <a:lnTo>
                  <a:pt x="6136" y="26226"/>
                </a:lnTo>
                <a:lnTo>
                  <a:pt x="6274" y="26033"/>
                </a:lnTo>
                <a:lnTo>
                  <a:pt x="6362" y="25852"/>
                </a:lnTo>
                <a:lnTo>
                  <a:pt x="6463" y="25608"/>
                </a:lnTo>
                <a:lnTo>
                  <a:pt x="6551" y="25428"/>
                </a:lnTo>
                <a:lnTo>
                  <a:pt x="6639" y="25234"/>
                </a:lnTo>
                <a:lnTo>
                  <a:pt x="6777" y="25054"/>
                </a:lnTo>
                <a:lnTo>
                  <a:pt x="6865" y="24861"/>
                </a:lnTo>
                <a:lnTo>
                  <a:pt x="6966" y="24668"/>
                </a:lnTo>
                <a:lnTo>
                  <a:pt x="7054" y="24436"/>
                </a:lnTo>
                <a:lnTo>
                  <a:pt x="7142" y="24256"/>
                </a:lnTo>
                <a:lnTo>
                  <a:pt x="7280" y="24063"/>
                </a:lnTo>
                <a:lnTo>
                  <a:pt x="7368" y="23883"/>
                </a:lnTo>
                <a:lnTo>
                  <a:pt x="7469" y="23689"/>
                </a:lnTo>
                <a:lnTo>
                  <a:pt x="7557" y="23496"/>
                </a:lnTo>
                <a:lnTo>
                  <a:pt x="7645" y="23265"/>
                </a:lnTo>
                <a:lnTo>
                  <a:pt x="7783" y="23084"/>
                </a:lnTo>
                <a:lnTo>
                  <a:pt x="7871" y="22891"/>
                </a:lnTo>
                <a:lnTo>
                  <a:pt x="7972" y="22698"/>
                </a:lnTo>
                <a:lnTo>
                  <a:pt x="8060" y="22518"/>
                </a:lnTo>
                <a:lnTo>
                  <a:pt x="8148" y="22325"/>
                </a:lnTo>
                <a:lnTo>
                  <a:pt x="8286" y="22093"/>
                </a:lnTo>
                <a:lnTo>
                  <a:pt x="8374" y="21900"/>
                </a:lnTo>
                <a:lnTo>
                  <a:pt x="8475" y="21720"/>
                </a:lnTo>
                <a:lnTo>
                  <a:pt x="8563" y="21526"/>
                </a:lnTo>
                <a:lnTo>
                  <a:pt x="8651" y="21346"/>
                </a:lnTo>
                <a:lnTo>
                  <a:pt x="8789" y="21153"/>
                </a:lnTo>
                <a:lnTo>
                  <a:pt x="8877" y="20973"/>
                </a:lnTo>
                <a:lnTo>
                  <a:pt x="8977" y="20728"/>
                </a:lnTo>
                <a:lnTo>
                  <a:pt x="9065" y="20548"/>
                </a:lnTo>
                <a:lnTo>
                  <a:pt x="9154" y="20355"/>
                </a:lnTo>
                <a:lnTo>
                  <a:pt x="9292" y="20175"/>
                </a:lnTo>
                <a:lnTo>
                  <a:pt x="9380" y="19981"/>
                </a:lnTo>
                <a:lnTo>
                  <a:pt x="9480" y="19788"/>
                </a:lnTo>
                <a:lnTo>
                  <a:pt x="9568" y="19608"/>
                </a:lnTo>
                <a:lnTo>
                  <a:pt x="9656" y="19415"/>
                </a:lnTo>
                <a:lnTo>
                  <a:pt x="9795" y="19183"/>
                </a:lnTo>
                <a:lnTo>
                  <a:pt x="9883" y="19003"/>
                </a:lnTo>
                <a:lnTo>
                  <a:pt x="9983" y="18810"/>
                </a:lnTo>
                <a:lnTo>
                  <a:pt x="10071" y="18617"/>
                </a:lnTo>
                <a:lnTo>
                  <a:pt x="10159" y="18436"/>
                </a:lnTo>
                <a:lnTo>
                  <a:pt x="10298" y="18243"/>
                </a:lnTo>
                <a:lnTo>
                  <a:pt x="10398" y="18063"/>
                </a:lnTo>
                <a:lnTo>
                  <a:pt x="10486" y="17870"/>
                </a:lnTo>
                <a:lnTo>
                  <a:pt x="10574" y="17677"/>
                </a:lnTo>
                <a:lnTo>
                  <a:pt x="10662" y="17445"/>
                </a:lnTo>
                <a:lnTo>
                  <a:pt x="10801" y="17265"/>
                </a:lnTo>
                <a:lnTo>
                  <a:pt x="10901" y="17072"/>
                </a:lnTo>
                <a:lnTo>
                  <a:pt x="10989" y="16891"/>
                </a:lnTo>
                <a:lnTo>
                  <a:pt x="11077" y="16698"/>
                </a:lnTo>
                <a:lnTo>
                  <a:pt x="11165" y="16505"/>
                </a:lnTo>
                <a:lnTo>
                  <a:pt x="11304" y="16325"/>
                </a:lnTo>
                <a:lnTo>
                  <a:pt x="11404" y="16132"/>
                </a:lnTo>
                <a:lnTo>
                  <a:pt x="11492" y="15952"/>
                </a:lnTo>
                <a:lnTo>
                  <a:pt x="11580" y="15758"/>
                </a:lnTo>
                <a:lnTo>
                  <a:pt x="11668" y="15565"/>
                </a:lnTo>
                <a:lnTo>
                  <a:pt x="11807" y="15385"/>
                </a:lnTo>
                <a:lnTo>
                  <a:pt x="11907" y="15153"/>
                </a:lnTo>
                <a:lnTo>
                  <a:pt x="11995" y="14960"/>
                </a:lnTo>
                <a:lnTo>
                  <a:pt x="12083" y="14780"/>
                </a:lnTo>
                <a:lnTo>
                  <a:pt x="12171" y="14587"/>
                </a:lnTo>
                <a:lnTo>
                  <a:pt x="12310" y="14394"/>
                </a:lnTo>
                <a:lnTo>
                  <a:pt x="12410" y="14213"/>
                </a:lnTo>
                <a:lnTo>
                  <a:pt x="12498" y="14020"/>
                </a:lnTo>
                <a:lnTo>
                  <a:pt x="12586" y="13840"/>
                </a:lnTo>
                <a:lnTo>
                  <a:pt x="12687" y="13647"/>
                </a:lnTo>
                <a:lnTo>
                  <a:pt x="12813" y="13454"/>
                </a:lnTo>
                <a:lnTo>
                  <a:pt x="12913" y="13274"/>
                </a:lnTo>
                <a:lnTo>
                  <a:pt x="13001" y="13080"/>
                </a:lnTo>
                <a:lnTo>
                  <a:pt x="13089" y="12900"/>
                </a:lnTo>
                <a:lnTo>
                  <a:pt x="13190" y="12707"/>
                </a:lnTo>
                <a:lnTo>
                  <a:pt x="13316" y="12527"/>
                </a:lnTo>
                <a:lnTo>
                  <a:pt x="13416" y="12334"/>
                </a:lnTo>
                <a:lnTo>
                  <a:pt x="13504" y="12141"/>
                </a:lnTo>
                <a:lnTo>
                  <a:pt x="13592" y="11909"/>
                </a:lnTo>
                <a:lnTo>
                  <a:pt x="13693" y="11729"/>
                </a:lnTo>
                <a:lnTo>
                  <a:pt x="13831" y="11535"/>
                </a:lnTo>
                <a:lnTo>
                  <a:pt x="13919" y="11342"/>
                </a:lnTo>
                <a:lnTo>
                  <a:pt x="14007" y="11162"/>
                </a:lnTo>
                <a:lnTo>
                  <a:pt x="14095" y="10969"/>
                </a:lnTo>
                <a:lnTo>
                  <a:pt x="14196" y="10789"/>
                </a:lnTo>
                <a:lnTo>
                  <a:pt x="14334" y="10596"/>
                </a:lnTo>
                <a:lnTo>
                  <a:pt x="14422" y="10415"/>
                </a:lnTo>
                <a:lnTo>
                  <a:pt x="14510" y="10222"/>
                </a:lnTo>
                <a:lnTo>
                  <a:pt x="14598" y="10029"/>
                </a:lnTo>
                <a:lnTo>
                  <a:pt x="14699" y="9849"/>
                </a:lnTo>
                <a:lnTo>
                  <a:pt x="14837" y="9656"/>
                </a:lnTo>
                <a:lnTo>
                  <a:pt x="14925" y="9475"/>
                </a:lnTo>
                <a:lnTo>
                  <a:pt x="15013" y="9282"/>
                </a:lnTo>
                <a:lnTo>
                  <a:pt x="15101" y="9102"/>
                </a:lnTo>
                <a:lnTo>
                  <a:pt x="15202" y="8909"/>
                </a:lnTo>
                <a:lnTo>
                  <a:pt x="15340" y="8716"/>
                </a:lnTo>
                <a:lnTo>
                  <a:pt x="15428" y="8536"/>
                </a:lnTo>
                <a:lnTo>
                  <a:pt x="15516" y="8342"/>
                </a:lnTo>
                <a:lnTo>
                  <a:pt x="15604" y="8162"/>
                </a:lnTo>
                <a:lnTo>
                  <a:pt x="15705" y="7969"/>
                </a:lnTo>
                <a:lnTo>
                  <a:pt x="15843" y="7776"/>
                </a:lnTo>
                <a:lnTo>
                  <a:pt x="15931" y="7596"/>
                </a:lnTo>
                <a:lnTo>
                  <a:pt x="16019" y="7403"/>
                </a:lnTo>
                <a:lnTo>
                  <a:pt x="16120" y="7222"/>
                </a:lnTo>
                <a:lnTo>
                  <a:pt x="16208" y="7029"/>
                </a:lnTo>
                <a:lnTo>
                  <a:pt x="16346" y="6849"/>
                </a:lnTo>
                <a:lnTo>
                  <a:pt x="16434" y="6656"/>
                </a:lnTo>
                <a:lnTo>
                  <a:pt x="16522" y="6463"/>
                </a:lnTo>
                <a:lnTo>
                  <a:pt x="16623" y="6282"/>
                </a:lnTo>
                <a:lnTo>
                  <a:pt x="16711" y="6089"/>
                </a:lnTo>
                <a:lnTo>
                  <a:pt x="16849" y="5909"/>
                </a:lnTo>
                <a:lnTo>
                  <a:pt x="16937" y="5716"/>
                </a:lnTo>
                <a:lnTo>
                  <a:pt x="17025" y="5536"/>
                </a:lnTo>
                <a:lnTo>
                  <a:pt x="17126" y="5343"/>
                </a:lnTo>
                <a:lnTo>
                  <a:pt x="17214" y="5201"/>
                </a:lnTo>
                <a:lnTo>
                  <a:pt x="17352" y="5008"/>
                </a:lnTo>
                <a:lnTo>
                  <a:pt x="17440" y="4828"/>
                </a:lnTo>
                <a:lnTo>
                  <a:pt x="17528" y="4634"/>
                </a:lnTo>
                <a:lnTo>
                  <a:pt x="17629" y="4454"/>
                </a:lnTo>
                <a:lnTo>
                  <a:pt x="17717" y="4261"/>
                </a:lnTo>
                <a:lnTo>
                  <a:pt x="17855" y="4081"/>
                </a:lnTo>
                <a:lnTo>
                  <a:pt x="17943" y="3888"/>
                </a:lnTo>
                <a:lnTo>
                  <a:pt x="18031" y="3695"/>
                </a:lnTo>
                <a:lnTo>
                  <a:pt x="18131" y="3514"/>
                </a:lnTo>
                <a:lnTo>
                  <a:pt x="18220" y="3321"/>
                </a:lnTo>
                <a:lnTo>
                  <a:pt x="18358" y="3141"/>
                </a:lnTo>
                <a:lnTo>
                  <a:pt x="18446" y="2948"/>
                </a:lnTo>
                <a:lnTo>
                  <a:pt x="18534" y="2768"/>
                </a:lnTo>
                <a:lnTo>
                  <a:pt x="18634" y="2574"/>
                </a:lnTo>
                <a:lnTo>
                  <a:pt x="18722" y="2381"/>
                </a:lnTo>
                <a:lnTo>
                  <a:pt x="18861" y="2201"/>
                </a:lnTo>
                <a:lnTo>
                  <a:pt x="18949" y="2008"/>
                </a:lnTo>
                <a:lnTo>
                  <a:pt x="19037" y="1866"/>
                </a:lnTo>
                <a:lnTo>
                  <a:pt x="19137" y="1686"/>
                </a:lnTo>
                <a:lnTo>
                  <a:pt x="19225" y="1493"/>
                </a:lnTo>
                <a:lnTo>
                  <a:pt x="19364" y="1313"/>
                </a:lnTo>
                <a:lnTo>
                  <a:pt x="19452" y="1120"/>
                </a:lnTo>
                <a:lnTo>
                  <a:pt x="19540" y="926"/>
                </a:lnTo>
                <a:lnTo>
                  <a:pt x="19640" y="746"/>
                </a:lnTo>
                <a:lnTo>
                  <a:pt x="19728" y="553"/>
                </a:lnTo>
                <a:lnTo>
                  <a:pt x="19867" y="373"/>
                </a:lnTo>
                <a:lnTo>
                  <a:pt x="19955" y="180"/>
                </a:lnTo>
                <a:lnTo>
                  <a:pt x="20055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937326" y="3858987"/>
            <a:ext cx="20043" cy="34260"/>
          </a:xfrm>
          <a:custGeom>
            <a:avLst/>
            <a:gdLst/>
            <a:ahLst/>
            <a:cxnLst/>
            <a:rect l="l" t="t" r="r" b="b"/>
            <a:pathLst>
              <a:path w="20043" h="34260">
                <a:moveTo>
                  <a:pt x="0" y="34260"/>
                </a:moveTo>
                <a:lnTo>
                  <a:pt x="88" y="34118"/>
                </a:lnTo>
                <a:lnTo>
                  <a:pt x="176" y="33925"/>
                </a:lnTo>
                <a:lnTo>
                  <a:pt x="314" y="33732"/>
                </a:lnTo>
                <a:lnTo>
                  <a:pt x="402" y="33552"/>
                </a:lnTo>
                <a:lnTo>
                  <a:pt x="502" y="33359"/>
                </a:lnTo>
                <a:lnTo>
                  <a:pt x="590" y="33178"/>
                </a:lnTo>
                <a:lnTo>
                  <a:pt x="679" y="32985"/>
                </a:lnTo>
                <a:lnTo>
                  <a:pt x="817" y="32805"/>
                </a:lnTo>
                <a:lnTo>
                  <a:pt x="905" y="32612"/>
                </a:lnTo>
                <a:lnTo>
                  <a:pt x="1005" y="32470"/>
                </a:lnTo>
                <a:lnTo>
                  <a:pt x="1093" y="32277"/>
                </a:lnTo>
                <a:lnTo>
                  <a:pt x="1181" y="32097"/>
                </a:lnTo>
                <a:lnTo>
                  <a:pt x="1320" y="31904"/>
                </a:lnTo>
                <a:lnTo>
                  <a:pt x="1408" y="31723"/>
                </a:lnTo>
                <a:lnTo>
                  <a:pt x="1508" y="31530"/>
                </a:lnTo>
                <a:lnTo>
                  <a:pt x="1596" y="31350"/>
                </a:lnTo>
                <a:lnTo>
                  <a:pt x="1684" y="31157"/>
                </a:lnTo>
                <a:lnTo>
                  <a:pt x="1823" y="31015"/>
                </a:lnTo>
                <a:lnTo>
                  <a:pt x="1911" y="30822"/>
                </a:lnTo>
                <a:lnTo>
                  <a:pt x="2011" y="30642"/>
                </a:lnTo>
                <a:lnTo>
                  <a:pt x="2099" y="30449"/>
                </a:lnTo>
                <a:lnTo>
                  <a:pt x="2187" y="30269"/>
                </a:lnTo>
                <a:lnTo>
                  <a:pt x="2326" y="30075"/>
                </a:lnTo>
                <a:lnTo>
                  <a:pt x="2414" y="29934"/>
                </a:lnTo>
                <a:lnTo>
                  <a:pt x="2514" y="29754"/>
                </a:lnTo>
                <a:lnTo>
                  <a:pt x="2602" y="29560"/>
                </a:lnTo>
                <a:lnTo>
                  <a:pt x="2690" y="29367"/>
                </a:lnTo>
                <a:lnTo>
                  <a:pt x="2829" y="29187"/>
                </a:lnTo>
                <a:lnTo>
                  <a:pt x="2917" y="28994"/>
                </a:lnTo>
                <a:lnTo>
                  <a:pt x="3017" y="28814"/>
                </a:lnTo>
                <a:lnTo>
                  <a:pt x="3105" y="28672"/>
                </a:lnTo>
                <a:lnTo>
                  <a:pt x="3193" y="28479"/>
                </a:lnTo>
                <a:lnTo>
                  <a:pt x="3332" y="28299"/>
                </a:lnTo>
                <a:lnTo>
                  <a:pt x="3420" y="28106"/>
                </a:lnTo>
                <a:lnTo>
                  <a:pt x="3520" y="27925"/>
                </a:lnTo>
                <a:lnTo>
                  <a:pt x="3608" y="27784"/>
                </a:lnTo>
                <a:lnTo>
                  <a:pt x="3696" y="27591"/>
                </a:lnTo>
                <a:lnTo>
                  <a:pt x="3835" y="27397"/>
                </a:lnTo>
                <a:lnTo>
                  <a:pt x="3935" y="27217"/>
                </a:lnTo>
                <a:lnTo>
                  <a:pt x="4023" y="27024"/>
                </a:lnTo>
                <a:lnTo>
                  <a:pt x="4111" y="26844"/>
                </a:lnTo>
                <a:lnTo>
                  <a:pt x="4199" y="26702"/>
                </a:lnTo>
                <a:lnTo>
                  <a:pt x="4338" y="26509"/>
                </a:lnTo>
                <a:lnTo>
                  <a:pt x="4438" y="26329"/>
                </a:lnTo>
                <a:lnTo>
                  <a:pt x="4526" y="26136"/>
                </a:lnTo>
                <a:lnTo>
                  <a:pt x="4614" y="25943"/>
                </a:lnTo>
                <a:lnTo>
                  <a:pt x="4702" y="25814"/>
                </a:lnTo>
                <a:lnTo>
                  <a:pt x="4841" y="25621"/>
                </a:lnTo>
                <a:lnTo>
                  <a:pt x="4941" y="25428"/>
                </a:lnTo>
                <a:lnTo>
                  <a:pt x="5029" y="25247"/>
                </a:lnTo>
                <a:lnTo>
                  <a:pt x="5117" y="25054"/>
                </a:lnTo>
                <a:lnTo>
                  <a:pt x="5205" y="24913"/>
                </a:lnTo>
                <a:lnTo>
                  <a:pt x="5344" y="24732"/>
                </a:lnTo>
                <a:lnTo>
                  <a:pt x="5444" y="24539"/>
                </a:lnTo>
                <a:lnTo>
                  <a:pt x="5532" y="24359"/>
                </a:lnTo>
                <a:lnTo>
                  <a:pt x="5620" y="24217"/>
                </a:lnTo>
                <a:lnTo>
                  <a:pt x="5708" y="24024"/>
                </a:lnTo>
                <a:lnTo>
                  <a:pt x="5847" y="23831"/>
                </a:lnTo>
                <a:lnTo>
                  <a:pt x="5947" y="23651"/>
                </a:lnTo>
                <a:lnTo>
                  <a:pt x="6035" y="23509"/>
                </a:lnTo>
                <a:lnTo>
                  <a:pt x="6123" y="23316"/>
                </a:lnTo>
                <a:lnTo>
                  <a:pt x="6224" y="23136"/>
                </a:lnTo>
                <a:lnTo>
                  <a:pt x="6349" y="22943"/>
                </a:lnTo>
                <a:lnTo>
                  <a:pt x="6450" y="22762"/>
                </a:lnTo>
                <a:lnTo>
                  <a:pt x="6538" y="22621"/>
                </a:lnTo>
                <a:lnTo>
                  <a:pt x="6626" y="22428"/>
                </a:lnTo>
                <a:lnTo>
                  <a:pt x="6727" y="22247"/>
                </a:lnTo>
                <a:lnTo>
                  <a:pt x="6852" y="22054"/>
                </a:lnTo>
                <a:lnTo>
                  <a:pt x="6953" y="21913"/>
                </a:lnTo>
                <a:lnTo>
                  <a:pt x="7041" y="21720"/>
                </a:lnTo>
                <a:lnTo>
                  <a:pt x="7129" y="21539"/>
                </a:lnTo>
                <a:lnTo>
                  <a:pt x="7230" y="21398"/>
                </a:lnTo>
                <a:lnTo>
                  <a:pt x="7368" y="21205"/>
                </a:lnTo>
                <a:lnTo>
                  <a:pt x="7456" y="21024"/>
                </a:lnTo>
                <a:lnTo>
                  <a:pt x="7544" y="20831"/>
                </a:lnTo>
                <a:lnTo>
                  <a:pt x="7632" y="20690"/>
                </a:lnTo>
                <a:lnTo>
                  <a:pt x="7733" y="20509"/>
                </a:lnTo>
                <a:lnTo>
                  <a:pt x="7871" y="20316"/>
                </a:lnTo>
                <a:lnTo>
                  <a:pt x="7959" y="20136"/>
                </a:lnTo>
                <a:lnTo>
                  <a:pt x="8047" y="19994"/>
                </a:lnTo>
                <a:lnTo>
                  <a:pt x="8135" y="19801"/>
                </a:lnTo>
                <a:lnTo>
                  <a:pt x="8236" y="19608"/>
                </a:lnTo>
                <a:lnTo>
                  <a:pt x="8374" y="19479"/>
                </a:lnTo>
                <a:lnTo>
                  <a:pt x="8462" y="19286"/>
                </a:lnTo>
                <a:lnTo>
                  <a:pt x="8550" y="19093"/>
                </a:lnTo>
                <a:lnTo>
                  <a:pt x="8638" y="18913"/>
                </a:lnTo>
                <a:lnTo>
                  <a:pt x="8739" y="18771"/>
                </a:lnTo>
                <a:lnTo>
                  <a:pt x="8877" y="18578"/>
                </a:lnTo>
                <a:lnTo>
                  <a:pt x="8965" y="18398"/>
                </a:lnTo>
                <a:lnTo>
                  <a:pt x="9053" y="18256"/>
                </a:lnTo>
                <a:lnTo>
                  <a:pt x="9141" y="18063"/>
                </a:lnTo>
                <a:lnTo>
                  <a:pt x="9242" y="17883"/>
                </a:lnTo>
                <a:lnTo>
                  <a:pt x="9380" y="17741"/>
                </a:lnTo>
                <a:lnTo>
                  <a:pt x="9468" y="17548"/>
                </a:lnTo>
                <a:lnTo>
                  <a:pt x="9556" y="17368"/>
                </a:lnTo>
                <a:lnTo>
                  <a:pt x="9644" y="17226"/>
                </a:lnTo>
                <a:lnTo>
                  <a:pt x="9745" y="17033"/>
                </a:lnTo>
                <a:lnTo>
                  <a:pt x="9883" y="16840"/>
                </a:lnTo>
                <a:lnTo>
                  <a:pt x="9971" y="16660"/>
                </a:lnTo>
                <a:lnTo>
                  <a:pt x="10059" y="16518"/>
                </a:lnTo>
                <a:lnTo>
                  <a:pt x="10159" y="16325"/>
                </a:lnTo>
                <a:lnTo>
                  <a:pt x="10247" y="16145"/>
                </a:lnTo>
                <a:lnTo>
                  <a:pt x="10386" y="16003"/>
                </a:lnTo>
                <a:lnTo>
                  <a:pt x="10474" y="15810"/>
                </a:lnTo>
                <a:lnTo>
                  <a:pt x="10562" y="15630"/>
                </a:lnTo>
                <a:lnTo>
                  <a:pt x="10662" y="15488"/>
                </a:lnTo>
                <a:lnTo>
                  <a:pt x="10750" y="15295"/>
                </a:lnTo>
                <a:lnTo>
                  <a:pt x="10889" y="15153"/>
                </a:lnTo>
                <a:lnTo>
                  <a:pt x="10977" y="14973"/>
                </a:lnTo>
                <a:lnTo>
                  <a:pt x="11065" y="14780"/>
                </a:lnTo>
                <a:lnTo>
                  <a:pt x="11165" y="14638"/>
                </a:lnTo>
                <a:lnTo>
                  <a:pt x="11253" y="14458"/>
                </a:lnTo>
                <a:lnTo>
                  <a:pt x="11392" y="14265"/>
                </a:lnTo>
                <a:lnTo>
                  <a:pt x="11480" y="14123"/>
                </a:lnTo>
                <a:lnTo>
                  <a:pt x="11568" y="13930"/>
                </a:lnTo>
                <a:lnTo>
                  <a:pt x="11668" y="13750"/>
                </a:lnTo>
                <a:lnTo>
                  <a:pt x="11756" y="13608"/>
                </a:lnTo>
                <a:lnTo>
                  <a:pt x="11895" y="13415"/>
                </a:lnTo>
                <a:lnTo>
                  <a:pt x="11983" y="13235"/>
                </a:lnTo>
                <a:lnTo>
                  <a:pt x="12071" y="13093"/>
                </a:lnTo>
                <a:lnTo>
                  <a:pt x="12171" y="12900"/>
                </a:lnTo>
                <a:lnTo>
                  <a:pt x="12259" y="12759"/>
                </a:lnTo>
                <a:lnTo>
                  <a:pt x="12398" y="12578"/>
                </a:lnTo>
                <a:lnTo>
                  <a:pt x="12486" y="12385"/>
                </a:lnTo>
                <a:lnTo>
                  <a:pt x="12574" y="12244"/>
                </a:lnTo>
                <a:lnTo>
                  <a:pt x="12674" y="12063"/>
                </a:lnTo>
                <a:lnTo>
                  <a:pt x="12762" y="11922"/>
                </a:lnTo>
                <a:lnTo>
                  <a:pt x="12901" y="11729"/>
                </a:lnTo>
                <a:lnTo>
                  <a:pt x="12989" y="11548"/>
                </a:lnTo>
                <a:lnTo>
                  <a:pt x="13077" y="11407"/>
                </a:lnTo>
                <a:lnTo>
                  <a:pt x="13177" y="11214"/>
                </a:lnTo>
                <a:lnTo>
                  <a:pt x="13265" y="11072"/>
                </a:lnTo>
                <a:lnTo>
                  <a:pt x="13404" y="10892"/>
                </a:lnTo>
                <a:lnTo>
                  <a:pt x="13492" y="10699"/>
                </a:lnTo>
                <a:lnTo>
                  <a:pt x="13592" y="10557"/>
                </a:lnTo>
                <a:lnTo>
                  <a:pt x="13680" y="10364"/>
                </a:lnTo>
                <a:lnTo>
                  <a:pt x="13768" y="10235"/>
                </a:lnTo>
                <a:lnTo>
                  <a:pt x="13907" y="10042"/>
                </a:lnTo>
                <a:lnTo>
                  <a:pt x="13995" y="9849"/>
                </a:lnTo>
                <a:lnTo>
                  <a:pt x="14095" y="9707"/>
                </a:lnTo>
                <a:lnTo>
                  <a:pt x="14183" y="9527"/>
                </a:lnTo>
                <a:lnTo>
                  <a:pt x="14271" y="9385"/>
                </a:lnTo>
                <a:lnTo>
                  <a:pt x="14410" y="9192"/>
                </a:lnTo>
                <a:lnTo>
                  <a:pt x="14498" y="9051"/>
                </a:lnTo>
                <a:lnTo>
                  <a:pt x="14598" y="8870"/>
                </a:lnTo>
                <a:lnTo>
                  <a:pt x="14686" y="8677"/>
                </a:lnTo>
                <a:lnTo>
                  <a:pt x="14774" y="8536"/>
                </a:lnTo>
                <a:lnTo>
                  <a:pt x="14913" y="8355"/>
                </a:lnTo>
                <a:lnTo>
                  <a:pt x="15001" y="8214"/>
                </a:lnTo>
                <a:lnTo>
                  <a:pt x="15101" y="8021"/>
                </a:lnTo>
                <a:lnTo>
                  <a:pt x="15189" y="7879"/>
                </a:lnTo>
                <a:lnTo>
                  <a:pt x="15277" y="7699"/>
                </a:lnTo>
                <a:lnTo>
                  <a:pt x="15415" y="7557"/>
                </a:lnTo>
                <a:lnTo>
                  <a:pt x="15503" y="7364"/>
                </a:lnTo>
                <a:lnTo>
                  <a:pt x="15604" y="7222"/>
                </a:lnTo>
                <a:lnTo>
                  <a:pt x="15692" y="7042"/>
                </a:lnTo>
                <a:lnTo>
                  <a:pt x="15780" y="6849"/>
                </a:lnTo>
                <a:lnTo>
                  <a:pt x="15918" y="6707"/>
                </a:lnTo>
                <a:lnTo>
                  <a:pt x="16006" y="6527"/>
                </a:lnTo>
                <a:lnTo>
                  <a:pt x="16107" y="6385"/>
                </a:lnTo>
                <a:lnTo>
                  <a:pt x="16195" y="6192"/>
                </a:lnTo>
                <a:lnTo>
                  <a:pt x="16283" y="6051"/>
                </a:lnTo>
                <a:lnTo>
                  <a:pt x="16421" y="5870"/>
                </a:lnTo>
                <a:lnTo>
                  <a:pt x="16509" y="5729"/>
                </a:lnTo>
                <a:lnTo>
                  <a:pt x="16610" y="5536"/>
                </a:lnTo>
                <a:lnTo>
                  <a:pt x="16698" y="5394"/>
                </a:lnTo>
                <a:lnTo>
                  <a:pt x="16786" y="5214"/>
                </a:lnTo>
                <a:lnTo>
                  <a:pt x="16924" y="5072"/>
                </a:lnTo>
                <a:lnTo>
                  <a:pt x="17012" y="4879"/>
                </a:lnTo>
                <a:lnTo>
                  <a:pt x="17113" y="4737"/>
                </a:lnTo>
                <a:lnTo>
                  <a:pt x="17201" y="4557"/>
                </a:lnTo>
                <a:lnTo>
                  <a:pt x="17289" y="4416"/>
                </a:lnTo>
                <a:lnTo>
                  <a:pt x="17427" y="4222"/>
                </a:lnTo>
                <a:lnTo>
                  <a:pt x="17528" y="4081"/>
                </a:lnTo>
                <a:lnTo>
                  <a:pt x="17616" y="3901"/>
                </a:lnTo>
                <a:lnTo>
                  <a:pt x="17704" y="3759"/>
                </a:lnTo>
                <a:lnTo>
                  <a:pt x="17792" y="3566"/>
                </a:lnTo>
                <a:lnTo>
                  <a:pt x="17930" y="3424"/>
                </a:lnTo>
                <a:lnTo>
                  <a:pt x="18031" y="3244"/>
                </a:lnTo>
                <a:lnTo>
                  <a:pt x="18119" y="3102"/>
                </a:lnTo>
                <a:lnTo>
                  <a:pt x="18207" y="2909"/>
                </a:lnTo>
                <a:lnTo>
                  <a:pt x="18295" y="2768"/>
                </a:lnTo>
                <a:lnTo>
                  <a:pt x="18433" y="2587"/>
                </a:lnTo>
                <a:lnTo>
                  <a:pt x="18534" y="2446"/>
                </a:lnTo>
                <a:lnTo>
                  <a:pt x="18622" y="2253"/>
                </a:lnTo>
                <a:lnTo>
                  <a:pt x="18710" y="2111"/>
                </a:lnTo>
                <a:lnTo>
                  <a:pt x="18798" y="1969"/>
                </a:lnTo>
                <a:lnTo>
                  <a:pt x="18936" y="1789"/>
                </a:lnTo>
                <a:lnTo>
                  <a:pt x="19037" y="1647"/>
                </a:lnTo>
                <a:lnTo>
                  <a:pt x="19125" y="1454"/>
                </a:lnTo>
                <a:lnTo>
                  <a:pt x="19213" y="1313"/>
                </a:lnTo>
                <a:lnTo>
                  <a:pt x="19301" y="1132"/>
                </a:lnTo>
                <a:lnTo>
                  <a:pt x="19439" y="991"/>
                </a:lnTo>
                <a:lnTo>
                  <a:pt x="19540" y="798"/>
                </a:lnTo>
                <a:lnTo>
                  <a:pt x="19628" y="656"/>
                </a:lnTo>
                <a:lnTo>
                  <a:pt x="19716" y="476"/>
                </a:lnTo>
                <a:lnTo>
                  <a:pt x="19816" y="33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957369" y="3829374"/>
            <a:ext cx="20043" cy="29612"/>
          </a:xfrm>
          <a:custGeom>
            <a:avLst/>
            <a:gdLst/>
            <a:ahLst/>
            <a:cxnLst/>
            <a:rect l="l" t="t" r="r" b="b"/>
            <a:pathLst>
              <a:path w="20043" h="29612">
                <a:moveTo>
                  <a:pt x="0" y="29612"/>
                </a:moveTo>
                <a:lnTo>
                  <a:pt x="88" y="29470"/>
                </a:lnTo>
                <a:lnTo>
                  <a:pt x="176" y="29290"/>
                </a:lnTo>
                <a:lnTo>
                  <a:pt x="276" y="29148"/>
                </a:lnTo>
                <a:lnTo>
                  <a:pt x="402" y="28955"/>
                </a:lnTo>
                <a:lnTo>
                  <a:pt x="502" y="28814"/>
                </a:lnTo>
                <a:lnTo>
                  <a:pt x="590" y="28672"/>
                </a:lnTo>
                <a:lnTo>
                  <a:pt x="679" y="28492"/>
                </a:lnTo>
                <a:lnTo>
                  <a:pt x="779" y="28350"/>
                </a:lnTo>
                <a:lnTo>
                  <a:pt x="917" y="28157"/>
                </a:lnTo>
                <a:lnTo>
                  <a:pt x="1005" y="28015"/>
                </a:lnTo>
                <a:lnTo>
                  <a:pt x="1093" y="27874"/>
                </a:lnTo>
                <a:lnTo>
                  <a:pt x="1181" y="27694"/>
                </a:lnTo>
                <a:lnTo>
                  <a:pt x="1282" y="27552"/>
                </a:lnTo>
                <a:lnTo>
                  <a:pt x="1420" y="27359"/>
                </a:lnTo>
                <a:lnTo>
                  <a:pt x="1508" y="27217"/>
                </a:lnTo>
                <a:lnTo>
                  <a:pt x="1596" y="27076"/>
                </a:lnTo>
                <a:lnTo>
                  <a:pt x="1684" y="26895"/>
                </a:lnTo>
                <a:lnTo>
                  <a:pt x="1785" y="26754"/>
                </a:lnTo>
                <a:lnTo>
                  <a:pt x="1923" y="26561"/>
                </a:lnTo>
                <a:lnTo>
                  <a:pt x="2011" y="26419"/>
                </a:lnTo>
                <a:lnTo>
                  <a:pt x="2099" y="26277"/>
                </a:lnTo>
                <a:lnTo>
                  <a:pt x="2187" y="26097"/>
                </a:lnTo>
                <a:lnTo>
                  <a:pt x="2288" y="25955"/>
                </a:lnTo>
                <a:lnTo>
                  <a:pt x="2426" y="25814"/>
                </a:lnTo>
                <a:lnTo>
                  <a:pt x="2514" y="25621"/>
                </a:lnTo>
                <a:lnTo>
                  <a:pt x="2602" y="25479"/>
                </a:lnTo>
                <a:lnTo>
                  <a:pt x="2690" y="25299"/>
                </a:lnTo>
                <a:lnTo>
                  <a:pt x="2791" y="25157"/>
                </a:lnTo>
                <a:lnTo>
                  <a:pt x="2929" y="25016"/>
                </a:lnTo>
                <a:lnTo>
                  <a:pt x="3017" y="24822"/>
                </a:lnTo>
                <a:lnTo>
                  <a:pt x="3105" y="24681"/>
                </a:lnTo>
                <a:lnTo>
                  <a:pt x="3193" y="24539"/>
                </a:lnTo>
                <a:lnTo>
                  <a:pt x="3294" y="24359"/>
                </a:lnTo>
                <a:lnTo>
                  <a:pt x="3432" y="24217"/>
                </a:lnTo>
                <a:lnTo>
                  <a:pt x="3520" y="24076"/>
                </a:lnTo>
                <a:lnTo>
                  <a:pt x="3608" y="23883"/>
                </a:lnTo>
                <a:lnTo>
                  <a:pt x="3709" y="23754"/>
                </a:lnTo>
                <a:lnTo>
                  <a:pt x="3797" y="23612"/>
                </a:lnTo>
                <a:lnTo>
                  <a:pt x="3935" y="23419"/>
                </a:lnTo>
                <a:lnTo>
                  <a:pt x="4023" y="23277"/>
                </a:lnTo>
                <a:lnTo>
                  <a:pt x="4111" y="23136"/>
                </a:lnTo>
                <a:lnTo>
                  <a:pt x="4212" y="22956"/>
                </a:lnTo>
                <a:lnTo>
                  <a:pt x="4300" y="22814"/>
                </a:lnTo>
                <a:lnTo>
                  <a:pt x="4438" y="22672"/>
                </a:lnTo>
                <a:lnTo>
                  <a:pt x="4526" y="22479"/>
                </a:lnTo>
                <a:lnTo>
                  <a:pt x="4614" y="22338"/>
                </a:lnTo>
                <a:lnTo>
                  <a:pt x="4715" y="22196"/>
                </a:lnTo>
                <a:lnTo>
                  <a:pt x="4803" y="22016"/>
                </a:lnTo>
                <a:lnTo>
                  <a:pt x="4941" y="21874"/>
                </a:lnTo>
                <a:lnTo>
                  <a:pt x="5029" y="21732"/>
                </a:lnTo>
                <a:lnTo>
                  <a:pt x="5117" y="21591"/>
                </a:lnTo>
                <a:lnTo>
                  <a:pt x="5218" y="21398"/>
                </a:lnTo>
                <a:lnTo>
                  <a:pt x="5306" y="21256"/>
                </a:lnTo>
                <a:lnTo>
                  <a:pt x="5444" y="21114"/>
                </a:lnTo>
                <a:lnTo>
                  <a:pt x="5532" y="20934"/>
                </a:lnTo>
                <a:lnTo>
                  <a:pt x="5620" y="20793"/>
                </a:lnTo>
                <a:lnTo>
                  <a:pt x="5721" y="20651"/>
                </a:lnTo>
                <a:lnTo>
                  <a:pt x="5809" y="20458"/>
                </a:lnTo>
                <a:lnTo>
                  <a:pt x="5947" y="20316"/>
                </a:lnTo>
                <a:lnTo>
                  <a:pt x="6035" y="20187"/>
                </a:lnTo>
                <a:lnTo>
                  <a:pt x="6123" y="20046"/>
                </a:lnTo>
                <a:lnTo>
                  <a:pt x="6224" y="19853"/>
                </a:lnTo>
                <a:lnTo>
                  <a:pt x="6312" y="19711"/>
                </a:lnTo>
                <a:lnTo>
                  <a:pt x="6450" y="19569"/>
                </a:lnTo>
                <a:lnTo>
                  <a:pt x="6538" y="19428"/>
                </a:lnTo>
                <a:lnTo>
                  <a:pt x="6626" y="19248"/>
                </a:lnTo>
                <a:lnTo>
                  <a:pt x="6727" y="19106"/>
                </a:lnTo>
                <a:lnTo>
                  <a:pt x="6815" y="18964"/>
                </a:lnTo>
                <a:lnTo>
                  <a:pt x="6953" y="18823"/>
                </a:lnTo>
                <a:lnTo>
                  <a:pt x="7041" y="18630"/>
                </a:lnTo>
                <a:lnTo>
                  <a:pt x="7142" y="18488"/>
                </a:lnTo>
                <a:lnTo>
                  <a:pt x="7230" y="18346"/>
                </a:lnTo>
                <a:lnTo>
                  <a:pt x="7318" y="18205"/>
                </a:lnTo>
                <a:lnTo>
                  <a:pt x="7456" y="18024"/>
                </a:lnTo>
                <a:lnTo>
                  <a:pt x="7544" y="17883"/>
                </a:lnTo>
                <a:lnTo>
                  <a:pt x="7645" y="17741"/>
                </a:lnTo>
                <a:lnTo>
                  <a:pt x="7733" y="17600"/>
                </a:lnTo>
                <a:lnTo>
                  <a:pt x="7821" y="17419"/>
                </a:lnTo>
                <a:lnTo>
                  <a:pt x="7959" y="17278"/>
                </a:lnTo>
                <a:lnTo>
                  <a:pt x="8047" y="17136"/>
                </a:lnTo>
                <a:lnTo>
                  <a:pt x="8148" y="16994"/>
                </a:lnTo>
                <a:lnTo>
                  <a:pt x="8236" y="16801"/>
                </a:lnTo>
                <a:lnTo>
                  <a:pt x="8324" y="16660"/>
                </a:lnTo>
                <a:lnTo>
                  <a:pt x="8462" y="16518"/>
                </a:lnTo>
                <a:lnTo>
                  <a:pt x="8550" y="16376"/>
                </a:lnTo>
                <a:lnTo>
                  <a:pt x="8651" y="16235"/>
                </a:lnTo>
                <a:lnTo>
                  <a:pt x="8739" y="16055"/>
                </a:lnTo>
                <a:lnTo>
                  <a:pt x="8827" y="15913"/>
                </a:lnTo>
                <a:lnTo>
                  <a:pt x="8965" y="15771"/>
                </a:lnTo>
                <a:lnTo>
                  <a:pt x="9053" y="15630"/>
                </a:lnTo>
                <a:lnTo>
                  <a:pt x="9154" y="15488"/>
                </a:lnTo>
                <a:lnTo>
                  <a:pt x="9242" y="15308"/>
                </a:lnTo>
                <a:lnTo>
                  <a:pt x="9330" y="15166"/>
                </a:lnTo>
                <a:lnTo>
                  <a:pt x="9468" y="15025"/>
                </a:lnTo>
                <a:lnTo>
                  <a:pt x="9556" y="14883"/>
                </a:lnTo>
                <a:lnTo>
                  <a:pt x="9656" y="14741"/>
                </a:lnTo>
                <a:lnTo>
                  <a:pt x="9745" y="14548"/>
                </a:lnTo>
                <a:lnTo>
                  <a:pt x="9833" y="14407"/>
                </a:lnTo>
                <a:lnTo>
                  <a:pt x="9971" y="14265"/>
                </a:lnTo>
                <a:lnTo>
                  <a:pt x="10059" y="14123"/>
                </a:lnTo>
                <a:lnTo>
                  <a:pt x="10159" y="13982"/>
                </a:lnTo>
                <a:lnTo>
                  <a:pt x="10247" y="13853"/>
                </a:lnTo>
                <a:lnTo>
                  <a:pt x="10335" y="13660"/>
                </a:lnTo>
                <a:lnTo>
                  <a:pt x="10474" y="13518"/>
                </a:lnTo>
                <a:lnTo>
                  <a:pt x="10562" y="13377"/>
                </a:lnTo>
                <a:lnTo>
                  <a:pt x="10662" y="13235"/>
                </a:lnTo>
                <a:lnTo>
                  <a:pt x="10750" y="13093"/>
                </a:lnTo>
                <a:lnTo>
                  <a:pt x="10838" y="12952"/>
                </a:lnTo>
                <a:lnTo>
                  <a:pt x="10977" y="12771"/>
                </a:lnTo>
                <a:lnTo>
                  <a:pt x="11077" y="12630"/>
                </a:lnTo>
                <a:lnTo>
                  <a:pt x="11165" y="12488"/>
                </a:lnTo>
                <a:lnTo>
                  <a:pt x="11253" y="12347"/>
                </a:lnTo>
                <a:lnTo>
                  <a:pt x="11341" y="12205"/>
                </a:lnTo>
                <a:lnTo>
                  <a:pt x="11480" y="12063"/>
                </a:lnTo>
                <a:lnTo>
                  <a:pt x="11580" y="11922"/>
                </a:lnTo>
                <a:lnTo>
                  <a:pt x="11668" y="11741"/>
                </a:lnTo>
                <a:lnTo>
                  <a:pt x="11756" y="11600"/>
                </a:lnTo>
                <a:lnTo>
                  <a:pt x="11844" y="11458"/>
                </a:lnTo>
                <a:lnTo>
                  <a:pt x="11983" y="11317"/>
                </a:lnTo>
                <a:lnTo>
                  <a:pt x="12083" y="11175"/>
                </a:lnTo>
                <a:lnTo>
                  <a:pt x="12171" y="11033"/>
                </a:lnTo>
                <a:lnTo>
                  <a:pt x="12259" y="10892"/>
                </a:lnTo>
                <a:lnTo>
                  <a:pt x="12347" y="10750"/>
                </a:lnTo>
                <a:lnTo>
                  <a:pt x="12486" y="10557"/>
                </a:lnTo>
                <a:lnTo>
                  <a:pt x="12586" y="10415"/>
                </a:lnTo>
                <a:lnTo>
                  <a:pt x="12674" y="10287"/>
                </a:lnTo>
                <a:lnTo>
                  <a:pt x="12762" y="10145"/>
                </a:lnTo>
                <a:lnTo>
                  <a:pt x="12850" y="10003"/>
                </a:lnTo>
                <a:lnTo>
                  <a:pt x="12989" y="9862"/>
                </a:lnTo>
                <a:lnTo>
                  <a:pt x="13089" y="9720"/>
                </a:lnTo>
                <a:lnTo>
                  <a:pt x="13177" y="9578"/>
                </a:lnTo>
                <a:lnTo>
                  <a:pt x="13265" y="9437"/>
                </a:lnTo>
                <a:lnTo>
                  <a:pt x="13353" y="9295"/>
                </a:lnTo>
                <a:lnTo>
                  <a:pt x="13492" y="9154"/>
                </a:lnTo>
                <a:lnTo>
                  <a:pt x="13592" y="8973"/>
                </a:lnTo>
                <a:lnTo>
                  <a:pt x="13680" y="8832"/>
                </a:lnTo>
                <a:lnTo>
                  <a:pt x="13768" y="8690"/>
                </a:lnTo>
                <a:lnTo>
                  <a:pt x="13869" y="8548"/>
                </a:lnTo>
                <a:lnTo>
                  <a:pt x="13995" y="8407"/>
                </a:lnTo>
                <a:lnTo>
                  <a:pt x="14095" y="8265"/>
                </a:lnTo>
                <a:lnTo>
                  <a:pt x="14183" y="8124"/>
                </a:lnTo>
                <a:lnTo>
                  <a:pt x="14271" y="7982"/>
                </a:lnTo>
                <a:lnTo>
                  <a:pt x="14372" y="7840"/>
                </a:lnTo>
                <a:lnTo>
                  <a:pt x="14498" y="7699"/>
                </a:lnTo>
                <a:lnTo>
                  <a:pt x="14598" y="7557"/>
                </a:lnTo>
                <a:lnTo>
                  <a:pt x="14686" y="7415"/>
                </a:lnTo>
                <a:lnTo>
                  <a:pt x="14774" y="7274"/>
                </a:lnTo>
                <a:lnTo>
                  <a:pt x="14875" y="7132"/>
                </a:lnTo>
                <a:lnTo>
                  <a:pt x="15013" y="6991"/>
                </a:lnTo>
                <a:lnTo>
                  <a:pt x="15101" y="6862"/>
                </a:lnTo>
                <a:lnTo>
                  <a:pt x="15189" y="6669"/>
                </a:lnTo>
                <a:lnTo>
                  <a:pt x="15277" y="6527"/>
                </a:lnTo>
                <a:lnTo>
                  <a:pt x="15378" y="6385"/>
                </a:lnTo>
                <a:lnTo>
                  <a:pt x="15516" y="6244"/>
                </a:lnTo>
                <a:lnTo>
                  <a:pt x="15604" y="6102"/>
                </a:lnTo>
                <a:lnTo>
                  <a:pt x="15692" y="5961"/>
                </a:lnTo>
                <a:lnTo>
                  <a:pt x="15780" y="5819"/>
                </a:lnTo>
                <a:lnTo>
                  <a:pt x="15881" y="5677"/>
                </a:lnTo>
                <a:lnTo>
                  <a:pt x="16019" y="5536"/>
                </a:lnTo>
                <a:lnTo>
                  <a:pt x="16107" y="5407"/>
                </a:lnTo>
                <a:lnTo>
                  <a:pt x="16195" y="5265"/>
                </a:lnTo>
                <a:lnTo>
                  <a:pt x="16283" y="5124"/>
                </a:lnTo>
                <a:lnTo>
                  <a:pt x="16384" y="4982"/>
                </a:lnTo>
                <a:lnTo>
                  <a:pt x="16522" y="4840"/>
                </a:lnTo>
                <a:lnTo>
                  <a:pt x="16610" y="4699"/>
                </a:lnTo>
                <a:lnTo>
                  <a:pt x="16698" y="4557"/>
                </a:lnTo>
                <a:lnTo>
                  <a:pt x="16786" y="4416"/>
                </a:lnTo>
                <a:lnTo>
                  <a:pt x="16887" y="4274"/>
                </a:lnTo>
                <a:lnTo>
                  <a:pt x="17025" y="4132"/>
                </a:lnTo>
                <a:lnTo>
                  <a:pt x="17113" y="3991"/>
                </a:lnTo>
                <a:lnTo>
                  <a:pt x="17201" y="3849"/>
                </a:lnTo>
                <a:lnTo>
                  <a:pt x="17302" y="3707"/>
                </a:lnTo>
                <a:lnTo>
                  <a:pt x="17390" y="3566"/>
                </a:lnTo>
                <a:lnTo>
                  <a:pt x="17528" y="3424"/>
                </a:lnTo>
                <a:lnTo>
                  <a:pt x="17616" y="3295"/>
                </a:lnTo>
                <a:lnTo>
                  <a:pt x="17704" y="3154"/>
                </a:lnTo>
                <a:lnTo>
                  <a:pt x="17805" y="3012"/>
                </a:lnTo>
                <a:lnTo>
                  <a:pt x="17893" y="2871"/>
                </a:lnTo>
                <a:lnTo>
                  <a:pt x="18031" y="2729"/>
                </a:lnTo>
                <a:lnTo>
                  <a:pt x="18207" y="2497"/>
                </a:lnTo>
                <a:lnTo>
                  <a:pt x="18308" y="2356"/>
                </a:lnTo>
                <a:lnTo>
                  <a:pt x="18396" y="2214"/>
                </a:lnTo>
                <a:lnTo>
                  <a:pt x="18534" y="2072"/>
                </a:lnTo>
                <a:lnTo>
                  <a:pt x="18622" y="1931"/>
                </a:lnTo>
                <a:lnTo>
                  <a:pt x="18710" y="1789"/>
                </a:lnTo>
                <a:lnTo>
                  <a:pt x="18811" y="1647"/>
                </a:lnTo>
                <a:lnTo>
                  <a:pt x="18899" y="1506"/>
                </a:lnTo>
                <a:lnTo>
                  <a:pt x="19037" y="1364"/>
                </a:lnTo>
                <a:lnTo>
                  <a:pt x="19125" y="1223"/>
                </a:lnTo>
                <a:lnTo>
                  <a:pt x="19213" y="1081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56"/>
                </a:lnTo>
                <a:lnTo>
                  <a:pt x="19628" y="527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977413" y="3804835"/>
            <a:ext cx="19992" cy="24539"/>
          </a:xfrm>
          <a:custGeom>
            <a:avLst/>
            <a:gdLst/>
            <a:ahLst/>
            <a:cxnLst/>
            <a:rect l="l" t="t" r="r" b="b"/>
            <a:pathLst>
              <a:path w="19992" h="24539">
                <a:moveTo>
                  <a:pt x="0" y="24539"/>
                </a:moveTo>
                <a:lnTo>
                  <a:pt x="88" y="24398"/>
                </a:lnTo>
                <a:lnTo>
                  <a:pt x="176" y="24269"/>
                </a:lnTo>
                <a:lnTo>
                  <a:pt x="276" y="24127"/>
                </a:lnTo>
                <a:lnTo>
                  <a:pt x="364" y="23986"/>
                </a:lnTo>
                <a:lnTo>
                  <a:pt x="502" y="23844"/>
                </a:lnTo>
                <a:lnTo>
                  <a:pt x="590" y="23702"/>
                </a:lnTo>
                <a:lnTo>
                  <a:pt x="779" y="23471"/>
                </a:lnTo>
                <a:lnTo>
                  <a:pt x="867" y="23329"/>
                </a:lnTo>
                <a:lnTo>
                  <a:pt x="1005" y="23187"/>
                </a:lnTo>
                <a:lnTo>
                  <a:pt x="1093" y="23046"/>
                </a:lnTo>
                <a:lnTo>
                  <a:pt x="1194" y="22904"/>
                </a:lnTo>
                <a:lnTo>
                  <a:pt x="1282" y="22762"/>
                </a:lnTo>
                <a:lnTo>
                  <a:pt x="1370" y="22621"/>
                </a:lnTo>
                <a:lnTo>
                  <a:pt x="1508" y="22531"/>
                </a:lnTo>
                <a:lnTo>
                  <a:pt x="1596" y="22389"/>
                </a:lnTo>
                <a:lnTo>
                  <a:pt x="1697" y="22247"/>
                </a:lnTo>
                <a:lnTo>
                  <a:pt x="1785" y="22106"/>
                </a:lnTo>
                <a:lnTo>
                  <a:pt x="1873" y="21964"/>
                </a:lnTo>
                <a:lnTo>
                  <a:pt x="2011" y="21823"/>
                </a:lnTo>
                <a:lnTo>
                  <a:pt x="2099" y="21681"/>
                </a:lnTo>
                <a:lnTo>
                  <a:pt x="2288" y="21449"/>
                </a:lnTo>
                <a:lnTo>
                  <a:pt x="2376" y="21308"/>
                </a:lnTo>
                <a:lnTo>
                  <a:pt x="2514" y="21166"/>
                </a:lnTo>
                <a:lnTo>
                  <a:pt x="2602" y="21024"/>
                </a:lnTo>
                <a:lnTo>
                  <a:pt x="2703" y="20883"/>
                </a:lnTo>
                <a:lnTo>
                  <a:pt x="2791" y="20741"/>
                </a:lnTo>
                <a:lnTo>
                  <a:pt x="3017" y="20509"/>
                </a:lnTo>
                <a:lnTo>
                  <a:pt x="3105" y="20368"/>
                </a:lnTo>
                <a:lnTo>
                  <a:pt x="3206" y="20226"/>
                </a:lnTo>
                <a:lnTo>
                  <a:pt x="3294" y="20084"/>
                </a:lnTo>
                <a:lnTo>
                  <a:pt x="3520" y="19853"/>
                </a:lnTo>
                <a:lnTo>
                  <a:pt x="3608" y="19711"/>
                </a:lnTo>
                <a:lnTo>
                  <a:pt x="3709" y="19569"/>
                </a:lnTo>
                <a:lnTo>
                  <a:pt x="3797" y="19428"/>
                </a:lnTo>
                <a:lnTo>
                  <a:pt x="4023" y="19196"/>
                </a:lnTo>
                <a:lnTo>
                  <a:pt x="4111" y="19054"/>
                </a:lnTo>
                <a:lnTo>
                  <a:pt x="4212" y="18913"/>
                </a:lnTo>
                <a:lnTo>
                  <a:pt x="4300" y="18771"/>
                </a:lnTo>
                <a:lnTo>
                  <a:pt x="4526" y="18539"/>
                </a:lnTo>
                <a:lnTo>
                  <a:pt x="4627" y="18398"/>
                </a:lnTo>
                <a:lnTo>
                  <a:pt x="4715" y="18256"/>
                </a:lnTo>
                <a:lnTo>
                  <a:pt x="4803" y="18115"/>
                </a:lnTo>
                <a:lnTo>
                  <a:pt x="5029" y="17883"/>
                </a:lnTo>
                <a:lnTo>
                  <a:pt x="5130" y="17741"/>
                </a:lnTo>
                <a:lnTo>
                  <a:pt x="5218" y="17600"/>
                </a:lnTo>
                <a:lnTo>
                  <a:pt x="5394" y="17368"/>
                </a:lnTo>
                <a:lnTo>
                  <a:pt x="5532" y="17226"/>
                </a:lnTo>
                <a:lnTo>
                  <a:pt x="5633" y="17085"/>
                </a:lnTo>
                <a:lnTo>
                  <a:pt x="5809" y="16853"/>
                </a:lnTo>
                <a:lnTo>
                  <a:pt x="5897" y="16711"/>
                </a:lnTo>
                <a:lnTo>
                  <a:pt x="6035" y="16570"/>
                </a:lnTo>
                <a:lnTo>
                  <a:pt x="6224" y="16338"/>
                </a:lnTo>
                <a:lnTo>
                  <a:pt x="6312" y="16196"/>
                </a:lnTo>
                <a:lnTo>
                  <a:pt x="6400" y="16055"/>
                </a:lnTo>
                <a:lnTo>
                  <a:pt x="6538" y="15952"/>
                </a:lnTo>
                <a:lnTo>
                  <a:pt x="6639" y="15823"/>
                </a:lnTo>
                <a:lnTo>
                  <a:pt x="6727" y="15681"/>
                </a:lnTo>
                <a:lnTo>
                  <a:pt x="6903" y="15437"/>
                </a:lnTo>
                <a:lnTo>
                  <a:pt x="7041" y="15295"/>
                </a:lnTo>
                <a:lnTo>
                  <a:pt x="7142" y="15166"/>
                </a:lnTo>
                <a:lnTo>
                  <a:pt x="7318" y="14922"/>
                </a:lnTo>
                <a:lnTo>
                  <a:pt x="7418" y="14780"/>
                </a:lnTo>
                <a:lnTo>
                  <a:pt x="7645" y="14548"/>
                </a:lnTo>
                <a:lnTo>
                  <a:pt x="7733" y="14407"/>
                </a:lnTo>
                <a:lnTo>
                  <a:pt x="7921" y="14175"/>
                </a:lnTo>
                <a:lnTo>
                  <a:pt x="8047" y="14033"/>
                </a:lnTo>
                <a:lnTo>
                  <a:pt x="8148" y="13892"/>
                </a:lnTo>
                <a:lnTo>
                  <a:pt x="8324" y="13660"/>
                </a:lnTo>
                <a:lnTo>
                  <a:pt x="8424" y="13518"/>
                </a:lnTo>
                <a:lnTo>
                  <a:pt x="8563" y="13428"/>
                </a:lnTo>
                <a:lnTo>
                  <a:pt x="8651" y="13286"/>
                </a:lnTo>
                <a:lnTo>
                  <a:pt x="8739" y="13145"/>
                </a:lnTo>
                <a:lnTo>
                  <a:pt x="8927" y="12913"/>
                </a:lnTo>
                <a:lnTo>
                  <a:pt x="9066" y="12771"/>
                </a:lnTo>
                <a:lnTo>
                  <a:pt x="9242" y="12527"/>
                </a:lnTo>
                <a:lnTo>
                  <a:pt x="9330" y="12398"/>
                </a:lnTo>
                <a:lnTo>
                  <a:pt x="9568" y="12153"/>
                </a:lnTo>
                <a:lnTo>
                  <a:pt x="9745" y="11922"/>
                </a:lnTo>
                <a:lnTo>
                  <a:pt x="9833" y="11780"/>
                </a:lnTo>
                <a:lnTo>
                  <a:pt x="10071" y="11548"/>
                </a:lnTo>
                <a:lnTo>
                  <a:pt x="10159" y="11407"/>
                </a:lnTo>
                <a:lnTo>
                  <a:pt x="10335" y="11175"/>
                </a:lnTo>
                <a:lnTo>
                  <a:pt x="10574" y="10943"/>
                </a:lnTo>
                <a:lnTo>
                  <a:pt x="10662" y="10802"/>
                </a:lnTo>
                <a:lnTo>
                  <a:pt x="10851" y="10557"/>
                </a:lnTo>
                <a:lnTo>
                  <a:pt x="11077" y="10325"/>
                </a:lnTo>
                <a:lnTo>
                  <a:pt x="11165" y="10184"/>
                </a:lnTo>
                <a:lnTo>
                  <a:pt x="11354" y="9952"/>
                </a:lnTo>
                <a:lnTo>
                  <a:pt x="11580" y="9720"/>
                </a:lnTo>
                <a:lnTo>
                  <a:pt x="11668" y="9578"/>
                </a:lnTo>
                <a:lnTo>
                  <a:pt x="11857" y="9347"/>
                </a:lnTo>
                <a:lnTo>
                  <a:pt x="12083" y="9102"/>
                </a:lnTo>
                <a:lnTo>
                  <a:pt x="12259" y="8870"/>
                </a:lnTo>
                <a:lnTo>
                  <a:pt x="12360" y="8729"/>
                </a:lnTo>
                <a:lnTo>
                  <a:pt x="12586" y="8497"/>
                </a:lnTo>
                <a:lnTo>
                  <a:pt x="12762" y="8265"/>
                </a:lnTo>
                <a:lnTo>
                  <a:pt x="12951" y="8033"/>
                </a:lnTo>
                <a:lnTo>
                  <a:pt x="13089" y="7930"/>
                </a:lnTo>
                <a:lnTo>
                  <a:pt x="13177" y="7789"/>
                </a:lnTo>
                <a:lnTo>
                  <a:pt x="13265" y="7647"/>
                </a:lnTo>
                <a:lnTo>
                  <a:pt x="13454" y="7415"/>
                </a:lnTo>
                <a:lnTo>
                  <a:pt x="13592" y="7325"/>
                </a:lnTo>
                <a:lnTo>
                  <a:pt x="13680" y="7184"/>
                </a:lnTo>
                <a:lnTo>
                  <a:pt x="13869" y="6952"/>
                </a:lnTo>
                <a:lnTo>
                  <a:pt x="14095" y="6720"/>
                </a:lnTo>
                <a:lnTo>
                  <a:pt x="14271" y="6476"/>
                </a:lnTo>
                <a:lnTo>
                  <a:pt x="14460" y="6244"/>
                </a:lnTo>
                <a:lnTo>
                  <a:pt x="14598" y="6154"/>
                </a:lnTo>
                <a:lnTo>
                  <a:pt x="14686" y="6012"/>
                </a:lnTo>
                <a:lnTo>
                  <a:pt x="14875" y="5780"/>
                </a:lnTo>
                <a:lnTo>
                  <a:pt x="15101" y="5536"/>
                </a:lnTo>
                <a:lnTo>
                  <a:pt x="15290" y="5304"/>
                </a:lnTo>
                <a:lnTo>
                  <a:pt x="15466" y="5072"/>
                </a:lnTo>
                <a:lnTo>
                  <a:pt x="15604" y="4982"/>
                </a:lnTo>
                <a:lnTo>
                  <a:pt x="15692" y="4840"/>
                </a:lnTo>
                <a:lnTo>
                  <a:pt x="15881" y="4647"/>
                </a:lnTo>
                <a:lnTo>
                  <a:pt x="15969" y="4506"/>
                </a:lnTo>
                <a:lnTo>
                  <a:pt x="16107" y="4416"/>
                </a:lnTo>
                <a:lnTo>
                  <a:pt x="16195" y="4274"/>
                </a:lnTo>
                <a:lnTo>
                  <a:pt x="16384" y="4042"/>
                </a:lnTo>
                <a:lnTo>
                  <a:pt x="16610" y="3810"/>
                </a:lnTo>
                <a:lnTo>
                  <a:pt x="16799" y="3617"/>
                </a:lnTo>
                <a:lnTo>
                  <a:pt x="16887" y="3476"/>
                </a:lnTo>
                <a:lnTo>
                  <a:pt x="17113" y="3244"/>
                </a:lnTo>
                <a:lnTo>
                  <a:pt x="17302" y="3012"/>
                </a:lnTo>
                <a:lnTo>
                  <a:pt x="17478" y="2819"/>
                </a:lnTo>
                <a:lnTo>
                  <a:pt x="17616" y="2677"/>
                </a:lnTo>
                <a:lnTo>
                  <a:pt x="17805" y="2446"/>
                </a:lnTo>
                <a:lnTo>
                  <a:pt x="17981" y="2253"/>
                </a:lnTo>
                <a:lnTo>
                  <a:pt x="18119" y="2111"/>
                </a:lnTo>
                <a:lnTo>
                  <a:pt x="18308" y="1879"/>
                </a:lnTo>
                <a:lnTo>
                  <a:pt x="18484" y="1699"/>
                </a:lnTo>
                <a:lnTo>
                  <a:pt x="18622" y="1557"/>
                </a:lnTo>
                <a:lnTo>
                  <a:pt x="18811" y="1313"/>
                </a:lnTo>
                <a:lnTo>
                  <a:pt x="18987" y="1132"/>
                </a:lnTo>
                <a:lnTo>
                  <a:pt x="19125" y="991"/>
                </a:lnTo>
                <a:lnTo>
                  <a:pt x="19313" y="798"/>
                </a:lnTo>
                <a:lnTo>
                  <a:pt x="19401" y="656"/>
                </a:lnTo>
                <a:lnTo>
                  <a:pt x="19628" y="476"/>
                </a:lnTo>
                <a:lnTo>
                  <a:pt x="19728" y="334"/>
                </a:lnTo>
                <a:lnTo>
                  <a:pt x="19904" y="141"/>
                </a:lnTo>
                <a:lnTo>
                  <a:pt x="19992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997406" y="3785792"/>
            <a:ext cx="20055" cy="19042"/>
          </a:xfrm>
          <a:custGeom>
            <a:avLst/>
            <a:gdLst/>
            <a:ahLst/>
            <a:cxnLst/>
            <a:rect l="l" t="t" r="r" b="b"/>
            <a:pathLst>
              <a:path w="20055" h="19042">
                <a:moveTo>
                  <a:pt x="0" y="19042"/>
                </a:moveTo>
                <a:lnTo>
                  <a:pt x="138" y="18951"/>
                </a:lnTo>
                <a:lnTo>
                  <a:pt x="238" y="18810"/>
                </a:lnTo>
                <a:lnTo>
                  <a:pt x="414" y="18630"/>
                </a:lnTo>
                <a:lnTo>
                  <a:pt x="641" y="18385"/>
                </a:lnTo>
                <a:lnTo>
                  <a:pt x="829" y="18205"/>
                </a:lnTo>
                <a:lnTo>
                  <a:pt x="917" y="18063"/>
                </a:lnTo>
                <a:lnTo>
                  <a:pt x="1144" y="17870"/>
                </a:lnTo>
                <a:lnTo>
                  <a:pt x="1244" y="17728"/>
                </a:lnTo>
                <a:lnTo>
                  <a:pt x="1420" y="17548"/>
                </a:lnTo>
                <a:lnTo>
                  <a:pt x="1521" y="17406"/>
                </a:lnTo>
                <a:lnTo>
                  <a:pt x="1747" y="17213"/>
                </a:lnTo>
                <a:lnTo>
                  <a:pt x="1923" y="16982"/>
                </a:lnTo>
                <a:lnTo>
                  <a:pt x="2162" y="16788"/>
                </a:lnTo>
                <a:lnTo>
                  <a:pt x="2250" y="16660"/>
                </a:lnTo>
                <a:lnTo>
                  <a:pt x="2426" y="16467"/>
                </a:lnTo>
                <a:lnTo>
                  <a:pt x="2665" y="16235"/>
                </a:lnTo>
                <a:lnTo>
                  <a:pt x="2841" y="16042"/>
                </a:lnTo>
                <a:lnTo>
                  <a:pt x="3030" y="15810"/>
                </a:lnTo>
                <a:lnTo>
                  <a:pt x="3168" y="15720"/>
                </a:lnTo>
                <a:lnTo>
                  <a:pt x="3344" y="15527"/>
                </a:lnTo>
                <a:lnTo>
                  <a:pt x="3432" y="15385"/>
                </a:lnTo>
                <a:lnTo>
                  <a:pt x="3671" y="15205"/>
                </a:lnTo>
                <a:lnTo>
                  <a:pt x="3847" y="14960"/>
                </a:lnTo>
                <a:lnTo>
                  <a:pt x="4036" y="14780"/>
                </a:lnTo>
                <a:lnTo>
                  <a:pt x="4174" y="14677"/>
                </a:lnTo>
                <a:lnTo>
                  <a:pt x="4350" y="14445"/>
                </a:lnTo>
                <a:lnTo>
                  <a:pt x="4539" y="14265"/>
                </a:lnTo>
                <a:lnTo>
                  <a:pt x="4677" y="14162"/>
                </a:lnTo>
                <a:lnTo>
                  <a:pt x="4853" y="13930"/>
                </a:lnTo>
                <a:lnTo>
                  <a:pt x="5042" y="13750"/>
                </a:lnTo>
                <a:lnTo>
                  <a:pt x="5180" y="13647"/>
                </a:lnTo>
                <a:lnTo>
                  <a:pt x="5356" y="13415"/>
                </a:lnTo>
                <a:lnTo>
                  <a:pt x="5582" y="13222"/>
                </a:lnTo>
                <a:lnTo>
                  <a:pt x="5771" y="13042"/>
                </a:lnTo>
                <a:lnTo>
                  <a:pt x="5960" y="12810"/>
                </a:lnTo>
                <a:lnTo>
                  <a:pt x="6098" y="12707"/>
                </a:lnTo>
                <a:lnTo>
                  <a:pt x="6274" y="12527"/>
                </a:lnTo>
                <a:lnTo>
                  <a:pt x="6463" y="12334"/>
                </a:lnTo>
                <a:lnTo>
                  <a:pt x="6601" y="12192"/>
                </a:lnTo>
                <a:lnTo>
                  <a:pt x="6777" y="12012"/>
                </a:lnTo>
                <a:lnTo>
                  <a:pt x="6966" y="11819"/>
                </a:lnTo>
                <a:lnTo>
                  <a:pt x="7104" y="11729"/>
                </a:lnTo>
                <a:lnTo>
                  <a:pt x="7280" y="11497"/>
                </a:lnTo>
                <a:lnTo>
                  <a:pt x="7469" y="11304"/>
                </a:lnTo>
                <a:lnTo>
                  <a:pt x="7607" y="11214"/>
                </a:lnTo>
                <a:lnTo>
                  <a:pt x="7783" y="11020"/>
                </a:lnTo>
                <a:lnTo>
                  <a:pt x="7972" y="10840"/>
                </a:lnTo>
                <a:lnTo>
                  <a:pt x="8110" y="10737"/>
                </a:lnTo>
                <a:lnTo>
                  <a:pt x="8286" y="10505"/>
                </a:lnTo>
                <a:lnTo>
                  <a:pt x="8475" y="10325"/>
                </a:lnTo>
                <a:lnTo>
                  <a:pt x="8613" y="10222"/>
                </a:lnTo>
                <a:lnTo>
                  <a:pt x="8789" y="10042"/>
                </a:lnTo>
                <a:lnTo>
                  <a:pt x="8977" y="9849"/>
                </a:lnTo>
                <a:lnTo>
                  <a:pt x="9116" y="9759"/>
                </a:lnTo>
                <a:lnTo>
                  <a:pt x="9292" y="9566"/>
                </a:lnTo>
                <a:lnTo>
                  <a:pt x="9480" y="9385"/>
                </a:lnTo>
                <a:lnTo>
                  <a:pt x="9619" y="9244"/>
                </a:lnTo>
                <a:lnTo>
                  <a:pt x="9795" y="9051"/>
                </a:lnTo>
                <a:lnTo>
                  <a:pt x="9983" y="8870"/>
                </a:lnTo>
                <a:lnTo>
                  <a:pt x="10122" y="8767"/>
                </a:lnTo>
                <a:lnTo>
                  <a:pt x="10298" y="8587"/>
                </a:lnTo>
                <a:lnTo>
                  <a:pt x="10486" y="8394"/>
                </a:lnTo>
                <a:lnTo>
                  <a:pt x="10625" y="8304"/>
                </a:lnTo>
                <a:lnTo>
                  <a:pt x="10801" y="8111"/>
                </a:lnTo>
                <a:lnTo>
                  <a:pt x="10989" y="7930"/>
                </a:lnTo>
                <a:lnTo>
                  <a:pt x="11128" y="7827"/>
                </a:lnTo>
                <a:lnTo>
                  <a:pt x="11304" y="7647"/>
                </a:lnTo>
                <a:lnTo>
                  <a:pt x="11492" y="7454"/>
                </a:lnTo>
                <a:lnTo>
                  <a:pt x="11631" y="7364"/>
                </a:lnTo>
                <a:lnTo>
                  <a:pt x="11807" y="7171"/>
                </a:lnTo>
                <a:lnTo>
                  <a:pt x="11995" y="6991"/>
                </a:lnTo>
                <a:lnTo>
                  <a:pt x="12134" y="6888"/>
                </a:lnTo>
                <a:lnTo>
                  <a:pt x="12322" y="6707"/>
                </a:lnTo>
                <a:lnTo>
                  <a:pt x="12498" y="6514"/>
                </a:lnTo>
                <a:lnTo>
                  <a:pt x="12637" y="6424"/>
                </a:lnTo>
                <a:lnTo>
                  <a:pt x="12825" y="6231"/>
                </a:lnTo>
                <a:lnTo>
                  <a:pt x="13001" y="6051"/>
                </a:lnTo>
                <a:lnTo>
                  <a:pt x="13140" y="5961"/>
                </a:lnTo>
                <a:lnTo>
                  <a:pt x="13328" y="5819"/>
                </a:lnTo>
                <a:lnTo>
                  <a:pt x="13504" y="5626"/>
                </a:lnTo>
                <a:lnTo>
                  <a:pt x="13643" y="5536"/>
                </a:lnTo>
                <a:lnTo>
                  <a:pt x="13831" y="5343"/>
                </a:lnTo>
                <a:lnTo>
                  <a:pt x="14007" y="5162"/>
                </a:lnTo>
                <a:lnTo>
                  <a:pt x="14145" y="5059"/>
                </a:lnTo>
                <a:lnTo>
                  <a:pt x="14334" y="4879"/>
                </a:lnTo>
                <a:lnTo>
                  <a:pt x="14510" y="4686"/>
                </a:lnTo>
                <a:lnTo>
                  <a:pt x="14648" y="4647"/>
                </a:lnTo>
                <a:lnTo>
                  <a:pt x="14837" y="4454"/>
                </a:lnTo>
                <a:lnTo>
                  <a:pt x="15013" y="4261"/>
                </a:lnTo>
                <a:lnTo>
                  <a:pt x="15151" y="4171"/>
                </a:lnTo>
                <a:lnTo>
                  <a:pt x="15340" y="3991"/>
                </a:lnTo>
                <a:lnTo>
                  <a:pt x="15516" y="3849"/>
                </a:lnTo>
                <a:lnTo>
                  <a:pt x="15654" y="3746"/>
                </a:lnTo>
                <a:lnTo>
                  <a:pt x="15755" y="3656"/>
                </a:lnTo>
                <a:lnTo>
                  <a:pt x="15843" y="3566"/>
                </a:lnTo>
                <a:lnTo>
                  <a:pt x="15931" y="3463"/>
                </a:lnTo>
                <a:lnTo>
                  <a:pt x="16157" y="3283"/>
                </a:lnTo>
                <a:lnTo>
                  <a:pt x="16346" y="3141"/>
                </a:lnTo>
                <a:lnTo>
                  <a:pt x="16522" y="2948"/>
                </a:lnTo>
                <a:lnTo>
                  <a:pt x="16660" y="2858"/>
                </a:lnTo>
                <a:lnTo>
                  <a:pt x="16849" y="2665"/>
                </a:lnTo>
                <a:lnTo>
                  <a:pt x="17025" y="2536"/>
                </a:lnTo>
                <a:lnTo>
                  <a:pt x="17163" y="2433"/>
                </a:lnTo>
                <a:lnTo>
                  <a:pt x="17352" y="2253"/>
                </a:lnTo>
                <a:lnTo>
                  <a:pt x="17528" y="2111"/>
                </a:lnTo>
                <a:lnTo>
                  <a:pt x="17666" y="2008"/>
                </a:lnTo>
                <a:lnTo>
                  <a:pt x="17855" y="1828"/>
                </a:lnTo>
                <a:lnTo>
                  <a:pt x="18031" y="1686"/>
                </a:lnTo>
                <a:lnTo>
                  <a:pt x="18169" y="1596"/>
                </a:lnTo>
                <a:lnTo>
                  <a:pt x="18358" y="1403"/>
                </a:lnTo>
                <a:lnTo>
                  <a:pt x="18546" y="1261"/>
                </a:lnTo>
                <a:lnTo>
                  <a:pt x="18773" y="1081"/>
                </a:lnTo>
                <a:lnTo>
                  <a:pt x="18949" y="939"/>
                </a:lnTo>
                <a:lnTo>
                  <a:pt x="19175" y="746"/>
                </a:lnTo>
                <a:lnTo>
                  <a:pt x="19364" y="605"/>
                </a:lnTo>
                <a:lnTo>
                  <a:pt x="19552" y="424"/>
                </a:lnTo>
                <a:lnTo>
                  <a:pt x="19691" y="321"/>
                </a:lnTo>
                <a:lnTo>
                  <a:pt x="19867" y="180"/>
                </a:lnTo>
                <a:lnTo>
                  <a:pt x="20055" y="0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017462" y="3772557"/>
            <a:ext cx="20043" cy="13235"/>
          </a:xfrm>
          <a:custGeom>
            <a:avLst/>
            <a:gdLst/>
            <a:ahLst/>
            <a:cxnLst/>
            <a:rect l="l" t="t" r="r" b="b"/>
            <a:pathLst>
              <a:path w="20043" h="13235">
                <a:moveTo>
                  <a:pt x="0" y="13235"/>
                </a:moveTo>
                <a:lnTo>
                  <a:pt x="138" y="13183"/>
                </a:lnTo>
                <a:lnTo>
                  <a:pt x="314" y="13003"/>
                </a:lnTo>
                <a:lnTo>
                  <a:pt x="502" y="12862"/>
                </a:lnTo>
                <a:lnTo>
                  <a:pt x="641" y="12759"/>
                </a:lnTo>
                <a:lnTo>
                  <a:pt x="817" y="12617"/>
                </a:lnTo>
                <a:lnTo>
                  <a:pt x="1005" y="12437"/>
                </a:lnTo>
                <a:lnTo>
                  <a:pt x="1144" y="12385"/>
                </a:lnTo>
                <a:lnTo>
                  <a:pt x="1320" y="12205"/>
                </a:lnTo>
                <a:lnTo>
                  <a:pt x="1508" y="12063"/>
                </a:lnTo>
                <a:lnTo>
                  <a:pt x="1647" y="11960"/>
                </a:lnTo>
                <a:lnTo>
                  <a:pt x="1823" y="11819"/>
                </a:lnTo>
                <a:lnTo>
                  <a:pt x="2011" y="11638"/>
                </a:lnTo>
                <a:lnTo>
                  <a:pt x="2150" y="11587"/>
                </a:lnTo>
                <a:lnTo>
                  <a:pt x="2326" y="11407"/>
                </a:lnTo>
                <a:lnTo>
                  <a:pt x="2514" y="11265"/>
                </a:lnTo>
                <a:lnTo>
                  <a:pt x="2653" y="11162"/>
                </a:lnTo>
                <a:lnTo>
                  <a:pt x="2829" y="11020"/>
                </a:lnTo>
                <a:lnTo>
                  <a:pt x="3017" y="10892"/>
                </a:lnTo>
                <a:lnTo>
                  <a:pt x="3156" y="10789"/>
                </a:lnTo>
                <a:lnTo>
                  <a:pt x="3332" y="10647"/>
                </a:lnTo>
                <a:lnTo>
                  <a:pt x="3520" y="10505"/>
                </a:lnTo>
                <a:lnTo>
                  <a:pt x="3659" y="10415"/>
                </a:lnTo>
                <a:lnTo>
                  <a:pt x="3835" y="10274"/>
                </a:lnTo>
                <a:lnTo>
                  <a:pt x="4023" y="10132"/>
                </a:lnTo>
                <a:lnTo>
                  <a:pt x="4162" y="10042"/>
                </a:lnTo>
                <a:lnTo>
                  <a:pt x="4338" y="9900"/>
                </a:lnTo>
                <a:lnTo>
                  <a:pt x="4526" y="9759"/>
                </a:lnTo>
                <a:lnTo>
                  <a:pt x="4665" y="9669"/>
                </a:lnTo>
                <a:lnTo>
                  <a:pt x="4841" y="9527"/>
                </a:lnTo>
                <a:lnTo>
                  <a:pt x="5029" y="9385"/>
                </a:lnTo>
                <a:lnTo>
                  <a:pt x="5167" y="9295"/>
                </a:lnTo>
                <a:lnTo>
                  <a:pt x="5344" y="9154"/>
                </a:lnTo>
                <a:lnTo>
                  <a:pt x="5532" y="9012"/>
                </a:lnTo>
                <a:lnTo>
                  <a:pt x="5670" y="8909"/>
                </a:lnTo>
                <a:lnTo>
                  <a:pt x="5859" y="8780"/>
                </a:lnTo>
                <a:lnTo>
                  <a:pt x="6035" y="8639"/>
                </a:lnTo>
                <a:lnTo>
                  <a:pt x="6173" y="8536"/>
                </a:lnTo>
                <a:lnTo>
                  <a:pt x="6362" y="8394"/>
                </a:lnTo>
                <a:lnTo>
                  <a:pt x="6538" y="8252"/>
                </a:lnTo>
                <a:lnTo>
                  <a:pt x="6676" y="8214"/>
                </a:lnTo>
                <a:lnTo>
                  <a:pt x="6865" y="8072"/>
                </a:lnTo>
                <a:lnTo>
                  <a:pt x="7041" y="7930"/>
                </a:lnTo>
                <a:lnTo>
                  <a:pt x="7179" y="7840"/>
                </a:lnTo>
                <a:lnTo>
                  <a:pt x="7368" y="7699"/>
                </a:lnTo>
                <a:lnTo>
                  <a:pt x="7544" y="7557"/>
                </a:lnTo>
                <a:lnTo>
                  <a:pt x="7682" y="7506"/>
                </a:lnTo>
                <a:lnTo>
                  <a:pt x="7871" y="7364"/>
                </a:lnTo>
                <a:lnTo>
                  <a:pt x="8047" y="7222"/>
                </a:lnTo>
                <a:lnTo>
                  <a:pt x="8185" y="7132"/>
                </a:lnTo>
                <a:lnTo>
                  <a:pt x="8374" y="6991"/>
                </a:lnTo>
                <a:lnTo>
                  <a:pt x="8550" y="6849"/>
                </a:lnTo>
                <a:lnTo>
                  <a:pt x="8688" y="6797"/>
                </a:lnTo>
                <a:lnTo>
                  <a:pt x="8877" y="6669"/>
                </a:lnTo>
                <a:lnTo>
                  <a:pt x="9053" y="6527"/>
                </a:lnTo>
                <a:lnTo>
                  <a:pt x="9191" y="6476"/>
                </a:lnTo>
                <a:lnTo>
                  <a:pt x="9380" y="6334"/>
                </a:lnTo>
                <a:lnTo>
                  <a:pt x="9556" y="6192"/>
                </a:lnTo>
                <a:lnTo>
                  <a:pt x="9694" y="6102"/>
                </a:lnTo>
                <a:lnTo>
                  <a:pt x="9883" y="5999"/>
                </a:lnTo>
                <a:lnTo>
                  <a:pt x="10059" y="5870"/>
                </a:lnTo>
                <a:lnTo>
                  <a:pt x="10197" y="5767"/>
                </a:lnTo>
                <a:lnTo>
                  <a:pt x="10386" y="5626"/>
                </a:lnTo>
                <a:lnTo>
                  <a:pt x="10562" y="5536"/>
                </a:lnTo>
                <a:lnTo>
                  <a:pt x="10700" y="5446"/>
                </a:lnTo>
                <a:lnTo>
                  <a:pt x="10889" y="5304"/>
                </a:lnTo>
                <a:lnTo>
                  <a:pt x="11065" y="5214"/>
                </a:lnTo>
                <a:lnTo>
                  <a:pt x="11203" y="5111"/>
                </a:lnTo>
                <a:lnTo>
                  <a:pt x="11392" y="5021"/>
                </a:lnTo>
                <a:lnTo>
                  <a:pt x="11568" y="4879"/>
                </a:lnTo>
                <a:lnTo>
                  <a:pt x="11706" y="4789"/>
                </a:lnTo>
                <a:lnTo>
                  <a:pt x="11895" y="4686"/>
                </a:lnTo>
                <a:lnTo>
                  <a:pt x="12083" y="4557"/>
                </a:lnTo>
                <a:lnTo>
                  <a:pt x="12310" y="4416"/>
                </a:lnTo>
                <a:lnTo>
                  <a:pt x="12486" y="4313"/>
                </a:lnTo>
                <a:lnTo>
                  <a:pt x="12712" y="4171"/>
                </a:lnTo>
                <a:lnTo>
                  <a:pt x="12901" y="4029"/>
                </a:lnTo>
                <a:lnTo>
                  <a:pt x="13089" y="3939"/>
                </a:lnTo>
                <a:lnTo>
                  <a:pt x="13228" y="3849"/>
                </a:lnTo>
                <a:lnTo>
                  <a:pt x="13404" y="3759"/>
                </a:lnTo>
                <a:lnTo>
                  <a:pt x="13592" y="3617"/>
                </a:lnTo>
                <a:lnTo>
                  <a:pt x="13731" y="3566"/>
                </a:lnTo>
                <a:lnTo>
                  <a:pt x="13907" y="3424"/>
                </a:lnTo>
                <a:lnTo>
                  <a:pt x="14095" y="3334"/>
                </a:lnTo>
                <a:lnTo>
                  <a:pt x="14234" y="3231"/>
                </a:lnTo>
                <a:lnTo>
                  <a:pt x="14410" y="3141"/>
                </a:lnTo>
                <a:lnTo>
                  <a:pt x="14598" y="2999"/>
                </a:lnTo>
                <a:lnTo>
                  <a:pt x="14736" y="2961"/>
                </a:lnTo>
                <a:lnTo>
                  <a:pt x="14913" y="2819"/>
                </a:lnTo>
                <a:lnTo>
                  <a:pt x="15101" y="2716"/>
                </a:lnTo>
                <a:lnTo>
                  <a:pt x="15239" y="2677"/>
                </a:lnTo>
                <a:lnTo>
                  <a:pt x="15415" y="2536"/>
                </a:lnTo>
                <a:lnTo>
                  <a:pt x="15604" y="2446"/>
                </a:lnTo>
                <a:lnTo>
                  <a:pt x="15742" y="2343"/>
                </a:lnTo>
                <a:lnTo>
                  <a:pt x="15918" y="2253"/>
                </a:lnTo>
                <a:lnTo>
                  <a:pt x="16107" y="2111"/>
                </a:lnTo>
                <a:lnTo>
                  <a:pt x="16245" y="2059"/>
                </a:lnTo>
                <a:lnTo>
                  <a:pt x="16421" y="1969"/>
                </a:lnTo>
                <a:lnTo>
                  <a:pt x="16610" y="1828"/>
                </a:lnTo>
                <a:lnTo>
                  <a:pt x="16748" y="1776"/>
                </a:lnTo>
                <a:lnTo>
                  <a:pt x="16924" y="1686"/>
                </a:lnTo>
                <a:lnTo>
                  <a:pt x="17113" y="1544"/>
                </a:lnTo>
                <a:lnTo>
                  <a:pt x="17251" y="1506"/>
                </a:lnTo>
                <a:lnTo>
                  <a:pt x="17427" y="1403"/>
                </a:lnTo>
                <a:lnTo>
                  <a:pt x="17616" y="1261"/>
                </a:lnTo>
                <a:lnTo>
                  <a:pt x="17754" y="1223"/>
                </a:lnTo>
                <a:lnTo>
                  <a:pt x="17930" y="1120"/>
                </a:lnTo>
                <a:lnTo>
                  <a:pt x="18119" y="991"/>
                </a:lnTo>
                <a:lnTo>
                  <a:pt x="18257" y="939"/>
                </a:lnTo>
                <a:lnTo>
                  <a:pt x="18433" y="849"/>
                </a:lnTo>
                <a:lnTo>
                  <a:pt x="18622" y="746"/>
                </a:lnTo>
                <a:lnTo>
                  <a:pt x="18760" y="708"/>
                </a:lnTo>
                <a:lnTo>
                  <a:pt x="18936" y="566"/>
                </a:lnTo>
                <a:lnTo>
                  <a:pt x="19125" y="463"/>
                </a:lnTo>
                <a:lnTo>
                  <a:pt x="19263" y="424"/>
                </a:lnTo>
                <a:lnTo>
                  <a:pt x="19452" y="334"/>
                </a:lnTo>
                <a:lnTo>
                  <a:pt x="19628" y="193"/>
                </a:lnTo>
                <a:lnTo>
                  <a:pt x="19766" y="141"/>
                </a:lnTo>
                <a:lnTo>
                  <a:pt x="19955" y="51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037505" y="3765283"/>
            <a:ext cx="20043" cy="7274"/>
          </a:xfrm>
          <a:custGeom>
            <a:avLst/>
            <a:gdLst/>
            <a:ahLst/>
            <a:cxnLst/>
            <a:rect l="l" t="t" r="r" b="b"/>
            <a:pathLst>
              <a:path w="20043" h="7274">
                <a:moveTo>
                  <a:pt x="0" y="7274"/>
                </a:moveTo>
                <a:lnTo>
                  <a:pt x="226" y="7184"/>
                </a:lnTo>
                <a:lnTo>
                  <a:pt x="414" y="7081"/>
                </a:lnTo>
                <a:lnTo>
                  <a:pt x="590" y="6939"/>
                </a:lnTo>
                <a:lnTo>
                  <a:pt x="729" y="6900"/>
                </a:lnTo>
                <a:lnTo>
                  <a:pt x="917" y="6810"/>
                </a:lnTo>
                <a:lnTo>
                  <a:pt x="1093" y="6707"/>
                </a:lnTo>
                <a:lnTo>
                  <a:pt x="1232" y="6669"/>
                </a:lnTo>
                <a:lnTo>
                  <a:pt x="1420" y="6566"/>
                </a:lnTo>
                <a:lnTo>
                  <a:pt x="1596" y="6476"/>
                </a:lnTo>
                <a:lnTo>
                  <a:pt x="1735" y="6424"/>
                </a:lnTo>
                <a:lnTo>
                  <a:pt x="1823" y="6385"/>
                </a:lnTo>
                <a:lnTo>
                  <a:pt x="1923" y="6334"/>
                </a:lnTo>
                <a:lnTo>
                  <a:pt x="2011" y="6282"/>
                </a:lnTo>
                <a:lnTo>
                  <a:pt x="2099" y="6192"/>
                </a:lnTo>
                <a:lnTo>
                  <a:pt x="2238" y="6154"/>
                </a:lnTo>
                <a:lnTo>
                  <a:pt x="2426" y="6051"/>
                </a:lnTo>
                <a:lnTo>
                  <a:pt x="2602" y="5961"/>
                </a:lnTo>
                <a:lnTo>
                  <a:pt x="2741" y="5909"/>
                </a:lnTo>
                <a:lnTo>
                  <a:pt x="2929" y="5819"/>
                </a:lnTo>
                <a:lnTo>
                  <a:pt x="3105" y="5729"/>
                </a:lnTo>
                <a:lnTo>
                  <a:pt x="3244" y="5677"/>
                </a:lnTo>
                <a:lnTo>
                  <a:pt x="3432" y="5587"/>
                </a:lnTo>
                <a:lnTo>
                  <a:pt x="3608" y="5497"/>
                </a:lnTo>
                <a:lnTo>
                  <a:pt x="3747" y="5446"/>
                </a:lnTo>
                <a:lnTo>
                  <a:pt x="3935" y="5355"/>
                </a:lnTo>
                <a:lnTo>
                  <a:pt x="4111" y="5252"/>
                </a:lnTo>
                <a:lnTo>
                  <a:pt x="4250" y="5252"/>
                </a:lnTo>
                <a:lnTo>
                  <a:pt x="4438" y="5162"/>
                </a:lnTo>
                <a:lnTo>
                  <a:pt x="4614" y="5072"/>
                </a:lnTo>
                <a:lnTo>
                  <a:pt x="4753" y="5021"/>
                </a:lnTo>
                <a:lnTo>
                  <a:pt x="4941" y="4931"/>
                </a:lnTo>
                <a:lnTo>
                  <a:pt x="5117" y="4828"/>
                </a:lnTo>
                <a:lnTo>
                  <a:pt x="5256" y="4789"/>
                </a:lnTo>
                <a:lnTo>
                  <a:pt x="5444" y="4699"/>
                </a:lnTo>
                <a:lnTo>
                  <a:pt x="5633" y="4596"/>
                </a:lnTo>
                <a:lnTo>
                  <a:pt x="5859" y="4506"/>
                </a:lnTo>
                <a:lnTo>
                  <a:pt x="6035" y="4454"/>
                </a:lnTo>
                <a:lnTo>
                  <a:pt x="6261" y="4364"/>
                </a:lnTo>
                <a:lnTo>
                  <a:pt x="6450" y="4274"/>
                </a:lnTo>
                <a:lnTo>
                  <a:pt x="6639" y="4171"/>
                </a:lnTo>
                <a:lnTo>
                  <a:pt x="6777" y="4132"/>
                </a:lnTo>
                <a:lnTo>
                  <a:pt x="6953" y="4081"/>
                </a:lnTo>
                <a:lnTo>
                  <a:pt x="7142" y="3991"/>
                </a:lnTo>
                <a:lnTo>
                  <a:pt x="7280" y="3939"/>
                </a:lnTo>
                <a:lnTo>
                  <a:pt x="7456" y="3849"/>
                </a:lnTo>
                <a:lnTo>
                  <a:pt x="7645" y="3798"/>
                </a:lnTo>
                <a:lnTo>
                  <a:pt x="7783" y="3759"/>
                </a:lnTo>
                <a:lnTo>
                  <a:pt x="7959" y="3656"/>
                </a:lnTo>
                <a:lnTo>
                  <a:pt x="8148" y="3566"/>
                </a:lnTo>
                <a:lnTo>
                  <a:pt x="8286" y="3514"/>
                </a:lnTo>
                <a:lnTo>
                  <a:pt x="8462" y="3476"/>
                </a:lnTo>
                <a:lnTo>
                  <a:pt x="8651" y="3386"/>
                </a:lnTo>
                <a:lnTo>
                  <a:pt x="8789" y="3334"/>
                </a:lnTo>
                <a:lnTo>
                  <a:pt x="8965" y="3283"/>
                </a:lnTo>
                <a:lnTo>
                  <a:pt x="9154" y="3192"/>
                </a:lnTo>
                <a:lnTo>
                  <a:pt x="9292" y="3141"/>
                </a:lnTo>
                <a:lnTo>
                  <a:pt x="9468" y="3102"/>
                </a:lnTo>
                <a:lnTo>
                  <a:pt x="9656" y="2999"/>
                </a:lnTo>
                <a:lnTo>
                  <a:pt x="9795" y="2961"/>
                </a:lnTo>
                <a:lnTo>
                  <a:pt x="9971" y="2909"/>
                </a:lnTo>
                <a:lnTo>
                  <a:pt x="10159" y="2819"/>
                </a:lnTo>
                <a:lnTo>
                  <a:pt x="10298" y="2768"/>
                </a:lnTo>
                <a:lnTo>
                  <a:pt x="10474" y="2716"/>
                </a:lnTo>
                <a:lnTo>
                  <a:pt x="10662" y="2626"/>
                </a:lnTo>
                <a:lnTo>
                  <a:pt x="10801" y="2626"/>
                </a:lnTo>
                <a:lnTo>
                  <a:pt x="10977" y="2536"/>
                </a:lnTo>
                <a:lnTo>
                  <a:pt x="11165" y="2484"/>
                </a:lnTo>
                <a:lnTo>
                  <a:pt x="11304" y="2446"/>
                </a:lnTo>
                <a:lnTo>
                  <a:pt x="11480" y="2343"/>
                </a:lnTo>
                <a:lnTo>
                  <a:pt x="11668" y="2304"/>
                </a:lnTo>
                <a:lnTo>
                  <a:pt x="11807" y="2253"/>
                </a:lnTo>
                <a:lnTo>
                  <a:pt x="11983" y="2201"/>
                </a:lnTo>
                <a:lnTo>
                  <a:pt x="12171" y="2111"/>
                </a:lnTo>
                <a:lnTo>
                  <a:pt x="12310" y="2111"/>
                </a:lnTo>
                <a:lnTo>
                  <a:pt x="12486" y="2021"/>
                </a:lnTo>
                <a:lnTo>
                  <a:pt x="12674" y="1969"/>
                </a:lnTo>
                <a:lnTo>
                  <a:pt x="12813" y="1931"/>
                </a:lnTo>
                <a:lnTo>
                  <a:pt x="13001" y="1879"/>
                </a:lnTo>
                <a:lnTo>
                  <a:pt x="13177" y="1789"/>
                </a:lnTo>
                <a:lnTo>
                  <a:pt x="13316" y="1789"/>
                </a:lnTo>
                <a:lnTo>
                  <a:pt x="13504" y="1686"/>
                </a:lnTo>
                <a:lnTo>
                  <a:pt x="13680" y="1647"/>
                </a:lnTo>
                <a:lnTo>
                  <a:pt x="13819" y="1596"/>
                </a:lnTo>
                <a:lnTo>
                  <a:pt x="14007" y="1544"/>
                </a:lnTo>
                <a:lnTo>
                  <a:pt x="14183" y="1506"/>
                </a:lnTo>
                <a:lnTo>
                  <a:pt x="14322" y="1454"/>
                </a:lnTo>
                <a:lnTo>
                  <a:pt x="14510" y="1403"/>
                </a:lnTo>
                <a:lnTo>
                  <a:pt x="14686" y="1364"/>
                </a:lnTo>
                <a:lnTo>
                  <a:pt x="14824" y="1313"/>
                </a:lnTo>
                <a:lnTo>
                  <a:pt x="15013" y="1274"/>
                </a:lnTo>
                <a:lnTo>
                  <a:pt x="15189" y="1223"/>
                </a:lnTo>
                <a:lnTo>
                  <a:pt x="15327" y="1171"/>
                </a:lnTo>
                <a:lnTo>
                  <a:pt x="15516" y="1132"/>
                </a:lnTo>
                <a:lnTo>
                  <a:pt x="15692" y="1081"/>
                </a:lnTo>
                <a:lnTo>
                  <a:pt x="15830" y="1029"/>
                </a:lnTo>
                <a:lnTo>
                  <a:pt x="16019" y="991"/>
                </a:lnTo>
                <a:lnTo>
                  <a:pt x="16195" y="939"/>
                </a:lnTo>
                <a:lnTo>
                  <a:pt x="16333" y="888"/>
                </a:lnTo>
                <a:lnTo>
                  <a:pt x="16522" y="849"/>
                </a:lnTo>
                <a:lnTo>
                  <a:pt x="16698" y="798"/>
                </a:lnTo>
                <a:lnTo>
                  <a:pt x="16836" y="746"/>
                </a:lnTo>
                <a:lnTo>
                  <a:pt x="17025" y="708"/>
                </a:lnTo>
                <a:lnTo>
                  <a:pt x="17201" y="656"/>
                </a:lnTo>
                <a:lnTo>
                  <a:pt x="17339" y="605"/>
                </a:lnTo>
                <a:lnTo>
                  <a:pt x="17528" y="566"/>
                </a:lnTo>
                <a:lnTo>
                  <a:pt x="17704" y="514"/>
                </a:lnTo>
                <a:lnTo>
                  <a:pt x="17842" y="514"/>
                </a:lnTo>
                <a:lnTo>
                  <a:pt x="18031" y="476"/>
                </a:lnTo>
                <a:lnTo>
                  <a:pt x="18207" y="424"/>
                </a:lnTo>
                <a:lnTo>
                  <a:pt x="18345" y="373"/>
                </a:lnTo>
                <a:lnTo>
                  <a:pt x="18534" y="334"/>
                </a:lnTo>
                <a:lnTo>
                  <a:pt x="18710" y="283"/>
                </a:lnTo>
                <a:lnTo>
                  <a:pt x="18848" y="283"/>
                </a:lnTo>
                <a:lnTo>
                  <a:pt x="19037" y="231"/>
                </a:lnTo>
                <a:lnTo>
                  <a:pt x="19225" y="193"/>
                </a:lnTo>
                <a:lnTo>
                  <a:pt x="19452" y="141"/>
                </a:lnTo>
                <a:lnTo>
                  <a:pt x="19628" y="90"/>
                </a:lnTo>
                <a:lnTo>
                  <a:pt x="19854" y="51"/>
                </a:lnTo>
                <a:lnTo>
                  <a:pt x="20043" y="0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057548" y="3763828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1454"/>
                </a:moveTo>
                <a:lnTo>
                  <a:pt x="188" y="1403"/>
                </a:lnTo>
                <a:lnTo>
                  <a:pt x="326" y="1403"/>
                </a:lnTo>
                <a:lnTo>
                  <a:pt x="502" y="1364"/>
                </a:lnTo>
                <a:lnTo>
                  <a:pt x="691" y="1313"/>
                </a:lnTo>
                <a:lnTo>
                  <a:pt x="829" y="1313"/>
                </a:lnTo>
                <a:lnTo>
                  <a:pt x="1005" y="1274"/>
                </a:lnTo>
                <a:lnTo>
                  <a:pt x="1194" y="1223"/>
                </a:lnTo>
                <a:lnTo>
                  <a:pt x="1332" y="1171"/>
                </a:lnTo>
                <a:lnTo>
                  <a:pt x="1508" y="1171"/>
                </a:lnTo>
                <a:lnTo>
                  <a:pt x="1697" y="1132"/>
                </a:lnTo>
                <a:lnTo>
                  <a:pt x="1835" y="1081"/>
                </a:lnTo>
                <a:lnTo>
                  <a:pt x="2011" y="1081"/>
                </a:lnTo>
                <a:lnTo>
                  <a:pt x="2200" y="1029"/>
                </a:lnTo>
                <a:lnTo>
                  <a:pt x="2338" y="1029"/>
                </a:lnTo>
                <a:lnTo>
                  <a:pt x="2514" y="991"/>
                </a:lnTo>
                <a:lnTo>
                  <a:pt x="2703" y="939"/>
                </a:lnTo>
                <a:lnTo>
                  <a:pt x="2841" y="939"/>
                </a:lnTo>
                <a:lnTo>
                  <a:pt x="3017" y="888"/>
                </a:lnTo>
                <a:lnTo>
                  <a:pt x="3206" y="849"/>
                </a:lnTo>
                <a:lnTo>
                  <a:pt x="3344" y="849"/>
                </a:lnTo>
                <a:lnTo>
                  <a:pt x="3520" y="798"/>
                </a:lnTo>
                <a:lnTo>
                  <a:pt x="3709" y="798"/>
                </a:lnTo>
                <a:lnTo>
                  <a:pt x="3847" y="746"/>
                </a:lnTo>
                <a:lnTo>
                  <a:pt x="4023" y="746"/>
                </a:lnTo>
                <a:lnTo>
                  <a:pt x="4212" y="708"/>
                </a:lnTo>
                <a:lnTo>
                  <a:pt x="4350" y="708"/>
                </a:lnTo>
                <a:lnTo>
                  <a:pt x="4526" y="656"/>
                </a:lnTo>
                <a:lnTo>
                  <a:pt x="4715" y="617"/>
                </a:lnTo>
                <a:lnTo>
                  <a:pt x="4853" y="617"/>
                </a:lnTo>
                <a:lnTo>
                  <a:pt x="5029" y="617"/>
                </a:lnTo>
                <a:lnTo>
                  <a:pt x="5218" y="566"/>
                </a:lnTo>
                <a:lnTo>
                  <a:pt x="5356" y="566"/>
                </a:lnTo>
                <a:lnTo>
                  <a:pt x="5532" y="514"/>
                </a:lnTo>
                <a:lnTo>
                  <a:pt x="5721" y="514"/>
                </a:lnTo>
                <a:lnTo>
                  <a:pt x="5859" y="476"/>
                </a:lnTo>
                <a:lnTo>
                  <a:pt x="6035" y="476"/>
                </a:lnTo>
                <a:lnTo>
                  <a:pt x="6224" y="424"/>
                </a:lnTo>
                <a:lnTo>
                  <a:pt x="6362" y="424"/>
                </a:lnTo>
                <a:lnTo>
                  <a:pt x="6538" y="424"/>
                </a:lnTo>
                <a:lnTo>
                  <a:pt x="6727" y="373"/>
                </a:lnTo>
                <a:lnTo>
                  <a:pt x="6865" y="373"/>
                </a:lnTo>
                <a:lnTo>
                  <a:pt x="7054" y="334"/>
                </a:lnTo>
                <a:lnTo>
                  <a:pt x="7230" y="334"/>
                </a:lnTo>
                <a:lnTo>
                  <a:pt x="7368" y="334"/>
                </a:lnTo>
                <a:lnTo>
                  <a:pt x="7557" y="283"/>
                </a:lnTo>
                <a:lnTo>
                  <a:pt x="7733" y="283"/>
                </a:lnTo>
                <a:lnTo>
                  <a:pt x="7871" y="283"/>
                </a:lnTo>
                <a:lnTo>
                  <a:pt x="8060" y="231"/>
                </a:lnTo>
                <a:lnTo>
                  <a:pt x="8236" y="231"/>
                </a:lnTo>
                <a:lnTo>
                  <a:pt x="8374" y="231"/>
                </a:lnTo>
                <a:lnTo>
                  <a:pt x="8563" y="231"/>
                </a:lnTo>
                <a:lnTo>
                  <a:pt x="8739" y="193"/>
                </a:lnTo>
                <a:lnTo>
                  <a:pt x="8877" y="193"/>
                </a:lnTo>
                <a:lnTo>
                  <a:pt x="9066" y="193"/>
                </a:lnTo>
                <a:lnTo>
                  <a:pt x="9242" y="141"/>
                </a:lnTo>
                <a:lnTo>
                  <a:pt x="9380" y="141"/>
                </a:lnTo>
                <a:lnTo>
                  <a:pt x="9568" y="141"/>
                </a:lnTo>
                <a:lnTo>
                  <a:pt x="9745" y="141"/>
                </a:lnTo>
                <a:lnTo>
                  <a:pt x="9883" y="141"/>
                </a:lnTo>
                <a:lnTo>
                  <a:pt x="10071" y="90"/>
                </a:lnTo>
                <a:lnTo>
                  <a:pt x="10247" y="90"/>
                </a:lnTo>
                <a:lnTo>
                  <a:pt x="10386" y="90"/>
                </a:lnTo>
                <a:lnTo>
                  <a:pt x="10574" y="90"/>
                </a:lnTo>
                <a:lnTo>
                  <a:pt x="10750" y="90"/>
                </a:lnTo>
                <a:lnTo>
                  <a:pt x="10889" y="51"/>
                </a:lnTo>
                <a:lnTo>
                  <a:pt x="11077" y="51"/>
                </a:lnTo>
                <a:lnTo>
                  <a:pt x="11253" y="51"/>
                </a:lnTo>
                <a:lnTo>
                  <a:pt x="11392" y="51"/>
                </a:lnTo>
                <a:lnTo>
                  <a:pt x="11580" y="51"/>
                </a:lnTo>
                <a:lnTo>
                  <a:pt x="11756" y="51"/>
                </a:lnTo>
                <a:lnTo>
                  <a:pt x="11895" y="51"/>
                </a:lnTo>
                <a:lnTo>
                  <a:pt x="12083" y="0"/>
                </a:lnTo>
                <a:lnTo>
                  <a:pt x="12259" y="0"/>
                </a:lnTo>
                <a:lnTo>
                  <a:pt x="12398" y="0"/>
                </a:lnTo>
                <a:lnTo>
                  <a:pt x="12586" y="0"/>
                </a:lnTo>
                <a:lnTo>
                  <a:pt x="12775" y="0"/>
                </a:lnTo>
                <a:lnTo>
                  <a:pt x="13001" y="0"/>
                </a:lnTo>
                <a:lnTo>
                  <a:pt x="13177" y="0"/>
                </a:lnTo>
                <a:lnTo>
                  <a:pt x="13404" y="0"/>
                </a:lnTo>
                <a:lnTo>
                  <a:pt x="13592" y="0"/>
                </a:lnTo>
                <a:lnTo>
                  <a:pt x="13781" y="0"/>
                </a:lnTo>
                <a:lnTo>
                  <a:pt x="14007" y="0"/>
                </a:lnTo>
                <a:lnTo>
                  <a:pt x="14183" y="0"/>
                </a:lnTo>
                <a:lnTo>
                  <a:pt x="14422" y="0"/>
                </a:lnTo>
                <a:lnTo>
                  <a:pt x="14598" y="0"/>
                </a:lnTo>
                <a:lnTo>
                  <a:pt x="14787" y="0"/>
                </a:lnTo>
                <a:lnTo>
                  <a:pt x="14925" y="0"/>
                </a:lnTo>
                <a:lnTo>
                  <a:pt x="15101" y="0"/>
                </a:lnTo>
                <a:lnTo>
                  <a:pt x="15290" y="0"/>
                </a:lnTo>
                <a:lnTo>
                  <a:pt x="15428" y="0"/>
                </a:lnTo>
                <a:lnTo>
                  <a:pt x="15604" y="51"/>
                </a:lnTo>
                <a:lnTo>
                  <a:pt x="15793" y="51"/>
                </a:lnTo>
                <a:lnTo>
                  <a:pt x="15931" y="51"/>
                </a:lnTo>
                <a:lnTo>
                  <a:pt x="16107" y="51"/>
                </a:lnTo>
                <a:lnTo>
                  <a:pt x="16296" y="51"/>
                </a:lnTo>
                <a:lnTo>
                  <a:pt x="16434" y="51"/>
                </a:lnTo>
                <a:lnTo>
                  <a:pt x="16610" y="51"/>
                </a:lnTo>
                <a:lnTo>
                  <a:pt x="16799" y="51"/>
                </a:lnTo>
                <a:lnTo>
                  <a:pt x="16937" y="90"/>
                </a:lnTo>
                <a:lnTo>
                  <a:pt x="17113" y="90"/>
                </a:lnTo>
                <a:lnTo>
                  <a:pt x="17302" y="90"/>
                </a:lnTo>
                <a:lnTo>
                  <a:pt x="17440" y="90"/>
                </a:lnTo>
                <a:lnTo>
                  <a:pt x="17616" y="90"/>
                </a:lnTo>
                <a:lnTo>
                  <a:pt x="17805" y="141"/>
                </a:lnTo>
                <a:lnTo>
                  <a:pt x="17943" y="141"/>
                </a:lnTo>
                <a:lnTo>
                  <a:pt x="18119" y="141"/>
                </a:lnTo>
                <a:lnTo>
                  <a:pt x="18308" y="141"/>
                </a:lnTo>
                <a:lnTo>
                  <a:pt x="18446" y="141"/>
                </a:lnTo>
                <a:lnTo>
                  <a:pt x="18622" y="193"/>
                </a:lnTo>
                <a:lnTo>
                  <a:pt x="18811" y="193"/>
                </a:lnTo>
                <a:lnTo>
                  <a:pt x="18949" y="193"/>
                </a:lnTo>
                <a:lnTo>
                  <a:pt x="19125" y="231"/>
                </a:lnTo>
                <a:lnTo>
                  <a:pt x="19313" y="231"/>
                </a:lnTo>
                <a:lnTo>
                  <a:pt x="19452" y="231"/>
                </a:lnTo>
                <a:lnTo>
                  <a:pt x="19628" y="283"/>
                </a:lnTo>
                <a:lnTo>
                  <a:pt x="19816" y="283"/>
                </a:lnTo>
                <a:lnTo>
                  <a:pt x="19955" y="283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077591" y="3764111"/>
            <a:ext cx="20043" cy="4969"/>
          </a:xfrm>
          <a:custGeom>
            <a:avLst/>
            <a:gdLst/>
            <a:ahLst/>
            <a:cxnLst/>
            <a:rect l="l" t="t" r="r" b="b"/>
            <a:pathLst>
              <a:path w="20043" h="4969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3" y="90"/>
                </a:lnTo>
                <a:lnTo>
                  <a:pt x="779" y="90"/>
                </a:lnTo>
                <a:lnTo>
                  <a:pt x="917" y="90"/>
                </a:lnTo>
                <a:lnTo>
                  <a:pt x="1106" y="141"/>
                </a:lnTo>
                <a:lnTo>
                  <a:pt x="1282" y="141"/>
                </a:lnTo>
                <a:lnTo>
                  <a:pt x="1420" y="141"/>
                </a:lnTo>
                <a:lnTo>
                  <a:pt x="1609" y="193"/>
                </a:lnTo>
                <a:lnTo>
                  <a:pt x="1785" y="193"/>
                </a:lnTo>
                <a:lnTo>
                  <a:pt x="1923" y="231"/>
                </a:lnTo>
                <a:lnTo>
                  <a:pt x="2112" y="231"/>
                </a:lnTo>
                <a:lnTo>
                  <a:pt x="2288" y="283"/>
                </a:lnTo>
                <a:lnTo>
                  <a:pt x="2426" y="283"/>
                </a:lnTo>
                <a:lnTo>
                  <a:pt x="2615" y="334"/>
                </a:lnTo>
                <a:lnTo>
                  <a:pt x="2791" y="334"/>
                </a:lnTo>
                <a:lnTo>
                  <a:pt x="2929" y="373"/>
                </a:lnTo>
                <a:lnTo>
                  <a:pt x="3118" y="373"/>
                </a:lnTo>
                <a:lnTo>
                  <a:pt x="3294" y="424"/>
                </a:lnTo>
                <a:lnTo>
                  <a:pt x="3432" y="424"/>
                </a:lnTo>
                <a:lnTo>
                  <a:pt x="3621" y="463"/>
                </a:lnTo>
                <a:lnTo>
                  <a:pt x="3797" y="463"/>
                </a:lnTo>
                <a:lnTo>
                  <a:pt x="3935" y="514"/>
                </a:lnTo>
                <a:lnTo>
                  <a:pt x="4124" y="514"/>
                </a:lnTo>
                <a:lnTo>
                  <a:pt x="4300" y="566"/>
                </a:lnTo>
                <a:lnTo>
                  <a:pt x="4438" y="566"/>
                </a:lnTo>
                <a:lnTo>
                  <a:pt x="4627" y="605"/>
                </a:lnTo>
                <a:lnTo>
                  <a:pt x="4803" y="656"/>
                </a:lnTo>
                <a:lnTo>
                  <a:pt x="4941" y="656"/>
                </a:lnTo>
                <a:lnTo>
                  <a:pt x="5130" y="708"/>
                </a:lnTo>
                <a:lnTo>
                  <a:pt x="5306" y="746"/>
                </a:lnTo>
                <a:lnTo>
                  <a:pt x="5444" y="746"/>
                </a:lnTo>
                <a:lnTo>
                  <a:pt x="5633" y="798"/>
                </a:lnTo>
                <a:lnTo>
                  <a:pt x="5809" y="849"/>
                </a:lnTo>
                <a:lnTo>
                  <a:pt x="5947" y="849"/>
                </a:lnTo>
                <a:lnTo>
                  <a:pt x="6136" y="888"/>
                </a:lnTo>
                <a:lnTo>
                  <a:pt x="6312" y="939"/>
                </a:lnTo>
                <a:lnTo>
                  <a:pt x="6450" y="939"/>
                </a:lnTo>
                <a:lnTo>
                  <a:pt x="6639" y="991"/>
                </a:lnTo>
                <a:lnTo>
                  <a:pt x="6827" y="1029"/>
                </a:lnTo>
                <a:lnTo>
                  <a:pt x="7054" y="1081"/>
                </a:lnTo>
                <a:lnTo>
                  <a:pt x="7230" y="1120"/>
                </a:lnTo>
                <a:lnTo>
                  <a:pt x="7456" y="1120"/>
                </a:lnTo>
                <a:lnTo>
                  <a:pt x="7645" y="1171"/>
                </a:lnTo>
                <a:lnTo>
                  <a:pt x="7833" y="1223"/>
                </a:lnTo>
                <a:lnTo>
                  <a:pt x="7972" y="1261"/>
                </a:lnTo>
                <a:lnTo>
                  <a:pt x="8148" y="1313"/>
                </a:lnTo>
                <a:lnTo>
                  <a:pt x="8336" y="1364"/>
                </a:lnTo>
                <a:lnTo>
                  <a:pt x="8475" y="1364"/>
                </a:lnTo>
                <a:lnTo>
                  <a:pt x="8651" y="1403"/>
                </a:lnTo>
                <a:lnTo>
                  <a:pt x="8839" y="1454"/>
                </a:lnTo>
                <a:lnTo>
                  <a:pt x="8977" y="1454"/>
                </a:lnTo>
                <a:lnTo>
                  <a:pt x="9154" y="1506"/>
                </a:lnTo>
                <a:lnTo>
                  <a:pt x="9342" y="1544"/>
                </a:lnTo>
                <a:lnTo>
                  <a:pt x="9480" y="1596"/>
                </a:lnTo>
                <a:lnTo>
                  <a:pt x="9656" y="1647"/>
                </a:lnTo>
                <a:lnTo>
                  <a:pt x="9845" y="1686"/>
                </a:lnTo>
                <a:lnTo>
                  <a:pt x="9983" y="1738"/>
                </a:lnTo>
                <a:lnTo>
                  <a:pt x="10159" y="1776"/>
                </a:lnTo>
                <a:lnTo>
                  <a:pt x="10348" y="1828"/>
                </a:lnTo>
                <a:lnTo>
                  <a:pt x="10486" y="1828"/>
                </a:lnTo>
                <a:lnTo>
                  <a:pt x="10662" y="1879"/>
                </a:lnTo>
                <a:lnTo>
                  <a:pt x="10851" y="1969"/>
                </a:lnTo>
                <a:lnTo>
                  <a:pt x="10989" y="1969"/>
                </a:lnTo>
                <a:lnTo>
                  <a:pt x="11165" y="2021"/>
                </a:lnTo>
                <a:lnTo>
                  <a:pt x="11354" y="2059"/>
                </a:lnTo>
                <a:lnTo>
                  <a:pt x="11492" y="2111"/>
                </a:lnTo>
                <a:lnTo>
                  <a:pt x="11668" y="2162"/>
                </a:lnTo>
                <a:lnTo>
                  <a:pt x="11857" y="2201"/>
                </a:lnTo>
                <a:lnTo>
                  <a:pt x="11995" y="2253"/>
                </a:lnTo>
                <a:lnTo>
                  <a:pt x="12171" y="2304"/>
                </a:lnTo>
                <a:lnTo>
                  <a:pt x="12360" y="2343"/>
                </a:lnTo>
                <a:lnTo>
                  <a:pt x="12498" y="2394"/>
                </a:lnTo>
                <a:lnTo>
                  <a:pt x="12674" y="2446"/>
                </a:lnTo>
                <a:lnTo>
                  <a:pt x="12863" y="2484"/>
                </a:lnTo>
                <a:lnTo>
                  <a:pt x="13001" y="2536"/>
                </a:lnTo>
                <a:lnTo>
                  <a:pt x="13177" y="2574"/>
                </a:lnTo>
                <a:lnTo>
                  <a:pt x="13366" y="2677"/>
                </a:lnTo>
                <a:lnTo>
                  <a:pt x="13504" y="2677"/>
                </a:lnTo>
                <a:lnTo>
                  <a:pt x="13680" y="2716"/>
                </a:lnTo>
                <a:lnTo>
                  <a:pt x="13869" y="2819"/>
                </a:lnTo>
                <a:lnTo>
                  <a:pt x="14007" y="2819"/>
                </a:lnTo>
                <a:lnTo>
                  <a:pt x="14196" y="2909"/>
                </a:lnTo>
                <a:lnTo>
                  <a:pt x="14372" y="2961"/>
                </a:lnTo>
                <a:lnTo>
                  <a:pt x="14510" y="2999"/>
                </a:lnTo>
                <a:lnTo>
                  <a:pt x="14699" y="3051"/>
                </a:lnTo>
                <a:lnTo>
                  <a:pt x="14875" y="3141"/>
                </a:lnTo>
                <a:lnTo>
                  <a:pt x="15013" y="3141"/>
                </a:lnTo>
                <a:lnTo>
                  <a:pt x="15202" y="3231"/>
                </a:lnTo>
                <a:lnTo>
                  <a:pt x="15378" y="3283"/>
                </a:lnTo>
                <a:lnTo>
                  <a:pt x="15516" y="3334"/>
                </a:lnTo>
                <a:lnTo>
                  <a:pt x="15705" y="3373"/>
                </a:lnTo>
                <a:lnTo>
                  <a:pt x="15881" y="3476"/>
                </a:lnTo>
                <a:lnTo>
                  <a:pt x="16019" y="3476"/>
                </a:lnTo>
                <a:lnTo>
                  <a:pt x="16208" y="3566"/>
                </a:lnTo>
                <a:lnTo>
                  <a:pt x="16384" y="3617"/>
                </a:lnTo>
                <a:lnTo>
                  <a:pt x="16522" y="3656"/>
                </a:lnTo>
                <a:lnTo>
                  <a:pt x="16711" y="3707"/>
                </a:lnTo>
                <a:lnTo>
                  <a:pt x="16937" y="3798"/>
                </a:lnTo>
                <a:lnTo>
                  <a:pt x="17113" y="3849"/>
                </a:lnTo>
                <a:lnTo>
                  <a:pt x="17302" y="3939"/>
                </a:lnTo>
                <a:lnTo>
                  <a:pt x="17440" y="3991"/>
                </a:lnTo>
                <a:lnTo>
                  <a:pt x="17629" y="4029"/>
                </a:lnTo>
                <a:lnTo>
                  <a:pt x="17805" y="4132"/>
                </a:lnTo>
                <a:lnTo>
                  <a:pt x="17943" y="4171"/>
                </a:lnTo>
                <a:lnTo>
                  <a:pt x="18132" y="4222"/>
                </a:lnTo>
                <a:lnTo>
                  <a:pt x="18308" y="4313"/>
                </a:lnTo>
                <a:lnTo>
                  <a:pt x="18446" y="4364"/>
                </a:lnTo>
                <a:lnTo>
                  <a:pt x="18634" y="4416"/>
                </a:lnTo>
                <a:lnTo>
                  <a:pt x="18811" y="4506"/>
                </a:lnTo>
                <a:lnTo>
                  <a:pt x="18949" y="4557"/>
                </a:lnTo>
                <a:lnTo>
                  <a:pt x="19137" y="4596"/>
                </a:lnTo>
                <a:lnTo>
                  <a:pt x="19313" y="4686"/>
                </a:lnTo>
                <a:lnTo>
                  <a:pt x="19452" y="4737"/>
                </a:lnTo>
                <a:lnTo>
                  <a:pt x="19640" y="4828"/>
                </a:lnTo>
                <a:lnTo>
                  <a:pt x="19816" y="4879"/>
                </a:lnTo>
                <a:lnTo>
                  <a:pt x="19955" y="4931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097635" y="3769081"/>
            <a:ext cx="20055" cy="10982"/>
          </a:xfrm>
          <a:custGeom>
            <a:avLst/>
            <a:gdLst/>
            <a:ahLst/>
            <a:cxnLst/>
            <a:rect l="l" t="t" r="r" b="b"/>
            <a:pathLst>
              <a:path w="20055" h="10982">
                <a:moveTo>
                  <a:pt x="0" y="0"/>
                </a:moveTo>
                <a:lnTo>
                  <a:pt x="188" y="102"/>
                </a:lnTo>
                <a:lnTo>
                  <a:pt x="414" y="141"/>
                </a:lnTo>
                <a:lnTo>
                  <a:pt x="603" y="244"/>
                </a:lnTo>
                <a:lnTo>
                  <a:pt x="779" y="334"/>
                </a:lnTo>
                <a:lnTo>
                  <a:pt x="917" y="373"/>
                </a:lnTo>
                <a:lnTo>
                  <a:pt x="1106" y="476"/>
                </a:lnTo>
                <a:lnTo>
                  <a:pt x="1282" y="514"/>
                </a:lnTo>
                <a:lnTo>
                  <a:pt x="1420" y="566"/>
                </a:lnTo>
                <a:lnTo>
                  <a:pt x="1609" y="656"/>
                </a:lnTo>
                <a:lnTo>
                  <a:pt x="1785" y="759"/>
                </a:lnTo>
                <a:lnTo>
                  <a:pt x="1923" y="798"/>
                </a:lnTo>
                <a:lnTo>
                  <a:pt x="2112" y="901"/>
                </a:lnTo>
                <a:lnTo>
                  <a:pt x="2288" y="991"/>
                </a:lnTo>
                <a:lnTo>
                  <a:pt x="2426" y="991"/>
                </a:lnTo>
                <a:lnTo>
                  <a:pt x="2615" y="1081"/>
                </a:lnTo>
                <a:lnTo>
                  <a:pt x="2791" y="1171"/>
                </a:lnTo>
                <a:lnTo>
                  <a:pt x="2929" y="1223"/>
                </a:lnTo>
                <a:lnTo>
                  <a:pt x="3118" y="1313"/>
                </a:lnTo>
                <a:lnTo>
                  <a:pt x="3294" y="1416"/>
                </a:lnTo>
                <a:lnTo>
                  <a:pt x="3432" y="1454"/>
                </a:lnTo>
                <a:lnTo>
                  <a:pt x="3621" y="1557"/>
                </a:lnTo>
                <a:lnTo>
                  <a:pt x="3809" y="1647"/>
                </a:lnTo>
                <a:lnTo>
                  <a:pt x="4036" y="1738"/>
                </a:lnTo>
                <a:lnTo>
                  <a:pt x="4212" y="1828"/>
                </a:lnTo>
                <a:lnTo>
                  <a:pt x="4438" y="1931"/>
                </a:lnTo>
                <a:lnTo>
                  <a:pt x="4627" y="2021"/>
                </a:lnTo>
                <a:lnTo>
                  <a:pt x="4815" y="2111"/>
                </a:lnTo>
                <a:lnTo>
                  <a:pt x="5042" y="2214"/>
                </a:lnTo>
                <a:lnTo>
                  <a:pt x="5218" y="2304"/>
                </a:lnTo>
                <a:lnTo>
                  <a:pt x="5457" y="2394"/>
                </a:lnTo>
                <a:lnTo>
                  <a:pt x="5633" y="2484"/>
                </a:lnTo>
                <a:lnTo>
                  <a:pt x="5821" y="2587"/>
                </a:lnTo>
                <a:lnTo>
                  <a:pt x="5960" y="2626"/>
                </a:lnTo>
                <a:lnTo>
                  <a:pt x="6136" y="2729"/>
                </a:lnTo>
                <a:lnTo>
                  <a:pt x="6324" y="2819"/>
                </a:lnTo>
                <a:lnTo>
                  <a:pt x="6463" y="2871"/>
                </a:lnTo>
                <a:lnTo>
                  <a:pt x="6639" y="3012"/>
                </a:lnTo>
                <a:lnTo>
                  <a:pt x="6827" y="3102"/>
                </a:lnTo>
                <a:lnTo>
                  <a:pt x="6966" y="3141"/>
                </a:lnTo>
                <a:lnTo>
                  <a:pt x="7142" y="3244"/>
                </a:lnTo>
                <a:lnTo>
                  <a:pt x="7330" y="3334"/>
                </a:lnTo>
                <a:lnTo>
                  <a:pt x="7469" y="3386"/>
                </a:lnTo>
                <a:lnTo>
                  <a:pt x="7645" y="3476"/>
                </a:lnTo>
                <a:lnTo>
                  <a:pt x="7833" y="3617"/>
                </a:lnTo>
                <a:lnTo>
                  <a:pt x="7972" y="3669"/>
                </a:lnTo>
                <a:lnTo>
                  <a:pt x="8148" y="3759"/>
                </a:lnTo>
                <a:lnTo>
                  <a:pt x="8336" y="3849"/>
                </a:lnTo>
                <a:lnTo>
                  <a:pt x="8475" y="3901"/>
                </a:lnTo>
                <a:lnTo>
                  <a:pt x="8651" y="4042"/>
                </a:lnTo>
                <a:lnTo>
                  <a:pt x="8839" y="4132"/>
                </a:lnTo>
                <a:lnTo>
                  <a:pt x="8977" y="4184"/>
                </a:lnTo>
                <a:lnTo>
                  <a:pt x="9154" y="4274"/>
                </a:lnTo>
                <a:lnTo>
                  <a:pt x="9342" y="4416"/>
                </a:lnTo>
                <a:lnTo>
                  <a:pt x="9480" y="4467"/>
                </a:lnTo>
                <a:lnTo>
                  <a:pt x="9656" y="4557"/>
                </a:lnTo>
                <a:lnTo>
                  <a:pt x="9845" y="4699"/>
                </a:lnTo>
                <a:lnTo>
                  <a:pt x="9983" y="4737"/>
                </a:lnTo>
                <a:lnTo>
                  <a:pt x="10159" y="4840"/>
                </a:lnTo>
                <a:lnTo>
                  <a:pt x="10348" y="4931"/>
                </a:lnTo>
                <a:lnTo>
                  <a:pt x="10486" y="5021"/>
                </a:lnTo>
                <a:lnTo>
                  <a:pt x="10662" y="5124"/>
                </a:lnTo>
                <a:lnTo>
                  <a:pt x="10851" y="5214"/>
                </a:lnTo>
                <a:lnTo>
                  <a:pt x="10989" y="5304"/>
                </a:lnTo>
                <a:lnTo>
                  <a:pt x="11165" y="5394"/>
                </a:lnTo>
                <a:lnTo>
                  <a:pt x="11354" y="5536"/>
                </a:lnTo>
                <a:lnTo>
                  <a:pt x="11492" y="5587"/>
                </a:lnTo>
                <a:lnTo>
                  <a:pt x="11681" y="5677"/>
                </a:lnTo>
                <a:lnTo>
                  <a:pt x="11857" y="5819"/>
                </a:lnTo>
                <a:lnTo>
                  <a:pt x="11995" y="5870"/>
                </a:lnTo>
                <a:lnTo>
                  <a:pt x="12184" y="5961"/>
                </a:lnTo>
                <a:lnTo>
                  <a:pt x="12360" y="6102"/>
                </a:lnTo>
                <a:lnTo>
                  <a:pt x="12498" y="6154"/>
                </a:lnTo>
                <a:lnTo>
                  <a:pt x="12687" y="6295"/>
                </a:lnTo>
                <a:lnTo>
                  <a:pt x="12863" y="6385"/>
                </a:lnTo>
                <a:lnTo>
                  <a:pt x="13001" y="6437"/>
                </a:lnTo>
                <a:lnTo>
                  <a:pt x="13190" y="6579"/>
                </a:lnTo>
                <a:lnTo>
                  <a:pt x="13366" y="6707"/>
                </a:lnTo>
                <a:lnTo>
                  <a:pt x="13504" y="6759"/>
                </a:lnTo>
                <a:lnTo>
                  <a:pt x="13693" y="6849"/>
                </a:lnTo>
                <a:lnTo>
                  <a:pt x="13869" y="6991"/>
                </a:lnTo>
                <a:lnTo>
                  <a:pt x="14007" y="7042"/>
                </a:lnTo>
                <a:lnTo>
                  <a:pt x="14196" y="7184"/>
                </a:lnTo>
                <a:lnTo>
                  <a:pt x="14372" y="7325"/>
                </a:lnTo>
                <a:lnTo>
                  <a:pt x="14510" y="7364"/>
                </a:lnTo>
                <a:lnTo>
                  <a:pt x="14699" y="7506"/>
                </a:lnTo>
                <a:lnTo>
                  <a:pt x="14875" y="7609"/>
                </a:lnTo>
                <a:lnTo>
                  <a:pt x="15013" y="7699"/>
                </a:lnTo>
                <a:lnTo>
                  <a:pt x="15202" y="7789"/>
                </a:lnTo>
                <a:lnTo>
                  <a:pt x="15378" y="7930"/>
                </a:lnTo>
                <a:lnTo>
                  <a:pt x="15516" y="7982"/>
                </a:lnTo>
                <a:lnTo>
                  <a:pt x="15705" y="8124"/>
                </a:lnTo>
                <a:lnTo>
                  <a:pt x="15881" y="8265"/>
                </a:lnTo>
                <a:lnTo>
                  <a:pt x="16019" y="8304"/>
                </a:lnTo>
                <a:lnTo>
                  <a:pt x="16208" y="8445"/>
                </a:lnTo>
                <a:lnTo>
                  <a:pt x="16384" y="8587"/>
                </a:lnTo>
                <a:lnTo>
                  <a:pt x="16522" y="8639"/>
                </a:lnTo>
                <a:lnTo>
                  <a:pt x="16711" y="8780"/>
                </a:lnTo>
                <a:lnTo>
                  <a:pt x="16887" y="8922"/>
                </a:lnTo>
                <a:lnTo>
                  <a:pt x="17025" y="8960"/>
                </a:lnTo>
                <a:lnTo>
                  <a:pt x="17214" y="9102"/>
                </a:lnTo>
                <a:lnTo>
                  <a:pt x="17390" y="9244"/>
                </a:lnTo>
                <a:lnTo>
                  <a:pt x="17528" y="9295"/>
                </a:lnTo>
                <a:lnTo>
                  <a:pt x="17717" y="9437"/>
                </a:lnTo>
                <a:lnTo>
                  <a:pt x="17905" y="9578"/>
                </a:lnTo>
                <a:lnTo>
                  <a:pt x="18132" y="9720"/>
                </a:lnTo>
                <a:lnTo>
                  <a:pt x="18308" y="9810"/>
                </a:lnTo>
                <a:lnTo>
                  <a:pt x="18534" y="9952"/>
                </a:lnTo>
                <a:lnTo>
                  <a:pt x="18723" y="10093"/>
                </a:lnTo>
                <a:lnTo>
                  <a:pt x="18911" y="10235"/>
                </a:lnTo>
                <a:lnTo>
                  <a:pt x="19049" y="10325"/>
                </a:lnTo>
                <a:lnTo>
                  <a:pt x="19225" y="10467"/>
                </a:lnTo>
                <a:lnTo>
                  <a:pt x="19414" y="10608"/>
                </a:lnTo>
                <a:lnTo>
                  <a:pt x="19552" y="10660"/>
                </a:lnTo>
                <a:lnTo>
                  <a:pt x="19728" y="10802"/>
                </a:lnTo>
                <a:lnTo>
                  <a:pt x="19917" y="10930"/>
                </a:lnTo>
                <a:lnTo>
                  <a:pt x="20055" y="10982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117691" y="3780063"/>
            <a:ext cx="19993" cy="16891"/>
          </a:xfrm>
          <a:custGeom>
            <a:avLst/>
            <a:gdLst/>
            <a:ahLst/>
            <a:cxnLst/>
            <a:rect l="l" t="t" r="r" b="b"/>
            <a:pathLst>
              <a:path w="19993" h="16891">
                <a:moveTo>
                  <a:pt x="0" y="0"/>
                </a:moveTo>
                <a:lnTo>
                  <a:pt x="176" y="141"/>
                </a:lnTo>
                <a:lnTo>
                  <a:pt x="364" y="283"/>
                </a:lnTo>
                <a:lnTo>
                  <a:pt x="502" y="373"/>
                </a:lnTo>
                <a:lnTo>
                  <a:pt x="679" y="514"/>
                </a:lnTo>
                <a:lnTo>
                  <a:pt x="867" y="656"/>
                </a:lnTo>
                <a:lnTo>
                  <a:pt x="1005" y="746"/>
                </a:lnTo>
                <a:lnTo>
                  <a:pt x="1181" y="888"/>
                </a:lnTo>
                <a:lnTo>
                  <a:pt x="1370" y="1029"/>
                </a:lnTo>
                <a:lnTo>
                  <a:pt x="1508" y="1081"/>
                </a:lnTo>
                <a:lnTo>
                  <a:pt x="1684" y="1223"/>
                </a:lnTo>
                <a:lnTo>
                  <a:pt x="1873" y="1364"/>
                </a:lnTo>
                <a:lnTo>
                  <a:pt x="2011" y="1454"/>
                </a:lnTo>
                <a:lnTo>
                  <a:pt x="2187" y="1596"/>
                </a:lnTo>
                <a:lnTo>
                  <a:pt x="2376" y="1738"/>
                </a:lnTo>
                <a:lnTo>
                  <a:pt x="2514" y="1828"/>
                </a:lnTo>
                <a:lnTo>
                  <a:pt x="2690" y="1969"/>
                </a:lnTo>
                <a:lnTo>
                  <a:pt x="2879" y="2111"/>
                </a:lnTo>
                <a:lnTo>
                  <a:pt x="3017" y="2201"/>
                </a:lnTo>
                <a:lnTo>
                  <a:pt x="3193" y="2343"/>
                </a:lnTo>
                <a:lnTo>
                  <a:pt x="3382" y="2484"/>
                </a:lnTo>
                <a:lnTo>
                  <a:pt x="3520" y="2587"/>
                </a:lnTo>
                <a:lnTo>
                  <a:pt x="3696" y="2716"/>
                </a:lnTo>
                <a:lnTo>
                  <a:pt x="3885" y="2858"/>
                </a:lnTo>
                <a:lnTo>
                  <a:pt x="4023" y="2961"/>
                </a:lnTo>
                <a:lnTo>
                  <a:pt x="4199" y="3102"/>
                </a:lnTo>
                <a:lnTo>
                  <a:pt x="4388" y="3244"/>
                </a:lnTo>
                <a:lnTo>
                  <a:pt x="4526" y="3334"/>
                </a:lnTo>
                <a:lnTo>
                  <a:pt x="4702" y="3476"/>
                </a:lnTo>
                <a:lnTo>
                  <a:pt x="4891" y="3656"/>
                </a:lnTo>
                <a:lnTo>
                  <a:pt x="5029" y="3707"/>
                </a:lnTo>
                <a:lnTo>
                  <a:pt x="5218" y="3901"/>
                </a:lnTo>
                <a:lnTo>
                  <a:pt x="5394" y="4042"/>
                </a:lnTo>
                <a:lnTo>
                  <a:pt x="5532" y="4132"/>
                </a:lnTo>
                <a:lnTo>
                  <a:pt x="5721" y="4274"/>
                </a:lnTo>
                <a:lnTo>
                  <a:pt x="5897" y="4416"/>
                </a:lnTo>
                <a:lnTo>
                  <a:pt x="6035" y="4506"/>
                </a:lnTo>
                <a:lnTo>
                  <a:pt x="6224" y="4647"/>
                </a:lnTo>
                <a:lnTo>
                  <a:pt x="6400" y="4828"/>
                </a:lnTo>
                <a:lnTo>
                  <a:pt x="6538" y="4879"/>
                </a:lnTo>
                <a:lnTo>
                  <a:pt x="6727" y="5072"/>
                </a:lnTo>
                <a:lnTo>
                  <a:pt x="6903" y="5214"/>
                </a:lnTo>
                <a:lnTo>
                  <a:pt x="7041" y="5304"/>
                </a:lnTo>
                <a:lnTo>
                  <a:pt x="7230" y="5446"/>
                </a:lnTo>
                <a:lnTo>
                  <a:pt x="7406" y="5626"/>
                </a:lnTo>
                <a:lnTo>
                  <a:pt x="7544" y="5729"/>
                </a:lnTo>
                <a:lnTo>
                  <a:pt x="7733" y="5870"/>
                </a:lnTo>
                <a:lnTo>
                  <a:pt x="7909" y="6051"/>
                </a:lnTo>
                <a:lnTo>
                  <a:pt x="8047" y="6102"/>
                </a:lnTo>
                <a:lnTo>
                  <a:pt x="8236" y="6282"/>
                </a:lnTo>
                <a:lnTo>
                  <a:pt x="8412" y="6424"/>
                </a:lnTo>
                <a:lnTo>
                  <a:pt x="8550" y="6527"/>
                </a:lnTo>
                <a:lnTo>
                  <a:pt x="8739" y="6707"/>
                </a:lnTo>
                <a:lnTo>
                  <a:pt x="8915" y="6849"/>
                </a:lnTo>
                <a:lnTo>
                  <a:pt x="9053" y="6939"/>
                </a:lnTo>
                <a:lnTo>
                  <a:pt x="9242" y="7081"/>
                </a:lnTo>
                <a:lnTo>
                  <a:pt x="9418" y="7274"/>
                </a:lnTo>
                <a:lnTo>
                  <a:pt x="9556" y="7364"/>
                </a:lnTo>
                <a:lnTo>
                  <a:pt x="9745" y="7506"/>
                </a:lnTo>
                <a:lnTo>
                  <a:pt x="9921" y="7699"/>
                </a:lnTo>
                <a:lnTo>
                  <a:pt x="10059" y="7789"/>
                </a:lnTo>
                <a:lnTo>
                  <a:pt x="10247" y="7930"/>
                </a:lnTo>
                <a:lnTo>
                  <a:pt x="10424" y="8124"/>
                </a:lnTo>
                <a:lnTo>
                  <a:pt x="10562" y="8214"/>
                </a:lnTo>
                <a:lnTo>
                  <a:pt x="10750" y="8394"/>
                </a:lnTo>
                <a:lnTo>
                  <a:pt x="10926" y="8536"/>
                </a:lnTo>
                <a:lnTo>
                  <a:pt x="11065" y="8639"/>
                </a:lnTo>
                <a:lnTo>
                  <a:pt x="11253" y="8819"/>
                </a:lnTo>
                <a:lnTo>
                  <a:pt x="11442" y="8960"/>
                </a:lnTo>
                <a:lnTo>
                  <a:pt x="11668" y="9154"/>
                </a:lnTo>
                <a:lnTo>
                  <a:pt x="11844" y="9334"/>
                </a:lnTo>
                <a:lnTo>
                  <a:pt x="12071" y="9527"/>
                </a:lnTo>
                <a:lnTo>
                  <a:pt x="12259" y="9669"/>
                </a:lnTo>
                <a:lnTo>
                  <a:pt x="12448" y="9849"/>
                </a:lnTo>
                <a:lnTo>
                  <a:pt x="12586" y="9952"/>
                </a:lnTo>
                <a:lnTo>
                  <a:pt x="12762" y="10132"/>
                </a:lnTo>
                <a:lnTo>
                  <a:pt x="12951" y="10325"/>
                </a:lnTo>
                <a:lnTo>
                  <a:pt x="13089" y="10415"/>
                </a:lnTo>
                <a:lnTo>
                  <a:pt x="13265" y="10557"/>
                </a:lnTo>
                <a:lnTo>
                  <a:pt x="13454" y="10750"/>
                </a:lnTo>
                <a:lnTo>
                  <a:pt x="13592" y="10840"/>
                </a:lnTo>
                <a:lnTo>
                  <a:pt x="13768" y="11033"/>
                </a:lnTo>
                <a:lnTo>
                  <a:pt x="13957" y="11214"/>
                </a:lnTo>
                <a:lnTo>
                  <a:pt x="14095" y="11304"/>
                </a:lnTo>
                <a:lnTo>
                  <a:pt x="14271" y="11497"/>
                </a:lnTo>
                <a:lnTo>
                  <a:pt x="14460" y="11638"/>
                </a:lnTo>
                <a:lnTo>
                  <a:pt x="14598" y="11729"/>
                </a:lnTo>
                <a:lnTo>
                  <a:pt x="14774" y="11922"/>
                </a:lnTo>
                <a:lnTo>
                  <a:pt x="14963" y="12102"/>
                </a:lnTo>
                <a:lnTo>
                  <a:pt x="15101" y="12205"/>
                </a:lnTo>
                <a:lnTo>
                  <a:pt x="15277" y="12385"/>
                </a:lnTo>
                <a:lnTo>
                  <a:pt x="15466" y="12578"/>
                </a:lnTo>
                <a:lnTo>
                  <a:pt x="15604" y="12668"/>
                </a:lnTo>
                <a:lnTo>
                  <a:pt x="15780" y="12862"/>
                </a:lnTo>
                <a:lnTo>
                  <a:pt x="15969" y="13042"/>
                </a:lnTo>
                <a:lnTo>
                  <a:pt x="16107" y="13145"/>
                </a:lnTo>
                <a:lnTo>
                  <a:pt x="16283" y="13325"/>
                </a:lnTo>
                <a:lnTo>
                  <a:pt x="16472" y="13518"/>
                </a:lnTo>
                <a:lnTo>
                  <a:pt x="16610" y="13608"/>
                </a:lnTo>
                <a:lnTo>
                  <a:pt x="16786" y="13801"/>
                </a:lnTo>
                <a:lnTo>
                  <a:pt x="16975" y="13982"/>
                </a:lnTo>
                <a:lnTo>
                  <a:pt x="17113" y="14072"/>
                </a:lnTo>
                <a:lnTo>
                  <a:pt x="17289" y="14265"/>
                </a:lnTo>
                <a:lnTo>
                  <a:pt x="17478" y="14458"/>
                </a:lnTo>
                <a:lnTo>
                  <a:pt x="17616" y="14548"/>
                </a:lnTo>
                <a:lnTo>
                  <a:pt x="17792" y="14728"/>
                </a:lnTo>
                <a:lnTo>
                  <a:pt x="17981" y="14922"/>
                </a:lnTo>
                <a:lnTo>
                  <a:pt x="18119" y="15012"/>
                </a:lnTo>
                <a:lnTo>
                  <a:pt x="18207" y="15153"/>
                </a:lnTo>
                <a:lnTo>
                  <a:pt x="18396" y="15346"/>
                </a:lnTo>
                <a:lnTo>
                  <a:pt x="18622" y="15527"/>
                </a:lnTo>
                <a:lnTo>
                  <a:pt x="18811" y="15720"/>
                </a:lnTo>
                <a:lnTo>
                  <a:pt x="18987" y="15913"/>
                </a:lnTo>
                <a:lnTo>
                  <a:pt x="19125" y="16003"/>
                </a:lnTo>
                <a:lnTo>
                  <a:pt x="19313" y="16183"/>
                </a:lnTo>
                <a:lnTo>
                  <a:pt x="19490" y="16428"/>
                </a:lnTo>
                <a:lnTo>
                  <a:pt x="19628" y="16518"/>
                </a:lnTo>
                <a:lnTo>
                  <a:pt x="19816" y="16711"/>
                </a:lnTo>
                <a:lnTo>
                  <a:pt x="19993" y="16891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137684" y="3796955"/>
            <a:ext cx="20043" cy="22479"/>
          </a:xfrm>
          <a:custGeom>
            <a:avLst/>
            <a:gdLst/>
            <a:ahLst/>
            <a:cxnLst/>
            <a:rect l="l" t="t" r="r" b="b"/>
            <a:pathLst>
              <a:path w="20043" h="2247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4"/>
                </a:lnTo>
                <a:lnTo>
                  <a:pt x="641" y="605"/>
                </a:lnTo>
                <a:lnTo>
                  <a:pt x="829" y="798"/>
                </a:lnTo>
                <a:lnTo>
                  <a:pt x="1005" y="991"/>
                </a:lnTo>
                <a:lnTo>
                  <a:pt x="1144" y="1132"/>
                </a:lnTo>
                <a:lnTo>
                  <a:pt x="1332" y="1313"/>
                </a:lnTo>
                <a:lnTo>
                  <a:pt x="1508" y="1506"/>
                </a:lnTo>
                <a:lnTo>
                  <a:pt x="1647" y="1596"/>
                </a:lnTo>
                <a:lnTo>
                  <a:pt x="1835" y="1828"/>
                </a:lnTo>
                <a:lnTo>
                  <a:pt x="2011" y="2021"/>
                </a:lnTo>
                <a:lnTo>
                  <a:pt x="2150" y="2111"/>
                </a:lnTo>
                <a:lnTo>
                  <a:pt x="2338" y="2304"/>
                </a:lnTo>
                <a:lnTo>
                  <a:pt x="2426" y="2446"/>
                </a:lnTo>
                <a:lnTo>
                  <a:pt x="2653" y="2626"/>
                </a:lnTo>
                <a:lnTo>
                  <a:pt x="2841" y="2819"/>
                </a:lnTo>
                <a:lnTo>
                  <a:pt x="2929" y="2961"/>
                </a:lnTo>
                <a:lnTo>
                  <a:pt x="3156" y="3141"/>
                </a:lnTo>
                <a:lnTo>
                  <a:pt x="3344" y="3334"/>
                </a:lnTo>
                <a:lnTo>
                  <a:pt x="3432" y="3476"/>
                </a:lnTo>
                <a:lnTo>
                  <a:pt x="3659" y="3656"/>
                </a:lnTo>
                <a:lnTo>
                  <a:pt x="3847" y="3901"/>
                </a:lnTo>
                <a:lnTo>
                  <a:pt x="4023" y="4081"/>
                </a:lnTo>
                <a:lnTo>
                  <a:pt x="4162" y="4171"/>
                </a:lnTo>
                <a:lnTo>
                  <a:pt x="4350" y="4416"/>
                </a:lnTo>
                <a:lnTo>
                  <a:pt x="4526" y="4596"/>
                </a:lnTo>
                <a:lnTo>
                  <a:pt x="4665" y="4699"/>
                </a:lnTo>
                <a:lnTo>
                  <a:pt x="4765" y="4828"/>
                </a:lnTo>
                <a:lnTo>
                  <a:pt x="4941" y="5021"/>
                </a:lnTo>
                <a:lnTo>
                  <a:pt x="5168" y="5252"/>
                </a:lnTo>
                <a:lnTo>
                  <a:pt x="5356" y="5446"/>
                </a:lnTo>
                <a:lnTo>
                  <a:pt x="5444" y="5587"/>
                </a:lnTo>
                <a:lnTo>
                  <a:pt x="5670" y="5767"/>
                </a:lnTo>
                <a:lnTo>
                  <a:pt x="5859" y="6012"/>
                </a:lnTo>
                <a:lnTo>
                  <a:pt x="6048" y="6192"/>
                </a:lnTo>
                <a:lnTo>
                  <a:pt x="6186" y="6334"/>
                </a:lnTo>
                <a:lnTo>
                  <a:pt x="6362" y="6527"/>
                </a:lnTo>
                <a:lnTo>
                  <a:pt x="6551" y="6759"/>
                </a:lnTo>
                <a:lnTo>
                  <a:pt x="6689" y="6849"/>
                </a:lnTo>
                <a:lnTo>
                  <a:pt x="6865" y="7081"/>
                </a:lnTo>
                <a:lnTo>
                  <a:pt x="7054" y="7274"/>
                </a:lnTo>
                <a:lnTo>
                  <a:pt x="7192" y="7415"/>
                </a:lnTo>
                <a:lnTo>
                  <a:pt x="7368" y="7609"/>
                </a:lnTo>
                <a:lnTo>
                  <a:pt x="7456" y="7737"/>
                </a:lnTo>
                <a:lnTo>
                  <a:pt x="7695" y="7930"/>
                </a:lnTo>
                <a:lnTo>
                  <a:pt x="7783" y="8072"/>
                </a:lnTo>
                <a:lnTo>
                  <a:pt x="7959" y="8265"/>
                </a:lnTo>
                <a:lnTo>
                  <a:pt x="8060" y="8394"/>
                </a:lnTo>
                <a:lnTo>
                  <a:pt x="8198" y="8497"/>
                </a:lnTo>
                <a:lnTo>
                  <a:pt x="8374" y="8729"/>
                </a:lnTo>
                <a:lnTo>
                  <a:pt x="8563" y="8960"/>
                </a:lnTo>
                <a:lnTo>
                  <a:pt x="8701" y="9051"/>
                </a:lnTo>
                <a:lnTo>
                  <a:pt x="8877" y="9295"/>
                </a:lnTo>
                <a:lnTo>
                  <a:pt x="9066" y="9475"/>
                </a:lnTo>
                <a:lnTo>
                  <a:pt x="9204" y="9617"/>
                </a:lnTo>
                <a:lnTo>
                  <a:pt x="9380" y="9849"/>
                </a:lnTo>
                <a:lnTo>
                  <a:pt x="9568" y="10042"/>
                </a:lnTo>
                <a:lnTo>
                  <a:pt x="9707" y="10184"/>
                </a:lnTo>
                <a:lnTo>
                  <a:pt x="9883" y="10415"/>
                </a:lnTo>
                <a:lnTo>
                  <a:pt x="10071" y="10608"/>
                </a:lnTo>
                <a:lnTo>
                  <a:pt x="10210" y="10750"/>
                </a:lnTo>
                <a:lnTo>
                  <a:pt x="10386" y="10982"/>
                </a:lnTo>
                <a:lnTo>
                  <a:pt x="10486" y="11072"/>
                </a:lnTo>
                <a:lnTo>
                  <a:pt x="10574" y="11162"/>
                </a:lnTo>
                <a:lnTo>
                  <a:pt x="10713" y="11304"/>
                </a:lnTo>
                <a:lnTo>
                  <a:pt x="10801" y="11407"/>
                </a:lnTo>
                <a:lnTo>
                  <a:pt x="10889" y="11548"/>
                </a:lnTo>
                <a:lnTo>
                  <a:pt x="11077" y="11780"/>
                </a:lnTo>
                <a:lnTo>
                  <a:pt x="11216" y="11870"/>
                </a:lnTo>
                <a:lnTo>
                  <a:pt x="11392" y="12102"/>
                </a:lnTo>
                <a:lnTo>
                  <a:pt x="11580" y="12347"/>
                </a:lnTo>
                <a:lnTo>
                  <a:pt x="11719" y="12437"/>
                </a:lnTo>
                <a:lnTo>
                  <a:pt x="11807" y="12578"/>
                </a:lnTo>
                <a:lnTo>
                  <a:pt x="11995" y="12810"/>
                </a:lnTo>
                <a:lnTo>
                  <a:pt x="12222" y="13042"/>
                </a:lnTo>
                <a:lnTo>
                  <a:pt x="12410" y="13274"/>
                </a:lnTo>
                <a:lnTo>
                  <a:pt x="12586" y="13518"/>
                </a:lnTo>
                <a:lnTo>
                  <a:pt x="12725" y="13608"/>
                </a:lnTo>
                <a:lnTo>
                  <a:pt x="12813" y="13750"/>
                </a:lnTo>
                <a:lnTo>
                  <a:pt x="13001" y="13943"/>
                </a:lnTo>
                <a:lnTo>
                  <a:pt x="13089" y="14072"/>
                </a:lnTo>
                <a:lnTo>
                  <a:pt x="13228" y="14175"/>
                </a:lnTo>
                <a:lnTo>
                  <a:pt x="13316" y="14316"/>
                </a:lnTo>
                <a:lnTo>
                  <a:pt x="13504" y="14548"/>
                </a:lnTo>
                <a:lnTo>
                  <a:pt x="13592" y="14690"/>
                </a:lnTo>
                <a:lnTo>
                  <a:pt x="13731" y="14780"/>
                </a:lnTo>
                <a:lnTo>
                  <a:pt x="13819" y="14922"/>
                </a:lnTo>
                <a:lnTo>
                  <a:pt x="14007" y="15153"/>
                </a:lnTo>
                <a:lnTo>
                  <a:pt x="14234" y="15385"/>
                </a:lnTo>
                <a:lnTo>
                  <a:pt x="14422" y="15630"/>
                </a:lnTo>
                <a:lnTo>
                  <a:pt x="14598" y="15861"/>
                </a:lnTo>
                <a:lnTo>
                  <a:pt x="14736" y="15952"/>
                </a:lnTo>
                <a:lnTo>
                  <a:pt x="14825" y="16093"/>
                </a:lnTo>
                <a:lnTo>
                  <a:pt x="15013" y="16325"/>
                </a:lnTo>
                <a:lnTo>
                  <a:pt x="15101" y="16467"/>
                </a:lnTo>
                <a:lnTo>
                  <a:pt x="15239" y="16570"/>
                </a:lnTo>
                <a:lnTo>
                  <a:pt x="15327" y="16711"/>
                </a:lnTo>
                <a:lnTo>
                  <a:pt x="15516" y="16943"/>
                </a:lnTo>
                <a:lnTo>
                  <a:pt x="15742" y="17175"/>
                </a:lnTo>
                <a:lnTo>
                  <a:pt x="15830" y="17316"/>
                </a:lnTo>
                <a:lnTo>
                  <a:pt x="16019" y="17548"/>
                </a:lnTo>
                <a:lnTo>
                  <a:pt x="16245" y="17780"/>
                </a:lnTo>
                <a:lnTo>
                  <a:pt x="16434" y="18024"/>
                </a:lnTo>
                <a:lnTo>
                  <a:pt x="16522" y="18166"/>
                </a:lnTo>
                <a:lnTo>
                  <a:pt x="16748" y="18398"/>
                </a:lnTo>
                <a:lnTo>
                  <a:pt x="16937" y="18630"/>
                </a:lnTo>
                <a:lnTo>
                  <a:pt x="17025" y="18771"/>
                </a:lnTo>
                <a:lnTo>
                  <a:pt x="17251" y="19003"/>
                </a:lnTo>
                <a:lnTo>
                  <a:pt x="17440" y="19235"/>
                </a:lnTo>
                <a:lnTo>
                  <a:pt x="17528" y="19376"/>
                </a:lnTo>
                <a:lnTo>
                  <a:pt x="17754" y="19608"/>
                </a:lnTo>
                <a:lnTo>
                  <a:pt x="17855" y="19750"/>
                </a:lnTo>
                <a:lnTo>
                  <a:pt x="18031" y="19994"/>
                </a:lnTo>
                <a:lnTo>
                  <a:pt x="18119" y="20136"/>
                </a:lnTo>
                <a:lnTo>
                  <a:pt x="18257" y="20226"/>
                </a:lnTo>
                <a:lnTo>
                  <a:pt x="18358" y="20368"/>
                </a:lnTo>
                <a:lnTo>
                  <a:pt x="18534" y="20599"/>
                </a:lnTo>
                <a:lnTo>
                  <a:pt x="18634" y="20741"/>
                </a:lnTo>
                <a:lnTo>
                  <a:pt x="18861" y="20973"/>
                </a:lnTo>
                <a:lnTo>
                  <a:pt x="18949" y="21114"/>
                </a:lnTo>
                <a:lnTo>
                  <a:pt x="19137" y="21346"/>
                </a:lnTo>
                <a:lnTo>
                  <a:pt x="19263" y="21488"/>
                </a:lnTo>
                <a:lnTo>
                  <a:pt x="19452" y="21720"/>
                </a:lnTo>
                <a:lnTo>
                  <a:pt x="19540" y="21861"/>
                </a:lnTo>
                <a:lnTo>
                  <a:pt x="19779" y="22106"/>
                </a:lnTo>
                <a:lnTo>
                  <a:pt x="19867" y="22247"/>
                </a:lnTo>
                <a:lnTo>
                  <a:pt x="19955" y="22389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157727" y="3819435"/>
            <a:ext cx="20055" cy="27732"/>
          </a:xfrm>
          <a:custGeom>
            <a:avLst/>
            <a:gdLst/>
            <a:ahLst/>
            <a:cxnLst/>
            <a:rect l="l" t="t" r="r" b="b"/>
            <a:pathLst>
              <a:path w="20055" h="2773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4"/>
                </a:lnTo>
                <a:lnTo>
                  <a:pt x="502" y="656"/>
                </a:lnTo>
                <a:lnTo>
                  <a:pt x="741" y="888"/>
                </a:lnTo>
                <a:lnTo>
                  <a:pt x="829" y="1029"/>
                </a:lnTo>
                <a:lnTo>
                  <a:pt x="917" y="1171"/>
                </a:lnTo>
                <a:lnTo>
                  <a:pt x="1106" y="1403"/>
                </a:lnTo>
                <a:lnTo>
                  <a:pt x="1244" y="1544"/>
                </a:lnTo>
                <a:lnTo>
                  <a:pt x="1332" y="1686"/>
                </a:lnTo>
                <a:lnTo>
                  <a:pt x="1508" y="1918"/>
                </a:lnTo>
                <a:lnTo>
                  <a:pt x="1609" y="2059"/>
                </a:lnTo>
                <a:lnTo>
                  <a:pt x="1747" y="2150"/>
                </a:lnTo>
                <a:lnTo>
                  <a:pt x="1835" y="2291"/>
                </a:lnTo>
                <a:lnTo>
                  <a:pt x="1923" y="2433"/>
                </a:lnTo>
                <a:lnTo>
                  <a:pt x="2011" y="2574"/>
                </a:lnTo>
                <a:lnTo>
                  <a:pt x="2250" y="2806"/>
                </a:lnTo>
                <a:lnTo>
                  <a:pt x="2338" y="2948"/>
                </a:lnTo>
                <a:lnTo>
                  <a:pt x="2426" y="3089"/>
                </a:lnTo>
                <a:lnTo>
                  <a:pt x="2527" y="3231"/>
                </a:lnTo>
                <a:lnTo>
                  <a:pt x="2753" y="3463"/>
                </a:lnTo>
                <a:lnTo>
                  <a:pt x="2841" y="3604"/>
                </a:lnTo>
                <a:lnTo>
                  <a:pt x="2929" y="3746"/>
                </a:lnTo>
                <a:lnTo>
                  <a:pt x="3118" y="3991"/>
                </a:lnTo>
                <a:lnTo>
                  <a:pt x="3256" y="4132"/>
                </a:lnTo>
                <a:lnTo>
                  <a:pt x="3344" y="4261"/>
                </a:lnTo>
                <a:lnTo>
                  <a:pt x="3432" y="4403"/>
                </a:lnTo>
                <a:lnTo>
                  <a:pt x="3621" y="4647"/>
                </a:lnTo>
                <a:lnTo>
                  <a:pt x="3759" y="4789"/>
                </a:lnTo>
                <a:lnTo>
                  <a:pt x="3847" y="4918"/>
                </a:lnTo>
                <a:lnTo>
                  <a:pt x="3935" y="5059"/>
                </a:lnTo>
                <a:lnTo>
                  <a:pt x="4124" y="5304"/>
                </a:lnTo>
                <a:lnTo>
                  <a:pt x="4262" y="5446"/>
                </a:lnTo>
                <a:lnTo>
                  <a:pt x="4350" y="5574"/>
                </a:lnTo>
                <a:lnTo>
                  <a:pt x="4438" y="5716"/>
                </a:lnTo>
                <a:lnTo>
                  <a:pt x="4627" y="5961"/>
                </a:lnTo>
                <a:lnTo>
                  <a:pt x="4765" y="6102"/>
                </a:lnTo>
                <a:lnTo>
                  <a:pt x="4853" y="6244"/>
                </a:lnTo>
                <a:lnTo>
                  <a:pt x="4941" y="6373"/>
                </a:lnTo>
                <a:lnTo>
                  <a:pt x="5042" y="6514"/>
                </a:lnTo>
                <a:lnTo>
                  <a:pt x="5268" y="6759"/>
                </a:lnTo>
                <a:lnTo>
                  <a:pt x="5356" y="6900"/>
                </a:lnTo>
                <a:lnTo>
                  <a:pt x="5444" y="7029"/>
                </a:lnTo>
                <a:lnTo>
                  <a:pt x="5545" y="7171"/>
                </a:lnTo>
                <a:lnTo>
                  <a:pt x="5633" y="7312"/>
                </a:lnTo>
                <a:lnTo>
                  <a:pt x="5771" y="7415"/>
                </a:lnTo>
                <a:lnTo>
                  <a:pt x="5859" y="7557"/>
                </a:lnTo>
                <a:lnTo>
                  <a:pt x="5960" y="7686"/>
                </a:lnTo>
                <a:lnTo>
                  <a:pt x="6048" y="7827"/>
                </a:lnTo>
                <a:lnTo>
                  <a:pt x="6136" y="7969"/>
                </a:lnTo>
                <a:lnTo>
                  <a:pt x="6274" y="8111"/>
                </a:lnTo>
                <a:lnTo>
                  <a:pt x="6362" y="8252"/>
                </a:lnTo>
                <a:lnTo>
                  <a:pt x="6463" y="8394"/>
                </a:lnTo>
                <a:lnTo>
                  <a:pt x="6639" y="8626"/>
                </a:lnTo>
                <a:lnTo>
                  <a:pt x="6777" y="8767"/>
                </a:lnTo>
                <a:lnTo>
                  <a:pt x="6865" y="8909"/>
                </a:lnTo>
                <a:lnTo>
                  <a:pt x="6966" y="9051"/>
                </a:lnTo>
                <a:lnTo>
                  <a:pt x="7054" y="9192"/>
                </a:lnTo>
                <a:lnTo>
                  <a:pt x="7142" y="9334"/>
                </a:lnTo>
                <a:lnTo>
                  <a:pt x="7280" y="9475"/>
                </a:lnTo>
                <a:lnTo>
                  <a:pt x="7368" y="9617"/>
                </a:lnTo>
                <a:lnTo>
                  <a:pt x="7557" y="9849"/>
                </a:lnTo>
                <a:lnTo>
                  <a:pt x="7645" y="9990"/>
                </a:lnTo>
                <a:lnTo>
                  <a:pt x="7783" y="10132"/>
                </a:lnTo>
                <a:lnTo>
                  <a:pt x="7871" y="10274"/>
                </a:lnTo>
                <a:lnTo>
                  <a:pt x="7972" y="10415"/>
                </a:lnTo>
                <a:lnTo>
                  <a:pt x="8060" y="10557"/>
                </a:lnTo>
                <a:lnTo>
                  <a:pt x="8148" y="10699"/>
                </a:lnTo>
                <a:lnTo>
                  <a:pt x="8286" y="10840"/>
                </a:lnTo>
                <a:lnTo>
                  <a:pt x="8374" y="10982"/>
                </a:lnTo>
                <a:lnTo>
                  <a:pt x="8475" y="11123"/>
                </a:lnTo>
                <a:lnTo>
                  <a:pt x="8563" y="11252"/>
                </a:lnTo>
                <a:lnTo>
                  <a:pt x="8789" y="11497"/>
                </a:lnTo>
                <a:lnTo>
                  <a:pt x="8877" y="11638"/>
                </a:lnTo>
                <a:lnTo>
                  <a:pt x="8977" y="11780"/>
                </a:lnTo>
                <a:lnTo>
                  <a:pt x="9066" y="11909"/>
                </a:lnTo>
                <a:lnTo>
                  <a:pt x="9154" y="12050"/>
                </a:lnTo>
                <a:lnTo>
                  <a:pt x="9292" y="12192"/>
                </a:lnTo>
                <a:lnTo>
                  <a:pt x="9380" y="12334"/>
                </a:lnTo>
                <a:lnTo>
                  <a:pt x="9480" y="12475"/>
                </a:lnTo>
                <a:lnTo>
                  <a:pt x="9568" y="12617"/>
                </a:lnTo>
                <a:lnTo>
                  <a:pt x="9656" y="12759"/>
                </a:lnTo>
                <a:lnTo>
                  <a:pt x="9795" y="12900"/>
                </a:lnTo>
                <a:lnTo>
                  <a:pt x="9895" y="13042"/>
                </a:lnTo>
                <a:lnTo>
                  <a:pt x="9983" y="13183"/>
                </a:lnTo>
                <a:lnTo>
                  <a:pt x="10071" y="13325"/>
                </a:lnTo>
                <a:lnTo>
                  <a:pt x="10159" y="13467"/>
                </a:lnTo>
                <a:lnTo>
                  <a:pt x="10298" y="13608"/>
                </a:lnTo>
                <a:lnTo>
                  <a:pt x="10398" y="13750"/>
                </a:lnTo>
                <a:lnTo>
                  <a:pt x="10486" y="13892"/>
                </a:lnTo>
                <a:lnTo>
                  <a:pt x="10574" y="14020"/>
                </a:lnTo>
                <a:lnTo>
                  <a:pt x="10662" y="14162"/>
                </a:lnTo>
                <a:lnTo>
                  <a:pt x="10801" y="14304"/>
                </a:lnTo>
                <a:lnTo>
                  <a:pt x="10901" y="14445"/>
                </a:lnTo>
                <a:lnTo>
                  <a:pt x="10989" y="14587"/>
                </a:lnTo>
                <a:lnTo>
                  <a:pt x="11077" y="14728"/>
                </a:lnTo>
                <a:lnTo>
                  <a:pt x="11165" y="14870"/>
                </a:lnTo>
                <a:lnTo>
                  <a:pt x="11304" y="15012"/>
                </a:lnTo>
                <a:lnTo>
                  <a:pt x="11404" y="15153"/>
                </a:lnTo>
                <a:lnTo>
                  <a:pt x="11492" y="15295"/>
                </a:lnTo>
                <a:lnTo>
                  <a:pt x="11580" y="15437"/>
                </a:lnTo>
                <a:lnTo>
                  <a:pt x="11668" y="15578"/>
                </a:lnTo>
                <a:lnTo>
                  <a:pt x="11807" y="15720"/>
                </a:lnTo>
                <a:lnTo>
                  <a:pt x="11907" y="15861"/>
                </a:lnTo>
                <a:lnTo>
                  <a:pt x="11995" y="16003"/>
                </a:lnTo>
                <a:lnTo>
                  <a:pt x="12083" y="16132"/>
                </a:lnTo>
                <a:lnTo>
                  <a:pt x="12184" y="16273"/>
                </a:lnTo>
                <a:lnTo>
                  <a:pt x="12310" y="16415"/>
                </a:lnTo>
                <a:lnTo>
                  <a:pt x="12410" y="16557"/>
                </a:lnTo>
                <a:lnTo>
                  <a:pt x="12498" y="16698"/>
                </a:lnTo>
                <a:lnTo>
                  <a:pt x="12586" y="16840"/>
                </a:lnTo>
                <a:lnTo>
                  <a:pt x="12687" y="16982"/>
                </a:lnTo>
                <a:lnTo>
                  <a:pt x="12813" y="17123"/>
                </a:lnTo>
                <a:lnTo>
                  <a:pt x="12913" y="17265"/>
                </a:lnTo>
                <a:lnTo>
                  <a:pt x="13001" y="17406"/>
                </a:lnTo>
                <a:lnTo>
                  <a:pt x="13089" y="17548"/>
                </a:lnTo>
                <a:lnTo>
                  <a:pt x="13190" y="17690"/>
                </a:lnTo>
                <a:lnTo>
                  <a:pt x="13316" y="17831"/>
                </a:lnTo>
                <a:lnTo>
                  <a:pt x="13416" y="17973"/>
                </a:lnTo>
                <a:lnTo>
                  <a:pt x="13504" y="18153"/>
                </a:lnTo>
                <a:lnTo>
                  <a:pt x="13592" y="18295"/>
                </a:lnTo>
                <a:lnTo>
                  <a:pt x="13693" y="18436"/>
                </a:lnTo>
                <a:lnTo>
                  <a:pt x="13831" y="18578"/>
                </a:lnTo>
                <a:lnTo>
                  <a:pt x="13919" y="18720"/>
                </a:lnTo>
                <a:lnTo>
                  <a:pt x="14007" y="18861"/>
                </a:lnTo>
                <a:lnTo>
                  <a:pt x="14095" y="19003"/>
                </a:lnTo>
                <a:lnTo>
                  <a:pt x="14196" y="19145"/>
                </a:lnTo>
                <a:lnTo>
                  <a:pt x="14334" y="19286"/>
                </a:lnTo>
                <a:lnTo>
                  <a:pt x="14422" y="19428"/>
                </a:lnTo>
                <a:lnTo>
                  <a:pt x="14510" y="19569"/>
                </a:lnTo>
                <a:lnTo>
                  <a:pt x="14598" y="19698"/>
                </a:lnTo>
                <a:lnTo>
                  <a:pt x="14699" y="19891"/>
                </a:lnTo>
                <a:lnTo>
                  <a:pt x="14837" y="20033"/>
                </a:lnTo>
                <a:lnTo>
                  <a:pt x="14925" y="20175"/>
                </a:lnTo>
                <a:lnTo>
                  <a:pt x="15013" y="20316"/>
                </a:lnTo>
                <a:lnTo>
                  <a:pt x="15101" y="20458"/>
                </a:lnTo>
                <a:lnTo>
                  <a:pt x="15202" y="20599"/>
                </a:lnTo>
                <a:lnTo>
                  <a:pt x="15340" y="20741"/>
                </a:lnTo>
                <a:lnTo>
                  <a:pt x="15428" y="20883"/>
                </a:lnTo>
                <a:lnTo>
                  <a:pt x="15516" y="21024"/>
                </a:lnTo>
                <a:lnTo>
                  <a:pt x="15604" y="21205"/>
                </a:lnTo>
                <a:lnTo>
                  <a:pt x="15705" y="21346"/>
                </a:lnTo>
                <a:lnTo>
                  <a:pt x="15843" y="21488"/>
                </a:lnTo>
                <a:lnTo>
                  <a:pt x="15931" y="21629"/>
                </a:lnTo>
                <a:lnTo>
                  <a:pt x="16019" y="21771"/>
                </a:lnTo>
                <a:lnTo>
                  <a:pt x="16120" y="21913"/>
                </a:lnTo>
                <a:lnTo>
                  <a:pt x="16208" y="22054"/>
                </a:lnTo>
                <a:lnTo>
                  <a:pt x="16346" y="22196"/>
                </a:lnTo>
                <a:lnTo>
                  <a:pt x="16434" y="22376"/>
                </a:lnTo>
                <a:lnTo>
                  <a:pt x="16522" y="22518"/>
                </a:lnTo>
                <a:lnTo>
                  <a:pt x="16623" y="22659"/>
                </a:lnTo>
                <a:lnTo>
                  <a:pt x="16711" y="22801"/>
                </a:lnTo>
                <a:lnTo>
                  <a:pt x="16849" y="22943"/>
                </a:lnTo>
                <a:lnTo>
                  <a:pt x="16937" y="23084"/>
                </a:lnTo>
                <a:lnTo>
                  <a:pt x="17025" y="23226"/>
                </a:lnTo>
                <a:lnTo>
                  <a:pt x="17126" y="23406"/>
                </a:lnTo>
                <a:lnTo>
                  <a:pt x="17214" y="23548"/>
                </a:lnTo>
                <a:lnTo>
                  <a:pt x="17352" y="23689"/>
                </a:lnTo>
                <a:lnTo>
                  <a:pt x="17440" y="23831"/>
                </a:lnTo>
                <a:lnTo>
                  <a:pt x="17528" y="23973"/>
                </a:lnTo>
                <a:lnTo>
                  <a:pt x="17629" y="24114"/>
                </a:lnTo>
                <a:lnTo>
                  <a:pt x="17717" y="24307"/>
                </a:lnTo>
                <a:lnTo>
                  <a:pt x="17855" y="24449"/>
                </a:lnTo>
                <a:lnTo>
                  <a:pt x="17943" y="24578"/>
                </a:lnTo>
                <a:lnTo>
                  <a:pt x="18031" y="24719"/>
                </a:lnTo>
                <a:lnTo>
                  <a:pt x="18132" y="24861"/>
                </a:lnTo>
                <a:lnTo>
                  <a:pt x="18220" y="25054"/>
                </a:lnTo>
                <a:lnTo>
                  <a:pt x="18358" y="25196"/>
                </a:lnTo>
                <a:lnTo>
                  <a:pt x="18446" y="25337"/>
                </a:lnTo>
                <a:lnTo>
                  <a:pt x="18534" y="25479"/>
                </a:lnTo>
                <a:lnTo>
                  <a:pt x="18634" y="25621"/>
                </a:lnTo>
                <a:lnTo>
                  <a:pt x="18723" y="25801"/>
                </a:lnTo>
                <a:lnTo>
                  <a:pt x="18861" y="25943"/>
                </a:lnTo>
                <a:lnTo>
                  <a:pt x="18949" y="26084"/>
                </a:lnTo>
                <a:lnTo>
                  <a:pt x="19037" y="26226"/>
                </a:lnTo>
                <a:lnTo>
                  <a:pt x="19137" y="26367"/>
                </a:lnTo>
                <a:lnTo>
                  <a:pt x="19225" y="26561"/>
                </a:lnTo>
                <a:lnTo>
                  <a:pt x="19364" y="26689"/>
                </a:lnTo>
                <a:lnTo>
                  <a:pt x="19452" y="26831"/>
                </a:lnTo>
                <a:lnTo>
                  <a:pt x="19540" y="26973"/>
                </a:lnTo>
                <a:lnTo>
                  <a:pt x="19640" y="27166"/>
                </a:lnTo>
                <a:lnTo>
                  <a:pt x="19728" y="27307"/>
                </a:lnTo>
                <a:lnTo>
                  <a:pt x="19867" y="27449"/>
                </a:lnTo>
                <a:lnTo>
                  <a:pt x="19955" y="27591"/>
                </a:lnTo>
                <a:lnTo>
                  <a:pt x="20055" y="27732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177783" y="3847167"/>
            <a:ext cx="20043" cy="32560"/>
          </a:xfrm>
          <a:custGeom>
            <a:avLst/>
            <a:gdLst/>
            <a:ahLst/>
            <a:cxnLst/>
            <a:rect l="l" t="t" r="r" b="b"/>
            <a:pathLst>
              <a:path w="20043" h="32560">
                <a:moveTo>
                  <a:pt x="0" y="0"/>
                </a:moveTo>
                <a:lnTo>
                  <a:pt x="88" y="180"/>
                </a:lnTo>
                <a:lnTo>
                  <a:pt x="176" y="321"/>
                </a:lnTo>
                <a:lnTo>
                  <a:pt x="314" y="463"/>
                </a:lnTo>
                <a:lnTo>
                  <a:pt x="402" y="605"/>
                </a:lnTo>
                <a:lnTo>
                  <a:pt x="502" y="798"/>
                </a:lnTo>
                <a:lnTo>
                  <a:pt x="590" y="939"/>
                </a:lnTo>
                <a:lnTo>
                  <a:pt x="679" y="1068"/>
                </a:lnTo>
                <a:lnTo>
                  <a:pt x="817" y="1210"/>
                </a:lnTo>
                <a:lnTo>
                  <a:pt x="905" y="1403"/>
                </a:lnTo>
                <a:lnTo>
                  <a:pt x="1005" y="1544"/>
                </a:lnTo>
                <a:lnTo>
                  <a:pt x="1093" y="1686"/>
                </a:lnTo>
                <a:lnTo>
                  <a:pt x="1181" y="1828"/>
                </a:lnTo>
                <a:lnTo>
                  <a:pt x="1320" y="2008"/>
                </a:lnTo>
                <a:lnTo>
                  <a:pt x="1408" y="2150"/>
                </a:lnTo>
                <a:lnTo>
                  <a:pt x="1508" y="2291"/>
                </a:lnTo>
                <a:lnTo>
                  <a:pt x="1596" y="2484"/>
                </a:lnTo>
                <a:lnTo>
                  <a:pt x="1684" y="2626"/>
                </a:lnTo>
                <a:lnTo>
                  <a:pt x="1823" y="2768"/>
                </a:lnTo>
                <a:lnTo>
                  <a:pt x="1911" y="2909"/>
                </a:lnTo>
                <a:lnTo>
                  <a:pt x="2011" y="3089"/>
                </a:lnTo>
                <a:lnTo>
                  <a:pt x="2099" y="3231"/>
                </a:lnTo>
                <a:lnTo>
                  <a:pt x="2187" y="3373"/>
                </a:lnTo>
                <a:lnTo>
                  <a:pt x="2326" y="3566"/>
                </a:lnTo>
                <a:lnTo>
                  <a:pt x="2414" y="3707"/>
                </a:lnTo>
                <a:lnTo>
                  <a:pt x="2514" y="3849"/>
                </a:lnTo>
                <a:lnTo>
                  <a:pt x="2602" y="3978"/>
                </a:lnTo>
                <a:lnTo>
                  <a:pt x="2690" y="4171"/>
                </a:lnTo>
                <a:lnTo>
                  <a:pt x="2829" y="4313"/>
                </a:lnTo>
                <a:lnTo>
                  <a:pt x="2917" y="4454"/>
                </a:lnTo>
                <a:lnTo>
                  <a:pt x="3017" y="4634"/>
                </a:lnTo>
                <a:lnTo>
                  <a:pt x="3105" y="4776"/>
                </a:lnTo>
                <a:lnTo>
                  <a:pt x="3193" y="4918"/>
                </a:lnTo>
                <a:lnTo>
                  <a:pt x="3332" y="5111"/>
                </a:lnTo>
                <a:lnTo>
                  <a:pt x="3432" y="5252"/>
                </a:lnTo>
                <a:lnTo>
                  <a:pt x="3520" y="5394"/>
                </a:lnTo>
                <a:lnTo>
                  <a:pt x="3608" y="5574"/>
                </a:lnTo>
                <a:lnTo>
                  <a:pt x="3696" y="5716"/>
                </a:lnTo>
                <a:lnTo>
                  <a:pt x="3835" y="5858"/>
                </a:lnTo>
                <a:lnTo>
                  <a:pt x="3935" y="6051"/>
                </a:lnTo>
                <a:lnTo>
                  <a:pt x="4023" y="6192"/>
                </a:lnTo>
                <a:lnTo>
                  <a:pt x="4111" y="6334"/>
                </a:lnTo>
                <a:lnTo>
                  <a:pt x="4199" y="6514"/>
                </a:lnTo>
                <a:lnTo>
                  <a:pt x="4338" y="6656"/>
                </a:lnTo>
                <a:lnTo>
                  <a:pt x="4438" y="6797"/>
                </a:lnTo>
                <a:lnTo>
                  <a:pt x="4526" y="6991"/>
                </a:lnTo>
                <a:lnTo>
                  <a:pt x="4614" y="7132"/>
                </a:lnTo>
                <a:lnTo>
                  <a:pt x="4702" y="7274"/>
                </a:lnTo>
                <a:lnTo>
                  <a:pt x="4841" y="7454"/>
                </a:lnTo>
                <a:lnTo>
                  <a:pt x="4941" y="7596"/>
                </a:lnTo>
                <a:lnTo>
                  <a:pt x="5029" y="7789"/>
                </a:lnTo>
                <a:lnTo>
                  <a:pt x="5117" y="7930"/>
                </a:lnTo>
                <a:lnTo>
                  <a:pt x="5205" y="8072"/>
                </a:lnTo>
                <a:lnTo>
                  <a:pt x="5344" y="8252"/>
                </a:lnTo>
                <a:lnTo>
                  <a:pt x="5444" y="8394"/>
                </a:lnTo>
                <a:lnTo>
                  <a:pt x="5532" y="8536"/>
                </a:lnTo>
                <a:lnTo>
                  <a:pt x="5620" y="8729"/>
                </a:lnTo>
                <a:lnTo>
                  <a:pt x="5721" y="8857"/>
                </a:lnTo>
                <a:lnTo>
                  <a:pt x="5847" y="9051"/>
                </a:lnTo>
                <a:lnTo>
                  <a:pt x="5947" y="9192"/>
                </a:lnTo>
                <a:lnTo>
                  <a:pt x="6035" y="9334"/>
                </a:lnTo>
                <a:lnTo>
                  <a:pt x="6123" y="9514"/>
                </a:lnTo>
                <a:lnTo>
                  <a:pt x="6224" y="9656"/>
                </a:lnTo>
                <a:lnTo>
                  <a:pt x="6349" y="9849"/>
                </a:lnTo>
                <a:lnTo>
                  <a:pt x="6450" y="9990"/>
                </a:lnTo>
                <a:lnTo>
                  <a:pt x="6538" y="10132"/>
                </a:lnTo>
                <a:lnTo>
                  <a:pt x="6626" y="10312"/>
                </a:lnTo>
                <a:lnTo>
                  <a:pt x="6727" y="10454"/>
                </a:lnTo>
                <a:lnTo>
                  <a:pt x="6852" y="10647"/>
                </a:lnTo>
                <a:lnTo>
                  <a:pt x="6953" y="10789"/>
                </a:lnTo>
                <a:lnTo>
                  <a:pt x="7041" y="10930"/>
                </a:lnTo>
                <a:lnTo>
                  <a:pt x="7129" y="11111"/>
                </a:lnTo>
                <a:lnTo>
                  <a:pt x="7230" y="11252"/>
                </a:lnTo>
                <a:lnTo>
                  <a:pt x="7368" y="11445"/>
                </a:lnTo>
                <a:lnTo>
                  <a:pt x="7456" y="11587"/>
                </a:lnTo>
                <a:lnTo>
                  <a:pt x="7544" y="11729"/>
                </a:lnTo>
                <a:lnTo>
                  <a:pt x="7632" y="11909"/>
                </a:lnTo>
                <a:lnTo>
                  <a:pt x="7733" y="12050"/>
                </a:lnTo>
                <a:lnTo>
                  <a:pt x="7871" y="12244"/>
                </a:lnTo>
                <a:lnTo>
                  <a:pt x="7959" y="12385"/>
                </a:lnTo>
                <a:lnTo>
                  <a:pt x="8047" y="12565"/>
                </a:lnTo>
                <a:lnTo>
                  <a:pt x="8135" y="12707"/>
                </a:lnTo>
                <a:lnTo>
                  <a:pt x="8273" y="12900"/>
                </a:lnTo>
                <a:lnTo>
                  <a:pt x="8374" y="13042"/>
                </a:lnTo>
                <a:lnTo>
                  <a:pt x="8462" y="13183"/>
                </a:lnTo>
                <a:lnTo>
                  <a:pt x="8550" y="13364"/>
                </a:lnTo>
                <a:lnTo>
                  <a:pt x="8638" y="13505"/>
                </a:lnTo>
                <a:lnTo>
                  <a:pt x="8776" y="13698"/>
                </a:lnTo>
                <a:lnTo>
                  <a:pt x="8877" y="13840"/>
                </a:lnTo>
                <a:lnTo>
                  <a:pt x="8965" y="14020"/>
                </a:lnTo>
                <a:lnTo>
                  <a:pt x="9053" y="14162"/>
                </a:lnTo>
                <a:lnTo>
                  <a:pt x="9141" y="14355"/>
                </a:lnTo>
                <a:lnTo>
                  <a:pt x="9279" y="14497"/>
                </a:lnTo>
                <a:lnTo>
                  <a:pt x="9380" y="14677"/>
                </a:lnTo>
                <a:lnTo>
                  <a:pt x="9468" y="14819"/>
                </a:lnTo>
                <a:lnTo>
                  <a:pt x="9556" y="15012"/>
                </a:lnTo>
                <a:lnTo>
                  <a:pt x="9657" y="15153"/>
                </a:lnTo>
                <a:lnTo>
                  <a:pt x="9782" y="15334"/>
                </a:lnTo>
                <a:lnTo>
                  <a:pt x="9883" y="15475"/>
                </a:lnTo>
                <a:lnTo>
                  <a:pt x="9971" y="15617"/>
                </a:lnTo>
                <a:lnTo>
                  <a:pt x="10059" y="15810"/>
                </a:lnTo>
                <a:lnTo>
                  <a:pt x="10159" y="15952"/>
                </a:lnTo>
                <a:lnTo>
                  <a:pt x="10285" y="16132"/>
                </a:lnTo>
                <a:lnTo>
                  <a:pt x="10386" y="16273"/>
                </a:lnTo>
                <a:lnTo>
                  <a:pt x="10474" y="16467"/>
                </a:lnTo>
                <a:lnTo>
                  <a:pt x="10562" y="16608"/>
                </a:lnTo>
                <a:lnTo>
                  <a:pt x="10662" y="16788"/>
                </a:lnTo>
                <a:lnTo>
                  <a:pt x="10801" y="16930"/>
                </a:lnTo>
                <a:lnTo>
                  <a:pt x="10889" y="17123"/>
                </a:lnTo>
                <a:lnTo>
                  <a:pt x="10977" y="17265"/>
                </a:lnTo>
                <a:lnTo>
                  <a:pt x="11065" y="17445"/>
                </a:lnTo>
                <a:lnTo>
                  <a:pt x="11165" y="17638"/>
                </a:lnTo>
                <a:lnTo>
                  <a:pt x="11304" y="17780"/>
                </a:lnTo>
                <a:lnTo>
                  <a:pt x="11392" y="17960"/>
                </a:lnTo>
                <a:lnTo>
                  <a:pt x="11480" y="18102"/>
                </a:lnTo>
                <a:lnTo>
                  <a:pt x="11568" y="18295"/>
                </a:lnTo>
                <a:lnTo>
                  <a:pt x="11668" y="18436"/>
                </a:lnTo>
                <a:lnTo>
                  <a:pt x="11807" y="18630"/>
                </a:lnTo>
                <a:lnTo>
                  <a:pt x="11895" y="18758"/>
                </a:lnTo>
                <a:lnTo>
                  <a:pt x="11983" y="18951"/>
                </a:lnTo>
                <a:lnTo>
                  <a:pt x="12071" y="19093"/>
                </a:lnTo>
                <a:lnTo>
                  <a:pt x="12171" y="19286"/>
                </a:lnTo>
                <a:lnTo>
                  <a:pt x="12310" y="19415"/>
                </a:lnTo>
                <a:lnTo>
                  <a:pt x="12398" y="19608"/>
                </a:lnTo>
                <a:lnTo>
                  <a:pt x="12486" y="19750"/>
                </a:lnTo>
                <a:lnTo>
                  <a:pt x="12574" y="19943"/>
                </a:lnTo>
                <a:lnTo>
                  <a:pt x="12674" y="20123"/>
                </a:lnTo>
                <a:lnTo>
                  <a:pt x="12813" y="20265"/>
                </a:lnTo>
                <a:lnTo>
                  <a:pt x="12901" y="20458"/>
                </a:lnTo>
                <a:lnTo>
                  <a:pt x="12989" y="20599"/>
                </a:lnTo>
                <a:lnTo>
                  <a:pt x="13077" y="20780"/>
                </a:lnTo>
                <a:lnTo>
                  <a:pt x="13177" y="20921"/>
                </a:lnTo>
                <a:lnTo>
                  <a:pt x="13316" y="21114"/>
                </a:lnTo>
                <a:lnTo>
                  <a:pt x="13404" y="21295"/>
                </a:lnTo>
                <a:lnTo>
                  <a:pt x="13492" y="21436"/>
                </a:lnTo>
                <a:lnTo>
                  <a:pt x="13592" y="21629"/>
                </a:lnTo>
                <a:lnTo>
                  <a:pt x="13680" y="21771"/>
                </a:lnTo>
                <a:lnTo>
                  <a:pt x="13819" y="21951"/>
                </a:lnTo>
                <a:lnTo>
                  <a:pt x="13907" y="22093"/>
                </a:lnTo>
                <a:lnTo>
                  <a:pt x="13995" y="22286"/>
                </a:lnTo>
                <a:lnTo>
                  <a:pt x="14095" y="22466"/>
                </a:lnTo>
                <a:lnTo>
                  <a:pt x="14183" y="22608"/>
                </a:lnTo>
                <a:lnTo>
                  <a:pt x="14322" y="22801"/>
                </a:lnTo>
                <a:lnTo>
                  <a:pt x="14410" y="22943"/>
                </a:lnTo>
                <a:lnTo>
                  <a:pt x="14498" y="23123"/>
                </a:lnTo>
                <a:lnTo>
                  <a:pt x="14598" y="23316"/>
                </a:lnTo>
                <a:lnTo>
                  <a:pt x="14686" y="23458"/>
                </a:lnTo>
                <a:lnTo>
                  <a:pt x="14825" y="23638"/>
                </a:lnTo>
                <a:lnTo>
                  <a:pt x="14913" y="23780"/>
                </a:lnTo>
                <a:lnTo>
                  <a:pt x="15001" y="23973"/>
                </a:lnTo>
                <a:lnTo>
                  <a:pt x="15101" y="24166"/>
                </a:lnTo>
                <a:lnTo>
                  <a:pt x="15189" y="24295"/>
                </a:lnTo>
                <a:lnTo>
                  <a:pt x="15327" y="24488"/>
                </a:lnTo>
                <a:lnTo>
                  <a:pt x="15415" y="24629"/>
                </a:lnTo>
                <a:lnTo>
                  <a:pt x="15504" y="24822"/>
                </a:lnTo>
                <a:lnTo>
                  <a:pt x="15604" y="25003"/>
                </a:lnTo>
                <a:lnTo>
                  <a:pt x="15692" y="25144"/>
                </a:lnTo>
                <a:lnTo>
                  <a:pt x="15830" y="25337"/>
                </a:lnTo>
                <a:lnTo>
                  <a:pt x="15918" y="25518"/>
                </a:lnTo>
                <a:lnTo>
                  <a:pt x="16006" y="25659"/>
                </a:lnTo>
                <a:lnTo>
                  <a:pt x="16107" y="25852"/>
                </a:lnTo>
                <a:lnTo>
                  <a:pt x="16195" y="25994"/>
                </a:lnTo>
                <a:lnTo>
                  <a:pt x="16333" y="26174"/>
                </a:lnTo>
                <a:lnTo>
                  <a:pt x="16421" y="26367"/>
                </a:lnTo>
                <a:lnTo>
                  <a:pt x="16509" y="26509"/>
                </a:lnTo>
                <a:lnTo>
                  <a:pt x="16610" y="26689"/>
                </a:lnTo>
                <a:lnTo>
                  <a:pt x="16698" y="26882"/>
                </a:lnTo>
                <a:lnTo>
                  <a:pt x="16836" y="27024"/>
                </a:lnTo>
                <a:lnTo>
                  <a:pt x="16924" y="27204"/>
                </a:lnTo>
                <a:lnTo>
                  <a:pt x="17025" y="27397"/>
                </a:lnTo>
                <a:lnTo>
                  <a:pt x="17113" y="27539"/>
                </a:lnTo>
                <a:lnTo>
                  <a:pt x="17201" y="27732"/>
                </a:lnTo>
                <a:lnTo>
                  <a:pt x="17339" y="27912"/>
                </a:lnTo>
                <a:lnTo>
                  <a:pt x="17427" y="28054"/>
                </a:lnTo>
                <a:lnTo>
                  <a:pt x="17528" y="28247"/>
                </a:lnTo>
                <a:lnTo>
                  <a:pt x="17616" y="28427"/>
                </a:lnTo>
                <a:lnTo>
                  <a:pt x="17704" y="28569"/>
                </a:lnTo>
                <a:lnTo>
                  <a:pt x="17842" y="28762"/>
                </a:lnTo>
                <a:lnTo>
                  <a:pt x="17930" y="28942"/>
                </a:lnTo>
                <a:lnTo>
                  <a:pt x="18031" y="29084"/>
                </a:lnTo>
                <a:lnTo>
                  <a:pt x="18119" y="29277"/>
                </a:lnTo>
                <a:lnTo>
                  <a:pt x="18207" y="29457"/>
                </a:lnTo>
                <a:lnTo>
                  <a:pt x="18345" y="29599"/>
                </a:lnTo>
                <a:lnTo>
                  <a:pt x="18433" y="29792"/>
                </a:lnTo>
                <a:lnTo>
                  <a:pt x="18534" y="29972"/>
                </a:lnTo>
                <a:lnTo>
                  <a:pt x="18622" y="30114"/>
                </a:lnTo>
                <a:lnTo>
                  <a:pt x="18710" y="30307"/>
                </a:lnTo>
                <a:lnTo>
                  <a:pt x="18848" y="30500"/>
                </a:lnTo>
                <a:lnTo>
                  <a:pt x="18936" y="30681"/>
                </a:lnTo>
                <a:lnTo>
                  <a:pt x="19037" y="30822"/>
                </a:lnTo>
                <a:lnTo>
                  <a:pt x="19125" y="31015"/>
                </a:lnTo>
                <a:lnTo>
                  <a:pt x="19213" y="31196"/>
                </a:lnTo>
                <a:lnTo>
                  <a:pt x="19351" y="31337"/>
                </a:lnTo>
                <a:lnTo>
                  <a:pt x="19439" y="31530"/>
                </a:lnTo>
                <a:lnTo>
                  <a:pt x="19540" y="31711"/>
                </a:lnTo>
                <a:lnTo>
                  <a:pt x="19628" y="31904"/>
                </a:lnTo>
                <a:lnTo>
                  <a:pt x="19716" y="32045"/>
                </a:lnTo>
                <a:lnTo>
                  <a:pt x="19854" y="32226"/>
                </a:lnTo>
                <a:lnTo>
                  <a:pt x="19942" y="32419"/>
                </a:lnTo>
                <a:lnTo>
                  <a:pt x="20043" y="3256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197826" y="3879728"/>
            <a:ext cx="20043" cy="36873"/>
          </a:xfrm>
          <a:custGeom>
            <a:avLst/>
            <a:gdLst/>
            <a:ahLst/>
            <a:cxnLst/>
            <a:rect l="l" t="t" r="r" b="b"/>
            <a:pathLst>
              <a:path w="20043" h="3687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566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61"/>
                </a:lnTo>
                <a:lnTo>
                  <a:pt x="817" y="1403"/>
                </a:lnTo>
                <a:lnTo>
                  <a:pt x="917" y="1596"/>
                </a:lnTo>
                <a:lnTo>
                  <a:pt x="1005" y="1776"/>
                </a:lnTo>
                <a:lnTo>
                  <a:pt x="1093" y="1969"/>
                </a:lnTo>
                <a:lnTo>
                  <a:pt x="1181" y="2111"/>
                </a:lnTo>
                <a:lnTo>
                  <a:pt x="1320" y="2291"/>
                </a:lnTo>
                <a:lnTo>
                  <a:pt x="1420" y="2484"/>
                </a:lnTo>
                <a:lnTo>
                  <a:pt x="1508" y="2677"/>
                </a:lnTo>
                <a:lnTo>
                  <a:pt x="1596" y="2819"/>
                </a:lnTo>
                <a:lnTo>
                  <a:pt x="1684" y="2999"/>
                </a:lnTo>
                <a:lnTo>
                  <a:pt x="1823" y="3192"/>
                </a:lnTo>
                <a:lnTo>
                  <a:pt x="1923" y="3373"/>
                </a:lnTo>
                <a:lnTo>
                  <a:pt x="2011" y="3514"/>
                </a:lnTo>
                <a:lnTo>
                  <a:pt x="2099" y="3707"/>
                </a:lnTo>
                <a:lnTo>
                  <a:pt x="2187" y="3888"/>
                </a:lnTo>
                <a:lnTo>
                  <a:pt x="2326" y="4081"/>
                </a:lnTo>
                <a:lnTo>
                  <a:pt x="2426" y="4274"/>
                </a:lnTo>
                <a:lnTo>
                  <a:pt x="2514" y="4403"/>
                </a:lnTo>
                <a:lnTo>
                  <a:pt x="2602" y="4596"/>
                </a:lnTo>
                <a:lnTo>
                  <a:pt x="2690" y="4789"/>
                </a:lnTo>
                <a:lnTo>
                  <a:pt x="2829" y="4969"/>
                </a:lnTo>
                <a:lnTo>
                  <a:pt x="2929" y="5162"/>
                </a:lnTo>
                <a:lnTo>
                  <a:pt x="3017" y="5304"/>
                </a:lnTo>
                <a:lnTo>
                  <a:pt x="3105" y="5484"/>
                </a:lnTo>
                <a:lnTo>
                  <a:pt x="3206" y="5677"/>
                </a:lnTo>
                <a:lnTo>
                  <a:pt x="3332" y="5858"/>
                </a:lnTo>
                <a:lnTo>
                  <a:pt x="3432" y="6051"/>
                </a:lnTo>
                <a:lnTo>
                  <a:pt x="3520" y="6192"/>
                </a:lnTo>
                <a:lnTo>
                  <a:pt x="3608" y="6385"/>
                </a:lnTo>
                <a:lnTo>
                  <a:pt x="3709" y="6566"/>
                </a:lnTo>
                <a:lnTo>
                  <a:pt x="3835" y="6759"/>
                </a:lnTo>
                <a:lnTo>
                  <a:pt x="3935" y="6939"/>
                </a:lnTo>
                <a:lnTo>
                  <a:pt x="4023" y="7081"/>
                </a:lnTo>
                <a:lnTo>
                  <a:pt x="4111" y="7274"/>
                </a:lnTo>
                <a:lnTo>
                  <a:pt x="4212" y="7454"/>
                </a:lnTo>
                <a:lnTo>
                  <a:pt x="4338" y="7647"/>
                </a:lnTo>
                <a:lnTo>
                  <a:pt x="4438" y="7840"/>
                </a:lnTo>
                <a:lnTo>
                  <a:pt x="4526" y="8021"/>
                </a:lnTo>
                <a:lnTo>
                  <a:pt x="4614" y="8162"/>
                </a:lnTo>
                <a:lnTo>
                  <a:pt x="4715" y="8355"/>
                </a:lnTo>
                <a:lnTo>
                  <a:pt x="485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17" y="9102"/>
                </a:lnTo>
                <a:lnTo>
                  <a:pt x="5218" y="9244"/>
                </a:lnTo>
                <a:lnTo>
                  <a:pt x="5356" y="9424"/>
                </a:lnTo>
                <a:lnTo>
                  <a:pt x="5444" y="9617"/>
                </a:lnTo>
                <a:lnTo>
                  <a:pt x="5532" y="9810"/>
                </a:lnTo>
                <a:lnTo>
                  <a:pt x="5620" y="9990"/>
                </a:lnTo>
                <a:lnTo>
                  <a:pt x="5721" y="10184"/>
                </a:lnTo>
                <a:lnTo>
                  <a:pt x="5859" y="10364"/>
                </a:lnTo>
                <a:lnTo>
                  <a:pt x="5947" y="10505"/>
                </a:lnTo>
                <a:lnTo>
                  <a:pt x="6035" y="10699"/>
                </a:lnTo>
                <a:lnTo>
                  <a:pt x="6123" y="10879"/>
                </a:lnTo>
                <a:lnTo>
                  <a:pt x="6224" y="11072"/>
                </a:lnTo>
                <a:lnTo>
                  <a:pt x="6362" y="11265"/>
                </a:lnTo>
                <a:lnTo>
                  <a:pt x="6450" y="11445"/>
                </a:lnTo>
                <a:lnTo>
                  <a:pt x="6538" y="11638"/>
                </a:lnTo>
                <a:lnTo>
                  <a:pt x="6626" y="11819"/>
                </a:lnTo>
                <a:lnTo>
                  <a:pt x="6727" y="11960"/>
                </a:lnTo>
                <a:lnTo>
                  <a:pt x="6865" y="12153"/>
                </a:lnTo>
                <a:lnTo>
                  <a:pt x="6953" y="12334"/>
                </a:lnTo>
                <a:lnTo>
                  <a:pt x="7041" y="12527"/>
                </a:lnTo>
                <a:lnTo>
                  <a:pt x="7142" y="12720"/>
                </a:lnTo>
                <a:lnTo>
                  <a:pt x="7230" y="12900"/>
                </a:lnTo>
                <a:lnTo>
                  <a:pt x="7368" y="13093"/>
                </a:lnTo>
                <a:lnTo>
                  <a:pt x="7456" y="13274"/>
                </a:lnTo>
                <a:lnTo>
                  <a:pt x="7544" y="13467"/>
                </a:lnTo>
                <a:lnTo>
                  <a:pt x="7645" y="13608"/>
                </a:lnTo>
                <a:lnTo>
                  <a:pt x="7733" y="13789"/>
                </a:lnTo>
                <a:lnTo>
                  <a:pt x="7871" y="13982"/>
                </a:lnTo>
                <a:lnTo>
                  <a:pt x="7959" y="14175"/>
                </a:lnTo>
                <a:lnTo>
                  <a:pt x="8047" y="14355"/>
                </a:lnTo>
                <a:lnTo>
                  <a:pt x="8148" y="14548"/>
                </a:lnTo>
                <a:lnTo>
                  <a:pt x="8236" y="14728"/>
                </a:lnTo>
                <a:lnTo>
                  <a:pt x="8374" y="14922"/>
                </a:lnTo>
                <a:lnTo>
                  <a:pt x="8462" y="15102"/>
                </a:lnTo>
                <a:lnTo>
                  <a:pt x="8550" y="15295"/>
                </a:lnTo>
                <a:lnTo>
                  <a:pt x="8651" y="15488"/>
                </a:lnTo>
                <a:lnTo>
                  <a:pt x="8739" y="15630"/>
                </a:lnTo>
                <a:lnTo>
                  <a:pt x="8877" y="15810"/>
                </a:lnTo>
                <a:lnTo>
                  <a:pt x="8965" y="16003"/>
                </a:lnTo>
                <a:lnTo>
                  <a:pt x="9053" y="16183"/>
                </a:lnTo>
                <a:lnTo>
                  <a:pt x="9154" y="16376"/>
                </a:lnTo>
                <a:lnTo>
                  <a:pt x="9242" y="16557"/>
                </a:lnTo>
                <a:lnTo>
                  <a:pt x="9380" y="16750"/>
                </a:lnTo>
                <a:lnTo>
                  <a:pt x="9468" y="16943"/>
                </a:lnTo>
                <a:lnTo>
                  <a:pt x="9556" y="17123"/>
                </a:lnTo>
                <a:lnTo>
                  <a:pt x="9657" y="17316"/>
                </a:lnTo>
                <a:lnTo>
                  <a:pt x="9745" y="17497"/>
                </a:lnTo>
                <a:lnTo>
                  <a:pt x="9883" y="17690"/>
                </a:lnTo>
                <a:lnTo>
                  <a:pt x="9971" y="17870"/>
                </a:lnTo>
                <a:lnTo>
                  <a:pt x="10059" y="18063"/>
                </a:lnTo>
                <a:lnTo>
                  <a:pt x="10159" y="18256"/>
                </a:lnTo>
                <a:lnTo>
                  <a:pt x="10247" y="18436"/>
                </a:lnTo>
                <a:lnTo>
                  <a:pt x="10386" y="18630"/>
                </a:lnTo>
                <a:lnTo>
                  <a:pt x="10474" y="18771"/>
                </a:lnTo>
                <a:lnTo>
                  <a:pt x="10562" y="18951"/>
                </a:lnTo>
                <a:lnTo>
                  <a:pt x="10662" y="19145"/>
                </a:lnTo>
                <a:lnTo>
                  <a:pt x="10750" y="19325"/>
                </a:lnTo>
                <a:lnTo>
                  <a:pt x="10889" y="19518"/>
                </a:lnTo>
                <a:lnTo>
                  <a:pt x="10977" y="19711"/>
                </a:lnTo>
                <a:lnTo>
                  <a:pt x="11077" y="19891"/>
                </a:lnTo>
                <a:lnTo>
                  <a:pt x="11165" y="20084"/>
                </a:lnTo>
                <a:lnTo>
                  <a:pt x="11253" y="20265"/>
                </a:lnTo>
                <a:lnTo>
                  <a:pt x="11392" y="20458"/>
                </a:lnTo>
                <a:lnTo>
                  <a:pt x="11480" y="20638"/>
                </a:lnTo>
                <a:lnTo>
                  <a:pt x="11580" y="20831"/>
                </a:lnTo>
                <a:lnTo>
                  <a:pt x="11668" y="21024"/>
                </a:lnTo>
                <a:lnTo>
                  <a:pt x="11756" y="21205"/>
                </a:lnTo>
                <a:lnTo>
                  <a:pt x="11895" y="21398"/>
                </a:lnTo>
                <a:lnTo>
                  <a:pt x="11983" y="21578"/>
                </a:lnTo>
                <a:lnTo>
                  <a:pt x="12083" y="21771"/>
                </a:lnTo>
                <a:lnTo>
                  <a:pt x="12171" y="21964"/>
                </a:lnTo>
                <a:lnTo>
                  <a:pt x="12259" y="22144"/>
                </a:lnTo>
                <a:lnTo>
                  <a:pt x="12398" y="22338"/>
                </a:lnTo>
                <a:lnTo>
                  <a:pt x="12486" y="22518"/>
                </a:lnTo>
                <a:lnTo>
                  <a:pt x="12586" y="22711"/>
                </a:lnTo>
                <a:lnTo>
                  <a:pt x="12674" y="22891"/>
                </a:lnTo>
                <a:lnTo>
                  <a:pt x="12762" y="23084"/>
                </a:lnTo>
                <a:lnTo>
                  <a:pt x="12901" y="23277"/>
                </a:lnTo>
                <a:lnTo>
                  <a:pt x="12989" y="23458"/>
                </a:lnTo>
                <a:lnTo>
                  <a:pt x="13089" y="23651"/>
                </a:lnTo>
                <a:lnTo>
                  <a:pt x="13177" y="23831"/>
                </a:lnTo>
                <a:lnTo>
                  <a:pt x="13265" y="24024"/>
                </a:lnTo>
                <a:lnTo>
                  <a:pt x="13404" y="24204"/>
                </a:lnTo>
                <a:lnTo>
                  <a:pt x="13492" y="24398"/>
                </a:lnTo>
                <a:lnTo>
                  <a:pt x="13592" y="24591"/>
                </a:lnTo>
                <a:lnTo>
                  <a:pt x="13680" y="24771"/>
                </a:lnTo>
                <a:lnTo>
                  <a:pt x="13768" y="24964"/>
                </a:lnTo>
                <a:lnTo>
                  <a:pt x="13907" y="25144"/>
                </a:lnTo>
                <a:lnTo>
                  <a:pt x="13995" y="25337"/>
                </a:lnTo>
                <a:lnTo>
                  <a:pt x="14095" y="25569"/>
                </a:lnTo>
                <a:lnTo>
                  <a:pt x="14183" y="25762"/>
                </a:lnTo>
                <a:lnTo>
                  <a:pt x="14271" y="25943"/>
                </a:lnTo>
                <a:lnTo>
                  <a:pt x="14410" y="26136"/>
                </a:lnTo>
                <a:lnTo>
                  <a:pt x="14510" y="26316"/>
                </a:lnTo>
                <a:lnTo>
                  <a:pt x="14598" y="26509"/>
                </a:lnTo>
                <a:lnTo>
                  <a:pt x="14686" y="26702"/>
                </a:lnTo>
                <a:lnTo>
                  <a:pt x="14774" y="26882"/>
                </a:lnTo>
                <a:lnTo>
                  <a:pt x="14913" y="27076"/>
                </a:lnTo>
                <a:lnTo>
                  <a:pt x="15013" y="27256"/>
                </a:lnTo>
                <a:lnTo>
                  <a:pt x="15101" y="27449"/>
                </a:lnTo>
                <a:lnTo>
                  <a:pt x="15189" y="27629"/>
                </a:lnTo>
                <a:lnTo>
                  <a:pt x="15277" y="27822"/>
                </a:lnTo>
                <a:lnTo>
                  <a:pt x="15415" y="28015"/>
                </a:lnTo>
                <a:lnTo>
                  <a:pt x="15516" y="28196"/>
                </a:lnTo>
                <a:lnTo>
                  <a:pt x="15604" y="28389"/>
                </a:lnTo>
                <a:lnTo>
                  <a:pt x="15692" y="28569"/>
                </a:lnTo>
                <a:lnTo>
                  <a:pt x="15780" y="28762"/>
                </a:lnTo>
                <a:lnTo>
                  <a:pt x="15918" y="28994"/>
                </a:lnTo>
                <a:lnTo>
                  <a:pt x="16019" y="29187"/>
                </a:lnTo>
                <a:lnTo>
                  <a:pt x="16107" y="29367"/>
                </a:lnTo>
                <a:lnTo>
                  <a:pt x="16195" y="29560"/>
                </a:lnTo>
                <a:lnTo>
                  <a:pt x="16283" y="29741"/>
                </a:lnTo>
                <a:lnTo>
                  <a:pt x="16421" y="29934"/>
                </a:lnTo>
                <a:lnTo>
                  <a:pt x="16522" y="30127"/>
                </a:lnTo>
                <a:lnTo>
                  <a:pt x="16610" y="30307"/>
                </a:lnTo>
                <a:lnTo>
                  <a:pt x="16698" y="30500"/>
                </a:lnTo>
                <a:lnTo>
                  <a:pt x="16786" y="30681"/>
                </a:lnTo>
                <a:lnTo>
                  <a:pt x="16924" y="30874"/>
                </a:lnTo>
                <a:lnTo>
                  <a:pt x="17025" y="31105"/>
                </a:lnTo>
                <a:lnTo>
                  <a:pt x="17113" y="31299"/>
                </a:lnTo>
                <a:lnTo>
                  <a:pt x="17201" y="31479"/>
                </a:lnTo>
                <a:lnTo>
                  <a:pt x="17302" y="31672"/>
                </a:lnTo>
                <a:lnTo>
                  <a:pt x="17427" y="31852"/>
                </a:lnTo>
                <a:lnTo>
                  <a:pt x="17528" y="32045"/>
                </a:lnTo>
                <a:lnTo>
                  <a:pt x="17616" y="32238"/>
                </a:lnTo>
                <a:lnTo>
                  <a:pt x="17704" y="32419"/>
                </a:lnTo>
                <a:lnTo>
                  <a:pt x="17805" y="32612"/>
                </a:lnTo>
                <a:lnTo>
                  <a:pt x="17930" y="32844"/>
                </a:lnTo>
                <a:lnTo>
                  <a:pt x="18031" y="33037"/>
                </a:lnTo>
                <a:lnTo>
                  <a:pt x="18119" y="33217"/>
                </a:lnTo>
                <a:lnTo>
                  <a:pt x="18207" y="33410"/>
                </a:lnTo>
                <a:lnTo>
                  <a:pt x="18308" y="33590"/>
                </a:lnTo>
                <a:lnTo>
                  <a:pt x="18446" y="33783"/>
                </a:lnTo>
                <a:lnTo>
                  <a:pt x="18534" y="33964"/>
                </a:lnTo>
                <a:lnTo>
                  <a:pt x="18622" y="34157"/>
                </a:lnTo>
                <a:lnTo>
                  <a:pt x="18710" y="34389"/>
                </a:lnTo>
                <a:lnTo>
                  <a:pt x="18811" y="34582"/>
                </a:lnTo>
                <a:lnTo>
                  <a:pt x="18949" y="34762"/>
                </a:lnTo>
                <a:lnTo>
                  <a:pt x="19037" y="34955"/>
                </a:lnTo>
                <a:lnTo>
                  <a:pt x="19125" y="35148"/>
                </a:lnTo>
                <a:lnTo>
                  <a:pt x="19213" y="35328"/>
                </a:lnTo>
                <a:lnTo>
                  <a:pt x="19314" y="35522"/>
                </a:lnTo>
                <a:lnTo>
                  <a:pt x="19452" y="35753"/>
                </a:lnTo>
                <a:lnTo>
                  <a:pt x="19540" y="35946"/>
                </a:lnTo>
                <a:lnTo>
                  <a:pt x="19628" y="36127"/>
                </a:lnTo>
                <a:lnTo>
                  <a:pt x="19716" y="36320"/>
                </a:lnTo>
                <a:lnTo>
                  <a:pt x="19816" y="36500"/>
                </a:lnTo>
                <a:lnTo>
                  <a:pt x="19955" y="36693"/>
                </a:lnTo>
                <a:lnTo>
                  <a:pt x="20043" y="36873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217869" y="3916602"/>
            <a:ext cx="20043" cy="40646"/>
          </a:xfrm>
          <a:custGeom>
            <a:avLst/>
            <a:gdLst/>
            <a:ahLst/>
            <a:cxnLst/>
            <a:rect l="l" t="t" r="r" b="b"/>
            <a:pathLst>
              <a:path w="20043" h="40646">
                <a:moveTo>
                  <a:pt x="0" y="0"/>
                </a:moveTo>
                <a:lnTo>
                  <a:pt x="88" y="244"/>
                </a:lnTo>
                <a:lnTo>
                  <a:pt x="176" y="424"/>
                </a:lnTo>
                <a:lnTo>
                  <a:pt x="276" y="617"/>
                </a:lnTo>
                <a:lnTo>
                  <a:pt x="414" y="798"/>
                </a:lnTo>
                <a:lnTo>
                  <a:pt x="502" y="991"/>
                </a:lnTo>
                <a:lnTo>
                  <a:pt x="590" y="1184"/>
                </a:lnTo>
                <a:lnTo>
                  <a:pt x="691" y="1416"/>
                </a:lnTo>
                <a:lnTo>
                  <a:pt x="779" y="1596"/>
                </a:lnTo>
                <a:lnTo>
                  <a:pt x="917" y="1789"/>
                </a:lnTo>
                <a:lnTo>
                  <a:pt x="1005" y="1982"/>
                </a:lnTo>
                <a:lnTo>
                  <a:pt x="1093" y="2162"/>
                </a:lnTo>
                <a:lnTo>
                  <a:pt x="1194" y="2394"/>
                </a:lnTo>
                <a:lnTo>
                  <a:pt x="1282" y="2587"/>
                </a:lnTo>
                <a:lnTo>
                  <a:pt x="1420" y="2768"/>
                </a:lnTo>
                <a:lnTo>
                  <a:pt x="1508" y="2961"/>
                </a:lnTo>
                <a:lnTo>
                  <a:pt x="1596" y="3154"/>
                </a:lnTo>
                <a:lnTo>
                  <a:pt x="1697" y="3334"/>
                </a:lnTo>
                <a:lnTo>
                  <a:pt x="1785" y="3566"/>
                </a:lnTo>
                <a:lnTo>
                  <a:pt x="1923" y="3759"/>
                </a:lnTo>
                <a:lnTo>
                  <a:pt x="2011" y="3952"/>
                </a:lnTo>
                <a:lnTo>
                  <a:pt x="2099" y="4132"/>
                </a:lnTo>
                <a:lnTo>
                  <a:pt x="2200" y="4325"/>
                </a:lnTo>
                <a:lnTo>
                  <a:pt x="2288" y="4557"/>
                </a:lnTo>
                <a:lnTo>
                  <a:pt x="2426" y="4750"/>
                </a:lnTo>
                <a:lnTo>
                  <a:pt x="2514" y="4931"/>
                </a:lnTo>
                <a:lnTo>
                  <a:pt x="2602" y="5124"/>
                </a:lnTo>
                <a:lnTo>
                  <a:pt x="2703" y="5355"/>
                </a:lnTo>
                <a:lnTo>
                  <a:pt x="2791" y="5536"/>
                </a:lnTo>
                <a:lnTo>
                  <a:pt x="2929" y="5729"/>
                </a:lnTo>
                <a:lnTo>
                  <a:pt x="3017" y="5922"/>
                </a:lnTo>
                <a:lnTo>
                  <a:pt x="3105" y="6102"/>
                </a:lnTo>
                <a:lnTo>
                  <a:pt x="3206" y="6334"/>
                </a:lnTo>
                <a:lnTo>
                  <a:pt x="3294" y="6527"/>
                </a:lnTo>
                <a:lnTo>
                  <a:pt x="3432" y="6720"/>
                </a:lnTo>
                <a:lnTo>
                  <a:pt x="3520" y="6900"/>
                </a:lnTo>
                <a:lnTo>
                  <a:pt x="3608" y="7132"/>
                </a:lnTo>
                <a:lnTo>
                  <a:pt x="3709" y="7325"/>
                </a:lnTo>
                <a:lnTo>
                  <a:pt x="3797" y="7518"/>
                </a:lnTo>
                <a:lnTo>
                  <a:pt x="3935" y="7699"/>
                </a:lnTo>
                <a:lnTo>
                  <a:pt x="4023" y="7892"/>
                </a:lnTo>
                <a:lnTo>
                  <a:pt x="4111" y="8124"/>
                </a:lnTo>
                <a:lnTo>
                  <a:pt x="4212" y="8317"/>
                </a:lnTo>
                <a:lnTo>
                  <a:pt x="4300" y="8497"/>
                </a:lnTo>
                <a:lnTo>
                  <a:pt x="4438" y="8690"/>
                </a:lnTo>
                <a:lnTo>
                  <a:pt x="4526" y="8922"/>
                </a:lnTo>
                <a:lnTo>
                  <a:pt x="4627" y="9102"/>
                </a:lnTo>
                <a:lnTo>
                  <a:pt x="4715" y="9295"/>
                </a:lnTo>
                <a:lnTo>
                  <a:pt x="4803" y="9488"/>
                </a:lnTo>
                <a:lnTo>
                  <a:pt x="4941" y="9720"/>
                </a:lnTo>
                <a:lnTo>
                  <a:pt x="5029" y="9900"/>
                </a:lnTo>
                <a:lnTo>
                  <a:pt x="5130" y="10093"/>
                </a:lnTo>
                <a:lnTo>
                  <a:pt x="5218" y="10287"/>
                </a:lnTo>
                <a:lnTo>
                  <a:pt x="5306" y="10518"/>
                </a:lnTo>
                <a:lnTo>
                  <a:pt x="5444" y="10699"/>
                </a:lnTo>
                <a:lnTo>
                  <a:pt x="5532" y="10892"/>
                </a:lnTo>
                <a:lnTo>
                  <a:pt x="5633" y="11123"/>
                </a:lnTo>
                <a:lnTo>
                  <a:pt x="5721" y="11317"/>
                </a:lnTo>
                <a:lnTo>
                  <a:pt x="5809" y="11497"/>
                </a:lnTo>
                <a:lnTo>
                  <a:pt x="5947" y="11690"/>
                </a:lnTo>
                <a:lnTo>
                  <a:pt x="6035" y="11922"/>
                </a:lnTo>
                <a:lnTo>
                  <a:pt x="6136" y="12115"/>
                </a:lnTo>
                <a:lnTo>
                  <a:pt x="6224" y="12295"/>
                </a:lnTo>
                <a:lnTo>
                  <a:pt x="6312" y="12488"/>
                </a:lnTo>
                <a:lnTo>
                  <a:pt x="6450" y="12720"/>
                </a:lnTo>
                <a:lnTo>
                  <a:pt x="6538" y="12913"/>
                </a:lnTo>
                <a:lnTo>
                  <a:pt x="6639" y="13093"/>
                </a:lnTo>
                <a:lnTo>
                  <a:pt x="6727" y="13325"/>
                </a:lnTo>
                <a:lnTo>
                  <a:pt x="6815" y="13518"/>
                </a:lnTo>
                <a:lnTo>
                  <a:pt x="6953" y="13711"/>
                </a:lnTo>
                <a:lnTo>
                  <a:pt x="7041" y="13943"/>
                </a:lnTo>
                <a:lnTo>
                  <a:pt x="7142" y="14123"/>
                </a:lnTo>
                <a:lnTo>
                  <a:pt x="7230" y="14316"/>
                </a:lnTo>
                <a:lnTo>
                  <a:pt x="7318" y="14510"/>
                </a:lnTo>
                <a:lnTo>
                  <a:pt x="7456" y="14741"/>
                </a:lnTo>
                <a:lnTo>
                  <a:pt x="7544" y="14922"/>
                </a:lnTo>
                <a:lnTo>
                  <a:pt x="7645" y="15115"/>
                </a:lnTo>
                <a:lnTo>
                  <a:pt x="7733" y="15346"/>
                </a:lnTo>
                <a:lnTo>
                  <a:pt x="7821" y="15540"/>
                </a:lnTo>
                <a:lnTo>
                  <a:pt x="7959" y="15720"/>
                </a:lnTo>
                <a:lnTo>
                  <a:pt x="8060" y="15964"/>
                </a:lnTo>
                <a:lnTo>
                  <a:pt x="8148" y="16145"/>
                </a:lnTo>
                <a:lnTo>
                  <a:pt x="8236" y="16338"/>
                </a:lnTo>
                <a:lnTo>
                  <a:pt x="8324" y="16570"/>
                </a:lnTo>
                <a:lnTo>
                  <a:pt x="8462" y="16763"/>
                </a:lnTo>
                <a:lnTo>
                  <a:pt x="8563" y="16943"/>
                </a:lnTo>
                <a:lnTo>
                  <a:pt x="8651" y="17175"/>
                </a:lnTo>
                <a:lnTo>
                  <a:pt x="8739" y="17368"/>
                </a:lnTo>
                <a:lnTo>
                  <a:pt x="8827" y="17548"/>
                </a:lnTo>
                <a:lnTo>
                  <a:pt x="8965" y="17793"/>
                </a:lnTo>
                <a:lnTo>
                  <a:pt x="9066" y="17973"/>
                </a:lnTo>
                <a:lnTo>
                  <a:pt x="9154" y="18166"/>
                </a:lnTo>
                <a:lnTo>
                  <a:pt x="9242" y="18398"/>
                </a:lnTo>
                <a:lnTo>
                  <a:pt x="9330" y="18591"/>
                </a:lnTo>
                <a:lnTo>
                  <a:pt x="9468" y="18771"/>
                </a:lnTo>
                <a:lnTo>
                  <a:pt x="9568" y="19003"/>
                </a:lnTo>
                <a:lnTo>
                  <a:pt x="9657" y="19196"/>
                </a:lnTo>
                <a:lnTo>
                  <a:pt x="9745" y="19389"/>
                </a:lnTo>
                <a:lnTo>
                  <a:pt x="9833" y="19621"/>
                </a:lnTo>
                <a:lnTo>
                  <a:pt x="9971" y="19801"/>
                </a:lnTo>
                <a:lnTo>
                  <a:pt x="10071" y="19994"/>
                </a:lnTo>
                <a:lnTo>
                  <a:pt x="10159" y="20226"/>
                </a:lnTo>
                <a:lnTo>
                  <a:pt x="10247" y="20419"/>
                </a:lnTo>
                <a:lnTo>
                  <a:pt x="10336" y="20599"/>
                </a:lnTo>
                <a:lnTo>
                  <a:pt x="10474" y="20844"/>
                </a:lnTo>
                <a:lnTo>
                  <a:pt x="10574" y="21024"/>
                </a:lnTo>
                <a:lnTo>
                  <a:pt x="10662" y="21217"/>
                </a:lnTo>
                <a:lnTo>
                  <a:pt x="10750" y="21449"/>
                </a:lnTo>
                <a:lnTo>
                  <a:pt x="10851" y="21642"/>
                </a:lnTo>
                <a:lnTo>
                  <a:pt x="10977" y="21874"/>
                </a:lnTo>
                <a:lnTo>
                  <a:pt x="11077" y="22054"/>
                </a:lnTo>
                <a:lnTo>
                  <a:pt x="11165" y="22247"/>
                </a:lnTo>
                <a:lnTo>
                  <a:pt x="11253" y="22479"/>
                </a:lnTo>
                <a:lnTo>
                  <a:pt x="11354" y="22672"/>
                </a:lnTo>
                <a:lnTo>
                  <a:pt x="11480" y="22853"/>
                </a:lnTo>
                <a:lnTo>
                  <a:pt x="11580" y="23097"/>
                </a:lnTo>
                <a:lnTo>
                  <a:pt x="11668" y="23277"/>
                </a:lnTo>
                <a:lnTo>
                  <a:pt x="11756" y="23509"/>
                </a:lnTo>
                <a:lnTo>
                  <a:pt x="11857" y="23702"/>
                </a:lnTo>
                <a:lnTo>
                  <a:pt x="11995" y="23883"/>
                </a:lnTo>
                <a:lnTo>
                  <a:pt x="12083" y="24127"/>
                </a:lnTo>
                <a:lnTo>
                  <a:pt x="12171" y="24307"/>
                </a:lnTo>
                <a:lnTo>
                  <a:pt x="12259" y="24539"/>
                </a:lnTo>
                <a:lnTo>
                  <a:pt x="12360" y="24732"/>
                </a:lnTo>
                <a:lnTo>
                  <a:pt x="12498" y="24925"/>
                </a:lnTo>
                <a:lnTo>
                  <a:pt x="12586" y="25157"/>
                </a:lnTo>
                <a:lnTo>
                  <a:pt x="12674" y="25337"/>
                </a:lnTo>
                <a:lnTo>
                  <a:pt x="12762" y="25582"/>
                </a:lnTo>
                <a:lnTo>
                  <a:pt x="12863" y="25762"/>
                </a:lnTo>
                <a:lnTo>
                  <a:pt x="13001" y="25955"/>
                </a:lnTo>
                <a:lnTo>
                  <a:pt x="13089" y="26187"/>
                </a:lnTo>
                <a:lnTo>
                  <a:pt x="13177" y="26380"/>
                </a:lnTo>
                <a:lnTo>
                  <a:pt x="13265" y="26612"/>
                </a:lnTo>
                <a:lnTo>
                  <a:pt x="13366" y="26792"/>
                </a:lnTo>
                <a:lnTo>
                  <a:pt x="13504" y="26985"/>
                </a:lnTo>
                <a:lnTo>
                  <a:pt x="13592" y="27217"/>
                </a:lnTo>
                <a:lnTo>
                  <a:pt x="13680" y="27410"/>
                </a:lnTo>
                <a:lnTo>
                  <a:pt x="13768" y="27642"/>
                </a:lnTo>
                <a:lnTo>
                  <a:pt x="13869" y="27835"/>
                </a:lnTo>
                <a:lnTo>
                  <a:pt x="14007" y="28067"/>
                </a:lnTo>
                <a:lnTo>
                  <a:pt x="14095" y="28247"/>
                </a:lnTo>
                <a:lnTo>
                  <a:pt x="14183" y="28440"/>
                </a:lnTo>
                <a:lnTo>
                  <a:pt x="14284" y="28672"/>
                </a:lnTo>
                <a:lnTo>
                  <a:pt x="14372" y="28865"/>
                </a:lnTo>
                <a:lnTo>
                  <a:pt x="14510" y="29097"/>
                </a:lnTo>
                <a:lnTo>
                  <a:pt x="14598" y="29290"/>
                </a:lnTo>
                <a:lnTo>
                  <a:pt x="14686" y="29522"/>
                </a:lnTo>
                <a:lnTo>
                  <a:pt x="14787" y="29702"/>
                </a:lnTo>
                <a:lnTo>
                  <a:pt x="14875" y="29895"/>
                </a:lnTo>
                <a:lnTo>
                  <a:pt x="15013" y="30127"/>
                </a:lnTo>
                <a:lnTo>
                  <a:pt x="15101" y="30320"/>
                </a:lnTo>
                <a:lnTo>
                  <a:pt x="15189" y="30552"/>
                </a:lnTo>
                <a:lnTo>
                  <a:pt x="15290" y="30745"/>
                </a:lnTo>
                <a:lnTo>
                  <a:pt x="15378" y="30977"/>
                </a:lnTo>
                <a:lnTo>
                  <a:pt x="15516" y="31157"/>
                </a:lnTo>
                <a:lnTo>
                  <a:pt x="15604" y="31402"/>
                </a:lnTo>
                <a:lnTo>
                  <a:pt x="15692" y="31582"/>
                </a:lnTo>
                <a:lnTo>
                  <a:pt x="15793" y="31775"/>
                </a:lnTo>
                <a:lnTo>
                  <a:pt x="15881" y="32007"/>
                </a:lnTo>
                <a:lnTo>
                  <a:pt x="16019" y="32200"/>
                </a:lnTo>
                <a:lnTo>
                  <a:pt x="16107" y="32432"/>
                </a:lnTo>
                <a:lnTo>
                  <a:pt x="16195" y="32612"/>
                </a:lnTo>
                <a:lnTo>
                  <a:pt x="16296" y="32856"/>
                </a:lnTo>
                <a:lnTo>
                  <a:pt x="16384" y="33037"/>
                </a:lnTo>
                <a:lnTo>
                  <a:pt x="16522" y="33268"/>
                </a:lnTo>
                <a:lnTo>
                  <a:pt x="16610" y="33462"/>
                </a:lnTo>
                <a:lnTo>
                  <a:pt x="16698" y="33693"/>
                </a:lnTo>
                <a:lnTo>
                  <a:pt x="16799" y="33886"/>
                </a:lnTo>
                <a:lnTo>
                  <a:pt x="16887" y="34118"/>
                </a:lnTo>
                <a:lnTo>
                  <a:pt x="17025" y="34311"/>
                </a:lnTo>
                <a:lnTo>
                  <a:pt x="17113" y="34543"/>
                </a:lnTo>
                <a:lnTo>
                  <a:pt x="17201" y="34723"/>
                </a:lnTo>
                <a:lnTo>
                  <a:pt x="17302" y="34916"/>
                </a:lnTo>
                <a:lnTo>
                  <a:pt x="17390" y="35148"/>
                </a:lnTo>
                <a:lnTo>
                  <a:pt x="17528" y="35341"/>
                </a:lnTo>
                <a:lnTo>
                  <a:pt x="17616" y="35573"/>
                </a:lnTo>
                <a:lnTo>
                  <a:pt x="17704" y="35766"/>
                </a:lnTo>
                <a:lnTo>
                  <a:pt x="17805" y="35998"/>
                </a:lnTo>
                <a:lnTo>
                  <a:pt x="17893" y="36178"/>
                </a:lnTo>
                <a:lnTo>
                  <a:pt x="18031" y="36423"/>
                </a:lnTo>
                <a:lnTo>
                  <a:pt x="18119" y="36603"/>
                </a:lnTo>
                <a:lnTo>
                  <a:pt x="18220" y="36835"/>
                </a:lnTo>
                <a:lnTo>
                  <a:pt x="18308" y="37028"/>
                </a:lnTo>
                <a:lnTo>
                  <a:pt x="18396" y="37260"/>
                </a:lnTo>
                <a:lnTo>
                  <a:pt x="18534" y="37453"/>
                </a:lnTo>
                <a:lnTo>
                  <a:pt x="18622" y="37685"/>
                </a:lnTo>
                <a:lnTo>
                  <a:pt x="18723" y="37878"/>
                </a:lnTo>
                <a:lnTo>
                  <a:pt x="18811" y="38109"/>
                </a:lnTo>
                <a:lnTo>
                  <a:pt x="18899" y="38290"/>
                </a:lnTo>
                <a:lnTo>
                  <a:pt x="19037" y="38534"/>
                </a:lnTo>
                <a:lnTo>
                  <a:pt x="19125" y="38715"/>
                </a:lnTo>
                <a:lnTo>
                  <a:pt x="19225" y="38946"/>
                </a:lnTo>
                <a:lnTo>
                  <a:pt x="19314" y="39139"/>
                </a:lnTo>
                <a:lnTo>
                  <a:pt x="19402" y="39371"/>
                </a:lnTo>
                <a:lnTo>
                  <a:pt x="19540" y="39603"/>
                </a:lnTo>
                <a:lnTo>
                  <a:pt x="19628" y="39796"/>
                </a:lnTo>
                <a:lnTo>
                  <a:pt x="19728" y="40028"/>
                </a:lnTo>
                <a:lnTo>
                  <a:pt x="19816" y="40221"/>
                </a:lnTo>
                <a:lnTo>
                  <a:pt x="19904" y="40453"/>
                </a:lnTo>
                <a:lnTo>
                  <a:pt x="20043" y="40646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237913" y="3957248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0"/>
                </a:moveTo>
                <a:lnTo>
                  <a:pt x="88" y="231"/>
                </a:lnTo>
                <a:lnTo>
                  <a:pt x="188" y="411"/>
                </a:lnTo>
                <a:lnTo>
                  <a:pt x="276" y="656"/>
                </a:lnTo>
                <a:lnTo>
                  <a:pt x="364" y="836"/>
                </a:lnTo>
                <a:lnTo>
                  <a:pt x="502" y="1068"/>
                </a:lnTo>
                <a:lnTo>
                  <a:pt x="590" y="1261"/>
                </a:lnTo>
                <a:lnTo>
                  <a:pt x="691" y="1493"/>
                </a:lnTo>
                <a:lnTo>
                  <a:pt x="779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94" y="2574"/>
                </a:lnTo>
                <a:lnTo>
                  <a:pt x="1282" y="2768"/>
                </a:lnTo>
                <a:lnTo>
                  <a:pt x="1370" y="2999"/>
                </a:lnTo>
                <a:lnTo>
                  <a:pt x="1508" y="3180"/>
                </a:lnTo>
                <a:lnTo>
                  <a:pt x="1596" y="3424"/>
                </a:lnTo>
                <a:lnTo>
                  <a:pt x="1697" y="3604"/>
                </a:lnTo>
                <a:lnTo>
                  <a:pt x="1785" y="3836"/>
                </a:lnTo>
                <a:lnTo>
                  <a:pt x="1873" y="4029"/>
                </a:lnTo>
                <a:lnTo>
                  <a:pt x="2011" y="4261"/>
                </a:lnTo>
                <a:lnTo>
                  <a:pt x="2112" y="4493"/>
                </a:lnTo>
                <a:lnTo>
                  <a:pt x="2200" y="4686"/>
                </a:lnTo>
                <a:lnTo>
                  <a:pt x="2288" y="4918"/>
                </a:lnTo>
                <a:lnTo>
                  <a:pt x="2376" y="5111"/>
                </a:lnTo>
                <a:lnTo>
                  <a:pt x="2514" y="5343"/>
                </a:lnTo>
                <a:lnTo>
                  <a:pt x="2615" y="5536"/>
                </a:lnTo>
                <a:lnTo>
                  <a:pt x="2703" y="5767"/>
                </a:lnTo>
                <a:lnTo>
                  <a:pt x="2791" y="5999"/>
                </a:lnTo>
                <a:lnTo>
                  <a:pt x="2879" y="6192"/>
                </a:lnTo>
                <a:lnTo>
                  <a:pt x="3017" y="6424"/>
                </a:lnTo>
                <a:lnTo>
                  <a:pt x="3118" y="6604"/>
                </a:lnTo>
                <a:lnTo>
                  <a:pt x="3206" y="6849"/>
                </a:lnTo>
                <a:lnTo>
                  <a:pt x="3294" y="7029"/>
                </a:lnTo>
                <a:lnTo>
                  <a:pt x="3382" y="7261"/>
                </a:lnTo>
                <a:lnTo>
                  <a:pt x="3520" y="7506"/>
                </a:lnTo>
                <a:lnTo>
                  <a:pt x="3621" y="7686"/>
                </a:lnTo>
                <a:lnTo>
                  <a:pt x="3709" y="7918"/>
                </a:lnTo>
                <a:lnTo>
                  <a:pt x="3797" y="8111"/>
                </a:lnTo>
                <a:lnTo>
                  <a:pt x="3885" y="8342"/>
                </a:lnTo>
                <a:lnTo>
                  <a:pt x="4023" y="8574"/>
                </a:lnTo>
                <a:lnTo>
                  <a:pt x="4124" y="8767"/>
                </a:lnTo>
                <a:lnTo>
                  <a:pt x="4212" y="8999"/>
                </a:lnTo>
                <a:lnTo>
                  <a:pt x="4300" y="9192"/>
                </a:lnTo>
                <a:lnTo>
                  <a:pt x="4400" y="9424"/>
                </a:lnTo>
                <a:lnTo>
                  <a:pt x="4526" y="9656"/>
                </a:lnTo>
                <a:lnTo>
                  <a:pt x="4627" y="9849"/>
                </a:lnTo>
                <a:lnTo>
                  <a:pt x="4715" y="10081"/>
                </a:lnTo>
                <a:lnTo>
                  <a:pt x="4803" y="10274"/>
                </a:lnTo>
                <a:lnTo>
                  <a:pt x="4903" y="10505"/>
                </a:lnTo>
                <a:lnTo>
                  <a:pt x="5029" y="10737"/>
                </a:lnTo>
                <a:lnTo>
                  <a:pt x="5130" y="10930"/>
                </a:lnTo>
                <a:lnTo>
                  <a:pt x="5218" y="11162"/>
                </a:lnTo>
                <a:lnTo>
                  <a:pt x="5306" y="11342"/>
                </a:lnTo>
                <a:lnTo>
                  <a:pt x="5406" y="11587"/>
                </a:lnTo>
                <a:lnTo>
                  <a:pt x="5545" y="11819"/>
                </a:lnTo>
                <a:lnTo>
                  <a:pt x="5633" y="12012"/>
                </a:lnTo>
                <a:lnTo>
                  <a:pt x="5721" y="12244"/>
                </a:lnTo>
                <a:lnTo>
                  <a:pt x="5809" y="12475"/>
                </a:lnTo>
                <a:lnTo>
                  <a:pt x="5909" y="12668"/>
                </a:lnTo>
                <a:lnTo>
                  <a:pt x="6048" y="12900"/>
                </a:lnTo>
                <a:lnTo>
                  <a:pt x="6136" y="13080"/>
                </a:lnTo>
                <a:lnTo>
                  <a:pt x="6224" y="13325"/>
                </a:lnTo>
                <a:lnTo>
                  <a:pt x="6312" y="13557"/>
                </a:lnTo>
                <a:lnTo>
                  <a:pt x="6412" y="13737"/>
                </a:lnTo>
                <a:lnTo>
                  <a:pt x="6551" y="13982"/>
                </a:lnTo>
                <a:lnTo>
                  <a:pt x="6639" y="14213"/>
                </a:lnTo>
                <a:lnTo>
                  <a:pt x="6727" y="14394"/>
                </a:lnTo>
                <a:lnTo>
                  <a:pt x="6815" y="14638"/>
                </a:lnTo>
                <a:lnTo>
                  <a:pt x="6915" y="14819"/>
                </a:lnTo>
                <a:lnTo>
                  <a:pt x="7054" y="15050"/>
                </a:lnTo>
                <a:lnTo>
                  <a:pt x="7142" y="15295"/>
                </a:lnTo>
                <a:lnTo>
                  <a:pt x="7230" y="15475"/>
                </a:lnTo>
                <a:lnTo>
                  <a:pt x="7318" y="15707"/>
                </a:lnTo>
                <a:lnTo>
                  <a:pt x="7418" y="15952"/>
                </a:lnTo>
                <a:lnTo>
                  <a:pt x="7557" y="16132"/>
                </a:lnTo>
                <a:lnTo>
                  <a:pt x="7645" y="16364"/>
                </a:lnTo>
                <a:lnTo>
                  <a:pt x="7733" y="16608"/>
                </a:lnTo>
                <a:lnTo>
                  <a:pt x="7821" y="16788"/>
                </a:lnTo>
                <a:lnTo>
                  <a:pt x="7921" y="17020"/>
                </a:lnTo>
                <a:lnTo>
                  <a:pt x="8060" y="17265"/>
                </a:lnTo>
                <a:lnTo>
                  <a:pt x="8148" y="17445"/>
                </a:lnTo>
                <a:lnTo>
                  <a:pt x="8236" y="17677"/>
                </a:lnTo>
                <a:lnTo>
                  <a:pt x="8336" y="17921"/>
                </a:lnTo>
                <a:lnTo>
                  <a:pt x="8424" y="18102"/>
                </a:lnTo>
                <a:lnTo>
                  <a:pt x="8563" y="18346"/>
                </a:lnTo>
                <a:lnTo>
                  <a:pt x="8651" y="18578"/>
                </a:lnTo>
                <a:lnTo>
                  <a:pt x="8739" y="18758"/>
                </a:lnTo>
                <a:lnTo>
                  <a:pt x="8839" y="19003"/>
                </a:lnTo>
                <a:lnTo>
                  <a:pt x="8927" y="19235"/>
                </a:lnTo>
                <a:lnTo>
                  <a:pt x="9066" y="19415"/>
                </a:lnTo>
                <a:lnTo>
                  <a:pt x="9154" y="19660"/>
                </a:lnTo>
                <a:lnTo>
                  <a:pt x="9242" y="19891"/>
                </a:lnTo>
                <a:lnTo>
                  <a:pt x="9342" y="20072"/>
                </a:lnTo>
                <a:lnTo>
                  <a:pt x="9430" y="20316"/>
                </a:lnTo>
                <a:lnTo>
                  <a:pt x="9568" y="20548"/>
                </a:lnTo>
                <a:lnTo>
                  <a:pt x="9657" y="20728"/>
                </a:lnTo>
                <a:lnTo>
                  <a:pt x="9745" y="20973"/>
                </a:lnTo>
                <a:lnTo>
                  <a:pt x="9845" y="21205"/>
                </a:lnTo>
                <a:lnTo>
                  <a:pt x="9933" y="21385"/>
                </a:lnTo>
                <a:lnTo>
                  <a:pt x="10071" y="21629"/>
                </a:lnTo>
                <a:lnTo>
                  <a:pt x="10159" y="21861"/>
                </a:lnTo>
                <a:lnTo>
                  <a:pt x="10247" y="22041"/>
                </a:lnTo>
                <a:lnTo>
                  <a:pt x="10348" y="22286"/>
                </a:lnTo>
                <a:lnTo>
                  <a:pt x="10436" y="22518"/>
                </a:lnTo>
                <a:lnTo>
                  <a:pt x="10574" y="22698"/>
                </a:lnTo>
                <a:lnTo>
                  <a:pt x="10662" y="22943"/>
                </a:lnTo>
                <a:lnTo>
                  <a:pt x="10750" y="23174"/>
                </a:lnTo>
                <a:lnTo>
                  <a:pt x="10851" y="23406"/>
                </a:lnTo>
                <a:lnTo>
                  <a:pt x="10939" y="23599"/>
                </a:lnTo>
                <a:lnTo>
                  <a:pt x="11077" y="23831"/>
                </a:lnTo>
                <a:lnTo>
                  <a:pt x="11165" y="24063"/>
                </a:lnTo>
                <a:lnTo>
                  <a:pt x="11253" y="24256"/>
                </a:lnTo>
                <a:lnTo>
                  <a:pt x="11354" y="24488"/>
                </a:lnTo>
                <a:lnTo>
                  <a:pt x="11442" y="24719"/>
                </a:lnTo>
                <a:lnTo>
                  <a:pt x="11580" y="24913"/>
                </a:lnTo>
                <a:lnTo>
                  <a:pt x="11668" y="25144"/>
                </a:lnTo>
                <a:lnTo>
                  <a:pt x="11769" y="25376"/>
                </a:lnTo>
                <a:lnTo>
                  <a:pt x="11857" y="25608"/>
                </a:lnTo>
                <a:lnTo>
                  <a:pt x="11945" y="25801"/>
                </a:lnTo>
                <a:lnTo>
                  <a:pt x="12083" y="26033"/>
                </a:lnTo>
                <a:lnTo>
                  <a:pt x="12171" y="26264"/>
                </a:lnTo>
                <a:lnTo>
                  <a:pt x="12272" y="26458"/>
                </a:lnTo>
                <a:lnTo>
                  <a:pt x="12360" y="26689"/>
                </a:lnTo>
                <a:lnTo>
                  <a:pt x="12448" y="26921"/>
                </a:lnTo>
                <a:lnTo>
                  <a:pt x="12586" y="27166"/>
                </a:lnTo>
                <a:lnTo>
                  <a:pt x="12674" y="27346"/>
                </a:lnTo>
                <a:lnTo>
                  <a:pt x="12775" y="27578"/>
                </a:lnTo>
                <a:lnTo>
                  <a:pt x="12863" y="27822"/>
                </a:lnTo>
                <a:lnTo>
                  <a:pt x="12951" y="28054"/>
                </a:lnTo>
                <a:lnTo>
                  <a:pt x="13089" y="28234"/>
                </a:lnTo>
                <a:lnTo>
                  <a:pt x="13177" y="28479"/>
                </a:lnTo>
                <a:lnTo>
                  <a:pt x="13278" y="28711"/>
                </a:lnTo>
                <a:lnTo>
                  <a:pt x="13366" y="28904"/>
                </a:lnTo>
                <a:lnTo>
                  <a:pt x="13454" y="29136"/>
                </a:lnTo>
                <a:lnTo>
                  <a:pt x="13592" y="29367"/>
                </a:lnTo>
                <a:lnTo>
                  <a:pt x="13680" y="29599"/>
                </a:lnTo>
                <a:lnTo>
                  <a:pt x="13781" y="29792"/>
                </a:lnTo>
                <a:lnTo>
                  <a:pt x="13869" y="30024"/>
                </a:lnTo>
                <a:lnTo>
                  <a:pt x="13957" y="30256"/>
                </a:lnTo>
                <a:lnTo>
                  <a:pt x="14095" y="30487"/>
                </a:lnTo>
                <a:lnTo>
                  <a:pt x="14183" y="30681"/>
                </a:lnTo>
                <a:lnTo>
                  <a:pt x="14284" y="30912"/>
                </a:lnTo>
                <a:lnTo>
                  <a:pt x="14372" y="31144"/>
                </a:lnTo>
                <a:lnTo>
                  <a:pt x="14460" y="31389"/>
                </a:lnTo>
                <a:lnTo>
                  <a:pt x="14598" y="31569"/>
                </a:lnTo>
                <a:lnTo>
                  <a:pt x="14686" y="31801"/>
                </a:lnTo>
                <a:lnTo>
                  <a:pt x="14787" y="32045"/>
                </a:lnTo>
                <a:lnTo>
                  <a:pt x="14875" y="32277"/>
                </a:lnTo>
                <a:lnTo>
                  <a:pt x="14963" y="32457"/>
                </a:lnTo>
                <a:lnTo>
                  <a:pt x="15101" y="32702"/>
                </a:lnTo>
                <a:lnTo>
                  <a:pt x="15189" y="32934"/>
                </a:lnTo>
                <a:lnTo>
                  <a:pt x="15290" y="33165"/>
                </a:lnTo>
                <a:lnTo>
                  <a:pt x="15378" y="33359"/>
                </a:lnTo>
                <a:lnTo>
                  <a:pt x="15466" y="33590"/>
                </a:lnTo>
                <a:lnTo>
                  <a:pt x="15604" y="33822"/>
                </a:lnTo>
                <a:lnTo>
                  <a:pt x="15705" y="34054"/>
                </a:lnTo>
                <a:lnTo>
                  <a:pt x="15793" y="34298"/>
                </a:lnTo>
                <a:lnTo>
                  <a:pt x="15881" y="34479"/>
                </a:lnTo>
                <a:lnTo>
                  <a:pt x="15969" y="34710"/>
                </a:lnTo>
                <a:lnTo>
                  <a:pt x="16107" y="34955"/>
                </a:lnTo>
                <a:lnTo>
                  <a:pt x="16208" y="35187"/>
                </a:lnTo>
                <a:lnTo>
                  <a:pt x="16296" y="35367"/>
                </a:lnTo>
                <a:lnTo>
                  <a:pt x="16384" y="35612"/>
                </a:lnTo>
                <a:lnTo>
                  <a:pt x="16472" y="35843"/>
                </a:lnTo>
                <a:lnTo>
                  <a:pt x="16610" y="36075"/>
                </a:lnTo>
                <a:lnTo>
                  <a:pt x="16711" y="36268"/>
                </a:lnTo>
                <a:lnTo>
                  <a:pt x="16799" y="36500"/>
                </a:lnTo>
                <a:lnTo>
                  <a:pt x="16887" y="36732"/>
                </a:lnTo>
                <a:lnTo>
                  <a:pt x="16975" y="36964"/>
                </a:lnTo>
                <a:lnTo>
                  <a:pt x="17113" y="37208"/>
                </a:lnTo>
                <a:lnTo>
                  <a:pt x="17214" y="37388"/>
                </a:lnTo>
                <a:lnTo>
                  <a:pt x="17302" y="37620"/>
                </a:lnTo>
                <a:lnTo>
                  <a:pt x="17390" y="37865"/>
                </a:lnTo>
                <a:lnTo>
                  <a:pt x="17478" y="38097"/>
                </a:lnTo>
                <a:lnTo>
                  <a:pt x="17616" y="38328"/>
                </a:lnTo>
                <a:lnTo>
                  <a:pt x="17717" y="38521"/>
                </a:lnTo>
                <a:lnTo>
                  <a:pt x="17805" y="38753"/>
                </a:lnTo>
                <a:lnTo>
                  <a:pt x="17893" y="38985"/>
                </a:lnTo>
                <a:lnTo>
                  <a:pt x="17993" y="39217"/>
                </a:lnTo>
                <a:lnTo>
                  <a:pt x="18119" y="39461"/>
                </a:lnTo>
                <a:lnTo>
                  <a:pt x="18220" y="39642"/>
                </a:lnTo>
                <a:lnTo>
                  <a:pt x="18308" y="39873"/>
                </a:lnTo>
                <a:lnTo>
                  <a:pt x="18396" y="40118"/>
                </a:lnTo>
                <a:lnTo>
                  <a:pt x="18496" y="40350"/>
                </a:lnTo>
                <a:lnTo>
                  <a:pt x="18622" y="40581"/>
                </a:lnTo>
                <a:lnTo>
                  <a:pt x="18723" y="40775"/>
                </a:lnTo>
                <a:lnTo>
                  <a:pt x="18811" y="41006"/>
                </a:lnTo>
                <a:lnTo>
                  <a:pt x="18899" y="41238"/>
                </a:lnTo>
                <a:lnTo>
                  <a:pt x="18999" y="41470"/>
                </a:lnTo>
                <a:lnTo>
                  <a:pt x="19137" y="41702"/>
                </a:lnTo>
                <a:lnTo>
                  <a:pt x="19225" y="41895"/>
                </a:lnTo>
                <a:lnTo>
                  <a:pt x="19314" y="42126"/>
                </a:lnTo>
                <a:lnTo>
                  <a:pt x="19402" y="42358"/>
                </a:lnTo>
                <a:lnTo>
                  <a:pt x="19502" y="42603"/>
                </a:lnTo>
                <a:lnTo>
                  <a:pt x="19640" y="42835"/>
                </a:lnTo>
                <a:lnTo>
                  <a:pt x="19728" y="43066"/>
                </a:lnTo>
                <a:lnTo>
                  <a:pt x="19816" y="43259"/>
                </a:lnTo>
                <a:lnTo>
                  <a:pt x="19904" y="43491"/>
                </a:lnTo>
                <a:lnTo>
                  <a:pt x="20005" y="43723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257918" y="4000972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0"/>
                </a:moveTo>
                <a:lnTo>
                  <a:pt x="138" y="231"/>
                </a:lnTo>
                <a:lnTo>
                  <a:pt x="226" y="476"/>
                </a:lnTo>
                <a:lnTo>
                  <a:pt x="314" y="656"/>
                </a:lnTo>
                <a:lnTo>
                  <a:pt x="402" y="888"/>
                </a:lnTo>
                <a:lnTo>
                  <a:pt x="502" y="1132"/>
                </a:lnTo>
                <a:lnTo>
                  <a:pt x="641" y="1364"/>
                </a:lnTo>
                <a:lnTo>
                  <a:pt x="729" y="1596"/>
                </a:lnTo>
                <a:lnTo>
                  <a:pt x="817" y="1828"/>
                </a:lnTo>
                <a:lnTo>
                  <a:pt x="905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29"/>
                </a:lnTo>
                <a:lnTo>
                  <a:pt x="1320" y="2961"/>
                </a:lnTo>
                <a:lnTo>
                  <a:pt x="1408" y="3192"/>
                </a:lnTo>
                <a:lnTo>
                  <a:pt x="1508" y="3424"/>
                </a:lnTo>
                <a:lnTo>
                  <a:pt x="1647" y="3617"/>
                </a:lnTo>
                <a:lnTo>
                  <a:pt x="1735" y="3849"/>
                </a:lnTo>
                <a:lnTo>
                  <a:pt x="1823" y="4081"/>
                </a:lnTo>
                <a:lnTo>
                  <a:pt x="1923" y="4313"/>
                </a:lnTo>
                <a:lnTo>
                  <a:pt x="2011" y="4557"/>
                </a:lnTo>
                <a:lnTo>
                  <a:pt x="2150" y="4789"/>
                </a:lnTo>
                <a:lnTo>
                  <a:pt x="2238" y="4969"/>
                </a:lnTo>
                <a:lnTo>
                  <a:pt x="2326" y="5214"/>
                </a:lnTo>
                <a:lnTo>
                  <a:pt x="2426" y="5446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54"/>
                </a:lnTo>
                <a:lnTo>
                  <a:pt x="2829" y="6385"/>
                </a:lnTo>
                <a:lnTo>
                  <a:pt x="2929" y="6566"/>
                </a:lnTo>
                <a:lnTo>
                  <a:pt x="3017" y="6810"/>
                </a:lnTo>
                <a:lnTo>
                  <a:pt x="3156" y="7042"/>
                </a:lnTo>
                <a:lnTo>
                  <a:pt x="3244" y="7274"/>
                </a:lnTo>
                <a:lnTo>
                  <a:pt x="3332" y="7506"/>
                </a:lnTo>
                <a:lnTo>
                  <a:pt x="3432" y="7737"/>
                </a:lnTo>
                <a:lnTo>
                  <a:pt x="3520" y="7982"/>
                </a:lnTo>
                <a:lnTo>
                  <a:pt x="3659" y="8214"/>
                </a:lnTo>
                <a:lnTo>
                  <a:pt x="3747" y="8407"/>
                </a:lnTo>
                <a:lnTo>
                  <a:pt x="3835" y="8639"/>
                </a:lnTo>
                <a:lnTo>
                  <a:pt x="3935" y="8870"/>
                </a:lnTo>
                <a:lnTo>
                  <a:pt x="4023" y="9102"/>
                </a:lnTo>
                <a:lnTo>
                  <a:pt x="4162" y="9334"/>
                </a:lnTo>
                <a:lnTo>
                  <a:pt x="4250" y="9578"/>
                </a:lnTo>
                <a:lnTo>
                  <a:pt x="4338" y="9810"/>
                </a:lnTo>
                <a:lnTo>
                  <a:pt x="4438" y="10042"/>
                </a:lnTo>
                <a:lnTo>
                  <a:pt x="4526" y="10235"/>
                </a:lnTo>
                <a:lnTo>
                  <a:pt x="4665" y="10467"/>
                </a:lnTo>
                <a:lnTo>
                  <a:pt x="4753" y="10699"/>
                </a:lnTo>
                <a:lnTo>
                  <a:pt x="4841" y="10930"/>
                </a:lnTo>
                <a:lnTo>
                  <a:pt x="4941" y="11175"/>
                </a:lnTo>
                <a:lnTo>
                  <a:pt x="5029" y="11407"/>
                </a:lnTo>
                <a:lnTo>
                  <a:pt x="5168" y="11638"/>
                </a:lnTo>
                <a:lnTo>
                  <a:pt x="5256" y="11870"/>
                </a:lnTo>
                <a:lnTo>
                  <a:pt x="5356" y="12102"/>
                </a:lnTo>
                <a:lnTo>
                  <a:pt x="5444" y="12295"/>
                </a:lnTo>
                <a:lnTo>
                  <a:pt x="5532" y="12527"/>
                </a:lnTo>
                <a:lnTo>
                  <a:pt x="5670" y="12759"/>
                </a:lnTo>
                <a:lnTo>
                  <a:pt x="5758" y="13003"/>
                </a:lnTo>
                <a:lnTo>
                  <a:pt x="5859" y="13235"/>
                </a:lnTo>
                <a:lnTo>
                  <a:pt x="5947" y="13467"/>
                </a:lnTo>
                <a:lnTo>
                  <a:pt x="6035" y="13698"/>
                </a:lnTo>
                <a:lnTo>
                  <a:pt x="6173" y="13943"/>
                </a:lnTo>
                <a:lnTo>
                  <a:pt x="6261" y="14175"/>
                </a:lnTo>
                <a:lnTo>
                  <a:pt x="6362" y="14355"/>
                </a:lnTo>
                <a:lnTo>
                  <a:pt x="6450" y="14600"/>
                </a:lnTo>
                <a:lnTo>
                  <a:pt x="6538" y="14831"/>
                </a:lnTo>
                <a:lnTo>
                  <a:pt x="6676" y="15063"/>
                </a:lnTo>
                <a:lnTo>
                  <a:pt x="6764" y="15295"/>
                </a:lnTo>
                <a:lnTo>
                  <a:pt x="6865" y="15527"/>
                </a:lnTo>
                <a:lnTo>
                  <a:pt x="6953" y="15771"/>
                </a:lnTo>
                <a:lnTo>
                  <a:pt x="7041" y="16003"/>
                </a:lnTo>
                <a:lnTo>
                  <a:pt x="7179" y="16235"/>
                </a:lnTo>
                <a:lnTo>
                  <a:pt x="7267" y="16467"/>
                </a:lnTo>
                <a:lnTo>
                  <a:pt x="7368" y="16711"/>
                </a:lnTo>
                <a:lnTo>
                  <a:pt x="7456" y="16891"/>
                </a:lnTo>
                <a:lnTo>
                  <a:pt x="7544" y="17123"/>
                </a:lnTo>
                <a:lnTo>
                  <a:pt x="7682" y="17368"/>
                </a:lnTo>
                <a:lnTo>
                  <a:pt x="7770" y="17600"/>
                </a:lnTo>
                <a:lnTo>
                  <a:pt x="7871" y="17831"/>
                </a:lnTo>
                <a:lnTo>
                  <a:pt x="7959" y="18063"/>
                </a:lnTo>
                <a:lnTo>
                  <a:pt x="8047" y="18295"/>
                </a:lnTo>
                <a:lnTo>
                  <a:pt x="8185" y="18539"/>
                </a:lnTo>
                <a:lnTo>
                  <a:pt x="8273" y="18771"/>
                </a:lnTo>
                <a:lnTo>
                  <a:pt x="8374" y="19003"/>
                </a:lnTo>
                <a:lnTo>
                  <a:pt x="8462" y="19235"/>
                </a:lnTo>
                <a:lnTo>
                  <a:pt x="8550" y="19479"/>
                </a:lnTo>
                <a:lnTo>
                  <a:pt x="8688" y="19711"/>
                </a:lnTo>
                <a:lnTo>
                  <a:pt x="8776" y="19943"/>
                </a:lnTo>
                <a:lnTo>
                  <a:pt x="8877" y="20136"/>
                </a:lnTo>
                <a:lnTo>
                  <a:pt x="8965" y="20368"/>
                </a:lnTo>
                <a:lnTo>
                  <a:pt x="9053" y="20599"/>
                </a:lnTo>
                <a:lnTo>
                  <a:pt x="9191" y="20831"/>
                </a:lnTo>
                <a:lnTo>
                  <a:pt x="9292" y="21076"/>
                </a:lnTo>
                <a:lnTo>
                  <a:pt x="9380" y="21308"/>
                </a:lnTo>
                <a:lnTo>
                  <a:pt x="9468" y="21539"/>
                </a:lnTo>
                <a:lnTo>
                  <a:pt x="9556" y="21771"/>
                </a:lnTo>
                <a:lnTo>
                  <a:pt x="9694" y="22003"/>
                </a:lnTo>
                <a:lnTo>
                  <a:pt x="9795" y="22247"/>
                </a:lnTo>
                <a:lnTo>
                  <a:pt x="9883" y="22479"/>
                </a:lnTo>
                <a:lnTo>
                  <a:pt x="9971" y="22711"/>
                </a:lnTo>
                <a:lnTo>
                  <a:pt x="10059" y="22943"/>
                </a:lnTo>
                <a:lnTo>
                  <a:pt x="10197" y="23187"/>
                </a:lnTo>
                <a:lnTo>
                  <a:pt x="10298" y="23419"/>
                </a:lnTo>
                <a:lnTo>
                  <a:pt x="10386" y="23651"/>
                </a:lnTo>
                <a:lnTo>
                  <a:pt x="10474" y="23883"/>
                </a:lnTo>
                <a:lnTo>
                  <a:pt x="10562" y="24076"/>
                </a:lnTo>
                <a:lnTo>
                  <a:pt x="10700" y="24307"/>
                </a:lnTo>
                <a:lnTo>
                  <a:pt x="10801" y="24539"/>
                </a:lnTo>
                <a:lnTo>
                  <a:pt x="10889" y="24771"/>
                </a:lnTo>
                <a:lnTo>
                  <a:pt x="10977" y="25016"/>
                </a:lnTo>
                <a:lnTo>
                  <a:pt x="11065" y="25247"/>
                </a:lnTo>
                <a:lnTo>
                  <a:pt x="11203" y="25479"/>
                </a:lnTo>
                <a:lnTo>
                  <a:pt x="11304" y="25711"/>
                </a:lnTo>
                <a:lnTo>
                  <a:pt x="11392" y="25955"/>
                </a:lnTo>
                <a:lnTo>
                  <a:pt x="11480" y="26187"/>
                </a:lnTo>
                <a:lnTo>
                  <a:pt x="11580" y="26419"/>
                </a:lnTo>
                <a:lnTo>
                  <a:pt x="11706" y="26651"/>
                </a:lnTo>
                <a:lnTo>
                  <a:pt x="11807" y="26882"/>
                </a:lnTo>
                <a:lnTo>
                  <a:pt x="11895" y="27127"/>
                </a:lnTo>
                <a:lnTo>
                  <a:pt x="11983" y="27359"/>
                </a:lnTo>
                <a:lnTo>
                  <a:pt x="12083" y="27591"/>
                </a:lnTo>
                <a:lnTo>
                  <a:pt x="12209" y="27822"/>
                </a:lnTo>
                <a:lnTo>
                  <a:pt x="12310" y="28067"/>
                </a:lnTo>
                <a:lnTo>
                  <a:pt x="12398" y="28299"/>
                </a:lnTo>
                <a:lnTo>
                  <a:pt x="12486" y="28530"/>
                </a:lnTo>
                <a:lnTo>
                  <a:pt x="12586" y="28762"/>
                </a:lnTo>
                <a:lnTo>
                  <a:pt x="12712" y="28994"/>
                </a:lnTo>
                <a:lnTo>
                  <a:pt x="12813" y="29239"/>
                </a:lnTo>
                <a:lnTo>
                  <a:pt x="12901" y="29470"/>
                </a:lnTo>
                <a:lnTo>
                  <a:pt x="12989" y="29702"/>
                </a:lnTo>
                <a:lnTo>
                  <a:pt x="13089" y="29934"/>
                </a:lnTo>
                <a:lnTo>
                  <a:pt x="13228" y="30178"/>
                </a:lnTo>
                <a:lnTo>
                  <a:pt x="13316" y="30410"/>
                </a:lnTo>
                <a:lnTo>
                  <a:pt x="13404" y="30642"/>
                </a:lnTo>
                <a:lnTo>
                  <a:pt x="13492" y="30874"/>
                </a:lnTo>
                <a:lnTo>
                  <a:pt x="13592" y="31067"/>
                </a:lnTo>
                <a:lnTo>
                  <a:pt x="13731" y="31299"/>
                </a:lnTo>
                <a:lnTo>
                  <a:pt x="13819" y="31530"/>
                </a:lnTo>
                <a:lnTo>
                  <a:pt x="13907" y="31762"/>
                </a:lnTo>
                <a:lnTo>
                  <a:pt x="13995" y="32007"/>
                </a:lnTo>
                <a:lnTo>
                  <a:pt x="14095" y="32238"/>
                </a:lnTo>
                <a:lnTo>
                  <a:pt x="14234" y="32470"/>
                </a:lnTo>
                <a:lnTo>
                  <a:pt x="14322" y="32702"/>
                </a:lnTo>
                <a:lnTo>
                  <a:pt x="14410" y="32947"/>
                </a:lnTo>
                <a:lnTo>
                  <a:pt x="14498" y="33178"/>
                </a:lnTo>
                <a:lnTo>
                  <a:pt x="14598" y="33410"/>
                </a:lnTo>
                <a:lnTo>
                  <a:pt x="14736" y="33642"/>
                </a:lnTo>
                <a:lnTo>
                  <a:pt x="14825" y="33874"/>
                </a:lnTo>
                <a:lnTo>
                  <a:pt x="14913" y="34118"/>
                </a:lnTo>
                <a:lnTo>
                  <a:pt x="15001" y="34350"/>
                </a:lnTo>
                <a:lnTo>
                  <a:pt x="15101" y="34582"/>
                </a:lnTo>
                <a:lnTo>
                  <a:pt x="15239" y="34813"/>
                </a:lnTo>
                <a:lnTo>
                  <a:pt x="15327" y="35058"/>
                </a:lnTo>
                <a:lnTo>
                  <a:pt x="15415" y="35290"/>
                </a:lnTo>
                <a:lnTo>
                  <a:pt x="15516" y="35522"/>
                </a:lnTo>
                <a:lnTo>
                  <a:pt x="15604" y="35753"/>
                </a:lnTo>
                <a:lnTo>
                  <a:pt x="15742" y="35985"/>
                </a:lnTo>
                <a:lnTo>
                  <a:pt x="15830" y="36230"/>
                </a:lnTo>
                <a:lnTo>
                  <a:pt x="15918" y="36461"/>
                </a:lnTo>
                <a:lnTo>
                  <a:pt x="16019" y="36693"/>
                </a:lnTo>
                <a:lnTo>
                  <a:pt x="16107" y="36925"/>
                </a:lnTo>
                <a:lnTo>
                  <a:pt x="16245" y="37170"/>
                </a:lnTo>
                <a:lnTo>
                  <a:pt x="16333" y="37401"/>
                </a:lnTo>
                <a:lnTo>
                  <a:pt x="16421" y="37633"/>
                </a:lnTo>
                <a:lnTo>
                  <a:pt x="16522" y="37865"/>
                </a:lnTo>
                <a:lnTo>
                  <a:pt x="16610" y="38097"/>
                </a:lnTo>
                <a:lnTo>
                  <a:pt x="16748" y="38341"/>
                </a:lnTo>
                <a:lnTo>
                  <a:pt x="16836" y="38573"/>
                </a:lnTo>
                <a:lnTo>
                  <a:pt x="16924" y="38856"/>
                </a:lnTo>
                <a:lnTo>
                  <a:pt x="17025" y="39088"/>
                </a:lnTo>
                <a:lnTo>
                  <a:pt x="17113" y="39320"/>
                </a:lnTo>
                <a:lnTo>
                  <a:pt x="17251" y="39551"/>
                </a:lnTo>
                <a:lnTo>
                  <a:pt x="17339" y="39796"/>
                </a:lnTo>
                <a:lnTo>
                  <a:pt x="17427" y="40028"/>
                </a:lnTo>
                <a:lnTo>
                  <a:pt x="17528" y="40260"/>
                </a:lnTo>
                <a:lnTo>
                  <a:pt x="17616" y="40491"/>
                </a:lnTo>
                <a:lnTo>
                  <a:pt x="17754" y="40736"/>
                </a:lnTo>
                <a:lnTo>
                  <a:pt x="17842" y="40968"/>
                </a:lnTo>
                <a:lnTo>
                  <a:pt x="17930" y="41199"/>
                </a:lnTo>
                <a:lnTo>
                  <a:pt x="18031" y="41431"/>
                </a:lnTo>
                <a:lnTo>
                  <a:pt x="18119" y="41663"/>
                </a:lnTo>
                <a:lnTo>
                  <a:pt x="18257" y="41908"/>
                </a:lnTo>
                <a:lnTo>
                  <a:pt x="18345" y="42139"/>
                </a:lnTo>
                <a:lnTo>
                  <a:pt x="18433" y="42371"/>
                </a:lnTo>
                <a:lnTo>
                  <a:pt x="18534" y="42603"/>
                </a:lnTo>
                <a:lnTo>
                  <a:pt x="18622" y="42847"/>
                </a:lnTo>
                <a:lnTo>
                  <a:pt x="18760" y="43079"/>
                </a:lnTo>
                <a:lnTo>
                  <a:pt x="18848" y="43311"/>
                </a:lnTo>
                <a:lnTo>
                  <a:pt x="18936" y="43543"/>
                </a:lnTo>
                <a:lnTo>
                  <a:pt x="19037" y="43774"/>
                </a:lnTo>
                <a:lnTo>
                  <a:pt x="19125" y="44019"/>
                </a:lnTo>
                <a:lnTo>
                  <a:pt x="19263" y="44251"/>
                </a:lnTo>
                <a:lnTo>
                  <a:pt x="19351" y="44483"/>
                </a:lnTo>
                <a:lnTo>
                  <a:pt x="19452" y="44714"/>
                </a:lnTo>
                <a:lnTo>
                  <a:pt x="19540" y="44959"/>
                </a:lnTo>
                <a:lnTo>
                  <a:pt x="19678" y="45191"/>
                </a:lnTo>
                <a:lnTo>
                  <a:pt x="19766" y="45422"/>
                </a:lnTo>
                <a:lnTo>
                  <a:pt x="19854" y="45654"/>
                </a:lnTo>
                <a:lnTo>
                  <a:pt x="19955" y="45886"/>
                </a:lnTo>
                <a:lnTo>
                  <a:pt x="20043" y="461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277962" y="4047103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0"/>
                </a:moveTo>
                <a:lnTo>
                  <a:pt x="138" y="283"/>
                </a:lnTo>
                <a:lnTo>
                  <a:pt x="226" y="514"/>
                </a:lnTo>
                <a:lnTo>
                  <a:pt x="314" y="746"/>
                </a:lnTo>
                <a:lnTo>
                  <a:pt x="414" y="978"/>
                </a:lnTo>
                <a:lnTo>
                  <a:pt x="502" y="1210"/>
                </a:lnTo>
                <a:lnTo>
                  <a:pt x="641" y="1454"/>
                </a:lnTo>
                <a:lnTo>
                  <a:pt x="729" y="1686"/>
                </a:lnTo>
                <a:lnTo>
                  <a:pt x="817" y="1918"/>
                </a:lnTo>
                <a:lnTo>
                  <a:pt x="917" y="2150"/>
                </a:lnTo>
                <a:lnTo>
                  <a:pt x="1005" y="2394"/>
                </a:lnTo>
                <a:lnTo>
                  <a:pt x="1144" y="2626"/>
                </a:lnTo>
                <a:lnTo>
                  <a:pt x="1232" y="2858"/>
                </a:lnTo>
                <a:lnTo>
                  <a:pt x="1320" y="3089"/>
                </a:lnTo>
                <a:lnTo>
                  <a:pt x="1420" y="3321"/>
                </a:lnTo>
                <a:lnTo>
                  <a:pt x="1508" y="3566"/>
                </a:lnTo>
                <a:lnTo>
                  <a:pt x="1647" y="3798"/>
                </a:lnTo>
                <a:lnTo>
                  <a:pt x="1735" y="4029"/>
                </a:lnTo>
                <a:lnTo>
                  <a:pt x="1823" y="4261"/>
                </a:lnTo>
                <a:lnTo>
                  <a:pt x="1923" y="4544"/>
                </a:lnTo>
                <a:lnTo>
                  <a:pt x="2011" y="4776"/>
                </a:lnTo>
                <a:lnTo>
                  <a:pt x="2150" y="5021"/>
                </a:lnTo>
                <a:lnTo>
                  <a:pt x="2238" y="5252"/>
                </a:lnTo>
                <a:lnTo>
                  <a:pt x="2326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53" y="6192"/>
                </a:lnTo>
                <a:lnTo>
                  <a:pt x="2741" y="6424"/>
                </a:lnTo>
                <a:lnTo>
                  <a:pt x="2841" y="6656"/>
                </a:lnTo>
                <a:lnTo>
                  <a:pt x="2929" y="6888"/>
                </a:lnTo>
                <a:lnTo>
                  <a:pt x="3017" y="7132"/>
                </a:lnTo>
                <a:lnTo>
                  <a:pt x="3156" y="7364"/>
                </a:lnTo>
                <a:lnTo>
                  <a:pt x="3244" y="7596"/>
                </a:lnTo>
                <a:lnTo>
                  <a:pt x="3344" y="7879"/>
                </a:lnTo>
                <a:lnTo>
                  <a:pt x="3432" y="8111"/>
                </a:lnTo>
                <a:lnTo>
                  <a:pt x="3520" y="8342"/>
                </a:lnTo>
                <a:lnTo>
                  <a:pt x="3659" y="8587"/>
                </a:lnTo>
                <a:lnTo>
                  <a:pt x="3747" y="8819"/>
                </a:lnTo>
                <a:lnTo>
                  <a:pt x="3847" y="9051"/>
                </a:lnTo>
                <a:lnTo>
                  <a:pt x="3935" y="9282"/>
                </a:lnTo>
                <a:lnTo>
                  <a:pt x="4023" y="9514"/>
                </a:lnTo>
                <a:lnTo>
                  <a:pt x="4162" y="9759"/>
                </a:lnTo>
                <a:lnTo>
                  <a:pt x="4250" y="9990"/>
                </a:lnTo>
                <a:lnTo>
                  <a:pt x="4350" y="10222"/>
                </a:lnTo>
                <a:lnTo>
                  <a:pt x="4438" y="10454"/>
                </a:lnTo>
                <a:lnTo>
                  <a:pt x="4526" y="10699"/>
                </a:lnTo>
                <a:lnTo>
                  <a:pt x="4665" y="10969"/>
                </a:lnTo>
                <a:lnTo>
                  <a:pt x="4753" y="11214"/>
                </a:lnTo>
                <a:lnTo>
                  <a:pt x="4853" y="11445"/>
                </a:lnTo>
                <a:lnTo>
                  <a:pt x="4941" y="11677"/>
                </a:lnTo>
                <a:lnTo>
                  <a:pt x="5029" y="11909"/>
                </a:lnTo>
                <a:lnTo>
                  <a:pt x="5168" y="12153"/>
                </a:lnTo>
                <a:lnTo>
                  <a:pt x="5256" y="12385"/>
                </a:lnTo>
                <a:lnTo>
                  <a:pt x="5356" y="12617"/>
                </a:lnTo>
                <a:lnTo>
                  <a:pt x="5444" y="12849"/>
                </a:lnTo>
                <a:lnTo>
                  <a:pt x="5532" y="13080"/>
                </a:lnTo>
                <a:lnTo>
                  <a:pt x="5670" y="13325"/>
                </a:lnTo>
                <a:lnTo>
                  <a:pt x="5758" y="13608"/>
                </a:lnTo>
                <a:lnTo>
                  <a:pt x="5859" y="13840"/>
                </a:lnTo>
                <a:lnTo>
                  <a:pt x="5947" y="14072"/>
                </a:lnTo>
                <a:lnTo>
                  <a:pt x="6035" y="14304"/>
                </a:lnTo>
                <a:lnTo>
                  <a:pt x="6173" y="14535"/>
                </a:lnTo>
                <a:lnTo>
                  <a:pt x="6261" y="14780"/>
                </a:lnTo>
                <a:lnTo>
                  <a:pt x="6362" y="15012"/>
                </a:lnTo>
                <a:lnTo>
                  <a:pt x="6450" y="15243"/>
                </a:lnTo>
                <a:lnTo>
                  <a:pt x="6538" y="15475"/>
                </a:lnTo>
                <a:lnTo>
                  <a:pt x="6676" y="15720"/>
                </a:lnTo>
                <a:lnTo>
                  <a:pt x="6777" y="15990"/>
                </a:lnTo>
                <a:lnTo>
                  <a:pt x="6865" y="16235"/>
                </a:lnTo>
                <a:lnTo>
                  <a:pt x="6953" y="16467"/>
                </a:lnTo>
                <a:lnTo>
                  <a:pt x="7041" y="16698"/>
                </a:lnTo>
                <a:lnTo>
                  <a:pt x="7179" y="16930"/>
                </a:lnTo>
                <a:lnTo>
                  <a:pt x="7280" y="17175"/>
                </a:lnTo>
                <a:lnTo>
                  <a:pt x="7368" y="17406"/>
                </a:lnTo>
                <a:lnTo>
                  <a:pt x="7456" y="17638"/>
                </a:lnTo>
                <a:lnTo>
                  <a:pt x="7544" y="17870"/>
                </a:lnTo>
                <a:lnTo>
                  <a:pt x="7682" y="18153"/>
                </a:lnTo>
                <a:lnTo>
                  <a:pt x="7783" y="18385"/>
                </a:lnTo>
                <a:lnTo>
                  <a:pt x="7871" y="18617"/>
                </a:lnTo>
                <a:lnTo>
                  <a:pt x="7959" y="18861"/>
                </a:lnTo>
                <a:lnTo>
                  <a:pt x="8047" y="19093"/>
                </a:lnTo>
                <a:lnTo>
                  <a:pt x="8185" y="19325"/>
                </a:lnTo>
                <a:lnTo>
                  <a:pt x="8286" y="19557"/>
                </a:lnTo>
                <a:lnTo>
                  <a:pt x="8374" y="19801"/>
                </a:lnTo>
                <a:lnTo>
                  <a:pt x="8462" y="20033"/>
                </a:lnTo>
                <a:lnTo>
                  <a:pt x="8550" y="20316"/>
                </a:lnTo>
                <a:lnTo>
                  <a:pt x="8688" y="20548"/>
                </a:lnTo>
                <a:lnTo>
                  <a:pt x="8789" y="20780"/>
                </a:lnTo>
                <a:lnTo>
                  <a:pt x="8877" y="21011"/>
                </a:lnTo>
                <a:lnTo>
                  <a:pt x="8965" y="21256"/>
                </a:lnTo>
                <a:lnTo>
                  <a:pt x="9066" y="21488"/>
                </a:lnTo>
                <a:lnTo>
                  <a:pt x="9191" y="21720"/>
                </a:lnTo>
                <a:lnTo>
                  <a:pt x="9292" y="21951"/>
                </a:lnTo>
                <a:lnTo>
                  <a:pt x="9380" y="22235"/>
                </a:lnTo>
                <a:lnTo>
                  <a:pt x="9468" y="22466"/>
                </a:lnTo>
                <a:lnTo>
                  <a:pt x="9568" y="22711"/>
                </a:lnTo>
                <a:lnTo>
                  <a:pt x="9694" y="22943"/>
                </a:lnTo>
                <a:lnTo>
                  <a:pt x="9795" y="23174"/>
                </a:lnTo>
                <a:lnTo>
                  <a:pt x="9883" y="23406"/>
                </a:lnTo>
                <a:lnTo>
                  <a:pt x="9971" y="23638"/>
                </a:lnTo>
                <a:lnTo>
                  <a:pt x="10071" y="23883"/>
                </a:lnTo>
                <a:lnTo>
                  <a:pt x="10210" y="24166"/>
                </a:lnTo>
                <a:lnTo>
                  <a:pt x="10298" y="24398"/>
                </a:lnTo>
                <a:lnTo>
                  <a:pt x="10386" y="24629"/>
                </a:lnTo>
                <a:lnTo>
                  <a:pt x="10474" y="24861"/>
                </a:lnTo>
                <a:lnTo>
                  <a:pt x="10574" y="25093"/>
                </a:lnTo>
                <a:lnTo>
                  <a:pt x="10713" y="25337"/>
                </a:lnTo>
                <a:lnTo>
                  <a:pt x="10801" y="25569"/>
                </a:lnTo>
                <a:lnTo>
                  <a:pt x="10889" y="25801"/>
                </a:lnTo>
                <a:lnTo>
                  <a:pt x="10977" y="26084"/>
                </a:lnTo>
                <a:lnTo>
                  <a:pt x="11077" y="26316"/>
                </a:lnTo>
                <a:lnTo>
                  <a:pt x="11216" y="26548"/>
                </a:lnTo>
                <a:lnTo>
                  <a:pt x="11304" y="26792"/>
                </a:lnTo>
                <a:lnTo>
                  <a:pt x="11392" y="27024"/>
                </a:lnTo>
                <a:lnTo>
                  <a:pt x="11480" y="27256"/>
                </a:lnTo>
                <a:lnTo>
                  <a:pt x="11580" y="27488"/>
                </a:lnTo>
                <a:lnTo>
                  <a:pt x="11719" y="27771"/>
                </a:lnTo>
                <a:lnTo>
                  <a:pt x="11807" y="28003"/>
                </a:lnTo>
                <a:lnTo>
                  <a:pt x="11895" y="28247"/>
                </a:lnTo>
                <a:lnTo>
                  <a:pt x="11983" y="28479"/>
                </a:lnTo>
                <a:lnTo>
                  <a:pt x="12083" y="28711"/>
                </a:lnTo>
                <a:lnTo>
                  <a:pt x="12222" y="28942"/>
                </a:lnTo>
                <a:lnTo>
                  <a:pt x="12310" y="29174"/>
                </a:lnTo>
                <a:lnTo>
                  <a:pt x="12398" y="29457"/>
                </a:lnTo>
                <a:lnTo>
                  <a:pt x="12486" y="29702"/>
                </a:lnTo>
                <a:lnTo>
                  <a:pt x="12586" y="29934"/>
                </a:lnTo>
                <a:lnTo>
                  <a:pt x="12725" y="30166"/>
                </a:lnTo>
                <a:lnTo>
                  <a:pt x="12813" y="30397"/>
                </a:lnTo>
                <a:lnTo>
                  <a:pt x="12901" y="30629"/>
                </a:lnTo>
                <a:lnTo>
                  <a:pt x="13001" y="30874"/>
                </a:lnTo>
                <a:lnTo>
                  <a:pt x="13089" y="31157"/>
                </a:lnTo>
                <a:lnTo>
                  <a:pt x="13228" y="31389"/>
                </a:lnTo>
                <a:lnTo>
                  <a:pt x="13316" y="31620"/>
                </a:lnTo>
                <a:lnTo>
                  <a:pt x="13404" y="31852"/>
                </a:lnTo>
                <a:lnTo>
                  <a:pt x="13504" y="32084"/>
                </a:lnTo>
                <a:lnTo>
                  <a:pt x="13592" y="32329"/>
                </a:lnTo>
                <a:lnTo>
                  <a:pt x="13731" y="32560"/>
                </a:lnTo>
                <a:lnTo>
                  <a:pt x="13819" y="32844"/>
                </a:lnTo>
                <a:lnTo>
                  <a:pt x="13907" y="33075"/>
                </a:lnTo>
                <a:lnTo>
                  <a:pt x="14007" y="33307"/>
                </a:lnTo>
                <a:lnTo>
                  <a:pt x="14095" y="33539"/>
                </a:lnTo>
                <a:lnTo>
                  <a:pt x="14234" y="33783"/>
                </a:lnTo>
                <a:lnTo>
                  <a:pt x="14322" y="34015"/>
                </a:lnTo>
                <a:lnTo>
                  <a:pt x="14410" y="34298"/>
                </a:lnTo>
                <a:lnTo>
                  <a:pt x="14510" y="34530"/>
                </a:lnTo>
                <a:lnTo>
                  <a:pt x="14598" y="34762"/>
                </a:lnTo>
                <a:lnTo>
                  <a:pt x="14736" y="34994"/>
                </a:lnTo>
                <a:lnTo>
                  <a:pt x="14825" y="35238"/>
                </a:lnTo>
                <a:lnTo>
                  <a:pt x="14913" y="35470"/>
                </a:lnTo>
                <a:lnTo>
                  <a:pt x="15013" y="35702"/>
                </a:lnTo>
                <a:lnTo>
                  <a:pt x="15101" y="35985"/>
                </a:lnTo>
                <a:lnTo>
                  <a:pt x="15239" y="36217"/>
                </a:lnTo>
                <a:lnTo>
                  <a:pt x="15327" y="36449"/>
                </a:lnTo>
                <a:lnTo>
                  <a:pt x="15415" y="36693"/>
                </a:lnTo>
                <a:lnTo>
                  <a:pt x="15516" y="36925"/>
                </a:lnTo>
                <a:lnTo>
                  <a:pt x="15604" y="37157"/>
                </a:lnTo>
                <a:lnTo>
                  <a:pt x="15742" y="37440"/>
                </a:lnTo>
                <a:lnTo>
                  <a:pt x="15830" y="37672"/>
                </a:lnTo>
                <a:lnTo>
                  <a:pt x="15918" y="37903"/>
                </a:lnTo>
                <a:lnTo>
                  <a:pt x="16019" y="38148"/>
                </a:lnTo>
                <a:lnTo>
                  <a:pt x="16107" y="38380"/>
                </a:lnTo>
                <a:lnTo>
                  <a:pt x="16245" y="38612"/>
                </a:lnTo>
                <a:lnTo>
                  <a:pt x="16333" y="38895"/>
                </a:lnTo>
                <a:lnTo>
                  <a:pt x="16434" y="39127"/>
                </a:lnTo>
                <a:lnTo>
                  <a:pt x="16522" y="39358"/>
                </a:lnTo>
                <a:lnTo>
                  <a:pt x="16610" y="39603"/>
                </a:lnTo>
                <a:lnTo>
                  <a:pt x="16748" y="39835"/>
                </a:lnTo>
                <a:lnTo>
                  <a:pt x="16836" y="40066"/>
                </a:lnTo>
                <a:lnTo>
                  <a:pt x="16937" y="40350"/>
                </a:lnTo>
                <a:lnTo>
                  <a:pt x="17025" y="40581"/>
                </a:lnTo>
                <a:lnTo>
                  <a:pt x="17113" y="40813"/>
                </a:lnTo>
                <a:lnTo>
                  <a:pt x="17251" y="41058"/>
                </a:lnTo>
                <a:lnTo>
                  <a:pt x="17339" y="41290"/>
                </a:lnTo>
                <a:lnTo>
                  <a:pt x="17440" y="41573"/>
                </a:lnTo>
                <a:lnTo>
                  <a:pt x="17528" y="41805"/>
                </a:lnTo>
                <a:lnTo>
                  <a:pt x="17616" y="42036"/>
                </a:lnTo>
                <a:lnTo>
                  <a:pt x="17754" y="42268"/>
                </a:lnTo>
                <a:lnTo>
                  <a:pt x="17842" y="42513"/>
                </a:lnTo>
                <a:lnTo>
                  <a:pt x="17943" y="42744"/>
                </a:lnTo>
                <a:lnTo>
                  <a:pt x="18031" y="43028"/>
                </a:lnTo>
                <a:lnTo>
                  <a:pt x="18119" y="43259"/>
                </a:lnTo>
                <a:lnTo>
                  <a:pt x="18257" y="43491"/>
                </a:lnTo>
                <a:lnTo>
                  <a:pt x="18345" y="43723"/>
                </a:lnTo>
                <a:lnTo>
                  <a:pt x="18446" y="43955"/>
                </a:lnTo>
                <a:lnTo>
                  <a:pt x="18534" y="44199"/>
                </a:lnTo>
                <a:lnTo>
                  <a:pt x="18622" y="44483"/>
                </a:lnTo>
                <a:lnTo>
                  <a:pt x="18760" y="44714"/>
                </a:lnTo>
                <a:lnTo>
                  <a:pt x="18848" y="44946"/>
                </a:lnTo>
                <a:lnTo>
                  <a:pt x="18949" y="45178"/>
                </a:lnTo>
                <a:lnTo>
                  <a:pt x="19037" y="45410"/>
                </a:lnTo>
                <a:lnTo>
                  <a:pt x="19125" y="45693"/>
                </a:lnTo>
                <a:lnTo>
                  <a:pt x="19263" y="45937"/>
                </a:lnTo>
                <a:lnTo>
                  <a:pt x="19351" y="46169"/>
                </a:lnTo>
                <a:lnTo>
                  <a:pt x="19452" y="46401"/>
                </a:lnTo>
                <a:lnTo>
                  <a:pt x="19540" y="46633"/>
                </a:lnTo>
                <a:lnTo>
                  <a:pt x="19628" y="46916"/>
                </a:lnTo>
                <a:lnTo>
                  <a:pt x="19766" y="47148"/>
                </a:lnTo>
                <a:lnTo>
                  <a:pt x="19854" y="47392"/>
                </a:lnTo>
                <a:lnTo>
                  <a:pt x="19955" y="47624"/>
                </a:lnTo>
                <a:lnTo>
                  <a:pt x="20043" y="4785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298005" y="4094959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0"/>
                </a:moveTo>
                <a:lnTo>
                  <a:pt x="88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91"/>
                </a:lnTo>
                <a:lnTo>
                  <a:pt x="502" y="1223"/>
                </a:lnTo>
                <a:lnTo>
                  <a:pt x="590" y="1454"/>
                </a:lnTo>
                <a:lnTo>
                  <a:pt x="729" y="1738"/>
                </a:lnTo>
                <a:lnTo>
                  <a:pt x="829" y="1969"/>
                </a:lnTo>
                <a:lnTo>
                  <a:pt x="917" y="2201"/>
                </a:lnTo>
                <a:lnTo>
                  <a:pt x="1005" y="2433"/>
                </a:lnTo>
                <a:lnTo>
                  <a:pt x="1093" y="2677"/>
                </a:lnTo>
                <a:lnTo>
                  <a:pt x="1232" y="2961"/>
                </a:lnTo>
                <a:lnTo>
                  <a:pt x="1332" y="3192"/>
                </a:lnTo>
                <a:lnTo>
                  <a:pt x="1420" y="3424"/>
                </a:lnTo>
                <a:lnTo>
                  <a:pt x="1508" y="3656"/>
                </a:lnTo>
                <a:lnTo>
                  <a:pt x="1596" y="3888"/>
                </a:lnTo>
                <a:lnTo>
                  <a:pt x="1735" y="4171"/>
                </a:lnTo>
                <a:lnTo>
                  <a:pt x="1835" y="4416"/>
                </a:lnTo>
                <a:lnTo>
                  <a:pt x="1923" y="4647"/>
                </a:lnTo>
                <a:lnTo>
                  <a:pt x="2011" y="4879"/>
                </a:lnTo>
                <a:lnTo>
                  <a:pt x="2099" y="5111"/>
                </a:lnTo>
                <a:lnTo>
                  <a:pt x="2238" y="5394"/>
                </a:lnTo>
                <a:lnTo>
                  <a:pt x="2338" y="5626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41" y="6617"/>
                </a:lnTo>
                <a:lnTo>
                  <a:pt x="2841" y="6849"/>
                </a:lnTo>
                <a:lnTo>
                  <a:pt x="2929" y="7081"/>
                </a:lnTo>
                <a:lnTo>
                  <a:pt x="3017" y="7325"/>
                </a:lnTo>
                <a:lnTo>
                  <a:pt x="3118" y="7557"/>
                </a:lnTo>
                <a:lnTo>
                  <a:pt x="3244" y="7840"/>
                </a:lnTo>
                <a:lnTo>
                  <a:pt x="3344" y="8072"/>
                </a:lnTo>
                <a:lnTo>
                  <a:pt x="3432" y="8304"/>
                </a:lnTo>
                <a:lnTo>
                  <a:pt x="3520" y="8536"/>
                </a:lnTo>
                <a:lnTo>
                  <a:pt x="3621" y="8767"/>
                </a:lnTo>
                <a:lnTo>
                  <a:pt x="3747" y="9051"/>
                </a:lnTo>
                <a:lnTo>
                  <a:pt x="3847" y="9295"/>
                </a:lnTo>
                <a:lnTo>
                  <a:pt x="3935" y="9527"/>
                </a:lnTo>
                <a:lnTo>
                  <a:pt x="4023" y="9759"/>
                </a:lnTo>
                <a:lnTo>
                  <a:pt x="4124" y="9990"/>
                </a:lnTo>
                <a:lnTo>
                  <a:pt x="4262" y="10274"/>
                </a:lnTo>
                <a:lnTo>
                  <a:pt x="4350" y="10505"/>
                </a:lnTo>
                <a:lnTo>
                  <a:pt x="4438" y="10750"/>
                </a:lnTo>
                <a:lnTo>
                  <a:pt x="4526" y="10982"/>
                </a:lnTo>
                <a:lnTo>
                  <a:pt x="4627" y="11214"/>
                </a:lnTo>
                <a:lnTo>
                  <a:pt x="4765" y="11497"/>
                </a:lnTo>
                <a:lnTo>
                  <a:pt x="4853" y="11729"/>
                </a:lnTo>
                <a:lnTo>
                  <a:pt x="4941" y="11960"/>
                </a:lnTo>
                <a:lnTo>
                  <a:pt x="5029" y="12205"/>
                </a:lnTo>
                <a:lnTo>
                  <a:pt x="5130" y="12475"/>
                </a:lnTo>
                <a:lnTo>
                  <a:pt x="5268" y="12720"/>
                </a:lnTo>
                <a:lnTo>
                  <a:pt x="5356" y="12952"/>
                </a:lnTo>
                <a:lnTo>
                  <a:pt x="5444" y="13183"/>
                </a:lnTo>
                <a:lnTo>
                  <a:pt x="5532" y="13415"/>
                </a:lnTo>
                <a:lnTo>
                  <a:pt x="5633" y="13698"/>
                </a:lnTo>
                <a:lnTo>
                  <a:pt x="5771" y="13930"/>
                </a:lnTo>
                <a:lnTo>
                  <a:pt x="5859" y="14175"/>
                </a:lnTo>
                <a:lnTo>
                  <a:pt x="5947" y="14407"/>
                </a:lnTo>
                <a:lnTo>
                  <a:pt x="6035" y="14638"/>
                </a:lnTo>
                <a:lnTo>
                  <a:pt x="6136" y="14922"/>
                </a:lnTo>
                <a:lnTo>
                  <a:pt x="6274" y="15153"/>
                </a:lnTo>
                <a:lnTo>
                  <a:pt x="6362" y="15385"/>
                </a:lnTo>
                <a:lnTo>
                  <a:pt x="6450" y="15630"/>
                </a:lnTo>
                <a:lnTo>
                  <a:pt x="6551" y="15900"/>
                </a:lnTo>
                <a:lnTo>
                  <a:pt x="6639" y="16145"/>
                </a:lnTo>
                <a:lnTo>
                  <a:pt x="6777" y="16376"/>
                </a:lnTo>
                <a:lnTo>
                  <a:pt x="6865" y="16608"/>
                </a:lnTo>
                <a:lnTo>
                  <a:pt x="6953" y="16840"/>
                </a:lnTo>
                <a:lnTo>
                  <a:pt x="7054" y="17123"/>
                </a:lnTo>
                <a:lnTo>
                  <a:pt x="7142" y="17355"/>
                </a:lnTo>
                <a:lnTo>
                  <a:pt x="7280" y="17600"/>
                </a:lnTo>
                <a:lnTo>
                  <a:pt x="7368" y="17831"/>
                </a:lnTo>
                <a:lnTo>
                  <a:pt x="7456" y="18115"/>
                </a:lnTo>
                <a:lnTo>
                  <a:pt x="7557" y="18346"/>
                </a:lnTo>
                <a:lnTo>
                  <a:pt x="7645" y="18578"/>
                </a:lnTo>
                <a:lnTo>
                  <a:pt x="7783" y="18810"/>
                </a:lnTo>
                <a:lnTo>
                  <a:pt x="7871" y="19054"/>
                </a:lnTo>
                <a:lnTo>
                  <a:pt x="7959" y="19325"/>
                </a:lnTo>
                <a:lnTo>
                  <a:pt x="8060" y="19569"/>
                </a:lnTo>
                <a:lnTo>
                  <a:pt x="8148" y="19801"/>
                </a:lnTo>
                <a:lnTo>
                  <a:pt x="8286" y="20033"/>
                </a:lnTo>
                <a:lnTo>
                  <a:pt x="8374" y="20316"/>
                </a:lnTo>
                <a:lnTo>
                  <a:pt x="8462" y="20548"/>
                </a:lnTo>
                <a:lnTo>
                  <a:pt x="8563" y="20780"/>
                </a:lnTo>
                <a:lnTo>
                  <a:pt x="8651" y="21024"/>
                </a:lnTo>
                <a:lnTo>
                  <a:pt x="8789" y="21256"/>
                </a:lnTo>
                <a:lnTo>
                  <a:pt x="8877" y="21539"/>
                </a:lnTo>
                <a:lnTo>
                  <a:pt x="8965" y="21771"/>
                </a:lnTo>
                <a:lnTo>
                  <a:pt x="9066" y="22003"/>
                </a:lnTo>
                <a:lnTo>
                  <a:pt x="9154" y="22235"/>
                </a:lnTo>
                <a:lnTo>
                  <a:pt x="9292" y="22518"/>
                </a:lnTo>
                <a:lnTo>
                  <a:pt x="9380" y="22762"/>
                </a:lnTo>
                <a:lnTo>
                  <a:pt x="9468" y="22994"/>
                </a:lnTo>
                <a:lnTo>
                  <a:pt x="9568" y="23226"/>
                </a:lnTo>
                <a:lnTo>
                  <a:pt x="9657" y="23458"/>
                </a:lnTo>
                <a:lnTo>
                  <a:pt x="9795" y="23741"/>
                </a:lnTo>
                <a:lnTo>
                  <a:pt x="9883" y="23973"/>
                </a:lnTo>
                <a:lnTo>
                  <a:pt x="9971" y="24217"/>
                </a:lnTo>
                <a:lnTo>
                  <a:pt x="10071" y="24449"/>
                </a:lnTo>
                <a:lnTo>
                  <a:pt x="10159" y="24732"/>
                </a:lnTo>
                <a:lnTo>
                  <a:pt x="10298" y="24964"/>
                </a:lnTo>
                <a:lnTo>
                  <a:pt x="10386" y="25196"/>
                </a:lnTo>
                <a:lnTo>
                  <a:pt x="10486" y="25428"/>
                </a:lnTo>
                <a:lnTo>
                  <a:pt x="10574" y="25711"/>
                </a:lnTo>
                <a:lnTo>
                  <a:pt x="10662" y="25943"/>
                </a:lnTo>
                <a:lnTo>
                  <a:pt x="10801" y="26187"/>
                </a:lnTo>
                <a:lnTo>
                  <a:pt x="10889" y="26419"/>
                </a:lnTo>
                <a:lnTo>
                  <a:pt x="10989" y="26651"/>
                </a:lnTo>
                <a:lnTo>
                  <a:pt x="11077" y="26934"/>
                </a:lnTo>
                <a:lnTo>
                  <a:pt x="11165" y="27166"/>
                </a:lnTo>
                <a:lnTo>
                  <a:pt x="11304" y="27397"/>
                </a:lnTo>
                <a:lnTo>
                  <a:pt x="11392" y="27642"/>
                </a:lnTo>
                <a:lnTo>
                  <a:pt x="11492" y="27912"/>
                </a:lnTo>
                <a:lnTo>
                  <a:pt x="11580" y="28157"/>
                </a:lnTo>
                <a:lnTo>
                  <a:pt x="11668" y="28389"/>
                </a:lnTo>
                <a:lnTo>
                  <a:pt x="11807" y="28621"/>
                </a:lnTo>
                <a:lnTo>
                  <a:pt x="11895" y="28904"/>
                </a:lnTo>
                <a:lnTo>
                  <a:pt x="11995" y="29136"/>
                </a:lnTo>
                <a:lnTo>
                  <a:pt x="12083" y="29367"/>
                </a:lnTo>
                <a:lnTo>
                  <a:pt x="12171" y="29612"/>
                </a:lnTo>
                <a:lnTo>
                  <a:pt x="12310" y="29882"/>
                </a:lnTo>
                <a:lnTo>
                  <a:pt x="12398" y="30127"/>
                </a:lnTo>
                <a:lnTo>
                  <a:pt x="12498" y="30359"/>
                </a:lnTo>
                <a:lnTo>
                  <a:pt x="12586" y="30590"/>
                </a:lnTo>
                <a:lnTo>
                  <a:pt x="12674" y="30822"/>
                </a:lnTo>
                <a:lnTo>
                  <a:pt x="12813" y="31105"/>
                </a:lnTo>
                <a:lnTo>
                  <a:pt x="12901" y="31337"/>
                </a:lnTo>
                <a:lnTo>
                  <a:pt x="13001" y="31582"/>
                </a:lnTo>
                <a:lnTo>
                  <a:pt x="13089" y="31814"/>
                </a:lnTo>
                <a:lnTo>
                  <a:pt x="13177" y="32097"/>
                </a:lnTo>
                <a:lnTo>
                  <a:pt x="13316" y="32329"/>
                </a:lnTo>
                <a:lnTo>
                  <a:pt x="13404" y="32560"/>
                </a:lnTo>
                <a:lnTo>
                  <a:pt x="13504" y="32792"/>
                </a:lnTo>
                <a:lnTo>
                  <a:pt x="13592" y="33075"/>
                </a:lnTo>
                <a:lnTo>
                  <a:pt x="13680" y="33320"/>
                </a:lnTo>
                <a:lnTo>
                  <a:pt x="13819" y="33552"/>
                </a:lnTo>
                <a:lnTo>
                  <a:pt x="13919" y="33783"/>
                </a:lnTo>
                <a:lnTo>
                  <a:pt x="14007" y="34067"/>
                </a:lnTo>
                <a:lnTo>
                  <a:pt x="14095" y="34298"/>
                </a:lnTo>
                <a:lnTo>
                  <a:pt x="14183" y="34530"/>
                </a:lnTo>
                <a:lnTo>
                  <a:pt x="14322" y="34775"/>
                </a:lnTo>
                <a:lnTo>
                  <a:pt x="14422" y="35045"/>
                </a:lnTo>
                <a:lnTo>
                  <a:pt x="14510" y="35290"/>
                </a:lnTo>
                <a:lnTo>
                  <a:pt x="14598" y="35522"/>
                </a:lnTo>
                <a:lnTo>
                  <a:pt x="14686" y="35753"/>
                </a:lnTo>
                <a:lnTo>
                  <a:pt x="14825" y="36037"/>
                </a:lnTo>
                <a:lnTo>
                  <a:pt x="14925" y="36268"/>
                </a:lnTo>
                <a:lnTo>
                  <a:pt x="15013" y="36500"/>
                </a:lnTo>
                <a:lnTo>
                  <a:pt x="15101" y="36745"/>
                </a:lnTo>
                <a:lnTo>
                  <a:pt x="15189" y="37015"/>
                </a:lnTo>
                <a:lnTo>
                  <a:pt x="15327" y="37260"/>
                </a:lnTo>
                <a:lnTo>
                  <a:pt x="15428" y="37491"/>
                </a:lnTo>
                <a:lnTo>
                  <a:pt x="15516" y="37723"/>
                </a:lnTo>
                <a:lnTo>
                  <a:pt x="15604" y="37955"/>
                </a:lnTo>
                <a:lnTo>
                  <a:pt x="15692" y="38238"/>
                </a:lnTo>
                <a:lnTo>
                  <a:pt x="15830" y="38470"/>
                </a:lnTo>
                <a:lnTo>
                  <a:pt x="15931" y="38715"/>
                </a:lnTo>
                <a:lnTo>
                  <a:pt x="16019" y="38946"/>
                </a:lnTo>
                <a:lnTo>
                  <a:pt x="16107" y="39230"/>
                </a:lnTo>
                <a:lnTo>
                  <a:pt x="16195" y="39461"/>
                </a:lnTo>
                <a:lnTo>
                  <a:pt x="16333" y="39693"/>
                </a:lnTo>
                <a:lnTo>
                  <a:pt x="16434" y="39925"/>
                </a:lnTo>
                <a:lnTo>
                  <a:pt x="16522" y="40208"/>
                </a:lnTo>
                <a:lnTo>
                  <a:pt x="16610" y="40440"/>
                </a:lnTo>
                <a:lnTo>
                  <a:pt x="16711" y="40684"/>
                </a:lnTo>
                <a:lnTo>
                  <a:pt x="16836" y="40916"/>
                </a:lnTo>
                <a:lnTo>
                  <a:pt x="16937" y="41199"/>
                </a:lnTo>
                <a:lnTo>
                  <a:pt x="17025" y="41431"/>
                </a:lnTo>
                <a:lnTo>
                  <a:pt x="17113" y="41663"/>
                </a:lnTo>
                <a:lnTo>
                  <a:pt x="17214" y="41895"/>
                </a:lnTo>
                <a:lnTo>
                  <a:pt x="17339" y="42178"/>
                </a:lnTo>
                <a:lnTo>
                  <a:pt x="17440" y="42423"/>
                </a:lnTo>
                <a:lnTo>
                  <a:pt x="17528" y="42654"/>
                </a:lnTo>
                <a:lnTo>
                  <a:pt x="17616" y="42886"/>
                </a:lnTo>
                <a:lnTo>
                  <a:pt x="17717" y="43169"/>
                </a:lnTo>
                <a:lnTo>
                  <a:pt x="17855" y="43401"/>
                </a:lnTo>
                <a:lnTo>
                  <a:pt x="17943" y="43633"/>
                </a:lnTo>
                <a:lnTo>
                  <a:pt x="18031" y="43877"/>
                </a:lnTo>
                <a:lnTo>
                  <a:pt x="18119" y="44148"/>
                </a:lnTo>
                <a:lnTo>
                  <a:pt x="18220" y="44392"/>
                </a:lnTo>
                <a:lnTo>
                  <a:pt x="18358" y="44624"/>
                </a:lnTo>
                <a:lnTo>
                  <a:pt x="18446" y="44856"/>
                </a:lnTo>
                <a:lnTo>
                  <a:pt x="18534" y="45139"/>
                </a:lnTo>
                <a:lnTo>
                  <a:pt x="18622" y="45371"/>
                </a:lnTo>
                <a:lnTo>
                  <a:pt x="18723" y="45603"/>
                </a:lnTo>
                <a:lnTo>
                  <a:pt x="18861" y="45847"/>
                </a:lnTo>
                <a:lnTo>
                  <a:pt x="18949" y="46118"/>
                </a:lnTo>
                <a:lnTo>
                  <a:pt x="19037" y="46362"/>
                </a:lnTo>
                <a:lnTo>
                  <a:pt x="19125" y="46594"/>
                </a:lnTo>
                <a:lnTo>
                  <a:pt x="19225" y="46826"/>
                </a:lnTo>
                <a:lnTo>
                  <a:pt x="19364" y="47109"/>
                </a:lnTo>
                <a:lnTo>
                  <a:pt x="19452" y="47341"/>
                </a:lnTo>
                <a:lnTo>
                  <a:pt x="19540" y="47573"/>
                </a:lnTo>
                <a:lnTo>
                  <a:pt x="19628" y="47817"/>
                </a:lnTo>
                <a:lnTo>
                  <a:pt x="19728" y="48100"/>
                </a:lnTo>
                <a:lnTo>
                  <a:pt x="19867" y="48332"/>
                </a:lnTo>
                <a:lnTo>
                  <a:pt x="19955" y="48564"/>
                </a:lnTo>
                <a:lnTo>
                  <a:pt x="20043" y="4879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318048" y="4143755"/>
            <a:ext cx="5042" cy="12295"/>
          </a:xfrm>
          <a:custGeom>
            <a:avLst/>
            <a:gdLst/>
            <a:ahLst/>
            <a:cxnLst/>
            <a:rect l="l" t="t" r="r" b="b"/>
            <a:pathLst>
              <a:path w="5042" h="12295">
                <a:moveTo>
                  <a:pt x="0" y="0"/>
                </a:moveTo>
                <a:lnTo>
                  <a:pt x="100" y="283"/>
                </a:lnTo>
                <a:lnTo>
                  <a:pt x="188" y="514"/>
                </a:lnTo>
                <a:lnTo>
                  <a:pt x="326" y="759"/>
                </a:lnTo>
                <a:lnTo>
                  <a:pt x="414" y="991"/>
                </a:lnTo>
                <a:lnTo>
                  <a:pt x="502" y="1274"/>
                </a:lnTo>
                <a:lnTo>
                  <a:pt x="603" y="1506"/>
                </a:lnTo>
                <a:lnTo>
                  <a:pt x="691" y="1738"/>
                </a:lnTo>
                <a:lnTo>
                  <a:pt x="829" y="1969"/>
                </a:lnTo>
                <a:lnTo>
                  <a:pt x="917" y="2253"/>
                </a:lnTo>
                <a:lnTo>
                  <a:pt x="1005" y="2484"/>
                </a:lnTo>
                <a:lnTo>
                  <a:pt x="1106" y="2729"/>
                </a:lnTo>
                <a:lnTo>
                  <a:pt x="1194" y="2961"/>
                </a:lnTo>
                <a:lnTo>
                  <a:pt x="1332" y="3244"/>
                </a:lnTo>
                <a:lnTo>
                  <a:pt x="1420" y="3476"/>
                </a:lnTo>
                <a:lnTo>
                  <a:pt x="1508" y="3707"/>
                </a:lnTo>
                <a:lnTo>
                  <a:pt x="1609" y="3939"/>
                </a:lnTo>
                <a:lnTo>
                  <a:pt x="1697" y="4222"/>
                </a:lnTo>
                <a:lnTo>
                  <a:pt x="1835" y="4454"/>
                </a:lnTo>
                <a:lnTo>
                  <a:pt x="1923" y="4699"/>
                </a:lnTo>
                <a:lnTo>
                  <a:pt x="2011" y="4931"/>
                </a:lnTo>
                <a:lnTo>
                  <a:pt x="2112" y="5214"/>
                </a:lnTo>
                <a:lnTo>
                  <a:pt x="2200" y="5446"/>
                </a:lnTo>
                <a:lnTo>
                  <a:pt x="2338" y="5677"/>
                </a:lnTo>
                <a:lnTo>
                  <a:pt x="2426" y="5909"/>
                </a:lnTo>
                <a:lnTo>
                  <a:pt x="2514" y="6192"/>
                </a:lnTo>
                <a:lnTo>
                  <a:pt x="2615" y="6424"/>
                </a:lnTo>
                <a:lnTo>
                  <a:pt x="2703" y="6669"/>
                </a:lnTo>
                <a:lnTo>
                  <a:pt x="2841" y="6900"/>
                </a:lnTo>
                <a:lnTo>
                  <a:pt x="2929" y="7184"/>
                </a:lnTo>
                <a:lnTo>
                  <a:pt x="3017" y="7415"/>
                </a:lnTo>
                <a:lnTo>
                  <a:pt x="3118" y="7647"/>
                </a:lnTo>
                <a:lnTo>
                  <a:pt x="3206" y="7879"/>
                </a:lnTo>
                <a:lnTo>
                  <a:pt x="3344" y="8162"/>
                </a:lnTo>
                <a:lnTo>
                  <a:pt x="3432" y="8407"/>
                </a:lnTo>
                <a:lnTo>
                  <a:pt x="3520" y="8639"/>
                </a:lnTo>
                <a:lnTo>
                  <a:pt x="3621" y="8870"/>
                </a:lnTo>
                <a:lnTo>
                  <a:pt x="3709" y="9154"/>
                </a:lnTo>
                <a:lnTo>
                  <a:pt x="3847" y="9385"/>
                </a:lnTo>
                <a:lnTo>
                  <a:pt x="3935" y="9617"/>
                </a:lnTo>
                <a:lnTo>
                  <a:pt x="4036" y="9862"/>
                </a:lnTo>
                <a:lnTo>
                  <a:pt x="4124" y="10132"/>
                </a:lnTo>
                <a:lnTo>
                  <a:pt x="4212" y="10377"/>
                </a:lnTo>
                <a:lnTo>
                  <a:pt x="4350" y="10608"/>
                </a:lnTo>
                <a:lnTo>
                  <a:pt x="4438" y="10840"/>
                </a:lnTo>
                <a:lnTo>
                  <a:pt x="4539" y="11123"/>
                </a:lnTo>
                <a:lnTo>
                  <a:pt x="4627" y="11355"/>
                </a:lnTo>
                <a:lnTo>
                  <a:pt x="4715" y="11587"/>
                </a:lnTo>
                <a:lnTo>
                  <a:pt x="4853" y="11832"/>
                </a:lnTo>
                <a:lnTo>
                  <a:pt x="4941" y="12102"/>
                </a:lnTo>
                <a:lnTo>
                  <a:pt x="5042" y="1229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313417" y="4169005"/>
            <a:ext cx="1005476" cy="0"/>
          </a:xfrm>
          <a:custGeom>
            <a:avLst/>
            <a:gdLst/>
            <a:ahLst/>
            <a:cxnLst/>
            <a:rect l="l" t="t" r="r" b="b"/>
            <a:pathLst>
              <a:path w="1005476" h="0">
                <a:moveTo>
                  <a:pt x="0" y="0"/>
                </a:moveTo>
                <a:lnTo>
                  <a:pt x="1005476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313417" y="4169005"/>
            <a:ext cx="19927" cy="48741"/>
          </a:xfrm>
          <a:custGeom>
            <a:avLst/>
            <a:gdLst/>
            <a:ahLst/>
            <a:cxnLst/>
            <a:rect l="l" t="t" r="r" b="b"/>
            <a:pathLst>
              <a:path w="19927" h="48741">
                <a:moveTo>
                  <a:pt x="0" y="0"/>
                </a:moveTo>
                <a:lnTo>
                  <a:pt x="91" y="232"/>
                </a:lnTo>
                <a:lnTo>
                  <a:pt x="183" y="515"/>
                </a:lnTo>
                <a:lnTo>
                  <a:pt x="320" y="748"/>
                </a:lnTo>
                <a:lnTo>
                  <a:pt x="411" y="993"/>
                </a:lnTo>
                <a:lnTo>
                  <a:pt x="502" y="1225"/>
                </a:lnTo>
                <a:lnTo>
                  <a:pt x="593" y="1509"/>
                </a:lnTo>
                <a:lnTo>
                  <a:pt x="685" y="1741"/>
                </a:lnTo>
                <a:lnTo>
                  <a:pt x="822" y="1973"/>
                </a:lnTo>
                <a:lnTo>
                  <a:pt x="914" y="2205"/>
                </a:lnTo>
                <a:lnTo>
                  <a:pt x="1005" y="2489"/>
                </a:lnTo>
                <a:lnTo>
                  <a:pt x="1097" y="2721"/>
                </a:lnTo>
                <a:lnTo>
                  <a:pt x="1187" y="2966"/>
                </a:lnTo>
                <a:lnTo>
                  <a:pt x="1326" y="3198"/>
                </a:lnTo>
                <a:lnTo>
                  <a:pt x="1416" y="3482"/>
                </a:lnTo>
                <a:lnTo>
                  <a:pt x="1508" y="3714"/>
                </a:lnTo>
                <a:lnTo>
                  <a:pt x="1599" y="3946"/>
                </a:lnTo>
                <a:lnTo>
                  <a:pt x="1691" y="4178"/>
                </a:lnTo>
                <a:lnTo>
                  <a:pt x="1828" y="4462"/>
                </a:lnTo>
                <a:lnTo>
                  <a:pt x="1920" y="4694"/>
                </a:lnTo>
                <a:lnTo>
                  <a:pt x="2011" y="4939"/>
                </a:lnTo>
                <a:lnTo>
                  <a:pt x="2102" y="5172"/>
                </a:lnTo>
                <a:lnTo>
                  <a:pt x="2193" y="5455"/>
                </a:lnTo>
                <a:lnTo>
                  <a:pt x="2330" y="5688"/>
                </a:lnTo>
                <a:lnTo>
                  <a:pt x="2422" y="5920"/>
                </a:lnTo>
                <a:lnTo>
                  <a:pt x="2513" y="6152"/>
                </a:lnTo>
                <a:lnTo>
                  <a:pt x="2605" y="6436"/>
                </a:lnTo>
                <a:lnTo>
                  <a:pt x="2696" y="6681"/>
                </a:lnTo>
                <a:lnTo>
                  <a:pt x="2834" y="6913"/>
                </a:lnTo>
                <a:lnTo>
                  <a:pt x="2924" y="7145"/>
                </a:lnTo>
                <a:lnTo>
                  <a:pt x="3016" y="7429"/>
                </a:lnTo>
                <a:lnTo>
                  <a:pt x="3107" y="7661"/>
                </a:lnTo>
                <a:lnTo>
                  <a:pt x="3199" y="7893"/>
                </a:lnTo>
                <a:lnTo>
                  <a:pt x="3336" y="8138"/>
                </a:lnTo>
                <a:lnTo>
                  <a:pt x="3428" y="8409"/>
                </a:lnTo>
                <a:lnTo>
                  <a:pt x="3519" y="8654"/>
                </a:lnTo>
                <a:lnTo>
                  <a:pt x="3610" y="8886"/>
                </a:lnTo>
                <a:lnTo>
                  <a:pt x="3701" y="9118"/>
                </a:lnTo>
                <a:lnTo>
                  <a:pt x="3838" y="9402"/>
                </a:lnTo>
                <a:lnTo>
                  <a:pt x="3930" y="9634"/>
                </a:lnTo>
                <a:lnTo>
                  <a:pt x="4022" y="9866"/>
                </a:lnTo>
                <a:lnTo>
                  <a:pt x="4113" y="10112"/>
                </a:lnTo>
                <a:lnTo>
                  <a:pt x="4205" y="10382"/>
                </a:lnTo>
                <a:lnTo>
                  <a:pt x="4342" y="10627"/>
                </a:lnTo>
                <a:lnTo>
                  <a:pt x="4434" y="10860"/>
                </a:lnTo>
                <a:lnTo>
                  <a:pt x="4524" y="11092"/>
                </a:lnTo>
                <a:lnTo>
                  <a:pt x="4616" y="11376"/>
                </a:lnTo>
                <a:lnTo>
                  <a:pt x="4707" y="11608"/>
                </a:lnTo>
                <a:lnTo>
                  <a:pt x="4844" y="11840"/>
                </a:lnTo>
                <a:lnTo>
                  <a:pt x="4936" y="12085"/>
                </a:lnTo>
                <a:lnTo>
                  <a:pt x="5027" y="12369"/>
                </a:lnTo>
                <a:lnTo>
                  <a:pt x="5119" y="12601"/>
                </a:lnTo>
                <a:lnTo>
                  <a:pt x="5210" y="12833"/>
                </a:lnTo>
                <a:lnTo>
                  <a:pt x="5348" y="13065"/>
                </a:lnTo>
                <a:lnTo>
                  <a:pt x="5438" y="13349"/>
                </a:lnTo>
                <a:lnTo>
                  <a:pt x="5530" y="13581"/>
                </a:lnTo>
                <a:lnTo>
                  <a:pt x="5621" y="13826"/>
                </a:lnTo>
                <a:lnTo>
                  <a:pt x="5713" y="14058"/>
                </a:lnTo>
                <a:lnTo>
                  <a:pt x="5850" y="14342"/>
                </a:lnTo>
                <a:lnTo>
                  <a:pt x="5942" y="14574"/>
                </a:lnTo>
                <a:lnTo>
                  <a:pt x="6032" y="14806"/>
                </a:lnTo>
                <a:lnTo>
                  <a:pt x="6124" y="15039"/>
                </a:lnTo>
                <a:lnTo>
                  <a:pt x="6215" y="15322"/>
                </a:lnTo>
                <a:lnTo>
                  <a:pt x="6352" y="15555"/>
                </a:lnTo>
                <a:lnTo>
                  <a:pt x="6444" y="15800"/>
                </a:lnTo>
                <a:lnTo>
                  <a:pt x="6536" y="16032"/>
                </a:lnTo>
                <a:lnTo>
                  <a:pt x="6627" y="16316"/>
                </a:lnTo>
                <a:lnTo>
                  <a:pt x="6718" y="16548"/>
                </a:lnTo>
                <a:lnTo>
                  <a:pt x="6856" y="16780"/>
                </a:lnTo>
                <a:lnTo>
                  <a:pt x="6946" y="17012"/>
                </a:lnTo>
                <a:lnTo>
                  <a:pt x="7038" y="17296"/>
                </a:lnTo>
                <a:lnTo>
                  <a:pt x="7130" y="17528"/>
                </a:lnTo>
                <a:lnTo>
                  <a:pt x="7221" y="17773"/>
                </a:lnTo>
                <a:lnTo>
                  <a:pt x="7358" y="18005"/>
                </a:lnTo>
                <a:lnTo>
                  <a:pt x="7450" y="18289"/>
                </a:lnTo>
                <a:lnTo>
                  <a:pt x="7541" y="18521"/>
                </a:lnTo>
                <a:lnTo>
                  <a:pt x="7632" y="18753"/>
                </a:lnTo>
                <a:lnTo>
                  <a:pt x="7724" y="18985"/>
                </a:lnTo>
                <a:lnTo>
                  <a:pt x="7860" y="19269"/>
                </a:lnTo>
                <a:lnTo>
                  <a:pt x="7952" y="19501"/>
                </a:lnTo>
                <a:lnTo>
                  <a:pt x="8044" y="19746"/>
                </a:lnTo>
                <a:lnTo>
                  <a:pt x="8135" y="19979"/>
                </a:lnTo>
                <a:lnTo>
                  <a:pt x="8227" y="20262"/>
                </a:lnTo>
                <a:lnTo>
                  <a:pt x="8364" y="20494"/>
                </a:lnTo>
                <a:lnTo>
                  <a:pt x="8456" y="20727"/>
                </a:lnTo>
                <a:lnTo>
                  <a:pt x="8546" y="20959"/>
                </a:lnTo>
                <a:lnTo>
                  <a:pt x="8638" y="21243"/>
                </a:lnTo>
                <a:lnTo>
                  <a:pt x="8729" y="21488"/>
                </a:lnTo>
                <a:lnTo>
                  <a:pt x="8866" y="21720"/>
                </a:lnTo>
                <a:lnTo>
                  <a:pt x="8958" y="21952"/>
                </a:lnTo>
                <a:lnTo>
                  <a:pt x="9050" y="22236"/>
                </a:lnTo>
                <a:lnTo>
                  <a:pt x="9140" y="22468"/>
                </a:lnTo>
                <a:lnTo>
                  <a:pt x="9232" y="22700"/>
                </a:lnTo>
                <a:lnTo>
                  <a:pt x="9369" y="22945"/>
                </a:lnTo>
                <a:lnTo>
                  <a:pt x="9460" y="23216"/>
                </a:lnTo>
                <a:lnTo>
                  <a:pt x="9552" y="23461"/>
                </a:lnTo>
                <a:lnTo>
                  <a:pt x="9644" y="23693"/>
                </a:lnTo>
                <a:lnTo>
                  <a:pt x="9735" y="23925"/>
                </a:lnTo>
                <a:lnTo>
                  <a:pt x="9872" y="24158"/>
                </a:lnTo>
                <a:lnTo>
                  <a:pt x="9964" y="24441"/>
                </a:lnTo>
                <a:lnTo>
                  <a:pt x="10054" y="24673"/>
                </a:lnTo>
                <a:lnTo>
                  <a:pt x="10146" y="24918"/>
                </a:lnTo>
                <a:lnTo>
                  <a:pt x="10238" y="25151"/>
                </a:lnTo>
                <a:lnTo>
                  <a:pt x="10374" y="25434"/>
                </a:lnTo>
                <a:lnTo>
                  <a:pt x="10466" y="25667"/>
                </a:lnTo>
                <a:lnTo>
                  <a:pt x="10558" y="25899"/>
                </a:lnTo>
                <a:lnTo>
                  <a:pt x="10649" y="26131"/>
                </a:lnTo>
                <a:lnTo>
                  <a:pt x="10740" y="26415"/>
                </a:lnTo>
                <a:lnTo>
                  <a:pt x="10878" y="26647"/>
                </a:lnTo>
                <a:lnTo>
                  <a:pt x="10968" y="26892"/>
                </a:lnTo>
                <a:lnTo>
                  <a:pt x="11060" y="27124"/>
                </a:lnTo>
                <a:lnTo>
                  <a:pt x="11152" y="27408"/>
                </a:lnTo>
                <a:lnTo>
                  <a:pt x="11243" y="27640"/>
                </a:lnTo>
                <a:lnTo>
                  <a:pt x="11380" y="27872"/>
                </a:lnTo>
                <a:lnTo>
                  <a:pt x="11472" y="28104"/>
                </a:lnTo>
                <a:lnTo>
                  <a:pt x="11564" y="28388"/>
                </a:lnTo>
                <a:lnTo>
                  <a:pt x="11654" y="28633"/>
                </a:lnTo>
                <a:lnTo>
                  <a:pt x="11746" y="28865"/>
                </a:lnTo>
                <a:lnTo>
                  <a:pt x="11883" y="29097"/>
                </a:lnTo>
                <a:lnTo>
                  <a:pt x="11974" y="29381"/>
                </a:lnTo>
                <a:lnTo>
                  <a:pt x="12066" y="29613"/>
                </a:lnTo>
                <a:lnTo>
                  <a:pt x="12158" y="29846"/>
                </a:lnTo>
                <a:lnTo>
                  <a:pt x="12248" y="30078"/>
                </a:lnTo>
                <a:lnTo>
                  <a:pt x="12386" y="30361"/>
                </a:lnTo>
                <a:lnTo>
                  <a:pt x="12477" y="30607"/>
                </a:lnTo>
                <a:lnTo>
                  <a:pt x="12568" y="30839"/>
                </a:lnTo>
                <a:lnTo>
                  <a:pt x="12660" y="31071"/>
                </a:lnTo>
                <a:lnTo>
                  <a:pt x="12752" y="31303"/>
                </a:lnTo>
                <a:lnTo>
                  <a:pt x="12888" y="31587"/>
                </a:lnTo>
                <a:lnTo>
                  <a:pt x="12980" y="31819"/>
                </a:lnTo>
                <a:lnTo>
                  <a:pt x="13072" y="32064"/>
                </a:lnTo>
                <a:lnTo>
                  <a:pt x="13162" y="32296"/>
                </a:lnTo>
                <a:lnTo>
                  <a:pt x="13254" y="32580"/>
                </a:lnTo>
                <a:lnTo>
                  <a:pt x="13391" y="32812"/>
                </a:lnTo>
                <a:lnTo>
                  <a:pt x="13482" y="33044"/>
                </a:lnTo>
                <a:lnTo>
                  <a:pt x="13574" y="33276"/>
                </a:lnTo>
                <a:lnTo>
                  <a:pt x="13666" y="33560"/>
                </a:lnTo>
                <a:lnTo>
                  <a:pt x="13757" y="33792"/>
                </a:lnTo>
                <a:lnTo>
                  <a:pt x="13894" y="34037"/>
                </a:lnTo>
                <a:lnTo>
                  <a:pt x="13986" y="34270"/>
                </a:lnTo>
                <a:lnTo>
                  <a:pt x="14076" y="34553"/>
                </a:lnTo>
                <a:lnTo>
                  <a:pt x="14168" y="34785"/>
                </a:lnTo>
                <a:lnTo>
                  <a:pt x="14260" y="35018"/>
                </a:lnTo>
                <a:lnTo>
                  <a:pt x="14397" y="35250"/>
                </a:lnTo>
                <a:lnTo>
                  <a:pt x="14488" y="35495"/>
                </a:lnTo>
                <a:lnTo>
                  <a:pt x="14580" y="35766"/>
                </a:lnTo>
                <a:lnTo>
                  <a:pt x="14672" y="36011"/>
                </a:lnTo>
                <a:lnTo>
                  <a:pt x="14762" y="36243"/>
                </a:lnTo>
                <a:lnTo>
                  <a:pt x="14900" y="36475"/>
                </a:lnTo>
                <a:lnTo>
                  <a:pt x="14991" y="36759"/>
                </a:lnTo>
                <a:lnTo>
                  <a:pt x="15082" y="36991"/>
                </a:lnTo>
                <a:lnTo>
                  <a:pt x="15174" y="37223"/>
                </a:lnTo>
                <a:lnTo>
                  <a:pt x="15266" y="37468"/>
                </a:lnTo>
                <a:lnTo>
                  <a:pt x="15402" y="37752"/>
                </a:lnTo>
                <a:lnTo>
                  <a:pt x="15494" y="37984"/>
                </a:lnTo>
                <a:lnTo>
                  <a:pt x="15585" y="38216"/>
                </a:lnTo>
                <a:lnTo>
                  <a:pt x="15676" y="38449"/>
                </a:lnTo>
                <a:lnTo>
                  <a:pt x="15768" y="38681"/>
                </a:lnTo>
                <a:lnTo>
                  <a:pt x="15905" y="38964"/>
                </a:lnTo>
                <a:lnTo>
                  <a:pt x="15996" y="39210"/>
                </a:lnTo>
                <a:lnTo>
                  <a:pt x="16088" y="39442"/>
                </a:lnTo>
                <a:lnTo>
                  <a:pt x="16180" y="39674"/>
                </a:lnTo>
                <a:lnTo>
                  <a:pt x="16270" y="39958"/>
                </a:lnTo>
                <a:lnTo>
                  <a:pt x="16408" y="40190"/>
                </a:lnTo>
                <a:lnTo>
                  <a:pt x="16499" y="40422"/>
                </a:lnTo>
                <a:lnTo>
                  <a:pt x="16590" y="40654"/>
                </a:lnTo>
                <a:lnTo>
                  <a:pt x="16682" y="40899"/>
                </a:lnTo>
                <a:lnTo>
                  <a:pt x="16774" y="41183"/>
                </a:lnTo>
                <a:lnTo>
                  <a:pt x="16911" y="41415"/>
                </a:lnTo>
                <a:lnTo>
                  <a:pt x="17002" y="41647"/>
                </a:lnTo>
                <a:lnTo>
                  <a:pt x="17094" y="41879"/>
                </a:lnTo>
                <a:lnTo>
                  <a:pt x="17184" y="42163"/>
                </a:lnTo>
                <a:lnTo>
                  <a:pt x="17276" y="42395"/>
                </a:lnTo>
                <a:lnTo>
                  <a:pt x="17413" y="42640"/>
                </a:lnTo>
                <a:lnTo>
                  <a:pt x="17505" y="42873"/>
                </a:lnTo>
                <a:lnTo>
                  <a:pt x="17596" y="43105"/>
                </a:lnTo>
                <a:lnTo>
                  <a:pt x="17688" y="43388"/>
                </a:lnTo>
                <a:lnTo>
                  <a:pt x="17780" y="43621"/>
                </a:lnTo>
                <a:lnTo>
                  <a:pt x="17916" y="43853"/>
                </a:lnTo>
                <a:lnTo>
                  <a:pt x="18008" y="44098"/>
                </a:lnTo>
                <a:lnTo>
                  <a:pt x="18099" y="44369"/>
                </a:lnTo>
                <a:lnTo>
                  <a:pt x="18190" y="44614"/>
                </a:lnTo>
                <a:lnTo>
                  <a:pt x="18282" y="44846"/>
                </a:lnTo>
                <a:lnTo>
                  <a:pt x="18419" y="45078"/>
                </a:lnTo>
                <a:lnTo>
                  <a:pt x="18510" y="45310"/>
                </a:lnTo>
                <a:lnTo>
                  <a:pt x="18602" y="45594"/>
                </a:lnTo>
                <a:lnTo>
                  <a:pt x="18692" y="45826"/>
                </a:lnTo>
                <a:lnTo>
                  <a:pt x="18784" y="46071"/>
                </a:lnTo>
                <a:lnTo>
                  <a:pt x="18921" y="46303"/>
                </a:lnTo>
                <a:lnTo>
                  <a:pt x="19013" y="46587"/>
                </a:lnTo>
                <a:lnTo>
                  <a:pt x="19104" y="46819"/>
                </a:lnTo>
                <a:lnTo>
                  <a:pt x="19196" y="47052"/>
                </a:lnTo>
                <a:lnTo>
                  <a:pt x="19288" y="47284"/>
                </a:lnTo>
                <a:lnTo>
                  <a:pt x="19425" y="47529"/>
                </a:lnTo>
                <a:lnTo>
                  <a:pt x="19516" y="47800"/>
                </a:lnTo>
                <a:lnTo>
                  <a:pt x="19607" y="48045"/>
                </a:lnTo>
                <a:lnTo>
                  <a:pt x="19698" y="48277"/>
                </a:lnTo>
                <a:lnTo>
                  <a:pt x="19790" y="48509"/>
                </a:lnTo>
                <a:lnTo>
                  <a:pt x="19927" y="48741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333344" y="4217747"/>
            <a:ext cx="19973" cy="48277"/>
          </a:xfrm>
          <a:custGeom>
            <a:avLst/>
            <a:gdLst/>
            <a:ahLst/>
            <a:cxnLst/>
            <a:rect l="l" t="t" r="r" b="b"/>
            <a:pathLst>
              <a:path w="19973" h="48277">
                <a:moveTo>
                  <a:pt x="0" y="0"/>
                </a:moveTo>
                <a:lnTo>
                  <a:pt x="91" y="283"/>
                </a:lnTo>
                <a:lnTo>
                  <a:pt x="183" y="515"/>
                </a:lnTo>
                <a:lnTo>
                  <a:pt x="275" y="760"/>
                </a:lnTo>
                <a:lnTo>
                  <a:pt x="365" y="993"/>
                </a:lnTo>
                <a:lnTo>
                  <a:pt x="503" y="1276"/>
                </a:lnTo>
                <a:lnTo>
                  <a:pt x="593" y="1509"/>
                </a:lnTo>
                <a:lnTo>
                  <a:pt x="685" y="1741"/>
                </a:lnTo>
                <a:lnTo>
                  <a:pt x="777" y="1973"/>
                </a:lnTo>
                <a:lnTo>
                  <a:pt x="868" y="2218"/>
                </a:lnTo>
                <a:lnTo>
                  <a:pt x="1005" y="2489"/>
                </a:lnTo>
                <a:lnTo>
                  <a:pt x="1097" y="2734"/>
                </a:lnTo>
                <a:lnTo>
                  <a:pt x="1189" y="2966"/>
                </a:lnTo>
                <a:lnTo>
                  <a:pt x="1279" y="3198"/>
                </a:lnTo>
                <a:lnTo>
                  <a:pt x="1371" y="3430"/>
                </a:lnTo>
                <a:lnTo>
                  <a:pt x="1508" y="3714"/>
                </a:lnTo>
                <a:lnTo>
                  <a:pt x="1599" y="3946"/>
                </a:lnTo>
                <a:lnTo>
                  <a:pt x="1691" y="4191"/>
                </a:lnTo>
                <a:lnTo>
                  <a:pt x="1783" y="4424"/>
                </a:lnTo>
                <a:lnTo>
                  <a:pt x="1873" y="4656"/>
                </a:lnTo>
                <a:lnTo>
                  <a:pt x="2011" y="4939"/>
                </a:lnTo>
                <a:lnTo>
                  <a:pt x="2102" y="5172"/>
                </a:lnTo>
                <a:lnTo>
                  <a:pt x="2193" y="5404"/>
                </a:lnTo>
                <a:lnTo>
                  <a:pt x="2285" y="5649"/>
                </a:lnTo>
                <a:lnTo>
                  <a:pt x="2377" y="5881"/>
                </a:lnTo>
                <a:lnTo>
                  <a:pt x="2513" y="6165"/>
                </a:lnTo>
                <a:lnTo>
                  <a:pt x="2605" y="6397"/>
                </a:lnTo>
                <a:lnTo>
                  <a:pt x="2697" y="6629"/>
                </a:lnTo>
                <a:lnTo>
                  <a:pt x="2787" y="6861"/>
                </a:lnTo>
                <a:lnTo>
                  <a:pt x="2879" y="7106"/>
                </a:lnTo>
                <a:lnTo>
                  <a:pt x="3016" y="7390"/>
                </a:lnTo>
                <a:lnTo>
                  <a:pt x="3107" y="7622"/>
                </a:lnTo>
                <a:lnTo>
                  <a:pt x="3199" y="7854"/>
                </a:lnTo>
                <a:lnTo>
                  <a:pt x="3291" y="8087"/>
                </a:lnTo>
                <a:lnTo>
                  <a:pt x="3382" y="8319"/>
                </a:lnTo>
                <a:lnTo>
                  <a:pt x="3519" y="8602"/>
                </a:lnTo>
                <a:lnTo>
                  <a:pt x="3611" y="8835"/>
                </a:lnTo>
                <a:lnTo>
                  <a:pt x="3701" y="9080"/>
                </a:lnTo>
                <a:lnTo>
                  <a:pt x="3793" y="9312"/>
                </a:lnTo>
                <a:lnTo>
                  <a:pt x="3885" y="9544"/>
                </a:lnTo>
                <a:lnTo>
                  <a:pt x="4022" y="9828"/>
                </a:lnTo>
                <a:lnTo>
                  <a:pt x="4113" y="10060"/>
                </a:lnTo>
                <a:lnTo>
                  <a:pt x="4205" y="10292"/>
                </a:lnTo>
                <a:lnTo>
                  <a:pt x="4295" y="10537"/>
                </a:lnTo>
                <a:lnTo>
                  <a:pt x="4387" y="10769"/>
                </a:lnTo>
                <a:lnTo>
                  <a:pt x="4524" y="11053"/>
                </a:lnTo>
                <a:lnTo>
                  <a:pt x="4616" y="11285"/>
                </a:lnTo>
                <a:lnTo>
                  <a:pt x="4707" y="11517"/>
                </a:lnTo>
                <a:lnTo>
                  <a:pt x="4799" y="11750"/>
                </a:lnTo>
                <a:lnTo>
                  <a:pt x="4891" y="11995"/>
                </a:lnTo>
                <a:lnTo>
                  <a:pt x="5027" y="12278"/>
                </a:lnTo>
                <a:lnTo>
                  <a:pt x="5119" y="12511"/>
                </a:lnTo>
                <a:lnTo>
                  <a:pt x="5210" y="12743"/>
                </a:lnTo>
                <a:lnTo>
                  <a:pt x="5301" y="12975"/>
                </a:lnTo>
                <a:lnTo>
                  <a:pt x="5393" y="13207"/>
                </a:lnTo>
                <a:lnTo>
                  <a:pt x="5530" y="13452"/>
                </a:lnTo>
                <a:lnTo>
                  <a:pt x="5621" y="13736"/>
                </a:lnTo>
                <a:lnTo>
                  <a:pt x="5713" y="13968"/>
                </a:lnTo>
                <a:lnTo>
                  <a:pt x="5805" y="14200"/>
                </a:lnTo>
                <a:lnTo>
                  <a:pt x="5895" y="14432"/>
                </a:lnTo>
                <a:lnTo>
                  <a:pt x="6033" y="14665"/>
                </a:lnTo>
                <a:lnTo>
                  <a:pt x="6124" y="14948"/>
                </a:lnTo>
                <a:lnTo>
                  <a:pt x="6215" y="15180"/>
                </a:lnTo>
                <a:lnTo>
                  <a:pt x="6307" y="15426"/>
                </a:lnTo>
                <a:lnTo>
                  <a:pt x="6399" y="15658"/>
                </a:lnTo>
                <a:lnTo>
                  <a:pt x="6536" y="15890"/>
                </a:lnTo>
                <a:lnTo>
                  <a:pt x="6627" y="16174"/>
                </a:lnTo>
                <a:lnTo>
                  <a:pt x="6719" y="16406"/>
                </a:lnTo>
                <a:lnTo>
                  <a:pt x="6809" y="16638"/>
                </a:lnTo>
                <a:lnTo>
                  <a:pt x="6901" y="16883"/>
                </a:lnTo>
                <a:lnTo>
                  <a:pt x="7038" y="17115"/>
                </a:lnTo>
                <a:lnTo>
                  <a:pt x="7130" y="17347"/>
                </a:lnTo>
                <a:lnTo>
                  <a:pt x="7221" y="17631"/>
                </a:lnTo>
                <a:lnTo>
                  <a:pt x="7313" y="17863"/>
                </a:lnTo>
                <a:lnTo>
                  <a:pt x="7405" y="18095"/>
                </a:lnTo>
                <a:lnTo>
                  <a:pt x="7541" y="18341"/>
                </a:lnTo>
                <a:lnTo>
                  <a:pt x="7632" y="18573"/>
                </a:lnTo>
                <a:lnTo>
                  <a:pt x="7724" y="18805"/>
                </a:lnTo>
                <a:lnTo>
                  <a:pt x="7815" y="19089"/>
                </a:lnTo>
                <a:lnTo>
                  <a:pt x="7907" y="19321"/>
                </a:lnTo>
                <a:lnTo>
                  <a:pt x="8044" y="19553"/>
                </a:lnTo>
                <a:lnTo>
                  <a:pt x="8135" y="19798"/>
                </a:lnTo>
                <a:lnTo>
                  <a:pt x="8227" y="20030"/>
                </a:lnTo>
                <a:lnTo>
                  <a:pt x="8318" y="20314"/>
                </a:lnTo>
                <a:lnTo>
                  <a:pt x="8409" y="20546"/>
                </a:lnTo>
                <a:lnTo>
                  <a:pt x="8546" y="20778"/>
                </a:lnTo>
                <a:lnTo>
                  <a:pt x="8638" y="21010"/>
                </a:lnTo>
                <a:lnTo>
                  <a:pt x="8729" y="21255"/>
                </a:lnTo>
                <a:lnTo>
                  <a:pt x="8821" y="21488"/>
                </a:lnTo>
                <a:lnTo>
                  <a:pt x="8913" y="21771"/>
                </a:lnTo>
                <a:lnTo>
                  <a:pt x="9050" y="22004"/>
                </a:lnTo>
                <a:lnTo>
                  <a:pt x="9141" y="22236"/>
                </a:lnTo>
                <a:lnTo>
                  <a:pt x="9232" y="22468"/>
                </a:lnTo>
                <a:lnTo>
                  <a:pt x="9323" y="22713"/>
                </a:lnTo>
                <a:lnTo>
                  <a:pt x="9415" y="22945"/>
                </a:lnTo>
                <a:lnTo>
                  <a:pt x="9552" y="23229"/>
                </a:lnTo>
                <a:lnTo>
                  <a:pt x="9644" y="23461"/>
                </a:lnTo>
                <a:lnTo>
                  <a:pt x="9735" y="23693"/>
                </a:lnTo>
                <a:lnTo>
                  <a:pt x="9827" y="23925"/>
                </a:lnTo>
                <a:lnTo>
                  <a:pt x="9917" y="24170"/>
                </a:lnTo>
                <a:lnTo>
                  <a:pt x="10055" y="24403"/>
                </a:lnTo>
                <a:lnTo>
                  <a:pt x="10146" y="24686"/>
                </a:lnTo>
                <a:lnTo>
                  <a:pt x="10238" y="24918"/>
                </a:lnTo>
                <a:lnTo>
                  <a:pt x="10329" y="25151"/>
                </a:lnTo>
                <a:lnTo>
                  <a:pt x="10421" y="25383"/>
                </a:lnTo>
                <a:lnTo>
                  <a:pt x="10558" y="25628"/>
                </a:lnTo>
                <a:lnTo>
                  <a:pt x="10649" y="25860"/>
                </a:lnTo>
                <a:lnTo>
                  <a:pt x="10740" y="26092"/>
                </a:lnTo>
                <a:lnTo>
                  <a:pt x="10832" y="26376"/>
                </a:lnTo>
                <a:lnTo>
                  <a:pt x="10923" y="26608"/>
                </a:lnTo>
                <a:lnTo>
                  <a:pt x="11060" y="26840"/>
                </a:lnTo>
                <a:lnTo>
                  <a:pt x="11152" y="27085"/>
                </a:lnTo>
                <a:lnTo>
                  <a:pt x="11243" y="27318"/>
                </a:lnTo>
                <a:lnTo>
                  <a:pt x="11335" y="27550"/>
                </a:lnTo>
                <a:lnTo>
                  <a:pt x="11426" y="27833"/>
                </a:lnTo>
                <a:lnTo>
                  <a:pt x="11564" y="28066"/>
                </a:lnTo>
                <a:lnTo>
                  <a:pt x="11654" y="28298"/>
                </a:lnTo>
                <a:lnTo>
                  <a:pt x="11746" y="28543"/>
                </a:lnTo>
                <a:lnTo>
                  <a:pt x="11837" y="28775"/>
                </a:lnTo>
                <a:lnTo>
                  <a:pt x="11929" y="29007"/>
                </a:lnTo>
                <a:lnTo>
                  <a:pt x="12066" y="29239"/>
                </a:lnTo>
                <a:lnTo>
                  <a:pt x="12158" y="29523"/>
                </a:lnTo>
                <a:lnTo>
                  <a:pt x="12249" y="29755"/>
                </a:lnTo>
                <a:lnTo>
                  <a:pt x="12340" y="29987"/>
                </a:lnTo>
                <a:lnTo>
                  <a:pt x="12431" y="30232"/>
                </a:lnTo>
                <a:lnTo>
                  <a:pt x="12568" y="30465"/>
                </a:lnTo>
                <a:lnTo>
                  <a:pt x="12660" y="30697"/>
                </a:lnTo>
                <a:lnTo>
                  <a:pt x="12752" y="30929"/>
                </a:lnTo>
                <a:lnTo>
                  <a:pt x="12843" y="31213"/>
                </a:lnTo>
                <a:lnTo>
                  <a:pt x="12935" y="31445"/>
                </a:lnTo>
                <a:lnTo>
                  <a:pt x="13072" y="31690"/>
                </a:lnTo>
                <a:lnTo>
                  <a:pt x="13163" y="31922"/>
                </a:lnTo>
                <a:lnTo>
                  <a:pt x="13254" y="32154"/>
                </a:lnTo>
                <a:lnTo>
                  <a:pt x="13346" y="32386"/>
                </a:lnTo>
                <a:lnTo>
                  <a:pt x="13437" y="32632"/>
                </a:lnTo>
                <a:lnTo>
                  <a:pt x="13574" y="32902"/>
                </a:lnTo>
                <a:lnTo>
                  <a:pt x="13666" y="33147"/>
                </a:lnTo>
                <a:lnTo>
                  <a:pt x="13757" y="33380"/>
                </a:lnTo>
                <a:lnTo>
                  <a:pt x="13848" y="33612"/>
                </a:lnTo>
                <a:lnTo>
                  <a:pt x="13940" y="33844"/>
                </a:lnTo>
                <a:lnTo>
                  <a:pt x="14076" y="34089"/>
                </a:lnTo>
                <a:lnTo>
                  <a:pt x="14168" y="34321"/>
                </a:lnTo>
                <a:lnTo>
                  <a:pt x="14260" y="34605"/>
                </a:lnTo>
                <a:lnTo>
                  <a:pt x="14351" y="34837"/>
                </a:lnTo>
                <a:lnTo>
                  <a:pt x="14443" y="35069"/>
                </a:lnTo>
                <a:lnTo>
                  <a:pt x="14580" y="35301"/>
                </a:lnTo>
                <a:lnTo>
                  <a:pt x="14672" y="35546"/>
                </a:lnTo>
                <a:lnTo>
                  <a:pt x="14762" y="35779"/>
                </a:lnTo>
                <a:lnTo>
                  <a:pt x="14854" y="36011"/>
                </a:lnTo>
                <a:lnTo>
                  <a:pt x="14945" y="36243"/>
                </a:lnTo>
                <a:lnTo>
                  <a:pt x="15082" y="36527"/>
                </a:lnTo>
                <a:lnTo>
                  <a:pt x="15174" y="36759"/>
                </a:lnTo>
                <a:lnTo>
                  <a:pt x="15266" y="37004"/>
                </a:lnTo>
                <a:lnTo>
                  <a:pt x="15357" y="37236"/>
                </a:lnTo>
                <a:lnTo>
                  <a:pt x="15448" y="37468"/>
                </a:lnTo>
                <a:lnTo>
                  <a:pt x="15586" y="37700"/>
                </a:lnTo>
                <a:lnTo>
                  <a:pt x="15676" y="37933"/>
                </a:lnTo>
                <a:lnTo>
                  <a:pt x="15768" y="38178"/>
                </a:lnTo>
                <a:lnTo>
                  <a:pt x="15860" y="38449"/>
                </a:lnTo>
                <a:lnTo>
                  <a:pt x="15951" y="38694"/>
                </a:lnTo>
                <a:lnTo>
                  <a:pt x="16088" y="38926"/>
                </a:lnTo>
                <a:lnTo>
                  <a:pt x="16180" y="39158"/>
                </a:lnTo>
                <a:lnTo>
                  <a:pt x="16271" y="39390"/>
                </a:lnTo>
                <a:lnTo>
                  <a:pt x="16362" y="39635"/>
                </a:lnTo>
                <a:lnTo>
                  <a:pt x="16453" y="39867"/>
                </a:lnTo>
                <a:lnTo>
                  <a:pt x="16590" y="40099"/>
                </a:lnTo>
                <a:lnTo>
                  <a:pt x="16682" y="40383"/>
                </a:lnTo>
                <a:lnTo>
                  <a:pt x="16774" y="40615"/>
                </a:lnTo>
                <a:lnTo>
                  <a:pt x="16865" y="40848"/>
                </a:lnTo>
                <a:lnTo>
                  <a:pt x="16956" y="41093"/>
                </a:lnTo>
                <a:lnTo>
                  <a:pt x="17094" y="41325"/>
                </a:lnTo>
                <a:lnTo>
                  <a:pt x="17184" y="41557"/>
                </a:lnTo>
                <a:lnTo>
                  <a:pt x="17276" y="41789"/>
                </a:lnTo>
                <a:lnTo>
                  <a:pt x="17368" y="42021"/>
                </a:lnTo>
                <a:lnTo>
                  <a:pt x="17459" y="42266"/>
                </a:lnTo>
                <a:lnTo>
                  <a:pt x="17596" y="42550"/>
                </a:lnTo>
                <a:lnTo>
                  <a:pt x="17688" y="42782"/>
                </a:lnTo>
                <a:lnTo>
                  <a:pt x="17780" y="43014"/>
                </a:lnTo>
                <a:lnTo>
                  <a:pt x="17870" y="43247"/>
                </a:lnTo>
                <a:lnTo>
                  <a:pt x="17962" y="43479"/>
                </a:lnTo>
                <a:lnTo>
                  <a:pt x="18099" y="43724"/>
                </a:lnTo>
                <a:lnTo>
                  <a:pt x="18190" y="43956"/>
                </a:lnTo>
                <a:lnTo>
                  <a:pt x="18282" y="44188"/>
                </a:lnTo>
                <a:lnTo>
                  <a:pt x="18374" y="44420"/>
                </a:lnTo>
                <a:lnTo>
                  <a:pt x="18465" y="44704"/>
                </a:lnTo>
                <a:lnTo>
                  <a:pt x="18602" y="44936"/>
                </a:lnTo>
                <a:lnTo>
                  <a:pt x="18694" y="45181"/>
                </a:lnTo>
                <a:lnTo>
                  <a:pt x="18784" y="45413"/>
                </a:lnTo>
                <a:lnTo>
                  <a:pt x="18876" y="45646"/>
                </a:lnTo>
                <a:lnTo>
                  <a:pt x="18967" y="45878"/>
                </a:lnTo>
                <a:lnTo>
                  <a:pt x="19104" y="46123"/>
                </a:lnTo>
                <a:lnTo>
                  <a:pt x="19196" y="46355"/>
                </a:lnTo>
                <a:lnTo>
                  <a:pt x="19288" y="46587"/>
                </a:lnTo>
                <a:lnTo>
                  <a:pt x="19379" y="46819"/>
                </a:lnTo>
                <a:lnTo>
                  <a:pt x="19470" y="47103"/>
                </a:lnTo>
                <a:lnTo>
                  <a:pt x="19608" y="47335"/>
                </a:lnTo>
                <a:lnTo>
                  <a:pt x="19698" y="47580"/>
                </a:lnTo>
                <a:lnTo>
                  <a:pt x="19790" y="47813"/>
                </a:lnTo>
                <a:lnTo>
                  <a:pt x="19882" y="48045"/>
                </a:lnTo>
                <a:lnTo>
                  <a:pt x="19973" y="48277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353318" y="4266024"/>
            <a:ext cx="20019" cy="46729"/>
          </a:xfrm>
          <a:custGeom>
            <a:avLst/>
            <a:gdLst/>
            <a:ahLst/>
            <a:cxnLst/>
            <a:rect l="l" t="t" r="r" b="b"/>
            <a:pathLst>
              <a:path w="20019" h="46729">
                <a:moveTo>
                  <a:pt x="0" y="0"/>
                </a:moveTo>
                <a:lnTo>
                  <a:pt x="136" y="232"/>
                </a:lnTo>
                <a:lnTo>
                  <a:pt x="228" y="477"/>
                </a:lnTo>
                <a:lnTo>
                  <a:pt x="318" y="709"/>
                </a:lnTo>
                <a:lnTo>
                  <a:pt x="410" y="941"/>
                </a:lnTo>
                <a:lnTo>
                  <a:pt x="502" y="1173"/>
                </a:lnTo>
                <a:lnTo>
                  <a:pt x="639" y="1457"/>
                </a:lnTo>
                <a:lnTo>
                  <a:pt x="730" y="1689"/>
                </a:lnTo>
                <a:lnTo>
                  <a:pt x="822" y="1934"/>
                </a:lnTo>
                <a:lnTo>
                  <a:pt x="914" y="2166"/>
                </a:lnTo>
                <a:lnTo>
                  <a:pt x="1004" y="2399"/>
                </a:lnTo>
                <a:lnTo>
                  <a:pt x="1142" y="2631"/>
                </a:lnTo>
                <a:lnTo>
                  <a:pt x="1233" y="2863"/>
                </a:lnTo>
                <a:lnTo>
                  <a:pt x="1324" y="3108"/>
                </a:lnTo>
                <a:lnTo>
                  <a:pt x="1416" y="3340"/>
                </a:lnTo>
                <a:lnTo>
                  <a:pt x="1508" y="3572"/>
                </a:lnTo>
                <a:lnTo>
                  <a:pt x="1645" y="3804"/>
                </a:lnTo>
                <a:lnTo>
                  <a:pt x="1736" y="4049"/>
                </a:lnTo>
                <a:lnTo>
                  <a:pt x="1828" y="4282"/>
                </a:lnTo>
                <a:lnTo>
                  <a:pt x="1918" y="4565"/>
                </a:lnTo>
                <a:lnTo>
                  <a:pt x="2010" y="4798"/>
                </a:lnTo>
                <a:lnTo>
                  <a:pt x="2147" y="5030"/>
                </a:lnTo>
                <a:lnTo>
                  <a:pt x="2238" y="5262"/>
                </a:lnTo>
                <a:lnTo>
                  <a:pt x="2330" y="5507"/>
                </a:lnTo>
                <a:lnTo>
                  <a:pt x="2422" y="5739"/>
                </a:lnTo>
                <a:lnTo>
                  <a:pt x="2513" y="5971"/>
                </a:lnTo>
                <a:lnTo>
                  <a:pt x="2650" y="6203"/>
                </a:lnTo>
                <a:lnTo>
                  <a:pt x="2742" y="6436"/>
                </a:lnTo>
                <a:lnTo>
                  <a:pt x="2832" y="6681"/>
                </a:lnTo>
                <a:lnTo>
                  <a:pt x="2924" y="6913"/>
                </a:lnTo>
                <a:lnTo>
                  <a:pt x="3016" y="7145"/>
                </a:lnTo>
                <a:lnTo>
                  <a:pt x="3153" y="7377"/>
                </a:lnTo>
                <a:lnTo>
                  <a:pt x="3244" y="7622"/>
                </a:lnTo>
                <a:lnTo>
                  <a:pt x="3336" y="7893"/>
                </a:lnTo>
                <a:lnTo>
                  <a:pt x="3426" y="8138"/>
                </a:lnTo>
                <a:lnTo>
                  <a:pt x="3518" y="8370"/>
                </a:lnTo>
                <a:lnTo>
                  <a:pt x="3655" y="8602"/>
                </a:lnTo>
                <a:lnTo>
                  <a:pt x="3747" y="8835"/>
                </a:lnTo>
                <a:lnTo>
                  <a:pt x="3838" y="9080"/>
                </a:lnTo>
                <a:lnTo>
                  <a:pt x="3930" y="9312"/>
                </a:lnTo>
                <a:lnTo>
                  <a:pt x="4022" y="9544"/>
                </a:lnTo>
                <a:lnTo>
                  <a:pt x="4159" y="9776"/>
                </a:lnTo>
                <a:lnTo>
                  <a:pt x="4250" y="10008"/>
                </a:lnTo>
                <a:lnTo>
                  <a:pt x="4341" y="10253"/>
                </a:lnTo>
                <a:lnTo>
                  <a:pt x="4432" y="10486"/>
                </a:lnTo>
                <a:lnTo>
                  <a:pt x="4524" y="10718"/>
                </a:lnTo>
                <a:lnTo>
                  <a:pt x="4661" y="10950"/>
                </a:lnTo>
                <a:lnTo>
                  <a:pt x="4752" y="11195"/>
                </a:lnTo>
                <a:lnTo>
                  <a:pt x="4844" y="11427"/>
                </a:lnTo>
                <a:lnTo>
                  <a:pt x="4936" y="11659"/>
                </a:lnTo>
                <a:lnTo>
                  <a:pt x="5026" y="11891"/>
                </a:lnTo>
                <a:lnTo>
                  <a:pt x="5164" y="12175"/>
                </a:lnTo>
                <a:lnTo>
                  <a:pt x="5255" y="12407"/>
                </a:lnTo>
                <a:lnTo>
                  <a:pt x="5346" y="12652"/>
                </a:lnTo>
                <a:lnTo>
                  <a:pt x="5438" y="12885"/>
                </a:lnTo>
                <a:lnTo>
                  <a:pt x="5530" y="13117"/>
                </a:lnTo>
                <a:lnTo>
                  <a:pt x="5667" y="13349"/>
                </a:lnTo>
                <a:lnTo>
                  <a:pt x="5758" y="13581"/>
                </a:lnTo>
                <a:lnTo>
                  <a:pt x="5850" y="13826"/>
                </a:lnTo>
                <a:lnTo>
                  <a:pt x="5940" y="14058"/>
                </a:lnTo>
                <a:lnTo>
                  <a:pt x="6079" y="14291"/>
                </a:lnTo>
                <a:lnTo>
                  <a:pt x="6169" y="14523"/>
                </a:lnTo>
                <a:lnTo>
                  <a:pt x="6261" y="14768"/>
                </a:lnTo>
                <a:lnTo>
                  <a:pt x="6352" y="15000"/>
                </a:lnTo>
                <a:lnTo>
                  <a:pt x="6444" y="15232"/>
                </a:lnTo>
                <a:lnTo>
                  <a:pt x="6581" y="15464"/>
                </a:lnTo>
                <a:lnTo>
                  <a:pt x="6673" y="15696"/>
                </a:lnTo>
                <a:lnTo>
                  <a:pt x="6763" y="15941"/>
                </a:lnTo>
                <a:lnTo>
                  <a:pt x="6855" y="16174"/>
                </a:lnTo>
                <a:lnTo>
                  <a:pt x="6946" y="16406"/>
                </a:lnTo>
                <a:lnTo>
                  <a:pt x="7083" y="16638"/>
                </a:lnTo>
                <a:lnTo>
                  <a:pt x="7175" y="16883"/>
                </a:lnTo>
                <a:lnTo>
                  <a:pt x="7266" y="17115"/>
                </a:lnTo>
                <a:lnTo>
                  <a:pt x="7358" y="17347"/>
                </a:lnTo>
                <a:lnTo>
                  <a:pt x="7449" y="17580"/>
                </a:lnTo>
                <a:lnTo>
                  <a:pt x="7587" y="17812"/>
                </a:lnTo>
                <a:lnTo>
                  <a:pt x="7677" y="18057"/>
                </a:lnTo>
                <a:lnTo>
                  <a:pt x="7769" y="18289"/>
                </a:lnTo>
                <a:lnTo>
                  <a:pt x="7860" y="18521"/>
                </a:lnTo>
                <a:lnTo>
                  <a:pt x="7952" y="18753"/>
                </a:lnTo>
                <a:lnTo>
                  <a:pt x="8089" y="18998"/>
                </a:lnTo>
                <a:lnTo>
                  <a:pt x="8181" y="19230"/>
                </a:lnTo>
                <a:lnTo>
                  <a:pt x="8272" y="19463"/>
                </a:lnTo>
                <a:lnTo>
                  <a:pt x="8363" y="19746"/>
                </a:lnTo>
                <a:lnTo>
                  <a:pt x="8454" y="19979"/>
                </a:lnTo>
                <a:lnTo>
                  <a:pt x="8591" y="20211"/>
                </a:lnTo>
                <a:lnTo>
                  <a:pt x="8683" y="20456"/>
                </a:lnTo>
                <a:lnTo>
                  <a:pt x="8775" y="20688"/>
                </a:lnTo>
                <a:lnTo>
                  <a:pt x="8866" y="20920"/>
                </a:lnTo>
                <a:lnTo>
                  <a:pt x="8958" y="21152"/>
                </a:lnTo>
                <a:lnTo>
                  <a:pt x="9095" y="21384"/>
                </a:lnTo>
                <a:lnTo>
                  <a:pt x="9187" y="21630"/>
                </a:lnTo>
                <a:lnTo>
                  <a:pt x="9277" y="21862"/>
                </a:lnTo>
                <a:lnTo>
                  <a:pt x="9369" y="22094"/>
                </a:lnTo>
                <a:lnTo>
                  <a:pt x="9460" y="22326"/>
                </a:lnTo>
                <a:lnTo>
                  <a:pt x="9597" y="22571"/>
                </a:lnTo>
                <a:lnTo>
                  <a:pt x="9689" y="22803"/>
                </a:lnTo>
                <a:lnTo>
                  <a:pt x="9780" y="23035"/>
                </a:lnTo>
                <a:lnTo>
                  <a:pt x="9871" y="23268"/>
                </a:lnTo>
                <a:lnTo>
                  <a:pt x="9963" y="23500"/>
                </a:lnTo>
                <a:lnTo>
                  <a:pt x="10099" y="23745"/>
                </a:lnTo>
                <a:lnTo>
                  <a:pt x="10191" y="23977"/>
                </a:lnTo>
                <a:lnTo>
                  <a:pt x="10283" y="24209"/>
                </a:lnTo>
                <a:lnTo>
                  <a:pt x="10374" y="24441"/>
                </a:lnTo>
                <a:lnTo>
                  <a:pt x="10466" y="24686"/>
                </a:lnTo>
                <a:lnTo>
                  <a:pt x="10603" y="24918"/>
                </a:lnTo>
                <a:lnTo>
                  <a:pt x="10695" y="25151"/>
                </a:lnTo>
                <a:lnTo>
                  <a:pt x="10785" y="25383"/>
                </a:lnTo>
                <a:lnTo>
                  <a:pt x="10877" y="25615"/>
                </a:lnTo>
                <a:lnTo>
                  <a:pt x="10968" y="25860"/>
                </a:lnTo>
                <a:lnTo>
                  <a:pt x="11105" y="26092"/>
                </a:lnTo>
                <a:lnTo>
                  <a:pt x="11197" y="26324"/>
                </a:lnTo>
                <a:lnTo>
                  <a:pt x="11289" y="26557"/>
                </a:lnTo>
                <a:lnTo>
                  <a:pt x="11380" y="26802"/>
                </a:lnTo>
                <a:lnTo>
                  <a:pt x="11471" y="27034"/>
                </a:lnTo>
                <a:lnTo>
                  <a:pt x="11609" y="27266"/>
                </a:lnTo>
                <a:lnTo>
                  <a:pt x="11699" y="27459"/>
                </a:lnTo>
                <a:lnTo>
                  <a:pt x="11791" y="27692"/>
                </a:lnTo>
                <a:lnTo>
                  <a:pt x="11883" y="27924"/>
                </a:lnTo>
                <a:lnTo>
                  <a:pt x="11974" y="28156"/>
                </a:lnTo>
                <a:lnTo>
                  <a:pt x="12111" y="28388"/>
                </a:lnTo>
                <a:lnTo>
                  <a:pt x="12203" y="28633"/>
                </a:lnTo>
                <a:lnTo>
                  <a:pt x="12294" y="28865"/>
                </a:lnTo>
                <a:lnTo>
                  <a:pt x="12385" y="29097"/>
                </a:lnTo>
                <a:lnTo>
                  <a:pt x="12477" y="29330"/>
                </a:lnTo>
                <a:lnTo>
                  <a:pt x="12613" y="29575"/>
                </a:lnTo>
                <a:lnTo>
                  <a:pt x="12705" y="29807"/>
                </a:lnTo>
                <a:lnTo>
                  <a:pt x="12797" y="30039"/>
                </a:lnTo>
                <a:lnTo>
                  <a:pt x="12888" y="30271"/>
                </a:lnTo>
                <a:lnTo>
                  <a:pt x="12979" y="30503"/>
                </a:lnTo>
                <a:lnTo>
                  <a:pt x="13117" y="30748"/>
                </a:lnTo>
                <a:lnTo>
                  <a:pt x="13207" y="30981"/>
                </a:lnTo>
                <a:lnTo>
                  <a:pt x="13299" y="31213"/>
                </a:lnTo>
                <a:lnTo>
                  <a:pt x="13391" y="31445"/>
                </a:lnTo>
                <a:lnTo>
                  <a:pt x="13482" y="31690"/>
                </a:lnTo>
                <a:lnTo>
                  <a:pt x="13619" y="31922"/>
                </a:lnTo>
                <a:lnTo>
                  <a:pt x="13711" y="32154"/>
                </a:lnTo>
                <a:lnTo>
                  <a:pt x="13803" y="32386"/>
                </a:lnTo>
                <a:lnTo>
                  <a:pt x="13893" y="32619"/>
                </a:lnTo>
                <a:lnTo>
                  <a:pt x="13985" y="32864"/>
                </a:lnTo>
                <a:lnTo>
                  <a:pt x="14122" y="33096"/>
                </a:lnTo>
                <a:lnTo>
                  <a:pt x="14213" y="33328"/>
                </a:lnTo>
                <a:lnTo>
                  <a:pt x="14305" y="33560"/>
                </a:lnTo>
                <a:lnTo>
                  <a:pt x="14397" y="33805"/>
                </a:lnTo>
                <a:lnTo>
                  <a:pt x="14488" y="34037"/>
                </a:lnTo>
                <a:lnTo>
                  <a:pt x="14625" y="34270"/>
                </a:lnTo>
                <a:lnTo>
                  <a:pt x="14717" y="34463"/>
                </a:lnTo>
                <a:lnTo>
                  <a:pt x="14807" y="34695"/>
                </a:lnTo>
                <a:lnTo>
                  <a:pt x="14899" y="34927"/>
                </a:lnTo>
                <a:lnTo>
                  <a:pt x="14991" y="35160"/>
                </a:lnTo>
                <a:lnTo>
                  <a:pt x="15127" y="35392"/>
                </a:lnTo>
                <a:lnTo>
                  <a:pt x="15219" y="35637"/>
                </a:lnTo>
                <a:lnTo>
                  <a:pt x="15311" y="35869"/>
                </a:lnTo>
                <a:lnTo>
                  <a:pt x="15401" y="36101"/>
                </a:lnTo>
                <a:lnTo>
                  <a:pt x="15493" y="36333"/>
                </a:lnTo>
                <a:lnTo>
                  <a:pt x="15630" y="36578"/>
                </a:lnTo>
                <a:lnTo>
                  <a:pt x="15721" y="36810"/>
                </a:lnTo>
                <a:lnTo>
                  <a:pt x="15813" y="37043"/>
                </a:lnTo>
                <a:lnTo>
                  <a:pt x="15905" y="37275"/>
                </a:lnTo>
                <a:lnTo>
                  <a:pt x="15996" y="37507"/>
                </a:lnTo>
                <a:lnTo>
                  <a:pt x="16133" y="37752"/>
                </a:lnTo>
                <a:lnTo>
                  <a:pt x="16225" y="37984"/>
                </a:lnTo>
                <a:lnTo>
                  <a:pt x="16315" y="38216"/>
                </a:lnTo>
                <a:lnTo>
                  <a:pt x="16407" y="38410"/>
                </a:lnTo>
                <a:lnTo>
                  <a:pt x="16499" y="38642"/>
                </a:lnTo>
                <a:lnTo>
                  <a:pt x="16636" y="38874"/>
                </a:lnTo>
                <a:lnTo>
                  <a:pt x="16727" y="39106"/>
                </a:lnTo>
                <a:lnTo>
                  <a:pt x="16819" y="39351"/>
                </a:lnTo>
                <a:lnTo>
                  <a:pt x="16911" y="39584"/>
                </a:lnTo>
                <a:lnTo>
                  <a:pt x="17001" y="39816"/>
                </a:lnTo>
                <a:lnTo>
                  <a:pt x="17139" y="40048"/>
                </a:lnTo>
                <a:lnTo>
                  <a:pt x="17230" y="40280"/>
                </a:lnTo>
                <a:lnTo>
                  <a:pt x="17321" y="40525"/>
                </a:lnTo>
                <a:lnTo>
                  <a:pt x="17413" y="40757"/>
                </a:lnTo>
                <a:lnTo>
                  <a:pt x="17505" y="40989"/>
                </a:lnTo>
                <a:lnTo>
                  <a:pt x="17641" y="41222"/>
                </a:lnTo>
                <a:lnTo>
                  <a:pt x="17733" y="41467"/>
                </a:lnTo>
                <a:lnTo>
                  <a:pt x="17825" y="41647"/>
                </a:lnTo>
                <a:lnTo>
                  <a:pt x="17915" y="41879"/>
                </a:lnTo>
                <a:lnTo>
                  <a:pt x="18007" y="42124"/>
                </a:lnTo>
                <a:lnTo>
                  <a:pt x="18144" y="42357"/>
                </a:lnTo>
                <a:lnTo>
                  <a:pt x="18235" y="42589"/>
                </a:lnTo>
                <a:lnTo>
                  <a:pt x="18327" y="42821"/>
                </a:lnTo>
                <a:lnTo>
                  <a:pt x="18419" y="43053"/>
                </a:lnTo>
                <a:lnTo>
                  <a:pt x="18509" y="43298"/>
                </a:lnTo>
                <a:lnTo>
                  <a:pt x="18647" y="43530"/>
                </a:lnTo>
                <a:lnTo>
                  <a:pt x="18738" y="43763"/>
                </a:lnTo>
                <a:lnTo>
                  <a:pt x="18829" y="43995"/>
                </a:lnTo>
                <a:lnTo>
                  <a:pt x="18921" y="44188"/>
                </a:lnTo>
                <a:lnTo>
                  <a:pt x="19013" y="44420"/>
                </a:lnTo>
                <a:lnTo>
                  <a:pt x="19150" y="44652"/>
                </a:lnTo>
                <a:lnTo>
                  <a:pt x="19241" y="44898"/>
                </a:lnTo>
                <a:lnTo>
                  <a:pt x="19333" y="45130"/>
                </a:lnTo>
                <a:lnTo>
                  <a:pt x="19423" y="45362"/>
                </a:lnTo>
                <a:lnTo>
                  <a:pt x="19515" y="45594"/>
                </a:lnTo>
                <a:lnTo>
                  <a:pt x="19652" y="45839"/>
                </a:lnTo>
                <a:lnTo>
                  <a:pt x="19744" y="46071"/>
                </a:lnTo>
                <a:lnTo>
                  <a:pt x="19835" y="46252"/>
                </a:lnTo>
                <a:lnTo>
                  <a:pt x="19927" y="46497"/>
                </a:lnTo>
                <a:lnTo>
                  <a:pt x="20019" y="46729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373337" y="4312754"/>
            <a:ext cx="20024" cy="44511"/>
          </a:xfrm>
          <a:custGeom>
            <a:avLst/>
            <a:gdLst/>
            <a:ahLst/>
            <a:cxnLst/>
            <a:rect l="l" t="t" r="r" b="b"/>
            <a:pathLst>
              <a:path w="20024" h="44511">
                <a:moveTo>
                  <a:pt x="0" y="0"/>
                </a:moveTo>
                <a:lnTo>
                  <a:pt x="136" y="232"/>
                </a:lnTo>
                <a:lnTo>
                  <a:pt x="228" y="464"/>
                </a:lnTo>
                <a:lnTo>
                  <a:pt x="318" y="696"/>
                </a:lnTo>
                <a:lnTo>
                  <a:pt x="410" y="941"/>
                </a:lnTo>
                <a:lnTo>
                  <a:pt x="502" y="1173"/>
                </a:lnTo>
                <a:lnTo>
                  <a:pt x="639" y="1405"/>
                </a:lnTo>
                <a:lnTo>
                  <a:pt x="730" y="1599"/>
                </a:lnTo>
                <a:lnTo>
                  <a:pt x="822" y="1831"/>
                </a:lnTo>
                <a:lnTo>
                  <a:pt x="914" y="2063"/>
                </a:lnTo>
                <a:lnTo>
                  <a:pt x="1004" y="2295"/>
                </a:lnTo>
                <a:lnTo>
                  <a:pt x="1142" y="2540"/>
                </a:lnTo>
                <a:lnTo>
                  <a:pt x="1233" y="2773"/>
                </a:lnTo>
                <a:lnTo>
                  <a:pt x="1324" y="3005"/>
                </a:lnTo>
                <a:lnTo>
                  <a:pt x="1416" y="3237"/>
                </a:lnTo>
                <a:lnTo>
                  <a:pt x="1508" y="3430"/>
                </a:lnTo>
                <a:lnTo>
                  <a:pt x="1645" y="3663"/>
                </a:lnTo>
                <a:lnTo>
                  <a:pt x="1736" y="3895"/>
                </a:lnTo>
                <a:lnTo>
                  <a:pt x="1827" y="4127"/>
                </a:lnTo>
                <a:lnTo>
                  <a:pt x="1918" y="4372"/>
                </a:lnTo>
                <a:lnTo>
                  <a:pt x="2010" y="4604"/>
                </a:lnTo>
                <a:lnTo>
                  <a:pt x="2147" y="4836"/>
                </a:lnTo>
                <a:lnTo>
                  <a:pt x="2238" y="5068"/>
                </a:lnTo>
                <a:lnTo>
                  <a:pt x="2330" y="5262"/>
                </a:lnTo>
                <a:lnTo>
                  <a:pt x="2422" y="5494"/>
                </a:lnTo>
                <a:lnTo>
                  <a:pt x="2512" y="5726"/>
                </a:lnTo>
                <a:lnTo>
                  <a:pt x="2650" y="5971"/>
                </a:lnTo>
                <a:lnTo>
                  <a:pt x="2741" y="6203"/>
                </a:lnTo>
                <a:lnTo>
                  <a:pt x="2832" y="6436"/>
                </a:lnTo>
                <a:lnTo>
                  <a:pt x="2924" y="6668"/>
                </a:lnTo>
                <a:lnTo>
                  <a:pt x="3016" y="6861"/>
                </a:lnTo>
                <a:lnTo>
                  <a:pt x="3153" y="7093"/>
                </a:lnTo>
                <a:lnTo>
                  <a:pt x="3244" y="7326"/>
                </a:lnTo>
                <a:lnTo>
                  <a:pt x="3336" y="7571"/>
                </a:lnTo>
                <a:lnTo>
                  <a:pt x="3426" y="7803"/>
                </a:lnTo>
                <a:lnTo>
                  <a:pt x="3518" y="8035"/>
                </a:lnTo>
                <a:lnTo>
                  <a:pt x="3655" y="8228"/>
                </a:lnTo>
                <a:lnTo>
                  <a:pt x="3747" y="8461"/>
                </a:lnTo>
                <a:lnTo>
                  <a:pt x="3838" y="8693"/>
                </a:lnTo>
                <a:lnTo>
                  <a:pt x="3930" y="8925"/>
                </a:lnTo>
                <a:lnTo>
                  <a:pt x="4022" y="9157"/>
                </a:lnTo>
                <a:lnTo>
                  <a:pt x="4159" y="9402"/>
                </a:lnTo>
                <a:lnTo>
                  <a:pt x="4250" y="9634"/>
                </a:lnTo>
                <a:lnTo>
                  <a:pt x="4341" y="9815"/>
                </a:lnTo>
                <a:lnTo>
                  <a:pt x="4432" y="10060"/>
                </a:lnTo>
                <a:lnTo>
                  <a:pt x="4524" y="10292"/>
                </a:lnTo>
                <a:lnTo>
                  <a:pt x="4661" y="10524"/>
                </a:lnTo>
                <a:lnTo>
                  <a:pt x="4752" y="10756"/>
                </a:lnTo>
                <a:lnTo>
                  <a:pt x="4844" y="11002"/>
                </a:lnTo>
                <a:lnTo>
                  <a:pt x="4935" y="11182"/>
                </a:lnTo>
                <a:lnTo>
                  <a:pt x="5026" y="11414"/>
                </a:lnTo>
                <a:lnTo>
                  <a:pt x="5163" y="11659"/>
                </a:lnTo>
                <a:lnTo>
                  <a:pt x="5255" y="11891"/>
                </a:lnTo>
                <a:lnTo>
                  <a:pt x="5346" y="12124"/>
                </a:lnTo>
                <a:lnTo>
                  <a:pt x="5438" y="12317"/>
                </a:lnTo>
                <a:lnTo>
                  <a:pt x="5530" y="12549"/>
                </a:lnTo>
                <a:lnTo>
                  <a:pt x="5667" y="12781"/>
                </a:lnTo>
                <a:lnTo>
                  <a:pt x="5758" y="13014"/>
                </a:lnTo>
                <a:lnTo>
                  <a:pt x="5849" y="13246"/>
                </a:lnTo>
                <a:lnTo>
                  <a:pt x="5940" y="13491"/>
                </a:lnTo>
                <a:lnTo>
                  <a:pt x="6032" y="13671"/>
                </a:lnTo>
                <a:lnTo>
                  <a:pt x="6169" y="13916"/>
                </a:lnTo>
                <a:lnTo>
                  <a:pt x="6261" y="14149"/>
                </a:lnTo>
                <a:lnTo>
                  <a:pt x="6352" y="14381"/>
                </a:lnTo>
                <a:lnTo>
                  <a:pt x="6444" y="14613"/>
                </a:lnTo>
                <a:lnTo>
                  <a:pt x="6534" y="14806"/>
                </a:lnTo>
                <a:lnTo>
                  <a:pt x="6673" y="15039"/>
                </a:lnTo>
                <a:lnTo>
                  <a:pt x="6763" y="15271"/>
                </a:lnTo>
                <a:lnTo>
                  <a:pt x="6855" y="15503"/>
                </a:lnTo>
                <a:lnTo>
                  <a:pt x="6946" y="15748"/>
                </a:lnTo>
                <a:lnTo>
                  <a:pt x="7038" y="15929"/>
                </a:lnTo>
                <a:lnTo>
                  <a:pt x="7175" y="16161"/>
                </a:lnTo>
                <a:lnTo>
                  <a:pt x="7266" y="16406"/>
                </a:lnTo>
                <a:lnTo>
                  <a:pt x="7358" y="16638"/>
                </a:lnTo>
                <a:lnTo>
                  <a:pt x="7449" y="16870"/>
                </a:lnTo>
                <a:lnTo>
                  <a:pt x="7540" y="17064"/>
                </a:lnTo>
                <a:lnTo>
                  <a:pt x="7677" y="17296"/>
                </a:lnTo>
                <a:lnTo>
                  <a:pt x="7769" y="17528"/>
                </a:lnTo>
                <a:lnTo>
                  <a:pt x="7860" y="17760"/>
                </a:lnTo>
                <a:lnTo>
                  <a:pt x="7952" y="18005"/>
                </a:lnTo>
                <a:lnTo>
                  <a:pt x="8043" y="18186"/>
                </a:lnTo>
                <a:lnTo>
                  <a:pt x="8181" y="18418"/>
                </a:lnTo>
                <a:lnTo>
                  <a:pt x="8271" y="18663"/>
                </a:lnTo>
                <a:lnTo>
                  <a:pt x="8363" y="18895"/>
                </a:lnTo>
                <a:lnTo>
                  <a:pt x="8454" y="19127"/>
                </a:lnTo>
                <a:lnTo>
                  <a:pt x="8546" y="19321"/>
                </a:lnTo>
                <a:lnTo>
                  <a:pt x="8683" y="19553"/>
                </a:lnTo>
                <a:lnTo>
                  <a:pt x="8775" y="19785"/>
                </a:lnTo>
                <a:lnTo>
                  <a:pt x="8866" y="20017"/>
                </a:lnTo>
                <a:lnTo>
                  <a:pt x="8957" y="20211"/>
                </a:lnTo>
                <a:lnTo>
                  <a:pt x="9048" y="20443"/>
                </a:lnTo>
                <a:lnTo>
                  <a:pt x="9185" y="20675"/>
                </a:lnTo>
                <a:lnTo>
                  <a:pt x="9277" y="20920"/>
                </a:lnTo>
                <a:lnTo>
                  <a:pt x="9369" y="21101"/>
                </a:lnTo>
                <a:lnTo>
                  <a:pt x="9460" y="21333"/>
                </a:lnTo>
                <a:lnTo>
                  <a:pt x="9552" y="21578"/>
                </a:lnTo>
                <a:lnTo>
                  <a:pt x="9689" y="21810"/>
                </a:lnTo>
                <a:lnTo>
                  <a:pt x="9780" y="22042"/>
                </a:lnTo>
                <a:lnTo>
                  <a:pt x="9871" y="22236"/>
                </a:lnTo>
                <a:lnTo>
                  <a:pt x="9963" y="22468"/>
                </a:lnTo>
                <a:lnTo>
                  <a:pt x="10054" y="22700"/>
                </a:lnTo>
                <a:lnTo>
                  <a:pt x="10191" y="22932"/>
                </a:lnTo>
                <a:lnTo>
                  <a:pt x="10283" y="23126"/>
                </a:lnTo>
                <a:lnTo>
                  <a:pt x="10374" y="23358"/>
                </a:lnTo>
                <a:lnTo>
                  <a:pt x="10466" y="23590"/>
                </a:lnTo>
                <a:lnTo>
                  <a:pt x="10557" y="23822"/>
                </a:lnTo>
                <a:lnTo>
                  <a:pt x="10695" y="24016"/>
                </a:lnTo>
                <a:lnTo>
                  <a:pt x="10785" y="24248"/>
                </a:lnTo>
                <a:lnTo>
                  <a:pt x="10877" y="24493"/>
                </a:lnTo>
                <a:lnTo>
                  <a:pt x="10968" y="24725"/>
                </a:lnTo>
                <a:lnTo>
                  <a:pt x="11060" y="24906"/>
                </a:lnTo>
                <a:lnTo>
                  <a:pt x="11197" y="25151"/>
                </a:lnTo>
                <a:lnTo>
                  <a:pt x="11289" y="25383"/>
                </a:lnTo>
                <a:lnTo>
                  <a:pt x="11379" y="25615"/>
                </a:lnTo>
                <a:lnTo>
                  <a:pt x="11471" y="25808"/>
                </a:lnTo>
                <a:lnTo>
                  <a:pt x="11562" y="26041"/>
                </a:lnTo>
                <a:lnTo>
                  <a:pt x="11699" y="26273"/>
                </a:lnTo>
                <a:lnTo>
                  <a:pt x="11791" y="26505"/>
                </a:lnTo>
                <a:lnTo>
                  <a:pt x="11883" y="26698"/>
                </a:lnTo>
                <a:lnTo>
                  <a:pt x="11974" y="26931"/>
                </a:lnTo>
                <a:lnTo>
                  <a:pt x="12065" y="27163"/>
                </a:lnTo>
                <a:lnTo>
                  <a:pt x="12203" y="27356"/>
                </a:lnTo>
                <a:lnTo>
                  <a:pt x="12293" y="27588"/>
                </a:lnTo>
                <a:lnTo>
                  <a:pt x="12385" y="27821"/>
                </a:lnTo>
                <a:lnTo>
                  <a:pt x="12477" y="28053"/>
                </a:lnTo>
                <a:lnTo>
                  <a:pt x="12568" y="28246"/>
                </a:lnTo>
                <a:lnTo>
                  <a:pt x="12705" y="28478"/>
                </a:lnTo>
                <a:lnTo>
                  <a:pt x="12797" y="28723"/>
                </a:lnTo>
                <a:lnTo>
                  <a:pt x="12888" y="28956"/>
                </a:lnTo>
                <a:lnTo>
                  <a:pt x="12979" y="29136"/>
                </a:lnTo>
                <a:lnTo>
                  <a:pt x="13071" y="29381"/>
                </a:lnTo>
                <a:lnTo>
                  <a:pt x="13207" y="29613"/>
                </a:lnTo>
                <a:lnTo>
                  <a:pt x="13299" y="29794"/>
                </a:lnTo>
                <a:lnTo>
                  <a:pt x="13391" y="30039"/>
                </a:lnTo>
                <a:lnTo>
                  <a:pt x="13482" y="30271"/>
                </a:lnTo>
                <a:lnTo>
                  <a:pt x="13574" y="30503"/>
                </a:lnTo>
                <a:lnTo>
                  <a:pt x="13711" y="30697"/>
                </a:lnTo>
                <a:lnTo>
                  <a:pt x="13803" y="30929"/>
                </a:lnTo>
                <a:lnTo>
                  <a:pt x="13893" y="31161"/>
                </a:lnTo>
                <a:lnTo>
                  <a:pt x="13985" y="31355"/>
                </a:lnTo>
                <a:lnTo>
                  <a:pt x="14076" y="31587"/>
                </a:lnTo>
                <a:lnTo>
                  <a:pt x="14213" y="31819"/>
                </a:lnTo>
                <a:lnTo>
                  <a:pt x="14305" y="32012"/>
                </a:lnTo>
                <a:lnTo>
                  <a:pt x="14397" y="32245"/>
                </a:lnTo>
                <a:lnTo>
                  <a:pt x="14487" y="32477"/>
                </a:lnTo>
                <a:lnTo>
                  <a:pt x="14579" y="32709"/>
                </a:lnTo>
                <a:lnTo>
                  <a:pt x="14716" y="32902"/>
                </a:lnTo>
                <a:lnTo>
                  <a:pt x="14807" y="33135"/>
                </a:lnTo>
                <a:lnTo>
                  <a:pt x="14899" y="33367"/>
                </a:lnTo>
                <a:lnTo>
                  <a:pt x="14991" y="33560"/>
                </a:lnTo>
                <a:lnTo>
                  <a:pt x="15082" y="33792"/>
                </a:lnTo>
                <a:lnTo>
                  <a:pt x="15219" y="34025"/>
                </a:lnTo>
                <a:lnTo>
                  <a:pt x="15311" y="34218"/>
                </a:lnTo>
                <a:lnTo>
                  <a:pt x="15401" y="34450"/>
                </a:lnTo>
                <a:lnTo>
                  <a:pt x="15493" y="34682"/>
                </a:lnTo>
                <a:lnTo>
                  <a:pt x="15585" y="34876"/>
                </a:lnTo>
                <a:lnTo>
                  <a:pt x="15721" y="35108"/>
                </a:lnTo>
                <a:lnTo>
                  <a:pt x="15813" y="35340"/>
                </a:lnTo>
                <a:lnTo>
                  <a:pt x="15905" y="35534"/>
                </a:lnTo>
                <a:lnTo>
                  <a:pt x="15996" y="35766"/>
                </a:lnTo>
                <a:lnTo>
                  <a:pt x="16087" y="35998"/>
                </a:lnTo>
                <a:lnTo>
                  <a:pt x="16225" y="36191"/>
                </a:lnTo>
                <a:lnTo>
                  <a:pt x="16315" y="36424"/>
                </a:lnTo>
                <a:lnTo>
                  <a:pt x="16407" y="36656"/>
                </a:lnTo>
                <a:lnTo>
                  <a:pt x="16499" y="36849"/>
                </a:lnTo>
                <a:lnTo>
                  <a:pt x="16590" y="37081"/>
                </a:lnTo>
                <a:lnTo>
                  <a:pt x="16727" y="37314"/>
                </a:lnTo>
                <a:lnTo>
                  <a:pt x="16819" y="37507"/>
                </a:lnTo>
                <a:lnTo>
                  <a:pt x="16911" y="37739"/>
                </a:lnTo>
                <a:lnTo>
                  <a:pt x="17001" y="37971"/>
                </a:lnTo>
                <a:lnTo>
                  <a:pt x="17093" y="38165"/>
                </a:lnTo>
                <a:lnTo>
                  <a:pt x="17230" y="38397"/>
                </a:lnTo>
                <a:lnTo>
                  <a:pt x="17321" y="38629"/>
                </a:lnTo>
                <a:lnTo>
                  <a:pt x="17413" y="38823"/>
                </a:lnTo>
                <a:lnTo>
                  <a:pt x="17505" y="39055"/>
                </a:lnTo>
                <a:lnTo>
                  <a:pt x="17595" y="39300"/>
                </a:lnTo>
                <a:lnTo>
                  <a:pt x="17733" y="39480"/>
                </a:lnTo>
                <a:lnTo>
                  <a:pt x="17824" y="39713"/>
                </a:lnTo>
                <a:lnTo>
                  <a:pt x="17915" y="39958"/>
                </a:lnTo>
                <a:lnTo>
                  <a:pt x="18007" y="40138"/>
                </a:lnTo>
                <a:lnTo>
                  <a:pt x="18099" y="40370"/>
                </a:lnTo>
                <a:lnTo>
                  <a:pt x="18235" y="40615"/>
                </a:lnTo>
                <a:lnTo>
                  <a:pt x="18327" y="40796"/>
                </a:lnTo>
                <a:lnTo>
                  <a:pt x="18419" y="41028"/>
                </a:lnTo>
                <a:lnTo>
                  <a:pt x="18509" y="41222"/>
                </a:lnTo>
                <a:lnTo>
                  <a:pt x="18601" y="41454"/>
                </a:lnTo>
                <a:lnTo>
                  <a:pt x="18738" y="41686"/>
                </a:lnTo>
                <a:lnTo>
                  <a:pt x="18829" y="41879"/>
                </a:lnTo>
                <a:lnTo>
                  <a:pt x="18921" y="42112"/>
                </a:lnTo>
                <a:lnTo>
                  <a:pt x="19013" y="42344"/>
                </a:lnTo>
                <a:lnTo>
                  <a:pt x="19104" y="42537"/>
                </a:lnTo>
                <a:lnTo>
                  <a:pt x="19241" y="42769"/>
                </a:lnTo>
                <a:lnTo>
                  <a:pt x="19333" y="42963"/>
                </a:lnTo>
                <a:lnTo>
                  <a:pt x="19423" y="43195"/>
                </a:lnTo>
                <a:lnTo>
                  <a:pt x="19515" y="43427"/>
                </a:lnTo>
                <a:lnTo>
                  <a:pt x="19607" y="43621"/>
                </a:lnTo>
                <a:lnTo>
                  <a:pt x="19744" y="43853"/>
                </a:lnTo>
                <a:lnTo>
                  <a:pt x="19835" y="44085"/>
                </a:lnTo>
                <a:lnTo>
                  <a:pt x="19927" y="44278"/>
                </a:lnTo>
                <a:lnTo>
                  <a:pt x="20024" y="4451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2393361" y="4357265"/>
            <a:ext cx="20016" cy="41557"/>
          </a:xfrm>
          <a:custGeom>
            <a:avLst/>
            <a:gdLst/>
            <a:ahLst/>
            <a:cxnLst/>
            <a:rect l="l" t="t" r="r" b="b"/>
            <a:pathLst>
              <a:path w="20016" h="41557">
                <a:moveTo>
                  <a:pt x="0" y="0"/>
                </a:moveTo>
                <a:lnTo>
                  <a:pt x="87" y="193"/>
                </a:lnTo>
                <a:lnTo>
                  <a:pt x="226" y="425"/>
                </a:lnTo>
                <a:lnTo>
                  <a:pt x="313" y="657"/>
                </a:lnTo>
                <a:lnTo>
                  <a:pt x="401" y="851"/>
                </a:lnTo>
                <a:lnTo>
                  <a:pt x="502" y="1083"/>
                </a:lnTo>
                <a:lnTo>
                  <a:pt x="590" y="1264"/>
                </a:lnTo>
                <a:lnTo>
                  <a:pt x="728" y="1509"/>
                </a:lnTo>
                <a:lnTo>
                  <a:pt x="816" y="1741"/>
                </a:lnTo>
                <a:lnTo>
                  <a:pt x="904" y="1921"/>
                </a:lnTo>
                <a:lnTo>
                  <a:pt x="1004" y="2166"/>
                </a:lnTo>
                <a:lnTo>
                  <a:pt x="1092" y="2347"/>
                </a:lnTo>
                <a:lnTo>
                  <a:pt x="1230" y="2579"/>
                </a:lnTo>
                <a:lnTo>
                  <a:pt x="1318" y="2824"/>
                </a:lnTo>
                <a:lnTo>
                  <a:pt x="1406" y="3005"/>
                </a:lnTo>
                <a:lnTo>
                  <a:pt x="1506" y="3250"/>
                </a:lnTo>
                <a:lnTo>
                  <a:pt x="1594" y="3430"/>
                </a:lnTo>
                <a:lnTo>
                  <a:pt x="1732" y="3663"/>
                </a:lnTo>
                <a:lnTo>
                  <a:pt x="1820" y="3908"/>
                </a:lnTo>
                <a:lnTo>
                  <a:pt x="1908" y="4088"/>
                </a:lnTo>
                <a:lnTo>
                  <a:pt x="2009" y="4320"/>
                </a:lnTo>
                <a:lnTo>
                  <a:pt x="2097" y="4514"/>
                </a:lnTo>
                <a:lnTo>
                  <a:pt x="2235" y="4746"/>
                </a:lnTo>
                <a:lnTo>
                  <a:pt x="2323" y="4939"/>
                </a:lnTo>
                <a:lnTo>
                  <a:pt x="2411" y="5172"/>
                </a:lnTo>
                <a:lnTo>
                  <a:pt x="2511" y="5404"/>
                </a:lnTo>
                <a:lnTo>
                  <a:pt x="2599" y="5597"/>
                </a:lnTo>
                <a:lnTo>
                  <a:pt x="2737" y="5829"/>
                </a:lnTo>
                <a:lnTo>
                  <a:pt x="2825" y="6023"/>
                </a:lnTo>
                <a:lnTo>
                  <a:pt x="2913" y="6255"/>
                </a:lnTo>
                <a:lnTo>
                  <a:pt x="3013" y="6436"/>
                </a:lnTo>
                <a:lnTo>
                  <a:pt x="3101" y="6681"/>
                </a:lnTo>
                <a:lnTo>
                  <a:pt x="3239" y="6913"/>
                </a:lnTo>
                <a:lnTo>
                  <a:pt x="3327" y="7093"/>
                </a:lnTo>
                <a:lnTo>
                  <a:pt x="3428" y="7338"/>
                </a:lnTo>
                <a:lnTo>
                  <a:pt x="3516" y="7519"/>
                </a:lnTo>
                <a:lnTo>
                  <a:pt x="3603" y="7751"/>
                </a:lnTo>
                <a:lnTo>
                  <a:pt x="3742" y="7945"/>
                </a:lnTo>
                <a:lnTo>
                  <a:pt x="3830" y="8177"/>
                </a:lnTo>
                <a:lnTo>
                  <a:pt x="3930" y="8370"/>
                </a:lnTo>
                <a:lnTo>
                  <a:pt x="4018" y="8602"/>
                </a:lnTo>
                <a:lnTo>
                  <a:pt x="4106" y="8835"/>
                </a:lnTo>
                <a:lnTo>
                  <a:pt x="4244" y="9028"/>
                </a:lnTo>
                <a:lnTo>
                  <a:pt x="4332" y="9260"/>
                </a:lnTo>
                <a:lnTo>
                  <a:pt x="4432" y="9454"/>
                </a:lnTo>
                <a:lnTo>
                  <a:pt x="4520" y="9686"/>
                </a:lnTo>
                <a:lnTo>
                  <a:pt x="4608" y="9866"/>
                </a:lnTo>
                <a:lnTo>
                  <a:pt x="4746" y="10112"/>
                </a:lnTo>
                <a:lnTo>
                  <a:pt x="4834" y="10292"/>
                </a:lnTo>
                <a:lnTo>
                  <a:pt x="4935" y="10524"/>
                </a:lnTo>
                <a:lnTo>
                  <a:pt x="5022" y="10718"/>
                </a:lnTo>
                <a:lnTo>
                  <a:pt x="5110" y="10950"/>
                </a:lnTo>
                <a:lnTo>
                  <a:pt x="5249" y="11143"/>
                </a:lnTo>
                <a:lnTo>
                  <a:pt x="5336" y="11376"/>
                </a:lnTo>
                <a:lnTo>
                  <a:pt x="5437" y="11569"/>
                </a:lnTo>
                <a:lnTo>
                  <a:pt x="5525" y="11801"/>
                </a:lnTo>
                <a:lnTo>
                  <a:pt x="5613" y="11982"/>
                </a:lnTo>
                <a:lnTo>
                  <a:pt x="5751" y="12227"/>
                </a:lnTo>
                <a:lnTo>
                  <a:pt x="5839" y="12459"/>
                </a:lnTo>
                <a:lnTo>
                  <a:pt x="5939" y="12640"/>
                </a:lnTo>
                <a:lnTo>
                  <a:pt x="6027" y="12885"/>
                </a:lnTo>
                <a:lnTo>
                  <a:pt x="6115" y="13065"/>
                </a:lnTo>
                <a:lnTo>
                  <a:pt x="6253" y="13297"/>
                </a:lnTo>
                <a:lnTo>
                  <a:pt x="6341" y="13491"/>
                </a:lnTo>
                <a:lnTo>
                  <a:pt x="6441" y="13723"/>
                </a:lnTo>
                <a:lnTo>
                  <a:pt x="6529" y="13916"/>
                </a:lnTo>
                <a:lnTo>
                  <a:pt x="6617" y="14149"/>
                </a:lnTo>
                <a:lnTo>
                  <a:pt x="6755" y="14342"/>
                </a:lnTo>
                <a:lnTo>
                  <a:pt x="6856" y="14574"/>
                </a:lnTo>
                <a:lnTo>
                  <a:pt x="6944" y="14755"/>
                </a:lnTo>
                <a:lnTo>
                  <a:pt x="7032" y="15000"/>
                </a:lnTo>
                <a:lnTo>
                  <a:pt x="7120" y="15180"/>
                </a:lnTo>
                <a:lnTo>
                  <a:pt x="7258" y="15413"/>
                </a:lnTo>
                <a:lnTo>
                  <a:pt x="7358" y="15606"/>
                </a:lnTo>
                <a:lnTo>
                  <a:pt x="7446" y="15838"/>
                </a:lnTo>
                <a:lnTo>
                  <a:pt x="7534" y="16032"/>
                </a:lnTo>
                <a:lnTo>
                  <a:pt x="7622" y="16264"/>
                </a:lnTo>
                <a:lnTo>
                  <a:pt x="7760" y="16457"/>
                </a:lnTo>
                <a:lnTo>
                  <a:pt x="7860" y="16690"/>
                </a:lnTo>
                <a:lnTo>
                  <a:pt x="7948" y="16870"/>
                </a:lnTo>
                <a:lnTo>
                  <a:pt x="8036" y="17064"/>
                </a:lnTo>
                <a:lnTo>
                  <a:pt x="8124" y="17296"/>
                </a:lnTo>
                <a:lnTo>
                  <a:pt x="8262" y="17489"/>
                </a:lnTo>
                <a:lnTo>
                  <a:pt x="8363" y="17721"/>
                </a:lnTo>
                <a:lnTo>
                  <a:pt x="8451" y="17915"/>
                </a:lnTo>
                <a:lnTo>
                  <a:pt x="8539" y="18147"/>
                </a:lnTo>
                <a:lnTo>
                  <a:pt x="8626" y="18328"/>
                </a:lnTo>
                <a:lnTo>
                  <a:pt x="8765" y="18573"/>
                </a:lnTo>
                <a:lnTo>
                  <a:pt x="8865" y="18753"/>
                </a:lnTo>
                <a:lnTo>
                  <a:pt x="8953" y="18985"/>
                </a:lnTo>
                <a:lnTo>
                  <a:pt x="9041" y="19179"/>
                </a:lnTo>
                <a:lnTo>
                  <a:pt x="9129" y="19411"/>
                </a:lnTo>
                <a:lnTo>
                  <a:pt x="9267" y="19605"/>
                </a:lnTo>
                <a:lnTo>
                  <a:pt x="9367" y="19837"/>
                </a:lnTo>
                <a:lnTo>
                  <a:pt x="9455" y="20030"/>
                </a:lnTo>
                <a:lnTo>
                  <a:pt x="9543" y="20211"/>
                </a:lnTo>
                <a:lnTo>
                  <a:pt x="9644" y="20443"/>
                </a:lnTo>
                <a:lnTo>
                  <a:pt x="9769" y="20636"/>
                </a:lnTo>
                <a:lnTo>
                  <a:pt x="9870" y="20869"/>
                </a:lnTo>
                <a:lnTo>
                  <a:pt x="9958" y="21062"/>
                </a:lnTo>
                <a:lnTo>
                  <a:pt x="10045" y="21294"/>
                </a:lnTo>
                <a:lnTo>
                  <a:pt x="10146" y="21488"/>
                </a:lnTo>
                <a:lnTo>
                  <a:pt x="10271" y="21720"/>
                </a:lnTo>
                <a:lnTo>
                  <a:pt x="10372" y="21900"/>
                </a:lnTo>
                <a:lnTo>
                  <a:pt x="10460" y="22094"/>
                </a:lnTo>
                <a:lnTo>
                  <a:pt x="10548" y="22326"/>
                </a:lnTo>
                <a:lnTo>
                  <a:pt x="10648" y="22519"/>
                </a:lnTo>
                <a:lnTo>
                  <a:pt x="10786" y="22752"/>
                </a:lnTo>
                <a:lnTo>
                  <a:pt x="10874" y="22945"/>
                </a:lnTo>
                <a:lnTo>
                  <a:pt x="10962" y="23177"/>
                </a:lnTo>
                <a:lnTo>
                  <a:pt x="11050" y="23358"/>
                </a:lnTo>
                <a:lnTo>
                  <a:pt x="11150" y="23551"/>
                </a:lnTo>
                <a:lnTo>
                  <a:pt x="11289" y="23783"/>
                </a:lnTo>
                <a:lnTo>
                  <a:pt x="11377" y="23977"/>
                </a:lnTo>
                <a:lnTo>
                  <a:pt x="11464" y="24209"/>
                </a:lnTo>
                <a:lnTo>
                  <a:pt x="11552" y="24403"/>
                </a:lnTo>
                <a:lnTo>
                  <a:pt x="11653" y="24635"/>
                </a:lnTo>
                <a:lnTo>
                  <a:pt x="11791" y="24815"/>
                </a:lnTo>
                <a:lnTo>
                  <a:pt x="11879" y="25009"/>
                </a:lnTo>
                <a:lnTo>
                  <a:pt x="11967" y="25241"/>
                </a:lnTo>
                <a:lnTo>
                  <a:pt x="12055" y="25434"/>
                </a:lnTo>
                <a:lnTo>
                  <a:pt x="12155" y="25667"/>
                </a:lnTo>
                <a:lnTo>
                  <a:pt x="12293" y="25847"/>
                </a:lnTo>
                <a:lnTo>
                  <a:pt x="12381" y="26041"/>
                </a:lnTo>
                <a:lnTo>
                  <a:pt x="12469" y="26273"/>
                </a:lnTo>
                <a:lnTo>
                  <a:pt x="12557" y="26466"/>
                </a:lnTo>
                <a:lnTo>
                  <a:pt x="12657" y="26698"/>
                </a:lnTo>
                <a:lnTo>
                  <a:pt x="12796" y="26892"/>
                </a:lnTo>
                <a:lnTo>
                  <a:pt x="12883" y="27072"/>
                </a:lnTo>
                <a:lnTo>
                  <a:pt x="12971" y="27305"/>
                </a:lnTo>
                <a:lnTo>
                  <a:pt x="13072" y="27498"/>
                </a:lnTo>
                <a:lnTo>
                  <a:pt x="13160" y="27730"/>
                </a:lnTo>
                <a:lnTo>
                  <a:pt x="13298" y="27924"/>
                </a:lnTo>
                <a:lnTo>
                  <a:pt x="13386" y="28104"/>
                </a:lnTo>
                <a:lnTo>
                  <a:pt x="13474" y="28349"/>
                </a:lnTo>
                <a:lnTo>
                  <a:pt x="13574" y="28530"/>
                </a:lnTo>
                <a:lnTo>
                  <a:pt x="13662" y="28762"/>
                </a:lnTo>
                <a:lnTo>
                  <a:pt x="13800" y="28956"/>
                </a:lnTo>
                <a:lnTo>
                  <a:pt x="13888" y="29149"/>
                </a:lnTo>
                <a:lnTo>
                  <a:pt x="13976" y="29381"/>
                </a:lnTo>
                <a:lnTo>
                  <a:pt x="14076" y="29562"/>
                </a:lnTo>
                <a:lnTo>
                  <a:pt x="14164" y="29755"/>
                </a:lnTo>
                <a:lnTo>
                  <a:pt x="14302" y="29987"/>
                </a:lnTo>
                <a:lnTo>
                  <a:pt x="14390" y="30181"/>
                </a:lnTo>
                <a:lnTo>
                  <a:pt x="14478" y="30413"/>
                </a:lnTo>
                <a:lnTo>
                  <a:pt x="14579" y="30607"/>
                </a:lnTo>
                <a:lnTo>
                  <a:pt x="14667" y="30787"/>
                </a:lnTo>
                <a:lnTo>
                  <a:pt x="14805" y="31019"/>
                </a:lnTo>
                <a:lnTo>
                  <a:pt x="14893" y="31213"/>
                </a:lnTo>
                <a:lnTo>
                  <a:pt x="14981" y="31406"/>
                </a:lnTo>
                <a:lnTo>
                  <a:pt x="15081" y="31638"/>
                </a:lnTo>
                <a:lnTo>
                  <a:pt x="15169" y="31819"/>
                </a:lnTo>
                <a:lnTo>
                  <a:pt x="15307" y="32012"/>
                </a:lnTo>
                <a:lnTo>
                  <a:pt x="15395" y="32245"/>
                </a:lnTo>
                <a:lnTo>
                  <a:pt x="15483" y="32438"/>
                </a:lnTo>
                <a:lnTo>
                  <a:pt x="15583" y="32619"/>
                </a:lnTo>
                <a:lnTo>
                  <a:pt x="15671" y="32864"/>
                </a:lnTo>
                <a:lnTo>
                  <a:pt x="15809" y="33044"/>
                </a:lnTo>
                <a:lnTo>
                  <a:pt x="15897" y="33238"/>
                </a:lnTo>
                <a:lnTo>
                  <a:pt x="15985" y="33470"/>
                </a:lnTo>
                <a:lnTo>
                  <a:pt x="16086" y="33650"/>
                </a:lnTo>
                <a:lnTo>
                  <a:pt x="16173" y="33844"/>
                </a:lnTo>
                <a:lnTo>
                  <a:pt x="16312" y="34076"/>
                </a:lnTo>
                <a:lnTo>
                  <a:pt x="16399" y="34270"/>
                </a:lnTo>
                <a:lnTo>
                  <a:pt x="16487" y="34450"/>
                </a:lnTo>
                <a:lnTo>
                  <a:pt x="16588" y="34695"/>
                </a:lnTo>
                <a:lnTo>
                  <a:pt x="16676" y="34876"/>
                </a:lnTo>
                <a:lnTo>
                  <a:pt x="16814" y="35069"/>
                </a:lnTo>
                <a:lnTo>
                  <a:pt x="16902" y="35301"/>
                </a:lnTo>
                <a:lnTo>
                  <a:pt x="17002" y="35495"/>
                </a:lnTo>
                <a:lnTo>
                  <a:pt x="17090" y="35675"/>
                </a:lnTo>
                <a:lnTo>
                  <a:pt x="17178" y="35908"/>
                </a:lnTo>
                <a:lnTo>
                  <a:pt x="17316" y="36101"/>
                </a:lnTo>
                <a:lnTo>
                  <a:pt x="17404" y="36295"/>
                </a:lnTo>
                <a:lnTo>
                  <a:pt x="17505" y="36527"/>
                </a:lnTo>
                <a:lnTo>
                  <a:pt x="17592" y="36707"/>
                </a:lnTo>
                <a:lnTo>
                  <a:pt x="17680" y="36901"/>
                </a:lnTo>
                <a:lnTo>
                  <a:pt x="17818" y="37133"/>
                </a:lnTo>
                <a:lnTo>
                  <a:pt x="17906" y="37326"/>
                </a:lnTo>
                <a:lnTo>
                  <a:pt x="18007" y="37507"/>
                </a:lnTo>
                <a:lnTo>
                  <a:pt x="18095" y="37700"/>
                </a:lnTo>
                <a:lnTo>
                  <a:pt x="18183" y="37933"/>
                </a:lnTo>
                <a:lnTo>
                  <a:pt x="18321" y="38126"/>
                </a:lnTo>
                <a:lnTo>
                  <a:pt x="18409" y="38307"/>
                </a:lnTo>
                <a:lnTo>
                  <a:pt x="18509" y="38539"/>
                </a:lnTo>
                <a:lnTo>
                  <a:pt x="18597" y="38732"/>
                </a:lnTo>
                <a:lnTo>
                  <a:pt x="18685" y="38926"/>
                </a:lnTo>
                <a:lnTo>
                  <a:pt x="18823" y="39158"/>
                </a:lnTo>
                <a:lnTo>
                  <a:pt x="18911" y="39338"/>
                </a:lnTo>
                <a:lnTo>
                  <a:pt x="19011" y="39532"/>
                </a:lnTo>
                <a:lnTo>
                  <a:pt x="19099" y="39725"/>
                </a:lnTo>
                <a:lnTo>
                  <a:pt x="19187" y="39958"/>
                </a:lnTo>
                <a:lnTo>
                  <a:pt x="19325" y="40138"/>
                </a:lnTo>
                <a:lnTo>
                  <a:pt x="19413" y="40332"/>
                </a:lnTo>
                <a:lnTo>
                  <a:pt x="19514" y="40525"/>
                </a:lnTo>
                <a:lnTo>
                  <a:pt x="19602" y="40757"/>
                </a:lnTo>
                <a:lnTo>
                  <a:pt x="19690" y="40938"/>
                </a:lnTo>
                <a:lnTo>
                  <a:pt x="19828" y="41131"/>
                </a:lnTo>
                <a:lnTo>
                  <a:pt x="19916" y="41363"/>
                </a:lnTo>
                <a:lnTo>
                  <a:pt x="20016" y="4155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2413378" y="4398822"/>
            <a:ext cx="20016" cy="37933"/>
          </a:xfrm>
          <a:custGeom>
            <a:avLst/>
            <a:gdLst/>
            <a:ahLst/>
            <a:cxnLst/>
            <a:rect l="l" t="t" r="r" b="b"/>
            <a:pathLst>
              <a:path w="20016" h="37933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313" y="606"/>
                </a:lnTo>
                <a:lnTo>
                  <a:pt x="414" y="799"/>
                </a:lnTo>
                <a:lnTo>
                  <a:pt x="502" y="980"/>
                </a:lnTo>
                <a:lnTo>
                  <a:pt x="590" y="1173"/>
                </a:lnTo>
                <a:lnTo>
                  <a:pt x="678" y="1405"/>
                </a:lnTo>
                <a:lnTo>
                  <a:pt x="816" y="1599"/>
                </a:lnTo>
                <a:lnTo>
                  <a:pt x="916" y="1779"/>
                </a:lnTo>
                <a:lnTo>
                  <a:pt x="1004" y="1973"/>
                </a:lnTo>
                <a:lnTo>
                  <a:pt x="1092" y="2205"/>
                </a:lnTo>
                <a:lnTo>
                  <a:pt x="1180" y="2399"/>
                </a:lnTo>
                <a:lnTo>
                  <a:pt x="1318" y="2579"/>
                </a:lnTo>
                <a:lnTo>
                  <a:pt x="1418" y="2773"/>
                </a:lnTo>
                <a:lnTo>
                  <a:pt x="1506" y="2953"/>
                </a:lnTo>
                <a:lnTo>
                  <a:pt x="1594" y="3198"/>
                </a:lnTo>
                <a:lnTo>
                  <a:pt x="1682" y="3379"/>
                </a:lnTo>
                <a:lnTo>
                  <a:pt x="1820" y="3572"/>
                </a:lnTo>
                <a:lnTo>
                  <a:pt x="1921" y="3753"/>
                </a:lnTo>
                <a:lnTo>
                  <a:pt x="2009" y="3998"/>
                </a:lnTo>
                <a:lnTo>
                  <a:pt x="2097" y="4178"/>
                </a:lnTo>
                <a:lnTo>
                  <a:pt x="2184" y="4372"/>
                </a:lnTo>
                <a:lnTo>
                  <a:pt x="2323" y="4553"/>
                </a:lnTo>
                <a:lnTo>
                  <a:pt x="2423" y="4746"/>
                </a:lnTo>
                <a:lnTo>
                  <a:pt x="2511" y="4978"/>
                </a:lnTo>
                <a:lnTo>
                  <a:pt x="2599" y="5172"/>
                </a:lnTo>
                <a:lnTo>
                  <a:pt x="2687" y="5352"/>
                </a:lnTo>
                <a:lnTo>
                  <a:pt x="2825" y="5546"/>
                </a:lnTo>
                <a:lnTo>
                  <a:pt x="2925" y="5778"/>
                </a:lnTo>
                <a:lnTo>
                  <a:pt x="3013" y="5971"/>
                </a:lnTo>
                <a:lnTo>
                  <a:pt x="3101" y="6152"/>
                </a:lnTo>
                <a:lnTo>
                  <a:pt x="3202" y="6345"/>
                </a:lnTo>
                <a:lnTo>
                  <a:pt x="3327" y="6526"/>
                </a:lnTo>
                <a:lnTo>
                  <a:pt x="3428" y="6771"/>
                </a:lnTo>
                <a:lnTo>
                  <a:pt x="3516" y="6952"/>
                </a:lnTo>
                <a:lnTo>
                  <a:pt x="3603" y="7145"/>
                </a:lnTo>
                <a:lnTo>
                  <a:pt x="3704" y="7326"/>
                </a:lnTo>
                <a:lnTo>
                  <a:pt x="3830" y="7519"/>
                </a:lnTo>
                <a:lnTo>
                  <a:pt x="3930" y="7700"/>
                </a:lnTo>
                <a:lnTo>
                  <a:pt x="4018" y="7945"/>
                </a:lnTo>
                <a:lnTo>
                  <a:pt x="4106" y="8125"/>
                </a:lnTo>
                <a:lnTo>
                  <a:pt x="4206" y="8319"/>
                </a:lnTo>
                <a:lnTo>
                  <a:pt x="4344" y="8499"/>
                </a:lnTo>
                <a:lnTo>
                  <a:pt x="4432" y="8693"/>
                </a:lnTo>
                <a:lnTo>
                  <a:pt x="4520" y="8925"/>
                </a:lnTo>
                <a:lnTo>
                  <a:pt x="4608" y="9118"/>
                </a:lnTo>
                <a:lnTo>
                  <a:pt x="4709" y="9299"/>
                </a:lnTo>
                <a:lnTo>
                  <a:pt x="4847" y="9492"/>
                </a:lnTo>
                <a:lnTo>
                  <a:pt x="4935" y="9673"/>
                </a:lnTo>
                <a:lnTo>
                  <a:pt x="5022" y="9866"/>
                </a:lnTo>
                <a:lnTo>
                  <a:pt x="5110" y="10099"/>
                </a:lnTo>
                <a:lnTo>
                  <a:pt x="5211" y="10292"/>
                </a:lnTo>
                <a:lnTo>
                  <a:pt x="5349" y="10473"/>
                </a:lnTo>
                <a:lnTo>
                  <a:pt x="5437" y="10666"/>
                </a:lnTo>
                <a:lnTo>
                  <a:pt x="5525" y="10860"/>
                </a:lnTo>
                <a:lnTo>
                  <a:pt x="5613" y="11040"/>
                </a:lnTo>
                <a:lnTo>
                  <a:pt x="5713" y="11234"/>
                </a:lnTo>
                <a:lnTo>
                  <a:pt x="5851" y="11466"/>
                </a:lnTo>
                <a:lnTo>
                  <a:pt x="5939" y="11659"/>
                </a:lnTo>
                <a:lnTo>
                  <a:pt x="6027" y="11840"/>
                </a:lnTo>
                <a:lnTo>
                  <a:pt x="6115" y="12033"/>
                </a:lnTo>
                <a:lnTo>
                  <a:pt x="6215" y="12214"/>
                </a:lnTo>
                <a:lnTo>
                  <a:pt x="6354" y="12407"/>
                </a:lnTo>
                <a:lnTo>
                  <a:pt x="6441" y="12588"/>
                </a:lnTo>
                <a:lnTo>
                  <a:pt x="6529" y="12833"/>
                </a:lnTo>
                <a:lnTo>
                  <a:pt x="6630" y="13014"/>
                </a:lnTo>
                <a:lnTo>
                  <a:pt x="6718" y="13207"/>
                </a:lnTo>
                <a:lnTo>
                  <a:pt x="6856" y="13388"/>
                </a:lnTo>
                <a:lnTo>
                  <a:pt x="6944" y="13581"/>
                </a:lnTo>
                <a:lnTo>
                  <a:pt x="7032" y="13775"/>
                </a:lnTo>
                <a:lnTo>
                  <a:pt x="7132" y="13955"/>
                </a:lnTo>
                <a:lnTo>
                  <a:pt x="7220" y="14149"/>
                </a:lnTo>
                <a:lnTo>
                  <a:pt x="7358" y="14381"/>
                </a:lnTo>
                <a:lnTo>
                  <a:pt x="7446" y="14574"/>
                </a:lnTo>
                <a:lnTo>
                  <a:pt x="7534" y="14755"/>
                </a:lnTo>
                <a:lnTo>
                  <a:pt x="7634" y="14948"/>
                </a:lnTo>
                <a:lnTo>
                  <a:pt x="7722" y="15129"/>
                </a:lnTo>
                <a:lnTo>
                  <a:pt x="7860" y="15322"/>
                </a:lnTo>
                <a:lnTo>
                  <a:pt x="7948" y="15503"/>
                </a:lnTo>
                <a:lnTo>
                  <a:pt x="8036" y="15696"/>
                </a:lnTo>
                <a:lnTo>
                  <a:pt x="8137" y="15890"/>
                </a:lnTo>
                <a:lnTo>
                  <a:pt x="8225" y="16122"/>
                </a:lnTo>
                <a:lnTo>
                  <a:pt x="8363" y="16303"/>
                </a:lnTo>
                <a:lnTo>
                  <a:pt x="8451" y="16496"/>
                </a:lnTo>
                <a:lnTo>
                  <a:pt x="8539" y="16690"/>
                </a:lnTo>
                <a:lnTo>
                  <a:pt x="8639" y="16870"/>
                </a:lnTo>
                <a:lnTo>
                  <a:pt x="8727" y="17064"/>
                </a:lnTo>
                <a:lnTo>
                  <a:pt x="8865" y="17244"/>
                </a:lnTo>
                <a:lnTo>
                  <a:pt x="8953" y="17438"/>
                </a:lnTo>
                <a:lnTo>
                  <a:pt x="9041" y="17618"/>
                </a:lnTo>
                <a:lnTo>
                  <a:pt x="9141" y="17812"/>
                </a:lnTo>
                <a:lnTo>
                  <a:pt x="9229" y="18005"/>
                </a:lnTo>
                <a:lnTo>
                  <a:pt x="9367" y="18237"/>
                </a:lnTo>
                <a:lnTo>
                  <a:pt x="9455" y="18418"/>
                </a:lnTo>
                <a:lnTo>
                  <a:pt x="9543" y="18611"/>
                </a:lnTo>
                <a:lnTo>
                  <a:pt x="9644" y="18805"/>
                </a:lnTo>
                <a:lnTo>
                  <a:pt x="9732" y="18985"/>
                </a:lnTo>
                <a:lnTo>
                  <a:pt x="9870" y="19179"/>
                </a:lnTo>
                <a:lnTo>
                  <a:pt x="9958" y="19359"/>
                </a:lnTo>
                <a:lnTo>
                  <a:pt x="10045" y="19553"/>
                </a:lnTo>
                <a:lnTo>
                  <a:pt x="10146" y="19733"/>
                </a:lnTo>
                <a:lnTo>
                  <a:pt x="10234" y="19927"/>
                </a:lnTo>
                <a:lnTo>
                  <a:pt x="10372" y="20120"/>
                </a:lnTo>
                <a:lnTo>
                  <a:pt x="10460" y="20301"/>
                </a:lnTo>
                <a:lnTo>
                  <a:pt x="10560" y="20494"/>
                </a:lnTo>
                <a:lnTo>
                  <a:pt x="10648" y="20675"/>
                </a:lnTo>
                <a:lnTo>
                  <a:pt x="10736" y="20869"/>
                </a:lnTo>
                <a:lnTo>
                  <a:pt x="10874" y="21049"/>
                </a:lnTo>
                <a:lnTo>
                  <a:pt x="10962" y="21243"/>
                </a:lnTo>
                <a:lnTo>
                  <a:pt x="11063" y="21436"/>
                </a:lnTo>
                <a:lnTo>
                  <a:pt x="11150" y="21668"/>
                </a:lnTo>
                <a:lnTo>
                  <a:pt x="11238" y="21849"/>
                </a:lnTo>
                <a:lnTo>
                  <a:pt x="11377" y="22042"/>
                </a:lnTo>
                <a:lnTo>
                  <a:pt x="11464" y="22236"/>
                </a:lnTo>
                <a:lnTo>
                  <a:pt x="11565" y="22416"/>
                </a:lnTo>
                <a:lnTo>
                  <a:pt x="11653" y="22610"/>
                </a:lnTo>
                <a:lnTo>
                  <a:pt x="11741" y="22790"/>
                </a:lnTo>
                <a:lnTo>
                  <a:pt x="11879" y="22984"/>
                </a:lnTo>
                <a:lnTo>
                  <a:pt x="11967" y="23164"/>
                </a:lnTo>
                <a:lnTo>
                  <a:pt x="12067" y="23358"/>
                </a:lnTo>
                <a:lnTo>
                  <a:pt x="12155" y="23551"/>
                </a:lnTo>
                <a:lnTo>
                  <a:pt x="12243" y="23732"/>
                </a:lnTo>
                <a:lnTo>
                  <a:pt x="12381" y="23925"/>
                </a:lnTo>
                <a:lnTo>
                  <a:pt x="12469" y="24106"/>
                </a:lnTo>
                <a:lnTo>
                  <a:pt x="12569" y="24299"/>
                </a:lnTo>
                <a:lnTo>
                  <a:pt x="12657" y="24480"/>
                </a:lnTo>
                <a:lnTo>
                  <a:pt x="12745" y="24673"/>
                </a:lnTo>
                <a:lnTo>
                  <a:pt x="12883" y="24867"/>
                </a:lnTo>
                <a:lnTo>
                  <a:pt x="12971" y="25047"/>
                </a:lnTo>
                <a:lnTo>
                  <a:pt x="13072" y="25241"/>
                </a:lnTo>
                <a:lnTo>
                  <a:pt x="13160" y="25422"/>
                </a:lnTo>
                <a:lnTo>
                  <a:pt x="13248" y="25615"/>
                </a:lnTo>
                <a:lnTo>
                  <a:pt x="13386" y="25808"/>
                </a:lnTo>
                <a:lnTo>
                  <a:pt x="13474" y="25989"/>
                </a:lnTo>
                <a:lnTo>
                  <a:pt x="13574" y="26183"/>
                </a:lnTo>
                <a:lnTo>
                  <a:pt x="13662" y="26363"/>
                </a:lnTo>
                <a:lnTo>
                  <a:pt x="13750" y="26557"/>
                </a:lnTo>
                <a:lnTo>
                  <a:pt x="13888" y="26737"/>
                </a:lnTo>
                <a:lnTo>
                  <a:pt x="13976" y="26931"/>
                </a:lnTo>
                <a:lnTo>
                  <a:pt x="14076" y="27124"/>
                </a:lnTo>
                <a:lnTo>
                  <a:pt x="14164" y="27305"/>
                </a:lnTo>
                <a:lnTo>
                  <a:pt x="14252" y="27498"/>
                </a:lnTo>
                <a:lnTo>
                  <a:pt x="14390" y="27679"/>
                </a:lnTo>
                <a:lnTo>
                  <a:pt x="14491" y="27872"/>
                </a:lnTo>
                <a:lnTo>
                  <a:pt x="14579" y="28053"/>
                </a:lnTo>
                <a:lnTo>
                  <a:pt x="14667" y="28246"/>
                </a:lnTo>
                <a:lnTo>
                  <a:pt x="14754" y="28388"/>
                </a:lnTo>
                <a:lnTo>
                  <a:pt x="14893" y="28582"/>
                </a:lnTo>
                <a:lnTo>
                  <a:pt x="14993" y="28762"/>
                </a:lnTo>
                <a:lnTo>
                  <a:pt x="15081" y="28956"/>
                </a:lnTo>
                <a:lnTo>
                  <a:pt x="15169" y="29136"/>
                </a:lnTo>
                <a:lnTo>
                  <a:pt x="15257" y="29330"/>
                </a:lnTo>
                <a:lnTo>
                  <a:pt x="15395" y="29510"/>
                </a:lnTo>
                <a:lnTo>
                  <a:pt x="15495" y="29704"/>
                </a:lnTo>
                <a:lnTo>
                  <a:pt x="15583" y="29897"/>
                </a:lnTo>
                <a:lnTo>
                  <a:pt x="15671" y="30078"/>
                </a:lnTo>
                <a:lnTo>
                  <a:pt x="15759" y="30271"/>
                </a:lnTo>
                <a:lnTo>
                  <a:pt x="15897" y="30452"/>
                </a:lnTo>
                <a:lnTo>
                  <a:pt x="15998" y="30645"/>
                </a:lnTo>
                <a:lnTo>
                  <a:pt x="16086" y="30826"/>
                </a:lnTo>
                <a:lnTo>
                  <a:pt x="16173" y="31019"/>
                </a:lnTo>
                <a:lnTo>
                  <a:pt x="16261" y="31213"/>
                </a:lnTo>
                <a:lnTo>
                  <a:pt x="16399" y="31393"/>
                </a:lnTo>
                <a:lnTo>
                  <a:pt x="16500" y="31535"/>
                </a:lnTo>
                <a:lnTo>
                  <a:pt x="16588" y="31729"/>
                </a:lnTo>
                <a:lnTo>
                  <a:pt x="16676" y="31909"/>
                </a:lnTo>
                <a:lnTo>
                  <a:pt x="16776" y="32103"/>
                </a:lnTo>
                <a:lnTo>
                  <a:pt x="16902" y="32283"/>
                </a:lnTo>
                <a:lnTo>
                  <a:pt x="17002" y="32477"/>
                </a:lnTo>
                <a:lnTo>
                  <a:pt x="17090" y="32670"/>
                </a:lnTo>
                <a:lnTo>
                  <a:pt x="17178" y="32851"/>
                </a:lnTo>
                <a:lnTo>
                  <a:pt x="17279" y="33044"/>
                </a:lnTo>
                <a:lnTo>
                  <a:pt x="17404" y="33225"/>
                </a:lnTo>
                <a:lnTo>
                  <a:pt x="17505" y="33418"/>
                </a:lnTo>
                <a:lnTo>
                  <a:pt x="17592" y="33560"/>
                </a:lnTo>
                <a:lnTo>
                  <a:pt x="17680" y="33741"/>
                </a:lnTo>
                <a:lnTo>
                  <a:pt x="17781" y="33934"/>
                </a:lnTo>
                <a:lnTo>
                  <a:pt x="17919" y="34128"/>
                </a:lnTo>
                <a:lnTo>
                  <a:pt x="18007" y="34308"/>
                </a:lnTo>
                <a:lnTo>
                  <a:pt x="18095" y="34502"/>
                </a:lnTo>
                <a:lnTo>
                  <a:pt x="18183" y="34682"/>
                </a:lnTo>
                <a:lnTo>
                  <a:pt x="18283" y="34876"/>
                </a:lnTo>
                <a:lnTo>
                  <a:pt x="18421" y="35056"/>
                </a:lnTo>
                <a:lnTo>
                  <a:pt x="18509" y="35198"/>
                </a:lnTo>
                <a:lnTo>
                  <a:pt x="18597" y="35392"/>
                </a:lnTo>
                <a:lnTo>
                  <a:pt x="18685" y="35585"/>
                </a:lnTo>
                <a:lnTo>
                  <a:pt x="18785" y="35766"/>
                </a:lnTo>
                <a:lnTo>
                  <a:pt x="18924" y="35959"/>
                </a:lnTo>
                <a:lnTo>
                  <a:pt x="19011" y="36140"/>
                </a:lnTo>
                <a:lnTo>
                  <a:pt x="19099" y="36333"/>
                </a:lnTo>
                <a:lnTo>
                  <a:pt x="19187" y="36514"/>
                </a:lnTo>
                <a:lnTo>
                  <a:pt x="19288" y="36656"/>
                </a:lnTo>
                <a:lnTo>
                  <a:pt x="19426" y="36849"/>
                </a:lnTo>
                <a:lnTo>
                  <a:pt x="19514" y="37043"/>
                </a:lnTo>
                <a:lnTo>
                  <a:pt x="19602" y="37223"/>
                </a:lnTo>
                <a:lnTo>
                  <a:pt x="19690" y="37417"/>
                </a:lnTo>
                <a:lnTo>
                  <a:pt x="19790" y="37597"/>
                </a:lnTo>
                <a:lnTo>
                  <a:pt x="19928" y="37791"/>
                </a:lnTo>
                <a:lnTo>
                  <a:pt x="20016" y="3793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433394" y="4436755"/>
            <a:ext cx="20016" cy="33794"/>
          </a:xfrm>
          <a:custGeom>
            <a:avLst/>
            <a:gdLst/>
            <a:ahLst/>
            <a:cxnLst/>
            <a:rect l="l" t="t" r="r" b="b"/>
            <a:pathLst>
              <a:path w="20016" h="33794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276" y="567"/>
                </a:lnTo>
                <a:lnTo>
                  <a:pt x="414" y="748"/>
                </a:lnTo>
                <a:lnTo>
                  <a:pt x="502" y="941"/>
                </a:lnTo>
                <a:lnTo>
                  <a:pt x="590" y="1083"/>
                </a:lnTo>
                <a:lnTo>
                  <a:pt x="690" y="1264"/>
                </a:lnTo>
                <a:lnTo>
                  <a:pt x="778" y="1457"/>
                </a:lnTo>
                <a:lnTo>
                  <a:pt x="916" y="1638"/>
                </a:lnTo>
                <a:lnTo>
                  <a:pt x="1004" y="1831"/>
                </a:lnTo>
                <a:lnTo>
                  <a:pt x="1092" y="2024"/>
                </a:lnTo>
                <a:lnTo>
                  <a:pt x="1192" y="2153"/>
                </a:lnTo>
                <a:lnTo>
                  <a:pt x="1280" y="2347"/>
                </a:lnTo>
                <a:lnTo>
                  <a:pt x="1418" y="2540"/>
                </a:lnTo>
                <a:lnTo>
                  <a:pt x="1506" y="2721"/>
                </a:lnTo>
                <a:lnTo>
                  <a:pt x="1594" y="2914"/>
                </a:lnTo>
                <a:lnTo>
                  <a:pt x="1695" y="3056"/>
                </a:lnTo>
                <a:lnTo>
                  <a:pt x="1783" y="3237"/>
                </a:lnTo>
                <a:lnTo>
                  <a:pt x="1921" y="3430"/>
                </a:lnTo>
                <a:lnTo>
                  <a:pt x="2009" y="3611"/>
                </a:lnTo>
                <a:lnTo>
                  <a:pt x="2097" y="3804"/>
                </a:lnTo>
                <a:lnTo>
                  <a:pt x="2197" y="3946"/>
                </a:lnTo>
                <a:lnTo>
                  <a:pt x="2285" y="4140"/>
                </a:lnTo>
                <a:lnTo>
                  <a:pt x="2423" y="4320"/>
                </a:lnTo>
                <a:lnTo>
                  <a:pt x="2511" y="4514"/>
                </a:lnTo>
                <a:lnTo>
                  <a:pt x="2599" y="4694"/>
                </a:lnTo>
                <a:lnTo>
                  <a:pt x="2699" y="4836"/>
                </a:lnTo>
                <a:lnTo>
                  <a:pt x="2787" y="5030"/>
                </a:lnTo>
                <a:lnTo>
                  <a:pt x="2925" y="5210"/>
                </a:lnTo>
                <a:lnTo>
                  <a:pt x="3013" y="5404"/>
                </a:lnTo>
                <a:lnTo>
                  <a:pt x="3101" y="5584"/>
                </a:lnTo>
                <a:lnTo>
                  <a:pt x="3202" y="5726"/>
                </a:lnTo>
                <a:lnTo>
                  <a:pt x="3290" y="5920"/>
                </a:lnTo>
                <a:lnTo>
                  <a:pt x="3428" y="6113"/>
                </a:lnTo>
                <a:lnTo>
                  <a:pt x="3516" y="6294"/>
                </a:lnTo>
                <a:lnTo>
                  <a:pt x="3603" y="6436"/>
                </a:lnTo>
                <a:lnTo>
                  <a:pt x="3704" y="6629"/>
                </a:lnTo>
                <a:lnTo>
                  <a:pt x="3792" y="6810"/>
                </a:lnTo>
                <a:lnTo>
                  <a:pt x="3930" y="7003"/>
                </a:lnTo>
                <a:lnTo>
                  <a:pt x="4018" y="7145"/>
                </a:lnTo>
                <a:lnTo>
                  <a:pt x="4118" y="7326"/>
                </a:lnTo>
                <a:lnTo>
                  <a:pt x="4206" y="7519"/>
                </a:lnTo>
                <a:lnTo>
                  <a:pt x="4294" y="7700"/>
                </a:lnTo>
                <a:lnTo>
                  <a:pt x="4432" y="7842"/>
                </a:lnTo>
                <a:lnTo>
                  <a:pt x="4520" y="8035"/>
                </a:lnTo>
                <a:lnTo>
                  <a:pt x="4621" y="8228"/>
                </a:lnTo>
                <a:lnTo>
                  <a:pt x="4709" y="8409"/>
                </a:lnTo>
                <a:lnTo>
                  <a:pt x="4796" y="8551"/>
                </a:lnTo>
                <a:lnTo>
                  <a:pt x="4935" y="8744"/>
                </a:lnTo>
                <a:lnTo>
                  <a:pt x="5022" y="8925"/>
                </a:lnTo>
                <a:lnTo>
                  <a:pt x="5123" y="9118"/>
                </a:lnTo>
                <a:lnTo>
                  <a:pt x="5211" y="9260"/>
                </a:lnTo>
                <a:lnTo>
                  <a:pt x="5299" y="9441"/>
                </a:lnTo>
                <a:lnTo>
                  <a:pt x="5437" y="9634"/>
                </a:lnTo>
                <a:lnTo>
                  <a:pt x="5525" y="9776"/>
                </a:lnTo>
                <a:lnTo>
                  <a:pt x="5625" y="9957"/>
                </a:lnTo>
                <a:lnTo>
                  <a:pt x="5713" y="10150"/>
                </a:lnTo>
                <a:lnTo>
                  <a:pt x="5801" y="10344"/>
                </a:lnTo>
                <a:lnTo>
                  <a:pt x="5939" y="10486"/>
                </a:lnTo>
                <a:lnTo>
                  <a:pt x="6027" y="10666"/>
                </a:lnTo>
                <a:lnTo>
                  <a:pt x="6128" y="10860"/>
                </a:lnTo>
                <a:lnTo>
                  <a:pt x="6215" y="11002"/>
                </a:lnTo>
                <a:lnTo>
                  <a:pt x="6303" y="11182"/>
                </a:lnTo>
                <a:lnTo>
                  <a:pt x="6441" y="11376"/>
                </a:lnTo>
                <a:lnTo>
                  <a:pt x="6529" y="11556"/>
                </a:lnTo>
                <a:lnTo>
                  <a:pt x="6630" y="11698"/>
                </a:lnTo>
                <a:lnTo>
                  <a:pt x="6718" y="11891"/>
                </a:lnTo>
                <a:lnTo>
                  <a:pt x="6806" y="12072"/>
                </a:lnTo>
                <a:lnTo>
                  <a:pt x="6944" y="12214"/>
                </a:lnTo>
                <a:lnTo>
                  <a:pt x="7032" y="12407"/>
                </a:lnTo>
                <a:lnTo>
                  <a:pt x="7132" y="12601"/>
                </a:lnTo>
                <a:lnTo>
                  <a:pt x="7220" y="12730"/>
                </a:lnTo>
                <a:lnTo>
                  <a:pt x="7308" y="12923"/>
                </a:lnTo>
                <a:lnTo>
                  <a:pt x="7446" y="13117"/>
                </a:lnTo>
                <a:lnTo>
                  <a:pt x="7534" y="13259"/>
                </a:lnTo>
                <a:lnTo>
                  <a:pt x="7634" y="13439"/>
                </a:lnTo>
                <a:lnTo>
                  <a:pt x="7722" y="13633"/>
                </a:lnTo>
                <a:lnTo>
                  <a:pt x="7810" y="13775"/>
                </a:lnTo>
                <a:lnTo>
                  <a:pt x="7948" y="13955"/>
                </a:lnTo>
                <a:lnTo>
                  <a:pt x="8049" y="14149"/>
                </a:lnTo>
                <a:lnTo>
                  <a:pt x="8137" y="14291"/>
                </a:lnTo>
                <a:lnTo>
                  <a:pt x="8225" y="14471"/>
                </a:lnTo>
                <a:lnTo>
                  <a:pt x="8313" y="14665"/>
                </a:lnTo>
                <a:lnTo>
                  <a:pt x="8451" y="14806"/>
                </a:lnTo>
                <a:lnTo>
                  <a:pt x="8551" y="14987"/>
                </a:lnTo>
                <a:lnTo>
                  <a:pt x="8639" y="15180"/>
                </a:lnTo>
                <a:lnTo>
                  <a:pt x="8727" y="15322"/>
                </a:lnTo>
                <a:lnTo>
                  <a:pt x="8815" y="15503"/>
                </a:lnTo>
                <a:lnTo>
                  <a:pt x="8953" y="15696"/>
                </a:lnTo>
                <a:lnTo>
                  <a:pt x="9053" y="15838"/>
                </a:lnTo>
                <a:lnTo>
                  <a:pt x="9141" y="16032"/>
                </a:lnTo>
                <a:lnTo>
                  <a:pt x="9229" y="16161"/>
                </a:lnTo>
                <a:lnTo>
                  <a:pt x="9317" y="16354"/>
                </a:lnTo>
                <a:lnTo>
                  <a:pt x="9455" y="16548"/>
                </a:lnTo>
                <a:lnTo>
                  <a:pt x="9556" y="16690"/>
                </a:lnTo>
                <a:lnTo>
                  <a:pt x="9644" y="16870"/>
                </a:lnTo>
                <a:lnTo>
                  <a:pt x="9732" y="17064"/>
                </a:lnTo>
                <a:lnTo>
                  <a:pt x="9819" y="17205"/>
                </a:lnTo>
                <a:lnTo>
                  <a:pt x="9958" y="17386"/>
                </a:lnTo>
                <a:lnTo>
                  <a:pt x="10058" y="17528"/>
                </a:lnTo>
                <a:lnTo>
                  <a:pt x="10146" y="17721"/>
                </a:lnTo>
                <a:lnTo>
                  <a:pt x="10234" y="17902"/>
                </a:lnTo>
                <a:lnTo>
                  <a:pt x="10334" y="18044"/>
                </a:lnTo>
                <a:lnTo>
                  <a:pt x="10460" y="18237"/>
                </a:lnTo>
                <a:lnTo>
                  <a:pt x="10560" y="18379"/>
                </a:lnTo>
                <a:lnTo>
                  <a:pt x="10648" y="18560"/>
                </a:lnTo>
                <a:lnTo>
                  <a:pt x="10736" y="18753"/>
                </a:lnTo>
                <a:lnTo>
                  <a:pt x="10837" y="18895"/>
                </a:lnTo>
                <a:lnTo>
                  <a:pt x="10962" y="19076"/>
                </a:lnTo>
                <a:lnTo>
                  <a:pt x="11063" y="19218"/>
                </a:lnTo>
                <a:lnTo>
                  <a:pt x="11150" y="19411"/>
                </a:lnTo>
                <a:lnTo>
                  <a:pt x="11238" y="19605"/>
                </a:lnTo>
                <a:lnTo>
                  <a:pt x="11339" y="19733"/>
                </a:lnTo>
                <a:lnTo>
                  <a:pt x="11464" y="19927"/>
                </a:lnTo>
                <a:lnTo>
                  <a:pt x="11565" y="20069"/>
                </a:lnTo>
                <a:lnTo>
                  <a:pt x="11653" y="20262"/>
                </a:lnTo>
                <a:lnTo>
                  <a:pt x="11741" y="20391"/>
                </a:lnTo>
                <a:lnTo>
                  <a:pt x="11841" y="20585"/>
                </a:lnTo>
                <a:lnTo>
                  <a:pt x="11979" y="20778"/>
                </a:lnTo>
                <a:lnTo>
                  <a:pt x="12067" y="20920"/>
                </a:lnTo>
                <a:lnTo>
                  <a:pt x="12155" y="21101"/>
                </a:lnTo>
                <a:lnTo>
                  <a:pt x="12243" y="21243"/>
                </a:lnTo>
                <a:lnTo>
                  <a:pt x="12343" y="21436"/>
                </a:lnTo>
                <a:lnTo>
                  <a:pt x="12482" y="21578"/>
                </a:lnTo>
                <a:lnTo>
                  <a:pt x="12569" y="21758"/>
                </a:lnTo>
                <a:lnTo>
                  <a:pt x="12657" y="21952"/>
                </a:lnTo>
                <a:lnTo>
                  <a:pt x="12745" y="22094"/>
                </a:lnTo>
                <a:lnTo>
                  <a:pt x="12846" y="22274"/>
                </a:lnTo>
                <a:lnTo>
                  <a:pt x="12984" y="22416"/>
                </a:lnTo>
                <a:lnTo>
                  <a:pt x="13072" y="22610"/>
                </a:lnTo>
                <a:lnTo>
                  <a:pt x="13160" y="22752"/>
                </a:lnTo>
                <a:lnTo>
                  <a:pt x="13248" y="22932"/>
                </a:lnTo>
                <a:lnTo>
                  <a:pt x="13348" y="23074"/>
                </a:lnTo>
                <a:lnTo>
                  <a:pt x="13486" y="23268"/>
                </a:lnTo>
                <a:lnTo>
                  <a:pt x="13574" y="23409"/>
                </a:lnTo>
                <a:lnTo>
                  <a:pt x="13662" y="23590"/>
                </a:lnTo>
                <a:lnTo>
                  <a:pt x="13750" y="23732"/>
                </a:lnTo>
                <a:lnTo>
                  <a:pt x="13850" y="23925"/>
                </a:lnTo>
                <a:lnTo>
                  <a:pt x="13988" y="24067"/>
                </a:lnTo>
                <a:lnTo>
                  <a:pt x="14076" y="24248"/>
                </a:lnTo>
                <a:lnTo>
                  <a:pt x="14164" y="24441"/>
                </a:lnTo>
                <a:lnTo>
                  <a:pt x="14265" y="24583"/>
                </a:lnTo>
                <a:lnTo>
                  <a:pt x="14353" y="24764"/>
                </a:lnTo>
                <a:lnTo>
                  <a:pt x="14491" y="24906"/>
                </a:lnTo>
                <a:lnTo>
                  <a:pt x="14579" y="25099"/>
                </a:lnTo>
                <a:lnTo>
                  <a:pt x="14667" y="25241"/>
                </a:lnTo>
                <a:lnTo>
                  <a:pt x="14767" y="25422"/>
                </a:lnTo>
                <a:lnTo>
                  <a:pt x="14855" y="25563"/>
                </a:lnTo>
                <a:lnTo>
                  <a:pt x="14993" y="25757"/>
                </a:lnTo>
                <a:lnTo>
                  <a:pt x="15081" y="25899"/>
                </a:lnTo>
                <a:lnTo>
                  <a:pt x="15169" y="26079"/>
                </a:lnTo>
                <a:lnTo>
                  <a:pt x="15269" y="26221"/>
                </a:lnTo>
                <a:lnTo>
                  <a:pt x="15357" y="26363"/>
                </a:lnTo>
                <a:lnTo>
                  <a:pt x="15495" y="26557"/>
                </a:lnTo>
                <a:lnTo>
                  <a:pt x="15583" y="26698"/>
                </a:lnTo>
                <a:lnTo>
                  <a:pt x="15671" y="26879"/>
                </a:lnTo>
                <a:lnTo>
                  <a:pt x="15772" y="27021"/>
                </a:lnTo>
                <a:lnTo>
                  <a:pt x="15860" y="27214"/>
                </a:lnTo>
                <a:lnTo>
                  <a:pt x="15998" y="27356"/>
                </a:lnTo>
                <a:lnTo>
                  <a:pt x="16086" y="27537"/>
                </a:lnTo>
                <a:lnTo>
                  <a:pt x="16173" y="27679"/>
                </a:lnTo>
                <a:lnTo>
                  <a:pt x="16274" y="27872"/>
                </a:lnTo>
                <a:lnTo>
                  <a:pt x="16362" y="28014"/>
                </a:lnTo>
                <a:lnTo>
                  <a:pt x="16500" y="28195"/>
                </a:lnTo>
                <a:lnTo>
                  <a:pt x="16588" y="28336"/>
                </a:lnTo>
                <a:lnTo>
                  <a:pt x="16676" y="28530"/>
                </a:lnTo>
                <a:lnTo>
                  <a:pt x="16776" y="28672"/>
                </a:lnTo>
                <a:lnTo>
                  <a:pt x="16864" y="28814"/>
                </a:lnTo>
                <a:lnTo>
                  <a:pt x="17002" y="28994"/>
                </a:lnTo>
                <a:lnTo>
                  <a:pt x="17090" y="29140"/>
                </a:lnTo>
                <a:lnTo>
                  <a:pt x="17178" y="29328"/>
                </a:lnTo>
                <a:lnTo>
                  <a:pt x="17279" y="29470"/>
                </a:lnTo>
                <a:lnTo>
                  <a:pt x="17417" y="29657"/>
                </a:lnTo>
                <a:lnTo>
                  <a:pt x="17505" y="29799"/>
                </a:lnTo>
                <a:lnTo>
                  <a:pt x="17592" y="29986"/>
                </a:lnTo>
                <a:lnTo>
                  <a:pt x="17680" y="30128"/>
                </a:lnTo>
                <a:lnTo>
                  <a:pt x="17781" y="30269"/>
                </a:lnTo>
                <a:lnTo>
                  <a:pt x="17919" y="30457"/>
                </a:lnTo>
                <a:lnTo>
                  <a:pt x="18007" y="30598"/>
                </a:lnTo>
                <a:lnTo>
                  <a:pt x="18095" y="30786"/>
                </a:lnTo>
                <a:lnTo>
                  <a:pt x="18195" y="30926"/>
                </a:lnTo>
                <a:lnTo>
                  <a:pt x="18283" y="31068"/>
                </a:lnTo>
                <a:lnTo>
                  <a:pt x="18421" y="31255"/>
                </a:lnTo>
                <a:lnTo>
                  <a:pt x="18509" y="31397"/>
                </a:lnTo>
                <a:lnTo>
                  <a:pt x="18597" y="31585"/>
                </a:lnTo>
                <a:lnTo>
                  <a:pt x="18698" y="31726"/>
                </a:lnTo>
                <a:lnTo>
                  <a:pt x="18785" y="31867"/>
                </a:lnTo>
                <a:lnTo>
                  <a:pt x="18924" y="32055"/>
                </a:lnTo>
                <a:lnTo>
                  <a:pt x="19011" y="32196"/>
                </a:lnTo>
                <a:lnTo>
                  <a:pt x="19099" y="32384"/>
                </a:lnTo>
                <a:lnTo>
                  <a:pt x="19200" y="32524"/>
                </a:lnTo>
                <a:lnTo>
                  <a:pt x="19288" y="32666"/>
                </a:lnTo>
                <a:lnTo>
                  <a:pt x="19426" y="32855"/>
                </a:lnTo>
                <a:lnTo>
                  <a:pt x="19514" y="32995"/>
                </a:lnTo>
                <a:lnTo>
                  <a:pt x="19602" y="33184"/>
                </a:lnTo>
                <a:lnTo>
                  <a:pt x="19702" y="33324"/>
                </a:lnTo>
                <a:lnTo>
                  <a:pt x="19790" y="33465"/>
                </a:lnTo>
                <a:lnTo>
                  <a:pt x="19928" y="33653"/>
                </a:lnTo>
                <a:lnTo>
                  <a:pt x="20016" y="33794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2453411" y="4470550"/>
            <a:ext cx="20016" cy="29097"/>
          </a:xfrm>
          <a:custGeom>
            <a:avLst/>
            <a:gdLst/>
            <a:ahLst/>
            <a:cxnLst/>
            <a:rect l="l" t="t" r="r" b="b"/>
            <a:pathLst>
              <a:path w="20016" h="29097">
                <a:moveTo>
                  <a:pt x="0" y="0"/>
                </a:moveTo>
                <a:lnTo>
                  <a:pt x="87" y="141"/>
                </a:lnTo>
                <a:lnTo>
                  <a:pt x="188" y="330"/>
                </a:lnTo>
                <a:lnTo>
                  <a:pt x="276" y="470"/>
                </a:lnTo>
                <a:lnTo>
                  <a:pt x="414" y="659"/>
                </a:lnTo>
                <a:lnTo>
                  <a:pt x="502" y="799"/>
                </a:lnTo>
                <a:lnTo>
                  <a:pt x="590" y="940"/>
                </a:lnTo>
                <a:lnTo>
                  <a:pt x="690" y="1128"/>
                </a:lnTo>
                <a:lnTo>
                  <a:pt x="778" y="1269"/>
                </a:lnTo>
                <a:lnTo>
                  <a:pt x="916" y="1411"/>
                </a:lnTo>
                <a:lnTo>
                  <a:pt x="1004" y="1599"/>
                </a:lnTo>
                <a:lnTo>
                  <a:pt x="1092" y="1739"/>
                </a:lnTo>
                <a:lnTo>
                  <a:pt x="1192" y="1880"/>
                </a:lnTo>
                <a:lnTo>
                  <a:pt x="1280" y="2068"/>
                </a:lnTo>
                <a:lnTo>
                  <a:pt x="1418" y="2209"/>
                </a:lnTo>
                <a:lnTo>
                  <a:pt x="1506" y="2351"/>
                </a:lnTo>
                <a:lnTo>
                  <a:pt x="1607" y="2538"/>
                </a:lnTo>
                <a:lnTo>
                  <a:pt x="1695" y="2680"/>
                </a:lnTo>
                <a:lnTo>
                  <a:pt x="1783" y="2820"/>
                </a:lnTo>
                <a:lnTo>
                  <a:pt x="1921" y="3009"/>
                </a:lnTo>
                <a:lnTo>
                  <a:pt x="2009" y="3149"/>
                </a:lnTo>
                <a:lnTo>
                  <a:pt x="2109" y="3291"/>
                </a:lnTo>
                <a:lnTo>
                  <a:pt x="2197" y="3478"/>
                </a:lnTo>
                <a:lnTo>
                  <a:pt x="2285" y="3620"/>
                </a:lnTo>
                <a:lnTo>
                  <a:pt x="2423" y="3761"/>
                </a:lnTo>
                <a:lnTo>
                  <a:pt x="2511" y="3949"/>
                </a:lnTo>
                <a:lnTo>
                  <a:pt x="2611" y="4089"/>
                </a:lnTo>
                <a:lnTo>
                  <a:pt x="2699" y="4230"/>
                </a:lnTo>
                <a:lnTo>
                  <a:pt x="2787" y="4372"/>
                </a:lnTo>
                <a:lnTo>
                  <a:pt x="2925" y="4560"/>
                </a:lnTo>
                <a:lnTo>
                  <a:pt x="3013" y="4701"/>
                </a:lnTo>
                <a:lnTo>
                  <a:pt x="3114" y="4841"/>
                </a:lnTo>
                <a:lnTo>
                  <a:pt x="3202" y="5030"/>
                </a:lnTo>
                <a:lnTo>
                  <a:pt x="3290" y="5170"/>
                </a:lnTo>
                <a:lnTo>
                  <a:pt x="3428" y="5312"/>
                </a:lnTo>
                <a:lnTo>
                  <a:pt x="3516" y="5453"/>
                </a:lnTo>
                <a:lnTo>
                  <a:pt x="3616" y="5641"/>
                </a:lnTo>
                <a:lnTo>
                  <a:pt x="3704" y="5782"/>
                </a:lnTo>
                <a:lnTo>
                  <a:pt x="3792" y="5922"/>
                </a:lnTo>
                <a:lnTo>
                  <a:pt x="3930" y="6111"/>
                </a:lnTo>
                <a:lnTo>
                  <a:pt x="4018" y="6252"/>
                </a:lnTo>
                <a:lnTo>
                  <a:pt x="4118" y="6393"/>
                </a:lnTo>
                <a:lnTo>
                  <a:pt x="4206" y="6534"/>
                </a:lnTo>
                <a:lnTo>
                  <a:pt x="4294" y="6722"/>
                </a:lnTo>
                <a:lnTo>
                  <a:pt x="4432" y="6863"/>
                </a:lnTo>
                <a:lnTo>
                  <a:pt x="4520" y="7004"/>
                </a:lnTo>
                <a:lnTo>
                  <a:pt x="4621" y="7145"/>
                </a:lnTo>
                <a:lnTo>
                  <a:pt x="4709" y="7333"/>
                </a:lnTo>
                <a:lnTo>
                  <a:pt x="4796" y="7474"/>
                </a:lnTo>
                <a:lnTo>
                  <a:pt x="4935" y="7614"/>
                </a:lnTo>
                <a:lnTo>
                  <a:pt x="5022" y="7756"/>
                </a:lnTo>
                <a:lnTo>
                  <a:pt x="5123" y="7945"/>
                </a:lnTo>
                <a:lnTo>
                  <a:pt x="5211" y="8085"/>
                </a:lnTo>
                <a:lnTo>
                  <a:pt x="5299" y="8226"/>
                </a:lnTo>
                <a:lnTo>
                  <a:pt x="5437" y="8368"/>
                </a:lnTo>
                <a:lnTo>
                  <a:pt x="5537" y="8508"/>
                </a:lnTo>
                <a:lnTo>
                  <a:pt x="5625" y="8697"/>
                </a:lnTo>
                <a:lnTo>
                  <a:pt x="5713" y="8837"/>
                </a:lnTo>
                <a:lnTo>
                  <a:pt x="5801" y="8978"/>
                </a:lnTo>
                <a:lnTo>
                  <a:pt x="5939" y="9120"/>
                </a:lnTo>
                <a:lnTo>
                  <a:pt x="6040" y="9307"/>
                </a:lnTo>
                <a:lnTo>
                  <a:pt x="6128" y="9449"/>
                </a:lnTo>
                <a:lnTo>
                  <a:pt x="6215" y="9589"/>
                </a:lnTo>
                <a:lnTo>
                  <a:pt x="6303" y="9730"/>
                </a:lnTo>
                <a:lnTo>
                  <a:pt x="6441" y="9872"/>
                </a:lnTo>
                <a:lnTo>
                  <a:pt x="6542" y="10060"/>
                </a:lnTo>
                <a:lnTo>
                  <a:pt x="6630" y="10201"/>
                </a:lnTo>
                <a:lnTo>
                  <a:pt x="6718" y="10341"/>
                </a:lnTo>
                <a:lnTo>
                  <a:pt x="6806" y="10483"/>
                </a:lnTo>
                <a:lnTo>
                  <a:pt x="6944" y="10624"/>
                </a:lnTo>
                <a:lnTo>
                  <a:pt x="7044" y="10812"/>
                </a:lnTo>
                <a:lnTo>
                  <a:pt x="7132" y="10953"/>
                </a:lnTo>
                <a:lnTo>
                  <a:pt x="7220" y="11093"/>
                </a:lnTo>
                <a:lnTo>
                  <a:pt x="7308" y="11235"/>
                </a:lnTo>
                <a:lnTo>
                  <a:pt x="7446" y="11376"/>
                </a:lnTo>
                <a:lnTo>
                  <a:pt x="7547" y="11564"/>
                </a:lnTo>
                <a:lnTo>
                  <a:pt x="7634" y="11704"/>
                </a:lnTo>
                <a:lnTo>
                  <a:pt x="7722" y="11845"/>
                </a:lnTo>
                <a:lnTo>
                  <a:pt x="7823" y="11987"/>
                </a:lnTo>
                <a:lnTo>
                  <a:pt x="7948" y="12128"/>
                </a:lnTo>
                <a:lnTo>
                  <a:pt x="8049" y="12268"/>
                </a:lnTo>
                <a:lnTo>
                  <a:pt x="8137" y="12456"/>
                </a:lnTo>
                <a:lnTo>
                  <a:pt x="8225" y="12598"/>
                </a:lnTo>
                <a:lnTo>
                  <a:pt x="8325" y="12739"/>
                </a:lnTo>
                <a:lnTo>
                  <a:pt x="8451" y="12879"/>
                </a:lnTo>
                <a:lnTo>
                  <a:pt x="8551" y="13021"/>
                </a:lnTo>
                <a:lnTo>
                  <a:pt x="8639" y="13162"/>
                </a:lnTo>
                <a:lnTo>
                  <a:pt x="8727" y="13303"/>
                </a:lnTo>
                <a:lnTo>
                  <a:pt x="8827" y="13491"/>
                </a:lnTo>
                <a:lnTo>
                  <a:pt x="8966" y="13631"/>
                </a:lnTo>
                <a:lnTo>
                  <a:pt x="9053" y="13773"/>
                </a:lnTo>
                <a:lnTo>
                  <a:pt x="9141" y="13914"/>
                </a:lnTo>
                <a:lnTo>
                  <a:pt x="9229" y="14054"/>
                </a:lnTo>
                <a:lnTo>
                  <a:pt x="9330" y="14196"/>
                </a:lnTo>
                <a:lnTo>
                  <a:pt x="9468" y="14337"/>
                </a:lnTo>
                <a:lnTo>
                  <a:pt x="9556" y="14478"/>
                </a:lnTo>
                <a:lnTo>
                  <a:pt x="9644" y="14666"/>
                </a:lnTo>
                <a:lnTo>
                  <a:pt x="9732" y="14806"/>
                </a:lnTo>
                <a:lnTo>
                  <a:pt x="9832" y="14948"/>
                </a:lnTo>
                <a:lnTo>
                  <a:pt x="9970" y="15089"/>
                </a:lnTo>
                <a:lnTo>
                  <a:pt x="10058" y="15229"/>
                </a:lnTo>
                <a:lnTo>
                  <a:pt x="10146" y="15371"/>
                </a:lnTo>
                <a:lnTo>
                  <a:pt x="10234" y="15512"/>
                </a:lnTo>
                <a:lnTo>
                  <a:pt x="10334" y="15653"/>
                </a:lnTo>
                <a:lnTo>
                  <a:pt x="10472" y="15794"/>
                </a:lnTo>
                <a:lnTo>
                  <a:pt x="10560" y="15983"/>
                </a:lnTo>
                <a:lnTo>
                  <a:pt x="10648" y="16123"/>
                </a:lnTo>
                <a:lnTo>
                  <a:pt x="10736" y="16264"/>
                </a:lnTo>
                <a:lnTo>
                  <a:pt x="10837" y="16406"/>
                </a:lnTo>
                <a:lnTo>
                  <a:pt x="10975" y="16546"/>
                </a:lnTo>
                <a:lnTo>
                  <a:pt x="11063" y="16687"/>
                </a:lnTo>
                <a:lnTo>
                  <a:pt x="11150" y="16829"/>
                </a:lnTo>
                <a:lnTo>
                  <a:pt x="11238" y="16969"/>
                </a:lnTo>
                <a:lnTo>
                  <a:pt x="11339" y="17110"/>
                </a:lnTo>
                <a:lnTo>
                  <a:pt x="11477" y="17252"/>
                </a:lnTo>
                <a:lnTo>
                  <a:pt x="11565" y="17392"/>
                </a:lnTo>
                <a:lnTo>
                  <a:pt x="11653" y="17533"/>
                </a:lnTo>
                <a:lnTo>
                  <a:pt x="11753" y="17721"/>
                </a:lnTo>
                <a:lnTo>
                  <a:pt x="11841" y="17862"/>
                </a:lnTo>
                <a:lnTo>
                  <a:pt x="11979" y="18004"/>
                </a:lnTo>
                <a:lnTo>
                  <a:pt x="12067" y="18144"/>
                </a:lnTo>
                <a:lnTo>
                  <a:pt x="12155" y="18285"/>
                </a:lnTo>
                <a:lnTo>
                  <a:pt x="12256" y="18427"/>
                </a:lnTo>
                <a:lnTo>
                  <a:pt x="12343" y="18568"/>
                </a:lnTo>
                <a:lnTo>
                  <a:pt x="12482" y="18708"/>
                </a:lnTo>
                <a:lnTo>
                  <a:pt x="12569" y="18850"/>
                </a:lnTo>
                <a:lnTo>
                  <a:pt x="12657" y="18991"/>
                </a:lnTo>
                <a:lnTo>
                  <a:pt x="12758" y="19131"/>
                </a:lnTo>
                <a:lnTo>
                  <a:pt x="12846" y="19273"/>
                </a:lnTo>
                <a:lnTo>
                  <a:pt x="12984" y="19414"/>
                </a:lnTo>
                <a:lnTo>
                  <a:pt x="13072" y="19554"/>
                </a:lnTo>
                <a:lnTo>
                  <a:pt x="13160" y="19696"/>
                </a:lnTo>
                <a:lnTo>
                  <a:pt x="13260" y="19837"/>
                </a:lnTo>
                <a:lnTo>
                  <a:pt x="13348" y="19977"/>
                </a:lnTo>
                <a:lnTo>
                  <a:pt x="13486" y="20119"/>
                </a:lnTo>
                <a:lnTo>
                  <a:pt x="13574" y="20260"/>
                </a:lnTo>
                <a:lnTo>
                  <a:pt x="13662" y="20400"/>
                </a:lnTo>
                <a:lnTo>
                  <a:pt x="13762" y="20542"/>
                </a:lnTo>
                <a:lnTo>
                  <a:pt x="13850" y="20683"/>
                </a:lnTo>
                <a:lnTo>
                  <a:pt x="13988" y="20823"/>
                </a:lnTo>
                <a:lnTo>
                  <a:pt x="14076" y="20965"/>
                </a:lnTo>
                <a:lnTo>
                  <a:pt x="14164" y="21106"/>
                </a:lnTo>
                <a:lnTo>
                  <a:pt x="14265" y="21246"/>
                </a:lnTo>
                <a:lnTo>
                  <a:pt x="14353" y="21388"/>
                </a:lnTo>
                <a:lnTo>
                  <a:pt x="14491" y="21529"/>
                </a:lnTo>
                <a:lnTo>
                  <a:pt x="14579" y="21669"/>
                </a:lnTo>
                <a:lnTo>
                  <a:pt x="14667" y="21811"/>
                </a:lnTo>
                <a:lnTo>
                  <a:pt x="14767" y="21952"/>
                </a:lnTo>
                <a:lnTo>
                  <a:pt x="14855" y="22093"/>
                </a:lnTo>
                <a:lnTo>
                  <a:pt x="14993" y="22234"/>
                </a:lnTo>
                <a:lnTo>
                  <a:pt x="15081" y="22375"/>
                </a:lnTo>
                <a:lnTo>
                  <a:pt x="15181" y="22516"/>
                </a:lnTo>
                <a:lnTo>
                  <a:pt x="15269" y="22657"/>
                </a:lnTo>
                <a:lnTo>
                  <a:pt x="15357" y="22798"/>
                </a:lnTo>
                <a:lnTo>
                  <a:pt x="15495" y="22939"/>
                </a:lnTo>
                <a:lnTo>
                  <a:pt x="15583" y="23081"/>
                </a:lnTo>
                <a:lnTo>
                  <a:pt x="15684" y="23221"/>
                </a:lnTo>
                <a:lnTo>
                  <a:pt x="15772" y="23362"/>
                </a:lnTo>
                <a:lnTo>
                  <a:pt x="15860" y="23504"/>
                </a:lnTo>
                <a:lnTo>
                  <a:pt x="15998" y="23644"/>
                </a:lnTo>
                <a:lnTo>
                  <a:pt x="16086" y="23785"/>
                </a:lnTo>
                <a:lnTo>
                  <a:pt x="16186" y="23927"/>
                </a:lnTo>
                <a:lnTo>
                  <a:pt x="16274" y="24067"/>
                </a:lnTo>
                <a:lnTo>
                  <a:pt x="16362" y="24208"/>
                </a:lnTo>
                <a:lnTo>
                  <a:pt x="16500" y="24350"/>
                </a:lnTo>
                <a:lnTo>
                  <a:pt x="16688" y="24584"/>
                </a:lnTo>
                <a:lnTo>
                  <a:pt x="16776" y="24725"/>
                </a:lnTo>
                <a:lnTo>
                  <a:pt x="16864" y="24867"/>
                </a:lnTo>
                <a:lnTo>
                  <a:pt x="17002" y="25007"/>
                </a:lnTo>
                <a:lnTo>
                  <a:pt x="17090" y="25148"/>
                </a:lnTo>
                <a:lnTo>
                  <a:pt x="17191" y="25290"/>
                </a:lnTo>
                <a:lnTo>
                  <a:pt x="17279" y="25431"/>
                </a:lnTo>
                <a:lnTo>
                  <a:pt x="17366" y="25571"/>
                </a:lnTo>
                <a:lnTo>
                  <a:pt x="17505" y="25713"/>
                </a:lnTo>
                <a:lnTo>
                  <a:pt x="17592" y="25854"/>
                </a:lnTo>
                <a:lnTo>
                  <a:pt x="17693" y="25994"/>
                </a:lnTo>
                <a:lnTo>
                  <a:pt x="17869" y="26229"/>
                </a:lnTo>
                <a:lnTo>
                  <a:pt x="18007" y="26371"/>
                </a:lnTo>
                <a:lnTo>
                  <a:pt x="18095" y="26511"/>
                </a:lnTo>
                <a:lnTo>
                  <a:pt x="18195" y="26652"/>
                </a:lnTo>
                <a:lnTo>
                  <a:pt x="18283" y="26794"/>
                </a:lnTo>
                <a:lnTo>
                  <a:pt x="18371" y="26934"/>
                </a:lnTo>
                <a:lnTo>
                  <a:pt x="18509" y="27075"/>
                </a:lnTo>
                <a:lnTo>
                  <a:pt x="18597" y="27217"/>
                </a:lnTo>
                <a:lnTo>
                  <a:pt x="18785" y="27452"/>
                </a:lnTo>
                <a:lnTo>
                  <a:pt x="18873" y="27592"/>
                </a:lnTo>
                <a:lnTo>
                  <a:pt x="19011" y="27734"/>
                </a:lnTo>
                <a:lnTo>
                  <a:pt x="19112" y="27875"/>
                </a:lnTo>
                <a:lnTo>
                  <a:pt x="19200" y="28015"/>
                </a:lnTo>
                <a:lnTo>
                  <a:pt x="19288" y="28157"/>
                </a:lnTo>
                <a:lnTo>
                  <a:pt x="19376" y="28298"/>
                </a:lnTo>
                <a:lnTo>
                  <a:pt x="19514" y="28392"/>
                </a:lnTo>
                <a:lnTo>
                  <a:pt x="19614" y="28533"/>
                </a:lnTo>
                <a:lnTo>
                  <a:pt x="19702" y="28674"/>
                </a:lnTo>
                <a:lnTo>
                  <a:pt x="19790" y="28815"/>
                </a:lnTo>
                <a:lnTo>
                  <a:pt x="19878" y="28956"/>
                </a:lnTo>
                <a:lnTo>
                  <a:pt x="20016" y="2909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473427" y="4499648"/>
            <a:ext cx="19978" cy="23878"/>
          </a:xfrm>
          <a:custGeom>
            <a:avLst/>
            <a:gdLst/>
            <a:ahLst/>
            <a:cxnLst/>
            <a:rect l="l" t="t" r="r" b="b"/>
            <a:pathLst>
              <a:path w="19978" h="23878">
                <a:moveTo>
                  <a:pt x="0" y="0"/>
                </a:moveTo>
                <a:lnTo>
                  <a:pt x="188" y="234"/>
                </a:lnTo>
                <a:lnTo>
                  <a:pt x="276" y="375"/>
                </a:lnTo>
                <a:lnTo>
                  <a:pt x="364" y="515"/>
                </a:lnTo>
                <a:lnTo>
                  <a:pt x="502" y="657"/>
                </a:lnTo>
                <a:lnTo>
                  <a:pt x="602" y="798"/>
                </a:lnTo>
                <a:lnTo>
                  <a:pt x="778" y="1033"/>
                </a:lnTo>
                <a:lnTo>
                  <a:pt x="866" y="1175"/>
                </a:lnTo>
                <a:lnTo>
                  <a:pt x="1004" y="1315"/>
                </a:lnTo>
                <a:lnTo>
                  <a:pt x="1105" y="1456"/>
                </a:lnTo>
                <a:lnTo>
                  <a:pt x="1280" y="1692"/>
                </a:lnTo>
                <a:lnTo>
                  <a:pt x="1381" y="1832"/>
                </a:lnTo>
                <a:lnTo>
                  <a:pt x="1506" y="1973"/>
                </a:lnTo>
                <a:lnTo>
                  <a:pt x="1607" y="2115"/>
                </a:lnTo>
                <a:lnTo>
                  <a:pt x="1783" y="2350"/>
                </a:lnTo>
                <a:lnTo>
                  <a:pt x="1883" y="2490"/>
                </a:lnTo>
                <a:lnTo>
                  <a:pt x="2009" y="2631"/>
                </a:lnTo>
                <a:lnTo>
                  <a:pt x="2109" y="2773"/>
                </a:lnTo>
                <a:lnTo>
                  <a:pt x="2285" y="3007"/>
                </a:lnTo>
                <a:lnTo>
                  <a:pt x="2385" y="3148"/>
                </a:lnTo>
                <a:lnTo>
                  <a:pt x="2524" y="3290"/>
                </a:lnTo>
                <a:lnTo>
                  <a:pt x="2699" y="3525"/>
                </a:lnTo>
                <a:lnTo>
                  <a:pt x="2787" y="3665"/>
                </a:lnTo>
                <a:lnTo>
                  <a:pt x="2888" y="3807"/>
                </a:lnTo>
                <a:lnTo>
                  <a:pt x="3026" y="3948"/>
                </a:lnTo>
                <a:lnTo>
                  <a:pt x="3202" y="4182"/>
                </a:lnTo>
                <a:lnTo>
                  <a:pt x="3290" y="4323"/>
                </a:lnTo>
                <a:lnTo>
                  <a:pt x="3390" y="4465"/>
                </a:lnTo>
                <a:lnTo>
                  <a:pt x="3528" y="4559"/>
                </a:lnTo>
                <a:lnTo>
                  <a:pt x="3616" y="4700"/>
                </a:lnTo>
                <a:lnTo>
                  <a:pt x="3704" y="4840"/>
                </a:lnTo>
                <a:lnTo>
                  <a:pt x="3892" y="5076"/>
                </a:lnTo>
                <a:lnTo>
                  <a:pt x="4030" y="5217"/>
                </a:lnTo>
                <a:lnTo>
                  <a:pt x="4118" y="5357"/>
                </a:lnTo>
                <a:lnTo>
                  <a:pt x="4294" y="5592"/>
                </a:lnTo>
                <a:lnTo>
                  <a:pt x="4395" y="5734"/>
                </a:lnTo>
                <a:lnTo>
                  <a:pt x="4533" y="5875"/>
                </a:lnTo>
                <a:lnTo>
                  <a:pt x="4709" y="6109"/>
                </a:lnTo>
                <a:lnTo>
                  <a:pt x="4796" y="6251"/>
                </a:lnTo>
                <a:lnTo>
                  <a:pt x="5035" y="6486"/>
                </a:lnTo>
                <a:lnTo>
                  <a:pt x="5123" y="6627"/>
                </a:lnTo>
                <a:lnTo>
                  <a:pt x="5311" y="6861"/>
                </a:lnTo>
                <a:lnTo>
                  <a:pt x="5399" y="7003"/>
                </a:lnTo>
                <a:lnTo>
                  <a:pt x="5537" y="7144"/>
                </a:lnTo>
                <a:lnTo>
                  <a:pt x="5713" y="7378"/>
                </a:lnTo>
                <a:lnTo>
                  <a:pt x="5814" y="7520"/>
                </a:lnTo>
                <a:lnTo>
                  <a:pt x="6040" y="7755"/>
                </a:lnTo>
                <a:lnTo>
                  <a:pt x="6128" y="7896"/>
                </a:lnTo>
                <a:lnTo>
                  <a:pt x="6316" y="8130"/>
                </a:lnTo>
                <a:lnTo>
                  <a:pt x="6404" y="8272"/>
                </a:lnTo>
                <a:lnTo>
                  <a:pt x="6542" y="8366"/>
                </a:lnTo>
                <a:lnTo>
                  <a:pt x="6630" y="8507"/>
                </a:lnTo>
                <a:lnTo>
                  <a:pt x="6718" y="8648"/>
                </a:lnTo>
                <a:lnTo>
                  <a:pt x="6906" y="8884"/>
                </a:lnTo>
                <a:lnTo>
                  <a:pt x="7044" y="8977"/>
                </a:lnTo>
                <a:lnTo>
                  <a:pt x="7132" y="9118"/>
                </a:lnTo>
                <a:lnTo>
                  <a:pt x="7220" y="9259"/>
                </a:lnTo>
                <a:lnTo>
                  <a:pt x="7408" y="9494"/>
                </a:lnTo>
                <a:lnTo>
                  <a:pt x="7547" y="9636"/>
                </a:lnTo>
                <a:lnTo>
                  <a:pt x="7722" y="9870"/>
                </a:lnTo>
                <a:lnTo>
                  <a:pt x="7823" y="10011"/>
                </a:lnTo>
                <a:lnTo>
                  <a:pt x="8049" y="10246"/>
                </a:lnTo>
                <a:lnTo>
                  <a:pt x="8225" y="10482"/>
                </a:lnTo>
                <a:lnTo>
                  <a:pt x="8325" y="10622"/>
                </a:lnTo>
                <a:lnTo>
                  <a:pt x="8551" y="10857"/>
                </a:lnTo>
                <a:lnTo>
                  <a:pt x="8727" y="11092"/>
                </a:lnTo>
                <a:lnTo>
                  <a:pt x="8827" y="11234"/>
                </a:lnTo>
                <a:lnTo>
                  <a:pt x="9053" y="11468"/>
                </a:lnTo>
                <a:lnTo>
                  <a:pt x="9242" y="11703"/>
                </a:lnTo>
                <a:lnTo>
                  <a:pt x="9418" y="11938"/>
                </a:lnTo>
                <a:lnTo>
                  <a:pt x="9556" y="12080"/>
                </a:lnTo>
                <a:lnTo>
                  <a:pt x="9744" y="12315"/>
                </a:lnTo>
                <a:lnTo>
                  <a:pt x="9920" y="12549"/>
                </a:lnTo>
                <a:lnTo>
                  <a:pt x="10058" y="12643"/>
                </a:lnTo>
                <a:lnTo>
                  <a:pt x="10146" y="12784"/>
                </a:lnTo>
                <a:lnTo>
                  <a:pt x="10246" y="12926"/>
                </a:lnTo>
                <a:lnTo>
                  <a:pt x="10422" y="13161"/>
                </a:lnTo>
                <a:lnTo>
                  <a:pt x="10560" y="13255"/>
                </a:lnTo>
                <a:lnTo>
                  <a:pt x="10648" y="13395"/>
                </a:lnTo>
                <a:lnTo>
                  <a:pt x="10837" y="13630"/>
                </a:lnTo>
                <a:lnTo>
                  <a:pt x="11063" y="13866"/>
                </a:lnTo>
                <a:lnTo>
                  <a:pt x="11251" y="14101"/>
                </a:lnTo>
                <a:lnTo>
                  <a:pt x="11427" y="14336"/>
                </a:lnTo>
                <a:lnTo>
                  <a:pt x="11565" y="14430"/>
                </a:lnTo>
                <a:lnTo>
                  <a:pt x="11653" y="14570"/>
                </a:lnTo>
                <a:lnTo>
                  <a:pt x="11753" y="14712"/>
                </a:lnTo>
                <a:lnTo>
                  <a:pt x="11929" y="14947"/>
                </a:lnTo>
                <a:lnTo>
                  <a:pt x="12067" y="15041"/>
                </a:lnTo>
                <a:lnTo>
                  <a:pt x="12155" y="15182"/>
                </a:lnTo>
                <a:lnTo>
                  <a:pt x="12343" y="15370"/>
                </a:lnTo>
                <a:lnTo>
                  <a:pt x="12431" y="15511"/>
                </a:lnTo>
                <a:lnTo>
                  <a:pt x="12569" y="15605"/>
                </a:lnTo>
                <a:lnTo>
                  <a:pt x="12670" y="15745"/>
                </a:lnTo>
                <a:lnTo>
                  <a:pt x="12846" y="15981"/>
                </a:lnTo>
                <a:lnTo>
                  <a:pt x="13072" y="16216"/>
                </a:lnTo>
                <a:lnTo>
                  <a:pt x="13260" y="16451"/>
                </a:lnTo>
                <a:lnTo>
                  <a:pt x="13436" y="16686"/>
                </a:lnTo>
                <a:lnTo>
                  <a:pt x="13574" y="16780"/>
                </a:lnTo>
                <a:lnTo>
                  <a:pt x="13675" y="16922"/>
                </a:lnTo>
                <a:lnTo>
                  <a:pt x="13850" y="17156"/>
                </a:lnTo>
                <a:lnTo>
                  <a:pt x="14076" y="17345"/>
                </a:lnTo>
                <a:lnTo>
                  <a:pt x="14177" y="17485"/>
                </a:lnTo>
                <a:lnTo>
                  <a:pt x="14353" y="17720"/>
                </a:lnTo>
                <a:lnTo>
                  <a:pt x="14579" y="17955"/>
                </a:lnTo>
                <a:lnTo>
                  <a:pt x="14767" y="18143"/>
                </a:lnTo>
                <a:lnTo>
                  <a:pt x="14855" y="18284"/>
                </a:lnTo>
                <a:lnTo>
                  <a:pt x="15081" y="18520"/>
                </a:lnTo>
                <a:lnTo>
                  <a:pt x="15269" y="18707"/>
                </a:lnTo>
                <a:lnTo>
                  <a:pt x="15357" y="18849"/>
                </a:lnTo>
                <a:lnTo>
                  <a:pt x="15583" y="19083"/>
                </a:lnTo>
                <a:lnTo>
                  <a:pt x="15772" y="19272"/>
                </a:lnTo>
                <a:lnTo>
                  <a:pt x="15860" y="19412"/>
                </a:lnTo>
                <a:lnTo>
                  <a:pt x="16086" y="19647"/>
                </a:lnTo>
                <a:lnTo>
                  <a:pt x="16274" y="19835"/>
                </a:lnTo>
                <a:lnTo>
                  <a:pt x="16362" y="19976"/>
                </a:lnTo>
                <a:lnTo>
                  <a:pt x="16600" y="20164"/>
                </a:lnTo>
                <a:lnTo>
                  <a:pt x="16688" y="20306"/>
                </a:lnTo>
                <a:lnTo>
                  <a:pt x="16864" y="20541"/>
                </a:lnTo>
                <a:lnTo>
                  <a:pt x="17103" y="20729"/>
                </a:lnTo>
                <a:lnTo>
                  <a:pt x="17191" y="20870"/>
                </a:lnTo>
                <a:lnTo>
                  <a:pt x="17366" y="21058"/>
                </a:lnTo>
                <a:lnTo>
                  <a:pt x="17467" y="21199"/>
                </a:lnTo>
                <a:lnTo>
                  <a:pt x="17605" y="21293"/>
                </a:lnTo>
                <a:lnTo>
                  <a:pt x="17781" y="21528"/>
                </a:lnTo>
                <a:lnTo>
                  <a:pt x="17969" y="21716"/>
                </a:lnTo>
                <a:lnTo>
                  <a:pt x="18107" y="21857"/>
                </a:lnTo>
                <a:lnTo>
                  <a:pt x="18283" y="22045"/>
                </a:lnTo>
                <a:lnTo>
                  <a:pt x="18371" y="22185"/>
                </a:lnTo>
                <a:lnTo>
                  <a:pt x="18610" y="22374"/>
                </a:lnTo>
                <a:lnTo>
                  <a:pt x="18698" y="22514"/>
                </a:lnTo>
                <a:lnTo>
                  <a:pt x="18886" y="22703"/>
                </a:lnTo>
                <a:lnTo>
                  <a:pt x="19112" y="22937"/>
                </a:lnTo>
                <a:lnTo>
                  <a:pt x="19288" y="23126"/>
                </a:lnTo>
                <a:lnTo>
                  <a:pt x="19388" y="23268"/>
                </a:lnTo>
                <a:lnTo>
                  <a:pt x="19614" y="23455"/>
                </a:lnTo>
                <a:lnTo>
                  <a:pt x="19790" y="23691"/>
                </a:lnTo>
                <a:lnTo>
                  <a:pt x="19978" y="23878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493406" y="4523526"/>
            <a:ext cx="20016" cy="18379"/>
          </a:xfrm>
          <a:custGeom>
            <a:avLst/>
            <a:gdLst/>
            <a:ahLst/>
            <a:cxnLst/>
            <a:rect l="l" t="t" r="r" b="b"/>
            <a:pathLst>
              <a:path w="20016" h="18379">
                <a:moveTo>
                  <a:pt x="0" y="0"/>
                </a:moveTo>
                <a:lnTo>
                  <a:pt x="138" y="141"/>
                </a:lnTo>
                <a:lnTo>
                  <a:pt x="313" y="328"/>
                </a:lnTo>
                <a:lnTo>
                  <a:pt x="502" y="564"/>
                </a:lnTo>
                <a:lnTo>
                  <a:pt x="640" y="659"/>
                </a:lnTo>
                <a:lnTo>
                  <a:pt x="816" y="846"/>
                </a:lnTo>
                <a:lnTo>
                  <a:pt x="916" y="987"/>
                </a:lnTo>
                <a:lnTo>
                  <a:pt x="1142" y="1175"/>
                </a:lnTo>
                <a:lnTo>
                  <a:pt x="1318" y="1363"/>
                </a:lnTo>
                <a:lnTo>
                  <a:pt x="1418" y="1505"/>
                </a:lnTo>
                <a:lnTo>
                  <a:pt x="1645" y="1692"/>
                </a:lnTo>
                <a:lnTo>
                  <a:pt x="1820" y="1928"/>
                </a:lnTo>
                <a:lnTo>
                  <a:pt x="2009" y="2115"/>
                </a:lnTo>
                <a:lnTo>
                  <a:pt x="2147" y="2209"/>
                </a:lnTo>
                <a:lnTo>
                  <a:pt x="2323" y="2444"/>
                </a:lnTo>
                <a:lnTo>
                  <a:pt x="2511" y="2632"/>
                </a:lnTo>
                <a:lnTo>
                  <a:pt x="2649" y="2726"/>
                </a:lnTo>
                <a:lnTo>
                  <a:pt x="2837" y="2961"/>
                </a:lnTo>
                <a:lnTo>
                  <a:pt x="3013" y="3149"/>
                </a:lnTo>
                <a:lnTo>
                  <a:pt x="3151" y="3243"/>
                </a:lnTo>
                <a:lnTo>
                  <a:pt x="3340" y="3432"/>
                </a:lnTo>
                <a:lnTo>
                  <a:pt x="3428" y="3572"/>
                </a:lnTo>
                <a:lnTo>
                  <a:pt x="3654" y="3761"/>
                </a:lnTo>
                <a:lnTo>
                  <a:pt x="3842" y="3949"/>
                </a:lnTo>
                <a:lnTo>
                  <a:pt x="4018" y="4136"/>
                </a:lnTo>
                <a:lnTo>
                  <a:pt x="4156" y="4278"/>
                </a:lnTo>
                <a:lnTo>
                  <a:pt x="4344" y="4466"/>
                </a:lnTo>
                <a:lnTo>
                  <a:pt x="4520" y="4653"/>
                </a:lnTo>
                <a:lnTo>
                  <a:pt x="4658" y="4747"/>
                </a:lnTo>
                <a:lnTo>
                  <a:pt x="4847" y="4982"/>
                </a:lnTo>
                <a:lnTo>
                  <a:pt x="5022" y="5170"/>
                </a:lnTo>
                <a:lnTo>
                  <a:pt x="5161" y="5264"/>
                </a:lnTo>
                <a:lnTo>
                  <a:pt x="5349" y="5453"/>
                </a:lnTo>
                <a:lnTo>
                  <a:pt x="5525" y="5641"/>
                </a:lnTo>
                <a:lnTo>
                  <a:pt x="5663" y="5735"/>
                </a:lnTo>
                <a:lnTo>
                  <a:pt x="5751" y="5876"/>
                </a:lnTo>
                <a:lnTo>
                  <a:pt x="5939" y="6064"/>
                </a:lnTo>
                <a:lnTo>
                  <a:pt x="6165" y="6251"/>
                </a:lnTo>
                <a:lnTo>
                  <a:pt x="6354" y="6439"/>
                </a:lnTo>
                <a:lnTo>
                  <a:pt x="6529" y="6628"/>
                </a:lnTo>
                <a:lnTo>
                  <a:pt x="6667" y="6722"/>
                </a:lnTo>
                <a:lnTo>
                  <a:pt x="6856" y="6910"/>
                </a:lnTo>
                <a:lnTo>
                  <a:pt x="7032" y="7145"/>
                </a:lnTo>
                <a:lnTo>
                  <a:pt x="7170" y="7239"/>
                </a:lnTo>
                <a:lnTo>
                  <a:pt x="7358" y="7427"/>
                </a:lnTo>
                <a:lnTo>
                  <a:pt x="7534" y="7614"/>
                </a:lnTo>
                <a:lnTo>
                  <a:pt x="7672" y="7709"/>
                </a:lnTo>
                <a:lnTo>
                  <a:pt x="7860" y="7897"/>
                </a:lnTo>
                <a:lnTo>
                  <a:pt x="8036" y="8085"/>
                </a:lnTo>
                <a:lnTo>
                  <a:pt x="8174" y="8179"/>
                </a:lnTo>
                <a:lnTo>
                  <a:pt x="8275" y="8274"/>
                </a:lnTo>
                <a:lnTo>
                  <a:pt x="8363" y="8366"/>
                </a:lnTo>
                <a:lnTo>
                  <a:pt x="8451" y="8461"/>
                </a:lnTo>
                <a:lnTo>
                  <a:pt x="8539" y="8555"/>
                </a:lnTo>
                <a:lnTo>
                  <a:pt x="8677" y="8649"/>
                </a:lnTo>
                <a:lnTo>
                  <a:pt x="8865" y="8837"/>
                </a:lnTo>
                <a:lnTo>
                  <a:pt x="9053" y="9026"/>
                </a:lnTo>
                <a:lnTo>
                  <a:pt x="9279" y="9213"/>
                </a:lnTo>
                <a:lnTo>
                  <a:pt x="9455" y="9401"/>
                </a:lnTo>
                <a:lnTo>
                  <a:pt x="9681" y="9589"/>
                </a:lnTo>
                <a:lnTo>
                  <a:pt x="9870" y="9777"/>
                </a:lnTo>
                <a:lnTo>
                  <a:pt x="10058" y="9966"/>
                </a:lnTo>
                <a:lnTo>
                  <a:pt x="10196" y="10059"/>
                </a:lnTo>
                <a:lnTo>
                  <a:pt x="10372" y="10247"/>
                </a:lnTo>
                <a:lnTo>
                  <a:pt x="10560" y="10435"/>
                </a:lnTo>
                <a:lnTo>
                  <a:pt x="10698" y="10529"/>
                </a:lnTo>
                <a:lnTo>
                  <a:pt x="10874" y="10670"/>
                </a:lnTo>
                <a:lnTo>
                  <a:pt x="11063" y="10858"/>
                </a:lnTo>
                <a:lnTo>
                  <a:pt x="11201" y="10953"/>
                </a:lnTo>
                <a:lnTo>
                  <a:pt x="11377" y="11141"/>
                </a:lnTo>
                <a:lnTo>
                  <a:pt x="11565" y="11328"/>
                </a:lnTo>
                <a:lnTo>
                  <a:pt x="11703" y="11422"/>
                </a:lnTo>
                <a:lnTo>
                  <a:pt x="11879" y="11610"/>
                </a:lnTo>
                <a:lnTo>
                  <a:pt x="12067" y="11751"/>
                </a:lnTo>
                <a:lnTo>
                  <a:pt x="12205" y="11845"/>
                </a:lnTo>
                <a:lnTo>
                  <a:pt x="12381" y="12033"/>
                </a:lnTo>
                <a:lnTo>
                  <a:pt x="12569" y="12222"/>
                </a:lnTo>
                <a:lnTo>
                  <a:pt x="12708" y="12316"/>
                </a:lnTo>
                <a:lnTo>
                  <a:pt x="12883" y="12504"/>
                </a:lnTo>
                <a:lnTo>
                  <a:pt x="13072" y="12645"/>
                </a:lnTo>
                <a:lnTo>
                  <a:pt x="13210" y="12739"/>
                </a:lnTo>
                <a:lnTo>
                  <a:pt x="13386" y="12927"/>
                </a:lnTo>
                <a:lnTo>
                  <a:pt x="13574" y="13114"/>
                </a:lnTo>
                <a:lnTo>
                  <a:pt x="13712" y="13208"/>
                </a:lnTo>
                <a:lnTo>
                  <a:pt x="13888" y="13350"/>
                </a:lnTo>
                <a:lnTo>
                  <a:pt x="14076" y="13537"/>
                </a:lnTo>
                <a:lnTo>
                  <a:pt x="14215" y="13631"/>
                </a:lnTo>
                <a:lnTo>
                  <a:pt x="14390" y="13773"/>
                </a:lnTo>
                <a:lnTo>
                  <a:pt x="14579" y="13960"/>
                </a:lnTo>
                <a:lnTo>
                  <a:pt x="14717" y="14054"/>
                </a:lnTo>
                <a:lnTo>
                  <a:pt x="14893" y="14243"/>
                </a:lnTo>
                <a:lnTo>
                  <a:pt x="15081" y="14383"/>
                </a:lnTo>
                <a:lnTo>
                  <a:pt x="15219" y="14478"/>
                </a:lnTo>
                <a:lnTo>
                  <a:pt x="15395" y="14666"/>
                </a:lnTo>
                <a:lnTo>
                  <a:pt x="15583" y="14806"/>
                </a:lnTo>
                <a:lnTo>
                  <a:pt x="15721" y="14901"/>
                </a:lnTo>
                <a:lnTo>
                  <a:pt x="15897" y="15089"/>
                </a:lnTo>
                <a:lnTo>
                  <a:pt x="16086" y="15229"/>
                </a:lnTo>
                <a:lnTo>
                  <a:pt x="16224" y="15324"/>
                </a:lnTo>
                <a:lnTo>
                  <a:pt x="16412" y="15466"/>
                </a:lnTo>
                <a:lnTo>
                  <a:pt x="16588" y="15653"/>
                </a:lnTo>
                <a:lnTo>
                  <a:pt x="16726" y="15747"/>
                </a:lnTo>
                <a:lnTo>
                  <a:pt x="16914" y="15889"/>
                </a:lnTo>
                <a:lnTo>
                  <a:pt x="17090" y="16076"/>
                </a:lnTo>
                <a:lnTo>
                  <a:pt x="17228" y="16123"/>
                </a:lnTo>
                <a:lnTo>
                  <a:pt x="17417" y="16312"/>
                </a:lnTo>
                <a:lnTo>
                  <a:pt x="17592" y="16452"/>
                </a:lnTo>
                <a:lnTo>
                  <a:pt x="17731" y="16546"/>
                </a:lnTo>
                <a:lnTo>
                  <a:pt x="17919" y="16735"/>
                </a:lnTo>
                <a:lnTo>
                  <a:pt x="18095" y="16875"/>
                </a:lnTo>
                <a:lnTo>
                  <a:pt x="18233" y="16969"/>
                </a:lnTo>
                <a:lnTo>
                  <a:pt x="18421" y="17110"/>
                </a:lnTo>
                <a:lnTo>
                  <a:pt x="18597" y="17298"/>
                </a:lnTo>
                <a:lnTo>
                  <a:pt x="18735" y="17345"/>
                </a:lnTo>
                <a:lnTo>
                  <a:pt x="18924" y="17533"/>
                </a:lnTo>
                <a:lnTo>
                  <a:pt x="19099" y="17674"/>
                </a:lnTo>
                <a:lnTo>
                  <a:pt x="19237" y="17768"/>
                </a:lnTo>
                <a:lnTo>
                  <a:pt x="19426" y="17910"/>
                </a:lnTo>
                <a:lnTo>
                  <a:pt x="19602" y="18050"/>
                </a:lnTo>
                <a:lnTo>
                  <a:pt x="19740" y="18144"/>
                </a:lnTo>
                <a:lnTo>
                  <a:pt x="19928" y="18285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513423" y="4541905"/>
            <a:ext cx="20016" cy="12551"/>
          </a:xfrm>
          <a:custGeom>
            <a:avLst/>
            <a:gdLst/>
            <a:ahLst/>
            <a:cxnLst/>
            <a:rect l="l" t="t" r="r" b="b"/>
            <a:pathLst>
              <a:path w="20016" h="12551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70"/>
                </a:lnTo>
                <a:lnTo>
                  <a:pt x="728" y="563"/>
                </a:lnTo>
                <a:lnTo>
                  <a:pt x="916" y="705"/>
                </a:lnTo>
                <a:lnTo>
                  <a:pt x="1092" y="846"/>
                </a:lnTo>
                <a:lnTo>
                  <a:pt x="1230" y="940"/>
                </a:lnTo>
                <a:lnTo>
                  <a:pt x="1418" y="1080"/>
                </a:lnTo>
                <a:lnTo>
                  <a:pt x="1594" y="1222"/>
                </a:lnTo>
                <a:lnTo>
                  <a:pt x="1732" y="1316"/>
                </a:lnTo>
                <a:lnTo>
                  <a:pt x="1921" y="1457"/>
                </a:lnTo>
                <a:lnTo>
                  <a:pt x="2097" y="1598"/>
                </a:lnTo>
                <a:lnTo>
                  <a:pt x="2235" y="1692"/>
                </a:lnTo>
                <a:lnTo>
                  <a:pt x="2423" y="1832"/>
                </a:lnTo>
                <a:lnTo>
                  <a:pt x="2611" y="1974"/>
                </a:lnTo>
                <a:lnTo>
                  <a:pt x="2837" y="2115"/>
                </a:lnTo>
                <a:lnTo>
                  <a:pt x="3013" y="2255"/>
                </a:lnTo>
                <a:lnTo>
                  <a:pt x="3239" y="2444"/>
                </a:lnTo>
                <a:lnTo>
                  <a:pt x="3428" y="2586"/>
                </a:lnTo>
                <a:lnTo>
                  <a:pt x="3616" y="2726"/>
                </a:lnTo>
                <a:lnTo>
                  <a:pt x="3754" y="2773"/>
                </a:lnTo>
                <a:lnTo>
                  <a:pt x="3930" y="2914"/>
                </a:lnTo>
                <a:lnTo>
                  <a:pt x="4118" y="3055"/>
                </a:lnTo>
                <a:lnTo>
                  <a:pt x="4256" y="3149"/>
                </a:lnTo>
                <a:lnTo>
                  <a:pt x="4432" y="3290"/>
                </a:lnTo>
                <a:lnTo>
                  <a:pt x="4621" y="3432"/>
                </a:lnTo>
                <a:lnTo>
                  <a:pt x="4759" y="3525"/>
                </a:lnTo>
                <a:lnTo>
                  <a:pt x="4935" y="3666"/>
                </a:lnTo>
                <a:lnTo>
                  <a:pt x="5123" y="3807"/>
                </a:lnTo>
                <a:lnTo>
                  <a:pt x="5261" y="3855"/>
                </a:lnTo>
                <a:lnTo>
                  <a:pt x="5437" y="3995"/>
                </a:lnTo>
                <a:lnTo>
                  <a:pt x="5625" y="4136"/>
                </a:lnTo>
                <a:lnTo>
                  <a:pt x="5763" y="4184"/>
                </a:lnTo>
                <a:lnTo>
                  <a:pt x="5939" y="4324"/>
                </a:lnTo>
                <a:lnTo>
                  <a:pt x="6128" y="4465"/>
                </a:lnTo>
                <a:lnTo>
                  <a:pt x="6266" y="4559"/>
                </a:lnTo>
                <a:lnTo>
                  <a:pt x="6441" y="4701"/>
                </a:lnTo>
                <a:lnTo>
                  <a:pt x="6630" y="4841"/>
                </a:lnTo>
                <a:lnTo>
                  <a:pt x="6768" y="4888"/>
                </a:lnTo>
                <a:lnTo>
                  <a:pt x="6944" y="5030"/>
                </a:lnTo>
                <a:lnTo>
                  <a:pt x="7132" y="5170"/>
                </a:lnTo>
                <a:lnTo>
                  <a:pt x="7270" y="5217"/>
                </a:lnTo>
                <a:lnTo>
                  <a:pt x="7446" y="5359"/>
                </a:lnTo>
                <a:lnTo>
                  <a:pt x="7634" y="5499"/>
                </a:lnTo>
                <a:lnTo>
                  <a:pt x="7773" y="5547"/>
                </a:lnTo>
                <a:lnTo>
                  <a:pt x="7948" y="5688"/>
                </a:lnTo>
                <a:lnTo>
                  <a:pt x="8137" y="5828"/>
                </a:lnTo>
                <a:lnTo>
                  <a:pt x="8275" y="5876"/>
                </a:lnTo>
                <a:lnTo>
                  <a:pt x="8451" y="6016"/>
                </a:lnTo>
                <a:lnTo>
                  <a:pt x="8639" y="6157"/>
                </a:lnTo>
                <a:lnTo>
                  <a:pt x="8777" y="6205"/>
                </a:lnTo>
                <a:lnTo>
                  <a:pt x="8953" y="6345"/>
                </a:lnTo>
                <a:lnTo>
                  <a:pt x="9141" y="6486"/>
                </a:lnTo>
                <a:lnTo>
                  <a:pt x="9279" y="6534"/>
                </a:lnTo>
                <a:lnTo>
                  <a:pt x="9455" y="6674"/>
                </a:lnTo>
                <a:lnTo>
                  <a:pt x="9644" y="6816"/>
                </a:lnTo>
                <a:lnTo>
                  <a:pt x="9782" y="6863"/>
                </a:lnTo>
                <a:lnTo>
                  <a:pt x="9970" y="7003"/>
                </a:lnTo>
                <a:lnTo>
                  <a:pt x="10146" y="7097"/>
                </a:lnTo>
                <a:lnTo>
                  <a:pt x="10284" y="7191"/>
                </a:lnTo>
                <a:lnTo>
                  <a:pt x="10472" y="7286"/>
                </a:lnTo>
                <a:lnTo>
                  <a:pt x="10648" y="7426"/>
                </a:lnTo>
                <a:lnTo>
                  <a:pt x="10786" y="7474"/>
                </a:lnTo>
                <a:lnTo>
                  <a:pt x="10975" y="7614"/>
                </a:lnTo>
                <a:lnTo>
                  <a:pt x="11150" y="7755"/>
                </a:lnTo>
                <a:lnTo>
                  <a:pt x="11289" y="7803"/>
                </a:lnTo>
                <a:lnTo>
                  <a:pt x="11477" y="7943"/>
                </a:lnTo>
                <a:lnTo>
                  <a:pt x="11653" y="8038"/>
                </a:lnTo>
                <a:lnTo>
                  <a:pt x="11791" y="8085"/>
                </a:lnTo>
                <a:lnTo>
                  <a:pt x="11979" y="8226"/>
                </a:lnTo>
                <a:lnTo>
                  <a:pt x="12155" y="8366"/>
                </a:lnTo>
                <a:lnTo>
                  <a:pt x="12293" y="8414"/>
                </a:lnTo>
                <a:lnTo>
                  <a:pt x="12482" y="8508"/>
                </a:lnTo>
                <a:lnTo>
                  <a:pt x="12657" y="8649"/>
                </a:lnTo>
                <a:lnTo>
                  <a:pt x="12796" y="8695"/>
                </a:lnTo>
                <a:lnTo>
                  <a:pt x="12984" y="8837"/>
                </a:lnTo>
                <a:lnTo>
                  <a:pt x="13160" y="8931"/>
                </a:lnTo>
                <a:lnTo>
                  <a:pt x="13298" y="8978"/>
                </a:lnTo>
                <a:lnTo>
                  <a:pt x="13486" y="9118"/>
                </a:lnTo>
                <a:lnTo>
                  <a:pt x="13662" y="9213"/>
                </a:lnTo>
                <a:lnTo>
                  <a:pt x="13800" y="9260"/>
                </a:lnTo>
                <a:lnTo>
                  <a:pt x="13988" y="9401"/>
                </a:lnTo>
                <a:lnTo>
                  <a:pt x="14164" y="9495"/>
                </a:lnTo>
                <a:lnTo>
                  <a:pt x="14302" y="9589"/>
                </a:lnTo>
                <a:lnTo>
                  <a:pt x="14491" y="9683"/>
                </a:lnTo>
                <a:lnTo>
                  <a:pt x="14667" y="9777"/>
                </a:lnTo>
                <a:lnTo>
                  <a:pt x="14805" y="9870"/>
                </a:lnTo>
                <a:lnTo>
                  <a:pt x="14993" y="9965"/>
                </a:lnTo>
                <a:lnTo>
                  <a:pt x="15169" y="10059"/>
                </a:lnTo>
                <a:lnTo>
                  <a:pt x="15307" y="10106"/>
                </a:lnTo>
                <a:lnTo>
                  <a:pt x="15495" y="10247"/>
                </a:lnTo>
                <a:lnTo>
                  <a:pt x="15671" y="10341"/>
                </a:lnTo>
                <a:lnTo>
                  <a:pt x="15809" y="10388"/>
                </a:lnTo>
                <a:lnTo>
                  <a:pt x="15998" y="10529"/>
                </a:lnTo>
                <a:lnTo>
                  <a:pt x="16186" y="10624"/>
                </a:lnTo>
                <a:lnTo>
                  <a:pt x="16412" y="10716"/>
                </a:lnTo>
                <a:lnTo>
                  <a:pt x="16588" y="10811"/>
                </a:lnTo>
                <a:lnTo>
                  <a:pt x="16814" y="10953"/>
                </a:lnTo>
                <a:lnTo>
                  <a:pt x="17002" y="11047"/>
                </a:lnTo>
                <a:lnTo>
                  <a:pt x="17191" y="11140"/>
                </a:lnTo>
                <a:lnTo>
                  <a:pt x="17329" y="11187"/>
                </a:lnTo>
                <a:lnTo>
                  <a:pt x="17505" y="11328"/>
                </a:lnTo>
                <a:lnTo>
                  <a:pt x="17693" y="11422"/>
                </a:lnTo>
                <a:lnTo>
                  <a:pt x="17831" y="11470"/>
                </a:lnTo>
                <a:lnTo>
                  <a:pt x="18007" y="11563"/>
                </a:lnTo>
                <a:lnTo>
                  <a:pt x="18195" y="11657"/>
                </a:lnTo>
                <a:lnTo>
                  <a:pt x="18333" y="11704"/>
                </a:lnTo>
                <a:lnTo>
                  <a:pt x="18509" y="11799"/>
                </a:lnTo>
                <a:lnTo>
                  <a:pt x="18698" y="11939"/>
                </a:lnTo>
                <a:lnTo>
                  <a:pt x="18836" y="11986"/>
                </a:lnTo>
                <a:lnTo>
                  <a:pt x="19011" y="12080"/>
                </a:lnTo>
                <a:lnTo>
                  <a:pt x="19200" y="12174"/>
                </a:lnTo>
                <a:lnTo>
                  <a:pt x="19338" y="12222"/>
                </a:lnTo>
                <a:lnTo>
                  <a:pt x="19514" y="12316"/>
                </a:lnTo>
                <a:lnTo>
                  <a:pt x="19702" y="12409"/>
                </a:lnTo>
                <a:lnTo>
                  <a:pt x="19840" y="12456"/>
                </a:lnTo>
                <a:lnTo>
                  <a:pt x="20016" y="12551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533439" y="4554456"/>
            <a:ext cx="20016" cy="6534"/>
          </a:xfrm>
          <a:custGeom>
            <a:avLst/>
            <a:gdLst/>
            <a:ahLst/>
            <a:cxnLst/>
            <a:rect l="l" t="t" r="r" b="b"/>
            <a:pathLst>
              <a:path w="20016" h="6534">
                <a:moveTo>
                  <a:pt x="0" y="0"/>
                </a:moveTo>
                <a:lnTo>
                  <a:pt x="188" y="94"/>
                </a:lnTo>
                <a:lnTo>
                  <a:pt x="326" y="140"/>
                </a:lnTo>
                <a:lnTo>
                  <a:pt x="502" y="234"/>
                </a:lnTo>
                <a:lnTo>
                  <a:pt x="690" y="328"/>
                </a:lnTo>
                <a:lnTo>
                  <a:pt x="828" y="375"/>
                </a:lnTo>
                <a:lnTo>
                  <a:pt x="1004" y="469"/>
                </a:lnTo>
                <a:lnTo>
                  <a:pt x="1192" y="563"/>
                </a:lnTo>
                <a:lnTo>
                  <a:pt x="1331" y="611"/>
                </a:lnTo>
                <a:lnTo>
                  <a:pt x="1506" y="704"/>
                </a:lnTo>
                <a:lnTo>
                  <a:pt x="1695" y="798"/>
                </a:lnTo>
                <a:lnTo>
                  <a:pt x="1833" y="846"/>
                </a:lnTo>
                <a:lnTo>
                  <a:pt x="2009" y="940"/>
                </a:lnTo>
                <a:lnTo>
                  <a:pt x="2197" y="1034"/>
                </a:lnTo>
                <a:lnTo>
                  <a:pt x="2335" y="1080"/>
                </a:lnTo>
                <a:lnTo>
                  <a:pt x="2511" y="1175"/>
                </a:lnTo>
                <a:lnTo>
                  <a:pt x="2699" y="1269"/>
                </a:lnTo>
                <a:lnTo>
                  <a:pt x="2837" y="1269"/>
                </a:lnTo>
                <a:lnTo>
                  <a:pt x="3013" y="1363"/>
                </a:lnTo>
                <a:lnTo>
                  <a:pt x="3202" y="1457"/>
                </a:lnTo>
                <a:lnTo>
                  <a:pt x="3340" y="1503"/>
                </a:lnTo>
                <a:lnTo>
                  <a:pt x="3528" y="1598"/>
                </a:lnTo>
                <a:lnTo>
                  <a:pt x="3704" y="1692"/>
                </a:lnTo>
                <a:lnTo>
                  <a:pt x="3842" y="1738"/>
                </a:lnTo>
                <a:lnTo>
                  <a:pt x="4030" y="1786"/>
                </a:lnTo>
                <a:lnTo>
                  <a:pt x="4206" y="1880"/>
                </a:lnTo>
                <a:lnTo>
                  <a:pt x="4344" y="1926"/>
                </a:lnTo>
                <a:lnTo>
                  <a:pt x="4533" y="2021"/>
                </a:lnTo>
                <a:lnTo>
                  <a:pt x="4709" y="2115"/>
                </a:lnTo>
                <a:lnTo>
                  <a:pt x="4847" y="2115"/>
                </a:lnTo>
                <a:lnTo>
                  <a:pt x="5035" y="2209"/>
                </a:lnTo>
                <a:lnTo>
                  <a:pt x="5211" y="2303"/>
                </a:lnTo>
                <a:lnTo>
                  <a:pt x="5349" y="2350"/>
                </a:lnTo>
                <a:lnTo>
                  <a:pt x="5537" y="2396"/>
                </a:lnTo>
                <a:lnTo>
                  <a:pt x="5713" y="2490"/>
                </a:lnTo>
                <a:lnTo>
                  <a:pt x="5851" y="2538"/>
                </a:lnTo>
                <a:lnTo>
                  <a:pt x="6040" y="2632"/>
                </a:lnTo>
                <a:lnTo>
                  <a:pt x="6215" y="2678"/>
                </a:lnTo>
                <a:lnTo>
                  <a:pt x="6354" y="2726"/>
                </a:lnTo>
                <a:lnTo>
                  <a:pt x="6542" y="2819"/>
                </a:lnTo>
                <a:lnTo>
                  <a:pt x="6718" y="2867"/>
                </a:lnTo>
                <a:lnTo>
                  <a:pt x="6856" y="2913"/>
                </a:lnTo>
                <a:lnTo>
                  <a:pt x="7044" y="3007"/>
                </a:lnTo>
                <a:lnTo>
                  <a:pt x="7220" y="3055"/>
                </a:lnTo>
                <a:lnTo>
                  <a:pt x="7358" y="3101"/>
                </a:lnTo>
                <a:lnTo>
                  <a:pt x="7547" y="3196"/>
                </a:lnTo>
                <a:lnTo>
                  <a:pt x="7722" y="3242"/>
                </a:lnTo>
                <a:lnTo>
                  <a:pt x="7860" y="3290"/>
                </a:lnTo>
                <a:lnTo>
                  <a:pt x="8049" y="3384"/>
                </a:lnTo>
                <a:lnTo>
                  <a:pt x="8225" y="3430"/>
                </a:lnTo>
                <a:lnTo>
                  <a:pt x="8363" y="3478"/>
                </a:lnTo>
                <a:lnTo>
                  <a:pt x="8551" y="3525"/>
                </a:lnTo>
                <a:lnTo>
                  <a:pt x="8777" y="3619"/>
                </a:lnTo>
                <a:lnTo>
                  <a:pt x="8965" y="3665"/>
                </a:lnTo>
                <a:lnTo>
                  <a:pt x="9141" y="3759"/>
                </a:lnTo>
                <a:lnTo>
                  <a:pt x="9279" y="3759"/>
                </a:lnTo>
                <a:lnTo>
                  <a:pt x="9468" y="3853"/>
                </a:lnTo>
                <a:lnTo>
                  <a:pt x="9644" y="3901"/>
                </a:lnTo>
                <a:lnTo>
                  <a:pt x="9782" y="3948"/>
                </a:lnTo>
                <a:lnTo>
                  <a:pt x="9970" y="3995"/>
                </a:lnTo>
                <a:lnTo>
                  <a:pt x="10146" y="4088"/>
                </a:lnTo>
                <a:lnTo>
                  <a:pt x="10284" y="4088"/>
                </a:lnTo>
                <a:lnTo>
                  <a:pt x="10472" y="4182"/>
                </a:lnTo>
                <a:lnTo>
                  <a:pt x="10648" y="4230"/>
                </a:lnTo>
                <a:lnTo>
                  <a:pt x="10786" y="4276"/>
                </a:lnTo>
                <a:lnTo>
                  <a:pt x="10975" y="4324"/>
                </a:lnTo>
                <a:lnTo>
                  <a:pt x="11150" y="4418"/>
                </a:lnTo>
                <a:lnTo>
                  <a:pt x="11289" y="4418"/>
                </a:lnTo>
                <a:lnTo>
                  <a:pt x="11477" y="4511"/>
                </a:lnTo>
                <a:lnTo>
                  <a:pt x="11653" y="4559"/>
                </a:lnTo>
                <a:lnTo>
                  <a:pt x="11791" y="4559"/>
                </a:lnTo>
                <a:lnTo>
                  <a:pt x="11979" y="4653"/>
                </a:lnTo>
                <a:lnTo>
                  <a:pt x="12155" y="4700"/>
                </a:lnTo>
                <a:lnTo>
                  <a:pt x="12293" y="4747"/>
                </a:lnTo>
                <a:lnTo>
                  <a:pt x="12482" y="4794"/>
                </a:lnTo>
                <a:lnTo>
                  <a:pt x="12657" y="4841"/>
                </a:lnTo>
                <a:lnTo>
                  <a:pt x="12796" y="4888"/>
                </a:lnTo>
                <a:lnTo>
                  <a:pt x="12984" y="4934"/>
                </a:lnTo>
                <a:lnTo>
                  <a:pt x="13160" y="4982"/>
                </a:lnTo>
                <a:lnTo>
                  <a:pt x="13298" y="5028"/>
                </a:lnTo>
                <a:lnTo>
                  <a:pt x="13486" y="5076"/>
                </a:lnTo>
                <a:lnTo>
                  <a:pt x="13675" y="5123"/>
                </a:lnTo>
                <a:lnTo>
                  <a:pt x="13901" y="5170"/>
                </a:lnTo>
                <a:lnTo>
                  <a:pt x="14076" y="5217"/>
                </a:lnTo>
                <a:lnTo>
                  <a:pt x="14302" y="5264"/>
                </a:lnTo>
                <a:lnTo>
                  <a:pt x="14491" y="5357"/>
                </a:lnTo>
                <a:lnTo>
                  <a:pt x="14679" y="5405"/>
                </a:lnTo>
                <a:lnTo>
                  <a:pt x="14817" y="5405"/>
                </a:lnTo>
                <a:lnTo>
                  <a:pt x="14993" y="5452"/>
                </a:lnTo>
                <a:lnTo>
                  <a:pt x="15181" y="5499"/>
                </a:lnTo>
                <a:lnTo>
                  <a:pt x="15320" y="5546"/>
                </a:lnTo>
                <a:lnTo>
                  <a:pt x="15495" y="5593"/>
                </a:lnTo>
                <a:lnTo>
                  <a:pt x="15684" y="5640"/>
                </a:lnTo>
                <a:lnTo>
                  <a:pt x="15822" y="5688"/>
                </a:lnTo>
                <a:lnTo>
                  <a:pt x="15998" y="5734"/>
                </a:lnTo>
                <a:lnTo>
                  <a:pt x="16186" y="5780"/>
                </a:lnTo>
                <a:lnTo>
                  <a:pt x="16324" y="5780"/>
                </a:lnTo>
                <a:lnTo>
                  <a:pt x="16500" y="5828"/>
                </a:lnTo>
                <a:lnTo>
                  <a:pt x="16688" y="5875"/>
                </a:lnTo>
                <a:lnTo>
                  <a:pt x="16826" y="5875"/>
                </a:lnTo>
                <a:lnTo>
                  <a:pt x="17002" y="5922"/>
                </a:lnTo>
                <a:lnTo>
                  <a:pt x="17191" y="5969"/>
                </a:lnTo>
                <a:lnTo>
                  <a:pt x="17329" y="6016"/>
                </a:lnTo>
                <a:lnTo>
                  <a:pt x="17505" y="6063"/>
                </a:lnTo>
                <a:lnTo>
                  <a:pt x="17693" y="6111"/>
                </a:lnTo>
                <a:lnTo>
                  <a:pt x="17831" y="6111"/>
                </a:lnTo>
                <a:lnTo>
                  <a:pt x="18007" y="6157"/>
                </a:lnTo>
                <a:lnTo>
                  <a:pt x="18195" y="6203"/>
                </a:lnTo>
                <a:lnTo>
                  <a:pt x="18333" y="6203"/>
                </a:lnTo>
                <a:lnTo>
                  <a:pt x="18509" y="6251"/>
                </a:lnTo>
                <a:lnTo>
                  <a:pt x="18698" y="6298"/>
                </a:lnTo>
                <a:lnTo>
                  <a:pt x="18836" y="6298"/>
                </a:lnTo>
                <a:lnTo>
                  <a:pt x="19011" y="6345"/>
                </a:lnTo>
                <a:lnTo>
                  <a:pt x="19200" y="6392"/>
                </a:lnTo>
                <a:lnTo>
                  <a:pt x="19338" y="6392"/>
                </a:lnTo>
                <a:lnTo>
                  <a:pt x="19514" y="6439"/>
                </a:lnTo>
                <a:lnTo>
                  <a:pt x="19702" y="6486"/>
                </a:lnTo>
                <a:lnTo>
                  <a:pt x="19840" y="6486"/>
                </a:lnTo>
                <a:lnTo>
                  <a:pt x="20016" y="6534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553456" y="4560991"/>
            <a:ext cx="20029" cy="986"/>
          </a:xfrm>
          <a:custGeom>
            <a:avLst/>
            <a:gdLst/>
            <a:ahLst/>
            <a:cxnLst/>
            <a:rect l="l" t="t" r="r" b="b"/>
            <a:pathLst>
              <a:path w="20029" h="986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0" y="140"/>
                </a:lnTo>
                <a:lnTo>
                  <a:pt x="828" y="140"/>
                </a:lnTo>
                <a:lnTo>
                  <a:pt x="1017" y="187"/>
                </a:lnTo>
                <a:lnTo>
                  <a:pt x="1192" y="187"/>
                </a:lnTo>
                <a:lnTo>
                  <a:pt x="1331" y="234"/>
                </a:lnTo>
                <a:lnTo>
                  <a:pt x="1519" y="234"/>
                </a:lnTo>
                <a:lnTo>
                  <a:pt x="1695" y="281"/>
                </a:lnTo>
                <a:lnTo>
                  <a:pt x="1833" y="281"/>
                </a:lnTo>
                <a:lnTo>
                  <a:pt x="2021" y="328"/>
                </a:lnTo>
                <a:lnTo>
                  <a:pt x="2197" y="328"/>
                </a:lnTo>
                <a:lnTo>
                  <a:pt x="2335" y="375"/>
                </a:lnTo>
                <a:lnTo>
                  <a:pt x="2524" y="375"/>
                </a:lnTo>
                <a:lnTo>
                  <a:pt x="2699" y="423"/>
                </a:lnTo>
                <a:lnTo>
                  <a:pt x="2837" y="423"/>
                </a:lnTo>
                <a:lnTo>
                  <a:pt x="3026" y="469"/>
                </a:lnTo>
                <a:lnTo>
                  <a:pt x="3202" y="469"/>
                </a:lnTo>
                <a:lnTo>
                  <a:pt x="3340" y="515"/>
                </a:lnTo>
                <a:lnTo>
                  <a:pt x="3528" y="515"/>
                </a:lnTo>
                <a:lnTo>
                  <a:pt x="3704" y="563"/>
                </a:lnTo>
                <a:lnTo>
                  <a:pt x="3842" y="563"/>
                </a:lnTo>
                <a:lnTo>
                  <a:pt x="4030" y="563"/>
                </a:lnTo>
                <a:lnTo>
                  <a:pt x="4206" y="610"/>
                </a:lnTo>
                <a:lnTo>
                  <a:pt x="4344" y="610"/>
                </a:lnTo>
                <a:lnTo>
                  <a:pt x="4533" y="610"/>
                </a:lnTo>
                <a:lnTo>
                  <a:pt x="4709" y="657"/>
                </a:lnTo>
                <a:lnTo>
                  <a:pt x="4847" y="657"/>
                </a:lnTo>
                <a:lnTo>
                  <a:pt x="5035" y="704"/>
                </a:lnTo>
                <a:lnTo>
                  <a:pt x="5211" y="704"/>
                </a:lnTo>
                <a:lnTo>
                  <a:pt x="5349" y="704"/>
                </a:lnTo>
                <a:lnTo>
                  <a:pt x="5537" y="704"/>
                </a:lnTo>
                <a:lnTo>
                  <a:pt x="5713" y="751"/>
                </a:lnTo>
                <a:lnTo>
                  <a:pt x="5851" y="751"/>
                </a:lnTo>
                <a:lnTo>
                  <a:pt x="6040" y="751"/>
                </a:lnTo>
                <a:lnTo>
                  <a:pt x="6215" y="798"/>
                </a:lnTo>
                <a:lnTo>
                  <a:pt x="6354" y="798"/>
                </a:lnTo>
                <a:lnTo>
                  <a:pt x="6542" y="798"/>
                </a:lnTo>
                <a:lnTo>
                  <a:pt x="6718" y="846"/>
                </a:lnTo>
                <a:lnTo>
                  <a:pt x="6856" y="846"/>
                </a:lnTo>
                <a:lnTo>
                  <a:pt x="7044" y="846"/>
                </a:lnTo>
                <a:lnTo>
                  <a:pt x="7233" y="846"/>
                </a:lnTo>
                <a:lnTo>
                  <a:pt x="7459" y="892"/>
                </a:lnTo>
                <a:lnTo>
                  <a:pt x="7634" y="892"/>
                </a:lnTo>
                <a:lnTo>
                  <a:pt x="7860" y="892"/>
                </a:lnTo>
                <a:lnTo>
                  <a:pt x="8049" y="892"/>
                </a:lnTo>
                <a:lnTo>
                  <a:pt x="8237" y="892"/>
                </a:lnTo>
                <a:lnTo>
                  <a:pt x="8375" y="938"/>
                </a:lnTo>
                <a:lnTo>
                  <a:pt x="8551" y="938"/>
                </a:lnTo>
                <a:lnTo>
                  <a:pt x="8739" y="938"/>
                </a:lnTo>
                <a:lnTo>
                  <a:pt x="8878" y="938"/>
                </a:lnTo>
                <a:lnTo>
                  <a:pt x="9053" y="938"/>
                </a:lnTo>
                <a:lnTo>
                  <a:pt x="9242" y="938"/>
                </a:lnTo>
                <a:lnTo>
                  <a:pt x="9380" y="938"/>
                </a:lnTo>
                <a:lnTo>
                  <a:pt x="9556" y="938"/>
                </a:lnTo>
                <a:lnTo>
                  <a:pt x="9744" y="986"/>
                </a:lnTo>
                <a:lnTo>
                  <a:pt x="9882" y="986"/>
                </a:lnTo>
                <a:lnTo>
                  <a:pt x="10058" y="986"/>
                </a:lnTo>
                <a:lnTo>
                  <a:pt x="10246" y="986"/>
                </a:lnTo>
                <a:lnTo>
                  <a:pt x="10384" y="986"/>
                </a:lnTo>
                <a:lnTo>
                  <a:pt x="10560" y="986"/>
                </a:lnTo>
                <a:lnTo>
                  <a:pt x="10749" y="986"/>
                </a:lnTo>
                <a:lnTo>
                  <a:pt x="10887" y="986"/>
                </a:lnTo>
                <a:lnTo>
                  <a:pt x="11063" y="986"/>
                </a:lnTo>
                <a:lnTo>
                  <a:pt x="11251" y="986"/>
                </a:lnTo>
                <a:lnTo>
                  <a:pt x="11389" y="986"/>
                </a:lnTo>
                <a:lnTo>
                  <a:pt x="11565" y="986"/>
                </a:lnTo>
                <a:lnTo>
                  <a:pt x="11753" y="986"/>
                </a:lnTo>
                <a:lnTo>
                  <a:pt x="11891" y="986"/>
                </a:lnTo>
                <a:lnTo>
                  <a:pt x="12067" y="986"/>
                </a:lnTo>
                <a:lnTo>
                  <a:pt x="12256" y="986"/>
                </a:lnTo>
                <a:lnTo>
                  <a:pt x="12394" y="986"/>
                </a:lnTo>
                <a:lnTo>
                  <a:pt x="12569" y="986"/>
                </a:lnTo>
                <a:lnTo>
                  <a:pt x="12758" y="986"/>
                </a:lnTo>
                <a:lnTo>
                  <a:pt x="12896" y="986"/>
                </a:lnTo>
                <a:lnTo>
                  <a:pt x="13072" y="986"/>
                </a:lnTo>
                <a:lnTo>
                  <a:pt x="13260" y="938"/>
                </a:lnTo>
                <a:lnTo>
                  <a:pt x="13398" y="938"/>
                </a:lnTo>
                <a:lnTo>
                  <a:pt x="13574" y="938"/>
                </a:lnTo>
                <a:lnTo>
                  <a:pt x="13762" y="938"/>
                </a:lnTo>
                <a:lnTo>
                  <a:pt x="13901" y="938"/>
                </a:lnTo>
                <a:lnTo>
                  <a:pt x="14076" y="938"/>
                </a:lnTo>
                <a:lnTo>
                  <a:pt x="14265" y="938"/>
                </a:lnTo>
                <a:lnTo>
                  <a:pt x="14403" y="892"/>
                </a:lnTo>
                <a:lnTo>
                  <a:pt x="14591" y="892"/>
                </a:lnTo>
                <a:lnTo>
                  <a:pt x="14767" y="892"/>
                </a:lnTo>
                <a:lnTo>
                  <a:pt x="14905" y="892"/>
                </a:lnTo>
                <a:lnTo>
                  <a:pt x="15094" y="892"/>
                </a:lnTo>
                <a:lnTo>
                  <a:pt x="15269" y="846"/>
                </a:lnTo>
                <a:lnTo>
                  <a:pt x="15407" y="846"/>
                </a:lnTo>
                <a:lnTo>
                  <a:pt x="15596" y="846"/>
                </a:lnTo>
                <a:lnTo>
                  <a:pt x="15772" y="846"/>
                </a:lnTo>
                <a:lnTo>
                  <a:pt x="15910" y="846"/>
                </a:lnTo>
                <a:lnTo>
                  <a:pt x="16098" y="798"/>
                </a:lnTo>
                <a:lnTo>
                  <a:pt x="16274" y="798"/>
                </a:lnTo>
                <a:lnTo>
                  <a:pt x="16412" y="798"/>
                </a:lnTo>
                <a:lnTo>
                  <a:pt x="16600" y="751"/>
                </a:lnTo>
                <a:lnTo>
                  <a:pt x="16776" y="751"/>
                </a:lnTo>
                <a:lnTo>
                  <a:pt x="16914" y="751"/>
                </a:lnTo>
                <a:lnTo>
                  <a:pt x="17103" y="751"/>
                </a:lnTo>
                <a:lnTo>
                  <a:pt x="17279" y="704"/>
                </a:lnTo>
                <a:lnTo>
                  <a:pt x="17417" y="704"/>
                </a:lnTo>
                <a:lnTo>
                  <a:pt x="17605" y="704"/>
                </a:lnTo>
                <a:lnTo>
                  <a:pt x="17781" y="657"/>
                </a:lnTo>
                <a:lnTo>
                  <a:pt x="17919" y="657"/>
                </a:lnTo>
                <a:lnTo>
                  <a:pt x="18107" y="657"/>
                </a:lnTo>
                <a:lnTo>
                  <a:pt x="18283" y="610"/>
                </a:lnTo>
                <a:lnTo>
                  <a:pt x="18421" y="610"/>
                </a:lnTo>
                <a:lnTo>
                  <a:pt x="18610" y="563"/>
                </a:lnTo>
                <a:lnTo>
                  <a:pt x="18785" y="563"/>
                </a:lnTo>
                <a:lnTo>
                  <a:pt x="18924" y="563"/>
                </a:lnTo>
                <a:lnTo>
                  <a:pt x="19112" y="515"/>
                </a:lnTo>
                <a:lnTo>
                  <a:pt x="19288" y="515"/>
                </a:lnTo>
                <a:lnTo>
                  <a:pt x="19426" y="469"/>
                </a:lnTo>
                <a:lnTo>
                  <a:pt x="19614" y="469"/>
                </a:lnTo>
                <a:lnTo>
                  <a:pt x="19790" y="423"/>
                </a:lnTo>
                <a:lnTo>
                  <a:pt x="19928" y="42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573485" y="4555678"/>
            <a:ext cx="20016" cy="5735"/>
          </a:xfrm>
          <a:custGeom>
            <a:avLst/>
            <a:gdLst/>
            <a:ahLst/>
            <a:cxnLst/>
            <a:rect l="l" t="t" r="r" b="b"/>
            <a:pathLst>
              <a:path w="20016" h="5735">
                <a:moveTo>
                  <a:pt x="0" y="5735"/>
                </a:moveTo>
                <a:lnTo>
                  <a:pt x="175" y="5688"/>
                </a:lnTo>
                <a:lnTo>
                  <a:pt x="401" y="5688"/>
                </a:lnTo>
                <a:lnTo>
                  <a:pt x="590" y="5641"/>
                </a:lnTo>
                <a:lnTo>
                  <a:pt x="778" y="5593"/>
                </a:lnTo>
                <a:lnTo>
                  <a:pt x="1004" y="5593"/>
                </a:lnTo>
                <a:lnTo>
                  <a:pt x="1180" y="5547"/>
                </a:lnTo>
                <a:lnTo>
                  <a:pt x="1406" y="5499"/>
                </a:lnTo>
                <a:lnTo>
                  <a:pt x="1594" y="5499"/>
                </a:lnTo>
                <a:lnTo>
                  <a:pt x="1783" y="5453"/>
                </a:lnTo>
                <a:lnTo>
                  <a:pt x="1921" y="5453"/>
                </a:lnTo>
                <a:lnTo>
                  <a:pt x="2097" y="5405"/>
                </a:lnTo>
                <a:lnTo>
                  <a:pt x="2285" y="5359"/>
                </a:lnTo>
                <a:lnTo>
                  <a:pt x="2423" y="5359"/>
                </a:lnTo>
                <a:lnTo>
                  <a:pt x="2599" y="5312"/>
                </a:lnTo>
                <a:lnTo>
                  <a:pt x="2787" y="5264"/>
                </a:lnTo>
                <a:lnTo>
                  <a:pt x="2925" y="5264"/>
                </a:lnTo>
                <a:lnTo>
                  <a:pt x="3101" y="5218"/>
                </a:lnTo>
                <a:lnTo>
                  <a:pt x="3290" y="5218"/>
                </a:lnTo>
                <a:lnTo>
                  <a:pt x="3428" y="5170"/>
                </a:lnTo>
                <a:lnTo>
                  <a:pt x="3603" y="5124"/>
                </a:lnTo>
                <a:lnTo>
                  <a:pt x="3792" y="5124"/>
                </a:lnTo>
                <a:lnTo>
                  <a:pt x="3930" y="5076"/>
                </a:lnTo>
                <a:lnTo>
                  <a:pt x="4106" y="5030"/>
                </a:lnTo>
                <a:lnTo>
                  <a:pt x="4294" y="4982"/>
                </a:lnTo>
                <a:lnTo>
                  <a:pt x="4432" y="4982"/>
                </a:lnTo>
                <a:lnTo>
                  <a:pt x="4608" y="4936"/>
                </a:lnTo>
                <a:lnTo>
                  <a:pt x="4796" y="4889"/>
                </a:lnTo>
                <a:lnTo>
                  <a:pt x="4935" y="4889"/>
                </a:lnTo>
                <a:lnTo>
                  <a:pt x="5110" y="4841"/>
                </a:lnTo>
                <a:lnTo>
                  <a:pt x="5299" y="4795"/>
                </a:lnTo>
                <a:lnTo>
                  <a:pt x="5437" y="4795"/>
                </a:lnTo>
                <a:lnTo>
                  <a:pt x="5613" y="4747"/>
                </a:lnTo>
                <a:lnTo>
                  <a:pt x="5801" y="4701"/>
                </a:lnTo>
                <a:lnTo>
                  <a:pt x="5939" y="4653"/>
                </a:lnTo>
                <a:lnTo>
                  <a:pt x="6115" y="4607"/>
                </a:lnTo>
                <a:lnTo>
                  <a:pt x="6303" y="4559"/>
                </a:lnTo>
                <a:lnTo>
                  <a:pt x="6441" y="4559"/>
                </a:lnTo>
                <a:lnTo>
                  <a:pt x="6617" y="4513"/>
                </a:lnTo>
                <a:lnTo>
                  <a:pt x="6806" y="4466"/>
                </a:lnTo>
                <a:lnTo>
                  <a:pt x="6944" y="4418"/>
                </a:lnTo>
                <a:lnTo>
                  <a:pt x="7120" y="4372"/>
                </a:lnTo>
                <a:lnTo>
                  <a:pt x="7308" y="4324"/>
                </a:lnTo>
                <a:lnTo>
                  <a:pt x="7446" y="4324"/>
                </a:lnTo>
                <a:lnTo>
                  <a:pt x="7622" y="4278"/>
                </a:lnTo>
                <a:lnTo>
                  <a:pt x="7810" y="4230"/>
                </a:lnTo>
                <a:lnTo>
                  <a:pt x="7948" y="4184"/>
                </a:lnTo>
                <a:lnTo>
                  <a:pt x="8137" y="4136"/>
                </a:lnTo>
                <a:lnTo>
                  <a:pt x="8313" y="4089"/>
                </a:lnTo>
                <a:lnTo>
                  <a:pt x="8451" y="4043"/>
                </a:lnTo>
                <a:lnTo>
                  <a:pt x="8639" y="3995"/>
                </a:lnTo>
                <a:lnTo>
                  <a:pt x="8815" y="3949"/>
                </a:lnTo>
                <a:lnTo>
                  <a:pt x="8953" y="3901"/>
                </a:lnTo>
                <a:lnTo>
                  <a:pt x="9141" y="3855"/>
                </a:lnTo>
                <a:lnTo>
                  <a:pt x="9317" y="3807"/>
                </a:lnTo>
                <a:lnTo>
                  <a:pt x="9455" y="3761"/>
                </a:lnTo>
                <a:lnTo>
                  <a:pt x="9644" y="3713"/>
                </a:lnTo>
                <a:lnTo>
                  <a:pt x="9819" y="3666"/>
                </a:lnTo>
                <a:lnTo>
                  <a:pt x="9958" y="3620"/>
                </a:lnTo>
                <a:lnTo>
                  <a:pt x="10146" y="3572"/>
                </a:lnTo>
                <a:lnTo>
                  <a:pt x="10322" y="3526"/>
                </a:lnTo>
                <a:lnTo>
                  <a:pt x="10460" y="3478"/>
                </a:lnTo>
                <a:lnTo>
                  <a:pt x="10648" y="3432"/>
                </a:lnTo>
                <a:lnTo>
                  <a:pt x="10824" y="3384"/>
                </a:lnTo>
                <a:lnTo>
                  <a:pt x="10962" y="3338"/>
                </a:lnTo>
                <a:lnTo>
                  <a:pt x="11150" y="3290"/>
                </a:lnTo>
                <a:lnTo>
                  <a:pt x="11326" y="3243"/>
                </a:lnTo>
                <a:lnTo>
                  <a:pt x="11464" y="3197"/>
                </a:lnTo>
                <a:lnTo>
                  <a:pt x="11653" y="3149"/>
                </a:lnTo>
                <a:lnTo>
                  <a:pt x="11829" y="3055"/>
                </a:lnTo>
                <a:lnTo>
                  <a:pt x="11967" y="3055"/>
                </a:lnTo>
                <a:lnTo>
                  <a:pt x="12155" y="2961"/>
                </a:lnTo>
                <a:lnTo>
                  <a:pt x="12331" y="2914"/>
                </a:lnTo>
                <a:lnTo>
                  <a:pt x="12469" y="2867"/>
                </a:lnTo>
                <a:lnTo>
                  <a:pt x="12657" y="2820"/>
                </a:lnTo>
                <a:lnTo>
                  <a:pt x="12833" y="2726"/>
                </a:lnTo>
                <a:lnTo>
                  <a:pt x="12971" y="2726"/>
                </a:lnTo>
                <a:lnTo>
                  <a:pt x="13160" y="2632"/>
                </a:lnTo>
                <a:lnTo>
                  <a:pt x="13335" y="2586"/>
                </a:lnTo>
                <a:lnTo>
                  <a:pt x="13474" y="2538"/>
                </a:lnTo>
                <a:lnTo>
                  <a:pt x="13662" y="2491"/>
                </a:lnTo>
                <a:lnTo>
                  <a:pt x="13838" y="2397"/>
                </a:lnTo>
                <a:lnTo>
                  <a:pt x="13976" y="2351"/>
                </a:lnTo>
                <a:lnTo>
                  <a:pt x="14164" y="2303"/>
                </a:lnTo>
                <a:lnTo>
                  <a:pt x="14353" y="2209"/>
                </a:lnTo>
                <a:lnTo>
                  <a:pt x="14579" y="2162"/>
                </a:lnTo>
                <a:lnTo>
                  <a:pt x="14754" y="2068"/>
                </a:lnTo>
                <a:lnTo>
                  <a:pt x="14981" y="2021"/>
                </a:lnTo>
                <a:lnTo>
                  <a:pt x="15169" y="1928"/>
                </a:lnTo>
                <a:lnTo>
                  <a:pt x="15357" y="1880"/>
                </a:lnTo>
                <a:lnTo>
                  <a:pt x="15583" y="1786"/>
                </a:lnTo>
                <a:lnTo>
                  <a:pt x="15759" y="1739"/>
                </a:lnTo>
                <a:lnTo>
                  <a:pt x="15998" y="1645"/>
                </a:lnTo>
                <a:lnTo>
                  <a:pt x="16173" y="1551"/>
                </a:lnTo>
                <a:lnTo>
                  <a:pt x="16362" y="1505"/>
                </a:lnTo>
                <a:lnTo>
                  <a:pt x="16500" y="1457"/>
                </a:lnTo>
                <a:lnTo>
                  <a:pt x="16676" y="1363"/>
                </a:lnTo>
                <a:lnTo>
                  <a:pt x="16864" y="1316"/>
                </a:lnTo>
                <a:lnTo>
                  <a:pt x="17002" y="1269"/>
                </a:lnTo>
                <a:lnTo>
                  <a:pt x="17178" y="1175"/>
                </a:lnTo>
                <a:lnTo>
                  <a:pt x="17366" y="1082"/>
                </a:lnTo>
                <a:lnTo>
                  <a:pt x="17505" y="1034"/>
                </a:lnTo>
                <a:lnTo>
                  <a:pt x="17680" y="987"/>
                </a:lnTo>
                <a:lnTo>
                  <a:pt x="17869" y="893"/>
                </a:lnTo>
                <a:lnTo>
                  <a:pt x="18007" y="846"/>
                </a:lnTo>
                <a:lnTo>
                  <a:pt x="18183" y="751"/>
                </a:lnTo>
                <a:lnTo>
                  <a:pt x="18371" y="705"/>
                </a:lnTo>
                <a:lnTo>
                  <a:pt x="18509" y="659"/>
                </a:lnTo>
                <a:lnTo>
                  <a:pt x="18685" y="564"/>
                </a:lnTo>
                <a:lnTo>
                  <a:pt x="18873" y="470"/>
                </a:lnTo>
                <a:lnTo>
                  <a:pt x="19011" y="423"/>
                </a:lnTo>
                <a:lnTo>
                  <a:pt x="19187" y="328"/>
                </a:lnTo>
                <a:lnTo>
                  <a:pt x="19376" y="282"/>
                </a:lnTo>
                <a:lnTo>
                  <a:pt x="19514" y="236"/>
                </a:lnTo>
                <a:lnTo>
                  <a:pt x="19690" y="141"/>
                </a:lnTo>
                <a:lnTo>
                  <a:pt x="19878" y="47"/>
                </a:lnTo>
                <a:lnTo>
                  <a:pt x="20016" y="0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593501" y="4543927"/>
            <a:ext cx="19966" cy="11751"/>
          </a:xfrm>
          <a:custGeom>
            <a:avLst/>
            <a:gdLst/>
            <a:ahLst/>
            <a:cxnLst/>
            <a:rect l="l" t="t" r="r" b="b"/>
            <a:pathLst>
              <a:path w="19966" h="11751">
                <a:moveTo>
                  <a:pt x="0" y="11751"/>
                </a:moveTo>
                <a:lnTo>
                  <a:pt x="175" y="11657"/>
                </a:lnTo>
                <a:lnTo>
                  <a:pt x="364" y="11564"/>
                </a:lnTo>
                <a:lnTo>
                  <a:pt x="502" y="11516"/>
                </a:lnTo>
                <a:lnTo>
                  <a:pt x="678" y="11422"/>
                </a:lnTo>
                <a:lnTo>
                  <a:pt x="866" y="11328"/>
                </a:lnTo>
                <a:lnTo>
                  <a:pt x="1004" y="11328"/>
                </a:lnTo>
                <a:lnTo>
                  <a:pt x="1180" y="11234"/>
                </a:lnTo>
                <a:lnTo>
                  <a:pt x="1368" y="11141"/>
                </a:lnTo>
                <a:lnTo>
                  <a:pt x="1506" y="11093"/>
                </a:lnTo>
                <a:lnTo>
                  <a:pt x="1682" y="10999"/>
                </a:lnTo>
                <a:lnTo>
                  <a:pt x="1871" y="10905"/>
                </a:lnTo>
                <a:lnTo>
                  <a:pt x="2009" y="10858"/>
                </a:lnTo>
                <a:lnTo>
                  <a:pt x="2197" y="10764"/>
                </a:lnTo>
                <a:lnTo>
                  <a:pt x="2373" y="10670"/>
                </a:lnTo>
                <a:lnTo>
                  <a:pt x="2511" y="10624"/>
                </a:lnTo>
                <a:lnTo>
                  <a:pt x="2699" y="10529"/>
                </a:lnTo>
                <a:lnTo>
                  <a:pt x="2875" y="10435"/>
                </a:lnTo>
                <a:lnTo>
                  <a:pt x="3013" y="10388"/>
                </a:lnTo>
                <a:lnTo>
                  <a:pt x="3202" y="10247"/>
                </a:lnTo>
                <a:lnTo>
                  <a:pt x="3377" y="10153"/>
                </a:lnTo>
                <a:lnTo>
                  <a:pt x="3516" y="10106"/>
                </a:lnTo>
                <a:lnTo>
                  <a:pt x="3704" y="10012"/>
                </a:lnTo>
                <a:lnTo>
                  <a:pt x="3880" y="9918"/>
                </a:lnTo>
                <a:lnTo>
                  <a:pt x="4018" y="9872"/>
                </a:lnTo>
                <a:lnTo>
                  <a:pt x="4206" y="9777"/>
                </a:lnTo>
                <a:lnTo>
                  <a:pt x="4382" y="9683"/>
                </a:lnTo>
                <a:lnTo>
                  <a:pt x="4520" y="9636"/>
                </a:lnTo>
                <a:lnTo>
                  <a:pt x="4709" y="9495"/>
                </a:lnTo>
                <a:lnTo>
                  <a:pt x="4884" y="9401"/>
                </a:lnTo>
                <a:lnTo>
                  <a:pt x="5022" y="9354"/>
                </a:lnTo>
                <a:lnTo>
                  <a:pt x="5211" y="9260"/>
                </a:lnTo>
                <a:lnTo>
                  <a:pt x="5387" y="9166"/>
                </a:lnTo>
                <a:lnTo>
                  <a:pt x="5525" y="9118"/>
                </a:lnTo>
                <a:lnTo>
                  <a:pt x="5713" y="8978"/>
                </a:lnTo>
                <a:lnTo>
                  <a:pt x="5889" y="8884"/>
                </a:lnTo>
                <a:lnTo>
                  <a:pt x="6027" y="8837"/>
                </a:lnTo>
                <a:lnTo>
                  <a:pt x="6215" y="8743"/>
                </a:lnTo>
                <a:lnTo>
                  <a:pt x="6391" y="8602"/>
                </a:lnTo>
                <a:lnTo>
                  <a:pt x="6529" y="8555"/>
                </a:lnTo>
                <a:lnTo>
                  <a:pt x="6718" y="8461"/>
                </a:lnTo>
                <a:lnTo>
                  <a:pt x="6894" y="8366"/>
                </a:lnTo>
                <a:lnTo>
                  <a:pt x="7032" y="8320"/>
                </a:lnTo>
                <a:lnTo>
                  <a:pt x="7220" y="8179"/>
                </a:lnTo>
                <a:lnTo>
                  <a:pt x="7396" y="8085"/>
                </a:lnTo>
                <a:lnTo>
                  <a:pt x="7534" y="8038"/>
                </a:lnTo>
                <a:lnTo>
                  <a:pt x="7722" y="7897"/>
                </a:lnTo>
                <a:lnTo>
                  <a:pt x="7898" y="7803"/>
                </a:lnTo>
                <a:lnTo>
                  <a:pt x="8036" y="7756"/>
                </a:lnTo>
                <a:lnTo>
                  <a:pt x="8225" y="7614"/>
                </a:lnTo>
                <a:lnTo>
                  <a:pt x="8413" y="7520"/>
                </a:lnTo>
                <a:lnTo>
                  <a:pt x="8639" y="7426"/>
                </a:lnTo>
                <a:lnTo>
                  <a:pt x="8815" y="7286"/>
                </a:lnTo>
                <a:lnTo>
                  <a:pt x="9041" y="7191"/>
                </a:lnTo>
                <a:lnTo>
                  <a:pt x="9229" y="7051"/>
                </a:lnTo>
                <a:lnTo>
                  <a:pt x="9418" y="6957"/>
                </a:lnTo>
                <a:lnTo>
                  <a:pt x="9556" y="6863"/>
                </a:lnTo>
                <a:lnTo>
                  <a:pt x="9732" y="6768"/>
                </a:lnTo>
                <a:lnTo>
                  <a:pt x="9920" y="6628"/>
                </a:lnTo>
                <a:lnTo>
                  <a:pt x="10058" y="6580"/>
                </a:lnTo>
                <a:lnTo>
                  <a:pt x="10234" y="6487"/>
                </a:lnTo>
                <a:lnTo>
                  <a:pt x="10422" y="6345"/>
                </a:lnTo>
                <a:lnTo>
                  <a:pt x="10560" y="6299"/>
                </a:lnTo>
                <a:lnTo>
                  <a:pt x="10736" y="6157"/>
                </a:lnTo>
                <a:lnTo>
                  <a:pt x="10924" y="6064"/>
                </a:lnTo>
                <a:lnTo>
                  <a:pt x="11063" y="5970"/>
                </a:lnTo>
                <a:lnTo>
                  <a:pt x="11238" y="5876"/>
                </a:lnTo>
                <a:lnTo>
                  <a:pt x="11427" y="5734"/>
                </a:lnTo>
                <a:lnTo>
                  <a:pt x="11565" y="5688"/>
                </a:lnTo>
                <a:lnTo>
                  <a:pt x="11741" y="5547"/>
                </a:lnTo>
                <a:lnTo>
                  <a:pt x="11929" y="5453"/>
                </a:lnTo>
                <a:lnTo>
                  <a:pt x="12067" y="5359"/>
                </a:lnTo>
                <a:lnTo>
                  <a:pt x="12243" y="5264"/>
                </a:lnTo>
                <a:lnTo>
                  <a:pt x="12431" y="5124"/>
                </a:lnTo>
                <a:lnTo>
                  <a:pt x="12569" y="5076"/>
                </a:lnTo>
                <a:lnTo>
                  <a:pt x="12745" y="4936"/>
                </a:lnTo>
                <a:lnTo>
                  <a:pt x="12934" y="4795"/>
                </a:lnTo>
                <a:lnTo>
                  <a:pt x="13072" y="4747"/>
                </a:lnTo>
                <a:lnTo>
                  <a:pt x="13248" y="4607"/>
                </a:lnTo>
                <a:lnTo>
                  <a:pt x="13436" y="4513"/>
                </a:lnTo>
                <a:lnTo>
                  <a:pt x="13574" y="4418"/>
                </a:lnTo>
                <a:lnTo>
                  <a:pt x="13750" y="4278"/>
                </a:lnTo>
                <a:lnTo>
                  <a:pt x="13938" y="4184"/>
                </a:lnTo>
                <a:lnTo>
                  <a:pt x="14076" y="4089"/>
                </a:lnTo>
                <a:lnTo>
                  <a:pt x="14252" y="3995"/>
                </a:lnTo>
                <a:lnTo>
                  <a:pt x="14441" y="3855"/>
                </a:lnTo>
                <a:lnTo>
                  <a:pt x="14579" y="3761"/>
                </a:lnTo>
                <a:lnTo>
                  <a:pt x="14754" y="3666"/>
                </a:lnTo>
                <a:lnTo>
                  <a:pt x="14943" y="3526"/>
                </a:lnTo>
                <a:lnTo>
                  <a:pt x="15081" y="3432"/>
                </a:lnTo>
                <a:lnTo>
                  <a:pt x="15257" y="3290"/>
                </a:lnTo>
                <a:lnTo>
                  <a:pt x="15445" y="3196"/>
                </a:lnTo>
                <a:lnTo>
                  <a:pt x="15583" y="3103"/>
                </a:lnTo>
                <a:lnTo>
                  <a:pt x="15772" y="2961"/>
                </a:lnTo>
                <a:lnTo>
                  <a:pt x="15947" y="2820"/>
                </a:lnTo>
                <a:lnTo>
                  <a:pt x="16086" y="2773"/>
                </a:lnTo>
                <a:lnTo>
                  <a:pt x="16274" y="2632"/>
                </a:lnTo>
                <a:lnTo>
                  <a:pt x="16450" y="2491"/>
                </a:lnTo>
                <a:lnTo>
                  <a:pt x="16588" y="2444"/>
                </a:lnTo>
                <a:lnTo>
                  <a:pt x="16776" y="2303"/>
                </a:lnTo>
                <a:lnTo>
                  <a:pt x="16952" y="2162"/>
                </a:lnTo>
                <a:lnTo>
                  <a:pt x="17090" y="2068"/>
                </a:lnTo>
                <a:lnTo>
                  <a:pt x="17279" y="1926"/>
                </a:lnTo>
                <a:lnTo>
                  <a:pt x="17454" y="1786"/>
                </a:lnTo>
                <a:lnTo>
                  <a:pt x="17592" y="1739"/>
                </a:lnTo>
                <a:lnTo>
                  <a:pt x="17781" y="1598"/>
                </a:lnTo>
                <a:lnTo>
                  <a:pt x="17957" y="1457"/>
                </a:lnTo>
                <a:lnTo>
                  <a:pt x="18095" y="1363"/>
                </a:lnTo>
                <a:lnTo>
                  <a:pt x="18283" y="1222"/>
                </a:lnTo>
                <a:lnTo>
                  <a:pt x="18459" y="1080"/>
                </a:lnTo>
                <a:lnTo>
                  <a:pt x="18597" y="1034"/>
                </a:lnTo>
                <a:lnTo>
                  <a:pt x="18785" y="893"/>
                </a:lnTo>
                <a:lnTo>
                  <a:pt x="18961" y="751"/>
                </a:lnTo>
                <a:lnTo>
                  <a:pt x="19099" y="657"/>
                </a:lnTo>
                <a:lnTo>
                  <a:pt x="19288" y="517"/>
                </a:lnTo>
                <a:lnTo>
                  <a:pt x="19464" y="376"/>
                </a:lnTo>
                <a:lnTo>
                  <a:pt x="19602" y="282"/>
                </a:lnTo>
                <a:lnTo>
                  <a:pt x="19790" y="141"/>
                </a:lnTo>
                <a:lnTo>
                  <a:pt x="19966" y="0"/>
                </a:lnTo>
              </a:path>
            </a:pathLst>
          </a:custGeom>
          <a:ln w="17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2613468" y="4526300"/>
            <a:ext cx="20029" cy="17626"/>
          </a:xfrm>
          <a:custGeom>
            <a:avLst/>
            <a:gdLst/>
            <a:ahLst/>
            <a:cxnLst/>
            <a:rect l="l" t="t" r="r" b="b"/>
            <a:pathLst>
              <a:path w="20029" h="17626">
                <a:moveTo>
                  <a:pt x="0" y="17626"/>
                </a:moveTo>
                <a:lnTo>
                  <a:pt x="138" y="17532"/>
                </a:lnTo>
                <a:lnTo>
                  <a:pt x="326" y="17391"/>
                </a:lnTo>
                <a:lnTo>
                  <a:pt x="502" y="17251"/>
                </a:lnTo>
                <a:lnTo>
                  <a:pt x="640" y="17156"/>
                </a:lnTo>
                <a:lnTo>
                  <a:pt x="828" y="17015"/>
                </a:lnTo>
                <a:lnTo>
                  <a:pt x="1004" y="16874"/>
                </a:lnTo>
                <a:lnTo>
                  <a:pt x="1142" y="16780"/>
                </a:lnTo>
                <a:lnTo>
                  <a:pt x="1331" y="16639"/>
                </a:lnTo>
                <a:lnTo>
                  <a:pt x="1506" y="16499"/>
                </a:lnTo>
                <a:lnTo>
                  <a:pt x="1645" y="16405"/>
                </a:lnTo>
                <a:lnTo>
                  <a:pt x="1833" y="16263"/>
                </a:lnTo>
                <a:lnTo>
                  <a:pt x="2021" y="16122"/>
                </a:lnTo>
                <a:lnTo>
                  <a:pt x="2247" y="15981"/>
                </a:lnTo>
                <a:lnTo>
                  <a:pt x="2423" y="15793"/>
                </a:lnTo>
                <a:lnTo>
                  <a:pt x="2649" y="15653"/>
                </a:lnTo>
                <a:lnTo>
                  <a:pt x="2837" y="15511"/>
                </a:lnTo>
                <a:lnTo>
                  <a:pt x="3026" y="15322"/>
                </a:lnTo>
                <a:lnTo>
                  <a:pt x="3164" y="15276"/>
                </a:lnTo>
                <a:lnTo>
                  <a:pt x="3340" y="15088"/>
                </a:lnTo>
                <a:lnTo>
                  <a:pt x="3528" y="14947"/>
                </a:lnTo>
                <a:lnTo>
                  <a:pt x="3666" y="14853"/>
                </a:lnTo>
                <a:lnTo>
                  <a:pt x="3842" y="14712"/>
                </a:lnTo>
                <a:lnTo>
                  <a:pt x="4030" y="14524"/>
                </a:lnTo>
                <a:lnTo>
                  <a:pt x="4169" y="14476"/>
                </a:lnTo>
                <a:lnTo>
                  <a:pt x="4344" y="14289"/>
                </a:lnTo>
                <a:lnTo>
                  <a:pt x="4533" y="14147"/>
                </a:lnTo>
                <a:lnTo>
                  <a:pt x="4671" y="14053"/>
                </a:lnTo>
                <a:lnTo>
                  <a:pt x="4847" y="13913"/>
                </a:lnTo>
                <a:lnTo>
                  <a:pt x="5035" y="13724"/>
                </a:lnTo>
                <a:lnTo>
                  <a:pt x="5173" y="13678"/>
                </a:lnTo>
                <a:lnTo>
                  <a:pt x="5349" y="13490"/>
                </a:lnTo>
                <a:lnTo>
                  <a:pt x="5537" y="13349"/>
                </a:lnTo>
                <a:lnTo>
                  <a:pt x="5675" y="13255"/>
                </a:lnTo>
                <a:lnTo>
                  <a:pt x="5851" y="13066"/>
                </a:lnTo>
                <a:lnTo>
                  <a:pt x="6040" y="12926"/>
                </a:lnTo>
                <a:lnTo>
                  <a:pt x="6178" y="12832"/>
                </a:lnTo>
                <a:lnTo>
                  <a:pt x="6354" y="12691"/>
                </a:lnTo>
                <a:lnTo>
                  <a:pt x="6542" y="12503"/>
                </a:lnTo>
                <a:lnTo>
                  <a:pt x="6680" y="12409"/>
                </a:lnTo>
                <a:lnTo>
                  <a:pt x="6856" y="12268"/>
                </a:lnTo>
                <a:lnTo>
                  <a:pt x="7044" y="12080"/>
                </a:lnTo>
                <a:lnTo>
                  <a:pt x="7182" y="11986"/>
                </a:lnTo>
                <a:lnTo>
                  <a:pt x="7358" y="11845"/>
                </a:lnTo>
                <a:lnTo>
                  <a:pt x="7547" y="11657"/>
                </a:lnTo>
                <a:lnTo>
                  <a:pt x="7685" y="11563"/>
                </a:lnTo>
                <a:lnTo>
                  <a:pt x="7860" y="11422"/>
                </a:lnTo>
                <a:lnTo>
                  <a:pt x="8049" y="11234"/>
                </a:lnTo>
                <a:lnTo>
                  <a:pt x="8187" y="11140"/>
                </a:lnTo>
                <a:lnTo>
                  <a:pt x="8363" y="10999"/>
                </a:lnTo>
                <a:lnTo>
                  <a:pt x="8551" y="10811"/>
                </a:lnTo>
                <a:lnTo>
                  <a:pt x="8689" y="10716"/>
                </a:lnTo>
                <a:lnTo>
                  <a:pt x="8865" y="10528"/>
                </a:lnTo>
                <a:lnTo>
                  <a:pt x="9053" y="10388"/>
                </a:lnTo>
                <a:lnTo>
                  <a:pt x="9192" y="10293"/>
                </a:lnTo>
                <a:lnTo>
                  <a:pt x="9380" y="10105"/>
                </a:lnTo>
                <a:lnTo>
                  <a:pt x="9556" y="9917"/>
                </a:lnTo>
                <a:lnTo>
                  <a:pt x="9694" y="9823"/>
                </a:lnTo>
                <a:lnTo>
                  <a:pt x="9882" y="9682"/>
                </a:lnTo>
                <a:lnTo>
                  <a:pt x="10058" y="9494"/>
                </a:lnTo>
                <a:lnTo>
                  <a:pt x="10196" y="9400"/>
                </a:lnTo>
                <a:lnTo>
                  <a:pt x="10384" y="9213"/>
                </a:lnTo>
                <a:lnTo>
                  <a:pt x="10560" y="9024"/>
                </a:lnTo>
                <a:lnTo>
                  <a:pt x="10698" y="8977"/>
                </a:lnTo>
                <a:lnTo>
                  <a:pt x="10887" y="8790"/>
                </a:lnTo>
                <a:lnTo>
                  <a:pt x="11063" y="8601"/>
                </a:lnTo>
                <a:lnTo>
                  <a:pt x="11201" y="8507"/>
                </a:lnTo>
                <a:lnTo>
                  <a:pt x="11389" y="8319"/>
                </a:lnTo>
                <a:lnTo>
                  <a:pt x="11565" y="8130"/>
                </a:lnTo>
                <a:lnTo>
                  <a:pt x="11703" y="8038"/>
                </a:lnTo>
                <a:lnTo>
                  <a:pt x="11891" y="7849"/>
                </a:lnTo>
                <a:lnTo>
                  <a:pt x="12067" y="7707"/>
                </a:lnTo>
                <a:lnTo>
                  <a:pt x="12205" y="7614"/>
                </a:lnTo>
                <a:lnTo>
                  <a:pt x="12394" y="7426"/>
                </a:lnTo>
                <a:lnTo>
                  <a:pt x="12569" y="7238"/>
                </a:lnTo>
                <a:lnTo>
                  <a:pt x="12708" y="7144"/>
                </a:lnTo>
                <a:lnTo>
                  <a:pt x="12896" y="6955"/>
                </a:lnTo>
                <a:lnTo>
                  <a:pt x="13072" y="6768"/>
                </a:lnTo>
                <a:lnTo>
                  <a:pt x="13210" y="6674"/>
                </a:lnTo>
                <a:lnTo>
                  <a:pt x="13398" y="6486"/>
                </a:lnTo>
                <a:lnTo>
                  <a:pt x="13574" y="6298"/>
                </a:lnTo>
                <a:lnTo>
                  <a:pt x="13712" y="6203"/>
                </a:lnTo>
                <a:lnTo>
                  <a:pt x="13901" y="6015"/>
                </a:lnTo>
                <a:lnTo>
                  <a:pt x="14076" y="5828"/>
                </a:lnTo>
                <a:lnTo>
                  <a:pt x="14214" y="5734"/>
                </a:lnTo>
                <a:lnTo>
                  <a:pt x="14403" y="5546"/>
                </a:lnTo>
                <a:lnTo>
                  <a:pt x="14579" y="5357"/>
                </a:lnTo>
                <a:lnTo>
                  <a:pt x="14717" y="5263"/>
                </a:lnTo>
                <a:lnTo>
                  <a:pt x="14817" y="5169"/>
                </a:lnTo>
                <a:lnTo>
                  <a:pt x="14905" y="5076"/>
                </a:lnTo>
                <a:lnTo>
                  <a:pt x="14993" y="4982"/>
                </a:lnTo>
                <a:lnTo>
                  <a:pt x="15081" y="4888"/>
                </a:lnTo>
                <a:lnTo>
                  <a:pt x="15219" y="4794"/>
                </a:lnTo>
                <a:lnTo>
                  <a:pt x="15407" y="4605"/>
                </a:lnTo>
                <a:lnTo>
                  <a:pt x="15596" y="4417"/>
                </a:lnTo>
                <a:lnTo>
                  <a:pt x="15721" y="4276"/>
                </a:lnTo>
                <a:lnTo>
                  <a:pt x="15910" y="4088"/>
                </a:lnTo>
                <a:lnTo>
                  <a:pt x="16098" y="3900"/>
                </a:lnTo>
                <a:lnTo>
                  <a:pt x="16324" y="3713"/>
                </a:lnTo>
                <a:lnTo>
                  <a:pt x="16500" y="3525"/>
                </a:lnTo>
                <a:lnTo>
                  <a:pt x="16739" y="3336"/>
                </a:lnTo>
                <a:lnTo>
                  <a:pt x="16914" y="3148"/>
                </a:lnTo>
                <a:lnTo>
                  <a:pt x="17002" y="3007"/>
                </a:lnTo>
                <a:lnTo>
                  <a:pt x="17241" y="2819"/>
                </a:lnTo>
                <a:lnTo>
                  <a:pt x="17417" y="2631"/>
                </a:lnTo>
                <a:lnTo>
                  <a:pt x="17605" y="2444"/>
                </a:lnTo>
                <a:lnTo>
                  <a:pt x="17743" y="2350"/>
                </a:lnTo>
                <a:lnTo>
                  <a:pt x="17919" y="2161"/>
                </a:lnTo>
                <a:lnTo>
                  <a:pt x="18007" y="2021"/>
                </a:lnTo>
                <a:lnTo>
                  <a:pt x="18245" y="1832"/>
                </a:lnTo>
                <a:lnTo>
                  <a:pt x="18421" y="1644"/>
                </a:lnTo>
                <a:lnTo>
                  <a:pt x="18610" y="1456"/>
                </a:lnTo>
                <a:lnTo>
                  <a:pt x="18748" y="1315"/>
                </a:lnTo>
                <a:lnTo>
                  <a:pt x="18924" y="1127"/>
                </a:lnTo>
                <a:lnTo>
                  <a:pt x="19112" y="938"/>
                </a:lnTo>
                <a:lnTo>
                  <a:pt x="19250" y="846"/>
                </a:lnTo>
                <a:lnTo>
                  <a:pt x="19338" y="704"/>
                </a:lnTo>
                <a:lnTo>
                  <a:pt x="19526" y="515"/>
                </a:lnTo>
                <a:lnTo>
                  <a:pt x="19752" y="328"/>
                </a:lnTo>
                <a:lnTo>
                  <a:pt x="19928" y="92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2633497" y="4503125"/>
            <a:ext cx="20016" cy="23175"/>
          </a:xfrm>
          <a:custGeom>
            <a:avLst/>
            <a:gdLst/>
            <a:ahLst/>
            <a:cxnLst/>
            <a:rect l="l" t="t" r="r" b="b"/>
            <a:pathLst>
              <a:path w="20016" h="23175">
                <a:moveTo>
                  <a:pt x="0" y="23175"/>
                </a:moveTo>
                <a:lnTo>
                  <a:pt x="226" y="22986"/>
                </a:lnTo>
                <a:lnTo>
                  <a:pt x="401" y="22752"/>
                </a:lnTo>
                <a:lnTo>
                  <a:pt x="640" y="22563"/>
                </a:lnTo>
                <a:lnTo>
                  <a:pt x="816" y="22375"/>
                </a:lnTo>
                <a:lnTo>
                  <a:pt x="904" y="22234"/>
                </a:lnTo>
                <a:lnTo>
                  <a:pt x="1142" y="22046"/>
                </a:lnTo>
                <a:lnTo>
                  <a:pt x="1318" y="21858"/>
                </a:lnTo>
                <a:lnTo>
                  <a:pt x="1406" y="21717"/>
                </a:lnTo>
                <a:lnTo>
                  <a:pt x="1645" y="21529"/>
                </a:lnTo>
                <a:lnTo>
                  <a:pt x="1820" y="21294"/>
                </a:lnTo>
                <a:lnTo>
                  <a:pt x="2009" y="21106"/>
                </a:lnTo>
                <a:lnTo>
                  <a:pt x="2147" y="21012"/>
                </a:lnTo>
                <a:lnTo>
                  <a:pt x="2235" y="20871"/>
                </a:lnTo>
                <a:lnTo>
                  <a:pt x="2411" y="20683"/>
                </a:lnTo>
                <a:lnTo>
                  <a:pt x="2649" y="20448"/>
                </a:lnTo>
                <a:lnTo>
                  <a:pt x="2825" y="20260"/>
                </a:lnTo>
                <a:lnTo>
                  <a:pt x="3013" y="20025"/>
                </a:lnTo>
                <a:lnTo>
                  <a:pt x="3151" y="19931"/>
                </a:lnTo>
                <a:lnTo>
                  <a:pt x="3327" y="19696"/>
                </a:lnTo>
                <a:lnTo>
                  <a:pt x="3516" y="19508"/>
                </a:lnTo>
                <a:lnTo>
                  <a:pt x="3654" y="19414"/>
                </a:lnTo>
                <a:lnTo>
                  <a:pt x="3742" y="19273"/>
                </a:lnTo>
                <a:lnTo>
                  <a:pt x="3930" y="19085"/>
                </a:lnTo>
                <a:lnTo>
                  <a:pt x="4018" y="18944"/>
                </a:lnTo>
                <a:lnTo>
                  <a:pt x="4156" y="18850"/>
                </a:lnTo>
                <a:lnTo>
                  <a:pt x="4332" y="18614"/>
                </a:lnTo>
                <a:lnTo>
                  <a:pt x="4520" y="18427"/>
                </a:lnTo>
                <a:lnTo>
                  <a:pt x="4658" y="18285"/>
                </a:lnTo>
                <a:lnTo>
                  <a:pt x="4834" y="18098"/>
                </a:lnTo>
                <a:lnTo>
                  <a:pt x="5022" y="17862"/>
                </a:lnTo>
                <a:lnTo>
                  <a:pt x="5161" y="17768"/>
                </a:lnTo>
                <a:lnTo>
                  <a:pt x="5249" y="17627"/>
                </a:lnTo>
                <a:lnTo>
                  <a:pt x="5437" y="17439"/>
                </a:lnTo>
                <a:lnTo>
                  <a:pt x="5525" y="17298"/>
                </a:lnTo>
                <a:lnTo>
                  <a:pt x="5663" y="17204"/>
                </a:lnTo>
                <a:lnTo>
                  <a:pt x="5839" y="16969"/>
                </a:lnTo>
                <a:lnTo>
                  <a:pt x="6027" y="16781"/>
                </a:lnTo>
                <a:lnTo>
                  <a:pt x="6165" y="16641"/>
                </a:lnTo>
                <a:lnTo>
                  <a:pt x="6341" y="16452"/>
                </a:lnTo>
                <a:lnTo>
                  <a:pt x="6441" y="16312"/>
                </a:lnTo>
                <a:lnTo>
                  <a:pt x="6667" y="16076"/>
                </a:lnTo>
                <a:lnTo>
                  <a:pt x="6856" y="15889"/>
                </a:lnTo>
                <a:lnTo>
                  <a:pt x="6944" y="15747"/>
                </a:lnTo>
                <a:lnTo>
                  <a:pt x="7170" y="15512"/>
                </a:lnTo>
                <a:lnTo>
                  <a:pt x="7358" y="15324"/>
                </a:lnTo>
                <a:lnTo>
                  <a:pt x="7446" y="15183"/>
                </a:lnTo>
                <a:lnTo>
                  <a:pt x="7672" y="14948"/>
                </a:lnTo>
                <a:lnTo>
                  <a:pt x="7860" y="14760"/>
                </a:lnTo>
                <a:lnTo>
                  <a:pt x="7948" y="14619"/>
                </a:lnTo>
                <a:lnTo>
                  <a:pt x="8174" y="14383"/>
                </a:lnTo>
                <a:lnTo>
                  <a:pt x="8363" y="14149"/>
                </a:lnTo>
                <a:lnTo>
                  <a:pt x="8539" y="13960"/>
                </a:lnTo>
                <a:lnTo>
                  <a:pt x="8677" y="13820"/>
                </a:lnTo>
                <a:lnTo>
                  <a:pt x="8865" y="13585"/>
                </a:lnTo>
                <a:lnTo>
                  <a:pt x="9041" y="13350"/>
                </a:lnTo>
                <a:lnTo>
                  <a:pt x="9179" y="13256"/>
                </a:lnTo>
                <a:lnTo>
                  <a:pt x="9267" y="13114"/>
                </a:lnTo>
                <a:lnTo>
                  <a:pt x="9455" y="12927"/>
                </a:lnTo>
                <a:lnTo>
                  <a:pt x="9543" y="12785"/>
                </a:lnTo>
                <a:lnTo>
                  <a:pt x="9681" y="12691"/>
                </a:lnTo>
                <a:lnTo>
                  <a:pt x="9769" y="12551"/>
                </a:lnTo>
                <a:lnTo>
                  <a:pt x="9958" y="12316"/>
                </a:lnTo>
                <a:lnTo>
                  <a:pt x="10184" y="12081"/>
                </a:lnTo>
                <a:lnTo>
                  <a:pt x="10372" y="11845"/>
                </a:lnTo>
                <a:lnTo>
                  <a:pt x="10548" y="11610"/>
                </a:lnTo>
                <a:lnTo>
                  <a:pt x="10686" y="11516"/>
                </a:lnTo>
                <a:lnTo>
                  <a:pt x="10786" y="11376"/>
                </a:lnTo>
                <a:lnTo>
                  <a:pt x="10962" y="11141"/>
                </a:lnTo>
                <a:lnTo>
                  <a:pt x="11188" y="10906"/>
                </a:lnTo>
                <a:lnTo>
                  <a:pt x="11377" y="10670"/>
                </a:lnTo>
                <a:lnTo>
                  <a:pt x="11552" y="10435"/>
                </a:lnTo>
                <a:lnTo>
                  <a:pt x="11690" y="10341"/>
                </a:lnTo>
                <a:lnTo>
                  <a:pt x="11791" y="10201"/>
                </a:lnTo>
                <a:lnTo>
                  <a:pt x="11967" y="9966"/>
                </a:lnTo>
                <a:lnTo>
                  <a:pt x="12055" y="9824"/>
                </a:lnTo>
                <a:lnTo>
                  <a:pt x="12193" y="9730"/>
                </a:lnTo>
                <a:lnTo>
                  <a:pt x="12293" y="9589"/>
                </a:lnTo>
                <a:lnTo>
                  <a:pt x="12469" y="9354"/>
                </a:lnTo>
                <a:lnTo>
                  <a:pt x="12695" y="9120"/>
                </a:lnTo>
                <a:lnTo>
                  <a:pt x="12883" y="8884"/>
                </a:lnTo>
                <a:lnTo>
                  <a:pt x="12971" y="8743"/>
                </a:lnTo>
                <a:lnTo>
                  <a:pt x="13197" y="8508"/>
                </a:lnTo>
                <a:lnTo>
                  <a:pt x="13386" y="8274"/>
                </a:lnTo>
                <a:lnTo>
                  <a:pt x="13574" y="8038"/>
                </a:lnTo>
                <a:lnTo>
                  <a:pt x="13700" y="7897"/>
                </a:lnTo>
                <a:lnTo>
                  <a:pt x="13888" y="7662"/>
                </a:lnTo>
                <a:lnTo>
                  <a:pt x="14076" y="7427"/>
                </a:lnTo>
                <a:lnTo>
                  <a:pt x="14214" y="7286"/>
                </a:lnTo>
                <a:lnTo>
                  <a:pt x="14390" y="7051"/>
                </a:lnTo>
                <a:lnTo>
                  <a:pt x="14579" y="6816"/>
                </a:lnTo>
                <a:lnTo>
                  <a:pt x="14717" y="6676"/>
                </a:lnTo>
                <a:lnTo>
                  <a:pt x="14893" y="6439"/>
                </a:lnTo>
                <a:lnTo>
                  <a:pt x="15081" y="6205"/>
                </a:lnTo>
                <a:lnTo>
                  <a:pt x="15219" y="6064"/>
                </a:lnTo>
                <a:lnTo>
                  <a:pt x="15395" y="5829"/>
                </a:lnTo>
                <a:lnTo>
                  <a:pt x="15483" y="5688"/>
                </a:lnTo>
                <a:lnTo>
                  <a:pt x="15721" y="5453"/>
                </a:lnTo>
                <a:lnTo>
                  <a:pt x="15897" y="5218"/>
                </a:lnTo>
                <a:lnTo>
                  <a:pt x="15985" y="5076"/>
                </a:lnTo>
                <a:lnTo>
                  <a:pt x="16224" y="4841"/>
                </a:lnTo>
                <a:lnTo>
                  <a:pt x="16312" y="4701"/>
                </a:lnTo>
                <a:lnTo>
                  <a:pt x="16500" y="4466"/>
                </a:lnTo>
                <a:lnTo>
                  <a:pt x="16588" y="4324"/>
                </a:lnTo>
                <a:lnTo>
                  <a:pt x="16726" y="4230"/>
                </a:lnTo>
                <a:lnTo>
                  <a:pt x="16814" y="4089"/>
                </a:lnTo>
                <a:lnTo>
                  <a:pt x="16902" y="3949"/>
                </a:lnTo>
                <a:lnTo>
                  <a:pt x="17090" y="3714"/>
                </a:lnTo>
                <a:lnTo>
                  <a:pt x="17228" y="3572"/>
                </a:lnTo>
                <a:lnTo>
                  <a:pt x="17316" y="3432"/>
                </a:lnTo>
                <a:lnTo>
                  <a:pt x="17505" y="3197"/>
                </a:lnTo>
                <a:lnTo>
                  <a:pt x="17592" y="3055"/>
                </a:lnTo>
                <a:lnTo>
                  <a:pt x="17731" y="2961"/>
                </a:lnTo>
                <a:lnTo>
                  <a:pt x="17818" y="2820"/>
                </a:lnTo>
                <a:lnTo>
                  <a:pt x="17906" y="2680"/>
                </a:lnTo>
                <a:lnTo>
                  <a:pt x="18095" y="2445"/>
                </a:lnTo>
                <a:lnTo>
                  <a:pt x="18233" y="2303"/>
                </a:lnTo>
                <a:lnTo>
                  <a:pt x="18321" y="2162"/>
                </a:lnTo>
                <a:lnTo>
                  <a:pt x="18509" y="1928"/>
                </a:lnTo>
                <a:lnTo>
                  <a:pt x="18597" y="1786"/>
                </a:lnTo>
                <a:lnTo>
                  <a:pt x="18735" y="1692"/>
                </a:lnTo>
                <a:lnTo>
                  <a:pt x="18823" y="1551"/>
                </a:lnTo>
                <a:lnTo>
                  <a:pt x="18911" y="1411"/>
                </a:lnTo>
                <a:lnTo>
                  <a:pt x="19011" y="1269"/>
                </a:lnTo>
                <a:lnTo>
                  <a:pt x="19099" y="1176"/>
                </a:lnTo>
                <a:lnTo>
                  <a:pt x="19237" y="1034"/>
                </a:lnTo>
                <a:lnTo>
                  <a:pt x="19325" y="893"/>
                </a:lnTo>
                <a:lnTo>
                  <a:pt x="19413" y="753"/>
                </a:lnTo>
                <a:lnTo>
                  <a:pt x="19602" y="517"/>
                </a:lnTo>
                <a:lnTo>
                  <a:pt x="19740" y="376"/>
                </a:lnTo>
                <a:lnTo>
                  <a:pt x="19828" y="236"/>
                </a:lnTo>
                <a:lnTo>
                  <a:pt x="20016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2653513" y="4474687"/>
            <a:ext cx="20016" cy="28437"/>
          </a:xfrm>
          <a:custGeom>
            <a:avLst/>
            <a:gdLst/>
            <a:ahLst/>
            <a:cxnLst/>
            <a:rect l="l" t="t" r="r" b="b"/>
            <a:pathLst>
              <a:path w="20016" h="28437">
                <a:moveTo>
                  <a:pt x="0" y="28437"/>
                </a:moveTo>
                <a:lnTo>
                  <a:pt x="87" y="28296"/>
                </a:lnTo>
                <a:lnTo>
                  <a:pt x="226" y="28156"/>
                </a:lnTo>
                <a:lnTo>
                  <a:pt x="414" y="27921"/>
                </a:lnTo>
                <a:lnTo>
                  <a:pt x="502" y="27779"/>
                </a:lnTo>
                <a:lnTo>
                  <a:pt x="590" y="27639"/>
                </a:lnTo>
                <a:lnTo>
                  <a:pt x="728" y="27498"/>
                </a:lnTo>
                <a:lnTo>
                  <a:pt x="916" y="27262"/>
                </a:lnTo>
                <a:lnTo>
                  <a:pt x="1004" y="27121"/>
                </a:lnTo>
                <a:lnTo>
                  <a:pt x="1092" y="26981"/>
                </a:lnTo>
                <a:lnTo>
                  <a:pt x="1230" y="26839"/>
                </a:lnTo>
                <a:lnTo>
                  <a:pt x="1318" y="26745"/>
                </a:lnTo>
                <a:lnTo>
                  <a:pt x="1418" y="26604"/>
                </a:lnTo>
                <a:lnTo>
                  <a:pt x="1506" y="26464"/>
                </a:lnTo>
                <a:lnTo>
                  <a:pt x="1594" y="26322"/>
                </a:lnTo>
                <a:lnTo>
                  <a:pt x="1732" y="26181"/>
                </a:lnTo>
                <a:lnTo>
                  <a:pt x="1921" y="25946"/>
                </a:lnTo>
                <a:lnTo>
                  <a:pt x="2009" y="25806"/>
                </a:lnTo>
                <a:lnTo>
                  <a:pt x="2097" y="25664"/>
                </a:lnTo>
                <a:lnTo>
                  <a:pt x="2235" y="25523"/>
                </a:lnTo>
                <a:lnTo>
                  <a:pt x="2423" y="25289"/>
                </a:lnTo>
                <a:lnTo>
                  <a:pt x="2511" y="25147"/>
                </a:lnTo>
                <a:lnTo>
                  <a:pt x="2599" y="25006"/>
                </a:lnTo>
                <a:lnTo>
                  <a:pt x="2737" y="24866"/>
                </a:lnTo>
                <a:lnTo>
                  <a:pt x="2825" y="24724"/>
                </a:lnTo>
                <a:lnTo>
                  <a:pt x="2925" y="24583"/>
                </a:lnTo>
                <a:lnTo>
                  <a:pt x="3101" y="24348"/>
                </a:lnTo>
                <a:lnTo>
                  <a:pt x="3239" y="24207"/>
                </a:lnTo>
                <a:lnTo>
                  <a:pt x="3327" y="24066"/>
                </a:lnTo>
                <a:lnTo>
                  <a:pt x="3428" y="23925"/>
                </a:lnTo>
                <a:lnTo>
                  <a:pt x="3516" y="23783"/>
                </a:lnTo>
                <a:lnTo>
                  <a:pt x="3603" y="23643"/>
                </a:lnTo>
                <a:lnTo>
                  <a:pt x="3742" y="23549"/>
                </a:lnTo>
                <a:lnTo>
                  <a:pt x="3830" y="23408"/>
                </a:lnTo>
                <a:lnTo>
                  <a:pt x="3930" y="23268"/>
                </a:lnTo>
                <a:lnTo>
                  <a:pt x="4018" y="23126"/>
                </a:lnTo>
                <a:lnTo>
                  <a:pt x="4106" y="22985"/>
                </a:lnTo>
                <a:lnTo>
                  <a:pt x="4244" y="22844"/>
                </a:lnTo>
                <a:lnTo>
                  <a:pt x="4344" y="22703"/>
                </a:lnTo>
                <a:lnTo>
                  <a:pt x="4432" y="22562"/>
                </a:lnTo>
                <a:lnTo>
                  <a:pt x="4608" y="22327"/>
                </a:lnTo>
                <a:lnTo>
                  <a:pt x="4746" y="22185"/>
                </a:lnTo>
                <a:lnTo>
                  <a:pt x="4847" y="22045"/>
                </a:lnTo>
                <a:lnTo>
                  <a:pt x="4935" y="21904"/>
                </a:lnTo>
                <a:lnTo>
                  <a:pt x="5022" y="21762"/>
                </a:lnTo>
                <a:lnTo>
                  <a:pt x="5110" y="21622"/>
                </a:lnTo>
                <a:lnTo>
                  <a:pt x="5249" y="21481"/>
                </a:lnTo>
                <a:lnTo>
                  <a:pt x="5349" y="21339"/>
                </a:lnTo>
                <a:lnTo>
                  <a:pt x="5437" y="21199"/>
                </a:lnTo>
                <a:lnTo>
                  <a:pt x="5613" y="20964"/>
                </a:lnTo>
                <a:lnTo>
                  <a:pt x="5751" y="20822"/>
                </a:lnTo>
                <a:lnTo>
                  <a:pt x="5851" y="20681"/>
                </a:lnTo>
                <a:lnTo>
                  <a:pt x="5939" y="20541"/>
                </a:lnTo>
                <a:lnTo>
                  <a:pt x="6027" y="20399"/>
                </a:lnTo>
                <a:lnTo>
                  <a:pt x="6115" y="20258"/>
                </a:lnTo>
                <a:lnTo>
                  <a:pt x="6253" y="20118"/>
                </a:lnTo>
                <a:lnTo>
                  <a:pt x="6354" y="19976"/>
                </a:lnTo>
                <a:lnTo>
                  <a:pt x="6441" y="19835"/>
                </a:lnTo>
                <a:lnTo>
                  <a:pt x="6529" y="19695"/>
                </a:lnTo>
                <a:lnTo>
                  <a:pt x="6630" y="19553"/>
                </a:lnTo>
                <a:lnTo>
                  <a:pt x="6755" y="19412"/>
                </a:lnTo>
                <a:lnTo>
                  <a:pt x="6856" y="19272"/>
                </a:lnTo>
                <a:lnTo>
                  <a:pt x="6944" y="19130"/>
                </a:lnTo>
                <a:lnTo>
                  <a:pt x="7032" y="18989"/>
                </a:lnTo>
                <a:lnTo>
                  <a:pt x="7258" y="18755"/>
                </a:lnTo>
                <a:lnTo>
                  <a:pt x="7358" y="18614"/>
                </a:lnTo>
                <a:lnTo>
                  <a:pt x="7446" y="18472"/>
                </a:lnTo>
                <a:lnTo>
                  <a:pt x="7534" y="18331"/>
                </a:lnTo>
                <a:lnTo>
                  <a:pt x="7634" y="18191"/>
                </a:lnTo>
                <a:lnTo>
                  <a:pt x="7773" y="18049"/>
                </a:lnTo>
                <a:lnTo>
                  <a:pt x="7860" y="17908"/>
                </a:lnTo>
                <a:lnTo>
                  <a:pt x="7948" y="17768"/>
                </a:lnTo>
                <a:lnTo>
                  <a:pt x="8036" y="17626"/>
                </a:lnTo>
                <a:lnTo>
                  <a:pt x="8137" y="17485"/>
                </a:lnTo>
                <a:lnTo>
                  <a:pt x="8275" y="17345"/>
                </a:lnTo>
                <a:lnTo>
                  <a:pt x="8363" y="17203"/>
                </a:lnTo>
                <a:lnTo>
                  <a:pt x="8451" y="17062"/>
                </a:lnTo>
                <a:lnTo>
                  <a:pt x="8539" y="16922"/>
                </a:lnTo>
                <a:lnTo>
                  <a:pt x="8639" y="16780"/>
                </a:lnTo>
                <a:lnTo>
                  <a:pt x="8777" y="16639"/>
                </a:lnTo>
                <a:lnTo>
                  <a:pt x="8865" y="16499"/>
                </a:lnTo>
                <a:lnTo>
                  <a:pt x="8953" y="16357"/>
                </a:lnTo>
                <a:lnTo>
                  <a:pt x="9041" y="16216"/>
                </a:lnTo>
                <a:lnTo>
                  <a:pt x="9141" y="16076"/>
                </a:lnTo>
                <a:lnTo>
                  <a:pt x="9279" y="15934"/>
                </a:lnTo>
                <a:lnTo>
                  <a:pt x="9367" y="15793"/>
                </a:lnTo>
                <a:lnTo>
                  <a:pt x="9455" y="15653"/>
                </a:lnTo>
                <a:lnTo>
                  <a:pt x="9543" y="15511"/>
                </a:lnTo>
                <a:lnTo>
                  <a:pt x="9644" y="15370"/>
                </a:lnTo>
                <a:lnTo>
                  <a:pt x="9782" y="15229"/>
                </a:lnTo>
                <a:lnTo>
                  <a:pt x="9870" y="15088"/>
                </a:lnTo>
                <a:lnTo>
                  <a:pt x="9958" y="14947"/>
                </a:lnTo>
                <a:lnTo>
                  <a:pt x="10045" y="14759"/>
                </a:lnTo>
                <a:lnTo>
                  <a:pt x="10146" y="14618"/>
                </a:lnTo>
                <a:lnTo>
                  <a:pt x="10284" y="14476"/>
                </a:lnTo>
                <a:lnTo>
                  <a:pt x="10372" y="14336"/>
                </a:lnTo>
                <a:lnTo>
                  <a:pt x="10460" y="14195"/>
                </a:lnTo>
                <a:lnTo>
                  <a:pt x="10560" y="14053"/>
                </a:lnTo>
                <a:lnTo>
                  <a:pt x="10648" y="13913"/>
                </a:lnTo>
                <a:lnTo>
                  <a:pt x="10786" y="13772"/>
                </a:lnTo>
                <a:lnTo>
                  <a:pt x="10874" y="13630"/>
                </a:lnTo>
                <a:lnTo>
                  <a:pt x="10962" y="13490"/>
                </a:lnTo>
                <a:lnTo>
                  <a:pt x="11063" y="13349"/>
                </a:lnTo>
                <a:lnTo>
                  <a:pt x="11150" y="13207"/>
                </a:lnTo>
                <a:lnTo>
                  <a:pt x="11289" y="13066"/>
                </a:lnTo>
                <a:lnTo>
                  <a:pt x="11377" y="12926"/>
                </a:lnTo>
                <a:lnTo>
                  <a:pt x="11464" y="12784"/>
                </a:lnTo>
                <a:lnTo>
                  <a:pt x="11565" y="12643"/>
                </a:lnTo>
                <a:lnTo>
                  <a:pt x="11653" y="12455"/>
                </a:lnTo>
                <a:lnTo>
                  <a:pt x="11791" y="12315"/>
                </a:lnTo>
                <a:lnTo>
                  <a:pt x="11879" y="12174"/>
                </a:lnTo>
                <a:lnTo>
                  <a:pt x="11967" y="12032"/>
                </a:lnTo>
                <a:lnTo>
                  <a:pt x="12067" y="11891"/>
                </a:lnTo>
                <a:lnTo>
                  <a:pt x="12155" y="11751"/>
                </a:lnTo>
                <a:lnTo>
                  <a:pt x="12293" y="11609"/>
                </a:lnTo>
                <a:lnTo>
                  <a:pt x="12381" y="11468"/>
                </a:lnTo>
                <a:lnTo>
                  <a:pt x="12469" y="11328"/>
                </a:lnTo>
                <a:lnTo>
                  <a:pt x="12569" y="11186"/>
                </a:lnTo>
                <a:lnTo>
                  <a:pt x="12657" y="11045"/>
                </a:lnTo>
                <a:lnTo>
                  <a:pt x="12796" y="10857"/>
                </a:lnTo>
                <a:lnTo>
                  <a:pt x="12883" y="10716"/>
                </a:lnTo>
                <a:lnTo>
                  <a:pt x="12971" y="10576"/>
                </a:lnTo>
                <a:lnTo>
                  <a:pt x="13072" y="10434"/>
                </a:lnTo>
                <a:lnTo>
                  <a:pt x="13160" y="10293"/>
                </a:lnTo>
                <a:lnTo>
                  <a:pt x="13298" y="10153"/>
                </a:lnTo>
                <a:lnTo>
                  <a:pt x="13386" y="10011"/>
                </a:lnTo>
                <a:lnTo>
                  <a:pt x="13474" y="9870"/>
                </a:lnTo>
                <a:lnTo>
                  <a:pt x="13574" y="9682"/>
                </a:lnTo>
                <a:lnTo>
                  <a:pt x="13662" y="9541"/>
                </a:lnTo>
                <a:lnTo>
                  <a:pt x="13800" y="9400"/>
                </a:lnTo>
                <a:lnTo>
                  <a:pt x="13888" y="9259"/>
                </a:lnTo>
                <a:lnTo>
                  <a:pt x="13988" y="9118"/>
                </a:lnTo>
                <a:lnTo>
                  <a:pt x="14076" y="8977"/>
                </a:lnTo>
                <a:lnTo>
                  <a:pt x="14164" y="8836"/>
                </a:lnTo>
                <a:lnTo>
                  <a:pt x="14302" y="8648"/>
                </a:lnTo>
                <a:lnTo>
                  <a:pt x="14390" y="8507"/>
                </a:lnTo>
                <a:lnTo>
                  <a:pt x="14491" y="8366"/>
                </a:lnTo>
                <a:lnTo>
                  <a:pt x="14579" y="8225"/>
                </a:lnTo>
                <a:lnTo>
                  <a:pt x="14667" y="8084"/>
                </a:lnTo>
                <a:lnTo>
                  <a:pt x="14805" y="7943"/>
                </a:lnTo>
                <a:lnTo>
                  <a:pt x="14893" y="7755"/>
                </a:lnTo>
                <a:lnTo>
                  <a:pt x="14993" y="7614"/>
                </a:lnTo>
                <a:lnTo>
                  <a:pt x="15081" y="7473"/>
                </a:lnTo>
                <a:lnTo>
                  <a:pt x="15169" y="7332"/>
                </a:lnTo>
                <a:lnTo>
                  <a:pt x="15307" y="7191"/>
                </a:lnTo>
                <a:lnTo>
                  <a:pt x="15395" y="7050"/>
                </a:lnTo>
                <a:lnTo>
                  <a:pt x="15495" y="6861"/>
                </a:lnTo>
                <a:lnTo>
                  <a:pt x="15583" y="6721"/>
                </a:lnTo>
                <a:lnTo>
                  <a:pt x="15671" y="6580"/>
                </a:lnTo>
                <a:lnTo>
                  <a:pt x="15809" y="6438"/>
                </a:lnTo>
                <a:lnTo>
                  <a:pt x="15897" y="6298"/>
                </a:lnTo>
                <a:lnTo>
                  <a:pt x="15998" y="6109"/>
                </a:lnTo>
                <a:lnTo>
                  <a:pt x="16086" y="5969"/>
                </a:lnTo>
                <a:lnTo>
                  <a:pt x="16173" y="5828"/>
                </a:lnTo>
                <a:lnTo>
                  <a:pt x="16312" y="5686"/>
                </a:lnTo>
                <a:lnTo>
                  <a:pt x="16399" y="5546"/>
                </a:lnTo>
                <a:lnTo>
                  <a:pt x="16500" y="5357"/>
                </a:lnTo>
                <a:lnTo>
                  <a:pt x="16588" y="5217"/>
                </a:lnTo>
                <a:lnTo>
                  <a:pt x="16676" y="5076"/>
                </a:lnTo>
                <a:lnTo>
                  <a:pt x="16814" y="4934"/>
                </a:lnTo>
                <a:lnTo>
                  <a:pt x="16902" y="4794"/>
                </a:lnTo>
                <a:lnTo>
                  <a:pt x="17002" y="4605"/>
                </a:lnTo>
                <a:lnTo>
                  <a:pt x="17090" y="4465"/>
                </a:lnTo>
                <a:lnTo>
                  <a:pt x="17178" y="4323"/>
                </a:lnTo>
                <a:lnTo>
                  <a:pt x="17316" y="4182"/>
                </a:lnTo>
                <a:lnTo>
                  <a:pt x="17404" y="3994"/>
                </a:lnTo>
                <a:lnTo>
                  <a:pt x="17505" y="3853"/>
                </a:lnTo>
                <a:lnTo>
                  <a:pt x="17592" y="3713"/>
                </a:lnTo>
                <a:lnTo>
                  <a:pt x="17680" y="3571"/>
                </a:lnTo>
                <a:lnTo>
                  <a:pt x="17818" y="3384"/>
                </a:lnTo>
                <a:lnTo>
                  <a:pt x="17919" y="3242"/>
                </a:lnTo>
                <a:lnTo>
                  <a:pt x="18007" y="3101"/>
                </a:lnTo>
                <a:lnTo>
                  <a:pt x="18095" y="2961"/>
                </a:lnTo>
                <a:lnTo>
                  <a:pt x="18183" y="2773"/>
                </a:lnTo>
                <a:lnTo>
                  <a:pt x="18321" y="2631"/>
                </a:lnTo>
                <a:lnTo>
                  <a:pt x="18421" y="2490"/>
                </a:lnTo>
                <a:lnTo>
                  <a:pt x="18509" y="2350"/>
                </a:lnTo>
                <a:lnTo>
                  <a:pt x="18597" y="2161"/>
                </a:lnTo>
                <a:lnTo>
                  <a:pt x="18685" y="2021"/>
                </a:lnTo>
                <a:lnTo>
                  <a:pt x="18823" y="1879"/>
                </a:lnTo>
                <a:lnTo>
                  <a:pt x="18924" y="1738"/>
                </a:lnTo>
                <a:lnTo>
                  <a:pt x="19011" y="1550"/>
                </a:lnTo>
                <a:lnTo>
                  <a:pt x="19099" y="1409"/>
                </a:lnTo>
                <a:lnTo>
                  <a:pt x="19187" y="1269"/>
                </a:lnTo>
                <a:lnTo>
                  <a:pt x="19325" y="1127"/>
                </a:lnTo>
                <a:lnTo>
                  <a:pt x="19426" y="938"/>
                </a:lnTo>
                <a:lnTo>
                  <a:pt x="19514" y="798"/>
                </a:lnTo>
                <a:lnTo>
                  <a:pt x="19602" y="657"/>
                </a:lnTo>
                <a:lnTo>
                  <a:pt x="19690" y="469"/>
                </a:lnTo>
                <a:lnTo>
                  <a:pt x="19828" y="328"/>
                </a:lnTo>
                <a:lnTo>
                  <a:pt x="19928" y="187"/>
                </a:lnTo>
                <a:lnTo>
                  <a:pt x="20016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673530" y="4441554"/>
            <a:ext cx="20016" cy="33133"/>
          </a:xfrm>
          <a:custGeom>
            <a:avLst/>
            <a:gdLst/>
            <a:ahLst/>
            <a:cxnLst/>
            <a:rect l="l" t="t" r="r" b="b"/>
            <a:pathLst>
              <a:path w="20016" h="33133">
                <a:moveTo>
                  <a:pt x="0" y="33133"/>
                </a:moveTo>
                <a:lnTo>
                  <a:pt x="87" y="32991"/>
                </a:lnTo>
                <a:lnTo>
                  <a:pt x="188" y="32851"/>
                </a:lnTo>
                <a:lnTo>
                  <a:pt x="313" y="32710"/>
                </a:lnTo>
                <a:lnTo>
                  <a:pt x="414" y="32522"/>
                </a:lnTo>
                <a:lnTo>
                  <a:pt x="502" y="32380"/>
                </a:lnTo>
                <a:lnTo>
                  <a:pt x="590" y="32239"/>
                </a:lnTo>
                <a:lnTo>
                  <a:pt x="690" y="32051"/>
                </a:lnTo>
                <a:lnTo>
                  <a:pt x="816" y="31911"/>
                </a:lnTo>
                <a:lnTo>
                  <a:pt x="916" y="31770"/>
                </a:lnTo>
                <a:lnTo>
                  <a:pt x="1004" y="31582"/>
                </a:lnTo>
                <a:lnTo>
                  <a:pt x="1092" y="31441"/>
                </a:lnTo>
                <a:lnTo>
                  <a:pt x="1192" y="31299"/>
                </a:lnTo>
                <a:lnTo>
                  <a:pt x="1331" y="31111"/>
                </a:lnTo>
                <a:lnTo>
                  <a:pt x="1418" y="30970"/>
                </a:lnTo>
                <a:lnTo>
                  <a:pt x="1506" y="30830"/>
                </a:lnTo>
                <a:lnTo>
                  <a:pt x="1594" y="30641"/>
                </a:lnTo>
                <a:lnTo>
                  <a:pt x="1695" y="30501"/>
                </a:lnTo>
                <a:lnTo>
                  <a:pt x="1833" y="30359"/>
                </a:lnTo>
                <a:lnTo>
                  <a:pt x="1921" y="30172"/>
                </a:lnTo>
                <a:lnTo>
                  <a:pt x="2009" y="30030"/>
                </a:lnTo>
                <a:lnTo>
                  <a:pt x="2097" y="29889"/>
                </a:lnTo>
                <a:lnTo>
                  <a:pt x="2197" y="29701"/>
                </a:lnTo>
                <a:lnTo>
                  <a:pt x="2335" y="29560"/>
                </a:lnTo>
                <a:lnTo>
                  <a:pt x="2423" y="29419"/>
                </a:lnTo>
                <a:lnTo>
                  <a:pt x="2511" y="29232"/>
                </a:lnTo>
                <a:lnTo>
                  <a:pt x="2599" y="29090"/>
                </a:lnTo>
                <a:lnTo>
                  <a:pt x="2699" y="28903"/>
                </a:lnTo>
                <a:lnTo>
                  <a:pt x="2837" y="28761"/>
                </a:lnTo>
                <a:lnTo>
                  <a:pt x="2925" y="28620"/>
                </a:lnTo>
                <a:lnTo>
                  <a:pt x="3013" y="28432"/>
                </a:lnTo>
                <a:lnTo>
                  <a:pt x="3101" y="28291"/>
                </a:lnTo>
                <a:lnTo>
                  <a:pt x="3202" y="28149"/>
                </a:lnTo>
                <a:lnTo>
                  <a:pt x="3340" y="27962"/>
                </a:lnTo>
                <a:lnTo>
                  <a:pt x="3428" y="27821"/>
                </a:lnTo>
                <a:lnTo>
                  <a:pt x="3516" y="27634"/>
                </a:lnTo>
                <a:lnTo>
                  <a:pt x="3603" y="27492"/>
                </a:lnTo>
                <a:lnTo>
                  <a:pt x="3704" y="27351"/>
                </a:lnTo>
                <a:lnTo>
                  <a:pt x="3842" y="27163"/>
                </a:lnTo>
                <a:lnTo>
                  <a:pt x="3930" y="27022"/>
                </a:lnTo>
                <a:lnTo>
                  <a:pt x="4018" y="26834"/>
                </a:lnTo>
                <a:lnTo>
                  <a:pt x="4118" y="26693"/>
                </a:lnTo>
                <a:lnTo>
                  <a:pt x="4206" y="26551"/>
                </a:lnTo>
                <a:lnTo>
                  <a:pt x="4344" y="26364"/>
                </a:lnTo>
                <a:lnTo>
                  <a:pt x="4432" y="26222"/>
                </a:lnTo>
                <a:lnTo>
                  <a:pt x="4520" y="26034"/>
                </a:lnTo>
                <a:lnTo>
                  <a:pt x="4621" y="25894"/>
                </a:lnTo>
                <a:lnTo>
                  <a:pt x="4709" y="25753"/>
                </a:lnTo>
                <a:lnTo>
                  <a:pt x="4847" y="25565"/>
                </a:lnTo>
                <a:lnTo>
                  <a:pt x="4935" y="25424"/>
                </a:lnTo>
                <a:lnTo>
                  <a:pt x="5022" y="25236"/>
                </a:lnTo>
                <a:lnTo>
                  <a:pt x="5123" y="25095"/>
                </a:lnTo>
                <a:lnTo>
                  <a:pt x="5211" y="24907"/>
                </a:lnTo>
                <a:lnTo>
                  <a:pt x="5349" y="24765"/>
                </a:lnTo>
                <a:lnTo>
                  <a:pt x="5437" y="24624"/>
                </a:lnTo>
                <a:lnTo>
                  <a:pt x="5525" y="24436"/>
                </a:lnTo>
                <a:lnTo>
                  <a:pt x="5625" y="24299"/>
                </a:lnTo>
                <a:lnTo>
                  <a:pt x="5713" y="24106"/>
                </a:lnTo>
                <a:lnTo>
                  <a:pt x="5851" y="23964"/>
                </a:lnTo>
                <a:lnTo>
                  <a:pt x="5939" y="23783"/>
                </a:lnTo>
                <a:lnTo>
                  <a:pt x="6027" y="23642"/>
                </a:lnTo>
                <a:lnTo>
                  <a:pt x="6128" y="23448"/>
                </a:lnTo>
                <a:lnTo>
                  <a:pt x="6215" y="23306"/>
                </a:lnTo>
                <a:lnTo>
                  <a:pt x="6354" y="23126"/>
                </a:lnTo>
                <a:lnTo>
                  <a:pt x="6441" y="22984"/>
                </a:lnTo>
                <a:lnTo>
                  <a:pt x="6529" y="22842"/>
                </a:lnTo>
                <a:lnTo>
                  <a:pt x="6630" y="22648"/>
                </a:lnTo>
                <a:lnTo>
                  <a:pt x="6718" y="22507"/>
                </a:lnTo>
                <a:lnTo>
                  <a:pt x="6856" y="22326"/>
                </a:lnTo>
                <a:lnTo>
                  <a:pt x="6944" y="22184"/>
                </a:lnTo>
                <a:lnTo>
                  <a:pt x="7032" y="21991"/>
                </a:lnTo>
                <a:lnTo>
                  <a:pt x="7132" y="21849"/>
                </a:lnTo>
                <a:lnTo>
                  <a:pt x="7220" y="21668"/>
                </a:lnTo>
                <a:lnTo>
                  <a:pt x="7358" y="21526"/>
                </a:lnTo>
                <a:lnTo>
                  <a:pt x="7446" y="21333"/>
                </a:lnTo>
                <a:lnTo>
                  <a:pt x="7534" y="21191"/>
                </a:lnTo>
                <a:lnTo>
                  <a:pt x="7634" y="21010"/>
                </a:lnTo>
                <a:lnTo>
                  <a:pt x="7722" y="20869"/>
                </a:lnTo>
                <a:lnTo>
                  <a:pt x="7860" y="20675"/>
                </a:lnTo>
                <a:lnTo>
                  <a:pt x="7948" y="20533"/>
                </a:lnTo>
                <a:lnTo>
                  <a:pt x="8049" y="20353"/>
                </a:lnTo>
                <a:lnTo>
                  <a:pt x="8137" y="20211"/>
                </a:lnTo>
                <a:lnTo>
                  <a:pt x="8225" y="20017"/>
                </a:lnTo>
                <a:lnTo>
                  <a:pt x="8363" y="19875"/>
                </a:lnTo>
                <a:lnTo>
                  <a:pt x="8451" y="19695"/>
                </a:lnTo>
                <a:lnTo>
                  <a:pt x="8551" y="19553"/>
                </a:lnTo>
                <a:lnTo>
                  <a:pt x="8639" y="19359"/>
                </a:lnTo>
                <a:lnTo>
                  <a:pt x="8727" y="19218"/>
                </a:lnTo>
                <a:lnTo>
                  <a:pt x="8865" y="19037"/>
                </a:lnTo>
                <a:lnTo>
                  <a:pt x="8953" y="18895"/>
                </a:lnTo>
                <a:lnTo>
                  <a:pt x="9053" y="18702"/>
                </a:lnTo>
                <a:lnTo>
                  <a:pt x="9141" y="18560"/>
                </a:lnTo>
                <a:lnTo>
                  <a:pt x="9229" y="18379"/>
                </a:lnTo>
                <a:lnTo>
                  <a:pt x="9367" y="18237"/>
                </a:lnTo>
                <a:lnTo>
                  <a:pt x="9455" y="18044"/>
                </a:lnTo>
                <a:lnTo>
                  <a:pt x="9556" y="17850"/>
                </a:lnTo>
                <a:lnTo>
                  <a:pt x="9644" y="17708"/>
                </a:lnTo>
                <a:lnTo>
                  <a:pt x="9731" y="17528"/>
                </a:lnTo>
                <a:lnTo>
                  <a:pt x="9870" y="17386"/>
                </a:lnTo>
                <a:lnTo>
                  <a:pt x="9958" y="17193"/>
                </a:lnTo>
                <a:lnTo>
                  <a:pt x="10058" y="17051"/>
                </a:lnTo>
                <a:lnTo>
                  <a:pt x="10146" y="16870"/>
                </a:lnTo>
                <a:lnTo>
                  <a:pt x="10234" y="16728"/>
                </a:lnTo>
                <a:lnTo>
                  <a:pt x="10372" y="16535"/>
                </a:lnTo>
                <a:lnTo>
                  <a:pt x="10460" y="16393"/>
                </a:lnTo>
                <a:lnTo>
                  <a:pt x="10560" y="16212"/>
                </a:lnTo>
                <a:lnTo>
                  <a:pt x="10648" y="16019"/>
                </a:lnTo>
                <a:lnTo>
                  <a:pt x="10736" y="15877"/>
                </a:lnTo>
                <a:lnTo>
                  <a:pt x="10874" y="15696"/>
                </a:lnTo>
                <a:lnTo>
                  <a:pt x="10962" y="15555"/>
                </a:lnTo>
                <a:lnTo>
                  <a:pt x="11063" y="15361"/>
                </a:lnTo>
                <a:lnTo>
                  <a:pt x="11150" y="15219"/>
                </a:lnTo>
                <a:lnTo>
                  <a:pt x="11238" y="15039"/>
                </a:lnTo>
                <a:lnTo>
                  <a:pt x="11377" y="14845"/>
                </a:lnTo>
                <a:lnTo>
                  <a:pt x="11477" y="14703"/>
                </a:lnTo>
                <a:lnTo>
                  <a:pt x="11565" y="14523"/>
                </a:lnTo>
                <a:lnTo>
                  <a:pt x="11653" y="14381"/>
                </a:lnTo>
                <a:lnTo>
                  <a:pt x="11741" y="14187"/>
                </a:lnTo>
                <a:lnTo>
                  <a:pt x="11879" y="14007"/>
                </a:lnTo>
                <a:lnTo>
                  <a:pt x="11979" y="13865"/>
                </a:lnTo>
                <a:lnTo>
                  <a:pt x="12067" y="13671"/>
                </a:lnTo>
                <a:lnTo>
                  <a:pt x="12155" y="13530"/>
                </a:lnTo>
                <a:lnTo>
                  <a:pt x="12243" y="13349"/>
                </a:lnTo>
                <a:lnTo>
                  <a:pt x="12381" y="13155"/>
                </a:lnTo>
                <a:lnTo>
                  <a:pt x="12482" y="13014"/>
                </a:lnTo>
                <a:lnTo>
                  <a:pt x="12569" y="12820"/>
                </a:lnTo>
                <a:lnTo>
                  <a:pt x="12657" y="12691"/>
                </a:lnTo>
                <a:lnTo>
                  <a:pt x="12745" y="12498"/>
                </a:lnTo>
                <a:lnTo>
                  <a:pt x="12883" y="12304"/>
                </a:lnTo>
                <a:lnTo>
                  <a:pt x="12984" y="12162"/>
                </a:lnTo>
                <a:lnTo>
                  <a:pt x="13072" y="11982"/>
                </a:lnTo>
                <a:lnTo>
                  <a:pt x="13160" y="11840"/>
                </a:lnTo>
                <a:lnTo>
                  <a:pt x="13248" y="11646"/>
                </a:lnTo>
                <a:lnTo>
                  <a:pt x="13386" y="11466"/>
                </a:lnTo>
                <a:lnTo>
                  <a:pt x="13486" y="11324"/>
                </a:lnTo>
                <a:lnTo>
                  <a:pt x="13574" y="11131"/>
                </a:lnTo>
                <a:lnTo>
                  <a:pt x="13662" y="10950"/>
                </a:lnTo>
                <a:lnTo>
                  <a:pt x="13762" y="10808"/>
                </a:lnTo>
                <a:lnTo>
                  <a:pt x="13888" y="10615"/>
                </a:lnTo>
                <a:lnTo>
                  <a:pt x="13988" y="10434"/>
                </a:lnTo>
                <a:lnTo>
                  <a:pt x="14076" y="10292"/>
                </a:lnTo>
                <a:lnTo>
                  <a:pt x="14164" y="10099"/>
                </a:lnTo>
                <a:lnTo>
                  <a:pt x="14265" y="9918"/>
                </a:lnTo>
                <a:lnTo>
                  <a:pt x="14390" y="9776"/>
                </a:lnTo>
                <a:lnTo>
                  <a:pt x="14491" y="9583"/>
                </a:lnTo>
                <a:lnTo>
                  <a:pt x="14579" y="9441"/>
                </a:lnTo>
                <a:lnTo>
                  <a:pt x="14667" y="9247"/>
                </a:lnTo>
                <a:lnTo>
                  <a:pt x="14767" y="9067"/>
                </a:lnTo>
                <a:lnTo>
                  <a:pt x="14893" y="8925"/>
                </a:lnTo>
                <a:lnTo>
                  <a:pt x="14993" y="8731"/>
                </a:lnTo>
                <a:lnTo>
                  <a:pt x="15081" y="8551"/>
                </a:lnTo>
                <a:lnTo>
                  <a:pt x="15169" y="8409"/>
                </a:lnTo>
                <a:lnTo>
                  <a:pt x="15269" y="8216"/>
                </a:lnTo>
                <a:lnTo>
                  <a:pt x="15407" y="8035"/>
                </a:lnTo>
                <a:lnTo>
                  <a:pt x="15495" y="7842"/>
                </a:lnTo>
                <a:lnTo>
                  <a:pt x="15583" y="7700"/>
                </a:lnTo>
                <a:lnTo>
                  <a:pt x="15671" y="7519"/>
                </a:lnTo>
                <a:lnTo>
                  <a:pt x="15772" y="7326"/>
                </a:lnTo>
                <a:lnTo>
                  <a:pt x="15910" y="7184"/>
                </a:lnTo>
                <a:lnTo>
                  <a:pt x="15998" y="7003"/>
                </a:lnTo>
                <a:lnTo>
                  <a:pt x="16086" y="6810"/>
                </a:lnTo>
                <a:lnTo>
                  <a:pt x="16173" y="6668"/>
                </a:lnTo>
                <a:lnTo>
                  <a:pt x="16274" y="6474"/>
                </a:lnTo>
                <a:lnTo>
                  <a:pt x="16412" y="6294"/>
                </a:lnTo>
                <a:lnTo>
                  <a:pt x="16500" y="6152"/>
                </a:lnTo>
                <a:lnTo>
                  <a:pt x="16588" y="5958"/>
                </a:lnTo>
                <a:lnTo>
                  <a:pt x="16676" y="5778"/>
                </a:lnTo>
                <a:lnTo>
                  <a:pt x="16776" y="5584"/>
                </a:lnTo>
                <a:lnTo>
                  <a:pt x="16914" y="5442"/>
                </a:lnTo>
                <a:lnTo>
                  <a:pt x="17002" y="5262"/>
                </a:lnTo>
                <a:lnTo>
                  <a:pt x="17090" y="5068"/>
                </a:lnTo>
                <a:lnTo>
                  <a:pt x="17178" y="4927"/>
                </a:lnTo>
                <a:lnTo>
                  <a:pt x="17279" y="4746"/>
                </a:lnTo>
                <a:lnTo>
                  <a:pt x="17417" y="4553"/>
                </a:lnTo>
                <a:lnTo>
                  <a:pt x="17505" y="4359"/>
                </a:lnTo>
                <a:lnTo>
                  <a:pt x="17592" y="4230"/>
                </a:lnTo>
                <a:lnTo>
                  <a:pt x="17693" y="4037"/>
                </a:lnTo>
                <a:lnTo>
                  <a:pt x="17781" y="3843"/>
                </a:lnTo>
                <a:lnTo>
                  <a:pt x="17919" y="3663"/>
                </a:lnTo>
                <a:lnTo>
                  <a:pt x="18007" y="3521"/>
                </a:lnTo>
                <a:lnTo>
                  <a:pt x="18095" y="3327"/>
                </a:lnTo>
                <a:lnTo>
                  <a:pt x="18195" y="3147"/>
                </a:lnTo>
                <a:lnTo>
                  <a:pt x="18283" y="3005"/>
                </a:lnTo>
                <a:lnTo>
                  <a:pt x="18421" y="2811"/>
                </a:lnTo>
                <a:lnTo>
                  <a:pt x="18509" y="2631"/>
                </a:lnTo>
                <a:lnTo>
                  <a:pt x="18597" y="2437"/>
                </a:lnTo>
                <a:lnTo>
                  <a:pt x="18697" y="2295"/>
                </a:lnTo>
                <a:lnTo>
                  <a:pt x="18785" y="2115"/>
                </a:lnTo>
                <a:lnTo>
                  <a:pt x="18924" y="1921"/>
                </a:lnTo>
                <a:lnTo>
                  <a:pt x="19011" y="1728"/>
                </a:lnTo>
                <a:lnTo>
                  <a:pt x="19099" y="1547"/>
                </a:lnTo>
                <a:lnTo>
                  <a:pt x="19200" y="1405"/>
                </a:lnTo>
                <a:lnTo>
                  <a:pt x="19288" y="1212"/>
                </a:lnTo>
                <a:lnTo>
                  <a:pt x="19426" y="1031"/>
                </a:lnTo>
                <a:lnTo>
                  <a:pt x="19514" y="838"/>
                </a:lnTo>
                <a:lnTo>
                  <a:pt x="19602" y="696"/>
                </a:lnTo>
                <a:lnTo>
                  <a:pt x="19702" y="515"/>
                </a:lnTo>
                <a:lnTo>
                  <a:pt x="19790" y="322"/>
                </a:lnTo>
                <a:lnTo>
                  <a:pt x="19928" y="128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693546" y="4404085"/>
            <a:ext cx="20016" cy="37468"/>
          </a:xfrm>
          <a:custGeom>
            <a:avLst/>
            <a:gdLst/>
            <a:ahLst/>
            <a:cxnLst/>
            <a:rect l="l" t="t" r="r" b="b"/>
            <a:pathLst>
              <a:path w="20016" h="37468">
                <a:moveTo>
                  <a:pt x="0" y="37468"/>
                </a:moveTo>
                <a:lnTo>
                  <a:pt x="87" y="37275"/>
                </a:lnTo>
                <a:lnTo>
                  <a:pt x="188" y="37081"/>
                </a:lnTo>
                <a:lnTo>
                  <a:pt x="276" y="36901"/>
                </a:lnTo>
                <a:lnTo>
                  <a:pt x="414" y="36707"/>
                </a:lnTo>
                <a:lnTo>
                  <a:pt x="502" y="36565"/>
                </a:lnTo>
                <a:lnTo>
                  <a:pt x="590" y="36385"/>
                </a:lnTo>
                <a:lnTo>
                  <a:pt x="690" y="36191"/>
                </a:lnTo>
                <a:lnTo>
                  <a:pt x="778" y="36011"/>
                </a:lnTo>
                <a:lnTo>
                  <a:pt x="916" y="35817"/>
                </a:lnTo>
                <a:lnTo>
                  <a:pt x="1004" y="35675"/>
                </a:lnTo>
                <a:lnTo>
                  <a:pt x="1092" y="35482"/>
                </a:lnTo>
                <a:lnTo>
                  <a:pt x="1192" y="35301"/>
                </a:lnTo>
                <a:lnTo>
                  <a:pt x="1280" y="35108"/>
                </a:lnTo>
                <a:lnTo>
                  <a:pt x="1418" y="34927"/>
                </a:lnTo>
                <a:lnTo>
                  <a:pt x="1506" y="34734"/>
                </a:lnTo>
                <a:lnTo>
                  <a:pt x="1607" y="34592"/>
                </a:lnTo>
                <a:lnTo>
                  <a:pt x="1695" y="34411"/>
                </a:lnTo>
                <a:lnTo>
                  <a:pt x="1783" y="34218"/>
                </a:lnTo>
                <a:lnTo>
                  <a:pt x="1921" y="34025"/>
                </a:lnTo>
                <a:lnTo>
                  <a:pt x="2009" y="33844"/>
                </a:lnTo>
                <a:lnTo>
                  <a:pt x="2109" y="33702"/>
                </a:lnTo>
                <a:lnTo>
                  <a:pt x="2197" y="33509"/>
                </a:lnTo>
                <a:lnTo>
                  <a:pt x="2285" y="33328"/>
                </a:lnTo>
                <a:lnTo>
                  <a:pt x="2423" y="33135"/>
                </a:lnTo>
                <a:lnTo>
                  <a:pt x="2511" y="32954"/>
                </a:lnTo>
                <a:lnTo>
                  <a:pt x="2611" y="32760"/>
                </a:lnTo>
                <a:lnTo>
                  <a:pt x="2699" y="32580"/>
                </a:lnTo>
                <a:lnTo>
                  <a:pt x="2787" y="32438"/>
                </a:lnTo>
                <a:lnTo>
                  <a:pt x="2925" y="32245"/>
                </a:lnTo>
                <a:lnTo>
                  <a:pt x="3013" y="32051"/>
                </a:lnTo>
                <a:lnTo>
                  <a:pt x="3114" y="31871"/>
                </a:lnTo>
                <a:lnTo>
                  <a:pt x="3202" y="31677"/>
                </a:lnTo>
                <a:lnTo>
                  <a:pt x="3290" y="31496"/>
                </a:lnTo>
                <a:lnTo>
                  <a:pt x="3428" y="31355"/>
                </a:lnTo>
                <a:lnTo>
                  <a:pt x="3516" y="31161"/>
                </a:lnTo>
                <a:lnTo>
                  <a:pt x="3616" y="30981"/>
                </a:lnTo>
                <a:lnTo>
                  <a:pt x="3704" y="30787"/>
                </a:lnTo>
                <a:lnTo>
                  <a:pt x="3792" y="30594"/>
                </a:lnTo>
                <a:lnTo>
                  <a:pt x="3930" y="30413"/>
                </a:lnTo>
                <a:lnTo>
                  <a:pt x="4018" y="30220"/>
                </a:lnTo>
                <a:lnTo>
                  <a:pt x="4118" y="30039"/>
                </a:lnTo>
                <a:lnTo>
                  <a:pt x="4206" y="29897"/>
                </a:lnTo>
                <a:lnTo>
                  <a:pt x="4294" y="29704"/>
                </a:lnTo>
                <a:lnTo>
                  <a:pt x="4432" y="29523"/>
                </a:lnTo>
                <a:lnTo>
                  <a:pt x="4520" y="29330"/>
                </a:lnTo>
                <a:lnTo>
                  <a:pt x="4621" y="29136"/>
                </a:lnTo>
                <a:lnTo>
                  <a:pt x="4709" y="28956"/>
                </a:lnTo>
                <a:lnTo>
                  <a:pt x="4796" y="28762"/>
                </a:lnTo>
                <a:lnTo>
                  <a:pt x="4935" y="28582"/>
                </a:lnTo>
                <a:lnTo>
                  <a:pt x="5035" y="28388"/>
                </a:lnTo>
                <a:lnTo>
                  <a:pt x="5123" y="28246"/>
                </a:lnTo>
                <a:lnTo>
                  <a:pt x="5211" y="28066"/>
                </a:lnTo>
                <a:lnTo>
                  <a:pt x="5299" y="27872"/>
                </a:lnTo>
                <a:lnTo>
                  <a:pt x="5437" y="27679"/>
                </a:lnTo>
                <a:lnTo>
                  <a:pt x="5537" y="27498"/>
                </a:lnTo>
                <a:lnTo>
                  <a:pt x="5625" y="27305"/>
                </a:lnTo>
                <a:lnTo>
                  <a:pt x="5713" y="27124"/>
                </a:lnTo>
                <a:lnTo>
                  <a:pt x="5801" y="26931"/>
                </a:lnTo>
                <a:lnTo>
                  <a:pt x="5939" y="26750"/>
                </a:lnTo>
                <a:lnTo>
                  <a:pt x="6040" y="26557"/>
                </a:lnTo>
                <a:lnTo>
                  <a:pt x="6128" y="26363"/>
                </a:lnTo>
                <a:lnTo>
                  <a:pt x="6215" y="26234"/>
                </a:lnTo>
                <a:lnTo>
                  <a:pt x="6303" y="26041"/>
                </a:lnTo>
                <a:lnTo>
                  <a:pt x="6441" y="25847"/>
                </a:lnTo>
                <a:lnTo>
                  <a:pt x="6542" y="25667"/>
                </a:lnTo>
                <a:lnTo>
                  <a:pt x="6630" y="25473"/>
                </a:lnTo>
                <a:lnTo>
                  <a:pt x="6718" y="25293"/>
                </a:lnTo>
                <a:lnTo>
                  <a:pt x="6806" y="25099"/>
                </a:lnTo>
                <a:lnTo>
                  <a:pt x="6944" y="24906"/>
                </a:lnTo>
                <a:lnTo>
                  <a:pt x="7044" y="24725"/>
                </a:lnTo>
                <a:lnTo>
                  <a:pt x="7132" y="24532"/>
                </a:lnTo>
                <a:lnTo>
                  <a:pt x="7220" y="24351"/>
                </a:lnTo>
                <a:lnTo>
                  <a:pt x="7308" y="24158"/>
                </a:lnTo>
                <a:lnTo>
                  <a:pt x="7446" y="23977"/>
                </a:lnTo>
                <a:lnTo>
                  <a:pt x="7547" y="23783"/>
                </a:lnTo>
                <a:lnTo>
                  <a:pt x="7634" y="23590"/>
                </a:lnTo>
                <a:lnTo>
                  <a:pt x="7722" y="23409"/>
                </a:lnTo>
                <a:lnTo>
                  <a:pt x="7823" y="23216"/>
                </a:lnTo>
                <a:lnTo>
                  <a:pt x="7948" y="23035"/>
                </a:lnTo>
                <a:lnTo>
                  <a:pt x="8049" y="22894"/>
                </a:lnTo>
                <a:lnTo>
                  <a:pt x="8137" y="22700"/>
                </a:lnTo>
                <a:lnTo>
                  <a:pt x="8225" y="22519"/>
                </a:lnTo>
                <a:lnTo>
                  <a:pt x="8325" y="22326"/>
                </a:lnTo>
                <a:lnTo>
                  <a:pt x="8451" y="22133"/>
                </a:lnTo>
                <a:lnTo>
                  <a:pt x="8551" y="21952"/>
                </a:lnTo>
                <a:lnTo>
                  <a:pt x="8639" y="21758"/>
                </a:lnTo>
                <a:lnTo>
                  <a:pt x="8727" y="21578"/>
                </a:lnTo>
                <a:lnTo>
                  <a:pt x="8827" y="21384"/>
                </a:lnTo>
                <a:lnTo>
                  <a:pt x="8965" y="21204"/>
                </a:lnTo>
                <a:lnTo>
                  <a:pt x="9053" y="21010"/>
                </a:lnTo>
                <a:lnTo>
                  <a:pt x="9141" y="20817"/>
                </a:lnTo>
                <a:lnTo>
                  <a:pt x="9229" y="20636"/>
                </a:lnTo>
                <a:lnTo>
                  <a:pt x="9330" y="20443"/>
                </a:lnTo>
                <a:lnTo>
                  <a:pt x="9468" y="20262"/>
                </a:lnTo>
                <a:lnTo>
                  <a:pt x="9556" y="20069"/>
                </a:lnTo>
                <a:lnTo>
                  <a:pt x="9644" y="19888"/>
                </a:lnTo>
                <a:lnTo>
                  <a:pt x="9731" y="19695"/>
                </a:lnTo>
                <a:lnTo>
                  <a:pt x="9832" y="19501"/>
                </a:lnTo>
                <a:lnTo>
                  <a:pt x="9970" y="19321"/>
                </a:lnTo>
                <a:lnTo>
                  <a:pt x="10058" y="19127"/>
                </a:lnTo>
                <a:lnTo>
                  <a:pt x="10146" y="18947"/>
                </a:lnTo>
                <a:lnTo>
                  <a:pt x="10234" y="18753"/>
                </a:lnTo>
                <a:lnTo>
                  <a:pt x="10334" y="18560"/>
                </a:lnTo>
                <a:lnTo>
                  <a:pt x="10472" y="18379"/>
                </a:lnTo>
                <a:lnTo>
                  <a:pt x="10560" y="18186"/>
                </a:lnTo>
                <a:lnTo>
                  <a:pt x="10648" y="18005"/>
                </a:lnTo>
                <a:lnTo>
                  <a:pt x="10736" y="17812"/>
                </a:lnTo>
                <a:lnTo>
                  <a:pt x="10837" y="17631"/>
                </a:lnTo>
                <a:lnTo>
                  <a:pt x="10975" y="17438"/>
                </a:lnTo>
                <a:lnTo>
                  <a:pt x="11063" y="17244"/>
                </a:lnTo>
                <a:lnTo>
                  <a:pt x="11150" y="17064"/>
                </a:lnTo>
                <a:lnTo>
                  <a:pt x="11251" y="16870"/>
                </a:lnTo>
                <a:lnTo>
                  <a:pt x="11339" y="16690"/>
                </a:lnTo>
                <a:lnTo>
                  <a:pt x="11477" y="16496"/>
                </a:lnTo>
                <a:lnTo>
                  <a:pt x="11565" y="16316"/>
                </a:lnTo>
                <a:lnTo>
                  <a:pt x="11653" y="16070"/>
                </a:lnTo>
                <a:lnTo>
                  <a:pt x="11753" y="15890"/>
                </a:lnTo>
                <a:lnTo>
                  <a:pt x="11841" y="15696"/>
                </a:lnTo>
                <a:lnTo>
                  <a:pt x="11979" y="15516"/>
                </a:lnTo>
                <a:lnTo>
                  <a:pt x="12067" y="15322"/>
                </a:lnTo>
                <a:lnTo>
                  <a:pt x="12155" y="15129"/>
                </a:lnTo>
                <a:lnTo>
                  <a:pt x="12256" y="14948"/>
                </a:lnTo>
                <a:lnTo>
                  <a:pt x="12343" y="14755"/>
                </a:lnTo>
                <a:lnTo>
                  <a:pt x="12482" y="14574"/>
                </a:lnTo>
                <a:lnTo>
                  <a:pt x="12569" y="14381"/>
                </a:lnTo>
                <a:lnTo>
                  <a:pt x="12657" y="14200"/>
                </a:lnTo>
                <a:lnTo>
                  <a:pt x="12758" y="14007"/>
                </a:lnTo>
                <a:lnTo>
                  <a:pt x="12846" y="13813"/>
                </a:lnTo>
                <a:lnTo>
                  <a:pt x="12984" y="13633"/>
                </a:lnTo>
                <a:lnTo>
                  <a:pt x="13072" y="13439"/>
                </a:lnTo>
                <a:lnTo>
                  <a:pt x="13160" y="13259"/>
                </a:lnTo>
                <a:lnTo>
                  <a:pt x="13260" y="13065"/>
                </a:lnTo>
                <a:lnTo>
                  <a:pt x="13348" y="12833"/>
                </a:lnTo>
                <a:lnTo>
                  <a:pt x="13486" y="12640"/>
                </a:lnTo>
                <a:lnTo>
                  <a:pt x="13574" y="12459"/>
                </a:lnTo>
                <a:lnTo>
                  <a:pt x="13662" y="12266"/>
                </a:lnTo>
                <a:lnTo>
                  <a:pt x="13762" y="12085"/>
                </a:lnTo>
                <a:lnTo>
                  <a:pt x="13850" y="11891"/>
                </a:lnTo>
                <a:lnTo>
                  <a:pt x="13988" y="11698"/>
                </a:lnTo>
                <a:lnTo>
                  <a:pt x="14076" y="11517"/>
                </a:lnTo>
                <a:lnTo>
                  <a:pt x="14164" y="11324"/>
                </a:lnTo>
                <a:lnTo>
                  <a:pt x="14265" y="11143"/>
                </a:lnTo>
                <a:lnTo>
                  <a:pt x="14353" y="10950"/>
                </a:lnTo>
                <a:lnTo>
                  <a:pt x="14491" y="10756"/>
                </a:lnTo>
                <a:lnTo>
                  <a:pt x="14579" y="10524"/>
                </a:lnTo>
                <a:lnTo>
                  <a:pt x="14667" y="10344"/>
                </a:lnTo>
                <a:lnTo>
                  <a:pt x="14767" y="10150"/>
                </a:lnTo>
                <a:lnTo>
                  <a:pt x="14855" y="9970"/>
                </a:lnTo>
                <a:lnTo>
                  <a:pt x="14993" y="9776"/>
                </a:lnTo>
                <a:lnTo>
                  <a:pt x="15081" y="9583"/>
                </a:lnTo>
                <a:lnTo>
                  <a:pt x="15181" y="9402"/>
                </a:lnTo>
                <a:lnTo>
                  <a:pt x="15269" y="9209"/>
                </a:lnTo>
                <a:lnTo>
                  <a:pt x="15357" y="9028"/>
                </a:lnTo>
                <a:lnTo>
                  <a:pt x="15495" y="8783"/>
                </a:lnTo>
                <a:lnTo>
                  <a:pt x="15583" y="8602"/>
                </a:lnTo>
                <a:lnTo>
                  <a:pt x="15684" y="8409"/>
                </a:lnTo>
                <a:lnTo>
                  <a:pt x="15772" y="8228"/>
                </a:lnTo>
                <a:lnTo>
                  <a:pt x="15860" y="8035"/>
                </a:lnTo>
                <a:lnTo>
                  <a:pt x="15998" y="7854"/>
                </a:lnTo>
                <a:lnTo>
                  <a:pt x="16086" y="7661"/>
                </a:lnTo>
                <a:lnTo>
                  <a:pt x="16186" y="7467"/>
                </a:lnTo>
                <a:lnTo>
                  <a:pt x="16274" y="7235"/>
                </a:lnTo>
                <a:lnTo>
                  <a:pt x="16362" y="7055"/>
                </a:lnTo>
                <a:lnTo>
                  <a:pt x="16500" y="6861"/>
                </a:lnTo>
                <a:lnTo>
                  <a:pt x="16588" y="6668"/>
                </a:lnTo>
                <a:lnTo>
                  <a:pt x="16688" y="6487"/>
                </a:lnTo>
                <a:lnTo>
                  <a:pt x="16776" y="6294"/>
                </a:lnTo>
                <a:lnTo>
                  <a:pt x="16864" y="6113"/>
                </a:lnTo>
                <a:lnTo>
                  <a:pt x="17002" y="5868"/>
                </a:lnTo>
                <a:lnTo>
                  <a:pt x="17090" y="5688"/>
                </a:lnTo>
                <a:lnTo>
                  <a:pt x="17191" y="5494"/>
                </a:lnTo>
                <a:lnTo>
                  <a:pt x="17279" y="5313"/>
                </a:lnTo>
                <a:lnTo>
                  <a:pt x="17366" y="5120"/>
                </a:lnTo>
                <a:lnTo>
                  <a:pt x="17505" y="4939"/>
                </a:lnTo>
                <a:lnTo>
                  <a:pt x="17592" y="4694"/>
                </a:lnTo>
                <a:lnTo>
                  <a:pt x="17693" y="4514"/>
                </a:lnTo>
                <a:lnTo>
                  <a:pt x="17781" y="4320"/>
                </a:lnTo>
                <a:lnTo>
                  <a:pt x="17869" y="4140"/>
                </a:lnTo>
                <a:lnTo>
                  <a:pt x="18007" y="3946"/>
                </a:lnTo>
                <a:lnTo>
                  <a:pt x="18095" y="3753"/>
                </a:lnTo>
                <a:lnTo>
                  <a:pt x="18195" y="3521"/>
                </a:lnTo>
                <a:lnTo>
                  <a:pt x="18283" y="3340"/>
                </a:lnTo>
                <a:lnTo>
                  <a:pt x="18371" y="3147"/>
                </a:lnTo>
                <a:lnTo>
                  <a:pt x="18509" y="2966"/>
                </a:lnTo>
                <a:lnTo>
                  <a:pt x="18610" y="2773"/>
                </a:lnTo>
                <a:lnTo>
                  <a:pt x="18697" y="2579"/>
                </a:lnTo>
                <a:lnTo>
                  <a:pt x="18785" y="2347"/>
                </a:lnTo>
                <a:lnTo>
                  <a:pt x="18873" y="2166"/>
                </a:lnTo>
                <a:lnTo>
                  <a:pt x="19011" y="1973"/>
                </a:lnTo>
                <a:lnTo>
                  <a:pt x="19112" y="1779"/>
                </a:lnTo>
                <a:lnTo>
                  <a:pt x="19200" y="1599"/>
                </a:lnTo>
                <a:lnTo>
                  <a:pt x="19288" y="1367"/>
                </a:lnTo>
                <a:lnTo>
                  <a:pt x="19376" y="1173"/>
                </a:lnTo>
                <a:lnTo>
                  <a:pt x="19514" y="980"/>
                </a:lnTo>
                <a:lnTo>
                  <a:pt x="19614" y="799"/>
                </a:lnTo>
                <a:lnTo>
                  <a:pt x="19702" y="606"/>
                </a:lnTo>
                <a:lnTo>
                  <a:pt x="19790" y="374"/>
                </a:lnTo>
                <a:lnTo>
                  <a:pt x="19878" y="180"/>
                </a:lnTo>
                <a:lnTo>
                  <a:pt x="20016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713563" y="4362953"/>
            <a:ext cx="20029" cy="41131"/>
          </a:xfrm>
          <a:custGeom>
            <a:avLst/>
            <a:gdLst/>
            <a:ahLst/>
            <a:cxnLst/>
            <a:rect l="l" t="t" r="r" b="b"/>
            <a:pathLst>
              <a:path w="20029" h="41131">
                <a:moveTo>
                  <a:pt x="0" y="41131"/>
                </a:moveTo>
                <a:lnTo>
                  <a:pt x="100" y="40938"/>
                </a:lnTo>
                <a:lnTo>
                  <a:pt x="188" y="40757"/>
                </a:lnTo>
                <a:lnTo>
                  <a:pt x="276" y="40525"/>
                </a:lnTo>
                <a:lnTo>
                  <a:pt x="364" y="40332"/>
                </a:lnTo>
                <a:lnTo>
                  <a:pt x="502" y="40138"/>
                </a:lnTo>
                <a:lnTo>
                  <a:pt x="602" y="39958"/>
                </a:lnTo>
                <a:lnTo>
                  <a:pt x="690" y="39764"/>
                </a:lnTo>
                <a:lnTo>
                  <a:pt x="778" y="39532"/>
                </a:lnTo>
                <a:lnTo>
                  <a:pt x="866" y="39338"/>
                </a:lnTo>
                <a:lnTo>
                  <a:pt x="1004" y="39158"/>
                </a:lnTo>
                <a:lnTo>
                  <a:pt x="1105" y="38964"/>
                </a:lnTo>
                <a:lnTo>
                  <a:pt x="1192" y="38732"/>
                </a:lnTo>
                <a:lnTo>
                  <a:pt x="1280" y="38539"/>
                </a:lnTo>
                <a:lnTo>
                  <a:pt x="1381" y="38358"/>
                </a:lnTo>
                <a:lnTo>
                  <a:pt x="1506" y="38165"/>
                </a:lnTo>
                <a:lnTo>
                  <a:pt x="1607" y="37933"/>
                </a:lnTo>
                <a:lnTo>
                  <a:pt x="1695" y="37752"/>
                </a:lnTo>
                <a:lnTo>
                  <a:pt x="1783" y="37559"/>
                </a:lnTo>
                <a:lnTo>
                  <a:pt x="1883" y="37365"/>
                </a:lnTo>
                <a:lnTo>
                  <a:pt x="2009" y="37133"/>
                </a:lnTo>
                <a:lnTo>
                  <a:pt x="2109" y="36952"/>
                </a:lnTo>
                <a:lnTo>
                  <a:pt x="2197" y="36759"/>
                </a:lnTo>
                <a:lnTo>
                  <a:pt x="2285" y="36565"/>
                </a:lnTo>
                <a:lnTo>
                  <a:pt x="2385" y="36333"/>
                </a:lnTo>
                <a:lnTo>
                  <a:pt x="2524" y="36153"/>
                </a:lnTo>
                <a:lnTo>
                  <a:pt x="2611" y="35959"/>
                </a:lnTo>
                <a:lnTo>
                  <a:pt x="2699" y="35766"/>
                </a:lnTo>
                <a:lnTo>
                  <a:pt x="2787" y="35534"/>
                </a:lnTo>
                <a:lnTo>
                  <a:pt x="2888" y="35353"/>
                </a:lnTo>
                <a:lnTo>
                  <a:pt x="3026" y="35160"/>
                </a:lnTo>
                <a:lnTo>
                  <a:pt x="3114" y="34966"/>
                </a:lnTo>
                <a:lnTo>
                  <a:pt x="3202" y="34734"/>
                </a:lnTo>
                <a:lnTo>
                  <a:pt x="3290" y="34553"/>
                </a:lnTo>
                <a:lnTo>
                  <a:pt x="3390" y="34360"/>
                </a:lnTo>
                <a:lnTo>
                  <a:pt x="3528" y="34128"/>
                </a:lnTo>
                <a:lnTo>
                  <a:pt x="3616" y="33934"/>
                </a:lnTo>
                <a:lnTo>
                  <a:pt x="3704" y="33754"/>
                </a:lnTo>
                <a:lnTo>
                  <a:pt x="3792" y="33560"/>
                </a:lnTo>
                <a:lnTo>
                  <a:pt x="3892" y="33328"/>
                </a:lnTo>
                <a:lnTo>
                  <a:pt x="4030" y="33135"/>
                </a:lnTo>
                <a:lnTo>
                  <a:pt x="4118" y="32954"/>
                </a:lnTo>
                <a:lnTo>
                  <a:pt x="4206" y="32722"/>
                </a:lnTo>
                <a:lnTo>
                  <a:pt x="4294" y="32528"/>
                </a:lnTo>
                <a:lnTo>
                  <a:pt x="4395" y="32335"/>
                </a:lnTo>
                <a:lnTo>
                  <a:pt x="4533" y="32154"/>
                </a:lnTo>
                <a:lnTo>
                  <a:pt x="4621" y="31922"/>
                </a:lnTo>
                <a:lnTo>
                  <a:pt x="4709" y="31729"/>
                </a:lnTo>
                <a:lnTo>
                  <a:pt x="4809" y="31535"/>
                </a:lnTo>
                <a:lnTo>
                  <a:pt x="4897" y="31303"/>
                </a:lnTo>
                <a:lnTo>
                  <a:pt x="5035" y="31122"/>
                </a:lnTo>
                <a:lnTo>
                  <a:pt x="5123" y="30929"/>
                </a:lnTo>
                <a:lnTo>
                  <a:pt x="5211" y="30697"/>
                </a:lnTo>
                <a:lnTo>
                  <a:pt x="5311" y="30503"/>
                </a:lnTo>
                <a:lnTo>
                  <a:pt x="5399" y="30323"/>
                </a:lnTo>
                <a:lnTo>
                  <a:pt x="5537" y="30129"/>
                </a:lnTo>
                <a:lnTo>
                  <a:pt x="5625" y="29897"/>
                </a:lnTo>
                <a:lnTo>
                  <a:pt x="5713" y="29704"/>
                </a:lnTo>
                <a:lnTo>
                  <a:pt x="5814" y="29523"/>
                </a:lnTo>
                <a:lnTo>
                  <a:pt x="5901" y="29291"/>
                </a:lnTo>
                <a:lnTo>
                  <a:pt x="6040" y="29097"/>
                </a:lnTo>
                <a:lnTo>
                  <a:pt x="6128" y="28904"/>
                </a:lnTo>
                <a:lnTo>
                  <a:pt x="6215" y="28672"/>
                </a:lnTo>
                <a:lnTo>
                  <a:pt x="6316" y="28491"/>
                </a:lnTo>
                <a:lnTo>
                  <a:pt x="6404" y="28298"/>
                </a:lnTo>
                <a:lnTo>
                  <a:pt x="6542" y="28066"/>
                </a:lnTo>
                <a:lnTo>
                  <a:pt x="6630" y="27872"/>
                </a:lnTo>
                <a:lnTo>
                  <a:pt x="6718" y="27692"/>
                </a:lnTo>
                <a:lnTo>
                  <a:pt x="6818" y="27447"/>
                </a:lnTo>
                <a:lnTo>
                  <a:pt x="6906" y="27266"/>
                </a:lnTo>
                <a:lnTo>
                  <a:pt x="7044" y="27072"/>
                </a:lnTo>
                <a:lnTo>
                  <a:pt x="7132" y="26840"/>
                </a:lnTo>
                <a:lnTo>
                  <a:pt x="7220" y="26647"/>
                </a:lnTo>
                <a:lnTo>
                  <a:pt x="7320" y="26466"/>
                </a:lnTo>
                <a:lnTo>
                  <a:pt x="7408" y="26234"/>
                </a:lnTo>
                <a:lnTo>
                  <a:pt x="7547" y="26041"/>
                </a:lnTo>
                <a:lnTo>
                  <a:pt x="7634" y="25847"/>
                </a:lnTo>
                <a:lnTo>
                  <a:pt x="7722" y="25615"/>
                </a:lnTo>
                <a:lnTo>
                  <a:pt x="7823" y="25434"/>
                </a:lnTo>
                <a:lnTo>
                  <a:pt x="7911" y="25189"/>
                </a:lnTo>
                <a:lnTo>
                  <a:pt x="8049" y="25009"/>
                </a:lnTo>
                <a:lnTo>
                  <a:pt x="8137" y="24815"/>
                </a:lnTo>
                <a:lnTo>
                  <a:pt x="8225" y="24583"/>
                </a:lnTo>
                <a:lnTo>
                  <a:pt x="8325" y="24390"/>
                </a:lnTo>
                <a:lnTo>
                  <a:pt x="8413" y="24209"/>
                </a:lnTo>
                <a:lnTo>
                  <a:pt x="8551" y="23977"/>
                </a:lnTo>
                <a:lnTo>
                  <a:pt x="8639" y="23783"/>
                </a:lnTo>
                <a:lnTo>
                  <a:pt x="8739" y="23551"/>
                </a:lnTo>
                <a:lnTo>
                  <a:pt x="8827" y="23358"/>
                </a:lnTo>
                <a:lnTo>
                  <a:pt x="8915" y="23177"/>
                </a:lnTo>
                <a:lnTo>
                  <a:pt x="9053" y="22945"/>
                </a:lnTo>
                <a:lnTo>
                  <a:pt x="9141" y="22752"/>
                </a:lnTo>
                <a:lnTo>
                  <a:pt x="9242" y="22558"/>
                </a:lnTo>
                <a:lnTo>
                  <a:pt x="9330" y="22326"/>
                </a:lnTo>
                <a:lnTo>
                  <a:pt x="9418" y="22145"/>
                </a:lnTo>
                <a:lnTo>
                  <a:pt x="9556" y="21900"/>
                </a:lnTo>
                <a:lnTo>
                  <a:pt x="9644" y="21720"/>
                </a:lnTo>
                <a:lnTo>
                  <a:pt x="9744" y="21526"/>
                </a:lnTo>
                <a:lnTo>
                  <a:pt x="9832" y="21294"/>
                </a:lnTo>
                <a:lnTo>
                  <a:pt x="9920" y="21101"/>
                </a:lnTo>
                <a:lnTo>
                  <a:pt x="10058" y="20869"/>
                </a:lnTo>
                <a:lnTo>
                  <a:pt x="10146" y="20688"/>
                </a:lnTo>
                <a:lnTo>
                  <a:pt x="10246" y="20494"/>
                </a:lnTo>
                <a:lnTo>
                  <a:pt x="10334" y="20262"/>
                </a:lnTo>
                <a:lnTo>
                  <a:pt x="10422" y="20069"/>
                </a:lnTo>
                <a:lnTo>
                  <a:pt x="10560" y="19837"/>
                </a:lnTo>
                <a:lnTo>
                  <a:pt x="10648" y="19643"/>
                </a:lnTo>
                <a:lnTo>
                  <a:pt x="10749" y="19463"/>
                </a:lnTo>
                <a:lnTo>
                  <a:pt x="10837" y="19230"/>
                </a:lnTo>
                <a:lnTo>
                  <a:pt x="10924" y="19037"/>
                </a:lnTo>
                <a:lnTo>
                  <a:pt x="11063" y="18805"/>
                </a:lnTo>
                <a:lnTo>
                  <a:pt x="11150" y="18611"/>
                </a:lnTo>
                <a:lnTo>
                  <a:pt x="11251" y="18431"/>
                </a:lnTo>
                <a:lnTo>
                  <a:pt x="11339" y="18186"/>
                </a:lnTo>
                <a:lnTo>
                  <a:pt x="11477" y="18005"/>
                </a:lnTo>
                <a:lnTo>
                  <a:pt x="11565" y="17773"/>
                </a:lnTo>
                <a:lnTo>
                  <a:pt x="11653" y="17580"/>
                </a:lnTo>
                <a:lnTo>
                  <a:pt x="11753" y="17347"/>
                </a:lnTo>
                <a:lnTo>
                  <a:pt x="11841" y="17154"/>
                </a:lnTo>
                <a:lnTo>
                  <a:pt x="11979" y="16973"/>
                </a:lnTo>
                <a:lnTo>
                  <a:pt x="12067" y="16728"/>
                </a:lnTo>
                <a:lnTo>
                  <a:pt x="12155" y="16548"/>
                </a:lnTo>
                <a:lnTo>
                  <a:pt x="12256" y="16316"/>
                </a:lnTo>
                <a:lnTo>
                  <a:pt x="12343" y="16122"/>
                </a:lnTo>
                <a:lnTo>
                  <a:pt x="12482" y="15890"/>
                </a:lnTo>
                <a:lnTo>
                  <a:pt x="12569" y="15696"/>
                </a:lnTo>
                <a:lnTo>
                  <a:pt x="12670" y="15464"/>
                </a:lnTo>
                <a:lnTo>
                  <a:pt x="12758" y="15271"/>
                </a:lnTo>
                <a:lnTo>
                  <a:pt x="12846" y="15090"/>
                </a:lnTo>
                <a:lnTo>
                  <a:pt x="12984" y="14858"/>
                </a:lnTo>
                <a:lnTo>
                  <a:pt x="13072" y="14665"/>
                </a:lnTo>
                <a:lnTo>
                  <a:pt x="13172" y="14432"/>
                </a:lnTo>
                <a:lnTo>
                  <a:pt x="13260" y="14239"/>
                </a:lnTo>
                <a:lnTo>
                  <a:pt x="13348" y="14007"/>
                </a:lnTo>
                <a:lnTo>
                  <a:pt x="13486" y="13813"/>
                </a:lnTo>
                <a:lnTo>
                  <a:pt x="13574" y="13581"/>
                </a:lnTo>
                <a:lnTo>
                  <a:pt x="13675" y="13401"/>
                </a:lnTo>
                <a:lnTo>
                  <a:pt x="13762" y="13155"/>
                </a:lnTo>
                <a:lnTo>
                  <a:pt x="13850" y="12975"/>
                </a:lnTo>
                <a:lnTo>
                  <a:pt x="13988" y="12781"/>
                </a:lnTo>
                <a:lnTo>
                  <a:pt x="14076" y="12549"/>
                </a:lnTo>
                <a:lnTo>
                  <a:pt x="14177" y="12369"/>
                </a:lnTo>
                <a:lnTo>
                  <a:pt x="14265" y="12124"/>
                </a:lnTo>
                <a:lnTo>
                  <a:pt x="14353" y="11943"/>
                </a:lnTo>
                <a:lnTo>
                  <a:pt x="14491" y="11698"/>
                </a:lnTo>
                <a:lnTo>
                  <a:pt x="14579" y="11517"/>
                </a:lnTo>
                <a:lnTo>
                  <a:pt x="14679" y="11285"/>
                </a:lnTo>
                <a:lnTo>
                  <a:pt x="14767" y="11092"/>
                </a:lnTo>
                <a:lnTo>
                  <a:pt x="14855" y="10860"/>
                </a:lnTo>
                <a:lnTo>
                  <a:pt x="14993" y="10666"/>
                </a:lnTo>
                <a:lnTo>
                  <a:pt x="15081" y="10434"/>
                </a:lnTo>
                <a:lnTo>
                  <a:pt x="15181" y="10253"/>
                </a:lnTo>
                <a:lnTo>
                  <a:pt x="15269" y="10008"/>
                </a:lnTo>
                <a:lnTo>
                  <a:pt x="15357" y="9828"/>
                </a:lnTo>
                <a:lnTo>
                  <a:pt x="15495" y="9583"/>
                </a:lnTo>
                <a:lnTo>
                  <a:pt x="15583" y="9402"/>
                </a:lnTo>
                <a:lnTo>
                  <a:pt x="15684" y="9170"/>
                </a:lnTo>
                <a:lnTo>
                  <a:pt x="15772" y="8977"/>
                </a:lnTo>
                <a:lnTo>
                  <a:pt x="15860" y="8744"/>
                </a:lnTo>
                <a:lnTo>
                  <a:pt x="15998" y="8551"/>
                </a:lnTo>
                <a:lnTo>
                  <a:pt x="16098" y="8319"/>
                </a:lnTo>
                <a:lnTo>
                  <a:pt x="16186" y="8138"/>
                </a:lnTo>
                <a:lnTo>
                  <a:pt x="16274" y="7893"/>
                </a:lnTo>
                <a:lnTo>
                  <a:pt x="16362" y="7713"/>
                </a:lnTo>
                <a:lnTo>
                  <a:pt x="16500" y="7467"/>
                </a:lnTo>
                <a:lnTo>
                  <a:pt x="16600" y="7287"/>
                </a:lnTo>
                <a:lnTo>
                  <a:pt x="16688" y="7055"/>
                </a:lnTo>
                <a:lnTo>
                  <a:pt x="16776" y="6861"/>
                </a:lnTo>
                <a:lnTo>
                  <a:pt x="16864" y="6629"/>
                </a:lnTo>
                <a:lnTo>
                  <a:pt x="17002" y="6436"/>
                </a:lnTo>
                <a:lnTo>
                  <a:pt x="17103" y="6203"/>
                </a:lnTo>
                <a:lnTo>
                  <a:pt x="17191" y="6023"/>
                </a:lnTo>
                <a:lnTo>
                  <a:pt x="17279" y="5778"/>
                </a:lnTo>
                <a:lnTo>
                  <a:pt x="17366" y="5597"/>
                </a:lnTo>
                <a:lnTo>
                  <a:pt x="17505" y="5352"/>
                </a:lnTo>
                <a:lnTo>
                  <a:pt x="17605" y="5172"/>
                </a:lnTo>
                <a:lnTo>
                  <a:pt x="17693" y="4939"/>
                </a:lnTo>
                <a:lnTo>
                  <a:pt x="17781" y="4746"/>
                </a:lnTo>
                <a:lnTo>
                  <a:pt x="17869" y="4514"/>
                </a:lnTo>
                <a:lnTo>
                  <a:pt x="18007" y="4282"/>
                </a:lnTo>
                <a:lnTo>
                  <a:pt x="18107" y="4088"/>
                </a:lnTo>
                <a:lnTo>
                  <a:pt x="18195" y="3856"/>
                </a:lnTo>
                <a:lnTo>
                  <a:pt x="18283" y="3663"/>
                </a:lnTo>
                <a:lnTo>
                  <a:pt x="18371" y="3430"/>
                </a:lnTo>
                <a:lnTo>
                  <a:pt x="18509" y="3237"/>
                </a:lnTo>
                <a:lnTo>
                  <a:pt x="18610" y="3005"/>
                </a:lnTo>
                <a:lnTo>
                  <a:pt x="18697" y="2824"/>
                </a:lnTo>
                <a:lnTo>
                  <a:pt x="18785" y="2579"/>
                </a:lnTo>
                <a:lnTo>
                  <a:pt x="18886" y="2399"/>
                </a:lnTo>
                <a:lnTo>
                  <a:pt x="19011" y="2166"/>
                </a:lnTo>
                <a:lnTo>
                  <a:pt x="19112" y="1921"/>
                </a:lnTo>
                <a:lnTo>
                  <a:pt x="19200" y="1741"/>
                </a:lnTo>
                <a:lnTo>
                  <a:pt x="19288" y="1509"/>
                </a:lnTo>
                <a:lnTo>
                  <a:pt x="19388" y="1315"/>
                </a:lnTo>
                <a:lnTo>
                  <a:pt x="19514" y="1083"/>
                </a:lnTo>
                <a:lnTo>
                  <a:pt x="19614" y="889"/>
                </a:lnTo>
                <a:lnTo>
                  <a:pt x="19702" y="657"/>
                </a:lnTo>
                <a:lnTo>
                  <a:pt x="19790" y="464"/>
                </a:lnTo>
                <a:lnTo>
                  <a:pt x="19890" y="232"/>
                </a:lnTo>
                <a:lnTo>
                  <a:pt x="20029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733592" y="4318816"/>
            <a:ext cx="19966" cy="44137"/>
          </a:xfrm>
          <a:custGeom>
            <a:avLst/>
            <a:gdLst/>
            <a:ahLst/>
            <a:cxnLst/>
            <a:rect l="l" t="t" r="r" b="b"/>
            <a:pathLst>
              <a:path w="19966" h="44137">
                <a:moveTo>
                  <a:pt x="0" y="44137"/>
                </a:moveTo>
                <a:lnTo>
                  <a:pt x="87" y="43943"/>
                </a:lnTo>
                <a:lnTo>
                  <a:pt x="175" y="43711"/>
                </a:lnTo>
                <a:lnTo>
                  <a:pt x="263" y="43530"/>
                </a:lnTo>
                <a:lnTo>
                  <a:pt x="364" y="43285"/>
                </a:lnTo>
                <a:lnTo>
                  <a:pt x="502" y="43105"/>
                </a:lnTo>
                <a:lnTo>
                  <a:pt x="590" y="42873"/>
                </a:lnTo>
                <a:lnTo>
                  <a:pt x="678" y="42627"/>
                </a:lnTo>
                <a:lnTo>
                  <a:pt x="766" y="42447"/>
                </a:lnTo>
                <a:lnTo>
                  <a:pt x="866" y="42215"/>
                </a:lnTo>
                <a:lnTo>
                  <a:pt x="1004" y="42021"/>
                </a:lnTo>
                <a:lnTo>
                  <a:pt x="1092" y="41789"/>
                </a:lnTo>
                <a:lnTo>
                  <a:pt x="1180" y="41557"/>
                </a:lnTo>
                <a:lnTo>
                  <a:pt x="1268" y="41363"/>
                </a:lnTo>
                <a:lnTo>
                  <a:pt x="1368" y="41131"/>
                </a:lnTo>
                <a:lnTo>
                  <a:pt x="1506" y="40938"/>
                </a:lnTo>
                <a:lnTo>
                  <a:pt x="1594" y="40706"/>
                </a:lnTo>
                <a:lnTo>
                  <a:pt x="1682" y="40512"/>
                </a:lnTo>
                <a:lnTo>
                  <a:pt x="1770" y="40280"/>
                </a:lnTo>
                <a:lnTo>
                  <a:pt x="1871" y="40048"/>
                </a:lnTo>
                <a:lnTo>
                  <a:pt x="2009" y="39854"/>
                </a:lnTo>
                <a:lnTo>
                  <a:pt x="2097" y="39622"/>
                </a:lnTo>
                <a:lnTo>
                  <a:pt x="2184" y="39442"/>
                </a:lnTo>
                <a:lnTo>
                  <a:pt x="2285" y="39197"/>
                </a:lnTo>
                <a:lnTo>
                  <a:pt x="2373" y="38964"/>
                </a:lnTo>
                <a:lnTo>
                  <a:pt x="2511" y="38784"/>
                </a:lnTo>
                <a:lnTo>
                  <a:pt x="2599" y="38539"/>
                </a:lnTo>
                <a:lnTo>
                  <a:pt x="2687" y="38307"/>
                </a:lnTo>
                <a:lnTo>
                  <a:pt x="2787" y="38126"/>
                </a:lnTo>
                <a:lnTo>
                  <a:pt x="2875" y="37881"/>
                </a:lnTo>
                <a:lnTo>
                  <a:pt x="3013" y="37700"/>
                </a:lnTo>
                <a:lnTo>
                  <a:pt x="3101" y="37468"/>
                </a:lnTo>
                <a:lnTo>
                  <a:pt x="3189" y="37223"/>
                </a:lnTo>
                <a:lnTo>
                  <a:pt x="3290" y="37043"/>
                </a:lnTo>
                <a:lnTo>
                  <a:pt x="3377" y="36798"/>
                </a:lnTo>
                <a:lnTo>
                  <a:pt x="3516" y="36617"/>
                </a:lnTo>
                <a:lnTo>
                  <a:pt x="3603" y="36385"/>
                </a:lnTo>
                <a:lnTo>
                  <a:pt x="3691" y="36140"/>
                </a:lnTo>
                <a:lnTo>
                  <a:pt x="3792" y="35959"/>
                </a:lnTo>
                <a:lnTo>
                  <a:pt x="3880" y="35727"/>
                </a:lnTo>
                <a:lnTo>
                  <a:pt x="4018" y="35482"/>
                </a:lnTo>
                <a:lnTo>
                  <a:pt x="4106" y="35301"/>
                </a:lnTo>
                <a:lnTo>
                  <a:pt x="4194" y="35069"/>
                </a:lnTo>
                <a:lnTo>
                  <a:pt x="4294" y="34824"/>
                </a:lnTo>
                <a:lnTo>
                  <a:pt x="4382" y="34644"/>
                </a:lnTo>
                <a:lnTo>
                  <a:pt x="4520" y="34411"/>
                </a:lnTo>
                <a:lnTo>
                  <a:pt x="4608" y="34218"/>
                </a:lnTo>
                <a:lnTo>
                  <a:pt x="4696" y="33986"/>
                </a:lnTo>
                <a:lnTo>
                  <a:pt x="4796" y="33754"/>
                </a:lnTo>
                <a:lnTo>
                  <a:pt x="4884" y="33560"/>
                </a:lnTo>
                <a:lnTo>
                  <a:pt x="5022" y="33328"/>
                </a:lnTo>
                <a:lnTo>
                  <a:pt x="5110" y="33096"/>
                </a:lnTo>
                <a:lnTo>
                  <a:pt x="5198" y="32902"/>
                </a:lnTo>
                <a:lnTo>
                  <a:pt x="5299" y="32670"/>
                </a:lnTo>
                <a:lnTo>
                  <a:pt x="5387" y="32438"/>
                </a:lnTo>
                <a:lnTo>
                  <a:pt x="5525" y="32245"/>
                </a:lnTo>
                <a:lnTo>
                  <a:pt x="5613" y="32012"/>
                </a:lnTo>
                <a:lnTo>
                  <a:pt x="5701" y="31780"/>
                </a:lnTo>
                <a:lnTo>
                  <a:pt x="5801" y="31587"/>
                </a:lnTo>
                <a:lnTo>
                  <a:pt x="5889" y="31355"/>
                </a:lnTo>
                <a:lnTo>
                  <a:pt x="6027" y="31122"/>
                </a:lnTo>
                <a:lnTo>
                  <a:pt x="6115" y="30929"/>
                </a:lnTo>
                <a:lnTo>
                  <a:pt x="6215" y="30697"/>
                </a:lnTo>
                <a:lnTo>
                  <a:pt x="6303" y="30452"/>
                </a:lnTo>
                <a:lnTo>
                  <a:pt x="6391" y="30271"/>
                </a:lnTo>
                <a:lnTo>
                  <a:pt x="6529" y="30039"/>
                </a:lnTo>
                <a:lnTo>
                  <a:pt x="6617" y="29794"/>
                </a:lnTo>
                <a:lnTo>
                  <a:pt x="6718" y="29613"/>
                </a:lnTo>
                <a:lnTo>
                  <a:pt x="6806" y="29381"/>
                </a:lnTo>
                <a:lnTo>
                  <a:pt x="6894" y="29136"/>
                </a:lnTo>
                <a:lnTo>
                  <a:pt x="7032" y="28956"/>
                </a:lnTo>
                <a:lnTo>
                  <a:pt x="7120" y="28723"/>
                </a:lnTo>
                <a:lnTo>
                  <a:pt x="7220" y="28478"/>
                </a:lnTo>
                <a:lnTo>
                  <a:pt x="7308" y="28298"/>
                </a:lnTo>
                <a:lnTo>
                  <a:pt x="7396" y="28066"/>
                </a:lnTo>
                <a:lnTo>
                  <a:pt x="7534" y="27821"/>
                </a:lnTo>
                <a:lnTo>
                  <a:pt x="7622" y="27640"/>
                </a:lnTo>
                <a:lnTo>
                  <a:pt x="7722" y="27408"/>
                </a:lnTo>
                <a:lnTo>
                  <a:pt x="7810" y="27163"/>
                </a:lnTo>
                <a:lnTo>
                  <a:pt x="7898" y="26982"/>
                </a:lnTo>
                <a:lnTo>
                  <a:pt x="8036" y="26750"/>
                </a:lnTo>
                <a:lnTo>
                  <a:pt x="8124" y="26505"/>
                </a:lnTo>
                <a:lnTo>
                  <a:pt x="8225" y="26273"/>
                </a:lnTo>
                <a:lnTo>
                  <a:pt x="8313" y="26092"/>
                </a:lnTo>
                <a:lnTo>
                  <a:pt x="8400" y="25847"/>
                </a:lnTo>
                <a:lnTo>
                  <a:pt x="8539" y="25615"/>
                </a:lnTo>
                <a:lnTo>
                  <a:pt x="8626" y="25434"/>
                </a:lnTo>
                <a:lnTo>
                  <a:pt x="8727" y="25189"/>
                </a:lnTo>
                <a:lnTo>
                  <a:pt x="8815" y="24957"/>
                </a:lnTo>
                <a:lnTo>
                  <a:pt x="8903" y="24777"/>
                </a:lnTo>
                <a:lnTo>
                  <a:pt x="9041" y="24532"/>
                </a:lnTo>
                <a:lnTo>
                  <a:pt x="9129" y="24299"/>
                </a:lnTo>
                <a:lnTo>
                  <a:pt x="9229" y="24067"/>
                </a:lnTo>
                <a:lnTo>
                  <a:pt x="9317" y="23874"/>
                </a:lnTo>
                <a:lnTo>
                  <a:pt x="9405" y="23642"/>
                </a:lnTo>
                <a:lnTo>
                  <a:pt x="9543" y="23409"/>
                </a:lnTo>
                <a:lnTo>
                  <a:pt x="9644" y="23216"/>
                </a:lnTo>
                <a:lnTo>
                  <a:pt x="9731" y="22984"/>
                </a:lnTo>
                <a:lnTo>
                  <a:pt x="9819" y="22752"/>
                </a:lnTo>
                <a:lnTo>
                  <a:pt x="9907" y="22519"/>
                </a:lnTo>
                <a:lnTo>
                  <a:pt x="10045" y="22326"/>
                </a:lnTo>
                <a:lnTo>
                  <a:pt x="10146" y="22094"/>
                </a:lnTo>
                <a:lnTo>
                  <a:pt x="10234" y="21862"/>
                </a:lnTo>
                <a:lnTo>
                  <a:pt x="10322" y="21668"/>
                </a:lnTo>
                <a:lnTo>
                  <a:pt x="10410" y="21436"/>
                </a:lnTo>
                <a:lnTo>
                  <a:pt x="10548" y="21204"/>
                </a:lnTo>
                <a:lnTo>
                  <a:pt x="10648" y="20959"/>
                </a:lnTo>
                <a:lnTo>
                  <a:pt x="10736" y="20778"/>
                </a:lnTo>
                <a:lnTo>
                  <a:pt x="10824" y="20546"/>
                </a:lnTo>
                <a:lnTo>
                  <a:pt x="10912" y="20301"/>
                </a:lnTo>
                <a:lnTo>
                  <a:pt x="11050" y="20069"/>
                </a:lnTo>
                <a:lnTo>
                  <a:pt x="11150" y="19875"/>
                </a:lnTo>
                <a:lnTo>
                  <a:pt x="11238" y="19643"/>
                </a:lnTo>
                <a:lnTo>
                  <a:pt x="11326" y="19411"/>
                </a:lnTo>
                <a:lnTo>
                  <a:pt x="11414" y="19179"/>
                </a:lnTo>
                <a:lnTo>
                  <a:pt x="11552" y="18985"/>
                </a:lnTo>
                <a:lnTo>
                  <a:pt x="11653" y="18753"/>
                </a:lnTo>
                <a:lnTo>
                  <a:pt x="11741" y="18521"/>
                </a:lnTo>
                <a:lnTo>
                  <a:pt x="11829" y="18289"/>
                </a:lnTo>
                <a:lnTo>
                  <a:pt x="11916" y="18095"/>
                </a:lnTo>
                <a:lnTo>
                  <a:pt x="12055" y="17863"/>
                </a:lnTo>
                <a:lnTo>
                  <a:pt x="12155" y="17631"/>
                </a:lnTo>
                <a:lnTo>
                  <a:pt x="12243" y="17386"/>
                </a:lnTo>
                <a:lnTo>
                  <a:pt x="12331" y="17205"/>
                </a:lnTo>
                <a:lnTo>
                  <a:pt x="12431" y="16973"/>
                </a:lnTo>
                <a:lnTo>
                  <a:pt x="12557" y="16728"/>
                </a:lnTo>
                <a:lnTo>
                  <a:pt x="12657" y="16496"/>
                </a:lnTo>
                <a:lnTo>
                  <a:pt x="12745" y="16316"/>
                </a:lnTo>
                <a:lnTo>
                  <a:pt x="12833" y="16070"/>
                </a:lnTo>
                <a:lnTo>
                  <a:pt x="12934" y="15838"/>
                </a:lnTo>
                <a:lnTo>
                  <a:pt x="13059" y="15606"/>
                </a:lnTo>
                <a:lnTo>
                  <a:pt x="13160" y="15413"/>
                </a:lnTo>
                <a:lnTo>
                  <a:pt x="13248" y="15180"/>
                </a:lnTo>
                <a:lnTo>
                  <a:pt x="13335" y="14948"/>
                </a:lnTo>
                <a:lnTo>
                  <a:pt x="13436" y="14716"/>
                </a:lnTo>
                <a:lnTo>
                  <a:pt x="13574" y="14523"/>
                </a:lnTo>
                <a:lnTo>
                  <a:pt x="13662" y="14291"/>
                </a:lnTo>
                <a:lnTo>
                  <a:pt x="13750" y="14058"/>
                </a:lnTo>
                <a:lnTo>
                  <a:pt x="13838" y="13813"/>
                </a:lnTo>
                <a:lnTo>
                  <a:pt x="13938" y="13581"/>
                </a:lnTo>
                <a:lnTo>
                  <a:pt x="14076" y="13401"/>
                </a:lnTo>
                <a:lnTo>
                  <a:pt x="14164" y="13155"/>
                </a:lnTo>
                <a:lnTo>
                  <a:pt x="14252" y="12923"/>
                </a:lnTo>
                <a:lnTo>
                  <a:pt x="14340" y="12691"/>
                </a:lnTo>
                <a:lnTo>
                  <a:pt x="14441" y="12498"/>
                </a:lnTo>
                <a:lnTo>
                  <a:pt x="14579" y="12266"/>
                </a:lnTo>
                <a:lnTo>
                  <a:pt x="14667" y="12033"/>
                </a:lnTo>
                <a:lnTo>
                  <a:pt x="14754" y="11801"/>
                </a:lnTo>
                <a:lnTo>
                  <a:pt x="14842" y="11556"/>
                </a:lnTo>
                <a:lnTo>
                  <a:pt x="14943" y="11376"/>
                </a:lnTo>
                <a:lnTo>
                  <a:pt x="15081" y="11143"/>
                </a:lnTo>
                <a:lnTo>
                  <a:pt x="15169" y="10898"/>
                </a:lnTo>
                <a:lnTo>
                  <a:pt x="15257" y="10666"/>
                </a:lnTo>
                <a:lnTo>
                  <a:pt x="15345" y="10434"/>
                </a:lnTo>
                <a:lnTo>
                  <a:pt x="15445" y="10241"/>
                </a:lnTo>
                <a:lnTo>
                  <a:pt x="15583" y="10008"/>
                </a:lnTo>
                <a:lnTo>
                  <a:pt x="15671" y="9776"/>
                </a:lnTo>
                <a:lnTo>
                  <a:pt x="15759" y="9544"/>
                </a:lnTo>
                <a:lnTo>
                  <a:pt x="15847" y="9299"/>
                </a:lnTo>
                <a:lnTo>
                  <a:pt x="15947" y="9118"/>
                </a:lnTo>
                <a:lnTo>
                  <a:pt x="16086" y="8886"/>
                </a:lnTo>
                <a:lnTo>
                  <a:pt x="16173" y="8641"/>
                </a:lnTo>
                <a:lnTo>
                  <a:pt x="16261" y="8409"/>
                </a:lnTo>
                <a:lnTo>
                  <a:pt x="16362" y="8177"/>
                </a:lnTo>
                <a:lnTo>
                  <a:pt x="16450" y="7983"/>
                </a:lnTo>
                <a:lnTo>
                  <a:pt x="16588" y="7751"/>
                </a:lnTo>
                <a:lnTo>
                  <a:pt x="16676" y="7519"/>
                </a:lnTo>
                <a:lnTo>
                  <a:pt x="16764" y="7287"/>
                </a:lnTo>
                <a:lnTo>
                  <a:pt x="16864" y="7055"/>
                </a:lnTo>
                <a:lnTo>
                  <a:pt x="16952" y="6861"/>
                </a:lnTo>
                <a:lnTo>
                  <a:pt x="17090" y="6629"/>
                </a:lnTo>
                <a:lnTo>
                  <a:pt x="17178" y="6397"/>
                </a:lnTo>
                <a:lnTo>
                  <a:pt x="17266" y="6152"/>
                </a:lnTo>
                <a:lnTo>
                  <a:pt x="17366" y="5920"/>
                </a:lnTo>
                <a:lnTo>
                  <a:pt x="17454" y="5688"/>
                </a:lnTo>
                <a:lnTo>
                  <a:pt x="17592" y="5494"/>
                </a:lnTo>
                <a:lnTo>
                  <a:pt x="17680" y="5262"/>
                </a:lnTo>
                <a:lnTo>
                  <a:pt x="17768" y="5030"/>
                </a:lnTo>
                <a:lnTo>
                  <a:pt x="17869" y="4798"/>
                </a:lnTo>
                <a:lnTo>
                  <a:pt x="17957" y="4553"/>
                </a:lnTo>
                <a:lnTo>
                  <a:pt x="18095" y="4320"/>
                </a:lnTo>
                <a:lnTo>
                  <a:pt x="18183" y="4140"/>
                </a:lnTo>
                <a:lnTo>
                  <a:pt x="18271" y="3895"/>
                </a:lnTo>
                <a:lnTo>
                  <a:pt x="18371" y="3663"/>
                </a:lnTo>
                <a:lnTo>
                  <a:pt x="18459" y="3430"/>
                </a:lnTo>
                <a:lnTo>
                  <a:pt x="18597" y="3198"/>
                </a:lnTo>
                <a:lnTo>
                  <a:pt x="18685" y="2953"/>
                </a:lnTo>
                <a:lnTo>
                  <a:pt x="18773" y="2773"/>
                </a:lnTo>
                <a:lnTo>
                  <a:pt x="18873" y="2540"/>
                </a:lnTo>
                <a:lnTo>
                  <a:pt x="18961" y="2295"/>
                </a:lnTo>
                <a:lnTo>
                  <a:pt x="19099" y="2063"/>
                </a:lnTo>
                <a:lnTo>
                  <a:pt x="19187" y="1831"/>
                </a:lnTo>
                <a:lnTo>
                  <a:pt x="19275" y="1599"/>
                </a:lnTo>
                <a:lnTo>
                  <a:pt x="19376" y="1405"/>
                </a:lnTo>
                <a:lnTo>
                  <a:pt x="19463" y="1173"/>
                </a:lnTo>
                <a:lnTo>
                  <a:pt x="19602" y="941"/>
                </a:lnTo>
                <a:lnTo>
                  <a:pt x="19690" y="709"/>
                </a:lnTo>
                <a:lnTo>
                  <a:pt x="19790" y="464"/>
                </a:lnTo>
                <a:lnTo>
                  <a:pt x="19878" y="232"/>
                </a:lnTo>
                <a:lnTo>
                  <a:pt x="1996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753558" y="4272370"/>
            <a:ext cx="20016" cy="46445"/>
          </a:xfrm>
          <a:custGeom>
            <a:avLst/>
            <a:gdLst/>
            <a:ahLst/>
            <a:cxnLst/>
            <a:rect l="l" t="t" r="r" b="b"/>
            <a:pathLst>
              <a:path w="20016" h="46445">
                <a:moveTo>
                  <a:pt x="0" y="46445"/>
                </a:moveTo>
                <a:lnTo>
                  <a:pt x="138" y="46252"/>
                </a:lnTo>
                <a:lnTo>
                  <a:pt x="226" y="46020"/>
                </a:lnTo>
                <a:lnTo>
                  <a:pt x="326" y="45788"/>
                </a:lnTo>
                <a:lnTo>
                  <a:pt x="414" y="45555"/>
                </a:lnTo>
                <a:lnTo>
                  <a:pt x="502" y="45310"/>
                </a:lnTo>
                <a:lnTo>
                  <a:pt x="640" y="45078"/>
                </a:lnTo>
                <a:lnTo>
                  <a:pt x="728" y="44846"/>
                </a:lnTo>
                <a:lnTo>
                  <a:pt x="828" y="44652"/>
                </a:lnTo>
                <a:lnTo>
                  <a:pt x="916" y="44420"/>
                </a:lnTo>
                <a:lnTo>
                  <a:pt x="1004" y="44188"/>
                </a:lnTo>
                <a:lnTo>
                  <a:pt x="1142" y="43956"/>
                </a:lnTo>
                <a:lnTo>
                  <a:pt x="1230" y="43724"/>
                </a:lnTo>
                <a:lnTo>
                  <a:pt x="1331" y="43479"/>
                </a:lnTo>
                <a:lnTo>
                  <a:pt x="1418" y="43247"/>
                </a:lnTo>
                <a:lnTo>
                  <a:pt x="1506" y="43014"/>
                </a:lnTo>
                <a:lnTo>
                  <a:pt x="1645" y="42821"/>
                </a:lnTo>
                <a:lnTo>
                  <a:pt x="1732" y="42589"/>
                </a:lnTo>
                <a:lnTo>
                  <a:pt x="1833" y="42357"/>
                </a:lnTo>
                <a:lnTo>
                  <a:pt x="1921" y="42124"/>
                </a:lnTo>
                <a:lnTo>
                  <a:pt x="2009" y="41879"/>
                </a:lnTo>
                <a:lnTo>
                  <a:pt x="2147" y="41647"/>
                </a:lnTo>
                <a:lnTo>
                  <a:pt x="2235" y="41415"/>
                </a:lnTo>
                <a:lnTo>
                  <a:pt x="2335" y="41183"/>
                </a:lnTo>
                <a:lnTo>
                  <a:pt x="2423" y="40938"/>
                </a:lnTo>
                <a:lnTo>
                  <a:pt x="2511" y="40757"/>
                </a:lnTo>
                <a:lnTo>
                  <a:pt x="2649" y="40525"/>
                </a:lnTo>
                <a:lnTo>
                  <a:pt x="2737" y="40280"/>
                </a:lnTo>
                <a:lnTo>
                  <a:pt x="2837" y="40048"/>
                </a:lnTo>
                <a:lnTo>
                  <a:pt x="2925" y="39816"/>
                </a:lnTo>
                <a:lnTo>
                  <a:pt x="3013" y="39584"/>
                </a:lnTo>
                <a:lnTo>
                  <a:pt x="3151" y="39351"/>
                </a:lnTo>
                <a:lnTo>
                  <a:pt x="3239" y="39106"/>
                </a:lnTo>
                <a:lnTo>
                  <a:pt x="3340" y="38874"/>
                </a:lnTo>
                <a:lnTo>
                  <a:pt x="3428" y="38694"/>
                </a:lnTo>
                <a:lnTo>
                  <a:pt x="3516" y="38449"/>
                </a:lnTo>
                <a:lnTo>
                  <a:pt x="3654" y="38216"/>
                </a:lnTo>
                <a:lnTo>
                  <a:pt x="3754" y="37984"/>
                </a:lnTo>
                <a:lnTo>
                  <a:pt x="3842" y="37752"/>
                </a:lnTo>
                <a:lnTo>
                  <a:pt x="3930" y="37507"/>
                </a:lnTo>
                <a:lnTo>
                  <a:pt x="4018" y="37275"/>
                </a:lnTo>
                <a:lnTo>
                  <a:pt x="4156" y="37043"/>
                </a:lnTo>
                <a:lnTo>
                  <a:pt x="4256" y="36810"/>
                </a:lnTo>
                <a:lnTo>
                  <a:pt x="4344" y="36578"/>
                </a:lnTo>
                <a:lnTo>
                  <a:pt x="4432" y="36385"/>
                </a:lnTo>
                <a:lnTo>
                  <a:pt x="4520" y="36153"/>
                </a:lnTo>
                <a:lnTo>
                  <a:pt x="4658" y="35921"/>
                </a:lnTo>
                <a:lnTo>
                  <a:pt x="4759" y="35675"/>
                </a:lnTo>
                <a:lnTo>
                  <a:pt x="4847" y="35443"/>
                </a:lnTo>
                <a:lnTo>
                  <a:pt x="4935" y="35211"/>
                </a:lnTo>
                <a:lnTo>
                  <a:pt x="5022" y="34979"/>
                </a:lnTo>
                <a:lnTo>
                  <a:pt x="5161" y="34734"/>
                </a:lnTo>
                <a:lnTo>
                  <a:pt x="5261" y="34502"/>
                </a:lnTo>
                <a:lnTo>
                  <a:pt x="5349" y="34270"/>
                </a:lnTo>
                <a:lnTo>
                  <a:pt x="5437" y="34037"/>
                </a:lnTo>
                <a:lnTo>
                  <a:pt x="5525" y="33805"/>
                </a:lnTo>
                <a:lnTo>
                  <a:pt x="5663" y="33612"/>
                </a:lnTo>
                <a:lnTo>
                  <a:pt x="5763" y="33380"/>
                </a:lnTo>
                <a:lnTo>
                  <a:pt x="5851" y="33147"/>
                </a:lnTo>
                <a:lnTo>
                  <a:pt x="5939" y="32902"/>
                </a:lnTo>
                <a:lnTo>
                  <a:pt x="6040" y="32670"/>
                </a:lnTo>
                <a:lnTo>
                  <a:pt x="6165" y="32438"/>
                </a:lnTo>
                <a:lnTo>
                  <a:pt x="6266" y="32206"/>
                </a:lnTo>
                <a:lnTo>
                  <a:pt x="6354" y="31961"/>
                </a:lnTo>
                <a:lnTo>
                  <a:pt x="6441" y="31729"/>
                </a:lnTo>
                <a:lnTo>
                  <a:pt x="6542" y="31496"/>
                </a:lnTo>
                <a:lnTo>
                  <a:pt x="6667" y="31264"/>
                </a:lnTo>
                <a:lnTo>
                  <a:pt x="6768" y="31032"/>
                </a:lnTo>
                <a:lnTo>
                  <a:pt x="6856" y="30787"/>
                </a:lnTo>
                <a:lnTo>
                  <a:pt x="6944" y="30555"/>
                </a:lnTo>
                <a:lnTo>
                  <a:pt x="7044" y="30323"/>
                </a:lnTo>
                <a:lnTo>
                  <a:pt x="7182" y="30129"/>
                </a:lnTo>
                <a:lnTo>
                  <a:pt x="7270" y="29897"/>
                </a:lnTo>
                <a:lnTo>
                  <a:pt x="7358" y="29665"/>
                </a:lnTo>
                <a:lnTo>
                  <a:pt x="7446" y="29433"/>
                </a:lnTo>
                <a:lnTo>
                  <a:pt x="7547" y="29188"/>
                </a:lnTo>
                <a:lnTo>
                  <a:pt x="7685" y="28956"/>
                </a:lnTo>
                <a:lnTo>
                  <a:pt x="7773" y="28723"/>
                </a:lnTo>
                <a:lnTo>
                  <a:pt x="7860" y="28491"/>
                </a:lnTo>
                <a:lnTo>
                  <a:pt x="7948" y="28246"/>
                </a:lnTo>
                <a:lnTo>
                  <a:pt x="8049" y="28014"/>
                </a:lnTo>
                <a:lnTo>
                  <a:pt x="8187" y="27782"/>
                </a:lnTo>
                <a:lnTo>
                  <a:pt x="8275" y="27550"/>
                </a:lnTo>
                <a:lnTo>
                  <a:pt x="8363" y="27318"/>
                </a:lnTo>
                <a:lnTo>
                  <a:pt x="8451" y="27072"/>
                </a:lnTo>
                <a:lnTo>
                  <a:pt x="8551" y="26840"/>
                </a:lnTo>
                <a:lnTo>
                  <a:pt x="8689" y="26608"/>
                </a:lnTo>
                <a:lnTo>
                  <a:pt x="8777" y="26376"/>
                </a:lnTo>
                <a:lnTo>
                  <a:pt x="8865" y="26131"/>
                </a:lnTo>
                <a:lnTo>
                  <a:pt x="8953" y="25899"/>
                </a:lnTo>
                <a:lnTo>
                  <a:pt x="9053" y="25667"/>
                </a:lnTo>
                <a:lnTo>
                  <a:pt x="9192" y="25434"/>
                </a:lnTo>
                <a:lnTo>
                  <a:pt x="9279" y="25241"/>
                </a:lnTo>
                <a:lnTo>
                  <a:pt x="9367" y="25009"/>
                </a:lnTo>
                <a:lnTo>
                  <a:pt x="9455" y="24777"/>
                </a:lnTo>
                <a:lnTo>
                  <a:pt x="9556" y="24544"/>
                </a:lnTo>
                <a:lnTo>
                  <a:pt x="9694" y="24299"/>
                </a:lnTo>
                <a:lnTo>
                  <a:pt x="9782" y="24067"/>
                </a:lnTo>
                <a:lnTo>
                  <a:pt x="9870" y="23835"/>
                </a:lnTo>
                <a:lnTo>
                  <a:pt x="9970" y="23603"/>
                </a:lnTo>
                <a:lnTo>
                  <a:pt x="10058" y="23358"/>
                </a:lnTo>
                <a:lnTo>
                  <a:pt x="10196" y="23126"/>
                </a:lnTo>
                <a:lnTo>
                  <a:pt x="10284" y="22894"/>
                </a:lnTo>
                <a:lnTo>
                  <a:pt x="10372" y="22661"/>
                </a:lnTo>
                <a:lnTo>
                  <a:pt x="10472" y="22429"/>
                </a:lnTo>
                <a:lnTo>
                  <a:pt x="10560" y="22184"/>
                </a:lnTo>
                <a:lnTo>
                  <a:pt x="10698" y="21952"/>
                </a:lnTo>
                <a:lnTo>
                  <a:pt x="10786" y="21720"/>
                </a:lnTo>
                <a:lnTo>
                  <a:pt x="10874" y="21488"/>
                </a:lnTo>
                <a:lnTo>
                  <a:pt x="10975" y="21243"/>
                </a:lnTo>
                <a:lnTo>
                  <a:pt x="11063" y="21010"/>
                </a:lnTo>
                <a:lnTo>
                  <a:pt x="11201" y="20778"/>
                </a:lnTo>
                <a:lnTo>
                  <a:pt x="11289" y="20546"/>
                </a:lnTo>
                <a:lnTo>
                  <a:pt x="11377" y="20314"/>
                </a:lnTo>
                <a:lnTo>
                  <a:pt x="11477" y="20069"/>
                </a:lnTo>
                <a:lnTo>
                  <a:pt x="11565" y="19837"/>
                </a:lnTo>
                <a:lnTo>
                  <a:pt x="11703" y="19605"/>
                </a:lnTo>
                <a:lnTo>
                  <a:pt x="11791" y="19372"/>
                </a:lnTo>
                <a:lnTo>
                  <a:pt x="11879" y="19127"/>
                </a:lnTo>
                <a:lnTo>
                  <a:pt x="11979" y="18895"/>
                </a:lnTo>
                <a:lnTo>
                  <a:pt x="12067" y="18663"/>
                </a:lnTo>
                <a:lnTo>
                  <a:pt x="12205" y="18431"/>
                </a:lnTo>
                <a:lnTo>
                  <a:pt x="12293" y="18199"/>
                </a:lnTo>
                <a:lnTo>
                  <a:pt x="12381" y="17954"/>
                </a:lnTo>
                <a:lnTo>
                  <a:pt x="12482" y="17721"/>
                </a:lnTo>
                <a:lnTo>
                  <a:pt x="12569" y="17489"/>
                </a:lnTo>
                <a:lnTo>
                  <a:pt x="12708" y="17257"/>
                </a:lnTo>
                <a:lnTo>
                  <a:pt x="12796" y="17012"/>
                </a:lnTo>
                <a:lnTo>
                  <a:pt x="12883" y="16780"/>
                </a:lnTo>
                <a:lnTo>
                  <a:pt x="12984" y="16548"/>
                </a:lnTo>
                <a:lnTo>
                  <a:pt x="13072" y="16316"/>
                </a:lnTo>
                <a:lnTo>
                  <a:pt x="13210" y="16083"/>
                </a:lnTo>
                <a:lnTo>
                  <a:pt x="13298" y="15838"/>
                </a:lnTo>
                <a:lnTo>
                  <a:pt x="13398" y="15606"/>
                </a:lnTo>
                <a:lnTo>
                  <a:pt x="13486" y="15374"/>
                </a:lnTo>
                <a:lnTo>
                  <a:pt x="13574" y="15142"/>
                </a:lnTo>
                <a:lnTo>
                  <a:pt x="13712" y="14897"/>
                </a:lnTo>
                <a:lnTo>
                  <a:pt x="13800" y="14665"/>
                </a:lnTo>
                <a:lnTo>
                  <a:pt x="13901" y="14432"/>
                </a:lnTo>
                <a:lnTo>
                  <a:pt x="13988" y="14200"/>
                </a:lnTo>
                <a:lnTo>
                  <a:pt x="14076" y="13968"/>
                </a:lnTo>
                <a:lnTo>
                  <a:pt x="14214" y="13723"/>
                </a:lnTo>
                <a:lnTo>
                  <a:pt x="14302" y="13491"/>
                </a:lnTo>
                <a:lnTo>
                  <a:pt x="14403" y="13259"/>
                </a:lnTo>
                <a:lnTo>
                  <a:pt x="14491" y="13027"/>
                </a:lnTo>
                <a:lnTo>
                  <a:pt x="14579" y="12781"/>
                </a:lnTo>
                <a:lnTo>
                  <a:pt x="14717" y="12549"/>
                </a:lnTo>
                <a:lnTo>
                  <a:pt x="14805" y="12317"/>
                </a:lnTo>
                <a:lnTo>
                  <a:pt x="14905" y="12085"/>
                </a:lnTo>
                <a:lnTo>
                  <a:pt x="14993" y="11853"/>
                </a:lnTo>
                <a:lnTo>
                  <a:pt x="15081" y="11608"/>
                </a:lnTo>
                <a:lnTo>
                  <a:pt x="15219" y="11376"/>
                </a:lnTo>
                <a:lnTo>
                  <a:pt x="15307" y="11143"/>
                </a:lnTo>
                <a:lnTo>
                  <a:pt x="15407" y="10911"/>
                </a:lnTo>
                <a:lnTo>
                  <a:pt x="15495" y="10666"/>
                </a:lnTo>
                <a:lnTo>
                  <a:pt x="15583" y="10434"/>
                </a:lnTo>
                <a:lnTo>
                  <a:pt x="15721" y="10202"/>
                </a:lnTo>
                <a:lnTo>
                  <a:pt x="15809" y="9970"/>
                </a:lnTo>
                <a:lnTo>
                  <a:pt x="15910" y="9738"/>
                </a:lnTo>
                <a:lnTo>
                  <a:pt x="15998" y="9492"/>
                </a:lnTo>
                <a:lnTo>
                  <a:pt x="16086" y="9260"/>
                </a:lnTo>
                <a:lnTo>
                  <a:pt x="16224" y="9028"/>
                </a:lnTo>
                <a:lnTo>
                  <a:pt x="16312" y="8796"/>
                </a:lnTo>
                <a:lnTo>
                  <a:pt x="16412" y="8512"/>
                </a:lnTo>
                <a:lnTo>
                  <a:pt x="16500" y="8280"/>
                </a:lnTo>
                <a:lnTo>
                  <a:pt x="16588" y="8035"/>
                </a:lnTo>
                <a:lnTo>
                  <a:pt x="16726" y="7803"/>
                </a:lnTo>
                <a:lnTo>
                  <a:pt x="16814" y="7571"/>
                </a:lnTo>
                <a:lnTo>
                  <a:pt x="16914" y="7338"/>
                </a:lnTo>
                <a:lnTo>
                  <a:pt x="17002" y="7093"/>
                </a:lnTo>
                <a:lnTo>
                  <a:pt x="17090" y="6861"/>
                </a:lnTo>
                <a:lnTo>
                  <a:pt x="17228" y="6629"/>
                </a:lnTo>
                <a:lnTo>
                  <a:pt x="17329" y="6397"/>
                </a:lnTo>
                <a:lnTo>
                  <a:pt x="17417" y="6165"/>
                </a:lnTo>
                <a:lnTo>
                  <a:pt x="17505" y="5920"/>
                </a:lnTo>
                <a:lnTo>
                  <a:pt x="17592" y="5688"/>
                </a:lnTo>
                <a:lnTo>
                  <a:pt x="17731" y="5455"/>
                </a:lnTo>
                <a:lnTo>
                  <a:pt x="17831" y="5223"/>
                </a:lnTo>
                <a:lnTo>
                  <a:pt x="17919" y="4978"/>
                </a:lnTo>
                <a:lnTo>
                  <a:pt x="18007" y="4746"/>
                </a:lnTo>
                <a:lnTo>
                  <a:pt x="18095" y="4514"/>
                </a:lnTo>
                <a:lnTo>
                  <a:pt x="18233" y="4282"/>
                </a:lnTo>
                <a:lnTo>
                  <a:pt x="18333" y="4049"/>
                </a:lnTo>
                <a:lnTo>
                  <a:pt x="18421" y="3804"/>
                </a:lnTo>
                <a:lnTo>
                  <a:pt x="18509" y="3572"/>
                </a:lnTo>
                <a:lnTo>
                  <a:pt x="18597" y="3288"/>
                </a:lnTo>
                <a:lnTo>
                  <a:pt x="18735" y="3056"/>
                </a:lnTo>
                <a:lnTo>
                  <a:pt x="18836" y="2824"/>
                </a:lnTo>
                <a:lnTo>
                  <a:pt x="18924" y="2592"/>
                </a:lnTo>
                <a:lnTo>
                  <a:pt x="19011" y="2347"/>
                </a:lnTo>
                <a:lnTo>
                  <a:pt x="19099" y="2115"/>
                </a:lnTo>
                <a:lnTo>
                  <a:pt x="19237" y="1883"/>
                </a:lnTo>
                <a:lnTo>
                  <a:pt x="19338" y="1650"/>
                </a:lnTo>
                <a:lnTo>
                  <a:pt x="19426" y="1418"/>
                </a:lnTo>
                <a:lnTo>
                  <a:pt x="19514" y="1173"/>
                </a:lnTo>
                <a:lnTo>
                  <a:pt x="19614" y="941"/>
                </a:lnTo>
                <a:lnTo>
                  <a:pt x="19740" y="709"/>
                </a:lnTo>
                <a:lnTo>
                  <a:pt x="19840" y="477"/>
                </a:lnTo>
                <a:lnTo>
                  <a:pt x="19928" y="232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773575" y="4224235"/>
            <a:ext cx="20016" cy="48135"/>
          </a:xfrm>
          <a:custGeom>
            <a:avLst/>
            <a:gdLst/>
            <a:ahLst/>
            <a:cxnLst/>
            <a:rect l="l" t="t" r="r" b="b"/>
            <a:pathLst>
              <a:path w="20016" h="48135">
                <a:moveTo>
                  <a:pt x="0" y="48135"/>
                </a:moveTo>
                <a:lnTo>
                  <a:pt x="100" y="47903"/>
                </a:lnTo>
                <a:lnTo>
                  <a:pt x="226" y="47619"/>
                </a:lnTo>
                <a:lnTo>
                  <a:pt x="326" y="47387"/>
                </a:lnTo>
                <a:lnTo>
                  <a:pt x="414" y="47155"/>
                </a:lnTo>
                <a:lnTo>
                  <a:pt x="502" y="46910"/>
                </a:lnTo>
                <a:lnTo>
                  <a:pt x="602" y="46677"/>
                </a:lnTo>
                <a:lnTo>
                  <a:pt x="740" y="46445"/>
                </a:lnTo>
                <a:lnTo>
                  <a:pt x="828" y="46213"/>
                </a:lnTo>
                <a:lnTo>
                  <a:pt x="916" y="45981"/>
                </a:lnTo>
                <a:lnTo>
                  <a:pt x="1004" y="45736"/>
                </a:lnTo>
                <a:lnTo>
                  <a:pt x="1105" y="45504"/>
                </a:lnTo>
                <a:lnTo>
                  <a:pt x="1243" y="45272"/>
                </a:lnTo>
                <a:lnTo>
                  <a:pt x="1331" y="45039"/>
                </a:lnTo>
                <a:lnTo>
                  <a:pt x="1418" y="44794"/>
                </a:lnTo>
                <a:lnTo>
                  <a:pt x="1506" y="44524"/>
                </a:lnTo>
                <a:lnTo>
                  <a:pt x="1607" y="44278"/>
                </a:lnTo>
                <a:lnTo>
                  <a:pt x="1745" y="44046"/>
                </a:lnTo>
                <a:lnTo>
                  <a:pt x="1833" y="43814"/>
                </a:lnTo>
                <a:lnTo>
                  <a:pt x="1921" y="43582"/>
                </a:lnTo>
                <a:lnTo>
                  <a:pt x="2009" y="43337"/>
                </a:lnTo>
                <a:lnTo>
                  <a:pt x="2109" y="43105"/>
                </a:lnTo>
                <a:lnTo>
                  <a:pt x="2247" y="42873"/>
                </a:lnTo>
                <a:lnTo>
                  <a:pt x="2335" y="42640"/>
                </a:lnTo>
                <a:lnTo>
                  <a:pt x="2423" y="42408"/>
                </a:lnTo>
                <a:lnTo>
                  <a:pt x="2511" y="42163"/>
                </a:lnTo>
                <a:lnTo>
                  <a:pt x="2611" y="41931"/>
                </a:lnTo>
                <a:lnTo>
                  <a:pt x="2750" y="41647"/>
                </a:lnTo>
                <a:lnTo>
                  <a:pt x="2837" y="41415"/>
                </a:lnTo>
                <a:lnTo>
                  <a:pt x="2925" y="41183"/>
                </a:lnTo>
                <a:lnTo>
                  <a:pt x="3013" y="40951"/>
                </a:lnTo>
                <a:lnTo>
                  <a:pt x="3114" y="40706"/>
                </a:lnTo>
                <a:lnTo>
                  <a:pt x="3252" y="40474"/>
                </a:lnTo>
                <a:lnTo>
                  <a:pt x="3340" y="40241"/>
                </a:lnTo>
                <a:lnTo>
                  <a:pt x="3428" y="40009"/>
                </a:lnTo>
                <a:lnTo>
                  <a:pt x="3528" y="39764"/>
                </a:lnTo>
                <a:lnTo>
                  <a:pt x="3616" y="39532"/>
                </a:lnTo>
                <a:lnTo>
                  <a:pt x="3754" y="39248"/>
                </a:lnTo>
                <a:lnTo>
                  <a:pt x="3842" y="39016"/>
                </a:lnTo>
                <a:lnTo>
                  <a:pt x="3930" y="38784"/>
                </a:lnTo>
                <a:lnTo>
                  <a:pt x="4030" y="38552"/>
                </a:lnTo>
                <a:lnTo>
                  <a:pt x="4118" y="38307"/>
                </a:lnTo>
                <a:lnTo>
                  <a:pt x="4256" y="38074"/>
                </a:lnTo>
                <a:lnTo>
                  <a:pt x="4344" y="37842"/>
                </a:lnTo>
                <a:lnTo>
                  <a:pt x="4432" y="37610"/>
                </a:lnTo>
                <a:lnTo>
                  <a:pt x="4533" y="37378"/>
                </a:lnTo>
                <a:lnTo>
                  <a:pt x="4621" y="37133"/>
                </a:lnTo>
                <a:lnTo>
                  <a:pt x="4759" y="36862"/>
                </a:lnTo>
                <a:lnTo>
                  <a:pt x="4847" y="36617"/>
                </a:lnTo>
                <a:lnTo>
                  <a:pt x="4935" y="36385"/>
                </a:lnTo>
                <a:lnTo>
                  <a:pt x="5035" y="36153"/>
                </a:lnTo>
                <a:lnTo>
                  <a:pt x="5123" y="35921"/>
                </a:lnTo>
                <a:lnTo>
                  <a:pt x="5261" y="35675"/>
                </a:lnTo>
                <a:lnTo>
                  <a:pt x="5349" y="35443"/>
                </a:lnTo>
                <a:lnTo>
                  <a:pt x="5437" y="35211"/>
                </a:lnTo>
                <a:lnTo>
                  <a:pt x="5537" y="34979"/>
                </a:lnTo>
                <a:lnTo>
                  <a:pt x="5625" y="34695"/>
                </a:lnTo>
                <a:lnTo>
                  <a:pt x="5763" y="34463"/>
                </a:lnTo>
                <a:lnTo>
                  <a:pt x="5851" y="34218"/>
                </a:lnTo>
                <a:lnTo>
                  <a:pt x="5939" y="33986"/>
                </a:lnTo>
                <a:lnTo>
                  <a:pt x="6040" y="33754"/>
                </a:lnTo>
                <a:lnTo>
                  <a:pt x="6128" y="33521"/>
                </a:lnTo>
                <a:lnTo>
                  <a:pt x="6266" y="33289"/>
                </a:lnTo>
                <a:lnTo>
                  <a:pt x="6354" y="33044"/>
                </a:lnTo>
                <a:lnTo>
                  <a:pt x="6441" y="32812"/>
                </a:lnTo>
                <a:lnTo>
                  <a:pt x="6542" y="32528"/>
                </a:lnTo>
                <a:lnTo>
                  <a:pt x="6630" y="32296"/>
                </a:lnTo>
                <a:lnTo>
                  <a:pt x="6768" y="32064"/>
                </a:lnTo>
                <a:lnTo>
                  <a:pt x="6856" y="31832"/>
                </a:lnTo>
                <a:lnTo>
                  <a:pt x="6956" y="31587"/>
                </a:lnTo>
                <a:lnTo>
                  <a:pt x="7044" y="31355"/>
                </a:lnTo>
                <a:lnTo>
                  <a:pt x="7132" y="31122"/>
                </a:lnTo>
                <a:lnTo>
                  <a:pt x="7270" y="30890"/>
                </a:lnTo>
                <a:lnTo>
                  <a:pt x="7358" y="30607"/>
                </a:lnTo>
                <a:lnTo>
                  <a:pt x="7459" y="30374"/>
                </a:lnTo>
                <a:lnTo>
                  <a:pt x="7547" y="30129"/>
                </a:lnTo>
                <a:lnTo>
                  <a:pt x="7634" y="29897"/>
                </a:lnTo>
                <a:lnTo>
                  <a:pt x="7773" y="29665"/>
                </a:lnTo>
                <a:lnTo>
                  <a:pt x="7860" y="29433"/>
                </a:lnTo>
                <a:lnTo>
                  <a:pt x="7961" y="29188"/>
                </a:lnTo>
                <a:lnTo>
                  <a:pt x="8049" y="28956"/>
                </a:lnTo>
                <a:lnTo>
                  <a:pt x="8137" y="28672"/>
                </a:lnTo>
                <a:lnTo>
                  <a:pt x="8275" y="28440"/>
                </a:lnTo>
                <a:lnTo>
                  <a:pt x="8363" y="28207"/>
                </a:lnTo>
                <a:lnTo>
                  <a:pt x="8463" y="27975"/>
                </a:lnTo>
                <a:lnTo>
                  <a:pt x="8551" y="27730"/>
                </a:lnTo>
                <a:lnTo>
                  <a:pt x="8639" y="27498"/>
                </a:lnTo>
                <a:lnTo>
                  <a:pt x="8777" y="27266"/>
                </a:lnTo>
                <a:lnTo>
                  <a:pt x="8865" y="26982"/>
                </a:lnTo>
                <a:lnTo>
                  <a:pt x="8965" y="26750"/>
                </a:lnTo>
                <a:lnTo>
                  <a:pt x="9053" y="26518"/>
                </a:lnTo>
                <a:lnTo>
                  <a:pt x="9141" y="26286"/>
                </a:lnTo>
                <a:lnTo>
                  <a:pt x="9279" y="26041"/>
                </a:lnTo>
                <a:lnTo>
                  <a:pt x="9367" y="25808"/>
                </a:lnTo>
                <a:lnTo>
                  <a:pt x="9468" y="25576"/>
                </a:lnTo>
                <a:lnTo>
                  <a:pt x="9556" y="25293"/>
                </a:lnTo>
                <a:lnTo>
                  <a:pt x="9644" y="25060"/>
                </a:lnTo>
                <a:lnTo>
                  <a:pt x="9782" y="24828"/>
                </a:lnTo>
                <a:lnTo>
                  <a:pt x="9870" y="24583"/>
                </a:lnTo>
                <a:lnTo>
                  <a:pt x="9970" y="24351"/>
                </a:lnTo>
                <a:lnTo>
                  <a:pt x="10058" y="24119"/>
                </a:lnTo>
                <a:lnTo>
                  <a:pt x="10146" y="23887"/>
                </a:lnTo>
                <a:lnTo>
                  <a:pt x="10284" y="23603"/>
                </a:lnTo>
                <a:lnTo>
                  <a:pt x="10372" y="23371"/>
                </a:lnTo>
                <a:lnTo>
                  <a:pt x="10472" y="23126"/>
                </a:lnTo>
                <a:lnTo>
                  <a:pt x="10560" y="22894"/>
                </a:lnTo>
                <a:lnTo>
                  <a:pt x="10648" y="22661"/>
                </a:lnTo>
                <a:lnTo>
                  <a:pt x="10786" y="22429"/>
                </a:lnTo>
                <a:lnTo>
                  <a:pt x="10887" y="22184"/>
                </a:lnTo>
                <a:lnTo>
                  <a:pt x="10975" y="21913"/>
                </a:lnTo>
                <a:lnTo>
                  <a:pt x="11063" y="21668"/>
                </a:lnTo>
                <a:lnTo>
                  <a:pt x="11150" y="21436"/>
                </a:lnTo>
                <a:lnTo>
                  <a:pt x="11289" y="21204"/>
                </a:lnTo>
                <a:lnTo>
                  <a:pt x="11389" y="20972"/>
                </a:lnTo>
                <a:lnTo>
                  <a:pt x="11477" y="20727"/>
                </a:lnTo>
                <a:lnTo>
                  <a:pt x="11565" y="20494"/>
                </a:lnTo>
                <a:lnTo>
                  <a:pt x="11653" y="20211"/>
                </a:lnTo>
                <a:lnTo>
                  <a:pt x="11791" y="19979"/>
                </a:lnTo>
                <a:lnTo>
                  <a:pt x="11891" y="19746"/>
                </a:lnTo>
                <a:lnTo>
                  <a:pt x="11979" y="19514"/>
                </a:lnTo>
                <a:lnTo>
                  <a:pt x="12067" y="19269"/>
                </a:lnTo>
                <a:lnTo>
                  <a:pt x="12155" y="19037"/>
                </a:lnTo>
                <a:lnTo>
                  <a:pt x="12293" y="18753"/>
                </a:lnTo>
                <a:lnTo>
                  <a:pt x="12394" y="18521"/>
                </a:lnTo>
                <a:lnTo>
                  <a:pt x="12482" y="18289"/>
                </a:lnTo>
                <a:lnTo>
                  <a:pt x="12569" y="18057"/>
                </a:lnTo>
                <a:lnTo>
                  <a:pt x="12657" y="17825"/>
                </a:lnTo>
                <a:lnTo>
                  <a:pt x="12796" y="17580"/>
                </a:lnTo>
                <a:lnTo>
                  <a:pt x="12896" y="17296"/>
                </a:lnTo>
                <a:lnTo>
                  <a:pt x="12984" y="17064"/>
                </a:lnTo>
                <a:lnTo>
                  <a:pt x="13072" y="16831"/>
                </a:lnTo>
                <a:lnTo>
                  <a:pt x="13172" y="16599"/>
                </a:lnTo>
                <a:lnTo>
                  <a:pt x="13298" y="16367"/>
                </a:lnTo>
                <a:lnTo>
                  <a:pt x="13398" y="16122"/>
                </a:lnTo>
                <a:lnTo>
                  <a:pt x="13486" y="15838"/>
                </a:lnTo>
                <a:lnTo>
                  <a:pt x="13574" y="15606"/>
                </a:lnTo>
                <a:lnTo>
                  <a:pt x="13675" y="15374"/>
                </a:lnTo>
                <a:lnTo>
                  <a:pt x="13800" y="15142"/>
                </a:lnTo>
                <a:lnTo>
                  <a:pt x="13901" y="14910"/>
                </a:lnTo>
                <a:lnTo>
                  <a:pt x="13988" y="14665"/>
                </a:lnTo>
                <a:lnTo>
                  <a:pt x="14076" y="14381"/>
                </a:lnTo>
                <a:lnTo>
                  <a:pt x="14177" y="14149"/>
                </a:lnTo>
                <a:lnTo>
                  <a:pt x="14302" y="13916"/>
                </a:lnTo>
                <a:lnTo>
                  <a:pt x="14403" y="13684"/>
                </a:lnTo>
                <a:lnTo>
                  <a:pt x="14491" y="13452"/>
                </a:lnTo>
                <a:lnTo>
                  <a:pt x="14579" y="13207"/>
                </a:lnTo>
                <a:lnTo>
                  <a:pt x="14679" y="12923"/>
                </a:lnTo>
                <a:lnTo>
                  <a:pt x="14817" y="12691"/>
                </a:lnTo>
                <a:lnTo>
                  <a:pt x="14905" y="12459"/>
                </a:lnTo>
                <a:lnTo>
                  <a:pt x="14993" y="12227"/>
                </a:lnTo>
                <a:lnTo>
                  <a:pt x="15081" y="11995"/>
                </a:lnTo>
                <a:lnTo>
                  <a:pt x="15181" y="11750"/>
                </a:lnTo>
                <a:lnTo>
                  <a:pt x="15320" y="11479"/>
                </a:lnTo>
                <a:lnTo>
                  <a:pt x="15407" y="11234"/>
                </a:lnTo>
                <a:lnTo>
                  <a:pt x="15495" y="11002"/>
                </a:lnTo>
                <a:lnTo>
                  <a:pt x="15583" y="10769"/>
                </a:lnTo>
                <a:lnTo>
                  <a:pt x="15684" y="10537"/>
                </a:lnTo>
                <a:lnTo>
                  <a:pt x="15822" y="10253"/>
                </a:lnTo>
                <a:lnTo>
                  <a:pt x="15910" y="10021"/>
                </a:lnTo>
                <a:lnTo>
                  <a:pt x="15998" y="9776"/>
                </a:lnTo>
                <a:lnTo>
                  <a:pt x="16086" y="9544"/>
                </a:lnTo>
                <a:lnTo>
                  <a:pt x="16186" y="9312"/>
                </a:lnTo>
                <a:lnTo>
                  <a:pt x="16324" y="9080"/>
                </a:lnTo>
                <a:lnTo>
                  <a:pt x="16412" y="8796"/>
                </a:lnTo>
                <a:lnTo>
                  <a:pt x="16500" y="8564"/>
                </a:lnTo>
                <a:lnTo>
                  <a:pt x="16588" y="8319"/>
                </a:lnTo>
                <a:lnTo>
                  <a:pt x="16688" y="8087"/>
                </a:lnTo>
                <a:lnTo>
                  <a:pt x="16826" y="7854"/>
                </a:lnTo>
                <a:lnTo>
                  <a:pt x="16914" y="7571"/>
                </a:lnTo>
                <a:lnTo>
                  <a:pt x="17002" y="7338"/>
                </a:lnTo>
                <a:lnTo>
                  <a:pt x="17103" y="7106"/>
                </a:lnTo>
                <a:lnTo>
                  <a:pt x="17191" y="6861"/>
                </a:lnTo>
                <a:lnTo>
                  <a:pt x="17329" y="6629"/>
                </a:lnTo>
                <a:lnTo>
                  <a:pt x="17417" y="6397"/>
                </a:lnTo>
                <a:lnTo>
                  <a:pt x="17505" y="6113"/>
                </a:lnTo>
                <a:lnTo>
                  <a:pt x="17605" y="5881"/>
                </a:lnTo>
                <a:lnTo>
                  <a:pt x="17693" y="5649"/>
                </a:lnTo>
                <a:lnTo>
                  <a:pt x="17831" y="5404"/>
                </a:lnTo>
                <a:lnTo>
                  <a:pt x="17919" y="5172"/>
                </a:lnTo>
                <a:lnTo>
                  <a:pt x="18007" y="4888"/>
                </a:lnTo>
                <a:lnTo>
                  <a:pt x="18107" y="4656"/>
                </a:lnTo>
                <a:lnTo>
                  <a:pt x="18195" y="4424"/>
                </a:lnTo>
                <a:lnTo>
                  <a:pt x="18333" y="4191"/>
                </a:lnTo>
                <a:lnTo>
                  <a:pt x="18421" y="3946"/>
                </a:lnTo>
                <a:lnTo>
                  <a:pt x="18509" y="3675"/>
                </a:lnTo>
                <a:lnTo>
                  <a:pt x="18610" y="3430"/>
                </a:lnTo>
                <a:lnTo>
                  <a:pt x="18697" y="3198"/>
                </a:lnTo>
                <a:lnTo>
                  <a:pt x="18836" y="2966"/>
                </a:lnTo>
                <a:lnTo>
                  <a:pt x="18924" y="2734"/>
                </a:lnTo>
                <a:lnTo>
                  <a:pt x="19011" y="2450"/>
                </a:lnTo>
                <a:lnTo>
                  <a:pt x="19112" y="2218"/>
                </a:lnTo>
                <a:lnTo>
                  <a:pt x="19200" y="1973"/>
                </a:lnTo>
                <a:lnTo>
                  <a:pt x="19338" y="1741"/>
                </a:lnTo>
                <a:lnTo>
                  <a:pt x="19426" y="1509"/>
                </a:lnTo>
                <a:lnTo>
                  <a:pt x="19514" y="1225"/>
                </a:lnTo>
                <a:lnTo>
                  <a:pt x="19614" y="993"/>
                </a:lnTo>
                <a:lnTo>
                  <a:pt x="19702" y="760"/>
                </a:lnTo>
                <a:lnTo>
                  <a:pt x="19840" y="515"/>
                </a:lnTo>
                <a:lnTo>
                  <a:pt x="19928" y="283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793591" y="4175300"/>
            <a:ext cx="20029" cy="48935"/>
          </a:xfrm>
          <a:custGeom>
            <a:avLst/>
            <a:gdLst/>
            <a:ahLst/>
            <a:cxnLst/>
            <a:rect l="l" t="t" r="r" b="b"/>
            <a:pathLst>
              <a:path w="20029" h="48935">
                <a:moveTo>
                  <a:pt x="0" y="48935"/>
                </a:moveTo>
                <a:lnTo>
                  <a:pt x="100" y="48702"/>
                </a:lnTo>
                <a:lnTo>
                  <a:pt x="188" y="48470"/>
                </a:lnTo>
                <a:lnTo>
                  <a:pt x="326" y="48238"/>
                </a:lnTo>
                <a:lnTo>
                  <a:pt x="414" y="47993"/>
                </a:lnTo>
                <a:lnTo>
                  <a:pt x="502" y="47722"/>
                </a:lnTo>
                <a:lnTo>
                  <a:pt x="602" y="47477"/>
                </a:lnTo>
                <a:lnTo>
                  <a:pt x="690" y="47245"/>
                </a:lnTo>
                <a:lnTo>
                  <a:pt x="828" y="47013"/>
                </a:lnTo>
                <a:lnTo>
                  <a:pt x="916" y="46781"/>
                </a:lnTo>
                <a:lnTo>
                  <a:pt x="1017" y="46497"/>
                </a:lnTo>
                <a:lnTo>
                  <a:pt x="1105" y="46265"/>
                </a:lnTo>
                <a:lnTo>
                  <a:pt x="1192" y="46020"/>
                </a:lnTo>
                <a:lnTo>
                  <a:pt x="1331" y="45788"/>
                </a:lnTo>
                <a:lnTo>
                  <a:pt x="1418" y="45555"/>
                </a:lnTo>
                <a:lnTo>
                  <a:pt x="1519" y="45272"/>
                </a:lnTo>
                <a:lnTo>
                  <a:pt x="1607" y="45039"/>
                </a:lnTo>
                <a:lnTo>
                  <a:pt x="1695" y="44807"/>
                </a:lnTo>
                <a:lnTo>
                  <a:pt x="1833" y="44562"/>
                </a:lnTo>
                <a:lnTo>
                  <a:pt x="1921" y="44330"/>
                </a:lnTo>
                <a:lnTo>
                  <a:pt x="2021" y="44046"/>
                </a:lnTo>
                <a:lnTo>
                  <a:pt x="2109" y="43814"/>
                </a:lnTo>
                <a:lnTo>
                  <a:pt x="2197" y="43582"/>
                </a:lnTo>
                <a:lnTo>
                  <a:pt x="2335" y="43350"/>
                </a:lnTo>
                <a:lnTo>
                  <a:pt x="2423" y="43066"/>
                </a:lnTo>
                <a:lnTo>
                  <a:pt x="2524" y="42821"/>
                </a:lnTo>
                <a:lnTo>
                  <a:pt x="2611" y="42589"/>
                </a:lnTo>
                <a:lnTo>
                  <a:pt x="2699" y="42357"/>
                </a:lnTo>
                <a:lnTo>
                  <a:pt x="2837" y="42124"/>
                </a:lnTo>
                <a:lnTo>
                  <a:pt x="2925" y="41841"/>
                </a:lnTo>
                <a:lnTo>
                  <a:pt x="3026" y="41609"/>
                </a:lnTo>
                <a:lnTo>
                  <a:pt x="3114" y="41376"/>
                </a:lnTo>
                <a:lnTo>
                  <a:pt x="3202" y="41131"/>
                </a:lnTo>
                <a:lnTo>
                  <a:pt x="3340" y="40899"/>
                </a:lnTo>
                <a:lnTo>
                  <a:pt x="3428" y="40615"/>
                </a:lnTo>
                <a:lnTo>
                  <a:pt x="3528" y="40383"/>
                </a:lnTo>
                <a:lnTo>
                  <a:pt x="3616" y="40151"/>
                </a:lnTo>
                <a:lnTo>
                  <a:pt x="3704" y="39919"/>
                </a:lnTo>
                <a:lnTo>
                  <a:pt x="3842" y="39635"/>
                </a:lnTo>
                <a:lnTo>
                  <a:pt x="3930" y="39390"/>
                </a:lnTo>
                <a:lnTo>
                  <a:pt x="4030" y="39158"/>
                </a:lnTo>
                <a:lnTo>
                  <a:pt x="4118" y="38926"/>
                </a:lnTo>
                <a:lnTo>
                  <a:pt x="4206" y="38694"/>
                </a:lnTo>
                <a:lnTo>
                  <a:pt x="4344" y="38410"/>
                </a:lnTo>
                <a:lnTo>
                  <a:pt x="4445" y="38178"/>
                </a:lnTo>
                <a:lnTo>
                  <a:pt x="4533" y="37933"/>
                </a:lnTo>
                <a:lnTo>
                  <a:pt x="4621" y="37700"/>
                </a:lnTo>
                <a:lnTo>
                  <a:pt x="4709" y="37468"/>
                </a:lnTo>
                <a:lnTo>
                  <a:pt x="4847" y="37185"/>
                </a:lnTo>
                <a:lnTo>
                  <a:pt x="4947" y="36952"/>
                </a:lnTo>
                <a:lnTo>
                  <a:pt x="5035" y="36720"/>
                </a:lnTo>
                <a:lnTo>
                  <a:pt x="5123" y="36475"/>
                </a:lnTo>
                <a:lnTo>
                  <a:pt x="5211" y="36204"/>
                </a:lnTo>
                <a:lnTo>
                  <a:pt x="5349" y="35959"/>
                </a:lnTo>
                <a:lnTo>
                  <a:pt x="5449" y="35727"/>
                </a:lnTo>
                <a:lnTo>
                  <a:pt x="5537" y="35495"/>
                </a:lnTo>
                <a:lnTo>
                  <a:pt x="5625" y="35263"/>
                </a:lnTo>
                <a:lnTo>
                  <a:pt x="5713" y="34979"/>
                </a:lnTo>
                <a:lnTo>
                  <a:pt x="5851" y="34747"/>
                </a:lnTo>
                <a:lnTo>
                  <a:pt x="5952" y="34502"/>
                </a:lnTo>
                <a:lnTo>
                  <a:pt x="6040" y="34270"/>
                </a:lnTo>
                <a:lnTo>
                  <a:pt x="6128" y="33986"/>
                </a:lnTo>
                <a:lnTo>
                  <a:pt x="6215" y="33754"/>
                </a:lnTo>
                <a:lnTo>
                  <a:pt x="6354" y="33521"/>
                </a:lnTo>
                <a:lnTo>
                  <a:pt x="6454" y="33289"/>
                </a:lnTo>
                <a:lnTo>
                  <a:pt x="6542" y="33006"/>
                </a:lnTo>
                <a:lnTo>
                  <a:pt x="6630" y="32773"/>
                </a:lnTo>
                <a:lnTo>
                  <a:pt x="6718" y="32528"/>
                </a:lnTo>
                <a:lnTo>
                  <a:pt x="6856" y="32296"/>
                </a:lnTo>
                <a:lnTo>
                  <a:pt x="6956" y="32064"/>
                </a:lnTo>
                <a:lnTo>
                  <a:pt x="7044" y="31780"/>
                </a:lnTo>
                <a:lnTo>
                  <a:pt x="7132" y="31548"/>
                </a:lnTo>
                <a:lnTo>
                  <a:pt x="7233" y="31316"/>
                </a:lnTo>
                <a:lnTo>
                  <a:pt x="7358" y="31071"/>
                </a:lnTo>
                <a:lnTo>
                  <a:pt x="7459" y="30800"/>
                </a:lnTo>
                <a:lnTo>
                  <a:pt x="7547" y="30555"/>
                </a:lnTo>
                <a:lnTo>
                  <a:pt x="7634" y="30323"/>
                </a:lnTo>
                <a:lnTo>
                  <a:pt x="7735" y="30091"/>
                </a:lnTo>
                <a:lnTo>
                  <a:pt x="7860" y="29858"/>
                </a:lnTo>
                <a:lnTo>
                  <a:pt x="7961" y="29575"/>
                </a:lnTo>
                <a:lnTo>
                  <a:pt x="8049" y="29343"/>
                </a:lnTo>
                <a:lnTo>
                  <a:pt x="8137" y="29097"/>
                </a:lnTo>
                <a:lnTo>
                  <a:pt x="8237" y="28865"/>
                </a:lnTo>
                <a:lnTo>
                  <a:pt x="8375" y="28582"/>
                </a:lnTo>
                <a:lnTo>
                  <a:pt x="8463" y="28349"/>
                </a:lnTo>
                <a:lnTo>
                  <a:pt x="8551" y="28117"/>
                </a:lnTo>
                <a:lnTo>
                  <a:pt x="8639" y="27885"/>
                </a:lnTo>
                <a:lnTo>
                  <a:pt x="8739" y="27601"/>
                </a:lnTo>
                <a:lnTo>
                  <a:pt x="8878" y="27356"/>
                </a:lnTo>
                <a:lnTo>
                  <a:pt x="8965" y="27124"/>
                </a:lnTo>
                <a:lnTo>
                  <a:pt x="9053" y="26892"/>
                </a:lnTo>
                <a:lnTo>
                  <a:pt x="9141" y="26608"/>
                </a:lnTo>
                <a:lnTo>
                  <a:pt x="9242" y="26376"/>
                </a:lnTo>
                <a:lnTo>
                  <a:pt x="9380" y="26144"/>
                </a:lnTo>
                <a:lnTo>
                  <a:pt x="9468" y="25899"/>
                </a:lnTo>
                <a:lnTo>
                  <a:pt x="9556" y="25667"/>
                </a:lnTo>
                <a:lnTo>
                  <a:pt x="9644" y="25383"/>
                </a:lnTo>
                <a:lnTo>
                  <a:pt x="9744" y="25151"/>
                </a:lnTo>
                <a:lnTo>
                  <a:pt x="9882" y="24918"/>
                </a:lnTo>
                <a:lnTo>
                  <a:pt x="9970" y="24686"/>
                </a:lnTo>
                <a:lnTo>
                  <a:pt x="10058" y="24403"/>
                </a:lnTo>
                <a:lnTo>
                  <a:pt x="10146" y="24170"/>
                </a:lnTo>
                <a:lnTo>
                  <a:pt x="10246" y="23925"/>
                </a:lnTo>
                <a:lnTo>
                  <a:pt x="10384" y="23693"/>
                </a:lnTo>
                <a:lnTo>
                  <a:pt x="10472" y="23409"/>
                </a:lnTo>
                <a:lnTo>
                  <a:pt x="10560" y="23177"/>
                </a:lnTo>
                <a:lnTo>
                  <a:pt x="10661" y="22945"/>
                </a:lnTo>
                <a:lnTo>
                  <a:pt x="10749" y="22713"/>
                </a:lnTo>
                <a:lnTo>
                  <a:pt x="10887" y="22429"/>
                </a:lnTo>
                <a:lnTo>
                  <a:pt x="10975" y="22197"/>
                </a:lnTo>
                <a:lnTo>
                  <a:pt x="11063" y="21952"/>
                </a:lnTo>
                <a:lnTo>
                  <a:pt x="11163" y="21720"/>
                </a:lnTo>
                <a:lnTo>
                  <a:pt x="11251" y="21488"/>
                </a:lnTo>
                <a:lnTo>
                  <a:pt x="11389" y="21204"/>
                </a:lnTo>
                <a:lnTo>
                  <a:pt x="11477" y="20972"/>
                </a:lnTo>
                <a:lnTo>
                  <a:pt x="11565" y="20740"/>
                </a:lnTo>
                <a:lnTo>
                  <a:pt x="11665" y="20494"/>
                </a:lnTo>
                <a:lnTo>
                  <a:pt x="11753" y="20224"/>
                </a:lnTo>
                <a:lnTo>
                  <a:pt x="11891" y="19979"/>
                </a:lnTo>
                <a:lnTo>
                  <a:pt x="11979" y="19746"/>
                </a:lnTo>
                <a:lnTo>
                  <a:pt x="12067" y="19514"/>
                </a:lnTo>
                <a:lnTo>
                  <a:pt x="12168" y="19230"/>
                </a:lnTo>
                <a:lnTo>
                  <a:pt x="12256" y="18998"/>
                </a:lnTo>
                <a:lnTo>
                  <a:pt x="12394" y="18766"/>
                </a:lnTo>
                <a:lnTo>
                  <a:pt x="12482" y="18521"/>
                </a:lnTo>
                <a:lnTo>
                  <a:pt x="12569" y="18237"/>
                </a:lnTo>
                <a:lnTo>
                  <a:pt x="12670" y="18005"/>
                </a:lnTo>
                <a:lnTo>
                  <a:pt x="12758" y="17773"/>
                </a:lnTo>
                <a:lnTo>
                  <a:pt x="12896" y="17541"/>
                </a:lnTo>
                <a:lnTo>
                  <a:pt x="12984" y="17257"/>
                </a:lnTo>
                <a:lnTo>
                  <a:pt x="13072" y="17025"/>
                </a:lnTo>
                <a:lnTo>
                  <a:pt x="13172" y="16780"/>
                </a:lnTo>
                <a:lnTo>
                  <a:pt x="13260" y="16548"/>
                </a:lnTo>
                <a:lnTo>
                  <a:pt x="13398" y="16264"/>
                </a:lnTo>
                <a:lnTo>
                  <a:pt x="13486" y="16032"/>
                </a:lnTo>
                <a:lnTo>
                  <a:pt x="13574" y="15800"/>
                </a:lnTo>
                <a:lnTo>
                  <a:pt x="13675" y="15567"/>
                </a:lnTo>
                <a:lnTo>
                  <a:pt x="13762" y="15284"/>
                </a:lnTo>
                <a:lnTo>
                  <a:pt x="13901" y="15052"/>
                </a:lnTo>
                <a:lnTo>
                  <a:pt x="13988" y="14806"/>
                </a:lnTo>
                <a:lnTo>
                  <a:pt x="14076" y="14574"/>
                </a:lnTo>
                <a:lnTo>
                  <a:pt x="14177" y="14291"/>
                </a:lnTo>
                <a:lnTo>
                  <a:pt x="14265" y="14058"/>
                </a:lnTo>
                <a:lnTo>
                  <a:pt x="14403" y="13826"/>
                </a:lnTo>
                <a:lnTo>
                  <a:pt x="14491" y="13594"/>
                </a:lnTo>
                <a:lnTo>
                  <a:pt x="14591" y="13310"/>
                </a:lnTo>
                <a:lnTo>
                  <a:pt x="14679" y="13078"/>
                </a:lnTo>
                <a:lnTo>
                  <a:pt x="14767" y="12833"/>
                </a:lnTo>
                <a:lnTo>
                  <a:pt x="14905" y="12601"/>
                </a:lnTo>
                <a:lnTo>
                  <a:pt x="14993" y="12317"/>
                </a:lnTo>
                <a:lnTo>
                  <a:pt x="15094" y="12085"/>
                </a:lnTo>
                <a:lnTo>
                  <a:pt x="15181" y="11853"/>
                </a:lnTo>
                <a:lnTo>
                  <a:pt x="15269" y="11621"/>
                </a:lnTo>
                <a:lnTo>
                  <a:pt x="15407" y="11337"/>
                </a:lnTo>
                <a:lnTo>
                  <a:pt x="15495" y="11092"/>
                </a:lnTo>
                <a:lnTo>
                  <a:pt x="15596" y="10860"/>
                </a:lnTo>
                <a:lnTo>
                  <a:pt x="15684" y="10627"/>
                </a:lnTo>
                <a:lnTo>
                  <a:pt x="15772" y="10344"/>
                </a:lnTo>
                <a:lnTo>
                  <a:pt x="15910" y="10112"/>
                </a:lnTo>
                <a:lnTo>
                  <a:pt x="15998" y="9879"/>
                </a:lnTo>
                <a:lnTo>
                  <a:pt x="16098" y="9647"/>
                </a:lnTo>
                <a:lnTo>
                  <a:pt x="16186" y="9363"/>
                </a:lnTo>
                <a:lnTo>
                  <a:pt x="16274" y="9118"/>
                </a:lnTo>
                <a:lnTo>
                  <a:pt x="16412" y="8886"/>
                </a:lnTo>
                <a:lnTo>
                  <a:pt x="16500" y="8654"/>
                </a:lnTo>
                <a:lnTo>
                  <a:pt x="16600" y="8370"/>
                </a:lnTo>
                <a:lnTo>
                  <a:pt x="16688" y="8138"/>
                </a:lnTo>
                <a:lnTo>
                  <a:pt x="16776" y="7906"/>
                </a:lnTo>
                <a:lnTo>
                  <a:pt x="16914" y="7661"/>
                </a:lnTo>
                <a:lnTo>
                  <a:pt x="17002" y="7390"/>
                </a:lnTo>
                <a:lnTo>
                  <a:pt x="17103" y="7145"/>
                </a:lnTo>
                <a:lnTo>
                  <a:pt x="17191" y="6913"/>
                </a:lnTo>
                <a:lnTo>
                  <a:pt x="17279" y="6681"/>
                </a:lnTo>
                <a:lnTo>
                  <a:pt x="17417" y="6397"/>
                </a:lnTo>
                <a:lnTo>
                  <a:pt x="17505" y="6165"/>
                </a:lnTo>
                <a:lnTo>
                  <a:pt x="17605" y="5933"/>
                </a:lnTo>
                <a:lnTo>
                  <a:pt x="17693" y="5688"/>
                </a:lnTo>
                <a:lnTo>
                  <a:pt x="17781" y="5417"/>
                </a:lnTo>
                <a:lnTo>
                  <a:pt x="17919" y="5172"/>
                </a:lnTo>
                <a:lnTo>
                  <a:pt x="18007" y="4939"/>
                </a:lnTo>
                <a:lnTo>
                  <a:pt x="18107" y="4707"/>
                </a:lnTo>
                <a:lnTo>
                  <a:pt x="18195" y="4424"/>
                </a:lnTo>
                <a:lnTo>
                  <a:pt x="18283" y="4191"/>
                </a:lnTo>
                <a:lnTo>
                  <a:pt x="18421" y="3959"/>
                </a:lnTo>
                <a:lnTo>
                  <a:pt x="18522" y="3714"/>
                </a:lnTo>
                <a:lnTo>
                  <a:pt x="18610" y="3430"/>
                </a:lnTo>
                <a:lnTo>
                  <a:pt x="18697" y="3198"/>
                </a:lnTo>
                <a:lnTo>
                  <a:pt x="18785" y="2966"/>
                </a:lnTo>
                <a:lnTo>
                  <a:pt x="18924" y="2734"/>
                </a:lnTo>
                <a:lnTo>
                  <a:pt x="19024" y="2450"/>
                </a:lnTo>
                <a:lnTo>
                  <a:pt x="19112" y="2218"/>
                </a:lnTo>
                <a:lnTo>
                  <a:pt x="19200" y="1973"/>
                </a:lnTo>
                <a:lnTo>
                  <a:pt x="19288" y="1741"/>
                </a:lnTo>
                <a:lnTo>
                  <a:pt x="19426" y="1457"/>
                </a:lnTo>
                <a:lnTo>
                  <a:pt x="19526" y="1225"/>
                </a:lnTo>
                <a:lnTo>
                  <a:pt x="19614" y="993"/>
                </a:lnTo>
                <a:lnTo>
                  <a:pt x="19702" y="760"/>
                </a:lnTo>
                <a:lnTo>
                  <a:pt x="19790" y="477"/>
                </a:lnTo>
                <a:lnTo>
                  <a:pt x="19928" y="245"/>
                </a:lnTo>
                <a:lnTo>
                  <a:pt x="20029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813620" y="4126274"/>
            <a:ext cx="19966" cy="49025"/>
          </a:xfrm>
          <a:custGeom>
            <a:avLst/>
            <a:gdLst/>
            <a:ahLst/>
            <a:cxnLst/>
            <a:rect l="l" t="t" r="r" b="b"/>
            <a:pathLst>
              <a:path w="19966" h="49025">
                <a:moveTo>
                  <a:pt x="0" y="49025"/>
                </a:moveTo>
                <a:lnTo>
                  <a:pt x="87" y="48793"/>
                </a:lnTo>
                <a:lnTo>
                  <a:pt x="175" y="48509"/>
                </a:lnTo>
                <a:lnTo>
                  <a:pt x="263" y="48277"/>
                </a:lnTo>
                <a:lnTo>
                  <a:pt x="401" y="48045"/>
                </a:lnTo>
                <a:lnTo>
                  <a:pt x="502" y="47812"/>
                </a:lnTo>
                <a:lnTo>
                  <a:pt x="590" y="47529"/>
                </a:lnTo>
                <a:lnTo>
                  <a:pt x="678" y="47297"/>
                </a:lnTo>
                <a:lnTo>
                  <a:pt x="778" y="47052"/>
                </a:lnTo>
                <a:lnTo>
                  <a:pt x="904" y="46819"/>
                </a:lnTo>
                <a:lnTo>
                  <a:pt x="1004" y="46536"/>
                </a:lnTo>
                <a:lnTo>
                  <a:pt x="1092" y="46303"/>
                </a:lnTo>
                <a:lnTo>
                  <a:pt x="1180" y="46071"/>
                </a:lnTo>
                <a:lnTo>
                  <a:pt x="1280" y="45839"/>
                </a:lnTo>
                <a:lnTo>
                  <a:pt x="1406" y="45555"/>
                </a:lnTo>
                <a:lnTo>
                  <a:pt x="1506" y="45310"/>
                </a:lnTo>
                <a:lnTo>
                  <a:pt x="1594" y="45078"/>
                </a:lnTo>
                <a:lnTo>
                  <a:pt x="1682" y="44846"/>
                </a:lnTo>
                <a:lnTo>
                  <a:pt x="1783" y="44562"/>
                </a:lnTo>
                <a:lnTo>
                  <a:pt x="1921" y="44330"/>
                </a:lnTo>
                <a:lnTo>
                  <a:pt x="2009" y="44098"/>
                </a:lnTo>
                <a:lnTo>
                  <a:pt x="2097" y="43866"/>
                </a:lnTo>
                <a:lnTo>
                  <a:pt x="2184" y="43582"/>
                </a:lnTo>
                <a:lnTo>
                  <a:pt x="2285" y="43337"/>
                </a:lnTo>
                <a:lnTo>
                  <a:pt x="2423" y="43105"/>
                </a:lnTo>
                <a:lnTo>
                  <a:pt x="2511" y="42873"/>
                </a:lnTo>
                <a:lnTo>
                  <a:pt x="2549" y="42640"/>
                </a:lnTo>
                <a:lnTo>
                  <a:pt x="2649" y="42408"/>
                </a:lnTo>
                <a:lnTo>
                  <a:pt x="2787" y="42163"/>
                </a:lnTo>
                <a:lnTo>
                  <a:pt x="2875" y="41931"/>
                </a:lnTo>
                <a:lnTo>
                  <a:pt x="2963" y="41647"/>
                </a:lnTo>
                <a:lnTo>
                  <a:pt x="3064" y="41415"/>
                </a:lnTo>
                <a:lnTo>
                  <a:pt x="3151" y="41183"/>
                </a:lnTo>
                <a:lnTo>
                  <a:pt x="3290" y="40951"/>
                </a:lnTo>
                <a:lnTo>
                  <a:pt x="3377" y="40667"/>
                </a:lnTo>
                <a:lnTo>
                  <a:pt x="3465" y="40422"/>
                </a:lnTo>
                <a:lnTo>
                  <a:pt x="3566" y="40190"/>
                </a:lnTo>
                <a:lnTo>
                  <a:pt x="3654" y="39958"/>
                </a:lnTo>
                <a:lnTo>
                  <a:pt x="3792" y="39674"/>
                </a:lnTo>
                <a:lnTo>
                  <a:pt x="3880" y="39442"/>
                </a:lnTo>
                <a:lnTo>
                  <a:pt x="3968" y="39210"/>
                </a:lnTo>
                <a:lnTo>
                  <a:pt x="4068" y="38964"/>
                </a:lnTo>
                <a:lnTo>
                  <a:pt x="4156" y="38694"/>
                </a:lnTo>
                <a:lnTo>
                  <a:pt x="4294" y="38449"/>
                </a:lnTo>
                <a:lnTo>
                  <a:pt x="4382" y="38216"/>
                </a:lnTo>
                <a:lnTo>
                  <a:pt x="4470" y="37984"/>
                </a:lnTo>
                <a:lnTo>
                  <a:pt x="4570" y="37700"/>
                </a:lnTo>
                <a:lnTo>
                  <a:pt x="4658" y="37468"/>
                </a:lnTo>
                <a:lnTo>
                  <a:pt x="4796" y="37236"/>
                </a:lnTo>
                <a:lnTo>
                  <a:pt x="4884" y="36991"/>
                </a:lnTo>
                <a:lnTo>
                  <a:pt x="4972" y="36720"/>
                </a:lnTo>
                <a:lnTo>
                  <a:pt x="5073" y="36475"/>
                </a:lnTo>
                <a:lnTo>
                  <a:pt x="5161" y="36243"/>
                </a:lnTo>
                <a:lnTo>
                  <a:pt x="5299" y="36011"/>
                </a:lnTo>
                <a:lnTo>
                  <a:pt x="5387" y="35727"/>
                </a:lnTo>
                <a:lnTo>
                  <a:pt x="5475" y="35495"/>
                </a:lnTo>
                <a:lnTo>
                  <a:pt x="5575" y="35263"/>
                </a:lnTo>
                <a:lnTo>
                  <a:pt x="5663" y="35018"/>
                </a:lnTo>
                <a:lnTo>
                  <a:pt x="5801" y="34734"/>
                </a:lnTo>
                <a:lnTo>
                  <a:pt x="5889" y="34502"/>
                </a:lnTo>
                <a:lnTo>
                  <a:pt x="5977" y="34270"/>
                </a:lnTo>
                <a:lnTo>
                  <a:pt x="6077" y="34037"/>
                </a:lnTo>
                <a:lnTo>
                  <a:pt x="6165" y="33754"/>
                </a:lnTo>
                <a:lnTo>
                  <a:pt x="6303" y="33521"/>
                </a:lnTo>
                <a:lnTo>
                  <a:pt x="6391" y="33289"/>
                </a:lnTo>
                <a:lnTo>
                  <a:pt x="6479" y="33044"/>
                </a:lnTo>
                <a:lnTo>
                  <a:pt x="6580" y="32760"/>
                </a:lnTo>
                <a:lnTo>
                  <a:pt x="6667" y="32528"/>
                </a:lnTo>
                <a:lnTo>
                  <a:pt x="6806" y="32296"/>
                </a:lnTo>
                <a:lnTo>
                  <a:pt x="6894" y="32064"/>
                </a:lnTo>
                <a:lnTo>
                  <a:pt x="6994" y="31780"/>
                </a:lnTo>
                <a:lnTo>
                  <a:pt x="7082" y="31548"/>
                </a:lnTo>
                <a:lnTo>
                  <a:pt x="7170" y="31303"/>
                </a:lnTo>
                <a:lnTo>
                  <a:pt x="7308" y="31071"/>
                </a:lnTo>
                <a:lnTo>
                  <a:pt x="7396" y="30787"/>
                </a:lnTo>
                <a:lnTo>
                  <a:pt x="7496" y="30555"/>
                </a:lnTo>
                <a:lnTo>
                  <a:pt x="7584" y="30323"/>
                </a:lnTo>
                <a:lnTo>
                  <a:pt x="7672" y="30091"/>
                </a:lnTo>
                <a:lnTo>
                  <a:pt x="7810" y="29807"/>
                </a:lnTo>
                <a:lnTo>
                  <a:pt x="7898" y="29575"/>
                </a:lnTo>
                <a:lnTo>
                  <a:pt x="7999" y="29330"/>
                </a:lnTo>
                <a:lnTo>
                  <a:pt x="8086" y="29097"/>
                </a:lnTo>
                <a:lnTo>
                  <a:pt x="8174" y="28814"/>
                </a:lnTo>
                <a:lnTo>
                  <a:pt x="8313" y="28582"/>
                </a:lnTo>
                <a:lnTo>
                  <a:pt x="8400" y="28349"/>
                </a:lnTo>
                <a:lnTo>
                  <a:pt x="8501" y="28117"/>
                </a:lnTo>
                <a:lnTo>
                  <a:pt x="8589" y="27833"/>
                </a:lnTo>
                <a:lnTo>
                  <a:pt x="8677" y="27601"/>
                </a:lnTo>
                <a:lnTo>
                  <a:pt x="8815" y="27356"/>
                </a:lnTo>
                <a:lnTo>
                  <a:pt x="8903" y="27124"/>
                </a:lnTo>
                <a:lnTo>
                  <a:pt x="9003" y="26840"/>
                </a:lnTo>
                <a:lnTo>
                  <a:pt x="9091" y="26608"/>
                </a:lnTo>
                <a:lnTo>
                  <a:pt x="9179" y="26376"/>
                </a:lnTo>
                <a:lnTo>
                  <a:pt x="9317" y="26144"/>
                </a:lnTo>
                <a:lnTo>
                  <a:pt x="9405" y="25860"/>
                </a:lnTo>
                <a:lnTo>
                  <a:pt x="9505" y="25615"/>
                </a:lnTo>
                <a:lnTo>
                  <a:pt x="9593" y="25383"/>
                </a:lnTo>
                <a:lnTo>
                  <a:pt x="9681" y="25151"/>
                </a:lnTo>
                <a:lnTo>
                  <a:pt x="9819" y="24867"/>
                </a:lnTo>
                <a:lnTo>
                  <a:pt x="9907" y="24635"/>
                </a:lnTo>
                <a:lnTo>
                  <a:pt x="10008" y="24403"/>
                </a:lnTo>
                <a:lnTo>
                  <a:pt x="10096" y="24158"/>
                </a:lnTo>
                <a:lnTo>
                  <a:pt x="10184" y="23887"/>
                </a:lnTo>
                <a:lnTo>
                  <a:pt x="10322" y="23642"/>
                </a:lnTo>
                <a:lnTo>
                  <a:pt x="10422" y="23409"/>
                </a:lnTo>
                <a:lnTo>
                  <a:pt x="10510" y="23177"/>
                </a:lnTo>
                <a:lnTo>
                  <a:pt x="10598" y="22894"/>
                </a:lnTo>
                <a:lnTo>
                  <a:pt x="10686" y="22661"/>
                </a:lnTo>
                <a:lnTo>
                  <a:pt x="10824" y="22429"/>
                </a:lnTo>
                <a:lnTo>
                  <a:pt x="10924" y="22184"/>
                </a:lnTo>
                <a:lnTo>
                  <a:pt x="11012" y="21913"/>
                </a:lnTo>
                <a:lnTo>
                  <a:pt x="11100" y="21668"/>
                </a:lnTo>
                <a:lnTo>
                  <a:pt x="11188" y="21436"/>
                </a:lnTo>
                <a:lnTo>
                  <a:pt x="11326" y="21204"/>
                </a:lnTo>
                <a:lnTo>
                  <a:pt x="11427" y="20920"/>
                </a:lnTo>
                <a:lnTo>
                  <a:pt x="11515" y="20688"/>
                </a:lnTo>
                <a:lnTo>
                  <a:pt x="11603" y="20456"/>
                </a:lnTo>
                <a:lnTo>
                  <a:pt x="11690" y="20211"/>
                </a:lnTo>
                <a:lnTo>
                  <a:pt x="11829" y="19927"/>
                </a:lnTo>
                <a:lnTo>
                  <a:pt x="11929" y="19695"/>
                </a:lnTo>
                <a:lnTo>
                  <a:pt x="12017" y="19463"/>
                </a:lnTo>
                <a:lnTo>
                  <a:pt x="12105" y="19230"/>
                </a:lnTo>
                <a:lnTo>
                  <a:pt x="12193" y="18947"/>
                </a:lnTo>
                <a:lnTo>
                  <a:pt x="12331" y="18715"/>
                </a:lnTo>
                <a:lnTo>
                  <a:pt x="12431" y="18482"/>
                </a:lnTo>
                <a:lnTo>
                  <a:pt x="12519" y="18237"/>
                </a:lnTo>
                <a:lnTo>
                  <a:pt x="12607" y="17954"/>
                </a:lnTo>
                <a:lnTo>
                  <a:pt x="12695" y="17721"/>
                </a:lnTo>
                <a:lnTo>
                  <a:pt x="12833" y="17489"/>
                </a:lnTo>
                <a:lnTo>
                  <a:pt x="12934" y="17257"/>
                </a:lnTo>
                <a:lnTo>
                  <a:pt x="13022" y="16973"/>
                </a:lnTo>
                <a:lnTo>
                  <a:pt x="13109" y="16741"/>
                </a:lnTo>
                <a:lnTo>
                  <a:pt x="13210" y="16496"/>
                </a:lnTo>
                <a:lnTo>
                  <a:pt x="13335" y="16264"/>
                </a:lnTo>
                <a:lnTo>
                  <a:pt x="13436" y="15980"/>
                </a:lnTo>
                <a:lnTo>
                  <a:pt x="13524" y="15748"/>
                </a:lnTo>
                <a:lnTo>
                  <a:pt x="13612" y="15516"/>
                </a:lnTo>
                <a:lnTo>
                  <a:pt x="13712" y="15284"/>
                </a:lnTo>
                <a:lnTo>
                  <a:pt x="13838" y="15000"/>
                </a:lnTo>
                <a:lnTo>
                  <a:pt x="13938" y="14768"/>
                </a:lnTo>
                <a:lnTo>
                  <a:pt x="14026" y="14523"/>
                </a:lnTo>
                <a:lnTo>
                  <a:pt x="14114" y="14291"/>
                </a:lnTo>
                <a:lnTo>
                  <a:pt x="14214" y="14058"/>
                </a:lnTo>
                <a:lnTo>
                  <a:pt x="14353" y="13775"/>
                </a:lnTo>
                <a:lnTo>
                  <a:pt x="14441" y="13542"/>
                </a:lnTo>
                <a:lnTo>
                  <a:pt x="14528" y="13310"/>
                </a:lnTo>
                <a:lnTo>
                  <a:pt x="14616" y="13065"/>
                </a:lnTo>
                <a:lnTo>
                  <a:pt x="14717" y="12794"/>
                </a:lnTo>
                <a:lnTo>
                  <a:pt x="14855" y="12549"/>
                </a:lnTo>
                <a:lnTo>
                  <a:pt x="14943" y="12317"/>
                </a:lnTo>
                <a:lnTo>
                  <a:pt x="15031" y="12085"/>
                </a:lnTo>
                <a:lnTo>
                  <a:pt x="15119" y="11801"/>
                </a:lnTo>
                <a:lnTo>
                  <a:pt x="15219" y="11569"/>
                </a:lnTo>
                <a:lnTo>
                  <a:pt x="15357" y="11337"/>
                </a:lnTo>
                <a:lnTo>
                  <a:pt x="15445" y="11092"/>
                </a:lnTo>
                <a:lnTo>
                  <a:pt x="15533" y="10808"/>
                </a:lnTo>
                <a:lnTo>
                  <a:pt x="15621" y="10576"/>
                </a:lnTo>
                <a:lnTo>
                  <a:pt x="15721" y="10344"/>
                </a:lnTo>
                <a:lnTo>
                  <a:pt x="15860" y="10112"/>
                </a:lnTo>
                <a:lnTo>
                  <a:pt x="15947" y="9879"/>
                </a:lnTo>
                <a:lnTo>
                  <a:pt x="16035" y="9596"/>
                </a:lnTo>
                <a:lnTo>
                  <a:pt x="16123" y="9351"/>
                </a:lnTo>
                <a:lnTo>
                  <a:pt x="16224" y="9118"/>
                </a:lnTo>
                <a:lnTo>
                  <a:pt x="16362" y="8886"/>
                </a:lnTo>
                <a:lnTo>
                  <a:pt x="16450" y="8602"/>
                </a:lnTo>
                <a:lnTo>
                  <a:pt x="16538" y="8370"/>
                </a:lnTo>
                <a:lnTo>
                  <a:pt x="16638" y="8138"/>
                </a:lnTo>
                <a:lnTo>
                  <a:pt x="16726" y="7906"/>
                </a:lnTo>
                <a:lnTo>
                  <a:pt x="16864" y="7622"/>
                </a:lnTo>
                <a:lnTo>
                  <a:pt x="16952" y="7377"/>
                </a:lnTo>
                <a:lnTo>
                  <a:pt x="17040" y="7145"/>
                </a:lnTo>
                <a:lnTo>
                  <a:pt x="17140" y="6913"/>
                </a:lnTo>
                <a:lnTo>
                  <a:pt x="17228" y="6629"/>
                </a:lnTo>
                <a:lnTo>
                  <a:pt x="17366" y="6397"/>
                </a:lnTo>
                <a:lnTo>
                  <a:pt x="17454" y="6165"/>
                </a:lnTo>
                <a:lnTo>
                  <a:pt x="17542" y="5920"/>
                </a:lnTo>
                <a:lnTo>
                  <a:pt x="17643" y="5688"/>
                </a:lnTo>
                <a:lnTo>
                  <a:pt x="17731" y="5404"/>
                </a:lnTo>
                <a:lnTo>
                  <a:pt x="17869" y="5172"/>
                </a:lnTo>
                <a:lnTo>
                  <a:pt x="17957" y="4939"/>
                </a:lnTo>
                <a:lnTo>
                  <a:pt x="18045" y="4707"/>
                </a:lnTo>
                <a:lnTo>
                  <a:pt x="18145" y="4424"/>
                </a:lnTo>
                <a:lnTo>
                  <a:pt x="18233" y="4191"/>
                </a:lnTo>
                <a:lnTo>
                  <a:pt x="18371" y="3946"/>
                </a:lnTo>
                <a:lnTo>
                  <a:pt x="18459" y="3714"/>
                </a:lnTo>
                <a:lnTo>
                  <a:pt x="18547" y="3482"/>
                </a:lnTo>
                <a:lnTo>
                  <a:pt x="18647" y="3198"/>
                </a:lnTo>
                <a:lnTo>
                  <a:pt x="18735" y="2966"/>
                </a:lnTo>
                <a:lnTo>
                  <a:pt x="18873" y="2734"/>
                </a:lnTo>
                <a:lnTo>
                  <a:pt x="18961" y="2489"/>
                </a:lnTo>
                <a:lnTo>
                  <a:pt x="19049" y="2218"/>
                </a:lnTo>
                <a:lnTo>
                  <a:pt x="19150" y="1973"/>
                </a:lnTo>
                <a:lnTo>
                  <a:pt x="19237" y="1741"/>
                </a:lnTo>
                <a:lnTo>
                  <a:pt x="19376" y="1509"/>
                </a:lnTo>
                <a:lnTo>
                  <a:pt x="19463" y="1225"/>
                </a:lnTo>
                <a:lnTo>
                  <a:pt x="19551" y="993"/>
                </a:lnTo>
                <a:lnTo>
                  <a:pt x="19652" y="760"/>
                </a:lnTo>
                <a:lnTo>
                  <a:pt x="19740" y="515"/>
                </a:lnTo>
                <a:lnTo>
                  <a:pt x="19878" y="283"/>
                </a:lnTo>
                <a:lnTo>
                  <a:pt x="1996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833587" y="4077906"/>
            <a:ext cx="20016" cy="48367"/>
          </a:xfrm>
          <a:custGeom>
            <a:avLst/>
            <a:gdLst/>
            <a:ahLst/>
            <a:cxnLst/>
            <a:rect l="l" t="t" r="r" b="b"/>
            <a:pathLst>
              <a:path w="20016" h="48367">
                <a:moveTo>
                  <a:pt x="0" y="48367"/>
                </a:moveTo>
                <a:lnTo>
                  <a:pt x="87" y="48135"/>
                </a:lnTo>
                <a:lnTo>
                  <a:pt x="188" y="47903"/>
                </a:lnTo>
                <a:lnTo>
                  <a:pt x="276" y="47671"/>
                </a:lnTo>
                <a:lnTo>
                  <a:pt x="414" y="47387"/>
                </a:lnTo>
                <a:lnTo>
                  <a:pt x="502" y="47142"/>
                </a:lnTo>
                <a:lnTo>
                  <a:pt x="602" y="46910"/>
                </a:lnTo>
                <a:lnTo>
                  <a:pt x="690" y="46677"/>
                </a:lnTo>
                <a:lnTo>
                  <a:pt x="778" y="46445"/>
                </a:lnTo>
                <a:lnTo>
                  <a:pt x="916" y="46162"/>
                </a:lnTo>
                <a:lnTo>
                  <a:pt x="1004" y="45929"/>
                </a:lnTo>
                <a:lnTo>
                  <a:pt x="1105" y="45697"/>
                </a:lnTo>
                <a:lnTo>
                  <a:pt x="1192" y="45452"/>
                </a:lnTo>
                <a:lnTo>
                  <a:pt x="1280" y="45220"/>
                </a:lnTo>
                <a:lnTo>
                  <a:pt x="1418" y="44936"/>
                </a:lnTo>
                <a:lnTo>
                  <a:pt x="1506" y="44704"/>
                </a:lnTo>
                <a:lnTo>
                  <a:pt x="1607" y="44472"/>
                </a:lnTo>
                <a:lnTo>
                  <a:pt x="1695" y="44240"/>
                </a:lnTo>
                <a:lnTo>
                  <a:pt x="1783" y="43956"/>
                </a:lnTo>
                <a:lnTo>
                  <a:pt x="1921" y="43711"/>
                </a:lnTo>
                <a:lnTo>
                  <a:pt x="2009" y="43479"/>
                </a:lnTo>
                <a:lnTo>
                  <a:pt x="2109" y="43247"/>
                </a:lnTo>
                <a:lnTo>
                  <a:pt x="2197" y="43014"/>
                </a:lnTo>
                <a:lnTo>
                  <a:pt x="2285" y="42731"/>
                </a:lnTo>
                <a:lnTo>
                  <a:pt x="2423" y="42499"/>
                </a:lnTo>
                <a:lnTo>
                  <a:pt x="2511" y="42253"/>
                </a:lnTo>
                <a:lnTo>
                  <a:pt x="2611" y="42021"/>
                </a:lnTo>
                <a:lnTo>
                  <a:pt x="2699" y="41789"/>
                </a:lnTo>
                <a:lnTo>
                  <a:pt x="2787" y="41505"/>
                </a:lnTo>
                <a:lnTo>
                  <a:pt x="2925" y="41273"/>
                </a:lnTo>
                <a:lnTo>
                  <a:pt x="3013" y="41041"/>
                </a:lnTo>
                <a:lnTo>
                  <a:pt x="3114" y="40796"/>
                </a:lnTo>
                <a:lnTo>
                  <a:pt x="3202" y="40525"/>
                </a:lnTo>
                <a:lnTo>
                  <a:pt x="3290" y="40280"/>
                </a:lnTo>
                <a:lnTo>
                  <a:pt x="3428" y="40048"/>
                </a:lnTo>
                <a:lnTo>
                  <a:pt x="3516" y="39816"/>
                </a:lnTo>
                <a:lnTo>
                  <a:pt x="3616" y="39584"/>
                </a:lnTo>
                <a:lnTo>
                  <a:pt x="3704" y="39300"/>
                </a:lnTo>
                <a:lnTo>
                  <a:pt x="3792" y="39068"/>
                </a:lnTo>
                <a:lnTo>
                  <a:pt x="3930" y="38823"/>
                </a:lnTo>
                <a:lnTo>
                  <a:pt x="4018" y="38590"/>
                </a:lnTo>
                <a:lnTo>
                  <a:pt x="4118" y="38358"/>
                </a:lnTo>
                <a:lnTo>
                  <a:pt x="4206" y="38074"/>
                </a:lnTo>
                <a:lnTo>
                  <a:pt x="4294" y="37842"/>
                </a:lnTo>
                <a:lnTo>
                  <a:pt x="4432" y="37610"/>
                </a:lnTo>
                <a:lnTo>
                  <a:pt x="4533" y="37365"/>
                </a:lnTo>
                <a:lnTo>
                  <a:pt x="4621" y="37133"/>
                </a:lnTo>
                <a:lnTo>
                  <a:pt x="4709" y="36849"/>
                </a:lnTo>
                <a:lnTo>
                  <a:pt x="4796" y="36617"/>
                </a:lnTo>
                <a:lnTo>
                  <a:pt x="4935" y="36385"/>
                </a:lnTo>
                <a:lnTo>
                  <a:pt x="5035" y="36153"/>
                </a:lnTo>
                <a:lnTo>
                  <a:pt x="5123" y="35908"/>
                </a:lnTo>
                <a:lnTo>
                  <a:pt x="5211" y="35637"/>
                </a:lnTo>
                <a:lnTo>
                  <a:pt x="5299" y="35392"/>
                </a:lnTo>
                <a:lnTo>
                  <a:pt x="5437" y="35160"/>
                </a:lnTo>
                <a:lnTo>
                  <a:pt x="5537" y="34927"/>
                </a:lnTo>
                <a:lnTo>
                  <a:pt x="5625" y="34695"/>
                </a:lnTo>
                <a:lnTo>
                  <a:pt x="5713" y="34411"/>
                </a:lnTo>
                <a:lnTo>
                  <a:pt x="5801" y="34179"/>
                </a:lnTo>
                <a:lnTo>
                  <a:pt x="5939" y="33934"/>
                </a:lnTo>
                <a:lnTo>
                  <a:pt x="6040" y="33702"/>
                </a:lnTo>
                <a:lnTo>
                  <a:pt x="6128" y="33470"/>
                </a:lnTo>
                <a:lnTo>
                  <a:pt x="6215" y="33186"/>
                </a:lnTo>
                <a:lnTo>
                  <a:pt x="6303" y="32954"/>
                </a:lnTo>
                <a:lnTo>
                  <a:pt x="6441" y="32722"/>
                </a:lnTo>
                <a:lnTo>
                  <a:pt x="6542" y="32477"/>
                </a:lnTo>
                <a:lnTo>
                  <a:pt x="6630" y="32245"/>
                </a:lnTo>
                <a:lnTo>
                  <a:pt x="6718" y="31961"/>
                </a:lnTo>
                <a:lnTo>
                  <a:pt x="6818" y="31729"/>
                </a:lnTo>
                <a:lnTo>
                  <a:pt x="6944" y="31496"/>
                </a:lnTo>
                <a:lnTo>
                  <a:pt x="7044" y="31264"/>
                </a:lnTo>
                <a:lnTo>
                  <a:pt x="7132" y="31019"/>
                </a:lnTo>
                <a:lnTo>
                  <a:pt x="7220" y="30748"/>
                </a:lnTo>
                <a:lnTo>
                  <a:pt x="7320" y="30503"/>
                </a:lnTo>
                <a:lnTo>
                  <a:pt x="7446" y="30271"/>
                </a:lnTo>
                <a:lnTo>
                  <a:pt x="7547" y="30039"/>
                </a:lnTo>
                <a:lnTo>
                  <a:pt x="7634" y="29807"/>
                </a:lnTo>
                <a:lnTo>
                  <a:pt x="7722" y="29523"/>
                </a:lnTo>
                <a:lnTo>
                  <a:pt x="7823" y="29291"/>
                </a:lnTo>
                <a:lnTo>
                  <a:pt x="7961" y="29046"/>
                </a:lnTo>
                <a:lnTo>
                  <a:pt x="8049" y="28814"/>
                </a:lnTo>
                <a:lnTo>
                  <a:pt x="8137" y="28582"/>
                </a:lnTo>
                <a:lnTo>
                  <a:pt x="8225" y="28349"/>
                </a:lnTo>
                <a:lnTo>
                  <a:pt x="8325" y="28066"/>
                </a:lnTo>
                <a:lnTo>
                  <a:pt x="8463" y="27833"/>
                </a:lnTo>
                <a:lnTo>
                  <a:pt x="8551" y="27588"/>
                </a:lnTo>
                <a:lnTo>
                  <a:pt x="8639" y="27356"/>
                </a:lnTo>
                <a:lnTo>
                  <a:pt x="8727" y="27124"/>
                </a:lnTo>
                <a:lnTo>
                  <a:pt x="8827" y="26840"/>
                </a:lnTo>
                <a:lnTo>
                  <a:pt x="8965" y="26608"/>
                </a:lnTo>
                <a:lnTo>
                  <a:pt x="9053" y="26376"/>
                </a:lnTo>
                <a:lnTo>
                  <a:pt x="9141" y="26131"/>
                </a:lnTo>
                <a:lnTo>
                  <a:pt x="9229" y="25899"/>
                </a:lnTo>
                <a:lnTo>
                  <a:pt x="9330" y="25667"/>
                </a:lnTo>
                <a:lnTo>
                  <a:pt x="9468" y="25383"/>
                </a:lnTo>
                <a:lnTo>
                  <a:pt x="9556" y="25151"/>
                </a:lnTo>
                <a:lnTo>
                  <a:pt x="9644" y="24918"/>
                </a:lnTo>
                <a:lnTo>
                  <a:pt x="9731" y="24673"/>
                </a:lnTo>
                <a:lnTo>
                  <a:pt x="9832" y="24441"/>
                </a:lnTo>
                <a:lnTo>
                  <a:pt x="9970" y="24158"/>
                </a:lnTo>
                <a:lnTo>
                  <a:pt x="10058" y="23925"/>
                </a:lnTo>
                <a:lnTo>
                  <a:pt x="10146" y="23693"/>
                </a:lnTo>
                <a:lnTo>
                  <a:pt x="10234" y="23461"/>
                </a:lnTo>
                <a:lnTo>
                  <a:pt x="10334" y="23216"/>
                </a:lnTo>
                <a:lnTo>
                  <a:pt x="10472" y="22984"/>
                </a:lnTo>
                <a:lnTo>
                  <a:pt x="10560" y="22700"/>
                </a:lnTo>
                <a:lnTo>
                  <a:pt x="10648" y="22468"/>
                </a:lnTo>
                <a:lnTo>
                  <a:pt x="10749" y="22236"/>
                </a:lnTo>
                <a:lnTo>
                  <a:pt x="10837" y="22004"/>
                </a:lnTo>
                <a:lnTo>
                  <a:pt x="10975" y="21758"/>
                </a:lnTo>
                <a:lnTo>
                  <a:pt x="11063" y="21526"/>
                </a:lnTo>
                <a:lnTo>
                  <a:pt x="11150" y="21243"/>
                </a:lnTo>
                <a:lnTo>
                  <a:pt x="11251" y="21010"/>
                </a:lnTo>
                <a:lnTo>
                  <a:pt x="11339" y="20778"/>
                </a:lnTo>
                <a:lnTo>
                  <a:pt x="11477" y="20546"/>
                </a:lnTo>
                <a:lnTo>
                  <a:pt x="11565" y="20314"/>
                </a:lnTo>
                <a:lnTo>
                  <a:pt x="11653" y="20069"/>
                </a:lnTo>
                <a:lnTo>
                  <a:pt x="11753" y="19785"/>
                </a:lnTo>
                <a:lnTo>
                  <a:pt x="11841" y="19553"/>
                </a:lnTo>
                <a:lnTo>
                  <a:pt x="11979" y="19321"/>
                </a:lnTo>
                <a:lnTo>
                  <a:pt x="12067" y="19089"/>
                </a:lnTo>
                <a:lnTo>
                  <a:pt x="12155" y="18856"/>
                </a:lnTo>
                <a:lnTo>
                  <a:pt x="12256" y="18611"/>
                </a:lnTo>
                <a:lnTo>
                  <a:pt x="12343" y="18328"/>
                </a:lnTo>
                <a:lnTo>
                  <a:pt x="12482" y="18095"/>
                </a:lnTo>
                <a:lnTo>
                  <a:pt x="12569" y="17863"/>
                </a:lnTo>
                <a:lnTo>
                  <a:pt x="12657" y="17631"/>
                </a:lnTo>
                <a:lnTo>
                  <a:pt x="12758" y="17399"/>
                </a:lnTo>
                <a:lnTo>
                  <a:pt x="12846" y="17154"/>
                </a:lnTo>
                <a:lnTo>
                  <a:pt x="12984" y="16870"/>
                </a:lnTo>
                <a:lnTo>
                  <a:pt x="13072" y="16638"/>
                </a:lnTo>
                <a:lnTo>
                  <a:pt x="13160" y="16406"/>
                </a:lnTo>
                <a:lnTo>
                  <a:pt x="13260" y="16174"/>
                </a:lnTo>
                <a:lnTo>
                  <a:pt x="13348" y="15941"/>
                </a:lnTo>
                <a:lnTo>
                  <a:pt x="13486" y="15696"/>
                </a:lnTo>
                <a:lnTo>
                  <a:pt x="13574" y="15413"/>
                </a:lnTo>
                <a:lnTo>
                  <a:pt x="13662" y="15180"/>
                </a:lnTo>
                <a:lnTo>
                  <a:pt x="13762" y="14948"/>
                </a:lnTo>
                <a:lnTo>
                  <a:pt x="13850" y="14716"/>
                </a:lnTo>
                <a:lnTo>
                  <a:pt x="13988" y="14484"/>
                </a:lnTo>
                <a:lnTo>
                  <a:pt x="14076" y="14239"/>
                </a:lnTo>
                <a:lnTo>
                  <a:pt x="14177" y="14007"/>
                </a:lnTo>
                <a:lnTo>
                  <a:pt x="14265" y="13723"/>
                </a:lnTo>
                <a:lnTo>
                  <a:pt x="14353" y="13491"/>
                </a:lnTo>
                <a:lnTo>
                  <a:pt x="14491" y="13259"/>
                </a:lnTo>
                <a:lnTo>
                  <a:pt x="14579" y="13027"/>
                </a:lnTo>
                <a:lnTo>
                  <a:pt x="14679" y="12781"/>
                </a:lnTo>
                <a:lnTo>
                  <a:pt x="14767" y="12549"/>
                </a:lnTo>
                <a:lnTo>
                  <a:pt x="14855" y="12317"/>
                </a:lnTo>
                <a:lnTo>
                  <a:pt x="14993" y="12033"/>
                </a:lnTo>
                <a:lnTo>
                  <a:pt x="15081" y="11801"/>
                </a:lnTo>
                <a:lnTo>
                  <a:pt x="15181" y="11569"/>
                </a:lnTo>
                <a:lnTo>
                  <a:pt x="15269" y="11324"/>
                </a:lnTo>
                <a:lnTo>
                  <a:pt x="15357" y="11092"/>
                </a:lnTo>
                <a:lnTo>
                  <a:pt x="15495" y="10860"/>
                </a:lnTo>
                <a:lnTo>
                  <a:pt x="15583" y="10627"/>
                </a:lnTo>
                <a:lnTo>
                  <a:pt x="15684" y="10344"/>
                </a:lnTo>
                <a:lnTo>
                  <a:pt x="15772" y="10112"/>
                </a:lnTo>
                <a:lnTo>
                  <a:pt x="15860" y="9866"/>
                </a:lnTo>
                <a:lnTo>
                  <a:pt x="15998" y="9634"/>
                </a:lnTo>
                <a:lnTo>
                  <a:pt x="16086" y="9402"/>
                </a:lnTo>
                <a:lnTo>
                  <a:pt x="16186" y="9170"/>
                </a:lnTo>
                <a:lnTo>
                  <a:pt x="16274" y="8938"/>
                </a:lnTo>
                <a:lnTo>
                  <a:pt x="16362" y="8654"/>
                </a:lnTo>
                <a:lnTo>
                  <a:pt x="16500" y="8409"/>
                </a:lnTo>
                <a:lnTo>
                  <a:pt x="16588" y="8177"/>
                </a:lnTo>
                <a:lnTo>
                  <a:pt x="16688" y="7945"/>
                </a:lnTo>
                <a:lnTo>
                  <a:pt x="16776" y="7713"/>
                </a:lnTo>
                <a:lnTo>
                  <a:pt x="16864" y="7480"/>
                </a:lnTo>
                <a:lnTo>
                  <a:pt x="17002" y="7235"/>
                </a:lnTo>
                <a:lnTo>
                  <a:pt x="17090" y="6952"/>
                </a:lnTo>
                <a:lnTo>
                  <a:pt x="17191" y="6719"/>
                </a:lnTo>
                <a:lnTo>
                  <a:pt x="17279" y="6487"/>
                </a:lnTo>
                <a:lnTo>
                  <a:pt x="17366" y="6255"/>
                </a:lnTo>
                <a:lnTo>
                  <a:pt x="17505" y="6023"/>
                </a:lnTo>
                <a:lnTo>
                  <a:pt x="17592" y="5778"/>
                </a:lnTo>
                <a:lnTo>
                  <a:pt x="17693" y="5546"/>
                </a:lnTo>
                <a:lnTo>
                  <a:pt x="17781" y="5313"/>
                </a:lnTo>
                <a:lnTo>
                  <a:pt x="17869" y="5030"/>
                </a:lnTo>
                <a:lnTo>
                  <a:pt x="18007" y="4798"/>
                </a:lnTo>
                <a:lnTo>
                  <a:pt x="18107" y="4565"/>
                </a:lnTo>
                <a:lnTo>
                  <a:pt x="18195" y="4320"/>
                </a:lnTo>
                <a:lnTo>
                  <a:pt x="18283" y="4088"/>
                </a:lnTo>
                <a:lnTo>
                  <a:pt x="18371" y="3856"/>
                </a:lnTo>
                <a:lnTo>
                  <a:pt x="18509" y="3624"/>
                </a:lnTo>
                <a:lnTo>
                  <a:pt x="18610" y="3392"/>
                </a:lnTo>
                <a:lnTo>
                  <a:pt x="18697" y="3108"/>
                </a:lnTo>
                <a:lnTo>
                  <a:pt x="18785" y="2863"/>
                </a:lnTo>
                <a:lnTo>
                  <a:pt x="18873" y="2631"/>
                </a:lnTo>
                <a:lnTo>
                  <a:pt x="19011" y="2399"/>
                </a:lnTo>
                <a:lnTo>
                  <a:pt x="19112" y="2166"/>
                </a:lnTo>
                <a:lnTo>
                  <a:pt x="19200" y="1934"/>
                </a:lnTo>
                <a:lnTo>
                  <a:pt x="19288" y="1689"/>
                </a:lnTo>
                <a:lnTo>
                  <a:pt x="19376" y="1457"/>
                </a:lnTo>
                <a:lnTo>
                  <a:pt x="19514" y="1225"/>
                </a:lnTo>
                <a:lnTo>
                  <a:pt x="19614" y="941"/>
                </a:lnTo>
                <a:lnTo>
                  <a:pt x="19702" y="709"/>
                </a:lnTo>
                <a:lnTo>
                  <a:pt x="19790" y="477"/>
                </a:lnTo>
                <a:lnTo>
                  <a:pt x="19878" y="232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853603" y="4030945"/>
            <a:ext cx="19978" cy="46961"/>
          </a:xfrm>
          <a:custGeom>
            <a:avLst/>
            <a:gdLst/>
            <a:ahLst/>
            <a:cxnLst/>
            <a:rect l="l" t="t" r="r" b="b"/>
            <a:pathLst>
              <a:path w="19978" h="46961">
                <a:moveTo>
                  <a:pt x="0" y="46961"/>
                </a:moveTo>
                <a:lnTo>
                  <a:pt x="100" y="46729"/>
                </a:lnTo>
                <a:lnTo>
                  <a:pt x="188" y="46497"/>
                </a:lnTo>
                <a:lnTo>
                  <a:pt x="276" y="46252"/>
                </a:lnTo>
                <a:lnTo>
                  <a:pt x="376" y="46020"/>
                </a:lnTo>
                <a:lnTo>
                  <a:pt x="502" y="45736"/>
                </a:lnTo>
                <a:lnTo>
                  <a:pt x="602" y="45504"/>
                </a:lnTo>
                <a:lnTo>
                  <a:pt x="690" y="45272"/>
                </a:lnTo>
                <a:lnTo>
                  <a:pt x="778" y="45039"/>
                </a:lnTo>
                <a:lnTo>
                  <a:pt x="879" y="44794"/>
                </a:lnTo>
                <a:lnTo>
                  <a:pt x="1004" y="44562"/>
                </a:lnTo>
                <a:lnTo>
                  <a:pt x="1105" y="44330"/>
                </a:lnTo>
                <a:lnTo>
                  <a:pt x="1192" y="44098"/>
                </a:lnTo>
                <a:lnTo>
                  <a:pt x="1280" y="43866"/>
                </a:lnTo>
                <a:lnTo>
                  <a:pt x="1381" y="43621"/>
                </a:lnTo>
                <a:lnTo>
                  <a:pt x="1506" y="43337"/>
                </a:lnTo>
                <a:lnTo>
                  <a:pt x="1607" y="43105"/>
                </a:lnTo>
                <a:lnTo>
                  <a:pt x="1695" y="42873"/>
                </a:lnTo>
                <a:lnTo>
                  <a:pt x="1783" y="42640"/>
                </a:lnTo>
                <a:lnTo>
                  <a:pt x="1883" y="42408"/>
                </a:lnTo>
                <a:lnTo>
                  <a:pt x="2021" y="42163"/>
                </a:lnTo>
                <a:lnTo>
                  <a:pt x="2109" y="41931"/>
                </a:lnTo>
                <a:lnTo>
                  <a:pt x="2197" y="41699"/>
                </a:lnTo>
                <a:lnTo>
                  <a:pt x="2285" y="41467"/>
                </a:lnTo>
                <a:lnTo>
                  <a:pt x="2385" y="41222"/>
                </a:lnTo>
                <a:lnTo>
                  <a:pt x="2524" y="40951"/>
                </a:lnTo>
                <a:lnTo>
                  <a:pt x="2611" y="40706"/>
                </a:lnTo>
                <a:lnTo>
                  <a:pt x="2699" y="40474"/>
                </a:lnTo>
                <a:lnTo>
                  <a:pt x="2787" y="40241"/>
                </a:lnTo>
                <a:lnTo>
                  <a:pt x="2888" y="40009"/>
                </a:lnTo>
                <a:lnTo>
                  <a:pt x="3026" y="39777"/>
                </a:lnTo>
                <a:lnTo>
                  <a:pt x="3114" y="39532"/>
                </a:lnTo>
                <a:lnTo>
                  <a:pt x="3202" y="39300"/>
                </a:lnTo>
                <a:lnTo>
                  <a:pt x="3290" y="39068"/>
                </a:lnTo>
                <a:lnTo>
                  <a:pt x="3390" y="38835"/>
                </a:lnTo>
                <a:lnTo>
                  <a:pt x="3528" y="38590"/>
                </a:lnTo>
                <a:lnTo>
                  <a:pt x="3616" y="38358"/>
                </a:lnTo>
                <a:lnTo>
                  <a:pt x="3704" y="38074"/>
                </a:lnTo>
                <a:lnTo>
                  <a:pt x="3792" y="37842"/>
                </a:lnTo>
                <a:lnTo>
                  <a:pt x="3892" y="37610"/>
                </a:lnTo>
                <a:lnTo>
                  <a:pt x="4030" y="37378"/>
                </a:lnTo>
                <a:lnTo>
                  <a:pt x="4118" y="37133"/>
                </a:lnTo>
                <a:lnTo>
                  <a:pt x="4206" y="36901"/>
                </a:lnTo>
                <a:lnTo>
                  <a:pt x="4307" y="36669"/>
                </a:lnTo>
                <a:lnTo>
                  <a:pt x="4395" y="36436"/>
                </a:lnTo>
                <a:lnTo>
                  <a:pt x="4533" y="36204"/>
                </a:lnTo>
                <a:lnTo>
                  <a:pt x="4621" y="35959"/>
                </a:lnTo>
                <a:lnTo>
                  <a:pt x="4709" y="35727"/>
                </a:lnTo>
                <a:lnTo>
                  <a:pt x="4809" y="35495"/>
                </a:lnTo>
                <a:lnTo>
                  <a:pt x="4897" y="35263"/>
                </a:lnTo>
                <a:lnTo>
                  <a:pt x="5035" y="34979"/>
                </a:lnTo>
                <a:lnTo>
                  <a:pt x="5123" y="34747"/>
                </a:lnTo>
                <a:lnTo>
                  <a:pt x="5211" y="34502"/>
                </a:lnTo>
                <a:lnTo>
                  <a:pt x="5311" y="34270"/>
                </a:lnTo>
                <a:lnTo>
                  <a:pt x="5399" y="34037"/>
                </a:lnTo>
                <a:lnTo>
                  <a:pt x="5537" y="33805"/>
                </a:lnTo>
                <a:lnTo>
                  <a:pt x="5625" y="33560"/>
                </a:lnTo>
                <a:lnTo>
                  <a:pt x="5713" y="33328"/>
                </a:lnTo>
                <a:lnTo>
                  <a:pt x="5814" y="33096"/>
                </a:lnTo>
                <a:lnTo>
                  <a:pt x="5901" y="32864"/>
                </a:lnTo>
                <a:lnTo>
                  <a:pt x="6040" y="32632"/>
                </a:lnTo>
                <a:lnTo>
                  <a:pt x="6128" y="32386"/>
                </a:lnTo>
                <a:lnTo>
                  <a:pt x="6215" y="32154"/>
                </a:lnTo>
                <a:lnTo>
                  <a:pt x="6316" y="31922"/>
                </a:lnTo>
                <a:lnTo>
                  <a:pt x="6404" y="31690"/>
                </a:lnTo>
                <a:lnTo>
                  <a:pt x="6542" y="31445"/>
                </a:lnTo>
                <a:lnTo>
                  <a:pt x="6630" y="31174"/>
                </a:lnTo>
                <a:lnTo>
                  <a:pt x="6718" y="30929"/>
                </a:lnTo>
                <a:lnTo>
                  <a:pt x="6818" y="30697"/>
                </a:lnTo>
                <a:lnTo>
                  <a:pt x="6906" y="30465"/>
                </a:lnTo>
                <a:lnTo>
                  <a:pt x="7044" y="30232"/>
                </a:lnTo>
                <a:lnTo>
                  <a:pt x="7132" y="29987"/>
                </a:lnTo>
                <a:lnTo>
                  <a:pt x="7220" y="29755"/>
                </a:lnTo>
                <a:lnTo>
                  <a:pt x="7320" y="29523"/>
                </a:lnTo>
                <a:lnTo>
                  <a:pt x="7408" y="29291"/>
                </a:lnTo>
                <a:lnTo>
                  <a:pt x="7547" y="29059"/>
                </a:lnTo>
                <a:lnTo>
                  <a:pt x="7634" y="28814"/>
                </a:lnTo>
                <a:lnTo>
                  <a:pt x="7722" y="28582"/>
                </a:lnTo>
                <a:lnTo>
                  <a:pt x="7823" y="28349"/>
                </a:lnTo>
                <a:lnTo>
                  <a:pt x="7911" y="28117"/>
                </a:lnTo>
                <a:lnTo>
                  <a:pt x="8049" y="27872"/>
                </a:lnTo>
                <a:lnTo>
                  <a:pt x="8137" y="27640"/>
                </a:lnTo>
                <a:lnTo>
                  <a:pt x="8237" y="27408"/>
                </a:lnTo>
                <a:lnTo>
                  <a:pt x="8325" y="27176"/>
                </a:lnTo>
                <a:lnTo>
                  <a:pt x="8413" y="26943"/>
                </a:lnTo>
                <a:lnTo>
                  <a:pt x="8551" y="26698"/>
                </a:lnTo>
                <a:lnTo>
                  <a:pt x="8639" y="26466"/>
                </a:lnTo>
                <a:lnTo>
                  <a:pt x="8739" y="26234"/>
                </a:lnTo>
                <a:lnTo>
                  <a:pt x="8827" y="25950"/>
                </a:lnTo>
                <a:lnTo>
                  <a:pt x="8915" y="25718"/>
                </a:lnTo>
                <a:lnTo>
                  <a:pt x="9053" y="25486"/>
                </a:lnTo>
                <a:lnTo>
                  <a:pt x="9141" y="25241"/>
                </a:lnTo>
                <a:lnTo>
                  <a:pt x="9242" y="25009"/>
                </a:lnTo>
                <a:lnTo>
                  <a:pt x="9330" y="24777"/>
                </a:lnTo>
                <a:lnTo>
                  <a:pt x="9418" y="24544"/>
                </a:lnTo>
                <a:lnTo>
                  <a:pt x="9556" y="24299"/>
                </a:lnTo>
                <a:lnTo>
                  <a:pt x="9644" y="24067"/>
                </a:lnTo>
                <a:lnTo>
                  <a:pt x="9744" y="23835"/>
                </a:lnTo>
                <a:lnTo>
                  <a:pt x="9832" y="23603"/>
                </a:lnTo>
                <a:lnTo>
                  <a:pt x="9920" y="23371"/>
                </a:lnTo>
                <a:lnTo>
                  <a:pt x="10058" y="23126"/>
                </a:lnTo>
                <a:lnTo>
                  <a:pt x="10146" y="22894"/>
                </a:lnTo>
                <a:lnTo>
                  <a:pt x="10246" y="22661"/>
                </a:lnTo>
                <a:lnTo>
                  <a:pt x="10334" y="22429"/>
                </a:lnTo>
                <a:lnTo>
                  <a:pt x="10422" y="22184"/>
                </a:lnTo>
                <a:lnTo>
                  <a:pt x="10560" y="21952"/>
                </a:lnTo>
                <a:lnTo>
                  <a:pt x="10648" y="21720"/>
                </a:lnTo>
                <a:lnTo>
                  <a:pt x="10749" y="21488"/>
                </a:lnTo>
                <a:lnTo>
                  <a:pt x="10837" y="21255"/>
                </a:lnTo>
                <a:lnTo>
                  <a:pt x="10924" y="21010"/>
                </a:lnTo>
                <a:lnTo>
                  <a:pt x="11063" y="20778"/>
                </a:lnTo>
                <a:lnTo>
                  <a:pt x="11150" y="20546"/>
                </a:lnTo>
                <a:lnTo>
                  <a:pt x="11251" y="20314"/>
                </a:lnTo>
                <a:lnTo>
                  <a:pt x="11339" y="20069"/>
                </a:lnTo>
                <a:lnTo>
                  <a:pt x="11427" y="19837"/>
                </a:lnTo>
                <a:lnTo>
                  <a:pt x="11565" y="19605"/>
                </a:lnTo>
                <a:lnTo>
                  <a:pt x="11665" y="19372"/>
                </a:lnTo>
                <a:lnTo>
                  <a:pt x="11753" y="19140"/>
                </a:lnTo>
                <a:lnTo>
                  <a:pt x="11841" y="18895"/>
                </a:lnTo>
                <a:lnTo>
                  <a:pt x="11929" y="18663"/>
                </a:lnTo>
                <a:lnTo>
                  <a:pt x="12067" y="18431"/>
                </a:lnTo>
                <a:lnTo>
                  <a:pt x="12168" y="18199"/>
                </a:lnTo>
                <a:lnTo>
                  <a:pt x="12256" y="17954"/>
                </a:lnTo>
                <a:lnTo>
                  <a:pt x="12343" y="17721"/>
                </a:lnTo>
                <a:lnTo>
                  <a:pt x="12431" y="17489"/>
                </a:lnTo>
                <a:lnTo>
                  <a:pt x="12569" y="17257"/>
                </a:lnTo>
                <a:lnTo>
                  <a:pt x="12670" y="17025"/>
                </a:lnTo>
                <a:lnTo>
                  <a:pt x="12758" y="16780"/>
                </a:lnTo>
                <a:lnTo>
                  <a:pt x="12846" y="16548"/>
                </a:lnTo>
                <a:lnTo>
                  <a:pt x="12934" y="16316"/>
                </a:lnTo>
                <a:lnTo>
                  <a:pt x="13072" y="16083"/>
                </a:lnTo>
                <a:lnTo>
                  <a:pt x="13172" y="15838"/>
                </a:lnTo>
                <a:lnTo>
                  <a:pt x="13260" y="15606"/>
                </a:lnTo>
                <a:lnTo>
                  <a:pt x="13348" y="15374"/>
                </a:lnTo>
                <a:lnTo>
                  <a:pt x="13436" y="15142"/>
                </a:lnTo>
                <a:lnTo>
                  <a:pt x="13574" y="14910"/>
                </a:lnTo>
                <a:lnTo>
                  <a:pt x="13675" y="14665"/>
                </a:lnTo>
                <a:lnTo>
                  <a:pt x="13762" y="14432"/>
                </a:lnTo>
                <a:lnTo>
                  <a:pt x="13850" y="14200"/>
                </a:lnTo>
                <a:lnTo>
                  <a:pt x="13951" y="13968"/>
                </a:lnTo>
                <a:lnTo>
                  <a:pt x="14076" y="13723"/>
                </a:lnTo>
                <a:lnTo>
                  <a:pt x="14177" y="13491"/>
                </a:lnTo>
                <a:lnTo>
                  <a:pt x="14265" y="13259"/>
                </a:lnTo>
                <a:lnTo>
                  <a:pt x="14353" y="13027"/>
                </a:lnTo>
                <a:lnTo>
                  <a:pt x="14453" y="12794"/>
                </a:lnTo>
                <a:lnTo>
                  <a:pt x="14579" y="12549"/>
                </a:lnTo>
                <a:lnTo>
                  <a:pt x="14679" y="12317"/>
                </a:lnTo>
                <a:lnTo>
                  <a:pt x="14767" y="12085"/>
                </a:lnTo>
                <a:lnTo>
                  <a:pt x="14855" y="11853"/>
                </a:lnTo>
                <a:lnTo>
                  <a:pt x="14955" y="11608"/>
                </a:lnTo>
                <a:lnTo>
                  <a:pt x="15081" y="11376"/>
                </a:lnTo>
                <a:lnTo>
                  <a:pt x="15181" y="11143"/>
                </a:lnTo>
                <a:lnTo>
                  <a:pt x="15269" y="10911"/>
                </a:lnTo>
                <a:lnTo>
                  <a:pt x="15357" y="10679"/>
                </a:lnTo>
                <a:lnTo>
                  <a:pt x="15458" y="10434"/>
                </a:lnTo>
                <a:lnTo>
                  <a:pt x="15596" y="10202"/>
                </a:lnTo>
                <a:lnTo>
                  <a:pt x="15684" y="9970"/>
                </a:lnTo>
                <a:lnTo>
                  <a:pt x="15772" y="9738"/>
                </a:lnTo>
                <a:lnTo>
                  <a:pt x="15860" y="9492"/>
                </a:lnTo>
                <a:lnTo>
                  <a:pt x="15960" y="9312"/>
                </a:lnTo>
                <a:lnTo>
                  <a:pt x="16098" y="9080"/>
                </a:lnTo>
                <a:lnTo>
                  <a:pt x="16186" y="8835"/>
                </a:lnTo>
                <a:lnTo>
                  <a:pt x="16274" y="8602"/>
                </a:lnTo>
                <a:lnTo>
                  <a:pt x="16362" y="8370"/>
                </a:lnTo>
                <a:lnTo>
                  <a:pt x="16462" y="8138"/>
                </a:lnTo>
                <a:lnTo>
                  <a:pt x="16600" y="7906"/>
                </a:lnTo>
                <a:lnTo>
                  <a:pt x="16688" y="7661"/>
                </a:lnTo>
                <a:lnTo>
                  <a:pt x="16776" y="7429"/>
                </a:lnTo>
                <a:lnTo>
                  <a:pt x="16864" y="7197"/>
                </a:lnTo>
                <a:lnTo>
                  <a:pt x="16965" y="6964"/>
                </a:lnTo>
                <a:lnTo>
                  <a:pt x="17103" y="6719"/>
                </a:lnTo>
                <a:lnTo>
                  <a:pt x="17191" y="6487"/>
                </a:lnTo>
                <a:lnTo>
                  <a:pt x="17279" y="6255"/>
                </a:lnTo>
                <a:lnTo>
                  <a:pt x="17366" y="6023"/>
                </a:lnTo>
                <a:lnTo>
                  <a:pt x="17467" y="5791"/>
                </a:lnTo>
                <a:lnTo>
                  <a:pt x="17605" y="5546"/>
                </a:lnTo>
                <a:lnTo>
                  <a:pt x="17693" y="5313"/>
                </a:lnTo>
                <a:lnTo>
                  <a:pt x="17781" y="5081"/>
                </a:lnTo>
                <a:lnTo>
                  <a:pt x="17881" y="4849"/>
                </a:lnTo>
                <a:lnTo>
                  <a:pt x="17969" y="4604"/>
                </a:lnTo>
                <a:lnTo>
                  <a:pt x="18107" y="4424"/>
                </a:lnTo>
                <a:lnTo>
                  <a:pt x="18195" y="4191"/>
                </a:lnTo>
                <a:lnTo>
                  <a:pt x="18283" y="3946"/>
                </a:lnTo>
                <a:lnTo>
                  <a:pt x="18384" y="3714"/>
                </a:lnTo>
                <a:lnTo>
                  <a:pt x="18471" y="3482"/>
                </a:lnTo>
                <a:lnTo>
                  <a:pt x="18610" y="3250"/>
                </a:lnTo>
                <a:lnTo>
                  <a:pt x="18697" y="3018"/>
                </a:lnTo>
                <a:lnTo>
                  <a:pt x="18785" y="2773"/>
                </a:lnTo>
                <a:lnTo>
                  <a:pt x="18886" y="2540"/>
                </a:lnTo>
                <a:lnTo>
                  <a:pt x="18974" y="2308"/>
                </a:lnTo>
                <a:lnTo>
                  <a:pt x="19112" y="2076"/>
                </a:lnTo>
                <a:lnTo>
                  <a:pt x="19200" y="1831"/>
                </a:lnTo>
                <a:lnTo>
                  <a:pt x="19288" y="1599"/>
                </a:lnTo>
                <a:lnTo>
                  <a:pt x="19388" y="1367"/>
                </a:lnTo>
                <a:lnTo>
                  <a:pt x="19476" y="1135"/>
                </a:lnTo>
                <a:lnTo>
                  <a:pt x="19614" y="941"/>
                </a:lnTo>
                <a:lnTo>
                  <a:pt x="19702" y="709"/>
                </a:lnTo>
                <a:lnTo>
                  <a:pt x="19790" y="477"/>
                </a:lnTo>
                <a:lnTo>
                  <a:pt x="19890" y="245"/>
                </a:lnTo>
                <a:lnTo>
                  <a:pt x="19978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873582" y="3986150"/>
            <a:ext cx="20016" cy="44794"/>
          </a:xfrm>
          <a:custGeom>
            <a:avLst/>
            <a:gdLst/>
            <a:ahLst/>
            <a:cxnLst/>
            <a:rect l="l" t="t" r="r" b="b"/>
            <a:pathLst>
              <a:path w="20016" h="44794">
                <a:moveTo>
                  <a:pt x="0" y="44794"/>
                </a:moveTo>
                <a:lnTo>
                  <a:pt x="138" y="44562"/>
                </a:lnTo>
                <a:lnTo>
                  <a:pt x="226" y="44330"/>
                </a:lnTo>
                <a:lnTo>
                  <a:pt x="313" y="44098"/>
                </a:lnTo>
                <a:lnTo>
                  <a:pt x="414" y="43853"/>
                </a:lnTo>
                <a:lnTo>
                  <a:pt x="502" y="43621"/>
                </a:lnTo>
                <a:lnTo>
                  <a:pt x="640" y="43388"/>
                </a:lnTo>
                <a:lnTo>
                  <a:pt x="728" y="43156"/>
                </a:lnTo>
                <a:lnTo>
                  <a:pt x="816" y="42963"/>
                </a:lnTo>
                <a:lnTo>
                  <a:pt x="916" y="42731"/>
                </a:lnTo>
                <a:lnTo>
                  <a:pt x="1004" y="42499"/>
                </a:lnTo>
                <a:lnTo>
                  <a:pt x="1142" y="42266"/>
                </a:lnTo>
                <a:lnTo>
                  <a:pt x="1230" y="42021"/>
                </a:lnTo>
                <a:lnTo>
                  <a:pt x="1318" y="41789"/>
                </a:lnTo>
                <a:lnTo>
                  <a:pt x="1418" y="41557"/>
                </a:lnTo>
                <a:lnTo>
                  <a:pt x="1506" y="41325"/>
                </a:lnTo>
                <a:lnTo>
                  <a:pt x="1645" y="41080"/>
                </a:lnTo>
                <a:lnTo>
                  <a:pt x="1732" y="40848"/>
                </a:lnTo>
                <a:lnTo>
                  <a:pt x="1833" y="40667"/>
                </a:lnTo>
                <a:lnTo>
                  <a:pt x="1921" y="40422"/>
                </a:lnTo>
                <a:lnTo>
                  <a:pt x="2009" y="40190"/>
                </a:lnTo>
                <a:lnTo>
                  <a:pt x="2147" y="39958"/>
                </a:lnTo>
                <a:lnTo>
                  <a:pt x="2235" y="39725"/>
                </a:lnTo>
                <a:lnTo>
                  <a:pt x="2335" y="39480"/>
                </a:lnTo>
                <a:lnTo>
                  <a:pt x="2423" y="39248"/>
                </a:lnTo>
                <a:lnTo>
                  <a:pt x="2511" y="39016"/>
                </a:lnTo>
                <a:lnTo>
                  <a:pt x="2649" y="38784"/>
                </a:lnTo>
                <a:lnTo>
                  <a:pt x="2737" y="38590"/>
                </a:lnTo>
                <a:lnTo>
                  <a:pt x="2837" y="38358"/>
                </a:lnTo>
                <a:lnTo>
                  <a:pt x="2925" y="38126"/>
                </a:lnTo>
                <a:lnTo>
                  <a:pt x="3013" y="37894"/>
                </a:lnTo>
                <a:lnTo>
                  <a:pt x="3151" y="37649"/>
                </a:lnTo>
                <a:lnTo>
                  <a:pt x="3239" y="37417"/>
                </a:lnTo>
                <a:lnTo>
                  <a:pt x="3340" y="37185"/>
                </a:lnTo>
                <a:lnTo>
                  <a:pt x="3428" y="36952"/>
                </a:lnTo>
                <a:lnTo>
                  <a:pt x="3516" y="36707"/>
                </a:lnTo>
                <a:lnTo>
                  <a:pt x="3654" y="36527"/>
                </a:lnTo>
                <a:lnTo>
                  <a:pt x="3742" y="36295"/>
                </a:lnTo>
                <a:lnTo>
                  <a:pt x="3842" y="36049"/>
                </a:lnTo>
                <a:lnTo>
                  <a:pt x="3930" y="35817"/>
                </a:lnTo>
                <a:lnTo>
                  <a:pt x="4018" y="35585"/>
                </a:lnTo>
                <a:lnTo>
                  <a:pt x="4156" y="35353"/>
                </a:lnTo>
                <a:lnTo>
                  <a:pt x="4244" y="35121"/>
                </a:lnTo>
                <a:lnTo>
                  <a:pt x="4344" y="34876"/>
                </a:lnTo>
                <a:lnTo>
                  <a:pt x="4432" y="34695"/>
                </a:lnTo>
                <a:lnTo>
                  <a:pt x="4520" y="34463"/>
                </a:lnTo>
                <a:lnTo>
                  <a:pt x="4658" y="34218"/>
                </a:lnTo>
                <a:lnTo>
                  <a:pt x="4746" y="33986"/>
                </a:lnTo>
                <a:lnTo>
                  <a:pt x="4847" y="33754"/>
                </a:lnTo>
                <a:lnTo>
                  <a:pt x="4935" y="33521"/>
                </a:lnTo>
                <a:lnTo>
                  <a:pt x="5022" y="33276"/>
                </a:lnTo>
                <a:lnTo>
                  <a:pt x="5161" y="33096"/>
                </a:lnTo>
                <a:lnTo>
                  <a:pt x="5261" y="32864"/>
                </a:lnTo>
                <a:lnTo>
                  <a:pt x="5349" y="32619"/>
                </a:lnTo>
                <a:lnTo>
                  <a:pt x="5437" y="32386"/>
                </a:lnTo>
                <a:lnTo>
                  <a:pt x="5525" y="32154"/>
                </a:lnTo>
                <a:lnTo>
                  <a:pt x="5663" y="31922"/>
                </a:lnTo>
                <a:lnTo>
                  <a:pt x="5763" y="31690"/>
                </a:lnTo>
                <a:lnTo>
                  <a:pt x="5851" y="31496"/>
                </a:lnTo>
                <a:lnTo>
                  <a:pt x="5939" y="31264"/>
                </a:lnTo>
                <a:lnTo>
                  <a:pt x="6027" y="31019"/>
                </a:lnTo>
                <a:lnTo>
                  <a:pt x="6165" y="30787"/>
                </a:lnTo>
                <a:lnTo>
                  <a:pt x="6266" y="30555"/>
                </a:lnTo>
                <a:lnTo>
                  <a:pt x="6354" y="30323"/>
                </a:lnTo>
                <a:lnTo>
                  <a:pt x="6441" y="30129"/>
                </a:lnTo>
                <a:lnTo>
                  <a:pt x="6529" y="29897"/>
                </a:lnTo>
                <a:lnTo>
                  <a:pt x="6667" y="29665"/>
                </a:lnTo>
                <a:lnTo>
                  <a:pt x="6768" y="29433"/>
                </a:lnTo>
                <a:lnTo>
                  <a:pt x="6856" y="29188"/>
                </a:lnTo>
                <a:lnTo>
                  <a:pt x="6944" y="28956"/>
                </a:lnTo>
                <a:lnTo>
                  <a:pt x="7032" y="28775"/>
                </a:lnTo>
                <a:lnTo>
                  <a:pt x="7170" y="28530"/>
                </a:lnTo>
                <a:lnTo>
                  <a:pt x="7270" y="28298"/>
                </a:lnTo>
                <a:lnTo>
                  <a:pt x="7358" y="28066"/>
                </a:lnTo>
                <a:lnTo>
                  <a:pt x="7446" y="27833"/>
                </a:lnTo>
                <a:lnTo>
                  <a:pt x="7534" y="27588"/>
                </a:lnTo>
                <a:lnTo>
                  <a:pt x="7672" y="27408"/>
                </a:lnTo>
                <a:lnTo>
                  <a:pt x="7773" y="27176"/>
                </a:lnTo>
                <a:lnTo>
                  <a:pt x="7860" y="26931"/>
                </a:lnTo>
                <a:lnTo>
                  <a:pt x="7948" y="26698"/>
                </a:lnTo>
                <a:lnTo>
                  <a:pt x="8049" y="26466"/>
                </a:lnTo>
                <a:lnTo>
                  <a:pt x="8174" y="26234"/>
                </a:lnTo>
                <a:lnTo>
                  <a:pt x="8275" y="26041"/>
                </a:lnTo>
                <a:lnTo>
                  <a:pt x="8363" y="25808"/>
                </a:lnTo>
                <a:lnTo>
                  <a:pt x="8451" y="25576"/>
                </a:lnTo>
                <a:lnTo>
                  <a:pt x="8551" y="25344"/>
                </a:lnTo>
                <a:lnTo>
                  <a:pt x="8677" y="25099"/>
                </a:lnTo>
                <a:lnTo>
                  <a:pt x="8777" y="24918"/>
                </a:lnTo>
                <a:lnTo>
                  <a:pt x="8865" y="24673"/>
                </a:lnTo>
                <a:lnTo>
                  <a:pt x="8953" y="24441"/>
                </a:lnTo>
                <a:lnTo>
                  <a:pt x="9053" y="24209"/>
                </a:lnTo>
                <a:lnTo>
                  <a:pt x="9192" y="23977"/>
                </a:lnTo>
                <a:lnTo>
                  <a:pt x="9279" y="23783"/>
                </a:lnTo>
                <a:lnTo>
                  <a:pt x="9367" y="23551"/>
                </a:lnTo>
                <a:lnTo>
                  <a:pt x="9455" y="23319"/>
                </a:lnTo>
                <a:lnTo>
                  <a:pt x="9556" y="23087"/>
                </a:lnTo>
                <a:lnTo>
                  <a:pt x="9694" y="22842"/>
                </a:lnTo>
                <a:lnTo>
                  <a:pt x="9782" y="22661"/>
                </a:lnTo>
                <a:lnTo>
                  <a:pt x="9870" y="22429"/>
                </a:lnTo>
                <a:lnTo>
                  <a:pt x="9958" y="22184"/>
                </a:lnTo>
                <a:lnTo>
                  <a:pt x="10058" y="21952"/>
                </a:lnTo>
                <a:lnTo>
                  <a:pt x="10196" y="21720"/>
                </a:lnTo>
                <a:lnTo>
                  <a:pt x="10284" y="21526"/>
                </a:lnTo>
                <a:lnTo>
                  <a:pt x="10372" y="21294"/>
                </a:lnTo>
                <a:lnTo>
                  <a:pt x="10460" y="21062"/>
                </a:lnTo>
                <a:lnTo>
                  <a:pt x="10560" y="20830"/>
                </a:lnTo>
                <a:lnTo>
                  <a:pt x="10698" y="20585"/>
                </a:lnTo>
                <a:lnTo>
                  <a:pt x="10786" y="20404"/>
                </a:lnTo>
                <a:lnTo>
                  <a:pt x="10874" y="20172"/>
                </a:lnTo>
                <a:lnTo>
                  <a:pt x="10962" y="19927"/>
                </a:lnTo>
                <a:lnTo>
                  <a:pt x="11063" y="19695"/>
                </a:lnTo>
                <a:lnTo>
                  <a:pt x="11201" y="19514"/>
                </a:lnTo>
                <a:lnTo>
                  <a:pt x="11289" y="19269"/>
                </a:lnTo>
                <a:lnTo>
                  <a:pt x="11377" y="19037"/>
                </a:lnTo>
                <a:lnTo>
                  <a:pt x="11477" y="18805"/>
                </a:lnTo>
                <a:lnTo>
                  <a:pt x="11565" y="18573"/>
                </a:lnTo>
                <a:lnTo>
                  <a:pt x="11703" y="18379"/>
                </a:lnTo>
                <a:lnTo>
                  <a:pt x="11791" y="18147"/>
                </a:lnTo>
                <a:lnTo>
                  <a:pt x="11879" y="17915"/>
                </a:lnTo>
                <a:lnTo>
                  <a:pt x="11979" y="17670"/>
                </a:lnTo>
                <a:lnTo>
                  <a:pt x="12067" y="17489"/>
                </a:lnTo>
                <a:lnTo>
                  <a:pt x="12205" y="17257"/>
                </a:lnTo>
                <a:lnTo>
                  <a:pt x="12293" y="17012"/>
                </a:lnTo>
                <a:lnTo>
                  <a:pt x="12381" y="16780"/>
                </a:lnTo>
                <a:lnTo>
                  <a:pt x="12482" y="16599"/>
                </a:lnTo>
                <a:lnTo>
                  <a:pt x="12569" y="16354"/>
                </a:lnTo>
                <a:lnTo>
                  <a:pt x="12708" y="16122"/>
                </a:lnTo>
                <a:lnTo>
                  <a:pt x="12796" y="15890"/>
                </a:lnTo>
                <a:lnTo>
                  <a:pt x="12883" y="15696"/>
                </a:lnTo>
                <a:lnTo>
                  <a:pt x="12984" y="15464"/>
                </a:lnTo>
                <a:lnTo>
                  <a:pt x="13072" y="15232"/>
                </a:lnTo>
                <a:lnTo>
                  <a:pt x="13210" y="15000"/>
                </a:lnTo>
                <a:lnTo>
                  <a:pt x="13298" y="14806"/>
                </a:lnTo>
                <a:lnTo>
                  <a:pt x="13386" y="14574"/>
                </a:lnTo>
                <a:lnTo>
                  <a:pt x="13486" y="14342"/>
                </a:lnTo>
                <a:lnTo>
                  <a:pt x="13574" y="14097"/>
                </a:lnTo>
                <a:lnTo>
                  <a:pt x="13712" y="13916"/>
                </a:lnTo>
                <a:lnTo>
                  <a:pt x="13800" y="13684"/>
                </a:lnTo>
                <a:lnTo>
                  <a:pt x="13888" y="13439"/>
                </a:lnTo>
                <a:lnTo>
                  <a:pt x="13988" y="13207"/>
                </a:lnTo>
                <a:lnTo>
                  <a:pt x="14076" y="13027"/>
                </a:lnTo>
                <a:lnTo>
                  <a:pt x="14214" y="12781"/>
                </a:lnTo>
                <a:lnTo>
                  <a:pt x="14302" y="12549"/>
                </a:lnTo>
                <a:lnTo>
                  <a:pt x="14390" y="12317"/>
                </a:lnTo>
                <a:lnTo>
                  <a:pt x="14491" y="12124"/>
                </a:lnTo>
                <a:lnTo>
                  <a:pt x="14579" y="11891"/>
                </a:lnTo>
                <a:lnTo>
                  <a:pt x="14717" y="11659"/>
                </a:lnTo>
                <a:lnTo>
                  <a:pt x="14805" y="11427"/>
                </a:lnTo>
                <a:lnTo>
                  <a:pt x="14893" y="11234"/>
                </a:lnTo>
                <a:lnTo>
                  <a:pt x="14993" y="11002"/>
                </a:lnTo>
                <a:lnTo>
                  <a:pt x="15081" y="10769"/>
                </a:lnTo>
                <a:lnTo>
                  <a:pt x="15219" y="10576"/>
                </a:lnTo>
                <a:lnTo>
                  <a:pt x="15307" y="10344"/>
                </a:lnTo>
                <a:lnTo>
                  <a:pt x="15407" y="10112"/>
                </a:lnTo>
                <a:lnTo>
                  <a:pt x="15495" y="9866"/>
                </a:lnTo>
                <a:lnTo>
                  <a:pt x="15583" y="9686"/>
                </a:lnTo>
                <a:lnTo>
                  <a:pt x="15721" y="9454"/>
                </a:lnTo>
                <a:lnTo>
                  <a:pt x="15809" y="9209"/>
                </a:lnTo>
                <a:lnTo>
                  <a:pt x="15910" y="9028"/>
                </a:lnTo>
                <a:lnTo>
                  <a:pt x="15998" y="8796"/>
                </a:lnTo>
                <a:lnTo>
                  <a:pt x="16086" y="8551"/>
                </a:lnTo>
                <a:lnTo>
                  <a:pt x="16224" y="8319"/>
                </a:lnTo>
                <a:lnTo>
                  <a:pt x="16312" y="8138"/>
                </a:lnTo>
                <a:lnTo>
                  <a:pt x="16412" y="7893"/>
                </a:lnTo>
                <a:lnTo>
                  <a:pt x="16500" y="7661"/>
                </a:lnTo>
                <a:lnTo>
                  <a:pt x="16588" y="7480"/>
                </a:lnTo>
                <a:lnTo>
                  <a:pt x="16726" y="7235"/>
                </a:lnTo>
                <a:lnTo>
                  <a:pt x="16814" y="7003"/>
                </a:lnTo>
                <a:lnTo>
                  <a:pt x="16914" y="6823"/>
                </a:lnTo>
                <a:lnTo>
                  <a:pt x="17002" y="6577"/>
                </a:lnTo>
                <a:lnTo>
                  <a:pt x="17090" y="6345"/>
                </a:lnTo>
                <a:lnTo>
                  <a:pt x="17228" y="6113"/>
                </a:lnTo>
                <a:lnTo>
                  <a:pt x="17316" y="5920"/>
                </a:lnTo>
                <a:lnTo>
                  <a:pt x="17417" y="5688"/>
                </a:lnTo>
                <a:lnTo>
                  <a:pt x="17505" y="5455"/>
                </a:lnTo>
                <a:lnTo>
                  <a:pt x="17592" y="5262"/>
                </a:lnTo>
                <a:lnTo>
                  <a:pt x="17731" y="5030"/>
                </a:lnTo>
                <a:lnTo>
                  <a:pt x="17818" y="4798"/>
                </a:lnTo>
                <a:lnTo>
                  <a:pt x="17919" y="4604"/>
                </a:lnTo>
                <a:lnTo>
                  <a:pt x="18007" y="4372"/>
                </a:lnTo>
                <a:lnTo>
                  <a:pt x="18095" y="4140"/>
                </a:lnTo>
                <a:lnTo>
                  <a:pt x="18233" y="3946"/>
                </a:lnTo>
                <a:lnTo>
                  <a:pt x="18321" y="3714"/>
                </a:lnTo>
                <a:lnTo>
                  <a:pt x="18421" y="3482"/>
                </a:lnTo>
                <a:lnTo>
                  <a:pt x="18509" y="3288"/>
                </a:lnTo>
                <a:lnTo>
                  <a:pt x="18597" y="3056"/>
                </a:lnTo>
                <a:lnTo>
                  <a:pt x="18735" y="2824"/>
                </a:lnTo>
                <a:lnTo>
                  <a:pt x="18836" y="2631"/>
                </a:lnTo>
                <a:lnTo>
                  <a:pt x="18924" y="2399"/>
                </a:lnTo>
                <a:lnTo>
                  <a:pt x="19011" y="2166"/>
                </a:lnTo>
                <a:lnTo>
                  <a:pt x="19099" y="1973"/>
                </a:lnTo>
                <a:lnTo>
                  <a:pt x="19237" y="1741"/>
                </a:lnTo>
                <a:lnTo>
                  <a:pt x="19338" y="1509"/>
                </a:lnTo>
                <a:lnTo>
                  <a:pt x="19426" y="1315"/>
                </a:lnTo>
                <a:lnTo>
                  <a:pt x="19514" y="1083"/>
                </a:lnTo>
                <a:lnTo>
                  <a:pt x="19602" y="851"/>
                </a:lnTo>
                <a:lnTo>
                  <a:pt x="19740" y="657"/>
                </a:lnTo>
                <a:lnTo>
                  <a:pt x="19840" y="425"/>
                </a:lnTo>
                <a:lnTo>
                  <a:pt x="19928" y="193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893598" y="3944180"/>
            <a:ext cx="20016" cy="41970"/>
          </a:xfrm>
          <a:custGeom>
            <a:avLst/>
            <a:gdLst/>
            <a:ahLst/>
            <a:cxnLst/>
            <a:rect l="l" t="t" r="r" b="b"/>
            <a:pathLst>
              <a:path w="20016" h="41970">
                <a:moveTo>
                  <a:pt x="0" y="41970"/>
                </a:moveTo>
                <a:lnTo>
                  <a:pt x="87" y="41738"/>
                </a:lnTo>
                <a:lnTo>
                  <a:pt x="226" y="41505"/>
                </a:lnTo>
                <a:lnTo>
                  <a:pt x="326" y="41312"/>
                </a:lnTo>
                <a:lnTo>
                  <a:pt x="414" y="41080"/>
                </a:lnTo>
                <a:lnTo>
                  <a:pt x="502" y="40848"/>
                </a:lnTo>
                <a:lnTo>
                  <a:pt x="590" y="40654"/>
                </a:lnTo>
                <a:lnTo>
                  <a:pt x="728" y="40422"/>
                </a:lnTo>
                <a:lnTo>
                  <a:pt x="828" y="40228"/>
                </a:lnTo>
                <a:lnTo>
                  <a:pt x="916" y="39996"/>
                </a:lnTo>
                <a:lnTo>
                  <a:pt x="1004" y="39764"/>
                </a:lnTo>
                <a:lnTo>
                  <a:pt x="1092" y="39571"/>
                </a:lnTo>
                <a:lnTo>
                  <a:pt x="1230" y="39338"/>
                </a:lnTo>
                <a:lnTo>
                  <a:pt x="1331" y="39106"/>
                </a:lnTo>
                <a:lnTo>
                  <a:pt x="1418" y="38913"/>
                </a:lnTo>
                <a:lnTo>
                  <a:pt x="1506" y="38681"/>
                </a:lnTo>
                <a:lnTo>
                  <a:pt x="1607" y="38449"/>
                </a:lnTo>
                <a:lnTo>
                  <a:pt x="1732" y="38255"/>
                </a:lnTo>
                <a:lnTo>
                  <a:pt x="1833" y="38023"/>
                </a:lnTo>
                <a:lnTo>
                  <a:pt x="1921" y="37829"/>
                </a:lnTo>
                <a:lnTo>
                  <a:pt x="2009" y="37597"/>
                </a:lnTo>
                <a:lnTo>
                  <a:pt x="2109" y="37365"/>
                </a:lnTo>
                <a:lnTo>
                  <a:pt x="2235" y="37172"/>
                </a:lnTo>
                <a:lnTo>
                  <a:pt x="2335" y="36939"/>
                </a:lnTo>
                <a:lnTo>
                  <a:pt x="2423" y="36759"/>
                </a:lnTo>
                <a:lnTo>
                  <a:pt x="2511" y="36514"/>
                </a:lnTo>
                <a:lnTo>
                  <a:pt x="2611" y="36282"/>
                </a:lnTo>
                <a:lnTo>
                  <a:pt x="2750" y="36101"/>
                </a:lnTo>
                <a:lnTo>
                  <a:pt x="2837" y="35856"/>
                </a:lnTo>
                <a:lnTo>
                  <a:pt x="2925" y="35624"/>
                </a:lnTo>
                <a:lnTo>
                  <a:pt x="3013" y="35443"/>
                </a:lnTo>
                <a:lnTo>
                  <a:pt x="3114" y="35198"/>
                </a:lnTo>
                <a:lnTo>
                  <a:pt x="3252" y="35018"/>
                </a:lnTo>
                <a:lnTo>
                  <a:pt x="3340" y="34785"/>
                </a:lnTo>
                <a:lnTo>
                  <a:pt x="3428" y="34540"/>
                </a:lnTo>
                <a:lnTo>
                  <a:pt x="3516" y="34360"/>
                </a:lnTo>
                <a:lnTo>
                  <a:pt x="3616" y="34128"/>
                </a:lnTo>
                <a:lnTo>
                  <a:pt x="3754" y="33934"/>
                </a:lnTo>
                <a:lnTo>
                  <a:pt x="3842" y="33702"/>
                </a:lnTo>
                <a:lnTo>
                  <a:pt x="3930" y="33509"/>
                </a:lnTo>
                <a:lnTo>
                  <a:pt x="4018" y="33276"/>
                </a:lnTo>
                <a:lnTo>
                  <a:pt x="4118" y="33044"/>
                </a:lnTo>
                <a:lnTo>
                  <a:pt x="4256" y="32851"/>
                </a:lnTo>
                <a:lnTo>
                  <a:pt x="4344" y="32619"/>
                </a:lnTo>
                <a:lnTo>
                  <a:pt x="4432" y="32425"/>
                </a:lnTo>
                <a:lnTo>
                  <a:pt x="4520" y="32193"/>
                </a:lnTo>
                <a:lnTo>
                  <a:pt x="4621" y="31961"/>
                </a:lnTo>
                <a:lnTo>
                  <a:pt x="4759" y="31767"/>
                </a:lnTo>
                <a:lnTo>
                  <a:pt x="4847" y="31535"/>
                </a:lnTo>
                <a:lnTo>
                  <a:pt x="4935" y="31355"/>
                </a:lnTo>
                <a:lnTo>
                  <a:pt x="5035" y="31110"/>
                </a:lnTo>
                <a:lnTo>
                  <a:pt x="5123" y="30929"/>
                </a:lnTo>
                <a:lnTo>
                  <a:pt x="5261" y="30684"/>
                </a:lnTo>
                <a:lnTo>
                  <a:pt x="5349" y="30452"/>
                </a:lnTo>
                <a:lnTo>
                  <a:pt x="5437" y="30271"/>
                </a:lnTo>
                <a:lnTo>
                  <a:pt x="5537" y="30026"/>
                </a:lnTo>
                <a:lnTo>
                  <a:pt x="5625" y="29846"/>
                </a:lnTo>
                <a:lnTo>
                  <a:pt x="5763" y="29613"/>
                </a:lnTo>
                <a:lnTo>
                  <a:pt x="5851" y="29420"/>
                </a:lnTo>
                <a:lnTo>
                  <a:pt x="5939" y="29188"/>
                </a:lnTo>
                <a:lnTo>
                  <a:pt x="6040" y="28994"/>
                </a:lnTo>
                <a:lnTo>
                  <a:pt x="6128" y="28762"/>
                </a:lnTo>
                <a:lnTo>
                  <a:pt x="6266" y="28530"/>
                </a:lnTo>
                <a:lnTo>
                  <a:pt x="6354" y="28336"/>
                </a:lnTo>
                <a:lnTo>
                  <a:pt x="6441" y="28104"/>
                </a:lnTo>
                <a:lnTo>
                  <a:pt x="6542" y="27911"/>
                </a:lnTo>
                <a:lnTo>
                  <a:pt x="6630" y="27679"/>
                </a:lnTo>
                <a:lnTo>
                  <a:pt x="6768" y="27498"/>
                </a:lnTo>
                <a:lnTo>
                  <a:pt x="6856" y="27253"/>
                </a:lnTo>
                <a:lnTo>
                  <a:pt x="6944" y="27072"/>
                </a:lnTo>
                <a:lnTo>
                  <a:pt x="7044" y="26840"/>
                </a:lnTo>
                <a:lnTo>
                  <a:pt x="7132" y="26647"/>
                </a:lnTo>
                <a:lnTo>
                  <a:pt x="7270" y="26415"/>
                </a:lnTo>
                <a:lnTo>
                  <a:pt x="7358" y="26183"/>
                </a:lnTo>
                <a:lnTo>
                  <a:pt x="7446" y="25989"/>
                </a:lnTo>
                <a:lnTo>
                  <a:pt x="7547" y="25757"/>
                </a:lnTo>
                <a:lnTo>
                  <a:pt x="7634" y="25563"/>
                </a:lnTo>
                <a:lnTo>
                  <a:pt x="7773" y="25331"/>
                </a:lnTo>
                <a:lnTo>
                  <a:pt x="7860" y="25138"/>
                </a:lnTo>
                <a:lnTo>
                  <a:pt x="7948" y="24906"/>
                </a:lnTo>
                <a:lnTo>
                  <a:pt x="8049" y="24725"/>
                </a:lnTo>
                <a:lnTo>
                  <a:pt x="8137" y="24480"/>
                </a:lnTo>
                <a:lnTo>
                  <a:pt x="8275" y="24299"/>
                </a:lnTo>
                <a:lnTo>
                  <a:pt x="8363" y="24067"/>
                </a:lnTo>
                <a:lnTo>
                  <a:pt x="8451" y="23874"/>
                </a:lnTo>
                <a:lnTo>
                  <a:pt x="8551" y="23642"/>
                </a:lnTo>
                <a:lnTo>
                  <a:pt x="8639" y="23448"/>
                </a:lnTo>
                <a:lnTo>
                  <a:pt x="8777" y="23216"/>
                </a:lnTo>
                <a:lnTo>
                  <a:pt x="8865" y="23022"/>
                </a:lnTo>
                <a:lnTo>
                  <a:pt x="8965" y="22790"/>
                </a:lnTo>
                <a:lnTo>
                  <a:pt x="9053" y="22610"/>
                </a:lnTo>
                <a:lnTo>
                  <a:pt x="9141" y="22365"/>
                </a:lnTo>
                <a:lnTo>
                  <a:pt x="9279" y="22184"/>
                </a:lnTo>
                <a:lnTo>
                  <a:pt x="9367" y="21952"/>
                </a:lnTo>
                <a:lnTo>
                  <a:pt x="9468" y="21758"/>
                </a:lnTo>
                <a:lnTo>
                  <a:pt x="9556" y="21526"/>
                </a:lnTo>
                <a:lnTo>
                  <a:pt x="9644" y="21333"/>
                </a:lnTo>
                <a:lnTo>
                  <a:pt x="9782" y="21101"/>
                </a:lnTo>
                <a:lnTo>
                  <a:pt x="9870" y="20907"/>
                </a:lnTo>
                <a:lnTo>
                  <a:pt x="9970" y="20675"/>
                </a:lnTo>
                <a:lnTo>
                  <a:pt x="10058" y="20494"/>
                </a:lnTo>
                <a:lnTo>
                  <a:pt x="10146" y="20249"/>
                </a:lnTo>
                <a:lnTo>
                  <a:pt x="10284" y="20069"/>
                </a:lnTo>
                <a:lnTo>
                  <a:pt x="10372" y="19837"/>
                </a:lnTo>
                <a:lnTo>
                  <a:pt x="10472" y="19643"/>
                </a:lnTo>
                <a:lnTo>
                  <a:pt x="10560" y="19411"/>
                </a:lnTo>
                <a:lnTo>
                  <a:pt x="10648" y="19218"/>
                </a:lnTo>
                <a:lnTo>
                  <a:pt x="10786" y="18985"/>
                </a:lnTo>
                <a:lnTo>
                  <a:pt x="10874" y="18792"/>
                </a:lnTo>
                <a:lnTo>
                  <a:pt x="10975" y="18560"/>
                </a:lnTo>
                <a:lnTo>
                  <a:pt x="11063" y="18379"/>
                </a:lnTo>
                <a:lnTo>
                  <a:pt x="11150" y="18134"/>
                </a:lnTo>
                <a:lnTo>
                  <a:pt x="11289" y="17954"/>
                </a:lnTo>
                <a:lnTo>
                  <a:pt x="11377" y="17760"/>
                </a:lnTo>
                <a:lnTo>
                  <a:pt x="11477" y="17528"/>
                </a:lnTo>
                <a:lnTo>
                  <a:pt x="11565" y="17334"/>
                </a:lnTo>
                <a:lnTo>
                  <a:pt x="11653" y="17102"/>
                </a:lnTo>
                <a:lnTo>
                  <a:pt x="11791" y="16922"/>
                </a:lnTo>
                <a:lnTo>
                  <a:pt x="11879" y="16677"/>
                </a:lnTo>
                <a:lnTo>
                  <a:pt x="11979" y="16496"/>
                </a:lnTo>
                <a:lnTo>
                  <a:pt x="12067" y="16264"/>
                </a:lnTo>
                <a:lnTo>
                  <a:pt x="12155" y="16070"/>
                </a:lnTo>
                <a:lnTo>
                  <a:pt x="12293" y="15838"/>
                </a:lnTo>
                <a:lnTo>
                  <a:pt x="12381" y="15645"/>
                </a:lnTo>
                <a:lnTo>
                  <a:pt x="12482" y="15464"/>
                </a:lnTo>
                <a:lnTo>
                  <a:pt x="12569" y="15219"/>
                </a:lnTo>
                <a:lnTo>
                  <a:pt x="12657" y="15039"/>
                </a:lnTo>
                <a:lnTo>
                  <a:pt x="12796" y="14806"/>
                </a:lnTo>
                <a:lnTo>
                  <a:pt x="12896" y="14613"/>
                </a:lnTo>
                <a:lnTo>
                  <a:pt x="12984" y="14381"/>
                </a:lnTo>
                <a:lnTo>
                  <a:pt x="13072" y="14187"/>
                </a:lnTo>
                <a:lnTo>
                  <a:pt x="13160" y="13955"/>
                </a:lnTo>
                <a:lnTo>
                  <a:pt x="13298" y="13762"/>
                </a:lnTo>
                <a:lnTo>
                  <a:pt x="13398" y="13581"/>
                </a:lnTo>
                <a:lnTo>
                  <a:pt x="13486" y="13349"/>
                </a:lnTo>
                <a:lnTo>
                  <a:pt x="13574" y="13155"/>
                </a:lnTo>
                <a:lnTo>
                  <a:pt x="13662" y="12923"/>
                </a:lnTo>
                <a:lnTo>
                  <a:pt x="13800" y="12730"/>
                </a:lnTo>
                <a:lnTo>
                  <a:pt x="13901" y="12498"/>
                </a:lnTo>
                <a:lnTo>
                  <a:pt x="13988" y="12317"/>
                </a:lnTo>
                <a:lnTo>
                  <a:pt x="14076" y="12124"/>
                </a:lnTo>
                <a:lnTo>
                  <a:pt x="14214" y="11891"/>
                </a:lnTo>
                <a:lnTo>
                  <a:pt x="14302" y="11698"/>
                </a:lnTo>
                <a:lnTo>
                  <a:pt x="14403" y="11466"/>
                </a:lnTo>
                <a:lnTo>
                  <a:pt x="14491" y="11272"/>
                </a:lnTo>
                <a:lnTo>
                  <a:pt x="14579" y="11092"/>
                </a:lnTo>
                <a:lnTo>
                  <a:pt x="14717" y="10860"/>
                </a:lnTo>
                <a:lnTo>
                  <a:pt x="14805" y="10666"/>
                </a:lnTo>
                <a:lnTo>
                  <a:pt x="14905" y="10434"/>
                </a:lnTo>
                <a:lnTo>
                  <a:pt x="14993" y="10241"/>
                </a:lnTo>
                <a:lnTo>
                  <a:pt x="15081" y="10060"/>
                </a:lnTo>
                <a:lnTo>
                  <a:pt x="15219" y="9815"/>
                </a:lnTo>
                <a:lnTo>
                  <a:pt x="15307" y="9634"/>
                </a:lnTo>
                <a:lnTo>
                  <a:pt x="15407" y="9402"/>
                </a:lnTo>
                <a:lnTo>
                  <a:pt x="15495" y="9209"/>
                </a:lnTo>
                <a:lnTo>
                  <a:pt x="15583" y="9015"/>
                </a:lnTo>
                <a:lnTo>
                  <a:pt x="15721" y="8783"/>
                </a:lnTo>
                <a:lnTo>
                  <a:pt x="15809" y="8602"/>
                </a:lnTo>
                <a:lnTo>
                  <a:pt x="15910" y="8357"/>
                </a:lnTo>
                <a:lnTo>
                  <a:pt x="15998" y="8177"/>
                </a:lnTo>
                <a:lnTo>
                  <a:pt x="16086" y="7983"/>
                </a:lnTo>
                <a:lnTo>
                  <a:pt x="16224" y="7751"/>
                </a:lnTo>
                <a:lnTo>
                  <a:pt x="16324" y="7558"/>
                </a:lnTo>
                <a:lnTo>
                  <a:pt x="16412" y="7377"/>
                </a:lnTo>
                <a:lnTo>
                  <a:pt x="16500" y="7145"/>
                </a:lnTo>
                <a:lnTo>
                  <a:pt x="16588" y="6952"/>
                </a:lnTo>
                <a:lnTo>
                  <a:pt x="16726" y="6719"/>
                </a:lnTo>
                <a:lnTo>
                  <a:pt x="16826" y="6526"/>
                </a:lnTo>
                <a:lnTo>
                  <a:pt x="16914" y="6345"/>
                </a:lnTo>
                <a:lnTo>
                  <a:pt x="17002" y="6100"/>
                </a:lnTo>
                <a:lnTo>
                  <a:pt x="17090" y="5920"/>
                </a:lnTo>
                <a:lnTo>
                  <a:pt x="17228" y="5726"/>
                </a:lnTo>
                <a:lnTo>
                  <a:pt x="17329" y="5494"/>
                </a:lnTo>
                <a:lnTo>
                  <a:pt x="17417" y="5301"/>
                </a:lnTo>
                <a:lnTo>
                  <a:pt x="17505" y="5068"/>
                </a:lnTo>
                <a:lnTo>
                  <a:pt x="17592" y="4888"/>
                </a:lnTo>
                <a:lnTo>
                  <a:pt x="17731" y="4694"/>
                </a:lnTo>
                <a:lnTo>
                  <a:pt x="17831" y="4462"/>
                </a:lnTo>
                <a:lnTo>
                  <a:pt x="17919" y="4269"/>
                </a:lnTo>
                <a:lnTo>
                  <a:pt x="18007" y="4088"/>
                </a:lnTo>
                <a:lnTo>
                  <a:pt x="18095" y="3856"/>
                </a:lnTo>
                <a:lnTo>
                  <a:pt x="18233" y="3663"/>
                </a:lnTo>
                <a:lnTo>
                  <a:pt x="18333" y="3469"/>
                </a:lnTo>
                <a:lnTo>
                  <a:pt x="18421" y="3237"/>
                </a:lnTo>
                <a:lnTo>
                  <a:pt x="18509" y="3056"/>
                </a:lnTo>
                <a:lnTo>
                  <a:pt x="18597" y="2863"/>
                </a:lnTo>
                <a:lnTo>
                  <a:pt x="18735" y="2631"/>
                </a:lnTo>
                <a:lnTo>
                  <a:pt x="18836" y="2437"/>
                </a:lnTo>
                <a:lnTo>
                  <a:pt x="18924" y="2257"/>
                </a:lnTo>
                <a:lnTo>
                  <a:pt x="19011" y="2012"/>
                </a:lnTo>
                <a:lnTo>
                  <a:pt x="19112" y="1831"/>
                </a:lnTo>
                <a:lnTo>
                  <a:pt x="19237" y="1638"/>
                </a:lnTo>
                <a:lnTo>
                  <a:pt x="19338" y="1405"/>
                </a:lnTo>
                <a:lnTo>
                  <a:pt x="19426" y="1212"/>
                </a:lnTo>
                <a:lnTo>
                  <a:pt x="19514" y="1031"/>
                </a:lnTo>
                <a:lnTo>
                  <a:pt x="19614" y="799"/>
                </a:lnTo>
                <a:lnTo>
                  <a:pt x="19740" y="606"/>
                </a:lnTo>
                <a:lnTo>
                  <a:pt x="19840" y="412"/>
                </a:lnTo>
                <a:lnTo>
                  <a:pt x="19928" y="232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913615" y="3905731"/>
            <a:ext cx="20029" cy="38449"/>
          </a:xfrm>
          <a:custGeom>
            <a:avLst/>
            <a:gdLst/>
            <a:ahLst/>
            <a:cxnLst/>
            <a:rect l="l" t="t" r="r" b="b"/>
            <a:pathLst>
              <a:path w="20029" h="38449">
                <a:moveTo>
                  <a:pt x="0" y="38449"/>
                </a:moveTo>
                <a:lnTo>
                  <a:pt x="100" y="38255"/>
                </a:lnTo>
                <a:lnTo>
                  <a:pt x="238" y="38074"/>
                </a:lnTo>
                <a:lnTo>
                  <a:pt x="326" y="37829"/>
                </a:lnTo>
                <a:lnTo>
                  <a:pt x="414" y="37649"/>
                </a:lnTo>
                <a:lnTo>
                  <a:pt x="502" y="37455"/>
                </a:lnTo>
                <a:lnTo>
                  <a:pt x="602" y="37223"/>
                </a:lnTo>
                <a:lnTo>
                  <a:pt x="740" y="37030"/>
                </a:lnTo>
                <a:lnTo>
                  <a:pt x="828" y="36849"/>
                </a:lnTo>
                <a:lnTo>
                  <a:pt x="916" y="36656"/>
                </a:lnTo>
                <a:lnTo>
                  <a:pt x="1004" y="36424"/>
                </a:lnTo>
                <a:lnTo>
                  <a:pt x="1105" y="36230"/>
                </a:lnTo>
                <a:lnTo>
                  <a:pt x="1243" y="36049"/>
                </a:lnTo>
                <a:lnTo>
                  <a:pt x="1331" y="35817"/>
                </a:lnTo>
                <a:lnTo>
                  <a:pt x="1418" y="35624"/>
                </a:lnTo>
                <a:lnTo>
                  <a:pt x="1506" y="35430"/>
                </a:lnTo>
                <a:lnTo>
                  <a:pt x="1607" y="35250"/>
                </a:lnTo>
                <a:lnTo>
                  <a:pt x="1745" y="35018"/>
                </a:lnTo>
                <a:lnTo>
                  <a:pt x="1833" y="34824"/>
                </a:lnTo>
                <a:lnTo>
                  <a:pt x="1921" y="34631"/>
                </a:lnTo>
                <a:lnTo>
                  <a:pt x="2009" y="34399"/>
                </a:lnTo>
                <a:lnTo>
                  <a:pt x="2109" y="34218"/>
                </a:lnTo>
                <a:lnTo>
                  <a:pt x="2247" y="34025"/>
                </a:lnTo>
                <a:lnTo>
                  <a:pt x="2335" y="33844"/>
                </a:lnTo>
                <a:lnTo>
                  <a:pt x="2423" y="33599"/>
                </a:lnTo>
                <a:lnTo>
                  <a:pt x="2524" y="33418"/>
                </a:lnTo>
                <a:lnTo>
                  <a:pt x="2611" y="33225"/>
                </a:lnTo>
                <a:lnTo>
                  <a:pt x="2750" y="33044"/>
                </a:lnTo>
                <a:lnTo>
                  <a:pt x="2837" y="32799"/>
                </a:lnTo>
                <a:lnTo>
                  <a:pt x="2925" y="32619"/>
                </a:lnTo>
                <a:lnTo>
                  <a:pt x="3026" y="32425"/>
                </a:lnTo>
                <a:lnTo>
                  <a:pt x="3114" y="32245"/>
                </a:lnTo>
                <a:lnTo>
                  <a:pt x="3252" y="32000"/>
                </a:lnTo>
                <a:lnTo>
                  <a:pt x="3340" y="31819"/>
                </a:lnTo>
                <a:lnTo>
                  <a:pt x="3428" y="31625"/>
                </a:lnTo>
                <a:lnTo>
                  <a:pt x="3528" y="31445"/>
                </a:lnTo>
                <a:lnTo>
                  <a:pt x="3616" y="31200"/>
                </a:lnTo>
                <a:lnTo>
                  <a:pt x="3754" y="31019"/>
                </a:lnTo>
                <a:lnTo>
                  <a:pt x="3842" y="30826"/>
                </a:lnTo>
                <a:lnTo>
                  <a:pt x="3930" y="30645"/>
                </a:lnTo>
                <a:lnTo>
                  <a:pt x="4030" y="30400"/>
                </a:lnTo>
                <a:lnTo>
                  <a:pt x="4118" y="30220"/>
                </a:lnTo>
                <a:lnTo>
                  <a:pt x="4256" y="30026"/>
                </a:lnTo>
                <a:lnTo>
                  <a:pt x="4344" y="29846"/>
                </a:lnTo>
                <a:lnTo>
                  <a:pt x="4432" y="29613"/>
                </a:lnTo>
                <a:lnTo>
                  <a:pt x="4533" y="29420"/>
                </a:lnTo>
                <a:lnTo>
                  <a:pt x="4621" y="29226"/>
                </a:lnTo>
                <a:lnTo>
                  <a:pt x="4759" y="29046"/>
                </a:lnTo>
                <a:lnTo>
                  <a:pt x="4847" y="28852"/>
                </a:lnTo>
                <a:lnTo>
                  <a:pt x="4935" y="28620"/>
                </a:lnTo>
                <a:lnTo>
                  <a:pt x="5035" y="28427"/>
                </a:lnTo>
                <a:lnTo>
                  <a:pt x="5123" y="28246"/>
                </a:lnTo>
                <a:lnTo>
                  <a:pt x="5261" y="28053"/>
                </a:lnTo>
                <a:lnTo>
                  <a:pt x="5349" y="27872"/>
                </a:lnTo>
                <a:lnTo>
                  <a:pt x="5437" y="27627"/>
                </a:lnTo>
                <a:lnTo>
                  <a:pt x="5537" y="27447"/>
                </a:lnTo>
                <a:lnTo>
                  <a:pt x="5625" y="27253"/>
                </a:lnTo>
                <a:lnTo>
                  <a:pt x="5763" y="27072"/>
                </a:lnTo>
                <a:lnTo>
                  <a:pt x="5851" y="26879"/>
                </a:lnTo>
                <a:lnTo>
                  <a:pt x="5939" y="26647"/>
                </a:lnTo>
                <a:lnTo>
                  <a:pt x="6040" y="26453"/>
                </a:lnTo>
                <a:lnTo>
                  <a:pt x="6128" y="26273"/>
                </a:lnTo>
                <a:lnTo>
                  <a:pt x="6266" y="26079"/>
                </a:lnTo>
                <a:lnTo>
                  <a:pt x="6354" y="25899"/>
                </a:lnTo>
                <a:lnTo>
                  <a:pt x="6454" y="25654"/>
                </a:lnTo>
                <a:lnTo>
                  <a:pt x="6542" y="25473"/>
                </a:lnTo>
                <a:lnTo>
                  <a:pt x="6630" y="25280"/>
                </a:lnTo>
                <a:lnTo>
                  <a:pt x="6768" y="25099"/>
                </a:lnTo>
                <a:lnTo>
                  <a:pt x="6856" y="24906"/>
                </a:lnTo>
                <a:lnTo>
                  <a:pt x="6956" y="24712"/>
                </a:lnTo>
                <a:lnTo>
                  <a:pt x="7044" y="24480"/>
                </a:lnTo>
                <a:lnTo>
                  <a:pt x="7132" y="24299"/>
                </a:lnTo>
                <a:lnTo>
                  <a:pt x="7270" y="24106"/>
                </a:lnTo>
                <a:lnTo>
                  <a:pt x="7358" y="23925"/>
                </a:lnTo>
                <a:lnTo>
                  <a:pt x="7459" y="23732"/>
                </a:lnTo>
                <a:lnTo>
                  <a:pt x="7547" y="23538"/>
                </a:lnTo>
                <a:lnTo>
                  <a:pt x="7634" y="23306"/>
                </a:lnTo>
                <a:lnTo>
                  <a:pt x="7773" y="23126"/>
                </a:lnTo>
                <a:lnTo>
                  <a:pt x="7860" y="22932"/>
                </a:lnTo>
                <a:lnTo>
                  <a:pt x="7961" y="22739"/>
                </a:lnTo>
                <a:lnTo>
                  <a:pt x="8049" y="22558"/>
                </a:lnTo>
                <a:lnTo>
                  <a:pt x="8137" y="22365"/>
                </a:lnTo>
                <a:lnTo>
                  <a:pt x="8275" y="22133"/>
                </a:lnTo>
                <a:lnTo>
                  <a:pt x="8363" y="21939"/>
                </a:lnTo>
                <a:lnTo>
                  <a:pt x="8463" y="21758"/>
                </a:lnTo>
                <a:lnTo>
                  <a:pt x="8551" y="21565"/>
                </a:lnTo>
                <a:lnTo>
                  <a:pt x="8639" y="21384"/>
                </a:lnTo>
                <a:lnTo>
                  <a:pt x="8777" y="21191"/>
                </a:lnTo>
                <a:lnTo>
                  <a:pt x="8865" y="21010"/>
                </a:lnTo>
                <a:lnTo>
                  <a:pt x="8965" y="20765"/>
                </a:lnTo>
                <a:lnTo>
                  <a:pt x="9053" y="20585"/>
                </a:lnTo>
                <a:lnTo>
                  <a:pt x="9141" y="20391"/>
                </a:lnTo>
                <a:lnTo>
                  <a:pt x="9279" y="20211"/>
                </a:lnTo>
                <a:lnTo>
                  <a:pt x="9367" y="20017"/>
                </a:lnTo>
                <a:lnTo>
                  <a:pt x="9468" y="19824"/>
                </a:lnTo>
                <a:lnTo>
                  <a:pt x="9556" y="19643"/>
                </a:lnTo>
                <a:lnTo>
                  <a:pt x="9644" y="19450"/>
                </a:lnTo>
                <a:lnTo>
                  <a:pt x="9782" y="19218"/>
                </a:lnTo>
                <a:lnTo>
                  <a:pt x="9870" y="19037"/>
                </a:lnTo>
                <a:lnTo>
                  <a:pt x="9970" y="18844"/>
                </a:lnTo>
                <a:lnTo>
                  <a:pt x="10058" y="18650"/>
                </a:lnTo>
                <a:lnTo>
                  <a:pt x="10146" y="18469"/>
                </a:lnTo>
                <a:lnTo>
                  <a:pt x="10284" y="18276"/>
                </a:lnTo>
                <a:lnTo>
                  <a:pt x="10384" y="18095"/>
                </a:lnTo>
                <a:lnTo>
                  <a:pt x="10472" y="17902"/>
                </a:lnTo>
                <a:lnTo>
                  <a:pt x="10560" y="17708"/>
                </a:lnTo>
                <a:lnTo>
                  <a:pt x="10648" y="17476"/>
                </a:lnTo>
                <a:lnTo>
                  <a:pt x="10786" y="17296"/>
                </a:lnTo>
                <a:lnTo>
                  <a:pt x="10887" y="17102"/>
                </a:lnTo>
                <a:lnTo>
                  <a:pt x="10975" y="16922"/>
                </a:lnTo>
                <a:lnTo>
                  <a:pt x="11063" y="16728"/>
                </a:lnTo>
                <a:lnTo>
                  <a:pt x="11150" y="16535"/>
                </a:lnTo>
                <a:lnTo>
                  <a:pt x="11289" y="16354"/>
                </a:lnTo>
                <a:lnTo>
                  <a:pt x="11389" y="16161"/>
                </a:lnTo>
                <a:lnTo>
                  <a:pt x="11477" y="15980"/>
                </a:lnTo>
                <a:lnTo>
                  <a:pt x="11565" y="15787"/>
                </a:lnTo>
                <a:lnTo>
                  <a:pt x="11653" y="15593"/>
                </a:lnTo>
                <a:lnTo>
                  <a:pt x="11791" y="15413"/>
                </a:lnTo>
                <a:lnTo>
                  <a:pt x="11891" y="15180"/>
                </a:lnTo>
                <a:lnTo>
                  <a:pt x="11979" y="14987"/>
                </a:lnTo>
                <a:lnTo>
                  <a:pt x="12067" y="14806"/>
                </a:lnTo>
                <a:lnTo>
                  <a:pt x="12155" y="14613"/>
                </a:lnTo>
                <a:lnTo>
                  <a:pt x="12293" y="14419"/>
                </a:lnTo>
                <a:lnTo>
                  <a:pt x="12394" y="14239"/>
                </a:lnTo>
                <a:lnTo>
                  <a:pt x="12482" y="14045"/>
                </a:lnTo>
                <a:lnTo>
                  <a:pt x="12569" y="13865"/>
                </a:lnTo>
                <a:lnTo>
                  <a:pt x="12670" y="13671"/>
                </a:lnTo>
                <a:lnTo>
                  <a:pt x="12796" y="13478"/>
                </a:lnTo>
                <a:lnTo>
                  <a:pt x="12896" y="13297"/>
                </a:lnTo>
                <a:lnTo>
                  <a:pt x="12984" y="13104"/>
                </a:lnTo>
                <a:lnTo>
                  <a:pt x="13072" y="12923"/>
                </a:lnTo>
                <a:lnTo>
                  <a:pt x="13172" y="12730"/>
                </a:lnTo>
                <a:lnTo>
                  <a:pt x="13298" y="12549"/>
                </a:lnTo>
                <a:lnTo>
                  <a:pt x="13398" y="12356"/>
                </a:lnTo>
                <a:lnTo>
                  <a:pt x="13486" y="12162"/>
                </a:lnTo>
                <a:lnTo>
                  <a:pt x="13574" y="11930"/>
                </a:lnTo>
                <a:lnTo>
                  <a:pt x="13675" y="11750"/>
                </a:lnTo>
                <a:lnTo>
                  <a:pt x="13813" y="11556"/>
                </a:lnTo>
                <a:lnTo>
                  <a:pt x="13901" y="11363"/>
                </a:lnTo>
                <a:lnTo>
                  <a:pt x="13988" y="11182"/>
                </a:lnTo>
                <a:lnTo>
                  <a:pt x="14076" y="10989"/>
                </a:lnTo>
                <a:lnTo>
                  <a:pt x="14177" y="10808"/>
                </a:lnTo>
                <a:lnTo>
                  <a:pt x="14315" y="10615"/>
                </a:lnTo>
                <a:lnTo>
                  <a:pt x="14403" y="10434"/>
                </a:lnTo>
                <a:lnTo>
                  <a:pt x="14491" y="10241"/>
                </a:lnTo>
                <a:lnTo>
                  <a:pt x="14579" y="10047"/>
                </a:lnTo>
                <a:lnTo>
                  <a:pt x="14679" y="9866"/>
                </a:lnTo>
                <a:lnTo>
                  <a:pt x="14817" y="9673"/>
                </a:lnTo>
                <a:lnTo>
                  <a:pt x="14905" y="9492"/>
                </a:lnTo>
                <a:lnTo>
                  <a:pt x="14993" y="9299"/>
                </a:lnTo>
                <a:lnTo>
                  <a:pt x="15081" y="9118"/>
                </a:lnTo>
                <a:lnTo>
                  <a:pt x="15181" y="8925"/>
                </a:lnTo>
                <a:lnTo>
                  <a:pt x="15320" y="8731"/>
                </a:lnTo>
                <a:lnTo>
                  <a:pt x="15407" y="8551"/>
                </a:lnTo>
                <a:lnTo>
                  <a:pt x="15495" y="8357"/>
                </a:lnTo>
                <a:lnTo>
                  <a:pt x="15583" y="8177"/>
                </a:lnTo>
                <a:lnTo>
                  <a:pt x="15684" y="7983"/>
                </a:lnTo>
                <a:lnTo>
                  <a:pt x="15822" y="7790"/>
                </a:lnTo>
                <a:lnTo>
                  <a:pt x="15910" y="7609"/>
                </a:lnTo>
                <a:lnTo>
                  <a:pt x="15998" y="7416"/>
                </a:lnTo>
                <a:lnTo>
                  <a:pt x="16098" y="7235"/>
                </a:lnTo>
                <a:lnTo>
                  <a:pt x="16186" y="7042"/>
                </a:lnTo>
                <a:lnTo>
                  <a:pt x="16324" y="6861"/>
                </a:lnTo>
                <a:lnTo>
                  <a:pt x="16412" y="6668"/>
                </a:lnTo>
                <a:lnTo>
                  <a:pt x="16500" y="6474"/>
                </a:lnTo>
                <a:lnTo>
                  <a:pt x="16600" y="6294"/>
                </a:lnTo>
                <a:lnTo>
                  <a:pt x="16688" y="6100"/>
                </a:lnTo>
                <a:lnTo>
                  <a:pt x="16826" y="5920"/>
                </a:lnTo>
                <a:lnTo>
                  <a:pt x="16914" y="5726"/>
                </a:lnTo>
                <a:lnTo>
                  <a:pt x="17002" y="5546"/>
                </a:lnTo>
                <a:lnTo>
                  <a:pt x="17103" y="5352"/>
                </a:lnTo>
                <a:lnTo>
                  <a:pt x="17191" y="5210"/>
                </a:lnTo>
                <a:lnTo>
                  <a:pt x="17329" y="5017"/>
                </a:lnTo>
                <a:lnTo>
                  <a:pt x="17417" y="4836"/>
                </a:lnTo>
                <a:lnTo>
                  <a:pt x="17505" y="4643"/>
                </a:lnTo>
                <a:lnTo>
                  <a:pt x="17605" y="4462"/>
                </a:lnTo>
                <a:lnTo>
                  <a:pt x="17693" y="4269"/>
                </a:lnTo>
                <a:lnTo>
                  <a:pt x="17831" y="4088"/>
                </a:lnTo>
                <a:lnTo>
                  <a:pt x="17919" y="3895"/>
                </a:lnTo>
                <a:lnTo>
                  <a:pt x="18007" y="3701"/>
                </a:lnTo>
                <a:lnTo>
                  <a:pt x="18107" y="3521"/>
                </a:lnTo>
                <a:lnTo>
                  <a:pt x="18195" y="3327"/>
                </a:lnTo>
                <a:lnTo>
                  <a:pt x="18333" y="3147"/>
                </a:lnTo>
                <a:lnTo>
                  <a:pt x="18421" y="2953"/>
                </a:lnTo>
                <a:lnTo>
                  <a:pt x="18509" y="2773"/>
                </a:lnTo>
                <a:lnTo>
                  <a:pt x="18610" y="2579"/>
                </a:lnTo>
                <a:lnTo>
                  <a:pt x="18697" y="2386"/>
                </a:lnTo>
                <a:lnTo>
                  <a:pt x="18836" y="2205"/>
                </a:lnTo>
                <a:lnTo>
                  <a:pt x="18924" y="2012"/>
                </a:lnTo>
                <a:lnTo>
                  <a:pt x="19011" y="1870"/>
                </a:lnTo>
                <a:lnTo>
                  <a:pt x="19112" y="1689"/>
                </a:lnTo>
                <a:lnTo>
                  <a:pt x="19200" y="1496"/>
                </a:lnTo>
                <a:lnTo>
                  <a:pt x="19338" y="1315"/>
                </a:lnTo>
                <a:lnTo>
                  <a:pt x="19426" y="1122"/>
                </a:lnTo>
                <a:lnTo>
                  <a:pt x="19514" y="928"/>
                </a:lnTo>
                <a:lnTo>
                  <a:pt x="19614" y="748"/>
                </a:lnTo>
                <a:lnTo>
                  <a:pt x="19702" y="554"/>
                </a:lnTo>
                <a:lnTo>
                  <a:pt x="19840" y="374"/>
                </a:lnTo>
                <a:lnTo>
                  <a:pt x="19928" y="180"/>
                </a:lnTo>
                <a:lnTo>
                  <a:pt x="20029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933644" y="3871409"/>
            <a:ext cx="20016" cy="34321"/>
          </a:xfrm>
          <a:custGeom>
            <a:avLst/>
            <a:gdLst/>
            <a:ahLst/>
            <a:cxnLst/>
            <a:rect l="l" t="t" r="r" b="b"/>
            <a:pathLst>
              <a:path w="20016" h="34321">
                <a:moveTo>
                  <a:pt x="0" y="34321"/>
                </a:moveTo>
                <a:lnTo>
                  <a:pt x="87" y="34179"/>
                </a:lnTo>
                <a:lnTo>
                  <a:pt x="175" y="33986"/>
                </a:lnTo>
                <a:lnTo>
                  <a:pt x="313" y="33792"/>
                </a:lnTo>
                <a:lnTo>
                  <a:pt x="401" y="33612"/>
                </a:lnTo>
                <a:lnTo>
                  <a:pt x="502" y="33418"/>
                </a:lnTo>
                <a:lnTo>
                  <a:pt x="590" y="33238"/>
                </a:lnTo>
                <a:lnTo>
                  <a:pt x="678" y="33044"/>
                </a:lnTo>
                <a:lnTo>
                  <a:pt x="816" y="32864"/>
                </a:lnTo>
                <a:lnTo>
                  <a:pt x="904" y="32670"/>
                </a:lnTo>
                <a:lnTo>
                  <a:pt x="1004" y="32528"/>
                </a:lnTo>
                <a:lnTo>
                  <a:pt x="1092" y="32335"/>
                </a:lnTo>
                <a:lnTo>
                  <a:pt x="1180" y="32154"/>
                </a:lnTo>
                <a:lnTo>
                  <a:pt x="1318" y="31961"/>
                </a:lnTo>
                <a:lnTo>
                  <a:pt x="1406" y="31780"/>
                </a:lnTo>
                <a:lnTo>
                  <a:pt x="1506" y="31587"/>
                </a:lnTo>
                <a:lnTo>
                  <a:pt x="1594" y="31406"/>
                </a:lnTo>
                <a:lnTo>
                  <a:pt x="1682" y="31213"/>
                </a:lnTo>
                <a:lnTo>
                  <a:pt x="1820" y="31071"/>
                </a:lnTo>
                <a:lnTo>
                  <a:pt x="1908" y="30877"/>
                </a:lnTo>
                <a:lnTo>
                  <a:pt x="2009" y="30697"/>
                </a:lnTo>
                <a:lnTo>
                  <a:pt x="2097" y="30503"/>
                </a:lnTo>
                <a:lnTo>
                  <a:pt x="2184" y="30323"/>
                </a:lnTo>
                <a:lnTo>
                  <a:pt x="2323" y="30129"/>
                </a:lnTo>
                <a:lnTo>
                  <a:pt x="2411" y="29987"/>
                </a:lnTo>
                <a:lnTo>
                  <a:pt x="2511" y="29807"/>
                </a:lnTo>
                <a:lnTo>
                  <a:pt x="2599" y="29613"/>
                </a:lnTo>
                <a:lnTo>
                  <a:pt x="2687" y="29420"/>
                </a:lnTo>
                <a:lnTo>
                  <a:pt x="2825" y="29239"/>
                </a:lnTo>
                <a:lnTo>
                  <a:pt x="2913" y="29046"/>
                </a:lnTo>
                <a:lnTo>
                  <a:pt x="3013" y="28865"/>
                </a:lnTo>
                <a:lnTo>
                  <a:pt x="3101" y="28723"/>
                </a:lnTo>
                <a:lnTo>
                  <a:pt x="3189" y="28530"/>
                </a:lnTo>
                <a:lnTo>
                  <a:pt x="3327" y="28349"/>
                </a:lnTo>
                <a:lnTo>
                  <a:pt x="3415" y="28156"/>
                </a:lnTo>
                <a:lnTo>
                  <a:pt x="3516" y="27975"/>
                </a:lnTo>
                <a:lnTo>
                  <a:pt x="3603" y="27833"/>
                </a:lnTo>
                <a:lnTo>
                  <a:pt x="3691" y="27640"/>
                </a:lnTo>
                <a:lnTo>
                  <a:pt x="3830" y="27447"/>
                </a:lnTo>
                <a:lnTo>
                  <a:pt x="3930" y="27266"/>
                </a:lnTo>
                <a:lnTo>
                  <a:pt x="4018" y="27072"/>
                </a:lnTo>
                <a:lnTo>
                  <a:pt x="4106" y="26892"/>
                </a:lnTo>
                <a:lnTo>
                  <a:pt x="4194" y="26750"/>
                </a:lnTo>
                <a:lnTo>
                  <a:pt x="4332" y="26557"/>
                </a:lnTo>
                <a:lnTo>
                  <a:pt x="4432" y="26376"/>
                </a:lnTo>
                <a:lnTo>
                  <a:pt x="4520" y="26183"/>
                </a:lnTo>
                <a:lnTo>
                  <a:pt x="4608" y="25989"/>
                </a:lnTo>
                <a:lnTo>
                  <a:pt x="4696" y="25860"/>
                </a:lnTo>
                <a:lnTo>
                  <a:pt x="4834" y="25667"/>
                </a:lnTo>
                <a:lnTo>
                  <a:pt x="4935" y="25473"/>
                </a:lnTo>
                <a:lnTo>
                  <a:pt x="5022" y="25293"/>
                </a:lnTo>
                <a:lnTo>
                  <a:pt x="5110" y="25099"/>
                </a:lnTo>
                <a:lnTo>
                  <a:pt x="5198" y="24957"/>
                </a:lnTo>
                <a:lnTo>
                  <a:pt x="5336" y="24777"/>
                </a:lnTo>
                <a:lnTo>
                  <a:pt x="5437" y="24583"/>
                </a:lnTo>
                <a:lnTo>
                  <a:pt x="5525" y="24403"/>
                </a:lnTo>
                <a:lnTo>
                  <a:pt x="5613" y="24261"/>
                </a:lnTo>
                <a:lnTo>
                  <a:pt x="5701" y="24067"/>
                </a:lnTo>
                <a:lnTo>
                  <a:pt x="5839" y="23874"/>
                </a:lnTo>
                <a:lnTo>
                  <a:pt x="5939" y="23693"/>
                </a:lnTo>
                <a:lnTo>
                  <a:pt x="6027" y="23551"/>
                </a:lnTo>
                <a:lnTo>
                  <a:pt x="6115" y="23358"/>
                </a:lnTo>
                <a:lnTo>
                  <a:pt x="6215" y="23177"/>
                </a:lnTo>
                <a:lnTo>
                  <a:pt x="6341" y="22984"/>
                </a:lnTo>
                <a:lnTo>
                  <a:pt x="6441" y="22803"/>
                </a:lnTo>
                <a:lnTo>
                  <a:pt x="6529" y="22661"/>
                </a:lnTo>
                <a:lnTo>
                  <a:pt x="6617" y="22468"/>
                </a:lnTo>
                <a:lnTo>
                  <a:pt x="6718" y="22287"/>
                </a:lnTo>
                <a:lnTo>
                  <a:pt x="6843" y="22094"/>
                </a:lnTo>
                <a:lnTo>
                  <a:pt x="6944" y="21952"/>
                </a:lnTo>
                <a:lnTo>
                  <a:pt x="7032" y="21758"/>
                </a:lnTo>
                <a:lnTo>
                  <a:pt x="7120" y="21578"/>
                </a:lnTo>
                <a:lnTo>
                  <a:pt x="7220" y="21436"/>
                </a:lnTo>
                <a:lnTo>
                  <a:pt x="7358" y="21243"/>
                </a:lnTo>
                <a:lnTo>
                  <a:pt x="7446" y="21062"/>
                </a:lnTo>
                <a:lnTo>
                  <a:pt x="7534" y="20869"/>
                </a:lnTo>
                <a:lnTo>
                  <a:pt x="7622" y="20727"/>
                </a:lnTo>
                <a:lnTo>
                  <a:pt x="7722" y="20546"/>
                </a:lnTo>
                <a:lnTo>
                  <a:pt x="7860" y="20353"/>
                </a:lnTo>
                <a:lnTo>
                  <a:pt x="7948" y="20172"/>
                </a:lnTo>
                <a:lnTo>
                  <a:pt x="8036" y="20030"/>
                </a:lnTo>
                <a:lnTo>
                  <a:pt x="8124" y="19837"/>
                </a:lnTo>
                <a:lnTo>
                  <a:pt x="8225" y="19643"/>
                </a:lnTo>
                <a:lnTo>
                  <a:pt x="8363" y="19514"/>
                </a:lnTo>
                <a:lnTo>
                  <a:pt x="8451" y="19321"/>
                </a:lnTo>
                <a:lnTo>
                  <a:pt x="8539" y="19127"/>
                </a:lnTo>
                <a:lnTo>
                  <a:pt x="8626" y="18947"/>
                </a:lnTo>
                <a:lnTo>
                  <a:pt x="8727" y="18805"/>
                </a:lnTo>
                <a:lnTo>
                  <a:pt x="8865" y="18611"/>
                </a:lnTo>
                <a:lnTo>
                  <a:pt x="8953" y="18431"/>
                </a:lnTo>
                <a:lnTo>
                  <a:pt x="9041" y="18289"/>
                </a:lnTo>
                <a:lnTo>
                  <a:pt x="9129" y="18095"/>
                </a:lnTo>
                <a:lnTo>
                  <a:pt x="9229" y="17915"/>
                </a:lnTo>
                <a:lnTo>
                  <a:pt x="9367" y="17773"/>
                </a:lnTo>
                <a:lnTo>
                  <a:pt x="9455" y="17580"/>
                </a:lnTo>
                <a:lnTo>
                  <a:pt x="9543" y="17399"/>
                </a:lnTo>
                <a:lnTo>
                  <a:pt x="9631" y="17257"/>
                </a:lnTo>
                <a:lnTo>
                  <a:pt x="9731" y="17064"/>
                </a:lnTo>
                <a:lnTo>
                  <a:pt x="9870" y="16870"/>
                </a:lnTo>
                <a:lnTo>
                  <a:pt x="9958" y="16690"/>
                </a:lnTo>
                <a:lnTo>
                  <a:pt x="10045" y="16548"/>
                </a:lnTo>
                <a:lnTo>
                  <a:pt x="10146" y="16354"/>
                </a:lnTo>
                <a:lnTo>
                  <a:pt x="10234" y="16174"/>
                </a:lnTo>
                <a:lnTo>
                  <a:pt x="10372" y="16032"/>
                </a:lnTo>
                <a:lnTo>
                  <a:pt x="10460" y="15838"/>
                </a:lnTo>
                <a:lnTo>
                  <a:pt x="10548" y="15658"/>
                </a:lnTo>
                <a:lnTo>
                  <a:pt x="10648" y="15516"/>
                </a:lnTo>
                <a:lnTo>
                  <a:pt x="10736" y="15322"/>
                </a:lnTo>
                <a:lnTo>
                  <a:pt x="10874" y="15180"/>
                </a:lnTo>
                <a:lnTo>
                  <a:pt x="10962" y="15000"/>
                </a:lnTo>
                <a:lnTo>
                  <a:pt x="11050" y="14806"/>
                </a:lnTo>
                <a:lnTo>
                  <a:pt x="11150" y="14665"/>
                </a:lnTo>
                <a:lnTo>
                  <a:pt x="11238" y="14484"/>
                </a:lnTo>
                <a:lnTo>
                  <a:pt x="11377" y="14291"/>
                </a:lnTo>
                <a:lnTo>
                  <a:pt x="11464" y="14149"/>
                </a:lnTo>
                <a:lnTo>
                  <a:pt x="11552" y="13955"/>
                </a:lnTo>
                <a:lnTo>
                  <a:pt x="11653" y="13775"/>
                </a:lnTo>
                <a:lnTo>
                  <a:pt x="11741" y="13633"/>
                </a:lnTo>
                <a:lnTo>
                  <a:pt x="11879" y="13439"/>
                </a:lnTo>
                <a:lnTo>
                  <a:pt x="11967" y="13259"/>
                </a:lnTo>
                <a:lnTo>
                  <a:pt x="12055" y="13117"/>
                </a:lnTo>
                <a:lnTo>
                  <a:pt x="12155" y="12923"/>
                </a:lnTo>
                <a:lnTo>
                  <a:pt x="12243" y="12781"/>
                </a:lnTo>
                <a:lnTo>
                  <a:pt x="12381" y="12601"/>
                </a:lnTo>
                <a:lnTo>
                  <a:pt x="12469" y="12407"/>
                </a:lnTo>
                <a:lnTo>
                  <a:pt x="12557" y="12266"/>
                </a:lnTo>
                <a:lnTo>
                  <a:pt x="12657" y="12085"/>
                </a:lnTo>
                <a:lnTo>
                  <a:pt x="12745" y="11943"/>
                </a:lnTo>
                <a:lnTo>
                  <a:pt x="12883" y="11750"/>
                </a:lnTo>
                <a:lnTo>
                  <a:pt x="12971" y="11569"/>
                </a:lnTo>
                <a:lnTo>
                  <a:pt x="13059" y="11427"/>
                </a:lnTo>
                <a:lnTo>
                  <a:pt x="13160" y="11234"/>
                </a:lnTo>
                <a:lnTo>
                  <a:pt x="13248" y="11092"/>
                </a:lnTo>
                <a:lnTo>
                  <a:pt x="13386" y="10911"/>
                </a:lnTo>
                <a:lnTo>
                  <a:pt x="13474" y="10718"/>
                </a:lnTo>
                <a:lnTo>
                  <a:pt x="13574" y="10576"/>
                </a:lnTo>
                <a:lnTo>
                  <a:pt x="13662" y="10382"/>
                </a:lnTo>
                <a:lnTo>
                  <a:pt x="13750" y="10253"/>
                </a:lnTo>
                <a:lnTo>
                  <a:pt x="13888" y="10060"/>
                </a:lnTo>
                <a:lnTo>
                  <a:pt x="13976" y="9866"/>
                </a:lnTo>
                <a:lnTo>
                  <a:pt x="14076" y="9725"/>
                </a:lnTo>
                <a:lnTo>
                  <a:pt x="14164" y="9544"/>
                </a:lnTo>
                <a:lnTo>
                  <a:pt x="14252" y="9402"/>
                </a:lnTo>
                <a:lnTo>
                  <a:pt x="14390" y="9209"/>
                </a:lnTo>
                <a:lnTo>
                  <a:pt x="14478" y="9067"/>
                </a:lnTo>
                <a:lnTo>
                  <a:pt x="14579" y="8886"/>
                </a:lnTo>
                <a:lnTo>
                  <a:pt x="14667" y="8693"/>
                </a:lnTo>
                <a:lnTo>
                  <a:pt x="14754" y="8551"/>
                </a:lnTo>
                <a:lnTo>
                  <a:pt x="14893" y="8370"/>
                </a:lnTo>
                <a:lnTo>
                  <a:pt x="14980" y="8228"/>
                </a:lnTo>
                <a:lnTo>
                  <a:pt x="15081" y="8035"/>
                </a:lnTo>
                <a:lnTo>
                  <a:pt x="15169" y="7893"/>
                </a:lnTo>
                <a:lnTo>
                  <a:pt x="15257" y="7713"/>
                </a:lnTo>
                <a:lnTo>
                  <a:pt x="15395" y="7571"/>
                </a:lnTo>
                <a:lnTo>
                  <a:pt x="15483" y="7377"/>
                </a:lnTo>
                <a:lnTo>
                  <a:pt x="15583" y="7235"/>
                </a:lnTo>
                <a:lnTo>
                  <a:pt x="15671" y="7055"/>
                </a:lnTo>
                <a:lnTo>
                  <a:pt x="15759" y="6861"/>
                </a:lnTo>
                <a:lnTo>
                  <a:pt x="15897" y="6719"/>
                </a:lnTo>
                <a:lnTo>
                  <a:pt x="15985" y="6539"/>
                </a:lnTo>
                <a:lnTo>
                  <a:pt x="16086" y="6397"/>
                </a:lnTo>
                <a:lnTo>
                  <a:pt x="16173" y="6203"/>
                </a:lnTo>
                <a:lnTo>
                  <a:pt x="16261" y="6062"/>
                </a:lnTo>
                <a:lnTo>
                  <a:pt x="16399" y="5881"/>
                </a:lnTo>
                <a:lnTo>
                  <a:pt x="16487" y="5739"/>
                </a:lnTo>
                <a:lnTo>
                  <a:pt x="16588" y="5546"/>
                </a:lnTo>
                <a:lnTo>
                  <a:pt x="16676" y="5404"/>
                </a:lnTo>
                <a:lnTo>
                  <a:pt x="16764" y="5223"/>
                </a:lnTo>
                <a:lnTo>
                  <a:pt x="16902" y="5081"/>
                </a:lnTo>
                <a:lnTo>
                  <a:pt x="16990" y="4888"/>
                </a:lnTo>
                <a:lnTo>
                  <a:pt x="17090" y="4746"/>
                </a:lnTo>
                <a:lnTo>
                  <a:pt x="17178" y="4565"/>
                </a:lnTo>
                <a:lnTo>
                  <a:pt x="17266" y="4424"/>
                </a:lnTo>
                <a:lnTo>
                  <a:pt x="17404" y="4230"/>
                </a:lnTo>
                <a:lnTo>
                  <a:pt x="17505" y="4088"/>
                </a:lnTo>
                <a:lnTo>
                  <a:pt x="17592" y="3908"/>
                </a:lnTo>
                <a:lnTo>
                  <a:pt x="17680" y="3766"/>
                </a:lnTo>
                <a:lnTo>
                  <a:pt x="17768" y="3572"/>
                </a:lnTo>
                <a:lnTo>
                  <a:pt x="17906" y="3430"/>
                </a:lnTo>
                <a:lnTo>
                  <a:pt x="18007" y="3250"/>
                </a:lnTo>
                <a:lnTo>
                  <a:pt x="18095" y="3108"/>
                </a:lnTo>
                <a:lnTo>
                  <a:pt x="18183" y="2914"/>
                </a:lnTo>
                <a:lnTo>
                  <a:pt x="18271" y="2773"/>
                </a:lnTo>
                <a:lnTo>
                  <a:pt x="18409" y="2592"/>
                </a:lnTo>
                <a:lnTo>
                  <a:pt x="18509" y="2450"/>
                </a:lnTo>
                <a:lnTo>
                  <a:pt x="18597" y="2257"/>
                </a:lnTo>
                <a:lnTo>
                  <a:pt x="18685" y="2115"/>
                </a:lnTo>
                <a:lnTo>
                  <a:pt x="18773" y="1973"/>
                </a:lnTo>
                <a:lnTo>
                  <a:pt x="18911" y="1792"/>
                </a:lnTo>
                <a:lnTo>
                  <a:pt x="19011" y="1650"/>
                </a:lnTo>
                <a:lnTo>
                  <a:pt x="19099" y="1457"/>
                </a:lnTo>
                <a:lnTo>
                  <a:pt x="19187" y="1315"/>
                </a:lnTo>
                <a:lnTo>
                  <a:pt x="19275" y="1135"/>
                </a:lnTo>
                <a:lnTo>
                  <a:pt x="19413" y="993"/>
                </a:lnTo>
                <a:lnTo>
                  <a:pt x="19514" y="799"/>
                </a:lnTo>
                <a:lnTo>
                  <a:pt x="19602" y="657"/>
                </a:lnTo>
                <a:lnTo>
                  <a:pt x="19690" y="477"/>
                </a:lnTo>
                <a:lnTo>
                  <a:pt x="19790" y="335"/>
                </a:lnTo>
                <a:lnTo>
                  <a:pt x="19916" y="193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953661" y="3841744"/>
            <a:ext cx="20016" cy="29665"/>
          </a:xfrm>
          <a:custGeom>
            <a:avLst/>
            <a:gdLst/>
            <a:ahLst/>
            <a:cxnLst/>
            <a:rect l="l" t="t" r="r" b="b"/>
            <a:pathLst>
              <a:path w="20016" h="29665">
                <a:moveTo>
                  <a:pt x="0" y="29665"/>
                </a:moveTo>
                <a:lnTo>
                  <a:pt x="87" y="29523"/>
                </a:lnTo>
                <a:lnTo>
                  <a:pt x="175" y="29343"/>
                </a:lnTo>
                <a:lnTo>
                  <a:pt x="276" y="29201"/>
                </a:lnTo>
                <a:lnTo>
                  <a:pt x="401" y="29007"/>
                </a:lnTo>
                <a:lnTo>
                  <a:pt x="502" y="28865"/>
                </a:lnTo>
                <a:lnTo>
                  <a:pt x="590" y="28723"/>
                </a:lnTo>
                <a:lnTo>
                  <a:pt x="678" y="28543"/>
                </a:lnTo>
                <a:lnTo>
                  <a:pt x="778" y="28401"/>
                </a:lnTo>
                <a:lnTo>
                  <a:pt x="916" y="28207"/>
                </a:lnTo>
                <a:lnTo>
                  <a:pt x="1004" y="28066"/>
                </a:lnTo>
                <a:lnTo>
                  <a:pt x="1092" y="27924"/>
                </a:lnTo>
                <a:lnTo>
                  <a:pt x="1180" y="27743"/>
                </a:lnTo>
                <a:lnTo>
                  <a:pt x="1280" y="27601"/>
                </a:lnTo>
                <a:lnTo>
                  <a:pt x="1418" y="27408"/>
                </a:lnTo>
                <a:lnTo>
                  <a:pt x="1506" y="27266"/>
                </a:lnTo>
                <a:lnTo>
                  <a:pt x="1594" y="27124"/>
                </a:lnTo>
                <a:lnTo>
                  <a:pt x="1682" y="26943"/>
                </a:lnTo>
                <a:lnTo>
                  <a:pt x="1783" y="26802"/>
                </a:lnTo>
                <a:lnTo>
                  <a:pt x="1921" y="26608"/>
                </a:lnTo>
                <a:lnTo>
                  <a:pt x="2009" y="26466"/>
                </a:lnTo>
                <a:lnTo>
                  <a:pt x="2097" y="26324"/>
                </a:lnTo>
                <a:lnTo>
                  <a:pt x="2184" y="26144"/>
                </a:lnTo>
                <a:lnTo>
                  <a:pt x="2285" y="26002"/>
                </a:lnTo>
                <a:lnTo>
                  <a:pt x="2423" y="25860"/>
                </a:lnTo>
                <a:lnTo>
                  <a:pt x="2511" y="25667"/>
                </a:lnTo>
                <a:lnTo>
                  <a:pt x="2599" y="25525"/>
                </a:lnTo>
                <a:lnTo>
                  <a:pt x="2687" y="25344"/>
                </a:lnTo>
                <a:lnTo>
                  <a:pt x="2787" y="25202"/>
                </a:lnTo>
                <a:lnTo>
                  <a:pt x="2925" y="25060"/>
                </a:lnTo>
                <a:lnTo>
                  <a:pt x="3013" y="24867"/>
                </a:lnTo>
                <a:lnTo>
                  <a:pt x="3101" y="24725"/>
                </a:lnTo>
                <a:lnTo>
                  <a:pt x="3189" y="24583"/>
                </a:lnTo>
                <a:lnTo>
                  <a:pt x="3290" y="24403"/>
                </a:lnTo>
                <a:lnTo>
                  <a:pt x="3428" y="24261"/>
                </a:lnTo>
                <a:lnTo>
                  <a:pt x="3516" y="24119"/>
                </a:lnTo>
                <a:lnTo>
                  <a:pt x="3603" y="23925"/>
                </a:lnTo>
                <a:lnTo>
                  <a:pt x="3704" y="23796"/>
                </a:lnTo>
                <a:lnTo>
                  <a:pt x="3792" y="23654"/>
                </a:lnTo>
                <a:lnTo>
                  <a:pt x="3930" y="23461"/>
                </a:lnTo>
                <a:lnTo>
                  <a:pt x="4018" y="23319"/>
                </a:lnTo>
                <a:lnTo>
                  <a:pt x="4106" y="23177"/>
                </a:lnTo>
                <a:lnTo>
                  <a:pt x="4206" y="22997"/>
                </a:lnTo>
                <a:lnTo>
                  <a:pt x="4294" y="22855"/>
                </a:lnTo>
                <a:lnTo>
                  <a:pt x="4432" y="22713"/>
                </a:lnTo>
                <a:lnTo>
                  <a:pt x="4520" y="22519"/>
                </a:lnTo>
                <a:lnTo>
                  <a:pt x="4608" y="22378"/>
                </a:lnTo>
                <a:lnTo>
                  <a:pt x="4709" y="22236"/>
                </a:lnTo>
                <a:lnTo>
                  <a:pt x="4796" y="22055"/>
                </a:lnTo>
                <a:lnTo>
                  <a:pt x="4935" y="21913"/>
                </a:lnTo>
                <a:lnTo>
                  <a:pt x="5022" y="21771"/>
                </a:lnTo>
                <a:lnTo>
                  <a:pt x="5110" y="21629"/>
                </a:lnTo>
                <a:lnTo>
                  <a:pt x="5211" y="21436"/>
                </a:lnTo>
                <a:lnTo>
                  <a:pt x="5299" y="21294"/>
                </a:lnTo>
                <a:lnTo>
                  <a:pt x="5437" y="21152"/>
                </a:lnTo>
                <a:lnTo>
                  <a:pt x="5525" y="20972"/>
                </a:lnTo>
                <a:lnTo>
                  <a:pt x="5613" y="20830"/>
                </a:lnTo>
                <a:lnTo>
                  <a:pt x="5713" y="20688"/>
                </a:lnTo>
                <a:lnTo>
                  <a:pt x="5801" y="20494"/>
                </a:lnTo>
                <a:lnTo>
                  <a:pt x="5939" y="20353"/>
                </a:lnTo>
                <a:lnTo>
                  <a:pt x="6027" y="20224"/>
                </a:lnTo>
                <a:lnTo>
                  <a:pt x="6115" y="20082"/>
                </a:lnTo>
                <a:lnTo>
                  <a:pt x="6215" y="19888"/>
                </a:lnTo>
                <a:lnTo>
                  <a:pt x="6303" y="19746"/>
                </a:lnTo>
                <a:lnTo>
                  <a:pt x="6441" y="19605"/>
                </a:lnTo>
                <a:lnTo>
                  <a:pt x="6529" y="19463"/>
                </a:lnTo>
                <a:lnTo>
                  <a:pt x="6617" y="19282"/>
                </a:lnTo>
                <a:lnTo>
                  <a:pt x="6718" y="19140"/>
                </a:lnTo>
                <a:lnTo>
                  <a:pt x="6806" y="18998"/>
                </a:lnTo>
                <a:lnTo>
                  <a:pt x="6944" y="18856"/>
                </a:lnTo>
                <a:lnTo>
                  <a:pt x="7032" y="18663"/>
                </a:lnTo>
                <a:lnTo>
                  <a:pt x="7132" y="18521"/>
                </a:lnTo>
                <a:lnTo>
                  <a:pt x="7220" y="18379"/>
                </a:lnTo>
                <a:lnTo>
                  <a:pt x="7308" y="18237"/>
                </a:lnTo>
                <a:lnTo>
                  <a:pt x="7446" y="18057"/>
                </a:lnTo>
                <a:lnTo>
                  <a:pt x="7534" y="17915"/>
                </a:lnTo>
                <a:lnTo>
                  <a:pt x="7634" y="17773"/>
                </a:lnTo>
                <a:lnTo>
                  <a:pt x="7722" y="17631"/>
                </a:lnTo>
                <a:lnTo>
                  <a:pt x="7810" y="17451"/>
                </a:lnTo>
                <a:lnTo>
                  <a:pt x="7948" y="17309"/>
                </a:lnTo>
                <a:lnTo>
                  <a:pt x="8036" y="17167"/>
                </a:lnTo>
                <a:lnTo>
                  <a:pt x="8137" y="17025"/>
                </a:lnTo>
                <a:lnTo>
                  <a:pt x="8225" y="16831"/>
                </a:lnTo>
                <a:lnTo>
                  <a:pt x="8313" y="16690"/>
                </a:lnTo>
                <a:lnTo>
                  <a:pt x="8451" y="16548"/>
                </a:lnTo>
                <a:lnTo>
                  <a:pt x="8539" y="16406"/>
                </a:lnTo>
                <a:lnTo>
                  <a:pt x="8639" y="16264"/>
                </a:lnTo>
                <a:lnTo>
                  <a:pt x="8727" y="16083"/>
                </a:lnTo>
                <a:lnTo>
                  <a:pt x="8815" y="15941"/>
                </a:lnTo>
                <a:lnTo>
                  <a:pt x="8953" y="15800"/>
                </a:lnTo>
                <a:lnTo>
                  <a:pt x="9041" y="15658"/>
                </a:lnTo>
                <a:lnTo>
                  <a:pt x="9141" y="15516"/>
                </a:lnTo>
                <a:lnTo>
                  <a:pt x="9229" y="15335"/>
                </a:lnTo>
                <a:lnTo>
                  <a:pt x="9317" y="15193"/>
                </a:lnTo>
                <a:lnTo>
                  <a:pt x="9455" y="15052"/>
                </a:lnTo>
                <a:lnTo>
                  <a:pt x="9543" y="14910"/>
                </a:lnTo>
                <a:lnTo>
                  <a:pt x="9644" y="14768"/>
                </a:lnTo>
                <a:lnTo>
                  <a:pt x="9731" y="14574"/>
                </a:lnTo>
                <a:lnTo>
                  <a:pt x="9819" y="14432"/>
                </a:lnTo>
                <a:lnTo>
                  <a:pt x="9958" y="14291"/>
                </a:lnTo>
                <a:lnTo>
                  <a:pt x="10045" y="14149"/>
                </a:lnTo>
                <a:lnTo>
                  <a:pt x="10146" y="14007"/>
                </a:lnTo>
                <a:lnTo>
                  <a:pt x="10234" y="13878"/>
                </a:lnTo>
                <a:lnTo>
                  <a:pt x="10322" y="13684"/>
                </a:lnTo>
                <a:lnTo>
                  <a:pt x="10460" y="13542"/>
                </a:lnTo>
                <a:lnTo>
                  <a:pt x="10548" y="13401"/>
                </a:lnTo>
                <a:lnTo>
                  <a:pt x="10648" y="13259"/>
                </a:lnTo>
                <a:lnTo>
                  <a:pt x="10736" y="13117"/>
                </a:lnTo>
                <a:lnTo>
                  <a:pt x="10824" y="12975"/>
                </a:lnTo>
                <a:lnTo>
                  <a:pt x="10962" y="12794"/>
                </a:lnTo>
                <a:lnTo>
                  <a:pt x="11063" y="12652"/>
                </a:lnTo>
                <a:lnTo>
                  <a:pt x="11150" y="12511"/>
                </a:lnTo>
                <a:lnTo>
                  <a:pt x="11238" y="12369"/>
                </a:lnTo>
                <a:lnTo>
                  <a:pt x="11326" y="12227"/>
                </a:lnTo>
                <a:lnTo>
                  <a:pt x="11464" y="12085"/>
                </a:lnTo>
                <a:lnTo>
                  <a:pt x="11565" y="11943"/>
                </a:lnTo>
                <a:lnTo>
                  <a:pt x="11653" y="11763"/>
                </a:lnTo>
                <a:lnTo>
                  <a:pt x="11741" y="11621"/>
                </a:lnTo>
                <a:lnTo>
                  <a:pt x="11829" y="11479"/>
                </a:lnTo>
                <a:lnTo>
                  <a:pt x="11967" y="11337"/>
                </a:lnTo>
                <a:lnTo>
                  <a:pt x="12067" y="11195"/>
                </a:lnTo>
                <a:lnTo>
                  <a:pt x="12155" y="11053"/>
                </a:lnTo>
                <a:lnTo>
                  <a:pt x="12243" y="10911"/>
                </a:lnTo>
                <a:lnTo>
                  <a:pt x="12331" y="10769"/>
                </a:lnTo>
                <a:lnTo>
                  <a:pt x="12469" y="10576"/>
                </a:lnTo>
                <a:lnTo>
                  <a:pt x="12569" y="10434"/>
                </a:lnTo>
                <a:lnTo>
                  <a:pt x="12657" y="10305"/>
                </a:lnTo>
                <a:lnTo>
                  <a:pt x="12745" y="10163"/>
                </a:lnTo>
                <a:lnTo>
                  <a:pt x="12833" y="10021"/>
                </a:lnTo>
                <a:lnTo>
                  <a:pt x="12971" y="9879"/>
                </a:lnTo>
                <a:lnTo>
                  <a:pt x="13072" y="9738"/>
                </a:lnTo>
                <a:lnTo>
                  <a:pt x="13160" y="9596"/>
                </a:lnTo>
                <a:lnTo>
                  <a:pt x="13248" y="9454"/>
                </a:lnTo>
                <a:lnTo>
                  <a:pt x="13335" y="9312"/>
                </a:lnTo>
                <a:lnTo>
                  <a:pt x="13474" y="9170"/>
                </a:lnTo>
                <a:lnTo>
                  <a:pt x="13574" y="8989"/>
                </a:lnTo>
                <a:lnTo>
                  <a:pt x="13662" y="8848"/>
                </a:lnTo>
                <a:lnTo>
                  <a:pt x="13750" y="8706"/>
                </a:lnTo>
                <a:lnTo>
                  <a:pt x="13850" y="8564"/>
                </a:lnTo>
                <a:lnTo>
                  <a:pt x="13976" y="8422"/>
                </a:lnTo>
                <a:lnTo>
                  <a:pt x="14076" y="8280"/>
                </a:lnTo>
                <a:lnTo>
                  <a:pt x="14164" y="8138"/>
                </a:lnTo>
                <a:lnTo>
                  <a:pt x="14252" y="7996"/>
                </a:lnTo>
                <a:lnTo>
                  <a:pt x="14353" y="7854"/>
                </a:lnTo>
                <a:lnTo>
                  <a:pt x="14478" y="7713"/>
                </a:lnTo>
                <a:lnTo>
                  <a:pt x="14579" y="7571"/>
                </a:lnTo>
                <a:lnTo>
                  <a:pt x="14667" y="7429"/>
                </a:lnTo>
                <a:lnTo>
                  <a:pt x="14754" y="7287"/>
                </a:lnTo>
                <a:lnTo>
                  <a:pt x="14855" y="7145"/>
                </a:lnTo>
                <a:lnTo>
                  <a:pt x="14993" y="7003"/>
                </a:lnTo>
                <a:lnTo>
                  <a:pt x="15081" y="6874"/>
                </a:lnTo>
                <a:lnTo>
                  <a:pt x="15169" y="6681"/>
                </a:lnTo>
                <a:lnTo>
                  <a:pt x="15257" y="6539"/>
                </a:lnTo>
                <a:lnTo>
                  <a:pt x="15357" y="6397"/>
                </a:lnTo>
                <a:lnTo>
                  <a:pt x="15495" y="6255"/>
                </a:lnTo>
                <a:lnTo>
                  <a:pt x="15583" y="6113"/>
                </a:lnTo>
                <a:lnTo>
                  <a:pt x="15671" y="5971"/>
                </a:lnTo>
                <a:lnTo>
                  <a:pt x="15759" y="5829"/>
                </a:lnTo>
                <a:lnTo>
                  <a:pt x="15860" y="5688"/>
                </a:lnTo>
                <a:lnTo>
                  <a:pt x="15998" y="5546"/>
                </a:lnTo>
                <a:lnTo>
                  <a:pt x="16086" y="5417"/>
                </a:lnTo>
                <a:lnTo>
                  <a:pt x="16173" y="5275"/>
                </a:lnTo>
                <a:lnTo>
                  <a:pt x="16261" y="5133"/>
                </a:lnTo>
                <a:lnTo>
                  <a:pt x="16362" y="4991"/>
                </a:lnTo>
                <a:lnTo>
                  <a:pt x="16500" y="4849"/>
                </a:lnTo>
                <a:lnTo>
                  <a:pt x="16588" y="4707"/>
                </a:lnTo>
                <a:lnTo>
                  <a:pt x="16676" y="4565"/>
                </a:lnTo>
                <a:lnTo>
                  <a:pt x="16764" y="4424"/>
                </a:lnTo>
                <a:lnTo>
                  <a:pt x="16864" y="4282"/>
                </a:lnTo>
                <a:lnTo>
                  <a:pt x="17002" y="4140"/>
                </a:lnTo>
                <a:lnTo>
                  <a:pt x="17090" y="3998"/>
                </a:lnTo>
                <a:lnTo>
                  <a:pt x="17178" y="3856"/>
                </a:lnTo>
                <a:lnTo>
                  <a:pt x="17279" y="3714"/>
                </a:lnTo>
                <a:lnTo>
                  <a:pt x="17366" y="3572"/>
                </a:lnTo>
                <a:lnTo>
                  <a:pt x="17505" y="3430"/>
                </a:lnTo>
                <a:lnTo>
                  <a:pt x="17592" y="3301"/>
                </a:lnTo>
                <a:lnTo>
                  <a:pt x="17680" y="3160"/>
                </a:lnTo>
                <a:lnTo>
                  <a:pt x="17781" y="3018"/>
                </a:lnTo>
                <a:lnTo>
                  <a:pt x="17869" y="2876"/>
                </a:lnTo>
                <a:lnTo>
                  <a:pt x="18007" y="2734"/>
                </a:lnTo>
                <a:lnTo>
                  <a:pt x="18183" y="2502"/>
                </a:lnTo>
                <a:lnTo>
                  <a:pt x="18283" y="2360"/>
                </a:lnTo>
                <a:lnTo>
                  <a:pt x="18371" y="2218"/>
                </a:lnTo>
                <a:lnTo>
                  <a:pt x="18509" y="2076"/>
                </a:lnTo>
                <a:lnTo>
                  <a:pt x="18597" y="1934"/>
                </a:lnTo>
                <a:lnTo>
                  <a:pt x="18685" y="1792"/>
                </a:lnTo>
                <a:lnTo>
                  <a:pt x="18785" y="1650"/>
                </a:lnTo>
                <a:lnTo>
                  <a:pt x="18873" y="1509"/>
                </a:lnTo>
                <a:lnTo>
                  <a:pt x="19011" y="1367"/>
                </a:lnTo>
                <a:lnTo>
                  <a:pt x="19099" y="1225"/>
                </a:lnTo>
                <a:lnTo>
                  <a:pt x="19187" y="1083"/>
                </a:lnTo>
                <a:lnTo>
                  <a:pt x="19288" y="941"/>
                </a:lnTo>
                <a:lnTo>
                  <a:pt x="19376" y="799"/>
                </a:lnTo>
                <a:lnTo>
                  <a:pt x="19514" y="657"/>
                </a:lnTo>
                <a:lnTo>
                  <a:pt x="19602" y="528"/>
                </a:lnTo>
                <a:lnTo>
                  <a:pt x="19790" y="283"/>
                </a:lnTo>
                <a:lnTo>
                  <a:pt x="19878" y="141"/>
                </a:lnTo>
                <a:lnTo>
                  <a:pt x="20016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973677" y="3817160"/>
            <a:ext cx="19966" cy="24583"/>
          </a:xfrm>
          <a:custGeom>
            <a:avLst/>
            <a:gdLst/>
            <a:ahLst/>
            <a:cxnLst/>
            <a:rect l="l" t="t" r="r" b="b"/>
            <a:pathLst>
              <a:path w="19966" h="24583">
                <a:moveTo>
                  <a:pt x="0" y="24583"/>
                </a:moveTo>
                <a:lnTo>
                  <a:pt x="87" y="24441"/>
                </a:lnTo>
                <a:lnTo>
                  <a:pt x="175" y="24312"/>
                </a:lnTo>
                <a:lnTo>
                  <a:pt x="276" y="24170"/>
                </a:lnTo>
                <a:lnTo>
                  <a:pt x="364" y="24029"/>
                </a:lnTo>
                <a:lnTo>
                  <a:pt x="502" y="23887"/>
                </a:lnTo>
                <a:lnTo>
                  <a:pt x="590" y="23745"/>
                </a:lnTo>
                <a:lnTo>
                  <a:pt x="778" y="23513"/>
                </a:lnTo>
                <a:lnTo>
                  <a:pt x="866" y="23371"/>
                </a:lnTo>
                <a:lnTo>
                  <a:pt x="1004" y="23229"/>
                </a:lnTo>
                <a:lnTo>
                  <a:pt x="1092" y="23087"/>
                </a:lnTo>
                <a:lnTo>
                  <a:pt x="1192" y="22945"/>
                </a:lnTo>
                <a:lnTo>
                  <a:pt x="1280" y="22803"/>
                </a:lnTo>
                <a:lnTo>
                  <a:pt x="1368" y="22661"/>
                </a:lnTo>
                <a:lnTo>
                  <a:pt x="1506" y="22571"/>
                </a:lnTo>
                <a:lnTo>
                  <a:pt x="1594" y="22429"/>
                </a:lnTo>
                <a:lnTo>
                  <a:pt x="1695" y="22287"/>
                </a:lnTo>
                <a:lnTo>
                  <a:pt x="1783" y="22145"/>
                </a:lnTo>
                <a:lnTo>
                  <a:pt x="1871" y="22004"/>
                </a:lnTo>
                <a:lnTo>
                  <a:pt x="2009" y="21862"/>
                </a:lnTo>
                <a:lnTo>
                  <a:pt x="2097" y="21720"/>
                </a:lnTo>
                <a:lnTo>
                  <a:pt x="2285" y="21488"/>
                </a:lnTo>
                <a:lnTo>
                  <a:pt x="2373" y="21346"/>
                </a:lnTo>
                <a:lnTo>
                  <a:pt x="2511" y="21204"/>
                </a:lnTo>
                <a:lnTo>
                  <a:pt x="2599" y="21062"/>
                </a:lnTo>
                <a:lnTo>
                  <a:pt x="2699" y="20920"/>
                </a:lnTo>
                <a:lnTo>
                  <a:pt x="2787" y="20778"/>
                </a:lnTo>
                <a:lnTo>
                  <a:pt x="3013" y="20546"/>
                </a:lnTo>
                <a:lnTo>
                  <a:pt x="3101" y="20404"/>
                </a:lnTo>
                <a:lnTo>
                  <a:pt x="3202" y="20262"/>
                </a:lnTo>
                <a:lnTo>
                  <a:pt x="3290" y="20120"/>
                </a:lnTo>
                <a:lnTo>
                  <a:pt x="3516" y="19888"/>
                </a:lnTo>
                <a:lnTo>
                  <a:pt x="3603" y="19746"/>
                </a:lnTo>
                <a:lnTo>
                  <a:pt x="3704" y="19605"/>
                </a:lnTo>
                <a:lnTo>
                  <a:pt x="3792" y="19463"/>
                </a:lnTo>
                <a:lnTo>
                  <a:pt x="4018" y="19230"/>
                </a:lnTo>
                <a:lnTo>
                  <a:pt x="4106" y="19089"/>
                </a:lnTo>
                <a:lnTo>
                  <a:pt x="4206" y="18947"/>
                </a:lnTo>
                <a:lnTo>
                  <a:pt x="4294" y="18805"/>
                </a:lnTo>
                <a:lnTo>
                  <a:pt x="4520" y="18573"/>
                </a:lnTo>
                <a:lnTo>
                  <a:pt x="4621" y="18431"/>
                </a:lnTo>
                <a:lnTo>
                  <a:pt x="4709" y="18289"/>
                </a:lnTo>
                <a:lnTo>
                  <a:pt x="4796" y="18147"/>
                </a:lnTo>
                <a:lnTo>
                  <a:pt x="5022" y="17915"/>
                </a:lnTo>
                <a:lnTo>
                  <a:pt x="5123" y="17773"/>
                </a:lnTo>
                <a:lnTo>
                  <a:pt x="5211" y="17631"/>
                </a:lnTo>
                <a:lnTo>
                  <a:pt x="5387" y="17399"/>
                </a:lnTo>
                <a:lnTo>
                  <a:pt x="5525" y="17257"/>
                </a:lnTo>
                <a:lnTo>
                  <a:pt x="5625" y="17115"/>
                </a:lnTo>
                <a:lnTo>
                  <a:pt x="5801" y="16883"/>
                </a:lnTo>
                <a:lnTo>
                  <a:pt x="5889" y="16741"/>
                </a:lnTo>
                <a:lnTo>
                  <a:pt x="6027" y="16599"/>
                </a:lnTo>
                <a:lnTo>
                  <a:pt x="6215" y="16367"/>
                </a:lnTo>
                <a:lnTo>
                  <a:pt x="6303" y="16225"/>
                </a:lnTo>
                <a:lnTo>
                  <a:pt x="6391" y="16083"/>
                </a:lnTo>
                <a:lnTo>
                  <a:pt x="6529" y="15980"/>
                </a:lnTo>
                <a:lnTo>
                  <a:pt x="6630" y="15851"/>
                </a:lnTo>
                <a:lnTo>
                  <a:pt x="6718" y="15709"/>
                </a:lnTo>
                <a:lnTo>
                  <a:pt x="6894" y="15464"/>
                </a:lnTo>
                <a:lnTo>
                  <a:pt x="7032" y="15322"/>
                </a:lnTo>
                <a:lnTo>
                  <a:pt x="7132" y="15193"/>
                </a:lnTo>
                <a:lnTo>
                  <a:pt x="7308" y="14948"/>
                </a:lnTo>
                <a:lnTo>
                  <a:pt x="7408" y="14806"/>
                </a:lnTo>
                <a:lnTo>
                  <a:pt x="7634" y="14574"/>
                </a:lnTo>
                <a:lnTo>
                  <a:pt x="7722" y="14432"/>
                </a:lnTo>
                <a:lnTo>
                  <a:pt x="7911" y="14200"/>
                </a:lnTo>
                <a:lnTo>
                  <a:pt x="8036" y="14058"/>
                </a:lnTo>
                <a:lnTo>
                  <a:pt x="8137" y="13916"/>
                </a:lnTo>
                <a:lnTo>
                  <a:pt x="8313" y="13684"/>
                </a:lnTo>
                <a:lnTo>
                  <a:pt x="8413" y="13542"/>
                </a:lnTo>
                <a:lnTo>
                  <a:pt x="8551" y="13452"/>
                </a:lnTo>
                <a:lnTo>
                  <a:pt x="8639" y="13310"/>
                </a:lnTo>
                <a:lnTo>
                  <a:pt x="8727" y="13168"/>
                </a:lnTo>
                <a:lnTo>
                  <a:pt x="8915" y="12936"/>
                </a:lnTo>
                <a:lnTo>
                  <a:pt x="9053" y="12794"/>
                </a:lnTo>
                <a:lnTo>
                  <a:pt x="9229" y="12549"/>
                </a:lnTo>
                <a:lnTo>
                  <a:pt x="9317" y="12420"/>
                </a:lnTo>
                <a:lnTo>
                  <a:pt x="9556" y="12175"/>
                </a:lnTo>
                <a:lnTo>
                  <a:pt x="9731" y="11943"/>
                </a:lnTo>
                <a:lnTo>
                  <a:pt x="9819" y="11801"/>
                </a:lnTo>
                <a:lnTo>
                  <a:pt x="10058" y="11569"/>
                </a:lnTo>
                <a:lnTo>
                  <a:pt x="10146" y="11427"/>
                </a:lnTo>
                <a:lnTo>
                  <a:pt x="10322" y="11195"/>
                </a:lnTo>
                <a:lnTo>
                  <a:pt x="10560" y="10963"/>
                </a:lnTo>
                <a:lnTo>
                  <a:pt x="10648" y="10821"/>
                </a:lnTo>
                <a:lnTo>
                  <a:pt x="10837" y="10576"/>
                </a:lnTo>
                <a:lnTo>
                  <a:pt x="11063" y="10344"/>
                </a:lnTo>
                <a:lnTo>
                  <a:pt x="11150" y="10202"/>
                </a:lnTo>
                <a:lnTo>
                  <a:pt x="11339" y="9970"/>
                </a:lnTo>
                <a:lnTo>
                  <a:pt x="11565" y="9738"/>
                </a:lnTo>
                <a:lnTo>
                  <a:pt x="11653" y="9596"/>
                </a:lnTo>
                <a:lnTo>
                  <a:pt x="11841" y="9363"/>
                </a:lnTo>
                <a:lnTo>
                  <a:pt x="12067" y="9118"/>
                </a:lnTo>
                <a:lnTo>
                  <a:pt x="12243" y="8886"/>
                </a:lnTo>
                <a:lnTo>
                  <a:pt x="12343" y="8744"/>
                </a:lnTo>
                <a:lnTo>
                  <a:pt x="12569" y="8512"/>
                </a:lnTo>
                <a:lnTo>
                  <a:pt x="12745" y="8280"/>
                </a:lnTo>
                <a:lnTo>
                  <a:pt x="12934" y="8048"/>
                </a:lnTo>
                <a:lnTo>
                  <a:pt x="13072" y="7945"/>
                </a:lnTo>
                <a:lnTo>
                  <a:pt x="13160" y="7803"/>
                </a:lnTo>
                <a:lnTo>
                  <a:pt x="13248" y="7661"/>
                </a:lnTo>
                <a:lnTo>
                  <a:pt x="13436" y="7429"/>
                </a:lnTo>
                <a:lnTo>
                  <a:pt x="13574" y="7338"/>
                </a:lnTo>
                <a:lnTo>
                  <a:pt x="13662" y="7197"/>
                </a:lnTo>
                <a:lnTo>
                  <a:pt x="13850" y="6964"/>
                </a:lnTo>
                <a:lnTo>
                  <a:pt x="14076" y="6732"/>
                </a:lnTo>
                <a:lnTo>
                  <a:pt x="14252" y="6487"/>
                </a:lnTo>
                <a:lnTo>
                  <a:pt x="14441" y="6255"/>
                </a:lnTo>
                <a:lnTo>
                  <a:pt x="14579" y="6165"/>
                </a:lnTo>
                <a:lnTo>
                  <a:pt x="14667" y="6023"/>
                </a:lnTo>
                <a:lnTo>
                  <a:pt x="14855" y="5791"/>
                </a:lnTo>
                <a:lnTo>
                  <a:pt x="15081" y="5546"/>
                </a:lnTo>
                <a:lnTo>
                  <a:pt x="15269" y="5313"/>
                </a:lnTo>
                <a:lnTo>
                  <a:pt x="15445" y="5081"/>
                </a:lnTo>
                <a:lnTo>
                  <a:pt x="15583" y="4991"/>
                </a:lnTo>
                <a:lnTo>
                  <a:pt x="15671" y="4849"/>
                </a:lnTo>
                <a:lnTo>
                  <a:pt x="15860" y="4656"/>
                </a:lnTo>
                <a:lnTo>
                  <a:pt x="15947" y="4514"/>
                </a:lnTo>
                <a:lnTo>
                  <a:pt x="16086" y="4424"/>
                </a:lnTo>
                <a:lnTo>
                  <a:pt x="16173" y="4282"/>
                </a:lnTo>
                <a:lnTo>
                  <a:pt x="16362" y="4049"/>
                </a:lnTo>
                <a:lnTo>
                  <a:pt x="16588" y="3817"/>
                </a:lnTo>
                <a:lnTo>
                  <a:pt x="16776" y="3624"/>
                </a:lnTo>
                <a:lnTo>
                  <a:pt x="16864" y="3482"/>
                </a:lnTo>
                <a:lnTo>
                  <a:pt x="17090" y="3250"/>
                </a:lnTo>
                <a:lnTo>
                  <a:pt x="17279" y="3018"/>
                </a:lnTo>
                <a:lnTo>
                  <a:pt x="17454" y="2824"/>
                </a:lnTo>
                <a:lnTo>
                  <a:pt x="17592" y="2682"/>
                </a:lnTo>
                <a:lnTo>
                  <a:pt x="17781" y="2450"/>
                </a:lnTo>
                <a:lnTo>
                  <a:pt x="17957" y="2257"/>
                </a:lnTo>
                <a:lnTo>
                  <a:pt x="18095" y="2115"/>
                </a:lnTo>
                <a:lnTo>
                  <a:pt x="18283" y="1883"/>
                </a:lnTo>
                <a:lnTo>
                  <a:pt x="18459" y="1702"/>
                </a:lnTo>
                <a:lnTo>
                  <a:pt x="18597" y="1560"/>
                </a:lnTo>
                <a:lnTo>
                  <a:pt x="18785" y="1315"/>
                </a:lnTo>
                <a:lnTo>
                  <a:pt x="18961" y="1135"/>
                </a:lnTo>
                <a:lnTo>
                  <a:pt x="19099" y="993"/>
                </a:lnTo>
                <a:lnTo>
                  <a:pt x="19288" y="799"/>
                </a:lnTo>
                <a:lnTo>
                  <a:pt x="19376" y="657"/>
                </a:lnTo>
                <a:lnTo>
                  <a:pt x="19602" y="477"/>
                </a:lnTo>
                <a:lnTo>
                  <a:pt x="19702" y="335"/>
                </a:lnTo>
                <a:lnTo>
                  <a:pt x="19878" y="141"/>
                </a:lnTo>
                <a:lnTo>
                  <a:pt x="19966" y="0"/>
                </a:lnTo>
              </a:path>
            </a:pathLst>
          </a:custGeom>
          <a:ln w="17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993643" y="3798084"/>
            <a:ext cx="20029" cy="19076"/>
          </a:xfrm>
          <a:custGeom>
            <a:avLst/>
            <a:gdLst/>
            <a:ahLst/>
            <a:cxnLst/>
            <a:rect l="l" t="t" r="r" b="b"/>
            <a:pathLst>
              <a:path w="20029" h="19076">
                <a:moveTo>
                  <a:pt x="0" y="19076"/>
                </a:moveTo>
                <a:lnTo>
                  <a:pt x="138" y="18985"/>
                </a:lnTo>
                <a:lnTo>
                  <a:pt x="238" y="18844"/>
                </a:lnTo>
                <a:lnTo>
                  <a:pt x="414" y="18663"/>
                </a:lnTo>
                <a:lnTo>
                  <a:pt x="640" y="18418"/>
                </a:lnTo>
                <a:lnTo>
                  <a:pt x="828" y="18237"/>
                </a:lnTo>
                <a:lnTo>
                  <a:pt x="916" y="18095"/>
                </a:lnTo>
                <a:lnTo>
                  <a:pt x="1142" y="17902"/>
                </a:lnTo>
                <a:lnTo>
                  <a:pt x="1243" y="17760"/>
                </a:lnTo>
                <a:lnTo>
                  <a:pt x="1418" y="17580"/>
                </a:lnTo>
                <a:lnTo>
                  <a:pt x="1519" y="17438"/>
                </a:lnTo>
                <a:lnTo>
                  <a:pt x="1745" y="17244"/>
                </a:lnTo>
                <a:lnTo>
                  <a:pt x="1921" y="17012"/>
                </a:lnTo>
                <a:lnTo>
                  <a:pt x="2159" y="16819"/>
                </a:lnTo>
                <a:lnTo>
                  <a:pt x="2247" y="16690"/>
                </a:lnTo>
                <a:lnTo>
                  <a:pt x="2423" y="16496"/>
                </a:lnTo>
                <a:lnTo>
                  <a:pt x="2662" y="16264"/>
                </a:lnTo>
                <a:lnTo>
                  <a:pt x="2837" y="16070"/>
                </a:lnTo>
                <a:lnTo>
                  <a:pt x="3026" y="15838"/>
                </a:lnTo>
                <a:lnTo>
                  <a:pt x="3164" y="15748"/>
                </a:lnTo>
                <a:lnTo>
                  <a:pt x="3340" y="15555"/>
                </a:lnTo>
                <a:lnTo>
                  <a:pt x="3428" y="15413"/>
                </a:lnTo>
                <a:lnTo>
                  <a:pt x="3666" y="15232"/>
                </a:lnTo>
                <a:lnTo>
                  <a:pt x="3842" y="14987"/>
                </a:lnTo>
                <a:lnTo>
                  <a:pt x="4030" y="14806"/>
                </a:lnTo>
                <a:lnTo>
                  <a:pt x="4169" y="14703"/>
                </a:lnTo>
                <a:lnTo>
                  <a:pt x="4344" y="14471"/>
                </a:lnTo>
                <a:lnTo>
                  <a:pt x="4533" y="14291"/>
                </a:lnTo>
                <a:lnTo>
                  <a:pt x="4671" y="14187"/>
                </a:lnTo>
                <a:lnTo>
                  <a:pt x="4847" y="13955"/>
                </a:lnTo>
                <a:lnTo>
                  <a:pt x="5035" y="13775"/>
                </a:lnTo>
                <a:lnTo>
                  <a:pt x="5173" y="13671"/>
                </a:lnTo>
                <a:lnTo>
                  <a:pt x="5349" y="13439"/>
                </a:lnTo>
                <a:lnTo>
                  <a:pt x="5575" y="13246"/>
                </a:lnTo>
                <a:lnTo>
                  <a:pt x="5763" y="13065"/>
                </a:lnTo>
                <a:lnTo>
                  <a:pt x="5952" y="12833"/>
                </a:lnTo>
                <a:lnTo>
                  <a:pt x="6090" y="12730"/>
                </a:lnTo>
                <a:lnTo>
                  <a:pt x="6266" y="12549"/>
                </a:lnTo>
                <a:lnTo>
                  <a:pt x="6454" y="12356"/>
                </a:lnTo>
                <a:lnTo>
                  <a:pt x="6592" y="12214"/>
                </a:lnTo>
                <a:lnTo>
                  <a:pt x="6768" y="12033"/>
                </a:lnTo>
                <a:lnTo>
                  <a:pt x="6956" y="11840"/>
                </a:lnTo>
                <a:lnTo>
                  <a:pt x="7094" y="11750"/>
                </a:lnTo>
                <a:lnTo>
                  <a:pt x="7270" y="11517"/>
                </a:lnTo>
                <a:lnTo>
                  <a:pt x="7459" y="11324"/>
                </a:lnTo>
                <a:lnTo>
                  <a:pt x="7597" y="11234"/>
                </a:lnTo>
                <a:lnTo>
                  <a:pt x="7773" y="11040"/>
                </a:lnTo>
                <a:lnTo>
                  <a:pt x="7961" y="10860"/>
                </a:lnTo>
                <a:lnTo>
                  <a:pt x="8099" y="10756"/>
                </a:lnTo>
                <a:lnTo>
                  <a:pt x="8275" y="10524"/>
                </a:lnTo>
                <a:lnTo>
                  <a:pt x="8463" y="10344"/>
                </a:lnTo>
                <a:lnTo>
                  <a:pt x="8601" y="10241"/>
                </a:lnTo>
                <a:lnTo>
                  <a:pt x="8777" y="10060"/>
                </a:lnTo>
                <a:lnTo>
                  <a:pt x="8965" y="9866"/>
                </a:lnTo>
                <a:lnTo>
                  <a:pt x="9104" y="9776"/>
                </a:lnTo>
                <a:lnTo>
                  <a:pt x="9279" y="9583"/>
                </a:lnTo>
                <a:lnTo>
                  <a:pt x="9468" y="9402"/>
                </a:lnTo>
                <a:lnTo>
                  <a:pt x="9606" y="9260"/>
                </a:lnTo>
                <a:lnTo>
                  <a:pt x="9782" y="9067"/>
                </a:lnTo>
                <a:lnTo>
                  <a:pt x="9970" y="8886"/>
                </a:lnTo>
                <a:lnTo>
                  <a:pt x="10108" y="8783"/>
                </a:lnTo>
                <a:lnTo>
                  <a:pt x="10284" y="8602"/>
                </a:lnTo>
                <a:lnTo>
                  <a:pt x="10472" y="8409"/>
                </a:lnTo>
                <a:lnTo>
                  <a:pt x="10611" y="8319"/>
                </a:lnTo>
                <a:lnTo>
                  <a:pt x="10786" y="8125"/>
                </a:lnTo>
                <a:lnTo>
                  <a:pt x="10975" y="7945"/>
                </a:lnTo>
                <a:lnTo>
                  <a:pt x="11113" y="7842"/>
                </a:lnTo>
                <a:lnTo>
                  <a:pt x="11289" y="7661"/>
                </a:lnTo>
                <a:lnTo>
                  <a:pt x="11477" y="7467"/>
                </a:lnTo>
                <a:lnTo>
                  <a:pt x="11615" y="7377"/>
                </a:lnTo>
                <a:lnTo>
                  <a:pt x="11791" y="7184"/>
                </a:lnTo>
                <a:lnTo>
                  <a:pt x="11979" y="7003"/>
                </a:lnTo>
                <a:lnTo>
                  <a:pt x="12117" y="6900"/>
                </a:lnTo>
                <a:lnTo>
                  <a:pt x="12306" y="6719"/>
                </a:lnTo>
                <a:lnTo>
                  <a:pt x="12482" y="6526"/>
                </a:lnTo>
                <a:lnTo>
                  <a:pt x="12620" y="6436"/>
                </a:lnTo>
                <a:lnTo>
                  <a:pt x="12808" y="6242"/>
                </a:lnTo>
                <a:lnTo>
                  <a:pt x="12984" y="6062"/>
                </a:lnTo>
                <a:lnTo>
                  <a:pt x="13122" y="5971"/>
                </a:lnTo>
                <a:lnTo>
                  <a:pt x="13310" y="5829"/>
                </a:lnTo>
                <a:lnTo>
                  <a:pt x="13486" y="5636"/>
                </a:lnTo>
                <a:lnTo>
                  <a:pt x="13624" y="5546"/>
                </a:lnTo>
                <a:lnTo>
                  <a:pt x="13813" y="5352"/>
                </a:lnTo>
                <a:lnTo>
                  <a:pt x="13988" y="5172"/>
                </a:lnTo>
                <a:lnTo>
                  <a:pt x="14127" y="5068"/>
                </a:lnTo>
                <a:lnTo>
                  <a:pt x="14315" y="4888"/>
                </a:lnTo>
                <a:lnTo>
                  <a:pt x="14491" y="4694"/>
                </a:lnTo>
                <a:lnTo>
                  <a:pt x="14629" y="4656"/>
                </a:lnTo>
                <a:lnTo>
                  <a:pt x="14817" y="4462"/>
                </a:lnTo>
                <a:lnTo>
                  <a:pt x="14993" y="4269"/>
                </a:lnTo>
                <a:lnTo>
                  <a:pt x="15131" y="4178"/>
                </a:lnTo>
                <a:lnTo>
                  <a:pt x="15320" y="3998"/>
                </a:lnTo>
                <a:lnTo>
                  <a:pt x="15495" y="3856"/>
                </a:lnTo>
                <a:lnTo>
                  <a:pt x="15633" y="3753"/>
                </a:lnTo>
                <a:lnTo>
                  <a:pt x="15734" y="3663"/>
                </a:lnTo>
                <a:lnTo>
                  <a:pt x="15822" y="3572"/>
                </a:lnTo>
                <a:lnTo>
                  <a:pt x="15910" y="3469"/>
                </a:lnTo>
                <a:lnTo>
                  <a:pt x="16136" y="3288"/>
                </a:lnTo>
                <a:lnTo>
                  <a:pt x="16324" y="3147"/>
                </a:lnTo>
                <a:lnTo>
                  <a:pt x="16500" y="2953"/>
                </a:lnTo>
                <a:lnTo>
                  <a:pt x="16638" y="2863"/>
                </a:lnTo>
                <a:lnTo>
                  <a:pt x="16826" y="2669"/>
                </a:lnTo>
                <a:lnTo>
                  <a:pt x="17002" y="2540"/>
                </a:lnTo>
                <a:lnTo>
                  <a:pt x="17140" y="2437"/>
                </a:lnTo>
                <a:lnTo>
                  <a:pt x="17329" y="2257"/>
                </a:lnTo>
                <a:lnTo>
                  <a:pt x="17505" y="2115"/>
                </a:lnTo>
                <a:lnTo>
                  <a:pt x="17643" y="2012"/>
                </a:lnTo>
                <a:lnTo>
                  <a:pt x="17831" y="1831"/>
                </a:lnTo>
                <a:lnTo>
                  <a:pt x="18007" y="1689"/>
                </a:lnTo>
                <a:lnTo>
                  <a:pt x="18145" y="1599"/>
                </a:lnTo>
                <a:lnTo>
                  <a:pt x="18333" y="1405"/>
                </a:lnTo>
                <a:lnTo>
                  <a:pt x="18522" y="1264"/>
                </a:lnTo>
                <a:lnTo>
                  <a:pt x="18748" y="1083"/>
                </a:lnTo>
                <a:lnTo>
                  <a:pt x="18924" y="941"/>
                </a:lnTo>
                <a:lnTo>
                  <a:pt x="19150" y="748"/>
                </a:lnTo>
                <a:lnTo>
                  <a:pt x="19338" y="606"/>
                </a:lnTo>
                <a:lnTo>
                  <a:pt x="19526" y="425"/>
                </a:lnTo>
                <a:lnTo>
                  <a:pt x="19664" y="322"/>
                </a:lnTo>
                <a:lnTo>
                  <a:pt x="19840" y="180"/>
                </a:lnTo>
                <a:lnTo>
                  <a:pt x="20029" y="0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013672" y="3784825"/>
            <a:ext cx="20016" cy="13259"/>
          </a:xfrm>
          <a:custGeom>
            <a:avLst/>
            <a:gdLst/>
            <a:ahLst/>
            <a:cxnLst/>
            <a:rect l="l" t="t" r="r" b="b"/>
            <a:pathLst>
              <a:path w="20016" h="13259">
                <a:moveTo>
                  <a:pt x="0" y="13259"/>
                </a:moveTo>
                <a:lnTo>
                  <a:pt x="138" y="13207"/>
                </a:lnTo>
                <a:lnTo>
                  <a:pt x="313" y="13027"/>
                </a:lnTo>
                <a:lnTo>
                  <a:pt x="502" y="12885"/>
                </a:lnTo>
                <a:lnTo>
                  <a:pt x="640" y="12781"/>
                </a:lnTo>
                <a:lnTo>
                  <a:pt x="816" y="12640"/>
                </a:lnTo>
                <a:lnTo>
                  <a:pt x="1004" y="12459"/>
                </a:lnTo>
                <a:lnTo>
                  <a:pt x="1142" y="12407"/>
                </a:lnTo>
                <a:lnTo>
                  <a:pt x="1318" y="12227"/>
                </a:lnTo>
                <a:lnTo>
                  <a:pt x="1506" y="12085"/>
                </a:lnTo>
                <a:lnTo>
                  <a:pt x="1645" y="11982"/>
                </a:lnTo>
                <a:lnTo>
                  <a:pt x="1820" y="11840"/>
                </a:lnTo>
                <a:lnTo>
                  <a:pt x="2009" y="11659"/>
                </a:lnTo>
                <a:lnTo>
                  <a:pt x="2147" y="11608"/>
                </a:lnTo>
                <a:lnTo>
                  <a:pt x="2323" y="11427"/>
                </a:lnTo>
                <a:lnTo>
                  <a:pt x="2511" y="11285"/>
                </a:lnTo>
                <a:lnTo>
                  <a:pt x="2649" y="11182"/>
                </a:lnTo>
                <a:lnTo>
                  <a:pt x="2825" y="11040"/>
                </a:lnTo>
                <a:lnTo>
                  <a:pt x="3013" y="10911"/>
                </a:lnTo>
                <a:lnTo>
                  <a:pt x="3151" y="10808"/>
                </a:lnTo>
                <a:lnTo>
                  <a:pt x="3327" y="10666"/>
                </a:lnTo>
                <a:lnTo>
                  <a:pt x="3516" y="10524"/>
                </a:lnTo>
                <a:lnTo>
                  <a:pt x="3654" y="10434"/>
                </a:lnTo>
                <a:lnTo>
                  <a:pt x="3830" y="10292"/>
                </a:lnTo>
                <a:lnTo>
                  <a:pt x="4018" y="10150"/>
                </a:lnTo>
                <a:lnTo>
                  <a:pt x="4156" y="10060"/>
                </a:lnTo>
                <a:lnTo>
                  <a:pt x="4332" y="9918"/>
                </a:lnTo>
                <a:lnTo>
                  <a:pt x="4520" y="9776"/>
                </a:lnTo>
                <a:lnTo>
                  <a:pt x="4658" y="9686"/>
                </a:lnTo>
                <a:lnTo>
                  <a:pt x="4834" y="9544"/>
                </a:lnTo>
                <a:lnTo>
                  <a:pt x="5022" y="9402"/>
                </a:lnTo>
                <a:lnTo>
                  <a:pt x="5161" y="9312"/>
                </a:lnTo>
                <a:lnTo>
                  <a:pt x="5336" y="9170"/>
                </a:lnTo>
                <a:lnTo>
                  <a:pt x="5525" y="9028"/>
                </a:lnTo>
                <a:lnTo>
                  <a:pt x="5663" y="8925"/>
                </a:lnTo>
                <a:lnTo>
                  <a:pt x="5851" y="8796"/>
                </a:lnTo>
                <a:lnTo>
                  <a:pt x="6027" y="8654"/>
                </a:lnTo>
                <a:lnTo>
                  <a:pt x="6165" y="8551"/>
                </a:lnTo>
                <a:lnTo>
                  <a:pt x="6354" y="8409"/>
                </a:lnTo>
                <a:lnTo>
                  <a:pt x="6529" y="8267"/>
                </a:lnTo>
                <a:lnTo>
                  <a:pt x="6667" y="8228"/>
                </a:lnTo>
                <a:lnTo>
                  <a:pt x="6856" y="8087"/>
                </a:lnTo>
                <a:lnTo>
                  <a:pt x="7032" y="7945"/>
                </a:lnTo>
                <a:lnTo>
                  <a:pt x="7170" y="7854"/>
                </a:lnTo>
                <a:lnTo>
                  <a:pt x="7358" y="7713"/>
                </a:lnTo>
                <a:lnTo>
                  <a:pt x="7534" y="7571"/>
                </a:lnTo>
                <a:lnTo>
                  <a:pt x="7672" y="7519"/>
                </a:lnTo>
                <a:lnTo>
                  <a:pt x="7860" y="7377"/>
                </a:lnTo>
                <a:lnTo>
                  <a:pt x="8036" y="7235"/>
                </a:lnTo>
                <a:lnTo>
                  <a:pt x="8174" y="7145"/>
                </a:lnTo>
                <a:lnTo>
                  <a:pt x="8363" y="7003"/>
                </a:lnTo>
                <a:lnTo>
                  <a:pt x="8539" y="6861"/>
                </a:lnTo>
                <a:lnTo>
                  <a:pt x="8677" y="6810"/>
                </a:lnTo>
                <a:lnTo>
                  <a:pt x="8865" y="6681"/>
                </a:lnTo>
                <a:lnTo>
                  <a:pt x="9041" y="6539"/>
                </a:lnTo>
                <a:lnTo>
                  <a:pt x="9179" y="6487"/>
                </a:lnTo>
                <a:lnTo>
                  <a:pt x="9367" y="6345"/>
                </a:lnTo>
                <a:lnTo>
                  <a:pt x="9543" y="6203"/>
                </a:lnTo>
                <a:lnTo>
                  <a:pt x="9681" y="6113"/>
                </a:lnTo>
                <a:lnTo>
                  <a:pt x="9870" y="6010"/>
                </a:lnTo>
                <a:lnTo>
                  <a:pt x="10045" y="5881"/>
                </a:lnTo>
                <a:lnTo>
                  <a:pt x="10184" y="5778"/>
                </a:lnTo>
                <a:lnTo>
                  <a:pt x="10372" y="5636"/>
                </a:lnTo>
                <a:lnTo>
                  <a:pt x="10548" y="5546"/>
                </a:lnTo>
                <a:lnTo>
                  <a:pt x="10686" y="5455"/>
                </a:lnTo>
                <a:lnTo>
                  <a:pt x="10874" y="5313"/>
                </a:lnTo>
                <a:lnTo>
                  <a:pt x="11050" y="5223"/>
                </a:lnTo>
                <a:lnTo>
                  <a:pt x="11188" y="5120"/>
                </a:lnTo>
                <a:lnTo>
                  <a:pt x="11377" y="5030"/>
                </a:lnTo>
                <a:lnTo>
                  <a:pt x="11552" y="4888"/>
                </a:lnTo>
                <a:lnTo>
                  <a:pt x="11690" y="4798"/>
                </a:lnTo>
                <a:lnTo>
                  <a:pt x="11879" y="4694"/>
                </a:lnTo>
                <a:lnTo>
                  <a:pt x="12067" y="4565"/>
                </a:lnTo>
                <a:lnTo>
                  <a:pt x="12293" y="4424"/>
                </a:lnTo>
                <a:lnTo>
                  <a:pt x="12469" y="4320"/>
                </a:lnTo>
                <a:lnTo>
                  <a:pt x="12695" y="4178"/>
                </a:lnTo>
                <a:lnTo>
                  <a:pt x="12883" y="4037"/>
                </a:lnTo>
                <a:lnTo>
                  <a:pt x="13072" y="3946"/>
                </a:lnTo>
                <a:lnTo>
                  <a:pt x="13210" y="3856"/>
                </a:lnTo>
                <a:lnTo>
                  <a:pt x="13386" y="3766"/>
                </a:lnTo>
                <a:lnTo>
                  <a:pt x="13574" y="3624"/>
                </a:lnTo>
                <a:lnTo>
                  <a:pt x="13712" y="3572"/>
                </a:lnTo>
                <a:lnTo>
                  <a:pt x="13888" y="3430"/>
                </a:lnTo>
                <a:lnTo>
                  <a:pt x="14076" y="3340"/>
                </a:lnTo>
                <a:lnTo>
                  <a:pt x="14214" y="3237"/>
                </a:lnTo>
                <a:lnTo>
                  <a:pt x="14390" y="3147"/>
                </a:lnTo>
                <a:lnTo>
                  <a:pt x="14579" y="3005"/>
                </a:lnTo>
                <a:lnTo>
                  <a:pt x="14717" y="2966"/>
                </a:lnTo>
                <a:lnTo>
                  <a:pt x="14893" y="2824"/>
                </a:lnTo>
                <a:lnTo>
                  <a:pt x="15081" y="2721"/>
                </a:lnTo>
                <a:lnTo>
                  <a:pt x="15219" y="2682"/>
                </a:lnTo>
                <a:lnTo>
                  <a:pt x="15395" y="2540"/>
                </a:lnTo>
                <a:lnTo>
                  <a:pt x="15583" y="2450"/>
                </a:lnTo>
                <a:lnTo>
                  <a:pt x="15721" y="2347"/>
                </a:lnTo>
                <a:lnTo>
                  <a:pt x="15897" y="2257"/>
                </a:lnTo>
                <a:lnTo>
                  <a:pt x="16086" y="2115"/>
                </a:lnTo>
                <a:lnTo>
                  <a:pt x="16224" y="2063"/>
                </a:lnTo>
                <a:lnTo>
                  <a:pt x="16399" y="1973"/>
                </a:lnTo>
                <a:lnTo>
                  <a:pt x="16588" y="1831"/>
                </a:lnTo>
                <a:lnTo>
                  <a:pt x="16726" y="1779"/>
                </a:lnTo>
                <a:lnTo>
                  <a:pt x="16902" y="1689"/>
                </a:lnTo>
                <a:lnTo>
                  <a:pt x="17090" y="1547"/>
                </a:lnTo>
                <a:lnTo>
                  <a:pt x="17228" y="1509"/>
                </a:lnTo>
                <a:lnTo>
                  <a:pt x="17404" y="1405"/>
                </a:lnTo>
                <a:lnTo>
                  <a:pt x="17592" y="1264"/>
                </a:lnTo>
                <a:lnTo>
                  <a:pt x="17731" y="1225"/>
                </a:lnTo>
                <a:lnTo>
                  <a:pt x="17906" y="1122"/>
                </a:lnTo>
                <a:lnTo>
                  <a:pt x="18095" y="993"/>
                </a:lnTo>
                <a:lnTo>
                  <a:pt x="18233" y="941"/>
                </a:lnTo>
                <a:lnTo>
                  <a:pt x="18409" y="851"/>
                </a:lnTo>
                <a:lnTo>
                  <a:pt x="18597" y="748"/>
                </a:lnTo>
                <a:lnTo>
                  <a:pt x="18735" y="709"/>
                </a:lnTo>
                <a:lnTo>
                  <a:pt x="18911" y="567"/>
                </a:lnTo>
                <a:lnTo>
                  <a:pt x="19099" y="464"/>
                </a:lnTo>
                <a:lnTo>
                  <a:pt x="19237" y="425"/>
                </a:lnTo>
                <a:lnTo>
                  <a:pt x="19426" y="335"/>
                </a:lnTo>
                <a:lnTo>
                  <a:pt x="19602" y="193"/>
                </a:lnTo>
                <a:lnTo>
                  <a:pt x="19740" y="141"/>
                </a:lnTo>
                <a:lnTo>
                  <a:pt x="19928" y="5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033689" y="3777537"/>
            <a:ext cx="20016" cy="7287"/>
          </a:xfrm>
          <a:custGeom>
            <a:avLst/>
            <a:gdLst/>
            <a:ahLst/>
            <a:cxnLst/>
            <a:rect l="l" t="t" r="r" b="b"/>
            <a:pathLst>
              <a:path w="20016" h="7287">
                <a:moveTo>
                  <a:pt x="0" y="7287"/>
                </a:moveTo>
                <a:lnTo>
                  <a:pt x="226" y="7197"/>
                </a:lnTo>
                <a:lnTo>
                  <a:pt x="414" y="7093"/>
                </a:lnTo>
                <a:lnTo>
                  <a:pt x="590" y="6952"/>
                </a:lnTo>
                <a:lnTo>
                  <a:pt x="728" y="6913"/>
                </a:lnTo>
                <a:lnTo>
                  <a:pt x="916" y="6823"/>
                </a:lnTo>
                <a:lnTo>
                  <a:pt x="1092" y="6719"/>
                </a:lnTo>
                <a:lnTo>
                  <a:pt x="1230" y="6681"/>
                </a:lnTo>
                <a:lnTo>
                  <a:pt x="1418" y="6577"/>
                </a:lnTo>
                <a:lnTo>
                  <a:pt x="1594" y="6487"/>
                </a:lnTo>
                <a:lnTo>
                  <a:pt x="1732" y="6436"/>
                </a:lnTo>
                <a:lnTo>
                  <a:pt x="1820" y="6397"/>
                </a:lnTo>
                <a:lnTo>
                  <a:pt x="1921" y="6345"/>
                </a:lnTo>
                <a:lnTo>
                  <a:pt x="2009" y="6294"/>
                </a:lnTo>
                <a:lnTo>
                  <a:pt x="2097" y="6203"/>
                </a:lnTo>
                <a:lnTo>
                  <a:pt x="2235" y="6165"/>
                </a:lnTo>
                <a:lnTo>
                  <a:pt x="2423" y="6062"/>
                </a:lnTo>
                <a:lnTo>
                  <a:pt x="2599" y="5971"/>
                </a:lnTo>
                <a:lnTo>
                  <a:pt x="2737" y="5920"/>
                </a:lnTo>
                <a:lnTo>
                  <a:pt x="2925" y="5829"/>
                </a:lnTo>
                <a:lnTo>
                  <a:pt x="3101" y="5739"/>
                </a:lnTo>
                <a:lnTo>
                  <a:pt x="3239" y="5688"/>
                </a:lnTo>
                <a:lnTo>
                  <a:pt x="3428" y="5597"/>
                </a:lnTo>
                <a:lnTo>
                  <a:pt x="3603" y="5507"/>
                </a:lnTo>
                <a:lnTo>
                  <a:pt x="3742" y="5455"/>
                </a:lnTo>
                <a:lnTo>
                  <a:pt x="3930" y="5365"/>
                </a:lnTo>
                <a:lnTo>
                  <a:pt x="4106" y="5262"/>
                </a:lnTo>
                <a:lnTo>
                  <a:pt x="4244" y="5262"/>
                </a:lnTo>
                <a:lnTo>
                  <a:pt x="4432" y="5172"/>
                </a:lnTo>
                <a:lnTo>
                  <a:pt x="4608" y="5081"/>
                </a:lnTo>
                <a:lnTo>
                  <a:pt x="4746" y="5030"/>
                </a:lnTo>
                <a:lnTo>
                  <a:pt x="4935" y="4939"/>
                </a:lnTo>
                <a:lnTo>
                  <a:pt x="5110" y="4836"/>
                </a:lnTo>
                <a:lnTo>
                  <a:pt x="5249" y="4798"/>
                </a:lnTo>
                <a:lnTo>
                  <a:pt x="5437" y="4707"/>
                </a:lnTo>
                <a:lnTo>
                  <a:pt x="5625" y="4604"/>
                </a:lnTo>
                <a:lnTo>
                  <a:pt x="5851" y="4514"/>
                </a:lnTo>
                <a:lnTo>
                  <a:pt x="6027" y="4462"/>
                </a:lnTo>
                <a:lnTo>
                  <a:pt x="6253" y="4372"/>
                </a:lnTo>
                <a:lnTo>
                  <a:pt x="6441" y="4282"/>
                </a:lnTo>
                <a:lnTo>
                  <a:pt x="6630" y="4178"/>
                </a:lnTo>
                <a:lnTo>
                  <a:pt x="6768" y="4140"/>
                </a:lnTo>
                <a:lnTo>
                  <a:pt x="6944" y="4088"/>
                </a:lnTo>
                <a:lnTo>
                  <a:pt x="7132" y="3998"/>
                </a:lnTo>
                <a:lnTo>
                  <a:pt x="7270" y="3946"/>
                </a:lnTo>
                <a:lnTo>
                  <a:pt x="7446" y="3856"/>
                </a:lnTo>
                <a:lnTo>
                  <a:pt x="7634" y="3804"/>
                </a:lnTo>
                <a:lnTo>
                  <a:pt x="7773" y="3766"/>
                </a:lnTo>
                <a:lnTo>
                  <a:pt x="7948" y="3663"/>
                </a:lnTo>
                <a:lnTo>
                  <a:pt x="8137" y="3572"/>
                </a:lnTo>
                <a:lnTo>
                  <a:pt x="8275" y="3521"/>
                </a:lnTo>
                <a:lnTo>
                  <a:pt x="8451" y="3482"/>
                </a:lnTo>
                <a:lnTo>
                  <a:pt x="8639" y="3392"/>
                </a:lnTo>
                <a:lnTo>
                  <a:pt x="8777" y="3340"/>
                </a:lnTo>
                <a:lnTo>
                  <a:pt x="8953" y="3288"/>
                </a:lnTo>
                <a:lnTo>
                  <a:pt x="9141" y="3198"/>
                </a:lnTo>
                <a:lnTo>
                  <a:pt x="9279" y="3147"/>
                </a:lnTo>
                <a:lnTo>
                  <a:pt x="9455" y="3108"/>
                </a:lnTo>
                <a:lnTo>
                  <a:pt x="9644" y="3005"/>
                </a:lnTo>
                <a:lnTo>
                  <a:pt x="9782" y="2966"/>
                </a:lnTo>
                <a:lnTo>
                  <a:pt x="9958" y="2914"/>
                </a:lnTo>
                <a:lnTo>
                  <a:pt x="10146" y="2824"/>
                </a:lnTo>
                <a:lnTo>
                  <a:pt x="10284" y="2773"/>
                </a:lnTo>
                <a:lnTo>
                  <a:pt x="10460" y="2721"/>
                </a:lnTo>
                <a:lnTo>
                  <a:pt x="10648" y="2631"/>
                </a:lnTo>
                <a:lnTo>
                  <a:pt x="10786" y="2631"/>
                </a:lnTo>
                <a:lnTo>
                  <a:pt x="10962" y="2540"/>
                </a:lnTo>
                <a:lnTo>
                  <a:pt x="11150" y="2489"/>
                </a:lnTo>
                <a:lnTo>
                  <a:pt x="11289" y="2450"/>
                </a:lnTo>
                <a:lnTo>
                  <a:pt x="11464" y="2347"/>
                </a:lnTo>
                <a:lnTo>
                  <a:pt x="11653" y="2308"/>
                </a:lnTo>
                <a:lnTo>
                  <a:pt x="11791" y="2257"/>
                </a:lnTo>
                <a:lnTo>
                  <a:pt x="11967" y="2205"/>
                </a:lnTo>
                <a:lnTo>
                  <a:pt x="12155" y="2115"/>
                </a:lnTo>
                <a:lnTo>
                  <a:pt x="12293" y="2115"/>
                </a:lnTo>
                <a:lnTo>
                  <a:pt x="12469" y="2024"/>
                </a:lnTo>
                <a:lnTo>
                  <a:pt x="12657" y="1973"/>
                </a:lnTo>
                <a:lnTo>
                  <a:pt x="12796" y="1934"/>
                </a:lnTo>
                <a:lnTo>
                  <a:pt x="12984" y="1883"/>
                </a:lnTo>
                <a:lnTo>
                  <a:pt x="13160" y="1792"/>
                </a:lnTo>
                <a:lnTo>
                  <a:pt x="13298" y="1792"/>
                </a:lnTo>
                <a:lnTo>
                  <a:pt x="13486" y="1689"/>
                </a:lnTo>
                <a:lnTo>
                  <a:pt x="13662" y="1650"/>
                </a:lnTo>
                <a:lnTo>
                  <a:pt x="13800" y="1599"/>
                </a:lnTo>
                <a:lnTo>
                  <a:pt x="13988" y="1547"/>
                </a:lnTo>
                <a:lnTo>
                  <a:pt x="14164" y="1509"/>
                </a:lnTo>
                <a:lnTo>
                  <a:pt x="14302" y="1457"/>
                </a:lnTo>
                <a:lnTo>
                  <a:pt x="14491" y="1405"/>
                </a:lnTo>
                <a:lnTo>
                  <a:pt x="14667" y="1367"/>
                </a:lnTo>
                <a:lnTo>
                  <a:pt x="14805" y="1315"/>
                </a:lnTo>
                <a:lnTo>
                  <a:pt x="14993" y="1276"/>
                </a:lnTo>
                <a:lnTo>
                  <a:pt x="15169" y="1225"/>
                </a:lnTo>
                <a:lnTo>
                  <a:pt x="15307" y="1173"/>
                </a:lnTo>
                <a:lnTo>
                  <a:pt x="15495" y="1135"/>
                </a:lnTo>
                <a:lnTo>
                  <a:pt x="15671" y="1083"/>
                </a:lnTo>
                <a:lnTo>
                  <a:pt x="15809" y="1031"/>
                </a:lnTo>
                <a:lnTo>
                  <a:pt x="15998" y="993"/>
                </a:lnTo>
                <a:lnTo>
                  <a:pt x="16173" y="941"/>
                </a:lnTo>
                <a:lnTo>
                  <a:pt x="16312" y="889"/>
                </a:lnTo>
                <a:lnTo>
                  <a:pt x="16500" y="851"/>
                </a:lnTo>
                <a:lnTo>
                  <a:pt x="16676" y="799"/>
                </a:lnTo>
                <a:lnTo>
                  <a:pt x="16814" y="748"/>
                </a:lnTo>
                <a:lnTo>
                  <a:pt x="17002" y="709"/>
                </a:lnTo>
                <a:lnTo>
                  <a:pt x="17178" y="657"/>
                </a:lnTo>
                <a:lnTo>
                  <a:pt x="17316" y="606"/>
                </a:lnTo>
                <a:lnTo>
                  <a:pt x="17505" y="567"/>
                </a:lnTo>
                <a:lnTo>
                  <a:pt x="17680" y="515"/>
                </a:lnTo>
                <a:lnTo>
                  <a:pt x="17818" y="515"/>
                </a:lnTo>
                <a:lnTo>
                  <a:pt x="18007" y="477"/>
                </a:lnTo>
                <a:lnTo>
                  <a:pt x="18183" y="425"/>
                </a:lnTo>
                <a:lnTo>
                  <a:pt x="18321" y="374"/>
                </a:lnTo>
                <a:lnTo>
                  <a:pt x="18509" y="335"/>
                </a:lnTo>
                <a:lnTo>
                  <a:pt x="18685" y="283"/>
                </a:lnTo>
                <a:lnTo>
                  <a:pt x="18823" y="283"/>
                </a:lnTo>
                <a:lnTo>
                  <a:pt x="19011" y="232"/>
                </a:lnTo>
                <a:lnTo>
                  <a:pt x="19200" y="193"/>
                </a:lnTo>
                <a:lnTo>
                  <a:pt x="19426" y="141"/>
                </a:lnTo>
                <a:lnTo>
                  <a:pt x="19602" y="90"/>
                </a:lnTo>
                <a:lnTo>
                  <a:pt x="19828" y="51"/>
                </a:lnTo>
                <a:lnTo>
                  <a:pt x="20016" y="0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053705" y="3776080"/>
            <a:ext cx="20016" cy="1457"/>
          </a:xfrm>
          <a:custGeom>
            <a:avLst/>
            <a:gdLst/>
            <a:ahLst/>
            <a:cxnLst/>
            <a:rect l="l" t="t" r="r" b="b"/>
            <a:pathLst>
              <a:path w="20016" h="1457">
                <a:moveTo>
                  <a:pt x="0" y="1457"/>
                </a:moveTo>
                <a:lnTo>
                  <a:pt x="188" y="1405"/>
                </a:lnTo>
                <a:lnTo>
                  <a:pt x="326" y="1405"/>
                </a:lnTo>
                <a:lnTo>
                  <a:pt x="502" y="1367"/>
                </a:lnTo>
                <a:lnTo>
                  <a:pt x="690" y="1315"/>
                </a:lnTo>
                <a:lnTo>
                  <a:pt x="828" y="1315"/>
                </a:lnTo>
                <a:lnTo>
                  <a:pt x="1004" y="1276"/>
                </a:lnTo>
                <a:lnTo>
                  <a:pt x="1192" y="1225"/>
                </a:lnTo>
                <a:lnTo>
                  <a:pt x="1331" y="1173"/>
                </a:lnTo>
                <a:lnTo>
                  <a:pt x="1506" y="1173"/>
                </a:lnTo>
                <a:lnTo>
                  <a:pt x="1695" y="1135"/>
                </a:lnTo>
                <a:lnTo>
                  <a:pt x="1833" y="1083"/>
                </a:lnTo>
                <a:lnTo>
                  <a:pt x="2009" y="1083"/>
                </a:lnTo>
                <a:lnTo>
                  <a:pt x="2197" y="1031"/>
                </a:lnTo>
                <a:lnTo>
                  <a:pt x="2335" y="1031"/>
                </a:lnTo>
                <a:lnTo>
                  <a:pt x="2511" y="993"/>
                </a:lnTo>
                <a:lnTo>
                  <a:pt x="2699" y="941"/>
                </a:lnTo>
                <a:lnTo>
                  <a:pt x="2837" y="941"/>
                </a:lnTo>
                <a:lnTo>
                  <a:pt x="3013" y="889"/>
                </a:lnTo>
                <a:lnTo>
                  <a:pt x="3202" y="851"/>
                </a:lnTo>
                <a:lnTo>
                  <a:pt x="3340" y="851"/>
                </a:lnTo>
                <a:lnTo>
                  <a:pt x="3516" y="799"/>
                </a:lnTo>
                <a:lnTo>
                  <a:pt x="3704" y="799"/>
                </a:lnTo>
                <a:lnTo>
                  <a:pt x="3842" y="748"/>
                </a:lnTo>
                <a:lnTo>
                  <a:pt x="4018" y="748"/>
                </a:lnTo>
                <a:lnTo>
                  <a:pt x="4206" y="709"/>
                </a:lnTo>
                <a:lnTo>
                  <a:pt x="4344" y="709"/>
                </a:lnTo>
                <a:lnTo>
                  <a:pt x="4520" y="657"/>
                </a:lnTo>
                <a:lnTo>
                  <a:pt x="4709" y="619"/>
                </a:lnTo>
                <a:lnTo>
                  <a:pt x="4847" y="619"/>
                </a:lnTo>
                <a:lnTo>
                  <a:pt x="5022" y="619"/>
                </a:lnTo>
                <a:lnTo>
                  <a:pt x="5211" y="567"/>
                </a:lnTo>
                <a:lnTo>
                  <a:pt x="5349" y="567"/>
                </a:lnTo>
                <a:lnTo>
                  <a:pt x="5525" y="515"/>
                </a:lnTo>
                <a:lnTo>
                  <a:pt x="5713" y="515"/>
                </a:lnTo>
                <a:lnTo>
                  <a:pt x="5851" y="477"/>
                </a:lnTo>
                <a:lnTo>
                  <a:pt x="6027" y="477"/>
                </a:lnTo>
                <a:lnTo>
                  <a:pt x="6215" y="425"/>
                </a:lnTo>
                <a:lnTo>
                  <a:pt x="6354" y="425"/>
                </a:lnTo>
                <a:lnTo>
                  <a:pt x="6529" y="425"/>
                </a:lnTo>
                <a:lnTo>
                  <a:pt x="6718" y="374"/>
                </a:lnTo>
                <a:lnTo>
                  <a:pt x="6856" y="374"/>
                </a:lnTo>
                <a:lnTo>
                  <a:pt x="7044" y="335"/>
                </a:lnTo>
                <a:lnTo>
                  <a:pt x="7220" y="335"/>
                </a:lnTo>
                <a:lnTo>
                  <a:pt x="7358" y="335"/>
                </a:lnTo>
                <a:lnTo>
                  <a:pt x="7547" y="283"/>
                </a:lnTo>
                <a:lnTo>
                  <a:pt x="7722" y="283"/>
                </a:lnTo>
                <a:lnTo>
                  <a:pt x="7860" y="283"/>
                </a:lnTo>
                <a:lnTo>
                  <a:pt x="8049" y="232"/>
                </a:lnTo>
                <a:lnTo>
                  <a:pt x="8225" y="232"/>
                </a:lnTo>
                <a:lnTo>
                  <a:pt x="8363" y="232"/>
                </a:lnTo>
                <a:lnTo>
                  <a:pt x="8551" y="232"/>
                </a:lnTo>
                <a:lnTo>
                  <a:pt x="8727" y="193"/>
                </a:lnTo>
                <a:lnTo>
                  <a:pt x="8865" y="193"/>
                </a:lnTo>
                <a:lnTo>
                  <a:pt x="9053" y="193"/>
                </a:lnTo>
                <a:lnTo>
                  <a:pt x="9229" y="141"/>
                </a:lnTo>
                <a:lnTo>
                  <a:pt x="9367" y="141"/>
                </a:lnTo>
                <a:lnTo>
                  <a:pt x="9556" y="141"/>
                </a:lnTo>
                <a:lnTo>
                  <a:pt x="9732" y="141"/>
                </a:lnTo>
                <a:lnTo>
                  <a:pt x="9870" y="141"/>
                </a:lnTo>
                <a:lnTo>
                  <a:pt x="10058" y="90"/>
                </a:lnTo>
                <a:lnTo>
                  <a:pt x="10234" y="90"/>
                </a:lnTo>
                <a:lnTo>
                  <a:pt x="10372" y="90"/>
                </a:lnTo>
                <a:lnTo>
                  <a:pt x="10560" y="90"/>
                </a:lnTo>
                <a:lnTo>
                  <a:pt x="10736" y="90"/>
                </a:lnTo>
                <a:lnTo>
                  <a:pt x="10874" y="51"/>
                </a:lnTo>
                <a:lnTo>
                  <a:pt x="11063" y="51"/>
                </a:lnTo>
                <a:lnTo>
                  <a:pt x="11238" y="51"/>
                </a:lnTo>
                <a:lnTo>
                  <a:pt x="11377" y="51"/>
                </a:lnTo>
                <a:lnTo>
                  <a:pt x="11565" y="51"/>
                </a:lnTo>
                <a:lnTo>
                  <a:pt x="11741" y="51"/>
                </a:lnTo>
                <a:lnTo>
                  <a:pt x="11879" y="51"/>
                </a:lnTo>
                <a:lnTo>
                  <a:pt x="12067" y="0"/>
                </a:lnTo>
                <a:lnTo>
                  <a:pt x="12243" y="0"/>
                </a:lnTo>
                <a:lnTo>
                  <a:pt x="12381" y="0"/>
                </a:lnTo>
                <a:lnTo>
                  <a:pt x="12569" y="0"/>
                </a:lnTo>
                <a:lnTo>
                  <a:pt x="12758" y="0"/>
                </a:lnTo>
                <a:lnTo>
                  <a:pt x="12984" y="0"/>
                </a:lnTo>
                <a:lnTo>
                  <a:pt x="13160" y="0"/>
                </a:lnTo>
                <a:lnTo>
                  <a:pt x="13386" y="0"/>
                </a:lnTo>
                <a:lnTo>
                  <a:pt x="13574" y="0"/>
                </a:lnTo>
                <a:lnTo>
                  <a:pt x="13762" y="0"/>
                </a:lnTo>
                <a:lnTo>
                  <a:pt x="13988" y="0"/>
                </a:lnTo>
                <a:lnTo>
                  <a:pt x="14164" y="0"/>
                </a:lnTo>
                <a:lnTo>
                  <a:pt x="14403" y="0"/>
                </a:lnTo>
                <a:lnTo>
                  <a:pt x="14579" y="0"/>
                </a:lnTo>
                <a:lnTo>
                  <a:pt x="14767" y="0"/>
                </a:lnTo>
                <a:lnTo>
                  <a:pt x="14905" y="0"/>
                </a:lnTo>
                <a:lnTo>
                  <a:pt x="15081" y="0"/>
                </a:lnTo>
                <a:lnTo>
                  <a:pt x="15269" y="0"/>
                </a:lnTo>
                <a:lnTo>
                  <a:pt x="15407" y="0"/>
                </a:lnTo>
                <a:lnTo>
                  <a:pt x="15583" y="51"/>
                </a:lnTo>
                <a:lnTo>
                  <a:pt x="15772" y="51"/>
                </a:lnTo>
                <a:lnTo>
                  <a:pt x="15910" y="51"/>
                </a:lnTo>
                <a:lnTo>
                  <a:pt x="16086" y="51"/>
                </a:lnTo>
                <a:lnTo>
                  <a:pt x="16274" y="51"/>
                </a:lnTo>
                <a:lnTo>
                  <a:pt x="16412" y="51"/>
                </a:lnTo>
                <a:lnTo>
                  <a:pt x="16588" y="51"/>
                </a:lnTo>
                <a:lnTo>
                  <a:pt x="16776" y="51"/>
                </a:lnTo>
                <a:lnTo>
                  <a:pt x="16914" y="90"/>
                </a:lnTo>
                <a:lnTo>
                  <a:pt x="17090" y="90"/>
                </a:lnTo>
                <a:lnTo>
                  <a:pt x="17279" y="90"/>
                </a:lnTo>
                <a:lnTo>
                  <a:pt x="17417" y="90"/>
                </a:lnTo>
                <a:lnTo>
                  <a:pt x="17592" y="90"/>
                </a:lnTo>
                <a:lnTo>
                  <a:pt x="17781" y="141"/>
                </a:lnTo>
                <a:lnTo>
                  <a:pt x="17919" y="141"/>
                </a:lnTo>
                <a:lnTo>
                  <a:pt x="18095" y="141"/>
                </a:lnTo>
                <a:lnTo>
                  <a:pt x="18283" y="141"/>
                </a:lnTo>
                <a:lnTo>
                  <a:pt x="18421" y="141"/>
                </a:lnTo>
                <a:lnTo>
                  <a:pt x="18597" y="193"/>
                </a:lnTo>
                <a:lnTo>
                  <a:pt x="18785" y="193"/>
                </a:lnTo>
                <a:lnTo>
                  <a:pt x="18924" y="193"/>
                </a:lnTo>
                <a:lnTo>
                  <a:pt x="19099" y="232"/>
                </a:lnTo>
                <a:lnTo>
                  <a:pt x="19288" y="232"/>
                </a:lnTo>
                <a:lnTo>
                  <a:pt x="19426" y="232"/>
                </a:lnTo>
                <a:lnTo>
                  <a:pt x="19602" y="283"/>
                </a:lnTo>
                <a:lnTo>
                  <a:pt x="19790" y="283"/>
                </a:lnTo>
                <a:lnTo>
                  <a:pt x="19928" y="28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073722" y="3776363"/>
            <a:ext cx="20016" cy="4978"/>
          </a:xfrm>
          <a:custGeom>
            <a:avLst/>
            <a:gdLst/>
            <a:ahLst/>
            <a:cxnLst/>
            <a:rect l="l" t="t" r="r" b="b"/>
            <a:pathLst>
              <a:path w="20016" h="4978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2" y="90"/>
                </a:lnTo>
                <a:lnTo>
                  <a:pt x="778" y="90"/>
                </a:lnTo>
                <a:lnTo>
                  <a:pt x="916" y="90"/>
                </a:lnTo>
                <a:lnTo>
                  <a:pt x="1105" y="141"/>
                </a:lnTo>
                <a:lnTo>
                  <a:pt x="1280" y="141"/>
                </a:lnTo>
                <a:lnTo>
                  <a:pt x="1418" y="141"/>
                </a:lnTo>
                <a:lnTo>
                  <a:pt x="1607" y="193"/>
                </a:lnTo>
                <a:lnTo>
                  <a:pt x="1783" y="193"/>
                </a:lnTo>
                <a:lnTo>
                  <a:pt x="1921" y="232"/>
                </a:lnTo>
                <a:lnTo>
                  <a:pt x="2109" y="232"/>
                </a:lnTo>
                <a:lnTo>
                  <a:pt x="2285" y="283"/>
                </a:lnTo>
                <a:lnTo>
                  <a:pt x="2423" y="283"/>
                </a:lnTo>
                <a:lnTo>
                  <a:pt x="2611" y="335"/>
                </a:lnTo>
                <a:lnTo>
                  <a:pt x="2787" y="335"/>
                </a:lnTo>
                <a:lnTo>
                  <a:pt x="2925" y="374"/>
                </a:lnTo>
                <a:lnTo>
                  <a:pt x="3114" y="374"/>
                </a:lnTo>
                <a:lnTo>
                  <a:pt x="3290" y="425"/>
                </a:lnTo>
                <a:lnTo>
                  <a:pt x="3428" y="425"/>
                </a:lnTo>
                <a:lnTo>
                  <a:pt x="3616" y="464"/>
                </a:lnTo>
                <a:lnTo>
                  <a:pt x="3792" y="464"/>
                </a:lnTo>
                <a:lnTo>
                  <a:pt x="3930" y="515"/>
                </a:lnTo>
                <a:lnTo>
                  <a:pt x="4118" y="515"/>
                </a:lnTo>
                <a:lnTo>
                  <a:pt x="4294" y="567"/>
                </a:lnTo>
                <a:lnTo>
                  <a:pt x="4432" y="567"/>
                </a:lnTo>
                <a:lnTo>
                  <a:pt x="4621" y="606"/>
                </a:lnTo>
                <a:lnTo>
                  <a:pt x="4796" y="657"/>
                </a:lnTo>
                <a:lnTo>
                  <a:pt x="4935" y="657"/>
                </a:lnTo>
                <a:lnTo>
                  <a:pt x="5123" y="709"/>
                </a:lnTo>
                <a:lnTo>
                  <a:pt x="5299" y="748"/>
                </a:lnTo>
                <a:lnTo>
                  <a:pt x="5437" y="748"/>
                </a:lnTo>
                <a:lnTo>
                  <a:pt x="5625" y="799"/>
                </a:lnTo>
                <a:lnTo>
                  <a:pt x="5801" y="851"/>
                </a:lnTo>
                <a:lnTo>
                  <a:pt x="5939" y="851"/>
                </a:lnTo>
                <a:lnTo>
                  <a:pt x="6128" y="889"/>
                </a:lnTo>
                <a:lnTo>
                  <a:pt x="6303" y="941"/>
                </a:lnTo>
                <a:lnTo>
                  <a:pt x="6441" y="941"/>
                </a:lnTo>
                <a:lnTo>
                  <a:pt x="6630" y="993"/>
                </a:lnTo>
                <a:lnTo>
                  <a:pt x="6818" y="1031"/>
                </a:lnTo>
                <a:lnTo>
                  <a:pt x="7044" y="1083"/>
                </a:lnTo>
                <a:lnTo>
                  <a:pt x="7220" y="1122"/>
                </a:lnTo>
                <a:lnTo>
                  <a:pt x="7446" y="1122"/>
                </a:lnTo>
                <a:lnTo>
                  <a:pt x="7634" y="1173"/>
                </a:lnTo>
                <a:lnTo>
                  <a:pt x="7823" y="1225"/>
                </a:lnTo>
                <a:lnTo>
                  <a:pt x="7961" y="1264"/>
                </a:lnTo>
                <a:lnTo>
                  <a:pt x="8137" y="1315"/>
                </a:lnTo>
                <a:lnTo>
                  <a:pt x="8325" y="1367"/>
                </a:lnTo>
                <a:lnTo>
                  <a:pt x="8463" y="1367"/>
                </a:lnTo>
                <a:lnTo>
                  <a:pt x="8639" y="1405"/>
                </a:lnTo>
                <a:lnTo>
                  <a:pt x="8827" y="1457"/>
                </a:lnTo>
                <a:lnTo>
                  <a:pt x="8965" y="1457"/>
                </a:lnTo>
                <a:lnTo>
                  <a:pt x="9141" y="1509"/>
                </a:lnTo>
                <a:lnTo>
                  <a:pt x="9330" y="1547"/>
                </a:lnTo>
                <a:lnTo>
                  <a:pt x="9468" y="1599"/>
                </a:lnTo>
                <a:lnTo>
                  <a:pt x="9644" y="1650"/>
                </a:lnTo>
                <a:lnTo>
                  <a:pt x="9832" y="1689"/>
                </a:lnTo>
                <a:lnTo>
                  <a:pt x="9970" y="1741"/>
                </a:lnTo>
                <a:lnTo>
                  <a:pt x="10146" y="1779"/>
                </a:lnTo>
                <a:lnTo>
                  <a:pt x="10334" y="1831"/>
                </a:lnTo>
                <a:lnTo>
                  <a:pt x="10472" y="1831"/>
                </a:lnTo>
                <a:lnTo>
                  <a:pt x="10648" y="1883"/>
                </a:lnTo>
                <a:lnTo>
                  <a:pt x="10837" y="1973"/>
                </a:lnTo>
                <a:lnTo>
                  <a:pt x="10975" y="1973"/>
                </a:lnTo>
                <a:lnTo>
                  <a:pt x="11150" y="2024"/>
                </a:lnTo>
                <a:lnTo>
                  <a:pt x="11339" y="2063"/>
                </a:lnTo>
                <a:lnTo>
                  <a:pt x="11477" y="2115"/>
                </a:lnTo>
                <a:lnTo>
                  <a:pt x="11653" y="2166"/>
                </a:lnTo>
                <a:lnTo>
                  <a:pt x="11841" y="2205"/>
                </a:lnTo>
                <a:lnTo>
                  <a:pt x="11979" y="2257"/>
                </a:lnTo>
                <a:lnTo>
                  <a:pt x="12155" y="2308"/>
                </a:lnTo>
                <a:lnTo>
                  <a:pt x="12343" y="2347"/>
                </a:lnTo>
                <a:lnTo>
                  <a:pt x="12482" y="2399"/>
                </a:lnTo>
                <a:lnTo>
                  <a:pt x="12657" y="2450"/>
                </a:lnTo>
                <a:lnTo>
                  <a:pt x="12846" y="2489"/>
                </a:lnTo>
                <a:lnTo>
                  <a:pt x="12984" y="2540"/>
                </a:lnTo>
                <a:lnTo>
                  <a:pt x="13160" y="2579"/>
                </a:lnTo>
                <a:lnTo>
                  <a:pt x="13348" y="2682"/>
                </a:lnTo>
                <a:lnTo>
                  <a:pt x="13486" y="2682"/>
                </a:lnTo>
                <a:lnTo>
                  <a:pt x="13662" y="2721"/>
                </a:lnTo>
                <a:lnTo>
                  <a:pt x="13850" y="2824"/>
                </a:lnTo>
                <a:lnTo>
                  <a:pt x="13988" y="2824"/>
                </a:lnTo>
                <a:lnTo>
                  <a:pt x="14177" y="2914"/>
                </a:lnTo>
                <a:lnTo>
                  <a:pt x="14353" y="2966"/>
                </a:lnTo>
                <a:lnTo>
                  <a:pt x="14491" y="3005"/>
                </a:lnTo>
                <a:lnTo>
                  <a:pt x="14679" y="3056"/>
                </a:lnTo>
                <a:lnTo>
                  <a:pt x="14855" y="3147"/>
                </a:lnTo>
                <a:lnTo>
                  <a:pt x="14993" y="3147"/>
                </a:lnTo>
                <a:lnTo>
                  <a:pt x="15181" y="3237"/>
                </a:lnTo>
                <a:lnTo>
                  <a:pt x="15357" y="3289"/>
                </a:lnTo>
                <a:lnTo>
                  <a:pt x="15495" y="3340"/>
                </a:lnTo>
                <a:lnTo>
                  <a:pt x="15684" y="3379"/>
                </a:lnTo>
                <a:lnTo>
                  <a:pt x="15860" y="3482"/>
                </a:lnTo>
                <a:lnTo>
                  <a:pt x="15998" y="3482"/>
                </a:lnTo>
                <a:lnTo>
                  <a:pt x="16186" y="3572"/>
                </a:lnTo>
                <a:lnTo>
                  <a:pt x="16362" y="3624"/>
                </a:lnTo>
                <a:lnTo>
                  <a:pt x="16500" y="3663"/>
                </a:lnTo>
                <a:lnTo>
                  <a:pt x="16688" y="3714"/>
                </a:lnTo>
                <a:lnTo>
                  <a:pt x="16914" y="3804"/>
                </a:lnTo>
                <a:lnTo>
                  <a:pt x="17090" y="3856"/>
                </a:lnTo>
                <a:lnTo>
                  <a:pt x="17279" y="3946"/>
                </a:lnTo>
                <a:lnTo>
                  <a:pt x="17417" y="3998"/>
                </a:lnTo>
                <a:lnTo>
                  <a:pt x="17605" y="4037"/>
                </a:lnTo>
                <a:lnTo>
                  <a:pt x="17781" y="4140"/>
                </a:lnTo>
                <a:lnTo>
                  <a:pt x="17919" y="4178"/>
                </a:lnTo>
                <a:lnTo>
                  <a:pt x="18107" y="4230"/>
                </a:lnTo>
                <a:lnTo>
                  <a:pt x="18283" y="4320"/>
                </a:lnTo>
                <a:lnTo>
                  <a:pt x="18421" y="4372"/>
                </a:lnTo>
                <a:lnTo>
                  <a:pt x="18610" y="4424"/>
                </a:lnTo>
                <a:lnTo>
                  <a:pt x="18785" y="4514"/>
                </a:lnTo>
                <a:lnTo>
                  <a:pt x="18924" y="4565"/>
                </a:lnTo>
                <a:lnTo>
                  <a:pt x="19112" y="4604"/>
                </a:lnTo>
                <a:lnTo>
                  <a:pt x="19288" y="4694"/>
                </a:lnTo>
                <a:lnTo>
                  <a:pt x="19426" y="4746"/>
                </a:lnTo>
                <a:lnTo>
                  <a:pt x="19614" y="4836"/>
                </a:lnTo>
                <a:lnTo>
                  <a:pt x="19790" y="4888"/>
                </a:lnTo>
                <a:lnTo>
                  <a:pt x="19928" y="4939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093739" y="3781342"/>
            <a:ext cx="20029" cy="11002"/>
          </a:xfrm>
          <a:custGeom>
            <a:avLst/>
            <a:gdLst/>
            <a:ahLst/>
            <a:cxnLst/>
            <a:rect l="l" t="t" r="r" b="b"/>
            <a:pathLst>
              <a:path w="20029" h="11002">
                <a:moveTo>
                  <a:pt x="0" y="0"/>
                </a:moveTo>
                <a:lnTo>
                  <a:pt x="188" y="103"/>
                </a:lnTo>
                <a:lnTo>
                  <a:pt x="414" y="141"/>
                </a:lnTo>
                <a:lnTo>
                  <a:pt x="602" y="245"/>
                </a:lnTo>
                <a:lnTo>
                  <a:pt x="778" y="335"/>
                </a:lnTo>
                <a:lnTo>
                  <a:pt x="916" y="374"/>
                </a:lnTo>
                <a:lnTo>
                  <a:pt x="1105" y="477"/>
                </a:lnTo>
                <a:lnTo>
                  <a:pt x="1280" y="515"/>
                </a:lnTo>
                <a:lnTo>
                  <a:pt x="1418" y="567"/>
                </a:lnTo>
                <a:lnTo>
                  <a:pt x="1607" y="657"/>
                </a:lnTo>
                <a:lnTo>
                  <a:pt x="1783" y="760"/>
                </a:lnTo>
                <a:lnTo>
                  <a:pt x="1921" y="799"/>
                </a:lnTo>
                <a:lnTo>
                  <a:pt x="2109" y="902"/>
                </a:lnTo>
                <a:lnTo>
                  <a:pt x="2285" y="993"/>
                </a:lnTo>
                <a:lnTo>
                  <a:pt x="2423" y="993"/>
                </a:lnTo>
                <a:lnTo>
                  <a:pt x="2611" y="1083"/>
                </a:lnTo>
                <a:lnTo>
                  <a:pt x="2787" y="1173"/>
                </a:lnTo>
                <a:lnTo>
                  <a:pt x="2925" y="1225"/>
                </a:lnTo>
                <a:lnTo>
                  <a:pt x="3114" y="1315"/>
                </a:lnTo>
                <a:lnTo>
                  <a:pt x="3290" y="1418"/>
                </a:lnTo>
                <a:lnTo>
                  <a:pt x="3428" y="1457"/>
                </a:lnTo>
                <a:lnTo>
                  <a:pt x="3616" y="1560"/>
                </a:lnTo>
                <a:lnTo>
                  <a:pt x="3804" y="1650"/>
                </a:lnTo>
                <a:lnTo>
                  <a:pt x="4030" y="1741"/>
                </a:lnTo>
                <a:lnTo>
                  <a:pt x="4206" y="1831"/>
                </a:lnTo>
                <a:lnTo>
                  <a:pt x="4432" y="1934"/>
                </a:lnTo>
                <a:lnTo>
                  <a:pt x="4621" y="2024"/>
                </a:lnTo>
                <a:lnTo>
                  <a:pt x="4809" y="2115"/>
                </a:lnTo>
                <a:lnTo>
                  <a:pt x="5035" y="2218"/>
                </a:lnTo>
                <a:lnTo>
                  <a:pt x="5211" y="2308"/>
                </a:lnTo>
                <a:lnTo>
                  <a:pt x="5449" y="2399"/>
                </a:lnTo>
                <a:lnTo>
                  <a:pt x="5625" y="2489"/>
                </a:lnTo>
                <a:lnTo>
                  <a:pt x="5814" y="2592"/>
                </a:lnTo>
                <a:lnTo>
                  <a:pt x="5952" y="2631"/>
                </a:lnTo>
                <a:lnTo>
                  <a:pt x="6128" y="2734"/>
                </a:lnTo>
                <a:lnTo>
                  <a:pt x="6316" y="2824"/>
                </a:lnTo>
                <a:lnTo>
                  <a:pt x="6454" y="2876"/>
                </a:lnTo>
                <a:lnTo>
                  <a:pt x="6630" y="3018"/>
                </a:lnTo>
                <a:lnTo>
                  <a:pt x="6818" y="3108"/>
                </a:lnTo>
                <a:lnTo>
                  <a:pt x="6956" y="3147"/>
                </a:lnTo>
                <a:lnTo>
                  <a:pt x="7132" y="3250"/>
                </a:lnTo>
                <a:lnTo>
                  <a:pt x="7320" y="3340"/>
                </a:lnTo>
                <a:lnTo>
                  <a:pt x="7459" y="3392"/>
                </a:lnTo>
                <a:lnTo>
                  <a:pt x="7634" y="3482"/>
                </a:lnTo>
                <a:lnTo>
                  <a:pt x="7823" y="3624"/>
                </a:lnTo>
                <a:lnTo>
                  <a:pt x="7961" y="3675"/>
                </a:lnTo>
                <a:lnTo>
                  <a:pt x="8137" y="3766"/>
                </a:lnTo>
                <a:lnTo>
                  <a:pt x="8325" y="3856"/>
                </a:lnTo>
                <a:lnTo>
                  <a:pt x="8463" y="3908"/>
                </a:lnTo>
                <a:lnTo>
                  <a:pt x="8639" y="4049"/>
                </a:lnTo>
                <a:lnTo>
                  <a:pt x="8827" y="4140"/>
                </a:lnTo>
                <a:lnTo>
                  <a:pt x="8966" y="4191"/>
                </a:lnTo>
                <a:lnTo>
                  <a:pt x="9141" y="4282"/>
                </a:lnTo>
                <a:lnTo>
                  <a:pt x="9330" y="4424"/>
                </a:lnTo>
                <a:lnTo>
                  <a:pt x="9468" y="4475"/>
                </a:lnTo>
                <a:lnTo>
                  <a:pt x="9644" y="4565"/>
                </a:lnTo>
                <a:lnTo>
                  <a:pt x="9832" y="4707"/>
                </a:lnTo>
                <a:lnTo>
                  <a:pt x="9970" y="4746"/>
                </a:lnTo>
                <a:lnTo>
                  <a:pt x="10146" y="4849"/>
                </a:lnTo>
                <a:lnTo>
                  <a:pt x="10334" y="4939"/>
                </a:lnTo>
                <a:lnTo>
                  <a:pt x="10472" y="5030"/>
                </a:lnTo>
                <a:lnTo>
                  <a:pt x="10648" y="5133"/>
                </a:lnTo>
                <a:lnTo>
                  <a:pt x="10837" y="5223"/>
                </a:lnTo>
                <a:lnTo>
                  <a:pt x="10975" y="5313"/>
                </a:lnTo>
                <a:lnTo>
                  <a:pt x="11150" y="5404"/>
                </a:lnTo>
                <a:lnTo>
                  <a:pt x="11339" y="5546"/>
                </a:lnTo>
                <a:lnTo>
                  <a:pt x="11477" y="5597"/>
                </a:lnTo>
                <a:lnTo>
                  <a:pt x="11665" y="5688"/>
                </a:lnTo>
                <a:lnTo>
                  <a:pt x="11841" y="5829"/>
                </a:lnTo>
                <a:lnTo>
                  <a:pt x="11979" y="5881"/>
                </a:lnTo>
                <a:lnTo>
                  <a:pt x="12168" y="5971"/>
                </a:lnTo>
                <a:lnTo>
                  <a:pt x="12343" y="6113"/>
                </a:lnTo>
                <a:lnTo>
                  <a:pt x="12482" y="6165"/>
                </a:lnTo>
                <a:lnTo>
                  <a:pt x="12670" y="6307"/>
                </a:lnTo>
                <a:lnTo>
                  <a:pt x="12846" y="6397"/>
                </a:lnTo>
                <a:lnTo>
                  <a:pt x="12984" y="6449"/>
                </a:lnTo>
                <a:lnTo>
                  <a:pt x="13172" y="6590"/>
                </a:lnTo>
                <a:lnTo>
                  <a:pt x="13348" y="6719"/>
                </a:lnTo>
                <a:lnTo>
                  <a:pt x="13486" y="6771"/>
                </a:lnTo>
                <a:lnTo>
                  <a:pt x="13675" y="6861"/>
                </a:lnTo>
                <a:lnTo>
                  <a:pt x="13850" y="7003"/>
                </a:lnTo>
                <a:lnTo>
                  <a:pt x="13988" y="7055"/>
                </a:lnTo>
                <a:lnTo>
                  <a:pt x="14177" y="7197"/>
                </a:lnTo>
                <a:lnTo>
                  <a:pt x="14353" y="7338"/>
                </a:lnTo>
                <a:lnTo>
                  <a:pt x="14491" y="7377"/>
                </a:lnTo>
                <a:lnTo>
                  <a:pt x="14679" y="7519"/>
                </a:lnTo>
                <a:lnTo>
                  <a:pt x="14855" y="7622"/>
                </a:lnTo>
                <a:lnTo>
                  <a:pt x="14993" y="7713"/>
                </a:lnTo>
                <a:lnTo>
                  <a:pt x="15181" y="7803"/>
                </a:lnTo>
                <a:lnTo>
                  <a:pt x="15357" y="7945"/>
                </a:lnTo>
                <a:lnTo>
                  <a:pt x="15495" y="7996"/>
                </a:lnTo>
                <a:lnTo>
                  <a:pt x="15684" y="8138"/>
                </a:lnTo>
                <a:lnTo>
                  <a:pt x="15860" y="8280"/>
                </a:lnTo>
                <a:lnTo>
                  <a:pt x="15998" y="8319"/>
                </a:lnTo>
                <a:lnTo>
                  <a:pt x="16186" y="8461"/>
                </a:lnTo>
                <a:lnTo>
                  <a:pt x="16362" y="8602"/>
                </a:lnTo>
                <a:lnTo>
                  <a:pt x="16500" y="8654"/>
                </a:lnTo>
                <a:lnTo>
                  <a:pt x="16688" y="8796"/>
                </a:lnTo>
                <a:lnTo>
                  <a:pt x="16864" y="8938"/>
                </a:lnTo>
                <a:lnTo>
                  <a:pt x="17002" y="8977"/>
                </a:lnTo>
                <a:lnTo>
                  <a:pt x="17191" y="9118"/>
                </a:lnTo>
                <a:lnTo>
                  <a:pt x="17366" y="9260"/>
                </a:lnTo>
                <a:lnTo>
                  <a:pt x="17505" y="9312"/>
                </a:lnTo>
                <a:lnTo>
                  <a:pt x="17693" y="9454"/>
                </a:lnTo>
                <a:lnTo>
                  <a:pt x="17881" y="9596"/>
                </a:lnTo>
                <a:lnTo>
                  <a:pt x="18107" y="9738"/>
                </a:lnTo>
                <a:lnTo>
                  <a:pt x="18283" y="9828"/>
                </a:lnTo>
                <a:lnTo>
                  <a:pt x="18509" y="9970"/>
                </a:lnTo>
                <a:lnTo>
                  <a:pt x="18698" y="10112"/>
                </a:lnTo>
                <a:lnTo>
                  <a:pt x="18886" y="10253"/>
                </a:lnTo>
                <a:lnTo>
                  <a:pt x="19024" y="10344"/>
                </a:lnTo>
                <a:lnTo>
                  <a:pt x="19200" y="10486"/>
                </a:lnTo>
                <a:lnTo>
                  <a:pt x="19388" y="10627"/>
                </a:lnTo>
                <a:lnTo>
                  <a:pt x="19526" y="10679"/>
                </a:lnTo>
                <a:lnTo>
                  <a:pt x="19702" y="10821"/>
                </a:lnTo>
                <a:lnTo>
                  <a:pt x="19890" y="10950"/>
                </a:lnTo>
                <a:lnTo>
                  <a:pt x="20029" y="11002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113768" y="3792344"/>
            <a:ext cx="19966" cy="16922"/>
          </a:xfrm>
          <a:custGeom>
            <a:avLst/>
            <a:gdLst/>
            <a:ahLst/>
            <a:cxnLst/>
            <a:rect l="l" t="t" r="r" b="b"/>
            <a:pathLst>
              <a:path w="19966" h="16922">
                <a:moveTo>
                  <a:pt x="0" y="0"/>
                </a:moveTo>
                <a:lnTo>
                  <a:pt x="175" y="141"/>
                </a:lnTo>
                <a:lnTo>
                  <a:pt x="364" y="283"/>
                </a:lnTo>
                <a:lnTo>
                  <a:pt x="502" y="374"/>
                </a:lnTo>
                <a:lnTo>
                  <a:pt x="678" y="515"/>
                </a:lnTo>
                <a:lnTo>
                  <a:pt x="866" y="657"/>
                </a:lnTo>
                <a:lnTo>
                  <a:pt x="1004" y="748"/>
                </a:lnTo>
                <a:lnTo>
                  <a:pt x="1180" y="889"/>
                </a:lnTo>
                <a:lnTo>
                  <a:pt x="1368" y="1031"/>
                </a:lnTo>
                <a:lnTo>
                  <a:pt x="1506" y="1083"/>
                </a:lnTo>
                <a:lnTo>
                  <a:pt x="1682" y="1225"/>
                </a:lnTo>
                <a:lnTo>
                  <a:pt x="1871" y="1367"/>
                </a:lnTo>
                <a:lnTo>
                  <a:pt x="2009" y="1457"/>
                </a:lnTo>
                <a:lnTo>
                  <a:pt x="2184" y="1599"/>
                </a:lnTo>
                <a:lnTo>
                  <a:pt x="2373" y="1741"/>
                </a:lnTo>
                <a:lnTo>
                  <a:pt x="2511" y="1831"/>
                </a:lnTo>
                <a:lnTo>
                  <a:pt x="2687" y="1973"/>
                </a:lnTo>
                <a:lnTo>
                  <a:pt x="2875" y="2115"/>
                </a:lnTo>
                <a:lnTo>
                  <a:pt x="3013" y="2205"/>
                </a:lnTo>
                <a:lnTo>
                  <a:pt x="3189" y="2347"/>
                </a:lnTo>
                <a:lnTo>
                  <a:pt x="3377" y="2489"/>
                </a:lnTo>
                <a:lnTo>
                  <a:pt x="3516" y="2592"/>
                </a:lnTo>
                <a:lnTo>
                  <a:pt x="3691" y="2721"/>
                </a:lnTo>
                <a:lnTo>
                  <a:pt x="3880" y="2863"/>
                </a:lnTo>
                <a:lnTo>
                  <a:pt x="4018" y="2966"/>
                </a:lnTo>
                <a:lnTo>
                  <a:pt x="4194" y="3108"/>
                </a:lnTo>
                <a:lnTo>
                  <a:pt x="4382" y="3250"/>
                </a:lnTo>
                <a:lnTo>
                  <a:pt x="4520" y="3340"/>
                </a:lnTo>
                <a:lnTo>
                  <a:pt x="4696" y="3482"/>
                </a:lnTo>
                <a:lnTo>
                  <a:pt x="4884" y="3663"/>
                </a:lnTo>
                <a:lnTo>
                  <a:pt x="5022" y="3714"/>
                </a:lnTo>
                <a:lnTo>
                  <a:pt x="5211" y="3908"/>
                </a:lnTo>
                <a:lnTo>
                  <a:pt x="5387" y="4049"/>
                </a:lnTo>
                <a:lnTo>
                  <a:pt x="5525" y="4140"/>
                </a:lnTo>
                <a:lnTo>
                  <a:pt x="5713" y="4282"/>
                </a:lnTo>
                <a:lnTo>
                  <a:pt x="5889" y="4424"/>
                </a:lnTo>
                <a:lnTo>
                  <a:pt x="6027" y="4514"/>
                </a:lnTo>
                <a:lnTo>
                  <a:pt x="6215" y="4656"/>
                </a:lnTo>
                <a:lnTo>
                  <a:pt x="6391" y="4836"/>
                </a:lnTo>
                <a:lnTo>
                  <a:pt x="6529" y="4888"/>
                </a:lnTo>
                <a:lnTo>
                  <a:pt x="6718" y="5081"/>
                </a:lnTo>
                <a:lnTo>
                  <a:pt x="6894" y="5223"/>
                </a:lnTo>
                <a:lnTo>
                  <a:pt x="7032" y="5313"/>
                </a:lnTo>
                <a:lnTo>
                  <a:pt x="7220" y="5455"/>
                </a:lnTo>
                <a:lnTo>
                  <a:pt x="7396" y="5636"/>
                </a:lnTo>
                <a:lnTo>
                  <a:pt x="7534" y="5739"/>
                </a:lnTo>
                <a:lnTo>
                  <a:pt x="7722" y="5881"/>
                </a:lnTo>
                <a:lnTo>
                  <a:pt x="7898" y="6062"/>
                </a:lnTo>
                <a:lnTo>
                  <a:pt x="8036" y="6113"/>
                </a:lnTo>
                <a:lnTo>
                  <a:pt x="8225" y="6294"/>
                </a:lnTo>
                <a:lnTo>
                  <a:pt x="8400" y="6436"/>
                </a:lnTo>
                <a:lnTo>
                  <a:pt x="8539" y="6539"/>
                </a:lnTo>
                <a:lnTo>
                  <a:pt x="8727" y="6719"/>
                </a:lnTo>
                <a:lnTo>
                  <a:pt x="8903" y="6861"/>
                </a:lnTo>
                <a:lnTo>
                  <a:pt x="9041" y="6952"/>
                </a:lnTo>
                <a:lnTo>
                  <a:pt x="9229" y="7093"/>
                </a:lnTo>
                <a:lnTo>
                  <a:pt x="9405" y="7287"/>
                </a:lnTo>
                <a:lnTo>
                  <a:pt x="9543" y="7377"/>
                </a:lnTo>
                <a:lnTo>
                  <a:pt x="9732" y="7519"/>
                </a:lnTo>
                <a:lnTo>
                  <a:pt x="9907" y="7713"/>
                </a:lnTo>
                <a:lnTo>
                  <a:pt x="10045" y="7803"/>
                </a:lnTo>
                <a:lnTo>
                  <a:pt x="10234" y="7945"/>
                </a:lnTo>
                <a:lnTo>
                  <a:pt x="10410" y="8138"/>
                </a:lnTo>
                <a:lnTo>
                  <a:pt x="10548" y="8228"/>
                </a:lnTo>
                <a:lnTo>
                  <a:pt x="10736" y="8409"/>
                </a:lnTo>
                <a:lnTo>
                  <a:pt x="10912" y="8551"/>
                </a:lnTo>
                <a:lnTo>
                  <a:pt x="11050" y="8654"/>
                </a:lnTo>
                <a:lnTo>
                  <a:pt x="11238" y="8835"/>
                </a:lnTo>
                <a:lnTo>
                  <a:pt x="11427" y="8977"/>
                </a:lnTo>
                <a:lnTo>
                  <a:pt x="11653" y="9170"/>
                </a:lnTo>
                <a:lnTo>
                  <a:pt x="11829" y="9351"/>
                </a:lnTo>
                <a:lnTo>
                  <a:pt x="12055" y="9544"/>
                </a:lnTo>
                <a:lnTo>
                  <a:pt x="12243" y="9686"/>
                </a:lnTo>
                <a:lnTo>
                  <a:pt x="12431" y="9866"/>
                </a:lnTo>
                <a:lnTo>
                  <a:pt x="12569" y="9970"/>
                </a:lnTo>
                <a:lnTo>
                  <a:pt x="12745" y="10150"/>
                </a:lnTo>
                <a:lnTo>
                  <a:pt x="12934" y="10344"/>
                </a:lnTo>
                <a:lnTo>
                  <a:pt x="13072" y="10434"/>
                </a:lnTo>
                <a:lnTo>
                  <a:pt x="13248" y="10576"/>
                </a:lnTo>
                <a:lnTo>
                  <a:pt x="13436" y="10769"/>
                </a:lnTo>
                <a:lnTo>
                  <a:pt x="13574" y="10860"/>
                </a:lnTo>
                <a:lnTo>
                  <a:pt x="13750" y="11053"/>
                </a:lnTo>
                <a:lnTo>
                  <a:pt x="13938" y="11234"/>
                </a:lnTo>
                <a:lnTo>
                  <a:pt x="14076" y="11324"/>
                </a:lnTo>
                <a:lnTo>
                  <a:pt x="14252" y="11517"/>
                </a:lnTo>
                <a:lnTo>
                  <a:pt x="14441" y="11659"/>
                </a:lnTo>
                <a:lnTo>
                  <a:pt x="14579" y="11750"/>
                </a:lnTo>
                <a:lnTo>
                  <a:pt x="14754" y="11943"/>
                </a:lnTo>
                <a:lnTo>
                  <a:pt x="14943" y="12124"/>
                </a:lnTo>
                <a:lnTo>
                  <a:pt x="15081" y="12227"/>
                </a:lnTo>
                <a:lnTo>
                  <a:pt x="15257" y="12407"/>
                </a:lnTo>
                <a:lnTo>
                  <a:pt x="15445" y="12601"/>
                </a:lnTo>
                <a:lnTo>
                  <a:pt x="15583" y="12691"/>
                </a:lnTo>
                <a:lnTo>
                  <a:pt x="15759" y="12885"/>
                </a:lnTo>
                <a:lnTo>
                  <a:pt x="15947" y="13065"/>
                </a:lnTo>
                <a:lnTo>
                  <a:pt x="16086" y="13168"/>
                </a:lnTo>
                <a:lnTo>
                  <a:pt x="16261" y="13349"/>
                </a:lnTo>
                <a:lnTo>
                  <a:pt x="16450" y="13542"/>
                </a:lnTo>
                <a:lnTo>
                  <a:pt x="16588" y="13633"/>
                </a:lnTo>
                <a:lnTo>
                  <a:pt x="16764" y="13826"/>
                </a:lnTo>
                <a:lnTo>
                  <a:pt x="16952" y="14007"/>
                </a:lnTo>
                <a:lnTo>
                  <a:pt x="17090" y="14097"/>
                </a:lnTo>
                <a:lnTo>
                  <a:pt x="17266" y="14291"/>
                </a:lnTo>
                <a:lnTo>
                  <a:pt x="17454" y="14484"/>
                </a:lnTo>
                <a:lnTo>
                  <a:pt x="17592" y="14574"/>
                </a:lnTo>
                <a:lnTo>
                  <a:pt x="17768" y="14755"/>
                </a:lnTo>
                <a:lnTo>
                  <a:pt x="17957" y="14948"/>
                </a:lnTo>
                <a:lnTo>
                  <a:pt x="18095" y="15039"/>
                </a:lnTo>
                <a:lnTo>
                  <a:pt x="18183" y="15180"/>
                </a:lnTo>
                <a:lnTo>
                  <a:pt x="18371" y="15374"/>
                </a:lnTo>
                <a:lnTo>
                  <a:pt x="18597" y="15555"/>
                </a:lnTo>
                <a:lnTo>
                  <a:pt x="18785" y="15748"/>
                </a:lnTo>
                <a:lnTo>
                  <a:pt x="18961" y="15941"/>
                </a:lnTo>
                <a:lnTo>
                  <a:pt x="19099" y="16032"/>
                </a:lnTo>
                <a:lnTo>
                  <a:pt x="19288" y="16212"/>
                </a:lnTo>
                <a:lnTo>
                  <a:pt x="19464" y="16457"/>
                </a:lnTo>
                <a:lnTo>
                  <a:pt x="19602" y="16548"/>
                </a:lnTo>
                <a:lnTo>
                  <a:pt x="19790" y="16741"/>
                </a:lnTo>
                <a:lnTo>
                  <a:pt x="19966" y="16922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133734" y="3809266"/>
            <a:ext cx="20016" cy="22519"/>
          </a:xfrm>
          <a:custGeom>
            <a:avLst/>
            <a:gdLst/>
            <a:ahLst/>
            <a:cxnLst/>
            <a:rect l="l" t="t" r="r" b="b"/>
            <a:pathLst>
              <a:path w="20016" h="2251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5"/>
                </a:lnTo>
                <a:lnTo>
                  <a:pt x="640" y="606"/>
                </a:lnTo>
                <a:lnTo>
                  <a:pt x="828" y="799"/>
                </a:lnTo>
                <a:lnTo>
                  <a:pt x="1004" y="993"/>
                </a:lnTo>
                <a:lnTo>
                  <a:pt x="1142" y="1135"/>
                </a:lnTo>
                <a:lnTo>
                  <a:pt x="1331" y="1315"/>
                </a:lnTo>
                <a:lnTo>
                  <a:pt x="1506" y="1509"/>
                </a:lnTo>
                <a:lnTo>
                  <a:pt x="1645" y="1599"/>
                </a:lnTo>
                <a:lnTo>
                  <a:pt x="1833" y="1831"/>
                </a:lnTo>
                <a:lnTo>
                  <a:pt x="2009" y="2024"/>
                </a:lnTo>
                <a:lnTo>
                  <a:pt x="2147" y="2115"/>
                </a:lnTo>
                <a:lnTo>
                  <a:pt x="2335" y="2308"/>
                </a:lnTo>
                <a:lnTo>
                  <a:pt x="2423" y="2450"/>
                </a:lnTo>
                <a:lnTo>
                  <a:pt x="2649" y="2631"/>
                </a:lnTo>
                <a:lnTo>
                  <a:pt x="2837" y="2824"/>
                </a:lnTo>
                <a:lnTo>
                  <a:pt x="2925" y="2966"/>
                </a:lnTo>
                <a:lnTo>
                  <a:pt x="3151" y="3147"/>
                </a:lnTo>
                <a:lnTo>
                  <a:pt x="3340" y="3340"/>
                </a:lnTo>
                <a:lnTo>
                  <a:pt x="3428" y="3482"/>
                </a:lnTo>
                <a:lnTo>
                  <a:pt x="3654" y="3663"/>
                </a:lnTo>
                <a:lnTo>
                  <a:pt x="3842" y="3908"/>
                </a:lnTo>
                <a:lnTo>
                  <a:pt x="4018" y="4088"/>
                </a:lnTo>
                <a:lnTo>
                  <a:pt x="4156" y="4178"/>
                </a:lnTo>
                <a:lnTo>
                  <a:pt x="4344" y="4424"/>
                </a:lnTo>
                <a:lnTo>
                  <a:pt x="4520" y="4604"/>
                </a:lnTo>
                <a:lnTo>
                  <a:pt x="4658" y="4707"/>
                </a:lnTo>
                <a:lnTo>
                  <a:pt x="4759" y="4836"/>
                </a:lnTo>
                <a:lnTo>
                  <a:pt x="4935" y="5030"/>
                </a:lnTo>
                <a:lnTo>
                  <a:pt x="5161" y="5262"/>
                </a:lnTo>
                <a:lnTo>
                  <a:pt x="5349" y="5455"/>
                </a:lnTo>
                <a:lnTo>
                  <a:pt x="5437" y="5597"/>
                </a:lnTo>
                <a:lnTo>
                  <a:pt x="5663" y="5778"/>
                </a:lnTo>
                <a:lnTo>
                  <a:pt x="5851" y="6023"/>
                </a:lnTo>
                <a:lnTo>
                  <a:pt x="6040" y="6203"/>
                </a:lnTo>
                <a:lnTo>
                  <a:pt x="6178" y="6345"/>
                </a:lnTo>
                <a:lnTo>
                  <a:pt x="6354" y="6539"/>
                </a:lnTo>
                <a:lnTo>
                  <a:pt x="6542" y="6771"/>
                </a:lnTo>
                <a:lnTo>
                  <a:pt x="6680" y="6861"/>
                </a:lnTo>
                <a:lnTo>
                  <a:pt x="6856" y="7093"/>
                </a:lnTo>
                <a:lnTo>
                  <a:pt x="7044" y="7287"/>
                </a:lnTo>
                <a:lnTo>
                  <a:pt x="7182" y="7429"/>
                </a:lnTo>
                <a:lnTo>
                  <a:pt x="7358" y="7622"/>
                </a:lnTo>
                <a:lnTo>
                  <a:pt x="7446" y="7751"/>
                </a:lnTo>
                <a:lnTo>
                  <a:pt x="7685" y="7945"/>
                </a:lnTo>
                <a:lnTo>
                  <a:pt x="7773" y="8087"/>
                </a:lnTo>
                <a:lnTo>
                  <a:pt x="7948" y="8280"/>
                </a:lnTo>
                <a:lnTo>
                  <a:pt x="8049" y="8409"/>
                </a:lnTo>
                <a:lnTo>
                  <a:pt x="8187" y="8512"/>
                </a:lnTo>
                <a:lnTo>
                  <a:pt x="8363" y="8744"/>
                </a:lnTo>
                <a:lnTo>
                  <a:pt x="8551" y="8977"/>
                </a:lnTo>
                <a:lnTo>
                  <a:pt x="8689" y="9067"/>
                </a:lnTo>
                <a:lnTo>
                  <a:pt x="8865" y="9312"/>
                </a:lnTo>
                <a:lnTo>
                  <a:pt x="9053" y="9492"/>
                </a:lnTo>
                <a:lnTo>
                  <a:pt x="9192" y="9634"/>
                </a:lnTo>
                <a:lnTo>
                  <a:pt x="9367" y="9866"/>
                </a:lnTo>
                <a:lnTo>
                  <a:pt x="9556" y="10060"/>
                </a:lnTo>
                <a:lnTo>
                  <a:pt x="9694" y="10202"/>
                </a:lnTo>
                <a:lnTo>
                  <a:pt x="9870" y="10434"/>
                </a:lnTo>
                <a:lnTo>
                  <a:pt x="10058" y="10627"/>
                </a:lnTo>
                <a:lnTo>
                  <a:pt x="10196" y="10769"/>
                </a:lnTo>
                <a:lnTo>
                  <a:pt x="10372" y="11002"/>
                </a:lnTo>
                <a:lnTo>
                  <a:pt x="10560" y="11182"/>
                </a:lnTo>
                <a:lnTo>
                  <a:pt x="10698" y="11324"/>
                </a:lnTo>
                <a:lnTo>
                  <a:pt x="10874" y="11569"/>
                </a:lnTo>
                <a:lnTo>
                  <a:pt x="11063" y="11801"/>
                </a:lnTo>
                <a:lnTo>
                  <a:pt x="11201" y="11891"/>
                </a:lnTo>
                <a:lnTo>
                  <a:pt x="11377" y="12124"/>
                </a:lnTo>
                <a:lnTo>
                  <a:pt x="11565" y="12369"/>
                </a:lnTo>
                <a:lnTo>
                  <a:pt x="11703" y="12459"/>
                </a:lnTo>
                <a:lnTo>
                  <a:pt x="11791" y="12601"/>
                </a:lnTo>
                <a:lnTo>
                  <a:pt x="11979" y="12833"/>
                </a:lnTo>
                <a:lnTo>
                  <a:pt x="12205" y="13065"/>
                </a:lnTo>
                <a:lnTo>
                  <a:pt x="12394" y="13297"/>
                </a:lnTo>
                <a:lnTo>
                  <a:pt x="12569" y="13542"/>
                </a:lnTo>
                <a:lnTo>
                  <a:pt x="12708" y="13633"/>
                </a:lnTo>
                <a:lnTo>
                  <a:pt x="12796" y="13775"/>
                </a:lnTo>
                <a:lnTo>
                  <a:pt x="12984" y="13968"/>
                </a:lnTo>
                <a:lnTo>
                  <a:pt x="13072" y="14097"/>
                </a:lnTo>
                <a:lnTo>
                  <a:pt x="13210" y="14200"/>
                </a:lnTo>
                <a:lnTo>
                  <a:pt x="13298" y="14342"/>
                </a:lnTo>
                <a:lnTo>
                  <a:pt x="13486" y="14574"/>
                </a:lnTo>
                <a:lnTo>
                  <a:pt x="13574" y="14716"/>
                </a:lnTo>
                <a:lnTo>
                  <a:pt x="13712" y="14806"/>
                </a:lnTo>
                <a:lnTo>
                  <a:pt x="13800" y="14948"/>
                </a:lnTo>
                <a:lnTo>
                  <a:pt x="13988" y="15180"/>
                </a:lnTo>
                <a:lnTo>
                  <a:pt x="14215" y="15413"/>
                </a:lnTo>
                <a:lnTo>
                  <a:pt x="14403" y="15658"/>
                </a:lnTo>
                <a:lnTo>
                  <a:pt x="14579" y="15890"/>
                </a:lnTo>
                <a:lnTo>
                  <a:pt x="14717" y="15980"/>
                </a:lnTo>
                <a:lnTo>
                  <a:pt x="14805" y="16122"/>
                </a:lnTo>
                <a:lnTo>
                  <a:pt x="14993" y="16354"/>
                </a:lnTo>
                <a:lnTo>
                  <a:pt x="15081" y="16496"/>
                </a:lnTo>
                <a:lnTo>
                  <a:pt x="15219" y="16599"/>
                </a:lnTo>
                <a:lnTo>
                  <a:pt x="15307" y="16741"/>
                </a:lnTo>
                <a:lnTo>
                  <a:pt x="15495" y="16973"/>
                </a:lnTo>
                <a:lnTo>
                  <a:pt x="15721" y="17205"/>
                </a:lnTo>
                <a:lnTo>
                  <a:pt x="15809" y="17347"/>
                </a:lnTo>
                <a:lnTo>
                  <a:pt x="15998" y="17580"/>
                </a:lnTo>
                <a:lnTo>
                  <a:pt x="16224" y="17812"/>
                </a:lnTo>
                <a:lnTo>
                  <a:pt x="16412" y="18057"/>
                </a:lnTo>
                <a:lnTo>
                  <a:pt x="16500" y="18199"/>
                </a:lnTo>
                <a:lnTo>
                  <a:pt x="16726" y="18431"/>
                </a:lnTo>
                <a:lnTo>
                  <a:pt x="16914" y="18663"/>
                </a:lnTo>
                <a:lnTo>
                  <a:pt x="17002" y="18805"/>
                </a:lnTo>
                <a:lnTo>
                  <a:pt x="17228" y="19037"/>
                </a:lnTo>
                <a:lnTo>
                  <a:pt x="17417" y="19269"/>
                </a:lnTo>
                <a:lnTo>
                  <a:pt x="17505" y="19411"/>
                </a:lnTo>
                <a:lnTo>
                  <a:pt x="17731" y="19643"/>
                </a:lnTo>
                <a:lnTo>
                  <a:pt x="17831" y="19785"/>
                </a:lnTo>
                <a:lnTo>
                  <a:pt x="18007" y="20030"/>
                </a:lnTo>
                <a:lnTo>
                  <a:pt x="18095" y="20172"/>
                </a:lnTo>
                <a:lnTo>
                  <a:pt x="18233" y="20262"/>
                </a:lnTo>
                <a:lnTo>
                  <a:pt x="18333" y="20404"/>
                </a:lnTo>
                <a:lnTo>
                  <a:pt x="18509" y="20636"/>
                </a:lnTo>
                <a:lnTo>
                  <a:pt x="18610" y="20778"/>
                </a:lnTo>
                <a:lnTo>
                  <a:pt x="18836" y="21010"/>
                </a:lnTo>
                <a:lnTo>
                  <a:pt x="18924" y="21152"/>
                </a:lnTo>
                <a:lnTo>
                  <a:pt x="19112" y="21384"/>
                </a:lnTo>
                <a:lnTo>
                  <a:pt x="19237" y="21526"/>
                </a:lnTo>
                <a:lnTo>
                  <a:pt x="19426" y="21758"/>
                </a:lnTo>
                <a:lnTo>
                  <a:pt x="19514" y="21900"/>
                </a:lnTo>
                <a:lnTo>
                  <a:pt x="19752" y="22145"/>
                </a:lnTo>
                <a:lnTo>
                  <a:pt x="19840" y="22287"/>
                </a:lnTo>
                <a:lnTo>
                  <a:pt x="19928" y="22429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153750" y="3831786"/>
            <a:ext cx="20029" cy="27782"/>
          </a:xfrm>
          <a:custGeom>
            <a:avLst/>
            <a:gdLst/>
            <a:ahLst/>
            <a:cxnLst/>
            <a:rect l="l" t="t" r="r" b="b"/>
            <a:pathLst>
              <a:path w="20029" h="2778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5"/>
                </a:lnTo>
                <a:lnTo>
                  <a:pt x="502" y="657"/>
                </a:lnTo>
                <a:lnTo>
                  <a:pt x="740" y="889"/>
                </a:lnTo>
                <a:lnTo>
                  <a:pt x="828" y="1031"/>
                </a:lnTo>
                <a:lnTo>
                  <a:pt x="916" y="1173"/>
                </a:lnTo>
                <a:lnTo>
                  <a:pt x="1105" y="1405"/>
                </a:lnTo>
                <a:lnTo>
                  <a:pt x="1243" y="1547"/>
                </a:lnTo>
                <a:lnTo>
                  <a:pt x="1331" y="1689"/>
                </a:lnTo>
                <a:lnTo>
                  <a:pt x="1506" y="1921"/>
                </a:lnTo>
                <a:lnTo>
                  <a:pt x="1607" y="2063"/>
                </a:lnTo>
                <a:lnTo>
                  <a:pt x="1745" y="2153"/>
                </a:lnTo>
                <a:lnTo>
                  <a:pt x="1833" y="2295"/>
                </a:lnTo>
                <a:lnTo>
                  <a:pt x="1921" y="2437"/>
                </a:lnTo>
                <a:lnTo>
                  <a:pt x="2009" y="2579"/>
                </a:lnTo>
                <a:lnTo>
                  <a:pt x="2247" y="2811"/>
                </a:lnTo>
                <a:lnTo>
                  <a:pt x="2335" y="2953"/>
                </a:lnTo>
                <a:lnTo>
                  <a:pt x="2423" y="3095"/>
                </a:lnTo>
                <a:lnTo>
                  <a:pt x="2524" y="3237"/>
                </a:lnTo>
                <a:lnTo>
                  <a:pt x="2750" y="3469"/>
                </a:lnTo>
                <a:lnTo>
                  <a:pt x="2837" y="3611"/>
                </a:lnTo>
                <a:lnTo>
                  <a:pt x="2925" y="3753"/>
                </a:lnTo>
                <a:lnTo>
                  <a:pt x="3114" y="3998"/>
                </a:lnTo>
                <a:lnTo>
                  <a:pt x="3252" y="4140"/>
                </a:lnTo>
                <a:lnTo>
                  <a:pt x="3340" y="4269"/>
                </a:lnTo>
                <a:lnTo>
                  <a:pt x="3428" y="4411"/>
                </a:lnTo>
                <a:lnTo>
                  <a:pt x="3616" y="4656"/>
                </a:lnTo>
                <a:lnTo>
                  <a:pt x="3754" y="4798"/>
                </a:lnTo>
                <a:lnTo>
                  <a:pt x="3842" y="4927"/>
                </a:lnTo>
                <a:lnTo>
                  <a:pt x="3930" y="5068"/>
                </a:lnTo>
                <a:lnTo>
                  <a:pt x="4118" y="5313"/>
                </a:lnTo>
                <a:lnTo>
                  <a:pt x="4256" y="5455"/>
                </a:lnTo>
                <a:lnTo>
                  <a:pt x="4344" y="5584"/>
                </a:lnTo>
                <a:lnTo>
                  <a:pt x="4432" y="5726"/>
                </a:lnTo>
                <a:lnTo>
                  <a:pt x="4621" y="5971"/>
                </a:lnTo>
                <a:lnTo>
                  <a:pt x="4759" y="6113"/>
                </a:lnTo>
                <a:lnTo>
                  <a:pt x="4847" y="6255"/>
                </a:lnTo>
                <a:lnTo>
                  <a:pt x="4935" y="6384"/>
                </a:lnTo>
                <a:lnTo>
                  <a:pt x="5035" y="6526"/>
                </a:lnTo>
                <a:lnTo>
                  <a:pt x="5261" y="6771"/>
                </a:lnTo>
                <a:lnTo>
                  <a:pt x="5349" y="6913"/>
                </a:lnTo>
                <a:lnTo>
                  <a:pt x="5437" y="7042"/>
                </a:lnTo>
                <a:lnTo>
                  <a:pt x="5537" y="7184"/>
                </a:lnTo>
                <a:lnTo>
                  <a:pt x="5625" y="7326"/>
                </a:lnTo>
                <a:lnTo>
                  <a:pt x="5763" y="7429"/>
                </a:lnTo>
                <a:lnTo>
                  <a:pt x="5851" y="7571"/>
                </a:lnTo>
                <a:lnTo>
                  <a:pt x="5952" y="7700"/>
                </a:lnTo>
                <a:lnTo>
                  <a:pt x="6040" y="7842"/>
                </a:lnTo>
                <a:lnTo>
                  <a:pt x="6128" y="7983"/>
                </a:lnTo>
                <a:lnTo>
                  <a:pt x="6266" y="8125"/>
                </a:lnTo>
                <a:lnTo>
                  <a:pt x="6354" y="8267"/>
                </a:lnTo>
                <a:lnTo>
                  <a:pt x="6454" y="8409"/>
                </a:lnTo>
                <a:lnTo>
                  <a:pt x="6630" y="8641"/>
                </a:lnTo>
                <a:lnTo>
                  <a:pt x="6768" y="8783"/>
                </a:lnTo>
                <a:lnTo>
                  <a:pt x="6856" y="8925"/>
                </a:lnTo>
                <a:lnTo>
                  <a:pt x="6956" y="9067"/>
                </a:lnTo>
                <a:lnTo>
                  <a:pt x="7044" y="9209"/>
                </a:lnTo>
                <a:lnTo>
                  <a:pt x="7132" y="9351"/>
                </a:lnTo>
                <a:lnTo>
                  <a:pt x="7270" y="9492"/>
                </a:lnTo>
                <a:lnTo>
                  <a:pt x="7358" y="9634"/>
                </a:lnTo>
                <a:lnTo>
                  <a:pt x="7547" y="9866"/>
                </a:lnTo>
                <a:lnTo>
                  <a:pt x="7634" y="10008"/>
                </a:lnTo>
                <a:lnTo>
                  <a:pt x="7773" y="10150"/>
                </a:lnTo>
                <a:lnTo>
                  <a:pt x="7860" y="10292"/>
                </a:lnTo>
                <a:lnTo>
                  <a:pt x="7961" y="10434"/>
                </a:lnTo>
                <a:lnTo>
                  <a:pt x="8049" y="10576"/>
                </a:lnTo>
                <a:lnTo>
                  <a:pt x="8137" y="10718"/>
                </a:lnTo>
                <a:lnTo>
                  <a:pt x="8275" y="10860"/>
                </a:lnTo>
                <a:lnTo>
                  <a:pt x="8363" y="11002"/>
                </a:lnTo>
                <a:lnTo>
                  <a:pt x="8463" y="11143"/>
                </a:lnTo>
                <a:lnTo>
                  <a:pt x="8551" y="11272"/>
                </a:lnTo>
                <a:lnTo>
                  <a:pt x="8777" y="11517"/>
                </a:lnTo>
                <a:lnTo>
                  <a:pt x="8865" y="11659"/>
                </a:lnTo>
                <a:lnTo>
                  <a:pt x="8966" y="11801"/>
                </a:lnTo>
                <a:lnTo>
                  <a:pt x="9053" y="11930"/>
                </a:lnTo>
                <a:lnTo>
                  <a:pt x="9141" y="12072"/>
                </a:lnTo>
                <a:lnTo>
                  <a:pt x="9279" y="12214"/>
                </a:lnTo>
                <a:lnTo>
                  <a:pt x="9367" y="12356"/>
                </a:lnTo>
                <a:lnTo>
                  <a:pt x="9468" y="12498"/>
                </a:lnTo>
                <a:lnTo>
                  <a:pt x="9556" y="12640"/>
                </a:lnTo>
                <a:lnTo>
                  <a:pt x="9644" y="12781"/>
                </a:lnTo>
                <a:lnTo>
                  <a:pt x="9782" y="12923"/>
                </a:lnTo>
                <a:lnTo>
                  <a:pt x="9882" y="13065"/>
                </a:lnTo>
                <a:lnTo>
                  <a:pt x="9970" y="13207"/>
                </a:lnTo>
                <a:lnTo>
                  <a:pt x="10058" y="13349"/>
                </a:lnTo>
                <a:lnTo>
                  <a:pt x="10146" y="13491"/>
                </a:lnTo>
                <a:lnTo>
                  <a:pt x="10284" y="13633"/>
                </a:lnTo>
                <a:lnTo>
                  <a:pt x="10384" y="13775"/>
                </a:lnTo>
                <a:lnTo>
                  <a:pt x="10472" y="13916"/>
                </a:lnTo>
                <a:lnTo>
                  <a:pt x="10560" y="14045"/>
                </a:lnTo>
                <a:lnTo>
                  <a:pt x="10648" y="14187"/>
                </a:lnTo>
                <a:lnTo>
                  <a:pt x="10786" y="14329"/>
                </a:lnTo>
                <a:lnTo>
                  <a:pt x="10887" y="14471"/>
                </a:lnTo>
                <a:lnTo>
                  <a:pt x="10975" y="14613"/>
                </a:lnTo>
                <a:lnTo>
                  <a:pt x="11063" y="14755"/>
                </a:lnTo>
                <a:lnTo>
                  <a:pt x="11150" y="14897"/>
                </a:lnTo>
                <a:lnTo>
                  <a:pt x="11289" y="15039"/>
                </a:lnTo>
                <a:lnTo>
                  <a:pt x="11389" y="15180"/>
                </a:lnTo>
                <a:lnTo>
                  <a:pt x="11477" y="15322"/>
                </a:lnTo>
                <a:lnTo>
                  <a:pt x="11565" y="15464"/>
                </a:lnTo>
                <a:lnTo>
                  <a:pt x="11653" y="15606"/>
                </a:lnTo>
                <a:lnTo>
                  <a:pt x="11791" y="15748"/>
                </a:lnTo>
                <a:lnTo>
                  <a:pt x="11891" y="15890"/>
                </a:lnTo>
                <a:lnTo>
                  <a:pt x="11979" y="16032"/>
                </a:lnTo>
                <a:lnTo>
                  <a:pt x="12067" y="16161"/>
                </a:lnTo>
                <a:lnTo>
                  <a:pt x="12168" y="16303"/>
                </a:lnTo>
                <a:lnTo>
                  <a:pt x="12293" y="16444"/>
                </a:lnTo>
                <a:lnTo>
                  <a:pt x="12394" y="16586"/>
                </a:lnTo>
                <a:lnTo>
                  <a:pt x="12482" y="16728"/>
                </a:lnTo>
                <a:lnTo>
                  <a:pt x="12569" y="16870"/>
                </a:lnTo>
                <a:lnTo>
                  <a:pt x="12670" y="17012"/>
                </a:lnTo>
                <a:lnTo>
                  <a:pt x="12796" y="17154"/>
                </a:lnTo>
                <a:lnTo>
                  <a:pt x="12896" y="17296"/>
                </a:lnTo>
                <a:lnTo>
                  <a:pt x="12984" y="17438"/>
                </a:lnTo>
                <a:lnTo>
                  <a:pt x="13072" y="17580"/>
                </a:lnTo>
                <a:lnTo>
                  <a:pt x="13172" y="17721"/>
                </a:lnTo>
                <a:lnTo>
                  <a:pt x="13298" y="17863"/>
                </a:lnTo>
                <a:lnTo>
                  <a:pt x="13398" y="18005"/>
                </a:lnTo>
                <a:lnTo>
                  <a:pt x="13486" y="18186"/>
                </a:lnTo>
                <a:lnTo>
                  <a:pt x="13574" y="18328"/>
                </a:lnTo>
                <a:lnTo>
                  <a:pt x="13675" y="18469"/>
                </a:lnTo>
                <a:lnTo>
                  <a:pt x="13813" y="18611"/>
                </a:lnTo>
                <a:lnTo>
                  <a:pt x="13901" y="18753"/>
                </a:lnTo>
                <a:lnTo>
                  <a:pt x="13988" y="18895"/>
                </a:lnTo>
                <a:lnTo>
                  <a:pt x="14076" y="19037"/>
                </a:lnTo>
                <a:lnTo>
                  <a:pt x="14177" y="19179"/>
                </a:lnTo>
                <a:lnTo>
                  <a:pt x="14315" y="19321"/>
                </a:lnTo>
                <a:lnTo>
                  <a:pt x="14403" y="19463"/>
                </a:lnTo>
                <a:lnTo>
                  <a:pt x="14491" y="19605"/>
                </a:lnTo>
                <a:lnTo>
                  <a:pt x="14579" y="19733"/>
                </a:lnTo>
                <a:lnTo>
                  <a:pt x="14679" y="19927"/>
                </a:lnTo>
                <a:lnTo>
                  <a:pt x="14817" y="20069"/>
                </a:lnTo>
                <a:lnTo>
                  <a:pt x="14905" y="20211"/>
                </a:lnTo>
                <a:lnTo>
                  <a:pt x="14993" y="20353"/>
                </a:lnTo>
                <a:lnTo>
                  <a:pt x="15081" y="20494"/>
                </a:lnTo>
                <a:lnTo>
                  <a:pt x="15181" y="20636"/>
                </a:lnTo>
                <a:lnTo>
                  <a:pt x="15320" y="20778"/>
                </a:lnTo>
                <a:lnTo>
                  <a:pt x="15407" y="20920"/>
                </a:lnTo>
                <a:lnTo>
                  <a:pt x="15495" y="21062"/>
                </a:lnTo>
                <a:lnTo>
                  <a:pt x="15583" y="21243"/>
                </a:lnTo>
                <a:lnTo>
                  <a:pt x="15684" y="21384"/>
                </a:lnTo>
                <a:lnTo>
                  <a:pt x="15822" y="21526"/>
                </a:lnTo>
                <a:lnTo>
                  <a:pt x="15910" y="21668"/>
                </a:lnTo>
                <a:lnTo>
                  <a:pt x="15998" y="21810"/>
                </a:lnTo>
                <a:lnTo>
                  <a:pt x="16098" y="21952"/>
                </a:lnTo>
                <a:lnTo>
                  <a:pt x="16186" y="22094"/>
                </a:lnTo>
                <a:lnTo>
                  <a:pt x="16324" y="22236"/>
                </a:lnTo>
                <a:lnTo>
                  <a:pt x="16412" y="22416"/>
                </a:lnTo>
                <a:lnTo>
                  <a:pt x="16500" y="22558"/>
                </a:lnTo>
                <a:lnTo>
                  <a:pt x="16600" y="22700"/>
                </a:lnTo>
                <a:lnTo>
                  <a:pt x="16688" y="22842"/>
                </a:lnTo>
                <a:lnTo>
                  <a:pt x="16826" y="22984"/>
                </a:lnTo>
                <a:lnTo>
                  <a:pt x="16914" y="23126"/>
                </a:lnTo>
                <a:lnTo>
                  <a:pt x="17002" y="23268"/>
                </a:lnTo>
                <a:lnTo>
                  <a:pt x="17103" y="23448"/>
                </a:lnTo>
                <a:lnTo>
                  <a:pt x="17191" y="23590"/>
                </a:lnTo>
                <a:lnTo>
                  <a:pt x="17329" y="23732"/>
                </a:lnTo>
                <a:lnTo>
                  <a:pt x="17417" y="23874"/>
                </a:lnTo>
                <a:lnTo>
                  <a:pt x="17505" y="24016"/>
                </a:lnTo>
                <a:lnTo>
                  <a:pt x="17605" y="24158"/>
                </a:lnTo>
                <a:lnTo>
                  <a:pt x="17693" y="24351"/>
                </a:lnTo>
                <a:lnTo>
                  <a:pt x="17831" y="24493"/>
                </a:lnTo>
                <a:lnTo>
                  <a:pt x="17919" y="24622"/>
                </a:lnTo>
                <a:lnTo>
                  <a:pt x="18007" y="24764"/>
                </a:lnTo>
                <a:lnTo>
                  <a:pt x="18107" y="24906"/>
                </a:lnTo>
                <a:lnTo>
                  <a:pt x="18195" y="25099"/>
                </a:lnTo>
                <a:lnTo>
                  <a:pt x="18333" y="25241"/>
                </a:lnTo>
                <a:lnTo>
                  <a:pt x="18421" y="25383"/>
                </a:lnTo>
                <a:lnTo>
                  <a:pt x="18509" y="25525"/>
                </a:lnTo>
                <a:lnTo>
                  <a:pt x="18610" y="25667"/>
                </a:lnTo>
                <a:lnTo>
                  <a:pt x="18698" y="25847"/>
                </a:lnTo>
                <a:lnTo>
                  <a:pt x="18836" y="25989"/>
                </a:lnTo>
                <a:lnTo>
                  <a:pt x="18924" y="26131"/>
                </a:lnTo>
                <a:lnTo>
                  <a:pt x="19011" y="26273"/>
                </a:lnTo>
                <a:lnTo>
                  <a:pt x="19112" y="26415"/>
                </a:lnTo>
                <a:lnTo>
                  <a:pt x="19200" y="26608"/>
                </a:lnTo>
                <a:lnTo>
                  <a:pt x="19338" y="26737"/>
                </a:lnTo>
                <a:lnTo>
                  <a:pt x="19426" y="26879"/>
                </a:lnTo>
                <a:lnTo>
                  <a:pt x="19514" y="27021"/>
                </a:lnTo>
                <a:lnTo>
                  <a:pt x="19614" y="27214"/>
                </a:lnTo>
                <a:lnTo>
                  <a:pt x="19702" y="27356"/>
                </a:lnTo>
                <a:lnTo>
                  <a:pt x="19840" y="27498"/>
                </a:lnTo>
                <a:lnTo>
                  <a:pt x="19928" y="27640"/>
                </a:lnTo>
                <a:lnTo>
                  <a:pt x="20029" y="27782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173780" y="3859569"/>
            <a:ext cx="20016" cy="32619"/>
          </a:xfrm>
          <a:custGeom>
            <a:avLst/>
            <a:gdLst/>
            <a:ahLst/>
            <a:cxnLst/>
            <a:rect l="l" t="t" r="r" b="b"/>
            <a:pathLst>
              <a:path w="20016" h="32619">
                <a:moveTo>
                  <a:pt x="0" y="0"/>
                </a:moveTo>
                <a:lnTo>
                  <a:pt x="87" y="180"/>
                </a:lnTo>
                <a:lnTo>
                  <a:pt x="175" y="322"/>
                </a:lnTo>
                <a:lnTo>
                  <a:pt x="313" y="464"/>
                </a:lnTo>
                <a:lnTo>
                  <a:pt x="401" y="606"/>
                </a:lnTo>
                <a:lnTo>
                  <a:pt x="502" y="799"/>
                </a:lnTo>
                <a:lnTo>
                  <a:pt x="590" y="941"/>
                </a:lnTo>
                <a:lnTo>
                  <a:pt x="678" y="1070"/>
                </a:lnTo>
                <a:lnTo>
                  <a:pt x="816" y="1212"/>
                </a:lnTo>
                <a:lnTo>
                  <a:pt x="904" y="1405"/>
                </a:lnTo>
                <a:lnTo>
                  <a:pt x="1004" y="1547"/>
                </a:lnTo>
                <a:lnTo>
                  <a:pt x="1092" y="1689"/>
                </a:lnTo>
                <a:lnTo>
                  <a:pt x="1180" y="1831"/>
                </a:lnTo>
                <a:lnTo>
                  <a:pt x="1318" y="2012"/>
                </a:lnTo>
                <a:lnTo>
                  <a:pt x="1406" y="2153"/>
                </a:lnTo>
                <a:lnTo>
                  <a:pt x="1506" y="2295"/>
                </a:lnTo>
                <a:lnTo>
                  <a:pt x="1594" y="2489"/>
                </a:lnTo>
                <a:lnTo>
                  <a:pt x="1682" y="2631"/>
                </a:lnTo>
                <a:lnTo>
                  <a:pt x="1820" y="2773"/>
                </a:lnTo>
                <a:lnTo>
                  <a:pt x="1908" y="2914"/>
                </a:lnTo>
                <a:lnTo>
                  <a:pt x="2009" y="3095"/>
                </a:lnTo>
                <a:lnTo>
                  <a:pt x="2097" y="3237"/>
                </a:lnTo>
                <a:lnTo>
                  <a:pt x="2184" y="3379"/>
                </a:lnTo>
                <a:lnTo>
                  <a:pt x="2323" y="3572"/>
                </a:lnTo>
                <a:lnTo>
                  <a:pt x="2411" y="3714"/>
                </a:lnTo>
                <a:lnTo>
                  <a:pt x="2511" y="3856"/>
                </a:lnTo>
                <a:lnTo>
                  <a:pt x="2599" y="3985"/>
                </a:lnTo>
                <a:lnTo>
                  <a:pt x="2687" y="4178"/>
                </a:lnTo>
                <a:lnTo>
                  <a:pt x="2825" y="4320"/>
                </a:lnTo>
                <a:lnTo>
                  <a:pt x="2913" y="4462"/>
                </a:lnTo>
                <a:lnTo>
                  <a:pt x="3013" y="4643"/>
                </a:lnTo>
                <a:lnTo>
                  <a:pt x="3101" y="4785"/>
                </a:lnTo>
                <a:lnTo>
                  <a:pt x="3189" y="4927"/>
                </a:lnTo>
                <a:lnTo>
                  <a:pt x="3327" y="5120"/>
                </a:lnTo>
                <a:lnTo>
                  <a:pt x="3428" y="5262"/>
                </a:lnTo>
                <a:lnTo>
                  <a:pt x="3516" y="5404"/>
                </a:lnTo>
                <a:lnTo>
                  <a:pt x="3603" y="5584"/>
                </a:lnTo>
                <a:lnTo>
                  <a:pt x="3691" y="5726"/>
                </a:lnTo>
                <a:lnTo>
                  <a:pt x="3830" y="5868"/>
                </a:lnTo>
                <a:lnTo>
                  <a:pt x="3930" y="6062"/>
                </a:lnTo>
                <a:lnTo>
                  <a:pt x="4018" y="6203"/>
                </a:lnTo>
                <a:lnTo>
                  <a:pt x="4106" y="6345"/>
                </a:lnTo>
                <a:lnTo>
                  <a:pt x="4194" y="6526"/>
                </a:lnTo>
                <a:lnTo>
                  <a:pt x="4332" y="6668"/>
                </a:lnTo>
                <a:lnTo>
                  <a:pt x="4432" y="6810"/>
                </a:lnTo>
                <a:lnTo>
                  <a:pt x="4520" y="7003"/>
                </a:lnTo>
                <a:lnTo>
                  <a:pt x="4608" y="7145"/>
                </a:lnTo>
                <a:lnTo>
                  <a:pt x="4696" y="7287"/>
                </a:lnTo>
                <a:lnTo>
                  <a:pt x="4834" y="7467"/>
                </a:lnTo>
                <a:lnTo>
                  <a:pt x="4935" y="7609"/>
                </a:lnTo>
                <a:lnTo>
                  <a:pt x="5022" y="7803"/>
                </a:lnTo>
                <a:lnTo>
                  <a:pt x="5110" y="7945"/>
                </a:lnTo>
                <a:lnTo>
                  <a:pt x="5198" y="8087"/>
                </a:lnTo>
                <a:lnTo>
                  <a:pt x="5336" y="8267"/>
                </a:lnTo>
                <a:lnTo>
                  <a:pt x="5437" y="8409"/>
                </a:lnTo>
                <a:lnTo>
                  <a:pt x="5525" y="8551"/>
                </a:lnTo>
                <a:lnTo>
                  <a:pt x="5613" y="8744"/>
                </a:lnTo>
                <a:lnTo>
                  <a:pt x="5713" y="8873"/>
                </a:lnTo>
                <a:lnTo>
                  <a:pt x="5839" y="9067"/>
                </a:lnTo>
                <a:lnTo>
                  <a:pt x="5939" y="9209"/>
                </a:lnTo>
                <a:lnTo>
                  <a:pt x="6027" y="9351"/>
                </a:lnTo>
                <a:lnTo>
                  <a:pt x="6115" y="9531"/>
                </a:lnTo>
                <a:lnTo>
                  <a:pt x="6215" y="9673"/>
                </a:lnTo>
                <a:lnTo>
                  <a:pt x="6341" y="9866"/>
                </a:lnTo>
                <a:lnTo>
                  <a:pt x="6441" y="10008"/>
                </a:lnTo>
                <a:lnTo>
                  <a:pt x="6529" y="10150"/>
                </a:lnTo>
                <a:lnTo>
                  <a:pt x="6617" y="10331"/>
                </a:lnTo>
                <a:lnTo>
                  <a:pt x="6718" y="10473"/>
                </a:lnTo>
                <a:lnTo>
                  <a:pt x="6843" y="10666"/>
                </a:lnTo>
                <a:lnTo>
                  <a:pt x="6944" y="10808"/>
                </a:lnTo>
                <a:lnTo>
                  <a:pt x="7032" y="10950"/>
                </a:lnTo>
                <a:lnTo>
                  <a:pt x="7120" y="11131"/>
                </a:lnTo>
                <a:lnTo>
                  <a:pt x="7220" y="11272"/>
                </a:lnTo>
                <a:lnTo>
                  <a:pt x="7358" y="11466"/>
                </a:lnTo>
                <a:lnTo>
                  <a:pt x="7446" y="11608"/>
                </a:lnTo>
                <a:lnTo>
                  <a:pt x="7534" y="11750"/>
                </a:lnTo>
                <a:lnTo>
                  <a:pt x="7622" y="11930"/>
                </a:lnTo>
                <a:lnTo>
                  <a:pt x="7722" y="12072"/>
                </a:lnTo>
                <a:lnTo>
                  <a:pt x="7860" y="12266"/>
                </a:lnTo>
                <a:lnTo>
                  <a:pt x="7948" y="12407"/>
                </a:lnTo>
                <a:lnTo>
                  <a:pt x="8036" y="12588"/>
                </a:lnTo>
                <a:lnTo>
                  <a:pt x="8124" y="12730"/>
                </a:lnTo>
                <a:lnTo>
                  <a:pt x="8262" y="12923"/>
                </a:lnTo>
                <a:lnTo>
                  <a:pt x="8363" y="13065"/>
                </a:lnTo>
                <a:lnTo>
                  <a:pt x="8451" y="13207"/>
                </a:lnTo>
                <a:lnTo>
                  <a:pt x="8539" y="13388"/>
                </a:lnTo>
                <a:lnTo>
                  <a:pt x="8626" y="13530"/>
                </a:lnTo>
                <a:lnTo>
                  <a:pt x="8765" y="13723"/>
                </a:lnTo>
                <a:lnTo>
                  <a:pt x="8865" y="13865"/>
                </a:lnTo>
                <a:lnTo>
                  <a:pt x="8953" y="14045"/>
                </a:lnTo>
                <a:lnTo>
                  <a:pt x="9041" y="14187"/>
                </a:lnTo>
                <a:lnTo>
                  <a:pt x="9129" y="14381"/>
                </a:lnTo>
                <a:lnTo>
                  <a:pt x="9267" y="14523"/>
                </a:lnTo>
                <a:lnTo>
                  <a:pt x="9367" y="14703"/>
                </a:lnTo>
                <a:lnTo>
                  <a:pt x="9455" y="14845"/>
                </a:lnTo>
                <a:lnTo>
                  <a:pt x="9543" y="15039"/>
                </a:lnTo>
                <a:lnTo>
                  <a:pt x="9644" y="15180"/>
                </a:lnTo>
                <a:lnTo>
                  <a:pt x="9769" y="15361"/>
                </a:lnTo>
                <a:lnTo>
                  <a:pt x="9870" y="15503"/>
                </a:lnTo>
                <a:lnTo>
                  <a:pt x="9958" y="15645"/>
                </a:lnTo>
                <a:lnTo>
                  <a:pt x="10045" y="15838"/>
                </a:lnTo>
                <a:lnTo>
                  <a:pt x="10146" y="15980"/>
                </a:lnTo>
                <a:lnTo>
                  <a:pt x="10271" y="16161"/>
                </a:lnTo>
                <a:lnTo>
                  <a:pt x="10372" y="16303"/>
                </a:lnTo>
                <a:lnTo>
                  <a:pt x="10460" y="16496"/>
                </a:lnTo>
                <a:lnTo>
                  <a:pt x="10548" y="16638"/>
                </a:lnTo>
                <a:lnTo>
                  <a:pt x="10648" y="16819"/>
                </a:lnTo>
                <a:lnTo>
                  <a:pt x="10786" y="16960"/>
                </a:lnTo>
                <a:lnTo>
                  <a:pt x="10874" y="17154"/>
                </a:lnTo>
                <a:lnTo>
                  <a:pt x="10962" y="17296"/>
                </a:lnTo>
                <a:lnTo>
                  <a:pt x="11050" y="17476"/>
                </a:lnTo>
                <a:lnTo>
                  <a:pt x="11150" y="17670"/>
                </a:lnTo>
                <a:lnTo>
                  <a:pt x="11289" y="17812"/>
                </a:lnTo>
                <a:lnTo>
                  <a:pt x="11377" y="17992"/>
                </a:lnTo>
                <a:lnTo>
                  <a:pt x="11464" y="18134"/>
                </a:lnTo>
                <a:lnTo>
                  <a:pt x="11552" y="18328"/>
                </a:lnTo>
                <a:lnTo>
                  <a:pt x="11653" y="18469"/>
                </a:lnTo>
                <a:lnTo>
                  <a:pt x="11791" y="18663"/>
                </a:lnTo>
                <a:lnTo>
                  <a:pt x="11879" y="18792"/>
                </a:lnTo>
                <a:lnTo>
                  <a:pt x="11967" y="18985"/>
                </a:lnTo>
                <a:lnTo>
                  <a:pt x="12055" y="19127"/>
                </a:lnTo>
                <a:lnTo>
                  <a:pt x="12155" y="19321"/>
                </a:lnTo>
                <a:lnTo>
                  <a:pt x="12293" y="19450"/>
                </a:lnTo>
                <a:lnTo>
                  <a:pt x="12381" y="19643"/>
                </a:lnTo>
                <a:lnTo>
                  <a:pt x="12469" y="19785"/>
                </a:lnTo>
                <a:lnTo>
                  <a:pt x="12557" y="19979"/>
                </a:lnTo>
                <a:lnTo>
                  <a:pt x="12657" y="20159"/>
                </a:lnTo>
                <a:lnTo>
                  <a:pt x="12796" y="20301"/>
                </a:lnTo>
                <a:lnTo>
                  <a:pt x="12883" y="20494"/>
                </a:lnTo>
                <a:lnTo>
                  <a:pt x="12971" y="20636"/>
                </a:lnTo>
                <a:lnTo>
                  <a:pt x="13059" y="20817"/>
                </a:lnTo>
                <a:lnTo>
                  <a:pt x="13160" y="20959"/>
                </a:lnTo>
                <a:lnTo>
                  <a:pt x="13298" y="21152"/>
                </a:lnTo>
                <a:lnTo>
                  <a:pt x="13386" y="21333"/>
                </a:lnTo>
                <a:lnTo>
                  <a:pt x="13474" y="21475"/>
                </a:lnTo>
                <a:lnTo>
                  <a:pt x="13574" y="21668"/>
                </a:lnTo>
                <a:lnTo>
                  <a:pt x="13662" y="21810"/>
                </a:lnTo>
                <a:lnTo>
                  <a:pt x="13800" y="21991"/>
                </a:lnTo>
                <a:lnTo>
                  <a:pt x="13888" y="22133"/>
                </a:lnTo>
                <a:lnTo>
                  <a:pt x="13976" y="22326"/>
                </a:lnTo>
                <a:lnTo>
                  <a:pt x="14076" y="22507"/>
                </a:lnTo>
                <a:lnTo>
                  <a:pt x="14164" y="22648"/>
                </a:lnTo>
                <a:lnTo>
                  <a:pt x="14302" y="22842"/>
                </a:lnTo>
                <a:lnTo>
                  <a:pt x="14390" y="22984"/>
                </a:lnTo>
                <a:lnTo>
                  <a:pt x="14478" y="23164"/>
                </a:lnTo>
                <a:lnTo>
                  <a:pt x="14579" y="23358"/>
                </a:lnTo>
                <a:lnTo>
                  <a:pt x="14667" y="23500"/>
                </a:lnTo>
                <a:lnTo>
                  <a:pt x="14805" y="23680"/>
                </a:lnTo>
                <a:lnTo>
                  <a:pt x="14893" y="23822"/>
                </a:lnTo>
                <a:lnTo>
                  <a:pt x="14981" y="24016"/>
                </a:lnTo>
                <a:lnTo>
                  <a:pt x="15081" y="24209"/>
                </a:lnTo>
                <a:lnTo>
                  <a:pt x="15169" y="24338"/>
                </a:lnTo>
                <a:lnTo>
                  <a:pt x="15307" y="24532"/>
                </a:lnTo>
                <a:lnTo>
                  <a:pt x="15395" y="24673"/>
                </a:lnTo>
                <a:lnTo>
                  <a:pt x="15483" y="24867"/>
                </a:lnTo>
                <a:lnTo>
                  <a:pt x="15583" y="25047"/>
                </a:lnTo>
                <a:lnTo>
                  <a:pt x="15671" y="25189"/>
                </a:lnTo>
                <a:lnTo>
                  <a:pt x="15809" y="25383"/>
                </a:lnTo>
                <a:lnTo>
                  <a:pt x="15897" y="25563"/>
                </a:lnTo>
                <a:lnTo>
                  <a:pt x="15985" y="25705"/>
                </a:lnTo>
                <a:lnTo>
                  <a:pt x="16086" y="25899"/>
                </a:lnTo>
                <a:lnTo>
                  <a:pt x="16173" y="26041"/>
                </a:lnTo>
                <a:lnTo>
                  <a:pt x="16312" y="26221"/>
                </a:lnTo>
                <a:lnTo>
                  <a:pt x="16399" y="26415"/>
                </a:lnTo>
                <a:lnTo>
                  <a:pt x="16487" y="26557"/>
                </a:lnTo>
                <a:lnTo>
                  <a:pt x="16588" y="26737"/>
                </a:lnTo>
                <a:lnTo>
                  <a:pt x="16676" y="26931"/>
                </a:lnTo>
                <a:lnTo>
                  <a:pt x="16814" y="27072"/>
                </a:lnTo>
                <a:lnTo>
                  <a:pt x="16902" y="27253"/>
                </a:lnTo>
                <a:lnTo>
                  <a:pt x="17002" y="27447"/>
                </a:lnTo>
                <a:lnTo>
                  <a:pt x="17090" y="27588"/>
                </a:lnTo>
                <a:lnTo>
                  <a:pt x="17178" y="27782"/>
                </a:lnTo>
                <a:lnTo>
                  <a:pt x="17316" y="27962"/>
                </a:lnTo>
                <a:lnTo>
                  <a:pt x="17404" y="28104"/>
                </a:lnTo>
                <a:lnTo>
                  <a:pt x="17505" y="28298"/>
                </a:lnTo>
                <a:lnTo>
                  <a:pt x="17592" y="28478"/>
                </a:lnTo>
                <a:lnTo>
                  <a:pt x="17680" y="28620"/>
                </a:lnTo>
                <a:lnTo>
                  <a:pt x="17818" y="28814"/>
                </a:lnTo>
                <a:lnTo>
                  <a:pt x="17906" y="28994"/>
                </a:lnTo>
                <a:lnTo>
                  <a:pt x="18007" y="29136"/>
                </a:lnTo>
                <a:lnTo>
                  <a:pt x="18095" y="29330"/>
                </a:lnTo>
                <a:lnTo>
                  <a:pt x="18183" y="29510"/>
                </a:lnTo>
                <a:lnTo>
                  <a:pt x="18321" y="29652"/>
                </a:lnTo>
                <a:lnTo>
                  <a:pt x="18409" y="29846"/>
                </a:lnTo>
                <a:lnTo>
                  <a:pt x="18509" y="30026"/>
                </a:lnTo>
                <a:lnTo>
                  <a:pt x="18597" y="30168"/>
                </a:lnTo>
                <a:lnTo>
                  <a:pt x="18685" y="30361"/>
                </a:lnTo>
                <a:lnTo>
                  <a:pt x="18823" y="30555"/>
                </a:lnTo>
                <a:lnTo>
                  <a:pt x="18911" y="30736"/>
                </a:lnTo>
                <a:lnTo>
                  <a:pt x="19011" y="30877"/>
                </a:lnTo>
                <a:lnTo>
                  <a:pt x="19099" y="31071"/>
                </a:lnTo>
                <a:lnTo>
                  <a:pt x="19187" y="31251"/>
                </a:lnTo>
                <a:lnTo>
                  <a:pt x="19325" y="31393"/>
                </a:lnTo>
                <a:lnTo>
                  <a:pt x="19413" y="31587"/>
                </a:lnTo>
                <a:lnTo>
                  <a:pt x="19514" y="31767"/>
                </a:lnTo>
                <a:lnTo>
                  <a:pt x="19602" y="31961"/>
                </a:lnTo>
                <a:lnTo>
                  <a:pt x="19690" y="32103"/>
                </a:lnTo>
                <a:lnTo>
                  <a:pt x="19828" y="32283"/>
                </a:lnTo>
                <a:lnTo>
                  <a:pt x="19916" y="32477"/>
                </a:lnTo>
                <a:lnTo>
                  <a:pt x="20016" y="32619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193796" y="3892188"/>
            <a:ext cx="20016" cy="36939"/>
          </a:xfrm>
          <a:custGeom>
            <a:avLst/>
            <a:gdLst/>
            <a:ahLst/>
            <a:cxnLst/>
            <a:rect l="l" t="t" r="r" b="b"/>
            <a:pathLst>
              <a:path w="20016" h="36939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313" y="567"/>
                </a:lnTo>
                <a:lnTo>
                  <a:pt x="401" y="709"/>
                </a:lnTo>
                <a:lnTo>
                  <a:pt x="502" y="889"/>
                </a:lnTo>
                <a:lnTo>
                  <a:pt x="590" y="1083"/>
                </a:lnTo>
                <a:lnTo>
                  <a:pt x="678" y="1264"/>
                </a:lnTo>
                <a:lnTo>
                  <a:pt x="816" y="1405"/>
                </a:lnTo>
                <a:lnTo>
                  <a:pt x="916" y="1599"/>
                </a:lnTo>
                <a:lnTo>
                  <a:pt x="1004" y="1779"/>
                </a:lnTo>
                <a:lnTo>
                  <a:pt x="1092" y="1973"/>
                </a:lnTo>
                <a:lnTo>
                  <a:pt x="1180" y="2115"/>
                </a:lnTo>
                <a:lnTo>
                  <a:pt x="1318" y="2295"/>
                </a:lnTo>
                <a:lnTo>
                  <a:pt x="1418" y="2489"/>
                </a:lnTo>
                <a:lnTo>
                  <a:pt x="1506" y="2682"/>
                </a:lnTo>
                <a:lnTo>
                  <a:pt x="1594" y="2824"/>
                </a:lnTo>
                <a:lnTo>
                  <a:pt x="1682" y="3005"/>
                </a:lnTo>
                <a:lnTo>
                  <a:pt x="1820" y="3198"/>
                </a:lnTo>
                <a:lnTo>
                  <a:pt x="1921" y="3379"/>
                </a:lnTo>
                <a:lnTo>
                  <a:pt x="2009" y="3521"/>
                </a:lnTo>
                <a:lnTo>
                  <a:pt x="2097" y="3714"/>
                </a:lnTo>
                <a:lnTo>
                  <a:pt x="2184" y="3895"/>
                </a:lnTo>
                <a:lnTo>
                  <a:pt x="2323" y="4088"/>
                </a:lnTo>
                <a:lnTo>
                  <a:pt x="2423" y="4282"/>
                </a:lnTo>
                <a:lnTo>
                  <a:pt x="2511" y="4411"/>
                </a:lnTo>
                <a:lnTo>
                  <a:pt x="2599" y="4604"/>
                </a:lnTo>
                <a:lnTo>
                  <a:pt x="2687" y="4798"/>
                </a:lnTo>
                <a:lnTo>
                  <a:pt x="2825" y="4978"/>
                </a:lnTo>
                <a:lnTo>
                  <a:pt x="2925" y="5172"/>
                </a:lnTo>
                <a:lnTo>
                  <a:pt x="3013" y="5313"/>
                </a:lnTo>
                <a:lnTo>
                  <a:pt x="3101" y="5494"/>
                </a:lnTo>
                <a:lnTo>
                  <a:pt x="3202" y="5688"/>
                </a:lnTo>
                <a:lnTo>
                  <a:pt x="3327" y="5868"/>
                </a:lnTo>
                <a:lnTo>
                  <a:pt x="3428" y="6062"/>
                </a:lnTo>
                <a:lnTo>
                  <a:pt x="3516" y="6203"/>
                </a:lnTo>
                <a:lnTo>
                  <a:pt x="3603" y="6397"/>
                </a:lnTo>
                <a:lnTo>
                  <a:pt x="3704" y="6577"/>
                </a:lnTo>
                <a:lnTo>
                  <a:pt x="3830" y="6771"/>
                </a:lnTo>
                <a:lnTo>
                  <a:pt x="3930" y="6952"/>
                </a:lnTo>
                <a:lnTo>
                  <a:pt x="4018" y="7093"/>
                </a:lnTo>
                <a:lnTo>
                  <a:pt x="4106" y="7287"/>
                </a:lnTo>
                <a:lnTo>
                  <a:pt x="4206" y="7467"/>
                </a:lnTo>
                <a:lnTo>
                  <a:pt x="4332" y="7661"/>
                </a:lnTo>
                <a:lnTo>
                  <a:pt x="4432" y="7854"/>
                </a:lnTo>
                <a:lnTo>
                  <a:pt x="4520" y="8035"/>
                </a:lnTo>
                <a:lnTo>
                  <a:pt x="4608" y="8177"/>
                </a:lnTo>
                <a:lnTo>
                  <a:pt x="4709" y="8370"/>
                </a:lnTo>
                <a:lnTo>
                  <a:pt x="4847" y="8551"/>
                </a:lnTo>
                <a:lnTo>
                  <a:pt x="4935" y="8744"/>
                </a:lnTo>
                <a:lnTo>
                  <a:pt x="5022" y="8925"/>
                </a:lnTo>
                <a:lnTo>
                  <a:pt x="5110" y="9118"/>
                </a:lnTo>
                <a:lnTo>
                  <a:pt x="5211" y="9260"/>
                </a:lnTo>
                <a:lnTo>
                  <a:pt x="5349" y="9441"/>
                </a:lnTo>
                <a:lnTo>
                  <a:pt x="5437" y="9634"/>
                </a:lnTo>
                <a:lnTo>
                  <a:pt x="5525" y="9828"/>
                </a:lnTo>
                <a:lnTo>
                  <a:pt x="5613" y="10008"/>
                </a:lnTo>
                <a:lnTo>
                  <a:pt x="5713" y="10202"/>
                </a:lnTo>
                <a:lnTo>
                  <a:pt x="5851" y="10382"/>
                </a:lnTo>
                <a:lnTo>
                  <a:pt x="5939" y="10524"/>
                </a:lnTo>
                <a:lnTo>
                  <a:pt x="6027" y="10718"/>
                </a:lnTo>
                <a:lnTo>
                  <a:pt x="6115" y="10898"/>
                </a:lnTo>
                <a:lnTo>
                  <a:pt x="6215" y="11092"/>
                </a:lnTo>
                <a:lnTo>
                  <a:pt x="6354" y="11285"/>
                </a:lnTo>
                <a:lnTo>
                  <a:pt x="6441" y="11466"/>
                </a:lnTo>
                <a:lnTo>
                  <a:pt x="6529" y="11659"/>
                </a:lnTo>
                <a:lnTo>
                  <a:pt x="6617" y="11840"/>
                </a:lnTo>
                <a:lnTo>
                  <a:pt x="6718" y="11982"/>
                </a:lnTo>
                <a:lnTo>
                  <a:pt x="6856" y="12175"/>
                </a:lnTo>
                <a:lnTo>
                  <a:pt x="6944" y="12356"/>
                </a:lnTo>
                <a:lnTo>
                  <a:pt x="7032" y="12549"/>
                </a:lnTo>
                <a:lnTo>
                  <a:pt x="7132" y="12743"/>
                </a:lnTo>
                <a:lnTo>
                  <a:pt x="7220" y="12923"/>
                </a:lnTo>
                <a:lnTo>
                  <a:pt x="7358" y="13117"/>
                </a:lnTo>
                <a:lnTo>
                  <a:pt x="7446" y="13297"/>
                </a:lnTo>
                <a:lnTo>
                  <a:pt x="7534" y="13491"/>
                </a:lnTo>
                <a:lnTo>
                  <a:pt x="7634" y="13633"/>
                </a:lnTo>
                <a:lnTo>
                  <a:pt x="7722" y="13813"/>
                </a:lnTo>
                <a:lnTo>
                  <a:pt x="7860" y="14007"/>
                </a:lnTo>
                <a:lnTo>
                  <a:pt x="7948" y="14200"/>
                </a:lnTo>
                <a:lnTo>
                  <a:pt x="8036" y="14381"/>
                </a:lnTo>
                <a:lnTo>
                  <a:pt x="8137" y="14574"/>
                </a:lnTo>
                <a:lnTo>
                  <a:pt x="8225" y="14755"/>
                </a:lnTo>
                <a:lnTo>
                  <a:pt x="8363" y="14948"/>
                </a:lnTo>
                <a:lnTo>
                  <a:pt x="8451" y="15129"/>
                </a:lnTo>
                <a:lnTo>
                  <a:pt x="8539" y="15322"/>
                </a:lnTo>
                <a:lnTo>
                  <a:pt x="8639" y="15516"/>
                </a:lnTo>
                <a:lnTo>
                  <a:pt x="8727" y="15658"/>
                </a:lnTo>
                <a:lnTo>
                  <a:pt x="8865" y="15838"/>
                </a:lnTo>
                <a:lnTo>
                  <a:pt x="8953" y="16032"/>
                </a:lnTo>
                <a:lnTo>
                  <a:pt x="9041" y="16212"/>
                </a:lnTo>
                <a:lnTo>
                  <a:pt x="9141" y="16406"/>
                </a:lnTo>
                <a:lnTo>
                  <a:pt x="9229" y="16586"/>
                </a:lnTo>
                <a:lnTo>
                  <a:pt x="9367" y="16780"/>
                </a:lnTo>
                <a:lnTo>
                  <a:pt x="9455" y="16973"/>
                </a:lnTo>
                <a:lnTo>
                  <a:pt x="9543" y="17154"/>
                </a:lnTo>
                <a:lnTo>
                  <a:pt x="9644" y="17347"/>
                </a:lnTo>
                <a:lnTo>
                  <a:pt x="9732" y="17528"/>
                </a:lnTo>
                <a:lnTo>
                  <a:pt x="9870" y="17721"/>
                </a:lnTo>
                <a:lnTo>
                  <a:pt x="9958" y="17902"/>
                </a:lnTo>
                <a:lnTo>
                  <a:pt x="10045" y="18095"/>
                </a:lnTo>
                <a:lnTo>
                  <a:pt x="10146" y="18289"/>
                </a:lnTo>
                <a:lnTo>
                  <a:pt x="10234" y="18469"/>
                </a:lnTo>
                <a:lnTo>
                  <a:pt x="10372" y="18663"/>
                </a:lnTo>
                <a:lnTo>
                  <a:pt x="10460" y="18805"/>
                </a:lnTo>
                <a:lnTo>
                  <a:pt x="10548" y="18985"/>
                </a:lnTo>
                <a:lnTo>
                  <a:pt x="10648" y="19179"/>
                </a:lnTo>
                <a:lnTo>
                  <a:pt x="10736" y="19359"/>
                </a:lnTo>
                <a:lnTo>
                  <a:pt x="10874" y="19553"/>
                </a:lnTo>
                <a:lnTo>
                  <a:pt x="10962" y="19746"/>
                </a:lnTo>
                <a:lnTo>
                  <a:pt x="11063" y="19927"/>
                </a:lnTo>
                <a:lnTo>
                  <a:pt x="11150" y="20120"/>
                </a:lnTo>
                <a:lnTo>
                  <a:pt x="11238" y="20301"/>
                </a:lnTo>
                <a:lnTo>
                  <a:pt x="11377" y="20494"/>
                </a:lnTo>
                <a:lnTo>
                  <a:pt x="11464" y="20675"/>
                </a:lnTo>
                <a:lnTo>
                  <a:pt x="11565" y="20869"/>
                </a:lnTo>
                <a:lnTo>
                  <a:pt x="11653" y="21062"/>
                </a:lnTo>
                <a:lnTo>
                  <a:pt x="11741" y="21243"/>
                </a:lnTo>
                <a:lnTo>
                  <a:pt x="11879" y="21436"/>
                </a:lnTo>
                <a:lnTo>
                  <a:pt x="11967" y="21617"/>
                </a:lnTo>
                <a:lnTo>
                  <a:pt x="12067" y="21810"/>
                </a:lnTo>
                <a:lnTo>
                  <a:pt x="12155" y="22004"/>
                </a:lnTo>
                <a:lnTo>
                  <a:pt x="12243" y="22184"/>
                </a:lnTo>
                <a:lnTo>
                  <a:pt x="12381" y="22378"/>
                </a:lnTo>
                <a:lnTo>
                  <a:pt x="12469" y="22558"/>
                </a:lnTo>
                <a:lnTo>
                  <a:pt x="12569" y="22752"/>
                </a:lnTo>
                <a:lnTo>
                  <a:pt x="12657" y="22932"/>
                </a:lnTo>
                <a:lnTo>
                  <a:pt x="12745" y="23126"/>
                </a:lnTo>
                <a:lnTo>
                  <a:pt x="12883" y="23319"/>
                </a:lnTo>
                <a:lnTo>
                  <a:pt x="12971" y="23500"/>
                </a:lnTo>
                <a:lnTo>
                  <a:pt x="13072" y="23693"/>
                </a:lnTo>
                <a:lnTo>
                  <a:pt x="13160" y="23874"/>
                </a:lnTo>
                <a:lnTo>
                  <a:pt x="13248" y="24067"/>
                </a:lnTo>
                <a:lnTo>
                  <a:pt x="13386" y="24248"/>
                </a:lnTo>
                <a:lnTo>
                  <a:pt x="13474" y="24441"/>
                </a:lnTo>
                <a:lnTo>
                  <a:pt x="13574" y="24635"/>
                </a:lnTo>
                <a:lnTo>
                  <a:pt x="13662" y="24815"/>
                </a:lnTo>
                <a:lnTo>
                  <a:pt x="13750" y="25009"/>
                </a:lnTo>
                <a:lnTo>
                  <a:pt x="13888" y="25189"/>
                </a:lnTo>
                <a:lnTo>
                  <a:pt x="13976" y="25383"/>
                </a:lnTo>
                <a:lnTo>
                  <a:pt x="14076" y="25615"/>
                </a:lnTo>
                <a:lnTo>
                  <a:pt x="14164" y="25808"/>
                </a:lnTo>
                <a:lnTo>
                  <a:pt x="14252" y="25989"/>
                </a:lnTo>
                <a:lnTo>
                  <a:pt x="14390" y="26183"/>
                </a:lnTo>
                <a:lnTo>
                  <a:pt x="14491" y="26363"/>
                </a:lnTo>
                <a:lnTo>
                  <a:pt x="14579" y="26557"/>
                </a:lnTo>
                <a:lnTo>
                  <a:pt x="14667" y="26750"/>
                </a:lnTo>
                <a:lnTo>
                  <a:pt x="14754" y="26931"/>
                </a:lnTo>
                <a:lnTo>
                  <a:pt x="14893" y="27124"/>
                </a:lnTo>
                <a:lnTo>
                  <a:pt x="14993" y="27305"/>
                </a:lnTo>
                <a:lnTo>
                  <a:pt x="15081" y="27498"/>
                </a:lnTo>
                <a:lnTo>
                  <a:pt x="15169" y="27679"/>
                </a:lnTo>
                <a:lnTo>
                  <a:pt x="15257" y="27872"/>
                </a:lnTo>
                <a:lnTo>
                  <a:pt x="15395" y="28066"/>
                </a:lnTo>
                <a:lnTo>
                  <a:pt x="15495" y="28246"/>
                </a:lnTo>
                <a:lnTo>
                  <a:pt x="15583" y="28440"/>
                </a:lnTo>
                <a:lnTo>
                  <a:pt x="15671" y="28620"/>
                </a:lnTo>
                <a:lnTo>
                  <a:pt x="15759" y="28814"/>
                </a:lnTo>
                <a:lnTo>
                  <a:pt x="15897" y="29046"/>
                </a:lnTo>
                <a:lnTo>
                  <a:pt x="15998" y="29239"/>
                </a:lnTo>
                <a:lnTo>
                  <a:pt x="16086" y="29420"/>
                </a:lnTo>
                <a:lnTo>
                  <a:pt x="16173" y="29613"/>
                </a:lnTo>
                <a:lnTo>
                  <a:pt x="16261" y="29794"/>
                </a:lnTo>
                <a:lnTo>
                  <a:pt x="16399" y="29987"/>
                </a:lnTo>
                <a:lnTo>
                  <a:pt x="16500" y="30181"/>
                </a:lnTo>
                <a:lnTo>
                  <a:pt x="16588" y="30361"/>
                </a:lnTo>
                <a:lnTo>
                  <a:pt x="16676" y="30555"/>
                </a:lnTo>
                <a:lnTo>
                  <a:pt x="16764" y="30736"/>
                </a:lnTo>
                <a:lnTo>
                  <a:pt x="16902" y="30929"/>
                </a:lnTo>
                <a:lnTo>
                  <a:pt x="17002" y="31161"/>
                </a:lnTo>
                <a:lnTo>
                  <a:pt x="17090" y="31355"/>
                </a:lnTo>
                <a:lnTo>
                  <a:pt x="17178" y="31535"/>
                </a:lnTo>
                <a:lnTo>
                  <a:pt x="17279" y="31729"/>
                </a:lnTo>
                <a:lnTo>
                  <a:pt x="17404" y="31909"/>
                </a:lnTo>
                <a:lnTo>
                  <a:pt x="17505" y="32103"/>
                </a:lnTo>
                <a:lnTo>
                  <a:pt x="17592" y="32296"/>
                </a:lnTo>
                <a:lnTo>
                  <a:pt x="17680" y="32477"/>
                </a:lnTo>
                <a:lnTo>
                  <a:pt x="17781" y="32670"/>
                </a:lnTo>
                <a:lnTo>
                  <a:pt x="17906" y="32902"/>
                </a:lnTo>
                <a:lnTo>
                  <a:pt x="18007" y="33096"/>
                </a:lnTo>
                <a:lnTo>
                  <a:pt x="18095" y="33276"/>
                </a:lnTo>
                <a:lnTo>
                  <a:pt x="18183" y="33470"/>
                </a:lnTo>
                <a:lnTo>
                  <a:pt x="18283" y="33650"/>
                </a:lnTo>
                <a:lnTo>
                  <a:pt x="18421" y="33844"/>
                </a:lnTo>
                <a:lnTo>
                  <a:pt x="18509" y="34025"/>
                </a:lnTo>
                <a:lnTo>
                  <a:pt x="18597" y="34218"/>
                </a:lnTo>
                <a:lnTo>
                  <a:pt x="18685" y="34450"/>
                </a:lnTo>
                <a:lnTo>
                  <a:pt x="18785" y="34644"/>
                </a:lnTo>
                <a:lnTo>
                  <a:pt x="18924" y="34824"/>
                </a:lnTo>
                <a:lnTo>
                  <a:pt x="19011" y="35018"/>
                </a:lnTo>
                <a:lnTo>
                  <a:pt x="19099" y="35211"/>
                </a:lnTo>
                <a:lnTo>
                  <a:pt x="19187" y="35392"/>
                </a:lnTo>
                <a:lnTo>
                  <a:pt x="19288" y="35585"/>
                </a:lnTo>
                <a:lnTo>
                  <a:pt x="19426" y="35817"/>
                </a:lnTo>
                <a:lnTo>
                  <a:pt x="19514" y="36011"/>
                </a:lnTo>
                <a:lnTo>
                  <a:pt x="19602" y="36191"/>
                </a:lnTo>
                <a:lnTo>
                  <a:pt x="19690" y="36385"/>
                </a:lnTo>
                <a:lnTo>
                  <a:pt x="19790" y="36565"/>
                </a:lnTo>
                <a:lnTo>
                  <a:pt x="19928" y="36759"/>
                </a:lnTo>
                <a:lnTo>
                  <a:pt x="20016" y="36939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213813" y="3929128"/>
            <a:ext cx="20016" cy="40719"/>
          </a:xfrm>
          <a:custGeom>
            <a:avLst/>
            <a:gdLst/>
            <a:ahLst/>
            <a:cxnLst/>
            <a:rect l="l" t="t" r="r" b="b"/>
            <a:pathLst>
              <a:path w="20016" h="40719">
                <a:moveTo>
                  <a:pt x="0" y="0"/>
                </a:moveTo>
                <a:lnTo>
                  <a:pt x="87" y="245"/>
                </a:lnTo>
                <a:lnTo>
                  <a:pt x="175" y="425"/>
                </a:lnTo>
                <a:lnTo>
                  <a:pt x="276" y="619"/>
                </a:lnTo>
                <a:lnTo>
                  <a:pt x="414" y="799"/>
                </a:lnTo>
                <a:lnTo>
                  <a:pt x="502" y="993"/>
                </a:lnTo>
                <a:lnTo>
                  <a:pt x="590" y="1186"/>
                </a:lnTo>
                <a:lnTo>
                  <a:pt x="690" y="1418"/>
                </a:lnTo>
                <a:lnTo>
                  <a:pt x="778" y="1599"/>
                </a:lnTo>
                <a:lnTo>
                  <a:pt x="916" y="1792"/>
                </a:lnTo>
                <a:lnTo>
                  <a:pt x="1004" y="1986"/>
                </a:lnTo>
                <a:lnTo>
                  <a:pt x="1092" y="2166"/>
                </a:lnTo>
                <a:lnTo>
                  <a:pt x="1192" y="2399"/>
                </a:lnTo>
                <a:lnTo>
                  <a:pt x="1280" y="2592"/>
                </a:lnTo>
                <a:lnTo>
                  <a:pt x="1418" y="2773"/>
                </a:lnTo>
                <a:lnTo>
                  <a:pt x="1506" y="2966"/>
                </a:lnTo>
                <a:lnTo>
                  <a:pt x="1594" y="3160"/>
                </a:lnTo>
                <a:lnTo>
                  <a:pt x="1695" y="3340"/>
                </a:lnTo>
                <a:lnTo>
                  <a:pt x="1783" y="3572"/>
                </a:lnTo>
                <a:lnTo>
                  <a:pt x="1921" y="3766"/>
                </a:lnTo>
                <a:lnTo>
                  <a:pt x="2009" y="3959"/>
                </a:lnTo>
                <a:lnTo>
                  <a:pt x="2097" y="4140"/>
                </a:lnTo>
                <a:lnTo>
                  <a:pt x="2197" y="4333"/>
                </a:lnTo>
                <a:lnTo>
                  <a:pt x="2285" y="4565"/>
                </a:lnTo>
                <a:lnTo>
                  <a:pt x="2423" y="4759"/>
                </a:lnTo>
                <a:lnTo>
                  <a:pt x="2511" y="4939"/>
                </a:lnTo>
                <a:lnTo>
                  <a:pt x="2599" y="5133"/>
                </a:lnTo>
                <a:lnTo>
                  <a:pt x="2699" y="5365"/>
                </a:lnTo>
                <a:lnTo>
                  <a:pt x="2787" y="5546"/>
                </a:lnTo>
                <a:lnTo>
                  <a:pt x="2925" y="5739"/>
                </a:lnTo>
                <a:lnTo>
                  <a:pt x="3013" y="5933"/>
                </a:lnTo>
                <a:lnTo>
                  <a:pt x="3101" y="6113"/>
                </a:lnTo>
                <a:lnTo>
                  <a:pt x="3202" y="6345"/>
                </a:lnTo>
                <a:lnTo>
                  <a:pt x="3290" y="6539"/>
                </a:lnTo>
                <a:lnTo>
                  <a:pt x="3428" y="6732"/>
                </a:lnTo>
                <a:lnTo>
                  <a:pt x="3516" y="6913"/>
                </a:lnTo>
                <a:lnTo>
                  <a:pt x="3603" y="7145"/>
                </a:lnTo>
                <a:lnTo>
                  <a:pt x="3704" y="7338"/>
                </a:lnTo>
                <a:lnTo>
                  <a:pt x="3792" y="7532"/>
                </a:lnTo>
                <a:lnTo>
                  <a:pt x="3930" y="7713"/>
                </a:lnTo>
                <a:lnTo>
                  <a:pt x="4018" y="7906"/>
                </a:lnTo>
                <a:lnTo>
                  <a:pt x="4106" y="8138"/>
                </a:lnTo>
                <a:lnTo>
                  <a:pt x="4206" y="8332"/>
                </a:lnTo>
                <a:lnTo>
                  <a:pt x="4294" y="8512"/>
                </a:lnTo>
                <a:lnTo>
                  <a:pt x="4432" y="8706"/>
                </a:lnTo>
                <a:lnTo>
                  <a:pt x="4520" y="8938"/>
                </a:lnTo>
                <a:lnTo>
                  <a:pt x="4621" y="9118"/>
                </a:lnTo>
                <a:lnTo>
                  <a:pt x="4709" y="9312"/>
                </a:lnTo>
                <a:lnTo>
                  <a:pt x="4796" y="9505"/>
                </a:lnTo>
                <a:lnTo>
                  <a:pt x="4935" y="9738"/>
                </a:lnTo>
                <a:lnTo>
                  <a:pt x="5022" y="9918"/>
                </a:lnTo>
                <a:lnTo>
                  <a:pt x="5123" y="10112"/>
                </a:lnTo>
                <a:lnTo>
                  <a:pt x="5211" y="10305"/>
                </a:lnTo>
                <a:lnTo>
                  <a:pt x="5299" y="10537"/>
                </a:lnTo>
                <a:lnTo>
                  <a:pt x="5437" y="10718"/>
                </a:lnTo>
                <a:lnTo>
                  <a:pt x="5525" y="10911"/>
                </a:lnTo>
                <a:lnTo>
                  <a:pt x="5625" y="11143"/>
                </a:lnTo>
                <a:lnTo>
                  <a:pt x="5713" y="11337"/>
                </a:lnTo>
                <a:lnTo>
                  <a:pt x="5801" y="11517"/>
                </a:lnTo>
                <a:lnTo>
                  <a:pt x="5939" y="11711"/>
                </a:lnTo>
                <a:lnTo>
                  <a:pt x="6027" y="11943"/>
                </a:lnTo>
                <a:lnTo>
                  <a:pt x="6128" y="12137"/>
                </a:lnTo>
                <a:lnTo>
                  <a:pt x="6215" y="12317"/>
                </a:lnTo>
                <a:lnTo>
                  <a:pt x="6303" y="12511"/>
                </a:lnTo>
                <a:lnTo>
                  <a:pt x="6441" y="12743"/>
                </a:lnTo>
                <a:lnTo>
                  <a:pt x="6529" y="12936"/>
                </a:lnTo>
                <a:lnTo>
                  <a:pt x="6630" y="13117"/>
                </a:lnTo>
                <a:lnTo>
                  <a:pt x="6718" y="13349"/>
                </a:lnTo>
                <a:lnTo>
                  <a:pt x="6806" y="13542"/>
                </a:lnTo>
                <a:lnTo>
                  <a:pt x="6944" y="13736"/>
                </a:lnTo>
                <a:lnTo>
                  <a:pt x="7032" y="13968"/>
                </a:lnTo>
                <a:lnTo>
                  <a:pt x="7132" y="14149"/>
                </a:lnTo>
                <a:lnTo>
                  <a:pt x="7220" y="14342"/>
                </a:lnTo>
                <a:lnTo>
                  <a:pt x="7308" y="14536"/>
                </a:lnTo>
                <a:lnTo>
                  <a:pt x="7446" y="14768"/>
                </a:lnTo>
                <a:lnTo>
                  <a:pt x="7534" y="14948"/>
                </a:lnTo>
                <a:lnTo>
                  <a:pt x="7634" y="15142"/>
                </a:lnTo>
                <a:lnTo>
                  <a:pt x="7722" y="15374"/>
                </a:lnTo>
                <a:lnTo>
                  <a:pt x="7810" y="15567"/>
                </a:lnTo>
                <a:lnTo>
                  <a:pt x="7948" y="15748"/>
                </a:lnTo>
                <a:lnTo>
                  <a:pt x="8049" y="15993"/>
                </a:lnTo>
                <a:lnTo>
                  <a:pt x="8137" y="16174"/>
                </a:lnTo>
                <a:lnTo>
                  <a:pt x="8225" y="16367"/>
                </a:lnTo>
                <a:lnTo>
                  <a:pt x="8313" y="16599"/>
                </a:lnTo>
                <a:lnTo>
                  <a:pt x="8451" y="16793"/>
                </a:lnTo>
                <a:lnTo>
                  <a:pt x="8551" y="16973"/>
                </a:lnTo>
                <a:lnTo>
                  <a:pt x="8639" y="17205"/>
                </a:lnTo>
                <a:lnTo>
                  <a:pt x="8727" y="17399"/>
                </a:lnTo>
                <a:lnTo>
                  <a:pt x="8815" y="17580"/>
                </a:lnTo>
                <a:lnTo>
                  <a:pt x="8953" y="17825"/>
                </a:lnTo>
                <a:lnTo>
                  <a:pt x="9053" y="18005"/>
                </a:lnTo>
                <a:lnTo>
                  <a:pt x="9141" y="18199"/>
                </a:lnTo>
                <a:lnTo>
                  <a:pt x="9229" y="18431"/>
                </a:lnTo>
                <a:lnTo>
                  <a:pt x="9317" y="18624"/>
                </a:lnTo>
                <a:lnTo>
                  <a:pt x="9455" y="18805"/>
                </a:lnTo>
                <a:lnTo>
                  <a:pt x="9556" y="19037"/>
                </a:lnTo>
                <a:lnTo>
                  <a:pt x="9644" y="19230"/>
                </a:lnTo>
                <a:lnTo>
                  <a:pt x="9732" y="19424"/>
                </a:lnTo>
                <a:lnTo>
                  <a:pt x="9819" y="19656"/>
                </a:lnTo>
                <a:lnTo>
                  <a:pt x="9958" y="19837"/>
                </a:lnTo>
                <a:lnTo>
                  <a:pt x="10058" y="20030"/>
                </a:lnTo>
                <a:lnTo>
                  <a:pt x="10146" y="20262"/>
                </a:lnTo>
                <a:lnTo>
                  <a:pt x="10234" y="20456"/>
                </a:lnTo>
                <a:lnTo>
                  <a:pt x="10322" y="20636"/>
                </a:lnTo>
                <a:lnTo>
                  <a:pt x="10460" y="20881"/>
                </a:lnTo>
                <a:lnTo>
                  <a:pt x="10560" y="21062"/>
                </a:lnTo>
                <a:lnTo>
                  <a:pt x="10648" y="21255"/>
                </a:lnTo>
                <a:lnTo>
                  <a:pt x="10736" y="21488"/>
                </a:lnTo>
                <a:lnTo>
                  <a:pt x="10837" y="21681"/>
                </a:lnTo>
                <a:lnTo>
                  <a:pt x="10962" y="21913"/>
                </a:lnTo>
                <a:lnTo>
                  <a:pt x="11063" y="22094"/>
                </a:lnTo>
                <a:lnTo>
                  <a:pt x="11150" y="22287"/>
                </a:lnTo>
                <a:lnTo>
                  <a:pt x="11238" y="22519"/>
                </a:lnTo>
                <a:lnTo>
                  <a:pt x="11339" y="22713"/>
                </a:lnTo>
                <a:lnTo>
                  <a:pt x="11464" y="22894"/>
                </a:lnTo>
                <a:lnTo>
                  <a:pt x="11565" y="23139"/>
                </a:lnTo>
                <a:lnTo>
                  <a:pt x="11653" y="23319"/>
                </a:lnTo>
                <a:lnTo>
                  <a:pt x="11741" y="23551"/>
                </a:lnTo>
                <a:lnTo>
                  <a:pt x="11841" y="23745"/>
                </a:lnTo>
                <a:lnTo>
                  <a:pt x="11979" y="23925"/>
                </a:lnTo>
                <a:lnTo>
                  <a:pt x="12067" y="24170"/>
                </a:lnTo>
                <a:lnTo>
                  <a:pt x="12155" y="24351"/>
                </a:lnTo>
                <a:lnTo>
                  <a:pt x="12243" y="24583"/>
                </a:lnTo>
                <a:lnTo>
                  <a:pt x="12343" y="24777"/>
                </a:lnTo>
                <a:lnTo>
                  <a:pt x="12482" y="24970"/>
                </a:lnTo>
                <a:lnTo>
                  <a:pt x="12569" y="25202"/>
                </a:lnTo>
                <a:lnTo>
                  <a:pt x="12657" y="25383"/>
                </a:lnTo>
                <a:lnTo>
                  <a:pt x="12745" y="25628"/>
                </a:lnTo>
                <a:lnTo>
                  <a:pt x="12846" y="25808"/>
                </a:lnTo>
                <a:lnTo>
                  <a:pt x="12984" y="26002"/>
                </a:lnTo>
                <a:lnTo>
                  <a:pt x="13072" y="26234"/>
                </a:lnTo>
                <a:lnTo>
                  <a:pt x="13160" y="26428"/>
                </a:lnTo>
                <a:lnTo>
                  <a:pt x="13248" y="26660"/>
                </a:lnTo>
                <a:lnTo>
                  <a:pt x="13348" y="26840"/>
                </a:lnTo>
                <a:lnTo>
                  <a:pt x="13486" y="27034"/>
                </a:lnTo>
                <a:lnTo>
                  <a:pt x="13574" y="27266"/>
                </a:lnTo>
                <a:lnTo>
                  <a:pt x="13662" y="27459"/>
                </a:lnTo>
                <a:lnTo>
                  <a:pt x="13750" y="27692"/>
                </a:lnTo>
                <a:lnTo>
                  <a:pt x="13850" y="27885"/>
                </a:lnTo>
                <a:lnTo>
                  <a:pt x="13988" y="28117"/>
                </a:lnTo>
                <a:lnTo>
                  <a:pt x="14076" y="28298"/>
                </a:lnTo>
                <a:lnTo>
                  <a:pt x="14164" y="28491"/>
                </a:lnTo>
                <a:lnTo>
                  <a:pt x="14265" y="28723"/>
                </a:lnTo>
                <a:lnTo>
                  <a:pt x="14353" y="28917"/>
                </a:lnTo>
                <a:lnTo>
                  <a:pt x="14491" y="29149"/>
                </a:lnTo>
                <a:lnTo>
                  <a:pt x="14579" y="29343"/>
                </a:lnTo>
                <a:lnTo>
                  <a:pt x="14667" y="29575"/>
                </a:lnTo>
                <a:lnTo>
                  <a:pt x="14767" y="29755"/>
                </a:lnTo>
                <a:lnTo>
                  <a:pt x="14855" y="29949"/>
                </a:lnTo>
                <a:lnTo>
                  <a:pt x="14993" y="30181"/>
                </a:lnTo>
                <a:lnTo>
                  <a:pt x="15081" y="30374"/>
                </a:lnTo>
                <a:lnTo>
                  <a:pt x="15169" y="30607"/>
                </a:lnTo>
                <a:lnTo>
                  <a:pt x="15269" y="30800"/>
                </a:lnTo>
                <a:lnTo>
                  <a:pt x="15357" y="31032"/>
                </a:lnTo>
                <a:lnTo>
                  <a:pt x="15495" y="31213"/>
                </a:lnTo>
                <a:lnTo>
                  <a:pt x="15583" y="31458"/>
                </a:lnTo>
                <a:lnTo>
                  <a:pt x="15671" y="31638"/>
                </a:lnTo>
                <a:lnTo>
                  <a:pt x="15772" y="31832"/>
                </a:lnTo>
                <a:lnTo>
                  <a:pt x="15860" y="32064"/>
                </a:lnTo>
                <a:lnTo>
                  <a:pt x="15998" y="32257"/>
                </a:lnTo>
                <a:lnTo>
                  <a:pt x="16086" y="32490"/>
                </a:lnTo>
                <a:lnTo>
                  <a:pt x="16173" y="32670"/>
                </a:lnTo>
                <a:lnTo>
                  <a:pt x="16274" y="32915"/>
                </a:lnTo>
                <a:lnTo>
                  <a:pt x="16362" y="33096"/>
                </a:lnTo>
                <a:lnTo>
                  <a:pt x="16500" y="33328"/>
                </a:lnTo>
                <a:lnTo>
                  <a:pt x="16588" y="33521"/>
                </a:lnTo>
                <a:lnTo>
                  <a:pt x="16676" y="33754"/>
                </a:lnTo>
                <a:lnTo>
                  <a:pt x="16776" y="33947"/>
                </a:lnTo>
                <a:lnTo>
                  <a:pt x="16864" y="34179"/>
                </a:lnTo>
                <a:lnTo>
                  <a:pt x="17002" y="34373"/>
                </a:lnTo>
                <a:lnTo>
                  <a:pt x="17090" y="34605"/>
                </a:lnTo>
                <a:lnTo>
                  <a:pt x="17178" y="34785"/>
                </a:lnTo>
                <a:lnTo>
                  <a:pt x="17279" y="34979"/>
                </a:lnTo>
                <a:lnTo>
                  <a:pt x="17366" y="35211"/>
                </a:lnTo>
                <a:lnTo>
                  <a:pt x="17505" y="35405"/>
                </a:lnTo>
                <a:lnTo>
                  <a:pt x="17592" y="35637"/>
                </a:lnTo>
                <a:lnTo>
                  <a:pt x="17680" y="35830"/>
                </a:lnTo>
                <a:lnTo>
                  <a:pt x="17781" y="36062"/>
                </a:lnTo>
                <a:lnTo>
                  <a:pt x="17869" y="36243"/>
                </a:lnTo>
                <a:lnTo>
                  <a:pt x="18007" y="36488"/>
                </a:lnTo>
                <a:lnTo>
                  <a:pt x="18095" y="36669"/>
                </a:lnTo>
                <a:lnTo>
                  <a:pt x="18195" y="36901"/>
                </a:lnTo>
                <a:lnTo>
                  <a:pt x="18283" y="37094"/>
                </a:lnTo>
                <a:lnTo>
                  <a:pt x="18371" y="37326"/>
                </a:lnTo>
                <a:lnTo>
                  <a:pt x="18509" y="37520"/>
                </a:lnTo>
                <a:lnTo>
                  <a:pt x="18597" y="37752"/>
                </a:lnTo>
                <a:lnTo>
                  <a:pt x="18698" y="37946"/>
                </a:lnTo>
                <a:lnTo>
                  <a:pt x="18785" y="38178"/>
                </a:lnTo>
                <a:lnTo>
                  <a:pt x="18873" y="38358"/>
                </a:lnTo>
                <a:lnTo>
                  <a:pt x="19011" y="38603"/>
                </a:lnTo>
                <a:lnTo>
                  <a:pt x="19099" y="38784"/>
                </a:lnTo>
                <a:lnTo>
                  <a:pt x="19200" y="39016"/>
                </a:lnTo>
                <a:lnTo>
                  <a:pt x="19288" y="39210"/>
                </a:lnTo>
                <a:lnTo>
                  <a:pt x="19376" y="39442"/>
                </a:lnTo>
                <a:lnTo>
                  <a:pt x="19514" y="39674"/>
                </a:lnTo>
                <a:lnTo>
                  <a:pt x="19602" y="39867"/>
                </a:lnTo>
                <a:lnTo>
                  <a:pt x="19702" y="40099"/>
                </a:lnTo>
                <a:lnTo>
                  <a:pt x="19790" y="40293"/>
                </a:lnTo>
                <a:lnTo>
                  <a:pt x="19878" y="40525"/>
                </a:lnTo>
                <a:lnTo>
                  <a:pt x="20016" y="40719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233829" y="3969847"/>
            <a:ext cx="19978" cy="43801"/>
          </a:xfrm>
          <a:custGeom>
            <a:avLst/>
            <a:gdLst/>
            <a:ahLst/>
            <a:cxnLst/>
            <a:rect l="l" t="t" r="r" b="b"/>
            <a:pathLst>
              <a:path w="19978" h="43801">
                <a:moveTo>
                  <a:pt x="0" y="0"/>
                </a:moveTo>
                <a:lnTo>
                  <a:pt x="87" y="232"/>
                </a:lnTo>
                <a:lnTo>
                  <a:pt x="188" y="412"/>
                </a:lnTo>
                <a:lnTo>
                  <a:pt x="276" y="657"/>
                </a:lnTo>
                <a:lnTo>
                  <a:pt x="364" y="838"/>
                </a:lnTo>
                <a:lnTo>
                  <a:pt x="502" y="1070"/>
                </a:lnTo>
                <a:lnTo>
                  <a:pt x="590" y="1264"/>
                </a:lnTo>
                <a:lnTo>
                  <a:pt x="690" y="1496"/>
                </a:lnTo>
                <a:lnTo>
                  <a:pt x="778" y="1689"/>
                </a:lnTo>
                <a:lnTo>
                  <a:pt x="866" y="1921"/>
                </a:lnTo>
                <a:lnTo>
                  <a:pt x="1004" y="2115"/>
                </a:lnTo>
                <a:lnTo>
                  <a:pt x="1092" y="2347"/>
                </a:lnTo>
                <a:lnTo>
                  <a:pt x="1192" y="2579"/>
                </a:lnTo>
                <a:lnTo>
                  <a:pt x="1280" y="2773"/>
                </a:lnTo>
                <a:lnTo>
                  <a:pt x="1368" y="3005"/>
                </a:lnTo>
                <a:lnTo>
                  <a:pt x="1506" y="3185"/>
                </a:lnTo>
                <a:lnTo>
                  <a:pt x="1594" y="3430"/>
                </a:lnTo>
                <a:lnTo>
                  <a:pt x="1695" y="3611"/>
                </a:lnTo>
                <a:lnTo>
                  <a:pt x="1783" y="3843"/>
                </a:lnTo>
                <a:lnTo>
                  <a:pt x="1871" y="4037"/>
                </a:lnTo>
                <a:lnTo>
                  <a:pt x="2009" y="4269"/>
                </a:lnTo>
                <a:lnTo>
                  <a:pt x="2109" y="4501"/>
                </a:lnTo>
                <a:lnTo>
                  <a:pt x="2197" y="4694"/>
                </a:lnTo>
                <a:lnTo>
                  <a:pt x="2285" y="4927"/>
                </a:lnTo>
                <a:lnTo>
                  <a:pt x="2373" y="5120"/>
                </a:lnTo>
                <a:lnTo>
                  <a:pt x="2511" y="5352"/>
                </a:lnTo>
                <a:lnTo>
                  <a:pt x="2611" y="5546"/>
                </a:lnTo>
                <a:lnTo>
                  <a:pt x="2699" y="5778"/>
                </a:lnTo>
                <a:lnTo>
                  <a:pt x="2787" y="6010"/>
                </a:lnTo>
                <a:lnTo>
                  <a:pt x="2875" y="6203"/>
                </a:lnTo>
                <a:lnTo>
                  <a:pt x="3013" y="6436"/>
                </a:lnTo>
                <a:lnTo>
                  <a:pt x="3114" y="6616"/>
                </a:lnTo>
                <a:lnTo>
                  <a:pt x="3202" y="6861"/>
                </a:lnTo>
                <a:lnTo>
                  <a:pt x="3290" y="7042"/>
                </a:lnTo>
                <a:lnTo>
                  <a:pt x="3377" y="7274"/>
                </a:lnTo>
                <a:lnTo>
                  <a:pt x="3516" y="7519"/>
                </a:lnTo>
                <a:lnTo>
                  <a:pt x="3616" y="7700"/>
                </a:lnTo>
                <a:lnTo>
                  <a:pt x="3704" y="7932"/>
                </a:lnTo>
                <a:lnTo>
                  <a:pt x="3792" y="8125"/>
                </a:lnTo>
                <a:lnTo>
                  <a:pt x="3880" y="8357"/>
                </a:lnTo>
                <a:lnTo>
                  <a:pt x="4018" y="8590"/>
                </a:lnTo>
                <a:lnTo>
                  <a:pt x="4118" y="8783"/>
                </a:lnTo>
                <a:lnTo>
                  <a:pt x="4206" y="9015"/>
                </a:lnTo>
                <a:lnTo>
                  <a:pt x="4294" y="9209"/>
                </a:lnTo>
                <a:lnTo>
                  <a:pt x="4395" y="9441"/>
                </a:lnTo>
                <a:lnTo>
                  <a:pt x="4520" y="9673"/>
                </a:lnTo>
                <a:lnTo>
                  <a:pt x="4621" y="9866"/>
                </a:lnTo>
                <a:lnTo>
                  <a:pt x="4709" y="10099"/>
                </a:lnTo>
                <a:lnTo>
                  <a:pt x="4796" y="10292"/>
                </a:lnTo>
                <a:lnTo>
                  <a:pt x="4897" y="10524"/>
                </a:lnTo>
                <a:lnTo>
                  <a:pt x="5022" y="10756"/>
                </a:lnTo>
                <a:lnTo>
                  <a:pt x="5123" y="10950"/>
                </a:lnTo>
                <a:lnTo>
                  <a:pt x="5211" y="11182"/>
                </a:lnTo>
                <a:lnTo>
                  <a:pt x="5299" y="11363"/>
                </a:lnTo>
                <a:lnTo>
                  <a:pt x="5399" y="11608"/>
                </a:lnTo>
                <a:lnTo>
                  <a:pt x="5537" y="11840"/>
                </a:lnTo>
                <a:lnTo>
                  <a:pt x="5625" y="12033"/>
                </a:lnTo>
                <a:lnTo>
                  <a:pt x="5713" y="12266"/>
                </a:lnTo>
                <a:lnTo>
                  <a:pt x="5801" y="12498"/>
                </a:lnTo>
                <a:lnTo>
                  <a:pt x="5901" y="12691"/>
                </a:lnTo>
                <a:lnTo>
                  <a:pt x="6040" y="12923"/>
                </a:lnTo>
                <a:lnTo>
                  <a:pt x="6128" y="13104"/>
                </a:lnTo>
                <a:lnTo>
                  <a:pt x="6215" y="13349"/>
                </a:lnTo>
                <a:lnTo>
                  <a:pt x="6303" y="13581"/>
                </a:lnTo>
                <a:lnTo>
                  <a:pt x="6404" y="13762"/>
                </a:lnTo>
                <a:lnTo>
                  <a:pt x="6542" y="14007"/>
                </a:lnTo>
                <a:lnTo>
                  <a:pt x="6630" y="14239"/>
                </a:lnTo>
                <a:lnTo>
                  <a:pt x="6718" y="14420"/>
                </a:lnTo>
                <a:lnTo>
                  <a:pt x="6806" y="14665"/>
                </a:lnTo>
                <a:lnTo>
                  <a:pt x="6906" y="14845"/>
                </a:lnTo>
                <a:lnTo>
                  <a:pt x="7044" y="15077"/>
                </a:lnTo>
                <a:lnTo>
                  <a:pt x="7132" y="15322"/>
                </a:lnTo>
                <a:lnTo>
                  <a:pt x="7220" y="15503"/>
                </a:lnTo>
                <a:lnTo>
                  <a:pt x="7308" y="15735"/>
                </a:lnTo>
                <a:lnTo>
                  <a:pt x="7408" y="15980"/>
                </a:lnTo>
                <a:lnTo>
                  <a:pt x="7547" y="16161"/>
                </a:lnTo>
                <a:lnTo>
                  <a:pt x="7634" y="16393"/>
                </a:lnTo>
                <a:lnTo>
                  <a:pt x="7722" y="16638"/>
                </a:lnTo>
                <a:lnTo>
                  <a:pt x="7810" y="16819"/>
                </a:lnTo>
                <a:lnTo>
                  <a:pt x="7911" y="17051"/>
                </a:lnTo>
                <a:lnTo>
                  <a:pt x="8049" y="17296"/>
                </a:lnTo>
                <a:lnTo>
                  <a:pt x="8137" y="17476"/>
                </a:lnTo>
                <a:lnTo>
                  <a:pt x="8225" y="17708"/>
                </a:lnTo>
                <a:lnTo>
                  <a:pt x="8325" y="17954"/>
                </a:lnTo>
                <a:lnTo>
                  <a:pt x="8413" y="18134"/>
                </a:lnTo>
                <a:lnTo>
                  <a:pt x="8551" y="18379"/>
                </a:lnTo>
                <a:lnTo>
                  <a:pt x="8639" y="18611"/>
                </a:lnTo>
                <a:lnTo>
                  <a:pt x="8727" y="18792"/>
                </a:lnTo>
                <a:lnTo>
                  <a:pt x="8827" y="19037"/>
                </a:lnTo>
                <a:lnTo>
                  <a:pt x="8915" y="19269"/>
                </a:lnTo>
                <a:lnTo>
                  <a:pt x="9053" y="19450"/>
                </a:lnTo>
                <a:lnTo>
                  <a:pt x="9141" y="19695"/>
                </a:lnTo>
                <a:lnTo>
                  <a:pt x="9229" y="19927"/>
                </a:lnTo>
                <a:lnTo>
                  <a:pt x="9330" y="20108"/>
                </a:lnTo>
                <a:lnTo>
                  <a:pt x="9418" y="20353"/>
                </a:lnTo>
                <a:lnTo>
                  <a:pt x="9556" y="20585"/>
                </a:lnTo>
                <a:lnTo>
                  <a:pt x="9644" y="20765"/>
                </a:lnTo>
                <a:lnTo>
                  <a:pt x="9732" y="21010"/>
                </a:lnTo>
                <a:lnTo>
                  <a:pt x="9832" y="21243"/>
                </a:lnTo>
                <a:lnTo>
                  <a:pt x="9920" y="21423"/>
                </a:lnTo>
                <a:lnTo>
                  <a:pt x="10058" y="21668"/>
                </a:lnTo>
                <a:lnTo>
                  <a:pt x="10146" y="21900"/>
                </a:lnTo>
                <a:lnTo>
                  <a:pt x="10234" y="22081"/>
                </a:lnTo>
                <a:lnTo>
                  <a:pt x="10334" y="22326"/>
                </a:lnTo>
                <a:lnTo>
                  <a:pt x="10422" y="22558"/>
                </a:lnTo>
                <a:lnTo>
                  <a:pt x="10560" y="22739"/>
                </a:lnTo>
                <a:lnTo>
                  <a:pt x="10648" y="22984"/>
                </a:lnTo>
                <a:lnTo>
                  <a:pt x="10736" y="23216"/>
                </a:lnTo>
                <a:lnTo>
                  <a:pt x="10837" y="23448"/>
                </a:lnTo>
                <a:lnTo>
                  <a:pt x="10924" y="23642"/>
                </a:lnTo>
                <a:lnTo>
                  <a:pt x="11063" y="23874"/>
                </a:lnTo>
                <a:lnTo>
                  <a:pt x="11150" y="24106"/>
                </a:lnTo>
                <a:lnTo>
                  <a:pt x="11238" y="24299"/>
                </a:lnTo>
                <a:lnTo>
                  <a:pt x="11339" y="24532"/>
                </a:lnTo>
                <a:lnTo>
                  <a:pt x="11427" y="24764"/>
                </a:lnTo>
                <a:lnTo>
                  <a:pt x="11565" y="24957"/>
                </a:lnTo>
                <a:lnTo>
                  <a:pt x="11653" y="25189"/>
                </a:lnTo>
                <a:lnTo>
                  <a:pt x="11753" y="25422"/>
                </a:lnTo>
                <a:lnTo>
                  <a:pt x="11841" y="25654"/>
                </a:lnTo>
                <a:lnTo>
                  <a:pt x="11929" y="25847"/>
                </a:lnTo>
                <a:lnTo>
                  <a:pt x="12067" y="26079"/>
                </a:lnTo>
                <a:lnTo>
                  <a:pt x="12155" y="26311"/>
                </a:lnTo>
                <a:lnTo>
                  <a:pt x="12256" y="26505"/>
                </a:lnTo>
                <a:lnTo>
                  <a:pt x="12343" y="26737"/>
                </a:lnTo>
                <a:lnTo>
                  <a:pt x="12431" y="26969"/>
                </a:lnTo>
                <a:lnTo>
                  <a:pt x="12569" y="27214"/>
                </a:lnTo>
                <a:lnTo>
                  <a:pt x="12657" y="27395"/>
                </a:lnTo>
                <a:lnTo>
                  <a:pt x="12758" y="27627"/>
                </a:lnTo>
                <a:lnTo>
                  <a:pt x="12846" y="27872"/>
                </a:lnTo>
                <a:lnTo>
                  <a:pt x="12934" y="28104"/>
                </a:lnTo>
                <a:lnTo>
                  <a:pt x="13072" y="28285"/>
                </a:lnTo>
                <a:lnTo>
                  <a:pt x="13160" y="28530"/>
                </a:lnTo>
                <a:lnTo>
                  <a:pt x="13260" y="28762"/>
                </a:lnTo>
                <a:lnTo>
                  <a:pt x="13348" y="28956"/>
                </a:lnTo>
                <a:lnTo>
                  <a:pt x="13436" y="29188"/>
                </a:lnTo>
                <a:lnTo>
                  <a:pt x="13574" y="29420"/>
                </a:lnTo>
                <a:lnTo>
                  <a:pt x="13662" y="29652"/>
                </a:lnTo>
                <a:lnTo>
                  <a:pt x="13762" y="29846"/>
                </a:lnTo>
                <a:lnTo>
                  <a:pt x="13850" y="30078"/>
                </a:lnTo>
                <a:lnTo>
                  <a:pt x="13938" y="30310"/>
                </a:lnTo>
                <a:lnTo>
                  <a:pt x="14076" y="30542"/>
                </a:lnTo>
                <a:lnTo>
                  <a:pt x="14164" y="30736"/>
                </a:lnTo>
                <a:lnTo>
                  <a:pt x="14265" y="30968"/>
                </a:lnTo>
                <a:lnTo>
                  <a:pt x="14353" y="31200"/>
                </a:lnTo>
                <a:lnTo>
                  <a:pt x="14441" y="31445"/>
                </a:lnTo>
                <a:lnTo>
                  <a:pt x="14579" y="31625"/>
                </a:lnTo>
                <a:lnTo>
                  <a:pt x="14667" y="31858"/>
                </a:lnTo>
                <a:lnTo>
                  <a:pt x="14767" y="32103"/>
                </a:lnTo>
                <a:lnTo>
                  <a:pt x="14855" y="32335"/>
                </a:lnTo>
                <a:lnTo>
                  <a:pt x="14943" y="32515"/>
                </a:lnTo>
                <a:lnTo>
                  <a:pt x="15081" y="32761"/>
                </a:lnTo>
                <a:lnTo>
                  <a:pt x="15169" y="32993"/>
                </a:lnTo>
                <a:lnTo>
                  <a:pt x="15269" y="33225"/>
                </a:lnTo>
                <a:lnTo>
                  <a:pt x="15357" y="33418"/>
                </a:lnTo>
                <a:lnTo>
                  <a:pt x="15445" y="33650"/>
                </a:lnTo>
                <a:lnTo>
                  <a:pt x="15583" y="33883"/>
                </a:lnTo>
                <a:lnTo>
                  <a:pt x="15684" y="34115"/>
                </a:lnTo>
                <a:lnTo>
                  <a:pt x="15772" y="34360"/>
                </a:lnTo>
                <a:lnTo>
                  <a:pt x="15860" y="34540"/>
                </a:lnTo>
                <a:lnTo>
                  <a:pt x="15947" y="34773"/>
                </a:lnTo>
                <a:lnTo>
                  <a:pt x="16086" y="35018"/>
                </a:lnTo>
                <a:lnTo>
                  <a:pt x="16186" y="35250"/>
                </a:lnTo>
                <a:lnTo>
                  <a:pt x="16274" y="35430"/>
                </a:lnTo>
                <a:lnTo>
                  <a:pt x="16362" y="35675"/>
                </a:lnTo>
                <a:lnTo>
                  <a:pt x="16450" y="35908"/>
                </a:lnTo>
                <a:lnTo>
                  <a:pt x="16588" y="36140"/>
                </a:lnTo>
                <a:lnTo>
                  <a:pt x="16688" y="36333"/>
                </a:lnTo>
                <a:lnTo>
                  <a:pt x="16776" y="36565"/>
                </a:lnTo>
                <a:lnTo>
                  <a:pt x="16864" y="36798"/>
                </a:lnTo>
                <a:lnTo>
                  <a:pt x="16952" y="37030"/>
                </a:lnTo>
                <a:lnTo>
                  <a:pt x="17090" y="37275"/>
                </a:lnTo>
                <a:lnTo>
                  <a:pt x="17191" y="37455"/>
                </a:lnTo>
                <a:lnTo>
                  <a:pt x="17279" y="37688"/>
                </a:lnTo>
                <a:lnTo>
                  <a:pt x="17366" y="37933"/>
                </a:lnTo>
                <a:lnTo>
                  <a:pt x="17454" y="38165"/>
                </a:lnTo>
                <a:lnTo>
                  <a:pt x="17592" y="38397"/>
                </a:lnTo>
                <a:lnTo>
                  <a:pt x="17693" y="38590"/>
                </a:lnTo>
                <a:lnTo>
                  <a:pt x="17781" y="38823"/>
                </a:lnTo>
                <a:lnTo>
                  <a:pt x="17869" y="39055"/>
                </a:lnTo>
                <a:lnTo>
                  <a:pt x="17969" y="39287"/>
                </a:lnTo>
                <a:lnTo>
                  <a:pt x="18095" y="39532"/>
                </a:lnTo>
                <a:lnTo>
                  <a:pt x="18195" y="39713"/>
                </a:lnTo>
                <a:lnTo>
                  <a:pt x="18283" y="39945"/>
                </a:lnTo>
                <a:lnTo>
                  <a:pt x="18371" y="40190"/>
                </a:lnTo>
                <a:lnTo>
                  <a:pt x="18471" y="40422"/>
                </a:lnTo>
                <a:lnTo>
                  <a:pt x="18597" y="40654"/>
                </a:lnTo>
                <a:lnTo>
                  <a:pt x="18698" y="40848"/>
                </a:lnTo>
                <a:lnTo>
                  <a:pt x="18785" y="41080"/>
                </a:lnTo>
                <a:lnTo>
                  <a:pt x="18873" y="41312"/>
                </a:lnTo>
                <a:lnTo>
                  <a:pt x="18974" y="41544"/>
                </a:lnTo>
                <a:lnTo>
                  <a:pt x="19112" y="41776"/>
                </a:lnTo>
                <a:lnTo>
                  <a:pt x="19200" y="41970"/>
                </a:lnTo>
                <a:lnTo>
                  <a:pt x="19288" y="42202"/>
                </a:lnTo>
                <a:lnTo>
                  <a:pt x="19376" y="42434"/>
                </a:lnTo>
                <a:lnTo>
                  <a:pt x="19476" y="42679"/>
                </a:lnTo>
                <a:lnTo>
                  <a:pt x="19614" y="42911"/>
                </a:lnTo>
                <a:lnTo>
                  <a:pt x="19702" y="43143"/>
                </a:lnTo>
                <a:lnTo>
                  <a:pt x="19790" y="43337"/>
                </a:lnTo>
                <a:lnTo>
                  <a:pt x="19878" y="43569"/>
                </a:lnTo>
                <a:lnTo>
                  <a:pt x="19978" y="4380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253808" y="4013649"/>
            <a:ext cx="20016" cy="46213"/>
          </a:xfrm>
          <a:custGeom>
            <a:avLst/>
            <a:gdLst/>
            <a:ahLst/>
            <a:cxnLst/>
            <a:rect l="l" t="t" r="r" b="b"/>
            <a:pathLst>
              <a:path w="20016" h="46213">
                <a:moveTo>
                  <a:pt x="0" y="0"/>
                </a:moveTo>
                <a:lnTo>
                  <a:pt x="138" y="232"/>
                </a:lnTo>
                <a:lnTo>
                  <a:pt x="226" y="477"/>
                </a:lnTo>
                <a:lnTo>
                  <a:pt x="313" y="657"/>
                </a:lnTo>
                <a:lnTo>
                  <a:pt x="401" y="889"/>
                </a:lnTo>
                <a:lnTo>
                  <a:pt x="502" y="1135"/>
                </a:lnTo>
                <a:lnTo>
                  <a:pt x="640" y="1367"/>
                </a:lnTo>
                <a:lnTo>
                  <a:pt x="728" y="1599"/>
                </a:lnTo>
                <a:lnTo>
                  <a:pt x="816" y="1831"/>
                </a:lnTo>
                <a:lnTo>
                  <a:pt x="904" y="2024"/>
                </a:lnTo>
                <a:lnTo>
                  <a:pt x="1004" y="2257"/>
                </a:lnTo>
                <a:lnTo>
                  <a:pt x="1142" y="2489"/>
                </a:lnTo>
                <a:lnTo>
                  <a:pt x="1230" y="2734"/>
                </a:lnTo>
                <a:lnTo>
                  <a:pt x="1318" y="2966"/>
                </a:lnTo>
                <a:lnTo>
                  <a:pt x="1406" y="3198"/>
                </a:lnTo>
                <a:lnTo>
                  <a:pt x="1506" y="3430"/>
                </a:lnTo>
                <a:lnTo>
                  <a:pt x="1645" y="3624"/>
                </a:lnTo>
                <a:lnTo>
                  <a:pt x="1732" y="3856"/>
                </a:lnTo>
                <a:lnTo>
                  <a:pt x="1820" y="4088"/>
                </a:lnTo>
                <a:lnTo>
                  <a:pt x="1921" y="4320"/>
                </a:lnTo>
                <a:lnTo>
                  <a:pt x="2009" y="4565"/>
                </a:lnTo>
                <a:lnTo>
                  <a:pt x="2147" y="4798"/>
                </a:lnTo>
                <a:lnTo>
                  <a:pt x="2235" y="4978"/>
                </a:lnTo>
                <a:lnTo>
                  <a:pt x="2323" y="5223"/>
                </a:lnTo>
                <a:lnTo>
                  <a:pt x="2423" y="5455"/>
                </a:lnTo>
                <a:lnTo>
                  <a:pt x="2511" y="5688"/>
                </a:lnTo>
                <a:lnTo>
                  <a:pt x="2649" y="5920"/>
                </a:lnTo>
                <a:lnTo>
                  <a:pt x="2737" y="6165"/>
                </a:lnTo>
                <a:lnTo>
                  <a:pt x="2825" y="6397"/>
                </a:lnTo>
                <a:lnTo>
                  <a:pt x="2925" y="6577"/>
                </a:lnTo>
                <a:lnTo>
                  <a:pt x="3013" y="6823"/>
                </a:lnTo>
                <a:lnTo>
                  <a:pt x="3151" y="7055"/>
                </a:lnTo>
                <a:lnTo>
                  <a:pt x="3239" y="7287"/>
                </a:lnTo>
                <a:lnTo>
                  <a:pt x="3327" y="7519"/>
                </a:lnTo>
                <a:lnTo>
                  <a:pt x="3428" y="7751"/>
                </a:lnTo>
                <a:lnTo>
                  <a:pt x="3516" y="7996"/>
                </a:lnTo>
                <a:lnTo>
                  <a:pt x="3654" y="8228"/>
                </a:lnTo>
                <a:lnTo>
                  <a:pt x="3742" y="8422"/>
                </a:lnTo>
                <a:lnTo>
                  <a:pt x="3830" y="8654"/>
                </a:lnTo>
                <a:lnTo>
                  <a:pt x="3930" y="8886"/>
                </a:lnTo>
                <a:lnTo>
                  <a:pt x="4018" y="9118"/>
                </a:lnTo>
                <a:lnTo>
                  <a:pt x="4156" y="9351"/>
                </a:lnTo>
                <a:lnTo>
                  <a:pt x="4244" y="9596"/>
                </a:lnTo>
                <a:lnTo>
                  <a:pt x="4332" y="9828"/>
                </a:lnTo>
                <a:lnTo>
                  <a:pt x="4432" y="10060"/>
                </a:lnTo>
                <a:lnTo>
                  <a:pt x="4520" y="10253"/>
                </a:lnTo>
                <a:lnTo>
                  <a:pt x="4658" y="10486"/>
                </a:lnTo>
                <a:lnTo>
                  <a:pt x="4746" y="10718"/>
                </a:lnTo>
                <a:lnTo>
                  <a:pt x="4834" y="10950"/>
                </a:lnTo>
                <a:lnTo>
                  <a:pt x="4935" y="11195"/>
                </a:lnTo>
                <a:lnTo>
                  <a:pt x="5022" y="11427"/>
                </a:lnTo>
                <a:lnTo>
                  <a:pt x="5161" y="11659"/>
                </a:lnTo>
                <a:lnTo>
                  <a:pt x="5249" y="11891"/>
                </a:lnTo>
                <a:lnTo>
                  <a:pt x="5349" y="12124"/>
                </a:lnTo>
                <a:lnTo>
                  <a:pt x="5437" y="12317"/>
                </a:lnTo>
                <a:lnTo>
                  <a:pt x="5525" y="12549"/>
                </a:lnTo>
                <a:lnTo>
                  <a:pt x="5663" y="12781"/>
                </a:lnTo>
                <a:lnTo>
                  <a:pt x="5751" y="13027"/>
                </a:lnTo>
                <a:lnTo>
                  <a:pt x="5851" y="13259"/>
                </a:lnTo>
                <a:lnTo>
                  <a:pt x="5939" y="13491"/>
                </a:lnTo>
                <a:lnTo>
                  <a:pt x="6027" y="13723"/>
                </a:lnTo>
                <a:lnTo>
                  <a:pt x="6165" y="13968"/>
                </a:lnTo>
                <a:lnTo>
                  <a:pt x="6253" y="14200"/>
                </a:lnTo>
                <a:lnTo>
                  <a:pt x="6354" y="14381"/>
                </a:lnTo>
                <a:lnTo>
                  <a:pt x="6441" y="14626"/>
                </a:lnTo>
                <a:lnTo>
                  <a:pt x="6529" y="14858"/>
                </a:lnTo>
                <a:lnTo>
                  <a:pt x="6667" y="15090"/>
                </a:lnTo>
                <a:lnTo>
                  <a:pt x="6755" y="15322"/>
                </a:lnTo>
                <a:lnTo>
                  <a:pt x="6856" y="15555"/>
                </a:lnTo>
                <a:lnTo>
                  <a:pt x="6944" y="15800"/>
                </a:lnTo>
                <a:lnTo>
                  <a:pt x="7032" y="16032"/>
                </a:lnTo>
                <a:lnTo>
                  <a:pt x="7170" y="16264"/>
                </a:lnTo>
                <a:lnTo>
                  <a:pt x="7258" y="16496"/>
                </a:lnTo>
                <a:lnTo>
                  <a:pt x="7358" y="16741"/>
                </a:lnTo>
                <a:lnTo>
                  <a:pt x="7446" y="16922"/>
                </a:lnTo>
                <a:lnTo>
                  <a:pt x="7534" y="17154"/>
                </a:lnTo>
                <a:lnTo>
                  <a:pt x="7672" y="17399"/>
                </a:lnTo>
                <a:lnTo>
                  <a:pt x="7760" y="17631"/>
                </a:lnTo>
                <a:lnTo>
                  <a:pt x="7860" y="17863"/>
                </a:lnTo>
                <a:lnTo>
                  <a:pt x="7948" y="18095"/>
                </a:lnTo>
                <a:lnTo>
                  <a:pt x="8036" y="18328"/>
                </a:lnTo>
                <a:lnTo>
                  <a:pt x="8174" y="18573"/>
                </a:lnTo>
                <a:lnTo>
                  <a:pt x="8262" y="18805"/>
                </a:lnTo>
                <a:lnTo>
                  <a:pt x="8363" y="19037"/>
                </a:lnTo>
                <a:lnTo>
                  <a:pt x="8451" y="19269"/>
                </a:lnTo>
                <a:lnTo>
                  <a:pt x="8539" y="19514"/>
                </a:lnTo>
                <a:lnTo>
                  <a:pt x="8677" y="19746"/>
                </a:lnTo>
                <a:lnTo>
                  <a:pt x="8765" y="19979"/>
                </a:lnTo>
                <a:lnTo>
                  <a:pt x="8865" y="20172"/>
                </a:lnTo>
                <a:lnTo>
                  <a:pt x="8953" y="20404"/>
                </a:lnTo>
                <a:lnTo>
                  <a:pt x="9041" y="20636"/>
                </a:lnTo>
                <a:lnTo>
                  <a:pt x="9179" y="20869"/>
                </a:lnTo>
                <a:lnTo>
                  <a:pt x="9279" y="21114"/>
                </a:lnTo>
                <a:lnTo>
                  <a:pt x="9367" y="21346"/>
                </a:lnTo>
                <a:lnTo>
                  <a:pt x="9455" y="21578"/>
                </a:lnTo>
                <a:lnTo>
                  <a:pt x="9543" y="21810"/>
                </a:lnTo>
                <a:lnTo>
                  <a:pt x="9681" y="22042"/>
                </a:lnTo>
                <a:lnTo>
                  <a:pt x="9782" y="22287"/>
                </a:lnTo>
                <a:lnTo>
                  <a:pt x="9870" y="22519"/>
                </a:lnTo>
                <a:lnTo>
                  <a:pt x="9958" y="22752"/>
                </a:lnTo>
                <a:lnTo>
                  <a:pt x="10045" y="22984"/>
                </a:lnTo>
                <a:lnTo>
                  <a:pt x="10184" y="23229"/>
                </a:lnTo>
                <a:lnTo>
                  <a:pt x="10284" y="23461"/>
                </a:lnTo>
                <a:lnTo>
                  <a:pt x="10372" y="23693"/>
                </a:lnTo>
                <a:lnTo>
                  <a:pt x="10460" y="23925"/>
                </a:lnTo>
                <a:lnTo>
                  <a:pt x="10548" y="24119"/>
                </a:lnTo>
                <a:lnTo>
                  <a:pt x="10686" y="24351"/>
                </a:lnTo>
                <a:lnTo>
                  <a:pt x="10786" y="24583"/>
                </a:lnTo>
                <a:lnTo>
                  <a:pt x="10874" y="24815"/>
                </a:lnTo>
                <a:lnTo>
                  <a:pt x="10962" y="25060"/>
                </a:lnTo>
                <a:lnTo>
                  <a:pt x="11050" y="25293"/>
                </a:lnTo>
                <a:lnTo>
                  <a:pt x="11188" y="25525"/>
                </a:lnTo>
                <a:lnTo>
                  <a:pt x="11289" y="25757"/>
                </a:lnTo>
                <a:lnTo>
                  <a:pt x="11377" y="26002"/>
                </a:lnTo>
                <a:lnTo>
                  <a:pt x="11464" y="26234"/>
                </a:lnTo>
                <a:lnTo>
                  <a:pt x="11565" y="26466"/>
                </a:lnTo>
                <a:lnTo>
                  <a:pt x="11690" y="26698"/>
                </a:lnTo>
                <a:lnTo>
                  <a:pt x="11791" y="26931"/>
                </a:lnTo>
                <a:lnTo>
                  <a:pt x="11879" y="27176"/>
                </a:lnTo>
                <a:lnTo>
                  <a:pt x="11967" y="27408"/>
                </a:lnTo>
                <a:lnTo>
                  <a:pt x="12067" y="27640"/>
                </a:lnTo>
                <a:lnTo>
                  <a:pt x="12193" y="27872"/>
                </a:lnTo>
                <a:lnTo>
                  <a:pt x="12293" y="28117"/>
                </a:lnTo>
                <a:lnTo>
                  <a:pt x="12381" y="28349"/>
                </a:lnTo>
                <a:lnTo>
                  <a:pt x="12469" y="28582"/>
                </a:lnTo>
                <a:lnTo>
                  <a:pt x="12569" y="28814"/>
                </a:lnTo>
                <a:lnTo>
                  <a:pt x="12695" y="29046"/>
                </a:lnTo>
                <a:lnTo>
                  <a:pt x="12796" y="29291"/>
                </a:lnTo>
                <a:lnTo>
                  <a:pt x="12883" y="29523"/>
                </a:lnTo>
                <a:lnTo>
                  <a:pt x="12971" y="29755"/>
                </a:lnTo>
                <a:lnTo>
                  <a:pt x="13072" y="29987"/>
                </a:lnTo>
                <a:lnTo>
                  <a:pt x="13210" y="30232"/>
                </a:lnTo>
                <a:lnTo>
                  <a:pt x="13298" y="30465"/>
                </a:lnTo>
                <a:lnTo>
                  <a:pt x="13386" y="30697"/>
                </a:lnTo>
                <a:lnTo>
                  <a:pt x="13474" y="30929"/>
                </a:lnTo>
                <a:lnTo>
                  <a:pt x="13574" y="31122"/>
                </a:lnTo>
                <a:lnTo>
                  <a:pt x="13712" y="31355"/>
                </a:lnTo>
                <a:lnTo>
                  <a:pt x="13800" y="31587"/>
                </a:lnTo>
                <a:lnTo>
                  <a:pt x="13888" y="31819"/>
                </a:lnTo>
                <a:lnTo>
                  <a:pt x="13976" y="32064"/>
                </a:lnTo>
                <a:lnTo>
                  <a:pt x="14076" y="32296"/>
                </a:lnTo>
                <a:lnTo>
                  <a:pt x="14215" y="32528"/>
                </a:lnTo>
                <a:lnTo>
                  <a:pt x="14302" y="32761"/>
                </a:lnTo>
                <a:lnTo>
                  <a:pt x="14390" y="33006"/>
                </a:lnTo>
                <a:lnTo>
                  <a:pt x="14478" y="33238"/>
                </a:lnTo>
                <a:lnTo>
                  <a:pt x="14579" y="33470"/>
                </a:lnTo>
                <a:lnTo>
                  <a:pt x="14717" y="33702"/>
                </a:lnTo>
                <a:lnTo>
                  <a:pt x="14805" y="33934"/>
                </a:lnTo>
                <a:lnTo>
                  <a:pt x="14893" y="34179"/>
                </a:lnTo>
                <a:lnTo>
                  <a:pt x="14981" y="34411"/>
                </a:lnTo>
                <a:lnTo>
                  <a:pt x="15081" y="34644"/>
                </a:lnTo>
                <a:lnTo>
                  <a:pt x="15219" y="34876"/>
                </a:lnTo>
                <a:lnTo>
                  <a:pt x="15307" y="35121"/>
                </a:lnTo>
                <a:lnTo>
                  <a:pt x="15395" y="35353"/>
                </a:lnTo>
                <a:lnTo>
                  <a:pt x="15495" y="35585"/>
                </a:lnTo>
                <a:lnTo>
                  <a:pt x="15583" y="35817"/>
                </a:lnTo>
                <a:lnTo>
                  <a:pt x="15721" y="36050"/>
                </a:lnTo>
                <a:lnTo>
                  <a:pt x="15809" y="36295"/>
                </a:lnTo>
                <a:lnTo>
                  <a:pt x="15897" y="36527"/>
                </a:lnTo>
                <a:lnTo>
                  <a:pt x="15998" y="36759"/>
                </a:lnTo>
                <a:lnTo>
                  <a:pt x="16086" y="36991"/>
                </a:lnTo>
                <a:lnTo>
                  <a:pt x="16224" y="37236"/>
                </a:lnTo>
                <a:lnTo>
                  <a:pt x="16312" y="37468"/>
                </a:lnTo>
                <a:lnTo>
                  <a:pt x="16400" y="37700"/>
                </a:lnTo>
                <a:lnTo>
                  <a:pt x="16500" y="37933"/>
                </a:lnTo>
                <a:lnTo>
                  <a:pt x="16588" y="38165"/>
                </a:lnTo>
                <a:lnTo>
                  <a:pt x="16726" y="38410"/>
                </a:lnTo>
                <a:lnTo>
                  <a:pt x="16814" y="38642"/>
                </a:lnTo>
                <a:lnTo>
                  <a:pt x="16902" y="38926"/>
                </a:lnTo>
                <a:lnTo>
                  <a:pt x="17002" y="39158"/>
                </a:lnTo>
                <a:lnTo>
                  <a:pt x="17090" y="39390"/>
                </a:lnTo>
                <a:lnTo>
                  <a:pt x="17228" y="39622"/>
                </a:lnTo>
                <a:lnTo>
                  <a:pt x="17316" y="39867"/>
                </a:lnTo>
                <a:lnTo>
                  <a:pt x="17404" y="40099"/>
                </a:lnTo>
                <a:lnTo>
                  <a:pt x="17505" y="40332"/>
                </a:lnTo>
                <a:lnTo>
                  <a:pt x="17592" y="40564"/>
                </a:lnTo>
                <a:lnTo>
                  <a:pt x="17731" y="40809"/>
                </a:lnTo>
                <a:lnTo>
                  <a:pt x="17818" y="41041"/>
                </a:lnTo>
                <a:lnTo>
                  <a:pt x="17906" y="41273"/>
                </a:lnTo>
                <a:lnTo>
                  <a:pt x="18007" y="41505"/>
                </a:lnTo>
                <a:lnTo>
                  <a:pt x="18095" y="41738"/>
                </a:lnTo>
                <a:lnTo>
                  <a:pt x="18233" y="41983"/>
                </a:lnTo>
                <a:lnTo>
                  <a:pt x="18321" y="42215"/>
                </a:lnTo>
                <a:lnTo>
                  <a:pt x="18409" y="42447"/>
                </a:lnTo>
                <a:lnTo>
                  <a:pt x="18509" y="42679"/>
                </a:lnTo>
                <a:lnTo>
                  <a:pt x="18597" y="42924"/>
                </a:lnTo>
                <a:lnTo>
                  <a:pt x="18735" y="43156"/>
                </a:lnTo>
                <a:lnTo>
                  <a:pt x="18823" y="43388"/>
                </a:lnTo>
                <a:lnTo>
                  <a:pt x="18911" y="43621"/>
                </a:lnTo>
                <a:lnTo>
                  <a:pt x="19011" y="43853"/>
                </a:lnTo>
                <a:lnTo>
                  <a:pt x="19099" y="44098"/>
                </a:lnTo>
                <a:lnTo>
                  <a:pt x="19237" y="44330"/>
                </a:lnTo>
                <a:lnTo>
                  <a:pt x="19325" y="44562"/>
                </a:lnTo>
                <a:lnTo>
                  <a:pt x="19426" y="44794"/>
                </a:lnTo>
                <a:lnTo>
                  <a:pt x="19514" y="45039"/>
                </a:lnTo>
                <a:lnTo>
                  <a:pt x="19652" y="45272"/>
                </a:lnTo>
                <a:lnTo>
                  <a:pt x="19740" y="45504"/>
                </a:lnTo>
                <a:lnTo>
                  <a:pt x="19828" y="45736"/>
                </a:lnTo>
                <a:lnTo>
                  <a:pt x="19928" y="45968"/>
                </a:lnTo>
                <a:lnTo>
                  <a:pt x="20016" y="46213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273825" y="4059862"/>
            <a:ext cx="20016" cy="47941"/>
          </a:xfrm>
          <a:custGeom>
            <a:avLst/>
            <a:gdLst/>
            <a:ahLst/>
            <a:cxnLst/>
            <a:rect l="l" t="t" r="r" b="b"/>
            <a:pathLst>
              <a:path w="20016" h="47941">
                <a:moveTo>
                  <a:pt x="0" y="0"/>
                </a:moveTo>
                <a:lnTo>
                  <a:pt x="138" y="283"/>
                </a:lnTo>
                <a:lnTo>
                  <a:pt x="226" y="515"/>
                </a:lnTo>
                <a:lnTo>
                  <a:pt x="313" y="748"/>
                </a:lnTo>
                <a:lnTo>
                  <a:pt x="414" y="980"/>
                </a:lnTo>
                <a:lnTo>
                  <a:pt x="502" y="1212"/>
                </a:lnTo>
                <a:lnTo>
                  <a:pt x="640" y="1457"/>
                </a:lnTo>
                <a:lnTo>
                  <a:pt x="728" y="1689"/>
                </a:lnTo>
                <a:lnTo>
                  <a:pt x="816" y="1921"/>
                </a:lnTo>
                <a:lnTo>
                  <a:pt x="916" y="2153"/>
                </a:lnTo>
                <a:lnTo>
                  <a:pt x="1004" y="2399"/>
                </a:lnTo>
                <a:lnTo>
                  <a:pt x="1142" y="2631"/>
                </a:lnTo>
                <a:lnTo>
                  <a:pt x="1230" y="2863"/>
                </a:lnTo>
                <a:lnTo>
                  <a:pt x="1318" y="3095"/>
                </a:lnTo>
                <a:lnTo>
                  <a:pt x="1418" y="3327"/>
                </a:lnTo>
                <a:lnTo>
                  <a:pt x="1506" y="3572"/>
                </a:lnTo>
                <a:lnTo>
                  <a:pt x="1645" y="3804"/>
                </a:lnTo>
                <a:lnTo>
                  <a:pt x="1732" y="4037"/>
                </a:lnTo>
                <a:lnTo>
                  <a:pt x="1820" y="4269"/>
                </a:lnTo>
                <a:lnTo>
                  <a:pt x="1921" y="4553"/>
                </a:lnTo>
                <a:lnTo>
                  <a:pt x="2009" y="4785"/>
                </a:lnTo>
                <a:lnTo>
                  <a:pt x="2147" y="5030"/>
                </a:lnTo>
                <a:lnTo>
                  <a:pt x="2235" y="5262"/>
                </a:lnTo>
                <a:lnTo>
                  <a:pt x="2323" y="5494"/>
                </a:lnTo>
                <a:lnTo>
                  <a:pt x="2423" y="5726"/>
                </a:lnTo>
                <a:lnTo>
                  <a:pt x="2511" y="5958"/>
                </a:lnTo>
                <a:lnTo>
                  <a:pt x="2649" y="6203"/>
                </a:lnTo>
                <a:lnTo>
                  <a:pt x="2737" y="6436"/>
                </a:lnTo>
                <a:lnTo>
                  <a:pt x="2837" y="6668"/>
                </a:lnTo>
                <a:lnTo>
                  <a:pt x="2925" y="6900"/>
                </a:lnTo>
                <a:lnTo>
                  <a:pt x="3013" y="7145"/>
                </a:lnTo>
                <a:lnTo>
                  <a:pt x="3151" y="7377"/>
                </a:lnTo>
                <a:lnTo>
                  <a:pt x="3239" y="7609"/>
                </a:lnTo>
                <a:lnTo>
                  <a:pt x="3340" y="7893"/>
                </a:lnTo>
                <a:lnTo>
                  <a:pt x="3428" y="8125"/>
                </a:lnTo>
                <a:lnTo>
                  <a:pt x="3516" y="8357"/>
                </a:lnTo>
                <a:lnTo>
                  <a:pt x="3654" y="8602"/>
                </a:lnTo>
                <a:lnTo>
                  <a:pt x="3742" y="8835"/>
                </a:lnTo>
                <a:lnTo>
                  <a:pt x="3842" y="9067"/>
                </a:lnTo>
                <a:lnTo>
                  <a:pt x="3930" y="9299"/>
                </a:lnTo>
                <a:lnTo>
                  <a:pt x="4018" y="9531"/>
                </a:lnTo>
                <a:lnTo>
                  <a:pt x="4156" y="9776"/>
                </a:lnTo>
                <a:lnTo>
                  <a:pt x="4244" y="10008"/>
                </a:lnTo>
                <a:lnTo>
                  <a:pt x="4344" y="10241"/>
                </a:lnTo>
                <a:lnTo>
                  <a:pt x="4432" y="10473"/>
                </a:lnTo>
                <a:lnTo>
                  <a:pt x="4520" y="10718"/>
                </a:lnTo>
                <a:lnTo>
                  <a:pt x="4658" y="10989"/>
                </a:lnTo>
                <a:lnTo>
                  <a:pt x="4746" y="11234"/>
                </a:lnTo>
                <a:lnTo>
                  <a:pt x="4847" y="11466"/>
                </a:lnTo>
                <a:lnTo>
                  <a:pt x="4935" y="11698"/>
                </a:lnTo>
                <a:lnTo>
                  <a:pt x="5022" y="11930"/>
                </a:lnTo>
                <a:lnTo>
                  <a:pt x="5161" y="12175"/>
                </a:lnTo>
                <a:lnTo>
                  <a:pt x="5249" y="12407"/>
                </a:lnTo>
                <a:lnTo>
                  <a:pt x="5349" y="12640"/>
                </a:lnTo>
                <a:lnTo>
                  <a:pt x="5437" y="12872"/>
                </a:lnTo>
                <a:lnTo>
                  <a:pt x="5525" y="13104"/>
                </a:lnTo>
                <a:lnTo>
                  <a:pt x="5663" y="13349"/>
                </a:lnTo>
                <a:lnTo>
                  <a:pt x="5751" y="13633"/>
                </a:lnTo>
                <a:lnTo>
                  <a:pt x="5851" y="13865"/>
                </a:lnTo>
                <a:lnTo>
                  <a:pt x="5939" y="14097"/>
                </a:lnTo>
                <a:lnTo>
                  <a:pt x="6027" y="14329"/>
                </a:lnTo>
                <a:lnTo>
                  <a:pt x="6165" y="14561"/>
                </a:lnTo>
                <a:lnTo>
                  <a:pt x="6253" y="14806"/>
                </a:lnTo>
                <a:lnTo>
                  <a:pt x="6354" y="15039"/>
                </a:lnTo>
                <a:lnTo>
                  <a:pt x="6441" y="15271"/>
                </a:lnTo>
                <a:lnTo>
                  <a:pt x="6529" y="15503"/>
                </a:lnTo>
                <a:lnTo>
                  <a:pt x="6667" y="15748"/>
                </a:lnTo>
                <a:lnTo>
                  <a:pt x="6768" y="16019"/>
                </a:lnTo>
                <a:lnTo>
                  <a:pt x="6856" y="16264"/>
                </a:lnTo>
                <a:lnTo>
                  <a:pt x="6944" y="16496"/>
                </a:lnTo>
                <a:lnTo>
                  <a:pt x="7032" y="16728"/>
                </a:lnTo>
                <a:lnTo>
                  <a:pt x="7170" y="16960"/>
                </a:lnTo>
                <a:lnTo>
                  <a:pt x="7270" y="17205"/>
                </a:lnTo>
                <a:lnTo>
                  <a:pt x="7358" y="17438"/>
                </a:lnTo>
                <a:lnTo>
                  <a:pt x="7446" y="17670"/>
                </a:lnTo>
                <a:lnTo>
                  <a:pt x="7534" y="17902"/>
                </a:lnTo>
                <a:lnTo>
                  <a:pt x="7672" y="18186"/>
                </a:lnTo>
                <a:lnTo>
                  <a:pt x="7773" y="18418"/>
                </a:lnTo>
                <a:lnTo>
                  <a:pt x="7860" y="18650"/>
                </a:lnTo>
                <a:lnTo>
                  <a:pt x="7948" y="18895"/>
                </a:lnTo>
                <a:lnTo>
                  <a:pt x="8036" y="19127"/>
                </a:lnTo>
                <a:lnTo>
                  <a:pt x="8174" y="19359"/>
                </a:lnTo>
                <a:lnTo>
                  <a:pt x="8275" y="19592"/>
                </a:lnTo>
                <a:lnTo>
                  <a:pt x="8363" y="19837"/>
                </a:lnTo>
                <a:lnTo>
                  <a:pt x="8451" y="20069"/>
                </a:lnTo>
                <a:lnTo>
                  <a:pt x="8539" y="20353"/>
                </a:lnTo>
                <a:lnTo>
                  <a:pt x="8677" y="20585"/>
                </a:lnTo>
                <a:lnTo>
                  <a:pt x="8777" y="20817"/>
                </a:lnTo>
                <a:lnTo>
                  <a:pt x="8865" y="21049"/>
                </a:lnTo>
                <a:lnTo>
                  <a:pt x="8953" y="21294"/>
                </a:lnTo>
                <a:lnTo>
                  <a:pt x="9053" y="21526"/>
                </a:lnTo>
                <a:lnTo>
                  <a:pt x="9179" y="21758"/>
                </a:lnTo>
                <a:lnTo>
                  <a:pt x="9279" y="21991"/>
                </a:lnTo>
                <a:lnTo>
                  <a:pt x="9367" y="22274"/>
                </a:lnTo>
                <a:lnTo>
                  <a:pt x="9455" y="22507"/>
                </a:lnTo>
                <a:lnTo>
                  <a:pt x="9556" y="22752"/>
                </a:lnTo>
                <a:lnTo>
                  <a:pt x="9681" y="22984"/>
                </a:lnTo>
                <a:lnTo>
                  <a:pt x="9782" y="23216"/>
                </a:lnTo>
                <a:lnTo>
                  <a:pt x="9870" y="23448"/>
                </a:lnTo>
                <a:lnTo>
                  <a:pt x="9958" y="23680"/>
                </a:lnTo>
                <a:lnTo>
                  <a:pt x="10058" y="23925"/>
                </a:lnTo>
                <a:lnTo>
                  <a:pt x="10196" y="24209"/>
                </a:lnTo>
                <a:lnTo>
                  <a:pt x="10284" y="24441"/>
                </a:lnTo>
                <a:lnTo>
                  <a:pt x="10372" y="24673"/>
                </a:lnTo>
                <a:lnTo>
                  <a:pt x="10460" y="24906"/>
                </a:lnTo>
                <a:lnTo>
                  <a:pt x="10560" y="25138"/>
                </a:lnTo>
                <a:lnTo>
                  <a:pt x="10698" y="25383"/>
                </a:lnTo>
                <a:lnTo>
                  <a:pt x="10786" y="25615"/>
                </a:lnTo>
                <a:lnTo>
                  <a:pt x="10874" y="25847"/>
                </a:lnTo>
                <a:lnTo>
                  <a:pt x="10962" y="26131"/>
                </a:lnTo>
                <a:lnTo>
                  <a:pt x="11063" y="26363"/>
                </a:lnTo>
                <a:lnTo>
                  <a:pt x="11201" y="26595"/>
                </a:lnTo>
                <a:lnTo>
                  <a:pt x="11289" y="26840"/>
                </a:lnTo>
                <a:lnTo>
                  <a:pt x="11377" y="27072"/>
                </a:lnTo>
                <a:lnTo>
                  <a:pt x="11464" y="27305"/>
                </a:lnTo>
                <a:lnTo>
                  <a:pt x="11565" y="27537"/>
                </a:lnTo>
                <a:lnTo>
                  <a:pt x="11703" y="27821"/>
                </a:lnTo>
                <a:lnTo>
                  <a:pt x="11791" y="28053"/>
                </a:lnTo>
                <a:lnTo>
                  <a:pt x="11879" y="28298"/>
                </a:lnTo>
                <a:lnTo>
                  <a:pt x="11967" y="28530"/>
                </a:lnTo>
                <a:lnTo>
                  <a:pt x="12067" y="28762"/>
                </a:lnTo>
                <a:lnTo>
                  <a:pt x="12205" y="28994"/>
                </a:lnTo>
                <a:lnTo>
                  <a:pt x="12293" y="29226"/>
                </a:lnTo>
                <a:lnTo>
                  <a:pt x="12381" y="29510"/>
                </a:lnTo>
                <a:lnTo>
                  <a:pt x="12469" y="29755"/>
                </a:lnTo>
                <a:lnTo>
                  <a:pt x="12569" y="29987"/>
                </a:lnTo>
                <a:lnTo>
                  <a:pt x="12708" y="30220"/>
                </a:lnTo>
                <a:lnTo>
                  <a:pt x="12796" y="30452"/>
                </a:lnTo>
                <a:lnTo>
                  <a:pt x="12883" y="30684"/>
                </a:lnTo>
                <a:lnTo>
                  <a:pt x="12984" y="30929"/>
                </a:lnTo>
                <a:lnTo>
                  <a:pt x="13072" y="31213"/>
                </a:lnTo>
                <a:lnTo>
                  <a:pt x="13210" y="31445"/>
                </a:lnTo>
                <a:lnTo>
                  <a:pt x="13298" y="31677"/>
                </a:lnTo>
                <a:lnTo>
                  <a:pt x="13386" y="31909"/>
                </a:lnTo>
                <a:lnTo>
                  <a:pt x="13486" y="32141"/>
                </a:lnTo>
                <a:lnTo>
                  <a:pt x="13574" y="32386"/>
                </a:lnTo>
                <a:lnTo>
                  <a:pt x="13712" y="32619"/>
                </a:lnTo>
                <a:lnTo>
                  <a:pt x="13800" y="32902"/>
                </a:lnTo>
                <a:lnTo>
                  <a:pt x="13888" y="33135"/>
                </a:lnTo>
                <a:lnTo>
                  <a:pt x="13988" y="33367"/>
                </a:lnTo>
                <a:lnTo>
                  <a:pt x="14076" y="33599"/>
                </a:lnTo>
                <a:lnTo>
                  <a:pt x="14215" y="33844"/>
                </a:lnTo>
                <a:lnTo>
                  <a:pt x="14302" y="34076"/>
                </a:lnTo>
                <a:lnTo>
                  <a:pt x="14390" y="34360"/>
                </a:lnTo>
                <a:lnTo>
                  <a:pt x="14491" y="34592"/>
                </a:lnTo>
                <a:lnTo>
                  <a:pt x="14579" y="34824"/>
                </a:lnTo>
                <a:lnTo>
                  <a:pt x="14717" y="35056"/>
                </a:lnTo>
                <a:lnTo>
                  <a:pt x="14805" y="35301"/>
                </a:lnTo>
                <a:lnTo>
                  <a:pt x="14893" y="35534"/>
                </a:lnTo>
                <a:lnTo>
                  <a:pt x="14993" y="35766"/>
                </a:lnTo>
                <a:lnTo>
                  <a:pt x="15081" y="36050"/>
                </a:lnTo>
                <a:lnTo>
                  <a:pt x="15219" y="36282"/>
                </a:lnTo>
                <a:lnTo>
                  <a:pt x="15307" y="36514"/>
                </a:lnTo>
                <a:lnTo>
                  <a:pt x="15395" y="36759"/>
                </a:lnTo>
                <a:lnTo>
                  <a:pt x="15495" y="36991"/>
                </a:lnTo>
                <a:lnTo>
                  <a:pt x="15583" y="37223"/>
                </a:lnTo>
                <a:lnTo>
                  <a:pt x="15721" y="37507"/>
                </a:lnTo>
                <a:lnTo>
                  <a:pt x="15809" y="37739"/>
                </a:lnTo>
                <a:lnTo>
                  <a:pt x="15897" y="37971"/>
                </a:lnTo>
                <a:lnTo>
                  <a:pt x="15998" y="38216"/>
                </a:lnTo>
                <a:lnTo>
                  <a:pt x="16086" y="38449"/>
                </a:lnTo>
                <a:lnTo>
                  <a:pt x="16224" y="38681"/>
                </a:lnTo>
                <a:lnTo>
                  <a:pt x="16312" y="38964"/>
                </a:lnTo>
                <a:lnTo>
                  <a:pt x="16412" y="39197"/>
                </a:lnTo>
                <a:lnTo>
                  <a:pt x="16500" y="39429"/>
                </a:lnTo>
                <a:lnTo>
                  <a:pt x="16588" y="39674"/>
                </a:lnTo>
                <a:lnTo>
                  <a:pt x="16726" y="39906"/>
                </a:lnTo>
                <a:lnTo>
                  <a:pt x="16814" y="40138"/>
                </a:lnTo>
                <a:lnTo>
                  <a:pt x="16914" y="40422"/>
                </a:lnTo>
                <a:lnTo>
                  <a:pt x="17002" y="40654"/>
                </a:lnTo>
                <a:lnTo>
                  <a:pt x="17090" y="40886"/>
                </a:lnTo>
                <a:lnTo>
                  <a:pt x="17228" y="41131"/>
                </a:lnTo>
                <a:lnTo>
                  <a:pt x="17316" y="41363"/>
                </a:lnTo>
                <a:lnTo>
                  <a:pt x="17417" y="41647"/>
                </a:lnTo>
                <a:lnTo>
                  <a:pt x="17505" y="41879"/>
                </a:lnTo>
                <a:lnTo>
                  <a:pt x="17592" y="42112"/>
                </a:lnTo>
                <a:lnTo>
                  <a:pt x="17731" y="42344"/>
                </a:lnTo>
                <a:lnTo>
                  <a:pt x="17818" y="42589"/>
                </a:lnTo>
                <a:lnTo>
                  <a:pt x="17919" y="42821"/>
                </a:lnTo>
                <a:lnTo>
                  <a:pt x="18007" y="43105"/>
                </a:lnTo>
                <a:lnTo>
                  <a:pt x="18095" y="43337"/>
                </a:lnTo>
                <a:lnTo>
                  <a:pt x="18233" y="43569"/>
                </a:lnTo>
                <a:lnTo>
                  <a:pt x="18321" y="43801"/>
                </a:lnTo>
                <a:lnTo>
                  <a:pt x="18421" y="44033"/>
                </a:lnTo>
                <a:lnTo>
                  <a:pt x="18509" y="44278"/>
                </a:lnTo>
                <a:lnTo>
                  <a:pt x="18597" y="44562"/>
                </a:lnTo>
                <a:lnTo>
                  <a:pt x="18735" y="44794"/>
                </a:lnTo>
                <a:lnTo>
                  <a:pt x="18823" y="45027"/>
                </a:lnTo>
                <a:lnTo>
                  <a:pt x="18924" y="45259"/>
                </a:lnTo>
                <a:lnTo>
                  <a:pt x="19011" y="45491"/>
                </a:lnTo>
                <a:lnTo>
                  <a:pt x="19099" y="45775"/>
                </a:lnTo>
                <a:lnTo>
                  <a:pt x="19237" y="46020"/>
                </a:lnTo>
                <a:lnTo>
                  <a:pt x="19325" y="46252"/>
                </a:lnTo>
                <a:lnTo>
                  <a:pt x="19426" y="46484"/>
                </a:lnTo>
                <a:lnTo>
                  <a:pt x="19514" y="46716"/>
                </a:lnTo>
                <a:lnTo>
                  <a:pt x="19602" y="47000"/>
                </a:lnTo>
                <a:lnTo>
                  <a:pt x="19740" y="47232"/>
                </a:lnTo>
                <a:lnTo>
                  <a:pt x="19828" y="47477"/>
                </a:lnTo>
                <a:lnTo>
                  <a:pt x="19928" y="47709"/>
                </a:lnTo>
                <a:lnTo>
                  <a:pt x="20016" y="47941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293841" y="4107804"/>
            <a:ext cx="20016" cy="48883"/>
          </a:xfrm>
          <a:custGeom>
            <a:avLst/>
            <a:gdLst/>
            <a:ahLst/>
            <a:cxnLst/>
            <a:rect l="l" t="t" r="r" b="b"/>
            <a:pathLst>
              <a:path w="20016" h="48883">
                <a:moveTo>
                  <a:pt x="0" y="0"/>
                </a:moveTo>
                <a:lnTo>
                  <a:pt x="87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93"/>
                </a:lnTo>
                <a:lnTo>
                  <a:pt x="502" y="1225"/>
                </a:lnTo>
                <a:lnTo>
                  <a:pt x="590" y="1457"/>
                </a:lnTo>
                <a:lnTo>
                  <a:pt x="728" y="1741"/>
                </a:lnTo>
                <a:lnTo>
                  <a:pt x="828" y="1973"/>
                </a:lnTo>
                <a:lnTo>
                  <a:pt x="916" y="2205"/>
                </a:lnTo>
                <a:lnTo>
                  <a:pt x="1004" y="2437"/>
                </a:lnTo>
                <a:lnTo>
                  <a:pt x="1092" y="2682"/>
                </a:lnTo>
                <a:lnTo>
                  <a:pt x="1230" y="2966"/>
                </a:lnTo>
                <a:lnTo>
                  <a:pt x="1331" y="3198"/>
                </a:lnTo>
                <a:lnTo>
                  <a:pt x="1418" y="3430"/>
                </a:lnTo>
                <a:lnTo>
                  <a:pt x="1506" y="3663"/>
                </a:lnTo>
                <a:lnTo>
                  <a:pt x="1594" y="3895"/>
                </a:lnTo>
                <a:lnTo>
                  <a:pt x="1732" y="4178"/>
                </a:lnTo>
                <a:lnTo>
                  <a:pt x="1833" y="4424"/>
                </a:lnTo>
                <a:lnTo>
                  <a:pt x="1921" y="4656"/>
                </a:lnTo>
                <a:lnTo>
                  <a:pt x="2009" y="4888"/>
                </a:lnTo>
                <a:lnTo>
                  <a:pt x="2097" y="5120"/>
                </a:lnTo>
                <a:lnTo>
                  <a:pt x="2235" y="5404"/>
                </a:lnTo>
                <a:lnTo>
                  <a:pt x="2335" y="5636"/>
                </a:lnTo>
                <a:lnTo>
                  <a:pt x="2423" y="5881"/>
                </a:lnTo>
                <a:lnTo>
                  <a:pt x="2511" y="6113"/>
                </a:lnTo>
                <a:lnTo>
                  <a:pt x="2611" y="6345"/>
                </a:lnTo>
                <a:lnTo>
                  <a:pt x="2737" y="6629"/>
                </a:lnTo>
                <a:lnTo>
                  <a:pt x="2837" y="6861"/>
                </a:lnTo>
                <a:lnTo>
                  <a:pt x="2925" y="7093"/>
                </a:lnTo>
                <a:lnTo>
                  <a:pt x="3013" y="7338"/>
                </a:lnTo>
                <a:lnTo>
                  <a:pt x="3114" y="7571"/>
                </a:lnTo>
                <a:lnTo>
                  <a:pt x="3239" y="7854"/>
                </a:lnTo>
                <a:lnTo>
                  <a:pt x="3340" y="8087"/>
                </a:lnTo>
                <a:lnTo>
                  <a:pt x="3428" y="8319"/>
                </a:lnTo>
                <a:lnTo>
                  <a:pt x="3516" y="8551"/>
                </a:lnTo>
                <a:lnTo>
                  <a:pt x="3616" y="8783"/>
                </a:lnTo>
                <a:lnTo>
                  <a:pt x="3742" y="9067"/>
                </a:lnTo>
                <a:lnTo>
                  <a:pt x="3842" y="9312"/>
                </a:lnTo>
                <a:lnTo>
                  <a:pt x="3930" y="9544"/>
                </a:lnTo>
                <a:lnTo>
                  <a:pt x="4018" y="9776"/>
                </a:lnTo>
                <a:lnTo>
                  <a:pt x="4118" y="10008"/>
                </a:lnTo>
                <a:lnTo>
                  <a:pt x="4256" y="10292"/>
                </a:lnTo>
                <a:lnTo>
                  <a:pt x="4344" y="10524"/>
                </a:lnTo>
                <a:lnTo>
                  <a:pt x="4432" y="10769"/>
                </a:lnTo>
                <a:lnTo>
                  <a:pt x="4520" y="11002"/>
                </a:lnTo>
                <a:lnTo>
                  <a:pt x="4621" y="11234"/>
                </a:lnTo>
                <a:lnTo>
                  <a:pt x="4759" y="11517"/>
                </a:lnTo>
                <a:lnTo>
                  <a:pt x="4847" y="11750"/>
                </a:lnTo>
                <a:lnTo>
                  <a:pt x="4935" y="11982"/>
                </a:lnTo>
                <a:lnTo>
                  <a:pt x="5022" y="12227"/>
                </a:lnTo>
                <a:lnTo>
                  <a:pt x="5123" y="12498"/>
                </a:lnTo>
                <a:lnTo>
                  <a:pt x="5261" y="12743"/>
                </a:lnTo>
                <a:lnTo>
                  <a:pt x="5349" y="12975"/>
                </a:lnTo>
                <a:lnTo>
                  <a:pt x="5437" y="13207"/>
                </a:lnTo>
                <a:lnTo>
                  <a:pt x="5525" y="13439"/>
                </a:lnTo>
                <a:lnTo>
                  <a:pt x="5625" y="13723"/>
                </a:lnTo>
                <a:lnTo>
                  <a:pt x="5763" y="13955"/>
                </a:lnTo>
                <a:lnTo>
                  <a:pt x="5851" y="14200"/>
                </a:lnTo>
                <a:lnTo>
                  <a:pt x="5939" y="14432"/>
                </a:lnTo>
                <a:lnTo>
                  <a:pt x="6027" y="14665"/>
                </a:lnTo>
                <a:lnTo>
                  <a:pt x="6128" y="14948"/>
                </a:lnTo>
                <a:lnTo>
                  <a:pt x="6266" y="15180"/>
                </a:lnTo>
                <a:lnTo>
                  <a:pt x="6354" y="15413"/>
                </a:lnTo>
                <a:lnTo>
                  <a:pt x="6441" y="15658"/>
                </a:lnTo>
                <a:lnTo>
                  <a:pt x="6542" y="15929"/>
                </a:lnTo>
                <a:lnTo>
                  <a:pt x="6630" y="16174"/>
                </a:lnTo>
                <a:lnTo>
                  <a:pt x="6768" y="16406"/>
                </a:lnTo>
                <a:lnTo>
                  <a:pt x="6856" y="16638"/>
                </a:lnTo>
                <a:lnTo>
                  <a:pt x="6944" y="16870"/>
                </a:lnTo>
                <a:lnTo>
                  <a:pt x="7044" y="17154"/>
                </a:lnTo>
                <a:lnTo>
                  <a:pt x="7132" y="17386"/>
                </a:lnTo>
                <a:lnTo>
                  <a:pt x="7270" y="17631"/>
                </a:lnTo>
                <a:lnTo>
                  <a:pt x="7358" y="17863"/>
                </a:lnTo>
                <a:lnTo>
                  <a:pt x="7446" y="18147"/>
                </a:lnTo>
                <a:lnTo>
                  <a:pt x="7547" y="18379"/>
                </a:lnTo>
                <a:lnTo>
                  <a:pt x="7634" y="18611"/>
                </a:lnTo>
                <a:lnTo>
                  <a:pt x="7773" y="18844"/>
                </a:lnTo>
                <a:lnTo>
                  <a:pt x="7860" y="19089"/>
                </a:lnTo>
                <a:lnTo>
                  <a:pt x="7948" y="19359"/>
                </a:lnTo>
                <a:lnTo>
                  <a:pt x="8049" y="19605"/>
                </a:lnTo>
                <a:lnTo>
                  <a:pt x="8137" y="19837"/>
                </a:lnTo>
                <a:lnTo>
                  <a:pt x="8275" y="20069"/>
                </a:lnTo>
                <a:lnTo>
                  <a:pt x="8363" y="20353"/>
                </a:lnTo>
                <a:lnTo>
                  <a:pt x="8451" y="20585"/>
                </a:lnTo>
                <a:lnTo>
                  <a:pt x="8551" y="20817"/>
                </a:lnTo>
                <a:lnTo>
                  <a:pt x="8639" y="21062"/>
                </a:lnTo>
                <a:lnTo>
                  <a:pt x="8777" y="21294"/>
                </a:lnTo>
                <a:lnTo>
                  <a:pt x="8865" y="21578"/>
                </a:lnTo>
                <a:lnTo>
                  <a:pt x="8953" y="21810"/>
                </a:lnTo>
                <a:lnTo>
                  <a:pt x="9053" y="22042"/>
                </a:lnTo>
                <a:lnTo>
                  <a:pt x="9141" y="22274"/>
                </a:lnTo>
                <a:lnTo>
                  <a:pt x="9279" y="22558"/>
                </a:lnTo>
                <a:lnTo>
                  <a:pt x="9367" y="22803"/>
                </a:lnTo>
                <a:lnTo>
                  <a:pt x="9455" y="23035"/>
                </a:lnTo>
                <a:lnTo>
                  <a:pt x="9556" y="23268"/>
                </a:lnTo>
                <a:lnTo>
                  <a:pt x="9644" y="23500"/>
                </a:lnTo>
                <a:lnTo>
                  <a:pt x="9782" y="23783"/>
                </a:lnTo>
                <a:lnTo>
                  <a:pt x="9870" y="24016"/>
                </a:lnTo>
                <a:lnTo>
                  <a:pt x="9958" y="24261"/>
                </a:lnTo>
                <a:lnTo>
                  <a:pt x="10058" y="24493"/>
                </a:lnTo>
                <a:lnTo>
                  <a:pt x="10146" y="24777"/>
                </a:lnTo>
                <a:lnTo>
                  <a:pt x="10284" y="25009"/>
                </a:lnTo>
                <a:lnTo>
                  <a:pt x="10372" y="25241"/>
                </a:lnTo>
                <a:lnTo>
                  <a:pt x="10472" y="25473"/>
                </a:lnTo>
                <a:lnTo>
                  <a:pt x="10560" y="25757"/>
                </a:lnTo>
                <a:lnTo>
                  <a:pt x="10648" y="25989"/>
                </a:lnTo>
                <a:lnTo>
                  <a:pt x="10786" y="26234"/>
                </a:lnTo>
                <a:lnTo>
                  <a:pt x="10874" y="26466"/>
                </a:lnTo>
                <a:lnTo>
                  <a:pt x="10975" y="26698"/>
                </a:lnTo>
                <a:lnTo>
                  <a:pt x="11063" y="26982"/>
                </a:lnTo>
                <a:lnTo>
                  <a:pt x="11150" y="27214"/>
                </a:lnTo>
                <a:lnTo>
                  <a:pt x="11289" y="27447"/>
                </a:lnTo>
                <a:lnTo>
                  <a:pt x="11377" y="27692"/>
                </a:lnTo>
                <a:lnTo>
                  <a:pt x="11477" y="27962"/>
                </a:lnTo>
                <a:lnTo>
                  <a:pt x="11565" y="28207"/>
                </a:lnTo>
                <a:lnTo>
                  <a:pt x="11653" y="28440"/>
                </a:lnTo>
                <a:lnTo>
                  <a:pt x="11791" y="28672"/>
                </a:lnTo>
                <a:lnTo>
                  <a:pt x="11879" y="28956"/>
                </a:lnTo>
                <a:lnTo>
                  <a:pt x="11979" y="29188"/>
                </a:lnTo>
                <a:lnTo>
                  <a:pt x="12067" y="29420"/>
                </a:lnTo>
                <a:lnTo>
                  <a:pt x="12155" y="29665"/>
                </a:lnTo>
                <a:lnTo>
                  <a:pt x="12293" y="29936"/>
                </a:lnTo>
                <a:lnTo>
                  <a:pt x="12381" y="30181"/>
                </a:lnTo>
                <a:lnTo>
                  <a:pt x="12482" y="30413"/>
                </a:lnTo>
                <a:lnTo>
                  <a:pt x="12569" y="30645"/>
                </a:lnTo>
                <a:lnTo>
                  <a:pt x="12657" y="30877"/>
                </a:lnTo>
                <a:lnTo>
                  <a:pt x="12796" y="31161"/>
                </a:lnTo>
                <a:lnTo>
                  <a:pt x="12883" y="31393"/>
                </a:lnTo>
                <a:lnTo>
                  <a:pt x="12984" y="31638"/>
                </a:lnTo>
                <a:lnTo>
                  <a:pt x="13072" y="31871"/>
                </a:lnTo>
                <a:lnTo>
                  <a:pt x="13160" y="32154"/>
                </a:lnTo>
                <a:lnTo>
                  <a:pt x="13298" y="32386"/>
                </a:lnTo>
                <a:lnTo>
                  <a:pt x="13386" y="32619"/>
                </a:lnTo>
                <a:lnTo>
                  <a:pt x="13486" y="32851"/>
                </a:lnTo>
                <a:lnTo>
                  <a:pt x="13574" y="33135"/>
                </a:lnTo>
                <a:lnTo>
                  <a:pt x="13662" y="33380"/>
                </a:lnTo>
                <a:lnTo>
                  <a:pt x="13800" y="33612"/>
                </a:lnTo>
                <a:lnTo>
                  <a:pt x="13901" y="33844"/>
                </a:lnTo>
                <a:lnTo>
                  <a:pt x="13988" y="34128"/>
                </a:lnTo>
                <a:lnTo>
                  <a:pt x="14076" y="34360"/>
                </a:lnTo>
                <a:lnTo>
                  <a:pt x="14164" y="34592"/>
                </a:lnTo>
                <a:lnTo>
                  <a:pt x="14302" y="34837"/>
                </a:lnTo>
                <a:lnTo>
                  <a:pt x="14403" y="35108"/>
                </a:lnTo>
                <a:lnTo>
                  <a:pt x="14491" y="35353"/>
                </a:lnTo>
                <a:lnTo>
                  <a:pt x="14579" y="35585"/>
                </a:lnTo>
                <a:lnTo>
                  <a:pt x="14667" y="35817"/>
                </a:lnTo>
                <a:lnTo>
                  <a:pt x="14805" y="36101"/>
                </a:lnTo>
                <a:lnTo>
                  <a:pt x="14905" y="36333"/>
                </a:lnTo>
                <a:lnTo>
                  <a:pt x="14993" y="36565"/>
                </a:lnTo>
                <a:lnTo>
                  <a:pt x="15081" y="36810"/>
                </a:lnTo>
                <a:lnTo>
                  <a:pt x="15169" y="37081"/>
                </a:lnTo>
                <a:lnTo>
                  <a:pt x="15307" y="37326"/>
                </a:lnTo>
                <a:lnTo>
                  <a:pt x="15407" y="37559"/>
                </a:lnTo>
                <a:lnTo>
                  <a:pt x="15495" y="37791"/>
                </a:lnTo>
                <a:lnTo>
                  <a:pt x="15583" y="38023"/>
                </a:lnTo>
                <a:lnTo>
                  <a:pt x="15671" y="38307"/>
                </a:lnTo>
                <a:lnTo>
                  <a:pt x="15809" y="38539"/>
                </a:lnTo>
                <a:lnTo>
                  <a:pt x="15910" y="38784"/>
                </a:lnTo>
                <a:lnTo>
                  <a:pt x="15998" y="39016"/>
                </a:lnTo>
                <a:lnTo>
                  <a:pt x="16086" y="39300"/>
                </a:lnTo>
                <a:lnTo>
                  <a:pt x="16173" y="39532"/>
                </a:lnTo>
                <a:lnTo>
                  <a:pt x="16312" y="39764"/>
                </a:lnTo>
                <a:lnTo>
                  <a:pt x="16412" y="39996"/>
                </a:lnTo>
                <a:lnTo>
                  <a:pt x="16500" y="40280"/>
                </a:lnTo>
                <a:lnTo>
                  <a:pt x="16588" y="40512"/>
                </a:lnTo>
                <a:lnTo>
                  <a:pt x="16688" y="40757"/>
                </a:lnTo>
                <a:lnTo>
                  <a:pt x="16814" y="40989"/>
                </a:lnTo>
                <a:lnTo>
                  <a:pt x="16914" y="41273"/>
                </a:lnTo>
                <a:lnTo>
                  <a:pt x="17002" y="41505"/>
                </a:lnTo>
                <a:lnTo>
                  <a:pt x="17090" y="41738"/>
                </a:lnTo>
                <a:lnTo>
                  <a:pt x="17191" y="41970"/>
                </a:lnTo>
                <a:lnTo>
                  <a:pt x="17316" y="42253"/>
                </a:lnTo>
                <a:lnTo>
                  <a:pt x="17417" y="42499"/>
                </a:lnTo>
                <a:lnTo>
                  <a:pt x="17505" y="42731"/>
                </a:lnTo>
                <a:lnTo>
                  <a:pt x="17592" y="42963"/>
                </a:lnTo>
                <a:lnTo>
                  <a:pt x="17693" y="43247"/>
                </a:lnTo>
                <a:lnTo>
                  <a:pt x="17831" y="43479"/>
                </a:lnTo>
                <a:lnTo>
                  <a:pt x="17919" y="43711"/>
                </a:lnTo>
                <a:lnTo>
                  <a:pt x="18007" y="43956"/>
                </a:lnTo>
                <a:lnTo>
                  <a:pt x="18095" y="44227"/>
                </a:lnTo>
                <a:lnTo>
                  <a:pt x="18195" y="44472"/>
                </a:lnTo>
                <a:lnTo>
                  <a:pt x="18333" y="44704"/>
                </a:lnTo>
                <a:lnTo>
                  <a:pt x="18421" y="44936"/>
                </a:lnTo>
                <a:lnTo>
                  <a:pt x="18509" y="45220"/>
                </a:lnTo>
                <a:lnTo>
                  <a:pt x="18597" y="45452"/>
                </a:lnTo>
                <a:lnTo>
                  <a:pt x="18698" y="45684"/>
                </a:lnTo>
                <a:lnTo>
                  <a:pt x="18836" y="45929"/>
                </a:lnTo>
                <a:lnTo>
                  <a:pt x="18924" y="46200"/>
                </a:lnTo>
                <a:lnTo>
                  <a:pt x="19011" y="46445"/>
                </a:lnTo>
                <a:lnTo>
                  <a:pt x="19099" y="46677"/>
                </a:lnTo>
                <a:lnTo>
                  <a:pt x="19200" y="46910"/>
                </a:lnTo>
                <a:lnTo>
                  <a:pt x="19338" y="47193"/>
                </a:lnTo>
                <a:lnTo>
                  <a:pt x="19426" y="47426"/>
                </a:lnTo>
                <a:lnTo>
                  <a:pt x="19514" y="47658"/>
                </a:lnTo>
                <a:lnTo>
                  <a:pt x="19602" y="47903"/>
                </a:lnTo>
                <a:lnTo>
                  <a:pt x="19702" y="48187"/>
                </a:lnTo>
                <a:lnTo>
                  <a:pt x="19840" y="48419"/>
                </a:lnTo>
                <a:lnTo>
                  <a:pt x="19928" y="48651"/>
                </a:lnTo>
                <a:lnTo>
                  <a:pt x="20016" y="48883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313858" y="4156688"/>
            <a:ext cx="5035" cy="12317"/>
          </a:xfrm>
          <a:custGeom>
            <a:avLst/>
            <a:gdLst/>
            <a:ahLst/>
            <a:cxnLst/>
            <a:rect l="l" t="t" r="r" b="b"/>
            <a:pathLst>
              <a:path w="5035" h="12317">
                <a:moveTo>
                  <a:pt x="0" y="0"/>
                </a:moveTo>
                <a:lnTo>
                  <a:pt x="100" y="283"/>
                </a:lnTo>
                <a:lnTo>
                  <a:pt x="188" y="515"/>
                </a:lnTo>
                <a:lnTo>
                  <a:pt x="326" y="760"/>
                </a:lnTo>
                <a:lnTo>
                  <a:pt x="414" y="993"/>
                </a:lnTo>
                <a:lnTo>
                  <a:pt x="502" y="1276"/>
                </a:lnTo>
                <a:lnTo>
                  <a:pt x="602" y="1509"/>
                </a:lnTo>
                <a:lnTo>
                  <a:pt x="690" y="1741"/>
                </a:lnTo>
                <a:lnTo>
                  <a:pt x="828" y="1973"/>
                </a:lnTo>
                <a:lnTo>
                  <a:pt x="916" y="2257"/>
                </a:lnTo>
                <a:lnTo>
                  <a:pt x="1004" y="2489"/>
                </a:lnTo>
                <a:lnTo>
                  <a:pt x="1105" y="2734"/>
                </a:lnTo>
                <a:lnTo>
                  <a:pt x="1192" y="2966"/>
                </a:lnTo>
                <a:lnTo>
                  <a:pt x="1331" y="3250"/>
                </a:lnTo>
                <a:lnTo>
                  <a:pt x="1418" y="3482"/>
                </a:lnTo>
                <a:lnTo>
                  <a:pt x="1506" y="3714"/>
                </a:lnTo>
                <a:lnTo>
                  <a:pt x="1607" y="3946"/>
                </a:lnTo>
                <a:lnTo>
                  <a:pt x="1695" y="4230"/>
                </a:lnTo>
                <a:lnTo>
                  <a:pt x="1833" y="4462"/>
                </a:lnTo>
                <a:lnTo>
                  <a:pt x="1921" y="4707"/>
                </a:lnTo>
                <a:lnTo>
                  <a:pt x="2009" y="4939"/>
                </a:lnTo>
                <a:lnTo>
                  <a:pt x="2109" y="5223"/>
                </a:lnTo>
                <a:lnTo>
                  <a:pt x="2197" y="5455"/>
                </a:lnTo>
                <a:lnTo>
                  <a:pt x="2335" y="5688"/>
                </a:lnTo>
                <a:lnTo>
                  <a:pt x="2423" y="5920"/>
                </a:lnTo>
                <a:lnTo>
                  <a:pt x="2511" y="6203"/>
                </a:lnTo>
                <a:lnTo>
                  <a:pt x="2611" y="6436"/>
                </a:lnTo>
                <a:lnTo>
                  <a:pt x="2699" y="6681"/>
                </a:lnTo>
                <a:lnTo>
                  <a:pt x="2837" y="6913"/>
                </a:lnTo>
                <a:lnTo>
                  <a:pt x="2925" y="7197"/>
                </a:lnTo>
                <a:lnTo>
                  <a:pt x="3013" y="7429"/>
                </a:lnTo>
                <a:lnTo>
                  <a:pt x="3114" y="7661"/>
                </a:lnTo>
                <a:lnTo>
                  <a:pt x="3202" y="7893"/>
                </a:lnTo>
                <a:lnTo>
                  <a:pt x="3340" y="8177"/>
                </a:lnTo>
                <a:lnTo>
                  <a:pt x="3428" y="8422"/>
                </a:lnTo>
                <a:lnTo>
                  <a:pt x="3516" y="8654"/>
                </a:lnTo>
                <a:lnTo>
                  <a:pt x="3616" y="8886"/>
                </a:lnTo>
                <a:lnTo>
                  <a:pt x="3704" y="9170"/>
                </a:lnTo>
                <a:lnTo>
                  <a:pt x="3842" y="9402"/>
                </a:lnTo>
                <a:lnTo>
                  <a:pt x="3930" y="9634"/>
                </a:lnTo>
                <a:lnTo>
                  <a:pt x="4030" y="9879"/>
                </a:lnTo>
                <a:lnTo>
                  <a:pt x="4118" y="10150"/>
                </a:lnTo>
                <a:lnTo>
                  <a:pt x="4206" y="10395"/>
                </a:lnTo>
                <a:lnTo>
                  <a:pt x="4344" y="10627"/>
                </a:lnTo>
                <a:lnTo>
                  <a:pt x="4432" y="10860"/>
                </a:lnTo>
                <a:lnTo>
                  <a:pt x="4533" y="11143"/>
                </a:lnTo>
                <a:lnTo>
                  <a:pt x="4621" y="11376"/>
                </a:lnTo>
                <a:lnTo>
                  <a:pt x="4709" y="11608"/>
                </a:lnTo>
                <a:lnTo>
                  <a:pt x="4847" y="11853"/>
                </a:lnTo>
                <a:lnTo>
                  <a:pt x="4935" y="12124"/>
                </a:lnTo>
                <a:lnTo>
                  <a:pt x="5035" y="1231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2340910" y="536305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2340910" y="5314443"/>
            <a:ext cx="19954" cy="48615"/>
          </a:xfrm>
          <a:custGeom>
            <a:avLst/>
            <a:gdLst/>
            <a:ahLst/>
            <a:cxnLst/>
            <a:rect l="l" t="t" r="r" b="b"/>
            <a:pathLst>
              <a:path w="19954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8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6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2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4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4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2360864" y="5266265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5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8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3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2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4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2380864" y="5219619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6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5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5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4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2400910" y="5175187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8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6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5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4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2420961" y="513370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7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3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3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2441004" y="5095839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5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3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1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461048" y="5062106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6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5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2" y="2059"/>
                </a:lnTo>
                <a:lnTo>
                  <a:pt x="18811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2481091" y="5033060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6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1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2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2501134" y="5009216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6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2" y="2021"/>
                </a:lnTo>
                <a:lnTo>
                  <a:pt x="18220" y="193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2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2521140" y="4990869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7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6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4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2541183" y="4978342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2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561226" y="4971827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2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581270" y="4970836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601325" y="4971402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2621369" y="4977119"/>
            <a:ext cx="19992" cy="11741"/>
          </a:xfrm>
          <a:custGeom>
            <a:avLst/>
            <a:gdLst/>
            <a:ahLst/>
            <a:cxnLst/>
            <a:rect l="l" t="t" r="r" b="b"/>
            <a:pathLst>
              <a:path w="19992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2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2641362" y="4988861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2661418" y="5006448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2681461" y="5029584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6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4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5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2701504" y="5057973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6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3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2721547" y="5091049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7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6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4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3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4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2741591" y="5128451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6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4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5" y="39320"/>
                </a:lnTo>
                <a:lnTo>
                  <a:pt x="19313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2761647" y="5169509"/>
            <a:ext cx="19993" cy="44058"/>
          </a:xfrm>
          <a:custGeom>
            <a:avLst/>
            <a:gdLst/>
            <a:ahLst/>
            <a:cxnLst/>
            <a:rect l="l" t="t" r="r" b="b"/>
            <a:pathLst>
              <a:path w="19993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6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7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6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4" y="43826"/>
                </a:lnTo>
                <a:lnTo>
                  <a:pt x="19993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2781640" y="5213567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6" y="33822"/>
                </a:lnTo>
                <a:lnTo>
                  <a:pt x="14825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2801683" y="5259930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7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6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4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5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821726" y="5307967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7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7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6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4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5" y="46877"/>
                </a:lnTo>
                <a:lnTo>
                  <a:pt x="19313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841782" y="5356814"/>
            <a:ext cx="19993" cy="48937"/>
          </a:xfrm>
          <a:custGeom>
            <a:avLst/>
            <a:gdLst/>
            <a:ahLst/>
            <a:cxnLst/>
            <a:rect l="l" t="t" r="r" b="b"/>
            <a:pathLst>
              <a:path w="19993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6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4" y="48667"/>
                </a:lnTo>
                <a:lnTo>
                  <a:pt x="19993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861775" y="5405752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7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6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7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4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5" y="46362"/>
                </a:lnTo>
                <a:lnTo>
                  <a:pt x="19313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4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881818" y="5454046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6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4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5" y="45036"/>
                </a:lnTo>
                <a:lnTo>
                  <a:pt x="19313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901824" y="5500911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6" y="33088"/>
                </a:lnTo>
                <a:lnTo>
                  <a:pt x="14825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921867" y="5545639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7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6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6" y="31054"/>
                </a:lnTo>
                <a:lnTo>
                  <a:pt x="14825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941911" y="5587534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7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6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4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961966" y="5625914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5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982010" y="5660170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6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3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4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002053" y="5689778"/>
            <a:ext cx="19993" cy="24539"/>
          </a:xfrm>
          <a:custGeom>
            <a:avLst/>
            <a:gdLst/>
            <a:ahLst/>
            <a:cxnLst/>
            <a:rect l="l" t="t" r="r" b="b"/>
            <a:pathLst>
              <a:path w="19993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3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3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022046" y="5714317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042102" y="5733369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062145" y="5746600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082189" y="5753873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102232" y="5750072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122275" y="5739093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2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142331" y="5722201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162324" y="5699725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7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6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4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182367" y="5671995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6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2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2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202423" y="5639433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3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3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222466" y="5602546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5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3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1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242510" y="5561913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6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5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5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2" y="2768"/>
                </a:lnTo>
                <a:lnTo>
                  <a:pt x="18811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1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262553" y="5518189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6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5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20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2" y="2948"/>
                </a:lnTo>
                <a:lnTo>
                  <a:pt x="18811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1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282559" y="5472058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7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4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3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302602" y="5424202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7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6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4" y="14072"/>
                </a:lnTo>
                <a:lnTo>
                  <a:pt x="14322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3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322645" y="5375406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6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2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20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2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342688" y="5363059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354370" y="5388205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354370" y="5339502"/>
            <a:ext cx="19953" cy="48702"/>
          </a:xfrm>
          <a:custGeom>
            <a:avLst/>
            <a:gdLst/>
            <a:ahLst/>
            <a:cxnLst/>
            <a:rect l="l" t="t" r="r" b="b"/>
            <a:pathLst>
              <a:path w="19953" h="48702">
                <a:moveTo>
                  <a:pt x="0" y="48702"/>
                </a:moveTo>
                <a:lnTo>
                  <a:pt x="91" y="48509"/>
                </a:lnTo>
                <a:lnTo>
                  <a:pt x="183" y="48238"/>
                </a:lnTo>
                <a:lnTo>
                  <a:pt x="320" y="47993"/>
                </a:lnTo>
                <a:lnTo>
                  <a:pt x="412" y="47761"/>
                </a:lnTo>
                <a:lnTo>
                  <a:pt x="502" y="47529"/>
                </a:lnTo>
                <a:lnTo>
                  <a:pt x="594" y="47245"/>
                </a:lnTo>
                <a:lnTo>
                  <a:pt x="686" y="47013"/>
                </a:lnTo>
                <a:lnTo>
                  <a:pt x="823" y="46781"/>
                </a:lnTo>
                <a:lnTo>
                  <a:pt x="915" y="46536"/>
                </a:lnTo>
                <a:lnTo>
                  <a:pt x="1007" y="46265"/>
                </a:lnTo>
                <a:lnTo>
                  <a:pt x="1098" y="46020"/>
                </a:lnTo>
                <a:lnTo>
                  <a:pt x="1189" y="45788"/>
                </a:lnTo>
                <a:lnTo>
                  <a:pt x="1327" y="45555"/>
                </a:lnTo>
                <a:lnTo>
                  <a:pt x="1418" y="45272"/>
                </a:lnTo>
                <a:lnTo>
                  <a:pt x="1510" y="45039"/>
                </a:lnTo>
                <a:lnTo>
                  <a:pt x="1601" y="44807"/>
                </a:lnTo>
                <a:lnTo>
                  <a:pt x="1693" y="44562"/>
                </a:lnTo>
                <a:lnTo>
                  <a:pt x="1830" y="44278"/>
                </a:lnTo>
                <a:lnTo>
                  <a:pt x="1922" y="44046"/>
                </a:lnTo>
                <a:lnTo>
                  <a:pt x="2014" y="43814"/>
                </a:lnTo>
                <a:lnTo>
                  <a:pt x="2104" y="43582"/>
                </a:lnTo>
                <a:lnTo>
                  <a:pt x="2196" y="43298"/>
                </a:lnTo>
                <a:lnTo>
                  <a:pt x="2333" y="43066"/>
                </a:lnTo>
                <a:lnTo>
                  <a:pt x="2425" y="42821"/>
                </a:lnTo>
                <a:lnTo>
                  <a:pt x="2517" y="42589"/>
                </a:lnTo>
                <a:lnTo>
                  <a:pt x="2609" y="42305"/>
                </a:lnTo>
                <a:lnTo>
                  <a:pt x="2699" y="42073"/>
                </a:lnTo>
                <a:lnTo>
                  <a:pt x="2837" y="41841"/>
                </a:lnTo>
                <a:lnTo>
                  <a:pt x="2928" y="41609"/>
                </a:lnTo>
                <a:lnTo>
                  <a:pt x="3020" y="41325"/>
                </a:lnTo>
                <a:lnTo>
                  <a:pt x="3112" y="41093"/>
                </a:lnTo>
                <a:lnTo>
                  <a:pt x="3203" y="40848"/>
                </a:lnTo>
                <a:lnTo>
                  <a:pt x="3340" y="40615"/>
                </a:lnTo>
                <a:lnTo>
                  <a:pt x="3432" y="40332"/>
                </a:lnTo>
                <a:lnTo>
                  <a:pt x="3524" y="40099"/>
                </a:lnTo>
                <a:lnTo>
                  <a:pt x="3615" y="39867"/>
                </a:lnTo>
                <a:lnTo>
                  <a:pt x="3706" y="39635"/>
                </a:lnTo>
                <a:lnTo>
                  <a:pt x="3843" y="39351"/>
                </a:lnTo>
                <a:lnTo>
                  <a:pt x="3935" y="39119"/>
                </a:lnTo>
                <a:lnTo>
                  <a:pt x="4027" y="38874"/>
                </a:lnTo>
                <a:lnTo>
                  <a:pt x="4119" y="38642"/>
                </a:lnTo>
                <a:lnTo>
                  <a:pt x="4211" y="38358"/>
                </a:lnTo>
                <a:lnTo>
                  <a:pt x="4348" y="38126"/>
                </a:lnTo>
                <a:lnTo>
                  <a:pt x="4439" y="37894"/>
                </a:lnTo>
                <a:lnTo>
                  <a:pt x="4530" y="37662"/>
                </a:lnTo>
                <a:lnTo>
                  <a:pt x="4622" y="37378"/>
                </a:lnTo>
                <a:lnTo>
                  <a:pt x="4714" y="37146"/>
                </a:lnTo>
                <a:lnTo>
                  <a:pt x="4851" y="36901"/>
                </a:lnTo>
                <a:lnTo>
                  <a:pt x="4942" y="36669"/>
                </a:lnTo>
                <a:lnTo>
                  <a:pt x="5034" y="36385"/>
                </a:lnTo>
                <a:lnTo>
                  <a:pt x="5126" y="36153"/>
                </a:lnTo>
                <a:lnTo>
                  <a:pt x="5217" y="35921"/>
                </a:lnTo>
                <a:lnTo>
                  <a:pt x="5355" y="35688"/>
                </a:lnTo>
                <a:lnTo>
                  <a:pt x="5445" y="35405"/>
                </a:lnTo>
                <a:lnTo>
                  <a:pt x="5537" y="35160"/>
                </a:lnTo>
                <a:lnTo>
                  <a:pt x="5629" y="34927"/>
                </a:lnTo>
                <a:lnTo>
                  <a:pt x="5721" y="34695"/>
                </a:lnTo>
                <a:lnTo>
                  <a:pt x="5858" y="34411"/>
                </a:lnTo>
                <a:lnTo>
                  <a:pt x="5950" y="34179"/>
                </a:lnTo>
                <a:lnTo>
                  <a:pt x="6040" y="33947"/>
                </a:lnTo>
                <a:lnTo>
                  <a:pt x="6132" y="33702"/>
                </a:lnTo>
                <a:lnTo>
                  <a:pt x="6224" y="33431"/>
                </a:lnTo>
                <a:lnTo>
                  <a:pt x="6361" y="33186"/>
                </a:lnTo>
                <a:lnTo>
                  <a:pt x="6453" y="32954"/>
                </a:lnTo>
                <a:lnTo>
                  <a:pt x="6544" y="32722"/>
                </a:lnTo>
                <a:lnTo>
                  <a:pt x="6636" y="32438"/>
                </a:lnTo>
                <a:lnTo>
                  <a:pt x="6727" y="32206"/>
                </a:lnTo>
                <a:lnTo>
                  <a:pt x="6865" y="31974"/>
                </a:lnTo>
                <a:lnTo>
                  <a:pt x="6956" y="31729"/>
                </a:lnTo>
                <a:lnTo>
                  <a:pt x="7047" y="31458"/>
                </a:lnTo>
                <a:lnTo>
                  <a:pt x="7139" y="31213"/>
                </a:lnTo>
                <a:lnTo>
                  <a:pt x="7231" y="30981"/>
                </a:lnTo>
                <a:lnTo>
                  <a:pt x="7368" y="30748"/>
                </a:lnTo>
                <a:lnTo>
                  <a:pt x="7460" y="30465"/>
                </a:lnTo>
                <a:lnTo>
                  <a:pt x="7552" y="30232"/>
                </a:lnTo>
                <a:lnTo>
                  <a:pt x="7642" y="30000"/>
                </a:lnTo>
                <a:lnTo>
                  <a:pt x="7734" y="29755"/>
                </a:lnTo>
                <a:lnTo>
                  <a:pt x="7871" y="29472"/>
                </a:lnTo>
                <a:lnTo>
                  <a:pt x="7963" y="29239"/>
                </a:lnTo>
                <a:lnTo>
                  <a:pt x="8055" y="29007"/>
                </a:lnTo>
                <a:lnTo>
                  <a:pt x="8146" y="28775"/>
                </a:lnTo>
                <a:lnTo>
                  <a:pt x="8238" y="28491"/>
                </a:lnTo>
                <a:lnTo>
                  <a:pt x="8375" y="28259"/>
                </a:lnTo>
                <a:lnTo>
                  <a:pt x="8467" y="28014"/>
                </a:lnTo>
                <a:lnTo>
                  <a:pt x="8557" y="27782"/>
                </a:lnTo>
                <a:lnTo>
                  <a:pt x="8649" y="27498"/>
                </a:lnTo>
                <a:lnTo>
                  <a:pt x="8741" y="27266"/>
                </a:lnTo>
                <a:lnTo>
                  <a:pt x="8878" y="27034"/>
                </a:lnTo>
                <a:lnTo>
                  <a:pt x="8970" y="26802"/>
                </a:lnTo>
                <a:lnTo>
                  <a:pt x="9062" y="26518"/>
                </a:lnTo>
                <a:lnTo>
                  <a:pt x="9152" y="26286"/>
                </a:lnTo>
                <a:lnTo>
                  <a:pt x="9244" y="26041"/>
                </a:lnTo>
                <a:lnTo>
                  <a:pt x="9381" y="25808"/>
                </a:lnTo>
                <a:lnTo>
                  <a:pt x="9473" y="25525"/>
                </a:lnTo>
                <a:lnTo>
                  <a:pt x="9565" y="25293"/>
                </a:lnTo>
                <a:lnTo>
                  <a:pt x="9656" y="25060"/>
                </a:lnTo>
                <a:lnTo>
                  <a:pt x="9748" y="24828"/>
                </a:lnTo>
                <a:lnTo>
                  <a:pt x="9885" y="24583"/>
                </a:lnTo>
                <a:lnTo>
                  <a:pt x="9977" y="24312"/>
                </a:lnTo>
                <a:lnTo>
                  <a:pt x="10068" y="24067"/>
                </a:lnTo>
                <a:lnTo>
                  <a:pt x="10159" y="23835"/>
                </a:lnTo>
                <a:lnTo>
                  <a:pt x="10251" y="23603"/>
                </a:lnTo>
                <a:lnTo>
                  <a:pt x="10388" y="23319"/>
                </a:lnTo>
                <a:lnTo>
                  <a:pt x="10480" y="23087"/>
                </a:lnTo>
                <a:lnTo>
                  <a:pt x="10572" y="22855"/>
                </a:lnTo>
                <a:lnTo>
                  <a:pt x="10664" y="22610"/>
                </a:lnTo>
                <a:lnTo>
                  <a:pt x="10754" y="22339"/>
                </a:lnTo>
                <a:lnTo>
                  <a:pt x="10893" y="22094"/>
                </a:lnTo>
                <a:lnTo>
                  <a:pt x="10983" y="21862"/>
                </a:lnTo>
                <a:lnTo>
                  <a:pt x="11075" y="21629"/>
                </a:lnTo>
                <a:lnTo>
                  <a:pt x="11167" y="21346"/>
                </a:lnTo>
                <a:lnTo>
                  <a:pt x="11258" y="21114"/>
                </a:lnTo>
                <a:lnTo>
                  <a:pt x="11395" y="20881"/>
                </a:lnTo>
                <a:lnTo>
                  <a:pt x="11487" y="20636"/>
                </a:lnTo>
                <a:lnTo>
                  <a:pt x="11579" y="20353"/>
                </a:lnTo>
                <a:lnTo>
                  <a:pt x="11670" y="20120"/>
                </a:lnTo>
                <a:lnTo>
                  <a:pt x="11761" y="19888"/>
                </a:lnTo>
                <a:lnTo>
                  <a:pt x="11898" y="19656"/>
                </a:lnTo>
                <a:lnTo>
                  <a:pt x="11990" y="19372"/>
                </a:lnTo>
                <a:lnTo>
                  <a:pt x="12082" y="19140"/>
                </a:lnTo>
                <a:lnTo>
                  <a:pt x="12174" y="18895"/>
                </a:lnTo>
                <a:lnTo>
                  <a:pt x="12264" y="18663"/>
                </a:lnTo>
                <a:lnTo>
                  <a:pt x="12403" y="18379"/>
                </a:lnTo>
                <a:lnTo>
                  <a:pt x="12493" y="18147"/>
                </a:lnTo>
                <a:lnTo>
                  <a:pt x="12585" y="17915"/>
                </a:lnTo>
                <a:lnTo>
                  <a:pt x="12677" y="17683"/>
                </a:lnTo>
                <a:lnTo>
                  <a:pt x="12769" y="17438"/>
                </a:lnTo>
                <a:lnTo>
                  <a:pt x="12906" y="17167"/>
                </a:lnTo>
                <a:lnTo>
                  <a:pt x="12997" y="16922"/>
                </a:lnTo>
                <a:lnTo>
                  <a:pt x="13089" y="16690"/>
                </a:lnTo>
                <a:lnTo>
                  <a:pt x="13180" y="16457"/>
                </a:lnTo>
                <a:lnTo>
                  <a:pt x="13272" y="16174"/>
                </a:lnTo>
                <a:lnTo>
                  <a:pt x="13409" y="15941"/>
                </a:lnTo>
                <a:lnTo>
                  <a:pt x="13500" y="15709"/>
                </a:lnTo>
                <a:lnTo>
                  <a:pt x="13592" y="15464"/>
                </a:lnTo>
                <a:lnTo>
                  <a:pt x="13684" y="15193"/>
                </a:lnTo>
                <a:lnTo>
                  <a:pt x="13776" y="14948"/>
                </a:lnTo>
                <a:lnTo>
                  <a:pt x="13913" y="14716"/>
                </a:lnTo>
                <a:lnTo>
                  <a:pt x="14005" y="14484"/>
                </a:lnTo>
                <a:lnTo>
                  <a:pt x="14095" y="14200"/>
                </a:lnTo>
                <a:lnTo>
                  <a:pt x="14187" y="13968"/>
                </a:lnTo>
                <a:lnTo>
                  <a:pt x="14279" y="13736"/>
                </a:lnTo>
                <a:lnTo>
                  <a:pt x="14416" y="13491"/>
                </a:lnTo>
                <a:lnTo>
                  <a:pt x="14508" y="13259"/>
                </a:lnTo>
                <a:lnTo>
                  <a:pt x="14599" y="12975"/>
                </a:lnTo>
                <a:lnTo>
                  <a:pt x="14691" y="12743"/>
                </a:lnTo>
                <a:lnTo>
                  <a:pt x="14782" y="12511"/>
                </a:lnTo>
                <a:lnTo>
                  <a:pt x="14920" y="12278"/>
                </a:lnTo>
                <a:lnTo>
                  <a:pt x="15011" y="11995"/>
                </a:lnTo>
                <a:lnTo>
                  <a:pt x="15102" y="11763"/>
                </a:lnTo>
                <a:lnTo>
                  <a:pt x="15194" y="11517"/>
                </a:lnTo>
                <a:lnTo>
                  <a:pt x="15286" y="11285"/>
                </a:lnTo>
                <a:lnTo>
                  <a:pt x="15423" y="11002"/>
                </a:lnTo>
                <a:lnTo>
                  <a:pt x="15515" y="10769"/>
                </a:lnTo>
                <a:lnTo>
                  <a:pt x="15605" y="10537"/>
                </a:lnTo>
                <a:lnTo>
                  <a:pt x="15697" y="10305"/>
                </a:lnTo>
                <a:lnTo>
                  <a:pt x="15789" y="10060"/>
                </a:lnTo>
                <a:lnTo>
                  <a:pt x="15926" y="9776"/>
                </a:lnTo>
                <a:lnTo>
                  <a:pt x="16018" y="9544"/>
                </a:lnTo>
                <a:lnTo>
                  <a:pt x="16110" y="9312"/>
                </a:lnTo>
                <a:lnTo>
                  <a:pt x="16201" y="9080"/>
                </a:lnTo>
                <a:lnTo>
                  <a:pt x="16292" y="8796"/>
                </a:lnTo>
                <a:lnTo>
                  <a:pt x="16430" y="8564"/>
                </a:lnTo>
                <a:lnTo>
                  <a:pt x="16521" y="8319"/>
                </a:lnTo>
                <a:lnTo>
                  <a:pt x="16613" y="8087"/>
                </a:lnTo>
                <a:lnTo>
                  <a:pt x="16704" y="7854"/>
                </a:lnTo>
                <a:lnTo>
                  <a:pt x="16796" y="7571"/>
                </a:lnTo>
                <a:lnTo>
                  <a:pt x="16933" y="7338"/>
                </a:lnTo>
                <a:lnTo>
                  <a:pt x="17025" y="7106"/>
                </a:lnTo>
                <a:lnTo>
                  <a:pt x="17117" y="6861"/>
                </a:lnTo>
                <a:lnTo>
                  <a:pt x="17207" y="6590"/>
                </a:lnTo>
                <a:lnTo>
                  <a:pt x="17299" y="6345"/>
                </a:lnTo>
                <a:lnTo>
                  <a:pt x="17436" y="6113"/>
                </a:lnTo>
                <a:lnTo>
                  <a:pt x="17528" y="5881"/>
                </a:lnTo>
                <a:lnTo>
                  <a:pt x="17620" y="5649"/>
                </a:lnTo>
                <a:lnTo>
                  <a:pt x="17712" y="5365"/>
                </a:lnTo>
                <a:lnTo>
                  <a:pt x="17803" y="5133"/>
                </a:lnTo>
                <a:lnTo>
                  <a:pt x="17940" y="4888"/>
                </a:lnTo>
                <a:lnTo>
                  <a:pt x="18032" y="4656"/>
                </a:lnTo>
                <a:lnTo>
                  <a:pt x="18123" y="4372"/>
                </a:lnTo>
                <a:lnTo>
                  <a:pt x="18214" y="4140"/>
                </a:lnTo>
                <a:lnTo>
                  <a:pt x="18306" y="3908"/>
                </a:lnTo>
                <a:lnTo>
                  <a:pt x="18443" y="3675"/>
                </a:lnTo>
                <a:lnTo>
                  <a:pt x="18535" y="3430"/>
                </a:lnTo>
                <a:lnTo>
                  <a:pt x="18627" y="3160"/>
                </a:lnTo>
                <a:lnTo>
                  <a:pt x="18717" y="2914"/>
                </a:lnTo>
                <a:lnTo>
                  <a:pt x="18809" y="2682"/>
                </a:lnTo>
                <a:lnTo>
                  <a:pt x="18946" y="2450"/>
                </a:lnTo>
                <a:lnTo>
                  <a:pt x="19038" y="2166"/>
                </a:lnTo>
                <a:lnTo>
                  <a:pt x="19130" y="1934"/>
                </a:lnTo>
                <a:lnTo>
                  <a:pt x="19222" y="1702"/>
                </a:lnTo>
                <a:lnTo>
                  <a:pt x="19313" y="1457"/>
                </a:lnTo>
                <a:lnTo>
                  <a:pt x="19451" y="1225"/>
                </a:lnTo>
                <a:lnTo>
                  <a:pt x="19542" y="941"/>
                </a:lnTo>
                <a:lnTo>
                  <a:pt x="19633" y="709"/>
                </a:lnTo>
                <a:lnTo>
                  <a:pt x="19725" y="477"/>
                </a:lnTo>
                <a:lnTo>
                  <a:pt x="19816" y="245"/>
                </a:lnTo>
                <a:lnTo>
                  <a:pt x="1995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374324" y="5291238"/>
            <a:ext cx="20000" cy="48264"/>
          </a:xfrm>
          <a:custGeom>
            <a:avLst/>
            <a:gdLst/>
            <a:ahLst/>
            <a:cxnLst/>
            <a:rect l="l" t="t" r="r" b="b"/>
            <a:pathLst>
              <a:path w="20000" h="48264">
                <a:moveTo>
                  <a:pt x="0" y="48264"/>
                </a:moveTo>
                <a:lnTo>
                  <a:pt x="91" y="47993"/>
                </a:lnTo>
                <a:lnTo>
                  <a:pt x="183" y="47748"/>
                </a:lnTo>
                <a:lnTo>
                  <a:pt x="275" y="47516"/>
                </a:lnTo>
                <a:lnTo>
                  <a:pt x="365" y="47284"/>
                </a:lnTo>
                <a:lnTo>
                  <a:pt x="504" y="47000"/>
                </a:lnTo>
                <a:lnTo>
                  <a:pt x="594" y="46768"/>
                </a:lnTo>
                <a:lnTo>
                  <a:pt x="686" y="46536"/>
                </a:lnTo>
                <a:lnTo>
                  <a:pt x="778" y="46291"/>
                </a:lnTo>
                <a:lnTo>
                  <a:pt x="870" y="46058"/>
                </a:lnTo>
                <a:lnTo>
                  <a:pt x="1007" y="45775"/>
                </a:lnTo>
                <a:lnTo>
                  <a:pt x="1098" y="45542"/>
                </a:lnTo>
                <a:lnTo>
                  <a:pt x="1190" y="45310"/>
                </a:lnTo>
                <a:lnTo>
                  <a:pt x="1281" y="45078"/>
                </a:lnTo>
                <a:lnTo>
                  <a:pt x="1373" y="44833"/>
                </a:lnTo>
                <a:lnTo>
                  <a:pt x="1510" y="44549"/>
                </a:lnTo>
                <a:lnTo>
                  <a:pt x="1601" y="44317"/>
                </a:lnTo>
                <a:lnTo>
                  <a:pt x="1693" y="44085"/>
                </a:lnTo>
                <a:lnTo>
                  <a:pt x="1785" y="43853"/>
                </a:lnTo>
                <a:lnTo>
                  <a:pt x="1876" y="43621"/>
                </a:lnTo>
                <a:lnTo>
                  <a:pt x="2014" y="43337"/>
                </a:lnTo>
                <a:lnTo>
                  <a:pt x="2104" y="43105"/>
                </a:lnTo>
                <a:lnTo>
                  <a:pt x="2196" y="42860"/>
                </a:lnTo>
                <a:lnTo>
                  <a:pt x="2288" y="42627"/>
                </a:lnTo>
                <a:lnTo>
                  <a:pt x="2380" y="42395"/>
                </a:lnTo>
                <a:lnTo>
                  <a:pt x="2517" y="42112"/>
                </a:lnTo>
                <a:lnTo>
                  <a:pt x="2609" y="41879"/>
                </a:lnTo>
                <a:lnTo>
                  <a:pt x="2700" y="41647"/>
                </a:lnTo>
                <a:lnTo>
                  <a:pt x="2791" y="41402"/>
                </a:lnTo>
                <a:lnTo>
                  <a:pt x="2883" y="41170"/>
                </a:lnTo>
                <a:lnTo>
                  <a:pt x="3020" y="40886"/>
                </a:lnTo>
                <a:lnTo>
                  <a:pt x="3112" y="40654"/>
                </a:lnTo>
                <a:lnTo>
                  <a:pt x="3203" y="40422"/>
                </a:lnTo>
                <a:lnTo>
                  <a:pt x="3295" y="40190"/>
                </a:lnTo>
                <a:lnTo>
                  <a:pt x="3387" y="39945"/>
                </a:lnTo>
                <a:lnTo>
                  <a:pt x="3524" y="39661"/>
                </a:lnTo>
                <a:lnTo>
                  <a:pt x="3616" y="39429"/>
                </a:lnTo>
                <a:lnTo>
                  <a:pt x="3706" y="39197"/>
                </a:lnTo>
                <a:lnTo>
                  <a:pt x="3798" y="38964"/>
                </a:lnTo>
                <a:lnTo>
                  <a:pt x="3890" y="38732"/>
                </a:lnTo>
                <a:lnTo>
                  <a:pt x="4027" y="38449"/>
                </a:lnTo>
                <a:lnTo>
                  <a:pt x="4119" y="38203"/>
                </a:lnTo>
                <a:lnTo>
                  <a:pt x="4211" y="37971"/>
                </a:lnTo>
                <a:lnTo>
                  <a:pt x="4301" y="37739"/>
                </a:lnTo>
                <a:lnTo>
                  <a:pt x="4393" y="37507"/>
                </a:lnTo>
                <a:lnTo>
                  <a:pt x="4530" y="37223"/>
                </a:lnTo>
                <a:lnTo>
                  <a:pt x="4622" y="36991"/>
                </a:lnTo>
                <a:lnTo>
                  <a:pt x="4714" y="36759"/>
                </a:lnTo>
                <a:lnTo>
                  <a:pt x="4805" y="36514"/>
                </a:lnTo>
                <a:lnTo>
                  <a:pt x="4897" y="36282"/>
                </a:lnTo>
                <a:lnTo>
                  <a:pt x="5034" y="35998"/>
                </a:lnTo>
                <a:lnTo>
                  <a:pt x="5126" y="35766"/>
                </a:lnTo>
                <a:lnTo>
                  <a:pt x="5217" y="35534"/>
                </a:lnTo>
                <a:lnTo>
                  <a:pt x="5308" y="35301"/>
                </a:lnTo>
                <a:lnTo>
                  <a:pt x="5400" y="35056"/>
                </a:lnTo>
                <a:lnTo>
                  <a:pt x="5537" y="34824"/>
                </a:lnTo>
                <a:lnTo>
                  <a:pt x="5629" y="34540"/>
                </a:lnTo>
                <a:lnTo>
                  <a:pt x="5721" y="34308"/>
                </a:lnTo>
                <a:lnTo>
                  <a:pt x="5813" y="34076"/>
                </a:lnTo>
                <a:lnTo>
                  <a:pt x="5903" y="33844"/>
                </a:lnTo>
                <a:lnTo>
                  <a:pt x="6041" y="33599"/>
                </a:lnTo>
                <a:lnTo>
                  <a:pt x="6132" y="33315"/>
                </a:lnTo>
                <a:lnTo>
                  <a:pt x="6224" y="33083"/>
                </a:lnTo>
                <a:lnTo>
                  <a:pt x="6316" y="32851"/>
                </a:lnTo>
                <a:lnTo>
                  <a:pt x="6407" y="32619"/>
                </a:lnTo>
                <a:lnTo>
                  <a:pt x="6544" y="32386"/>
                </a:lnTo>
                <a:lnTo>
                  <a:pt x="6636" y="32103"/>
                </a:lnTo>
                <a:lnTo>
                  <a:pt x="6728" y="31858"/>
                </a:lnTo>
                <a:lnTo>
                  <a:pt x="6818" y="31625"/>
                </a:lnTo>
                <a:lnTo>
                  <a:pt x="6910" y="31393"/>
                </a:lnTo>
                <a:lnTo>
                  <a:pt x="7047" y="31161"/>
                </a:lnTo>
                <a:lnTo>
                  <a:pt x="7139" y="30929"/>
                </a:lnTo>
                <a:lnTo>
                  <a:pt x="7231" y="30645"/>
                </a:lnTo>
                <a:lnTo>
                  <a:pt x="7323" y="30413"/>
                </a:lnTo>
                <a:lnTo>
                  <a:pt x="7415" y="30168"/>
                </a:lnTo>
                <a:lnTo>
                  <a:pt x="7552" y="29936"/>
                </a:lnTo>
                <a:lnTo>
                  <a:pt x="7642" y="29704"/>
                </a:lnTo>
                <a:lnTo>
                  <a:pt x="7734" y="29472"/>
                </a:lnTo>
                <a:lnTo>
                  <a:pt x="7826" y="29188"/>
                </a:lnTo>
                <a:lnTo>
                  <a:pt x="7917" y="28956"/>
                </a:lnTo>
                <a:lnTo>
                  <a:pt x="8055" y="28711"/>
                </a:lnTo>
                <a:lnTo>
                  <a:pt x="8146" y="28478"/>
                </a:lnTo>
                <a:lnTo>
                  <a:pt x="8238" y="28246"/>
                </a:lnTo>
                <a:lnTo>
                  <a:pt x="8329" y="27962"/>
                </a:lnTo>
                <a:lnTo>
                  <a:pt x="8420" y="27730"/>
                </a:lnTo>
                <a:lnTo>
                  <a:pt x="8557" y="27498"/>
                </a:lnTo>
                <a:lnTo>
                  <a:pt x="8649" y="27253"/>
                </a:lnTo>
                <a:lnTo>
                  <a:pt x="8741" y="27021"/>
                </a:lnTo>
                <a:lnTo>
                  <a:pt x="8833" y="26789"/>
                </a:lnTo>
                <a:lnTo>
                  <a:pt x="8925" y="26505"/>
                </a:lnTo>
                <a:lnTo>
                  <a:pt x="9062" y="26273"/>
                </a:lnTo>
                <a:lnTo>
                  <a:pt x="9154" y="26041"/>
                </a:lnTo>
                <a:lnTo>
                  <a:pt x="9244" y="25796"/>
                </a:lnTo>
                <a:lnTo>
                  <a:pt x="9336" y="25563"/>
                </a:lnTo>
                <a:lnTo>
                  <a:pt x="9428" y="25331"/>
                </a:lnTo>
                <a:lnTo>
                  <a:pt x="9565" y="25047"/>
                </a:lnTo>
                <a:lnTo>
                  <a:pt x="9656" y="24815"/>
                </a:lnTo>
                <a:lnTo>
                  <a:pt x="9748" y="24583"/>
                </a:lnTo>
                <a:lnTo>
                  <a:pt x="9840" y="24338"/>
                </a:lnTo>
                <a:lnTo>
                  <a:pt x="9931" y="24106"/>
                </a:lnTo>
                <a:lnTo>
                  <a:pt x="10069" y="23874"/>
                </a:lnTo>
                <a:lnTo>
                  <a:pt x="10159" y="23590"/>
                </a:lnTo>
                <a:lnTo>
                  <a:pt x="10251" y="23358"/>
                </a:lnTo>
                <a:lnTo>
                  <a:pt x="10343" y="23126"/>
                </a:lnTo>
                <a:lnTo>
                  <a:pt x="10435" y="22881"/>
                </a:lnTo>
                <a:lnTo>
                  <a:pt x="10572" y="22648"/>
                </a:lnTo>
                <a:lnTo>
                  <a:pt x="10664" y="22416"/>
                </a:lnTo>
                <a:lnTo>
                  <a:pt x="10754" y="22184"/>
                </a:lnTo>
                <a:lnTo>
                  <a:pt x="10846" y="21900"/>
                </a:lnTo>
                <a:lnTo>
                  <a:pt x="10938" y="21668"/>
                </a:lnTo>
                <a:lnTo>
                  <a:pt x="11075" y="21423"/>
                </a:lnTo>
                <a:lnTo>
                  <a:pt x="11167" y="21191"/>
                </a:lnTo>
                <a:lnTo>
                  <a:pt x="11258" y="20959"/>
                </a:lnTo>
                <a:lnTo>
                  <a:pt x="11350" y="20727"/>
                </a:lnTo>
                <a:lnTo>
                  <a:pt x="11441" y="20443"/>
                </a:lnTo>
                <a:lnTo>
                  <a:pt x="11579" y="20211"/>
                </a:lnTo>
                <a:lnTo>
                  <a:pt x="11670" y="19966"/>
                </a:lnTo>
                <a:lnTo>
                  <a:pt x="11761" y="19733"/>
                </a:lnTo>
                <a:lnTo>
                  <a:pt x="11853" y="19501"/>
                </a:lnTo>
                <a:lnTo>
                  <a:pt x="11945" y="19269"/>
                </a:lnTo>
                <a:lnTo>
                  <a:pt x="12082" y="19037"/>
                </a:lnTo>
                <a:lnTo>
                  <a:pt x="12174" y="18753"/>
                </a:lnTo>
                <a:lnTo>
                  <a:pt x="12266" y="18508"/>
                </a:lnTo>
                <a:lnTo>
                  <a:pt x="12356" y="18276"/>
                </a:lnTo>
                <a:lnTo>
                  <a:pt x="12448" y="18044"/>
                </a:lnTo>
                <a:lnTo>
                  <a:pt x="12585" y="17812"/>
                </a:lnTo>
                <a:lnTo>
                  <a:pt x="12677" y="17580"/>
                </a:lnTo>
                <a:lnTo>
                  <a:pt x="12769" y="17334"/>
                </a:lnTo>
                <a:lnTo>
                  <a:pt x="12860" y="17051"/>
                </a:lnTo>
                <a:lnTo>
                  <a:pt x="12952" y="16819"/>
                </a:lnTo>
                <a:lnTo>
                  <a:pt x="13089" y="16586"/>
                </a:lnTo>
                <a:lnTo>
                  <a:pt x="13181" y="16354"/>
                </a:lnTo>
                <a:lnTo>
                  <a:pt x="13272" y="16122"/>
                </a:lnTo>
                <a:lnTo>
                  <a:pt x="13363" y="15877"/>
                </a:lnTo>
                <a:lnTo>
                  <a:pt x="13455" y="15645"/>
                </a:lnTo>
                <a:lnTo>
                  <a:pt x="13592" y="15361"/>
                </a:lnTo>
                <a:lnTo>
                  <a:pt x="13684" y="15129"/>
                </a:lnTo>
                <a:lnTo>
                  <a:pt x="13776" y="14897"/>
                </a:lnTo>
                <a:lnTo>
                  <a:pt x="13866" y="14665"/>
                </a:lnTo>
                <a:lnTo>
                  <a:pt x="13958" y="14419"/>
                </a:lnTo>
                <a:lnTo>
                  <a:pt x="14095" y="14187"/>
                </a:lnTo>
                <a:lnTo>
                  <a:pt x="14187" y="13955"/>
                </a:lnTo>
                <a:lnTo>
                  <a:pt x="14279" y="13671"/>
                </a:lnTo>
                <a:lnTo>
                  <a:pt x="14371" y="13439"/>
                </a:lnTo>
                <a:lnTo>
                  <a:pt x="14462" y="13207"/>
                </a:lnTo>
                <a:lnTo>
                  <a:pt x="14599" y="12962"/>
                </a:lnTo>
                <a:lnTo>
                  <a:pt x="14691" y="12730"/>
                </a:lnTo>
                <a:lnTo>
                  <a:pt x="14782" y="12498"/>
                </a:lnTo>
                <a:lnTo>
                  <a:pt x="14874" y="12266"/>
                </a:lnTo>
                <a:lnTo>
                  <a:pt x="14965" y="12033"/>
                </a:lnTo>
                <a:lnTo>
                  <a:pt x="15102" y="11750"/>
                </a:lnTo>
                <a:lnTo>
                  <a:pt x="15194" y="11505"/>
                </a:lnTo>
                <a:lnTo>
                  <a:pt x="15286" y="11272"/>
                </a:lnTo>
                <a:lnTo>
                  <a:pt x="15378" y="11040"/>
                </a:lnTo>
                <a:lnTo>
                  <a:pt x="15468" y="10808"/>
                </a:lnTo>
                <a:lnTo>
                  <a:pt x="15607" y="10576"/>
                </a:lnTo>
                <a:lnTo>
                  <a:pt x="15697" y="10331"/>
                </a:lnTo>
                <a:lnTo>
                  <a:pt x="15789" y="10099"/>
                </a:lnTo>
                <a:lnTo>
                  <a:pt x="15881" y="9815"/>
                </a:lnTo>
                <a:lnTo>
                  <a:pt x="15973" y="9583"/>
                </a:lnTo>
                <a:lnTo>
                  <a:pt x="16110" y="9351"/>
                </a:lnTo>
                <a:lnTo>
                  <a:pt x="16201" y="9118"/>
                </a:lnTo>
                <a:lnTo>
                  <a:pt x="16293" y="8873"/>
                </a:lnTo>
                <a:lnTo>
                  <a:pt x="16384" y="8641"/>
                </a:lnTo>
                <a:lnTo>
                  <a:pt x="16475" y="8409"/>
                </a:lnTo>
                <a:lnTo>
                  <a:pt x="16613" y="8177"/>
                </a:lnTo>
                <a:lnTo>
                  <a:pt x="16704" y="7893"/>
                </a:lnTo>
                <a:lnTo>
                  <a:pt x="16796" y="7661"/>
                </a:lnTo>
                <a:lnTo>
                  <a:pt x="16888" y="7416"/>
                </a:lnTo>
                <a:lnTo>
                  <a:pt x="16978" y="7184"/>
                </a:lnTo>
                <a:lnTo>
                  <a:pt x="17117" y="6952"/>
                </a:lnTo>
                <a:lnTo>
                  <a:pt x="17207" y="6719"/>
                </a:lnTo>
                <a:lnTo>
                  <a:pt x="17299" y="6474"/>
                </a:lnTo>
                <a:lnTo>
                  <a:pt x="17391" y="6242"/>
                </a:lnTo>
                <a:lnTo>
                  <a:pt x="17483" y="6010"/>
                </a:lnTo>
                <a:lnTo>
                  <a:pt x="17620" y="5726"/>
                </a:lnTo>
                <a:lnTo>
                  <a:pt x="17712" y="5494"/>
                </a:lnTo>
                <a:lnTo>
                  <a:pt x="17803" y="5262"/>
                </a:lnTo>
                <a:lnTo>
                  <a:pt x="17894" y="5030"/>
                </a:lnTo>
                <a:lnTo>
                  <a:pt x="17986" y="4785"/>
                </a:lnTo>
                <a:lnTo>
                  <a:pt x="18123" y="4553"/>
                </a:lnTo>
                <a:lnTo>
                  <a:pt x="18214" y="4320"/>
                </a:lnTo>
                <a:lnTo>
                  <a:pt x="18306" y="4088"/>
                </a:lnTo>
                <a:lnTo>
                  <a:pt x="18398" y="3843"/>
                </a:lnTo>
                <a:lnTo>
                  <a:pt x="18490" y="3572"/>
                </a:lnTo>
                <a:lnTo>
                  <a:pt x="18627" y="3327"/>
                </a:lnTo>
                <a:lnTo>
                  <a:pt x="18719" y="3095"/>
                </a:lnTo>
                <a:lnTo>
                  <a:pt x="18809" y="2863"/>
                </a:lnTo>
                <a:lnTo>
                  <a:pt x="18901" y="2631"/>
                </a:lnTo>
                <a:lnTo>
                  <a:pt x="18993" y="2386"/>
                </a:lnTo>
                <a:lnTo>
                  <a:pt x="19130" y="2153"/>
                </a:lnTo>
                <a:lnTo>
                  <a:pt x="19222" y="1921"/>
                </a:lnTo>
                <a:lnTo>
                  <a:pt x="19313" y="1689"/>
                </a:lnTo>
                <a:lnTo>
                  <a:pt x="19405" y="1457"/>
                </a:lnTo>
                <a:lnTo>
                  <a:pt x="19496" y="1173"/>
                </a:lnTo>
                <a:lnTo>
                  <a:pt x="19634" y="928"/>
                </a:lnTo>
                <a:lnTo>
                  <a:pt x="19725" y="696"/>
                </a:lnTo>
                <a:lnTo>
                  <a:pt x="19816" y="464"/>
                </a:lnTo>
                <a:lnTo>
                  <a:pt x="19908" y="232"/>
                </a:lnTo>
                <a:lnTo>
                  <a:pt x="2000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394324" y="5244508"/>
            <a:ext cx="20045" cy="46729"/>
          </a:xfrm>
          <a:custGeom>
            <a:avLst/>
            <a:gdLst/>
            <a:ahLst/>
            <a:cxnLst/>
            <a:rect l="l" t="t" r="r" b="b"/>
            <a:pathLst>
              <a:path w="20045" h="46729">
                <a:moveTo>
                  <a:pt x="0" y="46729"/>
                </a:moveTo>
                <a:lnTo>
                  <a:pt x="137" y="46484"/>
                </a:lnTo>
                <a:lnTo>
                  <a:pt x="228" y="46252"/>
                </a:lnTo>
                <a:lnTo>
                  <a:pt x="319" y="46020"/>
                </a:lnTo>
                <a:lnTo>
                  <a:pt x="411" y="45788"/>
                </a:lnTo>
                <a:lnTo>
                  <a:pt x="502" y="45542"/>
                </a:lnTo>
                <a:lnTo>
                  <a:pt x="640" y="45272"/>
                </a:lnTo>
                <a:lnTo>
                  <a:pt x="731" y="45027"/>
                </a:lnTo>
                <a:lnTo>
                  <a:pt x="823" y="44794"/>
                </a:lnTo>
                <a:lnTo>
                  <a:pt x="915" y="44562"/>
                </a:lnTo>
                <a:lnTo>
                  <a:pt x="1005" y="44330"/>
                </a:lnTo>
                <a:lnTo>
                  <a:pt x="1144" y="44085"/>
                </a:lnTo>
                <a:lnTo>
                  <a:pt x="1234" y="43853"/>
                </a:lnTo>
                <a:lnTo>
                  <a:pt x="1326" y="43621"/>
                </a:lnTo>
                <a:lnTo>
                  <a:pt x="1418" y="43388"/>
                </a:lnTo>
                <a:lnTo>
                  <a:pt x="1510" y="43156"/>
                </a:lnTo>
                <a:lnTo>
                  <a:pt x="1647" y="42911"/>
                </a:lnTo>
                <a:lnTo>
                  <a:pt x="1739" y="42679"/>
                </a:lnTo>
                <a:lnTo>
                  <a:pt x="1830" y="42447"/>
                </a:lnTo>
                <a:lnTo>
                  <a:pt x="1921" y="42163"/>
                </a:lnTo>
                <a:lnTo>
                  <a:pt x="2013" y="41931"/>
                </a:lnTo>
                <a:lnTo>
                  <a:pt x="2150" y="41699"/>
                </a:lnTo>
                <a:lnTo>
                  <a:pt x="2241" y="41454"/>
                </a:lnTo>
                <a:lnTo>
                  <a:pt x="2333" y="41222"/>
                </a:lnTo>
                <a:lnTo>
                  <a:pt x="2425" y="40989"/>
                </a:lnTo>
                <a:lnTo>
                  <a:pt x="2517" y="40757"/>
                </a:lnTo>
                <a:lnTo>
                  <a:pt x="2654" y="40512"/>
                </a:lnTo>
                <a:lnTo>
                  <a:pt x="2746" y="40280"/>
                </a:lnTo>
                <a:lnTo>
                  <a:pt x="2836" y="40048"/>
                </a:lnTo>
                <a:lnTo>
                  <a:pt x="2928" y="39816"/>
                </a:lnTo>
                <a:lnTo>
                  <a:pt x="3020" y="39584"/>
                </a:lnTo>
                <a:lnTo>
                  <a:pt x="3157" y="39338"/>
                </a:lnTo>
                <a:lnTo>
                  <a:pt x="3249" y="39106"/>
                </a:lnTo>
                <a:lnTo>
                  <a:pt x="3340" y="38823"/>
                </a:lnTo>
                <a:lnTo>
                  <a:pt x="3431" y="38590"/>
                </a:lnTo>
                <a:lnTo>
                  <a:pt x="3523" y="38358"/>
                </a:lnTo>
                <a:lnTo>
                  <a:pt x="3660" y="38126"/>
                </a:lnTo>
                <a:lnTo>
                  <a:pt x="3752" y="37881"/>
                </a:lnTo>
                <a:lnTo>
                  <a:pt x="3843" y="37649"/>
                </a:lnTo>
                <a:lnTo>
                  <a:pt x="3935" y="37417"/>
                </a:lnTo>
                <a:lnTo>
                  <a:pt x="4027" y="37185"/>
                </a:lnTo>
                <a:lnTo>
                  <a:pt x="4164" y="36952"/>
                </a:lnTo>
                <a:lnTo>
                  <a:pt x="4256" y="36707"/>
                </a:lnTo>
                <a:lnTo>
                  <a:pt x="4346" y="36475"/>
                </a:lnTo>
                <a:lnTo>
                  <a:pt x="4438" y="36243"/>
                </a:lnTo>
                <a:lnTo>
                  <a:pt x="4530" y="36011"/>
                </a:lnTo>
                <a:lnTo>
                  <a:pt x="4667" y="35766"/>
                </a:lnTo>
                <a:lnTo>
                  <a:pt x="4759" y="35534"/>
                </a:lnTo>
                <a:lnTo>
                  <a:pt x="4851" y="35301"/>
                </a:lnTo>
                <a:lnTo>
                  <a:pt x="4942" y="35069"/>
                </a:lnTo>
                <a:lnTo>
                  <a:pt x="5033" y="34837"/>
                </a:lnTo>
                <a:lnTo>
                  <a:pt x="5171" y="34553"/>
                </a:lnTo>
                <a:lnTo>
                  <a:pt x="5262" y="34308"/>
                </a:lnTo>
                <a:lnTo>
                  <a:pt x="5354" y="34076"/>
                </a:lnTo>
                <a:lnTo>
                  <a:pt x="5445" y="33844"/>
                </a:lnTo>
                <a:lnTo>
                  <a:pt x="5537" y="33612"/>
                </a:lnTo>
                <a:lnTo>
                  <a:pt x="5674" y="33380"/>
                </a:lnTo>
                <a:lnTo>
                  <a:pt x="5766" y="33135"/>
                </a:lnTo>
                <a:lnTo>
                  <a:pt x="5858" y="32902"/>
                </a:lnTo>
                <a:lnTo>
                  <a:pt x="5948" y="32670"/>
                </a:lnTo>
                <a:lnTo>
                  <a:pt x="6087" y="32438"/>
                </a:lnTo>
                <a:lnTo>
                  <a:pt x="6177" y="32193"/>
                </a:lnTo>
                <a:lnTo>
                  <a:pt x="6269" y="31961"/>
                </a:lnTo>
                <a:lnTo>
                  <a:pt x="6361" y="31729"/>
                </a:lnTo>
                <a:lnTo>
                  <a:pt x="6453" y="31496"/>
                </a:lnTo>
                <a:lnTo>
                  <a:pt x="6590" y="31264"/>
                </a:lnTo>
                <a:lnTo>
                  <a:pt x="6681" y="31019"/>
                </a:lnTo>
                <a:lnTo>
                  <a:pt x="6772" y="30787"/>
                </a:lnTo>
                <a:lnTo>
                  <a:pt x="6864" y="30555"/>
                </a:lnTo>
                <a:lnTo>
                  <a:pt x="6956" y="30323"/>
                </a:lnTo>
                <a:lnTo>
                  <a:pt x="7093" y="30078"/>
                </a:lnTo>
                <a:lnTo>
                  <a:pt x="7184" y="29846"/>
                </a:lnTo>
                <a:lnTo>
                  <a:pt x="7276" y="29613"/>
                </a:lnTo>
                <a:lnTo>
                  <a:pt x="7368" y="29381"/>
                </a:lnTo>
                <a:lnTo>
                  <a:pt x="7459" y="29149"/>
                </a:lnTo>
                <a:lnTo>
                  <a:pt x="7597" y="28904"/>
                </a:lnTo>
                <a:lnTo>
                  <a:pt x="7687" y="28672"/>
                </a:lnTo>
                <a:lnTo>
                  <a:pt x="7779" y="28440"/>
                </a:lnTo>
                <a:lnTo>
                  <a:pt x="7871" y="28207"/>
                </a:lnTo>
                <a:lnTo>
                  <a:pt x="7963" y="27962"/>
                </a:lnTo>
                <a:lnTo>
                  <a:pt x="8100" y="27730"/>
                </a:lnTo>
                <a:lnTo>
                  <a:pt x="8192" y="27498"/>
                </a:lnTo>
                <a:lnTo>
                  <a:pt x="8283" y="27266"/>
                </a:lnTo>
                <a:lnTo>
                  <a:pt x="8374" y="26982"/>
                </a:lnTo>
                <a:lnTo>
                  <a:pt x="8466" y="26750"/>
                </a:lnTo>
                <a:lnTo>
                  <a:pt x="8603" y="26505"/>
                </a:lnTo>
                <a:lnTo>
                  <a:pt x="8695" y="26273"/>
                </a:lnTo>
                <a:lnTo>
                  <a:pt x="8786" y="26041"/>
                </a:lnTo>
                <a:lnTo>
                  <a:pt x="8878" y="25808"/>
                </a:lnTo>
                <a:lnTo>
                  <a:pt x="8970" y="25576"/>
                </a:lnTo>
                <a:lnTo>
                  <a:pt x="9107" y="25331"/>
                </a:lnTo>
                <a:lnTo>
                  <a:pt x="9199" y="25099"/>
                </a:lnTo>
                <a:lnTo>
                  <a:pt x="9289" y="24867"/>
                </a:lnTo>
                <a:lnTo>
                  <a:pt x="9381" y="24635"/>
                </a:lnTo>
                <a:lnTo>
                  <a:pt x="9473" y="24390"/>
                </a:lnTo>
                <a:lnTo>
                  <a:pt x="9610" y="24158"/>
                </a:lnTo>
                <a:lnTo>
                  <a:pt x="9702" y="23925"/>
                </a:lnTo>
                <a:lnTo>
                  <a:pt x="9794" y="23693"/>
                </a:lnTo>
                <a:lnTo>
                  <a:pt x="9884" y="23461"/>
                </a:lnTo>
                <a:lnTo>
                  <a:pt x="9976" y="23216"/>
                </a:lnTo>
                <a:lnTo>
                  <a:pt x="10113" y="22984"/>
                </a:lnTo>
                <a:lnTo>
                  <a:pt x="10205" y="22752"/>
                </a:lnTo>
                <a:lnTo>
                  <a:pt x="10297" y="22519"/>
                </a:lnTo>
                <a:lnTo>
                  <a:pt x="10388" y="22274"/>
                </a:lnTo>
                <a:lnTo>
                  <a:pt x="10480" y="22042"/>
                </a:lnTo>
                <a:lnTo>
                  <a:pt x="10617" y="21810"/>
                </a:lnTo>
                <a:lnTo>
                  <a:pt x="10709" y="21578"/>
                </a:lnTo>
                <a:lnTo>
                  <a:pt x="10799" y="21346"/>
                </a:lnTo>
                <a:lnTo>
                  <a:pt x="10891" y="21101"/>
                </a:lnTo>
                <a:lnTo>
                  <a:pt x="10983" y="20869"/>
                </a:lnTo>
                <a:lnTo>
                  <a:pt x="11120" y="20636"/>
                </a:lnTo>
                <a:lnTo>
                  <a:pt x="11212" y="20404"/>
                </a:lnTo>
                <a:lnTo>
                  <a:pt x="11304" y="20159"/>
                </a:lnTo>
                <a:lnTo>
                  <a:pt x="11395" y="19927"/>
                </a:lnTo>
                <a:lnTo>
                  <a:pt x="11486" y="19695"/>
                </a:lnTo>
                <a:lnTo>
                  <a:pt x="11624" y="19463"/>
                </a:lnTo>
                <a:lnTo>
                  <a:pt x="11715" y="19269"/>
                </a:lnTo>
                <a:lnTo>
                  <a:pt x="11807" y="19037"/>
                </a:lnTo>
                <a:lnTo>
                  <a:pt x="11898" y="18805"/>
                </a:lnTo>
                <a:lnTo>
                  <a:pt x="11990" y="18573"/>
                </a:lnTo>
                <a:lnTo>
                  <a:pt x="12127" y="18328"/>
                </a:lnTo>
                <a:lnTo>
                  <a:pt x="12219" y="18095"/>
                </a:lnTo>
                <a:lnTo>
                  <a:pt x="12311" y="17863"/>
                </a:lnTo>
                <a:lnTo>
                  <a:pt x="12401" y="17631"/>
                </a:lnTo>
                <a:lnTo>
                  <a:pt x="12493" y="17386"/>
                </a:lnTo>
                <a:lnTo>
                  <a:pt x="12630" y="17154"/>
                </a:lnTo>
                <a:lnTo>
                  <a:pt x="12722" y="16922"/>
                </a:lnTo>
                <a:lnTo>
                  <a:pt x="12814" y="16690"/>
                </a:lnTo>
                <a:lnTo>
                  <a:pt x="12906" y="16457"/>
                </a:lnTo>
                <a:lnTo>
                  <a:pt x="12996" y="16212"/>
                </a:lnTo>
                <a:lnTo>
                  <a:pt x="13135" y="15980"/>
                </a:lnTo>
                <a:lnTo>
                  <a:pt x="13225" y="15748"/>
                </a:lnTo>
                <a:lnTo>
                  <a:pt x="13317" y="15516"/>
                </a:lnTo>
                <a:lnTo>
                  <a:pt x="13409" y="15271"/>
                </a:lnTo>
                <a:lnTo>
                  <a:pt x="13500" y="15039"/>
                </a:lnTo>
                <a:lnTo>
                  <a:pt x="13637" y="14806"/>
                </a:lnTo>
                <a:lnTo>
                  <a:pt x="13729" y="14574"/>
                </a:lnTo>
                <a:lnTo>
                  <a:pt x="13821" y="14342"/>
                </a:lnTo>
                <a:lnTo>
                  <a:pt x="13912" y="14097"/>
                </a:lnTo>
                <a:lnTo>
                  <a:pt x="14003" y="13865"/>
                </a:lnTo>
                <a:lnTo>
                  <a:pt x="14140" y="13633"/>
                </a:lnTo>
                <a:lnTo>
                  <a:pt x="14232" y="13401"/>
                </a:lnTo>
                <a:lnTo>
                  <a:pt x="14324" y="13155"/>
                </a:lnTo>
                <a:lnTo>
                  <a:pt x="14416" y="12923"/>
                </a:lnTo>
                <a:lnTo>
                  <a:pt x="14508" y="12691"/>
                </a:lnTo>
                <a:lnTo>
                  <a:pt x="14645" y="12459"/>
                </a:lnTo>
                <a:lnTo>
                  <a:pt x="14736" y="12266"/>
                </a:lnTo>
                <a:lnTo>
                  <a:pt x="14827" y="12033"/>
                </a:lnTo>
                <a:lnTo>
                  <a:pt x="14919" y="11801"/>
                </a:lnTo>
                <a:lnTo>
                  <a:pt x="15011" y="11569"/>
                </a:lnTo>
                <a:lnTo>
                  <a:pt x="15148" y="11324"/>
                </a:lnTo>
                <a:lnTo>
                  <a:pt x="15239" y="11092"/>
                </a:lnTo>
                <a:lnTo>
                  <a:pt x="15331" y="10860"/>
                </a:lnTo>
                <a:lnTo>
                  <a:pt x="15422" y="10627"/>
                </a:lnTo>
                <a:lnTo>
                  <a:pt x="15514" y="10382"/>
                </a:lnTo>
                <a:lnTo>
                  <a:pt x="15651" y="10150"/>
                </a:lnTo>
                <a:lnTo>
                  <a:pt x="15742" y="9918"/>
                </a:lnTo>
                <a:lnTo>
                  <a:pt x="15834" y="9686"/>
                </a:lnTo>
                <a:lnTo>
                  <a:pt x="15926" y="9454"/>
                </a:lnTo>
                <a:lnTo>
                  <a:pt x="16018" y="9209"/>
                </a:lnTo>
                <a:lnTo>
                  <a:pt x="16155" y="8977"/>
                </a:lnTo>
                <a:lnTo>
                  <a:pt x="16247" y="8744"/>
                </a:lnTo>
                <a:lnTo>
                  <a:pt x="16337" y="8512"/>
                </a:lnTo>
                <a:lnTo>
                  <a:pt x="16429" y="8319"/>
                </a:lnTo>
                <a:lnTo>
                  <a:pt x="16521" y="8087"/>
                </a:lnTo>
                <a:lnTo>
                  <a:pt x="16658" y="7854"/>
                </a:lnTo>
                <a:lnTo>
                  <a:pt x="16750" y="7609"/>
                </a:lnTo>
                <a:lnTo>
                  <a:pt x="16841" y="7377"/>
                </a:lnTo>
                <a:lnTo>
                  <a:pt x="16933" y="7145"/>
                </a:lnTo>
                <a:lnTo>
                  <a:pt x="17024" y="6913"/>
                </a:lnTo>
                <a:lnTo>
                  <a:pt x="17162" y="6668"/>
                </a:lnTo>
                <a:lnTo>
                  <a:pt x="17253" y="6436"/>
                </a:lnTo>
                <a:lnTo>
                  <a:pt x="17344" y="6203"/>
                </a:lnTo>
                <a:lnTo>
                  <a:pt x="17436" y="5971"/>
                </a:lnTo>
                <a:lnTo>
                  <a:pt x="17528" y="5739"/>
                </a:lnTo>
                <a:lnTo>
                  <a:pt x="17665" y="5494"/>
                </a:lnTo>
                <a:lnTo>
                  <a:pt x="17757" y="5262"/>
                </a:lnTo>
                <a:lnTo>
                  <a:pt x="17849" y="5081"/>
                </a:lnTo>
                <a:lnTo>
                  <a:pt x="17939" y="4836"/>
                </a:lnTo>
                <a:lnTo>
                  <a:pt x="18031" y="4604"/>
                </a:lnTo>
                <a:lnTo>
                  <a:pt x="18168" y="4372"/>
                </a:lnTo>
                <a:lnTo>
                  <a:pt x="18260" y="4140"/>
                </a:lnTo>
                <a:lnTo>
                  <a:pt x="18352" y="3895"/>
                </a:lnTo>
                <a:lnTo>
                  <a:pt x="18443" y="3663"/>
                </a:lnTo>
                <a:lnTo>
                  <a:pt x="18534" y="3430"/>
                </a:lnTo>
                <a:lnTo>
                  <a:pt x="18672" y="3198"/>
                </a:lnTo>
                <a:lnTo>
                  <a:pt x="18763" y="2966"/>
                </a:lnTo>
                <a:lnTo>
                  <a:pt x="18855" y="2721"/>
                </a:lnTo>
                <a:lnTo>
                  <a:pt x="18946" y="2540"/>
                </a:lnTo>
                <a:lnTo>
                  <a:pt x="19038" y="2308"/>
                </a:lnTo>
                <a:lnTo>
                  <a:pt x="19175" y="2063"/>
                </a:lnTo>
                <a:lnTo>
                  <a:pt x="19267" y="1831"/>
                </a:lnTo>
                <a:lnTo>
                  <a:pt x="19359" y="1599"/>
                </a:lnTo>
                <a:lnTo>
                  <a:pt x="19449" y="1367"/>
                </a:lnTo>
                <a:lnTo>
                  <a:pt x="19541" y="1122"/>
                </a:lnTo>
                <a:lnTo>
                  <a:pt x="19678" y="889"/>
                </a:lnTo>
                <a:lnTo>
                  <a:pt x="19770" y="657"/>
                </a:lnTo>
                <a:lnTo>
                  <a:pt x="19862" y="464"/>
                </a:lnTo>
                <a:lnTo>
                  <a:pt x="19953" y="232"/>
                </a:lnTo>
                <a:lnTo>
                  <a:pt x="2004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414370" y="5199997"/>
            <a:ext cx="20050" cy="44511"/>
          </a:xfrm>
          <a:custGeom>
            <a:avLst/>
            <a:gdLst/>
            <a:ahLst/>
            <a:cxnLst/>
            <a:rect l="l" t="t" r="r" b="b"/>
            <a:pathLst>
              <a:path w="20050" h="44511">
                <a:moveTo>
                  <a:pt x="0" y="44511"/>
                </a:moveTo>
                <a:lnTo>
                  <a:pt x="137" y="44278"/>
                </a:lnTo>
                <a:lnTo>
                  <a:pt x="228" y="44046"/>
                </a:lnTo>
                <a:lnTo>
                  <a:pt x="319" y="43801"/>
                </a:lnTo>
                <a:lnTo>
                  <a:pt x="411" y="43569"/>
                </a:lnTo>
                <a:lnTo>
                  <a:pt x="502" y="43337"/>
                </a:lnTo>
                <a:lnTo>
                  <a:pt x="640" y="43105"/>
                </a:lnTo>
                <a:lnTo>
                  <a:pt x="731" y="42911"/>
                </a:lnTo>
                <a:lnTo>
                  <a:pt x="823" y="42679"/>
                </a:lnTo>
                <a:lnTo>
                  <a:pt x="915" y="42447"/>
                </a:lnTo>
                <a:lnTo>
                  <a:pt x="1005" y="42202"/>
                </a:lnTo>
                <a:lnTo>
                  <a:pt x="1144" y="41970"/>
                </a:lnTo>
                <a:lnTo>
                  <a:pt x="1234" y="41738"/>
                </a:lnTo>
                <a:lnTo>
                  <a:pt x="1326" y="41505"/>
                </a:lnTo>
                <a:lnTo>
                  <a:pt x="1418" y="41273"/>
                </a:lnTo>
                <a:lnTo>
                  <a:pt x="1510" y="41080"/>
                </a:lnTo>
                <a:lnTo>
                  <a:pt x="1647" y="40848"/>
                </a:lnTo>
                <a:lnTo>
                  <a:pt x="1739" y="40603"/>
                </a:lnTo>
                <a:lnTo>
                  <a:pt x="1829" y="40370"/>
                </a:lnTo>
                <a:lnTo>
                  <a:pt x="1921" y="40138"/>
                </a:lnTo>
                <a:lnTo>
                  <a:pt x="2013" y="39906"/>
                </a:lnTo>
                <a:lnTo>
                  <a:pt x="2150" y="39674"/>
                </a:lnTo>
                <a:lnTo>
                  <a:pt x="2241" y="39429"/>
                </a:lnTo>
                <a:lnTo>
                  <a:pt x="2333" y="39248"/>
                </a:lnTo>
                <a:lnTo>
                  <a:pt x="2425" y="39016"/>
                </a:lnTo>
                <a:lnTo>
                  <a:pt x="2516" y="38771"/>
                </a:lnTo>
                <a:lnTo>
                  <a:pt x="2654" y="38539"/>
                </a:lnTo>
                <a:lnTo>
                  <a:pt x="2744" y="38307"/>
                </a:lnTo>
                <a:lnTo>
                  <a:pt x="2836" y="38074"/>
                </a:lnTo>
                <a:lnTo>
                  <a:pt x="2928" y="37829"/>
                </a:lnTo>
                <a:lnTo>
                  <a:pt x="3020" y="37649"/>
                </a:lnTo>
                <a:lnTo>
                  <a:pt x="3157" y="37417"/>
                </a:lnTo>
                <a:lnTo>
                  <a:pt x="3249" y="37172"/>
                </a:lnTo>
                <a:lnTo>
                  <a:pt x="3340" y="36939"/>
                </a:lnTo>
                <a:lnTo>
                  <a:pt x="3431" y="36707"/>
                </a:lnTo>
                <a:lnTo>
                  <a:pt x="3523" y="36475"/>
                </a:lnTo>
                <a:lnTo>
                  <a:pt x="3660" y="36282"/>
                </a:lnTo>
                <a:lnTo>
                  <a:pt x="3752" y="36049"/>
                </a:lnTo>
                <a:lnTo>
                  <a:pt x="3843" y="35817"/>
                </a:lnTo>
                <a:lnTo>
                  <a:pt x="3935" y="35585"/>
                </a:lnTo>
                <a:lnTo>
                  <a:pt x="4027" y="35340"/>
                </a:lnTo>
                <a:lnTo>
                  <a:pt x="4164" y="35108"/>
                </a:lnTo>
                <a:lnTo>
                  <a:pt x="4256" y="34876"/>
                </a:lnTo>
                <a:lnTo>
                  <a:pt x="4346" y="34682"/>
                </a:lnTo>
                <a:lnTo>
                  <a:pt x="4438" y="34450"/>
                </a:lnTo>
                <a:lnTo>
                  <a:pt x="4530" y="34218"/>
                </a:lnTo>
                <a:lnTo>
                  <a:pt x="4667" y="33986"/>
                </a:lnTo>
                <a:lnTo>
                  <a:pt x="4759" y="33741"/>
                </a:lnTo>
                <a:lnTo>
                  <a:pt x="4851" y="33509"/>
                </a:lnTo>
                <a:lnTo>
                  <a:pt x="4941" y="33328"/>
                </a:lnTo>
                <a:lnTo>
                  <a:pt x="5033" y="33083"/>
                </a:lnTo>
                <a:lnTo>
                  <a:pt x="5170" y="32851"/>
                </a:lnTo>
                <a:lnTo>
                  <a:pt x="5262" y="32619"/>
                </a:lnTo>
                <a:lnTo>
                  <a:pt x="5354" y="32386"/>
                </a:lnTo>
                <a:lnTo>
                  <a:pt x="5445" y="32193"/>
                </a:lnTo>
                <a:lnTo>
                  <a:pt x="5537" y="31961"/>
                </a:lnTo>
                <a:lnTo>
                  <a:pt x="5674" y="31729"/>
                </a:lnTo>
                <a:lnTo>
                  <a:pt x="5766" y="31484"/>
                </a:lnTo>
                <a:lnTo>
                  <a:pt x="5857" y="31251"/>
                </a:lnTo>
                <a:lnTo>
                  <a:pt x="5948" y="31019"/>
                </a:lnTo>
                <a:lnTo>
                  <a:pt x="6040" y="30826"/>
                </a:lnTo>
                <a:lnTo>
                  <a:pt x="6177" y="30594"/>
                </a:lnTo>
                <a:lnTo>
                  <a:pt x="6269" y="30361"/>
                </a:lnTo>
                <a:lnTo>
                  <a:pt x="6361" y="30129"/>
                </a:lnTo>
                <a:lnTo>
                  <a:pt x="6453" y="29897"/>
                </a:lnTo>
                <a:lnTo>
                  <a:pt x="6543" y="29704"/>
                </a:lnTo>
                <a:lnTo>
                  <a:pt x="6681" y="29472"/>
                </a:lnTo>
                <a:lnTo>
                  <a:pt x="6772" y="29239"/>
                </a:lnTo>
                <a:lnTo>
                  <a:pt x="6864" y="28994"/>
                </a:lnTo>
                <a:lnTo>
                  <a:pt x="6956" y="28762"/>
                </a:lnTo>
                <a:lnTo>
                  <a:pt x="7047" y="28582"/>
                </a:lnTo>
                <a:lnTo>
                  <a:pt x="7184" y="28336"/>
                </a:lnTo>
                <a:lnTo>
                  <a:pt x="7276" y="28104"/>
                </a:lnTo>
                <a:lnTo>
                  <a:pt x="7368" y="27872"/>
                </a:lnTo>
                <a:lnTo>
                  <a:pt x="7459" y="27640"/>
                </a:lnTo>
                <a:lnTo>
                  <a:pt x="7550" y="27447"/>
                </a:lnTo>
                <a:lnTo>
                  <a:pt x="7687" y="27214"/>
                </a:lnTo>
                <a:lnTo>
                  <a:pt x="7779" y="26982"/>
                </a:lnTo>
                <a:lnTo>
                  <a:pt x="7871" y="26737"/>
                </a:lnTo>
                <a:lnTo>
                  <a:pt x="7963" y="26505"/>
                </a:lnTo>
                <a:lnTo>
                  <a:pt x="8053" y="26324"/>
                </a:lnTo>
                <a:lnTo>
                  <a:pt x="8192" y="26079"/>
                </a:lnTo>
                <a:lnTo>
                  <a:pt x="8282" y="25847"/>
                </a:lnTo>
                <a:lnTo>
                  <a:pt x="8374" y="25615"/>
                </a:lnTo>
                <a:lnTo>
                  <a:pt x="8466" y="25383"/>
                </a:lnTo>
                <a:lnTo>
                  <a:pt x="8558" y="25189"/>
                </a:lnTo>
                <a:lnTo>
                  <a:pt x="8695" y="24957"/>
                </a:lnTo>
                <a:lnTo>
                  <a:pt x="8786" y="24725"/>
                </a:lnTo>
                <a:lnTo>
                  <a:pt x="8878" y="24480"/>
                </a:lnTo>
                <a:lnTo>
                  <a:pt x="8969" y="24299"/>
                </a:lnTo>
                <a:lnTo>
                  <a:pt x="9060" y="24067"/>
                </a:lnTo>
                <a:lnTo>
                  <a:pt x="9198" y="23822"/>
                </a:lnTo>
                <a:lnTo>
                  <a:pt x="9289" y="23590"/>
                </a:lnTo>
                <a:lnTo>
                  <a:pt x="9381" y="23409"/>
                </a:lnTo>
                <a:lnTo>
                  <a:pt x="9473" y="23164"/>
                </a:lnTo>
                <a:lnTo>
                  <a:pt x="9565" y="22932"/>
                </a:lnTo>
                <a:lnTo>
                  <a:pt x="9702" y="22700"/>
                </a:lnTo>
                <a:lnTo>
                  <a:pt x="9794" y="22468"/>
                </a:lnTo>
                <a:lnTo>
                  <a:pt x="9884" y="22274"/>
                </a:lnTo>
                <a:lnTo>
                  <a:pt x="9976" y="22042"/>
                </a:lnTo>
                <a:lnTo>
                  <a:pt x="10068" y="21810"/>
                </a:lnTo>
                <a:lnTo>
                  <a:pt x="10205" y="21565"/>
                </a:lnTo>
                <a:lnTo>
                  <a:pt x="10297" y="21384"/>
                </a:lnTo>
                <a:lnTo>
                  <a:pt x="10388" y="21152"/>
                </a:lnTo>
                <a:lnTo>
                  <a:pt x="10480" y="20907"/>
                </a:lnTo>
                <a:lnTo>
                  <a:pt x="10571" y="20675"/>
                </a:lnTo>
                <a:lnTo>
                  <a:pt x="10709" y="20494"/>
                </a:lnTo>
                <a:lnTo>
                  <a:pt x="10799" y="20249"/>
                </a:lnTo>
                <a:lnTo>
                  <a:pt x="10891" y="20017"/>
                </a:lnTo>
                <a:lnTo>
                  <a:pt x="10983" y="19785"/>
                </a:lnTo>
                <a:lnTo>
                  <a:pt x="11075" y="19592"/>
                </a:lnTo>
                <a:lnTo>
                  <a:pt x="11212" y="19359"/>
                </a:lnTo>
                <a:lnTo>
                  <a:pt x="11304" y="19127"/>
                </a:lnTo>
                <a:lnTo>
                  <a:pt x="11394" y="18895"/>
                </a:lnTo>
                <a:lnTo>
                  <a:pt x="11486" y="18702"/>
                </a:lnTo>
                <a:lnTo>
                  <a:pt x="11578" y="18469"/>
                </a:lnTo>
                <a:lnTo>
                  <a:pt x="11715" y="18237"/>
                </a:lnTo>
                <a:lnTo>
                  <a:pt x="11807" y="18005"/>
                </a:lnTo>
                <a:lnTo>
                  <a:pt x="11898" y="17812"/>
                </a:lnTo>
                <a:lnTo>
                  <a:pt x="11990" y="17580"/>
                </a:lnTo>
                <a:lnTo>
                  <a:pt x="12081" y="17334"/>
                </a:lnTo>
                <a:lnTo>
                  <a:pt x="12219" y="17154"/>
                </a:lnTo>
                <a:lnTo>
                  <a:pt x="12310" y="16922"/>
                </a:lnTo>
                <a:lnTo>
                  <a:pt x="12401" y="16677"/>
                </a:lnTo>
                <a:lnTo>
                  <a:pt x="12493" y="16444"/>
                </a:lnTo>
                <a:lnTo>
                  <a:pt x="12585" y="16264"/>
                </a:lnTo>
                <a:lnTo>
                  <a:pt x="12722" y="16019"/>
                </a:lnTo>
                <a:lnTo>
                  <a:pt x="12814" y="15787"/>
                </a:lnTo>
                <a:lnTo>
                  <a:pt x="12906" y="15555"/>
                </a:lnTo>
                <a:lnTo>
                  <a:pt x="12996" y="15361"/>
                </a:lnTo>
                <a:lnTo>
                  <a:pt x="13088" y="15129"/>
                </a:lnTo>
                <a:lnTo>
                  <a:pt x="13225" y="14897"/>
                </a:lnTo>
                <a:lnTo>
                  <a:pt x="13317" y="14703"/>
                </a:lnTo>
                <a:lnTo>
                  <a:pt x="13409" y="14471"/>
                </a:lnTo>
                <a:lnTo>
                  <a:pt x="13500" y="14239"/>
                </a:lnTo>
                <a:lnTo>
                  <a:pt x="13592" y="14007"/>
                </a:lnTo>
                <a:lnTo>
                  <a:pt x="13729" y="13813"/>
                </a:lnTo>
                <a:lnTo>
                  <a:pt x="13821" y="13581"/>
                </a:lnTo>
                <a:lnTo>
                  <a:pt x="13912" y="13349"/>
                </a:lnTo>
                <a:lnTo>
                  <a:pt x="14003" y="13155"/>
                </a:lnTo>
                <a:lnTo>
                  <a:pt x="14095" y="12923"/>
                </a:lnTo>
                <a:lnTo>
                  <a:pt x="14232" y="12691"/>
                </a:lnTo>
                <a:lnTo>
                  <a:pt x="14324" y="12498"/>
                </a:lnTo>
                <a:lnTo>
                  <a:pt x="14416" y="12266"/>
                </a:lnTo>
                <a:lnTo>
                  <a:pt x="14506" y="12033"/>
                </a:lnTo>
                <a:lnTo>
                  <a:pt x="14598" y="11788"/>
                </a:lnTo>
                <a:lnTo>
                  <a:pt x="14735" y="11608"/>
                </a:lnTo>
                <a:lnTo>
                  <a:pt x="14827" y="11376"/>
                </a:lnTo>
                <a:lnTo>
                  <a:pt x="14919" y="11131"/>
                </a:lnTo>
                <a:lnTo>
                  <a:pt x="15011" y="10950"/>
                </a:lnTo>
                <a:lnTo>
                  <a:pt x="15102" y="10718"/>
                </a:lnTo>
                <a:lnTo>
                  <a:pt x="15239" y="10473"/>
                </a:lnTo>
                <a:lnTo>
                  <a:pt x="15331" y="10292"/>
                </a:lnTo>
                <a:lnTo>
                  <a:pt x="15422" y="10060"/>
                </a:lnTo>
                <a:lnTo>
                  <a:pt x="15514" y="9815"/>
                </a:lnTo>
                <a:lnTo>
                  <a:pt x="15605" y="9634"/>
                </a:lnTo>
                <a:lnTo>
                  <a:pt x="15742" y="9402"/>
                </a:lnTo>
                <a:lnTo>
                  <a:pt x="15834" y="9157"/>
                </a:lnTo>
                <a:lnTo>
                  <a:pt x="15926" y="8977"/>
                </a:lnTo>
                <a:lnTo>
                  <a:pt x="16018" y="8744"/>
                </a:lnTo>
                <a:lnTo>
                  <a:pt x="16108" y="8499"/>
                </a:lnTo>
                <a:lnTo>
                  <a:pt x="16247" y="8319"/>
                </a:lnTo>
                <a:lnTo>
                  <a:pt x="16337" y="8087"/>
                </a:lnTo>
                <a:lnTo>
                  <a:pt x="16429" y="7842"/>
                </a:lnTo>
                <a:lnTo>
                  <a:pt x="16521" y="7661"/>
                </a:lnTo>
                <a:lnTo>
                  <a:pt x="16613" y="7429"/>
                </a:lnTo>
                <a:lnTo>
                  <a:pt x="16750" y="7184"/>
                </a:lnTo>
                <a:lnTo>
                  <a:pt x="16841" y="7003"/>
                </a:lnTo>
                <a:lnTo>
                  <a:pt x="16933" y="6758"/>
                </a:lnTo>
                <a:lnTo>
                  <a:pt x="17024" y="6526"/>
                </a:lnTo>
                <a:lnTo>
                  <a:pt x="17116" y="6345"/>
                </a:lnTo>
                <a:lnTo>
                  <a:pt x="17253" y="6100"/>
                </a:lnTo>
                <a:lnTo>
                  <a:pt x="17344" y="5868"/>
                </a:lnTo>
                <a:lnTo>
                  <a:pt x="17436" y="5688"/>
                </a:lnTo>
                <a:lnTo>
                  <a:pt x="17528" y="5442"/>
                </a:lnTo>
                <a:lnTo>
                  <a:pt x="17618" y="5210"/>
                </a:lnTo>
                <a:lnTo>
                  <a:pt x="17757" y="5030"/>
                </a:lnTo>
                <a:lnTo>
                  <a:pt x="17847" y="4785"/>
                </a:lnTo>
                <a:lnTo>
                  <a:pt x="17939" y="4553"/>
                </a:lnTo>
                <a:lnTo>
                  <a:pt x="18031" y="4372"/>
                </a:lnTo>
                <a:lnTo>
                  <a:pt x="18123" y="4127"/>
                </a:lnTo>
                <a:lnTo>
                  <a:pt x="18260" y="3895"/>
                </a:lnTo>
                <a:lnTo>
                  <a:pt x="18352" y="3714"/>
                </a:lnTo>
                <a:lnTo>
                  <a:pt x="18443" y="3469"/>
                </a:lnTo>
                <a:lnTo>
                  <a:pt x="18534" y="3288"/>
                </a:lnTo>
                <a:lnTo>
                  <a:pt x="18626" y="3056"/>
                </a:lnTo>
                <a:lnTo>
                  <a:pt x="18763" y="2811"/>
                </a:lnTo>
                <a:lnTo>
                  <a:pt x="18855" y="2631"/>
                </a:lnTo>
                <a:lnTo>
                  <a:pt x="18946" y="2399"/>
                </a:lnTo>
                <a:lnTo>
                  <a:pt x="19038" y="2153"/>
                </a:lnTo>
                <a:lnTo>
                  <a:pt x="19130" y="1973"/>
                </a:lnTo>
                <a:lnTo>
                  <a:pt x="19267" y="1741"/>
                </a:lnTo>
                <a:lnTo>
                  <a:pt x="19359" y="1547"/>
                </a:lnTo>
                <a:lnTo>
                  <a:pt x="19449" y="1315"/>
                </a:lnTo>
                <a:lnTo>
                  <a:pt x="19541" y="1083"/>
                </a:lnTo>
                <a:lnTo>
                  <a:pt x="19633" y="889"/>
                </a:lnTo>
                <a:lnTo>
                  <a:pt x="19770" y="657"/>
                </a:lnTo>
                <a:lnTo>
                  <a:pt x="19862" y="412"/>
                </a:lnTo>
                <a:lnTo>
                  <a:pt x="19953" y="232"/>
                </a:lnTo>
                <a:lnTo>
                  <a:pt x="20050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434421" y="5158440"/>
            <a:ext cx="20043" cy="41557"/>
          </a:xfrm>
          <a:custGeom>
            <a:avLst/>
            <a:gdLst/>
            <a:ahLst/>
            <a:cxnLst/>
            <a:rect l="l" t="t" r="r" b="b"/>
            <a:pathLst>
              <a:path w="20043" h="41557">
                <a:moveTo>
                  <a:pt x="0" y="41557"/>
                </a:moveTo>
                <a:lnTo>
                  <a:pt x="88" y="41363"/>
                </a:lnTo>
                <a:lnTo>
                  <a:pt x="226" y="41131"/>
                </a:lnTo>
                <a:lnTo>
                  <a:pt x="314" y="40899"/>
                </a:lnTo>
                <a:lnTo>
                  <a:pt x="402" y="40706"/>
                </a:lnTo>
                <a:lnTo>
                  <a:pt x="502" y="40474"/>
                </a:lnTo>
                <a:lnTo>
                  <a:pt x="590" y="40280"/>
                </a:lnTo>
                <a:lnTo>
                  <a:pt x="729" y="40048"/>
                </a:lnTo>
                <a:lnTo>
                  <a:pt x="817" y="39816"/>
                </a:lnTo>
                <a:lnTo>
                  <a:pt x="905" y="39622"/>
                </a:lnTo>
                <a:lnTo>
                  <a:pt x="1005" y="39390"/>
                </a:lnTo>
                <a:lnTo>
                  <a:pt x="1093" y="39197"/>
                </a:lnTo>
                <a:lnTo>
                  <a:pt x="1232" y="38964"/>
                </a:lnTo>
                <a:lnTo>
                  <a:pt x="1320" y="38732"/>
                </a:lnTo>
                <a:lnTo>
                  <a:pt x="1408" y="38539"/>
                </a:lnTo>
                <a:lnTo>
                  <a:pt x="1508" y="38307"/>
                </a:lnTo>
                <a:lnTo>
                  <a:pt x="1596" y="38126"/>
                </a:lnTo>
                <a:lnTo>
                  <a:pt x="1735" y="37881"/>
                </a:lnTo>
                <a:lnTo>
                  <a:pt x="1823" y="37649"/>
                </a:lnTo>
                <a:lnTo>
                  <a:pt x="1911" y="37468"/>
                </a:lnTo>
                <a:lnTo>
                  <a:pt x="2011" y="37223"/>
                </a:lnTo>
                <a:lnTo>
                  <a:pt x="2099" y="37043"/>
                </a:lnTo>
                <a:lnTo>
                  <a:pt x="2238" y="36810"/>
                </a:lnTo>
                <a:lnTo>
                  <a:pt x="2326" y="36617"/>
                </a:lnTo>
                <a:lnTo>
                  <a:pt x="2414" y="36385"/>
                </a:lnTo>
                <a:lnTo>
                  <a:pt x="2514" y="36153"/>
                </a:lnTo>
                <a:lnTo>
                  <a:pt x="2602" y="35959"/>
                </a:lnTo>
                <a:lnTo>
                  <a:pt x="2741" y="35727"/>
                </a:lnTo>
                <a:lnTo>
                  <a:pt x="2829" y="35534"/>
                </a:lnTo>
                <a:lnTo>
                  <a:pt x="2917" y="35301"/>
                </a:lnTo>
                <a:lnTo>
                  <a:pt x="3017" y="35108"/>
                </a:lnTo>
                <a:lnTo>
                  <a:pt x="3105" y="34876"/>
                </a:lnTo>
                <a:lnTo>
                  <a:pt x="3244" y="34644"/>
                </a:lnTo>
                <a:lnTo>
                  <a:pt x="3332" y="34450"/>
                </a:lnTo>
                <a:lnTo>
                  <a:pt x="3432" y="34218"/>
                </a:lnTo>
                <a:lnTo>
                  <a:pt x="3520" y="34037"/>
                </a:lnTo>
                <a:lnTo>
                  <a:pt x="3608" y="33792"/>
                </a:lnTo>
                <a:lnTo>
                  <a:pt x="3747" y="33612"/>
                </a:lnTo>
                <a:lnTo>
                  <a:pt x="3835" y="33380"/>
                </a:lnTo>
                <a:lnTo>
                  <a:pt x="3935" y="33186"/>
                </a:lnTo>
                <a:lnTo>
                  <a:pt x="4023" y="32954"/>
                </a:lnTo>
                <a:lnTo>
                  <a:pt x="4111" y="32722"/>
                </a:lnTo>
                <a:lnTo>
                  <a:pt x="4250" y="32528"/>
                </a:lnTo>
                <a:lnTo>
                  <a:pt x="4338" y="32296"/>
                </a:lnTo>
                <a:lnTo>
                  <a:pt x="4438" y="32103"/>
                </a:lnTo>
                <a:lnTo>
                  <a:pt x="4526" y="31871"/>
                </a:lnTo>
                <a:lnTo>
                  <a:pt x="4614" y="31677"/>
                </a:lnTo>
                <a:lnTo>
                  <a:pt x="4753" y="31445"/>
                </a:lnTo>
                <a:lnTo>
                  <a:pt x="4841" y="31264"/>
                </a:lnTo>
                <a:lnTo>
                  <a:pt x="4941" y="31019"/>
                </a:lnTo>
                <a:lnTo>
                  <a:pt x="5029" y="30839"/>
                </a:lnTo>
                <a:lnTo>
                  <a:pt x="5117" y="30607"/>
                </a:lnTo>
                <a:lnTo>
                  <a:pt x="5256" y="30413"/>
                </a:lnTo>
                <a:lnTo>
                  <a:pt x="5344" y="30181"/>
                </a:lnTo>
                <a:lnTo>
                  <a:pt x="5444" y="29987"/>
                </a:lnTo>
                <a:lnTo>
                  <a:pt x="5532" y="29755"/>
                </a:lnTo>
                <a:lnTo>
                  <a:pt x="5620" y="29562"/>
                </a:lnTo>
                <a:lnTo>
                  <a:pt x="5758" y="29330"/>
                </a:lnTo>
                <a:lnTo>
                  <a:pt x="5847" y="29097"/>
                </a:lnTo>
                <a:lnTo>
                  <a:pt x="5947" y="28904"/>
                </a:lnTo>
                <a:lnTo>
                  <a:pt x="6035" y="28672"/>
                </a:lnTo>
                <a:lnTo>
                  <a:pt x="6123" y="28491"/>
                </a:lnTo>
                <a:lnTo>
                  <a:pt x="6261" y="28246"/>
                </a:lnTo>
                <a:lnTo>
                  <a:pt x="6349" y="28066"/>
                </a:lnTo>
                <a:lnTo>
                  <a:pt x="6450" y="27833"/>
                </a:lnTo>
                <a:lnTo>
                  <a:pt x="6538" y="27640"/>
                </a:lnTo>
                <a:lnTo>
                  <a:pt x="6626" y="27408"/>
                </a:lnTo>
                <a:lnTo>
                  <a:pt x="6764" y="27214"/>
                </a:lnTo>
                <a:lnTo>
                  <a:pt x="6865" y="26982"/>
                </a:lnTo>
                <a:lnTo>
                  <a:pt x="6953" y="26789"/>
                </a:lnTo>
                <a:lnTo>
                  <a:pt x="7041" y="26557"/>
                </a:lnTo>
                <a:lnTo>
                  <a:pt x="7129" y="26376"/>
                </a:lnTo>
                <a:lnTo>
                  <a:pt x="7267" y="26131"/>
                </a:lnTo>
                <a:lnTo>
                  <a:pt x="7368" y="25950"/>
                </a:lnTo>
                <a:lnTo>
                  <a:pt x="7456" y="25718"/>
                </a:lnTo>
                <a:lnTo>
                  <a:pt x="7544" y="25525"/>
                </a:lnTo>
                <a:lnTo>
                  <a:pt x="7632" y="25293"/>
                </a:lnTo>
                <a:lnTo>
                  <a:pt x="7770" y="25099"/>
                </a:lnTo>
                <a:lnTo>
                  <a:pt x="7871" y="24867"/>
                </a:lnTo>
                <a:lnTo>
                  <a:pt x="7959" y="24673"/>
                </a:lnTo>
                <a:lnTo>
                  <a:pt x="8047" y="24493"/>
                </a:lnTo>
                <a:lnTo>
                  <a:pt x="8135" y="24261"/>
                </a:lnTo>
                <a:lnTo>
                  <a:pt x="8273" y="24067"/>
                </a:lnTo>
                <a:lnTo>
                  <a:pt x="8374" y="23835"/>
                </a:lnTo>
                <a:lnTo>
                  <a:pt x="8462" y="23642"/>
                </a:lnTo>
                <a:lnTo>
                  <a:pt x="8550" y="23409"/>
                </a:lnTo>
                <a:lnTo>
                  <a:pt x="8638" y="23216"/>
                </a:lnTo>
                <a:lnTo>
                  <a:pt x="8776" y="22984"/>
                </a:lnTo>
                <a:lnTo>
                  <a:pt x="8877" y="22803"/>
                </a:lnTo>
                <a:lnTo>
                  <a:pt x="8965" y="22558"/>
                </a:lnTo>
                <a:lnTo>
                  <a:pt x="9053" y="22378"/>
                </a:lnTo>
                <a:lnTo>
                  <a:pt x="9141" y="22145"/>
                </a:lnTo>
                <a:lnTo>
                  <a:pt x="9279" y="21952"/>
                </a:lnTo>
                <a:lnTo>
                  <a:pt x="9380" y="21720"/>
                </a:lnTo>
                <a:lnTo>
                  <a:pt x="9468" y="21526"/>
                </a:lnTo>
                <a:lnTo>
                  <a:pt x="9556" y="21346"/>
                </a:lnTo>
                <a:lnTo>
                  <a:pt x="9656" y="21101"/>
                </a:lnTo>
                <a:lnTo>
                  <a:pt x="9782" y="20920"/>
                </a:lnTo>
                <a:lnTo>
                  <a:pt x="9883" y="20688"/>
                </a:lnTo>
                <a:lnTo>
                  <a:pt x="9971" y="20494"/>
                </a:lnTo>
                <a:lnTo>
                  <a:pt x="10059" y="20262"/>
                </a:lnTo>
                <a:lnTo>
                  <a:pt x="10159" y="20069"/>
                </a:lnTo>
                <a:lnTo>
                  <a:pt x="10285" y="19837"/>
                </a:lnTo>
                <a:lnTo>
                  <a:pt x="10386" y="19643"/>
                </a:lnTo>
                <a:lnTo>
                  <a:pt x="10474" y="19463"/>
                </a:lnTo>
                <a:lnTo>
                  <a:pt x="10562" y="19230"/>
                </a:lnTo>
                <a:lnTo>
                  <a:pt x="10662" y="19037"/>
                </a:lnTo>
                <a:lnTo>
                  <a:pt x="10801" y="18805"/>
                </a:lnTo>
                <a:lnTo>
                  <a:pt x="10889" y="18611"/>
                </a:lnTo>
                <a:lnTo>
                  <a:pt x="10977" y="18379"/>
                </a:lnTo>
                <a:lnTo>
                  <a:pt x="11065" y="18186"/>
                </a:lnTo>
                <a:lnTo>
                  <a:pt x="11165" y="18005"/>
                </a:lnTo>
                <a:lnTo>
                  <a:pt x="11304" y="17773"/>
                </a:lnTo>
                <a:lnTo>
                  <a:pt x="11392" y="17580"/>
                </a:lnTo>
                <a:lnTo>
                  <a:pt x="11480" y="17347"/>
                </a:lnTo>
                <a:lnTo>
                  <a:pt x="11568" y="17154"/>
                </a:lnTo>
                <a:lnTo>
                  <a:pt x="11668" y="16922"/>
                </a:lnTo>
                <a:lnTo>
                  <a:pt x="11807" y="16728"/>
                </a:lnTo>
                <a:lnTo>
                  <a:pt x="11895" y="16548"/>
                </a:lnTo>
                <a:lnTo>
                  <a:pt x="11983" y="16316"/>
                </a:lnTo>
                <a:lnTo>
                  <a:pt x="12071" y="16122"/>
                </a:lnTo>
                <a:lnTo>
                  <a:pt x="12171" y="15890"/>
                </a:lnTo>
                <a:lnTo>
                  <a:pt x="12310" y="15696"/>
                </a:lnTo>
                <a:lnTo>
                  <a:pt x="12398" y="15516"/>
                </a:lnTo>
                <a:lnTo>
                  <a:pt x="12486" y="15271"/>
                </a:lnTo>
                <a:lnTo>
                  <a:pt x="12574" y="15090"/>
                </a:lnTo>
                <a:lnTo>
                  <a:pt x="12674" y="14858"/>
                </a:lnTo>
                <a:lnTo>
                  <a:pt x="12813" y="14665"/>
                </a:lnTo>
                <a:lnTo>
                  <a:pt x="12901" y="14471"/>
                </a:lnTo>
                <a:lnTo>
                  <a:pt x="12989" y="14239"/>
                </a:lnTo>
                <a:lnTo>
                  <a:pt x="13089" y="14058"/>
                </a:lnTo>
                <a:lnTo>
                  <a:pt x="13177" y="13813"/>
                </a:lnTo>
                <a:lnTo>
                  <a:pt x="13316" y="13633"/>
                </a:lnTo>
                <a:lnTo>
                  <a:pt x="13404" y="13439"/>
                </a:lnTo>
                <a:lnTo>
                  <a:pt x="13492" y="13207"/>
                </a:lnTo>
                <a:lnTo>
                  <a:pt x="13592" y="13027"/>
                </a:lnTo>
                <a:lnTo>
                  <a:pt x="13680" y="12781"/>
                </a:lnTo>
                <a:lnTo>
                  <a:pt x="13819" y="12601"/>
                </a:lnTo>
                <a:lnTo>
                  <a:pt x="13907" y="12407"/>
                </a:lnTo>
                <a:lnTo>
                  <a:pt x="13995" y="12175"/>
                </a:lnTo>
                <a:lnTo>
                  <a:pt x="14095" y="11982"/>
                </a:lnTo>
                <a:lnTo>
                  <a:pt x="14183" y="11801"/>
                </a:lnTo>
                <a:lnTo>
                  <a:pt x="14322" y="11569"/>
                </a:lnTo>
                <a:lnTo>
                  <a:pt x="14410" y="11376"/>
                </a:lnTo>
                <a:lnTo>
                  <a:pt x="14498" y="11143"/>
                </a:lnTo>
                <a:lnTo>
                  <a:pt x="14598" y="10950"/>
                </a:lnTo>
                <a:lnTo>
                  <a:pt x="14686" y="10769"/>
                </a:lnTo>
                <a:lnTo>
                  <a:pt x="14824" y="10524"/>
                </a:lnTo>
                <a:lnTo>
                  <a:pt x="14913" y="10344"/>
                </a:lnTo>
                <a:lnTo>
                  <a:pt x="15001" y="10150"/>
                </a:lnTo>
                <a:lnTo>
                  <a:pt x="15101" y="9918"/>
                </a:lnTo>
                <a:lnTo>
                  <a:pt x="15189" y="9725"/>
                </a:lnTo>
                <a:lnTo>
                  <a:pt x="15327" y="9544"/>
                </a:lnTo>
                <a:lnTo>
                  <a:pt x="15415" y="9312"/>
                </a:lnTo>
                <a:lnTo>
                  <a:pt x="15503" y="9118"/>
                </a:lnTo>
                <a:lnTo>
                  <a:pt x="15604" y="8925"/>
                </a:lnTo>
                <a:lnTo>
                  <a:pt x="15692" y="8693"/>
                </a:lnTo>
                <a:lnTo>
                  <a:pt x="15830" y="8512"/>
                </a:lnTo>
                <a:lnTo>
                  <a:pt x="15918" y="8319"/>
                </a:lnTo>
                <a:lnTo>
                  <a:pt x="16006" y="8087"/>
                </a:lnTo>
                <a:lnTo>
                  <a:pt x="16107" y="7893"/>
                </a:lnTo>
                <a:lnTo>
                  <a:pt x="16195" y="7713"/>
                </a:lnTo>
                <a:lnTo>
                  <a:pt x="16333" y="7467"/>
                </a:lnTo>
                <a:lnTo>
                  <a:pt x="16421" y="7287"/>
                </a:lnTo>
                <a:lnTo>
                  <a:pt x="16509" y="7093"/>
                </a:lnTo>
                <a:lnTo>
                  <a:pt x="16610" y="6861"/>
                </a:lnTo>
                <a:lnTo>
                  <a:pt x="16698" y="6681"/>
                </a:lnTo>
                <a:lnTo>
                  <a:pt x="16836" y="6487"/>
                </a:lnTo>
                <a:lnTo>
                  <a:pt x="16924" y="6255"/>
                </a:lnTo>
                <a:lnTo>
                  <a:pt x="17025" y="6062"/>
                </a:lnTo>
                <a:lnTo>
                  <a:pt x="17113" y="5881"/>
                </a:lnTo>
                <a:lnTo>
                  <a:pt x="17201" y="5636"/>
                </a:lnTo>
                <a:lnTo>
                  <a:pt x="17339" y="5455"/>
                </a:lnTo>
                <a:lnTo>
                  <a:pt x="17427" y="5262"/>
                </a:lnTo>
                <a:lnTo>
                  <a:pt x="17528" y="5030"/>
                </a:lnTo>
                <a:lnTo>
                  <a:pt x="17616" y="4836"/>
                </a:lnTo>
                <a:lnTo>
                  <a:pt x="17704" y="4656"/>
                </a:lnTo>
                <a:lnTo>
                  <a:pt x="17842" y="4424"/>
                </a:lnTo>
                <a:lnTo>
                  <a:pt x="17930" y="4230"/>
                </a:lnTo>
                <a:lnTo>
                  <a:pt x="18031" y="4037"/>
                </a:lnTo>
                <a:lnTo>
                  <a:pt x="18119" y="3856"/>
                </a:lnTo>
                <a:lnTo>
                  <a:pt x="18207" y="3624"/>
                </a:lnTo>
                <a:lnTo>
                  <a:pt x="18345" y="3430"/>
                </a:lnTo>
                <a:lnTo>
                  <a:pt x="18433" y="3237"/>
                </a:lnTo>
                <a:lnTo>
                  <a:pt x="18534" y="3005"/>
                </a:lnTo>
                <a:lnTo>
                  <a:pt x="18622" y="2824"/>
                </a:lnTo>
                <a:lnTo>
                  <a:pt x="18710" y="2631"/>
                </a:lnTo>
                <a:lnTo>
                  <a:pt x="18848" y="2399"/>
                </a:lnTo>
                <a:lnTo>
                  <a:pt x="18936" y="2205"/>
                </a:lnTo>
                <a:lnTo>
                  <a:pt x="19037" y="2024"/>
                </a:lnTo>
                <a:lnTo>
                  <a:pt x="19125" y="1831"/>
                </a:lnTo>
                <a:lnTo>
                  <a:pt x="19213" y="1599"/>
                </a:lnTo>
                <a:lnTo>
                  <a:pt x="19351" y="1405"/>
                </a:lnTo>
                <a:lnTo>
                  <a:pt x="19439" y="1225"/>
                </a:lnTo>
                <a:lnTo>
                  <a:pt x="19540" y="1031"/>
                </a:lnTo>
                <a:lnTo>
                  <a:pt x="19628" y="799"/>
                </a:lnTo>
                <a:lnTo>
                  <a:pt x="19716" y="606"/>
                </a:lnTo>
                <a:lnTo>
                  <a:pt x="19854" y="425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454464" y="5120507"/>
            <a:ext cx="20043" cy="37933"/>
          </a:xfrm>
          <a:custGeom>
            <a:avLst/>
            <a:gdLst/>
            <a:ahLst/>
            <a:cxnLst/>
            <a:rect l="l" t="t" r="r" b="b"/>
            <a:pathLst>
              <a:path w="20043" h="37933">
                <a:moveTo>
                  <a:pt x="0" y="37933"/>
                </a:moveTo>
                <a:lnTo>
                  <a:pt x="88" y="37739"/>
                </a:lnTo>
                <a:lnTo>
                  <a:pt x="176" y="37559"/>
                </a:lnTo>
                <a:lnTo>
                  <a:pt x="314" y="37326"/>
                </a:lnTo>
                <a:lnTo>
                  <a:pt x="414" y="37133"/>
                </a:lnTo>
                <a:lnTo>
                  <a:pt x="502" y="36939"/>
                </a:lnTo>
                <a:lnTo>
                  <a:pt x="590" y="36759"/>
                </a:lnTo>
                <a:lnTo>
                  <a:pt x="679" y="36527"/>
                </a:lnTo>
                <a:lnTo>
                  <a:pt x="817" y="36333"/>
                </a:lnTo>
                <a:lnTo>
                  <a:pt x="917" y="36153"/>
                </a:lnTo>
                <a:lnTo>
                  <a:pt x="1005" y="35959"/>
                </a:lnTo>
                <a:lnTo>
                  <a:pt x="1093" y="35727"/>
                </a:lnTo>
                <a:lnTo>
                  <a:pt x="1181" y="35534"/>
                </a:lnTo>
                <a:lnTo>
                  <a:pt x="1320" y="35353"/>
                </a:lnTo>
                <a:lnTo>
                  <a:pt x="1420" y="35160"/>
                </a:lnTo>
                <a:lnTo>
                  <a:pt x="1508" y="34966"/>
                </a:lnTo>
                <a:lnTo>
                  <a:pt x="1596" y="34734"/>
                </a:lnTo>
                <a:lnTo>
                  <a:pt x="1684" y="34553"/>
                </a:lnTo>
                <a:lnTo>
                  <a:pt x="1823" y="34360"/>
                </a:lnTo>
                <a:lnTo>
                  <a:pt x="1923" y="34166"/>
                </a:lnTo>
                <a:lnTo>
                  <a:pt x="2011" y="33934"/>
                </a:lnTo>
                <a:lnTo>
                  <a:pt x="2099" y="33754"/>
                </a:lnTo>
                <a:lnTo>
                  <a:pt x="2187" y="33560"/>
                </a:lnTo>
                <a:lnTo>
                  <a:pt x="2326" y="33367"/>
                </a:lnTo>
                <a:lnTo>
                  <a:pt x="2426" y="33186"/>
                </a:lnTo>
                <a:lnTo>
                  <a:pt x="2514" y="32954"/>
                </a:lnTo>
                <a:lnTo>
                  <a:pt x="2602" y="32760"/>
                </a:lnTo>
                <a:lnTo>
                  <a:pt x="2690" y="32580"/>
                </a:lnTo>
                <a:lnTo>
                  <a:pt x="2829" y="32386"/>
                </a:lnTo>
                <a:lnTo>
                  <a:pt x="2929" y="32154"/>
                </a:lnTo>
                <a:lnTo>
                  <a:pt x="3017" y="31961"/>
                </a:lnTo>
                <a:lnTo>
                  <a:pt x="3105" y="31780"/>
                </a:lnTo>
                <a:lnTo>
                  <a:pt x="3206" y="31587"/>
                </a:lnTo>
                <a:lnTo>
                  <a:pt x="3332" y="31393"/>
                </a:lnTo>
                <a:lnTo>
                  <a:pt x="3432" y="31161"/>
                </a:lnTo>
                <a:lnTo>
                  <a:pt x="3520" y="30981"/>
                </a:lnTo>
                <a:lnTo>
                  <a:pt x="3608" y="30787"/>
                </a:lnTo>
                <a:lnTo>
                  <a:pt x="3709" y="30594"/>
                </a:lnTo>
                <a:lnTo>
                  <a:pt x="3835" y="30413"/>
                </a:lnTo>
                <a:lnTo>
                  <a:pt x="3935" y="30220"/>
                </a:lnTo>
                <a:lnTo>
                  <a:pt x="4023" y="29987"/>
                </a:lnTo>
                <a:lnTo>
                  <a:pt x="4111" y="29807"/>
                </a:lnTo>
                <a:lnTo>
                  <a:pt x="4212" y="29613"/>
                </a:lnTo>
                <a:lnTo>
                  <a:pt x="4350" y="29420"/>
                </a:lnTo>
                <a:lnTo>
                  <a:pt x="4438" y="29239"/>
                </a:lnTo>
                <a:lnTo>
                  <a:pt x="4526" y="29007"/>
                </a:lnTo>
                <a:lnTo>
                  <a:pt x="4614" y="28814"/>
                </a:lnTo>
                <a:lnTo>
                  <a:pt x="4715" y="28620"/>
                </a:lnTo>
                <a:lnTo>
                  <a:pt x="4853" y="28440"/>
                </a:lnTo>
                <a:lnTo>
                  <a:pt x="4941" y="28246"/>
                </a:lnTo>
                <a:lnTo>
                  <a:pt x="5029" y="28066"/>
                </a:lnTo>
                <a:lnTo>
                  <a:pt x="5117" y="27821"/>
                </a:lnTo>
                <a:lnTo>
                  <a:pt x="5218" y="27640"/>
                </a:lnTo>
                <a:lnTo>
                  <a:pt x="5356" y="27447"/>
                </a:lnTo>
                <a:lnTo>
                  <a:pt x="5444" y="27266"/>
                </a:lnTo>
                <a:lnTo>
                  <a:pt x="5532" y="27072"/>
                </a:lnTo>
                <a:lnTo>
                  <a:pt x="5620" y="26892"/>
                </a:lnTo>
                <a:lnTo>
                  <a:pt x="5721" y="26698"/>
                </a:lnTo>
                <a:lnTo>
                  <a:pt x="5859" y="26466"/>
                </a:lnTo>
                <a:lnTo>
                  <a:pt x="5947" y="26273"/>
                </a:lnTo>
                <a:lnTo>
                  <a:pt x="6035" y="26092"/>
                </a:lnTo>
                <a:lnTo>
                  <a:pt x="6123" y="25899"/>
                </a:lnTo>
                <a:lnTo>
                  <a:pt x="6224" y="25705"/>
                </a:lnTo>
                <a:lnTo>
                  <a:pt x="6362" y="25525"/>
                </a:lnTo>
                <a:lnTo>
                  <a:pt x="6450" y="25331"/>
                </a:lnTo>
                <a:lnTo>
                  <a:pt x="6538" y="25099"/>
                </a:lnTo>
                <a:lnTo>
                  <a:pt x="6639" y="24906"/>
                </a:lnTo>
                <a:lnTo>
                  <a:pt x="6727" y="24725"/>
                </a:lnTo>
                <a:lnTo>
                  <a:pt x="6865" y="24532"/>
                </a:lnTo>
                <a:lnTo>
                  <a:pt x="6953" y="24351"/>
                </a:lnTo>
                <a:lnTo>
                  <a:pt x="7041" y="24158"/>
                </a:lnTo>
                <a:lnTo>
                  <a:pt x="7142" y="23977"/>
                </a:lnTo>
                <a:lnTo>
                  <a:pt x="7230" y="23783"/>
                </a:lnTo>
                <a:lnTo>
                  <a:pt x="7368" y="23551"/>
                </a:lnTo>
                <a:lnTo>
                  <a:pt x="7456" y="23358"/>
                </a:lnTo>
                <a:lnTo>
                  <a:pt x="7544" y="23177"/>
                </a:lnTo>
                <a:lnTo>
                  <a:pt x="7645" y="22984"/>
                </a:lnTo>
                <a:lnTo>
                  <a:pt x="7733" y="22790"/>
                </a:lnTo>
                <a:lnTo>
                  <a:pt x="7871" y="22610"/>
                </a:lnTo>
                <a:lnTo>
                  <a:pt x="7959" y="22416"/>
                </a:lnTo>
                <a:lnTo>
                  <a:pt x="8047" y="22236"/>
                </a:lnTo>
                <a:lnTo>
                  <a:pt x="8148" y="22042"/>
                </a:lnTo>
                <a:lnTo>
                  <a:pt x="8236" y="21810"/>
                </a:lnTo>
                <a:lnTo>
                  <a:pt x="8374" y="21617"/>
                </a:lnTo>
                <a:lnTo>
                  <a:pt x="8462" y="21436"/>
                </a:lnTo>
                <a:lnTo>
                  <a:pt x="8550" y="21243"/>
                </a:lnTo>
                <a:lnTo>
                  <a:pt x="8651" y="21062"/>
                </a:lnTo>
                <a:lnTo>
                  <a:pt x="8739" y="20869"/>
                </a:lnTo>
                <a:lnTo>
                  <a:pt x="8877" y="20675"/>
                </a:lnTo>
                <a:lnTo>
                  <a:pt x="8965" y="20494"/>
                </a:lnTo>
                <a:lnTo>
                  <a:pt x="9053" y="20301"/>
                </a:lnTo>
                <a:lnTo>
                  <a:pt x="9154" y="20120"/>
                </a:lnTo>
                <a:lnTo>
                  <a:pt x="9242" y="19927"/>
                </a:lnTo>
                <a:lnTo>
                  <a:pt x="9380" y="19695"/>
                </a:lnTo>
                <a:lnTo>
                  <a:pt x="9468" y="19501"/>
                </a:lnTo>
                <a:lnTo>
                  <a:pt x="9556" y="19321"/>
                </a:lnTo>
                <a:lnTo>
                  <a:pt x="9656" y="19127"/>
                </a:lnTo>
                <a:lnTo>
                  <a:pt x="9745" y="18947"/>
                </a:lnTo>
                <a:lnTo>
                  <a:pt x="9883" y="18753"/>
                </a:lnTo>
                <a:lnTo>
                  <a:pt x="9971" y="18560"/>
                </a:lnTo>
                <a:lnTo>
                  <a:pt x="10059" y="18379"/>
                </a:lnTo>
                <a:lnTo>
                  <a:pt x="10159" y="18186"/>
                </a:lnTo>
                <a:lnTo>
                  <a:pt x="10247" y="18005"/>
                </a:lnTo>
                <a:lnTo>
                  <a:pt x="10386" y="17812"/>
                </a:lnTo>
                <a:lnTo>
                  <a:pt x="10474" y="17631"/>
                </a:lnTo>
                <a:lnTo>
                  <a:pt x="10574" y="17438"/>
                </a:lnTo>
                <a:lnTo>
                  <a:pt x="10662" y="17244"/>
                </a:lnTo>
                <a:lnTo>
                  <a:pt x="10750" y="17064"/>
                </a:lnTo>
                <a:lnTo>
                  <a:pt x="10889" y="16870"/>
                </a:lnTo>
                <a:lnTo>
                  <a:pt x="10977" y="16690"/>
                </a:lnTo>
                <a:lnTo>
                  <a:pt x="11077" y="16496"/>
                </a:lnTo>
                <a:lnTo>
                  <a:pt x="11165" y="16264"/>
                </a:lnTo>
                <a:lnTo>
                  <a:pt x="11253" y="16070"/>
                </a:lnTo>
                <a:lnTo>
                  <a:pt x="11392" y="15890"/>
                </a:lnTo>
                <a:lnTo>
                  <a:pt x="11480" y="15696"/>
                </a:lnTo>
                <a:lnTo>
                  <a:pt x="11580" y="15516"/>
                </a:lnTo>
                <a:lnTo>
                  <a:pt x="11668" y="15322"/>
                </a:lnTo>
                <a:lnTo>
                  <a:pt x="11756" y="15129"/>
                </a:lnTo>
                <a:lnTo>
                  <a:pt x="11895" y="14948"/>
                </a:lnTo>
                <a:lnTo>
                  <a:pt x="11983" y="14755"/>
                </a:lnTo>
                <a:lnTo>
                  <a:pt x="12083" y="14574"/>
                </a:lnTo>
                <a:lnTo>
                  <a:pt x="12171" y="14381"/>
                </a:lnTo>
                <a:lnTo>
                  <a:pt x="12259" y="14200"/>
                </a:lnTo>
                <a:lnTo>
                  <a:pt x="12398" y="14007"/>
                </a:lnTo>
                <a:lnTo>
                  <a:pt x="12486" y="13813"/>
                </a:lnTo>
                <a:lnTo>
                  <a:pt x="12586" y="13633"/>
                </a:lnTo>
                <a:lnTo>
                  <a:pt x="12674" y="13439"/>
                </a:lnTo>
                <a:lnTo>
                  <a:pt x="12762" y="13259"/>
                </a:lnTo>
                <a:lnTo>
                  <a:pt x="12901" y="13065"/>
                </a:lnTo>
                <a:lnTo>
                  <a:pt x="12989" y="12885"/>
                </a:lnTo>
                <a:lnTo>
                  <a:pt x="13089" y="12691"/>
                </a:lnTo>
                <a:lnTo>
                  <a:pt x="13177" y="12498"/>
                </a:lnTo>
                <a:lnTo>
                  <a:pt x="13265" y="12317"/>
                </a:lnTo>
                <a:lnTo>
                  <a:pt x="13404" y="12124"/>
                </a:lnTo>
                <a:lnTo>
                  <a:pt x="13492" y="11943"/>
                </a:lnTo>
                <a:lnTo>
                  <a:pt x="13592" y="11750"/>
                </a:lnTo>
                <a:lnTo>
                  <a:pt x="13680" y="11556"/>
                </a:lnTo>
                <a:lnTo>
                  <a:pt x="13768" y="11376"/>
                </a:lnTo>
                <a:lnTo>
                  <a:pt x="13907" y="11182"/>
                </a:lnTo>
                <a:lnTo>
                  <a:pt x="13995" y="11002"/>
                </a:lnTo>
                <a:lnTo>
                  <a:pt x="14095" y="10808"/>
                </a:lnTo>
                <a:lnTo>
                  <a:pt x="14183" y="10627"/>
                </a:lnTo>
                <a:lnTo>
                  <a:pt x="14271" y="10434"/>
                </a:lnTo>
                <a:lnTo>
                  <a:pt x="14410" y="10241"/>
                </a:lnTo>
                <a:lnTo>
                  <a:pt x="14510" y="10060"/>
                </a:lnTo>
                <a:lnTo>
                  <a:pt x="14598" y="9866"/>
                </a:lnTo>
                <a:lnTo>
                  <a:pt x="14686" y="9686"/>
                </a:lnTo>
                <a:lnTo>
                  <a:pt x="14774" y="9544"/>
                </a:lnTo>
                <a:lnTo>
                  <a:pt x="14913" y="9351"/>
                </a:lnTo>
                <a:lnTo>
                  <a:pt x="15013" y="9170"/>
                </a:lnTo>
                <a:lnTo>
                  <a:pt x="15101" y="8977"/>
                </a:lnTo>
                <a:lnTo>
                  <a:pt x="15189" y="8783"/>
                </a:lnTo>
                <a:lnTo>
                  <a:pt x="15277" y="8602"/>
                </a:lnTo>
                <a:lnTo>
                  <a:pt x="15415" y="8409"/>
                </a:lnTo>
                <a:lnTo>
                  <a:pt x="15516" y="8228"/>
                </a:lnTo>
                <a:lnTo>
                  <a:pt x="15604" y="8035"/>
                </a:lnTo>
                <a:lnTo>
                  <a:pt x="15692" y="7854"/>
                </a:lnTo>
                <a:lnTo>
                  <a:pt x="15780" y="7661"/>
                </a:lnTo>
                <a:lnTo>
                  <a:pt x="15918" y="7467"/>
                </a:lnTo>
                <a:lnTo>
                  <a:pt x="16019" y="7287"/>
                </a:lnTo>
                <a:lnTo>
                  <a:pt x="16107" y="7093"/>
                </a:lnTo>
                <a:lnTo>
                  <a:pt x="16195" y="6913"/>
                </a:lnTo>
                <a:lnTo>
                  <a:pt x="16283" y="6719"/>
                </a:lnTo>
                <a:lnTo>
                  <a:pt x="16421" y="6539"/>
                </a:lnTo>
                <a:lnTo>
                  <a:pt x="16522" y="6397"/>
                </a:lnTo>
                <a:lnTo>
                  <a:pt x="16610" y="6203"/>
                </a:lnTo>
                <a:lnTo>
                  <a:pt x="16698" y="6010"/>
                </a:lnTo>
                <a:lnTo>
                  <a:pt x="16799" y="5829"/>
                </a:lnTo>
                <a:lnTo>
                  <a:pt x="16924" y="5636"/>
                </a:lnTo>
                <a:lnTo>
                  <a:pt x="17025" y="5455"/>
                </a:lnTo>
                <a:lnTo>
                  <a:pt x="17113" y="5262"/>
                </a:lnTo>
                <a:lnTo>
                  <a:pt x="17201" y="5081"/>
                </a:lnTo>
                <a:lnTo>
                  <a:pt x="17302" y="4888"/>
                </a:lnTo>
                <a:lnTo>
                  <a:pt x="17427" y="4694"/>
                </a:lnTo>
                <a:lnTo>
                  <a:pt x="17528" y="4514"/>
                </a:lnTo>
                <a:lnTo>
                  <a:pt x="17616" y="4372"/>
                </a:lnTo>
                <a:lnTo>
                  <a:pt x="17704" y="4178"/>
                </a:lnTo>
                <a:lnTo>
                  <a:pt x="17805" y="3998"/>
                </a:lnTo>
                <a:lnTo>
                  <a:pt x="17943" y="3804"/>
                </a:lnTo>
                <a:lnTo>
                  <a:pt x="18031" y="3624"/>
                </a:lnTo>
                <a:lnTo>
                  <a:pt x="18119" y="3430"/>
                </a:lnTo>
                <a:lnTo>
                  <a:pt x="18207" y="3237"/>
                </a:lnTo>
                <a:lnTo>
                  <a:pt x="18308" y="3056"/>
                </a:lnTo>
                <a:lnTo>
                  <a:pt x="18446" y="2863"/>
                </a:lnTo>
                <a:lnTo>
                  <a:pt x="18534" y="2721"/>
                </a:lnTo>
                <a:lnTo>
                  <a:pt x="18622" y="2540"/>
                </a:lnTo>
                <a:lnTo>
                  <a:pt x="18710" y="2347"/>
                </a:lnTo>
                <a:lnTo>
                  <a:pt x="18811" y="2166"/>
                </a:lnTo>
                <a:lnTo>
                  <a:pt x="18949" y="1973"/>
                </a:lnTo>
                <a:lnTo>
                  <a:pt x="19037" y="1779"/>
                </a:lnTo>
                <a:lnTo>
                  <a:pt x="19125" y="1599"/>
                </a:lnTo>
                <a:lnTo>
                  <a:pt x="19213" y="1405"/>
                </a:lnTo>
                <a:lnTo>
                  <a:pt x="19313" y="1264"/>
                </a:lnTo>
                <a:lnTo>
                  <a:pt x="19452" y="1083"/>
                </a:lnTo>
                <a:lnTo>
                  <a:pt x="19540" y="889"/>
                </a:lnTo>
                <a:lnTo>
                  <a:pt x="19628" y="709"/>
                </a:lnTo>
                <a:lnTo>
                  <a:pt x="19716" y="515"/>
                </a:lnTo>
                <a:lnTo>
                  <a:pt x="19816" y="322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474507" y="5086714"/>
            <a:ext cx="20043" cy="33792"/>
          </a:xfrm>
          <a:custGeom>
            <a:avLst/>
            <a:gdLst/>
            <a:ahLst/>
            <a:cxnLst/>
            <a:rect l="l" t="t" r="r" b="b"/>
            <a:pathLst>
              <a:path w="20043" h="33792">
                <a:moveTo>
                  <a:pt x="0" y="33792"/>
                </a:moveTo>
                <a:lnTo>
                  <a:pt x="88" y="33599"/>
                </a:lnTo>
                <a:lnTo>
                  <a:pt x="176" y="33418"/>
                </a:lnTo>
                <a:lnTo>
                  <a:pt x="276" y="33225"/>
                </a:lnTo>
                <a:lnTo>
                  <a:pt x="414" y="33044"/>
                </a:lnTo>
                <a:lnTo>
                  <a:pt x="502" y="32851"/>
                </a:lnTo>
                <a:lnTo>
                  <a:pt x="590" y="32709"/>
                </a:lnTo>
                <a:lnTo>
                  <a:pt x="691" y="32528"/>
                </a:lnTo>
                <a:lnTo>
                  <a:pt x="779" y="32335"/>
                </a:lnTo>
                <a:lnTo>
                  <a:pt x="917" y="32141"/>
                </a:lnTo>
                <a:lnTo>
                  <a:pt x="1005" y="31961"/>
                </a:lnTo>
                <a:lnTo>
                  <a:pt x="1093" y="31767"/>
                </a:lnTo>
                <a:lnTo>
                  <a:pt x="1194" y="31625"/>
                </a:lnTo>
                <a:lnTo>
                  <a:pt x="1282" y="31445"/>
                </a:lnTo>
                <a:lnTo>
                  <a:pt x="1420" y="31251"/>
                </a:lnTo>
                <a:lnTo>
                  <a:pt x="1508" y="31071"/>
                </a:lnTo>
                <a:lnTo>
                  <a:pt x="1596" y="30877"/>
                </a:lnTo>
                <a:lnTo>
                  <a:pt x="1697" y="30736"/>
                </a:lnTo>
                <a:lnTo>
                  <a:pt x="1785" y="30542"/>
                </a:lnTo>
                <a:lnTo>
                  <a:pt x="1923" y="30361"/>
                </a:lnTo>
                <a:lnTo>
                  <a:pt x="2011" y="30168"/>
                </a:lnTo>
                <a:lnTo>
                  <a:pt x="2099" y="29987"/>
                </a:lnTo>
                <a:lnTo>
                  <a:pt x="2200" y="29846"/>
                </a:lnTo>
                <a:lnTo>
                  <a:pt x="2288" y="29652"/>
                </a:lnTo>
                <a:lnTo>
                  <a:pt x="2426" y="29472"/>
                </a:lnTo>
                <a:lnTo>
                  <a:pt x="2514" y="29278"/>
                </a:lnTo>
                <a:lnTo>
                  <a:pt x="2602" y="29085"/>
                </a:lnTo>
                <a:lnTo>
                  <a:pt x="2703" y="28956"/>
                </a:lnTo>
                <a:lnTo>
                  <a:pt x="2791" y="28762"/>
                </a:lnTo>
                <a:lnTo>
                  <a:pt x="2929" y="28569"/>
                </a:lnTo>
                <a:lnTo>
                  <a:pt x="3017" y="28388"/>
                </a:lnTo>
                <a:lnTo>
                  <a:pt x="3105" y="28195"/>
                </a:lnTo>
                <a:lnTo>
                  <a:pt x="3206" y="28053"/>
                </a:lnTo>
                <a:lnTo>
                  <a:pt x="3294" y="27872"/>
                </a:lnTo>
                <a:lnTo>
                  <a:pt x="3432" y="27679"/>
                </a:lnTo>
                <a:lnTo>
                  <a:pt x="3520" y="27498"/>
                </a:lnTo>
                <a:lnTo>
                  <a:pt x="3608" y="27356"/>
                </a:lnTo>
                <a:lnTo>
                  <a:pt x="3709" y="27163"/>
                </a:lnTo>
                <a:lnTo>
                  <a:pt x="3797" y="26969"/>
                </a:lnTo>
                <a:lnTo>
                  <a:pt x="3935" y="26789"/>
                </a:lnTo>
                <a:lnTo>
                  <a:pt x="4023" y="26647"/>
                </a:lnTo>
                <a:lnTo>
                  <a:pt x="4124" y="26453"/>
                </a:lnTo>
                <a:lnTo>
                  <a:pt x="4212" y="26273"/>
                </a:lnTo>
                <a:lnTo>
                  <a:pt x="4300" y="26079"/>
                </a:lnTo>
                <a:lnTo>
                  <a:pt x="4438" y="25937"/>
                </a:lnTo>
                <a:lnTo>
                  <a:pt x="4526" y="25757"/>
                </a:lnTo>
                <a:lnTo>
                  <a:pt x="4627" y="25563"/>
                </a:lnTo>
                <a:lnTo>
                  <a:pt x="4715" y="25383"/>
                </a:lnTo>
                <a:lnTo>
                  <a:pt x="4803" y="25241"/>
                </a:lnTo>
                <a:lnTo>
                  <a:pt x="4941" y="25047"/>
                </a:lnTo>
                <a:lnTo>
                  <a:pt x="5029" y="24854"/>
                </a:lnTo>
                <a:lnTo>
                  <a:pt x="5130" y="24673"/>
                </a:lnTo>
                <a:lnTo>
                  <a:pt x="5218" y="24532"/>
                </a:lnTo>
                <a:lnTo>
                  <a:pt x="5306" y="24338"/>
                </a:lnTo>
                <a:lnTo>
                  <a:pt x="5444" y="24158"/>
                </a:lnTo>
                <a:lnTo>
                  <a:pt x="5532" y="24016"/>
                </a:lnTo>
                <a:lnTo>
                  <a:pt x="5633" y="23822"/>
                </a:lnTo>
                <a:lnTo>
                  <a:pt x="5721" y="23642"/>
                </a:lnTo>
                <a:lnTo>
                  <a:pt x="5809" y="23448"/>
                </a:lnTo>
                <a:lnTo>
                  <a:pt x="5947" y="23306"/>
                </a:lnTo>
                <a:lnTo>
                  <a:pt x="6035" y="23126"/>
                </a:lnTo>
                <a:lnTo>
                  <a:pt x="6136" y="22932"/>
                </a:lnTo>
                <a:lnTo>
                  <a:pt x="6224" y="22790"/>
                </a:lnTo>
                <a:lnTo>
                  <a:pt x="6312" y="22610"/>
                </a:lnTo>
                <a:lnTo>
                  <a:pt x="6450" y="22416"/>
                </a:lnTo>
                <a:lnTo>
                  <a:pt x="6538" y="22223"/>
                </a:lnTo>
                <a:lnTo>
                  <a:pt x="6639" y="22081"/>
                </a:lnTo>
                <a:lnTo>
                  <a:pt x="6727" y="21900"/>
                </a:lnTo>
                <a:lnTo>
                  <a:pt x="6815" y="21707"/>
                </a:lnTo>
                <a:lnTo>
                  <a:pt x="6953" y="21565"/>
                </a:lnTo>
                <a:lnTo>
                  <a:pt x="7041" y="21384"/>
                </a:lnTo>
                <a:lnTo>
                  <a:pt x="7142" y="21191"/>
                </a:lnTo>
                <a:lnTo>
                  <a:pt x="7230" y="21049"/>
                </a:lnTo>
                <a:lnTo>
                  <a:pt x="7318" y="20869"/>
                </a:lnTo>
                <a:lnTo>
                  <a:pt x="7456" y="20675"/>
                </a:lnTo>
                <a:lnTo>
                  <a:pt x="7544" y="20533"/>
                </a:lnTo>
                <a:lnTo>
                  <a:pt x="7645" y="20353"/>
                </a:lnTo>
                <a:lnTo>
                  <a:pt x="7733" y="20159"/>
                </a:lnTo>
                <a:lnTo>
                  <a:pt x="7821" y="20017"/>
                </a:lnTo>
                <a:lnTo>
                  <a:pt x="7959" y="19837"/>
                </a:lnTo>
                <a:lnTo>
                  <a:pt x="8060" y="19643"/>
                </a:lnTo>
                <a:lnTo>
                  <a:pt x="8148" y="19501"/>
                </a:lnTo>
                <a:lnTo>
                  <a:pt x="8236" y="19308"/>
                </a:lnTo>
                <a:lnTo>
                  <a:pt x="8324" y="19127"/>
                </a:lnTo>
                <a:lnTo>
                  <a:pt x="8462" y="18985"/>
                </a:lnTo>
                <a:lnTo>
                  <a:pt x="8563" y="18792"/>
                </a:lnTo>
                <a:lnTo>
                  <a:pt x="8651" y="18611"/>
                </a:lnTo>
                <a:lnTo>
                  <a:pt x="8739" y="18469"/>
                </a:lnTo>
                <a:lnTo>
                  <a:pt x="8827" y="18276"/>
                </a:lnTo>
                <a:lnTo>
                  <a:pt x="8965" y="18095"/>
                </a:lnTo>
                <a:lnTo>
                  <a:pt x="9065" y="17954"/>
                </a:lnTo>
                <a:lnTo>
                  <a:pt x="9154" y="17760"/>
                </a:lnTo>
                <a:lnTo>
                  <a:pt x="9242" y="17618"/>
                </a:lnTo>
                <a:lnTo>
                  <a:pt x="9330" y="17438"/>
                </a:lnTo>
                <a:lnTo>
                  <a:pt x="9468" y="17244"/>
                </a:lnTo>
                <a:lnTo>
                  <a:pt x="9568" y="17102"/>
                </a:lnTo>
                <a:lnTo>
                  <a:pt x="9656" y="16922"/>
                </a:lnTo>
                <a:lnTo>
                  <a:pt x="9745" y="16728"/>
                </a:lnTo>
                <a:lnTo>
                  <a:pt x="9833" y="16586"/>
                </a:lnTo>
                <a:lnTo>
                  <a:pt x="9971" y="16393"/>
                </a:lnTo>
                <a:lnTo>
                  <a:pt x="10071" y="16264"/>
                </a:lnTo>
                <a:lnTo>
                  <a:pt x="10159" y="16070"/>
                </a:lnTo>
                <a:lnTo>
                  <a:pt x="10247" y="15877"/>
                </a:lnTo>
                <a:lnTo>
                  <a:pt x="10348" y="15735"/>
                </a:lnTo>
                <a:lnTo>
                  <a:pt x="10474" y="15555"/>
                </a:lnTo>
                <a:lnTo>
                  <a:pt x="10574" y="15413"/>
                </a:lnTo>
                <a:lnTo>
                  <a:pt x="10662" y="15219"/>
                </a:lnTo>
                <a:lnTo>
                  <a:pt x="10750" y="15039"/>
                </a:lnTo>
                <a:lnTo>
                  <a:pt x="10851" y="14897"/>
                </a:lnTo>
                <a:lnTo>
                  <a:pt x="10977" y="14703"/>
                </a:lnTo>
                <a:lnTo>
                  <a:pt x="11077" y="14561"/>
                </a:lnTo>
                <a:lnTo>
                  <a:pt x="11165" y="14381"/>
                </a:lnTo>
                <a:lnTo>
                  <a:pt x="11253" y="14187"/>
                </a:lnTo>
                <a:lnTo>
                  <a:pt x="11354" y="14045"/>
                </a:lnTo>
                <a:lnTo>
                  <a:pt x="11480" y="13865"/>
                </a:lnTo>
                <a:lnTo>
                  <a:pt x="11580" y="13723"/>
                </a:lnTo>
                <a:lnTo>
                  <a:pt x="11668" y="13530"/>
                </a:lnTo>
                <a:lnTo>
                  <a:pt x="11756" y="13388"/>
                </a:lnTo>
                <a:lnTo>
                  <a:pt x="11857" y="13207"/>
                </a:lnTo>
                <a:lnTo>
                  <a:pt x="11995" y="13014"/>
                </a:lnTo>
                <a:lnTo>
                  <a:pt x="12083" y="12872"/>
                </a:lnTo>
                <a:lnTo>
                  <a:pt x="12171" y="12691"/>
                </a:lnTo>
                <a:lnTo>
                  <a:pt x="12259" y="12549"/>
                </a:lnTo>
                <a:lnTo>
                  <a:pt x="12360" y="12356"/>
                </a:lnTo>
                <a:lnTo>
                  <a:pt x="12498" y="12214"/>
                </a:lnTo>
                <a:lnTo>
                  <a:pt x="12586" y="12033"/>
                </a:lnTo>
                <a:lnTo>
                  <a:pt x="12674" y="11840"/>
                </a:lnTo>
                <a:lnTo>
                  <a:pt x="12762" y="11698"/>
                </a:lnTo>
                <a:lnTo>
                  <a:pt x="12863" y="11505"/>
                </a:lnTo>
                <a:lnTo>
                  <a:pt x="13001" y="11376"/>
                </a:lnTo>
                <a:lnTo>
                  <a:pt x="13089" y="11182"/>
                </a:lnTo>
                <a:lnTo>
                  <a:pt x="13177" y="11040"/>
                </a:lnTo>
                <a:lnTo>
                  <a:pt x="13265" y="10847"/>
                </a:lnTo>
                <a:lnTo>
                  <a:pt x="13366" y="10718"/>
                </a:lnTo>
                <a:lnTo>
                  <a:pt x="13504" y="10524"/>
                </a:lnTo>
                <a:lnTo>
                  <a:pt x="13592" y="10382"/>
                </a:lnTo>
                <a:lnTo>
                  <a:pt x="13680" y="10189"/>
                </a:lnTo>
                <a:lnTo>
                  <a:pt x="13768" y="10047"/>
                </a:lnTo>
                <a:lnTo>
                  <a:pt x="13869" y="9866"/>
                </a:lnTo>
                <a:lnTo>
                  <a:pt x="14007" y="9725"/>
                </a:lnTo>
                <a:lnTo>
                  <a:pt x="14095" y="9531"/>
                </a:lnTo>
                <a:lnTo>
                  <a:pt x="14183" y="9351"/>
                </a:lnTo>
                <a:lnTo>
                  <a:pt x="14284" y="9209"/>
                </a:lnTo>
                <a:lnTo>
                  <a:pt x="14372" y="9015"/>
                </a:lnTo>
                <a:lnTo>
                  <a:pt x="14510" y="8873"/>
                </a:lnTo>
                <a:lnTo>
                  <a:pt x="14598" y="8693"/>
                </a:lnTo>
                <a:lnTo>
                  <a:pt x="14686" y="8551"/>
                </a:lnTo>
                <a:lnTo>
                  <a:pt x="14787" y="8357"/>
                </a:lnTo>
                <a:lnTo>
                  <a:pt x="14875" y="8216"/>
                </a:lnTo>
                <a:lnTo>
                  <a:pt x="15013" y="8035"/>
                </a:lnTo>
                <a:lnTo>
                  <a:pt x="15101" y="7893"/>
                </a:lnTo>
                <a:lnTo>
                  <a:pt x="15189" y="7700"/>
                </a:lnTo>
                <a:lnTo>
                  <a:pt x="15290" y="7558"/>
                </a:lnTo>
                <a:lnTo>
                  <a:pt x="15378" y="7416"/>
                </a:lnTo>
                <a:lnTo>
                  <a:pt x="15516" y="7235"/>
                </a:lnTo>
                <a:lnTo>
                  <a:pt x="15604" y="7093"/>
                </a:lnTo>
                <a:lnTo>
                  <a:pt x="15692" y="6900"/>
                </a:lnTo>
                <a:lnTo>
                  <a:pt x="15793" y="6758"/>
                </a:lnTo>
                <a:lnTo>
                  <a:pt x="15881" y="6577"/>
                </a:lnTo>
                <a:lnTo>
                  <a:pt x="16019" y="6436"/>
                </a:lnTo>
                <a:lnTo>
                  <a:pt x="16107" y="6242"/>
                </a:lnTo>
                <a:lnTo>
                  <a:pt x="16195" y="6100"/>
                </a:lnTo>
                <a:lnTo>
                  <a:pt x="16296" y="5920"/>
                </a:lnTo>
                <a:lnTo>
                  <a:pt x="16384" y="5778"/>
                </a:lnTo>
                <a:lnTo>
                  <a:pt x="16522" y="5584"/>
                </a:lnTo>
                <a:lnTo>
                  <a:pt x="16610" y="5442"/>
                </a:lnTo>
                <a:lnTo>
                  <a:pt x="16698" y="5262"/>
                </a:lnTo>
                <a:lnTo>
                  <a:pt x="16799" y="5120"/>
                </a:lnTo>
                <a:lnTo>
                  <a:pt x="16887" y="4978"/>
                </a:lnTo>
                <a:lnTo>
                  <a:pt x="17025" y="4785"/>
                </a:lnTo>
                <a:lnTo>
                  <a:pt x="17113" y="4643"/>
                </a:lnTo>
                <a:lnTo>
                  <a:pt x="17201" y="4462"/>
                </a:lnTo>
                <a:lnTo>
                  <a:pt x="17302" y="4320"/>
                </a:lnTo>
                <a:lnTo>
                  <a:pt x="17440" y="4127"/>
                </a:lnTo>
                <a:lnTo>
                  <a:pt x="17528" y="3985"/>
                </a:lnTo>
                <a:lnTo>
                  <a:pt x="17616" y="3804"/>
                </a:lnTo>
                <a:lnTo>
                  <a:pt x="17704" y="3663"/>
                </a:lnTo>
                <a:lnTo>
                  <a:pt x="17805" y="3521"/>
                </a:lnTo>
                <a:lnTo>
                  <a:pt x="17943" y="3327"/>
                </a:lnTo>
                <a:lnTo>
                  <a:pt x="18031" y="3185"/>
                </a:lnTo>
                <a:lnTo>
                  <a:pt x="18119" y="3005"/>
                </a:lnTo>
                <a:lnTo>
                  <a:pt x="18220" y="2863"/>
                </a:lnTo>
                <a:lnTo>
                  <a:pt x="18308" y="2721"/>
                </a:lnTo>
                <a:lnTo>
                  <a:pt x="18446" y="2528"/>
                </a:lnTo>
                <a:lnTo>
                  <a:pt x="18534" y="2386"/>
                </a:lnTo>
                <a:lnTo>
                  <a:pt x="18622" y="2205"/>
                </a:lnTo>
                <a:lnTo>
                  <a:pt x="18722" y="2063"/>
                </a:lnTo>
                <a:lnTo>
                  <a:pt x="18811" y="1921"/>
                </a:lnTo>
                <a:lnTo>
                  <a:pt x="18949" y="1728"/>
                </a:lnTo>
                <a:lnTo>
                  <a:pt x="19037" y="1586"/>
                </a:lnTo>
                <a:lnTo>
                  <a:pt x="19125" y="1405"/>
                </a:lnTo>
                <a:lnTo>
                  <a:pt x="19225" y="1264"/>
                </a:lnTo>
                <a:lnTo>
                  <a:pt x="19313" y="1122"/>
                </a:lnTo>
                <a:lnTo>
                  <a:pt x="19452" y="928"/>
                </a:lnTo>
                <a:lnTo>
                  <a:pt x="19540" y="799"/>
                </a:lnTo>
                <a:lnTo>
                  <a:pt x="19628" y="606"/>
                </a:lnTo>
                <a:lnTo>
                  <a:pt x="19728" y="464"/>
                </a:lnTo>
                <a:lnTo>
                  <a:pt x="19816" y="322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494551" y="5057616"/>
            <a:ext cx="20043" cy="29097"/>
          </a:xfrm>
          <a:custGeom>
            <a:avLst/>
            <a:gdLst/>
            <a:ahLst/>
            <a:cxnLst/>
            <a:rect l="l" t="t" r="r" b="b"/>
            <a:pathLst>
              <a:path w="20043" h="29097">
                <a:moveTo>
                  <a:pt x="0" y="29097"/>
                </a:moveTo>
                <a:lnTo>
                  <a:pt x="88" y="28956"/>
                </a:lnTo>
                <a:lnTo>
                  <a:pt x="188" y="28762"/>
                </a:lnTo>
                <a:lnTo>
                  <a:pt x="276" y="28620"/>
                </a:lnTo>
                <a:lnTo>
                  <a:pt x="414" y="28440"/>
                </a:lnTo>
                <a:lnTo>
                  <a:pt x="502" y="28298"/>
                </a:lnTo>
                <a:lnTo>
                  <a:pt x="590" y="28156"/>
                </a:lnTo>
                <a:lnTo>
                  <a:pt x="691" y="27962"/>
                </a:lnTo>
                <a:lnTo>
                  <a:pt x="779" y="27821"/>
                </a:lnTo>
                <a:lnTo>
                  <a:pt x="917" y="27679"/>
                </a:lnTo>
                <a:lnTo>
                  <a:pt x="1005" y="27498"/>
                </a:lnTo>
                <a:lnTo>
                  <a:pt x="1093" y="27356"/>
                </a:lnTo>
                <a:lnTo>
                  <a:pt x="1194" y="27214"/>
                </a:lnTo>
                <a:lnTo>
                  <a:pt x="1282" y="27021"/>
                </a:lnTo>
                <a:lnTo>
                  <a:pt x="1420" y="26879"/>
                </a:lnTo>
                <a:lnTo>
                  <a:pt x="1508" y="26737"/>
                </a:lnTo>
                <a:lnTo>
                  <a:pt x="1609" y="26557"/>
                </a:lnTo>
                <a:lnTo>
                  <a:pt x="1697" y="26415"/>
                </a:lnTo>
                <a:lnTo>
                  <a:pt x="1785" y="26273"/>
                </a:lnTo>
                <a:lnTo>
                  <a:pt x="1923" y="26079"/>
                </a:lnTo>
                <a:lnTo>
                  <a:pt x="2011" y="25937"/>
                </a:lnTo>
                <a:lnTo>
                  <a:pt x="2112" y="25796"/>
                </a:lnTo>
                <a:lnTo>
                  <a:pt x="2200" y="25615"/>
                </a:lnTo>
                <a:lnTo>
                  <a:pt x="2288" y="25473"/>
                </a:lnTo>
                <a:lnTo>
                  <a:pt x="2426" y="25331"/>
                </a:lnTo>
                <a:lnTo>
                  <a:pt x="2514" y="25138"/>
                </a:lnTo>
                <a:lnTo>
                  <a:pt x="2615" y="25009"/>
                </a:lnTo>
                <a:lnTo>
                  <a:pt x="2703" y="24867"/>
                </a:lnTo>
                <a:lnTo>
                  <a:pt x="2791" y="24725"/>
                </a:lnTo>
                <a:lnTo>
                  <a:pt x="2929" y="24532"/>
                </a:lnTo>
                <a:lnTo>
                  <a:pt x="3017" y="24390"/>
                </a:lnTo>
                <a:lnTo>
                  <a:pt x="3118" y="24248"/>
                </a:lnTo>
                <a:lnTo>
                  <a:pt x="3206" y="24067"/>
                </a:lnTo>
                <a:lnTo>
                  <a:pt x="3294" y="23925"/>
                </a:lnTo>
                <a:lnTo>
                  <a:pt x="3432" y="23783"/>
                </a:lnTo>
                <a:lnTo>
                  <a:pt x="3520" y="23642"/>
                </a:lnTo>
                <a:lnTo>
                  <a:pt x="3621" y="23448"/>
                </a:lnTo>
                <a:lnTo>
                  <a:pt x="3709" y="23306"/>
                </a:lnTo>
                <a:lnTo>
                  <a:pt x="3797" y="23164"/>
                </a:lnTo>
                <a:lnTo>
                  <a:pt x="3935" y="22984"/>
                </a:lnTo>
                <a:lnTo>
                  <a:pt x="4023" y="22842"/>
                </a:lnTo>
                <a:lnTo>
                  <a:pt x="4124" y="22700"/>
                </a:lnTo>
                <a:lnTo>
                  <a:pt x="4212" y="22558"/>
                </a:lnTo>
                <a:lnTo>
                  <a:pt x="4300" y="22365"/>
                </a:lnTo>
                <a:lnTo>
                  <a:pt x="4438" y="22223"/>
                </a:lnTo>
                <a:lnTo>
                  <a:pt x="4526" y="22094"/>
                </a:lnTo>
                <a:lnTo>
                  <a:pt x="4627" y="21952"/>
                </a:lnTo>
                <a:lnTo>
                  <a:pt x="4715" y="21758"/>
                </a:lnTo>
                <a:lnTo>
                  <a:pt x="4803" y="21617"/>
                </a:lnTo>
                <a:lnTo>
                  <a:pt x="4941" y="21475"/>
                </a:lnTo>
                <a:lnTo>
                  <a:pt x="5029" y="21333"/>
                </a:lnTo>
                <a:lnTo>
                  <a:pt x="5130" y="21152"/>
                </a:lnTo>
                <a:lnTo>
                  <a:pt x="5218" y="21010"/>
                </a:lnTo>
                <a:lnTo>
                  <a:pt x="5306" y="20869"/>
                </a:lnTo>
                <a:lnTo>
                  <a:pt x="5444" y="20727"/>
                </a:lnTo>
                <a:lnTo>
                  <a:pt x="5545" y="20585"/>
                </a:lnTo>
                <a:lnTo>
                  <a:pt x="5633" y="20391"/>
                </a:lnTo>
                <a:lnTo>
                  <a:pt x="5721" y="20249"/>
                </a:lnTo>
                <a:lnTo>
                  <a:pt x="5809" y="20108"/>
                </a:lnTo>
                <a:lnTo>
                  <a:pt x="5947" y="19979"/>
                </a:lnTo>
                <a:lnTo>
                  <a:pt x="6048" y="19785"/>
                </a:lnTo>
                <a:lnTo>
                  <a:pt x="6136" y="19643"/>
                </a:lnTo>
                <a:lnTo>
                  <a:pt x="6224" y="19501"/>
                </a:lnTo>
                <a:lnTo>
                  <a:pt x="6312" y="19359"/>
                </a:lnTo>
                <a:lnTo>
                  <a:pt x="6450" y="19218"/>
                </a:lnTo>
                <a:lnTo>
                  <a:pt x="6551" y="19037"/>
                </a:lnTo>
                <a:lnTo>
                  <a:pt x="6639" y="18895"/>
                </a:lnTo>
                <a:lnTo>
                  <a:pt x="6727" y="18753"/>
                </a:lnTo>
                <a:lnTo>
                  <a:pt x="6815" y="18611"/>
                </a:lnTo>
                <a:lnTo>
                  <a:pt x="6953" y="18469"/>
                </a:lnTo>
                <a:lnTo>
                  <a:pt x="7054" y="18276"/>
                </a:lnTo>
                <a:lnTo>
                  <a:pt x="7142" y="18134"/>
                </a:lnTo>
                <a:lnTo>
                  <a:pt x="7230" y="17992"/>
                </a:lnTo>
                <a:lnTo>
                  <a:pt x="7318" y="17863"/>
                </a:lnTo>
                <a:lnTo>
                  <a:pt x="7456" y="17721"/>
                </a:lnTo>
                <a:lnTo>
                  <a:pt x="7557" y="17528"/>
                </a:lnTo>
                <a:lnTo>
                  <a:pt x="7645" y="17386"/>
                </a:lnTo>
                <a:lnTo>
                  <a:pt x="7733" y="17244"/>
                </a:lnTo>
                <a:lnTo>
                  <a:pt x="7833" y="17102"/>
                </a:lnTo>
                <a:lnTo>
                  <a:pt x="7959" y="16960"/>
                </a:lnTo>
                <a:lnTo>
                  <a:pt x="8060" y="16819"/>
                </a:lnTo>
                <a:lnTo>
                  <a:pt x="8148" y="16638"/>
                </a:lnTo>
                <a:lnTo>
                  <a:pt x="8236" y="16496"/>
                </a:lnTo>
                <a:lnTo>
                  <a:pt x="8336" y="16354"/>
                </a:lnTo>
                <a:lnTo>
                  <a:pt x="8462" y="16212"/>
                </a:lnTo>
                <a:lnTo>
                  <a:pt x="8563" y="16070"/>
                </a:lnTo>
                <a:lnTo>
                  <a:pt x="8651" y="15929"/>
                </a:lnTo>
                <a:lnTo>
                  <a:pt x="8739" y="15787"/>
                </a:lnTo>
                <a:lnTo>
                  <a:pt x="8839" y="15606"/>
                </a:lnTo>
                <a:lnTo>
                  <a:pt x="8977" y="15464"/>
                </a:lnTo>
                <a:lnTo>
                  <a:pt x="9066" y="15322"/>
                </a:lnTo>
                <a:lnTo>
                  <a:pt x="9154" y="15180"/>
                </a:lnTo>
                <a:lnTo>
                  <a:pt x="9242" y="15039"/>
                </a:lnTo>
                <a:lnTo>
                  <a:pt x="9342" y="14897"/>
                </a:lnTo>
                <a:lnTo>
                  <a:pt x="9480" y="14755"/>
                </a:lnTo>
                <a:lnTo>
                  <a:pt x="9568" y="14613"/>
                </a:lnTo>
                <a:lnTo>
                  <a:pt x="9656" y="14432"/>
                </a:lnTo>
                <a:lnTo>
                  <a:pt x="9745" y="14291"/>
                </a:lnTo>
                <a:lnTo>
                  <a:pt x="9845" y="14149"/>
                </a:lnTo>
                <a:lnTo>
                  <a:pt x="9983" y="14007"/>
                </a:lnTo>
                <a:lnTo>
                  <a:pt x="10071" y="13865"/>
                </a:lnTo>
                <a:lnTo>
                  <a:pt x="10159" y="13723"/>
                </a:lnTo>
                <a:lnTo>
                  <a:pt x="10247" y="13581"/>
                </a:lnTo>
                <a:lnTo>
                  <a:pt x="10348" y="13439"/>
                </a:lnTo>
                <a:lnTo>
                  <a:pt x="10486" y="13297"/>
                </a:lnTo>
                <a:lnTo>
                  <a:pt x="10574" y="13104"/>
                </a:lnTo>
                <a:lnTo>
                  <a:pt x="10662" y="12975"/>
                </a:lnTo>
                <a:lnTo>
                  <a:pt x="10750" y="12833"/>
                </a:lnTo>
                <a:lnTo>
                  <a:pt x="10851" y="12691"/>
                </a:lnTo>
                <a:lnTo>
                  <a:pt x="10989" y="12549"/>
                </a:lnTo>
                <a:lnTo>
                  <a:pt x="11077" y="12407"/>
                </a:lnTo>
                <a:lnTo>
                  <a:pt x="11165" y="12266"/>
                </a:lnTo>
                <a:lnTo>
                  <a:pt x="11253" y="12124"/>
                </a:lnTo>
                <a:lnTo>
                  <a:pt x="11354" y="11982"/>
                </a:lnTo>
                <a:lnTo>
                  <a:pt x="11492" y="11840"/>
                </a:lnTo>
                <a:lnTo>
                  <a:pt x="11580" y="11698"/>
                </a:lnTo>
                <a:lnTo>
                  <a:pt x="11668" y="11556"/>
                </a:lnTo>
                <a:lnTo>
                  <a:pt x="11769" y="11376"/>
                </a:lnTo>
                <a:lnTo>
                  <a:pt x="11857" y="11234"/>
                </a:lnTo>
                <a:lnTo>
                  <a:pt x="11995" y="11092"/>
                </a:lnTo>
                <a:lnTo>
                  <a:pt x="12083" y="10950"/>
                </a:lnTo>
                <a:lnTo>
                  <a:pt x="12171" y="10808"/>
                </a:lnTo>
                <a:lnTo>
                  <a:pt x="12272" y="10666"/>
                </a:lnTo>
                <a:lnTo>
                  <a:pt x="12360" y="10524"/>
                </a:lnTo>
                <a:lnTo>
                  <a:pt x="12498" y="10382"/>
                </a:lnTo>
                <a:lnTo>
                  <a:pt x="12586" y="10241"/>
                </a:lnTo>
                <a:lnTo>
                  <a:pt x="12674" y="10099"/>
                </a:lnTo>
                <a:lnTo>
                  <a:pt x="12775" y="9957"/>
                </a:lnTo>
                <a:lnTo>
                  <a:pt x="12863" y="9815"/>
                </a:lnTo>
                <a:lnTo>
                  <a:pt x="13001" y="9673"/>
                </a:lnTo>
                <a:lnTo>
                  <a:pt x="13089" y="9531"/>
                </a:lnTo>
                <a:lnTo>
                  <a:pt x="13177" y="9402"/>
                </a:lnTo>
                <a:lnTo>
                  <a:pt x="13278" y="9260"/>
                </a:lnTo>
                <a:lnTo>
                  <a:pt x="13366" y="9118"/>
                </a:lnTo>
                <a:lnTo>
                  <a:pt x="13504" y="8977"/>
                </a:lnTo>
                <a:lnTo>
                  <a:pt x="13592" y="8835"/>
                </a:lnTo>
                <a:lnTo>
                  <a:pt x="13680" y="8693"/>
                </a:lnTo>
                <a:lnTo>
                  <a:pt x="13781" y="8551"/>
                </a:lnTo>
                <a:lnTo>
                  <a:pt x="13869" y="8409"/>
                </a:lnTo>
                <a:lnTo>
                  <a:pt x="14007" y="8267"/>
                </a:lnTo>
                <a:lnTo>
                  <a:pt x="14095" y="8125"/>
                </a:lnTo>
                <a:lnTo>
                  <a:pt x="14183" y="7983"/>
                </a:lnTo>
                <a:lnTo>
                  <a:pt x="14284" y="7842"/>
                </a:lnTo>
                <a:lnTo>
                  <a:pt x="14372" y="7700"/>
                </a:lnTo>
                <a:lnTo>
                  <a:pt x="14510" y="7558"/>
                </a:lnTo>
                <a:lnTo>
                  <a:pt x="14598" y="7416"/>
                </a:lnTo>
                <a:lnTo>
                  <a:pt x="14686" y="7287"/>
                </a:lnTo>
                <a:lnTo>
                  <a:pt x="14787" y="7145"/>
                </a:lnTo>
                <a:lnTo>
                  <a:pt x="14875" y="7003"/>
                </a:lnTo>
                <a:lnTo>
                  <a:pt x="15013" y="6861"/>
                </a:lnTo>
                <a:lnTo>
                  <a:pt x="15101" y="6719"/>
                </a:lnTo>
                <a:lnTo>
                  <a:pt x="15202" y="6577"/>
                </a:lnTo>
                <a:lnTo>
                  <a:pt x="15290" y="6436"/>
                </a:lnTo>
                <a:lnTo>
                  <a:pt x="15378" y="6294"/>
                </a:lnTo>
                <a:lnTo>
                  <a:pt x="15516" y="6152"/>
                </a:lnTo>
                <a:lnTo>
                  <a:pt x="15604" y="6010"/>
                </a:lnTo>
                <a:lnTo>
                  <a:pt x="15705" y="5868"/>
                </a:lnTo>
                <a:lnTo>
                  <a:pt x="15793" y="5726"/>
                </a:lnTo>
                <a:lnTo>
                  <a:pt x="15881" y="5584"/>
                </a:lnTo>
                <a:lnTo>
                  <a:pt x="16019" y="5442"/>
                </a:lnTo>
                <a:lnTo>
                  <a:pt x="16107" y="5301"/>
                </a:lnTo>
                <a:lnTo>
                  <a:pt x="16208" y="5172"/>
                </a:lnTo>
                <a:lnTo>
                  <a:pt x="16296" y="5030"/>
                </a:lnTo>
                <a:lnTo>
                  <a:pt x="16384" y="4888"/>
                </a:lnTo>
                <a:lnTo>
                  <a:pt x="16522" y="4746"/>
                </a:lnTo>
                <a:lnTo>
                  <a:pt x="16711" y="4514"/>
                </a:lnTo>
                <a:lnTo>
                  <a:pt x="16799" y="4372"/>
                </a:lnTo>
                <a:lnTo>
                  <a:pt x="16887" y="4230"/>
                </a:lnTo>
                <a:lnTo>
                  <a:pt x="17025" y="4088"/>
                </a:lnTo>
                <a:lnTo>
                  <a:pt x="17113" y="3946"/>
                </a:lnTo>
                <a:lnTo>
                  <a:pt x="17214" y="3804"/>
                </a:lnTo>
                <a:lnTo>
                  <a:pt x="17302" y="3663"/>
                </a:lnTo>
                <a:lnTo>
                  <a:pt x="17390" y="3521"/>
                </a:lnTo>
                <a:lnTo>
                  <a:pt x="17528" y="3379"/>
                </a:lnTo>
                <a:lnTo>
                  <a:pt x="17616" y="3237"/>
                </a:lnTo>
                <a:lnTo>
                  <a:pt x="17717" y="3095"/>
                </a:lnTo>
                <a:lnTo>
                  <a:pt x="17893" y="2863"/>
                </a:lnTo>
                <a:lnTo>
                  <a:pt x="18031" y="2721"/>
                </a:lnTo>
                <a:lnTo>
                  <a:pt x="18119" y="2579"/>
                </a:lnTo>
                <a:lnTo>
                  <a:pt x="18220" y="2437"/>
                </a:lnTo>
                <a:lnTo>
                  <a:pt x="18308" y="2295"/>
                </a:lnTo>
                <a:lnTo>
                  <a:pt x="18396" y="2153"/>
                </a:lnTo>
                <a:lnTo>
                  <a:pt x="18534" y="2012"/>
                </a:lnTo>
                <a:lnTo>
                  <a:pt x="18622" y="1870"/>
                </a:lnTo>
                <a:lnTo>
                  <a:pt x="18811" y="1638"/>
                </a:lnTo>
                <a:lnTo>
                  <a:pt x="18899" y="1496"/>
                </a:lnTo>
                <a:lnTo>
                  <a:pt x="19037" y="1354"/>
                </a:lnTo>
                <a:lnTo>
                  <a:pt x="19137" y="1212"/>
                </a:lnTo>
                <a:lnTo>
                  <a:pt x="19225" y="1070"/>
                </a:lnTo>
                <a:lnTo>
                  <a:pt x="19313" y="941"/>
                </a:lnTo>
                <a:lnTo>
                  <a:pt x="19401" y="799"/>
                </a:lnTo>
                <a:lnTo>
                  <a:pt x="19540" y="696"/>
                </a:lnTo>
                <a:lnTo>
                  <a:pt x="19640" y="554"/>
                </a:lnTo>
                <a:lnTo>
                  <a:pt x="19728" y="412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514594" y="5033729"/>
            <a:ext cx="20005" cy="23887"/>
          </a:xfrm>
          <a:custGeom>
            <a:avLst/>
            <a:gdLst/>
            <a:ahLst/>
            <a:cxnLst/>
            <a:rect l="l" t="t" r="r" b="b"/>
            <a:pathLst>
              <a:path w="20005" h="23887">
                <a:moveTo>
                  <a:pt x="0" y="23887"/>
                </a:moveTo>
                <a:lnTo>
                  <a:pt x="188" y="23642"/>
                </a:lnTo>
                <a:lnTo>
                  <a:pt x="276" y="23513"/>
                </a:lnTo>
                <a:lnTo>
                  <a:pt x="364" y="23371"/>
                </a:lnTo>
                <a:lnTo>
                  <a:pt x="502" y="23229"/>
                </a:lnTo>
                <a:lnTo>
                  <a:pt x="603" y="23087"/>
                </a:lnTo>
                <a:lnTo>
                  <a:pt x="779" y="22842"/>
                </a:lnTo>
                <a:lnTo>
                  <a:pt x="867" y="22713"/>
                </a:lnTo>
                <a:lnTo>
                  <a:pt x="1005" y="22571"/>
                </a:lnTo>
                <a:lnTo>
                  <a:pt x="1106" y="22429"/>
                </a:lnTo>
                <a:lnTo>
                  <a:pt x="1282" y="22184"/>
                </a:lnTo>
                <a:lnTo>
                  <a:pt x="1383" y="22055"/>
                </a:lnTo>
                <a:lnTo>
                  <a:pt x="1508" y="21913"/>
                </a:lnTo>
                <a:lnTo>
                  <a:pt x="1609" y="21771"/>
                </a:lnTo>
                <a:lnTo>
                  <a:pt x="1785" y="21526"/>
                </a:lnTo>
                <a:lnTo>
                  <a:pt x="1886" y="21397"/>
                </a:lnTo>
                <a:lnTo>
                  <a:pt x="2011" y="21255"/>
                </a:lnTo>
                <a:lnTo>
                  <a:pt x="2112" y="21114"/>
                </a:lnTo>
                <a:lnTo>
                  <a:pt x="2288" y="20869"/>
                </a:lnTo>
                <a:lnTo>
                  <a:pt x="2389" y="20727"/>
                </a:lnTo>
                <a:lnTo>
                  <a:pt x="2527" y="20598"/>
                </a:lnTo>
                <a:lnTo>
                  <a:pt x="2703" y="20353"/>
                </a:lnTo>
                <a:lnTo>
                  <a:pt x="2791" y="20211"/>
                </a:lnTo>
                <a:lnTo>
                  <a:pt x="2892" y="20069"/>
                </a:lnTo>
                <a:lnTo>
                  <a:pt x="3030" y="19940"/>
                </a:lnTo>
                <a:lnTo>
                  <a:pt x="3206" y="19695"/>
                </a:lnTo>
                <a:lnTo>
                  <a:pt x="3294" y="19553"/>
                </a:lnTo>
                <a:lnTo>
                  <a:pt x="3395" y="19411"/>
                </a:lnTo>
                <a:lnTo>
                  <a:pt x="3533" y="19321"/>
                </a:lnTo>
                <a:lnTo>
                  <a:pt x="3621" y="19179"/>
                </a:lnTo>
                <a:lnTo>
                  <a:pt x="3709" y="19037"/>
                </a:lnTo>
                <a:lnTo>
                  <a:pt x="3898" y="18805"/>
                </a:lnTo>
                <a:lnTo>
                  <a:pt x="4036" y="18663"/>
                </a:lnTo>
                <a:lnTo>
                  <a:pt x="4124" y="18521"/>
                </a:lnTo>
                <a:lnTo>
                  <a:pt x="4300" y="18289"/>
                </a:lnTo>
                <a:lnTo>
                  <a:pt x="4400" y="18147"/>
                </a:lnTo>
                <a:lnTo>
                  <a:pt x="4539" y="18005"/>
                </a:lnTo>
                <a:lnTo>
                  <a:pt x="4715" y="17773"/>
                </a:lnTo>
                <a:lnTo>
                  <a:pt x="4803" y="17631"/>
                </a:lnTo>
                <a:lnTo>
                  <a:pt x="5042" y="17399"/>
                </a:lnTo>
                <a:lnTo>
                  <a:pt x="5130" y="17257"/>
                </a:lnTo>
                <a:lnTo>
                  <a:pt x="5318" y="17025"/>
                </a:lnTo>
                <a:lnTo>
                  <a:pt x="5406" y="16883"/>
                </a:lnTo>
                <a:lnTo>
                  <a:pt x="5545" y="16741"/>
                </a:lnTo>
                <a:lnTo>
                  <a:pt x="5721" y="16496"/>
                </a:lnTo>
                <a:lnTo>
                  <a:pt x="5821" y="16367"/>
                </a:lnTo>
                <a:lnTo>
                  <a:pt x="6048" y="16122"/>
                </a:lnTo>
                <a:lnTo>
                  <a:pt x="6136" y="15980"/>
                </a:lnTo>
                <a:lnTo>
                  <a:pt x="6324" y="15748"/>
                </a:lnTo>
                <a:lnTo>
                  <a:pt x="6412" y="15606"/>
                </a:lnTo>
                <a:lnTo>
                  <a:pt x="6551" y="15516"/>
                </a:lnTo>
                <a:lnTo>
                  <a:pt x="6639" y="15374"/>
                </a:lnTo>
                <a:lnTo>
                  <a:pt x="6727" y="15232"/>
                </a:lnTo>
                <a:lnTo>
                  <a:pt x="6915" y="15000"/>
                </a:lnTo>
                <a:lnTo>
                  <a:pt x="7054" y="14910"/>
                </a:lnTo>
                <a:lnTo>
                  <a:pt x="7142" y="14768"/>
                </a:lnTo>
                <a:lnTo>
                  <a:pt x="7230" y="14626"/>
                </a:lnTo>
                <a:lnTo>
                  <a:pt x="7418" y="14381"/>
                </a:lnTo>
                <a:lnTo>
                  <a:pt x="7557" y="14252"/>
                </a:lnTo>
                <a:lnTo>
                  <a:pt x="7733" y="14007"/>
                </a:lnTo>
                <a:lnTo>
                  <a:pt x="7833" y="13865"/>
                </a:lnTo>
                <a:lnTo>
                  <a:pt x="7921" y="13775"/>
                </a:lnTo>
                <a:lnTo>
                  <a:pt x="8060" y="13633"/>
                </a:lnTo>
                <a:lnTo>
                  <a:pt x="8148" y="13542"/>
                </a:lnTo>
                <a:lnTo>
                  <a:pt x="8236" y="13401"/>
                </a:lnTo>
                <a:lnTo>
                  <a:pt x="8336" y="13259"/>
                </a:lnTo>
                <a:lnTo>
                  <a:pt x="8563" y="13027"/>
                </a:lnTo>
                <a:lnTo>
                  <a:pt x="8739" y="12794"/>
                </a:lnTo>
                <a:lnTo>
                  <a:pt x="8839" y="12652"/>
                </a:lnTo>
                <a:lnTo>
                  <a:pt x="9066" y="12407"/>
                </a:lnTo>
                <a:lnTo>
                  <a:pt x="9254" y="12175"/>
                </a:lnTo>
                <a:lnTo>
                  <a:pt x="9430" y="11943"/>
                </a:lnTo>
                <a:lnTo>
                  <a:pt x="9568" y="11801"/>
                </a:lnTo>
                <a:lnTo>
                  <a:pt x="9757" y="11569"/>
                </a:lnTo>
                <a:lnTo>
                  <a:pt x="9933" y="11337"/>
                </a:lnTo>
                <a:lnTo>
                  <a:pt x="10071" y="11234"/>
                </a:lnTo>
                <a:lnTo>
                  <a:pt x="10159" y="11092"/>
                </a:lnTo>
                <a:lnTo>
                  <a:pt x="10260" y="10950"/>
                </a:lnTo>
                <a:lnTo>
                  <a:pt x="10436" y="10718"/>
                </a:lnTo>
                <a:lnTo>
                  <a:pt x="10574" y="10627"/>
                </a:lnTo>
                <a:lnTo>
                  <a:pt x="10662" y="10486"/>
                </a:lnTo>
                <a:lnTo>
                  <a:pt x="10851" y="10253"/>
                </a:lnTo>
                <a:lnTo>
                  <a:pt x="11077" y="10021"/>
                </a:lnTo>
                <a:lnTo>
                  <a:pt x="11266" y="9776"/>
                </a:lnTo>
                <a:lnTo>
                  <a:pt x="11442" y="9544"/>
                </a:lnTo>
                <a:lnTo>
                  <a:pt x="11580" y="9454"/>
                </a:lnTo>
                <a:lnTo>
                  <a:pt x="11668" y="9312"/>
                </a:lnTo>
                <a:lnTo>
                  <a:pt x="11769" y="9170"/>
                </a:lnTo>
                <a:lnTo>
                  <a:pt x="11945" y="8938"/>
                </a:lnTo>
                <a:lnTo>
                  <a:pt x="12083" y="8835"/>
                </a:lnTo>
                <a:lnTo>
                  <a:pt x="12171" y="8706"/>
                </a:lnTo>
                <a:lnTo>
                  <a:pt x="12360" y="8512"/>
                </a:lnTo>
                <a:lnTo>
                  <a:pt x="12448" y="8370"/>
                </a:lnTo>
                <a:lnTo>
                  <a:pt x="12586" y="8280"/>
                </a:lnTo>
                <a:lnTo>
                  <a:pt x="12687" y="8138"/>
                </a:lnTo>
                <a:lnTo>
                  <a:pt x="12863" y="7906"/>
                </a:lnTo>
                <a:lnTo>
                  <a:pt x="13089" y="7661"/>
                </a:lnTo>
                <a:lnTo>
                  <a:pt x="13278" y="7429"/>
                </a:lnTo>
                <a:lnTo>
                  <a:pt x="13454" y="7197"/>
                </a:lnTo>
                <a:lnTo>
                  <a:pt x="13592" y="7106"/>
                </a:lnTo>
                <a:lnTo>
                  <a:pt x="13693" y="6964"/>
                </a:lnTo>
                <a:lnTo>
                  <a:pt x="13869" y="6719"/>
                </a:lnTo>
                <a:lnTo>
                  <a:pt x="14095" y="6539"/>
                </a:lnTo>
                <a:lnTo>
                  <a:pt x="14196" y="6397"/>
                </a:lnTo>
                <a:lnTo>
                  <a:pt x="14372" y="6165"/>
                </a:lnTo>
                <a:lnTo>
                  <a:pt x="14598" y="5920"/>
                </a:lnTo>
                <a:lnTo>
                  <a:pt x="14787" y="5739"/>
                </a:lnTo>
                <a:lnTo>
                  <a:pt x="14875" y="5597"/>
                </a:lnTo>
                <a:lnTo>
                  <a:pt x="15101" y="5365"/>
                </a:lnTo>
                <a:lnTo>
                  <a:pt x="15290" y="5172"/>
                </a:lnTo>
                <a:lnTo>
                  <a:pt x="15378" y="5030"/>
                </a:lnTo>
                <a:lnTo>
                  <a:pt x="15604" y="4798"/>
                </a:lnTo>
                <a:lnTo>
                  <a:pt x="15793" y="4604"/>
                </a:lnTo>
                <a:lnTo>
                  <a:pt x="15881" y="4475"/>
                </a:lnTo>
                <a:lnTo>
                  <a:pt x="16107" y="4230"/>
                </a:lnTo>
                <a:lnTo>
                  <a:pt x="16296" y="4049"/>
                </a:lnTo>
                <a:lnTo>
                  <a:pt x="16384" y="3908"/>
                </a:lnTo>
                <a:lnTo>
                  <a:pt x="16623" y="3714"/>
                </a:lnTo>
                <a:lnTo>
                  <a:pt x="16711" y="3572"/>
                </a:lnTo>
                <a:lnTo>
                  <a:pt x="16887" y="3340"/>
                </a:lnTo>
                <a:lnTo>
                  <a:pt x="17126" y="3147"/>
                </a:lnTo>
                <a:lnTo>
                  <a:pt x="17214" y="3018"/>
                </a:lnTo>
                <a:lnTo>
                  <a:pt x="17390" y="2824"/>
                </a:lnTo>
                <a:lnTo>
                  <a:pt x="17490" y="2682"/>
                </a:lnTo>
                <a:lnTo>
                  <a:pt x="17629" y="2592"/>
                </a:lnTo>
                <a:lnTo>
                  <a:pt x="17805" y="2360"/>
                </a:lnTo>
                <a:lnTo>
                  <a:pt x="17993" y="2166"/>
                </a:lnTo>
                <a:lnTo>
                  <a:pt x="18132" y="2024"/>
                </a:lnTo>
                <a:lnTo>
                  <a:pt x="18308" y="1831"/>
                </a:lnTo>
                <a:lnTo>
                  <a:pt x="18396" y="1689"/>
                </a:lnTo>
                <a:lnTo>
                  <a:pt x="18634" y="1509"/>
                </a:lnTo>
                <a:lnTo>
                  <a:pt x="18722" y="1367"/>
                </a:lnTo>
                <a:lnTo>
                  <a:pt x="18911" y="1173"/>
                </a:lnTo>
                <a:lnTo>
                  <a:pt x="19137" y="941"/>
                </a:lnTo>
                <a:lnTo>
                  <a:pt x="19313" y="760"/>
                </a:lnTo>
                <a:lnTo>
                  <a:pt x="19414" y="619"/>
                </a:lnTo>
                <a:lnTo>
                  <a:pt x="19640" y="425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534599" y="5015349"/>
            <a:ext cx="20043" cy="18379"/>
          </a:xfrm>
          <a:custGeom>
            <a:avLst/>
            <a:gdLst/>
            <a:ahLst/>
            <a:cxnLst/>
            <a:rect l="l" t="t" r="r" b="b"/>
            <a:pathLst>
              <a:path w="20043" h="18379">
                <a:moveTo>
                  <a:pt x="0" y="18379"/>
                </a:moveTo>
                <a:lnTo>
                  <a:pt x="138" y="18237"/>
                </a:lnTo>
                <a:lnTo>
                  <a:pt x="314" y="18057"/>
                </a:lnTo>
                <a:lnTo>
                  <a:pt x="502" y="17825"/>
                </a:lnTo>
                <a:lnTo>
                  <a:pt x="641" y="17721"/>
                </a:lnTo>
                <a:lnTo>
                  <a:pt x="817" y="17541"/>
                </a:lnTo>
                <a:lnTo>
                  <a:pt x="917" y="17399"/>
                </a:lnTo>
                <a:lnTo>
                  <a:pt x="1144" y="17205"/>
                </a:lnTo>
                <a:lnTo>
                  <a:pt x="1320" y="17025"/>
                </a:lnTo>
                <a:lnTo>
                  <a:pt x="1420" y="16883"/>
                </a:lnTo>
                <a:lnTo>
                  <a:pt x="1647" y="16690"/>
                </a:lnTo>
                <a:lnTo>
                  <a:pt x="1823" y="16457"/>
                </a:lnTo>
                <a:lnTo>
                  <a:pt x="2011" y="16264"/>
                </a:lnTo>
                <a:lnTo>
                  <a:pt x="2150" y="16174"/>
                </a:lnTo>
                <a:lnTo>
                  <a:pt x="2326" y="15941"/>
                </a:lnTo>
                <a:lnTo>
                  <a:pt x="2514" y="15748"/>
                </a:lnTo>
                <a:lnTo>
                  <a:pt x="2653" y="15658"/>
                </a:lnTo>
                <a:lnTo>
                  <a:pt x="2841" y="15426"/>
                </a:lnTo>
                <a:lnTo>
                  <a:pt x="3017" y="15232"/>
                </a:lnTo>
                <a:lnTo>
                  <a:pt x="3156" y="15142"/>
                </a:lnTo>
                <a:lnTo>
                  <a:pt x="3344" y="14948"/>
                </a:lnTo>
                <a:lnTo>
                  <a:pt x="3432" y="14806"/>
                </a:lnTo>
                <a:lnTo>
                  <a:pt x="3659" y="14626"/>
                </a:lnTo>
                <a:lnTo>
                  <a:pt x="3847" y="14432"/>
                </a:lnTo>
                <a:lnTo>
                  <a:pt x="4023" y="14252"/>
                </a:lnTo>
                <a:lnTo>
                  <a:pt x="4162" y="14110"/>
                </a:lnTo>
                <a:lnTo>
                  <a:pt x="4350" y="13916"/>
                </a:lnTo>
                <a:lnTo>
                  <a:pt x="4526" y="13723"/>
                </a:lnTo>
                <a:lnTo>
                  <a:pt x="4665" y="13633"/>
                </a:lnTo>
                <a:lnTo>
                  <a:pt x="4853" y="13401"/>
                </a:lnTo>
                <a:lnTo>
                  <a:pt x="5029" y="13207"/>
                </a:lnTo>
                <a:lnTo>
                  <a:pt x="5167" y="13117"/>
                </a:lnTo>
                <a:lnTo>
                  <a:pt x="5356" y="12936"/>
                </a:lnTo>
                <a:lnTo>
                  <a:pt x="5532" y="12743"/>
                </a:lnTo>
                <a:lnTo>
                  <a:pt x="5670" y="12652"/>
                </a:lnTo>
                <a:lnTo>
                  <a:pt x="5758" y="12511"/>
                </a:lnTo>
                <a:lnTo>
                  <a:pt x="5947" y="12317"/>
                </a:lnTo>
                <a:lnTo>
                  <a:pt x="6173" y="12137"/>
                </a:lnTo>
                <a:lnTo>
                  <a:pt x="6362" y="11943"/>
                </a:lnTo>
                <a:lnTo>
                  <a:pt x="6538" y="11750"/>
                </a:lnTo>
                <a:lnTo>
                  <a:pt x="6676" y="11659"/>
                </a:lnTo>
                <a:lnTo>
                  <a:pt x="6777" y="11569"/>
                </a:lnTo>
                <a:lnTo>
                  <a:pt x="6865" y="11479"/>
                </a:lnTo>
                <a:lnTo>
                  <a:pt x="6953" y="11376"/>
                </a:lnTo>
                <a:lnTo>
                  <a:pt x="7041" y="11234"/>
                </a:lnTo>
                <a:lnTo>
                  <a:pt x="7179" y="11143"/>
                </a:lnTo>
                <a:lnTo>
                  <a:pt x="7368" y="10950"/>
                </a:lnTo>
                <a:lnTo>
                  <a:pt x="7544" y="10769"/>
                </a:lnTo>
                <a:lnTo>
                  <a:pt x="7682" y="10679"/>
                </a:lnTo>
                <a:lnTo>
                  <a:pt x="7871" y="10486"/>
                </a:lnTo>
                <a:lnTo>
                  <a:pt x="8047" y="10292"/>
                </a:lnTo>
                <a:lnTo>
                  <a:pt x="8185" y="10202"/>
                </a:lnTo>
                <a:lnTo>
                  <a:pt x="8374" y="10021"/>
                </a:lnTo>
                <a:lnTo>
                  <a:pt x="8550" y="9828"/>
                </a:lnTo>
                <a:lnTo>
                  <a:pt x="8688" y="9738"/>
                </a:lnTo>
                <a:lnTo>
                  <a:pt x="8877" y="9544"/>
                </a:lnTo>
                <a:lnTo>
                  <a:pt x="9066" y="9363"/>
                </a:lnTo>
                <a:lnTo>
                  <a:pt x="9292" y="9170"/>
                </a:lnTo>
                <a:lnTo>
                  <a:pt x="9468" y="8977"/>
                </a:lnTo>
                <a:lnTo>
                  <a:pt x="9694" y="8796"/>
                </a:lnTo>
                <a:lnTo>
                  <a:pt x="9883" y="8602"/>
                </a:lnTo>
                <a:lnTo>
                  <a:pt x="10071" y="8422"/>
                </a:lnTo>
                <a:lnTo>
                  <a:pt x="10210" y="8319"/>
                </a:lnTo>
                <a:lnTo>
                  <a:pt x="10386" y="8138"/>
                </a:lnTo>
                <a:lnTo>
                  <a:pt x="10574" y="7945"/>
                </a:lnTo>
                <a:lnTo>
                  <a:pt x="10713" y="7854"/>
                </a:lnTo>
                <a:lnTo>
                  <a:pt x="10889" y="7713"/>
                </a:lnTo>
                <a:lnTo>
                  <a:pt x="11077" y="7519"/>
                </a:lnTo>
                <a:lnTo>
                  <a:pt x="11216" y="7429"/>
                </a:lnTo>
                <a:lnTo>
                  <a:pt x="11392" y="7248"/>
                </a:lnTo>
                <a:lnTo>
                  <a:pt x="11580" y="7055"/>
                </a:lnTo>
                <a:lnTo>
                  <a:pt x="11719" y="6964"/>
                </a:lnTo>
                <a:lnTo>
                  <a:pt x="11895" y="6771"/>
                </a:lnTo>
                <a:lnTo>
                  <a:pt x="12083" y="6629"/>
                </a:lnTo>
                <a:lnTo>
                  <a:pt x="12222" y="6539"/>
                </a:lnTo>
                <a:lnTo>
                  <a:pt x="12398" y="6345"/>
                </a:lnTo>
                <a:lnTo>
                  <a:pt x="12586" y="6165"/>
                </a:lnTo>
                <a:lnTo>
                  <a:pt x="12725" y="6062"/>
                </a:lnTo>
                <a:lnTo>
                  <a:pt x="12901" y="5881"/>
                </a:lnTo>
                <a:lnTo>
                  <a:pt x="13089" y="5739"/>
                </a:lnTo>
                <a:lnTo>
                  <a:pt x="13228" y="5649"/>
                </a:lnTo>
                <a:lnTo>
                  <a:pt x="13404" y="5455"/>
                </a:lnTo>
                <a:lnTo>
                  <a:pt x="13592" y="5262"/>
                </a:lnTo>
                <a:lnTo>
                  <a:pt x="13731" y="5172"/>
                </a:lnTo>
                <a:lnTo>
                  <a:pt x="13907" y="5030"/>
                </a:lnTo>
                <a:lnTo>
                  <a:pt x="14095" y="4849"/>
                </a:lnTo>
                <a:lnTo>
                  <a:pt x="14234" y="4746"/>
                </a:lnTo>
                <a:lnTo>
                  <a:pt x="14410" y="4604"/>
                </a:lnTo>
                <a:lnTo>
                  <a:pt x="14598" y="4424"/>
                </a:lnTo>
                <a:lnTo>
                  <a:pt x="14736" y="4333"/>
                </a:lnTo>
                <a:lnTo>
                  <a:pt x="14913" y="4140"/>
                </a:lnTo>
                <a:lnTo>
                  <a:pt x="15101" y="3998"/>
                </a:lnTo>
                <a:lnTo>
                  <a:pt x="15239" y="3908"/>
                </a:lnTo>
                <a:lnTo>
                  <a:pt x="15415" y="3714"/>
                </a:lnTo>
                <a:lnTo>
                  <a:pt x="15604" y="3572"/>
                </a:lnTo>
                <a:lnTo>
                  <a:pt x="15742" y="3482"/>
                </a:lnTo>
                <a:lnTo>
                  <a:pt x="15918" y="3288"/>
                </a:lnTo>
                <a:lnTo>
                  <a:pt x="16107" y="3147"/>
                </a:lnTo>
                <a:lnTo>
                  <a:pt x="16245" y="3056"/>
                </a:lnTo>
                <a:lnTo>
                  <a:pt x="16434" y="2914"/>
                </a:lnTo>
                <a:lnTo>
                  <a:pt x="16610" y="2734"/>
                </a:lnTo>
                <a:lnTo>
                  <a:pt x="16748" y="2631"/>
                </a:lnTo>
                <a:lnTo>
                  <a:pt x="16937" y="2489"/>
                </a:lnTo>
                <a:lnTo>
                  <a:pt x="17113" y="2308"/>
                </a:lnTo>
                <a:lnTo>
                  <a:pt x="17251" y="2257"/>
                </a:lnTo>
                <a:lnTo>
                  <a:pt x="17440" y="2076"/>
                </a:lnTo>
                <a:lnTo>
                  <a:pt x="17616" y="1934"/>
                </a:lnTo>
                <a:lnTo>
                  <a:pt x="17754" y="1831"/>
                </a:lnTo>
                <a:lnTo>
                  <a:pt x="17943" y="1650"/>
                </a:lnTo>
                <a:lnTo>
                  <a:pt x="18119" y="1509"/>
                </a:lnTo>
                <a:lnTo>
                  <a:pt x="18257" y="1418"/>
                </a:lnTo>
                <a:lnTo>
                  <a:pt x="18446" y="1276"/>
                </a:lnTo>
                <a:lnTo>
                  <a:pt x="18622" y="1083"/>
                </a:lnTo>
                <a:lnTo>
                  <a:pt x="18760" y="1031"/>
                </a:lnTo>
                <a:lnTo>
                  <a:pt x="18949" y="851"/>
                </a:lnTo>
                <a:lnTo>
                  <a:pt x="19125" y="709"/>
                </a:lnTo>
                <a:lnTo>
                  <a:pt x="19263" y="619"/>
                </a:lnTo>
                <a:lnTo>
                  <a:pt x="19452" y="477"/>
                </a:lnTo>
                <a:lnTo>
                  <a:pt x="19628" y="335"/>
                </a:lnTo>
                <a:lnTo>
                  <a:pt x="19766" y="245"/>
                </a:lnTo>
                <a:lnTo>
                  <a:pt x="19955" y="103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554643" y="5002799"/>
            <a:ext cx="20043" cy="12549"/>
          </a:xfrm>
          <a:custGeom>
            <a:avLst/>
            <a:gdLst/>
            <a:ahLst/>
            <a:cxnLst/>
            <a:rect l="l" t="t" r="r" b="b"/>
            <a:pathLst>
              <a:path w="20043" h="12549">
                <a:moveTo>
                  <a:pt x="0" y="12549"/>
                </a:moveTo>
                <a:lnTo>
                  <a:pt x="226" y="12407"/>
                </a:lnTo>
                <a:lnTo>
                  <a:pt x="414" y="12227"/>
                </a:lnTo>
                <a:lnTo>
                  <a:pt x="590" y="12085"/>
                </a:lnTo>
                <a:lnTo>
                  <a:pt x="729" y="11995"/>
                </a:lnTo>
                <a:lnTo>
                  <a:pt x="917" y="11853"/>
                </a:lnTo>
                <a:lnTo>
                  <a:pt x="1093" y="11711"/>
                </a:lnTo>
                <a:lnTo>
                  <a:pt x="1232" y="11608"/>
                </a:lnTo>
                <a:lnTo>
                  <a:pt x="1420" y="11466"/>
                </a:lnTo>
                <a:lnTo>
                  <a:pt x="1596" y="11337"/>
                </a:lnTo>
                <a:lnTo>
                  <a:pt x="1735" y="11234"/>
                </a:lnTo>
                <a:lnTo>
                  <a:pt x="1923" y="11092"/>
                </a:lnTo>
                <a:lnTo>
                  <a:pt x="2099" y="10950"/>
                </a:lnTo>
                <a:lnTo>
                  <a:pt x="2238" y="10860"/>
                </a:lnTo>
                <a:lnTo>
                  <a:pt x="2426" y="10718"/>
                </a:lnTo>
                <a:lnTo>
                  <a:pt x="2615" y="10576"/>
                </a:lnTo>
                <a:lnTo>
                  <a:pt x="2841" y="10434"/>
                </a:lnTo>
                <a:lnTo>
                  <a:pt x="3017" y="10292"/>
                </a:lnTo>
                <a:lnTo>
                  <a:pt x="3244" y="10112"/>
                </a:lnTo>
                <a:lnTo>
                  <a:pt x="3432" y="9970"/>
                </a:lnTo>
                <a:lnTo>
                  <a:pt x="3621" y="9828"/>
                </a:lnTo>
                <a:lnTo>
                  <a:pt x="3759" y="9776"/>
                </a:lnTo>
                <a:lnTo>
                  <a:pt x="3935" y="9634"/>
                </a:lnTo>
                <a:lnTo>
                  <a:pt x="4124" y="9492"/>
                </a:lnTo>
                <a:lnTo>
                  <a:pt x="4262" y="9402"/>
                </a:lnTo>
                <a:lnTo>
                  <a:pt x="4438" y="9260"/>
                </a:lnTo>
                <a:lnTo>
                  <a:pt x="4627" y="9118"/>
                </a:lnTo>
                <a:lnTo>
                  <a:pt x="4765" y="9028"/>
                </a:lnTo>
                <a:lnTo>
                  <a:pt x="4941" y="8886"/>
                </a:lnTo>
                <a:lnTo>
                  <a:pt x="5130" y="8744"/>
                </a:lnTo>
                <a:lnTo>
                  <a:pt x="5268" y="8693"/>
                </a:lnTo>
                <a:lnTo>
                  <a:pt x="5444" y="8564"/>
                </a:lnTo>
                <a:lnTo>
                  <a:pt x="5633" y="8422"/>
                </a:lnTo>
                <a:lnTo>
                  <a:pt x="5771" y="8370"/>
                </a:lnTo>
                <a:lnTo>
                  <a:pt x="5947" y="8228"/>
                </a:lnTo>
                <a:lnTo>
                  <a:pt x="6136" y="8087"/>
                </a:lnTo>
                <a:lnTo>
                  <a:pt x="6274" y="7996"/>
                </a:lnTo>
                <a:lnTo>
                  <a:pt x="6450" y="7854"/>
                </a:lnTo>
                <a:lnTo>
                  <a:pt x="6639" y="7713"/>
                </a:lnTo>
                <a:lnTo>
                  <a:pt x="6777" y="7661"/>
                </a:lnTo>
                <a:lnTo>
                  <a:pt x="6953" y="7519"/>
                </a:lnTo>
                <a:lnTo>
                  <a:pt x="7142" y="7377"/>
                </a:lnTo>
                <a:lnTo>
                  <a:pt x="7280" y="7338"/>
                </a:lnTo>
                <a:lnTo>
                  <a:pt x="7456" y="7197"/>
                </a:lnTo>
                <a:lnTo>
                  <a:pt x="7645" y="7055"/>
                </a:lnTo>
                <a:lnTo>
                  <a:pt x="7783" y="7003"/>
                </a:lnTo>
                <a:lnTo>
                  <a:pt x="7959" y="6861"/>
                </a:lnTo>
                <a:lnTo>
                  <a:pt x="8148" y="6719"/>
                </a:lnTo>
                <a:lnTo>
                  <a:pt x="8286" y="6681"/>
                </a:lnTo>
                <a:lnTo>
                  <a:pt x="8462" y="6539"/>
                </a:lnTo>
                <a:lnTo>
                  <a:pt x="8651" y="6397"/>
                </a:lnTo>
                <a:lnTo>
                  <a:pt x="8789" y="6345"/>
                </a:lnTo>
                <a:lnTo>
                  <a:pt x="8965" y="6203"/>
                </a:lnTo>
                <a:lnTo>
                  <a:pt x="9154" y="6062"/>
                </a:lnTo>
                <a:lnTo>
                  <a:pt x="9292" y="6023"/>
                </a:lnTo>
                <a:lnTo>
                  <a:pt x="9468" y="5881"/>
                </a:lnTo>
                <a:lnTo>
                  <a:pt x="9656" y="5739"/>
                </a:lnTo>
                <a:lnTo>
                  <a:pt x="9795" y="5688"/>
                </a:lnTo>
                <a:lnTo>
                  <a:pt x="9983" y="5546"/>
                </a:lnTo>
                <a:lnTo>
                  <a:pt x="10159" y="5455"/>
                </a:lnTo>
                <a:lnTo>
                  <a:pt x="10298" y="5365"/>
                </a:lnTo>
                <a:lnTo>
                  <a:pt x="10486" y="5262"/>
                </a:lnTo>
                <a:lnTo>
                  <a:pt x="10662" y="5120"/>
                </a:lnTo>
                <a:lnTo>
                  <a:pt x="10801" y="5081"/>
                </a:lnTo>
                <a:lnTo>
                  <a:pt x="10989" y="4939"/>
                </a:lnTo>
                <a:lnTo>
                  <a:pt x="11165" y="4798"/>
                </a:lnTo>
                <a:lnTo>
                  <a:pt x="11304" y="4746"/>
                </a:lnTo>
                <a:lnTo>
                  <a:pt x="11492" y="4604"/>
                </a:lnTo>
                <a:lnTo>
                  <a:pt x="11668" y="4514"/>
                </a:lnTo>
                <a:lnTo>
                  <a:pt x="11807" y="4462"/>
                </a:lnTo>
                <a:lnTo>
                  <a:pt x="11995" y="4333"/>
                </a:lnTo>
                <a:lnTo>
                  <a:pt x="12171" y="4191"/>
                </a:lnTo>
                <a:lnTo>
                  <a:pt x="12310" y="4140"/>
                </a:lnTo>
                <a:lnTo>
                  <a:pt x="12498" y="4049"/>
                </a:lnTo>
                <a:lnTo>
                  <a:pt x="12674" y="3908"/>
                </a:lnTo>
                <a:lnTo>
                  <a:pt x="12813" y="3856"/>
                </a:lnTo>
                <a:lnTo>
                  <a:pt x="13001" y="3714"/>
                </a:lnTo>
                <a:lnTo>
                  <a:pt x="13177" y="3624"/>
                </a:lnTo>
                <a:lnTo>
                  <a:pt x="13316" y="3572"/>
                </a:lnTo>
                <a:lnTo>
                  <a:pt x="13504" y="3430"/>
                </a:lnTo>
                <a:lnTo>
                  <a:pt x="13680" y="3340"/>
                </a:lnTo>
                <a:lnTo>
                  <a:pt x="13819" y="3288"/>
                </a:lnTo>
                <a:lnTo>
                  <a:pt x="14007" y="3147"/>
                </a:lnTo>
                <a:lnTo>
                  <a:pt x="14183" y="3056"/>
                </a:lnTo>
                <a:lnTo>
                  <a:pt x="14322" y="2966"/>
                </a:lnTo>
                <a:lnTo>
                  <a:pt x="14510" y="2876"/>
                </a:lnTo>
                <a:lnTo>
                  <a:pt x="14686" y="2773"/>
                </a:lnTo>
                <a:lnTo>
                  <a:pt x="14824" y="2682"/>
                </a:lnTo>
                <a:lnTo>
                  <a:pt x="15013" y="2592"/>
                </a:lnTo>
                <a:lnTo>
                  <a:pt x="15189" y="2489"/>
                </a:lnTo>
                <a:lnTo>
                  <a:pt x="15327" y="2450"/>
                </a:lnTo>
                <a:lnTo>
                  <a:pt x="15516" y="2308"/>
                </a:lnTo>
                <a:lnTo>
                  <a:pt x="15692" y="2218"/>
                </a:lnTo>
                <a:lnTo>
                  <a:pt x="15830" y="2166"/>
                </a:lnTo>
                <a:lnTo>
                  <a:pt x="16019" y="2024"/>
                </a:lnTo>
                <a:lnTo>
                  <a:pt x="16208" y="1934"/>
                </a:lnTo>
                <a:lnTo>
                  <a:pt x="16434" y="1831"/>
                </a:lnTo>
                <a:lnTo>
                  <a:pt x="16610" y="1741"/>
                </a:lnTo>
                <a:lnTo>
                  <a:pt x="16836" y="1599"/>
                </a:lnTo>
                <a:lnTo>
                  <a:pt x="17025" y="1509"/>
                </a:lnTo>
                <a:lnTo>
                  <a:pt x="17214" y="1418"/>
                </a:lnTo>
                <a:lnTo>
                  <a:pt x="17352" y="1367"/>
                </a:lnTo>
                <a:lnTo>
                  <a:pt x="17528" y="1225"/>
                </a:lnTo>
                <a:lnTo>
                  <a:pt x="17717" y="1135"/>
                </a:lnTo>
                <a:lnTo>
                  <a:pt x="17855" y="1083"/>
                </a:lnTo>
                <a:lnTo>
                  <a:pt x="18031" y="993"/>
                </a:lnTo>
                <a:lnTo>
                  <a:pt x="18220" y="889"/>
                </a:lnTo>
                <a:lnTo>
                  <a:pt x="18358" y="851"/>
                </a:lnTo>
                <a:lnTo>
                  <a:pt x="18534" y="760"/>
                </a:lnTo>
                <a:lnTo>
                  <a:pt x="18722" y="619"/>
                </a:lnTo>
                <a:lnTo>
                  <a:pt x="18861" y="567"/>
                </a:lnTo>
                <a:lnTo>
                  <a:pt x="19037" y="477"/>
                </a:lnTo>
                <a:lnTo>
                  <a:pt x="19225" y="374"/>
                </a:lnTo>
                <a:lnTo>
                  <a:pt x="19364" y="335"/>
                </a:lnTo>
                <a:lnTo>
                  <a:pt x="19540" y="232"/>
                </a:lnTo>
                <a:lnTo>
                  <a:pt x="19728" y="141"/>
                </a:lnTo>
                <a:lnTo>
                  <a:pt x="19867" y="103"/>
                </a:lnTo>
                <a:lnTo>
                  <a:pt x="20043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574686" y="4996273"/>
            <a:ext cx="20043" cy="6526"/>
          </a:xfrm>
          <a:custGeom>
            <a:avLst/>
            <a:gdLst/>
            <a:ahLst/>
            <a:cxnLst/>
            <a:rect l="l" t="t" r="r" b="b"/>
            <a:pathLst>
              <a:path w="20043" h="6526">
                <a:moveTo>
                  <a:pt x="0" y="6526"/>
                </a:moveTo>
                <a:lnTo>
                  <a:pt x="188" y="6436"/>
                </a:lnTo>
                <a:lnTo>
                  <a:pt x="326" y="6384"/>
                </a:lnTo>
                <a:lnTo>
                  <a:pt x="502" y="6294"/>
                </a:lnTo>
                <a:lnTo>
                  <a:pt x="691" y="6203"/>
                </a:lnTo>
                <a:lnTo>
                  <a:pt x="829" y="6152"/>
                </a:lnTo>
                <a:lnTo>
                  <a:pt x="1005" y="6062"/>
                </a:lnTo>
                <a:lnTo>
                  <a:pt x="1194" y="5971"/>
                </a:lnTo>
                <a:lnTo>
                  <a:pt x="1332" y="5920"/>
                </a:lnTo>
                <a:lnTo>
                  <a:pt x="1508" y="5829"/>
                </a:lnTo>
                <a:lnTo>
                  <a:pt x="1697" y="5726"/>
                </a:lnTo>
                <a:lnTo>
                  <a:pt x="1835" y="5688"/>
                </a:lnTo>
                <a:lnTo>
                  <a:pt x="2011" y="5584"/>
                </a:lnTo>
                <a:lnTo>
                  <a:pt x="2200" y="5494"/>
                </a:lnTo>
                <a:lnTo>
                  <a:pt x="2338" y="5442"/>
                </a:lnTo>
                <a:lnTo>
                  <a:pt x="2514" y="5352"/>
                </a:lnTo>
                <a:lnTo>
                  <a:pt x="2703" y="5262"/>
                </a:lnTo>
                <a:lnTo>
                  <a:pt x="2841" y="5262"/>
                </a:lnTo>
                <a:lnTo>
                  <a:pt x="3017" y="5172"/>
                </a:lnTo>
                <a:lnTo>
                  <a:pt x="3206" y="5068"/>
                </a:lnTo>
                <a:lnTo>
                  <a:pt x="3344" y="5030"/>
                </a:lnTo>
                <a:lnTo>
                  <a:pt x="3533" y="4927"/>
                </a:lnTo>
                <a:lnTo>
                  <a:pt x="3709" y="4836"/>
                </a:lnTo>
                <a:lnTo>
                  <a:pt x="3847" y="4785"/>
                </a:lnTo>
                <a:lnTo>
                  <a:pt x="4036" y="4746"/>
                </a:lnTo>
                <a:lnTo>
                  <a:pt x="4212" y="4643"/>
                </a:lnTo>
                <a:lnTo>
                  <a:pt x="4350" y="4604"/>
                </a:lnTo>
                <a:lnTo>
                  <a:pt x="4539" y="4514"/>
                </a:lnTo>
                <a:lnTo>
                  <a:pt x="4715" y="4411"/>
                </a:lnTo>
                <a:lnTo>
                  <a:pt x="4853" y="4411"/>
                </a:lnTo>
                <a:lnTo>
                  <a:pt x="5042" y="4320"/>
                </a:lnTo>
                <a:lnTo>
                  <a:pt x="5218" y="4230"/>
                </a:lnTo>
                <a:lnTo>
                  <a:pt x="5356" y="4178"/>
                </a:lnTo>
                <a:lnTo>
                  <a:pt x="5545" y="4127"/>
                </a:lnTo>
                <a:lnTo>
                  <a:pt x="5721" y="4037"/>
                </a:lnTo>
                <a:lnTo>
                  <a:pt x="5859" y="3985"/>
                </a:lnTo>
                <a:lnTo>
                  <a:pt x="6048" y="3895"/>
                </a:lnTo>
                <a:lnTo>
                  <a:pt x="6224" y="3856"/>
                </a:lnTo>
                <a:lnTo>
                  <a:pt x="6362" y="3804"/>
                </a:lnTo>
                <a:lnTo>
                  <a:pt x="6551" y="3714"/>
                </a:lnTo>
                <a:lnTo>
                  <a:pt x="6727" y="3663"/>
                </a:lnTo>
                <a:lnTo>
                  <a:pt x="6865" y="3611"/>
                </a:lnTo>
                <a:lnTo>
                  <a:pt x="7054" y="3521"/>
                </a:lnTo>
                <a:lnTo>
                  <a:pt x="7230" y="3469"/>
                </a:lnTo>
                <a:lnTo>
                  <a:pt x="7368" y="3430"/>
                </a:lnTo>
                <a:lnTo>
                  <a:pt x="7557" y="3327"/>
                </a:lnTo>
                <a:lnTo>
                  <a:pt x="7733" y="3288"/>
                </a:lnTo>
                <a:lnTo>
                  <a:pt x="7871" y="3237"/>
                </a:lnTo>
                <a:lnTo>
                  <a:pt x="8060" y="3147"/>
                </a:lnTo>
                <a:lnTo>
                  <a:pt x="8236" y="3095"/>
                </a:lnTo>
                <a:lnTo>
                  <a:pt x="8374" y="3056"/>
                </a:lnTo>
                <a:lnTo>
                  <a:pt x="8563" y="3005"/>
                </a:lnTo>
                <a:lnTo>
                  <a:pt x="8789" y="2914"/>
                </a:lnTo>
                <a:lnTo>
                  <a:pt x="8977" y="2863"/>
                </a:lnTo>
                <a:lnTo>
                  <a:pt x="9154" y="2773"/>
                </a:lnTo>
                <a:lnTo>
                  <a:pt x="9292" y="2773"/>
                </a:lnTo>
                <a:lnTo>
                  <a:pt x="9480" y="2669"/>
                </a:lnTo>
                <a:lnTo>
                  <a:pt x="9656" y="2631"/>
                </a:lnTo>
                <a:lnTo>
                  <a:pt x="9795" y="2579"/>
                </a:lnTo>
                <a:lnTo>
                  <a:pt x="9983" y="2528"/>
                </a:lnTo>
                <a:lnTo>
                  <a:pt x="10159" y="2437"/>
                </a:lnTo>
                <a:lnTo>
                  <a:pt x="10298" y="2437"/>
                </a:lnTo>
                <a:lnTo>
                  <a:pt x="10486" y="2347"/>
                </a:lnTo>
                <a:lnTo>
                  <a:pt x="10662" y="2295"/>
                </a:lnTo>
                <a:lnTo>
                  <a:pt x="10801" y="2257"/>
                </a:lnTo>
                <a:lnTo>
                  <a:pt x="10989" y="2205"/>
                </a:lnTo>
                <a:lnTo>
                  <a:pt x="11165" y="2115"/>
                </a:lnTo>
                <a:lnTo>
                  <a:pt x="11304" y="2115"/>
                </a:lnTo>
                <a:lnTo>
                  <a:pt x="11492" y="2012"/>
                </a:lnTo>
                <a:lnTo>
                  <a:pt x="11668" y="1973"/>
                </a:lnTo>
                <a:lnTo>
                  <a:pt x="11807" y="1973"/>
                </a:lnTo>
                <a:lnTo>
                  <a:pt x="11995" y="1870"/>
                </a:lnTo>
                <a:lnTo>
                  <a:pt x="12171" y="1831"/>
                </a:lnTo>
                <a:lnTo>
                  <a:pt x="12310" y="1779"/>
                </a:lnTo>
                <a:lnTo>
                  <a:pt x="12498" y="1741"/>
                </a:lnTo>
                <a:lnTo>
                  <a:pt x="12674" y="1689"/>
                </a:lnTo>
                <a:lnTo>
                  <a:pt x="12813" y="1638"/>
                </a:lnTo>
                <a:lnTo>
                  <a:pt x="13001" y="1599"/>
                </a:lnTo>
                <a:lnTo>
                  <a:pt x="13177" y="1547"/>
                </a:lnTo>
                <a:lnTo>
                  <a:pt x="13316" y="1496"/>
                </a:lnTo>
                <a:lnTo>
                  <a:pt x="13504" y="1457"/>
                </a:lnTo>
                <a:lnTo>
                  <a:pt x="13693" y="1405"/>
                </a:lnTo>
                <a:lnTo>
                  <a:pt x="13919" y="1354"/>
                </a:lnTo>
                <a:lnTo>
                  <a:pt x="14095" y="1315"/>
                </a:lnTo>
                <a:lnTo>
                  <a:pt x="14322" y="1264"/>
                </a:lnTo>
                <a:lnTo>
                  <a:pt x="14510" y="1173"/>
                </a:lnTo>
                <a:lnTo>
                  <a:pt x="14699" y="1122"/>
                </a:lnTo>
                <a:lnTo>
                  <a:pt x="14837" y="1122"/>
                </a:lnTo>
                <a:lnTo>
                  <a:pt x="15013" y="1070"/>
                </a:lnTo>
                <a:lnTo>
                  <a:pt x="15202" y="1031"/>
                </a:lnTo>
                <a:lnTo>
                  <a:pt x="15340" y="980"/>
                </a:lnTo>
                <a:lnTo>
                  <a:pt x="15516" y="941"/>
                </a:lnTo>
                <a:lnTo>
                  <a:pt x="15705" y="889"/>
                </a:lnTo>
                <a:lnTo>
                  <a:pt x="15843" y="838"/>
                </a:lnTo>
                <a:lnTo>
                  <a:pt x="16019" y="799"/>
                </a:lnTo>
                <a:lnTo>
                  <a:pt x="16208" y="748"/>
                </a:lnTo>
                <a:lnTo>
                  <a:pt x="16346" y="748"/>
                </a:lnTo>
                <a:lnTo>
                  <a:pt x="16522" y="696"/>
                </a:lnTo>
                <a:lnTo>
                  <a:pt x="16711" y="657"/>
                </a:lnTo>
                <a:lnTo>
                  <a:pt x="16849" y="657"/>
                </a:lnTo>
                <a:lnTo>
                  <a:pt x="17025" y="606"/>
                </a:lnTo>
                <a:lnTo>
                  <a:pt x="17214" y="554"/>
                </a:lnTo>
                <a:lnTo>
                  <a:pt x="17352" y="515"/>
                </a:lnTo>
                <a:lnTo>
                  <a:pt x="17528" y="464"/>
                </a:lnTo>
                <a:lnTo>
                  <a:pt x="17717" y="412"/>
                </a:lnTo>
                <a:lnTo>
                  <a:pt x="17855" y="412"/>
                </a:lnTo>
                <a:lnTo>
                  <a:pt x="18031" y="374"/>
                </a:lnTo>
                <a:lnTo>
                  <a:pt x="18220" y="322"/>
                </a:lnTo>
                <a:lnTo>
                  <a:pt x="18358" y="322"/>
                </a:lnTo>
                <a:lnTo>
                  <a:pt x="18534" y="283"/>
                </a:lnTo>
                <a:lnTo>
                  <a:pt x="18722" y="232"/>
                </a:lnTo>
                <a:lnTo>
                  <a:pt x="18861" y="232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594729" y="4995280"/>
            <a:ext cx="20055" cy="993"/>
          </a:xfrm>
          <a:custGeom>
            <a:avLst/>
            <a:gdLst/>
            <a:ahLst/>
            <a:cxnLst/>
            <a:rect l="l" t="t" r="r" b="b"/>
            <a:pathLst>
              <a:path w="20055" h="993">
                <a:moveTo>
                  <a:pt x="0" y="993"/>
                </a:moveTo>
                <a:lnTo>
                  <a:pt x="188" y="941"/>
                </a:lnTo>
                <a:lnTo>
                  <a:pt x="326" y="941"/>
                </a:lnTo>
                <a:lnTo>
                  <a:pt x="502" y="889"/>
                </a:lnTo>
                <a:lnTo>
                  <a:pt x="691" y="851"/>
                </a:lnTo>
                <a:lnTo>
                  <a:pt x="829" y="851"/>
                </a:lnTo>
                <a:lnTo>
                  <a:pt x="1018" y="799"/>
                </a:lnTo>
                <a:lnTo>
                  <a:pt x="1194" y="799"/>
                </a:lnTo>
                <a:lnTo>
                  <a:pt x="1332" y="748"/>
                </a:lnTo>
                <a:lnTo>
                  <a:pt x="1521" y="748"/>
                </a:lnTo>
                <a:lnTo>
                  <a:pt x="1697" y="709"/>
                </a:lnTo>
                <a:lnTo>
                  <a:pt x="1835" y="709"/>
                </a:lnTo>
                <a:lnTo>
                  <a:pt x="2024" y="657"/>
                </a:lnTo>
                <a:lnTo>
                  <a:pt x="2200" y="657"/>
                </a:lnTo>
                <a:lnTo>
                  <a:pt x="2338" y="619"/>
                </a:lnTo>
                <a:lnTo>
                  <a:pt x="2527" y="619"/>
                </a:lnTo>
                <a:lnTo>
                  <a:pt x="2703" y="567"/>
                </a:lnTo>
                <a:lnTo>
                  <a:pt x="2841" y="567"/>
                </a:lnTo>
                <a:lnTo>
                  <a:pt x="3030" y="515"/>
                </a:lnTo>
                <a:lnTo>
                  <a:pt x="3206" y="515"/>
                </a:lnTo>
                <a:lnTo>
                  <a:pt x="3344" y="477"/>
                </a:lnTo>
                <a:lnTo>
                  <a:pt x="3533" y="477"/>
                </a:lnTo>
                <a:lnTo>
                  <a:pt x="3709" y="425"/>
                </a:lnTo>
                <a:lnTo>
                  <a:pt x="3847" y="425"/>
                </a:lnTo>
                <a:lnTo>
                  <a:pt x="4036" y="425"/>
                </a:lnTo>
                <a:lnTo>
                  <a:pt x="4212" y="374"/>
                </a:lnTo>
                <a:lnTo>
                  <a:pt x="4350" y="374"/>
                </a:lnTo>
                <a:lnTo>
                  <a:pt x="4539" y="374"/>
                </a:lnTo>
                <a:lnTo>
                  <a:pt x="4715" y="335"/>
                </a:lnTo>
                <a:lnTo>
                  <a:pt x="4853" y="335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2"/>
                </a:lnTo>
                <a:lnTo>
                  <a:pt x="5859" y="232"/>
                </a:lnTo>
                <a:lnTo>
                  <a:pt x="6048" y="232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2"/>
                </a:lnTo>
                <a:lnTo>
                  <a:pt x="16799" y="232"/>
                </a:lnTo>
                <a:lnTo>
                  <a:pt x="16937" y="232"/>
                </a:lnTo>
                <a:lnTo>
                  <a:pt x="17126" y="232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5"/>
                </a:lnTo>
                <a:lnTo>
                  <a:pt x="17943" y="335"/>
                </a:lnTo>
                <a:lnTo>
                  <a:pt x="18132" y="335"/>
                </a:lnTo>
                <a:lnTo>
                  <a:pt x="18308" y="374"/>
                </a:lnTo>
                <a:lnTo>
                  <a:pt x="18446" y="374"/>
                </a:lnTo>
                <a:lnTo>
                  <a:pt x="18634" y="425"/>
                </a:lnTo>
                <a:lnTo>
                  <a:pt x="18811" y="425"/>
                </a:lnTo>
                <a:lnTo>
                  <a:pt x="18949" y="425"/>
                </a:lnTo>
                <a:lnTo>
                  <a:pt x="19137" y="477"/>
                </a:lnTo>
                <a:lnTo>
                  <a:pt x="19313" y="477"/>
                </a:lnTo>
                <a:lnTo>
                  <a:pt x="19452" y="515"/>
                </a:lnTo>
                <a:lnTo>
                  <a:pt x="19640" y="515"/>
                </a:lnTo>
                <a:lnTo>
                  <a:pt x="19816" y="567"/>
                </a:lnTo>
                <a:lnTo>
                  <a:pt x="19955" y="567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614785" y="4995847"/>
            <a:ext cx="20043" cy="5726"/>
          </a:xfrm>
          <a:custGeom>
            <a:avLst/>
            <a:gdLst/>
            <a:ahLst/>
            <a:cxnLst/>
            <a:rect l="l" t="t" r="r" b="b"/>
            <a:pathLst>
              <a:path w="20043" h="572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2"/>
                </a:lnTo>
                <a:lnTo>
                  <a:pt x="1596" y="232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2"/>
                </a:lnTo>
                <a:lnTo>
                  <a:pt x="2288" y="374"/>
                </a:lnTo>
                <a:lnTo>
                  <a:pt x="2426" y="374"/>
                </a:lnTo>
                <a:lnTo>
                  <a:pt x="2602" y="425"/>
                </a:lnTo>
                <a:lnTo>
                  <a:pt x="2791" y="464"/>
                </a:lnTo>
                <a:lnTo>
                  <a:pt x="2929" y="464"/>
                </a:lnTo>
                <a:lnTo>
                  <a:pt x="3105" y="515"/>
                </a:lnTo>
                <a:lnTo>
                  <a:pt x="3294" y="515"/>
                </a:lnTo>
                <a:lnTo>
                  <a:pt x="3432" y="567"/>
                </a:lnTo>
                <a:lnTo>
                  <a:pt x="3608" y="606"/>
                </a:lnTo>
                <a:lnTo>
                  <a:pt x="3797" y="606"/>
                </a:lnTo>
                <a:lnTo>
                  <a:pt x="3935" y="657"/>
                </a:lnTo>
                <a:lnTo>
                  <a:pt x="4111" y="709"/>
                </a:lnTo>
                <a:lnTo>
                  <a:pt x="4300" y="748"/>
                </a:lnTo>
                <a:lnTo>
                  <a:pt x="4438" y="748"/>
                </a:lnTo>
                <a:lnTo>
                  <a:pt x="4614" y="799"/>
                </a:lnTo>
                <a:lnTo>
                  <a:pt x="4803" y="838"/>
                </a:lnTo>
                <a:lnTo>
                  <a:pt x="4941" y="838"/>
                </a:lnTo>
                <a:lnTo>
                  <a:pt x="5117" y="889"/>
                </a:lnTo>
                <a:lnTo>
                  <a:pt x="5306" y="941"/>
                </a:lnTo>
                <a:lnTo>
                  <a:pt x="5444" y="941"/>
                </a:lnTo>
                <a:lnTo>
                  <a:pt x="5620" y="980"/>
                </a:lnTo>
                <a:lnTo>
                  <a:pt x="5809" y="1031"/>
                </a:lnTo>
                <a:lnTo>
                  <a:pt x="5947" y="1083"/>
                </a:lnTo>
                <a:lnTo>
                  <a:pt x="6123" y="1122"/>
                </a:lnTo>
                <a:lnTo>
                  <a:pt x="6312" y="1173"/>
                </a:lnTo>
                <a:lnTo>
                  <a:pt x="6450" y="1173"/>
                </a:lnTo>
                <a:lnTo>
                  <a:pt x="6626" y="1225"/>
                </a:lnTo>
                <a:lnTo>
                  <a:pt x="6815" y="1264"/>
                </a:lnTo>
                <a:lnTo>
                  <a:pt x="6953" y="1315"/>
                </a:lnTo>
                <a:lnTo>
                  <a:pt x="7129" y="1367"/>
                </a:lnTo>
                <a:lnTo>
                  <a:pt x="7318" y="1405"/>
                </a:lnTo>
                <a:lnTo>
                  <a:pt x="7456" y="1405"/>
                </a:lnTo>
                <a:lnTo>
                  <a:pt x="7632" y="1457"/>
                </a:lnTo>
                <a:lnTo>
                  <a:pt x="7821" y="1496"/>
                </a:lnTo>
                <a:lnTo>
                  <a:pt x="7959" y="1547"/>
                </a:lnTo>
                <a:lnTo>
                  <a:pt x="8148" y="1599"/>
                </a:lnTo>
                <a:lnTo>
                  <a:pt x="8324" y="1638"/>
                </a:lnTo>
                <a:lnTo>
                  <a:pt x="8462" y="1689"/>
                </a:lnTo>
                <a:lnTo>
                  <a:pt x="8651" y="1741"/>
                </a:lnTo>
                <a:lnTo>
                  <a:pt x="8827" y="1779"/>
                </a:lnTo>
                <a:lnTo>
                  <a:pt x="8965" y="1831"/>
                </a:lnTo>
                <a:lnTo>
                  <a:pt x="9154" y="1883"/>
                </a:lnTo>
                <a:lnTo>
                  <a:pt x="9330" y="1921"/>
                </a:lnTo>
                <a:lnTo>
                  <a:pt x="9468" y="1973"/>
                </a:lnTo>
                <a:lnTo>
                  <a:pt x="9656" y="2024"/>
                </a:lnTo>
                <a:lnTo>
                  <a:pt x="9833" y="2063"/>
                </a:lnTo>
                <a:lnTo>
                  <a:pt x="9971" y="2115"/>
                </a:lnTo>
                <a:lnTo>
                  <a:pt x="10159" y="2166"/>
                </a:lnTo>
                <a:lnTo>
                  <a:pt x="10336" y="2205"/>
                </a:lnTo>
                <a:lnTo>
                  <a:pt x="10474" y="2257"/>
                </a:lnTo>
                <a:lnTo>
                  <a:pt x="10662" y="2295"/>
                </a:lnTo>
                <a:lnTo>
                  <a:pt x="10838" y="2347"/>
                </a:lnTo>
                <a:lnTo>
                  <a:pt x="10977" y="2399"/>
                </a:lnTo>
                <a:lnTo>
                  <a:pt x="11165" y="2437"/>
                </a:lnTo>
                <a:lnTo>
                  <a:pt x="11341" y="2489"/>
                </a:lnTo>
                <a:lnTo>
                  <a:pt x="11480" y="2540"/>
                </a:lnTo>
                <a:lnTo>
                  <a:pt x="11668" y="2579"/>
                </a:lnTo>
                <a:lnTo>
                  <a:pt x="11844" y="2682"/>
                </a:lnTo>
                <a:lnTo>
                  <a:pt x="11983" y="2682"/>
                </a:lnTo>
                <a:lnTo>
                  <a:pt x="12171" y="2773"/>
                </a:lnTo>
                <a:lnTo>
                  <a:pt x="12347" y="2824"/>
                </a:lnTo>
                <a:lnTo>
                  <a:pt x="12486" y="2863"/>
                </a:lnTo>
                <a:lnTo>
                  <a:pt x="12674" y="2914"/>
                </a:lnTo>
                <a:lnTo>
                  <a:pt x="12850" y="3005"/>
                </a:lnTo>
                <a:lnTo>
                  <a:pt x="12989" y="3005"/>
                </a:lnTo>
                <a:lnTo>
                  <a:pt x="13177" y="3095"/>
                </a:lnTo>
                <a:lnTo>
                  <a:pt x="13353" y="3147"/>
                </a:lnTo>
                <a:lnTo>
                  <a:pt x="13492" y="3198"/>
                </a:lnTo>
                <a:lnTo>
                  <a:pt x="13680" y="3237"/>
                </a:lnTo>
                <a:lnTo>
                  <a:pt x="13856" y="3340"/>
                </a:lnTo>
                <a:lnTo>
                  <a:pt x="13995" y="3379"/>
                </a:lnTo>
                <a:lnTo>
                  <a:pt x="14183" y="3430"/>
                </a:lnTo>
                <a:lnTo>
                  <a:pt x="14372" y="3521"/>
                </a:lnTo>
                <a:lnTo>
                  <a:pt x="14598" y="3572"/>
                </a:lnTo>
                <a:lnTo>
                  <a:pt x="14774" y="3663"/>
                </a:lnTo>
                <a:lnTo>
                  <a:pt x="15001" y="3714"/>
                </a:lnTo>
                <a:lnTo>
                  <a:pt x="15189" y="3804"/>
                </a:lnTo>
                <a:lnTo>
                  <a:pt x="15378" y="3856"/>
                </a:lnTo>
                <a:lnTo>
                  <a:pt x="15604" y="3946"/>
                </a:lnTo>
                <a:lnTo>
                  <a:pt x="15780" y="3998"/>
                </a:lnTo>
                <a:lnTo>
                  <a:pt x="16019" y="4088"/>
                </a:lnTo>
                <a:lnTo>
                  <a:pt x="16195" y="4178"/>
                </a:lnTo>
                <a:lnTo>
                  <a:pt x="16384" y="4230"/>
                </a:lnTo>
                <a:lnTo>
                  <a:pt x="16522" y="4282"/>
                </a:lnTo>
                <a:lnTo>
                  <a:pt x="16698" y="4372"/>
                </a:lnTo>
                <a:lnTo>
                  <a:pt x="16887" y="4411"/>
                </a:lnTo>
                <a:lnTo>
                  <a:pt x="17025" y="4462"/>
                </a:lnTo>
                <a:lnTo>
                  <a:pt x="17201" y="4553"/>
                </a:lnTo>
                <a:lnTo>
                  <a:pt x="17390" y="4656"/>
                </a:lnTo>
                <a:lnTo>
                  <a:pt x="17528" y="4694"/>
                </a:lnTo>
                <a:lnTo>
                  <a:pt x="17704" y="4746"/>
                </a:lnTo>
                <a:lnTo>
                  <a:pt x="17893" y="4836"/>
                </a:lnTo>
                <a:lnTo>
                  <a:pt x="18031" y="4888"/>
                </a:lnTo>
                <a:lnTo>
                  <a:pt x="18207" y="4978"/>
                </a:lnTo>
                <a:lnTo>
                  <a:pt x="18396" y="5030"/>
                </a:lnTo>
                <a:lnTo>
                  <a:pt x="18534" y="5068"/>
                </a:lnTo>
                <a:lnTo>
                  <a:pt x="18710" y="5172"/>
                </a:lnTo>
                <a:lnTo>
                  <a:pt x="18899" y="5262"/>
                </a:lnTo>
                <a:lnTo>
                  <a:pt x="19037" y="5313"/>
                </a:lnTo>
                <a:lnTo>
                  <a:pt x="19213" y="5404"/>
                </a:lnTo>
                <a:lnTo>
                  <a:pt x="19402" y="5455"/>
                </a:lnTo>
                <a:lnTo>
                  <a:pt x="19540" y="5494"/>
                </a:lnTo>
                <a:lnTo>
                  <a:pt x="19716" y="5597"/>
                </a:lnTo>
                <a:lnTo>
                  <a:pt x="19904" y="5688"/>
                </a:lnTo>
                <a:lnTo>
                  <a:pt x="20043" y="572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634829" y="5001574"/>
            <a:ext cx="19993" cy="11763"/>
          </a:xfrm>
          <a:custGeom>
            <a:avLst/>
            <a:gdLst/>
            <a:ahLst/>
            <a:cxnLst/>
            <a:rect l="l" t="t" r="r" b="b"/>
            <a:pathLst>
              <a:path w="19993" h="11763">
                <a:moveTo>
                  <a:pt x="0" y="0"/>
                </a:moveTo>
                <a:lnTo>
                  <a:pt x="176" y="103"/>
                </a:lnTo>
                <a:lnTo>
                  <a:pt x="364" y="193"/>
                </a:lnTo>
                <a:lnTo>
                  <a:pt x="502" y="245"/>
                </a:lnTo>
                <a:lnTo>
                  <a:pt x="679" y="335"/>
                </a:lnTo>
                <a:lnTo>
                  <a:pt x="867" y="425"/>
                </a:lnTo>
                <a:lnTo>
                  <a:pt x="1005" y="425"/>
                </a:lnTo>
                <a:lnTo>
                  <a:pt x="1181" y="528"/>
                </a:lnTo>
                <a:lnTo>
                  <a:pt x="1370" y="619"/>
                </a:lnTo>
                <a:lnTo>
                  <a:pt x="1508" y="670"/>
                </a:lnTo>
                <a:lnTo>
                  <a:pt x="1684" y="760"/>
                </a:lnTo>
                <a:lnTo>
                  <a:pt x="1873" y="851"/>
                </a:lnTo>
                <a:lnTo>
                  <a:pt x="2011" y="902"/>
                </a:lnTo>
                <a:lnTo>
                  <a:pt x="2200" y="993"/>
                </a:lnTo>
                <a:lnTo>
                  <a:pt x="2376" y="1083"/>
                </a:lnTo>
                <a:lnTo>
                  <a:pt x="2514" y="1135"/>
                </a:lnTo>
                <a:lnTo>
                  <a:pt x="2703" y="1225"/>
                </a:lnTo>
                <a:lnTo>
                  <a:pt x="2879" y="1328"/>
                </a:lnTo>
                <a:lnTo>
                  <a:pt x="3017" y="1367"/>
                </a:lnTo>
                <a:lnTo>
                  <a:pt x="3206" y="1509"/>
                </a:lnTo>
                <a:lnTo>
                  <a:pt x="3382" y="1599"/>
                </a:lnTo>
                <a:lnTo>
                  <a:pt x="3520" y="1650"/>
                </a:lnTo>
                <a:lnTo>
                  <a:pt x="3709" y="1741"/>
                </a:lnTo>
                <a:lnTo>
                  <a:pt x="3885" y="1844"/>
                </a:lnTo>
                <a:lnTo>
                  <a:pt x="4023" y="1883"/>
                </a:lnTo>
                <a:lnTo>
                  <a:pt x="4212" y="1986"/>
                </a:lnTo>
                <a:lnTo>
                  <a:pt x="4388" y="2076"/>
                </a:lnTo>
                <a:lnTo>
                  <a:pt x="4526" y="2115"/>
                </a:lnTo>
                <a:lnTo>
                  <a:pt x="4715" y="2257"/>
                </a:lnTo>
                <a:lnTo>
                  <a:pt x="4891" y="2360"/>
                </a:lnTo>
                <a:lnTo>
                  <a:pt x="5029" y="2399"/>
                </a:lnTo>
                <a:lnTo>
                  <a:pt x="5218" y="2502"/>
                </a:lnTo>
                <a:lnTo>
                  <a:pt x="5394" y="2592"/>
                </a:lnTo>
                <a:lnTo>
                  <a:pt x="5532" y="2644"/>
                </a:lnTo>
                <a:lnTo>
                  <a:pt x="5721" y="2785"/>
                </a:lnTo>
                <a:lnTo>
                  <a:pt x="5897" y="2876"/>
                </a:lnTo>
                <a:lnTo>
                  <a:pt x="6035" y="2914"/>
                </a:lnTo>
                <a:lnTo>
                  <a:pt x="6224" y="3018"/>
                </a:lnTo>
                <a:lnTo>
                  <a:pt x="6400" y="3160"/>
                </a:lnTo>
                <a:lnTo>
                  <a:pt x="6538" y="3198"/>
                </a:lnTo>
                <a:lnTo>
                  <a:pt x="6727" y="3301"/>
                </a:lnTo>
                <a:lnTo>
                  <a:pt x="6903" y="3392"/>
                </a:lnTo>
                <a:lnTo>
                  <a:pt x="7041" y="3443"/>
                </a:lnTo>
                <a:lnTo>
                  <a:pt x="7230" y="3572"/>
                </a:lnTo>
                <a:lnTo>
                  <a:pt x="7406" y="3675"/>
                </a:lnTo>
                <a:lnTo>
                  <a:pt x="7544" y="3714"/>
                </a:lnTo>
                <a:lnTo>
                  <a:pt x="7733" y="3856"/>
                </a:lnTo>
                <a:lnTo>
                  <a:pt x="7909" y="3959"/>
                </a:lnTo>
                <a:lnTo>
                  <a:pt x="8047" y="3998"/>
                </a:lnTo>
                <a:lnTo>
                  <a:pt x="8236" y="4140"/>
                </a:lnTo>
                <a:lnTo>
                  <a:pt x="8424" y="4230"/>
                </a:lnTo>
                <a:lnTo>
                  <a:pt x="8651" y="4333"/>
                </a:lnTo>
                <a:lnTo>
                  <a:pt x="8827" y="4475"/>
                </a:lnTo>
                <a:lnTo>
                  <a:pt x="9053" y="4565"/>
                </a:lnTo>
                <a:lnTo>
                  <a:pt x="9242" y="4707"/>
                </a:lnTo>
                <a:lnTo>
                  <a:pt x="9430" y="4798"/>
                </a:lnTo>
                <a:lnTo>
                  <a:pt x="9568" y="4901"/>
                </a:lnTo>
                <a:lnTo>
                  <a:pt x="9745" y="4991"/>
                </a:lnTo>
                <a:lnTo>
                  <a:pt x="9933" y="5133"/>
                </a:lnTo>
                <a:lnTo>
                  <a:pt x="10071" y="5172"/>
                </a:lnTo>
                <a:lnTo>
                  <a:pt x="10247" y="5275"/>
                </a:lnTo>
                <a:lnTo>
                  <a:pt x="10436" y="5417"/>
                </a:lnTo>
                <a:lnTo>
                  <a:pt x="10574" y="5455"/>
                </a:lnTo>
                <a:lnTo>
                  <a:pt x="10750" y="5597"/>
                </a:lnTo>
                <a:lnTo>
                  <a:pt x="10939" y="5688"/>
                </a:lnTo>
                <a:lnTo>
                  <a:pt x="11077" y="5791"/>
                </a:lnTo>
                <a:lnTo>
                  <a:pt x="11253" y="5881"/>
                </a:lnTo>
                <a:lnTo>
                  <a:pt x="11442" y="6023"/>
                </a:lnTo>
                <a:lnTo>
                  <a:pt x="11580" y="6074"/>
                </a:lnTo>
                <a:lnTo>
                  <a:pt x="11756" y="6216"/>
                </a:lnTo>
                <a:lnTo>
                  <a:pt x="11945" y="6307"/>
                </a:lnTo>
                <a:lnTo>
                  <a:pt x="12083" y="6397"/>
                </a:lnTo>
                <a:lnTo>
                  <a:pt x="12259" y="6487"/>
                </a:lnTo>
                <a:lnTo>
                  <a:pt x="12448" y="6629"/>
                </a:lnTo>
                <a:lnTo>
                  <a:pt x="12586" y="6681"/>
                </a:lnTo>
                <a:lnTo>
                  <a:pt x="12762" y="6823"/>
                </a:lnTo>
                <a:lnTo>
                  <a:pt x="12951" y="6964"/>
                </a:lnTo>
                <a:lnTo>
                  <a:pt x="13089" y="7016"/>
                </a:lnTo>
                <a:lnTo>
                  <a:pt x="13265" y="7145"/>
                </a:lnTo>
                <a:lnTo>
                  <a:pt x="13454" y="7248"/>
                </a:lnTo>
                <a:lnTo>
                  <a:pt x="13592" y="7338"/>
                </a:lnTo>
                <a:lnTo>
                  <a:pt x="13768" y="7480"/>
                </a:lnTo>
                <a:lnTo>
                  <a:pt x="13957" y="7571"/>
                </a:lnTo>
                <a:lnTo>
                  <a:pt x="14095" y="7674"/>
                </a:lnTo>
                <a:lnTo>
                  <a:pt x="14271" y="7764"/>
                </a:lnTo>
                <a:lnTo>
                  <a:pt x="14460" y="7906"/>
                </a:lnTo>
                <a:lnTo>
                  <a:pt x="14598" y="7996"/>
                </a:lnTo>
                <a:lnTo>
                  <a:pt x="14774" y="8087"/>
                </a:lnTo>
                <a:lnTo>
                  <a:pt x="14963" y="8228"/>
                </a:lnTo>
                <a:lnTo>
                  <a:pt x="15101" y="8332"/>
                </a:lnTo>
                <a:lnTo>
                  <a:pt x="15277" y="8461"/>
                </a:lnTo>
                <a:lnTo>
                  <a:pt x="15466" y="8564"/>
                </a:lnTo>
                <a:lnTo>
                  <a:pt x="15604" y="8654"/>
                </a:lnTo>
                <a:lnTo>
                  <a:pt x="15793" y="8796"/>
                </a:lnTo>
                <a:lnTo>
                  <a:pt x="15969" y="8938"/>
                </a:lnTo>
                <a:lnTo>
                  <a:pt x="16107" y="8989"/>
                </a:lnTo>
                <a:lnTo>
                  <a:pt x="16296" y="9131"/>
                </a:lnTo>
                <a:lnTo>
                  <a:pt x="16472" y="9260"/>
                </a:lnTo>
                <a:lnTo>
                  <a:pt x="16610" y="9312"/>
                </a:lnTo>
                <a:lnTo>
                  <a:pt x="16799" y="9454"/>
                </a:lnTo>
                <a:lnTo>
                  <a:pt x="16975" y="9596"/>
                </a:lnTo>
                <a:lnTo>
                  <a:pt x="17113" y="9686"/>
                </a:lnTo>
                <a:lnTo>
                  <a:pt x="17302" y="9828"/>
                </a:lnTo>
                <a:lnTo>
                  <a:pt x="17478" y="9970"/>
                </a:lnTo>
                <a:lnTo>
                  <a:pt x="17616" y="10021"/>
                </a:lnTo>
                <a:lnTo>
                  <a:pt x="17805" y="10163"/>
                </a:lnTo>
                <a:lnTo>
                  <a:pt x="17981" y="10305"/>
                </a:lnTo>
                <a:lnTo>
                  <a:pt x="18119" y="10395"/>
                </a:lnTo>
                <a:lnTo>
                  <a:pt x="18308" y="10537"/>
                </a:lnTo>
                <a:lnTo>
                  <a:pt x="18484" y="10679"/>
                </a:lnTo>
                <a:lnTo>
                  <a:pt x="18622" y="10718"/>
                </a:lnTo>
                <a:lnTo>
                  <a:pt x="18811" y="10860"/>
                </a:lnTo>
                <a:lnTo>
                  <a:pt x="18987" y="11002"/>
                </a:lnTo>
                <a:lnTo>
                  <a:pt x="19125" y="11105"/>
                </a:lnTo>
                <a:lnTo>
                  <a:pt x="19313" y="11247"/>
                </a:lnTo>
                <a:lnTo>
                  <a:pt x="19490" y="11376"/>
                </a:lnTo>
                <a:lnTo>
                  <a:pt x="19628" y="11479"/>
                </a:lnTo>
                <a:lnTo>
                  <a:pt x="19816" y="11621"/>
                </a:lnTo>
                <a:lnTo>
                  <a:pt x="19993" y="11763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654822" y="5013337"/>
            <a:ext cx="20055" cy="17618"/>
          </a:xfrm>
          <a:custGeom>
            <a:avLst/>
            <a:gdLst/>
            <a:ahLst/>
            <a:cxnLst/>
            <a:rect l="l" t="t" r="r" b="b"/>
            <a:pathLst>
              <a:path w="20055" h="17618">
                <a:moveTo>
                  <a:pt x="0" y="0"/>
                </a:moveTo>
                <a:lnTo>
                  <a:pt x="138" y="90"/>
                </a:lnTo>
                <a:lnTo>
                  <a:pt x="326" y="232"/>
                </a:lnTo>
                <a:lnTo>
                  <a:pt x="502" y="374"/>
                </a:lnTo>
                <a:lnTo>
                  <a:pt x="641" y="464"/>
                </a:lnTo>
                <a:lnTo>
                  <a:pt x="829" y="606"/>
                </a:lnTo>
                <a:lnTo>
                  <a:pt x="1005" y="748"/>
                </a:lnTo>
                <a:lnTo>
                  <a:pt x="1144" y="838"/>
                </a:lnTo>
                <a:lnTo>
                  <a:pt x="1332" y="980"/>
                </a:lnTo>
                <a:lnTo>
                  <a:pt x="1508" y="1122"/>
                </a:lnTo>
                <a:lnTo>
                  <a:pt x="1647" y="1212"/>
                </a:lnTo>
                <a:lnTo>
                  <a:pt x="1835" y="1354"/>
                </a:lnTo>
                <a:lnTo>
                  <a:pt x="2024" y="1496"/>
                </a:lnTo>
                <a:lnTo>
                  <a:pt x="2250" y="1638"/>
                </a:lnTo>
                <a:lnTo>
                  <a:pt x="2426" y="1831"/>
                </a:lnTo>
                <a:lnTo>
                  <a:pt x="2653" y="1973"/>
                </a:lnTo>
                <a:lnTo>
                  <a:pt x="2841" y="2115"/>
                </a:lnTo>
                <a:lnTo>
                  <a:pt x="3030" y="2295"/>
                </a:lnTo>
                <a:lnTo>
                  <a:pt x="3168" y="2347"/>
                </a:lnTo>
                <a:lnTo>
                  <a:pt x="3344" y="2528"/>
                </a:lnTo>
                <a:lnTo>
                  <a:pt x="3533" y="2669"/>
                </a:lnTo>
                <a:lnTo>
                  <a:pt x="3671" y="2773"/>
                </a:lnTo>
                <a:lnTo>
                  <a:pt x="3847" y="2914"/>
                </a:lnTo>
                <a:lnTo>
                  <a:pt x="4036" y="3095"/>
                </a:lnTo>
                <a:lnTo>
                  <a:pt x="4174" y="3147"/>
                </a:lnTo>
                <a:lnTo>
                  <a:pt x="4350" y="3327"/>
                </a:lnTo>
                <a:lnTo>
                  <a:pt x="4539" y="3469"/>
                </a:lnTo>
                <a:lnTo>
                  <a:pt x="4677" y="3572"/>
                </a:lnTo>
                <a:lnTo>
                  <a:pt x="4853" y="3714"/>
                </a:lnTo>
                <a:lnTo>
                  <a:pt x="5042" y="3895"/>
                </a:lnTo>
                <a:lnTo>
                  <a:pt x="5180" y="3946"/>
                </a:lnTo>
                <a:lnTo>
                  <a:pt x="5356" y="4127"/>
                </a:lnTo>
                <a:lnTo>
                  <a:pt x="5545" y="4269"/>
                </a:lnTo>
                <a:lnTo>
                  <a:pt x="5683" y="4372"/>
                </a:lnTo>
                <a:lnTo>
                  <a:pt x="5859" y="4553"/>
                </a:lnTo>
                <a:lnTo>
                  <a:pt x="6048" y="4694"/>
                </a:lnTo>
                <a:lnTo>
                  <a:pt x="6186" y="4785"/>
                </a:lnTo>
                <a:lnTo>
                  <a:pt x="6362" y="4927"/>
                </a:lnTo>
                <a:lnTo>
                  <a:pt x="6551" y="5120"/>
                </a:lnTo>
                <a:lnTo>
                  <a:pt x="6689" y="5210"/>
                </a:lnTo>
                <a:lnTo>
                  <a:pt x="6865" y="5352"/>
                </a:lnTo>
                <a:lnTo>
                  <a:pt x="7054" y="5546"/>
                </a:lnTo>
                <a:lnTo>
                  <a:pt x="7192" y="5636"/>
                </a:lnTo>
                <a:lnTo>
                  <a:pt x="7368" y="5778"/>
                </a:lnTo>
                <a:lnTo>
                  <a:pt x="7557" y="5958"/>
                </a:lnTo>
                <a:lnTo>
                  <a:pt x="7695" y="6062"/>
                </a:lnTo>
                <a:lnTo>
                  <a:pt x="7871" y="6203"/>
                </a:lnTo>
                <a:lnTo>
                  <a:pt x="8060" y="6384"/>
                </a:lnTo>
                <a:lnTo>
                  <a:pt x="8198" y="6487"/>
                </a:lnTo>
                <a:lnTo>
                  <a:pt x="8374" y="6616"/>
                </a:lnTo>
                <a:lnTo>
                  <a:pt x="8563" y="6810"/>
                </a:lnTo>
                <a:lnTo>
                  <a:pt x="8701" y="6900"/>
                </a:lnTo>
                <a:lnTo>
                  <a:pt x="8877" y="7093"/>
                </a:lnTo>
                <a:lnTo>
                  <a:pt x="9066" y="7235"/>
                </a:lnTo>
                <a:lnTo>
                  <a:pt x="9204" y="7326"/>
                </a:lnTo>
                <a:lnTo>
                  <a:pt x="9392" y="7519"/>
                </a:lnTo>
                <a:lnTo>
                  <a:pt x="9568" y="7700"/>
                </a:lnTo>
                <a:lnTo>
                  <a:pt x="9707" y="7803"/>
                </a:lnTo>
                <a:lnTo>
                  <a:pt x="9895" y="7945"/>
                </a:lnTo>
                <a:lnTo>
                  <a:pt x="10071" y="8125"/>
                </a:lnTo>
                <a:lnTo>
                  <a:pt x="10210" y="8216"/>
                </a:lnTo>
                <a:lnTo>
                  <a:pt x="10398" y="8409"/>
                </a:lnTo>
                <a:lnTo>
                  <a:pt x="10574" y="8602"/>
                </a:lnTo>
                <a:lnTo>
                  <a:pt x="10713" y="8641"/>
                </a:lnTo>
                <a:lnTo>
                  <a:pt x="10901" y="8835"/>
                </a:lnTo>
                <a:lnTo>
                  <a:pt x="11077" y="9015"/>
                </a:lnTo>
                <a:lnTo>
                  <a:pt x="11216" y="9118"/>
                </a:lnTo>
                <a:lnTo>
                  <a:pt x="11404" y="9299"/>
                </a:lnTo>
                <a:lnTo>
                  <a:pt x="11580" y="9492"/>
                </a:lnTo>
                <a:lnTo>
                  <a:pt x="11719" y="9583"/>
                </a:lnTo>
                <a:lnTo>
                  <a:pt x="11907" y="9776"/>
                </a:lnTo>
                <a:lnTo>
                  <a:pt x="12083" y="9918"/>
                </a:lnTo>
                <a:lnTo>
                  <a:pt x="12222" y="10008"/>
                </a:lnTo>
                <a:lnTo>
                  <a:pt x="12410" y="10189"/>
                </a:lnTo>
                <a:lnTo>
                  <a:pt x="12586" y="10382"/>
                </a:lnTo>
                <a:lnTo>
                  <a:pt x="12725" y="10473"/>
                </a:lnTo>
                <a:lnTo>
                  <a:pt x="12913" y="10666"/>
                </a:lnTo>
                <a:lnTo>
                  <a:pt x="13089" y="10847"/>
                </a:lnTo>
                <a:lnTo>
                  <a:pt x="13228" y="10950"/>
                </a:lnTo>
                <a:lnTo>
                  <a:pt x="13416" y="11131"/>
                </a:lnTo>
                <a:lnTo>
                  <a:pt x="13592" y="11324"/>
                </a:lnTo>
                <a:lnTo>
                  <a:pt x="13731" y="11414"/>
                </a:lnTo>
                <a:lnTo>
                  <a:pt x="13919" y="11608"/>
                </a:lnTo>
                <a:lnTo>
                  <a:pt x="14095" y="11788"/>
                </a:lnTo>
                <a:lnTo>
                  <a:pt x="14234" y="11891"/>
                </a:lnTo>
                <a:lnTo>
                  <a:pt x="14422" y="12072"/>
                </a:lnTo>
                <a:lnTo>
                  <a:pt x="14598" y="12266"/>
                </a:lnTo>
                <a:lnTo>
                  <a:pt x="14736" y="12356"/>
                </a:lnTo>
                <a:lnTo>
                  <a:pt x="14925" y="12549"/>
                </a:lnTo>
                <a:lnTo>
                  <a:pt x="15101" y="12730"/>
                </a:lnTo>
                <a:lnTo>
                  <a:pt x="15239" y="12833"/>
                </a:lnTo>
                <a:lnTo>
                  <a:pt x="15428" y="13014"/>
                </a:lnTo>
                <a:lnTo>
                  <a:pt x="15617" y="13207"/>
                </a:lnTo>
                <a:lnTo>
                  <a:pt x="15742" y="13349"/>
                </a:lnTo>
                <a:lnTo>
                  <a:pt x="15931" y="13530"/>
                </a:lnTo>
                <a:lnTo>
                  <a:pt x="16120" y="13723"/>
                </a:lnTo>
                <a:lnTo>
                  <a:pt x="16346" y="13904"/>
                </a:lnTo>
                <a:lnTo>
                  <a:pt x="16522" y="14097"/>
                </a:lnTo>
                <a:lnTo>
                  <a:pt x="16761" y="14291"/>
                </a:lnTo>
                <a:lnTo>
                  <a:pt x="16937" y="14471"/>
                </a:lnTo>
                <a:lnTo>
                  <a:pt x="17025" y="14613"/>
                </a:lnTo>
                <a:lnTo>
                  <a:pt x="17264" y="14806"/>
                </a:lnTo>
                <a:lnTo>
                  <a:pt x="17440" y="14987"/>
                </a:lnTo>
                <a:lnTo>
                  <a:pt x="17629" y="15180"/>
                </a:lnTo>
                <a:lnTo>
                  <a:pt x="17767" y="15271"/>
                </a:lnTo>
                <a:lnTo>
                  <a:pt x="17943" y="15464"/>
                </a:lnTo>
                <a:lnTo>
                  <a:pt x="18031" y="15606"/>
                </a:lnTo>
                <a:lnTo>
                  <a:pt x="18270" y="15787"/>
                </a:lnTo>
                <a:lnTo>
                  <a:pt x="18446" y="15980"/>
                </a:lnTo>
                <a:lnTo>
                  <a:pt x="18634" y="16161"/>
                </a:lnTo>
                <a:lnTo>
                  <a:pt x="18773" y="16303"/>
                </a:lnTo>
                <a:lnTo>
                  <a:pt x="18949" y="16496"/>
                </a:lnTo>
                <a:lnTo>
                  <a:pt x="19137" y="16677"/>
                </a:lnTo>
                <a:lnTo>
                  <a:pt x="19276" y="16780"/>
                </a:lnTo>
                <a:lnTo>
                  <a:pt x="19364" y="16922"/>
                </a:lnTo>
                <a:lnTo>
                  <a:pt x="19552" y="17102"/>
                </a:lnTo>
                <a:lnTo>
                  <a:pt x="19779" y="17296"/>
                </a:lnTo>
                <a:lnTo>
                  <a:pt x="19955" y="17528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674877" y="5030956"/>
            <a:ext cx="20043" cy="23177"/>
          </a:xfrm>
          <a:custGeom>
            <a:avLst/>
            <a:gdLst/>
            <a:ahLst/>
            <a:cxnLst/>
            <a:rect l="l" t="t" r="r" b="b"/>
            <a:pathLst>
              <a:path w="20043" h="23177">
                <a:moveTo>
                  <a:pt x="0" y="0"/>
                </a:moveTo>
                <a:lnTo>
                  <a:pt x="226" y="193"/>
                </a:lnTo>
                <a:lnTo>
                  <a:pt x="402" y="425"/>
                </a:lnTo>
                <a:lnTo>
                  <a:pt x="641" y="619"/>
                </a:lnTo>
                <a:lnTo>
                  <a:pt x="817" y="799"/>
                </a:lnTo>
                <a:lnTo>
                  <a:pt x="905" y="941"/>
                </a:lnTo>
                <a:lnTo>
                  <a:pt x="1144" y="1135"/>
                </a:lnTo>
                <a:lnTo>
                  <a:pt x="1320" y="1315"/>
                </a:lnTo>
                <a:lnTo>
                  <a:pt x="1408" y="1457"/>
                </a:lnTo>
                <a:lnTo>
                  <a:pt x="1647" y="1650"/>
                </a:lnTo>
                <a:lnTo>
                  <a:pt x="1823" y="1883"/>
                </a:lnTo>
                <a:lnTo>
                  <a:pt x="2011" y="2076"/>
                </a:lnTo>
                <a:lnTo>
                  <a:pt x="2150" y="2166"/>
                </a:lnTo>
                <a:lnTo>
                  <a:pt x="2238" y="2308"/>
                </a:lnTo>
                <a:lnTo>
                  <a:pt x="2414" y="2489"/>
                </a:lnTo>
                <a:lnTo>
                  <a:pt x="2653" y="2734"/>
                </a:lnTo>
                <a:lnTo>
                  <a:pt x="2829" y="2914"/>
                </a:lnTo>
                <a:lnTo>
                  <a:pt x="3017" y="3147"/>
                </a:lnTo>
                <a:lnTo>
                  <a:pt x="3156" y="3250"/>
                </a:lnTo>
                <a:lnTo>
                  <a:pt x="3332" y="3482"/>
                </a:lnTo>
                <a:lnTo>
                  <a:pt x="3520" y="3675"/>
                </a:lnTo>
                <a:lnTo>
                  <a:pt x="3659" y="3766"/>
                </a:lnTo>
                <a:lnTo>
                  <a:pt x="3747" y="3908"/>
                </a:lnTo>
                <a:lnTo>
                  <a:pt x="3935" y="4088"/>
                </a:lnTo>
                <a:lnTo>
                  <a:pt x="4023" y="4230"/>
                </a:lnTo>
                <a:lnTo>
                  <a:pt x="4162" y="4333"/>
                </a:lnTo>
                <a:lnTo>
                  <a:pt x="4338" y="4565"/>
                </a:lnTo>
                <a:lnTo>
                  <a:pt x="4526" y="4746"/>
                </a:lnTo>
                <a:lnTo>
                  <a:pt x="4665" y="4888"/>
                </a:lnTo>
                <a:lnTo>
                  <a:pt x="4841" y="5081"/>
                </a:lnTo>
                <a:lnTo>
                  <a:pt x="5029" y="5313"/>
                </a:lnTo>
                <a:lnTo>
                  <a:pt x="5168" y="5404"/>
                </a:lnTo>
                <a:lnTo>
                  <a:pt x="5256" y="5546"/>
                </a:lnTo>
                <a:lnTo>
                  <a:pt x="5444" y="5739"/>
                </a:lnTo>
                <a:lnTo>
                  <a:pt x="5532" y="5881"/>
                </a:lnTo>
                <a:lnTo>
                  <a:pt x="5670" y="5971"/>
                </a:lnTo>
                <a:lnTo>
                  <a:pt x="5847" y="6203"/>
                </a:lnTo>
                <a:lnTo>
                  <a:pt x="6035" y="6397"/>
                </a:lnTo>
                <a:lnTo>
                  <a:pt x="6173" y="6539"/>
                </a:lnTo>
                <a:lnTo>
                  <a:pt x="6349" y="6719"/>
                </a:lnTo>
                <a:lnTo>
                  <a:pt x="6450" y="6861"/>
                </a:lnTo>
                <a:lnTo>
                  <a:pt x="6676" y="7106"/>
                </a:lnTo>
                <a:lnTo>
                  <a:pt x="6865" y="7287"/>
                </a:lnTo>
                <a:lnTo>
                  <a:pt x="6953" y="7429"/>
                </a:lnTo>
                <a:lnTo>
                  <a:pt x="7179" y="7661"/>
                </a:lnTo>
                <a:lnTo>
                  <a:pt x="7368" y="7854"/>
                </a:lnTo>
                <a:lnTo>
                  <a:pt x="7456" y="7996"/>
                </a:lnTo>
                <a:lnTo>
                  <a:pt x="7682" y="8228"/>
                </a:lnTo>
                <a:lnTo>
                  <a:pt x="7871" y="8422"/>
                </a:lnTo>
                <a:lnTo>
                  <a:pt x="7959" y="8564"/>
                </a:lnTo>
                <a:lnTo>
                  <a:pt x="8185" y="8796"/>
                </a:lnTo>
                <a:lnTo>
                  <a:pt x="8374" y="9028"/>
                </a:lnTo>
                <a:lnTo>
                  <a:pt x="8550" y="9222"/>
                </a:lnTo>
                <a:lnTo>
                  <a:pt x="8688" y="9363"/>
                </a:lnTo>
                <a:lnTo>
                  <a:pt x="8877" y="9596"/>
                </a:lnTo>
                <a:lnTo>
                  <a:pt x="9053" y="9828"/>
                </a:lnTo>
                <a:lnTo>
                  <a:pt x="9191" y="9918"/>
                </a:lnTo>
                <a:lnTo>
                  <a:pt x="9279" y="10060"/>
                </a:lnTo>
                <a:lnTo>
                  <a:pt x="9468" y="10253"/>
                </a:lnTo>
                <a:lnTo>
                  <a:pt x="9556" y="10395"/>
                </a:lnTo>
                <a:lnTo>
                  <a:pt x="9694" y="10486"/>
                </a:lnTo>
                <a:lnTo>
                  <a:pt x="9782" y="10627"/>
                </a:lnTo>
                <a:lnTo>
                  <a:pt x="9971" y="10860"/>
                </a:lnTo>
                <a:lnTo>
                  <a:pt x="10197" y="11092"/>
                </a:lnTo>
                <a:lnTo>
                  <a:pt x="10386" y="11337"/>
                </a:lnTo>
                <a:lnTo>
                  <a:pt x="10562" y="11569"/>
                </a:lnTo>
                <a:lnTo>
                  <a:pt x="10700" y="11659"/>
                </a:lnTo>
                <a:lnTo>
                  <a:pt x="10801" y="11801"/>
                </a:lnTo>
                <a:lnTo>
                  <a:pt x="10977" y="12033"/>
                </a:lnTo>
                <a:lnTo>
                  <a:pt x="11203" y="12266"/>
                </a:lnTo>
                <a:lnTo>
                  <a:pt x="11392" y="12511"/>
                </a:lnTo>
                <a:lnTo>
                  <a:pt x="11568" y="12743"/>
                </a:lnTo>
                <a:lnTo>
                  <a:pt x="11706" y="12833"/>
                </a:lnTo>
                <a:lnTo>
                  <a:pt x="11807" y="12975"/>
                </a:lnTo>
                <a:lnTo>
                  <a:pt x="11983" y="13207"/>
                </a:lnTo>
                <a:lnTo>
                  <a:pt x="12071" y="13349"/>
                </a:lnTo>
                <a:lnTo>
                  <a:pt x="12209" y="13452"/>
                </a:lnTo>
                <a:lnTo>
                  <a:pt x="12310" y="13594"/>
                </a:lnTo>
                <a:lnTo>
                  <a:pt x="12486" y="13826"/>
                </a:lnTo>
                <a:lnTo>
                  <a:pt x="12712" y="14058"/>
                </a:lnTo>
                <a:lnTo>
                  <a:pt x="12901" y="14291"/>
                </a:lnTo>
                <a:lnTo>
                  <a:pt x="12989" y="14432"/>
                </a:lnTo>
                <a:lnTo>
                  <a:pt x="13215" y="14665"/>
                </a:lnTo>
                <a:lnTo>
                  <a:pt x="13404" y="14910"/>
                </a:lnTo>
                <a:lnTo>
                  <a:pt x="13592" y="15142"/>
                </a:lnTo>
                <a:lnTo>
                  <a:pt x="13718" y="15284"/>
                </a:lnTo>
                <a:lnTo>
                  <a:pt x="13907" y="15516"/>
                </a:lnTo>
                <a:lnTo>
                  <a:pt x="14095" y="15748"/>
                </a:lnTo>
                <a:lnTo>
                  <a:pt x="14234" y="15890"/>
                </a:lnTo>
                <a:lnTo>
                  <a:pt x="14410" y="16122"/>
                </a:lnTo>
                <a:lnTo>
                  <a:pt x="14598" y="16367"/>
                </a:lnTo>
                <a:lnTo>
                  <a:pt x="14736" y="16496"/>
                </a:lnTo>
                <a:lnTo>
                  <a:pt x="14913" y="16741"/>
                </a:lnTo>
                <a:lnTo>
                  <a:pt x="15101" y="16973"/>
                </a:lnTo>
                <a:lnTo>
                  <a:pt x="15239" y="17115"/>
                </a:lnTo>
                <a:lnTo>
                  <a:pt x="15415" y="17347"/>
                </a:lnTo>
                <a:lnTo>
                  <a:pt x="15504" y="17489"/>
                </a:lnTo>
                <a:lnTo>
                  <a:pt x="15604" y="17580"/>
                </a:lnTo>
                <a:lnTo>
                  <a:pt x="15742" y="17721"/>
                </a:lnTo>
                <a:lnTo>
                  <a:pt x="15830" y="17825"/>
                </a:lnTo>
                <a:lnTo>
                  <a:pt x="15918" y="17954"/>
                </a:lnTo>
                <a:lnTo>
                  <a:pt x="16006" y="18095"/>
                </a:lnTo>
                <a:lnTo>
                  <a:pt x="16245" y="18341"/>
                </a:lnTo>
                <a:lnTo>
                  <a:pt x="16333" y="18482"/>
                </a:lnTo>
                <a:lnTo>
                  <a:pt x="16522" y="18715"/>
                </a:lnTo>
                <a:lnTo>
                  <a:pt x="16610" y="18856"/>
                </a:lnTo>
                <a:lnTo>
                  <a:pt x="16748" y="18947"/>
                </a:lnTo>
                <a:lnTo>
                  <a:pt x="16836" y="19089"/>
                </a:lnTo>
                <a:lnTo>
                  <a:pt x="16924" y="19230"/>
                </a:lnTo>
                <a:lnTo>
                  <a:pt x="17113" y="19463"/>
                </a:lnTo>
                <a:lnTo>
                  <a:pt x="17251" y="19605"/>
                </a:lnTo>
                <a:lnTo>
                  <a:pt x="17339" y="19746"/>
                </a:lnTo>
                <a:lnTo>
                  <a:pt x="17528" y="19979"/>
                </a:lnTo>
                <a:lnTo>
                  <a:pt x="17616" y="20120"/>
                </a:lnTo>
                <a:lnTo>
                  <a:pt x="17754" y="20211"/>
                </a:lnTo>
                <a:lnTo>
                  <a:pt x="17842" y="20353"/>
                </a:lnTo>
                <a:lnTo>
                  <a:pt x="17930" y="20494"/>
                </a:lnTo>
                <a:lnTo>
                  <a:pt x="18119" y="20727"/>
                </a:lnTo>
                <a:lnTo>
                  <a:pt x="18257" y="20869"/>
                </a:lnTo>
                <a:lnTo>
                  <a:pt x="18345" y="21010"/>
                </a:lnTo>
                <a:lnTo>
                  <a:pt x="18534" y="21255"/>
                </a:lnTo>
                <a:lnTo>
                  <a:pt x="18622" y="21384"/>
                </a:lnTo>
                <a:lnTo>
                  <a:pt x="18760" y="21488"/>
                </a:lnTo>
                <a:lnTo>
                  <a:pt x="18848" y="21629"/>
                </a:lnTo>
                <a:lnTo>
                  <a:pt x="18936" y="21771"/>
                </a:lnTo>
                <a:lnTo>
                  <a:pt x="19037" y="21913"/>
                </a:lnTo>
                <a:lnTo>
                  <a:pt x="19263" y="22145"/>
                </a:lnTo>
                <a:lnTo>
                  <a:pt x="19351" y="22287"/>
                </a:lnTo>
                <a:lnTo>
                  <a:pt x="19439" y="22429"/>
                </a:lnTo>
                <a:lnTo>
                  <a:pt x="19628" y="22661"/>
                </a:lnTo>
                <a:lnTo>
                  <a:pt x="19766" y="22803"/>
                </a:lnTo>
                <a:lnTo>
                  <a:pt x="19854" y="22945"/>
                </a:lnTo>
                <a:lnTo>
                  <a:pt x="20043" y="23177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694921" y="5054133"/>
            <a:ext cx="20043" cy="28440"/>
          </a:xfrm>
          <a:custGeom>
            <a:avLst/>
            <a:gdLst/>
            <a:ahLst/>
            <a:cxnLst/>
            <a:rect l="l" t="t" r="r" b="b"/>
            <a:pathLst>
              <a:path w="20043" h="28440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5"/>
                </a:lnTo>
                <a:lnTo>
                  <a:pt x="502" y="657"/>
                </a:lnTo>
                <a:lnTo>
                  <a:pt x="590" y="799"/>
                </a:lnTo>
                <a:lnTo>
                  <a:pt x="729" y="941"/>
                </a:lnTo>
                <a:lnTo>
                  <a:pt x="917" y="1173"/>
                </a:lnTo>
                <a:lnTo>
                  <a:pt x="1005" y="1315"/>
                </a:lnTo>
                <a:lnTo>
                  <a:pt x="1093" y="1457"/>
                </a:lnTo>
                <a:lnTo>
                  <a:pt x="1232" y="1599"/>
                </a:lnTo>
                <a:lnTo>
                  <a:pt x="1420" y="1831"/>
                </a:lnTo>
                <a:lnTo>
                  <a:pt x="1508" y="1973"/>
                </a:lnTo>
                <a:lnTo>
                  <a:pt x="1596" y="2115"/>
                </a:lnTo>
                <a:lnTo>
                  <a:pt x="1735" y="2257"/>
                </a:lnTo>
                <a:lnTo>
                  <a:pt x="1923" y="2489"/>
                </a:lnTo>
                <a:lnTo>
                  <a:pt x="2011" y="2631"/>
                </a:lnTo>
                <a:lnTo>
                  <a:pt x="2099" y="2773"/>
                </a:lnTo>
                <a:lnTo>
                  <a:pt x="2238" y="2914"/>
                </a:lnTo>
                <a:lnTo>
                  <a:pt x="2426" y="3147"/>
                </a:lnTo>
                <a:lnTo>
                  <a:pt x="2514" y="3288"/>
                </a:lnTo>
                <a:lnTo>
                  <a:pt x="2602" y="3430"/>
                </a:lnTo>
                <a:lnTo>
                  <a:pt x="2741" y="3572"/>
                </a:lnTo>
                <a:lnTo>
                  <a:pt x="2829" y="3714"/>
                </a:lnTo>
                <a:lnTo>
                  <a:pt x="2929" y="3856"/>
                </a:lnTo>
                <a:lnTo>
                  <a:pt x="3105" y="4088"/>
                </a:lnTo>
                <a:lnTo>
                  <a:pt x="3244" y="4230"/>
                </a:lnTo>
                <a:lnTo>
                  <a:pt x="3332" y="4372"/>
                </a:lnTo>
                <a:lnTo>
                  <a:pt x="3432" y="4514"/>
                </a:lnTo>
                <a:lnTo>
                  <a:pt x="3520" y="4656"/>
                </a:lnTo>
                <a:lnTo>
                  <a:pt x="3608" y="4798"/>
                </a:lnTo>
                <a:lnTo>
                  <a:pt x="3747" y="4888"/>
                </a:lnTo>
                <a:lnTo>
                  <a:pt x="3835" y="5030"/>
                </a:lnTo>
                <a:lnTo>
                  <a:pt x="3935" y="5172"/>
                </a:lnTo>
                <a:lnTo>
                  <a:pt x="4023" y="5313"/>
                </a:lnTo>
                <a:lnTo>
                  <a:pt x="4111" y="5455"/>
                </a:lnTo>
                <a:lnTo>
                  <a:pt x="4250" y="5597"/>
                </a:lnTo>
                <a:lnTo>
                  <a:pt x="4350" y="5739"/>
                </a:lnTo>
                <a:lnTo>
                  <a:pt x="4438" y="5881"/>
                </a:lnTo>
                <a:lnTo>
                  <a:pt x="4614" y="6113"/>
                </a:lnTo>
                <a:lnTo>
                  <a:pt x="4753" y="6255"/>
                </a:lnTo>
                <a:lnTo>
                  <a:pt x="4853" y="6397"/>
                </a:lnTo>
                <a:lnTo>
                  <a:pt x="4941" y="6539"/>
                </a:lnTo>
                <a:lnTo>
                  <a:pt x="5029" y="6668"/>
                </a:lnTo>
                <a:lnTo>
                  <a:pt x="5117" y="6810"/>
                </a:lnTo>
                <a:lnTo>
                  <a:pt x="5256" y="6952"/>
                </a:lnTo>
                <a:lnTo>
                  <a:pt x="5356" y="7093"/>
                </a:lnTo>
                <a:lnTo>
                  <a:pt x="5444" y="7235"/>
                </a:lnTo>
                <a:lnTo>
                  <a:pt x="5620" y="7467"/>
                </a:lnTo>
                <a:lnTo>
                  <a:pt x="5758" y="7609"/>
                </a:lnTo>
                <a:lnTo>
                  <a:pt x="5859" y="7751"/>
                </a:lnTo>
                <a:lnTo>
                  <a:pt x="5947" y="7893"/>
                </a:lnTo>
                <a:lnTo>
                  <a:pt x="6035" y="8035"/>
                </a:lnTo>
                <a:lnTo>
                  <a:pt x="6123" y="8177"/>
                </a:lnTo>
                <a:lnTo>
                  <a:pt x="6261" y="8319"/>
                </a:lnTo>
                <a:lnTo>
                  <a:pt x="6362" y="8461"/>
                </a:lnTo>
                <a:lnTo>
                  <a:pt x="6450" y="8602"/>
                </a:lnTo>
                <a:lnTo>
                  <a:pt x="6538" y="8744"/>
                </a:lnTo>
                <a:lnTo>
                  <a:pt x="6639" y="8886"/>
                </a:lnTo>
                <a:lnTo>
                  <a:pt x="6764" y="9028"/>
                </a:lnTo>
                <a:lnTo>
                  <a:pt x="6865" y="9170"/>
                </a:lnTo>
                <a:lnTo>
                  <a:pt x="6953" y="9312"/>
                </a:lnTo>
                <a:lnTo>
                  <a:pt x="7041" y="9454"/>
                </a:lnTo>
                <a:lnTo>
                  <a:pt x="7267" y="9686"/>
                </a:lnTo>
                <a:lnTo>
                  <a:pt x="7368" y="9828"/>
                </a:lnTo>
                <a:lnTo>
                  <a:pt x="7456" y="9970"/>
                </a:lnTo>
                <a:lnTo>
                  <a:pt x="7544" y="10112"/>
                </a:lnTo>
                <a:lnTo>
                  <a:pt x="7645" y="10241"/>
                </a:lnTo>
                <a:lnTo>
                  <a:pt x="7783" y="10382"/>
                </a:lnTo>
                <a:lnTo>
                  <a:pt x="7871" y="10524"/>
                </a:lnTo>
                <a:lnTo>
                  <a:pt x="7959" y="10666"/>
                </a:lnTo>
                <a:lnTo>
                  <a:pt x="8047" y="10808"/>
                </a:lnTo>
                <a:lnTo>
                  <a:pt x="8148" y="10950"/>
                </a:lnTo>
                <a:lnTo>
                  <a:pt x="8286" y="11092"/>
                </a:lnTo>
                <a:lnTo>
                  <a:pt x="8374" y="11234"/>
                </a:lnTo>
                <a:lnTo>
                  <a:pt x="8462" y="11376"/>
                </a:lnTo>
                <a:lnTo>
                  <a:pt x="8550" y="11517"/>
                </a:lnTo>
                <a:lnTo>
                  <a:pt x="8651" y="11659"/>
                </a:lnTo>
                <a:lnTo>
                  <a:pt x="8789" y="11801"/>
                </a:lnTo>
                <a:lnTo>
                  <a:pt x="8877" y="11943"/>
                </a:lnTo>
                <a:lnTo>
                  <a:pt x="8965" y="12085"/>
                </a:lnTo>
                <a:lnTo>
                  <a:pt x="9053" y="12227"/>
                </a:lnTo>
                <a:lnTo>
                  <a:pt x="9154" y="12356"/>
                </a:lnTo>
                <a:lnTo>
                  <a:pt x="9292" y="12498"/>
                </a:lnTo>
                <a:lnTo>
                  <a:pt x="9380" y="12640"/>
                </a:lnTo>
                <a:lnTo>
                  <a:pt x="9468" y="12781"/>
                </a:lnTo>
                <a:lnTo>
                  <a:pt x="9556" y="12923"/>
                </a:lnTo>
                <a:lnTo>
                  <a:pt x="9656" y="13065"/>
                </a:lnTo>
                <a:lnTo>
                  <a:pt x="9795" y="13207"/>
                </a:lnTo>
                <a:lnTo>
                  <a:pt x="9883" y="13349"/>
                </a:lnTo>
                <a:lnTo>
                  <a:pt x="9971" y="13491"/>
                </a:lnTo>
                <a:lnTo>
                  <a:pt x="10059" y="13684"/>
                </a:lnTo>
                <a:lnTo>
                  <a:pt x="10159" y="13813"/>
                </a:lnTo>
                <a:lnTo>
                  <a:pt x="10298" y="13955"/>
                </a:lnTo>
                <a:lnTo>
                  <a:pt x="10386" y="14097"/>
                </a:lnTo>
                <a:lnTo>
                  <a:pt x="10474" y="14239"/>
                </a:lnTo>
                <a:lnTo>
                  <a:pt x="10574" y="14381"/>
                </a:lnTo>
                <a:lnTo>
                  <a:pt x="10662" y="14523"/>
                </a:lnTo>
                <a:lnTo>
                  <a:pt x="10801" y="14665"/>
                </a:lnTo>
                <a:lnTo>
                  <a:pt x="10889" y="14806"/>
                </a:lnTo>
                <a:lnTo>
                  <a:pt x="10977" y="14948"/>
                </a:lnTo>
                <a:lnTo>
                  <a:pt x="11077" y="15090"/>
                </a:lnTo>
                <a:lnTo>
                  <a:pt x="11165" y="15232"/>
                </a:lnTo>
                <a:lnTo>
                  <a:pt x="11304" y="15374"/>
                </a:lnTo>
                <a:lnTo>
                  <a:pt x="11392" y="15516"/>
                </a:lnTo>
                <a:lnTo>
                  <a:pt x="11480" y="15658"/>
                </a:lnTo>
                <a:lnTo>
                  <a:pt x="11580" y="15800"/>
                </a:lnTo>
                <a:lnTo>
                  <a:pt x="11668" y="15980"/>
                </a:lnTo>
                <a:lnTo>
                  <a:pt x="11807" y="16122"/>
                </a:lnTo>
                <a:lnTo>
                  <a:pt x="11895" y="16264"/>
                </a:lnTo>
                <a:lnTo>
                  <a:pt x="11983" y="16406"/>
                </a:lnTo>
                <a:lnTo>
                  <a:pt x="12083" y="16548"/>
                </a:lnTo>
                <a:lnTo>
                  <a:pt x="12171" y="16690"/>
                </a:lnTo>
                <a:lnTo>
                  <a:pt x="12310" y="16831"/>
                </a:lnTo>
                <a:lnTo>
                  <a:pt x="12398" y="16973"/>
                </a:lnTo>
                <a:lnTo>
                  <a:pt x="12486" y="17115"/>
                </a:lnTo>
                <a:lnTo>
                  <a:pt x="12586" y="17244"/>
                </a:lnTo>
                <a:lnTo>
                  <a:pt x="12674" y="17386"/>
                </a:lnTo>
                <a:lnTo>
                  <a:pt x="12813" y="17580"/>
                </a:lnTo>
                <a:lnTo>
                  <a:pt x="12901" y="17721"/>
                </a:lnTo>
                <a:lnTo>
                  <a:pt x="12989" y="17863"/>
                </a:lnTo>
                <a:lnTo>
                  <a:pt x="13089" y="18005"/>
                </a:lnTo>
                <a:lnTo>
                  <a:pt x="13177" y="18147"/>
                </a:lnTo>
                <a:lnTo>
                  <a:pt x="13316" y="18289"/>
                </a:lnTo>
                <a:lnTo>
                  <a:pt x="13404" y="18431"/>
                </a:lnTo>
                <a:lnTo>
                  <a:pt x="13492" y="18573"/>
                </a:lnTo>
                <a:lnTo>
                  <a:pt x="13592" y="18753"/>
                </a:lnTo>
                <a:lnTo>
                  <a:pt x="13680" y="18895"/>
                </a:lnTo>
                <a:lnTo>
                  <a:pt x="13819" y="19037"/>
                </a:lnTo>
                <a:lnTo>
                  <a:pt x="13907" y="19179"/>
                </a:lnTo>
                <a:lnTo>
                  <a:pt x="14007" y="19321"/>
                </a:lnTo>
                <a:lnTo>
                  <a:pt x="14095" y="19463"/>
                </a:lnTo>
                <a:lnTo>
                  <a:pt x="14183" y="19605"/>
                </a:lnTo>
                <a:lnTo>
                  <a:pt x="14322" y="19785"/>
                </a:lnTo>
                <a:lnTo>
                  <a:pt x="14410" y="19927"/>
                </a:lnTo>
                <a:lnTo>
                  <a:pt x="14510" y="20069"/>
                </a:lnTo>
                <a:lnTo>
                  <a:pt x="14598" y="20211"/>
                </a:lnTo>
                <a:lnTo>
                  <a:pt x="14686" y="20353"/>
                </a:lnTo>
                <a:lnTo>
                  <a:pt x="14825" y="20494"/>
                </a:lnTo>
                <a:lnTo>
                  <a:pt x="14913" y="20688"/>
                </a:lnTo>
                <a:lnTo>
                  <a:pt x="15013" y="20817"/>
                </a:lnTo>
                <a:lnTo>
                  <a:pt x="15101" y="20959"/>
                </a:lnTo>
                <a:lnTo>
                  <a:pt x="15189" y="21101"/>
                </a:lnTo>
                <a:lnTo>
                  <a:pt x="15327" y="21243"/>
                </a:lnTo>
                <a:lnTo>
                  <a:pt x="15415" y="21384"/>
                </a:lnTo>
                <a:lnTo>
                  <a:pt x="15516" y="21578"/>
                </a:lnTo>
                <a:lnTo>
                  <a:pt x="15604" y="21720"/>
                </a:lnTo>
                <a:lnTo>
                  <a:pt x="15692" y="21862"/>
                </a:lnTo>
                <a:lnTo>
                  <a:pt x="15830" y="22004"/>
                </a:lnTo>
                <a:lnTo>
                  <a:pt x="15918" y="22145"/>
                </a:lnTo>
                <a:lnTo>
                  <a:pt x="16019" y="22326"/>
                </a:lnTo>
                <a:lnTo>
                  <a:pt x="16107" y="22468"/>
                </a:lnTo>
                <a:lnTo>
                  <a:pt x="16195" y="22610"/>
                </a:lnTo>
                <a:lnTo>
                  <a:pt x="16333" y="22752"/>
                </a:lnTo>
                <a:lnTo>
                  <a:pt x="16421" y="22894"/>
                </a:lnTo>
                <a:lnTo>
                  <a:pt x="16522" y="23074"/>
                </a:lnTo>
                <a:lnTo>
                  <a:pt x="16610" y="23216"/>
                </a:lnTo>
                <a:lnTo>
                  <a:pt x="16698" y="23358"/>
                </a:lnTo>
                <a:lnTo>
                  <a:pt x="16836" y="23500"/>
                </a:lnTo>
                <a:lnTo>
                  <a:pt x="16924" y="23642"/>
                </a:lnTo>
                <a:lnTo>
                  <a:pt x="17025" y="23835"/>
                </a:lnTo>
                <a:lnTo>
                  <a:pt x="17113" y="23977"/>
                </a:lnTo>
                <a:lnTo>
                  <a:pt x="17201" y="24119"/>
                </a:lnTo>
                <a:lnTo>
                  <a:pt x="17339" y="24261"/>
                </a:lnTo>
                <a:lnTo>
                  <a:pt x="17427" y="24441"/>
                </a:lnTo>
                <a:lnTo>
                  <a:pt x="17528" y="24583"/>
                </a:lnTo>
                <a:lnTo>
                  <a:pt x="17616" y="24725"/>
                </a:lnTo>
                <a:lnTo>
                  <a:pt x="17704" y="24867"/>
                </a:lnTo>
                <a:lnTo>
                  <a:pt x="17842" y="25047"/>
                </a:lnTo>
                <a:lnTo>
                  <a:pt x="17943" y="25189"/>
                </a:lnTo>
                <a:lnTo>
                  <a:pt x="18031" y="25331"/>
                </a:lnTo>
                <a:lnTo>
                  <a:pt x="18119" y="25473"/>
                </a:lnTo>
                <a:lnTo>
                  <a:pt x="18207" y="25667"/>
                </a:lnTo>
                <a:lnTo>
                  <a:pt x="18345" y="25808"/>
                </a:lnTo>
                <a:lnTo>
                  <a:pt x="18446" y="25950"/>
                </a:lnTo>
                <a:lnTo>
                  <a:pt x="18534" y="26092"/>
                </a:lnTo>
                <a:lnTo>
                  <a:pt x="18622" y="26273"/>
                </a:lnTo>
                <a:lnTo>
                  <a:pt x="18710" y="26415"/>
                </a:lnTo>
                <a:lnTo>
                  <a:pt x="18848" y="26557"/>
                </a:lnTo>
                <a:lnTo>
                  <a:pt x="18949" y="26698"/>
                </a:lnTo>
                <a:lnTo>
                  <a:pt x="19037" y="26892"/>
                </a:lnTo>
                <a:lnTo>
                  <a:pt x="19125" y="27034"/>
                </a:lnTo>
                <a:lnTo>
                  <a:pt x="19213" y="27163"/>
                </a:lnTo>
                <a:lnTo>
                  <a:pt x="19351" y="27305"/>
                </a:lnTo>
                <a:lnTo>
                  <a:pt x="19452" y="27498"/>
                </a:lnTo>
                <a:lnTo>
                  <a:pt x="19540" y="27640"/>
                </a:lnTo>
                <a:lnTo>
                  <a:pt x="19628" y="27782"/>
                </a:lnTo>
                <a:lnTo>
                  <a:pt x="19716" y="27962"/>
                </a:lnTo>
                <a:lnTo>
                  <a:pt x="19854" y="28104"/>
                </a:lnTo>
                <a:lnTo>
                  <a:pt x="19955" y="28246"/>
                </a:lnTo>
                <a:lnTo>
                  <a:pt x="20043" y="2844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714964" y="5082573"/>
            <a:ext cx="20043" cy="33135"/>
          </a:xfrm>
          <a:custGeom>
            <a:avLst/>
            <a:gdLst/>
            <a:ahLst/>
            <a:cxnLst/>
            <a:rect l="l" t="t" r="r" b="b"/>
            <a:pathLst>
              <a:path w="20043" h="3313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5"/>
                </a:lnTo>
                <a:lnTo>
                  <a:pt x="414" y="606"/>
                </a:lnTo>
                <a:lnTo>
                  <a:pt x="502" y="748"/>
                </a:lnTo>
                <a:lnTo>
                  <a:pt x="590" y="889"/>
                </a:lnTo>
                <a:lnTo>
                  <a:pt x="691" y="1083"/>
                </a:lnTo>
                <a:lnTo>
                  <a:pt x="817" y="1225"/>
                </a:lnTo>
                <a:lnTo>
                  <a:pt x="917" y="1367"/>
                </a:lnTo>
                <a:lnTo>
                  <a:pt x="1005" y="1547"/>
                </a:lnTo>
                <a:lnTo>
                  <a:pt x="1093" y="1689"/>
                </a:lnTo>
                <a:lnTo>
                  <a:pt x="1194" y="1831"/>
                </a:lnTo>
                <a:lnTo>
                  <a:pt x="1332" y="2024"/>
                </a:lnTo>
                <a:lnTo>
                  <a:pt x="1420" y="2166"/>
                </a:lnTo>
                <a:lnTo>
                  <a:pt x="1508" y="2295"/>
                </a:lnTo>
                <a:lnTo>
                  <a:pt x="1596" y="2489"/>
                </a:lnTo>
                <a:lnTo>
                  <a:pt x="1697" y="2631"/>
                </a:lnTo>
                <a:lnTo>
                  <a:pt x="1835" y="2773"/>
                </a:lnTo>
                <a:lnTo>
                  <a:pt x="1923" y="2953"/>
                </a:lnTo>
                <a:lnTo>
                  <a:pt x="2011" y="3095"/>
                </a:lnTo>
                <a:lnTo>
                  <a:pt x="2099" y="3237"/>
                </a:lnTo>
                <a:lnTo>
                  <a:pt x="2200" y="3430"/>
                </a:lnTo>
                <a:lnTo>
                  <a:pt x="2338" y="3572"/>
                </a:lnTo>
                <a:lnTo>
                  <a:pt x="2426" y="3714"/>
                </a:lnTo>
                <a:lnTo>
                  <a:pt x="2514" y="3895"/>
                </a:lnTo>
                <a:lnTo>
                  <a:pt x="2602" y="4037"/>
                </a:lnTo>
                <a:lnTo>
                  <a:pt x="2703" y="4230"/>
                </a:lnTo>
                <a:lnTo>
                  <a:pt x="2841" y="4372"/>
                </a:lnTo>
                <a:lnTo>
                  <a:pt x="2929" y="4514"/>
                </a:lnTo>
                <a:lnTo>
                  <a:pt x="3017" y="4694"/>
                </a:lnTo>
                <a:lnTo>
                  <a:pt x="3105" y="4836"/>
                </a:lnTo>
                <a:lnTo>
                  <a:pt x="3206" y="4978"/>
                </a:lnTo>
                <a:lnTo>
                  <a:pt x="3344" y="5172"/>
                </a:lnTo>
                <a:lnTo>
                  <a:pt x="3432" y="5313"/>
                </a:lnTo>
                <a:lnTo>
                  <a:pt x="3520" y="5494"/>
                </a:lnTo>
                <a:lnTo>
                  <a:pt x="3608" y="5636"/>
                </a:lnTo>
                <a:lnTo>
                  <a:pt x="3709" y="5778"/>
                </a:lnTo>
                <a:lnTo>
                  <a:pt x="3847" y="5971"/>
                </a:lnTo>
                <a:lnTo>
                  <a:pt x="3935" y="6113"/>
                </a:lnTo>
                <a:lnTo>
                  <a:pt x="4023" y="6294"/>
                </a:lnTo>
                <a:lnTo>
                  <a:pt x="4124" y="6436"/>
                </a:lnTo>
                <a:lnTo>
                  <a:pt x="4212" y="6577"/>
                </a:lnTo>
                <a:lnTo>
                  <a:pt x="4350" y="6771"/>
                </a:lnTo>
                <a:lnTo>
                  <a:pt x="4438" y="6913"/>
                </a:lnTo>
                <a:lnTo>
                  <a:pt x="4526" y="7093"/>
                </a:lnTo>
                <a:lnTo>
                  <a:pt x="4627" y="7235"/>
                </a:lnTo>
                <a:lnTo>
                  <a:pt x="4715" y="7377"/>
                </a:lnTo>
                <a:lnTo>
                  <a:pt x="4853" y="7571"/>
                </a:lnTo>
                <a:lnTo>
                  <a:pt x="4941" y="7713"/>
                </a:lnTo>
                <a:lnTo>
                  <a:pt x="5029" y="7893"/>
                </a:lnTo>
                <a:lnTo>
                  <a:pt x="5130" y="8035"/>
                </a:lnTo>
                <a:lnTo>
                  <a:pt x="5218" y="8228"/>
                </a:lnTo>
                <a:lnTo>
                  <a:pt x="5356" y="8370"/>
                </a:lnTo>
                <a:lnTo>
                  <a:pt x="5444" y="8512"/>
                </a:lnTo>
                <a:lnTo>
                  <a:pt x="5532" y="8693"/>
                </a:lnTo>
                <a:lnTo>
                  <a:pt x="5633" y="8835"/>
                </a:lnTo>
                <a:lnTo>
                  <a:pt x="5721" y="9028"/>
                </a:lnTo>
                <a:lnTo>
                  <a:pt x="5859" y="9170"/>
                </a:lnTo>
                <a:lnTo>
                  <a:pt x="5947" y="9351"/>
                </a:lnTo>
                <a:lnTo>
                  <a:pt x="6035" y="9492"/>
                </a:lnTo>
                <a:lnTo>
                  <a:pt x="6136" y="9686"/>
                </a:lnTo>
                <a:lnTo>
                  <a:pt x="6224" y="9828"/>
                </a:lnTo>
                <a:lnTo>
                  <a:pt x="6362" y="10008"/>
                </a:lnTo>
                <a:lnTo>
                  <a:pt x="6450" y="10150"/>
                </a:lnTo>
                <a:lnTo>
                  <a:pt x="6538" y="10292"/>
                </a:lnTo>
                <a:lnTo>
                  <a:pt x="6639" y="10486"/>
                </a:lnTo>
                <a:lnTo>
                  <a:pt x="6727" y="10627"/>
                </a:lnTo>
                <a:lnTo>
                  <a:pt x="6865" y="10808"/>
                </a:lnTo>
                <a:lnTo>
                  <a:pt x="6953" y="10950"/>
                </a:lnTo>
                <a:lnTo>
                  <a:pt x="7041" y="11143"/>
                </a:lnTo>
                <a:lnTo>
                  <a:pt x="7142" y="11285"/>
                </a:lnTo>
                <a:lnTo>
                  <a:pt x="7230" y="11466"/>
                </a:lnTo>
                <a:lnTo>
                  <a:pt x="7368" y="11608"/>
                </a:lnTo>
                <a:lnTo>
                  <a:pt x="7456" y="11801"/>
                </a:lnTo>
                <a:lnTo>
                  <a:pt x="7544" y="11943"/>
                </a:lnTo>
                <a:lnTo>
                  <a:pt x="7645" y="12124"/>
                </a:lnTo>
                <a:lnTo>
                  <a:pt x="7733" y="12266"/>
                </a:lnTo>
                <a:lnTo>
                  <a:pt x="7871" y="12459"/>
                </a:lnTo>
                <a:lnTo>
                  <a:pt x="7959" y="12601"/>
                </a:lnTo>
                <a:lnTo>
                  <a:pt x="8060" y="12781"/>
                </a:lnTo>
                <a:lnTo>
                  <a:pt x="8148" y="12923"/>
                </a:lnTo>
                <a:lnTo>
                  <a:pt x="8236" y="13117"/>
                </a:lnTo>
                <a:lnTo>
                  <a:pt x="8374" y="13259"/>
                </a:lnTo>
                <a:lnTo>
                  <a:pt x="8462" y="13439"/>
                </a:lnTo>
                <a:lnTo>
                  <a:pt x="8563" y="13581"/>
                </a:lnTo>
                <a:lnTo>
                  <a:pt x="8651" y="13775"/>
                </a:lnTo>
                <a:lnTo>
                  <a:pt x="8739" y="13916"/>
                </a:lnTo>
                <a:lnTo>
                  <a:pt x="8877" y="14097"/>
                </a:lnTo>
                <a:lnTo>
                  <a:pt x="8965" y="14239"/>
                </a:lnTo>
                <a:lnTo>
                  <a:pt x="9066" y="14432"/>
                </a:lnTo>
                <a:lnTo>
                  <a:pt x="9154" y="14574"/>
                </a:lnTo>
                <a:lnTo>
                  <a:pt x="9242" y="14755"/>
                </a:lnTo>
                <a:lnTo>
                  <a:pt x="9380" y="14897"/>
                </a:lnTo>
                <a:lnTo>
                  <a:pt x="9468" y="15090"/>
                </a:lnTo>
                <a:lnTo>
                  <a:pt x="9568" y="15271"/>
                </a:lnTo>
                <a:lnTo>
                  <a:pt x="9657" y="15413"/>
                </a:lnTo>
                <a:lnTo>
                  <a:pt x="9745" y="15606"/>
                </a:lnTo>
                <a:lnTo>
                  <a:pt x="9883" y="15748"/>
                </a:lnTo>
                <a:lnTo>
                  <a:pt x="9971" y="15929"/>
                </a:lnTo>
                <a:lnTo>
                  <a:pt x="10071" y="16070"/>
                </a:lnTo>
                <a:lnTo>
                  <a:pt x="10159" y="16264"/>
                </a:lnTo>
                <a:lnTo>
                  <a:pt x="10247" y="16406"/>
                </a:lnTo>
                <a:lnTo>
                  <a:pt x="10386" y="16586"/>
                </a:lnTo>
                <a:lnTo>
                  <a:pt x="10474" y="16728"/>
                </a:lnTo>
                <a:lnTo>
                  <a:pt x="10574" y="16922"/>
                </a:lnTo>
                <a:lnTo>
                  <a:pt x="10662" y="17102"/>
                </a:lnTo>
                <a:lnTo>
                  <a:pt x="10750" y="17244"/>
                </a:lnTo>
                <a:lnTo>
                  <a:pt x="10889" y="17438"/>
                </a:lnTo>
                <a:lnTo>
                  <a:pt x="10977" y="17580"/>
                </a:lnTo>
                <a:lnTo>
                  <a:pt x="11077" y="17760"/>
                </a:lnTo>
                <a:lnTo>
                  <a:pt x="11165" y="17902"/>
                </a:lnTo>
                <a:lnTo>
                  <a:pt x="11253" y="18095"/>
                </a:lnTo>
                <a:lnTo>
                  <a:pt x="11392" y="18289"/>
                </a:lnTo>
                <a:lnTo>
                  <a:pt x="11492" y="18418"/>
                </a:lnTo>
                <a:lnTo>
                  <a:pt x="11580" y="18611"/>
                </a:lnTo>
                <a:lnTo>
                  <a:pt x="11668" y="18753"/>
                </a:lnTo>
                <a:lnTo>
                  <a:pt x="11756" y="18947"/>
                </a:lnTo>
                <a:lnTo>
                  <a:pt x="11895" y="19127"/>
                </a:lnTo>
                <a:lnTo>
                  <a:pt x="11995" y="19269"/>
                </a:lnTo>
                <a:lnTo>
                  <a:pt x="12083" y="19463"/>
                </a:lnTo>
                <a:lnTo>
                  <a:pt x="12171" y="19605"/>
                </a:lnTo>
                <a:lnTo>
                  <a:pt x="12259" y="19785"/>
                </a:lnTo>
                <a:lnTo>
                  <a:pt x="12398" y="19979"/>
                </a:lnTo>
                <a:lnTo>
                  <a:pt x="12498" y="20120"/>
                </a:lnTo>
                <a:lnTo>
                  <a:pt x="12586" y="20301"/>
                </a:lnTo>
                <a:lnTo>
                  <a:pt x="12674" y="20443"/>
                </a:lnTo>
                <a:lnTo>
                  <a:pt x="12762" y="20636"/>
                </a:lnTo>
                <a:lnTo>
                  <a:pt x="12901" y="20817"/>
                </a:lnTo>
                <a:lnTo>
                  <a:pt x="13001" y="20959"/>
                </a:lnTo>
                <a:lnTo>
                  <a:pt x="13089" y="21152"/>
                </a:lnTo>
                <a:lnTo>
                  <a:pt x="13177" y="21294"/>
                </a:lnTo>
                <a:lnTo>
                  <a:pt x="13265" y="21475"/>
                </a:lnTo>
                <a:lnTo>
                  <a:pt x="13404" y="21668"/>
                </a:lnTo>
                <a:lnTo>
                  <a:pt x="13504" y="21810"/>
                </a:lnTo>
                <a:lnTo>
                  <a:pt x="13592" y="21991"/>
                </a:lnTo>
                <a:lnTo>
                  <a:pt x="13680" y="22184"/>
                </a:lnTo>
                <a:lnTo>
                  <a:pt x="13781" y="22326"/>
                </a:lnTo>
                <a:lnTo>
                  <a:pt x="13907" y="22519"/>
                </a:lnTo>
                <a:lnTo>
                  <a:pt x="14007" y="22700"/>
                </a:lnTo>
                <a:lnTo>
                  <a:pt x="14095" y="22842"/>
                </a:lnTo>
                <a:lnTo>
                  <a:pt x="14183" y="23035"/>
                </a:lnTo>
                <a:lnTo>
                  <a:pt x="14284" y="23216"/>
                </a:lnTo>
                <a:lnTo>
                  <a:pt x="14410" y="23358"/>
                </a:lnTo>
                <a:lnTo>
                  <a:pt x="14510" y="23551"/>
                </a:lnTo>
                <a:lnTo>
                  <a:pt x="14598" y="23693"/>
                </a:lnTo>
                <a:lnTo>
                  <a:pt x="14686" y="23874"/>
                </a:lnTo>
                <a:lnTo>
                  <a:pt x="14787" y="24067"/>
                </a:lnTo>
                <a:lnTo>
                  <a:pt x="14913" y="24209"/>
                </a:lnTo>
                <a:lnTo>
                  <a:pt x="15013" y="24390"/>
                </a:lnTo>
                <a:lnTo>
                  <a:pt x="15101" y="24583"/>
                </a:lnTo>
                <a:lnTo>
                  <a:pt x="15189" y="24725"/>
                </a:lnTo>
                <a:lnTo>
                  <a:pt x="15290" y="24906"/>
                </a:lnTo>
                <a:lnTo>
                  <a:pt x="15428" y="25099"/>
                </a:lnTo>
                <a:lnTo>
                  <a:pt x="15516" y="25293"/>
                </a:lnTo>
                <a:lnTo>
                  <a:pt x="15604" y="25434"/>
                </a:lnTo>
                <a:lnTo>
                  <a:pt x="15692" y="25615"/>
                </a:lnTo>
                <a:lnTo>
                  <a:pt x="15793" y="25808"/>
                </a:lnTo>
                <a:lnTo>
                  <a:pt x="15931" y="25950"/>
                </a:lnTo>
                <a:lnTo>
                  <a:pt x="16019" y="26131"/>
                </a:lnTo>
                <a:lnTo>
                  <a:pt x="16107" y="26324"/>
                </a:lnTo>
                <a:lnTo>
                  <a:pt x="16195" y="26466"/>
                </a:lnTo>
                <a:lnTo>
                  <a:pt x="16296" y="26647"/>
                </a:lnTo>
                <a:lnTo>
                  <a:pt x="16434" y="26840"/>
                </a:lnTo>
                <a:lnTo>
                  <a:pt x="16522" y="26982"/>
                </a:lnTo>
                <a:lnTo>
                  <a:pt x="16610" y="27163"/>
                </a:lnTo>
                <a:lnTo>
                  <a:pt x="16698" y="27356"/>
                </a:lnTo>
                <a:lnTo>
                  <a:pt x="16799" y="27550"/>
                </a:lnTo>
                <a:lnTo>
                  <a:pt x="16937" y="27679"/>
                </a:lnTo>
                <a:lnTo>
                  <a:pt x="17025" y="27872"/>
                </a:lnTo>
                <a:lnTo>
                  <a:pt x="17113" y="28066"/>
                </a:lnTo>
                <a:lnTo>
                  <a:pt x="17201" y="28207"/>
                </a:lnTo>
                <a:lnTo>
                  <a:pt x="17302" y="28388"/>
                </a:lnTo>
                <a:lnTo>
                  <a:pt x="17440" y="28582"/>
                </a:lnTo>
                <a:lnTo>
                  <a:pt x="17528" y="28762"/>
                </a:lnTo>
                <a:lnTo>
                  <a:pt x="17616" y="28904"/>
                </a:lnTo>
                <a:lnTo>
                  <a:pt x="17717" y="29097"/>
                </a:lnTo>
                <a:lnTo>
                  <a:pt x="17805" y="29278"/>
                </a:lnTo>
                <a:lnTo>
                  <a:pt x="17943" y="29472"/>
                </a:lnTo>
                <a:lnTo>
                  <a:pt x="18031" y="29613"/>
                </a:lnTo>
                <a:lnTo>
                  <a:pt x="18119" y="29794"/>
                </a:lnTo>
                <a:lnTo>
                  <a:pt x="18220" y="29987"/>
                </a:lnTo>
                <a:lnTo>
                  <a:pt x="18308" y="30129"/>
                </a:lnTo>
                <a:lnTo>
                  <a:pt x="18446" y="30323"/>
                </a:lnTo>
                <a:lnTo>
                  <a:pt x="18534" y="30503"/>
                </a:lnTo>
                <a:lnTo>
                  <a:pt x="18622" y="30697"/>
                </a:lnTo>
                <a:lnTo>
                  <a:pt x="18723" y="30839"/>
                </a:lnTo>
                <a:lnTo>
                  <a:pt x="18811" y="31019"/>
                </a:lnTo>
                <a:lnTo>
                  <a:pt x="18949" y="31213"/>
                </a:lnTo>
                <a:lnTo>
                  <a:pt x="19037" y="31393"/>
                </a:lnTo>
                <a:lnTo>
                  <a:pt x="19125" y="31587"/>
                </a:lnTo>
                <a:lnTo>
                  <a:pt x="19225" y="31729"/>
                </a:lnTo>
                <a:lnTo>
                  <a:pt x="19314" y="31909"/>
                </a:lnTo>
                <a:lnTo>
                  <a:pt x="19452" y="32103"/>
                </a:lnTo>
                <a:lnTo>
                  <a:pt x="19540" y="32296"/>
                </a:lnTo>
                <a:lnTo>
                  <a:pt x="19628" y="32438"/>
                </a:lnTo>
                <a:lnTo>
                  <a:pt x="19728" y="32619"/>
                </a:lnTo>
                <a:lnTo>
                  <a:pt x="19816" y="32812"/>
                </a:lnTo>
                <a:lnTo>
                  <a:pt x="19955" y="32993"/>
                </a:lnTo>
                <a:lnTo>
                  <a:pt x="20043" y="33135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735007" y="5115708"/>
            <a:ext cx="20043" cy="37468"/>
          </a:xfrm>
          <a:custGeom>
            <a:avLst/>
            <a:gdLst/>
            <a:ahLst/>
            <a:cxnLst/>
            <a:rect l="l" t="t" r="r" b="b"/>
            <a:pathLst>
              <a:path w="20043" h="37468">
                <a:moveTo>
                  <a:pt x="0" y="0"/>
                </a:moveTo>
                <a:lnTo>
                  <a:pt x="88" y="193"/>
                </a:lnTo>
                <a:lnTo>
                  <a:pt x="188" y="374"/>
                </a:lnTo>
                <a:lnTo>
                  <a:pt x="276" y="567"/>
                </a:lnTo>
                <a:lnTo>
                  <a:pt x="414" y="760"/>
                </a:lnTo>
                <a:lnTo>
                  <a:pt x="502" y="889"/>
                </a:lnTo>
                <a:lnTo>
                  <a:pt x="590" y="1083"/>
                </a:lnTo>
                <a:lnTo>
                  <a:pt x="691" y="1276"/>
                </a:lnTo>
                <a:lnTo>
                  <a:pt x="779" y="1457"/>
                </a:lnTo>
                <a:lnTo>
                  <a:pt x="917" y="1650"/>
                </a:lnTo>
                <a:lnTo>
                  <a:pt x="1005" y="1792"/>
                </a:lnTo>
                <a:lnTo>
                  <a:pt x="1093" y="1973"/>
                </a:lnTo>
                <a:lnTo>
                  <a:pt x="1194" y="2166"/>
                </a:lnTo>
                <a:lnTo>
                  <a:pt x="1282" y="2347"/>
                </a:lnTo>
                <a:lnTo>
                  <a:pt x="1420" y="2540"/>
                </a:lnTo>
                <a:lnTo>
                  <a:pt x="1508" y="2734"/>
                </a:lnTo>
                <a:lnTo>
                  <a:pt x="1609" y="2876"/>
                </a:lnTo>
                <a:lnTo>
                  <a:pt x="1697" y="3056"/>
                </a:lnTo>
                <a:lnTo>
                  <a:pt x="1785" y="3250"/>
                </a:lnTo>
                <a:lnTo>
                  <a:pt x="1923" y="3430"/>
                </a:lnTo>
                <a:lnTo>
                  <a:pt x="2011" y="3624"/>
                </a:lnTo>
                <a:lnTo>
                  <a:pt x="2112" y="3766"/>
                </a:lnTo>
                <a:lnTo>
                  <a:pt x="2200" y="3946"/>
                </a:lnTo>
                <a:lnTo>
                  <a:pt x="2288" y="4140"/>
                </a:lnTo>
                <a:lnTo>
                  <a:pt x="2426" y="4320"/>
                </a:lnTo>
                <a:lnTo>
                  <a:pt x="2514" y="4514"/>
                </a:lnTo>
                <a:lnTo>
                  <a:pt x="2615" y="4707"/>
                </a:lnTo>
                <a:lnTo>
                  <a:pt x="2703" y="4888"/>
                </a:lnTo>
                <a:lnTo>
                  <a:pt x="2791" y="5030"/>
                </a:lnTo>
                <a:lnTo>
                  <a:pt x="2929" y="5223"/>
                </a:lnTo>
                <a:lnTo>
                  <a:pt x="3017" y="5404"/>
                </a:lnTo>
                <a:lnTo>
                  <a:pt x="3118" y="5597"/>
                </a:lnTo>
                <a:lnTo>
                  <a:pt x="3206" y="5778"/>
                </a:lnTo>
                <a:lnTo>
                  <a:pt x="3294" y="5971"/>
                </a:lnTo>
                <a:lnTo>
                  <a:pt x="3432" y="6113"/>
                </a:lnTo>
                <a:lnTo>
                  <a:pt x="3520" y="6307"/>
                </a:lnTo>
                <a:lnTo>
                  <a:pt x="3621" y="6487"/>
                </a:lnTo>
                <a:lnTo>
                  <a:pt x="3709" y="6681"/>
                </a:lnTo>
                <a:lnTo>
                  <a:pt x="3797" y="6861"/>
                </a:lnTo>
                <a:lnTo>
                  <a:pt x="3935" y="7055"/>
                </a:lnTo>
                <a:lnTo>
                  <a:pt x="4023" y="7235"/>
                </a:lnTo>
                <a:lnTo>
                  <a:pt x="4124" y="7429"/>
                </a:lnTo>
                <a:lnTo>
                  <a:pt x="4212" y="7571"/>
                </a:lnTo>
                <a:lnTo>
                  <a:pt x="4300" y="7764"/>
                </a:lnTo>
                <a:lnTo>
                  <a:pt x="4438" y="7945"/>
                </a:lnTo>
                <a:lnTo>
                  <a:pt x="4526" y="8138"/>
                </a:lnTo>
                <a:lnTo>
                  <a:pt x="4627" y="8319"/>
                </a:lnTo>
                <a:lnTo>
                  <a:pt x="4715" y="8512"/>
                </a:lnTo>
                <a:lnTo>
                  <a:pt x="4803" y="8693"/>
                </a:lnTo>
                <a:lnTo>
                  <a:pt x="4941" y="8886"/>
                </a:lnTo>
                <a:lnTo>
                  <a:pt x="5042" y="9080"/>
                </a:lnTo>
                <a:lnTo>
                  <a:pt x="5130" y="9222"/>
                </a:lnTo>
                <a:lnTo>
                  <a:pt x="5218" y="9402"/>
                </a:lnTo>
                <a:lnTo>
                  <a:pt x="5306" y="9596"/>
                </a:lnTo>
                <a:lnTo>
                  <a:pt x="5444" y="9776"/>
                </a:lnTo>
                <a:lnTo>
                  <a:pt x="5545" y="9970"/>
                </a:lnTo>
                <a:lnTo>
                  <a:pt x="5633" y="10150"/>
                </a:lnTo>
                <a:lnTo>
                  <a:pt x="5721" y="10344"/>
                </a:lnTo>
                <a:lnTo>
                  <a:pt x="5809" y="10537"/>
                </a:lnTo>
                <a:lnTo>
                  <a:pt x="5947" y="10718"/>
                </a:lnTo>
                <a:lnTo>
                  <a:pt x="6048" y="10911"/>
                </a:lnTo>
                <a:lnTo>
                  <a:pt x="6136" y="11092"/>
                </a:lnTo>
                <a:lnTo>
                  <a:pt x="6224" y="11234"/>
                </a:lnTo>
                <a:lnTo>
                  <a:pt x="6312" y="11427"/>
                </a:lnTo>
                <a:lnTo>
                  <a:pt x="6450" y="11608"/>
                </a:lnTo>
                <a:lnTo>
                  <a:pt x="6551" y="11801"/>
                </a:lnTo>
                <a:lnTo>
                  <a:pt x="6639" y="11995"/>
                </a:lnTo>
                <a:lnTo>
                  <a:pt x="6727" y="12175"/>
                </a:lnTo>
                <a:lnTo>
                  <a:pt x="6815" y="12369"/>
                </a:lnTo>
                <a:lnTo>
                  <a:pt x="6953" y="12549"/>
                </a:lnTo>
                <a:lnTo>
                  <a:pt x="7054" y="12743"/>
                </a:lnTo>
                <a:lnTo>
                  <a:pt x="7142" y="12923"/>
                </a:lnTo>
                <a:lnTo>
                  <a:pt x="7230" y="13117"/>
                </a:lnTo>
                <a:lnTo>
                  <a:pt x="7318" y="13310"/>
                </a:lnTo>
                <a:lnTo>
                  <a:pt x="7456" y="13491"/>
                </a:lnTo>
                <a:lnTo>
                  <a:pt x="7557" y="13684"/>
                </a:lnTo>
                <a:lnTo>
                  <a:pt x="7645" y="13865"/>
                </a:lnTo>
                <a:lnTo>
                  <a:pt x="7733" y="14058"/>
                </a:lnTo>
                <a:lnTo>
                  <a:pt x="7833" y="14239"/>
                </a:lnTo>
                <a:lnTo>
                  <a:pt x="7959" y="14432"/>
                </a:lnTo>
                <a:lnTo>
                  <a:pt x="8060" y="14574"/>
                </a:lnTo>
                <a:lnTo>
                  <a:pt x="8148" y="14768"/>
                </a:lnTo>
                <a:lnTo>
                  <a:pt x="8236" y="14948"/>
                </a:lnTo>
                <a:lnTo>
                  <a:pt x="8336" y="15142"/>
                </a:lnTo>
                <a:lnTo>
                  <a:pt x="8462" y="15322"/>
                </a:lnTo>
                <a:lnTo>
                  <a:pt x="8563" y="15516"/>
                </a:lnTo>
                <a:lnTo>
                  <a:pt x="8651" y="15696"/>
                </a:lnTo>
                <a:lnTo>
                  <a:pt x="8739" y="15890"/>
                </a:lnTo>
                <a:lnTo>
                  <a:pt x="8839" y="16083"/>
                </a:lnTo>
                <a:lnTo>
                  <a:pt x="8977" y="16264"/>
                </a:lnTo>
                <a:lnTo>
                  <a:pt x="9066" y="16457"/>
                </a:lnTo>
                <a:lnTo>
                  <a:pt x="9154" y="16638"/>
                </a:lnTo>
                <a:lnTo>
                  <a:pt x="9242" y="16831"/>
                </a:lnTo>
                <a:lnTo>
                  <a:pt x="9342" y="17012"/>
                </a:lnTo>
                <a:lnTo>
                  <a:pt x="9480" y="17205"/>
                </a:lnTo>
                <a:lnTo>
                  <a:pt x="9568" y="17399"/>
                </a:lnTo>
                <a:lnTo>
                  <a:pt x="9657" y="17580"/>
                </a:lnTo>
                <a:lnTo>
                  <a:pt x="9745" y="17773"/>
                </a:lnTo>
                <a:lnTo>
                  <a:pt x="9845" y="17954"/>
                </a:lnTo>
                <a:lnTo>
                  <a:pt x="9983" y="18147"/>
                </a:lnTo>
                <a:lnTo>
                  <a:pt x="10071" y="18341"/>
                </a:lnTo>
                <a:lnTo>
                  <a:pt x="10159" y="18521"/>
                </a:lnTo>
                <a:lnTo>
                  <a:pt x="10247" y="18715"/>
                </a:lnTo>
                <a:lnTo>
                  <a:pt x="10348" y="18895"/>
                </a:lnTo>
                <a:lnTo>
                  <a:pt x="10486" y="19089"/>
                </a:lnTo>
                <a:lnTo>
                  <a:pt x="10574" y="19269"/>
                </a:lnTo>
                <a:lnTo>
                  <a:pt x="10662" y="19463"/>
                </a:lnTo>
                <a:lnTo>
                  <a:pt x="10750" y="19656"/>
                </a:lnTo>
                <a:lnTo>
                  <a:pt x="10851" y="19837"/>
                </a:lnTo>
                <a:lnTo>
                  <a:pt x="10989" y="20030"/>
                </a:lnTo>
                <a:lnTo>
                  <a:pt x="11077" y="20211"/>
                </a:lnTo>
                <a:lnTo>
                  <a:pt x="11165" y="20404"/>
                </a:lnTo>
                <a:lnTo>
                  <a:pt x="11266" y="20585"/>
                </a:lnTo>
                <a:lnTo>
                  <a:pt x="11354" y="20778"/>
                </a:lnTo>
                <a:lnTo>
                  <a:pt x="11492" y="20972"/>
                </a:lnTo>
                <a:lnTo>
                  <a:pt x="11580" y="21152"/>
                </a:lnTo>
                <a:lnTo>
                  <a:pt x="11668" y="21384"/>
                </a:lnTo>
                <a:lnTo>
                  <a:pt x="11769" y="21578"/>
                </a:lnTo>
                <a:lnTo>
                  <a:pt x="11857" y="21771"/>
                </a:lnTo>
                <a:lnTo>
                  <a:pt x="11995" y="21952"/>
                </a:lnTo>
                <a:lnTo>
                  <a:pt x="12083" y="22145"/>
                </a:lnTo>
                <a:lnTo>
                  <a:pt x="12171" y="22326"/>
                </a:lnTo>
                <a:lnTo>
                  <a:pt x="12272" y="22519"/>
                </a:lnTo>
                <a:lnTo>
                  <a:pt x="12360" y="22700"/>
                </a:lnTo>
                <a:lnTo>
                  <a:pt x="12498" y="22894"/>
                </a:lnTo>
                <a:lnTo>
                  <a:pt x="12586" y="23087"/>
                </a:lnTo>
                <a:lnTo>
                  <a:pt x="12674" y="23268"/>
                </a:lnTo>
                <a:lnTo>
                  <a:pt x="12775" y="23461"/>
                </a:lnTo>
                <a:lnTo>
                  <a:pt x="12863" y="23642"/>
                </a:lnTo>
                <a:lnTo>
                  <a:pt x="13001" y="23835"/>
                </a:lnTo>
                <a:lnTo>
                  <a:pt x="13089" y="24029"/>
                </a:lnTo>
                <a:lnTo>
                  <a:pt x="13177" y="24209"/>
                </a:lnTo>
                <a:lnTo>
                  <a:pt x="13278" y="24403"/>
                </a:lnTo>
                <a:lnTo>
                  <a:pt x="13366" y="24635"/>
                </a:lnTo>
                <a:lnTo>
                  <a:pt x="13504" y="24815"/>
                </a:lnTo>
                <a:lnTo>
                  <a:pt x="13592" y="25009"/>
                </a:lnTo>
                <a:lnTo>
                  <a:pt x="13680" y="25202"/>
                </a:lnTo>
                <a:lnTo>
                  <a:pt x="13781" y="25383"/>
                </a:lnTo>
                <a:lnTo>
                  <a:pt x="13869" y="25576"/>
                </a:lnTo>
                <a:lnTo>
                  <a:pt x="14007" y="25757"/>
                </a:lnTo>
                <a:lnTo>
                  <a:pt x="14095" y="25950"/>
                </a:lnTo>
                <a:lnTo>
                  <a:pt x="14183" y="26144"/>
                </a:lnTo>
                <a:lnTo>
                  <a:pt x="14284" y="26324"/>
                </a:lnTo>
                <a:lnTo>
                  <a:pt x="14372" y="26518"/>
                </a:lnTo>
                <a:lnTo>
                  <a:pt x="14510" y="26698"/>
                </a:lnTo>
                <a:lnTo>
                  <a:pt x="14598" y="26931"/>
                </a:lnTo>
                <a:lnTo>
                  <a:pt x="14686" y="27124"/>
                </a:lnTo>
                <a:lnTo>
                  <a:pt x="14787" y="27318"/>
                </a:lnTo>
                <a:lnTo>
                  <a:pt x="14875" y="27498"/>
                </a:lnTo>
                <a:lnTo>
                  <a:pt x="15013" y="27692"/>
                </a:lnTo>
                <a:lnTo>
                  <a:pt x="15101" y="27872"/>
                </a:lnTo>
                <a:lnTo>
                  <a:pt x="15202" y="28066"/>
                </a:lnTo>
                <a:lnTo>
                  <a:pt x="15290" y="28259"/>
                </a:lnTo>
                <a:lnTo>
                  <a:pt x="15378" y="28440"/>
                </a:lnTo>
                <a:lnTo>
                  <a:pt x="15516" y="28672"/>
                </a:lnTo>
                <a:lnTo>
                  <a:pt x="15604" y="28865"/>
                </a:lnTo>
                <a:lnTo>
                  <a:pt x="15705" y="29046"/>
                </a:lnTo>
                <a:lnTo>
                  <a:pt x="15793" y="29239"/>
                </a:lnTo>
                <a:lnTo>
                  <a:pt x="15881" y="29433"/>
                </a:lnTo>
                <a:lnTo>
                  <a:pt x="16019" y="29613"/>
                </a:lnTo>
                <a:lnTo>
                  <a:pt x="16107" y="29807"/>
                </a:lnTo>
                <a:lnTo>
                  <a:pt x="16208" y="29987"/>
                </a:lnTo>
                <a:lnTo>
                  <a:pt x="16296" y="30232"/>
                </a:lnTo>
                <a:lnTo>
                  <a:pt x="16384" y="30413"/>
                </a:lnTo>
                <a:lnTo>
                  <a:pt x="16522" y="30607"/>
                </a:lnTo>
                <a:lnTo>
                  <a:pt x="16610" y="30787"/>
                </a:lnTo>
                <a:lnTo>
                  <a:pt x="16711" y="30981"/>
                </a:lnTo>
                <a:lnTo>
                  <a:pt x="16799" y="31161"/>
                </a:lnTo>
                <a:lnTo>
                  <a:pt x="16887" y="31355"/>
                </a:lnTo>
                <a:lnTo>
                  <a:pt x="17025" y="31587"/>
                </a:lnTo>
                <a:lnTo>
                  <a:pt x="17113" y="31780"/>
                </a:lnTo>
                <a:lnTo>
                  <a:pt x="17214" y="31961"/>
                </a:lnTo>
                <a:lnTo>
                  <a:pt x="17302" y="32154"/>
                </a:lnTo>
                <a:lnTo>
                  <a:pt x="17390" y="32348"/>
                </a:lnTo>
                <a:lnTo>
                  <a:pt x="17528" y="32528"/>
                </a:lnTo>
                <a:lnTo>
                  <a:pt x="17616" y="32760"/>
                </a:lnTo>
                <a:lnTo>
                  <a:pt x="17717" y="32954"/>
                </a:lnTo>
                <a:lnTo>
                  <a:pt x="17805" y="33147"/>
                </a:lnTo>
                <a:lnTo>
                  <a:pt x="17893" y="33328"/>
                </a:lnTo>
                <a:lnTo>
                  <a:pt x="18031" y="33521"/>
                </a:lnTo>
                <a:lnTo>
                  <a:pt x="18119" y="33702"/>
                </a:lnTo>
                <a:lnTo>
                  <a:pt x="18220" y="33934"/>
                </a:lnTo>
                <a:lnTo>
                  <a:pt x="18308" y="34128"/>
                </a:lnTo>
                <a:lnTo>
                  <a:pt x="18396" y="34321"/>
                </a:lnTo>
                <a:lnTo>
                  <a:pt x="18534" y="34502"/>
                </a:lnTo>
                <a:lnTo>
                  <a:pt x="18634" y="34695"/>
                </a:lnTo>
                <a:lnTo>
                  <a:pt x="18723" y="34876"/>
                </a:lnTo>
                <a:lnTo>
                  <a:pt x="18811" y="35121"/>
                </a:lnTo>
                <a:lnTo>
                  <a:pt x="18899" y="35301"/>
                </a:lnTo>
                <a:lnTo>
                  <a:pt x="19037" y="35495"/>
                </a:lnTo>
                <a:lnTo>
                  <a:pt x="19137" y="35675"/>
                </a:lnTo>
                <a:lnTo>
                  <a:pt x="19225" y="35869"/>
                </a:lnTo>
                <a:lnTo>
                  <a:pt x="19314" y="36101"/>
                </a:lnTo>
                <a:lnTo>
                  <a:pt x="19402" y="36295"/>
                </a:lnTo>
                <a:lnTo>
                  <a:pt x="19540" y="36475"/>
                </a:lnTo>
                <a:lnTo>
                  <a:pt x="19640" y="36669"/>
                </a:lnTo>
                <a:lnTo>
                  <a:pt x="19728" y="36849"/>
                </a:lnTo>
                <a:lnTo>
                  <a:pt x="19816" y="37094"/>
                </a:lnTo>
                <a:lnTo>
                  <a:pt x="19904" y="37275"/>
                </a:lnTo>
                <a:lnTo>
                  <a:pt x="20043" y="37468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755051" y="5153177"/>
            <a:ext cx="20055" cy="41131"/>
          </a:xfrm>
          <a:custGeom>
            <a:avLst/>
            <a:gdLst/>
            <a:ahLst/>
            <a:cxnLst/>
            <a:rect l="l" t="t" r="r" b="b"/>
            <a:pathLst>
              <a:path w="20055" h="41131">
                <a:moveTo>
                  <a:pt x="0" y="0"/>
                </a:moveTo>
                <a:lnTo>
                  <a:pt x="100" y="180"/>
                </a:lnTo>
                <a:lnTo>
                  <a:pt x="188" y="374"/>
                </a:lnTo>
                <a:lnTo>
                  <a:pt x="276" y="606"/>
                </a:lnTo>
                <a:lnTo>
                  <a:pt x="364" y="799"/>
                </a:lnTo>
                <a:lnTo>
                  <a:pt x="502" y="980"/>
                </a:lnTo>
                <a:lnTo>
                  <a:pt x="603" y="1173"/>
                </a:lnTo>
                <a:lnTo>
                  <a:pt x="691" y="1367"/>
                </a:lnTo>
                <a:lnTo>
                  <a:pt x="779" y="1599"/>
                </a:lnTo>
                <a:lnTo>
                  <a:pt x="867" y="1779"/>
                </a:lnTo>
                <a:lnTo>
                  <a:pt x="1005" y="1973"/>
                </a:lnTo>
                <a:lnTo>
                  <a:pt x="1106" y="2153"/>
                </a:lnTo>
                <a:lnTo>
                  <a:pt x="1194" y="2399"/>
                </a:lnTo>
                <a:lnTo>
                  <a:pt x="1282" y="2579"/>
                </a:lnTo>
                <a:lnTo>
                  <a:pt x="1383" y="2773"/>
                </a:lnTo>
                <a:lnTo>
                  <a:pt x="1508" y="2953"/>
                </a:lnTo>
                <a:lnTo>
                  <a:pt x="1609" y="3198"/>
                </a:lnTo>
                <a:lnTo>
                  <a:pt x="1697" y="3379"/>
                </a:lnTo>
                <a:lnTo>
                  <a:pt x="1785" y="3572"/>
                </a:lnTo>
                <a:lnTo>
                  <a:pt x="1886" y="3753"/>
                </a:lnTo>
                <a:lnTo>
                  <a:pt x="2011" y="3998"/>
                </a:lnTo>
                <a:lnTo>
                  <a:pt x="2112" y="4178"/>
                </a:lnTo>
                <a:lnTo>
                  <a:pt x="2200" y="4372"/>
                </a:lnTo>
                <a:lnTo>
                  <a:pt x="2288" y="4553"/>
                </a:lnTo>
                <a:lnTo>
                  <a:pt x="2389" y="4798"/>
                </a:lnTo>
                <a:lnTo>
                  <a:pt x="2527" y="4978"/>
                </a:lnTo>
                <a:lnTo>
                  <a:pt x="2615" y="5172"/>
                </a:lnTo>
                <a:lnTo>
                  <a:pt x="2703" y="5352"/>
                </a:lnTo>
                <a:lnTo>
                  <a:pt x="2791" y="5597"/>
                </a:lnTo>
                <a:lnTo>
                  <a:pt x="2892" y="5778"/>
                </a:lnTo>
                <a:lnTo>
                  <a:pt x="3030" y="5971"/>
                </a:lnTo>
                <a:lnTo>
                  <a:pt x="3118" y="6152"/>
                </a:lnTo>
                <a:lnTo>
                  <a:pt x="3206" y="6384"/>
                </a:lnTo>
                <a:lnTo>
                  <a:pt x="3294" y="6577"/>
                </a:lnTo>
                <a:lnTo>
                  <a:pt x="3395" y="6771"/>
                </a:lnTo>
                <a:lnTo>
                  <a:pt x="3533" y="7003"/>
                </a:lnTo>
                <a:lnTo>
                  <a:pt x="3621" y="7184"/>
                </a:lnTo>
                <a:lnTo>
                  <a:pt x="3709" y="7377"/>
                </a:lnTo>
                <a:lnTo>
                  <a:pt x="3797" y="7571"/>
                </a:lnTo>
                <a:lnTo>
                  <a:pt x="3898" y="7803"/>
                </a:lnTo>
                <a:lnTo>
                  <a:pt x="4036" y="7983"/>
                </a:lnTo>
                <a:lnTo>
                  <a:pt x="4124" y="8177"/>
                </a:lnTo>
                <a:lnTo>
                  <a:pt x="4212" y="8409"/>
                </a:lnTo>
                <a:lnTo>
                  <a:pt x="4300" y="8602"/>
                </a:lnTo>
                <a:lnTo>
                  <a:pt x="4400" y="8783"/>
                </a:lnTo>
                <a:lnTo>
                  <a:pt x="4539" y="8977"/>
                </a:lnTo>
                <a:lnTo>
                  <a:pt x="4627" y="9209"/>
                </a:lnTo>
                <a:lnTo>
                  <a:pt x="4715" y="9402"/>
                </a:lnTo>
                <a:lnTo>
                  <a:pt x="4815" y="9583"/>
                </a:lnTo>
                <a:lnTo>
                  <a:pt x="4903" y="9828"/>
                </a:lnTo>
                <a:lnTo>
                  <a:pt x="5042" y="10008"/>
                </a:lnTo>
                <a:lnTo>
                  <a:pt x="5130" y="10202"/>
                </a:lnTo>
                <a:lnTo>
                  <a:pt x="5218" y="10434"/>
                </a:lnTo>
                <a:lnTo>
                  <a:pt x="5318" y="10615"/>
                </a:lnTo>
                <a:lnTo>
                  <a:pt x="5406" y="10808"/>
                </a:lnTo>
                <a:lnTo>
                  <a:pt x="5545" y="11002"/>
                </a:lnTo>
                <a:lnTo>
                  <a:pt x="5633" y="11234"/>
                </a:lnTo>
                <a:lnTo>
                  <a:pt x="5721" y="11414"/>
                </a:lnTo>
                <a:lnTo>
                  <a:pt x="5821" y="11608"/>
                </a:lnTo>
                <a:lnTo>
                  <a:pt x="5909" y="11840"/>
                </a:lnTo>
                <a:lnTo>
                  <a:pt x="6048" y="12033"/>
                </a:lnTo>
                <a:lnTo>
                  <a:pt x="6136" y="12214"/>
                </a:lnTo>
                <a:lnTo>
                  <a:pt x="6224" y="12459"/>
                </a:lnTo>
                <a:lnTo>
                  <a:pt x="6324" y="12640"/>
                </a:lnTo>
                <a:lnTo>
                  <a:pt x="6412" y="12833"/>
                </a:lnTo>
                <a:lnTo>
                  <a:pt x="6551" y="13065"/>
                </a:lnTo>
                <a:lnTo>
                  <a:pt x="6639" y="13259"/>
                </a:lnTo>
                <a:lnTo>
                  <a:pt x="6727" y="13439"/>
                </a:lnTo>
                <a:lnTo>
                  <a:pt x="6827" y="13671"/>
                </a:lnTo>
                <a:lnTo>
                  <a:pt x="6915" y="13865"/>
                </a:lnTo>
                <a:lnTo>
                  <a:pt x="7054" y="14058"/>
                </a:lnTo>
                <a:lnTo>
                  <a:pt x="7142" y="14291"/>
                </a:lnTo>
                <a:lnTo>
                  <a:pt x="7230" y="14471"/>
                </a:lnTo>
                <a:lnTo>
                  <a:pt x="7330" y="14665"/>
                </a:lnTo>
                <a:lnTo>
                  <a:pt x="7418" y="14897"/>
                </a:lnTo>
                <a:lnTo>
                  <a:pt x="7557" y="15090"/>
                </a:lnTo>
                <a:lnTo>
                  <a:pt x="7645" y="15271"/>
                </a:lnTo>
                <a:lnTo>
                  <a:pt x="7733" y="15503"/>
                </a:lnTo>
                <a:lnTo>
                  <a:pt x="7833" y="15696"/>
                </a:lnTo>
                <a:lnTo>
                  <a:pt x="7921" y="15929"/>
                </a:lnTo>
                <a:lnTo>
                  <a:pt x="8060" y="16122"/>
                </a:lnTo>
                <a:lnTo>
                  <a:pt x="8148" y="16303"/>
                </a:lnTo>
                <a:lnTo>
                  <a:pt x="8236" y="16548"/>
                </a:lnTo>
                <a:lnTo>
                  <a:pt x="8336" y="16728"/>
                </a:lnTo>
                <a:lnTo>
                  <a:pt x="8424" y="16922"/>
                </a:lnTo>
                <a:lnTo>
                  <a:pt x="8563" y="17154"/>
                </a:lnTo>
                <a:lnTo>
                  <a:pt x="8651" y="17347"/>
                </a:lnTo>
                <a:lnTo>
                  <a:pt x="8751" y="17580"/>
                </a:lnTo>
                <a:lnTo>
                  <a:pt x="8839" y="17760"/>
                </a:lnTo>
                <a:lnTo>
                  <a:pt x="8927" y="17954"/>
                </a:lnTo>
                <a:lnTo>
                  <a:pt x="9066" y="18186"/>
                </a:lnTo>
                <a:lnTo>
                  <a:pt x="9154" y="18379"/>
                </a:lnTo>
                <a:lnTo>
                  <a:pt x="9254" y="18560"/>
                </a:lnTo>
                <a:lnTo>
                  <a:pt x="9342" y="18805"/>
                </a:lnTo>
                <a:lnTo>
                  <a:pt x="9430" y="18985"/>
                </a:lnTo>
                <a:lnTo>
                  <a:pt x="9568" y="19218"/>
                </a:lnTo>
                <a:lnTo>
                  <a:pt x="9657" y="19411"/>
                </a:lnTo>
                <a:lnTo>
                  <a:pt x="9757" y="19605"/>
                </a:lnTo>
                <a:lnTo>
                  <a:pt x="9845" y="19837"/>
                </a:lnTo>
                <a:lnTo>
                  <a:pt x="9933" y="20017"/>
                </a:lnTo>
                <a:lnTo>
                  <a:pt x="10071" y="20262"/>
                </a:lnTo>
                <a:lnTo>
                  <a:pt x="10159" y="20443"/>
                </a:lnTo>
                <a:lnTo>
                  <a:pt x="10260" y="20636"/>
                </a:lnTo>
                <a:lnTo>
                  <a:pt x="10348" y="20869"/>
                </a:lnTo>
                <a:lnTo>
                  <a:pt x="10436" y="21062"/>
                </a:lnTo>
                <a:lnTo>
                  <a:pt x="10574" y="21294"/>
                </a:lnTo>
                <a:lnTo>
                  <a:pt x="10662" y="21475"/>
                </a:lnTo>
                <a:lnTo>
                  <a:pt x="10763" y="21668"/>
                </a:lnTo>
                <a:lnTo>
                  <a:pt x="10851" y="21900"/>
                </a:lnTo>
                <a:lnTo>
                  <a:pt x="10939" y="22094"/>
                </a:lnTo>
                <a:lnTo>
                  <a:pt x="11077" y="22326"/>
                </a:lnTo>
                <a:lnTo>
                  <a:pt x="11165" y="22519"/>
                </a:lnTo>
                <a:lnTo>
                  <a:pt x="11266" y="22700"/>
                </a:lnTo>
                <a:lnTo>
                  <a:pt x="11354" y="22932"/>
                </a:lnTo>
                <a:lnTo>
                  <a:pt x="11492" y="23126"/>
                </a:lnTo>
                <a:lnTo>
                  <a:pt x="11580" y="23358"/>
                </a:lnTo>
                <a:lnTo>
                  <a:pt x="11668" y="23551"/>
                </a:lnTo>
                <a:lnTo>
                  <a:pt x="11769" y="23783"/>
                </a:lnTo>
                <a:lnTo>
                  <a:pt x="11857" y="23964"/>
                </a:lnTo>
                <a:lnTo>
                  <a:pt x="11995" y="24158"/>
                </a:lnTo>
                <a:lnTo>
                  <a:pt x="12083" y="24390"/>
                </a:lnTo>
                <a:lnTo>
                  <a:pt x="12171" y="24583"/>
                </a:lnTo>
                <a:lnTo>
                  <a:pt x="12272" y="24815"/>
                </a:lnTo>
                <a:lnTo>
                  <a:pt x="12360" y="25009"/>
                </a:lnTo>
                <a:lnTo>
                  <a:pt x="12498" y="25241"/>
                </a:lnTo>
                <a:lnTo>
                  <a:pt x="12586" y="25422"/>
                </a:lnTo>
                <a:lnTo>
                  <a:pt x="12687" y="25667"/>
                </a:lnTo>
                <a:lnTo>
                  <a:pt x="12775" y="25847"/>
                </a:lnTo>
                <a:lnTo>
                  <a:pt x="12863" y="26041"/>
                </a:lnTo>
                <a:lnTo>
                  <a:pt x="13001" y="26273"/>
                </a:lnTo>
                <a:lnTo>
                  <a:pt x="13089" y="26466"/>
                </a:lnTo>
                <a:lnTo>
                  <a:pt x="13190" y="26698"/>
                </a:lnTo>
                <a:lnTo>
                  <a:pt x="13278" y="26879"/>
                </a:lnTo>
                <a:lnTo>
                  <a:pt x="13366" y="27124"/>
                </a:lnTo>
                <a:lnTo>
                  <a:pt x="13504" y="27305"/>
                </a:lnTo>
                <a:lnTo>
                  <a:pt x="13592" y="27537"/>
                </a:lnTo>
                <a:lnTo>
                  <a:pt x="13693" y="27730"/>
                </a:lnTo>
                <a:lnTo>
                  <a:pt x="13781" y="27962"/>
                </a:lnTo>
                <a:lnTo>
                  <a:pt x="13869" y="28156"/>
                </a:lnTo>
                <a:lnTo>
                  <a:pt x="14007" y="28336"/>
                </a:lnTo>
                <a:lnTo>
                  <a:pt x="14095" y="28582"/>
                </a:lnTo>
                <a:lnTo>
                  <a:pt x="14196" y="28762"/>
                </a:lnTo>
                <a:lnTo>
                  <a:pt x="14284" y="28994"/>
                </a:lnTo>
                <a:lnTo>
                  <a:pt x="14372" y="29188"/>
                </a:lnTo>
                <a:lnTo>
                  <a:pt x="14510" y="29420"/>
                </a:lnTo>
                <a:lnTo>
                  <a:pt x="14598" y="29613"/>
                </a:lnTo>
                <a:lnTo>
                  <a:pt x="14699" y="29846"/>
                </a:lnTo>
                <a:lnTo>
                  <a:pt x="14787" y="30039"/>
                </a:lnTo>
                <a:lnTo>
                  <a:pt x="14875" y="30271"/>
                </a:lnTo>
                <a:lnTo>
                  <a:pt x="15013" y="30452"/>
                </a:lnTo>
                <a:lnTo>
                  <a:pt x="15101" y="30697"/>
                </a:lnTo>
                <a:lnTo>
                  <a:pt x="15202" y="30877"/>
                </a:lnTo>
                <a:lnTo>
                  <a:pt x="15290" y="31110"/>
                </a:lnTo>
                <a:lnTo>
                  <a:pt x="15378" y="31303"/>
                </a:lnTo>
                <a:lnTo>
                  <a:pt x="15516" y="31535"/>
                </a:lnTo>
                <a:lnTo>
                  <a:pt x="15604" y="31729"/>
                </a:lnTo>
                <a:lnTo>
                  <a:pt x="15705" y="31961"/>
                </a:lnTo>
                <a:lnTo>
                  <a:pt x="15793" y="32154"/>
                </a:lnTo>
                <a:lnTo>
                  <a:pt x="15881" y="32386"/>
                </a:lnTo>
                <a:lnTo>
                  <a:pt x="16019" y="32567"/>
                </a:lnTo>
                <a:lnTo>
                  <a:pt x="16120" y="32812"/>
                </a:lnTo>
                <a:lnTo>
                  <a:pt x="16208" y="32993"/>
                </a:lnTo>
                <a:lnTo>
                  <a:pt x="16296" y="33225"/>
                </a:lnTo>
                <a:lnTo>
                  <a:pt x="16384" y="33418"/>
                </a:lnTo>
                <a:lnTo>
                  <a:pt x="16522" y="33650"/>
                </a:lnTo>
                <a:lnTo>
                  <a:pt x="16623" y="33844"/>
                </a:lnTo>
                <a:lnTo>
                  <a:pt x="16711" y="34076"/>
                </a:lnTo>
                <a:lnTo>
                  <a:pt x="16799" y="34270"/>
                </a:lnTo>
                <a:lnTo>
                  <a:pt x="16887" y="34502"/>
                </a:lnTo>
                <a:lnTo>
                  <a:pt x="17025" y="34682"/>
                </a:lnTo>
                <a:lnTo>
                  <a:pt x="17126" y="34927"/>
                </a:lnTo>
                <a:lnTo>
                  <a:pt x="17214" y="35108"/>
                </a:lnTo>
                <a:lnTo>
                  <a:pt x="17302" y="35340"/>
                </a:lnTo>
                <a:lnTo>
                  <a:pt x="17390" y="35534"/>
                </a:lnTo>
                <a:lnTo>
                  <a:pt x="17528" y="35766"/>
                </a:lnTo>
                <a:lnTo>
                  <a:pt x="17629" y="35959"/>
                </a:lnTo>
                <a:lnTo>
                  <a:pt x="17717" y="36191"/>
                </a:lnTo>
                <a:lnTo>
                  <a:pt x="17805" y="36385"/>
                </a:lnTo>
                <a:lnTo>
                  <a:pt x="17893" y="36617"/>
                </a:lnTo>
                <a:lnTo>
                  <a:pt x="18031" y="36849"/>
                </a:lnTo>
                <a:lnTo>
                  <a:pt x="18132" y="37043"/>
                </a:lnTo>
                <a:lnTo>
                  <a:pt x="18220" y="37275"/>
                </a:lnTo>
                <a:lnTo>
                  <a:pt x="18308" y="37455"/>
                </a:lnTo>
                <a:lnTo>
                  <a:pt x="18396" y="37700"/>
                </a:lnTo>
                <a:lnTo>
                  <a:pt x="18534" y="37881"/>
                </a:lnTo>
                <a:lnTo>
                  <a:pt x="18634" y="38113"/>
                </a:lnTo>
                <a:lnTo>
                  <a:pt x="18723" y="38307"/>
                </a:lnTo>
                <a:lnTo>
                  <a:pt x="18811" y="38539"/>
                </a:lnTo>
                <a:lnTo>
                  <a:pt x="18911" y="38732"/>
                </a:lnTo>
                <a:lnTo>
                  <a:pt x="19037" y="38964"/>
                </a:lnTo>
                <a:lnTo>
                  <a:pt x="19137" y="39197"/>
                </a:lnTo>
                <a:lnTo>
                  <a:pt x="19225" y="39390"/>
                </a:lnTo>
                <a:lnTo>
                  <a:pt x="19314" y="39622"/>
                </a:lnTo>
                <a:lnTo>
                  <a:pt x="19414" y="39816"/>
                </a:lnTo>
                <a:lnTo>
                  <a:pt x="19540" y="40048"/>
                </a:lnTo>
                <a:lnTo>
                  <a:pt x="19640" y="40228"/>
                </a:lnTo>
                <a:lnTo>
                  <a:pt x="19728" y="40474"/>
                </a:lnTo>
                <a:lnTo>
                  <a:pt x="19816" y="40654"/>
                </a:lnTo>
                <a:lnTo>
                  <a:pt x="19917" y="40886"/>
                </a:lnTo>
                <a:lnTo>
                  <a:pt x="20055" y="4113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775106" y="5194309"/>
            <a:ext cx="19993" cy="44137"/>
          </a:xfrm>
          <a:custGeom>
            <a:avLst/>
            <a:gdLst/>
            <a:ahLst/>
            <a:cxnLst/>
            <a:rect l="l" t="t" r="r" b="b"/>
            <a:pathLst>
              <a:path w="19993" h="44137">
                <a:moveTo>
                  <a:pt x="0" y="0"/>
                </a:moveTo>
                <a:lnTo>
                  <a:pt x="88" y="180"/>
                </a:lnTo>
                <a:lnTo>
                  <a:pt x="176" y="425"/>
                </a:lnTo>
                <a:lnTo>
                  <a:pt x="264" y="606"/>
                </a:lnTo>
                <a:lnTo>
                  <a:pt x="364" y="838"/>
                </a:lnTo>
                <a:lnTo>
                  <a:pt x="502" y="1031"/>
                </a:lnTo>
                <a:lnTo>
                  <a:pt x="590" y="1264"/>
                </a:lnTo>
                <a:lnTo>
                  <a:pt x="679" y="1496"/>
                </a:lnTo>
                <a:lnTo>
                  <a:pt x="767" y="1689"/>
                </a:lnTo>
                <a:lnTo>
                  <a:pt x="867" y="1921"/>
                </a:lnTo>
                <a:lnTo>
                  <a:pt x="1005" y="2115"/>
                </a:lnTo>
                <a:lnTo>
                  <a:pt x="1093" y="2347"/>
                </a:lnTo>
                <a:lnTo>
                  <a:pt x="1181" y="2579"/>
                </a:lnTo>
                <a:lnTo>
                  <a:pt x="1269" y="2773"/>
                </a:lnTo>
                <a:lnTo>
                  <a:pt x="1370" y="3005"/>
                </a:lnTo>
                <a:lnTo>
                  <a:pt x="1508" y="3198"/>
                </a:lnTo>
                <a:lnTo>
                  <a:pt x="1596" y="3430"/>
                </a:lnTo>
                <a:lnTo>
                  <a:pt x="1684" y="3611"/>
                </a:lnTo>
                <a:lnTo>
                  <a:pt x="1772" y="3856"/>
                </a:lnTo>
                <a:lnTo>
                  <a:pt x="1873" y="4088"/>
                </a:lnTo>
                <a:lnTo>
                  <a:pt x="2011" y="4269"/>
                </a:lnTo>
                <a:lnTo>
                  <a:pt x="2099" y="4514"/>
                </a:lnTo>
                <a:lnTo>
                  <a:pt x="2187" y="4694"/>
                </a:lnTo>
                <a:lnTo>
                  <a:pt x="2288" y="4927"/>
                </a:lnTo>
                <a:lnTo>
                  <a:pt x="2376" y="5172"/>
                </a:lnTo>
                <a:lnTo>
                  <a:pt x="2514" y="5352"/>
                </a:lnTo>
                <a:lnTo>
                  <a:pt x="2602" y="5584"/>
                </a:lnTo>
                <a:lnTo>
                  <a:pt x="2690" y="5829"/>
                </a:lnTo>
                <a:lnTo>
                  <a:pt x="2791" y="6010"/>
                </a:lnTo>
                <a:lnTo>
                  <a:pt x="2879" y="6242"/>
                </a:lnTo>
                <a:lnTo>
                  <a:pt x="3017" y="6436"/>
                </a:lnTo>
                <a:lnTo>
                  <a:pt x="3105" y="6668"/>
                </a:lnTo>
                <a:lnTo>
                  <a:pt x="3193" y="6900"/>
                </a:lnTo>
                <a:lnTo>
                  <a:pt x="3294" y="7093"/>
                </a:lnTo>
                <a:lnTo>
                  <a:pt x="3382" y="7326"/>
                </a:lnTo>
                <a:lnTo>
                  <a:pt x="3520" y="7519"/>
                </a:lnTo>
                <a:lnTo>
                  <a:pt x="3608" y="7751"/>
                </a:lnTo>
                <a:lnTo>
                  <a:pt x="3696" y="7983"/>
                </a:lnTo>
                <a:lnTo>
                  <a:pt x="3797" y="8177"/>
                </a:lnTo>
                <a:lnTo>
                  <a:pt x="3885" y="8409"/>
                </a:lnTo>
                <a:lnTo>
                  <a:pt x="4023" y="8641"/>
                </a:lnTo>
                <a:lnTo>
                  <a:pt x="4111" y="8835"/>
                </a:lnTo>
                <a:lnTo>
                  <a:pt x="4199" y="9067"/>
                </a:lnTo>
                <a:lnTo>
                  <a:pt x="4300" y="9299"/>
                </a:lnTo>
                <a:lnTo>
                  <a:pt x="4388" y="9492"/>
                </a:lnTo>
                <a:lnTo>
                  <a:pt x="4526" y="9725"/>
                </a:lnTo>
                <a:lnTo>
                  <a:pt x="4614" y="9918"/>
                </a:lnTo>
                <a:lnTo>
                  <a:pt x="4702" y="10150"/>
                </a:lnTo>
                <a:lnTo>
                  <a:pt x="4803" y="10382"/>
                </a:lnTo>
                <a:lnTo>
                  <a:pt x="4891" y="10576"/>
                </a:lnTo>
                <a:lnTo>
                  <a:pt x="5029" y="10808"/>
                </a:lnTo>
                <a:lnTo>
                  <a:pt x="5117" y="11040"/>
                </a:lnTo>
                <a:lnTo>
                  <a:pt x="5205" y="11234"/>
                </a:lnTo>
                <a:lnTo>
                  <a:pt x="5306" y="11466"/>
                </a:lnTo>
                <a:lnTo>
                  <a:pt x="5394" y="11698"/>
                </a:lnTo>
                <a:lnTo>
                  <a:pt x="5532" y="11891"/>
                </a:lnTo>
                <a:lnTo>
                  <a:pt x="5620" y="12124"/>
                </a:lnTo>
                <a:lnTo>
                  <a:pt x="5708" y="12356"/>
                </a:lnTo>
                <a:lnTo>
                  <a:pt x="5809" y="12549"/>
                </a:lnTo>
                <a:lnTo>
                  <a:pt x="5897" y="12781"/>
                </a:lnTo>
                <a:lnTo>
                  <a:pt x="6035" y="13014"/>
                </a:lnTo>
                <a:lnTo>
                  <a:pt x="6123" y="13207"/>
                </a:lnTo>
                <a:lnTo>
                  <a:pt x="6224" y="13439"/>
                </a:lnTo>
                <a:lnTo>
                  <a:pt x="6312" y="13671"/>
                </a:lnTo>
                <a:lnTo>
                  <a:pt x="6400" y="13865"/>
                </a:lnTo>
                <a:lnTo>
                  <a:pt x="6538" y="14097"/>
                </a:lnTo>
                <a:lnTo>
                  <a:pt x="6626" y="14329"/>
                </a:lnTo>
                <a:lnTo>
                  <a:pt x="6727" y="14523"/>
                </a:lnTo>
                <a:lnTo>
                  <a:pt x="6815" y="14755"/>
                </a:lnTo>
                <a:lnTo>
                  <a:pt x="6903" y="14987"/>
                </a:lnTo>
                <a:lnTo>
                  <a:pt x="7041" y="15180"/>
                </a:lnTo>
                <a:lnTo>
                  <a:pt x="7129" y="15413"/>
                </a:lnTo>
                <a:lnTo>
                  <a:pt x="7230" y="15645"/>
                </a:lnTo>
                <a:lnTo>
                  <a:pt x="7318" y="15838"/>
                </a:lnTo>
                <a:lnTo>
                  <a:pt x="7406" y="16070"/>
                </a:lnTo>
                <a:lnTo>
                  <a:pt x="7544" y="16303"/>
                </a:lnTo>
                <a:lnTo>
                  <a:pt x="7632" y="16496"/>
                </a:lnTo>
                <a:lnTo>
                  <a:pt x="7733" y="16728"/>
                </a:lnTo>
                <a:lnTo>
                  <a:pt x="7821" y="16960"/>
                </a:lnTo>
                <a:lnTo>
                  <a:pt x="7909" y="17154"/>
                </a:lnTo>
                <a:lnTo>
                  <a:pt x="8047" y="17386"/>
                </a:lnTo>
                <a:lnTo>
                  <a:pt x="8135" y="17618"/>
                </a:lnTo>
                <a:lnTo>
                  <a:pt x="8236" y="17863"/>
                </a:lnTo>
                <a:lnTo>
                  <a:pt x="8324" y="18044"/>
                </a:lnTo>
                <a:lnTo>
                  <a:pt x="8412" y="18276"/>
                </a:lnTo>
                <a:lnTo>
                  <a:pt x="8550" y="18521"/>
                </a:lnTo>
                <a:lnTo>
                  <a:pt x="8638" y="18702"/>
                </a:lnTo>
                <a:lnTo>
                  <a:pt x="8739" y="18934"/>
                </a:lnTo>
                <a:lnTo>
                  <a:pt x="8827" y="19179"/>
                </a:lnTo>
                <a:lnTo>
                  <a:pt x="8915" y="19359"/>
                </a:lnTo>
                <a:lnTo>
                  <a:pt x="9053" y="19592"/>
                </a:lnTo>
                <a:lnTo>
                  <a:pt x="9141" y="19837"/>
                </a:lnTo>
                <a:lnTo>
                  <a:pt x="9242" y="20069"/>
                </a:lnTo>
                <a:lnTo>
                  <a:pt x="9330" y="20249"/>
                </a:lnTo>
                <a:lnTo>
                  <a:pt x="9418" y="20494"/>
                </a:lnTo>
                <a:lnTo>
                  <a:pt x="9556" y="20727"/>
                </a:lnTo>
                <a:lnTo>
                  <a:pt x="9657" y="20907"/>
                </a:lnTo>
                <a:lnTo>
                  <a:pt x="9745" y="21152"/>
                </a:lnTo>
                <a:lnTo>
                  <a:pt x="9833" y="21384"/>
                </a:lnTo>
                <a:lnTo>
                  <a:pt x="9921" y="21617"/>
                </a:lnTo>
                <a:lnTo>
                  <a:pt x="10059" y="21810"/>
                </a:lnTo>
                <a:lnTo>
                  <a:pt x="10159" y="22042"/>
                </a:lnTo>
                <a:lnTo>
                  <a:pt x="10247" y="22274"/>
                </a:lnTo>
                <a:lnTo>
                  <a:pt x="10336" y="22468"/>
                </a:lnTo>
                <a:lnTo>
                  <a:pt x="10424" y="22700"/>
                </a:lnTo>
                <a:lnTo>
                  <a:pt x="10562" y="22932"/>
                </a:lnTo>
                <a:lnTo>
                  <a:pt x="10662" y="23164"/>
                </a:lnTo>
                <a:lnTo>
                  <a:pt x="10750" y="23358"/>
                </a:lnTo>
                <a:lnTo>
                  <a:pt x="10838" y="23590"/>
                </a:lnTo>
                <a:lnTo>
                  <a:pt x="10926" y="23822"/>
                </a:lnTo>
                <a:lnTo>
                  <a:pt x="11065" y="24067"/>
                </a:lnTo>
                <a:lnTo>
                  <a:pt x="11165" y="24248"/>
                </a:lnTo>
                <a:lnTo>
                  <a:pt x="11253" y="24480"/>
                </a:lnTo>
                <a:lnTo>
                  <a:pt x="11341" y="24725"/>
                </a:lnTo>
                <a:lnTo>
                  <a:pt x="11429" y="24957"/>
                </a:lnTo>
                <a:lnTo>
                  <a:pt x="11568" y="25138"/>
                </a:lnTo>
                <a:lnTo>
                  <a:pt x="11668" y="25383"/>
                </a:lnTo>
                <a:lnTo>
                  <a:pt x="11756" y="25615"/>
                </a:lnTo>
                <a:lnTo>
                  <a:pt x="11844" y="25847"/>
                </a:lnTo>
                <a:lnTo>
                  <a:pt x="11932" y="26041"/>
                </a:lnTo>
                <a:lnTo>
                  <a:pt x="12071" y="26273"/>
                </a:lnTo>
                <a:lnTo>
                  <a:pt x="12171" y="26505"/>
                </a:lnTo>
                <a:lnTo>
                  <a:pt x="12259" y="26737"/>
                </a:lnTo>
                <a:lnTo>
                  <a:pt x="12347" y="26931"/>
                </a:lnTo>
                <a:lnTo>
                  <a:pt x="12448" y="27163"/>
                </a:lnTo>
                <a:lnTo>
                  <a:pt x="12574" y="27395"/>
                </a:lnTo>
                <a:lnTo>
                  <a:pt x="12674" y="27640"/>
                </a:lnTo>
                <a:lnTo>
                  <a:pt x="12762" y="27821"/>
                </a:lnTo>
                <a:lnTo>
                  <a:pt x="12850" y="28053"/>
                </a:lnTo>
                <a:lnTo>
                  <a:pt x="12951" y="28298"/>
                </a:lnTo>
                <a:lnTo>
                  <a:pt x="13077" y="28530"/>
                </a:lnTo>
                <a:lnTo>
                  <a:pt x="13177" y="28711"/>
                </a:lnTo>
                <a:lnTo>
                  <a:pt x="13265" y="28956"/>
                </a:lnTo>
                <a:lnTo>
                  <a:pt x="13353" y="29188"/>
                </a:lnTo>
                <a:lnTo>
                  <a:pt x="13454" y="29420"/>
                </a:lnTo>
                <a:lnTo>
                  <a:pt x="13592" y="29613"/>
                </a:lnTo>
                <a:lnTo>
                  <a:pt x="13680" y="29846"/>
                </a:lnTo>
                <a:lnTo>
                  <a:pt x="13768" y="30078"/>
                </a:lnTo>
                <a:lnTo>
                  <a:pt x="13856" y="30310"/>
                </a:lnTo>
                <a:lnTo>
                  <a:pt x="13957" y="30555"/>
                </a:lnTo>
                <a:lnTo>
                  <a:pt x="14095" y="30736"/>
                </a:lnTo>
                <a:lnTo>
                  <a:pt x="14183" y="30968"/>
                </a:lnTo>
                <a:lnTo>
                  <a:pt x="14271" y="31213"/>
                </a:lnTo>
                <a:lnTo>
                  <a:pt x="14359" y="31445"/>
                </a:lnTo>
                <a:lnTo>
                  <a:pt x="14460" y="31625"/>
                </a:lnTo>
                <a:lnTo>
                  <a:pt x="14598" y="31871"/>
                </a:lnTo>
                <a:lnTo>
                  <a:pt x="14686" y="32103"/>
                </a:lnTo>
                <a:lnTo>
                  <a:pt x="14774" y="32335"/>
                </a:lnTo>
                <a:lnTo>
                  <a:pt x="14862" y="32567"/>
                </a:lnTo>
                <a:lnTo>
                  <a:pt x="14963" y="32760"/>
                </a:lnTo>
                <a:lnTo>
                  <a:pt x="15101" y="32993"/>
                </a:lnTo>
                <a:lnTo>
                  <a:pt x="15189" y="33225"/>
                </a:lnTo>
                <a:lnTo>
                  <a:pt x="15277" y="33470"/>
                </a:lnTo>
                <a:lnTo>
                  <a:pt x="15365" y="33702"/>
                </a:lnTo>
                <a:lnTo>
                  <a:pt x="15466" y="33883"/>
                </a:lnTo>
                <a:lnTo>
                  <a:pt x="15604" y="34128"/>
                </a:lnTo>
                <a:lnTo>
                  <a:pt x="15692" y="34360"/>
                </a:lnTo>
                <a:lnTo>
                  <a:pt x="15780" y="34592"/>
                </a:lnTo>
                <a:lnTo>
                  <a:pt x="15868" y="34824"/>
                </a:lnTo>
                <a:lnTo>
                  <a:pt x="15969" y="35018"/>
                </a:lnTo>
                <a:lnTo>
                  <a:pt x="16107" y="35250"/>
                </a:lnTo>
                <a:lnTo>
                  <a:pt x="16195" y="35482"/>
                </a:lnTo>
                <a:lnTo>
                  <a:pt x="16283" y="35714"/>
                </a:lnTo>
                <a:lnTo>
                  <a:pt x="16384" y="35959"/>
                </a:lnTo>
                <a:lnTo>
                  <a:pt x="16472" y="36140"/>
                </a:lnTo>
                <a:lnTo>
                  <a:pt x="16610" y="36385"/>
                </a:lnTo>
                <a:lnTo>
                  <a:pt x="16698" y="36617"/>
                </a:lnTo>
                <a:lnTo>
                  <a:pt x="16786" y="36849"/>
                </a:lnTo>
                <a:lnTo>
                  <a:pt x="16887" y="37081"/>
                </a:lnTo>
                <a:lnTo>
                  <a:pt x="16975" y="37275"/>
                </a:lnTo>
                <a:lnTo>
                  <a:pt x="17113" y="37507"/>
                </a:lnTo>
                <a:lnTo>
                  <a:pt x="17201" y="37739"/>
                </a:lnTo>
                <a:lnTo>
                  <a:pt x="17289" y="37971"/>
                </a:lnTo>
                <a:lnTo>
                  <a:pt x="17390" y="38216"/>
                </a:lnTo>
                <a:lnTo>
                  <a:pt x="17478" y="38449"/>
                </a:lnTo>
                <a:lnTo>
                  <a:pt x="17616" y="38629"/>
                </a:lnTo>
                <a:lnTo>
                  <a:pt x="17704" y="38874"/>
                </a:lnTo>
                <a:lnTo>
                  <a:pt x="17792" y="39106"/>
                </a:lnTo>
                <a:lnTo>
                  <a:pt x="17893" y="39338"/>
                </a:lnTo>
                <a:lnTo>
                  <a:pt x="17981" y="39571"/>
                </a:lnTo>
                <a:lnTo>
                  <a:pt x="18119" y="39816"/>
                </a:lnTo>
                <a:lnTo>
                  <a:pt x="18207" y="39996"/>
                </a:lnTo>
                <a:lnTo>
                  <a:pt x="18295" y="40228"/>
                </a:lnTo>
                <a:lnTo>
                  <a:pt x="18396" y="40474"/>
                </a:lnTo>
                <a:lnTo>
                  <a:pt x="18484" y="40706"/>
                </a:lnTo>
                <a:lnTo>
                  <a:pt x="18622" y="40938"/>
                </a:lnTo>
                <a:lnTo>
                  <a:pt x="18710" y="41170"/>
                </a:lnTo>
                <a:lnTo>
                  <a:pt x="18798" y="41363"/>
                </a:lnTo>
                <a:lnTo>
                  <a:pt x="18899" y="41596"/>
                </a:lnTo>
                <a:lnTo>
                  <a:pt x="18987" y="41828"/>
                </a:lnTo>
                <a:lnTo>
                  <a:pt x="19125" y="42060"/>
                </a:lnTo>
                <a:lnTo>
                  <a:pt x="19213" y="42305"/>
                </a:lnTo>
                <a:lnTo>
                  <a:pt x="19301" y="42537"/>
                </a:lnTo>
                <a:lnTo>
                  <a:pt x="19402" y="42731"/>
                </a:lnTo>
                <a:lnTo>
                  <a:pt x="19490" y="42963"/>
                </a:lnTo>
                <a:lnTo>
                  <a:pt x="19628" y="43195"/>
                </a:lnTo>
                <a:lnTo>
                  <a:pt x="19716" y="43427"/>
                </a:lnTo>
                <a:lnTo>
                  <a:pt x="19816" y="43659"/>
                </a:lnTo>
                <a:lnTo>
                  <a:pt x="19904" y="43904"/>
                </a:lnTo>
                <a:lnTo>
                  <a:pt x="19993" y="44137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795099" y="5238446"/>
            <a:ext cx="20043" cy="46445"/>
          </a:xfrm>
          <a:custGeom>
            <a:avLst/>
            <a:gdLst/>
            <a:ahLst/>
            <a:cxnLst/>
            <a:rect l="l" t="t" r="r" b="b"/>
            <a:pathLst>
              <a:path w="20043" h="46445">
                <a:moveTo>
                  <a:pt x="0" y="0"/>
                </a:moveTo>
                <a:lnTo>
                  <a:pt x="138" y="180"/>
                </a:lnTo>
                <a:lnTo>
                  <a:pt x="226" y="425"/>
                </a:lnTo>
                <a:lnTo>
                  <a:pt x="326" y="657"/>
                </a:lnTo>
                <a:lnTo>
                  <a:pt x="414" y="889"/>
                </a:lnTo>
                <a:lnTo>
                  <a:pt x="502" y="1122"/>
                </a:lnTo>
                <a:lnTo>
                  <a:pt x="641" y="1367"/>
                </a:lnTo>
                <a:lnTo>
                  <a:pt x="729" y="1599"/>
                </a:lnTo>
                <a:lnTo>
                  <a:pt x="829" y="1779"/>
                </a:lnTo>
                <a:lnTo>
                  <a:pt x="917" y="2024"/>
                </a:lnTo>
                <a:lnTo>
                  <a:pt x="1005" y="2257"/>
                </a:lnTo>
                <a:lnTo>
                  <a:pt x="1144" y="2489"/>
                </a:lnTo>
                <a:lnTo>
                  <a:pt x="1232" y="2721"/>
                </a:lnTo>
                <a:lnTo>
                  <a:pt x="1332" y="2953"/>
                </a:lnTo>
                <a:lnTo>
                  <a:pt x="1420" y="3198"/>
                </a:lnTo>
                <a:lnTo>
                  <a:pt x="1508" y="3430"/>
                </a:lnTo>
                <a:lnTo>
                  <a:pt x="1647" y="3611"/>
                </a:lnTo>
                <a:lnTo>
                  <a:pt x="1735" y="3856"/>
                </a:lnTo>
                <a:lnTo>
                  <a:pt x="1835" y="4088"/>
                </a:lnTo>
                <a:lnTo>
                  <a:pt x="1923" y="4320"/>
                </a:lnTo>
                <a:lnTo>
                  <a:pt x="2011" y="4553"/>
                </a:lnTo>
                <a:lnTo>
                  <a:pt x="2150" y="4798"/>
                </a:lnTo>
                <a:lnTo>
                  <a:pt x="2238" y="5030"/>
                </a:lnTo>
                <a:lnTo>
                  <a:pt x="2338" y="5262"/>
                </a:lnTo>
                <a:lnTo>
                  <a:pt x="2426" y="5494"/>
                </a:lnTo>
                <a:lnTo>
                  <a:pt x="2514" y="5688"/>
                </a:lnTo>
                <a:lnTo>
                  <a:pt x="2653" y="5920"/>
                </a:lnTo>
                <a:lnTo>
                  <a:pt x="2741" y="6152"/>
                </a:lnTo>
                <a:lnTo>
                  <a:pt x="2841" y="6384"/>
                </a:lnTo>
                <a:lnTo>
                  <a:pt x="2929" y="6629"/>
                </a:lnTo>
                <a:lnTo>
                  <a:pt x="3017" y="6861"/>
                </a:lnTo>
                <a:lnTo>
                  <a:pt x="3156" y="7093"/>
                </a:lnTo>
                <a:lnTo>
                  <a:pt x="3244" y="7326"/>
                </a:lnTo>
                <a:lnTo>
                  <a:pt x="3344" y="7571"/>
                </a:lnTo>
                <a:lnTo>
                  <a:pt x="3432" y="7751"/>
                </a:lnTo>
                <a:lnTo>
                  <a:pt x="3520" y="7983"/>
                </a:lnTo>
                <a:lnTo>
                  <a:pt x="3659" y="8228"/>
                </a:lnTo>
                <a:lnTo>
                  <a:pt x="3759" y="8461"/>
                </a:lnTo>
                <a:lnTo>
                  <a:pt x="3847" y="8693"/>
                </a:lnTo>
                <a:lnTo>
                  <a:pt x="3935" y="8925"/>
                </a:lnTo>
                <a:lnTo>
                  <a:pt x="4023" y="9170"/>
                </a:lnTo>
                <a:lnTo>
                  <a:pt x="4162" y="9402"/>
                </a:lnTo>
                <a:lnTo>
                  <a:pt x="4262" y="9634"/>
                </a:lnTo>
                <a:lnTo>
                  <a:pt x="4350" y="9866"/>
                </a:lnTo>
                <a:lnTo>
                  <a:pt x="4438" y="10060"/>
                </a:lnTo>
                <a:lnTo>
                  <a:pt x="4526" y="10292"/>
                </a:lnTo>
                <a:lnTo>
                  <a:pt x="4665" y="10524"/>
                </a:lnTo>
                <a:lnTo>
                  <a:pt x="4765" y="10756"/>
                </a:lnTo>
                <a:lnTo>
                  <a:pt x="4853" y="11002"/>
                </a:lnTo>
                <a:lnTo>
                  <a:pt x="4941" y="11234"/>
                </a:lnTo>
                <a:lnTo>
                  <a:pt x="5029" y="11466"/>
                </a:lnTo>
                <a:lnTo>
                  <a:pt x="5168" y="11698"/>
                </a:lnTo>
                <a:lnTo>
                  <a:pt x="5268" y="11943"/>
                </a:lnTo>
                <a:lnTo>
                  <a:pt x="5356" y="12175"/>
                </a:lnTo>
                <a:lnTo>
                  <a:pt x="5444" y="12407"/>
                </a:lnTo>
                <a:lnTo>
                  <a:pt x="5532" y="12640"/>
                </a:lnTo>
                <a:lnTo>
                  <a:pt x="5670" y="12833"/>
                </a:lnTo>
                <a:lnTo>
                  <a:pt x="5771" y="13065"/>
                </a:lnTo>
                <a:lnTo>
                  <a:pt x="5859" y="13297"/>
                </a:lnTo>
                <a:lnTo>
                  <a:pt x="5947" y="13530"/>
                </a:lnTo>
                <a:lnTo>
                  <a:pt x="6048" y="13775"/>
                </a:lnTo>
                <a:lnTo>
                  <a:pt x="6173" y="14007"/>
                </a:lnTo>
                <a:lnTo>
                  <a:pt x="6274" y="14239"/>
                </a:lnTo>
                <a:lnTo>
                  <a:pt x="6362" y="14471"/>
                </a:lnTo>
                <a:lnTo>
                  <a:pt x="6450" y="14716"/>
                </a:lnTo>
                <a:lnTo>
                  <a:pt x="6551" y="14948"/>
                </a:lnTo>
                <a:lnTo>
                  <a:pt x="6676" y="15180"/>
                </a:lnTo>
                <a:lnTo>
                  <a:pt x="6777" y="15413"/>
                </a:lnTo>
                <a:lnTo>
                  <a:pt x="6865" y="15645"/>
                </a:lnTo>
                <a:lnTo>
                  <a:pt x="6953" y="15890"/>
                </a:lnTo>
                <a:lnTo>
                  <a:pt x="7054" y="16122"/>
                </a:lnTo>
                <a:lnTo>
                  <a:pt x="7192" y="16303"/>
                </a:lnTo>
                <a:lnTo>
                  <a:pt x="7280" y="16548"/>
                </a:lnTo>
                <a:lnTo>
                  <a:pt x="7368" y="16780"/>
                </a:lnTo>
                <a:lnTo>
                  <a:pt x="7456" y="17012"/>
                </a:lnTo>
                <a:lnTo>
                  <a:pt x="7557" y="17244"/>
                </a:lnTo>
                <a:lnTo>
                  <a:pt x="7695" y="17489"/>
                </a:lnTo>
                <a:lnTo>
                  <a:pt x="7783" y="17721"/>
                </a:lnTo>
                <a:lnTo>
                  <a:pt x="7871" y="17954"/>
                </a:lnTo>
                <a:lnTo>
                  <a:pt x="7959" y="18186"/>
                </a:lnTo>
                <a:lnTo>
                  <a:pt x="8060" y="18418"/>
                </a:lnTo>
                <a:lnTo>
                  <a:pt x="8198" y="18663"/>
                </a:lnTo>
                <a:lnTo>
                  <a:pt x="8286" y="18895"/>
                </a:lnTo>
                <a:lnTo>
                  <a:pt x="8374" y="19127"/>
                </a:lnTo>
                <a:lnTo>
                  <a:pt x="8462" y="19359"/>
                </a:lnTo>
                <a:lnTo>
                  <a:pt x="8563" y="19605"/>
                </a:lnTo>
                <a:lnTo>
                  <a:pt x="8701" y="19837"/>
                </a:lnTo>
                <a:lnTo>
                  <a:pt x="8789" y="20069"/>
                </a:lnTo>
                <a:lnTo>
                  <a:pt x="8877" y="20301"/>
                </a:lnTo>
                <a:lnTo>
                  <a:pt x="8965" y="20533"/>
                </a:lnTo>
                <a:lnTo>
                  <a:pt x="9066" y="20778"/>
                </a:lnTo>
                <a:lnTo>
                  <a:pt x="9204" y="21010"/>
                </a:lnTo>
                <a:lnTo>
                  <a:pt x="9292" y="21191"/>
                </a:lnTo>
                <a:lnTo>
                  <a:pt x="9380" y="21436"/>
                </a:lnTo>
                <a:lnTo>
                  <a:pt x="9468" y="21668"/>
                </a:lnTo>
                <a:lnTo>
                  <a:pt x="9568" y="21900"/>
                </a:lnTo>
                <a:lnTo>
                  <a:pt x="9707" y="22133"/>
                </a:lnTo>
                <a:lnTo>
                  <a:pt x="9795" y="22378"/>
                </a:lnTo>
                <a:lnTo>
                  <a:pt x="9883" y="22610"/>
                </a:lnTo>
                <a:lnTo>
                  <a:pt x="9983" y="22842"/>
                </a:lnTo>
                <a:lnTo>
                  <a:pt x="10071" y="23074"/>
                </a:lnTo>
                <a:lnTo>
                  <a:pt x="10210" y="23306"/>
                </a:lnTo>
                <a:lnTo>
                  <a:pt x="10298" y="23551"/>
                </a:lnTo>
                <a:lnTo>
                  <a:pt x="10386" y="23783"/>
                </a:lnTo>
                <a:lnTo>
                  <a:pt x="10486" y="24016"/>
                </a:lnTo>
                <a:lnTo>
                  <a:pt x="10574" y="24248"/>
                </a:lnTo>
                <a:lnTo>
                  <a:pt x="10713" y="24493"/>
                </a:lnTo>
                <a:lnTo>
                  <a:pt x="10801" y="24725"/>
                </a:lnTo>
                <a:lnTo>
                  <a:pt x="10889" y="24957"/>
                </a:lnTo>
                <a:lnTo>
                  <a:pt x="10989" y="25189"/>
                </a:lnTo>
                <a:lnTo>
                  <a:pt x="11077" y="25422"/>
                </a:lnTo>
                <a:lnTo>
                  <a:pt x="11216" y="25667"/>
                </a:lnTo>
                <a:lnTo>
                  <a:pt x="11304" y="25899"/>
                </a:lnTo>
                <a:lnTo>
                  <a:pt x="11392" y="26131"/>
                </a:lnTo>
                <a:lnTo>
                  <a:pt x="11492" y="26363"/>
                </a:lnTo>
                <a:lnTo>
                  <a:pt x="11580" y="26608"/>
                </a:lnTo>
                <a:lnTo>
                  <a:pt x="11719" y="26840"/>
                </a:lnTo>
                <a:lnTo>
                  <a:pt x="11807" y="27072"/>
                </a:lnTo>
                <a:lnTo>
                  <a:pt x="11895" y="27305"/>
                </a:lnTo>
                <a:lnTo>
                  <a:pt x="11995" y="27537"/>
                </a:lnTo>
                <a:lnTo>
                  <a:pt x="12083" y="27782"/>
                </a:lnTo>
                <a:lnTo>
                  <a:pt x="12222" y="28014"/>
                </a:lnTo>
                <a:lnTo>
                  <a:pt x="12310" y="28246"/>
                </a:lnTo>
                <a:lnTo>
                  <a:pt x="12398" y="28478"/>
                </a:lnTo>
                <a:lnTo>
                  <a:pt x="12498" y="28723"/>
                </a:lnTo>
                <a:lnTo>
                  <a:pt x="12586" y="28956"/>
                </a:lnTo>
                <a:lnTo>
                  <a:pt x="12725" y="29188"/>
                </a:lnTo>
                <a:lnTo>
                  <a:pt x="12813" y="29420"/>
                </a:lnTo>
                <a:lnTo>
                  <a:pt x="12901" y="29652"/>
                </a:lnTo>
                <a:lnTo>
                  <a:pt x="13001" y="29897"/>
                </a:lnTo>
                <a:lnTo>
                  <a:pt x="13089" y="30129"/>
                </a:lnTo>
                <a:lnTo>
                  <a:pt x="13228" y="30361"/>
                </a:lnTo>
                <a:lnTo>
                  <a:pt x="13316" y="30594"/>
                </a:lnTo>
                <a:lnTo>
                  <a:pt x="13416" y="30839"/>
                </a:lnTo>
                <a:lnTo>
                  <a:pt x="13504" y="31071"/>
                </a:lnTo>
                <a:lnTo>
                  <a:pt x="13592" y="31303"/>
                </a:lnTo>
                <a:lnTo>
                  <a:pt x="13731" y="31535"/>
                </a:lnTo>
                <a:lnTo>
                  <a:pt x="13819" y="31767"/>
                </a:lnTo>
                <a:lnTo>
                  <a:pt x="13919" y="32012"/>
                </a:lnTo>
                <a:lnTo>
                  <a:pt x="14007" y="32245"/>
                </a:lnTo>
                <a:lnTo>
                  <a:pt x="14095" y="32477"/>
                </a:lnTo>
                <a:lnTo>
                  <a:pt x="14234" y="32709"/>
                </a:lnTo>
                <a:lnTo>
                  <a:pt x="14322" y="32954"/>
                </a:lnTo>
                <a:lnTo>
                  <a:pt x="14422" y="33186"/>
                </a:lnTo>
                <a:lnTo>
                  <a:pt x="14510" y="33418"/>
                </a:lnTo>
                <a:lnTo>
                  <a:pt x="14598" y="33650"/>
                </a:lnTo>
                <a:lnTo>
                  <a:pt x="14736" y="33883"/>
                </a:lnTo>
                <a:lnTo>
                  <a:pt x="14825" y="34128"/>
                </a:lnTo>
                <a:lnTo>
                  <a:pt x="14925" y="34360"/>
                </a:lnTo>
                <a:lnTo>
                  <a:pt x="15013" y="34592"/>
                </a:lnTo>
                <a:lnTo>
                  <a:pt x="15101" y="34824"/>
                </a:lnTo>
                <a:lnTo>
                  <a:pt x="15239" y="35069"/>
                </a:lnTo>
                <a:lnTo>
                  <a:pt x="15327" y="35301"/>
                </a:lnTo>
                <a:lnTo>
                  <a:pt x="15428" y="35534"/>
                </a:lnTo>
                <a:lnTo>
                  <a:pt x="15516" y="35766"/>
                </a:lnTo>
                <a:lnTo>
                  <a:pt x="15604" y="35998"/>
                </a:lnTo>
                <a:lnTo>
                  <a:pt x="15742" y="36243"/>
                </a:lnTo>
                <a:lnTo>
                  <a:pt x="15830" y="36475"/>
                </a:lnTo>
                <a:lnTo>
                  <a:pt x="15931" y="36707"/>
                </a:lnTo>
                <a:lnTo>
                  <a:pt x="16019" y="36939"/>
                </a:lnTo>
                <a:lnTo>
                  <a:pt x="16107" y="37185"/>
                </a:lnTo>
                <a:lnTo>
                  <a:pt x="16245" y="37417"/>
                </a:lnTo>
                <a:lnTo>
                  <a:pt x="16333" y="37649"/>
                </a:lnTo>
                <a:lnTo>
                  <a:pt x="16434" y="37933"/>
                </a:lnTo>
                <a:lnTo>
                  <a:pt x="16522" y="38165"/>
                </a:lnTo>
                <a:lnTo>
                  <a:pt x="16610" y="38397"/>
                </a:lnTo>
                <a:lnTo>
                  <a:pt x="16748" y="38642"/>
                </a:lnTo>
                <a:lnTo>
                  <a:pt x="16836" y="38874"/>
                </a:lnTo>
                <a:lnTo>
                  <a:pt x="16937" y="39106"/>
                </a:lnTo>
                <a:lnTo>
                  <a:pt x="17025" y="39338"/>
                </a:lnTo>
                <a:lnTo>
                  <a:pt x="17113" y="39571"/>
                </a:lnTo>
                <a:lnTo>
                  <a:pt x="17251" y="39816"/>
                </a:lnTo>
                <a:lnTo>
                  <a:pt x="17352" y="40048"/>
                </a:lnTo>
                <a:lnTo>
                  <a:pt x="17440" y="40280"/>
                </a:lnTo>
                <a:lnTo>
                  <a:pt x="17528" y="40512"/>
                </a:lnTo>
                <a:lnTo>
                  <a:pt x="17616" y="40757"/>
                </a:lnTo>
                <a:lnTo>
                  <a:pt x="17754" y="40989"/>
                </a:lnTo>
                <a:lnTo>
                  <a:pt x="17855" y="41222"/>
                </a:lnTo>
                <a:lnTo>
                  <a:pt x="17943" y="41454"/>
                </a:lnTo>
                <a:lnTo>
                  <a:pt x="18031" y="41686"/>
                </a:lnTo>
                <a:lnTo>
                  <a:pt x="18119" y="41931"/>
                </a:lnTo>
                <a:lnTo>
                  <a:pt x="18257" y="42163"/>
                </a:lnTo>
                <a:lnTo>
                  <a:pt x="18358" y="42395"/>
                </a:lnTo>
                <a:lnTo>
                  <a:pt x="18446" y="42627"/>
                </a:lnTo>
                <a:lnTo>
                  <a:pt x="18534" y="42873"/>
                </a:lnTo>
                <a:lnTo>
                  <a:pt x="18622" y="43143"/>
                </a:lnTo>
                <a:lnTo>
                  <a:pt x="18760" y="43388"/>
                </a:lnTo>
                <a:lnTo>
                  <a:pt x="18861" y="43621"/>
                </a:lnTo>
                <a:lnTo>
                  <a:pt x="18949" y="43853"/>
                </a:lnTo>
                <a:lnTo>
                  <a:pt x="19037" y="44085"/>
                </a:lnTo>
                <a:lnTo>
                  <a:pt x="19125" y="44330"/>
                </a:lnTo>
                <a:lnTo>
                  <a:pt x="19263" y="44562"/>
                </a:lnTo>
                <a:lnTo>
                  <a:pt x="19364" y="44794"/>
                </a:lnTo>
                <a:lnTo>
                  <a:pt x="19452" y="45027"/>
                </a:lnTo>
                <a:lnTo>
                  <a:pt x="19540" y="45259"/>
                </a:lnTo>
                <a:lnTo>
                  <a:pt x="19640" y="45504"/>
                </a:lnTo>
                <a:lnTo>
                  <a:pt x="19766" y="45736"/>
                </a:lnTo>
                <a:lnTo>
                  <a:pt x="19867" y="45968"/>
                </a:lnTo>
                <a:lnTo>
                  <a:pt x="19955" y="46200"/>
                </a:lnTo>
                <a:lnTo>
                  <a:pt x="20043" y="46445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815143" y="5284892"/>
            <a:ext cx="20043" cy="48122"/>
          </a:xfrm>
          <a:custGeom>
            <a:avLst/>
            <a:gdLst/>
            <a:ahLst/>
            <a:cxnLst/>
            <a:rect l="l" t="t" r="r" b="b"/>
            <a:pathLst>
              <a:path w="20043" h="48122">
                <a:moveTo>
                  <a:pt x="0" y="0"/>
                </a:moveTo>
                <a:lnTo>
                  <a:pt x="100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80"/>
                </a:lnTo>
                <a:lnTo>
                  <a:pt x="502" y="1212"/>
                </a:lnTo>
                <a:lnTo>
                  <a:pt x="603" y="1457"/>
                </a:lnTo>
                <a:lnTo>
                  <a:pt x="741" y="1689"/>
                </a:lnTo>
                <a:lnTo>
                  <a:pt x="829" y="1921"/>
                </a:lnTo>
                <a:lnTo>
                  <a:pt x="917" y="2153"/>
                </a:lnTo>
                <a:lnTo>
                  <a:pt x="1005" y="2386"/>
                </a:lnTo>
                <a:lnTo>
                  <a:pt x="1106" y="2631"/>
                </a:lnTo>
                <a:lnTo>
                  <a:pt x="1244" y="2863"/>
                </a:lnTo>
                <a:lnTo>
                  <a:pt x="1332" y="3095"/>
                </a:lnTo>
                <a:lnTo>
                  <a:pt x="1420" y="3327"/>
                </a:lnTo>
                <a:lnTo>
                  <a:pt x="1508" y="3611"/>
                </a:lnTo>
                <a:lnTo>
                  <a:pt x="1609" y="3843"/>
                </a:lnTo>
                <a:lnTo>
                  <a:pt x="1747" y="4088"/>
                </a:lnTo>
                <a:lnTo>
                  <a:pt x="1835" y="4320"/>
                </a:lnTo>
                <a:lnTo>
                  <a:pt x="1923" y="4553"/>
                </a:lnTo>
                <a:lnTo>
                  <a:pt x="2011" y="4785"/>
                </a:lnTo>
                <a:lnTo>
                  <a:pt x="2112" y="5030"/>
                </a:lnTo>
                <a:lnTo>
                  <a:pt x="2250" y="5262"/>
                </a:lnTo>
                <a:lnTo>
                  <a:pt x="2338" y="5494"/>
                </a:lnTo>
                <a:lnTo>
                  <a:pt x="2426" y="5726"/>
                </a:lnTo>
                <a:lnTo>
                  <a:pt x="2514" y="5958"/>
                </a:lnTo>
                <a:lnTo>
                  <a:pt x="2615" y="6203"/>
                </a:lnTo>
                <a:lnTo>
                  <a:pt x="2753" y="6474"/>
                </a:lnTo>
                <a:lnTo>
                  <a:pt x="2841" y="6719"/>
                </a:lnTo>
                <a:lnTo>
                  <a:pt x="2929" y="6952"/>
                </a:lnTo>
                <a:lnTo>
                  <a:pt x="3017" y="7184"/>
                </a:lnTo>
                <a:lnTo>
                  <a:pt x="3118" y="7416"/>
                </a:lnTo>
                <a:lnTo>
                  <a:pt x="3256" y="7661"/>
                </a:lnTo>
                <a:lnTo>
                  <a:pt x="3344" y="7893"/>
                </a:lnTo>
                <a:lnTo>
                  <a:pt x="3432" y="8125"/>
                </a:lnTo>
                <a:lnTo>
                  <a:pt x="3533" y="8357"/>
                </a:lnTo>
                <a:lnTo>
                  <a:pt x="3621" y="8590"/>
                </a:lnTo>
                <a:lnTo>
                  <a:pt x="3759" y="8873"/>
                </a:lnTo>
                <a:lnTo>
                  <a:pt x="3847" y="9118"/>
                </a:lnTo>
                <a:lnTo>
                  <a:pt x="3935" y="9351"/>
                </a:lnTo>
                <a:lnTo>
                  <a:pt x="4036" y="9583"/>
                </a:lnTo>
                <a:lnTo>
                  <a:pt x="4124" y="9815"/>
                </a:lnTo>
                <a:lnTo>
                  <a:pt x="4262" y="10047"/>
                </a:lnTo>
                <a:lnTo>
                  <a:pt x="4350" y="10292"/>
                </a:lnTo>
                <a:lnTo>
                  <a:pt x="4438" y="10524"/>
                </a:lnTo>
                <a:lnTo>
                  <a:pt x="4539" y="10756"/>
                </a:lnTo>
                <a:lnTo>
                  <a:pt x="4627" y="10989"/>
                </a:lnTo>
                <a:lnTo>
                  <a:pt x="4765" y="11272"/>
                </a:lnTo>
                <a:lnTo>
                  <a:pt x="4853" y="11505"/>
                </a:lnTo>
                <a:lnTo>
                  <a:pt x="4941" y="11750"/>
                </a:lnTo>
                <a:lnTo>
                  <a:pt x="5042" y="11982"/>
                </a:lnTo>
                <a:lnTo>
                  <a:pt x="5130" y="12214"/>
                </a:lnTo>
                <a:lnTo>
                  <a:pt x="5268" y="12446"/>
                </a:lnTo>
                <a:lnTo>
                  <a:pt x="5356" y="12691"/>
                </a:lnTo>
                <a:lnTo>
                  <a:pt x="5444" y="12923"/>
                </a:lnTo>
                <a:lnTo>
                  <a:pt x="5545" y="13155"/>
                </a:lnTo>
                <a:lnTo>
                  <a:pt x="5633" y="13439"/>
                </a:lnTo>
                <a:lnTo>
                  <a:pt x="5771" y="13671"/>
                </a:lnTo>
                <a:lnTo>
                  <a:pt x="5859" y="13904"/>
                </a:lnTo>
                <a:lnTo>
                  <a:pt x="5947" y="14149"/>
                </a:lnTo>
                <a:lnTo>
                  <a:pt x="6048" y="14381"/>
                </a:lnTo>
                <a:lnTo>
                  <a:pt x="6136" y="14613"/>
                </a:lnTo>
                <a:lnTo>
                  <a:pt x="6274" y="14845"/>
                </a:lnTo>
                <a:lnTo>
                  <a:pt x="6362" y="15077"/>
                </a:lnTo>
                <a:lnTo>
                  <a:pt x="6450" y="15322"/>
                </a:lnTo>
                <a:lnTo>
                  <a:pt x="6551" y="15606"/>
                </a:lnTo>
                <a:lnTo>
                  <a:pt x="6639" y="15838"/>
                </a:lnTo>
                <a:lnTo>
                  <a:pt x="6777" y="16070"/>
                </a:lnTo>
                <a:lnTo>
                  <a:pt x="6865" y="16303"/>
                </a:lnTo>
                <a:lnTo>
                  <a:pt x="6966" y="16535"/>
                </a:lnTo>
                <a:lnTo>
                  <a:pt x="7054" y="16780"/>
                </a:lnTo>
                <a:lnTo>
                  <a:pt x="7142" y="17012"/>
                </a:lnTo>
                <a:lnTo>
                  <a:pt x="7280" y="17244"/>
                </a:lnTo>
                <a:lnTo>
                  <a:pt x="7368" y="17528"/>
                </a:lnTo>
                <a:lnTo>
                  <a:pt x="7469" y="17760"/>
                </a:lnTo>
                <a:lnTo>
                  <a:pt x="7557" y="17992"/>
                </a:lnTo>
                <a:lnTo>
                  <a:pt x="7645" y="18237"/>
                </a:lnTo>
                <a:lnTo>
                  <a:pt x="7783" y="18469"/>
                </a:lnTo>
                <a:lnTo>
                  <a:pt x="7871" y="18702"/>
                </a:lnTo>
                <a:lnTo>
                  <a:pt x="7972" y="18934"/>
                </a:lnTo>
                <a:lnTo>
                  <a:pt x="8060" y="19166"/>
                </a:lnTo>
                <a:lnTo>
                  <a:pt x="8148" y="19450"/>
                </a:lnTo>
                <a:lnTo>
                  <a:pt x="8286" y="19695"/>
                </a:lnTo>
                <a:lnTo>
                  <a:pt x="8374" y="19927"/>
                </a:lnTo>
                <a:lnTo>
                  <a:pt x="8475" y="20159"/>
                </a:lnTo>
                <a:lnTo>
                  <a:pt x="8563" y="20391"/>
                </a:lnTo>
                <a:lnTo>
                  <a:pt x="8651" y="20623"/>
                </a:lnTo>
                <a:lnTo>
                  <a:pt x="8789" y="20869"/>
                </a:lnTo>
                <a:lnTo>
                  <a:pt x="8877" y="21152"/>
                </a:lnTo>
                <a:lnTo>
                  <a:pt x="8977" y="21384"/>
                </a:lnTo>
                <a:lnTo>
                  <a:pt x="9066" y="21617"/>
                </a:lnTo>
                <a:lnTo>
                  <a:pt x="9154" y="21849"/>
                </a:lnTo>
                <a:lnTo>
                  <a:pt x="9292" y="22081"/>
                </a:lnTo>
                <a:lnTo>
                  <a:pt x="9380" y="22326"/>
                </a:lnTo>
                <a:lnTo>
                  <a:pt x="9480" y="22558"/>
                </a:lnTo>
                <a:lnTo>
                  <a:pt x="9568" y="22842"/>
                </a:lnTo>
                <a:lnTo>
                  <a:pt x="9657" y="23074"/>
                </a:lnTo>
                <a:lnTo>
                  <a:pt x="9795" y="23306"/>
                </a:lnTo>
                <a:lnTo>
                  <a:pt x="9883" y="23538"/>
                </a:lnTo>
                <a:lnTo>
                  <a:pt x="9983" y="23783"/>
                </a:lnTo>
                <a:lnTo>
                  <a:pt x="10071" y="24016"/>
                </a:lnTo>
                <a:lnTo>
                  <a:pt x="10159" y="24248"/>
                </a:lnTo>
                <a:lnTo>
                  <a:pt x="10298" y="24532"/>
                </a:lnTo>
                <a:lnTo>
                  <a:pt x="10386" y="24764"/>
                </a:lnTo>
                <a:lnTo>
                  <a:pt x="10486" y="24996"/>
                </a:lnTo>
                <a:lnTo>
                  <a:pt x="10574" y="25241"/>
                </a:lnTo>
                <a:lnTo>
                  <a:pt x="10662" y="25473"/>
                </a:lnTo>
                <a:lnTo>
                  <a:pt x="10801" y="25705"/>
                </a:lnTo>
                <a:lnTo>
                  <a:pt x="10901" y="25937"/>
                </a:lnTo>
                <a:lnTo>
                  <a:pt x="10989" y="26221"/>
                </a:lnTo>
                <a:lnTo>
                  <a:pt x="11077" y="26453"/>
                </a:lnTo>
                <a:lnTo>
                  <a:pt x="11165" y="26698"/>
                </a:lnTo>
                <a:lnTo>
                  <a:pt x="11304" y="26931"/>
                </a:lnTo>
                <a:lnTo>
                  <a:pt x="11404" y="27163"/>
                </a:lnTo>
                <a:lnTo>
                  <a:pt x="11492" y="27395"/>
                </a:lnTo>
                <a:lnTo>
                  <a:pt x="11580" y="27627"/>
                </a:lnTo>
                <a:lnTo>
                  <a:pt x="11668" y="27911"/>
                </a:lnTo>
                <a:lnTo>
                  <a:pt x="11807" y="28156"/>
                </a:lnTo>
                <a:lnTo>
                  <a:pt x="11907" y="28388"/>
                </a:lnTo>
                <a:lnTo>
                  <a:pt x="11995" y="28620"/>
                </a:lnTo>
                <a:lnTo>
                  <a:pt x="12083" y="28852"/>
                </a:lnTo>
                <a:lnTo>
                  <a:pt x="12171" y="29085"/>
                </a:lnTo>
                <a:lnTo>
                  <a:pt x="12310" y="29368"/>
                </a:lnTo>
                <a:lnTo>
                  <a:pt x="12410" y="29613"/>
                </a:lnTo>
                <a:lnTo>
                  <a:pt x="12498" y="29846"/>
                </a:lnTo>
                <a:lnTo>
                  <a:pt x="12586" y="30078"/>
                </a:lnTo>
                <a:lnTo>
                  <a:pt x="12674" y="30310"/>
                </a:lnTo>
                <a:lnTo>
                  <a:pt x="12813" y="30542"/>
                </a:lnTo>
                <a:lnTo>
                  <a:pt x="12913" y="30826"/>
                </a:lnTo>
                <a:lnTo>
                  <a:pt x="13001" y="31071"/>
                </a:lnTo>
                <a:lnTo>
                  <a:pt x="13089" y="31303"/>
                </a:lnTo>
                <a:lnTo>
                  <a:pt x="13190" y="31535"/>
                </a:lnTo>
                <a:lnTo>
                  <a:pt x="13316" y="31767"/>
                </a:lnTo>
                <a:lnTo>
                  <a:pt x="13416" y="32000"/>
                </a:lnTo>
                <a:lnTo>
                  <a:pt x="13504" y="32283"/>
                </a:lnTo>
                <a:lnTo>
                  <a:pt x="13592" y="32528"/>
                </a:lnTo>
                <a:lnTo>
                  <a:pt x="13693" y="32760"/>
                </a:lnTo>
                <a:lnTo>
                  <a:pt x="13819" y="32993"/>
                </a:lnTo>
                <a:lnTo>
                  <a:pt x="13919" y="33225"/>
                </a:lnTo>
                <a:lnTo>
                  <a:pt x="14007" y="33457"/>
                </a:lnTo>
                <a:lnTo>
                  <a:pt x="14095" y="33741"/>
                </a:lnTo>
                <a:lnTo>
                  <a:pt x="14196" y="33973"/>
                </a:lnTo>
                <a:lnTo>
                  <a:pt x="14322" y="34218"/>
                </a:lnTo>
                <a:lnTo>
                  <a:pt x="14422" y="34450"/>
                </a:lnTo>
                <a:lnTo>
                  <a:pt x="14510" y="34682"/>
                </a:lnTo>
                <a:lnTo>
                  <a:pt x="14598" y="34914"/>
                </a:lnTo>
                <a:lnTo>
                  <a:pt x="14699" y="35198"/>
                </a:lnTo>
                <a:lnTo>
                  <a:pt x="14837" y="35430"/>
                </a:lnTo>
                <a:lnTo>
                  <a:pt x="14925" y="35675"/>
                </a:lnTo>
                <a:lnTo>
                  <a:pt x="15013" y="35908"/>
                </a:lnTo>
                <a:lnTo>
                  <a:pt x="15101" y="36140"/>
                </a:lnTo>
                <a:lnTo>
                  <a:pt x="15202" y="36372"/>
                </a:lnTo>
                <a:lnTo>
                  <a:pt x="15340" y="36656"/>
                </a:lnTo>
                <a:lnTo>
                  <a:pt x="15428" y="36888"/>
                </a:lnTo>
                <a:lnTo>
                  <a:pt x="15516" y="37133"/>
                </a:lnTo>
                <a:lnTo>
                  <a:pt x="15604" y="37365"/>
                </a:lnTo>
                <a:lnTo>
                  <a:pt x="15705" y="37597"/>
                </a:lnTo>
                <a:lnTo>
                  <a:pt x="15843" y="37881"/>
                </a:lnTo>
                <a:lnTo>
                  <a:pt x="15931" y="38113"/>
                </a:lnTo>
                <a:lnTo>
                  <a:pt x="16019" y="38345"/>
                </a:lnTo>
                <a:lnTo>
                  <a:pt x="16107" y="38590"/>
                </a:lnTo>
                <a:lnTo>
                  <a:pt x="16208" y="38823"/>
                </a:lnTo>
                <a:lnTo>
                  <a:pt x="16346" y="39055"/>
                </a:lnTo>
                <a:lnTo>
                  <a:pt x="16434" y="39338"/>
                </a:lnTo>
                <a:lnTo>
                  <a:pt x="16522" y="39571"/>
                </a:lnTo>
                <a:lnTo>
                  <a:pt x="16610" y="39803"/>
                </a:lnTo>
                <a:lnTo>
                  <a:pt x="16711" y="40048"/>
                </a:lnTo>
                <a:lnTo>
                  <a:pt x="16849" y="40280"/>
                </a:lnTo>
                <a:lnTo>
                  <a:pt x="16937" y="40564"/>
                </a:lnTo>
                <a:lnTo>
                  <a:pt x="17025" y="40796"/>
                </a:lnTo>
                <a:lnTo>
                  <a:pt x="17126" y="41028"/>
                </a:lnTo>
                <a:lnTo>
                  <a:pt x="17214" y="41260"/>
                </a:lnTo>
                <a:lnTo>
                  <a:pt x="17352" y="41505"/>
                </a:lnTo>
                <a:lnTo>
                  <a:pt x="17440" y="41738"/>
                </a:lnTo>
                <a:lnTo>
                  <a:pt x="17528" y="42021"/>
                </a:lnTo>
                <a:lnTo>
                  <a:pt x="17629" y="42253"/>
                </a:lnTo>
                <a:lnTo>
                  <a:pt x="17717" y="42486"/>
                </a:lnTo>
                <a:lnTo>
                  <a:pt x="17855" y="42718"/>
                </a:lnTo>
                <a:lnTo>
                  <a:pt x="17943" y="42963"/>
                </a:lnTo>
                <a:lnTo>
                  <a:pt x="18031" y="43234"/>
                </a:lnTo>
                <a:lnTo>
                  <a:pt x="18132" y="43479"/>
                </a:lnTo>
                <a:lnTo>
                  <a:pt x="18220" y="43711"/>
                </a:lnTo>
                <a:lnTo>
                  <a:pt x="18358" y="43943"/>
                </a:lnTo>
                <a:lnTo>
                  <a:pt x="18446" y="44175"/>
                </a:lnTo>
                <a:lnTo>
                  <a:pt x="18534" y="44459"/>
                </a:lnTo>
                <a:lnTo>
                  <a:pt x="18634" y="44691"/>
                </a:lnTo>
                <a:lnTo>
                  <a:pt x="18723" y="44936"/>
                </a:lnTo>
                <a:lnTo>
                  <a:pt x="18861" y="45168"/>
                </a:lnTo>
                <a:lnTo>
                  <a:pt x="18949" y="45401"/>
                </a:lnTo>
                <a:lnTo>
                  <a:pt x="19037" y="45684"/>
                </a:lnTo>
                <a:lnTo>
                  <a:pt x="19137" y="45916"/>
                </a:lnTo>
                <a:lnTo>
                  <a:pt x="19225" y="46149"/>
                </a:lnTo>
                <a:lnTo>
                  <a:pt x="19364" y="46394"/>
                </a:lnTo>
                <a:lnTo>
                  <a:pt x="19452" y="46626"/>
                </a:lnTo>
                <a:lnTo>
                  <a:pt x="19540" y="46910"/>
                </a:lnTo>
                <a:lnTo>
                  <a:pt x="19640" y="47142"/>
                </a:lnTo>
                <a:lnTo>
                  <a:pt x="19728" y="47374"/>
                </a:lnTo>
                <a:lnTo>
                  <a:pt x="19867" y="47606"/>
                </a:lnTo>
                <a:lnTo>
                  <a:pt x="19955" y="47851"/>
                </a:lnTo>
                <a:lnTo>
                  <a:pt x="20043" y="4812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835186" y="5333015"/>
            <a:ext cx="20055" cy="48935"/>
          </a:xfrm>
          <a:custGeom>
            <a:avLst/>
            <a:gdLst/>
            <a:ahLst/>
            <a:cxnLst/>
            <a:rect l="l" t="t" r="r" b="b"/>
            <a:pathLst>
              <a:path w="20055" h="48935">
                <a:moveTo>
                  <a:pt x="0" y="0"/>
                </a:moveTo>
                <a:lnTo>
                  <a:pt x="100" y="245"/>
                </a:lnTo>
                <a:lnTo>
                  <a:pt x="188" y="477"/>
                </a:lnTo>
                <a:lnTo>
                  <a:pt x="326" y="709"/>
                </a:lnTo>
                <a:lnTo>
                  <a:pt x="414" y="941"/>
                </a:lnTo>
                <a:lnTo>
                  <a:pt x="502" y="1225"/>
                </a:lnTo>
                <a:lnTo>
                  <a:pt x="603" y="1457"/>
                </a:lnTo>
                <a:lnTo>
                  <a:pt x="691" y="1702"/>
                </a:lnTo>
                <a:lnTo>
                  <a:pt x="829" y="1934"/>
                </a:lnTo>
                <a:lnTo>
                  <a:pt x="917" y="2166"/>
                </a:lnTo>
                <a:lnTo>
                  <a:pt x="1018" y="2450"/>
                </a:lnTo>
                <a:lnTo>
                  <a:pt x="1106" y="2682"/>
                </a:lnTo>
                <a:lnTo>
                  <a:pt x="1194" y="2914"/>
                </a:lnTo>
                <a:lnTo>
                  <a:pt x="1332" y="3160"/>
                </a:lnTo>
                <a:lnTo>
                  <a:pt x="1420" y="3392"/>
                </a:lnTo>
                <a:lnTo>
                  <a:pt x="1521" y="3675"/>
                </a:lnTo>
                <a:lnTo>
                  <a:pt x="1609" y="3908"/>
                </a:lnTo>
                <a:lnTo>
                  <a:pt x="1697" y="4140"/>
                </a:lnTo>
                <a:lnTo>
                  <a:pt x="1835" y="4372"/>
                </a:lnTo>
                <a:lnTo>
                  <a:pt x="1923" y="4617"/>
                </a:lnTo>
                <a:lnTo>
                  <a:pt x="2024" y="4888"/>
                </a:lnTo>
                <a:lnTo>
                  <a:pt x="2112" y="5133"/>
                </a:lnTo>
                <a:lnTo>
                  <a:pt x="2200" y="5365"/>
                </a:lnTo>
                <a:lnTo>
                  <a:pt x="2338" y="5597"/>
                </a:lnTo>
                <a:lnTo>
                  <a:pt x="2426" y="5881"/>
                </a:lnTo>
                <a:lnTo>
                  <a:pt x="2527" y="6113"/>
                </a:lnTo>
                <a:lnTo>
                  <a:pt x="2615" y="6345"/>
                </a:lnTo>
                <a:lnTo>
                  <a:pt x="2703" y="6590"/>
                </a:lnTo>
                <a:lnTo>
                  <a:pt x="2841" y="6823"/>
                </a:lnTo>
                <a:lnTo>
                  <a:pt x="2929" y="7106"/>
                </a:lnTo>
                <a:lnTo>
                  <a:pt x="3030" y="7338"/>
                </a:lnTo>
                <a:lnTo>
                  <a:pt x="3118" y="7571"/>
                </a:lnTo>
                <a:lnTo>
                  <a:pt x="3206" y="7803"/>
                </a:lnTo>
                <a:lnTo>
                  <a:pt x="3344" y="8048"/>
                </a:lnTo>
                <a:lnTo>
                  <a:pt x="3432" y="8332"/>
                </a:lnTo>
                <a:lnTo>
                  <a:pt x="3533" y="8564"/>
                </a:lnTo>
                <a:lnTo>
                  <a:pt x="3621" y="8796"/>
                </a:lnTo>
                <a:lnTo>
                  <a:pt x="3709" y="9028"/>
                </a:lnTo>
                <a:lnTo>
                  <a:pt x="3847" y="9312"/>
                </a:lnTo>
                <a:lnTo>
                  <a:pt x="3935" y="9544"/>
                </a:lnTo>
                <a:lnTo>
                  <a:pt x="4036" y="9789"/>
                </a:lnTo>
                <a:lnTo>
                  <a:pt x="4124" y="10021"/>
                </a:lnTo>
                <a:lnTo>
                  <a:pt x="4212" y="10253"/>
                </a:lnTo>
                <a:lnTo>
                  <a:pt x="4350" y="10537"/>
                </a:lnTo>
                <a:lnTo>
                  <a:pt x="4451" y="10769"/>
                </a:lnTo>
                <a:lnTo>
                  <a:pt x="4539" y="11002"/>
                </a:lnTo>
                <a:lnTo>
                  <a:pt x="4627" y="11234"/>
                </a:lnTo>
                <a:lnTo>
                  <a:pt x="4715" y="11479"/>
                </a:lnTo>
                <a:lnTo>
                  <a:pt x="4853" y="11763"/>
                </a:lnTo>
                <a:lnTo>
                  <a:pt x="4954" y="11995"/>
                </a:lnTo>
                <a:lnTo>
                  <a:pt x="5042" y="12227"/>
                </a:lnTo>
                <a:lnTo>
                  <a:pt x="5130" y="12459"/>
                </a:lnTo>
                <a:lnTo>
                  <a:pt x="5218" y="12743"/>
                </a:lnTo>
                <a:lnTo>
                  <a:pt x="5356" y="12975"/>
                </a:lnTo>
                <a:lnTo>
                  <a:pt x="5457" y="13220"/>
                </a:lnTo>
                <a:lnTo>
                  <a:pt x="5545" y="13452"/>
                </a:lnTo>
                <a:lnTo>
                  <a:pt x="5633" y="13684"/>
                </a:lnTo>
                <a:lnTo>
                  <a:pt x="5721" y="13968"/>
                </a:lnTo>
                <a:lnTo>
                  <a:pt x="5859" y="14200"/>
                </a:lnTo>
                <a:lnTo>
                  <a:pt x="5960" y="14432"/>
                </a:lnTo>
                <a:lnTo>
                  <a:pt x="6048" y="14677"/>
                </a:lnTo>
                <a:lnTo>
                  <a:pt x="6136" y="14948"/>
                </a:lnTo>
                <a:lnTo>
                  <a:pt x="6224" y="15193"/>
                </a:lnTo>
                <a:lnTo>
                  <a:pt x="6362" y="15426"/>
                </a:lnTo>
                <a:lnTo>
                  <a:pt x="6463" y="15658"/>
                </a:lnTo>
                <a:lnTo>
                  <a:pt x="6551" y="15941"/>
                </a:lnTo>
                <a:lnTo>
                  <a:pt x="6639" y="16174"/>
                </a:lnTo>
                <a:lnTo>
                  <a:pt x="6727" y="16406"/>
                </a:lnTo>
                <a:lnTo>
                  <a:pt x="6865" y="16651"/>
                </a:lnTo>
                <a:lnTo>
                  <a:pt x="6966" y="16883"/>
                </a:lnTo>
                <a:lnTo>
                  <a:pt x="7054" y="17167"/>
                </a:lnTo>
                <a:lnTo>
                  <a:pt x="7142" y="17399"/>
                </a:lnTo>
                <a:lnTo>
                  <a:pt x="7242" y="17631"/>
                </a:lnTo>
                <a:lnTo>
                  <a:pt x="7368" y="17863"/>
                </a:lnTo>
                <a:lnTo>
                  <a:pt x="7469" y="18147"/>
                </a:lnTo>
                <a:lnTo>
                  <a:pt x="7557" y="18379"/>
                </a:lnTo>
                <a:lnTo>
                  <a:pt x="7645" y="18624"/>
                </a:lnTo>
                <a:lnTo>
                  <a:pt x="7745" y="18856"/>
                </a:lnTo>
                <a:lnTo>
                  <a:pt x="7871" y="19089"/>
                </a:lnTo>
                <a:lnTo>
                  <a:pt x="7972" y="19372"/>
                </a:lnTo>
                <a:lnTo>
                  <a:pt x="8060" y="19605"/>
                </a:lnTo>
                <a:lnTo>
                  <a:pt x="8148" y="19837"/>
                </a:lnTo>
                <a:lnTo>
                  <a:pt x="8248" y="20082"/>
                </a:lnTo>
                <a:lnTo>
                  <a:pt x="8387" y="20365"/>
                </a:lnTo>
                <a:lnTo>
                  <a:pt x="8475" y="20598"/>
                </a:lnTo>
                <a:lnTo>
                  <a:pt x="8563" y="20830"/>
                </a:lnTo>
                <a:lnTo>
                  <a:pt x="8651" y="21062"/>
                </a:lnTo>
                <a:lnTo>
                  <a:pt x="8751" y="21346"/>
                </a:lnTo>
                <a:lnTo>
                  <a:pt x="8889" y="21578"/>
                </a:lnTo>
                <a:lnTo>
                  <a:pt x="8977" y="21810"/>
                </a:lnTo>
                <a:lnTo>
                  <a:pt x="9066" y="22055"/>
                </a:lnTo>
                <a:lnTo>
                  <a:pt x="9154" y="22339"/>
                </a:lnTo>
                <a:lnTo>
                  <a:pt x="9254" y="22571"/>
                </a:lnTo>
                <a:lnTo>
                  <a:pt x="9392" y="22803"/>
                </a:lnTo>
                <a:lnTo>
                  <a:pt x="9480" y="23035"/>
                </a:lnTo>
                <a:lnTo>
                  <a:pt x="9568" y="23268"/>
                </a:lnTo>
                <a:lnTo>
                  <a:pt x="9657" y="23551"/>
                </a:lnTo>
                <a:lnTo>
                  <a:pt x="9757" y="23796"/>
                </a:lnTo>
                <a:lnTo>
                  <a:pt x="9895" y="24029"/>
                </a:lnTo>
                <a:lnTo>
                  <a:pt x="9983" y="24261"/>
                </a:lnTo>
                <a:lnTo>
                  <a:pt x="10071" y="24544"/>
                </a:lnTo>
                <a:lnTo>
                  <a:pt x="10159" y="24777"/>
                </a:lnTo>
                <a:lnTo>
                  <a:pt x="10260" y="25009"/>
                </a:lnTo>
                <a:lnTo>
                  <a:pt x="10398" y="25254"/>
                </a:lnTo>
                <a:lnTo>
                  <a:pt x="10486" y="25525"/>
                </a:lnTo>
                <a:lnTo>
                  <a:pt x="10574" y="25770"/>
                </a:lnTo>
                <a:lnTo>
                  <a:pt x="10675" y="26002"/>
                </a:lnTo>
                <a:lnTo>
                  <a:pt x="10763" y="26234"/>
                </a:lnTo>
                <a:lnTo>
                  <a:pt x="10901" y="26518"/>
                </a:lnTo>
                <a:lnTo>
                  <a:pt x="10989" y="26750"/>
                </a:lnTo>
                <a:lnTo>
                  <a:pt x="11077" y="26982"/>
                </a:lnTo>
                <a:lnTo>
                  <a:pt x="11178" y="27227"/>
                </a:lnTo>
                <a:lnTo>
                  <a:pt x="11266" y="27459"/>
                </a:lnTo>
                <a:lnTo>
                  <a:pt x="11404" y="27743"/>
                </a:lnTo>
                <a:lnTo>
                  <a:pt x="11492" y="27975"/>
                </a:lnTo>
                <a:lnTo>
                  <a:pt x="11580" y="28207"/>
                </a:lnTo>
                <a:lnTo>
                  <a:pt x="11681" y="28440"/>
                </a:lnTo>
                <a:lnTo>
                  <a:pt x="11769" y="28723"/>
                </a:lnTo>
                <a:lnTo>
                  <a:pt x="11907" y="28956"/>
                </a:lnTo>
                <a:lnTo>
                  <a:pt x="11995" y="29201"/>
                </a:lnTo>
                <a:lnTo>
                  <a:pt x="12083" y="29433"/>
                </a:lnTo>
                <a:lnTo>
                  <a:pt x="12184" y="29717"/>
                </a:lnTo>
                <a:lnTo>
                  <a:pt x="12272" y="29949"/>
                </a:lnTo>
                <a:lnTo>
                  <a:pt x="12410" y="30181"/>
                </a:lnTo>
                <a:lnTo>
                  <a:pt x="12498" y="30413"/>
                </a:lnTo>
                <a:lnTo>
                  <a:pt x="12586" y="30697"/>
                </a:lnTo>
                <a:lnTo>
                  <a:pt x="12687" y="30942"/>
                </a:lnTo>
                <a:lnTo>
                  <a:pt x="12775" y="31174"/>
                </a:lnTo>
                <a:lnTo>
                  <a:pt x="12913" y="31406"/>
                </a:lnTo>
                <a:lnTo>
                  <a:pt x="13001" y="31690"/>
                </a:lnTo>
                <a:lnTo>
                  <a:pt x="13089" y="31922"/>
                </a:lnTo>
                <a:lnTo>
                  <a:pt x="13190" y="32154"/>
                </a:lnTo>
                <a:lnTo>
                  <a:pt x="13278" y="32386"/>
                </a:lnTo>
                <a:lnTo>
                  <a:pt x="13416" y="32670"/>
                </a:lnTo>
                <a:lnTo>
                  <a:pt x="13504" y="32915"/>
                </a:lnTo>
                <a:lnTo>
                  <a:pt x="13592" y="33147"/>
                </a:lnTo>
                <a:lnTo>
                  <a:pt x="13693" y="33380"/>
                </a:lnTo>
                <a:lnTo>
                  <a:pt x="13781" y="33663"/>
                </a:lnTo>
                <a:lnTo>
                  <a:pt x="13919" y="33896"/>
                </a:lnTo>
                <a:lnTo>
                  <a:pt x="14007" y="34128"/>
                </a:lnTo>
                <a:lnTo>
                  <a:pt x="14095" y="34373"/>
                </a:lnTo>
                <a:lnTo>
                  <a:pt x="14196" y="34644"/>
                </a:lnTo>
                <a:lnTo>
                  <a:pt x="14284" y="34889"/>
                </a:lnTo>
                <a:lnTo>
                  <a:pt x="14422" y="35121"/>
                </a:lnTo>
                <a:lnTo>
                  <a:pt x="14510" y="35353"/>
                </a:lnTo>
                <a:lnTo>
                  <a:pt x="14611" y="35637"/>
                </a:lnTo>
                <a:lnTo>
                  <a:pt x="14699" y="35869"/>
                </a:lnTo>
                <a:lnTo>
                  <a:pt x="14787" y="36101"/>
                </a:lnTo>
                <a:lnTo>
                  <a:pt x="14925" y="36346"/>
                </a:lnTo>
                <a:lnTo>
                  <a:pt x="15013" y="36617"/>
                </a:lnTo>
                <a:lnTo>
                  <a:pt x="15114" y="36862"/>
                </a:lnTo>
                <a:lnTo>
                  <a:pt x="15202" y="37094"/>
                </a:lnTo>
                <a:lnTo>
                  <a:pt x="15290" y="37326"/>
                </a:lnTo>
                <a:lnTo>
                  <a:pt x="15428" y="37610"/>
                </a:lnTo>
                <a:lnTo>
                  <a:pt x="15516" y="37842"/>
                </a:lnTo>
                <a:lnTo>
                  <a:pt x="15617" y="38074"/>
                </a:lnTo>
                <a:lnTo>
                  <a:pt x="15705" y="38320"/>
                </a:lnTo>
                <a:lnTo>
                  <a:pt x="15793" y="38603"/>
                </a:lnTo>
                <a:lnTo>
                  <a:pt x="15931" y="38835"/>
                </a:lnTo>
                <a:lnTo>
                  <a:pt x="16019" y="39068"/>
                </a:lnTo>
                <a:lnTo>
                  <a:pt x="16120" y="39300"/>
                </a:lnTo>
                <a:lnTo>
                  <a:pt x="16208" y="39584"/>
                </a:lnTo>
                <a:lnTo>
                  <a:pt x="16296" y="39816"/>
                </a:lnTo>
                <a:lnTo>
                  <a:pt x="16434" y="40061"/>
                </a:lnTo>
                <a:lnTo>
                  <a:pt x="16522" y="40293"/>
                </a:lnTo>
                <a:lnTo>
                  <a:pt x="16623" y="40577"/>
                </a:lnTo>
                <a:lnTo>
                  <a:pt x="16711" y="40809"/>
                </a:lnTo>
                <a:lnTo>
                  <a:pt x="16799" y="41041"/>
                </a:lnTo>
                <a:lnTo>
                  <a:pt x="16937" y="41273"/>
                </a:lnTo>
                <a:lnTo>
                  <a:pt x="17025" y="41557"/>
                </a:lnTo>
                <a:lnTo>
                  <a:pt x="17126" y="41789"/>
                </a:lnTo>
                <a:lnTo>
                  <a:pt x="17214" y="42034"/>
                </a:lnTo>
                <a:lnTo>
                  <a:pt x="17302" y="42266"/>
                </a:lnTo>
                <a:lnTo>
                  <a:pt x="17440" y="42550"/>
                </a:lnTo>
                <a:lnTo>
                  <a:pt x="17528" y="42782"/>
                </a:lnTo>
                <a:lnTo>
                  <a:pt x="17629" y="43014"/>
                </a:lnTo>
                <a:lnTo>
                  <a:pt x="17717" y="43247"/>
                </a:lnTo>
                <a:lnTo>
                  <a:pt x="17805" y="43530"/>
                </a:lnTo>
                <a:lnTo>
                  <a:pt x="17943" y="43763"/>
                </a:lnTo>
                <a:lnTo>
                  <a:pt x="18031" y="44008"/>
                </a:lnTo>
                <a:lnTo>
                  <a:pt x="18132" y="44240"/>
                </a:lnTo>
                <a:lnTo>
                  <a:pt x="18220" y="44524"/>
                </a:lnTo>
                <a:lnTo>
                  <a:pt x="18308" y="44756"/>
                </a:lnTo>
                <a:lnTo>
                  <a:pt x="18446" y="44988"/>
                </a:lnTo>
                <a:lnTo>
                  <a:pt x="18546" y="45220"/>
                </a:lnTo>
                <a:lnTo>
                  <a:pt x="18634" y="45504"/>
                </a:lnTo>
                <a:lnTo>
                  <a:pt x="18723" y="45749"/>
                </a:lnTo>
                <a:lnTo>
                  <a:pt x="18811" y="45981"/>
                </a:lnTo>
                <a:lnTo>
                  <a:pt x="18949" y="46213"/>
                </a:lnTo>
                <a:lnTo>
                  <a:pt x="19049" y="46497"/>
                </a:lnTo>
                <a:lnTo>
                  <a:pt x="19137" y="46729"/>
                </a:lnTo>
                <a:lnTo>
                  <a:pt x="19225" y="46961"/>
                </a:lnTo>
                <a:lnTo>
                  <a:pt x="19314" y="47193"/>
                </a:lnTo>
                <a:lnTo>
                  <a:pt x="19452" y="47477"/>
                </a:lnTo>
                <a:lnTo>
                  <a:pt x="19552" y="47722"/>
                </a:lnTo>
                <a:lnTo>
                  <a:pt x="19640" y="47954"/>
                </a:lnTo>
                <a:lnTo>
                  <a:pt x="19728" y="48187"/>
                </a:lnTo>
                <a:lnTo>
                  <a:pt x="19816" y="48470"/>
                </a:lnTo>
                <a:lnTo>
                  <a:pt x="19955" y="48702"/>
                </a:lnTo>
                <a:lnTo>
                  <a:pt x="20055" y="4893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855242" y="5381950"/>
            <a:ext cx="19993" cy="49025"/>
          </a:xfrm>
          <a:custGeom>
            <a:avLst/>
            <a:gdLst/>
            <a:ahLst/>
            <a:cxnLst/>
            <a:rect l="l" t="t" r="r" b="b"/>
            <a:pathLst>
              <a:path w="19993" h="49025">
                <a:moveTo>
                  <a:pt x="0" y="0"/>
                </a:moveTo>
                <a:lnTo>
                  <a:pt x="88" y="245"/>
                </a:lnTo>
                <a:lnTo>
                  <a:pt x="176" y="515"/>
                </a:lnTo>
                <a:lnTo>
                  <a:pt x="264" y="760"/>
                </a:lnTo>
                <a:lnTo>
                  <a:pt x="402" y="993"/>
                </a:lnTo>
                <a:lnTo>
                  <a:pt x="502" y="1225"/>
                </a:lnTo>
                <a:lnTo>
                  <a:pt x="590" y="1509"/>
                </a:lnTo>
                <a:lnTo>
                  <a:pt x="679" y="1741"/>
                </a:lnTo>
                <a:lnTo>
                  <a:pt x="779" y="1973"/>
                </a:lnTo>
                <a:lnTo>
                  <a:pt x="905" y="2218"/>
                </a:lnTo>
                <a:lnTo>
                  <a:pt x="1005" y="2489"/>
                </a:lnTo>
                <a:lnTo>
                  <a:pt x="1093" y="2734"/>
                </a:lnTo>
                <a:lnTo>
                  <a:pt x="1181" y="2966"/>
                </a:lnTo>
                <a:lnTo>
                  <a:pt x="1282" y="3198"/>
                </a:lnTo>
                <a:lnTo>
                  <a:pt x="1408" y="3482"/>
                </a:lnTo>
                <a:lnTo>
                  <a:pt x="1508" y="3714"/>
                </a:lnTo>
                <a:lnTo>
                  <a:pt x="1596" y="3946"/>
                </a:lnTo>
                <a:lnTo>
                  <a:pt x="1684" y="4191"/>
                </a:lnTo>
                <a:lnTo>
                  <a:pt x="1785" y="4475"/>
                </a:lnTo>
                <a:lnTo>
                  <a:pt x="1923" y="4707"/>
                </a:lnTo>
                <a:lnTo>
                  <a:pt x="2011" y="4939"/>
                </a:lnTo>
                <a:lnTo>
                  <a:pt x="2099" y="5172"/>
                </a:lnTo>
                <a:lnTo>
                  <a:pt x="2187" y="5455"/>
                </a:lnTo>
                <a:lnTo>
                  <a:pt x="2288" y="5688"/>
                </a:lnTo>
                <a:lnTo>
                  <a:pt x="2426" y="5933"/>
                </a:lnTo>
                <a:lnTo>
                  <a:pt x="2514" y="6165"/>
                </a:lnTo>
                <a:lnTo>
                  <a:pt x="2552" y="6397"/>
                </a:lnTo>
                <a:lnTo>
                  <a:pt x="2653" y="6629"/>
                </a:lnTo>
                <a:lnTo>
                  <a:pt x="2791" y="6861"/>
                </a:lnTo>
                <a:lnTo>
                  <a:pt x="2879" y="7106"/>
                </a:lnTo>
                <a:lnTo>
                  <a:pt x="2967" y="7390"/>
                </a:lnTo>
                <a:lnTo>
                  <a:pt x="3068" y="7622"/>
                </a:lnTo>
                <a:lnTo>
                  <a:pt x="3156" y="7854"/>
                </a:lnTo>
                <a:lnTo>
                  <a:pt x="3294" y="8087"/>
                </a:lnTo>
                <a:lnTo>
                  <a:pt x="3382" y="8370"/>
                </a:lnTo>
                <a:lnTo>
                  <a:pt x="3470" y="8602"/>
                </a:lnTo>
                <a:lnTo>
                  <a:pt x="3571" y="8835"/>
                </a:lnTo>
                <a:lnTo>
                  <a:pt x="3659" y="9080"/>
                </a:lnTo>
                <a:lnTo>
                  <a:pt x="3797" y="9363"/>
                </a:lnTo>
                <a:lnTo>
                  <a:pt x="3885" y="9596"/>
                </a:lnTo>
                <a:lnTo>
                  <a:pt x="3973" y="9828"/>
                </a:lnTo>
                <a:lnTo>
                  <a:pt x="4074" y="10060"/>
                </a:lnTo>
                <a:lnTo>
                  <a:pt x="4162" y="10344"/>
                </a:lnTo>
                <a:lnTo>
                  <a:pt x="4300" y="10576"/>
                </a:lnTo>
                <a:lnTo>
                  <a:pt x="4388" y="10821"/>
                </a:lnTo>
                <a:lnTo>
                  <a:pt x="4476" y="11053"/>
                </a:lnTo>
                <a:lnTo>
                  <a:pt x="4577" y="11337"/>
                </a:lnTo>
                <a:lnTo>
                  <a:pt x="4665" y="11569"/>
                </a:lnTo>
                <a:lnTo>
                  <a:pt x="4803" y="11801"/>
                </a:lnTo>
                <a:lnTo>
                  <a:pt x="4891" y="12033"/>
                </a:lnTo>
                <a:lnTo>
                  <a:pt x="4979" y="12317"/>
                </a:lnTo>
                <a:lnTo>
                  <a:pt x="5079" y="12549"/>
                </a:lnTo>
                <a:lnTo>
                  <a:pt x="5168" y="12794"/>
                </a:lnTo>
                <a:lnTo>
                  <a:pt x="5306" y="13027"/>
                </a:lnTo>
                <a:lnTo>
                  <a:pt x="5394" y="13310"/>
                </a:lnTo>
                <a:lnTo>
                  <a:pt x="5482" y="13542"/>
                </a:lnTo>
                <a:lnTo>
                  <a:pt x="5582" y="13775"/>
                </a:lnTo>
                <a:lnTo>
                  <a:pt x="5670" y="14007"/>
                </a:lnTo>
                <a:lnTo>
                  <a:pt x="5809" y="14291"/>
                </a:lnTo>
                <a:lnTo>
                  <a:pt x="5897" y="14523"/>
                </a:lnTo>
                <a:lnTo>
                  <a:pt x="5985" y="14768"/>
                </a:lnTo>
                <a:lnTo>
                  <a:pt x="6085" y="15000"/>
                </a:lnTo>
                <a:lnTo>
                  <a:pt x="6173" y="15284"/>
                </a:lnTo>
                <a:lnTo>
                  <a:pt x="6312" y="15516"/>
                </a:lnTo>
                <a:lnTo>
                  <a:pt x="6400" y="15748"/>
                </a:lnTo>
                <a:lnTo>
                  <a:pt x="6488" y="15980"/>
                </a:lnTo>
                <a:lnTo>
                  <a:pt x="6588" y="16264"/>
                </a:lnTo>
                <a:lnTo>
                  <a:pt x="6676" y="16509"/>
                </a:lnTo>
                <a:lnTo>
                  <a:pt x="6815" y="16741"/>
                </a:lnTo>
                <a:lnTo>
                  <a:pt x="6903" y="16973"/>
                </a:lnTo>
                <a:lnTo>
                  <a:pt x="7003" y="17257"/>
                </a:lnTo>
                <a:lnTo>
                  <a:pt x="7091" y="17489"/>
                </a:lnTo>
                <a:lnTo>
                  <a:pt x="7179" y="17721"/>
                </a:lnTo>
                <a:lnTo>
                  <a:pt x="7318" y="17966"/>
                </a:lnTo>
                <a:lnTo>
                  <a:pt x="7406" y="18237"/>
                </a:lnTo>
                <a:lnTo>
                  <a:pt x="7506" y="18482"/>
                </a:lnTo>
                <a:lnTo>
                  <a:pt x="7594" y="18715"/>
                </a:lnTo>
                <a:lnTo>
                  <a:pt x="7682" y="18947"/>
                </a:lnTo>
                <a:lnTo>
                  <a:pt x="7821" y="19230"/>
                </a:lnTo>
                <a:lnTo>
                  <a:pt x="7909" y="19463"/>
                </a:lnTo>
                <a:lnTo>
                  <a:pt x="8009" y="19695"/>
                </a:lnTo>
                <a:lnTo>
                  <a:pt x="8097" y="19940"/>
                </a:lnTo>
                <a:lnTo>
                  <a:pt x="8185" y="20211"/>
                </a:lnTo>
                <a:lnTo>
                  <a:pt x="8324" y="20456"/>
                </a:lnTo>
                <a:lnTo>
                  <a:pt x="8412" y="20688"/>
                </a:lnTo>
                <a:lnTo>
                  <a:pt x="8512" y="20920"/>
                </a:lnTo>
                <a:lnTo>
                  <a:pt x="8600" y="21204"/>
                </a:lnTo>
                <a:lnTo>
                  <a:pt x="8688" y="21436"/>
                </a:lnTo>
                <a:lnTo>
                  <a:pt x="8827" y="21668"/>
                </a:lnTo>
                <a:lnTo>
                  <a:pt x="8915" y="21913"/>
                </a:lnTo>
                <a:lnTo>
                  <a:pt x="9015" y="22197"/>
                </a:lnTo>
                <a:lnTo>
                  <a:pt x="9103" y="22429"/>
                </a:lnTo>
                <a:lnTo>
                  <a:pt x="9191" y="22661"/>
                </a:lnTo>
                <a:lnTo>
                  <a:pt x="9330" y="22894"/>
                </a:lnTo>
                <a:lnTo>
                  <a:pt x="9418" y="23177"/>
                </a:lnTo>
                <a:lnTo>
                  <a:pt x="9518" y="23409"/>
                </a:lnTo>
                <a:lnTo>
                  <a:pt x="9606" y="23642"/>
                </a:lnTo>
                <a:lnTo>
                  <a:pt x="9694" y="23887"/>
                </a:lnTo>
                <a:lnTo>
                  <a:pt x="9833" y="24170"/>
                </a:lnTo>
                <a:lnTo>
                  <a:pt x="9921" y="24403"/>
                </a:lnTo>
                <a:lnTo>
                  <a:pt x="10021" y="24635"/>
                </a:lnTo>
                <a:lnTo>
                  <a:pt x="10109" y="24867"/>
                </a:lnTo>
                <a:lnTo>
                  <a:pt x="10197" y="25151"/>
                </a:lnTo>
                <a:lnTo>
                  <a:pt x="10336" y="25383"/>
                </a:lnTo>
                <a:lnTo>
                  <a:pt x="10436" y="25628"/>
                </a:lnTo>
                <a:lnTo>
                  <a:pt x="10524" y="25860"/>
                </a:lnTo>
                <a:lnTo>
                  <a:pt x="10612" y="26144"/>
                </a:lnTo>
                <a:lnTo>
                  <a:pt x="10700" y="26376"/>
                </a:lnTo>
                <a:lnTo>
                  <a:pt x="10838" y="26608"/>
                </a:lnTo>
                <a:lnTo>
                  <a:pt x="10939" y="26840"/>
                </a:lnTo>
                <a:lnTo>
                  <a:pt x="11027" y="27124"/>
                </a:lnTo>
                <a:lnTo>
                  <a:pt x="11115" y="27356"/>
                </a:lnTo>
                <a:lnTo>
                  <a:pt x="11203" y="27601"/>
                </a:lnTo>
                <a:lnTo>
                  <a:pt x="11341" y="27833"/>
                </a:lnTo>
                <a:lnTo>
                  <a:pt x="11442" y="28117"/>
                </a:lnTo>
                <a:lnTo>
                  <a:pt x="11530" y="28349"/>
                </a:lnTo>
                <a:lnTo>
                  <a:pt x="11618" y="28582"/>
                </a:lnTo>
                <a:lnTo>
                  <a:pt x="11706" y="28814"/>
                </a:lnTo>
                <a:lnTo>
                  <a:pt x="11844" y="29097"/>
                </a:lnTo>
                <a:lnTo>
                  <a:pt x="11945" y="29330"/>
                </a:lnTo>
                <a:lnTo>
                  <a:pt x="12033" y="29575"/>
                </a:lnTo>
                <a:lnTo>
                  <a:pt x="12121" y="29807"/>
                </a:lnTo>
                <a:lnTo>
                  <a:pt x="12209" y="30091"/>
                </a:lnTo>
                <a:lnTo>
                  <a:pt x="12347" y="30323"/>
                </a:lnTo>
                <a:lnTo>
                  <a:pt x="12448" y="30555"/>
                </a:lnTo>
                <a:lnTo>
                  <a:pt x="12536" y="30787"/>
                </a:lnTo>
                <a:lnTo>
                  <a:pt x="12624" y="31071"/>
                </a:lnTo>
                <a:lnTo>
                  <a:pt x="12712" y="31316"/>
                </a:lnTo>
                <a:lnTo>
                  <a:pt x="12850" y="31548"/>
                </a:lnTo>
                <a:lnTo>
                  <a:pt x="12951" y="31780"/>
                </a:lnTo>
                <a:lnTo>
                  <a:pt x="13039" y="32064"/>
                </a:lnTo>
                <a:lnTo>
                  <a:pt x="13127" y="32296"/>
                </a:lnTo>
                <a:lnTo>
                  <a:pt x="13228" y="32528"/>
                </a:lnTo>
                <a:lnTo>
                  <a:pt x="13353" y="32773"/>
                </a:lnTo>
                <a:lnTo>
                  <a:pt x="13454" y="33044"/>
                </a:lnTo>
                <a:lnTo>
                  <a:pt x="13542" y="33289"/>
                </a:lnTo>
                <a:lnTo>
                  <a:pt x="13630" y="33521"/>
                </a:lnTo>
                <a:lnTo>
                  <a:pt x="13731" y="33754"/>
                </a:lnTo>
                <a:lnTo>
                  <a:pt x="13856" y="34037"/>
                </a:lnTo>
                <a:lnTo>
                  <a:pt x="13957" y="34270"/>
                </a:lnTo>
                <a:lnTo>
                  <a:pt x="14045" y="34502"/>
                </a:lnTo>
                <a:lnTo>
                  <a:pt x="14133" y="34747"/>
                </a:lnTo>
                <a:lnTo>
                  <a:pt x="14234" y="34979"/>
                </a:lnTo>
                <a:lnTo>
                  <a:pt x="14372" y="35263"/>
                </a:lnTo>
                <a:lnTo>
                  <a:pt x="14460" y="35495"/>
                </a:lnTo>
                <a:lnTo>
                  <a:pt x="14548" y="35727"/>
                </a:lnTo>
                <a:lnTo>
                  <a:pt x="14636" y="35959"/>
                </a:lnTo>
                <a:lnTo>
                  <a:pt x="14736" y="36243"/>
                </a:lnTo>
                <a:lnTo>
                  <a:pt x="14875" y="36475"/>
                </a:lnTo>
                <a:lnTo>
                  <a:pt x="14963" y="36720"/>
                </a:lnTo>
                <a:lnTo>
                  <a:pt x="15051" y="36952"/>
                </a:lnTo>
                <a:lnTo>
                  <a:pt x="15139" y="37236"/>
                </a:lnTo>
                <a:lnTo>
                  <a:pt x="15239" y="37468"/>
                </a:lnTo>
                <a:lnTo>
                  <a:pt x="15378" y="37700"/>
                </a:lnTo>
                <a:lnTo>
                  <a:pt x="15466" y="37933"/>
                </a:lnTo>
                <a:lnTo>
                  <a:pt x="15554" y="38216"/>
                </a:lnTo>
                <a:lnTo>
                  <a:pt x="15642" y="38449"/>
                </a:lnTo>
                <a:lnTo>
                  <a:pt x="15742" y="38694"/>
                </a:lnTo>
                <a:lnTo>
                  <a:pt x="15881" y="38926"/>
                </a:lnTo>
                <a:lnTo>
                  <a:pt x="15969" y="39158"/>
                </a:lnTo>
                <a:lnTo>
                  <a:pt x="16057" y="39442"/>
                </a:lnTo>
                <a:lnTo>
                  <a:pt x="16145" y="39674"/>
                </a:lnTo>
                <a:lnTo>
                  <a:pt x="16245" y="39906"/>
                </a:lnTo>
                <a:lnTo>
                  <a:pt x="16384" y="40151"/>
                </a:lnTo>
                <a:lnTo>
                  <a:pt x="16472" y="40435"/>
                </a:lnTo>
                <a:lnTo>
                  <a:pt x="16560" y="40667"/>
                </a:lnTo>
                <a:lnTo>
                  <a:pt x="16660" y="40899"/>
                </a:lnTo>
                <a:lnTo>
                  <a:pt x="16748" y="41131"/>
                </a:lnTo>
                <a:lnTo>
                  <a:pt x="16887" y="41415"/>
                </a:lnTo>
                <a:lnTo>
                  <a:pt x="16975" y="41647"/>
                </a:lnTo>
                <a:lnTo>
                  <a:pt x="17063" y="41892"/>
                </a:lnTo>
                <a:lnTo>
                  <a:pt x="17163" y="42124"/>
                </a:lnTo>
                <a:lnTo>
                  <a:pt x="17251" y="42408"/>
                </a:lnTo>
                <a:lnTo>
                  <a:pt x="17390" y="42640"/>
                </a:lnTo>
                <a:lnTo>
                  <a:pt x="17478" y="42873"/>
                </a:lnTo>
                <a:lnTo>
                  <a:pt x="17566" y="43105"/>
                </a:lnTo>
                <a:lnTo>
                  <a:pt x="17666" y="43350"/>
                </a:lnTo>
                <a:lnTo>
                  <a:pt x="17754" y="43621"/>
                </a:lnTo>
                <a:lnTo>
                  <a:pt x="17893" y="43866"/>
                </a:lnTo>
                <a:lnTo>
                  <a:pt x="17981" y="44098"/>
                </a:lnTo>
                <a:lnTo>
                  <a:pt x="18069" y="44330"/>
                </a:lnTo>
                <a:lnTo>
                  <a:pt x="18169" y="44614"/>
                </a:lnTo>
                <a:lnTo>
                  <a:pt x="18257" y="44846"/>
                </a:lnTo>
                <a:lnTo>
                  <a:pt x="18396" y="45078"/>
                </a:lnTo>
                <a:lnTo>
                  <a:pt x="18484" y="45323"/>
                </a:lnTo>
                <a:lnTo>
                  <a:pt x="18572" y="45555"/>
                </a:lnTo>
                <a:lnTo>
                  <a:pt x="18672" y="45839"/>
                </a:lnTo>
                <a:lnTo>
                  <a:pt x="18760" y="46071"/>
                </a:lnTo>
                <a:lnTo>
                  <a:pt x="18899" y="46303"/>
                </a:lnTo>
                <a:lnTo>
                  <a:pt x="18987" y="46536"/>
                </a:lnTo>
                <a:lnTo>
                  <a:pt x="19075" y="46819"/>
                </a:lnTo>
                <a:lnTo>
                  <a:pt x="19175" y="47052"/>
                </a:lnTo>
                <a:lnTo>
                  <a:pt x="19263" y="47297"/>
                </a:lnTo>
                <a:lnTo>
                  <a:pt x="19402" y="47529"/>
                </a:lnTo>
                <a:lnTo>
                  <a:pt x="19490" y="47813"/>
                </a:lnTo>
                <a:lnTo>
                  <a:pt x="19578" y="48045"/>
                </a:lnTo>
                <a:lnTo>
                  <a:pt x="19678" y="48277"/>
                </a:lnTo>
                <a:lnTo>
                  <a:pt x="19766" y="48509"/>
                </a:lnTo>
                <a:lnTo>
                  <a:pt x="19904" y="48754"/>
                </a:lnTo>
                <a:lnTo>
                  <a:pt x="19993" y="4902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875235" y="5430975"/>
            <a:ext cx="20043" cy="48380"/>
          </a:xfrm>
          <a:custGeom>
            <a:avLst/>
            <a:gdLst/>
            <a:ahLst/>
            <a:cxnLst/>
            <a:rect l="l" t="t" r="r" b="b"/>
            <a:pathLst>
              <a:path w="20043" h="48380">
                <a:moveTo>
                  <a:pt x="0" y="0"/>
                </a:moveTo>
                <a:lnTo>
                  <a:pt x="88" y="245"/>
                </a:lnTo>
                <a:lnTo>
                  <a:pt x="188" y="477"/>
                </a:lnTo>
                <a:lnTo>
                  <a:pt x="276" y="709"/>
                </a:lnTo>
                <a:lnTo>
                  <a:pt x="414" y="993"/>
                </a:lnTo>
                <a:lnTo>
                  <a:pt x="502" y="1225"/>
                </a:lnTo>
                <a:lnTo>
                  <a:pt x="603" y="1457"/>
                </a:lnTo>
                <a:lnTo>
                  <a:pt x="691" y="1702"/>
                </a:lnTo>
                <a:lnTo>
                  <a:pt x="779" y="1934"/>
                </a:lnTo>
                <a:lnTo>
                  <a:pt x="917" y="2218"/>
                </a:lnTo>
                <a:lnTo>
                  <a:pt x="1005" y="2450"/>
                </a:lnTo>
                <a:lnTo>
                  <a:pt x="1106" y="2682"/>
                </a:lnTo>
                <a:lnTo>
                  <a:pt x="1194" y="2914"/>
                </a:lnTo>
                <a:lnTo>
                  <a:pt x="1282" y="3160"/>
                </a:lnTo>
                <a:lnTo>
                  <a:pt x="1420" y="3443"/>
                </a:lnTo>
                <a:lnTo>
                  <a:pt x="1508" y="3675"/>
                </a:lnTo>
                <a:lnTo>
                  <a:pt x="1609" y="3908"/>
                </a:lnTo>
                <a:lnTo>
                  <a:pt x="1697" y="4140"/>
                </a:lnTo>
                <a:lnTo>
                  <a:pt x="1785" y="4424"/>
                </a:lnTo>
                <a:lnTo>
                  <a:pt x="1923" y="4656"/>
                </a:lnTo>
                <a:lnTo>
                  <a:pt x="2011" y="4901"/>
                </a:lnTo>
                <a:lnTo>
                  <a:pt x="2112" y="5133"/>
                </a:lnTo>
                <a:lnTo>
                  <a:pt x="2200" y="5365"/>
                </a:lnTo>
                <a:lnTo>
                  <a:pt x="2288" y="5649"/>
                </a:lnTo>
                <a:lnTo>
                  <a:pt x="2426" y="5881"/>
                </a:lnTo>
                <a:lnTo>
                  <a:pt x="2514" y="6113"/>
                </a:lnTo>
                <a:lnTo>
                  <a:pt x="2615" y="6345"/>
                </a:lnTo>
                <a:lnTo>
                  <a:pt x="2703" y="6590"/>
                </a:lnTo>
                <a:lnTo>
                  <a:pt x="2791" y="6874"/>
                </a:lnTo>
                <a:lnTo>
                  <a:pt x="2929" y="7106"/>
                </a:lnTo>
                <a:lnTo>
                  <a:pt x="3017" y="7338"/>
                </a:lnTo>
                <a:lnTo>
                  <a:pt x="3118" y="7571"/>
                </a:lnTo>
                <a:lnTo>
                  <a:pt x="3206" y="7854"/>
                </a:lnTo>
                <a:lnTo>
                  <a:pt x="3294" y="8087"/>
                </a:lnTo>
                <a:lnTo>
                  <a:pt x="3432" y="8332"/>
                </a:lnTo>
                <a:lnTo>
                  <a:pt x="3520" y="8564"/>
                </a:lnTo>
                <a:lnTo>
                  <a:pt x="3621" y="8796"/>
                </a:lnTo>
                <a:lnTo>
                  <a:pt x="3709" y="9080"/>
                </a:lnTo>
                <a:lnTo>
                  <a:pt x="3797" y="9312"/>
                </a:lnTo>
                <a:lnTo>
                  <a:pt x="3935" y="9544"/>
                </a:lnTo>
                <a:lnTo>
                  <a:pt x="4023" y="9789"/>
                </a:lnTo>
                <a:lnTo>
                  <a:pt x="4124" y="10021"/>
                </a:lnTo>
                <a:lnTo>
                  <a:pt x="4212" y="10305"/>
                </a:lnTo>
                <a:lnTo>
                  <a:pt x="4300" y="10537"/>
                </a:lnTo>
                <a:lnTo>
                  <a:pt x="4438" y="10769"/>
                </a:lnTo>
                <a:lnTo>
                  <a:pt x="4539" y="11002"/>
                </a:lnTo>
                <a:lnTo>
                  <a:pt x="4627" y="11247"/>
                </a:lnTo>
                <a:lnTo>
                  <a:pt x="4715" y="11517"/>
                </a:lnTo>
                <a:lnTo>
                  <a:pt x="4803" y="11763"/>
                </a:lnTo>
                <a:lnTo>
                  <a:pt x="4941" y="11995"/>
                </a:lnTo>
                <a:lnTo>
                  <a:pt x="5042" y="12227"/>
                </a:lnTo>
                <a:lnTo>
                  <a:pt x="5130" y="12459"/>
                </a:lnTo>
                <a:lnTo>
                  <a:pt x="5218" y="12743"/>
                </a:lnTo>
                <a:lnTo>
                  <a:pt x="5306" y="12975"/>
                </a:lnTo>
                <a:lnTo>
                  <a:pt x="5444" y="13220"/>
                </a:lnTo>
                <a:lnTo>
                  <a:pt x="5545" y="13452"/>
                </a:lnTo>
                <a:lnTo>
                  <a:pt x="5633" y="13684"/>
                </a:lnTo>
                <a:lnTo>
                  <a:pt x="5721" y="13968"/>
                </a:lnTo>
                <a:lnTo>
                  <a:pt x="5809" y="14200"/>
                </a:lnTo>
                <a:lnTo>
                  <a:pt x="5947" y="14432"/>
                </a:lnTo>
                <a:lnTo>
                  <a:pt x="6048" y="14677"/>
                </a:lnTo>
                <a:lnTo>
                  <a:pt x="6136" y="14910"/>
                </a:lnTo>
                <a:lnTo>
                  <a:pt x="6224" y="15193"/>
                </a:lnTo>
                <a:lnTo>
                  <a:pt x="6312" y="15426"/>
                </a:lnTo>
                <a:lnTo>
                  <a:pt x="6450" y="15658"/>
                </a:lnTo>
                <a:lnTo>
                  <a:pt x="6551" y="15890"/>
                </a:lnTo>
                <a:lnTo>
                  <a:pt x="6639" y="16135"/>
                </a:lnTo>
                <a:lnTo>
                  <a:pt x="6727" y="16406"/>
                </a:lnTo>
                <a:lnTo>
                  <a:pt x="6827" y="16651"/>
                </a:lnTo>
                <a:lnTo>
                  <a:pt x="6953" y="16883"/>
                </a:lnTo>
                <a:lnTo>
                  <a:pt x="7054" y="17115"/>
                </a:lnTo>
                <a:lnTo>
                  <a:pt x="7142" y="17347"/>
                </a:lnTo>
                <a:lnTo>
                  <a:pt x="7230" y="17631"/>
                </a:lnTo>
                <a:lnTo>
                  <a:pt x="7330" y="17863"/>
                </a:lnTo>
                <a:lnTo>
                  <a:pt x="7456" y="18108"/>
                </a:lnTo>
                <a:lnTo>
                  <a:pt x="7557" y="18341"/>
                </a:lnTo>
                <a:lnTo>
                  <a:pt x="7645" y="18573"/>
                </a:lnTo>
                <a:lnTo>
                  <a:pt x="7733" y="18856"/>
                </a:lnTo>
                <a:lnTo>
                  <a:pt x="7833" y="19089"/>
                </a:lnTo>
                <a:lnTo>
                  <a:pt x="7972" y="19321"/>
                </a:lnTo>
                <a:lnTo>
                  <a:pt x="8060" y="19566"/>
                </a:lnTo>
                <a:lnTo>
                  <a:pt x="8148" y="19798"/>
                </a:lnTo>
                <a:lnTo>
                  <a:pt x="8236" y="20030"/>
                </a:lnTo>
                <a:lnTo>
                  <a:pt x="8336" y="20314"/>
                </a:lnTo>
                <a:lnTo>
                  <a:pt x="8475" y="20546"/>
                </a:lnTo>
                <a:lnTo>
                  <a:pt x="8563" y="20778"/>
                </a:lnTo>
                <a:lnTo>
                  <a:pt x="8651" y="21023"/>
                </a:lnTo>
                <a:lnTo>
                  <a:pt x="8739" y="21255"/>
                </a:lnTo>
                <a:lnTo>
                  <a:pt x="8839" y="21539"/>
                </a:lnTo>
                <a:lnTo>
                  <a:pt x="8977" y="21771"/>
                </a:lnTo>
                <a:lnTo>
                  <a:pt x="9066" y="22004"/>
                </a:lnTo>
                <a:lnTo>
                  <a:pt x="9154" y="22236"/>
                </a:lnTo>
                <a:lnTo>
                  <a:pt x="9242" y="22481"/>
                </a:lnTo>
                <a:lnTo>
                  <a:pt x="9342" y="22713"/>
                </a:lnTo>
                <a:lnTo>
                  <a:pt x="9480" y="22997"/>
                </a:lnTo>
                <a:lnTo>
                  <a:pt x="9568" y="23229"/>
                </a:lnTo>
                <a:lnTo>
                  <a:pt x="9657" y="23461"/>
                </a:lnTo>
                <a:lnTo>
                  <a:pt x="9745" y="23693"/>
                </a:lnTo>
                <a:lnTo>
                  <a:pt x="9845" y="23938"/>
                </a:lnTo>
                <a:lnTo>
                  <a:pt x="9983" y="24209"/>
                </a:lnTo>
                <a:lnTo>
                  <a:pt x="10071" y="24454"/>
                </a:lnTo>
                <a:lnTo>
                  <a:pt x="10159" y="24686"/>
                </a:lnTo>
                <a:lnTo>
                  <a:pt x="10247" y="24918"/>
                </a:lnTo>
                <a:lnTo>
                  <a:pt x="10348" y="25151"/>
                </a:lnTo>
                <a:lnTo>
                  <a:pt x="10486" y="25383"/>
                </a:lnTo>
                <a:lnTo>
                  <a:pt x="10574" y="25667"/>
                </a:lnTo>
                <a:lnTo>
                  <a:pt x="10662" y="25912"/>
                </a:lnTo>
                <a:lnTo>
                  <a:pt x="10763" y="26144"/>
                </a:lnTo>
                <a:lnTo>
                  <a:pt x="10851" y="26376"/>
                </a:lnTo>
                <a:lnTo>
                  <a:pt x="10989" y="26608"/>
                </a:lnTo>
                <a:lnTo>
                  <a:pt x="11077" y="26840"/>
                </a:lnTo>
                <a:lnTo>
                  <a:pt x="11165" y="27124"/>
                </a:lnTo>
                <a:lnTo>
                  <a:pt x="11266" y="27369"/>
                </a:lnTo>
                <a:lnTo>
                  <a:pt x="11354" y="27601"/>
                </a:lnTo>
                <a:lnTo>
                  <a:pt x="11492" y="27833"/>
                </a:lnTo>
                <a:lnTo>
                  <a:pt x="11580" y="28066"/>
                </a:lnTo>
                <a:lnTo>
                  <a:pt x="11668" y="28298"/>
                </a:lnTo>
                <a:lnTo>
                  <a:pt x="11769" y="28582"/>
                </a:lnTo>
                <a:lnTo>
                  <a:pt x="11857" y="28827"/>
                </a:lnTo>
                <a:lnTo>
                  <a:pt x="11995" y="29059"/>
                </a:lnTo>
                <a:lnTo>
                  <a:pt x="12083" y="29291"/>
                </a:lnTo>
                <a:lnTo>
                  <a:pt x="12171" y="29523"/>
                </a:lnTo>
                <a:lnTo>
                  <a:pt x="12272" y="29755"/>
                </a:lnTo>
                <a:lnTo>
                  <a:pt x="12360" y="30039"/>
                </a:lnTo>
                <a:lnTo>
                  <a:pt x="12498" y="30284"/>
                </a:lnTo>
                <a:lnTo>
                  <a:pt x="12586" y="30516"/>
                </a:lnTo>
                <a:lnTo>
                  <a:pt x="12674" y="30748"/>
                </a:lnTo>
                <a:lnTo>
                  <a:pt x="12775" y="30981"/>
                </a:lnTo>
                <a:lnTo>
                  <a:pt x="12863" y="31213"/>
                </a:lnTo>
                <a:lnTo>
                  <a:pt x="13001" y="31496"/>
                </a:lnTo>
                <a:lnTo>
                  <a:pt x="13089" y="31729"/>
                </a:lnTo>
                <a:lnTo>
                  <a:pt x="13177" y="31974"/>
                </a:lnTo>
                <a:lnTo>
                  <a:pt x="13278" y="32206"/>
                </a:lnTo>
                <a:lnTo>
                  <a:pt x="13366" y="32438"/>
                </a:lnTo>
                <a:lnTo>
                  <a:pt x="13504" y="32670"/>
                </a:lnTo>
                <a:lnTo>
                  <a:pt x="13592" y="32954"/>
                </a:lnTo>
                <a:lnTo>
                  <a:pt x="13680" y="33186"/>
                </a:lnTo>
                <a:lnTo>
                  <a:pt x="13781" y="33431"/>
                </a:lnTo>
                <a:lnTo>
                  <a:pt x="13869" y="33663"/>
                </a:lnTo>
                <a:lnTo>
                  <a:pt x="14007" y="33896"/>
                </a:lnTo>
                <a:lnTo>
                  <a:pt x="14095" y="34128"/>
                </a:lnTo>
                <a:lnTo>
                  <a:pt x="14196" y="34373"/>
                </a:lnTo>
                <a:lnTo>
                  <a:pt x="14284" y="34644"/>
                </a:lnTo>
                <a:lnTo>
                  <a:pt x="14372" y="34889"/>
                </a:lnTo>
                <a:lnTo>
                  <a:pt x="14510" y="35121"/>
                </a:lnTo>
                <a:lnTo>
                  <a:pt x="14598" y="35353"/>
                </a:lnTo>
                <a:lnTo>
                  <a:pt x="14699" y="35585"/>
                </a:lnTo>
                <a:lnTo>
                  <a:pt x="14787" y="35830"/>
                </a:lnTo>
                <a:lnTo>
                  <a:pt x="14875" y="36062"/>
                </a:lnTo>
                <a:lnTo>
                  <a:pt x="15013" y="36346"/>
                </a:lnTo>
                <a:lnTo>
                  <a:pt x="15101" y="36578"/>
                </a:lnTo>
                <a:lnTo>
                  <a:pt x="15202" y="36810"/>
                </a:lnTo>
                <a:lnTo>
                  <a:pt x="15290" y="37043"/>
                </a:lnTo>
                <a:lnTo>
                  <a:pt x="15378" y="37288"/>
                </a:lnTo>
                <a:lnTo>
                  <a:pt x="15516" y="37520"/>
                </a:lnTo>
                <a:lnTo>
                  <a:pt x="15604" y="37752"/>
                </a:lnTo>
                <a:lnTo>
                  <a:pt x="15705" y="38036"/>
                </a:lnTo>
                <a:lnTo>
                  <a:pt x="15793" y="38268"/>
                </a:lnTo>
                <a:lnTo>
                  <a:pt x="15881" y="38500"/>
                </a:lnTo>
                <a:lnTo>
                  <a:pt x="16019" y="38745"/>
                </a:lnTo>
                <a:lnTo>
                  <a:pt x="16107" y="38977"/>
                </a:lnTo>
                <a:lnTo>
                  <a:pt x="16208" y="39210"/>
                </a:lnTo>
                <a:lnTo>
                  <a:pt x="16296" y="39442"/>
                </a:lnTo>
                <a:lnTo>
                  <a:pt x="16384" y="39725"/>
                </a:lnTo>
                <a:lnTo>
                  <a:pt x="16522" y="39958"/>
                </a:lnTo>
                <a:lnTo>
                  <a:pt x="16610" y="40190"/>
                </a:lnTo>
                <a:lnTo>
                  <a:pt x="16711" y="40435"/>
                </a:lnTo>
                <a:lnTo>
                  <a:pt x="16799" y="40667"/>
                </a:lnTo>
                <a:lnTo>
                  <a:pt x="16887" y="40899"/>
                </a:lnTo>
                <a:lnTo>
                  <a:pt x="17025" y="41131"/>
                </a:lnTo>
                <a:lnTo>
                  <a:pt x="17113" y="41415"/>
                </a:lnTo>
                <a:lnTo>
                  <a:pt x="17214" y="41647"/>
                </a:lnTo>
                <a:lnTo>
                  <a:pt x="17302" y="41892"/>
                </a:lnTo>
                <a:lnTo>
                  <a:pt x="17390" y="42124"/>
                </a:lnTo>
                <a:lnTo>
                  <a:pt x="17528" y="42357"/>
                </a:lnTo>
                <a:lnTo>
                  <a:pt x="17616" y="42589"/>
                </a:lnTo>
                <a:lnTo>
                  <a:pt x="17717" y="42834"/>
                </a:lnTo>
                <a:lnTo>
                  <a:pt x="17805" y="43066"/>
                </a:lnTo>
                <a:lnTo>
                  <a:pt x="17893" y="43350"/>
                </a:lnTo>
                <a:lnTo>
                  <a:pt x="18031" y="43582"/>
                </a:lnTo>
                <a:lnTo>
                  <a:pt x="18132" y="43814"/>
                </a:lnTo>
                <a:lnTo>
                  <a:pt x="18220" y="44046"/>
                </a:lnTo>
                <a:lnTo>
                  <a:pt x="18308" y="44291"/>
                </a:lnTo>
                <a:lnTo>
                  <a:pt x="18396" y="44524"/>
                </a:lnTo>
                <a:lnTo>
                  <a:pt x="18534" y="44756"/>
                </a:lnTo>
                <a:lnTo>
                  <a:pt x="18634" y="44988"/>
                </a:lnTo>
                <a:lnTo>
                  <a:pt x="18723" y="45272"/>
                </a:lnTo>
                <a:lnTo>
                  <a:pt x="18811" y="45504"/>
                </a:lnTo>
                <a:lnTo>
                  <a:pt x="18899" y="45749"/>
                </a:lnTo>
                <a:lnTo>
                  <a:pt x="19037" y="45981"/>
                </a:lnTo>
                <a:lnTo>
                  <a:pt x="19137" y="46213"/>
                </a:lnTo>
                <a:lnTo>
                  <a:pt x="19225" y="46445"/>
                </a:lnTo>
                <a:lnTo>
                  <a:pt x="19314" y="46677"/>
                </a:lnTo>
                <a:lnTo>
                  <a:pt x="19402" y="46923"/>
                </a:lnTo>
                <a:lnTo>
                  <a:pt x="19540" y="47155"/>
                </a:lnTo>
                <a:lnTo>
                  <a:pt x="19640" y="47438"/>
                </a:lnTo>
                <a:lnTo>
                  <a:pt x="19728" y="47671"/>
                </a:lnTo>
                <a:lnTo>
                  <a:pt x="19816" y="47903"/>
                </a:lnTo>
                <a:lnTo>
                  <a:pt x="19904" y="48135"/>
                </a:lnTo>
                <a:lnTo>
                  <a:pt x="20043" y="4838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895278" y="5479356"/>
            <a:ext cx="20005" cy="46948"/>
          </a:xfrm>
          <a:custGeom>
            <a:avLst/>
            <a:gdLst/>
            <a:ahLst/>
            <a:cxnLst/>
            <a:rect l="l" t="t" r="r" b="b"/>
            <a:pathLst>
              <a:path w="20005" h="46948">
                <a:moveTo>
                  <a:pt x="0" y="0"/>
                </a:moveTo>
                <a:lnTo>
                  <a:pt x="100" y="232"/>
                </a:lnTo>
                <a:lnTo>
                  <a:pt x="188" y="464"/>
                </a:lnTo>
                <a:lnTo>
                  <a:pt x="276" y="696"/>
                </a:lnTo>
                <a:lnTo>
                  <a:pt x="377" y="941"/>
                </a:lnTo>
                <a:lnTo>
                  <a:pt x="502" y="1212"/>
                </a:lnTo>
                <a:lnTo>
                  <a:pt x="603" y="1457"/>
                </a:lnTo>
                <a:lnTo>
                  <a:pt x="691" y="1689"/>
                </a:lnTo>
                <a:lnTo>
                  <a:pt x="779" y="1921"/>
                </a:lnTo>
                <a:lnTo>
                  <a:pt x="880" y="2153"/>
                </a:lnTo>
                <a:lnTo>
                  <a:pt x="1005" y="2386"/>
                </a:lnTo>
                <a:lnTo>
                  <a:pt x="1106" y="2631"/>
                </a:lnTo>
                <a:lnTo>
                  <a:pt x="1194" y="2863"/>
                </a:lnTo>
                <a:lnTo>
                  <a:pt x="1282" y="3095"/>
                </a:lnTo>
                <a:lnTo>
                  <a:pt x="1383" y="3327"/>
                </a:lnTo>
                <a:lnTo>
                  <a:pt x="1508" y="3611"/>
                </a:lnTo>
                <a:lnTo>
                  <a:pt x="1609" y="3843"/>
                </a:lnTo>
                <a:lnTo>
                  <a:pt x="1697" y="4088"/>
                </a:lnTo>
                <a:lnTo>
                  <a:pt x="1785" y="4320"/>
                </a:lnTo>
                <a:lnTo>
                  <a:pt x="1886" y="4553"/>
                </a:lnTo>
                <a:lnTo>
                  <a:pt x="2024" y="4785"/>
                </a:lnTo>
                <a:lnTo>
                  <a:pt x="2112" y="5030"/>
                </a:lnTo>
                <a:lnTo>
                  <a:pt x="2200" y="5262"/>
                </a:lnTo>
                <a:lnTo>
                  <a:pt x="2288" y="5494"/>
                </a:lnTo>
                <a:lnTo>
                  <a:pt x="2389" y="5726"/>
                </a:lnTo>
                <a:lnTo>
                  <a:pt x="2527" y="6010"/>
                </a:lnTo>
                <a:lnTo>
                  <a:pt x="2615" y="6242"/>
                </a:lnTo>
                <a:lnTo>
                  <a:pt x="2703" y="6487"/>
                </a:lnTo>
                <a:lnTo>
                  <a:pt x="2791" y="6719"/>
                </a:lnTo>
                <a:lnTo>
                  <a:pt x="2892" y="6952"/>
                </a:lnTo>
                <a:lnTo>
                  <a:pt x="3030" y="7184"/>
                </a:lnTo>
                <a:lnTo>
                  <a:pt x="3118" y="7416"/>
                </a:lnTo>
                <a:lnTo>
                  <a:pt x="3206" y="7661"/>
                </a:lnTo>
                <a:lnTo>
                  <a:pt x="3294" y="7893"/>
                </a:lnTo>
                <a:lnTo>
                  <a:pt x="3395" y="8125"/>
                </a:lnTo>
                <a:lnTo>
                  <a:pt x="3533" y="8357"/>
                </a:lnTo>
                <a:lnTo>
                  <a:pt x="3621" y="8602"/>
                </a:lnTo>
                <a:lnTo>
                  <a:pt x="3709" y="8873"/>
                </a:lnTo>
                <a:lnTo>
                  <a:pt x="3797" y="9118"/>
                </a:lnTo>
                <a:lnTo>
                  <a:pt x="3898" y="9351"/>
                </a:lnTo>
                <a:lnTo>
                  <a:pt x="4036" y="9583"/>
                </a:lnTo>
                <a:lnTo>
                  <a:pt x="4124" y="9815"/>
                </a:lnTo>
                <a:lnTo>
                  <a:pt x="4212" y="10060"/>
                </a:lnTo>
                <a:lnTo>
                  <a:pt x="4312" y="10292"/>
                </a:lnTo>
                <a:lnTo>
                  <a:pt x="4400" y="10524"/>
                </a:lnTo>
                <a:lnTo>
                  <a:pt x="4539" y="10756"/>
                </a:lnTo>
                <a:lnTo>
                  <a:pt x="4627" y="10989"/>
                </a:lnTo>
                <a:lnTo>
                  <a:pt x="4715" y="11234"/>
                </a:lnTo>
                <a:lnTo>
                  <a:pt x="4815" y="11466"/>
                </a:lnTo>
                <a:lnTo>
                  <a:pt x="4903" y="11698"/>
                </a:lnTo>
                <a:lnTo>
                  <a:pt x="5042" y="11982"/>
                </a:lnTo>
                <a:lnTo>
                  <a:pt x="5130" y="12214"/>
                </a:lnTo>
                <a:lnTo>
                  <a:pt x="5218" y="12446"/>
                </a:lnTo>
                <a:lnTo>
                  <a:pt x="5318" y="12691"/>
                </a:lnTo>
                <a:lnTo>
                  <a:pt x="5406" y="12923"/>
                </a:lnTo>
                <a:lnTo>
                  <a:pt x="5545" y="13155"/>
                </a:lnTo>
                <a:lnTo>
                  <a:pt x="5633" y="13388"/>
                </a:lnTo>
                <a:lnTo>
                  <a:pt x="5721" y="13633"/>
                </a:lnTo>
                <a:lnTo>
                  <a:pt x="5821" y="13865"/>
                </a:lnTo>
                <a:lnTo>
                  <a:pt x="5909" y="14097"/>
                </a:lnTo>
                <a:lnTo>
                  <a:pt x="6048" y="14329"/>
                </a:lnTo>
                <a:lnTo>
                  <a:pt x="6136" y="14561"/>
                </a:lnTo>
                <a:lnTo>
                  <a:pt x="6224" y="14806"/>
                </a:lnTo>
                <a:lnTo>
                  <a:pt x="6324" y="15039"/>
                </a:lnTo>
                <a:lnTo>
                  <a:pt x="6412" y="15271"/>
                </a:lnTo>
                <a:lnTo>
                  <a:pt x="6551" y="15503"/>
                </a:lnTo>
                <a:lnTo>
                  <a:pt x="6639" y="15787"/>
                </a:lnTo>
                <a:lnTo>
                  <a:pt x="6727" y="16019"/>
                </a:lnTo>
                <a:lnTo>
                  <a:pt x="6827" y="16264"/>
                </a:lnTo>
                <a:lnTo>
                  <a:pt x="6915" y="16496"/>
                </a:lnTo>
                <a:lnTo>
                  <a:pt x="7054" y="16728"/>
                </a:lnTo>
                <a:lnTo>
                  <a:pt x="7142" y="16960"/>
                </a:lnTo>
                <a:lnTo>
                  <a:pt x="7230" y="17193"/>
                </a:lnTo>
                <a:lnTo>
                  <a:pt x="7330" y="17438"/>
                </a:lnTo>
                <a:lnTo>
                  <a:pt x="7418" y="17670"/>
                </a:lnTo>
                <a:lnTo>
                  <a:pt x="7557" y="17902"/>
                </a:lnTo>
                <a:lnTo>
                  <a:pt x="7645" y="18134"/>
                </a:lnTo>
                <a:lnTo>
                  <a:pt x="7733" y="18379"/>
                </a:lnTo>
                <a:lnTo>
                  <a:pt x="7833" y="18611"/>
                </a:lnTo>
                <a:lnTo>
                  <a:pt x="7921" y="18844"/>
                </a:lnTo>
                <a:lnTo>
                  <a:pt x="8060" y="19076"/>
                </a:lnTo>
                <a:lnTo>
                  <a:pt x="8148" y="19308"/>
                </a:lnTo>
                <a:lnTo>
                  <a:pt x="8248" y="19553"/>
                </a:lnTo>
                <a:lnTo>
                  <a:pt x="8336" y="19785"/>
                </a:lnTo>
                <a:lnTo>
                  <a:pt x="8424" y="20017"/>
                </a:lnTo>
                <a:lnTo>
                  <a:pt x="8563" y="20249"/>
                </a:lnTo>
                <a:lnTo>
                  <a:pt x="8651" y="20494"/>
                </a:lnTo>
                <a:lnTo>
                  <a:pt x="8751" y="20727"/>
                </a:lnTo>
                <a:lnTo>
                  <a:pt x="8839" y="21010"/>
                </a:lnTo>
                <a:lnTo>
                  <a:pt x="8927" y="21243"/>
                </a:lnTo>
                <a:lnTo>
                  <a:pt x="9066" y="21475"/>
                </a:lnTo>
                <a:lnTo>
                  <a:pt x="9154" y="21707"/>
                </a:lnTo>
                <a:lnTo>
                  <a:pt x="9254" y="21952"/>
                </a:lnTo>
                <a:lnTo>
                  <a:pt x="9342" y="22184"/>
                </a:lnTo>
                <a:lnTo>
                  <a:pt x="9430" y="22416"/>
                </a:lnTo>
                <a:lnTo>
                  <a:pt x="9568" y="22648"/>
                </a:lnTo>
                <a:lnTo>
                  <a:pt x="9657" y="22881"/>
                </a:lnTo>
                <a:lnTo>
                  <a:pt x="9757" y="23126"/>
                </a:lnTo>
                <a:lnTo>
                  <a:pt x="9845" y="23358"/>
                </a:lnTo>
                <a:lnTo>
                  <a:pt x="9933" y="23590"/>
                </a:lnTo>
                <a:lnTo>
                  <a:pt x="10071" y="23822"/>
                </a:lnTo>
                <a:lnTo>
                  <a:pt x="10159" y="24067"/>
                </a:lnTo>
                <a:lnTo>
                  <a:pt x="10260" y="24299"/>
                </a:lnTo>
                <a:lnTo>
                  <a:pt x="10348" y="24532"/>
                </a:lnTo>
                <a:lnTo>
                  <a:pt x="10436" y="24764"/>
                </a:lnTo>
                <a:lnTo>
                  <a:pt x="10574" y="24996"/>
                </a:lnTo>
                <a:lnTo>
                  <a:pt x="10662" y="25241"/>
                </a:lnTo>
                <a:lnTo>
                  <a:pt x="10763" y="25473"/>
                </a:lnTo>
                <a:lnTo>
                  <a:pt x="10851" y="25705"/>
                </a:lnTo>
                <a:lnTo>
                  <a:pt x="10939" y="25937"/>
                </a:lnTo>
                <a:lnTo>
                  <a:pt x="11077" y="26183"/>
                </a:lnTo>
                <a:lnTo>
                  <a:pt x="11165" y="26415"/>
                </a:lnTo>
                <a:lnTo>
                  <a:pt x="11266" y="26647"/>
                </a:lnTo>
                <a:lnTo>
                  <a:pt x="11354" y="26879"/>
                </a:lnTo>
                <a:lnTo>
                  <a:pt x="11442" y="27111"/>
                </a:lnTo>
                <a:lnTo>
                  <a:pt x="11580" y="27356"/>
                </a:lnTo>
                <a:lnTo>
                  <a:pt x="11681" y="27588"/>
                </a:lnTo>
                <a:lnTo>
                  <a:pt x="11769" y="27821"/>
                </a:lnTo>
                <a:lnTo>
                  <a:pt x="11857" y="28053"/>
                </a:lnTo>
                <a:lnTo>
                  <a:pt x="11945" y="28298"/>
                </a:lnTo>
                <a:lnTo>
                  <a:pt x="12083" y="28530"/>
                </a:lnTo>
                <a:lnTo>
                  <a:pt x="12184" y="28762"/>
                </a:lnTo>
                <a:lnTo>
                  <a:pt x="12272" y="28994"/>
                </a:lnTo>
                <a:lnTo>
                  <a:pt x="12360" y="29226"/>
                </a:lnTo>
                <a:lnTo>
                  <a:pt x="12448" y="29472"/>
                </a:lnTo>
                <a:lnTo>
                  <a:pt x="12586" y="29704"/>
                </a:lnTo>
                <a:lnTo>
                  <a:pt x="12687" y="29936"/>
                </a:lnTo>
                <a:lnTo>
                  <a:pt x="12775" y="30168"/>
                </a:lnTo>
                <a:lnTo>
                  <a:pt x="12863" y="30413"/>
                </a:lnTo>
                <a:lnTo>
                  <a:pt x="12951" y="30645"/>
                </a:lnTo>
                <a:lnTo>
                  <a:pt x="13089" y="30877"/>
                </a:lnTo>
                <a:lnTo>
                  <a:pt x="13190" y="31110"/>
                </a:lnTo>
                <a:lnTo>
                  <a:pt x="13278" y="31342"/>
                </a:lnTo>
                <a:lnTo>
                  <a:pt x="13366" y="31587"/>
                </a:lnTo>
                <a:lnTo>
                  <a:pt x="13454" y="31819"/>
                </a:lnTo>
                <a:lnTo>
                  <a:pt x="13592" y="32051"/>
                </a:lnTo>
                <a:lnTo>
                  <a:pt x="13693" y="32283"/>
                </a:lnTo>
                <a:lnTo>
                  <a:pt x="13781" y="32528"/>
                </a:lnTo>
                <a:lnTo>
                  <a:pt x="13869" y="32760"/>
                </a:lnTo>
                <a:lnTo>
                  <a:pt x="13969" y="32993"/>
                </a:lnTo>
                <a:lnTo>
                  <a:pt x="14095" y="33225"/>
                </a:lnTo>
                <a:lnTo>
                  <a:pt x="14196" y="33457"/>
                </a:lnTo>
                <a:lnTo>
                  <a:pt x="14284" y="33702"/>
                </a:lnTo>
                <a:lnTo>
                  <a:pt x="14372" y="33934"/>
                </a:lnTo>
                <a:lnTo>
                  <a:pt x="14472" y="34166"/>
                </a:lnTo>
                <a:lnTo>
                  <a:pt x="14598" y="34399"/>
                </a:lnTo>
                <a:lnTo>
                  <a:pt x="14699" y="34644"/>
                </a:lnTo>
                <a:lnTo>
                  <a:pt x="14787" y="34876"/>
                </a:lnTo>
                <a:lnTo>
                  <a:pt x="14875" y="35108"/>
                </a:lnTo>
                <a:lnTo>
                  <a:pt x="14975" y="35340"/>
                </a:lnTo>
                <a:lnTo>
                  <a:pt x="15101" y="35572"/>
                </a:lnTo>
                <a:lnTo>
                  <a:pt x="15202" y="35817"/>
                </a:lnTo>
                <a:lnTo>
                  <a:pt x="15290" y="36049"/>
                </a:lnTo>
                <a:lnTo>
                  <a:pt x="15378" y="36282"/>
                </a:lnTo>
                <a:lnTo>
                  <a:pt x="15478" y="36514"/>
                </a:lnTo>
                <a:lnTo>
                  <a:pt x="15617" y="36759"/>
                </a:lnTo>
                <a:lnTo>
                  <a:pt x="15705" y="36991"/>
                </a:lnTo>
                <a:lnTo>
                  <a:pt x="15793" y="37223"/>
                </a:lnTo>
                <a:lnTo>
                  <a:pt x="15881" y="37455"/>
                </a:lnTo>
                <a:lnTo>
                  <a:pt x="15981" y="37649"/>
                </a:lnTo>
                <a:lnTo>
                  <a:pt x="16120" y="37881"/>
                </a:lnTo>
                <a:lnTo>
                  <a:pt x="16208" y="38113"/>
                </a:lnTo>
                <a:lnTo>
                  <a:pt x="16296" y="38345"/>
                </a:lnTo>
                <a:lnTo>
                  <a:pt x="16384" y="38590"/>
                </a:lnTo>
                <a:lnTo>
                  <a:pt x="16484" y="38823"/>
                </a:lnTo>
                <a:lnTo>
                  <a:pt x="16623" y="39055"/>
                </a:lnTo>
                <a:lnTo>
                  <a:pt x="16711" y="39287"/>
                </a:lnTo>
                <a:lnTo>
                  <a:pt x="16799" y="39532"/>
                </a:lnTo>
                <a:lnTo>
                  <a:pt x="16887" y="39764"/>
                </a:lnTo>
                <a:lnTo>
                  <a:pt x="16987" y="39996"/>
                </a:lnTo>
                <a:lnTo>
                  <a:pt x="17126" y="40228"/>
                </a:lnTo>
                <a:lnTo>
                  <a:pt x="17214" y="40461"/>
                </a:lnTo>
                <a:lnTo>
                  <a:pt x="17302" y="40706"/>
                </a:lnTo>
                <a:lnTo>
                  <a:pt x="17390" y="40938"/>
                </a:lnTo>
                <a:lnTo>
                  <a:pt x="17490" y="41170"/>
                </a:lnTo>
                <a:lnTo>
                  <a:pt x="17629" y="41402"/>
                </a:lnTo>
                <a:lnTo>
                  <a:pt x="17717" y="41647"/>
                </a:lnTo>
                <a:lnTo>
                  <a:pt x="17805" y="41879"/>
                </a:lnTo>
                <a:lnTo>
                  <a:pt x="17905" y="42112"/>
                </a:lnTo>
                <a:lnTo>
                  <a:pt x="17993" y="42344"/>
                </a:lnTo>
                <a:lnTo>
                  <a:pt x="18132" y="42537"/>
                </a:lnTo>
                <a:lnTo>
                  <a:pt x="18220" y="42769"/>
                </a:lnTo>
                <a:lnTo>
                  <a:pt x="18308" y="43002"/>
                </a:lnTo>
                <a:lnTo>
                  <a:pt x="18408" y="43247"/>
                </a:lnTo>
                <a:lnTo>
                  <a:pt x="18496" y="43479"/>
                </a:lnTo>
                <a:lnTo>
                  <a:pt x="18634" y="43711"/>
                </a:lnTo>
                <a:lnTo>
                  <a:pt x="18723" y="43943"/>
                </a:lnTo>
                <a:lnTo>
                  <a:pt x="18811" y="44175"/>
                </a:lnTo>
                <a:lnTo>
                  <a:pt x="18911" y="44420"/>
                </a:lnTo>
                <a:lnTo>
                  <a:pt x="18999" y="44652"/>
                </a:lnTo>
                <a:lnTo>
                  <a:pt x="19137" y="44885"/>
                </a:lnTo>
                <a:lnTo>
                  <a:pt x="19225" y="45117"/>
                </a:lnTo>
                <a:lnTo>
                  <a:pt x="19314" y="45362"/>
                </a:lnTo>
                <a:lnTo>
                  <a:pt x="19414" y="45594"/>
                </a:lnTo>
                <a:lnTo>
                  <a:pt x="19502" y="45826"/>
                </a:lnTo>
                <a:lnTo>
                  <a:pt x="19640" y="46020"/>
                </a:lnTo>
                <a:lnTo>
                  <a:pt x="19728" y="46252"/>
                </a:lnTo>
                <a:lnTo>
                  <a:pt x="19816" y="46484"/>
                </a:lnTo>
                <a:lnTo>
                  <a:pt x="19917" y="46716"/>
                </a:lnTo>
                <a:lnTo>
                  <a:pt x="20005" y="4694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915284" y="5526304"/>
            <a:ext cx="20043" cy="44807"/>
          </a:xfrm>
          <a:custGeom>
            <a:avLst/>
            <a:gdLst/>
            <a:ahLst/>
            <a:cxnLst/>
            <a:rect l="l" t="t" r="r" b="b"/>
            <a:pathLst>
              <a:path w="20043" h="44807">
                <a:moveTo>
                  <a:pt x="0" y="0"/>
                </a:moveTo>
                <a:lnTo>
                  <a:pt x="138" y="245"/>
                </a:lnTo>
                <a:lnTo>
                  <a:pt x="226" y="477"/>
                </a:lnTo>
                <a:lnTo>
                  <a:pt x="314" y="709"/>
                </a:lnTo>
                <a:lnTo>
                  <a:pt x="414" y="941"/>
                </a:lnTo>
                <a:lnTo>
                  <a:pt x="502" y="1186"/>
                </a:lnTo>
                <a:lnTo>
                  <a:pt x="641" y="1418"/>
                </a:lnTo>
                <a:lnTo>
                  <a:pt x="729" y="1650"/>
                </a:lnTo>
                <a:lnTo>
                  <a:pt x="817" y="1844"/>
                </a:lnTo>
                <a:lnTo>
                  <a:pt x="917" y="2076"/>
                </a:lnTo>
                <a:lnTo>
                  <a:pt x="1005" y="2308"/>
                </a:lnTo>
                <a:lnTo>
                  <a:pt x="1144" y="2540"/>
                </a:lnTo>
                <a:lnTo>
                  <a:pt x="1232" y="2773"/>
                </a:lnTo>
                <a:lnTo>
                  <a:pt x="1320" y="3018"/>
                </a:lnTo>
                <a:lnTo>
                  <a:pt x="1420" y="3250"/>
                </a:lnTo>
                <a:lnTo>
                  <a:pt x="1508" y="3482"/>
                </a:lnTo>
                <a:lnTo>
                  <a:pt x="1647" y="3714"/>
                </a:lnTo>
                <a:lnTo>
                  <a:pt x="1735" y="3959"/>
                </a:lnTo>
                <a:lnTo>
                  <a:pt x="1835" y="4140"/>
                </a:lnTo>
                <a:lnTo>
                  <a:pt x="1923" y="4372"/>
                </a:lnTo>
                <a:lnTo>
                  <a:pt x="2011" y="4617"/>
                </a:lnTo>
                <a:lnTo>
                  <a:pt x="2150" y="4849"/>
                </a:lnTo>
                <a:lnTo>
                  <a:pt x="2238" y="5081"/>
                </a:lnTo>
                <a:lnTo>
                  <a:pt x="2338" y="5313"/>
                </a:lnTo>
                <a:lnTo>
                  <a:pt x="2426" y="5546"/>
                </a:lnTo>
                <a:lnTo>
                  <a:pt x="2514" y="5791"/>
                </a:lnTo>
                <a:lnTo>
                  <a:pt x="2653" y="6023"/>
                </a:lnTo>
                <a:lnTo>
                  <a:pt x="2741" y="6203"/>
                </a:lnTo>
                <a:lnTo>
                  <a:pt x="2841" y="6449"/>
                </a:lnTo>
                <a:lnTo>
                  <a:pt x="2929" y="6681"/>
                </a:lnTo>
                <a:lnTo>
                  <a:pt x="3017" y="6913"/>
                </a:lnTo>
                <a:lnTo>
                  <a:pt x="3156" y="7145"/>
                </a:lnTo>
                <a:lnTo>
                  <a:pt x="3244" y="7390"/>
                </a:lnTo>
                <a:lnTo>
                  <a:pt x="3344" y="7622"/>
                </a:lnTo>
                <a:lnTo>
                  <a:pt x="3432" y="7854"/>
                </a:lnTo>
                <a:lnTo>
                  <a:pt x="3520" y="8087"/>
                </a:lnTo>
                <a:lnTo>
                  <a:pt x="3659" y="8280"/>
                </a:lnTo>
                <a:lnTo>
                  <a:pt x="3747" y="8512"/>
                </a:lnTo>
                <a:lnTo>
                  <a:pt x="3847" y="8744"/>
                </a:lnTo>
                <a:lnTo>
                  <a:pt x="3935" y="8989"/>
                </a:lnTo>
                <a:lnTo>
                  <a:pt x="4023" y="9222"/>
                </a:lnTo>
                <a:lnTo>
                  <a:pt x="4162" y="9454"/>
                </a:lnTo>
                <a:lnTo>
                  <a:pt x="4250" y="9686"/>
                </a:lnTo>
                <a:lnTo>
                  <a:pt x="4350" y="9918"/>
                </a:lnTo>
                <a:lnTo>
                  <a:pt x="4438" y="10112"/>
                </a:lnTo>
                <a:lnTo>
                  <a:pt x="4526" y="10344"/>
                </a:lnTo>
                <a:lnTo>
                  <a:pt x="4665" y="10576"/>
                </a:lnTo>
                <a:lnTo>
                  <a:pt x="4753" y="10821"/>
                </a:lnTo>
                <a:lnTo>
                  <a:pt x="4853" y="11053"/>
                </a:lnTo>
                <a:lnTo>
                  <a:pt x="4941" y="11285"/>
                </a:lnTo>
                <a:lnTo>
                  <a:pt x="5029" y="11517"/>
                </a:lnTo>
                <a:lnTo>
                  <a:pt x="5168" y="11711"/>
                </a:lnTo>
                <a:lnTo>
                  <a:pt x="5268" y="11943"/>
                </a:lnTo>
                <a:lnTo>
                  <a:pt x="5356" y="12175"/>
                </a:lnTo>
                <a:lnTo>
                  <a:pt x="5444" y="12420"/>
                </a:lnTo>
                <a:lnTo>
                  <a:pt x="5532" y="12652"/>
                </a:lnTo>
                <a:lnTo>
                  <a:pt x="5670" y="12885"/>
                </a:lnTo>
                <a:lnTo>
                  <a:pt x="5771" y="13117"/>
                </a:lnTo>
                <a:lnTo>
                  <a:pt x="5859" y="13310"/>
                </a:lnTo>
                <a:lnTo>
                  <a:pt x="5947" y="13542"/>
                </a:lnTo>
                <a:lnTo>
                  <a:pt x="6035" y="13775"/>
                </a:lnTo>
                <a:lnTo>
                  <a:pt x="6173" y="14007"/>
                </a:lnTo>
                <a:lnTo>
                  <a:pt x="6274" y="14252"/>
                </a:lnTo>
                <a:lnTo>
                  <a:pt x="6362" y="14484"/>
                </a:lnTo>
                <a:lnTo>
                  <a:pt x="6450" y="14665"/>
                </a:lnTo>
                <a:lnTo>
                  <a:pt x="6538" y="14910"/>
                </a:lnTo>
                <a:lnTo>
                  <a:pt x="6676" y="15142"/>
                </a:lnTo>
                <a:lnTo>
                  <a:pt x="6777" y="15374"/>
                </a:lnTo>
                <a:lnTo>
                  <a:pt x="6865" y="15606"/>
                </a:lnTo>
                <a:lnTo>
                  <a:pt x="6953" y="15851"/>
                </a:lnTo>
                <a:lnTo>
                  <a:pt x="7041" y="16032"/>
                </a:lnTo>
                <a:lnTo>
                  <a:pt x="7179" y="16264"/>
                </a:lnTo>
                <a:lnTo>
                  <a:pt x="7280" y="16509"/>
                </a:lnTo>
                <a:lnTo>
                  <a:pt x="7368" y="16741"/>
                </a:lnTo>
                <a:lnTo>
                  <a:pt x="7456" y="16973"/>
                </a:lnTo>
                <a:lnTo>
                  <a:pt x="7544" y="17205"/>
                </a:lnTo>
                <a:lnTo>
                  <a:pt x="7682" y="17399"/>
                </a:lnTo>
                <a:lnTo>
                  <a:pt x="7783" y="17631"/>
                </a:lnTo>
                <a:lnTo>
                  <a:pt x="7871" y="17863"/>
                </a:lnTo>
                <a:lnTo>
                  <a:pt x="7959" y="18108"/>
                </a:lnTo>
                <a:lnTo>
                  <a:pt x="8060" y="18341"/>
                </a:lnTo>
                <a:lnTo>
                  <a:pt x="8185" y="18573"/>
                </a:lnTo>
                <a:lnTo>
                  <a:pt x="8286" y="18766"/>
                </a:lnTo>
                <a:lnTo>
                  <a:pt x="8374" y="18998"/>
                </a:lnTo>
                <a:lnTo>
                  <a:pt x="8462" y="19230"/>
                </a:lnTo>
                <a:lnTo>
                  <a:pt x="8563" y="19463"/>
                </a:lnTo>
                <a:lnTo>
                  <a:pt x="8688" y="19695"/>
                </a:lnTo>
                <a:lnTo>
                  <a:pt x="8789" y="19888"/>
                </a:lnTo>
                <a:lnTo>
                  <a:pt x="8877" y="20120"/>
                </a:lnTo>
                <a:lnTo>
                  <a:pt x="8965" y="20353"/>
                </a:lnTo>
                <a:lnTo>
                  <a:pt x="9066" y="20598"/>
                </a:lnTo>
                <a:lnTo>
                  <a:pt x="9204" y="20830"/>
                </a:lnTo>
                <a:lnTo>
                  <a:pt x="9292" y="21010"/>
                </a:lnTo>
                <a:lnTo>
                  <a:pt x="9380" y="21255"/>
                </a:lnTo>
                <a:lnTo>
                  <a:pt x="9468" y="21488"/>
                </a:lnTo>
                <a:lnTo>
                  <a:pt x="9568" y="21720"/>
                </a:lnTo>
                <a:lnTo>
                  <a:pt x="9707" y="21952"/>
                </a:lnTo>
                <a:lnTo>
                  <a:pt x="9795" y="22145"/>
                </a:lnTo>
                <a:lnTo>
                  <a:pt x="9883" y="22378"/>
                </a:lnTo>
                <a:lnTo>
                  <a:pt x="9971" y="22610"/>
                </a:lnTo>
                <a:lnTo>
                  <a:pt x="10071" y="22855"/>
                </a:lnTo>
                <a:lnTo>
                  <a:pt x="10210" y="23087"/>
                </a:lnTo>
                <a:lnTo>
                  <a:pt x="10298" y="23268"/>
                </a:lnTo>
                <a:lnTo>
                  <a:pt x="10386" y="23513"/>
                </a:lnTo>
                <a:lnTo>
                  <a:pt x="10474" y="23745"/>
                </a:lnTo>
                <a:lnTo>
                  <a:pt x="10574" y="23977"/>
                </a:lnTo>
                <a:lnTo>
                  <a:pt x="10713" y="24209"/>
                </a:lnTo>
                <a:lnTo>
                  <a:pt x="10801" y="24403"/>
                </a:lnTo>
                <a:lnTo>
                  <a:pt x="10889" y="24635"/>
                </a:lnTo>
                <a:lnTo>
                  <a:pt x="10977" y="24867"/>
                </a:lnTo>
                <a:lnTo>
                  <a:pt x="11077" y="25112"/>
                </a:lnTo>
                <a:lnTo>
                  <a:pt x="11216" y="25293"/>
                </a:lnTo>
                <a:lnTo>
                  <a:pt x="11304" y="25525"/>
                </a:lnTo>
                <a:lnTo>
                  <a:pt x="11392" y="25770"/>
                </a:lnTo>
                <a:lnTo>
                  <a:pt x="11492" y="26002"/>
                </a:lnTo>
                <a:lnTo>
                  <a:pt x="11580" y="26234"/>
                </a:lnTo>
                <a:lnTo>
                  <a:pt x="11719" y="26428"/>
                </a:lnTo>
                <a:lnTo>
                  <a:pt x="11807" y="26660"/>
                </a:lnTo>
                <a:lnTo>
                  <a:pt x="11895" y="26892"/>
                </a:lnTo>
                <a:lnTo>
                  <a:pt x="11995" y="27124"/>
                </a:lnTo>
                <a:lnTo>
                  <a:pt x="12083" y="27318"/>
                </a:lnTo>
                <a:lnTo>
                  <a:pt x="12222" y="27550"/>
                </a:lnTo>
                <a:lnTo>
                  <a:pt x="12310" y="27782"/>
                </a:lnTo>
                <a:lnTo>
                  <a:pt x="12398" y="28027"/>
                </a:lnTo>
                <a:lnTo>
                  <a:pt x="12498" y="28207"/>
                </a:lnTo>
                <a:lnTo>
                  <a:pt x="12586" y="28440"/>
                </a:lnTo>
                <a:lnTo>
                  <a:pt x="12725" y="28685"/>
                </a:lnTo>
                <a:lnTo>
                  <a:pt x="12813" y="28917"/>
                </a:lnTo>
                <a:lnTo>
                  <a:pt x="12901" y="29097"/>
                </a:lnTo>
                <a:lnTo>
                  <a:pt x="13001" y="29343"/>
                </a:lnTo>
                <a:lnTo>
                  <a:pt x="13089" y="29575"/>
                </a:lnTo>
                <a:lnTo>
                  <a:pt x="13228" y="29807"/>
                </a:lnTo>
                <a:lnTo>
                  <a:pt x="13316" y="30000"/>
                </a:lnTo>
                <a:lnTo>
                  <a:pt x="13404" y="30232"/>
                </a:lnTo>
                <a:lnTo>
                  <a:pt x="13504" y="30465"/>
                </a:lnTo>
                <a:lnTo>
                  <a:pt x="13592" y="30697"/>
                </a:lnTo>
                <a:lnTo>
                  <a:pt x="13731" y="30890"/>
                </a:lnTo>
                <a:lnTo>
                  <a:pt x="13819" y="31122"/>
                </a:lnTo>
                <a:lnTo>
                  <a:pt x="13907" y="31355"/>
                </a:lnTo>
                <a:lnTo>
                  <a:pt x="14007" y="31587"/>
                </a:lnTo>
                <a:lnTo>
                  <a:pt x="14095" y="31780"/>
                </a:lnTo>
                <a:lnTo>
                  <a:pt x="14234" y="32012"/>
                </a:lnTo>
                <a:lnTo>
                  <a:pt x="14322" y="32257"/>
                </a:lnTo>
                <a:lnTo>
                  <a:pt x="14410" y="32490"/>
                </a:lnTo>
                <a:lnTo>
                  <a:pt x="14510" y="32670"/>
                </a:lnTo>
                <a:lnTo>
                  <a:pt x="14598" y="32915"/>
                </a:lnTo>
                <a:lnTo>
                  <a:pt x="14736" y="33147"/>
                </a:lnTo>
                <a:lnTo>
                  <a:pt x="14825" y="33380"/>
                </a:lnTo>
                <a:lnTo>
                  <a:pt x="14913" y="33573"/>
                </a:lnTo>
                <a:lnTo>
                  <a:pt x="15013" y="33805"/>
                </a:lnTo>
                <a:lnTo>
                  <a:pt x="15101" y="34037"/>
                </a:lnTo>
                <a:lnTo>
                  <a:pt x="15239" y="34231"/>
                </a:lnTo>
                <a:lnTo>
                  <a:pt x="15327" y="34463"/>
                </a:lnTo>
                <a:lnTo>
                  <a:pt x="15428" y="34695"/>
                </a:lnTo>
                <a:lnTo>
                  <a:pt x="15516" y="34927"/>
                </a:lnTo>
                <a:lnTo>
                  <a:pt x="15604" y="35121"/>
                </a:lnTo>
                <a:lnTo>
                  <a:pt x="15742" y="35353"/>
                </a:lnTo>
                <a:lnTo>
                  <a:pt x="15830" y="35585"/>
                </a:lnTo>
                <a:lnTo>
                  <a:pt x="15931" y="35779"/>
                </a:lnTo>
                <a:lnTo>
                  <a:pt x="16019" y="36011"/>
                </a:lnTo>
                <a:lnTo>
                  <a:pt x="16107" y="36243"/>
                </a:lnTo>
                <a:lnTo>
                  <a:pt x="16245" y="36488"/>
                </a:lnTo>
                <a:lnTo>
                  <a:pt x="16333" y="36669"/>
                </a:lnTo>
                <a:lnTo>
                  <a:pt x="16434" y="36901"/>
                </a:lnTo>
                <a:lnTo>
                  <a:pt x="16522" y="37146"/>
                </a:lnTo>
                <a:lnTo>
                  <a:pt x="16610" y="37326"/>
                </a:lnTo>
                <a:lnTo>
                  <a:pt x="16748" y="37559"/>
                </a:lnTo>
                <a:lnTo>
                  <a:pt x="16836" y="37804"/>
                </a:lnTo>
                <a:lnTo>
                  <a:pt x="16937" y="37984"/>
                </a:lnTo>
                <a:lnTo>
                  <a:pt x="17025" y="38216"/>
                </a:lnTo>
                <a:lnTo>
                  <a:pt x="17113" y="38461"/>
                </a:lnTo>
                <a:lnTo>
                  <a:pt x="17251" y="38694"/>
                </a:lnTo>
                <a:lnTo>
                  <a:pt x="17339" y="38874"/>
                </a:lnTo>
                <a:lnTo>
                  <a:pt x="17440" y="39119"/>
                </a:lnTo>
                <a:lnTo>
                  <a:pt x="17528" y="39351"/>
                </a:lnTo>
                <a:lnTo>
                  <a:pt x="17616" y="39532"/>
                </a:lnTo>
                <a:lnTo>
                  <a:pt x="17754" y="39777"/>
                </a:lnTo>
                <a:lnTo>
                  <a:pt x="17842" y="40009"/>
                </a:lnTo>
                <a:lnTo>
                  <a:pt x="17943" y="40190"/>
                </a:lnTo>
                <a:lnTo>
                  <a:pt x="18031" y="40435"/>
                </a:lnTo>
                <a:lnTo>
                  <a:pt x="18119" y="40667"/>
                </a:lnTo>
                <a:lnTo>
                  <a:pt x="18257" y="40848"/>
                </a:lnTo>
                <a:lnTo>
                  <a:pt x="18345" y="41093"/>
                </a:lnTo>
                <a:lnTo>
                  <a:pt x="18446" y="41325"/>
                </a:lnTo>
                <a:lnTo>
                  <a:pt x="18534" y="41505"/>
                </a:lnTo>
                <a:lnTo>
                  <a:pt x="18622" y="41750"/>
                </a:lnTo>
                <a:lnTo>
                  <a:pt x="18760" y="41983"/>
                </a:lnTo>
                <a:lnTo>
                  <a:pt x="18861" y="42163"/>
                </a:lnTo>
                <a:lnTo>
                  <a:pt x="18949" y="42408"/>
                </a:lnTo>
                <a:lnTo>
                  <a:pt x="19037" y="42640"/>
                </a:lnTo>
                <a:lnTo>
                  <a:pt x="19125" y="42834"/>
                </a:lnTo>
                <a:lnTo>
                  <a:pt x="19263" y="43066"/>
                </a:lnTo>
                <a:lnTo>
                  <a:pt x="19364" y="43298"/>
                </a:lnTo>
                <a:lnTo>
                  <a:pt x="19452" y="43492"/>
                </a:lnTo>
                <a:lnTo>
                  <a:pt x="19540" y="43724"/>
                </a:lnTo>
                <a:lnTo>
                  <a:pt x="19628" y="43956"/>
                </a:lnTo>
                <a:lnTo>
                  <a:pt x="19766" y="44149"/>
                </a:lnTo>
                <a:lnTo>
                  <a:pt x="19867" y="44382"/>
                </a:lnTo>
                <a:lnTo>
                  <a:pt x="19955" y="44614"/>
                </a:lnTo>
                <a:lnTo>
                  <a:pt x="20043" y="4480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935327" y="5571112"/>
            <a:ext cx="20043" cy="41970"/>
          </a:xfrm>
          <a:custGeom>
            <a:avLst/>
            <a:gdLst/>
            <a:ahLst/>
            <a:cxnLst/>
            <a:rect l="l" t="t" r="r" b="b"/>
            <a:pathLst>
              <a:path w="20043" h="41970">
                <a:moveTo>
                  <a:pt x="0" y="0"/>
                </a:moveTo>
                <a:lnTo>
                  <a:pt x="88" y="232"/>
                </a:lnTo>
                <a:lnTo>
                  <a:pt x="226" y="464"/>
                </a:lnTo>
                <a:lnTo>
                  <a:pt x="326" y="657"/>
                </a:lnTo>
                <a:lnTo>
                  <a:pt x="414" y="889"/>
                </a:lnTo>
                <a:lnTo>
                  <a:pt x="502" y="1122"/>
                </a:lnTo>
                <a:lnTo>
                  <a:pt x="590" y="1315"/>
                </a:lnTo>
                <a:lnTo>
                  <a:pt x="729" y="1547"/>
                </a:lnTo>
                <a:lnTo>
                  <a:pt x="829" y="1728"/>
                </a:lnTo>
                <a:lnTo>
                  <a:pt x="917" y="1973"/>
                </a:lnTo>
                <a:lnTo>
                  <a:pt x="1005" y="2205"/>
                </a:lnTo>
                <a:lnTo>
                  <a:pt x="1093" y="2386"/>
                </a:lnTo>
                <a:lnTo>
                  <a:pt x="1232" y="2631"/>
                </a:lnTo>
                <a:lnTo>
                  <a:pt x="1332" y="2863"/>
                </a:lnTo>
                <a:lnTo>
                  <a:pt x="1420" y="3043"/>
                </a:lnTo>
                <a:lnTo>
                  <a:pt x="1508" y="3288"/>
                </a:lnTo>
                <a:lnTo>
                  <a:pt x="1609" y="3521"/>
                </a:lnTo>
                <a:lnTo>
                  <a:pt x="1735" y="3701"/>
                </a:lnTo>
                <a:lnTo>
                  <a:pt x="1835" y="3946"/>
                </a:lnTo>
                <a:lnTo>
                  <a:pt x="1923" y="4127"/>
                </a:lnTo>
                <a:lnTo>
                  <a:pt x="2011" y="4372"/>
                </a:lnTo>
                <a:lnTo>
                  <a:pt x="2112" y="4604"/>
                </a:lnTo>
                <a:lnTo>
                  <a:pt x="2238" y="4785"/>
                </a:lnTo>
                <a:lnTo>
                  <a:pt x="2338" y="5030"/>
                </a:lnTo>
                <a:lnTo>
                  <a:pt x="2426" y="5210"/>
                </a:lnTo>
                <a:lnTo>
                  <a:pt x="2514" y="5442"/>
                </a:lnTo>
                <a:lnTo>
                  <a:pt x="2615" y="5688"/>
                </a:lnTo>
                <a:lnTo>
                  <a:pt x="2753" y="5868"/>
                </a:lnTo>
                <a:lnTo>
                  <a:pt x="2841" y="6100"/>
                </a:lnTo>
                <a:lnTo>
                  <a:pt x="2929" y="6345"/>
                </a:lnTo>
                <a:lnTo>
                  <a:pt x="3017" y="6526"/>
                </a:lnTo>
                <a:lnTo>
                  <a:pt x="3118" y="6758"/>
                </a:lnTo>
                <a:lnTo>
                  <a:pt x="3256" y="6952"/>
                </a:lnTo>
                <a:lnTo>
                  <a:pt x="3344" y="7184"/>
                </a:lnTo>
                <a:lnTo>
                  <a:pt x="3432" y="7416"/>
                </a:lnTo>
                <a:lnTo>
                  <a:pt x="3520" y="7609"/>
                </a:lnTo>
                <a:lnTo>
                  <a:pt x="3621" y="7842"/>
                </a:lnTo>
                <a:lnTo>
                  <a:pt x="3759" y="8035"/>
                </a:lnTo>
                <a:lnTo>
                  <a:pt x="3847" y="8267"/>
                </a:lnTo>
                <a:lnTo>
                  <a:pt x="3935" y="8461"/>
                </a:lnTo>
                <a:lnTo>
                  <a:pt x="4023" y="8693"/>
                </a:lnTo>
                <a:lnTo>
                  <a:pt x="4124" y="8925"/>
                </a:lnTo>
                <a:lnTo>
                  <a:pt x="4262" y="9118"/>
                </a:lnTo>
                <a:lnTo>
                  <a:pt x="4350" y="9351"/>
                </a:lnTo>
                <a:lnTo>
                  <a:pt x="4438" y="9531"/>
                </a:lnTo>
                <a:lnTo>
                  <a:pt x="4526" y="9776"/>
                </a:lnTo>
                <a:lnTo>
                  <a:pt x="4627" y="10008"/>
                </a:lnTo>
                <a:lnTo>
                  <a:pt x="4765" y="10189"/>
                </a:lnTo>
                <a:lnTo>
                  <a:pt x="4853" y="10434"/>
                </a:lnTo>
                <a:lnTo>
                  <a:pt x="4941" y="10615"/>
                </a:lnTo>
                <a:lnTo>
                  <a:pt x="5042" y="10847"/>
                </a:lnTo>
                <a:lnTo>
                  <a:pt x="5130" y="11040"/>
                </a:lnTo>
                <a:lnTo>
                  <a:pt x="5268" y="11272"/>
                </a:lnTo>
                <a:lnTo>
                  <a:pt x="5356" y="11505"/>
                </a:lnTo>
                <a:lnTo>
                  <a:pt x="5444" y="11698"/>
                </a:lnTo>
                <a:lnTo>
                  <a:pt x="5545" y="11930"/>
                </a:lnTo>
                <a:lnTo>
                  <a:pt x="5633" y="12124"/>
                </a:lnTo>
                <a:lnTo>
                  <a:pt x="5771" y="12356"/>
                </a:lnTo>
                <a:lnTo>
                  <a:pt x="5859" y="12549"/>
                </a:lnTo>
                <a:lnTo>
                  <a:pt x="5947" y="12781"/>
                </a:lnTo>
                <a:lnTo>
                  <a:pt x="6048" y="12962"/>
                </a:lnTo>
                <a:lnTo>
                  <a:pt x="6136" y="13207"/>
                </a:lnTo>
                <a:lnTo>
                  <a:pt x="6274" y="13439"/>
                </a:lnTo>
                <a:lnTo>
                  <a:pt x="6362" y="13620"/>
                </a:lnTo>
                <a:lnTo>
                  <a:pt x="6450" y="13865"/>
                </a:lnTo>
                <a:lnTo>
                  <a:pt x="6551" y="14045"/>
                </a:lnTo>
                <a:lnTo>
                  <a:pt x="6639" y="14278"/>
                </a:lnTo>
                <a:lnTo>
                  <a:pt x="6777" y="14471"/>
                </a:lnTo>
                <a:lnTo>
                  <a:pt x="6865" y="14703"/>
                </a:lnTo>
                <a:lnTo>
                  <a:pt x="6953" y="14897"/>
                </a:lnTo>
                <a:lnTo>
                  <a:pt x="7054" y="15129"/>
                </a:lnTo>
                <a:lnTo>
                  <a:pt x="7142" y="15322"/>
                </a:lnTo>
                <a:lnTo>
                  <a:pt x="7280" y="15555"/>
                </a:lnTo>
                <a:lnTo>
                  <a:pt x="7368" y="15787"/>
                </a:lnTo>
                <a:lnTo>
                  <a:pt x="7456" y="15980"/>
                </a:lnTo>
                <a:lnTo>
                  <a:pt x="7557" y="16212"/>
                </a:lnTo>
                <a:lnTo>
                  <a:pt x="7645" y="16393"/>
                </a:lnTo>
                <a:lnTo>
                  <a:pt x="7783" y="16638"/>
                </a:lnTo>
                <a:lnTo>
                  <a:pt x="7871" y="16819"/>
                </a:lnTo>
                <a:lnTo>
                  <a:pt x="7959" y="17064"/>
                </a:lnTo>
                <a:lnTo>
                  <a:pt x="8060" y="17244"/>
                </a:lnTo>
                <a:lnTo>
                  <a:pt x="8148" y="17476"/>
                </a:lnTo>
                <a:lnTo>
                  <a:pt x="8286" y="17670"/>
                </a:lnTo>
                <a:lnTo>
                  <a:pt x="8374" y="17902"/>
                </a:lnTo>
                <a:lnTo>
                  <a:pt x="8462" y="18095"/>
                </a:lnTo>
                <a:lnTo>
                  <a:pt x="8563" y="18328"/>
                </a:lnTo>
                <a:lnTo>
                  <a:pt x="8651" y="18508"/>
                </a:lnTo>
                <a:lnTo>
                  <a:pt x="8789" y="18753"/>
                </a:lnTo>
                <a:lnTo>
                  <a:pt x="8877" y="18934"/>
                </a:lnTo>
                <a:lnTo>
                  <a:pt x="8977" y="19179"/>
                </a:lnTo>
                <a:lnTo>
                  <a:pt x="9066" y="19359"/>
                </a:lnTo>
                <a:lnTo>
                  <a:pt x="9154" y="19592"/>
                </a:lnTo>
                <a:lnTo>
                  <a:pt x="9292" y="19785"/>
                </a:lnTo>
                <a:lnTo>
                  <a:pt x="9380" y="20017"/>
                </a:lnTo>
                <a:lnTo>
                  <a:pt x="9480" y="20211"/>
                </a:lnTo>
                <a:lnTo>
                  <a:pt x="9568" y="20443"/>
                </a:lnTo>
                <a:lnTo>
                  <a:pt x="9657" y="20623"/>
                </a:lnTo>
                <a:lnTo>
                  <a:pt x="9795" y="20869"/>
                </a:lnTo>
                <a:lnTo>
                  <a:pt x="9883" y="21049"/>
                </a:lnTo>
                <a:lnTo>
                  <a:pt x="9983" y="21294"/>
                </a:lnTo>
                <a:lnTo>
                  <a:pt x="10071" y="21475"/>
                </a:lnTo>
                <a:lnTo>
                  <a:pt x="10159" y="21707"/>
                </a:lnTo>
                <a:lnTo>
                  <a:pt x="10298" y="21900"/>
                </a:lnTo>
                <a:lnTo>
                  <a:pt x="10386" y="22133"/>
                </a:lnTo>
                <a:lnTo>
                  <a:pt x="10486" y="22326"/>
                </a:lnTo>
                <a:lnTo>
                  <a:pt x="10574" y="22558"/>
                </a:lnTo>
                <a:lnTo>
                  <a:pt x="10662" y="22739"/>
                </a:lnTo>
                <a:lnTo>
                  <a:pt x="10801" y="22984"/>
                </a:lnTo>
                <a:lnTo>
                  <a:pt x="10889" y="23164"/>
                </a:lnTo>
                <a:lnTo>
                  <a:pt x="10989" y="23409"/>
                </a:lnTo>
                <a:lnTo>
                  <a:pt x="11077" y="23590"/>
                </a:lnTo>
                <a:lnTo>
                  <a:pt x="11165" y="23822"/>
                </a:lnTo>
                <a:lnTo>
                  <a:pt x="11304" y="24016"/>
                </a:lnTo>
                <a:lnTo>
                  <a:pt x="11392" y="24196"/>
                </a:lnTo>
                <a:lnTo>
                  <a:pt x="11492" y="24441"/>
                </a:lnTo>
                <a:lnTo>
                  <a:pt x="11580" y="24622"/>
                </a:lnTo>
                <a:lnTo>
                  <a:pt x="11668" y="24854"/>
                </a:lnTo>
                <a:lnTo>
                  <a:pt x="11807" y="25047"/>
                </a:lnTo>
                <a:lnTo>
                  <a:pt x="11895" y="25280"/>
                </a:lnTo>
                <a:lnTo>
                  <a:pt x="11995" y="25473"/>
                </a:lnTo>
                <a:lnTo>
                  <a:pt x="12083" y="25705"/>
                </a:lnTo>
                <a:lnTo>
                  <a:pt x="12171" y="25899"/>
                </a:lnTo>
                <a:lnTo>
                  <a:pt x="12310" y="26131"/>
                </a:lnTo>
                <a:lnTo>
                  <a:pt x="12398" y="26311"/>
                </a:lnTo>
                <a:lnTo>
                  <a:pt x="12498" y="26505"/>
                </a:lnTo>
                <a:lnTo>
                  <a:pt x="12586" y="26737"/>
                </a:lnTo>
                <a:lnTo>
                  <a:pt x="12674" y="26931"/>
                </a:lnTo>
                <a:lnTo>
                  <a:pt x="12813" y="27163"/>
                </a:lnTo>
                <a:lnTo>
                  <a:pt x="12913" y="27356"/>
                </a:lnTo>
                <a:lnTo>
                  <a:pt x="13001" y="27588"/>
                </a:lnTo>
                <a:lnTo>
                  <a:pt x="13089" y="27769"/>
                </a:lnTo>
                <a:lnTo>
                  <a:pt x="13177" y="28014"/>
                </a:lnTo>
                <a:lnTo>
                  <a:pt x="13316" y="28195"/>
                </a:lnTo>
                <a:lnTo>
                  <a:pt x="13416" y="28388"/>
                </a:lnTo>
                <a:lnTo>
                  <a:pt x="13504" y="28620"/>
                </a:lnTo>
                <a:lnTo>
                  <a:pt x="13592" y="28814"/>
                </a:lnTo>
                <a:lnTo>
                  <a:pt x="13680" y="29046"/>
                </a:lnTo>
                <a:lnTo>
                  <a:pt x="13819" y="29226"/>
                </a:lnTo>
                <a:lnTo>
                  <a:pt x="13919" y="29472"/>
                </a:lnTo>
                <a:lnTo>
                  <a:pt x="14007" y="29652"/>
                </a:lnTo>
                <a:lnTo>
                  <a:pt x="14095" y="29846"/>
                </a:lnTo>
                <a:lnTo>
                  <a:pt x="14234" y="30078"/>
                </a:lnTo>
                <a:lnTo>
                  <a:pt x="14322" y="30271"/>
                </a:lnTo>
                <a:lnTo>
                  <a:pt x="14422" y="30503"/>
                </a:lnTo>
                <a:lnTo>
                  <a:pt x="14510" y="30684"/>
                </a:lnTo>
                <a:lnTo>
                  <a:pt x="14598" y="30877"/>
                </a:lnTo>
                <a:lnTo>
                  <a:pt x="14736" y="31110"/>
                </a:lnTo>
                <a:lnTo>
                  <a:pt x="14825" y="31303"/>
                </a:lnTo>
                <a:lnTo>
                  <a:pt x="14925" y="31535"/>
                </a:lnTo>
                <a:lnTo>
                  <a:pt x="15013" y="31729"/>
                </a:lnTo>
                <a:lnTo>
                  <a:pt x="15101" y="31909"/>
                </a:lnTo>
                <a:lnTo>
                  <a:pt x="15239" y="32141"/>
                </a:lnTo>
                <a:lnTo>
                  <a:pt x="15327" y="32335"/>
                </a:lnTo>
                <a:lnTo>
                  <a:pt x="15428" y="32567"/>
                </a:lnTo>
                <a:lnTo>
                  <a:pt x="15516" y="32760"/>
                </a:lnTo>
                <a:lnTo>
                  <a:pt x="15604" y="32941"/>
                </a:lnTo>
                <a:lnTo>
                  <a:pt x="15742" y="33186"/>
                </a:lnTo>
                <a:lnTo>
                  <a:pt x="15830" y="33367"/>
                </a:lnTo>
                <a:lnTo>
                  <a:pt x="15931" y="33599"/>
                </a:lnTo>
                <a:lnTo>
                  <a:pt x="16019" y="33792"/>
                </a:lnTo>
                <a:lnTo>
                  <a:pt x="16107" y="33986"/>
                </a:lnTo>
                <a:lnTo>
                  <a:pt x="16245" y="34218"/>
                </a:lnTo>
                <a:lnTo>
                  <a:pt x="16346" y="34399"/>
                </a:lnTo>
                <a:lnTo>
                  <a:pt x="16434" y="34592"/>
                </a:lnTo>
                <a:lnTo>
                  <a:pt x="16522" y="34824"/>
                </a:lnTo>
                <a:lnTo>
                  <a:pt x="16610" y="35018"/>
                </a:lnTo>
                <a:lnTo>
                  <a:pt x="16748" y="35250"/>
                </a:lnTo>
                <a:lnTo>
                  <a:pt x="16849" y="35430"/>
                </a:lnTo>
                <a:lnTo>
                  <a:pt x="16937" y="35624"/>
                </a:lnTo>
                <a:lnTo>
                  <a:pt x="17025" y="35856"/>
                </a:lnTo>
                <a:lnTo>
                  <a:pt x="17113" y="36049"/>
                </a:lnTo>
                <a:lnTo>
                  <a:pt x="17251" y="36230"/>
                </a:lnTo>
                <a:lnTo>
                  <a:pt x="17352" y="36475"/>
                </a:lnTo>
                <a:lnTo>
                  <a:pt x="17440" y="36656"/>
                </a:lnTo>
                <a:lnTo>
                  <a:pt x="17528" y="36888"/>
                </a:lnTo>
                <a:lnTo>
                  <a:pt x="17616" y="37081"/>
                </a:lnTo>
                <a:lnTo>
                  <a:pt x="17754" y="37275"/>
                </a:lnTo>
                <a:lnTo>
                  <a:pt x="17855" y="37507"/>
                </a:lnTo>
                <a:lnTo>
                  <a:pt x="17943" y="37688"/>
                </a:lnTo>
                <a:lnTo>
                  <a:pt x="18031" y="37881"/>
                </a:lnTo>
                <a:lnTo>
                  <a:pt x="18119" y="38113"/>
                </a:lnTo>
                <a:lnTo>
                  <a:pt x="18257" y="38307"/>
                </a:lnTo>
                <a:lnTo>
                  <a:pt x="18358" y="38487"/>
                </a:lnTo>
                <a:lnTo>
                  <a:pt x="18446" y="38732"/>
                </a:lnTo>
                <a:lnTo>
                  <a:pt x="18534" y="38913"/>
                </a:lnTo>
                <a:lnTo>
                  <a:pt x="18622" y="39106"/>
                </a:lnTo>
                <a:lnTo>
                  <a:pt x="18760" y="39338"/>
                </a:lnTo>
                <a:lnTo>
                  <a:pt x="18861" y="39532"/>
                </a:lnTo>
                <a:lnTo>
                  <a:pt x="18949" y="39713"/>
                </a:lnTo>
                <a:lnTo>
                  <a:pt x="19037" y="39945"/>
                </a:lnTo>
                <a:lnTo>
                  <a:pt x="19137" y="40138"/>
                </a:lnTo>
                <a:lnTo>
                  <a:pt x="19263" y="40332"/>
                </a:lnTo>
                <a:lnTo>
                  <a:pt x="19364" y="40564"/>
                </a:lnTo>
                <a:lnTo>
                  <a:pt x="19452" y="40744"/>
                </a:lnTo>
                <a:lnTo>
                  <a:pt x="19540" y="40938"/>
                </a:lnTo>
                <a:lnTo>
                  <a:pt x="19640" y="41170"/>
                </a:lnTo>
                <a:lnTo>
                  <a:pt x="19766" y="41363"/>
                </a:lnTo>
                <a:lnTo>
                  <a:pt x="19867" y="41544"/>
                </a:lnTo>
                <a:lnTo>
                  <a:pt x="19955" y="41738"/>
                </a:lnTo>
                <a:lnTo>
                  <a:pt x="20043" y="4197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955371" y="5613082"/>
            <a:ext cx="20055" cy="38449"/>
          </a:xfrm>
          <a:custGeom>
            <a:avLst/>
            <a:gdLst/>
            <a:ahLst/>
            <a:cxnLst/>
            <a:rect l="l" t="t" r="r" b="b"/>
            <a:pathLst>
              <a:path w="20055" h="38449">
                <a:moveTo>
                  <a:pt x="0" y="0"/>
                </a:moveTo>
                <a:lnTo>
                  <a:pt x="100" y="193"/>
                </a:lnTo>
                <a:lnTo>
                  <a:pt x="238" y="374"/>
                </a:lnTo>
                <a:lnTo>
                  <a:pt x="326" y="606"/>
                </a:lnTo>
                <a:lnTo>
                  <a:pt x="414" y="799"/>
                </a:lnTo>
                <a:lnTo>
                  <a:pt x="502" y="993"/>
                </a:lnTo>
                <a:lnTo>
                  <a:pt x="603" y="1225"/>
                </a:lnTo>
                <a:lnTo>
                  <a:pt x="741" y="1405"/>
                </a:lnTo>
                <a:lnTo>
                  <a:pt x="829" y="1599"/>
                </a:lnTo>
                <a:lnTo>
                  <a:pt x="917" y="1792"/>
                </a:lnTo>
                <a:lnTo>
                  <a:pt x="1005" y="2024"/>
                </a:lnTo>
                <a:lnTo>
                  <a:pt x="1106" y="2205"/>
                </a:lnTo>
                <a:lnTo>
                  <a:pt x="1244" y="2399"/>
                </a:lnTo>
                <a:lnTo>
                  <a:pt x="1332" y="2631"/>
                </a:lnTo>
                <a:lnTo>
                  <a:pt x="1420" y="2824"/>
                </a:lnTo>
                <a:lnTo>
                  <a:pt x="1508" y="3005"/>
                </a:lnTo>
                <a:lnTo>
                  <a:pt x="1609" y="3198"/>
                </a:lnTo>
                <a:lnTo>
                  <a:pt x="1747" y="3430"/>
                </a:lnTo>
                <a:lnTo>
                  <a:pt x="1835" y="3624"/>
                </a:lnTo>
                <a:lnTo>
                  <a:pt x="1923" y="3804"/>
                </a:lnTo>
                <a:lnTo>
                  <a:pt x="2011" y="4037"/>
                </a:lnTo>
                <a:lnTo>
                  <a:pt x="2112" y="4230"/>
                </a:lnTo>
                <a:lnTo>
                  <a:pt x="2250" y="4424"/>
                </a:lnTo>
                <a:lnTo>
                  <a:pt x="2338" y="4604"/>
                </a:lnTo>
                <a:lnTo>
                  <a:pt x="2426" y="4836"/>
                </a:lnTo>
                <a:lnTo>
                  <a:pt x="2527" y="5030"/>
                </a:lnTo>
                <a:lnTo>
                  <a:pt x="2615" y="5223"/>
                </a:lnTo>
                <a:lnTo>
                  <a:pt x="2753" y="5404"/>
                </a:lnTo>
                <a:lnTo>
                  <a:pt x="2841" y="5636"/>
                </a:lnTo>
                <a:lnTo>
                  <a:pt x="2929" y="5829"/>
                </a:lnTo>
                <a:lnTo>
                  <a:pt x="3030" y="6023"/>
                </a:lnTo>
                <a:lnTo>
                  <a:pt x="3118" y="6203"/>
                </a:lnTo>
                <a:lnTo>
                  <a:pt x="3256" y="6436"/>
                </a:lnTo>
                <a:lnTo>
                  <a:pt x="3344" y="6629"/>
                </a:lnTo>
                <a:lnTo>
                  <a:pt x="3432" y="6823"/>
                </a:lnTo>
                <a:lnTo>
                  <a:pt x="3533" y="7003"/>
                </a:lnTo>
                <a:lnTo>
                  <a:pt x="3621" y="7235"/>
                </a:lnTo>
                <a:lnTo>
                  <a:pt x="3759" y="7429"/>
                </a:lnTo>
                <a:lnTo>
                  <a:pt x="3847" y="7609"/>
                </a:lnTo>
                <a:lnTo>
                  <a:pt x="3935" y="7803"/>
                </a:lnTo>
                <a:lnTo>
                  <a:pt x="4036" y="8035"/>
                </a:lnTo>
                <a:lnTo>
                  <a:pt x="4124" y="8228"/>
                </a:lnTo>
                <a:lnTo>
                  <a:pt x="4262" y="8409"/>
                </a:lnTo>
                <a:lnTo>
                  <a:pt x="4350" y="8602"/>
                </a:lnTo>
                <a:lnTo>
                  <a:pt x="4438" y="8835"/>
                </a:lnTo>
                <a:lnTo>
                  <a:pt x="4539" y="9028"/>
                </a:lnTo>
                <a:lnTo>
                  <a:pt x="4627" y="9209"/>
                </a:lnTo>
                <a:lnTo>
                  <a:pt x="4765" y="9402"/>
                </a:lnTo>
                <a:lnTo>
                  <a:pt x="4853" y="9596"/>
                </a:lnTo>
                <a:lnTo>
                  <a:pt x="4941" y="9828"/>
                </a:lnTo>
                <a:lnTo>
                  <a:pt x="5042" y="10008"/>
                </a:lnTo>
                <a:lnTo>
                  <a:pt x="5130" y="10202"/>
                </a:lnTo>
                <a:lnTo>
                  <a:pt x="5268" y="10382"/>
                </a:lnTo>
                <a:lnTo>
                  <a:pt x="5356" y="10576"/>
                </a:lnTo>
                <a:lnTo>
                  <a:pt x="5444" y="10808"/>
                </a:lnTo>
                <a:lnTo>
                  <a:pt x="5545" y="11002"/>
                </a:lnTo>
                <a:lnTo>
                  <a:pt x="5633" y="11182"/>
                </a:lnTo>
                <a:lnTo>
                  <a:pt x="5771" y="11376"/>
                </a:lnTo>
                <a:lnTo>
                  <a:pt x="5859" y="11569"/>
                </a:lnTo>
                <a:lnTo>
                  <a:pt x="5947" y="11801"/>
                </a:lnTo>
                <a:lnTo>
                  <a:pt x="6048" y="11982"/>
                </a:lnTo>
                <a:lnTo>
                  <a:pt x="6136" y="12175"/>
                </a:lnTo>
                <a:lnTo>
                  <a:pt x="6274" y="12369"/>
                </a:lnTo>
                <a:lnTo>
                  <a:pt x="6362" y="12549"/>
                </a:lnTo>
                <a:lnTo>
                  <a:pt x="6463" y="12781"/>
                </a:lnTo>
                <a:lnTo>
                  <a:pt x="6551" y="12975"/>
                </a:lnTo>
                <a:lnTo>
                  <a:pt x="6639" y="13168"/>
                </a:lnTo>
                <a:lnTo>
                  <a:pt x="6777" y="13349"/>
                </a:lnTo>
                <a:lnTo>
                  <a:pt x="6865" y="13542"/>
                </a:lnTo>
                <a:lnTo>
                  <a:pt x="6966" y="13723"/>
                </a:lnTo>
                <a:lnTo>
                  <a:pt x="7054" y="13955"/>
                </a:lnTo>
                <a:lnTo>
                  <a:pt x="7142" y="14149"/>
                </a:lnTo>
                <a:lnTo>
                  <a:pt x="7280" y="14342"/>
                </a:lnTo>
                <a:lnTo>
                  <a:pt x="7368" y="14523"/>
                </a:lnTo>
                <a:lnTo>
                  <a:pt x="7469" y="14716"/>
                </a:lnTo>
                <a:lnTo>
                  <a:pt x="7557" y="14897"/>
                </a:lnTo>
                <a:lnTo>
                  <a:pt x="7645" y="15142"/>
                </a:lnTo>
                <a:lnTo>
                  <a:pt x="7783" y="15322"/>
                </a:lnTo>
                <a:lnTo>
                  <a:pt x="7871" y="15516"/>
                </a:lnTo>
                <a:lnTo>
                  <a:pt x="7972" y="15696"/>
                </a:lnTo>
                <a:lnTo>
                  <a:pt x="8060" y="15890"/>
                </a:lnTo>
                <a:lnTo>
                  <a:pt x="8148" y="16070"/>
                </a:lnTo>
                <a:lnTo>
                  <a:pt x="8286" y="16316"/>
                </a:lnTo>
                <a:lnTo>
                  <a:pt x="8374" y="16496"/>
                </a:lnTo>
                <a:lnTo>
                  <a:pt x="8475" y="16690"/>
                </a:lnTo>
                <a:lnTo>
                  <a:pt x="8563" y="16870"/>
                </a:lnTo>
                <a:lnTo>
                  <a:pt x="8651" y="17064"/>
                </a:lnTo>
                <a:lnTo>
                  <a:pt x="8789" y="17257"/>
                </a:lnTo>
                <a:lnTo>
                  <a:pt x="8877" y="17438"/>
                </a:lnTo>
                <a:lnTo>
                  <a:pt x="8977" y="17670"/>
                </a:lnTo>
                <a:lnTo>
                  <a:pt x="9066" y="17863"/>
                </a:lnTo>
                <a:lnTo>
                  <a:pt x="9154" y="18057"/>
                </a:lnTo>
                <a:lnTo>
                  <a:pt x="9292" y="18237"/>
                </a:lnTo>
                <a:lnTo>
                  <a:pt x="9380" y="18431"/>
                </a:lnTo>
                <a:lnTo>
                  <a:pt x="9480" y="18611"/>
                </a:lnTo>
                <a:lnTo>
                  <a:pt x="9568" y="18805"/>
                </a:lnTo>
                <a:lnTo>
                  <a:pt x="9657" y="18985"/>
                </a:lnTo>
                <a:lnTo>
                  <a:pt x="9795" y="19230"/>
                </a:lnTo>
                <a:lnTo>
                  <a:pt x="9883" y="19411"/>
                </a:lnTo>
                <a:lnTo>
                  <a:pt x="9983" y="19605"/>
                </a:lnTo>
                <a:lnTo>
                  <a:pt x="10071" y="19785"/>
                </a:lnTo>
                <a:lnTo>
                  <a:pt x="10159" y="19979"/>
                </a:lnTo>
                <a:lnTo>
                  <a:pt x="10298" y="20172"/>
                </a:lnTo>
                <a:lnTo>
                  <a:pt x="10398" y="20353"/>
                </a:lnTo>
                <a:lnTo>
                  <a:pt x="10486" y="20546"/>
                </a:lnTo>
                <a:lnTo>
                  <a:pt x="10574" y="20727"/>
                </a:lnTo>
                <a:lnTo>
                  <a:pt x="10662" y="20959"/>
                </a:lnTo>
                <a:lnTo>
                  <a:pt x="10801" y="21152"/>
                </a:lnTo>
                <a:lnTo>
                  <a:pt x="10901" y="21346"/>
                </a:lnTo>
                <a:lnTo>
                  <a:pt x="10989" y="21526"/>
                </a:lnTo>
                <a:lnTo>
                  <a:pt x="11077" y="21720"/>
                </a:lnTo>
                <a:lnTo>
                  <a:pt x="11165" y="21900"/>
                </a:lnTo>
                <a:lnTo>
                  <a:pt x="11304" y="22094"/>
                </a:lnTo>
                <a:lnTo>
                  <a:pt x="11404" y="22287"/>
                </a:lnTo>
                <a:lnTo>
                  <a:pt x="11492" y="22468"/>
                </a:lnTo>
                <a:lnTo>
                  <a:pt x="11580" y="22661"/>
                </a:lnTo>
                <a:lnTo>
                  <a:pt x="11668" y="22842"/>
                </a:lnTo>
                <a:lnTo>
                  <a:pt x="11807" y="23035"/>
                </a:lnTo>
                <a:lnTo>
                  <a:pt x="11907" y="23268"/>
                </a:lnTo>
                <a:lnTo>
                  <a:pt x="11995" y="23461"/>
                </a:lnTo>
                <a:lnTo>
                  <a:pt x="12083" y="23642"/>
                </a:lnTo>
                <a:lnTo>
                  <a:pt x="12171" y="23835"/>
                </a:lnTo>
                <a:lnTo>
                  <a:pt x="12310" y="24016"/>
                </a:lnTo>
                <a:lnTo>
                  <a:pt x="12410" y="24209"/>
                </a:lnTo>
                <a:lnTo>
                  <a:pt x="12498" y="24403"/>
                </a:lnTo>
                <a:lnTo>
                  <a:pt x="12586" y="24583"/>
                </a:lnTo>
                <a:lnTo>
                  <a:pt x="12687" y="24777"/>
                </a:lnTo>
                <a:lnTo>
                  <a:pt x="12813" y="24957"/>
                </a:lnTo>
                <a:lnTo>
                  <a:pt x="12913" y="25151"/>
                </a:lnTo>
                <a:lnTo>
                  <a:pt x="13001" y="25331"/>
                </a:lnTo>
                <a:lnTo>
                  <a:pt x="13089" y="25525"/>
                </a:lnTo>
                <a:lnTo>
                  <a:pt x="13190" y="25718"/>
                </a:lnTo>
                <a:lnTo>
                  <a:pt x="13316" y="25899"/>
                </a:lnTo>
                <a:lnTo>
                  <a:pt x="13416" y="26092"/>
                </a:lnTo>
                <a:lnTo>
                  <a:pt x="13504" y="26273"/>
                </a:lnTo>
                <a:lnTo>
                  <a:pt x="13592" y="26518"/>
                </a:lnTo>
                <a:lnTo>
                  <a:pt x="13693" y="26698"/>
                </a:lnTo>
                <a:lnTo>
                  <a:pt x="13831" y="26892"/>
                </a:lnTo>
                <a:lnTo>
                  <a:pt x="13919" y="27072"/>
                </a:lnTo>
                <a:lnTo>
                  <a:pt x="14007" y="27266"/>
                </a:lnTo>
                <a:lnTo>
                  <a:pt x="14095" y="27447"/>
                </a:lnTo>
                <a:lnTo>
                  <a:pt x="14196" y="27640"/>
                </a:lnTo>
                <a:lnTo>
                  <a:pt x="14334" y="27833"/>
                </a:lnTo>
                <a:lnTo>
                  <a:pt x="14422" y="28014"/>
                </a:lnTo>
                <a:lnTo>
                  <a:pt x="14510" y="28207"/>
                </a:lnTo>
                <a:lnTo>
                  <a:pt x="14598" y="28388"/>
                </a:lnTo>
                <a:lnTo>
                  <a:pt x="14699" y="28582"/>
                </a:lnTo>
                <a:lnTo>
                  <a:pt x="14837" y="28762"/>
                </a:lnTo>
                <a:lnTo>
                  <a:pt x="14925" y="28956"/>
                </a:lnTo>
                <a:lnTo>
                  <a:pt x="15013" y="29149"/>
                </a:lnTo>
                <a:lnTo>
                  <a:pt x="15101" y="29330"/>
                </a:lnTo>
                <a:lnTo>
                  <a:pt x="15202" y="29523"/>
                </a:lnTo>
                <a:lnTo>
                  <a:pt x="15340" y="29704"/>
                </a:lnTo>
                <a:lnTo>
                  <a:pt x="15428" y="29897"/>
                </a:lnTo>
                <a:lnTo>
                  <a:pt x="15516" y="30091"/>
                </a:lnTo>
                <a:lnTo>
                  <a:pt x="15604" y="30271"/>
                </a:lnTo>
                <a:lnTo>
                  <a:pt x="15705" y="30465"/>
                </a:lnTo>
                <a:lnTo>
                  <a:pt x="15843" y="30645"/>
                </a:lnTo>
                <a:lnTo>
                  <a:pt x="15931" y="30839"/>
                </a:lnTo>
                <a:lnTo>
                  <a:pt x="16019" y="31019"/>
                </a:lnTo>
                <a:lnTo>
                  <a:pt x="16120" y="31213"/>
                </a:lnTo>
                <a:lnTo>
                  <a:pt x="16208" y="31406"/>
                </a:lnTo>
                <a:lnTo>
                  <a:pt x="16346" y="31587"/>
                </a:lnTo>
                <a:lnTo>
                  <a:pt x="16434" y="31780"/>
                </a:lnTo>
                <a:lnTo>
                  <a:pt x="16522" y="31961"/>
                </a:lnTo>
                <a:lnTo>
                  <a:pt x="16623" y="32154"/>
                </a:lnTo>
                <a:lnTo>
                  <a:pt x="16711" y="32335"/>
                </a:lnTo>
                <a:lnTo>
                  <a:pt x="16849" y="32528"/>
                </a:lnTo>
                <a:lnTo>
                  <a:pt x="16937" y="32722"/>
                </a:lnTo>
                <a:lnTo>
                  <a:pt x="17025" y="32902"/>
                </a:lnTo>
                <a:lnTo>
                  <a:pt x="17126" y="33096"/>
                </a:lnTo>
                <a:lnTo>
                  <a:pt x="17214" y="33238"/>
                </a:lnTo>
                <a:lnTo>
                  <a:pt x="17352" y="33418"/>
                </a:lnTo>
                <a:lnTo>
                  <a:pt x="17440" y="33612"/>
                </a:lnTo>
                <a:lnTo>
                  <a:pt x="17528" y="33792"/>
                </a:lnTo>
                <a:lnTo>
                  <a:pt x="17629" y="33986"/>
                </a:lnTo>
                <a:lnTo>
                  <a:pt x="17717" y="34179"/>
                </a:lnTo>
                <a:lnTo>
                  <a:pt x="17855" y="34360"/>
                </a:lnTo>
                <a:lnTo>
                  <a:pt x="17943" y="34553"/>
                </a:lnTo>
                <a:lnTo>
                  <a:pt x="18031" y="34734"/>
                </a:lnTo>
                <a:lnTo>
                  <a:pt x="18132" y="34927"/>
                </a:lnTo>
                <a:lnTo>
                  <a:pt x="18220" y="35108"/>
                </a:lnTo>
                <a:lnTo>
                  <a:pt x="18358" y="35301"/>
                </a:lnTo>
                <a:lnTo>
                  <a:pt x="18446" y="35495"/>
                </a:lnTo>
                <a:lnTo>
                  <a:pt x="18534" y="35675"/>
                </a:lnTo>
                <a:lnTo>
                  <a:pt x="18634" y="35869"/>
                </a:lnTo>
                <a:lnTo>
                  <a:pt x="18723" y="36049"/>
                </a:lnTo>
                <a:lnTo>
                  <a:pt x="18861" y="36243"/>
                </a:lnTo>
                <a:lnTo>
                  <a:pt x="18949" y="36436"/>
                </a:lnTo>
                <a:lnTo>
                  <a:pt x="19037" y="36565"/>
                </a:lnTo>
                <a:lnTo>
                  <a:pt x="19137" y="36759"/>
                </a:lnTo>
                <a:lnTo>
                  <a:pt x="19225" y="36952"/>
                </a:lnTo>
                <a:lnTo>
                  <a:pt x="19364" y="37133"/>
                </a:lnTo>
                <a:lnTo>
                  <a:pt x="19452" y="37326"/>
                </a:lnTo>
                <a:lnTo>
                  <a:pt x="19540" y="37507"/>
                </a:lnTo>
                <a:lnTo>
                  <a:pt x="19640" y="37700"/>
                </a:lnTo>
                <a:lnTo>
                  <a:pt x="19728" y="37881"/>
                </a:lnTo>
                <a:lnTo>
                  <a:pt x="19867" y="38074"/>
                </a:lnTo>
                <a:lnTo>
                  <a:pt x="19955" y="38268"/>
                </a:lnTo>
                <a:lnTo>
                  <a:pt x="20055" y="38449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975426" y="5651531"/>
            <a:ext cx="20043" cy="34317"/>
          </a:xfrm>
          <a:custGeom>
            <a:avLst/>
            <a:gdLst/>
            <a:ahLst/>
            <a:cxnLst/>
            <a:rect l="l" t="t" r="r" b="b"/>
            <a:pathLst>
              <a:path w="20043" h="34317">
                <a:moveTo>
                  <a:pt x="0" y="0"/>
                </a:moveTo>
                <a:lnTo>
                  <a:pt x="88" y="141"/>
                </a:lnTo>
                <a:lnTo>
                  <a:pt x="176" y="335"/>
                </a:lnTo>
                <a:lnTo>
                  <a:pt x="314" y="515"/>
                </a:lnTo>
                <a:lnTo>
                  <a:pt x="402" y="709"/>
                </a:lnTo>
                <a:lnTo>
                  <a:pt x="502" y="889"/>
                </a:lnTo>
                <a:lnTo>
                  <a:pt x="590" y="1083"/>
                </a:lnTo>
                <a:lnTo>
                  <a:pt x="679" y="1276"/>
                </a:lnTo>
                <a:lnTo>
                  <a:pt x="817" y="1457"/>
                </a:lnTo>
                <a:lnTo>
                  <a:pt x="905" y="1650"/>
                </a:lnTo>
                <a:lnTo>
                  <a:pt x="1005" y="1792"/>
                </a:lnTo>
                <a:lnTo>
                  <a:pt x="1093" y="1973"/>
                </a:lnTo>
                <a:lnTo>
                  <a:pt x="1181" y="2166"/>
                </a:lnTo>
                <a:lnTo>
                  <a:pt x="1320" y="2347"/>
                </a:lnTo>
                <a:lnTo>
                  <a:pt x="1408" y="2540"/>
                </a:lnTo>
                <a:lnTo>
                  <a:pt x="1508" y="2734"/>
                </a:lnTo>
                <a:lnTo>
                  <a:pt x="1596" y="2914"/>
                </a:lnTo>
                <a:lnTo>
                  <a:pt x="1684" y="3108"/>
                </a:lnTo>
                <a:lnTo>
                  <a:pt x="1823" y="3250"/>
                </a:lnTo>
                <a:lnTo>
                  <a:pt x="1911" y="3430"/>
                </a:lnTo>
                <a:lnTo>
                  <a:pt x="2011" y="3624"/>
                </a:lnTo>
                <a:lnTo>
                  <a:pt x="2099" y="3804"/>
                </a:lnTo>
                <a:lnTo>
                  <a:pt x="2187" y="3998"/>
                </a:lnTo>
                <a:lnTo>
                  <a:pt x="2326" y="4191"/>
                </a:lnTo>
                <a:lnTo>
                  <a:pt x="2414" y="4333"/>
                </a:lnTo>
                <a:lnTo>
                  <a:pt x="2514" y="4514"/>
                </a:lnTo>
                <a:lnTo>
                  <a:pt x="2602" y="4707"/>
                </a:lnTo>
                <a:lnTo>
                  <a:pt x="2690" y="4888"/>
                </a:lnTo>
                <a:lnTo>
                  <a:pt x="2829" y="5081"/>
                </a:lnTo>
                <a:lnTo>
                  <a:pt x="2917" y="5262"/>
                </a:lnTo>
                <a:lnTo>
                  <a:pt x="3017" y="5455"/>
                </a:lnTo>
                <a:lnTo>
                  <a:pt x="3105" y="5597"/>
                </a:lnTo>
                <a:lnTo>
                  <a:pt x="3193" y="5778"/>
                </a:lnTo>
                <a:lnTo>
                  <a:pt x="3332" y="5971"/>
                </a:lnTo>
                <a:lnTo>
                  <a:pt x="3420" y="6165"/>
                </a:lnTo>
                <a:lnTo>
                  <a:pt x="3520" y="6345"/>
                </a:lnTo>
                <a:lnTo>
                  <a:pt x="3608" y="6487"/>
                </a:lnTo>
                <a:lnTo>
                  <a:pt x="3696" y="6681"/>
                </a:lnTo>
                <a:lnTo>
                  <a:pt x="3835" y="6861"/>
                </a:lnTo>
                <a:lnTo>
                  <a:pt x="3935" y="7055"/>
                </a:lnTo>
                <a:lnTo>
                  <a:pt x="4023" y="7235"/>
                </a:lnTo>
                <a:lnTo>
                  <a:pt x="4111" y="7429"/>
                </a:lnTo>
                <a:lnTo>
                  <a:pt x="4199" y="7571"/>
                </a:lnTo>
                <a:lnTo>
                  <a:pt x="4338" y="7764"/>
                </a:lnTo>
                <a:lnTo>
                  <a:pt x="4438" y="7945"/>
                </a:lnTo>
                <a:lnTo>
                  <a:pt x="4526" y="8138"/>
                </a:lnTo>
                <a:lnTo>
                  <a:pt x="4614" y="8319"/>
                </a:lnTo>
                <a:lnTo>
                  <a:pt x="4702" y="8461"/>
                </a:lnTo>
                <a:lnTo>
                  <a:pt x="4841" y="8654"/>
                </a:lnTo>
                <a:lnTo>
                  <a:pt x="4941" y="8835"/>
                </a:lnTo>
                <a:lnTo>
                  <a:pt x="5029" y="9028"/>
                </a:lnTo>
                <a:lnTo>
                  <a:pt x="5117" y="9222"/>
                </a:lnTo>
                <a:lnTo>
                  <a:pt x="5205" y="9351"/>
                </a:lnTo>
                <a:lnTo>
                  <a:pt x="5344" y="9544"/>
                </a:lnTo>
                <a:lnTo>
                  <a:pt x="5444" y="9738"/>
                </a:lnTo>
                <a:lnTo>
                  <a:pt x="5532" y="9918"/>
                </a:lnTo>
                <a:lnTo>
                  <a:pt x="5620" y="10060"/>
                </a:lnTo>
                <a:lnTo>
                  <a:pt x="5708" y="10253"/>
                </a:lnTo>
                <a:lnTo>
                  <a:pt x="5847" y="10434"/>
                </a:lnTo>
                <a:lnTo>
                  <a:pt x="5947" y="10627"/>
                </a:lnTo>
                <a:lnTo>
                  <a:pt x="6035" y="10769"/>
                </a:lnTo>
                <a:lnTo>
                  <a:pt x="6123" y="10950"/>
                </a:lnTo>
                <a:lnTo>
                  <a:pt x="6224" y="11143"/>
                </a:lnTo>
                <a:lnTo>
                  <a:pt x="6349" y="11337"/>
                </a:lnTo>
                <a:lnTo>
                  <a:pt x="6450" y="11517"/>
                </a:lnTo>
                <a:lnTo>
                  <a:pt x="6538" y="11659"/>
                </a:lnTo>
                <a:lnTo>
                  <a:pt x="6626" y="11853"/>
                </a:lnTo>
                <a:lnTo>
                  <a:pt x="6727" y="12033"/>
                </a:lnTo>
                <a:lnTo>
                  <a:pt x="6852" y="12227"/>
                </a:lnTo>
                <a:lnTo>
                  <a:pt x="6953" y="12369"/>
                </a:lnTo>
                <a:lnTo>
                  <a:pt x="7041" y="12549"/>
                </a:lnTo>
                <a:lnTo>
                  <a:pt x="7129" y="12743"/>
                </a:lnTo>
                <a:lnTo>
                  <a:pt x="7230" y="12885"/>
                </a:lnTo>
                <a:lnTo>
                  <a:pt x="7368" y="13065"/>
                </a:lnTo>
                <a:lnTo>
                  <a:pt x="7456" y="13259"/>
                </a:lnTo>
                <a:lnTo>
                  <a:pt x="7544" y="13452"/>
                </a:lnTo>
                <a:lnTo>
                  <a:pt x="7632" y="13581"/>
                </a:lnTo>
                <a:lnTo>
                  <a:pt x="7733" y="13775"/>
                </a:lnTo>
                <a:lnTo>
                  <a:pt x="7871" y="13968"/>
                </a:lnTo>
                <a:lnTo>
                  <a:pt x="7959" y="14149"/>
                </a:lnTo>
                <a:lnTo>
                  <a:pt x="8047" y="14291"/>
                </a:lnTo>
                <a:lnTo>
                  <a:pt x="8135" y="14484"/>
                </a:lnTo>
                <a:lnTo>
                  <a:pt x="8236" y="14665"/>
                </a:lnTo>
                <a:lnTo>
                  <a:pt x="8374" y="14806"/>
                </a:lnTo>
                <a:lnTo>
                  <a:pt x="8462" y="15000"/>
                </a:lnTo>
                <a:lnTo>
                  <a:pt x="8550" y="15180"/>
                </a:lnTo>
                <a:lnTo>
                  <a:pt x="8638" y="15374"/>
                </a:lnTo>
                <a:lnTo>
                  <a:pt x="8739" y="15516"/>
                </a:lnTo>
                <a:lnTo>
                  <a:pt x="8877" y="15696"/>
                </a:lnTo>
                <a:lnTo>
                  <a:pt x="8965" y="15890"/>
                </a:lnTo>
                <a:lnTo>
                  <a:pt x="9053" y="16032"/>
                </a:lnTo>
                <a:lnTo>
                  <a:pt x="9141" y="16225"/>
                </a:lnTo>
                <a:lnTo>
                  <a:pt x="9242" y="16406"/>
                </a:lnTo>
                <a:lnTo>
                  <a:pt x="9380" y="16548"/>
                </a:lnTo>
                <a:lnTo>
                  <a:pt x="9468" y="16741"/>
                </a:lnTo>
                <a:lnTo>
                  <a:pt x="9556" y="16922"/>
                </a:lnTo>
                <a:lnTo>
                  <a:pt x="9644" y="17064"/>
                </a:lnTo>
                <a:lnTo>
                  <a:pt x="9745" y="17257"/>
                </a:lnTo>
                <a:lnTo>
                  <a:pt x="9883" y="17438"/>
                </a:lnTo>
                <a:lnTo>
                  <a:pt x="9971" y="17631"/>
                </a:lnTo>
                <a:lnTo>
                  <a:pt x="10059" y="17773"/>
                </a:lnTo>
                <a:lnTo>
                  <a:pt x="10159" y="17954"/>
                </a:lnTo>
                <a:lnTo>
                  <a:pt x="10247" y="18147"/>
                </a:lnTo>
                <a:lnTo>
                  <a:pt x="10386" y="18289"/>
                </a:lnTo>
                <a:lnTo>
                  <a:pt x="10474" y="18469"/>
                </a:lnTo>
                <a:lnTo>
                  <a:pt x="10562" y="18663"/>
                </a:lnTo>
                <a:lnTo>
                  <a:pt x="10662" y="18805"/>
                </a:lnTo>
                <a:lnTo>
                  <a:pt x="10750" y="18998"/>
                </a:lnTo>
                <a:lnTo>
                  <a:pt x="10889" y="19140"/>
                </a:lnTo>
                <a:lnTo>
                  <a:pt x="10977" y="19321"/>
                </a:lnTo>
                <a:lnTo>
                  <a:pt x="11065" y="19514"/>
                </a:lnTo>
                <a:lnTo>
                  <a:pt x="11165" y="19656"/>
                </a:lnTo>
                <a:lnTo>
                  <a:pt x="11253" y="19837"/>
                </a:lnTo>
                <a:lnTo>
                  <a:pt x="11392" y="20030"/>
                </a:lnTo>
                <a:lnTo>
                  <a:pt x="11480" y="20172"/>
                </a:lnTo>
                <a:lnTo>
                  <a:pt x="11568" y="20353"/>
                </a:lnTo>
                <a:lnTo>
                  <a:pt x="11668" y="20546"/>
                </a:lnTo>
                <a:lnTo>
                  <a:pt x="11756" y="20688"/>
                </a:lnTo>
                <a:lnTo>
                  <a:pt x="11895" y="20869"/>
                </a:lnTo>
                <a:lnTo>
                  <a:pt x="11983" y="21062"/>
                </a:lnTo>
                <a:lnTo>
                  <a:pt x="12071" y="21204"/>
                </a:lnTo>
                <a:lnTo>
                  <a:pt x="12171" y="21384"/>
                </a:lnTo>
                <a:lnTo>
                  <a:pt x="12259" y="21526"/>
                </a:lnTo>
                <a:lnTo>
                  <a:pt x="12398" y="21720"/>
                </a:lnTo>
                <a:lnTo>
                  <a:pt x="12486" y="21913"/>
                </a:lnTo>
                <a:lnTo>
                  <a:pt x="12574" y="22042"/>
                </a:lnTo>
                <a:lnTo>
                  <a:pt x="12674" y="22236"/>
                </a:lnTo>
                <a:lnTo>
                  <a:pt x="12762" y="22378"/>
                </a:lnTo>
                <a:lnTo>
                  <a:pt x="12901" y="22571"/>
                </a:lnTo>
                <a:lnTo>
                  <a:pt x="12989" y="22752"/>
                </a:lnTo>
                <a:lnTo>
                  <a:pt x="13077" y="22894"/>
                </a:lnTo>
                <a:lnTo>
                  <a:pt x="13177" y="23087"/>
                </a:lnTo>
                <a:lnTo>
                  <a:pt x="13265" y="23229"/>
                </a:lnTo>
                <a:lnTo>
                  <a:pt x="13404" y="23409"/>
                </a:lnTo>
                <a:lnTo>
                  <a:pt x="13492" y="23603"/>
                </a:lnTo>
                <a:lnTo>
                  <a:pt x="13592" y="23745"/>
                </a:lnTo>
                <a:lnTo>
                  <a:pt x="13680" y="23925"/>
                </a:lnTo>
                <a:lnTo>
                  <a:pt x="13768" y="24067"/>
                </a:lnTo>
                <a:lnTo>
                  <a:pt x="13907" y="24261"/>
                </a:lnTo>
                <a:lnTo>
                  <a:pt x="13995" y="24441"/>
                </a:lnTo>
                <a:lnTo>
                  <a:pt x="14095" y="24583"/>
                </a:lnTo>
                <a:lnTo>
                  <a:pt x="14183" y="24777"/>
                </a:lnTo>
                <a:lnTo>
                  <a:pt x="14271" y="24918"/>
                </a:lnTo>
                <a:lnTo>
                  <a:pt x="14410" y="25099"/>
                </a:lnTo>
                <a:lnTo>
                  <a:pt x="14498" y="25241"/>
                </a:lnTo>
                <a:lnTo>
                  <a:pt x="14598" y="25434"/>
                </a:lnTo>
                <a:lnTo>
                  <a:pt x="14686" y="25615"/>
                </a:lnTo>
                <a:lnTo>
                  <a:pt x="14774" y="25757"/>
                </a:lnTo>
                <a:lnTo>
                  <a:pt x="14913" y="25950"/>
                </a:lnTo>
                <a:lnTo>
                  <a:pt x="15001" y="26092"/>
                </a:lnTo>
                <a:lnTo>
                  <a:pt x="15101" y="26273"/>
                </a:lnTo>
                <a:lnTo>
                  <a:pt x="15189" y="26415"/>
                </a:lnTo>
                <a:lnTo>
                  <a:pt x="15277" y="26608"/>
                </a:lnTo>
                <a:lnTo>
                  <a:pt x="15415" y="26750"/>
                </a:lnTo>
                <a:lnTo>
                  <a:pt x="15504" y="26931"/>
                </a:lnTo>
                <a:lnTo>
                  <a:pt x="15604" y="27072"/>
                </a:lnTo>
                <a:lnTo>
                  <a:pt x="15692" y="27266"/>
                </a:lnTo>
                <a:lnTo>
                  <a:pt x="15780" y="27459"/>
                </a:lnTo>
                <a:lnTo>
                  <a:pt x="15918" y="27601"/>
                </a:lnTo>
                <a:lnTo>
                  <a:pt x="16006" y="27782"/>
                </a:lnTo>
                <a:lnTo>
                  <a:pt x="16107" y="27924"/>
                </a:lnTo>
                <a:lnTo>
                  <a:pt x="16195" y="28117"/>
                </a:lnTo>
                <a:lnTo>
                  <a:pt x="16283" y="28259"/>
                </a:lnTo>
                <a:lnTo>
                  <a:pt x="16421" y="28440"/>
                </a:lnTo>
                <a:lnTo>
                  <a:pt x="16509" y="28582"/>
                </a:lnTo>
                <a:lnTo>
                  <a:pt x="16610" y="28775"/>
                </a:lnTo>
                <a:lnTo>
                  <a:pt x="16698" y="28917"/>
                </a:lnTo>
                <a:lnTo>
                  <a:pt x="16786" y="29097"/>
                </a:lnTo>
                <a:lnTo>
                  <a:pt x="16924" y="29239"/>
                </a:lnTo>
                <a:lnTo>
                  <a:pt x="17012" y="29433"/>
                </a:lnTo>
                <a:lnTo>
                  <a:pt x="17113" y="29575"/>
                </a:lnTo>
                <a:lnTo>
                  <a:pt x="17201" y="29755"/>
                </a:lnTo>
                <a:lnTo>
                  <a:pt x="17289" y="29897"/>
                </a:lnTo>
                <a:lnTo>
                  <a:pt x="17427" y="30091"/>
                </a:lnTo>
                <a:lnTo>
                  <a:pt x="17528" y="30232"/>
                </a:lnTo>
                <a:lnTo>
                  <a:pt x="17616" y="30413"/>
                </a:lnTo>
                <a:lnTo>
                  <a:pt x="17704" y="30555"/>
                </a:lnTo>
                <a:lnTo>
                  <a:pt x="17792" y="30748"/>
                </a:lnTo>
                <a:lnTo>
                  <a:pt x="17930" y="30890"/>
                </a:lnTo>
                <a:lnTo>
                  <a:pt x="18031" y="31071"/>
                </a:lnTo>
                <a:lnTo>
                  <a:pt x="18119" y="31213"/>
                </a:lnTo>
                <a:lnTo>
                  <a:pt x="18207" y="31406"/>
                </a:lnTo>
                <a:lnTo>
                  <a:pt x="18295" y="31548"/>
                </a:lnTo>
                <a:lnTo>
                  <a:pt x="18433" y="31729"/>
                </a:lnTo>
                <a:lnTo>
                  <a:pt x="18534" y="31871"/>
                </a:lnTo>
                <a:lnTo>
                  <a:pt x="18622" y="32064"/>
                </a:lnTo>
                <a:lnTo>
                  <a:pt x="18710" y="32206"/>
                </a:lnTo>
                <a:lnTo>
                  <a:pt x="18798" y="32348"/>
                </a:lnTo>
                <a:lnTo>
                  <a:pt x="18936" y="32528"/>
                </a:lnTo>
                <a:lnTo>
                  <a:pt x="19037" y="32670"/>
                </a:lnTo>
                <a:lnTo>
                  <a:pt x="19125" y="32864"/>
                </a:lnTo>
                <a:lnTo>
                  <a:pt x="19213" y="33006"/>
                </a:lnTo>
                <a:lnTo>
                  <a:pt x="19301" y="33186"/>
                </a:lnTo>
                <a:lnTo>
                  <a:pt x="19439" y="33328"/>
                </a:lnTo>
                <a:lnTo>
                  <a:pt x="19540" y="33521"/>
                </a:lnTo>
                <a:lnTo>
                  <a:pt x="19628" y="33658"/>
                </a:lnTo>
                <a:lnTo>
                  <a:pt x="19716" y="33847"/>
                </a:lnTo>
                <a:lnTo>
                  <a:pt x="19816" y="33987"/>
                </a:lnTo>
                <a:lnTo>
                  <a:pt x="19942" y="34129"/>
                </a:lnTo>
                <a:lnTo>
                  <a:pt x="20043" y="34317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995470" y="5685849"/>
            <a:ext cx="20043" cy="29660"/>
          </a:xfrm>
          <a:custGeom>
            <a:avLst/>
            <a:gdLst/>
            <a:ahLst/>
            <a:cxnLst/>
            <a:rect l="l" t="t" r="r" b="b"/>
            <a:pathLst>
              <a:path w="20043" h="29660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9"/>
                </a:lnTo>
                <a:lnTo>
                  <a:pt x="402" y="657"/>
                </a:lnTo>
                <a:lnTo>
                  <a:pt x="502" y="798"/>
                </a:lnTo>
                <a:lnTo>
                  <a:pt x="590" y="938"/>
                </a:lnTo>
                <a:lnTo>
                  <a:pt x="679" y="1127"/>
                </a:lnTo>
                <a:lnTo>
                  <a:pt x="779" y="1269"/>
                </a:lnTo>
                <a:lnTo>
                  <a:pt x="917" y="1456"/>
                </a:lnTo>
                <a:lnTo>
                  <a:pt x="1005" y="1598"/>
                </a:lnTo>
                <a:lnTo>
                  <a:pt x="1093" y="1738"/>
                </a:lnTo>
                <a:lnTo>
                  <a:pt x="1181" y="1926"/>
                </a:lnTo>
                <a:lnTo>
                  <a:pt x="1282" y="2067"/>
                </a:lnTo>
                <a:lnTo>
                  <a:pt x="1420" y="2255"/>
                </a:lnTo>
                <a:lnTo>
                  <a:pt x="1508" y="2396"/>
                </a:lnTo>
                <a:lnTo>
                  <a:pt x="1596" y="2538"/>
                </a:lnTo>
                <a:lnTo>
                  <a:pt x="1684" y="2725"/>
                </a:lnTo>
                <a:lnTo>
                  <a:pt x="1785" y="2867"/>
                </a:lnTo>
                <a:lnTo>
                  <a:pt x="1923" y="3054"/>
                </a:lnTo>
                <a:lnTo>
                  <a:pt x="2011" y="3196"/>
                </a:lnTo>
                <a:lnTo>
                  <a:pt x="2099" y="3336"/>
                </a:lnTo>
                <a:lnTo>
                  <a:pt x="2187" y="3525"/>
                </a:lnTo>
                <a:lnTo>
                  <a:pt x="2288" y="3665"/>
                </a:lnTo>
                <a:lnTo>
                  <a:pt x="2426" y="3807"/>
                </a:lnTo>
                <a:lnTo>
                  <a:pt x="2514" y="3994"/>
                </a:lnTo>
                <a:lnTo>
                  <a:pt x="2602" y="4136"/>
                </a:lnTo>
                <a:lnTo>
                  <a:pt x="2690" y="4323"/>
                </a:lnTo>
                <a:lnTo>
                  <a:pt x="2791" y="4465"/>
                </a:lnTo>
                <a:lnTo>
                  <a:pt x="2929" y="4605"/>
                </a:lnTo>
                <a:lnTo>
                  <a:pt x="3017" y="4794"/>
                </a:lnTo>
                <a:lnTo>
                  <a:pt x="3105" y="4934"/>
                </a:lnTo>
                <a:lnTo>
                  <a:pt x="3193" y="5076"/>
                </a:lnTo>
                <a:lnTo>
                  <a:pt x="3294" y="5263"/>
                </a:lnTo>
                <a:lnTo>
                  <a:pt x="3432" y="5405"/>
                </a:lnTo>
                <a:lnTo>
                  <a:pt x="3520" y="5546"/>
                </a:lnTo>
                <a:lnTo>
                  <a:pt x="3608" y="5734"/>
                </a:lnTo>
                <a:lnTo>
                  <a:pt x="3709" y="5875"/>
                </a:lnTo>
                <a:lnTo>
                  <a:pt x="3797" y="6015"/>
                </a:lnTo>
                <a:lnTo>
                  <a:pt x="3935" y="6203"/>
                </a:lnTo>
                <a:lnTo>
                  <a:pt x="4023" y="6345"/>
                </a:lnTo>
                <a:lnTo>
                  <a:pt x="4111" y="6486"/>
                </a:lnTo>
                <a:lnTo>
                  <a:pt x="4212" y="6674"/>
                </a:lnTo>
                <a:lnTo>
                  <a:pt x="4300" y="6815"/>
                </a:lnTo>
                <a:lnTo>
                  <a:pt x="4438" y="6955"/>
                </a:lnTo>
                <a:lnTo>
                  <a:pt x="4526" y="7144"/>
                </a:lnTo>
                <a:lnTo>
                  <a:pt x="4614" y="7284"/>
                </a:lnTo>
                <a:lnTo>
                  <a:pt x="4715" y="7426"/>
                </a:lnTo>
                <a:lnTo>
                  <a:pt x="4803" y="7614"/>
                </a:lnTo>
                <a:lnTo>
                  <a:pt x="4941" y="7755"/>
                </a:lnTo>
                <a:lnTo>
                  <a:pt x="5029" y="7896"/>
                </a:lnTo>
                <a:lnTo>
                  <a:pt x="5117" y="8038"/>
                </a:lnTo>
                <a:lnTo>
                  <a:pt x="5218" y="8225"/>
                </a:lnTo>
                <a:lnTo>
                  <a:pt x="5306" y="8366"/>
                </a:lnTo>
                <a:lnTo>
                  <a:pt x="5444" y="8507"/>
                </a:lnTo>
                <a:lnTo>
                  <a:pt x="5532" y="8695"/>
                </a:lnTo>
                <a:lnTo>
                  <a:pt x="5620" y="8836"/>
                </a:lnTo>
                <a:lnTo>
                  <a:pt x="5721" y="8977"/>
                </a:lnTo>
                <a:lnTo>
                  <a:pt x="5809" y="9165"/>
                </a:lnTo>
                <a:lnTo>
                  <a:pt x="5947" y="9307"/>
                </a:lnTo>
                <a:lnTo>
                  <a:pt x="6035" y="9447"/>
                </a:lnTo>
                <a:lnTo>
                  <a:pt x="6123" y="9588"/>
                </a:lnTo>
                <a:lnTo>
                  <a:pt x="6224" y="9776"/>
                </a:lnTo>
                <a:lnTo>
                  <a:pt x="6312" y="9917"/>
                </a:lnTo>
                <a:lnTo>
                  <a:pt x="6450" y="10059"/>
                </a:lnTo>
                <a:lnTo>
                  <a:pt x="6538" y="10199"/>
                </a:lnTo>
                <a:lnTo>
                  <a:pt x="6626" y="10388"/>
                </a:lnTo>
                <a:lnTo>
                  <a:pt x="6727" y="10528"/>
                </a:lnTo>
                <a:lnTo>
                  <a:pt x="6815" y="10669"/>
                </a:lnTo>
                <a:lnTo>
                  <a:pt x="6953" y="10811"/>
                </a:lnTo>
                <a:lnTo>
                  <a:pt x="7041" y="10999"/>
                </a:lnTo>
                <a:lnTo>
                  <a:pt x="7142" y="11140"/>
                </a:lnTo>
                <a:lnTo>
                  <a:pt x="7230" y="11280"/>
                </a:lnTo>
                <a:lnTo>
                  <a:pt x="7318" y="11422"/>
                </a:lnTo>
                <a:lnTo>
                  <a:pt x="7456" y="11609"/>
                </a:lnTo>
                <a:lnTo>
                  <a:pt x="7544" y="11751"/>
                </a:lnTo>
                <a:lnTo>
                  <a:pt x="7645" y="11891"/>
                </a:lnTo>
                <a:lnTo>
                  <a:pt x="7733" y="12032"/>
                </a:lnTo>
                <a:lnTo>
                  <a:pt x="7821" y="12220"/>
                </a:lnTo>
                <a:lnTo>
                  <a:pt x="7959" y="12361"/>
                </a:lnTo>
                <a:lnTo>
                  <a:pt x="8047" y="12503"/>
                </a:lnTo>
                <a:lnTo>
                  <a:pt x="8148" y="12643"/>
                </a:lnTo>
                <a:lnTo>
                  <a:pt x="8236" y="12832"/>
                </a:lnTo>
                <a:lnTo>
                  <a:pt x="8324" y="12972"/>
                </a:lnTo>
                <a:lnTo>
                  <a:pt x="8462" y="13114"/>
                </a:lnTo>
                <a:lnTo>
                  <a:pt x="8550" y="13255"/>
                </a:lnTo>
                <a:lnTo>
                  <a:pt x="8651" y="13395"/>
                </a:lnTo>
                <a:lnTo>
                  <a:pt x="8739" y="13584"/>
                </a:lnTo>
                <a:lnTo>
                  <a:pt x="8827" y="13724"/>
                </a:lnTo>
                <a:lnTo>
                  <a:pt x="8965" y="13866"/>
                </a:lnTo>
                <a:lnTo>
                  <a:pt x="9053" y="14007"/>
                </a:lnTo>
                <a:lnTo>
                  <a:pt x="9154" y="14147"/>
                </a:lnTo>
                <a:lnTo>
                  <a:pt x="9242" y="14336"/>
                </a:lnTo>
                <a:lnTo>
                  <a:pt x="9330" y="14476"/>
                </a:lnTo>
                <a:lnTo>
                  <a:pt x="9468" y="14618"/>
                </a:lnTo>
                <a:lnTo>
                  <a:pt x="9556" y="14759"/>
                </a:lnTo>
                <a:lnTo>
                  <a:pt x="9657" y="14899"/>
                </a:lnTo>
                <a:lnTo>
                  <a:pt x="9745" y="15088"/>
                </a:lnTo>
                <a:lnTo>
                  <a:pt x="9833" y="15229"/>
                </a:lnTo>
                <a:lnTo>
                  <a:pt x="9971" y="15370"/>
                </a:lnTo>
                <a:lnTo>
                  <a:pt x="10059" y="15511"/>
                </a:lnTo>
                <a:lnTo>
                  <a:pt x="10159" y="15653"/>
                </a:lnTo>
                <a:lnTo>
                  <a:pt x="10247" y="15793"/>
                </a:lnTo>
                <a:lnTo>
                  <a:pt x="10336" y="15981"/>
                </a:lnTo>
                <a:lnTo>
                  <a:pt x="10474" y="16122"/>
                </a:lnTo>
                <a:lnTo>
                  <a:pt x="10562" y="16263"/>
                </a:lnTo>
                <a:lnTo>
                  <a:pt x="10662" y="16405"/>
                </a:lnTo>
                <a:lnTo>
                  <a:pt x="10750" y="16545"/>
                </a:lnTo>
                <a:lnTo>
                  <a:pt x="10838" y="16686"/>
                </a:lnTo>
                <a:lnTo>
                  <a:pt x="10977" y="16874"/>
                </a:lnTo>
                <a:lnTo>
                  <a:pt x="11077" y="17015"/>
                </a:lnTo>
                <a:lnTo>
                  <a:pt x="11165" y="17156"/>
                </a:lnTo>
                <a:lnTo>
                  <a:pt x="11253" y="17297"/>
                </a:lnTo>
                <a:lnTo>
                  <a:pt x="11341" y="17438"/>
                </a:lnTo>
                <a:lnTo>
                  <a:pt x="11480" y="17580"/>
                </a:lnTo>
                <a:lnTo>
                  <a:pt x="11580" y="17720"/>
                </a:lnTo>
                <a:lnTo>
                  <a:pt x="11668" y="17908"/>
                </a:lnTo>
                <a:lnTo>
                  <a:pt x="11756" y="18049"/>
                </a:lnTo>
                <a:lnTo>
                  <a:pt x="11844" y="18191"/>
                </a:lnTo>
                <a:lnTo>
                  <a:pt x="11983" y="18331"/>
                </a:lnTo>
                <a:lnTo>
                  <a:pt x="12083" y="18472"/>
                </a:lnTo>
                <a:lnTo>
                  <a:pt x="12171" y="18614"/>
                </a:lnTo>
                <a:lnTo>
                  <a:pt x="12259" y="18755"/>
                </a:lnTo>
                <a:lnTo>
                  <a:pt x="12347" y="18895"/>
                </a:lnTo>
                <a:lnTo>
                  <a:pt x="12486" y="19083"/>
                </a:lnTo>
                <a:lnTo>
                  <a:pt x="12586" y="19224"/>
                </a:lnTo>
                <a:lnTo>
                  <a:pt x="12674" y="19366"/>
                </a:lnTo>
                <a:lnTo>
                  <a:pt x="12762" y="19506"/>
                </a:lnTo>
                <a:lnTo>
                  <a:pt x="12850" y="19647"/>
                </a:lnTo>
                <a:lnTo>
                  <a:pt x="12989" y="19789"/>
                </a:lnTo>
                <a:lnTo>
                  <a:pt x="13089" y="19930"/>
                </a:lnTo>
                <a:lnTo>
                  <a:pt x="13177" y="20070"/>
                </a:lnTo>
                <a:lnTo>
                  <a:pt x="13265" y="20212"/>
                </a:lnTo>
                <a:lnTo>
                  <a:pt x="13353" y="20353"/>
                </a:lnTo>
                <a:lnTo>
                  <a:pt x="13492" y="20493"/>
                </a:lnTo>
                <a:lnTo>
                  <a:pt x="13592" y="20681"/>
                </a:lnTo>
                <a:lnTo>
                  <a:pt x="13680" y="20822"/>
                </a:lnTo>
                <a:lnTo>
                  <a:pt x="13768" y="20964"/>
                </a:lnTo>
                <a:lnTo>
                  <a:pt x="13869" y="21105"/>
                </a:lnTo>
                <a:lnTo>
                  <a:pt x="13995" y="21245"/>
                </a:lnTo>
                <a:lnTo>
                  <a:pt x="14095" y="21387"/>
                </a:lnTo>
                <a:lnTo>
                  <a:pt x="14183" y="21528"/>
                </a:lnTo>
                <a:lnTo>
                  <a:pt x="14271" y="21668"/>
                </a:lnTo>
                <a:lnTo>
                  <a:pt x="14372" y="21810"/>
                </a:lnTo>
                <a:lnTo>
                  <a:pt x="14498" y="21951"/>
                </a:lnTo>
                <a:lnTo>
                  <a:pt x="14598" y="22091"/>
                </a:lnTo>
                <a:lnTo>
                  <a:pt x="14686" y="22233"/>
                </a:lnTo>
                <a:lnTo>
                  <a:pt x="14774" y="22374"/>
                </a:lnTo>
                <a:lnTo>
                  <a:pt x="14875" y="22514"/>
                </a:lnTo>
                <a:lnTo>
                  <a:pt x="15013" y="22656"/>
                </a:lnTo>
                <a:lnTo>
                  <a:pt x="15101" y="22797"/>
                </a:lnTo>
                <a:lnTo>
                  <a:pt x="15189" y="22985"/>
                </a:lnTo>
                <a:lnTo>
                  <a:pt x="15277" y="23126"/>
                </a:lnTo>
                <a:lnTo>
                  <a:pt x="15378" y="23268"/>
                </a:lnTo>
                <a:lnTo>
                  <a:pt x="15516" y="23408"/>
                </a:lnTo>
                <a:lnTo>
                  <a:pt x="15604" y="23549"/>
                </a:lnTo>
                <a:lnTo>
                  <a:pt x="15692" y="23691"/>
                </a:lnTo>
                <a:lnTo>
                  <a:pt x="15780" y="23831"/>
                </a:lnTo>
                <a:lnTo>
                  <a:pt x="15881" y="23972"/>
                </a:lnTo>
                <a:lnTo>
                  <a:pt x="16019" y="24114"/>
                </a:lnTo>
                <a:lnTo>
                  <a:pt x="16107" y="24254"/>
                </a:lnTo>
                <a:lnTo>
                  <a:pt x="16195" y="24395"/>
                </a:lnTo>
                <a:lnTo>
                  <a:pt x="16283" y="24537"/>
                </a:lnTo>
                <a:lnTo>
                  <a:pt x="16384" y="24677"/>
                </a:lnTo>
                <a:lnTo>
                  <a:pt x="16522" y="24818"/>
                </a:lnTo>
                <a:lnTo>
                  <a:pt x="16610" y="24960"/>
                </a:lnTo>
                <a:lnTo>
                  <a:pt x="16698" y="25100"/>
                </a:lnTo>
                <a:lnTo>
                  <a:pt x="16786" y="25241"/>
                </a:lnTo>
                <a:lnTo>
                  <a:pt x="16887" y="25383"/>
                </a:lnTo>
                <a:lnTo>
                  <a:pt x="17025" y="25523"/>
                </a:lnTo>
                <a:lnTo>
                  <a:pt x="17113" y="25664"/>
                </a:lnTo>
                <a:lnTo>
                  <a:pt x="17201" y="25806"/>
                </a:lnTo>
                <a:lnTo>
                  <a:pt x="17302" y="25946"/>
                </a:lnTo>
                <a:lnTo>
                  <a:pt x="17390" y="26087"/>
                </a:lnTo>
                <a:lnTo>
                  <a:pt x="17528" y="26229"/>
                </a:lnTo>
                <a:lnTo>
                  <a:pt x="17616" y="26370"/>
                </a:lnTo>
                <a:lnTo>
                  <a:pt x="17704" y="26510"/>
                </a:lnTo>
                <a:lnTo>
                  <a:pt x="17805" y="26652"/>
                </a:lnTo>
                <a:lnTo>
                  <a:pt x="17893" y="26793"/>
                </a:lnTo>
                <a:lnTo>
                  <a:pt x="18031" y="26933"/>
                </a:lnTo>
                <a:lnTo>
                  <a:pt x="18207" y="27168"/>
                </a:lnTo>
                <a:lnTo>
                  <a:pt x="18308" y="27310"/>
                </a:lnTo>
                <a:lnTo>
                  <a:pt x="18396" y="27450"/>
                </a:lnTo>
                <a:lnTo>
                  <a:pt x="18534" y="27591"/>
                </a:lnTo>
                <a:lnTo>
                  <a:pt x="18622" y="27733"/>
                </a:lnTo>
                <a:lnTo>
                  <a:pt x="18710" y="27873"/>
                </a:lnTo>
                <a:lnTo>
                  <a:pt x="18811" y="28014"/>
                </a:lnTo>
                <a:lnTo>
                  <a:pt x="18899" y="28156"/>
                </a:lnTo>
                <a:lnTo>
                  <a:pt x="19037" y="28296"/>
                </a:lnTo>
                <a:lnTo>
                  <a:pt x="19125" y="28437"/>
                </a:lnTo>
                <a:lnTo>
                  <a:pt x="19213" y="28579"/>
                </a:lnTo>
                <a:lnTo>
                  <a:pt x="19314" y="28720"/>
                </a:lnTo>
                <a:lnTo>
                  <a:pt x="19402" y="28860"/>
                </a:lnTo>
                <a:lnTo>
                  <a:pt x="19540" y="29002"/>
                </a:lnTo>
                <a:lnTo>
                  <a:pt x="19628" y="29143"/>
                </a:lnTo>
                <a:lnTo>
                  <a:pt x="19816" y="29377"/>
                </a:lnTo>
                <a:lnTo>
                  <a:pt x="19904" y="29519"/>
                </a:lnTo>
                <a:lnTo>
                  <a:pt x="20043" y="2966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015513" y="5715510"/>
            <a:ext cx="19993" cy="24583"/>
          </a:xfrm>
          <a:custGeom>
            <a:avLst/>
            <a:gdLst/>
            <a:ahLst/>
            <a:cxnLst/>
            <a:rect l="l" t="t" r="r" b="b"/>
            <a:pathLst>
              <a:path w="19993" h="24583">
                <a:moveTo>
                  <a:pt x="0" y="0"/>
                </a:moveTo>
                <a:lnTo>
                  <a:pt x="88" y="140"/>
                </a:lnTo>
                <a:lnTo>
                  <a:pt x="176" y="282"/>
                </a:lnTo>
                <a:lnTo>
                  <a:pt x="276" y="423"/>
                </a:lnTo>
                <a:lnTo>
                  <a:pt x="364" y="563"/>
                </a:lnTo>
                <a:lnTo>
                  <a:pt x="502" y="705"/>
                </a:lnTo>
                <a:lnTo>
                  <a:pt x="590" y="846"/>
                </a:lnTo>
                <a:lnTo>
                  <a:pt x="779" y="1080"/>
                </a:lnTo>
                <a:lnTo>
                  <a:pt x="867" y="1222"/>
                </a:lnTo>
                <a:lnTo>
                  <a:pt x="1005" y="1363"/>
                </a:lnTo>
                <a:lnTo>
                  <a:pt x="1093" y="1503"/>
                </a:lnTo>
                <a:lnTo>
                  <a:pt x="1194" y="1645"/>
                </a:lnTo>
                <a:lnTo>
                  <a:pt x="1282" y="1786"/>
                </a:lnTo>
                <a:lnTo>
                  <a:pt x="1370" y="1926"/>
                </a:lnTo>
                <a:lnTo>
                  <a:pt x="1508" y="2021"/>
                </a:lnTo>
                <a:lnTo>
                  <a:pt x="1596" y="2161"/>
                </a:lnTo>
                <a:lnTo>
                  <a:pt x="1697" y="2303"/>
                </a:lnTo>
                <a:lnTo>
                  <a:pt x="1785" y="2444"/>
                </a:lnTo>
                <a:lnTo>
                  <a:pt x="1873" y="2584"/>
                </a:lnTo>
                <a:lnTo>
                  <a:pt x="2011" y="2726"/>
                </a:lnTo>
                <a:lnTo>
                  <a:pt x="2099" y="2867"/>
                </a:lnTo>
                <a:lnTo>
                  <a:pt x="2288" y="3101"/>
                </a:lnTo>
                <a:lnTo>
                  <a:pt x="2376" y="3243"/>
                </a:lnTo>
                <a:lnTo>
                  <a:pt x="2514" y="3384"/>
                </a:lnTo>
                <a:lnTo>
                  <a:pt x="2602" y="3525"/>
                </a:lnTo>
                <a:lnTo>
                  <a:pt x="2703" y="3666"/>
                </a:lnTo>
                <a:lnTo>
                  <a:pt x="2791" y="3807"/>
                </a:lnTo>
                <a:lnTo>
                  <a:pt x="3017" y="4042"/>
                </a:lnTo>
                <a:lnTo>
                  <a:pt x="3105" y="4184"/>
                </a:lnTo>
                <a:lnTo>
                  <a:pt x="3206" y="4324"/>
                </a:lnTo>
                <a:lnTo>
                  <a:pt x="3294" y="4465"/>
                </a:lnTo>
                <a:lnTo>
                  <a:pt x="3520" y="4700"/>
                </a:lnTo>
                <a:lnTo>
                  <a:pt x="3608" y="4841"/>
                </a:lnTo>
                <a:lnTo>
                  <a:pt x="3709" y="4982"/>
                </a:lnTo>
                <a:lnTo>
                  <a:pt x="3797" y="5123"/>
                </a:lnTo>
                <a:lnTo>
                  <a:pt x="4023" y="5359"/>
                </a:lnTo>
                <a:lnTo>
                  <a:pt x="4111" y="5499"/>
                </a:lnTo>
                <a:lnTo>
                  <a:pt x="4212" y="5640"/>
                </a:lnTo>
                <a:lnTo>
                  <a:pt x="4300" y="5782"/>
                </a:lnTo>
                <a:lnTo>
                  <a:pt x="4526" y="6016"/>
                </a:lnTo>
                <a:lnTo>
                  <a:pt x="4627" y="6157"/>
                </a:lnTo>
                <a:lnTo>
                  <a:pt x="4715" y="6299"/>
                </a:lnTo>
                <a:lnTo>
                  <a:pt x="4803" y="6439"/>
                </a:lnTo>
                <a:lnTo>
                  <a:pt x="5029" y="6674"/>
                </a:lnTo>
                <a:lnTo>
                  <a:pt x="5130" y="6815"/>
                </a:lnTo>
                <a:lnTo>
                  <a:pt x="5218" y="6957"/>
                </a:lnTo>
                <a:lnTo>
                  <a:pt x="5394" y="7191"/>
                </a:lnTo>
                <a:lnTo>
                  <a:pt x="5532" y="7332"/>
                </a:lnTo>
                <a:lnTo>
                  <a:pt x="5633" y="7474"/>
                </a:lnTo>
                <a:lnTo>
                  <a:pt x="5809" y="7709"/>
                </a:lnTo>
                <a:lnTo>
                  <a:pt x="5897" y="7849"/>
                </a:lnTo>
                <a:lnTo>
                  <a:pt x="6035" y="7991"/>
                </a:lnTo>
                <a:lnTo>
                  <a:pt x="6224" y="8226"/>
                </a:lnTo>
                <a:lnTo>
                  <a:pt x="6312" y="8366"/>
                </a:lnTo>
                <a:lnTo>
                  <a:pt x="6400" y="8507"/>
                </a:lnTo>
                <a:lnTo>
                  <a:pt x="6538" y="8601"/>
                </a:lnTo>
                <a:lnTo>
                  <a:pt x="6639" y="8743"/>
                </a:lnTo>
                <a:lnTo>
                  <a:pt x="6727" y="8884"/>
                </a:lnTo>
                <a:lnTo>
                  <a:pt x="6903" y="9118"/>
                </a:lnTo>
                <a:lnTo>
                  <a:pt x="7041" y="9260"/>
                </a:lnTo>
                <a:lnTo>
                  <a:pt x="7142" y="9401"/>
                </a:lnTo>
                <a:lnTo>
                  <a:pt x="7318" y="9636"/>
                </a:lnTo>
                <a:lnTo>
                  <a:pt x="7418" y="9776"/>
                </a:lnTo>
                <a:lnTo>
                  <a:pt x="7645" y="10012"/>
                </a:lnTo>
                <a:lnTo>
                  <a:pt x="7733" y="10153"/>
                </a:lnTo>
                <a:lnTo>
                  <a:pt x="7921" y="10388"/>
                </a:lnTo>
                <a:lnTo>
                  <a:pt x="8047" y="10529"/>
                </a:lnTo>
                <a:lnTo>
                  <a:pt x="8148" y="10670"/>
                </a:lnTo>
                <a:lnTo>
                  <a:pt x="8324" y="10905"/>
                </a:lnTo>
                <a:lnTo>
                  <a:pt x="8424" y="11045"/>
                </a:lnTo>
                <a:lnTo>
                  <a:pt x="8563" y="11140"/>
                </a:lnTo>
                <a:lnTo>
                  <a:pt x="8651" y="11281"/>
                </a:lnTo>
                <a:lnTo>
                  <a:pt x="8739" y="11422"/>
                </a:lnTo>
                <a:lnTo>
                  <a:pt x="8927" y="11657"/>
                </a:lnTo>
                <a:lnTo>
                  <a:pt x="9066" y="11799"/>
                </a:lnTo>
                <a:lnTo>
                  <a:pt x="9242" y="12033"/>
                </a:lnTo>
                <a:lnTo>
                  <a:pt x="9330" y="12174"/>
                </a:lnTo>
                <a:lnTo>
                  <a:pt x="9568" y="12409"/>
                </a:lnTo>
                <a:lnTo>
                  <a:pt x="9745" y="12645"/>
                </a:lnTo>
                <a:lnTo>
                  <a:pt x="9833" y="12785"/>
                </a:lnTo>
                <a:lnTo>
                  <a:pt x="10071" y="13020"/>
                </a:lnTo>
                <a:lnTo>
                  <a:pt x="10159" y="13161"/>
                </a:lnTo>
                <a:lnTo>
                  <a:pt x="10336" y="13397"/>
                </a:lnTo>
                <a:lnTo>
                  <a:pt x="10574" y="13631"/>
                </a:lnTo>
                <a:lnTo>
                  <a:pt x="10662" y="13772"/>
                </a:lnTo>
                <a:lnTo>
                  <a:pt x="10851" y="14007"/>
                </a:lnTo>
                <a:lnTo>
                  <a:pt x="11077" y="14243"/>
                </a:lnTo>
                <a:lnTo>
                  <a:pt x="11165" y="14383"/>
                </a:lnTo>
                <a:lnTo>
                  <a:pt x="11354" y="14618"/>
                </a:lnTo>
                <a:lnTo>
                  <a:pt x="11580" y="14853"/>
                </a:lnTo>
                <a:lnTo>
                  <a:pt x="11668" y="14995"/>
                </a:lnTo>
                <a:lnTo>
                  <a:pt x="11857" y="15229"/>
                </a:lnTo>
                <a:lnTo>
                  <a:pt x="12083" y="15464"/>
                </a:lnTo>
                <a:lnTo>
                  <a:pt x="12259" y="15699"/>
                </a:lnTo>
                <a:lnTo>
                  <a:pt x="12360" y="15841"/>
                </a:lnTo>
                <a:lnTo>
                  <a:pt x="12586" y="16076"/>
                </a:lnTo>
                <a:lnTo>
                  <a:pt x="12762" y="16310"/>
                </a:lnTo>
                <a:lnTo>
                  <a:pt x="12951" y="16545"/>
                </a:lnTo>
                <a:lnTo>
                  <a:pt x="13089" y="16639"/>
                </a:lnTo>
                <a:lnTo>
                  <a:pt x="13177" y="16781"/>
                </a:lnTo>
                <a:lnTo>
                  <a:pt x="13265" y="16922"/>
                </a:lnTo>
                <a:lnTo>
                  <a:pt x="13454" y="17156"/>
                </a:lnTo>
                <a:lnTo>
                  <a:pt x="13592" y="17251"/>
                </a:lnTo>
                <a:lnTo>
                  <a:pt x="13680" y="17391"/>
                </a:lnTo>
                <a:lnTo>
                  <a:pt x="13869" y="17627"/>
                </a:lnTo>
                <a:lnTo>
                  <a:pt x="14095" y="17862"/>
                </a:lnTo>
                <a:lnTo>
                  <a:pt x="14271" y="18097"/>
                </a:lnTo>
                <a:lnTo>
                  <a:pt x="14460" y="18331"/>
                </a:lnTo>
                <a:lnTo>
                  <a:pt x="14598" y="18426"/>
                </a:lnTo>
                <a:lnTo>
                  <a:pt x="14686" y="18568"/>
                </a:lnTo>
                <a:lnTo>
                  <a:pt x="14875" y="18802"/>
                </a:lnTo>
                <a:lnTo>
                  <a:pt x="15101" y="19037"/>
                </a:lnTo>
                <a:lnTo>
                  <a:pt x="15290" y="19272"/>
                </a:lnTo>
                <a:lnTo>
                  <a:pt x="15466" y="19506"/>
                </a:lnTo>
                <a:lnTo>
                  <a:pt x="15604" y="19601"/>
                </a:lnTo>
                <a:lnTo>
                  <a:pt x="15692" y="19743"/>
                </a:lnTo>
                <a:lnTo>
                  <a:pt x="15881" y="19930"/>
                </a:lnTo>
                <a:lnTo>
                  <a:pt x="15969" y="20071"/>
                </a:lnTo>
                <a:lnTo>
                  <a:pt x="16107" y="20166"/>
                </a:lnTo>
                <a:lnTo>
                  <a:pt x="16195" y="20306"/>
                </a:lnTo>
                <a:lnTo>
                  <a:pt x="16384" y="20541"/>
                </a:lnTo>
                <a:lnTo>
                  <a:pt x="16610" y="20776"/>
                </a:lnTo>
                <a:lnTo>
                  <a:pt x="16799" y="20964"/>
                </a:lnTo>
                <a:lnTo>
                  <a:pt x="16887" y="21106"/>
                </a:lnTo>
                <a:lnTo>
                  <a:pt x="17113" y="21341"/>
                </a:lnTo>
                <a:lnTo>
                  <a:pt x="17302" y="21575"/>
                </a:lnTo>
                <a:lnTo>
                  <a:pt x="17478" y="21764"/>
                </a:lnTo>
                <a:lnTo>
                  <a:pt x="17616" y="21904"/>
                </a:lnTo>
                <a:lnTo>
                  <a:pt x="17805" y="22139"/>
                </a:lnTo>
                <a:lnTo>
                  <a:pt x="17981" y="22327"/>
                </a:lnTo>
                <a:lnTo>
                  <a:pt x="18119" y="22468"/>
                </a:lnTo>
                <a:lnTo>
                  <a:pt x="18308" y="22704"/>
                </a:lnTo>
                <a:lnTo>
                  <a:pt x="18484" y="22891"/>
                </a:lnTo>
                <a:lnTo>
                  <a:pt x="18622" y="23033"/>
                </a:lnTo>
                <a:lnTo>
                  <a:pt x="18811" y="23268"/>
                </a:lnTo>
                <a:lnTo>
                  <a:pt x="18987" y="23456"/>
                </a:lnTo>
                <a:lnTo>
                  <a:pt x="19125" y="23596"/>
                </a:lnTo>
                <a:lnTo>
                  <a:pt x="19313" y="23785"/>
                </a:lnTo>
                <a:lnTo>
                  <a:pt x="19402" y="23925"/>
                </a:lnTo>
                <a:lnTo>
                  <a:pt x="19628" y="24114"/>
                </a:lnTo>
                <a:lnTo>
                  <a:pt x="19728" y="24254"/>
                </a:lnTo>
                <a:lnTo>
                  <a:pt x="19904" y="24443"/>
                </a:lnTo>
                <a:lnTo>
                  <a:pt x="19993" y="24583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035506" y="5740093"/>
            <a:ext cx="20055" cy="19085"/>
          </a:xfrm>
          <a:custGeom>
            <a:avLst/>
            <a:gdLst/>
            <a:ahLst/>
            <a:cxnLst/>
            <a:rect l="l" t="t" r="r" b="b"/>
            <a:pathLst>
              <a:path w="20055" h="19085">
                <a:moveTo>
                  <a:pt x="0" y="0"/>
                </a:moveTo>
                <a:lnTo>
                  <a:pt x="138" y="94"/>
                </a:lnTo>
                <a:lnTo>
                  <a:pt x="238" y="236"/>
                </a:lnTo>
                <a:lnTo>
                  <a:pt x="414" y="423"/>
                </a:lnTo>
                <a:lnTo>
                  <a:pt x="641" y="659"/>
                </a:lnTo>
                <a:lnTo>
                  <a:pt x="829" y="846"/>
                </a:lnTo>
                <a:lnTo>
                  <a:pt x="917" y="987"/>
                </a:lnTo>
                <a:lnTo>
                  <a:pt x="1144" y="1176"/>
                </a:lnTo>
                <a:lnTo>
                  <a:pt x="1244" y="1316"/>
                </a:lnTo>
                <a:lnTo>
                  <a:pt x="1420" y="1505"/>
                </a:lnTo>
                <a:lnTo>
                  <a:pt x="1521" y="1645"/>
                </a:lnTo>
                <a:lnTo>
                  <a:pt x="1747" y="1834"/>
                </a:lnTo>
                <a:lnTo>
                  <a:pt x="1923" y="2068"/>
                </a:lnTo>
                <a:lnTo>
                  <a:pt x="2162" y="2257"/>
                </a:lnTo>
                <a:lnTo>
                  <a:pt x="2250" y="2397"/>
                </a:lnTo>
                <a:lnTo>
                  <a:pt x="2426" y="2586"/>
                </a:lnTo>
                <a:lnTo>
                  <a:pt x="2665" y="2820"/>
                </a:lnTo>
                <a:lnTo>
                  <a:pt x="2841" y="3009"/>
                </a:lnTo>
                <a:lnTo>
                  <a:pt x="3030" y="3243"/>
                </a:lnTo>
                <a:lnTo>
                  <a:pt x="3168" y="3338"/>
                </a:lnTo>
                <a:lnTo>
                  <a:pt x="3344" y="3526"/>
                </a:lnTo>
                <a:lnTo>
                  <a:pt x="3432" y="3666"/>
                </a:lnTo>
                <a:lnTo>
                  <a:pt x="3671" y="3855"/>
                </a:lnTo>
                <a:lnTo>
                  <a:pt x="3847" y="4089"/>
                </a:lnTo>
                <a:lnTo>
                  <a:pt x="4036" y="4278"/>
                </a:lnTo>
                <a:lnTo>
                  <a:pt x="4174" y="4372"/>
                </a:lnTo>
                <a:lnTo>
                  <a:pt x="4350" y="4607"/>
                </a:lnTo>
                <a:lnTo>
                  <a:pt x="4539" y="4795"/>
                </a:lnTo>
                <a:lnTo>
                  <a:pt x="4677" y="4889"/>
                </a:lnTo>
                <a:lnTo>
                  <a:pt x="4853" y="5124"/>
                </a:lnTo>
                <a:lnTo>
                  <a:pt x="5042" y="5312"/>
                </a:lnTo>
                <a:lnTo>
                  <a:pt x="5180" y="5406"/>
                </a:lnTo>
                <a:lnTo>
                  <a:pt x="5356" y="5641"/>
                </a:lnTo>
                <a:lnTo>
                  <a:pt x="5582" y="5829"/>
                </a:lnTo>
                <a:lnTo>
                  <a:pt x="5771" y="6016"/>
                </a:lnTo>
                <a:lnTo>
                  <a:pt x="5960" y="6252"/>
                </a:lnTo>
                <a:lnTo>
                  <a:pt x="6098" y="6345"/>
                </a:lnTo>
                <a:lnTo>
                  <a:pt x="6274" y="6534"/>
                </a:lnTo>
                <a:lnTo>
                  <a:pt x="6463" y="6722"/>
                </a:lnTo>
                <a:lnTo>
                  <a:pt x="6601" y="6863"/>
                </a:lnTo>
                <a:lnTo>
                  <a:pt x="6777" y="7051"/>
                </a:lnTo>
                <a:lnTo>
                  <a:pt x="6966" y="7239"/>
                </a:lnTo>
                <a:lnTo>
                  <a:pt x="7104" y="7333"/>
                </a:lnTo>
                <a:lnTo>
                  <a:pt x="7280" y="7568"/>
                </a:lnTo>
                <a:lnTo>
                  <a:pt x="7469" y="7756"/>
                </a:lnTo>
                <a:lnTo>
                  <a:pt x="7607" y="7851"/>
                </a:lnTo>
                <a:lnTo>
                  <a:pt x="7783" y="8038"/>
                </a:lnTo>
                <a:lnTo>
                  <a:pt x="7972" y="8226"/>
                </a:lnTo>
                <a:lnTo>
                  <a:pt x="8110" y="8320"/>
                </a:lnTo>
                <a:lnTo>
                  <a:pt x="8286" y="8555"/>
                </a:lnTo>
                <a:lnTo>
                  <a:pt x="8475" y="8743"/>
                </a:lnTo>
                <a:lnTo>
                  <a:pt x="8613" y="8837"/>
                </a:lnTo>
                <a:lnTo>
                  <a:pt x="8789" y="9026"/>
                </a:lnTo>
                <a:lnTo>
                  <a:pt x="8977" y="9214"/>
                </a:lnTo>
                <a:lnTo>
                  <a:pt x="9116" y="9307"/>
                </a:lnTo>
                <a:lnTo>
                  <a:pt x="9292" y="9495"/>
                </a:lnTo>
                <a:lnTo>
                  <a:pt x="9480" y="9683"/>
                </a:lnTo>
                <a:lnTo>
                  <a:pt x="9619" y="9824"/>
                </a:lnTo>
                <a:lnTo>
                  <a:pt x="9795" y="10012"/>
                </a:lnTo>
                <a:lnTo>
                  <a:pt x="9983" y="10201"/>
                </a:lnTo>
                <a:lnTo>
                  <a:pt x="10122" y="10295"/>
                </a:lnTo>
                <a:lnTo>
                  <a:pt x="10298" y="10483"/>
                </a:lnTo>
                <a:lnTo>
                  <a:pt x="10486" y="10670"/>
                </a:lnTo>
                <a:lnTo>
                  <a:pt x="10625" y="10764"/>
                </a:lnTo>
                <a:lnTo>
                  <a:pt x="10801" y="10953"/>
                </a:lnTo>
                <a:lnTo>
                  <a:pt x="10989" y="11141"/>
                </a:lnTo>
                <a:lnTo>
                  <a:pt x="11128" y="11235"/>
                </a:lnTo>
                <a:lnTo>
                  <a:pt x="11304" y="11422"/>
                </a:lnTo>
                <a:lnTo>
                  <a:pt x="11492" y="11610"/>
                </a:lnTo>
                <a:lnTo>
                  <a:pt x="11631" y="11704"/>
                </a:lnTo>
                <a:lnTo>
                  <a:pt x="11807" y="11893"/>
                </a:lnTo>
                <a:lnTo>
                  <a:pt x="11995" y="12081"/>
                </a:lnTo>
                <a:lnTo>
                  <a:pt x="12134" y="12175"/>
                </a:lnTo>
                <a:lnTo>
                  <a:pt x="12322" y="12362"/>
                </a:lnTo>
                <a:lnTo>
                  <a:pt x="12498" y="12551"/>
                </a:lnTo>
                <a:lnTo>
                  <a:pt x="12637" y="12645"/>
                </a:lnTo>
                <a:lnTo>
                  <a:pt x="12825" y="12833"/>
                </a:lnTo>
                <a:lnTo>
                  <a:pt x="13001" y="13021"/>
                </a:lnTo>
                <a:lnTo>
                  <a:pt x="13140" y="13114"/>
                </a:lnTo>
                <a:lnTo>
                  <a:pt x="13328" y="13256"/>
                </a:lnTo>
                <a:lnTo>
                  <a:pt x="13504" y="13444"/>
                </a:lnTo>
                <a:lnTo>
                  <a:pt x="13643" y="13537"/>
                </a:lnTo>
                <a:lnTo>
                  <a:pt x="13831" y="13726"/>
                </a:lnTo>
                <a:lnTo>
                  <a:pt x="14007" y="13914"/>
                </a:lnTo>
                <a:lnTo>
                  <a:pt x="14145" y="14008"/>
                </a:lnTo>
                <a:lnTo>
                  <a:pt x="14334" y="14196"/>
                </a:lnTo>
                <a:lnTo>
                  <a:pt x="14510" y="14383"/>
                </a:lnTo>
                <a:lnTo>
                  <a:pt x="14648" y="14431"/>
                </a:lnTo>
                <a:lnTo>
                  <a:pt x="14837" y="14619"/>
                </a:lnTo>
                <a:lnTo>
                  <a:pt x="15013" y="14806"/>
                </a:lnTo>
                <a:lnTo>
                  <a:pt x="15151" y="14901"/>
                </a:lnTo>
                <a:lnTo>
                  <a:pt x="15340" y="15089"/>
                </a:lnTo>
                <a:lnTo>
                  <a:pt x="15516" y="15229"/>
                </a:lnTo>
                <a:lnTo>
                  <a:pt x="15654" y="15324"/>
                </a:lnTo>
                <a:lnTo>
                  <a:pt x="15843" y="15512"/>
                </a:lnTo>
                <a:lnTo>
                  <a:pt x="16019" y="15700"/>
                </a:lnTo>
                <a:lnTo>
                  <a:pt x="16157" y="15794"/>
                </a:lnTo>
                <a:lnTo>
                  <a:pt x="16346" y="15935"/>
                </a:lnTo>
                <a:lnTo>
                  <a:pt x="16522" y="16123"/>
                </a:lnTo>
                <a:lnTo>
                  <a:pt x="16660" y="16217"/>
                </a:lnTo>
                <a:lnTo>
                  <a:pt x="16849" y="16406"/>
                </a:lnTo>
                <a:lnTo>
                  <a:pt x="17025" y="16546"/>
                </a:lnTo>
                <a:lnTo>
                  <a:pt x="17163" y="16641"/>
                </a:lnTo>
                <a:lnTo>
                  <a:pt x="17352" y="16829"/>
                </a:lnTo>
                <a:lnTo>
                  <a:pt x="17528" y="16969"/>
                </a:lnTo>
                <a:lnTo>
                  <a:pt x="17666" y="17064"/>
                </a:lnTo>
                <a:lnTo>
                  <a:pt x="17855" y="17252"/>
                </a:lnTo>
                <a:lnTo>
                  <a:pt x="18031" y="17392"/>
                </a:lnTo>
                <a:lnTo>
                  <a:pt x="18169" y="17487"/>
                </a:lnTo>
                <a:lnTo>
                  <a:pt x="18358" y="17675"/>
                </a:lnTo>
                <a:lnTo>
                  <a:pt x="18546" y="17816"/>
                </a:lnTo>
                <a:lnTo>
                  <a:pt x="18773" y="18004"/>
                </a:lnTo>
                <a:lnTo>
                  <a:pt x="18949" y="18144"/>
                </a:lnTo>
                <a:lnTo>
                  <a:pt x="19175" y="18333"/>
                </a:lnTo>
                <a:lnTo>
                  <a:pt x="19364" y="18473"/>
                </a:lnTo>
                <a:lnTo>
                  <a:pt x="19552" y="18662"/>
                </a:lnTo>
                <a:lnTo>
                  <a:pt x="19691" y="18756"/>
                </a:lnTo>
                <a:lnTo>
                  <a:pt x="19867" y="18896"/>
                </a:lnTo>
                <a:lnTo>
                  <a:pt x="20055" y="19085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055562" y="5759178"/>
            <a:ext cx="20043" cy="13255"/>
          </a:xfrm>
          <a:custGeom>
            <a:avLst/>
            <a:gdLst/>
            <a:ahLst/>
            <a:cxnLst/>
            <a:rect l="l" t="t" r="r" b="b"/>
            <a:pathLst>
              <a:path w="20043" h="13255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5"/>
                </a:lnTo>
                <a:lnTo>
                  <a:pt x="641" y="469"/>
                </a:lnTo>
                <a:lnTo>
                  <a:pt x="817" y="611"/>
                </a:lnTo>
                <a:lnTo>
                  <a:pt x="1005" y="798"/>
                </a:lnTo>
                <a:lnTo>
                  <a:pt x="1144" y="846"/>
                </a:lnTo>
                <a:lnTo>
                  <a:pt x="1320" y="1034"/>
                </a:lnTo>
                <a:lnTo>
                  <a:pt x="1508" y="1175"/>
                </a:lnTo>
                <a:lnTo>
                  <a:pt x="1647" y="1269"/>
                </a:lnTo>
                <a:lnTo>
                  <a:pt x="1823" y="1409"/>
                </a:lnTo>
                <a:lnTo>
                  <a:pt x="2011" y="1598"/>
                </a:lnTo>
                <a:lnTo>
                  <a:pt x="2150" y="1644"/>
                </a:lnTo>
                <a:lnTo>
                  <a:pt x="2326" y="1832"/>
                </a:lnTo>
                <a:lnTo>
                  <a:pt x="2514" y="1974"/>
                </a:lnTo>
                <a:lnTo>
                  <a:pt x="2653" y="2067"/>
                </a:lnTo>
                <a:lnTo>
                  <a:pt x="2829" y="2209"/>
                </a:lnTo>
                <a:lnTo>
                  <a:pt x="3017" y="2350"/>
                </a:lnTo>
                <a:lnTo>
                  <a:pt x="3156" y="2444"/>
                </a:lnTo>
                <a:lnTo>
                  <a:pt x="3332" y="2584"/>
                </a:lnTo>
                <a:lnTo>
                  <a:pt x="3520" y="2726"/>
                </a:lnTo>
                <a:lnTo>
                  <a:pt x="3659" y="2820"/>
                </a:lnTo>
                <a:lnTo>
                  <a:pt x="3835" y="2961"/>
                </a:lnTo>
                <a:lnTo>
                  <a:pt x="4023" y="3101"/>
                </a:lnTo>
                <a:lnTo>
                  <a:pt x="4162" y="3196"/>
                </a:lnTo>
                <a:lnTo>
                  <a:pt x="4338" y="3336"/>
                </a:lnTo>
                <a:lnTo>
                  <a:pt x="4526" y="3478"/>
                </a:lnTo>
                <a:lnTo>
                  <a:pt x="4665" y="3572"/>
                </a:lnTo>
                <a:lnTo>
                  <a:pt x="4841" y="3713"/>
                </a:lnTo>
                <a:lnTo>
                  <a:pt x="5029" y="3853"/>
                </a:lnTo>
                <a:lnTo>
                  <a:pt x="5168" y="3948"/>
                </a:lnTo>
                <a:lnTo>
                  <a:pt x="5344" y="4089"/>
                </a:lnTo>
                <a:lnTo>
                  <a:pt x="5532" y="4230"/>
                </a:lnTo>
                <a:lnTo>
                  <a:pt x="5670" y="4324"/>
                </a:lnTo>
                <a:lnTo>
                  <a:pt x="5859" y="4465"/>
                </a:lnTo>
                <a:lnTo>
                  <a:pt x="6035" y="4605"/>
                </a:lnTo>
                <a:lnTo>
                  <a:pt x="6173" y="4700"/>
                </a:lnTo>
                <a:lnTo>
                  <a:pt x="6362" y="4841"/>
                </a:lnTo>
                <a:lnTo>
                  <a:pt x="6538" y="4982"/>
                </a:lnTo>
                <a:lnTo>
                  <a:pt x="6676" y="5028"/>
                </a:lnTo>
                <a:lnTo>
                  <a:pt x="6865" y="5170"/>
                </a:lnTo>
                <a:lnTo>
                  <a:pt x="7041" y="5311"/>
                </a:lnTo>
                <a:lnTo>
                  <a:pt x="7179" y="5405"/>
                </a:lnTo>
                <a:lnTo>
                  <a:pt x="7368" y="5546"/>
                </a:lnTo>
                <a:lnTo>
                  <a:pt x="7544" y="5688"/>
                </a:lnTo>
                <a:lnTo>
                  <a:pt x="7682" y="5734"/>
                </a:lnTo>
                <a:lnTo>
                  <a:pt x="7871" y="5875"/>
                </a:lnTo>
                <a:lnTo>
                  <a:pt x="8047" y="6016"/>
                </a:lnTo>
                <a:lnTo>
                  <a:pt x="8185" y="6111"/>
                </a:lnTo>
                <a:lnTo>
                  <a:pt x="8374" y="6251"/>
                </a:lnTo>
                <a:lnTo>
                  <a:pt x="8550" y="6392"/>
                </a:lnTo>
                <a:lnTo>
                  <a:pt x="8688" y="6439"/>
                </a:lnTo>
                <a:lnTo>
                  <a:pt x="8877" y="6580"/>
                </a:lnTo>
                <a:lnTo>
                  <a:pt x="9053" y="6721"/>
                </a:lnTo>
                <a:lnTo>
                  <a:pt x="9191" y="6768"/>
                </a:lnTo>
                <a:lnTo>
                  <a:pt x="9380" y="6909"/>
                </a:lnTo>
                <a:lnTo>
                  <a:pt x="9556" y="7051"/>
                </a:lnTo>
                <a:lnTo>
                  <a:pt x="9694" y="7144"/>
                </a:lnTo>
                <a:lnTo>
                  <a:pt x="9883" y="7238"/>
                </a:lnTo>
                <a:lnTo>
                  <a:pt x="10059" y="7380"/>
                </a:lnTo>
                <a:lnTo>
                  <a:pt x="10197" y="7474"/>
                </a:lnTo>
                <a:lnTo>
                  <a:pt x="10386" y="7614"/>
                </a:lnTo>
                <a:lnTo>
                  <a:pt x="10562" y="7709"/>
                </a:lnTo>
                <a:lnTo>
                  <a:pt x="10700" y="7803"/>
                </a:lnTo>
                <a:lnTo>
                  <a:pt x="10889" y="7943"/>
                </a:lnTo>
                <a:lnTo>
                  <a:pt x="11065" y="8038"/>
                </a:lnTo>
                <a:lnTo>
                  <a:pt x="11203" y="8132"/>
                </a:lnTo>
                <a:lnTo>
                  <a:pt x="11392" y="8226"/>
                </a:lnTo>
                <a:lnTo>
                  <a:pt x="11568" y="8366"/>
                </a:lnTo>
                <a:lnTo>
                  <a:pt x="11706" y="8461"/>
                </a:lnTo>
                <a:lnTo>
                  <a:pt x="11895" y="8555"/>
                </a:lnTo>
                <a:lnTo>
                  <a:pt x="12083" y="8695"/>
                </a:lnTo>
                <a:lnTo>
                  <a:pt x="12310" y="8836"/>
                </a:lnTo>
                <a:lnTo>
                  <a:pt x="12486" y="8930"/>
                </a:lnTo>
                <a:lnTo>
                  <a:pt x="12712" y="9072"/>
                </a:lnTo>
                <a:lnTo>
                  <a:pt x="12901" y="9213"/>
                </a:lnTo>
                <a:lnTo>
                  <a:pt x="13089" y="9307"/>
                </a:lnTo>
                <a:lnTo>
                  <a:pt x="13228" y="9401"/>
                </a:lnTo>
                <a:lnTo>
                  <a:pt x="13404" y="9495"/>
                </a:lnTo>
                <a:lnTo>
                  <a:pt x="13592" y="9636"/>
                </a:lnTo>
                <a:lnTo>
                  <a:pt x="13731" y="9682"/>
                </a:lnTo>
                <a:lnTo>
                  <a:pt x="13907" y="9824"/>
                </a:lnTo>
                <a:lnTo>
                  <a:pt x="14095" y="9918"/>
                </a:lnTo>
                <a:lnTo>
                  <a:pt x="14234" y="10012"/>
                </a:lnTo>
                <a:lnTo>
                  <a:pt x="14410" y="10105"/>
                </a:lnTo>
                <a:lnTo>
                  <a:pt x="14598" y="10247"/>
                </a:lnTo>
                <a:lnTo>
                  <a:pt x="14736" y="10293"/>
                </a:lnTo>
                <a:lnTo>
                  <a:pt x="14913" y="10435"/>
                </a:lnTo>
                <a:lnTo>
                  <a:pt x="15101" y="10528"/>
                </a:lnTo>
                <a:lnTo>
                  <a:pt x="15239" y="10576"/>
                </a:lnTo>
                <a:lnTo>
                  <a:pt x="15415" y="10716"/>
                </a:lnTo>
                <a:lnTo>
                  <a:pt x="15604" y="10811"/>
                </a:lnTo>
                <a:lnTo>
                  <a:pt x="15742" y="10905"/>
                </a:lnTo>
                <a:lnTo>
                  <a:pt x="15918" y="10999"/>
                </a:lnTo>
                <a:lnTo>
                  <a:pt x="16107" y="11140"/>
                </a:lnTo>
                <a:lnTo>
                  <a:pt x="16245" y="11187"/>
                </a:lnTo>
                <a:lnTo>
                  <a:pt x="16421" y="11281"/>
                </a:lnTo>
                <a:lnTo>
                  <a:pt x="16610" y="11422"/>
                </a:lnTo>
                <a:lnTo>
                  <a:pt x="16748" y="11468"/>
                </a:lnTo>
                <a:lnTo>
                  <a:pt x="16924" y="11563"/>
                </a:lnTo>
                <a:lnTo>
                  <a:pt x="17113" y="11704"/>
                </a:lnTo>
                <a:lnTo>
                  <a:pt x="17251" y="11751"/>
                </a:lnTo>
                <a:lnTo>
                  <a:pt x="17427" y="11845"/>
                </a:lnTo>
                <a:lnTo>
                  <a:pt x="17616" y="11986"/>
                </a:lnTo>
                <a:lnTo>
                  <a:pt x="17754" y="12033"/>
                </a:lnTo>
                <a:lnTo>
                  <a:pt x="17930" y="12128"/>
                </a:lnTo>
                <a:lnTo>
                  <a:pt x="18119" y="12268"/>
                </a:lnTo>
                <a:lnTo>
                  <a:pt x="18257" y="12315"/>
                </a:lnTo>
                <a:lnTo>
                  <a:pt x="18433" y="12409"/>
                </a:lnTo>
                <a:lnTo>
                  <a:pt x="18622" y="12503"/>
                </a:lnTo>
                <a:lnTo>
                  <a:pt x="18760" y="12551"/>
                </a:lnTo>
                <a:lnTo>
                  <a:pt x="18936" y="12691"/>
                </a:lnTo>
                <a:lnTo>
                  <a:pt x="19125" y="12785"/>
                </a:lnTo>
                <a:lnTo>
                  <a:pt x="19263" y="12832"/>
                </a:lnTo>
                <a:lnTo>
                  <a:pt x="19452" y="12926"/>
                </a:lnTo>
                <a:lnTo>
                  <a:pt x="19628" y="13066"/>
                </a:lnTo>
                <a:lnTo>
                  <a:pt x="19766" y="13114"/>
                </a:lnTo>
                <a:lnTo>
                  <a:pt x="19955" y="13208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075605" y="5772434"/>
            <a:ext cx="20043" cy="7286"/>
          </a:xfrm>
          <a:custGeom>
            <a:avLst/>
            <a:gdLst/>
            <a:ahLst/>
            <a:cxnLst/>
            <a:rect l="l" t="t" r="r" b="b"/>
            <a:pathLst>
              <a:path w="20043" h="7286">
                <a:moveTo>
                  <a:pt x="0" y="0"/>
                </a:moveTo>
                <a:lnTo>
                  <a:pt x="226" y="94"/>
                </a:lnTo>
                <a:lnTo>
                  <a:pt x="414" y="188"/>
                </a:lnTo>
                <a:lnTo>
                  <a:pt x="590" y="328"/>
                </a:lnTo>
                <a:lnTo>
                  <a:pt x="729" y="376"/>
                </a:lnTo>
                <a:lnTo>
                  <a:pt x="917" y="470"/>
                </a:lnTo>
                <a:lnTo>
                  <a:pt x="1093" y="564"/>
                </a:lnTo>
                <a:lnTo>
                  <a:pt x="1232" y="611"/>
                </a:lnTo>
                <a:lnTo>
                  <a:pt x="1420" y="705"/>
                </a:lnTo>
                <a:lnTo>
                  <a:pt x="1596" y="799"/>
                </a:lnTo>
                <a:lnTo>
                  <a:pt x="1735" y="846"/>
                </a:lnTo>
                <a:lnTo>
                  <a:pt x="1923" y="940"/>
                </a:lnTo>
                <a:lnTo>
                  <a:pt x="2099" y="1080"/>
                </a:lnTo>
                <a:lnTo>
                  <a:pt x="2238" y="1128"/>
                </a:lnTo>
                <a:lnTo>
                  <a:pt x="2426" y="1222"/>
                </a:lnTo>
                <a:lnTo>
                  <a:pt x="2602" y="1316"/>
                </a:lnTo>
                <a:lnTo>
                  <a:pt x="2741" y="1363"/>
                </a:lnTo>
                <a:lnTo>
                  <a:pt x="2929" y="1457"/>
                </a:lnTo>
                <a:lnTo>
                  <a:pt x="3105" y="1551"/>
                </a:lnTo>
                <a:lnTo>
                  <a:pt x="3244" y="1598"/>
                </a:lnTo>
                <a:lnTo>
                  <a:pt x="3432" y="1692"/>
                </a:lnTo>
                <a:lnTo>
                  <a:pt x="3608" y="1786"/>
                </a:lnTo>
                <a:lnTo>
                  <a:pt x="3747" y="1834"/>
                </a:lnTo>
                <a:lnTo>
                  <a:pt x="3935" y="1926"/>
                </a:lnTo>
                <a:lnTo>
                  <a:pt x="4111" y="2021"/>
                </a:lnTo>
                <a:lnTo>
                  <a:pt x="4250" y="2021"/>
                </a:lnTo>
                <a:lnTo>
                  <a:pt x="4438" y="2115"/>
                </a:lnTo>
                <a:lnTo>
                  <a:pt x="4614" y="2209"/>
                </a:lnTo>
                <a:lnTo>
                  <a:pt x="4753" y="2257"/>
                </a:lnTo>
                <a:lnTo>
                  <a:pt x="4941" y="2350"/>
                </a:lnTo>
                <a:lnTo>
                  <a:pt x="5117" y="2444"/>
                </a:lnTo>
                <a:lnTo>
                  <a:pt x="5256" y="2491"/>
                </a:lnTo>
                <a:lnTo>
                  <a:pt x="5444" y="2586"/>
                </a:lnTo>
                <a:lnTo>
                  <a:pt x="5633" y="2680"/>
                </a:lnTo>
                <a:lnTo>
                  <a:pt x="5859" y="2773"/>
                </a:lnTo>
                <a:lnTo>
                  <a:pt x="6035" y="2820"/>
                </a:lnTo>
                <a:lnTo>
                  <a:pt x="6261" y="2914"/>
                </a:lnTo>
                <a:lnTo>
                  <a:pt x="6450" y="3009"/>
                </a:lnTo>
                <a:lnTo>
                  <a:pt x="6639" y="3103"/>
                </a:lnTo>
                <a:lnTo>
                  <a:pt x="6777" y="3149"/>
                </a:lnTo>
                <a:lnTo>
                  <a:pt x="6953" y="3196"/>
                </a:lnTo>
                <a:lnTo>
                  <a:pt x="7142" y="3290"/>
                </a:lnTo>
                <a:lnTo>
                  <a:pt x="7280" y="3338"/>
                </a:lnTo>
                <a:lnTo>
                  <a:pt x="7456" y="3432"/>
                </a:lnTo>
                <a:lnTo>
                  <a:pt x="7645" y="3478"/>
                </a:lnTo>
                <a:lnTo>
                  <a:pt x="7783" y="3526"/>
                </a:lnTo>
                <a:lnTo>
                  <a:pt x="7959" y="3619"/>
                </a:lnTo>
                <a:lnTo>
                  <a:pt x="8148" y="3713"/>
                </a:lnTo>
                <a:lnTo>
                  <a:pt x="8286" y="3761"/>
                </a:lnTo>
                <a:lnTo>
                  <a:pt x="8462" y="3807"/>
                </a:lnTo>
                <a:lnTo>
                  <a:pt x="8651" y="3901"/>
                </a:lnTo>
                <a:lnTo>
                  <a:pt x="8789" y="3949"/>
                </a:lnTo>
                <a:lnTo>
                  <a:pt x="8965" y="3995"/>
                </a:lnTo>
                <a:lnTo>
                  <a:pt x="9154" y="4089"/>
                </a:lnTo>
                <a:lnTo>
                  <a:pt x="9292" y="4136"/>
                </a:lnTo>
                <a:lnTo>
                  <a:pt x="9468" y="4184"/>
                </a:lnTo>
                <a:lnTo>
                  <a:pt x="9656" y="4278"/>
                </a:lnTo>
                <a:lnTo>
                  <a:pt x="9795" y="4324"/>
                </a:lnTo>
                <a:lnTo>
                  <a:pt x="9971" y="4372"/>
                </a:lnTo>
                <a:lnTo>
                  <a:pt x="10159" y="4465"/>
                </a:lnTo>
                <a:lnTo>
                  <a:pt x="10298" y="4513"/>
                </a:lnTo>
                <a:lnTo>
                  <a:pt x="10474" y="4559"/>
                </a:lnTo>
                <a:lnTo>
                  <a:pt x="10662" y="4653"/>
                </a:lnTo>
                <a:lnTo>
                  <a:pt x="10801" y="4653"/>
                </a:lnTo>
                <a:lnTo>
                  <a:pt x="10977" y="4747"/>
                </a:lnTo>
                <a:lnTo>
                  <a:pt x="11165" y="4795"/>
                </a:lnTo>
                <a:lnTo>
                  <a:pt x="11304" y="4841"/>
                </a:lnTo>
                <a:lnTo>
                  <a:pt x="11480" y="4936"/>
                </a:lnTo>
                <a:lnTo>
                  <a:pt x="11668" y="4982"/>
                </a:lnTo>
                <a:lnTo>
                  <a:pt x="11807" y="5030"/>
                </a:lnTo>
                <a:lnTo>
                  <a:pt x="11983" y="5076"/>
                </a:lnTo>
                <a:lnTo>
                  <a:pt x="12171" y="5170"/>
                </a:lnTo>
                <a:lnTo>
                  <a:pt x="12310" y="5170"/>
                </a:lnTo>
                <a:lnTo>
                  <a:pt x="12486" y="5264"/>
                </a:lnTo>
                <a:lnTo>
                  <a:pt x="12674" y="5311"/>
                </a:lnTo>
                <a:lnTo>
                  <a:pt x="12813" y="5359"/>
                </a:lnTo>
                <a:lnTo>
                  <a:pt x="13001" y="5405"/>
                </a:lnTo>
                <a:lnTo>
                  <a:pt x="13177" y="5499"/>
                </a:lnTo>
                <a:lnTo>
                  <a:pt x="13316" y="5499"/>
                </a:lnTo>
                <a:lnTo>
                  <a:pt x="13504" y="5593"/>
                </a:lnTo>
                <a:lnTo>
                  <a:pt x="13680" y="5641"/>
                </a:lnTo>
                <a:lnTo>
                  <a:pt x="13819" y="5688"/>
                </a:lnTo>
                <a:lnTo>
                  <a:pt x="14007" y="5734"/>
                </a:lnTo>
                <a:lnTo>
                  <a:pt x="14183" y="5782"/>
                </a:lnTo>
                <a:lnTo>
                  <a:pt x="14322" y="5828"/>
                </a:lnTo>
                <a:lnTo>
                  <a:pt x="14510" y="5876"/>
                </a:lnTo>
                <a:lnTo>
                  <a:pt x="14686" y="5922"/>
                </a:lnTo>
                <a:lnTo>
                  <a:pt x="14824" y="5970"/>
                </a:lnTo>
                <a:lnTo>
                  <a:pt x="15013" y="6016"/>
                </a:lnTo>
                <a:lnTo>
                  <a:pt x="15189" y="6064"/>
                </a:lnTo>
                <a:lnTo>
                  <a:pt x="15327" y="6111"/>
                </a:lnTo>
                <a:lnTo>
                  <a:pt x="15516" y="6157"/>
                </a:lnTo>
                <a:lnTo>
                  <a:pt x="15692" y="6205"/>
                </a:lnTo>
                <a:lnTo>
                  <a:pt x="15830" y="6251"/>
                </a:lnTo>
                <a:lnTo>
                  <a:pt x="16019" y="6299"/>
                </a:lnTo>
                <a:lnTo>
                  <a:pt x="16195" y="6345"/>
                </a:lnTo>
                <a:lnTo>
                  <a:pt x="16333" y="6393"/>
                </a:lnTo>
                <a:lnTo>
                  <a:pt x="16522" y="6439"/>
                </a:lnTo>
                <a:lnTo>
                  <a:pt x="16698" y="6487"/>
                </a:lnTo>
                <a:lnTo>
                  <a:pt x="16836" y="6534"/>
                </a:lnTo>
                <a:lnTo>
                  <a:pt x="17025" y="6580"/>
                </a:lnTo>
                <a:lnTo>
                  <a:pt x="17201" y="6628"/>
                </a:lnTo>
                <a:lnTo>
                  <a:pt x="17339" y="6674"/>
                </a:lnTo>
                <a:lnTo>
                  <a:pt x="17528" y="6722"/>
                </a:lnTo>
                <a:lnTo>
                  <a:pt x="17704" y="6768"/>
                </a:lnTo>
                <a:lnTo>
                  <a:pt x="17842" y="6768"/>
                </a:lnTo>
                <a:lnTo>
                  <a:pt x="18031" y="6816"/>
                </a:lnTo>
                <a:lnTo>
                  <a:pt x="18207" y="6863"/>
                </a:lnTo>
                <a:lnTo>
                  <a:pt x="18345" y="6910"/>
                </a:lnTo>
                <a:lnTo>
                  <a:pt x="18534" y="6957"/>
                </a:lnTo>
                <a:lnTo>
                  <a:pt x="18710" y="7003"/>
                </a:lnTo>
                <a:lnTo>
                  <a:pt x="18848" y="7003"/>
                </a:lnTo>
                <a:lnTo>
                  <a:pt x="19037" y="7051"/>
                </a:lnTo>
                <a:lnTo>
                  <a:pt x="19225" y="7097"/>
                </a:lnTo>
                <a:lnTo>
                  <a:pt x="19452" y="7145"/>
                </a:lnTo>
                <a:lnTo>
                  <a:pt x="19628" y="7191"/>
                </a:lnTo>
                <a:lnTo>
                  <a:pt x="19854" y="7239"/>
                </a:lnTo>
                <a:lnTo>
                  <a:pt x="20043" y="7286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095649" y="5779720"/>
            <a:ext cx="20043" cy="1457"/>
          </a:xfrm>
          <a:custGeom>
            <a:avLst/>
            <a:gdLst/>
            <a:ahLst/>
            <a:cxnLst/>
            <a:rect l="l" t="t" r="r" b="b"/>
            <a:pathLst>
              <a:path w="20043" h="1457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4"/>
                </a:lnTo>
                <a:lnTo>
                  <a:pt x="691" y="140"/>
                </a:lnTo>
                <a:lnTo>
                  <a:pt x="829" y="140"/>
                </a:lnTo>
                <a:lnTo>
                  <a:pt x="1005" y="188"/>
                </a:lnTo>
                <a:lnTo>
                  <a:pt x="1194" y="234"/>
                </a:lnTo>
                <a:lnTo>
                  <a:pt x="1332" y="282"/>
                </a:lnTo>
                <a:lnTo>
                  <a:pt x="1508" y="282"/>
                </a:lnTo>
                <a:lnTo>
                  <a:pt x="1697" y="328"/>
                </a:lnTo>
                <a:lnTo>
                  <a:pt x="1835" y="376"/>
                </a:lnTo>
                <a:lnTo>
                  <a:pt x="2011" y="376"/>
                </a:lnTo>
                <a:lnTo>
                  <a:pt x="2200" y="423"/>
                </a:lnTo>
                <a:lnTo>
                  <a:pt x="2338" y="423"/>
                </a:lnTo>
                <a:lnTo>
                  <a:pt x="2514" y="470"/>
                </a:lnTo>
                <a:lnTo>
                  <a:pt x="2703" y="517"/>
                </a:lnTo>
                <a:lnTo>
                  <a:pt x="2841" y="517"/>
                </a:lnTo>
                <a:lnTo>
                  <a:pt x="3017" y="563"/>
                </a:lnTo>
                <a:lnTo>
                  <a:pt x="3206" y="611"/>
                </a:lnTo>
                <a:lnTo>
                  <a:pt x="3344" y="611"/>
                </a:lnTo>
                <a:lnTo>
                  <a:pt x="3520" y="657"/>
                </a:lnTo>
                <a:lnTo>
                  <a:pt x="3709" y="657"/>
                </a:lnTo>
                <a:lnTo>
                  <a:pt x="3847" y="705"/>
                </a:lnTo>
                <a:lnTo>
                  <a:pt x="4023" y="705"/>
                </a:lnTo>
                <a:lnTo>
                  <a:pt x="4212" y="751"/>
                </a:lnTo>
                <a:lnTo>
                  <a:pt x="4350" y="751"/>
                </a:lnTo>
                <a:lnTo>
                  <a:pt x="4526" y="799"/>
                </a:lnTo>
                <a:lnTo>
                  <a:pt x="4715" y="846"/>
                </a:lnTo>
                <a:lnTo>
                  <a:pt x="4853" y="846"/>
                </a:lnTo>
                <a:lnTo>
                  <a:pt x="5029" y="846"/>
                </a:lnTo>
                <a:lnTo>
                  <a:pt x="5218" y="893"/>
                </a:lnTo>
                <a:lnTo>
                  <a:pt x="5356" y="893"/>
                </a:lnTo>
                <a:lnTo>
                  <a:pt x="5532" y="940"/>
                </a:lnTo>
                <a:lnTo>
                  <a:pt x="5721" y="940"/>
                </a:lnTo>
                <a:lnTo>
                  <a:pt x="5859" y="986"/>
                </a:lnTo>
                <a:lnTo>
                  <a:pt x="6035" y="986"/>
                </a:lnTo>
                <a:lnTo>
                  <a:pt x="6224" y="1034"/>
                </a:lnTo>
                <a:lnTo>
                  <a:pt x="6362" y="1034"/>
                </a:lnTo>
                <a:lnTo>
                  <a:pt x="6538" y="1034"/>
                </a:lnTo>
                <a:lnTo>
                  <a:pt x="6727" y="1080"/>
                </a:lnTo>
                <a:lnTo>
                  <a:pt x="6865" y="1080"/>
                </a:lnTo>
                <a:lnTo>
                  <a:pt x="7054" y="1128"/>
                </a:lnTo>
                <a:lnTo>
                  <a:pt x="7230" y="1128"/>
                </a:lnTo>
                <a:lnTo>
                  <a:pt x="7368" y="1128"/>
                </a:lnTo>
                <a:lnTo>
                  <a:pt x="7557" y="1175"/>
                </a:lnTo>
                <a:lnTo>
                  <a:pt x="7733" y="1175"/>
                </a:lnTo>
                <a:lnTo>
                  <a:pt x="7871" y="1175"/>
                </a:lnTo>
                <a:lnTo>
                  <a:pt x="8060" y="1222"/>
                </a:lnTo>
                <a:lnTo>
                  <a:pt x="8236" y="1222"/>
                </a:lnTo>
                <a:lnTo>
                  <a:pt x="8374" y="1222"/>
                </a:lnTo>
                <a:lnTo>
                  <a:pt x="8563" y="1222"/>
                </a:lnTo>
                <a:lnTo>
                  <a:pt x="8739" y="1269"/>
                </a:lnTo>
                <a:lnTo>
                  <a:pt x="8877" y="1269"/>
                </a:lnTo>
                <a:lnTo>
                  <a:pt x="9066" y="1269"/>
                </a:lnTo>
                <a:lnTo>
                  <a:pt x="9242" y="1316"/>
                </a:lnTo>
                <a:lnTo>
                  <a:pt x="9380" y="1316"/>
                </a:lnTo>
                <a:lnTo>
                  <a:pt x="9568" y="1316"/>
                </a:lnTo>
                <a:lnTo>
                  <a:pt x="9745" y="1316"/>
                </a:lnTo>
                <a:lnTo>
                  <a:pt x="9883" y="1316"/>
                </a:lnTo>
                <a:lnTo>
                  <a:pt x="10071" y="1363"/>
                </a:lnTo>
                <a:lnTo>
                  <a:pt x="10247" y="1363"/>
                </a:lnTo>
                <a:lnTo>
                  <a:pt x="10386" y="1363"/>
                </a:lnTo>
                <a:lnTo>
                  <a:pt x="10574" y="1363"/>
                </a:lnTo>
                <a:lnTo>
                  <a:pt x="10750" y="1363"/>
                </a:lnTo>
                <a:lnTo>
                  <a:pt x="10889" y="1409"/>
                </a:lnTo>
                <a:lnTo>
                  <a:pt x="11077" y="1409"/>
                </a:lnTo>
                <a:lnTo>
                  <a:pt x="11253" y="1409"/>
                </a:lnTo>
                <a:lnTo>
                  <a:pt x="11392" y="1409"/>
                </a:lnTo>
                <a:lnTo>
                  <a:pt x="11580" y="1409"/>
                </a:lnTo>
                <a:lnTo>
                  <a:pt x="11756" y="1409"/>
                </a:lnTo>
                <a:lnTo>
                  <a:pt x="11895" y="1409"/>
                </a:lnTo>
                <a:lnTo>
                  <a:pt x="12083" y="1457"/>
                </a:lnTo>
                <a:lnTo>
                  <a:pt x="12259" y="1457"/>
                </a:lnTo>
                <a:lnTo>
                  <a:pt x="12398" y="1457"/>
                </a:lnTo>
                <a:lnTo>
                  <a:pt x="12586" y="1457"/>
                </a:lnTo>
                <a:lnTo>
                  <a:pt x="12775" y="1457"/>
                </a:lnTo>
                <a:lnTo>
                  <a:pt x="13001" y="1457"/>
                </a:lnTo>
                <a:lnTo>
                  <a:pt x="13177" y="1457"/>
                </a:lnTo>
                <a:lnTo>
                  <a:pt x="13404" y="1457"/>
                </a:lnTo>
                <a:lnTo>
                  <a:pt x="13592" y="1457"/>
                </a:lnTo>
                <a:lnTo>
                  <a:pt x="13781" y="1457"/>
                </a:lnTo>
                <a:lnTo>
                  <a:pt x="14007" y="1457"/>
                </a:lnTo>
                <a:lnTo>
                  <a:pt x="14183" y="1457"/>
                </a:lnTo>
                <a:lnTo>
                  <a:pt x="14422" y="1457"/>
                </a:lnTo>
                <a:lnTo>
                  <a:pt x="14598" y="1457"/>
                </a:lnTo>
                <a:lnTo>
                  <a:pt x="14787" y="1457"/>
                </a:lnTo>
                <a:lnTo>
                  <a:pt x="14925" y="1457"/>
                </a:lnTo>
                <a:lnTo>
                  <a:pt x="15101" y="1457"/>
                </a:lnTo>
                <a:lnTo>
                  <a:pt x="15290" y="1457"/>
                </a:lnTo>
                <a:lnTo>
                  <a:pt x="15428" y="1457"/>
                </a:lnTo>
                <a:lnTo>
                  <a:pt x="15604" y="1409"/>
                </a:lnTo>
                <a:lnTo>
                  <a:pt x="15793" y="1409"/>
                </a:lnTo>
                <a:lnTo>
                  <a:pt x="15931" y="1409"/>
                </a:lnTo>
                <a:lnTo>
                  <a:pt x="16107" y="1409"/>
                </a:lnTo>
                <a:lnTo>
                  <a:pt x="16296" y="1409"/>
                </a:lnTo>
                <a:lnTo>
                  <a:pt x="16434" y="1409"/>
                </a:lnTo>
                <a:lnTo>
                  <a:pt x="16610" y="1409"/>
                </a:lnTo>
                <a:lnTo>
                  <a:pt x="16799" y="1409"/>
                </a:lnTo>
                <a:lnTo>
                  <a:pt x="16937" y="1363"/>
                </a:lnTo>
                <a:lnTo>
                  <a:pt x="17113" y="1363"/>
                </a:lnTo>
                <a:lnTo>
                  <a:pt x="17302" y="1363"/>
                </a:lnTo>
                <a:lnTo>
                  <a:pt x="17440" y="1363"/>
                </a:lnTo>
                <a:lnTo>
                  <a:pt x="17616" y="1363"/>
                </a:lnTo>
                <a:lnTo>
                  <a:pt x="17805" y="1316"/>
                </a:lnTo>
                <a:lnTo>
                  <a:pt x="17943" y="1316"/>
                </a:lnTo>
                <a:lnTo>
                  <a:pt x="18119" y="1316"/>
                </a:lnTo>
                <a:lnTo>
                  <a:pt x="18308" y="1316"/>
                </a:lnTo>
                <a:lnTo>
                  <a:pt x="18446" y="1316"/>
                </a:lnTo>
                <a:lnTo>
                  <a:pt x="18622" y="1269"/>
                </a:lnTo>
                <a:lnTo>
                  <a:pt x="18811" y="1269"/>
                </a:lnTo>
                <a:lnTo>
                  <a:pt x="18949" y="1269"/>
                </a:lnTo>
                <a:lnTo>
                  <a:pt x="19125" y="1222"/>
                </a:lnTo>
                <a:lnTo>
                  <a:pt x="19313" y="1222"/>
                </a:lnTo>
                <a:lnTo>
                  <a:pt x="19452" y="1222"/>
                </a:lnTo>
                <a:lnTo>
                  <a:pt x="19628" y="1175"/>
                </a:lnTo>
                <a:lnTo>
                  <a:pt x="19816" y="1175"/>
                </a:lnTo>
                <a:lnTo>
                  <a:pt x="19955" y="1175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115692" y="5775912"/>
            <a:ext cx="20043" cy="4982"/>
          </a:xfrm>
          <a:custGeom>
            <a:avLst/>
            <a:gdLst/>
            <a:ahLst/>
            <a:cxnLst/>
            <a:rect l="l" t="t" r="r" b="b"/>
            <a:pathLst>
              <a:path w="20043" h="4982">
                <a:moveTo>
                  <a:pt x="0" y="4982"/>
                </a:moveTo>
                <a:lnTo>
                  <a:pt x="188" y="4936"/>
                </a:lnTo>
                <a:lnTo>
                  <a:pt x="414" y="4936"/>
                </a:lnTo>
                <a:lnTo>
                  <a:pt x="603" y="4888"/>
                </a:lnTo>
                <a:lnTo>
                  <a:pt x="779" y="4888"/>
                </a:lnTo>
                <a:lnTo>
                  <a:pt x="917" y="4888"/>
                </a:lnTo>
                <a:lnTo>
                  <a:pt x="1106" y="4841"/>
                </a:lnTo>
                <a:lnTo>
                  <a:pt x="1282" y="4841"/>
                </a:lnTo>
                <a:lnTo>
                  <a:pt x="1420" y="4841"/>
                </a:lnTo>
                <a:lnTo>
                  <a:pt x="1609" y="4794"/>
                </a:lnTo>
                <a:lnTo>
                  <a:pt x="1785" y="4794"/>
                </a:lnTo>
                <a:lnTo>
                  <a:pt x="1923" y="4747"/>
                </a:lnTo>
                <a:lnTo>
                  <a:pt x="2112" y="4747"/>
                </a:lnTo>
                <a:lnTo>
                  <a:pt x="2288" y="4701"/>
                </a:lnTo>
                <a:lnTo>
                  <a:pt x="2426" y="4701"/>
                </a:lnTo>
                <a:lnTo>
                  <a:pt x="2615" y="4653"/>
                </a:lnTo>
                <a:lnTo>
                  <a:pt x="2791" y="4653"/>
                </a:lnTo>
                <a:lnTo>
                  <a:pt x="2929" y="4607"/>
                </a:lnTo>
                <a:lnTo>
                  <a:pt x="3118" y="4607"/>
                </a:lnTo>
                <a:lnTo>
                  <a:pt x="3294" y="4559"/>
                </a:lnTo>
                <a:lnTo>
                  <a:pt x="3432" y="4559"/>
                </a:lnTo>
                <a:lnTo>
                  <a:pt x="3621" y="4513"/>
                </a:lnTo>
                <a:lnTo>
                  <a:pt x="3797" y="4513"/>
                </a:lnTo>
                <a:lnTo>
                  <a:pt x="3935" y="4465"/>
                </a:lnTo>
                <a:lnTo>
                  <a:pt x="4124" y="4465"/>
                </a:lnTo>
                <a:lnTo>
                  <a:pt x="4300" y="4418"/>
                </a:lnTo>
                <a:lnTo>
                  <a:pt x="4438" y="4418"/>
                </a:lnTo>
                <a:lnTo>
                  <a:pt x="4627" y="4371"/>
                </a:lnTo>
                <a:lnTo>
                  <a:pt x="4803" y="4324"/>
                </a:lnTo>
                <a:lnTo>
                  <a:pt x="4941" y="4324"/>
                </a:lnTo>
                <a:lnTo>
                  <a:pt x="5130" y="4278"/>
                </a:lnTo>
                <a:lnTo>
                  <a:pt x="5306" y="4230"/>
                </a:lnTo>
                <a:lnTo>
                  <a:pt x="5444" y="4230"/>
                </a:lnTo>
                <a:lnTo>
                  <a:pt x="5633" y="4184"/>
                </a:lnTo>
                <a:lnTo>
                  <a:pt x="5809" y="4136"/>
                </a:lnTo>
                <a:lnTo>
                  <a:pt x="5947" y="4136"/>
                </a:lnTo>
                <a:lnTo>
                  <a:pt x="6136" y="4089"/>
                </a:lnTo>
                <a:lnTo>
                  <a:pt x="6312" y="4042"/>
                </a:lnTo>
                <a:lnTo>
                  <a:pt x="6450" y="4042"/>
                </a:lnTo>
                <a:lnTo>
                  <a:pt x="6639" y="3995"/>
                </a:lnTo>
                <a:lnTo>
                  <a:pt x="6827" y="3948"/>
                </a:lnTo>
                <a:lnTo>
                  <a:pt x="7054" y="3901"/>
                </a:lnTo>
                <a:lnTo>
                  <a:pt x="7230" y="3855"/>
                </a:lnTo>
                <a:lnTo>
                  <a:pt x="7456" y="3855"/>
                </a:lnTo>
                <a:lnTo>
                  <a:pt x="7645" y="3807"/>
                </a:lnTo>
                <a:lnTo>
                  <a:pt x="7833" y="3761"/>
                </a:lnTo>
                <a:lnTo>
                  <a:pt x="7972" y="3713"/>
                </a:lnTo>
                <a:lnTo>
                  <a:pt x="8148" y="3666"/>
                </a:lnTo>
                <a:lnTo>
                  <a:pt x="8336" y="3619"/>
                </a:lnTo>
                <a:lnTo>
                  <a:pt x="8475" y="3619"/>
                </a:lnTo>
                <a:lnTo>
                  <a:pt x="8651" y="3572"/>
                </a:lnTo>
                <a:lnTo>
                  <a:pt x="8839" y="3525"/>
                </a:lnTo>
                <a:lnTo>
                  <a:pt x="8977" y="3525"/>
                </a:lnTo>
                <a:lnTo>
                  <a:pt x="9154" y="3478"/>
                </a:lnTo>
                <a:lnTo>
                  <a:pt x="9342" y="3432"/>
                </a:lnTo>
                <a:lnTo>
                  <a:pt x="9480" y="3384"/>
                </a:lnTo>
                <a:lnTo>
                  <a:pt x="9656" y="3338"/>
                </a:lnTo>
                <a:lnTo>
                  <a:pt x="9845" y="3290"/>
                </a:lnTo>
                <a:lnTo>
                  <a:pt x="9983" y="3243"/>
                </a:lnTo>
                <a:lnTo>
                  <a:pt x="10159" y="3196"/>
                </a:lnTo>
                <a:lnTo>
                  <a:pt x="10348" y="3149"/>
                </a:lnTo>
                <a:lnTo>
                  <a:pt x="10486" y="3149"/>
                </a:lnTo>
                <a:lnTo>
                  <a:pt x="10662" y="3101"/>
                </a:lnTo>
                <a:lnTo>
                  <a:pt x="10851" y="3009"/>
                </a:lnTo>
                <a:lnTo>
                  <a:pt x="10989" y="3009"/>
                </a:lnTo>
                <a:lnTo>
                  <a:pt x="11165" y="2961"/>
                </a:lnTo>
                <a:lnTo>
                  <a:pt x="11354" y="2914"/>
                </a:lnTo>
                <a:lnTo>
                  <a:pt x="11492" y="2867"/>
                </a:lnTo>
                <a:lnTo>
                  <a:pt x="11668" y="2820"/>
                </a:lnTo>
                <a:lnTo>
                  <a:pt x="11857" y="2773"/>
                </a:lnTo>
                <a:lnTo>
                  <a:pt x="11995" y="2726"/>
                </a:lnTo>
                <a:lnTo>
                  <a:pt x="12171" y="2678"/>
                </a:lnTo>
                <a:lnTo>
                  <a:pt x="12360" y="2632"/>
                </a:lnTo>
                <a:lnTo>
                  <a:pt x="12498" y="2586"/>
                </a:lnTo>
                <a:lnTo>
                  <a:pt x="12674" y="2538"/>
                </a:lnTo>
                <a:lnTo>
                  <a:pt x="12863" y="2491"/>
                </a:lnTo>
                <a:lnTo>
                  <a:pt x="13001" y="2444"/>
                </a:lnTo>
                <a:lnTo>
                  <a:pt x="13177" y="2397"/>
                </a:lnTo>
                <a:lnTo>
                  <a:pt x="13366" y="2303"/>
                </a:lnTo>
                <a:lnTo>
                  <a:pt x="13504" y="2303"/>
                </a:lnTo>
                <a:lnTo>
                  <a:pt x="13680" y="2255"/>
                </a:lnTo>
                <a:lnTo>
                  <a:pt x="13869" y="2162"/>
                </a:lnTo>
                <a:lnTo>
                  <a:pt x="14007" y="2162"/>
                </a:lnTo>
                <a:lnTo>
                  <a:pt x="14196" y="2068"/>
                </a:lnTo>
                <a:lnTo>
                  <a:pt x="14372" y="2021"/>
                </a:lnTo>
                <a:lnTo>
                  <a:pt x="14510" y="1974"/>
                </a:lnTo>
                <a:lnTo>
                  <a:pt x="14699" y="1926"/>
                </a:lnTo>
                <a:lnTo>
                  <a:pt x="14875" y="1832"/>
                </a:lnTo>
                <a:lnTo>
                  <a:pt x="15013" y="1832"/>
                </a:lnTo>
                <a:lnTo>
                  <a:pt x="15202" y="1739"/>
                </a:lnTo>
                <a:lnTo>
                  <a:pt x="15378" y="1692"/>
                </a:lnTo>
                <a:lnTo>
                  <a:pt x="15516" y="1645"/>
                </a:lnTo>
                <a:lnTo>
                  <a:pt x="15705" y="1598"/>
                </a:lnTo>
                <a:lnTo>
                  <a:pt x="15881" y="1503"/>
                </a:lnTo>
                <a:lnTo>
                  <a:pt x="16019" y="1503"/>
                </a:lnTo>
                <a:lnTo>
                  <a:pt x="16208" y="1409"/>
                </a:lnTo>
                <a:lnTo>
                  <a:pt x="16384" y="1363"/>
                </a:lnTo>
                <a:lnTo>
                  <a:pt x="16522" y="1316"/>
                </a:lnTo>
                <a:lnTo>
                  <a:pt x="16711" y="1269"/>
                </a:lnTo>
                <a:lnTo>
                  <a:pt x="16937" y="1175"/>
                </a:lnTo>
                <a:lnTo>
                  <a:pt x="17113" y="1128"/>
                </a:lnTo>
                <a:lnTo>
                  <a:pt x="17302" y="1034"/>
                </a:lnTo>
                <a:lnTo>
                  <a:pt x="17440" y="986"/>
                </a:lnTo>
                <a:lnTo>
                  <a:pt x="17629" y="940"/>
                </a:lnTo>
                <a:lnTo>
                  <a:pt x="17805" y="846"/>
                </a:lnTo>
                <a:lnTo>
                  <a:pt x="17943" y="799"/>
                </a:lnTo>
                <a:lnTo>
                  <a:pt x="18132" y="751"/>
                </a:lnTo>
                <a:lnTo>
                  <a:pt x="18308" y="657"/>
                </a:lnTo>
                <a:lnTo>
                  <a:pt x="18446" y="611"/>
                </a:lnTo>
                <a:lnTo>
                  <a:pt x="18634" y="563"/>
                </a:lnTo>
                <a:lnTo>
                  <a:pt x="18811" y="470"/>
                </a:lnTo>
                <a:lnTo>
                  <a:pt x="18949" y="423"/>
                </a:lnTo>
                <a:lnTo>
                  <a:pt x="19137" y="376"/>
                </a:lnTo>
                <a:lnTo>
                  <a:pt x="19313" y="282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4"/>
                </a:lnTo>
                <a:lnTo>
                  <a:pt x="19955" y="47"/>
                </a:lnTo>
              </a:path>
            </a:pathLst>
          </a:custGeom>
          <a:ln w="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135735" y="5764913"/>
            <a:ext cx="20055" cy="10999"/>
          </a:xfrm>
          <a:custGeom>
            <a:avLst/>
            <a:gdLst/>
            <a:ahLst/>
            <a:cxnLst/>
            <a:rect l="l" t="t" r="r" b="b"/>
            <a:pathLst>
              <a:path w="20055" h="10999">
                <a:moveTo>
                  <a:pt x="0" y="10999"/>
                </a:moveTo>
                <a:lnTo>
                  <a:pt x="188" y="10905"/>
                </a:lnTo>
                <a:lnTo>
                  <a:pt x="414" y="10858"/>
                </a:lnTo>
                <a:lnTo>
                  <a:pt x="603" y="10764"/>
                </a:lnTo>
                <a:lnTo>
                  <a:pt x="779" y="10670"/>
                </a:lnTo>
                <a:lnTo>
                  <a:pt x="917" y="10624"/>
                </a:lnTo>
                <a:lnTo>
                  <a:pt x="1106" y="10529"/>
                </a:lnTo>
                <a:lnTo>
                  <a:pt x="1282" y="10482"/>
                </a:lnTo>
                <a:lnTo>
                  <a:pt x="1420" y="10435"/>
                </a:lnTo>
                <a:lnTo>
                  <a:pt x="1609" y="10341"/>
                </a:lnTo>
                <a:lnTo>
                  <a:pt x="1785" y="10247"/>
                </a:lnTo>
                <a:lnTo>
                  <a:pt x="1923" y="10201"/>
                </a:lnTo>
                <a:lnTo>
                  <a:pt x="2112" y="10106"/>
                </a:lnTo>
                <a:lnTo>
                  <a:pt x="2288" y="10012"/>
                </a:lnTo>
                <a:lnTo>
                  <a:pt x="2426" y="10012"/>
                </a:lnTo>
                <a:lnTo>
                  <a:pt x="2615" y="9918"/>
                </a:lnTo>
                <a:lnTo>
                  <a:pt x="2791" y="9824"/>
                </a:lnTo>
                <a:lnTo>
                  <a:pt x="2929" y="9777"/>
                </a:lnTo>
                <a:lnTo>
                  <a:pt x="3118" y="9683"/>
                </a:lnTo>
                <a:lnTo>
                  <a:pt x="3294" y="9589"/>
                </a:lnTo>
                <a:lnTo>
                  <a:pt x="3432" y="9541"/>
                </a:lnTo>
                <a:lnTo>
                  <a:pt x="3621" y="9447"/>
                </a:lnTo>
                <a:lnTo>
                  <a:pt x="3809" y="9354"/>
                </a:lnTo>
                <a:lnTo>
                  <a:pt x="4036" y="9260"/>
                </a:lnTo>
                <a:lnTo>
                  <a:pt x="4212" y="9166"/>
                </a:lnTo>
                <a:lnTo>
                  <a:pt x="4438" y="9072"/>
                </a:lnTo>
                <a:lnTo>
                  <a:pt x="4627" y="8978"/>
                </a:lnTo>
                <a:lnTo>
                  <a:pt x="4815" y="8884"/>
                </a:lnTo>
                <a:lnTo>
                  <a:pt x="5042" y="8790"/>
                </a:lnTo>
                <a:lnTo>
                  <a:pt x="5218" y="8695"/>
                </a:lnTo>
                <a:lnTo>
                  <a:pt x="5457" y="8601"/>
                </a:lnTo>
                <a:lnTo>
                  <a:pt x="5633" y="8508"/>
                </a:lnTo>
                <a:lnTo>
                  <a:pt x="5821" y="8414"/>
                </a:lnTo>
                <a:lnTo>
                  <a:pt x="5960" y="8366"/>
                </a:lnTo>
                <a:lnTo>
                  <a:pt x="6136" y="8272"/>
                </a:lnTo>
                <a:lnTo>
                  <a:pt x="6324" y="8178"/>
                </a:lnTo>
                <a:lnTo>
                  <a:pt x="6463" y="8132"/>
                </a:lnTo>
                <a:lnTo>
                  <a:pt x="6639" y="7991"/>
                </a:lnTo>
                <a:lnTo>
                  <a:pt x="6827" y="7897"/>
                </a:lnTo>
                <a:lnTo>
                  <a:pt x="6966" y="7849"/>
                </a:lnTo>
                <a:lnTo>
                  <a:pt x="7142" y="7755"/>
                </a:lnTo>
                <a:lnTo>
                  <a:pt x="7330" y="7662"/>
                </a:lnTo>
                <a:lnTo>
                  <a:pt x="7469" y="7614"/>
                </a:lnTo>
                <a:lnTo>
                  <a:pt x="7645" y="7520"/>
                </a:lnTo>
                <a:lnTo>
                  <a:pt x="7833" y="7380"/>
                </a:lnTo>
                <a:lnTo>
                  <a:pt x="7972" y="7332"/>
                </a:lnTo>
                <a:lnTo>
                  <a:pt x="8148" y="7239"/>
                </a:lnTo>
                <a:lnTo>
                  <a:pt x="8336" y="7145"/>
                </a:lnTo>
                <a:lnTo>
                  <a:pt x="8475" y="7097"/>
                </a:lnTo>
                <a:lnTo>
                  <a:pt x="8651" y="6957"/>
                </a:lnTo>
                <a:lnTo>
                  <a:pt x="8839" y="6863"/>
                </a:lnTo>
                <a:lnTo>
                  <a:pt x="8977" y="6816"/>
                </a:lnTo>
                <a:lnTo>
                  <a:pt x="9154" y="6722"/>
                </a:lnTo>
                <a:lnTo>
                  <a:pt x="9342" y="6580"/>
                </a:lnTo>
                <a:lnTo>
                  <a:pt x="9480" y="6534"/>
                </a:lnTo>
                <a:lnTo>
                  <a:pt x="9656" y="6439"/>
                </a:lnTo>
                <a:lnTo>
                  <a:pt x="9845" y="6299"/>
                </a:lnTo>
                <a:lnTo>
                  <a:pt x="9983" y="6251"/>
                </a:lnTo>
                <a:lnTo>
                  <a:pt x="10159" y="6157"/>
                </a:lnTo>
                <a:lnTo>
                  <a:pt x="10348" y="6063"/>
                </a:lnTo>
                <a:lnTo>
                  <a:pt x="10486" y="5970"/>
                </a:lnTo>
                <a:lnTo>
                  <a:pt x="10662" y="5876"/>
                </a:lnTo>
                <a:lnTo>
                  <a:pt x="10851" y="5782"/>
                </a:lnTo>
                <a:lnTo>
                  <a:pt x="10989" y="5688"/>
                </a:lnTo>
                <a:lnTo>
                  <a:pt x="11165" y="5593"/>
                </a:lnTo>
                <a:lnTo>
                  <a:pt x="11354" y="5453"/>
                </a:lnTo>
                <a:lnTo>
                  <a:pt x="11492" y="5405"/>
                </a:lnTo>
                <a:lnTo>
                  <a:pt x="11681" y="5311"/>
                </a:lnTo>
                <a:lnTo>
                  <a:pt x="11857" y="5170"/>
                </a:lnTo>
                <a:lnTo>
                  <a:pt x="11995" y="5124"/>
                </a:lnTo>
                <a:lnTo>
                  <a:pt x="12184" y="5030"/>
                </a:lnTo>
                <a:lnTo>
                  <a:pt x="12360" y="4888"/>
                </a:lnTo>
                <a:lnTo>
                  <a:pt x="12498" y="4841"/>
                </a:lnTo>
                <a:lnTo>
                  <a:pt x="12687" y="4701"/>
                </a:lnTo>
                <a:lnTo>
                  <a:pt x="12863" y="4607"/>
                </a:lnTo>
                <a:lnTo>
                  <a:pt x="13001" y="4559"/>
                </a:lnTo>
                <a:lnTo>
                  <a:pt x="13190" y="4418"/>
                </a:lnTo>
                <a:lnTo>
                  <a:pt x="13366" y="4278"/>
                </a:lnTo>
                <a:lnTo>
                  <a:pt x="13504" y="4230"/>
                </a:lnTo>
                <a:lnTo>
                  <a:pt x="13693" y="4136"/>
                </a:lnTo>
                <a:lnTo>
                  <a:pt x="13869" y="3995"/>
                </a:lnTo>
                <a:lnTo>
                  <a:pt x="14007" y="3948"/>
                </a:lnTo>
                <a:lnTo>
                  <a:pt x="14196" y="3807"/>
                </a:lnTo>
                <a:lnTo>
                  <a:pt x="14372" y="3666"/>
                </a:lnTo>
                <a:lnTo>
                  <a:pt x="14510" y="3619"/>
                </a:lnTo>
                <a:lnTo>
                  <a:pt x="14699" y="3478"/>
                </a:lnTo>
                <a:lnTo>
                  <a:pt x="14875" y="3384"/>
                </a:lnTo>
                <a:lnTo>
                  <a:pt x="15013" y="3290"/>
                </a:lnTo>
                <a:lnTo>
                  <a:pt x="15202" y="3196"/>
                </a:lnTo>
                <a:lnTo>
                  <a:pt x="15378" y="3055"/>
                </a:lnTo>
                <a:lnTo>
                  <a:pt x="15516" y="3009"/>
                </a:lnTo>
                <a:lnTo>
                  <a:pt x="15705" y="2867"/>
                </a:lnTo>
                <a:lnTo>
                  <a:pt x="15881" y="2726"/>
                </a:lnTo>
                <a:lnTo>
                  <a:pt x="16019" y="2678"/>
                </a:lnTo>
                <a:lnTo>
                  <a:pt x="16208" y="2538"/>
                </a:lnTo>
                <a:lnTo>
                  <a:pt x="16384" y="2397"/>
                </a:lnTo>
                <a:lnTo>
                  <a:pt x="16522" y="2350"/>
                </a:lnTo>
                <a:lnTo>
                  <a:pt x="16711" y="2209"/>
                </a:lnTo>
                <a:lnTo>
                  <a:pt x="16887" y="2068"/>
                </a:lnTo>
                <a:lnTo>
                  <a:pt x="17025" y="2021"/>
                </a:lnTo>
                <a:lnTo>
                  <a:pt x="17214" y="1880"/>
                </a:lnTo>
                <a:lnTo>
                  <a:pt x="17390" y="1739"/>
                </a:lnTo>
                <a:lnTo>
                  <a:pt x="17528" y="1692"/>
                </a:lnTo>
                <a:lnTo>
                  <a:pt x="17717" y="1551"/>
                </a:lnTo>
                <a:lnTo>
                  <a:pt x="17905" y="1409"/>
                </a:lnTo>
                <a:lnTo>
                  <a:pt x="18132" y="1269"/>
                </a:lnTo>
                <a:lnTo>
                  <a:pt x="18308" y="1175"/>
                </a:lnTo>
                <a:lnTo>
                  <a:pt x="18534" y="1034"/>
                </a:lnTo>
                <a:lnTo>
                  <a:pt x="18722" y="893"/>
                </a:lnTo>
                <a:lnTo>
                  <a:pt x="18911" y="751"/>
                </a:lnTo>
                <a:lnTo>
                  <a:pt x="19049" y="657"/>
                </a:lnTo>
                <a:lnTo>
                  <a:pt x="19225" y="517"/>
                </a:lnTo>
                <a:lnTo>
                  <a:pt x="19414" y="376"/>
                </a:lnTo>
                <a:lnTo>
                  <a:pt x="19552" y="328"/>
                </a:lnTo>
                <a:lnTo>
                  <a:pt x="19728" y="188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155791" y="5747991"/>
            <a:ext cx="19992" cy="16922"/>
          </a:xfrm>
          <a:custGeom>
            <a:avLst/>
            <a:gdLst/>
            <a:ahLst/>
            <a:cxnLst/>
            <a:rect l="l" t="t" r="r" b="b"/>
            <a:pathLst>
              <a:path w="19992" h="16922">
                <a:moveTo>
                  <a:pt x="0" y="16922"/>
                </a:moveTo>
                <a:lnTo>
                  <a:pt x="176" y="16781"/>
                </a:lnTo>
                <a:lnTo>
                  <a:pt x="364" y="16639"/>
                </a:lnTo>
                <a:lnTo>
                  <a:pt x="502" y="16546"/>
                </a:lnTo>
                <a:lnTo>
                  <a:pt x="679" y="16405"/>
                </a:lnTo>
                <a:lnTo>
                  <a:pt x="867" y="16264"/>
                </a:lnTo>
                <a:lnTo>
                  <a:pt x="1005" y="16170"/>
                </a:lnTo>
                <a:lnTo>
                  <a:pt x="1181" y="16029"/>
                </a:lnTo>
                <a:lnTo>
                  <a:pt x="1370" y="15887"/>
                </a:lnTo>
                <a:lnTo>
                  <a:pt x="1508" y="15841"/>
                </a:lnTo>
                <a:lnTo>
                  <a:pt x="1684" y="15700"/>
                </a:lnTo>
                <a:lnTo>
                  <a:pt x="1873" y="15558"/>
                </a:lnTo>
                <a:lnTo>
                  <a:pt x="2011" y="15464"/>
                </a:lnTo>
                <a:lnTo>
                  <a:pt x="2187" y="15324"/>
                </a:lnTo>
                <a:lnTo>
                  <a:pt x="2376" y="15183"/>
                </a:lnTo>
                <a:lnTo>
                  <a:pt x="2514" y="15089"/>
                </a:lnTo>
                <a:lnTo>
                  <a:pt x="2690" y="14947"/>
                </a:lnTo>
                <a:lnTo>
                  <a:pt x="2879" y="14806"/>
                </a:lnTo>
                <a:lnTo>
                  <a:pt x="3017" y="14712"/>
                </a:lnTo>
                <a:lnTo>
                  <a:pt x="3193" y="14572"/>
                </a:lnTo>
                <a:lnTo>
                  <a:pt x="3382" y="14431"/>
                </a:lnTo>
                <a:lnTo>
                  <a:pt x="3520" y="14337"/>
                </a:lnTo>
                <a:lnTo>
                  <a:pt x="3696" y="14195"/>
                </a:lnTo>
                <a:lnTo>
                  <a:pt x="3885" y="14054"/>
                </a:lnTo>
                <a:lnTo>
                  <a:pt x="4023" y="13960"/>
                </a:lnTo>
                <a:lnTo>
                  <a:pt x="4199" y="13820"/>
                </a:lnTo>
                <a:lnTo>
                  <a:pt x="4388" y="13678"/>
                </a:lnTo>
                <a:lnTo>
                  <a:pt x="4526" y="13585"/>
                </a:lnTo>
                <a:lnTo>
                  <a:pt x="4702" y="13443"/>
                </a:lnTo>
                <a:lnTo>
                  <a:pt x="4891" y="13255"/>
                </a:lnTo>
                <a:lnTo>
                  <a:pt x="5029" y="13208"/>
                </a:lnTo>
                <a:lnTo>
                  <a:pt x="5218" y="13020"/>
                </a:lnTo>
                <a:lnTo>
                  <a:pt x="5394" y="12879"/>
                </a:lnTo>
                <a:lnTo>
                  <a:pt x="5532" y="12785"/>
                </a:lnTo>
                <a:lnTo>
                  <a:pt x="5721" y="12645"/>
                </a:lnTo>
                <a:lnTo>
                  <a:pt x="5897" y="12503"/>
                </a:lnTo>
                <a:lnTo>
                  <a:pt x="6035" y="12409"/>
                </a:lnTo>
                <a:lnTo>
                  <a:pt x="6224" y="12268"/>
                </a:lnTo>
                <a:lnTo>
                  <a:pt x="6400" y="12080"/>
                </a:lnTo>
                <a:lnTo>
                  <a:pt x="6538" y="12033"/>
                </a:lnTo>
                <a:lnTo>
                  <a:pt x="6727" y="11845"/>
                </a:lnTo>
                <a:lnTo>
                  <a:pt x="6903" y="11704"/>
                </a:lnTo>
                <a:lnTo>
                  <a:pt x="7041" y="11610"/>
                </a:lnTo>
                <a:lnTo>
                  <a:pt x="7230" y="11470"/>
                </a:lnTo>
                <a:lnTo>
                  <a:pt x="7406" y="11281"/>
                </a:lnTo>
                <a:lnTo>
                  <a:pt x="7544" y="11187"/>
                </a:lnTo>
                <a:lnTo>
                  <a:pt x="7733" y="11047"/>
                </a:lnTo>
                <a:lnTo>
                  <a:pt x="7909" y="10858"/>
                </a:lnTo>
                <a:lnTo>
                  <a:pt x="8047" y="10811"/>
                </a:lnTo>
                <a:lnTo>
                  <a:pt x="8236" y="10624"/>
                </a:lnTo>
                <a:lnTo>
                  <a:pt x="8412" y="10482"/>
                </a:lnTo>
                <a:lnTo>
                  <a:pt x="8550" y="10388"/>
                </a:lnTo>
                <a:lnTo>
                  <a:pt x="8739" y="10201"/>
                </a:lnTo>
                <a:lnTo>
                  <a:pt x="8915" y="10059"/>
                </a:lnTo>
                <a:lnTo>
                  <a:pt x="9053" y="9965"/>
                </a:lnTo>
                <a:lnTo>
                  <a:pt x="9242" y="9824"/>
                </a:lnTo>
                <a:lnTo>
                  <a:pt x="9418" y="9636"/>
                </a:lnTo>
                <a:lnTo>
                  <a:pt x="9556" y="9541"/>
                </a:lnTo>
                <a:lnTo>
                  <a:pt x="9745" y="9401"/>
                </a:lnTo>
                <a:lnTo>
                  <a:pt x="9921" y="9213"/>
                </a:lnTo>
                <a:lnTo>
                  <a:pt x="10059" y="9118"/>
                </a:lnTo>
                <a:lnTo>
                  <a:pt x="10247" y="8978"/>
                </a:lnTo>
                <a:lnTo>
                  <a:pt x="10424" y="8790"/>
                </a:lnTo>
                <a:lnTo>
                  <a:pt x="10562" y="8695"/>
                </a:lnTo>
                <a:lnTo>
                  <a:pt x="10750" y="8508"/>
                </a:lnTo>
                <a:lnTo>
                  <a:pt x="10926" y="8366"/>
                </a:lnTo>
                <a:lnTo>
                  <a:pt x="11065" y="8272"/>
                </a:lnTo>
                <a:lnTo>
                  <a:pt x="11253" y="8085"/>
                </a:lnTo>
                <a:lnTo>
                  <a:pt x="11442" y="7943"/>
                </a:lnTo>
                <a:lnTo>
                  <a:pt x="11668" y="7755"/>
                </a:lnTo>
                <a:lnTo>
                  <a:pt x="11844" y="7568"/>
                </a:lnTo>
                <a:lnTo>
                  <a:pt x="12071" y="7380"/>
                </a:lnTo>
                <a:lnTo>
                  <a:pt x="12259" y="7239"/>
                </a:lnTo>
                <a:lnTo>
                  <a:pt x="12448" y="7051"/>
                </a:lnTo>
                <a:lnTo>
                  <a:pt x="12586" y="6957"/>
                </a:lnTo>
                <a:lnTo>
                  <a:pt x="12762" y="6768"/>
                </a:lnTo>
                <a:lnTo>
                  <a:pt x="12850" y="6674"/>
                </a:lnTo>
                <a:lnTo>
                  <a:pt x="12951" y="6580"/>
                </a:lnTo>
                <a:lnTo>
                  <a:pt x="13089" y="6486"/>
                </a:lnTo>
                <a:lnTo>
                  <a:pt x="13177" y="6439"/>
                </a:lnTo>
                <a:lnTo>
                  <a:pt x="13353" y="6251"/>
                </a:lnTo>
                <a:lnTo>
                  <a:pt x="13592" y="6063"/>
                </a:lnTo>
                <a:lnTo>
                  <a:pt x="13768" y="5876"/>
                </a:lnTo>
                <a:lnTo>
                  <a:pt x="13957" y="5688"/>
                </a:lnTo>
                <a:lnTo>
                  <a:pt x="14095" y="5593"/>
                </a:lnTo>
                <a:lnTo>
                  <a:pt x="14271" y="5405"/>
                </a:lnTo>
                <a:lnTo>
                  <a:pt x="14460" y="5264"/>
                </a:lnTo>
                <a:lnTo>
                  <a:pt x="14598" y="5170"/>
                </a:lnTo>
                <a:lnTo>
                  <a:pt x="14774" y="4982"/>
                </a:lnTo>
                <a:lnTo>
                  <a:pt x="14963" y="4794"/>
                </a:lnTo>
                <a:lnTo>
                  <a:pt x="15101" y="4701"/>
                </a:lnTo>
                <a:lnTo>
                  <a:pt x="15277" y="4513"/>
                </a:lnTo>
                <a:lnTo>
                  <a:pt x="15466" y="4324"/>
                </a:lnTo>
                <a:lnTo>
                  <a:pt x="15604" y="4230"/>
                </a:lnTo>
                <a:lnTo>
                  <a:pt x="15780" y="4042"/>
                </a:lnTo>
                <a:lnTo>
                  <a:pt x="15969" y="3855"/>
                </a:lnTo>
                <a:lnTo>
                  <a:pt x="16107" y="3761"/>
                </a:lnTo>
                <a:lnTo>
                  <a:pt x="16283" y="3572"/>
                </a:lnTo>
                <a:lnTo>
                  <a:pt x="16472" y="3384"/>
                </a:lnTo>
                <a:lnTo>
                  <a:pt x="16610" y="3290"/>
                </a:lnTo>
                <a:lnTo>
                  <a:pt x="16786" y="3101"/>
                </a:lnTo>
                <a:lnTo>
                  <a:pt x="16975" y="2914"/>
                </a:lnTo>
                <a:lnTo>
                  <a:pt x="17113" y="2820"/>
                </a:lnTo>
                <a:lnTo>
                  <a:pt x="17289" y="2632"/>
                </a:lnTo>
                <a:lnTo>
                  <a:pt x="17478" y="2444"/>
                </a:lnTo>
                <a:lnTo>
                  <a:pt x="17616" y="2350"/>
                </a:lnTo>
                <a:lnTo>
                  <a:pt x="17792" y="2162"/>
                </a:lnTo>
                <a:lnTo>
                  <a:pt x="17981" y="1974"/>
                </a:lnTo>
                <a:lnTo>
                  <a:pt x="18119" y="1880"/>
                </a:lnTo>
                <a:lnTo>
                  <a:pt x="18207" y="1739"/>
                </a:lnTo>
                <a:lnTo>
                  <a:pt x="18396" y="1551"/>
                </a:lnTo>
                <a:lnTo>
                  <a:pt x="18622" y="1363"/>
                </a:lnTo>
                <a:lnTo>
                  <a:pt x="18811" y="1175"/>
                </a:lnTo>
                <a:lnTo>
                  <a:pt x="18987" y="986"/>
                </a:lnTo>
                <a:lnTo>
                  <a:pt x="19125" y="893"/>
                </a:lnTo>
                <a:lnTo>
                  <a:pt x="19313" y="705"/>
                </a:lnTo>
                <a:lnTo>
                  <a:pt x="19490" y="470"/>
                </a:lnTo>
                <a:lnTo>
                  <a:pt x="19628" y="376"/>
                </a:lnTo>
                <a:lnTo>
                  <a:pt x="19816" y="188"/>
                </a:lnTo>
                <a:lnTo>
                  <a:pt x="19992" y="0"/>
                </a:lnTo>
              </a:path>
            </a:pathLst>
          </a:custGeom>
          <a:ln w="17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175784" y="5725475"/>
            <a:ext cx="20043" cy="22516"/>
          </a:xfrm>
          <a:custGeom>
            <a:avLst/>
            <a:gdLst/>
            <a:ahLst/>
            <a:cxnLst/>
            <a:rect l="l" t="t" r="r" b="b"/>
            <a:pathLst>
              <a:path w="20043" h="22516">
                <a:moveTo>
                  <a:pt x="0" y="22516"/>
                </a:moveTo>
                <a:lnTo>
                  <a:pt x="138" y="22421"/>
                </a:lnTo>
                <a:lnTo>
                  <a:pt x="326" y="22233"/>
                </a:lnTo>
                <a:lnTo>
                  <a:pt x="414" y="22093"/>
                </a:lnTo>
                <a:lnTo>
                  <a:pt x="641" y="21904"/>
                </a:lnTo>
                <a:lnTo>
                  <a:pt x="829" y="21717"/>
                </a:lnTo>
                <a:lnTo>
                  <a:pt x="1005" y="21529"/>
                </a:lnTo>
                <a:lnTo>
                  <a:pt x="1144" y="21387"/>
                </a:lnTo>
                <a:lnTo>
                  <a:pt x="1332" y="21200"/>
                </a:lnTo>
                <a:lnTo>
                  <a:pt x="1508" y="21012"/>
                </a:lnTo>
                <a:lnTo>
                  <a:pt x="1647" y="20918"/>
                </a:lnTo>
                <a:lnTo>
                  <a:pt x="1835" y="20683"/>
                </a:lnTo>
                <a:lnTo>
                  <a:pt x="2011" y="20494"/>
                </a:lnTo>
                <a:lnTo>
                  <a:pt x="2150" y="20400"/>
                </a:lnTo>
                <a:lnTo>
                  <a:pt x="2338" y="20212"/>
                </a:lnTo>
                <a:lnTo>
                  <a:pt x="2426" y="20071"/>
                </a:lnTo>
                <a:lnTo>
                  <a:pt x="2653" y="19883"/>
                </a:lnTo>
                <a:lnTo>
                  <a:pt x="2841" y="19695"/>
                </a:lnTo>
                <a:lnTo>
                  <a:pt x="2929" y="19554"/>
                </a:lnTo>
                <a:lnTo>
                  <a:pt x="3156" y="19366"/>
                </a:lnTo>
                <a:lnTo>
                  <a:pt x="3344" y="19179"/>
                </a:lnTo>
                <a:lnTo>
                  <a:pt x="3432" y="19037"/>
                </a:lnTo>
                <a:lnTo>
                  <a:pt x="3659" y="18849"/>
                </a:lnTo>
                <a:lnTo>
                  <a:pt x="3847" y="18614"/>
                </a:lnTo>
                <a:lnTo>
                  <a:pt x="4023" y="18426"/>
                </a:lnTo>
                <a:lnTo>
                  <a:pt x="4162" y="18333"/>
                </a:lnTo>
                <a:lnTo>
                  <a:pt x="4350" y="18097"/>
                </a:lnTo>
                <a:lnTo>
                  <a:pt x="4526" y="17910"/>
                </a:lnTo>
                <a:lnTo>
                  <a:pt x="4665" y="17816"/>
                </a:lnTo>
                <a:lnTo>
                  <a:pt x="4765" y="17674"/>
                </a:lnTo>
                <a:lnTo>
                  <a:pt x="4941" y="17487"/>
                </a:lnTo>
                <a:lnTo>
                  <a:pt x="5167" y="17251"/>
                </a:lnTo>
                <a:lnTo>
                  <a:pt x="5356" y="17064"/>
                </a:lnTo>
                <a:lnTo>
                  <a:pt x="5444" y="16922"/>
                </a:lnTo>
                <a:lnTo>
                  <a:pt x="5670" y="16733"/>
                </a:lnTo>
                <a:lnTo>
                  <a:pt x="5859" y="16499"/>
                </a:lnTo>
                <a:lnTo>
                  <a:pt x="6048" y="16310"/>
                </a:lnTo>
                <a:lnTo>
                  <a:pt x="6186" y="16170"/>
                </a:lnTo>
                <a:lnTo>
                  <a:pt x="6274" y="16076"/>
                </a:lnTo>
                <a:lnTo>
                  <a:pt x="6362" y="15981"/>
                </a:lnTo>
                <a:lnTo>
                  <a:pt x="6450" y="15887"/>
                </a:lnTo>
                <a:lnTo>
                  <a:pt x="6551" y="15747"/>
                </a:lnTo>
                <a:lnTo>
                  <a:pt x="6689" y="15653"/>
                </a:lnTo>
                <a:lnTo>
                  <a:pt x="6865" y="15418"/>
                </a:lnTo>
                <a:lnTo>
                  <a:pt x="7054" y="15229"/>
                </a:lnTo>
                <a:lnTo>
                  <a:pt x="7192" y="15089"/>
                </a:lnTo>
                <a:lnTo>
                  <a:pt x="7368" y="14901"/>
                </a:lnTo>
                <a:lnTo>
                  <a:pt x="7456" y="14760"/>
                </a:lnTo>
                <a:lnTo>
                  <a:pt x="7695" y="14572"/>
                </a:lnTo>
                <a:lnTo>
                  <a:pt x="7783" y="14431"/>
                </a:lnTo>
                <a:lnTo>
                  <a:pt x="7959" y="14243"/>
                </a:lnTo>
                <a:lnTo>
                  <a:pt x="8060" y="14102"/>
                </a:lnTo>
                <a:lnTo>
                  <a:pt x="8198" y="14008"/>
                </a:lnTo>
                <a:lnTo>
                  <a:pt x="8374" y="13772"/>
                </a:lnTo>
                <a:lnTo>
                  <a:pt x="8563" y="13537"/>
                </a:lnTo>
                <a:lnTo>
                  <a:pt x="8701" y="13443"/>
                </a:lnTo>
                <a:lnTo>
                  <a:pt x="8877" y="13208"/>
                </a:lnTo>
                <a:lnTo>
                  <a:pt x="9066" y="13020"/>
                </a:lnTo>
                <a:lnTo>
                  <a:pt x="9204" y="12879"/>
                </a:lnTo>
                <a:lnTo>
                  <a:pt x="9380" y="12645"/>
                </a:lnTo>
                <a:lnTo>
                  <a:pt x="9568" y="12456"/>
                </a:lnTo>
                <a:lnTo>
                  <a:pt x="9707" y="12316"/>
                </a:lnTo>
                <a:lnTo>
                  <a:pt x="9883" y="12080"/>
                </a:lnTo>
                <a:lnTo>
                  <a:pt x="10071" y="11893"/>
                </a:lnTo>
                <a:lnTo>
                  <a:pt x="10210" y="11751"/>
                </a:lnTo>
                <a:lnTo>
                  <a:pt x="10386" y="11516"/>
                </a:lnTo>
                <a:lnTo>
                  <a:pt x="10574" y="11328"/>
                </a:lnTo>
                <a:lnTo>
                  <a:pt x="10713" y="11187"/>
                </a:lnTo>
                <a:lnTo>
                  <a:pt x="10889" y="10953"/>
                </a:lnTo>
                <a:lnTo>
                  <a:pt x="11077" y="10718"/>
                </a:lnTo>
                <a:lnTo>
                  <a:pt x="11216" y="10624"/>
                </a:lnTo>
                <a:lnTo>
                  <a:pt x="11392" y="10388"/>
                </a:lnTo>
                <a:lnTo>
                  <a:pt x="11580" y="10153"/>
                </a:lnTo>
                <a:lnTo>
                  <a:pt x="11719" y="10059"/>
                </a:lnTo>
                <a:lnTo>
                  <a:pt x="11807" y="9918"/>
                </a:lnTo>
                <a:lnTo>
                  <a:pt x="11995" y="9683"/>
                </a:lnTo>
                <a:lnTo>
                  <a:pt x="12222" y="9449"/>
                </a:lnTo>
                <a:lnTo>
                  <a:pt x="12410" y="9213"/>
                </a:lnTo>
                <a:lnTo>
                  <a:pt x="12586" y="8978"/>
                </a:lnTo>
                <a:lnTo>
                  <a:pt x="12725" y="8884"/>
                </a:lnTo>
                <a:lnTo>
                  <a:pt x="12813" y="8743"/>
                </a:lnTo>
                <a:lnTo>
                  <a:pt x="13001" y="8555"/>
                </a:lnTo>
                <a:lnTo>
                  <a:pt x="13089" y="8414"/>
                </a:lnTo>
                <a:lnTo>
                  <a:pt x="13228" y="8320"/>
                </a:lnTo>
                <a:lnTo>
                  <a:pt x="13316" y="8179"/>
                </a:lnTo>
                <a:lnTo>
                  <a:pt x="13504" y="7943"/>
                </a:lnTo>
                <a:lnTo>
                  <a:pt x="13592" y="7803"/>
                </a:lnTo>
                <a:lnTo>
                  <a:pt x="13731" y="7709"/>
                </a:lnTo>
                <a:lnTo>
                  <a:pt x="13819" y="7568"/>
                </a:lnTo>
                <a:lnTo>
                  <a:pt x="14007" y="7333"/>
                </a:lnTo>
                <a:lnTo>
                  <a:pt x="14234" y="7097"/>
                </a:lnTo>
                <a:lnTo>
                  <a:pt x="14422" y="6863"/>
                </a:lnTo>
                <a:lnTo>
                  <a:pt x="14598" y="6628"/>
                </a:lnTo>
                <a:lnTo>
                  <a:pt x="14736" y="6534"/>
                </a:lnTo>
                <a:lnTo>
                  <a:pt x="14824" y="6393"/>
                </a:lnTo>
                <a:lnTo>
                  <a:pt x="15013" y="6157"/>
                </a:lnTo>
                <a:lnTo>
                  <a:pt x="15101" y="6016"/>
                </a:lnTo>
                <a:lnTo>
                  <a:pt x="15239" y="5922"/>
                </a:lnTo>
                <a:lnTo>
                  <a:pt x="15327" y="5782"/>
                </a:lnTo>
                <a:lnTo>
                  <a:pt x="15516" y="5547"/>
                </a:lnTo>
                <a:lnTo>
                  <a:pt x="15742" y="5311"/>
                </a:lnTo>
                <a:lnTo>
                  <a:pt x="15830" y="5170"/>
                </a:lnTo>
                <a:lnTo>
                  <a:pt x="16019" y="4936"/>
                </a:lnTo>
                <a:lnTo>
                  <a:pt x="16245" y="4701"/>
                </a:lnTo>
                <a:lnTo>
                  <a:pt x="16434" y="4465"/>
                </a:lnTo>
                <a:lnTo>
                  <a:pt x="16522" y="4324"/>
                </a:lnTo>
                <a:lnTo>
                  <a:pt x="16748" y="4089"/>
                </a:lnTo>
                <a:lnTo>
                  <a:pt x="16937" y="3855"/>
                </a:lnTo>
                <a:lnTo>
                  <a:pt x="17025" y="3713"/>
                </a:lnTo>
                <a:lnTo>
                  <a:pt x="17251" y="3478"/>
                </a:lnTo>
                <a:lnTo>
                  <a:pt x="17440" y="3243"/>
                </a:lnTo>
                <a:lnTo>
                  <a:pt x="17528" y="3103"/>
                </a:lnTo>
                <a:lnTo>
                  <a:pt x="17754" y="2867"/>
                </a:lnTo>
                <a:lnTo>
                  <a:pt x="17855" y="2726"/>
                </a:lnTo>
                <a:lnTo>
                  <a:pt x="18031" y="2491"/>
                </a:lnTo>
                <a:lnTo>
                  <a:pt x="18119" y="2350"/>
                </a:lnTo>
                <a:lnTo>
                  <a:pt x="18257" y="2257"/>
                </a:lnTo>
                <a:lnTo>
                  <a:pt x="18358" y="2115"/>
                </a:lnTo>
                <a:lnTo>
                  <a:pt x="18534" y="1880"/>
                </a:lnTo>
                <a:lnTo>
                  <a:pt x="18634" y="1739"/>
                </a:lnTo>
                <a:lnTo>
                  <a:pt x="18861" y="1503"/>
                </a:lnTo>
                <a:lnTo>
                  <a:pt x="18949" y="1363"/>
                </a:lnTo>
                <a:lnTo>
                  <a:pt x="19137" y="1128"/>
                </a:lnTo>
                <a:lnTo>
                  <a:pt x="19263" y="987"/>
                </a:lnTo>
                <a:lnTo>
                  <a:pt x="19452" y="751"/>
                </a:lnTo>
                <a:lnTo>
                  <a:pt x="19540" y="611"/>
                </a:lnTo>
                <a:lnTo>
                  <a:pt x="19779" y="376"/>
                </a:lnTo>
                <a:lnTo>
                  <a:pt x="19867" y="234"/>
                </a:lnTo>
                <a:lnTo>
                  <a:pt x="19955" y="94"/>
                </a:lnTo>
              </a:path>
            </a:pathLst>
          </a:custGeom>
          <a:ln w="17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195827" y="5697695"/>
            <a:ext cx="20055" cy="27779"/>
          </a:xfrm>
          <a:custGeom>
            <a:avLst/>
            <a:gdLst/>
            <a:ahLst/>
            <a:cxnLst/>
            <a:rect l="l" t="t" r="r" b="b"/>
            <a:pathLst>
              <a:path w="20055" h="27779">
                <a:moveTo>
                  <a:pt x="0" y="27779"/>
                </a:moveTo>
                <a:lnTo>
                  <a:pt x="100" y="27639"/>
                </a:lnTo>
                <a:lnTo>
                  <a:pt x="238" y="27498"/>
                </a:lnTo>
                <a:lnTo>
                  <a:pt x="414" y="27262"/>
                </a:lnTo>
                <a:lnTo>
                  <a:pt x="502" y="27121"/>
                </a:lnTo>
                <a:lnTo>
                  <a:pt x="741" y="26887"/>
                </a:lnTo>
                <a:lnTo>
                  <a:pt x="829" y="26745"/>
                </a:lnTo>
                <a:lnTo>
                  <a:pt x="917" y="26604"/>
                </a:lnTo>
                <a:lnTo>
                  <a:pt x="1106" y="26370"/>
                </a:lnTo>
                <a:lnTo>
                  <a:pt x="1244" y="26229"/>
                </a:lnTo>
                <a:lnTo>
                  <a:pt x="1332" y="26087"/>
                </a:lnTo>
                <a:lnTo>
                  <a:pt x="1508" y="25852"/>
                </a:lnTo>
                <a:lnTo>
                  <a:pt x="1609" y="25712"/>
                </a:lnTo>
                <a:lnTo>
                  <a:pt x="1747" y="25618"/>
                </a:lnTo>
                <a:lnTo>
                  <a:pt x="1835" y="25476"/>
                </a:lnTo>
                <a:lnTo>
                  <a:pt x="1923" y="25335"/>
                </a:lnTo>
                <a:lnTo>
                  <a:pt x="2011" y="25195"/>
                </a:lnTo>
                <a:lnTo>
                  <a:pt x="2250" y="24960"/>
                </a:lnTo>
                <a:lnTo>
                  <a:pt x="2338" y="24818"/>
                </a:lnTo>
                <a:lnTo>
                  <a:pt x="2426" y="24677"/>
                </a:lnTo>
                <a:lnTo>
                  <a:pt x="2527" y="24537"/>
                </a:lnTo>
                <a:lnTo>
                  <a:pt x="2753" y="24301"/>
                </a:lnTo>
                <a:lnTo>
                  <a:pt x="2841" y="24160"/>
                </a:lnTo>
                <a:lnTo>
                  <a:pt x="2929" y="24020"/>
                </a:lnTo>
                <a:lnTo>
                  <a:pt x="3118" y="23783"/>
                </a:lnTo>
                <a:lnTo>
                  <a:pt x="3256" y="23643"/>
                </a:lnTo>
                <a:lnTo>
                  <a:pt x="3344" y="23502"/>
                </a:lnTo>
                <a:lnTo>
                  <a:pt x="3432" y="23360"/>
                </a:lnTo>
                <a:lnTo>
                  <a:pt x="3621" y="23126"/>
                </a:lnTo>
                <a:lnTo>
                  <a:pt x="3759" y="22985"/>
                </a:lnTo>
                <a:lnTo>
                  <a:pt x="3847" y="22844"/>
                </a:lnTo>
                <a:lnTo>
                  <a:pt x="3935" y="22703"/>
                </a:lnTo>
                <a:lnTo>
                  <a:pt x="4124" y="22468"/>
                </a:lnTo>
                <a:lnTo>
                  <a:pt x="4262" y="22327"/>
                </a:lnTo>
                <a:lnTo>
                  <a:pt x="4350" y="22185"/>
                </a:lnTo>
                <a:lnTo>
                  <a:pt x="4438" y="22045"/>
                </a:lnTo>
                <a:lnTo>
                  <a:pt x="4627" y="21810"/>
                </a:lnTo>
                <a:lnTo>
                  <a:pt x="4765" y="21668"/>
                </a:lnTo>
                <a:lnTo>
                  <a:pt x="4853" y="21528"/>
                </a:lnTo>
                <a:lnTo>
                  <a:pt x="4941" y="21387"/>
                </a:lnTo>
                <a:lnTo>
                  <a:pt x="5042" y="21245"/>
                </a:lnTo>
                <a:lnTo>
                  <a:pt x="5130" y="21152"/>
                </a:lnTo>
                <a:lnTo>
                  <a:pt x="5268" y="21010"/>
                </a:lnTo>
                <a:lnTo>
                  <a:pt x="5356" y="20870"/>
                </a:lnTo>
                <a:lnTo>
                  <a:pt x="5444" y="20729"/>
                </a:lnTo>
                <a:lnTo>
                  <a:pt x="5545" y="20587"/>
                </a:lnTo>
                <a:lnTo>
                  <a:pt x="5633" y="20447"/>
                </a:lnTo>
                <a:lnTo>
                  <a:pt x="5771" y="20353"/>
                </a:lnTo>
                <a:lnTo>
                  <a:pt x="5859" y="20212"/>
                </a:lnTo>
                <a:lnTo>
                  <a:pt x="5960" y="20070"/>
                </a:lnTo>
                <a:lnTo>
                  <a:pt x="6048" y="19930"/>
                </a:lnTo>
                <a:lnTo>
                  <a:pt x="6136" y="19789"/>
                </a:lnTo>
                <a:lnTo>
                  <a:pt x="6274" y="19647"/>
                </a:lnTo>
                <a:lnTo>
                  <a:pt x="6362" y="19506"/>
                </a:lnTo>
                <a:lnTo>
                  <a:pt x="6463" y="19366"/>
                </a:lnTo>
                <a:lnTo>
                  <a:pt x="6639" y="19130"/>
                </a:lnTo>
                <a:lnTo>
                  <a:pt x="6777" y="18989"/>
                </a:lnTo>
                <a:lnTo>
                  <a:pt x="6865" y="18849"/>
                </a:lnTo>
                <a:lnTo>
                  <a:pt x="6966" y="18707"/>
                </a:lnTo>
                <a:lnTo>
                  <a:pt x="7054" y="18566"/>
                </a:lnTo>
                <a:lnTo>
                  <a:pt x="7142" y="18426"/>
                </a:lnTo>
                <a:lnTo>
                  <a:pt x="7280" y="18284"/>
                </a:lnTo>
                <a:lnTo>
                  <a:pt x="7368" y="18143"/>
                </a:lnTo>
                <a:lnTo>
                  <a:pt x="7557" y="17908"/>
                </a:lnTo>
                <a:lnTo>
                  <a:pt x="7645" y="17768"/>
                </a:lnTo>
                <a:lnTo>
                  <a:pt x="7783" y="17626"/>
                </a:lnTo>
                <a:lnTo>
                  <a:pt x="7871" y="17485"/>
                </a:lnTo>
                <a:lnTo>
                  <a:pt x="7972" y="17345"/>
                </a:lnTo>
                <a:lnTo>
                  <a:pt x="8060" y="17203"/>
                </a:lnTo>
                <a:lnTo>
                  <a:pt x="8148" y="17062"/>
                </a:lnTo>
                <a:lnTo>
                  <a:pt x="8286" y="16922"/>
                </a:lnTo>
                <a:lnTo>
                  <a:pt x="8374" y="16780"/>
                </a:lnTo>
                <a:lnTo>
                  <a:pt x="8475" y="16639"/>
                </a:lnTo>
                <a:lnTo>
                  <a:pt x="8563" y="16499"/>
                </a:lnTo>
                <a:lnTo>
                  <a:pt x="8789" y="16263"/>
                </a:lnTo>
                <a:lnTo>
                  <a:pt x="8877" y="16122"/>
                </a:lnTo>
                <a:lnTo>
                  <a:pt x="8977" y="15981"/>
                </a:lnTo>
                <a:lnTo>
                  <a:pt x="9066" y="15840"/>
                </a:lnTo>
                <a:lnTo>
                  <a:pt x="9154" y="15699"/>
                </a:lnTo>
                <a:lnTo>
                  <a:pt x="9292" y="15558"/>
                </a:lnTo>
                <a:lnTo>
                  <a:pt x="9380" y="15417"/>
                </a:lnTo>
                <a:lnTo>
                  <a:pt x="9480" y="15276"/>
                </a:lnTo>
                <a:lnTo>
                  <a:pt x="9568" y="15135"/>
                </a:lnTo>
                <a:lnTo>
                  <a:pt x="9656" y="14993"/>
                </a:lnTo>
                <a:lnTo>
                  <a:pt x="9795" y="14853"/>
                </a:lnTo>
                <a:lnTo>
                  <a:pt x="9895" y="14712"/>
                </a:lnTo>
                <a:lnTo>
                  <a:pt x="9983" y="14570"/>
                </a:lnTo>
                <a:lnTo>
                  <a:pt x="10071" y="14430"/>
                </a:lnTo>
                <a:lnTo>
                  <a:pt x="10159" y="14289"/>
                </a:lnTo>
                <a:lnTo>
                  <a:pt x="10298" y="14147"/>
                </a:lnTo>
                <a:lnTo>
                  <a:pt x="10398" y="14007"/>
                </a:lnTo>
                <a:lnTo>
                  <a:pt x="10486" y="13866"/>
                </a:lnTo>
                <a:lnTo>
                  <a:pt x="10574" y="13724"/>
                </a:lnTo>
                <a:lnTo>
                  <a:pt x="10662" y="13584"/>
                </a:lnTo>
                <a:lnTo>
                  <a:pt x="10801" y="13443"/>
                </a:lnTo>
                <a:lnTo>
                  <a:pt x="10901" y="13301"/>
                </a:lnTo>
                <a:lnTo>
                  <a:pt x="10989" y="13161"/>
                </a:lnTo>
                <a:lnTo>
                  <a:pt x="11077" y="13020"/>
                </a:lnTo>
                <a:lnTo>
                  <a:pt x="11165" y="12878"/>
                </a:lnTo>
                <a:lnTo>
                  <a:pt x="11304" y="12738"/>
                </a:lnTo>
                <a:lnTo>
                  <a:pt x="11404" y="12597"/>
                </a:lnTo>
                <a:lnTo>
                  <a:pt x="11492" y="12455"/>
                </a:lnTo>
                <a:lnTo>
                  <a:pt x="11580" y="12315"/>
                </a:lnTo>
                <a:lnTo>
                  <a:pt x="11668" y="12174"/>
                </a:lnTo>
                <a:lnTo>
                  <a:pt x="11807" y="12032"/>
                </a:lnTo>
                <a:lnTo>
                  <a:pt x="11907" y="11891"/>
                </a:lnTo>
                <a:lnTo>
                  <a:pt x="11995" y="11751"/>
                </a:lnTo>
                <a:lnTo>
                  <a:pt x="12083" y="11609"/>
                </a:lnTo>
                <a:lnTo>
                  <a:pt x="12184" y="11468"/>
                </a:lnTo>
                <a:lnTo>
                  <a:pt x="12310" y="11328"/>
                </a:lnTo>
                <a:lnTo>
                  <a:pt x="12410" y="11186"/>
                </a:lnTo>
                <a:lnTo>
                  <a:pt x="12498" y="11045"/>
                </a:lnTo>
                <a:lnTo>
                  <a:pt x="12586" y="10905"/>
                </a:lnTo>
                <a:lnTo>
                  <a:pt x="12687" y="10763"/>
                </a:lnTo>
                <a:lnTo>
                  <a:pt x="12813" y="10622"/>
                </a:lnTo>
                <a:lnTo>
                  <a:pt x="12913" y="10482"/>
                </a:lnTo>
                <a:lnTo>
                  <a:pt x="13001" y="10340"/>
                </a:lnTo>
                <a:lnTo>
                  <a:pt x="13089" y="10199"/>
                </a:lnTo>
                <a:lnTo>
                  <a:pt x="13190" y="10059"/>
                </a:lnTo>
                <a:lnTo>
                  <a:pt x="13316" y="9917"/>
                </a:lnTo>
                <a:lnTo>
                  <a:pt x="13416" y="9776"/>
                </a:lnTo>
                <a:lnTo>
                  <a:pt x="13504" y="9588"/>
                </a:lnTo>
                <a:lnTo>
                  <a:pt x="13592" y="9447"/>
                </a:lnTo>
                <a:lnTo>
                  <a:pt x="13693" y="9307"/>
                </a:lnTo>
                <a:lnTo>
                  <a:pt x="13831" y="9165"/>
                </a:lnTo>
                <a:lnTo>
                  <a:pt x="13919" y="9024"/>
                </a:lnTo>
                <a:lnTo>
                  <a:pt x="14007" y="8884"/>
                </a:lnTo>
                <a:lnTo>
                  <a:pt x="14095" y="8742"/>
                </a:lnTo>
                <a:lnTo>
                  <a:pt x="14196" y="8601"/>
                </a:lnTo>
                <a:lnTo>
                  <a:pt x="14334" y="8461"/>
                </a:lnTo>
                <a:lnTo>
                  <a:pt x="14422" y="8319"/>
                </a:lnTo>
                <a:lnTo>
                  <a:pt x="14510" y="8178"/>
                </a:lnTo>
                <a:lnTo>
                  <a:pt x="14598" y="8038"/>
                </a:lnTo>
                <a:lnTo>
                  <a:pt x="14699" y="7849"/>
                </a:lnTo>
                <a:lnTo>
                  <a:pt x="14837" y="7707"/>
                </a:lnTo>
                <a:lnTo>
                  <a:pt x="14925" y="7567"/>
                </a:lnTo>
                <a:lnTo>
                  <a:pt x="15013" y="7426"/>
                </a:lnTo>
                <a:lnTo>
                  <a:pt x="15101" y="7284"/>
                </a:lnTo>
                <a:lnTo>
                  <a:pt x="15202" y="7144"/>
                </a:lnTo>
                <a:lnTo>
                  <a:pt x="15340" y="7003"/>
                </a:lnTo>
                <a:lnTo>
                  <a:pt x="15428" y="6861"/>
                </a:lnTo>
                <a:lnTo>
                  <a:pt x="15516" y="6721"/>
                </a:lnTo>
                <a:lnTo>
                  <a:pt x="15604" y="6532"/>
                </a:lnTo>
                <a:lnTo>
                  <a:pt x="15705" y="6392"/>
                </a:lnTo>
                <a:lnTo>
                  <a:pt x="15843" y="6251"/>
                </a:lnTo>
                <a:lnTo>
                  <a:pt x="15931" y="6109"/>
                </a:lnTo>
                <a:lnTo>
                  <a:pt x="16019" y="5969"/>
                </a:lnTo>
                <a:lnTo>
                  <a:pt x="16120" y="5828"/>
                </a:lnTo>
                <a:lnTo>
                  <a:pt x="16208" y="5686"/>
                </a:lnTo>
                <a:lnTo>
                  <a:pt x="16346" y="5546"/>
                </a:lnTo>
                <a:lnTo>
                  <a:pt x="16434" y="5357"/>
                </a:lnTo>
                <a:lnTo>
                  <a:pt x="16522" y="5217"/>
                </a:lnTo>
                <a:lnTo>
                  <a:pt x="16623" y="5076"/>
                </a:lnTo>
                <a:lnTo>
                  <a:pt x="16711" y="4934"/>
                </a:lnTo>
                <a:lnTo>
                  <a:pt x="16849" y="4794"/>
                </a:lnTo>
                <a:lnTo>
                  <a:pt x="16937" y="4653"/>
                </a:lnTo>
                <a:lnTo>
                  <a:pt x="17025" y="4511"/>
                </a:lnTo>
                <a:lnTo>
                  <a:pt x="17126" y="4323"/>
                </a:lnTo>
                <a:lnTo>
                  <a:pt x="17214" y="4182"/>
                </a:lnTo>
                <a:lnTo>
                  <a:pt x="17352" y="4042"/>
                </a:lnTo>
                <a:lnTo>
                  <a:pt x="17440" y="3900"/>
                </a:lnTo>
                <a:lnTo>
                  <a:pt x="17528" y="3759"/>
                </a:lnTo>
                <a:lnTo>
                  <a:pt x="17629" y="3619"/>
                </a:lnTo>
                <a:lnTo>
                  <a:pt x="17717" y="3430"/>
                </a:lnTo>
                <a:lnTo>
                  <a:pt x="17855" y="3290"/>
                </a:lnTo>
                <a:lnTo>
                  <a:pt x="17943" y="3148"/>
                </a:lnTo>
                <a:lnTo>
                  <a:pt x="18031" y="3007"/>
                </a:lnTo>
                <a:lnTo>
                  <a:pt x="18132" y="2867"/>
                </a:lnTo>
                <a:lnTo>
                  <a:pt x="18220" y="2678"/>
                </a:lnTo>
                <a:lnTo>
                  <a:pt x="18358" y="2538"/>
                </a:lnTo>
                <a:lnTo>
                  <a:pt x="18446" y="2396"/>
                </a:lnTo>
                <a:lnTo>
                  <a:pt x="18534" y="2255"/>
                </a:lnTo>
                <a:lnTo>
                  <a:pt x="18634" y="2115"/>
                </a:lnTo>
                <a:lnTo>
                  <a:pt x="18722" y="1926"/>
                </a:lnTo>
                <a:lnTo>
                  <a:pt x="18861" y="1785"/>
                </a:lnTo>
                <a:lnTo>
                  <a:pt x="18949" y="1644"/>
                </a:lnTo>
                <a:lnTo>
                  <a:pt x="19037" y="1503"/>
                </a:lnTo>
                <a:lnTo>
                  <a:pt x="19137" y="1362"/>
                </a:lnTo>
                <a:lnTo>
                  <a:pt x="19225" y="1175"/>
                </a:lnTo>
                <a:lnTo>
                  <a:pt x="19364" y="1033"/>
                </a:lnTo>
                <a:lnTo>
                  <a:pt x="19452" y="892"/>
                </a:lnTo>
                <a:lnTo>
                  <a:pt x="19540" y="751"/>
                </a:lnTo>
                <a:lnTo>
                  <a:pt x="19640" y="563"/>
                </a:lnTo>
                <a:lnTo>
                  <a:pt x="19728" y="423"/>
                </a:lnTo>
                <a:lnTo>
                  <a:pt x="19867" y="281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215883" y="5665074"/>
            <a:ext cx="20043" cy="32620"/>
          </a:xfrm>
          <a:custGeom>
            <a:avLst/>
            <a:gdLst/>
            <a:ahLst/>
            <a:cxnLst/>
            <a:rect l="l" t="t" r="r" b="b"/>
            <a:pathLst>
              <a:path w="20043" h="32620">
                <a:moveTo>
                  <a:pt x="0" y="32620"/>
                </a:moveTo>
                <a:lnTo>
                  <a:pt x="88" y="32432"/>
                </a:lnTo>
                <a:lnTo>
                  <a:pt x="176" y="32290"/>
                </a:lnTo>
                <a:lnTo>
                  <a:pt x="314" y="32149"/>
                </a:lnTo>
                <a:lnTo>
                  <a:pt x="402" y="32009"/>
                </a:lnTo>
                <a:lnTo>
                  <a:pt x="502" y="31820"/>
                </a:lnTo>
                <a:lnTo>
                  <a:pt x="590" y="31680"/>
                </a:lnTo>
                <a:lnTo>
                  <a:pt x="679" y="31538"/>
                </a:lnTo>
                <a:lnTo>
                  <a:pt x="817" y="31397"/>
                </a:lnTo>
                <a:lnTo>
                  <a:pt x="905" y="31209"/>
                </a:lnTo>
                <a:lnTo>
                  <a:pt x="1005" y="31068"/>
                </a:lnTo>
                <a:lnTo>
                  <a:pt x="1093" y="30928"/>
                </a:lnTo>
                <a:lnTo>
                  <a:pt x="1181" y="30786"/>
                </a:lnTo>
                <a:lnTo>
                  <a:pt x="1320" y="30597"/>
                </a:lnTo>
                <a:lnTo>
                  <a:pt x="1408" y="30457"/>
                </a:lnTo>
                <a:lnTo>
                  <a:pt x="1508" y="30316"/>
                </a:lnTo>
                <a:lnTo>
                  <a:pt x="1596" y="30128"/>
                </a:lnTo>
                <a:lnTo>
                  <a:pt x="1684" y="29987"/>
                </a:lnTo>
                <a:lnTo>
                  <a:pt x="1823" y="29846"/>
                </a:lnTo>
                <a:lnTo>
                  <a:pt x="1911" y="29705"/>
                </a:lnTo>
                <a:lnTo>
                  <a:pt x="2011" y="29517"/>
                </a:lnTo>
                <a:lnTo>
                  <a:pt x="2099" y="29376"/>
                </a:lnTo>
                <a:lnTo>
                  <a:pt x="2187" y="29235"/>
                </a:lnTo>
                <a:lnTo>
                  <a:pt x="2326" y="29047"/>
                </a:lnTo>
                <a:lnTo>
                  <a:pt x="2414" y="28905"/>
                </a:lnTo>
                <a:lnTo>
                  <a:pt x="2514" y="28765"/>
                </a:lnTo>
                <a:lnTo>
                  <a:pt x="2602" y="28624"/>
                </a:lnTo>
                <a:lnTo>
                  <a:pt x="2690" y="28436"/>
                </a:lnTo>
                <a:lnTo>
                  <a:pt x="2829" y="28295"/>
                </a:lnTo>
                <a:lnTo>
                  <a:pt x="2917" y="28153"/>
                </a:lnTo>
                <a:lnTo>
                  <a:pt x="3017" y="27966"/>
                </a:lnTo>
                <a:lnTo>
                  <a:pt x="3105" y="27824"/>
                </a:lnTo>
                <a:lnTo>
                  <a:pt x="3193" y="27684"/>
                </a:lnTo>
                <a:lnTo>
                  <a:pt x="3332" y="27496"/>
                </a:lnTo>
                <a:lnTo>
                  <a:pt x="3432" y="27355"/>
                </a:lnTo>
                <a:lnTo>
                  <a:pt x="3520" y="27213"/>
                </a:lnTo>
                <a:lnTo>
                  <a:pt x="3608" y="27026"/>
                </a:lnTo>
                <a:lnTo>
                  <a:pt x="3696" y="26884"/>
                </a:lnTo>
                <a:lnTo>
                  <a:pt x="3835" y="26744"/>
                </a:lnTo>
                <a:lnTo>
                  <a:pt x="3935" y="26555"/>
                </a:lnTo>
                <a:lnTo>
                  <a:pt x="4023" y="26415"/>
                </a:lnTo>
                <a:lnTo>
                  <a:pt x="4111" y="26274"/>
                </a:lnTo>
                <a:lnTo>
                  <a:pt x="4199" y="26086"/>
                </a:lnTo>
                <a:lnTo>
                  <a:pt x="4338" y="25944"/>
                </a:lnTo>
                <a:lnTo>
                  <a:pt x="4438" y="25803"/>
                </a:lnTo>
                <a:lnTo>
                  <a:pt x="4526" y="25615"/>
                </a:lnTo>
                <a:lnTo>
                  <a:pt x="4614" y="25474"/>
                </a:lnTo>
                <a:lnTo>
                  <a:pt x="4702" y="25334"/>
                </a:lnTo>
                <a:lnTo>
                  <a:pt x="4841" y="25146"/>
                </a:lnTo>
                <a:lnTo>
                  <a:pt x="4941" y="25005"/>
                </a:lnTo>
                <a:lnTo>
                  <a:pt x="5029" y="24817"/>
                </a:lnTo>
                <a:lnTo>
                  <a:pt x="5117" y="24675"/>
                </a:lnTo>
                <a:lnTo>
                  <a:pt x="5205" y="24534"/>
                </a:lnTo>
                <a:lnTo>
                  <a:pt x="5344" y="24346"/>
                </a:lnTo>
                <a:lnTo>
                  <a:pt x="5444" y="24205"/>
                </a:lnTo>
                <a:lnTo>
                  <a:pt x="5532" y="24065"/>
                </a:lnTo>
                <a:lnTo>
                  <a:pt x="5620" y="23876"/>
                </a:lnTo>
                <a:lnTo>
                  <a:pt x="5721" y="23736"/>
                </a:lnTo>
                <a:lnTo>
                  <a:pt x="5847" y="23547"/>
                </a:lnTo>
                <a:lnTo>
                  <a:pt x="5947" y="23406"/>
                </a:lnTo>
                <a:lnTo>
                  <a:pt x="6035" y="23265"/>
                </a:lnTo>
                <a:lnTo>
                  <a:pt x="6123" y="23077"/>
                </a:lnTo>
                <a:lnTo>
                  <a:pt x="6224" y="22936"/>
                </a:lnTo>
                <a:lnTo>
                  <a:pt x="6349" y="22748"/>
                </a:lnTo>
                <a:lnTo>
                  <a:pt x="6450" y="22607"/>
                </a:lnTo>
                <a:lnTo>
                  <a:pt x="6538" y="22467"/>
                </a:lnTo>
                <a:lnTo>
                  <a:pt x="6626" y="22278"/>
                </a:lnTo>
                <a:lnTo>
                  <a:pt x="6727" y="22136"/>
                </a:lnTo>
                <a:lnTo>
                  <a:pt x="6852" y="21949"/>
                </a:lnTo>
                <a:lnTo>
                  <a:pt x="6953" y="21807"/>
                </a:lnTo>
                <a:lnTo>
                  <a:pt x="7041" y="21667"/>
                </a:lnTo>
                <a:lnTo>
                  <a:pt x="7129" y="21479"/>
                </a:lnTo>
                <a:lnTo>
                  <a:pt x="7230" y="21338"/>
                </a:lnTo>
                <a:lnTo>
                  <a:pt x="7368" y="21150"/>
                </a:lnTo>
                <a:lnTo>
                  <a:pt x="7456" y="21009"/>
                </a:lnTo>
                <a:lnTo>
                  <a:pt x="7544" y="20867"/>
                </a:lnTo>
                <a:lnTo>
                  <a:pt x="7632" y="20680"/>
                </a:lnTo>
                <a:lnTo>
                  <a:pt x="7733" y="20538"/>
                </a:lnTo>
                <a:lnTo>
                  <a:pt x="7871" y="20351"/>
                </a:lnTo>
                <a:lnTo>
                  <a:pt x="7959" y="20209"/>
                </a:lnTo>
                <a:lnTo>
                  <a:pt x="8047" y="20021"/>
                </a:lnTo>
                <a:lnTo>
                  <a:pt x="8135" y="19875"/>
                </a:lnTo>
                <a:lnTo>
                  <a:pt x="8273" y="19695"/>
                </a:lnTo>
                <a:lnTo>
                  <a:pt x="8374" y="19553"/>
                </a:lnTo>
                <a:lnTo>
                  <a:pt x="8462" y="19411"/>
                </a:lnTo>
                <a:lnTo>
                  <a:pt x="8550" y="19218"/>
                </a:lnTo>
                <a:lnTo>
                  <a:pt x="8638" y="19076"/>
                </a:lnTo>
                <a:lnTo>
                  <a:pt x="8776" y="18895"/>
                </a:lnTo>
                <a:lnTo>
                  <a:pt x="8877" y="18753"/>
                </a:lnTo>
                <a:lnTo>
                  <a:pt x="8965" y="18560"/>
                </a:lnTo>
                <a:lnTo>
                  <a:pt x="9053" y="18418"/>
                </a:lnTo>
                <a:lnTo>
                  <a:pt x="9141" y="18237"/>
                </a:lnTo>
                <a:lnTo>
                  <a:pt x="9279" y="18095"/>
                </a:lnTo>
                <a:lnTo>
                  <a:pt x="9380" y="17902"/>
                </a:lnTo>
                <a:lnTo>
                  <a:pt x="9468" y="17760"/>
                </a:lnTo>
                <a:lnTo>
                  <a:pt x="9556" y="17580"/>
                </a:lnTo>
                <a:lnTo>
                  <a:pt x="9656" y="17438"/>
                </a:lnTo>
                <a:lnTo>
                  <a:pt x="9782" y="17244"/>
                </a:lnTo>
                <a:lnTo>
                  <a:pt x="9883" y="17102"/>
                </a:lnTo>
                <a:lnTo>
                  <a:pt x="9971" y="16960"/>
                </a:lnTo>
                <a:lnTo>
                  <a:pt x="10059" y="16780"/>
                </a:lnTo>
                <a:lnTo>
                  <a:pt x="10159" y="16638"/>
                </a:lnTo>
                <a:lnTo>
                  <a:pt x="10285" y="16444"/>
                </a:lnTo>
                <a:lnTo>
                  <a:pt x="10386" y="16303"/>
                </a:lnTo>
                <a:lnTo>
                  <a:pt x="10474" y="16122"/>
                </a:lnTo>
                <a:lnTo>
                  <a:pt x="10562" y="15980"/>
                </a:lnTo>
                <a:lnTo>
                  <a:pt x="10662" y="15787"/>
                </a:lnTo>
                <a:lnTo>
                  <a:pt x="10801" y="15645"/>
                </a:lnTo>
                <a:lnTo>
                  <a:pt x="10889" y="15464"/>
                </a:lnTo>
                <a:lnTo>
                  <a:pt x="10977" y="15322"/>
                </a:lnTo>
                <a:lnTo>
                  <a:pt x="11065" y="15129"/>
                </a:lnTo>
                <a:lnTo>
                  <a:pt x="11165" y="14948"/>
                </a:lnTo>
                <a:lnTo>
                  <a:pt x="11304" y="14806"/>
                </a:lnTo>
                <a:lnTo>
                  <a:pt x="11392" y="14613"/>
                </a:lnTo>
                <a:lnTo>
                  <a:pt x="11480" y="14471"/>
                </a:lnTo>
                <a:lnTo>
                  <a:pt x="11568" y="14291"/>
                </a:lnTo>
                <a:lnTo>
                  <a:pt x="11668" y="14149"/>
                </a:lnTo>
                <a:lnTo>
                  <a:pt x="11807" y="13955"/>
                </a:lnTo>
                <a:lnTo>
                  <a:pt x="11895" y="13813"/>
                </a:lnTo>
                <a:lnTo>
                  <a:pt x="11983" y="13633"/>
                </a:lnTo>
                <a:lnTo>
                  <a:pt x="12071" y="13491"/>
                </a:lnTo>
                <a:lnTo>
                  <a:pt x="12171" y="13297"/>
                </a:lnTo>
                <a:lnTo>
                  <a:pt x="12310" y="13155"/>
                </a:lnTo>
                <a:lnTo>
                  <a:pt x="12398" y="12975"/>
                </a:lnTo>
                <a:lnTo>
                  <a:pt x="12486" y="12833"/>
                </a:lnTo>
                <a:lnTo>
                  <a:pt x="12574" y="12640"/>
                </a:lnTo>
                <a:lnTo>
                  <a:pt x="12674" y="12459"/>
                </a:lnTo>
                <a:lnTo>
                  <a:pt x="12813" y="12317"/>
                </a:lnTo>
                <a:lnTo>
                  <a:pt x="12901" y="12124"/>
                </a:lnTo>
                <a:lnTo>
                  <a:pt x="12989" y="11982"/>
                </a:lnTo>
                <a:lnTo>
                  <a:pt x="13077" y="11801"/>
                </a:lnTo>
                <a:lnTo>
                  <a:pt x="13177" y="11659"/>
                </a:lnTo>
                <a:lnTo>
                  <a:pt x="13316" y="11466"/>
                </a:lnTo>
                <a:lnTo>
                  <a:pt x="13404" y="11272"/>
                </a:lnTo>
                <a:lnTo>
                  <a:pt x="13492" y="11143"/>
                </a:lnTo>
                <a:lnTo>
                  <a:pt x="13592" y="10950"/>
                </a:lnTo>
                <a:lnTo>
                  <a:pt x="13680" y="10808"/>
                </a:lnTo>
                <a:lnTo>
                  <a:pt x="13819" y="10615"/>
                </a:lnTo>
                <a:lnTo>
                  <a:pt x="13907" y="10486"/>
                </a:lnTo>
                <a:lnTo>
                  <a:pt x="13995" y="10292"/>
                </a:lnTo>
                <a:lnTo>
                  <a:pt x="14095" y="10099"/>
                </a:lnTo>
                <a:lnTo>
                  <a:pt x="14183" y="9957"/>
                </a:lnTo>
                <a:lnTo>
                  <a:pt x="14322" y="9776"/>
                </a:lnTo>
                <a:lnTo>
                  <a:pt x="14410" y="9634"/>
                </a:lnTo>
                <a:lnTo>
                  <a:pt x="14498" y="9441"/>
                </a:lnTo>
                <a:lnTo>
                  <a:pt x="14598" y="9260"/>
                </a:lnTo>
                <a:lnTo>
                  <a:pt x="14686" y="9118"/>
                </a:lnTo>
                <a:lnTo>
                  <a:pt x="14824" y="8925"/>
                </a:lnTo>
                <a:lnTo>
                  <a:pt x="14913" y="8783"/>
                </a:lnTo>
                <a:lnTo>
                  <a:pt x="15001" y="8602"/>
                </a:lnTo>
                <a:lnTo>
                  <a:pt x="15101" y="8409"/>
                </a:lnTo>
                <a:lnTo>
                  <a:pt x="15189" y="8267"/>
                </a:lnTo>
                <a:lnTo>
                  <a:pt x="15327" y="8087"/>
                </a:lnTo>
                <a:lnTo>
                  <a:pt x="15415" y="7945"/>
                </a:lnTo>
                <a:lnTo>
                  <a:pt x="15503" y="7751"/>
                </a:lnTo>
                <a:lnTo>
                  <a:pt x="15604" y="7571"/>
                </a:lnTo>
                <a:lnTo>
                  <a:pt x="15692" y="7429"/>
                </a:lnTo>
                <a:lnTo>
                  <a:pt x="15830" y="7235"/>
                </a:lnTo>
                <a:lnTo>
                  <a:pt x="15918" y="7042"/>
                </a:lnTo>
                <a:lnTo>
                  <a:pt x="16006" y="6913"/>
                </a:lnTo>
                <a:lnTo>
                  <a:pt x="16107" y="6719"/>
                </a:lnTo>
                <a:lnTo>
                  <a:pt x="16195" y="6577"/>
                </a:lnTo>
                <a:lnTo>
                  <a:pt x="16333" y="6384"/>
                </a:lnTo>
                <a:lnTo>
                  <a:pt x="16421" y="6203"/>
                </a:lnTo>
                <a:lnTo>
                  <a:pt x="16509" y="6062"/>
                </a:lnTo>
                <a:lnTo>
                  <a:pt x="16610" y="5868"/>
                </a:lnTo>
                <a:lnTo>
                  <a:pt x="16698" y="5688"/>
                </a:lnTo>
                <a:lnTo>
                  <a:pt x="16836" y="5546"/>
                </a:lnTo>
                <a:lnTo>
                  <a:pt x="16924" y="5352"/>
                </a:lnTo>
                <a:lnTo>
                  <a:pt x="17025" y="5172"/>
                </a:lnTo>
                <a:lnTo>
                  <a:pt x="17113" y="5030"/>
                </a:lnTo>
                <a:lnTo>
                  <a:pt x="17201" y="4836"/>
                </a:lnTo>
                <a:lnTo>
                  <a:pt x="17339" y="4656"/>
                </a:lnTo>
                <a:lnTo>
                  <a:pt x="17427" y="4514"/>
                </a:lnTo>
                <a:lnTo>
                  <a:pt x="17528" y="4320"/>
                </a:lnTo>
                <a:lnTo>
                  <a:pt x="17616" y="4140"/>
                </a:lnTo>
                <a:lnTo>
                  <a:pt x="17704" y="3998"/>
                </a:lnTo>
                <a:lnTo>
                  <a:pt x="17842" y="3804"/>
                </a:lnTo>
                <a:lnTo>
                  <a:pt x="17930" y="3611"/>
                </a:lnTo>
                <a:lnTo>
                  <a:pt x="18031" y="3482"/>
                </a:lnTo>
                <a:lnTo>
                  <a:pt x="18119" y="3288"/>
                </a:lnTo>
                <a:lnTo>
                  <a:pt x="18207" y="3095"/>
                </a:lnTo>
                <a:lnTo>
                  <a:pt x="18345" y="2953"/>
                </a:lnTo>
                <a:lnTo>
                  <a:pt x="18433" y="2773"/>
                </a:lnTo>
                <a:lnTo>
                  <a:pt x="18534" y="2579"/>
                </a:lnTo>
                <a:lnTo>
                  <a:pt x="18622" y="2437"/>
                </a:lnTo>
                <a:lnTo>
                  <a:pt x="18710" y="2257"/>
                </a:lnTo>
                <a:lnTo>
                  <a:pt x="18848" y="2063"/>
                </a:lnTo>
                <a:lnTo>
                  <a:pt x="18936" y="1883"/>
                </a:lnTo>
                <a:lnTo>
                  <a:pt x="19037" y="1741"/>
                </a:lnTo>
                <a:lnTo>
                  <a:pt x="19125" y="1547"/>
                </a:lnTo>
                <a:lnTo>
                  <a:pt x="19213" y="1367"/>
                </a:lnTo>
                <a:lnTo>
                  <a:pt x="19351" y="1225"/>
                </a:lnTo>
                <a:lnTo>
                  <a:pt x="19439" y="1031"/>
                </a:lnTo>
                <a:lnTo>
                  <a:pt x="19540" y="838"/>
                </a:lnTo>
                <a:lnTo>
                  <a:pt x="19628" y="657"/>
                </a:lnTo>
                <a:lnTo>
                  <a:pt x="19716" y="515"/>
                </a:lnTo>
                <a:lnTo>
                  <a:pt x="19854" y="322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235926" y="5628121"/>
            <a:ext cx="20043" cy="36952"/>
          </a:xfrm>
          <a:custGeom>
            <a:avLst/>
            <a:gdLst/>
            <a:ahLst/>
            <a:cxnLst/>
            <a:rect l="l" t="t" r="r" b="b"/>
            <a:pathLst>
              <a:path w="20043" h="36952">
                <a:moveTo>
                  <a:pt x="0" y="36952"/>
                </a:moveTo>
                <a:lnTo>
                  <a:pt x="88" y="36759"/>
                </a:lnTo>
                <a:lnTo>
                  <a:pt x="176" y="36578"/>
                </a:lnTo>
                <a:lnTo>
                  <a:pt x="314" y="36385"/>
                </a:lnTo>
                <a:lnTo>
                  <a:pt x="402" y="36243"/>
                </a:lnTo>
                <a:lnTo>
                  <a:pt x="502" y="36062"/>
                </a:lnTo>
                <a:lnTo>
                  <a:pt x="590" y="35869"/>
                </a:lnTo>
                <a:lnTo>
                  <a:pt x="679" y="35675"/>
                </a:lnTo>
                <a:lnTo>
                  <a:pt x="817" y="35534"/>
                </a:lnTo>
                <a:lnTo>
                  <a:pt x="917" y="35353"/>
                </a:lnTo>
                <a:lnTo>
                  <a:pt x="1005" y="35160"/>
                </a:lnTo>
                <a:lnTo>
                  <a:pt x="1093" y="34979"/>
                </a:lnTo>
                <a:lnTo>
                  <a:pt x="1181" y="34837"/>
                </a:lnTo>
                <a:lnTo>
                  <a:pt x="1320" y="34644"/>
                </a:lnTo>
                <a:lnTo>
                  <a:pt x="1420" y="34463"/>
                </a:lnTo>
                <a:lnTo>
                  <a:pt x="1508" y="34270"/>
                </a:lnTo>
                <a:lnTo>
                  <a:pt x="1596" y="34128"/>
                </a:lnTo>
                <a:lnTo>
                  <a:pt x="1684" y="33947"/>
                </a:lnTo>
                <a:lnTo>
                  <a:pt x="1823" y="33754"/>
                </a:lnTo>
                <a:lnTo>
                  <a:pt x="1923" y="33560"/>
                </a:lnTo>
                <a:lnTo>
                  <a:pt x="2011" y="33418"/>
                </a:lnTo>
                <a:lnTo>
                  <a:pt x="2099" y="33238"/>
                </a:lnTo>
                <a:lnTo>
                  <a:pt x="2187" y="33044"/>
                </a:lnTo>
                <a:lnTo>
                  <a:pt x="2326" y="32864"/>
                </a:lnTo>
                <a:lnTo>
                  <a:pt x="2426" y="32670"/>
                </a:lnTo>
                <a:lnTo>
                  <a:pt x="2514" y="32528"/>
                </a:lnTo>
                <a:lnTo>
                  <a:pt x="2602" y="32348"/>
                </a:lnTo>
                <a:lnTo>
                  <a:pt x="2690" y="32154"/>
                </a:lnTo>
                <a:lnTo>
                  <a:pt x="2829" y="31974"/>
                </a:lnTo>
                <a:lnTo>
                  <a:pt x="2929" y="31780"/>
                </a:lnTo>
                <a:lnTo>
                  <a:pt x="3017" y="31638"/>
                </a:lnTo>
                <a:lnTo>
                  <a:pt x="3105" y="31445"/>
                </a:lnTo>
                <a:lnTo>
                  <a:pt x="3206" y="31264"/>
                </a:lnTo>
                <a:lnTo>
                  <a:pt x="3332" y="31071"/>
                </a:lnTo>
                <a:lnTo>
                  <a:pt x="3432" y="30890"/>
                </a:lnTo>
                <a:lnTo>
                  <a:pt x="3520" y="30748"/>
                </a:lnTo>
                <a:lnTo>
                  <a:pt x="3608" y="30555"/>
                </a:lnTo>
                <a:lnTo>
                  <a:pt x="3709" y="30374"/>
                </a:lnTo>
                <a:lnTo>
                  <a:pt x="3835" y="30181"/>
                </a:lnTo>
                <a:lnTo>
                  <a:pt x="3935" y="29987"/>
                </a:lnTo>
                <a:lnTo>
                  <a:pt x="4023" y="29858"/>
                </a:lnTo>
                <a:lnTo>
                  <a:pt x="4111" y="29665"/>
                </a:lnTo>
                <a:lnTo>
                  <a:pt x="4212" y="29472"/>
                </a:lnTo>
                <a:lnTo>
                  <a:pt x="4338" y="29291"/>
                </a:lnTo>
                <a:lnTo>
                  <a:pt x="4438" y="29097"/>
                </a:lnTo>
                <a:lnTo>
                  <a:pt x="4526" y="28917"/>
                </a:lnTo>
                <a:lnTo>
                  <a:pt x="4614" y="28775"/>
                </a:lnTo>
                <a:lnTo>
                  <a:pt x="4715" y="28582"/>
                </a:lnTo>
                <a:lnTo>
                  <a:pt x="4853" y="28401"/>
                </a:lnTo>
                <a:lnTo>
                  <a:pt x="4941" y="28207"/>
                </a:lnTo>
                <a:lnTo>
                  <a:pt x="5029" y="28014"/>
                </a:lnTo>
                <a:lnTo>
                  <a:pt x="5117" y="27833"/>
                </a:lnTo>
                <a:lnTo>
                  <a:pt x="5218" y="27692"/>
                </a:lnTo>
                <a:lnTo>
                  <a:pt x="5356" y="27498"/>
                </a:lnTo>
                <a:lnTo>
                  <a:pt x="5444" y="27318"/>
                </a:lnTo>
                <a:lnTo>
                  <a:pt x="5532" y="27124"/>
                </a:lnTo>
                <a:lnTo>
                  <a:pt x="5620" y="26943"/>
                </a:lnTo>
                <a:lnTo>
                  <a:pt x="5721" y="26750"/>
                </a:lnTo>
                <a:lnTo>
                  <a:pt x="5859" y="26557"/>
                </a:lnTo>
                <a:lnTo>
                  <a:pt x="5947" y="26415"/>
                </a:lnTo>
                <a:lnTo>
                  <a:pt x="6035" y="26234"/>
                </a:lnTo>
                <a:lnTo>
                  <a:pt x="6123" y="26041"/>
                </a:lnTo>
                <a:lnTo>
                  <a:pt x="6224" y="25860"/>
                </a:lnTo>
                <a:lnTo>
                  <a:pt x="6362" y="25667"/>
                </a:lnTo>
                <a:lnTo>
                  <a:pt x="6450" y="25486"/>
                </a:lnTo>
                <a:lnTo>
                  <a:pt x="6538" y="25293"/>
                </a:lnTo>
                <a:lnTo>
                  <a:pt x="6626" y="25099"/>
                </a:lnTo>
                <a:lnTo>
                  <a:pt x="6727" y="24957"/>
                </a:lnTo>
                <a:lnTo>
                  <a:pt x="6865" y="24777"/>
                </a:lnTo>
                <a:lnTo>
                  <a:pt x="6953" y="24583"/>
                </a:lnTo>
                <a:lnTo>
                  <a:pt x="7041" y="24403"/>
                </a:lnTo>
                <a:lnTo>
                  <a:pt x="7142" y="24209"/>
                </a:lnTo>
                <a:lnTo>
                  <a:pt x="7230" y="24029"/>
                </a:lnTo>
                <a:lnTo>
                  <a:pt x="7368" y="23835"/>
                </a:lnTo>
                <a:lnTo>
                  <a:pt x="7456" y="23642"/>
                </a:lnTo>
                <a:lnTo>
                  <a:pt x="7544" y="23461"/>
                </a:lnTo>
                <a:lnTo>
                  <a:pt x="7645" y="23319"/>
                </a:lnTo>
                <a:lnTo>
                  <a:pt x="7733" y="23126"/>
                </a:lnTo>
                <a:lnTo>
                  <a:pt x="7871" y="22945"/>
                </a:lnTo>
                <a:lnTo>
                  <a:pt x="7959" y="22752"/>
                </a:lnTo>
                <a:lnTo>
                  <a:pt x="8047" y="22571"/>
                </a:lnTo>
                <a:lnTo>
                  <a:pt x="8148" y="22378"/>
                </a:lnTo>
                <a:lnTo>
                  <a:pt x="8236" y="22184"/>
                </a:lnTo>
                <a:lnTo>
                  <a:pt x="8374" y="22004"/>
                </a:lnTo>
                <a:lnTo>
                  <a:pt x="8462" y="21810"/>
                </a:lnTo>
                <a:lnTo>
                  <a:pt x="8550" y="21629"/>
                </a:lnTo>
                <a:lnTo>
                  <a:pt x="8651" y="21436"/>
                </a:lnTo>
                <a:lnTo>
                  <a:pt x="8739" y="21294"/>
                </a:lnTo>
                <a:lnTo>
                  <a:pt x="8877" y="21114"/>
                </a:lnTo>
                <a:lnTo>
                  <a:pt x="8965" y="20920"/>
                </a:lnTo>
                <a:lnTo>
                  <a:pt x="9053" y="20727"/>
                </a:lnTo>
                <a:lnTo>
                  <a:pt x="9154" y="20546"/>
                </a:lnTo>
                <a:lnTo>
                  <a:pt x="9242" y="20353"/>
                </a:lnTo>
                <a:lnTo>
                  <a:pt x="9380" y="20172"/>
                </a:lnTo>
                <a:lnTo>
                  <a:pt x="9468" y="19979"/>
                </a:lnTo>
                <a:lnTo>
                  <a:pt x="9556" y="19798"/>
                </a:lnTo>
                <a:lnTo>
                  <a:pt x="9656" y="19605"/>
                </a:lnTo>
                <a:lnTo>
                  <a:pt x="9745" y="19411"/>
                </a:lnTo>
                <a:lnTo>
                  <a:pt x="9883" y="19230"/>
                </a:lnTo>
                <a:lnTo>
                  <a:pt x="9971" y="19037"/>
                </a:lnTo>
                <a:lnTo>
                  <a:pt x="10059" y="18856"/>
                </a:lnTo>
                <a:lnTo>
                  <a:pt x="10159" y="18663"/>
                </a:lnTo>
                <a:lnTo>
                  <a:pt x="10247" y="18482"/>
                </a:lnTo>
                <a:lnTo>
                  <a:pt x="10386" y="18289"/>
                </a:lnTo>
                <a:lnTo>
                  <a:pt x="10474" y="18147"/>
                </a:lnTo>
                <a:lnTo>
                  <a:pt x="10562" y="17954"/>
                </a:lnTo>
                <a:lnTo>
                  <a:pt x="10662" y="17773"/>
                </a:lnTo>
                <a:lnTo>
                  <a:pt x="10750" y="17580"/>
                </a:lnTo>
                <a:lnTo>
                  <a:pt x="10889" y="17399"/>
                </a:lnTo>
                <a:lnTo>
                  <a:pt x="10977" y="17205"/>
                </a:lnTo>
                <a:lnTo>
                  <a:pt x="11077" y="17025"/>
                </a:lnTo>
                <a:lnTo>
                  <a:pt x="11165" y="16831"/>
                </a:lnTo>
                <a:lnTo>
                  <a:pt x="11253" y="16638"/>
                </a:lnTo>
                <a:lnTo>
                  <a:pt x="11392" y="16457"/>
                </a:lnTo>
                <a:lnTo>
                  <a:pt x="11480" y="16264"/>
                </a:lnTo>
                <a:lnTo>
                  <a:pt x="11580" y="16083"/>
                </a:lnTo>
                <a:lnTo>
                  <a:pt x="11668" y="15890"/>
                </a:lnTo>
                <a:lnTo>
                  <a:pt x="11756" y="15709"/>
                </a:lnTo>
                <a:lnTo>
                  <a:pt x="11895" y="15516"/>
                </a:lnTo>
                <a:lnTo>
                  <a:pt x="11983" y="15322"/>
                </a:lnTo>
                <a:lnTo>
                  <a:pt x="12083" y="15142"/>
                </a:lnTo>
                <a:lnTo>
                  <a:pt x="12171" y="14948"/>
                </a:lnTo>
                <a:lnTo>
                  <a:pt x="12259" y="14768"/>
                </a:lnTo>
                <a:lnTo>
                  <a:pt x="12398" y="14574"/>
                </a:lnTo>
                <a:lnTo>
                  <a:pt x="12486" y="14381"/>
                </a:lnTo>
                <a:lnTo>
                  <a:pt x="12586" y="14200"/>
                </a:lnTo>
                <a:lnTo>
                  <a:pt x="12674" y="14007"/>
                </a:lnTo>
                <a:lnTo>
                  <a:pt x="12762" y="13826"/>
                </a:lnTo>
                <a:lnTo>
                  <a:pt x="12901" y="13633"/>
                </a:lnTo>
                <a:lnTo>
                  <a:pt x="12989" y="13452"/>
                </a:lnTo>
                <a:lnTo>
                  <a:pt x="13089" y="13259"/>
                </a:lnTo>
                <a:lnTo>
                  <a:pt x="13177" y="13065"/>
                </a:lnTo>
                <a:lnTo>
                  <a:pt x="13265" y="12885"/>
                </a:lnTo>
                <a:lnTo>
                  <a:pt x="13404" y="12691"/>
                </a:lnTo>
                <a:lnTo>
                  <a:pt x="13492" y="12511"/>
                </a:lnTo>
                <a:lnTo>
                  <a:pt x="13592" y="12317"/>
                </a:lnTo>
                <a:lnTo>
                  <a:pt x="13680" y="12137"/>
                </a:lnTo>
                <a:lnTo>
                  <a:pt x="13768" y="11943"/>
                </a:lnTo>
                <a:lnTo>
                  <a:pt x="13907" y="11750"/>
                </a:lnTo>
                <a:lnTo>
                  <a:pt x="13995" y="11569"/>
                </a:lnTo>
                <a:lnTo>
                  <a:pt x="14095" y="11337"/>
                </a:lnTo>
                <a:lnTo>
                  <a:pt x="14183" y="11143"/>
                </a:lnTo>
                <a:lnTo>
                  <a:pt x="14271" y="10950"/>
                </a:lnTo>
                <a:lnTo>
                  <a:pt x="14410" y="10769"/>
                </a:lnTo>
                <a:lnTo>
                  <a:pt x="14510" y="10576"/>
                </a:lnTo>
                <a:lnTo>
                  <a:pt x="14598" y="10395"/>
                </a:lnTo>
                <a:lnTo>
                  <a:pt x="14686" y="10202"/>
                </a:lnTo>
                <a:lnTo>
                  <a:pt x="14774" y="10021"/>
                </a:lnTo>
                <a:lnTo>
                  <a:pt x="14913" y="9828"/>
                </a:lnTo>
                <a:lnTo>
                  <a:pt x="15013" y="9634"/>
                </a:lnTo>
                <a:lnTo>
                  <a:pt x="15101" y="9454"/>
                </a:lnTo>
                <a:lnTo>
                  <a:pt x="15189" y="9260"/>
                </a:lnTo>
                <a:lnTo>
                  <a:pt x="15277" y="9080"/>
                </a:lnTo>
                <a:lnTo>
                  <a:pt x="15415" y="8886"/>
                </a:lnTo>
                <a:lnTo>
                  <a:pt x="15516" y="8706"/>
                </a:lnTo>
                <a:lnTo>
                  <a:pt x="15604" y="8512"/>
                </a:lnTo>
                <a:lnTo>
                  <a:pt x="15692" y="8319"/>
                </a:lnTo>
                <a:lnTo>
                  <a:pt x="15780" y="8138"/>
                </a:lnTo>
                <a:lnTo>
                  <a:pt x="15918" y="7906"/>
                </a:lnTo>
                <a:lnTo>
                  <a:pt x="16019" y="7713"/>
                </a:lnTo>
                <a:lnTo>
                  <a:pt x="16107" y="7519"/>
                </a:lnTo>
                <a:lnTo>
                  <a:pt x="16195" y="7338"/>
                </a:lnTo>
                <a:lnTo>
                  <a:pt x="16283" y="7145"/>
                </a:lnTo>
                <a:lnTo>
                  <a:pt x="16421" y="6964"/>
                </a:lnTo>
                <a:lnTo>
                  <a:pt x="16522" y="6771"/>
                </a:lnTo>
                <a:lnTo>
                  <a:pt x="16610" y="6590"/>
                </a:lnTo>
                <a:lnTo>
                  <a:pt x="16698" y="6397"/>
                </a:lnTo>
                <a:lnTo>
                  <a:pt x="16786" y="6203"/>
                </a:lnTo>
                <a:lnTo>
                  <a:pt x="16924" y="6023"/>
                </a:lnTo>
                <a:lnTo>
                  <a:pt x="17025" y="5791"/>
                </a:lnTo>
                <a:lnTo>
                  <a:pt x="17113" y="5597"/>
                </a:lnTo>
                <a:lnTo>
                  <a:pt x="17201" y="5404"/>
                </a:lnTo>
                <a:lnTo>
                  <a:pt x="17302" y="5223"/>
                </a:lnTo>
                <a:lnTo>
                  <a:pt x="17427" y="5030"/>
                </a:lnTo>
                <a:lnTo>
                  <a:pt x="17528" y="4849"/>
                </a:lnTo>
                <a:lnTo>
                  <a:pt x="17616" y="4656"/>
                </a:lnTo>
                <a:lnTo>
                  <a:pt x="17704" y="4475"/>
                </a:lnTo>
                <a:lnTo>
                  <a:pt x="17805" y="4282"/>
                </a:lnTo>
                <a:lnTo>
                  <a:pt x="17930" y="4049"/>
                </a:lnTo>
                <a:lnTo>
                  <a:pt x="18031" y="3856"/>
                </a:lnTo>
                <a:lnTo>
                  <a:pt x="18119" y="3675"/>
                </a:lnTo>
                <a:lnTo>
                  <a:pt x="18207" y="3482"/>
                </a:lnTo>
                <a:lnTo>
                  <a:pt x="18308" y="3288"/>
                </a:lnTo>
                <a:lnTo>
                  <a:pt x="18446" y="3108"/>
                </a:lnTo>
                <a:lnTo>
                  <a:pt x="18534" y="2914"/>
                </a:lnTo>
                <a:lnTo>
                  <a:pt x="18622" y="2734"/>
                </a:lnTo>
                <a:lnTo>
                  <a:pt x="18710" y="2489"/>
                </a:lnTo>
                <a:lnTo>
                  <a:pt x="18811" y="2308"/>
                </a:lnTo>
                <a:lnTo>
                  <a:pt x="18949" y="2115"/>
                </a:lnTo>
                <a:lnTo>
                  <a:pt x="19037" y="1934"/>
                </a:lnTo>
                <a:lnTo>
                  <a:pt x="19125" y="1741"/>
                </a:lnTo>
                <a:lnTo>
                  <a:pt x="19213" y="1560"/>
                </a:lnTo>
                <a:lnTo>
                  <a:pt x="19313" y="1367"/>
                </a:lnTo>
                <a:lnTo>
                  <a:pt x="19452" y="1135"/>
                </a:lnTo>
                <a:lnTo>
                  <a:pt x="19540" y="941"/>
                </a:lnTo>
                <a:lnTo>
                  <a:pt x="19628" y="760"/>
                </a:lnTo>
                <a:lnTo>
                  <a:pt x="19716" y="567"/>
                </a:lnTo>
                <a:lnTo>
                  <a:pt x="19816" y="374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255970" y="5587415"/>
            <a:ext cx="20043" cy="40706"/>
          </a:xfrm>
          <a:custGeom>
            <a:avLst/>
            <a:gdLst/>
            <a:ahLst/>
            <a:cxnLst/>
            <a:rect l="l" t="t" r="r" b="b"/>
            <a:pathLst>
              <a:path w="20043" h="40706">
                <a:moveTo>
                  <a:pt x="0" y="40706"/>
                </a:moveTo>
                <a:lnTo>
                  <a:pt x="88" y="40474"/>
                </a:lnTo>
                <a:lnTo>
                  <a:pt x="176" y="40280"/>
                </a:lnTo>
                <a:lnTo>
                  <a:pt x="276" y="40099"/>
                </a:lnTo>
                <a:lnTo>
                  <a:pt x="414" y="39906"/>
                </a:lnTo>
                <a:lnTo>
                  <a:pt x="502" y="39725"/>
                </a:lnTo>
                <a:lnTo>
                  <a:pt x="590" y="39532"/>
                </a:lnTo>
                <a:lnTo>
                  <a:pt x="691" y="39300"/>
                </a:lnTo>
                <a:lnTo>
                  <a:pt x="779" y="39106"/>
                </a:lnTo>
                <a:lnTo>
                  <a:pt x="917" y="38926"/>
                </a:lnTo>
                <a:lnTo>
                  <a:pt x="1005" y="38732"/>
                </a:lnTo>
                <a:lnTo>
                  <a:pt x="1093" y="38552"/>
                </a:lnTo>
                <a:lnTo>
                  <a:pt x="1194" y="38307"/>
                </a:lnTo>
                <a:lnTo>
                  <a:pt x="1282" y="38126"/>
                </a:lnTo>
                <a:lnTo>
                  <a:pt x="1420" y="37933"/>
                </a:lnTo>
                <a:lnTo>
                  <a:pt x="1508" y="37752"/>
                </a:lnTo>
                <a:lnTo>
                  <a:pt x="1596" y="37559"/>
                </a:lnTo>
                <a:lnTo>
                  <a:pt x="1697" y="37378"/>
                </a:lnTo>
                <a:lnTo>
                  <a:pt x="1785" y="37133"/>
                </a:lnTo>
                <a:lnTo>
                  <a:pt x="1923" y="36952"/>
                </a:lnTo>
                <a:lnTo>
                  <a:pt x="2011" y="36759"/>
                </a:lnTo>
                <a:lnTo>
                  <a:pt x="2099" y="36578"/>
                </a:lnTo>
                <a:lnTo>
                  <a:pt x="2200" y="36385"/>
                </a:lnTo>
                <a:lnTo>
                  <a:pt x="2288" y="36153"/>
                </a:lnTo>
                <a:lnTo>
                  <a:pt x="2426" y="35959"/>
                </a:lnTo>
                <a:lnTo>
                  <a:pt x="2514" y="35779"/>
                </a:lnTo>
                <a:lnTo>
                  <a:pt x="2602" y="35585"/>
                </a:lnTo>
                <a:lnTo>
                  <a:pt x="2703" y="35353"/>
                </a:lnTo>
                <a:lnTo>
                  <a:pt x="2791" y="35160"/>
                </a:lnTo>
                <a:lnTo>
                  <a:pt x="2929" y="34979"/>
                </a:lnTo>
                <a:lnTo>
                  <a:pt x="3017" y="34785"/>
                </a:lnTo>
                <a:lnTo>
                  <a:pt x="3105" y="34605"/>
                </a:lnTo>
                <a:lnTo>
                  <a:pt x="3206" y="34360"/>
                </a:lnTo>
                <a:lnTo>
                  <a:pt x="3294" y="34179"/>
                </a:lnTo>
                <a:lnTo>
                  <a:pt x="3432" y="33986"/>
                </a:lnTo>
                <a:lnTo>
                  <a:pt x="3520" y="33805"/>
                </a:lnTo>
                <a:lnTo>
                  <a:pt x="3608" y="33560"/>
                </a:lnTo>
                <a:lnTo>
                  <a:pt x="3709" y="33380"/>
                </a:lnTo>
                <a:lnTo>
                  <a:pt x="3797" y="33186"/>
                </a:lnTo>
                <a:lnTo>
                  <a:pt x="3935" y="33006"/>
                </a:lnTo>
                <a:lnTo>
                  <a:pt x="4023" y="32812"/>
                </a:lnTo>
                <a:lnTo>
                  <a:pt x="4111" y="32580"/>
                </a:lnTo>
                <a:lnTo>
                  <a:pt x="4212" y="32386"/>
                </a:lnTo>
                <a:lnTo>
                  <a:pt x="4300" y="32206"/>
                </a:lnTo>
                <a:lnTo>
                  <a:pt x="4438" y="32012"/>
                </a:lnTo>
                <a:lnTo>
                  <a:pt x="4526" y="31780"/>
                </a:lnTo>
                <a:lnTo>
                  <a:pt x="4627" y="31587"/>
                </a:lnTo>
                <a:lnTo>
                  <a:pt x="4715" y="31406"/>
                </a:lnTo>
                <a:lnTo>
                  <a:pt x="4803" y="31213"/>
                </a:lnTo>
                <a:lnTo>
                  <a:pt x="4941" y="30981"/>
                </a:lnTo>
                <a:lnTo>
                  <a:pt x="5029" y="30787"/>
                </a:lnTo>
                <a:lnTo>
                  <a:pt x="5130" y="30607"/>
                </a:lnTo>
                <a:lnTo>
                  <a:pt x="5218" y="30413"/>
                </a:lnTo>
                <a:lnTo>
                  <a:pt x="5306" y="30181"/>
                </a:lnTo>
                <a:lnTo>
                  <a:pt x="5444" y="29987"/>
                </a:lnTo>
                <a:lnTo>
                  <a:pt x="5532" y="29807"/>
                </a:lnTo>
                <a:lnTo>
                  <a:pt x="5633" y="29575"/>
                </a:lnTo>
                <a:lnTo>
                  <a:pt x="5721" y="29381"/>
                </a:lnTo>
                <a:lnTo>
                  <a:pt x="5809" y="29188"/>
                </a:lnTo>
                <a:lnTo>
                  <a:pt x="5947" y="29007"/>
                </a:lnTo>
                <a:lnTo>
                  <a:pt x="6035" y="28775"/>
                </a:lnTo>
                <a:lnTo>
                  <a:pt x="6136" y="28582"/>
                </a:lnTo>
                <a:lnTo>
                  <a:pt x="6224" y="28388"/>
                </a:lnTo>
                <a:lnTo>
                  <a:pt x="6312" y="28207"/>
                </a:lnTo>
                <a:lnTo>
                  <a:pt x="6450" y="27975"/>
                </a:lnTo>
                <a:lnTo>
                  <a:pt x="6538" y="27782"/>
                </a:lnTo>
                <a:lnTo>
                  <a:pt x="6639" y="27588"/>
                </a:lnTo>
                <a:lnTo>
                  <a:pt x="6727" y="27356"/>
                </a:lnTo>
                <a:lnTo>
                  <a:pt x="6815" y="27176"/>
                </a:lnTo>
                <a:lnTo>
                  <a:pt x="6953" y="26982"/>
                </a:lnTo>
                <a:lnTo>
                  <a:pt x="7041" y="26750"/>
                </a:lnTo>
                <a:lnTo>
                  <a:pt x="7142" y="26557"/>
                </a:lnTo>
                <a:lnTo>
                  <a:pt x="7230" y="26376"/>
                </a:lnTo>
                <a:lnTo>
                  <a:pt x="7318" y="26183"/>
                </a:lnTo>
                <a:lnTo>
                  <a:pt x="7456" y="25950"/>
                </a:lnTo>
                <a:lnTo>
                  <a:pt x="7544" y="25757"/>
                </a:lnTo>
                <a:lnTo>
                  <a:pt x="7645" y="25576"/>
                </a:lnTo>
                <a:lnTo>
                  <a:pt x="7733" y="25344"/>
                </a:lnTo>
                <a:lnTo>
                  <a:pt x="7821" y="25151"/>
                </a:lnTo>
                <a:lnTo>
                  <a:pt x="7959" y="24957"/>
                </a:lnTo>
                <a:lnTo>
                  <a:pt x="8060" y="24725"/>
                </a:lnTo>
                <a:lnTo>
                  <a:pt x="8148" y="24544"/>
                </a:lnTo>
                <a:lnTo>
                  <a:pt x="8236" y="24351"/>
                </a:lnTo>
                <a:lnTo>
                  <a:pt x="8324" y="24119"/>
                </a:lnTo>
                <a:lnTo>
                  <a:pt x="8462" y="23925"/>
                </a:lnTo>
                <a:lnTo>
                  <a:pt x="8563" y="23745"/>
                </a:lnTo>
                <a:lnTo>
                  <a:pt x="8651" y="23500"/>
                </a:lnTo>
                <a:lnTo>
                  <a:pt x="8739" y="23319"/>
                </a:lnTo>
                <a:lnTo>
                  <a:pt x="8827" y="23126"/>
                </a:lnTo>
                <a:lnTo>
                  <a:pt x="8965" y="22894"/>
                </a:lnTo>
                <a:lnTo>
                  <a:pt x="9065" y="22700"/>
                </a:lnTo>
                <a:lnTo>
                  <a:pt x="9154" y="22519"/>
                </a:lnTo>
                <a:lnTo>
                  <a:pt x="9242" y="22287"/>
                </a:lnTo>
                <a:lnTo>
                  <a:pt x="9330" y="22094"/>
                </a:lnTo>
                <a:lnTo>
                  <a:pt x="9468" y="21913"/>
                </a:lnTo>
                <a:lnTo>
                  <a:pt x="9568" y="21668"/>
                </a:lnTo>
                <a:lnTo>
                  <a:pt x="9656" y="21488"/>
                </a:lnTo>
                <a:lnTo>
                  <a:pt x="9745" y="21294"/>
                </a:lnTo>
                <a:lnTo>
                  <a:pt x="9833" y="21062"/>
                </a:lnTo>
                <a:lnTo>
                  <a:pt x="9971" y="20869"/>
                </a:lnTo>
                <a:lnTo>
                  <a:pt x="10071" y="20688"/>
                </a:lnTo>
                <a:lnTo>
                  <a:pt x="10159" y="20456"/>
                </a:lnTo>
                <a:lnTo>
                  <a:pt x="10247" y="20262"/>
                </a:lnTo>
                <a:lnTo>
                  <a:pt x="10335" y="20069"/>
                </a:lnTo>
                <a:lnTo>
                  <a:pt x="10474" y="19837"/>
                </a:lnTo>
                <a:lnTo>
                  <a:pt x="10574" y="19656"/>
                </a:lnTo>
                <a:lnTo>
                  <a:pt x="10662" y="19463"/>
                </a:lnTo>
                <a:lnTo>
                  <a:pt x="10750" y="19230"/>
                </a:lnTo>
                <a:lnTo>
                  <a:pt x="10851" y="19037"/>
                </a:lnTo>
                <a:lnTo>
                  <a:pt x="10977" y="18805"/>
                </a:lnTo>
                <a:lnTo>
                  <a:pt x="11077" y="18611"/>
                </a:lnTo>
                <a:lnTo>
                  <a:pt x="11165" y="18431"/>
                </a:lnTo>
                <a:lnTo>
                  <a:pt x="11253" y="18199"/>
                </a:lnTo>
                <a:lnTo>
                  <a:pt x="11354" y="18005"/>
                </a:lnTo>
                <a:lnTo>
                  <a:pt x="11480" y="17812"/>
                </a:lnTo>
                <a:lnTo>
                  <a:pt x="11580" y="17580"/>
                </a:lnTo>
                <a:lnTo>
                  <a:pt x="11668" y="17399"/>
                </a:lnTo>
                <a:lnTo>
                  <a:pt x="11756" y="17154"/>
                </a:lnTo>
                <a:lnTo>
                  <a:pt x="11857" y="16973"/>
                </a:lnTo>
                <a:lnTo>
                  <a:pt x="11995" y="16780"/>
                </a:lnTo>
                <a:lnTo>
                  <a:pt x="12083" y="16548"/>
                </a:lnTo>
                <a:lnTo>
                  <a:pt x="12171" y="16354"/>
                </a:lnTo>
                <a:lnTo>
                  <a:pt x="12259" y="16122"/>
                </a:lnTo>
                <a:lnTo>
                  <a:pt x="12360" y="15941"/>
                </a:lnTo>
                <a:lnTo>
                  <a:pt x="12498" y="15748"/>
                </a:lnTo>
                <a:lnTo>
                  <a:pt x="12586" y="15516"/>
                </a:lnTo>
                <a:lnTo>
                  <a:pt x="12674" y="15322"/>
                </a:lnTo>
                <a:lnTo>
                  <a:pt x="12762" y="15090"/>
                </a:lnTo>
                <a:lnTo>
                  <a:pt x="12863" y="14897"/>
                </a:lnTo>
                <a:lnTo>
                  <a:pt x="13001" y="14716"/>
                </a:lnTo>
                <a:lnTo>
                  <a:pt x="13089" y="14484"/>
                </a:lnTo>
                <a:lnTo>
                  <a:pt x="13177" y="14291"/>
                </a:lnTo>
                <a:lnTo>
                  <a:pt x="13265" y="14058"/>
                </a:lnTo>
                <a:lnTo>
                  <a:pt x="13366" y="13865"/>
                </a:lnTo>
                <a:lnTo>
                  <a:pt x="13504" y="13684"/>
                </a:lnTo>
                <a:lnTo>
                  <a:pt x="13592" y="13452"/>
                </a:lnTo>
                <a:lnTo>
                  <a:pt x="13680" y="13259"/>
                </a:lnTo>
                <a:lnTo>
                  <a:pt x="13768" y="13027"/>
                </a:lnTo>
                <a:lnTo>
                  <a:pt x="13869" y="12833"/>
                </a:lnTo>
                <a:lnTo>
                  <a:pt x="14007" y="12601"/>
                </a:lnTo>
                <a:lnTo>
                  <a:pt x="14095" y="12407"/>
                </a:lnTo>
                <a:lnTo>
                  <a:pt x="14183" y="12227"/>
                </a:lnTo>
                <a:lnTo>
                  <a:pt x="14284" y="11995"/>
                </a:lnTo>
                <a:lnTo>
                  <a:pt x="14372" y="11801"/>
                </a:lnTo>
                <a:lnTo>
                  <a:pt x="14510" y="11569"/>
                </a:lnTo>
                <a:lnTo>
                  <a:pt x="14598" y="11376"/>
                </a:lnTo>
                <a:lnTo>
                  <a:pt x="14686" y="11143"/>
                </a:lnTo>
                <a:lnTo>
                  <a:pt x="14787" y="10950"/>
                </a:lnTo>
                <a:lnTo>
                  <a:pt x="14875" y="10769"/>
                </a:lnTo>
                <a:lnTo>
                  <a:pt x="15013" y="10537"/>
                </a:lnTo>
                <a:lnTo>
                  <a:pt x="15101" y="10344"/>
                </a:lnTo>
                <a:lnTo>
                  <a:pt x="15189" y="10112"/>
                </a:lnTo>
                <a:lnTo>
                  <a:pt x="15290" y="9918"/>
                </a:lnTo>
                <a:lnTo>
                  <a:pt x="15378" y="9686"/>
                </a:lnTo>
                <a:lnTo>
                  <a:pt x="15516" y="9492"/>
                </a:lnTo>
                <a:lnTo>
                  <a:pt x="15604" y="9260"/>
                </a:lnTo>
                <a:lnTo>
                  <a:pt x="15692" y="9080"/>
                </a:lnTo>
                <a:lnTo>
                  <a:pt x="15793" y="8886"/>
                </a:lnTo>
                <a:lnTo>
                  <a:pt x="15881" y="8654"/>
                </a:lnTo>
                <a:lnTo>
                  <a:pt x="16019" y="8461"/>
                </a:lnTo>
                <a:lnTo>
                  <a:pt x="16107" y="8228"/>
                </a:lnTo>
                <a:lnTo>
                  <a:pt x="16195" y="8035"/>
                </a:lnTo>
                <a:lnTo>
                  <a:pt x="16296" y="7803"/>
                </a:lnTo>
                <a:lnTo>
                  <a:pt x="16384" y="7622"/>
                </a:lnTo>
                <a:lnTo>
                  <a:pt x="16522" y="7377"/>
                </a:lnTo>
                <a:lnTo>
                  <a:pt x="16610" y="7197"/>
                </a:lnTo>
                <a:lnTo>
                  <a:pt x="16698" y="6964"/>
                </a:lnTo>
                <a:lnTo>
                  <a:pt x="16799" y="6771"/>
                </a:lnTo>
                <a:lnTo>
                  <a:pt x="16887" y="6539"/>
                </a:lnTo>
                <a:lnTo>
                  <a:pt x="17025" y="6345"/>
                </a:lnTo>
                <a:lnTo>
                  <a:pt x="17113" y="6113"/>
                </a:lnTo>
                <a:lnTo>
                  <a:pt x="17201" y="5920"/>
                </a:lnTo>
                <a:lnTo>
                  <a:pt x="17302" y="5739"/>
                </a:lnTo>
                <a:lnTo>
                  <a:pt x="17390" y="5507"/>
                </a:lnTo>
                <a:lnTo>
                  <a:pt x="17528" y="5313"/>
                </a:lnTo>
                <a:lnTo>
                  <a:pt x="17616" y="5081"/>
                </a:lnTo>
                <a:lnTo>
                  <a:pt x="17704" y="4888"/>
                </a:lnTo>
                <a:lnTo>
                  <a:pt x="17805" y="4656"/>
                </a:lnTo>
                <a:lnTo>
                  <a:pt x="17893" y="4462"/>
                </a:lnTo>
                <a:lnTo>
                  <a:pt x="18031" y="4230"/>
                </a:lnTo>
                <a:lnTo>
                  <a:pt x="18119" y="4049"/>
                </a:lnTo>
                <a:lnTo>
                  <a:pt x="18220" y="3804"/>
                </a:lnTo>
                <a:lnTo>
                  <a:pt x="18308" y="3624"/>
                </a:lnTo>
                <a:lnTo>
                  <a:pt x="18396" y="3392"/>
                </a:lnTo>
                <a:lnTo>
                  <a:pt x="18534" y="3198"/>
                </a:lnTo>
                <a:lnTo>
                  <a:pt x="18622" y="2966"/>
                </a:lnTo>
                <a:lnTo>
                  <a:pt x="18722" y="2773"/>
                </a:lnTo>
                <a:lnTo>
                  <a:pt x="18811" y="2540"/>
                </a:lnTo>
                <a:lnTo>
                  <a:pt x="18899" y="2347"/>
                </a:lnTo>
                <a:lnTo>
                  <a:pt x="19037" y="2115"/>
                </a:lnTo>
                <a:lnTo>
                  <a:pt x="19125" y="1934"/>
                </a:lnTo>
                <a:lnTo>
                  <a:pt x="19225" y="1689"/>
                </a:lnTo>
                <a:lnTo>
                  <a:pt x="19313" y="1509"/>
                </a:lnTo>
                <a:lnTo>
                  <a:pt x="19401" y="1276"/>
                </a:lnTo>
                <a:lnTo>
                  <a:pt x="19540" y="1031"/>
                </a:lnTo>
                <a:lnTo>
                  <a:pt x="19628" y="851"/>
                </a:lnTo>
                <a:lnTo>
                  <a:pt x="19728" y="619"/>
                </a:lnTo>
                <a:lnTo>
                  <a:pt x="19816" y="425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276013" y="5543614"/>
            <a:ext cx="20005" cy="43801"/>
          </a:xfrm>
          <a:custGeom>
            <a:avLst/>
            <a:gdLst/>
            <a:ahLst/>
            <a:cxnLst/>
            <a:rect l="l" t="t" r="r" b="b"/>
            <a:pathLst>
              <a:path w="20005" h="43801">
                <a:moveTo>
                  <a:pt x="0" y="43801"/>
                </a:moveTo>
                <a:lnTo>
                  <a:pt x="88" y="43569"/>
                </a:lnTo>
                <a:lnTo>
                  <a:pt x="188" y="43376"/>
                </a:lnTo>
                <a:lnTo>
                  <a:pt x="276" y="43143"/>
                </a:lnTo>
                <a:lnTo>
                  <a:pt x="364" y="42963"/>
                </a:lnTo>
                <a:lnTo>
                  <a:pt x="502" y="42718"/>
                </a:lnTo>
                <a:lnTo>
                  <a:pt x="590" y="42537"/>
                </a:lnTo>
                <a:lnTo>
                  <a:pt x="691" y="42305"/>
                </a:lnTo>
                <a:lnTo>
                  <a:pt x="779" y="42112"/>
                </a:lnTo>
                <a:lnTo>
                  <a:pt x="867" y="41879"/>
                </a:lnTo>
                <a:lnTo>
                  <a:pt x="1005" y="41686"/>
                </a:lnTo>
                <a:lnTo>
                  <a:pt x="1093" y="41454"/>
                </a:lnTo>
                <a:lnTo>
                  <a:pt x="1194" y="41222"/>
                </a:lnTo>
                <a:lnTo>
                  <a:pt x="1282" y="41028"/>
                </a:lnTo>
                <a:lnTo>
                  <a:pt x="1370" y="40796"/>
                </a:lnTo>
                <a:lnTo>
                  <a:pt x="1508" y="40603"/>
                </a:lnTo>
                <a:lnTo>
                  <a:pt x="1596" y="40370"/>
                </a:lnTo>
                <a:lnTo>
                  <a:pt x="1697" y="40190"/>
                </a:lnTo>
                <a:lnTo>
                  <a:pt x="1785" y="39945"/>
                </a:lnTo>
                <a:lnTo>
                  <a:pt x="1873" y="39764"/>
                </a:lnTo>
                <a:lnTo>
                  <a:pt x="2011" y="39532"/>
                </a:lnTo>
                <a:lnTo>
                  <a:pt x="2112" y="39287"/>
                </a:lnTo>
                <a:lnTo>
                  <a:pt x="2200" y="39106"/>
                </a:lnTo>
                <a:lnTo>
                  <a:pt x="2288" y="38874"/>
                </a:lnTo>
                <a:lnTo>
                  <a:pt x="2376" y="38681"/>
                </a:lnTo>
                <a:lnTo>
                  <a:pt x="2514" y="38449"/>
                </a:lnTo>
                <a:lnTo>
                  <a:pt x="2615" y="38255"/>
                </a:lnTo>
                <a:lnTo>
                  <a:pt x="2703" y="38023"/>
                </a:lnTo>
                <a:lnTo>
                  <a:pt x="2791" y="37791"/>
                </a:lnTo>
                <a:lnTo>
                  <a:pt x="2879" y="37597"/>
                </a:lnTo>
                <a:lnTo>
                  <a:pt x="3017" y="37365"/>
                </a:lnTo>
                <a:lnTo>
                  <a:pt x="3118" y="37172"/>
                </a:lnTo>
                <a:lnTo>
                  <a:pt x="3206" y="36939"/>
                </a:lnTo>
                <a:lnTo>
                  <a:pt x="3294" y="36759"/>
                </a:lnTo>
                <a:lnTo>
                  <a:pt x="3382" y="36514"/>
                </a:lnTo>
                <a:lnTo>
                  <a:pt x="3520" y="36282"/>
                </a:lnTo>
                <a:lnTo>
                  <a:pt x="3621" y="36101"/>
                </a:lnTo>
                <a:lnTo>
                  <a:pt x="3709" y="35856"/>
                </a:lnTo>
                <a:lnTo>
                  <a:pt x="3797" y="35675"/>
                </a:lnTo>
                <a:lnTo>
                  <a:pt x="3885" y="35430"/>
                </a:lnTo>
                <a:lnTo>
                  <a:pt x="4023" y="35198"/>
                </a:lnTo>
                <a:lnTo>
                  <a:pt x="4124" y="35018"/>
                </a:lnTo>
                <a:lnTo>
                  <a:pt x="4212" y="34773"/>
                </a:lnTo>
                <a:lnTo>
                  <a:pt x="4300" y="34592"/>
                </a:lnTo>
                <a:lnTo>
                  <a:pt x="4400" y="34360"/>
                </a:lnTo>
                <a:lnTo>
                  <a:pt x="4526" y="34115"/>
                </a:lnTo>
                <a:lnTo>
                  <a:pt x="4627" y="33934"/>
                </a:lnTo>
                <a:lnTo>
                  <a:pt x="4715" y="33702"/>
                </a:lnTo>
                <a:lnTo>
                  <a:pt x="4803" y="33509"/>
                </a:lnTo>
                <a:lnTo>
                  <a:pt x="4903" y="33276"/>
                </a:lnTo>
                <a:lnTo>
                  <a:pt x="5029" y="33044"/>
                </a:lnTo>
                <a:lnTo>
                  <a:pt x="5130" y="32851"/>
                </a:lnTo>
                <a:lnTo>
                  <a:pt x="5218" y="32619"/>
                </a:lnTo>
                <a:lnTo>
                  <a:pt x="5306" y="32425"/>
                </a:lnTo>
                <a:lnTo>
                  <a:pt x="5406" y="32193"/>
                </a:lnTo>
                <a:lnTo>
                  <a:pt x="5545" y="31961"/>
                </a:lnTo>
                <a:lnTo>
                  <a:pt x="5633" y="31767"/>
                </a:lnTo>
                <a:lnTo>
                  <a:pt x="5721" y="31535"/>
                </a:lnTo>
                <a:lnTo>
                  <a:pt x="5809" y="31303"/>
                </a:lnTo>
                <a:lnTo>
                  <a:pt x="5909" y="31110"/>
                </a:lnTo>
                <a:lnTo>
                  <a:pt x="6048" y="30877"/>
                </a:lnTo>
                <a:lnTo>
                  <a:pt x="6136" y="30684"/>
                </a:lnTo>
                <a:lnTo>
                  <a:pt x="6224" y="30452"/>
                </a:lnTo>
                <a:lnTo>
                  <a:pt x="6312" y="30220"/>
                </a:lnTo>
                <a:lnTo>
                  <a:pt x="6412" y="30026"/>
                </a:lnTo>
                <a:lnTo>
                  <a:pt x="6551" y="29794"/>
                </a:lnTo>
                <a:lnTo>
                  <a:pt x="6639" y="29562"/>
                </a:lnTo>
                <a:lnTo>
                  <a:pt x="6727" y="29368"/>
                </a:lnTo>
                <a:lnTo>
                  <a:pt x="6815" y="29136"/>
                </a:lnTo>
                <a:lnTo>
                  <a:pt x="6915" y="28956"/>
                </a:lnTo>
                <a:lnTo>
                  <a:pt x="7054" y="28711"/>
                </a:lnTo>
                <a:lnTo>
                  <a:pt x="7142" y="28478"/>
                </a:lnTo>
                <a:lnTo>
                  <a:pt x="7230" y="28298"/>
                </a:lnTo>
                <a:lnTo>
                  <a:pt x="7318" y="28053"/>
                </a:lnTo>
                <a:lnTo>
                  <a:pt x="7418" y="27821"/>
                </a:lnTo>
                <a:lnTo>
                  <a:pt x="7557" y="27640"/>
                </a:lnTo>
                <a:lnTo>
                  <a:pt x="7645" y="27395"/>
                </a:lnTo>
                <a:lnTo>
                  <a:pt x="7733" y="27163"/>
                </a:lnTo>
                <a:lnTo>
                  <a:pt x="7821" y="26969"/>
                </a:lnTo>
                <a:lnTo>
                  <a:pt x="7921" y="26737"/>
                </a:lnTo>
                <a:lnTo>
                  <a:pt x="8060" y="26505"/>
                </a:lnTo>
                <a:lnTo>
                  <a:pt x="8148" y="26311"/>
                </a:lnTo>
                <a:lnTo>
                  <a:pt x="8236" y="26079"/>
                </a:lnTo>
                <a:lnTo>
                  <a:pt x="8336" y="25847"/>
                </a:lnTo>
                <a:lnTo>
                  <a:pt x="8424" y="25654"/>
                </a:lnTo>
                <a:lnTo>
                  <a:pt x="8563" y="25422"/>
                </a:lnTo>
                <a:lnTo>
                  <a:pt x="8651" y="25189"/>
                </a:lnTo>
                <a:lnTo>
                  <a:pt x="8739" y="24996"/>
                </a:lnTo>
                <a:lnTo>
                  <a:pt x="8839" y="24764"/>
                </a:lnTo>
                <a:lnTo>
                  <a:pt x="8927" y="24532"/>
                </a:lnTo>
                <a:lnTo>
                  <a:pt x="9065" y="24338"/>
                </a:lnTo>
                <a:lnTo>
                  <a:pt x="9154" y="24106"/>
                </a:lnTo>
                <a:lnTo>
                  <a:pt x="9242" y="23874"/>
                </a:lnTo>
                <a:lnTo>
                  <a:pt x="9342" y="23680"/>
                </a:lnTo>
                <a:lnTo>
                  <a:pt x="9430" y="23448"/>
                </a:lnTo>
                <a:lnTo>
                  <a:pt x="9568" y="23216"/>
                </a:lnTo>
                <a:lnTo>
                  <a:pt x="9656" y="23022"/>
                </a:lnTo>
                <a:lnTo>
                  <a:pt x="9745" y="22790"/>
                </a:lnTo>
                <a:lnTo>
                  <a:pt x="9845" y="22558"/>
                </a:lnTo>
                <a:lnTo>
                  <a:pt x="9933" y="22365"/>
                </a:lnTo>
                <a:lnTo>
                  <a:pt x="10071" y="22133"/>
                </a:lnTo>
                <a:lnTo>
                  <a:pt x="10159" y="21900"/>
                </a:lnTo>
                <a:lnTo>
                  <a:pt x="10247" y="21707"/>
                </a:lnTo>
                <a:lnTo>
                  <a:pt x="10348" y="21475"/>
                </a:lnTo>
                <a:lnTo>
                  <a:pt x="10436" y="21243"/>
                </a:lnTo>
                <a:lnTo>
                  <a:pt x="10574" y="21049"/>
                </a:lnTo>
                <a:lnTo>
                  <a:pt x="10662" y="20817"/>
                </a:lnTo>
                <a:lnTo>
                  <a:pt x="10750" y="20585"/>
                </a:lnTo>
                <a:lnTo>
                  <a:pt x="10851" y="20353"/>
                </a:lnTo>
                <a:lnTo>
                  <a:pt x="10939" y="20159"/>
                </a:lnTo>
                <a:lnTo>
                  <a:pt x="11077" y="19927"/>
                </a:lnTo>
                <a:lnTo>
                  <a:pt x="11165" y="19695"/>
                </a:lnTo>
                <a:lnTo>
                  <a:pt x="11253" y="19501"/>
                </a:lnTo>
                <a:lnTo>
                  <a:pt x="11354" y="19269"/>
                </a:lnTo>
                <a:lnTo>
                  <a:pt x="11442" y="19037"/>
                </a:lnTo>
                <a:lnTo>
                  <a:pt x="11580" y="18844"/>
                </a:lnTo>
                <a:lnTo>
                  <a:pt x="11668" y="18611"/>
                </a:lnTo>
                <a:lnTo>
                  <a:pt x="11769" y="18379"/>
                </a:lnTo>
                <a:lnTo>
                  <a:pt x="11857" y="18134"/>
                </a:lnTo>
                <a:lnTo>
                  <a:pt x="11945" y="17954"/>
                </a:lnTo>
                <a:lnTo>
                  <a:pt x="12083" y="17721"/>
                </a:lnTo>
                <a:lnTo>
                  <a:pt x="12171" y="17476"/>
                </a:lnTo>
                <a:lnTo>
                  <a:pt x="12272" y="17296"/>
                </a:lnTo>
                <a:lnTo>
                  <a:pt x="12360" y="17064"/>
                </a:lnTo>
                <a:lnTo>
                  <a:pt x="12448" y="16819"/>
                </a:lnTo>
                <a:lnTo>
                  <a:pt x="12586" y="16586"/>
                </a:lnTo>
                <a:lnTo>
                  <a:pt x="12674" y="16393"/>
                </a:lnTo>
                <a:lnTo>
                  <a:pt x="12775" y="16161"/>
                </a:lnTo>
                <a:lnTo>
                  <a:pt x="12863" y="15929"/>
                </a:lnTo>
                <a:lnTo>
                  <a:pt x="12951" y="15696"/>
                </a:lnTo>
                <a:lnTo>
                  <a:pt x="13089" y="15503"/>
                </a:lnTo>
                <a:lnTo>
                  <a:pt x="13177" y="15271"/>
                </a:lnTo>
                <a:lnTo>
                  <a:pt x="13278" y="15039"/>
                </a:lnTo>
                <a:lnTo>
                  <a:pt x="13366" y="14845"/>
                </a:lnTo>
                <a:lnTo>
                  <a:pt x="13454" y="14613"/>
                </a:lnTo>
                <a:lnTo>
                  <a:pt x="13592" y="14381"/>
                </a:lnTo>
                <a:lnTo>
                  <a:pt x="13680" y="14149"/>
                </a:lnTo>
                <a:lnTo>
                  <a:pt x="13781" y="13955"/>
                </a:lnTo>
                <a:lnTo>
                  <a:pt x="13869" y="13723"/>
                </a:lnTo>
                <a:lnTo>
                  <a:pt x="13957" y="13491"/>
                </a:lnTo>
                <a:lnTo>
                  <a:pt x="14095" y="13246"/>
                </a:lnTo>
                <a:lnTo>
                  <a:pt x="14183" y="13065"/>
                </a:lnTo>
                <a:lnTo>
                  <a:pt x="14284" y="12833"/>
                </a:lnTo>
                <a:lnTo>
                  <a:pt x="14372" y="12588"/>
                </a:lnTo>
                <a:lnTo>
                  <a:pt x="14460" y="12356"/>
                </a:lnTo>
                <a:lnTo>
                  <a:pt x="14598" y="12162"/>
                </a:lnTo>
                <a:lnTo>
                  <a:pt x="14686" y="11930"/>
                </a:lnTo>
                <a:lnTo>
                  <a:pt x="14787" y="11698"/>
                </a:lnTo>
                <a:lnTo>
                  <a:pt x="14875" y="11466"/>
                </a:lnTo>
                <a:lnTo>
                  <a:pt x="14963" y="11272"/>
                </a:lnTo>
                <a:lnTo>
                  <a:pt x="15101" y="11040"/>
                </a:lnTo>
                <a:lnTo>
                  <a:pt x="15189" y="10808"/>
                </a:lnTo>
                <a:lnTo>
                  <a:pt x="15290" y="10576"/>
                </a:lnTo>
                <a:lnTo>
                  <a:pt x="15378" y="10382"/>
                </a:lnTo>
                <a:lnTo>
                  <a:pt x="15466" y="10150"/>
                </a:lnTo>
                <a:lnTo>
                  <a:pt x="15604" y="9918"/>
                </a:lnTo>
                <a:lnTo>
                  <a:pt x="15705" y="9673"/>
                </a:lnTo>
                <a:lnTo>
                  <a:pt x="15793" y="9441"/>
                </a:lnTo>
                <a:lnTo>
                  <a:pt x="15881" y="9260"/>
                </a:lnTo>
                <a:lnTo>
                  <a:pt x="15969" y="9015"/>
                </a:lnTo>
                <a:lnTo>
                  <a:pt x="16107" y="8783"/>
                </a:lnTo>
                <a:lnTo>
                  <a:pt x="16208" y="8551"/>
                </a:lnTo>
                <a:lnTo>
                  <a:pt x="16296" y="8357"/>
                </a:lnTo>
                <a:lnTo>
                  <a:pt x="16384" y="8125"/>
                </a:lnTo>
                <a:lnTo>
                  <a:pt x="16472" y="7893"/>
                </a:lnTo>
                <a:lnTo>
                  <a:pt x="16610" y="7661"/>
                </a:lnTo>
                <a:lnTo>
                  <a:pt x="16711" y="7467"/>
                </a:lnTo>
                <a:lnTo>
                  <a:pt x="16799" y="7235"/>
                </a:lnTo>
                <a:lnTo>
                  <a:pt x="16887" y="7003"/>
                </a:lnTo>
                <a:lnTo>
                  <a:pt x="16975" y="6758"/>
                </a:lnTo>
                <a:lnTo>
                  <a:pt x="17113" y="6526"/>
                </a:lnTo>
                <a:lnTo>
                  <a:pt x="17214" y="6345"/>
                </a:lnTo>
                <a:lnTo>
                  <a:pt x="17302" y="6100"/>
                </a:lnTo>
                <a:lnTo>
                  <a:pt x="17390" y="5868"/>
                </a:lnTo>
                <a:lnTo>
                  <a:pt x="17478" y="5636"/>
                </a:lnTo>
                <a:lnTo>
                  <a:pt x="17616" y="5404"/>
                </a:lnTo>
                <a:lnTo>
                  <a:pt x="17717" y="5210"/>
                </a:lnTo>
                <a:lnTo>
                  <a:pt x="17805" y="4978"/>
                </a:lnTo>
                <a:lnTo>
                  <a:pt x="17893" y="4746"/>
                </a:lnTo>
                <a:lnTo>
                  <a:pt x="17993" y="4501"/>
                </a:lnTo>
                <a:lnTo>
                  <a:pt x="18119" y="4269"/>
                </a:lnTo>
                <a:lnTo>
                  <a:pt x="18220" y="4088"/>
                </a:lnTo>
                <a:lnTo>
                  <a:pt x="18308" y="3843"/>
                </a:lnTo>
                <a:lnTo>
                  <a:pt x="18396" y="3611"/>
                </a:lnTo>
                <a:lnTo>
                  <a:pt x="18496" y="3379"/>
                </a:lnTo>
                <a:lnTo>
                  <a:pt x="18622" y="3147"/>
                </a:lnTo>
                <a:lnTo>
                  <a:pt x="18722" y="2953"/>
                </a:lnTo>
                <a:lnTo>
                  <a:pt x="18811" y="2721"/>
                </a:lnTo>
                <a:lnTo>
                  <a:pt x="18899" y="2489"/>
                </a:lnTo>
                <a:lnTo>
                  <a:pt x="18999" y="2257"/>
                </a:lnTo>
                <a:lnTo>
                  <a:pt x="19137" y="2012"/>
                </a:lnTo>
                <a:lnTo>
                  <a:pt x="19225" y="1831"/>
                </a:lnTo>
                <a:lnTo>
                  <a:pt x="19313" y="1586"/>
                </a:lnTo>
                <a:lnTo>
                  <a:pt x="19401" y="1354"/>
                </a:lnTo>
                <a:lnTo>
                  <a:pt x="19502" y="1122"/>
                </a:lnTo>
                <a:lnTo>
                  <a:pt x="19640" y="889"/>
                </a:lnTo>
                <a:lnTo>
                  <a:pt x="19728" y="657"/>
                </a:lnTo>
                <a:lnTo>
                  <a:pt x="19816" y="464"/>
                </a:lnTo>
                <a:lnTo>
                  <a:pt x="19904" y="232"/>
                </a:lnTo>
                <a:lnTo>
                  <a:pt x="20005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296018" y="5497400"/>
            <a:ext cx="20043" cy="46213"/>
          </a:xfrm>
          <a:custGeom>
            <a:avLst/>
            <a:gdLst/>
            <a:ahLst/>
            <a:cxnLst/>
            <a:rect l="l" t="t" r="r" b="b"/>
            <a:pathLst>
              <a:path w="20043" h="46213">
                <a:moveTo>
                  <a:pt x="0" y="46213"/>
                </a:moveTo>
                <a:lnTo>
                  <a:pt x="138" y="45968"/>
                </a:lnTo>
                <a:lnTo>
                  <a:pt x="226" y="45736"/>
                </a:lnTo>
                <a:lnTo>
                  <a:pt x="314" y="45555"/>
                </a:lnTo>
                <a:lnTo>
                  <a:pt x="402" y="45310"/>
                </a:lnTo>
                <a:lnTo>
                  <a:pt x="502" y="45078"/>
                </a:lnTo>
                <a:lnTo>
                  <a:pt x="641" y="44846"/>
                </a:lnTo>
                <a:lnTo>
                  <a:pt x="729" y="44614"/>
                </a:lnTo>
                <a:lnTo>
                  <a:pt x="817" y="44369"/>
                </a:lnTo>
                <a:lnTo>
                  <a:pt x="905" y="44188"/>
                </a:lnTo>
                <a:lnTo>
                  <a:pt x="1005" y="43956"/>
                </a:lnTo>
                <a:lnTo>
                  <a:pt x="1144" y="43711"/>
                </a:lnTo>
                <a:lnTo>
                  <a:pt x="1232" y="43479"/>
                </a:lnTo>
                <a:lnTo>
                  <a:pt x="1320" y="43247"/>
                </a:lnTo>
                <a:lnTo>
                  <a:pt x="1408" y="43014"/>
                </a:lnTo>
                <a:lnTo>
                  <a:pt x="1508" y="42782"/>
                </a:lnTo>
                <a:lnTo>
                  <a:pt x="1647" y="42589"/>
                </a:lnTo>
                <a:lnTo>
                  <a:pt x="1735" y="42357"/>
                </a:lnTo>
                <a:lnTo>
                  <a:pt x="1823" y="42124"/>
                </a:lnTo>
                <a:lnTo>
                  <a:pt x="1923" y="41879"/>
                </a:lnTo>
                <a:lnTo>
                  <a:pt x="2011" y="41647"/>
                </a:lnTo>
                <a:lnTo>
                  <a:pt x="2150" y="41415"/>
                </a:lnTo>
                <a:lnTo>
                  <a:pt x="2238" y="41222"/>
                </a:lnTo>
                <a:lnTo>
                  <a:pt x="2326" y="40989"/>
                </a:lnTo>
                <a:lnTo>
                  <a:pt x="2426" y="40757"/>
                </a:lnTo>
                <a:lnTo>
                  <a:pt x="2514" y="40525"/>
                </a:lnTo>
                <a:lnTo>
                  <a:pt x="2653" y="40280"/>
                </a:lnTo>
                <a:lnTo>
                  <a:pt x="2741" y="40048"/>
                </a:lnTo>
                <a:lnTo>
                  <a:pt x="2829" y="39816"/>
                </a:lnTo>
                <a:lnTo>
                  <a:pt x="2929" y="39622"/>
                </a:lnTo>
                <a:lnTo>
                  <a:pt x="3017" y="39390"/>
                </a:lnTo>
                <a:lnTo>
                  <a:pt x="3156" y="39158"/>
                </a:lnTo>
                <a:lnTo>
                  <a:pt x="3244" y="38926"/>
                </a:lnTo>
                <a:lnTo>
                  <a:pt x="3332" y="38681"/>
                </a:lnTo>
                <a:lnTo>
                  <a:pt x="3432" y="38449"/>
                </a:lnTo>
                <a:lnTo>
                  <a:pt x="3520" y="38216"/>
                </a:lnTo>
                <a:lnTo>
                  <a:pt x="3659" y="37984"/>
                </a:lnTo>
                <a:lnTo>
                  <a:pt x="3747" y="37791"/>
                </a:lnTo>
                <a:lnTo>
                  <a:pt x="3835" y="37559"/>
                </a:lnTo>
                <a:lnTo>
                  <a:pt x="3935" y="37326"/>
                </a:lnTo>
                <a:lnTo>
                  <a:pt x="4023" y="37094"/>
                </a:lnTo>
                <a:lnTo>
                  <a:pt x="4162" y="36849"/>
                </a:lnTo>
                <a:lnTo>
                  <a:pt x="4250" y="36617"/>
                </a:lnTo>
                <a:lnTo>
                  <a:pt x="4338" y="36385"/>
                </a:lnTo>
                <a:lnTo>
                  <a:pt x="4438" y="36153"/>
                </a:lnTo>
                <a:lnTo>
                  <a:pt x="4526" y="35959"/>
                </a:lnTo>
                <a:lnTo>
                  <a:pt x="4665" y="35727"/>
                </a:lnTo>
                <a:lnTo>
                  <a:pt x="4753" y="35495"/>
                </a:lnTo>
                <a:lnTo>
                  <a:pt x="4841" y="35250"/>
                </a:lnTo>
                <a:lnTo>
                  <a:pt x="4941" y="35018"/>
                </a:lnTo>
                <a:lnTo>
                  <a:pt x="5029" y="34785"/>
                </a:lnTo>
                <a:lnTo>
                  <a:pt x="5167" y="34553"/>
                </a:lnTo>
                <a:lnTo>
                  <a:pt x="5256" y="34321"/>
                </a:lnTo>
                <a:lnTo>
                  <a:pt x="5356" y="34076"/>
                </a:lnTo>
                <a:lnTo>
                  <a:pt x="5444" y="33896"/>
                </a:lnTo>
                <a:lnTo>
                  <a:pt x="5532" y="33663"/>
                </a:lnTo>
                <a:lnTo>
                  <a:pt x="5670" y="33418"/>
                </a:lnTo>
                <a:lnTo>
                  <a:pt x="5758" y="33186"/>
                </a:lnTo>
                <a:lnTo>
                  <a:pt x="5859" y="32954"/>
                </a:lnTo>
                <a:lnTo>
                  <a:pt x="5947" y="32722"/>
                </a:lnTo>
                <a:lnTo>
                  <a:pt x="6035" y="32477"/>
                </a:lnTo>
                <a:lnTo>
                  <a:pt x="6173" y="32245"/>
                </a:lnTo>
                <a:lnTo>
                  <a:pt x="6261" y="32012"/>
                </a:lnTo>
                <a:lnTo>
                  <a:pt x="6362" y="31819"/>
                </a:lnTo>
                <a:lnTo>
                  <a:pt x="6450" y="31587"/>
                </a:lnTo>
                <a:lnTo>
                  <a:pt x="6538" y="31355"/>
                </a:lnTo>
                <a:lnTo>
                  <a:pt x="6676" y="31122"/>
                </a:lnTo>
                <a:lnTo>
                  <a:pt x="6764" y="30877"/>
                </a:lnTo>
                <a:lnTo>
                  <a:pt x="6865" y="30645"/>
                </a:lnTo>
                <a:lnTo>
                  <a:pt x="6953" y="30413"/>
                </a:lnTo>
                <a:lnTo>
                  <a:pt x="7041" y="30181"/>
                </a:lnTo>
                <a:lnTo>
                  <a:pt x="7179" y="29949"/>
                </a:lnTo>
                <a:lnTo>
                  <a:pt x="7267" y="29704"/>
                </a:lnTo>
                <a:lnTo>
                  <a:pt x="7368" y="29472"/>
                </a:lnTo>
                <a:lnTo>
                  <a:pt x="7456" y="29291"/>
                </a:lnTo>
                <a:lnTo>
                  <a:pt x="7544" y="29046"/>
                </a:lnTo>
                <a:lnTo>
                  <a:pt x="7682" y="28814"/>
                </a:lnTo>
                <a:lnTo>
                  <a:pt x="7770" y="28582"/>
                </a:lnTo>
                <a:lnTo>
                  <a:pt x="7871" y="28349"/>
                </a:lnTo>
                <a:lnTo>
                  <a:pt x="7959" y="28104"/>
                </a:lnTo>
                <a:lnTo>
                  <a:pt x="8047" y="27872"/>
                </a:lnTo>
                <a:lnTo>
                  <a:pt x="8185" y="27640"/>
                </a:lnTo>
                <a:lnTo>
                  <a:pt x="8273" y="27408"/>
                </a:lnTo>
                <a:lnTo>
                  <a:pt x="8374" y="27176"/>
                </a:lnTo>
                <a:lnTo>
                  <a:pt x="8462" y="26931"/>
                </a:lnTo>
                <a:lnTo>
                  <a:pt x="8550" y="26698"/>
                </a:lnTo>
                <a:lnTo>
                  <a:pt x="8688" y="26466"/>
                </a:lnTo>
                <a:lnTo>
                  <a:pt x="8776" y="26234"/>
                </a:lnTo>
                <a:lnTo>
                  <a:pt x="8877" y="26041"/>
                </a:lnTo>
                <a:lnTo>
                  <a:pt x="8965" y="25808"/>
                </a:lnTo>
                <a:lnTo>
                  <a:pt x="9053" y="25576"/>
                </a:lnTo>
                <a:lnTo>
                  <a:pt x="9191" y="25331"/>
                </a:lnTo>
                <a:lnTo>
                  <a:pt x="9292" y="25099"/>
                </a:lnTo>
                <a:lnTo>
                  <a:pt x="9380" y="24867"/>
                </a:lnTo>
                <a:lnTo>
                  <a:pt x="9468" y="24635"/>
                </a:lnTo>
                <a:lnTo>
                  <a:pt x="9556" y="24403"/>
                </a:lnTo>
                <a:lnTo>
                  <a:pt x="9694" y="24158"/>
                </a:lnTo>
                <a:lnTo>
                  <a:pt x="9795" y="23925"/>
                </a:lnTo>
                <a:lnTo>
                  <a:pt x="9883" y="23693"/>
                </a:lnTo>
                <a:lnTo>
                  <a:pt x="9971" y="23461"/>
                </a:lnTo>
                <a:lnTo>
                  <a:pt x="10059" y="23216"/>
                </a:lnTo>
                <a:lnTo>
                  <a:pt x="10197" y="22984"/>
                </a:lnTo>
                <a:lnTo>
                  <a:pt x="10298" y="22752"/>
                </a:lnTo>
                <a:lnTo>
                  <a:pt x="10386" y="22519"/>
                </a:lnTo>
                <a:lnTo>
                  <a:pt x="10474" y="22287"/>
                </a:lnTo>
                <a:lnTo>
                  <a:pt x="10562" y="22094"/>
                </a:lnTo>
                <a:lnTo>
                  <a:pt x="10700" y="21862"/>
                </a:lnTo>
                <a:lnTo>
                  <a:pt x="10801" y="21629"/>
                </a:lnTo>
                <a:lnTo>
                  <a:pt x="10889" y="21384"/>
                </a:lnTo>
                <a:lnTo>
                  <a:pt x="10977" y="21152"/>
                </a:lnTo>
                <a:lnTo>
                  <a:pt x="11065" y="20920"/>
                </a:lnTo>
                <a:lnTo>
                  <a:pt x="11203" y="20688"/>
                </a:lnTo>
                <a:lnTo>
                  <a:pt x="11304" y="20443"/>
                </a:lnTo>
                <a:lnTo>
                  <a:pt x="11392" y="20211"/>
                </a:lnTo>
                <a:lnTo>
                  <a:pt x="11480" y="19979"/>
                </a:lnTo>
                <a:lnTo>
                  <a:pt x="11580" y="19746"/>
                </a:lnTo>
                <a:lnTo>
                  <a:pt x="11706" y="19514"/>
                </a:lnTo>
                <a:lnTo>
                  <a:pt x="11807" y="19269"/>
                </a:lnTo>
                <a:lnTo>
                  <a:pt x="11895" y="19037"/>
                </a:lnTo>
                <a:lnTo>
                  <a:pt x="11983" y="18805"/>
                </a:lnTo>
                <a:lnTo>
                  <a:pt x="12083" y="18573"/>
                </a:lnTo>
                <a:lnTo>
                  <a:pt x="12209" y="18328"/>
                </a:lnTo>
                <a:lnTo>
                  <a:pt x="12310" y="18095"/>
                </a:lnTo>
                <a:lnTo>
                  <a:pt x="12398" y="17863"/>
                </a:lnTo>
                <a:lnTo>
                  <a:pt x="12486" y="17631"/>
                </a:lnTo>
                <a:lnTo>
                  <a:pt x="12586" y="17399"/>
                </a:lnTo>
                <a:lnTo>
                  <a:pt x="12712" y="17154"/>
                </a:lnTo>
                <a:lnTo>
                  <a:pt x="12813" y="16922"/>
                </a:lnTo>
                <a:lnTo>
                  <a:pt x="12901" y="16690"/>
                </a:lnTo>
                <a:lnTo>
                  <a:pt x="12989" y="16457"/>
                </a:lnTo>
                <a:lnTo>
                  <a:pt x="13089" y="16212"/>
                </a:lnTo>
                <a:lnTo>
                  <a:pt x="13228" y="15980"/>
                </a:lnTo>
                <a:lnTo>
                  <a:pt x="13316" y="15748"/>
                </a:lnTo>
                <a:lnTo>
                  <a:pt x="13404" y="15516"/>
                </a:lnTo>
                <a:lnTo>
                  <a:pt x="13492" y="15284"/>
                </a:lnTo>
                <a:lnTo>
                  <a:pt x="13592" y="15090"/>
                </a:lnTo>
                <a:lnTo>
                  <a:pt x="13731" y="14858"/>
                </a:lnTo>
                <a:lnTo>
                  <a:pt x="13819" y="14626"/>
                </a:lnTo>
                <a:lnTo>
                  <a:pt x="13907" y="14381"/>
                </a:lnTo>
                <a:lnTo>
                  <a:pt x="13995" y="14149"/>
                </a:lnTo>
                <a:lnTo>
                  <a:pt x="14095" y="13916"/>
                </a:lnTo>
                <a:lnTo>
                  <a:pt x="14233" y="13684"/>
                </a:lnTo>
                <a:lnTo>
                  <a:pt x="14322" y="13439"/>
                </a:lnTo>
                <a:lnTo>
                  <a:pt x="14410" y="13207"/>
                </a:lnTo>
                <a:lnTo>
                  <a:pt x="14498" y="12975"/>
                </a:lnTo>
                <a:lnTo>
                  <a:pt x="14598" y="12743"/>
                </a:lnTo>
                <a:lnTo>
                  <a:pt x="14736" y="12511"/>
                </a:lnTo>
                <a:lnTo>
                  <a:pt x="14824" y="12266"/>
                </a:lnTo>
                <a:lnTo>
                  <a:pt x="14913" y="12033"/>
                </a:lnTo>
                <a:lnTo>
                  <a:pt x="15001" y="11801"/>
                </a:lnTo>
                <a:lnTo>
                  <a:pt x="15101" y="11569"/>
                </a:lnTo>
                <a:lnTo>
                  <a:pt x="15239" y="11324"/>
                </a:lnTo>
                <a:lnTo>
                  <a:pt x="15327" y="11092"/>
                </a:lnTo>
                <a:lnTo>
                  <a:pt x="15415" y="10860"/>
                </a:lnTo>
                <a:lnTo>
                  <a:pt x="15516" y="10627"/>
                </a:lnTo>
                <a:lnTo>
                  <a:pt x="15604" y="10395"/>
                </a:lnTo>
                <a:lnTo>
                  <a:pt x="15742" y="10150"/>
                </a:lnTo>
                <a:lnTo>
                  <a:pt x="15830" y="9918"/>
                </a:lnTo>
                <a:lnTo>
                  <a:pt x="15918" y="9686"/>
                </a:lnTo>
                <a:lnTo>
                  <a:pt x="16019" y="9454"/>
                </a:lnTo>
                <a:lnTo>
                  <a:pt x="16107" y="9209"/>
                </a:lnTo>
                <a:lnTo>
                  <a:pt x="16245" y="8977"/>
                </a:lnTo>
                <a:lnTo>
                  <a:pt x="16333" y="8744"/>
                </a:lnTo>
                <a:lnTo>
                  <a:pt x="16421" y="8512"/>
                </a:lnTo>
                <a:lnTo>
                  <a:pt x="16522" y="8280"/>
                </a:lnTo>
                <a:lnTo>
                  <a:pt x="16610" y="8035"/>
                </a:lnTo>
                <a:lnTo>
                  <a:pt x="16748" y="7803"/>
                </a:lnTo>
                <a:lnTo>
                  <a:pt x="16836" y="7571"/>
                </a:lnTo>
                <a:lnTo>
                  <a:pt x="16924" y="7287"/>
                </a:lnTo>
                <a:lnTo>
                  <a:pt x="17025" y="7055"/>
                </a:lnTo>
                <a:lnTo>
                  <a:pt x="17113" y="6823"/>
                </a:lnTo>
                <a:lnTo>
                  <a:pt x="17251" y="6577"/>
                </a:lnTo>
                <a:lnTo>
                  <a:pt x="17339" y="6345"/>
                </a:lnTo>
                <a:lnTo>
                  <a:pt x="17427" y="6113"/>
                </a:lnTo>
                <a:lnTo>
                  <a:pt x="17528" y="5881"/>
                </a:lnTo>
                <a:lnTo>
                  <a:pt x="17616" y="5636"/>
                </a:lnTo>
                <a:lnTo>
                  <a:pt x="17754" y="5404"/>
                </a:lnTo>
                <a:lnTo>
                  <a:pt x="17842" y="5172"/>
                </a:lnTo>
                <a:lnTo>
                  <a:pt x="17930" y="4939"/>
                </a:lnTo>
                <a:lnTo>
                  <a:pt x="18031" y="4707"/>
                </a:lnTo>
                <a:lnTo>
                  <a:pt x="18119" y="4462"/>
                </a:lnTo>
                <a:lnTo>
                  <a:pt x="18257" y="4230"/>
                </a:lnTo>
                <a:lnTo>
                  <a:pt x="18345" y="3998"/>
                </a:lnTo>
                <a:lnTo>
                  <a:pt x="18433" y="3766"/>
                </a:lnTo>
                <a:lnTo>
                  <a:pt x="18534" y="3521"/>
                </a:lnTo>
                <a:lnTo>
                  <a:pt x="18622" y="3288"/>
                </a:lnTo>
                <a:lnTo>
                  <a:pt x="18760" y="3056"/>
                </a:lnTo>
                <a:lnTo>
                  <a:pt x="18848" y="2824"/>
                </a:lnTo>
                <a:lnTo>
                  <a:pt x="18936" y="2592"/>
                </a:lnTo>
                <a:lnTo>
                  <a:pt x="19037" y="2347"/>
                </a:lnTo>
                <a:lnTo>
                  <a:pt x="19125" y="2115"/>
                </a:lnTo>
                <a:lnTo>
                  <a:pt x="19263" y="1883"/>
                </a:lnTo>
                <a:lnTo>
                  <a:pt x="19351" y="1650"/>
                </a:lnTo>
                <a:lnTo>
                  <a:pt x="19452" y="1405"/>
                </a:lnTo>
                <a:lnTo>
                  <a:pt x="19540" y="1173"/>
                </a:lnTo>
                <a:lnTo>
                  <a:pt x="19678" y="941"/>
                </a:lnTo>
                <a:lnTo>
                  <a:pt x="19766" y="709"/>
                </a:lnTo>
                <a:lnTo>
                  <a:pt x="19854" y="477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316062" y="5449458"/>
            <a:ext cx="20043" cy="47941"/>
          </a:xfrm>
          <a:custGeom>
            <a:avLst/>
            <a:gdLst/>
            <a:ahLst/>
            <a:cxnLst/>
            <a:rect l="l" t="t" r="r" b="b"/>
            <a:pathLst>
              <a:path w="20043" h="47941">
                <a:moveTo>
                  <a:pt x="0" y="47941"/>
                </a:moveTo>
                <a:lnTo>
                  <a:pt x="138" y="47658"/>
                </a:lnTo>
                <a:lnTo>
                  <a:pt x="226" y="47426"/>
                </a:lnTo>
                <a:lnTo>
                  <a:pt x="314" y="47193"/>
                </a:lnTo>
                <a:lnTo>
                  <a:pt x="414" y="46961"/>
                </a:lnTo>
                <a:lnTo>
                  <a:pt x="502" y="46716"/>
                </a:lnTo>
                <a:lnTo>
                  <a:pt x="641" y="46484"/>
                </a:lnTo>
                <a:lnTo>
                  <a:pt x="729" y="46252"/>
                </a:lnTo>
                <a:lnTo>
                  <a:pt x="817" y="46020"/>
                </a:lnTo>
                <a:lnTo>
                  <a:pt x="917" y="45775"/>
                </a:lnTo>
                <a:lnTo>
                  <a:pt x="1005" y="45542"/>
                </a:lnTo>
                <a:lnTo>
                  <a:pt x="1144" y="45310"/>
                </a:lnTo>
                <a:lnTo>
                  <a:pt x="1232" y="45078"/>
                </a:lnTo>
                <a:lnTo>
                  <a:pt x="1320" y="44846"/>
                </a:lnTo>
                <a:lnTo>
                  <a:pt x="1420" y="44601"/>
                </a:lnTo>
                <a:lnTo>
                  <a:pt x="1508" y="44369"/>
                </a:lnTo>
                <a:lnTo>
                  <a:pt x="1647" y="44137"/>
                </a:lnTo>
                <a:lnTo>
                  <a:pt x="1735" y="43904"/>
                </a:lnTo>
                <a:lnTo>
                  <a:pt x="1823" y="43659"/>
                </a:lnTo>
                <a:lnTo>
                  <a:pt x="1923" y="43388"/>
                </a:lnTo>
                <a:lnTo>
                  <a:pt x="2011" y="43143"/>
                </a:lnTo>
                <a:lnTo>
                  <a:pt x="2150" y="42911"/>
                </a:lnTo>
                <a:lnTo>
                  <a:pt x="2238" y="42679"/>
                </a:lnTo>
                <a:lnTo>
                  <a:pt x="2326" y="42447"/>
                </a:lnTo>
                <a:lnTo>
                  <a:pt x="2426" y="42202"/>
                </a:lnTo>
                <a:lnTo>
                  <a:pt x="2514" y="41970"/>
                </a:lnTo>
                <a:lnTo>
                  <a:pt x="2653" y="41738"/>
                </a:lnTo>
                <a:lnTo>
                  <a:pt x="2741" y="41505"/>
                </a:lnTo>
                <a:lnTo>
                  <a:pt x="2841" y="41273"/>
                </a:lnTo>
                <a:lnTo>
                  <a:pt x="2929" y="41028"/>
                </a:lnTo>
                <a:lnTo>
                  <a:pt x="3017" y="40796"/>
                </a:lnTo>
                <a:lnTo>
                  <a:pt x="3156" y="40564"/>
                </a:lnTo>
                <a:lnTo>
                  <a:pt x="3244" y="40332"/>
                </a:lnTo>
                <a:lnTo>
                  <a:pt x="3344" y="40048"/>
                </a:lnTo>
                <a:lnTo>
                  <a:pt x="3432" y="39816"/>
                </a:lnTo>
                <a:lnTo>
                  <a:pt x="3520" y="39571"/>
                </a:lnTo>
                <a:lnTo>
                  <a:pt x="3659" y="39338"/>
                </a:lnTo>
                <a:lnTo>
                  <a:pt x="3747" y="39106"/>
                </a:lnTo>
                <a:lnTo>
                  <a:pt x="3847" y="38874"/>
                </a:lnTo>
                <a:lnTo>
                  <a:pt x="3935" y="38629"/>
                </a:lnTo>
                <a:lnTo>
                  <a:pt x="4023" y="38397"/>
                </a:lnTo>
                <a:lnTo>
                  <a:pt x="4162" y="38165"/>
                </a:lnTo>
                <a:lnTo>
                  <a:pt x="4250" y="37933"/>
                </a:lnTo>
                <a:lnTo>
                  <a:pt x="4350" y="37700"/>
                </a:lnTo>
                <a:lnTo>
                  <a:pt x="4438" y="37455"/>
                </a:lnTo>
                <a:lnTo>
                  <a:pt x="4526" y="37223"/>
                </a:lnTo>
                <a:lnTo>
                  <a:pt x="4665" y="36939"/>
                </a:lnTo>
                <a:lnTo>
                  <a:pt x="4753" y="36707"/>
                </a:lnTo>
                <a:lnTo>
                  <a:pt x="4853" y="36475"/>
                </a:lnTo>
                <a:lnTo>
                  <a:pt x="4941" y="36243"/>
                </a:lnTo>
                <a:lnTo>
                  <a:pt x="5029" y="35998"/>
                </a:lnTo>
                <a:lnTo>
                  <a:pt x="5167" y="35766"/>
                </a:lnTo>
                <a:lnTo>
                  <a:pt x="5256" y="35534"/>
                </a:lnTo>
                <a:lnTo>
                  <a:pt x="5356" y="35301"/>
                </a:lnTo>
                <a:lnTo>
                  <a:pt x="5444" y="35069"/>
                </a:lnTo>
                <a:lnTo>
                  <a:pt x="5532" y="34824"/>
                </a:lnTo>
                <a:lnTo>
                  <a:pt x="5670" y="34592"/>
                </a:lnTo>
                <a:lnTo>
                  <a:pt x="5758" y="34308"/>
                </a:lnTo>
                <a:lnTo>
                  <a:pt x="5859" y="34076"/>
                </a:lnTo>
                <a:lnTo>
                  <a:pt x="5947" y="33844"/>
                </a:lnTo>
                <a:lnTo>
                  <a:pt x="6035" y="33612"/>
                </a:lnTo>
                <a:lnTo>
                  <a:pt x="6173" y="33367"/>
                </a:lnTo>
                <a:lnTo>
                  <a:pt x="6261" y="33135"/>
                </a:lnTo>
                <a:lnTo>
                  <a:pt x="6362" y="32902"/>
                </a:lnTo>
                <a:lnTo>
                  <a:pt x="6450" y="32670"/>
                </a:lnTo>
                <a:lnTo>
                  <a:pt x="6538" y="32425"/>
                </a:lnTo>
                <a:lnTo>
                  <a:pt x="6676" y="32193"/>
                </a:lnTo>
                <a:lnTo>
                  <a:pt x="6777" y="31909"/>
                </a:lnTo>
                <a:lnTo>
                  <a:pt x="6865" y="31677"/>
                </a:lnTo>
                <a:lnTo>
                  <a:pt x="6953" y="31445"/>
                </a:lnTo>
                <a:lnTo>
                  <a:pt x="7041" y="31213"/>
                </a:lnTo>
                <a:lnTo>
                  <a:pt x="7179" y="30968"/>
                </a:lnTo>
                <a:lnTo>
                  <a:pt x="7280" y="30736"/>
                </a:lnTo>
                <a:lnTo>
                  <a:pt x="7368" y="30503"/>
                </a:lnTo>
                <a:lnTo>
                  <a:pt x="7456" y="30271"/>
                </a:lnTo>
                <a:lnTo>
                  <a:pt x="7544" y="30039"/>
                </a:lnTo>
                <a:lnTo>
                  <a:pt x="7682" y="29755"/>
                </a:lnTo>
                <a:lnTo>
                  <a:pt x="7783" y="29510"/>
                </a:lnTo>
                <a:lnTo>
                  <a:pt x="7871" y="29278"/>
                </a:lnTo>
                <a:lnTo>
                  <a:pt x="7959" y="29046"/>
                </a:lnTo>
                <a:lnTo>
                  <a:pt x="8047" y="28814"/>
                </a:lnTo>
                <a:lnTo>
                  <a:pt x="8185" y="28582"/>
                </a:lnTo>
                <a:lnTo>
                  <a:pt x="8286" y="28336"/>
                </a:lnTo>
                <a:lnTo>
                  <a:pt x="8374" y="28104"/>
                </a:lnTo>
                <a:lnTo>
                  <a:pt x="8462" y="27872"/>
                </a:lnTo>
                <a:lnTo>
                  <a:pt x="8550" y="27588"/>
                </a:lnTo>
                <a:lnTo>
                  <a:pt x="8688" y="27356"/>
                </a:lnTo>
                <a:lnTo>
                  <a:pt x="8789" y="27124"/>
                </a:lnTo>
                <a:lnTo>
                  <a:pt x="8877" y="26879"/>
                </a:lnTo>
                <a:lnTo>
                  <a:pt x="8965" y="26647"/>
                </a:lnTo>
                <a:lnTo>
                  <a:pt x="9065" y="26415"/>
                </a:lnTo>
                <a:lnTo>
                  <a:pt x="9191" y="26183"/>
                </a:lnTo>
                <a:lnTo>
                  <a:pt x="9292" y="25937"/>
                </a:lnTo>
                <a:lnTo>
                  <a:pt x="9380" y="25667"/>
                </a:lnTo>
                <a:lnTo>
                  <a:pt x="9468" y="25422"/>
                </a:lnTo>
                <a:lnTo>
                  <a:pt x="9568" y="25189"/>
                </a:lnTo>
                <a:lnTo>
                  <a:pt x="9694" y="24957"/>
                </a:lnTo>
                <a:lnTo>
                  <a:pt x="9795" y="24725"/>
                </a:lnTo>
                <a:lnTo>
                  <a:pt x="9883" y="24493"/>
                </a:lnTo>
                <a:lnTo>
                  <a:pt x="9971" y="24248"/>
                </a:lnTo>
                <a:lnTo>
                  <a:pt x="10071" y="24016"/>
                </a:lnTo>
                <a:lnTo>
                  <a:pt x="10210" y="23732"/>
                </a:lnTo>
                <a:lnTo>
                  <a:pt x="10298" y="23500"/>
                </a:lnTo>
                <a:lnTo>
                  <a:pt x="10386" y="23268"/>
                </a:lnTo>
                <a:lnTo>
                  <a:pt x="10474" y="23035"/>
                </a:lnTo>
                <a:lnTo>
                  <a:pt x="10574" y="22790"/>
                </a:lnTo>
                <a:lnTo>
                  <a:pt x="10713" y="22558"/>
                </a:lnTo>
                <a:lnTo>
                  <a:pt x="10801" y="22326"/>
                </a:lnTo>
                <a:lnTo>
                  <a:pt x="10889" y="22094"/>
                </a:lnTo>
                <a:lnTo>
                  <a:pt x="10977" y="21810"/>
                </a:lnTo>
                <a:lnTo>
                  <a:pt x="11077" y="21578"/>
                </a:lnTo>
                <a:lnTo>
                  <a:pt x="11216" y="21333"/>
                </a:lnTo>
                <a:lnTo>
                  <a:pt x="11304" y="21101"/>
                </a:lnTo>
                <a:lnTo>
                  <a:pt x="11392" y="20869"/>
                </a:lnTo>
                <a:lnTo>
                  <a:pt x="11480" y="20636"/>
                </a:lnTo>
                <a:lnTo>
                  <a:pt x="11580" y="20391"/>
                </a:lnTo>
                <a:lnTo>
                  <a:pt x="11719" y="20120"/>
                </a:lnTo>
                <a:lnTo>
                  <a:pt x="11807" y="19875"/>
                </a:lnTo>
                <a:lnTo>
                  <a:pt x="11895" y="19643"/>
                </a:lnTo>
                <a:lnTo>
                  <a:pt x="11983" y="19411"/>
                </a:lnTo>
                <a:lnTo>
                  <a:pt x="12083" y="19179"/>
                </a:lnTo>
                <a:lnTo>
                  <a:pt x="12222" y="18934"/>
                </a:lnTo>
                <a:lnTo>
                  <a:pt x="12310" y="18702"/>
                </a:lnTo>
                <a:lnTo>
                  <a:pt x="12398" y="18418"/>
                </a:lnTo>
                <a:lnTo>
                  <a:pt x="12486" y="18186"/>
                </a:lnTo>
                <a:lnTo>
                  <a:pt x="12586" y="17954"/>
                </a:lnTo>
                <a:lnTo>
                  <a:pt x="12725" y="17721"/>
                </a:lnTo>
                <a:lnTo>
                  <a:pt x="12813" y="17476"/>
                </a:lnTo>
                <a:lnTo>
                  <a:pt x="12901" y="17244"/>
                </a:lnTo>
                <a:lnTo>
                  <a:pt x="13001" y="17012"/>
                </a:lnTo>
                <a:lnTo>
                  <a:pt x="13089" y="16728"/>
                </a:lnTo>
                <a:lnTo>
                  <a:pt x="13228" y="16496"/>
                </a:lnTo>
                <a:lnTo>
                  <a:pt x="13316" y="16264"/>
                </a:lnTo>
                <a:lnTo>
                  <a:pt x="13404" y="16032"/>
                </a:lnTo>
                <a:lnTo>
                  <a:pt x="13504" y="15787"/>
                </a:lnTo>
                <a:lnTo>
                  <a:pt x="13592" y="15555"/>
                </a:lnTo>
                <a:lnTo>
                  <a:pt x="13731" y="15322"/>
                </a:lnTo>
                <a:lnTo>
                  <a:pt x="13819" y="15039"/>
                </a:lnTo>
                <a:lnTo>
                  <a:pt x="13907" y="14806"/>
                </a:lnTo>
                <a:lnTo>
                  <a:pt x="14007" y="14574"/>
                </a:lnTo>
                <a:lnTo>
                  <a:pt x="14095" y="14329"/>
                </a:lnTo>
                <a:lnTo>
                  <a:pt x="14233" y="14097"/>
                </a:lnTo>
                <a:lnTo>
                  <a:pt x="14322" y="13865"/>
                </a:lnTo>
                <a:lnTo>
                  <a:pt x="14410" y="13581"/>
                </a:lnTo>
                <a:lnTo>
                  <a:pt x="14510" y="13349"/>
                </a:lnTo>
                <a:lnTo>
                  <a:pt x="14598" y="13117"/>
                </a:lnTo>
                <a:lnTo>
                  <a:pt x="14736" y="12872"/>
                </a:lnTo>
                <a:lnTo>
                  <a:pt x="14824" y="12640"/>
                </a:lnTo>
                <a:lnTo>
                  <a:pt x="14913" y="12407"/>
                </a:lnTo>
                <a:lnTo>
                  <a:pt x="15013" y="12175"/>
                </a:lnTo>
                <a:lnTo>
                  <a:pt x="15101" y="11891"/>
                </a:lnTo>
                <a:lnTo>
                  <a:pt x="15239" y="11659"/>
                </a:lnTo>
                <a:lnTo>
                  <a:pt x="15327" y="11414"/>
                </a:lnTo>
                <a:lnTo>
                  <a:pt x="15415" y="11182"/>
                </a:lnTo>
                <a:lnTo>
                  <a:pt x="15516" y="10950"/>
                </a:lnTo>
                <a:lnTo>
                  <a:pt x="15604" y="10718"/>
                </a:lnTo>
                <a:lnTo>
                  <a:pt x="15742" y="10434"/>
                </a:lnTo>
                <a:lnTo>
                  <a:pt x="15830" y="10202"/>
                </a:lnTo>
                <a:lnTo>
                  <a:pt x="15918" y="9957"/>
                </a:lnTo>
                <a:lnTo>
                  <a:pt x="16019" y="9725"/>
                </a:lnTo>
                <a:lnTo>
                  <a:pt x="16107" y="9492"/>
                </a:lnTo>
                <a:lnTo>
                  <a:pt x="16245" y="9260"/>
                </a:lnTo>
                <a:lnTo>
                  <a:pt x="16333" y="8977"/>
                </a:lnTo>
                <a:lnTo>
                  <a:pt x="16434" y="8744"/>
                </a:lnTo>
                <a:lnTo>
                  <a:pt x="16522" y="8499"/>
                </a:lnTo>
                <a:lnTo>
                  <a:pt x="16610" y="8267"/>
                </a:lnTo>
                <a:lnTo>
                  <a:pt x="16748" y="8035"/>
                </a:lnTo>
                <a:lnTo>
                  <a:pt x="16836" y="7803"/>
                </a:lnTo>
                <a:lnTo>
                  <a:pt x="16937" y="7519"/>
                </a:lnTo>
                <a:lnTo>
                  <a:pt x="17025" y="7287"/>
                </a:lnTo>
                <a:lnTo>
                  <a:pt x="17113" y="7042"/>
                </a:lnTo>
                <a:lnTo>
                  <a:pt x="17251" y="6810"/>
                </a:lnTo>
                <a:lnTo>
                  <a:pt x="17339" y="6577"/>
                </a:lnTo>
                <a:lnTo>
                  <a:pt x="17440" y="6294"/>
                </a:lnTo>
                <a:lnTo>
                  <a:pt x="17528" y="6062"/>
                </a:lnTo>
                <a:lnTo>
                  <a:pt x="17616" y="5829"/>
                </a:lnTo>
                <a:lnTo>
                  <a:pt x="17754" y="5584"/>
                </a:lnTo>
                <a:lnTo>
                  <a:pt x="17842" y="5352"/>
                </a:lnTo>
                <a:lnTo>
                  <a:pt x="17943" y="5120"/>
                </a:lnTo>
                <a:lnTo>
                  <a:pt x="18031" y="4836"/>
                </a:lnTo>
                <a:lnTo>
                  <a:pt x="18119" y="4604"/>
                </a:lnTo>
                <a:lnTo>
                  <a:pt x="18257" y="4372"/>
                </a:lnTo>
                <a:lnTo>
                  <a:pt x="18345" y="4127"/>
                </a:lnTo>
                <a:lnTo>
                  <a:pt x="18446" y="3895"/>
                </a:lnTo>
                <a:lnTo>
                  <a:pt x="18534" y="3663"/>
                </a:lnTo>
                <a:lnTo>
                  <a:pt x="18622" y="3379"/>
                </a:lnTo>
                <a:lnTo>
                  <a:pt x="18760" y="3147"/>
                </a:lnTo>
                <a:lnTo>
                  <a:pt x="18848" y="2914"/>
                </a:lnTo>
                <a:lnTo>
                  <a:pt x="18949" y="2669"/>
                </a:lnTo>
                <a:lnTo>
                  <a:pt x="19037" y="2437"/>
                </a:lnTo>
                <a:lnTo>
                  <a:pt x="19125" y="2153"/>
                </a:lnTo>
                <a:lnTo>
                  <a:pt x="19263" y="1921"/>
                </a:lnTo>
                <a:lnTo>
                  <a:pt x="19351" y="1689"/>
                </a:lnTo>
                <a:lnTo>
                  <a:pt x="19452" y="1457"/>
                </a:lnTo>
                <a:lnTo>
                  <a:pt x="19540" y="1225"/>
                </a:lnTo>
                <a:lnTo>
                  <a:pt x="19628" y="941"/>
                </a:lnTo>
                <a:lnTo>
                  <a:pt x="19766" y="696"/>
                </a:lnTo>
                <a:lnTo>
                  <a:pt x="19854" y="464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336105" y="5400574"/>
            <a:ext cx="20043" cy="48883"/>
          </a:xfrm>
          <a:custGeom>
            <a:avLst/>
            <a:gdLst/>
            <a:ahLst/>
            <a:cxnLst/>
            <a:rect l="l" t="t" r="r" b="b"/>
            <a:pathLst>
              <a:path w="20043" h="48883">
                <a:moveTo>
                  <a:pt x="0" y="48883"/>
                </a:moveTo>
                <a:lnTo>
                  <a:pt x="88" y="48651"/>
                </a:lnTo>
                <a:lnTo>
                  <a:pt x="226" y="48367"/>
                </a:lnTo>
                <a:lnTo>
                  <a:pt x="326" y="48122"/>
                </a:lnTo>
                <a:lnTo>
                  <a:pt x="414" y="47890"/>
                </a:lnTo>
                <a:lnTo>
                  <a:pt x="502" y="47658"/>
                </a:lnTo>
                <a:lnTo>
                  <a:pt x="590" y="47426"/>
                </a:lnTo>
                <a:lnTo>
                  <a:pt x="729" y="47142"/>
                </a:lnTo>
                <a:lnTo>
                  <a:pt x="829" y="46910"/>
                </a:lnTo>
                <a:lnTo>
                  <a:pt x="917" y="46665"/>
                </a:lnTo>
                <a:lnTo>
                  <a:pt x="1005" y="46432"/>
                </a:lnTo>
                <a:lnTo>
                  <a:pt x="1093" y="46200"/>
                </a:lnTo>
                <a:lnTo>
                  <a:pt x="1232" y="45916"/>
                </a:lnTo>
                <a:lnTo>
                  <a:pt x="1332" y="45684"/>
                </a:lnTo>
                <a:lnTo>
                  <a:pt x="1420" y="45452"/>
                </a:lnTo>
                <a:lnTo>
                  <a:pt x="1508" y="45207"/>
                </a:lnTo>
                <a:lnTo>
                  <a:pt x="1596" y="44975"/>
                </a:lnTo>
                <a:lnTo>
                  <a:pt x="1735" y="44691"/>
                </a:lnTo>
                <a:lnTo>
                  <a:pt x="1835" y="44459"/>
                </a:lnTo>
                <a:lnTo>
                  <a:pt x="1923" y="44227"/>
                </a:lnTo>
                <a:lnTo>
                  <a:pt x="2011" y="43995"/>
                </a:lnTo>
                <a:lnTo>
                  <a:pt x="2099" y="43763"/>
                </a:lnTo>
                <a:lnTo>
                  <a:pt x="2238" y="43479"/>
                </a:lnTo>
                <a:lnTo>
                  <a:pt x="2338" y="43234"/>
                </a:lnTo>
                <a:lnTo>
                  <a:pt x="2426" y="43002"/>
                </a:lnTo>
                <a:lnTo>
                  <a:pt x="2514" y="42769"/>
                </a:lnTo>
                <a:lnTo>
                  <a:pt x="2615" y="42537"/>
                </a:lnTo>
                <a:lnTo>
                  <a:pt x="2741" y="42253"/>
                </a:lnTo>
                <a:lnTo>
                  <a:pt x="2841" y="42021"/>
                </a:lnTo>
                <a:lnTo>
                  <a:pt x="2929" y="41776"/>
                </a:lnTo>
                <a:lnTo>
                  <a:pt x="3017" y="41544"/>
                </a:lnTo>
                <a:lnTo>
                  <a:pt x="3118" y="41312"/>
                </a:lnTo>
                <a:lnTo>
                  <a:pt x="3244" y="41028"/>
                </a:lnTo>
                <a:lnTo>
                  <a:pt x="3344" y="40796"/>
                </a:lnTo>
                <a:lnTo>
                  <a:pt x="3432" y="40564"/>
                </a:lnTo>
                <a:lnTo>
                  <a:pt x="3520" y="40319"/>
                </a:lnTo>
                <a:lnTo>
                  <a:pt x="3621" y="40087"/>
                </a:lnTo>
                <a:lnTo>
                  <a:pt x="3747" y="39803"/>
                </a:lnTo>
                <a:lnTo>
                  <a:pt x="3847" y="39571"/>
                </a:lnTo>
                <a:lnTo>
                  <a:pt x="3935" y="39338"/>
                </a:lnTo>
                <a:lnTo>
                  <a:pt x="4023" y="39106"/>
                </a:lnTo>
                <a:lnTo>
                  <a:pt x="4124" y="38861"/>
                </a:lnTo>
                <a:lnTo>
                  <a:pt x="4262" y="38590"/>
                </a:lnTo>
                <a:lnTo>
                  <a:pt x="4350" y="38345"/>
                </a:lnTo>
                <a:lnTo>
                  <a:pt x="4438" y="38113"/>
                </a:lnTo>
                <a:lnTo>
                  <a:pt x="4526" y="37881"/>
                </a:lnTo>
                <a:lnTo>
                  <a:pt x="4627" y="37649"/>
                </a:lnTo>
                <a:lnTo>
                  <a:pt x="4765" y="37365"/>
                </a:lnTo>
                <a:lnTo>
                  <a:pt x="4853" y="37133"/>
                </a:lnTo>
                <a:lnTo>
                  <a:pt x="4941" y="36888"/>
                </a:lnTo>
                <a:lnTo>
                  <a:pt x="5029" y="36656"/>
                </a:lnTo>
                <a:lnTo>
                  <a:pt x="5130" y="36372"/>
                </a:lnTo>
                <a:lnTo>
                  <a:pt x="5268" y="36140"/>
                </a:lnTo>
                <a:lnTo>
                  <a:pt x="5356" y="35908"/>
                </a:lnTo>
                <a:lnTo>
                  <a:pt x="5444" y="35675"/>
                </a:lnTo>
                <a:lnTo>
                  <a:pt x="5532" y="35430"/>
                </a:lnTo>
                <a:lnTo>
                  <a:pt x="5633" y="35160"/>
                </a:lnTo>
                <a:lnTo>
                  <a:pt x="5771" y="34914"/>
                </a:lnTo>
                <a:lnTo>
                  <a:pt x="5859" y="34682"/>
                </a:lnTo>
                <a:lnTo>
                  <a:pt x="5947" y="34450"/>
                </a:lnTo>
                <a:lnTo>
                  <a:pt x="6035" y="34218"/>
                </a:lnTo>
                <a:lnTo>
                  <a:pt x="6136" y="33934"/>
                </a:lnTo>
                <a:lnTo>
                  <a:pt x="6274" y="33702"/>
                </a:lnTo>
                <a:lnTo>
                  <a:pt x="6362" y="33457"/>
                </a:lnTo>
                <a:lnTo>
                  <a:pt x="6450" y="33225"/>
                </a:lnTo>
                <a:lnTo>
                  <a:pt x="6551" y="32941"/>
                </a:lnTo>
                <a:lnTo>
                  <a:pt x="6639" y="32709"/>
                </a:lnTo>
                <a:lnTo>
                  <a:pt x="6777" y="32477"/>
                </a:lnTo>
                <a:lnTo>
                  <a:pt x="6865" y="32245"/>
                </a:lnTo>
                <a:lnTo>
                  <a:pt x="6953" y="32000"/>
                </a:lnTo>
                <a:lnTo>
                  <a:pt x="7054" y="31729"/>
                </a:lnTo>
                <a:lnTo>
                  <a:pt x="7142" y="31484"/>
                </a:lnTo>
                <a:lnTo>
                  <a:pt x="7280" y="31251"/>
                </a:lnTo>
                <a:lnTo>
                  <a:pt x="7368" y="31019"/>
                </a:lnTo>
                <a:lnTo>
                  <a:pt x="7456" y="30736"/>
                </a:lnTo>
                <a:lnTo>
                  <a:pt x="7557" y="30503"/>
                </a:lnTo>
                <a:lnTo>
                  <a:pt x="7645" y="30271"/>
                </a:lnTo>
                <a:lnTo>
                  <a:pt x="7783" y="30026"/>
                </a:lnTo>
                <a:lnTo>
                  <a:pt x="7871" y="29794"/>
                </a:lnTo>
                <a:lnTo>
                  <a:pt x="7959" y="29510"/>
                </a:lnTo>
                <a:lnTo>
                  <a:pt x="8060" y="29278"/>
                </a:lnTo>
                <a:lnTo>
                  <a:pt x="8148" y="29046"/>
                </a:lnTo>
                <a:lnTo>
                  <a:pt x="8286" y="28814"/>
                </a:lnTo>
                <a:lnTo>
                  <a:pt x="8374" y="28530"/>
                </a:lnTo>
                <a:lnTo>
                  <a:pt x="8462" y="28285"/>
                </a:lnTo>
                <a:lnTo>
                  <a:pt x="8563" y="28053"/>
                </a:lnTo>
                <a:lnTo>
                  <a:pt x="8651" y="27821"/>
                </a:lnTo>
                <a:lnTo>
                  <a:pt x="8789" y="27588"/>
                </a:lnTo>
                <a:lnTo>
                  <a:pt x="8877" y="27305"/>
                </a:lnTo>
                <a:lnTo>
                  <a:pt x="8965" y="27072"/>
                </a:lnTo>
                <a:lnTo>
                  <a:pt x="9065" y="26840"/>
                </a:lnTo>
                <a:lnTo>
                  <a:pt x="9154" y="26595"/>
                </a:lnTo>
                <a:lnTo>
                  <a:pt x="9292" y="26311"/>
                </a:lnTo>
                <a:lnTo>
                  <a:pt x="9380" y="26079"/>
                </a:lnTo>
                <a:lnTo>
                  <a:pt x="9468" y="25847"/>
                </a:lnTo>
                <a:lnTo>
                  <a:pt x="9568" y="25615"/>
                </a:lnTo>
                <a:lnTo>
                  <a:pt x="9656" y="25383"/>
                </a:lnTo>
                <a:lnTo>
                  <a:pt x="9795" y="25099"/>
                </a:lnTo>
                <a:lnTo>
                  <a:pt x="9883" y="24854"/>
                </a:lnTo>
                <a:lnTo>
                  <a:pt x="9971" y="24622"/>
                </a:lnTo>
                <a:lnTo>
                  <a:pt x="10071" y="24390"/>
                </a:lnTo>
                <a:lnTo>
                  <a:pt x="10159" y="24106"/>
                </a:lnTo>
                <a:lnTo>
                  <a:pt x="10298" y="23874"/>
                </a:lnTo>
                <a:lnTo>
                  <a:pt x="10386" y="23642"/>
                </a:lnTo>
                <a:lnTo>
                  <a:pt x="10486" y="23397"/>
                </a:lnTo>
                <a:lnTo>
                  <a:pt x="10574" y="23126"/>
                </a:lnTo>
                <a:lnTo>
                  <a:pt x="10662" y="22881"/>
                </a:lnTo>
                <a:lnTo>
                  <a:pt x="10801" y="22648"/>
                </a:lnTo>
                <a:lnTo>
                  <a:pt x="10889" y="22416"/>
                </a:lnTo>
                <a:lnTo>
                  <a:pt x="10989" y="22184"/>
                </a:lnTo>
                <a:lnTo>
                  <a:pt x="11077" y="21900"/>
                </a:lnTo>
                <a:lnTo>
                  <a:pt x="11165" y="21668"/>
                </a:lnTo>
                <a:lnTo>
                  <a:pt x="11304" y="21423"/>
                </a:lnTo>
                <a:lnTo>
                  <a:pt x="11392" y="21191"/>
                </a:lnTo>
                <a:lnTo>
                  <a:pt x="11492" y="20907"/>
                </a:lnTo>
                <a:lnTo>
                  <a:pt x="11580" y="20675"/>
                </a:lnTo>
                <a:lnTo>
                  <a:pt x="11668" y="20443"/>
                </a:lnTo>
                <a:lnTo>
                  <a:pt x="11807" y="20211"/>
                </a:lnTo>
                <a:lnTo>
                  <a:pt x="11895" y="19927"/>
                </a:lnTo>
                <a:lnTo>
                  <a:pt x="11995" y="19695"/>
                </a:lnTo>
                <a:lnTo>
                  <a:pt x="12083" y="19450"/>
                </a:lnTo>
                <a:lnTo>
                  <a:pt x="12171" y="19218"/>
                </a:lnTo>
                <a:lnTo>
                  <a:pt x="12310" y="18934"/>
                </a:lnTo>
                <a:lnTo>
                  <a:pt x="12398" y="18702"/>
                </a:lnTo>
                <a:lnTo>
                  <a:pt x="12498" y="18469"/>
                </a:lnTo>
                <a:lnTo>
                  <a:pt x="12586" y="18237"/>
                </a:lnTo>
                <a:lnTo>
                  <a:pt x="12674" y="17992"/>
                </a:lnTo>
                <a:lnTo>
                  <a:pt x="12813" y="17708"/>
                </a:lnTo>
                <a:lnTo>
                  <a:pt x="12901" y="17476"/>
                </a:lnTo>
                <a:lnTo>
                  <a:pt x="13001" y="17244"/>
                </a:lnTo>
                <a:lnTo>
                  <a:pt x="13089" y="17012"/>
                </a:lnTo>
                <a:lnTo>
                  <a:pt x="13177" y="16728"/>
                </a:lnTo>
                <a:lnTo>
                  <a:pt x="13316" y="16496"/>
                </a:lnTo>
                <a:lnTo>
                  <a:pt x="13404" y="16264"/>
                </a:lnTo>
                <a:lnTo>
                  <a:pt x="13504" y="16019"/>
                </a:lnTo>
                <a:lnTo>
                  <a:pt x="13592" y="15735"/>
                </a:lnTo>
                <a:lnTo>
                  <a:pt x="13680" y="15503"/>
                </a:lnTo>
                <a:lnTo>
                  <a:pt x="13819" y="15271"/>
                </a:lnTo>
                <a:lnTo>
                  <a:pt x="13919" y="15039"/>
                </a:lnTo>
                <a:lnTo>
                  <a:pt x="14007" y="14755"/>
                </a:lnTo>
                <a:lnTo>
                  <a:pt x="14095" y="14523"/>
                </a:lnTo>
                <a:lnTo>
                  <a:pt x="14183" y="14278"/>
                </a:lnTo>
                <a:lnTo>
                  <a:pt x="14322" y="14045"/>
                </a:lnTo>
                <a:lnTo>
                  <a:pt x="14422" y="13762"/>
                </a:lnTo>
                <a:lnTo>
                  <a:pt x="14510" y="13530"/>
                </a:lnTo>
                <a:lnTo>
                  <a:pt x="14598" y="13297"/>
                </a:lnTo>
                <a:lnTo>
                  <a:pt x="14686" y="13065"/>
                </a:lnTo>
                <a:lnTo>
                  <a:pt x="14824" y="12781"/>
                </a:lnTo>
                <a:lnTo>
                  <a:pt x="14925" y="12549"/>
                </a:lnTo>
                <a:lnTo>
                  <a:pt x="15013" y="12304"/>
                </a:lnTo>
                <a:lnTo>
                  <a:pt x="15101" y="12072"/>
                </a:lnTo>
                <a:lnTo>
                  <a:pt x="15189" y="11788"/>
                </a:lnTo>
                <a:lnTo>
                  <a:pt x="15327" y="11556"/>
                </a:lnTo>
                <a:lnTo>
                  <a:pt x="15428" y="11324"/>
                </a:lnTo>
                <a:lnTo>
                  <a:pt x="15516" y="11092"/>
                </a:lnTo>
                <a:lnTo>
                  <a:pt x="15604" y="10847"/>
                </a:lnTo>
                <a:lnTo>
                  <a:pt x="15692" y="10576"/>
                </a:lnTo>
                <a:lnTo>
                  <a:pt x="15830" y="10331"/>
                </a:lnTo>
                <a:lnTo>
                  <a:pt x="15931" y="10099"/>
                </a:lnTo>
                <a:lnTo>
                  <a:pt x="16019" y="9866"/>
                </a:lnTo>
                <a:lnTo>
                  <a:pt x="16107" y="9583"/>
                </a:lnTo>
                <a:lnTo>
                  <a:pt x="16195" y="9351"/>
                </a:lnTo>
                <a:lnTo>
                  <a:pt x="16333" y="9118"/>
                </a:lnTo>
                <a:lnTo>
                  <a:pt x="16434" y="8873"/>
                </a:lnTo>
                <a:lnTo>
                  <a:pt x="16522" y="8590"/>
                </a:lnTo>
                <a:lnTo>
                  <a:pt x="16610" y="8357"/>
                </a:lnTo>
                <a:lnTo>
                  <a:pt x="16711" y="8125"/>
                </a:lnTo>
                <a:lnTo>
                  <a:pt x="16836" y="7893"/>
                </a:lnTo>
                <a:lnTo>
                  <a:pt x="16937" y="7609"/>
                </a:lnTo>
                <a:lnTo>
                  <a:pt x="17025" y="7377"/>
                </a:lnTo>
                <a:lnTo>
                  <a:pt x="17113" y="7132"/>
                </a:lnTo>
                <a:lnTo>
                  <a:pt x="17214" y="6900"/>
                </a:lnTo>
                <a:lnTo>
                  <a:pt x="17339" y="6616"/>
                </a:lnTo>
                <a:lnTo>
                  <a:pt x="17440" y="6384"/>
                </a:lnTo>
                <a:lnTo>
                  <a:pt x="17528" y="6152"/>
                </a:lnTo>
                <a:lnTo>
                  <a:pt x="17616" y="5920"/>
                </a:lnTo>
                <a:lnTo>
                  <a:pt x="17717" y="5636"/>
                </a:lnTo>
                <a:lnTo>
                  <a:pt x="17855" y="5404"/>
                </a:lnTo>
                <a:lnTo>
                  <a:pt x="17943" y="5159"/>
                </a:lnTo>
                <a:lnTo>
                  <a:pt x="18031" y="4927"/>
                </a:lnTo>
                <a:lnTo>
                  <a:pt x="18119" y="4643"/>
                </a:lnTo>
                <a:lnTo>
                  <a:pt x="18220" y="4411"/>
                </a:lnTo>
                <a:lnTo>
                  <a:pt x="18358" y="4178"/>
                </a:lnTo>
                <a:lnTo>
                  <a:pt x="18446" y="3946"/>
                </a:lnTo>
                <a:lnTo>
                  <a:pt x="18534" y="3663"/>
                </a:lnTo>
                <a:lnTo>
                  <a:pt x="18622" y="3430"/>
                </a:lnTo>
                <a:lnTo>
                  <a:pt x="18722" y="3185"/>
                </a:lnTo>
                <a:lnTo>
                  <a:pt x="18861" y="2953"/>
                </a:lnTo>
                <a:lnTo>
                  <a:pt x="18949" y="2669"/>
                </a:lnTo>
                <a:lnTo>
                  <a:pt x="19037" y="2437"/>
                </a:lnTo>
                <a:lnTo>
                  <a:pt x="19125" y="2205"/>
                </a:lnTo>
                <a:lnTo>
                  <a:pt x="19225" y="1973"/>
                </a:lnTo>
                <a:lnTo>
                  <a:pt x="19364" y="1689"/>
                </a:lnTo>
                <a:lnTo>
                  <a:pt x="19452" y="1457"/>
                </a:lnTo>
                <a:lnTo>
                  <a:pt x="19540" y="1212"/>
                </a:lnTo>
                <a:lnTo>
                  <a:pt x="19628" y="980"/>
                </a:lnTo>
                <a:lnTo>
                  <a:pt x="19728" y="696"/>
                </a:lnTo>
                <a:lnTo>
                  <a:pt x="19867" y="464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356148" y="5388205"/>
            <a:ext cx="5042" cy="12369"/>
          </a:xfrm>
          <a:custGeom>
            <a:avLst/>
            <a:gdLst/>
            <a:ahLst/>
            <a:cxnLst/>
            <a:rect l="l" t="t" r="r" b="b"/>
            <a:pathLst>
              <a:path w="5042" h="12369">
                <a:moveTo>
                  <a:pt x="0" y="12369"/>
                </a:moveTo>
                <a:lnTo>
                  <a:pt x="100" y="12085"/>
                </a:lnTo>
                <a:lnTo>
                  <a:pt x="188" y="11840"/>
                </a:lnTo>
                <a:lnTo>
                  <a:pt x="326" y="11608"/>
                </a:lnTo>
                <a:lnTo>
                  <a:pt x="414" y="11376"/>
                </a:lnTo>
                <a:lnTo>
                  <a:pt x="502" y="11092"/>
                </a:lnTo>
                <a:lnTo>
                  <a:pt x="603" y="10860"/>
                </a:lnTo>
                <a:lnTo>
                  <a:pt x="691" y="10627"/>
                </a:lnTo>
                <a:lnTo>
                  <a:pt x="829" y="10382"/>
                </a:lnTo>
                <a:lnTo>
                  <a:pt x="917" y="10112"/>
                </a:lnTo>
                <a:lnTo>
                  <a:pt x="1005" y="9866"/>
                </a:lnTo>
                <a:lnTo>
                  <a:pt x="1106" y="9634"/>
                </a:lnTo>
                <a:lnTo>
                  <a:pt x="1194" y="9402"/>
                </a:lnTo>
                <a:lnTo>
                  <a:pt x="1332" y="9118"/>
                </a:lnTo>
                <a:lnTo>
                  <a:pt x="1420" y="8886"/>
                </a:lnTo>
                <a:lnTo>
                  <a:pt x="1508" y="8654"/>
                </a:lnTo>
                <a:lnTo>
                  <a:pt x="1609" y="8409"/>
                </a:lnTo>
                <a:lnTo>
                  <a:pt x="1697" y="8138"/>
                </a:lnTo>
                <a:lnTo>
                  <a:pt x="1835" y="7893"/>
                </a:lnTo>
                <a:lnTo>
                  <a:pt x="1923" y="7661"/>
                </a:lnTo>
                <a:lnTo>
                  <a:pt x="2011" y="7429"/>
                </a:lnTo>
                <a:lnTo>
                  <a:pt x="2112" y="7145"/>
                </a:lnTo>
                <a:lnTo>
                  <a:pt x="2200" y="6913"/>
                </a:lnTo>
                <a:lnTo>
                  <a:pt x="2338" y="6681"/>
                </a:lnTo>
                <a:lnTo>
                  <a:pt x="2426" y="6436"/>
                </a:lnTo>
                <a:lnTo>
                  <a:pt x="2514" y="6152"/>
                </a:lnTo>
                <a:lnTo>
                  <a:pt x="2615" y="5920"/>
                </a:lnTo>
                <a:lnTo>
                  <a:pt x="2703" y="5688"/>
                </a:lnTo>
                <a:lnTo>
                  <a:pt x="2841" y="5455"/>
                </a:lnTo>
                <a:lnTo>
                  <a:pt x="2929" y="5172"/>
                </a:lnTo>
                <a:lnTo>
                  <a:pt x="3017" y="4939"/>
                </a:lnTo>
                <a:lnTo>
                  <a:pt x="3118" y="4694"/>
                </a:lnTo>
                <a:lnTo>
                  <a:pt x="3206" y="4462"/>
                </a:lnTo>
                <a:lnTo>
                  <a:pt x="3344" y="4178"/>
                </a:lnTo>
                <a:lnTo>
                  <a:pt x="3432" y="3946"/>
                </a:lnTo>
                <a:lnTo>
                  <a:pt x="3520" y="3714"/>
                </a:lnTo>
                <a:lnTo>
                  <a:pt x="3621" y="3482"/>
                </a:lnTo>
                <a:lnTo>
                  <a:pt x="3709" y="3198"/>
                </a:lnTo>
                <a:lnTo>
                  <a:pt x="3847" y="2966"/>
                </a:lnTo>
                <a:lnTo>
                  <a:pt x="3935" y="2721"/>
                </a:lnTo>
                <a:lnTo>
                  <a:pt x="4036" y="2489"/>
                </a:lnTo>
                <a:lnTo>
                  <a:pt x="4124" y="2205"/>
                </a:lnTo>
                <a:lnTo>
                  <a:pt x="4212" y="1973"/>
                </a:lnTo>
                <a:lnTo>
                  <a:pt x="4350" y="1741"/>
                </a:lnTo>
                <a:lnTo>
                  <a:pt x="4438" y="1509"/>
                </a:lnTo>
                <a:lnTo>
                  <a:pt x="4539" y="1225"/>
                </a:lnTo>
                <a:lnTo>
                  <a:pt x="4627" y="993"/>
                </a:lnTo>
                <a:lnTo>
                  <a:pt x="4715" y="748"/>
                </a:lnTo>
                <a:lnTo>
                  <a:pt x="4853" y="515"/>
                </a:lnTo>
                <a:lnTo>
                  <a:pt x="4941" y="232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348018" y="5388205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348018" y="5388205"/>
            <a:ext cx="19954" cy="48741"/>
          </a:xfrm>
          <a:custGeom>
            <a:avLst/>
            <a:gdLst/>
            <a:ahLst/>
            <a:cxnLst/>
            <a:rect l="l" t="t" r="r" b="b"/>
            <a:pathLst>
              <a:path w="19954" h="48741">
                <a:moveTo>
                  <a:pt x="0" y="0"/>
                </a:moveTo>
                <a:lnTo>
                  <a:pt x="91" y="232"/>
                </a:lnTo>
                <a:lnTo>
                  <a:pt x="183" y="515"/>
                </a:lnTo>
                <a:lnTo>
                  <a:pt x="320" y="748"/>
                </a:lnTo>
                <a:lnTo>
                  <a:pt x="412" y="993"/>
                </a:lnTo>
                <a:lnTo>
                  <a:pt x="502" y="1225"/>
                </a:lnTo>
                <a:lnTo>
                  <a:pt x="594" y="1509"/>
                </a:lnTo>
                <a:lnTo>
                  <a:pt x="686" y="1741"/>
                </a:lnTo>
                <a:lnTo>
                  <a:pt x="823" y="1973"/>
                </a:lnTo>
                <a:lnTo>
                  <a:pt x="915" y="2205"/>
                </a:lnTo>
                <a:lnTo>
                  <a:pt x="1007" y="2489"/>
                </a:lnTo>
                <a:lnTo>
                  <a:pt x="1098" y="2721"/>
                </a:lnTo>
                <a:lnTo>
                  <a:pt x="1189" y="2966"/>
                </a:lnTo>
                <a:lnTo>
                  <a:pt x="1327" y="3198"/>
                </a:lnTo>
                <a:lnTo>
                  <a:pt x="1418" y="3482"/>
                </a:lnTo>
                <a:lnTo>
                  <a:pt x="1510" y="3714"/>
                </a:lnTo>
                <a:lnTo>
                  <a:pt x="1601" y="3946"/>
                </a:lnTo>
                <a:lnTo>
                  <a:pt x="1693" y="4178"/>
                </a:lnTo>
                <a:lnTo>
                  <a:pt x="1830" y="4462"/>
                </a:lnTo>
                <a:lnTo>
                  <a:pt x="1922" y="4694"/>
                </a:lnTo>
                <a:lnTo>
                  <a:pt x="2014" y="4939"/>
                </a:lnTo>
                <a:lnTo>
                  <a:pt x="2104" y="5172"/>
                </a:lnTo>
                <a:lnTo>
                  <a:pt x="2196" y="5455"/>
                </a:lnTo>
                <a:lnTo>
                  <a:pt x="2333" y="5688"/>
                </a:lnTo>
                <a:lnTo>
                  <a:pt x="2425" y="5920"/>
                </a:lnTo>
                <a:lnTo>
                  <a:pt x="2517" y="6152"/>
                </a:lnTo>
                <a:lnTo>
                  <a:pt x="2609" y="6436"/>
                </a:lnTo>
                <a:lnTo>
                  <a:pt x="2699" y="6681"/>
                </a:lnTo>
                <a:lnTo>
                  <a:pt x="2838" y="6913"/>
                </a:lnTo>
                <a:lnTo>
                  <a:pt x="2928" y="7145"/>
                </a:lnTo>
                <a:lnTo>
                  <a:pt x="3020" y="7429"/>
                </a:lnTo>
                <a:lnTo>
                  <a:pt x="3112" y="7661"/>
                </a:lnTo>
                <a:lnTo>
                  <a:pt x="3203" y="7893"/>
                </a:lnTo>
                <a:lnTo>
                  <a:pt x="3340" y="8138"/>
                </a:lnTo>
                <a:lnTo>
                  <a:pt x="3432" y="8409"/>
                </a:lnTo>
                <a:lnTo>
                  <a:pt x="3524" y="8654"/>
                </a:lnTo>
                <a:lnTo>
                  <a:pt x="3615" y="8886"/>
                </a:lnTo>
                <a:lnTo>
                  <a:pt x="3706" y="9118"/>
                </a:lnTo>
                <a:lnTo>
                  <a:pt x="3843" y="9402"/>
                </a:lnTo>
                <a:lnTo>
                  <a:pt x="3935" y="9634"/>
                </a:lnTo>
                <a:lnTo>
                  <a:pt x="4027" y="9866"/>
                </a:lnTo>
                <a:lnTo>
                  <a:pt x="4119" y="10112"/>
                </a:lnTo>
                <a:lnTo>
                  <a:pt x="4211" y="10382"/>
                </a:lnTo>
                <a:lnTo>
                  <a:pt x="4348" y="10627"/>
                </a:lnTo>
                <a:lnTo>
                  <a:pt x="4439" y="10860"/>
                </a:lnTo>
                <a:lnTo>
                  <a:pt x="4530" y="11092"/>
                </a:lnTo>
                <a:lnTo>
                  <a:pt x="4622" y="11376"/>
                </a:lnTo>
                <a:lnTo>
                  <a:pt x="4714" y="11608"/>
                </a:lnTo>
                <a:lnTo>
                  <a:pt x="4851" y="11840"/>
                </a:lnTo>
                <a:lnTo>
                  <a:pt x="4942" y="12085"/>
                </a:lnTo>
                <a:lnTo>
                  <a:pt x="5034" y="12369"/>
                </a:lnTo>
                <a:lnTo>
                  <a:pt x="5126" y="12601"/>
                </a:lnTo>
                <a:lnTo>
                  <a:pt x="5217" y="12833"/>
                </a:lnTo>
                <a:lnTo>
                  <a:pt x="5355" y="13065"/>
                </a:lnTo>
                <a:lnTo>
                  <a:pt x="5445" y="13349"/>
                </a:lnTo>
                <a:lnTo>
                  <a:pt x="5537" y="13581"/>
                </a:lnTo>
                <a:lnTo>
                  <a:pt x="5629" y="13826"/>
                </a:lnTo>
                <a:lnTo>
                  <a:pt x="5721" y="14058"/>
                </a:lnTo>
                <a:lnTo>
                  <a:pt x="5858" y="14342"/>
                </a:lnTo>
                <a:lnTo>
                  <a:pt x="5950" y="14574"/>
                </a:lnTo>
                <a:lnTo>
                  <a:pt x="6040" y="14806"/>
                </a:lnTo>
                <a:lnTo>
                  <a:pt x="6132" y="15039"/>
                </a:lnTo>
                <a:lnTo>
                  <a:pt x="6224" y="15322"/>
                </a:lnTo>
                <a:lnTo>
                  <a:pt x="6361" y="15555"/>
                </a:lnTo>
                <a:lnTo>
                  <a:pt x="6453" y="15800"/>
                </a:lnTo>
                <a:lnTo>
                  <a:pt x="6544" y="16032"/>
                </a:lnTo>
                <a:lnTo>
                  <a:pt x="6636" y="16316"/>
                </a:lnTo>
                <a:lnTo>
                  <a:pt x="6727" y="16548"/>
                </a:lnTo>
                <a:lnTo>
                  <a:pt x="6865" y="16780"/>
                </a:lnTo>
                <a:lnTo>
                  <a:pt x="6956" y="17012"/>
                </a:lnTo>
                <a:lnTo>
                  <a:pt x="7047" y="17296"/>
                </a:lnTo>
                <a:lnTo>
                  <a:pt x="7139" y="17528"/>
                </a:lnTo>
                <a:lnTo>
                  <a:pt x="7231" y="17773"/>
                </a:lnTo>
                <a:lnTo>
                  <a:pt x="7368" y="18005"/>
                </a:lnTo>
                <a:lnTo>
                  <a:pt x="7460" y="18289"/>
                </a:lnTo>
                <a:lnTo>
                  <a:pt x="7552" y="18521"/>
                </a:lnTo>
                <a:lnTo>
                  <a:pt x="7642" y="18753"/>
                </a:lnTo>
                <a:lnTo>
                  <a:pt x="7734" y="18985"/>
                </a:lnTo>
                <a:lnTo>
                  <a:pt x="7871" y="19269"/>
                </a:lnTo>
                <a:lnTo>
                  <a:pt x="7963" y="19501"/>
                </a:lnTo>
                <a:lnTo>
                  <a:pt x="8055" y="19746"/>
                </a:lnTo>
                <a:lnTo>
                  <a:pt x="8146" y="19979"/>
                </a:lnTo>
                <a:lnTo>
                  <a:pt x="8238" y="20262"/>
                </a:lnTo>
                <a:lnTo>
                  <a:pt x="8375" y="20494"/>
                </a:lnTo>
                <a:lnTo>
                  <a:pt x="8467" y="20727"/>
                </a:lnTo>
                <a:lnTo>
                  <a:pt x="8558" y="20959"/>
                </a:lnTo>
                <a:lnTo>
                  <a:pt x="8649" y="21243"/>
                </a:lnTo>
                <a:lnTo>
                  <a:pt x="8741" y="21488"/>
                </a:lnTo>
                <a:lnTo>
                  <a:pt x="8878" y="21720"/>
                </a:lnTo>
                <a:lnTo>
                  <a:pt x="8970" y="21952"/>
                </a:lnTo>
                <a:lnTo>
                  <a:pt x="9062" y="22236"/>
                </a:lnTo>
                <a:lnTo>
                  <a:pt x="9152" y="22468"/>
                </a:lnTo>
                <a:lnTo>
                  <a:pt x="9244" y="22700"/>
                </a:lnTo>
                <a:lnTo>
                  <a:pt x="9381" y="22945"/>
                </a:lnTo>
                <a:lnTo>
                  <a:pt x="9473" y="23216"/>
                </a:lnTo>
                <a:lnTo>
                  <a:pt x="9565" y="23461"/>
                </a:lnTo>
                <a:lnTo>
                  <a:pt x="9657" y="23693"/>
                </a:lnTo>
                <a:lnTo>
                  <a:pt x="9748" y="23925"/>
                </a:lnTo>
                <a:lnTo>
                  <a:pt x="9885" y="24158"/>
                </a:lnTo>
                <a:lnTo>
                  <a:pt x="9977" y="24441"/>
                </a:lnTo>
                <a:lnTo>
                  <a:pt x="10068" y="24673"/>
                </a:lnTo>
                <a:lnTo>
                  <a:pt x="10159" y="24918"/>
                </a:lnTo>
                <a:lnTo>
                  <a:pt x="10251" y="25151"/>
                </a:lnTo>
                <a:lnTo>
                  <a:pt x="10388" y="25434"/>
                </a:lnTo>
                <a:lnTo>
                  <a:pt x="10480" y="25667"/>
                </a:lnTo>
                <a:lnTo>
                  <a:pt x="10572" y="25899"/>
                </a:lnTo>
                <a:lnTo>
                  <a:pt x="10664" y="26131"/>
                </a:lnTo>
                <a:lnTo>
                  <a:pt x="10754" y="26415"/>
                </a:lnTo>
                <a:lnTo>
                  <a:pt x="10893" y="26647"/>
                </a:lnTo>
                <a:lnTo>
                  <a:pt x="10983" y="26892"/>
                </a:lnTo>
                <a:lnTo>
                  <a:pt x="11075" y="27124"/>
                </a:lnTo>
                <a:lnTo>
                  <a:pt x="11167" y="27408"/>
                </a:lnTo>
                <a:lnTo>
                  <a:pt x="11258" y="27640"/>
                </a:lnTo>
                <a:lnTo>
                  <a:pt x="11396" y="27872"/>
                </a:lnTo>
                <a:lnTo>
                  <a:pt x="11487" y="28104"/>
                </a:lnTo>
                <a:lnTo>
                  <a:pt x="11579" y="28388"/>
                </a:lnTo>
                <a:lnTo>
                  <a:pt x="11670" y="28633"/>
                </a:lnTo>
                <a:lnTo>
                  <a:pt x="11761" y="28865"/>
                </a:lnTo>
                <a:lnTo>
                  <a:pt x="11898" y="29097"/>
                </a:lnTo>
                <a:lnTo>
                  <a:pt x="11990" y="29381"/>
                </a:lnTo>
                <a:lnTo>
                  <a:pt x="12082" y="29613"/>
                </a:lnTo>
                <a:lnTo>
                  <a:pt x="12174" y="29846"/>
                </a:lnTo>
                <a:lnTo>
                  <a:pt x="12264" y="30078"/>
                </a:lnTo>
                <a:lnTo>
                  <a:pt x="12403" y="30361"/>
                </a:lnTo>
                <a:lnTo>
                  <a:pt x="12493" y="30607"/>
                </a:lnTo>
                <a:lnTo>
                  <a:pt x="12585" y="30839"/>
                </a:lnTo>
                <a:lnTo>
                  <a:pt x="12677" y="31071"/>
                </a:lnTo>
                <a:lnTo>
                  <a:pt x="12769" y="31303"/>
                </a:lnTo>
                <a:lnTo>
                  <a:pt x="12906" y="31587"/>
                </a:lnTo>
                <a:lnTo>
                  <a:pt x="12997" y="31819"/>
                </a:lnTo>
                <a:lnTo>
                  <a:pt x="13089" y="32064"/>
                </a:lnTo>
                <a:lnTo>
                  <a:pt x="13180" y="32296"/>
                </a:lnTo>
                <a:lnTo>
                  <a:pt x="13272" y="32580"/>
                </a:lnTo>
                <a:lnTo>
                  <a:pt x="13409" y="32812"/>
                </a:lnTo>
                <a:lnTo>
                  <a:pt x="13500" y="33044"/>
                </a:lnTo>
                <a:lnTo>
                  <a:pt x="13592" y="33276"/>
                </a:lnTo>
                <a:lnTo>
                  <a:pt x="13684" y="33560"/>
                </a:lnTo>
                <a:lnTo>
                  <a:pt x="13776" y="33792"/>
                </a:lnTo>
                <a:lnTo>
                  <a:pt x="13913" y="34037"/>
                </a:lnTo>
                <a:lnTo>
                  <a:pt x="14005" y="34270"/>
                </a:lnTo>
                <a:lnTo>
                  <a:pt x="14095" y="34553"/>
                </a:lnTo>
                <a:lnTo>
                  <a:pt x="14187" y="34785"/>
                </a:lnTo>
                <a:lnTo>
                  <a:pt x="14279" y="35018"/>
                </a:lnTo>
                <a:lnTo>
                  <a:pt x="14416" y="35250"/>
                </a:lnTo>
                <a:lnTo>
                  <a:pt x="14508" y="35495"/>
                </a:lnTo>
                <a:lnTo>
                  <a:pt x="14599" y="35766"/>
                </a:lnTo>
                <a:lnTo>
                  <a:pt x="14691" y="36011"/>
                </a:lnTo>
                <a:lnTo>
                  <a:pt x="14782" y="36243"/>
                </a:lnTo>
                <a:lnTo>
                  <a:pt x="14920" y="36475"/>
                </a:lnTo>
                <a:lnTo>
                  <a:pt x="15011" y="36759"/>
                </a:lnTo>
                <a:lnTo>
                  <a:pt x="15102" y="36991"/>
                </a:lnTo>
                <a:lnTo>
                  <a:pt x="15194" y="37223"/>
                </a:lnTo>
                <a:lnTo>
                  <a:pt x="15286" y="37468"/>
                </a:lnTo>
                <a:lnTo>
                  <a:pt x="15423" y="37752"/>
                </a:lnTo>
                <a:lnTo>
                  <a:pt x="15515" y="37984"/>
                </a:lnTo>
                <a:lnTo>
                  <a:pt x="15605" y="38216"/>
                </a:lnTo>
                <a:lnTo>
                  <a:pt x="15697" y="38449"/>
                </a:lnTo>
                <a:lnTo>
                  <a:pt x="15789" y="38681"/>
                </a:lnTo>
                <a:lnTo>
                  <a:pt x="15926" y="38964"/>
                </a:lnTo>
                <a:lnTo>
                  <a:pt x="16018" y="39210"/>
                </a:lnTo>
                <a:lnTo>
                  <a:pt x="16110" y="39442"/>
                </a:lnTo>
                <a:lnTo>
                  <a:pt x="16201" y="39674"/>
                </a:lnTo>
                <a:lnTo>
                  <a:pt x="16292" y="39958"/>
                </a:lnTo>
                <a:lnTo>
                  <a:pt x="16430" y="40190"/>
                </a:lnTo>
                <a:lnTo>
                  <a:pt x="16521" y="40422"/>
                </a:lnTo>
                <a:lnTo>
                  <a:pt x="16613" y="40654"/>
                </a:lnTo>
                <a:lnTo>
                  <a:pt x="16704" y="40899"/>
                </a:lnTo>
                <a:lnTo>
                  <a:pt x="16796" y="41183"/>
                </a:lnTo>
                <a:lnTo>
                  <a:pt x="16933" y="41415"/>
                </a:lnTo>
                <a:lnTo>
                  <a:pt x="17025" y="41647"/>
                </a:lnTo>
                <a:lnTo>
                  <a:pt x="17117" y="41879"/>
                </a:lnTo>
                <a:lnTo>
                  <a:pt x="17207" y="42163"/>
                </a:lnTo>
                <a:lnTo>
                  <a:pt x="17299" y="42395"/>
                </a:lnTo>
                <a:lnTo>
                  <a:pt x="17436" y="42640"/>
                </a:lnTo>
                <a:lnTo>
                  <a:pt x="17528" y="42873"/>
                </a:lnTo>
                <a:lnTo>
                  <a:pt x="17620" y="43105"/>
                </a:lnTo>
                <a:lnTo>
                  <a:pt x="17712" y="43388"/>
                </a:lnTo>
                <a:lnTo>
                  <a:pt x="17803" y="43621"/>
                </a:lnTo>
                <a:lnTo>
                  <a:pt x="17940" y="43853"/>
                </a:lnTo>
                <a:lnTo>
                  <a:pt x="18032" y="44098"/>
                </a:lnTo>
                <a:lnTo>
                  <a:pt x="18123" y="44369"/>
                </a:lnTo>
                <a:lnTo>
                  <a:pt x="18215" y="44614"/>
                </a:lnTo>
                <a:lnTo>
                  <a:pt x="18306" y="44846"/>
                </a:lnTo>
                <a:lnTo>
                  <a:pt x="18443" y="45078"/>
                </a:lnTo>
                <a:lnTo>
                  <a:pt x="18535" y="45310"/>
                </a:lnTo>
                <a:lnTo>
                  <a:pt x="18627" y="45594"/>
                </a:lnTo>
                <a:lnTo>
                  <a:pt x="18717" y="45826"/>
                </a:lnTo>
                <a:lnTo>
                  <a:pt x="18809" y="46071"/>
                </a:lnTo>
                <a:lnTo>
                  <a:pt x="18946" y="46303"/>
                </a:lnTo>
                <a:lnTo>
                  <a:pt x="19038" y="46587"/>
                </a:lnTo>
                <a:lnTo>
                  <a:pt x="19130" y="46819"/>
                </a:lnTo>
                <a:lnTo>
                  <a:pt x="19222" y="47052"/>
                </a:lnTo>
                <a:lnTo>
                  <a:pt x="19314" y="47284"/>
                </a:lnTo>
                <a:lnTo>
                  <a:pt x="19451" y="47529"/>
                </a:lnTo>
                <a:lnTo>
                  <a:pt x="19542" y="47800"/>
                </a:lnTo>
                <a:lnTo>
                  <a:pt x="19633" y="48045"/>
                </a:lnTo>
                <a:lnTo>
                  <a:pt x="19725" y="48277"/>
                </a:lnTo>
                <a:lnTo>
                  <a:pt x="19816" y="48509"/>
                </a:lnTo>
                <a:lnTo>
                  <a:pt x="19954" y="4874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367972" y="5436947"/>
            <a:ext cx="20000" cy="48277"/>
          </a:xfrm>
          <a:custGeom>
            <a:avLst/>
            <a:gdLst/>
            <a:ahLst/>
            <a:cxnLst/>
            <a:rect l="l" t="t" r="r" b="b"/>
            <a:pathLst>
              <a:path w="20000" h="48277">
                <a:moveTo>
                  <a:pt x="0" y="0"/>
                </a:moveTo>
                <a:lnTo>
                  <a:pt x="91" y="283"/>
                </a:lnTo>
                <a:lnTo>
                  <a:pt x="183" y="515"/>
                </a:lnTo>
                <a:lnTo>
                  <a:pt x="275" y="760"/>
                </a:lnTo>
                <a:lnTo>
                  <a:pt x="365" y="993"/>
                </a:lnTo>
                <a:lnTo>
                  <a:pt x="504" y="1276"/>
                </a:lnTo>
                <a:lnTo>
                  <a:pt x="594" y="1509"/>
                </a:lnTo>
                <a:lnTo>
                  <a:pt x="686" y="1741"/>
                </a:lnTo>
                <a:lnTo>
                  <a:pt x="778" y="1973"/>
                </a:lnTo>
                <a:lnTo>
                  <a:pt x="870" y="2218"/>
                </a:lnTo>
                <a:lnTo>
                  <a:pt x="1007" y="2489"/>
                </a:lnTo>
                <a:lnTo>
                  <a:pt x="1098" y="2734"/>
                </a:lnTo>
                <a:lnTo>
                  <a:pt x="1190" y="2966"/>
                </a:lnTo>
                <a:lnTo>
                  <a:pt x="1281" y="3198"/>
                </a:lnTo>
                <a:lnTo>
                  <a:pt x="1373" y="3430"/>
                </a:lnTo>
                <a:lnTo>
                  <a:pt x="1510" y="3714"/>
                </a:lnTo>
                <a:lnTo>
                  <a:pt x="1601" y="3946"/>
                </a:lnTo>
                <a:lnTo>
                  <a:pt x="1693" y="4191"/>
                </a:lnTo>
                <a:lnTo>
                  <a:pt x="1785" y="4424"/>
                </a:lnTo>
                <a:lnTo>
                  <a:pt x="1876" y="4656"/>
                </a:lnTo>
                <a:lnTo>
                  <a:pt x="2014" y="4939"/>
                </a:lnTo>
                <a:lnTo>
                  <a:pt x="2104" y="5172"/>
                </a:lnTo>
                <a:lnTo>
                  <a:pt x="2196" y="5404"/>
                </a:lnTo>
                <a:lnTo>
                  <a:pt x="2288" y="5649"/>
                </a:lnTo>
                <a:lnTo>
                  <a:pt x="2380" y="5881"/>
                </a:lnTo>
                <a:lnTo>
                  <a:pt x="2517" y="6165"/>
                </a:lnTo>
                <a:lnTo>
                  <a:pt x="2609" y="6397"/>
                </a:lnTo>
                <a:lnTo>
                  <a:pt x="2700" y="6629"/>
                </a:lnTo>
                <a:lnTo>
                  <a:pt x="2791" y="6861"/>
                </a:lnTo>
                <a:lnTo>
                  <a:pt x="2883" y="7106"/>
                </a:lnTo>
                <a:lnTo>
                  <a:pt x="3020" y="7390"/>
                </a:lnTo>
                <a:lnTo>
                  <a:pt x="3112" y="7622"/>
                </a:lnTo>
                <a:lnTo>
                  <a:pt x="3203" y="7854"/>
                </a:lnTo>
                <a:lnTo>
                  <a:pt x="3295" y="8087"/>
                </a:lnTo>
                <a:lnTo>
                  <a:pt x="3387" y="8319"/>
                </a:lnTo>
                <a:lnTo>
                  <a:pt x="3524" y="8602"/>
                </a:lnTo>
                <a:lnTo>
                  <a:pt x="3616" y="8835"/>
                </a:lnTo>
                <a:lnTo>
                  <a:pt x="3706" y="9080"/>
                </a:lnTo>
                <a:lnTo>
                  <a:pt x="3798" y="9312"/>
                </a:lnTo>
                <a:lnTo>
                  <a:pt x="3890" y="9544"/>
                </a:lnTo>
                <a:lnTo>
                  <a:pt x="4027" y="9828"/>
                </a:lnTo>
                <a:lnTo>
                  <a:pt x="4119" y="10060"/>
                </a:lnTo>
                <a:lnTo>
                  <a:pt x="4211" y="10292"/>
                </a:lnTo>
                <a:lnTo>
                  <a:pt x="4301" y="10537"/>
                </a:lnTo>
                <a:lnTo>
                  <a:pt x="4393" y="10769"/>
                </a:lnTo>
                <a:lnTo>
                  <a:pt x="4530" y="11053"/>
                </a:lnTo>
                <a:lnTo>
                  <a:pt x="4622" y="11285"/>
                </a:lnTo>
                <a:lnTo>
                  <a:pt x="4714" y="11517"/>
                </a:lnTo>
                <a:lnTo>
                  <a:pt x="4805" y="11750"/>
                </a:lnTo>
                <a:lnTo>
                  <a:pt x="4897" y="11995"/>
                </a:lnTo>
                <a:lnTo>
                  <a:pt x="5034" y="12278"/>
                </a:lnTo>
                <a:lnTo>
                  <a:pt x="5126" y="12511"/>
                </a:lnTo>
                <a:lnTo>
                  <a:pt x="5217" y="12743"/>
                </a:lnTo>
                <a:lnTo>
                  <a:pt x="5308" y="12975"/>
                </a:lnTo>
                <a:lnTo>
                  <a:pt x="5400" y="13207"/>
                </a:lnTo>
                <a:lnTo>
                  <a:pt x="5537" y="13452"/>
                </a:lnTo>
                <a:lnTo>
                  <a:pt x="5629" y="13736"/>
                </a:lnTo>
                <a:lnTo>
                  <a:pt x="5721" y="13968"/>
                </a:lnTo>
                <a:lnTo>
                  <a:pt x="5813" y="14200"/>
                </a:lnTo>
                <a:lnTo>
                  <a:pt x="5903" y="14432"/>
                </a:lnTo>
                <a:lnTo>
                  <a:pt x="6041" y="14665"/>
                </a:lnTo>
                <a:lnTo>
                  <a:pt x="6132" y="14948"/>
                </a:lnTo>
                <a:lnTo>
                  <a:pt x="6224" y="15180"/>
                </a:lnTo>
                <a:lnTo>
                  <a:pt x="6316" y="15426"/>
                </a:lnTo>
                <a:lnTo>
                  <a:pt x="6407" y="15658"/>
                </a:lnTo>
                <a:lnTo>
                  <a:pt x="6544" y="15890"/>
                </a:lnTo>
                <a:lnTo>
                  <a:pt x="6636" y="16174"/>
                </a:lnTo>
                <a:lnTo>
                  <a:pt x="6728" y="16406"/>
                </a:lnTo>
                <a:lnTo>
                  <a:pt x="6819" y="16638"/>
                </a:lnTo>
                <a:lnTo>
                  <a:pt x="6910" y="16883"/>
                </a:lnTo>
                <a:lnTo>
                  <a:pt x="7047" y="17115"/>
                </a:lnTo>
                <a:lnTo>
                  <a:pt x="7139" y="17347"/>
                </a:lnTo>
                <a:lnTo>
                  <a:pt x="7231" y="17631"/>
                </a:lnTo>
                <a:lnTo>
                  <a:pt x="7323" y="17863"/>
                </a:lnTo>
                <a:lnTo>
                  <a:pt x="7415" y="18095"/>
                </a:lnTo>
                <a:lnTo>
                  <a:pt x="7552" y="18341"/>
                </a:lnTo>
                <a:lnTo>
                  <a:pt x="7642" y="18573"/>
                </a:lnTo>
                <a:lnTo>
                  <a:pt x="7734" y="18805"/>
                </a:lnTo>
                <a:lnTo>
                  <a:pt x="7826" y="19089"/>
                </a:lnTo>
                <a:lnTo>
                  <a:pt x="7917" y="19321"/>
                </a:lnTo>
                <a:lnTo>
                  <a:pt x="8055" y="19553"/>
                </a:lnTo>
                <a:lnTo>
                  <a:pt x="8146" y="19798"/>
                </a:lnTo>
                <a:lnTo>
                  <a:pt x="8238" y="20030"/>
                </a:lnTo>
                <a:lnTo>
                  <a:pt x="8329" y="20314"/>
                </a:lnTo>
                <a:lnTo>
                  <a:pt x="8420" y="20546"/>
                </a:lnTo>
                <a:lnTo>
                  <a:pt x="8558" y="20778"/>
                </a:lnTo>
                <a:lnTo>
                  <a:pt x="8649" y="21010"/>
                </a:lnTo>
                <a:lnTo>
                  <a:pt x="8741" y="21255"/>
                </a:lnTo>
                <a:lnTo>
                  <a:pt x="8833" y="21488"/>
                </a:lnTo>
                <a:lnTo>
                  <a:pt x="8925" y="21771"/>
                </a:lnTo>
                <a:lnTo>
                  <a:pt x="9062" y="22004"/>
                </a:lnTo>
                <a:lnTo>
                  <a:pt x="9154" y="22236"/>
                </a:lnTo>
                <a:lnTo>
                  <a:pt x="9244" y="22468"/>
                </a:lnTo>
                <a:lnTo>
                  <a:pt x="9336" y="22713"/>
                </a:lnTo>
                <a:lnTo>
                  <a:pt x="9428" y="22945"/>
                </a:lnTo>
                <a:lnTo>
                  <a:pt x="9565" y="23229"/>
                </a:lnTo>
                <a:lnTo>
                  <a:pt x="9657" y="23461"/>
                </a:lnTo>
                <a:lnTo>
                  <a:pt x="9748" y="23693"/>
                </a:lnTo>
                <a:lnTo>
                  <a:pt x="9840" y="23925"/>
                </a:lnTo>
                <a:lnTo>
                  <a:pt x="9931" y="24170"/>
                </a:lnTo>
                <a:lnTo>
                  <a:pt x="10069" y="24403"/>
                </a:lnTo>
                <a:lnTo>
                  <a:pt x="10159" y="24686"/>
                </a:lnTo>
                <a:lnTo>
                  <a:pt x="10251" y="24918"/>
                </a:lnTo>
                <a:lnTo>
                  <a:pt x="10343" y="25151"/>
                </a:lnTo>
                <a:lnTo>
                  <a:pt x="10435" y="25383"/>
                </a:lnTo>
                <a:lnTo>
                  <a:pt x="10572" y="25628"/>
                </a:lnTo>
                <a:lnTo>
                  <a:pt x="10664" y="25860"/>
                </a:lnTo>
                <a:lnTo>
                  <a:pt x="10754" y="26092"/>
                </a:lnTo>
                <a:lnTo>
                  <a:pt x="10846" y="26376"/>
                </a:lnTo>
                <a:lnTo>
                  <a:pt x="10938" y="26608"/>
                </a:lnTo>
                <a:lnTo>
                  <a:pt x="11075" y="26840"/>
                </a:lnTo>
                <a:lnTo>
                  <a:pt x="11167" y="27085"/>
                </a:lnTo>
                <a:lnTo>
                  <a:pt x="11258" y="27318"/>
                </a:lnTo>
                <a:lnTo>
                  <a:pt x="11350" y="27550"/>
                </a:lnTo>
                <a:lnTo>
                  <a:pt x="11441" y="27833"/>
                </a:lnTo>
                <a:lnTo>
                  <a:pt x="11579" y="28066"/>
                </a:lnTo>
                <a:lnTo>
                  <a:pt x="11670" y="28298"/>
                </a:lnTo>
                <a:lnTo>
                  <a:pt x="11761" y="28543"/>
                </a:lnTo>
                <a:lnTo>
                  <a:pt x="11853" y="28775"/>
                </a:lnTo>
                <a:lnTo>
                  <a:pt x="11945" y="29007"/>
                </a:lnTo>
                <a:lnTo>
                  <a:pt x="12082" y="29239"/>
                </a:lnTo>
                <a:lnTo>
                  <a:pt x="12174" y="29523"/>
                </a:lnTo>
                <a:lnTo>
                  <a:pt x="12266" y="29755"/>
                </a:lnTo>
                <a:lnTo>
                  <a:pt x="12356" y="29987"/>
                </a:lnTo>
                <a:lnTo>
                  <a:pt x="12448" y="30232"/>
                </a:lnTo>
                <a:lnTo>
                  <a:pt x="12585" y="30465"/>
                </a:lnTo>
                <a:lnTo>
                  <a:pt x="12677" y="30697"/>
                </a:lnTo>
                <a:lnTo>
                  <a:pt x="12769" y="30929"/>
                </a:lnTo>
                <a:lnTo>
                  <a:pt x="12860" y="31213"/>
                </a:lnTo>
                <a:lnTo>
                  <a:pt x="12952" y="31445"/>
                </a:lnTo>
                <a:lnTo>
                  <a:pt x="13089" y="31690"/>
                </a:lnTo>
                <a:lnTo>
                  <a:pt x="13181" y="31922"/>
                </a:lnTo>
                <a:lnTo>
                  <a:pt x="13272" y="32154"/>
                </a:lnTo>
                <a:lnTo>
                  <a:pt x="13363" y="32386"/>
                </a:lnTo>
                <a:lnTo>
                  <a:pt x="13455" y="32632"/>
                </a:lnTo>
                <a:lnTo>
                  <a:pt x="13592" y="32902"/>
                </a:lnTo>
                <a:lnTo>
                  <a:pt x="13684" y="33147"/>
                </a:lnTo>
                <a:lnTo>
                  <a:pt x="13776" y="33380"/>
                </a:lnTo>
                <a:lnTo>
                  <a:pt x="13866" y="33612"/>
                </a:lnTo>
                <a:lnTo>
                  <a:pt x="13958" y="33844"/>
                </a:lnTo>
                <a:lnTo>
                  <a:pt x="14095" y="34089"/>
                </a:lnTo>
                <a:lnTo>
                  <a:pt x="14187" y="34321"/>
                </a:lnTo>
                <a:lnTo>
                  <a:pt x="14279" y="34605"/>
                </a:lnTo>
                <a:lnTo>
                  <a:pt x="14371" y="34837"/>
                </a:lnTo>
                <a:lnTo>
                  <a:pt x="14462" y="35069"/>
                </a:lnTo>
                <a:lnTo>
                  <a:pt x="14599" y="35301"/>
                </a:lnTo>
                <a:lnTo>
                  <a:pt x="14691" y="35546"/>
                </a:lnTo>
                <a:lnTo>
                  <a:pt x="14782" y="35779"/>
                </a:lnTo>
                <a:lnTo>
                  <a:pt x="14874" y="36011"/>
                </a:lnTo>
                <a:lnTo>
                  <a:pt x="14965" y="36243"/>
                </a:lnTo>
                <a:lnTo>
                  <a:pt x="15102" y="36527"/>
                </a:lnTo>
                <a:lnTo>
                  <a:pt x="15194" y="36759"/>
                </a:lnTo>
                <a:lnTo>
                  <a:pt x="15286" y="37004"/>
                </a:lnTo>
                <a:lnTo>
                  <a:pt x="15378" y="37236"/>
                </a:lnTo>
                <a:lnTo>
                  <a:pt x="15468" y="37468"/>
                </a:lnTo>
                <a:lnTo>
                  <a:pt x="15607" y="37700"/>
                </a:lnTo>
                <a:lnTo>
                  <a:pt x="15697" y="37933"/>
                </a:lnTo>
                <a:lnTo>
                  <a:pt x="15789" y="38178"/>
                </a:lnTo>
                <a:lnTo>
                  <a:pt x="15881" y="38449"/>
                </a:lnTo>
                <a:lnTo>
                  <a:pt x="15973" y="38694"/>
                </a:lnTo>
                <a:lnTo>
                  <a:pt x="16110" y="38926"/>
                </a:lnTo>
                <a:lnTo>
                  <a:pt x="16201" y="39158"/>
                </a:lnTo>
                <a:lnTo>
                  <a:pt x="16293" y="39390"/>
                </a:lnTo>
                <a:lnTo>
                  <a:pt x="16384" y="39635"/>
                </a:lnTo>
                <a:lnTo>
                  <a:pt x="16476" y="39867"/>
                </a:lnTo>
                <a:lnTo>
                  <a:pt x="16613" y="40099"/>
                </a:lnTo>
                <a:lnTo>
                  <a:pt x="16704" y="40383"/>
                </a:lnTo>
                <a:lnTo>
                  <a:pt x="16796" y="40615"/>
                </a:lnTo>
                <a:lnTo>
                  <a:pt x="16888" y="40848"/>
                </a:lnTo>
                <a:lnTo>
                  <a:pt x="16978" y="41093"/>
                </a:lnTo>
                <a:lnTo>
                  <a:pt x="17117" y="41325"/>
                </a:lnTo>
                <a:lnTo>
                  <a:pt x="17207" y="41557"/>
                </a:lnTo>
                <a:lnTo>
                  <a:pt x="17299" y="41789"/>
                </a:lnTo>
                <a:lnTo>
                  <a:pt x="17391" y="42021"/>
                </a:lnTo>
                <a:lnTo>
                  <a:pt x="17483" y="42266"/>
                </a:lnTo>
                <a:lnTo>
                  <a:pt x="17620" y="42550"/>
                </a:lnTo>
                <a:lnTo>
                  <a:pt x="17712" y="42782"/>
                </a:lnTo>
                <a:lnTo>
                  <a:pt x="17803" y="43014"/>
                </a:lnTo>
                <a:lnTo>
                  <a:pt x="17894" y="43247"/>
                </a:lnTo>
                <a:lnTo>
                  <a:pt x="17986" y="43479"/>
                </a:lnTo>
                <a:lnTo>
                  <a:pt x="18123" y="43724"/>
                </a:lnTo>
                <a:lnTo>
                  <a:pt x="18215" y="43956"/>
                </a:lnTo>
                <a:lnTo>
                  <a:pt x="18306" y="44188"/>
                </a:lnTo>
                <a:lnTo>
                  <a:pt x="18398" y="44420"/>
                </a:lnTo>
                <a:lnTo>
                  <a:pt x="18490" y="44704"/>
                </a:lnTo>
                <a:lnTo>
                  <a:pt x="18627" y="44936"/>
                </a:lnTo>
                <a:lnTo>
                  <a:pt x="18719" y="45181"/>
                </a:lnTo>
                <a:lnTo>
                  <a:pt x="18809" y="45413"/>
                </a:lnTo>
                <a:lnTo>
                  <a:pt x="18901" y="45646"/>
                </a:lnTo>
                <a:lnTo>
                  <a:pt x="18993" y="45878"/>
                </a:lnTo>
                <a:lnTo>
                  <a:pt x="19130" y="46123"/>
                </a:lnTo>
                <a:lnTo>
                  <a:pt x="19222" y="46355"/>
                </a:lnTo>
                <a:lnTo>
                  <a:pt x="19314" y="46587"/>
                </a:lnTo>
                <a:lnTo>
                  <a:pt x="19405" y="46819"/>
                </a:lnTo>
                <a:lnTo>
                  <a:pt x="19496" y="47103"/>
                </a:lnTo>
                <a:lnTo>
                  <a:pt x="19634" y="47335"/>
                </a:lnTo>
                <a:lnTo>
                  <a:pt x="19725" y="47580"/>
                </a:lnTo>
                <a:lnTo>
                  <a:pt x="19816" y="47813"/>
                </a:lnTo>
                <a:lnTo>
                  <a:pt x="19908" y="48045"/>
                </a:lnTo>
                <a:lnTo>
                  <a:pt x="20000" y="4827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387972" y="5485224"/>
            <a:ext cx="20045" cy="46729"/>
          </a:xfrm>
          <a:custGeom>
            <a:avLst/>
            <a:gdLst/>
            <a:ahLst/>
            <a:cxnLst/>
            <a:rect l="l" t="t" r="r" b="b"/>
            <a:pathLst>
              <a:path w="20045" h="46729">
                <a:moveTo>
                  <a:pt x="0" y="0"/>
                </a:moveTo>
                <a:lnTo>
                  <a:pt x="137" y="232"/>
                </a:lnTo>
                <a:lnTo>
                  <a:pt x="228" y="477"/>
                </a:lnTo>
                <a:lnTo>
                  <a:pt x="319" y="709"/>
                </a:lnTo>
                <a:lnTo>
                  <a:pt x="411" y="941"/>
                </a:lnTo>
                <a:lnTo>
                  <a:pt x="502" y="1173"/>
                </a:lnTo>
                <a:lnTo>
                  <a:pt x="640" y="1457"/>
                </a:lnTo>
                <a:lnTo>
                  <a:pt x="731" y="1689"/>
                </a:lnTo>
                <a:lnTo>
                  <a:pt x="823" y="1934"/>
                </a:lnTo>
                <a:lnTo>
                  <a:pt x="915" y="2166"/>
                </a:lnTo>
                <a:lnTo>
                  <a:pt x="1005" y="2399"/>
                </a:lnTo>
                <a:lnTo>
                  <a:pt x="1144" y="2631"/>
                </a:lnTo>
                <a:lnTo>
                  <a:pt x="1234" y="2863"/>
                </a:lnTo>
                <a:lnTo>
                  <a:pt x="1326" y="3108"/>
                </a:lnTo>
                <a:lnTo>
                  <a:pt x="1418" y="3340"/>
                </a:lnTo>
                <a:lnTo>
                  <a:pt x="1510" y="3572"/>
                </a:lnTo>
                <a:lnTo>
                  <a:pt x="1647" y="3804"/>
                </a:lnTo>
                <a:lnTo>
                  <a:pt x="1739" y="4049"/>
                </a:lnTo>
                <a:lnTo>
                  <a:pt x="1830" y="4282"/>
                </a:lnTo>
                <a:lnTo>
                  <a:pt x="1921" y="4565"/>
                </a:lnTo>
                <a:lnTo>
                  <a:pt x="2013" y="4798"/>
                </a:lnTo>
                <a:lnTo>
                  <a:pt x="2150" y="5030"/>
                </a:lnTo>
                <a:lnTo>
                  <a:pt x="2241" y="5262"/>
                </a:lnTo>
                <a:lnTo>
                  <a:pt x="2333" y="5507"/>
                </a:lnTo>
                <a:lnTo>
                  <a:pt x="2425" y="5739"/>
                </a:lnTo>
                <a:lnTo>
                  <a:pt x="2517" y="5971"/>
                </a:lnTo>
                <a:lnTo>
                  <a:pt x="2654" y="6203"/>
                </a:lnTo>
                <a:lnTo>
                  <a:pt x="2746" y="6436"/>
                </a:lnTo>
                <a:lnTo>
                  <a:pt x="2836" y="6681"/>
                </a:lnTo>
                <a:lnTo>
                  <a:pt x="2928" y="6913"/>
                </a:lnTo>
                <a:lnTo>
                  <a:pt x="3020" y="7145"/>
                </a:lnTo>
                <a:lnTo>
                  <a:pt x="3157" y="7377"/>
                </a:lnTo>
                <a:lnTo>
                  <a:pt x="3249" y="7622"/>
                </a:lnTo>
                <a:lnTo>
                  <a:pt x="3340" y="7893"/>
                </a:lnTo>
                <a:lnTo>
                  <a:pt x="3431" y="8138"/>
                </a:lnTo>
                <a:lnTo>
                  <a:pt x="3523" y="8370"/>
                </a:lnTo>
                <a:lnTo>
                  <a:pt x="3660" y="8602"/>
                </a:lnTo>
                <a:lnTo>
                  <a:pt x="3752" y="8835"/>
                </a:lnTo>
                <a:lnTo>
                  <a:pt x="3843" y="9080"/>
                </a:lnTo>
                <a:lnTo>
                  <a:pt x="3935" y="9312"/>
                </a:lnTo>
                <a:lnTo>
                  <a:pt x="4027" y="9544"/>
                </a:lnTo>
                <a:lnTo>
                  <a:pt x="4164" y="9776"/>
                </a:lnTo>
                <a:lnTo>
                  <a:pt x="4256" y="10008"/>
                </a:lnTo>
                <a:lnTo>
                  <a:pt x="4346" y="10253"/>
                </a:lnTo>
                <a:lnTo>
                  <a:pt x="4438" y="10486"/>
                </a:lnTo>
                <a:lnTo>
                  <a:pt x="4530" y="10718"/>
                </a:lnTo>
                <a:lnTo>
                  <a:pt x="4667" y="10950"/>
                </a:lnTo>
                <a:lnTo>
                  <a:pt x="4759" y="11195"/>
                </a:lnTo>
                <a:lnTo>
                  <a:pt x="4851" y="11427"/>
                </a:lnTo>
                <a:lnTo>
                  <a:pt x="4942" y="11659"/>
                </a:lnTo>
                <a:lnTo>
                  <a:pt x="5033" y="11891"/>
                </a:lnTo>
                <a:lnTo>
                  <a:pt x="5171" y="12175"/>
                </a:lnTo>
                <a:lnTo>
                  <a:pt x="5262" y="12407"/>
                </a:lnTo>
                <a:lnTo>
                  <a:pt x="5354" y="12652"/>
                </a:lnTo>
                <a:lnTo>
                  <a:pt x="5445" y="12885"/>
                </a:lnTo>
                <a:lnTo>
                  <a:pt x="5537" y="13117"/>
                </a:lnTo>
                <a:lnTo>
                  <a:pt x="5674" y="13349"/>
                </a:lnTo>
                <a:lnTo>
                  <a:pt x="5766" y="13581"/>
                </a:lnTo>
                <a:lnTo>
                  <a:pt x="5858" y="13826"/>
                </a:lnTo>
                <a:lnTo>
                  <a:pt x="5948" y="14058"/>
                </a:lnTo>
                <a:lnTo>
                  <a:pt x="6087" y="14291"/>
                </a:lnTo>
                <a:lnTo>
                  <a:pt x="6177" y="14523"/>
                </a:lnTo>
                <a:lnTo>
                  <a:pt x="6269" y="14768"/>
                </a:lnTo>
                <a:lnTo>
                  <a:pt x="6361" y="15000"/>
                </a:lnTo>
                <a:lnTo>
                  <a:pt x="6453" y="15232"/>
                </a:lnTo>
                <a:lnTo>
                  <a:pt x="6590" y="15464"/>
                </a:lnTo>
                <a:lnTo>
                  <a:pt x="6681" y="15696"/>
                </a:lnTo>
                <a:lnTo>
                  <a:pt x="6772" y="15941"/>
                </a:lnTo>
                <a:lnTo>
                  <a:pt x="6864" y="16174"/>
                </a:lnTo>
                <a:lnTo>
                  <a:pt x="6956" y="16406"/>
                </a:lnTo>
                <a:lnTo>
                  <a:pt x="7093" y="16638"/>
                </a:lnTo>
                <a:lnTo>
                  <a:pt x="7184" y="16883"/>
                </a:lnTo>
                <a:lnTo>
                  <a:pt x="7276" y="17115"/>
                </a:lnTo>
                <a:lnTo>
                  <a:pt x="7368" y="17347"/>
                </a:lnTo>
                <a:lnTo>
                  <a:pt x="7459" y="17580"/>
                </a:lnTo>
                <a:lnTo>
                  <a:pt x="7597" y="17812"/>
                </a:lnTo>
                <a:lnTo>
                  <a:pt x="7687" y="18057"/>
                </a:lnTo>
                <a:lnTo>
                  <a:pt x="7779" y="18289"/>
                </a:lnTo>
                <a:lnTo>
                  <a:pt x="7871" y="18521"/>
                </a:lnTo>
                <a:lnTo>
                  <a:pt x="7963" y="18753"/>
                </a:lnTo>
                <a:lnTo>
                  <a:pt x="8100" y="18998"/>
                </a:lnTo>
                <a:lnTo>
                  <a:pt x="8192" y="19230"/>
                </a:lnTo>
                <a:lnTo>
                  <a:pt x="8283" y="19463"/>
                </a:lnTo>
                <a:lnTo>
                  <a:pt x="8374" y="19746"/>
                </a:lnTo>
                <a:lnTo>
                  <a:pt x="8466" y="19979"/>
                </a:lnTo>
                <a:lnTo>
                  <a:pt x="8603" y="20211"/>
                </a:lnTo>
                <a:lnTo>
                  <a:pt x="8695" y="20456"/>
                </a:lnTo>
                <a:lnTo>
                  <a:pt x="8786" y="20688"/>
                </a:lnTo>
                <a:lnTo>
                  <a:pt x="8878" y="20920"/>
                </a:lnTo>
                <a:lnTo>
                  <a:pt x="8970" y="21152"/>
                </a:lnTo>
                <a:lnTo>
                  <a:pt x="9107" y="21384"/>
                </a:lnTo>
                <a:lnTo>
                  <a:pt x="9199" y="21629"/>
                </a:lnTo>
                <a:lnTo>
                  <a:pt x="9289" y="21862"/>
                </a:lnTo>
                <a:lnTo>
                  <a:pt x="9381" y="22094"/>
                </a:lnTo>
                <a:lnTo>
                  <a:pt x="9473" y="22326"/>
                </a:lnTo>
                <a:lnTo>
                  <a:pt x="9610" y="22571"/>
                </a:lnTo>
                <a:lnTo>
                  <a:pt x="9702" y="22803"/>
                </a:lnTo>
                <a:lnTo>
                  <a:pt x="9794" y="23035"/>
                </a:lnTo>
                <a:lnTo>
                  <a:pt x="9884" y="23268"/>
                </a:lnTo>
                <a:lnTo>
                  <a:pt x="9976" y="23500"/>
                </a:lnTo>
                <a:lnTo>
                  <a:pt x="10113" y="23745"/>
                </a:lnTo>
                <a:lnTo>
                  <a:pt x="10205" y="23977"/>
                </a:lnTo>
                <a:lnTo>
                  <a:pt x="10297" y="24209"/>
                </a:lnTo>
                <a:lnTo>
                  <a:pt x="10388" y="24441"/>
                </a:lnTo>
                <a:lnTo>
                  <a:pt x="10480" y="24686"/>
                </a:lnTo>
                <a:lnTo>
                  <a:pt x="10617" y="24918"/>
                </a:lnTo>
                <a:lnTo>
                  <a:pt x="10709" y="25151"/>
                </a:lnTo>
                <a:lnTo>
                  <a:pt x="10800" y="25383"/>
                </a:lnTo>
                <a:lnTo>
                  <a:pt x="10891" y="25615"/>
                </a:lnTo>
                <a:lnTo>
                  <a:pt x="10983" y="25860"/>
                </a:lnTo>
                <a:lnTo>
                  <a:pt x="11120" y="26092"/>
                </a:lnTo>
                <a:lnTo>
                  <a:pt x="11212" y="26324"/>
                </a:lnTo>
                <a:lnTo>
                  <a:pt x="11304" y="26557"/>
                </a:lnTo>
                <a:lnTo>
                  <a:pt x="11396" y="26802"/>
                </a:lnTo>
                <a:lnTo>
                  <a:pt x="11486" y="27034"/>
                </a:lnTo>
                <a:lnTo>
                  <a:pt x="11624" y="27266"/>
                </a:lnTo>
                <a:lnTo>
                  <a:pt x="11715" y="27459"/>
                </a:lnTo>
                <a:lnTo>
                  <a:pt x="11807" y="27692"/>
                </a:lnTo>
                <a:lnTo>
                  <a:pt x="11898" y="27924"/>
                </a:lnTo>
                <a:lnTo>
                  <a:pt x="11990" y="28156"/>
                </a:lnTo>
                <a:lnTo>
                  <a:pt x="12127" y="28388"/>
                </a:lnTo>
                <a:lnTo>
                  <a:pt x="12219" y="28633"/>
                </a:lnTo>
                <a:lnTo>
                  <a:pt x="12311" y="28865"/>
                </a:lnTo>
                <a:lnTo>
                  <a:pt x="12401" y="29097"/>
                </a:lnTo>
                <a:lnTo>
                  <a:pt x="12493" y="29330"/>
                </a:lnTo>
                <a:lnTo>
                  <a:pt x="12630" y="29575"/>
                </a:lnTo>
                <a:lnTo>
                  <a:pt x="12722" y="29807"/>
                </a:lnTo>
                <a:lnTo>
                  <a:pt x="12814" y="30039"/>
                </a:lnTo>
                <a:lnTo>
                  <a:pt x="12906" y="30271"/>
                </a:lnTo>
                <a:lnTo>
                  <a:pt x="12996" y="30503"/>
                </a:lnTo>
                <a:lnTo>
                  <a:pt x="13135" y="30748"/>
                </a:lnTo>
                <a:lnTo>
                  <a:pt x="13225" y="30981"/>
                </a:lnTo>
                <a:lnTo>
                  <a:pt x="13317" y="31213"/>
                </a:lnTo>
                <a:lnTo>
                  <a:pt x="13409" y="31445"/>
                </a:lnTo>
                <a:lnTo>
                  <a:pt x="13500" y="31690"/>
                </a:lnTo>
                <a:lnTo>
                  <a:pt x="13638" y="31922"/>
                </a:lnTo>
                <a:lnTo>
                  <a:pt x="13729" y="32154"/>
                </a:lnTo>
                <a:lnTo>
                  <a:pt x="13821" y="32386"/>
                </a:lnTo>
                <a:lnTo>
                  <a:pt x="13912" y="32619"/>
                </a:lnTo>
                <a:lnTo>
                  <a:pt x="14003" y="32864"/>
                </a:lnTo>
                <a:lnTo>
                  <a:pt x="14140" y="33096"/>
                </a:lnTo>
                <a:lnTo>
                  <a:pt x="14232" y="33328"/>
                </a:lnTo>
                <a:lnTo>
                  <a:pt x="14324" y="33560"/>
                </a:lnTo>
                <a:lnTo>
                  <a:pt x="14416" y="33805"/>
                </a:lnTo>
                <a:lnTo>
                  <a:pt x="14508" y="34037"/>
                </a:lnTo>
                <a:lnTo>
                  <a:pt x="14645" y="34270"/>
                </a:lnTo>
                <a:lnTo>
                  <a:pt x="14736" y="34463"/>
                </a:lnTo>
                <a:lnTo>
                  <a:pt x="14827" y="34695"/>
                </a:lnTo>
                <a:lnTo>
                  <a:pt x="14919" y="34927"/>
                </a:lnTo>
                <a:lnTo>
                  <a:pt x="15011" y="35160"/>
                </a:lnTo>
                <a:lnTo>
                  <a:pt x="15148" y="35392"/>
                </a:lnTo>
                <a:lnTo>
                  <a:pt x="15239" y="35637"/>
                </a:lnTo>
                <a:lnTo>
                  <a:pt x="15331" y="35869"/>
                </a:lnTo>
                <a:lnTo>
                  <a:pt x="15422" y="36101"/>
                </a:lnTo>
                <a:lnTo>
                  <a:pt x="15514" y="36333"/>
                </a:lnTo>
                <a:lnTo>
                  <a:pt x="15651" y="36578"/>
                </a:lnTo>
                <a:lnTo>
                  <a:pt x="15742" y="36810"/>
                </a:lnTo>
                <a:lnTo>
                  <a:pt x="15834" y="37043"/>
                </a:lnTo>
                <a:lnTo>
                  <a:pt x="15926" y="37275"/>
                </a:lnTo>
                <a:lnTo>
                  <a:pt x="16018" y="37507"/>
                </a:lnTo>
                <a:lnTo>
                  <a:pt x="16155" y="37752"/>
                </a:lnTo>
                <a:lnTo>
                  <a:pt x="16247" y="37984"/>
                </a:lnTo>
                <a:lnTo>
                  <a:pt x="16337" y="38216"/>
                </a:lnTo>
                <a:lnTo>
                  <a:pt x="16429" y="38410"/>
                </a:lnTo>
                <a:lnTo>
                  <a:pt x="16521" y="38642"/>
                </a:lnTo>
                <a:lnTo>
                  <a:pt x="16658" y="38874"/>
                </a:lnTo>
                <a:lnTo>
                  <a:pt x="16750" y="39106"/>
                </a:lnTo>
                <a:lnTo>
                  <a:pt x="16841" y="39351"/>
                </a:lnTo>
                <a:lnTo>
                  <a:pt x="16933" y="39584"/>
                </a:lnTo>
                <a:lnTo>
                  <a:pt x="17024" y="39816"/>
                </a:lnTo>
                <a:lnTo>
                  <a:pt x="17162" y="40048"/>
                </a:lnTo>
                <a:lnTo>
                  <a:pt x="17253" y="40280"/>
                </a:lnTo>
                <a:lnTo>
                  <a:pt x="17344" y="40525"/>
                </a:lnTo>
                <a:lnTo>
                  <a:pt x="17436" y="40757"/>
                </a:lnTo>
                <a:lnTo>
                  <a:pt x="17528" y="40989"/>
                </a:lnTo>
                <a:lnTo>
                  <a:pt x="17665" y="41222"/>
                </a:lnTo>
                <a:lnTo>
                  <a:pt x="17757" y="41467"/>
                </a:lnTo>
                <a:lnTo>
                  <a:pt x="17849" y="41647"/>
                </a:lnTo>
                <a:lnTo>
                  <a:pt x="17939" y="41879"/>
                </a:lnTo>
                <a:lnTo>
                  <a:pt x="18031" y="42124"/>
                </a:lnTo>
                <a:lnTo>
                  <a:pt x="18168" y="42357"/>
                </a:lnTo>
                <a:lnTo>
                  <a:pt x="18260" y="42589"/>
                </a:lnTo>
                <a:lnTo>
                  <a:pt x="18352" y="42821"/>
                </a:lnTo>
                <a:lnTo>
                  <a:pt x="18443" y="43053"/>
                </a:lnTo>
                <a:lnTo>
                  <a:pt x="18534" y="43298"/>
                </a:lnTo>
                <a:lnTo>
                  <a:pt x="18672" y="43530"/>
                </a:lnTo>
                <a:lnTo>
                  <a:pt x="18763" y="43763"/>
                </a:lnTo>
                <a:lnTo>
                  <a:pt x="18855" y="43995"/>
                </a:lnTo>
                <a:lnTo>
                  <a:pt x="18946" y="44188"/>
                </a:lnTo>
                <a:lnTo>
                  <a:pt x="19038" y="44420"/>
                </a:lnTo>
                <a:lnTo>
                  <a:pt x="19175" y="44652"/>
                </a:lnTo>
                <a:lnTo>
                  <a:pt x="19267" y="44898"/>
                </a:lnTo>
                <a:lnTo>
                  <a:pt x="19359" y="45130"/>
                </a:lnTo>
                <a:lnTo>
                  <a:pt x="19449" y="45362"/>
                </a:lnTo>
                <a:lnTo>
                  <a:pt x="19541" y="45594"/>
                </a:lnTo>
                <a:lnTo>
                  <a:pt x="19678" y="45839"/>
                </a:lnTo>
                <a:lnTo>
                  <a:pt x="19770" y="46071"/>
                </a:lnTo>
                <a:lnTo>
                  <a:pt x="19862" y="46252"/>
                </a:lnTo>
                <a:lnTo>
                  <a:pt x="19954" y="46497"/>
                </a:lnTo>
                <a:lnTo>
                  <a:pt x="20045" y="46729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408018" y="5531954"/>
            <a:ext cx="20050" cy="44511"/>
          </a:xfrm>
          <a:custGeom>
            <a:avLst/>
            <a:gdLst/>
            <a:ahLst/>
            <a:cxnLst/>
            <a:rect l="l" t="t" r="r" b="b"/>
            <a:pathLst>
              <a:path w="20050" h="44511">
                <a:moveTo>
                  <a:pt x="0" y="0"/>
                </a:moveTo>
                <a:lnTo>
                  <a:pt x="137" y="232"/>
                </a:lnTo>
                <a:lnTo>
                  <a:pt x="228" y="464"/>
                </a:lnTo>
                <a:lnTo>
                  <a:pt x="319" y="696"/>
                </a:lnTo>
                <a:lnTo>
                  <a:pt x="411" y="941"/>
                </a:lnTo>
                <a:lnTo>
                  <a:pt x="502" y="1173"/>
                </a:lnTo>
                <a:lnTo>
                  <a:pt x="640" y="1405"/>
                </a:lnTo>
                <a:lnTo>
                  <a:pt x="731" y="1599"/>
                </a:lnTo>
                <a:lnTo>
                  <a:pt x="823" y="1831"/>
                </a:lnTo>
                <a:lnTo>
                  <a:pt x="915" y="2063"/>
                </a:lnTo>
                <a:lnTo>
                  <a:pt x="1005" y="2295"/>
                </a:lnTo>
                <a:lnTo>
                  <a:pt x="1144" y="2540"/>
                </a:lnTo>
                <a:lnTo>
                  <a:pt x="1234" y="2773"/>
                </a:lnTo>
                <a:lnTo>
                  <a:pt x="1326" y="3005"/>
                </a:lnTo>
                <a:lnTo>
                  <a:pt x="1418" y="3237"/>
                </a:lnTo>
                <a:lnTo>
                  <a:pt x="1510" y="3430"/>
                </a:lnTo>
                <a:lnTo>
                  <a:pt x="1647" y="3663"/>
                </a:lnTo>
                <a:lnTo>
                  <a:pt x="1739" y="3895"/>
                </a:lnTo>
                <a:lnTo>
                  <a:pt x="1829" y="4127"/>
                </a:lnTo>
                <a:lnTo>
                  <a:pt x="1921" y="4372"/>
                </a:lnTo>
                <a:lnTo>
                  <a:pt x="2013" y="4604"/>
                </a:lnTo>
                <a:lnTo>
                  <a:pt x="2150" y="4836"/>
                </a:lnTo>
                <a:lnTo>
                  <a:pt x="2241" y="5068"/>
                </a:lnTo>
                <a:lnTo>
                  <a:pt x="2333" y="5262"/>
                </a:lnTo>
                <a:lnTo>
                  <a:pt x="2425" y="5494"/>
                </a:lnTo>
                <a:lnTo>
                  <a:pt x="2516" y="5726"/>
                </a:lnTo>
                <a:lnTo>
                  <a:pt x="2654" y="5971"/>
                </a:lnTo>
                <a:lnTo>
                  <a:pt x="2744" y="6203"/>
                </a:lnTo>
                <a:lnTo>
                  <a:pt x="2836" y="6436"/>
                </a:lnTo>
                <a:lnTo>
                  <a:pt x="2928" y="6668"/>
                </a:lnTo>
                <a:lnTo>
                  <a:pt x="3020" y="6861"/>
                </a:lnTo>
                <a:lnTo>
                  <a:pt x="3157" y="7093"/>
                </a:lnTo>
                <a:lnTo>
                  <a:pt x="3249" y="7326"/>
                </a:lnTo>
                <a:lnTo>
                  <a:pt x="3340" y="7571"/>
                </a:lnTo>
                <a:lnTo>
                  <a:pt x="3431" y="7803"/>
                </a:lnTo>
                <a:lnTo>
                  <a:pt x="3523" y="8035"/>
                </a:lnTo>
                <a:lnTo>
                  <a:pt x="3660" y="8228"/>
                </a:lnTo>
                <a:lnTo>
                  <a:pt x="3752" y="8461"/>
                </a:lnTo>
                <a:lnTo>
                  <a:pt x="3843" y="8693"/>
                </a:lnTo>
                <a:lnTo>
                  <a:pt x="3935" y="8925"/>
                </a:lnTo>
                <a:lnTo>
                  <a:pt x="4027" y="9157"/>
                </a:lnTo>
                <a:lnTo>
                  <a:pt x="4164" y="9402"/>
                </a:lnTo>
                <a:lnTo>
                  <a:pt x="4256" y="9634"/>
                </a:lnTo>
                <a:lnTo>
                  <a:pt x="4346" y="9815"/>
                </a:lnTo>
                <a:lnTo>
                  <a:pt x="4438" y="10060"/>
                </a:lnTo>
                <a:lnTo>
                  <a:pt x="4530" y="10292"/>
                </a:lnTo>
                <a:lnTo>
                  <a:pt x="4667" y="10524"/>
                </a:lnTo>
                <a:lnTo>
                  <a:pt x="4759" y="10756"/>
                </a:lnTo>
                <a:lnTo>
                  <a:pt x="4851" y="11002"/>
                </a:lnTo>
                <a:lnTo>
                  <a:pt x="4941" y="11182"/>
                </a:lnTo>
                <a:lnTo>
                  <a:pt x="5033" y="11414"/>
                </a:lnTo>
                <a:lnTo>
                  <a:pt x="5170" y="11659"/>
                </a:lnTo>
                <a:lnTo>
                  <a:pt x="5262" y="11891"/>
                </a:lnTo>
                <a:lnTo>
                  <a:pt x="5354" y="12124"/>
                </a:lnTo>
                <a:lnTo>
                  <a:pt x="5445" y="12317"/>
                </a:lnTo>
                <a:lnTo>
                  <a:pt x="5537" y="12549"/>
                </a:lnTo>
                <a:lnTo>
                  <a:pt x="5674" y="12781"/>
                </a:lnTo>
                <a:lnTo>
                  <a:pt x="5766" y="13014"/>
                </a:lnTo>
                <a:lnTo>
                  <a:pt x="5857" y="13246"/>
                </a:lnTo>
                <a:lnTo>
                  <a:pt x="5948" y="13491"/>
                </a:lnTo>
                <a:lnTo>
                  <a:pt x="6040" y="13671"/>
                </a:lnTo>
                <a:lnTo>
                  <a:pt x="6177" y="13916"/>
                </a:lnTo>
                <a:lnTo>
                  <a:pt x="6269" y="14149"/>
                </a:lnTo>
                <a:lnTo>
                  <a:pt x="6361" y="14381"/>
                </a:lnTo>
                <a:lnTo>
                  <a:pt x="6453" y="14613"/>
                </a:lnTo>
                <a:lnTo>
                  <a:pt x="6543" y="14806"/>
                </a:lnTo>
                <a:lnTo>
                  <a:pt x="6681" y="15039"/>
                </a:lnTo>
                <a:lnTo>
                  <a:pt x="6772" y="15271"/>
                </a:lnTo>
                <a:lnTo>
                  <a:pt x="6864" y="15503"/>
                </a:lnTo>
                <a:lnTo>
                  <a:pt x="6956" y="15748"/>
                </a:lnTo>
                <a:lnTo>
                  <a:pt x="7047" y="15929"/>
                </a:lnTo>
                <a:lnTo>
                  <a:pt x="7184" y="16161"/>
                </a:lnTo>
                <a:lnTo>
                  <a:pt x="7276" y="16406"/>
                </a:lnTo>
                <a:lnTo>
                  <a:pt x="7368" y="16638"/>
                </a:lnTo>
                <a:lnTo>
                  <a:pt x="7459" y="16870"/>
                </a:lnTo>
                <a:lnTo>
                  <a:pt x="7550" y="17064"/>
                </a:lnTo>
                <a:lnTo>
                  <a:pt x="7687" y="17296"/>
                </a:lnTo>
                <a:lnTo>
                  <a:pt x="7779" y="17528"/>
                </a:lnTo>
                <a:lnTo>
                  <a:pt x="7871" y="17760"/>
                </a:lnTo>
                <a:lnTo>
                  <a:pt x="7963" y="18005"/>
                </a:lnTo>
                <a:lnTo>
                  <a:pt x="8053" y="18186"/>
                </a:lnTo>
                <a:lnTo>
                  <a:pt x="8192" y="18418"/>
                </a:lnTo>
                <a:lnTo>
                  <a:pt x="8282" y="18663"/>
                </a:lnTo>
                <a:lnTo>
                  <a:pt x="8374" y="18895"/>
                </a:lnTo>
                <a:lnTo>
                  <a:pt x="8466" y="19127"/>
                </a:lnTo>
                <a:lnTo>
                  <a:pt x="8558" y="19321"/>
                </a:lnTo>
                <a:lnTo>
                  <a:pt x="8695" y="19553"/>
                </a:lnTo>
                <a:lnTo>
                  <a:pt x="8786" y="19785"/>
                </a:lnTo>
                <a:lnTo>
                  <a:pt x="8878" y="20017"/>
                </a:lnTo>
                <a:lnTo>
                  <a:pt x="8969" y="20211"/>
                </a:lnTo>
                <a:lnTo>
                  <a:pt x="9060" y="20443"/>
                </a:lnTo>
                <a:lnTo>
                  <a:pt x="9198" y="20675"/>
                </a:lnTo>
                <a:lnTo>
                  <a:pt x="9289" y="20920"/>
                </a:lnTo>
                <a:lnTo>
                  <a:pt x="9381" y="21101"/>
                </a:lnTo>
                <a:lnTo>
                  <a:pt x="9473" y="21333"/>
                </a:lnTo>
                <a:lnTo>
                  <a:pt x="9565" y="21578"/>
                </a:lnTo>
                <a:lnTo>
                  <a:pt x="9702" y="21810"/>
                </a:lnTo>
                <a:lnTo>
                  <a:pt x="9794" y="22042"/>
                </a:lnTo>
                <a:lnTo>
                  <a:pt x="9884" y="22236"/>
                </a:lnTo>
                <a:lnTo>
                  <a:pt x="9976" y="22468"/>
                </a:lnTo>
                <a:lnTo>
                  <a:pt x="10068" y="22700"/>
                </a:lnTo>
                <a:lnTo>
                  <a:pt x="10205" y="22932"/>
                </a:lnTo>
                <a:lnTo>
                  <a:pt x="10297" y="23126"/>
                </a:lnTo>
                <a:lnTo>
                  <a:pt x="10388" y="23358"/>
                </a:lnTo>
                <a:lnTo>
                  <a:pt x="10480" y="23590"/>
                </a:lnTo>
                <a:lnTo>
                  <a:pt x="10571" y="23822"/>
                </a:lnTo>
                <a:lnTo>
                  <a:pt x="10709" y="24016"/>
                </a:lnTo>
                <a:lnTo>
                  <a:pt x="10799" y="24248"/>
                </a:lnTo>
                <a:lnTo>
                  <a:pt x="10891" y="24493"/>
                </a:lnTo>
                <a:lnTo>
                  <a:pt x="10983" y="24725"/>
                </a:lnTo>
                <a:lnTo>
                  <a:pt x="11075" y="24906"/>
                </a:lnTo>
                <a:lnTo>
                  <a:pt x="11212" y="25151"/>
                </a:lnTo>
                <a:lnTo>
                  <a:pt x="11304" y="25383"/>
                </a:lnTo>
                <a:lnTo>
                  <a:pt x="11394" y="25615"/>
                </a:lnTo>
                <a:lnTo>
                  <a:pt x="11486" y="25808"/>
                </a:lnTo>
                <a:lnTo>
                  <a:pt x="11578" y="26041"/>
                </a:lnTo>
                <a:lnTo>
                  <a:pt x="11715" y="26273"/>
                </a:lnTo>
                <a:lnTo>
                  <a:pt x="11807" y="26505"/>
                </a:lnTo>
                <a:lnTo>
                  <a:pt x="11898" y="26698"/>
                </a:lnTo>
                <a:lnTo>
                  <a:pt x="11990" y="26931"/>
                </a:lnTo>
                <a:lnTo>
                  <a:pt x="12081" y="27163"/>
                </a:lnTo>
                <a:lnTo>
                  <a:pt x="12219" y="27356"/>
                </a:lnTo>
                <a:lnTo>
                  <a:pt x="12310" y="27588"/>
                </a:lnTo>
                <a:lnTo>
                  <a:pt x="12401" y="27821"/>
                </a:lnTo>
                <a:lnTo>
                  <a:pt x="12493" y="28053"/>
                </a:lnTo>
                <a:lnTo>
                  <a:pt x="12585" y="28246"/>
                </a:lnTo>
                <a:lnTo>
                  <a:pt x="12722" y="28478"/>
                </a:lnTo>
                <a:lnTo>
                  <a:pt x="12814" y="28723"/>
                </a:lnTo>
                <a:lnTo>
                  <a:pt x="12906" y="28956"/>
                </a:lnTo>
                <a:lnTo>
                  <a:pt x="12996" y="29136"/>
                </a:lnTo>
                <a:lnTo>
                  <a:pt x="13088" y="29381"/>
                </a:lnTo>
                <a:lnTo>
                  <a:pt x="13225" y="29613"/>
                </a:lnTo>
                <a:lnTo>
                  <a:pt x="13317" y="29794"/>
                </a:lnTo>
                <a:lnTo>
                  <a:pt x="13409" y="30039"/>
                </a:lnTo>
                <a:lnTo>
                  <a:pt x="13500" y="30271"/>
                </a:lnTo>
                <a:lnTo>
                  <a:pt x="13592" y="30503"/>
                </a:lnTo>
                <a:lnTo>
                  <a:pt x="13729" y="30697"/>
                </a:lnTo>
                <a:lnTo>
                  <a:pt x="13821" y="30929"/>
                </a:lnTo>
                <a:lnTo>
                  <a:pt x="13912" y="31161"/>
                </a:lnTo>
                <a:lnTo>
                  <a:pt x="14003" y="31355"/>
                </a:lnTo>
                <a:lnTo>
                  <a:pt x="14095" y="31587"/>
                </a:lnTo>
                <a:lnTo>
                  <a:pt x="14232" y="31819"/>
                </a:lnTo>
                <a:lnTo>
                  <a:pt x="14324" y="32012"/>
                </a:lnTo>
                <a:lnTo>
                  <a:pt x="14416" y="32245"/>
                </a:lnTo>
                <a:lnTo>
                  <a:pt x="14506" y="32477"/>
                </a:lnTo>
                <a:lnTo>
                  <a:pt x="14598" y="32709"/>
                </a:lnTo>
                <a:lnTo>
                  <a:pt x="14735" y="32902"/>
                </a:lnTo>
                <a:lnTo>
                  <a:pt x="14827" y="33135"/>
                </a:lnTo>
                <a:lnTo>
                  <a:pt x="14919" y="33367"/>
                </a:lnTo>
                <a:lnTo>
                  <a:pt x="15011" y="33560"/>
                </a:lnTo>
                <a:lnTo>
                  <a:pt x="15102" y="33792"/>
                </a:lnTo>
                <a:lnTo>
                  <a:pt x="15239" y="34025"/>
                </a:lnTo>
                <a:lnTo>
                  <a:pt x="15331" y="34218"/>
                </a:lnTo>
                <a:lnTo>
                  <a:pt x="15422" y="34450"/>
                </a:lnTo>
                <a:lnTo>
                  <a:pt x="15514" y="34682"/>
                </a:lnTo>
                <a:lnTo>
                  <a:pt x="15605" y="34876"/>
                </a:lnTo>
                <a:lnTo>
                  <a:pt x="15742" y="35108"/>
                </a:lnTo>
                <a:lnTo>
                  <a:pt x="15834" y="35340"/>
                </a:lnTo>
                <a:lnTo>
                  <a:pt x="15926" y="35534"/>
                </a:lnTo>
                <a:lnTo>
                  <a:pt x="16018" y="35766"/>
                </a:lnTo>
                <a:lnTo>
                  <a:pt x="16108" y="35998"/>
                </a:lnTo>
                <a:lnTo>
                  <a:pt x="16247" y="36191"/>
                </a:lnTo>
                <a:lnTo>
                  <a:pt x="16337" y="36424"/>
                </a:lnTo>
                <a:lnTo>
                  <a:pt x="16429" y="36656"/>
                </a:lnTo>
                <a:lnTo>
                  <a:pt x="16521" y="36849"/>
                </a:lnTo>
                <a:lnTo>
                  <a:pt x="16613" y="37081"/>
                </a:lnTo>
                <a:lnTo>
                  <a:pt x="16750" y="37314"/>
                </a:lnTo>
                <a:lnTo>
                  <a:pt x="16841" y="37507"/>
                </a:lnTo>
                <a:lnTo>
                  <a:pt x="16933" y="37739"/>
                </a:lnTo>
                <a:lnTo>
                  <a:pt x="17024" y="37971"/>
                </a:lnTo>
                <a:lnTo>
                  <a:pt x="17116" y="38165"/>
                </a:lnTo>
                <a:lnTo>
                  <a:pt x="17253" y="38397"/>
                </a:lnTo>
                <a:lnTo>
                  <a:pt x="17344" y="38629"/>
                </a:lnTo>
                <a:lnTo>
                  <a:pt x="17436" y="38823"/>
                </a:lnTo>
                <a:lnTo>
                  <a:pt x="17528" y="39055"/>
                </a:lnTo>
                <a:lnTo>
                  <a:pt x="17619" y="39300"/>
                </a:lnTo>
                <a:lnTo>
                  <a:pt x="17757" y="39480"/>
                </a:lnTo>
                <a:lnTo>
                  <a:pt x="17847" y="39713"/>
                </a:lnTo>
                <a:lnTo>
                  <a:pt x="17939" y="39958"/>
                </a:lnTo>
                <a:lnTo>
                  <a:pt x="18031" y="40138"/>
                </a:lnTo>
                <a:lnTo>
                  <a:pt x="18123" y="40370"/>
                </a:lnTo>
                <a:lnTo>
                  <a:pt x="18260" y="40615"/>
                </a:lnTo>
                <a:lnTo>
                  <a:pt x="18352" y="40796"/>
                </a:lnTo>
                <a:lnTo>
                  <a:pt x="18443" y="41028"/>
                </a:lnTo>
                <a:lnTo>
                  <a:pt x="18534" y="41222"/>
                </a:lnTo>
                <a:lnTo>
                  <a:pt x="18626" y="41454"/>
                </a:lnTo>
                <a:lnTo>
                  <a:pt x="18763" y="41686"/>
                </a:lnTo>
                <a:lnTo>
                  <a:pt x="18855" y="41879"/>
                </a:lnTo>
                <a:lnTo>
                  <a:pt x="18946" y="42112"/>
                </a:lnTo>
                <a:lnTo>
                  <a:pt x="19038" y="42344"/>
                </a:lnTo>
                <a:lnTo>
                  <a:pt x="19130" y="42537"/>
                </a:lnTo>
                <a:lnTo>
                  <a:pt x="19267" y="42769"/>
                </a:lnTo>
                <a:lnTo>
                  <a:pt x="19359" y="42963"/>
                </a:lnTo>
                <a:lnTo>
                  <a:pt x="19449" y="43195"/>
                </a:lnTo>
                <a:lnTo>
                  <a:pt x="19541" y="43427"/>
                </a:lnTo>
                <a:lnTo>
                  <a:pt x="19633" y="43621"/>
                </a:lnTo>
                <a:lnTo>
                  <a:pt x="19770" y="43853"/>
                </a:lnTo>
                <a:lnTo>
                  <a:pt x="19862" y="44085"/>
                </a:lnTo>
                <a:lnTo>
                  <a:pt x="19954" y="44278"/>
                </a:lnTo>
                <a:lnTo>
                  <a:pt x="20050" y="44511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428069" y="5576465"/>
            <a:ext cx="20043" cy="41557"/>
          </a:xfrm>
          <a:custGeom>
            <a:avLst/>
            <a:gdLst/>
            <a:ahLst/>
            <a:cxnLst/>
            <a:rect l="l" t="t" r="r" b="b"/>
            <a:pathLst>
              <a:path w="20043" h="41557">
                <a:moveTo>
                  <a:pt x="0" y="0"/>
                </a:moveTo>
                <a:lnTo>
                  <a:pt x="88" y="193"/>
                </a:lnTo>
                <a:lnTo>
                  <a:pt x="226" y="425"/>
                </a:lnTo>
                <a:lnTo>
                  <a:pt x="314" y="657"/>
                </a:lnTo>
                <a:lnTo>
                  <a:pt x="402" y="851"/>
                </a:lnTo>
                <a:lnTo>
                  <a:pt x="502" y="1083"/>
                </a:lnTo>
                <a:lnTo>
                  <a:pt x="590" y="1264"/>
                </a:lnTo>
                <a:lnTo>
                  <a:pt x="729" y="1509"/>
                </a:lnTo>
                <a:lnTo>
                  <a:pt x="817" y="1741"/>
                </a:lnTo>
                <a:lnTo>
                  <a:pt x="905" y="1921"/>
                </a:lnTo>
                <a:lnTo>
                  <a:pt x="1005" y="2166"/>
                </a:lnTo>
                <a:lnTo>
                  <a:pt x="1093" y="2347"/>
                </a:lnTo>
                <a:lnTo>
                  <a:pt x="1232" y="2579"/>
                </a:lnTo>
                <a:lnTo>
                  <a:pt x="1320" y="2824"/>
                </a:lnTo>
                <a:lnTo>
                  <a:pt x="1408" y="3005"/>
                </a:lnTo>
                <a:lnTo>
                  <a:pt x="1508" y="3250"/>
                </a:lnTo>
                <a:lnTo>
                  <a:pt x="1596" y="3430"/>
                </a:lnTo>
                <a:lnTo>
                  <a:pt x="1735" y="3663"/>
                </a:lnTo>
                <a:lnTo>
                  <a:pt x="1823" y="3908"/>
                </a:lnTo>
                <a:lnTo>
                  <a:pt x="1911" y="4088"/>
                </a:lnTo>
                <a:lnTo>
                  <a:pt x="2011" y="4320"/>
                </a:lnTo>
                <a:lnTo>
                  <a:pt x="2099" y="4514"/>
                </a:lnTo>
                <a:lnTo>
                  <a:pt x="2238" y="4746"/>
                </a:lnTo>
                <a:lnTo>
                  <a:pt x="2326" y="4939"/>
                </a:lnTo>
                <a:lnTo>
                  <a:pt x="2414" y="5172"/>
                </a:lnTo>
                <a:lnTo>
                  <a:pt x="2514" y="5404"/>
                </a:lnTo>
                <a:lnTo>
                  <a:pt x="2602" y="5597"/>
                </a:lnTo>
                <a:lnTo>
                  <a:pt x="2741" y="5829"/>
                </a:lnTo>
                <a:lnTo>
                  <a:pt x="2829" y="6023"/>
                </a:lnTo>
                <a:lnTo>
                  <a:pt x="2917" y="6255"/>
                </a:lnTo>
                <a:lnTo>
                  <a:pt x="3017" y="6436"/>
                </a:lnTo>
                <a:lnTo>
                  <a:pt x="3105" y="6681"/>
                </a:lnTo>
                <a:lnTo>
                  <a:pt x="3244" y="6913"/>
                </a:lnTo>
                <a:lnTo>
                  <a:pt x="3332" y="7093"/>
                </a:lnTo>
                <a:lnTo>
                  <a:pt x="3432" y="7338"/>
                </a:lnTo>
                <a:lnTo>
                  <a:pt x="3520" y="7519"/>
                </a:lnTo>
                <a:lnTo>
                  <a:pt x="3608" y="7751"/>
                </a:lnTo>
                <a:lnTo>
                  <a:pt x="3747" y="7945"/>
                </a:lnTo>
                <a:lnTo>
                  <a:pt x="3835" y="8177"/>
                </a:lnTo>
                <a:lnTo>
                  <a:pt x="3935" y="8370"/>
                </a:lnTo>
                <a:lnTo>
                  <a:pt x="4023" y="8602"/>
                </a:lnTo>
                <a:lnTo>
                  <a:pt x="4111" y="8835"/>
                </a:lnTo>
                <a:lnTo>
                  <a:pt x="4250" y="9028"/>
                </a:lnTo>
                <a:lnTo>
                  <a:pt x="4338" y="9260"/>
                </a:lnTo>
                <a:lnTo>
                  <a:pt x="4438" y="9454"/>
                </a:lnTo>
                <a:lnTo>
                  <a:pt x="4526" y="9686"/>
                </a:lnTo>
                <a:lnTo>
                  <a:pt x="4614" y="9866"/>
                </a:lnTo>
                <a:lnTo>
                  <a:pt x="4753" y="10112"/>
                </a:lnTo>
                <a:lnTo>
                  <a:pt x="4841" y="10292"/>
                </a:lnTo>
                <a:lnTo>
                  <a:pt x="4941" y="10524"/>
                </a:lnTo>
                <a:lnTo>
                  <a:pt x="5029" y="10718"/>
                </a:lnTo>
                <a:lnTo>
                  <a:pt x="5117" y="10950"/>
                </a:lnTo>
                <a:lnTo>
                  <a:pt x="5256" y="11143"/>
                </a:lnTo>
                <a:lnTo>
                  <a:pt x="5344" y="11376"/>
                </a:lnTo>
                <a:lnTo>
                  <a:pt x="5444" y="11569"/>
                </a:lnTo>
                <a:lnTo>
                  <a:pt x="5532" y="11801"/>
                </a:lnTo>
                <a:lnTo>
                  <a:pt x="5620" y="11982"/>
                </a:lnTo>
                <a:lnTo>
                  <a:pt x="5758" y="12227"/>
                </a:lnTo>
                <a:lnTo>
                  <a:pt x="5847" y="12459"/>
                </a:lnTo>
                <a:lnTo>
                  <a:pt x="5947" y="12640"/>
                </a:lnTo>
                <a:lnTo>
                  <a:pt x="6035" y="12885"/>
                </a:lnTo>
                <a:lnTo>
                  <a:pt x="6123" y="13065"/>
                </a:lnTo>
                <a:lnTo>
                  <a:pt x="6261" y="13297"/>
                </a:lnTo>
                <a:lnTo>
                  <a:pt x="6349" y="13491"/>
                </a:lnTo>
                <a:lnTo>
                  <a:pt x="6450" y="13723"/>
                </a:lnTo>
                <a:lnTo>
                  <a:pt x="6538" y="13916"/>
                </a:lnTo>
                <a:lnTo>
                  <a:pt x="6626" y="14149"/>
                </a:lnTo>
                <a:lnTo>
                  <a:pt x="6764" y="14342"/>
                </a:lnTo>
                <a:lnTo>
                  <a:pt x="6865" y="14574"/>
                </a:lnTo>
                <a:lnTo>
                  <a:pt x="6953" y="14755"/>
                </a:lnTo>
                <a:lnTo>
                  <a:pt x="7041" y="15000"/>
                </a:lnTo>
                <a:lnTo>
                  <a:pt x="7129" y="15180"/>
                </a:lnTo>
                <a:lnTo>
                  <a:pt x="7267" y="15413"/>
                </a:lnTo>
                <a:lnTo>
                  <a:pt x="7368" y="15606"/>
                </a:lnTo>
                <a:lnTo>
                  <a:pt x="7456" y="15838"/>
                </a:lnTo>
                <a:lnTo>
                  <a:pt x="7544" y="16032"/>
                </a:lnTo>
                <a:lnTo>
                  <a:pt x="7632" y="16264"/>
                </a:lnTo>
                <a:lnTo>
                  <a:pt x="7770" y="16457"/>
                </a:lnTo>
                <a:lnTo>
                  <a:pt x="7871" y="16690"/>
                </a:lnTo>
                <a:lnTo>
                  <a:pt x="7959" y="16870"/>
                </a:lnTo>
                <a:lnTo>
                  <a:pt x="8047" y="17064"/>
                </a:lnTo>
                <a:lnTo>
                  <a:pt x="8135" y="17296"/>
                </a:lnTo>
                <a:lnTo>
                  <a:pt x="8273" y="17489"/>
                </a:lnTo>
                <a:lnTo>
                  <a:pt x="8374" y="17721"/>
                </a:lnTo>
                <a:lnTo>
                  <a:pt x="8462" y="17915"/>
                </a:lnTo>
                <a:lnTo>
                  <a:pt x="8550" y="18147"/>
                </a:lnTo>
                <a:lnTo>
                  <a:pt x="8638" y="18328"/>
                </a:lnTo>
                <a:lnTo>
                  <a:pt x="8776" y="18573"/>
                </a:lnTo>
                <a:lnTo>
                  <a:pt x="8877" y="18753"/>
                </a:lnTo>
                <a:lnTo>
                  <a:pt x="8965" y="18985"/>
                </a:lnTo>
                <a:lnTo>
                  <a:pt x="9053" y="19179"/>
                </a:lnTo>
                <a:lnTo>
                  <a:pt x="9141" y="19411"/>
                </a:lnTo>
                <a:lnTo>
                  <a:pt x="9279" y="19605"/>
                </a:lnTo>
                <a:lnTo>
                  <a:pt x="9380" y="19837"/>
                </a:lnTo>
                <a:lnTo>
                  <a:pt x="9468" y="20030"/>
                </a:lnTo>
                <a:lnTo>
                  <a:pt x="9556" y="20211"/>
                </a:lnTo>
                <a:lnTo>
                  <a:pt x="9657" y="20443"/>
                </a:lnTo>
                <a:lnTo>
                  <a:pt x="9782" y="20636"/>
                </a:lnTo>
                <a:lnTo>
                  <a:pt x="9883" y="20869"/>
                </a:lnTo>
                <a:lnTo>
                  <a:pt x="9971" y="21062"/>
                </a:lnTo>
                <a:lnTo>
                  <a:pt x="10059" y="21294"/>
                </a:lnTo>
                <a:lnTo>
                  <a:pt x="10159" y="21488"/>
                </a:lnTo>
                <a:lnTo>
                  <a:pt x="10285" y="21720"/>
                </a:lnTo>
                <a:lnTo>
                  <a:pt x="10386" y="21900"/>
                </a:lnTo>
                <a:lnTo>
                  <a:pt x="10474" y="22094"/>
                </a:lnTo>
                <a:lnTo>
                  <a:pt x="10562" y="22326"/>
                </a:lnTo>
                <a:lnTo>
                  <a:pt x="10662" y="22519"/>
                </a:lnTo>
                <a:lnTo>
                  <a:pt x="10801" y="22752"/>
                </a:lnTo>
                <a:lnTo>
                  <a:pt x="10889" y="22945"/>
                </a:lnTo>
                <a:lnTo>
                  <a:pt x="10977" y="23177"/>
                </a:lnTo>
                <a:lnTo>
                  <a:pt x="11065" y="23358"/>
                </a:lnTo>
                <a:lnTo>
                  <a:pt x="11165" y="23551"/>
                </a:lnTo>
                <a:lnTo>
                  <a:pt x="11304" y="23783"/>
                </a:lnTo>
                <a:lnTo>
                  <a:pt x="11392" y="23977"/>
                </a:lnTo>
                <a:lnTo>
                  <a:pt x="11480" y="24209"/>
                </a:lnTo>
                <a:lnTo>
                  <a:pt x="11568" y="24403"/>
                </a:lnTo>
                <a:lnTo>
                  <a:pt x="11668" y="24635"/>
                </a:lnTo>
                <a:lnTo>
                  <a:pt x="11807" y="24815"/>
                </a:lnTo>
                <a:lnTo>
                  <a:pt x="11895" y="25009"/>
                </a:lnTo>
                <a:lnTo>
                  <a:pt x="11983" y="25241"/>
                </a:lnTo>
                <a:lnTo>
                  <a:pt x="12071" y="25434"/>
                </a:lnTo>
                <a:lnTo>
                  <a:pt x="12171" y="25667"/>
                </a:lnTo>
                <a:lnTo>
                  <a:pt x="12310" y="25847"/>
                </a:lnTo>
                <a:lnTo>
                  <a:pt x="12398" y="26041"/>
                </a:lnTo>
                <a:lnTo>
                  <a:pt x="12486" y="26273"/>
                </a:lnTo>
                <a:lnTo>
                  <a:pt x="12574" y="26466"/>
                </a:lnTo>
                <a:lnTo>
                  <a:pt x="12674" y="26698"/>
                </a:lnTo>
                <a:lnTo>
                  <a:pt x="12813" y="26892"/>
                </a:lnTo>
                <a:lnTo>
                  <a:pt x="12901" y="27072"/>
                </a:lnTo>
                <a:lnTo>
                  <a:pt x="12989" y="27305"/>
                </a:lnTo>
                <a:lnTo>
                  <a:pt x="13089" y="27498"/>
                </a:lnTo>
                <a:lnTo>
                  <a:pt x="13177" y="27730"/>
                </a:lnTo>
                <a:lnTo>
                  <a:pt x="13316" y="27924"/>
                </a:lnTo>
                <a:lnTo>
                  <a:pt x="13404" y="28104"/>
                </a:lnTo>
                <a:lnTo>
                  <a:pt x="13492" y="28349"/>
                </a:lnTo>
                <a:lnTo>
                  <a:pt x="13592" y="28530"/>
                </a:lnTo>
                <a:lnTo>
                  <a:pt x="13680" y="28762"/>
                </a:lnTo>
                <a:lnTo>
                  <a:pt x="13819" y="28956"/>
                </a:lnTo>
                <a:lnTo>
                  <a:pt x="13907" y="29149"/>
                </a:lnTo>
                <a:lnTo>
                  <a:pt x="13995" y="29381"/>
                </a:lnTo>
                <a:lnTo>
                  <a:pt x="14095" y="29562"/>
                </a:lnTo>
                <a:lnTo>
                  <a:pt x="14183" y="29755"/>
                </a:lnTo>
                <a:lnTo>
                  <a:pt x="14322" y="29987"/>
                </a:lnTo>
                <a:lnTo>
                  <a:pt x="14410" y="30181"/>
                </a:lnTo>
                <a:lnTo>
                  <a:pt x="14498" y="30413"/>
                </a:lnTo>
                <a:lnTo>
                  <a:pt x="14598" y="30607"/>
                </a:lnTo>
                <a:lnTo>
                  <a:pt x="14686" y="30787"/>
                </a:lnTo>
                <a:lnTo>
                  <a:pt x="14825" y="31019"/>
                </a:lnTo>
                <a:lnTo>
                  <a:pt x="14913" y="31213"/>
                </a:lnTo>
                <a:lnTo>
                  <a:pt x="15001" y="31406"/>
                </a:lnTo>
                <a:lnTo>
                  <a:pt x="15101" y="31638"/>
                </a:lnTo>
                <a:lnTo>
                  <a:pt x="15189" y="31819"/>
                </a:lnTo>
                <a:lnTo>
                  <a:pt x="15327" y="32012"/>
                </a:lnTo>
                <a:lnTo>
                  <a:pt x="15415" y="32245"/>
                </a:lnTo>
                <a:lnTo>
                  <a:pt x="15504" y="32438"/>
                </a:lnTo>
                <a:lnTo>
                  <a:pt x="15604" y="32619"/>
                </a:lnTo>
                <a:lnTo>
                  <a:pt x="15692" y="32864"/>
                </a:lnTo>
                <a:lnTo>
                  <a:pt x="15830" y="33044"/>
                </a:lnTo>
                <a:lnTo>
                  <a:pt x="15918" y="33238"/>
                </a:lnTo>
                <a:lnTo>
                  <a:pt x="16006" y="33470"/>
                </a:lnTo>
                <a:lnTo>
                  <a:pt x="16107" y="33650"/>
                </a:lnTo>
                <a:lnTo>
                  <a:pt x="16195" y="33844"/>
                </a:lnTo>
                <a:lnTo>
                  <a:pt x="16333" y="34076"/>
                </a:lnTo>
                <a:lnTo>
                  <a:pt x="16421" y="34270"/>
                </a:lnTo>
                <a:lnTo>
                  <a:pt x="16509" y="34450"/>
                </a:lnTo>
                <a:lnTo>
                  <a:pt x="16610" y="34695"/>
                </a:lnTo>
                <a:lnTo>
                  <a:pt x="16698" y="34876"/>
                </a:lnTo>
                <a:lnTo>
                  <a:pt x="16836" y="35069"/>
                </a:lnTo>
                <a:lnTo>
                  <a:pt x="16924" y="35301"/>
                </a:lnTo>
                <a:lnTo>
                  <a:pt x="17025" y="35495"/>
                </a:lnTo>
                <a:lnTo>
                  <a:pt x="17113" y="35675"/>
                </a:lnTo>
                <a:lnTo>
                  <a:pt x="17201" y="35908"/>
                </a:lnTo>
                <a:lnTo>
                  <a:pt x="17339" y="36101"/>
                </a:lnTo>
                <a:lnTo>
                  <a:pt x="17427" y="36295"/>
                </a:lnTo>
                <a:lnTo>
                  <a:pt x="17528" y="36527"/>
                </a:lnTo>
                <a:lnTo>
                  <a:pt x="17616" y="36707"/>
                </a:lnTo>
                <a:lnTo>
                  <a:pt x="17704" y="36901"/>
                </a:lnTo>
                <a:lnTo>
                  <a:pt x="17842" y="37133"/>
                </a:lnTo>
                <a:lnTo>
                  <a:pt x="17930" y="37326"/>
                </a:lnTo>
                <a:lnTo>
                  <a:pt x="18031" y="37507"/>
                </a:lnTo>
                <a:lnTo>
                  <a:pt x="18119" y="37700"/>
                </a:lnTo>
                <a:lnTo>
                  <a:pt x="18207" y="37933"/>
                </a:lnTo>
                <a:lnTo>
                  <a:pt x="18345" y="38126"/>
                </a:lnTo>
                <a:lnTo>
                  <a:pt x="18433" y="38307"/>
                </a:lnTo>
                <a:lnTo>
                  <a:pt x="18534" y="38539"/>
                </a:lnTo>
                <a:lnTo>
                  <a:pt x="18622" y="38732"/>
                </a:lnTo>
                <a:lnTo>
                  <a:pt x="18710" y="38926"/>
                </a:lnTo>
                <a:lnTo>
                  <a:pt x="18848" y="39158"/>
                </a:lnTo>
                <a:lnTo>
                  <a:pt x="18936" y="39338"/>
                </a:lnTo>
                <a:lnTo>
                  <a:pt x="19037" y="39532"/>
                </a:lnTo>
                <a:lnTo>
                  <a:pt x="19125" y="39725"/>
                </a:lnTo>
                <a:lnTo>
                  <a:pt x="19213" y="39958"/>
                </a:lnTo>
                <a:lnTo>
                  <a:pt x="19351" y="40138"/>
                </a:lnTo>
                <a:lnTo>
                  <a:pt x="19439" y="40332"/>
                </a:lnTo>
                <a:lnTo>
                  <a:pt x="19540" y="40525"/>
                </a:lnTo>
                <a:lnTo>
                  <a:pt x="19628" y="40757"/>
                </a:lnTo>
                <a:lnTo>
                  <a:pt x="19716" y="40938"/>
                </a:lnTo>
                <a:lnTo>
                  <a:pt x="19854" y="41131"/>
                </a:lnTo>
                <a:lnTo>
                  <a:pt x="19942" y="41363"/>
                </a:lnTo>
                <a:lnTo>
                  <a:pt x="20043" y="41557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448112" y="5618022"/>
            <a:ext cx="20043" cy="37933"/>
          </a:xfrm>
          <a:custGeom>
            <a:avLst/>
            <a:gdLst/>
            <a:ahLst/>
            <a:cxnLst/>
            <a:rect l="l" t="t" r="r" b="b"/>
            <a:pathLst>
              <a:path w="20043" h="37933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314" y="606"/>
                </a:lnTo>
                <a:lnTo>
                  <a:pt x="414" y="799"/>
                </a:lnTo>
                <a:lnTo>
                  <a:pt x="502" y="980"/>
                </a:lnTo>
                <a:lnTo>
                  <a:pt x="590" y="1173"/>
                </a:lnTo>
                <a:lnTo>
                  <a:pt x="679" y="1405"/>
                </a:lnTo>
                <a:lnTo>
                  <a:pt x="817" y="1599"/>
                </a:lnTo>
                <a:lnTo>
                  <a:pt x="917" y="1779"/>
                </a:lnTo>
                <a:lnTo>
                  <a:pt x="1005" y="1973"/>
                </a:lnTo>
                <a:lnTo>
                  <a:pt x="1093" y="2205"/>
                </a:lnTo>
                <a:lnTo>
                  <a:pt x="1181" y="2399"/>
                </a:lnTo>
                <a:lnTo>
                  <a:pt x="1320" y="2579"/>
                </a:lnTo>
                <a:lnTo>
                  <a:pt x="1420" y="2773"/>
                </a:lnTo>
                <a:lnTo>
                  <a:pt x="1508" y="2953"/>
                </a:lnTo>
                <a:lnTo>
                  <a:pt x="1596" y="3198"/>
                </a:lnTo>
                <a:lnTo>
                  <a:pt x="1684" y="3379"/>
                </a:lnTo>
                <a:lnTo>
                  <a:pt x="1823" y="3572"/>
                </a:lnTo>
                <a:lnTo>
                  <a:pt x="1923" y="3753"/>
                </a:lnTo>
                <a:lnTo>
                  <a:pt x="2011" y="3998"/>
                </a:lnTo>
                <a:lnTo>
                  <a:pt x="2099" y="4178"/>
                </a:lnTo>
                <a:lnTo>
                  <a:pt x="2187" y="4372"/>
                </a:lnTo>
                <a:lnTo>
                  <a:pt x="2326" y="4553"/>
                </a:lnTo>
                <a:lnTo>
                  <a:pt x="2426" y="4746"/>
                </a:lnTo>
                <a:lnTo>
                  <a:pt x="2514" y="4978"/>
                </a:lnTo>
                <a:lnTo>
                  <a:pt x="2602" y="5172"/>
                </a:lnTo>
                <a:lnTo>
                  <a:pt x="2690" y="5352"/>
                </a:lnTo>
                <a:lnTo>
                  <a:pt x="2829" y="5546"/>
                </a:lnTo>
                <a:lnTo>
                  <a:pt x="2929" y="5778"/>
                </a:lnTo>
                <a:lnTo>
                  <a:pt x="3017" y="5971"/>
                </a:lnTo>
                <a:lnTo>
                  <a:pt x="3105" y="6152"/>
                </a:lnTo>
                <a:lnTo>
                  <a:pt x="3206" y="6345"/>
                </a:lnTo>
                <a:lnTo>
                  <a:pt x="3332" y="6526"/>
                </a:lnTo>
                <a:lnTo>
                  <a:pt x="3432" y="6771"/>
                </a:lnTo>
                <a:lnTo>
                  <a:pt x="3520" y="6952"/>
                </a:lnTo>
                <a:lnTo>
                  <a:pt x="3608" y="7145"/>
                </a:lnTo>
                <a:lnTo>
                  <a:pt x="3709" y="7326"/>
                </a:lnTo>
                <a:lnTo>
                  <a:pt x="3835" y="7519"/>
                </a:lnTo>
                <a:lnTo>
                  <a:pt x="3935" y="7700"/>
                </a:lnTo>
                <a:lnTo>
                  <a:pt x="4023" y="7945"/>
                </a:lnTo>
                <a:lnTo>
                  <a:pt x="4111" y="8125"/>
                </a:lnTo>
                <a:lnTo>
                  <a:pt x="4212" y="8319"/>
                </a:lnTo>
                <a:lnTo>
                  <a:pt x="4350" y="8499"/>
                </a:lnTo>
                <a:lnTo>
                  <a:pt x="4438" y="8693"/>
                </a:lnTo>
                <a:lnTo>
                  <a:pt x="4526" y="8925"/>
                </a:lnTo>
                <a:lnTo>
                  <a:pt x="4614" y="9118"/>
                </a:lnTo>
                <a:lnTo>
                  <a:pt x="4715" y="9299"/>
                </a:lnTo>
                <a:lnTo>
                  <a:pt x="4853" y="9492"/>
                </a:lnTo>
                <a:lnTo>
                  <a:pt x="4941" y="9673"/>
                </a:lnTo>
                <a:lnTo>
                  <a:pt x="5029" y="9866"/>
                </a:lnTo>
                <a:lnTo>
                  <a:pt x="5117" y="10099"/>
                </a:lnTo>
                <a:lnTo>
                  <a:pt x="5218" y="10292"/>
                </a:lnTo>
                <a:lnTo>
                  <a:pt x="5356" y="10473"/>
                </a:lnTo>
                <a:lnTo>
                  <a:pt x="5444" y="10666"/>
                </a:lnTo>
                <a:lnTo>
                  <a:pt x="5532" y="10860"/>
                </a:lnTo>
                <a:lnTo>
                  <a:pt x="5620" y="11040"/>
                </a:lnTo>
                <a:lnTo>
                  <a:pt x="5721" y="11234"/>
                </a:lnTo>
                <a:lnTo>
                  <a:pt x="5859" y="11466"/>
                </a:lnTo>
                <a:lnTo>
                  <a:pt x="5947" y="11659"/>
                </a:lnTo>
                <a:lnTo>
                  <a:pt x="6035" y="11840"/>
                </a:lnTo>
                <a:lnTo>
                  <a:pt x="6123" y="12033"/>
                </a:lnTo>
                <a:lnTo>
                  <a:pt x="6224" y="12214"/>
                </a:lnTo>
                <a:lnTo>
                  <a:pt x="6362" y="12407"/>
                </a:lnTo>
                <a:lnTo>
                  <a:pt x="6450" y="12588"/>
                </a:lnTo>
                <a:lnTo>
                  <a:pt x="6538" y="12833"/>
                </a:lnTo>
                <a:lnTo>
                  <a:pt x="6639" y="13014"/>
                </a:lnTo>
                <a:lnTo>
                  <a:pt x="6727" y="13207"/>
                </a:lnTo>
                <a:lnTo>
                  <a:pt x="6865" y="13388"/>
                </a:lnTo>
                <a:lnTo>
                  <a:pt x="6953" y="13581"/>
                </a:lnTo>
                <a:lnTo>
                  <a:pt x="7041" y="13775"/>
                </a:lnTo>
                <a:lnTo>
                  <a:pt x="7142" y="13955"/>
                </a:lnTo>
                <a:lnTo>
                  <a:pt x="7230" y="14149"/>
                </a:lnTo>
                <a:lnTo>
                  <a:pt x="7368" y="14381"/>
                </a:lnTo>
                <a:lnTo>
                  <a:pt x="7456" y="14574"/>
                </a:lnTo>
                <a:lnTo>
                  <a:pt x="7544" y="14755"/>
                </a:lnTo>
                <a:lnTo>
                  <a:pt x="7645" y="14948"/>
                </a:lnTo>
                <a:lnTo>
                  <a:pt x="7733" y="15129"/>
                </a:lnTo>
                <a:lnTo>
                  <a:pt x="7871" y="15322"/>
                </a:lnTo>
                <a:lnTo>
                  <a:pt x="7959" y="15503"/>
                </a:lnTo>
                <a:lnTo>
                  <a:pt x="8047" y="15696"/>
                </a:lnTo>
                <a:lnTo>
                  <a:pt x="8148" y="15890"/>
                </a:lnTo>
                <a:lnTo>
                  <a:pt x="8236" y="16122"/>
                </a:lnTo>
                <a:lnTo>
                  <a:pt x="8374" y="16303"/>
                </a:lnTo>
                <a:lnTo>
                  <a:pt x="8462" y="16496"/>
                </a:lnTo>
                <a:lnTo>
                  <a:pt x="8550" y="16690"/>
                </a:lnTo>
                <a:lnTo>
                  <a:pt x="8651" y="16870"/>
                </a:lnTo>
                <a:lnTo>
                  <a:pt x="8739" y="17064"/>
                </a:lnTo>
                <a:lnTo>
                  <a:pt x="8877" y="17244"/>
                </a:lnTo>
                <a:lnTo>
                  <a:pt x="8965" y="17438"/>
                </a:lnTo>
                <a:lnTo>
                  <a:pt x="9053" y="17618"/>
                </a:lnTo>
                <a:lnTo>
                  <a:pt x="9154" y="17812"/>
                </a:lnTo>
                <a:lnTo>
                  <a:pt x="9242" y="18005"/>
                </a:lnTo>
                <a:lnTo>
                  <a:pt x="9380" y="18237"/>
                </a:lnTo>
                <a:lnTo>
                  <a:pt x="9468" y="18418"/>
                </a:lnTo>
                <a:lnTo>
                  <a:pt x="9556" y="18611"/>
                </a:lnTo>
                <a:lnTo>
                  <a:pt x="9657" y="18805"/>
                </a:lnTo>
                <a:lnTo>
                  <a:pt x="9745" y="18985"/>
                </a:lnTo>
                <a:lnTo>
                  <a:pt x="9883" y="19179"/>
                </a:lnTo>
                <a:lnTo>
                  <a:pt x="9971" y="19359"/>
                </a:lnTo>
                <a:lnTo>
                  <a:pt x="10059" y="19553"/>
                </a:lnTo>
                <a:lnTo>
                  <a:pt x="10159" y="19733"/>
                </a:lnTo>
                <a:lnTo>
                  <a:pt x="10247" y="19927"/>
                </a:lnTo>
                <a:lnTo>
                  <a:pt x="10386" y="20120"/>
                </a:lnTo>
                <a:lnTo>
                  <a:pt x="10474" y="20301"/>
                </a:lnTo>
                <a:lnTo>
                  <a:pt x="10574" y="20494"/>
                </a:lnTo>
                <a:lnTo>
                  <a:pt x="10662" y="20675"/>
                </a:lnTo>
                <a:lnTo>
                  <a:pt x="10750" y="20869"/>
                </a:lnTo>
                <a:lnTo>
                  <a:pt x="10889" y="21049"/>
                </a:lnTo>
                <a:lnTo>
                  <a:pt x="10977" y="21243"/>
                </a:lnTo>
                <a:lnTo>
                  <a:pt x="11077" y="21436"/>
                </a:lnTo>
                <a:lnTo>
                  <a:pt x="11165" y="21668"/>
                </a:lnTo>
                <a:lnTo>
                  <a:pt x="11253" y="21849"/>
                </a:lnTo>
                <a:lnTo>
                  <a:pt x="11392" y="22042"/>
                </a:lnTo>
                <a:lnTo>
                  <a:pt x="11480" y="22236"/>
                </a:lnTo>
                <a:lnTo>
                  <a:pt x="11580" y="22416"/>
                </a:lnTo>
                <a:lnTo>
                  <a:pt x="11668" y="22610"/>
                </a:lnTo>
                <a:lnTo>
                  <a:pt x="11756" y="22790"/>
                </a:lnTo>
                <a:lnTo>
                  <a:pt x="11895" y="22984"/>
                </a:lnTo>
                <a:lnTo>
                  <a:pt x="11983" y="23164"/>
                </a:lnTo>
                <a:lnTo>
                  <a:pt x="12083" y="23358"/>
                </a:lnTo>
                <a:lnTo>
                  <a:pt x="12171" y="23551"/>
                </a:lnTo>
                <a:lnTo>
                  <a:pt x="12259" y="23732"/>
                </a:lnTo>
                <a:lnTo>
                  <a:pt x="12398" y="23925"/>
                </a:lnTo>
                <a:lnTo>
                  <a:pt x="12486" y="24106"/>
                </a:lnTo>
                <a:lnTo>
                  <a:pt x="12586" y="24299"/>
                </a:lnTo>
                <a:lnTo>
                  <a:pt x="12674" y="24480"/>
                </a:lnTo>
                <a:lnTo>
                  <a:pt x="12762" y="24673"/>
                </a:lnTo>
                <a:lnTo>
                  <a:pt x="12901" y="24867"/>
                </a:lnTo>
                <a:lnTo>
                  <a:pt x="12989" y="25047"/>
                </a:lnTo>
                <a:lnTo>
                  <a:pt x="13089" y="25241"/>
                </a:lnTo>
                <a:lnTo>
                  <a:pt x="13177" y="25422"/>
                </a:lnTo>
                <a:lnTo>
                  <a:pt x="13265" y="25615"/>
                </a:lnTo>
                <a:lnTo>
                  <a:pt x="13404" y="25808"/>
                </a:lnTo>
                <a:lnTo>
                  <a:pt x="13492" y="25989"/>
                </a:lnTo>
                <a:lnTo>
                  <a:pt x="13592" y="26183"/>
                </a:lnTo>
                <a:lnTo>
                  <a:pt x="13680" y="26363"/>
                </a:lnTo>
                <a:lnTo>
                  <a:pt x="13768" y="26557"/>
                </a:lnTo>
                <a:lnTo>
                  <a:pt x="13907" y="26737"/>
                </a:lnTo>
                <a:lnTo>
                  <a:pt x="13995" y="26931"/>
                </a:lnTo>
                <a:lnTo>
                  <a:pt x="14095" y="27124"/>
                </a:lnTo>
                <a:lnTo>
                  <a:pt x="14183" y="27305"/>
                </a:lnTo>
                <a:lnTo>
                  <a:pt x="14271" y="27498"/>
                </a:lnTo>
                <a:lnTo>
                  <a:pt x="14410" y="27679"/>
                </a:lnTo>
                <a:lnTo>
                  <a:pt x="14510" y="27872"/>
                </a:lnTo>
                <a:lnTo>
                  <a:pt x="14598" y="28053"/>
                </a:lnTo>
                <a:lnTo>
                  <a:pt x="14686" y="28246"/>
                </a:lnTo>
                <a:lnTo>
                  <a:pt x="14774" y="28388"/>
                </a:lnTo>
                <a:lnTo>
                  <a:pt x="14913" y="28582"/>
                </a:lnTo>
                <a:lnTo>
                  <a:pt x="15013" y="28762"/>
                </a:lnTo>
                <a:lnTo>
                  <a:pt x="15101" y="28956"/>
                </a:lnTo>
                <a:lnTo>
                  <a:pt x="15189" y="29136"/>
                </a:lnTo>
                <a:lnTo>
                  <a:pt x="15277" y="29330"/>
                </a:lnTo>
                <a:lnTo>
                  <a:pt x="15415" y="29510"/>
                </a:lnTo>
                <a:lnTo>
                  <a:pt x="15516" y="29704"/>
                </a:lnTo>
                <a:lnTo>
                  <a:pt x="15604" y="29897"/>
                </a:lnTo>
                <a:lnTo>
                  <a:pt x="15692" y="30078"/>
                </a:lnTo>
                <a:lnTo>
                  <a:pt x="15780" y="30271"/>
                </a:lnTo>
                <a:lnTo>
                  <a:pt x="15918" y="30452"/>
                </a:lnTo>
                <a:lnTo>
                  <a:pt x="16019" y="30645"/>
                </a:lnTo>
                <a:lnTo>
                  <a:pt x="16107" y="30826"/>
                </a:lnTo>
                <a:lnTo>
                  <a:pt x="16195" y="31019"/>
                </a:lnTo>
                <a:lnTo>
                  <a:pt x="16283" y="31213"/>
                </a:lnTo>
                <a:lnTo>
                  <a:pt x="16421" y="31393"/>
                </a:lnTo>
                <a:lnTo>
                  <a:pt x="16522" y="31535"/>
                </a:lnTo>
                <a:lnTo>
                  <a:pt x="16610" y="31729"/>
                </a:lnTo>
                <a:lnTo>
                  <a:pt x="16698" y="31909"/>
                </a:lnTo>
                <a:lnTo>
                  <a:pt x="16799" y="32103"/>
                </a:lnTo>
                <a:lnTo>
                  <a:pt x="16924" y="32283"/>
                </a:lnTo>
                <a:lnTo>
                  <a:pt x="17025" y="32477"/>
                </a:lnTo>
                <a:lnTo>
                  <a:pt x="17113" y="32670"/>
                </a:lnTo>
                <a:lnTo>
                  <a:pt x="17201" y="32851"/>
                </a:lnTo>
                <a:lnTo>
                  <a:pt x="17302" y="33044"/>
                </a:lnTo>
                <a:lnTo>
                  <a:pt x="17427" y="33225"/>
                </a:lnTo>
                <a:lnTo>
                  <a:pt x="17528" y="33418"/>
                </a:lnTo>
                <a:lnTo>
                  <a:pt x="17616" y="33560"/>
                </a:lnTo>
                <a:lnTo>
                  <a:pt x="17704" y="33741"/>
                </a:lnTo>
                <a:lnTo>
                  <a:pt x="17805" y="33934"/>
                </a:lnTo>
                <a:lnTo>
                  <a:pt x="17943" y="34128"/>
                </a:lnTo>
                <a:lnTo>
                  <a:pt x="18031" y="34308"/>
                </a:lnTo>
                <a:lnTo>
                  <a:pt x="18119" y="34502"/>
                </a:lnTo>
                <a:lnTo>
                  <a:pt x="18207" y="34682"/>
                </a:lnTo>
                <a:lnTo>
                  <a:pt x="18308" y="34876"/>
                </a:lnTo>
                <a:lnTo>
                  <a:pt x="18446" y="35056"/>
                </a:lnTo>
                <a:lnTo>
                  <a:pt x="18534" y="35198"/>
                </a:lnTo>
                <a:lnTo>
                  <a:pt x="18622" y="35392"/>
                </a:lnTo>
                <a:lnTo>
                  <a:pt x="18710" y="35585"/>
                </a:lnTo>
                <a:lnTo>
                  <a:pt x="18811" y="35766"/>
                </a:lnTo>
                <a:lnTo>
                  <a:pt x="18949" y="35959"/>
                </a:lnTo>
                <a:lnTo>
                  <a:pt x="19037" y="36140"/>
                </a:lnTo>
                <a:lnTo>
                  <a:pt x="19125" y="36333"/>
                </a:lnTo>
                <a:lnTo>
                  <a:pt x="19213" y="36514"/>
                </a:lnTo>
                <a:lnTo>
                  <a:pt x="19314" y="36656"/>
                </a:lnTo>
                <a:lnTo>
                  <a:pt x="19452" y="36849"/>
                </a:lnTo>
                <a:lnTo>
                  <a:pt x="19540" y="37043"/>
                </a:lnTo>
                <a:lnTo>
                  <a:pt x="19628" y="37223"/>
                </a:lnTo>
                <a:lnTo>
                  <a:pt x="19716" y="37417"/>
                </a:lnTo>
                <a:lnTo>
                  <a:pt x="19816" y="37597"/>
                </a:lnTo>
                <a:lnTo>
                  <a:pt x="19955" y="37791"/>
                </a:lnTo>
                <a:lnTo>
                  <a:pt x="20043" y="37933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468156" y="5655955"/>
            <a:ext cx="20043" cy="33794"/>
          </a:xfrm>
          <a:custGeom>
            <a:avLst/>
            <a:gdLst/>
            <a:ahLst/>
            <a:cxnLst/>
            <a:rect l="l" t="t" r="r" b="b"/>
            <a:pathLst>
              <a:path w="20043" h="33794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276" y="567"/>
                </a:lnTo>
                <a:lnTo>
                  <a:pt x="414" y="748"/>
                </a:lnTo>
                <a:lnTo>
                  <a:pt x="502" y="941"/>
                </a:lnTo>
                <a:lnTo>
                  <a:pt x="590" y="1083"/>
                </a:lnTo>
                <a:lnTo>
                  <a:pt x="691" y="1264"/>
                </a:lnTo>
                <a:lnTo>
                  <a:pt x="779" y="1457"/>
                </a:lnTo>
                <a:lnTo>
                  <a:pt x="917" y="1638"/>
                </a:lnTo>
                <a:lnTo>
                  <a:pt x="1005" y="1831"/>
                </a:lnTo>
                <a:lnTo>
                  <a:pt x="1093" y="2024"/>
                </a:lnTo>
                <a:lnTo>
                  <a:pt x="1194" y="2153"/>
                </a:lnTo>
                <a:lnTo>
                  <a:pt x="1282" y="2347"/>
                </a:lnTo>
                <a:lnTo>
                  <a:pt x="1420" y="2540"/>
                </a:lnTo>
                <a:lnTo>
                  <a:pt x="1508" y="2721"/>
                </a:lnTo>
                <a:lnTo>
                  <a:pt x="1596" y="2914"/>
                </a:lnTo>
                <a:lnTo>
                  <a:pt x="1697" y="3056"/>
                </a:lnTo>
                <a:lnTo>
                  <a:pt x="1785" y="3237"/>
                </a:lnTo>
                <a:lnTo>
                  <a:pt x="1923" y="3430"/>
                </a:lnTo>
                <a:lnTo>
                  <a:pt x="2011" y="3611"/>
                </a:lnTo>
                <a:lnTo>
                  <a:pt x="2099" y="3804"/>
                </a:lnTo>
                <a:lnTo>
                  <a:pt x="2200" y="3946"/>
                </a:lnTo>
                <a:lnTo>
                  <a:pt x="2288" y="4140"/>
                </a:lnTo>
                <a:lnTo>
                  <a:pt x="2426" y="4320"/>
                </a:lnTo>
                <a:lnTo>
                  <a:pt x="2514" y="4514"/>
                </a:lnTo>
                <a:lnTo>
                  <a:pt x="2602" y="4694"/>
                </a:lnTo>
                <a:lnTo>
                  <a:pt x="2703" y="4836"/>
                </a:lnTo>
                <a:lnTo>
                  <a:pt x="2791" y="5030"/>
                </a:lnTo>
                <a:lnTo>
                  <a:pt x="2929" y="5210"/>
                </a:lnTo>
                <a:lnTo>
                  <a:pt x="3017" y="5404"/>
                </a:lnTo>
                <a:lnTo>
                  <a:pt x="3105" y="5584"/>
                </a:lnTo>
                <a:lnTo>
                  <a:pt x="3206" y="5726"/>
                </a:lnTo>
                <a:lnTo>
                  <a:pt x="3294" y="5920"/>
                </a:lnTo>
                <a:lnTo>
                  <a:pt x="3432" y="6113"/>
                </a:lnTo>
                <a:lnTo>
                  <a:pt x="3520" y="6294"/>
                </a:lnTo>
                <a:lnTo>
                  <a:pt x="3608" y="6436"/>
                </a:lnTo>
                <a:lnTo>
                  <a:pt x="3709" y="6629"/>
                </a:lnTo>
                <a:lnTo>
                  <a:pt x="3797" y="6810"/>
                </a:lnTo>
                <a:lnTo>
                  <a:pt x="3935" y="7003"/>
                </a:lnTo>
                <a:lnTo>
                  <a:pt x="4023" y="7145"/>
                </a:lnTo>
                <a:lnTo>
                  <a:pt x="4124" y="7326"/>
                </a:lnTo>
                <a:lnTo>
                  <a:pt x="4212" y="7519"/>
                </a:lnTo>
                <a:lnTo>
                  <a:pt x="4300" y="7700"/>
                </a:lnTo>
                <a:lnTo>
                  <a:pt x="4438" y="7842"/>
                </a:lnTo>
                <a:lnTo>
                  <a:pt x="4526" y="8035"/>
                </a:lnTo>
                <a:lnTo>
                  <a:pt x="4627" y="8228"/>
                </a:lnTo>
                <a:lnTo>
                  <a:pt x="4715" y="8409"/>
                </a:lnTo>
                <a:lnTo>
                  <a:pt x="4803" y="8551"/>
                </a:lnTo>
                <a:lnTo>
                  <a:pt x="4941" y="8744"/>
                </a:lnTo>
                <a:lnTo>
                  <a:pt x="5029" y="8925"/>
                </a:lnTo>
                <a:lnTo>
                  <a:pt x="5130" y="9118"/>
                </a:lnTo>
                <a:lnTo>
                  <a:pt x="5218" y="9260"/>
                </a:lnTo>
                <a:lnTo>
                  <a:pt x="5306" y="9441"/>
                </a:lnTo>
                <a:lnTo>
                  <a:pt x="5444" y="9634"/>
                </a:lnTo>
                <a:lnTo>
                  <a:pt x="5532" y="9776"/>
                </a:lnTo>
                <a:lnTo>
                  <a:pt x="5633" y="9957"/>
                </a:lnTo>
                <a:lnTo>
                  <a:pt x="5721" y="10150"/>
                </a:lnTo>
                <a:lnTo>
                  <a:pt x="5809" y="10344"/>
                </a:lnTo>
                <a:lnTo>
                  <a:pt x="5947" y="10486"/>
                </a:lnTo>
                <a:lnTo>
                  <a:pt x="6035" y="10666"/>
                </a:lnTo>
                <a:lnTo>
                  <a:pt x="6136" y="10860"/>
                </a:lnTo>
                <a:lnTo>
                  <a:pt x="6224" y="11002"/>
                </a:lnTo>
                <a:lnTo>
                  <a:pt x="6312" y="11182"/>
                </a:lnTo>
                <a:lnTo>
                  <a:pt x="6450" y="11376"/>
                </a:lnTo>
                <a:lnTo>
                  <a:pt x="6538" y="11556"/>
                </a:lnTo>
                <a:lnTo>
                  <a:pt x="6639" y="11698"/>
                </a:lnTo>
                <a:lnTo>
                  <a:pt x="6727" y="11891"/>
                </a:lnTo>
                <a:lnTo>
                  <a:pt x="6815" y="12072"/>
                </a:lnTo>
                <a:lnTo>
                  <a:pt x="6953" y="12214"/>
                </a:lnTo>
                <a:lnTo>
                  <a:pt x="7041" y="12407"/>
                </a:lnTo>
                <a:lnTo>
                  <a:pt x="7142" y="12601"/>
                </a:lnTo>
                <a:lnTo>
                  <a:pt x="7230" y="12730"/>
                </a:lnTo>
                <a:lnTo>
                  <a:pt x="7318" y="12923"/>
                </a:lnTo>
                <a:lnTo>
                  <a:pt x="7456" y="13117"/>
                </a:lnTo>
                <a:lnTo>
                  <a:pt x="7544" y="13259"/>
                </a:lnTo>
                <a:lnTo>
                  <a:pt x="7645" y="13439"/>
                </a:lnTo>
                <a:lnTo>
                  <a:pt x="7733" y="13633"/>
                </a:lnTo>
                <a:lnTo>
                  <a:pt x="7821" y="13775"/>
                </a:lnTo>
                <a:lnTo>
                  <a:pt x="7959" y="13955"/>
                </a:lnTo>
                <a:lnTo>
                  <a:pt x="8060" y="14149"/>
                </a:lnTo>
                <a:lnTo>
                  <a:pt x="8148" y="14291"/>
                </a:lnTo>
                <a:lnTo>
                  <a:pt x="8236" y="14471"/>
                </a:lnTo>
                <a:lnTo>
                  <a:pt x="8324" y="14665"/>
                </a:lnTo>
                <a:lnTo>
                  <a:pt x="8462" y="14806"/>
                </a:lnTo>
                <a:lnTo>
                  <a:pt x="8563" y="14987"/>
                </a:lnTo>
                <a:lnTo>
                  <a:pt x="8651" y="15180"/>
                </a:lnTo>
                <a:lnTo>
                  <a:pt x="8739" y="15322"/>
                </a:lnTo>
                <a:lnTo>
                  <a:pt x="8827" y="15503"/>
                </a:lnTo>
                <a:lnTo>
                  <a:pt x="8965" y="15696"/>
                </a:lnTo>
                <a:lnTo>
                  <a:pt x="9066" y="15838"/>
                </a:lnTo>
                <a:lnTo>
                  <a:pt x="9154" y="16032"/>
                </a:lnTo>
                <a:lnTo>
                  <a:pt x="9242" y="16161"/>
                </a:lnTo>
                <a:lnTo>
                  <a:pt x="9330" y="16354"/>
                </a:lnTo>
                <a:lnTo>
                  <a:pt x="9468" y="16548"/>
                </a:lnTo>
                <a:lnTo>
                  <a:pt x="9568" y="16690"/>
                </a:lnTo>
                <a:lnTo>
                  <a:pt x="9657" y="16870"/>
                </a:lnTo>
                <a:lnTo>
                  <a:pt x="9745" y="17064"/>
                </a:lnTo>
                <a:lnTo>
                  <a:pt x="9833" y="17205"/>
                </a:lnTo>
                <a:lnTo>
                  <a:pt x="9971" y="17386"/>
                </a:lnTo>
                <a:lnTo>
                  <a:pt x="10071" y="17528"/>
                </a:lnTo>
                <a:lnTo>
                  <a:pt x="10159" y="17721"/>
                </a:lnTo>
                <a:lnTo>
                  <a:pt x="10247" y="17902"/>
                </a:lnTo>
                <a:lnTo>
                  <a:pt x="10348" y="18044"/>
                </a:lnTo>
                <a:lnTo>
                  <a:pt x="10474" y="18237"/>
                </a:lnTo>
                <a:lnTo>
                  <a:pt x="10574" y="18379"/>
                </a:lnTo>
                <a:lnTo>
                  <a:pt x="10662" y="18560"/>
                </a:lnTo>
                <a:lnTo>
                  <a:pt x="10750" y="18753"/>
                </a:lnTo>
                <a:lnTo>
                  <a:pt x="10851" y="18895"/>
                </a:lnTo>
                <a:lnTo>
                  <a:pt x="10977" y="19076"/>
                </a:lnTo>
                <a:lnTo>
                  <a:pt x="11077" y="19218"/>
                </a:lnTo>
                <a:lnTo>
                  <a:pt x="11165" y="19411"/>
                </a:lnTo>
                <a:lnTo>
                  <a:pt x="11253" y="19605"/>
                </a:lnTo>
                <a:lnTo>
                  <a:pt x="11354" y="19733"/>
                </a:lnTo>
                <a:lnTo>
                  <a:pt x="11480" y="19927"/>
                </a:lnTo>
                <a:lnTo>
                  <a:pt x="11580" y="20069"/>
                </a:lnTo>
                <a:lnTo>
                  <a:pt x="11668" y="20262"/>
                </a:lnTo>
                <a:lnTo>
                  <a:pt x="11756" y="20391"/>
                </a:lnTo>
                <a:lnTo>
                  <a:pt x="11857" y="20585"/>
                </a:lnTo>
                <a:lnTo>
                  <a:pt x="11995" y="20778"/>
                </a:lnTo>
                <a:lnTo>
                  <a:pt x="12083" y="20920"/>
                </a:lnTo>
                <a:lnTo>
                  <a:pt x="12171" y="21101"/>
                </a:lnTo>
                <a:lnTo>
                  <a:pt x="12259" y="21243"/>
                </a:lnTo>
                <a:lnTo>
                  <a:pt x="12360" y="21436"/>
                </a:lnTo>
                <a:lnTo>
                  <a:pt x="12498" y="21578"/>
                </a:lnTo>
                <a:lnTo>
                  <a:pt x="12586" y="21758"/>
                </a:lnTo>
                <a:lnTo>
                  <a:pt x="12674" y="21952"/>
                </a:lnTo>
                <a:lnTo>
                  <a:pt x="12762" y="22094"/>
                </a:lnTo>
                <a:lnTo>
                  <a:pt x="12863" y="22274"/>
                </a:lnTo>
                <a:lnTo>
                  <a:pt x="13001" y="22416"/>
                </a:lnTo>
                <a:lnTo>
                  <a:pt x="13089" y="22610"/>
                </a:lnTo>
                <a:lnTo>
                  <a:pt x="13177" y="22752"/>
                </a:lnTo>
                <a:lnTo>
                  <a:pt x="13265" y="22932"/>
                </a:lnTo>
                <a:lnTo>
                  <a:pt x="13366" y="23074"/>
                </a:lnTo>
                <a:lnTo>
                  <a:pt x="13504" y="23268"/>
                </a:lnTo>
                <a:lnTo>
                  <a:pt x="13592" y="23409"/>
                </a:lnTo>
                <a:lnTo>
                  <a:pt x="13680" y="23590"/>
                </a:lnTo>
                <a:lnTo>
                  <a:pt x="13768" y="23732"/>
                </a:lnTo>
                <a:lnTo>
                  <a:pt x="13869" y="23925"/>
                </a:lnTo>
                <a:lnTo>
                  <a:pt x="14007" y="24067"/>
                </a:lnTo>
                <a:lnTo>
                  <a:pt x="14095" y="24248"/>
                </a:lnTo>
                <a:lnTo>
                  <a:pt x="14183" y="24441"/>
                </a:lnTo>
                <a:lnTo>
                  <a:pt x="14284" y="24583"/>
                </a:lnTo>
                <a:lnTo>
                  <a:pt x="14372" y="24764"/>
                </a:lnTo>
                <a:lnTo>
                  <a:pt x="14510" y="24906"/>
                </a:lnTo>
                <a:lnTo>
                  <a:pt x="14598" y="25099"/>
                </a:lnTo>
                <a:lnTo>
                  <a:pt x="14686" y="25241"/>
                </a:lnTo>
                <a:lnTo>
                  <a:pt x="14787" y="25422"/>
                </a:lnTo>
                <a:lnTo>
                  <a:pt x="14875" y="25563"/>
                </a:lnTo>
                <a:lnTo>
                  <a:pt x="15013" y="25757"/>
                </a:lnTo>
                <a:lnTo>
                  <a:pt x="15101" y="25899"/>
                </a:lnTo>
                <a:lnTo>
                  <a:pt x="15189" y="26079"/>
                </a:lnTo>
                <a:lnTo>
                  <a:pt x="15290" y="26221"/>
                </a:lnTo>
                <a:lnTo>
                  <a:pt x="15378" y="26363"/>
                </a:lnTo>
                <a:lnTo>
                  <a:pt x="15516" y="26557"/>
                </a:lnTo>
                <a:lnTo>
                  <a:pt x="15604" y="26698"/>
                </a:lnTo>
                <a:lnTo>
                  <a:pt x="15692" y="26879"/>
                </a:lnTo>
                <a:lnTo>
                  <a:pt x="15793" y="27021"/>
                </a:lnTo>
                <a:lnTo>
                  <a:pt x="15881" y="27214"/>
                </a:lnTo>
                <a:lnTo>
                  <a:pt x="16019" y="27356"/>
                </a:lnTo>
                <a:lnTo>
                  <a:pt x="16107" y="27537"/>
                </a:lnTo>
                <a:lnTo>
                  <a:pt x="16195" y="27679"/>
                </a:lnTo>
                <a:lnTo>
                  <a:pt x="16296" y="27872"/>
                </a:lnTo>
                <a:lnTo>
                  <a:pt x="16384" y="28014"/>
                </a:lnTo>
                <a:lnTo>
                  <a:pt x="16522" y="28195"/>
                </a:lnTo>
                <a:lnTo>
                  <a:pt x="16610" y="28336"/>
                </a:lnTo>
                <a:lnTo>
                  <a:pt x="16698" y="28530"/>
                </a:lnTo>
                <a:lnTo>
                  <a:pt x="16799" y="28672"/>
                </a:lnTo>
                <a:lnTo>
                  <a:pt x="16887" y="28814"/>
                </a:lnTo>
                <a:lnTo>
                  <a:pt x="17025" y="28994"/>
                </a:lnTo>
                <a:lnTo>
                  <a:pt x="17113" y="29140"/>
                </a:lnTo>
                <a:lnTo>
                  <a:pt x="17201" y="29328"/>
                </a:lnTo>
                <a:lnTo>
                  <a:pt x="17302" y="29470"/>
                </a:lnTo>
                <a:lnTo>
                  <a:pt x="17440" y="29657"/>
                </a:lnTo>
                <a:lnTo>
                  <a:pt x="17528" y="29799"/>
                </a:lnTo>
                <a:lnTo>
                  <a:pt x="17616" y="29986"/>
                </a:lnTo>
                <a:lnTo>
                  <a:pt x="17704" y="30128"/>
                </a:lnTo>
                <a:lnTo>
                  <a:pt x="17805" y="30269"/>
                </a:lnTo>
                <a:lnTo>
                  <a:pt x="17943" y="30457"/>
                </a:lnTo>
                <a:lnTo>
                  <a:pt x="18031" y="30597"/>
                </a:lnTo>
                <a:lnTo>
                  <a:pt x="18119" y="30786"/>
                </a:lnTo>
                <a:lnTo>
                  <a:pt x="18220" y="30926"/>
                </a:lnTo>
                <a:lnTo>
                  <a:pt x="18308" y="31068"/>
                </a:lnTo>
                <a:lnTo>
                  <a:pt x="18446" y="31255"/>
                </a:lnTo>
                <a:lnTo>
                  <a:pt x="18534" y="31397"/>
                </a:lnTo>
                <a:lnTo>
                  <a:pt x="18622" y="31585"/>
                </a:lnTo>
                <a:lnTo>
                  <a:pt x="18723" y="31726"/>
                </a:lnTo>
                <a:lnTo>
                  <a:pt x="18811" y="31867"/>
                </a:lnTo>
                <a:lnTo>
                  <a:pt x="18949" y="32055"/>
                </a:lnTo>
                <a:lnTo>
                  <a:pt x="19037" y="32196"/>
                </a:lnTo>
                <a:lnTo>
                  <a:pt x="19125" y="32384"/>
                </a:lnTo>
                <a:lnTo>
                  <a:pt x="19225" y="32524"/>
                </a:lnTo>
                <a:lnTo>
                  <a:pt x="19314" y="32666"/>
                </a:lnTo>
                <a:lnTo>
                  <a:pt x="19452" y="32855"/>
                </a:lnTo>
                <a:lnTo>
                  <a:pt x="19540" y="32995"/>
                </a:lnTo>
                <a:lnTo>
                  <a:pt x="19628" y="33184"/>
                </a:lnTo>
                <a:lnTo>
                  <a:pt x="19728" y="33324"/>
                </a:lnTo>
                <a:lnTo>
                  <a:pt x="19816" y="33465"/>
                </a:lnTo>
                <a:lnTo>
                  <a:pt x="19955" y="33653"/>
                </a:lnTo>
                <a:lnTo>
                  <a:pt x="20043" y="33794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488199" y="5689750"/>
            <a:ext cx="20043" cy="29097"/>
          </a:xfrm>
          <a:custGeom>
            <a:avLst/>
            <a:gdLst/>
            <a:ahLst/>
            <a:cxnLst/>
            <a:rect l="l" t="t" r="r" b="b"/>
            <a:pathLst>
              <a:path w="20043" h="29097">
                <a:moveTo>
                  <a:pt x="0" y="0"/>
                </a:moveTo>
                <a:lnTo>
                  <a:pt x="88" y="141"/>
                </a:lnTo>
                <a:lnTo>
                  <a:pt x="188" y="330"/>
                </a:lnTo>
                <a:lnTo>
                  <a:pt x="276" y="470"/>
                </a:lnTo>
                <a:lnTo>
                  <a:pt x="414" y="659"/>
                </a:lnTo>
                <a:lnTo>
                  <a:pt x="502" y="799"/>
                </a:lnTo>
                <a:lnTo>
                  <a:pt x="590" y="940"/>
                </a:lnTo>
                <a:lnTo>
                  <a:pt x="691" y="1128"/>
                </a:lnTo>
                <a:lnTo>
                  <a:pt x="779" y="1269"/>
                </a:lnTo>
                <a:lnTo>
                  <a:pt x="917" y="1411"/>
                </a:lnTo>
                <a:lnTo>
                  <a:pt x="1005" y="1599"/>
                </a:lnTo>
                <a:lnTo>
                  <a:pt x="1093" y="1739"/>
                </a:lnTo>
                <a:lnTo>
                  <a:pt x="1194" y="1880"/>
                </a:lnTo>
                <a:lnTo>
                  <a:pt x="1282" y="2068"/>
                </a:lnTo>
                <a:lnTo>
                  <a:pt x="1420" y="2209"/>
                </a:lnTo>
                <a:lnTo>
                  <a:pt x="1508" y="2351"/>
                </a:lnTo>
                <a:lnTo>
                  <a:pt x="1609" y="2538"/>
                </a:lnTo>
                <a:lnTo>
                  <a:pt x="1697" y="2680"/>
                </a:lnTo>
                <a:lnTo>
                  <a:pt x="1785" y="2820"/>
                </a:lnTo>
                <a:lnTo>
                  <a:pt x="1923" y="3009"/>
                </a:lnTo>
                <a:lnTo>
                  <a:pt x="2011" y="3149"/>
                </a:lnTo>
                <a:lnTo>
                  <a:pt x="2112" y="3291"/>
                </a:lnTo>
                <a:lnTo>
                  <a:pt x="2200" y="3478"/>
                </a:lnTo>
                <a:lnTo>
                  <a:pt x="2288" y="3620"/>
                </a:lnTo>
                <a:lnTo>
                  <a:pt x="2426" y="3761"/>
                </a:lnTo>
                <a:lnTo>
                  <a:pt x="2514" y="3949"/>
                </a:lnTo>
                <a:lnTo>
                  <a:pt x="2615" y="4089"/>
                </a:lnTo>
                <a:lnTo>
                  <a:pt x="2703" y="4230"/>
                </a:lnTo>
                <a:lnTo>
                  <a:pt x="2791" y="4372"/>
                </a:lnTo>
                <a:lnTo>
                  <a:pt x="2929" y="4560"/>
                </a:lnTo>
                <a:lnTo>
                  <a:pt x="3017" y="4701"/>
                </a:lnTo>
                <a:lnTo>
                  <a:pt x="3118" y="4841"/>
                </a:lnTo>
                <a:lnTo>
                  <a:pt x="3206" y="5030"/>
                </a:lnTo>
                <a:lnTo>
                  <a:pt x="3294" y="5170"/>
                </a:lnTo>
                <a:lnTo>
                  <a:pt x="3432" y="5312"/>
                </a:lnTo>
                <a:lnTo>
                  <a:pt x="3520" y="5453"/>
                </a:lnTo>
                <a:lnTo>
                  <a:pt x="3621" y="5641"/>
                </a:lnTo>
                <a:lnTo>
                  <a:pt x="3709" y="5782"/>
                </a:lnTo>
                <a:lnTo>
                  <a:pt x="3797" y="5922"/>
                </a:lnTo>
                <a:lnTo>
                  <a:pt x="3935" y="6111"/>
                </a:lnTo>
                <a:lnTo>
                  <a:pt x="4023" y="6252"/>
                </a:lnTo>
                <a:lnTo>
                  <a:pt x="4124" y="6393"/>
                </a:lnTo>
                <a:lnTo>
                  <a:pt x="4212" y="6534"/>
                </a:lnTo>
                <a:lnTo>
                  <a:pt x="4300" y="6722"/>
                </a:lnTo>
                <a:lnTo>
                  <a:pt x="4438" y="6863"/>
                </a:lnTo>
                <a:lnTo>
                  <a:pt x="4526" y="7004"/>
                </a:lnTo>
                <a:lnTo>
                  <a:pt x="4627" y="7145"/>
                </a:lnTo>
                <a:lnTo>
                  <a:pt x="4715" y="7333"/>
                </a:lnTo>
                <a:lnTo>
                  <a:pt x="4803" y="7474"/>
                </a:lnTo>
                <a:lnTo>
                  <a:pt x="4941" y="7614"/>
                </a:lnTo>
                <a:lnTo>
                  <a:pt x="5029" y="7756"/>
                </a:lnTo>
                <a:lnTo>
                  <a:pt x="5130" y="7945"/>
                </a:lnTo>
                <a:lnTo>
                  <a:pt x="5218" y="8085"/>
                </a:lnTo>
                <a:lnTo>
                  <a:pt x="5306" y="8226"/>
                </a:lnTo>
                <a:lnTo>
                  <a:pt x="5444" y="8368"/>
                </a:lnTo>
                <a:lnTo>
                  <a:pt x="5545" y="8508"/>
                </a:lnTo>
                <a:lnTo>
                  <a:pt x="5633" y="8697"/>
                </a:lnTo>
                <a:lnTo>
                  <a:pt x="5721" y="8837"/>
                </a:lnTo>
                <a:lnTo>
                  <a:pt x="5809" y="8978"/>
                </a:lnTo>
                <a:lnTo>
                  <a:pt x="5947" y="9120"/>
                </a:lnTo>
                <a:lnTo>
                  <a:pt x="6048" y="9307"/>
                </a:lnTo>
                <a:lnTo>
                  <a:pt x="6136" y="9449"/>
                </a:lnTo>
                <a:lnTo>
                  <a:pt x="6224" y="9589"/>
                </a:lnTo>
                <a:lnTo>
                  <a:pt x="6312" y="9730"/>
                </a:lnTo>
                <a:lnTo>
                  <a:pt x="6450" y="9872"/>
                </a:lnTo>
                <a:lnTo>
                  <a:pt x="6551" y="10060"/>
                </a:lnTo>
                <a:lnTo>
                  <a:pt x="6639" y="10201"/>
                </a:lnTo>
                <a:lnTo>
                  <a:pt x="6727" y="10341"/>
                </a:lnTo>
                <a:lnTo>
                  <a:pt x="6815" y="10483"/>
                </a:lnTo>
                <a:lnTo>
                  <a:pt x="6953" y="10624"/>
                </a:lnTo>
                <a:lnTo>
                  <a:pt x="7054" y="10812"/>
                </a:lnTo>
                <a:lnTo>
                  <a:pt x="7142" y="10953"/>
                </a:lnTo>
                <a:lnTo>
                  <a:pt x="7230" y="11093"/>
                </a:lnTo>
                <a:lnTo>
                  <a:pt x="7318" y="11235"/>
                </a:lnTo>
                <a:lnTo>
                  <a:pt x="7456" y="11376"/>
                </a:lnTo>
                <a:lnTo>
                  <a:pt x="7557" y="11564"/>
                </a:lnTo>
                <a:lnTo>
                  <a:pt x="7645" y="11704"/>
                </a:lnTo>
                <a:lnTo>
                  <a:pt x="7733" y="11845"/>
                </a:lnTo>
                <a:lnTo>
                  <a:pt x="7833" y="11987"/>
                </a:lnTo>
                <a:lnTo>
                  <a:pt x="7959" y="12128"/>
                </a:lnTo>
                <a:lnTo>
                  <a:pt x="8060" y="12268"/>
                </a:lnTo>
                <a:lnTo>
                  <a:pt x="8148" y="12456"/>
                </a:lnTo>
                <a:lnTo>
                  <a:pt x="8236" y="12598"/>
                </a:lnTo>
                <a:lnTo>
                  <a:pt x="8336" y="12739"/>
                </a:lnTo>
                <a:lnTo>
                  <a:pt x="8462" y="12879"/>
                </a:lnTo>
                <a:lnTo>
                  <a:pt x="8563" y="13021"/>
                </a:lnTo>
                <a:lnTo>
                  <a:pt x="8651" y="13162"/>
                </a:lnTo>
                <a:lnTo>
                  <a:pt x="8739" y="13303"/>
                </a:lnTo>
                <a:lnTo>
                  <a:pt x="8839" y="13491"/>
                </a:lnTo>
                <a:lnTo>
                  <a:pt x="8977" y="13631"/>
                </a:lnTo>
                <a:lnTo>
                  <a:pt x="9066" y="13773"/>
                </a:lnTo>
                <a:lnTo>
                  <a:pt x="9154" y="13914"/>
                </a:lnTo>
                <a:lnTo>
                  <a:pt x="9242" y="14054"/>
                </a:lnTo>
                <a:lnTo>
                  <a:pt x="9342" y="14196"/>
                </a:lnTo>
                <a:lnTo>
                  <a:pt x="9480" y="14337"/>
                </a:lnTo>
                <a:lnTo>
                  <a:pt x="9568" y="14478"/>
                </a:lnTo>
                <a:lnTo>
                  <a:pt x="9657" y="14666"/>
                </a:lnTo>
                <a:lnTo>
                  <a:pt x="9745" y="14806"/>
                </a:lnTo>
                <a:lnTo>
                  <a:pt x="9845" y="14948"/>
                </a:lnTo>
                <a:lnTo>
                  <a:pt x="9983" y="15089"/>
                </a:lnTo>
                <a:lnTo>
                  <a:pt x="10071" y="15229"/>
                </a:lnTo>
                <a:lnTo>
                  <a:pt x="10159" y="15371"/>
                </a:lnTo>
                <a:lnTo>
                  <a:pt x="10247" y="15512"/>
                </a:lnTo>
                <a:lnTo>
                  <a:pt x="10348" y="15653"/>
                </a:lnTo>
                <a:lnTo>
                  <a:pt x="10486" y="15794"/>
                </a:lnTo>
                <a:lnTo>
                  <a:pt x="10574" y="15983"/>
                </a:lnTo>
                <a:lnTo>
                  <a:pt x="10662" y="16123"/>
                </a:lnTo>
                <a:lnTo>
                  <a:pt x="10750" y="16264"/>
                </a:lnTo>
                <a:lnTo>
                  <a:pt x="10851" y="16406"/>
                </a:lnTo>
                <a:lnTo>
                  <a:pt x="10989" y="16546"/>
                </a:lnTo>
                <a:lnTo>
                  <a:pt x="11077" y="16687"/>
                </a:lnTo>
                <a:lnTo>
                  <a:pt x="11165" y="16829"/>
                </a:lnTo>
                <a:lnTo>
                  <a:pt x="11253" y="16969"/>
                </a:lnTo>
                <a:lnTo>
                  <a:pt x="11354" y="17110"/>
                </a:lnTo>
                <a:lnTo>
                  <a:pt x="11492" y="17252"/>
                </a:lnTo>
                <a:lnTo>
                  <a:pt x="11580" y="17392"/>
                </a:lnTo>
                <a:lnTo>
                  <a:pt x="11668" y="17533"/>
                </a:lnTo>
                <a:lnTo>
                  <a:pt x="11769" y="17721"/>
                </a:lnTo>
                <a:lnTo>
                  <a:pt x="11857" y="17862"/>
                </a:lnTo>
                <a:lnTo>
                  <a:pt x="11995" y="18004"/>
                </a:lnTo>
                <a:lnTo>
                  <a:pt x="12083" y="18144"/>
                </a:lnTo>
                <a:lnTo>
                  <a:pt x="12171" y="18285"/>
                </a:lnTo>
                <a:lnTo>
                  <a:pt x="12272" y="18427"/>
                </a:lnTo>
                <a:lnTo>
                  <a:pt x="12360" y="18568"/>
                </a:lnTo>
                <a:lnTo>
                  <a:pt x="12498" y="18708"/>
                </a:lnTo>
                <a:lnTo>
                  <a:pt x="12586" y="18850"/>
                </a:lnTo>
                <a:lnTo>
                  <a:pt x="12674" y="18991"/>
                </a:lnTo>
                <a:lnTo>
                  <a:pt x="12775" y="19131"/>
                </a:lnTo>
                <a:lnTo>
                  <a:pt x="12863" y="19273"/>
                </a:lnTo>
                <a:lnTo>
                  <a:pt x="13001" y="19414"/>
                </a:lnTo>
                <a:lnTo>
                  <a:pt x="13089" y="19554"/>
                </a:lnTo>
                <a:lnTo>
                  <a:pt x="13177" y="19696"/>
                </a:lnTo>
                <a:lnTo>
                  <a:pt x="13278" y="19837"/>
                </a:lnTo>
                <a:lnTo>
                  <a:pt x="13366" y="19977"/>
                </a:lnTo>
                <a:lnTo>
                  <a:pt x="13504" y="20119"/>
                </a:lnTo>
                <a:lnTo>
                  <a:pt x="13592" y="20260"/>
                </a:lnTo>
                <a:lnTo>
                  <a:pt x="13680" y="20400"/>
                </a:lnTo>
                <a:lnTo>
                  <a:pt x="13781" y="20542"/>
                </a:lnTo>
                <a:lnTo>
                  <a:pt x="13869" y="20683"/>
                </a:lnTo>
                <a:lnTo>
                  <a:pt x="14007" y="20823"/>
                </a:lnTo>
                <a:lnTo>
                  <a:pt x="14095" y="20965"/>
                </a:lnTo>
                <a:lnTo>
                  <a:pt x="14183" y="21106"/>
                </a:lnTo>
                <a:lnTo>
                  <a:pt x="14284" y="21246"/>
                </a:lnTo>
                <a:lnTo>
                  <a:pt x="14372" y="21388"/>
                </a:lnTo>
                <a:lnTo>
                  <a:pt x="14510" y="21529"/>
                </a:lnTo>
                <a:lnTo>
                  <a:pt x="14598" y="21669"/>
                </a:lnTo>
                <a:lnTo>
                  <a:pt x="14686" y="21811"/>
                </a:lnTo>
                <a:lnTo>
                  <a:pt x="14787" y="21952"/>
                </a:lnTo>
                <a:lnTo>
                  <a:pt x="14875" y="22093"/>
                </a:lnTo>
                <a:lnTo>
                  <a:pt x="15013" y="22234"/>
                </a:lnTo>
                <a:lnTo>
                  <a:pt x="15101" y="22375"/>
                </a:lnTo>
                <a:lnTo>
                  <a:pt x="15202" y="22516"/>
                </a:lnTo>
                <a:lnTo>
                  <a:pt x="15290" y="22657"/>
                </a:lnTo>
                <a:lnTo>
                  <a:pt x="15378" y="22798"/>
                </a:lnTo>
                <a:lnTo>
                  <a:pt x="15516" y="22939"/>
                </a:lnTo>
                <a:lnTo>
                  <a:pt x="15604" y="23081"/>
                </a:lnTo>
                <a:lnTo>
                  <a:pt x="15705" y="23221"/>
                </a:lnTo>
                <a:lnTo>
                  <a:pt x="15793" y="23362"/>
                </a:lnTo>
                <a:lnTo>
                  <a:pt x="15881" y="23504"/>
                </a:lnTo>
                <a:lnTo>
                  <a:pt x="16019" y="23644"/>
                </a:lnTo>
                <a:lnTo>
                  <a:pt x="16107" y="23785"/>
                </a:lnTo>
                <a:lnTo>
                  <a:pt x="16208" y="23927"/>
                </a:lnTo>
                <a:lnTo>
                  <a:pt x="16296" y="24067"/>
                </a:lnTo>
                <a:lnTo>
                  <a:pt x="16384" y="24208"/>
                </a:lnTo>
                <a:lnTo>
                  <a:pt x="16522" y="24350"/>
                </a:lnTo>
                <a:lnTo>
                  <a:pt x="16711" y="24584"/>
                </a:lnTo>
                <a:lnTo>
                  <a:pt x="16799" y="24725"/>
                </a:lnTo>
                <a:lnTo>
                  <a:pt x="16887" y="24867"/>
                </a:lnTo>
                <a:lnTo>
                  <a:pt x="17025" y="25007"/>
                </a:lnTo>
                <a:lnTo>
                  <a:pt x="17113" y="25148"/>
                </a:lnTo>
                <a:lnTo>
                  <a:pt x="17214" y="25290"/>
                </a:lnTo>
                <a:lnTo>
                  <a:pt x="17302" y="25431"/>
                </a:lnTo>
                <a:lnTo>
                  <a:pt x="17390" y="25571"/>
                </a:lnTo>
                <a:lnTo>
                  <a:pt x="17528" y="25713"/>
                </a:lnTo>
                <a:lnTo>
                  <a:pt x="17616" y="25854"/>
                </a:lnTo>
                <a:lnTo>
                  <a:pt x="17717" y="25994"/>
                </a:lnTo>
                <a:lnTo>
                  <a:pt x="17893" y="26229"/>
                </a:lnTo>
                <a:lnTo>
                  <a:pt x="18031" y="26371"/>
                </a:lnTo>
                <a:lnTo>
                  <a:pt x="18119" y="26511"/>
                </a:lnTo>
                <a:lnTo>
                  <a:pt x="18220" y="26652"/>
                </a:lnTo>
                <a:lnTo>
                  <a:pt x="18308" y="26794"/>
                </a:lnTo>
                <a:lnTo>
                  <a:pt x="18396" y="26934"/>
                </a:lnTo>
                <a:lnTo>
                  <a:pt x="18534" y="27075"/>
                </a:lnTo>
                <a:lnTo>
                  <a:pt x="18622" y="27217"/>
                </a:lnTo>
                <a:lnTo>
                  <a:pt x="18811" y="27452"/>
                </a:lnTo>
                <a:lnTo>
                  <a:pt x="18899" y="27592"/>
                </a:lnTo>
                <a:lnTo>
                  <a:pt x="19037" y="27734"/>
                </a:lnTo>
                <a:lnTo>
                  <a:pt x="19137" y="27875"/>
                </a:lnTo>
                <a:lnTo>
                  <a:pt x="19225" y="28015"/>
                </a:lnTo>
                <a:lnTo>
                  <a:pt x="19313" y="28157"/>
                </a:lnTo>
                <a:lnTo>
                  <a:pt x="19402" y="28298"/>
                </a:lnTo>
                <a:lnTo>
                  <a:pt x="19540" y="28392"/>
                </a:lnTo>
                <a:lnTo>
                  <a:pt x="19640" y="28533"/>
                </a:lnTo>
                <a:lnTo>
                  <a:pt x="19728" y="28674"/>
                </a:lnTo>
                <a:lnTo>
                  <a:pt x="19816" y="28815"/>
                </a:lnTo>
                <a:lnTo>
                  <a:pt x="19904" y="28956"/>
                </a:lnTo>
                <a:lnTo>
                  <a:pt x="20043" y="29097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508242" y="5718848"/>
            <a:ext cx="20005" cy="23878"/>
          </a:xfrm>
          <a:custGeom>
            <a:avLst/>
            <a:gdLst/>
            <a:ahLst/>
            <a:cxnLst/>
            <a:rect l="l" t="t" r="r" b="b"/>
            <a:pathLst>
              <a:path w="20005" h="23878">
                <a:moveTo>
                  <a:pt x="0" y="0"/>
                </a:moveTo>
                <a:lnTo>
                  <a:pt x="188" y="234"/>
                </a:lnTo>
                <a:lnTo>
                  <a:pt x="276" y="375"/>
                </a:lnTo>
                <a:lnTo>
                  <a:pt x="364" y="515"/>
                </a:lnTo>
                <a:lnTo>
                  <a:pt x="502" y="657"/>
                </a:lnTo>
                <a:lnTo>
                  <a:pt x="603" y="798"/>
                </a:lnTo>
                <a:lnTo>
                  <a:pt x="779" y="1033"/>
                </a:lnTo>
                <a:lnTo>
                  <a:pt x="867" y="1175"/>
                </a:lnTo>
                <a:lnTo>
                  <a:pt x="1005" y="1315"/>
                </a:lnTo>
                <a:lnTo>
                  <a:pt x="1106" y="1456"/>
                </a:lnTo>
                <a:lnTo>
                  <a:pt x="1282" y="1692"/>
                </a:lnTo>
                <a:lnTo>
                  <a:pt x="1383" y="1832"/>
                </a:lnTo>
                <a:lnTo>
                  <a:pt x="1508" y="1973"/>
                </a:lnTo>
                <a:lnTo>
                  <a:pt x="1609" y="2115"/>
                </a:lnTo>
                <a:lnTo>
                  <a:pt x="1785" y="2350"/>
                </a:lnTo>
                <a:lnTo>
                  <a:pt x="1886" y="2490"/>
                </a:lnTo>
                <a:lnTo>
                  <a:pt x="2011" y="2631"/>
                </a:lnTo>
                <a:lnTo>
                  <a:pt x="2112" y="2773"/>
                </a:lnTo>
                <a:lnTo>
                  <a:pt x="2288" y="3007"/>
                </a:lnTo>
                <a:lnTo>
                  <a:pt x="2389" y="3148"/>
                </a:lnTo>
                <a:lnTo>
                  <a:pt x="2527" y="3290"/>
                </a:lnTo>
                <a:lnTo>
                  <a:pt x="2703" y="3525"/>
                </a:lnTo>
                <a:lnTo>
                  <a:pt x="2791" y="3665"/>
                </a:lnTo>
                <a:lnTo>
                  <a:pt x="2892" y="3807"/>
                </a:lnTo>
                <a:lnTo>
                  <a:pt x="3030" y="3948"/>
                </a:lnTo>
                <a:lnTo>
                  <a:pt x="3206" y="4182"/>
                </a:lnTo>
                <a:lnTo>
                  <a:pt x="3294" y="4323"/>
                </a:lnTo>
                <a:lnTo>
                  <a:pt x="3395" y="4465"/>
                </a:lnTo>
                <a:lnTo>
                  <a:pt x="3533" y="4559"/>
                </a:lnTo>
                <a:lnTo>
                  <a:pt x="3621" y="4700"/>
                </a:lnTo>
                <a:lnTo>
                  <a:pt x="3709" y="4840"/>
                </a:lnTo>
                <a:lnTo>
                  <a:pt x="3898" y="5076"/>
                </a:lnTo>
                <a:lnTo>
                  <a:pt x="4036" y="5217"/>
                </a:lnTo>
                <a:lnTo>
                  <a:pt x="4124" y="5357"/>
                </a:lnTo>
                <a:lnTo>
                  <a:pt x="4300" y="5592"/>
                </a:lnTo>
                <a:lnTo>
                  <a:pt x="4400" y="5734"/>
                </a:lnTo>
                <a:lnTo>
                  <a:pt x="4539" y="5875"/>
                </a:lnTo>
                <a:lnTo>
                  <a:pt x="4715" y="6109"/>
                </a:lnTo>
                <a:lnTo>
                  <a:pt x="4803" y="6251"/>
                </a:lnTo>
                <a:lnTo>
                  <a:pt x="5042" y="6486"/>
                </a:lnTo>
                <a:lnTo>
                  <a:pt x="5130" y="6627"/>
                </a:lnTo>
                <a:lnTo>
                  <a:pt x="5318" y="6861"/>
                </a:lnTo>
                <a:lnTo>
                  <a:pt x="5406" y="7003"/>
                </a:lnTo>
                <a:lnTo>
                  <a:pt x="5545" y="7144"/>
                </a:lnTo>
                <a:lnTo>
                  <a:pt x="5721" y="7378"/>
                </a:lnTo>
                <a:lnTo>
                  <a:pt x="5821" y="7520"/>
                </a:lnTo>
                <a:lnTo>
                  <a:pt x="6048" y="7755"/>
                </a:lnTo>
                <a:lnTo>
                  <a:pt x="6136" y="7896"/>
                </a:lnTo>
                <a:lnTo>
                  <a:pt x="6324" y="8130"/>
                </a:lnTo>
                <a:lnTo>
                  <a:pt x="6412" y="8272"/>
                </a:lnTo>
                <a:lnTo>
                  <a:pt x="6551" y="8366"/>
                </a:lnTo>
                <a:lnTo>
                  <a:pt x="6639" y="8507"/>
                </a:lnTo>
                <a:lnTo>
                  <a:pt x="6727" y="8648"/>
                </a:lnTo>
                <a:lnTo>
                  <a:pt x="6915" y="8884"/>
                </a:lnTo>
                <a:lnTo>
                  <a:pt x="7054" y="8977"/>
                </a:lnTo>
                <a:lnTo>
                  <a:pt x="7142" y="9118"/>
                </a:lnTo>
                <a:lnTo>
                  <a:pt x="7230" y="9259"/>
                </a:lnTo>
                <a:lnTo>
                  <a:pt x="7418" y="9494"/>
                </a:lnTo>
                <a:lnTo>
                  <a:pt x="7557" y="9636"/>
                </a:lnTo>
                <a:lnTo>
                  <a:pt x="7733" y="9870"/>
                </a:lnTo>
                <a:lnTo>
                  <a:pt x="7833" y="10011"/>
                </a:lnTo>
                <a:lnTo>
                  <a:pt x="8060" y="10246"/>
                </a:lnTo>
                <a:lnTo>
                  <a:pt x="8236" y="10482"/>
                </a:lnTo>
                <a:lnTo>
                  <a:pt x="8336" y="10622"/>
                </a:lnTo>
                <a:lnTo>
                  <a:pt x="8563" y="10857"/>
                </a:lnTo>
                <a:lnTo>
                  <a:pt x="8739" y="11092"/>
                </a:lnTo>
                <a:lnTo>
                  <a:pt x="8839" y="11234"/>
                </a:lnTo>
                <a:lnTo>
                  <a:pt x="9066" y="11468"/>
                </a:lnTo>
                <a:lnTo>
                  <a:pt x="9254" y="11703"/>
                </a:lnTo>
                <a:lnTo>
                  <a:pt x="9430" y="11938"/>
                </a:lnTo>
                <a:lnTo>
                  <a:pt x="9568" y="12080"/>
                </a:lnTo>
                <a:lnTo>
                  <a:pt x="9757" y="12315"/>
                </a:lnTo>
                <a:lnTo>
                  <a:pt x="9933" y="12549"/>
                </a:lnTo>
                <a:lnTo>
                  <a:pt x="10071" y="12643"/>
                </a:lnTo>
                <a:lnTo>
                  <a:pt x="10159" y="12784"/>
                </a:lnTo>
                <a:lnTo>
                  <a:pt x="10260" y="12926"/>
                </a:lnTo>
                <a:lnTo>
                  <a:pt x="10436" y="13161"/>
                </a:lnTo>
                <a:lnTo>
                  <a:pt x="10574" y="13255"/>
                </a:lnTo>
                <a:lnTo>
                  <a:pt x="10662" y="13395"/>
                </a:lnTo>
                <a:lnTo>
                  <a:pt x="10851" y="13630"/>
                </a:lnTo>
                <a:lnTo>
                  <a:pt x="11077" y="13866"/>
                </a:lnTo>
                <a:lnTo>
                  <a:pt x="11266" y="14101"/>
                </a:lnTo>
                <a:lnTo>
                  <a:pt x="11442" y="14336"/>
                </a:lnTo>
                <a:lnTo>
                  <a:pt x="11580" y="14430"/>
                </a:lnTo>
                <a:lnTo>
                  <a:pt x="11668" y="14570"/>
                </a:lnTo>
                <a:lnTo>
                  <a:pt x="11769" y="14712"/>
                </a:lnTo>
                <a:lnTo>
                  <a:pt x="11945" y="14947"/>
                </a:lnTo>
                <a:lnTo>
                  <a:pt x="12083" y="15041"/>
                </a:lnTo>
                <a:lnTo>
                  <a:pt x="12171" y="15182"/>
                </a:lnTo>
                <a:lnTo>
                  <a:pt x="12360" y="15370"/>
                </a:lnTo>
                <a:lnTo>
                  <a:pt x="12448" y="15511"/>
                </a:lnTo>
                <a:lnTo>
                  <a:pt x="12586" y="15605"/>
                </a:lnTo>
                <a:lnTo>
                  <a:pt x="12687" y="15745"/>
                </a:lnTo>
                <a:lnTo>
                  <a:pt x="12863" y="15981"/>
                </a:lnTo>
                <a:lnTo>
                  <a:pt x="13089" y="16216"/>
                </a:lnTo>
                <a:lnTo>
                  <a:pt x="13278" y="16451"/>
                </a:lnTo>
                <a:lnTo>
                  <a:pt x="13454" y="16686"/>
                </a:lnTo>
                <a:lnTo>
                  <a:pt x="13592" y="16780"/>
                </a:lnTo>
                <a:lnTo>
                  <a:pt x="13693" y="16922"/>
                </a:lnTo>
                <a:lnTo>
                  <a:pt x="13869" y="17156"/>
                </a:lnTo>
                <a:lnTo>
                  <a:pt x="14095" y="17345"/>
                </a:lnTo>
                <a:lnTo>
                  <a:pt x="14196" y="17485"/>
                </a:lnTo>
                <a:lnTo>
                  <a:pt x="14372" y="17720"/>
                </a:lnTo>
                <a:lnTo>
                  <a:pt x="14598" y="17955"/>
                </a:lnTo>
                <a:lnTo>
                  <a:pt x="14787" y="18143"/>
                </a:lnTo>
                <a:lnTo>
                  <a:pt x="14875" y="18284"/>
                </a:lnTo>
                <a:lnTo>
                  <a:pt x="15101" y="18520"/>
                </a:lnTo>
                <a:lnTo>
                  <a:pt x="15290" y="18707"/>
                </a:lnTo>
                <a:lnTo>
                  <a:pt x="15378" y="18849"/>
                </a:lnTo>
                <a:lnTo>
                  <a:pt x="15604" y="19083"/>
                </a:lnTo>
                <a:lnTo>
                  <a:pt x="15793" y="19272"/>
                </a:lnTo>
                <a:lnTo>
                  <a:pt x="15881" y="19412"/>
                </a:lnTo>
                <a:lnTo>
                  <a:pt x="16107" y="19647"/>
                </a:lnTo>
                <a:lnTo>
                  <a:pt x="16296" y="19835"/>
                </a:lnTo>
                <a:lnTo>
                  <a:pt x="16384" y="19976"/>
                </a:lnTo>
                <a:lnTo>
                  <a:pt x="16623" y="20164"/>
                </a:lnTo>
                <a:lnTo>
                  <a:pt x="16711" y="20306"/>
                </a:lnTo>
                <a:lnTo>
                  <a:pt x="16887" y="20541"/>
                </a:lnTo>
                <a:lnTo>
                  <a:pt x="17126" y="20729"/>
                </a:lnTo>
                <a:lnTo>
                  <a:pt x="17214" y="20870"/>
                </a:lnTo>
                <a:lnTo>
                  <a:pt x="17390" y="21058"/>
                </a:lnTo>
                <a:lnTo>
                  <a:pt x="17490" y="21199"/>
                </a:lnTo>
                <a:lnTo>
                  <a:pt x="17629" y="21293"/>
                </a:lnTo>
                <a:lnTo>
                  <a:pt x="17805" y="21528"/>
                </a:lnTo>
                <a:lnTo>
                  <a:pt x="17993" y="21716"/>
                </a:lnTo>
                <a:lnTo>
                  <a:pt x="18132" y="21857"/>
                </a:lnTo>
                <a:lnTo>
                  <a:pt x="18308" y="22045"/>
                </a:lnTo>
                <a:lnTo>
                  <a:pt x="18396" y="22185"/>
                </a:lnTo>
                <a:lnTo>
                  <a:pt x="18634" y="22374"/>
                </a:lnTo>
                <a:lnTo>
                  <a:pt x="18723" y="22514"/>
                </a:lnTo>
                <a:lnTo>
                  <a:pt x="18911" y="22703"/>
                </a:lnTo>
                <a:lnTo>
                  <a:pt x="19137" y="22937"/>
                </a:lnTo>
                <a:lnTo>
                  <a:pt x="19313" y="23126"/>
                </a:lnTo>
                <a:lnTo>
                  <a:pt x="19414" y="23268"/>
                </a:lnTo>
                <a:lnTo>
                  <a:pt x="19640" y="23455"/>
                </a:lnTo>
                <a:lnTo>
                  <a:pt x="19816" y="23691"/>
                </a:lnTo>
                <a:lnTo>
                  <a:pt x="20005" y="23878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528248" y="5742726"/>
            <a:ext cx="20043" cy="18379"/>
          </a:xfrm>
          <a:custGeom>
            <a:avLst/>
            <a:gdLst/>
            <a:ahLst/>
            <a:cxnLst/>
            <a:rect l="l" t="t" r="r" b="b"/>
            <a:pathLst>
              <a:path w="20043" h="18379">
                <a:moveTo>
                  <a:pt x="0" y="0"/>
                </a:moveTo>
                <a:lnTo>
                  <a:pt x="138" y="141"/>
                </a:lnTo>
                <a:lnTo>
                  <a:pt x="314" y="328"/>
                </a:lnTo>
                <a:lnTo>
                  <a:pt x="502" y="564"/>
                </a:lnTo>
                <a:lnTo>
                  <a:pt x="641" y="659"/>
                </a:lnTo>
                <a:lnTo>
                  <a:pt x="817" y="846"/>
                </a:lnTo>
                <a:lnTo>
                  <a:pt x="917" y="987"/>
                </a:lnTo>
                <a:lnTo>
                  <a:pt x="1144" y="1175"/>
                </a:lnTo>
                <a:lnTo>
                  <a:pt x="1320" y="1363"/>
                </a:lnTo>
                <a:lnTo>
                  <a:pt x="1420" y="1505"/>
                </a:lnTo>
                <a:lnTo>
                  <a:pt x="1647" y="1692"/>
                </a:lnTo>
                <a:lnTo>
                  <a:pt x="1823" y="1928"/>
                </a:lnTo>
                <a:lnTo>
                  <a:pt x="2011" y="2115"/>
                </a:lnTo>
                <a:lnTo>
                  <a:pt x="2150" y="2209"/>
                </a:lnTo>
                <a:lnTo>
                  <a:pt x="2326" y="2444"/>
                </a:lnTo>
                <a:lnTo>
                  <a:pt x="2514" y="2632"/>
                </a:lnTo>
                <a:lnTo>
                  <a:pt x="2653" y="2726"/>
                </a:lnTo>
                <a:lnTo>
                  <a:pt x="2841" y="2961"/>
                </a:lnTo>
                <a:lnTo>
                  <a:pt x="3017" y="3149"/>
                </a:lnTo>
                <a:lnTo>
                  <a:pt x="3156" y="3243"/>
                </a:lnTo>
                <a:lnTo>
                  <a:pt x="3344" y="3432"/>
                </a:lnTo>
                <a:lnTo>
                  <a:pt x="3432" y="3572"/>
                </a:lnTo>
                <a:lnTo>
                  <a:pt x="3659" y="3761"/>
                </a:lnTo>
                <a:lnTo>
                  <a:pt x="3847" y="3949"/>
                </a:lnTo>
                <a:lnTo>
                  <a:pt x="4023" y="4136"/>
                </a:lnTo>
                <a:lnTo>
                  <a:pt x="4162" y="4278"/>
                </a:lnTo>
                <a:lnTo>
                  <a:pt x="4350" y="4466"/>
                </a:lnTo>
                <a:lnTo>
                  <a:pt x="4526" y="4653"/>
                </a:lnTo>
                <a:lnTo>
                  <a:pt x="4665" y="4747"/>
                </a:lnTo>
                <a:lnTo>
                  <a:pt x="4853" y="4982"/>
                </a:lnTo>
                <a:lnTo>
                  <a:pt x="5029" y="5170"/>
                </a:lnTo>
                <a:lnTo>
                  <a:pt x="5168" y="5264"/>
                </a:lnTo>
                <a:lnTo>
                  <a:pt x="5356" y="5453"/>
                </a:lnTo>
                <a:lnTo>
                  <a:pt x="5532" y="5641"/>
                </a:lnTo>
                <a:lnTo>
                  <a:pt x="5670" y="5735"/>
                </a:lnTo>
                <a:lnTo>
                  <a:pt x="5758" y="5876"/>
                </a:lnTo>
                <a:lnTo>
                  <a:pt x="5947" y="6064"/>
                </a:lnTo>
                <a:lnTo>
                  <a:pt x="6173" y="6251"/>
                </a:lnTo>
                <a:lnTo>
                  <a:pt x="6362" y="6439"/>
                </a:lnTo>
                <a:lnTo>
                  <a:pt x="6538" y="6628"/>
                </a:lnTo>
                <a:lnTo>
                  <a:pt x="6676" y="6722"/>
                </a:lnTo>
                <a:lnTo>
                  <a:pt x="6865" y="6910"/>
                </a:lnTo>
                <a:lnTo>
                  <a:pt x="7041" y="7145"/>
                </a:lnTo>
                <a:lnTo>
                  <a:pt x="7179" y="7239"/>
                </a:lnTo>
                <a:lnTo>
                  <a:pt x="7368" y="7427"/>
                </a:lnTo>
                <a:lnTo>
                  <a:pt x="7544" y="7614"/>
                </a:lnTo>
                <a:lnTo>
                  <a:pt x="7682" y="7709"/>
                </a:lnTo>
                <a:lnTo>
                  <a:pt x="7871" y="7897"/>
                </a:lnTo>
                <a:lnTo>
                  <a:pt x="8047" y="8085"/>
                </a:lnTo>
                <a:lnTo>
                  <a:pt x="8185" y="8179"/>
                </a:lnTo>
                <a:lnTo>
                  <a:pt x="8374" y="8366"/>
                </a:lnTo>
                <a:lnTo>
                  <a:pt x="8550" y="8555"/>
                </a:lnTo>
                <a:lnTo>
                  <a:pt x="8688" y="8649"/>
                </a:lnTo>
                <a:lnTo>
                  <a:pt x="8877" y="8837"/>
                </a:lnTo>
                <a:lnTo>
                  <a:pt x="9066" y="9026"/>
                </a:lnTo>
                <a:lnTo>
                  <a:pt x="9292" y="9213"/>
                </a:lnTo>
                <a:lnTo>
                  <a:pt x="9468" y="9401"/>
                </a:lnTo>
                <a:lnTo>
                  <a:pt x="9694" y="9589"/>
                </a:lnTo>
                <a:lnTo>
                  <a:pt x="9883" y="9777"/>
                </a:lnTo>
                <a:lnTo>
                  <a:pt x="10071" y="9966"/>
                </a:lnTo>
                <a:lnTo>
                  <a:pt x="10210" y="10059"/>
                </a:lnTo>
                <a:lnTo>
                  <a:pt x="10386" y="10247"/>
                </a:lnTo>
                <a:lnTo>
                  <a:pt x="10574" y="10435"/>
                </a:lnTo>
                <a:lnTo>
                  <a:pt x="10713" y="10529"/>
                </a:lnTo>
                <a:lnTo>
                  <a:pt x="10889" y="10670"/>
                </a:lnTo>
                <a:lnTo>
                  <a:pt x="11077" y="10858"/>
                </a:lnTo>
                <a:lnTo>
                  <a:pt x="11216" y="10953"/>
                </a:lnTo>
                <a:lnTo>
                  <a:pt x="11392" y="11141"/>
                </a:lnTo>
                <a:lnTo>
                  <a:pt x="11580" y="11328"/>
                </a:lnTo>
                <a:lnTo>
                  <a:pt x="11719" y="11422"/>
                </a:lnTo>
                <a:lnTo>
                  <a:pt x="11895" y="11610"/>
                </a:lnTo>
                <a:lnTo>
                  <a:pt x="12083" y="11751"/>
                </a:lnTo>
                <a:lnTo>
                  <a:pt x="12222" y="11845"/>
                </a:lnTo>
                <a:lnTo>
                  <a:pt x="12398" y="12033"/>
                </a:lnTo>
                <a:lnTo>
                  <a:pt x="12586" y="12222"/>
                </a:lnTo>
                <a:lnTo>
                  <a:pt x="12725" y="12316"/>
                </a:lnTo>
                <a:lnTo>
                  <a:pt x="12901" y="12504"/>
                </a:lnTo>
                <a:lnTo>
                  <a:pt x="13089" y="12645"/>
                </a:lnTo>
                <a:lnTo>
                  <a:pt x="13228" y="12739"/>
                </a:lnTo>
                <a:lnTo>
                  <a:pt x="13404" y="12927"/>
                </a:lnTo>
                <a:lnTo>
                  <a:pt x="13592" y="13114"/>
                </a:lnTo>
                <a:lnTo>
                  <a:pt x="13731" y="13208"/>
                </a:lnTo>
                <a:lnTo>
                  <a:pt x="13907" y="13350"/>
                </a:lnTo>
                <a:lnTo>
                  <a:pt x="14095" y="13537"/>
                </a:lnTo>
                <a:lnTo>
                  <a:pt x="14234" y="13631"/>
                </a:lnTo>
                <a:lnTo>
                  <a:pt x="14410" y="13773"/>
                </a:lnTo>
                <a:lnTo>
                  <a:pt x="14598" y="13960"/>
                </a:lnTo>
                <a:lnTo>
                  <a:pt x="14736" y="14054"/>
                </a:lnTo>
                <a:lnTo>
                  <a:pt x="14913" y="14243"/>
                </a:lnTo>
                <a:lnTo>
                  <a:pt x="15101" y="14383"/>
                </a:lnTo>
                <a:lnTo>
                  <a:pt x="15239" y="14478"/>
                </a:lnTo>
                <a:lnTo>
                  <a:pt x="15415" y="14666"/>
                </a:lnTo>
                <a:lnTo>
                  <a:pt x="15604" y="14806"/>
                </a:lnTo>
                <a:lnTo>
                  <a:pt x="15742" y="14901"/>
                </a:lnTo>
                <a:lnTo>
                  <a:pt x="15918" y="15089"/>
                </a:lnTo>
                <a:lnTo>
                  <a:pt x="16107" y="15229"/>
                </a:lnTo>
                <a:lnTo>
                  <a:pt x="16245" y="15324"/>
                </a:lnTo>
                <a:lnTo>
                  <a:pt x="16434" y="15466"/>
                </a:lnTo>
                <a:lnTo>
                  <a:pt x="16610" y="15653"/>
                </a:lnTo>
                <a:lnTo>
                  <a:pt x="16748" y="15747"/>
                </a:lnTo>
                <a:lnTo>
                  <a:pt x="16937" y="15889"/>
                </a:lnTo>
                <a:lnTo>
                  <a:pt x="17113" y="16076"/>
                </a:lnTo>
                <a:lnTo>
                  <a:pt x="17251" y="16123"/>
                </a:lnTo>
                <a:lnTo>
                  <a:pt x="17440" y="16312"/>
                </a:lnTo>
                <a:lnTo>
                  <a:pt x="17616" y="16452"/>
                </a:lnTo>
                <a:lnTo>
                  <a:pt x="17754" y="16546"/>
                </a:lnTo>
                <a:lnTo>
                  <a:pt x="17943" y="16735"/>
                </a:lnTo>
                <a:lnTo>
                  <a:pt x="18119" y="16875"/>
                </a:lnTo>
                <a:lnTo>
                  <a:pt x="18257" y="16969"/>
                </a:lnTo>
                <a:lnTo>
                  <a:pt x="18446" y="17110"/>
                </a:lnTo>
                <a:lnTo>
                  <a:pt x="18622" y="17298"/>
                </a:lnTo>
                <a:lnTo>
                  <a:pt x="18760" y="17345"/>
                </a:lnTo>
                <a:lnTo>
                  <a:pt x="18949" y="17533"/>
                </a:lnTo>
                <a:lnTo>
                  <a:pt x="19125" y="17674"/>
                </a:lnTo>
                <a:lnTo>
                  <a:pt x="19263" y="17768"/>
                </a:lnTo>
                <a:lnTo>
                  <a:pt x="19452" y="17910"/>
                </a:lnTo>
                <a:lnTo>
                  <a:pt x="19628" y="18050"/>
                </a:lnTo>
                <a:lnTo>
                  <a:pt x="19766" y="18144"/>
                </a:lnTo>
                <a:lnTo>
                  <a:pt x="19955" y="18285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548291" y="5761105"/>
            <a:ext cx="20043" cy="12551"/>
          </a:xfrm>
          <a:custGeom>
            <a:avLst/>
            <a:gdLst/>
            <a:ahLst/>
            <a:cxnLst/>
            <a:rect l="l" t="t" r="r" b="b"/>
            <a:pathLst>
              <a:path w="20043" h="12551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70"/>
                </a:lnTo>
                <a:lnTo>
                  <a:pt x="729" y="563"/>
                </a:lnTo>
                <a:lnTo>
                  <a:pt x="917" y="705"/>
                </a:lnTo>
                <a:lnTo>
                  <a:pt x="1093" y="846"/>
                </a:lnTo>
                <a:lnTo>
                  <a:pt x="1232" y="940"/>
                </a:lnTo>
                <a:lnTo>
                  <a:pt x="1420" y="1080"/>
                </a:lnTo>
                <a:lnTo>
                  <a:pt x="1596" y="1222"/>
                </a:lnTo>
                <a:lnTo>
                  <a:pt x="1735" y="1316"/>
                </a:lnTo>
                <a:lnTo>
                  <a:pt x="1923" y="1457"/>
                </a:lnTo>
                <a:lnTo>
                  <a:pt x="2099" y="1598"/>
                </a:lnTo>
                <a:lnTo>
                  <a:pt x="2238" y="1692"/>
                </a:lnTo>
                <a:lnTo>
                  <a:pt x="2426" y="1832"/>
                </a:lnTo>
                <a:lnTo>
                  <a:pt x="2615" y="1974"/>
                </a:lnTo>
                <a:lnTo>
                  <a:pt x="2841" y="2115"/>
                </a:lnTo>
                <a:lnTo>
                  <a:pt x="3017" y="2255"/>
                </a:lnTo>
                <a:lnTo>
                  <a:pt x="3244" y="2444"/>
                </a:lnTo>
                <a:lnTo>
                  <a:pt x="3432" y="2586"/>
                </a:lnTo>
                <a:lnTo>
                  <a:pt x="3621" y="2726"/>
                </a:lnTo>
                <a:lnTo>
                  <a:pt x="3759" y="2773"/>
                </a:lnTo>
                <a:lnTo>
                  <a:pt x="3935" y="2914"/>
                </a:lnTo>
                <a:lnTo>
                  <a:pt x="4124" y="3055"/>
                </a:lnTo>
                <a:lnTo>
                  <a:pt x="4262" y="3149"/>
                </a:lnTo>
                <a:lnTo>
                  <a:pt x="4438" y="3290"/>
                </a:lnTo>
                <a:lnTo>
                  <a:pt x="4627" y="3432"/>
                </a:lnTo>
                <a:lnTo>
                  <a:pt x="4765" y="3525"/>
                </a:lnTo>
                <a:lnTo>
                  <a:pt x="4941" y="3666"/>
                </a:lnTo>
                <a:lnTo>
                  <a:pt x="5130" y="3807"/>
                </a:lnTo>
                <a:lnTo>
                  <a:pt x="5268" y="3855"/>
                </a:lnTo>
                <a:lnTo>
                  <a:pt x="5444" y="3995"/>
                </a:lnTo>
                <a:lnTo>
                  <a:pt x="5633" y="4136"/>
                </a:lnTo>
                <a:lnTo>
                  <a:pt x="5771" y="4184"/>
                </a:lnTo>
                <a:lnTo>
                  <a:pt x="5947" y="4324"/>
                </a:lnTo>
                <a:lnTo>
                  <a:pt x="6136" y="4465"/>
                </a:lnTo>
                <a:lnTo>
                  <a:pt x="6274" y="4559"/>
                </a:lnTo>
                <a:lnTo>
                  <a:pt x="6450" y="4701"/>
                </a:lnTo>
                <a:lnTo>
                  <a:pt x="6639" y="4841"/>
                </a:lnTo>
                <a:lnTo>
                  <a:pt x="6777" y="4888"/>
                </a:lnTo>
                <a:lnTo>
                  <a:pt x="6953" y="5030"/>
                </a:lnTo>
                <a:lnTo>
                  <a:pt x="7142" y="5170"/>
                </a:lnTo>
                <a:lnTo>
                  <a:pt x="7280" y="5217"/>
                </a:lnTo>
                <a:lnTo>
                  <a:pt x="7456" y="5359"/>
                </a:lnTo>
                <a:lnTo>
                  <a:pt x="7645" y="5499"/>
                </a:lnTo>
                <a:lnTo>
                  <a:pt x="7783" y="5547"/>
                </a:lnTo>
                <a:lnTo>
                  <a:pt x="7959" y="5688"/>
                </a:lnTo>
                <a:lnTo>
                  <a:pt x="8148" y="5828"/>
                </a:lnTo>
                <a:lnTo>
                  <a:pt x="8286" y="5876"/>
                </a:lnTo>
                <a:lnTo>
                  <a:pt x="8462" y="6016"/>
                </a:lnTo>
                <a:lnTo>
                  <a:pt x="8651" y="6157"/>
                </a:lnTo>
                <a:lnTo>
                  <a:pt x="8789" y="6205"/>
                </a:lnTo>
                <a:lnTo>
                  <a:pt x="8965" y="6345"/>
                </a:lnTo>
                <a:lnTo>
                  <a:pt x="9154" y="6486"/>
                </a:lnTo>
                <a:lnTo>
                  <a:pt x="9292" y="6534"/>
                </a:lnTo>
                <a:lnTo>
                  <a:pt x="9468" y="6674"/>
                </a:lnTo>
                <a:lnTo>
                  <a:pt x="9656" y="6816"/>
                </a:lnTo>
                <a:lnTo>
                  <a:pt x="9795" y="6863"/>
                </a:lnTo>
                <a:lnTo>
                  <a:pt x="9983" y="7003"/>
                </a:lnTo>
                <a:lnTo>
                  <a:pt x="10159" y="7097"/>
                </a:lnTo>
                <a:lnTo>
                  <a:pt x="10298" y="7191"/>
                </a:lnTo>
                <a:lnTo>
                  <a:pt x="10486" y="7286"/>
                </a:lnTo>
                <a:lnTo>
                  <a:pt x="10662" y="7426"/>
                </a:lnTo>
                <a:lnTo>
                  <a:pt x="10801" y="7474"/>
                </a:lnTo>
                <a:lnTo>
                  <a:pt x="10989" y="7614"/>
                </a:lnTo>
                <a:lnTo>
                  <a:pt x="11165" y="7755"/>
                </a:lnTo>
                <a:lnTo>
                  <a:pt x="11304" y="7803"/>
                </a:lnTo>
                <a:lnTo>
                  <a:pt x="11492" y="7943"/>
                </a:lnTo>
                <a:lnTo>
                  <a:pt x="11668" y="8038"/>
                </a:lnTo>
                <a:lnTo>
                  <a:pt x="11807" y="8085"/>
                </a:lnTo>
                <a:lnTo>
                  <a:pt x="11995" y="8226"/>
                </a:lnTo>
                <a:lnTo>
                  <a:pt x="12171" y="8366"/>
                </a:lnTo>
                <a:lnTo>
                  <a:pt x="12310" y="8414"/>
                </a:lnTo>
                <a:lnTo>
                  <a:pt x="12498" y="8508"/>
                </a:lnTo>
                <a:lnTo>
                  <a:pt x="12674" y="8649"/>
                </a:lnTo>
                <a:lnTo>
                  <a:pt x="12813" y="8695"/>
                </a:lnTo>
                <a:lnTo>
                  <a:pt x="13001" y="8837"/>
                </a:lnTo>
                <a:lnTo>
                  <a:pt x="13177" y="8931"/>
                </a:lnTo>
                <a:lnTo>
                  <a:pt x="13316" y="8978"/>
                </a:lnTo>
                <a:lnTo>
                  <a:pt x="13504" y="9118"/>
                </a:lnTo>
                <a:lnTo>
                  <a:pt x="13680" y="9213"/>
                </a:lnTo>
                <a:lnTo>
                  <a:pt x="13819" y="9260"/>
                </a:lnTo>
                <a:lnTo>
                  <a:pt x="14007" y="9401"/>
                </a:lnTo>
                <a:lnTo>
                  <a:pt x="14183" y="9495"/>
                </a:lnTo>
                <a:lnTo>
                  <a:pt x="14322" y="9589"/>
                </a:lnTo>
                <a:lnTo>
                  <a:pt x="14510" y="9683"/>
                </a:lnTo>
                <a:lnTo>
                  <a:pt x="14686" y="9777"/>
                </a:lnTo>
                <a:lnTo>
                  <a:pt x="14824" y="9870"/>
                </a:lnTo>
                <a:lnTo>
                  <a:pt x="15013" y="9965"/>
                </a:lnTo>
                <a:lnTo>
                  <a:pt x="15189" y="10059"/>
                </a:lnTo>
                <a:lnTo>
                  <a:pt x="15327" y="10106"/>
                </a:lnTo>
                <a:lnTo>
                  <a:pt x="15516" y="10247"/>
                </a:lnTo>
                <a:lnTo>
                  <a:pt x="15692" y="10341"/>
                </a:lnTo>
                <a:lnTo>
                  <a:pt x="15830" y="10388"/>
                </a:lnTo>
                <a:lnTo>
                  <a:pt x="16019" y="10529"/>
                </a:lnTo>
                <a:lnTo>
                  <a:pt x="16208" y="10624"/>
                </a:lnTo>
                <a:lnTo>
                  <a:pt x="16434" y="10716"/>
                </a:lnTo>
                <a:lnTo>
                  <a:pt x="16610" y="10811"/>
                </a:lnTo>
                <a:lnTo>
                  <a:pt x="16836" y="10953"/>
                </a:lnTo>
                <a:lnTo>
                  <a:pt x="17025" y="11047"/>
                </a:lnTo>
                <a:lnTo>
                  <a:pt x="17214" y="11140"/>
                </a:lnTo>
                <a:lnTo>
                  <a:pt x="17352" y="11187"/>
                </a:lnTo>
                <a:lnTo>
                  <a:pt x="17528" y="11328"/>
                </a:lnTo>
                <a:lnTo>
                  <a:pt x="17717" y="11422"/>
                </a:lnTo>
                <a:lnTo>
                  <a:pt x="17855" y="11470"/>
                </a:lnTo>
                <a:lnTo>
                  <a:pt x="18031" y="11563"/>
                </a:lnTo>
                <a:lnTo>
                  <a:pt x="18220" y="11657"/>
                </a:lnTo>
                <a:lnTo>
                  <a:pt x="18358" y="11704"/>
                </a:lnTo>
                <a:lnTo>
                  <a:pt x="18534" y="11799"/>
                </a:lnTo>
                <a:lnTo>
                  <a:pt x="18723" y="11939"/>
                </a:lnTo>
                <a:lnTo>
                  <a:pt x="18861" y="11986"/>
                </a:lnTo>
                <a:lnTo>
                  <a:pt x="19037" y="12080"/>
                </a:lnTo>
                <a:lnTo>
                  <a:pt x="19225" y="12174"/>
                </a:lnTo>
                <a:lnTo>
                  <a:pt x="19364" y="12222"/>
                </a:lnTo>
                <a:lnTo>
                  <a:pt x="19540" y="12316"/>
                </a:lnTo>
                <a:lnTo>
                  <a:pt x="19728" y="12409"/>
                </a:lnTo>
                <a:lnTo>
                  <a:pt x="19867" y="12456"/>
                </a:lnTo>
                <a:lnTo>
                  <a:pt x="20043" y="12551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568334" y="5773656"/>
            <a:ext cx="20043" cy="6534"/>
          </a:xfrm>
          <a:custGeom>
            <a:avLst/>
            <a:gdLst/>
            <a:ahLst/>
            <a:cxnLst/>
            <a:rect l="l" t="t" r="r" b="b"/>
            <a:pathLst>
              <a:path w="20043" h="6534">
                <a:moveTo>
                  <a:pt x="0" y="0"/>
                </a:moveTo>
                <a:lnTo>
                  <a:pt x="188" y="94"/>
                </a:lnTo>
                <a:lnTo>
                  <a:pt x="326" y="140"/>
                </a:lnTo>
                <a:lnTo>
                  <a:pt x="502" y="234"/>
                </a:lnTo>
                <a:lnTo>
                  <a:pt x="691" y="328"/>
                </a:lnTo>
                <a:lnTo>
                  <a:pt x="829" y="375"/>
                </a:lnTo>
                <a:lnTo>
                  <a:pt x="1005" y="469"/>
                </a:lnTo>
                <a:lnTo>
                  <a:pt x="1194" y="563"/>
                </a:lnTo>
                <a:lnTo>
                  <a:pt x="1332" y="611"/>
                </a:lnTo>
                <a:lnTo>
                  <a:pt x="1508" y="704"/>
                </a:lnTo>
                <a:lnTo>
                  <a:pt x="1697" y="798"/>
                </a:lnTo>
                <a:lnTo>
                  <a:pt x="1835" y="846"/>
                </a:lnTo>
                <a:lnTo>
                  <a:pt x="2011" y="940"/>
                </a:lnTo>
                <a:lnTo>
                  <a:pt x="2200" y="1034"/>
                </a:lnTo>
                <a:lnTo>
                  <a:pt x="2338" y="1080"/>
                </a:lnTo>
                <a:lnTo>
                  <a:pt x="2514" y="1175"/>
                </a:lnTo>
                <a:lnTo>
                  <a:pt x="2703" y="1269"/>
                </a:lnTo>
                <a:lnTo>
                  <a:pt x="2841" y="1269"/>
                </a:lnTo>
                <a:lnTo>
                  <a:pt x="3017" y="1363"/>
                </a:lnTo>
                <a:lnTo>
                  <a:pt x="3206" y="1457"/>
                </a:lnTo>
                <a:lnTo>
                  <a:pt x="3344" y="1503"/>
                </a:lnTo>
                <a:lnTo>
                  <a:pt x="3533" y="1598"/>
                </a:lnTo>
                <a:lnTo>
                  <a:pt x="3709" y="1692"/>
                </a:lnTo>
                <a:lnTo>
                  <a:pt x="3847" y="1738"/>
                </a:lnTo>
                <a:lnTo>
                  <a:pt x="4036" y="1786"/>
                </a:lnTo>
                <a:lnTo>
                  <a:pt x="4212" y="1880"/>
                </a:lnTo>
                <a:lnTo>
                  <a:pt x="4350" y="1926"/>
                </a:lnTo>
                <a:lnTo>
                  <a:pt x="4539" y="2021"/>
                </a:lnTo>
                <a:lnTo>
                  <a:pt x="4715" y="2115"/>
                </a:lnTo>
                <a:lnTo>
                  <a:pt x="4853" y="2115"/>
                </a:lnTo>
                <a:lnTo>
                  <a:pt x="5042" y="2209"/>
                </a:lnTo>
                <a:lnTo>
                  <a:pt x="5218" y="2303"/>
                </a:lnTo>
                <a:lnTo>
                  <a:pt x="5356" y="2350"/>
                </a:lnTo>
                <a:lnTo>
                  <a:pt x="5545" y="2396"/>
                </a:lnTo>
                <a:lnTo>
                  <a:pt x="5721" y="2490"/>
                </a:lnTo>
                <a:lnTo>
                  <a:pt x="5859" y="2538"/>
                </a:lnTo>
                <a:lnTo>
                  <a:pt x="6048" y="2632"/>
                </a:lnTo>
                <a:lnTo>
                  <a:pt x="6224" y="2678"/>
                </a:lnTo>
                <a:lnTo>
                  <a:pt x="6362" y="2726"/>
                </a:lnTo>
                <a:lnTo>
                  <a:pt x="6551" y="2819"/>
                </a:lnTo>
                <a:lnTo>
                  <a:pt x="6727" y="2867"/>
                </a:lnTo>
                <a:lnTo>
                  <a:pt x="6865" y="2913"/>
                </a:lnTo>
                <a:lnTo>
                  <a:pt x="7054" y="3007"/>
                </a:lnTo>
                <a:lnTo>
                  <a:pt x="7230" y="3055"/>
                </a:lnTo>
                <a:lnTo>
                  <a:pt x="7368" y="3101"/>
                </a:lnTo>
                <a:lnTo>
                  <a:pt x="7557" y="3196"/>
                </a:lnTo>
                <a:lnTo>
                  <a:pt x="7733" y="3242"/>
                </a:lnTo>
                <a:lnTo>
                  <a:pt x="7871" y="3290"/>
                </a:lnTo>
                <a:lnTo>
                  <a:pt x="8060" y="3384"/>
                </a:lnTo>
                <a:lnTo>
                  <a:pt x="8236" y="3430"/>
                </a:lnTo>
                <a:lnTo>
                  <a:pt x="8374" y="3478"/>
                </a:lnTo>
                <a:lnTo>
                  <a:pt x="8563" y="3525"/>
                </a:lnTo>
                <a:lnTo>
                  <a:pt x="8789" y="3619"/>
                </a:lnTo>
                <a:lnTo>
                  <a:pt x="8977" y="3665"/>
                </a:lnTo>
                <a:lnTo>
                  <a:pt x="9154" y="3759"/>
                </a:lnTo>
                <a:lnTo>
                  <a:pt x="9292" y="3759"/>
                </a:lnTo>
                <a:lnTo>
                  <a:pt x="9480" y="3853"/>
                </a:lnTo>
                <a:lnTo>
                  <a:pt x="9656" y="3901"/>
                </a:lnTo>
                <a:lnTo>
                  <a:pt x="9795" y="3948"/>
                </a:lnTo>
                <a:lnTo>
                  <a:pt x="9983" y="3995"/>
                </a:lnTo>
                <a:lnTo>
                  <a:pt x="10159" y="4088"/>
                </a:lnTo>
                <a:lnTo>
                  <a:pt x="10298" y="4088"/>
                </a:lnTo>
                <a:lnTo>
                  <a:pt x="10486" y="4182"/>
                </a:lnTo>
                <a:lnTo>
                  <a:pt x="10662" y="4230"/>
                </a:lnTo>
                <a:lnTo>
                  <a:pt x="10801" y="4276"/>
                </a:lnTo>
                <a:lnTo>
                  <a:pt x="10989" y="4324"/>
                </a:lnTo>
                <a:lnTo>
                  <a:pt x="11165" y="4418"/>
                </a:lnTo>
                <a:lnTo>
                  <a:pt x="11304" y="4418"/>
                </a:lnTo>
                <a:lnTo>
                  <a:pt x="11492" y="4511"/>
                </a:lnTo>
                <a:lnTo>
                  <a:pt x="11668" y="4559"/>
                </a:lnTo>
                <a:lnTo>
                  <a:pt x="11807" y="4559"/>
                </a:lnTo>
                <a:lnTo>
                  <a:pt x="11995" y="4653"/>
                </a:lnTo>
                <a:lnTo>
                  <a:pt x="12171" y="4700"/>
                </a:lnTo>
                <a:lnTo>
                  <a:pt x="12310" y="4747"/>
                </a:lnTo>
                <a:lnTo>
                  <a:pt x="12498" y="4794"/>
                </a:lnTo>
                <a:lnTo>
                  <a:pt x="12674" y="4841"/>
                </a:lnTo>
                <a:lnTo>
                  <a:pt x="12813" y="4888"/>
                </a:lnTo>
                <a:lnTo>
                  <a:pt x="13001" y="4934"/>
                </a:lnTo>
                <a:lnTo>
                  <a:pt x="13177" y="4982"/>
                </a:lnTo>
                <a:lnTo>
                  <a:pt x="13316" y="5028"/>
                </a:lnTo>
                <a:lnTo>
                  <a:pt x="13504" y="5076"/>
                </a:lnTo>
                <a:lnTo>
                  <a:pt x="13693" y="5123"/>
                </a:lnTo>
                <a:lnTo>
                  <a:pt x="13919" y="5170"/>
                </a:lnTo>
                <a:lnTo>
                  <a:pt x="14095" y="5217"/>
                </a:lnTo>
                <a:lnTo>
                  <a:pt x="14322" y="5264"/>
                </a:lnTo>
                <a:lnTo>
                  <a:pt x="14510" y="5357"/>
                </a:lnTo>
                <a:lnTo>
                  <a:pt x="14699" y="5405"/>
                </a:lnTo>
                <a:lnTo>
                  <a:pt x="14837" y="5405"/>
                </a:lnTo>
                <a:lnTo>
                  <a:pt x="15013" y="5451"/>
                </a:lnTo>
                <a:lnTo>
                  <a:pt x="15202" y="5499"/>
                </a:lnTo>
                <a:lnTo>
                  <a:pt x="15340" y="5546"/>
                </a:lnTo>
                <a:lnTo>
                  <a:pt x="15516" y="5593"/>
                </a:lnTo>
                <a:lnTo>
                  <a:pt x="15705" y="5640"/>
                </a:lnTo>
                <a:lnTo>
                  <a:pt x="15843" y="5688"/>
                </a:lnTo>
                <a:lnTo>
                  <a:pt x="16019" y="5734"/>
                </a:lnTo>
                <a:lnTo>
                  <a:pt x="16208" y="5780"/>
                </a:lnTo>
                <a:lnTo>
                  <a:pt x="16346" y="5780"/>
                </a:lnTo>
                <a:lnTo>
                  <a:pt x="16522" y="5828"/>
                </a:lnTo>
                <a:lnTo>
                  <a:pt x="16711" y="5875"/>
                </a:lnTo>
                <a:lnTo>
                  <a:pt x="16849" y="5875"/>
                </a:lnTo>
                <a:lnTo>
                  <a:pt x="17025" y="5922"/>
                </a:lnTo>
                <a:lnTo>
                  <a:pt x="17214" y="5969"/>
                </a:lnTo>
                <a:lnTo>
                  <a:pt x="17352" y="6016"/>
                </a:lnTo>
                <a:lnTo>
                  <a:pt x="17528" y="6063"/>
                </a:lnTo>
                <a:lnTo>
                  <a:pt x="17717" y="6111"/>
                </a:lnTo>
                <a:lnTo>
                  <a:pt x="17855" y="6111"/>
                </a:lnTo>
                <a:lnTo>
                  <a:pt x="18031" y="6157"/>
                </a:lnTo>
                <a:lnTo>
                  <a:pt x="18220" y="6203"/>
                </a:lnTo>
                <a:lnTo>
                  <a:pt x="18358" y="6203"/>
                </a:lnTo>
                <a:lnTo>
                  <a:pt x="18534" y="6251"/>
                </a:lnTo>
                <a:lnTo>
                  <a:pt x="18723" y="6298"/>
                </a:lnTo>
                <a:lnTo>
                  <a:pt x="18861" y="6298"/>
                </a:lnTo>
                <a:lnTo>
                  <a:pt x="19037" y="6345"/>
                </a:lnTo>
                <a:lnTo>
                  <a:pt x="19225" y="6392"/>
                </a:lnTo>
                <a:lnTo>
                  <a:pt x="19364" y="6392"/>
                </a:lnTo>
                <a:lnTo>
                  <a:pt x="19540" y="6439"/>
                </a:lnTo>
                <a:lnTo>
                  <a:pt x="19728" y="6486"/>
                </a:lnTo>
                <a:lnTo>
                  <a:pt x="19867" y="6486"/>
                </a:lnTo>
                <a:lnTo>
                  <a:pt x="20043" y="6534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588378" y="5780191"/>
            <a:ext cx="20055" cy="986"/>
          </a:xfrm>
          <a:custGeom>
            <a:avLst/>
            <a:gdLst/>
            <a:ahLst/>
            <a:cxnLst/>
            <a:rect l="l" t="t" r="r" b="b"/>
            <a:pathLst>
              <a:path w="20055" h="986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1" y="140"/>
                </a:lnTo>
                <a:lnTo>
                  <a:pt x="829" y="140"/>
                </a:lnTo>
                <a:lnTo>
                  <a:pt x="1018" y="187"/>
                </a:lnTo>
                <a:lnTo>
                  <a:pt x="1194" y="187"/>
                </a:lnTo>
                <a:lnTo>
                  <a:pt x="1332" y="234"/>
                </a:lnTo>
                <a:lnTo>
                  <a:pt x="1521" y="234"/>
                </a:lnTo>
                <a:lnTo>
                  <a:pt x="1697" y="281"/>
                </a:lnTo>
                <a:lnTo>
                  <a:pt x="1835" y="281"/>
                </a:lnTo>
                <a:lnTo>
                  <a:pt x="2024" y="328"/>
                </a:lnTo>
                <a:lnTo>
                  <a:pt x="2200" y="328"/>
                </a:lnTo>
                <a:lnTo>
                  <a:pt x="2338" y="375"/>
                </a:lnTo>
                <a:lnTo>
                  <a:pt x="2527" y="375"/>
                </a:lnTo>
                <a:lnTo>
                  <a:pt x="2703" y="423"/>
                </a:lnTo>
                <a:lnTo>
                  <a:pt x="2841" y="423"/>
                </a:lnTo>
                <a:lnTo>
                  <a:pt x="3030" y="469"/>
                </a:lnTo>
                <a:lnTo>
                  <a:pt x="3206" y="469"/>
                </a:lnTo>
                <a:lnTo>
                  <a:pt x="3344" y="515"/>
                </a:lnTo>
                <a:lnTo>
                  <a:pt x="3533" y="515"/>
                </a:lnTo>
                <a:lnTo>
                  <a:pt x="3709" y="563"/>
                </a:lnTo>
                <a:lnTo>
                  <a:pt x="3847" y="563"/>
                </a:lnTo>
                <a:lnTo>
                  <a:pt x="4036" y="563"/>
                </a:lnTo>
                <a:lnTo>
                  <a:pt x="4212" y="610"/>
                </a:lnTo>
                <a:lnTo>
                  <a:pt x="4350" y="610"/>
                </a:lnTo>
                <a:lnTo>
                  <a:pt x="4539" y="610"/>
                </a:lnTo>
                <a:lnTo>
                  <a:pt x="4715" y="657"/>
                </a:lnTo>
                <a:lnTo>
                  <a:pt x="4853" y="657"/>
                </a:lnTo>
                <a:lnTo>
                  <a:pt x="5042" y="704"/>
                </a:lnTo>
                <a:lnTo>
                  <a:pt x="5218" y="704"/>
                </a:lnTo>
                <a:lnTo>
                  <a:pt x="5356" y="704"/>
                </a:lnTo>
                <a:lnTo>
                  <a:pt x="5545" y="704"/>
                </a:lnTo>
                <a:lnTo>
                  <a:pt x="5721" y="751"/>
                </a:lnTo>
                <a:lnTo>
                  <a:pt x="5859" y="751"/>
                </a:lnTo>
                <a:lnTo>
                  <a:pt x="6048" y="751"/>
                </a:lnTo>
                <a:lnTo>
                  <a:pt x="6224" y="798"/>
                </a:lnTo>
                <a:lnTo>
                  <a:pt x="6362" y="798"/>
                </a:lnTo>
                <a:lnTo>
                  <a:pt x="6551" y="798"/>
                </a:lnTo>
                <a:lnTo>
                  <a:pt x="6727" y="846"/>
                </a:lnTo>
                <a:lnTo>
                  <a:pt x="6865" y="846"/>
                </a:lnTo>
                <a:lnTo>
                  <a:pt x="7054" y="846"/>
                </a:lnTo>
                <a:lnTo>
                  <a:pt x="7242" y="846"/>
                </a:lnTo>
                <a:lnTo>
                  <a:pt x="7469" y="892"/>
                </a:lnTo>
                <a:lnTo>
                  <a:pt x="7645" y="892"/>
                </a:lnTo>
                <a:lnTo>
                  <a:pt x="7871" y="892"/>
                </a:lnTo>
                <a:lnTo>
                  <a:pt x="8060" y="892"/>
                </a:lnTo>
                <a:lnTo>
                  <a:pt x="8248" y="892"/>
                </a:lnTo>
                <a:lnTo>
                  <a:pt x="8386" y="938"/>
                </a:lnTo>
                <a:lnTo>
                  <a:pt x="8563" y="938"/>
                </a:lnTo>
                <a:lnTo>
                  <a:pt x="8751" y="938"/>
                </a:lnTo>
                <a:lnTo>
                  <a:pt x="8889" y="938"/>
                </a:lnTo>
                <a:lnTo>
                  <a:pt x="9066" y="938"/>
                </a:lnTo>
                <a:lnTo>
                  <a:pt x="9254" y="938"/>
                </a:lnTo>
                <a:lnTo>
                  <a:pt x="9392" y="938"/>
                </a:lnTo>
                <a:lnTo>
                  <a:pt x="9568" y="938"/>
                </a:lnTo>
                <a:lnTo>
                  <a:pt x="9757" y="986"/>
                </a:lnTo>
                <a:lnTo>
                  <a:pt x="9895" y="986"/>
                </a:lnTo>
                <a:lnTo>
                  <a:pt x="10071" y="986"/>
                </a:lnTo>
                <a:lnTo>
                  <a:pt x="10260" y="986"/>
                </a:lnTo>
                <a:lnTo>
                  <a:pt x="10398" y="986"/>
                </a:lnTo>
                <a:lnTo>
                  <a:pt x="10574" y="986"/>
                </a:lnTo>
                <a:lnTo>
                  <a:pt x="10763" y="986"/>
                </a:lnTo>
                <a:lnTo>
                  <a:pt x="10901" y="986"/>
                </a:lnTo>
                <a:lnTo>
                  <a:pt x="11077" y="986"/>
                </a:lnTo>
                <a:lnTo>
                  <a:pt x="11266" y="986"/>
                </a:lnTo>
                <a:lnTo>
                  <a:pt x="11404" y="986"/>
                </a:lnTo>
                <a:lnTo>
                  <a:pt x="11580" y="986"/>
                </a:lnTo>
                <a:lnTo>
                  <a:pt x="11769" y="986"/>
                </a:lnTo>
                <a:lnTo>
                  <a:pt x="11907" y="986"/>
                </a:lnTo>
                <a:lnTo>
                  <a:pt x="12083" y="986"/>
                </a:lnTo>
                <a:lnTo>
                  <a:pt x="12272" y="986"/>
                </a:lnTo>
                <a:lnTo>
                  <a:pt x="12410" y="986"/>
                </a:lnTo>
                <a:lnTo>
                  <a:pt x="12586" y="986"/>
                </a:lnTo>
                <a:lnTo>
                  <a:pt x="12775" y="986"/>
                </a:lnTo>
                <a:lnTo>
                  <a:pt x="12913" y="986"/>
                </a:lnTo>
                <a:lnTo>
                  <a:pt x="13089" y="986"/>
                </a:lnTo>
                <a:lnTo>
                  <a:pt x="13278" y="938"/>
                </a:lnTo>
                <a:lnTo>
                  <a:pt x="13416" y="938"/>
                </a:lnTo>
                <a:lnTo>
                  <a:pt x="13592" y="938"/>
                </a:lnTo>
                <a:lnTo>
                  <a:pt x="13781" y="938"/>
                </a:lnTo>
                <a:lnTo>
                  <a:pt x="13919" y="938"/>
                </a:lnTo>
                <a:lnTo>
                  <a:pt x="14095" y="938"/>
                </a:lnTo>
                <a:lnTo>
                  <a:pt x="14284" y="938"/>
                </a:lnTo>
                <a:lnTo>
                  <a:pt x="14422" y="892"/>
                </a:lnTo>
                <a:lnTo>
                  <a:pt x="14611" y="892"/>
                </a:lnTo>
                <a:lnTo>
                  <a:pt x="14787" y="892"/>
                </a:lnTo>
                <a:lnTo>
                  <a:pt x="14925" y="892"/>
                </a:lnTo>
                <a:lnTo>
                  <a:pt x="15114" y="892"/>
                </a:lnTo>
                <a:lnTo>
                  <a:pt x="15290" y="846"/>
                </a:lnTo>
                <a:lnTo>
                  <a:pt x="15428" y="846"/>
                </a:lnTo>
                <a:lnTo>
                  <a:pt x="15617" y="846"/>
                </a:lnTo>
                <a:lnTo>
                  <a:pt x="15793" y="846"/>
                </a:lnTo>
                <a:lnTo>
                  <a:pt x="15931" y="846"/>
                </a:lnTo>
                <a:lnTo>
                  <a:pt x="16120" y="798"/>
                </a:lnTo>
                <a:lnTo>
                  <a:pt x="16296" y="798"/>
                </a:lnTo>
                <a:lnTo>
                  <a:pt x="16434" y="798"/>
                </a:lnTo>
                <a:lnTo>
                  <a:pt x="16623" y="751"/>
                </a:lnTo>
                <a:lnTo>
                  <a:pt x="16799" y="751"/>
                </a:lnTo>
                <a:lnTo>
                  <a:pt x="16937" y="751"/>
                </a:lnTo>
                <a:lnTo>
                  <a:pt x="17126" y="751"/>
                </a:lnTo>
                <a:lnTo>
                  <a:pt x="17302" y="704"/>
                </a:lnTo>
                <a:lnTo>
                  <a:pt x="17440" y="704"/>
                </a:lnTo>
                <a:lnTo>
                  <a:pt x="17629" y="704"/>
                </a:lnTo>
                <a:lnTo>
                  <a:pt x="17805" y="657"/>
                </a:lnTo>
                <a:lnTo>
                  <a:pt x="17943" y="657"/>
                </a:lnTo>
                <a:lnTo>
                  <a:pt x="18132" y="657"/>
                </a:lnTo>
                <a:lnTo>
                  <a:pt x="18308" y="610"/>
                </a:lnTo>
                <a:lnTo>
                  <a:pt x="18446" y="610"/>
                </a:lnTo>
                <a:lnTo>
                  <a:pt x="18634" y="563"/>
                </a:lnTo>
                <a:lnTo>
                  <a:pt x="18811" y="563"/>
                </a:lnTo>
                <a:lnTo>
                  <a:pt x="18949" y="563"/>
                </a:lnTo>
                <a:lnTo>
                  <a:pt x="19137" y="515"/>
                </a:lnTo>
                <a:lnTo>
                  <a:pt x="19313" y="515"/>
                </a:lnTo>
                <a:lnTo>
                  <a:pt x="19452" y="469"/>
                </a:lnTo>
                <a:lnTo>
                  <a:pt x="19640" y="469"/>
                </a:lnTo>
                <a:lnTo>
                  <a:pt x="19816" y="423"/>
                </a:lnTo>
                <a:lnTo>
                  <a:pt x="19955" y="42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608434" y="5774878"/>
            <a:ext cx="20043" cy="5735"/>
          </a:xfrm>
          <a:custGeom>
            <a:avLst/>
            <a:gdLst/>
            <a:ahLst/>
            <a:cxnLst/>
            <a:rect l="l" t="t" r="r" b="b"/>
            <a:pathLst>
              <a:path w="20043" h="5735">
                <a:moveTo>
                  <a:pt x="0" y="5735"/>
                </a:moveTo>
                <a:lnTo>
                  <a:pt x="176" y="5688"/>
                </a:lnTo>
                <a:lnTo>
                  <a:pt x="402" y="5688"/>
                </a:lnTo>
                <a:lnTo>
                  <a:pt x="590" y="5641"/>
                </a:lnTo>
                <a:lnTo>
                  <a:pt x="779" y="5593"/>
                </a:lnTo>
                <a:lnTo>
                  <a:pt x="1005" y="5593"/>
                </a:lnTo>
                <a:lnTo>
                  <a:pt x="1181" y="5547"/>
                </a:lnTo>
                <a:lnTo>
                  <a:pt x="1408" y="5499"/>
                </a:lnTo>
                <a:lnTo>
                  <a:pt x="1596" y="5499"/>
                </a:lnTo>
                <a:lnTo>
                  <a:pt x="1785" y="5453"/>
                </a:lnTo>
                <a:lnTo>
                  <a:pt x="1923" y="5453"/>
                </a:lnTo>
                <a:lnTo>
                  <a:pt x="2099" y="5405"/>
                </a:lnTo>
                <a:lnTo>
                  <a:pt x="2288" y="5359"/>
                </a:lnTo>
                <a:lnTo>
                  <a:pt x="2426" y="5359"/>
                </a:lnTo>
                <a:lnTo>
                  <a:pt x="2602" y="5312"/>
                </a:lnTo>
                <a:lnTo>
                  <a:pt x="2791" y="5264"/>
                </a:lnTo>
                <a:lnTo>
                  <a:pt x="2929" y="5264"/>
                </a:lnTo>
                <a:lnTo>
                  <a:pt x="3105" y="5218"/>
                </a:lnTo>
                <a:lnTo>
                  <a:pt x="3294" y="5218"/>
                </a:lnTo>
                <a:lnTo>
                  <a:pt x="3432" y="5170"/>
                </a:lnTo>
                <a:lnTo>
                  <a:pt x="3608" y="5124"/>
                </a:lnTo>
                <a:lnTo>
                  <a:pt x="3797" y="5124"/>
                </a:lnTo>
                <a:lnTo>
                  <a:pt x="3935" y="5076"/>
                </a:lnTo>
                <a:lnTo>
                  <a:pt x="4111" y="5030"/>
                </a:lnTo>
                <a:lnTo>
                  <a:pt x="4300" y="4982"/>
                </a:lnTo>
                <a:lnTo>
                  <a:pt x="4438" y="4982"/>
                </a:lnTo>
                <a:lnTo>
                  <a:pt x="4614" y="4936"/>
                </a:lnTo>
                <a:lnTo>
                  <a:pt x="4803" y="4889"/>
                </a:lnTo>
                <a:lnTo>
                  <a:pt x="4941" y="4889"/>
                </a:lnTo>
                <a:lnTo>
                  <a:pt x="5117" y="4841"/>
                </a:lnTo>
                <a:lnTo>
                  <a:pt x="5306" y="4795"/>
                </a:lnTo>
                <a:lnTo>
                  <a:pt x="5444" y="4795"/>
                </a:lnTo>
                <a:lnTo>
                  <a:pt x="5620" y="4747"/>
                </a:lnTo>
                <a:lnTo>
                  <a:pt x="5809" y="4701"/>
                </a:lnTo>
                <a:lnTo>
                  <a:pt x="5947" y="4653"/>
                </a:lnTo>
                <a:lnTo>
                  <a:pt x="6123" y="4607"/>
                </a:lnTo>
                <a:lnTo>
                  <a:pt x="6312" y="4559"/>
                </a:lnTo>
                <a:lnTo>
                  <a:pt x="6450" y="4559"/>
                </a:lnTo>
                <a:lnTo>
                  <a:pt x="6626" y="4513"/>
                </a:lnTo>
                <a:lnTo>
                  <a:pt x="6815" y="4466"/>
                </a:lnTo>
                <a:lnTo>
                  <a:pt x="6953" y="4418"/>
                </a:lnTo>
                <a:lnTo>
                  <a:pt x="7129" y="4372"/>
                </a:lnTo>
                <a:lnTo>
                  <a:pt x="7318" y="4324"/>
                </a:lnTo>
                <a:lnTo>
                  <a:pt x="7456" y="4324"/>
                </a:lnTo>
                <a:lnTo>
                  <a:pt x="7632" y="4278"/>
                </a:lnTo>
                <a:lnTo>
                  <a:pt x="7821" y="4230"/>
                </a:lnTo>
                <a:lnTo>
                  <a:pt x="7959" y="4184"/>
                </a:lnTo>
                <a:lnTo>
                  <a:pt x="8148" y="4136"/>
                </a:lnTo>
                <a:lnTo>
                  <a:pt x="8324" y="4089"/>
                </a:lnTo>
                <a:lnTo>
                  <a:pt x="8462" y="4043"/>
                </a:lnTo>
                <a:lnTo>
                  <a:pt x="8651" y="3995"/>
                </a:lnTo>
                <a:lnTo>
                  <a:pt x="8827" y="3949"/>
                </a:lnTo>
                <a:lnTo>
                  <a:pt x="8965" y="3901"/>
                </a:lnTo>
                <a:lnTo>
                  <a:pt x="9154" y="3855"/>
                </a:lnTo>
                <a:lnTo>
                  <a:pt x="9330" y="3807"/>
                </a:lnTo>
                <a:lnTo>
                  <a:pt x="9468" y="3761"/>
                </a:lnTo>
                <a:lnTo>
                  <a:pt x="9656" y="3713"/>
                </a:lnTo>
                <a:lnTo>
                  <a:pt x="9833" y="3666"/>
                </a:lnTo>
                <a:lnTo>
                  <a:pt x="9971" y="3620"/>
                </a:lnTo>
                <a:lnTo>
                  <a:pt x="10159" y="3572"/>
                </a:lnTo>
                <a:lnTo>
                  <a:pt x="10336" y="3526"/>
                </a:lnTo>
                <a:lnTo>
                  <a:pt x="10474" y="3478"/>
                </a:lnTo>
                <a:lnTo>
                  <a:pt x="10662" y="3432"/>
                </a:lnTo>
                <a:lnTo>
                  <a:pt x="10838" y="3384"/>
                </a:lnTo>
                <a:lnTo>
                  <a:pt x="10977" y="3338"/>
                </a:lnTo>
                <a:lnTo>
                  <a:pt x="11165" y="3290"/>
                </a:lnTo>
                <a:lnTo>
                  <a:pt x="11341" y="3243"/>
                </a:lnTo>
                <a:lnTo>
                  <a:pt x="11480" y="3197"/>
                </a:lnTo>
                <a:lnTo>
                  <a:pt x="11668" y="3149"/>
                </a:lnTo>
                <a:lnTo>
                  <a:pt x="11844" y="3055"/>
                </a:lnTo>
                <a:lnTo>
                  <a:pt x="11983" y="3055"/>
                </a:lnTo>
                <a:lnTo>
                  <a:pt x="12171" y="2961"/>
                </a:lnTo>
                <a:lnTo>
                  <a:pt x="12347" y="2914"/>
                </a:lnTo>
                <a:lnTo>
                  <a:pt x="12486" y="2867"/>
                </a:lnTo>
                <a:lnTo>
                  <a:pt x="12674" y="2820"/>
                </a:lnTo>
                <a:lnTo>
                  <a:pt x="12850" y="2726"/>
                </a:lnTo>
                <a:lnTo>
                  <a:pt x="12989" y="2726"/>
                </a:lnTo>
                <a:lnTo>
                  <a:pt x="13177" y="2632"/>
                </a:lnTo>
                <a:lnTo>
                  <a:pt x="13353" y="2586"/>
                </a:lnTo>
                <a:lnTo>
                  <a:pt x="13492" y="2538"/>
                </a:lnTo>
                <a:lnTo>
                  <a:pt x="13680" y="2491"/>
                </a:lnTo>
                <a:lnTo>
                  <a:pt x="13856" y="2397"/>
                </a:lnTo>
                <a:lnTo>
                  <a:pt x="13995" y="2351"/>
                </a:lnTo>
                <a:lnTo>
                  <a:pt x="14183" y="2303"/>
                </a:lnTo>
                <a:lnTo>
                  <a:pt x="14372" y="2209"/>
                </a:lnTo>
                <a:lnTo>
                  <a:pt x="14598" y="2162"/>
                </a:lnTo>
                <a:lnTo>
                  <a:pt x="14774" y="2068"/>
                </a:lnTo>
                <a:lnTo>
                  <a:pt x="15001" y="2021"/>
                </a:lnTo>
                <a:lnTo>
                  <a:pt x="15189" y="1928"/>
                </a:lnTo>
                <a:lnTo>
                  <a:pt x="15378" y="1880"/>
                </a:lnTo>
                <a:lnTo>
                  <a:pt x="15604" y="1786"/>
                </a:lnTo>
                <a:lnTo>
                  <a:pt x="15780" y="1739"/>
                </a:lnTo>
                <a:lnTo>
                  <a:pt x="16019" y="1645"/>
                </a:lnTo>
                <a:lnTo>
                  <a:pt x="16195" y="1551"/>
                </a:lnTo>
                <a:lnTo>
                  <a:pt x="16384" y="1505"/>
                </a:lnTo>
                <a:lnTo>
                  <a:pt x="16522" y="1457"/>
                </a:lnTo>
                <a:lnTo>
                  <a:pt x="16698" y="1363"/>
                </a:lnTo>
                <a:lnTo>
                  <a:pt x="16887" y="1316"/>
                </a:lnTo>
                <a:lnTo>
                  <a:pt x="17025" y="1269"/>
                </a:lnTo>
                <a:lnTo>
                  <a:pt x="17201" y="1175"/>
                </a:lnTo>
                <a:lnTo>
                  <a:pt x="17390" y="1082"/>
                </a:lnTo>
                <a:lnTo>
                  <a:pt x="17528" y="1034"/>
                </a:lnTo>
                <a:lnTo>
                  <a:pt x="17704" y="987"/>
                </a:lnTo>
                <a:lnTo>
                  <a:pt x="17893" y="893"/>
                </a:lnTo>
                <a:lnTo>
                  <a:pt x="18031" y="846"/>
                </a:lnTo>
                <a:lnTo>
                  <a:pt x="18207" y="751"/>
                </a:lnTo>
                <a:lnTo>
                  <a:pt x="18396" y="705"/>
                </a:lnTo>
                <a:lnTo>
                  <a:pt x="18534" y="659"/>
                </a:lnTo>
                <a:lnTo>
                  <a:pt x="18710" y="564"/>
                </a:lnTo>
                <a:lnTo>
                  <a:pt x="18899" y="470"/>
                </a:lnTo>
                <a:lnTo>
                  <a:pt x="19037" y="423"/>
                </a:lnTo>
                <a:lnTo>
                  <a:pt x="19213" y="328"/>
                </a:lnTo>
                <a:lnTo>
                  <a:pt x="19402" y="282"/>
                </a:lnTo>
                <a:lnTo>
                  <a:pt x="19540" y="236"/>
                </a:lnTo>
                <a:lnTo>
                  <a:pt x="19716" y="141"/>
                </a:lnTo>
                <a:lnTo>
                  <a:pt x="19904" y="47"/>
                </a:lnTo>
                <a:lnTo>
                  <a:pt x="20043" y="0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628477" y="5763126"/>
            <a:ext cx="19992" cy="11751"/>
          </a:xfrm>
          <a:custGeom>
            <a:avLst/>
            <a:gdLst/>
            <a:ahLst/>
            <a:cxnLst/>
            <a:rect l="l" t="t" r="r" b="b"/>
            <a:pathLst>
              <a:path w="19992" h="11751">
                <a:moveTo>
                  <a:pt x="0" y="11751"/>
                </a:moveTo>
                <a:lnTo>
                  <a:pt x="176" y="11657"/>
                </a:lnTo>
                <a:lnTo>
                  <a:pt x="364" y="11564"/>
                </a:lnTo>
                <a:lnTo>
                  <a:pt x="502" y="11516"/>
                </a:lnTo>
                <a:lnTo>
                  <a:pt x="679" y="11422"/>
                </a:lnTo>
                <a:lnTo>
                  <a:pt x="867" y="11328"/>
                </a:lnTo>
                <a:lnTo>
                  <a:pt x="1005" y="11328"/>
                </a:lnTo>
                <a:lnTo>
                  <a:pt x="1181" y="11234"/>
                </a:lnTo>
                <a:lnTo>
                  <a:pt x="1370" y="11141"/>
                </a:lnTo>
                <a:lnTo>
                  <a:pt x="1508" y="11093"/>
                </a:lnTo>
                <a:lnTo>
                  <a:pt x="1684" y="10999"/>
                </a:lnTo>
                <a:lnTo>
                  <a:pt x="1873" y="10905"/>
                </a:lnTo>
                <a:lnTo>
                  <a:pt x="2011" y="10858"/>
                </a:lnTo>
                <a:lnTo>
                  <a:pt x="2200" y="10764"/>
                </a:lnTo>
                <a:lnTo>
                  <a:pt x="2376" y="10670"/>
                </a:lnTo>
                <a:lnTo>
                  <a:pt x="2514" y="10624"/>
                </a:lnTo>
                <a:lnTo>
                  <a:pt x="2703" y="10529"/>
                </a:lnTo>
                <a:lnTo>
                  <a:pt x="2879" y="10435"/>
                </a:lnTo>
                <a:lnTo>
                  <a:pt x="3017" y="10388"/>
                </a:lnTo>
                <a:lnTo>
                  <a:pt x="3206" y="10247"/>
                </a:lnTo>
                <a:lnTo>
                  <a:pt x="3382" y="10153"/>
                </a:lnTo>
                <a:lnTo>
                  <a:pt x="3520" y="10106"/>
                </a:lnTo>
                <a:lnTo>
                  <a:pt x="3709" y="10012"/>
                </a:lnTo>
                <a:lnTo>
                  <a:pt x="3885" y="9918"/>
                </a:lnTo>
                <a:lnTo>
                  <a:pt x="4023" y="9872"/>
                </a:lnTo>
                <a:lnTo>
                  <a:pt x="4212" y="9777"/>
                </a:lnTo>
                <a:lnTo>
                  <a:pt x="4388" y="9683"/>
                </a:lnTo>
                <a:lnTo>
                  <a:pt x="4526" y="9636"/>
                </a:lnTo>
                <a:lnTo>
                  <a:pt x="4715" y="9495"/>
                </a:lnTo>
                <a:lnTo>
                  <a:pt x="4891" y="9401"/>
                </a:lnTo>
                <a:lnTo>
                  <a:pt x="5029" y="9354"/>
                </a:lnTo>
                <a:lnTo>
                  <a:pt x="5218" y="9260"/>
                </a:lnTo>
                <a:lnTo>
                  <a:pt x="5394" y="9166"/>
                </a:lnTo>
                <a:lnTo>
                  <a:pt x="5532" y="9118"/>
                </a:lnTo>
                <a:lnTo>
                  <a:pt x="5721" y="8978"/>
                </a:lnTo>
                <a:lnTo>
                  <a:pt x="5897" y="8884"/>
                </a:lnTo>
                <a:lnTo>
                  <a:pt x="6035" y="8837"/>
                </a:lnTo>
                <a:lnTo>
                  <a:pt x="6224" y="8743"/>
                </a:lnTo>
                <a:lnTo>
                  <a:pt x="6400" y="8602"/>
                </a:lnTo>
                <a:lnTo>
                  <a:pt x="6538" y="8555"/>
                </a:lnTo>
                <a:lnTo>
                  <a:pt x="6727" y="8461"/>
                </a:lnTo>
                <a:lnTo>
                  <a:pt x="6903" y="8366"/>
                </a:lnTo>
                <a:lnTo>
                  <a:pt x="7041" y="8320"/>
                </a:lnTo>
                <a:lnTo>
                  <a:pt x="7230" y="8179"/>
                </a:lnTo>
                <a:lnTo>
                  <a:pt x="7406" y="8085"/>
                </a:lnTo>
                <a:lnTo>
                  <a:pt x="7544" y="8038"/>
                </a:lnTo>
                <a:lnTo>
                  <a:pt x="7733" y="7897"/>
                </a:lnTo>
                <a:lnTo>
                  <a:pt x="7909" y="7803"/>
                </a:lnTo>
                <a:lnTo>
                  <a:pt x="8047" y="7756"/>
                </a:lnTo>
                <a:lnTo>
                  <a:pt x="8236" y="7614"/>
                </a:lnTo>
                <a:lnTo>
                  <a:pt x="8424" y="7520"/>
                </a:lnTo>
                <a:lnTo>
                  <a:pt x="8651" y="7426"/>
                </a:lnTo>
                <a:lnTo>
                  <a:pt x="8827" y="7286"/>
                </a:lnTo>
                <a:lnTo>
                  <a:pt x="9053" y="7191"/>
                </a:lnTo>
                <a:lnTo>
                  <a:pt x="9242" y="7051"/>
                </a:lnTo>
                <a:lnTo>
                  <a:pt x="9430" y="6957"/>
                </a:lnTo>
                <a:lnTo>
                  <a:pt x="9568" y="6863"/>
                </a:lnTo>
                <a:lnTo>
                  <a:pt x="9745" y="6768"/>
                </a:lnTo>
                <a:lnTo>
                  <a:pt x="9933" y="6628"/>
                </a:lnTo>
                <a:lnTo>
                  <a:pt x="10071" y="6580"/>
                </a:lnTo>
                <a:lnTo>
                  <a:pt x="10247" y="6487"/>
                </a:lnTo>
                <a:lnTo>
                  <a:pt x="10436" y="6345"/>
                </a:lnTo>
                <a:lnTo>
                  <a:pt x="10574" y="6299"/>
                </a:lnTo>
                <a:lnTo>
                  <a:pt x="10750" y="6157"/>
                </a:lnTo>
                <a:lnTo>
                  <a:pt x="10939" y="6064"/>
                </a:lnTo>
                <a:lnTo>
                  <a:pt x="11077" y="5970"/>
                </a:lnTo>
                <a:lnTo>
                  <a:pt x="11253" y="5876"/>
                </a:lnTo>
                <a:lnTo>
                  <a:pt x="11442" y="5734"/>
                </a:lnTo>
                <a:lnTo>
                  <a:pt x="11580" y="5688"/>
                </a:lnTo>
                <a:lnTo>
                  <a:pt x="11756" y="5547"/>
                </a:lnTo>
                <a:lnTo>
                  <a:pt x="11945" y="5453"/>
                </a:lnTo>
                <a:lnTo>
                  <a:pt x="12083" y="5359"/>
                </a:lnTo>
                <a:lnTo>
                  <a:pt x="12259" y="5264"/>
                </a:lnTo>
                <a:lnTo>
                  <a:pt x="12448" y="5124"/>
                </a:lnTo>
                <a:lnTo>
                  <a:pt x="12586" y="5076"/>
                </a:lnTo>
                <a:lnTo>
                  <a:pt x="12762" y="4936"/>
                </a:lnTo>
                <a:lnTo>
                  <a:pt x="12951" y="4795"/>
                </a:lnTo>
                <a:lnTo>
                  <a:pt x="13089" y="4747"/>
                </a:lnTo>
                <a:lnTo>
                  <a:pt x="13265" y="4607"/>
                </a:lnTo>
                <a:lnTo>
                  <a:pt x="13454" y="4513"/>
                </a:lnTo>
                <a:lnTo>
                  <a:pt x="13592" y="4418"/>
                </a:lnTo>
                <a:lnTo>
                  <a:pt x="13768" y="4278"/>
                </a:lnTo>
                <a:lnTo>
                  <a:pt x="13957" y="4184"/>
                </a:lnTo>
                <a:lnTo>
                  <a:pt x="14095" y="4089"/>
                </a:lnTo>
                <a:lnTo>
                  <a:pt x="14271" y="3995"/>
                </a:lnTo>
                <a:lnTo>
                  <a:pt x="14460" y="3855"/>
                </a:lnTo>
                <a:lnTo>
                  <a:pt x="14598" y="3761"/>
                </a:lnTo>
                <a:lnTo>
                  <a:pt x="14774" y="3666"/>
                </a:lnTo>
                <a:lnTo>
                  <a:pt x="14963" y="3526"/>
                </a:lnTo>
                <a:lnTo>
                  <a:pt x="15101" y="3432"/>
                </a:lnTo>
                <a:lnTo>
                  <a:pt x="15277" y="3290"/>
                </a:lnTo>
                <a:lnTo>
                  <a:pt x="15466" y="3196"/>
                </a:lnTo>
                <a:lnTo>
                  <a:pt x="15604" y="3103"/>
                </a:lnTo>
                <a:lnTo>
                  <a:pt x="15793" y="2961"/>
                </a:lnTo>
                <a:lnTo>
                  <a:pt x="15969" y="2820"/>
                </a:lnTo>
                <a:lnTo>
                  <a:pt x="16107" y="2773"/>
                </a:lnTo>
                <a:lnTo>
                  <a:pt x="16296" y="2632"/>
                </a:lnTo>
                <a:lnTo>
                  <a:pt x="16472" y="2491"/>
                </a:lnTo>
                <a:lnTo>
                  <a:pt x="16610" y="2444"/>
                </a:lnTo>
                <a:lnTo>
                  <a:pt x="16799" y="2303"/>
                </a:lnTo>
                <a:lnTo>
                  <a:pt x="16975" y="2162"/>
                </a:lnTo>
                <a:lnTo>
                  <a:pt x="17113" y="2068"/>
                </a:lnTo>
                <a:lnTo>
                  <a:pt x="17302" y="1926"/>
                </a:lnTo>
                <a:lnTo>
                  <a:pt x="17478" y="1786"/>
                </a:lnTo>
                <a:lnTo>
                  <a:pt x="17616" y="1739"/>
                </a:lnTo>
                <a:lnTo>
                  <a:pt x="17805" y="1598"/>
                </a:lnTo>
                <a:lnTo>
                  <a:pt x="17981" y="1457"/>
                </a:lnTo>
                <a:lnTo>
                  <a:pt x="18119" y="1363"/>
                </a:lnTo>
                <a:lnTo>
                  <a:pt x="18308" y="1222"/>
                </a:lnTo>
                <a:lnTo>
                  <a:pt x="18484" y="1080"/>
                </a:lnTo>
                <a:lnTo>
                  <a:pt x="18622" y="1034"/>
                </a:lnTo>
                <a:lnTo>
                  <a:pt x="18811" y="893"/>
                </a:lnTo>
                <a:lnTo>
                  <a:pt x="18987" y="751"/>
                </a:lnTo>
                <a:lnTo>
                  <a:pt x="19125" y="657"/>
                </a:lnTo>
                <a:lnTo>
                  <a:pt x="19313" y="517"/>
                </a:lnTo>
                <a:lnTo>
                  <a:pt x="19490" y="376"/>
                </a:lnTo>
                <a:lnTo>
                  <a:pt x="19628" y="282"/>
                </a:lnTo>
                <a:lnTo>
                  <a:pt x="19816" y="141"/>
                </a:lnTo>
                <a:lnTo>
                  <a:pt x="19992" y="0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648470" y="5745500"/>
            <a:ext cx="20055" cy="17626"/>
          </a:xfrm>
          <a:custGeom>
            <a:avLst/>
            <a:gdLst/>
            <a:ahLst/>
            <a:cxnLst/>
            <a:rect l="l" t="t" r="r" b="b"/>
            <a:pathLst>
              <a:path w="20055" h="17626">
                <a:moveTo>
                  <a:pt x="0" y="17626"/>
                </a:moveTo>
                <a:lnTo>
                  <a:pt x="138" y="17532"/>
                </a:lnTo>
                <a:lnTo>
                  <a:pt x="326" y="17391"/>
                </a:lnTo>
                <a:lnTo>
                  <a:pt x="502" y="17251"/>
                </a:lnTo>
                <a:lnTo>
                  <a:pt x="641" y="17156"/>
                </a:lnTo>
                <a:lnTo>
                  <a:pt x="829" y="17015"/>
                </a:lnTo>
                <a:lnTo>
                  <a:pt x="1005" y="16874"/>
                </a:lnTo>
                <a:lnTo>
                  <a:pt x="1144" y="16780"/>
                </a:lnTo>
                <a:lnTo>
                  <a:pt x="1332" y="16639"/>
                </a:lnTo>
                <a:lnTo>
                  <a:pt x="1508" y="16499"/>
                </a:lnTo>
                <a:lnTo>
                  <a:pt x="1647" y="16405"/>
                </a:lnTo>
                <a:lnTo>
                  <a:pt x="1835" y="16263"/>
                </a:lnTo>
                <a:lnTo>
                  <a:pt x="2024" y="16122"/>
                </a:lnTo>
                <a:lnTo>
                  <a:pt x="2250" y="15981"/>
                </a:lnTo>
                <a:lnTo>
                  <a:pt x="2426" y="15793"/>
                </a:lnTo>
                <a:lnTo>
                  <a:pt x="2653" y="15653"/>
                </a:lnTo>
                <a:lnTo>
                  <a:pt x="2841" y="15511"/>
                </a:lnTo>
                <a:lnTo>
                  <a:pt x="3030" y="15322"/>
                </a:lnTo>
                <a:lnTo>
                  <a:pt x="3168" y="15276"/>
                </a:lnTo>
                <a:lnTo>
                  <a:pt x="3344" y="15088"/>
                </a:lnTo>
                <a:lnTo>
                  <a:pt x="3533" y="14947"/>
                </a:lnTo>
                <a:lnTo>
                  <a:pt x="3671" y="14853"/>
                </a:lnTo>
                <a:lnTo>
                  <a:pt x="3847" y="14712"/>
                </a:lnTo>
                <a:lnTo>
                  <a:pt x="4036" y="14524"/>
                </a:lnTo>
                <a:lnTo>
                  <a:pt x="4174" y="14476"/>
                </a:lnTo>
                <a:lnTo>
                  <a:pt x="4350" y="14289"/>
                </a:lnTo>
                <a:lnTo>
                  <a:pt x="4539" y="14147"/>
                </a:lnTo>
                <a:lnTo>
                  <a:pt x="4677" y="14053"/>
                </a:lnTo>
                <a:lnTo>
                  <a:pt x="4853" y="13913"/>
                </a:lnTo>
                <a:lnTo>
                  <a:pt x="5042" y="13724"/>
                </a:lnTo>
                <a:lnTo>
                  <a:pt x="5180" y="13678"/>
                </a:lnTo>
                <a:lnTo>
                  <a:pt x="5356" y="13490"/>
                </a:lnTo>
                <a:lnTo>
                  <a:pt x="5545" y="13349"/>
                </a:lnTo>
                <a:lnTo>
                  <a:pt x="5683" y="13255"/>
                </a:lnTo>
                <a:lnTo>
                  <a:pt x="5859" y="13066"/>
                </a:lnTo>
                <a:lnTo>
                  <a:pt x="6048" y="12926"/>
                </a:lnTo>
                <a:lnTo>
                  <a:pt x="6186" y="12832"/>
                </a:lnTo>
                <a:lnTo>
                  <a:pt x="6362" y="12691"/>
                </a:lnTo>
                <a:lnTo>
                  <a:pt x="6551" y="12503"/>
                </a:lnTo>
                <a:lnTo>
                  <a:pt x="6689" y="12409"/>
                </a:lnTo>
                <a:lnTo>
                  <a:pt x="6865" y="12268"/>
                </a:lnTo>
                <a:lnTo>
                  <a:pt x="7054" y="12080"/>
                </a:lnTo>
                <a:lnTo>
                  <a:pt x="7192" y="11986"/>
                </a:lnTo>
                <a:lnTo>
                  <a:pt x="7368" y="11845"/>
                </a:lnTo>
                <a:lnTo>
                  <a:pt x="7557" y="11657"/>
                </a:lnTo>
                <a:lnTo>
                  <a:pt x="7695" y="11563"/>
                </a:lnTo>
                <a:lnTo>
                  <a:pt x="7871" y="11422"/>
                </a:lnTo>
                <a:lnTo>
                  <a:pt x="8060" y="11234"/>
                </a:lnTo>
                <a:lnTo>
                  <a:pt x="8198" y="11140"/>
                </a:lnTo>
                <a:lnTo>
                  <a:pt x="8374" y="10999"/>
                </a:lnTo>
                <a:lnTo>
                  <a:pt x="8563" y="10811"/>
                </a:lnTo>
                <a:lnTo>
                  <a:pt x="8701" y="10716"/>
                </a:lnTo>
                <a:lnTo>
                  <a:pt x="8877" y="10528"/>
                </a:lnTo>
                <a:lnTo>
                  <a:pt x="9066" y="10388"/>
                </a:lnTo>
                <a:lnTo>
                  <a:pt x="9204" y="10293"/>
                </a:lnTo>
                <a:lnTo>
                  <a:pt x="9392" y="10105"/>
                </a:lnTo>
                <a:lnTo>
                  <a:pt x="9568" y="9917"/>
                </a:lnTo>
                <a:lnTo>
                  <a:pt x="9707" y="9823"/>
                </a:lnTo>
                <a:lnTo>
                  <a:pt x="9895" y="9682"/>
                </a:lnTo>
                <a:lnTo>
                  <a:pt x="10071" y="9494"/>
                </a:lnTo>
                <a:lnTo>
                  <a:pt x="10210" y="9400"/>
                </a:lnTo>
                <a:lnTo>
                  <a:pt x="10398" y="9213"/>
                </a:lnTo>
                <a:lnTo>
                  <a:pt x="10574" y="9024"/>
                </a:lnTo>
                <a:lnTo>
                  <a:pt x="10713" y="8977"/>
                </a:lnTo>
                <a:lnTo>
                  <a:pt x="10901" y="8790"/>
                </a:lnTo>
                <a:lnTo>
                  <a:pt x="11077" y="8601"/>
                </a:lnTo>
                <a:lnTo>
                  <a:pt x="11216" y="8507"/>
                </a:lnTo>
                <a:lnTo>
                  <a:pt x="11404" y="8319"/>
                </a:lnTo>
                <a:lnTo>
                  <a:pt x="11580" y="8130"/>
                </a:lnTo>
                <a:lnTo>
                  <a:pt x="11719" y="8038"/>
                </a:lnTo>
                <a:lnTo>
                  <a:pt x="11907" y="7849"/>
                </a:lnTo>
                <a:lnTo>
                  <a:pt x="12083" y="7707"/>
                </a:lnTo>
                <a:lnTo>
                  <a:pt x="12222" y="7614"/>
                </a:lnTo>
                <a:lnTo>
                  <a:pt x="12410" y="7426"/>
                </a:lnTo>
                <a:lnTo>
                  <a:pt x="12586" y="7238"/>
                </a:lnTo>
                <a:lnTo>
                  <a:pt x="12725" y="7144"/>
                </a:lnTo>
                <a:lnTo>
                  <a:pt x="12913" y="6955"/>
                </a:lnTo>
                <a:lnTo>
                  <a:pt x="13089" y="6768"/>
                </a:lnTo>
                <a:lnTo>
                  <a:pt x="13228" y="6674"/>
                </a:lnTo>
                <a:lnTo>
                  <a:pt x="13416" y="6486"/>
                </a:lnTo>
                <a:lnTo>
                  <a:pt x="13592" y="6298"/>
                </a:lnTo>
                <a:lnTo>
                  <a:pt x="13731" y="6203"/>
                </a:lnTo>
                <a:lnTo>
                  <a:pt x="13919" y="6015"/>
                </a:lnTo>
                <a:lnTo>
                  <a:pt x="14095" y="5828"/>
                </a:lnTo>
                <a:lnTo>
                  <a:pt x="14234" y="5734"/>
                </a:lnTo>
                <a:lnTo>
                  <a:pt x="14422" y="5546"/>
                </a:lnTo>
                <a:lnTo>
                  <a:pt x="14598" y="5357"/>
                </a:lnTo>
                <a:lnTo>
                  <a:pt x="14736" y="5263"/>
                </a:lnTo>
                <a:lnTo>
                  <a:pt x="14837" y="5169"/>
                </a:lnTo>
                <a:lnTo>
                  <a:pt x="14925" y="5076"/>
                </a:lnTo>
                <a:lnTo>
                  <a:pt x="15013" y="4982"/>
                </a:lnTo>
                <a:lnTo>
                  <a:pt x="15101" y="4888"/>
                </a:lnTo>
                <a:lnTo>
                  <a:pt x="15239" y="4794"/>
                </a:lnTo>
                <a:lnTo>
                  <a:pt x="15428" y="4605"/>
                </a:lnTo>
                <a:lnTo>
                  <a:pt x="15617" y="4417"/>
                </a:lnTo>
                <a:lnTo>
                  <a:pt x="15742" y="4276"/>
                </a:lnTo>
                <a:lnTo>
                  <a:pt x="15931" y="4088"/>
                </a:lnTo>
                <a:lnTo>
                  <a:pt x="16120" y="3900"/>
                </a:lnTo>
                <a:lnTo>
                  <a:pt x="16346" y="3713"/>
                </a:lnTo>
                <a:lnTo>
                  <a:pt x="16522" y="3525"/>
                </a:lnTo>
                <a:lnTo>
                  <a:pt x="16761" y="3336"/>
                </a:lnTo>
                <a:lnTo>
                  <a:pt x="16937" y="3148"/>
                </a:lnTo>
                <a:lnTo>
                  <a:pt x="17025" y="3007"/>
                </a:lnTo>
                <a:lnTo>
                  <a:pt x="17264" y="2819"/>
                </a:lnTo>
                <a:lnTo>
                  <a:pt x="17440" y="2631"/>
                </a:lnTo>
                <a:lnTo>
                  <a:pt x="17629" y="2444"/>
                </a:lnTo>
                <a:lnTo>
                  <a:pt x="17767" y="2350"/>
                </a:lnTo>
                <a:lnTo>
                  <a:pt x="17943" y="2161"/>
                </a:lnTo>
                <a:lnTo>
                  <a:pt x="18031" y="2021"/>
                </a:lnTo>
                <a:lnTo>
                  <a:pt x="18270" y="1832"/>
                </a:lnTo>
                <a:lnTo>
                  <a:pt x="18446" y="1644"/>
                </a:lnTo>
                <a:lnTo>
                  <a:pt x="18634" y="1456"/>
                </a:lnTo>
                <a:lnTo>
                  <a:pt x="18773" y="1315"/>
                </a:lnTo>
                <a:lnTo>
                  <a:pt x="18949" y="1127"/>
                </a:lnTo>
                <a:lnTo>
                  <a:pt x="19137" y="938"/>
                </a:lnTo>
                <a:lnTo>
                  <a:pt x="19276" y="846"/>
                </a:lnTo>
                <a:lnTo>
                  <a:pt x="19364" y="704"/>
                </a:lnTo>
                <a:lnTo>
                  <a:pt x="19552" y="515"/>
                </a:lnTo>
                <a:lnTo>
                  <a:pt x="19779" y="328"/>
                </a:lnTo>
                <a:lnTo>
                  <a:pt x="19955" y="92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668526" y="5722325"/>
            <a:ext cx="20043" cy="23175"/>
          </a:xfrm>
          <a:custGeom>
            <a:avLst/>
            <a:gdLst/>
            <a:ahLst/>
            <a:cxnLst/>
            <a:rect l="l" t="t" r="r" b="b"/>
            <a:pathLst>
              <a:path w="20043" h="23175">
                <a:moveTo>
                  <a:pt x="0" y="23175"/>
                </a:moveTo>
                <a:lnTo>
                  <a:pt x="226" y="22986"/>
                </a:lnTo>
                <a:lnTo>
                  <a:pt x="402" y="22752"/>
                </a:lnTo>
                <a:lnTo>
                  <a:pt x="641" y="22563"/>
                </a:lnTo>
                <a:lnTo>
                  <a:pt x="817" y="22375"/>
                </a:lnTo>
                <a:lnTo>
                  <a:pt x="905" y="22234"/>
                </a:lnTo>
                <a:lnTo>
                  <a:pt x="1144" y="22046"/>
                </a:lnTo>
                <a:lnTo>
                  <a:pt x="1320" y="21858"/>
                </a:lnTo>
                <a:lnTo>
                  <a:pt x="1408" y="21717"/>
                </a:lnTo>
                <a:lnTo>
                  <a:pt x="1647" y="21529"/>
                </a:lnTo>
                <a:lnTo>
                  <a:pt x="1823" y="21294"/>
                </a:lnTo>
                <a:lnTo>
                  <a:pt x="2011" y="21106"/>
                </a:lnTo>
                <a:lnTo>
                  <a:pt x="2150" y="21012"/>
                </a:lnTo>
                <a:lnTo>
                  <a:pt x="2238" y="20871"/>
                </a:lnTo>
                <a:lnTo>
                  <a:pt x="2414" y="20683"/>
                </a:lnTo>
                <a:lnTo>
                  <a:pt x="2653" y="20448"/>
                </a:lnTo>
                <a:lnTo>
                  <a:pt x="2829" y="20260"/>
                </a:lnTo>
                <a:lnTo>
                  <a:pt x="3017" y="20025"/>
                </a:lnTo>
                <a:lnTo>
                  <a:pt x="3156" y="19931"/>
                </a:lnTo>
                <a:lnTo>
                  <a:pt x="3332" y="19696"/>
                </a:lnTo>
                <a:lnTo>
                  <a:pt x="3520" y="19508"/>
                </a:lnTo>
                <a:lnTo>
                  <a:pt x="3659" y="19414"/>
                </a:lnTo>
                <a:lnTo>
                  <a:pt x="3747" y="19273"/>
                </a:lnTo>
                <a:lnTo>
                  <a:pt x="3935" y="19085"/>
                </a:lnTo>
                <a:lnTo>
                  <a:pt x="4023" y="18944"/>
                </a:lnTo>
                <a:lnTo>
                  <a:pt x="4162" y="18850"/>
                </a:lnTo>
                <a:lnTo>
                  <a:pt x="4338" y="18614"/>
                </a:lnTo>
                <a:lnTo>
                  <a:pt x="4526" y="18427"/>
                </a:lnTo>
                <a:lnTo>
                  <a:pt x="4665" y="18285"/>
                </a:lnTo>
                <a:lnTo>
                  <a:pt x="4841" y="18098"/>
                </a:lnTo>
                <a:lnTo>
                  <a:pt x="5029" y="17862"/>
                </a:lnTo>
                <a:lnTo>
                  <a:pt x="5167" y="17768"/>
                </a:lnTo>
                <a:lnTo>
                  <a:pt x="5256" y="17627"/>
                </a:lnTo>
                <a:lnTo>
                  <a:pt x="5444" y="17439"/>
                </a:lnTo>
                <a:lnTo>
                  <a:pt x="5532" y="17298"/>
                </a:lnTo>
                <a:lnTo>
                  <a:pt x="5670" y="17204"/>
                </a:lnTo>
                <a:lnTo>
                  <a:pt x="5847" y="16969"/>
                </a:lnTo>
                <a:lnTo>
                  <a:pt x="6035" y="16781"/>
                </a:lnTo>
                <a:lnTo>
                  <a:pt x="6173" y="16641"/>
                </a:lnTo>
                <a:lnTo>
                  <a:pt x="6349" y="16452"/>
                </a:lnTo>
                <a:lnTo>
                  <a:pt x="6450" y="16312"/>
                </a:lnTo>
                <a:lnTo>
                  <a:pt x="6676" y="16076"/>
                </a:lnTo>
                <a:lnTo>
                  <a:pt x="6865" y="15889"/>
                </a:lnTo>
                <a:lnTo>
                  <a:pt x="6953" y="15747"/>
                </a:lnTo>
                <a:lnTo>
                  <a:pt x="7179" y="15512"/>
                </a:lnTo>
                <a:lnTo>
                  <a:pt x="7368" y="15324"/>
                </a:lnTo>
                <a:lnTo>
                  <a:pt x="7456" y="15183"/>
                </a:lnTo>
                <a:lnTo>
                  <a:pt x="7682" y="14948"/>
                </a:lnTo>
                <a:lnTo>
                  <a:pt x="7871" y="14760"/>
                </a:lnTo>
                <a:lnTo>
                  <a:pt x="7959" y="14619"/>
                </a:lnTo>
                <a:lnTo>
                  <a:pt x="8185" y="14383"/>
                </a:lnTo>
                <a:lnTo>
                  <a:pt x="8374" y="14149"/>
                </a:lnTo>
                <a:lnTo>
                  <a:pt x="8550" y="13960"/>
                </a:lnTo>
                <a:lnTo>
                  <a:pt x="8688" y="13820"/>
                </a:lnTo>
                <a:lnTo>
                  <a:pt x="8877" y="13585"/>
                </a:lnTo>
                <a:lnTo>
                  <a:pt x="9053" y="13350"/>
                </a:lnTo>
                <a:lnTo>
                  <a:pt x="9191" y="13256"/>
                </a:lnTo>
                <a:lnTo>
                  <a:pt x="9279" y="13114"/>
                </a:lnTo>
                <a:lnTo>
                  <a:pt x="9468" y="12927"/>
                </a:lnTo>
                <a:lnTo>
                  <a:pt x="9556" y="12785"/>
                </a:lnTo>
                <a:lnTo>
                  <a:pt x="9694" y="12691"/>
                </a:lnTo>
                <a:lnTo>
                  <a:pt x="9782" y="12551"/>
                </a:lnTo>
                <a:lnTo>
                  <a:pt x="9971" y="12316"/>
                </a:lnTo>
                <a:lnTo>
                  <a:pt x="10197" y="12081"/>
                </a:lnTo>
                <a:lnTo>
                  <a:pt x="10386" y="11845"/>
                </a:lnTo>
                <a:lnTo>
                  <a:pt x="10562" y="11610"/>
                </a:lnTo>
                <a:lnTo>
                  <a:pt x="10700" y="11516"/>
                </a:lnTo>
                <a:lnTo>
                  <a:pt x="10801" y="11376"/>
                </a:lnTo>
                <a:lnTo>
                  <a:pt x="10977" y="11141"/>
                </a:lnTo>
                <a:lnTo>
                  <a:pt x="11203" y="10906"/>
                </a:lnTo>
                <a:lnTo>
                  <a:pt x="11392" y="10670"/>
                </a:lnTo>
                <a:lnTo>
                  <a:pt x="11568" y="10435"/>
                </a:lnTo>
                <a:lnTo>
                  <a:pt x="11706" y="10341"/>
                </a:lnTo>
                <a:lnTo>
                  <a:pt x="11807" y="10201"/>
                </a:lnTo>
                <a:lnTo>
                  <a:pt x="11983" y="9966"/>
                </a:lnTo>
                <a:lnTo>
                  <a:pt x="12071" y="9824"/>
                </a:lnTo>
                <a:lnTo>
                  <a:pt x="12209" y="9730"/>
                </a:lnTo>
                <a:lnTo>
                  <a:pt x="12310" y="9589"/>
                </a:lnTo>
                <a:lnTo>
                  <a:pt x="12486" y="9354"/>
                </a:lnTo>
                <a:lnTo>
                  <a:pt x="12712" y="9120"/>
                </a:lnTo>
                <a:lnTo>
                  <a:pt x="12901" y="8884"/>
                </a:lnTo>
                <a:lnTo>
                  <a:pt x="12989" y="8743"/>
                </a:lnTo>
                <a:lnTo>
                  <a:pt x="13215" y="8508"/>
                </a:lnTo>
                <a:lnTo>
                  <a:pt x="13404" y="8274"/>
                </a:lnTo>
                <a:lnTo>
                  <a:pt x="13592" y="8038"/>
                </a:lnTo>
                <a:lnTo>
                  <a:pt x="13718" y="7897"/>
                </a:lnTo>
                <a:lnTo>
                  <a:pt x="13907" y="7662"/>
                </a:lnTo>
                <a:lnTo>
                  <a:pt x="14095" y="7427"/>
                </a:lnTo>
                <a:lnTo>
                  <a:pt x="14234" y="7286"/>
                </a:lnTo>
                <a:lnTo>
                  <a:pt x="14410" y="7051"/>
                </a:lnTo>
                <a:lnTo>
                  <a:pt x="14598" y="6816"/>
                </a:lnTo>
                <a:lnTo>
                  <a:pt x="14736" y="6676"/>
                </a:lnTo>
                <a:lnTo>
                  <a:pt x="14913" y="6439"/>
                </a:lnTo>
                <a:lnTo>
                  <a:pt x="15101" y="6205"/>
                </a:lnTo>
                <a:lnTo>
                  <a:pt x="15239" y="6064"/>
                </a:lnTo>
                <a:lnTo>
                  <a:pt x="15415" y="5829"/>
                </a:lnTo>
                <a:lnTo>
                  <a:pt x="15503" y="5688"/>
                </a:lnTo>
                <a:lnTo>
                  <a:pt x="15742" y="5453"/>
                </a:lnTo>
                <a:lnTo>
                  <a:pt x="15918" y="5218"/>
                </a:lnTo>
                <a:lnTo>
                  <a:pt x="16006" y="5076"/>
                </a:lnTo>
                <a:lnTo>
                  <a:pt x="16245" y="4841"/>
                </a:lnTo>
                <a:lnTo>
                  <a:pt x="16333" y="4701"/>
                </a:lnTo>
                <a:lnTo>
                  <a:pt x="16522" y="4466"/>
                </a:lnTo>
                <a:lnTo>
                  <a:pt x="16610" y="4324"/>
                </a:lnTo>
                <a:lnTo>
                  <a:pt x="16748" y="4230"/>
                </a:lnTo>
                <a:lnTo>
                  <a:pt x="16836" y="4089"/>
                </a:lnTo>
                <a:lnTo>
                  <a:pt x="16924" y="3949"/>
                </a:lnTo>
                <a:lnTo>
                  <a:pt x="17113" y="3714"/>
                </a:lnTo>
                <a:lnTo>
                  <a:pt x="17251" y="3572"/>
                </a:lnTo>
                <a:lnTo>
                  <a:pt x="17339" y="3432"/>
                </a:lnTo>
                <a:lnTo>
                  <a:pt x="17528" y="3197"/>
                </a:lnTo>
                <a:lnTo>
                  <a:pt x="17616" y="3055"/>
                </a:lnTo>
                <a:lnTo>
                  <a:pt x="17754" y="2961"/>
                </a:lnTo>
                <a:lnTo>
                  <a:pt x="17842" y="2820"/>
                </a:lnTo>
                <a:lnTo>
                  <a:pt x="17930" y="2680"/>
                </a:lnTo>
                <a:lnTo>
                  <a:pt x="18119" y="2445"/>
                </a:lnTo>
                <a:lnTo>
                  <a:pt x="18257" y="2303"/>
                </a:lnTo>
                <a:lnTo>
                  <a:pt x="18345" y="2162"/>
                </a:lnTo>
                <a:lnTo>
                  <a:pt x="18534" y="1928"/>
                </a:lnTo>
                <a:lnTo>
                  <a:pt x="18622" y="1786"/>
                </a:lnTo>
                <a:lnTo>
                  <a:pt x="18760" y="1692"/>
                </a:lnTo>
                <a:lnTo>
                  <a:pt x="18848" y="1551"/>
                </a:lnTo>
                <a:lnTo>
                  <a:pt x="18936" y="1411"/>
                </a:lnTo>
                <a:lnTo>
                  <a:pt x="19037" y="1269"/>
                </a:lnTo>
                <a:lnTo>
                  <a:pt x="19125" y="1176"/>
                </a:lnTo>
                <a:lnTo>
                  <a:pt x="19263" y="1034"/>
                </a:lnTo>
                <a:lnTo>
                  <a:pt x="19351" y="893"/>
                </a:lnTo>
                <a:lnTo>
                  <a:pt x="19439" y="753"/>
                </a:lnTo>
                <a:lnTo>
                  <a:pt x="19628" y="517"/>
                </a:lnTo>
                <a:lnTo>
                  <a:pt x="19766" y="376"/>
                </a:lnTo>
                <a:lnTo>
                  <a:pt x="19854" y="236"/>
                </a:lnTo>
                <a:lnTo>
                  <a:pt x="20043" y="0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688569" y="5693887"/>
            <a:ext cx="20043" cy="28437"/>
          </a:xfrm>
          <a:custGeom>
            <a:avLst/>
            <a:gdLst/>
            <a:ahLst/>
            <a:cxnLst/>
            <a:rect l="l" t="t" r="r" b="b"/>
            <a:pathLst>
              <a:path w="20043" h="28437">
                <a:moveTo>
                  <a:pt x="0" y="28437"/>
                </a:moveTo>
                <a:lnTo>
                  <a:pt x="88" y="28296"/>
                </a:lnTo>
                <a:lnTo>
                  <a:pt x="226" y="28156"/>
                </a:lnTo>
                <a:lnTo>
                  <a:pt x="414" y="27921"/>
                </a:lnTo>
                <a:lnTo>
                  <a:pt x="502" y="27779"/>
                </a:lnTo>
                <a:lnTo>
                  <a:pt x="590" y="27639"/>
                </a:lnTo>
                <a:lnTo>
                  <a:pt x="729" y="27498"/>
                </a:lnTo>
                <a:lnTo>
                  <a:pt x="817" y="27404"/>
                </a:lnTo>
                <a:lnTo>
                  <a:pt x="917" y="27262"/>
                </a:lnTo>
                <a:lnTo>
                  <a:pt x="1005" y="27121"/>
                </a:lnTo>
                <a:lnTo>
                  <a:pt x="1093" y="26981"/>
                </a:lnTo>
                <a:lnTo>
                  <a:pt x="1232" y="26839"/>
                </a:lnTo>
                <a:lnTo>
                  <a:pt x="1420" y="26604"/>
                </a:lnTo>
                <a:lnTo>
                  <a:pt x="1508" y="26464"/>
                </a:lnTo>
                <a:lnTo>
                  <a:pt x="1596" y="26322"/>
                </a:lnTo>
                <a:lnTo>
                  <a:pt x="1735" y="26181"/>
                </a:lnTo>
                <a:lnTo>
                  <a:pt x="1923" y="25946"/>
                </a:lnTo>
                <a:lnTo>
                  <a:pt x="2011" y="25806"/>
                </a:lnTo>
                <a:lnTo>
                  <a:pt x="2099" y="25664"/>
                </a:lnTo>
                <a:lnTo>
                  <a:pt x="2238" y="25523"/>
                </a:lnTo>
                <a:lnTo>
                  <a:pt x="2426" y="25289"/>
                </a:lnTo>
                <a:lnTo>
                  <a:pt x="2514" y="25147"/>
                </a:lnTo>
                <a:lnTo>
                  <a:pt x="2602" y="25006"/>
                </a:lnTo>
                <a:lnTo>
                  <a:pt x="2741" y="24866"/>
                </a:lnTo>
                <a:lnTo>
                  <a:pt x="2829" y="24724"/>
                </a:lnTo>
                <a:lnTo>
                  <a:pt x="2929" y="24583"/>
                </a:lnTo>
                <a:lnTo>
                  <a:pt x="3105" y="24348"/>
                </a:lnTo>
                <a:lnTo>
                  <a:pt x="3244" y="24207"/>
                </a:lnTo>
                <a:lnTo>
                  <a:pt x="3332" y="24066"/>
                </a:lnTo>
                <a:lnTo>
                  <a:pt x="3432" y="23925"/>
                </a:lnTo>
                <a:lnTo>
                  <a:pt x="3520" y="23783"/>
                </a:lnTo>
                <a:lnTo>
                  <a:pt x="3608" y="23643"/>
                </a:lnTo>
                <a:lnTo>
                  <a:pt x="3747" y="23549"/>
                </a:lnTo>
                <a:lnTo>
                  <a:pt x="3835" y="23408"/>
                </a:lnTo>
                <a:lnTo>
                  <a:pt x="3935" y="23268"/>
                </a:lnTo>
                <a:lnTo>
                  <a:pt x="4023" y="23126"/>
                </a:lnTo>
                <a:lnTo>
                  <a:pt x="4111" y="22985"/>
                </a:lnTo>
                <a:lnTo>
                  <a:pt x="4250" y="22844"/>
                </a:lnTo>
                <a:lnTo>
                  <a:pt x="4350" y="22703"/>
                </a:lnTo>
                <a:lnTo>
                  <a:pt x="4438" y="22562"/>
                </a:lnTo>
                <a:lnTo>
                  <a:pt x="4614" y="22327"/>
                </a:lnTo>
                <a:lnTo>
                  <a:pt x="4753" y="22185"/>
                </a:lnTo>
                <a:lnTo>
                  <a:pt x="4853" y="22045"/>
                </a:lnTo>
                <a:lnTo>
                  <a:pt x="4941" y="21904"/>
                </a:lnTo>
                <a:lnTo>
                  <a:pt x="5029" y="21762"/>
                </a:lnTo>
                <a:lnTo>
                  <a:pt x="5117" y="21622"/>
                </a:lnTo>
                <a:lnTo>
                  <a:pt x="5256" y="21481"/>
                </a:lnTo>
                <a:lnTo>
                  <a:pt x="5356" y="21339"/>
                </a:lnTo>
                <a:lnTo>
                  <a:pt x="5444" y="21199"/>
                </a:lnTo>
                <a:lnTo>
                  <a:pt x="5620" y="20964"/>
                </a:lnTo>
                <a:lnTo>
                  <a:pt x="5758" y="20822"/>
                </a:lnTo>
                <a:lnTo>
                  <a:pt x="5859" y="20681"/>
                </a:lnTo>
                <a:lnTo>
                  <a:pt x="5947" y="20541"/>
                </a:lnTo>
                <a:lnTo>
                  <a:pt x="6035" y="20399"/>
                </a:lnTo>
                <a:lnTo>
                  <a:pt x="6123" y="20258"/>
                </a:lnTo>
                <a:lnTo>
                  <a:pt x="6261" y="20118"/>
                </a:lnTo>
                <a:lnTo>
                  <a:pt x="6362" y="19976"/>
                </a:lnTo>
                <a:lnTo>
                  <a:pt x="6450" y="19835"/>
                </a:lnTo>
                <a:lnTo>
                  <a:pt x="6538" y="19695"/>
                </a:lnTo>
                <a:lnTo>
                  <a:pt x="6639" y="19553"/>
                </a:lnTo>
                <a:lnTo>
                  <a:pt x="6764" y="19412"/>
                </a:lnTo>
                <a:lnTo>
                  <a:pt x="6865" y="19272"/>
                </a:lnTo>
                <a:lnTo>
                  <a:pt x="6953" y="19130"/>
                </a:lnTo>
                <a:lnTo>
                  <a:pt x="7041" y="18989"/>
                </a:lnTo>
                <a:lnTo>
                  <a:pt x="7267" y="18755"/>
                </a:lnTo>
                <a:lnTo>
                  <a:pt x="7368" y="18614"/>
                </a:lnTo>
                <a:lnTo>
                  <a:pt x="7456" y="18472"/>
                </a:lnTo>
                <a:lnTo>
                  <a:pt x="7544" y="18331"/>
                </a:lnTo>
                <a:lnTo>
                  <a:pt x="7645" y="18191"/>
                </a:lnTo>
                <a:lnTo>
                  <a:pt x="7783" y="18049"/>
                </a:lnTo>
                <a:lnTo>
                  <a:pt x="7871" y="17908"/>
                </a:lnTo>
                <a:lnTo>
                  <a:pt x="7959" y="17768"/>
                </a:lnTo>
                <a:lnTo>
                  <a:pt x="8047" y="17626"/>
                </a:lnTo>
                <a:lnTo>
                  <a:pt x="8148" y="17485"/>
                </a:lnTo>
                <a:lnTo>
                  <a:pt x="8286" y="17345"/>
                </a:lnTo>
                <a:lnTo>
                  <a:pt x="8374" y="17203"/>
                </a:lnTo>
                <a:lnTo>
                  <a:pt x="8462" y="17062"/>
                </a:lnTo>
                <a:lnTo>
                  <a:pt x="8550" y="16922"/>
                </a:lnTo>
                <a:lnTo>
                  <a:pt x="8651" y="16780"/>
                </a:lnTo>
                <a:lnTo>
                  <a:pt x="8789" y="16639"/>
                </a:lnTo>
                <a:lnTo>
                  <a:pt x="8877" y="16499"/>
                </a:lnTo>
                <a:lnTo>
                  <a:pt x="8965" y="16357"/>
                </a:lnTo>
                <a:lnTo>
                  <a:pt x="9053" y="16216"/>
                </a:lnTo>
                <a:lnTo>
                  <a:pt x="9154" y="16076"/>
                </a:lnTo>
                <a:lnTo>
                  <a:pt x="9292" y="15934"/>
                </a:lnTo>
                <a:lnTo>
                  <a:pt x="9380" y="15793"/>
                </a:lnTo>
                <a:lnTo>
                  <a:pt x="9468" y="15653"/>
                </a:lnTo>
                <a:lnTo>
                  <a:pt x="9556" y="15511"/>
                </a:lnTo>
                <a:lnTo>
                  <a:pt x="9656" y="15370"/>
                </a:lnTo>
                <a:lnTo>
                  <a:pt x="9795" y="15229"/>
                </a:lnTo>
                <a:lnTo>
                  <a:pt x="9883" y="15088"/>
                </a:lnTo>
                <a:lnTo>
                  <a:pt x="9971" y="14947"/>
                </a:lnTo>
                <a:lnTo>
                  <a:pt x="10059" y="14759"/>
                </a:lnTo>
                <a:lnTo>
                  <a:pt x="10159" y="14618"/>
                </a:lnTo>
                <a:lnTo>
                  <a:pt x="10298" y="14476"/>
                </a:lnTo>
                <a:lnTo>
                  <a:pt x="10386" y="14336"/>
                </a:lnTo>
                <a:lnTo>
                  <a:pt x="10474" y="14195"/>
                </a:lnTo>
                <a:lnTo>
                  <a:pt x="10574" y="14053"/>
                </a:lnTo>
                <a:lnTo>
                  <a:pt x="10662" y="13913"/>
                </a:lnTo>
                <a:lnTo>
                  <a:pt x="10801" y="13772"/>
                </a:lnTo>
                <a:lnTo>
                  <a:pt x="10889" y="13630"/>
                </a:lnTo>
                <a:lnTo>
                  <a:pt x="10977" y="13490"/>
                </a:lnTo>
                <a:lnTo>
                  <a:pt x="11077" y="13349"/>
                </a:lnTo>
                <a:lnTo>
                  <a:pt x="11165" y="13207"/>
                </a:lnTo>
                <a:lnTo>
                  <a:pt x="11304" y="13066"/>
                </a:lnTo>
                <a:lnTo>
                  <a:pt x="11392" y="12926"/>
                </a:lnTo>
                <a:lnTo>
                  <a:pt x="11480" y="12784"/>
                </a:lnTo>
                <a:lnTo>
                  <a:pt x="11580" y="12643"/>
                </a:lnTo>
                <a:lnTo>
                  <a:pt x="11668" y="12455"/>
                </a:lnTo>
                <a:lnTo>
                  <a:pt x="11807" y="12315"/>
                </a:lnTo>
                <a:lnTo>
                  <a:pt x="11895" y="12174"/>
                </a:lnTo>
                <a:lnTo>
                  <a:pt x="11983" y="12032"/>
                </a:lnTo>
                <a:lnTo>
                  <a:pt x="12083" y="11891"/>
                </a:lnTo>
                <a:lnTo>
                  <a:pt x="12171" y="11751"/>
                </a:lnTo>
                <a:lnTo>
                  <a:pt x="12310" y="11609"/>
                </a:lnTo>
                <a:lnTo>
                  <a:pt x="12398" y="11468"/>
                </a:lnTo>
                <a:lnTo>
                  <a:pt x="12486" y="11328"/>
                </a:lnTo>
                <a:lnTo>
                  <a:pt x="12586" y="11186"/>
                </a:lnTo>
                <a:lnTo>
                  <a:pt x="12674" y="11045"/>
                </a:lnTo>
                <a:lnTo>
                  <a:pt x="12813" y="10857"/>
                </a:lnTo>
                <a:lnTo>
                  <a:pt x="12901" y="10716"/>
                </a:lnTo>
                <a:lnTo>
                  <a:pt x="12989" y="10576"/>
                </a:lnTo>
                <a:lnTo>
                  <a:pt x="13089" y="10434"/>
                </a:lnTo>
                <a:lnTo>
                  <a:pt x="13177" y="10293"/>
                </a:lnTo>
                <a:lnTo>
                  <a:pt x="13316" y="10153"/>
                </a:lnTo>
                <a:lnTo>
                  <a:pt x="13404" y="10011"/>
                </a:lnTo>
                <a:lnTo>
                  <a:pt x="13492" y="9870"/>
                </a:lnTo>
                <a:lnTo>
                  <a:pt x="13592" y="9682"/>
                </a:lnTo>
                <a:lnTo>
                  <a:pt x="13680" y="9541"/>
                </a:lnTo>
                <a:lnTo>
                  <a:pt x="13819" y="9400"/>
                </a:lnTo>
                <a:lnTo>
                  <a:pt x="13907" y="9259"/>
                </a:lnTo>
                <a:lnTo>
                  <a:pt x="14007" y="9118"/>
                </a:lnTo>
                <a:lnTo>
                  <a:pt x="14095" y="8977"/>
                </a:lnTo>
                <a:lnTo>
                  <a:pt x="14183" y="8836"/>
                </a:lnTo>
                <a:lnTo>
                  <a:pt x="14322" y="8648"/>
                </a:lnTo>
                <a:lnTo>
                  <a:pt x="14410" y="8507"/>
                </a:lnTo>
                <a:lnTo>
                  <a:pt x="14510" y="8366"/>
                </a:lnTo>
                <a:lnTo>
                  <a:pt x="14598" y="8225"/>
                </a:lnTo>
                <a:lnTo>
                  <a:pt x="14686" y="8084"/>
                </a:lnTo>
                <a:lnTo>
                  <a:pt x="14824" y="7943"/>
                </a:lnTo>
                <a:lnTo>
                  <a:pt x="14913" y="7755"/>
                </a:lnTo>
                <a:lnTo>
                  <a:pt x="15013" y="7614"/>
                </a:lnTo>
                <a:lnTo>
                  <a:pt x="15101" y="7473"/>
                </a:lnTo>
                <a:lnTo>
                  <a:pt x="15189" y="7332"/>
                </a:lnTo>
                <a:lnTo>
                  <a:pt x="15327" y="7191"/>
                </a:lnTo>
                <a:lnTo>
                  <a:pt x="15415" y="7050"/>
                </a:lnTo>
                <a:lnTo>
                  <a:pt x="15516" y="6861"/>
                </a:lnTo>
                <a:lnTo>
                  <a:pt x="15604" y="6721"/>
                </a:lnTo>
                <a:lnTo>
                  <a:pt x="15692" y="6580"/>
                </a:lnTo>
                <a:lnTo>
                  <a:pt x="15830" y="6438"/>
                </a:lnTo>
                <a:lnTo>
                  <a:pt x="15918" y="6298"/>
                </a:lnTo>
                <a:lnTo>
                  <a:pt x="16019" y="6109"/>
                </a:lnTo>
                <a:lnTo>
                  <a:pt x="16107" y="5969"/>
                </a:lnTo>
                <a:lnTo>
                  <a:pt x="16195" y="5828"/>
                </a:lnTo>
                <a:lnTo>
                  <a:pt x="16333" y="5686"/>
                </a:lnTo>
                <a:lnTo>
                  <a:pt x="16421" y="5546"/>
                </a:lnTo>
                <a:lnTo>
                  <a:pt x="16522" y="5357"/>
                </a:lnTo>
                <a:lnTo>
                  <a:pt x="16610" y="5217"/>
                </a:lnTo>
                <a:lnTo>
                  <a:pt x="16698" y="5076"/>
                </a:lnTo>
                <a:lnTo>
                  <a:pt x="16836" y="4934"/>
                </a:lnTo>
                <a:lnTo>
                  <a:pt x="16924" y="4794"/>
                </a:lnTo>
                <a:lnTo>
                  <a:pt x="17025" y="4605"/>
                </a:lnTo>
                <a:lnTo>
                  <a:pt x="17113" y="4465"/>
                </a:lnTo>
                <a:lnTo>
                  <a:pt x="17201" y="4323"/>
                </a:lnTo>
                <a:lnTo>
                  <a:pt x="17339" y="4182"/>
                </a:lnTo>
                <a:lnTo>
                  <a:pt x="17427" y="3994"/>
                </a:lnTo>
                <a:lnTo>
                  <a:pt x="17528" y="3853"/>
                </a:lnTo>
                <a:lnTo>
                  <a:pt x="17616" y="3713"/>
                </a:lnTo>
                <a:lnTo>
                  <a:pt x="17704" y="3571"/>
                </a:lnTo>
                <a:lnTo>
                  <a:pt x="17842" y="3384"/>
                </a:lnTo>
                <a:lnTo>
                  <a:pt x="17943" y="3242"/>
                </a:lnTo>
                <a:lnTo>
                  <a:pt x="18031" y="3101"/>
                </a:lnTo>
                <a:lnTo>
                  <a:pt x="18119" y="2961"/>
                </a:lnTo>
                <a:lnTo>
                  <a:pt x="18207" y="2773"/>
                </a:lnTo>
                <a:lnTo>
                  <a:pt x="18345" y="2631"/>
                </a:lnTo>
                <a:lnTo>
                  <a:pt x="18446" y="2490"/>
                </a:lnTo>
                <a:lnTo>
                  <a:pt x="18534" y="2350"/>
                </a:lnTo>
                <a:lnTo>
                  <a:pt x="18622" y="2161"/>
                </a:lnTo>
                <a:lnTo>
                  <a:pt x="18710" y="2021"/>
                </a:lnTo>
                <a:lnTo>
                  <a:pt x="18848" y="1879"/>
                </a:lnTo>
                <a:lnTo>
                  <a:pt x="18949" y="1738"/>
                </a:lnTo>
                <a:lnTo>
                  <a:pt x="19037" y="1550"/>
                </a:lnTo>
                <a:lnTo>
                  <a:pt x="19125" y="1409"/>
                </a:lnTo>
                <a:lnTo>
                  <a:pt x="19213" y="1269"/>
                </a:lnTo>
                <a:lnTo>
                  <a:pt x="19351" y="1127"/>
                </a:lnTo>
                <a:lnTo>
                  <a:pt x="19452" y="938"/>
                </a:lnTo>
                <a:lnTo>
                  <a:pt x="19540" y="798"/>
                </a:lnTo>
                <a:lnTo>
                  <a:pt x="19628" y="657"/>
                </a:lnTo>
                <a:lnTo>
                  <a:pt x="19716" y="469"/>
                </a:lnTo>
                <a:lnTo>
                  <a:pt x="19854" y="328"/>
                </a:lnTo>
                <a:lnTo>
                  <a:pt x="19955" y="187"/>
                </a:lnTo>
                <a:lnTo>
                  <a:pt x="20043" y="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708612" y="5660753"/>
            <a:ext cx="20043" cy="33133"/>
          </a:xfrm>
          <a:custGeom>
            <a:avLst/>
            <a:gdLst/>
            <a:ahLst/>
            <a:cxnLst/>
            <a:rect l="l" t="t" r="r" b="b"/>
            <a:pathLst>
              <a:path w="20043" h="33133">
                <a:moveTo>
                  <a:pt x="0" y="33133"/>
                </a:moveTo>
                <a:lnTo>
                  <a:pt x="88" y="32991"/>
                </a:lnTo>
                <a:lnTo>
                  <a:pt x="188" y="32851"/>
                </a:lnTo>
                <a:lnTo>
                  <a:pt x="314" y="32710"/>
                </a:lnTo>
                <a:lnTo>
                  <a:pt x="414" y="32522"/>
                </a:lnTo>
                <a:lnTo>
                  <a:pt x="502" y="32380"/>
                </a:lnTo>
                <a:lnTo>
                  <a:pt x="590" y="32239"/>
                </a:lnTo>
                <a:lnTo>
                  <a:pt x="691" y="32051"/>
                </a:lnTo>
                <a:lnTo>
                  <a:pt x="817" y="31911"/>
                </a:lnTo>
                <a:lnTo>
                  <a:pt x="917" y="31770"/>
                </a:lnTo>
                <a:lnTo>
                  <a:pt x="1005" y="31582"/>
                </a:lnTo>
                <a:lnTo>
                  <a:pt x="1093" y="31441"/>
                </a:lnTo>
                <a:lnTo>
                  <a:pt x="1194" y="31299"/>
                </a:lnTo>
                <a:lnTo>
                  <a:pt x="1332" y="31111"/>
                </a:lnTo>
                <a:lnTo>
                  <a:pt x="1420" y="30970"/>
                </a:lnTo>
                <a:lnTo>
                  <a:pt x="1508" y="30830"/>
                </a:lnTo>
                <a:lnTo>
                  <a:pt x="1596" y="30641"/>
                </a:lnTo>
                <a:lnTo>
                  <a:pt x="1697" y="30501"/>
                </a:lnTo>
                <a:lnTo>
                  <a:pt x="1835" y="30359"/>
                </a:lnTo>
                <a:lnTo>
                  <a:pt x="1923" y="30172"/>
                </a:lnTo>
                <a:lnTo>
                  <a:pt x="2011" y="30030"/>
                </a:lnTo>
                <a:lnTo>
                  <a:pt x="2099" y="29889"/>
                </a:lnTo>
                <a:lnTo>
                  <a:pt x="2200" y="29701"/>
                </a:lnTo>
                <a:lnTo>
                  <a:pt x="2338" y="29560"/>
                </a:lnTo>
                <a:lnTo>
                  <a:pt x="2426" y="29419"/>
                </a:lnTo>
                <a:lnTo>
                  <a:pt x="2514" y="29232"/>
                </a:lnTo>
                <a:lnTo>
                  <a:pt x="2602" y="29090"/>
                </a:lnTo>
                <a:lnTo>
                  <a:pt x="2703" y="28903"/>
                </a:lnTo>
                <a:lnTo>
                  <a:pt x="2841" y="28761"/>
                </a:lnTo>
                <a:lnTo>
                  <a:pt x="2929" y="28620"/>
                </a:lnTo>
                <a:lnTo>
                  <a:pt x="3017" y="28432"/>
                </a:lnTo>
                <a:lnTo>
                  <a:pt x="3105" y="28291"/>
                </a:lnTo>
                <a:lnTo>
                  <a:pt x="3206" y="28149"/>
                </a:lnTo>
                <a:lnTo>
                  <a:pt x="3344" y="27962"/>
                </a:lnTo>
                <a:lnTo>
                  <a:pt x="3432" y="27821"/>
                </a:lnTo>
                <a:lnTo>
                  <a:pt x="3520" y="27634"/>
                </a:lnTo>
                <a:lnTo>
                  <a:pt x="3608" y="27492"/>
                </a:lnTo>
                <a:lnTo>
                  <a:pt x="3709" y="27351"/>
                </a:lnTo>
                <a:lnTo>
                  <a:pt x="3847" y="27163"/>
                </a:lnTo>
                <a:lnTo>
                  <a:pt x="3935" y="27022"/>
                </a:lnTo>
                <a:lnTo>
                  <a:pt x="4023" y="26834"/>
                </a:lnTo>
                <a:lnTo>
                  <a:pt x="4124" y="26693"/>
                </a:lnTo>
                <a:lnTo>
                  <a:pt x="4212" y="26551"/>
                </a:lnTo>
                <a:lnTo>
                  <a:pt x="4350" y="26364"/>
                </a:lnTo>
                <a:lnTo>
                  <a:pt x="4438" y="26222"/>
                </a:lnTo>
                <a:lnTo>
                  <a:pt x="4526" y="26034"/>
                </a:lnTo>
                <a:lnTo>
                  <a:pt x="4627" y="25894"/>
                </a:lnTo>
                <a:lnTo>
                  <a:pt x="4715" y="25753"/>
                </a:lnTo>
                <a:lnTo>
                  <a:pt x="4853" y="25565"/>
                </a:lnTo>
                <a:lnTo>
                  <a:pt x="4941" y="25424"/>
                </a:lnTo>
                <a:lnTo>
                  <a:pt x="5029" y="25236"/>
                </a:lnTo>
                <a:lnTo>
                  <a:pt x="5130" y="25095"/>
                </a:lnTo>
                <a:lnTo>
                  <a:pt x="5218" y="24907"/>
                </a:lnTo>
                <a:lnTo>
                  <a:pt x="5356" y="24765"/>
                </a:lnTo>
                <a:lnTo>
                  <a:pt x="5444" y="24624"/>
                </a:lnTo>
                <a:lnTo>
                  <a:pt x="5532" y="24436"/>
                </a:lnTo>
                <a:lnTo>
                  <a:pt x="5633" y="24299"/>
                </a:lnTo>
                <a:lnTo>
                  <a:pt x="5721" y="24106"/>
                </a:lnTo>
                <a:lnTo>
                  <a:pt x="5859" y="23964"/>
                </a:lnTo>
                <a:lnTo>
                  <a:pt x="5947" y="23783"/>
                </a:lnTo>
                <a:lnTo>
                  <a:pt x="6035" y="23642"/>
                </a:lnTo>
                <a:lnTo>
                  <a:pt x="6136" y="23448"/>
                </a:lnTo>
                <a:lnTo>
                  <a:pt x="6224" y="23306"/>
                </a:lnTo>
                <a:lnTo>
                  <a:pt x="6362" y="23126"/>
                </a:lnTo>
                <a:lnTo>
                  <a:pt x="6450" y="22984"/>
                </a:lnTo>
                <a:lnTo>
                  <a:pt x="6538" y="22842"/>
                </a:lnTo>
                <a:lnTo>
                  <a:pt x="6639" y="22648"/>
                </a:lnTo>
                <a:lnTo>
                  <a:pt x="6727" y="22507"/>
                </a:lnTo>
                <a:lnTo>
                  <a:pt x="6865" y="22326"/>
                </a:lnTo>
                <a:lnTo>
                  <a:pt x="6953" y="22184"/>
                </a:lnTo>
                <a:lnTo>
                  <a:pt x="7041" y="21991"/>
                </a:lnTo>
                <a:lnTo>
                  <a:pt x="7142" y="21849"/>
                </a:lnTo>
                <a:lnTo>
                  <a:pt x="7230" y="21668"/>
                </a:lnTo>
                <a:lnTo>
                  <a:pt x="7368" y="21526"/>
                </a:lnTo>
                <a:lnTo>
                  <a:pt x="7456" y="21333"/>
                </a:lnTo>
                <a:lnTo>
                  <a:pt x="7544" y="21191"/>
                </a:lnTo>
                <a:lnTo>
                  <a:pt x="7645" y="21010"/>
                </a:lnTo>
                <a:lnTo>
                  <a:pt x="7733" y="20869"/>
                </a:lnTo>
                <a:lnTo>
                  <a:pt x="7871" y="20675"/>
                </a:lnTo>
                <a:lnTo>
                  <a:pt x="7959" y="20533"/>
                </a:lnTo>
                <a:lnTo>
                  <a:pt x="8060" y="20353"/>
                </a:lnTo>
                <a:lnTo>
                  <a:pt x="8148" y="20211"/>
                </a:lnTo>
                <a:lnTo>
                  <a:pt x="8236" y="20017"/>
                </a:lnTo>
                <a:lnTo>
                  <a:pt x="8374" y="19875"/>
                </a:lnTo>
                <a:lnTo>
                  <a:pt x="8462" y="19695"/>
                </a:lnTo>
                <a:lnTo>
                  <a:pt x="8563" y="19553"/>
                </a:lnTo>
                <a:lnTo>
                  <a:pt x="8651" y="19359"/>
                </a:lnTo>
                <a:lnTo>
                  <a:pt x="8739" y="19218"/>
                </a:lnTo>
                <a:lnTo>
                  <a:pt x="8877" y="19037"/>
                </a:lnTo>
                <a:lnTo>
                  <a:pt x="8965" y="18895"/>
                </a:lnTo>
                <a:lnTo>
                  <a:pt x="9066" y="18702"/>
                </a:lnTo>
                <a:lnTo>
                  <a:pt x="9154" y="18560"/>
                </a:lnTo>
                <a:lnTo>
                  <a:pt x="9242" y="18379"/>
                </a:lnTo>
                <a:lnTo>
                  <a:pt x="9380" y="18237"/>
                </a:lnTo>
                <a:lnTo>
                  <a:pt x="9468" y="18044"/>
                </a:lnTo>
                <a:lnTo>
                  <a:pt x="9568" y="17850"/>
                </a:lnTo>
                <a:lnTo>
                  <a:pt x="9656" y="17708"/>
                </a:lnTo>
                <a:lnTo>
                  <a:pt x="9745" y="17528"/>
                </a:lnTo>
                <a:lnTo>
                  <a:pt x="9883" y="17386"/>
                </a:lnTo>
                <a:lnTo>
                  <a:pt x="9971" y="17193"/>
                </a:lnTo>
                <a:lnTo>
                  <a:pt x="10071" y="17051"/>
                </a:lnTo>
                <a:lnTo>
                  <a:pt x="10159" y="16870"/>
                </a:lnTo>
                <a:lnTo>
                  <a:pt x="10247" y="16728"/>
                </a:lnTo>
                <a:lnTo>
                  <a:pt x="10386" y="16535"/>
                </a:lnTo>
                <a:lnTo>
                  <a:pt x="10474" y="16393"/>
                </a:lnTo>
                <a:lnTo>
                  <a:pt x="10574" y="16212"/>
                </a:lnTo>
                <a:lnTo>
                  <a:pt x="10662" y="16019"/>
                </a:lnTo>
                <a:lnTo>
                  <a:pt x="10750" y="15877"/>
                </a:lnTo>
                <a:lnTo>
                  <a:pt x="10889" y="15696"/>
                </a:lnTo>
                <a:lnTo>
                  <a:pt x="10977" y="15555"/>
                </a:lnTo>
                <a:lnTo>
                  <a:pt x="11077" y="15361"/>
                </a:lnTo>
                <a:lnTo>
                  <a:pt x="11165" y="15219"/>
                </a:lnTo>
                <a:lnTo>
                  <a:pt x="11253" y="15039"/>
                </a:lnTo>
                <a:lnTo>
                  <a:pt x="11392" y="14845"/>
                </a:lnTo>
                <a:lnTo>
                  <a:pt x="11492" y="14703"/>
                </a:lnTo>
                <a:lnTo>
                  <a:pt x="11580" y="14523"/>
                </a:lnTo>
                <a:lnTo>
                  <a:pt x="11668" y="14381"/>
                </a:lnTo>
                <a:lnTo>
                  <a:pt x="11756" y="14187"/>
                </a:lnTo>
                <a:lnTo>
                  <a:pt x="11895" y="14007"/>
                </a:lnTo>
                <a:lnTo>
                  <a:pt x="11995" y="13865"/>
                </a:lnTo>
                <a:lnTo>
                  <a:pt x="12083" y="13671"/>
                </a:lnTo>
                <a:lnTo>
                  <a:pt x="12171" y="13530"/>
                </a:lnTo>
                <a:lnTo>
                  <a:pt x="12259" y="13349"/>
                </a:lnTo>
                <a:lnTo>
                  <a:pt x="12398" y="13155"/>
                </a:lnTo>
                <a:lnTo>
                  <a:pt x="12498" y="13014"/>
                </a:lnTo>
                <a:lnTo>
                  <a:pt x="12586" y="12820"/>
                </a:lnTo>
                <a:lnTo>
                  <a:pt x="12674" y="12691"/>
                </a:lnTo>
                <a:lnTo>
                  <a:pt x="12762" y="12498"/>
                </a:lnTo>
                <a:lnTo>
                  <a:pt x="12901" y="12304"/>
                </a:lnTo>
                <a:lnTo>
                  <a:pt x="13001" y="12162"/>
                </a:lnTo>
                <a:lnTo>
                  <a:pt x="13089" y="11982"/>
                </a:lnTo>
                <a:lnTo>
                  <a:pt x="13177" y="11840"/>
                </a:lnTo>
                <a:lnTo>
                  <a:pt x="13265" y="11646"/>
                </a:lnTo>
                <a:lnTo>
                  <a:pt x="13404" y="11466"/>
                </a:lnTo>
                <a:lnTo>
                  <a:pt x="13504" y="11324"/>
                </a:lnTo>
                <a:lnTo>
                  <a:pt x="13592" y="11131"/>
                </a:lnTo>
                <a:lnTo>
                  <a:pt x="13680" y="10950"/>
                </a:lnTo>
                <a:lnTo>
                  <a:pt x="13781" y="10808"/>
                </a:lnTo>
                <a:lnTo>
                  <a:pt x="13907" y="10615"/>
                </a:lnTo>
                <a:lnTo>
                  <a:pt x="14007" y="10434"/>
                </a:lnTo>
                <a:lnTo>
                  <a:pt x="14095" y="10292"/>
                </a:lnTo>
                <a:lnTo>
                  <a:pt x="14183" y="10099"/>
                </a:lnTo>
                <a:lnTo>
                  <a:pt x="14284" y="9918"/>
                </a:lnTo>
                <a:lnTo>
                  <a:pt x="14410" y="9776"/>
                </a:lnTo>
                <a:lnTo>
                  <a:pt x="14510" y="9583"/>
                </a:lnTo>
                <a:lnTo>
                  <a:pt x="14598" y="9441"/>
                </a:lnTo>
                <a:lnTo>
                  <a:pt x="14686" y="9247"/>
                </a:lnTo>
                <a:lnTo>
                  <a:pt x="14787" y="9067"/>
                </a:lnTo>
                <a:lnTo>
                  <a:pt x="14913" y="8925"/>
                </a:lnTo>
                <a:lnTo>
                  <a:pt x="15013" y="8731"/>
                </a:lnTo>
                <a:lnTo>
                  <a:pt x="15101" y="8551"/>
                </a:lnTo>
                <a:lnTo>
                  <a:pt x="15189" y="8409"/>
                </a:lnTo>
                <a:lnTo>
                  <a:pt x="15290" y="8216"/>
                </a:lnTo>
                <a:lnTo>
                  <a:pt x="15428" y="8035"/>
                </a:lnTo>
                <a:lnTo>
                  <a:pt x="15516" y="7842"/>
                </a:lnTo>
                <a:lnTo>
                  <a:pt x="15604" y="7700"/>
                </a:lnTo>
                <a:lnTo>
                  <a:pt x="15692" y="7519"/>
                </a:lnTo>
                <a:lnTo>
                  <a:pt x="15793" y="7326"/>
                </a:lnTo>
                <a:lnTo>
                  <a:pt x="15931" y="7184"/>
                </a:lnTo>
                <a:lnTo>
                  <a:pt x="16019" y="7003"/>
                </a:lnTo>
                <a:lnTo>
                  <a:pt x="16107" y="6810"/>
                </a:lnTo>
                <a:lnTo>
                  <a:pt x="16195" y="6668"/>
                </a:lnTo>
                <a:lnTo>
                  <a:pt x="16296" y="6474"/>
                </a:lnTo>
                <a:lnTo>
                  <a:pt x="16434" y="6294"/>
                </a:lnTo>
                <a:lnTo>
                  <a:pt x="16522" y="6152"/>
                </a:lnTo>
                <a:lnTo>
                  <a:pt x="16610" y="5958"/>
                </a:lnTo>
                <a:lnTo>
                  <a:pt x="16698" y="5778"/>
                </a:lnTo>
                <a:lnTo>
                  <a:pt x="16799" y="5584"/>
                </a:lnTo>
                <a:lnTo>
                  <a:pt x="16937" y="5442"/>
                </a:lnTo>
                <a:lnTo>
                  <a:pt x="17025" y="5262"/>
                </a:lnTo>
                <a:lnTo>
                  <a:pt x="17113" y="5068"/>
                </a:lnTo>
                <a:lnTo>
                  <a:pt x="17201" y="4927"/>
                </a:lnTo>
                <a:lnTo>
                  <a:pt x="17302" y="4746"/>
                </a:lnTo>
                <a:lnTo>
                  <a:pt x="17440" y="4553"/>
                </a:lnTo>
                <a:lnTo>
                  <a:pt x="17528" y="4359"/>
                </a:lnTo>
                <a:lnTo>
                  <a:pt x="17616" y="4230"/>
                </a:lnTo>
                <a:lnTo>
                  <a:pt x="17717" y="4037"/>
                </a:lnTo>
                <a:lnTo>
                  <a:pt x="17805" y="3843"/>
                </a:lnTo>
                <a:lnTo>
                  <a:pt x="17943" y="3663"/>
                </a:lnTo>
                <a:lnTo>
                  <a:pt x="18031" y="3521"/>
                </a:lnTo>
                <a:lnTo>
                  <a:pt x="18119" y="3327"/>
                </a:lnTo>
                <a:lnTo>
                  <a:pt x="18220" y="3147"/>
                </a:lnTo>
                <a:lnTo>
                  <a:pt x="18308" y="3005"/>
                </a:lnTo>
                <a:lnTo>
                  <a:pt x="18446" y="2811"/>
                </a:lnTo>
                <a:lnTo>
                  <a:pt x="18534" y="2631"/>
                </a:lnTo>
                <a:lnTo>
                  <a:pt x="18622" y="2437"/>
                </a:lnTo>
                <a:lnTo>
                  <a:pt x="18722" y="2295"/>
                </a:lnTo>
                <a:lnTo>
                  <a:pt x="18811" y="2115"/>
                </a:lnTo>
                <a:lnTo>
                  <a:pt x="18949" y="1921"/>
                </a:lnTo>
                <a:lnTo>
                  <a:pt x="19037" y="1728"/>
                </a:lnTo>
                <a:lnTo>
                  <a:pt x="19125" y="1547"/>
                </a:lnTo>
                <a:lnTo>
                  <a:pt x="19225" y="1405"/>
                </a:lnTo>
                <a:lnTo>
                  <a:pt x="19313" y="1212"/>
                </a:lnTo>
                <a:lnTo>
                  <a:pt x="19452" y="1031"/>
                </a:lnTo>
                <a:lnTo>
                  <a:pt x="19540" y="838"/>
                </a:lnTo>
                <a:lnTo>
                  <a:pt x="19628" y="696"/>
                </a:lnTo>
                <a:lnTo>
                  <a:pt x="19728" y="515"/>
                </a:lnTo>
                <a:lnTo>
                  <a:pt x="19816" y="322"/>
                </a:lnTo>
                <a:lnTo>
                  <a:pt x="19955" y="128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728656" y="5623285"/>
            <a:ext cx="20043" cy="37468"/>
          </a:xfrm>
          <a:custGeom>
            <a:avLst/>
            <a:gdLst/>
            <a:ahLst/>
            <a:cxnLst/>
            <a:rect l="l" t="t" r="r" b="b"/>
            <a:pathLst>
              <a:path w="20043" h="37468">
                <a:moveTo>
                  <a:pt x="0" y="37468"/>
                </a:moveTo>
                <a:lnTo>
                  <a:pt x="88" y="37275"/>
                </a:lnTo>
                <a:lnTo>
                  <a:pt x="188" y="37081"/>
                </a:lnTo>
                <a:lnTo>
                  <a:pt x="276" y="36901"/>
                </a:lnTo>
                <a:lnTo>
                  <a:pt x="414" y="36707"/>
                </a:lnTo>
                <a:lnTo>
                  <a:pt x="502" y="36565"/>
                </a:lnTo>
                <a:lnTo>
                  <a:pt x="590" y="36385"/>
                </a:lnTo>
                <a:lnTo>
                  <a:pt x="691" y="36191"/>
                </a:lnTo>
                <a:lnTo>
                  <a:pt x="779" y="36011"/>
                </a:lnTo>
                <a:lnTo>
                  <a:pt x="917" y="35817"/>
                </a:lnTo>
                <a:lnTo>
                  <a:pt x="1005" y="35675"/>
                </a:lnTo>
                <a:lnTo>
                  <a:pt x="1093" y="35482"/>
                </a:lnTo>
                <a:lnTo>
                  <a:pt x="1194" y="35301"/>
                </a:lnTo>
                <a:lnTo>
                  <a:pt x="1282" y="35108"/>
                </a:lnTo>
                <a:lnTo>
                  <a:pt x="1420" y="34927"/>
                </a:lnTo>
                <a:lnTo>
                  <a:pt x="1508" y="34734"/>
                </a:lnTo>
                <a:lnTo>
                  <a:pt x="1609" y="34592"/>
                </a:lnTo>
                <a:lnTo>
                  <a:pt x="1697" y="34411"/>
                </a:lnTo>
                <a:lnTo>
                  <a:pt x="1785" y="34218"/>
                </a:lnTo>
                <a:lnTo>
                  <a:pt x="1923" y="34025"/>
                </a:lnTo>
                <a:lnTo>
                  <a:pt x="2011" y="33844"/>
                </a:lnTo>
                <a:lnTo>
                  <a:pt x="2112" y="33702"/>
                </a:lnTo>
                <a:lnTo>
                  <a:pt x="2200" y="33509"/>
                </a:lnTo>
                <a:lnTo>
                  <a:pt x="2288" y="33328"/>
                </a:lnTo>
                <a:lnTo>
                  <a:pt x="2426" y="33135"/>
                </a:lnTo>
                <a:lnTo>
                  <a:pt x="2514" y="32954"/>
                </a:lnTo>
                <a:lnTo>
                  <a:pt x="2615" y="32760"/>
                </a:lnTo>
                <a:lnTo>
                  <a:pt x="2703" y="32580"/>
                </a:lnTo>
                <a:lnTo>
                  <a:pt x="2791" y="32438"/>
                </a:lnTo>
                <a:lnTo>
                  <a:pt x="2929" y="32245"/>
                </a:lnTo>
                <a:lnTo>
                  <a:pt x="3017" y="32051"/>
                </a:lnTo>
                <a:lnTo>
                  <a:pt x="3118" y="31871"/>
                </a:lnTo>
                <a:lnTo>
                  <a:pt x="3206" y="31677"/>
                </a:lnTo>
                <a:lnTo>
                  <a:pt x="3294" y="31496"/>
                </a:lnTo>
                <a:lnTo>
                  <a:pt x="3432" y="31355"/>
                </a:lnTo>
                <a:lnTo>
                  <a:pt x="3520" y="31161"/>
                </a:lnTo>
                <a:lnTo>
                  <a:pt x="3621" y="30981"/>
                </a:lnTo>
                <a:lnTo>
                  <a:pt x="3709" y="30787"/>
                </a:lnTo>
                <a:lnTo>
                  <a:pt x="3797" y="30594"/>
                </a:lnTo>
                <a:lnTo>
                  <a:pt x="3935" y="30413"/>
                </a:lnTo>
                <a:lnTo>
                  <a:pt x="4023" y="30220"/>
                </a:lnTo>
                <a:lnTo>
                  <a:pt x="4124" y="30039"/>
                </a:lnTo>
                <a:lnTo>
                  <a:pt x="4212" y="29897"/>
                </a:lnTo>
                <a:lnTo>
                  <a:pt x="4300" y="29704"/>
                </a:lnTo>
                <a:lnTo>
                  <a:pt x="4438" y="29523"/>
                </a:lnTo>
                <a:lnTo>
                  <a:pt x="4526" y="29330"/>
                </a:lnTo>
                <a:lnTo>
                  <a:pt x="4627" y="29136"/>
                </a:lnTo>
                <a:lnTo>
                  <a:pt x="4715" y="28956"/>
                </a:lnTo>
                <a:lnTo>
                  <a:pt x="4803" y="28762"/>
                </a:lnTo>
                <a:lnTo>
                  <a:pt x="4941" y="28582"/>
                </a:lnTo>
                <a:lnTo>
                  <a:pt x="5042" y="28388"/>
                </a:lnTo>
                <a:lnTo>
                  <a:pt x="5130" y="28246"/>
                </a:lnTo>
                <a:lnTo>
                  <a:pt x="5218" y="28066"/>
                </a:lnTo>
                <a:lnTo>
                  <a:pt x="5306" y="27872"/>
                </a:lnTo>
                <a:lnTo>
                  <a:pt x="5444" y="27679"/>
                </a:lnTo>
                <a:lnTo>
                  <a:pt x="5545" y="27498"/>
                </a:lnTo>
                <a:lnTo>
                  <a:pt x="5633" y="27305"/>
                </a:lnTo>
                <a:lnTo>
                  <a:pt x="5721" y="27124"/>
                </a:lnTo>
                <a:lnTo>
                  <a:pt x="5809" y="26931"/>
                </a:lnTo>
                <a:lnTo>
                  <a:pt x="5947" y="26750"/>
                </a:lnTo>
                <a:lnTo>
                  <a:pt x="6048" y="26557"/>
                </a:lnTo>
                <a:lnTo>
                  <a:pt x="6136" y="26363"/>
                </a:lnTo>
                <a:lnTo>
                  <a:pt x="6224" y="26234"/>
                </a:lnTo>
                <a:lnTo>
                  <a:pt x="6312" y="26041"/>
                </a:lnTo>
                <a:lnTo>
                  <a:pt x="6450" y="25847"/>
                </a:lnTo>
                <a:lnTo>
                  <a:pt x="6551" y="25667"/>
                </a:lnTo>
                <a:lnTo>
                  <a:pt x="6639" y="25473"/>
                </a:lnTo>
                <a:lnTo>
                  <a:pt x="6727" y="25293"/>
                </a:lnTo>
                <a:lnTo>
                  <a:pt x="6815" y="25099"/>
                </a:lnTo>
                <a:lnTo>
                  <a:pt x="6953" y="24906"/>
                </a:lnTo>
                <a:lnTo>
                  <a:pt x="7054" y="24725"/>
                </a:lnTo>
                <a:lnTo>
                  <a:pt x="7142" y="24532"/>
                </a:lnTo>
                <a:lnTo>
                  <a:pt x="7230" y="24351"/>
                </a:lnTo>
                <a:lnTo>
                  <a:pt x="7318" y="24158"/>
                </a:lnTo>
                <a:lnTo>
                  <a:pt x="7456" y="23977"/>
                </a:lnTo>
                <a:lnTo>
                  <a:pt x="7557" y="23783"/>
                </a:lnTo>
                <a:lnTo>
                  <a:pt x="7645" y="23590"/>
                </a:lnTo>
                <a:lnTo>
                  <a:pt x="7733" y="23409"/>
                </a:lnTo>
                <a:lnTo>
                  <a:pt x="7833" y="23216"/>
                </a:lnTo>
                <a:lnTo>
                  <a:pt x="7959" y="23035"/>
                </a:lnTo>
                <a:lnTo>
                  <a:pt x="8060" y="22894"/>
                </a:lnTo>
                <a:lnTo>
                  <a:pt x="8148" y="22700"/>
                </a:lnTo>
                <a:lnTo>
                  <a:pt x="8236" y="22519"/>
                </a:lnTo>
                <a:lnTo>
                  <a:pt x="8336" y="22326"/>
                </a:lnTo>
                <a:lnTo>
                  <a:pt x="8462" y="22133"/>
                </a:lnTo>
                <a:lnTo>
                  <a:pt x="8563" y="21952"/>
                </a:lnTo>
                <a:lnTo>
                  <a:pt x="8651" y="21758"/>
                </a:lnTo>
                <a:lnTo>
                  <a:pt x="8739" y="21578"/>
                </a:lnTo>
                <a:lnTo>
                  <a:pt x="8839" y="21384"/>
                </a:lnTo>
                <a:lnTo>
                  <a:pt x="8977" y="21204"/>
                </a:lnTo>
                <a:lnTo>
                  <a:pt x="9065" y="21010"/>
                </a:lnTo>
                <a:lnTo>
                  <a:pt x="9154" y="20817"/>
                </a:lnTo>
                <a:lnTo>
                  <a:pt x="9242" y="20636"/>
                </a:lnTo>
                <a:lnTo>
                  <a:pt x="9342" y="20443"/>
                </a:lnTo>
                <a:lnTo>
                  <a:pt x="9480" y="20262"/>
                </a:lnTo>
                <a:lnTo>
                  <a:pt x="9568" y="20069"/>
                </a:lnTo>
                <a:lnTo>
                  <a:pt x="9656" y="19888"/>
                </a:lnTo>
                <a:lnTo>
                  <a:pt x="9745" y="19695"/>
                </a:lnTo>
                <a:lnTo>
                  <a:pt x="9845" y="19501"/>
                </a:lnTo>
                <a:lnTo>
                  <a:pt x="9983" y="19321"/>
                </a:lnTo>
                <a:lnTo>
                  <a:pt x="10071" y="19127"/>
                </a:lnTo>
                <a:lnTo>
                  <a:pt x="10159" y="18947"/>
                </a:lnTo>
                <a:lnTo>
                  <a:pt x="10247" y="18753"/>
                </a:lnTo>
                <a:lnTo>
                  <a:pt x="10348" y="18560"/>
                </a:lnTo>
                <a:lnTo>
                  <a:pt x="10486" y="18379"/>
                </a:lnTo>
                <a:lnTo>
                  <a:pt x="10574" y="18186"/>
                </a:lnTo>
                <a:lnTo>
                  <a:pt x="10662" y="18005"/>
                </a:lnTo>
                <a:lnTo>
                  <a:pt x="10750" y="17812"/>
                </a:lnTo>
                <a:lnTo>
                  <a:pt x="10851" y="17631"/>
                </a:lnTo>
                <a:lnTo>
                  <a:pt x="10989" y="17438"/>
                </a:lnTo>
                <a:lnTo>
                  <a:pt x="11077" y="17244"/>
                </a:lnTo>
                <a:lnTo>
                  <a:pt x="11165" y="17064"/>
                </a:lnTo>
                <a:lnTo>
                  <a:pt x="11266" y="16870"/>
                </a:lnTo>
                <a:lnTo>
                  <a:pt x="11354" y="16690"/>
                </a:lnTo>
                <a:lnTo>
                  <a:pt x="11492" y="16496"/>
                </a:lnTo>
                <a:lnTo>
                  <a:pt x="11580" y="16316"/>
                </a:lnTo>
                <a:lnTo>
                  <a:pt x="11668" y="16070"/>
                </a:lnTo>
                <a:lnTo>
                  <a:pt x="11769" y="15890"/>
                </a:lnTo>
                <a:lnTo>
                  <a:pt x="11857" y="15696"/>
                </a:lnTo>
                <a:lnTo>
                  <a:pt x="11995" y="15516"/>
                </a:lnTo>
                <a:lnTo>
                  <a:pt x="12083" y="15322"/>
                </a:lnTo>
                <a:lnTo>
                  <a:pt x="12171" y="15129"/>
                </a:lnTo>
                <a:lnTo>
                  <a:pt x="12272" y="14948"/>
                </a:lnTo>
                <a:lnTo>
                  <a:pt x="12360" y="14755"/>
                </a:lnTo>
                <a:lnTo>
                  <a:pt x="12498" y="14574"/>
                </a:lnTo>
                <a:lnTo>
                  <a:pt x="12586" y="14381"/>
                </a:lnTo>
                <a:lnTo>
                  <a:pt x="12674" y="14200"/>
                </a:lnTo>
                <a:lnTo>
                  <a:pt x="12775" y="14007"/>
                </a:lnTo>
                <a:lnTo>
                  <a:pt x="12863" y="13813"/>
                </a:lnTo>
                <a:lnTo>
                  <a:pt x="13001" y="13633"/>
                </a:lnTo>
                <a:lnTo>
                  <a:pt x="13089" y="13439"/>
                </a:lnTo>
                <a:lnTo>
                  <a:pt x="13177" y="13259"/>
                </a:lnTo>
                <a:lnTo>
                  <a:pt x="13278" y="13065"/>
                </a:lnTo>
                <a:lnTo>
                  <a:pt x="13366" y="12833"/>
                </a:lnTo>
                <a:lnTo>
                  <a:pt x="13504" y="12640"/>
                </a:lnTo>
                <a:lnTo>
                  <a:pt x="13592" y="12459"/>
                </a:lnTo>
                <a:lnTo>
                  <a:pt x="13680" y="12266"/>
                </a:lnTo>
                <a:lnTo>
                  <a:pt x="13781" y="12085"/>
                </a:lnTo>
                <a:lnTo>
                  <a:pt x="13869" y="11891"/>
                </a:lnTo>
                <a:lnTo>
                  <a:pt x="14007" y="11698"/>
                </a:lnTo>
                <a:lnTo>
                  <a:pt x="14095" y="11517"/>
                </a:lnTo>
                <a:lnTo>
                  <a:pt x="14183" y="11324"/>
                </a:lnTo>
                <a:lnTo>
                  <a:pt x="14284" y="11143"/>
                </a:lnTo>
                <a:lnTo>
                  <a:pt x="14372" y="10950"/>
                </a:lnTo>
                <a:lnTo>
                  <a:pt x="14510" y="10756"/>
                </a:lnTo>
                <a:lnTo>
                  <a:pt x="14598" y="10524"/>
                </a:lnTo>
                <a:lnTo>
                  <a:pt x="14686" y="10344"/>
                </a:lnTo>
                <a:lnTo>
                  <a:pt x="14787" y="10150"/>
                </a:lnTo>
                <a:lnTo>
                  <a:pt x="14875" y="9970"/>
                </a:lnTo>
                <a:lnTo>
                  <a:pt x="15013" y="9776"/>
                </a:lnTo>
                <a:lnTo>
                  <a:pt x="15101" y="9583"/>
                </a:lnTo>
                <a:lnTo>
                  <a:pt x="15202" y="9402"/>
                </a:lnTo>
                <a:lnTo>
                  <a:pt x="15290" y="9209"/>
                </a:lnTo>
                <a:lnTo>
                  <a:pt x="15378" y="9028"/>
                </a:lnTo>
                <a:lnTo>
                  <a:pt x="15516" y="8783"/>
                </a:lnTo>
                <a:lnTo>
                  <a:pt x="15604" y="8602"/>
                </a:lnTo>
                <a:lnTo>
                  <a:pt x="15705" y="8409"/>
                </a:lnTo>
                <a:lnTo>
                  <a:pt x="15793" y="8228"/>
                </a:lnTo>
                <a:lnTo>
                  <a:pt x="15881" y="8035"/>
                </a:lnTo>
                <a:lnTo>
                  <a:pt x="16019" y="7854"/>
                </a:lnTo>
                <a:lnTo>
                  <a:pt x="16107" y="7661"/>
                </a:lnTo>
                <a:lnTo>
                  <a:pt x="16208" y="7467"/>
                </a:lnTo>
                <a:lnTo>
                  <a:pt x="16296" y="7235"/>
                </a:lnTo>
                <a:lnTo>
                  <a:pt x="16384" y="7055"/>
                </a:lnTo>
                <a:lnTo>
                  <a:pt x="16522" y="6861"/>
                </a:lnTo>
                <a:lnTo>
                  <a:pt x="16610" y="6668"/>
                </a:lnTo>
                <a:lnTo>
                  <a:pt x="16711" y="6487"/>
                </a:lnTo>
                <a:lnTo>
                  <a:pt x="16799" y="6294"/>
                </a:lnTo>
                <a:lnTo>
                  <a:pt x="16887" y="6113"/>
                </a:lnTo>
                <a:lnTo>
                  <a:pt x="17025" y="5868"/>
                </a:lnTo>
                <a:lnTo>
                  <a:pt x="17113" y="5688"/>
                </a:lnTo>
                <a:lnTo>
                  <a:pt x="17214" y="5494"/>
                </a:lnTo>
                <a:lnTo>
                  <a:pt x="17302" y="5313"/>
                </a:lnTo>
                <a:lnTo>
                  <a:pt x="17390" y="5120"/>
                </a:lnTo>
                <a:lnTo>
                  <a:pt x="17528" y="4939"/>
                </a:lnTo>
                <a:lnTo>
                  <a:pt x="17616" y="4694"/>
                </a:lnTo>
                <a:lnTo>
                  <a:pt x="17717" y="4514"/>
                </a:lnTo>
                <a:lnTo>
                  <a:pt x="17805" y="4320"/>
                </a:lnTo>
                <a:lnTo>
                  <a:pt x="17893" y="4140"/>
                </a:lnTo>
                <a:lnTo>
                  <a:pt x="18031" y="3946"/>
                </a:lnTo>
                <a:lnTo>
                  <a:pt x="18119" y="3753"/>
                </a:lnTo>
                <a:lnTo>
                  <a:pt x="18220" y="3521"/>
                </a:lnTo>
                <a:lnTo>
                  <a:pt x="18308" y="3340"/>
                </a:lnTo>
                <a:lnTo>
                  <a:pt x="18396" y="3147"/>
                </a:lnTo>
                <a:lnTo>
                  <a:pt x="18534" y="2966"/>
                </a:lnTo>
                <a:lnTo>
                  <a:pt x="18634" y="2773"/>
                </a:lnTo>
                <a:lnTo>
                  <a:pt x="18722" y="2579"/>
                </a:lnTo>
                <a:lnTo>
                  <a:pt x="18811" y="2347"/>
                </a:lnTo>
                <a:lnTo>
                  <a:pt x="18899" y="2166"/>
                </a:lnTo>
                <a:lnTo>
                  <a:pt x="19037" y="1973"/>
                </a:lnTo>
                <a:lnTo>
                  <a:pt x="19137" y="1779"/>
                </a:lnTo>
                <a:lnTo>
                  <a:pt x="19225" y="1599"/>
                </a:lnTo>
                <a:lnTo>
                  <a:pt x="19313" y="1367"/>
                </a:lnTo>
                <a:lnTo>
                  <a:pt x="19401" y="1173"/>
                </a:lnTo>
                <a:lnTo>
                  <a:pt x="19540" y="980"/>
                </a:lnTo>
                <a:lnTo>
                  <a:pt x="19640" y="799"/>
                </a:lnTo>
                <a:lnTo>
                  <a:pt x="19728" y="606"/>
                </a:lnTo>
                <a:lnTo>
                  <a:pt x="19816" y="374"/>
                </a:lnTo>
                <a:lnTo>
                  <a:pt x="19904" y="180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748699" y="5582153"/>
            <a:ext cx="20055" cy="41131"/>
          </a:xfrm>
          <a:custGeom>
            <a:avLst/>
            <a:gdLst/>
            <a:ahLst/>
            <a:cxnLst/>
            <a:rect l="l" t="t" r="r" b="b"/>
            <a:pathLst>
              <a:path w="20055" h="41131">
                <a:moveTo>
                  <a:pt x="0" y="41131"/>
                </a:moveTo>
                <a:lnTo>
                  <a:pt x="100" y="40938"/>
                </a:lnTo>
                <a:lnTo>
                  <a:pt x="188" y="40757"/>
                </a:lnTo>
                <a:lnTo>
                  <a:pt x="276" y="40525"/>
                </a:lnTo>
                <a:lnTo>
                  <a:pt x="364" y="40332"/>
                </a:lnTo>
                <a:lnTo>
                  <a:pt x="502" y="40138"/>
                </a:lnTo>
                <a:lnTo>
                  <a:pt x="603" y="39958"/>
                </a:lnTo>
                <a:lnTo>
                  <a:pt x="691" y="39764"/>
                </a:lnTo>
                <a:lnTo>
                  <a:pt x="779" y="39532"/>
                </a:lnTo>
                <a:lnTo>
                  <a:pt x="867" y="39338"/>
                </a:lnTo>
                <a:lnTo>
                  <a:pt x="1005" y="39158"/>
                </a:lnTo>
                <a:lnTo>
                  <a:pt x="1106" y="38964"/>
                </a:lnTo>
                <a:lnTo>
                  <a:pt x="1194" y="38732"/>
                </a:lnTo>
                <a:lnTo>
                  <a:pt x="1282" y="38539"/>
                </a:lnTo>
                <a:lnTo>
                  <a:pt x="1383" y="38358"/>
                </a:lnTo>
                <a:lnTo>
                  <a:pt x="1508" y="38165"/>
                </a:lnTo>
                <a:lnTo>
                  <a:pt x="1609" y="37933"/>
                </a:lnTo>
                <a:lnTo>
                  <a:pt x="1697" y="37752"/>
                </a:lnTo>
                <a:lnTo>
                  <a:pt x="1785" y="37559"/>
                </a:lnTo>
                <a:lnTo>
                  <a:pt x="1886" y="37365"/>
                </a:lnTo>
                <a:lnTo>
                  <a:pt x="2011" y="37133"/>
                </a:lnTo>
                <a:lnTo>
                  <a:pt x="2112" y="36952"/>
                </a:lnTo>
                <a:lnTo>
                  <a:pt x="2200" y="36759"/>
                </a:lnTo>
                <a:lnTo>
                  <a:pt x="2288" y="36565"/>
                </a:lnTo>
                <a:lnTo>
                  <a:pt x="2389" y="36333"/>
                </a:lnTo>
                <a:lnTo>
                  <a:pt x="2527" y="36153"/>
                </a:lnTo>
                <a:lnTo>
                  <a:pt x="2615" y="35959"/>
                </a:lnTo>
                <a:lnTo>
                  <a:pt x="2703" y="35766"/>
                </a:lnTo>
                <a:lnTo>
                  <a:pt x="2791" y="35534"/>
                </a:lnTo>
                <a:lnTo>
                  <a:pt x="2892" y="35353"/>
                </a:lnTo>
                <a:lnTo>
                  <a:pt x="3030" y="35160"/>
                </a:lnTo>
                <a:lnTo>
                  <a:pt x="3118" y="34966"/>
                </a:lnTo>
                <a:lnTo>
                  <a:pt x="3206" y="34734"/>
                </a:lnTo>
                <a:lnTo>
                  <a:pt x="3294" y="34553"/>
                </a:lnTo>
                <a:lnTo>
                  <a:pt x="3395" y="34360"/>
                </a:lnTo>
                <a:lnTo>
                  <a:pt x="3533" y="34128"/>
                </a:lnTo>
                <a:lnTo>
                  <a:pt x="3621" y="33934"/>
                </a:lnTo>
                <a:lnTo>
                  <a:pt x="3709" y="33754"/>
                </a:lnTo>
                <a:lnTo>
                  <a:pt x="3797" y="33560"/>
                </a:lnTo>
                <a:lnTo>
                  <a:pt x="3898" y="33328"/>
                </a:lnTo>
                <a:lnTo>
                  <a:pt x="4036" y="33135"/>
                </a:lnTo>
                <a:lnTo>
                  <a:pt x="4124" y="32954"/>
                </a:lnTo>
                <a:lnTo>
                  <a:pt x="4212" y="32722"/>
                </a:lnTo>
                <a:lnTo>
                  <a:pt x="4300" y="32528"/>
                </a:lnTo>
                <a:lnTo>
                  <a:pt x="4400" y="32335"/>
                </a:lnTo>
                <a:lnTo>
                  <a:pt x="4539" y="32154"/>
                </a:lnTo>
                <a:lnTo>
                  <a:pt x="4627" y="31922"/>
                </a:lnTo>
                <a:lnTo>
                  <a:pt x="4715" y="31729"/>
                </a:lnTo>
                <a:lnTo>
                  <a:pt x="4815" y="31535"/>
                </a:lnTo>
                <a:lnTo>
                  <a:pt x="4903" y="31303"/>
                </a:lnTo>
                <a:lnTo>
                  <a:pt x="5042" y="31122"/>
                </a:lnTo>
                <a:lnTo>
                  <a:pt x="5130" y="30929"/>
                </a:lnTo>
                <a:lnTo>
                  <a:pt x="5218" y="30697"/>
                </a:lnTo>
                <a:lnTo>
                  <a:pt x="5318" y="30503"/>
                </a:lnTo>
                <a:lnTo>
                  <a:pt x="5406" y="30323"/>
                </a:lnTo>
                <a:lnTo>
                  <a:pt x="5545" y="30129"/>
                </a:lnTo>
                <a:lnTo>
                  <a:pt x="5633" y="29897"/>
                </a:lnTo>
                <a:lnTo>
                  <a:pt x="5721" y="29704"/>
                </a:lnTo>
                <a:lnTo>
                  <a:pt x="5821" y="29523"/>
                </a:lnTo>
                <a:lnTo>
                  <a:pt x="5909" y="29291"/>
                </a:lnTo>
                <a:lnTo>
                  <a:pt x="6048" y="29097"/>
                </a:lnTo>
                <a:lnTo>
                  <a:pt x="6136" y="28904"/>
                </a:lnTo>
                <a:lnTo>
                  <a:pt x="6224" y="28672"/>
                </a:lnTo>
                <a:lnTo>
                  <a:pt x="6324" y="28491"/>
                </a:lnTo>
                <a:lnTo>
                  <a:pt x="6412" y="28298"/>
                </a:lnTo>
                <a:lnTo>
                  <a:pt x="6551" y="28066"/>
                </a:lnTo>
                <a:lnTo>
                  <a:pt x="6639" y="27872"/>
                </a:lnTo>
                <a:lnTo>
                  <a:pt x="6727" y="27692"/>
                </a:lnTo>
                <a:lnTo>
                  <a:pt x="6827" y="27447"/>
                </a:lnTo>
                <a:lnTo>
                  <a:pt x="6915" y="27266"/>
                </a:lnTo>
                <a:lnTo>
                  <a:pt x="7054" y="27072"/>
                </a:lnTo>
                <a:lnTo>
                  <a:pt x="7142" y="26840"/>
                </a:lnTo>
                <a:lnTo>
                  <a:pt x="7230" y="26647"/>
                </a:lnTo>
                <a:lnTo>
                  <a:pt x="7330" y="26466"/>
                </a:lnTo>
                <a:lnTo>
                  <a:pt x="7418" y="26234"/>
                </a:lnTo>
                <a:lnTo>
                  <a:pt x="7557" y="26041"/>
                </a:lnTo>
                <a:lnTo>
                  <a:pt x="7645" y="25847"/>
                </a:lnTo>
                <a:lnTo>
                  <a:pt x="7733" y="25615"/>
                </a:lnTo>
                <a:lnTo>
                  <a:pt x="7833" y="25434"/>
                </a:lnTo>
                <a:lnTo>
                  <a:pt x="7921" y="25189"/>
                </a:lnTo>
                <a:lnTo>
                  <a:pt x="8060" y="25009"/>
                </a:lnTo>
                <a:lnTo>
                  <a:pt x="8148" y="24815"/>
                </a:lnTo>
                <a:lnTo>
                  <a:pt x="8236" y="24583"/>
                </a:lnTo>
                <a:lnTo>
                  <a:pt x="8336" y="24390"/>
                </a:lnTo>
                <a:lnTo>
                  <a:pt x="8424" y="24209"/>
                </a:lnTo>
                <a:lnTo>
                  <a:pt x="8563" y="23977"/>
                </a:lnTo>
                <a:lnTo>
                  <a:pt x="8651" y="23783"/>
                </a:lnTo>
                <a:lnTo>
                  <a:pt x="8751" y="23551"/>
                </a:lnTo>
                <a:lnTo>
                  <a:pt x="8839" y="23358"/>
                </a:lnTo>
                <a:lnTo>
                  <a:pt x="8927" y="23177"/>
                </a:lnTo>
                <a:lnTo>
                  <a:pt x="9065" y="22945"/>
                </a:lnTo>
                <a:lnTo>
                  <a:pt x="9154" y="22752"/>
                </a:lnTo>
                <a:lnTo>
                  <a:pt x="9254" y="22558"/>
                </a:lnTo>
                <a:lnTo>
                  <a:pt x="9342" y="22326"/>
                </a:lnTo>
                <a:lnTo>
                  <a:pt x="9430" y="22145"/>
                </a:lnTo>
                <a:lnTo>
                  <a:pt x="9568" y="21900"/>
                </a:lnTo>
                <a:lnTo>
                  <a:pt x="9656" y="21720"/>
                </a:lnTo>
                <a:lnTo>
                  <a:pt x="9757" y="21526"/>
                </a:lnTo>
                <a:lnTo>
                  <a:pt x="9845" y="21294"/>
                </a:lnTo>
                <a:lnTo>
                  <a:pt x="9933" y="21101"/>
                </a:lnTo>
                <a:lnTo>
                  <a:pt x="10071" y="20869"/>
                </a:lnTo>
                <a:lnTo>
                  <a:pt x="10159" y="20688"/>
                </a:lnTo>
                <a:lnTo>
                  <a:pt x="10260" y="20494"/>
                </a:lnTo>
                <a:lnTo>
                  <a:pt x="10348" y="20262"/>
                </a:lnTo>
                <a:lnTo>
                  <a:pt x="10436" y="20069"/>
                </a:lnTo>
                <a:lnTo>
                  <a:pt x="10574" y="19837"/>
                </a:lnTo>
                <a:lnTo>
                  <a:pt x="10662" y="19643"/>
                </a:lnTo>
                <a:lnTo>
                  <a:pt x="10763" y="19463"/>
                </a:lnTo>
                <a:lnTo>
                  <a:pt x="10851" y="19230"/>
                </a:lnTo>
                <a:lnTo>
                  <a:pt x="10939" y="19037"/>
                </a:lnTo>
                <a:lnTo>
                  <a:pt x="11077" y="18805"/>
                </a:lnTo>
                <a:lnTo>
                  <a:pt x="11165" y="18611"/>
                </a:lnTo>
                <a:lnTo>
                  <a:pt x="11266" y="18431"/>
                </a:lnTo>
                <a:lnTo>
                  <a:pt x="11354" y="18186"/>
                </a:lnTo>
                <a:lnTo>
                  <a:pt x="11492" y="18005"/>
                </a:lnTo>
                <a:lnTo>
                  <a:pt x="11580" y="17773"/>
                </a:lnTo>
                <a:lnTo>
                  <a:pt x="11668" y="17580"/>
                </a:lnTo>
                <a:lnTo>
                  <a:pt x="11769" y="17347"/>
                </a:lnTo>
                <a:lnTo>
                  <a:pt x="11857" y="17154"/>
                </a:lnTo>
                <a:lnTo>
                  <a:pt x="11995" y="16973"/>
                </a:lnTo>
                <a:lnTo>
                  <a:pt x="12083" y="16728"/>
                </a:lnTo>
                <a:lnTo>
                  <a:pt x="12171" y="16548"/>
                </a:lnTo>
                <a:lnTo>
                  <a:pt x="12272" y="16316"/>
                </a:lnTo>
                <a:lnTo>
                  <a:pt x="12360" y="16122"/>
                </a:lnTo>
                <a:lnTo>
                  <a:pt x="12498" y="15890"/>
                </a:lnTo>
                <a:lnTo>
                  <a:pt x="12586" y="15696"/>
                </a:lnTo>
                <a:lnTo>
                  <a:pt x="12687" y="15464"/>
                </a:lnTo>
                <a:lnTo>
                  <a:pt x="12775" y="15271"/>
                </a:lnTo>
                <a:lnTo>
                  <a:pt x="12863" y="15090"/>
                </a:lnTo>
                <a:lnTo>
                  <a:pt x="13001" y="14858"/>
                </a:lnTo>
                <a:lnTo>
                  <a:pt x="13089" y="14665"/>
                </a:lnTo>
                <a:lnTo>
                  <a:pt x="13190" y="14432"/>
                </a:lnTo>
                <a:lnTo>
                  <a:pt x="13278" y="14239"/>
                </a:lnTo>
                <a:lnTo>
                  <a:pt x="13366" y="14007"/>
                </a:lnTo>
                <a:lnTo>
                  <a:pt x="13504" y="13813"/>
                </a:lnTo>
                <a:lnTo>
                  <a:pt x="13592" y="13581"/>
                </a:lnTo>
                <a:lnTo>
                  <a:pt x="13693" y="13401"/>
                </a:lnTo>
                <a:lnTo>
                  <a:pt x="13781" y="13155"/>
                </a:lnTo>
                <a:lnTo>
                  <a:pt x="13869" y="12975"/>
                </a:lnTo>
                <a:lnTo>
                  <a:pt x="14007" y="12781"/>
                </a:lnTo>
                <a:lnTo>
                  <a:pt x="14095" y="12549"/>
                </a:lnTo>
                <a:lnTo>
                  <a:pt x="14196" y="12369"/>
                </a:lnTo>
                <a:lnTo>
                  <a:pt x="14284" y="12124"/>
                </a:lnTo>
                <a:lnTo>
                  <a:pt x="14372" y="11943"/>
                </a:lnTo>
                <a:lnTo>
                  <a:pt x="14510" y="11698"/>
                </a:lnTo>
                <a:lnTo>
                  <a:pt x="14598" y="11517"/>
                </a:lnTo>
                <a:lnTo>
                  <a:pt x="14699" y="11285"/>
                </a:lnTo>
                <a:lnTo>
                  <a:pt x="14787" y="11092"/>
                </a:lnTo>
                <a:lnTo>
                  <a:pt x="14875" y="10860"/>
                </a:lnTo>
                <a:lnTo>
                  <a:pt x="15013" y="10666"/>
                </a:lnTo>
                <a:lnTo>
                  <a:pt x="15101" y="10434"/>
                </a:lnTo>
                <a:lnTo>
                  <a:pt x="15202" y="10253"/>
                </a:lnTo>
                <a:lnTo>
                  <a:pt x="15290" y="10008"/>
                </a:lnTo>
                <a:lnTo>
                  <a:pt x="15378" y="9828"/>
                </a:lnTo>
                <a:lnTo>
                  <a:pt x="15516" y="9583"/>
                </a:lnTo>
                <a:lnTo>
                  <a:pt x="15604" y="9402"/>
                </a:lnTo>
                <a:lnTo>
                  <a:pt x="15705" y="9170"/>
                </a:lnTo>
                <a:lnTo>
                  <a:pt x="15793" y="8977"/>
                </a:lnTo>
                <a:lnTo>
                  <a:pt x="15881" y="8744"/>
                </a:lnTo>
                <a:lnTo>
                  <a:pt x="16019" y="8551"/>
                </a:lnTo>
                <a:lnTo>
                  <a:pt x="16120" y="8319"/>
                </a:lnTo>
                <a:lnTo>
                  <a:pt x="16208" y="8138"/>
                </a:lnTo>
                <a:lnTo>
                  <a:pt x="16296" y="7893"/>
                </a:lnTo>
                <a:lnTo>
                  <a:pt x="16384" y="7713"/>
                </a:lnTo>
                <a:lnTo>
                  <a:pt x="16522" y="7467"/>
                </a:lnTo>
                <a:lnTo>
                  <a:pt x="16623" y="7287"/>
                </a:lnTo>
                <a:lnTo>
                  <a:pt x="16711" y="7055"/>
                </a:lnTo>
                <a:lnTo>
                  <a:pt x="16799" y="6861"/>
                </a:lnTo>
                <a:lnTo>
                  <a:pt x="16887" y="6629"/>
                </a:lnTo>
                <a:lnTo>
                  <a:pt x="17025" y="6436"/>
                </a:lnTo>
                <a:lnTo>
                  <a:pt x="17126" y="6203"/>
                </a:lnTo>
                <a:lnTo>
                  <a:pt x="17214" y="6023"/>
                </a:lnTo>
                <a:lnTo>
                  <a:pt x="17302" y="5778"/>
                </a:lnTo>
                <a:lnTo>
                  <a:pt x="17390" y="5597"/>
                </a:lnTo>
                <a:lnTo>
                  <a:pt x="17528" y="5352"/>
                </a:lnTo>
                <a:lnTo>
                  <a:pt x="17629" y="5172"/>
                </a:lnTo>
                <a:lnTo>
                  <a:pt x="17717" y="4939"/>
                </a:lnTo>
                <a:lnTo>
                  <a:pt x="17805" y="4746"/>
                </a:lnTo>
                <a:lnTo>
                  <a:pt x="17893" y="4514"/>
                </a:lnTo>
                <a:lnTo>
                  <a:pt x="18031" y="4282"/>
                </a:lnTo>
                <a:lnTo>
                  <a:pt x="18131" y="4088"/>
                </a:lnTo>
                <a:lnTo>
                  <a:pt x="18220" y="3856"/>
                </a:lnTo>
                <a:lnTo>
                  <a:pt x="18308" y="3663"/>
                </a:lnTo>
                <a:lnTo>
                  <a:pt x="18396" y="3430"/>
                </a:lnTo>
                <a:lnTo>
                  <a:pt x="18534" y="3237"/>
                </a:lnTo>
                <a:lnTo>
                  <a:pt x="18634" y="3005"/>
                </a:lnTo>
                <a:lnTo>
                  <a:pt x="18722" y="2824"/>
                </a:lnTo>
                <a:lnTo>
                  <a:pt x="18811" y="2579"/>
                </a:lnTo>
                <a:lnTo>
                  <a:pt x="18911" y="2399"/>
                </a:lnTo>
                <a:lnTo>
                  <a:pt x="19037" y="2166"/>
                </a:lnTo>
                <a:lnTo>
                  <a:pt x="19137" y="1921"/>
                </a:lnTo>
                <a:lnTo>
                  <a:pt x="19225" y="1741"/>
                </a:lnTo>
                <a:lnTo>
                  <a:pt x="19313" y="1509"/>
                </a:lnTo>
                <a:lnTo>
                  <a:pt x="19414" y="1315"/>
                </a:lnTo>
                <a:lnTo>
                  <a:pt x="19540" y="1083"/>
                </a:lnTo>
                <a:lnTo>
                  <a:pt x="19640" y="889"/>
                </a:lnTo>
                <a:lnTo>
                  <a:pt x="19728" y="657"/>
                </a:lnTo>
                <a:lnTo>
                  <a:pt x="19816" y="464"/>
                </a:lnTo>
                <a:lnTo>
                  <a:pt x="19917" y="232"/>
                </a:lnTo>
                <a:lnTo>
                  <a:pt x="20055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768755" y="5538016"/>
            <a:ext cx="19992" cy="44137"/>
          </a:xfrm>
          <a:custGeom>
            <a:avLst/>
            <a:gdLst/>
            <a:ahLst/>
            <a:cxnLst/>
            <a:rect l="l" t="t" r="r" b="b"/>
            <a:pathLst>
              <a:path w="19992" h="44137">
                <a:moveTo>
                  <a:pt x="0" y="44137"/>
                </a:moveTo>
                <a:lnTo>
                  <a:pt x="88" y="43943"/>
                </a:lnTo>
                <a:lnTo>
                  <a:pt x="176" y="43711"/>
                </a:lnTo>
                <a:lnTo>
                  <a:pt x="264" y="43530"/>
                </a:lnTo>
                <a:lnTo>
                  <a:pt x="364" y="43285"/>
                </a:lnTo>
                <a:lnTo>
                  <a:pt x="502" y="43105"/>
                </a:lnTo>
                <a:lnTo>
                  <a:pt x="590" y="42873"/>
                </a:lnTo>
                <a:lnTo>
                  <a:pt x="679" y="42627"/>
                </a:lnTo>
                <a:lnTo>
                  <a:pt x="767" y="42447"/>
                </a:lnTo>
                <a:lnTo>
                  <a:pt x="867" y="42215"/>
                </a:lnTo>
                <a:lnTo>
                  <a:pt x="1005" y="42021"/>
                </a:lnTo>
                <a:lnTo>
                  <a:pt x="1093" y="41789"/>
                </a:lnTo>
                <a:lnTo>
                  <a:pt x="1181" y="41557"/>
                </a:lnTo>
                <a:lnTo>
                  <a:pt x="1269" y="41363"/>
                </a:lnTo>
                <a:lnTo>
                  <a:pt x="1370" y="41131"/>
                </a:lnTo>
                <a:lnTo>
                  <a:pt x="1508" y="40938"/>
                </a:lnTo>
                <a:lnTo>
                  <a:pt x="1596" y="40706"/>
                </a:lnTo>
                <a:lnTo>
                  <a:pt x="1684" y="40512"/>
                </a:lnTo>
                <a:lnTo>
                  <a:pt x="1772" y="40280"/>
                </a:lnTo>
                <a:lnTo>
                  <a:pt x="1873" y="40048"/>
                </a:lnTo>
                <a:lnTo>
                  <a:pt x="2011" y="39854"/>
                </a:lnTo>
                <a:lnTo>
                  <a:pt x="2099" y="39622"/>
                </a:lnTo>
                <a:lnTo>
                  <a:pt x="2187" y="39442"/>
                </a:lnTo>
                <a:lnTo>
                  <a:pt x="2288" y="39197"/>
                </a:lnTo>
                <a:lnTo>
                  <a:pt x="2376" y="38964"/>
                </a:lnTo>
                <a:lnTo>
                  <a:pt x="2514" y="38784"/>
                </a:lnTo>
                <a:lnTo>
                  <a:pt x="2602" y="38539"/>
                </a:lnTo>
                <a:lnTo>
                  <a:pt x="2690" y="38307"/>
                </a:lnTo>
                <a:lnTo>
                  <a:pt x="2791" y="38126"/>
                </a:lnTo>
                <a:lnTo>
                  <a:pt x="2879" y="37881"/>
                </a:lnTo>
                <a:lnTo>
                  <a:pt x="3017" y="37700"/>
                </a:lnTo>
                <a:lnTo>
                  <a:pt x="3105" y="37468"/>
                </a:lnTo>
                <a:lnTo>
                  <a:pt x="3193" y="37223"/>
                </a:lnTo>
                <a:lnTo>
                  <a:pt x="3294" y="37043"/>
                </a:lnTo>
                <a:lnTo>
                  <a:pt x="3382" y="36798"/>
                </a:lnTo>
                <a:lnTo>
                  <a:pt x="3520" y="36617"/>
                </a:lnTo>
                <a:lnTo>
                  <a:pt x="3608" y="36385"/>
                </a:lnTo>
                <a:lnTo>
                  <a:pt x="3696" y="36140"/>
                </a:lnTo>
                <a:lnTo>
                  <a:pt x="3797" y="35959"/>
                </a:lnTo>
                <a:lnTo>
                  <a:pt x="3885" y="35727"/>
                </a:lnTo>
                <a:lnTo>
                  <a:pt x="4023" y="35482"/>
                </a:lnTo>
                <a:lnTo>
                  <a:pt x="4111" y="35301"/>
                </a:lnTo>
                <a:lnTo>
                  <a:pt x="4199" y="35069"/>
                </a:lnTo>
                <a:lnTo>
                  <a:pt x="4300" y="34824"/>
                </a:lnTo>
                <a:lnTo>
                  <a:pt x="4388" y="34644"/>
                </a:lnTo>
                <a:lnTo>
                  <a:pt x="4526" y="34411"/>
                </a:lnTo>
                <a:lnTo>
                  <a:pt x="4614" y="34218"/>
                </a:lnTo>
                <a:lnTo>
                  <a:pt x="4702" y="33986"/>
                </a:lnTo>
                <a:lnTo>
                  <a:pt x="4803" y="33754"/>
                </a:lnTo>
                <a:lnTo>
                  <a:pt x="4891" y="33560"/>
                </a:lnTo>
                <a:lnTo>
                  <a:pt x="5029" y="33328"/>
                </a:lnTo>
                <a:lnTo>
                  <a:pt x="5117" y="33096"/>
                </a:lnTo>
                <a:lnTo>
                  <a:pt x="5205" y="32902"/>
                </a:lnTo>
                <a:lnTo>
                  <a:pt x="5306" y="32670"/>
                </a:lnTo>
                <a:lnTo>
                  <a:pt x="5394" y="32438"/>
                </a:lnTo>
                <a:lnTo>
                  <a:pt x="5532" y="32245"/>
                </a:lnTo>
                <a:lnTo>
                  <a:pt x="5620" y="32012"/>
                </a:lnTo>
                <a:lnTo>
                  <a:pt x="5708" y="31780"/>
                </a:lnTo>
                <a:lnTo>
                  <a:pt x="5809" y="31587"/>
                </a:lnTo>
                <a:lnTo>
                  <a:pt x="5897" y="31355"/>
                </a:lnTo>
                <a:lnTo>
                  <a:pt x="6035" y="31122"/>
                </a:lnTo>
                <a:lnTo>
                  <a:pt x="6123" y="30929"/>
                </a:lnTo>
                <a:lnTo>
                  <a:pt x="6224" y="30697"/>
                </a:lnTo>
                <a:lnTo>
                  <a:pt x="6312" y="30452"/>
                </a:lnTo>
                <a:lnTo>
                  <a:pt x="6400" y="30271"/>
                </a:lnTo>
                <a:lnTo>
                  <a:pt x="6538" y="30039"/>
                </a:lnTo>
                <a:lnTo>
                  <a:pt x="6626" y="29794"/>
                </a:lnTo>
                <a:lnTo>
                  <a:pt x="6727" y="29613"/>
                </a:lnTo>
                <a:lnTo>
                  <a:pt x="6815" y="29381"/>
                </a:lnTo>
                <a:lnTo>
                  <a:pt x="6903" y="29136"/>
                </a:lnTo>
                <a:lnTo>
                  <a:pt x="7041" y="28956"/>
                </a:lnTo>
                <a:lnTo>
                  <a:pt x="7129" y="28723"/>
                </a:lnTo>
                <a:lnTo>
                  <a:pt x="7230" y="28478"/>
                </a:lnTo>
                <a:lnTo>
                  <a:pt x="7318" y="28298"/>
                </a:lnTo>
                <a:lnTo>
                  <a:pt x="7406" y="28066"/>
                </a:lnTo>
                <a:lnTo>
                  <a:pt x="7544" y="27821"/>
                </a:lnTo>
                <a:lnTo>
                  <a:pt x="7632" y="27640"/>
                </a:lnTo>
                <a:lnTo>
                  <a:pt x="7733" y="27408"/>
                </a:lnTo>
                <a:lnTo>
                  <a:pt x="7821" y="27163"/>
                </a:lnTo>
                <a:lnTo>
                  <a:pt x="7909" y="26982"/>
                </a:lnTo>
                <a:lnTo>
                  <a:pt x="8047" y="26750"/>
                </a:lnTo>
                <a:lnTo>
                  <a:pt x="8135" y="26505"/>
                </a:lnTo>
                <a:lnTo>
                  <a:pt x="8236" y="26273"/>
                </a:lnTo>
                <a:lnTo>
                  <a:pt x="8324" y="26092"/>
                </a:lnTo>
                <a:lnTo>
                  <a:pt x="8412" y="25847"/>
                </a:lnTo>
                <a:lnTo>
                  <a:pt x="8550" y="25615"/>
                </a:lnTo>
                <a:lnTo>
                  <a:pt x="8638" y="25434"/>
                </a:lnTo>
                <a:lnTo>
                  <a:pt x="8739" y="25189"/>
                </a:lnTo>
                <a:lnTo>
                  <a:pt x="8827" y="24957"/>
                </a:lnTo>
                <a:lnTo>
                  <a:pt x="8915" y="24777"/>
                </a:lnTo>
                <a:lnTo>
                  <a:pt x="9053" y="24532"/>
                </a:lnTo>
                <a:lnTo>
                  <a:pt x="9141" y="24299"/>
                </a:lnTo>
                <a:lnTo>
                  <a:pt x="9242" y="24067"/>
                </a:lnTo>
                <a:lnTo>
                  <a:pt x="9330" y="23874"/>
                </a:lnTo>
                <a:lnTo>
                  <a:pt x="9418" y="23642"/>
                </a:lnTo>
                <a:lnTo>
                  <a:pt x="9556" y="23409"/>
                </a:lnTo>
                <a:lnTo>
                  <a:pt x="9656" y="23216"/>
                </a:lnTo>
                <a:lnTo>
                  <a:pt x="9745" y="22984"/>
                </a:lnTo>
                <a:lnTo>
                  <a:pt x="9833" y="22752"/>
                </a:lnTo>
                <a:lnTo>
                  <a:pt x="9921" y="22519"/>
                </a:lnTo>
                <a:lnTo>
                  <a:pt x="10059" y="22326"/>
                </a:lnTo>
                <a:lnTo>
                  <a:pt x="10159" y="22094"/>
                </a:lnTo>
                <a:lnTo>
                  <a:pt x="10247" y="21862"/>
                </a:lnTo>
                <a:lnTo>
                  <a:pt x="10335" y="21668"/>
                </a:lnTo>
                <a:lnTo>
                  <a:pt x="10424" y="21436"/>
                </a:lnTo>
                <a:lnTo>
                  <a:pt x="10562" y="21204"/>
                </a:lnTo>
                <a:lnTo>
                  <a:pt x="10662" y="20959"/>
                </a:lnTo>
                <a:lnTo>
                  <a:pt x="10750" y="20778"/>
                </a:lnTo>
                <a:lnTo>
                  <a:pt x="10838" y="20546"/>
                </a:lnTo>
                <a:lnTo>
                  <a:pt x="10926" y="20301"/>
                </a:lnTo>
                <a:lnTo>
                  <a:pt x="11065" y="20069"/>
                </a:lnTo>
                <a:lnTo>
                  <a:pt x="11165" y="19875"/>
                </a:lnTo>
                <a:lnTo>
                  <a:pt x="11253" y="19643"/>
                </a:lnTo>
                <a:lnTo>
                  <a:pt x="11341" y="19411"/>
                </a:lnTo>
                <a:lnTo>
                  <a:pt x="11429" y="19179"/>
                </a:lnTo>
                <a:lnTo>
                  <a:pt x="11568" y="18985"/>
                </a:lnTo>
                <a:lnTo>
                  <a:pt x="11668" y="18753"/>
                </a:lnTo>
                <a:lnTo>
                  <a:pt x="11756" y="18521"/>
                </a:lnTo>
                <a:lnTo>
                  <a:pt x="11844" y="18289"/>
                </a:lnTo>
                <a:lnTo>
                  <a:pt x="11932" y="18095"/>
                </a:lnTo>
                <a:lnTo>
                  <a:pt x="12071" y="17863"/>
                </a:lnTo>
                <a:lnTo>
                  <a:pt x="12171" y="17631"/>
                </a:lnTo>
                <a:lnTo>
                  <a:pt x="12259" y="17386"/>
                </a:lnTo>
                <a:lnTo>
                  <a:pt x="12347" y="17205"/>
                </a:lnTo>
                <a:lnTo>
                  <a:pt x="12448" y="16973"/>
                </a:lnTo>
                <a:lnTo>
                  <a:pt x="12574" y="16728"/>
                </a:lnTo>
                <a:lnTo>
                  <a:pt x="12674" y="16496"/>
                </a:lnTo>
                <a:lnTo>
                  <a:pt x="12762" y="16316"/>
                </a:lnTo>
                <a:lnTo>
                  <a:pt x="12850" y="16070"/>
                </a:lnTo>
                <a:lnTo>
                  <a:pt x="12951" y="15838"/>
                </a:lnTo>
                <a:lnTo>
                  <a:pt x="13077" y="15606"/>
                </a:lnTo>
                <a:lnTo>
                  <a:pt x="13177" y="15413"/>
                </a:lnTo>
                <a:lnTo>
                  <a:pt x="13265" y="15180"/>
                </a:lnTo>
                <a:lnTo>
                  <a:pt x="13353" y="14948"/>
                </a:lnTo>
                <a:lnTo>
                  <a:pt x="13454" y="14716"/>
                </a:lnTo>
                <a:lnTo>
                  <a:pt x="13592" y="14523"/>
                </a:lnTo>
                <a:lnTo>
                  <a:pt x="13680" y="14291"/>
                </a:lnTo>
                <a:lnTo>
                  <a:pt x="13768" y="14058"/>
                </a:lnTo>
                <a:lnTo>
                  <a:pt x="13856" y="13813"/>
                </a:lnTo>
                <a:lnTo>
                  <a:pt x="13957" y="13581"/>
                </a:lnTo>
                <a:lnTo>
                  <a:pt x="14095" y="13401"/>
                </a:lnTo>
                <a:lnTo>
                  <a:pt x="14183" y="13155"/>
                </a:lnTo>
                <a:lnTo>
                  <a:pt x="14271" y="12923"/>
                </a:lnTo>
                <a:lnTo>
                  <a:pt x="14359" y="12691"/>
                </a:lnTo>
                <a:lnTo>
                  <a:pt x="14460" y="12498"/>
                </a:lnTo>
                <a:lnTo>
                  <a:pt x="14598" y="12266"/>
                </a:lnTo>
                <a:lnTo>
                  <a:pt x="14686" y="12033"/>
                </a:lnTo>
                <a:lnTo>
                  <a:pt x="14774" y="11801"/>
                </a:lnTo>
                <a:lnTo>
                  <a:pt x="14862" y="11556"/>
                </a:lnTo>
                <a:lnTo>
                  <a:pt x="14963" y="11376"/>
                </a:lnTo>
                <a:lnTo>
                  <a:pt x="15101" y="11143"/>
                </a:lnTo>
                <a:lnTo>
                  <a:pt x="15189" y="10898"/>
                </a:lnTo>
                <a:lnTo>
                  <a:pt x="15277" y="10666"/>
                </a:lnTo>
                <a:lnTo>
                  <a:pt x="15365" y="10434"/>
                </a:lnTo>
                <a:lnTo>
                  <a:pt x="15466" y="10241"/>
                </a:lnTo>
                <a:lnTo>
                  <a:pt x="15604" y="10008"/>
                </a:lnTo>
                <a:lnTo>
                  <a:pt x="15692" y="9776"/>
                </a:lnTo>
                <a:lnTo>
                  <a:pt x="15780" y="9544"/>
                </a:lnTo>
                <a:lnTo>
                  <a:pt x="15868" y="9299"/>
                </a:lnTo>
                <a:lnTo>
                  <a:pt x="15969" y="9118"/>
                </a:lnTo>
                <a:lnTo>
                  <a:pt x="16107" y="8886"/>
                </a:lnTo>
                <a:lnTo>
                  <a:pt x="16195" y="8641"/>
                </a:lnTo>
                <a:lnTo>
                  <a:pt x="16283" y="8409"/>
                </a:lnTo>
                <a:lnTo>
                  <a:pt x="16384" y="8177"/>
                </a:lnTo>
                <a:lnTo>
                  <a:pt x="16472" y="7983"/>
                </a:lnTo>
                <a:lnTo>
                  <a:pt x="16610" y="7751"/>
                </a:lnTo>
                <a:lnTo>
                  <a:pt x="16698" y="7519"/>
                </a:lnTo>
                <a:lnTo>
                  <a:pt x="16786" y="7287"/>
                </a:lnTo>
                <a:lnTo>
                  <a:pt x="16887" y="7055"/>
                </a:lnTo>
                <a:lnTo>
                  <a:pt x="16975" y="6861"/>
                </a:lnTo>
                <a:lnTo>
                  <a:pt x="17113" y="6629"/>
                </a:lnTo>
                <a:lnTo>
                  <a:pt x="17201" y="6397"/>
                </a:lnTo>
                <a:lnTo>
                  <a:pt x="17289" y="6152"/>
                </a:lnTo>
                <a:lnTo>
                  <a:pt x="17390" y="5920"/>
                </a:lnTo>
                <a:lnTo>
                  <a:pt x="17478" y="5688"/>
                </a:lnTo>
                <a:lnTo>
                  <a:pt x="17616" y="5494"/>
                </a:lnTo>
                <a:lnTo>
                  <a:pt x="17704" y="5262"/>
                </a:lnTo>
                <a:lnTo>
                  <a:pt x="17792" y="5030"/>
                </a:lnTo>
                <a:lnTo>
                  <a:pt x="17893" y="4798"/>
                </a:lnTo>
                <a:lnTo>
                  <a:pt x="17981" y="4553"/>
                </a:lnTo>
                <a:lnTo>
                  <a:pt x="18119" y="4320"/>
                </a:lnTo>
                <a:lnTo>
                  <a:pt x="18207" y="4140"/>
                </a:lnTo>
                <a:lnTo>
                  <a:pt x="18295" y="3895"/>
                </a:lnTo>
                <a:lnTo>
                  <a:pt x="18396" y="3663"/>
                </a:lnTo>
                <a:lnTo>
                  <a:pt x="18484" y="3430"/>
                </a:lnTo>
                <a:lnTo>
                  <a:pt x="18622" y="3198"/>
                </a:lnTo>
                <a:lnTo>
                  <a:pt x="18710" y="2953"/>
                </a:lnTo>
                <a:lnTo>
                  <a:pt x="18798" y="2773"/>
                </a:lnTo>
                <a:lnTo>
                  <a:pt x="18899" y="2540"/>
                </a:lnTo>
                <a:lnTo>
                  <a:pt x="18987" y="2295"/>
                </a:lnTo>
                <a:lnTo>
                  <a:pt x="19125" y="2063"/>
                </a:lnTo>
                <a:lnTo>
                  <a:pt x="19213" y="1831"/>
                </a:lnTo>
                <a:lnTo>
                  <a:pt x="19301" y="1599"/>
                </a:lnTo>
                <a:lnTo>
                  <a:pt x="19401" y="1405"/>
                </a:lnTo>
                <a:lnTo>
                  <a:pt x="19490" y="1173"/>
                </a:lnTo>
                <a:lnTo>
                  <a:pt x="19628" y="941"/>
                </a:lnTo>
                <a:lnTo>
                  <a:pt x="19716" y="709"/>
                </a:lnTo>
                <a:lnTo>
                  <a:pt x="19816" y="464"/>
                </a:lnTo>
                <a:lnTo>
                  <a:pt x="19904" y="232"/>
                </a:lnTo>
                <a:lnTo>
                  <a:pt x="19992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788748" y="5491570"/>
            <a:ext cx="20043" cy="46445"/>
          </a:xfrm>
          <a:custGeom>
            <a:avLst/>
            <a:gdLst/>
            <a:ahLst/>
            <a:cxnLst/>
            <a:rect l="l" t="t" r="r" b="b"/>
            <a:pathLst>
              <a:path w="20043" h="46445">
                <a:moveTo>
                  <a:pt x="0" y="46445"/>
                </a:moveTo>
                <a:lnTo>
                  <a:pt x="138" y="46252"/>
                </a:lnTo>
                <a:lnTo>
                  <a:pt x="226" y="46020"/>
                </a:lnTo>
                <a:lnTo>
                  <a:pt x="326" y="45788"/>
                </a:lnTo>
                <a:lnTo>
                  <a:pt x="414" y="45555"/>
                </a:lnTo>
                <a:lnTo>
                  <a:pt x="502" y="45310"/>
                </a:lnTo>
                <a:lnTo>
                  <a:pt x="641" y="45078"/>
                </a:lnTo>
                <a:lnTo>
                  <a:pt x="729" y="44846"/>
                </a:lnTo>
                <a:lnTo>
                  <a:pt x="829" y="44652"/>
                </a:lnTo>
                <a:lnTo>
                  <a:pt x="917" y="44420"/>
                </a:lnTo>
                <a:lnTo>
                  <a:pt x="1005" y="44188"/>
                </a:lnTo>
                <a:lnTo>
                  <a:pt x="1144" y="43956"/>
                </a:lnTo>
                <a:lnTo>
                  <a:pt x="1232" y="43724"/>
                </a:lnTo>
                <a:lnTo>
                  <a:pt x="1332" y="43479"/>
                </a:lnTo>
                <a:lnTo>
                  <a:pt x="1420" y="43247"/>
                </a:lnTo>
                <a:lnTo>
                  <a:pt x="1508" y="43014"/>
                </a:lnTo>
                <a:lnTo>
                  <a:pt x="1647" y="42821"/>
                </a:lnTo>
                <a:lnTo>
                  <a:pt x="1735" y="42589"/>
                </a:lnTo>
                <a:lnTo>
                  <a:pt x="1835" y="42357"/>
                </a:lnTo>
                <a:lnTo>
                  <a:pt x="1923" y="42124"/>
                </a:lnTo>
                <a:lnTo>
                  <a:pt x="2011" y="41879"/>
                </a:lnTo>
                <a:lnTo>
                  <a:pt x="2150" y="41647"/>
                </a:lnTo>
                <a:lnTo>
                  <a:pt x="2238" y="41415"/>
                </a:lnTo>
                <a:lnTo>
                  <a:pt x="2338" y="41183"/>
                </a:lnTo>
                <a:lnTo>
                  <a:pt x="2426" y="40938"/>
                </a:lnTo>
                <a:lnTo>
                  <a:pt x="2514" y="40757"/>
                </a:lnTo>
                <a:lnTo>
                  <a:pt x="2653" y="40525"/>
                </a:lnTo>
                <a:lnTo>
                  <a:pt x="2741" y="40280"/>
                </a:lnTo>
                <a:lnTo>
                  <a:pt x="2841" y="40048"/>
                </a:lnTo>
                <a:lnTo>
                  <a:pt x="2929" y="39816"/>
                </a:lnTo>
                <a:lnTo>
                  <a:pt x="3017" y="39584"/>
                </a:lnTo>
                <a:lnTo>
                  <a:pt x="3156" y="39351"/>
                </a:lnTo>
                <a:lnTo>
                  <a:pt x="3244" y="39106"/>
                </a:lnTo>
                <a:lnTo>
                  <a:pt x="3344" y="38874"/>
                </a:lnTo>
                <a:lnTo>
                  <a:pt x="3432" y="38694"/>
                </a:lnTo>
                <a:lnTo>
                  <a:pt x="3520" y="38449"/>
                </a:lnTo>
                <a:lnTo>
                  <a:pt x="3659" y="38216"/>
                </a:lnTo>
                <a:lnTo>
                  <a:pt x="3759" y="37984"/>
                </a:lnTo>
                <a:lnTo>
                  <a:pt x="3847" y="37752"/>
                </a:lnTo>
                <a:lnTo>
                  <a:pt x="3935" y="37507"/>
                </a:lnTo>
                <a:lnTo>
                  <a:pt x="4023" y="37275"/>
                </a:lnTo>
                <a:lnTo>
                  <a:pt x="4162" y="37043"/>
                </a:lnTo>
                <a:lnTo>
                  <a:pt x="4262" y="36810"/>
                </a:lnTo>
                <a:lnTo>
                  <a:pt x="4350" y="36578"/>
                </a:lnTo>
                <a:lnTo>
                  <a:pt x="4438" y="36385"/>
                </a:lnTo>
                <a:lnTo>
                  <a:pt x="4526" y="36153"/>
                </a:lnTo>
                <a:lnTo>
                  <a:pt x="4665" y="35921"/>
                </a:lnTo>
                <a:lnTo>
                  <a:pt x="4765" y="35675"/>
                </a:lnTo>
                <a:lnTo>
                  <a:pt x="4853" y="35443"/>
                </a:lnTo>
                <a:lnTo>
                  <a:pt x="4941" y="35211"/>
                </a:lnTo>
                <a:lnTo>
                  <a:pt x="5029" y="34979"/>
                </a:lnTo>
                <a:lnTo>
                  <a:pt x="5167" y="34734"/>
                </a:lnTo>
                <a:lnTo>
                  <a:pt x="5268" y="34502"/>
                </a:lnTo>
                <a:lnTo>
                  <a:pt x="5356" y="34270"/>
                </a:lnTo>
                <a:lnTo>
                  <a:pt x="5444" y="34037"/>
                </a:lnTo>
                <a:lnTo>
                  <a:pt x="5532" y="33805"/>
                </a:lnTo>
                <a:lnTo>
                  <a:pt x="5670" y="33612"/>
                </a:lnTo>
                <a:lnTo>
                  <a:pt x="5771" y="33380"/>
                </a:lnTo>
                <a:lnTo>
                  <a:pt x="5859" y="33147"/>
                </a:lnTo>
                <a:lnTo>
                  <a:pt x="5947" y="32902"/>
                </a:lnTo>
                <a:lnTo>
                  <a:pt x="6048" y="32670"/>
                </a:lnTo>
                <a:lnTo>
                  <a:pt x="6173" y="32438"/>
                </a:lnTo>
                <a:lnTo>
                  <a:pt x="6274" y="32206"/>
                </a:lnTo>
                <a:lnTo>
                  <a:pt x="6362" y="31961"/>
                </a:lnTo>
                <a:lnTo>
                  <a:pt x="6450" y="31729"/>
                </a:lnTo>
                <a:lnTo>
                  <a:pt x="6551" y="31496"/>
                </a:lnTo>
                <a:lnTo>
                  <a:pt x="6676" y="31264"/>
                </a:lnTo>
                <a:lnTo>
                  <a:pt x="6777" y="31032"/>
                </a:lnTo>
                <a:lnTo>
                  <a:pt x="6865" y="30787"/>
                </a:lnTo>
                <a:lnTo>
                  <a:pt x="6953" y="30555"/>
                </a:lnTo>
                <a:lnTo>
                  <a:pt x="7054" y="30323"/>
                </a:lnTo>
                <a:lnTo>
                  <a:pt x="7192" y="30129"/>
                </a:lnTo>
                <a:lnTo>
                  <a:pt x="7280" y="29897"/>
                </a:lnTo>
                <a:lnTo>
                  <a:pt x="7368" y="29665"/>
                </a:lnTo>
                <a:lnTo>
                  <a:pt x="7456" y="29433"/>
                </a:lnTo>
                <a:lnTo>
                  <a:pt x="7557" y="29188"/>
                </a:lnTo>
                <a:lnTo>
                  <a:pt x="7695" y="28956"/>
                </a:lnTo>
                <a:lnTo>
                  <a:pt x="7783" y="28723"/>
                </a:lnTo>
                <a:lnTo>
                  <a:pt x="7871" y="28491"/>
                </a:lnTo>
                <a:lnTo>
                  <a:pt x="7959" y="28246"/>
                </a:lnTo>
                <a:lnTo>
                  <a:pt x="8060" y="28014"/>
                </a:lnTo>
                <a:lnTo>
                  <a:pt x="8198" y="27782"/>
                </a:lnTo>
                <a:lnTo>
                  <a:pt x="8286" y="27550"/>
                </a:lnTo>
                <a:lnTo>
                  <a:pt x="8374" y="27318"/>
                </a:lnTo>
                <a:lnTo>
                  <a:pt x="8462" y="27072"/>
                </a:lnTo>
                <a:lnTo>
                  <a:pt x="8563" y="26840"/>
                </a:lnTo>
                <a:lnTo>
                  <a:pt x="8701" y="26608"/>
                </a:lnTo>
                <a:lnTo>
                  <a:pt x="8789" y="26376"/>
                </a:lnTo>
                <a:lnTo>
                  <a:pt x="8877" y="26131"/>
                </a:lnTo>
                <a:lnTo>
                  <a:pt x="8965" y="25899"/>
                </a:lnTo>
                <a:lnTo>
                  <a:pt x="9065" y="25667"/>
                </a:lnTo>
                <a:lnTo>
                  <a:pt x="9204" y="25434"/>
                </a:lnTo>
                <a:lnTo>
                  <a:pt x="9292" y="25241"/>
                </a:lnTo>
                <a:lnTo>
                  <a:pt x="9380" y="25009"/>
                </a:lnTo>
                <a:lnTo>
                  <a:pt x="9468" y="24777"/>
                </a:lnTo>
                <a:lnTo>
                  <a:pt x="9568" y="24544"/>
                </a:lnTo>
                <a:lnTo>
                  <a:pt x="9707" y="24299"/>
                </a:lnTo>
                <a:lnTo>
                  <a:pt x="9795" y="24067"/>
                </a:lnTo>
                <a:lnTo>
                  <a:pt x="9883" y="23835"/>
                </a:lnTo>
                <a:lnTo>
                  <a:pt x="9983" y="23603"/>
                </a:lnTo>
                <a:lnTo>
                  <a:pt x="10071" y="23358"/>
                </a:lnTo>
                <a:lnTo>
                  <a:pt x="10210" y="23126"/>
                </a:lnTo>
                <a:lnTo>
                  <a:pt x="10298" y="22894"/>
                </a:lnTo>
                <a:lnTo>
                  <a:pt x="10386" y="22661"/>
                </a:lnTo>
                <a:lnTo>
                  <a:pt x="10486" y="22429"/>
                </a:lnTo>
                <a:lnTo>
                  <a:pt x="10574" y="22184"/>
                </a:lnTo>
                <a:lnTo>
                  <a:pt x="10713" y="21952"/>
                </a:lnTo>
                <a:lnTo>
                  <a:pt x="10801" y="21720"/>
                </a:lnTo>
                <a:lnTo>
                  <a:pt x="10889" y="21488"/>
                </a:lnTo>
                <a:lnTo>
                  <a:pt x="10989" y="21243"/>
                </a:lnTo>
                <a:lnTo>
                  <a:pt x="11077" y="21010"/>
                </a:lnTo>
                <a:lnTo>
                  <a:pt x="11216" y="20778"/>
                </a:lnTo>
                <a:lnTo>
                  <a:pt x="11304" y="20546"/>
                </a:lnTo>
                <a:lnTo>
                  <a:pt x="11392" y="20314"/>
                </a:lnTo>
                <a:lnTo>
                  <a:pt x="11492" y="20069"/>
                </a:lnTo>
                <a:lnTo>
                  <a:pt x="11580" y="19837"/>
                </a:lnTo>
                <a:lnTo>
                  <a:pt x="11719" y="19605"/>
                </a:lnTo>
                <a:lnTo>
                  <a:pt x="11807" y="19372"/>
                </a:lnTo>
                <a:lnTo>
                  <a:pt x="11895" y="19127"/>
                </a:lnTo>
                <a:lnTo>
                  <a:pt x="11995" y="18895"/>
                </a:lnTo>
                <a:lnTo>
                  <a:pt x="12083" y="18663"/>
                </a:lnTo>
                <a:lnTo>
                  <a:pt x="12222" y="18431"/>
                </a:lnTo>
                <a:lnTo>
                  <a:pt x="12310" y="18199"/>
                </a:lnTo>
                <a:lnTo>
                  <a:pt x="12398" y="17954"/>
                </a:lnTo>
                <a:lnTo>
                  <a:pt x="12498" y="17721"/>
                </a:lnTo>
                <a:lnTo>
                  <a:pt x="12586" y="17489"/>
                </a:lnTo>
                <a:lnTo>
                  <a:pt x="12725" y="17257"/>
                </a:lnTo>
                <a:lnTo>
                  <a:pt x="12813" y="17012"/>
                </a:lnTo>
                <a:lnTo>
                  <a:pt x="12901" y="16780"/>
                </a:lnTo>
                <a:lnTo>
                  <a:pt x="13001" y="16548"/>
                </a:lnTo>
                <a:lnTo>
                  <a:pt x="13089" y="16316"/>
                </a:lnTo>
                <a:lnTo>
                  <a:pt x="13228" y="16083"/>
                </a:lnTo>
                <a:lnTo>
                  <a:pt x="13316" y="15838"/>
                </a:lnTo>
                <a:lnTo>
                  <a:pt x="13416" y="15606"/>
                </a:lnTo>
                <a:lnTo>
                  <a:pt x="13504" y="15374"/>
                </a:lnTo>
                <a:lnTo>
                  <a:pt x="13592" y="15142"/>
                </a:lnTo>
                <a:lnTo>
                  <a:pt x="13731" y="14897"/>
                </a:lnTo>
                <a:lnTo>
                  <a:pt x="13819" y="14665"/>
                </a:lnTo>
                <a:lnTo>
                  <a:pt x="13919" y="14432"/>
                </a:lnTo>
                <a:lnTo>
                  <a:pt x="14007" y="14200"/>
                </a:lnTo>
                <a:lnTo>
                  <a:pt x="14095" y="13968"/>
                </a:lnTo>
                <a:lnTo>
                  <a:pt x="14233" y="13723"/>
                </a:lnTo>
                <a:lnTo>
                  <a:pt x="14322" y="13491"/>
                </a:lnTo>
                <a:lnTo>
                  <a:pt x="14422" y="13259"/>
                </a:lnTo>
                <a:lnTo>
                  <a:pt x="14510" y="13027"/>
                </a:lnTo>
                <a:lnTo>
                  <a:pt x="14598" y="12781"/>
                </a:lnTo>
                <a:lnTo>
                  <a:pt x="14736" y="12549"/>
                </a:lnTo>
                <a:lnTo>
                  <a:pt x="14824" y="12317"/>
                </a:lnTo>
                <a:lnTo>
                  <a:pt x="14925" y="12085"/>
                </a:lnTo>
                <a:lnTo>
                  <a:pt x="15013" y="11853"/>
                </a:lnTo>
                <a:lnTo>
                  <a:pt x="15101" y="11608"/>
                </a:lnTo>
                <a:lnTo>
                  <a:pt x="15239" y="11376"/>
                </a:lnTo>
                <a:lnTo>
                  <a:pt x="15327" y="11143"/>
                </a:lnTo>
                <a:lnTo>
                  <a:pt x="15428" y="10911"/>
                </a:lnTo>
                <a:lnTo>
                  <a:pt x="15516" y="10666"/>
                </a:lnTo>
                <a:lnTo>
                  <a:pt x="15604" y="10434"/>
                </a:lnTo>
                <a:lnTo>
                  <a:pt x="15742" y="10202"/>
                </a:lnTo>
                <a:lnTo>
                  <a:pt x="15830" y="9970"/>
                </a:lnTo>
                <a:lnTo>
                  <a:pt x="15931" y="9738"/>
                </a:lnTo>
                <a:lnTo>
                  <a:pt x="16019" y="9492"/>
                </a:lnTo>
                <a:lnTo>
                  <a:pt x="16107" y="9260"/>
                </a:lnTo>
                <a:lnTo>
                  <a:pt x="16245" y="9028"/>
                </a:lnTo>
                <a:lnTo>
                  <a:pt x="16333" y="8796"/>
                </a:lnTo>
                <a:lnTo>
                  <a:pt x="16434" y="8512"/>
                </a:lnTo>
                <a:lnTo>
                  <a:pt x="16522" y="8280"/>
                </a:lnTo>
                <a:lnTo>
                  <a:pt x="16610" y="8035"/>
                </a:lnTo>
                <a:lnTo>
                  <a:pt x="16748" y="7803"/>
                </a:lnTo>
                <a:lnTo>
                  <a:pt x="16836" y="7571"/>
                </a:lnTo>
                <a:lnTo>
                  <a:pt x="16937" y="7338"/>
                </a:lnTo>
                <a:lnTo>
                  <a:pt x="17025" y="7093"/>
                </a:lnTo>
                <a:lnTo>
                  <a:pt x="17113" y="6861"/>
                </a:lnTo>
                <a:lnTo>
                  <a:pt x="17251" y="6629"/>
                </a:lnTo>
                <a:lnTo>
                  <a:pt x="17352" y="6397"/>
                </a:lnTo>
                <a:lnTo>
                  <a:pt x="17440" y="6165"/>
                </a:lnTo>
                <a:lnTo>
                  <a:pt x="17528" y="5920"/>
                </a:lnTo>
                <a:lnTo>
                  <a:pt x="17616" y="5688"/>
                </a:lnTo>
                <a:lnTo>
                  <a:pt x="17754" y="5455"/>
                </a:lnTo>
                <a:lnTo>
                  <a:pt x="17855" y="5223"/>
                </a:lnTo>
                <a:lnTo>
                  <a:pt x="17943" y="4978"/>
                </a:lnTo>
                <a:lnTo>
                  <a:pt x="18031" y="4746"/>
                </a:lnTo>
                <a:lnTo>
                  <a:pt x="18119" y="4514"/>
                </a:lnTo>
                <a:lnTo>
                  <a:pt x="18257" y="4282"/>
                </a:lnTo>
                <a:lnTo>
                  <a:pt x="18358" y="4049"/>
                </a:lnTo>
                <a:lnTo>
                  <a:pt x="18446" y="3804"/>
                </a:lnTo>
                <a:lnTo>
                  <a:pt x="18534" y="3572"/>
                </a:lnTo>
                <a:lnTo>
                  <a:pt x="18622" y="3288"/>
                </a:lnTo>
                <a:lnTo>
                  <a:pt x="18760" y="3056"/>
                </a:lnTo>
                <a:lnTo>
                  <a:pt x="18861" y="2824"/>
                </a:lnTo>
                <a:lnTo>
                  <a:pt x="18949" y="2592"/>
                </a:lnTo>
                <a:lnTo>
                  <a:pt x="19037" y="2347"/>
                </a:lnTo>
                <a:lnTo>
                  <a:pt x="19125" y="2115"/>
                </a:lnTo>
                <a:lnTo>
                  <a:pt x="19263" y="1883"/>
                </a:lnTo>
                <a:lnTo>
                  <a:pt x="19364" y="1650"/>
                </a:lnTo>
                <a:lnTo>
                  <a:pt x="19452" y="1418"/>
                </a:lnTo>
                <a:lnTo>
                  <a:pt x="19540" y="1173"/>
                </a:lnTo>
                <a:lnTo>
                  <a:pt x="19640" y="941"/>
                </a:lnTo>
                <a:lnTo>
                  <a:pt x="19766" y="709"/>
                </a:lnTo>
                <a:lnTo>
                  <a:pt x="19867" y="477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808791" y="5443435"/>
            <a:ext cx="20043" cy="48135"/>
          </a:xfrm>
          <a:custGeom>
            <a:avLst/>
            <a:gdLst/>
            <a:ahLst/>
            <a:cxnLst/>
            <a:rect l="l" t="t" r="r" b="b"/>
            <a:pathLst>
              <a:path w="20043" h="48135">
                <a:moveTo>
                  <a:pt x="0" y="48135"/>
                </a:moveTo>
                <a:lnTo>
                  <a:pt x="100" y="47903"/>
                </a:lnTo>
                <a:lnTo>
                  <a:pt x="226" y="47619"/>
                </a:lnTo>
                <a:lnTo>
                  <a:pt x="326" y="47387"/>
                </a:lnTo>
                <a:lnTo>
                  <a:pt x="414" y="47155"/>
                </a:lnTo>
                <a:lnTo>
                  <a:pt x="502" y="46910"/>
                </a:lnTo>
                <a:lnTo>
                  <a:pt x="603" y="46677"/>
                </a:lnTo>
                <a:lnTo>
                  <a:pt x="741" y="46445"/>
                </a:lnTo>
                <a:lnTo>
                  <a:pt x="829" y="46213"/>
                </a:lnTo>
                <a:lnTo>
                  <a:pt x="917" y="45981"/>
                </a:lnTo>
                <a:lnTo>
                  <a:pt x="1005" y="45736"/>
                </a:lnTo>
                <a:lnTo>
                  <a:pt x="1106" y="45504"/>
                </a:lnTo>
                <a:lnTo>
                  <a:pt x="1244" y="45272"/>
                </a:lnTo>
                <a:lnTo>
                  <a:pt x="1332" y="45039"/>
                </a:lnTo>
                <a:lnTo>
                  <a:pt x="1420" y="44794"/>
                </a:lnTo>
                <a:lnTo>
                  <a:pt x="1508" y="44524"/>
                </a:lnTo>
                <a:lnTo>
                  <a:pt x="1609" y="44278"/>
                </a:lnTo>
                <a:lnTo>
                  <a:pt x="1747" y="44046"/>
                </a:lnTo>
                <a:lnTo>
                  <a:pt x="1835" y="43814"/>
                </a:lnTo>
                <a:lnTo>
                  <a:pt x="1923" y="43582"/>
                </a:lnTo>
                <a:lnTo>
                  <a:pt x="2011" y="43337"/>
                </a:lnTo>
                <a:lnTo>
                  <a:pt x="2112" y="43105"/>
                </a:lnTo>
                <a:lnTo>
                  <a:pt x="2250" y="42873"/>
                </a:lnTo>
                <a:lnTo>
                  <a:pt x="2338" y="42640"/>
                </a:lnTo>
                <a:lnTo>
                  <a:pt x="2426" y="42408"/>
                </a:lnTo>
                <a:lnTo>
                  <a:pt x="2514" y="42163"/>
                </a:lnTo>
                <a:lnTo>
                  <a:pt x="2615" y="41931"/>
                </a:lnTo>
                <a:lnTo>
                  <a:pt x="2753" y="41647"/>
                </a:lnTo>
                <a:lnTo>
                  <a:pt x="2841" y="41415"/>
                </a:lnTo>
                <a:lnTo>
                  <a:pt x="2929" y="41183"/>
                </a:lnTo>
                <a:lnTo>
                  <a:pt x="3017" y="40951"/>
                </a:lnTo>
                <a:lnTo>
                  <a:pt x="3118" y="40706"/>
                </a:lnTo>
                <a:lnTo>
                  <a:pt x="3256" y="40474"/>
                </a:lnTo>
                <a:lnTo>
                  <a:pt x="3344" y="40241"/>
                </a:lnTo>
                <a:lnTo>
                  <a:pt x="3432" y="40009"/>
                </a:lnTo>
                <a:lnTo>
                  <a:pt x="3533" y="39764"/>
                </a:lnTo>
                <a:lnTo>
                  <a:pt x="3621" y="39532"/>
                </a:lnTo>
                <a:lnTo>
                  <a:pt x="3759" y="39248"/>
                </a:lnTo>
                <a:lnTo>
                  <a:pt x="3847" y="39016"/>
                </a:lnTo>
                <a:lnTo>
                  <a:pt x="3935" y="38784"/>
                </a:lnTo>
                <a:lnTo>
                  <a:pt x="4036" y="38552"/>
                </a:lnTo>
                <a:lnTo>
                  <a:pt x="4124" y="38307"/>
                </a:lnTo>
                <a:lnTo>
                  <a:pt x="4262" y="38074"/>
                </a:lnTo>
                <a:lnTo>
                  <a:pt x="4350" y="37842"/>
                </a:lnTo>
                <a:lnTo>
                  <a:pt x="4438" y="37610"/>
                </a:lnTo>
                <a:lnTo>
                  <a:pt x="4539" y="37378"/>
                </a:lnTo>
                <a:lnTo>
                  <a:pt x="4627" y="37133"/>
                </a:lnTo>
                <a:lnTo>
                  <a:pt x="4765" y="36862"/>
                </a:lnTo>
                <a:lnTo>
                  <a:pt x="4853" y="36617"/>
                </a:lnTo>
                <a:lnTo>
                  <a:pt x="4941" y="36385"/>
                </a:lnTo>
                <a:lnTo>
                  <a:pt x="5042" y="36153"/>
                </a:lnTo>
                <a:lnTo>
                  <a:pt x="5130" y="35921"/>
                </a:lnTo>
                <a:lnTo>
                  <a:pt x="5268" y="35675"/>
                </a:lnTo>
                <a:lnTo>
                  <a:pt x="5356" y="35443"/>
                </a:lnTo>
                <a:lnTo>
                  <a:pt x="5444" y="35211"/>
                </a:lnTo>
                <a:lnTo>
                  <a:pt x="5545" y="34979"/>
                </a:lnTo>
                <a:lnTo>
                  <a:pt x="5633" y="34695"/>
                </a:lnTo>
                <a:lnTo>
                  <a:pt x="5771" y="34463"/>
                </a:lnTo>
                <a:lnTo>
                  <a:pt x="5859" y="34218"/>
                </a:lnTo>
                <a:lnTo>
                  <a:pt x="5947" y="33986"/>
                </a:lnTo>
                <a:lnTo>
                  <a:pt x="6048" y="33754"/>
                </a:lnTo>
                <a:lnTo>
                  <a:pt x="6136" y="33521"/>
                </a:lnTo>
                <a:lnTo>
                  <a:pt x="6274" y="33289"/>
                </a:lnTo>
                <a:lnTo>
                  <a:pt x="6362" y="33044"/>
                </a:lnTo>
                <a:lnTo>
                  <a:pt x="6450" y="32812"/>
                </a:lnTo>
                <a:lnTo>
                  <a:pt x="6551" y="32528"/>
                </a:lnTo>
                <a:lnTo>
                  <a:pt x="6639" y="32296"/>
                </a:lnTo>
                <a:lnTo>
                  <a:pt x="6777" y="32064"/>
                </a:lnTo>
                <a:lnTo>
                  <a:pt x="6865" y="31832"/>
                </a:lnTo>
                <a:lnTo>
                  <a:pt x="6966" y="31587"/>
                </a:lnTo>
                <a:lnTo>
                  <a:pt x="7054" y="31355"/>
                </a:lnTo>
                <a:lnTo>
                  <a:pt x="7142" y="31122"/>
                </a:lnTo>
                <a:lnTo>
                  <a:pt x="7280" y="30890"/>
                </a:lnTo>
                <a:lnTo>
                  <a:pt x="7368" y="30607"/>
                </a:lnTo>
                <a:lnTo>
                  <a:pt x="7469" y="30374"/>
                </a:lnTo>
                <a:lnTo>
                  <a:pt x="7557" y="30129"/>
                </a:lnTo>
                <a:lnTo>
                  <a:pt x="7645" y="29897"/>
                </a:lnTo>
                <a:lnTo>
                  <a:pt x="7783" y="29665"/>
                </a:lnTo>
                <a:lnTo>
                  <a:pt x="7871" y="29433"/>
                </a:lnTo>
                <a:lnTo>
                  <a:pt x="7972" y="29188"/>
                </a:lnTo>
                <a:lnTo>
                  <a:pt x="8060" y="28956"/>
                </a:lnTo>
                <a:lnTo>
                  <a:pt x="8148" y="28672"/>
                </a:lnTo>
                <a:lnTo>
                  <a:pt x="8286" y="28440"/>
                </a:lnTo>
                <a:lnTo>
                  <a:pt x="8374" y="28207"/>
                </a:lnTo>
                <a:lnTo>
                  <a:pt x="8475" y="27975"/>
                </a:lnTo>
                <a:lnTo>
                  <a:pt x="8563" y="27730"/>
                </a:lnTo>
                <a:lnTo>
                  <a:pt x="8651" y="27498"/>
                </a:lnTo>
                <a:lnTo>
                  <a:pt x="8789" y="27266"/>
                </a:lnTo>
                <a:lnTo>
                  <a:pt x="8877" y="26982"/>
                </a:lnTo>
                <a:lnTo>
                  <a:pt x="8977" y="26750"/>
                </a:lnTo>
                <a:lnTo>
                  <a:pt x="9065" y="26518"/>
                </a:lnTo>
                <a:lnTo>
                  <a:pt x="9154" y="26286"/>
                </a:lnTo>
                <a:lnTo>
                  <a:pt x="9292" y="26041"/>
                </a:lnTo>
                <a:lnTo>
                  <a:pt x="9380" y="25808"/>
                </a:lnTo>
                <a:lnTo>
                  <a:pt x="9480" y="25576"/>
                </a:lnTo>
                <a:lnTo>
                  <a:pt x="9568" y="25293"/>
                </a:lnTo>
                <a:lnTo>
                  <a:pt x="9656" y="25060"/>
                </a:lnTo>
                <a:lnTo>
                  <a:pt x="9795" y="24828"/>
                </a:lnTo>
                <a:lnTo>
                  <a:pt x="9883" y="24583"/>
                </a:lnTo>
                <a:lnTo>
                  <a:pt x="9983" y="24351"/>
                </a:lnTo>
                <a:lnTo>
                  <a:pt x="10071" y="24119"/>
                </a:lnTo>
                <a:lnTo>
                  <a:pt x="10159" y="23887"/>
                </a:lnTo>
                <a:lnTo>
                  <a:pt x="10298" y="23603"/>
                </a:lnTo>
                <a:lnTo>
                  <a:pt x="10386" y="23371"/>
                </a:lnTo>
                <a:lnTo>
                  <a:pt x="10486" y="23126"/>
                </a:lnTo>
                <a:lnTo>
                  <a:pt x="10574" y="22894"/>
                </a:lnTo>
                <a:lnTo>
                  <a:pt x="10662" y="22661"/>
                </a:lnTo>
                <a:lnTo>
                  <a:pt x="10801" y="22429"/>
                </a:lnTo>
                <a:lnTo>
                  <a:pt x="10901" y="22184"/>
                </a:lnTo>
                <a:lnTo>
                  <a:pt x="10989" y="21913"/>
                </a:lnTo>
                <a:lnTo>
                  <a:pt x="11077" y="21668"/>
                </a:lnTo>
                <a:lnTo>
                  <a:pt x="11165" y="21436"/>
                </a:lnTo>
                <a:lnTo>
                  <a:pt x="11304" y="21204"/>
                </a:lnTo>
                <a:lnTo>
                  <a:pt x="11404" y="20972"/>
                </a:lnTo>
                <a:lnTo>
                  <a:pt x="11492" y="20727"/>
                </a:lnTo>
                <a:lnTo>
                  <a:pt x="11580" y="20494"/>
                </a:lnTo>
                <a:lnTo>
                  <a:pt x="11668" y="20211"/>
                </a:lnTo>
                <a:lnTo>
                  <a:pt x="11807" y="19979"/>
                </a:lnTo>
                <a:lnTo>
                  <a:pt x="11907" y="19746"/>
                </a:lnTo>
                <a:lnTo>
                  <a:pt x="11995" y="19514"/>
                </a:lnTo>
                <a:lnTo>
                  <a:pt x="12083" y="19269"/>
                </a:lnTo>
                <a:lnTo>
                  <a:pt x="12171" y="19037"/>
                </a:lnTo>
                <a:lnTo>
                  <a:pt x="12310" y="18753"/>
                </a:lnTo>
                <a:lnTo>
                  <a:pt x="12410" y="18521"/>
                </a:lnTo>
                <a:lnTo>
                  <a:pt x="12498" y="18289"/>
                </a:lnTo>
                <a:lnTo>
                  <a:pt x="12586" y="18057"/>
                </a:lnTo>
                <a:lnTo>
                  <a:pt x="12674" y="17825"/>
                </a:lnTo>
                <a:lnTo>
                  <a:pt x="12813" y="17580"/>
                </a:lnTo>
                <a:lnTo>
                  <a:pt x="12913" y="17296"/>
                </a:lnTo>
                <a:lnTo>
                  <a:pt x="13001" y="17064"/>
                </a:lnTo>
                <a:lnTo>
                  <a:pt x="13089" y="16831"/>
                </a:lnTo>
                <a:lnTo>
                  <a:pt x="13190" y="16599"/>
                </a:lnTo>
                <a:lnTo>
                  <a:pt x="13316" y="16367"/>
                </a:lnTo>
                <a:lnTo>
                  <a:pt x="13416" y="16122"/>
                </a:lnTo>
                <a:lnTo>
                  <a:pt x="13504" y="15838"/>
                </a:lnTo>
                <a:lnTo>
                  <a:pt x="13592" y="15606"/>
                </a:lnTo>
                <a:lnTo>
                  <a:pt x="13693" y="15374"/>
                </a:lnTo>
                <a:lnTo>
                  <a:pt x="13819" y="15142"/>
                </a:lnTo>
                <a:lnTo>
                  <a:pt x="13919" y="14910"/>
                </a:lnTo>
                <a:lnTo>
                  <a:pt x="14007" y="14665"/>
                </a:lnTo>
                <a:lnTo>
                  <a:pt x="14095" y="14381"/>
                </a:lnTo>
                <a:lnTo>
                  <a:pt x="14196" y="14149"/>
                </a:lnTo>
                <a:lnTo>
                  <a:pt x="14322" y="13916"/>
                </a:lnTo>
                <a:lnTo>
                  <a:pt x="14422" y="13684"/>
                </a:lnTo>
                <a:lnTo>
                  <a:pt x="14510" y="13452"/>
                </a:lnTo>
                <a:lnTo>
                  <a:pt x="14598" y="13207"/>
                </a:lnTo>
                <a:lnTo>
                  <a:pt x="14699" y="12923"/>
                </a:lnTo>
                <a:lnTo>
                  <a:pt x="14837" y="12691"/>
                </a:lnTo>
                <a:lnTo>
                  <a:pt x="14925" y="12459"/>
                </a:lnTo>
                <a:lnTo>
                  <a:pt x="15013" y="12227"/>
                </a:lnTo>
                <a:lnTo>
                  <a:pt x="15101" y="11995"/>
                </a:lnTo>
                <a:lnTo>
                  <a:pt x="15202" y="11750"/>
                </a:lnTo>
                <a:lnTo>
                  <a:pt x="15340" y="11479"/>
                </a:lnTo>
                <a:lnTo>
                  <a:pt x="15428" y="11234"/>
                </a:lnTo>
                <a:lnTo>
                  <a:pt x="15516" y="11002"/>
                </a:lnTo>
                <a:lnTo>
                  <a:pt x="15604" y="10769"/>
                </a:lnTo>
                <a:lnTo>
                  <a:pt x="15705" y="10537"/>
                </a:lnTo>
                <a:lnTo>
                  <a:pt x="15843" y="10253"/>
                </a:lnTo>
                <a:lnTo>
                  <a:pt x="15931" y="10021"/>
                </a:lnTo>
                <a:lnTo>
                  <a:pt x="16019" y="9776"/>
                </a:lnTo>
                <a:lnTo>
                  <a:pt x="16107" y="9544"/>
                </a:lnTo>
                <a:lnTo>
                  <a:pt x="16208" y="9312"/>
                </a:lnTo>
                <a:lnTo>
                  <a:pt x="16346" y="9080"/>
                </a:lnTo>
                <a:lnTo>
                  <a:pt x="16434" y="8796"/>
                </a:lnTo>
                <a:lnTo>
                  <a:pt x="16522" y="8564"/>
                </a:lnTo>
                <a:lnTo>
                  <a:pt x="16610" y="8319"/>
                </a:lnTo>
                <a:lnTo>
                  <a:pt x="16711" y="8087"/>
                </a:lnTo>
                <a:lnTo>
                  <a:pt x="16849" y="7854"/>
                </a:lnTo>
                <a:lnTo>
                  <a:pt x="16937" y="7571"/>
                </a:lnTo>
                <a:lnTo>
                  <a:pt x="17025" y="7338"/>
                </a:lnTo>
                <a:lnTo>
                  <a:pt x="17126" y="7106"/>
                </a:lnTo>
                <a:lnTo>
                  <a:pt x="17214" y="6861"/>
                </a:lnTo>
                <a:lnTo>
                  <a:pt x="17352" y="6629"/>
                </a:lnTo>
                <a:lnTo>
                  <a:pt x="17440" y="6397"/>
                </a:lnTo>
                <a:lnTo>
                  <a:pt x="17528" y="6113"/>
                </a:lnTo>
                <a:lnTo>
                  <a:pt x="17629" y="5881"/>
                </a:lnTo>
                <a:lnTo>
                  <a:pt x="17717" y="5649"/>
                </a:lnTo>
                <a:lnTo>
                  <a:pt x="17855" y="5404"/>
                </a:lnTo>
                <a:lnTo>
                  <a:pt x="17943" y="5172"/>
                </a:lnTo>
                <a:lnTo>
                  <a:pt x="18031" y="4888"/>
                </a:lnTo>
                <a:lnTo>
                  <a:pt x="18131" y="4656"/>
                </a:lnTo>
                <a:lnTo>
                  <a:pt x="18220" y="4424"/>
                </a:lnTo>
                <a:lnTo>
                  <a:pt x="18358" y="4191"/>
                </a:lnTo>
                <a:lnTo>
                  <a:pt x="18446" y="3946"/>
                </a:lnTo>
                <a:lnTo>
                  <a:pt x="18534" y="3675"/>
                </a:lnTo>
                <a:lnTo>
                  <a:pt x="18634" y="3430"/>
                </a:lnTo>
                <a:lnTo>
                  <a:pt x="18722" y="3198"/>
                </a:lnTo>
                <a:lnTo>
                  <a:pt x="18861" y="2966"/>
                </a:lnTo>
                <a:lnTo>
                  <a:pt x="18949" y="2734"/>
                </a:lnTo>
                <a:lnTo>
                  <a:pt x="19037" y="2450"/>
                </a:lnTo>
                <a:lnTo>
                  <a:pt x="19137" y="2218"/>
                </a:lnTo>
                <a:lnTo>
                  <a:pt x="19225" y="1973"/>
                </a:lnTo>
                <a:lnTo>
                  <a:pt x="19364" y="1741"/>
                </a:lnTo>
                <a:lnTo>
                  <a:pt x="19452" y="1509"/>
                </a:lnTo>
                <a:lnTo>
                  <a:pt x="19540" y="1225"/>
                </a:lnTo>
                <a:lnTo>
                  <a:pt x="19640" y="993"/>
                </a:lnTo>
                <a:lnTo>
                  <a:pt x="19728" y="760"/>
                </a:lnTo>
                <a:lnTo>
                  <a:pt x="19867" y="515"/>
                </a:lnTo>
                <a:lnTo>
                  <a:pt x="19955" y="28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4828834" y="5394499"/>
            <a:ext cx="20055" cy="48935"/>
          </a:xfrm>
          <a:custGeom>
            <a:avLst/>
            <a:gdLst/>
            <a:ahLst/>
            <a:cxnLst/>
            <a:rect l="l" t="t" r="r" b="b"/>
            <a:pathLst>
              <a:path w="20055" h="48935">
                <a:moveTo>
                  <a:pt x="0" y="48935"/>
                </a:moveTo>
                <a:lnTo>
                  <a:pt x="100" y="48702"/>
                </a:lnTo>
                <a:lnTo>
                  <a:pt x="188" y="48470"/>
                </a:lnTo>
                <a:lnTo>
                  <a:pt x="326" y="48238"/>
                </a:lnTo>
                <a:lnTo>
                  <a:pt x="414" y="47993"/>
                </a:lnTo>
                <a:lnTo>
                  <a:pt x="502" y="47722"/>
                </a:lnTo>
                <a:lnTo>
                  <a:pt x="603" y="47477"/>
                </a:lnTo>
                <a:lnTo>
                  <a:pt x="691" y="47245"/>
                </a:lnTo>
                <a:lnTo>
                  <a:pt x="829" y="47013"/>
                </a:lnTo>
                <a:lnTo>
                  <a:pt x="917" y="46781"/>
                </a:lnTo>
                <a:lnTo>
                  <a:pt x="1018" y="46497"/>
                </a:lnTo>
                <a:lnTo>
                  <a:pt x="1106" y="46265"/>
                </a:lnTo>
                <a:lnTo>
                  <a:pt x="1194" y="46020"/>
                </a:lnTo>
                <a:lnTo>
                  <a:pt x="1332" y="45788"/>
                </a:lnTo>
                <a:lnTo>
                  <a:pt x="1420" y="45555"/>
                </a:lnTo>
                <a:lnTo>
                  <a:pt x="1521" y="45272"/>
                </a:lnTo>
                <a:lnTo>
                  <a:pt x="1609" y="45039"/>
                </a:lnTo>
                <a:lnTo>
                  <a:pt x="1697" y="44807"/>
                </a:lnTo>
                <a:lnTo>
                  <a:pt x="1835" y="44562"/>
                </a:lnTo>
                <a:lnTo>
                  <a:pt x="1923" y="44330"/>
                </a:lnTo>
                <a:lnTo>
                  <a:pt x="2024" y="44046"/>
                </a:lnTo>
                <a:lnTo>
                  <a:pt x="2112" y="43814"/>
                </a:lnTo>
                <a:lnTo>
                  <a:pt x="2200" y="43582"/>
                </a:lnTo>
                <a:lnTo>
                  <a:pt x="2338" y="43350"/>
                </a:lnTo>
                <a:lnTo>
                  <a:pt x="2426" y="43066"/>
                </a:lnTo>
                <a:lnTo>
                  <a:pt x="2527" y="42821"/>
                </a:lnTo>
                <a:lnTo>
                  <a:pt x="2615" y="42589"/>
                </a:lnTo>
                <a:lnTo>
                  <a:pt x="2703" y="42357"/>
                </a:lnTo>
                <a:lnTo>
                  <a:pt x="2841" y="42124"/>
                </a:lnTo>
                <a:lnTo>
                  <a:pt x="2929" y="41841"/>
                </a:lnTo>
                <a:lnTo>
                  <a:pt x="3030" y="41609"/>
                </a:lnTo>
                <a:lnTo>
                  <a:pt x="3118" y="41376"/>
                </a:lnTo>
                <a:lnTo>
                  <a:pt x="3206" y="41131"/>
                </a:lnTo>
                <a:lnTo>
                  <a:pt x="3344" y="40899"/>
                </a:lnTo>
                <a:lnTo>
                  <a:pt x="3432" y="40615"/>
                </a:lnTo>
                <a:lnTo>
                  <a:pt x="3533" y="40383"/>
                </a:lnTo>
                <a:lnTo>
                  <a:pt x="3621" y="40151"/>
                </a:lnTo>
                <a:lnTo>
                  <a:pt x="3709" y="39919"/>
                </a:lnTo>
                <a:lnTo>
                  <a:pt x="3847" y="39635"/>
                </a:lnTo>
                <a:lnTo>
                  <a:pt x="3935" y="39390"/>
                </a:lnTo>
                <a:lnTo>
                  <a:pt x="4036" y="39158"/>
                </a:lnTo>
                <a:lnTo>
                  <a:pt x="4124" y="38926"/>
                </a:lnTo>
                <a:lnTo>
                  <a:pt x="4212" y="38694"/>
                </a:lnTo>
                <a:lnTo>
                  <a:pt x="4350" y="38410"/>
                </a:lnTo>
                <a:lnTo>
                  <a:pt x="4451" y="38178"/>
                </a:lnTo>
                <a:lnTo>
                  <a:pt x="4539" y="37933"/>
                </a:lnTo>
                <a:lnTo>
                  <a:pt x="4627" y="37700"/>
                </a:lnTo>
                <a:lnTo>
                  <a:pt x="4715" y="37468"/>
                </a:lnTo>
                <a:lnTo>
                  <a:pt x="4853" y="37185"/>
                </a:lnTo>
                <a:lnTo>
                  <a:pt x="4954" y="36952"/>
                </a:lnTo>
                <a:lnTo>
                  <a:pt x="5042" y="36720"/>
                </a:lnTo>
                <a:lnTo>
                  <a:pt x="5130" y="36475"/>
                </a:lnTo>
                <a:lnTo>
                  <a:pt x="5218" y="36204"/>
                </a:lnTo>
                <a:lnTo>
                  <a:pt x="5356" y="35959"/>
                </a:lnTo>
                <a:lnTo>
                  <a:pt x="5457" y="35727"/>
                </a:lnTo>
                <a:lnTo>
                  <a:pt x="5545" y="35495"/>
                </a:lnTo>
                <a:lnTo>
                  <a:pt x="5633" y="35263"/>
                </a:lnTo>
                <a:lnTo>
                  <a:pt x="5721" y="34979"/>
                </a:lnTo>
                <a:lnTo>
                  <a:pt x="5859" y="34747"/>
                </a:lnTo>
                <a:lnTo>
                  <a:pt x="5960" y="34502"/>
                </a:lnTo>
                <a:lnTo>
                  <a:pt x="6048" y="34270"/>
                </a:lnTo>
                <a:lnTo>
                  <a:pt x="6136" y="33986"/>
                </a:lnTo>
                <a:lnTo>
                  <a:pt x="6224" y="33754"/>
                </a:lnTo>
                <a:lnTo>
                  <a:pt x="6362" y="33521"/>
                </a:lnTo>
                <a:lnTo>
                  <a:pt x="6463" y="33289"/>
                </a:lnTo>
                <a:lnTo>
                  <a:pt x="6551" y="33006"/>
                </a:lnTo>
                <a:lnTo>
                  <a:pt x="6639" y="32773"/>
                </a:lnTo>
                <a:lnTo>
                  <a:pt x="6727" y="32528"/>
                </a:lnTo>
                <a:lnTo>
                  <a:pt x="6865" y="32296"/>
                </a:lnTo>
                <a:lnTo>
                  <a:pt x="6966" y="32064"/>
                </a:lnTo>
                <a:lnTo>
                  <a:pt x="7054" y="31780"/>
                </a:lnTo>
                <a:lnTo>
                  <a:pt x="7142" y="31548"/>
                </a:lnTo>
                <a:lnTo>
                  <a:pt x="7242" y="31316"/>
                </a:lnTo>
                <a:lnTo>
                  <a:pt x="7368" y="31071"/>
                </a:lnTo>
                <a:lnTo>
                  <a:pt x="7469" y="30800"/>
                </a:lnTo>
                <a:lnTo>
                  <a:pt x="7557" y="30555"/>
                </a:lnTo>
                <a:lnTo>
                  <a:pt x="7645" y="30323"/>
                </a:lnTo>
                <a:lnTo>
                  <a:pt x="7745" y="30091"/>
                </a:lnTo>
                <a:lnTo>
                  <a:pt x="7871" y="29858"/>
                </a:lnTo>
                <a:lnTo>
                  <a:pt x="7972" y="29575"/>
                </a:lnTo>
                <a:lnTo>
                  <a:pt x="8060" y="29343"/>
                </a:lnTo>
                <a:lnTo>
                  <a:pt x="8148" y="29097"/>
                </a:lnTo>
                <a:lnTo>
                  <a:pt x="8248" y="28865"/>
                </a:lnTo>
                <a:lnTo>
                  <a:pt x="8386" y="28582"/>
                </a:lnTo>
                <a:lnTo>
                  <a:pt x="8475" y="28349"/>
                </a:lnTo>
                <a:lnTo>
                  <a:pt x="8563" y="28117"/>
                </a:lnTo>
                <a:lnTo>
                  <a:pt x="8651" y="27885"/>
                </a:lnTo>
                <a:lnTo>
                  <a:pt x="8751" y="27601"/>
                </a:lnTo>
                <a:lnTo>
                  <a:pt x="8889" y="27356"/>
                </a:lnTo>
                <a:lnTo>
                  <a:pt x="8977" y="27124"/>
                </a:lnTo>
                <a:lnTo>
                  <a:pt x="9065" y="26892"/>
                </a:lnTo>
                <a:lnTo>
                  <a:pt x="9154" y="26608"/>
                </a:lnTo>
                <a:lnTo>
                  <a:pt x="9254" y="26376"/>
                </a:lnTo>
                <a:lnTo>
                  <a:pt x="9392" y="26144"/>
                </a:lnTo>
                <a:lnTo>
                  <a:pt x="9480" y="25899"/>
                </a:lnTo>
                <a:lnTo>
                  <a:pt x="9568" y="25667"/>
                </a:lnTo>
                <a:lnTo>
                  <a:pt x="9656" y="25383"/>
                </a:lnTo>
                <a:lnTo>
                  <a:pt x="9757" y="25151"/>
                </a:lnTo>
                <a:lnTo>
                  <a:pt x="9895" y="24918"/>
                </a:lnTo>
                <a:lnTo>
                  <a:pt x="9983" y="24686"/>
                </a:lnTo>
                <a:lnTo>
                  <a:pt x="10071" y="24403"/>
                </a:lnTo>
                <a:lnTo>
                  <a:pt x="10159" y="24170"/>
                </a:lnTo>
                <a:lnTo>
                  <a:pt x="10260" y="23925"/>
                </a:lnTo>
                <a:lnTo>
                  <a:pt x="10398" y="23693"/>
                </a:lnTo>
                <a:lnTo>
                  <a:pt x="10486" y="23409"/>
                </a:lnTo>
                <a:lnTo>
                  <a:pt x="10574" y="23177"/>
                </a:lnTo>
                <a:lnTo>
                  <a:pt x="10675" y="22945"/>
                </a:lnTo>
                <a:lnTo>
                  <a:pt x="10763" y="22713"/>
                </a:lnTo>
                <a:lnTo>
                  <a:pt x="10901" y="22429"/>
                </a:lnTo>
                <a:lnTo>
                  <a:pt x="10989" y="22197"/>
                </a:lnTo>
                <a:lnTo>
                  <a:pt x="11077" y="21952"/>
                </a:lnTo>
                <a:lnTo>
                  <a:pt x="11178" y="21720"/>
                </a:lnTo>
                <a:lnTo>
                  <a:pt x="11266" y="21488"/>
                </a:lnTo>
                <a:lnTo>
                  <a:pt x="11404" y="21204"/>
                </a:lnTo>
                <a:lnTo>
                  <a:pt x="11492" y="20972"/>
                </a:lnTo>
                <a:lnTo>
                  <a:pt x="11580" y="20740"/>
                </a:lnTo>
                <a:lnTo>
                  <a:pt x="11681" y="20494"/>
                </a:lnTo>
                <a:lnTo>
                  <a:pt x="11769" y="20224"/>
                </a:lnTo>
                <a:lnTo>
                  <a:pt x="11907" y="19979"/>
                </a:lnTo>
                <a:lnTo>
                  <a:pt x="11995" y="19746"/>
                </a:lnTo>
                <a:lnTo>
                  <a:pt x="12083" y="19514"/>
                </a:lnTo>
                <a:lnTo>
                  <a:pt x="12184" y="19230"/>
                </a:lnTo>
                <a:lnTo>
                  <a:pt x="12272" y="18998"/>
                </a:lnTo>
                <a:lnTo>
                  <a:pt x="12410" y="18766"/>
                </a:lnTo>
                <a:lnTo>
                  <a:pt x="12498" y="18521"/>
                </a:lnTo>
                <a:lnTo>
                  <a:pt x="12586" y="18237"/>
                </a:lnTo>
                <a:lnTo>
                  <a:pt x="12687" y="18005"/>
                </a:lnTo>
                <a:lnTo>
                  <a:pt x="12775" y="17773"/>
                </a:lnTo>
                <a:lnTo>
                  <a:pt x="12913" y="17541"/>
                </a:lnTo>
                <a:lnTo>
                  <a:pt x="13001" y="17257"/>
                </a:lnTo>
                <a:lnTo>
                  <a:pt x="13089" y="17025"/>
                </a:lnTo>
                <a:lnTo>
                  <a:pt x="13190" y="16780"/>
                </a:lnTo>
                <a:lnTo>
                  <a:pt x="13278" y="16548"/>
                </a:lnTo>
                <a:lnTo>
                  <a:pt x="13416" y="16264"/>
                </a:lnTo>
                <a:lnTo>
                  <a:pt x="13504" y="16032"/>
                </a:lnTo>
                <a:lnTo>
                  <a:pt x="13592" y="15800"/>
                </a:lnTo>
                <a:lnTo>
                  <a:pt x="13693" y="15567"/>
                </a:lnTo>
                <a:lnTo>
                  <a:pt x="13781" y="15284"/>
                </a:lnTo>
                <a:lnTo>
                  <a:pt x="13919" y="15052"/>
                </a:lnTo>
                <a:lnTo>
                  <a:pt x="14007" y="14806"/>
                </a:lnTo>
                <a:lnTo>
                  <a:pt x="14095" y="14574"/>
                </a:lnTo>
                <a:lnTo>
                  <a:pt x="14196" y="14291"/>
                </a:lnTo>
                <a:lnTo>
                  <a:pt x="14284" y="14058"/>
                </a:lnTo>
                <a:lnTo>
                  <a:pt x="14422" y="13826"/>
                </a:lnTo>
                <a:lnTo>
                  <a:pt x="14510" y="13594"/>
                </a:lnTo>
                <a:lnTo>
                  <a:pt x="14611" y="13310"/>
                </a:lnTo>
                <a:lnTo>
                  <a:pt x="14699" y="13078"/>
                </a:lnTo>
                <a:lnTo>
                  <a:pt x="14787" y="12833"/>
                </a:lnTo>
                <a:lnTo>
                  <a:pt x="14925" y="12601"/>
                </a:lnTo>
                <a:lnTo>
                  <a:pt x="15013" y="12317"/>
                </a:lnTo>
                <a:lnTo>
                  <a:pt x="15114" y="12085"/>
                </a:lnTo>
                <a:lnTo>
                  <a:pt x="15202" y="11853"/>
                </a:lnTo>
                <a:lnTo>
                  <a:pt x="15290" y="11621"/>
                </a:lnTo>
                <a:lnTo>
                  <a:pt x="15428" y="11337"/>
                </a:lnTo>
                <a:lnTo>
                  <a:pt x="15516" y="11092"/>
                </a:lnTo>
                <a:lnTo>
                  <a:pt x="15617" y="10860"/>
                </a:lnTo>
                <a:lnTo>
                  <a:pt x="15705" y="10627"/>
                </a:lnTo>
                <a:lnTo>
                  <a:pt x="15793" y="10344"/>
                </a:lnTo>
                <a:lnTo>
                  <a:pt x="15931" y="10112"/>
                </a:lnTo>
                <a:lnTo>
                  <a:pt x="16019" y="9879"/>
                </a:lnTo>
                <a:lnTo>
                  <a:pt x="16120" y="9647"/>
                </a:lnTo>
                <a:lnTo>
                  <a:pt x="16208" y="9363"/>
                </a:lnTo>
                <a:lnTo>
                  <a:pt x="16296" y="9118"/>
                </a:lnTo>
                <a:lnTo>
                  <a:pt x="16434" y="8886"/>
                </a:lnTo>
                <a:lnTo>
                  <a:pt x="16522" y="8654"/>
                </a:lnTo>
                <a:lnTo>
                  <a:pt x="16623" y="8370"/>
                </a:lnTo>
                <a:lnTo>
                  <a:pt x="16711" y="8138"/>
                </a:lnTo>
                <a:lnTo>
                  <a:pt x="16799" y="7906"/>
                </a:lnTo>
                <a:lnTo>
                  <a:pt x="16937" y="7661"/>
                </a:lnTo>
                <a:lnTo>
                  <a:pt x="17025" y="7390"/>
                </a:lnTo>
                <a:lnTo>
                  <a:pt x="17126" y="7145"/>
                </a:lnTo>
                <a:lnTo>
                  <a:pt x="17214" y="6913"/>
                </a:lnTo>
                <a:lnTo>
                  <a:pt x="17302" y="6681"/>
                </a:lnTo>
                <a:lnTo>
                  <a:pt x="17440" y="6397"/>
                </a:lnTo>
                <a:lnTo>
                  <a:pt x="17528" y="6165"/>
                </a:lnTo>
                <a:lnTo>
                  <a:pt x="17629" y="5933"/>
                </a:lnTo>
                <a:lnTo>
                  <a:pt x="17717" y="5688"/>
                </a:lnTo>
                <a:lnTo>
                  <a:pt x="17805" y="5417"/>
                </a:lnTo>
                <a:lnTo>
                  <a:pt x="17943" y="5172"/>
                </a:lnTo>
                <a:lnTo>
                  <a:pt x="18031" y="4939"/>
                </a:lnTo>
                <a:lnTo>
                  <a:pt x="18131" y="4707"/>
                </a:lnTo>
                <a:lnTo>
                  <a:pt x="18220" y="4424"/>
                </a:lnTo>
                <a:lnTo>
                  <a:pt x="18308" y="4191"/>
                </a:lnTo>
                <a:lnTo>
                  <a:pt x="18446" y="3959"/>
                </a:lnTo>
                <a:lnTo>
                  <a:pt x="18546" y="3714"/>
                </a:lnTo>
                <a:lnTo>
                  <a:pt x="18634" y="3430"/>
                </a:lnTo>
                <a:lnTo>
                  <a:pt x="18722" y="3198"/>
                </a:lnTo>
                <a:lnTo>
                  <a:pt x="18811" y="2966"/>
                </a:lnTo>
                <a:lnTo>
                  <a:pt x="18949" y="2734"/>
                </a:lnTo>
                <a:lnTo>
                  <a:pt x="19049" y="2450"/>
                </a:lnTo>
                <a:lnTo>
                  <a:pt x="19137" y="2218"/>
                </a:lnTo>
                <a:lnTo>
                  <a:pt x="19225" y="1973"/>
                </a:lnTo>
                <a:lnTo>
                  <a:pt x="19313" y="1741"/>
                </a:lnTo>
                <a:lnTo>
                  <a:pt x="19452" y="1457"/>
                </a:lnTo>
                <a:lnTo>
                  <a:pt x="19552" y="1225"/>
                </a:lnTo>
                <a:lnTo>
                  <a:pt x="19640" y="993"/>
                </a:lnTo>
                <a:lnTo>
                  <a:pt x="19728" y="760"/>
                </a:lnTo>
                <a:lnTo>
                  <a:pt x="19816" y="477"/>
                </a:lnTo>
                <a:lnTo>
                  <a:pt x="19955" y="245"/>
                </a:lnTo>
                <a:lnTo>
                  <a:pt x="2005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4848890" y="5345474"/>
            <a:ext cx="19992" cy="49025"/>
          </a:xfrm>
          <a:custGeom>
            <a:avLst/>
            <a:gdLst/>
            <a:ahLst/>
            <a:cxnLst/>
            <a:rect l="l" t="t" r="r" b="b"/>
            <a:pathLst>
              <a:path w="19992" h="49025">
                <a:moveTo>
                  <a:pt x="0" y="49025"/>
                </a:moveTo>
                <a:lnTo>
                  <a:pt x="88" y="48793"/>
                </a:lnTo>
                <a:lnTo>
                  <a:pt x="176" y="48509"/>
                </a:lnTo>
                <a:lnTo>
                  <a:pt x="264" y="48277"/>
                </a:lnTo>
                <a:lnTo>
                  <a:pt x="402" y="48045"/>
                </a:lnTo>
                <a:lnTo>
                  <a:pt x="502" y="47813"/>
                </a:lnTo>
                <a:lnTo>
                  <a:pt x="590" y="47529"/>
                </a:lnTo>
                <a:lnTo>
                  <a:pt x="679" y="47297"/>
                </a:lnTo>
                <a:lnTo>
                  <a:pt x="779" y="47052"/>
                </a:lnTo>
                <a:lnTo>
                  <a:pt x="905" y="46819"/>
                </a:lnTo>
                <a:lnTo>
                  <a:pt x="1005" y="46536"/>
                </a:lnTo>
                <a:lnTo>
                  <a:pt x="1093" y="46303"/>
                </a:lnTo>
                <a:lnTo>
                  <a:pt x="1181" y="46071"/>
                </a:lnTo>
                <a:lnTo>
                  <a:pt x="1282" y="45839"/>
                </a:lnTo>
                <a:lnTo>
                  <a:pt x="1408" y="45555"/>
                </a:lnTo>
                <a:lnTo>
                  <a:pt x="1508" y="45310"/>
                </a:lnTo>
                <a:lnTo>
                  <a:pt x="1596" y="45078"/>
                </a:lnTo>
                <a:lnTo>
                  <a:pt x="1684" y="44846"/>
                </a:lnTo>
                <a:lnTo>
                  <a:pt x="1785" y="44562"/>
                </a:lnTo>
                <a:lnTo>
                  <a:pt x="1923" y="44330"/>
                </a:lnTo>
                <a:lnTo>
                  <a:pt x="2011" y="44098"/>
                </a:lnTo>
                <a:lnTo>
                  <a:pt x="2099" y="43866"/>
                </a:lnTo>
                <a:lnTo>
                  <a:pt x="2187" y="43582"/>
                </a:lnTo>
                <a:lnTo>
                  <a:pt x="2288" y="43337"/>
                </a:lnTo>
                <a:lnTo>
                  <a:pt x="2426" y="43105"/>
                </a:lnTo>
                <a:lnTo>
                  <a:pt x="2514" y="42873"/>
                </a:lnTo>
                <a:lnTo>
                  <a:pt x="2552" y="42640"/>
                </a:lnTo>
                <a:lnTo>
                  <a:pt x="2653" y="42408"/>
                </a:lnTo>
                <a:lnTo>
                  <a:pt x="2791" y="42163"/>
                </a:lnTo>
                <a:lnTo>
                  <a:pt x="2879" y="41931"/>
                </a:lnTo>
                <a:lnTo>
                  <a:pt x="2967" y="41647"/>
                </a:lnTo>
                <a:lnTo>
                  <a:pt x="3068" y="41415"/>
                </a:lnTo>
                <a:lnTo>
                  <a:pt x="3156" y="41183"/>
                </a:lnTo>
                <a:lnTo>
                  <a:pt x="3294" y="40951"/>
                </a:lnTo>
                <a:lnTo>
                  <a:pt x="3382" y="40667"/>
                </a:lnTo>
                <a:lnTo>
                  <a:pt x="3470" y="40422"/>
                </a:lnTo>
                <a:lnTo>
                  <a:pt x="3571" y="40190"/>
                </a:lnTo>
                <a:lnTo>
                  <a:pt x="3659" y="39958"/>
                </a:lnTo>
                <a:lnTo>
                  <a:pt x="3797" y="39674"/>
                </a:lnTo>
                <a:lnTo>
                  <a:pt x="3885" y="39442"/>
                </a:lnTo>
                <a:lnTo>
                  <a:pt x="3973" y="39210"/>
                </a:lnTo>
                <a:lnTo>
                  <a:pt x="4074" y="38964"/>
                </a:lnTo>
                <a:lnTo>
                  <a:pt x="4162" y="38694"/>
                </a:lnTo>
                <a:lnTo>
                  <a:pt x="4300" y="38449"/>
                </a:lnTo>
                <a:lnTo>
                  <a:pt x="4388" y="38216"/>
                </a:lnTo>
                <a:lnTo>
                  <a:pt x="4476" y="37984"/>
                </a:lnTo>
                <a:lnTo>
                  <a:pt x="4577" y="37700"/>
                </a:lnTo>
                <a:lnTo>
                  <a:pt x="4665" y="37468"/>
                </a:lnTo>
                <a:lnTo>
                  <a:pt x="4803" y="37236"/>
                </a:lnTo>
                <a:lnTo>
                  <a:pt x="4891" y="36991"/>
                </a:lnTo>
                <a:lnTo>
                  <a:pt x="4979" y="36720"/>
                </a:lnTo>
                <a:lnTo>
                  <a:pt x="5079" y="36475"/>
                </a:lnTo>
                <a:lnTo>
                  <a:pt x="5167" y="36243"/>
                </a:lnTo>
                <a:lnTo>
                  <a:pt x="5306" y="36011"/>
                </a:lnTo>
                <a:lnTo>
                  <a:pt x="5394" y="35727"/>
                </a:lnTo>
                <a:lnTo>
                  <a:pt x="5482" y="35495"/>
                </a:lnTo>
                <a:lnTo>
                  <a:pt x="5582" y="35263"/>
                </a:lnTo>
                <a:lnTo>
                  <a:pt x="5670" y="35018"/>
                </a:lnTo>
                <a:lnTo>
                  <a:pt x="5809" y="34734"/>
                </a:lnTo>
                <a:lnTo>
                  <a:pt x="5897" y="34502"/>
                </a:lnTo>
                <a:lnTo>
                  <a:pt x="5985" y="34270"/>
                </a:lnTo>
                <a:lnTo>
                  <a:pt x="6085" y="34037"/>
                </a:lnTo>
                <a:lnTo>
                  <a:pt x="6173" y="33754"/>
                </a:lnTo>
                <a:lnTo>
                  <a:pt x="6312" y="33521"/>
                </a:lnTo>
                <a:lnTo>
                  <a:pt x="6400" y="33289"/>
                </a:lnTo>
                <a:lnTo>
                  <a:pt x="6488" y="33044"/>
                </a:lnTo>
                <a:lnTo>
                  <a:pt x="6588" y="32760"/>
                </a:lnTo>
                <a:lnTo>
                  <a:pt x="6676" y="32528"/>
                </a:lnTo>
                <a:lnTo>
                  <a:pt x="6815" y="32296"/>
                </a:lnTo>
                <a:lnTo>
                  <a:pt x="6903" y="32064"/>
                </a:lnTo>
                <a:lnTo>
                  <a:pt x="7003" y="31780"/>
                </a:lnTo>
                <a:lnTo>
                  <a:pt x="7091" y="31548"/>
                </a:lnTo>
                <a:lnTo>
                  <a:pt x="7179" y="31303"/>
                </a:lnTo>
                <a:lnTo>
                  <a:pt x="7318" y="31071"/>
                </a:lnTo>
                <a:lnTo>
                  <a:pt x="7406" y="30787"/>
                </a:lnTo>
                <a:lnTo>
                  <a:pt x="7506" y="30555"/>
                </a:lnTo>
                <a:lnTo>
                  <a:pt x="7594" y="30323"/>
                </a:lnTo>
                <a:lnTo>
                  <a:pt x="7682" y="30091"/>
                </a:lnTo>
                <a:lnTo>
                  <a:pt x="7821" y="29807"/>
                </a:lnTo>
                <a:lnTo>
                  <a:pt x="7909" y="29575"/>
                </a:lnTo>
                <a:lnTo>
                  <a:pt x="8009" y="29330"/>
                </a:lnTo>
                <a:lnTo>
                  <a:pt x="8097" y="29097"/>
                </a:lnTo>
                <a:lnTo>
                  <a:pt x="8185" y="28814"/>
                </a:lnTo>
                <a:lnTo>
                  <a:pt x="8324" y="28582"/>
                </a:lnTo>
                <a:lnTo>
                  <a:pt x="8412" y="28349"/>
                </a:lnTo>
                <a:lnTo>
                  <a:pt x="8512" y="28117"/>
                </a:lnTo>
                <a:lnTo>
                  <a:pt x="8600" y="27833"/>
                </a:lnTo>
                <a:lnTo>
                  <a:pt x="8688" y="27601"/>
                </a:lnTo>
                <a:lnTo>
                  <a:pt x="8827" y="27356"/>
                </a:lnTo>
                <a:lnTo>
                  <a:pt x="8915" y="27124"/>
                </a:lnTo>
                <a:lnTo>
                  <a:pt x="9015" y="26840"/>
                </a:lnTo>
                <a:lnTo>
                  <a:pt x="9103" y="26608"/>
                </a:lnTo>
                <a:lnTo>
                  <a:pt x="9191" y="26376"/>
                </a:lnTo>
                <a:lnTo>
                  <a:pt x="9330" y="26144"/>
                </a:lnTo>
                <a:lnTo>
                  <a:pt x="9418" y="25860"/>
                </a:lnTo>
                <a:lnTo>
                  <a:pt x="9518" y="25615"/>
                </a:lnTo>
                <a:lnTo>
                  <a:pt x="9606" y="25383"/>
                </a:lnTo>
                <a:lnTo>
                  <a:pt x="9694" y="25151"/>
                </a:lnTo>
                <a:lnTo>
                  <a:pt x="9833" y="24867"/>
                </a:lnTo>
                <a:lnTo>
                  <a:pt x="9921" y="24635"/>
                </a:lnTo>
                <a:lnTo>
                  <a:pt x="10021" y="24403"/>
                </a:lnTo>
                <a:lnTo>
                  <a:pt x="10109" y="24158"/>
                </a:lnTo>
                <a:lnTo>
                  <a:pt x="10197" y="23887"/>
                </a:lnTo>
                <a:lnTo>
                  <a:pt x="10335" y="23642"/>
                </a:lnTo>
                <a:lnTo>
                  <a:pt x="10436" y="23409"/>
                </a:lnTo>
                <a:lnTo>
                  <a:pt x="10524" y="23177"/>
                </a:lnTo>
                <a:lnTo>
                  <a:pt x="10612" y="22894"/>
                </a:lnTo>
                <a:lnTo>
                  <a:pt x="10700" y="22661"/>
                </a:lnTo>
                <a:lnTo>
                  <a:pt x="10838" y="22429"/>
                </a:lnTo>
                <a:lnTo>
                  <a:pt x="10939" y="22184"/>
                </a:lnTo>
                <a:lnTo>
                  <a:pt x="11027" y="21913"/>
                </a:lnTo>
                <a:lnTo>
                  <a:pt x="11115" y="21668"/>
                </a:lnTo>
                <a:lnTo>
                  <a:pt x="11203" y="21436"/>
                </a:lnTo>
                <a:lnTo>
                  <a:pt x="11341" y="21204"/>
                </a:lnTo>
                <a:lnTo>
                  <a:pt x="11442" y="20920"/>
                </a:lnTo>
                <a:lnTo>
                  <a:pt x="11530" y="20688"/>
                </a:lnTo>
                <a:lnTo>
                  <a:pt x="11618" y="20456"/>
                </a:lnTo>
                <a:lnTo>
                  <a:pt x="11706" y="20211"/>
                </a:lnTo>
                <a:lnTo>
                  <a:pt x="11844" y="19927"/>
                </a:lnTo>
                <a:lnTo>
                  <a:pt x="11945" y="19695"/>
                </a:lnTo>
                <a:lnTo>
                  <a:pt x="12033" y="19463"/>
                </a:lnTo>
                <a:lnTo>
                  <a:pt x="12121" y="19230"/>
                </a:lnTo>
                <a:lnTo>
                  <a:pt x="12209" y="18947"/>
                </a:lnTo>
                <a:lnTo>
                  <a:pt x="12347" y="18715"/>
                </a:lnTo>
                <a:lnTo>
                  <a:pt x="12448" y="18482"/>
                </a:lnTo>
                <a:lnTo>
                  <a:pt x="12536" y="18237"/>
                </a:lnTo>
                <a:lnTo>
                  <a:pt x="12624" y="17954"/>
                </a:lnTo>
                <a:lnTo>
                  <a:pt x="12712" y="17721"/>
                </a:lnTo>
                <a:lnTo>
                  <a:pt x="12850" y="17489"/>
                </a:lnTo>
                <a:lnTo>
                  <a:pt x="12951" y="17257"/>
                </a:lnTo>
                <a:lnTo>
                  <a:pt x="13039" y="16973"/>
                </a:lnTo>
                <a:lnTo>
                  <a:pt x="13127" y="16741"/>
                </a:lnTo>
                <a:lnTo>
                  <a:pt x="13228" y="16496"/>
                </a:lnTo>
                <a:lnTo>
                  <a:pt x="13353" y="16264"/>
                </a:lnTo>
                <a:lnTo>
                  <a:pt x="13454" y="15980"/>
                </a:lnTo>
                <a:lnTo>
                  <a:pt x="13542" y="15748"/>
                </a:lnTo>
                <a:lnTo>
                  <a:pt x="13630" y="15516"/>
                </a:lnTo>
                <a:lnTo>
                  <a:pt x="13731" y="15284"/>
                </a:lnTo>
                <a:lnTo>
                  <a:pt x="13856" y="15000"/>
                </a:lnTo>
                <a:lnTo>
                  <a:pt x="13957" y="14768"/>
                </a:lnTo>
                <a:lnTo>
                  <a:pt x="14045" y="14523"/>
                </a:lnTo>
                <a:lnTo>
                  <a:pt x="14133" y="14291"/>
                </a:lnTo>
                <a:lnTo>
                  <a:pt x="14233" y="14058"/>
                </a:lnTo>
                <a:lnTo>
                  <a:pt x="14372" y="13775"/>
                </a:lnTo>
                <a:lnTo>
                  <a:pt x="14460" y="13542"/>
                </a:lnTo>
                <a:lnTo>
                  <a:pt x="14548" y="13310"/>
                </a:lnTo>
                <a:lnTo>
                  <a:pt x="14636" y="13065"/>
                </a:lnTo>
                <a:lnTo>
                  <a:pt x="14736" y="12794"/>
                </a:lnTo>
                <a:lnTo>
                  <a:pt x="14875" y="12549"/>
                </a:lnTo>
                <a:lnTo>
                  <a:pt x="14963" y="12317"/>
                </a:lnTo>
                <a:lnTo>
                  <a:pt x="15051" y="12085"/>
                </a:lnTo>
                <a:lnTo>
                  <a:pt x="15139" y="11801"/>
                </a:lnTo>
                <a:lnTo>
                  <a:pt x="15239" y="11569"/>
                </a:lnTo>
                <a:lnTo>
                  <a:pt x="15378" y="11337"/>
                </a:lnTo>
                <a:lnTo>
                  <a:pt x="15466" y="11092"/>
                </a:lnTo>
                <a:lnTo>
                  <a:pt x="15554" y="10808"/>
                </a:lnTo>
                <a:lnTo>
                  <a:pt x="15642" y="10576"/>
                </a:lnTo>
                <a:lnTo>
                  <a:pt x="15742" y="10344"/>
                </a:lnTo>
                <a:lnTo>
                  <a:pt x="15881" y="10112"/>
                </a:lnTo>
                <a:lnTo>
                  <a:pt x="15969" y="9879"/>
                </a:lnTo>
                <a:lnTo>
                  <a:pt x="16057" y="9596"/>
                </a:lnTo>
                <a:lnTo>
                  <a:pt x="16145" y="9351"/>
                </a:lnTo>
                <a:lnTo>
                  <a:pt x="16245" y="9118"/>
                </a:lnTo>
                <a:lnTo>
                  <a:pt x="16384" y="8886"/>
                </a:lnTo>
                <a:lnTo>
                  <a:pt x="16472" y="8602"/>
                </a:lnTo>
                <a:lnTo>
                  <a:pt x="16560" y="8370"/>
                </a:lnTo>
                <a:lnTo>
                  <a:pt x="16660" y="8138"/>
                </a:lnTo>
                <a:lnTo>
                  <a:pt x="16748" y="7906"/>
                </a:lnTo>
                <a:lnTo>
                  <a:pt x="16887" y="7622"/>
                </a:lnTo>
                <a:lnTo>
                  <a:pt x="16975" y="7377"/>
                </a:lnTo>
                <a:lnTo>
                  <a:pt x="17063" y="7145"/>
                </a:lnTo>
                <a:lnTo>
                  <a:pt x="17163" y="6913"/>
                </a:lnTo>
                <a:lnTo>
                  <a:pt x="17251" y="6629"/>
                </a:lnTo>
                <a:lnTo>
                  <a:pt x="17390" y="6397"/>
                </a:lnTo>
                <a:lnTo>
                  <a:pt x="17478" y="6165"/>
                </a:lnTo>
                <a:lnTo>
                  <a:pt x="17566" y="5920"/>
                </a:lnTo>
                <a:lnTo>
                  <a:pt x="17666" y="5688"/>
                </a:lnTo>
                <a:lnTo>
                  <a:pt x="17754" y="5404"/>
                </a:lnTo>
                <a:lnTo>
                  <a:pt x="17893" y="5172"/>
                </a:lnTo>
                <a:lnTo>
                  <a:pt x="17981" y="4939"/>
                </a:lnTo>
                <a:lnTo>
                  <a:pt x="18069" y="4707"/>
                </a:lnTo>
                <a:lnTo>
                  <a:pt x="18169" y="4424"/>
                </a:lnTo>
                <a:lnTo>
                  <a:pt x="18257" y="4191"/>
                </a:lnTo>
                <a:lnTo>
                  <a:pt x="18396" y="3946"/>
                </a:lnTo>
                <a:lnTo>
                  <a:pt x="18484" y="3714"/>
                </a:lnTo>
                <a:lnTo>
                  <a:pt x="18572" y="3482"/>
                </a:lnTo>
                <a:lnTo>
                  <a:pt x="18672" y="3198"/>
                </a:lnTo>
                <a:lnTo>
                  <a:pt x="18760" y="2966"/>
                </a:lnTo>
                <a:lnTo>
                  <a:pt x="18899" y="2734"/>
                </a:lnTo>
                <a:lnTo>
                  <a:pt x="18987" y="2489"/>
                </a:lnTo>
                <a:lnTo>
                  <a:pt x="19075" y="2218"/>
                </a:lnTo>
                <a:lnTo>
                  <a:pt x="19175" y="1973"/>
                </a:lnTo>
                <a:lnTo>
                  <a:pt x="19263" y="1741"/>
                </a:lnTo>
                <a:lnTo>
                  <a:pt x="19401" y="1509"/>
                </a:lnTo>
                <a:lnTo>
                  <a:pt x="19490" y="1225"/>
                </a:lnTo>
                <a:lnTo>
                  <a:pt x="19578" y="993"/>
                </a:lnTo>
                <a:lnTo>
                  <a:pt x="19678" y="760"/>
                </a:lnTo>
                <a:lnTo>
                  <a:pt x="19766" y="515"/>
                </a:lnTo>
                <a:lnTo>
                  <a:pt x="19904" y="283"/>
                </a:lnTo>
                <a:lnTo>
                  <a:pt x="1999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868883" y="5297106"/>
            <a:ext cx="20043" cy="48367"/>
          </a:xfrm>
          <a:custGeom>
            <a:avLst/>
            <a:gdLst/>
            <a:ahLst/>
            <a:cxnLst/>
            <a:rect l="l" t="t" r="r" b="b"/>
            <a:pathLst>
              <a:path w="20043" h="48367">
                <a:moveTo>
                  <a:pt x="0" y="48367"/>
                </a:moveTo>
                <a:lnTo>
                  <a:pt x="88" y="48135"/>
                </a:lnTo>
                <a:lnTo>
                  <a:pt x="188" y="47903"/>
                </a:lnTo>
                <a:lnTo>
                  <a:pt x="276" y="47671"/>
                </a:lnTo>
                <a:lnTo>
                  <a:pt x="414" y="47387"/>
                </a:lnTo>
                <a:lnTo>
                  <a:pt x="502" y="47142"/>
                </a:lnTo>
                <a:lnTo>
                  <a:pt x="603" y="46910"/>
                </a:lnTo>
                <a:lnTo>
                  <a:pt x="691" y="46677"/>
                </a:lnTo>
                <a:lnTo>
                  <a:pt x="779" y="46445"/>
                </a:lnTo>
                <a:lnTo>
                  <a:pt x="917" y="46162"/>
                </a:lnTo>
                <a:lnTo>
                  <a:pt x="1005" y="45929"/>
                </a:lnTo>
                <a:lnTo>
                  <a:pt x="1106" y="45697"/>
                </a:lnTo>
                <a:lnTo>
                  <a:pt x="1194" y="45452"/>
                </a:lnTo>
                <a:lnTo>
                  <a:pt x="1282" y="45220"/>
                </a:lnTo>
                <a:lnTo>
                  <a:pt x="1420" y="44936"/>
                </a:lnTo>
                <a:lnTo>
                  <a:pt x="1508" y="44704"/>
                </a:lnTo>
                <a:lnTo>
                  <a:pt x="1609" y="44472"/>
                </a:lnTo>
                <a:lnTo>
                  <a:pt x="1697" y="44240"/>
                </a:lnTo>
                <a:lnTo>
                  <a:pt x="1785" y="43956"/>
                </a:lnTo>
                <a:lnTo>
                  <a:pt x="1923" y="43711"/>
                </a:lnTo>
                <a:lnTo>
                  <a:pt x="2011" y="43479"/>
                </a:lnTo>
                <a:lnTo>
                  <a:pt x="2112" y="43247"/>
                </a:lnTo>
                <a:lnTo>
                  <a:pt x="2200" y="43014"/>
                </a:lnTo>
                <a:lnTo>
                  <a:pt x="2288" y="42731"/>
                </a:lnTo>
                <a:lnTo>
                  <a:pt x="2426" y="42499"/>
                </a:lnTo>
                <a:lnTo>
                  <a:pt x="2514" y="42253"/>
                </a:lnTo>
                <a:lnTo>
                  <a:pt x="2615" y="42021"/>
                </a:lnTo>
                <a:lnTo>
                  <a:pt x="2703" y="41789"/>
                </a:lnTo>
                <a:lnTo>
                  <a:pt x="2791" y="41505"/>
                </a:lnTo>
                <a:lnTo>
                  <a:pt x="2929" y="41273"/>
                </a:lnTo>
                <a:lnTo>
                  <a:pt x="3017" y="41041"/>
                </a:lnTo>
                <a:lnTo>
                  <a:pt x="3118" y="40796"/>
                </a:lnTo>
                <a:lnTo>
                  <a:pt x="3206" y="40525"/>
                </a:lnTo>
                <a:lnTo>
                  <a:pt x="3294" y="40280"/>
                </a:lnTo>
                <a:lnTo>
                  <a:pt x="3432" y="40048"/>
                </a:lnTo>
                <a:lnTo>
                  <a:pt x="3520" y="39816"/>
                </a:lnTo>
                <a:lnTo>
                  <a:pt x="3621" y="39584"/>
                </a:lnTo>
                <a:lnTo>
                  <a:pt x="3709" y="39300"/>
                </a:lnTo>
                <a:lnTo>
                  <a:pt x="3797" y="39068"/>
                </a:lnTo>
                <a:lnTo>
                  <a:pt x="3935" y="38823"/>
                </a:lnTo>
                <a:lnTo>
                  <a:pt x="4023" y="38590"/>
                </a:lnTo>
                <a:lnTo>
                  <a:pt x="4124" y="38358"/>
                </a:lnTo>
                <a:lnTo>
                  <a:pt x="4212" y="38074"/>
                </a:lnTo>
                <a:lnTo>
                  <a:pt x="4300" y="37842"/>
                </a:lnTo>
                <a:lnTo>
                  <a:pt x="4438" y="37610"/>
                </a:lnTo>
                <a:lnTo>
                  <a:pt x="4539" y="37365"/>
                </a:lnTo>
                <a:lnTo>
                  <a:pt x="4627" y="37133"/>
                </a:lnTo>
                <a:lnTo>
                  <a:pt x="4715" y="36849"/>
                </a:lnTo>
                <a:lnTo>
                  <a:pt x="4803" y="36617"/>
                </a:lnTo>
                <a:lnTo>
                  <a:pt x="4941" y="36385"/>
                </a:lnTo>
                <a:lnTo>
                  <a:pt x="5042" y="36153"/>
                </a:lnTo>
                <a:lnTo>
                  <a:pt x="5130" y="35908"/>
                </a:lnTo>
                <a:lnTo>
                  <a:pt x="5218" y="35637"/>
                </a:lnTo>
                <a:lnTo>
                  <a:pt x="5306" y="35392"/>
                </a:lnTo>
                <a:lnTo>
                  <a:pt x="5444" y="35160"/>
                </a:lnTo>
                <a:lnTo>
                  <a:pt x="5545" y="34927"/>
                </a:lnTo>
                <a:lnTo>
                  <a:pt x="5633" y="34695"/>
                </a:lnTo>
                <a:lnTo>
                  <a:pt x="5721" y="34411"/>
                </a:lnTo>
                <a:lnTo>
                  <a:pt x="5809" y="34179"/>
                </a:lnTo>
                <a:lnTo>
                  <a:pt x="5947" y="33934"/>
                </a:lnTo>
                <a:lnTo>
                  <a:pt x="6048" y="33702"/>
                </a:lnTo>
                <a:lnTo>
                  <a:pt x="6136" y="33470"/>
                </a:lnTo>
                <a:lnTo>
                  <a:pt x="6224" y="33186"/>
                </a:lnTo>
                <a:lnTo>
                  <a:pt x="6312" y="32954"/>
                </a:lnTo>
                <a:lnTo>
                  <a:pt x="6450" y="32722"/>
                </a:lnTo>
                <a:lnTo>
                  <a:pt x="6551" y="32477"/>
                </a:lnTo>
                <a:lnTo>
                  <a:pt x="6639" y="32245"/>
                </a:lnTo>
                <a:lnTo>
                  <a:pt x="6727" y="31961"/>
                </a:lnTo>
                <a:lnTo>
                  <a:pt x="6827" y="31729"/>
                </a:lnTo>
                <a:lnTo>
                  <a:pt x="6953" y="31496"/>
                </a:lnTo>
                <a:lnTo>
                  <a:pt x="7054" y="31264"/>
                </a:lnTo>
                <a:lnTo>
                  <a:pt x="7142" y="31019"/>
                </a:lnTo>
                <a:lnTo>
                  <a:pt x="7230" y="30748"/>
                </a:lnTo>
                <a:lnTo>
                  <a:pt x="7330" y="30503"/>
                </a:lnTo>
                <a:lnTo>
                  <a:pt x="7456" y="30271"/>
                </a:lnTo>
                <a:lnTo>
                  <a:pt x="7557" y="30039"/>
                </a:lnTo>
                <a:lnTo>
                  <a:pt x="7645" y="29807"/>
                </a:lnTo>
                <a:lnTo>
                  <a:pt x="7733" y="29523"/>
                </a:lnTo>
                <a:lnTo>
                  <a:pt x="7833" y="29291"/>
                </a:lnTo>
                <a:lnTo>
                  <a:pt x="7972" y="29046"/>
                </a:lnTo>
                <a:lnTo>
                  <a:pt x="8060" y="28814"/>
                </a:lnTo>
                <a:lnTo>
                  <a:pt x="8148" y="28582"/>
                </a:lnTo>
                <a:lnTo>
                  <a:pt x="8236" y="28349"/>
                </a:lnTo>
                <a:lnTo>
                  <a:pt x="8336" y="28066"/>
                </a:lnTo>
                <a:lnTo>
                  <a:pt x="8475" y="27833"/>
                </a:lnTo>
                <a:lnTo>
                  <a:pt x="8563" y="27588"/>
                </a:lnTo>
                <a:lnTo>
                  <a:pt x="8651" y="27356"/>
                </a:lnTo>
                <a:lnTo>
                  <a:pt x="8739" y="27124"/>
                </a:lnTo>
                <a:lnTo>
                  <a:pt x="8839" y="26840"/>
                </a:lnTo>
                <a:lnTo>
                  <a:pt x="8977" y="26608"/>
                </a:lnTo>
                <a:lnTo>
                  <a:pt x="9065" y="26376"/>
                </a:lnTo>
                <a:lnTo>
                  <a:pt x="9154" y="26131"/>
                </a:lnTo>
                <a:lnTo>
                  <a:pt x="9242" y="25899"/>
                </a:lnTo>
                <a:lnTo>
                  <a:pt x="9342" y="25667"/>
                </a:lnTo>
                <a:lnTo>
                  <a:pt x="9480" y="25383"/>
                </a:lnTo>
                <a:lnTo>
                  <a:pt x="9568" y="25151"/>
                </a:lnTo>
                <a:lnTo>
                  <a:pt x="9656" y="24918"/>
                </a:lnTo>
                <a:lnTo>
                  <a:pt x="9745" y="24673"/>
                </a:lnTo>
                <a:lnTo>
                  <a:pt x="9845" y="24441"/>
                </a:lnTo>
                <a:lnTo>
                  <a:pt x="9983" y="24158"/>
                </a:lnTo>
                <a:lnTo>
                  <a:pt x="10071" y="23925"/>
                </a:lnTo>
                <a:lnTo>
                  <a:pt x="10159" y="23693"/>
                </a:lnTo>
                <a:lnTo>
                  <a:pt x="10247" y="23461"/>
                </a:lnTo>
                <a:lnTo>
                  <a:pt x="10348" y="23216"/>
                </a:lnTo>
                <a:lnTo>
                  <a:pt x="10486" y="22984"/>
                </a:lnTo>
                <a:lnTo>
                  <a:pt x="10574" y="22700"/>
                </a:lnTo>
                <a:lnTo>
                  <a:pt x="10662" y="22468"/>
                </a:lnTo>
                <a:lnTo>
                  <a:pt x="10763" y="22236"/>
                </a:lnTo>
                <a:lnTo>
                  <a:pt x="10851" y="22004"/>
                </a:lnTo>
                <a:lnTo>
                  <a:pt x="10989" y="21758"/>
                </a:lnTo>
                <a:lnTo>
                  <a:pt x="11077" y="21526"/>
                </a:lnTo>
                <a:lnTo>
                  <a:pt x="11165" y="21243"/>
                </a:lnTo>
                <a:lnTo>
                  <a:pt x="11266" y="21010"/>
                </a:lnTo>
                <a:lnTo>
                  <a:pt x="11354" y="20778"/>
                </a:lnTo>
                <a:lnTo>
                  <a:pt x="11492" y="20546"/>
                </a:lnTo>
                <a:lnTo>
                  <a:pt x="11580" y="20314"/>
                </a:lnTo>
                <a:lnTo>
                  <a:pt x="11668" y="20069"/>
                </a:lnTo>
                <a:lnTo>
                  <a:pt x="11769" y="19785"/>
                </a:lnTo>
                <a:lnTo>
                  <a:pt x="11857" y="19553"/>
                </a:lnTo>
                <a:lnTo>
                  <a:pt x="11995" y="19321"/>
                </a:lnTo>
                <a:lnTo>
                  <a:pt x="12083" y="19089"/>
                </a:lnTo>
                <a:lnTo>
                  <a:pt x="12171" y="18856"/>
                </a:lnTo>
                <a:lnTo>
                  <a:pt x="12272" y="18611"/>
                </a:lnTo>
                <a:lnTo>
                  <a:pt x="12360" y="18328"/>
                </a:lnTo>
                <a:lnTo>
                  <a:pt x="12498" y="18095"/>
                </a:lnTo>
                <a:lnTo>
                  <a:pt x="12586" y="17863"/>
                </a:lnTo>
                <a:lnTo>
                  <a:pt x="12674" y="17631"/>
                </a:lnTo>
                <a:lnTo>
                  <a:pt x="12775" y="17399"/>
                </a:lnTo>
                <a:lnTo>
                  <a:pt x="12863" y="17154"/>
                </a:lnTo>
                <a:lnTo>
                  <a:pt x="13001" y="16870"/>
                </a:lnTo>
                <a:lnTo>
                  <a:pt x="13089" y="16638"/>
                </a:lnTo>
                <a:lnTo>
                  <a:pt x="13177" y="16406"/>
                </a:lnTo>
                <a:lnTo>
                  <a:pt x="13278" y="16174"/>
                </a:lnTo>
                <a:lnTo>
                  <a:pt x="13366" y="15941"/>
                </a:lnTo>
                <a:lnTo>
                  <a:pt x="13504" y="15696"/>
                </a:lnTo>
                <a:lnTo>
                  <a:pt x="13592" y="15413"/>
                </a:lnTo>
                <a:lnTo>
                  <a:pt x="13680" y="15180"/>
                </a:lnTo>
                <a:lnTo>
                  <a:pt x="13781" y="14948"/>
                </a:lnTo>
                <a:lnTo>
                  <a:pt x="13869" y="14716"/>
                </a:lnTo>
                <a:lnTo>
                  <a:pt x="14007" y="14484"/>
                </a:lnTo>
                <a:lnTo>
                  <a:pt x="14095" y="14239"/>
                </a:lnTo>
                <a:lnTo>
                  <a:pt x="14196" y="14007"/>
                </a:lnTo>
                <a:lnTo>
                  <a:pt x="14284" y="13723"/>
                </a:lnTo>
                <a:lnTo>
                  <a:pt x="14372" y="13491"/>
                </a:lnTo>
                <a:lnTo>
                  <a:pt x="14510" y="13259"/>
                </a:lnTo>
                <a:lnTo>
                  <a:pt x="14598" y="13027"/>
                </a:lnTo>
                <a:lnTo>
                  <a:pt x="14699" y="12781"/>
                </a:lnTo>
                <a:lnTo>
                  <a:pt x="14787" y="12549"/>
                </a:lnTo>
                <a:lnTo>
                  <a:pt x="14875" y="12317"/>
                </a:lnTo>
                <a:lnTo>
                  <a:pt x="15013" y="12033"/>
                </a:lnTo>
                <a:lnTo>
                  <a:pt x="15101" y="11801"/>
                </a:lnTo>
                <a:lnTo>
                  <a:pt x="15202" y="11569"/>
                </a:lnTo>
                <a:lnTo>
                  <a:pt x="15290" y="11324"/>
                </a:lnTo>
                <a:lnTo>
                  <a:pt x="15378" y="11092"/>
                </a:lnTo>
                <a:lnTo>
                  <a:pt x="15516" y="10860"/>
                </a:lnTo>
                <a:lnTo>
                  <a:pt x="15604" y="10627"/>
                </a:lnTo>
                <a:lnTo>
                  <a:pt x="15705" y="10344"/>
                </a:lnTo>
                <a:lnTo>
                  <a:pt x="15793" y="10112"/>
                </a:lnTo>
                <a:lnTo>
                  <a:pt x="15881" y="9866"/>
                </a:lnTo>
                <a:lnTo>
                  <a:pt x="16019" y="9634"/>
                </a:lnTo>
                <a:lnTo>
                  <a:pt x="16107" y="9402"/>
                </a:lnTo>
                <a:lnTo>
                  <a:pt x="16208" y="9170"/>
                </a:lnTo>
                <a:lnTo>
                  <a:pt x="16296" y="8938"/>
                </a:lnTo>
                <a:lnTo>
                  <a:pt x="16384" y="8654"/>
                </a:lnTo>
                <a:lnTo>
                  <a:pt x="16522" y="8409"/>
                </a:lnTo>
                <a:lnTo>
                  <a:pt x="16610" y="8177"/>
                </a:lnTo>
                <a:lnTo>
                  <a:pt x="16711" y="7945"/>
                </a:lnTo>
                <a:lnTo>
                  <a:pt x="16799" y="7713"/>
                </a:lnTo>
                <a:lnTo>
                  <a:pt x="16887" y="7480"/>
                </a:lnTo>
                <a:lnTo>
                  <a:pt x="17025" y="7235"/>
                </a:lnTo>
                <a:lnTo>
                  <a:pt x="17113" y="6952"/>
                </a:lnTo>
                <a:lnTo>
                  <a:pt x="17214" y="6719"/>
                </a:lnTo>
                <a:lnTo>
                  <a:pt x="17302" y="6487"/>
                </a:lnTo>
                <a:lnTo>
                  <a:pt x="17390" y="6255"/>
                </a:lnTo>
                <a:lnTo>
                  <a:pt x="17528" y="6023"/>
                </a:lnTo>
                <a:lnTo>
                  <a:pt x="17616" y="5778"/>
                </a:lnTo>
                <a:lnTo>
                  <a:pt x="17717" y="5546"/>
                </a:lnTo>
                <a:lnTo>
                  <a:pt x="17805" y="5313"/>
                </a:lnTo>
                <a:lnTo>
                  <a:pt x="17893" y="5030"/>
                </a:lnTo>
                <a:lnTo>
                  <a:pt x="18031" y="4798"/>
                </a:lnTo>
                <a:lnTo>
                  <a:pt x="18131" y="4565"/>
                </a:lnTo>
                <a:lnTo>
                  <a:pt x="18220" y="4320"/>
                </a:lnTo>
                <a:lnTo>
                  <a:pt x="18308" y="4088"/>
                </a:lnTo>
                <a:lnTo>
                  <a:pt x="18396" y="3856"/>
                </a:lnTo>
                <a:lnTo>
                  <a:pt x="18534" y="3624"/>
                </a:lnTo>
                <a:lnTo>
                  <a:pt x="18634" y="3392"/>
                </a:lnTo>
                <a:lnTo>
                  <a:pt x="18722" y="3108"/>
                </a:lnTo>
                <a:lnTo>
                  <a:pt x="18811" y="2863"/>
                </a:lnTo>
                <a:lnTo>
                  <a:pt x="18899" y="2631"/>
                </a:lnTo>
                <a:lnTo>
                  <a:pt x="19037" y="2399"/>
                </a:lnTo>
                <a:lnTo>
                  <a:pt x="19137" y="2166"/>
                </a:lnTo>
                <a:lnTo>
                  <a:pt x="19225" y="1934"/>
                </a:lnTo>
                <a:lnTo>
                  <a:pt x="19313" y="1689"/>
                </a:lnTo>
                <a:lnTo>
                  <a:pt x="19401" y="1457"/>
                </a:lnTo>
                <a:lnTo>
                  <a:pt x="19540" y="1225"/>
                </a:lnTo>
                <a:lnTo>
                  <a:pt x="19640" y="941"/>
                </a:lnTo>
                <a:lnTo>
                  <a:pt x="19728" y="709"/>
                </a:lnTo>
                <a:lnTo>
                  <a:pt x="19816" y="477"/>
                </a:lnTo>
                <a:lnTo>
                  <a:pt x="19904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4888926" y="5250145"/>
            <a:ext cx="20005" cy="46961"/>
          </a:xfrm>
          <a:custGeom>
            <a:avLst/>
            <a:gdLst/>
            <a:ahLst/>
            <a:cxnLst/>
            <a:rect l="l" t="t" r="r" b="b"/>
            <a:pathLst>
              <a:path w="20005" h="46961">
                <a:moveTo>
                  <a:pt x="0" y="46961"/>
                </a:moveTo>
                <a:lnTo>
                  <a:pt x="100" y="46729"/>
                </a:lnTo>
                <a:lnTo>
                  <a:pt x="188" y="46497"/>
                </a:lnTo>
                <a:lnTo>
                  <a:pt x="276" y="46252"/>
                </a:lnTo>
                <a:lnTo>
                  <a:pt x="377" y="46020"/>
                </a:lnTo>
                <a:lnTo>
                  <a:pt x="502" y="45736"/>
                </a:lnTo>
                <a:lnTo>
                  <a:pt x="603" y="45504"/>
                </a:lnTo>
                <a:lnTo>
                  <a:pt x="691" y="45272"/>
                </a:lnTo>
                <a:lnTo>
                  <a:pt x="779" y="45039"/>
                </a:lnTo>
                <a:lnTo>
                  <a:pt x="880" y="44794"/>
                </a:lnTo>
                <a:lnTo>
                  <a:pt x="1005" y="44562"/>
                </a:lnTo>
                <a:lnTo>
                  <a:pt x="1106" y="44330"/>
                </a:lnTo>
                <a:lnTo>
                  <a:pt x="1194" y="44098"/>
                </a:lnTo>
                <a:lnTo>
                  <a:pt x="1282" y="43866"/>
                </a:lnTo>
                <a:lnTo>
                  <a:pt x="1383" y="43621"/>
                </a:lnTo>
                <a:lnTo>
                  <a:pt x="1508" y="43337"/>
                </a:lnTo>
                <a:lnTo>
                  <a:pt x="1609" y="43105"/>
                </a:lnTo>
                <a:lnTo>
                  <a:pt x="1697" y="42873"/>
                </a:lnTo>
                <a:lnTo>
                  <a:pt x="1785" y="42640"/>
                </a:lnTo>
                <a:lnTo>
                  <a:pt x="1886" y="42408"/>
                </a:lnTo>
                <a:lnTo>
                  <a:pt x="2024" y="42163"/>
                </a:lnTo>
                <a:lnTo>
                  <a:pt x="2112" y="41931"/>
                </a:lnTo>
                <a:lnTo>
                  <a:pt x="2200" y="41699"/>
                </a:lnTo>
                <a:lnTo>
                  <a:pt x="2288" y="41467"/>
                </a:lnTo>
                <a:lnTo>
                  <a:pt x="2389" y="41222"/>
                </a:lnTo>
                <a:lnTo>
                  <a:pt x="2527" y="40951"/>
                </a:lnTo>
                <a:lnTo>
                  <a:pt x="2615" y="40706"/>
                </a:lnTo>
                <a:lnTo>
                  <a:pt x="2703" y="40474"/>
                </a:lnTo>
                <a:lnTo>
                  <a:pt x="2791" y="40241"/>
                </a:lnTo>
                <a:lnTo>
                  <a:pt x="2892" y="40009"/>
                </a:lnTo>
                <a:lnTo>
                  <a:pt x="3030" y="39777"/>
                </a:lnTo>
                <a:lnTo>
                  <a:pt x="3118" y="39532"/>
                </a:lnTo>
                <a:lnTo>
                  <a:pt x="3206" y="39300"/>
                </a:lnTo>
                <a:lnTo>
                  <a:pt x="3294" y="39068"/>
                </a:lnTo>
                <a:lnTo>
                  <a:pt x="3395" y="38835"/>
                </a:lnTo>
                <a:lnTo>
                  <a:pt x="3533" y="38590"/>
                </a:lnTo>
                <a:lnTo>
                  <a:pt x="3621" y="38358"/>
                </a:lnTo>
                <a:lnTo>
                  <a:pt x="3709" y="38074"/>
                </a:lnTo>
                <a:lnTo>
                  <a:pt x="3797" y="37842"/>
                </a:lnTo>
                <a:lnTo>
                  <a:pt x="3898" y="37610"/>
                </a:lnTo>
                <a:lnTo>
                  <a:pt x="4036" y="37378"/>
                </a:lnTo>
                <a:lnTo>
                  <a:pt x="4124" y="37133"/>
                </a:lnTo>
                <a:lnTo>
                  <a:pt x="4212" y="36901"/>
                </a:lnTo>
                <a:lnTo>
                  <a:pt x="4312" y="36669"/>
                </a:lnTo>
                <a:lnTo>
                  <a:pt x="4400" y="36436"/>
                </a:lnTo>
                <a:lnTo>
                  <a:pt x="4539" y="36204"/>
                </a:lnTo>
                <a:lnTo>
                  <a:pt x="4627" y="35959"/>
                </a:lnTo>
                <a:lnTo>
                  <a:pt x="4715" y="35727"/>
                </a:lnTo>
                <a:lnTo>
                  <a:pt x="4815" y="35495"/>
                </a:lnTo>
                <a:lnTo>
                  <a:pt x="4903" y="35263"/>
                </a:lnTo>
                <a:lnTo>
                  <a:pt x="5042" y="34979"/>
                </a:lnTo>
                <a:lnTo>
                  <a:pt x="5130" y="34747"/>
                </a:lnTo>
                <a:lnTo>
                  <a:pt x="5218" y="34502"/>
                </a:lnTo>
                <a:lnTo>
                  <a:pt x="5318" y="34270"/>
                </a:lnTo>
                <a:lnTo>
                  <a:pt x="5406" y="34037"/>
                </a:lnTo>
                <a:lnTo>
                  <a:pt x="5545" y="33805"/>
                </a:lnTo>
                <a:lnTo>
                  <a:pt x="5633" y="33560"/>
                </a:lnTo>
                <a:lnTo>
                  <a:pt x="5721" y="33328"/>
                </a:lnTo>
                <a:lnTo>
                  <a:pt x="5821" y="33096"/>
                </a:lnTo>
                <a:lnTo>
                  <a:pt x="5909" y="32864"/>
                </a:lnTo>
                <a:lnTo>
                  <a:pt x="6048" y="32632"/>
                </a:lnTo>
                <a:lnTo>
                  <a:pt x="6136" y="32386"/>
                </a:lnTo>
                <a:lnTo>
                  <a:pt x="6224" y="32154"/>
                </a:lnTo>
                <a:lnTo>
                  <a:pt x="6324" y="31922"/>
                </a:lnTo>
                <a:lnTo>
                  <a:pt x="6412" y="31690"/>
                </a:lnTo>
                <a:lnTo>
                  <a:pt x="6551" y="31445"/>
                </a:lnTo>
                <a:lnTo>
                  <a:pt x="6639" y="31174"/>
                </a:lnTo>
                <a:lnTo>
                  <a:pt x="6727" y="30929"/>
                </a:lnTo>
                <a:lnTo>
                  <a:pt x="6827" y="30697"/>
                </a:lnTo>
                <a:lnTo>
                  <a:pt x="6915" y="30465"/>
                </a:lnTo>
                <a:lnTo>
                  <a:pt x="7054" y="30232"/>
                </a:lnTo>
                <a:lnTo>
                  <a:pt x="7142" y="29987"/>
                </a:lnTo>
                <a:lnTo>
                  <a:pt x="7230" y="29755"/>
                </a:lnTo>
                <a:lnTo>
                  <a:pt x="7330" y="29523"/>
                </a:lnTo>
                <a:lnTo>
                  <a:pt x="7418" y="29291"/>
                </a:lnTo>
                <a:lnTo>
                  <a:pt x="7557" y="29059"/>
                </a:lnTo>
                <a:lnTo>
                  <a:pt x="7645" y="28814"/>
                </a:lnTo>
                <a:lnTo>
                  <a:pt x="7733" y="28582"/>
                </a:lnTo>
                <a:lnTo>
                  <a:pt x="7833" y="28349"/>
                </a:lnTo>
                <a:lnTo>
                  <a:pt x="7921" y="28117"/>
                </a:lnTo>
                <a:lnTo>
                  <a:pt x="8060" y="27872"/>
                </a:lnTo>
                <a:lnTo>
                  <a:pt x="8148" y="27640"/>
                </a:lnTo>
                <a:lnTo>
                  <a:pt x="8248" y="27408"/>
                </a:lnTo>
                <a:lnTo>
                  <a:pt x="8336" y="27176"/>
                </a:lnTo>
                <a:lnTo>
                  <a:pt x="8424" y="26943"/>
                </a:lnTo>
                <a:lnTo>
                  <a:pt x="8563" y="26698"/>
                </a:lnTo>
                <a:lnTo>
                  <a:pt x="8651" y="26466"/>
                </a:lnTo>
                <a:lnTo>
                  <a:pt x="8751" y="26234"/>
                </a:lnTo>
                <a:lnTo>
                  <a:pt x="8839" y="25950"/>
                </a:lnTo>
                <a:lnTo>
                  <a:pt x="8927" y="25718"/>
                </a:lnTo>
                <a:lnTo>
                  <a:pt x="9065" y="25486"/>
                </a:lnTo>
                <a:lnTo>
                  <a:pt x="9154" y="25241"/>
                </a:lnTo>
                <a:lnTo>
                  <a:pt x="9254" y="25009"/>
                </a:lnTo>
                <a:lnTo>
                  <a:pt x="9342" y="24777"/>
                </a:lnTo>
                <a:lnTo>
                  <a:pt x="9430" y="24544"/>
                </a:lnTo>
                <a:lnTo>
                  <a:pt x="9568" y="24299"/>
                </a:lnTo>
                <a:lnTo>
                  <a:pt x="9656" y="24067"/>
                </a:lnTo>
                <a:lnTo>
                  <a:pt x="9757" y="23835"/>
                </a:lnTo>
                <a:lnTo>
                  <a:pt x="9845" y="23603"/>
                </a:lnTo>
                <a:lnTo>
                  <a:pt x="9933" y="23371"/>
                </a:lnTo>
                <a:lnTo>
                  <a:pt x="10071" y="23126"/>
                </a:lnTo>
                <a:lnTo>
                  <a:pt x="10159" y="22894"/>
                </a:lnTo>
                <a:lnTo>
                  <a:pt x="10260" y="22661"/>
                </a:lnTo>
                <a:lnTo>
                  <a:pt x="10348" y="22429"/>
                </a:lnTo>
                <a:lnTo>
                  <a:pt x="10436" y="22184"/>
                </a:lnTo>
                <a:lnTo>
                  <a:pt x="10574" y="21952"/>
                </a:lnTo>
                <a:lnTo>
                  <a:pt x="10662" y="21720"/>
                </a:lnTo>
                <a:lnTo>
                  <a:pt x="10763" y="21488"/>
                </a:lnTo>
                <a:lnTo>
                  <a:pt x="10851" y="21255"/>
                </a:lnTo>
                <a:lnTo>
                  <a:pt x="10939" y="21010"/>
                </a:lnTo>
                <a:lnTo>
                  <a:pt x="11077" y="20778"/>
                </a:lnTo>
                <a:lnTo>
                  <a:pt x="11165" y="20546"/>
                </a:lnTo>
                <a:lnTo>
                  <a:pt x="11266" y="20314"/>
                </a:lnTo>
                <a:lnTo>
                  <a:pt x="11354" y="20069"/>
                </a:lnTo>
                <a:lnTo>
                  <a:pt x="11442" y="19837"/>
                </a:lnTo>
                <a:lnTo>
                  <a:pt x="11580" y="19605"/>
                </a:lnTo>
                <a:lnTo>
                  <a:pt x="11681" y="19372"/>
                </a:lnTo>
                <a:lnTo>
                  <a:pt x="11769" y="19140"/>
                </a:lnTo>
                <a:lnTo>
                  <a:pt x="11857" y="18895"/>
                </a:lnTo>
                <a:lnTo>
                  <a:pt x="11945" y="18663"/>
                </a:lnTo>
                <a:lnTo>
                  <a:pt x="12083" y="18431"/>
                </a:lnTo>
                <a:lnTo>
                  <a:pt x="12184" y="18199"/>
                </a:lnTo>
                <a:lnTo>
                  <a:pt x="12272" y="17954"/>
                </a:lnTo>
                <a:lnTo>
                  <a:pt x="12360" y="17721"/>
                </a:lnTo>
                <a:lnTo>
                  <a:pt x="12448" y="17489"/>
                </a:lnTo>
                <a:lnTo>
                  <a:pt x="12586" y="17257"/>
                </a:lnTo>
                <a:lnTo>
                  <a:pt x="12687" y="17025"/>
                </a:lnTo>
                <a:lnTo>
                  <a:pt x="12775" y="16780"/>
                </a:lnTo>
                <a:lnTo>
                  <a:pt x="12863" y="16548"/>
                </a:lnTo>
                <a:lnTo>
                  <a:pt x="12951" y="16316"/>
                </a:lnTo>
                <a:lnTo>
                  <a:pt x="13089" y="16083"/>
                </a:lnTo>
                <a:lnTo>
                  <a:pt x="13190" y="15838"/>
                </a:lnTo>
                <a:lnTo>
                  <a:pt x="13278" y="15606"/>
                </a:lnTo>
                <a:lnTo>
                  <a:pt x="13366" y="15374"/>
                </a:lnTo>
                <a:lnTo>
                  <a:pt x="13454" y="15142"/>
                </a:lnTo>
                <a:lnTo>
                  <a:pt x="13592" y="14910"/>
                </a:lnTo>
                <a:lnTo>
                  <a:pt x="13693" y="14665"/>
                </a:lnTo>
                <a:lnTo>
                  <a:pt x="13781" y="14432"/>
                </a:lnTo>
                <a:lnTo>
                  <a:pt x="13869" y="14200"/>
                </a:lnTo>
                <a:lnTo>
                  <a:pt x="13969" y="13968"/>
                </a:lnTo>
                <a:lnTo>
                  <a:pt x="14095" y="13723"/>
                </a:lnTo>
                <a:lnTo>
                  <a:pt x="14196" y="13491"/>
                </a:lnTo>
                <a:lnTo>
                  <a:pt x="14284" y="13259"/>
                </a:lnTo>
                <a:lnTo>
                  <a:pt x="14372" y="13027"/>
                </a:lnTo>
                <a:lnTo>
                  <a:pt x="14472" y="12794"/>
                </a:lnTo>
                <a:lnTo>
                  <a:pt x="14598" y="12549"/>
                </a:lnTo>
                <a:lnTo>
                  <a:pt x="14699" y="12317"/>
                </a:lnTo>
                <a:lnTo>
                  <a:pt x="14787" y="12085"/>
                </a:lnTo>
                <a:lnTo>
                  <a:pt x="14875" y="11853"/>
                </a:lnTo>
                <a:lnTo>
                  <a:pt x="14975" y="11608"/>
                </a:lnTo>
                <a:lnTo>
                  <a:pt x="15101" y="11376"/>
                </a:lnTo>
                <a:lnTo>
                  <a:pt x="15202" y="11143"/>
                </a:lnTo>
                <a:lnTo>
                  <a:pt x="15290" y="10911"/>
                </a:lnTo>
                <a:lnTo>
                  <a:pt x="15378" y="10679"/>
                </a:lnTo>
                <a:lnTo>
                  <a:pt x="15478" y="10434"/>
                </a:lnTo>
                <a:lnTo>
                  <a:pt x="15617" y="10202"/>
                </a:lnTo>
                <a:lnTo>
                  <a:pt x="15705" y="9970"/>
                </a:lnTo>
                <a:lnTo>
                  <a:pt x="15793" y="9738"/>
                </a:lnTo>
                <a:lnTo>
                  <a:pt x="15881" y="9492"/>
                </a:lnTo>
                <a:lnTo>
                  <a:pt x="15981" y="9312"/>
                </a:lnTo>
                <a:lnTo>
                  <a:pt x="16120" y="9080"/>
                </a:lnTo>
                <a:lnTo>
                  <a:pt x="16208" y="8835"/>
                </a:lnTo>
                <a:lnTo>
                  <a:pt x="16296" y="8602"/>
                </a:lnTo>
                <a:lnTo>
                  <a:pt x="16384" y="8370"/>
                </a:lnTo>
                <a:lnTo>
                  <a:pt x="16484" y="8138"/>
                </a:lnTo>
                <a:lnTo>
                  <a:pt x="16623" y="7906"/>
                </a:lnTo>
                <a:lnTo>
                  <a:pt x="16711" y="7661"/>
                </a:lnTo>
                <a:lnTo>
                  <a:pt x="16799" y="7429"/>
                </a:lnTo>
                <a:lnTo>
                  <a:pt x="16887" y="7197"/>
                </a:lnTo>
                <a:lnTo>
                  <a:pt x="16987" y="6964"/>
                </a:lnTo>
                <a:lnTo>
                  <a:pt x="17126" y="6719"/>
                </a:lnTo>
                <a:lnTo>
                  <a:pt x="17214" y="6487"/>
                </a:lnTo>
                <a:lnTo>
                  <a:pt x="17302" y="6255"/>
                </a:lnTo>
                <a:lnTo>
                  <a:pt x="17390" y="6023"/>
                </a:lnTo>
                <a:lnTo>
                  <a:pt x="17490" y="5791"/>
                </a:lnTo>
                <a:lnTo>
                  <a:pt x="17629" y="5546"/>
                </a:lnTo>
                <a:lnTo>
                  <a:pt x="17717" y="5313"/>
                </a:lnTo>
                <a:lnTo>
                  <a:pt x="17805" y="5081"/>
                </a:lnTo>
                <a:lnTo>
                  <a:pt x="17905" y="4849"/>
                </a:lnTo>
                <a:lnTo>
                  <a:pt x="17993" y="4604"/>
                </a:lnTo>
                <a:lnTo>
                  <a:pt x="18131" y="4424"/>
                </a:lnTo>
                <a:lnTo>
                  <a:pt x="18220" y="4191"/>
                </a:lnTo>
                <a:lnTo>
                  <a:pt x="18308" y="3946"/>
                </a:lnTo>
                <a:lnTo>
                  <a:pt x="18408" y="3714"/>
                </a:lnTo>
                <a:lnTo>
                  <a:pt x="18496" y="3482"/>
                </a:lnTo>
                <a:lnTo>
                  <a:pt x="18634" y="3250"/>
                </a:lnTo>
                <a:lnTo>
                  <a:pt x="18722" y="3018"/>
                </a:lnTo>
                <a:lnTo>
                  <a:pt x="18811" y="2773"/>
                </a:lnTo>
                <a:lnTo>
                  <a:pt x="18911" y="2540"/>
                </a:lnTo>
                <a:lnTo>
                  <a:pt x="18999" y="2308"/>
                </a:lnTo>
                <a:lnTo>
                  <a:pt x="19137" y="2076"/>
                </a:lnTo>
                <a:lnTo>
                  <a:pt x="19225" y="1831"/>
                </a:lnTo>
                <a:lnTo>
                  <a:pt x="19313" y="1599"/>
                </a:lnTo>
                <a:lnTo>
                  <a:pt x="19414" y="1367"/>
                </a:lnTo>
                <a:lnTo>
                  <a:pt x="19502" y="1135"/>
                </a:lnTo>
                <a:lnTo>
                  <a:pt x="19640" y="941"/>
                </a:lnTo>
                <a:lnTo>
                  <a:pt x="19728" y="709"/>
                </a:lnTo>
                <a:lnTo>
                  <a:pt x="19816" y="477"/>
                </a:lnTo>
                <a:lnTo>
                  <a:pt x="19917" y="245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4908932" y="5205350"/>
            <a:ext cx="20043" cy="44794"/>
          </a:xfrm>
          <a:custGeom>
            <a:avLst/>
            <a:gdLst/>
            <a:ahLst/>
            <a:cxnLst/>
            <a:rect l="l" t="t" r="r" b="b"/>
            <a:pathLst>
              <a:path w="20043" h="44794">
                <a:moveTo>
                  <a:pt x="0" y="44794"/>
                </a:moveTo>
                <a:lnTo>
                  <a:pt x="138" y="44562"/>
                </a:lnTo>
                <a:lnTo>
                  <a:pt x="226" y="44330"/>
                </a:lnTo>
                <a:lnTo>
                  <a:pt x="314" y="44098"/>
                </a:lnTo>
                <a:lnTo>
                  <a:pt x="414" y="43853"/>
                </a:lnTo>
                <a:lnTo>
                  <a:pt x="502" y="43621"/>
                </a:lnTo>
                <a:lnTo>
                  <a:pt x="641" y="43388"/>
                </a:lnTo>
                <a:lnTo>
                  <a:pt x="729" y="43156"/>
                </a:lnTo>
                <a:lnTo>
                  <a:pt x="817" y="42963"/>
                </a:lnTo>
                <a:lnTo>
                  <a:pt x="917" y="42731"/>
                </a:lnTo>
                <a:lnTo>
                  <a:pt x="1005" y="42499"/>
                </a:lnTo>
                <a:lnTo>
                  <a:pt x="1144" y="42266"/>
                </a:lnTo>
                <a:lnTo>
                  <a:pt x="1232" y="42021"/>
                </a:lnTo>
                <a:lnTo>
                  <a:pt x="1320" y="41789"/>
                </a:lnTo>
                <a:lnTo>
                  <a:pt x="1420" y="41557"/>
                </a:lnTo>
                <a:lnTo>
                  <a:pt x="1508" y="41325"/>
                </a:lnTo>
                <a:lnTo>
                  <a:pt x="1647" y="41080"/>
                </a:lnTo>
                <a:lnTo>
                  <a:pt x="1735" y="40848"/>
                </a:lnTo>
                <a:lnTo>
                  <a:pt x="1835" y="40667"/>
                </a:lnTo>
                <a:lnTo>
                  <a:pt x="1923" y="40422"/>
                </a:lnTo>
                <a:lnTo>
                  <a:pt x="2011" y="40190"/>
                </a:lnTo>
                <a:lnTo>
                  <a:pt x="2150" y="39958"/>
                </a:lnTo>
                <a:lnTo>
                  <a:pt x="2238" y="39725"/>
                </a:lnTo>
                <a:lnTo>
                  <a:pt x="2338" y="39480"/>
                </a:lnTo>
                <a:lnTo>
                  <a:pt x="2426" y="39248"/>
                </a:lnTo>
                <a:lnTo>
                  <a:pt x="2514" y="39016"/>
                </a:lnTo>
                <a:lnTo>
                  <a:pt x="2653" y="38784"/>
                </a:lnTo>
                <a:lnTo>
                  <a:pt x="2741" y="38590"/>
                </a:lnTo>
                <a:lnTo>
                  <a:pt x="2841" y="38358"/>
                </a:lnTo>
                <a:lnTo>
                  <a:pt x="2929" y="38126"/>
                </a:lnTo>
                <a:lnTo>
                  <a:pt x="3017" y="37894"/>
                </a:lnTo>
                <a:lnTo>
                  <a:pt x="3156" y="37649"/>
                </a:lnTo>
                <a:lnTo>
                  <a:pt x="3244" y="37417"/>
                </a:lnTo>
                <a:lnTo>
                  <a:pt x="3344" y="37185"/>
                </a:lnTo>
                <a:lnTo>
                  <a:pt x="3432" y="36952"/>
                </a:lnTo>
                <a:lnTo>
                  <a:pt x="3520" y="36707"/>
                </a:lnTo>
                <a:lnTo>
                  <a:pt x="3659" y="36527"/>
                </a:lnTo>
                <a:lnTo>
                  <a:pt x="3747" y="36295"/>
                </a:lnTo>
                <a:lnTo>
                  <a:pt x="3847" y="36049"/>
                </a:lnTo>
                <a:lnTo>
                  <a:pt x="3935" y="35817"/>
                </a:lnTo>
                <a:lnTo>
                  <a:pt x="4023" y="35585"/>
                </a:lnTo>
                <a:lnTo>
                  <a:pt x="4162" y="35353"/>
                </a:lnTo>
                <a:lnTo>
                  <a:pt x="4250" y="35121"/>
                </a:lnTo>
                <a:lnTo>
                  <a:pt x="4350" y="34876"/>
                </a:lnTo>
                <a:lnTo>
                  <a:pt x="4438" y="34695"/>
                </a:lnTo>
                <a:lnTo>
                  <a:pt x="4526" y="34463"/>
                </a:lnTo>
                <a:lnTo>
                  <a:pt x="4665" y="34218"/>
                </a:lnTo>
                <a:lnTo>
                  <a:pt x="4753" y="33986"/>
                </a:lnTo>
                <a:lnTo>
                  <a:pt x="4853" y="33754"/>
                </a:lnTo>
                <a:lnTo>
                  <a:pt x="4941" y="33521"/>
                </a:lnTo>
                <a:lnTo>
                  <a:pt x="5029" y="33276"/>
                </a:lnTo>
                <a:lnTo>
                  <a:pt x="5167" y="33096"/>
                </a:lnTo>
                <a:lnTo>
                  <a:pt x="5268" y="32864"/>
                </a:lnTo>
                <a:lnTo>
                  <a:pt x="5356" y="32619"/>
                </a:lnTo>
                <a:lnTo>
                  <a:pt x="5444" y="32386"/>
                </a:lnTo>
                <a:lnTo>
                  <a:pt x="5532" y="32154"/>
                </a:lnTo>
                <a:lnTo>
                  <a:pt x="5670" y="31922"/>
                </a:lnTo>
                <a:lnTo>
                  <a:pt x="5771" y="31690"/>
                </a:lnTo>
                <a:lnTo>
                  <a:pt x="5859" y="31496"/>
                </a:lnTo>
                <a:lnTo>
                  <a:pt x="5947" y="31264"/>
                </a:lnTo>
                <a:lnTo>
                  <a:pt x="6035" y="31019"/>
                </a:lnTo>
                <a:lnTo>
                  <a:pt x="6173" y="30787"/>
                </a:lnTo>
                <a:lnTo>
                  <a:pt x="6274" y="30555"/>
                </a:lnTo>
                <a:lnTo>
                  <a:pt x="6362" y="30323"/>
                </a:lnTo>
                <a:lnTo>
                  <a:pt x="6450" y="30129"/>
                </a:lnTo>
                <a:lnTo>
                  <a:pt x="6538" y="29897"/>
                </a:lnTo>
                <a:lnTo>
                  <a:pt x="6676" y="29665"/>
                </a:lnTo>
                <a:lnTo>
                  <a:pt x="6777" y="29433"/>
                </a:lnTo>
                <a:lnTo>
                  <a:pt x="6865" y="29188"/>
                </a:lnTo>
                <a:lnTo>
                  <a:pt x="6953" y="28956"/>
                </a:lnTo>
                <a:lnTo>
                  <a:pt x="7041" y="28775"/>
                </a:lnTo>
                <a:lnTo>
                  <a:pt x="7179" y="28530"/>
                </a:lnTo>
                <a:lnTo>
                  <a:pt x="7280" y="28298"/>
                </a:lnTo>
                <a:lnTo>
                  <a:pt x="7368" y="28066"/>
                </a:lnTo>
                <a:lnTo>
                  <a:pt x="7456" y="27833"/>
                </a:lnTo>
                <a:lnTo>
                  <a:pt x="7544" y="27588"/>
                </a:lnTo>
                <a:lnTo>
                  <a:pt x="7682" y="27408"/>
                </a:lnTo>
                <a:lnTo>
                  <a:pt x="7783" y="27176"/>
                </a:lnTo>
                <a:lnTo>
                  <a:pt x="7871" y="26931"/>
                </a:lnTo>
                <a:lnTo>
                  <a:pt x="7959" y="26698"/>
                </a:lnTo>
                <a:lnTo>
                  <a:pt x="8060" y="26466"/>
                </a:lnTo>
                <a:lnTo>
                  <a:pt x="8185" y="26234"/>
                </a:lnTo>
                <a:lnTo>
                  <a:pt x="8286" y="26041"/>
                </a:lnTo>
                <a:lnTo>
                  <a:pt x="8374" y="25808"/>
                </a:lnTo>
                <a:lnTo>
                  <a:pt x="8462" y="25576"/>
                </a:lnTo>
                <a:lnTo>
                  <a:pt x="8563" y="25344"/>
                </a:lnTo>
                <a:lnTo>
                  <a:pt x="8688" y="25099"/>
                </a:lnTo>
                <a:lnTo>
                  <a:pt x="8789" y="24918"/>
                </a:lnTo>
                <a:lnTo>
                  <a:pt x="8877" y="24673"/>
                </a:lnTo>
                <a:lnTo>
                  <a:pt x="8965" y="24441"/>
                </a:lnTo>
                <a:lnTo>
                  <a:pt x="9065" y="24209"/>
                </a:lnTo>
                <a:lnTo>
                  <a:pt x="9204" y="23977"/>
                </a:lnTo>
                <a:lnTo>
                  <a:pt x="9292" y="23783"/>
                </a:lnTo>
                <a:lnTo>
                  <a:pt x="9380" y="23551"/>
                </a:lnTo>
                <a:lnTo>
                  <a:pt x="9468" y="23319"/>
                </a:lnTo>
                <a:lnTo>
                  <a:pt x="9568" y="23087"/>
                </a:lnTo>
                <a:lnTo>
                  <a:pt x="9707" y="22842"/>
                </a:lnTo>
                <a:lnTo>
                  <a:pt x="9795" y="22661"/>
                </a:lnTo>
                <a:lnTo>
                  <a:pt x="9883" y="22429"/>
                </a:lnTo>
                <a:lnTo>
                  <a:pt x="9971" y="22184"/>
                </a:lnTo>
                <a:lnTo>
                  <a:pt x="10071" y="21952"/>
                </a:lnTo>
                <a:lnTo>
                  <a:pt x="10210" y="21720"/>
                </a:lnTo>
                <a:lnTo>
                  <a:pt x="10298" y="21526"/>
                </a:lnTo>
                <a:lnTo>
                  <a:pt x="10386" y="21294"/>
                </a:lnTo>
                <a:lnTo>
                  <a:pt x="10474" y="21062"/>
                </a:lnTo>
                <a:lnTo>
                  <a:pt x="10574" y="20830"/>
                </a:lnTo>
                <a:lnTo>
                  <a:pt x="10713" y="20585"/>
                </a:lnTo>
                <a:lnTo>
                  <a:pt x="10801" y="20404"/>
                </a:lnTo>
                <a:lnTo>
                  <a:pt x="10889" y="20172"/>
                </a:lnTo>
                <a:lnTo>
                  <a:pt x="10977" y="19927"/>
                </a:lnTo>
                <a:lnTo>
                  <a:pt x="11077" y="19695"/>
                </a:lnTo>
                <a:lnTo>
                  <a:pt x="11216" y="19514"/>
                </a:lnTo>
                <a:lnTo>
                  <a:pt x="11304" y="19269"/>
                </a:lnTo>
                <a:lnTo>
                  <a:pt x="11392" y="19037"/>
                </a:lnTo>
                <a:lnTo>
                  <a:pt x="11492" y="18805"/>
                </a:lnTo>
                <a:lnTo>
                  <a:pt x="11580" y="18573"/>
                </a:lnTo>
                <a:lnTo>
                  <a:pt x="11719" y="18379"/>
                </a:lnTo>
                <a:lnTo>
                  <a:pt x="11807" y="18147"/>
                </a:lnTo>
                <a:lnTo>
                  <a:pt x="11895" y="17915"/>
                </a:lnTo>
                <a:lnTo>
                  <a:pt x="11995" y="17670"/>
                </a:lnTo>
                <a:lnTo>
                  <a:pt x="12083" y="17489"/>
                </a:lnTo>
                <a:lnTo>
                  <a:pt x="12222" y="17257"/>
                </a:lnTo>
                <a:lnTo>
                  <a:pt x="12310" y="17012"/>
                </a:lnTo>
                <a:lnTo>
                  <a:pt x="12398" y="16780"/>
                </a:lnTo>
                <a:lnTo>
                  <a:pt x="12498" y="16599"/>
                </a:lnTo>
                <a:lnTo>
                  <a:pt x="12586" y="16354"/>
                </a:lnTo>
                <a:lnTo>
                  <a:pt x="12725" y="16122"/>
                </a:lnTo>
                <a:lnTo>
                  <a:pt x="12813" y="15890"/>
                </a:lnTo>
                <a:lnTo>
                  <a:pt x="12901" y="15696"/>
                </a:lnTo>
                <a:lnTo>
                  <a:pt x="13001" y="15464"/>
                </a:lnTo>
                <a:lnTo>
                  <a:pt x="13089" y="15232"/>
                </a:lnTo>
                <a:lnTo>
                  <a:pt x="13228" y="15000"/>
                </a:lnTo>
                <a:lnTo>
                  <a:pt x="13316" y="14806"/>
                </a:lnTo>
                <a:lnTo>
                  <a:pt x="13404" y="14574"/>
                </a:lnTo>
                <a:lnTo>
                  <a:pt x="13504" y="14342"/>
                </a:lnTo>
                <a:lnTo>
                  <a:pt x="13592" y="14097"/>
                </a:lnTo>
                <a:lnTo>
                  <a:pt x="13731" y="13916"/>
                </a:lnTo>
                <a:lnTo>
                  <a:pt x="13819" y="13684"/>
                </a:lnTo>
                <a:lnTo>
                  <a:pt x="13907" y="13439"/>
                </a:lnTo>
                <a:lnTo>
                  <a:pt x="14007" y="13207"/>
                </a:lnTo>
                <a:lnTo>
                  <a:pt x="14095" y="13027"/>
                </a:lnTo>
                <a:lnTo>
                  <a:pt x="14233" y="12781"/>
                </a:lnTo>
                <a:lnTo>
                  <a:pt x="14322" y="12549"/>
                </a:lnTo>
                <a:lnTo>
                  <a:pt x="14410" y="12317"/>
                </a:lnTo>
                <a:lnTo>
                  <a:pt x="14510" y="12124"/>
                </a:lnTo>
                <a:lnTo>
                  <a:pt x="14598" y="11891"/>
                </a:lnTo>
                <a:lnTo>
                  <a:pt x="14736" y="11659"/>
                </a:lnTo>
                <a:lnTo>
                  <a:pt x="14824" y="11427"/>
                </a:lnTo>
                <a:lnTo>
                  <a:pt x="14913" y="11234"/>
                </a:lnTo>
                <a:lnTo>
                  <a:pt x="15013" y="11002"/>
                </a:lnTo>
                <a:lnTo>
                  <a:pt x="15101" y="10769"/>
                </a:lnTo>
                <a:lnTo>
                  <a:pt x="15239" y="10576"/>
                </a:lnTo>
                <a:lnTo>
                  <a:pt x="15327" y="10344"/>
                </a:lnTo>
                <a:lnTo>
                  <a:pt x="15428" y="10112"/>
                </a:lnTo>
                <a:lnTo>
                  <a:pt x="15516" y="9866"/>
                </a:lnTo>
                <a:lnTo>
                  <a:pt x="15604" y="9686"/>
                </a:lnTo>
                <a:lnTo>
                  <a:pt x="15742" y="9454"/>
                </a:lnTo>
                <a:lnTo>
                  <a:pt x="15830" y="9209"/>
                </a:lnTo>
                <a:lnTo>
                  <a:pt x="15931" y="9028"/>
                </a:lnTo>
                <a:lnTo>
                  <a:pt x="16019" y="8796"/>
                </a:lnTo>
                <a:lnTo>
                  <a:pt x="16107" y="8551"/>
                </a:lnTo>
                <a:lnTo>
                  <a:pt x="16245" y="8319"/>
                </a:lnTo>
                <a:lnTo>
                  <a:pt x="16333" y="8138"/>
                </a:lnTo>
                <a:lnTo>
                  <a:pt x="16434" y="7893"/>
                </a:lnTo>
                <a:lnTo>
                  <a:pt x="16522" y="7661"/>
                </a:lnTo>
                <a:lnTo>
                  <a:pt x="16610" y="7480"/>
                </a:lnTo>
                <a:lnTo>
                  <a:pt x="16748" y="7235"/>
                </a:lnTo>
                <a:lnTo>
                  <a:pt x="16836" y="7003"/>
                </a:lnTo>
                <a:lnTo>
                  <a:pt x="16937" y="6823"/>
                </a:lnTo>
                <a:lnTo>
                  <a:pt x="17025" y="6577"/>
                </a:lnTo>
                <a:lnTo>
                  <a:pt x="17113" y="6345"/>
                </a:lnTo>
                <a:lnTo>
                  <a:pt x="17251" y="6113"/>
                </a:lnTo>
                <a:lnTo>
                  <a:pt x="17339" y="5920"/>
                </a:lnTo>
                <a:lnTo>
                  <a:pt x="17440" y="5688"/>
                </a:lnTo>
                <a:lnTo>
                  <a:pt x="17528" y="5455"/>
                </a:lnTo>
                <a:lnTo>
                  <a:pt x="17616" y="5262"/>
                </a:lnTo>
                <a:lnTo>
                  <a:pt x="17754" y="5030"/>
                </a:lnTo>
                <a:lnTo>
                  <a:pt x="17842" y="4798"/>
                </a:lnTo>
                <a:lnTo>
                  <a:pt x="17943" y="4604"/>
                </a:lnTo>
                <a:lnTo>
                  <a:pt x="18031" y="4372"/>
                </a:lnTo>
                <a:lnTo>
                  <a:pt x="18119" y="4140"/>
                </a:lnTo>
                <a:lnTo>
                  <a:pt x="18257" y="3946"/>
                </a:lnTo>
                <a:lnTo>
                  <a:pt x="18345" y="3714"/>
                </a:lnTo>
                <a:lnTo>
                  <a:pt x="18446" y="3482"/>
                </a:lnTo>
                <a:lnTo>
                  <a:pt x="18534" y="3288"/>
                </a:lnTo>
                <a:lnTo>
                  <a:pt x="18622" y="3056"/>
                </a:lnTo>
                <a:lnTo>
                  <a:pt x="18760" y="2824"/>
                </a:lnTo>
                <a:lnTo>
                  <a:pt x="18861" y="2631"/>
                </a:lnTo>
                <a:lnTo>
                  <a:pt x="18949" y="2399"/>
                </a:lnTo>
                <a:lnTo>
                  <a:pt x="19037" y="2166"/>
                </a:lnTo>
                <a:lnTo>
                  <a:pt x="19125" y="1973"/>
                </a:lnTo>
                <a:lnTo>
                  <a:pt x="19263" y="1741"/>
                </a:lnTo>
                <a:lnTo>
                  <a:pt x="19364" y="1509"/>
                </a:lnTo>
                <a:lnTo>
                  <a:pt x="19452" y="1315"/>
                </a:lnTo>
                <a:lnTo>
                  <a:pt x="19540" y="1083"/>
                </a:lnTo>
                <a:lnTo>
                  <a:pt x="19628" y="851"/>
                </a:lnTo>
                <a:lnTo>
                  <a:pt x="19766" y="657"/>
                </a:lnTo>
                <a:lnTo>
                  <a:pt x="19867" y="425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4928975" y="5163380"/>
            <a:ext cx="20043" cy="41970"/>
          </a:xfrm>
          <a:custGeom>
            <a:avLst/>
            <a:gdLst/>
            <a:ahLst/>
            <a:cxnLst/>
            <a:rect l="l" t="t" r="r" b="b"/>
            <a:pathLst>
              <a:path w="20043" h="41970">
                <a:moveTo>
                  <a:pt x="0" y="41970"/>
                </a:moveTo>
                <a:lnTo>
                  <a:pt x="88" y="41738"/>
                </a:lnTo>
                <a:lnTo>
                  <a:pt x="226" y="41505"/>
                </a:lnTo>
                <a:lnTo>
                  <a:pt x="326" y="41312"/>
                </a:lnTo>
                <a:lnTo>
                  <a:pt x="414" y="41080"/>
                </a:lnTo>
                <a:lnTo>
                  <a:pt x="502" y="40848"/>
                </a:lnTo>
                <a:lnTo>
                  <a:pt x="590" y="40654"/>
                </a:lnTo>
                <a:lnTo>
                  <a:pt x="729" y="40422"/>
                </a:lnTo>
                <a:lnTo>
                  <a:pt x="829" y="40228"/>
                </a:lnTo>
                <a:lnTo>
                  <a:pt x="917" y="39996"/>
                </a:lnTo>
                <a:lnTo>
                  <a:pt x="1005" y="39764"/>
                </a:lnTo>
                <a:lnTo>
                  <a:pt x="1093" y="39571"/>
                </a:lnTo>
                <a:lnTo>
                  <a:pt x="1232" y="39338"/>
                </a:lnTo>
                <a:lnTo>
                  <a:pt x="1332" y="39106"/>
                </a:lnTo>
                <a:lnTo>
                  <a:pt x="1420" y="38913"/>
                </a:lnTo>
                <a:lnTo>
                  <a:pt x="1508" y="38681"/>
                </a:lnTo>
                <a:lnTo>
                  <a:pt x="1609" y="38449"/>
                </a:lnTo>
                <a:lnTo>
                  <a:pt x="1735" y="38255"/>
                </a:lnTo>
                <a:lnTo>
                  <a:pt x="1835" y="38023"/>
                </a:lnTo>
                <a:lnTo>
                  <a:pt x="1923" y="37829"/>
                </a:lnTo>
                <a:lnTo>
                  <a:pt x="2011" y="37597"/>
                </a:lnTo>
                <a:lnTo>
                  <a:pt x="2112" y="37365"/>
                </a:lnTo>
                <a:lnTo>
                  <a:pt x="2238" y="37172"/>
                </a:lnTo>
                <a:lnTo>
                  <a:pt x="2338" y="36939"/>
                </a:lnTo>
                <a:lnTo>
                  <a:pt x="2426" y="36759"/>
                </a:lnTo>
                <a:lnTo>
                  <a:pt x="2514" y="36514"/>
                </a:lnTo>
                <a:lnTo>
                  <a:pt x="2615" y="36282"/>
                </a:lnTo>
                <a:lnTo>
                  <a:pt x="2753" y="36101"/>
                </a:lnTo>
                <a:lnTo>
                  <a:pt x="2841" y="35856"/>
                </a:lnTo>
                <a:lnTo>
                  <a:pt x="2929" y="35624"/>
                </a:lnTo>
                <a:lnTo>
                  <a:pt x="3017" y="35443"/>
                </a:lnTo>
                <a:lnTo>
                  <a:pt x="3118" y="35198"/>
                </a:lnTo>
                <a:lnTo>
                  <a:pt x="3256" y="35018"/>
                </a:lnTo>
                <a:lnTo>
                  <a:pt x="3344" y="34785"/>
                </a:lnTo>
                <a:lnTo>
                  <a:pt x="3432" y="34540"/>
                </a:lnTo>
                <a:lnTo>
                  <a:pt x="3520" y="34360"/>
                </a:lnTo>
                <a:lnTo>
                  <a:pt x="3621" y="34128"/>
                </a:lnTo>
                <a:lnTo>
                  <a:pt x="3759" y="33934"/>
                </a:lnTo>
                <a:lnTo>
                  <a:pt x="3847" y="33702"/>
                </a:lnTo>
                <a:lnTo>
                  <a:pt x="3935" y="33509"/>
                </a:lnTo>
                <a:lnTo>
                  <a:pt x="4023" y="33276"/>
                </a:lnTo>
                <a:lnTo>
                  <a:pt x="4124" y="33044"/>
                </a:lnTo>
                <a:lnTo>
                  <a:pt x="4262" y="32851"/>
                </a:lnTo>
                <a:lnTo>
                  <a:pt x="4350" y="32619"/>
                </a:lnTo>
                <a:lnTo>
                  <a:pt x="4438" y="32425"/>
                </a:lnTo>
                <a:lnTo>
                  <a:pt x="4526" y="32193"/>
                </a:lnTo>
                <a:lnTo>
                  <a:pt x="4627" y="31961"/>
                </a:lnTo>
                <a:lnTo>
                  <a:pt x="4765" y="31767"/>
                </a:lnTo>
                <a:lnTo>
                  <a:pt x="4853" y="31535"/>
                </a:lnTo>
                <a:lnTo>
                  <a:pt x="4941" y="31355"/>
                </a:lnTo>
                <a:lnTo>
                  <a:pt x="5042" y="31110"/>
                </a:lnTo>
                <a:lnTo>
                  <a:pt x="5130" y="30929"/>
                </a:lnTo>
                <a:lnTo>
                  <a:pt x="5268" y="30684"/>
                </a:lnTo>
                <a:lnTo>
                  <a:pt x="5356" y="30452"/>
                </a:lnTo>
                <a:lnTo>
                  <a:pt x="5444" y="30271"/>
                </a:lnTo>
                <a:lnTo>
                  <a:pt x="5545" y="30026"/>
                </a:lnTo>
                <a:lnTo>
                  <a:pt x="5633" y="29846"/>
                </a:lnTo>
                <a:lnTo>
                  <a:pt x="5771" y="29613"/>
                </a:lnTo>
                <a:lnTo>
                  <a:pt x="5859" y="29420"/>
                </a:lnTo>
                <a:lnTo>
                  <a:pt x="5947" y="29188"/>
                </a:lnTo>
                <a:lnTo>
                  <a:pt x="6048" y="28994"/>
                </a:lnTo>
                <a:lnTo>
                  <a:pt x="6136" y="28762"/>
                </a:lnTo>
                <a:lnTo>
                  <a:pt x="6274" y="28530"/>
                </a:lnTo>
                <a:lnTo>
                  <a:pt x="6362" y="28336"/>
                </a:lnTo>
                <a:lnTo>
                  <a:pt x="6450" y="28104"/>
                </a:lnTo>
                <a:lnTo>
                  <a:pt x="6551" y="27911"/>
                </a:lnTo>
                <a:lnTo>
                  <a:pt x="6639" y="27679"/>
                </a:lnTo>
                <a:lnTo>
                  <a:pt x="6777" y="27498"/>
                </a:lnTo>
                <a:lnTo>
                  <a:pt x="6865" y="27253"/>
                </a:lnTo>
                <a:lnTo>
                  <a:pt x="6953" y="27072"/>
                </a:lnTo>
                <a:lnTo>
                  <a:pt x="7054" y="26840"/>
                </a:lnTo>
                <a:lnTo>
                  <a:pt x="7142" y="26647"/>
                </a:lnTo>
                <a:lnTo>
                  <a:pt x="7280" y="26415"/>
                </a:lnTo>
                <a:lnTo>
                  <a:pt x="7368" y="26183"/>
                </a:lnTo>
                <a:lnTo>
                  <a:pt x="7456" y="25989"/>
                </a:lnTo>
                <a:lnTo>
                  <a:pt x="7557" y="25757"/>
                </a:lnTo>
                <a:lnTo>
                  <a:pt x="7645" y="25563"/>
                </a:lnTo>
                <a:lnTo>
                  <a:pt x="7783" y="25331"/>
                </a:lnTo>
                <a:lnTo>
                  <a:pt x="7871" y="25138"/>
                </a:lnTo>
                <a:lnTo>
                  <a:pt x="7959" y="24906"/>
                </a:lnTo>
                <a:lnTo>
                  <a:pt x="8060" y="24725"/>
                </a:lnTo>
                <a:lnTo>
                  <a:pt x="8148" y="24480"/>
                </a:lnTo>
                <a:lnTo>
                  <a:pt x="8286" y="24299"/>
                </a:lnTo>
                <a:lnTo>
                  <a:pt x="8374" y="24067"/>
                </a:lnTo>
                <a:lnTo>
                  <a:pt x="8462" y="23874"/>
                </a:lnTo>
                <a:lnTo>
                  <a:pt x="8563" y="23642"/>
                </a:lnTo>
                <a:lnTo>
                  <a:pt x="8651" y="23448"/>
                </a:lnTo>
                <a:lnTo>
                  <a:pt x="8789" y="23216"/>
                </a:lnTo>
                <a:lnTo>
                  <a:pt x="8877" y="23022"/>
                </a:lnTo>
                <a:lnTo>
                  <a:pt x="8977" y="22790"/>
                </a:lnTo>
                <a:lnTo>
                  <a:pt x="9065" y="22610"/>
                </a:lnTo>
                <a:lnTo>
                  <a:pt x="9154" y="22365"/>
                </a:lnTo>
                <a:lnTo>
                  <a:pt x="9292" y="22184"/>
                </a:lnTo>
                <a:lnTo>
                  <a:pt x="9380" y="21952"/>
                </a:lnTo>
                <a:lnTo>
                  <a:pt x="9480" y="21758"/>
                </a:lnTo>
                <a:lnTo>
                  <a:pt x="9568" y="21526"/>
                </a:lnTo>
                <a:lnTo>
                  <a:pt x="9656" y="21333"/>
                </a:lnTo>
                <a:lnTo>
                  <a:pt x="9795" y="21101"/>
                </a:lnTo>
                <a:lnTo>
                  <a:pt x="9883" y="20907"/>
                </a:lnTo>
                <a:lnTo>
                  <a:pt x="9983" y="20675"/>
                </a:lnTo>
                <a:lnTo>
                  <a:pt x="10071" y="20494"/>
                </a:lnTo>
                <a:lnTo>
                  <a:pt x="10159" y="20249"/>
                </a:lnTo>
                <a:lnTo>
                  <a:pt x="10298" y="20069"/>
                </a:lnTo>
                <a:lnTo>
                  <a:pt x="10386" y="19837"/>
                </a:lnTo>
                <a:lnTo>
                  <a:pt x="10486" y="19643"/>
                </a:lnTo>
                <a:lnTo>
                  <a:pt x="10574" y="19411"/>
                </a:lnTo>
                <a:lnTo>
                  <a:pt x="10662" y="19218"/>
                </a:lnTo>
                <a:lnTo>
                  <a:pt x="10801" y="18985"/>
                </a:lnTo>
                <a:lnTo>
                  <a:pt x="10889" y="18792"/>
                </a:lnTo>
                <a:lnTo>
                  <a:pt x="10989" y="18560"/>
                </a:lnTo>
                <a:lnTo>
                  <a:pt x="11077" y="18379"/>
                </a:lnTo>
                <a:lnTo>
                  <a:pt x="11165" y="18134"/>
                </a:lnTo>
                <a:lnTo>
                  <a:pt x="11304" y="17954"/>
                </a:lnTo>
                <a:lnTo>
                  <a:pt x="11392" y="17760"/>
                </a:lnTo>
                <a:lnTo>
                  <a:pt x="11492" y="17528"/>
                </a:lnTo>
                <a:lnTo>
                  <a:pt x="11580" y="17334"/>
                </a:lnTo>
                <a:lnTo>
                  <a:pt x="11668" y="17102"/>
                </a:lnTo>
                <a:lnTo>
                  <a:pt x="11807" y="16922"/>
                </a:lnTo>
                <a:lnTo>
                  <a:pt x="11895" y="16677"/>
                </a:lnTo>
                <a:lnTo>
                  <a:pt x="11995" y="16496"/>
                </a:lnTo>
                <a:lnTo>
                  <a:pt x="12083" y="16264"/>
                </a:lnTo>
                <a:lnTo>
                  <a:pt x="12171" y="16070"/>
                </a:lnTo>
                <a:lnTo>
                  <a:pt x="12310" y="15838"/>
                </a:lnTo>
                <a:lnTo>
                  <a:pt x="12398" y="15645"/>
                </a:lnTo>
                <a:lnTo>
                  <a:pt x="12498" y="15464"/>
                </a:lnTo>
                <a:lnTo>
                  <a:pt x="12586" y="15219"/>
                </a:lnTo>
                <a:lnTo>
                  <a:pt x="12674" y="15039"/>
                </a:lnTo>
                <a:lnTo>
                  <a:pt x="12813" y="14806"/>
                </a:lnTo>
                <a:lnTo>
                  <a:pt x="12913" y="14613"/>
                </a:lnTo>
                <a:lnTo>
                  <a:pt x="13001" y="14381"/>
                </a:lnTo>
                <a:lnTo>
                  <a:pt x="13089" y="14187"/>
                </a:lnTo>
                <a:lnTo>
                  <a:pt x="13177" y="13955"/>
                </a:lnTo>
                <a:lnTo>
                  <a:pt x="13316" y="13762"/>
                </a:lnTo>
                <a:lnTo>
                  <a:pt x="13416" y="13581"/>
                </a:lnTo>
                <a:lnTo>
                  <a:pt x="13504" y="13349"/>
                </a:lnTo>
                <a:lnTo>
                  <a:pt x="13592" y="13155"/>
                </a:lnTo>
                <a:lnTo>
                  <a:pt x="13680" y="12923"/>
                </a:lnTo>
                <a:lnTo>
                  <a:pt x="13819" y="12730"/>
                </a:lnTo>
                <a:lnTo>
                  <a:pt x="13919" y="12498"/>
                </a:lnTo>
                <a:lnTo>
                  <a:pt x="14007" y="12317"/>
                </a:lnTo>
                <a:lnTo>
                  <a:pt x="14095" y="12124"/>
                </a:lnTo>
                <a:lnTo>
                  <a:pt x="14233" y="11891"/>
                </a:lnTo>
                <a:lnTo>
                  <a:pt x="14322" y="11698"/>
                </a:lnTo>
                <a:lnTo>
                  <a:pt x="14422" y="11466"/>
                </a:lnTo>
                <a:lnTo>
                  <a:pt x="14510" y="11272"/>
                </a:lnTo>
                <a:lnTo>
                  <a:pt x="14598" y="11092"/>
                </a:lnTo>
                <a:lnTo>
                  <a:pt x="14736" y="10860"/>
                </a:lnTo>
                <a:lnTo>
                  <a:pt x="14824" y="10666"/>
                </a:lnTo>
                <a:lnTo>
                  <a:pt x="14925" y="10434"/>
                </a:lnTo>
                <a:lnTo>
                  <a:pt x="15013" y="10241"/>
                </a:lnTo>
                <a:lnTo>
                  <a:pt x="15101" y="10060"/>
                </a:lnTo>
                <a:lnTo>
                  <a:pt x="15239" y="9815"/>
                </a:lnTo>
                <a:lnTo>
                  <a:pt x="15327" y="9634"/>
                </a:lnTo>
                <a:lnTo>
                  <a:pt x="15428" y="9402"/>
                </a:lnTo>
                <a:lnTo>
                  <a:pt x="15516" y="9209"/>
                </a:lnTo>
                <a:lnTo>
                  <a:pt x="15604" y="9015"/>
                </a:lnTo>
                <a:lnTo>
                  <a:pt x="15742" y="8783"/>
                </a:lnTo>
                <a:lnTo>
                  <a:pt x="15830" y="8602"/>
                </a:lnTo>
                <a:lnTo>
                  <a:pt x="15931" y="8357"/>
                </a:lnTo>
                <a:lnTo>
                  <a:pt x="16019" y="8177"/>
                </a:lnTo>
                <a:lnTo>
                  <a:pt x="16107" y="7983"/>
                </a:lnTo>
                <a:lnTo>
                  <a:pt x="16245" y="7751"/>
                </a:lnTo>
                <a:lnTo>
                  <a:pt x="16346" y="7558"/>
                </a:lnTo>
                <a:lnTo>
                  <a:pt x="16434" y="7377"/>
                </a:lnTo>
                <a:lnTo>
                  <a:pt x="16522" y="7145"/>
                </a:lnTo>
                <a:lnTo>
                  <a:pt x="16610" y="6952"/>
                </a:lnTo>
                <a:lnTo>
                  <a:pt x="16748" y="6719"/>
                </a:lnTo>
                <a:lnTo>
                  <a:pt x="16849" y="6526"/>
                </a:lnTo>
                <a:lnTo>
                  <a:pt x="16937" y="6345"/>
                </a:lnTo>
                <a:lnTo>
                  <a:pt x="17025" y="6100"/>
                </a:lnTo>
                <a:lnTo>
                  <a:pt x="17113" y="5920"/>
                </a:lnTo>
                <a:lnTo>
                  <a:pt x="17251" y="5726"/>
                </a:lnTo>
                <a:lnTo>
                  <a:pt x="17352" y="5494"/>
                </a:lnTo>
                <a:lnTo>
                  <a:pt x="17440" y="5301"/>
                </a:lnTo>
                <a:lnTo>
                  <a:pt x="17528" y="5068"/>
                </a:lnTo>
                <a:lnTo>
                  <a:pt x="17616" y="4888"/>
                </a:lnTo>
                <a:lnTo>
                  <a:pt x="17754" y="4694"/>
                </a:lnTo>
                <a:lnTo>
                  <a:pt x="17855" y="4462"/>
                </a:lnTo>
                <a:lnTo>
                  <a:pt x="17943" y="4269"/>
                </a:lnTo>
                <a:lnTo>
                  <a:pt x="18031" y="4088"/>
                </a:lnTo>
                <a:lnTo>
                  <a:pt x="18119" y="3856"/>
                </a:lnTo>
                <a:lnTo>
                  <a:pt x="18257" y="3663"/>
                </a:lnTo>
                <a:lnTo>
                  <a:pt x="18358" y="3469"/>
                </a:lnTo>
                <a:lnTo>
                  <a:pt x="18446" y="3237"/>
                </a:lnTo>
                <a:lnTo>
                  <a:pt x="18534" y="3056"/>
                </a:lnTo>
                <a:lnTo>
                  <a:pt x="18622" y="2863"/>
                </a:lnTo>
                <a:lnTo>
                  <a:pt x="18760" y="2631"/>
                </a:lnTo>
                <a:lnTo>
                  <a:pt x="18861" y="2437"/>
                </a:lnTo>
                <a:lnTo>
                  <a:pt x="18949" y="2257"/>
                </a:lnTo>
                <a:lnTo>
                  <a:pt x="19037" y="2012"/>
                </a:lnTo>
                <a:lnTo>
                  <a:pt x="19137" y="1831"/>
                </a:lnTo>
                <a:lnTo>
                  <a:pt x="19263" y="1638"/>
                </a:lnTo>
                <a:lnTo>
                  <a:pt x="19364" y="1405"/>
                </a:lnTo>
                <a:lnTo>
                  <a:pt x="19452" y="1212"/>
                </a:lnTo>
                <a:lnTo>
                  <a:pt x="19540" y="1031"/>
                </a:lnTo>
                <a:lnTo>
                  <a:pt x="19640" y="799"/>
                </a:lnTo>
                <a:lnTo>
                  <a:pt x="19766" y="606"/>
                </a:lnTo>
                <a:lnTo>
                  <a:pt x="19867" y="412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4949018" y="5124931"/>
            <a:ext cx="20055" cy="38449"/>
          </a:xfrm>
          <a:custGeom>
            <a:avLst/>
            <a:gdLst/>
            <a:ahLst/>
            <a:cxnLst/>
            <a:rect l="l" t="t" r="r" b="b"/>
            <a:pathLst>
              <a:path w="20055" h="38449">
                <a:moveTo>
                  <a:pt x="0" y="38449"/>
                </a:moveTo>
                <a:lnTo>
                  <a:pt x="100" y="38255"/>
                </a:lnTo>
                <a:lnTo>
                  <a:pt x="238" y="38074"/>
                </a:lnTo>
                <a:lnTo>
                  <a:pt x="326" y="37829"/>
                </a:lnTo>
                <a:lnTo>
                  <a:pt x="414" y="37649"/>
                </a:lnTo>
                <a:lnTo>
                  <a:pt x="502" y="37455"/>
                </a:lnTo>
                <a:lnTo>
                  <a:pt x="603" y="37223"/>
                </a:lnTo>
                <a:lnTo>
                  <a:pt x="741" y="37030"/>
                </a:lnTo>
                <a:lnTo>
                  <a:pt x="829" y="36849"/>
                </a:lnTo>
                <a:lnTo>
                  <a:pt x="917" y="36656"/>
                </a:lnTo>
                <a:lnTo>
                  <a:pt x="1005" y="36424"/>
                </a:lnTo>
                <a:lnTo>
                  <a:pt x="1106" y="36230"/>
                </a:lnTo>
                <a:lnTo>
                  <a:pt x="1244" y="36049"/>
                </a:lnTo>
                <a:lnTo>
                  <a:pt x="1332" y="35817"/>
                </a:lnTo>
                <a:lnTo>
                  <a:pt x="1420" y="35624"/>
                </a:lnTo>
                <a:lnTo>
                  <a:pt x="1508" y="35430"/>
                </a:lnTo>
                <a:lnTo>
                  <a:pt x="1609" y="35250"/>
                </a:lnTo>
                <a:lnTo>
                  <a:pt x="1747" y="35018"/>
                </a:lnTo>
                <a:lnTo>
                  <a:pt x="1835" y="34824"/>
                </a:lnTo>
                <a:lnTo>
                  <a:pt x="1923" y="34631"/>
                </a:lnTo>
                <a:lnTo>
                  <a:pt x="2011" y="34399"/>
                </a:lnTo>
                <a:lnTo>
                  <a:pt x="2112" y="34218"/>
                </a:lnTo>
                <a:lnTo>
                  <a:pt x="2250" y="34025"/>
                </a:lnTo>
                <a:lnTo>
                  <a:pt x="2338" y="33844"/>
                </a:lnTo>
                <a:lnTo>
                  <a:pt x="2426" y="33599"/>
                </a:lnTo>
                <a:lnTo>
                  <a:pt x="2527" y="33418"/>
                </a:lnTo>
                <a:lnTo>
                  <a:pt x="2615" y="33225"/>
                </a:lnTo>
                <a:lnTo>
                  <a:pt x="2753" y="33044"/>
                </a:lnTo>
                <a:lnTo>
                  <a:pt x="2841" y="32799"/>
                </a:lnTo>
                <a:lnTo>
                  <a:pt x="2929" y="32619"/>
                </a:lnTo>
                <a:lnTo>
                  <a:pt x="3030" y="32425"/>
                </a:lnTo>
                <a:lnTo>
                  <a:pt x="3118" y="32245"/>
                </a:lnTo>
                <a:lnTo>
                  <a:pt x="3256" y="32000"/>
                </a:lnTo>
                <a:lnTo>
                  <a:pt x="3344" y="31819"/>
                </a:lnTo>
                <a:lnTo>
                  <a:pt x="3432" y="31625"/>
                </a:lnTo>
                <a:lnTo>
                  <a:pt x="3533" y="31445"/>
                </a:lnTo>
                <a:lnTo>
                  <a:pt x="3621" y="31200"/>
                </a:lnTo>
                <a:lnTo>
                  <a:pt x="3759" y="31019"/>
                </a:lnTo>
                <a:lnTo>
                  <a:pt x="3847" y="30826"/>
                </a:lnTo>
                <a:lnTo>
                  <a:pt x="3935" y="30645"/>
                </a:lnTo>
                <a:lnTo>
                  <a:pt x="4036" y="30400"/>
                </a:lnTo>
                <a:lnTo>
                  <a:pt x="4124" y="30220"/>
                </a:lnTo>
                <a:lnTo>
                  <a:pt x="4262" y="30026"/>
                </a:lnTo>
                <a:lnTo>
                  <a:pt x="4350" y="29846"/>
                </a:lnTo>
                <a:lnTo>
                  <a:pt x="4438" y="29613"/>
                </a:lnTo>
                <a:lnTo>
                  <a:pt x="4539" y="29420"/>
                </a:lnTo>
                <a:lnTo>
                  <a:pt x="4627" y="29226"/>
                </a:lnTo>
                <a:lnTo>
                  <a:pt x="4765" y="29046"/>
                </a:lnTo>
                <a:lnTo>
                  <a:pt x="4853" y="28852"/>
                </a:lnTo>
                <a:lnTo>
                  <a:pt x="4941" y="28620"/>
                </a:lnTo>
                <a:lnTo>
                  <a:pt x="5042" y="28427"/>
                </a:lnTo>
                <a:lnTo>
                  <a:pt x="5130" y="28246"/>
                </a:lnTo>
                <a:lnTo>
                  <a:pt x="5268" y="28053"/>
                </a:lnTo>
                <a:lnTo>
                  <a:pt x="5356" y="27872"/>
                </a:lnTo>
                <a:lnTo>
                  <a:pt x="5444" y="27627"/>
                </a:lnTo>
                <a:lnTo>
                  <a:pt x="5545" y="27447"/>
                </a:lnTo>
                <a:lnTo>
                  <a:pt x="5633" y="27253"/>
                </a:lnTo>
                <a:lnTo>
                  <a:pt x="5771" y="27072"/>
                </a:lnTo>
                <a:lnTo>
                  <a:pt x="5859" y="26879"/>
                </a:lnTo>
                <a:lnTo>
                  <a:pt x="5947" y="26647"/>
                </a:lnTo>
                <a:lnTo>
                  <a:pt x="6048" y="26453"/>
                </a:lnTo>
                <a:lnTo>
                  <a:pt x="6136" y="26273"/>
                </a:lnTo>
                <a:lnTo>
                  <a:pt x="6274" y="26079"/>
                </a:lnTo>
                <a:lnTo>
                  <a:pt x="6362" y="25899"/>
                </a:lnTo>
                <a:lnTo>
                  <a:pt x="6463" y="25654"/>
                </a:lnTo>
                <a:lnTo>
                  <a:pt x="6551" y="25473"/>
                </a:lnTo>
                <a:lnTo>
                  <a:pt x="6639" y="25280"/>
                </a:lnTo>
                <a:lnTo>
                  <a:pt x="6777" y="25099"/>
                </a:lnTo>
                <a:lnTo>
                  <a:pt x="6865" y="24906"/>
                </a:lnTo>
                <a:lnTo>
                  <a:pt x="6966" y="24712"/>
                </a:lnTo>
                <a:lnTo>
                  <a:pt x="7054" y="24480"/>
                </a:lnTo>
                <a:lnTo>
                  <a:pt x="7142" y="24299"/>
                </a:lnTo>
                <a:lnTo>
                  <a:pt x="7280" y="24106"/>
                </a:lnTo>
                <a:lnTo>
                  <a:pt x="7368" y="23925"/>
                </a:lnTo>
                <a:lnTo>
                  <a:pt x="7469" y="23732"/>
                </a:lnTo>
                <a:lnTo>
                  <a:pt x="7557" y="23538"/>
                </a:lnTo>
                <a:lnTo>
                  <a:pt x="7645" y="23306"/>
                </a:lnTo>
                <a:lnTo>
                  <a:pt x="7783" y="23126"/>
                </a:lnTo>
                <a:lnTo>
                  <a:pt x="7871" y="22932"/>
                </a:lnTo>
                <a:lnTo>
                  <a:pt x="7972" y="22739"/>
                </a:lnTo>
                <a:lnTo>
                  <a:pt x="8060" y="22558"/>
                </a:lnTo>
                <a:lnTo>
                  <a:pt x="8148" y="22365"/>
                </a:lnTo>
                <a:lnTo>
                  <a:pt x="8286" y="22133"/>
                </a:lnTo>
                <a:lnTo>
                  <a:pt x="8374" y="21939"/>
                </a:lnTo>
                <a:lnTo>
                  <a:pt x="8475" y="21758"/>
                </a:lnTo>
                <a:lnTo>
                  <a:pt x="8563" y="21565"/>
                </a:lnTo>
                <a:lnTo>
                  <a:pt x="8651" y="21384"/>
                </a:lnTo>
                <a:lnTo>
                  <a:pt x="8789" y="21191"/>
                </a:lnTo>
                <a:lnTo>
                  <a:pt x="8877" y="21010"/>
                </a:lnTo>
                <a:lnTo>
                  <a:pt x="8977" y="20765"/>
                </a:lnTo>
                <a:lnTo>
                  <a:pt x="9065" y="20585"/>
                </a:lnTo>
                <a:lnTo>
                  <a:pt x="9154" y="20391"/>
                </a:lnTo>
                <a:lnTo>
                  <a:pt x="9292" y="20211"/>
                </a:lnTo>
                <a:lnTo>
                  <a:pt x="9380" y="20017"/>
                </a:lnTo>
                <a:lnTo>
                  <a:pt x="9480" y="19824"/>
                </a:lnTo>
                <a:lnTo>
                  <a:pt x="9568" y="19643"/>
                </a:lnTo>
                <a:lnTo>
                  <a:pt x="9656" y="19450"/>
                </a:lnTo>
                <a:lnTo>
                  <a:pt x="9795" y="19218"/>
                </a:lnTo>
                <a:lnTo>
                  <a:pt x="9883" y="19037"/>
                </a:lnTo>
                <a:lnTo>
                  <a:pt x="9983" y="18844"/>
                </a:lnTo>
                <a:lnTo>
                  <a:pt x="10071" y="18650"/>
                </a:lnTo>
                <a:lnTo>
                  <a:pt x="10159" y="18469"/>
                </a:lnTo>
                <a:lnTo>
                  <a:pt x="10298" y="18276"/>
                </a:lnTo>
                <a:lnTo>
                  <a:pt x="10398" y="18095"/>
                </a:lnTo>
                <a:lnTo>
                  <a:pt x="10486" y="17902"/>
                </a:lnTo>
                <a:lnTo>
                  <a:pt x="10574" y="17708"/>
                </a:lnTo>
                <a:lnTo>
                  <a:pt x="10662" y="17476"/>
                </a:lnTo>
                <a:lnTo>
                  <a:pt x="10801" y="17296"/>
                </a:lnTo>
                <a:lnTo>
                  <a:pt x="10901" y="17102"/>
                </a:lnTo>
                <a:lnTo>
                  <a:pt x="10989" y="16922"/>
                </a:lnTo>
                <a:lnTo>
                  <a:pt x="11077" y="16728"/>
                </a:lnTo>
                <a:lnTo>
                  <a:pt x="11165" y="16535"/>
                </a:lnTo>
                <a:lnTo>
                  <a:pt x="11304" y="16354"/>
                </a:lnTo>
                <a:lnTo>
                  <a:pt x="11404" y="16161"/>
                </a:lnTo>
                <a:lnTo>
                  <a:pt x="11492" y="15980"/>
                </a:lnTo>
                <a:lnTo>
                  <a:pt x="11580" y="15787"/>
                </a:lnTo>
                <a:lnTo>
                  <a:pt x="11668" y="15593"/>
                </a:lnTo>
                <a:lnTo>
                  <a:pt x="11807" y="15413"/>
                </a:lnTo>
                <a:lnTo>
                  <a:pt x="11907" y="15180"/>
                </a:lnTo>
                <a:lnTo>
                  <a:pt x="11995" y="14987"/>
                </a:lnTo>
                <a:lnTo>
                  <a:pt x="12083" y="14806"/>
                </a:lnTo>
                <a:lnTo>
                  <a:pt x="12171" y="14613"/>
                </a:lnTo>
                <a:lnTo>
                  <a:pt x="12310" y="14419"/>
                </a:lnTo>
                <a:lnTo>
                  <a:pt x="12410" y="14239"/>
                </a:lnTo>
                <a:lnTo>
                  <a:pt x="12498" y="14045"/>
                </a:lnTo>
                <a:lnTo>
                  <a:pt x="12586" y="13865"/>
                </a:lnTo>
                <a:lnTo>
                  <a:pt x="12687" y="13671"/>
                </a:lnTo>
                <a:lnTo>
                  <a:pt x="12813" y="13478"/>
                </a:lnTo>
                <a:lnTo>
                  <a:pt x="12913" y="13297"/>
                </a:lnTo>
                <a:lnTo>
                  <a:pt x="13001" y="13104"/>
                </a:lnTo>
                <a:lnTo>
                  <a:pt x="13089" y="12923"/>
                </a:lnTo>
                <a:lnTo>
                  <a:pt x="13190" y="12730"/>
                </a:lnTo>
                <a:lnTo>
                  <a:pt x="13316" y="12549"/>
                </a:lnTo>
                <a:lnTo>
                  <a:pt x="13416" y="12356"/>
                </a:lnTo>
                <a:lnTo>
                  <a:pt x="13504" y="12162"/>
                </a:lnTo>
                <a:lnTo>
                  <a:pt x="13592" y="11930"/>
                </a:lnTo>
                <a:lnTo>
                  <a:pt x="13693" y="11750"/>
                </a:lnTo>
                <a:lnTo>
                  <a:pt x="13831" y="11556"/>
                </a:lnTo>
                <a:lnTo>
                  <a:pt x="13919" y="11363"/>
                </a:lnTo>
                <a:lnTo>
                  <a:pt x="14007" y="11182"/>
                </a:lnTo>
                <a:lnTo>
                  <a:pt x="14095" y="10989"/>
                </a:lnTo>
                <a:lnTo>
                  <a:pt x="14196" y="10808"/>
                </a:lnTo>
                <a:lnTo>
                  <a:pt x="14334" y="10615"/>
                </a:lnTo>
                <a:lnTo>
                  <a:pt x="14422" y="10434"/>
                </a:lnTo>
                <a:lnTo>
                  <a:pt x="14510" y="10241"/>
                </a:lnTo>
                <a:lnTo>
                  <a:pt x="14598" y="10047"/>
                </a:lnTo>
                <a:lnTo>
                  <a:pt x="14699" y="9866"/>
                </a:lnTo>
                <a:lnTo>
                  <a:pt x="14837" y="9673"/>
                </a:lnTo>
                <a:lnTo>
                  <a:pt x="14925" y="9492"/>
                </a:lnTo>
                <a:lnTo>
                  <a:pt x="15013" y="9299"/>
                </a:lnTo>
                <a:lnTo>
                  <a:pt x="15101" y="9118"/>
                </a:lnTo>
                <a:lnTo>
                  <a:pt x="15202" y="8925"/>
                </a:lnTo>
                <a:lnTo>
                  <a:pt x="15340" y="8731"/>
                </a:lnTo>
                <a:lnTo>
                  <a:pt x="15428" y="8551"/>
                </a:lnTo>
                <a:lnTo>
                  <a:pt x="15516" y="8357"/>
                </a:lnTo>
                <a:lnTo>
                  <a:pt x="15604" y="8177"/>
                </a:lnTo>
                <a:lnTo>
                  <a:pt x="15705" y="7983"/>
                </a:lnTo>
                <a:lnTo>
                  <a:pt x="15843" y="7790"/>
                </a:lnTo>
                <a:lnTo>
                  <a:pt x="15931" y="7609"/>
                </a:lnTo>
                <a:lnTo>
                  <a:pt x="16019" y="7416"/>
                </a:lnTo>
                <a:lnTo>
                  <a:pt x="16120" y="7235"/>
                </a:lnTo>
                <a:lnTo>
                  <a:pt x="16208" y="7042"/>
                </a:lnTo>
                <a:lnTo>
                  <a:pt x="16346" y="6861"/>
                </a:lnTo>
                <a:lnTo>
                  <a:pt x="16434" y="6668"/>
                </a:lnTo>
                <a:lnTo>
                  <a:pt x="16522" y="6474"/>
                </a:lnTo>
                <a:lnTo>
                  <a:pt x="16623" y="6294"/>
                </a:lnTo>
                <a:lnTo>
                  <a:pt x="16711" y="6100"/>
                </a:lnTo>
                <a:lnTo>
                  <a:pt x="16849" y="5920"/>
                </a:lnTo>
                <a:lnTo>
                  <a:pt x="16937" y="5726"/>
                </a:lnTo>
                <a:lnTo>
                  <a:pt x="17025" y="5546"/>
                </a:lnTo>
                <a:lnTo>
                  <a:pt x="17126" y="5352"/>
                </a:lnTo>
                <a:lnTo>
                  <a:pt x="17214" y="5210"/>
                </a:lnTo>
                <a:lnTo>
                  <a:pt x="17352" y="5017"/>
                </a:lnTo>
                <a:lnTo>
                  <a:pt x="17440" y="4836"/>
                </a:lnTo>
                <a:lnTo>
                  <a:pt x="17528" y="4643"/>
                </a:lnTo>
                <a:lnTo>
                  <a:pt x="17629" y="4462"/>
                </a:lnTo>
                <a:lnTo>
                  <a:pt x="17717" y="4269"/>
                </a:lnTo>
                <a:lnTo>
                  <a:pt x="17855" y="4088"/>
                </a:lnTo>
                <a:lnTo>
                  <a:pt x="17943" y="3895"/>
                </a:lnTo>
                <a:lnTo>
                  <a:pt x="18031" y="3701"/>
                </a:lnTo>
                <a:lnTo>
                  <a:pt x="18131" y="3521"/>
                </a:lnTo>
                <a:lnTo>
                  <a:pt x="18220" y="3327"/>
                </a:lnTo>
                <a:lnTo>
                  <a:pt x="18358" y="3147"/>
                </a:lnTo>
                <a:lnTo>
                  <a:pt x="18446" y="2953"/>
                </a:lnTo>
                <a:lnTo>
                  <a:pt x="18534" y="2773"/>
                </a:lnTo>
                <a:lnTo>
                  <a:pt x="18634" y="2579"/>
                </a:lnTo>
                <a:lnTo>
                  <a:pt x="18722" y="2386"/>
                </a:lnTo>
                <a:lnTo>
                  <a:pt x="18861" y="2205"/>
                </a:lnTo>
                <a:lnTo>
                  <a:pt x="18949" y="2012"/>
                </a:lnTo>
                <a:lnTo>
                  <a:pt x="19037" y="1870"/>
                </a:lnTo>
                <a:lnTo>
                  <a:pt x="19137" y="1689"/>
                </a:lnTo>
                <a:lnTo>
                  <a:pt x="19225" y="1496"/>
                </a:lnTo>
                <a:lnTo>
                  <a:pt x="19364" y="1315"/>
                </a:lnTo>
                <a:lnTo>
                  <a:pt x="19452" y="1122"/>
                </a:lnTo>
                <a:lnTo>
                  <a:pt x="19540" y="928"/>
                </a:lnTo>
                <a:lnTo>
                  <a:pt x="19640" y="748"/>
                </a:lnTo>
                <a:lnTo>
                  <a:pt x="19728" y="554"/>
                </a:lnTo>
                <a:lnTo>
                  <a:pt x="19867" y="374"/>
                </a:lnTo>
                <a:lnTo>
                  <a:pt x="19955" y="180"/>
                </a:lnTo>
                <a:lnTo>
                  <a:pt x="20055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969074" y="5090609"/>
            <a:ext cx="20043" cy="34321"/>
          </a:xfrm>
          <a:custGeom>
            <a:avLst/>
            <a:gdLst/>
            <a:ahLst/>
            <a:cxnLst/>
            <a:rect l="l" t="t" r="r" b="b"/>
            <a:pathLst>
              <a:path w="20043" h="34321">
                <a:moveTo>
                  <a:pt x="0" y="34321"/>
                </a:moveTo>
                <a:lnTo>
                  <a:pt x="88" y="34179"/>
                </a:lnTo>
                <a:lnTo>
                  <a:pt x="176" y="33986"/>
                </a:lnTo>
                <a:lnTo>
                  <a:pt x="314" y="33792"/>
                </a:lnTo>
                <a:lnTo>
                  <a:pt x="402" y="33612"/>
                </a:lnTo>
                <a:lnTo>
                  <a:pt x="502" y="33418"/>
                </a:lnTo>
                <a:lnTo>
                  <a:pt x="590" y="33238"/>
                </a:lnTo>
                <a:lnTo>
                  <a:pt x="679" y="33044"/>
                </a:lnTo>
                <a:lnTo>
                  <a:pt x="817" y="32864"/>
                </a:lnTo>
                <a:lnTo>
                  <a:pt x="905" y="32670"/>
                </a:lnTo>
                <a:lnTo>
                  <a:pt x="1005" y="32528"/>
                </a:lnTo>
                <a:lnTo>
                  <a:pt x="1093" y="32335"/>
                </a:lnTo>
                <a:lnTo>
                  <a:pt x="1181" y="32154"/>
                </a:lnTo>
                <a:lnTo>
                  <a:pt x="1320" y="31961"/>
                </a:lnTo>
                <a:lnTo>
                  <a:pt x="1408" y="31780"/>
                </a:lnTo>
                <a:lnTo>
                  <a:pt x="1508" y="31587"/>
                </a:lnTo>
                <a:lnTo>
                  <a:pt x="1596" y="31406"/>
                </a:lnTo>
                <a:lnTo>
                  <a:pt x="1684" y="31213"/>
                </a:lnTo>
                <a:lnTo>
                  <a:pt x="1823" y="31071"/>
                </a:lnTo>
                <a:lnTo>
                  <a:pt x="1911" y="30877"/>
                </a:lnTo>
                <a:lnTo>
                  <a:pt x="2011" y="30697"/>
                </a:lnTo>
                <a:lnTo>
                  <a:pt x="2099" y="30503"/>
                </a:lnTo>
                <a:lnTo>
                  <a:pt x="2187" y="30323"/>
                </a:lnTo>
                <a:lnTo>
                  <a:pt x="2326" y="30129"/>
                </a:lnTo>
                <a:lnTo>
                  <a:pt x="2414" y="29987"/>
                </a:lnTo>
                <a:lnTo>
                  <a:pt x="2514" y="29807"/>
                </a:lnTo>
                <a:lnTo>
                  <a:pt x="2602" y="29613"/>
                </a:lnTo>
                <a:lnTo>
                  <a:pt x="2690" y="29420"/>
                </a:lnTo>
                <a:lnTo>
                  <a:pt x="2829" y="29239"/>
                </a:lnTo>
                <a:lnTo>
                  <a:pt x="2917" y="29046"/>
                </a:lnTo>
                <a:lnTo>
                  <a:pt x="3017" y="28865"/>
                </a:lnTo>
                <a:lnTo>
                  <a:pt x="3105" y="28723"/>
                </a:lnTo>
                <a:lnTo>
                  <a:pt x="3193" y="28530"/>
                </a:lnTo>
                <a:lnTo>
                  <a:pt x="3332" y="28349"/>
                </a:lnTo>
                <a:lnTo>
                  <a:pt x="3420" y="28156"/>
                </a:lnTo>
                <a:lnTo>
                  <a:pt x="3520" y="27975"/>
                </a:lnTo>
                <a:lnTo>
                  <a:pt x="3608" y="27833"/>
                </a:lnTo>
                <a:lnTo>
                  <a:pt x="3696" y="27640"/>
                </a:lnTo>
                <a:lnTo>
                  <a:pt x="3835" y="27447"/>
                </a:lnTo>
                <a:lnTo>
                  <a:pt x="3935" y="27266"/>
                </a:lnTo>
                <a:lnTo>
                  <a:pt x="4023" y="27072"/>
                </a:lnTo>
                <a:lnTo>
                  <a:pt x="4111" y="26892"/>
                </a:lnTo>
                <a:lnTo>
                  <a:pt x="4199" y="26750"/>
                </a:lnTo>
                <a:lnTo>
                  <a:pt x="4338" y="26557"/>
                </a:lnTo>
                <a:lnTo>
                  <a:pt x="4438" y="26376"/>
                </a:lnTo>
                <a:lnTo>
                  <a:pt x="4526" y="26183"/>
                </a:lnTo>
                <a:lnTo>
                  <a:pt x="4614" y="25989"/>
                </a:lnTo>
                <a:lnTo>
                  <a:pt x="4702" y="25860"/>
                </a:lnTo>
                <a:lnTo>
                  <a:pt x="4841" y="25667"/>
                </a:lnTo>
                <a:lnTo>
                  <a:pt x="4941" y="25473"/>
                </a:lnTo>
                <a:lnTo>
                  <a:pt x="5029" y="25293"/>
                </a:lnTo>
                <a:lnTo>
                  <a:pt x="5117" y="25099"/>
                </a:lnTo>
                <a:lnTo>
                  <a:pt x="5205" y="24957"/>
                </a:lnTo>
                <a:lnTo>
                  <a:pt x="5344" y="24777"/>
                </a:lnTo>
                <a:lnTo>
                  <a:pt x="5444" y="24583"/>
                </a:lnTo>
                <a:lnTo>
                  <a:pt x="5532" y="24403"/>
                </a:lnTo>
                <a:lnTo>
                  <a:pt x="5620" y="24261"/>
                </a:lnTo>
                <a:lnTo>
                  <a:pt x="5708" y="24067"/>
                </a:lnTo>
                <a:lnTo>
                  <a:pt x="5847" y="23874"/>
                </a:lnTo>
                <a:lnTo>
                  <a:pt x="5947" y="23693"/>
                </a:lnTo>
                <a:lnTo>
                  <a:pt x="6035" y="23551"/>
                </a:lnTo>
                <a:lnTo>
                  <a:pt x="6123" y="23358"/>
                </a:lnTo>
                <a:lnTo>
                  <a:pt x="6224" y="23177"/>
                </a:lnTo>
                <a:lnTo>
                  <a:pt x="6349" y="22984"/>
                </a:lnTo>
                <a:lnTo>
                  <a:pt x="6450" y="22803"/>
                </a:lnTo>
                <a:lnTo>
                  <a:pt x="6538" y="22661"/>
                </a:lnTo>
                <a:lnTo>
                  <a:pt x="6626" y="22468"/>
                </a:lnTo>
                <a:lnTo>
                  <a:pt x="6727" y="22287"/>
                </a:lnTo>
                <a:lnTo>
                  <a:pt x="6852" y="22094"/>
                </a:lnTo>
                <a:lnTo>
                  <a:pt x="6953" y="21952"/>
                </a:lnTo>
                <a:lnTo>
                  <a:pt x="7041" y="21758"/>
                </a:lnTo>
                <a:lnTo>
                  <a:pt x="7129" y="21578"/>
                </a:lnTo>
                <a:lnTo>
                  <a:pt x="7230" y="21436"/>
                </a:lnTo>
                <a:lnTo>
                  <a:pt x="7368" y="21243"/>
                </a:lnTo>
                <a:lnTo>
                  <a:pt x="7456" y="21062"/>
                </a:lnTo>
                <a:lnTo>
                  <a:pt x="7544" y="20869"/>
                </a:lnTo>
                <a:lnTo>
                  <a:pt x="7632" y="20727"/>
                </a:lnTo>
                <a:lnTo>
                  <a:pt x="7733" y="20546"/>
                </a:lnTo>
                <a:lnTo>
                  <a:pt x="7871" y="20353"/>
                </a:lnTo>
                <a:lnTo>
                  <a:pt x="7959" y="20172"/>
                </a:lnTo>
                <a:lnTo>
                  <a:pt x="8047" y="20030"/>
                </a:lnTo>
                <a:lnTo>
                  <a:pt x="8135" y="19837"/>
                </a:lnTo>
                <a:lnTo>
                  <a:pt x="8236" y="19643"/>
                </a:lnTo>
                <a:lnTo>
                  <a:pt x="8374" y="19514"/>
                </a:lnTo>
                <a:lnTo>
                  <a:pt x="8462" y="19321"/>
                </a:lnTo>
                <a:lnTo>
                  <a:pt x="8550" y="19127"/>
                </a:lnTo>
                <a:lnTo>
                  <a:pt x="8638" y="18947"/>
                </a:lnTo>
                <a:lnTo>
                  <a:pt x="8739" y="18805"/>
                </a:lnTo>
                <a:lnTo>
                  <a:pt x="8877" y="18611"/>
                </a:lnTo>
                <a:lnTo>
                  <a:pt x="8965" y="18431"/>
                </a:lnTo>
                <a:lnTo>
                  <a:pt x="9053" y="18289"/>
                </a:lnTo>
                <a:lnTo>
                  <a:pt x="9141" y="18095"/>
                </a:lnTo>
                <a:lnTo>
                  <a:pt x="9242" y="17915"/>
                </a:lnTo>
                <a:lnTo>
                  <a:pt x="9380" y="17773"/>
                </a:lnTo>
                <a:lnTo>
                  <a:pt x="9468" y="17580"/>
                </a:lnTo>
                <a:lnTo>
                  <a:pt x="9556" y="17399"/>
                </a:lnTo>
                <a:lnTo>
                  <a:pt x="9644" y="17257"/>
                </a:lnTo>
                <a:lnTo>
                  <a:pt x="9745" y="17064"/>
                </a:lnTo>
                <a:lnTo>
                  <a:pt x="9883" y="16870"/>
                </a:lnTo>
                <a:lnTo>
                  <a:pt x="9971" y="16690"/>
                </a:lnTo>
                <a:lnTo>
                  <a:pt x="10059" y="16548"/>
                </a:lnTo>
                <a:lnTo>
                  <a:pt x="10159" y="16354"/>
                </a:lnTo>
                <a:lnTo>
                  <a:pt x="10247" y="16174"/>
                </a:lnTo>
                <a:lnTo>
                  <a:pt x="10386" y="16032"/>
                </a:lnTo>
                <a:lnTo>
                  <a:pt x="10474" y="15838"/>
                </a:lnTo>
                <a:lnTo>
                  <a:pt x="10562" y="15658"/>
                </a:lnTo>
                <a:lnTo>
                  <a:pt x="10662" y="15516"/>
                </a:lnTo>
                <a:lnTo>
                  <a:pt x="10750" y="15322"/>
                </a:lnTo>
                <a:lnTo>
                  <a:pt x="10889" y="15180"/>
                </a:lnTo>
                <a:lnTo>
                  <a:pt x="10977" y="15000"/>
                </a:lnTo>
                <a:lnTo>
                  <a:pt x="11065" y="14806"/>
                </a:lnTo>
                <a:lnTo>
                  <a:pt x="11165" y="14665"/>
                </a:lnTo>
                <a:lnTo>
                  <a:pt x="11253" y="14484"/>
                </a:lnTo>
                <a:lnTo>
                  <a:pt x="11392" y="14291"/>
                </a:lnTo>
                <a:lnTo>
                  <a:pt x="11480" y="14149"/>
                </a:lnTo>
                <a:lnTo>
                  <a:pt x="11568" y="13955"/>
                </a:lnTo>
                <a:lnTo>
                  <a:pt x="11668" y="13775"/>
                </a:lnTo>
                <a:lnTo>
                  <a:pt x="11756" y="13633"/>
                </a:lnTo>
                <a:lnTo>
                  <a:pt x="11895" y="13439"/>
                </a:lnTo>
                <a:lnTo>
                  <a:pt x="11983" y="13259"/>
                </a:lnTo>
                <a:lnTo>
                  <a:pt x="12071" y="13117"/>
                </a:lnTo>
                <a:lnTo>
                  <a:pt x="12171" y="12923"/>
                </a:lnTo>
                <a:lnTo>
                  <a:pt x="12259" y="12781"/>
                </a:lnTo>
                <a:lnTo>
                  <a:pt x="12398" y="12601"/>
                </a:lnTo>
                <a:lnTo>
                  <a:pt x="12486" y="12407"/>
                </a:lnTo>
                <a:lnTo>
                  <a:pt x="12574" y="12266"/>
                </a:lnTo>
                <a:lnTo>
                  <a:pt x="12674" y="12085"/>
                </a:lnTo>
                <a:lnTo>
                  <a:pt x="12762" y="11943"/>
                </a:lnTo>
                <a:lnTo>
                  <a:pt x="12901" y="11750"/>
                </a:lnTo>
                <a:lnTo>
                  <a:pt x="12989" y="11569"/>
                </a:lnTo>
                <a:lnTo>
                  <a:pt x="13077" y="11427"/>
                </a:lnTo>
                <a:lnTo>
                  <a:pt x="13177" y="11234"/>
                </a:lnTo>
                <a:lnTo>
                  <a:pt x="13265" y="11092"/>
                </a:lnTo>
                <a:lnTo>
                  <a:pt x="13404" y="10911"/>
                </a:lnTo>
                <a:lnTo>
                  <a:pt x="13492" y="10718"/>
                </a:lnTo>
                <a:lnTo>
                  <a:pt x="13592" y="10576"/>
                </a:lnTo>
                <a:lnTo>
                  <a:pt x="13680" y="10382"/>
                </a:lnTo>
                <a:lnTo>
                  <a:pt x="13768" y="10253"/>
                </a:lnTo>
                <a:lnTo>
                  <a:pt x="13907" y="10060"/>
                </a:lnTo>
                <a:lnTo>
                  <a:pt x="13995" y="9866"/>
                </a:lnTo>
                <a:lnTo>
                  <a:pt x="14095" y="9725"/>
                </a:lnTo>
                <a:lnTo>
                  <a:pt x="14183" y="9544"/>
                </a:lnTo>
                <a:lnTo>
                  <a:pt x="14271" y="9402"/>
                </a:lnTo>
                <a:lnTo>
                  <a:pt x="14410" y="9209"/>
                </a:lnTo>
                <a:lnTo>
                  <a:pt x="14498" y="9067"/>
                </a:lnTo>
                <a:lnTo>
                  <a:pt x="14598" y="8886"/>
                </a:lnTo>
                <a:lnTo>
                  <a:pt x="14686" y="8693"/>
                </a:lnTo>
                <a:lnTo>
                  <a:pt x="14774" y="8551"/>
                </a:lnTo>
                <a:lnTo>
                  <a:pt x="14913" y="8370"/>
                </a:lnTo>
                <a:lnTo>
                  <a:pt x="15001" y="8228"/>
                </a:lnTo>
                <a:lnTo>
                  <a:pt x="15101" y="8035"/>
                </a:lnTo>
                <a:lnTo>
                  <a:pt x="15189" y="7893"/>
                </a:lnTo>
                <a:lnTo>
                  <a:pt x="15277" y="7713"/>
                </a:lnTo>
                <a:lnTo>
                  <a:pt x="15415" y="7571"/>
                </a:lnTo>
                <a:lnTo>
                  <a:pt x="15503" y="7377"/>
                </a:lnTo>
                <a:lnTo>
                  <a:pt x="15604" y="7235"/>
                </a:lnTo>
                <a:lnTo>
                  <a:pt x="15692" y="7055"/>
                </a:lnTo>
                <a:lnTo>
                  <a:pt x="15780" y="6861"/>
                </a:lnTo>
                <a:lnTo>
                  <a:pt x="15918" y="6719"/>
                </a:lnTo>
                <a:lnTo>
                  <a:pt x="16006" y="6539"/>
                </a:lnTo>
                <a:lnTo>
                  <a:pt x="16107" y="6397"/>
                </a:lnTo>
                <a:lnTo>
                  <a:pt x="16195" y="6203"/>
                </a:lnTo>
                <a:lnTo>
                  <a:pt x="16283" y="6062"/>
                </a:lnTo>
                <a:lnTo>
                  <a:pt x="16421" y="5881"/>
                </a:lnTo>
                <a:lnTo>
                  <a:pt x="16509" y="5739"/>
                </a:lnTo>
                <a:lnTo>
                  <a:pt x="16610" y="5546"/>
                </a:lnTo>
                <a:lnTo>
                  <a:pt x="16698" y="5404"/>
                </a:lnTo>
                <a:lnTo>
                  <a:pt x="16786" y="5223"/>
                </a:lnTo>
                <a:lnTo>
                  <a:pt x="16924" y="5081"/>
                </a:lnTo>
                <a:lnTo>
                  <a:pt x="17012" y="4888"/>
                </a:lnTo>
                <a:lnTo>
                  <a:pt x="17113" y="4746"/>
                </a:lnTo>
                <a:lnTo>
                  <a:pt x="17201" y="4565"/>
                </a:lnTo>
                <a:lnTo>
                  <a:pt x="17289" y="4424"/>
                </a:lnTo>
                <a:lnTo>
                  <a:pt x="17427" y="4230"/>
                </a:lnTo>
                <a:lnTo>
                  <a:pt x="17528" y="4088"/>
                </a:lnTo>
                <a:lnTo>
                  <a:pt x="17616" y="3908"/>
                </a:lnTo>
                <a:lnTo>
                  <a:pt x="17704" y="3766"/>
                </a:lnTo>
                <a:lnTo>
                  <a:pt x="17792" y="3572"/>
                </a:lnTo>
                <a:lnTo>
                  <a:pt x="17930" y="3430"/>
                </a:lnTo>
                <a:lnTo>
                  <a:pt x="18031" y="3250"/>
                </a:lnTo>
                <a:lnTo>
                  <a:pt x="18119" y="3108"/>
                </a:lnTo>
                <a:lnTo>
                  <a:pt x="18207" y="2914"/>
                </a:lnTo>
                <a:lnTo>
                  <a:pt x="18295" y="2773"/>
                </a:lnTo>
                <a:lnTo>
                  <a:pt x="18433" y="2592"/>
                </a:lnTo>
                <a:lnTo>
                  <a:pt x="18534" y="2450"/>
                </a:lnTo>
                <a:lnTo>
                  <a:pt x="18622" y="2257"/>
                </a:lnTo>
                <a:lnTo>
                  <a:pt x="18710" y="2115"/>
                </a:lnTo>
                <a:lnTo>
                  <a:pt x="18798" y="1973"/>
                </a:lnTo>
                <a:lnTo>
                  <a:pt x="18936" y="1792"/>
                </a:lnTo>
                <a:lnTo>
                  <a:pt x="19037" y="1650"/>
                </a:lnTo>
                <a:lnTo>
                  <a:pt x="19125" y="1457"/>
                </a:lnTo>
                <a:lnTo>
                  <a:pt x="19213" y="1315"/>
                </a:lnTo>
                <a:lnTo>
                  <a:pt x="19301" y="1135"/>
                </a:lnTo>
                <a:lnTo>
                  <a:pt x="19439" y="993"/>
                </a:lnTo>
                <a:lnTo>
                  <a:pt x="19540" y="799"/>
                </a:lnTo>
                <a:lnTo>
                  <a:pt x="19628" y="657"/>
                </a:lnTo>
                <a:lnTo>
                  <a:pt x="19716" y="477"/>
                </a:lnTo>
                <a:lnTo>
                  <a:pt x="19816" y="335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989117" y="5060943"/>
            <a:ext cx="20043" cy="29665"/>
          </a:xfrm>
          <a:custGeom>
            <a:avLst/>
            <a:gdLst/>
            <a:ahLst/>
            <a:cxnLst/>
            <a:rect l="l" t="t" r="r" b="b"/>
            <a:pathLst>
              <a:path w="20043" h="29665">
                <a:moveTo>
                  <a:pt x="0" y="29665"/>
                </a:moveTo>
                <a:lnTo>
                  <a:pt x="88" y="29523"/>
                </a:lnTo>
                <a:lnTo>
                  <a:pt x="176" y="29343"/>
                </a:lnTo>
                <a:lnTo>
                  <a:pt x="276" y="29201"/>
                </a:lnTo>
                <a:lnTo>
                  <a:pt x="402" y="29007"/>
                </a:lnTo>
                <a:lnTo>
                  <a:pt x="502" y="28865"/>
                </a:lnTo>
                <a:lnTo>
                  <a:pt x="590" y="28723"/>
                </a:lnTo>
                <a:lnTo>
                  <a:pt x="679" y="28543"/>
                </a:lnTo>
                <a:lnTo>
                  <a:pt x="779" y="28401"/>
                </a:lnTo>
                <a:lnTo>
                  <a:pt x="917" y="28207"/>
                </a:lnTo>
                <a:lnTo>
                  <a:pt x="1005" y="28066"/>
                </a:lnTo>
                <a:lnTo>
                  <a:pt x="1093" y="27924"/>
                </a:lnTo>
                <a:lnTo>
                  <a:pt x="1181" y="27743"/>
                </a:lnTo>
                <a:lnTo>
                  <a:pt x="1282" y="27601"/>
                </a:lnTo>
                <a:lnTo>
                  <a:pt x="1420" y="27408"/>
                </a:lnTo>
                <a:lnTo>
                  <a:pt x="1508" y="27266"/>
                </a:lnTo>
                <a:lnTo>
                  <a:pt x="1596" y="27124"/>
                </a:lnTo>
                <a:lnTo>
                  <a:pt x="1684" y="26943"/>
                </a:lnTo>
                <a:lnTo>
                  <a:pt x="1785" y="26802"/>
                </a:lnTo>
                <a:lnTo>
                  <a:pt x="1923" y="26608"/>
                </a:lnTo>
                <a:lnTo>
                  <a:pt x="2011" y="26466"/>
                </a:lnTo>
                <a:lnTo>
                  <a:pt x="2099" y="26324"/>
                </a:lnTo>
                <a:lnTo>
                  <a:pt x="2187" y="26144"/>
                </a:lnTo>
                <a:lnTo>
                  <a:pt x="2288" y="26002"/>
                </a:lnTo>
                <a:lnTo>
                  <a:pt x="2426" y="25860"/>
                </a:lnTo>
                <a:lnTo>
                  <a:pt x="2514" y="25667"/>
                </a:lnTo>
                <a:lnTo>
                  <a:pt x="2602" y="25525"/>
                </a:lnTo>
                <a:lnTo>
                  <a:pt x="2690" y="25344"/>
                </a:lnTo>
                <a:lnTo>
                  <a:pt x="2791" y="25202"/>
                </a:lnTo>
                <a:lnTo>
                  <a:pt x="2929" y="25060"/>
                </a:lnTo>
                <a:lnTo>
                  <a:pt x="3017" y="24867"/>
                </a:lnTo>
                <a:lnTo>
                  <a:pt x="3105" y="24725"/>
                </a:lnTo>
                <a:lnTo>
                  <a:pt x="3193" y="24583"/>
                </a:lnTo>
                <a:lnTo>
                  <a:pt x="3294" y="24403"/>
                </a:lnTo>
                <a:lnTo>
                  <a:pt x="3432" y="24261"/>
                </a:lnTo>
                <a:lnTo>
                  <a:pt x="3520" y="24119"/>
                </a:lnTo>
                <a:lnTo>
                  <a:pt x="3608" y="23925"/>
                </a:lnTo>
                <a:lnTo>
                  <a:pt x="3709" y="23796"/>
                </a:lnTo>
                <a:lnTo>
                  <a:pt x="3797" y="23654"/>
                </a:lnTo>
                <a:lnTo>
                  <a:pt x="3935" y="23461"/>
                </a:lnTo>
                <a:lnTo>
                  <a:pt x="4023" y="23319"/>
                </a:lnTo>
                <a:lnTo>
                  <a:pt x="4111" y="23177"/>
                </a:lnTo>
                <a:lnTo>
                  <a:pt x="4212" y="22997"/>
                </a:lnTo>
                <a:lnTo>
                  <a:pt x="4300" y="22855"/>
                </a:lnTo>
                <a:lnTo>
                  <a:pt x="4438" y="22713"/>
                </a:lnTo>
                <a:lnTo>
                  <a:pt x="4526" y="22519"/>
                </a:lnTo>
                <a:lnTo>
                  <a:pt x="4614" y="22378"/>
                </a:lnTo>
                <a:lnTo>
                  <a:pt x="4715" y="22236"/>
                </a:lnTo>
                <a:lnTo>
                  <a:pt x="4803" y="22055"/>
                </a:lnTo>
                <a:lnTo>
                  <a:pt x="4941" y="21913"/>
                </a:lnTo>
                <a:lnTo>
                  <a:pt x="5029" y="21771"/>
                </a:lnTo>
                <a:lnTo>
                  <a:pt x="5117" y="21629"/>
                </a:lnTo>
                <a:lnTo>
                  <a:pt x="5218" y="21436"/>
                </a:lnTo>
                <a:lnTo>
                  <a:pt x="5306" y="21294"/>
                </a:lnTo>
                <a:lnTo>
                  <a:pt x="5444" y="21152"/>
                </a:lnTo>
                <a:lnTo>
                  <a:pt x="5532" y="20972"/>
                </a:lnTo>
                <a:lnTo>
                  <a:pt x="5620" y="20830"/>
                </a:lnTo>
                <a:lnTo>
                  <a:pt x="5721" y="20688"/>
                </a:lnTo>
                <a:lnTo>
                  <a:pt x="5809" y="20494"/>
                </a:lnTo>
                <a:lnTo>
                  <a:pt x="5947" y="20353"/>
                </a:lnTo>
                <a:lnTo>
                  <a:pt x="6035" y="20224"/>
                </a:lnTo>
                <a:lnTo>
                  <a:pt x="6123" y="20082"/>
                </a:lnTo>
                <a:lnTo>
                  <a:pt x="6224" y="19888"/>
                </a:lnTo>
                <a:lnTo>
                  <a:pt x="6312" y="19746"/>
                </a:lnTo>
                <a:lnTo>
                  <a:pt x="6450" y="19605"/>
                </a:lnTo>
                <a:lnTo>
                  <a:pt x="6538" y="19463"/>
                </a:lnTo>
                <a:lnTo>
                  <a:pt x="6626" y="19282"/>
                </a:lnTo>
                <a:lnTo>
                  <a:pt x="6727" y="19140"/>
                </a:lnTo>
                <a:lnTo>
                  <a:pt x="6815" y="18998"/>
                </a:lnTo>
                <a:lnTo>
                  <a:pt x="6953" y="18856"/>
                </a:lnTo>
                <a:lnTo>
                  <a:pt x="7041" y="18663"/>
                </a:lnTo>
                <a:lnTo>
                  <a:pt x="7142" y="18521"/>
                </a:lnTo>
                <a:lnTo>
                  <a:pt x="7230" y="18379"/>
                </a:lnTo>
                <a:lnTo>
                  <a:pt x="7318" y="18237"/>
                </a:lnTo>
                <a:lnTo>
                  <a:pt x="7456" y="18057"/>
                </a:lnTo>
                <a:lnTo>
                  <a:pt x="7544" y="17915"/>
                </a:lnTo>
                <a:lnTo>
                  <a:pt x="7645" y="17773"/>
                </a:lnTo>
                <a:lnTo>
                  <a:pt x="7733" y="17631"/>
                </a:lnTo>
                <a:lnTo>
                  <a:pt x="7821" y="17451"/>
                </a:lnTo>
                <a:lnTo>
                  <a:pt x="7959" y="17309"/>
                </a:lnTo>
                <a:lnTo>
                  <a:pt x="8047" y="17167"/>
                </a:lnTo>
                <a:lnTo>
                  <a:pt x="8148" y="17025"/>
                </a:lnTo>
                <a:lnTo>
                  <a:pt x="8236" y="16831"/>
                </a:lnTo>
                <a:lnTo>
                  <a:pt x="8324" y="16690"/>
                </a:lnTo>
                <a:lnTo>
                  <a:pt x="8462" y="16548"/>
                </a:lnTo>
                <a:lnTo>
                  <a:pt x="8550" y="16406"/>
                </a:lnTo>
                <a:lnTo>
                  <a:pt x="8651" y="16264"/>
                </a:lnTo>
                <a:lnTo>
                  <a:pt x="8739" y="16083"/>
                </a:lnTo>
                <a:lnTo>
                  <a:pt x="8827" y="15941"/>
                </a:lnTo>
                <a:lnTo>
                  <a:pt x="8965" y="15800"/>
                </a:lnTo>
                <a:lnTo>
                  <a:pt x="9053" y="15658"/>
                </a:lnTo>
                <a:lnTo>
                  <a:pt x="9154" y="15516"/>
                </a:lnTo>
                <a:lnTo>
                  <a:pt x="9242" y="15335"/>
                </a:lnTo>
                <a:lnTo>
                  <a:pt x="9330" y="15193"/>
                </a:lnTo>
                <a:lnTo>
                  <a:pt x="9468" y="15052"/>
                </a:lnTo>
                <a:lnTo>
                  <a:pt x="9556" y="14910"/>
                </a:lnTo>
                <a:lnTo>
                  <a:pt x="9656" y="14768"/>
                </a:lnTo>
                <a:lnTo>
                  <a:pt x="9745" y="14574"/>
                </a:lnTo>
                <a:lnTo>
                  <a:pt x="9833" y="14432"/>
                </a:lnTo>
                <a:lnTo>
                  <a:pt x="9971" y="14291"/>
                </a:lnTo>
                <a:lnTo>
                  <a:pt x="10059" y="14149"/>
                </a:lnTo>
                <a:lnTo>
                  <a:pt x="10159" y="14007"/>
                </a:lnTo>
                <a:lnTo>
                  <a:pt x="10247" y="13878"/>
                </a:lnTo>
                <a:lnTo>
                  <a:pt x="10335" y="13684"/>
                </a:lnTo>
                <a:lnTo>
                  <a:pt x="10474" y="13542"/>
                </a:lnTo>
                <a:lnTo>
                  <a:pt x="10562" y="13401"/>
                </a:lnTo>
                <a:lnTo>
                  <a:pt x="10662" y="13259"/>
                </a:lnTo>
                <a:lnTo>
                  <a:pt x="10750" y="13117"/>
                </a:lnTo>
                <a:lnTo>
                  <a:pt x="10838" y="12975"/>
                </a:lnTo>
                <a:lnTo>
                  <a:pt x="10977" y="12794"/>
                </a:lnTo>
                <a:lnTo>
                  <a:pt x="11077" y="12652"/>
                </a:lnTo>
                <a:lnTo>
                  <a:pt x="11165" y="12511"/>
                </a:lnTo>
                <a:lnTo>
                  <a:pt x="11253" y="12369"/>
                </a:lnTo>
                <a:lnTo>
                  <a:pt x="11341" y="12227"/>
                </a:lnTo>
                <a:lnTo>
                  <a:pt x="11480" y="12085"/>
                </a:lnTo>
                <a:lnTo>
                  <a:pt x="11580" y="11943"/>
                </a:lnTo>
                <a:lnTo>
                  <a:pt x="11668" y="11763"/>
                </a:lnTo>
                <a:lnTo>
                  <a:pt x="11756" y="11621"/>
                </a:lnTo>
                <a:lnTo>
                  <a:pt x="11844" y="11479"/>
                </a:lnTo>
                <a:lnTo>
                  <a:pt x="11983" y="11337"/>
                </a:lnTo>
                <a:lnTo>
                  <a:pt x="12083" y="11195"/>
                </a:lnTo>
                <a:lnTo>
                  <a:pt x="12171" y="11053"/>
                </a:lnTo>
                <a:lnTo>
                  <a:pt x="12259" y="10911"/>
                </a:lnTo>
                <a:lnTo>
                  <a:pt x="12347" y="10769"/>
                </a:lnTo>
                <a:lnTo>
                  <a:pt x="12486" y="10576"/>
                </a:lnTo>
                <a:lnTo>
                  <a:pt x="12586" y="10434"/>
                </a:lnTo>
                <a:lnTo>
                  <a:pt x="12674" y="10305"/>
                </a:lnTo>
                <a:lnTo>
                  <a:pt x="12762" y="10163"/>
                </a:lnTo>
                <a:lnTo>
                  <a:pt x="12850" y="10021"/>
                </a:lnTo>
                <a:lnTo>
                  <a:pt x="12989" y="9879"/>
                </a:lnTo>
                <a:lnTo>
                  <a:pt x="13089" y="9738"/>
                </a:lnTo>
                <a:lnTo>
                  <a:pt x="13177" y="9596"/>
                </a:lnTo>
                <a:lnTo>
                  <a:pt x="13265" y="9454"/>
                </a:lnTo>
                <a:lnTo>
                  <a:pt x="13353" y="9312"/>
                </a:lnTo>
                <a:lnTo>
                  <a:pt x="13492" y="9170"/>
                </a:lnTo>
                <a:lnTo>
                  <a:pt x="13592" y="8989"/>
                </a:lnTo>
                <a:lnTo>
                  <a:pt x="13680" y="8848"/>
                </a:lnTo>
                <a:lnTo>
                  <a:pt x="13768" y="8706"/>
                </a:lnTo>
                <a:lnTo>
                  <a:pt x="13869" y="8564"/>
                </a:lnTo>
                <a:lnTo>
                  <a:pt x="13995" y="8422"/>
                </a:lnTo>
                <a:lnTo>
                  <a:pt x="14095" y="8280"/>
                </a:lnTo>
                <a:lnTo>
                  <a:pt x="14183" y="8138"/>
                </a:lnTo>
                <a:lnTo>
                  <a:pt x="14271" y="7996"/>
                </a:lnTo>
                <a:lnTo>
                  <a:pt x="14372" y="7854"/>
                </a:lnTo>
                <a:lnTo>
                  <a:pt x="14498" y="7713"/>
                </a:lnTo>
                <a:lnTo>
                  <a:pt x="14598" y="7571"/>
                </a:lnTo>
                <a:lnTo>
                  <a:pt x="14686" y="7429"/>
                </a:lnTo>
                <a:lnTo>
                  <a:pt x="14774" y="7287"/>
                </a:lnTo>
                <a:lnTo>
                  <a:pt x="14875" y="7145"/>
                </a:lnTo>
                <a:lnTo>
                  <a:pt x="15013" y="7003"/>
                </a:lnTo>
                <a:lnTo>
                  <a:pt x="15101" y="6874"/>
                </a:lnTo>
                <a:lnTo>
                  <a:pt x="15189" y="6681"/>
                </a:lnTo>
                <a:lnTo>
                  <a:pt x="15277" y="6539"/>
                </a:lnTo>
                <a:lnTo>
                  <a:pt x="15378" y="6397"/>
                </a:lnTo>
                <a:lnTo>
                  <a:pt x="15516" y="6255"/>
                </a:lnTo>
                <a:lnTo>
                  <a:pt x="15604" y="6113"/>
                </a:lnTo>
                <a:lnTo>
                  <a:pt x="15692" y="5971"/>
                </a:lnTo>
                <a:lnTo>
                  <a:pt x="15780" y="5829"/>
                </a:lnTo>
                <a:lnTo>
                  <a:pt x="15881" y="5688"/>
                </a:lnTo>
                <a:lnTo>
                  <a:pt x="16019" y="5546"/>
                </a:lnTo>
                <a:lnTo>
                  <a:pt x="16107" y="5417"/>
                </a:lnTo>
                <a:lnTo>
                  <a:pt x="16195" y="5275"/>
                </a:lnTo>
                <a:lnTo>
                  <a:pt x="16283" y="5133"/>
                </a:lnTo>
                <a:lnTo>
                  <a:pt x="16384" y="4991"/>
                </a:lnTo>
                <a:lnTo>
                  <a:pt x="16522" y="4849"/>
                </a:lnTo>
                <a:lnTo>
                  <a:pt x="16610" y="4707"/>
                </a:lnTo>
                <a:lnTo>
                  <a:pt x="16698" y="4565"/>
                </a:lnTo>
                <a:lnTo>
                  <a:pt x="16786" y="4424"/>
                </a:lnTo>
                <a:lnTo>
                  <a:pt x="16887" y="4282"/>
                </a:lnTo>
                <a:lnTo>
                  <a:pt x="17025" y="4140"/>
                </a:lnTo>
                <a:lnTo>
                  <a:pt x="17113" y="3998"/>
                </a:lnTo>
                <a:lnTo>
                  <a:pt x="17201" y="3856"/>
                </a:lnTo>
                <a:lnTo>
                  <a:pt x="17302" y="3714"/>
                </a:lnTo>
                <a:lnTo>
                  <a:pt x="17390" y="3572"/>
                </a:lnTo>
                <a:lnTo>
                  <a:pt x="17528" y="3430"/>
                </a:lnTo>
                <a:lnTo>
                  <a:pt x="17616" y="3301"/>
                </a:lnTo>
                <a:lnTo>
                  <a:pt x="17704" y="3160"/>
                </a:lnTo>
                <a:lnTo>
                  <a:pt x="17805" y="3018"/>
                </a:lnTo>
                <a:lnTo>
                  <a:pt x="17893" y="2876"/>
                </a:lnTo>
                <a:lnTo>
                  <a:pt x="18031" y="2734"/>
                </a:lnTo>
                <a:lnTo>
                  <a:pt x="18207" y="2502"/>
                </a:lnTo>
                <a:lnTo>
                  <a:pt x="18308" y="2360"/>
                </a:lnTo>
                <a:lnTo>
                  <a:pt x="18396" y="2218"/>
                </a:lnTo>
                <a:lnTo>
                  <a:pt x="18534" y="2076"/>
                </a:lnTo>
                <a:lnTo>
                  <a:pt x="18622" y="1934"/>
                </a:lnTo>
                <a:lnTo>
                  <a:pt x="18710" y="1792"/>
                </a:lnTo>
                <a:lnTo>
                  <a:pt x="18811" y="1650"/>
                </a:lnTo>
                <a:lnTo>
                  <a:pt x="18899" y="1509"/>
                </a:lnTo>
                <a:lnTo>
                  <a:pt x="19037" y="1367"/>
                </a:lnTo>
                <a:lnTo>
                  <a:pt x="19125" y="1225"/>
                </a:lnTo>
                <a:lnTo>
                  <a:pt x="19213" y="1083"/>
                </a:lnTo>
                <a:lnTo>
                  <a:pt x="19313" y="941"/>
                </a:lnTo>
                <a:lnTo>
                  <a:pt x="19401" y="799"/>
                </a:lnTo>
                <a:lnTo>
                  <a:pt x="19540" y="657"/>
                </a:lnTo>
                <a:lnTo>
                  <a:pt x="19628" y="528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009161" y="5036360"/>
            <a:ext cx="19992" cy="24583"/>
          </a:xfrm>
          <a:custGeom>
            <a:avLst/>
            <a:gdLst/>
            <a:ahLst/>
            <a:cxnLst/>
            <a:rect l="l" t="t" r="r" b="b"/>
            <a:pathLst>
              <a:path w="19992" h="24583">
                <a:moveTo>
                  <a:pt x="0" y="24583"/>
                </a:moveTo>
                <a:lnTo>
                  <a:pt x="88" y="24441"/>
                </a:lnTo>
                <a:lnTo>
                  <a:pt x="176" y="24312"/>
                </a:lnTo>
                <a:lnTo>
                  <a:pt x="276" y="24170"/>
                </a:lnTo>
                <a:lnTo>
                  <a:pt x="364" y="24029"/>
                </a:lnTo>
                <a:lnTo>
                  <a:pt x="502" y="23887"/>
                </a:lnTo>
                <a:lnTo>
                  <a:pt x="590" y="23745"/>
                </a:lnTo>
                <a:lnTo>
                  <a:pt x="779" y="23513"/>
                </a:lnTo>
                <a:lnTo>
                  <a:pt x="867" y="23371"/>
                </a:lnTo>
                <a:lnTo>
                  <a:pt x="1005" y="23229"/>
                </a:lnTo>
                <a:lnTo>
                  <a:pt x="1093" y="23087"/>
                </a:lnTo>
                <a:lnTo>
                  <a:pt x="1194" y="22945"/>
                </a:lnTo>
                <a:lnTo>
                  <a:pt x="1282" y="22803"/>
                </a:lnTo>
                <a:lnTo>
                  <a:pt x="1370" y="22661"/>
                </a:lnTo>
                <a:lnTo>
                  <a:pt x="1508" y="22571"/>
                </a:lnTo>
                <a:lnTo>
                  <a:pt x="1596" y="22429"/>
                </a:lnTo>
                <a:lnTo>
                  <a:pt x="1697" y="22287"/>
                </a:lnTo>
                <a:lnTo>
                  <a:pt x="1785" y="22145"/>
                </a:lnTo>
                <a:lnTo>
                  <a:pt x="1873" y="22004"/>
                </a:lnTo>
                <a:lnTo>
                  <a:pt x="2011" y="21862"/>
                </a:lnTo>
                <a:lnTo>
                  <a:pt x="2099" y="21720"/>
                </a:lnTo>
                <a:lnTo>
                  <a:pt x="2288" y="21488"/>
                </a:lnTo>
                <a:lnTo>
                  <a:pt x="2376" y="21346"/>
                </a:lnTo>
                <a:lnTo>
                  <a:pt x="2514" y="21204"/>
                </a:lnTo>
                <a:lnTo>
                  <a:pt x="2602" y="21062"/>
                </a:lnTo>
                <a:lnTo>
                  <a:pt x="2703" y="20920"/>
                </a:lnTo>
                <a:lnTo>
                  <a:pt x="2791" y="20778"/>
                </a:lnTo>
                <a:lnTo>
                  <a:pt x="3017" y="20546"/>
                </a:lnTo>
                <a:lnTo>
                  <a:pt x="3105" y="20404"/>
                </a:lnTo>
                <a:lnTo>
                  <a:pt x="3206" y="20262"/>
                </a:lnTo>
                <a:lnTo>
                  <a:pt x="3294" y="20120"/>
                </a:lnTo>
                <a:lnTo>
                  <a:pt x="3520" y="19888"/>
                </a:lnTo>
                <a:lnTo>
                  <a:pt x="3608" y="19746"/>
                </a:lnTo>
                <a:lnTo>
                  <a:pt x="3709" y="19605"/>
                </a:lnTo>
                <a:lnTo>
                  <a:pt x="3797" y="19463"/>
                </a:lnTo>
                <a:lnTo>
                  <a:pt x="4023" y="19230"/>
                </a:lnTo>
                <a:lnTo>
                  <a:pt x="4111" y="19089"/>
                </a:lnTo>
                <a:lnTo>
                  <a:pt x="4212" y="18947"/>
                </a:lnTo>
                <a:lnTo>
                  <a:pt x="4300" y="18805"/>
                </a:lnTo>
                <a:lnTo>
                  <a:pt x="4526" y="18573"/>
                </a:lnTo>
                <a:lnTo>
                  <a:pt x="4627" y="18431"/>
                </a:lnTo>
                <a:lnTo>
                  <a:pt x="4715" y="18289"/>
                </a:lnTo>
                <a:lnTo>
                  <a:pt x="4803" y="18147"/>
                </a:lnTo>
                <a:lnTo>
                  <a:pt x="5029" y="17915"/>
                </a:lnTo>
                <a:lnTo>
                  <a:pt x="5130" y="17773"/>
                </a:lnTo>
                <a:lnTo>
                  <a:pt x="5218" y="17631"/>
                </a:lnTo>
                <a:lnTo>
                  <a:pt x="5394" y="17399"/>
                </a:lnTo>
                <a:lnTo>
                  <a:pt x="5532" y="17257"/>
                </a:lnTo>
                <a:lnTo>
                  <a:pt x="5633" y="17115"/>
                </a:lnTo>
                <a:lnTo>
                  <a:pt x="5809" y="16883"/>
                </a:lnTo>
                <a:lnTo>
                  <a:pt x="5897" y="16741"/>
                </a:lnTo>
                <a:lnTo>
                  <a:pt x="6035" y="16599"/>
                </a:lnTo>
                <a:lnTo>
                  <a:pt x="6224" y="16367"/>
                </a:lnTo>
                <a:lnTo>
                  <a:pt x="6312" y="16225"/>
                </a:lnTo>
                <a:lnTo>
                  <a:pt x="6400" y="16083"/>
                </a:lnTo>
                <a:lnTo>
                  <a:pt x="6538" y="15980"/>
                </a:lnTo>
                <a:lnTo>
                  <a:pt x="6639" y="15851"/>
                </a:lnTo>
                <a:lnTo>
                  <a:pt x="6727" y="15709"/>
                </a:lnTo>
                <a:lnTo>
                  <a:pt x="6903" y="15464"/>
                </a:lnTo>
                <a:lnTo>
                  <a:pt x="7041" y="15322"/>
                </a:lnTo>
                <a:lnTo>
                  <a:pt x="7142" y="15193"/>
                </a:lnTo>
                <a:lnTo>
                  <a:pt x="7318" y="14948"/>
                </a:lnTo>
                <a:lnTo>
                  <a:pt x="7418" y="14806"/>
                </a:lnTo>
                <a:lnTo>
                  <a:pt x="7645" y="14574"/>
                </a:lnTo>
                <a:lnTo>
                  <a:pt x="7733" y="14432"/>
                </a:lnTo>
                <a:lnTo>
                  <a:pt x="7921" y="14200"/>
                </a:lnTo>
                <a:lnTo>
                  <a:pt x="8047" y="14058"/>
                </a:lnTo>
                <a:lnTo>
                  <a:pt x="8148" y="13916"/>
                </a:lnTo>
                <a:lnTo>
                  <a:pt x="8324" y="13684"/>
                </a:lnTo>
                <a:lnTo>
                  <a:pt x="8424" y="13542"/>
                </a:lnTo>
                <a:lnTo>
                  <a:pt x="8563" y="13452"/>
                </a:lnTo>
                <a:lnTo>
                  <a:pt x="8651" y="13310"/>
                </a:lnTo>
                <a:lnTo>
                  <a:pt x="8739" y="13168"/>
                </a:lnTo>
                <a:lnTo>
                  <a:pt x="8927" y="12936"/>
                </a:lnTo>
                <a:lnTo>
                  <a:pt x="9066" y="12794"/>
                </a:lnTo>
                <a:lnTo>
                  <a:pt x="9242" y="12549"/>
                </a:lnTo>
                <a:lnTo>
                  <a:pt x="9330" y="12420"/>
                </a:lnTo>
                <a:lnTo>
                  <a:pt x="9568" y="12175"/>
                </a:lnTo>
                <a:lnTo>
                  <a:pt x="9745" y="11943"/>
                </a:lnTo>
                <a:lnTo>
                  <a:pt x="9833" y="11801"/>
                </a:lnTo>
                <a:lnTo>
                  <a:pt x="10071" y="11569"/>
                </a:lnTo>
                <a:lnTo>
                  <a:pt x="10159" y="11427"/>
                </a:lnTo>
                <a:lnTo>
                  <a:pt x="10335" y="11195"/>
                </a:lnTo>
                <a:lnTo>
                  <a:pt x="10574" y="10963"/>
                </a:lnTo>
                <a:lnTo>
                  <a:pt x="10662" y="10821"/>
                </a:lnTo>
                <a:lnTo>
                  <a:pt x="10851" y="10576"/>
                </a:lnTo>
                <a:lnTo>
                  <a:pt x="11077" y="10344"/>
                </a:lnTo>
                <a:lnTo>
                  <a:pt x="11165" y="10202"/>
                </a:lnTo>
                <a:lnTo>
                  <a:pt x="11354" y="9970"/>
                </a:lnTo>
                <a:lnTo>
                  <a:pt x="11580" y="9738"/>
                </a:lnTo>
                <a:lnTo>
                  <a:pt x="11668" y="9596"/>
                </a:lnTo>
                <a:lnTo>
                  <a:pt x="11857" y="9363"/>
                </a:lnTo>
                <a:lnTo>
                  <a:pt x="12083" y="9118"/>
                </a:lnTo>
                <a:lnTo>
                  <a:pt x="12259" y="8886"/>
                </a:lnTo>
                <a:lnTo>
                  <a:pt x="12360" y="8744"/>
                </a:lnTo>
                <a:lnTo>
                  <a:pt x="12586" y="8512"/>
                </a:lnTo>
                <a:lnTo>
                  <a:pt x="12762" y="8280"/>
                </a:lnTo>
                <a:lnTo>
                  <a:pt x="12951" y="8048"/>
                </a:lnTo>
                <a:lnTo>
                  <a:pt x="13089" y="7945"/>
                </a:lnTo>
                <a:lnTo>
                  <a:pt x="13177" y="7803"/>
                </a:lnTo>
                <a:lnTo>
                  <a:pt x="13265" y="7661"/>
                </a:lnTo>
                <a:lnTo>
                  <a:pt x="13454" y="7429"/>
                </a:lnTo>
                <a:lnTo>
                  <a:pt x="13592" y="7338"/>
                </a:lnTo>
                <a:lnTo>
                  <a:pt x="13680" y="7197"/>
                </a:lnTo>
                <a:lnTo>
                  <a:pt x="13869" y="6964"/>
                </a:lnTo>
                <a:lnTo>
                  <a:pt x="14095" y="6732"/>
                </a:lnTo>
                <a:lnTo>
                  <a:pt x="14271" y="6487"/>
                </a:lnTo>
                <a:lnTo>
                  <a:pt x="14460" y="6255"/>
                </a:lnTo>
                <a:lnTo>
                  <a:pt x="14598" y="6165"/>
                </a:lnTo>
                <a:lnTo>
                  <a:pt x="14686" y="6023"/>
                </a:lnTo>
                <a:lnTo>
                  <a:pt x="14875" y="5791"/>
                </a:lnTo>
                <a:lnTo>
                  <a:pt x="15101" y="5546"/>
                </a:lnTo>
                <a:lnTo>
                  <a:pt x="15290" y="5313"/>
                </a:lnTo>
                <a:lnTo>
                  <a:pt x="15466" y="5081"/>
                </a:lnTo>
                <a:lnTo>
                  <a:pt x="15604" y="4991"/>
                </a:lnTo>
                <a:lnTo>
                  <a:pt x="15692" y="4849"/>
                </a:lnTo>
                <a:lnTo>
                  <a:pt x="15881" y="4656"/>
                </a:lnTo>
                <a:lnTo>
                  <a:pt x="15969" y="4514"/>
                </a:lnTo>
                <a:lnTo>
                  <a:pt x="16107" y="4424"/>
                </a:lnTo>
                <a:lnTo>
                  <a:pt x="16195" y="4282"/>
                </a:lnTo>
                <a:lnTo>
                  <a:pt x="16384" y="4049"/>
                </a:lnTo>
                <a:lnTo>
                  <a:pt x="16610" y="3817"/>
                </a:lnTo>
                <a:lnTo>
                  <a:pt x="16799" y="3624"/>
                </a:lnTo>
                <a:lnTo>
                  <a:pt x="16887" y="3482"/>
                </a:lnTo>
                <a:lnTo>
                  <a:pt x="17113" y="3250"/>
                </a:lnTo>
                <a:lnTo>
                  <a:pt x="17302" y="3018"/>
                </a:lnTo>
                <a:lnTo>
                  <a:pt x="17478" y="2824"/>
                </a:lnTo>
                <a:lnTo>
                  <a:pt x="17616" y="2682"/>
                </a:lnTo>
                <a:lnTo>
                  <a:pt x="17805" y="2450"/>
                </a:lnTo>
                <a:lnTo>
                  <a:pt x="17981" y="2257"/>
                </a:lnTo>
                <a:lnTo>
                  <a:pt x="18119" y="2115"/>
                </a:lnTo>
                <a:lnTo>
                  <a:pt x="18308" y="1883"/>
                </a:lnTo>
                <a:lnTo>
                  <a:pt x="18484" y="1702"/>
                </a:lnTo>
                <a:lnTo>
                  <a:pt x="18622" y="1560"/>
                </a:lnTo>
                <a:lnTo>
                  <a:pt x="18811" y="1315"/>
                </a:lnTo>
                <a:lnTo>
                  <a:pt x="18987" y="1135"/>
                </a:lnTo>
                <a:lnTo>
                  <a:pt x="19125" y="993"/>
                </a:lnTo>
                <a:lnTo>
                  <a:pt x="19313" y="799"/>
                </a:lnTo>
                <a:lnTo>
                  <a:pt x="19401" y="657"/>
                </a:lnTo>
                <a:lnTo>
                  <a:pt x="19628" y="477"/>
                </a:lnTo>
                <a:lnTo>
                  <a:pt x="19728" y="335"/>
                </a:lnTo>
                <a:lnTo>
                  <a:pt x="19904" y="141"/>
                </a:lnTo>
                <a:lnTo>
                  <a:pt x="19992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029154" y="5017284"/>
            <a:ext cx="20055" cy="19076"/>
          </a:xfrm>
          <a:custGeom>
            <a:avLst/>
            <a:gdLst/>
            <a:ahLst/>
            <a:cxnLst/>
            <a:rect l="l" t="t" r="r" b="b"/>
            <a:pathLst>
              <a:path w="20055" h="19076">
                <a:moveTo>
                  <a:pt x="0" y="19076"/>
                </a:moveTo>
                <a:lnTo>
                  <a:pt x="138" y="18985"/>
                </a:lnTo>
                <a:lnTo>
                  <a:pt x="238" y="18844"/>
                </a:lnTo>
                <a:lnTo>
                  <a:pt x="414" y="18663"/>
                </a:lnTo>
                <a:lnTo>
                  <a:pt x="641" y="18418"/>
                </a:lnTo>
                <a:lnTo>
                  <a:pt x="829" y="18237"/>
                </a:lnTo>
                <a:lnTo>
                  <a:pt x="917" y="18095"/>
                </a:lnTo>
                <a:lnTo>
                  <a:pt x="1144" y="17902"/>
                </a:lnTo>
                <a:lnTo>
                  <a:pt x="1244" y="17760"/>
                </a:lnTo>
                <a:lnTo>
                  <a:pt x="1420" y="17580"/>
                </a:lnTo>
                <a:lnTo>
                  <a:pt x="1521" y="17438"/>
                </a:lnTo>
                <a:lnTo>
                  <a:pt x="1747" y="17244"/>
                </a:lnTo>
                <a:lnTo>
                  <a:pt x="1923" y="17012"/>
                </a:lnTo>
                <a:lnTo>
                  <a:pt x="2162" y="16819"/>
                </a:lnTo>
                <a:lnTo>
                  <a:pt x="2250" y="16690"/>
                </a:lnTo>
                <a:lnTo>
                  <a:pt x="2426" y="16496"/>
                </a:lnTo>
                <a:lnTo>
                  <a:pt x="2665" y="16264"/>
                </a:lnTo>
                <a:lnTo>
                  <a:pt x="2841" y="16070"/>
                </a:lnTo>
                <a:lnTo>
                  <a:pt x="3030" y="15838"/>
                </a:lnTo>
                <a:lnTo>
                  <a:pt x="3168" y="15748"/>
                </a:lnTo>
                <a:lnTo>
                  <a:pt x="3344" y="15555"/>
                </a:lnTo>
                <a:lnTo>
                  <a:pt x="3432" y="15413"/>
                </a:lnTo>
                <a:lnTo>
                  <a:pt x="3671" y="15232"/>
                </a:lnTo>
                <a:lnTo>
                  <a:pt x="3847" y="14987"/>
                </a:lnTo>
                <a:lnTo>
                  <a:pt x="4036" y="14806"/>
                </a:lnTo>
                <a:lnTo>
                  <a:pt x="4174" y="14703"/>
                </a:lnTo>
                <a:lnTo>
                  <a:pt x="4350" y="14471"/>
                </a:lnTo>
                <a:lnTo>
                  <a:pt x="4539" y="14291"/>
                </a:lnTo>
                <a:lnTo>
                  <a:pt x="4677" y="14187"/>
                </a:lnTo>
                <a:lnTo>
                  <a:pt x="4853" y="13955"/>
                </a:lnTo>
                <a:lnTo>
                  <a:pt x="5042" y="13775"/>
                </a:lnTo>
                <a:lnTo>
                  <a:pt x="5180" y="13671"/>
                </a:lnTo>
                <a:lnTo>
                  <a:pt x="5356" y="13439"/>
                </a:lnTo>
                <a:lnTo>
                  <a:pt x="5582" y="13246"/>
                </a:lnTo>
                <a:lnTo>
                  <a:pt x="5771" y="13065"/>
                </a:lnTo>
                <a:lnTo>
                  <a:pt x="5960" y="12833"/>
                </a:lnTo>
                <a:lnTo>
                  <a:pt x="6098" y="12730"/>
                </a:lnTo>
                <a:lnTo>
                  <a:pt x="6274" y="12549"/>
                </a:lnTo>
                <a:lnTo>
                  <a:pt x="6463" y="12356"/>
                </a:lnTo>
                <a:lnTo>
                  <a:pt x="6601" y="12214"/>
                </a:lnTo>
                <a:lnTo>
                  <a:pt x="6777" y="12033"/>
                </a:lnTo>
                <a:lnTo>
                  <a:pt x="6966" y="11840"/>
                </a:lnTo>
                <a:lnTo>
                  <a:pt x="7104" y="11750"/>
                </a:lnTo>
                <a:lnTo>
                  <a:pt x="7280" y="11517"/>
                </a:lnTo>
                <a:lnTo>
                  <a:pt x="7469" y="11324"/>
                </a:lnTo>
                <a:lnTo>
                  <a:pt x="7607" y="11234"/>
                </a:lnTo>
                <a:lnTo>
                  <a:pt x="7783" y="11040"/>
                </a:lnTo>
                <a:lnTo>
                  <a:pt x="7972" y="10860"/>
                </a:lnTo>
                <a:lnTo>
                  <a:pt x="8110" y="10756"/>
                </a:lnTo>
                <a:lnTo>
                  <a:pt x="8286" y="10524"/>
                </a:lnTo>
                <a:lnTo>
                  <a:pt x="8475" y="10344"/>
                </a:lnTo>
                <a:lnTo>
                  <a:pt x="8613" y="10241"/>
                </a:lnTo>
                <a:lnTo>
                  <a:pt x="8789" y="10060"/>
                </a:lnTo>
                <a:lnTo>
                  <a:pt x="8977" y="9866"/>
                </a:lnTo>
                <a:lnTo>
                  <a:pt x="9116" y="9776"/>
                </a:lnTo>
                <a:lnTo>
                  <a:pt x="9292" y="9583"/>
                </a:lnTo>
                <a:lnTo>
                  <a:pt x="9480" y="9402"/>
                </a:lnTo>
                <a:lnTo>
                  <a:pt x="9619" y="9260"/>
                </a:lnTo>
                <a:lnTo>
                  <a:pt x="9795" y="9067"/>
                </a:lnTo>
                <a:lnTo>
                  <a:pt x="9983" y="8886"/>
                </a:lnTo>
                <a:lnTo>
                  <a:pt x="10122" y="8783"/>
                </a:lnTo>
                <a:lnTo>
                  <a:pt x="10298" y="8602"/>
                </a:lnTo>
                <a:lnTo>
                  <a:pt x="10486" y="8409"/>
                </a:lnTo>
                <a:lnTo>
                  <a:pt x="10625" y="8319"/>
                </a:lnTo>
                <a:lnTo>
                  <a:pt x="10801" y="8125"/>
                </a:lnTo>
                <a:lnTo>
                  <a:pt x="10989" y="7945"/>
                </a:lnTo>
                <a:lnTo>
                  <a:pt x="11128" y="7842"/>
                </a:lnTo>
                <a:lnTo>
                  <a:pt x="11304" y="7661"/>
                </a:lnTo>
                <a:lnTo>
                  <a:pt x="11492" y="7467"/>
                </a:lnTo>
                <a:lnTo>
                  <a:pt x="11631" y="7377"/>
                </a:lnTo>
                <a:lnTo>
                  <a:pt x="11807" y="7184"/>
                </a:lnTo>
                <a:lnTo>
                  <a:pt x="11995" y="7003"/>
                </a:lnTo>
                <a:lnTo>
                  <a:pt x="12134" y="6900"/>
                </a:lnTo>
                <a:lnTo>
                  <a:pt x="12322" y="6719"/>
                </a:lnTo>
                <a:lnTo>
                  <a:pt x="12498" y="6526"/>
                </a:lnTo>
                <a:lnTo>
                  <a:pt x="12637" y="6436"/>
                </a:lnTo>
                <a:lnTo>
                  <a:pt x="12825" y="6242"/>
                </a:lnTo>
                <a:lnTo>
                  <a:pt x="13001" y="6062"/>
                </a:lnTo>
                <a:lnTo>
                  <a:pt x="13140" y="5971"/>
                </a:lnTo>
                <a:lnTo>
                  <a:pt x="13328" y="5829"/>
                </a:lnTo>
                <a:lnTo>
                  <a:pt x="13504" y="5636"/>
                </a:lnTo>
                <a:lnTo>
                  <a:pt x="13643" y="5546"/>
                </a:lnTo>
                <a:lnTo>
                  <a:pt x="13831" y="5352"/>
                </a:lnTo>
                <a:lnTo>
                  <a:pt x="14007" y="5172"/>
                </a:lnTo>
                <a:lnTo>
                  <a:pt x="14145" y="5068"/>
                </a:lnTo>
                <a:lnTo>
                  <a:pt x="14334" y="4888"/>
                </a:lnTo>
                <a:lnTo>
                  <a:pt x="14510" y="4694"/>
                </a:lnTo>
                <a:lnTo>
                  <a:pt x="14648" y="4656"/>
                </a:lnTo>
                <a:lnTo>
                  <a:pt x="14837" y="4462"/>
                </a:lnTo>
                <a:lnTo>
                  <a:pt x="15013" y="4269"/>
                </a:lnTo>
                <a:lnTo>
                  <a:pt x="15151" y="4178"/>
                </a:lnTo>
                <a:lnTo>
                  <a:pt x="15340" y="3998"/>
                </a:lnTo>
                <a:lnTo>
                  <a:pt x="15516" y="3856"/>
                </a:lnTo>
                <a:lnTo>
                  <a:pt x="15654" y="3753"/>
                </a:lnTo>
                <a:lnTo>
                  <a:pt x="15755" y="3663"/>
                </a:lnTo>
                <a:lnTo>
                  <a:pt x="15843" y="3572"/>
                </a:lnTo>
                <a:lnTo>
                  <a:pt x="15931" y="3469"/>
                </a:lnTo>
                <a:lnTo>
                  <a:pt x="16157" y="3288"/>
                </a:lnTo>
                <a:lnTo>
                  <a:pt x="16346" y="3147"/>
                </a:lnTo>
                <a:lnTo>
                  <a:pt x="16522" y="2953"/>
                </a:lnTo>
                <a:lnTo>
                  <a:pt x="16660" y="2863"/>
                </a:lnTo>
                <a:lnTo>
                  <a:pt x="16849" y="2669"/>
                </a:lnTo>
                <a:lnTo>
                  <a:pt x="17025" y="2540"/>
                </a:lnTo>
                <a:lnTo>
                  <a:pt x="17163" y="2437"/>
                </a:lnTo>
                <a:lnTo>
                  <a:pt x="17352" y="2257"/>
                </a:lnTo>
                <a:lnTo>
                  <a:pt x="17528" y="2115"/>
                </a:lnTo>
                <a:lnTo>
                  <a:pt x="17666" y="2012"/>
                </a:lnTo>
                <a:lnTo>
                  <a:pt x="17855" y="1831"/>
                </a:lnTo>
                <a:lnTo>
                  <a:pt x="18031" y="1689"/>
                </a:lnTo>
                <a:lnTo>
                  <a:pt x="18169" y="1599"/>
                </a:lnTo>
                <a:lnTo>
                  <a:pt x="18358" y="1405"/>
                </a:lnTo>
                <a:lnTo>
                  <a:pt x="18546" y="1264"/>
                </a:lnTo>
                <a:lnTo>
                  <a:pt x="18773" y="1083"/>
                </a:lnTo>
                <a:lnTo>
                  <a:pt x="18949" y="941"/>
                </a:lnTo>
                <a:lnTo>
                  <a:pt x="19175" y="748"/>
                </a:lnTo>
                <a:lnTo>
                  <a:pt x="19364" y="606"/>
                </a:lnTo>
                <a:lnTo>
                  <a:pt x="19552" y="425"/>
                </a:lnTo>
                <a:lnTo>
                  <a:pt x="19691" y="322"/>
                </a:lnTo>
                <a:lnTo>
                  <a:pt x="19867" y="180"/>
                </a:lnTo>
                <a:lnTo>
                  <a:pt x="20055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049210" y="5004024"/>
            <a:ext cx="20043" cy="13259"/>
          </a:xfrm>
          <a:custGeom>
            <a:avLst/>
            <a:gdLst/>
            <a:ahLst/>
            <a:cxnLst/>
            <a:rect l="l" t="t" r="r" b="b"/>
            <a:pathLst>
              <a:path w="20043" h="13259">
                <a:moveTo>
                  <a:pt x="0" y="13259"/>
                </a:moveTo>
                <a:lnTo>
                  <a:pt x="138" y="13207"/>
                </a:lnTo>
                <a:lnTo>
                  <a:pt x="314" y="13027"/>
                </a:lnTo>
                <a:lnTo>
                  <a:pt x="502" y="12885"/>
                </a:lnTo>
                <a:lnTo>
                  <a:pt x="641" y="12781"/>
                </a:lnTo>
                <a:lnTo>
                  <a:pt x="817" y="12640"/>
                </a:lnTo>
                <a:lnTo>
                  <a:pt x="1005" y="12459"/>
                </a:lnTo>
                <a:lnTo>
                  <a:pt x="1144" y="12407"/>
                </a:lnTo>
                <a:lnTo>
                  <a:pt x="1320" y="12227"/>
                </a:lnTo>
                <a:lnTo>
                  <a:pt x="1508" y="12085"/>
                </a:lnTo>
                <a:lnTo>
                  <a:pt x="1647" y="11982"/>
                </a:lnTo>
                <a:lnTo>
                  <a:pt x="1823" y="11840"/>
                </a:lnTo>
                <a:lnTo>
                  <a:pt x="2011" y="11659"/>
                </a:lnTo>
                <a:lnTo>
                  <a:pt x="2150" y="11608"/>
                </a:lnTo>
                <a:lnTo>
                  <a:pt x="2326" y="11427"/>
                </a:lnTo>
                <a:lnTo>
                  <a:pt x="2514" y="11285"/>
                </a:lnTo>
                <a:lnTo>
                  <a:pt x="2653" y="11182"/>
                </a:lnTo>
                <a:lnTo>
                  <a:pt x="2829" y="11040"/>
                </a:lnTo>
                <a:lnTo>
                  <a:pt x="3017" y="10911"/>
                </a:lnTo>
                <a:lnTo>
                  <a:pt x="3156" y="10808"/>
                </a:lnTo>
                <a:lnTo>
                  <a:pt x="3332" y="10666"/>
                </a:lnTo>
                <a:lnTo>
                  <a:pt x="3520" y="10524"/>
                </a:lnTo>
                <a:lnTo>
                  <a:pt x="3659" y="10434"/>
                </a:lnTo>
                <a:lnTo>
                  <a:pt x="3835" y="10292"/>
                </a:lnTo>
                <a:lnTo>
                  <a:pt x="4023" y="10150"/>
                </a:lnTo>
                <a:lnTo>
                  <a:pt x="4162" y="10060"/>
                </a:lnTo>
                <a:lnTo>
                  <a:pt x="4338" y="9918"/>
                </a:lnTo>
                <a:lnTo>
                  <a:pt x="4526" y="9776"/>
                </a:lnTo>
                <a:lnTo>
                  <a:pt x="4665" y="9686"/>
                </a:lnTo>
                <a:lnTo>
                  <a:pt x="4841" y="9544"/>
                </a:lnTo>
                <a:lnTo>
                  <a:pt x="5029" y="9402"/>
                </a:lnTo>
                <a:lnTo>
                  <a:pt x="5167" y="9312"/>
                </a:lnTo>
                <a:lnTo>
                  <a:pt x="5344" y="9170"/>
                </a:lnTo>
                <a:lnTo>
                  <a:pt x="5532" y="9028"/>
                </a:lnTo>
                <a:lnTo>
                  <a:pt x="5670" y="8925"/>
                </a:lnTo>
                <a:lnTo>
                  <a:pt x="5859" y="8796"/>
                </a:lnTo>
                <a:lnTo>
                  <a:pt x="6035" y="8654"/>
                </a:lnTo>
                <a:lnTo>
                  <a:pt x="6173" y="8551"/>
                </a:lnTo>
                <a:lnTo>
                  <a:pt x="6362" y="8409"/>
                </a:lnTo>
                <a:lnTo>
                  <a:pt x="6538" y="8267"/>
                </a:lnTo>
                <a:lnTo>
                  <a:pt x="6676" y="8228"/>
                </a:lnTo>
                <a:lnTo>
                  <a:pt x="6865" y="8087"/>
                </a:lnTo>
                <a:lnTo>
                  <a:pt x="7041" y="7945"/>
                </a:lnTo>
                <a:lnTo>
                  <a:pt x="7179" y="7854"/>
                </a:lnTo>
                <a:lnTo>
                  <a:pt x="7368" y="7713"/>
                </a:lnTo>
                <a:lnTo>
                  <a:pt x="7544" y="7571"/>
                </a:lnTo>
                <a:lnTo>
                  <a:pt x="7682" y="7519"/>
                </a:lnTo>
                <a:lnTo>
                  <a:pt x="7871" y="7377"/>
                </a:lnTo>
                <a:lnTo>
                  <a:pt x="8047" y="7235"/>
                </a:lnTo>
                <a:lnTo>
                  <a:pt x="8185" y="7145"/>
                </a:lnTo>
                <a:lnTo>
                  <a:pt x="8374" y="7003"/>
                </a:lnTo>
                <a:lnTo>
                  <a:pt x="8550" y="6861"/>
                </a:lnTo>
                <a:lnTo>
                  <a:pt x="8688" y="6810"/>
                </a:lnTo>
                <a:lnTo>
                  <a:pt x="8877" y="6681"/>
                </a:lnTo>
                <a:lnTo>
                  <a:pt x="9053" y="6539"/>
                </a:lnTo>
                <a:lnTo>
                  <a:pt x="9191" y="6487"/>
                </a:lnTo>
                <a:lnTo>
                  <a:pt x="9380" y="6345"/>
                </a:lnTo>
                <a:lnTo>
                  <a:pt x="9556" y="6203"/>
                </a:lnTo>
                <a:lnTo>
                  <a:pt x="9694" y="6113"/>
                </a:lnTo>
                <a:lnTo>
                  <a:pt x="9883" y="6010"/>
                </a:lnTo>
                <a:lnTo>
                  <a:pt x="10059" y="5881"/>
                </a:lnTo>
                <a:lnTo>
                  <a:pt x="10197" y="5778"/>
                </a:lnTo>
                <a:lnTo>
                  <a:pt x="10386" y="5636"/>
                </a:lnTo>
                <a:lnTo>
                  <a:pt x="10562" y="5546"/>
                </a:lnTo>
                <a:lnTo>
                  <a:pt x="10700" y="5455"/>
                </a:lnTo>
                <a:lnTo>
                  <a:pt x="10889" y="5313"/>
                </a:lnTo>
                <a:lnTo>
                  <a:pt x="11065" y="5223"/>
                </a:lnTo>
                <a:lnTo>
                  <a:pt x="11203" y="5120"/>
                </a:lnTo>
                <a:lnTo>
                  <a:pt x="11392" y="5030"/>
                </a:lnTo>
                <a:lnTo>
                  <a:pt x="11568" y="4888"/>
                </a:lnTo>
                <a:lnTo>
                  <a:pt x="11706" y="4798"/>
                </a:lnTo>
                <a:lnTo>
                  <a:pt x="11895" y="4694"/>
                </a:lnTo>
                <a:lnTo>
                  <a:pt x="12083" y="4565"/>
                </a:lnTo>
                <a:lnTo>
                  <a:pt x="12310" y="4424"/>
                </a:lnTo>
                <a:lnTo>
                  <a:pt x="12486" y="4320"/>
                </a:lnTo>
                <a:lnTo>
                  <a:pt x="12712" y="4178"/>
                </a:lnTo>
                <a:lnTo>
                  <a:pt x="12901" y="4037"/>
                </a:lnTo>
                <a:lnTo>
                  <a:pt x="13089" y="3946"/>
                </a:lnTo>
                <a:lnTo>
                  <a:pt x="13228" y="3856"/>
                </a:lnTo>
                <a:lnTo>
                  <a:pt x="13404" y="3766"/>
                </a:lnTo>
                <a:lnTo>
                  <a:pt x="13592" y="3624"/>
                </a:lnTo>
                <a:lnTo>
                  <a:pt x="13731" y="3572"/>
                </a:lnTo>
                <a:lnTo>
                  <a:pt x="13907" y="3430"/>
                </a:lnTo>
                <a:lnTo>
                  <a:pt x="14095" y="3340"/>
                </a:lnTo>
                <a:lnTo>
                  <a:pt x="14234" y="3237"/>
                </a:lnTo>
                <a:lnTo>
                  <a:pt x="14410" y="3147"/>
                </a:lnTo>
                <a:lnTo>
                  <a:pt x="14598" y="3005"/>
                </a:lnTo>
                <a:lnTo>
                  <a:pt x="14736" y="2966"/>
                </a:lnTo>
                <a:lnTo>
                  <a:pt x="14913" y="2824"/>
                </a:lnTo>
                <a:lnTo>
                  <a:pt x="15101" y="2721"/>
                </a:lnTo>
                <a:lnTo>
                  <a:pt x="15239" y="2682"/>
                </a:lnTo>
                <a:lnTo>
                  <a:pt x="15415" y="2540"/>
                </a:lnTo>
                <a:lnTo>
                  <a:pt x="15604" y="2450"/>
                </a:lnTo>
                <a:lnTo>
                  <a:pt x="15742" y="2347"/>
                </a:lnTo>
                <a:lnTo>
                  <a:pt x="15918" y="2257"/>
                </a:lnTo>
                <a:lnTo>
                  <a:pt x="16107" y="2115"/>
                </a:lnTo>
                <a:lnTo>
                  <a:pt x="16245" y="2063"/>
                </a:lnTo>
                <a:lnTo>
                  <a:pt x="16421" y="1973"/>
                </a:lnTo>
                <a:lnTo>
                  <a:pt x="16610" y="1831"/>
                </a:lnTo>
                <a:lnTo>
                  <a:pt x="16748" y="1779"/>
                </a:lnTo>
                <a:lnTo>
                  <a:pt x="16924" y="1689"/>
                </a:lnTo>
                <a:lnTo>
                  <a:pt x="17113" y="1547"/>
                </a:lnTo>
                <a:lnTo>
                  <a:pt x="17251" y="1509"/>
                </a:lnTo>
                <a:lnTo>
                  <a:pt x="17427" y="1405"/>
                </a:lnTo>
                <a:lnTo>
                  <a:pt x="17616" y="1264"/>
                </a:lnTo>
                <a:lnTo>
                  <a:pt x="17754" y="1225"/>
                </a:lnTo>
                <a:lnTo>
                  <a:pt x="17930" y="1122"/>
                </a:lnTo>
                <a:lnTo>
                  <a:pt x="18119" y="993"/>
                </a:lnTo>
                <a:lnTo>
                  <a:pt x="18257" y="941"/>
                </a:lnTo>
                <a:lnTo>
                  <a:pt x="18433" y="851"/>
                </a:lnTo>
                <a:lnTo>
                  <a:pt x="18622" y="748"/>
                </a:lnTo>
                <a:lnTo>
                  <a:pt x="18760" y="709"/>
                </a:lnTo>
                <a:lnTo>
                  <a:pt x="18936" y="567"/>
                </a:lnTo>
                <a:lnTo>
                  <a:pt x="19125" y="464"/>
                </a:lnTo>
                <a:lnTo>
                  <a:pt x="19263" y="425"/>
                </a:lnTo>
                <a:lnTo>
                  <a:pt x="19452" y="335"/>
                </a:lnTo>
                <a:lnTo>
                  <a:pt x="19628" y="193"/>
                </a:lnTo>
                <a:lnTo>
                  <a:pt x="19766" y="141"/>
                </a:lnTo>
                <a:lnTo>
                  <a:pt x="19955" y="5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069253" y="4996737"/>
            <a:ext cx="20043" cy="7287"/>
          </a:xfrm>
          <a:custGeom>
            <a:avLst/>
            <a:gdLst/>
            <a:ahLst/>
            <a:cxnLst/>
            <a:rect l="l" t="t" r="r" b="b"/>
            <a:pathLst>
              <a:path w="20043" h="7287">
                <a:moveTo>
                  <a:pt x="0" y="7287"/>
                </a:moveTo>
                <a:lnTo>
                  <a:pt x="226" y="7197"/>
                </a:lnTo>
                <a:lnTo>
                  <a:pt x="414" y="7093"/>
                </a:lnTo>
                <a:lnTo>
                  <a:pt x="590" y="6952"/>
                </a:lnTo>
                <a:lnTo>
                  <a:pt x="729" y="6913"/>
                </a:lnTo>
                <a:lnTo>
                  <a:pt x="917" y="6823"/>
                </a:lnTo>
                <a:lnTo>
                  <a:pt x="1093" y="6719"/>
                </a:lnTo>
                <a:lnTo>
                  <a:pt x="1232" y="6681"/>
                </a:lnTo>
                <a:lnTo>
                  <a:pt x="1420" y="6577"/>
                </a:lnTo>
                <a:lnTo>
                  <a:pt x="1596" y="6487"/>
                </a:lnTo>
                <a:lnTo>
                  <a:pt x="1735" y="6436"/>
                </a:lnTo>
                <a:lnTo>
                  <a:pt x="1823" y="6397"/>
                </a:lnTo>
                <a:lnTo>
                  <a:pt x="1923" y="6345"/>
                </a:lnTo>
                <a:lnTo>
                  <a:pt x="2011" y="6294"/>
                </a:lnTo>
                <a:lnTo>
                  <a:pt x="2099" y="6203"/>
                </a:lnTo>
                <a:lnTo>
                  <a:pt x="2238" y="6165"/>
                </a:lnTo>
                <a:lnTo>
                  <a:pt x="2426" y="6062"/>
                </a:lnTo>
                <a:lnTo>
                  <a:pt x="2602" y="5971"/>
                </a:lnTo>
                <a:lnTo>
                  <a:pt x="2741" y="5920"/>
                </a:lnTo>
                <a:lnTo>
                  <a:pt x="2929" y="5829"/>
                </a:lnTo>
                <a:lnTo>
                  <a:pt x="3105" y="5739"/>
                </a:lnTo>
                <a:lnTo>
                  <a:pt x="3244" y="5688"/>
                </a:lnTo>
                <a:lnTo>
                  <a:pt x="3432" y="5597"/>
                </a:lnTo>
                <a:lnTo>
                  <a:pt x="3608" y="5507"/>
                </a:lnTo>
                <a:lnTo>
                  <a:pt x="3747" y="5455"/>
                </a:lnTo>
                <a:lnTo>
                  <a:pt x="3935" y="5365"/>
                </a:lnTo>
                <a:lnTo>
                  <a:pt x="4111" y="5262"/>
                </a:lnTo>
                <a:lnTo>
                  <a:pt x="4250" y="5262"/>
                </a:lnTo>
                <a:lnTo>
                  <a:pt x="4438" y="5172"/>
                </a:lnTo>
                <a:lnTo>
                  <a:pt x="4614" y="5081"/>
                </a:lnTo>
                <a:lnTo>
                  <a:pt x="4753" y="5030"/>
                </a:lnTo>
                <a:lnTo>
                  <a:pt x="4941" y="4939"/>
                </a:lnTo>
                <a:lnTo>
                  <a:pt x="5117" y="4836"/>
                </a:lnTo>
                <a:lnTo>
                  <a:pt x="5256" y="4798"/>
                </a:lnTo>
                <a:lnTo>
                  <a:pt x="5444" y="4707"/>
                </a:lnTo>
                <a:lnTo>
                  <a:pt x="5633" y="4604"/>
                </a:lnTo>
                <a:lnTo>
                  <a:pt x="5859" y="4514"/>
                </a:lnTo>
                <a:lnTo>
                  <a:pt x="6035" y="4462"/>
                </a:lnTo>
                <a:lnTo>
                  <a:pt x="6261" y="4372"/>
                </a:lnTo>
                <a:lnTo>
                  <a:pt x="6450" y="4282"/>
                </a:lnTo>
                <a:lnTo>
                  <a:pt x="6639" y="4178"/>
                </a:lnTo>
                <a:lnTo>
                  <a:pt x="6777" y="4140"/>
                </a:lnTo>
                <a:lnTo>
                  <a:pt x="6953" y="4088"/>
                </a:lnTo>
                <a:lnTo>
                  <a:pt x="7142" y="3998"/>
                </a:lnTo>
                <a:lnTo>
                  <a:pt x="7280" y="3946"/>
                </a:lnTo>
                <a:lnTo>
                  <a:pt x="7456" y="3856"/>
                </a:lnTo>
                <a:lnTo>
                  <a:pt x="7645" y="3804"/>
                </a:lnTo>
                <a:lnTo>
                  <a:pt x="7783" y="3766"/>
                </a:lnTo>
                <a:lnTo>
                  <a:pt x="7959" y="3663"/>
                </a:lnTo>
                <a:lnTo>
                  <a:pt x="8148" y="3572"/>
                </a:lnTo>
                <a:lnTo>
                  <a:pt x="8286" y="3521"/>
                </a:lnTo>
                <a:lnTo>
                  <a:pt x="8462" y="3482"/>
                </a:lnTo>
                <a:lnTo>
                  <a:pt x="8651" y="3392"/>
                </a:lnTo>
                <a:lnTo>
                  <a:pt x="8789" y="3340"/>
                </a:lnTo>
                <a:lnTo>
                  <a:pt x="8965" y="3288"/>
                </a:lnTo>
                <a:lnTo>
                  <a:pt x="9154" y="3198"/>
                </a:lnTo>
                <a:lnTo>
                  <a:pt x="9292" y="3147"/>
                </a:lnTo>
                <a:lnTo>
                  <a:pt x="9468" y="3108"/>
                </a:lnTo>
                <a:lnTo>
                  <a:pt x="9656" y="3005"/>
                </a:lnTo>
                <a:lnTo>
                  <a:pt x="9795" y="2966"/>
                </a:lnTo>
                <a:lnTo>
                  <a:pt x="9971" y="2914"/>
                </a:lnTo>
                <a:lnTo>
                  <a:pt x="10159" y="2824"/>
                </a:lnTo>
                <a:lnTo>
                  <a:pt x="10298" y="2773"/>
                </a:lnTo>
                <a:lnTo>
                  <a:pt x="10474" y="2721"/>
                </a:lnTo>
                <a:lnTo>
                  <a:pt x="10662" y="2631"/>
                </a:lnTo>
                <a:lnTo>
                  <a:pt x="10801" y="2631"/>
                </a:lnTo>
                <a:lnTo>
                  <a:pt x="10977" y="2540"/>
                </a:lnTo>
                <a:lnTo>
                  <a:pt x="11165" y="2489"/>
                </a:lnTo>
                <a:lnTo>
                  <a:pt x="11304" y="2450"/>
                </a:lnTo>
                <a:lnTo>
                  <a:pt x="11480" y="2347"/>
                </a:lnTo>
                <a:lnTo>
                  <a:pt x="11668" y="2308"/>
                </a:lnTo>
                <a:lnTo>
                  <a:pt x="11807" y="2257"/>
                </a:lnTo>
                <a:lnTo>
                  <a:pt x="11983" y="2205"/>
                </a:lnTo>
                <a:lnTo>
                  <a:pt x="12171" y="2115"/>
                </a:lnTo>
                <a:lnTo>
                  <a:pt x="12310" y="2115"/>
                </a:lnTo>
                <a:lnTo>
                  <a:pt x="12486" y="2024"/>
                </a:lnTo>
                <a:lnTo>
                  <a:pt x="12674" y="1973"/>
                </a:lnTo>
                <a:lnTo>
                  <a:pt x="12813" y="1934"/>
                </a:lnTo>
                <a:lnTo>
                  <a:pt x="13001" y="1883"/>
                </a:lnTo>
                <a:lnTo>
                  <a:pt x="13177" y="1792"/>
                </a:lnTo>
                <a:lnTo>
                  <a:pt x="13316" y="1792"/>
                </a:lnTo>
                <a:lnTo>
                  <a:pt x="13504" y="1689"/>
                </a:lnTo>
                <a:lnTo>
                  <a:pt x="13680" y="1650"/>
                </a:lnTo>
                <a:lnTo>
                  <a:pt x="13819" y="1599"/>
                </a:lnTo>
                <a:lnTo>
                  <a:pt x="14007" y="1547"/>
                </a:lnTo>
                <a:lnTo>
                  <a:pt x="14183" y="1509"/>
                </a:lnTo>
                <a:lnTo>
                  <a:pt x="14322" y="1457"/>
                </a:lnTo>
                <a:lnTo>
                  <a:pt x="14510" y="1405"/>
                </a:lnTo>
                <a:lnTo>
                  <a:pt x="14686" y="1367"/>
                </a:lnTo>
                <a:lnTo>
                  <a:pt x="14824" y="1315"/>
                </a:lnTo>
                <a:lnTo>
                  <a:pt x="15013" y="1276"/>
                </a:lnTo>
                <a:lnTo>
                  <a:pt x="15189" y="1225"/>
                </a:lnTo>
                <a:lnTo>
                  <a:pt x="15327" y="1173"/>
                </a:lnTo>
                <a:lnTo>
                  <a:pt x="15516" y="1135"/>
                </a:lnTo>
                <a:lnTo>
                  <a:pt x="15692" y="1083"/>
                </a:lnTo>
                <a:lnTo>
                  <a:pt x="15830" y="1031"/>
                </a:lnTo>
                <a:lnTo>
                  <a:pt x="16019" y="993"/>
                </a:lnTo>
                <a:lnTo>
                  <a:pt x="16195" y="941"/>
                </a:lnTo>
                <a:lnTo>
                  <a:pt x="16333" y="889"/>
                </a:lnTo>
                <a:lnTo>
                  <a:pt x="16522" y="851"/>
                </a:lnTo>
                <a:lnTo>
                  <a:pt x="16698" y="799"/>
                </a:lnTo>
                <a:lnTo>
                  <a:pt x="16836" y="748"/>
                </a:lnTo>
                <a:lnTo>
                  <a:pt x="17025" y="709"/>
                </a:lnTo>
                <a:lnTo>
                  <a:pt x="17201" y="657"/>
                </a:lnTo>
                <a:lnTo>
                  <a:pt x="17339" y="606"/>
                </a:lnTo>
                <a:lnTo>
                  <a:pt x="17528" y="567"/>
                </a:lnTo>
                <a:lnTo>
                  <a:pt x="17704" y="515"/>
                </a:lnTo>
                <a:lnTo>
                  <a:pt x="17842" y="515"/>
                </a:lnTo>
                <a:lnTo>
                  <a:pt x="18031" y="477"/>
                </a:lnTo>
                <a:lnTo>
                  <a:pt x="18207" y="425"/>
                </a:lnTo>
                <a:lnTo>
                  <a:pt x="18345" y="374"/>
                </a:lnTo>
                <a:lnTo>
                  <a:pt x="18534" y="335"/>
                </a:lnTo>
                <a:lnTo>
                  <a:pt x="18710" y="283"/>
                </a:lnTo>
                <a:lnTo>
                  <a:pt x="18848" y="283"/>
                </a:lnTo>
                <a:lnTo>
                  <a:pt x="19037" y="232"/>
                </a:lnTo>
                <a:lnTo>
                  <a:pt x="19225" y="193"/>
                </a:lnTo>
                <a:lnTo>
                  <a:pt x="19452" y="141"/>
                </a:lnTo>
                <a:lnTo>
                  <a:pt x="19628" y="90"/>
                </a:lnTo>
                <a:lnTo>
                  <a:pt x="19854" y="51"/>
                </a:lnTo>
                <a:lnTo>
                  <a:pt x="20043" y="0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089296" y="4995280"/>
            <a:ext cx="20043" cy="1457"/>
          </a:xfrm>
          <a:custGeom>
            <a:avLst/>
            <a:gdLst/>
            <a:ahLst/>
            <a:cxnLst/>
            <a:rect l="l" t="t" r="r" b="b"/>
            <a:pathLst>
              <a:path w="20043" h="1457">
                <a:moveTo>
                  <a:pt x="0" y="1457"/>
                </a:moveTo>
                <a:lnTo>
                  <a:pt x="188" y="1405"/>
                </a:lnTo>
                <a:lnTo>
                  <a:pt x="326" y="1405"/>
                </a:lnTo>
                <a:lnTo>
                  <a:pt x="502" y="1367"/>
                </a:lnTo>
                <a:lnTo>
                  <a:pt x="691" y="1315"/>
                </a:lnTo>
                <a:lnTo>
                  <a:pt x="829" y="1315"/>
                </a:lnTo>
                <a:lnTo>
                  <a:pt x="1005" y="1276"/>
                </a:lnTo>
                <a:lnTo>
                  <a:pt x="1194" y="1225"/>
                </a:lnTo>
                <a:lnTo>
                  <a:pt x="1332" y="1173"/>
                </a:lnTo>
                <a:lnTo>
                  <a:pt x="1508" y="1173"/>
                </a:lnTo>
                <a:lnTo>
                  <a:pt x="1697" y="1135"/>
                </a:lnTo>
                <a:lnTo>
                  <a:pt x="1835" y="1083"/>
                </a:lnTo>
                <a:lnTo>
                  <a:pt x="2011" y="1083"/>
                </a:lnTo>
                <a:lnTo>
                  <a:pt x="2200" y="1031"/>
                </a:lnTo>
                <a:lnTo>
                  <a:pt x="2338" y="1031"/>
                </a:lnTo>
                <a:lnTo>
                  <a:pt x="2514" y="993"/>
                </a:lnTo>
                <a:lnTo>
                  <a:pt x="2703" y="941"/>
                </a:lnTo>
                <a:lnTo>
                  <a:pt x="2841" y="941"/>
                </a:lnTo>
                <a:lnTo>
                  <a:pt x="3017" y="889"/>
                </a:lnTo>
                <a:lnTo>
                  <a:pt x="3206" y="851"/>
                </a:lnTo>
                <a:lnTo>
                  <a:pt x="3344" y="851"/>
                </a:lnTo>
                <a:lnTo>
                  <a:pt x="3520" y="799"/>
                </a:lnTo>
                <a:lnTo>
                  <a:pt x="3709" y="799"/>
                </a:lnTo>
                <a:lnTo>
                  <a:pt x="3847" y="748"/>
                </a:lnTo>
                <a:lnTo>
                  <a:pt x="4023" y="748"/>
                </a:lnTo>
                <a:lnTo>
                  <a:pt x="4212" y="709"/>
                </a:lnTo>
                <a:lnTo>
                  <a:pt x="4350" y="709"/>
                </a:lnTo>
                <a:lnTo>
                  <a:pt x="4526" y="657"/>
                </a:lnTo>
                <a:lnTo>
                  <a:pt x="4715" y="619"/>
                </a:lnTo>
                <a:lnTo>
                  <a:pt x="4853" y="619"/>
                </a:lnTo>
                <a:lnTo>
                  <a:pt x="5029" y="619"/>
                </a:lnTo>
                <a:lnTo>
                  <a:pt x="5218" y="567"/>
                </a:lnTo>
                <a:lnTo>
                  <a:pt x="5356" y="567"/>
                </a:lnTo>
                <a:lnTo>
                  <a:pt x="5532" y="515"/>
                </a:lnTo>
                <a:lnTo>
                  <a:pt x="5721" y="515"/>
                </a:lnTo>
                <a:lnTo>
                  <a:pt x="5859" y="477"/>
                </a:lnTo>
                <a:lnTo>
                  <a:pt x="6035" y="477"/>
                </a:lnTo>
                <a:lnTo>
                  <a:pt x="6224" y="425"/>
                </a:lnTo>
                <a:lnTo>
                  <a:pt x="6362" y="425"/>
                </a:lnTo>
                <a:lnTo>
                  <a:pt x="6538" y="425"/>
                </a:lnTo>
                <a:lnTo>
                  <a:pt x="6727" y="374"/>
                </a:lnTo>
                <a:lnTo>
                  <a:pt x="6865" y="374"/>
                </a:lnTo>
                <a:lnTo>
                  <a:pt x="7054" y="335"/>
                </a:lnTo>
                <a:lnTo>
                  <a:pt x="7230" y="335"/>
                </a:lnTo>
                <a:lnTo>
                  <a:pt x="7368" y="335"/>
                </a:lnTo>
                <a:lnTo>
                  <a:pt x="7557" y="283"/>
                </a:lnTo>
                <a:lnTo>
                  <a:pt x="7733" y="283"/>
                </a:lnTo>
                <a:lnTo>
                  <a:pt x="7871" y="283"/>
                </a:lnTo>
                <a:lnTo>
                  <a:pt x="8060" y="232"/>
                </a:lnTo>
                <a:lnTo>
                  <a:pt x="8236" y="232"/>
                </a:lnTo>
                <a:lnTo>
                  <a:pt x="8374" y="232"/>
                </a:lnTo>
                <a:lnTo>
                  <a:pt x="8563" y="232"/>
                </a:lnTo>
                <a:lnTo>
                  <a:pt x="8739" y="193"/>
                </a:lnTo>
                <a:lnTo>
                  <a:pt x="8877" y="193"/>
                </a:lnTo>
                <a:lnTo>
                  <a:pt x="9066" y="193"/>
                </a:lnTo>
                <a:lnTo>
                  <a:pt x="9242" y="141"/>
                </a:lnTo>
                <a:lnTo>
                  <a:pt x="9380" y="141"/>
                </a:lnTo>
                <a:lnTo>
                  <a:pt x="9568" y="141"/>
                </a:lnTo>
                <a:lnTo>
                  <a:pt x="9745" y="141"/>
                </a:lnTo>
                <a:lnTo>
                  <a:pt x="9883" y="141"/>
                </a:lnTo>
                <a:lnTo>
                  <a:pt x="10071" y="90"/>
                </a:lnTo>
                <a:lnTo>
                  <a:pt x="10247" y="90"/>
                </a:lnTo>
                <a:lnTo>
                  <a:pt x="10386" y="90"/>
                </a:lnTo>
                <a:lnTo>
                  <a:pt x="10574" y="90"/>
                </a:lnTo>
                <a:lnTo>
                  <a:pt x="10750" y="90"/>
                </a:lnTo>
                <a:lnTo>
                  <a:pt x="10889" y="51"/>
                </a:lnTo>
                <a:lnTo>
                  <a:pt x="11077" y="51"/>
                </a:lnTo>
                <a:lnTo>
                  <a:pt x="11253" y="51"/>
                </a:lnTo>
                <a:lnTo>
                  <a:pt x="11392" y="51"/>
                </a:lnTo>
                <a:lnTo>
                  <a:pt x="11580" y="51"/>
                </a:lnTo>
                <a:lnTo>
                  <a:pt x="11756" y="51"/>
                </a:lnTo>
                <a:lnTo>
                  <a:pt x="11895" y="51"/>
                </a:lnTo>
                <a:lnTo>
                  <a:pt x="12083" y="0"/>
                </a:lnTo>
                <a:lnTo>
                  <a:pt x="12259" y="0"/>
                </a:lnTo>
                <a:lnTo>
                  <a:pt x="12398" y="0"/>
                </a:lnTo>
                <a:lnTo>
                  <a:pt x="12586" y="0"/>
                </a:lnTo>
                <a:lnTo>
                  <a:pt x="12775" y="0"/>
                </a:lnTo>
                <a:lnTo>
                  <a:pt x="13001" y="0"/>
                </a:lnTo>
                <a:lnTo>
                  <a:pt x="13177" y="0"/>
                </a:lnTo>
                <a:lnTo>
                  <a:pt x="13404" y="0"/>
                </a:lnTo>
                <a:lnTo>
                  <a:pt x="13592" y="0"/>
                </a:lnTo>
                <a:lnTo>
                  <a:pt x="13781" y="0"/>
                </a:lnTo>
                <a:lnTo>
                  <a:pt x="14007" y="0"/>
                </a:lnTo>
                <a:lnTo>
                  <a:pt x="14183" y="0"/>
                </a:lnTo>
                <a:lnTo>
                  <a:pt x="14422" y="0"/>
                </a:lnTo>
                <a:lnTo>
                  <a:pt x="14598" y="0"/>
                </a:lnTo>
                <a:lnTo>
                  <a:pt x="14787" y="0"/>
                </a:lnTo>
                <a:lnTo>
                  <a:pt x="14925" y="0"/>
                </a:lnTo>
                <a:lnTo>
                  <a:pt x="15101" y="0"/>
                </a:lnTo>
                <a:lnTo>
                  <a:pt x="15290" y="0"/>
                </a:lnTo>
                <a:lnTo>
                  <a:pt x="15428" y="0"/>
                </a:lnTo>
                <a:lnTo>
                  <a:pt x="15604" y="51"/>
                </a:lnTo>
                <a:lnTo>
                  <a:pt x="15793" y="51"/>
                </a:lnTo>
                <a:lnTo>
                  <a:pt x="15931" y="51"/>
                </a:lnTo>
                <a:lnTo>
                  <a:pt x="16107" y="51"/>
                </a:lnTo>
                <a:lnTo>
                  <a:pt x="16296" y="51"/>
                </a:lnTo>
                <a:lnTo>
                  <a:pt x="16434" y="51"/>
                </a:lnTo>
                <a:lnTo>
                  <a:pt x="16610" y="51"/>
                </a:lnTo>
                <a:lnTo>
                  <a:pt x="16799" y="51"/>
                </a:lnTo>
                <a:lnTo>
                  <a:pt x="16937" y="90"/>
                </a:lnTo>
                <a:lnTo>
                  <a:pt x="17113" y="90"/>
                </a:lnTo>
                <a:lnTo>
                  <a:pt x="17302" y="90"/>
                </a:lnTo>
                <a:lnTo>
                  <a:pt x="17440" y="90"/>
                </a:lnTo>
                <a:lnTo>
                  <a:pt x="17616" y="90"/>
                </a:lnTo>
                <a:lnTo>
                  <a:pt x="17805" y="141"/>
                </a:lnTo>
                <a:lnTo>
                  <a:pt x="17943" y="141"/>
                </a:lnTo>
                <a:lnTo>
                  <a:pt x="18119" y="141"/>
                </a:lnTo>
                <a:lnTo>
                  <a:pt x="18308" y="141"/>
                </a:lnTo>
                <a:lnTo>
                  <a:pt x="18446" y="141"/>
                </a:lnTo>
                <a:lnTo>
                  <a:pt x="18622" y="193"/>
                </a:lnTo>
                <a:lnTo>
                  <a:pt x="18811" y="193"/>
                </a:lnTo>
                <a:lnTo>
                  <a:pt x="18949" y="193"/>
                </a:lnTo>
                <a:lnTo>
                  <a:pt x="19125" y="232"/>
                </a:lnTo>
                <a:lnTo>
                  <a:pt x="19313" y="232"/>
                </a:lnTo>
                <a:lnTo>
                  <a:pt x="19452" y="232"/>
                </a:lnTo>
                <a:lnTo>
                  <a:pt x="19628" y="283"/>
                </a:lnTo>
                <a:lnTo>
                  <a:pt x="19816" y="283"/>
                </a:lnTo>
                <a:lnTo>
                  <a:pt x="19955" y="28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109339" y="4995563"/>
            <a:ext cx="20043" cy="4978"/>
          </a:xfrm>
          <a:custGeom>
            <a:avLst/>
            <a:gdLst/>
            <a:ahLst/>
            <a:cxnLst/>
            <a:rect l="l" t="t" r="r" b="b"/>
            <a:pathLst>
              <a:path w="20043" h="4978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3" y="90"/>
                </a:lnTo>
                <a:lnTo>
                  <a:pt x="779" y="90"/>
                </a:lnTo>
                <a:lnTo>
                  <a:pt x="917" y="90"/>
                </a:lnTo>
                <a:lnTo>
                  <a:pt x="1106" y="141"/>
                </a:lnTo>
                <a:lnTo>
                  <a:pt x="1282" y="141"/>
                </a:lnTo>
                <a:lnTo>
                  <a:pt x="1420" y="141"/>
                </a:lnTo>
                <a:lnTo>
                  <a:pt x="1609" y="193"/>
                </a:lnTo>
                <a:lnTo>
                  <a:pt x="1785" y="193"/>
                </a:lnTo>
                <a:lnTo>
                  <a:pt x="1923" y="232"/>
                </a:lnTo>
                <a:lnTo>
                  <a:pt x="2112" y="232"/>
                </a:lnTo>
                <a:lnTo>
                  <a:pt x="2288" y="283"/>
                </a:lnTo>
                <a:lnTo>
                  <a:pt x="2426" y="283"/>
                </a:lnTo>
                <a:lnTo>
                  <a:pt x="2615" y="335"/>
                </a:lnTo>
                <a:lnTo>
                  <a:pt x="2791" y="335"/>
                </a:lnTo>
                <a:lnTo>
                  <a:pt x="2929" y="374"/>
                </a:lnTo>
                <a:lnTo>
                  <a:pt x="3118" y="374"/>
                </a:lnTo>
                <a:lnTo>
                  <a:pt x="3294" y="425"/>
                </a:lnTo>
                <a:lnTo>
                  <a:pt x="3432" y="425"/>
                </a:lnTo>
                <a:lnTo>
                  <a:pt x="3621" y="464"/>
                </a:lnTo>
                <a:lnTo>
                  <a:pt x="3797" y="464"/>
                </a:lnTo>
                <a:lnTo>
                  <a:pt x="3935" y="515"/>
                </a:lnTo>
                <a:lnTo>
                  <a:pt x="4124" y="515"/>
                </a:lnTo>
                <a:lnTo>
                  <a:pt x="4300" y="567"/>
                </a:lnTo>
                <a:lnTo>
                  <a:pt x="4438" y="567"/>
                </a:lnTo>
                <a:lnTo>
                  <a:pt x="4627" y="606"/>
                </a:lnTo>
                <a:lnTo>
                  <a:pt x="4803" y="657"/>
                </a:lnTo>
                <a:lnTo>
                  <a:pt x="4941" y="657"/>
                </a:lnTo>
                <a:lnTo>
                  <a:pt x="5130" y="709"/>
                </a:lnTo>
                <a:lnTo>
                  <a:pt x="5306" y="748"/>
                </a:lnTo>
                <a:lnTo>
                  <a:pt x="5444" y="748"/>
                </a:lnTo>
                <a:lnTo>
                  <a:pt x="5633" y="799"/>
                </a:lnTo>
                <a:lnTo>
                  <a:pt x="5809" y="851"/>
                </a:lnTo>
                <a:lnTo>
                  <a:pt x="5947" y="851"/>
                </a:lnTo>
                <a:lnTo>
                  <a:pt x="6136" y="889"/>
                </a:lnTo>
                <a:lnTo>
                  <a:pt x="6312" y="941"/>
                </a:lnTo>
                <a:lnTo>
                  <a:pt x="6450" y="941"/>
                </a:lnTo>
                <a:lnTo>
                  <a:pt x="6639" y="993"/>
                </a:lnTo>
                <a:lnTo>
                  <a:pt x="6827" y="1031"/>
                </a:lnTo>
                <a:lnTo>
                  <a:pt x="7054" y="1083"/>
                </a:lnTo>
                <a:lnTo>
                  <a:pt x="7230" y="1122"/>
                </a:lnTo>
                <a:lnTo>
                  <a:pt x="7456" y="1122"/>
                </a:lnTo>
                <a:lnTo>
                  <a:pt x="7645" y="1173"/>
                </a:lnTo>
                <a:lnTo>
                  <a:pt x="7833" y="1225"/>
                </a:lnTo>
                <a:lnTo>
                  <a:pt x="7972" y="1264"/>
                </a:lnTo>
                <a:lnTo>
                  <a:pt x="8148" y="1315"/>
                </a:lnTo>
                <a:lnTo>
                  <a:pt x="8336" y="1367"/>
                </a:lnTo>
                <a:lnTo>
                  <a:pt x="8475" y="1367"/>
                </a:lnTo>
                <a:lnTo>
                  <a:pt x="8651" y="1405"/>
                </a:lnTo>
                <a:lnTo>
                  <a:pt x="8839" y="1457"/>
                </a:lnTo>
                <a:lnTo>
                  <a:pt x="8977" y="1457"/>
                </a:lnTo>
                <a:lnTo>
                  <a:pt x="9154" y="1509"/>
                </a:lnTo>
                <a:lnTo>
                  <a:pt x="9342" y="1547"/>
                </a:lnTo>
                <a:lnTo>
                  <a:pt x="9480" y="1599"/>
                </a:lnTo>
                <a:lnTo>
                  <a:pt x="9656" y="1650"/>
                </a:lnTo>
                <a:lnTo>
                  <a:pt x="9845" y="1689"/>
                </a:lnTo>
                <a:lnTo>
                  <a:pt x="9983" y="1741"/>
                </a:lnTo>
                <a:lnTo>
                  <a:pt x="10159" y="1779"/>
                </a:lnTo>
                <a:lnTo>
                  <a:pt x="10348" y="1831"/>
                </a:lnTo>
                <a:lnTo>
                  <a:pt x="10486" y="1831"/>
                </a:lnTo>
                <a:lnTo>
                  <a:pt x="10662" y="1883"/>
                </a:lnTo>
                <a:lnTo>
                  <a:pt x="10851" y="1973"/>
                </a:lnTo>
                <a:lnTo>
                  <a:pt x="10989" y="1973"/>
                </a:lnTo>
                <a:lnTo>
                  <a:pt x="11165" y="2024"/>
                </a:lnTo>
                <a:lnTo>
                  <a:pt x="11354" y="2063"/>
                </a:lnTo>
                <a:lnTo>
                  <a:pt x="11492" y="2115"/>
                </a:lnTo>
                <a:lnTo>
                  <a:pt x="11668" y="2166"/>
                </a:lnTo>
                <a:lnTo>
                  <a:pt x="11857" y="2205"/>
                </a:lnTo>
                <a:lnTo>
                  <a:pt x="11995" y="2257"/>
                </a:lnTo>
                <a:lnTo>
                  <a:pt x="12171" y="2308"/>
                </a:lnTo>
                <a:lnTo>
                  <a:pt x="12360" y="2347"/>
                </a:lnTo>
                <a:lnTo>
                  <a:pt x="12498" y="2399"/>
                </a:lnTo>
                <a:lnTo>
                  <a:pt x="12674" y="2450"/>
                </a:lnTo>
                <a:lnTo>
                  <a:pt x="12863" y="2489"/>
                </a:lnTo>
                <a:lnTo>
                  <a:pt x="13001" y="2540"/>
                </a:lnTo>
                <a:lnTo>
                  <a:pt x="13177" y="2579"/>
                </a:lnTo>
                <a:lnTo>
                  <a:pt x="13366" y="2682"/>
                </a:lnTo>
                <a:lnTo>
                  <a:pt x="13504" y="2682"/>
                </a:lnTo>
                <a:lnTo>
                  <a:pt x="13680" y="2721"/>
                </a:lnTo>
                <a:lnTo>
                  <a:pt x="13869" y="2824"/>
                </a:lnTo>
                <a:lnTo>
                  <a:pt x="14007" y="2824"/>
                </a:lnTo>
                <a:lnTo>
                  <a:pt x="14196" y="2914"/>
                </a:lnTo>
                <a:lnTo>
                  <a:pt x="14372" y="2966"/>
                </a:lnTo>
                <a:lnTo>
                  <a:pt x="14510" y="3005"/>
                </a:lnTo>
                <a:lnTo>
                  <a:pt x="14699" y="3056"/>
                </a:lnTo>
                <a:lnTo>
                  <a:pt x="14875" y="3147"/>
                </a:lnTo>
                <a:lnTo>
                  <a:pt x="15013" y="3147"/>
                </a:lnTo>
                <a:lnTo>
                  <a:pt x="15202" y="3237"/>
                </a:lnTo>
                <a:lnTo>
                  <a:pt x="15378" y="3288"/>
                </a:lnTo>
                <a:lnTo>
                  <a:pt x="15516" y="3340"/>
                </a:lnTo>
                <a:lnTo>
                  <a:pt x="15705" y="3379"/>
                </a:lnTo>
                <a:lnTo>
                  <a:pt x="15881" y="3482"/>
                </a:lnTo>
                <a:lnTo>
                  <a:pt x="16019" y="3482"/>
                </a:lnTo>
                <a:lnTo>
                  <a:pt x="16208" y="3572"/>
                </a:lnTo>
                <a:lnTo>
                  <a:pt x="16384" y="3624"/>
                </a:lnTo>
                <a:lnTo>
                  <a:pt x="16522" y="3663"/>
                </a:lnTo>
                <a:lnTo>
                  <a:pt x="16711" y="3714"/>
                </a:lnTo>
                <a:lnTo>
                  <a:pt x="16937" y="3804"/>
                </a:lnTo>
                <a:lnTo>
                  <a:pt x="17113" y="3856"/>
                </a:lnTo>
                <a:lnTo>
                  <a:pt x="17302" y="3946"/>
                </a:lnTo>
                <a:lnTo>
                  <a:pt x="17440" y="3998"/>
                </a:lnTo>
                <a:lnTo>
                  <a:pt x="17629" y="4037"/>
                </a:lnTo>
                <a:lnTo>
                  <a:pt x="17805" y="4140"/>
                </a:lnTo>
                <a:lnTo>
                  <a:pt x="17943" y="4178"/>
                </a:lnTo>
                <a:lnTo>
                  <a:pt x="18132" y="4230"/>
                </a:lnTo>
                <a:lnTo>
                  <a:pt x="18308" y="4320"/>
                </a:lnTo>
                <a:lnTo>
                  <a:pt x="18446" y="4372"/>
                </a:lnTo>
                <a:lnTo>
                  <a:pt x="18634" y="4424"/>
                </a:lnTo>
                <a:lnTo>
                  <a:pt x="18811" y="4514"/>
                </a:lnTo>
                <a:lnTo>
                  <a:pt x="18949" y="4565"/>
                </a:lnTo>
                <a:lnTo>
                  <a:pt x="19137" y="4604"/>
                </a:lnTo>
                <a:lnTo>
                  <a:pt x="19313" y="4694"/>
                </a:lnTo>
                <a:lnTo>
                  <a:pt x="19452" y="4746"/>
                </a:lnTo>
                <a:lnTo>
                  <a:pt x="19640" y="4836"/>
                </a:lnTo>
                <a:lnTo>
                  <a:pt x="19816" y="4888"/>
                </a:lnTo>
                <a:lnTo>
                  <a:pt x="19955" y="4939"/>
                </a:lnTo>
              </a:path>
            </a:pathLst>
          </a:custGeom>
          <a:ln w="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129383" y="5000542"/>
            <a:ext cx="20055" cy="11002"/>
          </a:xfrm>
          <a:custGeom>
            <a:avLst/>
            <a:gdLst/>
            <a:ahLst/>
            <a:cxnLst/>
            <a:rect l="l" t="t" r="r" b="b"/>
            <a:pathLst>
              <a:path w="20055" h="11002">
                <a:moveTo>
                  <a:pt x="0" y="0"/>
                </a:moveTo>
                <a:lnTo>
                  <a:pt x="188" y="103"/>
                </a:lnTo>
                <a:lnTo>
                  <a:pt x="414" y="141"/>
                </a:lnTo>
                <a:lnTo>
                  <a:pt x="603" y="245"/>
                </a:lnTo>
                <a:lnTo>
                  <a:pt x="779" y="335"/>
                </a:lnTo>
                <a:lnTo>
                  <a:pt x="917" y="374"/>
                </a:lnTo>
                <a:lnTo>
                  <a:pt x="1106" y="477"/>
                </a:lnTo>
                <a:lnTo>
                  <a:pt x="1282" y="515"/>
                </a:lnTo>
                <a:lnTo>
                  <a:pt x="1420" y="567"/>
                </a:lnTo>
                <a:lnTo>
                  <a:pt x="1609" y="657"/>
                </a:lnTo>
                <a:lnTo>
                  <a:pt x="1785" y="760"/>
                </a:lnTo>
                <a:lnTo>
                  <a:pt x="1923" y="799"/>
                </a:lnTo>
                <a:lnTo>
                  <a:pt x="2112" y="902"/>
                </a:lnTo>
                <a:lnTo>
                  <a:pt x="2288" y="993"/>
                </a:lnTo>
                <a:lnTo>
                  <a:pt x="2426" y="993"/>
                </a:lnTo>
                <a:lnTo>
                  <a:pt x="2615" y="1083"/>
                </a:lnTo>
                <a:lnTo>
                  <a:pt x="2791" y="1173"/>
                </a:lnTo>
                <a:lnTo>
                  <a:pt x="2929" y="1225"/>
                </a:lnTo>
                <a:lnTo>
                  <a:pt x="3118" y="1315"/>
                </a:lnTo>
                <a:lnTo>
                  <a:pt x="3294" y="1418"/>
                </a:lnTo>
                <a:lnTo>
                  <a:pt x="3432" y="1457"/>
                </a:lnTo>
                <a:lnTo>
                  <a:pt x="3621" y="1560"/>
                </a:lnTo>
                <a:lnTo>
                  <a:pt x="3809" y="1650"/>
                </a:lnTo>
                <a:lnTo>
                  <a:pt x="4036" y="1741"/>
                </a:lnTo>
                <a:lnTo>
                  <a:pt x="4212" y="1831"/>
                </a:lnTo>
                <a:lnTo>
                  <a:pt x="4438" y="1934"/>
                </a:lnTo>
                <a:lnTo>
                  <a:pt x="4627" y="2024"/>
                </a:lnTo>
                <a:lnTo>
                  <a:pt x="4815" y="2115"/>
                </a:lnTo>
                <a:lnTo>
                  <a:pt x="5042" y="2218"/>
                </a:lnTo>
                <a:lnTo>
                  <a:pt x="5218" y="2308"/>
                </a:lnTo>
                <a:lnTo>
                  <a:pt x="5457" y="2399"/>
                </a:lnTo>
                <a:lnTo>
                  <a:pt x="5633" y="2489"/>
                </a:lnTo>
                <a:lnTo>
                  <a:pt x="5821" y="2592"/>
                </a:lnTo>
                <a:lnTo>
                  <a:pt x="5960" y="2631"/>
                </a:lnTo>
                <a:lnTo>
                  <a:pt x="6136" y="2734"/>
                </a:lnTo>
                <a:lnTo>
                  <a:pt x="6324" y="2824"/>
                </a:lnTo>
                <a:lnTo>
                  <a:pt x="6463" y="2876"/>
                </a:lnTo>
                <a:lnTo>
                  <a:pt x="6639" y="3018"/>
                </a:lnTo>
                <a:lnTo>
                  <a:pt x="6827" y="3108"/>
                </a:lnTo>
                <a:lnTo>
                  <a:pt x="6966" y="3147"/>
                </a:lnTo>
                <a:lnTo>
                  <a:pt x="7142" y="3250"/>
                </a:lnTo>
                <a:lnTo>
                  <a:pt x="7330" y="3340"/>
                </a:lnTo>
                <a:lnTo>
                  <a:pt x="7469" y="3392"/>
                </a:lnTo>
                <a:lnTo>
                  <a:pt x="7645" y="3482"/>
                </a:lnTo>
                <a:lnTo>
                  <a:pt x="7833" y="3624"/>
                </a:lnTo>
                <a:lnTo>
                  <a:pt x="7972" y="3675"/>
                </a:lnTo>
                <a:lnTo>
                  <a:pt x="8148" y="3766"/>
                </a:lnTo>
                <a:lnTo>
                  <a:pt x="8336" y="3856"/>
                </a:lnTo>
                <a:lnTo>
                  <a:pt x="8475" y="3908"/>
                </a:lnTo>
                <a:lnTo>
                  <a:pt x="8651" y="4049"/>
                </a:lnTo>
                <a:lnTo>
                  <a:pt x="8839" y="4140"/>
                </a:lnTo>
                <a:lnTo>
                  <a:pt x="8977" y="4191"/>
                </a:lnTo>
                <a:lnTo>
                  <a:pt x="9154" y="4282"/>
                </a:lnTo>
                <a:lnTo>
                  <a:pt x="9342" y="4424"/>
                </a:lnTo>
                <a:lnTo>
                  <a:pt x="9480" y="4475"/>
                </a:lnTo>
                <a:lnTo>
                  <a:pt x="9656" y="4565"/>
                </a:lnTo>
                <a:lnTo>
                  <a:pt x="9845" y="4707"/>
                </a:lnTo>
                <a:lnTo>
                  <a:pt x="9983" y="4746"/>
                </a:lnTo>
                <a:lnTo>
                  <a:pt x="10159" y="4849"/>
                </a:lnTo>
                <a:lnTo>
                  <a:pt x="10348" y="4939"/>
                </a:lnTo>
                <a:lnTo>
                  <a:pt x="10486" y="5030"/>
                </a:lnTo>
                <a:lnTo>
                  <a:pt x="10662" y="5133"/>
                </a:lnTo>
                <a:lnTo>
                  <a:pt x="10851" y="5223"/>
                </a:lnTo>
                <a:lnTo>
                  <a:pt x="10989" y="5313"/>
                </a:lnTo>
                <a:lnTo>
                  <a:pt x="11165" y="5404"/>
                </a:lnTo>
                <a:lnTo>
                  <a:pt x="11354" y="5546"/>
                </a:lnTo>
                <a:lnTo>
                  <a:pt x="11492" y="5597"/>
                </a:lnTo>
                <a:lnTo>
                  <a:pt x="11681" y="5688"/>
                </a:lnTo>
                <a:lnTo>
                  <a:pt x="11857" y="5829"/>
                </a:lnTo>
                <a:lnTo>
                  <a:pt x="11995" y="5881"/>
                </a:lnTo>
                <a:lnTo>
                  <a:pt x="12184" y="5971"/>
                </a:lnTo>
                <a:lnTo>
                  <a:pt x="12360" y="6113"/>
                </a:lnTo>
                <a:lnTo>
                  <a:pt x="12498" y="6165"/>
                </a:lnTo>
                <a:lnTo>
                  <a:pt x="12687" y="6307"/>
                </a:lnTo>
                <a:lnTo>
                  <a:pt x="12863" y="6397"/>
                </a:lnTo>
                <a:lnTo>
                  <a:pt x="13001" y="6449"/>
                </a:lnTo>
                <a:lnTo>
                  <a:pt x="13190" y="6590"/>
                </a:lnTo>
                <a:lnTo>
                  <a:pt x="13366" y="6719"/>
                </a:lnTo>
                <a:lnTo>
                  <a:pt x="13504" y="6771"/>
                </a:lnTo>
                <a:lnTo>
                  <a:pt x="13693" y="6861"/>
                </a:lnTo>
                <a:lnTo>
                  <a:pt x="13869" y="7003"/>
                </a:lnTo>
                <a:lnTo>
                  <a:pt x="14007" y="7055"/>
                </a:lnTo>
                <a:lnTo>
                  <a:pt x="14196" y="7197"/>
                </a:lnTo>
                <a:lnTo>
                  <a:pt x="14372" y="7338"/>
                </a:lnTo>
                <a:lnTo>
                  <a:pt x="14510" y="7377"/>
                </a:lnTo>
                <a:lnTo>
                  <a:pt x="14699" y="7519"/>
                </a:lnTo>
                <a:lnTo>
                  <a:pt x="14875" y="7622"/>
                </a:lnTo>
                <a:lnTo>
                  <a:pt x="15013" y="7713"/>
                </a:lnTo>
                <a:lnTo>
                  <a:pt x="15202" y="7803"/>
                </a:lnTo>
                <a:lnTo>
                  <a:pt x="15378" y="7945"/>
                </a:lnTo>
                <a:lnTo>
                  <a:pt x="15516" y="7996"/>
                </a:lnTo>
                <a:lnTo>
                  <a:pt x="15705" y="8138"/>
                </a:lnTo>
                <a:lnTo>
                  <a:pt x="15881" y="8280"/>
                </a:lnTo>
                <a:lnTo>
                  <a:pt x="16019" y="8319"/>
                </a:lnTo>
                <a:lnTo>
                  <a:pt x="16208" y="8461"/>
                </a:lnTo>
                <a:lnTo>
                  <a:pt x="16384" y="8602"/>
                </a:lnTo>
                <a:lnTo>
                  <a:pt x="16522" y="8654"/>
                </a:lnTo>
                <a:lnTo>
                  <a:pt x="16711" y="8796"/>
                </a:lnTo>
                <a:lnTo>
                  <a:pt x="16887" y="8938"/>
                </a:lnTo>
                <a:lnTo>
                  <a:pt x="17025" y="8977"/>
                </a:lnTo>
                <a:lnTo>
                  <a:pt x="17214" y="9118"/>
                </a:lnTo>
                <a:lnTo>
                  <a:pt x="17390" y="9260"/>
                </a:lnTo>
                <a:lnTo>
                  <a:pt x="17528" y="9312"/>
                </a:lnTo>
                <a:lnTo>
                  <a:pt x="17717" y="9454"/>
                </a:lnTo>
                <a:lnTo>
                  <a:pt x="17905" y="9596"/>
                </a:lnTo>
                <a:lnTo>
                  <a:pt x="18132" y="9738"/>
                </a:lnTo>
                <a:lnTo>
                  <a:pt x="18308" y="9828"/>
                </a:lnTo>
                <a:lnTo>
                  <a:pt x="18534" y="9970"/>
                </a:lnTo>
                <a:lnTo>
                  <a:pt x="18723" y="10112"/>
                </a:lnTo>
                <a:lnTo>
                  <a:pt x="18911" y="10253"/>
                </a:lnTo>
                <a:lnTo>
                  <a:pt x="19049" y="10344"/>
                </a:lnTo>
                <a:lnTo>
                  <a:pt x="19225" y="10486"/>
                </a:lnTo>
                <a:lnTo>
                  <a:pt x="19414" y="10627"/>
                </a:lnTo>
                <a:lnTo>
                  <a:pt x="19552" y="10679"/>
                </a:lnTo>
                <a:lnTo>
                  <a:pt x="19728" y="10821"/>
                </a:lnTo>
                <a:lnTo>
                  <a:pt x="19917" y="10950"/>
                </a:lnTo>
                <a:lnTo>
                  <a:pt x="20055" y="11002"/>
                </a:lnTo>
              </a:path>
            </a:pathLst>
          </a:custGeom>
          <a:ln w="17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149439" y="5011544"/>
            <a:ext cx="19993" cy="16922"/>
          </a:xfrm>
          <a:custGeom>
            <a:avLst/>
            <a:gdLst/>
            <a:ahLst/>
            <a:cxnLst/>
            <a:rect l="l" t="t" r="r" b="b"/>
            <a:pathLst>
              <a:path w="19993" h="16922">
                <a:moveTo>
                  <a:pt x="0" y="0"/>
                </a:moveTo>
                <a:lnTo>
                  <a:pt x="176" y="141"/>
                </a:lnTo>
                <a:lnTo>
                  <a:pt x="364" y="283"/>
                </a:lnTo>
                <a:lnTo>
                  <a:pt x="502" y="374"/>
                </a:lnTo>
                <a:lnTo>
                  <a:pt x="679" y="515"/>
                </a:lnTo>
                <a:lnTo>
                  <a:pt x="867" y="657"/>
                </a:lnTo>
                <a:lnTo>
                  <a:pt x="1005" y="748"/>
                </a:lnTo>
                <a:lnTo>
                  <a:pt x="1181" y="889"/>
                </a:lnTo>
                <a:lnTo>
                  <a:pt x="1370" y="1031"/>
                </a:lnTo>
                <a:lnTo>
                  <a:pt x="1508" y="1083"/>
                </a:lnTo>
                <a:lnTo>
                  <a:pt x="1684" y="1225"/>
                </a:lnTo>
                <a:lnTo>
                  <a:pt x="1873" y="1367"/>
                </a:lnTo>
                <a:lnTo>
                  <a:pt x="2011" y="1457"/>
                </a:lnTo>
                <a:lnTo>
                  <a:pt x="2187" y="1599"/>
                </a:lnTo>
                <a:lnTo>
                  <a:pt x="2376" y="1741"/>
                </a:lnTo>
                <a:lnTo>
                  <a:pt x="2514" y="1831"/>
                </a:lnTo>
                <a:lnTo>
                  <a:pt x="2690" y="1973"/>
                </a:lnTo>
                <a:lnTo>
                  <a:pt x="2879" y="2115"/>
                </a:lnTo>
                <a:lnTo>
                  <a:pt x="3017" y="2205"/>
                </a:lnTo>
                <a:lnTo>
                  <a:pt x="3193" y="2347"/>
                </a:lnTo>
                <a:lnTo>
                  <a:pt x="3382" y="2489"/>
                </a:lnTo>
                <a:lnTo>
                  <a:pt x="3520" y="2592"/>
                </a:lnTo>
                <a:lnTo>
                  <a:pt x="3696" y="2721"/>
                </a:lnTo>
                <a:lnTo>
                  <a:pt x="3885" y="2863"/>
                </a:lnTo>
                <a:lnTo>
                  <a:pt x="4023" y="2966"/>
                </a:lnTo>
                <a:lnTo>
                  <a:pt x="4199" y="3108"/>
                </a:lnTo>
                <a:lnTo>
                  <a:pt x="4388" y="3250"/>
                </a:lnTo>
                <a:lnTo>
                  <a:pt x="4526" y="3340"/>
                </a:lnTo>
                <a:lnTo>
                  <a:pt x="4702" y="3482"/>
                </a:lnTo>
                <a:lnTo>
                  <a:pt x="4891" y="3663"/>
                </a:lnTo>
                <a:lnTo>
                  <a:pt x="5029" y="3714"/>
                </a:lnTo>
                <a:lnTo>
                  <a:pt x="5218" y="3908"/>
                </a:lnTo>
                <a:lnTo>
                  <a:pt x="5394" y="4049"/>
                </a:lnTo>
                <a:lnTo>
                  <a:pt x="5532" y="4140"/>
                </a:lnTo>
                <a:lnTo>
                  <a:pt x="5721" y="4282"/>
                </a:lnTo>
                <a:lnTo>
                  <a:pt x="5897" y="4424"/>
                </a:lnTo>
                <a:lnTo>
                  <a:pt x="6035" y="4514"/>
                </a:lnTo>
                <a:lnTo>
                  <a:pt x="6224" y="4656"/>
                </a:lnTo>
                <a:lnTo>
                  <a:pt x="6400" y="4836"/>
                </a:lnTo>
                <a:lnTo>
                  <a:pt x="6538" y="4888"/>
                </a:lnTo>
                <a:lnTo>
                  <a:pt x="6727" y="5081"/>
                </a:lnTo>
                <a:lnTo>
                  <a:pt x="6903" y="5223"/>
                </a:lnTo>
                <a:lnTo>
                  <a:pt x="7041" y="5313"/>
                </a:lnTo>
                <a:lnTo>
                  <a:pt x="7230" y="5455"/>
                </a:lnTo>
                <a:lnTo>
                  <a:pt x="7406" y="5636"/>
                </a:lnTo>
                <a:lnTo>
                  <a:pt x="7544" y="5739"/>
                </a:lnTo>
                <a:lnTo>
                  <a:pt x="7733" y="5881"/>
                </a:lnTo>
                <a:lnTo>
                  <a:pt x="7909" y="6062"/>
                </a:lnTo>
                <a:lnTo>
                  <a:pt x="8047" y="6113"/>
                </a:lnTo>
                <a:lnTo>
                  <a:pt x="8236" y="6294"/>
                </a:lnTo>
                <a:lnTo>
                  <a:pt x="8412" y="6436"/>
                </a:lnTo>
                <a:lnTo>
                  <a:pt x="8550" y="6539"/>
                </a:lnTo>
                <a:lnTo>
                  <a:pt x="8739" y="6719"/>
                </a:lnTo>
                <a:lnTo>
                  <a:pt x="8915" y="6861"/>
                </a:lnTo>
                <a:lnTo>
                  <a:pt x="9053" y="6952"/>
                </a:lnTo>
                <a:lnTo>
                  <a:pt x="9242" y="7093"/>
                </a:lnTo>
                <a:lnTo>
                  <a:pt x="9418" y="7287"/>
                </a:lnTo>
                <a:lnTo>
                  <a:pt x="9556" y="7377"/>
                </a:lnTo>
                <a:lnTo>
                  <a:pt x="9745" y="7519"/>
                </a:lnTo>
                <a:lnTo>
                  <a:pt x="9921" y="7713"/>
                </a:lnTo>
                <a:lnTo>
                  <a:pt x="10059" y="7803"/>
                </a:lnTo>
                <a:lnTo>
                  <a:pt x="10247" y="7945"/>
                </a:lnTo>
                <a:lnTo>
                  <a:pt x="10424" y="8138"/>
                </a:lnTo>
                <a:lnTo>
                  <a:pt x="10562" y="8228"/>
                </a:lnTo>
                <a:lnTo>
                  <a:pt x="10750" y="8409"/>
                </a:lnTo>
                <a:lnTo>
                  <a:pt x="10926" y="8551"/>
                </a:lnTo>
                <a:lnTo>
                  <a:pt x="11065" y="8654"/>
                </a:lnTo>
                <a:lnTo>
                  <a:pt x="11253" y="8835"/>
                </a:lnTo>
                <a:lnTo>
                  <a:pt x="11442" y="8977"/>
                </a:lnTo>
                <a:lnTo>
                  <a:pt x="11668" y="9170"/>
                </a:lnTo>
                <a:lnTo>
                  <a:pt x="11844" y="9351"/>
                </a:lnTo>
                <a:lnTo>
                  <a:pt x="12071" y="9544"/>
                </a:lnTo>
                <a:lnTo>
                  <a:pt x="12259" y="9686"/>
                </a:lnTo>
                <a:lnTo>
                  <a:pt x="12448" y="9866"/>
                </a:lnTo>
                <a:lnTo>
                  <a:pt x="12586" y="9970"/>
                </a:lnTo>
                <a:lnTo>
                  <a:pt x="12762" y="10150"/>
                </a:lnTo>
                <a:lnTo>
                  <a:pt x="12951" y="10344"/>
                </a:lnTo>
                <a:lnTo>
                  <a:pt x="13089" y="10434"/>
                </a:lnTo>
                <a:lnTo>
                  <a:pt x="13265" y="10576"/>
                </a:lnTo>
                <a:lnTo>
                  <a:pt x="13454" y="10769"/>
                </a:lnTo>
                <a:lnTo>
                  <a:pt x="13592" y="10860"/>
                </a:lnTo>
                <a:lnTo>
                  <a:pt x="13768" y="11053"/>
                </a:lnTo>
                <a:lnTo>
                  <a:pt x="13957" y="11234"/>
                </a:lnTo>
                <a:lnTo>
                  <a:pt x="14095" y="11324"/>
                </a:lnTo>
                <a:lnTo>
                  <a:pt x="14271" y="11517"/>
                </a:lnTo>
                <a:lnTo>
                  <a:pt x="14460" y="11659"/>
                </a:lnTo>
                <a:lnTo>
                  <a:pt x="14598" y="11750"/>
                </a:lnTo>
                <a:lnTo>
                  <a:pt x="14774" y="11943"/>
                </a:lnTo>
                <a:lnTo>
                  <a:pt x="14963" y="12124"/>
                </a:lnTo>
                <a:lnTo>
                  <a:pt x="15101" y="12227"/>
                </a:lnTo>
                <a:lnTo>
                  <a:pt x="15277" y="12407"/>
                </a:lnTo>
                <a:lnTo>
                  <a:pt x="15466" y="12601"/>
                </a:lnTo>
                <a:lnTo>
                  <a:pt x="15604" y="12691"/>
                </a:lnTo>
                <a:lnTo>
                  <a:pt x="15780" y="12885"/>
                </a:lnTo>
                <a:lnTo>
                  <a:pt x="15969" y="13065"/>
                </a:lnTo>
                <a:lnTo>
                  <a:pt x="16107" y="13168"/>
                </a:lnTo>
                <a:lnTo>
                  <a:pt x="16283" y="13349"/>
                </a:lnTo>
                <a:lnTo>
                  <a:pt x="16472" y="13542"/>
                </a:lnTo>
                <a:lnTo>
                  <a:pt x="16610" y="13633"/>
                </a:lnTo>
                <a:lnTo>
                  <a:pt x="16786" y="13826"/>
                </a:lnTo>
                <a:lnTo>
                  <a:pt x="16975" y="14007"/>
                </a:lnTo>
                <a:lnTo>
                  <a:pt x="17113" y="14097"/>
                </a:lnTo>
                <a:lnTo>
                  <a:pt x="17289" y="14291"/>
                </a:lnTo>
                <a:lnTo>
                  <a:pt x="17478" y="14484"/>
                </a:lnTo>
                <a:lnTo>
                  <a:pt x="17616" y="14574"/>
                </a:lnTo>
                <a:lnTo>
                  <a:pt x="17792" y="14755"/>
                </a:lnTo>
                <a:lnTo>
                  <a:pt x="17981" y="14948"/>
                </a:lnTo>
                <a:lnTo>
                  <a:pt x="18119" y="15039"/>
                </a:lnTo>
                <a:lnTo>
                  <a:pt x="18207" y="15180"/>
                </a:lnTo>
                <a:lnTo>
                  <a:pt x="18396" y="15374"/>
                </a:lnTo>
                <a:lnTo>
                  <a:pt x="18622" y="15555"/>
                </a:lnTo>
                <a:lnTo>
                  <a:pt x="18811" y="15748"/>
                </a:lnTo>
                <a:lnTo>
                  <a:pt x="18987" y="15941"/>
                </a:lnTo>
                <a:lnTo>
                  <a:pt x="19125" y="16032"/>
                </a:lnTo>
                <a:lnTo>
                  <a:pt x="19313" y="16212"/>
                </a:lnTo>
                <a:lnTo>
                  <a:pt x="19490" y="16457"/>
                </a:lnTo>
                <a:lnTo>
                  <a:pt x="19628" y="16548"/>
                </a:lnTo>
                <a:lnTo>
                  <a:pt x="19816" y="16741"/>
                </a:lnTo>
                <a:lnTo>
                  <a:pt x="19993" y="16922"/>
                </a:lnTo>
              </a:path>
            </a:pathLst>
          </a:custGeom>
          <a:ln w="17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169432" y="5028466"/>
            <a:ext cx="20043" cy="22519"/>
          </a:xfrm>
          <a:custGeom>
            <a:avLst/>
            <a:gdLst/>
            <a:ahLst/>
            <a:cxnLst/>
            <a:rect l="l" t="t" r="r" b="b"/>
            <a:pathLst>
              <a:path w="20043" h="2251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5"/>
                </a:lnTo>
                <a:lnTo>
                  <a:pt x="641" y="606"/>
                </a:lnTo>
                <a:lnTo>
                  <a:pt x="829" y="799"/>
                </a:lnTo>
                <a:lnTo>
                  <a:pt x="1005" y="993"/>
                </a:lnTo>
                <a:lnTo>
                  <a:pt x="1144" y="1135"/>
                </a:lnTo>
                <a:lnTo>
                  <a:pt x="1332" y="1315"/>
                </a:lnTo>
                <a:lnTo>
                  <a:pt x="1508" y="1509"/>
                </a:lnTo>
                <a:lnTo>
                  <a:pt x="1647" y="1599"/>
                </a:lnTo>
                <a:lnTo>
                  <a:pt x="1835" y="1831"/>
                </a:lnTo>
                <a:lnTo>
                  <a:pt x="2011" y="2024"/>
                </a:lnTo>
                <a:lnTo>
                  <a:pt x="2150" y="2115"/>
                </a:lnTo>
                <a:lnTo>
                  <a:pt x="2338" y="2308"/>
                </a:lnTo>
                <a:lnTo>
                  <a:pt x="2426" y="2450"/>
                </a:lnTo>
                <a:lnTo>
                  <a:pt x="2653" y="2631"/>
                </a:lnTo>
                <a:lnTo>
                  <a:pt x="2841" y="2824"/>
                </a:lnTo>
                <a:lnTo>
                  <a:pt x="2929" y="2966"/>
                </a:lnTo>
                <a:lnTo>
                  <a:pt x="3156" y="3147"/>
                </a:lnTo>
                <a:lnTo>
                  <a:pt x="3344" y="3340"/>
                </a:lnTo>
                <a:lnTo>
                  <a:pt x="3432" y="3482"/>
                </a:lnTo>
                <a:lnTo>
                  <a:pt x="3659" y="3663"/>
                </a:lnTo>
                <a:lnTo>
                  <a:pt x="3847" y="3908"/>
                </a:lnTo>
                <a:lnTo>
                  <a:pt x="4023" y="4088"/>
                </a:lnTo>
                <a:lnTo>
                  <a:pt x="4162" y="4178"/>
                </a:lnTo>
                <a:lnTo>
                  <a:pt x="4350" y="4424"/>
                </a:lnTo>
                <a:lnTo>
                  <a:pt x="4526" y="4604"/>
                </a:lnTo>
                <a:lnTo>
                  <a:pt x="4665" y="4707"/>
                </a:lnTo>
                <a:lnTo>
                  <a:pt x="4765" y="4836"/>
                </a:lnTo>
                <a:lnTo>
                  <a:pt x="4941" y="5030"/>
                </a:lnTo>
                <a:lnTo>
                  <a:pt x="5168" y="5262"/>
                </a:lnTo>
                <a:lnTo>
                  <a:pt x="5356" y="5455"/>
                </a:lnTo>
                <a:lnTo>
                  <a:pt x="5444" y="5597"/>
                </a:lnTo>
                <a:lnTo>
                  <a:pt x="5670" y="5778"/>
                </a:lnTo>
                <a:lnTo>
                  <a:pt x="5859" y="6023"/>
                </a:lnTo>
                <a:lnTo>
                  <a:pt x="6048" y="6203"/>
                </a:lnTo>
                <a:lnTo>
                  <a:pt x="6186" y="6345"/>
                </a:lnTo>
                <a:lnTo>
                  <a:pt x="6362" y="6539"/>
                </a:lnTo>
                <a:lnTo>
                  <a:pt x="6551" y="6771"/>
                </a:lnTo>
                <a:lnTo>
                  <a:pt x="6689" y="6861"/>
                </a:lnTo>
                <a:lnTo>
                  <a:pt x="6865" y="7093"/>
                </a:lnTo>
                <a:lnTo>
                  <a:pt x="7054" y="7287"/>
                </a:lnTo>
                <a:lnTo>
                  <a:pt x="7192" y="7429"/>
                </a:lnTo>
                <a:lnTo>
                  <a:pt x="7368" y="7622"/>
                </a:lnTo>
                <a:lnTo>
                  <a:pt x="7456" y="7751"/>
                </a:lnTo>
                <a:lnTo>
                  <a:pt x="7695" y="7945"/>
                </a:lnTo>
                <a:lnTo>
                  <a:pt x="7783" y="8087"/>
                </a:lnTo>
                <a:lnTo>
                  <a:pt x="7959" y="8280"/>
                </a:lnTo>
                <a:lnTo>
                  <a:pt x="8060" y="8409"/>
                </a:lnTo>
                <a:lnTo>
                  <a:pt x="8198" y="8512"/>
                </a:lnTo>
                <a:lnTo>
                  <a:pt x="8374" y="8744"/>
                </a:lnTo>
                <a:lnTo>
                  <a:pt x="8563" y="8977"/>
                </a:lnTo>
                <a:lnTo>
                  <a:pt x="8701" y="9067"/>
                </a:lnTo>
                <a:lnTo>
                  <a:pt x="8877" y="9312"/>
                </a:lnTo>
                <a:lnTo>
                  <a:pt x="9066" y="9492"/>
                </a:lnTo>
                <a:lnTo>
                  <a:pt x="9204" y="9634"/>
                </a:lnTo>
                <a:lnTo>
                  <a:pt x="9380" y="9866"/>
                </a:lnTo>
                <a:lnTo>
                  <a:pt x="9568" y="10060"/>
                </a:lnTo>
                <a:lnTo>
                  <a:pt x="9707" y="10202"/>
                </a:lnTo>
                <a:lnTo>
                  <a:pt x="9883" y="10434"/>
                </a:lnTo>
                <a:lnTo>
                  <a:pt x="10071" y="10627"/>
                </a:lnTo>
                <a:lnTo>
                  <a:pt x="10210" y="10769"/>
                </a:lnTo>
                <a:lnTo>
                  <a:pt x="10386" y="11002"/>
                </a:lnTo>
                <a:lnTo>
                  <a:pt x="10574" y="11182"/>
                </a:lnTo>
                <a:lnTo>
                  <a:pt x="10713" y="11324"/>
                </a:lnTo>
                <a:lnTo>
                  <a:pt x="10889" y="11569"/>
                </a:lnTo>
                <a:lnTo>
                  <a:pt x="11077" y="11801"/>
                </a:lnTo>
                <a:lnTo>
                  <a:pt x="11216" y="11891"/>
                </a:lnTo>
                <a:lnTo>
                  <a:pt x="11392" y="12124"/>
                </a:lnTo>
                <a:lnTo>
                  <a:pt x="11580" y="12369"/>
                </a:lnTo>
                <a:lnTo>
                  <a:pt x="11719" y="12459"/>
                </a:lnTo>
                <a:lnTo>
                  <a:pt x="11807" y="12601"/>
                </a:lnTo>
                <a:lnTo>
                  <a:pt x="11995" y="12833"/>
                </a:lnTo>
                <a:lnTo>
                  <a:pt x="12222" y="13065"/>
                </a:lnTo>
                <a:lnTo>
                  <a:pt x="12410" y="13297"/>
                </a:lnTo>
                <a:lnTo>
                  <a:pt x="12586" y="13542"/>
                </a:lnTo>
                <a:lnTo>
                  <a:pt x="12725" y="13633"/>
                </a:lnTo>
                <a:lnTo>
                  <a:pt x="12813" y="13775"/>
                </a:lnTo>
                <a:lnTo>
                  <a:pt x="13001" y="13968"/>
                </a:lnTo>
                <a:lnTo>
                  <a:pt x="13089" y="14097"/>
                </a:lnTo>
                <a:lnTo>
                  <a:pt x="13228" y="14200"/>
                </a:lnTo>
                <a:lnTo>
                  <a:pt x="13316" y="14342"/>
                </a:lnTo>
                <a:lnTo>
                  <a:pt x="13504" y="14574"/>
                </a:lnTo>
                <a:lnTo>
                  <a:pt x="13592" y="14716"/>
                </a:lnTo>
                <a:lnTo>
                  <a:pt x="13731" y="14806"/>
                </a:lnTo>
                <a:lnTo>
                  <a:pt x="13819" y="14948"/>
                </a:lnTo>
                <a:lnTo>
                  <a:pt x="14007" y="15180"/>
                </a:lnTo>
                <a:lnTo>
                  <a:pt x="14234" y="15413"/>
                </a:lnTo>
                <a:lnTo>
                  <a:pt x="14422" y="15658"/>
                </a:lnTo>
                <a:lnTo>
                  <a:pt x="14598" y="15890"/>
                </a:lnTo>
                <a:lnTo>
                  <a:pt x="14736" y="15980"/>
                </a:lnTo>
                <a:lnTo>
                  <a:pt x="14825" y="16122"/>
                </a:lnTo>
                <a:lnTo>
                  <a:pt x="15013" y="16354"/>
                </a:lnTo>
                <a:lnTo>
                  <a:pt x="15101" y="16496"/>
                </a:lnTo>
                <a:lnTo>
                  <a:pt x="15239" y="16599"/>
                </a:lnTo>
                <a:lnTo>
                  <a:pt x="15327" y="16741"/>
                </a:lnTo>
                <a:lnTo>
                  <a:pt x="15516" y="16973"/>
                </a:lnTo>
                <a:lnTo>
                  <a:pt x="15742" y="17205"/>
                </a:lnTo>
                <a:lnTo>
                  <a:pt x="15830" y="17347"/>
                </a:lnTo>
                <a:lnTo>
                  <a:pt x="16019" y="17580"/>
                </a:lnTo>
                <a:lnTo>
                  <a:pt x="16245" y="17812"/>
                </a:lnTo>
                <a:lnTo>
                  <a:pt x="16434" y="18057"/>
                </a:lnTo>
                <a:lnTo>
                  <a:pt x="16522" y="18199"/>
                </a:lnTo>
                <a:lnTo>
                  <a:pt x="16748" y="18431"/>
                </a:lnTo>
                <a:lnTo>
                  <a:pt x="16937" y="18663"/>
                </a:lnTo>
                <a:lnTo>
                  <a:pt x="17025" y="18805"/>
                </a:lnTo>
                <a:lnTo>
                  <a:pt x="17251" y="19037"/>
                </a:lnTo>
                <a:lnTo>
                  <a:pt x="17440" y="19269"/>
                </a:lnTo>
                <a:lnTo>
                  <a:pt x="17528" y="19411"/>
                </a:lnTo>
                <a:lnTo>
                  <a:pt x="17754" y="19643"/>
                </a:lnTo>
                <a:lnTo>
                  <a:pt x="17855" y="19785"/>
                </a:lnTo>
                <a:lnTo>
                  <a:pt x="18031" y="20030"/>
                </a:lnTo>
                <a:lnTo>
                  <a:pt x="18119" y="20172"/>
                </a:lnTo>
                <a:lnTo>
                  <a:pt x="18257" y="20262"/>
                </a:lnTo>
                <a:lnTo>
                  <a:pt x="18358" y="20404"/>
                </a:lnTo>
                <a:lnTo>
                  <a:pt x="18534" y="20636"/>
                </a:lnTo>
                <a:lnTo>
                  <a:pt x="18634" y="20778"/>
                </a:lnTo>
                <a:lnTo>
                  <a:pt x="18861" y="21010"/>
                </a:lnTo>
                <a:lnTo>
                  <a:pt x="18949" y="21152"/>
                </a:lnTo>
                <a:lnTo>
                  <a:pt x="19137" y="21384"/>
                </a:lnTo>
                <a:lnTo>
                  <a:pt x="19263" y="21526"/>
                </a:lnTo>
                <a:lnTo>
                  <a:pt x="19452" y="21758"/>
                </a:lnTo>
                <a:lnTo>
                  <a:pt x="19540" y="21900"/>
                </a:lnTo>
                <a:lnTo>
                  <a:pt x="19779" y="22145"/>
                </a:lnTo>
                <a:lnTo>
                  <a:pt x="19867" y="22287"/>
                </a:lnTo>
                <a:lnTo>
                  <a:pt x="19955" y="22429"/>
                </a:lnTo>
              </a:path>
            </a:pathLst>
          </a:custGeom>
          <a:ln w="17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189475" y="5050986"/>
            <a:ext cx="20055" cy="27782"/>
          </a:xfrm>
          <a:custGeom>
            <a:avLst/>
            <a:gdLst/>
            <a:ahLst/>
            <a:cxnLst/>
            <a:rect l="l" t="t" r="r" b="b"/>
            <a:pathLst>
              <a:path w="20055" h="2778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5"/>
                </a:lnTo>
                <a:lnTo>
                  <a:pt x="502" y="657"/>
                </a:lnTo>
                <a:lnTo>
                  <a:pt x="741" y="889"/>
                </a:lnTo>
                <a:lnTo>
                  <a:pt x="829" y="1031"/>
                </a:lnTo>
                <a:lnTo>
                  <a:pt x="917" y="1173"/>
                </a:lnTo>
                <a:lnTo>
                  <a:pt x="1106" y="1405"/>
                </a:lnTo>
                <a:lnTo>
                  <a:pt x="1244" y="1547"/>
                </a:lnTo>
                <a:lnTo>
                  <a:pt x="1332" y="1689"/>
                </a:lnTo>
                <a:lnTo>
                  <a:pt x="1508" y="1921"/>
                </a:lnTo>
                <a:lnTo>
                  <a:pt x="1609" y="2063"/>
                </a:lnTo>
                <a:lnTo>
                  <a:pt x="1747" y="2153"/>
                </a:lnTo>
                <a:lnTo>
                  <a:pt x="1835" y="2295"/>
                </a:lnTo>
                <a:lnTo>
                  <a:pt x="1923" y="2437"/>
                </a:lnTo>
                <a:lnTo>
                  <a:pt x="2011" y="2579"/>
                </a:lnTo>
                <a:lnTo>
                  <a:pt x="2250" y="2811"/>
                </a:lnTo>
                <a:lnTo>
                  <a:pt x="2338" y="2953"/>
                </a:lnTo>
                <a:lnTo>
                  <a:pt x="2426" y="3095"/>
                </a:lnTo>
                <a:lnTo>
                  <a:pt x="2527" y="3237"/>
                </a:lnTo>
                <a:lnTo>
                  <a:pt x="2753" y="3469"/>
                </a:lnTo>
                <a:lnTo>
                  <a:pt x="2841" y="3611"/>
                </a:lnTo>
                <a:lnTo>
                  <a:pt x="2929" y="3753"/>
                </a:lnTo>
                <a:lnTo>
                  <a:pt x="3118" y="3998"/>
                </a:lnTo>
                <a:lnTo>
                  <a:pt x="3256" y="4140"/>
                </a:lnTo>
                <a:lnTo>
                  <a:pt x="3344" y="4269"/>
                </a:lnTo>
                <a:lnTo>
                  <a:pt x="3432" y="4411"/>
                </a:lnTo>
                <a:lnTo>
                  <a:pt x="3621" y="4656"/>
                </a:lnTo>
                <a:lnTo>
                  <a:pt x="3759" y="4798"/>
                </a:lnTo>
                <a:lnTo>
                  <a:pt x="3847" y="4927"/>
                </a:lnTo>
                <a:lnTo>
                  <a:pt x="3935" y="5068"/>
                </a:lnTo>
                <a:lnTo>
                  <a:pt x="4124" y="5313"/>
                </a:lnTo>
                <a:lnTo>
                  <a:pt x="4262" y="5455"/>
                </a:lnTo>
                <a:lnTo>
                  <a:pt x="4350" y="5584"/>
                </a:lnTo>
                <a:lnTo>
                  <a:pt x="4438" y="5726"/>
                </a:lnTo>
                <a:lnTo>
                  <a:pt x="4627" y="5971"/>
                </a:lnTo>
                <a:lnTo>
                  <a:pt x="4765" y="6113"/>
                </a:lnTo>
                <a:lnTo>
                  <a:pt x="4853" y="6255"/>
                </a:lnTo>
                <a:lnTo>
                  <a:pt x="4941" y="6384"/>
                </a:lnTo>
                <a:lnTo>
                  <a:pt x="5042" y="6526"/>
                </a:lnTo>
                <a:lnTo>
                  <a:pt x="5268" y="6771"/>
                </a:lnTo>
                <a:lnTo>
                  <a:pt x="5356" y="6913"/>
                </a:lnTo>
                <a:lnTo>
                  <a:pt x="5444" y="7042"/>
                </a:lnTo>
                <a:lnTo>
                  <a:pt x="5545" y="7184"/>
                </a:lnTo>
                <a:lnTo>
                  <a:pt x="5633" y="7326"/>
                </a:lnTo>
                <a:lnTo>
                  <a:pt x="5771" y="7429"/>
                </a:lnTo>
                <a:lnTo>
                  <a:pt x="5859" y="7571"/>
                </a:lnTo>
                <a:lnTo>
                  <a:pt x="5960" y="7700"/>
                </a:lnTo>
                <a:lnTo>
                  <a:pt x="6048" y="7842"/>
                </a:lnTo>
                <a:lnTo>
                  <a:pt x="6136" y="7983"/>
                </a:lnTo>
                <a:lnTo>
                  <a:pt x="6274" y="8125"/>
                </a:lnTo>
                <a:lnTo>
                  <a:pt x="6362" y="8267"/>
                </a:lnTo>
                <a:lnTo>
                  <a:pt x="6463" y="8409"/>
                </a:lnTo>
                <a:lnTo>
                  <a:pt x="6639" y="8641"/>
                </a:lnTo>
                <a:lnTo>
                  <a:pt x="6777" y="8783"/>
                </a:lnTo>
                <a:lnTo>
                  <a:pt x="6865" y="8925"/>
                </a:lnTo>
                <a:lnTo>
                  <a:pt x="6966" y="9067"/>
                </a:lnTo>
                <a:lnTo>
                  <a:pt x="7054" y="9209"/>
                </a:lnTo>
                <a:lnTo>
                  <a:pt x="7142" y="9351"/>
                </a:lnTo>
                <a:lnTo>
                  <a:pt x="7280" y="9492"/>
                </a:lnTo>
                <a:lnTo>
                  <a:pt x="7368" y="9634"/>
                </a:lnTo>
                <a:lnTo>
                  <a:pt x="7557" y="9866"/>
                </a:lnTo>
                <a:lnTo>
                  <a:pt x="7645" y="10008"/>
                </a:lnTo>
                <a:lnTo>
                  <a:pt x="7783" y="10150"/>
                </a:lnTo>
                <a:lnTo>
                  <a:pt x="7871" y="10292"/>
                </a:lnTo>
                <a:lnTo>
                  <a:pt x="7972" y="10434"/>
                </a:lnTo>
                <a:lnTo>
                  <a:pt x="8060" y="10576"/>
                </a:lnTo>
                <a:lnTo>
                  <a:pt x="8148" y="10718"/>
                </a:lnTo>
                <a:lnTo>
                  <a:pt x="8286" y="10860"/>
                </a:lnTo>
                <a:lnTo>
                  <a:pt x="8374" y="11002"/>
                </a:lnTo>
                <a:lnTo>
                  <a:pt x="8475" y="11143"/>
                </a:lnTo>
                <a:lnTo>
                  <a:pt x="8563" y="11272"/>
                </a:lnTo>
                <a:lnTo>
                  <a:pt x="8789" y="11517"/>
                </a:lnTo>
                <a:lnTo>
                  <a:pt x="8877" y="11659"/>
                </a:lnTo>
                <a:lnTo>
                  <a:pt x="8977" y="11801"/>
                </a:lnTo>
                <a:lnTo>
                  <a:pt x="9066" y="11930"/>
                </a:lnTo>
                <a:lnTo>
                  <a:pt x="9154" y="12072"/>
                </a:lnTo>
                <a:lnTo>
                  <a:pt x="9292" y="12214"/>
                </a:lnTo>
                <a:lnTo>
                  <a:pt x="9380" y="12356"/>
                </a:lnTo>
                <a:lnTo>
                  <a:pt x="9480" y="12498"/>
                </a:lnTo>
                <a:lnTo>
                  <a:pt x="9568" y="12640"/>
                </a:lnTo>
                <a:lnTo>
                  <a:pt x="9656" y="12781"/>
                </a:lnTo>
                <a:lnTo>
                  <a:pt x="9795" y="12923"/>
                </a:lnTo>
                <a:lnTo>
                  <a:pt x="9895" y="13065"/>
                </a:lnTo>
                <a:lnTo>
                  <a:pt x="9983" y="13207"/>
                </a:lnTo>
                <a:lnTo>
                  <a:pt x="10071" y="13349"/>
                </a:lnTo>
                <a:lnTo>
                  <a:pt x="10159" y="13491"/>
                </a:lnTo>
                <a:lnTo>
                  <a:pt x="10298" y="13633"/>
                </a:lnTo>
                <a:lnTo>
                  <a:pt x="10398" y="13775"/>
                </a:lnTo>
                <a:lnTo>
                  <a:pt x="10486" y="13916"/>
                </a:lnTo>
                <a:lnTo>
                  <a:pt x="10574" y="14045"/>
                </a:lnTo>
                <a:lnTo>
                  <a:pt x="10662" y="14187"/>
                </a:lnTo>
                <a:lnTo>
                  <a:pt x="10801" y="14329"/>
                </a:lnTo>
                <a:lnTo>
                  <a:pt x="10901" y="14471"/>
                </a:lnTo>
                <a:lnTo>
                  <a:pt x="10989" y="14613"/>
                </a:lnTo>
                <a:lnTo>
                  <a:pt x="11077" y="14755"/>
                </a:lnTo>
                <a:lnTo>
                  <a:pt x="11165" y="14897"/>
                </a:lnTo>
                <a:lnTo>
                  <a:pt x="11304" y="15039"/>
                </a:lnTo>
                <a:lnTo>
                  <a:pt x="11404" y="15180"/>
                </a:lnTo>
                <a:lnTo>
                  <a:pt x="11492" y="15322"/>
                </a:lnTo>
                <a:lnTo>
                  <a:pt x="11580" y="15464"/>
                </a:lnTo>
                <a:lnTo>
                  <a:pt x="11668" y="15606"/>
                </a:lnTo>
                <a:lnTo>
                  <a:pt x="11807" y="15748"/>
                </a:lnTo>
                <a:lnTo>
                  <a:pt x="11907" y="15890"/>
                </a:lnTo>
                <a:lnTo>
                  <a:pt x="11995" y="16032"/>
                </a:lnTo>
                <a:lnTo>
                  <a:pt x="12083" y="16161"/>
                </a:lnTo>
                <a:lnTo>
                  <a:pt x="12184" y="16303"/>
                </a:lnTo>
                <a:lnTo>
                  <a:pt x="12310" y="16444"/>
                </a:lnTo>
                <a:lnTo>
                  <a:pt x="12410" y="16586"/>
                </a:lnTo>
                <a:lnTo>
                  <a:pt x="12498" y="16728"/>
                </a:lnTo>
                <a:lnTo>
                  <a:pt x="12586" y="16870"/>
                </a:lnTo>
                <a:lnTo>
                  <a:pt x="12687" y="17012"/>
                </a:lnTo>
                <a:lnTo>
                  <a:pt x="12813" y="17154"/>
                </a:lnTo>
                <a:lnTo>
                  <a:pt x="12913" y="17296"/>
                </a:lnTo>
                <a:lnTo>
                  <a:pt x="13001" y="17438"/>
                </a:lnTo>
                <a:lnTo>
                  <a:pt x="13089" y="17580"/>
                </a:lnTo>
                <a:lnTo>
                  <a:pt x="13190" y="17721"/>
                </a:lnTo>
                <a:lnTo>
                  <a:pt x="13316" y="17863"/>
                </a:lnTo>
                <a:lnTo>
                  <a:pt x="13416" y="18005"/>
                </a:lnTo>
                <a:lnTo>
                  <a:pt x="13504" y="18186"/>
                </a:lnTo>
                <a:lnTo>
                  <a:pt x="13592" y="18328"/>
                </a:lnTo>
                <a:lnTo>
                  <a:pt x="13693" y="18469"/>
                </a:lnTo>
                <a:lnTo>
                  <a:pt x="13831" y="18611"/>
                </a:lnTo>
                <a:lnTo>
                  <a:pt x="13919" y="18753"/>
                </a:lnTo>
                <a:lnTo>
                  <a:pt x="14007" y="18895"/>
                </a:lnTo>
                <a:lnTo>
                  <a:pt x="14095" y="19037"/>
                </a:lnTo>
                <a:lnTo>
                  <a:pt x="14196" y="19179"/>
                </a:lnTo>
                <a:lnTo>
                  <a:pt x="14334" y="19321"/>
                </a:lnTo>
                <a:lnTo>
                  <a:pt x="14422" y="19463"/>
                </a:lnTo>
                <a:lnTo>
                  <a:pt x="14510" y="19605"/>
                </a:lnTo>
                <a:lnTo>
                  <a:pt x="14598" y="19733"/>
                </a:lnTo>
                <a:lnTo>
                  <a:pt x="14699" y="19927"/>
                </a:lnTo>
                <a:lnTo>
                  <a:pt x="14837" y="20069"/>
                </a:lnTo>
                <a:lnTo>
                  <a:pt x="14925" y="20211"/>
                </a:lnTo>
                <a:lnTo>
                  <a:pt x="15013" y="20353"/>
                </a:lnTo>
                <a:lnTo>
                  <a:pt x="15101" y="20494"/>
                </a:lnTo>
                <a:lnTo>
                  <a:pt x="15202" y="20636"/>
                </a:lnTo>
                <a:lnTo>
                  <a:pt x="15340" y="20778"/>
                </a:lnTo>
                <a:lnTo>
                  <a:pt x="15428" y="20920"/>
                </a:lnTo>
                <a:lnTo>
                  <a:pt x="15516" y="21062"/>
                </a:lnTo>
                <a:lnTo>
                  <a:pt x="15604" y="21243"/>
                </a:lnTo>
                <a:lnTo>
                  <a:pt x="15705" y="21384"/>
                </a:lnTo>
                <a:lnTo>
                  <a:pt x="15843" y="21526"/>
                </a:lnTo>
                <a:lnTo>
                  <a:pt x="15931" y="21668"/>
                </a:lnTo>
                <a:lnTo>
                  <a:pt x="16019" y="21810"/>
                </a:lnTo>
                <a:lnTo>
                  <a:pt x="16120" y="21952"/>
                </a:lnTo>
                <a:lnTo>
                  <a:pt x="16208" y="22094"/>
                </a:lnTo>
                <a:lnTo>
                  <a:pt x="16346" y="22236"/>
                </a:lnTo>
                <a:lnTo>
                  <a:pt x="16434" y="22416"/>
                </a:lnTo>
                <a:lnTo>
                  <a:pt x="16522" y="22558"/>
                </a:lnTo>
                <a:lnTo>
                  <a:pt x="16623" y="22700"/>
                </a:lnTo>
                <a:lnTo>
                  <a:pt x="16711" y="22842"/>
                </a:lnTo>
                <a:lnTo>
                  <a:pt x="16849" y="22984"/>
                </a:lnTo>
                <a:lnTo>
                  <a:pt x="16937" y="23126"/>
                </a:lnTo>
                <a:lnTo>
                  <a:pt x="17025" y="23268"/>
                </a:lnTo>
                <a:lnTo>
                  <a:pt x="17126" y="23448"/>
                </a:lnTo>
                <a:lnTo>
                  <a:pt x="17214" y="23590"/>
                </a:lnTo>
                <a:lnTo>
                  <a:pt x="17352" y="23732"/>
                </a:lnTo>
                <a:lnTo>
                  <a:pt x="17440" y="23874"/>
                </a:lnTo>
                <a:lnTo>
                  <a:pt x="17528" y="24016"/>
                </a:lnTo>
                <a:lnTo>
                  <a:pt x="17629" y="24158"/>
                </a:lnTo>
                <a:lnTo>
                  <a:pt x="17717" y="24351"/>
                </a:lnTo>
                <a:lnTo>
                  <a:pt x="17855" y="24493"/>
                </a:lnTo>
                <a:lnTo>
                  <a:pt x="17943" y="24622"/>
                </a:lnTo>
                <a:lnTo>
                  <a:pt x="18031" y="24764"/>
                </a:lnTo>
                <a:lnTo>
                  <a:pt x="18132" y="24906"/>
                </a:lnTo>
                <a:lnTo>
                  <a:pt x="18220" y="25099"/>
                </a:lnTo>
                <a:lnTo>
                  <a:pt x="18358" y="25241"/>
                </a:lnTo>
                <a:lnTo>
                  <a:pt x="18446" y="25383"/>
                </a:lnTo>
                <a:lnTo>
                  <a:pt x="18534" y="25525"/>
                </a:lnTo>
                <a:lnTo>
                  <a:pt x="18634" y="25667"/>
                </a:lnTo>
                <a:lnTo>
                  <a:pt x="18723" y="25847"/>
                </a:lnTo>
                <a:lnTo>
                  <a:pt x="18861" y="25989"/>
                </a:lnTo>
                <a:lnTo>
                  <a:pt x="18949" y="26131"/>
                </a:lnTo>
                <a:lnTo>
                  <a:pt x="19037" y="26273"/>
                </a:lnTo>
                <a:lnTo>
                  <a:pt x="19137" y="26415"/>
                </a:lnTo>
                <a:lnTo>
                  <a:pt x="19225" y="26608"/>
                </a:lnTo>
                <a:lnTo>
                  <a:pt x="19364" y="26737"/>
                </a:lnTo>
                <a:lnTo>
                  <a:pt x="19452" y="26879"/>
                </a:lnTo>
                <a:lnTo>
                  <a:pt x="19540" y="27021"/>
                </a:lnTo>
                <a:lnTo>
                  <a:pt x="19640" y="27214"/>
                </a:lnTo>
                <a:lnTo>
                  <a:pt x="19728" y="27356"/>
                </a:lnTo>
                <a:lnTo>
                  <a:pt x="19867" y="27498"/>
                </a:lnTo>
                <a:lnTo>
                  <a:pt x="19955" y="27640"/>
                </a:lnTo>
                <a:lnTo>
                  <a:pt x="20055" y="27782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209531" y="5078769"/>
            <a:ext cx="20043" cy="32619"/>
          </a:xfrm>
          <a:custGeom>
            <a:avLst/>
            <a:gdLst/>
            <a:ahLst/>
            <a:cxnLst/>
            <a:rect l="l" t="t" r="r" b="b"/>
            <a:pathLst>
              <a:path w="20043" h="32619">
                <a:moveTo>
                  <a:pt x="0" y="0"/>
                </a:moveTo>
                <a:lnTo>
                  <a:pt x="88" y="180"/>
                </a:lnTo>
                <a:lnTo>
                  <a:pt x="176" y="322"/>
                </a:lnTo>
                <a:lnTo>
                  <a:pt x="314" y="464"/>
                </a:lnTo>
                <a:lnTo>
                  <a:pt x="402" y="606"/>
                </a:lnTo>
                <a:lnTo>
                  <a:pt x="502" y="799"/>
                </a:lnTo>
                <a:lnTo>
                  <a:pt x="590" y="941"/>
                </a:lnTo>
                <a:lnTo>
                  <a:pt x="679" y="1070"/>
                </a:lnTo>
                <a:lnTo>
                  <a:pt x="817" y="1212"/>
                </a:lnTo>
                <a:lnTo>
                  <a:pt x="905" y="1405"/>
                </a:lnTo>
                <a:lnTo>
                  <a:pt x="1005" y="1547"/>
                </a:lnTo>
                <a:lnTo>
                  <a:pt x="1093" y="1689"/>
                </a:lnTo>
                <a:lnTo>
                  <a:pt x="1181" y="1831"/>
                </a:lnTo>
                <a:lnTo>
                  <a:pt x="1320" y="2012"/>
                </a:lnTo>
                <a:lnTo>
                  <a:pt x="1408" y="2153"/>
                </a:lnTo>
                <a:lnTo>
                  <a:pt x="1508" y="2295"/>
                </a:lnTo>
                <a:lnTo>
                  <a:pt x="1596" y="2489"/>
                </a:lnTo>
                <a:lnTo>
                  <a:pt x="1684" y="2631"/>
                </a:lnTo>
                <a:lnTo>
                  <a:pt x="1823" y="2773"/>
                </a:lnTo>
                <a:lnTo>
                  <a:pt x="1911" y="2914"/>
                </a:lnTo>
                <a:lnTo>
                  <a:pt x="2011" y="3095"/>
                </a:lnTo>
                <a:lnTo>
                  <a:pt x="2099" y="3237"/>
                </a:lnTo>
                <a:lnTo>
                  <a:pt x="2187" y="3379"/>
                </a:lnTo>
                <a:lnTo>
                  <a:pt x="2326" y="3572"/>
                </a:lnTo>
                <a:lnTo>
                  <a:pt x="2414" y="3714"/>
                </a:lnTo>
                <a:lnTo>
                  <a:pt x="2514" y="3856"/>
                </a:lnTo>
                <a:lnTo>
                  <a:pt x="2602" y="3985"/>
                </a:lnTo>
                <a:lnTo>
                  <a:pt x="2690" y="4178"/>
                </a:lnTo>
                <a:lnTo>
                  <a:pt x="2829" y="4320"/>
                </a:lnTo>
                <a:lnTo>
                  <a:pt x="2917" y="4462"/>
                </a:lnTo>
                <a:lnTo>
                  <a:pt x="3017" y="4643"/>
                </a:lnTo>
                <a:lnTo>
                  <a:pt x="3105" y="4785"/>
                </a:lnTo>
                <a:lnTo>
                  <a:pt x="3193" y="4927"/>
                </a:lnTo>
                <a:lnTo>
                  <a:pt x="3332" y="5120"/>
                </a:lnTo>
                <a:lnTo>
                  <a:pt x="3432" y="5262"/>
                </a:lnTo>
                <a:lnTo>
                  <a:pt x="3520" y="5404"/>
                </a:lnTo>
                <a:lnTo>
                  <a:pt x="3608" y="5584"/>
                </a:lnTo>
                <a:lnTo>
                  <a:pt x="3696" y="5726"/>
                </a:lnTo>
                <a:lnTo>
                  <a:pt x="3835" y="5868"/>
                </a:lnTo>
                <a:lnTo>
                  <a:pt x="3935" y="6062"/>
                </a:lnTo>
                <a:lnTo>
                  <a:pt x="4023" y="6203"/>
                </a:lnTo>
                <a:lnTo>
                  <a:pt x="4111" y="6345"/>
                </a:lnTo>
                <a:lnTo>
                  <a:pt x="4199" y="6526"/>
                </a:lnTo>
                <a:lnTo>
                  <a:pt x="4338" y="6668"/>
                </a:lnTo>
                <a:lnTo>
                  <a:pt x="4438" y="6810"/>
                </a:lnTo>
                <a:lnTo>
                  <a:pt x="4526" y="7003"/>
                </a:lnTo>
                <a:lnTo>
                  <a:pt x="4614" y="7145"/>
                </a:lnTo>
                <a:lnTo>
                  <a:pt x="4702" y="7287"/>
                </a:lnTo>
                <a:lnTo>
                  <a:pt x="4841" y="7467"/>
                </a:lnTo>
                <a:lnTo>
                  <a:pt x="4941" y="7609"/>
                </a:lnTo>
                <a:lnTo>
                  <a:pt x="5029" y="7803"/>
                </a:lnTo>
                <a:lnTo>
                  <a:pt x="5117" y="7945"/>
                </a:lnTo>
                <a:lnTo>
                  <a:pt x="5205" y="8087"/>
                </a:lnTo>
                <a:lnTo>
                  <a:pt x="5344" y="8267"/>
                </a:lnTo>
                <a:lnTo>
                  <a:pt x="5444" y="8409"/>
                </a:lnTo>
                <a:lnTo>
                  <a:pt x="5532" y="8551"/>
                </a:lnTo>
                <a:lnTo>
                  <a:pt x="5620" y="8744"/>
                </a:lnTo>
                <a:lnTo>
                  <a:pt x="5721" y="8873"/>
                </a:lnTo>
                <a:lnTo>
                  <a:pt x="5847" y="9067"/>
                </a:lnTo>
                <a:lnTo>
                  <a:pt x="5947" y="9209"/>
                </a:lnTo>
                <a:lnTo>
                  <a:pt x="6035" y="9351"/>
                </a:lnTo>
                <a:lnTo>
                  <a:pt x="6123" y="9531"/>
                </a:lnTo>
                <a:lnTo>
                  <a:pt x="6224" y="9673"/>
                </a:lnTo>
                <a:lnTo>
                  <a:pt x="6349" y="9866"/>
                </a:lnTo>
                <a:lnTo>
                  <a:pt x="6450" y="10008"/>
                </a:lnTo>
                <a:lnTo>
                  <a:pt x="6538" y="10150"/>
                </a:lnTo>
                <a:lnTo>
                  <a:pt x="6626" y="10331"/>
                </a:lnTo>
                <a:lnTo>
                  <a:pt x="6727" y="10473"/>
                </a:lnTo>
                <a:lnTo>
                  <a:pt x="6852" y="10666"/>
                </a:lnTo>
                <a:lnTo>
                  <a:pt x="6953" y="10808"/>
                </a:lnTo>
                <a:lnTo>
                  <a:pt x="7041" y="10950"/>
                </a:lnTo>
                <a:lnTo>
                  <a:pt x="7129" y="11131"/>
                </a:lnTo>
                <a:lnTo>
                  <a:pt x="7230" y="11272"/>
                </a:lnTo>
                <a:lnTo>
                  <a:pt x="7368" y="11466"/>
                </a:lnTo>
                <a:lnTo>
                  <a:pt x="7456" y="11608"/>
                </a:lnTo>
                <a:lnTo>
                  <a:pt x="7544" y="11750"/>
                </a:lnTo>
                <a:lnTo>
                  <a:pt x="7632" y="11930"/>
                </a:lnTo>
                <a:lnTo>
                  <a:pt x="7733" y="12072"/>
                </a:lnTo>
                <a:lnTo>
                  <a:pt x="7871" y="12266"/>
                </a:lnTo>
                <a:lnTo>
                  <a:pt x="7959" y="12407"/>
                </a:lnTo>
                <a:lnTo>
                  <a:pt x="8047" y="12588"/>
                </a:lnTo>
                <a:lnTo>
                  <a:pt x="8135" y="12730"/>
                </a:lnTo>
                <a:lnTo>
                  <a:pt x="8273" y="12923"/>
                </a:lnTo>
                <a:lnTo>
                  <a:pt x="8374" y="13065"/>
                </a:lnTo>
                <a:lnTo>
                  <a:pt x="8462" y="13207"/>
                </a:lnTo>
                <a:lnTo>
                  <a:pt x="8550" y="13388"/>
                </a:lnTo>
                <a:lnTo>
                  <a:pt x="8638" y="13530"/>
                </a:lnTo>
                <a:lnTo>
                  <a:pt x="8776" y="13723"/>
                </a:lnTo>
                <a:lnTo>
                  <a:pt x="8877" y="13865"/>
                </a:lnTo>
                <a:lnTo>
                  <a:pt x="8965" y="14045"/>
                </a:lnTo>
                <a:lnTo>
                  <a:pt x="9053" y="14187"/>
                </a:lnTo>
                <a:lnTo>
                  <a:pt x="9141" y="14381"/>
                </a:lnTo>
                <a:lnTo>
                  <a:pt x="9279" y="14523"/>
                </a:lnTo>
                <a:lnTo>
                  <a:pt x="9380" y="14703"/>
                </a:lnTo>
                <a:lnTo>
                  <a:pt x="9468" y="14845"/>
                </a:lnTo>
                <a:lnTo>
                  <a:pt x="9556" y="15039"/>
                </a:lnTo>
                <a:lnTo>
                  <a:pt x="9657" y="15180"/>
                </a:lnTo>
                <a:lnTo>
                  <a:pt x="9782" y="15361"/>
                </a:lnTo>
                <a:lnTo>
                  <a:pt x="9883" y="15503"/>
                </a:lnTo>
                <a:lnTo>
                  <a:pt x="9971" y="15645"/>
                </a:lnTo>
                <a:lnTo>
                  <a:pt x="10059" y="15838"/>
                </a:lnTo>
                <a:lnTo>
                  <a:pt x="10159" y="15980"/>
                </a:lnTo>
                <a:lnTo>
                  <a:pt x="10285" y="16161"/>
                </a:lnTo>
                <a:lnTo>
                  <a:pt x="10386" y="16303"/>
                </a:lnTo>
                <a:lnTo>
                  <a:pt x="10474" y="16496"/>
                </a:lnTo>
                <a:lnTo>
                  <a:pt x="10562" y="16638"/>
                </a:lnTo>
                <a:lnTo>
                  <a:pt x="10662" y="16819"/>
                </a:lnTo>
                <a:lnTo>
                  <a:pt x="10801" y="16960"/>
                </a:lnTo>
                <a:lnTo>
                  <a:pt x="10889" y="17154"/>
                </a:lnTo>
                <a:lnTo>
                  <a:pt x="10977" y="17296"/>
                </a:lnTo>
                <a:lnTo>
                  <a:pt x="11065" y="17476"/>
                </a:lnTo>
                <a:lnTo>
                  <a:pt x="11165" y="17670"/>
                </a:lnTo>
                <a:lnTo>
                  <a:pt x="11304" y="17812"/>
                </a:lnTo>
                <a:lnTo>
                  <a:pt x="11392" y="17992"/>
                </a:lnTo>
                <a:lnTo>
                  <a:pt x="11480" y="18134"/>
                </a:lnTo>
                <a:lnTo>
                  <a:pt x="11568" y="18328"/>
                </a:lnTo>
                <a:lnTo>
                  <a:pt x="11668" y="18469"/>
                </a:lnTo>
                <a:lnTo>
                  <a:pt x="11807" y="18663"/>
                </a:lnTo>
                <a:lnTo>
                  <a:pt x="11895" y="18792"/>
                </a:lnTo>
                <a:lnTo>
                  <a:pt x="11983" y="18985"/>
                </a:lnTo>
                <a:lnTo>
                  <a:pt x="12071" y="19127"/>
                </a:lnTo>
                <a:lnTo>
                  <a:pt x="12171" y="19321"/>
                </a:lnTo>
                <a:lnTo>
                  <a:pt x="12310" y="19450"/>
                </a:lnTo>
                <a:lnTo>
                  <a:pt x="12398" y="19643"/>
                </a:lnTo>
                <a:lnTo>
                  <a:pt x="12486" y="19785"/>
                </a:lnTo>
                <a:lnTo>
                  <a:pt x="12574" y="19979"/>
                </a:lnTo>
                <a:lnTo>
                  <a:pt x="12674" y="20159"/>
                </a:lnTo>
                <a:lnTo>
                  <a:pt x="12813" y="20301"/>
                </a:lnTo>
                <a:lnTo>
                  <a:pt x="12901" y="20494"/>
                </a:lnTo>
                <a:lnTo>
                  <a:pt x="12989" y="20636"/>
                </a:lnTo>
                <a:lnTo>
                  <a:pt x="13077" y="20817"/>
                </a:lnTo>
                <a:lnTo>
                  <a:pt x="13177" y="20959"/>
                </a:lnTo>
                <a:lnTo>
                  <a:pt x="13316" y="21152"/>
                </a:lnTo>
                <a:lnTo>
                  <a:pt x="13404" y="21333"/>
                </a:lnTo>
                <a:lnTo>
                  <a:pt x="13492" y="21475"/>
                </a:lnTo>
                <a:lnTo>
                  <a:pt x="13592" y="21668"/>
                </a:lnTo>
                <a:lnTo>
                  <a:pt x="13680" y="21810"/>
                </a:lnTo>
                <a:lnTo>
                  <a:pt x="13819" y="21991"/>
                </a:lnTo>
                <a:lnTo>
                  <a:pt x="13907" y="22133"/>
                </a:lnTo>
                <a:lnTo>
                  <a:pt x="13995" y="22326"/>
                </a:lnTo>
                <a:lnTo>
                  <a:pt x="14095" y="22507"/>
                </a:lnTo>
                <a:lnTo>
                  <a:pt x="14183" y="22648"/>
                </a:lnTo>
                <a:lnTo>
                  <a:pt x="14322" y="22842"/>
                </a:lnTo>
                <a:lnTo>
                  <a:pt x="14410" y="22984"/>
                </a:lnTo>
                <a:lnTo>
                  <a:pt x="14498" y="23164"/>
                </a:lnTo>
                <a:lnTo>
                  <a:pt x="14598" y="23358"/>
                </a:lnTo>
                <a:lnTo>
                  <a:pt x="14686" y="23500"/>
                </a:lnTo>
                <a:lnTo>
                  <a:pt x="14825" y="23680"/>
                </a:lnTo>
                <a:lnTo>
                  <a:pt x="14913" y="23822"/>
                </a:lnTo>
                <a:lnTo>
                  <a:pt x="15001" y="24016"/>
                </a:lnTo>
                <a:lnTo>
                  <a:pt x="15101" y="24209"/>
                </a:lnTo>
                <a:lnTo>
                  <a:pt x="15189" y="24338"/>
                </a:lnTo>
                <a:lnTo>
                  <a:pt x="15327" y="24532"/>
                </a:lnTo>
                <a:lnTo>
                  <a:pt x="15415" y="24673"/>
                </a:lnTo>
                <a:lnTo>
                  <a:pt x="15504" y="24867"/>
                </a:lnTo>
                <a:lnTo>
                  <a:pt x="15604" y="25047"/>
                </a:lnTo>
                <a:lnTo>
                  <a:pt x="15692" y="25189"/>
                </a:lnTo>
                <a:lnTo>
                  <a:pt x="15830" y="25383"/>
                </a:lnTo>
                <a:lnTo>
                  <a:pt x="15918" y="25563"/>
                </a:lnTo>
                <a:lnTo>
                  <a:pt x="16006" y="25705"/>
                </a:lnTo>
                <a:lnTo>
                  <a:pt x="16107" y="25899"/>
                </a:lnTo>
                <a:lnTo>
                  <a:pt x="16195" y="26041"/>
                </a:lnTo>
                <a:lnTo>
                  <a:pt x="16333" y="26221"/>
                </a:lnTo>
                <a:lnTo>
                  <a:pt x="16421" y="26415"/>
                </a:lnTo>
                <a:lnTo>
                  <a:pt x="16509" y="26557"/>
                </a:lnTo>
                <a:lnTo>
                  <a:pt x="16610" y="26737"/>
                </a:lnTo>
                <a:lnTo>
                  <a:pt x="16698" y="26931"/>
                </a:lnTo>
                <a:lnTo>
                  <a:pt x="16836" y="27072"/>
                </a:lnTo>
                <a:lnTo>
                  <a:pt x="16924" y="27253"/>
                </a:lnTo>
                <a:lnTo>
                  <a:pt x="17025" y="27447"/>
                </a:lnTo>
                <a:lnTo>
                  <a:pt x="17113" y="27588"/>
                </a:lnTo>
                <a:lnTo>
                  <a:pt x="17201" y="27782"/>
                </a:lnTo>
                <a:lnTo>
                  <a:pt x="17339" y="27962"/>
                </a:lnTo>
                <a:lnTo>
                  <a:pt x="17427" y="28104"/>
                </a:lnTo>
                <a:lnTo>
                  <a:pt x="17528" y="28298"/>
                </a:lnTo>
                <a:lnTo>
                  <a:pt x="17616" y="28478"/>
                </a:lnTo>
                <a:lnTo>
                  <a:pt x="17704" y="28620"/>
                </a:lnTo>
                <a:lnTo>
                  <a:pt x="17842" y="28814"/>
                </a:lnTo>
                <a:lnTo>
                  <a:pt x="17930" y="28994"/>
                </a:lnTo>
                <a:lnTo>
                  <a:pt x="18031" y="29136"/>
                </a:lnTo>
                <a:lnTo>
                  <a:pt x="18119" y="29330"/>
                </a:lnTo>
                <a:lnTo>
                  <a:pt x="18207" y="29510"/>
                </a:lnTo>
                <a:lnTo>
                  <a:pt x="18345" y="29652"/>
                </a:lnTo>
                <a:lnTo>
                  <a:pt x="18433" y="29846"/>
                </a:lnTo>
                <a:lnTo>
                  <a:pt x="18534" y="30026"/>
                </a:lnTo>
                <a:lnTo>
                  <a:pt x="18622" y="30168"/>
                </a:lnTo>
                <a:lnTo>
                  <a:pt x="18710" y="30361"/>
                </a:lnTo>
                <a:lnTo>
                  <a:pt x="18848" y="30555"/>
                </a:lnTo>
                <a:lnTo>
                  <a:pt x="18936" y="30736"/>
                </a:lnTo>
                <a:lnTo>
                  <a:pt x="19037" y="30877"/>
                </a:lnTo>
                <a:lnTo>
                  <a:pt x="19125" y="31071"/>
                </a:lnTo>
                <a:lnTo>
                  <a:pt x="19213" y="31251"/>
                </a:lnTo>
                <a:lnTo>
                  <a:pt x="19351" y="31393"/>
                </a:lnTo>
                <a:lnTo>
                  <a:pt x="19439" y="31587"/>
                </a:lnTo>
                <a:lnTo>
                  <a:pt x="19540" y="31767"/>
                </a:lnTo>
                <a:lnTo>
                  <a:pt x="19628" y="31961"/>
                </a:lnTo>
                <a:lnTo>
                  <a:pt x="19716" y="32103"/>
                </a:lnTo>
                <a:lnTo>
                  <a:pt x="19854" y="32283"/>
                </a:lnTo>
                <a:lnTo>
                  <a:pt x="19942" y="32477"/>
                </a:lnTo>
                <a:lnTo>
                  <a:pt x="20043" y="32619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229574" y="5111388"/>
            <a:ext cx="20043" cy="36939"/>
          </a:xfrm>
          <a:custGeom>
            <a:avLst/>
            <a:gdLst/>
            <a:ahLst/>
            <a:cxnLst/>
            <a:rect l="l" t="t" r="r" b="b"/>
            <a:pathLst>
              <a:path w="20043" h="36939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314" y="567"/>
                </a:lnTo>
                <a:lnTo>
                  <a:pt x="402" y="709"/>
                </a:lnTo>
                <a:lnTo>
                  <a:pt x="502" y="889"/>
                </a:lnTo>
                <a:lnTo>
                  <a:pt x="590" y="1083"/>
                </a:lnTo>
                <a:lnTo>
                  <a:pt x="679" y="1264"/>
                </a:lnTo>
                <a:lnTo>
                  <a:pt x="817" y="1405"/>
                </a:lnTo>
                <a:lnTo>
                  <a:pt x="917" y="1599"/>
                </a:lnTo>
                <a:lnTo>
                  <a:pt x="1005" y="1779"/>
                </a:lnTo>
                <a:lnTo>
                  <a:pt x="1093" y="1973"/>
                </a:lnTo>
                <a:lnTo>
                  <a:pt x="1181" y="2115"/>
                </a:lnTo>
                <a:lnTo>
                  <a:pt x="1320" y="2295"/>
                </a:lnTo>
                <a:lnTo>
                  <a:pt x="1420" y="2489"/>
                </a:lnTo>
                <a:lnTo>
                  <a:pt x="1508" y="2682"/>
                </a:lnTo>
                <a:lnTo>
                  <a:pt x="1596" y="2824"/>
                </a:lnTo>
                <a:lnTo>
                  <a:pt x="1684" y="3005"/>
                </a:lnTo>
                <a:lnTo>
                  <a:pt x="1823" y="3198"/>
                </a:lnTo>
                <a:lnTo>
                  <a:pt x="1923" y="3379"/>
                </a:lnTo>
                <a:lnTo>
                  <a:pt x="2011" y="3521"/>
                </a:lnTo>
                <a:lnTo>
                  <a:pt x="2099" y="3714"/>
                </a:lnTo>
                <a:lnTo>
                  <a:pt x="2187" y="3895"/>
                </a:lnTo>
                <a:lnTo>
                  <a:pt x="2326" y="4088"/>
                </a:lnTo>
                <a:lnTo>
                  <a:pt x="2426" y="4282"/>
                </a:lnTo>
                <a:lnTo>
                  <a:pt x="2514" y="4411"/>
                </a:lnTo>
                <a:lnTo>
                  <a:pt x="2602" y="4604"/>
                </a:lnTo>
                <a:lnTo>
                  <a:pt x="2690" y="4798"/>
                </a:lnTo>
                <a:lnTo>
                  <a:pt x="2829" y="4978"/>
                </a:lnTo>
                <a:lnTo>
                  <a:pt x="2929" y="5172"/>
                </a:lnTo>
                <a:lnTo>
                  <a:pt x="3017" y="5313"/>
                </a:lnTo>
                <a:lnTo>
                  <a:pt x="3105" y="5494"/>
                </a:lnTo>
                <a:lnTo>
                  <a:pt x="3206" y="5688"/>
                </a:lnTo>
                <a:lnTo>
                  <a:pt x="3332" y="5868"/>
                </a:lnTo>
                <a:lnTo>
                  <a:pt x="3432" y="6062"/>
                </a:lnTo>
                <a:lnTo>
                  <a:pt x="3520" y="6203"/>
                </a:lnTo>
                <a:lnTo>
                  <a:pt x="3608" y="6397"/>
                </a:lnTo>
                <a:lnTo>
                  <a:pt x="3709" y="6577"/>
                </a:lnTo>
                <a:lnTo>
                  <a:pt x="3835" y="6771"/>
                </a:lnTo>
                <a:lnTo>
                  <a:pt x="3935" y="6952"/>
                </a:lnTo>
                <a:lnTo>
                  <a:pt x="4023" y="7093"/>
                </a:lnTo>
                <a:lnTo>
                  <a:pt x="4111" y="7287"/>
                </a:lnTo>
                <a:lnTo>
                  <a:pt x="4212" y="7467"/>
                </a:lnTo>
                <a:lnTo>
                  <a:pt x="4338" y="7661"/>
                </a:lnTo>
                <a:lnTo>
                  <a:pt x="4438" y="7854"/>
                </a:lnTo>
                <a:lnTo>
                  <a:pt x="4526" y="8035"/>
                </a:lnTo>
                <a:lnTo>
                  <a:pt x="4614" y="8177"/>
                </a:lnTo>
                <a:lnTo>
                  <a:pt x="4715" y="8370"/>
                </a:lnTo>
                <a:lnTo>
                  <a:pt x="4853" y="8551"/>
                </a:lnTo>
                <a:lnTo>
                  <a:pt x="4941" y="8744"/>
                </a:lnTo>
                <a:lnTo>
                  <a:pt x="5029" y="8925"/>
                </a:lnTo>
                <a:lnTo>
                  <a:pt x="5117" y="9118"/>
                </a:lnTo>
                <a:lnTo>
                  <a:pt x="5218" y="9260"/>
                </a:lnTo>
                <a:lnTo>
                  <a:pt x="5356" y="9441"/>
                </a:lnTo>
                <a:lnTo>
                  <a:pt x="5444" y="9634"/>
                </a:lnTo>
                <a:lnTo>
                  <a:pt x="5532" y="9828"/>
                </a:lnTo>
                <a:lnTo>
                  <a:pt x="5620" y="10008"/>
                </a:lnTo>
                <a:lnTo>
                  <a:pt x="5721" y="10202"/>
                </a:lnTo>
                <a:lnTo>
                  <a:pt x="5859" y="10382"/>
                </a:lnTo>
                <a:lnTo>
                  <a:pt x="5947" y="10524"/>
                </a:lnTo>
                <a:lnTo>
                  <a:pt x="6035" y="10718"/>
                </a:lnTo>
                <a:lnTo>
                  <a:pt x="6123" y="10898"/>
                </a:lnTo>
                <a:lnTo>
                  <a:pt x="6224" y="11092"/>
                </a:lnTo>
                <a:lnTo>
                  <a:pt x="6362" y="11285"/>
                </a:lnTo>
                <a:lnTo>
                  <a:pt x="6450" y="11466"/>
                </a:lnTo>
                <a:lnTo>
                  <a:pt x="6538" y="11659"/>
                </a:lnTo>
                <a:lnTo>
                  <a:pt x="6626" y="11840"/>
                </a:lnTo>
                <a:lnTo>
                  <a:pt x="6727" y="11982"/>
                </a:lnTo>
                <a:lnTo>
                  <a:pt x="6865" y="12175"/>
                </a:lnTo>
                <a:lnTo>
                  <a:pt x="6953" y="12356"/>
                </a:lnTo>
                <a:lnTo>
                  <a:pt x="7041" y="12549"/>
                </a:lnTo>
                <a:lnTo>
                  <a:pt x="7142" y="12743"/>
                </a:lnTo>
                <a:lnTo>
                  <a:pt x="7230" y="12923"/>
                </a:lnTo>
                <a:lnTo>
                  <a:pt x="7368" y="13117"/>
                </a:lnTo>
                <a:lnTo>
                  <a:pt x="7456" y="13297"/>
                </a:lnTo>
                <a:lnTo>
                  <a:pt x="7544" y="13491"/>
                </a:lnTo>
                <a:lnTo>
                  <a:pt x="7645" y="13633"/>
                </a:lnTo>
                <a:lnTo>
                  <a:pt x="7733" y="13813"/>
                </a:lnTo>
                <a:lnTo>
                  <a:pt x="7871" y="14007"/>
                </a:lnTo>
                <a:lnTo>
                  <a:pt x="7959" y="14200"/>
                </a:lnTo>
                <a:lnTo>
                  <a:pt x="8047" y="14381"/>
                </a:lnTo>
                <a:lnTo>
                  <a:pt x="8148" y="14574"/>
                </a:lnTo>
                <a:lnTo>
                  <a:pt x="8236" y="14755"/>
                </a:lnTo>
                <a:lnTo>
                  <a:pt x="8374" y="14948"/>
                </a:lnTo>
                <a:lnTo>
                  <a:pt x="8462" y="15129"/>
                </a:lnTo>
                <a:lnTo>
                  <a:pt x="8550" y="15322"/>
                </a:lnTo>
                <a:lnTo>
                  <a:pt x="8651" y="15516"/>
                </a:lnTo>
                <a:lnTo>
                  <a:pt x="8739" y="15658"/>
                </a:lnTo>
                <a:lnTo>
                  <a:pt x="8877" y="15838"/>
                </a:lnTo>
                <a:lnTo>
                  <a:pt x="8965" y="16032"/>
                </a:lnTo>
                <a:lnTo>
                  <a:pt x="9053" y="16212"/>
                </a:lnTo>
                <a:lnTo>
                  <a:pt x="9154" y="16406"/>
                </a:lnTo>
                <a:lnTo>
                  <a:pt x="9242" y="16586"/>
                </a:lnTo>
                <a:lnTo>
                  <a:pt x="9380" y="16780"/>
                </a:lnTo>
                <a:lnTo>
                  <a:pt x="9468" y="16973"/>
                </a:lnTo>
                <a:lnTo>
                  <a:pt x="9556" y="17154"/>
                </a:lnTo>
                <a:lnTo>
                  <a:pt x="9657" y="17347"/>
                </a:lnTo>
                <a:lnTo>
                  <a:pt x="9745" y="17528"/>
                </a:lnTo>
                <a:lnTo>
                  <a:pt x="9883" y="17721"/>
                </a:lnTo>
                <a:lnTo>
                  <a:pt x="9971" y="17902"/>
                </a:lnTo>
                <a:lnTo>
                  <a:pt x="10059" y="18095"/>
                </a:lnTo>
                <a:lnTo>
                  <a:pt x="10159" y="18289"/>
                </a:lnTo>
                <a:lnTo>
                  <a:pt x="10247" y="18469"/>
                </a:lnTo>
                <a:lnTo>
                  <a:pt x="10386" y="18663"/>
                </a:lnTo>
                <a:lnTo>
                  <a:pt x="10474" y="18805"/>
                </a:lnTo>
                <a:lnTo>
                  <a:pt x="10562" y="18985"/>
                </a:lnTo>
                <a:lnTo>
                  <a:pt x="10662" y="19179"/>
                </a:lnTo>
                <a:lnTo>
                  <a:pt x="10750" y="19359"/>
                </a:lnTo>
                <a:lnTo>
                  <a:pt x="10889" y="19553"/>
                </a:lnTo>
                <a:lnTo>
                  <a:pt x="10977" y="19746"/>
                </a:lnTo>
                <a:lnTo>
                  <a:pt x="11077" y="19927"/>
                </a:lnTo>
                <a:lnTo>
                  <a:pt x="11165" y="20120"/>
                </a:lnTo>
                <a:lnTo>
                  <a:pt x="11253" y="20301"/>
                </a:lnTo>
                <a:lnTo>
                  <a:pt x="11392" y="20494"/>
                </a:lnTo>
                <a:lnTo>
                  <a:pt x="11480" y="20675"/>
                </a:lnTo>
                <a:lnTo>
                  <a:pt x="11580" y="20869"/>
                </a:lnTo>
                <a:lnTo>
                  <a:pt x="11668" y="21062"/>
                </a:lnTo>
                <a:lnTo>
                  <a:pt x="11756" y="21243"/>
                </a:lnTo>
                <a:lnTo>
                  <a:pt x="11895" y="21436"/>
                </a:lnTo>
                <a:lnTo>
                  <a:pt x="11983" y="21617"/>
                </a:lnTo>
                <a:lnTo>
                  <a:pt x="12083" y="21810"/>
                </a:lnTo>
                <a:lnTo>
                  <a:pt x="12171" y="22004"/>
                </a:lnTo>
                <a:lnTo>
                  <a:pt x="12259" y="22184"/>
                </a:lnTo>
                <a:lnTo>
                  <a:pt x="12398" y="22378"/>
                </a:lnTo>
                <a:lnTo>
                  <a:pt x="12486" y="22558"/>
                </a:lnTo>
                <a:lnTo>
                  <a:pt x="12586" y="22752"/>
                </a:lnTo>
                <a:lnTo>
                  <a:pt x="12674" y="22932"/>
                </a:lnTo>
                <a:lnTo>
                  <a:pt x="12762" y="23126"/>
                </a:lnTo>
                <a:lnTo>
                  <a:pt x="12901" y="23319"/>
                </a:lnTo>
                <a:lnTo>
                  <a:pt x="12989" y="23500"/>
                </a:lnTo>
                <a:lnTo>
                  <a:pt x="13089" y="23693"/>
                </a:lnTo>
                <a:lnTo>
                  <a:pt x="13177" y="23874"/>
                </a:lnTo>
                <a:lnTo>
                  <a:pt x="13265" y="24067"/>
                </a:lnTo>
                <a:lnTo>
                  <a:pt x="13404" y="24248"/>
                </a:lnTo>
                <a:lnTo>
                  <a:pt x="13492" y="24441"/>
                </a:lnTo>
                <a:lnTo>
                  <a:pt x="13592" y="24635"/>
                </a:lnTo>
                <a:lnTo>
                  <a:pt x="13680" y="24815"/>
                </a:lnTo>
                <a:lnTo>
                  <a:pt x="13768" y="25009"/>
                </a:lnTo>
                <a:lnTo>
                  <a:pt x="13907" y="25189"/>
                </a:lnTo>
                <a:lnTo>
                  <a:pt x="13995" y="25383"/>
                </a:lnTo>
                <a:lnTo>
                  <a:pt x="14095" y="25615"/>
                </a:lnTo>
                <a:lnTo>
                  <a:pt x="14183" y="25808"/>
                </a:lnTo>
                <a:lnTo>
                  <a:pt x="14271" y="25989"/>
                </a:lnTo>
                <a:lnTo>
                  <a:pt x="14410" y="26183"/>
                </a:lnTo>
                <a:lnTo>
                  <a:pt x="14510" y="26363"/>
                </a:lnTo>
                <a:lnTo>
                  <a:pt x="14598" y="26557"/>
                </a:lnTo>
                <a:lnTo>
                  <a:pt x="14686" y="26750"/>
                </a:lnTo>
                <a:lnTo>
                  <a:pt x="14774" y="26931"/>
                </a:lnTo>
                <a:lnTo>
                  <a:pt x="14913" y="27124"/>
                </a:lnTo>
                <a:lnTo>
                  <a:pt x="15013" y="27305"/>
                </a:lnTo>
                <a:lnTo>
                  <a:pt x="15101" y="27498"/>
                </a:lnTo>
                <a:lnTo>
                  <a:pt x="15189" y="27679"/>
                </a:lnTo>
                <a:lnTo>
                  <a:pt x="15277" y="27872"/>
                </a:lnTo>
                <a:lnTo>
                  <a:pt x="15415" y="28066"/>
                </a:lnTo>
                <a:lnTo>
                  <a:pt x="15516" y="28246"/>
                </a:lnTo>
                <a:lnTo>
                  <a:pt x="15604" y="28440"/>
                </a:lnTo>
                <a:lnTo>
                  <a:pt x="15692" y="28620"/>
                </a:lnTo>
                <a:lnTo>
                  <a:pt x="15780" y="28814"/>
                </a:lnTo>
                <a:lnTo>
                  <a:pt x="15918" y="29046"/>
                </a:lnTo>
                <a:lnTo>
                  <a:pt x="16019" y="29239"/>
                </a:lnTo>
                <a:lnTo>
                  <a:pt x="16107" y="29420"/>
                </a:lnTo>
                <a:lnTo>
                  <a:pt x="16195" y="29613"/>
                </a:lnTo>
                <a:lnTo>
                  <a:pt x="16283" y="29794"/>
                </a:lnTo>
                <a:lnTo>
                  <a:pt x="16421" y="29987"/>
                </a:lnTo>
                <a:lnTo>
                  <a:pt x="16522" y="30181"/>
                </a:lnTo>
                <a:lnTo>
                  <a:pt x="16610" y="30361"/>
                </a:lnTo>
                <a:lnTo>
                  <a:pt x="16698" y="30555"/>
                </a:lnTo>
                <a:lnTo>
                  <a:pt x="16786" y="30736"/>
                </a:lnTo>
                <a:lnTo>
                  <a:pt x="16924" y="30929"/>
                </a:lnTo>
                <a:lnTo>
                  <a:pt x="17025" y="31161"/>
                </a:lnTo>
                <a:lnTo>
                  <a:pt x="17113" y="31355"/>
                </a:lnTo>
                <a:lnTo>
                  <a:pt x="17201" y="31535"/>
                </a:lnTo>
                <a:lnTo>
                  <a:pt x="17302" y="31729"/>
                </a:lnTo>
                <a:lnTo>
                  <a:pt x="17427" y="31909"/>
                </a:lnTo>
                <a:lnTo>
                  <a:pt x="17528" y="32103"/>
                </a:lnTo>
                <a:lnTo>
                  <a:pt x="17616" y="32296"/>
                </a:lnTo>
                <a:lnTo>
                  <a:pt x="17704" y="32477"/>
                </a:lnTo>
                <a:lnTo>
                  <a:pt x="17805" y="32670"/>
                </a:lnTo>
                <a:lnTo>
                  <a:pt x="17930" y="32902"/>
                </a:lnTo>
                <a:lnTo>
                  <a:pt x="18031" y="33096"/>
                </a:lnTo>
                <a:lnTo>
                  <a:pt x="18119" y="33276"/>
                </a:lnTo>
                <a:lnTo>
                  <a:pt x="18207" y="33470"/>
                </a:lnTo>
                <a:lnTo>
                  <a:pt x="18308" y="33650"/>
                </a:lnTo>
                <a:lnTo>
                  <a:pt x="18446" y="33844"/>
                </a:lnTo>
                <a:lnTo>
                  <a:pt x="18534" y="34025"/>
                </a:lnTo>
                <a:lnTo>
                  <a:pt x="18622" y="34218"/>
                </a:lnTo>
                <a:lnTo>
                  <a:pt x="18710" y="34450"/>
                </a:lnTo>
                <a:lnTo>
                  <a:pt x="18811" y="34644"/>
                </a:lnTo>
                <a:lnTo>
                  <a:pt x="18949" y="34824"/>
                </a:lnTo>
                <a:lnTo>
                  <a:pt x="19037" y="35018"/>
                </a:lnTo>
                <a:lnTo>
                  <a:pt x="19125" y="35211"/>
                </a:lnTo>
                <a:lnTo>
                  <a:pt x="19213" y="35392"/>
                </a:lnTo>
                <a:lnTo>
                  <a:pt x="19314" y="35585"/>
                </a:lnTo>
                <a:lnTo>
                  <a:pt x="19452" y="35817"/>
                </a:lnTo>
                <a:lnTo>
                  <a:pt x="19540" y="36011"/>
                </a:lnTo>
                <a:lnTo>
                  <a:pt x="19628" y="36191"/>
                </a:lnTo>
                <a:lnTo>
                  <a:pt x="19716" y="36385"/>
                </a:lnTo>
                <a:lnTo>
                  <a:pt x="19816" y="36565"/>
                </a:lnTo>
                <a:lnTo>
                  <a:pt x="19955" y="36759"/>
                </a:lnTo>
                <a:lnTo>
                  <a:pt x="20043" y="36939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249617" y="5148328"/>
            <a:ext cx="20043" cy="40719"/>
          </a:xfrm>
          <a:custGeom>
            <a:avLst/>
            <a:gdLst/>
            <a:ahLst/>
            <a:cxnLst/>
            <a:rect l="l" t="t" r="r" b="b"/>
            <a:pathLst>
              <a:path w="20043" h="40719">
                <a:moveTo>
                  <a:pt x="0" y="0"/>
                </a:moveTo>
                <a:lnTo>
                  <a:pt x="88" y="245"/>
                </a:lnTo>
                <a:lnTo>
                  <a:pt x="176" y="425"/>
                </a:lnTo>
                <a:lnTo>
                  <a:pt x="276" y="619"/>
                </a:lnTo>
                <a:lnTo>
                  <a:pt x="414" y="799"/>
                </a:lnTo>
                <a:lnTo>
                  <a:pt x="502" y="993"/>
                </a:lnTo>
                <a:lnTo>
                  <a:pt x="590" y="1186"/>
                </a:lnTo>
                <a:lnTo>
                  <a:pt x="691" y="1418"/>
                </a:lnTo>
                <a:lnTo>
                  <a:pt x="779" y="1599"/>
                </a:lnTo>
                <a:lnTo>
                  <a:pt x="917" y="1792"/>
                </a:lnTo>
                <a:lnTo>
                  <a:pt x="1005" y="1986"/>
                </a:lnTo>
                <a:lnTo>
                  <a:pt x="1093" y="2166"/>
                </a:lnTo>
                <a:lnTo>
                  <a:pt x="1194" y="2399"/>
                </a:lnTo>
                <a:lnTo>
                  <a:pt x="1282" y="2592"/>
                </a:lnTo>
                <a:lnTo>
                  <a:pt x="1420" y="2773"/>
                </a:lnTo>
                <a:lnTo>
                  <a:pt x="1508" y="2966"/>
                </a:lnTo>
                <a:lnTo>
                  <a:pt x="1596" y="3160"/>
                </a:lnTo>
                <a:lnTo>
                  <a:pt x="1697" y="3340"/>
                </a:lnTo>
                <a:lnTo>
                  <a:pt x="1785" y="3572"/>
                </a:lnTo>
                <a:lnTo>
                  <a:pt x="1923" y="3766"/>
                </a:lnTo>
                <a:lnTo>
                  <a:pt x="2011" y="3959"/>
                </a:lnTo>
                <a:lnTo>
                  <a:pt x="2099" y="4140"/>
                </a:lnTo>
                <a:lnTo>
                  <a:pt x="2200" y="4333"/>
                </a:lnTo>
                <a:lnTo>
                  <a:pt x="2288" y="4565"/>
                </a:lnTo>
                <a:lnTo>
                  <a:pt x="2426" y="4759"/>
                </a:lnTo>
                <a:lnTo>
                  <a:pt x="2514" y="4939"/>
                </a:lnTo>
                <a:lnTo>
                  <a:pt x="2602" y="5133"/>
                </a:lnTo>
                <a:lnTo>
                  <a:pt x="2703" y="5365"/>
                </a:lnTo>
                <a:lnTo>
                  <a:pt x="2791" y="5546"/>
                </a:lnTo>
                <a:lnTo>
                  <a:pt x="2929" y="5739"/>
                </a:lnTo>
                <a:lnTo>
                  <a:pt x="3017" y="5933"/>
                </a:lnTo>
                <a:lnTo>
                  <a:pt x="3105" y="6113"/>
                </a:lnTo>
                <a:lnTo>
                  <a:pt x="3206" y="6345"/>
                </a:lnTo>
                <a:lnTo>
                  <a:pt x="3294" y="6539"/>
                </a:lnTo>
                <a:lnTo>
                  <a:pt x="3432" y="6732"/>
                </a:lnTo>
                <a:lnTo>
                  <a:pt x="3520" y="6913"/>
                </a:lnTo>
                <a:lnTo>
                  <a:pt x="3608" y="7145"/>
                </a:lnTo>
                <a:lnTo>
                  <a:pt x="3709" y="7338"/>
                </a:lnTo>
                <a:lnTo>
                  <a:pt x="3797" y="7532"/>
                </a:lnTo>
                <a:lnTo>
                  <a:pt x="3935" y="7713"/>
                </a:lnTo>
                <a:lnTo>
                  <a:pt x="4023" y="7906"/>
                </a:lnTo>
                <a:lnTo>
                  <a:pt x="4111" y="8138"/>
                </a:lnTo>
                <a:lnTo>
                  <a:pt x="4212" y="8332"/>
                </a:lnTo>
                <a:lnTo>
                  <a:pt x="4300" y="8512"/>
                </a:lnTo>
                <a:lnTo>
                  <a:pt x="4438" y="8706"/>
                </a:lnTo>
                <a:lnTo>
                  <a:pt x="4526" y="8938"/>
                </a:lnTo>
                <a:lnTo>
                  <a:pt x="4627" y="9118"/>
                </a:lnTo>
                <a:lnTo>
                  <a:pt x="4715" y="9312"/>
                </a:lnTo>
                <a:lnTo>
                  <a:pt x="4803" y="9505"/>
                </a:lnTo>
                <a:lnTo>
                  <a:pt x="4941" y="9738"/>
                </a:lnTo>
                <a:lnTo>
                  <a:pt x="5029" y="9918"/>
                </a:lnTo>
                <a:lnTo>
                  <a:pt x="5130" y="10112"/>
                </a:lnTo>
                <a:lnTo>
                  <a:pt x="5218" y="10305"/>
                </a:lnTo>
                <a:lnTo>
                  <a:pt x="5306" y="10537"/>
                </a:lnTo>
                <a:lnTo>
                  <a:pt x="5444" y="10718"/>
                </a:lnTo>
                <a:lnTo>
                  <a:pt x="5532" y="10911"/>
                </a:lnTo>
                <a:lnTo>
                  <a:pt x="5633" y="11143"/>
                </a:lnTo>
                <a:lnTo>
                  <a:pt x="5721" y="11337"/>
                </a:lnTo>
                <a:lnTo>
                  <a:pt x="5809" y="11517"/>
                </a:lnTo>
                <a:lnTo>
                  <a:pt x="5947" y="11711"/>
                </a:lnTo>
                <a:lnTo>
                  <a:pt x="6035" y="11943"/>
                </a:lnTo>
                <a:lnTo>
                  <a:pt x="6136" y="12137"/>
                </a:lnTo>
                <a:lnTo>
                  <a:pt x="6224" y="12317"/>
                </a:lnTo>
                <a:lnTo>
                  <a:pt x="6312" y="12511"/>
                </a:lnTo>
                <a:lnTo>
                  <a:pt x="6450" y="12743"/>
                </a:lnTo>
                <a:lnTo>
                  <a:pt x="6538" y="12936"/>
                </a:lnTo>
                <a:lnTo>
                  <a:pt x="6639" y="13117"/>
                </a:lnTo>
                <a:lnTo>
                  <a:pt x="6727" y="13349"/>
                </a:lnTo>
                <a:lnTo>
                  <a:pt x="6815" y="13542"/>
                </a:lnTo>
                <a:lnTo>
                  <a:pt x="6953" y="13736"/>
                </a:lnTo>
                <a:lnTo>
                  <a:pt x="7041" y="13968"/>
                </a:lnTo>
                <a:lnTo>
                  <a:pt x="7142" y="14149"/>
                </a:lnTo>
                <a:lnTo>
                  <a:pt x="7230" y="14342"/>
                </a:lnTo>
                <a:lnTo>
                  <a:pt x="7318" y="14536"/>
                </a:lnTo>
                <a:lnTo>
                  <a:pt x="7456" y="14768"/>
                </a:lnTo>
                <a:lnTo>
                  <a:pt x="7544" y="14948"/>
                </a:lnTo>
                <a:lnTo>
                  <a:pt x="7645" y="15142"/>
                </a:lnTo>
                <a:lnTo>
                  <a:pt x="7733" y="15374"/>
                </a:lnTo>
                <a:lnTo>
                  <a:pt x="7821" y="15567"/>
                </a:lnTo>
                <a:lnTo>
                  <a:pt x="7959" y="15748"/>
                </a:lnTo>
                <a:lnTo>
                  <a:pt x="8060" y="15993"/>
                </a:lnTo>
                <a:lnTo>
                  <a:pt x="8148" y="16174"/>
                </a:lnTo>
                <a:lnTo>
                  <a:pt x="8236" y="16367"/>
                </a:lnTo>
                <a:lnTo>
                  <a:pt x="8324" y="16599"/>
                </a:lnTo>
                <a:lnTo>
                  <a:pt x="8462" y="16793"/>
                </a:lnTo>
                <a:lnTo>
                  <a:pt x="8563" y="16973"/>
                </a:lnTo>
                <a:lnTo>
                  <a:pt x="8651" y="17205"/>
                </a:lnTo>
                <a:lnTo>
                  <a:pt x="8739" y="17399"/>
                </a:lnTo>
                <a:lnTo>
                  <a:pt x="8827" y="17580"/>
                </a:lnTo>
                <a:lnTo>
                  <a:pt x="8965" y="17825"/>
                </a:lnTo>
                <a:lnTo>
                  <a:pt x="9066" y="18005"/>
                </a:lnTo>
                <a:lnTo>
                  <a:pt x="9154" y="18199"/>
                </a:lnTo>
                <a:lnTo>
                  <a:pt x="9242" y="18431"/>
                </a:lnTo>
                <a:lnTo>
                  <a:pt x="9330" y="18624"/>
                </a:lnTo>
                <a:lnTo>
                  <a:pt x="9468" y="18805"/>
                </a:lnTo>
                <a:lnTo>
                  <a:pt x="9568" y="19037"/>
                </a:lnTo>
                <a:lnTo>
                  <a:pt x="9657" y="19230"/>
                </a:lnTo>
                <a:lnTo>
                  <a:pt x="9745" y="19424"/>
                </a:lnTo>
                <a:lnTo>
                  <a:pt x="9833" y="19656"/>
                </a:lnTo>
                <a:lnTo>
                  <a:pt x="9971" y="19837"/>
                </a:lnTo>
                <a:lnTo>
                  <a:pt x="10071" y="20030"/>
                </a:lnTo>
                <a:lnTo>
                  <a:pt x="10159" y="20262"/>
                </a:lnTo>
                <a:lnTo>
                  <a:pt x="10247" y="20456"/>
                </a:lnTo>
                <a:lnTo>
                  <a:pt x="10336" y="20636"/>
                </a:lnTo>
                <a:lnTo>
                  <a:pt x="10474" y="20881"/>
                </a:lnTo>
                <a:lnTo>
                  <a:pt x="10574" y="21062"/>
                </a:lnTo>
                <a:lnTo>
                  <a:pt x="10662" y="21255"/>
                </a:lnTo>
                <a:lnTo>
                  <a:pt x="10750" y="21488"/>
                </a:lnTo>
                <a:lnTo>
                  <a:pt x="10851" y="21681"/>
                </a:lnTo>
                <a:lnTo>
                  <a:pt x="10977" y="21913"/>
                </a:lnTo>
                <a:lnTo>
                  <a:pt x="11077" y="22094"/>
                </a:lnTo>
                <a:lnTo>
                  <a:pt x="11165" y="22287"/>
                </a:lnTo>
                <a:lnTo>
                  <a:pt x="11253" y="22519"/>
                </a:lnTo>
                <a:lnTo>
                  <a:pt x="11354" y="22713"/>
                </a:lnTo>
                <a:lnTo>
                  <a:pt x="11480" y="22894"/>
                </a:lnTo>
                <a:lnTo>
                  <a:pt x="11580" y="23139"/>
                </a:lnTo>
                <a:lnTo>
                  <a:pt x="11668" y="23319"/>
                </a:lnTo>
                <a:lnTo>
                  <a:pt x="11756" y="23551"/>
                </a:lnTo>
                <a:lnTo>
                  <a:pt x="11857" y="23745"/>
                </a:lnTo>
                <a:lnTo>
                  <a:pt x="11995" y="23925"/>
                </a:lnTo>
                <a:lnTo>
                  <a:pt x="12083" y="24170"/>
                </a:lnTo>
                <a:lnTo>
                  <a:pt x="12171" y="24351"/>
                </a:lnTo>
                <a:lnTo>
                  <a:pt x="12259" y="24583"/>
                </a:lnTo>
                <a:lnTo>
                  <a:pt x="12360" y="24777"/>
                </a:lnTo>
                <a:lnTo>
                  <a:pt x="12498" y="24970"/>
                </a:lnTo>
                <a:lnTo>
                  <a:pt x="12586" y="25202"/>
                </a:lnTo>
                <a:lnTo>
                  <a:pt x="12674" y="25383"/>
                </a:lnTo>
                <a:lnTo>
                  <a:pt x="12762" y="25628"/>
                </a:lnTo>
                <a:lnTo>
                  <a:pt x="12863" y="25808"/>
                </a:lnTo>
                <a:lnTo>
                  <a:pt x="13001" y="26002"/>
                </a:lnTo>
                <a:lnTo>
                  <a:pt x="13089" y="26234"/>
                </a:lnTo>
                <a:lnTo>
                  <a:pt x="13177" y="26428"/>
                </a:lnTo>
                <a:lnTo>
                  <a:pt x="13265" y="26660"/>
                </a:lnTo>
                <a:lnTo>
                  <a:pt x="13366" y="26840"/>
                </a:lnTo>
                <a:lnTo>
                  <a:pt x="13504" y="27034"/>
                </a:lnTo>
                <a:lnTo>
                  <a:pt x="13592" y="27266"/>
                </a:lnTo>
                <a:lnTo>
                  <a:pt x="13680" y="27459"/>
                </a:lnTo>
                <a:lnTo>
                  <a:pt x="13768" y="27692"/>
                </a:lnTo>
                <a:lnTo>
                  <a:pt x="13869" y="27885"/>
                </a:lnTo>
                <a:lnTo>
                  <a:pt x="14007" y="28117"/>
                </a:lnTo>
                <a:lnTo>
                  <a:pt x="14095" y="28298"/>
                </a:lnTo>
                <a:lnTo>
                  <a:pt x="14183" y="28491"/>
                </a:lnTo>
                <a:lnTo>
                  <a:pt x="14284" y="28723"/>
                </a:lnTo>
                <a:lnTo>
                  <a:pt x="14372" y="28917"/>
                </a:lnTo>
                <a:lnTo>
                  <a:pt x="14510" y="29149"/>
                </a:lnTo>
                <a:lnTo>
                  <a:pt x="14598" y="29343"/>
                </a:lnTo>
                <a:lnTo>
                  <a:pt x="14686" y="29575"/>
                </a:lnTo>
                <a:lnTo>
                  <a:pt x="14787" y="29755"/>
                </a:lnTo>
                <a:lnTo>
                  <a:pt x="14875" y="29949"/>
                </a:lnTo>
                <a:lnTo>
                  <a:pt x="15013" y="30181"/>
                </a:lnTo>
                <a:lnTo>
                  <a:pt x="15101" y="30374"/>
                </a:lnTo>
                <a:lnTo>
                  <a:pt x="15189" y="30607"/>
                </a:lnTo>
                <a:lnTo>
                  <a:pt x="15290" y="30800"/>
                </a:lnTo>
                <a:lnTo>
                  <a:pt x="15378" y="31032"/>
                </a:lnTo>
                <a:lnTo>
                  <a:pt x="15516" y="31213"/>
                </a:lnTo>
                <a:lnTo>
                  <a:pt x="15604" y="31458"/>
                </a:lnTo>
                <a:lnTo>
                  <a:pt x="15692" y="31638"/>
                </a:lnTo>
                <a:lnTo>
                  <a:pt x="15793" y="31832"/>
                </a:lnTo>
                <a:lnTo>
                  <a:pt x="15881" y="32064"/>
                </a:lnTo>
                <a:lnTo>
                  <a:pt x="16019" y="32257"/>
                </a:lnTo>
                <a:lnTo>
                  <a:pt x="16107" y="32490"/>
                </a:lnTo>
                <a:lnTo>
                  <a:pt x="16195" y="32670"/>
                </a:lnTo>
                <a:lnTo>
                  <a:pt x="16296" y="32915"/>
                </a:lnTo>
                <a:lnTo>
                  <a:pt x="16384" y="33096"/>
                </a:lnTo>
                <a:lnTo>
                  <a:pt x="16522" y="33328"/>
                </a:lnTo>
                <a:lnTo>
                  <a:pt x="16610" y="33521"/>
                </a:lnTo>
                <a:lnTo>
                  <a:pt x="16698" y="33754"/>
                </a:lnTo>
                <a:lnTo>
                  <a:pt x="16799" y="33947"/>
                </a:lnTo>
                <a:lnTo>
                  <a:pt x="16887" y="34179"/>
                </a:lnTo>
                <a:lnTo>
                  <a:pt x="17025" y="34373"/>
                </a:lnTo>
                <a:lnTo>
                  <a:pt x="17113" y="34605"/>
                </a:lnTo>
                <a:lnTo>
                  <a:pt x="17201" y="34785"/>
                </a:lnTo>
                <a:lnTo>
                  <a:pt x="17302" y="34979"/>
                </a:lnTo>
                <a:lnTo>
                  <a:pt x="17390" y="35211"/>
                </a:lnTo>
                <a:lnTo>
                  <a:pt x="17528" y="35405"/>
                </a:lnTo>
                <a:lnTo>
                  <a:pt x="17616" y="35637"/>
                </a:lnTo>
                <a:lnTo>
                  <a:pt x="17704" y="35830"/>
                </a:lnTo>
                <a:lnTo>
                  <a:pt x="17805" y="36062"/>
                </a:lnTo>
                <a:lnTo>
                  <a:pt x="17893" y="36243"/>
                </a:lnTo>
                <a:lnTo>
                  <a:pt x="18031" y="36488"/>
                </a:lnTo>
                <a:lnTo>
                  <a:pt x="18119" y="36669"/>
                </a:lnTo>
                <a:lnTo>
                  <a:pt x="18220" y="36901"/>
                </a:lnTo>
                <a:lnTo>
                  <a:pt x="18308" y="37094"/>
                </a:lnTo>
                <a:lnTo>
                  <a:pt x="18396" y="37326"/>
                </a:lnTo>
                <a:lnTo>
                  <a:pt x="18534" y="37520"/>
                </a:lnTo>
                <a:lnTo>
                  <a:pt x="18622" y="37752"/>
                </a:lnTo>
                <a:lnTo>
                  <a:pt x="18723" y="37946"/>
                </a:lnTo>
                <a:lnTo>
                  <a:pt x="18811" y="38178"/>
                </a:lnTo>
                <a:lnTo>
                  <a:pt x="18899" y="38358"/>
                </a:lnTo>
                <a:lnTo>
                  <a:pt x="19037" y="38603"/>
                </a:lnTo>
                <a:lnTo>
                  <a:pt x="19125" y="38784"/>
                </a:lnTo>
                <a:lnTo>
                  <a:pt x="19225" y="39016"/>
                </a:lnTo>
                <a:lnTo>
                  <a:pt x="19314" y="39210"/>
                </a:lnTo>
                <a:lnTo>
                  <a:pt x="19402" y="39442"/>
                </a:lnTo>
                <a:lnTo>
                  <a:pt x="19540" y="39674"/>
                </a:lnTo>
                <a:lnTo>
                  <a:pt x="19628" y="39867"/>
                </a:lnTo>
                <a:lnTo>
                  <a:pt x="19728" y="40099"/>
                </a:lnTo>
                <a:lnTo>
                  <a:pt x="19816" y="40293"/>
                </a:lnTo>
                <a:lnTo>
                  <a:pt x="19904" y="40525"/>
                </a:lnTo>
                <a:lnTo>
                  <a:pt x="20043" y="40719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269661" y="5189047"/>
            <a:ext cx="20005" cy="43801"/>
          </a:xfrm>
          <a:custGeom>
            <a:avLst/>
            <a:gdLst/>
            <a:ahLst/>
            <a:cxnLst/>
            <a:rect l="l" t="t" r="r" b="b"/>
            <a:pathLst>
              <a:path w="20005" h="43801">
                <a:moveTo>
                  <a:pt x="0" y="0"/>
                </a:moveTo>
                <a:lnTo>
                  <a:pt x="88" y="232"/>
                </a:lnTo>
                <a:lnTo>
                  <a:pt x="188" y="412"/>
                </a:lnTo>
                <a:lnTo>
                  <a:pt x="276" y="657"/>
                </a:lnTo>
                <a:lnTo>
                  <a:pt x="364" y="838"/>
                </a:lnTo>
                <a:lnTo>
                  <a:pt x="502" y="1070"/>
                </a:lnTo>
                <a:lnTo>
                  <a:pt x="590" y="1264"/>
                </a:lnTo>
                <a:lnTo>
                  <a:pt x="691" y="1496"/>
                </a:lnTo>
                <a:lnTo>
                  <a:pt x="779" y="1689"/>
                </a:lnTo>
                <a:lnTo>
                  <a:pt x="867" y="1921"/>
                </a:lnTo>
                <a:lnTo>
                  <a:pt x="1005" y="2115"/>
                </a:lnTo>
                <a:lnTo>
                  <a:pt x="1093" y="2347"/>
                </a:lnTo>
                <a:lnTo>
                  <a:pt x="1194" y="2579"/>
                </a:lnTo>
                <a:lnTo>
                  <a:pt x="1282" y="2773"/>
                </a:lnTo>
                <a:lnTo>
                  <a:pt x="1370" y="3005"/>
                </a:lnTo>
                <a:lnTo>
                  <a:pt x="1508" y="3185"/>
                </a:lnTo>
                <a:lnTo>
                  <a:pt x="1596" y="3430"/>
                </a:lnTo>
                <a:lnTo>
                  <a:pt x="1697" y="3611"/>
                </a:lnTo>
                <a:lnTo>
                  <a:pt x="1785" y="3843"/>
                </a:lnTo>
                <a:lnTo>
                  <a:pt x="1873" y="4037"/>
                </a:lnTo>
                <a:lnTo>
                  <a:pt x="2011" y="4269"/>
                </a:lnTo>
                <a:lnTo>
                  <a:pt x="2112" y="4501"/>
                </a:lnTo>
                <a:lnTo>
                  <a:pt x="2200" y="4694"/>
                </a:lnTo>
                <a:lnTo>
                  <a:pt x="2288" y="4927"/>
                </a:lnTo>
                <a:lnTo>
                  <a:pt x="2376" y="5120"/>
                </a:lnTo>
                <a:lnTo>
                  <a:pt x="2514" y="5352"/>
                </a:lnTo>
                <a:lnTo>
                  <a:pt x="2615" y="5546"/>
                </a:lnTo>
                <a:lnTo>
                  <a:pt x="2703" y="5778"/>
                </a:lnTo>
                <a:lnTo>
                  <a:pt x="2791" y="6010"/>
                </a:lnTo>
                <a:lnTo>
                  <a:pt x="2879" y="6203"/>
                </a:lnTo>
                <a:lnTo>
                  <a:pt x="3017" y="6436"/>
                </a:lnTo>
                <a:lnTo>
                  <a:pt x="3118" y="6616"/>
                </a:lnTo>
                <a:lnTo>
                  <a:pt x="3206" y="6861"/>
                </a:lnTo>
                <a:lnTo>
                  <a:pt x="3294" y="7042"/>
                </a:lnTo>
                <a:lnTo>
                  <a:pt x="3382" y="7274"/>
                </a:lnTo>
                <a:lnTo>
                  <a:pt x="3520" y="7519"/>
                </a:lnTo>
                <a:lnTo>
                  <a:pt x="3621" y="7700"/>
                </a:lnTo>
                <a:lnTo>
                  <a:pt x="3709" y="7932"/>
                </a:lnTo>
                <a:lnTo>
                  <a:pt x="3797" y="8125"/>
                </a:lnTo>
                <a:lnTo>
                  <a:pt x="3885" y="8357"/>
                </a:lnTo>
                <a:lnTo>
                  <a:pt x="4023" y="8590"/>
                </a:lnTo>
                <a:lnTo>
                  <a:pt x="4124" y="8783"/>
                </a:lnTo>
                <a:lnTo>
                  <a:pt x="4212" y="9015"/>
                </a:lnTo>
                <a:lnTo>
                  <a:pt x="4300" y="9209"/>
                </a:lnTo>
                <a:lnTo>
                  <a:pt x="4400" y="9441"/>
                </a:lnTo>
                <a:lnTo>
                  <a:pt x="4526" y="9673"/>
                </a:lnTo>
                <a:lnTo>
                  <a:pt x="4627" y="9866"/>
                </a:lnTo>
                <a:lnTo>
                  <a:pt x="4715" y="10099"/>
                </a:lnTo>
                <a:lnTo>
                  <a:pt x="4803" y="10292"/>
                </a:lnTo>
                <a:lnTo>
                  <a:pt x="4903" y="10524"/>
                </a:lnTo>
                <a:lnTo>
                  <a:pt x="5029" y="10756"/>
                </a:lnTo>
                <a:lnTo>
                  <a:pt x="5130" y="10950"/>
                </a:lnTo>
                <a:lnTo>
                  <a:pt x="5218" y="11182"/>
                </a:lnTo>
                <a:lnTo>
                  <a:pt x="5306" y="11363"/>
                </a:lnTo>
                <a:lnTo>
                  <a:pt x="5406" y="11608"/>
                </a:lnTo>
                <a:lnTo>
                  <a:pt x="5545" y="11840"/>
                </a:lnTo>
                <a:lnTo>
                  <a:pt x="5633" y="12033"/>
                </a:lnTo>
                <a:lnTo>
                  <a:pt x="5721" y="12266"/>
                </a:lnTo>
                <a:lnTo>
                  <a:pt x="5809" y="12498"/>
                </a:lnTo>
                <a:lnTo>
                  <a:pt x="5909" y="12691"/>
                </a:lnTo>
                <a:lnTo>
                  <a:pt x="6048" y="12923"/>
                </a:lnTo>
                <a:lnTo>
                  <a:pt x="6136" y="13104"/>
                </a:lnTo>
                <a:lnTo>
                  <a:pt x="6224" y="13349"/>
                </a:lnTo>
                <a:lnTo>
                  <a:pt x="6312" y="13581"/>
                </a:lnTo>
                <a:lnTo>
                  <a:pt x="6412" y="13762"/>
                </a:lnTo>
                <a:lnTo>
                  <a:pt x="6551" y="14007"/>
                </a:lnTo>
                <a:lnTo>
                  <a:pt x="6639" y="14239"/>
                </a:lnTo>
                <a:lnTo>
                  <a:pt x="6727" y="14419"/>
                </a:lnTo>
                <a:lnTo>
                  <a:pt x="6815" y="14665"/>
                </a:lnTo>
                <a:lnTo>
                  <a:pt x="6915" y="14845"/>
                </a:lnTo>
                <a:lnTo>
                  <a:pt x="7054" y="15077"/>
                </a:lnTo>
                <a:lnTo>
                  <a:pt x="7142" y="15322"/>
                </a:lnTo>
                <a:lnTo>
                  <a:pt x="7230" y="15503"/>
                </a:lnTo>
                <a:lnTo>
                  <a:pt x="7318" y="15735"/>
                </a:lnTo>
                <a:lnTo>
                  <a:pt x="7418" y="15980"/>
                </a:lnTo>
                <a:lnTo>
                  <a:pt x="7557" y="16161"/>
                </a:lnTo>
                <a:lnTo>
                  <a:pt x="7645" y="16393"/>
                </a:lnTo>
                <a:lnTo>
                  <a:pt x="7733" y="16638"/>
                </a:lnTo>
                <a:lnTo>
                  <a:pt x="7821" y="16819"/>
                </a:lnTo>
                <a:lnTo>
                  <a:pt x="7921" y="17051"/>
                </a:lnTo>
                <a:lnTo>
                  <a:pt x="8060" y="17296"/>
                </a:lnTo>
                <a:lnTo>
                  <a:pt x="8148" y="17476"/>
                </a:lnTo>
                <a:lnTo>
                  <a:pt x="8236" y="17708"/>
                </a:lnTo>
                <a:lnTo>
                  <a:pt x="8336" y="17954"/>
                </a:lnTo>
                <a:lnTo>
                  <a:pt x="8424" y="18134"/>
                </a:lnTo>
                <a:lnTo>
                  <a:pt x="8563" y="18379"/>
                </a:lnTo>
                <a:lnTo>
                  <a:pt x="8651" y="18611"/>
                </a:lnTo>
                <a:lnTo>
                  <a:pt x="8739" y="18792"/>
                </a:lnTo>
                <a:lnTo>
                  <a:pt x="8839" y="19037"/>
                </a:lnTo>
                <a:lnTo>
                  <a:pt x="8927" y="19269"/>
                </a:lnTo>
                <a:lnTo>
                  <a:pt x="9066" y="19450"/>
                </a:lnTo>
                <a:lnTo>
                  <a:pt x="9154" y="19695"/>
                </a:lnTo>
                <a:lnTo>
                  <a:pt x="9242" y="19927"/>
                </a:lnTo>
                <a:lnTo>
                  <a:pt x="9342" y="20108"/>
                </a:lnTo>
                <a:lnTo>
                  <a:pt x="9430" y="20353"/>
                </a:lnTo>
                <a:lnTo>
                  <a:pt x="9568" y="20585"/>
                </a:lnTo>
                <a:lnTo>
                  <a:pt x="9657" y="20765"/>
                </a:lnTo>
                <a:lnTo>
                  <a:pt x="9745" y="21010"/>
                </a:lnTo>
                <a:lnTo>
                  <a:pt x="9845" y="21243"/>
                </a:lnTo>
                <a:lnTo>
                  <a:pt x="9933" y="21423"/>
                </a:lnTo>
                <a:lnTo>
                  <a:pt x="10071" y="21668"/>
                </a:lnTo>
                <a:lnTo>
                  <a:pt x="10159" y="21900"/>
                </a:lnTo>
                <a:lnTo>
                  <a:pt x="10247" y="22081"/>
                </a:lnTo>
                <a:lnTo>
                  <a:pt x="10348" y="22326"/>
                </a:lnTo>
                <a:lnTo>
                  <a:pt x="10436" y="22558"/>
                </a:lnTo>
                <a:lnTo>
                  <a:pt x="10574" y="22739"/>
                </a:lnTo>
                <a:lnTo>
                  <a:pt x="10662" y="22984"/>
                </a:lnTo>
                <a:lnTo>
                  <a:pt x="10750" y="23216"/>
                </a:lnTo>
                <a:lnTo>
                  <a:pt x="10851" y="23448"/>
                </a:lnTo>
                <a:lnTo>
                  <a:pt x="10939" y="23642"/>
                </a:lnTo>
                <a:lnTo>
                  <a:pt x="11077" y="23874"/>
                </a:lnTo>
                <a:lnTo>
                  <a:pt x="11165" y="24106"/>
                </a:lnTo>
                <a:lnTo>
                  <a:pt x="11253" y="24299"/>
                </a:lnTo>
                <a:lnTo>
                  <a:pt x="11354" y="24532"/>
                </a:lnTo>
                <a:lnTo>
                  <a:pt x="11442" y="24764"/>
                </a:lnTo>
                <a:lnTo>
                  <a:pt x="11580" y="24957"/>
                </a:lnTo>
                <a:lnTo>
                  <a:pt x="11668" y="25189"/>
                </a:lnTo>
                <a:lnTo>
                  <a:pt x="11769" y="25422"/>
                </a:lnTo>
                <a:lnTo>
                  <a:pt x="11857" y="25654"/>
                </a:lnTo>
                <a:lnTo>
                  <a:pt x="11945" y="25847"/>
                </a:lnTo>
                <a:lnTo>
                  <a:pt x="12083" y="26079"/>
                </a:lnTo>
                <a:lnTo>
                  <a:pt x="12171" y="26311"/>
                </a:lnTo>
                <a:lnTo>
                  <a:pt x="12272" y="26505"/>
                </a:lnTo>
                <a:lnTo>
                  <a:pt x="12360" y="26737"/>
                </a:lnTo>
                <a:lnTo>
                  <a:pt x="12448" y="26969"/>
                </a:lnTo>
                <a:lnTo>
                  <a:pt x="12586" y="27214"/>
                </a:lnTo>
                <a:lnTo>
                  <a:pt x="12674" y="27395"/>
                </a:lnTo>
                <a:lnTo>
                  <a:pt x="12775" y="27627"/>
                </a:lnTo>
                <a:lnTo>
                  <a:pt x="12863" y="27872"/>
                </a:lnTo>
                <a:lnTo>
                  <a:pt x="12951" y="28104"/>
                </a:lnTo>
                <a:lnTo>
                  <a:pt x="13089" y="28285"/>
                </a:lnTo>
                <a:lnTo>
                  <a:pt x="13177" y="28530"/>
                </a:lnTo>
                <a:lnTo>
                  <a:pt x="13278" y="28762"/>
                </a:lnTo>
                <a:lnTo>
                  <a:pt x="13366" y="28956"/>
                </a:lnTo>
                <a:lnTo>
                  <a:pt x="13454" y="29188"/>
                </a:lnTo>
                <a:lnTo>
                  <a:pt x="13592" y="29420"/>
                </a:lnTo>
                <a:lnTo>
                  <a:pt x="13680" y="29652"/>
                </a:lnTo>
                <a:lnTo>
                  <a:pt x="13781" y="29846"/>
                </a:lnTo>
                <a:lnTo>
                  <a:pt x="13869" y="30078"/>
                </a:lnTo>
                <a:lnTo>
                  <a:pt x="13957" y="30310"/>
                </a:lnTo>
                <a:lnTo>
                  <a:pt x="14095" y="30542"/>
                </a:lnTo>
                <a:lnTo>
                  <a:pt x="14183" y="30736"/>
                </a:lnTo>
                <a:lnTo>
                  <a:pt x="14284" y="30968"/>
                </a:lnTo>
                <a:lnTo>
                  <a:pt x="14372" y="31200"/>
                </a:lnTo>
                <a:lnTo>
                  <a:pt x="14460" y="31445"/>
                </a:lnTo>
                <a:lnTo>
                  <a:pt x="14598" y="31625"/>
                </a:lnTo>
                <a:lnTo>
                  <a:pt x="14686" y="31858"/>
                </a:lnTo>
                <a:lnTo>
                  <a:pt x="14787" y="32103"/>
                </a:lnTo>
                <a:lnTo>
                  <a:pt x="14875" y="32335"/>
                </a:lnTo>
                <a:lnTo>
                  <a:pt x="14963" y="32515"/>
                </a:lnTo>
                <a:lnTo>
                  <a:pt x="15101" y="32760"/>
                </a:lnTo>
                <a:lnTo>
                  <a:pt x="15189" y="32993"/>
                </a:lnTo>
                <a:lnTo>
                  <a:pt x="15290" y="33225"/>
                </a:lnTo>
                <a:lnTo>
                  <a:pt x="15378" y="33418"/>
                </a:lnTo>
                <a:lnTo>
                  <a:pt x="15466" y="33650"/>
                </a:lnTo>
                <a:lnTo>
                  <a:pt x="15604" y="33883"/>
                </a:lnTo>
                <a:lnTo>
                  <a:pt x="15705" y="34115"/>
                </a:lnTo>
                <a:lnTo>
                  <a:pt x="15793" y="34360"/>
                </a:lnTo>
                <a:lnTo>
                  <a:pt x="15881" y="34540"/>
                </a:lnTo>
                <a:lnTo>
                  <a:pt x="15969" y="34773"/>
                </a:lnTo>
                <a:lnTo>
                  <a:pt x="16107" y="35018"/>
                </a:lnTo>
                <a:lnTo>
                  <a:pt x="16208" y="35250"/>
                </a:lnTo>
                <a:lnTo>
                  <a:pt x="16296" y="35430"/>
                </a:lnTo>
                <a:lnTo>
                  <a:pt x="16384" y="35675"/>
                </a:lnTo>
                <a:lnTo>
                  <a:pt x="16472" y="35908"/>
                </a:lnTo>
                <a:lnTo>
                  <a:pt x="16610" y="36140"/>
                </a:lnTo>
                <a:lnTo>
                  <a:pt x="16711" y="36333"/>
                </a:lnTo>
                <a:lnTo>
                  <a:pt x="16799" y="36565"/>
                </a:lnTo>
                <a:lnTo>
                  <a:pt x="16887" y="36798"/>
                </a:lnTo>
                <a:lnTo>
                  <a:pt x="16975" y="37030"/>
                </a:lnTo>
                <a:lnTo>
                  <a:pt x="17113" y="37275"/>
                </a:lnTo>
                <a:lnTo>
                  <a:pt x="17214" y="37455"/>
                </a:lnTo>
                <a:lnTo>
                  <a:pt x="17302" y="37688"/>
                </a:lnTo>
                <a:lnTo>
                  <a:pt x="17390" y="37933"/>
                </a:lnTo>
                <a:lnTo>
                  <a:pt x="17478" y="38165"/>
                </a:lnTo>
                <a:lnTo>
                  <a:pt x="17616" y="38397"/>
                </a:lnTo>
                <a:lnTo>
                  <a:pt x="17717" y="38590"/>
                </a:lnTo>
                <a:lnTo>
                  <a:pt x="17805" y="38823"/>
                </a:lnTo>
                <a:lnTo>
                  <a:pt x="17893" y="39055"/>
                </a:lnTo>
                <a:lnTo>
                  <a:pt x="17993" y="39287"/>
                </a:lnTo>
                <a:lnTo>
                  <a:pt x="18119" y="39532"/>
                </a:lnTo>
                <a:lnTo>
                  <a:pt x="18220" y="39713"/>
                </a:lnTo>
                <a:lnTo>
                  <a:pt x="18308" y="39945"/>
                </a:lnTo>
                <a:lnTo>
                  <a:pt x="18396" y="40190"/>
                </a:lnTo>
                <a:lnTo>
                  <a:pt x="18496" y="40422"/>
                </a:lnTo>
                <a:lnTo>
                  <a:pt x="18622" y="40654"/>
                </a:lnTo>
                <a:lnTo>
                  <a:pt x="18723" y="40848"/>
                </a:lnTo>
                <a:lnTo>
                  <a:pt x="18811" y="41080"/>
                </a:lnTo>
                <a:lnTo>
                  <a:pt x="18899" y="41312"/>
                </a:lnTo>
                <a:lnTo>
                  <a:pt x="18999" y="41544"/>
                </a:lnTo>
                <a:lnTo>
                  <a:pt x="19137" y="41776"/>
                </a:lnTo>
                <a:lnTo>
                  <a:pt x="19225" y="41970"/>
                </a:lnTo>
                <a:lnTo>
                  <a:pt x="19314" y="42202"/>
                </a:lnTo>
                <a:lnTo>
                  <a:pt x="19402" y="42434"/>
                </a:lnTo>
                <a:lnTo>
                  <a:pt x="19502" y="42679"/>
                </a:lnTo>
                <a:lnTo>
                  <a:pt x="19640" y="42911"/>
                </a:lnTo>
                <a:lnTo>
                  <a:pt x="19728" y="43143"/>
                </a:lnTo>
                <a:lnTo>
                  <a:pt x="19816" y="43337"/>
                </a:lnTo>
                <a:lnTo>
                  <a:pt x="19904" y="43569"/>
                </a:lnTo>
                <a:lnTo>
                  <a:pt x="20005" y="43801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289666" y="5232848"/>
            <a:ext cx="20043" cy="46213"/>
          </a:xfrm>
          <a:custGeom>
            <a:avLst/>
            <a:gdLst/>
            <a:ahLst/>
            <a:cxnLst/>
            <a:rect l="l" t="t" r="r" b="b"/>
            <a:pathLst>
              <a:path w="20043" h="46213">
                <a:moveTo>
                  <a:pt x="0" y="0"/>
                </a:moveTo>
                <a:lnTo>
                  <a:pt x="138" y="232"/>
                </a:lnTo>
                <a:lnTo>
                  <a:pt x="226" y="477"/>
                </a:lnTo>
                <a:lnTo>
                  <a:pt x="314" y="657"/>
                </a:lnTo>
                <a:lnTo>
                  <a:pt x="402" y="889"/>
                </a:lnTo>
                <a:lnTo>
                  <a:pt x="502" y="1135"/>
                </a:lnTo>
                <a:lnTo>
                  <a:pt x="641" y="1367"/>
                </a:lnTo>
                <a:lnTo>
                  <a:pt x="729" y="1599"/>
                </a:lnTo>
                <a:lnTo>
                  <a:pt x="817" y="1831"/>
                </a:lnTo>
                <a:lnTo>
                  <a:pt x="905" y="2024"/>
                </a:lnTo>
                <a:lnTo>
                  <a:pt x="1005" y="2257"/>
                </a:lnTo>
                <a:lnTo>
                  <a:pt x="1144" y="2489"/>
                </a:lnTo>
                <a:lnTo>
                  <a:pt x="1232" y="2734"/>
                </a:lnTo>
                <a:lnTo>
                  <a:pt x="1320" y="2966"/>
                </a:lnTo>
                <a:lnTo>
                  <a:pt x="1408" y="3198"/>
                </a:lnTo>
                <a:lnTo>
                  <a:pt x="1508" y="3430"/>
                </a:lnTo>
                <a:lnTo>
                  <a:pt x="1647" y="3624"/>
                </a:lnTo>
                <a:lnTo>
                  <a:pt x="1735" y="3856"/>
                </a:lnTo>
                <a:lnTo>
                  <a:pt x="1823" y="4088"/>
                </a:lnTo>
                <a:lnTo>
                  <a:pt x="1923" y="4320"/>
                </a:lnTo>
                <a:lnTo>
                  <a:pt x="2011" y="4565"/>
                </a:lnTo>
                <a:lnTo>
                  <a:pt x="2150" y="4798"/>
                </a:lnTo>
                <a:lnTo>
                  <a:pt x="2238" y="4978"/>
                </a:lnTo>
                <a:lnTo>
                  <a:pt x="2326" y="5223"/>
                </a:lnTo>
                <a:lnTo>
                  <a:pt x="2426" y="5455"/>
                </a:lnTo>
                <a:lnTo>
                  <a:pt x="2514" y="5688"/>
                </a:lnTo>
                <a:lnTo>
                  <a:pt x="2653" y="5920"/>
                </a:lnTo>
                <a:lnTo>
                  <a:pt x="2741" y="6165"/>
                </a:lnTo>
                <a:lnTo>
                  <a:pt x="2829" y="6397"/>
                </a:lnTo>
                <a:lnTo>
                  <a:pt x="2929" y="6577"/>
                </a:lnTo>
                <a:lnTo>
                  <a:pt x="3017" y="6823"/>
                </a:lnTo>
                <a:lnTo>
                  <a:pt x="3156" y="7055"/>
                </a:lnTo>
                <a:lnTo>
                  <a:pt x="3244" y="7287"/>
                </a:lnTo>
                <a:lnTo>
                  <a:pt x="3332" y="7519"/>
                </a:lnTo>
                <a:lnTo>
                  <a:pt x="3432" y="7751"/>
                </a:lnTo>
                <a:lnTo>
                  <a:pt x="3520" y="7996"/>
                </a:lnTo>
                <a:lnTo>
                  <a:pt x="3659" y="8228"/>
                </a:lnTo>
                <a:lnTo>
                  <a:pt x="3747" y="8422"/>
                </a:lnTo>
                <a:lnTo>
                  <a:pt x="3835" y="8654"/>
                </a:lnTo>
                <a:lnTo>
                  <a:pt x="3935" y="8886"/>
                </a:lnTo>
                <a:lnTo>
                  <a:pt x="4023" y="9118"/>
                </a:lnTo>
                <a:lnTo>
                  <a:pt x="4162" y="9351"/>
                </a:lnTo>
                <a:lnTo>
                  <a:pt x="4250" y="9596"/>
                </a:lnTo>
                <a:lnTo>
                  <a:pt x="4338" y="9828"/>
                </a:lnTo>
                <a:lnTo>
                  <a:pt x="4438" y="10060"/>
                </a:lnTo>
                <a:lnTo>
                  <a:pt x="4526" y="10253"/>
                </a:lnTo>
                <a:lnTo>
                  <a:pt x="4665" y="10486"/>
                </a:lnTo>
                <a:lnTo>
                  <a:pt x="4753" y="10718"/>
                </a:lnTo>
                <a:lnTo>
                  <a:pt x="4841" y="10950"/>
                </a:lnTo>
                <a:lnTo>
                  <a:pt x="4941" y="11195"/>
                </a:lnTo>
                <a:lnTo>
                  <a:pt x="5029" y="11427"/>
                </a:lnTo>
                <a:lnTo>
                  <a:pt x="5168" y="11659"/>
                </a:lnTo>
                <a:lnTo>
                  <a:pt x="5256" y="11891"/>
                </a:lnTo>
                <a:lnTo>
                  <a:pt x="5356" y="12124"/>
                </a:lnTo>
                <a:lnTo>
                  <a:pt x="5444" y="12317"/>
                </a:lnTo>
                <a:lnTo>
                  <a:pt x="5532" y="12549"/>
                </a:lnTo>
                <a:lnTo>
                  <a:pt x="5670" y="12781"/>
                </a:lnTo>
                <a:lnTo>
                  <a:pt x="5758" y="13027"/>
                </a:lnTo>
                <a:lnTo>
                  <a:pt x="5859" y="13259"/>
                </a:lnTo>
                <a:lnTo>
                  <a:pt x="5947" y="13491"/>
                </a:lnTo>
                <a:lnTo>
                  <a:pt x="6035" y="13723"/>
                </a:lnTo>
                <a:lnTo>
                  <a:pt x="6173" y="13968"/>
                </a:lnTo>
                <a:lnTo>
                  <a:pt x="6261" y="14200"/>
                </a:lnTo>
                <a:lnTo>
                  <a:pt x="6362" y="14381"/>
                </a:lnTo>
                <a:lnTo>
                  <a:pt x="6450" y="14626"/>
                </a:lnTo>
                <a:lnTo>
                  <a:pt x="6538" y="14858"/>
                </a:lnTo>
                <a:lnTo>
                  <a:pt x="6676" y="15090"/>
                </a:lnTo>
                <a:lnTo>
                  <a:pt x="6764" y="15322"/>
                </a:lnTo>
                <a:lnTo>
                  <a:pt x="6865" y="15555"/>
                </a:lnTo>
                <a:lnTo>
                  <a:pt x="6953" y="15800"/>
                </a:lnTo>
                <a:lnTo>
                  <a:pt x="7041" y="16032"/>
                </a:lnTo>
                <a:lnTo>
                  <a:pt x="7179" y="16264"/>
                </a:lnTo>
                <a:lnTo>
                  <a:pt x="7267" y="16496"/>
                </a:lnTo>
                <a:lnTo>
                  <a:pt x="7368" y="16741"/>
                </a:lnTo>
                <a:lnTo>
                  <a:pt x="7456" y="16922"/>
                </a:lnTo>
                <a:lnTo>
                  <a:pt x="7544" y="17154"/>
                </a:lnTo>
                <a:lnTo>
                  <a:pt x="7682" y="17399"/>
                </a:lnTo>
                <a:lnTo>
                  <a:pt x="7770" y="17631"/>
                </a:lnTo>
                <a:lnTo>
                  <a:pt x="7871" y="17863"/>
                </a:lnTo>
                <a:lnTo>
                  <a:pt x="7959" y="18095"/>
                </a:lnTo>
                <a:lnTo>
                  <a:pt x="8047" y="18328"/>
                </a:lnTo>
                <a:lnTo>
                  <a:pt x="8185" y="18573"/>
                </a:lnTo>
                <a:lnTo>
                  <a:pt x="8273" y="18805"/>
                </a:lnTo>
                <a:lnTo>
                  <a:pt x="8374" y="19037"/>
                </a:lnTo>
                <a:lnTo>
                  <a:pt x="8462" y="19269"/>
                </a:lnTo>
                <a:lnTo>
                  <a:pt x="8550" y="19514"/>
                </a:lnTo>
                <a:lnTo>
                  <a:pt x="8688" y="19746"/>
                </a:lnTo>
                <a:lnTo>
                  <a:pt x="8776" y="19979"/>
                </a:lnTo>
                <a:lnTo>
                  <a:pt x="8877" y="20172"/>
                </a:lnTo>
                <a:lnTo>
                  <a:pt x="8965" y="20404"/>
                </a:lnTo>
                <a:lnTo>
                  <a:pt x="9053" y="20636"/>
                </a:lnTo>
                <a:lnTo>
                  <a:pt x="9191" y="20869"/>
                </a:lnTo>
                <a:lnTo>
                  <a:pt x="9292" y="21114"/>
                </a:lnTo>
                <a:lnTo>
                  <a:pt x="9380" y="21346"/>
                </a:lnTo>
                <a:lnTo>
                  <a:pt x="9468" y="21578"/>
                </a:lnTo>
                <a:lnTo>
                  <a:pt x="9556" y="21810"/>
                </a:lnTo>
                <a:lnTo>
                  <a:pt x="9694" y="22042"/>
                </a:lnTo>
                <a:lnTo>
                  <a:pt x="9795" y="22287"/>
                </a:lnTo>
                <a:lnTo>
                  <a:pt x="9883" y="22519"/>
                </a:lnTo>
                <a:lnTo>
                  <a:pt x="9971" y="22752"/>
                </a:lnTo>
                <a:lnTo>
                  <a:pt x="10059" y="22984"/>
                </a:lnTo>
                <a:lnTo>
                  <a:pt x="10197" y="23229"/>
                </a:lnTo>
                <a:lnTo>
                  <a:pt x="10298" y="23461"/>
                </a:lnTo>
                <a:lnTo>
                  <a:pt x="10386" y="23693"/>
                </a:lnTo>
                <a:lnTo>
                  <a:pt x="10474" y="23925"/>
                </a:lnTo>
                <a:lnTo>
                  <a:pt x="10562" y="24119"/>
                </a:lnTo>
                <a:lnTo>
                  <a:pt x="10700" y="24351"/>
                </a:lnTo>
                <a:lnTo>
                  <a:pt x="10801" y="24583"/>
                </a:lnTo>
                <a:lnTo>
                  <a:pt x="10889" y="24815"/>
                </a:lnTo>
                <a:lnTo>
                  <a:pt x="10977" y="25060"/>
                </a:lnTo>
                <a:lnTo>
                  <a:pt x="11065" y="25293"/>
                </a:lnTo>
                <a:lnTo>
                  <a:pt x="11203" y="25525"/>
                </a:lnTo>
                <a:lnTo>
                  <a:pt x="11304" y="25757"/>
                </a:lnTo>
                <a:lnTo>
                  <a:pt x="11392" y="26002"/>
                </a:lnTo>
                <a:lnTo>
                  <a:pt x="11480" y="26234"/>
                </a:lnTo>
                <a:lnTo>
                  <a:pt x="11580" y="26466"/>
                </a:lnTo>
                <a:lnTo>
                  <a:pt x="11706" y="26698"/>
                </a:lnTo>
                <a:lnTo>
                  <a:pt x="11807" y="26931"/>
                </a:lnTo>
                <a:lnTo>
                  <a:pt x="11895" y="27176"/>
                </a:lnTo>
                <a:lnTo>
                  <a:pt x="11983" y="27408"/>
                </a:lnTo>
                <a:lnTo>
                  <a:pt x="12083" y="27640"/>
                </a:lnTo>
                <a:lnTo>
                  <a:pt x="12209" y="27872"/>
                </a:lnTo>
                <a:lnTo>
                  <a:pt x="12310" y="28117"/>
                </a:lnTo>
                <a:lnTo>
                  <a:pt x="12398" y="28349"/>
                </a:lnTo>
                <a:lnTo>
                  <a:pt x="12486" y="28582"/>
                </a:lnTo>
                <a:lnTo>
                  <a:pt x="12586" y="28814"/>
                </a:lnTo>
                <a:lnTo>
                  <a:pt x="12712" y="29046"/>
                </a:lnTo>
                <a:lnTo>
                  <a:pt x="12813" y="29291"/>
                </a:lnTo>
                <a:lnTo>
                  <a:pt x="12901" y="29523"/>
                </a:lnTo>
                <a:lnTo>
                  <a:pt x="12989" y="29755"/>
                </a:lnTo>
                <a:lnTo>
                  <a:pt x="13089" y="29987"/>
                </a:lnTo>
                <a:lnTo>
                  <a:pt x="13228" y="30232"/>
                </a:lnTo>
                <a:lnTo>
                  <a:pt x="13316" y="30465"/>
                </a:lnTo>
                <a:lnTo>
                  <a:pt x="13404" y="30697"/>
                </a:lnTo>
                <a:lnTo>
                  <a:pt x="13492" y="30929"/>
                </a:lnTo>
                <a:lnTo>
                  <a:pt x="13592" y="31122"/>
                </a:lnTo>
                <a:lnTo>
                  <a:pt x="13731" y="31355"/>
                </a:lnTo>
                <a:lnTo>
                  <a:pt x="13819" y="31587"/>
                </a:lnTo>
                <a:lnTo>
                  <a:pt x="13907" y="31819"/>
                </a:lnTo>
                <a:lnTo>
                  <a:pt x="13995" y="32064"/>
                </a:lnTo>
                <a:lnTo>
                  <a:pt x="14095" y="32296"/>
                </a:lnTo>
                <a:lnTo>
                  <a:pt x="14234" y="32528"/>
                </a:lnTo>
                <a:lnTo>
                  <a:pt x="14322" y="32760"/>
                </a:lnTo>
                <a:lnTo>
                  <a:pt x="14410" y="33006"/>
                </a:lnTo>
                <a:lnTo>
                  <a:pt x="14498" y="33238"/>
                </a:lnTo>
                <a:lnTo>
                  <a:pt x="14598" y="33470"/>
                </a:lnTo>
                <a:lnTo>
                  <a:pt x="14736" y="33702"/>
                </a:lnTo>
                <a:lnTo>
                  <a:pt x="14825" y="33934"/>
                </a:lnTo>
                <a:lnTo>
                  <a:pt x="14913" y="34179"/>
                </a:lnTo>
                <a:lnTo>
                  <a:pt x="15001" y="34411"/>
                </a:lnTo>
                <a:lnTo>
                  <a:pt x="15101" y="34644"/>
                </a:lnTo>
                <a:lnTo>
                  <a:pt x="15239" y="34876"/>
                </a:lnTo>
                <a:lnTo>
                  <a:pt x="15327" y="35121"/>
                </a:lnTo>
                <a:lnTo>
                  <a:pt x="15415" y="35353"/>
                </a:lnTo>
                <a:lnTo>
                  <a:pt x="15516" y="35585"/>
                </a:lnTo>
                <a:lnTo>
                  <a:pt x="15604" y="35817"/>
                </a:lnTo>
                <a:lnTo>
                  <a:pt x="15742" y="36049"/>
                </a:lnTo>
                <a:lnTo>
                  <a:pt x="15830" y="36295"/>
                </a:lnTo>
                <a:lnTo>
                  <a:pt x="15918" y="36527"/>
                </a:lnTo>
                <a:lnTo>
                  <a:pt x="16019" y="36759"/>
                </a:lnTo>
                <a:lnTo>
                  <a:pt x="16107" y="36991"/>
                </a:lnTo>
                <a:lnTo>
                  <a:pt x="16245" y="37236"/>
                </a:lnTo>
                <a:lnTo>
                  <a:pt x="16333" y="37468"/>
                </a:lnTo>
                <a:lnTo>
                  <a:pt x="16421" y="37700"/>
                </a:lnTo>
                <a:lnTo>
                  <a:pt x="16522" y="37933"/>
                </a:lnTo>
                <a:lnTo>
                  <a:pt x="16610" y="38165"/>
                </a:lnTo>
                <a:lnTo>
                  <a:pt x="16748" y="38410"/>
                </a:lnTo>
                <a:lnTo>
                  <a:pt x="16836" y="38642"/>
                </a:lnTo>
                <a:lnTo>
                  <a:pt x="16924" y="38926"/>
                </a:lnTo>
                <a:lnTo>
                  <a:pt x="17025" y="39158"/>
                </a:lnTo>
                <a:lnTo>
                  <a:pt x="17113" y="39390"/>
                </a:lnTo>
                <a:lnTo>
                  <a:pt x="17251" y="39622"/>
                </a:lnTo>
                <a:lnTo>
                  <a:pt x="17339" y="39867"/>
                </a:lnTo>
                <a:lnTo>
                  <a:pt x="17427" y="40099"/>
                </a:lnTo>
                <a:lnTo>
                  <a:pt x="17528" y="40332"/>
                </a:lnTo>
                <a:lnTo>
                  <a:pt x="17616" y="40564"/>
                </a:lnTo>
                <a:lnTo>
                  <a:pt x="17754" y="40809"/>
                </a:lnTo>
                <a:lnTo>
                  <a:pt x="17842" y="41041"/>
                </a:lnTo>
                <a:lnTo>
                  <a:pt x="17930" y="41273"/>
                </a:lnTo>
                <a:lnTo>
                  <a:pt x="18031" y="41505"/>
                </a:lnTo>
                <a:lnTo>
                  <a:pt x="18119" y="41738"/>
                </a:lnTo>
                <a:lnTo>
                  <a:pt x="18257" y="41983"/>
                </a:lnTo>
                <a:lnTo>
                  <a:pt x="18345" y="42215"/>
                </a:lnTo>
                <a:lnTo>
                  <a:pt x="18433" y="42447"/>
                </a:lnTo>
                <a:lnTo>
                  <a:pt x="18534" y="42679"/>
                </a:lnTo>
                <a:lnTo>
                  <a:pt x="18622" y="42924"/>
                </a:lnTo>
                <a:lnTo>
                  <a:pt x="18760" y="43156"/>
                </a:lnTo>
                <a:lnTo>
                  <a:pt x="18848" y="43388"/>
                </a:lnTo>
                <a:lnTo>
                  <a:pt x="18936" y="43621"/>
                </a:lnTo>
                <a:lnTo>
                  <a:pt x="19037" y="43853"/>
                </a:lnTo>
                <a:lnTo>
                  <a:pt x="19125" y="44098"/>
                </a:lnTo>
                <a:lnTo>
                  <a:pt x="19263" y="44330"/>
                </a:lnTo>
                <a:lnTo>
                  <a:pt x="19351" y="44562"/>
                </a:lnTo>
                <a:lnTo>
                  <a:pt x="19452" y="44794"/>
                </a:lnTo>
                <a:lnTo>
                  <a:pt x="19540" y="45039"/>
                </a:lnTo>
                <a:lnTo>
                  <a:pt x="19678" y="45272"/>
                </a:lnTo>
                <a:lnTo>
                  <a:pt x="19766" y="45504"/>
                </a:lnTo>
                <a:lnTo>
                  <a:pt x="19854" y="45736"/>
                </a:lnTo>
                <a:lnTo>
                  <a:pt x="19955" y="45968"/>
                </a:lnTo>
                <a:lnTo>
                  <a:pt x="20043" y="46213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309710" y="5279062"/>
            <a:ext cx="20043" cy="47941"/>
          </a:xfrm>
          <a:custGeom>
            <a:avLst/>
            <a:gdLst/>
            <a:ahLst/>
            <a:cxnLst/>
            <a:rect l="l" t="t" r="r" b="b"/>
            <a:pathLst>
              <a:path w="20043" h="47941">
                <a:moveTo>
                  <a:pt x="0" y="0"/>
                </a:moveTo>
                <a:lnTo>
                  <a:pt x="138" y="283"/>
                </a:lnTo>
                <a:lnTo>
                  <a:pt x="226" y="515"/>
                </a:lnTo>
                <a:lnTo>
                  <a:pt x="314" y="748"/>
                </a:lnTo>
                <a:lnTo>
                  <a:pt x="414" y="980"/>
                </a:lnTo>
                <a:lnTo>
                  <a:pt x="502" y="1212"/>
                </a:lnTo>
                <a:lnTo>
                  <a:pt x="641" y="1457"/>
                </a:lnTo>
                <a:lnTo>
                  <a:pt x="729" y="1689"/>
                </a:lnTo>
                <a:lnTo>
                  <a:pt x="817" y="1921"/>
                </a:lnTo>
                <a:lnTo>
                  <a:pt x="917" y="2153"/>
                </a:lnTo>
                <a:lnTo>
                  <a:pt x="1005" y="2399"/>
                </a:lnTo>
                <a:lnTo>
                  <a:pt x="1144" y="2631"/>
                </a:lnTo>
                <a:lnTo>
                  <a:pt x="1232" y="2863"/>
                </a:lnTo>
                <a:lnTo>
                  <a:pt x="1320" y="3095"/>
                </a:lnTo>
                <a:lnTo>
                  <a:pt x="1420" y="3327"/>
                </a:lnTo>
                <a:lnTo>
                  <a:pt x="1508" y="3572"/>
                </a:lnTo>
                <a:lnTo>
                  <a:pt x="1647" y="3804"/>
                </a:lnTo>
                <a:lnTo>
                  <a:pt x="1735" y="4037"/>
                </a:lnTo>
                <a:lnTo>
                  <a:pt x="1823" y="4269"/>
                </a:lnTo>
                <a:lnTo>
                  <a:pt x="1923" y="4553"/>
                </a:lnTo>
                <a:lnTo>
                  <a:pt x="2011" y="4785"/>
                </a:lnTo>
                <a:lnTo>
                  <a:pt x="2150" y="5030"/>
                </a:lnTo>
                <a:lnTo>
                  <a:pt x="2238" y="5262"/>
                </a:lnTo>
                <a:lnTo>
                  <a:pt x="2326" y="5494"/>
                </a:lnTo>
                <a:lnTo>
                  <a:pt x="2426" y="5726"/>
                </a:lnTo>
                <a:lnTo>
                  <a:pt x="2514" y="5958"/>
                </a:lnTo>
                <a:lnTo>
                  <a:pt x="2653" y="6203"/>
                </a:lnTo>
                <a:lnTo>
                  <a:pt x="2741" y="6436"/>
                </a:lnTo>
                <a:lnTo>
                  <a:pt x="2841" y="6668"/>
                </a:lnTo>
                <a:lnTo>
                  <a:pt x="2929" y="6900"/>
                </a:lnTo>
                <a:lnTo>
                  <a:pt x="3017" y="7145"/>
                </a:lnTo>
                <a:lnTo>
                  <a:pt x="3156" y="7377"/>
                </a:lnTo>
                <a:lnTo>
                  <a:pt x="3244" y="7609"/>
                </a:lnTo>
                <a:lnTo>
                  <a:pt x="3344" y="7893"/>
                </a:lnTo>
                <a:lnTo>
                  <a:pt x="3432" y="8125"/>
                </a:lnTo>
                <a:lnTo>
                  <a:pt x="3520" y="8357"/>
                </a:lnTo>
                <a:lnTo>
                  <a:pt x="3659" y="8602"/>
                </a:lnTo>
                <a:lnTo>
                  <a:pt x="3747" y="8835"/>
                </a:lnTo>
                <a:lnTo>
                  <a:pt x="3847" y="9067"/>
                </a:lnTo>
                <a:lnTo>
                  <a:pt x="3935" y="9299"/>
                </a:lnTo>
                <a:lnTo>
                  <a:pt x="4023" y="9531"/>
                </a:lnTo>
                <a:lnTo>
                  <a:pt x="4162" y="9776"/>
                </a:lnTo>
                <a:lnTo>
                  <a:pt x="4250" y="10008"/>
                </a:lnTo>
                <a:lnTo>
                  <a:pt x="4350" y="10241"/>
                </a:lnTo>
                <a:lnTo>
                  <a:pt x="4438" y="10473"/>
                </a:lnTo>
                <a:lnTo>
                  <a:pt x="4526" y="10718"/>
                </a:lnTo>
                <a:lnTo>
                  <a:pt x="4665" y="10989"/>
                </a:lnTo>
                <a:lnTo>
                  <a:pt x="4753" y="11234"/>
                </a:lnTo>
                <a:lnTo>
                  <a:pt x="4853" y="11466"/>
                </a:lnTo>
                <a:lnTo>
                  <a:pt x="4941" y="11698"/>
                </a:lnTo>
                <a:lnTo>
                  <a:pt x="5029" y="11930"/>
                </a:lnTo>
                <a:lnTo>
                  <a:pt x="5168" y="12175"/>
                </a:lnTo>
                <a:lnTo>
                  <a:pt x="5256" y="12407"/>
                </a:lnTo>
                <a:lnTo>
                  <a:pt x="5356" y="12640"/>
                </a:lnTo>
                <a:lnTo>
                  <a:pt x="5444" y="12872"/>
                </a:lnTo>
                <a:lnTo>
                  <a:pt x="5532" y="13104"/>
                </a:lnTo>
                <a:lnTo>
                  <a:pt x="5670" y="13349"/>
                </a:lnTo>
                <a:lnTo>
                  <a:pt x="5758" y="13633"/>
                </a:lnTo>
                <a:lnTo>
                  <a:pt x="5859" y="13865"/>
                </a:lnTo>
                <a:lnTo>
                  <a:pt x="5947" y="14097"/>
                </a:lnTo>
                <a:lnTo>
                  <a:pt x="6035" y="14329"/>
                </a:lnTo>
                <a:lnTo>
                  <a:pt x="6173" y="14561"/>
                </a:lnTo>
                <a:lnTo>
                  <a:pt x="6261" y="14806"/>
                </a:lnTo>
                <a:lnTo>
                  <a:pt x="6362" y="15039"/>
                </a:lnTo>
                <a:lnTo>
                  <a:pt x="6450" y="15271"/>
                </a:lnTo>
                <a:lnTo>
                  <a:pt x="6538" y="15503"/>
                </a:lnTo>
                <a:lnTo>
                  <a:pt x="6676" y="15748"/>
                </a:lnTo>
                <a:lnTo>
                  <a:pt x="6777" y="16019"/>
                </a:lnTo>
                <a:lnTo>
                  <a:pt x="6865" y="16264"/>
                </a:lnTo>
                <a:lnTo>
                  <a:pt x="6953" y="16496"/>
                </a:lnTo>
                <a:lnTo>
                  <a:pt x="7041" y="16728"/>
                </a:lnTo>
                <a:lnTo>
                  <a:pt x="7179" y="16960"/>
                </a:lnTo>
                <a:lnTo>
                  <a:pt x="7280" y="17205"/>
                </a:lnTo>
                <a:lnTo>
                  <a:pt x="7368" y="17438"/>
                </a:lnTo>
                <a:lnTo>
                  <a:pt x="7456" y="17670"/>
                </a:lnTo>
                <a:lnTo>
                  <a:pt x="7544" y="17902"/>
                </a:lnTo>
                <a:lnTo>
                  <a:pt x="7682" y="18186"/>
                </a:lnTo>
                <a:lnTo>
                  <a:pt x="7783" y="18418"/>
                </a:lnTo>
                <a:lnTo>
                  <a:pt x="7871" y="18650"/>
                </a:lnTo>
                <a:lnTo>
                  <a:pt x="7959" y="18895"/>
                </a:lnTo>
                <a:lnTo>
                  <a:pt x="8047" y="19127"/>
                </a:lnTo>
                <a:lnTo>
                  <a:pt x="8185" y="19359"/>
                </a:lnTo>
                <a:lnTo>
                  <a:pt x="8286" y="19592"/>
                </a:lnTo>
                <a:lnTo>
                  <a:pt x="8374" y="19837"/>
                </a:lnTo>
                <a:lnTo>
                  <a:pt x="8462" y="20069"/>
                </a:lnTo>
                <a:lnTo>
                  <a:pt x="8550" y="20353"/>
                </a:lnTo>
                <a:lnTo>
                  <a:pt x="8688" y="20585"/>
                </a:lnTo>
                <a:lnTo>
                  <a:pt x="8789" y="20817"/>
                </a:lnTo>
                <a:lnTo>
                  <a:pt x="8877" y="21049"/>
                </a:lnTo>
                <a:lnTo>
                  <a:pt x="8965" y="21294"/>
                </a:lnTo>
                <a:lnTo>
                  <a:pt x="9066" y="21526"/>
                </a:lnTo>
                <a:lnTo>
                  <a:pt x="9191" y="21758"/>
                </a:lnTo>
                <a:lnTo>
                  <a:pt x="9292" y="21991"/>
                </a:lnTo>
                <a:lnTo>
                  <a:pt x="9380" y="22274"/>
                </a:lnTo>
                <a:lnTo>
                  <a:pt x="9468" y="22507"/>
                </a:lnTo>
                <a:lnTo>
                  <a:pt x="9568" y="22752"/>
                </a:lnTo>
                <a:lnTo>
                  <a:pt x="9694" y="22984"/>
                </a:lnTo>
                <a:lnTo>
                  <a:pt x="9795" y="23216"/>
                </a:lnTo>
                <a:lnTo>
                  <a:pt x="9883" y="23448"/>
                </a:lnTo>
                <a:lnTo>
                  <a:pt x="9971" y="23680"/>
                </a:lnTo>
                <a:lnTo>
                  <a:pt x="10071" y="23925"/>
                </a:lnTo>
                <a:lnTo>
                  <a:pt x="10210" y="24209"/>
                </a:lnTo>
                <a:lnTo>
                  <a:pt x="10298" y="24441"/>
                </a:lnTo>
                <a:lnTo>
                  <a:pt x="10386" y="24673"/>
                </a:lnTo>
                <a:lnTo>
                  <a:pt x="10474" y="24906"/>
                </a:lnTo>
                <a:lnTo>
                  <a:pt x="10574" y="25138"/>
                </a:lnTo>
                <a:lnTo>
                  <a:pt x="10713" y="25383"/>
                </a:lnTo>
                <a:lnTo>
                  <a:pt x="10801" y="25615"/>
                </a:lnTo>
                <a:lnTo>
                  <a:pt x="10889" y="25847"/>
                </a:lnTo>
                <a:lnTo>
                  <a:pt x="10977" y="26131"/>
                </a:lnTo>
                <a:lnTo>
                  <a:pt x="11077" y="26363"/>
                </a:lnTo>
                <a:lnTo>
                  <a:pt x="11216" y="26595"/>
                </a:lnTo>
                <a:lnTo>
                  <a:pt x="11304" y="26840"/>
                </a:lnTo>
                <a:lnTo>
                  <a:pt x="11392" y="27072"/>
                </a:lnTo>
                <a:lnTo>
                  <a:pt x="11480" y="27305"/>
                </a:lnTo>
                <a:lnTo>
                  <a:pt x="11580" y="27537"/>
                </a:lnTo>
                <a:lnTo>
                  <a:pt x="11719" y="27821"/>
                </a:lnTo>
                <a:lnTo>
                  <a:pt x="11807" y="28053"/>
                </a:lnTo>
                <a:lnTo>
                  <a:pt x="11895" y="28298"/>
                </a:lnTo>
                <a:lnTo>
                  <a:pt x="11983" y="28530"/>
                </a:lnTo>
                <a:lnTo>
                  <a:pt x="12083" y="28762"/>
                </a:lnTo>
                <a:lnTo>
                  <a:pt x="12222" y="28994"/>
                </a:lnTo>
                <a:lnTo>
                  <a:pt x="12310" y="29226"/>
                </a:lnTo>
                <a:lnTo>
                  <a:pt x="12398" y="29510"/>
                </a:lnTo>
                <a:lnTo>
                  <a:pt x="12486" y="29755"/>
                </a:lnTo>
                <a:lnTo>
                  <a:pt x="12586" y="29987"/>
                </a:lnTo>
                <a:lnTo>
                  <a:pt x="12725" y="30220"/>
                </a:lnTo>
                <a:lnTo>
                  <a:pt x="12813" y="30452"/>
                </a:lnTo>
                <a:lnTo>
                  <a:pt x="12901" y="30684"/>
                </a:lnTo>
                <a:lnTo>
                  <a:pt x="13001" y="30929"/>
                </a:lnTo>
                <a:lnTo>
                  <a:pt x="13089" y="31213"/>
                </a:lnTo>
                <a:lnTo>
                  <a:pt x="13228" y="31445"/>
                </a:lnTo>
                <a:lnTo>
                  <a:pt x="13316" y="31677"/>
                </a:lnTo>
                <a:lnTo>
                  <a:pt x="13404" y="31909"/>
                </a:lnTo>
                <a:lnTo>
                  <a:pt x="13504" y="32141"/>
                </a:lnTo>
                <a:lnTo>
                  <a:pt x="13592" y="32386"/>
                </a:lnTo>
                <a:lnTo>
                  <a:pt x="13731" y="32619"/>
                </a:lnTo>
                <a:lnTo>
                  <a:pt x="13819" y="32902"/>
                </a:lnTo>
                <a:lnTo>
                  <a:pt x="13907" y="33135"/>
                </a:lnTo>
                <a:lnTo>
                  <a:pt x="14007" y="33367"/>
                </a:lnTo>
                <a:lnTo>
                  <a:pt x="14095" y="33599"/>
                </a:lnTo>
                <a:lnTo>
                  <a:pt x="14234" y="33844"/>
                </a:lnTo>
                <a:lnTo>
                  <a:pt x="14322" y="34076"/>
                </a:lnTo>
                <a:lnTo>
                  <a:pt x="14410" y="34360"/>
                </a:lnTo>
                <a:lnTo>
                  <a:pt x="14510" y="34592"/>
                </a:lnTo>
                <a:lnTo>
                  <a:pt x="14598" y="34824"/>
                </a:lnTo>
                <a:lnTo>
                  <a:pt x="14736" y="35056"/>
                </a:lnTo>
                <a:lnTo>
                  <a:pt x="14825" y="35301"/>
                </a:lnTo>
                <a:lnTo>
                  <a:pt x="14913" y="35534"/>
                </a:lnTo>
                <a:lnTo>
                  <a:pt x="15013" y="35766"/>
                </a:lnTo>
                <a:lnTo>
                  <a:pt x="15101" y="36049"/>
                </a:lnTo>
                <a:lnTo>
                  <a:pt x="15239" y="36282"/>
                </a:lnTo>
                <a:lnTo>
                  <a:pt x="15327" y="36514"/>
                </a:lnTo>
                <a:lnTo>
                  <a:pt x="15415" y="36759"/>
                </a:lnTo>
                <a:lnTo>
                  <a:pt x="15516" y="36991"/>
                </a:lnTo>
                <a:lnTo>
                  <a:pt x="15604" y="37223"/>
                </a:lnTo>
                <a:lnTo>
                  <a:pt x="15742" y="37507"/>
                </a:lnTo>
                <a:lnTo>
                  <a:pt x="15830" y="37739"/>
                </a:lnTo>
                <a:lnTo>
                  <a:pt x="15918" y="37971"/>
                </a:lnTo>
                <a:lnTo>
                  <a:pt x="16019" y="38216"/>
                </a:lnTo>
                <a:lnTo>
                  <a:pt x="16107" y="38449"/>
                </a:lnTo>
                <a:lnTo>
                  <a:pt x="16245" y="38681"/>
                </a:lnTo>
                <a:lnTo>
                  <a:pt x="16333" y="38964"/>
                </a:lnTo>
                <a:lnTo>
                  <a:pt x="16434" y="39197"/>
                </a:lnTo>
                <a:lnTo>
                  <a:pt x="16522" y="39429"/>
                </a:lnTo>
                <a:lnTo>
                  <a:pt x="16610" y="39674"/>
                </a:lnTo>
                <a:lnTo>
                  <a:pt x="16748" y="39906"/>
                </a:lnTo>
                <a:lnTo>
                  <a:pt x="16836" y="40138"/>
                </a:lnTo>
                <a:lnTo>
                  <a:pt x="16937" y="40422"/>
                </a:lnTo>
                <a:lnTo>
                  <a:pt x="17025" y="40654"/>
                </a:lnTo>
                <a:lnTo>
                  <a:pt x="17113" y="40886"/>
                </a:lnTo>
                <a:lnTo>
                  <a:pt x="17251" y="41131"/>
                </a:lnTo>
                <a:lnTo>
                  <a:pt x="17339" y="41363"/>
                </a:lnTo>
                <a:lnTo>
                  <a:pt x="17440" y="41647"/>
                </a:lnTo>
                <a:lnTo>
                  <a:pt x="17528" y="41879"/>
                </a:lnTo>
                <a:lnTo>
                  <a:pt x="17616" y="42112"/>
                </a:lnTo>
                <a:lnTo>
                  <a:pt x="17754" y="42344"/>
                </a:lnTo>
                <a:lnTo>
                  <a:pt x="17842" y="42589"/>
                </a:lnTo>
                <a:lnTo>
                  <a:pt x="17943" y="42821"/>
                </a:lnTo>
                <a:lnTo>
                  <a:pt x="18031" y="43105"/>
                </a:lnTo>
                <a:lnTo>
                  <a:pt x="18119" y="43337"/>
                </a:lnTo>
                <a:lnTo>
                  <a:pt x="18257" y="43569"/>
                </a:lnTo>
                <a:lnTo>
                  <a:pt x="18345" y="43801"/>
                </a:lnTo>
                <a:lnTo>
                  <a:pt x="18446" y="44033"/>
                </a:lnTo>
                <a:lnTo>
                  <a:pt x="18534" y="44278"/>
                </a:lnTo>
                <a:lnTo>
                  <a:pt x="18622" y="44562"/>
                </a:lnTo>
                <a:lnTo>
                  <a:pt x="18760" y="44794"/>
                </a:lnTo>
                <a:lnTo>
                  <a:pt x="18848" y="45027"/>
                </a:lnTo>
                <a:lnTo>
                  <a:pt x="18949" y="45259"/>
                </a:lnTo>
                <a:lnTo>
                  <a:pt x="19037" y="45491"/>
                </a:lnTo>
                <a:lnTo>
                  <a:pt x="19125" y="45775"/>
                </a:lnTo>
                <a:lnTo>
                  <a:pt x="19263" y="46020"/>
                </a:lnTo>
                <a:lnTo>
                  <a:pt x="19351" y="46252"/>
                </a:lnTo>
                <a:lnTo>
                  <a:pt x="19452" y="46484"/>
                </a:lnTo>
                <a:lnTo>
                  <a:pt x="19540" y="46716"/>
                </a:lnTo>
                <a:lnTo>
                  <a:pt x="19628" y="47000"/>
                </a:lnTo>
                <a:lnTo>
                  <a:pt x="19766" y="47232"/>
                </a:lnTo>
                <a:lnTo>
                  <a:pt x="19854" y="47477"/>
                </a:lnTo>
                <a:lnTo>
                  <a:pt x="19955" y="47709"/>
                </a:lnTo>
                <a:lnTo>
                  <a:pt x="20043" y="4794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329753" y="5327004"/>
            <a:ext cx="20043" cy="48883"/>
          </a:xfrm>
          <a:custGeom>
            <a:avLst/>
            <a:gdLst/>
            <a:ahLst/>
            <a:cxnLst/>
            <a:rect l="l" t="t" r="r" b="b"/>
            <a:pathLst>
              <a:path w="20043" h="48883">
                <a:moveTo>
                  <a:pt x="0" y="0"/>
                </a:moveTo>
                <a:lnTo>
                  <a:pt x="88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93"/>
                </a:lnTo>
                <a:lnTo>
                  <a:pt x="502" y="1225"/>
                </a:lnTo>
                <a:lnTo>
                  <a:pt x="590" y="1457"/>
                </a:lnTo>
                <a:lnTo>
                  <a:pt x="729" y="1741"/>
                </a:lnTo>
                <a:lnTo>
                  <a:pt x="829" y="1973"/>
                </a:lnTo>
                <a:lnTo>
                  <a:pt x="917" y="2205"/>
                </a:lnTo>
                <a:lnTo>
                  <a:pt x="1005" y="2437"/>
                </a:lnTo>
                <a:lnTo>
                  <a:pt x="1093" y="2682"/>
                </a:lnTo>
                <a:lnTo>
                  <a:pt x="1232" y="2966"/>
                </a:lnTo>
                <a:lnTo>
                  <a:pt x="1332" y="3198"/>
                </a:lnTo>
                <a:lnTo>
                  <a:pt x="1420" y="3430"/>
                </a:lnTo>
                <a:lnTo>
                  <a:pt x="1508" y="3663"/>
                </a:lnTo>
                <a:lnTo>
                  <a:pt x="1596" y="3895"/>
                </a:lnTo>
                <a:lnTo>
                  <a:pt x="1735" y="4178"/>
                </a:lnTo>
                <a:lnTo>
                  <a:pt x="1835" y="4424"/>
                </a:lnTo>
                <a:lnTo>
                  <a:pt x="1923" y="4656"/>
                </a:lnTo>
                <a:lnTo>
                  <a:pt x="2011" y="4888"/>
                </a:lnTo>
                <a:lnTo>
                  <a:pt x="2099" y="5120"/>
                </a:lnTo>
                <a:lnTo>
                  <a:pt x="2238" y="5404"/>
                </a:lnTo>
                <a:lnTo>
                  <a:pt x="2338" y="5636"/>
                </a:lnTo>
                <a:lnTo>
                  <a:pt x="2426" y="5881"/>
                </a:lnTo>
                <a:lnTo>
                  <a:pt x="2514" y="6113"/>
                </a:lnTo>
                <a:lnTo>
                  <a:pt x="2615" y="6345"/>
                </a:lnTo>
                <a:lnTo>
                  <a:pt x="2741" y="6629"/>
                </a:lnTo>
                <a:lnTo>
                  <a:pt x="2841" y="6861"/>
                </a:lnTo>
                <a:lnTo>
                  <a:pt x="2929" y="7093"/>
                </a:lnTo>
                <a:lnTo>
                  <a:pt x="3017" y="7338"/>
                </a:lnTo>
                <a:lnTo>
                  <a:pt x="3118" y="7571"/>
                </a:lnTo>
                <a:lnTo>
                  <a:pt x="3244" y="7854"/>
                </a:lnTo>
                <a:lnTo>
                  <a:pt x="3344" y="8087"/>
                </a:lnTo>
                <a:lnTo>
                  <a:pt x="3432" y="8319"/>
                </a:lnTo>
                <a:lnTo>
                  <a:pt x="3520" y="8551"/>
                </a:lnTo>
                <a:lnTo>
                  <a:pt x="3621" y="8783"/>
                </a:lnTo>
                <a:lnTo>
                  <a:pt x="3747" y="9067"/>
                </a:lnTo>
                <a:lnTo>
                  <a:pt x="3847" y="9312"/>
                </a:lnTo>
                <a:lnTo>
                  <a:pt x="3935" y="9544"/>
                </a:lnTo>
                <a:lnTo>
                  <a:pt x="4023" y="9776"/>
                </a:lnTo>
                <a:lnTo>
                  <a:pt x="4124" y="10008"/>
                </a:lnTo>
                <a:lnTo>
                  <a:pt x="4262" y="10292"/>
                </a:lnTo>
                <a:lnTo>
                  <a:pt x="4350" y="10524"/>
                </a:lnTo>
                <a:lnTo>
                  <a:pt x="4438" y="10769"/>
                </a:lnTo>
                <a:lnTo>
                  <a:pt x="4526" y="11002"/>
                </a:lnTo>
                <a:lnTo>
                  <a:pt x="4627" y="11234"/>
                </a:lnTo>
                <a:lnTo>
                  <a:pt x="4765" y="11517"/>
                </a:lnTo>
                <a:lnTo>
                  <a:pt x="4853" y="11750"/>
                </a:lnTo>
                <a:lnTo>
                  <a:pt x="4941" y="11982"/>
                </a:lnTo>
                <a:lnTo>
                  <a:pt x="5029" y="12227"/>
                </a:lnTo>
                <a:lnTo>
                  <a:pt x="5130" y="12498"/>
                </a:lnTo>
                <a:lnTo>
                  <a:pt x="5268" y="12743"/>
                </a:lnTo>
                <a:lnTo>
                  <a:pt x="5356" y="12975"/>
                </a:lnTo>
                <a:lnTo>
                  <a:pt x="5444" y="13207"/>
                </a:lnTo>
                <a:lnTo>
                  <a:pt x="5532" y="13439"/>
                </a:lnTo>
                <a:lnTo>
                  <a:pt x="5633" y="13723"/>
                </a:lnTo>
                <a:lnTo>
                  <a:pt x="5771" y="13955"/>
                </a:lnTo>
                <a:lnTo>
                  <a:pt x="5859" y="14200"/>
                </a:lnTo>
                <a:lnTo>
                  <a:pt x="5947" y="14432"/>
                </a:lnTo>
                <a:lnTo>
                  <a:pt x="6035" y="14665"/>
                </a:lnTo>
                <a:lnTo>
                  <a:pt x="6136" y="14948"/>
                </a:lnTo>
                <a:lnTo>
                  <a:pt x="6274" y="15180"/>
                </a:lnTo>
                <a:lnTo>
                  <a:pt x="6362" y="15413"/>
                </a:lnTo>
                <a:lnTo>
                  <a:pt x="6450" y="15658"/>
                </a:lnTo>
                <a:lnTo>
                  <a:pt x="6551" y="15929"/>
                </a:lnTo>
                <a:lnTo>
                  <a:pt x="6639" y="16174"/>
                </a:lnTo>
                <a:lnTo>
                  <a:pt x="6777" y="16406"/>
                </a:lnTo>
                <a:lnTo>
                  <a:pt x="6865" y="16638"/>
                </a:lnTo>
                <a:lnTo>
                  <a:pt x="6953" y="16870"/>
                </a:lnTo>
                <a:lnTo>
                  <a:pt x="7054" y="17154"/>
                </a:lnTo>
                <a:lnTo>
                  <a:pt x="7142" y="17386"/>
                </a:lnTo>
                <a:lnTo>
                  <a:pt x="7280" y="17631"/>
                </a:lnTo>
                <a:lnTo>
                  <a:pt x="7368" y="17863"/>
                </a:lnTo>
                <a:lnTo>
                  <a:pt x="7456" y="18147"/>
                </a:lnTo>
                <a:lnTo>
                  <a:pt x="7557" y="18379"/>
                </a:lnTo>
                <a:lnTo>
                  <a:pt x="7645" y="18611"/>
                </a:lnTo>
                <a:lnTo>
                  <a:pt x="7783" y="18844"/>
                </a:lnTo>
                <a:lnTo>
                  <a:pt x="7871" y="19089"/>
                </a:lnTo>
                <a:lnTo>
                  <a:pt x="7959" y="19359"/>
                </a:lnTo>
                <a:lnTo>
                  <a:pt x="8060" y="19605"/>
                </a:lnTo>
                <a:lnTo>
                  <a:pt x="8148" y="19837"/>
                </a:lnTo>
                <a:lnTo>
                  <a:pt x="8286" y="20069"/>
                </a:lnTo>
                <a:lnTo>
                  <a:pt x="8374" y="20353"/>
                </a:lnTo>
                <a:lnTo>
                  <a:pt x="8462" y="20585"/>
                </a:lnTo>
                <a:lnTo>
                  <a:pt x="8563" y="20817"/>
                </a:lnTo>
                <a:lnTo>
                  <a:pt x="8651" y="21062"/>
                </a:lnTo>
                <a:lnTo>
                  <a:pt x="8789" y="21294"/>
                </a:lnTo>
                <a:lnTo>
                  <a:pt x="8877" y="21578"/>
                </a:lnTo>
                <a:lnTo>
                  <a:pt x="8965" y="21810"/>
                </a:lnTo>
                <a:lnTo>
                  <a:pt x="9066" y="22042"/>
                </a:lnTo>
                <a:lnTo>
                  <a:pt x="9154" y="22274"/>
                </a:lnTo>
                <a:lnTo>
                  <a:pt x="9292" y="22558"/>
                </a:lnTo>
                <a:lnTo>
                  <a:pt x="9380" y="22803"/>
                </a:lnTo>
                <a:lnTo>
                  <a:pt x="9468" y="23035"/>
                </a:lnTo>
                <a:lnTo>
                  <a:pt x="9568" y="23268"/>
                </a:lnTo>
                <a:lnTo>
                  <a:pt x="9657" y="23500"/>
                </a:lnTo>
                <a:lnTo>
                  <a:pt x="9795" y="23783"/>
                </a:lnTo>
                <a:lnTo>
                  <a:pt x="9883" y="24016"/>
                </a:lnTo>
                <a:lnTo>
                  <a:pt x="9971" y="24261"/>
                </a:lnTo>
                <a:lnTo>
                  <a:pt x="10071" y="24493"/>
                </a:lnTo>
                <a:lnTo>
                  <a:pt x="10159" y="24777"/>
                </a:lnTo>
                <a:lnTo>
                  <a:pt x="10298" y="25009"/>
                </a:lnTo>
                <a:lnTo>
                  <a:pt x="10386" y="25241"/>
                </a:lnTo>
                <a:lnTo>
                  <a:pt x="10486" y="25473"/>
                </a:lnTo>
                <a:lnTo>
                  <a:pt x="10574" y="25757"/>
                </a:lnTo>
                <a:lnTo>
                  <a:pt x="10662" y="25989"/>
                </a:lnTo>
                <a:lnTo>
                  <a:pt x="10801" y="26234"/>
                </a:lnTo>
                <a:lnTo>
                  <a:pt x="10889" y="26466"/>
                </a:lnTo>
                <a:lnTo>
                  <a:pt x="10989" y="26698"/>
                </a:lnTo>
                <a:lnTo>
                  <a:pt x="11077" y="26982"/>
                </a:lnTo>
                <a:lnTo>
                  <a:pt x="11165" y="27214"/>
                </a:lnTo>
                <a:lnTo>
                  <a:pt x="11304" y="27447"/>
                </a:lnTo>
                <a:lnTo>
                  <a:pt x="11392" y="27692"/>
                </a:lnTo>
                <a:lnTo>
                  <a:pt x="11492" y="27962"/>
                </a:lnTo>
                <a:lnTo>
                  <a:pt x="11580" y="28207"/>
                </a:lnTo>
                <a:lnTo>
                  <a:pt x="11668" y="28440"/>
                </a:lnTo>
                <a:lnTo>
                  <a:pt x="11807" y="28672"/>
                </a:lnTo>
                <a:lnTo>
                  <a:pt x="11895" y="28956"/>
                </a:lnTo>
                <a:lnTo>
                  <a:pt x="11995" y="29188"/>
                </a:lnTo>
                <a:lnTo>
                  <a:pt x="12083" y="29420"/>
                </a:lnTo>
                <a:lnTo>
                  <a:pt x="12171" y="29665"/>
                </a:lnTo>
                <a:lnTo>
                  <a:pt x="12310" y="29936"/>
                </a:lnTo>
                <a:lnTo>
                  <a:pt x="12398" y="30181"/>
                </a:lnTo>
                <a:lnTo>
                  <a:pt x="12498" y="30413"/>
                </a:lnTo>
                <a:lnTo>
                  <a:pt x="12586" y="30645"/>
                </a:lnTo>
                <a:lnTo>
                  <a:pt x="12674" y="30877"/>
                </a:lnTo>
                <a:lnTo>
                  <a:pt x="12813" y="31161"/>
                </a:lnTo>
                <a:lnTo>
                  <a:pt x="12901" y="31393"/>
                </a:lnTo>
                <a:lnTo>
                  <a:pt x="13001" y="31638"/>
                </a:lnTo>
                <a:lnTo>
                  <a:pt x="13089" y="31871"/>
                </a:lnTo>
                <a:lnTo>
                  <a:pt x="13177" y="32154"/>
                </a:lnTo>
                <a:lnTo>
                  <a:pt x="13316" y="32386"/>
                </a:lnTo>
                <a:lnTo>
                  <a:pt x="13404" y="32619"/>
                </a:lnTo>
                <a:lnTo>
                  <a:pt x="13504" y="32851"/>
                </a:lnTo>
                <a:lnTo>
                  <a:pt x="13592" y="33135"/>
                </a:lnTo>
                <a:lnTo>
                  <a:pt x="13680" y="33380"/>
                </a:lnTo>
                <a:lnTo>
                  <a:pt x="13819" y="33612"/>
                </a:lnTo>
                <a:lnTo>
                  <a:pt x="13919" y="33844"/>
                </a:lnTo>
                <a:lnTo>
                  <a:pt x="14007" y="34128"/>
                </a:lnTo>
                <a:lnTo>
                  <a:pt x="14095" y="34360"/>
                </a:lnTo>
                <a:lnTo>
                  <a:pt x="14183" y="34592"/>
                </a:lnTo>
                <a:lnTo>
                  <a:pt x="14322" y="34837"/>
                </a:lnTo>
                <a:lnTo>
                  <a:pt x="14422" y="35108"/>
                </a:lnTo>
                <a:lnTo>
                  <a:pt x="14510" y="35353"/>
                </a:lnTo>
                <a:lnTo>
                  <a:pt x="14598" y="35585"/>
                </a:lnTo>
                <a:lnTo>
                  <a:pt x="14686" y="35817"/>
                </a:lnTo>
                <a:lnTo>
                  <a:pt x="14825" y="36101"/>
                </a:lnTo>
                <a:lnTo>
                  <a:pt x="14925" y="36333"/>
                </a:lnTo>
                <a:lnTo>
                  <a:pt x="15013" y="36565"/>
                </a:lnTo>
                <a:lnTo>
                  <a:pt x="15101" y="36810"/>
                </a:lnTo>
                <a:lnTo>
                  <a:pt x="15189" y="37081"/>
                </a:lnTo>
                <a:lnTo>
                  <a:pt x="15327" y="37326"/>
                </a:lnTo>
                <a:lnTo>
                  <a:pt x="15428" y="37559"/>
                </a:lnTo>
                <a:lnTo>
                  <a:pt x="15516" y="37791"/>
                </a:lnTo>
                <a:lnTo>
                  <a:pt x="15604" y="38023"/>
                </a:lnTo>
                <a:lnTo>
                  <a:pt x="15692" y="38307"/>
                </a:lnTo>
                <a:lnTo>
                  <a:pt x="15830" y="38539"/>
                </a:lnTo>
                <a:lnTo>
                  <a:pt x="15931" y="38784"/>
                </a:lnTo>
                <a:lnTo>
                  <a:pt x="16019" y="39016"/>
                </a:lnTo>
                <a:lnTo>
                  <a:pt x="16107" y="39300"/>
                </a:lnTo>
                <a:lnTo>
                  <a:pt x="16195" y="39532"/>
                </a:lnTo>
                <a:lnTo>
                  <a:pt x="16333" y="39764"/>
                </a:lnTo>
                <a:lnTo>
                  <a:pt x="16434" y="39996"/>
                </a:lnTo>
                <a:lnTo>
                  <a:pt x="16522" y="40280"/>
                </a:lnTo>
                <a:lnTo>
                  <a:pt x="16610" y="40512"/>
                </a:lnTo>
                <a:lnTo>
                  <a:pt x="16711" y="40757"/>
                </a:lnTo>
                <a:lnTo>
                  <a:pt x="16836" y="40989"/>
                </a:lnTo>
                <a:lnTo>
                  <a:pt x="16937" y="41273"/>
                </a:lnTo>
                <a:lnTo>
                  <a:pt x="17025" y="41505"/>
                </a:lnTo>
                <a:lnTo>
                  <a:pt x="17113" y="41738"/>
                </a:lnTo>
                <a:lnTo>
                  <a:pt x="17214" y="41970"/>
                </a:lnTo>
                <a:lnTo>
                  <a:pt x="17339" y="42253"/>
                </a:lnTo>
                <a:lnTo>
                  <a:pt x="17440" y="42499"/>
                </a:lnTo>
                <a:lnTo>
                  <a:pt x="17528" y="42731"/>
                </a:lnTo>
                <a:lnTo>
                  <a:pt x="17616" y="42963"/>
                </a:lnTo>
                <a:lnTo>
                  <a:pt x="17717" y="43247"/>
                </a:lnTo>
                <a:lnTo>
                  <a:pt x="17855" y="43479"/>
                </a:lnTo>
                <a:lnTo>
                  <a:pt x="17943" y="43711"/>
                </a:lnTo>
                <a:lnTo>
                  <a:pt x="18031" y="43956"/>
                </a:lnTo>
                <a:lnTo>
                  <a:pt x="18119" y="44227"/>
                </a:lnTo>
                <a:lnTo>
                  <a:pt x="18220" y="44472"/>
                </a:lnTo>
                <a:lnTo>
                  <a:pt x="18358" y="44704"/>
                </a:lnTo>
                <a:lnTo>
                  <a:pt x="18446" y="44936"/>
                </a:lnTo>
                <a:lnTo>
                  <a:pt x="18534" y="45220"/>
                </a:lnTo>
                <a:lnTo>
                  <a:pt x="18622" y="45452"/>
                </a:lnTo>
                <a:lnTo>
                  <a:pt x="18723" y="45684"/>
                </a:lnTo>
                <a:lnTo>
                  <a:pt x="18861" y="45929"/>
                </a:lnTo>
                <a:lnTo>
                  <a:pt x="18949" y="46200"/>
                </a:lnTo>
                <a:lnTo>
                  <a:pt x="19037" y="46445"/>
                </a:lnTo>
                <a:lnTo>
                  <a:pt x="19125" y="46677"/>
                </a:lnTo>
                <a:lnTo>
                  <a:pt x="19225" y="46910"/>
                </a:lnTo>
                <a:lnTo>
                  <a:pt x="19364" y="47193"/>
                </a:lnTo>
                <a:lnTo>
                  <a:pt x="19452" y="47426"/>
                </a:lnTo>
                <a:lnTo>
                  <a:pt x="19540" y="47658"/>
                </a:lnTo>
                <a:lnTo>
                  <a:pt x="19628" y="47903"/>
                </a:lnTo>
                <a:lnTo>
                  <a:pt x="19728" y="48187"/>
                </a:lnTo>
                <a:lnTo>
                  <a:pt x="19867" y="48419"/>
                </a:lnTo>
                <a:lnTo>
                  <a:pt x="19955" y="48651"/>
                </a:lnTo>
                <a:lnTo>
                  <a:pt x="20043" y="48883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349796" y="5375888"/>
            <a:ext cx="5042" cy="12317"/>
          </a:xfrm>
          <a:custGeom>
            <a:avLst/>
            <a:gdLst/>
            <a:ahLst/>
            <a:cxnLst/>
            <a:rect l="l" t="t" r="r" b="b"/>
            <a:pathLst>
              <a:path w="5042" h="12317">
                <a:moveTo>
                  <a:pt x="0" y="0"/>
                </a:moveTo>
                <a:lnTo>
                  <a:pt x="100" y="283"/>
                </a:lnTo>
                <a:lnTo>
                  <a:pt x="188" y="515"/>
                </a:lnTo>
                <a:lnTo>
                  <a:pt x="326" y="760"/>
                </a:lnTo>
                <a:lnTo>
                  <a:pt x="414" y="993"/>
                </a:lnTo>
                <a:lnTo>
                  <a:pt x="502" y="1276"/>
                </a:lnTo>
                <a:lnTo>
                  <a:pt x="603" y="1509"/>
                </a:lnTo>
                <a:lnTo>
                  <a:pt x="691" y="1741"/>
                </a:lnTo>
                <a:lnTo>
                  <a:pt x="829" y="1973"/>
                </a:lnTo>
                <a:lnTo>
                  <a:pt x="917" y="2257"/>
                </a:lnTo>
                <a:lnTo>
                  <a:pt x="1005" y="2489"/>
                </a:lnTo>
                <a:lnTo>
                  <a:pt x="1106" y="2734"/>
                </a:lnTo>
                <a:lnTo>
                  <a:pt x="1194" y="2966"/>
                </a:lnTo>
                <a:lnTo>
                  <a:pt x="1332" y="3250"/>
                </a:lnTo>
                <a:lnTo>
                  <a:pt x="1420" y="3482"/>
                </a:lnTo>
                <a:lnTo>
                  <a:pt x="1508" y="3714"/>
                </a:lnTo>
                <a:lnTo>
                  <a:pt x="1609" y="3946"/>
                </a:lnTo>
                <a:lnTo>
                  <a:pt x="1697" y="4230"/>
                </a:lnTo>
                <a:lnTo>
                  <a:pt x="1835" y="4462"/>
                </a:lnTo>
                <a:lnTo>
                  <a:pt x="1923" y="4707"/>
                </a:lnTo>
                <a:lnTo>
                  <a:pt x="2011" y="4939"/>
                </a:lnTo>
                <a:lnTo>
                  <a:pt x="2112" y="5223"/>
                </a:lnTo>
                <a:lnTo>
                  <a:pt x="2200" y="5455"/>
                </a:lnTo>
                <a:lnTo>
                  <a:pt x="2338" y="5688"/>
                </a:lnTo>
                <a:lnTo>
                  <a:pt x="2426" y="5920"/>
                </a:lnTo>
                <a:lnTo>
                  <a:pt x="2514" y="6203"/>
                </a:lnTo>
                <a:lnTo>
                  <a:pt x="2615" y="6436"/>
                </a:lnTo>
                <a:lnTo>
                  <a:pt x="2703" y="6681"/>
                </a:lnTo>
                <a:lnTo>
                  <a:pt x="2841" y="6913"/>
                </a:lnTo>
                <a:lnTo>
                  <a:pt x="2929" y="7197"/>
                </a:lnTo>
                <a:lnTo>
                  <a:pt x="3017" y="7429"/>
                </a:lnTo>
                <a:lnTo>
                  <a:pt x="3118" y="7661"/>
                </a:lnTo>
                <a:lnTo>
                  <a:pt x="3206" y="7893"/>
                </a:lnTo>
                <a:lnTo>
                  <a:pt x="3344" y="8177"/>
                </a:lnTo>
                <a:lnTo>
                  <a:pt x="3432" y="8422"/>
                </a:lnTo>
                <a:lnTo>
                  <a:pt x="3520" y="8654"/>
                </a:lnTo>
                <a:lnTo>
                  <a:pt x="3621" y="8886"/>
                </a:lnTo>
                <a:lnTo>
                  <a:pt x="3709" y="9170"/>
                </a:lnTo>
                <a:lnTo>
                  <a:pt x="3847" y="9402"/>
                </a:lnTo>
                <a:lnTo>
                  <a:pt x="3935" y="9634"/>
                </a:lnTo>
                <a:lnTo>
                  <a:pt x="4036" y="9879"/>
                </a:lnTo>
                <a:lnTo>
                  <a:pt x="4124" y="10150"/>
                </a:lnTo>
                <a:lnTo>
                  <a:pt x="4212" y="10395"/>
                </a:lnTo>
                <a:lnTo>
                  <a:pt x="4350" y="10627"/>
                </a:lnTo>
                <a:lnTo>
                  <a:pt x="4438" y="10860"/>
                </a:lnTo>
                <a:lnTo>
                  <a:pt x="4539" y="11143"/>
                </a:lnTo>
                <a:lnTo>
                  <a:pt x="4627" y="11376"/>
                </a:lnTo>
                <a:lnTo>
                  <a:pt x="4715" y="11608"/>
                </a:lnTo>
                <a:lnTo>
                  <a:pt x="4853" y="11853"/>
                </a:lnTo>
                <a:lnTo>
                  <a:pt x="4941" y="12124"/>
                </a:lnTo>
                <a:lnTo>
                  <a:pt x="5042" y="1231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364465" y="5375251"/>
            <a:ext cx="1005476" cy="0"/>
          </a:xfrm>
          <a:custGeom>
            <a:avLst/>
            <a:gdLst/>
            <a:ahLst/>
            <a:cxnLst/>
            <a:rect l="l" t="t" r="r" b="b"/>
            <a:pathLst>
              <a:path w="1005476" h="0">
                <a:moveTo>
                  <a:pt x="0" y="0"/>
                </a:moveTo>
                <a:lnTo>
                  <a:pt x="1005476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5364465" y="5326635"/>
            <a:ext cx="19927" cy="48615"/>
          </a:xfrm>
          <a:custGeom>
            <a:avLst/>
            <a:gdLst/>
            <a:ahLst/>
            <a:cxnLst/>
            <a:rect l="l" t="t" r="r" b="b"/>
            <a:pathLst>
              <a:path w="19927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1" y="47676"/>
                </a:lnTo>
                <a:lnTo>
                  <a:pt x="502" y="47444"/>
                </a:lnTo>
                <a:lnTo>
                  <a:pt x="593" y="47161"/>
                </a:lnTo>
                <a:lnTo>
                  <a:pt x="685" y="46929"/>
                </a:lnTo>
                <a:lnTo>
                  <a:pt x="822" y="46697"/>
                </a:lnTo>
                <a:lnTo>
                  <a:pt x="914" y="46452"/>
                </a:lnTo>
                <a:lnTo>
                  <a:pt x="1005" y="46182"/>
                </a:lnTo>
                <a:lnTo>
                  <a:pt x="1097" y="45937"/>
                </a:lnTo>
                <a:lnTo>
                  <a:pt x="1187" y="45706"/>
                </a:lnTo>
                <a:lnTo>
                  <a:pt x="1326" y="45474"/>
                </a:lnTo>
                <a:lnTo>
                  <a:pt x="1416" y="45191"/>
                </a:lnTo>
                <a:lnTo>
                  <a:pt x="1508" y="44959"/>
                </a:lnTo>
                <a:lnTo>
                  <a:pt x="1599" y="44727"/>
                </a:lnTo>
                <a:lnTo>
                  <a:pt x="1691" y="44483"/>
                </a:lnTo>
                <a:lnTo>
                  <a:pt x="1828" y="44199"/>
                </a:lnTo>
                <a:lnTo>
                  <a:pt x="1920" y="43968"/>
                </a:lnTo>
                <a:lnTo>
                  <a:pt x="2011" y="43736"/>
                </a:lnTo>
                <a:lnTo>
                  <a:pt x="2102" y="43504"/>
                </a:lnTo>
                <a:lnTo>
                  <a:pt x="2193" y="43221"/>
                </a:lnTo>
                <a:lnTo>
                  <a:pt x="2330" y="42989"/>
                </a:lnTo>
                <a:lnTo>
                  <a:pt x="2422" y="42744"/>
                </a:lnTo>
                <a:lnTo>
                  <a:pt x="2513" y="42513"/>
                </a:lnTo>
                <a:lnTo>
                  <a:pt x="2605" y="42229"/>
                </a:lnTo>
                <a:lnTo>
                  <a:pt x="2696" y="41998"/>
                </a:lnTo>
                <a:lnTo>
                  <a:pt x="2834" y="41766"/>
                </a:lnTo>
                <a:lnTo>
                  <a:pt x="2924" y="41534"/>
                </a:lnTo>
                <a:lnTo>
                  <a:pt x="3016" y="41251"/>
                </a:lnTo>
                <a:lnTo>
                  <a:pt x="3107" y="41019"/>
                </a:lnTo>
                <a:lnTo>
                  <a:pt x="3199" y="40775"/>
                </a:lnTo>
                <a:lnTo>
                  <a:pt x="3336" y="40543"/>
                </a:lnTo>
                <a:lnTo>
                  <a:pt x="3428" y="40260"/>
                </a:lnTo>
                <a:lnTo>
                  <a:pt x="3519" y="40028"/>
                </a:lnTo>
                <a:lnTo>
                  <a:pt x="3610" y="39796"/>
                </a:lnTo>
                <a:lnTo>
                  <a:pt x="3701" y="39564"/>
                </a:lnTo>
                <a:lnTo>
                  <a:pt x="3838" y="39281"/>
                </a:lnTo>
                <a:lnTo>
                  <a:pt x="3930" y="39049"/>
                </a:lnTo>
                <a:lnTo>
                  <a:pt x="4022" y="38805"/>
                </a:lnTo>
                <a:lnTo>
                  <a:pt x="4113" y="38573"/>
                </a:lnTo>
                <a:lnTo>
                  <a:pt x="4205" y="38290"/>
                </a:lnTo>
                <a:lnTo>
                  <a:pt x="4342" y="38058"/>
                </a:lnTo>
                <a:lnTo>
                  <a:pt x="4434" y="37826"/>
                </a:lnTo>
                <a:lnTo>
                  <a:pt x="4524" y="37594"/>
                </a:lnTo>
                <a:lnTo>
                  <a:pt x="4616" y="37311"/>
                </a:lnTo>
                <a:lnTo>
                  <a:pt x="4707" y="37079"/>
                </a:lnTo>
                <a:lnTo>
                  <a:pt x="4844" y="36835"/>
                </a:lnTo>
                <a:lnTo>
                  <a:pt x="4936" y="36603"/>
                </a:lnTo>
                <a:lnTo>
                  <a:pt x="5027" y="36320"/>
                </a:lnTo>
                <a:lnTo>
                  <a:pt x="5119" y="36088"/>
                </a:lnTo>
                <a:lnTo>
                  <a:pt x="5210" y="35856"/>
                </a:lnTo>
                <a:lnTo>
                  <a:pt x="5348" y="35625"/>
                </a:lnTo>
                <a:lnTo>
                  <a:pt x="5438" y="35341"/>
                </a:lnTo>
                <a:lnTo>
                  <a:pt x="5530" y="35097"/>
                </a:lnTo>
                <a:lnTo>
                  <a:pt x="5621" y="34865"/>
                </a:lnTo>
                <a:lnTo>
                  <a:pt x="5713" y="34633"/>
                </a:lnTo>
                <a:lnTo>
                  <a:pt x="5850" y="34350"/>
                </a:lnTo>
                <a:lnTo>
                  <a:pt x="5942" y="34118"/>
                </a:lnTo>
                <a:lnTo>
                  <a:pt x="6032" y="33886"/>
                </a:lnTo>
                <a:lnTo>
                  <a:pt x="6124" y="33642"/>
                </a:lnTo>
                <a:lnTo>
                  <a:pt x="6215" y="33371"/>
                </a:lnTo>
                <a:lnTo>
                  <a:pt x="6352" y="33127"/>
                </a:lnTo>
                <a:lnTo>
                  <a:pt x="6444" y="32895"/>
                </a:lnTo>
                <a:lnTo>
                  <a:pt x="6536" y="32663"/>
                </a:lnTo>
                <a:lnTo>
                  <a:pt x="6627" y="32380"/>
                </a:lnTo>
                <a:lnTo>
                  <a:pt x="6718" y="32148"/>
                </a:lnTo>
                <a:lnTo>
                  <a:pt x="6856" y="31917"/>
                </a:lnTo>
                <a:lnTo>
                  <a:pt x="6946" y="31672"/>
                </a:lnTo>
                <a:lnTo>
                  <a:pt x="7038" y="31402"/>
                </a:lnTo>
                <a:lnTo>
                  <a:pt x="7130" y="31157"/>
                </a:lnTo>
                <a:lnTo>
                  <a:pt x="7221" y="30925"/>
                </a:lnTo>
                <a:lnTo>
                  <a:pt x="7358" y="30693"/>
                </a:lnTo>
                <a:lnTo>
                  <a:pt x="7450" y="30410"/>
                </a:lnTo>
                <a:lnTo>
                  <a:pt x="7541" y="30178"/>
                </a:lnTo>
                <a:lnTo>
                  <a:pt x="7632" y="29947"/>
                </a:lnTo>
                <a:lnTo>
                  <a:pt x="7724" y="29702"/>
                </a:lnTo>
                <a:lnTo>
                  <a:pt x="7860" y="29419"/>
                </a:lnTo>
                <a:lnTo>
                  <a:pt x="7952" y="29187"/>
                </a:lnTo>
                <a:lnTo>
                  <a:pt x="8044" y="28955"/>
                </a:lnTo>
                <a:lnTo>
                  <a:pt x="8135" y="28724"/>
                </a:lnTo>
                <a:lnTo>
                  <a:pt x="8227" y="28440"/>
                </a:lnTo>
                <a:lnTo>
                  <a:pt x="8364" y="28209"/>
                </a:lnTo>
                <a:lnTo>
                  <a:pt x="8456" y="27964"/>
                </a:lnTo>
                <a:lnTo>
                  <a:pt x="8546" y="27732"/>
                </a:lnTo>
                <a:lnTo>
                  <a:pt x="8638" y="27449"/>
                </a:lnTo>
                <a:lnTo>
                  <a:pt x="8729" y="27217"/>
                </a:lnTo>
                <a:lnTo>
                  <a:pt x="8866" y="26985"/>
                </a:lnTo>
                <a:lnTo>
                  <a:pt x="8958" y="26754"/>
                </a:lnTo>
                <a:lnTo>
                  <a:pt x="9050" y="26470"/>
                </a:lnTo>
                <a:lnTo>
                  <a:pt x="9140" y="26239"/>
                </a:lnTo>
                <a:lnTo>
                  <a:pt x="9232" y="25994"/>
                </a:lnTo>
                <a:lnTo>
                  <a:pt x="9369" y="25762"/>
                </a:lnTo>
                <a:lnTo>
                  <a:pt x="9460" y="25479"/>
                </a:lnTo>
                <a:lnTo>
                  <a:pt x="9552" y="25247"/>
                </a:lnTo>
                <a:lnTo>
                  <a:pt x="9644" y="25016"/>
                </a:lnTo>
                <a:lnTo>
                  <a:pt x="9735" y="24784"/>
                </a:lnTo>
                <a:lnTo>
                  <a:pt x="9872" y="24539"/>
                </a:lnTo>
                <a:lnTo>
                  <a:pt x="9964" y="24269"/>
                </a:lnTo>
                <a:lnTo>
                  <a:pt x="10054" y="24024"/>
                </a:lnTo>
                <a:lnTo>
                  <a:pt x="10146" y="23792"/>
                </a:lnTo>
                <a:lnTo>
                  <a:pt x="10238" y="23561"/>
                </a:lnTo>
                <a:lnTo>
                  <a:pt x="10374" y="23277"/>
                </a:lnTo>
                <a:lnTo>
                  <a:pt x="10466" y="23046"/>
                </a:lnTo>
                <a:lnTo>
                  <a:pt x="10558" y="22814"/>
                </a:lnTo>
                <a:lnTo>
                  <a:pt x="10649" y="22569"/>
                </a:lnTo>
                <a:lnTo>
                  <a:pt x="10740" y="22299"/>
                </a:lnTo>
                <a:lnTo>
                  <a:pt x="10878" y="22054"/>
                </a:lnTo>
                <a:lnTo>
                  <a:pt x="10968" y="21823"/>
                </a:lnTo>
                <a:lnTo>
                  <a:pt x="11060" y="21591"/>
                </a:lnTo>
                <a:lnTo>
                  <a:pt x="11152" y="21308"/>
                </a:lnTo>
                <a:lnTo>
                  <a:pt x="11243" y="21076"/>
                </a:lnTo>
                <a:lnTo>
                  <a:pt x="11380" y="20844"/>
                </a:lnTo>
                <a:lnTo>
                  <a:pt x="11472" y="20599"/>
                </a:lnTo>
                <a:lnTo>
                  <a:pt x="11564" y="20316"/>
                </a:lnTo>
                <a:lnTo>
                  <a:pt x="11654" y="20084"/>
                </a:lnTo>
                <a:lnTo>
                  <a:pt x="11746" y="19853"/>
                </a:lnTo>
                <a:lnTo>
                  <a:pt x="11883" y="19621"/>
                </a:lnTo>
                <a:lnTo>
                  <a:pt x="11974" y="19338"/>
                </a:lnTo>
                <a:lnTo>
                  <a:pt x="12066" y="19106"/>
                </a:lnTo>
                <a:lnTo>
                  <a:pt x="12158" y="18861"/>
                </a:lnTo>
                <a:lnTo>
                  <a:pt x="12248" y="18630"/>
                </a:lnTo>
                <a:lnTo>
                  <a:pt x="12386" y="18346"/>
                </a:lnTo>
                <a:lnTo>
                  <a:pt x="12477" y="18115"/>
                </a:lnTo>
                <a:lnTo>
                  <a:pt x="12568" y="17883"/>
                </a:lnTo>
                <a:lnTo>
                  <a:pt x="12660" y="17651"/>
                </a:lnTo>
                <a:lnTo>
                  <a:pt x="12752" y="17406"/>
                </a:lnTo>
                <a:lnTo>
                  <a:pt x="12888" y="17136"/>
                </a:lnTo>
                <a:lnTo>
                  <a:pt x="12980" y="16891"/>
                </a:lnTo>
                <a:lnTo>
                  <a:pt x="13072" y="16660"/>
                </a:lnTo>
                <a:lnTo>
                  <a:pt x="13162" y="16428"/>
                </a:lnTo>
                <a:lnTo>
                  <a:pt x="13254" y="16145"/>
                </a:lnTo>
                <a:lnTo>
                  <a:pt x="13391" y="15913"/>
                </a:lnTo>
                <a:lnTo>
                  <a:pt x="13482" y="15681"/>
                </a:lnTo>
                <a:lnTo>
                  <a:pt x="13574" y="15437"/>
                </a:lnTo>
                <a:lnTo>
                  <a:pt x="13666" y="15166"/>
                </a:lnTo>
                <a:lnTo>
                  <a:pt x="13757" y="14922"/>
                </a:lnTo>
                <a:lnTo>
                  <a:pt x="13894" y="14690"/>
                </a:lnTo>
                <a:lnTo>
                  <a:pt x="13986" y="14458"/>
                </a:lnTo>
                <a:lnTo>
                  <a:pt x="14076" y="14175"/>
                </a:lnTo>
                <a:lnTo>
                  <a:pt x="14168" y="13943"/>
                </a:lnTo>
                <a:lnTo>
                  <a:pt x="14260" y="13711"/>
                </a:lnTo>
                <a:lnTo>
                  <a:pt x="14397" y="13467"/>
                </a:lnTo>
                <a:lnTo>
                  <a:pt x="14488" y="13235"/>
                </a:lnTo>
                <a:lnTo>
                  <a:pt x="14580" y="12952"/>
                </a:lnTo>
                <a:lnTo>
                  <a:pt x="14672" y="12720"/>
                </a:lnTo>
                <a:lnTo>
                  <a:pt x="14762" y="12488"/>
                </a:lnTo>
                <a:lnTo>
                  <a:pt x="14900" y="12256"/>
                </a:lnTo>
                <a:lnTo>
                  <a:pt x="14991" y="11973"/>
                </a:lnTo>
                <a:lnTo>
                  <a:pt x="15082" y="11741"/>
                </a:lnTo>
                <a:lnTo>
                  <a:pt x="15174" y="11497"/>
                </a:lnTo>
                <a:lnTo>
                  <a:pt x="15266" y="11265"/>
                </a:lnTo>
                <a:lnTo>
                  <a:pt x="15402" y="10982"/>
                </a:lnTo>
                <a:lnTo>
                  <a:pt x="15494" y="10750"/>
                </a:lnTo>
                <a:lnTo>
                  <a:pt x="15585" y="10518"/>
                </a:lnTo>
                <a:lnTo>
                  <a:pt x="15676" y="10287"/>
                </a:lnTo>
                <a:lnTo>
                  <a:pt x="15768" y="10042"/>
                </a:lnTo>
                <a:lnTo>
                  <a:pt x="15905" y="9759"/>
                </a:lnTo>
                <a:lnTo>
                  <a:pt x="15996" y="9527"/>
                </a:lnTo>
                <a:lnTo>
                  <a:pt x="16088" y="9295"/>
                </a:lnTo>
                <a:lnTo>
                  <a:pt x="16180" y="9063"/>
                </a:lnTo>
                <a:lnTo>
                  <a:pt x="16270" y="8780"/>
                </a:lnTo>
                <a:lnTo>
                  <a:pt x="16408" y="8548"/>
                </a:lnTo>
                <a:lnTo>
                  <a:pt x="16499" y="8304"/>
                </a:lnTo>
                <a:lnTo>
                  <a:pt x="16590" y="8072"/>
                </a:lnTo>
                <a:lnTo>
                  <a:pt x="16682" y="7840"/>
                </a:lnTo>
                <a:lnTo>
                  <a:pt x="16774" y="7557"/>
                </a:lnTo>
                <a:lnTo>
                  <a:pt x="16911" y="7325"/>
                </a:lnTo>
                <a:lnTo>
                  <a:pt x="17002" y="7094"/>
                </a:lnTo>
                <a:lnTo>
                  <a:pt x="17094" y="6849"/>
                </a:lnTo>
                <a:lnTo>
                  <a:pt x="17184" y="6579"/>
                </a:lnTo>
                <a:lnTo>
                  <a:pt x="17276" y="6334"/>
                </a:lnTo>
                <a:lnTo>
                  <a:pt x="17413" y="6102"/>
                </a:lnTo>
                <a:lnTo>
                  <a:pt x="17505" y="5870"/>
                </a:lnTo>
                <a:lnTo>
                  <a:pt x="17596" y="5639"/>
                </a:lnTo>
                <a:lnTo>
                  <a:pt x="17688" y="5355"/>
                </a:lnTo>
                <a:lnTo>
                  <a:pt x="17780" y="5124"/>
                </a:lnTo>
                <a:lnTo>
                  <a:pt x="17916" y="4879"/>
                </a:lnTo>
                <a:lnTo>
                  <a:pt x="18008" y="4647"/>
                </a:lnTo>
                <a:lnTo>
                  <a:pt x="18098" y="4364"/>
                </a:lnTo>
                <a:lnTo>
                  <a:pt x="18190" y="4132"/>
                </a:lnTo>
                <a:lnTo>
                  <a:pt x="18282" y="3901"/>
                </a:lnTo>
                <a:lnTo>
                  <a:pt x="18419" y="3669"/>
                </a:lnTo>
                <a:lnTo>
                  <a:pt x="18510" y="3424"/>
                </a:lnTo>
                <a:lnTo>
                  <a:pt x="18602" y="3154"/>
                </a:lnTo>
                <a:lnTo>
                  <a:pt x="18692" y="2909"/>
                </a:lnTo>
                <a:lnTo>
                  <a:pt x="18784" y="2677"/>
                </a:lnTo>
                <a:lnTo>
                  <a:pt x="18921" y="2446"/>
                </a:lnTo>
                <a:lnTo>
                  <a:pt x="19013" y="2162"/>
                </a:lnTo>
                <a:lnTo>
                  <a:pt x="19104" y="1931"/>
                </a:lnTo>
                <a:lnTo>
                  <a:pt x="19196" y="1699"/>
                </a:lnTo>
                <a:lnTo>
                  <a:pt x="19288" y="1454"/>
                </a:lnTo>
                <a:lnTo>
                  <a:pt x="19425" y="1223"/>
                </a:lnTo>
                <a:lnTo>
                  <a:pt x="19516" y="939"/>
                </a:lnTo>
                <a:lnTo>
                  <a:pt x="19607" y="708"/>
                </a:lnTo>
                <a:lnTo>
                  <a:pt x="19698" y="476"/>
                </a:lnTo>
                <a:lnTo>
                  <a:pt x="19790" y="244"/>
                </a:lnTo>
                <a:lnTo>
                  <a:pt x="19927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5384392" y="5278457"/>
            <a:ext cx="19973" cy="48178"/>
          </a:xfrm>
          <a:custGeom>
            <a:avLst/>
            <a:gdLst/>
            <a:ahLst/>
            <a:cxnLst/>
            <a:rect l="l" t="t" r="r" b="b"/>
            <a:pathLst>
              <a:path w="19973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3" y="46916"/>
                </a:lnTo>
                <a:lnTo>
                  <a:pt x="593" y="46684"/>
                </a:lnTo>
                <a:lnTo>
                  <a:pt x="685" y="46452"/>
                </a:lnTo>
                <a:lnTo>
                  <a:pt x="777" y="46208"/>
                </a:lnTo>
                <a:lnTo>
                  <a:pt x="868" y="45976"/>
                </a:lnTo>
                <a:lnTo>
                  <a:pt x="1005" y="45693"/>
                </a:lnTo>
                <a:lnTo>
                  <a:pt x="1097" y="45461"/>
                </a:lnTo>
                <a:lnTo>
                  <a:pt x="1189" y="45229"/>
                </a:lnTo>
                <a:lnTo>
                  <a:pt x="1279" y="44998"/>
                </a:lnTo>
                <a:lnTo>
                  <a:pt x="1371" y="44753"/>
                </a:lnTo>
                <a:lnTo>
                  <a:pt x="1508" y="44470"/>
                </a:lnTo>
                <a:lnTo>
                  <a:pt x="1599" y="44238"/>
                </a:lnTo>
                <a:lnTo>
                  <a:pt x="1691" y="44006"/>
                </a:lnTo>
                <a:lnTo>
                  <a:pt x="1783" y="43774"/>
                </a:lnTo>
                <a:lnTo>
                  <a:pt x="1873" y="43543"/>
                </a:lnTo>
                <a:lnTo>
                  <a:pt x="2011" y="43259"/>
                </a:lnTo>
                <a:lnTo>
                  <a:pt x="2102" y="43028"/>
                </a:lnTo>
                <a:lnTo>
                  <a:pt x="2193" y="42783"/>
                </a:lnTo>
                <a:lnTo>
                  <a:pt x="2285" y="42551"/>
                </a:lnTo>
                <a:lnTo>
                  <a:pt x="2377" y="42320"/>
                </a:lnTo>
                <a:lnTo>
                  <a:pt x="2513" y="42036"/>
                </a:lnTo>
                <a:lnTo>
                  <a:pt x="2605" y="41805"/>
                </a:lnTo>
                <a:lnTo>
                  <a:pt x="2697" y="41573"/>
                </a:lnTo>
                <a:lnTo>
                  <a:pt x="2787" y="41328"/>
                </a:lnTo>
                <a:lnTo>
                  <a:pt x="2879" y="41096"/>
                </a:lnTo>
                <a:lnTo>
                  <a:pt x="3016" y="40813"/>
                </a:lnTo>
                <a:lnTo>
                  <a:pt x="3107" y="40581"/>
                </a:lnTo>
                <a:lnTo>
                  <a:pt x="3199" y="40350"/>
                </a:lnTo>
                <a:lnTo>
                  <a:pt x="3291" y="40118"/>
                </a:lnTo>
                <a:lnTo>
                  <a:pt x="3382" y="39873"/>
                </a:lnTo>
                <a:lnTo>
                  <a:pt x="3519" y="39590"/>
                </a:lnTo>
                <a:lnTo>
                  <a:pt x="3611" y="39358"/>
                </a:lnTo>
                <a:lnTo>
                  <a:pt x="3701" y="39127"/>
                </a:lnTo>
                <a:lnTo>
                  <a:pt x="3793" y="38895"/>
                </a:lnTo>
                <a:lnTo>
                  <a:pt x="3885" y="38663"/>
                </a:lnTo>
                <a:lnTo>
                  <a:pt x="4022" y="38380"/>
                </a:lnTo>
                <a:lnTo>
                  <a:pt x="4113" y="38135"/>
                </a:lnTo>
                <a:lnTo>
                  <a:pt x="4205" y="37903"/>
                </a:lnTo>
                <a:lnTo>
                  <a:pt x="4295" y="37672"/>
                </a:lnTo>
                <a:lnTo>
                  <a:pt x="4387" y="37440"/>
                </a:lnTo>
                <a:lnTo>
                  <a:pt x="4524" y="37157"/>
                </a:lnTo>
                <a:lnTo>
                  <a:pt x="4616" y="36925"/>
                </a:lnTo>
                <a:lnTo>
                  <a:pt x="4707" y="36693"/>
                </a:lnTo>
                <a:lnTo>
                  <a:pt x="4799" y="36449"/>
                </a:lnTo>
                <a:lnTo>
                  <a:pt x="4891" y="36217"/>
                </a:lnTo>
                <a:lnTo>
                  <a:pt x="5027" y="35934"/>
                </a:lnTo>
                <a:lnTo>
                  <a:pt x="5119" y="35702"/>
                </a:lnTo>
                <a:lnTo>
                  <a:pt x="5210" y="35470"/>
                </a:lnTo>
                <a:lnTo>
                  <a:pt x="5301" y="35238"/>
                </a:lnTo>
                <a:lnTo>
                  <a:pt x="5393" y="34994"/>
                </a:lnTo>
                <a:lnTo>
                  <a:pt x="5530" y="34762"/>
                </a:lnTo>
                <a:lnTo>
                  <a:pt x="5621" y="34479"/>
                </a:lnTo>
                <a:lnTo>
                  <a:pt x="5713" y="34247"/>
                </a:lnTo>
                <a:lnTo>
                  <a:pt x="5805" y="34015"/>
                </a:lnTo>
                <a:lnTo>
                  <a:pt x="5895" y="33783"/>
                </a:lnTo>
                <a:lnTo>
                  <a:pt x="6033" y="33539"/>
                </a:lnTo>
                <a:lnTo>
                  <a:pt x="6124" y="33256"/>
                </a:lnTo>
                <a:lnTo>
                  <a:pt x="6215" y="33024"/>
                </a:lnTo>
                <a:lnTo>
                  <a:pt x="6307" y="32792"/>
                </a:lnTo>
                <a:lnTo>
                  <a:pt x="6399" y="32560"/>
                </a:lnTo>
                <a:lnTo>
                  <a:pt x="6536" y="32329"/>
                </a:lnTo>
                <a:lnTo>
                  <a:pt x="6627" y="32045"/>
                </a:lnTo>
                <a:lnTo>
                  <a:pt x="6719" y="31801"/>
                </a:lnTo>
                <a:lnTo>
                  <a:pt x="6809" y="31569"/>
                </a:lnTo>
                <a:lnTo>
                  <a:pt x="6901" y="31337"/>
                </a:lnTo>
                <a:lnTo>
                  <a:pt x="7038" y="31105"/>
                </a:lnTo>
                <a:lnTo>
                  <a:pt x="7130" y="30874"/>
                </a:lnTo>
                <a:lnTo>
                  <a:pt x="7221" y="30590"/>
                </a:lnTo>
                <a:lnTo>
                  <a:pt x="7313" y="30359"/>
                </a:lnTo>
                <a:lnTo>
                  <a:pt x="7405" y="30114"/>
                </a:lnTo>
                <a:lnTo>
                  <a:pt x="7541" y="29882"/>
                </a:lnTo>
                <a:lnTo>
                  <a:pt x="7632" y="29651"/>
                </a:lnTo>
                <a:lnTo>
                  <a:pt x="7724" y="29419"/>
                </a:lnTo>
                <a:lnTo>
                  <a:pt x="7815" y="29136"/>
                </a:lnTo>
                <a:lnTo>
                  <a:pt x="7907" y="28904"/>
                </a:lnTo>
                <a:lnTo>
                  <a:pt x="8044" y="28659"/>
                </a:lnTo>
                <a:lnTo>
                  <a:pt x="8135" y="28427"/>
                </a:lnTo>
                <a:lnTo>
                  <a:pt x="8227" y="28196"/>
                </a:lnTo>
                <a:lnTo>
                  <a:pt x="8318" y="27912"/>
                </a:lnTo>
                <a:lnTo>
                  <a:pt x="8409" y="27681"/>
                </a:lnTo>
                <a:lnTo>
                  <a:pt x="8546" y="27449"/>
                </a:lnTo>
                <a:lnTo>
                  <a:pt x="8638" y="27204"/>
                </a:lnTo>
                <a:lnTo>
                  <a:pt x="8729" y="26973"/>
                </a:lnTo>
                <a:lnTo>
                  <a:pt x="8821" y="26741"/>
                </a:lnTo>
                <a:lnTo>
                  <a:pt x="8913" y="26458"/>
                </a:lnTo>
                <a:lnTo>
                  <a:pt x="9050" y="26226"/>
                </a:lnTo>
                <a:lnTo>
                  <a:pt x="9141" y="25994"/>
                </a:lnTo>
                <a:lnTo>
                  <a:pt x="9232" y="25749"/>
                </a:lnTo>
                <a:lnTo>
                  <a:pt x="9323" y="25518"/>
                </a:lnTo>
                <a:lnTo>
                  <a:pt x="9415" y="25286"/>
                </a:lnTo>
                <a:lnTo>
                  <a:pt x="9552" y="25003"/>
                </a:lnTo>
                <a:lnTo>
                  <a:pt x="9644" y="24771"/>
                </a:lnTo>
                <a:lnTo>
                  <a:pt x="9735" y="24539"/>
                </a:lnTo>
                <a:lnTo>
                  <a:pt x="9827" y="24295"/>
                </a:lnTo>
                <a:lnTo>
                  <a:pt x="9917" y="24063"/>
                </a:lnTo>
                <a:lnTo>
                  <a:pt x="10055" y="23831"/>
                </a:lnTo>
                <a:lnTo>
                  <a:pt x="10146" y="23548"/>
                </a:lnTo>
                <a:lnTo>
                  <a:pt x="10238" y="23316"/>
                </a:lnTo>
                <a:lnTo>
                  <a:pt x="10329" y="23084"/>
                </a:lnTo>
                <a:lnTo>
                  <a:pt x="10421" y="22840"/>
                </a:lnTo>
                <a:lnTo>
                  <a:pt x="10558" y="22608"/>
                </a:lnTo>
                <a:lnTo>
                  <a:pt x="10649" y="22376"/>
                </a:lnTo>
                <a:lnTo>
                  <a:pt x="10740" y="22144"/>
                </a:lnTo>
                <a:lnTo>
                  <a:pt x="10832" y="21861"/>
                </a:lnTo>
                <a:lnTo>
                  <a:pt x="10923" y="21629"/>
                </a:lnTo>
                <a:lnTo>
                  <a:pt x="11060" y="21385"/>
                </a:lnTo>
                <a:lnTo>
                  <a:pt x="11152" y="21153"/>
                </a:lnTo>
                <a:lnTo>
                  <a:pt x="11243" y="20921"/>
                </a:lnTo>
                <a:lnTo>
                  <a:pt x="11335" y="20690"/>
                </a:lnTo>
                <a:lnTo>
                  <a:pt x="11425" y="20406"/>
                </a:lnTo>
                <a:lnTo>
                  <a:pt x="11564" y="20175"/>
                </a:lnTo>
                <a:lnTo>
                  <a:pt x="11654" y="19930"/>
                </a:lnTo>
                <a:lnTo>
                  <a:pt x="11746" y="19698"/>
                </a:lnTo>
                <a:lnTo>
                  <a:pt x="11837" y="19466"/>
                </a:lnTo>
                <a:lnTo>
                  <a:pt x="11929" y="19235"/>
                </a:lnTo>
                <a:lnTo>
                  <a:pt x="12066" y="19003"/>
                </a:lnTo>
                <a:lnTo>
                  <a:pt x="12158" y="18720"/>
                </a:lnTo>
                <a:lnTo>
                  <a:pt x="12249" y="18475"/>
                </a:lnTo>
                <a:lnTo>
                  <a:pt x="12340" y="18243"/>
                </a:lnTo>
                <a:lnTo>
                  <a:pt x="12431" y="18012"/>
                </a:lnTo>
                <a:lnTo>
                  <a:pt x="12568" y="17780"/>
                </a:lnTo>
                <a:lnTo>
                  <a:pt x="12660" y="17548"/>
                </a:lnTo>
                <a:lnTo>
                  <a:pt x="12752" y="17303"/>
                </a:lnTo>
                <a:lnTo>
                  <a:pt x="12843" y="17020"/>
                </a:lnTo>
                <a:lnTo>
                  <a:pt x="12935" y="16788"/>
                </a:lnTo>
                <a:lnTo>
                  <a:pt x="13072" y="16557"/>
                </a:lnTo>
                <a:lnTo>
                  <a:pt x="13163" y="16325"/>
                </a:lnTo>
                <a:lnTo>
                  <a:pt x="13254" y="16093"/>
                </a:lnTo>
                <a:lnTo>
                  <a:pt x="13346" y="15849"/>
                </a:lnTo>
                <a:lnTo>
                  <a:pt x="13437" y="15617"/>
                </a:lnTo>
                <a:lnTo>
                  <a:pt x="13574" y="15334"/>
                </a:lnTo>
                <a:lnTo>
                  <a:pt x="13666" y="15102"/>
                </a:lnTo>
                <a:lnTo>
                  <a:pt x="13757" y="14870"/>
                </a:lnTo>
                <a:lnTo>
                  <a:pt x="13848" y="14638"/>
                </a:lnTo>
                <a:lnTo>
                  <a:pt x="13939" y="14394"/>
                </a:lnTo>
                <a:lnTo>
                  <a:pt x="14076" y="14162"/>
                </a:lnTo>
                <a:lnTo>
                  <a:pt x="14168" y="13930"/>
                </a:lnTo>
                <a:lnTo>
                  <a:pt x="14260" y="13647"/>
                </a:lnTo>
                <a:lnTo>
                  <a:pt x="14351" y="13415"/>
                </a:lnTo>
                <a:lnTo>
                  <a:pt x="14443" y="13183"/>
                </a:lnTo>
                <a:lnTo>
                  <a:pt x="14580" y="12939"/>
                </a:lnTo>
                <a:lnTo>
                  <a:pt x="14672" y="12707"/>
                </a:lnTo>
                <a:lnTo>
                  <a:pt x="14762" y="12475"/>
                </a:lnTo>
                <a:lnTo>
                  <a:pt x="14854" y="12244"/>
                </a:lnTo>
                <a:lnTo>
                  <a:pt x="14945" y="12012"/>
                </a:lnTo>
                <a:lnTo>
                  <a:pt x="15082" y="11729"/>
                </a:lnTo>
                <a:lnTo>
                  <a:pt x="15174" y="11484"/>
                </a:lnTo>
                <a:lnTo>
                  <a:pt x="15266" y="11252"/>
                </a:lnTo>
                <a:lnTo>
                  <a:pt x="15357" y="11020"/>
                </a:lnTo>
                <a:lnTo>
                  <a:pt x="15448" y="10789"/>
                </a:lnTo>
                <a:lnTo>
                  <a:pt x="15586" y="10557"/>
                </a:lnTo>
                <a:lnTo>
                  <a:pt x="15676" y="10312"/>
                </a:lnTo>
                <a:lnTo>
                  <a:pt x="15768" y="10081"/>
                </a:lnTo>
                <a:lnTo>
                  <a:pt x="15860" y="9797"/>
                </a:lnTo>
                <a:lnTo>
                  <a:pt x="15951" y="9566"/>
                </a:lnTo>
                <a:lnTo>
                  <a:pt x="16088" y="9334"/>
                </a:lnTo>
                <a:lnTo>
                  <a:pt x="16180" y="9102"/>
                </a:lnTo>
                <a:lnTo>
                  <a:pt x="16271" y="8857"/>
                </a:lnTo>
                <a:lnTo>
                  <a:pt x="16362" y="8626"/>
                </a:lnTo>
                <a:lnTo>
                  <a:pt x="16453" y="8394"/>
                </a:lnTo>
                <a:lnTo>
                  <a:pt x="16590" y="8162"/>
                </a:lnTo>
                <a:lnTo>
                  <a:pt x="16682" y="7879"/>
                </a:lnTo>
                <a:lnTo>
                  <a:pt x="16774" y="7647"/>
                </a:lnTo>
                <a:lnTo>
                  <a:pt x="16865" y="7403"/>
                </a:lnTo>
                <a:lnTo>
                  <a:pt x="16956" y="7171"/>
                </a:lnTo>
                <a:lnTo>
                  <a:pt x="17094" y="6939"/>
                </a:lnTo>
                <a:lnTo>
                  <a:pt x="17184" y="6707"/>
                </a:lnTo>
                <a:lnTo>
                  <a:pt x="17276" y="6463"/>
                </a:lnTo>
                <a:lnTo>
                  <a:pt x="17368" y="6231"/>
                </a:lnTo>
                <a:lnTo>
                  <a:pt x="17459" y="5999"/>
                </a:lnTo>
                <a:lnTo>
                  <a:pt x="17596" y="5716"/>
                </a:lnTo>
                <a:lnTo>
                  <a:pt x="17688" y="5484"/>
                </a:lnTo>
                <a:lnTo>
                  <a:pt x="17780" y="5252"/>
                </a:lnTo>
                <a:lnTo>
                  <a:pt x="17870" y="5021"/>
                </a:lnTo>
                <a:lnTo>
                  <a:pt x="17962" y="4776"/>
                </a:lnTo>
                <a:lnTo>
                  <a:pt x="18098" y="4544"/>
                </a:lnTo>
                <a:lnTo>
                  <a:pt x="18190" y="4313"/>
                </a:lnTo>
                <a:lnTo>
                  <a:pt x="18282" y="4081"/>
                </a:lnTo>
                <a:lnTo>
                  <a:pt x="18374" y="3836"/>
                </a:lnTo>
                <a:lnTo>
                  <a:pt x="18465" y="3566"/>
                </a:lnTo>
                <a:lnTo>
                  <a:pt x="18602" y="3321"/>
                </a:lnTo>
                <a:lnTo>
                  <a:pt x="18694" y="3089"/>
                </a:lnTo>
                <a:lnTo>
                  <a:pt x="18784" y="2858"/>
                </a:lnTo>
                <a:lnTo>
                  <a:pt x="18876" y="2626"/>
                </a:lnTo>
                <a:lnTo>
                  <a:pt x="18967" y="2381"/>
                </a:lnTo>
                <a:lnTo>
                  <a:pt x="19104" y="2150"/>
                </a:lnTo>
                <a:lnTo>
                  <a:pt x="19196" y="1918"/>
                </a:lnTo>
                <a:lnTo>
                  <a:pt x="19288" y="1686"/>
                </a:lnTo>
                <a:lnTo>
                  <a:pt x="19379" y="1454"/>
                </a:lnTo>
                <a:lnTo>
                  <a:pt x="19470" y="1171"/>
                </a:lnTo>
                <a:lnTo>
                  <a:pt x="19608" y="926"/>
                </a:lnTo>
                <a:lnTo>
                  <a:pt x="19698" y="695"/>
                </a:lnTo>
                <a:lnTo>
                  <a:pt x="19790" y="463"/>
                </a:lnTo>
                <a:lnTo>
                  <a:pt x="19882" y="231"/>
                </a:lnTo>
                <a:lnTo>
                  <a:pt x="19973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5404366" y="5231811"/>
            <a:ext cx="20019" cy="46646"/>
          </a:xfrm>
          <a:custGeom>
            <a:avLst/>
            <a:gdLst/>
            <a:ahLst/>
            <a:cxnLst/>
            <a:rect l="l" t="t" r="r" b="b"/>
            <a:pathLst>
              <a:path w="20019" h="46646">
                <a:moveTo>
                  <a:pt x="0" y="46646"/>
                </a:moveTo>
                <a:lnTo>
                  <a:pt x="136" y="46401"/>
                </a:lnTo>
                <a:lnTo>
                  <a:pt x="228" y="46169"/>
                </a:lnTo>
                <a:lnTo>
                  <a:pt x="318" y="45937"/>
                </a:lnTo>
                <a:lnTo>
                  <a:pt x="410" y="45706"/>
                </a:lnTo>
                <a:lnTo>
                  <a:pt x="502" y="45461"/>
                </a:lnTo>
                <a:lnTo>
                  <a:pt x="639" y="45191"/>
                </a:lnTo>
                <a:lnTo>
                  <a:pt x="730" y="44946"/>
                </a:lnTo>
                <a:lnTo>
                  <a:pt x="822" y="44714"/>
                </a:lnTo>
                <a:lnTo>
                  <a:pt x="914" y="44483"/>
                </a:lnTo>
                <a:lnTo>
                  <a:pt x="1004" y="44251"/>
                </a:lnTo>
                <a:lnTo>
                  <a:pt x="1142" y="44006"/>
                </a:lnTo>
                <a:lnTo>
                  <a:pt x="1233" y="43774"/>
                </a:lnTo>
                <a:lnTo>
                  <a:pt x="1324" y="43543"/>
                </a:lnTo>
                <a:lnTo>
                  <a:pt x="1416" y="43311"/>
                </a:lnTo>
                <a:lnTo>
                  <a:pt x="1508" y="43079"/>
                </a:lnTo>
                <a:lnTo>
                  <a:pt x="1645" y="42835"/>
                </a:lnTo>
                <a:lnTo>
                  <a:pt x="1736" y="42603"/>
                </a:lnTo>
                <a:lnTo>
                  <a:pt x="1828" y="42371"/>
                </a:lnTo>
                <a:lnTo>
                  <a:pt x="1918" y="42088"/>
                </a:lnTo>
                <a:lnTo>
                  <a:pt x="2010" y="41856"/>
                </a:lnTo>
                <a:lnTo>
                  <a:pt x="2147" y="41624"/>
                </a:lnTo>
                <a:lnTo>
                  <a:pt x="2238" y="41380"/>
                </a:lnTo>
                <a:lnTo>
                  <a:pt x="2330" y="41148"/>
                </a:lnTo>
                <a:lnTo>
                  <a:pt x="2422" y="40916"/>
                </a:lnTo>
                <a:lnTo>
                  <a:pt x="2513" y="40684"/>
                </a:lnTo>
                <a:lnTo>
                  <a:pt x="2650" y="40440"/>
                </a:lnTo>
                <a:lnTo>
                  <a:pt x="2742" y="40208"/>
                </a:lnTo>
                <a:lnTo>
                  <a:pt x="2832" y="39976"/>
                </a:lnTo>
                <a:lnTo>
                  <a:pt x="2924" y="39745"/>
                </a:lnTo>
                <a:lnTo>
                  <a:pt x="3016" y="39513"/>
                </a:lnTo>
                <a:lnTo>
                  <a:pt x="3153" y="39268"/>
                </a:lnTo>
                <a:lnTo>
                  <a:pt x="3244" y="39036"/>
                </a:lnTo>
                <a:lnTo>
                  <a:pt x="3336" y="38753"/>
                </a:lnTo>
                <a:lnTo>
                  <a:pt x="3426" y="38521"/>
                </a:lnTo>
                <a:lnTo>
                  <a:pt x="3518" y="38290"/>
                </a:lnTo>
                <a:lnTo>
                  <a:pt x="3655" y="38058"/>
                </a:lnTo>
                <a:lnTo>
                  <a:pt x="3747" y="37813"/>
                </a:lnTo>
                <a:lnTo>
                  <a:pt x="3838" y="37582"/>
                </a:lnTo>
                <a:lnTo>
                  <a:pt x="3930" y="37350"/>
                </a:lnTo>
                <a:lnTo>
                  <a:pt x="4022" y="37118"/>
                </a:lnTo>
                <a:lnTo>
                  <a:pt x="4159" y="36886"/>
                </a:lnTo>
                <a:lnTo>
                  <a:pt x="4250" y="36642"/>
                </a:lnTo>
                <a:lnTo>
                  <a:pt x="4341" y="36410"/>
                </a:lnTo>
                <a:lnTo>
                  <a:pt x="4432" y="36178"/>
                </a:lnTo>
                <a:lnTo>
                  <a:pt x="4524" y="35946"/>
                </a:lnTo>
                <a:lnTo>
                  <a:pt x="4661" y="35702"/>
                </a:lnTo>
                <a:lnTo>
                  <a:pt x="4752" y="35470"/>
                </a:lnTo>
                <a:lnTo>
                  <a:pt x="4844" y="35238"/>
                </a:lnTo>
                <a:lnTo>
                  <a:pt x="4936" y="35007"/>
                </a:lnTo>
                <a:lnTo>
                  <a:pt x="5026" y="34775"/>
                </a:lnTo>
                <a:lnTo>
                  <a:pt x="5164" y="34492"/>
                </a:lnTo>
                <a:lnTo>
                  <a:pt x="5255" y="34247"/>
                </a:lnTo>
                <a:lnTo>
                  <a:pt x="5346" y="34015"/>
                </a:lnTo>
                <a:lnTo>
                  <a:pt x="5438" y="33783"/>
                </a:lnTo>
                <a:lnTo>
                  <a:pt x="5530" y="33552"/>
                </a:lnTo>
                <a:lnTo>
                  <a:pt x="5667" y="33320"/>
                </a:lnTo>
                <a:lnTo>
                  <a:pt x="5758" y="33075"/>
                </a:lnTo>
                <a:lnTo>
                  <a:pt x="5850" y="32844"/>
                </a:lnTo>
                <a:lnTo>
                  <a:pt x="5940" y="32612"/>
                </a:lnTo>
                <a:lnTo>
                  <a:pt x="6079" y="32380"/>
                </a:lnTo>
                <a:lnTo>
                  <a:pt x="6169" y="32135"/>
                </a:lnTo>
                <a:lnTo>
                  <a:pt x="6261" y="31904"/>
                </a:lnTo>
                <a:lnTo>
                  <a:pt x="6352" y="31672"/>
                </a:lnTo>
                <a:lnTo>
                  <a:pt x="6444" y="31440"/>
                </a:lnTo>
                <a:lnTo>
                  <a:pt x="6581" y="31208"/>
                </a:lnTo>
                <a:lnTo>
                  <a:pt x="6673" y="30964"/>
                </a:lnTo>
                <a:lnTo>
                  <a:pt x="6763" y="30732"/>
                </a:lnTo>
                <a:lnTo>
                  <a:pt x="6855" y="30500"/>
                </a:lnTo>
                <a:lnTo>
                  <a:pt x="6946" y="30269"/>
                </a:lnTo>
                <a:lnTo>
                  <a:pt x="7083" y="30024"/>
                </a:lnTo>
                <a:lnTo>
                  <a:pt x="7175" y="29792"/>
                </a:lnTo>
                <a:lnTo>
                  <a:pt x="7266" y="29560"/>
                </a:lnTo>
                <a:lnTo>
                  <a:pt x="7358" y="29329"/>
                </a:lnTo>
                <a:lnTo>
                  <a:pt x="7449" y="29097"/>
                </a:lnTo>
                <a:lnTo>
                  <a:pt x="7587" y="28852"/>
                </a:lnTo>
                <a:lnTo>
                  <a:pt x="7677" y="28621"/>
                </a:lnTo>
                <a:lnTo>
                  <a:pt x="7769" y="28389"/>
                </a:lnTo>
                <a:lnTo>
                  <a:pt x="7860" y="28157"/>
                </a:lnTo>
                <a:lnTo>
                  <a:pt x="7952" y="27912"/>
                </a:lnTo>
                <a:lnTo>
                  <a:pt x="8089" y="27681"/>
                </a:lnTo>
                <a:lnTo>
                  <a:pt x="8181" y="27449"/>
                </a:lnTo>
                <a:lnTo>
                  <a:pt x="8272" y="27217"/>
                </a:lnTo>
                <a:lnTo>
                  <a:pt x="8363" y="26934"/>
                </a:lnTo>
                <a:lnTo>
                  <a:pt x="8454" y="26702"/>
                </a:lnTo>
                <a:lnTo>
                  <a:pt x="8591" y="26458"/>
                </a:lnTo>
                <a:lnTo>
                  <a:pt x="8683" y="26226"/>
                </a:lnTo>
                <a:lnTo>
                  <a:pt x="8775" y="25994"/>
                </a:lnTo>
                <a:lnTo>
                  <a:pt x="8866" y="25762"/>
                </a:lnTo>
                <a:lnTo>
                  <a:pt x="8958" y="25531"/>
                </a:lnTo>
                <a:lnTo>
                  <a:pt x="9095" y="25286"/>
                </a:lnTo>
                <a:lnTo>
                  <a:pt x="9187" y="25054"/>
                </a:lnTo>
                <a:lnTo>
                  <a:pt x="9277" y="24822"/>
                </a:lnTo>
                <a:lnTo>
                  <a:pt x="9369" y="24591"/>
                </a:lnTo>
                <a:lnTo>
                  <a:pt x="9460" y="24346"/>
                </a:lnTo>
                <a:lnTo>
                  <a:pt x="9597" y="24114"/>
                </a:lnTo>
                <a:lnTo>
                  <a:pt x="9689" y="23883"/>
                </a:lnTo>
                <a:lnTo>
                  <a:pt x="9780" y="23651"/>
                </a:lnTo>
                <a:lnTo>
                  <a:pt x="9871" y="23419"/>
                </a:lnTo>
                <a:lnTo>
                  <a:pt x="9963" y="23174"/>
                </a:lnTo>
                <a:lnTo>
                  <a:pt x="10099" y="22943"/>
                </a:lnTo>
                <a:lnTo>
                  <a:pt x="10191" y="22711"/>
                </a:lnTo>
                <a:lnTo>
                  <a:pt x="10283" y="22479"/>
                </a:lnTo>
                <a:lnTo>
                  <a:pt x="10374" y="22235"/>
                </a:lnTo>
                <a:lnTo>
                  <a:pt x="10466" y="22003"/>
                </a:lnTo>
                <a:lnTo>
                  <a:pt x="10603" y="21771"/>
                </a:lnTo>
                <a:lnTo>
                  <a:pt x="10695" y="21539"/>
                </a:lnTo>
                <a:lnTo>
                  <a:pt x="10785" y="21308"/>
                </a:lnTo>
                <a:lnTo>
                  <a:pt x="10877" y="21063"/>
                </a:lnTo>
                <a:lnTo>
                  <a:pt x="10968" y="20831"/>
                </a:lnTo>
                <a:lnTo>
                  <a:pt x="11105" y="20599"/>
                </a:lnTo>
                <a:lnTo>
                  <a:pt x="11197" y="20368"/>
                </a:lnTo>
                <a:lnTo>
                  <a:pt x="11289" y="20123"/>
                </a:lnTo>
                <a:lnTo>
                  <a:pt x="11380" y="19891"/>
                </a:lnTo>
                <a:lnTo>
                  <a:pt x="11471" y="19660"/>
                </a:lnTo>
                <a:lnTo>
                  <a:pt x="11609" y="19428"/>
                </a:lnTo>
                <a:lnTo>
                  <a:pt x="11699" y="19235"/>
                </a:lnTo>
                <a:lnTo>
                  <a:pt x="11791" y="19003"/>
                </a:lnTo>
                <a:lnTo>
                  <a:pt x="11883" y="18771"/>
                </a:lnTo>
                <a:lnTo>
                  <a:pt x="11974" y="18539"/>
                </a:lnTo>
                <a:lnTo>
                  <a:pt x="12111" y="18295"/>
                </a:lnTo>
                <a:lnTo>
                  <a:pt x="12203" y="18063"/>
                </a:lnTo>
                <a:lnTo>
                  <a:pt x="12294" y="17831"/>
                </a:lnTo>
                <a:lnTo>
                  <a:pt x="12385" y="17600"/>
                </a:lnTo>
                <a:lnTo>
                  <a:pt x="12477" y="17355"/>
                </a:lnTo>
                <a:lnTo>
                  <a:pt x="12613" y="17123"/>
                </a:lnTo>
                <a:lnTo>
                  <a:pt x="12705" y="16891"/>
                </a:lnTo>
                <a:lnTo>
                  <a:pt x="12797" y="16660"/>
                </a:lnTo>
                <a:lnTo>
                  <a:pt x="12888" y="16428"/>
                </a:lnTo>
                <a:lnTo>
                  <a:pt x="12979" y="16183"/>
                </a:lnTo>
                <a:lnTo>
                  <a:pt x="13117" y="15952"/>
                </a:lnTo>
                <a:lnTo>
                  <a:pt x="13207" y="15720"/>
                </a:lnTo>
                <a:lnTo>
                  <a:pt x="13299" y="15488"/>
                </a:lnTo>
                <a:lnTo>
                  <a:pt x="13391" y="15243"/>
                </a:lnTo>
                <a:lnTo>
                  <a:pt x="13482" y="15012"/>
                </a:lnTo>
                <a:lnTo>
                  <a:pt x="13619" y="14780"/>
                </a:lnTo>
                <a:lnTo>
                  <a:pt x="13711" y="14548"/>
                </a:lnTo>
                <a:lnTo>
                  <a:pt x="13803" y="14316"/>
                </a:lnTo>
                <a:lnTo>
                  <a:pt x="13893" y="14072"/>
                </a:lnTo>
                <a:lnTo>
                  <a:pt x="13985" y="13840"/>
                </a:lnTo>
                <a:lnTo>
                  <a:pt x="14122" y="13608"/>
                </a:lnTo>
                <a:lnTo>
                  <a:pt x="14213" y="13377"/>
                </a:lnTo>
                <a:lnTo>
                  <a:pt x="14305" y="13132"/>
                </a:lnTo>
                <a:lnTo>
                  <a:pt x="14397" y="12900"/>
                </a:lnTo>
                <a:lnTo>
                  <a:pt x="14488" y="12668"/>
                </a:lnTo>
                <a:lnTo>
                  <a:pt x="14625" y="12437"/>
                </a:lnTo>
                <a:lnTo>
                  <a:pt x="14717" y="12244"/>
                </a:lnTo>
                <a:lnTo>
                  <a:pt x="14807" y="12012"/>
                </a:lnTo>
                <a:lnTo>
                  <a:pt x="14899" y="11780"/>
                </a:lnTo>
                <a:lnTo>
                  <a:pt x="14991" y="11548"/>
                </a:lnTo>
                <a:lnTo>
                  <a:pt x="15127" y="11304"/>
                </a:lnTo>
                <a:lnTo>
                  <a:pt x="15219" y="11072"/>
                </a:lnTo>
                <a:lnTo>
                  <a:pt x="15311" y="10840"/>
                </a:lnTo>
                <a:lnTo>
                  <a:pt x="15401" y="10608"/>
                </a:lnTo>
                <a:lnTo>
                  <a:pt x="15493" y="10364"/>
                </a:lnTo>
                <a:lnTo>
                  <a:pt x="15630" y="10132"/>
                </a:lnTo>
                <a:lnTo>
                  <a:pt x="15721" y="9900"/>
                </a:lnTo>
                <a:lnTo>
                  <a:pt x="15813" y="9669"/>
                </a:lnTo>
                <a:lnTo>
                  <a:pt x="15905" y="9437"/>
                </a:lnTo>
                <a:lnTo>
                  <a:pt x="15996" y="9192"/>
                </a:lnTo>
                <a:lnTo>
                  <a:pt x="16133" y="8960"/>
                </a:lnTo>
                <a:lnTo>
                  <a:pt x="16225" y="8729"/>
                </a:lnTo>
                <a:lnTo>
                  <a:pt x="16315" y="8497"/>
                </a:lnTo>
                <a:lnTo>
                  <a:pt x="16407" y="8304"/>
                </a:lnTo>
                <a:lnTo>
                  <a:pt x="16499" y="8072"/>
                </a:lnTo>
                <a:lnTo>
                  <a:pt x="16636" y="7840"/>
                </a:lnTo>
                <a:lnTo>
                  <a:pt x="16727" y="7596"/>
                </a:lnTo>
                <a:lnTo>
                  <a:pt x="16819" y="7364"/>
                </a:lnTo>
                <a:lnTo>
                  <a:pt x="16911" y="7132"/>
                </a:lnTo>
                <a:lnTo>
                  <a:pt x="17001" y="6900"/>
                </a:lnTo>
                <a:lnTo>
                  <a:pt x="17139" y="6656"/>
                </a:lnTo>
                <a:lnTo>
                  <a:pt x="17230" y="6424"/>
                </a:lnTo>
                <a:lnTo>
                  <a:pt x="17321" y="6192"/>
                </a:lnTo>
                <a:lnTo>
                  <a:pt x="17413" y="5961"/>
                </a:lnTo>
                <a:lnTo>
                  <a:pt x="17505" y="5729"/>
                </a:lnTo>
                <a:lnTo>
                  <a:pt x="17641" y="5484"/>
                </a:lnTo>
                <a:lnTo>
                  <a:pt x="17733" y="5252"/>
                </a:lnTo>
                <a:lnTo>
                  <a:pt x="17825" y="5072"/>
                </a:lnTo>
                <a:lnTo>
                  <a:pt x="17915" y="4828"/>
                </a:lnTo>
                <a:lnTo>
                  <a:pt x="18007" y="4596"/>
                </a:lnTo>
                <a:lnTo>
                  <a:pt x="18144" y="4364"/>
                </a:lnTo>
                <a:lnTo>
                  <a:pt x="18235" y="4132"/>
                </a:lnTo>
                <a:lnTo>
                  <a:pt x="18327" y="3888"/>
                </a:lnTo>
                <a:lnTo>
                  <a:pt x="18419" y="3656"/>
                </a:lnTo>
                <a:lnTo>
                  <a:pt x="18509" y="3424"/>
                </a:lnTo>
                <a:lnTo>
                  <a:pt x="18647" y="3192"/>
                </a:lnTo>
                <a:lnTo>
                  <a:pt x="18738" y="2961"/>
                </a:lnTo>
                <a:lnTo>
                  <a:pt x="18829" y="2716"/>
                </a:lnTo>
                <a:lnTo>
                  <a:pt x="18921" y="2536"/>
                </a:lnTo>
                <a:lnTo>
                  <a:pt x="19013" y="2304"/>
                </a:lnTo>
                <a:lnTo>
                  <a:pt x="19150" y="2059"/>
                </a:lnTo>
                <a:lnTo>
                  <a:pt x="19241" y="1828"/>
                </a:lnTo>
                <a:lnTo>
                  <a:pt x="19333" y="1596"/>
                </a:lnTo>
                <a:lnTo>
                  <a:pt x="19423" y="1364"/>
                </a:lnTo>
                <a:lnTo>
                  <a:pt x="19515" y="1120"/>
                </a:lnTo>
                <a:lnTo>
                  <a:pt x="19652" y="888"/>
                </a:lnTo>
                <a:lnTo>
                  <a:pt x="19744" y="656"/>
                </a:lnTo>
                <a:lnTo>
                  <a:pt x="19835" y="463"/>
                </a:lnTo>
                <a:lnTo>
                  <a:pt x="19927" y="231"/>
                </a:lnTo>
                <a:lnTo>
                  <a:pt x="20019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424385" y="5187379"/>
            <a:ext cx="20024" cy="44431"/>
          </a:xfrm>
          <a:custGeom>
            <a:avLst/>
            <a:gdLst/>
            <a:ahLst/>
            <a:cxnLst/>
            <a:rect l="l" t="t" r="r" b="b"/>
            <a:pathLst>
              <a:path w="20024" h="44431">
                <a:moveTo>
                  <a:pt x="0" y="44431"/>
                </a:moveTo>
                <a:lnTo>
                  <a:pt x="136" y="44199"/>
                </a:lnTo>
                <a:lnTo>
                  <a:pt x="228" y="43968"/>
                </a:lnTo>
                <a:lnTo>
                  <a:pt x="318" y="43723"/>
                </a:lnTo>
                <a:lnTo>
                  <a:pt x="410" y="43491"/>
                </a:lnTo>
                <a:lnTo>
                  <a:pt x="502" y="43259"/>
                </a:lnTo>
                <a:lnTo>
                  <a:pt x="639" y="43028"/>
                </a:lnTo>
                <a:lnTo>
                  <a:pt x="730" y="42835"/>
                </a:lnTo>
                <a:lnTo>
                  <a:pt x="822" y="42603"/>
                </a:lnTo>
                <a:lnTo>
                  <a:pt x="914" y="42371"/>
                </a:lnTo>
                <a:lnTo>
                  <a:pt x="1004" y="42126"/>
                </a:lnTo>
                <a:lnTo>
                  <a:pt x="1142" y="41895"/>
                </a:lnTo>
                <a:lnTo>
                  <a:pt x="1233" y="41663"/>
                </a:lnTo>
                <a:lnTo>
                  <a:pt x="1324" y="41431"/>
                </a:lnTo>
                <a:lnTo>
                  <a:pt x="1416" y="41199"/>
                </a:lnTo>
                <a:lnTo>
                  <a:pt x="1508" y="41006"/>
                </a:lnTo>
                <a:lnTo>
                  <a:pt x="1645" y="40775"/>
                </a:lnTo>
                <a:lnTo>
                  <a:pt x="1736" y="40530"/>
                </a:lnTo>
                <a:lnTo>
                  <a:pt x="1827" y="40298"/>
                </a:lnTo>
                <a:lnTo>
                  <a:pt x="1918" y="40066"/>
                </a:lnTo>
                <a:lnTo>
                  <a:pt x="2010" y="39835"/>
                </a:lnTo>
                <a:lnTo>
                  <a:pt x="2147" y="39603"/>
                </a:lnTo>
                <a:lnTo>
                  <a:pt x="2238" y="39358"/>
                </a:lnTo>
                <a:lnTo>
                  <a:pt x="2330" y="39178"/>
                </a:lnTo>
                <a:lnTo>
                  <a:pt x="2422" y="38946"/>
                </a:lnTo>
                <a:lnTo>
                  <a:pt x="2512" y="38702"/>
                </a:lnTo>
                <a:lnTo>
                  <a:pt x="2650" y="38470"/>
                </a:lnTo>
                <a:lnTo>
                  <a:pt x="2741" y="38238"/>
                </a:lnTo>
                <a:lnTo>
                  <a:pt x="2832" y="38006"/>
                </a:lnTo>
                <a:lnTo>
                  <a:pt x="2924" y="37762"/>
                </a:lnTo>
                <a:lnTo>
                  <a:pt x="3016" y="37582"/>
                </a:lnTo>
                <a:lnTo>
                  <a:pt x="3153" y="37350"/>
                </a:lnTo>
                <a:lnTo>
                  <a:pt x="3244" y="37105"/>
                </a:lnTo>
                <a:lnTo>
                  <a:pt x="3336" y="36873"/>
                </a:lnTo>
                <a:lnTo>
                  <a:pt x="3426" y="36642"/>
                </a:lnTo>
                <a:lnTo>
                  <a:pt x="3518" y="36410"/>
                </a:lnTo>
                <a:lnTo>
                  <a:pt x="3655" y="36217"/>
                </a:lnTo>
                <a:lnTo>
                  <a:pt x="3747" y="35985"/>
                </a:lnTo>
                <a:lnTo>
                  <a:pt x="3838" y="35753"/>
                </a:lnTo>
                <a:lnTo>
                  <a:pt x="3930" y="35522"/>
                </a:lnTo>
                <a:lnTo>
                  <a:pt x="4022" y="35277"/>
                </a:lnTo>
                <a:lnTo>
                  <a:pt x="4159" y="35045"/>
                </a:lnTo>
                <a:lnTo>
                  <a:pt x="4250" y="34813"/>
                </a:lnTo>
                <a:lnTo>
                  <a:pt x="4341" y="34620"/>
                </a:lnTo>
                <a:lnTo>
                  <a:pt x="4432" y="34389"/>
                </a:lnTo>
                <a:lnTo>
                  <a:pt x="4524" y="34157"/>
                </a:lnTo>
                <a:lnTo>
                  <a:pt x="4661" y="33925"/>
                </a:lnTo>
                <a:lnTo>
                  <a:pt x="4752" y="33680"/>
                </a:lnTo>
                <a:lnTo>
                  <a:pt x="4844" y="33449"/>
                </a:lnTo>
                <a:lnTo>
                  <a:pt x="4935" y="33268"/>
                </a:lnTo>
                <a:lnTo>
                  <a:pt x="5026" y="33024"/>
                </a:lnTo>
                <a:lnTo>
                  <a:pt x="5163" y="32792"/>
                </a:lnTo>
                <a:lnTo>
                  <a:pt x="5255" y="32560"/>
                </a:lnTo>
                <a:lnTo>
                  <a:pt x="5346" y="32329"/>
                </a:lnTo>
                <a:lnTo>
                  <a:pt x="5438" y="32135"/>
                </a:lnTo>
                <a:lnTo>
                  <a:pt x="5530" y="31904"/>
                </a:lnTo>
                <a:lnTo>
                  <a:pt x="5667" y="31672"/>
                </a:lnTo>
                <a:lnTo>
                  <a:pt x="5758" y="31427"/>
                </a:lnTo>
                <a:lnTo>
                  <a:pt x="5849" y="31196"/>
                </a:lnTo>
                <a:lnTo>
                  <a:pt x="5940" y="30964"/>
                </a:lnTo>
                <a:lnTo>
                  <a:pt x="6032" y="30771"/>
                </a:lnTo>
                <a:lnTo>
                  <a:pt x="6169" y="30539"/>
                </a:lnTo>
                <a:lnTo>
                  <a:pt x="6261" y="30307"/>
                </a:lnTo>
                <a:lnTo>
                  <a:pt x="6352" y="30075"/>
                </a:lnTo>
                <a:lnTo>
                  <a:pt x="6444" y="29844"/>
                </a:lnTo>
                <a:lnTo>
                  <a:pt x="6534" y="29651"/>
                </a:lnTo>
                <a:lnTo>
                  <a:pt x="6673" y="29419"/>
                </a:lnTo>
                <a:lnTo>
                  <a:pt x="6763" y="29187"/>
                </a:lnTo>
                <a:lnTo>
                  <a:pt x="6855" y="28942"/>
                </a:lnTo>
                <a:lnTo>
                  <a:pt x="6946" y="28711"/>
                </a:lnTo>
                <a:lnTo>
                  <a:pt x="7038" y="28530"/>
                </a:lnTo>
                <a:lnTo>
                  <a:pt x="7175" y="28286"/>
                </a:lnTo>
                <a:lnTo>
                  <a:pt x="7266" y="28054"/>
                </a:lnTo>
                <a:lnTo>
                  <a:pt x="7358" y="27822"/>
                </a:lnTo>
                <a:lnTo>
                  <a:pt x="7449" y="27591"/>
                </a:lnTo>
                <a:lnTo>
                  <a:pt x="7540" y="27397"/>
                </a:lnTo>
                <a:lnTo>
                  <a:pt x="7677" y="27166"/>
                </a:lnTo>
                <a:lnTo>
                  <a:pt x="7769" y="26934"/>
                </a:lnTo>
                <a:lnTo>
                  <a:pt x="7860" y="26689"/>
                </a:lnTo>
                <a:lnTo>
                  <a:pt x="7952" y="26458"/>
                </a:lnTo>
                <a:lnTo>
                  <a:pt x="8043" y="26277"/>
                </a:lnTo>
                <a:lnTo>
                  <a:pt x="8181" y="26033"/>
                </a:lnTo>
                <a:lnTo>
                  <a:pt x="8271" y="25801"/>
                </a:lnTo>
                <a:lnTo>
                  <a:pt x="8363" y="25569"/>
                </a:lnTo>
                <a:lnTo>
                  <a:pt x="8454" y="25337"/>
                </a:lnTo>
                <a:lnTo>
                  <a:pt x="8546" y="25144"/>
                </a:lnTo>
                <a:lnTo>
                  <a:pt x="8683" y="24913"/>
                </a:lnTo>
                <a:lnTo>
                  <a:pt x="8775" y="24681"/>
                </a:lnTo>
                <a:lnTo>
                  <a:pt x="8866" y="24436"/>
                </a:lnTo>
                <a:lnTo>
                  <a:pt x="8957" y="24256"/>
                </a:lnTo>
                <a:lnTo>
                  <a:pt x="9048" y="24024"/>
                </a:lnTo>
                <a:lnTo>
                  <a:pt x="9185" y="23780"/>
                </a:lnTo>
                <a:lnTo>
                  <a:pt x="9277" y="23548"/>
                </a:lnTo>
                <a:lnTo>
                  <a:pt x="9369" y="23368"/>
                </a:lnTo>
                <a:lnTo>
                  <a:pt x="9460" y="23123"/>
                </a:lnTo>
                <a:lnTo>
                  <a:pt x="9552" y="22891"/>
                </a:lnTo>
                <a:lnTo>
                  <a:pt x="9689" y="22659"/>
                </a:lnTo>
                <a:lnTo>
                  <a:pt x="9780" y="22428"/>
                </a:lnTo>
                <a:lnTo>
                  <a:pt x="9871" y="22235"/>
                </a:lnTo>
                <a:lnTo>
                  <a:pt x="9963" y="22003"/>
                </a:lnTo>
                <a:lnTo>
                  <a:pt x="10054" y="21771"/>
                </a:lnTo>
                <a:lnTo>
                  <a:pt x="10191" y="21526"/>
                </a:lnTo>
                <a:lnTo>
                  <a:pt x="10283" y="21346"/>
                </a:lnTo>
                <a:lnTo>
                  <a:pt x="10374" y="21114"/>
                </a:lnTo>
                <a:lnTo>
                  <a:pt x="10466" y="20870"/>
                </a:lnTo>
                <a:lnTo>
                  <a:pt x="10557" y="20638"/>
                </a:lnTo>
                <a:lnTo>
                  <a:pt x="10695" y="20458"/>
                </a:lnTo>
                <a:lnTo>
                  <a:pt x="10785" y="20213"/>
                </a:lnTo>
                <a:lnTo>
                  <a:pt x="10877" y="19981"/>
                </a:lnTo>
                <a:lnTo>
                  <a:pt x="10968" y="19750"/>
                </a:lnTo>
                <a:lnTo>
                  <a:pt x="11060" y="19557"/>
                </a:lnTo>
                <a:lnTo>
                  <a:pt x="11197" y="19325"/>
                </a:lnTo>
                <a:lnTo>
                  <a:pt x="11289" y="19093"/>
                </a:lnTo>
                <a:lnTo>
                  <a:pt x="11379" y="18861"/>
                </a:lnTo>
                <a:lnTo>
                  <a:pt x="11471" y="18668"/>
                </a:lnTo>
                <a:lnTo>
                  <a:pt x="11562" y="18436"/>
                </a:lnTo>
                <a:lnTo>
                  <a:pt x="11699" y="18205"/>
                </a:lnTo>
                <a:lnTo>
                  <a:pt x="11791" y="17973"/>
                </a:lnTo>
                <a:lnTo>
                  <a:pt x="11883" y="17780"/>
                </a:lnTo>
                <a:lnTo>
                  <a:pt x="11974" y="17548"/>
                </a:lnTo>
                <a:lnTo>
                  <a:pt x="12065" y="17303"/>
                </a:lnTo>
                <a:lnTo>
                  <a:pt x="12203" y="17123"/>
                </a:lnTo>
                <a:lnTo>
                  <a:pt x="12293" y="16891"/>
                </a:lnTo>
                <a:lnTo>
                  <a:pt x="12385" y="16647"/>
                </a:lnTo>
                <a:lnTo>
                  <a:pt x="12477" y="16415"/>
                </a:lnTo>
                <a:lnTo>
                  <a:pt x="12568" y="16235"/>
                </a:lnTo>
                <a:lnTo>
                  <a:pt x="12705" y="15990"/>
                </a:lnTo>
                <a:lnTo>
                  <a:pt x="12797" y="15758"/>
                </a:lnTo>
                <a:lnTo>
                  <a:pt x="12888" y="15527"/>
                </a:lnTo>
                <a:lnTo>
                  <a:pt x="12979" y="15334"/>
                </a:lnTo>
                <a:lnTo>
                  <a:pt x="13071" y="15102"/>
                </a:lnTo>
                <a:lnTo>
                  <a:pt x="13207" y="14870"/>
                </a:lnTo>
                <a:lnTo>
                  <a:pt x="13299" y="14677"/>
                </a:lnTo>
                <a:lnTo>
                  <a:pt x="13391" y="14445"/>
                </a:lnTo>
                <a:lnTo>
                  <a:pt x="13482" y="14213"/>
                </a:lnTo>
                <a:lnTo>
                  <a:pt x="13574" y="13982"/>
                </a:lnTo>
                <a:lnTo>
                  <a:pt x="13711" y="13789"/>
                </a:lnTo>
                <a:lnTo>
                  <a:pt x="13803" y="13557"/>
                </a:lnTo>
                <a:lnTo>
                  <a:pt x="13893" y="13325"/>
                </a:lnTo>
                <a:lnTo>
                  <a:pt x="13985" y="13132"/>
                </a:lnTo>
                <a:lnTo>
                  <a:pt x="14076" y="12900"/>
                </a:lnTo>
                <a:lnTo>
                  <a:pt x="14213" y="12668"/>
                </a:lnTo>
                <a:lnTo>
                  <a:pt x="14305" y="12475"/>
                </a:lnTo>
                <a:lnTo>
                  <a:pt x="14397" y="12244"/>
                </a:lnTo>
                <a:lnTo>
                  <a:pt x="14487" y="12012"/>
                </a:lnTo>
                <a:lnTo>
                  <a:pt x="14579" y="11767"/>
                </a:lnTo>
                <a:lnTo>
                  <a:pt x="14716" y="11587"/>
                </a:lnTo>
                <a:lnTo>
                  <a:pt x="14807" y="11355"/>
                </a:lnTo>
                <a:lnTo>
                  <a:pt x="14899" y="11111"/>
                </a:lnTo>
                <a:lnTo>
                  <a:pt x="14991" y="10930"/>
                </a:lnTo>
                <a:lnTo>
                  <a:pt x="15082" y="10699"/>
                </a:lnTo>
                <a:lnTo>
                  <a:pt x="15219" y="10454"/>
                </a:lnTo>
                <a:lnTo>
                  <a:pt x="15311" y="10274"/>
                </a:lnTo>
                <a:lnTo>
                  <a:pt x="15401" y="10042"/>
                </a:lnTo>
                <a:lnTo>
                  <a:pt x="15493" y="9797"/>
                </a:lnTo>
                <a:lnTo>
                  <a:pt x="15585" y="9617"/>
                </a:lnTo>
                <a:lnTo>
                  <a:pt x="15721" y="9385"/>
                </a:lnTo>
                <a:lnTo>
                  <a:pt x="15813" y="9141"/>
                </a:lnTo>
                <a:lnTo>
                  <a:pt x="15905" y="8960"/>
                </a:lnTo>
                <a:lnTo>
                  <a:pt x="15996" y="8729"/>
                </a:lnTo>
                <a:lnTo>
                  <a:pt x="16087" y="8484"/>
                </a:lnTo>
                <a:lnTo>
                  <a:pt x="16225" y="8304"/>
                </a:lnTo>
                <a:lnTo>
                  <a:pt x="16315" y="8072"/>
                </a:lnTo>
                <a:lnTo>
                  <a:pt x="16407" y="7827"/>
                </a:lnTo>
                <a:lnTo>
                  <a:pt x="16499" y="7647"/>
                </a:lnTo>
                <a:lnTo>
                  <a:pt x="16590" y="7415"/>
                </a:lnTo>
                <a:lnTo>
                  <a:pt x="16727" y="7171"/>
                </a:lnTo>
                <a:lnTo>
                  <a:pt x="16819" y="6991"/>
                </a:lnTo>
                <a:lnTo>
                  <a:pt x="16911" y="6746"/>
                </a:lnTo>
                <a:lnTo>
                  <a:pt x="17001" y="6514"/>
                </a:lnTo>
                <a:lnTo>
                  <a:pt x="17093" y="6334"/>
                </a:lnTo>
                <a:lnTo>
                  <a:pt x="17230" y="6089"/>
                </a:lnTo>
                <a:lnTo>
                  <a:pt x="17321" y="5858"/>
                </a:lnTo>
                <a:lnTo>
                  <a:pt x="17413" y="5677"/>
                </a:lnTo>
                <a:lnTo>
                  <a:pt x="17505" y="5433"/>
                </a:lnTo>
                <a:lnTo>
                  <a:pt x="17595" y="5201"/>
                </a:lnTo>
                <a:lnTo>
                  <a:pt x="17733" y="5021"/>
                </a:lnTo>
                <a:lnTo>
                  <a:pt x="17823" y="4776"/>
                </a:lnTo>
                <a:lnTo>
                  <a:pt x="17915" y="4544"/>
                </a:lnTo>
                <a:lnTo>
                  <a:pt x="18007" y="4364"/>
                </a:lnTo>
                <a:lnTo>
                  <a:pt x="18098" y="4119"/>
                </a:lnTo>
                <a:lnTo>
                  <a:pt x="18235" y="3888"/>
                </a:lnTo>
                <a:lnTo>
                  <a:pt x="18327" y="3707"/>
                </a:lnTo>
                <a:lnTo>
                  <a:pt x="18419" y="3463"/>
                </a:lnTo>
                <a:lnTo>
                  <a:pt x="18509" y="3283"/>
                </a:lnTo>
                <a:lnTo>
                  <a:pt x="18601" y="3051"/>
                </a:lnTo>
                <a:lnTo>
                  <a:pt x="18738" y="2806"/>
                </a:lnTo>
                <a:lnTo>
                  <a:pt x="18829" y="2626"/>
                </a:lnTo>
                <a:lnTo>
                  <a:pt x="18921" y="2394"/>
                </a:lnTo>
                <a:lnTo>
                  <a:pt x="19013" y="2150"/>
                </a:lnTo>
                <a:lnTo>
                  <a:pt x="19104" y="1969"/>
                </a:lnTo>
                <a:lnTo>
                  <a:pt x="19241" y="1738"/>
                </a:lnTo>
                <a:lnTo>
                  <a:pt x="19333" y="1544"/>
                </a:lnTo>
                <a:lnTo>
                  <a:pt x="19423" y="1313"/>
                </a:lnTo>
                <a:lnTo>
                  <a:pt x="19515" y="1081"/>
                </a:lnTo>
                <a:lnTo>
                  <a:pt x="19607" y="888"/>
                </a:lnTo>
                <a:lnTo>
                  <a:pt x="19744" y="656"/>
                </a:lnTo>
                <a:lnTo>
                  <a:pt x="19835" y="411"/>
                </a:lnTo>
                <a:lnTo>
                  <a:pt x="19927" y="231"/>
                </a:lnTo>
                <a:lnTo>
                  <a:pt x="20024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444409" y="5145896"/>
            <a:ext cx="20016" cy="41483"/>
          </a:xfrm>
          <a:custGeom>
            <a:avLst/>
            <a:gdLst/>
            <a:ahLst/>
            <a:cxnLst/>
            <a:rect l="l" t="t" r="r" b="b"/>
            <a:pathLst>
              <a:path w="20016" h="41483">
                <a:moveTo>
                  <a:pt x="0" y="41483"/>
                </a:moveTo>
                <a:lnTo>
                  <a:pt x="87" y="41290"/>
                </a:lnTo>
                <a:lnTo>
                  <a:pt x="226" y="41058"/>
                </a:lnTo>
                <a:lnTo>
                  <a:pt x="313" y="40826"/>
                </a:lnTo>
                <a:lnTo>
                  <a:pt x="401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8" y="39976"/>
                </a:lnTo>
                <a:lnTo>
                  <a:pt x="816" y="39745"/>
                </a:lnTo>
                <a:lnTo>
                  <a:pt x="904" y="39551"/>
                </a:lnTo>
                <a:lnTo>
                  <a:pt x="1004" y="39320"/>
                </a:lnTo>
                <a:lnTo>
                  <a:pt x="1092" y="39127"/>
                </a:lnTo>
                <a:lnTo>
                  <a:pt x="1230" y="38895"/>
                </a:lnTo>
                <a:lnTo>
                  <a:pt x="1318" y="38663"/>
                </a:lnTo>
                <a:lnTo>
                  <a:pt x="1406" y="38470"/>
                </a:lnTo>
                <a:lnTo>
                  <a:pt x="1506" y="38238"/>
                </a:lnTo>
                <a:lnTo>
                  <a:pt x="1594" y="38058"/>
                </a:lnTo>
                <a:lnTo>
                  <a:pt x="1732" y="37813"/>
                </a:lnTo>
                <a:lnTo>
                  <a:pt x="1820" y="37582"/>
                </a:lnTo>
                <a:lnTo>
                  <a:pt x="1908" y="37401"/>
                </a:lnTo>
                <a:lnTo>
                  <a:pt x="2009" y="37157"/>
                </a:lnTo>
                <a:lnTo>
                  <a:pt x="2097" y="36976"/>
                </a:lnTo>
                <a:lnTo>
                  <a:pt x="2235" y="36745"/>
                </a:lnTo>
                <a:lnTo>
                  <a:pt x="2323" y="36552"/>
                </a:lnTo>
                <a:lnTo>
                  <a:pt x="2411" y="36320"/>
                </a:lnTo>
                <a:lnTo>
                  <a:pt x="2511" y="36088"/>
                </a:lnTo>
                <a:lnTo>
                  <a:pt x="2599" y="35895"/>
                </a:lnTo>
                <a:lnTo>
                  <a:pt x="2737" y="35663"/>
                </a:lnTo>
                <a:lnTo>
                  <a:pt x="2825" y="35470"/>
                </a:lnTo>
                <a:lnTo>
                  <a:pt x="2913" y="35238"/>
                </a:lnTo>
                <a:lnTo>
                  <a:pt x="3013" y="35045"/>
                </a:lnTo>
                <a:lnTo>
                  <a:pt x="3101" y="34813"/>
                </a:lnTo>
                <a:lnTo>
                  <a:pt x="3239" y="34582"/>
                </a:lnTo>
                <a:lnTo>
                  <a:pt x="3327" y="34389"/>
                </a:lnTo>
                <a:lnTo>
                  <a:pt x="3428" y="34157"/>
                </a:lnTo>
                <a:lnTo>
                  <a:pt x="3516" y="33977"/>
                </a:lnTo>
                <a:lnTo>
                  <a:pt x="3603" y="33732"/>
                </a:lnTo>
                <a:lnTo>
                  <a:pt x="3742" y="33552"/>
                </a:lnTo>
                <a:lnTo>
                  <a:pt x="3830" y="33320"/>
                </a:lnTo>
                <a:lnTo>
                  <a:pt x="3930" y="33127"/>
                </a:lnTo>
                <a:lnTo>
                  <a:pt x="4018" y="32895"/>
                </a:lnTo>
                <a:lnTo>
                  <a:pt x="4106" y="32663"/>
                </a:lnTo>
                <a:lnTo>
                  <a:pt x="4244" y="32470"/>
                </a:lnTo>
                <a:lnTo>
                  <a:pt x="4332" y="32238"/>
                </a:lnTo>
                <a:lnTo>
                  <a:pt x="4432" y="32045"/>
                </a:lnTo>
                <a:lnTo>
                  <a:pt x="4520" y="31814"/>
                </a:lnTo>
                <a:lnTo>
                  <a:pt x="4608" y="31620"/>
                </a:lnTo>
                <a:lnTo>
                  <a:pt x="4746" y="31389"/>
                </a:lnTo>
                <a:lnTo>
                  <a:pt x="4834" y="31208"/>
                </a:lnTo>
                <a:lnTo>
                  <a:pt x="4935" y="30964"/>
                </a:lnTo>
                <a:lnTo>
                  <a:pt x="5022" y="30784"/>
                </a:lnTo>
                <a:lnTo>
                  <a:pt x="5110" y="30552"/>
                </a:lnTo>
                <a:lnTo>
                  <a:pt x="5248" y="30359"/>
                </a:lnTo>
                <a:lnTo>
                  <a:pt x="5336" y="30127"/>
                </a:lnTo>
                <a:lnTo>
                  <a:pt x="5437" y="29934"/>
                </a:lnTo>
                <a:lnTo>
                  <a:pt x="5525" y="29702"/>
                </a:lnTo>
                <a:lnTo>
                  <a:pt x="5613" y="29509"/>
                </a:lnTo>
                <a:lnTo>
                  <a:pt x="5751" y="29277"/>
                </a:lnTo>
                <a:lnTo>
                  <a:pt x="5839" y="29045"/>
                </a:lnTo>
                <a:lnTo>
                  <a:pt x="5939" y="28852"/>
                </a:lnTo>
                <a:lnTo>
                  <a:pt x="6027" y="28621"/>
                </a:lnTo>
                <a:lnTo>
                  <a:pt x="6115" y="28440"/>
                </a:lnTo>
                <a:lnTo>
                  <a:pt x="6253" y="28196"/>
                </a:lnTo>
                <a:lnTo>
                  <a:pt x="6341" y="28015"/>
                </a:lnTo>
                <a:lnTo>
                  <a:pt x="6441" y="27784"/>
                </a:lnTo>
                <a:lnTo>
                  <a:pt x="6529" y="27591"/>
                </a:lnTo>
                <a:lnTo>
                  <a:pt x="6617" y="27359"/>
                </a:lnTo>
                <a:lnTo>
                  <a:pt x="6755" y="27166"/>
                </a:lnTo>
                <a:lnTo>
                  <a:pt x="6856" y="26934"/>
                </a:lnTo>
                <a:lnTo>
                  <a:pt x="6944" y="26741"/>
                </a:lnTo>
                <a:lnTo>
                  <a:pt x="7032" y="26509"/>
                </a:lnTo>
                <a:lnTo>
                  <a:pt x="7120" y="26329"/>
                </a:lnTo>
                <a:lnTo>
                  <a:pt x="7258" y="26084"/>
                </a:lnTo>
                <a:lnTo>
                  <a:pt x="7358" y="25904"/>
                </a:lnTo>
                <a:lnTo>
                  <a:pt x="7446" y="25672"/>
                </a:lnTo>
                <a:lnTo>
                  <a:pt x="7534" y="25479"/>
                </a:lnTo>
                <a:lnTo>
                  <a:pt x="7622" y="25247"/>
                </a:lnTo>
                <a:lnTo>
                  <a:pt x="7760" y="25054"/>
                </a:lnTo>
                <a:lnTo>
                  <a:pt x="7860" y="24822"/>
                </a:lnTo>
                <a:lnTo>
                  <a:pt x="7948" y="24629"/>
                </a:lnTo>
                <a:lnTo>
                  <a:pt x="8036" y="24449"/>
                </a:lnTo>
                <a:lnTo>
                  <a:pt x="8124" y="24217"/>
                </a:lnTo>
                <a:lnTo>
                  <a:pt x="8262" y="24024"/>
                </a:lnTo>
                <a:lnTo>
                  <a:pt x="8363" y="23792"/>
                </a:lnTo>
                <a:lnTo>
                  <a:pt x="8451" y="23599"/>
                </a:lnTo>
                <a:lnTo>
                  <a:pt x="8539" y="23368"/>
                </a:lnTo>
                <a:lnTo>
                  <a:pt x="8626" y="23174"/>
                </a:lnTo>
                <a:lnTo>
                  <a:pt x="8765" y="22943"/>
                </a:lnTo>
                <a:lnTo>
                  <a:pt x="8865" y="22762"/>
                </a:lnTo>
                <a:lnTo>
                  <a:pt x="8953" y="22518"/>
                </a:lnTo>
                <a:lnTo>
                  <a:pt x="9041" y="22338"/>
                </a:lnTo>
                <a:lnTo>
                  <a:pt x="9129" y="22106"/>
                </a:lnTo>
                <a:lnTo>
                  <a:pt x="9267" y="21913"/>
                </a:lnTo>
                <a:lnTo>
                  <a:pt x="9367" y="21681"/>
                </a:lnTo>
                <a:lnTo>
                  <a:pt x="9455" y="21488"/>
                </a:lnTo>
                <a:lnTo>
                  <a:pt x="9543" y="21308"/>
                </a:lnTo>
                <a:lnTo>
                  <a:pt x="9644" y="21063"/>
                </a:lnTo>
                <a:lnTo>
                  <a:pt x="9769" y="20883"/>
                </a:lnTo>
                <a:lnTo>
                  <a:pt x="9870" y="20651"/>
                </a:lnTo>
                <a:lnTo>
                  <a:pt x="9958" y="20458"/>
                </a:lnTo>
                <a:lnTo>
                  <a:pt x="10045" y="20226"/>
                </a:lnTo>
                <a:lnTo>
                  <a:pt x="10146" y="20033"/>
                </a:lnTo>
                <a:lnTo>
                  <a:pt x="10271" y="19801"/>
                </a:lnTo>
                <a:lnTo>
                  <a:pt x="10372" y="19608"/>
                </a:lnTo>
                <a:lnTo>
                  <a:pt x="10460" y="19428"/>
                </a:lnTo>
                <a:lnTo>
                  <a:pt x="10548" y="19196"/>
                </a:lnTo>
                <a:lnTo>
                  <a:pt x="10648" y="19003"/>
                </a:lnTo>
                <a:lnTo>
                  <a:pt x="10786" y="18771"/>
                </a:lnTo>
                <a:lnTo>
                  <a:pt x="10874" y="18578"/>
                </a:lnTo>
                <a:lnTo>
                  <a:pt x="10962" y="18346"/>
                </a:lnTo>
                <a:lnTo>
                  <a:pt x="11050" y="18153"/>
                </a:lnTo>
                <a:lnTo>
                  <a:pt x="11150" y="17973"/>
                </a:lnTo>
                <a:lnTo>
                  <a:pt x="11289" y="17741"/>
                </a:lnTo>
                <a:lnTo>
                  <a:pt x="11377" y="17548"/>
                </a:lnTo>
                <a:lnTo>
                  <a:pt x="11464" y="17316"/>
                </a:lnTo>
                <a:lnTo>
                  <a:pt x="11552" y="17123"/>
                </a:lnTo>
                <a:lnTo>
                  <a:pt x="11653" y="16891"/>
                </a:lnTo>
                <a:lnTo>
                  <a:pt x="11791" y="16698"/>
                </a:lnTo>
                <a:lnTo>
                  <a:pt x="11879" y="16518"/>
                </a:lnTo>
                <a:lnTo>
                  <a:pt x="11967" y="16286"/>
                </a:lnTo>
                <a:lnTo>
                  <a:pt x="12055" y="16093"/>
                </a:lnTo>
                <a:lnTo>
                  <a:pt x="12155" y="15861"/>
                </a:lnTo>
                <a:lnTo>
                  <a:pt x="12293" y="15668"/>
                </a:lnTo>
                <a:lnTo>
                  <a:pt x="12381" y="15488"/>
                </a:lnTo>
                <a:lnTo>
                  <a:pt x="12469" y="15243"/>
                </a:lnTo>
                <a:lnTo>
                  <a:pt x="12557" y="15063"/>
                </a:lnTo>
                <a:lnTo>
                  <a:pt x="12657" y="14831"/>
                </a:lnTo>
                <a:lnTo>
                  <a:pt x="12796" y="14638"/>
                </a:lnTo>
                <a:lnTo>
                  <a:pt x="12883" y="14445"/>
                </a:lnTo>
                <a:lnTo>
                  <a:pt x="12971" y="14213"/>
                </a:lnTo>
                <a:lnTo>
                  <a:pt x="13072" y="14033"/>
                </a:lnTo>
                <a:lnTo>
                  <a:pt x="13160" y="13789"/>
                </a:lnTo>
                <a:lnTo>
                  <a:pt x="13298" y="13608"/>
                </a:lnTo>
                <a:lnTo>
                  <a:pt x="13386" y="13415"/>
                </a:lnTo>
                <a:lnTo>
                  <a:pt x="13474" y="13183"/>
                </a:lnTo>
                <a:lnTo>
                  <a:pt x="13574" y="13003"/>
                </a:lnTo>
                <a:lnTo>
                  <a:pt x="13662" y="12759"/>
                </a:lnTo>
                <a:lnTo>
                  <a:pt x="13800" y="12578"/>
                </a:lnTo>
                <a:lnTo>
                  <a:pt x="13888" y="12385"/>
                </a:lnTo>
                <a:lnTo>
                  <a:pt x="13976" y="12153"/>
                </a:lnTo>
                <a:lnTo>
                  <a:pt x="14076" y="11960"/>
                </a:lnTo>
                <a:lnTo>
                  <a:pt x="14164" y="11780"/>
                </a:lnTo>
                <a:lnTo>
                  <a:pt x="14302" y="11548"/>
                </a:lnTo>
                <a:lnTo>
                  <a:pt x="14390" y="11355"/>
                </a:lnTo>
                <a:lnTo>
                  <a:pt x="14478" y="11123"/>
                </a:lnTo>
                <a:lnTo>
                  <a:pt x="14579" y="10930"/>
                </a:lnTo>
                <a:lnTo>
                  <a:pt x="14667" y="10750"/>
                </a:lnTo>
                <a:lnTo>
                  <a:pt x="14805" y="10505"/>
                </a:lnTo>
                <a:lnTo>
                  <a:pt x="14893" y="10325"/>
                </a:lnTo>
                <a:lnTo>
                  <a:pt x="14980" y="10132"/>
                </a:lnTo>
                <a:lnTo>
                  <a:pt x="15081" y="9900"/>
                </a:lnTo>
                <a:lnTo>
                  <a:pt x="15169" y="9707"/>
                </a:lnTo>
                <a:lnTo>
                  <a:pt x="15307" y="9527"/>
                </a:lnTo>
                <a:lnTo>
                  <a:pt x="15395" y="9295"/>
                </a:lnTo>
                <a:lnTo>
                  <a:pt x="15483" y="9102"/>
                </a:lnTo>
                <a:lnTo>
                  <a:pt x="15583" y="8909"/>
                </a:lnTo>
                <a:lnTo>
                  <a:pt x="15671" y="8677"/>
                </a:lnTo>
                <a:lnTo>
                  <a:pt x="15809" y="8497"/>
                </a:lnTo>
                <a:lnTo>
                  <a:pt x="15897" y="8304"/>
                </a:lnTo>
                <a:lnTo>
                  <a:pt x="15985" y="8072"/>
                </a:lnTo>
                <a:lnTo>
                  <a:pt x="16086" y="7879"/>
                </a:lnTo>
                <a:lnTo>
                  <a:pt x="16173" y="7699"/>
                </a:lnTo>
                <a:lnTo>
                  <a:pt x="16312" y="7454"/>
                </a:lnTo>
                <a:lnTo>
                  <a:pt x="16399" y="7274"/>
                </a:lnTo>
                <a:lnTo>
                  <a:pt x="16487" y="7081"/>
                </a:lnTo>
                <a:lnTo>
                  <a:pt x="16588" y="6849"/>
                </a:lnTo>
                <a:lnTo>
                  <a:pt x="16676" y="6669"/>
                </a:lnTo>
                <a:lnTo>
                  <a:pt x="16814" y="6476"/>
                </a:lnTo>
                <a:lnTo>
                  <a:pt x="16902" y="6244"/>
                </a:lnTo>
                <a:lnTo>
                  <a:pt x="17002" y="6051"/>
                </a:lnTo>
                <a:lnTo>
                  <a:pt x="17090" y="5870"/>
                </a:lnTo>
                <a:lnTo>
                  <a:pt x="17178" y="5626"/>
                </a:lnTo>
                <a:lnTo>
                  <a:pt x="17316" y="5446"/>
                </a:lnTo>
                <a:lnTo>
                  <a:pt x="17404" y="5252"/>
                </a:lnTo>
                <a:lnTo>
                  <a:pt x="17505" y="5021"/>
                </a:lnTo>
                <a:lnTo>
                  <a:pt x="17592" y="4828"/>
                </a:lnTo>
                <a:lnTo>
                  <a:pt x="17680" y="4647"/>
                </a:lnTo>
                <a:lnTo>
                  <a:pt x="17818" y="4416"/>
                </a:lnTo>
                <a:lnTo>
                  <a:pt x="17906" y="4222"/>
                </a:lnTo>
                <a:lnTo>
                  <a:pt x="18007" y="4029"/>
                </a:lnTo>
                <a:lnTo>
                  <a:pt x="18095" y="3849"/>
                </a:lnTo>
                <a:lnTo>
                  <a:pt x="18183" y="3617"/>
                </a:lnTo>
                <a:lnTo>
                  <a:pt x="18321" y="3424"/>
                </a:lnTo>
                <a:lnTo>
                  <a:pt x="18409" y="3231"/>
                </a:lnTo>
                <a:lnTo>
                  <a:pt x="18509" y="2999"/>
                </a:lnTo>
                <a:lnTo>
                  <a:pt x="18597" y="2819"/>
                </a:lnTo>
                <a:lnTo>
                  <a:pt x="18685" y="2626"/>
                </a:lnTo>
                <a:lnTo>
                  <a:pt x="18823" y="2394"/>
                </a:lnTo>
                <a:lnTo>
                  <a:pt x="18911" y="2201"/>
                </a:lnTo>
                <a:lnTo>
                  <a:pt x="19011" y="2021"/>
                </a:lnTo>
                <a:lnTo>
                  <a:pt x="19099" y="1828"/>
                </a:lnTo>
                <a:lnTo>
                  <a:pt x="19187" y="1596"/>
                </a:lnTo>
                <a:lnTo>
                  <a:pt x="19325" y="1403"/>
                </a:lnTo>
                <a:lnTo>
                  <a:pt x="19413" y="1223"/>
                </a:lnTo>
                <a:lnTo>
                  <a:pt x="19514" y="1029"/>
                </a:lnTo>
                <a:lnTo>
                  <a:pt x="19602" y="798"/>
                </a:lnTo>
                <a:lnTo>
                  <a:pt x="19690" y="605"/>
                </a:lnTo>
                <a:lnTo>
                  <a:pt x="19828" y="424"/>
                </a:lnTo>
                <a:lnTo>
                  <a:pt x="19916" y="193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464425" y="5108031"/>
            <a:ext cx="20016" cy="37865"/>
          </a:xfrm>
          <a:custGeom>
            <a:avLst/>
            <a:gdLst/>
            <a:ahLst/>
            <a:cxnLst/>
            <a:rect l="l" t="t" r="r" b="b"/>
            <a:pathLst>
              <a:path w="20016" h="37865">
                <a:moveTo>
                  <a:pt x="0" y="37865"/>
                </a:moveTo>
                <a:lnTo>
                  <a:pt x="87" y="37672"/>
                </a:lnTo>
                <a:lnTo>
                  <a:pt x="175" y="37491"/>
                </a:lnTo>
                <a:lnTo>
                  <a:pt x="313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8" y="36461"/>
                </a:lnTo>
                <a:lnTo>
                  <a:pt x="816" y="36268"/>
                </a:lnTo>
                <a:lnTo>
                  <a:pt x="916" y="36088"/>
                </a:lnTo>
                <a:lnTo>
                  <a:pt x="1004" y="35895"/>
                </a:lnTo>
                <a:lnTo>
                  <a:pt x="1092" y="35663"/>
                </a:lnTo>
                <a:lnTo>
                  <a:pt x="1180" y="35470"/>
                </a:lnTo>
                <a:lnTo>
                  <a:pt x="1318" y="35290"/>
                </a:lnTo>
                <a:lnTo>
                  <a:pt x="1418" y="35097"/>
                </a:lnTo>
                <a:lnTo>
                  <a:pt x="1506" y="34904"/>
                </a:lnTo>
                <a:lnTo>
                  <a:pt x="1594" y="34672"/>
                </a:lnTo>
                <a:lnTo>
                  <a:pt x="1682" y="34492"/>
                </a:lnTo>
                <a:lnTo>
                  <a:pt x="1820" y="34298"/>
                </a:lnTo>
                <a:lnTo>
                  <a:pt x="1921" y="34105"/>
                </a:lnTo>
                <a:lnTo>
                  <a:pt x="2009" y="33874"/>
                </a:lnTo>
                <a:lnTo>
                  <a:pt x="2097" y="33693"/>
                </a:lnTo>
                <a:lnTo>
                  <a:pt x="2184" y="33500"/>
                </a:lnTo>
                <a:lnTo>
                  <a:pt x="2323" y="33307"/>
                </a:lnTo>
                <a:lnTo>
                  <a:pt x="2423" y="33127"/>
                </a:lnTo>
                <a:lnTo>
                  <a:pt x="2511" y="32895"/>
                </a:lnTo>
                <a:lnTo>
                  <a:pt x="2599" y="32702"/>
                </a:lnTo>
                <a:lnTo>
                  <a:pt x="2687" y="32522"/>
                </a:lnTo>
                <a:lnTo>
                  <a:pt x="2825" y="32329"/>
                </a:lnTo>
                <a:lnTo>
                  <a:pt x="2925" y="32097"/>
                </a:lnTo>
                <a:lnTo>
                  <a:pt x="3013" y="31904"/>
                </a:lnTo>
                <a:lnTo>
                  <a:pt x="3101" y="31723"/>
                </a:lnTo>
                <a:lnTo>
                  <a:pt x="3202" y="31530"/>
                </a:lnTo>
                <a:lnTo>
                  <a:pt x="3327" y="31337"/>
                </a:lnTo>
                <a:lnTo>
                  <a:pt x="3428" y="31105"/>
                </a:lnTo>
                <a:lnTo>
                  <a:pt x="3516" y="30925"/>
                </a:lnTo>
                <a:lnTo>
                  <a:pt x="3603" y="30732"/>
                </a:lnTo>
                <a:lnTo>
                  <a:pt x="3704" y="30539"/>
                </a:lnTo>
                <a:lnTo>
                  <a:pt x="3830" y="30359"/>
                </a:lnTo>
                <a:lnTo>
                  <a:pt x="3930" y="30166"/>
                </a:lnTo>
                <a:lnTo>
                  <a:pt x="4018" y="29934"/>
                </a:lnTo>
                <a:lnTo>
                  <a:pt x="4106" y="29754"/>
                </a:lnTo>
                <a:lnTo>
                  <a:pt x="4206" y="29560"/>
                </a:lnTo>
                <a:lnTo>
                  <a:pt x="4344" y="29367"/>
                </a:lnTo>
                <a:lnTo>
                  <a:pt x="4432" y="29187"/>
                </a:lnTo>
                <a:lnTo>
                  <a:pt x="4520" y="28955"/>
                </a:lnTo>
                <a:lnTo>
                  <a:pt x="4608" y="28762"/>
                </a:lnTo>
                <a:lnTo>
                  <a:pt x="4709" y="28569"/>
                </a:lnTo>
                <a:lnTo>
                  <a:pt x="4847" y="28389"/>
                </a:lnTo>
                <a:lnTo>
                  <a:pt x="4935" y="28196"/>
                </a:lnTo>
                <a:lnTo>
                  <a:pt x="5022" y="28015"/>
                </a:lnTo>
                <a:lnTo>
                  <a:pt x="5110" y="27771"/>
                </a:lnTo>
                <a:lnTo>
                  <a:pt x="5211" y="27591"/>
                </a:lnTo>
                <a:lnTo>
                  <a:pt x="5349" y="27397"/>
                </a:lnTo>
                <a:lnTo>
                  <a:pt x="5437" y="27217"/>
                </a:lnTo>
                <a:lnTo>
                  <a:pt x="5525" y="27024"/>
                </a:lnTo>
                <a:lnTo>
                  <a:pt x="5613" y="26844"/>
                </a:lnTo>
                <a:lnTo>
                  <a:pt x="5713" y="26651"/>
                </a:lnTo>
                <a:lnTo>
                  <a:pt x="5851" y="26419"/>
                </a:lnTo>
                <a:lnTo>
                  <a:pt x="5939" y="26226"/>
                </a:lnTo>
                <a:lnTo>
                  <a:pt x="6027" y="26046"/>
                </a:lnTo>
                <a:lnTo>
                  <a:pt x="6115" y="25852"/>
                </a:lnTo>
                <a:lnTo>
                  <a:pt x="6215" y="25659"/>
                </a:lnTo>
                <a:lnTo>
                  <a:pt x="6354" y="25479"/>
                </a:lnTo>
                <a:lnTo>
                  <a:pt x="6441" y="25286"/>
                </a:lnTo>
                <a:lnTo>
                  <a:pt x="6529" y="25054"/>
                </a:lnTo>
                <a:lnTo>
                  <a:pt x="6630" y="24861"/>
                </a:lnTo>
                <a:lnTo>
                  <a:pt x="6718" y="24681"/>
                </a:lnTo>
                <a:lnTo>
                  <a:pt x="6856" y="24488"/>
                </a:lnTo>
                <a:lnTo>
                  <a:pt x="6944" y="24307"/>
                </a:lnTo>
                <a:lnTo>
                  <a:pt x="7032" y="24114"/>
                </a:lnTo>
                <a:lnTo>
                  <a:pt x="7132" y="23934"/>
                </a:lnTo>
                <a:lnTo>
                  <a:pt x="7220" y="23741"/>
                </a:lnTo>
                <a:lnTo>
                  <a:pt x="7358" y="23509"/>
                </a:lnTo>
                <a:lnTo>
                  <a:pt x="7446" y="23316"/>
                </a:lnTo>
                <a:lnTo>
                  <a:pt x="7534" y="23136"/>
                </a:lnTo>
                <a:lnTo>
                  <a:pt x="7634" y="22943"/>
                </a:lnTo>
                <a:lnTo>
                  <a:pt x="7722" y="22750"/>
                </a:lnTo>
                <a:lnTo>
                  <a:pt x="7860" y="22569"/>
                </a:lnTo>
                <a:lnTo>
                  <a:pt x="7948" y="22376"/>
                </a:lnTo>
                <a:lnTo>
                  <a:pt x="8036" y="22196"/>
                </a:lnTo>
                <a:lnTo>
                  <a:pt x="8137" y="22003"/>
                </a:lnTo>
                <a:lnTo>
                  <a:pt x="8225" y="21771"/>
                </a:lnTo>
                <a:lnTo>
                  <a:pt x="8363" y="21578"/>
                </a:lnTo>
                <a:lnTo>
                  <a:pt x="8451" y="21398"/>
                </a:lnTo>
                <a:lnTo>
                  <a:pt x="8539" y="21205"/>
                </a:lnTo>
                <a:lnTo>
                  <a:pt x="8639" y="21024"/>
                </a:lnTo>
                <a:lnTo>
                  <a:pt x="8727" y="20831"/>
                </a:lnTo>
                <a:lnTo>
                  <a:pt x="8865" y="20638"/>
                </a:lnTo>
                <a:lnTo>
                  <a:pt x="8953" y="20458"/>
                </a:lnTo>
                <a:lnTo>
                  <a:pt x="9041" y="20265"/>
                </a:lnTo>
                <a:lnTo>
                  <a:pt x="9141" y="20084"/>
                </a:lnTo>
                <a:lnTo>
                  <a:pt x="9229" y="19891"/>
                </a:lnTo>
                <a:lnTo>
                  <a:pt x="9367" y="19660"/>
                </a:lnTo>
                <a:lnTo>
                  <a:pt x="9455" y="19466"/>
                </a:lnTo>
                <a:lnTo>
                  <a:pt x="9543" y="19286"/>
                </a:lnTo>
                <a:lnTo>
                  <a:pt x="9644" y="19093"/>
                </a:lnTo>
                <a:lnTo>
                  <a:pt x="9731" y="18913"/>
                </a:lnTo>
                <a:lnTo>
                  <a:pt x="9870" y="18720"/>
                </a:lnTo>
                <a:lnTo>
                  <a:pt x="9958" y="18527"/>
                </a:lnTo>
                <a:lnTo>
                  <a:pt x="10045" y="18346"/>
                </a:lnTo>
                <a:lnTo>
                  <a:pt x="10146" y="18153"/>
                </a:lnTo>
                <a:lnTo>
                  <a:pt x="10234" y="17973"/>
                </a:lnTo>
                <a:lnTo>
                  <a:pt x="10372" y="17780"/>
                </a:lnTo>
                <a:lnTo>
                  <a:pt x="10460" y="17600"/>
                </a:lnTo>
                <a:lnTo>
                  <a:pt x="10560" y="17406"/>
                </a:lnTo>
                <a:lnTo>
                  <a:pt x="10648" y="17213"/>
                </a:lnTo>
                <a:lnTo>
                  <a:pt x="10736" y="17033"/>
                </a:lnTo>
                <a:lnTo>
                  <a:pt x="10874" y="16840"/>
                </a:lnTo>
                <a:lnTo>
                  <a:pt x="10962" y="16660"/>
                </a:lnTo>
                <a:lnTo>
                  <a:pt x="11063" y="16467"/>
                </a:lnTo>
                <a:lnTo>
                  <a:pt x="11150" y="16235"/>
                </a:lnTo>
                <a:lnTo>
                  <a:pt x="11238" y="16042"/>
                </a:lnTo>
                <a:lnTo>
                  <a:pt x="11377" y="15861"/>
                </a:lnTo>
                <a:lnTo>
                  <a:pt x="11464" y="15668"/>
                </a:lnTo>
                <a:lnTo>
                  <a:pt x="11565" y="15488"/>
                </a:lnTo>
                <a:lnTo>
                  <a:pt x="11653" y="15295"/>
                </a:lnTo>
                <a:lnTo>
                  <a:pt x="11741" y="15102"/>
                </a:lnTo>
                <a:lnTo>
                  <a:pt x="11879" y="14922"/>
                </a:lnTo>
                <a:lnTo>
                  <a:pt x="11967" y="14728"/>
                </a:lnTo>
                <a:lnTo>
                  <a:pt x="12067" y="14548"/>
                </a:lnTo>
                <a:lnTo>
                  <a:pt x="12155" y="14355"/>
                </a:lnTo>
                <a:lnTo>
                  <a:pt x="12243" y="14175"/>
                </a:lnTo>
                <a:lnTo>
                  <a:pt x="12381" y="13982"/>
                </a:lnTo>
                <a:lnTo>
                  <a:pt x="12469" y="13789"/>
                </a:lnTo>
                <a:lnTo>
                  <a:pt x="12569" y="13608"/>
                </a:lnTo>
                <a:lnTo>
                  <a:pt x="12657" y="13415"/>
                </a:lnTo>
                <a:lnTo>
                  <a:pt x="12745" y="13235"/>
                </a:lnTo>
                <a:lnTo>
                  <a:pt x="12883" y="13042"/>
                </a:lnTo>
                <a:lnTo>
                  <a:pt x="12971" y="12862"/>
                </a:lnTo>
                <a:lnTo>
                  <a:pt x="13072" y="12668"/>
                </a:lnTo>
                <a:lnTo>
                  <a:pt x="13160" y="12475"/>
                </a:lnTo>
                <a:lnTo>
                  <a:pt x="13248" y="12295"/>
                </a:lnTo>
                <a:lnTo>
                  <a:pt x="13386" y="12102"/>
                </a:lnTo>
                <a:lnTo>
                  <a:pt x="13474" y="11922"/>
                </a:lnTo>
                <a:lnTo>
                  <a:pt x="13574" y="11729"/>
                </a:lnTo>
                <a:lnTo>
                  <a:pt x="13662" y="11535"/>
                </a:lnTo>
                <a:lnTo>
                  <a:pt x="13750" y="11355"/>
                </a:lnTo>
                <a:lnTo>
                  <a:pt x="13888" y="11162"/>
                </a:lnTo>
                <a:lnTo>
                  <a:pt x="13976" y="10982"/>
                </a:lnTo>
                <a:lnTo>
                  <a:pt x="14076" y="10789"/>
                </a:lnTo>
                <a:lnTo>
                  <a:pt x="14164" y="10608"/>
                </a:lnTo>
                <a:lnTo>
                  <a:pt x="14252" y="10415"/>
                </a:lnTo>
                <a:lnTo>
                  <a:pt x="14390" y="10222"/>
                </a:lnTo>
                <a:lnTo>
                  <a:pt x="14491" y="10042"/>
                </a:lnTo>
                <a:lnTo>
                  <a:pt x="14579" y="9849"/>
                </a:lnTo>
                <a:lnTo>
                  <a:pt x="14667" y="9669"/>
                </a:lnTo>
                <a:lnTo>
                  <a:pt x="14754" y="9527"/>
                </a:lnTo>
                <a:lnTo>
                  <a:pt x="14893" y="9334"/>
                </a:lnTo>
                <a:lnTo>
                  <a:pt x="14993" y="9154"/>
                </a:lnTo>
                <a:lnTo>
                  <a:pt x="15081" y="8960"/>
                </a:lnTo>
                <a:lnTo>
                  <a:pt x="15169" y="8767"/>
                </a:lnTo>
                <a:lnTo>
                  <a:pt x="15257" y="8587"/>
                </a:lnTo>
                <a:lnTo>
                  <a:pt x="15395" y="8394"/>
                </a:lnTo>
                <a:lnTo>
                  <a:pt x="15495" y="8214"/>
                </a:lnTo>
                <a:lnTo>
                  <a:pt x="15583" y="8021"/>
                </a:lnTo>
                <a:lnTo>
                  <a:pt x="15671" y="7840"/>
                </a:lnTo>
                <a:lnTo>
                  <a:pt x="15759" y="7647"/>
                </a:lnTo>
                <a:lnTo>
                  <a:pt x="15897" y="7454"/>
                </a:lnTo>
                <a:lnTo>
                  <a:pt x="15998" y="7274"/>
                </a:lnTo>
                <a:lnTo>
                  <a:pt x="16086" y="7081"/>
                </a:lnTo>
                <a:lnTo>
                  <a:pt x="16173" y="6900"/>
                </a:lnTo>
                <a:lnTo>
                  <a:pt x="16261" y="6707"/>
                </a:lnTo>
                <a:lnTo>
                  <a:pt x="16399" y="6527"/>
                </a:lnTo>
                <a:lnTo>
                  <a:pt x="16500" y="6385"/>
                </a:lnTo>
                <a:lnTo>
                  <a:pt x="16588" y="6192"/>
                </a:lnTo>
                <a:lnTo>
                  <a:pt x="16676" y="5999"/>
                </a:lnTo>
                <a:lnTo>
                  <a:pt x="16776" y="5819"/>
                </a:lnTo>
                <a:lnTo>
                  <a:pt x="16902" y="5626"/>
                </a:lnTo>
                <a:lnTo>
                  <a:pt x="17002" y="5446"/>
                </a:lnTo>
                <a:lnTo>
                  <a:pt x="17090" y="5252"/>
                </a:lnTo>
                <a:lnTo>
                  <a:pt x="17178" y="5072"/>
                </a:lnTo>
                <a:lnTo>
                  <a:pt x="17278" y="4879"/>
                </a:lnTo>
                <a:lnTo>
                  <a:pt x="17404" y="4686"/>
                </a:lnTo>
                <a:lnTo>
                  <a:pt x="17505" y="4506"/>
                </a:lnTo>
                <a:lnTo>
                  <a:pt x="17592" y="4364"/>
                </a:lnTo>
                <a:lnTo>
                  <a:pt x="17680" y="4171"/>
                </a:lnTo>
                <a:lnTo>
                  <a:pt x="17781" y="3991"/>
                </a:lnTo>
                <a:lnTo>
                  <a:pt x="17919" y="3798"/>
                </a:lnTo>
                <a:lnTo>
                  <a:pt x="18007" y="3617"/>
                </a:lnTo>
                <a:lnTo>
                  <a:pt x="18095" y="3424"/>
                </a:lnTo>
                <a:lnTo>
                  <a:pt x="18183" y="3231"/>
                </a:lnTo>
                <a:lnTo>
                  <a:pt x="18283" y="3051"/>
                </a:lnTo>
                <a:lnTo>
                  <a:pt x="18421" y="2858"/>
                </a:lnTo>
                <a:lnTo>
                  <a:pt x="18509" y="2716"/>
                </a:lnTo>
                <a:lnTo>
                  <a:pt x="18597" y="2536"/>
                </a:lnTo>
                <a:lnTo>
                  <a:pt x="18685" y="2343"/>
                </a:lnTo>
                <a:lnTo>
                  <a:pt x="18785" y="2162"/>
                </a:lnTo>
                <a:lnTo>
                  <a:pt x="18924" y="1969"/>
                </a:lnTo>
                <a:lnTo>
                  <a:pt x="19011" y="1776"/>
                </a:lnTo>
                <a:lnTo>
                  <a:pt x="19099" y="1596"/>
                </a:lnTo>
                <a:lnTo>
                  <a:pt x="19187" y="1403"/>
                </a:lnTo>
                <a:lnTo>
                  <a:pt x="19288" y="1261"/>
                </a:lnTo>
                <a:lnTo>
                  <a:pt x="19426" y="1081"/>
                </a:lnTo>
                <a:lnTo>
                  <a:pt x="19514" y="888"/>
                </a:lnTo>
                <a:lnTo>
                  <a:pt x="19602" y="708"/>
                </a:lnTo>
                <a:lnTo>
                  <a:pt x="19690" y="514"/>
                </a:lnTo>
                <a:lnTo>
                  <a:pt x="19790" y="321"/>
                </a:lnTo>
                <a:lnTo>
                  <a:pt x="19928" y="141"/>
                </a:lnTo>
                <a:lnTo>
                  <a:pt x="20016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484442" y="5074298"/>
            <a:ext cx="20016" cy="33732"/>
          </a:xfrm>
          <a:custGeom>
            <a:avLst/>
            <a:gdLst/>
            <a:ahLst/>
            <a:cxnLst/>
            <a:rect l="l" t="t" r="r" b="b"/>
            <a:pathLst>
              <a:path w="20016" h="33732">
                <a:moveTo>
                  <a:pt x="0" y="33732"/>
                </a:moveTo>
                <a:lnTo>
                  <a:pt x="87" y="33539"/>
                </a:lnTo>
                <a:lnTo>
                  <a:pt x="175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0" y="32470"/>
                </a:lnTo>
                <a:lnTo>
                  <a:pt x="778" y="32277"/>
                </a:lnTo>
                <a:lnTo>
                  <a:pt x="916" y="32084"/>
                </a:lnTo>
                <a:lnTo>
                  <a:pt x="1004" y="31904"/>
                </a:lnTo>
                <a:lnTo>
                  <a:pt x="1092" y="31711"/>
                </a:lnTo>
                <a:lnTo>
                  <a:pt x="1192" y="31569"/>
                </a:lnTo>
                <a:lnTo>
                  <a:pt x="1280" y="31389"/>
                </a:lnTo>
                <a:lnTo>
                  <a:pt x="1418" y="31196"/>
                </a:lnTo>
                <a:lnTo>
                  <a:pt x="1506" y="31015"/>
                </a:lnTo>
                <a:lnTo>
                  <a:pt x="1594" y="30822"/>
                </a:lnTo>
                <a:lnTo>
                  <a:pt x="1695" y="30681"/>
                </a:lnTo>
                <a:lnTo>
                  <a:pt x="1783" y="30487"/>
                </a:lnTo>
                <a:lnTo>
                  <a:pt x="1921" y="30307"/>
                </a:lnTo>
                <a:lnTo>
                  <a:pt x="2009" y="30114"/>
                </a:lnTo>
                <a:lnTo>
                  <a:pt x="2097" y="29934"/>
                </a:lnTo>
                <a:lnTo>
                  <a:pt x="2197" y="29792"/>
                </a:lnTo>
                <a:lnTo>
                  <a:pt x="2285" y="29599"/>
                </a:lnTo>
                <a:lnTo>
                  <a:pt x="2423" y="29419"/>
                </a:lnTo>
                <a:lnTo>
                  <a:pt x="2511" y="29226"/>
                </a:lnTo>
                <a:lnTo>
                  <a:pt x="2599" y="29033"/>
                </a:lnTo>
                <a:lnTo>
                  <a:pt x="2699" y="28904"/>
                </a:lnTo>
                <a:lnTo>
                  <a:pt x="2787" y="28711"/>
                </a:lnTo>
                <a:lnTo>
                  <a:pt x="2925" y="28518"/>
                </a:lnTo>
                <a:lnTo>
                  <a:pt x="3013" y="28337"/>
                </a:lnTo>
                <a:lnTo>
                  <a:pt x="3101" y="28144"/>
                </a:lnTo>
                <a:lnTo>
                  <a:pt x="3202" y="28003"/>
                </a:lnTo>
                <a:lnTo>
                  <a:pt x="3290" y="27822"/>
                </a:lnTo>
                <a:lnTo>
                  <a:pt x="3428" y="27629"/>
                </a:lnTo>
                <a:lnTo>
                  <a:pt x="3516" y="27449"/>
                </a:lnTo>
                <a:lnTo>
                  <a:pt x="3603" y="27307"/>
                </a:lnTo>
                <a:lnTo>
                  <a:pt x="3704" y="27114"/>
                </a:lnTo>
                <a:lnTo>
                  <a:pt x="3792" y="26921"/>
                </a:lnTo>
                <a:lnTo>
                  <a:pt x="3930" y="26741"/>
                </a:lnTo>
                <a:lnTo>
                  <a:pt x="4018" y="26599"/>
                </a:lnTo>
                <a:lnTo>
                  <a:pt x="4118" y="26406"/>
                </a:lnTo>
                <a:lnTo>
                  <a:pt x="4206" y="26226"/>
                </a:lnTo>
                <a:lnTo>
                  <a:pt x="4294" y="26033"/>
                </a:lnTo>
                <a:lnTo>
                  <a:pt x="4432" y="25891"/>
                </a:lnTo>
                <a:lnTo>
                  <a:pt x="4520" y="25711"/>
                </a:lnTo>
                <a:lnTo>
                  <a:pt x="4621" y="25518"/>
                </a:lnTo>
                <a:lnTo>
                  <a:pt x="4709" y="25337"/>
                </a:lnTo>
                <a:lnTo>
                  <a:pt x="4796" y="25196"/>
                </a:lnTo>
                <a:lnTo>
                  <a:pt x="4935" y="25003"/>
                </a:lnTo>
                <a:lnTo>
                  <a:pt x="5022" y="24810"/>
                </a:lnTo>
                <a:lnTo>
                  <a:pt x="5123" y="24629"/>
                </a:lnTo>
                <a:lnTo>
                  <a:pt x="5211" y="24488"/>
                </a:lnTo>
                <a:lnTo>
                  <a:pt x="5299" y="24295"/>
                </a:lnTo>
                <a:lnTo>
                  <a:pt x="5437" y="24114"/>
                </a:lnTo>
                <a:lnTo>
                  <a:pt x="5525" y="23973"/>
                </a:lnTo>
                <a:lnTo>
                  <a:pt x="5625" y="23780"/>
                </a:lnTo>
                <a:lnTo>
                  <a:pt x="5713" y="23599"/>
                </a:lnTo>
                <a:lnTo>
                  <a:pt x="5801" y="23406"/>
                </a:lnTo>
                <a:lnTo>
                  <a:pt x="5939" y="23265"/>
                </a:lnTo>
                <a:lnTo>
                  <a:pt x="6027" y="23084"/>
                </a:lnTo>
                <a:lnTo>
                  <a:pt x="6128" y="22891"/>
                </a:lnTo>
                <a:lnTo>
                  <a:pt x="6215" y="22750"/>
                </a:lnTo>
                <a:lnTo>
                  <a:pt x="6303" y="22569"/>
                </a:lnTo>
                <a:lnTo>
                  <a:pt x="6441" y="22376"/>
                </a:lnTo>
                <a:lnTo>
                  <a:pt x="6529" y="22183"/>
                </a:lnTo>
                <a:lnTo>
                  <a:pt x="6630" y="22041"/>
                </a:lnTo>
                <a:lnTo>
                  <a:pt x="6718" y="21861"/>
                </a:lnTo>
                <a:lnTo>
                  <a:pt x="6806" y="21668"/>
                </a:lnTo>
                <a:lnTo>
                  <a:pt x="6944" y="21526"/>
                </a:lnTo>
                <a:lnTo>
                  <a:pt x="7032" y="21346"/>
                </a:lnTo>
                <a:lnTo>
                  <a:pt x="7132" y="21153"/>
                </a:lnTo>
                <a:lnTo>
                  <a:pt x="7220" y="21011"/>
                </a:lnTo>
                <a:lnTo>
                  <a:pt x="7308" y="20831"/>
                </a:lnTo>
                <a:lnTo>
                  <a:pt x="7446" y="20638"/>
                </a:lnTo>
                <a:lnTo>
                  <a:pt x="7534" y="20496"/>
                </a:lnTo>
                <a:lnTo>
                  <a:pt x="7634" y="20316"/>
                </a:lnTo>
                <a:lnTo>
                  <a:pt x="7722" y="20123"/>
                </a:lnTo>
                <a:lnTo>
                  <a:pt x="7810" y="19981"/>
                </a:lnTo>
                <a:lnTo>
                  <a:pt x="7948" y="19801"/>
                </a:lnTo>
                <a:lnTo>
                  <a:pt x="8049" y="19608"/>
                </a:lnTo>
                <a:lnTo>
                  <a:pt x="8137" y="19466"/>
                </a:lnTo>
                <a:lnTo>
                  <a:pt x="8225" y="19273"/>
                </a:lnTo>
                <a:lnTo>
                  <a:pt x="8313" y="19093"/>
                </a:lnTo>
                <a:lnTo>
                  <a:pt x="8451" y="18951"/>
                </a:lnTo>
                <a:lnTo>
                  <a:pt x="8551" y="18758"/>
                </a:lnTo>
                <a:lnTo>
                  <a:pt x="8639" y="18578"/>
                </a:lnTo>
                <a:lnTo>
                  <a:pt x="8727" y="18436"/>
                </a:lnTo>
                <a:lnTo>
                  <a:pt x="8815" y="18243"/>
                </a:lnTo>
                <a:lnTo>
                  <a:pt x="8953" y="18063"/>
                </a:lnTo>
                <a:lnTo>
                  <a:pt x="9053" y="17921"/>
                </a:lnTo>
                <a:lnTo>
                  <a:pt x="9141" y="17728"/>
                </a:lnTo>
                <a:lnTo>
                  <a:pt x="9229" y="17587"/>
                </a:lnTo>
                <a:lnTo>
                  <a:pt x="9317" y="17406"/>
                </a:lnTo>
                <a:lnTo>
                  <a:pt x="9455" y="17213"/>
                </a:lnTo>
                <a:lnTo>
                  <a:pt x="9556" y="17072"/>
                </a:lnTo>
                <a:lnTo>
                  <a:pt x="9644" y="16891"/>
                </a:lnTo>
                <a:lnTo>
                  <a:pt x="9731" y="16698"/>
                </a:lnTo>
                <a:lnTo>
                  <a:pt x="9819" y="16557"/>
                </a:lnTo>
                <a:lnTo>
                  <a:pt x="9958" y="16364"/>
                </a:lnTo>
                <a:lnTo>
                  <a:pt x="10058" y="16235"/>
                </a:lnTo>
                <a:lnTo>
                  <a:pt x="10146" y="16042"/>
                </a:lnTo>
                <a:lnTo>
                  <a:pt x="10234" y="15849"/>
                </a:lnTo>
                <a:lnTo>
                  <a:pt x="10334" y="15707"/>
                </a:lnTo>
                <a:lnTo>
                  <a:pt x="10460" y="15527"/>
                </a:lnTo>
                <a:lnTo>
                  <a:pt x="10560" y="15385"/>
                </a:lnTo>
                <a:lnTo>
                  <a:pt x="10648" y="15192"/>
                </a:lnTo>
                <a:lnTo>
                  <a:pt x="10736" y="15012"/>
                </a:lnTo>
                <a:lnTo>
                  <a:pt x="10837" y="14870"/>
                </a:lnTo>
                <a:lnTo>
                  <a:pt x="10962" y="14677"/>
                </a:lnTo>
                <a:lnTo>
                  <a:pt x="11063" y="14535"/>
                </a:lnTo>
                <a:lnTo>
                  <a:pt x="11150" y="14355"/>
                </a:lnTo>
                <a:lnTo>
                  <a:pt x="11238" y="14162"/>
                </a:lnTo>
                <a:lnTo>
                  <a:pt x="11339" y="14020"/>
                </a:lnTo>
                <a:lnTo>
                  <a:pt x="11464" y="13840"/>
                </a:lnTo>
                <a:lnTo>
                  <a:pt x="11565" y="13698"/>
                </a:lnTo>
                <a:lnTo>
                  <a:pt x="11653" y="13505"/>
                </a:lnTo>
                <a:lnTo>
                  <a:pt x="11741" y="13364"/>
                </a:lnTo>
                <a:lnTo>
                  <a:pt x="11841" y="13183"/>
                </a:lnTo>
                <a:lnTo>
                  <a:pt x="11979" y="12990"/>
                </a:lnTo>
                <a:lnTo>
                  <a:pt x="12067" y="12849"/>
                </a:lnTo>
                <a:lnTo>
                  <a:pt x="12155" y="12668"/>
                </a:lnTo>
                <a:lnTo>
                  <a:pt x="12243" y="12527"/>
                </a:lnTo>
                <a:lnTo>
                  <a:pt x="12343" y="12334"/>
                </a:lnTo>
                <a:lnTo>
                  <a:pt x="12482" y="12192"/>
                </a:lnTo>
                <a:lnTo>
                  <a:pt x="12569" y="12012"/>
                </a:lnTo>
                <a:lnTo>
                  <a:pt x="12657" y="11819"/>
                </a:lnTo>
                <a:lnTo>
                  <a:pt x="12745" y="11677"/>
                </a:lnTo>
                <a:lnTo>
                  <a:pt x="12846" y="11484"/>
                </a:lnTo>
                <a:lnTo>
                  <a:pt x="12984" y="11355"/>
                </a:lnTo>
                <a:lnTo>
                  <a:pt x="13072" y="11162"/>
                </a:lnTo>
                <a:lnTo>
                  <a:pt x="13160" y="11020"/>
                </a:lnTo>
                <a:lnTo>
                  <a:pt x="13248" y="10827"/>
                </a:lnTo>
                <a:lnTo>
                  <a:pt x="13348" y="10699"/>
                </a:lnTo>
                <a:lnTo>
                  <a:pt x="13486" y="10505"/>
                </a:lnTo>
                <a:lnTo>
                  <a:pt x="13574" y="10364"/>
                </a:lnTo>
                <a:lnTo>
                  <a:pt x="13662" y="10171"/>
                </a:lnTo>
                <a:lnTo>
                  <a:pt x="13750" y="10029"/>
                </a:lnTo>
                <a:lnTo>
                  <a:pt x="13850" y="9849"/>
                </a:lnTo>
                <a:lnTo>
                  <a:pt x="13988" y="9707"/>
                </a:lnTo>
                <a:lnTo>
                  <a:pt x="14076" y="9514"/>
                </a:lnTo>
                <a:lnTo>
                  <a:pt x="14164" y="9334"/>
                </a:lnTo>
                <a:lnTo>
                  <a:pt x="14265" y="9192"/>
                </a:lnTo>
                <a:lnTo>
                  <a:pt x="14353" y="8999"/>
                </a:lnTo>
                <a:lnTo>
                  <a:pt x="14491" y="8857"/>
                </a:lnTo>
                <a:lnTo>
                  <a:pt x="14579" y="8677"/>
                </a:lnTo>
                <a:lnTo>
                  <a:pt x="14667" y="8536"/>
                </a:lnTo>
                <a:lnTo>
                  <a:pt x="14767" y="8342"/>
                </a:lnTo>
                <a:lnTo>
                  <a:pt x="14855" y="8201"/>
                </a:lnTo>
                <a:lnTo>
                  <a:pt x="14993" y="8021"/>
                </a:lnTo>
                <a:lnTo>
                  <a:pt x="15081" y="7879"/>
                </a:lnTo>
                <a:lnTo>
                  <a:pt x="15169" y="7686"/>
                </a:lnTo>
                <a:lnTo>
                  <a:pt x="15269" y="7544"/>
                </a:lnTo>
                <a:lnTo>
                  <a:pt x="15357" y="7403"/>
                </a:lnTo>
                <a:lnTo>
                  <a:pt x="15495" y="7222"/>
                </a:lnTo>
                <a:lnTo>
                  <a:pt x="15583" y="7081"/>
                </a:lnTo>
                <a:lnTo>
                  <a:pt x="15671" y="6888"/>
                </a:lnTo>
                <a:lnTo>
                  <a:pt x="15772" y="6746"/>
                </a:lnTo>
                <a:lnTo>
                  <a:pt x="15860" y="6566"/>
                </a:lnTo>
                <a:lnTo>
                  <a:pt x="15998" y="6424"/>
                </a:lnTo>
                <a:lnTo>
                  <a:pt x="16086" y="6231"/>
                </a:lnTo>
                <a:lnTo>
                  <a:pt x="16173" y="6089"/>
                </a:lnTo>
                <a:lnTo>
                  <a:pt x="16274" y="5909"/>
                </a:lnTo>
                <a:lnTo>
                  <a:pt x="16362" y="5767"/>
                </a:lnTo>
                <a:lnTo>
                  <a:pt x="16500" y="5574"/>
                </a:lnTo>
                <a:lnTo>
                  <a:pt x="16588" y="5433"/>
                </a:lnTo>
                <a:lnTo>
                  <a:pt x="16676" y="5252"/>
                </a:lnTo>
                <a:lnTo>
                  <a:pt x="16776" y="5111"/>
                </a:lnTo>
                <a:lnTo>
                  <a:pt x="16864" y="4969"/>
                </a:lnTo>
                <a:lnTo>
                  <a:pt x="17002" y="4776"/>
                </a:lnTo>
                <a:lnTo>
                  <a:pt x="17090" y="4634"/>
                </a:lnTo>
                <a:lnTo>
                  <a:pt x="17178" y="4454"/>
                </a:lnTo>
                <a:lnTo>
                  <a:pt x="17279" y="4313"/>
                </a:lnTo>
                <a:lnTo>
                  <a:pt x="17417" y="4119"/>
                </a:lnTo>
                <a:lnTo>
                  <a:pt x="17505" y="3978"/>
                </a:lnTo>
                <a:lnTo>
                  <a:pt x="17592" y="3798"/>
                </a:lnTo>
                <a:lnTo>
                  <a:pt x="17680" y="3656"/>
                </a:lnTo>
                <a:lnTo>
                  <a:pt x="17781" y="3514"/>
                </a:lnTo>
                <a:lnTo>
                  <a:pt x="17919" y="3321"/>
                </a:lnTo>
                <a:lnTo>
                  <a:pt x="18007" y="3180"/>
                </a:lnTo>
                <a:lnTo>
                  <a:pt x="18095" y="2999"/>
                </a:lnTo>
                <a:lnTo>
                  <a:pt x="18195" y="2858"/>
                </a:lnTo>
                <a:lnTo>
                  <a:pt x="18283" y="2716"/>
                </a:lnTo>
                <a:lnTo>
                  <a:pt x="18421" y="2523"/>
                </a:lnTo>
                <a:lnTo>
                  <a:pt x="18509" y="2381"/>
                </a:lnTo>
                <a:lnTo>
                  <a:pt x="18597" y="2201"/>
                </a:lnTo>
                <a:lnTo>
                  <a:pt x="18697" y="2059"/>
                </a:lnTo>
                <a:lnTo>
                  <a:pt x="18785" y="1918"/>
                </a:lnTo>
                <a:lnTo>
                  <a:pt x="18924" y="1725"/>
                </a:lnTo>
                <a:lnTo>
                  <a:pt x="19011" y="1583"/>
                </a:lnTo>
                <a:lnTo>
                  <a:pt x="19099" y="1403"/>
                </a:lnTo>
                <a:lnTo>
                  <a:pt x="19200" y="1261"/>
                </a:lnTo>
                <a:lnTo>
                  <a:pt x="19288" y="1120"/>
                </a:lnTo>
                <a:lnTo>
                  <a:pt x="19426" y="926"/>
                </a:lnTo>
                <a:lnTo>
                  <a:pt x="19514" y="798"/>
                </a:lnTo>
                <a:lnTo>
                  <a:pt x="19602" y="605"/>
                </a:lnTo>
                <a:lnTo>
                  <a:pt x="19702" y="463"/>
                </a:lnTo>
                <a:lnTo>
                  <a:pt x="19790" y="321"/>
                </a:lnTo>
                <a:lnTo>
                  <a:pt x="19928" y="141"/>
                </a:lnTo>
                <a:lnTo>
                  <a:pt x="20016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504458" y="5045252"/>
            <a:ext cx="20016" cy="29045"/>
          </a:xfrm>
          <a:custGeom>
            <a:avLst/>
            <a:gdLst/>
            <a:ahLst/>
            <a:cxnLst/>
            <a:rect l="l" t="t" r="r" b="b"/>
            <a:pathLst>
              <a:path w="20016" h="29045">
                <a:moveTo>
                  <a:pt x="0" y="29045"/>
                </a:moveTo>
                <a:lnTo>
                  <a:pt x="87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0" y="27912"/>
                </a:lnTo>
                <a:lnTo>
                  <a:pt x="778" y="27771"/>
                </a:lnTo>
                <a:lnTo>
                  <a:pt x="916" y="27629"/>
                </a:lnTo>
                <a:lnTo>
                  <a:pt x="1004" y="27449"/>
                </a:lnTo>
                <a:lnTo>
                  <a:pt x="1092" y="27307"/>
                </a:lnTo>
                <a:lnTo>
                  <a:pt x="1192" y="27166"/>
                </a:lnTo>
                <a:lnTo>
                  <a:pt x="1280" y="26973"/>
                </a:lnTo>
                <a:lnTo>
                  <a:pt x="1418" y="26831"/>
                </a:lnTo>
                <a:lnTo>
                  <a:pt x="1506" y="26689"/>
                </a:lnTo>
                <a:lnTo>
                  <a:pt x="1607" y="26509"/>
                </a:lnTo>
                <a:lnTo>
                  <a:pt x="1695" y="26367"/>
                </a:lnTo>
                <a:lnTo>
                  <a:pt x="1783" y="26226"/>
                </a:lnTo>
                <a:lnTo>
                  <a:pt x="1921" y="26033"/>
                </a:lnTo>
                <a:lnTo>
                  <a:pt x="2009" y="25891"/>
                </a:lnTo>
                <a:lnTo>
                  <a:pt x="2109" y="25749"/>
                </a:lnTo>
                <a:lnTo>
                  <a:pt x="2197" y="25569"/>
                </a:lnTo>
                <a:lnTo>
                  <a:pt x="2285" y="25428"/>
                </a:lnTo>
                <a:lnTo>
                  <a:pt x="2423" y="25286"/>
                </a:lnTo>
                <a:lnTo>
                  <a:pt x="2511" y="25093"/>
                </a:lnTo>
                <a:lnTo>
                  <a:pt x="2611" y="24964"/>
                </a:lnTo>
                <a:lnTo>
                  <a:pt x="2699" y="24822"/>
                </a:lnTo>
                <a:lnTo>
                  <a:pt x="2787" y="24681"/>
                </a:lnTo>
                <a:lnTo>
                  <a:pt x="2925" y="24488"/>
                </a:lnTo>
                <a:lnTo>
                  <a:pt x="3013" y="24346"/>
                </a:lnTo>
                <a:lnTo>
                  <a:pt x="3114" y="24204"/>
                </a:lnTo>
                <a:lnTo>
                  <a:pt x="3202" y="24024"/>
                </a:lnTo>
                <a:lnTo>
                  <a:pt x="3290" y="23883"/>
                </a:lnTo>
                <a:lnTo>
                  <a:pt x="3428" y="23741"/>
                </a:lnTo>
                <a:lnTo>
                  <a:pt x="3516" y="23599"/>
                </a:lnTo>
                <a:lnTo>
                  <a:pt x="3616" y="23406"/>
                </a:lnTo>
                <a:lnTo>
                  <a:pt x="3704" y="23265"/>
                </a:lnTo>
                <a:lnTo>
                  <a:pt x="3792" y="23123"/>
                </a:lnTo>
                <a:lnTo>
                  <a:pt x="3930" y="22943"/>
                </a:lnTo>
                <a:lnTo>
                  <a:pt x="4018" y="22801"/>
                </a:lnTo>
                <a:lnTo>
                  <a:pt x="4118" y="22659"/>
                </a:lnTo>
                <a:lnTo>
                  <a:pt x="4206" y="22518"/>
                </a:lnTo>
                <a:lnTo>
                  <a:pt x="4294" y="22325"/>
                </a:lnTo>
                <a:lnTo>
                  <a:pt x="4432" y="22183"/>
                </a:lnTo>
                <a:lnTo>
                  <a:pt x="4520" y="22054"/>
                </a:lnTo>
                <a:lnTo>
                  <a:pt x="4621" y="21913"/>
                </a:lnTo>
                <a:lnTo>
                  <a:pt x="4709" y="21720"/>
                </a:lnTo>
                <a:lnTo>
                  <a:pt x="4796" y="21578"/>
                </a:lnTo>
                <a:lnTo>
                  <a:pt x="4935" y="21436"/>
                </a:lnTo>
                <a:lnTo>
                  <a:pt x="5022" y="21295"/>
                </a:lnTo>
                <a:lnTo>
                  <a:pt x="5123" y="21114"/>
                </a:lnTo>
                <a:lnTo>
                  <a:pt x="5211" y="20973"/>
                </a:lnTo>
                <a:lnTo>
                  <a:pt x="5299" y="20831"/>
                </a:lnTo>
                <a:lnTo>
                  <a:pt x="5437" y="20690"/>
                </a:lnTo>
                <a:lnTo>
                  <a:pt x="5537" y="20548"/>
                </a:lnTo>
                <a:lnTo>
                  <a:pt x="5625" y="20355"/>
                </a:lnTo>
                <a:lnTo>
                  <a:pt x="5713" y="20213"/>
                </a:lnTo>
                <a:lnTo>
                  <a:pt x="5801" y="20072"/>
                </a:lnTo>
                <a:lnTo>
                  <a:pt x="5939" y="19943"/>
                </a:lnTo>
                <a:lnTo>
                  <a:pt x="6040" y="19750"/>
                </a:lnTo>
                <a:lnTo>
                  <a:pt x="6128" y="19608"/>
                </a:lnTo>
                <a:lnTo>
                  <a:pt x="6215" y="19466"/>
                </a:lnTo>
                <a:lnTo>
                  <a:pt x="6303" y="19325"/>
                </a:lnTo>
                <a:lnTo>
                  <a:pt x="6441" y="19183"/>
                </a:lnTo>
                <a:lnTo>
                  <a:pt x="6542" y="19003"/>
                </a:lnTo>
                <a:lnTo>
                  <a:pt x="6630" y="18861"/>
                </a:lnTo>
                <a:lnTo>
                  <a:pt x="6718" y="18720"/>
                </a:lnTo>
                <a:lnTo>
                  <a:pt x="6806" y="18578"/>
                </a:lnTo>
                <a:lnTo>
                  <a:pt x="6944" y="18436"/>
                </a:lnTo>
                <a:lnTo>
                  <a:pt x="7044" y="18243"/>
                </a:lnTo>
                <a:lnTo>
                  <a:pt x="7132" y="18102"/>
                </a:lnTo>
                <a:lnTo>
                  <a:pt x="7220" y="17960"/>
                </a:lnTo>
                <a:lnTo>
                  <a:pt x="7308" y="17831"/>
                </a:lnTo>
                <a:lnTo>
                  <a:pt x="7446" y="17690"/>
                </a:lnTo>
                <a:lnTo>
                  <a:pt x="7547" y="17497"/>
                </a:lnTo>
                <a:lnTo>
                  <a:pt x="7634" y="17355"/>
                </a:lnTo>
                <a:lnTo>
                  <a:pt x="7722" y="17213"/>
                </a:lnTo>
                <a:lnTo>
                  <a:pt x="7823" y="17072"/>
                </a:lnTo>
                <a:lnTo>
                  <a:pt x="7948" y="16930"/>
                </a:lnTo>
                <a:lnTo>
                  <a:pt x="8049" y="16788"/>
                </a:lnTo>
                <a:lnTo>
                  <a:pt x="8137" y="16608"/>
                </a:lnTo>
                <a:lnTo>
                  <a:pt x="8225" y="16467"/>
                </a:lnTo>
                <a:lnTo>
                  <a:pt x="8325" y="16325"/>
                </a:lnTo>
                <a:lnTo>
                  <a:pt x="8451" y="16183"/>
                </a:lnTo>
                <a:lnTo>
                  <a:pt x="8551" y="16042"/>
                </a:lnTo>
                <a:lnTo>
                  <a:pt x="8639" y="15900"/>
                </a:lnTo>
                <a:lnTo>
                  <a:pt x="8727" y="15758"/>
                </a:lnTo>
                <a:lnTo>
                  <a:pt x="8827" y="15578"/>
                </a:lnTo>
                <a:lnTo>
                  <a:pt x="8965" y="15437"/>
                </a:lnTo>
                <a:lnTo>
                  <a:pt x="9053" y="15295"/>
                </a:lnTo>
                <a:lnTo>
                  <a:pt x="9141" y="15153"/>
                </a:lnTo>
                <a:lnTo>
                  <a:pt x="9229" y="15012"/>
                </a:lnTo>
                <a:lnTo>
                  <a:pt x="9330" y="14870"/>
                </a:lnTo>
                <a:lnTo>
                  <a:pt x="9468" y="14728"/>
                </a:lnTo>
                <a:lnTo>
                  <a:pt x="9556" y="14587"/>
                </a:lnTo>
                <a:lnTo>
                  <a:pt x="9644" y="14407"/>
                </a:lnTo>
                <a:lnTo>
                  <a:pt x="9731" y="14265"/>
                </a:lnTo>
                <a:lnTo>
                  <a:pt x="9832" y="14123"/>
                </a:lnTo>
                <a:lnTo>
                  <a:pt x="9970" y="13982"/>
                </a:lnTo>
                <a:lnTo>
                  <a:pt x="10058" y="13840"/>
                </a:lnTo>
                <a:lnTo>
                  <a:pt x="10146" y="13698"/>
                </a:lnTo>
                <a:lnTo>
                  <a:pt x="10234" y="13557"/>
                </a:lnTo>
                <a:lnTo>
                  <a:pt x="10334" y="13415"/>
                </a:lnTo>
                <a:lnTo>
                  <a:pt x="10472" y="13274"/>
                </a:lnTo>
                <a:lnTo>
                  <a:pt x="10560" y="13080"/>
                </a:lnTo>
                <a:lnTo>
                  <a:pt x="10648" y="12952"/>
                </a:lnTo>
                <a:lnTo>
                  <a:pt x="10736" y="12810"/>
                </a:lnTo>
                <a:lnTo>
                  <a:pt x="10837" y="12668"/>
                </a:lnTo>
                <a:lnTo>
                  <a:pt x="10975" y="12527"/>
                </a:lnTo>
                <a:lnTo>
                  <a:pt x="11063" y="12385"/>
                </a:lnTo>
                <a:lnTo>
                  <a:pt x="11150" y="12244"/>
                </a:lnTo>
                <a:lnTo>
                  <a:pt x="11238" y="12102"/>
                </a:lnTo>
                <a:lnTo>
                  <a:pt x="11339" y="11960"/>
                </a:lnTo>
                <a:lnTo>
                  <a:pt x="11477" y="11819"/>
                </a:lnTo>
                <a:lnTo>
                  <a:pt x="11565" y="11677"/>
                </a:lnTo>
                <a:lnTo>
                  <a:pt x="11653" y="11535"/>
                </a:lnTo>
                <a:lnTo>
                  <a:pt x="11753" y="11355"/>
                </a:lnTo>
                <a:lnTo>
                  <a:pt x="11841" y="11214"/>
                </a:lnTo>
                <a:lnTo>
                  <a:pt x="11979" y="11072"/>
                </a:lnTo>
                <a:lnTo>
                  <a:pt x="12067" y="10930"/>
                </a:lnTo>
                <a:lnTo>
                  <a:pt x="12155" y="10789"/>
                </a:lnTo>
                <a:lnTo>
                  <a:pt x="12256" y="10647"/>
                </a:lnTo>
                <a:lnTo>
                  <a:pt x="12343" y="10505"/>
                </a:lnTo>
                <a:lnTo>
                  <a:pt x="12482" y="10364"/>
                </a:lnTo>
                <a:lnTo>
                  <a:pt x="12569" y="10222"/>
                </a:lnTo>
                <a:lnTo>
                  <a:pt x="12657" y="10081"/>
                </a:lnTo>
                <a:lnTo>
                  <a:pt x="12758" y="9939"/>
                </a:lnTo>
                <a:lnTo>
                  <a:pt x="12846" y="9797"/>
                </a:lnTo>
                <a:lnTo>
                  <a:pt x="12984" y="9656"/>
                </a:lnTo>
                <a:lnTo>
                  <a:pt x="13072" y="9514"/>
                </a:lnTo>
                <a:lnTo>
                  <a:pt x="13160" y="9385"/>
                </a:lnTo>
                <a:lnTo>
                  <a:pt x="13260" y="9244"/>
                </a:lnTo>
                <a:lnTo>
                  <a:pt x="13348" y="9102"/>
                </a:lnTo>
                <a:lnTo>
                  <a:pt x="13486" y="8960"/>
                </a:lnTo>
                <a:lnTo>
                  <a:pt x="13574" y="8819"/>
                </a:lnTo>
                <a:lnTo>
                  <a:pt x="13662" y="8677"/>
                </a:lnTo>
                <a:lnTo>
                  <a:pt x="13762" y="8536"/>
                </a:lnTo>
                <a:lnTo>
                  <a:pt x="13850" y="8394"/>
                </a:lnTo>
                <a:lnTo>
                  <a:pt x="13988" y="8252"/>
                </a:lnTo>
                <a:lnTo>
                  <a:pt x="14076" y="8111"/>
                </a:lnTo>
                <a:lnTo>
                  <a:pt x="14164" y="7969"/>
                </a:lnTo>
                <a:lnTo>
                  <a:pt x="14265" y="7827"/>
                </a:lnTo>
                <a:lnTo>
                  <a:pt x="14353" y="7686"/>
                </a:lnTo>
                <a:lnTo>
                  <a:pt x="14491" y="7544"/>
                </a:lnTo>
                <a:lnTo>
                  <a:pt x="14579" y="7403"/>
                </a:lnTo>
                <a:lnTo>
                  <a:pt x="14667" y="7274"/>
                </a:lnTo>
                <a:lnTo>
                  <a:pt x="14767" y="7132"/>
                </a:lnTo>
                <a:lnTo>
                  <a:pt x="14855" y="6991"/>
                </a:lnTo>
                <a:lnTo>
                  <a:pt x="14993" y="6849"/>
                </a:lnTo>
                <a:lnTo>
                  <a:pt x="15081" y="6707"/>
                </a:lnTo>
                <a:lnTo>
                  <a:pt x="15181" y="6566"/>
                </a:lnTo>
                <a:lnTo>
                  <a:pt x="15269" y="6424"/>
                </a:lnTo>
                <a:lnTo>
                  <a:pt x="15357" y="6282"/>
                </a:lnTo>
                <a:lnTo>
                  <a:pt x="15495" y="6141"/>
                </a:lnTo>
                <a:lnTo>
                  <a:pt x="15583" y="5999"/>
                </a:lnTo>
                <a:lnTo>
                  <a:pt x="15684" y="5858"/>
                </a:lnTo>
                <a:lnTo>
                  <a:pt x="15772" y="5716"/>
                </a:lnTo>
                <a:lnTo>
                  <a:pt x="15860" y="5574"/>
                </a:lnTo>
                <a:lnTo>
                  <a:pt x="15998" y="5433"/>
                </a:lnTo>
                <a:lnTo>
                  <a:pt x="16086" y="5291"/>
                </a:lnTo>
                <a:lnTo>
                  <a:pt x="16186" y="5162"/>
                </a:lnTo>
                <a:lnTo>
                  <a:pt x="16274" y="5021"/>
                </a:lnTo>
                <a:lnTo>
                  <a:pt x="16362" y="4879"/>
                </a:lnTo>
                <a:lnTo>
                  <a:pt x="16500" y="4737"/>
                </a:lnTo>
                <a:lnTo>
                  <a:pt x="16688" y="4506"/>
                </a:lnTo>
                <a:lnTo>
                  <a:pt x="16776" y="4364"/>
                </a:lnTo>
                <a:lnTo>
                  <a:pt x="16864" y="4222"/>
                </a:lnTo>
                <a:lnTo>
                  <a:pt x="17002" y="4081"/>
                </a:lnTo>
                <a:lnTo>
                  <a:pt x="17090" y="3939"/>
                </a:lnTo>
                <a:lnTo>
                  <a:pt x="17191" y="3798"/>
                </a:lnTo>
                <a:lnTo>
                  <a:pt x="17279" y="3656"/>
                </a:lnTo>
                <a:lnTo>
                  <a:pt x="17366" y="3514"/>
                </a:lnTo>
                <a:lnTo>
                  <a:pt x="17505" y="3373"/>
                </a:lnTo>
                <a:lnTo>
                  <a:pt x="17592" y="3231"/>
                </a:lnTo>
                <a:lnTo>
                  <a:pt x="17693" y="3089"/>
                </a:lnTo>
                <a:lnTo>
                  <a:pt x="17869" y="2858"/>
                </a:lnTo>
                <a:lnTo>
                  <a:pt x="18007" y="2716"/>
                </a:lnTo>
                <a:lnTo>
                  <a:pt x="18095" y="2574"/>
                </a:lnTo>
                <a:lnTo>
                  <a:pt x="18195" y="2433"/>
                </a:lnTo>
                <a:lnTo>
                  <a:pt x="18283" y="2291"/>
                </a:lnTo>
                <a:lnTo>
                  <a:pt x="18371" y="2150"/>
                </a:lnTo>
                <a:lnTo>
                  <a:pt x="18509" y="2008"/>
                </a:lnTo>
                <a:lnTo>
                  <a:pt x="18597" y="1866"/>
                </a:lnTo>
                <a:lnTo>
                  <a:pt x="18785" y="1635"/>
                </a:lnTo>
                <a:lnTo>
                  <a:pt x="18873" y="1493"/>
                </a:lnTo>
                <a:lnTo>
                  <a:pt x="19011" y="1351"/>
                </a:lnTo>
                <a:lnTo>
                  <a:pt x="19112" y="1210"/>
                </a:lnTo>
                <a:lnTo>
                  <a:pt x="19200" y="1068"/>
                </a:lnTo>
                <a:lnTo>
                  <a:pt x="19288" y="939"/>
                </a:lnTo>
                <a:lnTo>
                  <a:pt x="19376" y="798"/>
                </a:lnTo>
                <a:lnTo>
                  <a:pt x="19514" y="695"/>
                </a:lnTo>
                <a:lnTo>
                  <a:pt x="19614" y="553"/>
                </a:lnTo>
                <a:lnTo>
                  <a:pt x="19702" y="411"/>
                </a:lnTo>
                <a:lnTo>
                  <a:pt x="19790" y="283"/>
                </a:lnTo>
                <a:lnTo>
                  <a:pt x="19878" y="141"/>
                </a:lnTo>
                <a:lnTo>
                  <a:pt x="20016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524475" y="5021408"/>
            <a:ext cx="19978" cy="23844"/>
          </a:xfrm>
          <a:custGeom>
            <a:avLst/>
            <a:gdLst/>
            <a:ahLst/>
            <a:cxnLst/>
            <a:rect l="l" t="t" r="r" b="b"/>
            <a:pathLst>
              <a:path w="19978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2" y="23046"/>
                </a:lnTo>
                <a:lnTo>
                  <a:pt x="778" y="22801"/>
                </a:lnTo>
                <a:lnTo>
                  <a:pt x="866" y="22672"/>
                </a:lnTo>
                <a:lnTo>
                  <a:pt x="1004" y="22531"/>
                </a:lnTo>
                <a:lnTo>
                  <a:pt x="1105" y="22389"/>
                </a:lnTo>
                <a:lnTo>
                  <a:pt x="1280" y="22144"/>
                </a:lnTo>
                <a:lnTo>
                  <a:pt x="1381" y="22016"/>
                </a:lnTo>
                <a:lnTo>
                  <a:pt x="1506" y="21874"/>
                </a:lnTo>
                <a:lnTo>
                  <a:pt x="1607" y="21732"/>
                </a:lnTo>
                <a:lnTo>
                  <a:pt x="1783" y="21488"/>
                </a:lnTo>
                <a:lnTo>
                  <a:pt x="1883" y="21359"/>
                </a:lnTo>
                <a:lnTo>
                  <a:pt x="2009" y="21217"/>
                </a:lnTo>
                <a:lnTo>
                  <a:pt x="2109" y="21076"/>
                </a:lnTo>
                <a:lnTo>
                  <a:pt x="2285" y="20831"/>
                </a:lnTo>
                <a:lnTo>
                  <a:pt x="2385" y="20690"/>
                </a:lnTo>
                <a:lnTo>
                  <a:pt x="2524" y="20561"/>
                </a:lnTo>
                <a:lnTo>
                  <a:pt x="2699" y="20316"/>
                </a:lnTo>
                <a:lnTo>
                  <a:pt x="2787" y="20175"/>
                </a:lnTo>
                <a:lnTo>
                  <a:pt x="2888" y="20033"/>
                </a:lnTo>
                <a:lnTo>
                  <a:pt x="3026" y="19904"/>
                </a:lnTo>
                <a:lnTo>
                  <a:pt x="3202" y="19660"/>
                </a:lnTo>
                <a:lnTo>
                  <a:pt x="3290" y="19518"/>
                </a:lnTo>
                <a:lnTo>
                  <a:pt x="3390" y="19376"/>
                </a:lnTo>
                <a:lnTo>
                  <a:pt x="3528" y="19286"/>
                </a:lnTo>
                <a:lnTo>
                  <a:pt x="3616" y="19145"/>
                </a:lnTo>
                <a:lnTo>
                  <a:pt x="3704" y="19003"/>
                </a:lnTo>
                <a:lnTo>
                  <a:pt x="3892" y="18771"/>
                </a:lnTo>
                <a:lnTo>
                  <a:pt x="4030" y="18630"/>
                </a:lnTo>
                <a:lnTo>
                  <a:pt x="4118" y="18488"/>
                </a:lnTo>
                <a:lnTo>
                  <a:pt x="4294" y="18256"/>
                </a:lnTo>
                <a:lnTo>
                  <a:pt x="4395" y="18115"/>
                </a:lnTo>
                <a:lnTo>
                  <a:pt x="4533" y="17973"/>
                </a:lnTo>
                <a:lnTo>
                  <a:pt x="4709" y="17741"/>
                </a:lnTo>
                <a:lnTo>
                  <a:pt x="4796" y="17600"/>
                </a:lnTo>
                <a:lnTo>
                  <a:pt x="5035" y="17368"/>
                </a:lnTo>
                <a:lnTo>
                  <a:pt x="5123" y="17226"/>
                </a:lnTo>
                <a:lnTo>
                  <a:pt x="5311" y="16994"/>
                </a:lnTo>
                <a:lnTo>
                  <a:pt x="5399" y="16853"/>
                </a:lnTo>
                <a:lnTo>
                  <a:pt x="5537" y="16711"/>
                </a:lnTo>
                <a:lnTo>
                  <a:pt x="5713" y="16467"/>
                </a:lnTo>
                <a:lnTo>
                  <a:pt x="5814" y="16338"/>
                </a:lnTo>
                <a:lnTo>
                  <a:pt x="6040" y="16093"/>
                </a:lnTo>
                <a:lnTo>
                  <a:pt x="6128" y="15952"/>
                </a:lnTo>
                <a:lnTo>
                  <a:pt x="6316" y="15720"/>
                </a:lnTo>
                <a:lnTo>
                  <a:pt x="6404" y="15578"/>
                </a:lnTo>
                <a:lnTo>
                  <a:pt x="6542" y="15488"/>
                </a:lnTo>
                <a:lnTo>
                  <a:pt x="6630" y="15346"/>
                </a:lnTo>
                <a:lnTo>
                  <a:pt x="6718" y="15205"/>
                </a:lnTo>
                <a:lnTo>
                  <a:pt x="6906" y="14973"/>
                </a:lnTo>
                <a:lnTo>
                  <a:pt x="7044" y="14883"/>
                </a:lnTo>
                <a:lnTo>
                  <a:pt x="7132" y="14741"/>
                </a:lnTo>
                <a:lnTo>
                  <a:pt x="7220" y="14600"/>
                </a:lnTo>
                <a:lnTo>
                  <a:pt x="7408" y="14355"/>
                </a:lnTo>
                <a:lnTo>
                  <a:pt x="7547" y="14226"/>
                </a:lnTo>
                <a:lnTo>
                  <a:pt x="7722" y="13982"/>
                </a:lnTo>
                <a:lnTo>
                  <a:pt x="7823" y="13840"/>
                </a:lnTo>
                <a:lnTo>
                  <a:pt x="8049" y="13608"/>
                </a:lnTo>
                <a:lnTo>
                  <a:pt x="8225" y="13377"/>
                </a:lnTo>
                <a:lnTo>
                  <a:pt x="8325" y="13235"/>
                </a:lnTo>
                <a:lnTo>
                  <a:pt x="8551" y="13003"/>
                </a:lnTo>
                <a:lnTo>
                  <a:pt x="8727" y="12771"/>
                </a:lnTo>
                <a:lnTo>
                  <a:pt x="8827" y="12630"/>
                </a:lnTo>
                <a:lnTo>
                  <a:pt x="9053" y="12385"/>
                </a:lnTo>
                <a:lnTo>
                  <a:pt x="9242" y="12153"/>
                </a:lnTo>
                <a:lnTo>
                  <a:pt x="9418" y="11922"/>
                </a:lnTo>
                <a:lnTo>
                  <a:pt x="9556" y="11780"/>
                </a:lnTo>
                <a:lnTo>
                  <a:pt x="9744" y="11548"/>
                </a:lnTo>
                <a:lnTo>
                  <a:pt x="9920" y="11317"/>
                </a:lnTo>
                <a:lnTo>
                  <a:pt x="10058" y="11214"/>
                </a:lnTo>
                <a:lnTo>
                  <a:pt x="10146" y="11072"/>
                </a:lnTo>
                <a:lnTo>
                  <a:pt x="10246" y="10930"/>
                </a:lnTo>
                <a:lnTo>
                  <a:pt x="10422" y="10699"/>
                </a:lnTo>
                <a:lnTo>
                  <a:pt x="10560" y="10608"/>
                </a:lnTo>
                <a:lnTo>
                  <a:pt x="10648" y="10467"/>
                </a:lnTo>
                <a:lnTo>
                  <a:pt x="10837" y="10235"/>
                </a:lnTo>
                <a:lnTo>
                  <a:pt x="11063" y="10003"/>
                </a:lnTo>
                <a:lnTo>
                  <a:pt x="11251" y="9759"/>
                </a:lnTo>
                <a:lnTo>
                  <a:pt x="11427" y="9527"/>
                </a:lnTo>
                <a:lnTo>
                  <a:pt x="11565" y="9437"/>
                </a:lnTo>
                <a:lnTo>
                  <a:pt x="11653" y="9295"/>
                </a:lnTo>
                <a:lnTo>
                  <a:pt x="11753" y="9154"/>
                </a:lnTo>
                <a:lnTo>
                  <a:pt x="11929" y="8922"/>
                </a:lnTo>
                <a:lnTo>
                  <a:pt x="12067" y="8819"/>
                </a:lnTo>
                <a:lnTo>
                  <a:pt x="12155" y="8690"/>
                </a:lnTo>
                <a:lnTo>
                  <a:pt x="12343" y="8497"/>
                </a:lnTo>
                <a:lnTo>
                  <a:pt x="12431" y="8355"/>
                </a:lnTo>
                <a:lnTo>
                  <a:pt x="12569" y="8265"/>
                </a:lnTo>
                <a:lnTo>
                  <a:pt x="12670" y="8124"/>
                </a:lnTo>
                <a:lnTo>
                  <a:pt x="12846" y="7892"/>
                </a:lnTo>
                <a:lnTo>
                  <a:pt x="13072" y="7647"/>
                </a:lnTo>
                <a:lnTo>
                  <a:pt x="13260" y="7415"/>
                </a:lnTo>
                <a:lnTo>
                  <a:pt x="13436" y="7184"/>
                </a:lnTo>
                <a:lnTo>
                  <a:pt x="13574" y="7094"/>
                </a:lnTo>
                <a:lnTo>
                  <a:pt x="13675" y="6952"/>
                </a:lnTo>
                <a:lnTo>
                  <a:pt x="13850" y="6707"/>
                </a:lnTo>
                <a:lnTo>
                  <a:pt x="14076" y="6527"/>
                </a:lnTo>
                <a:lnTo>
                  <a:pt x="14177" y="6385"/>
                </a:lnTo>
                <a:lnTo>
                  <a:pt x="14353" y="6154"/>
                </a:lnTo>
                <a:lnTo>
                  <a:pt x="14579" y="5909"/>
                </a:lnTo>
                <a:lnTo>
                  <a:pt x="14767" y="5729"/>
                </a:lnTo>
                <a:lnTo>
                  <a:pt x="14855" y="5587"/>
                </a:lnTo>
                <a:lnTo>
                  <a:pt x="15081" y="5355"/>
                </a:lnTo>
                <a:lnTo>
                  <a:pt x="15269" y="5162"/>
                </a:lnTo>
                <a:lnTo>
                  <a:pt x="15357" y="5021"/>
                </a:lnTo>
                <a:lnTo>
                  <a:pt x="15583" y="4789"/>
                </a:lnTo>
                <a:lnTo>
                  <a:pt x="15772" y="4596"/>
                </a:lnTo>
                <a:lnTo>
                  <a:pt x="15860" y="4467"/>
                </a:lnTo>
                <a:lnTo>
                  <a:pt x="16086" y="4222"/>
                </a:lnTo>
                <a:lnTo>
                  <a:pt x="16274" y="4042"/>
                </a:lnTo>
                <a:lnTo>
                  <a:pt x="16362" y="3901"/>
                </a:lnTo>
                <a:lnTo>
                  <a:pt x="16600" y="3707"/>
                </a:lnTo>
                <a:lnTo>
                  <a:pt x="16688" y="3566"/>
                </a:lnTo>
                <a:lnTo>
                  <a:pt x="16864" y="3334"/>
                </a:lnTo>
                <a:lnTo>
                  <a:pt x="17103" y="3141"/>
                </a:lnTo>
                <a:lnTo>
                  <a:pt x="17191" y="3012"/>
                </a:lnTo>
                <a:lnTo>
                  <a:pt x="17366" y="2819"/>
                </a:lnTo>
                <a:lnTo>
                  <a:pt x="17467" y="2677"/>
                </a:lnTo>
                <a:lnTo>
                  <a:pt x="17605" y="2587"/>
                </a:lnTo>
                <a:lnTo>
                  <a:pt x="17781" y="2356"/>
                </a:lnTo>
                <a:lnTo>
                  <a:pt x="17969" y="2162"/>
                </a:lnTo>
                <a:lnTo>
                  <a:pt x="18107" y="2021"/>
                </a:lnTo>
                <a:lnTo>
                  <a:pt x="18283" y="1828"/>
                </a:lnTo>
                <a:lnTo>
                  <a:pt x="18371" y="1686"/>
                </a:lnTo>
                <a:lnTo>
                  <a:pt x="18610" y="1506"/>
                </a:lnTo>
                <a:lnTo>
                  <a:pt x="18697" y="1364"/>
                </a:lnTo>
                <a:lnTo>
                  <a:pt x="18886" y="1171"/>
                </a:lnTo>
                <a:lnTo>
                  <a:pt x="19112" y="939"/>
                </a:lnTo>
                <a:lnTo>
                  <a:pt x="19288" y="759"/>
                </a:lnTo>
                <a:lnTo>
                  <a:pt x="19388" y="617"/>
                </a:lnTo>
                <a:lnTo>
                  <a:pt x="19614" y="424"/>
                </a:lnTo>
                <a:lnTo>
                  <a:pt x="19790" y="193"/>
                </a:lnTo>
                <a:lnTo>
                  <a:pt x="19978" y="0"/>
                </a:lnTo>
              </a:path>
            </a:pathLst>
          </a:custGeom>
          <a:ln w="17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544454" y="5003061"/>
            <a:ext cx="20016" cy="18346"/>
          </a:xfrm>
          <a:custGeom>
            <a:avLst/>
            <a:gdLst/>
            <a:ahLst/>
            <a:cxnLst/>
            <a:rect l="l" t="t" r="r" b="b"/>
            <a:pathLst>
              <a:path w="20016" h="18346">
                <a:moveTo>
                  <a:pt x="0" y="18346"/>
                </a:moveTo>
                <a:lnTo>
                  <a:pt x="138" y="18205"/>
                </a:lnTo>
                <a:lnTo>
                  <a:pt x="313" y="18024"/>
                </a:lnTo>
                <a:lnTo>
                  <a:pt x="502" y="17793"/>
                </a:lnTo>
                <a:lnTo>
                  <a:pt x="640" y="17690"/>
                </a:lnTo>
                <a:lnTo>
                  <a:pt x="816" y="17509"/>
                </a:lnTo>
                <a:lnTo>
                  <a:pt x="916" y="17368"/>
                </a:lnTo>
                <a:lnTo>
                  <a:pt x="1142" y="17175"/>
                </a:lnTo>
                <a:lnTo>
                  <a:pt x="1318" y="16994"/>
                </a:lnTo>
                <a:lnTo>
                  <a:pt x="1418" y="16853"/>
                </a:lnTo>
                <a:lnTo>
                  <a:pt x="1645" y="16660"/>
                </a:lnTo>
                <a:lnTo>
                  <a:pt x="1820" y="16428"/>
                </a:lnTo>
                <a:lnTo>
                  <a:pt x="2009" y="16235"/>
                </a:lnTo>
                <a:lnTo>
                  <a:pt x="2147" y="16145"/>
                </a:lnTo>
                <a:lnTo>
                  <a:pt x="2323" y="15913"/>
                </a:lnTo>
                <a:lnTo>
                  <a:pt x="2511" y="15720"/>
                </a:lnTo>
                <a:lnTo>
                  <a:pt x="2649" y="15630"/>
                </a:lnTo>
                <a:lnTo>
                  <a:pt x="2837" y="15398"/>
                </a:lnTo>
                <a:lnTo>
                  <a:pt x="3013" y="15205"/>
                </a:lnTo>
                <a:lnTo>
                  <a:pt x="3151" y="15115"/>
                </a:lnTo>
                <a:lnTo>
                  <a:pt x="3340" y="14922"/>
                </a:lnTo>
                <a:lnTo>
                  <a:pt x="3428" y="14780"/>
                </a:lnTo>
                <a:lnTo>
                  <a:pt x="3654" y="14600"/>
                </a:lnTo>
                <a:lnTo>
                  <a:pt x="3842" y="14407"/>
                </a:lnTo>
                <a:lnTo>
                  <a:pt x="4018" y="14226"/>
                </a:lnTo>
                <a:lnTo>
                  <a:pt x="4156" y="14085"/>
                </a:lnTo>
                <a:lnTo>
                  <a:pt x="4344" y="13892"/>
                </a:lnTo>
                <a:lnTo>
                  <a:pt x="4520" y="13698"/>
                </a:lnTo>
                <a:lnTo>
                  <a:pt x="4658" y="13608"/>
                </a:lnTo>
                <a:lnTo>
                  <a:pt x="4847" y="13377"/>
                </a:lnTo>
                <a:lnTo>
                  <a:pt x="5022" y="13183"/>
                </a:lnTo>
                <a:lnTo>
                  <a:pt x="5161" y="13093"/>
                </a:lnTo>
                <a:lnTo>
                  <a:pt x="5349" y="12913"/>
                </a:lnTo>
                <a:lnTo>
                  <a:pt x="5525" y="12720"/>
                </a:lnTo>
                <a:lnTo>
                  <a:pt x="5663" y="12630"/>
                </a:lnTo>
                <a:lnTo>
                  <a:pt x="5751" y="12488"/>
                </a:lnTo>
                <a:lnTo>
                  <a:pt x="5939" y="12295"/>
                </a:lnTo>
                <a:lnTo>
                  <a:pt x="6165" y="12115"/>
                </a:lnTo>
                <a:lnTo>
                  <a:pt x="6354" y="11922"/>
                </a:lnTo>
                <a:lnTo>
                  <a:pt x="6529" y="11729"/>
                </a:lnTo>
                <a:lnTo>
                  <a:pt x="6667" y="11638"/>
                </a:lnTo>
                <a:lnTo>
                  <a:pt x="6856" y="11458"/>
                </a:lnTo>
                <a:lnTo>
                  <a:pt x="7032" y="11214"/>
                </a:lnTo>
                <a:lnTo>
                  <a:pt x="7170" y="11123"/>
                </a:lnTo>
                <a:lnTo>
                  <a:pt x="7358" y="10930"/>
                </a:lnTo>
                <a:lnTo>
                  <a:pt x="7534" y="10750"/>
                </a:lnTo>
                <a:lnTo>
                  <a:pt x="7672" y="10660"/>
                </a:lnTo>
                <a:lnTo>
                  <a:pt x="7860" y="10467"/>
                </a:lnTo>
                <a:lnTo>
                  <a:pt x="8036" y="10274"/>
                </a:lnTo>
                <a:lnTo>
                  <a:pt x="8174" y="10184"/>
                </a:lnTo>
                <a:lnTo>
                  <a:pt x="8363" y="10003"/>
                </a:lnTo>
                <a:lnTo>
                  <a:pt x="8539" y="9810"/>
                </a:lnTo>
                <a:lnTo>
                  <a:pt x="8677" y="9720"/>
                </a:lnTo>
                <a:lnTo>
                  <a:pt x="8865" y="9527"/>
                </a:lnTo>
                <a:lnTo>
                  <a:pt x="9053" y="9347"/>
                </a:lnTo>
                <a:lnTo>
                  <a:pt x="9279" y="9154"/>
                </a:lnTo>
                <a:lnTo>
                  <a:pt x="9455" y="8960"/>
                </a:lnTo>
                <a:lnTo>
                  <a:pt x="9681" y="8780"/>
                </a:lnTo>
                <a:lnTo>
                  <a:pt x="9870" y="8587"/>
                </a:lnTo>
                <a:lnTo>
                  <a:pt x="10058" y="8407"/>
                </a:lnTo>
                <a:lnTo>
                  <a:pt x="10196" y="8304"/>
                </a:lnTo>
                <a:lnTo>
                  <a:pt x="10372" y="8124"/>
                </a:lnTo>
                <a:lnTo>
                  <a:pt x="10560" y="7930"/>
                </a:lnTo>
                <a:lnTo>
                  <a:pt x="10698" y="7840"/>
                </a:lnTo>
                <a:lnTo>
                  <a:pt x="10874" y="7699"/>
                </a:lnTo>
                <a:lnTo>
                  <a:pt x="11063" y="7506"/>
                </a:lnTo>
                <a:lnTo>
                  <a:pt x="11201" y="7415"/>
                </a:lnTo>
                <a:lnTo>
                  <a:pt x="11377" y="7235"/>
                </a:lnTo>
                <a:lnTo>
                  <a:pt x="11565" y="7042"/>
                </a:lnTo>
                <a:lnTo>
                  <a:pt x="11703" y="6952"/>
                </a:lnTo>
                <a:lnTo>
                  <a:pt x="11879" y="6759"/>
                </a:lnTo>
                <a:lnTo>
                  <a:pt x="12067" y="6617"/>
                </a:lnTo>
                <a:lnTo>
                  <a:pt x="12205" y="6527"/>
                </a:lnTo>
                <a:lnTo>
                  <a:pt x="12381" y="6334"/>
                </a:lnTo>
                <a:lnTo>
                  <a:pt x="12569" y="6154"/>
                </a:lnTo>
                <a:lnTo>
                  <a:pt x="12708" y="6051"/>
                </a:lnTo>
                <a:lnTo>
                  <a:pt x="12883" y="5870"/>
                </a:lnTo>
                <a:lnTo>
                  <a:pt x="13072" y="5729"/>
                </a:lnTo>
                <a:lnTo>
                  <a:pt x="13210" y="5639"/>
                </a:lnTo>
                <a:lnTo>
                  <a:pt x="13386" y="5446"/>
                </a:lnTo>
                <a:lnTo>
                  <a:pt x="13574" y="5252"/>
                </a:lnTo>
                <a:lnTo>
                  <a:pt x="13712" y="5162"/>
                </a:lnTo>
                <a:lnTo>
                  <a:pt x="13888" y="5021"/>
                </a:lnTo>
                <a:lnTo>
                  <a:pt x="14076" y="4840"/>
                </a:lnTo>
                <a:lnTo>
                  <a:pt x="14214" y="4737"/>
                </a:lnTo>
                <a:lnTo>
                  <a:pt x="14390" y="4596"/>
                </a:lnTo>
                <a:lnTo>
                  <a:pt x="14579" y="4416"/>
                </a:lnTo>
                <a:lnTo>
                  <a:pt x="14717" y="4325"/>
                </a:lnTo>
                <a:lnTo>
                  <a:pt x="14893" y="4132"/>
                </a:lnTo>
                <a:lnTo>
                  <a:pt x="15081" y="3991"/>
                </a:lnTo>
                <a:lnTo>
                  <a:pt x="15219" y="3901"/>
                </a:lnTo>
                <a:lnTo>
                  <a:pt x="15395" y="3707"/>
                </a:lnTo>
                <a:lnTo>
                  <a:pt x="15583" y="3566"/>
                </a:lnTo>
                <a:lnTo>
                  <a:pt x="15721" y="3476"/>
                </a:lnTo>
                <a:lnTo>
                  <a:pt x="15897" y="3283"/>
                </a:lnTo>
                <a:lnTo>
                  <a:pt x="16086" y="3141"/>
                </a:lnTo>
                <a:lnTo>
                  <a:pt x="16224" y="3051"/>
                </a:lnTo>
                <a:lnTo>
                  <a:pt x="16412" y="2909"/>
                </a:lnTo>
                <a:lnTo>
                  <a:pt x="16588" y="2729"/>
                </a:lnTo>
                <a:lnTo>
                  <a:pt x="16726" y="2626"/>
                </a:lnTo>
                <a:lnTo>
                  <a:pt x="16914" y="2484"/>
                </a:lnTo>
                <a:lnTo>
                  <a:pt x="17090" y="2304"/>
                </a:lnTo>
                <a:lnTo>
                  <a:pt x="17228" y="2253"/>
                </a:lnTo>
                <a:lnTo>
                  <a:pt x="17417" y="2072"/>
                </a:lnTo>
                <a:lnTo>
                  <a:pt x="17592" y="1931"/>
                </a:lnTo>
                <a:lnTo>
                  <a:pt x="17731" y="1828"/>
                </a:lnTo>
                <a:lnTo>
                  <a:pt x="17919" y="1647"/>
                </a:lnTo>
                <a:lnTo>
                  <a:pt x="18095" y="1506"/>
                </a:lnTo>
                <a:lnTo>
                  <a:pt x="18233" y="1416"/>
                </a:lnTo>
                <a:lnTo>
                  <a:pt x="18421" y="1274"/>
                </a:lnTo>
                <a:lnTo>
                  <a:pt x="18597" y="1081"/>
                </a:lnTo>
                <a:lnTo>
                  <a:pt x="18735" y="1029"/>
                </a:lnTo>
                <a:lnTo>
                  <a:pt x="18924" y="849"/>
                </a:lnTo>
                <a:lnTo>
                  <a:pt x="19099" y="708"/>
                </a:lnTo>
                <a:lnTo>
                  <a:pt x="19237" y="617"/>
                </a:lnTo>
                <a:lnTo>
                  <a:pt x="19426" y="476"/>
                </a:lnTo>
                <a:lnTo>
                  <a:pt x="19602" y="334"/>
                </a:lnTo>
                <a:lnTo>
                  <a:pt x="19740" y="244"/>
                </a:lnTo>
                <a:lnTo>
                  <a:pt x="19928" y="102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564470" y="4990534"/>
            <a:ext cx="20016" cy="12527"/>
          </a:xfrm>
          <a:custGeom>
            <a:avLst/>
            <a:gdLst/>
            <a:ahLst/>
            <a:cxnLst/>
            <a:rect l="l" t="t" r="r" b="b"/>
            <a:pathLst>
              <a:path w="20016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8" y="11973"/>
                </a:lnTo>
                <a:lnTo>
                  <a:pt x="916" y="11832"/>
                </a:lnTo>
                <a:lnTo>
                  <a:pt x="1092" y="11690"/>
                </a:lnTo>
                <a:lnTo>
                  <a:pt x="1230" y="11587"/>
                </a:lnTo>
                <a:lnTo>
                  <a:pt x="1418" y="11445"/>
                </a:lnTo>
                <a:lnTo>
                  <a:pt x="1594" y="11317"/>
                </a:lnTo>
                <a:lnTo>
                  <a:pt x="1732" y="11214"/>
                </a:lnTo>
                <a:lnTo>
                  <a:pt x="1921" y="11072"/>
                </a:lnTo>
                <a:lnTo>
                  <a:pt x="2097" y="10930"/>
                </a:lnTo>
                <a:lnTo>
                  <a:pt x="2235" y="10840"/>
                </a:lnTo>
                <a:lnTo>
                  <a:pt x="2423" y="10699"/>
                </a:lnTo>
                <a:lnTo>
                  <a:pt x="2611" y="10557"/>
                </a:lnTo>
                <a:lnTo>
                  <a:pt x="2837" y="10415"/>
                </a:lnTo>
                <a:lnTo>
                  <a:pt x="3013" y="10274"/>
                </a:lnTo>
                <a:lnTo>
                  <a:pt x="3239" y="10093"/>
                </a:lnTo>
                <a:lnTo>
                  <a:pt x="3428" y="9952"/>
                </a:lnTo>
                <a:lnTo>
                  <a:pt x="3616" y="9810"/>
                </a:lnTo>
                <a:lnTo>
                  <a:pt x="3754" y="9759"/>
                </a:lnTo>
                <a:lnTo>
                  <a:pt x="3930" y="9617"/>
                </a:lnTo>
                <a:lnTo>
                  <a:pt x="4118" y="9475"/>
                </a:lnTo>
                <a:lnTo>
                  <a:pt x="4256" y="9385"/>
                </a:lnTo>
                <a:lnTo>
                  <a:pt x="4432" y="9244"/>
                </a:lnTo>
                <a:lnTo>
                  <a:pt x="4621" y="9102"/>
                </a:lnTo>
                <a:lnTo>
                  <a:pt x="4759" y="9012"/>
                </a:lnTo>
                <a:lnTo>
                  <a:pt x="4935" y="8870"/>
                </a:lnTo>
                <a:lnTo>
                  <a:pt x="5123" y="8729"/>
                </a:lnTo>
                <a:lnTo>
                  <a:pt x="5261" y="8677"/>
                </a:lnTo>
                <a:lnTo>
                  <a:pt x="5437" y="8548"/>
                </a:lnTo>
                <a:lnTo>
                  <a:pt x="5625" y="8407"/>
                </a:lnTo>
                <a:lnTo>
                  <a:pt x="5763" y="8355"/>
                </a:lnTo>
                <a:lnTo>
                  <a:pt x="5939" y="8214"/>
                </a:lnTo>
                <a:lnTo>
                  <a:pt x="6128" y="8072"/>
                </a:lnTo>
                <a:lnTo>
                  <a:pt x="6266" y="7982"/>
                </a:lnTo>
                <a:lnTo>
                  <a:pt x="6441" y="7840"/>
                </a:lnTo>
                <a:lnTo>
                  <a:pt x="6630" y="7699"/>
                </a:lnTo>
                <a:lnTo>
                  <a:pt x="6768" y="7647"/>
                </a:lnTo>
                <a:lnTo>
                  <a:pt x="6944" y="7506"/>
                </a:lnTo>
                <a:lnTo>
                  <a:pt x="7132" y="7364"/>
                </a:lnTo>
                <a:lnTo>
                  <a:pt x="7270" y="7325"/>
                </a:lnTo>
                <a:lnTo>
                  <a:pt x="7446" y="7184"/>
                </a:lnTo>
                <a:lnTo>
                  <a:pt x="7634" y="7042"/>
                </a:lnTo>
                <a:lnTo>
                  <a:pt x="7773" y="6991"/>
                </a:lnTo>
                <a:lnTo>
                  <a:pt x="7948" y="6849"/>
                </a:lnTo>
                <a:lnTo>
                  <a:pt x="8137" y="6707"/>
                </a:lnTo>
                <a:lnTo>
                  <a:pt x="8275" y="6669"/>
                </a:lnTo>
                <a:lnTo>
                  <a:pt x="8451" y="6527"/>
                </a:lnTo>
                <a:lnTo>
                  <a:pt x="8639" y="6385"/>
                </a:lnTo>
                <a:lnTo>
                  <a:pt x="8777" y="6334"/>
                </a:lnTo>
                <a:lnTo>
                  <a:pt x="8953" y="6192"/>
                </a:lnTo>
                <a:lnTo>
                  <a:pt x="9141" y="6051"/>
                </a:lnTo>
                <a:lnTo>
                  <a:pt x="9279" y="6012"/>
                </a:lnTo>
                <a:lnTo>
                  <a:pt x="9455" y="5870"/>
                </a:lnTo>
                <a:lnTo>
                  <a:pt x="9644" y="5729"/>
                </a:lnTo>
                <a:lnTo>
                  <a:pt x="9782" y="5677"/>
                </a:lnTo>
                <a:lnTo>
                  <a:pt x="9970" y="5536"/>
                </a:lnTo>
                <a:lnTo>
                  <a:pt x="10146" y="5446"/>
                </a:lnTo>
                <a:lnTo>
                  <a:pt x="10284" y="5355"/>
                </a:lnTo>
                <a:lnTo>
                  <a:pt x="10472" y="5252"/>
                </a:lnTo>
                <a:lnTo>
                  <a:pt x="10648" y="5111"/>
                </a:lnTo>
                <a:lnTo>
                  <a:pt x="10786" y="5072"/>
                </a:lnTo>
                <a:lnTo>
                  <a:pt x="10975" y="4931"/>
                </a:lnTo>
                <a:lnTo>
                  <a:pt x="11150" y="4789"/>
                </a:lnTo>
                <a:lnTo>
                  <a:pt x="11289" y="4737"/>
                </a:lnTo>
                <a:lnTo>
                  <a:pt x="11477" y="4596"/>
                </a:lnTo>
                <a:lnTo>
                  <a:pt x="11653" y="4506"/>
                </a:lnTo>
                <a:lnTo>
                  <a:pt x="11791" y="4454"/>
                </a:lnTo>
                <a:lnTo>
                  <a:pt x="11979" y="4325"/>
                </a:lnTo>
                <a:lnTo>
                  <a:pt x="12155" y="4184"/>
                </a:lnTo>
                <a:lnTo>
                  <a:pt x="12293" y="4132"/>
                </a:lnTo>
                <a:lnTo>
                  <a:pt x="12482" y="4042"/>
                </a:lnTo>
                <a:lnTo>
                  <a:pt x="12657" y="3901"/>
                </a:lnTo>
                <a:lnTo>
                  <a:pt x="12796" y="3849"/>
                </a:lnTo>
                <a:lnTo>
                  <a:pt x="12984" y="3707"/>
                </a:lnTo>
                <a:lnTo>
                  <a:pt x="13160" y="3617"/>
                </a:lnTo>
                <a:lnTo>
                  <a:pt x="13298" y="3566"/>
                </a:lnTo>
                <a:lnTo>
                  <a:pt x="13486" y="3424"/>
                </a:lnTo>
                <a:lnTo>
                  <a:pt x="13662" y="3334"/>
                </a:lnTo>
                <a:lnTo>
                  <a:pt x="13800" y="3283"/>
                </a:lnTo>
                <a:lnTo>
                  <a:pt x="13988" y="3141"/>
                </a:lnTo>
                <a:lnTo>
                  <a:pt x="14164" y="3051"/>
                </a:lnTo>
                <a:lnTo>
                  <a:pt x="14302" y="2961"/>
                </a:lnTo>
                <a:lnTo>
                  <a:pt x="14491" y="2871"/>
                </a:lnTo>
                <a:lnTo>
                  <a:pt x="14667" y="2768"/>
                </a:lnTo>
                <a:lnTo>
                  <a:pt x="14805" y="2677"/>
                </a:lnTo>
                <a:lnTo>
                  <a:pt x="14993" y="2587"/>
                </a:lnTo>
                <a:lnTo>
                  <a:pt x="15169" y="2484"/>
                </a:lnTo>
                <a:lnTo>
                  <a:pt x="15307" y="2446"/>
                </a:lnTo>
                <a:lnTo>
                  <a:pt x="15495" y="2304"/>
                </a:lnTo>
                <a:lnTo>
                  <a:pt x="15671" y="2214"/>
                </a:lnTo>
                <a:lnTo>
                  <a:pt x="15809" y="2162"/>
                </a:lnTo>
                <a:lnTo>
                  <a:pt x="15998" y="2021"/>
                </a:lnTo>
                <a:lnTo>
                  <a:pt x="16186" y="1931"/>
                </a:lnTo>
                <a:lnTo>
                  <a:pt x="16412" y="1828"/>
                </a:lnTo>
                <a:lnTo>
                  <a:pt x="16588" y="1738"/>
                </a:lnTo>
                <a:lnTo>
                  <a:pt x="16814" y="1596"/>
                </a:lnTo>
                <a:lnTo>
                  <a:pt x="17002" y="1506"/>
                </a:lnTo>
                <a:lnTo>
                  <a:pt x="17191" y="1416"/>
                </a:lnTo>
                <a:lnTo>
                  <a:pt x="17329" y="1364"/>
                </a:lnTo>
                <a:lnTo>
                  <a:pt x="17505" y="1223"/>
                </a:lnTo>
                <a:lnTo>
                  <a:pt x="17693" y="1132"/>
                </a:lnTo>
                <a:lnTo>
                  <a:pt x="17831" y="1081"/>
                </a:lnTo>
                <a:lnTo>
                  <a:pt x="18007" y="991"/>
                </a:lnTo>
                <a:lnTo>
                  <a:pt x="18195" y="888"/>
                </a:lnTo>
                <a:lnTo>
                  <a:pt x="18333" y="849"/>
                </a:lnTo>
                <a:lnTo>
                  <a:pt x="18509" y="759"/>
                </a:lnTo>
                <a:lnTo>
                  <a:pt x="18697" y="617"/>
                </a:lnTo>
                <a:lnTo>
                  <a:pt x="18836" y="566"/>
                </a:lnTo>
                <a:lnTo>
                  <a:pt x="19011" y="476"/>
                </a:lnTo>
                <a:lnTo>
                  <a:pt x="19200" y="373"/>
                </a:lnTo>
                <a:lnTo>
                  <a:pt x="19338" y="334"/>
                </a:lnTo>
                <a:lnTo>
                  <a:pt x="19514" y="231"/>
                </a:lnTo>
                <a:lnTo>
                  <a:pt x="19702" y="141"/>
                </a:lnTo>
                <a:lnTo>
                  <a:pt x="19840" y="102"/>
                </a:lnTo>
                <a:lnTo>
                  <a:pt x="20016" y="0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584487" y="4984019"/>
            <a:ext cx="20016" cy="6514"/>
          </a:xfrm>
          <a:custGeom>
            <a:avLst/>
            <a:gdLst/>
            <a:ahLst/>
            <a:cxnLst/>
            <a:rect l="l" t="t" r="r" b="b"/>
            <a:pathLst>
              <a:path w="20016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0" y="6192"/>
                </a:lnTo>
                <a:lnTo>
                  <a:pt x="828" y="6141"/>
                </a:lnTo>
                <a:lnTo>
                  <a:pt x="1004" y="6051"/>
                </a:lnTo>
                <a:lnTo>
                  <a:pt x="1192" y="5961"/>
                </a:lnTo>
                <a:lnTo>
                  <a:pt x="1331" y="5909"/>
                </a:lnTo>
                <a:lnTo>
                  <a:pt x="1506" y="5819"/>
                </a:lnTo>
                <a:lnTo>
                  <a:pt x="1695" y="5716"/>
                </a:lnTo>
                <a:lnTo>
                  <a:pt x="1833" y="5677"/>
                </a:lnTo>
                <a:lnTo>
                  <a:pt x="2009" y="5574"/>
                </a:lnTo>
                <a:lnTo>
                  <a:pt x="2197" y="5484"/>
                </a:lnTo>
                <a:lnTo>
                  <a:pt x="2335" y="5433"/>
                </a:lnTo>
                <a:lnTo>
                  <a:pt x="2511" y="5343"/>
                </a:lnTo>
                <a:lnTo>
                  <a:pt x="2699" y="5252"/>
                </a:lnTo>
                <a:lnTo>
                  <a:pt x="2837" y="5252"/>
                </a:lnTo>
                <a:lnTo>
                  <a:pt x="3013" y="5162"/>
                </a:lnTo>
                <a:lnTo>
                  <a:pt x="3202" y="5059"/>
                </a:lnTo>
                <a:lnTo>
                  <a:pt x="3340" y="5021"/>
                </a:lnTo>
                <a:lnTo>
                  <a:pt x="3528" y="4918"/>
                </a:lnTo>
                <a:lnTo>
                  <a:pt x="3704" y="4828"/>
                </a:lnTo>
                <a:lnTo>
                  <a:pt x="3842" y="4776"/>
                </a:lnTo>
                <a:lnTo>
                  <a:pt x="4030" y="4737"/>
                </a:lnTo>
                <a:lnTo>
                  <a:pt x="4206" y="4634"/>
                </a:lnTo>
                <a:lnTo>
                  <a:pt x="4344" y="4596"/>
                </a:lnTo>
                <a:lnTo>
                  <a:pt x="4533" y="4506"/>
                </a:lnTo>
                <a:lnTo>
                  <a:pt x="4709" y="4403"/>
                </a:lnTo>
                <a:lnTo>
                  <a:pt x="4847" y="4403"/>
                </a:lnTo>
                <a:lnTo>
                  <a:pt x="5035" y="4313"/>
                </a:lnTo>
                <a:lnTo>
                  <a:pt x="5211" y="4222"/>
                </a:lnTo>
                <a:lnTo>
                  <a:pt x="5349" y="4171"/>
                </a:lnTo>
                <a:lnTo>
                  <a:pt x="5537" y="4119"/>
                </a:lnTo>
                <a:lnTo>
                  <a:pt x="5713" y="4029"/>
                </a:lnTo>
                <a:lnTo>
                  <a:pt x="5851" y="3978"/>
                </a:lnTo>
                <a:lnTo>
                  <a:pt x="6040" y="3888"/>
                </a:lnTo>
                <a:lnTo>
                  <a:pt x="6215" y="3849"/>
                </a:lnTo>
                <a:lnTo>
                  <a:pt x="6354" y="3798"/>
                </a:lnTo>
                <a:lnTo>
                  <a:pt x="6542" y="3707"/>
                </a:lnTo>
                <a:lnTo>
                  <a:pt x="6718" y="3656"/>
                </a:lnTo>
                <a:lnTo>
                  <a:pt x="6856" y="3604"/>
                </a:lnTo>
                <a:lnTo>
                  <a:pt x="7044" y="3514"/>
                </a:lnTo>
                <a:lnTo>
                  <a:pt x="7220" y="3463"/>
                </a:lnTo>
                <a:lnTo>
                  <a:pt x="7358" y="3424"/>
                </a:lnTo>
                <a:lnTo>
                  <a:pt x="7547" y="3321"/>
                </a:lnTo>
                <a:lnTo>
                  <a:pt x="7722" y="3283"/>
                </a:lnTo>
                <a:lnTo>
                  <a:pt x="7860" y="3231"/>
                </a:lnTo>
                <a:lnTo>
                  <a:pt x="8049" y="3141"/>
                </a:lnTo>
                <a:lnTo>
                  <a:pt x="8225" y="3089"/>
                </a:lnTo>
                <a:lnTo>
                  <a:pt x="8363" y="3051"/>
                </a:lnTo>
                <a:lnTo>
                  <a:pt x="8551" y="2999"/>
                </a:lnTo>
                <a:lnTo>
                  <a:pt x="8777" y="2909"/>
                </a:lnTo>
                <a:lnTo>
                  <a:pt x="8965" y="2858"/>
                </a:lnTo>
                <a:lnTo>
                  <a:pt x="9141" y="2768"/>
                </a:lnTo>
                <a:lnTo>
                  <a:pt x="9279" y="2768"/>
                </a:lnTo>
                <a:lnTo>
                  <a:pt x="9468" y="2665"/>
                </a:lnTo>
                <a:lnTo>
                  <a:pt x="9644" y="2626"/>
                </a:lnTo>
                <a:lnTo>
                  <a:pt x="9782" y="2574"/>
                </a:lnTo>
                <a:lnTo>
                  <a:pt x="9970" y="2523"/>
                </a:lnTo>
                <a:lnTo>
                  <a:pt x="10146" y="2433"/>
                </a:lnTo>
                <a:lnTo>
                  <a:pt x="10284" y="2433"/>
                </a:lnTo>
                <a:lnTo>
                  <a:pt x="10472" y="2343"/>
                </a:lnTo>
                <a:lnTo>
                  <a:pt x="10648" y="2291"/>
                </a:lnTo>
                <a:lnTo>
                  <a:pt x="10786" y="2253"/>
                </a:lnTo>
                <a:lnTo>
                  <a:pt x="10975" y="2201"/>
                </a:lnTo>
                <a:lnTo>
                  <a:pt x="11150" y="2111"/>
                </a:lnTo>
                <a:lnTo>
                  <a:pt x="11289" y="2111"/>
                </a:lnTo>
                <a:lnTo>
                  <a:pt x="11477" y="2008"/>
                </a:lnTo>
                <a:lnTo>
                  <a:pt x="11653" y="1969"/>
                </a:lnTo>
                <a:lnTo>
                  <a:pt x="11791" y="1969"/>
                </a:lnTo>
                <a:lnTo>
                  <a:pt x="11979" y="1866"/>
                </a:lnTo>
                <a:lnTo>
                  <a:pt x="12155" y="1828"/>
                </a:lnTo>
                <a:lnTo>
                  <a:pt x="12293" y="1776"/>
                </a:lnTo>
                <a:lnTo>
                  <a:pt x="12482" y="1738"/>
                </a:lnTo>
                <a:lnTo>
                  <a:pt x="12657" y="1686"/>
                </a:lnTo>
                <a:lnTo>
                  <a:pt x="12796" y="1635"/>
                </a:lnTo>
                <a:lnTo>
                  <a:pt x="12984" y="1596"/>
                </a:lnTo>
                <a:lnTo>
                  <a:pt x="13160" y="1544"/>
                </a:lnTo>
                <a:lnTo>
                  <a:pt x="13298" y="1493"/>
                </a:lnTo>
                <a:lnTo>
                  <a:pt x="13486" y="1454"/>
                </a:lnTo>
                <a:lnTo>
                  <a:pt x="13675" y="1403"/>
                </a:lnTo>
                <a:lnTo>
                  <a:pt x="13901" y="1351"/>
                </a:lnTo>
                <a:lnTo>
                  <a:pt x="14076" y="1313"/>
                </a:lnTo>
                <a:lnTo>
                  <a:pt x="14302" y="1261"/>
                </a:lnTo>
                <a:lnTo>
                  <a:pt x="14491" y="1171"/>
                </a:lnTo>
                <a:lnTo>
                  <a:pt x="14679" y="1120"/>
                </a:lnTo>
                <a:lnTo>
                  <a:pt x="14817" y="1120"/>
                </a:lnTo>
                <a:lnTo>
                  <a:pt x="14993" y="1068"/>
                </a:lnTo>
                <a:lnTo>
                  <a:pt x="15181" y="1029"/>
                </a:lnTo>
                <a:lnTo>
                  <a:pt x="15320" y="978"/>
                </a:lnTo>
                <a:lnTo>
                  <a:pt x="15495" y="939"/>
                </a:lnTo>
                <a:lnTo>
                  <a:pt x="15684" y="888"/>
                </a:lnTo>
                <a:lnTo>
                  <a:pt x="15822" y="836"/>
                </a:lnTo>
                <a:lnTo>
                  <a:pt x="15998" y="798"/>
                </a:lnTo>
                <a:lnTo>
                  <a:pt x="16186" y="746"/>
                </a:lnTo>
                <a:lnTo>
                  <a:pt x="16324" y="746"/>
                </a:lnTo>
                <a:lnTo>
                  <a:pt x="16500" y="695"/>
                </a:lnTo>
                <a:lnTo>
                  <a:pt x="16688" y="656"/>
                </a:lnTo>
                <a:lnTo>
                  <a:pt x="16826" y="656"/>
                </a:lnTo>
                <a:lnTo>
                  <a:pt x="17002" y="605"/>
                </a:lnTo>
                <a:lnTo>
                  <a:pt x="17191" y="553"/>
                </a:lnTo>
                <a:lnTo>
                  <a:pt x="17329" y="514"/>
                </a:lnTo>
                <a:lnTo>
                  <a:pt x="17505" y="463"/>
                </a:lnTo>
                <a:lnTo>
                  <a:pt x="17693" y="411"/>
                </a:lnTo>
                <a:lnTo>
                  <a:pt x="17831" y="411"/>
                </a:lnTo>
                <a:lnTo>
                  <a:pt x="18007" y="373"/>
                </a:lnTo>
                <a:lnTo>
                  <a:pt x="18195" y="321"/>
                </a:lnTo>
                <a:lnTo>
                  <a:pt x="18333" y="321"/>
                </a:lnTo>
                <a:lnTo>
                  <a:pt x="18509" y="283"/>
                </a:lnTo>
                <a:lnTo>
                  <a:pt x="18697" y="231"/>
                </a:lnTo>
                <a:lnTo>
                  <a:pt x="18836" y="231"/>
                </a:lnTo>
                <a:lnTo>
                  <a:pt x="19011" y="180"/>
                </a:lnTo>
                <a:lnTo>
                  <a:pt x="19200" y="141"/>
                </a:lnTo>
                <a:lnTo>
                  <a:pt x="19338" y="141"/>
                </a:lnTo>
                <a:lnTo>
                  <a:pt x="19514" y="90"/>
                </a:lnTo>
                <a:lnTo>
                  <a:pt x="19702" y="38"/>
                </a:lnTo>
                <a:lnTo>
                  <a:pt x="19840" y="38"/>
                </a:lnTo>
                <a:lnTo>
                  <a:pt x="20016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604503" y="4983028"/>
            <a:ext cx="20029" cy="991"/>
          </a:xfrm>
          <a:custGeom>
            <a:avLst/>
            <a:gdLst/>
            <a:ahLst/>
            <a:cxnLst/>
            <a:rect l="l" t="t" r="r" b="b"/>
            <a:pathLst>
              <a:path w="20029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0" y="849"/>
                </a:lnTo>
                <a:lnTo>
                  <a:pt x="828" y="849"/>
                </a:lnTo>
                <a:lnTo>
                  <a:pt x="1017" y="798"/>
                </a:lnTo>
                <a:lnTo>
                  <a:pt x="1192" y="798"/>
                </a:lnTo>
                <a:lnTo>
                  <a:pt x="1331" y="746"/>
                </a:lnTo>
                <a:lnTo>
                  <a:pt x="1519" y="746"/>
                </a:lnTo>
                <a:lnTo>
                  <a:pt x="1695" y="708"/>
                </a:lnTo>
                <a:lnTo>
                  <a:pt x="1833" y="708"/>
                </a:lnTo>
                <a:lnTo>
                  <a:pt x="2021" y="656"/>
                </a:lnTo>
                <a:lnTo>
                  <a:pt x="2197" y="656"/>
                </a:lnTo>
                <a:lnTo>
                  <a:pt x="2335" y="617"/>
                </a:lnTo>
                <a:lnTo>
                  <a:pt x="2524" y="617"/>
                </a:lnTo>
                <a:lnTo>
                  <a:pt x="2699" y="566"/>
                </a:lnTo>
                <a:lnTo>
                  <a:pt x="2837" y="566"/>
                </a:lnTo>
                <a:lnTo>
                  <a:pt x="3026" y="514"/>
                </a:lnTo>
                <a:lnTo>
                  <a:pt x="3202" y="514"/>
                </a:lnTo>
                <a:lnTo>
                  <a:pt x="3340" y="476"/>
                </a:lnTo>
                <a:lnTo>
                  <a:pt x="3528" y="476"/>
                </a:lnTo>
                <a:lnTo>
                  <a:pt x="3704" y="424"/>
                </a:lnTo>
                <a:lnTo>
                  <a:pt x="3842" y="424"/>
                </a:lnTo>
                <a:lnTo>
                  <a:pt x="4030" y="424"/>
                </a:lnTo>
                <a:lnTo>
                  <a:pt x="4206" y="373"/>
                </a:lnTo>
                <a:lnTo>
                  <a:pt x="4344" y="373"/>
                </a:lnTo>
                <a:lnTo>
                  <a:pt x="4533" y="373"/>
                </a:lnTo>
                <a:lnTo>
                  <a:pt x="4709" y="334"/>
                </a:lnTo>
                <a:lnTo>
                  <a:pt x="4847" y="334"/>
                </a:lnTo>
                <a:lnTo>
                  <a:pt x="5035" y="283"/>
                </a:lnTo>
                <a:lnTo>
                  <a:pt x="5211" y="283"/>
                </a:lnTo>
                <a:lnTo>
                  <a:pt x="5349" y="283"/>
                </a:lnTo>
                <a:lnTo>
                  <a:pt x="5537" y="283"/>
                </a:lnTo>
                <a:lnTo>
                  <a:pt x="5713" y="231"/>
                </a:lnTo>
                <a:lnTo>
                  <a:pt x="5851" y="231"/>
                </a:lnTo>
                <a:lnTo>
                  <a:pt x="6040" y="231"/>
                </a:lnTo>
                <a:lnTo>
                  <a:pt x="6215" y="193"/>
                </a:lnTo>
                <a:lnTo>
                  <a:pt x="6354" y="193"/>
                </a:lnTo>
                <a:lnTo>
                  <a:pt x="6542" y="193"/>
                </a:lnTo>
                <a:lnTo>
                  <a:pt x="6718" y="141"/>
                </a:lnTo>
                <a:lnTo>
                  <a:pt x="6856" y="141"/>
                </a:lnTo>
                <a:lnTo>
                  <a:pt x="7044" y="141"/>
                </a:lnTo>
                <a:lnTo>
                  <a:pt x="7233" y="141"/>
                </a:lnTo>
                <a:lnTo>
                  <a:pt x="7459" y="90"/>
                </a:lnTo>
                <a:lnTo>
                  <a:pt x="7634" y="90"/>
                </a:lnTo>
                <a:lnTo>
                  <a:pt x="7860" y="90"/>
                </a:lnTo>
                <a:lnTo>
                  <a:pt x="8049" y="90"/>
                </a:lnTo>
                <a:lnTo>
                  <a:pt x="8237" y="90"/>
                </a:lnTo>
                <a:lnTo>
                  <a:pt x="8375" y="51"/>
                </a:lnTo>
                <a:lnTo>
                  <a:pt x="8551" y="51"/>
                </a:lnTo>
                <a:lnTo>
                  <a:pt x="8739" y="51"/>
                </a:lnTo>
                <a:lnTo>
                  <a:pt x="8878" y="51"/>
                </a:lnTo>
                <a:lnTo>
                  <a:pt x="9053" y="51"/>
                </a:lnTo>
                <a:lnTo>
                  <a:pt x="9242" y="51"/>
                </a:lnTo>
                <a:lnTo>
                  <a:pt x="9380" y="51"/>
                </a:lnTo>
                <a:lnTo>
                  <a:pt x="9556" y="51"/>
                </a:lnTo>
                <a:lnTo>
                  <a:pt x="9744" y="0"/>
                </a:lnTo>
                <a:lnTo>
                  <a:pt x="9882" y="0"/>
                </a:lnTo>
                <a:lnTo>
                  <a:pt x="10058" y="0"/>
                </a:lnTo>
                <a:lnTo>
                  <a:pt x="10246" y="0"/>
                </a:lnTo>
                <a:lnTo>
                  <a:pt x="10384" y="0"/>
                </a:lnTo>
                <a:lnTo>
                  <a:pt x="10560" y="0"/>
                </a:lnTo>
                <a:lnTo>
                  <a:pt x="10749" y="0"/>
                </a:lnTo>
                <a:lnTo>
                  <a:pt x="10887" y="0"/>
                </a:lnTo>
                <a:lnTo>
                  <a:pt x="11063" y="0"/>
                </a:lnTo>
                <a:lnTo>
                  <a:pt x="11251" y="0"/>
                </a:lnTo>
                <a:lnTo>
                  <a:pt x="11389" y="0"/>
                </a:lnTo>
                <a:lnTo>
                  <a:pt x="11565" y="0"/>
                </a:lnTo>
                <a:lnTo>
                  <a:pt x="11753" y="0"/>
                </a:lnTo>
                <a:lnTo>
                  <a:pt x="11891" y="0"/>
                </a:lnTo>
                <a:lnTo>
                  <a:pt x="12067" y="0"/>
                </a:lnTo>
                <a:lnTo>
                  <a:pt x="12256" y="0"/>
                </a:lnTo>
                <a:lnTo>
                  <a:pt x="12394" y="0"/>
                </a:lnTo>
                <a:lnTo>
                  <a:pt x="12569" y="0"/>
                </a:lnTo>
                <a:lnTo>
                  <a:pt x="12758" y="0"/>
                </a:lnTo>
                <a:lnTo>
                  <a:pt x="12896" y="0"/>
                </a:lnTo>
                <a:lnTo>
                  <a:pt x="13072" y="0"/>
                </a:lnTo>
                <a:lnTo>
                  <a:pt x="13260" y="51"/>
                </a:lnTo>
                <a:lnTo>
                  <a:pt x="13398" y="51"/>
                </a:lnTo>
                <a:lnTo>
                  <a:pt x="13574" y="51"/>
                </a:lnTo>
                <a:lnTo>
                  <a:pt x="13762" y="51"/>
                </a:lnTo>
                <a:lnTo>
                  <a:pt x="13901" y="51"/>
                </a:lnTo>
                <a:lnTo>
                  <a:pt x="14076" y="51"/>
                </a:lnTo>
                <a:lnTo>
                  <a:pt x="14265" y="51"/>
                </a:lnTo>
                <a:lnTo>
                  <a:pt x="14403" y="90"/>
                </a:lnTo>
                <a:lnTo>
                  <a:pt x="14591" y="90"/>
                </a:lnTo>
                <a:lnTo>
                  <a:pt x="14767" y="90"/>
                </a:lnTo>
                <a:lnTo>
                  <a:pt x="14905" y="90"/>
                </a:lnTo>
                <a:lnTo>
                  <a:pt x="15094" y="90"/>
                </a:lnTo>
                <a:lnTo>
                  <a:pt x="15269" y="141"/>
                </a:lnTo>
                <a:lnTo>
                  <a:pt x="15407" y="141"/>
                </a:lnTo>
                <a:lnTo>
                  <a:pt x="15596" y="141"/>
                </a:lnTo>
                <a:lnTo>
                  <a:pt x="15772" y="141"/>
                </a:lnTo>
                <a:lnTo>
                  <a:pt x="15910" y="141"/>
                </a:lnTo>
                <a:lnTo>
                  <a:pt x="16098" y="193"/>
                </a:lnTo>
                <a:lnTo>
                  <a:pt x="16274" y="193"/>
                </a:lnTo>
                <a:lnTo>
                  <a:pt x="16412" y="193"/>
                </a:lnTo>
                <a:lnTo>
                  <a:pt x="16600" y="231"/>
                </a:lnTo>
                <a:lnTo>
                  <a:pt x="16776" y="231"/>
                </a:lnTo>
                <a:lnTo>
                  <a:pt x="16914" y="231"/>
                </a:lnTo>
                <a:lnTo>
                  <a:pt x="17103" y="231"/>
                </a:lnTo>
                <a:lnTo>
                  <a:pt x="17279" y="283"/>
                </a:lnTo>
                <a:lnTo>
                  <a:pt x="17417" y="283"/>
                </a:lnTo>
                <a:lnTo>
                  <a:pt x="17605" y="283"/>
                </a:lnTo>
                <a:lnTo>
                  <a:pt x="17781" y="334"/>
                </a:lnTo>
                <a:lnTo>
                  <a:pt x="17919" y="334"/>
                </a:lnTo>
                <a:lnTo>
                  <a:pt x="18107" y="334"/>
                </a:lnTo>
                <a:lnTo>
                  <a:pt x="18283" y="373"/>
                </a:lnTo>
                <a:lnTo>
                  <a:pt x="18421" y="373"/>
                </a:lnTo>
                <a:lnTo>
                  <a:pt x="18610" y="424"/>
                </a:lnTo>
                <a:lnTo>
                  <a:pt x="18785" y="424"/>
                </a:lnTo>
                <a:lnTo>
                  <a:pt x="18924" y="424"/>
                </a:lnTo>
                <a:lnTo>
                  <a:pt x="19112" y="476"/>
                </a:lnTo>
                <a:lnTo>
                  <a:pt x="19288" y="476"/>
                </a:lnTo>
                <a:lnTo>
                  <a:pt x="19426" y="514"/>
                </a:lnTo>
                <a:lnTo>
                  <a:pt x="19614" y="514"/>
                </a:lnTo>
                <a:lnTo>
                  <a:pt x="19790" y="566"/>
                </a:lnTo>
                <a:lnTo>
                  <a:pt x="19928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624532" y="4983594"/>
            <a:ext cx="20016" cy="5716"/>
          </a:xfrm>
          <a:custGeom>
            <a:avLst/>
            <a:gdLst/>
            <a:ahLst/>
            <a:cxnLst/>
            <a:rect l="l" t="t" r="r" b="b"/>
            <a:pathLst>
              <a:path w="20016" h="5716">
                <a:moveTo>
                  <a:pt x="0" y="0"/>
                </a:moveTo>
                <a:lnTo>
                  <a:pt x="175" y="51"/>
                </a:lnTo>
                <a:lnTo>
                  <a:pt x="401" y="51"/>
                </a:lnTo>
                <a:lnTo>
                  <a:pt x="590" y="90"/>
                </a:lnTo>
                <a:lnTo>
                  <a:pt x="778" y="141"/>
                </a:lnTo>
                <a:lnTo>
                  <a:pt x="1004" y="141"/>
                </a:lnTo>
                <a:lnTo>
                  <a:pt x="1180" y="180"/>
                </a:lnTo>
                <a:lnTo>
                  <a:pt x="1406" y="231"/>
                </a:lnTo>
                <a:lnTo>
                  <a:pt x="1594" y="231"/>
                </a:lnTo>
                <a:lnTo>
                  <a:pt x="1783" y="283"/>
                </a:lnTo>
                <a:lnTo>
                  <a:pt x="1921" y="283"/>
                </a:lnTo>
                <a:lnTo>
                  <a:pt x="2097" y="321"/>
                </a:lnTo>
                <a:lnTo>
                  <a:pt x="2285" y="373"/>
                </a:lnTo>
                <a:lnTo>
                  <a:pt x="2423" y="373"/>
                </a:lnTo>
                <a:lnTo>
                  <a:pt x="2599" y="424"/>
                </a:lnTo>
                <a:lnTo>
                  <a:pt x="2787" y="463"/>
                </a:lnTo>
                <a:lnTo>
                  <a:pt x="2925" y="463"/>
                </a:lnTo>
                <a:lnTo>
                  <a:pt x="3101" y="514"/>
                </a:lnTo>
                <a:lnTo>
                  <a:pt x="3290" y="514"/>
                </a:lnTo>
                <a:lnTo>
                  <a:pt x="3428" y="566"/>
                </a:lnTo>
                <a:lnTo>
                  <a:pt x="3603" y="605"/>
                </a:lnTo>
                <a:lnTo>
                  <a:pt x="3792" y="605"/>
                </a:lnTo>
                <a:lnTo>
                  <a:pt x="3930" y="656"/>
                </a:lnTo>
                <a:lnTo>
                  <a:pt x="4106" y="708"/>
                </a:lnTo>
                <a:lnTo>
                  <a:pt x="4294" y="746"/>
                </a:lnTo>
                <a:lnTo>
                  <a:pt x="4432" y="746"/>
                </a:lnTo>
                <a:lnTo>
                  <a:pt x="4608" y="798"/>
                </a:lnTo>
                <a:lnTo>
                  <a:pt x="4796" y="836"/>
                </a:lnTo>
                <a:lnTo>
                  <a:pt x="4935" y="836"/>
                </a:lnTo>
                <a:lnTo>
                  <a:pt x="5110" y="888"/>
                </a:lnTo>
                <a:lnTo>
                  <a:pt x="5299" y="939"/>
                </a:lnTo>
                <a:lnTo>
                  <a:pt x="5437" y="939"/>
                </a:lnTo>
                <a:lnTo>
                  <a:pt x="5613" y="978"/>
                </a:lnTo>
                <a:lnTo>
                  <a:pt x="5801" y="1029"/>
                </a:lnTo>
                <a:lnTo>
                  <a:pt x="5939" y="1081"/>
                </a:lnTo>
                <a:lnTo>
                  <a:pt x="6115" y="1120"/>
                </a:lnTo>
                <a:lnTo>
                  <a:pt x="6303" y="1171"/>
                </a:lnTo>
                <a:lnTo>
                  <a:pt x="6441" y="1171"/>
                </a:lnTo>
                <a:lnTo>
                  <a:pt x="6617" y="1223"/>
                </a:lnTo>
                <a:lnTo>
                  <a:pt x="6806" y="1261"/>
                </a:lnTo>
                <a:lnTo>
                  <a:pt x="6944" y="1313"/>
                </a:lnTo>
                <a:lnTo>
                  <a:pt x="7120" y="1364"/>
                </a:lnTo>
                <a:lnTo>
                  <a:pt x="7308" y="1403"/>
                </a:lnTo>
                <a:lnTo>
                  <a:pt x="7446" y="1403"/>
                </a:lnTo>
                <a:lnTo>
                  <a:pt x="7622" y="1454"/>
                </a:lnTo>
                <a:lnTo>
                  <a:pt x="7810" y="1493"/>
                </a:lnTo>
                <a:lnTo>
                  <a:pt x="7948" y="1544"/>
                </a:lnTo>
                <a:lnTo>
                  <a:pt x="8137" y="1596"/>
                </a:lnTo>
                <a:lnTo>
                  <a:pt x="8313" y="1635"/>
                </a:lnTo>
                <a:lnTo>
                  <a:pt x="8451" y="1686"/>
                </a:lnTo>
                <a:lnTo>
                  <a:pt x="8639" y="1738"/>
                </a:lnTo>
                <a:lnTo>
                  <a:pt x="8815" y="1776"/>
                </a:lnTo>
                <a:lnTo>
                  <a:pt x="8953" y="1828"/>
                </a:lnTo>
                <a:lnTo>
                  <a:pt x="9141" y="1879"/>
                </a:lnTo>
                <a:lnTo>
                  <a:pt x="9317" y="1918"/>
                </a:lnTo>
                <a:lnTo>
                  <a:pt x="9455" y="1969"/>
                </a:lnTo>
                <a:lnTo>
                  <a:pt x="9644" y="2021"/>
                </a:lnTo>
                <a:lnTo>
                  <a:pt x="9819" y="2059"/>
                </a:lnTo>
                <a:lnTo>
                  <a:pt x="9958" y="2111"/>
                </a:lnTo>
                <a:lnTo>
                  <a:pt x="10146" y="2162"/>
                </a:lnTo>
                <a:lnTo>
                  <a:pt x="10322" y="2201"/>
                </a:lnTo>
                <a:lnTo>
                  <a:pt x="10460" y="2253"/>
                </a:lnTo>
                <a:lnTo>
                  <a:pt x="10648" y="2291"/>
                </a:lnTo>
                <a:lnTo>
                  <a:pt x="10824" y="2343"/>
                </a:lnTo>
                <a:lnTo>
                  <a:pt x="10962" y="2394"/>
                </a:lnTo>
                <a:lnTo>
                  <a:pt x="11150" y="2433"/>
                </a:lnTo>
                <a:lnTo>
                  <a:pt x="11326" y="2484"/>
                </a:lnTo>
                <a:lnTo>
                  <a:pt x="11464" y="2536"/>
                </a:lnTo>
                <a:lnTo>
                  <a:pt x="11653" y="2574"/>
                </a:lnTo>
                <a:lnTo>
                  <a:pt x="11829" y="2677"/>
                </a:lnTo>
                <a:lnTo>
                  <a:pt x="11967" y="2677"/>
                </a:lnTo>
                <a:lnTo>
                  <a:pt x="12155" y="2768"/>
                </a:lnTo>
                <a:lnTo>
                  <a:pt x="12331" y="2819"/>
                </a:lnTo>
                <a:lnTo>
                  <a:pt x="12469" y="2858"/>
                </a:lnTo>
                <a:lnTo>
                  <a:pt x="12657" y="2909"/>
                </a:lnTo>
                <a:lnTo>
                  <a:pt x="12833" y="2999"/>
                </a:lnTo>
                <a:lnTo>
                  <a:pt x="12971" y="2999"/>
                </a:lnTo>
                <a:lnTo>
                  <a:pt x="13160" y="3089"/>
                </a:lnTo>
                <a:lnTo>
                  <a:pt x="13335" y="3141"/>
                </a:lnTo>
                <a:lnTo>
                  <a:pt x="13474" y="3192"/>
                </a:lnTo>
                <a:lnTo>
                  <a:pt x="13662" y="3231"/>
                </a:lnTo>
                <a:lnTo>
                  <a:pt x="13838" y="3334"/>
                </a:lnTo>
                <a:lnTo>
                  <a:pt x="13976" y="3373"/>
                </a:lnTo>
                <a:lnTo>
                  <a:pt x="14164" y="3424"/>
                </a:lnTo>
                <a:lnTo>
                  <a:pt x="14353" y="3514"/>
                </a:lnTo>
                <a:lnTo>
                  <a:pt x="14579" y="3566"/>
                </a:lnTo>
                <a:lnTo>
                  <a:pt x="14754" y="3656"/>
                </a:lnTo>
                <a:lnTo>
                  <a:pt x="14981" y="3707"/>
                </a:lnTo>
                <a:lnTo>
                  <a:pt x="15169" y="3798"/>
                </a:lnTo>
                <a:lnTo>
                  <a:pt x="15357" y="3849"/>
                </a:lnTo>
                <a:lnTo>
                  <a:pt x="15583" y="3939"/>
                </a:lnTo>
                <a:lnTo>
                  <a:pt x="15759" y="3991"/>
                </a:lnTo>
                <a:lnTo>
                  <a:pt x="15998" y="4081"/>
                </a:lnTo>
                <a:lnTo>
                  <a:pt x="16173" y="4171"/>
                </a:lnTo>
                <a:lnTo>
                  <a:pt x="16362" y="4222"/>
                </a:lnTo>
                <a:lnTo>
                  <a:pt x="16500" y="4274"/>
                </a:lnTo>
                <a:lnTo>
                  <a:pt x="16676" y="4364"/>
                </a:lnTo>
                <a:lnTo>
                  <a:pt x="16864" y="4403"/>
                </a:lnTo>
                <a:lnTo>
                  <a:pt x="17002" y="4454"/>
                </a:lnTo>
                <a:lnTo>
                  <a:pt x="17178" y="4544"/>
                </a:lnTo>
                <a:lnTo>
                  <a:pt x="17366" y="4647"/>
                </a:lnTo>
                <a:lnTo>
                  <a:pt x="17505" y="4686"/>
                </a:lnTo>
                <a:lnTo>
                  <a:pt x="17680" y="4737"/>
                </a:lnTo>
                <a:lnTo>
                  <a:pt x="17869" y="4828"/>
                </a:lnTo>
                <a:lnTo>
                  <a:pt x="18007" y="4879"/>
                </a:lnTo>
                <a:lnTo>
                  <a:pt x="18183" y="4969"/>
                </a:lnTo>
                <a:lnTo>
                  <a:pt x="18371" y="5021"/>
                </a:lnTo>
                <a:lnTo>
                  <a:pt x="18509" y="5059"/>
                </a:lnTo>
                <a:lnTo>
                  <a:pt x="18685" y="5162"/>
                </a:lnTo>
                <a:lnTo>
                  <a:pt x="18873" y="5252"/>
                </a:lnTo>
                <a:lnTo>
                  <a:pt x="19011" y="5304"/>
                </a:lnTo>
                <a:lnTo>
                  <a:pt x="19187" y="5394"/>
                </a:lnTo>
                <a:lnTo>
                  <a:pt x="19376" y="5446"/>
                </a:lnTo>
                <a:lnTo>
                  <a:pt x="19514" y="5484"/>
                </a:lnTo>
                <a:lnTo>
                  <a:pt x="19690" y="5587"/>
                </a:lnTo>
                <a:lnTo>
                  <a:pt x="19878" y="5677"/>
                </a:lnTo>
                <a:lnTo>
                  <a:pt x="20016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644549" y="4989311"/>
            <a:ext cx="19966" cy="11741"/>
          </a:xfrm>
          <a:custGeom>
            <a:avLst/>
            <a:gdLst/>
            <a:ahLst/>
            <a:cxnLst/>
            <a:rect l="l" t="t" r="r" b="b"/>
            <a:pathLst>
              <a:path w="19966" h="11741">
                <a:moveTo>
                  <a:pt x="0" y="0"/>
                </a:moveTo>
                <a:lnTo>
                  <a:pt x="175" y="102"/>
                </a:lnTo>
                <a:lnTo>
                  <a:pt x="364" y="193"/>
                </a:lnTo>
                <a:lnTo>
                  <a:pt x="502" y="244"/>
                </a:lnTo>
                <a:lnTo>
                  <a:pt x="678" y="334"/>
                </a:lnTo>
                <a:lnTo>
                  <a:pt x="866" y="424"/>
                </a:lnTo>
                <a:lnTo>
                  <a:pt x="1004" y="424"/>
                </a:lnTo>
                <a:lnTo>
                  <a:pt x="1180" y="527"/>
                </a:lnTo>
                <a:lnTo>
                  <a:pt x="1368" y="617"/>
                </a:lnTo>
                <a:lnTo>
                  <a:pt x="1506" y="669"/>
                </a:lnTo>
                <a:lnTo>
                  <a:pt x="1682" y="759"/>
                </a:lnTo>
                <a:lnTo>
                  <a:pt x="1871" y="849"/>
                </a:lnTo>
                <a:lnTo>
                  <a:pt x="2009" y="901"/>
                </a:lnTo>
                <a:lnTo>
                  <a:pt x="2197" y="991"/>
                </a:lnTo>
                <a:lnTo>
                  <a:pt x="2373" y="1081"/>
                </a:lnTo>
                <a:lnTo>
                  <a:pt x="2511" y="1132"/>
                </a:lnTo>
                <a:lnTo>
                  <a:pt x="2699" y="1223"/>
                </a:lnTo>
                <a:lnTo>
                  <a:pt x="2875" y="1326"/>
                </a:lnTo>
                <a:lnTo>
                  <a:pt x="3013" y="1364"/>
                </a:lnTo>
                <a:lnTo>
                  <a:pt x="3202" y="1506"/>
                </a:lnTo>
                <a:lnTo>
                  <a:pt x="3377" y="1596"/>
                </a:lnTo>
                <a:lnTo>
                  <a:pt x="3516" y="1647"/>
                </a:lnTo>
                <a:lnTo>
                  <a:pt x="3704" y="1738"/>
                </a:lnTo>
                <a:lnTo>
                  <a:pt x="3880" y="1841"/>
                </a:lnTo>
                <a:lnTo>
                  <a:pt x="4018" y="1879"/>
                </a:lnTo>
                <a:lnTo>
                  <a:pt x="4206" y="1982"/>
                </a:lnTo>
                <a:lnTo>
                  <a:pt x="4382" y="2072"/>
                </a:lnTo>
                <a:lnTo>
                  <a:pt x="4520" y="2111"/>
                </a:lnTo>
                <a:lnTo>
                  <a:pt x="4709" y="2253"/>
                </a:lnTo>
                <a:lnTo>
                  <a:pt x="4884" y="2356"/>
                </a:lnTo>
                <a:lnTo>
                  <a:pt x="5022" y="2394"/>
                </a:lnTo>
                <a:lnTo>
                  <a:pt x="5211" y="2497"/>
                </a:lnTo>
                <a:lnTo>
                  <a:pt x="5387" y="2587"/>
                </a:lnTo>
                <a:lnTo>
                  <a:pt x="5525" y="2639"/>
                </a:lnTo>
                <a:lnTo>
                  <a:pt x="5713" y="2780"/>
                </a:lnTo>
                <a:lnTo>
                  <a:pt x="5889" y="2871"/>
                </a:lnTo>
                <a:lnTo>
                  <a:pt x="6027" y="2909"/>
                </a:lnTo>
                <a:lnTo>
                  <a:pt x="6215" y="3012"/>
                </a:lnTo>
                <a:lnTo>
                  <a:pt x="6391" y="3154"/>
                </a:lnTo>
                <a:lnTo>
                  <a:pt x="6529" y="3192"/>
                </a:lnTo>
                <a:lnTo>
                  <a:pt x="6718" y="3295"/>
                </a:lnTo>
                <a:lnTo>
                  <a:pt x="6894" y="3386"/>
                </a:lnTo>
                <a:lnTo>
                  <a:pt x="7032" y="3437"/>
                </a:lnTo>
                <a:lnTo>
                  <a:pt x="7220" y="3566"/>
                </a:lnTo>
                <a:lnTo>
                  <a:pt x="7396" y="3669"/>
                </a:lnTo>
                <a:lnTo>
                  <a:pt x="7534" y="3707"/>
                </a:lnTo>
                <a:lnTo>
                  <a:pt x="7722" y="3849"/>
                </a:lnTo>
                <a:lnTo>
                  <a:pt x="7898" y="3952"/>
                </a:lnTo>
                <a:lnTo>
                  <a:pt x="8036" y="3991"/>
                </a:lnTo>
                <a:lnTo>
                  <a:pt x="8225" y="4132"/>
                </a:lnTo>
                <a:lnTo>
                  <a:pt x="8413" y="4222"/>
                </a:lnTo>
                <a:lnTo>
                  <a:pt x="8639" y="4325"/>
                </a:lnTo>
                <a:lnTo>
                  <a:pt x="8815" y="4467"/>
                </a:lnTo>
                <a:lnTo>
                  <a:pt x="9041" y="4557"/>
                </a:lnTo>
                <a:lnTo>
                  <a:pt x="9229" y="4699"/>
                </a:lnTo>
                <a:lnTo>
                  <a:pt x="9418" y="4789"/>
                </a:lnTo>
                <a:lnTo>
                  <a:pt x="9556" y="4892"/>
                </a:lnTo>
                <a:lnTo>
                  <a:pt x="9732" y="4982"/>
                </a:lnTo>
                <a:lnTo>
                  <a:pt x="9920" y="5124"/>
                </a:lnTo>
                <a:lnTo>
                  <a:pt x="10058" y="5162"/>
                </a:lnTo>
                <a:lnTo>
                  <a:pt x="10234" y="5265"/>
                </a:lnTo>
                <a:lnTo>
                  <a:pt x="10422" y="5407"/>
                </a:lnTo>
                <a:lnTo>
                  <a:pt x="10560" y="5446"/>
                </a:lnTo>
                <a:lnTo>
                  <a:pt x="10736" y="5587"/>
                </a:lnTo>
                <a:lnTo>
                  <a:pt x="10924" y="5677"/>
                </a:lnTo>
                <a:lnTo>
                  <a:pt x="11063" y="5780"/>
                </a:lnTo>
                <a:lnTo>
                  <a:pt x="11238" y="5870"/>
                </a:lnTo>
                <a:lnTo>
                  <a:pt x="11427" y="6012"/>
                </a:lnTo>
                <a:lnTo>
                  <a:pt x="11565" y="6064"/>
                </a:lnTo>
                <a:lnTo>
                  <a:pt x="11741" y="6205"/>
                </a:lnTo>
                <a:lnTo>
                  <a:pt x="11929" y="6295"/>
                </a:lnTo>
                <a:lnTo>
                  <a:pt x="12067" y="6385"/>
                </a:lnTo>
                <a:lnTo>
                  <a:pt x="12243" y="6476"/>
                </a:lnTo>
                <a:lnTo>
                  <a:pt x="12431" y="6617"/>
                </a:lnTo>
                <a:lnTo>
                  <a:pt x="12569" y="6669"/>
                </a:lnTo>
                <a:lnTo>
                  <a:pt x="12745" y="6810"/>
                </a:lnTo>
                <a:lnTo>
                  <a:pt x="12934" y="6952"/>
                </a:lnTo>
                <a:lnTo>
                  <a:pt x="13072" y="7003"/>
                </a:lnTo>
                <a:lnTo>
                  <a:pt x="13248" y="7132"/>
                </a:lnTo>
                <a:lnTo>
                  <a:pt x="13436" y="7235"/>
                </a:lnTo>
                <a:lnTo>
                  <a:pt x="13574" y="7325"/>
                </a:lnTo>
                <a:lnTo>
                  <a:pt x="13750" y="7467"/>
                </a:lnTo>
                <a:lnTo>
                  <a:pt x="13938" y="7557"/>
                </a:lnTo>
                <a:lnTo>
                  <a:pt x="14076" y="7660"/>
                </a:lnTo>
                <a:lnTo>
                  <a:pt x="14252" y="7750"/>
                </a:lnTo>
                <a:lnTo>
                  <a:pt x="14441" y="7892"/>
                </a:lnTo>
                <a:lnTo>
                  <a:pt x="14579" y="7982"/>
                </a:lnTo>
                <a:lnTo>
                  <a:pt x="14754" y="8072"/>
                </a:lnTo>
                <a:lnTo>
                  <a:pt x="14943" y="8214"/>
                </a:lnTo>
                <a:lnTo>
                  <a:pt x="15081" y="8317"/>
                </a:lnTo>
                <a:lnTo>
                  <a:pt x="15257" y="8445"/>
                </a:lnTo>
                <a:lnTo>
                  <a:pt x="15445" y="8548"/>
                </a:lnTo>
                <a:lnTo>
                  <a:pt x="15583" y="8639"/>
                </a:lnTo>
                <a:lnTo>
                  <a:pt x="15772" y="8780"/>
                </a:lnTo>
                <a:lnTo>
                  <a:pt x="15947" y="8922"/>
                </a:lnTo>
                <a:lnTo>
                  <a:pt x="16086" y="8973"/>
                </a:lnTo>
                <a:lnTo>
                  <a:pt x="16274" y="9115"/>
                </a:lnTo>
                <a:lnTo>
                  <a:pt x="16450" y="9244"/>
                </a:lnTo>
                <a:lnTo>
                  <a:pt x="16588" y="9295"/>
                </a:lnTo>
                <a:lnTo>
                  <a:pt x="16776" y="9437"/>
                </a:lnTo>
                <a:lnTo>
                  <a:pt x="16952" y="9578"/>
                </a:lnTo>
                <a:lnTo>
                  <a:pt x="17090" y="9669"/>
                </a:lnTo>
                <a:lnTo>
                  <a:pt x="17279" y="9810"/>
                </a:lnTo>
                <a:lnTo>
                  <a:pt x="17454" y="9952"/>
                </a:lnTo>
                <a:lnTo>
                  <a:pt x="17592" y="10003"/>
                </a:lnTo>
                <a:lnTo>
                  <a:pt x="17781" y="10145"/>
                </a:lnTo>
                <a:lnTo>
                  <a:pt x="17957" y="10287"/>
                </a:lnTo>
                <a:lnTo>
                  <a:pt x="18095" y="10377"/>
                </a:lnTo>
                <a:lnTo>
                  <a:pt x="18283" y="10518"/>
                </a:lnTo>
                <a:lnTo>
                  <a:pt x="18459" y="10660"/>
                </a:lnTo>
                <a:lnTo>
                  <a:pt x="18597" y="10699"/>
                </a:lnTo>
                <a:lnTo>
                  <a:pt x="18785" y="10840"/>
                </a:lnTo>
                <a:lnTo>
                  <a:pt x="18961" y="10982"/>
                </a:lnTo>
                <a:lnTo>
                  <a:pt x="19099" y="11085"/>
                </a:lnTo>
                <a:lnTo>
                  <a:pt x="19288" y="11226"/>
                </a:lnTo>
                <a:lnTo>
                  <a:pt x="19464" y="11355"/>
                </a:lnTo>
                <a:lnTo>
                  <a:pt x="19602" y="11458"/>
                </a:lnTo>
                <a:lnTo>
                  <a:pt x="19790" y="11600"/>
                </a:lnTo>
                <a:lnTo>
                  <a:pt x="19966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664515" y="5001053"/>
            <a:ext cx="20029" cy="17587"/>
          </a:xfrm>
          <a:custGeom>
            <a:avLst/>
            <a:gdLst/>
            <a:ahLst/>
            <a:cxnLst/>
            <a:rect l="l" t="t" r="r" b="b"/>
            <a:pathLst>
              <a:path w="20029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0" y="463"/>
                </a:lnTo>
                <a:lnTo>
                  <a:pt x="828" y="605"/>
                </a:lnTo>
                <a:lnTo>
                  <a:pt x="1004" y="746"/>
                </a:lnTo>
                <a:lnTo>
                  <a:pt x="1142" y="836"/>
                </a:lnTo>
                <a:lnTo>
                  <a:pt x="1331" y="978"/>
                </a:lnTo>
                <a:lnTo>
                  <a:pt x="1506" y="1120"/>
                </a:lnTo>
                <a:lnTo>
                  <a:pt x="1645" y="1210"/>
                </a:lnTo>
                <a:lnTo>
                  <a:pt x="1833" y="1351"/>
                </a:lnTo>
                <a:lnTo>
                  <a:pt x="2021" y="1493"/>
                </a:lnTo>
                <a:lnTo>
                  <a:pt x="2247" y="1635"/>
                </a:lnTo>
                <a:lnTo>
                  <a:pt x="2423" y="1828"/>
                </a:lnTo>
                <a:lnTo>
                  <a:pt x="2649" y="1969"/>
                </a:lnTo>
                <a:lnTo>
                  <a:pt x="2837" y="2111"/>
                </a:lnTo>
                <a:lnTo>
                  <a:pt x="3026" y="2291"/>
                </a:lnTo>
                <a:lnTo>
                  <a:pt x="3164" y="2343"/>
                </a:lnTo>
                <a:lnTo>
                  <a:pt x="3340" y="2523"/>
                </a:lnTo>
                <a:lnTo>
                  <a:pt x="3528" y="2665"/>
                </a:lnTo>
                <a:lnTo>
                  <a:pt x="3666" y="2768"/>
                </a:lnTo>
                <a:lnTo>
                  <a:pt x="3842" y="2909"/>
                </a:lnTo>
                <a:lnTo>
                  <a:pt x="4030" y="3089"/>
                </a:lnTo>
                <a:lnTo>
                  <a:pt x="4169" y="3141"/>
                </a:lnTo>
                <a:lnTo>
                  <a:pt x="4344" y="3321"/>
                </a:lnTo>
                <a:lnTo>
                  <a:pt x="4533" y="3463"/>
                </a:lnTo>
                <a:lnTo>
                  <a:pt x="4671" y="3566"/>
                </a:lnTo>
                <a:lnTo>
                  <a:pt x="4847" y="3707"/>
                </a:lnTo>
                <a:lnTo>
                  <a:pt x="5035" y="3888"/>
                </a:lnTo>
                <a:lnTo>
                  <a:pt x="5173" y="3939"/>
                </a:lnTo>
                <a:lnTo>
                  <a:pt x="5349" y="4119"/>
                </a:lnTo>
                <a:lnTo>
                  <a:pt x="5537" y="4261"/>
                </a:lnTo>
                <a:lnTo>
                  <a:pt x="5675" y="4364"/>
                </a:lnTo>
                <a:lnTo>
                  <a:pt x="5851" y="4544"/>
                </a:lnTo>
                <a:lnTo>
                  <a:pt x="6040" y="4686"/>
                </a:lnTo>
                <a:lnTo>
                  <a:pt x="6178" y="4776"/>
                </a:lnTo>
                <a:lnTo>
                  <a:pt x="6354" y="4918"/>
                </a:lnTo>
                <a:lnTo>
                  <a:pt x="6542" y="5111"/>
                </a:lnTo>
                <a:lnTo>
                  <a:pt x="6680" y="5201"/>
                </a:lnTo>
                <a:lnTo>
                  <a:pt x="6856" y="5343"/>
                </a:lnTo>
                <a:lnTo>
                  <a:pt x="7044" y="5536"/>
                </a:lnTo>
                <a:lnTo>
                  <a:pt x="7182" y="5626"/>
                </a:lnTo>
                <a:lnTo>
                  <a:pt x="7358" y="5767"/>
                </a:lnTo>
                <a:lnTo>
                  <a:pt x="7547" y="5948"/>
                </a:lnTo>
                <a:lnTo>
                  <a:pt x="7685" y="6051"/>
                </a:lnTo>
                <a:lnTo>
                  <a:pt x="7860" y="6192"/>
                </a:lnTo>
                <a:lnTo>
                  <a:pt x="8049" y="6373"/>
                </a:lnTo>
                <a:lnTo>
                  <a:pt x="8187" y="6476"/>
                </a:lnTo>
                <a:lnTo>
                  <a:pt x="8363" y="6604"/>
                </a:lnTo>
                <a:lnTo>
                  <a:pt x="8551" y="6797"/>
                </a:lnTo>
                <a:lnTo>
                  <a:pt x="8689" y="6888"/>
                </a:lnTo>
                <a:lnTo>
                  <a:pt x="8865" y="7081"/>
                </a:lnTo>
                <a:lnTo>
                  <a:pt x="9053" y="7222"/>
                </a:lnTo>
                <a:lnTo>
                  <a:pt x="9192" y="7312"/>
                </a:lnTo>
                <a:lnTo>
                  <a:pt x="9380" y="7506"/>
                </a:lnTo>
                <a:lnTo>
                  <a:pt x="9556" y="7686"/>
                </a:lnTo>
                <a:lnTo>
                  <a:pt x="9694" y="7789"/>
                </a:lnTo>
                <a:lnTo>
                  <a:pt x="9882" y="7930"/>
                </a:lnTo>
                <a:lnTo>
                  <a:pt x="10058" y="8111"/>
                </a:lnTo>
                <a:lnTo>
                  <a:pt x="10196" y="8201"/>
                </a:lnTo>
                <a:lnTo>
                  <a:pt x="10384" y="8394"/>
                </a:lnTo>
                <a:lnTo>
                  <a:pt x="10560" y="8587"/>
                </a:lnTo>
                <a:lnTo>
                  <a:pt x="10698" y="8626"/>
                </a:lnTo>
                <a:lnTo>
                  <a:pt x="10887" y="8819"/>
                </a:lnTo>
                <a:lnTo>
                  <a:pt x="11063" y="8999"/>
                </a:lnTo>
                <a:lnTo>
                  <a:pt x="11201" y="9102"/>
                </a:lnTo>
                <a:lnTo>
                  <a:pt x="11389" y="9282"/>
                </a:lnTo>
                <a:lnTo>
                  <a:pt x="11565" y="9475"/>
                </a:lnTo>
                <a:lnTo>
                  <a:pt x="11703" y="9566"/>
                </a:lnTo>
                <a:lnTo>
                  <a:pt x="11891" y="9759"/>
                </a:lnTo>
                <a:lnTo>
                  <a:pt x="12067" y="9900"/>
                </a:lnTo>
                <a:lnTo>
                  <a:pt x="12205" y="9990"/>
                </a:lnTo>
                <a:lnTo>
                  <a:pt x="12394" y="10171"/>
                </a:lnTo>
                <a:lnTo>
                  <a:pt x="12569" y="10364"/>
                </a:lnTo>
                <a:lnTo>
                  <a:pt x="12708" y="10454"/>
                </a:lnTo>
                <a:lnTo>
                  <a:pt x="12896" y="10647"/>
                </a:lnTo>
                <a:lnTo>
                  <a:pt x="13072" y="10827"/>
                </a:lnTo>
                <a:lnTo>
                  <a:pt x="13210" y="10930"/>
                </a:lnTo>
                <a:lnTo>
                  <a:pt x="13398" y="11111"/>
                </a:lnTo>
                <a:lnTo>
                  <a:pt x="13574" y="11304"/>
                </a:lnTo>
                <a:lnTo>
                  <a:pt x="13712" y="11394"/>
                </a:lnTo>
                <a:lnTo>
                  <a:pt x="13901" y="11587"/>
                </a:lnTo>
                <a:lnTo>
                  <a:pt x="14076" y="11767"/>
                </a:lnTo>
                <a:lnTo>
                  <a:pt x="14215" y="11870"/>
                </a:lnTo>
                <a:lnTo>
                  <a:pt x="14403" y="12050"/>
                </a:lnTo>
                <a:lnTo>
                  <a:pt x="14579" y="12244"/>
                </a:lnTo>
                <a:lnTo>
                  <a:pt x="14717" y="12334"/>
                </a:lnTo>
                <a:lnTo>
                  <a:pt x="14905" y="12527"/>
                </a:lnTo>
                <a:lnTo>
                  <a:pt x="15081" y="12707"/>
                </a:lnTo>
                <a:lnTo>
                  <a:pt x="15219" y="12810"/>
                </a:lnTo>
                <a:lnTo>
                  <a:pt x="15407" y="12990"/>
                </a:lnTo>
                <a:lnTo>
                  <a:pt x="15596" y="13183"/>
                </a:lnTo>
                <a:lnTo>
                  <a:pt x="15721" y="13325"/>
                </a:lnTo>
                <a:lnTo>
                  <a:pt x="15910" y="13505"/>
                </a:lnTo>
                <a:lnTo>
                  <a:pt x="16098" y="13698"/>
                </a:lnTo>
                <a:lnTo>
                  <a:pt x="16324" y="13879"/>
                </a:lnTo>
                <a:lnTo>
                  <a:pt x="16500" y="14072"/>
                </a:lnTo>
                <a:lnTo>
                  <a:pt x="16739" y="14265"/>
                </a:lnTo>
                <a:lnTo>
                  <a:pt x="16914" y="14445"/>
                </a:lnTo>
                <a:lnTo>
                  <a:pt x="17002" y="14587"/>
                </a:lnTo>
                <a:lnTo>
                  <a:pt x="17241" y="14780"/>
                </a:lnTo>
                <a:lnTo>
                  <a:pt x="17417" y="14960"/>
                </a:lnTo>
                <a:lnTo>
                  <a:pt x="17605" y="15153"/>
                </a:lnTo>
                <a:lnTo>
                  <a:pt x="17743" y="15243"/>
                </a:lnTo>
                <a:lnTo>
                  <a:pt x="17919" y="15437"/>
                </a:lnTo>
                <a:lnTo>
                  <a:pt x="18007" y="15578"/>
                </a:lnTo>
                <a:lnTo>
                  <a:pt x="18245" y="15758"/>
                </a:lnTo>
                <a:lnTo>
                  <a:pt x="18421" y="15952"/>
                </a:lnTo>
                <a:lnTo>
                  <a:pt x="18610" y="16132"/>
                </a:lnTo>
                <a:lnTo>
                  <a:pt x="18748" y="16273"/>
                </a:lnTo>
                <a:lnTo>
                  <a:pt x="18924" y="16467"/>
                </a:lnTo>
                <a:lnTo>
                  <a:pt x="19112" y="16647"/>
                </a:lnTo>
                <a:lnTo>
                  <a:pt x="19250" y="16750"/>
                </a:lnTo>
                <a:lnTo>
                  <a:pt x="19338" y="16891"/>
                </a:lnTo>
                <a:lnTo>
                  <a:pt x="19526" y="17072"/>
                </a:lnTo>
                <a:lnTo>
                  <a:pt x="19752" y="17265"/>
                </a:lnTo>
                <a:lnTo>
                  <a:pt x="19928" y="17497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5684544" y="5018640"/>
            <a:ext cx="20016" cy="23136"/>
          </a:xfrm>
          <a:custGeom>
            <a:avLst/>
            <a:gdLst/>
            <a:ahLst/>
            <a:cxnLst/>
            <a:rect l="l" t="t" r="r" b="b"/>
            <a:pathLst>
              <a:path w="20016" h="23136">
                <a:moveTo>
                  <a:pt x="0" y="0"/>
                </a:moveTo>
                <a:lnTo>
                  <a:pt x="226" y="193"/>
                </a:lnTo>
                <a:lnTo>
                  <a:pt x="401" y="424"/>
                </a:lnTo>
                <a:lnTo>
                  <a:pt x="640" y="617"/>
                </a:lnTo>
                <a:lnTo>
                  <a:pt x="816" y="798"/>
                </a:lnTo>
                <a:lnTo>
                  <a:pt x="904" y="939"/>
                </a:lnTo>
                <a:lnTo>
                  <a:pt x="1142" y="1132"/>
                </a:lnTo>
                <a:lnTo>
                  <a:pt x="1318" y="1313"/>
                </a:lnTo>
                <a:lnTo>
                  <a:pt x="1406" y="1454"/>
                </a:lnTo>
                <a:lnTo>
                  <a:pt x="1645" y="1647"/>
                </a:lnTo>
                <a:lnTo>
                  <a:pt x="1820" y="1879"/>
                </a:lnTo>
                <a:lnTo>
                  <a:pt x="2009" y="2072"/>
                </a:lnTo>
                <a:lnTo>
                  <a:pt x="2147" y="2162"/>
                </a:lnTo>
                <a:lnTo>
                  <a:pt x="2235" y="2304"/>
                </a:lnTo>
                <a:lnTo>
                  <a:pt x="2411" y="2484"/>
                </a:lnTo>
                <a:lnTo>
                  <a:pt x="2649" y="2729"/>
                </a:lnTo>
                <a:lnTo>
                  <a:pt x="2825" y="2909"/>
                </a:lnTo>
                <a:lnTo>
                  <a:pt x="3013" y="3141"/>
                </a:lnTo>
                <a:lnTo>
                  <a:pt x="3151" y="3244"/>
                </a:lnTo>
                <a:lnTo>
                  <a:pt x="3327" y="3476"/>
                </a:lnTo>
                <a:lnTo>
                  <a:pt x="3516" y="3669"/>
                </a:lnTo>
                <a:lnTo>
                  <a:pt x="3654" y="3759"/>
                </a:lnTo>
                <a:lnTo>
                  <a:pt x="3742" y="3901"/>
                </a:lnTo>
                <a:lnTo>
                  <a:pt x="3930" y="4081"/>
                </a:lnTo>
                <a:lnTo>
                  <a:pt x="4018" y="4222"/>
                </a:lnTo>
                <a:lnTo>
                  <a:pt x="4156" y="4325"/>
                </a:lnTo>
                <a:lnTo>
                  <a:pt x="4332" y="4557"/>
                </a:lnTo>
                <a:lnTo>
                  <a:pt x="4520" y="4737"/>
                </a:lnTo>
                <a:lnTo>
                  <a:pt x="4658" y="4879"/>
                </a:lnTo>
                <a:lnTo>
                  <a:pt x="4834" y="5072"/>
                </a:lnTo>
                <a:lnTo>
                  <a:pt x="5022" y="5304"/>
                </a:lnTo>
                <a:lnTo>
                  <a:pt x="5161" y="5394"/>
                </a:lnTo>
                <a:lnTo>
                  <a:pt x="5249" y="5536"/>
                </a:lnTo>
                <a:lnTo>
                  <a:pt x="5437" y="5729"/>
                </a:lnTo>
                <a:lnTo>
                  <a:pt x="5525" y="5870"/>
                </a:lnTo>
                <a:lnTo>
                  <a:pt x="5663" y="5961"/>
                </a:lnTo>
                <a:lnTo>
                  <a:pt x="5839" y="6192"/>
                </a:lnTo>
                <a:lnTo>
                  <a:pt x="6027" y="6385"/>
                </a:lnTo>
                <a:lnTo>
                  <a:pt x="6165" y="6527"/>
                </a:lnTo>
                <a:lnTo>
                  <a:pt x="6341" y="6707"/>
                </a:lnTo>
                <a:lnTo>
                  <a:pt x="6441" y="6849"/>
                </a:lnTo>
                <a:lnTo>
                  <a:pt x="6667" y="7094"/>
                </a:lnTo>
                <a:lnTo>
                  <a:pt x="6856" y="7274"/>
                </a:lnTo>
                <a:lnTo>
                  <a:pt x="6944" y="7415"/>
                </a:lnTo>
                <a:lnTo>
                  <a:pt x="7170" y="7647"/>
                </a:lnTo>
                <a:lnTo>
                  <a:pt x="7358" y="7840"/>
                </a:lnTo>
                <a:lnTo>
                  <a:pt x="7446" y="7982"/>
                </a:lnTo>
                <a:lnTo>
                  <a:pt x="7672" y="8214"/>
                </a:lnTo>
                <a:lnTo>
                  <a:pt x="7860" y="8407"/>
                </a:lnTo>
                <a:lnTo>
                  <a:pt x="7948" y="8548"/>
                </a:lnTo>
                <a:lnTo>
                  <a:pt x="8174" y="8780"/>
                </a:lnTo>
                <a:lnTo>
                  <a:pt x="8363" y="9012"/>
                </a:lnTo>
                <a:lnTo>
                  <a:pt x="8539" y="9205"/>
                </a:lnTo>
                <a:lnTo>
                  <a:pt x="8677" y="9347"/>
                </a:lnTo>
                <a:lnTo>
                  <a:pt x="8865" y="9578"/>
                </a:lnTo>
                <a:lnTo>
                  <a:pt x="9041" y="9810"/>
                </a:lnTo>
                <a:lnTo>
                  <a:pt x="9179" y="9900"/>
                </a:lnTo>
                <a:lnTo>
                  <a:pt x="9267" y="10042"/>
                </a:lnTo>
                <a:lnTo>
                  <a:pt x="9455" y="10235"/>
                </a:lnTo>
                <a:lnTo>
                  <a:pt x="9543" y="10377"/>
                </a:lnTo>
                <a:lnTo>
                  <a:pt x="9681" y="10467"/>
                </a:lnTo>
                <a:lnTo>
                  <a:pt x="9769" y="10608"/>
                </a:lnTo>
                <a:lnTo>
                  <a:pt x="9958" y="10840"/>
                </a:lnTo>
                <a:lnTo>
                  <a:pt x="10184" y="11072"/>
                </a:lnTo>
                <a:lnTo>
                  <a:pt x="10372" y="11317"/>
                </a:lnTo>
                <a:lnTo>
                  <a:pt x="10548" y="11548"/>
                </a:lnTo>
                <a:lnTo>
                  <a:pt x="10686" y="11638"/>
                </a:lnTo>
                <a:lnTo>
                  <a:pt x="10786" y="11780"/>
                </a:lnTo>
                <a:lnTo>
                  <a:pt x="10962" y="12012"/>
                </a:lnTo>
                <a:lnTo>
                  <a:pt x="11188" y="12244"/>
                </a:lnTo>
                <a:lnTo>
                  <a:pt x="11377" y="12488"/>
                </a:lnTo>
                <a:lnTo>
                  <a:pt x="11552" y="12720"/>
                </a:lnTo>
                <a:lnTo>
                  <a:pt x="11690" y="12810"/>
                </a:lnTo>
                <a:lnTo>
                  <a:pt x="11791" y="12952"/>
                </a:lnTo>
                <a:lnTo>
                  <a:pt x="11967" y="13183"/>
                </a:lnTo>
                <a:lnTo>
                  <a:pt x="12055" y="13325"/>
                </a:lnTo>
                <a:lnTo>
                  <a:pt x="12193" y="13428"/>
                </a:lnTo>
                <a:lnTo>
                  <a:pt x="12293" y="13570"/>
                </a:lnTo>
                <a:lnTo>
                  <a:pt x="12469" y="13801"/>
                </a:lnTo>
                <a:lnTo>
                  <a:pt x="12695" y="14033"/>
                </a:lnTo>
                <a:lnTo>
                  <a:pt x="12883" y="14265"/>
                </a:lnTo>
                <a:lnTo>
                  <a:pt x="12971" y="14407"/>
                </a:lnTo>
                <a:lnTo>
                  <a:pt x="13197" y="14638"/>
                </a:lnTo>
                <a:lnTo>
                  <a:pt x="13386" y="14883"/>
                </a:lnTo>
                <a:lnTo>
                  <a:pt x="13574" y="15115"/>
                </a:lnTo>
                <a:lnTo>
                  <a:pt x="13700" y="15256"/>
                </a:lnTo>
                <a:lnTo>
                  <a:pt x="13888" y="15488"/>
                </a:lnTo>
                <a:lnTo>
                  <a:pt x="14076" y="15720"/>
                </a:lnTo>
                <a:lnTo>
                  <a:pt x="14215" y="15861"/>
                </a:lnTo>
                <a:lnTo>
                  <a:pt x="14390" y="16093"/>
                </a:lnTo>
                <a:lnTo>
                  <a:pt x="14579" y="16338"/>
                </a:lnTo>
                <a:lnTo>
                  <a:pt x="14717" y="16467"/>
                </a:lnTo>
                <a:lnTo>
                  <a:pt x="14893" y="16711"/>
                </a:lnTo>
                <a:lnTo>
                  <a:pt x="15081" y="16943"/>
                </a:lnTo>
                <a:lnTo>
                  <a:pt x="15219" y="17085"/>
                </a:lnTo>
                <a:lnTo>
                  <a:pt x="15395" y="17316"/>
                </a:lnTo>
                <a:lnTo>
                  <a:pt x="15483" y="17458"/>
                </a:lnTo>
                <a:lnTo>
                  <a:pt x="15721" y="17690"/>
                </a:lnTo>
                <a:lnTo>
                  <a:pt x="15897" y="17921"/>
                </a:lnTo>
                <a:lnTo>
                  <a:pt x="15985" y="18063"/>
                </a:lnTo>
                <a:lnTo>
                  <a:pt x="16224" y="18308"/>
                </a:lnTo>
                <a:lnTo>
                  <a:pt x="16312" y="18449"/>
                </a:lnTo>
                <a:lnTo>
                  <a:pt x="16500" y="18681"/>
                </a:lnTo>
                <a:lnTo>
                  <a:pt x="16588" y="18823"/>
                </a:lnTo>
                <a:lnTo>
                  <a:pt x="16726" y="18913"/>
                </a:lnTo>
                <a:lnTo>
                  <a:pt x="16814" y="19054"/>
                </a:lnTo>
                <a:lnTo>
                  <a:pt x="16902" y="19196"/>
                </a:lnTo>
                <a:lnTo>
                  <a:pt x="17090" y="19428"/>
                </a:lnTo>
                <a:lnTo>
                  <a:pt x="17228" y="19569"/>
                </a:lnTo>
                <a:lnTo>
                  <a:pt x="17316" y="19711"/>
                </a:lnTo>
                <a:lnTo>
                  <a:pt x="17505" y="19943"/>
                </a:lnTo>
                <a:lnTo>
                  <a:pt x="17592" y="20084"/>
                </a:lnTo>
                <a:lnTo>
                  <a:pt x="17731" y="20175"/>
                </a:lnTo>
                <a:lnTo>
                  <a:pt x="17818" y="20316"/>
                </a:lnTo>
                <a:lnTo>
                  <a:pt x="17906" y="20458"/>
                </a:lnTo>
                <a:lnTo>
                  <a:pt x="18095" y="20690"/>
                </a:lnTo>
                <a:lnTo>
                  <a:pt x="18233" y="20831"/>
                </a:lnTo>
                <a:lnTo>
                  <a:pt x="18321" y="20973"/>
                </a:lnTo>
                <a:lnTo>
                  <a:pt x="18509" y="21217"/>
                </a:lnTo>
                <a:lnTo>
                  <a:pt x="18597" y="21346"/>
                </a:lnTo>
                <a:lnTo>
                  <a:pt x="18735" y="21449"/>
                </a:lnTo>
                <a:lnTo>
                  <a:pt x="18823" y="21591"/>
                </a:lnTo>
                <a:lnTo>
                  <a:pt x="18911" y="21732"/>
                </a:lnTo>
                <a:lnTo>
                  <a:pt x="19011" y="21874"/>
                </a:lnTo>
                <a:lnTo>
                  <a:pt x="19237" y="22106"/>
                </a:lnTo>
                <a:lnTo>
                  <a:pt x="19325" y="22247"/>
                </a:lnTo>
                <a:lnTo>
                  <a:pt x="19413" y="22389"/>
                </a:lnTo>
                <a:lnTo>
                  <a:pt x="19602" y="22621"/>
                </a:lnTo>
                <a:lnTo>
                  <a:pt x="19740" y="22762"/>
                </a:lnTo>
                <a:lnTo>
                  <a:pt x="19828" y="22904"/>
                </a:lnTo>
                <a:lnTo>
                  <a:pt x="20016" y="23136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5704561" y="5041776"/>
            <a:ext cx="20016" cy="28389"/>
          </a:xfrm>
          <a:custGeom>
            <a:avLst/>
            <a:gdLst/>
            <a:ahLst/>
            <a:cxnLst/>
            <a:rect l="l" t="t" r="r" b="b"/>
            <a:pathLst>
              <a:path w="20016" h="28389">
                <a:moveTo>
                  <a:pt x="0" y="0"/>
                </a:moveTo>
                <a:lnTo>
                  <a:pt x="87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8" y="939"/>
                </a:lnTo>
                <a:lnTo>
                  <a:pt x="916" y="1171"/>
                </a:lnTo>
                <a:lnTo>
                  <a:pt x="1004" y="1313"/>
                </a:lnTo>
                <a:lnTo>
                  <a:pt x="1092" y="1454"/>
                </a:lnTo>
                <a:lnTo>
                  <a:pt x="1230" y="1596"/>
                </a:lnTo>
                <a:lnTo>
                  <a:pt x="1418" y="1828"/>
                </a:lnTo>
                <a:lnTo>
                  <a:pt x="1506" y="1969"/>
                </a:lnTo>
                <a:lnTo>
                  <a:pt x="1594" y="2111"/>
                </a:lnTo>
                <a:lnTo>
                  <a:pt x="1732" y="2253"/>
                </a:lnTo>
                <a:lnTo>
                  <a:pt x="1921" y="2484"/>
                </a:lnTo>
                <a:lnTo>
                  <a:pt x="2009" y="2626"/>
                </a:lnTo>
                <a:lnTo>
                  <a:pt x="2097" y="2768"/>
                </a:lnTo>
                <a:lnTo>
                  <a:pt x="2235" y="2909"/>
                </a:lnTo>
                <a:lnTo>
                  <a:pt x="2423" y="3141"/>
                </a:lnTo>
                <a:lnTo>
                  <a:pt x="2511" y="3283"/>
                </a:lnTo>
                <a:lnTo>
                  <a:pt x="2599" y="3424"/>
                </a:lnTo>
                <a:lnTo>
                  <a:pt x="2737" y="3566"/>
                </a:lnTo>
                <a:lnTo>
                  <a:pt x="2825" y="3707"/>
                </a:lnTo>
                <a:lnTo>
                  <a:pt x="2925" y="3849"/>
                </a:lnTo>
                <a:lnTo>
                  <a:pt x="3101" y="4081"/>
                </a:lnTo>
                <a:lnTo>
                  <a:pt x="3239" y="4222"/>
                </a:lnTo>
                <a:lnTo>
                  <a:pt x="3327" y="4364"/>
                </a:lnTo>
                <a:lnTo>
                  <a:pt x="3428" y="4506"/>
                </a:lnTo>
                <a:lnTo>
                  <a:pt x="3516" y="4647"/>
                </a:lnTo>
                <a:lnTo>
                  <a:pt x="3603" y="4789"/>
                </a:lnTo>
                <a:lnTo>
                  <a:pt x="3742" y="4879"/>
                </a:lnTo>
                <a:lnTo>
                  <a:pt x="3830" y="5021"/>
                </a:lnTo>
                <a:lnTo>
                  <a:pt x="3930" y="5162"/>
                </a:lnTo>
                <a:lnTo>
                  <a:pt x="4018" y="5304"/>
                </a:lnTo>
                <a:lnTo>
                  <a:pt x="4106" y="5446"/>
                </a:lnTo>
                <a:lnTo>
                  <a:pt x="4244" y="5587"/>
                </a:lnTo>
                <a:lnTo>
                  <a:pt x="4344" y="5729"/>
                </a:lnTo>
                <a:lnTo>
                  <a:pt x="4432" y="5870"/>
                </a:lnTo>
                <a:lnTo>
                  <a:pt x="4608" y="6102"/>
                </a:lnTo>
                <a:lnTo>
                  <a:pt x="4746" y="6244"/>
                </a:lnTo>
                <a:lnTo>
                  <a:pt x="4847" y="6385"/>
                </a:lnTo>
                <a:lnTo>
                  <a:pt x="4935" y="6527"/>
                </a:lnTo>
                <a:lnTo>
                  <a:pt x="5022" y="6656"/>
                </a:lnTo>
                <a:lnTo>
                  <a:pt x="5110" y="6797"/>
                </a:lnTo>
                <a:lnTo>
                  <a:pt x="5249" y="6939"/>
                </a:lnTo>
                <a:lnTo>
                  <a:pt x="5349" y="7081"/>
                </a:lnTo>
                <a:lnTo>
                  <a:pt x="5437" y="7222"/>
                </a:lnTo>
                <a:lnTo>
                  <a:pt x="5613" y="7454"/>
                </a:lnTo>
                <a:lnTo>
                  <a:pt x="5751" y="7596"/>
                </a:lnTo>
                <a:lnTo>
                  <a:pt x="5851" y="7737"/>
                </a:lnTo>
                <a:lnTo>
                  <a:pt x="5939" y="7879"/>
                </a:lnTo>
                <a:lnTo>
                  <a:pt x="6027" y="8021"/>
                </a:lnTo>
                <a:lnTo>
                  <a:pt x="6115" y="8162"/>
                </a:lnTo>
                <a:lnTo>
                  <a:pt x="6253" y="8304"/>
                </a:lnTo>
                <a:lnTo>
                  <a:pt x="6354" y="8445"/>
                </a:lnTo>
                <a:lnTo>
                  <a:pt x="6441" y="8587"/>
                </a:lnTo>
                <a:lnTo>
                  <a:pt x="6529" y="8729"/>
                </a:lnTo>
                <a:lnTo>
                  <a:pt x="6630" y="8870"/>
                </a:lnTo>
                <a:lnTo>
                  <a:pt x="6755" y="9012"/>
                </a:lnTo>
                <a:lnTo>
                  <a:pt x="6856" y="9154"/>
                </a:lnTo>
                <a:lnTo>
                  <a:pt x="6944" y="9295"/>
                </a:lnTo>
                <a:lnTo>
                  <a:pt x="7032" y="9437"/>
                </a:lnTo>
                <a:lnTo>
                  <a:pt x="7258" y="9669"/>
                </a:lnTo>
                <a:lnTo>
                  <a:pt x="7358" y="9810"/>
                </a:lnTo>
                <a:lnTo>
                  <a:pt x="7446" y="9952"/>
                </a:lnTo>
                <a:lnTo>
                  <a:pt x="7534" y="10093"/>
                </a:lnTo>
                <a:lnTo>
                  <a:pt x="7634" y="10222"/>
                </a:lnTo>
                <a:lnTo>
                  <a:pt x="7773" y="10364"/>
                </a:lnTo>
                <a:lnTo>
                  <a:pt x="7860" y="10505"/>
                </a:lnTo>
                <a:lnTo>
                  <a:pt x="7948" y="10647"/>
                </a:lnTo>
                <a:lnTo>
                  <a:pt x="8036" y="10789"/>
                </a:lnTo>
                <a:lnTo>
                  <a:pt x="8137" y="10930"/>
                </a:lnTo>
                <a:lnTo>
                  <a:pt x="8275" y="11072"/>
                </a:lnTo>
                <a:lnTo>
                  <a:pt x="8363" y="11214"/>
                </a:lnTo>
                <a:lnTo>
                  <a:pt x="8451" y="11355"/>
                </a:lnTo>
                <a:lnTo>
                  <a:pt x="8539" y="11497"/>
                </a:lnTo>
                <a:lnTo>
                  <a:pt x="8639" y="11638"/>
                </a:lnTo>
                <a:lnTo>
                  <a:pt x="8777" y="11780"/>
                </a:lnTo>
                <a:lnTo>
                  <a:pt x="8865" y="11922"/>
                </a:lnTo>
                <a:lnTo>
                  <a:pt x="8953" y="12063"/>
                </a:lnTo>
                <a:lnTo>
                  <a:pt x="9041" y="12205"/>
                </a:lnTo>
                <a:lnTo>
                  <a:pt x="9141" y="12334"/>
                </a:lnTo>
                <a:lnTo>
                  <a:pt x="9279" y="12475"/>
                </a:lnTo>
                <a:lnTo>
                  <a:pt x="9367" y="12617"/>
                </a:lnTo>
                <a:lnTo>
                  <a:pt x="9455" y="12759"/>
                </a:lnTo>
                <a:lnTo>
                  <a:pt x="9543" y="12900"/>
                </a:lnTo>
                <a:lnTo>
                  <a:pt x="9644" y="13042"/>
                </a:lnTo>
                <a:lnTo>
                  <a:pt x="9782" y="13183"/>
                </a:lnTo>
                <a:lnTo>
                  <a:pt x="9870" y="13325"/>
                </a:lnTo>
                <a:lnTo>
                  <a:pt x="9958" y="13467"/>
                </a:lnTo>
                <a:lnTo>
                  <a:pt x="10045" y="13660"/>
                </a:lnTo>
                <a:lnTo>
                  <a:pt x="10146" y="13789"/>
                </a:lnTo>
                <a:lnTo>
                  <a:pt x="10284" y="13930"/>
                </a:lnTo>
                <a:lnTo>
                  <a:pt x="10372" y="14072"/>
                </a:lnTo>
                <a:lnTo>
                  <a:pt x="10460" y="14213"/>
                </a:lnTo>
                <a:lnTo>
                  <a:pt x="10560" y="14355"/>
                </a:lnTo>
                <a:lnTo>
                  <a:pt x="10648" y="14497"/>
                </a:lnTo>
                <a:lnTo>
                  <a:pt x="10786" y="14638"/>
                </a:lnTo>
                <a:lnTo>
                  <a:pt x="10874" y="14780"/>
                </a:lnTo>
                <a:lnTo>
                  <a:pt x="10962" y="14922"/>
                </a:lnTo>
                <a:lnTo>
                  <a:pt x="11063" y="15063"/>
                </a:lnTo>
                <a:lnTo>
                  <a:pt x="11150" y="15205"/>
                </a:lnTo>
                <a:lnTo>
                  <a:pt x="11289" y="15346"/>
                </a:lnTo>
                <a:lnTo>
                  <a:pt x="11377" y="15488"/>
                </a:lnTo>
                <a:lnTo>
                  <a:pt x="11464" y="15630"/>
                </a:lnTo>
                <a:lnTo>
                  <a:pt x="11565" y="15771"/>
                </a:lnTo>
                <a:lnTo>
                  <a:pt x="11653" y="15952"/>
                </a:lnTo>
                <a:lnTo>
                  <a:pt x="11791" y="16093"/>
                </a:lnTo>
                <a:lnTo>
                  <a:pt x="11879" y="16235"/>
                </a:lnTo>
                <a:lnTo>
                  <a:pt x="11967" y="16376"/>
                </a:lnTo>
                <a:lnTo>
                  <a:pt x="12067" y="16518"/>
                </a:lnTo>
                <a:lnTo>
                  <a:pt x="12155" y="16660"/>
                </a:lnTo>
                <a:lnTo>
                  <a:pt x="12293" y="16801"/>
                </a:lnTo>
                <a:lnTo>
                  <a:pt x="12381" y="16943"/>
                </a:lnTo>
                <a:lnTo>
                  <a:pt x="12469" y="17085"/>
                </a:lnTo>
                <a:lnTo>
                  <a:pt x="12569" y="17213"/>
                </a:lnTo>
                <a:lnTo>
                  <a:pt x="12657" y="17355"/>
                </a:lnTo>
                <a:lnTo>
                  <a:pt x="12796" y="17548"/>
                </a:lnTo>
                <a:lnTo>
                  <a:pt x="12883" y="17690"/>
                </a:lnTo>
                <a:lnTo>
                  <a:pt x="12971" y="17831"/>
                </a:lnTo>
                <a:lnTo>
                  <a:pt x="13072" y="17973"/>
                </a:lnTo>
                <a:lnTo>
                  <a:pt x="13160" y="18115"/>
                </a:lnTo>
                <a:lnTo>
                  <a:pt x="13298" y="18256"/>
                </a:lnTo>
                <a:lnTo>
                  <a:pt x="13386" y="18398"/>
                </a:lnTo>
                <a:lnTo>
                  <a:pt x="13474" y="18539"/>
                </a:lnTo>
                <a:lnTo>
                  <a:pt x="13574" y="18720"/>
                </a:lnTo>
                <a:lnTo>
                  <a:pt x="13662" y="18861"/>
                </a:lnTo>
                <a:lnTo>
                  <a:pt x="13800" y="19003"/>
                </a:lnTo>
                <a:lnTo>
                  <a:pt x="13888" y="19145"/>
                </a:lnTo>
                <a:lnTo>
                  <a:pt x="13988" y="19286"/>
                </a:lnTo>
                <a:lnTo>
                  <a:pt x="14076" y="19428"/>
                </a:lnTo>
                <a:lnTo>
                  <a:pt x="14164" y="19569"/>
                </a:lnTo>
                <a:lnTo>
                  <a:pt x="14302" y="19750"/>
                </a:lnTo>
                <a:lnTo>
                  <a:pt x="14390" y="19891"/>
                </a:lnTo>
                <a:lnTo>
                  <a:pt x="14491" y="20033"/>
                </a:lnTo>
                <a:lnTo>
                  <a:pt x="14579" y="20175"/>
                </a:lnTo>
                <a:lnTo>
                  <a:pt x="14667" y="20316"/>
                </a:lnTo>
                <a:lnTo>
                  <a:pt x="14805" y="20458"/>
                </a:lnTo>
                <a:lnTo>
                  <a:pt x="14893" y="20651"/>
                </a:lnTo>
                <a:lnTo>
                  <a:pt x="14993" y="20780"/>
                </a:lnTo>
                <a:lnTo>
                  <a:pt x="15081" y="20921"/>
                </a:lnTo>
                <a:lnTo>
                  <a:pt x="15169" y="21063"/>
                </a:lnTo>
                <a:lnTo>
                  <a:pt x="15307" y="21205"/>
                </a:lnTo>
                <a:lnTo>
                  <a:pt x="15395" y="21346"/>
                </a:lnTo>
                <a:lnTo>
                  <a:pt x="15495" y="21539"/>
                </a:lnTo>
                <a:lnTo>
                  <a:pt x="15583" y="21681"/>
                </a:lnTo>
                <a:lnTo>
                  <a:pt x="15671" y="21823"/>
                </a:lnTo>
                <a:lnTo>
                  <a:pt x="15809" y="21964"/>
                </a:lnTo>
                <a:lnTo>
                  <a:pt x="15897" y="22106"/>
                </a:lnTo>
                <a:lnTo>
                  <a:pt x="15998" y="22286"/>
                </a:lnTo>
                <a:lnTo>
                  <a:pt x="16086" y="22428"/>
                </a:lnTo>
                <a:lnTo>
                  <a:pt x="16173" y="22569"/>
                </a:lnTo>
                <a:lnTo>
                  <a:pt x="16312" y="22711"/>
                </a:lnTo>
                <a:lnTo>
                  <a:pt x="16400" y="22853"/>
                </a:lnTo>
                <a:lnTo>
                  <a:pt x="16500" y="23033"/>
                </a:lnTo>
                <a:lnTo>
                  <a:pt x="16588" y="23174"/>
                </a:lnTo>
                <a:lnTo>
                  <a:pt x="16676" y="23316"/>
                </a:lnTo>
                <a:lnTo>
                  <a:pt x="16814" y="23458"/>
                </a:lnTo>
                <a:lnTo>
                  <a:pt x="16902" y="23599"/>
                </a:lnTo>
                <a:lnTo>
                  <a:pt x="17002" y="23792"/>
                </a:lnTo>
                <a:lnTo>
                  <a:pt x="17090" y="23934"/>
                </a:lnTo>
                <a:lnTo>
                  <a:pt x="17178" y="24076"/>
                </a:lnTo>
                <a:lnTo>
                  <a:pt x="17316" y="24217"/>
                </a:lnTo>
                <a:lnTo>
                  <a:pt x="17404" y="24398"/>
                </a:lnTo>
                <a:lnTo>
                  <a:pt x="17505" y="24539"/>
                </a:lnTo>
                <a:lnTo>
                  <a:pt x="17592" y="24681"/>
                </a:lnTo>
                <a:lnTo>
                  <a:pt x="17680" y="24822"/>
                </a:lnTo>
                <a:lnTo>
                  <a:pt x="17818" y="25003"/>
                </a:lnTo>
                <a:lnTo>
                  <a:pt x="17919" y="25144"/>
                </a:lnTo>
                <a:lnTo>
                  <a:pt x="18007" y="25286"/>
                </a:lnTo>
                <a:lnTo>
                  <a:pt x="18095" y="25428"/>
                </a:lnTo>
                <a:lnTo>
                  <a:pt x="18183" y="25621"/>
                </a:lnTo>
                <a:lnTo>
                  <a:pt x="18321" y="25762"/>
                </a:lnTo>
                <a:lnTo>
                  <a:pt x="18421" y="25904"/>
                </a:lnTo>
                <a:lnTo>
                  <a:pt x="18509" y="26046"/>
                </a:lnTo>
                <a:lnTo>
                  <a:pt x="18597" y="26226"/>
                </a:lnTo>
                <a:lnTo>
                  <a:pt x="18685" y="26367"/>
                </a:lnTo>
                <a:lnTo>
                  <a:pt x="18823" y="26509"/>
                </a:lnTo>
                <a:lnTo>
                  <a:pt x="18924" y="26651"/>
                </a:lnTo>
                <a:lnTo>
                  <a:pt x="19011" y="26844"/>
                </a:lnTo>
                <a:lnTo>
                  <a:pt x="19099" y="26985"/>
                </a:lnTo>
                <a:lnTo>
                  <a:pt x="19187" y="27114"/>
                </a:lnTo>
                <a:lnTo>
                  <a:pt x="19325" y="27256"/>
                </a:lnTo>
                <a:lnTo>
                  <a:pt x="19426" y="27449"/>
                </a:lnTo>
                <a:lnTo>
                  <a:pt x="19514" y="27591"/>
                </a:lnTo>
                <a:lnTo>
                  <a:pt x="19602" y="27732"/>
                </a:lnTo>
                <a:lnTo>
                  <a:pt x="19690" y="27912"/>
                </a:lnTo>
                <a:lnTo>
                  <a:pt x="19828" y="28054"/>
                </a:lnTo>
                <a:lnTo>
                  <a:pt x="19928" y="28196"/>
                </a:lnTo>
                <a:lnTo>
                  <a:pt x="20016" y="28389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5724577" y="5070165"/>
            <a:ext cx="20016" cy="33075"/>
          </a:xfrm>
          <a:custGeom>
            <a:avLst/>
            <a:gdLst/>
            <a:ahLst/>
            <a:cxnLst/>
            <a:rect l="l" t="t" r="r" b="b"/>
            <a:pathLst>
              <a:path w="20016" h="33075">
                <a:moveTo>
                  <a:pt x="0" y="0"/>
                </a:moveTo>
                <a:lnTo>
                  <a:pt x="87" y="141"/>
                </a:lnTo>
                <a:lnTo>
                  <a:pt x="188" y="283"/>
                </a:lnTo>
                <a:lnTo>
                  <a:pt x="313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0" y="1081"/>
                </a:lnTo>
                <a:lnTo>
                  <a:pt x="816" y="1223"/>
                </a:lnTo>
                <a:lnTo>
                  <a:pt x="916" y="1364"/>
                </a:lnTo>
                <a:lnTo>
                  <a:pt x="1004" y="1544"/>
                </a:lnTo>
                <a:lnTo>
                  <a:pt x="1092" y="1686"/>
                </a:lnTo>
                <a:lnTo>
                  <a:pt x="1192" y="1828"/>
                </a:lnTo>
                <a:lnTo>
                  <a:pt x="1331" y="2021"/>
                </a:lnTo>
                <a:lnTo>
                  <a:pt x="1418" y="2162"/>
                </a:lnTo>
                <a:lnTo>
                  <a:pt x="1506" y="2291"/>
                </a:lnTo>
                <a:lnTo>
                  <a:pt x="1594" y="2484"/>
                </a:lnTo>
                <a:lnTo>
                  <a:pt x="1695" y="2626"/>
                </a:lnTo>
                <a:lnTo>
                  <a:pt x="1833" y="2768"/>
                </a:lnTo>
                <a:lnTo>
                  <a:pt x="1921" y="2948"/>
                </a:lnTo>
                <a:lnTo>
                  <a:pt x="2009" y="3089"/>
                </a:lnTo>
                <a:lnTo>
                  <a:pt x="2097" y="3231"/>
                </a:lnTo>
                <a:lnTo>
                  <a:pt x="2197" y="3424"/>
                </a:lnTo>
                <a:lnTo>
                  <a:pt x="2335" y="3566"/>
                </a:lnTo>
                <a:lnTo>
                  <a:pt x="2423" y="3707"/>
                </a:lnTo>
                <a:lnTo>
                  <a:pt x="2511" y="3888"/>
                </a:lnTo>
                <a:lnTo>
                  <a:pt x="2599" y="4029"/>
                </a:lnTo>
                <a:lnTo>
                  <a:pt x="2699" y="4222"/>
                </a:lnTo>
                <a:lnTo>
                  <a:pt x="2837" y="4364"/>
                </a:lnTo>
                <a:lnTo>
                  <a:pt x="2925" y="4506"/>
                </a:lnTo>
                <a:lnTo>
                  <a:pt x="3013" y="4686"/>
                </a:lnTo>
                <a:lnTo>
                  <a:pt x="3101" y="4828"/>
                </a:lnTo>
                <a:lnTo>
                  <a:pt x="3202" y="4969"/>
                </a:lnTo>
                <a:lnTo>
                  <a:pt x="3340" y="5162"/>
                </a:lnTo>
                <a:lnTo>
                  <a:pt x="3428" y="5304"/>
                </a:lnTo>
                <a:lnTo>
                  <a:pt x="3516" y="5484"/>
                </a:lnTo>
                <a:lnTo>
                  <a:pt x="3603" y="5626"/>
                </a:lnTo>
                <a:lnTo>
                  <a:pt x="3704" y="5767"/>
                </a:lnTo>
                <a:lnTo>
                  <a:pt x="3842" y="5961"/>
                </a:lnTo>
                <a:lnTo>
                  <a:pt x="3930" y="6102"/>
                </a:lnTo>
                <a:lnTo>
                  <a:pt x="4018" y="6282"/>
                </a:lnTo>
                <a:lnTo>
                  <a:pt x="4118" y="6424"/>
                </a:lnTo>
                <a:lnTo>
                  <a:pt x="4206" y="6566"/>
                </a:lnTo>
                <a:lnTo>
                  <a:pt x="4344" y="6759"/>
                </a:lnTo>
                <a:lnTo>
                  <a:pt x="4432" y="6900"/>
                </a:lnTo>
                <a:lnTo>
                  <a:pt x="4520" y="7081"/>
                </a:lnTo>
                <a:lnTo>
                  <a:pt x="4621" y="7222"/>
                </a:lnTo>
                <a:lnTo>
                  <a:pt x="4709" y="7364"/>
                </a:lnTo>
                <a:lnTo>
                  <a:pt x="4847" y="7557"/>
                </a:lnTo>
                <a:lnTo>
                  <a:pt x="4935" y="7699"/>
                </a:lnTo>
                <a:lnTo>
                  <a:pt x="5022" y="7879"/>
                </a:lnTo>
                <a:lnTo>
                  <a:pt x="5123" y="8021"/>
                </a:lnTo>
                <a:lnTo>
                  <a:pt x="5211" y="8214"/>
                </a:lnTo>
                <a:lnTo>
                  <a:pt x="5349" y="8355"/>
                </a:lnTo>
                <a:lnTo>
                  <a:pt x="5437" y="8497"/>
                </a:lnTo>
                <a:lnTo>
                  <a:pt x="5525" y="8677"/>
                </a:lnTo>
                <a:lnTo>
                  <a:pt x="5625" y="8819"/>
                </a:lnTo>
                <a:lnTo>
                  <a:pt x="5713" y="9012"/>
                </a:lnTo>
                <a:lnTo>
                  <a:pt x="5851" y="9154"/>
                </a:lnTo>
                <a:lnTo>
                  <a:pt x="5939" y="9334"/>
                </a:lnTo>
                <a:lnTo>
                  <a:pt x="6027" y="9475"/>
                </a:lnTo>
                <a:lnTo>
                  <a:pt x="6128" y="9669"/>
                </a:lnTo>
                <a:lnTo>
                  <a:pt x="6215" y="9810"/>
                </a:lnTo>
                <a:lnTo>
                  <a:pt x="6354" y="9990"/>
                </a:lnTo>
                <a:lnTo>
                  <a:pt x="6441" y="10132"/>
                </a:lnTo>
                <a:lnTo>
                  <a:pt x="6529" y="10274"/>
                </a:lnTo>
                <a:lnTo>
                  <a:pt x="6630" y="10467"/>
                </a:lnTo>
                <a:lnTo>
                  <a:pt x="6718" y="10608"/>
                </a:lnTo>
                <a:lnTo>
                  <a:pt x="6856" y="10789"/>
                </a:lnTo>
                <a:lnTo>
                  <a:pt x="6944" y="10930"/>
                </a:lnTo>
                <a:lnTo>
                  <a:pt x="7032" y="11123"/>
                </a:lnTo>
                <a:lnTo>
                  <a:pt x="7132" y="11265"/>
                </a:lnTo>
                <a:lnTo>
                  <a:pt x="7220" y="11445"/>
                </a:lnTo>
                <a:lnTo>
                  <a:pt x="7358" y="11587"/>
                </a:lnTo>
                <a:lnTo>
                  <a:pt x="7446" y="11780"/>
                </a:lnTo>
                <a:lnTo>
                  <a:pt x="7534" y="11922"/>
                </a:lnTo>
                <a:lnTo>
                  <a:pt x="7634" y="12102"/>
                </a:lnTo>
                <a:lnTo>
                  <a:pt x="7722" y="12244"/>
                </a:lnTo>
                <a:lnTo>
                  <a:pt x="7860" y="12437"/>
                </a:lnTo>
                <a:lnTo>
                  <a:pt x="7948" y="12578"/>
                </a:lnTo>
                <a:lnTo>
                  <a:pt x="8049" y="12759"/>
                </a:lnTo>
                <a:lnTo>
                  <a:pt x="8137" y="12900"/>
                </a:lnTo>
                <a:lnTo>
                  <a:pt x="8225" y="13093"/>
                </a:lnTo>
                <a:lnTo>
                  <a:pt x="8363" y="13235"/>
                </a:lnTo>
                <a:lnTo>
                  <a:pt x="8451" y="13415"/>
                </a:lnTo>
                <a:lnTo>
                  <a:pt x="8551" y="13557"/>
                </a:lnTo>
                <a:lnTo>
                  <a:pt x="8639" y="13750"/>
                </a:lnTo>
                <a:lnTo>
                  <a:pt x="8727" y="13892"/>
                </a:lnTo>
                <a:lnTo>
                  <a:pt x="8865" y="14072"/>
                </a:lnTo>
                <a:lnTo>
                  <a:pt x="8953" y="14213"/>
                </a:lnTo>
                <a:lnTo>
                  <a:pt x="9053" y="14407"/>
                </a:lnTo>
                <a:lnTo>
                  <a:pt x="9141" y="14548"/>
                </a:lnTo>
                <a:lnTo>
                  <a:pt x="9229" y="14728"/>
                </a:lnTo>
                <a:lnTo>
                  <a:pt x="9367" y="14870"/>
                </a:lnTo>
                <a:lnTo>
                  <a:pt x="9455" y="15063"/>
                </a:lnTo>
                <a:lnTo>
                  <a:pt x="9556" y="15243"/>
                </a:lnTo>
                <a:lnTo>
                  <a:pt x="9644" y="15385"/>
                </a:lnTo>
                <a:lnTo>
                  <a:pt x="9732" y="15578"/>
                </a:lnTo>
                <a:lnTo>
                  <a:pt x="9870" y="15720"/>
                </a:lnTo>
                <a:lnTo>
                  <a:pt x="9958" y="15900"/>
                </a:lnTo>
                <a:lnTo>
                  <a:pt x="10058" y="16042"/>
                </a:lnTo>
                <a:lnTo>
                  <a:pt x="10146" y="16235"/>
                </a:lnTo>
                <a:lnTo>
                  <a:pt x="10234" y="16376"/>
                </a:lnTo>
                <a:lnTo>
                  <a:pt x="10372" y="16557"/>
                </a:lnTo>
                <a:lnTo>
                  <a:pt x="10460" y="16698"/>
                </a:lnTo>
                <a:lnTo>
                  <a:pt x="10560" y="16891"/>
                </a:lnTo>
                <a:lnTo>
                  <a:pt x="10648" y="17072"/>
                </a:lnTo>
                <a:lnTo>
                  <a:pt x="10736" y="17213"/>
                </a:lnTo>
                <a:lnTo>
                  <a:pt x="10874" y="17406"/>
                </a:lnTo>
                <a:lnTo>
                  <a:pt x="10962" y="17548"/>
                </a:lnTo>
                <a:lnTo>
                  <a:pt x="11063" y="17728"/>
                </a:lnTo>
                <a:lnTo>
                  <a:pt x="11150" y="17870"/>
                </a:lnTo>
                <a:lnTo>
                  <a:pt x="11238" y="18063"/>
                </a:lnTo>
                <a:lnTo>
                  <a:pt x="11377" y="18256"/>
                </a:lnTo>
                <a:lnTo>
                  <a:pt x="11477" y="18385"/>
                </a:lnTo>
                <a:lnTo>
                  <a:pt x="11565" y="18578"/>
                </a:lnTo>
                <a:lnTo>
                  <a:pt x="11653" y="18720"/>
                </a:lnTo>
                <a:lnTo>
                  <a:pt x="11741" y="18913"/>
                </a:lnTo>
                <a:lnTo>
                  <a:pt x="11879" y="19093"/>
                </a:lnTo>
                <a:lnTo>
                  <a:pt x="11979" y="19235"/>
                </a:lnTo>
                <a:lnTo>
                  <a:pt x="12067" y="19428"/>
                </a:lnTo>
                <a:lnTo>
                  <a:pt x="12155" y="19569"/>
                </a:lnTo>
                <a:lnTo>
                  <a:pt x="12243" y="19750"/>
                </a:lnTo>
                <a:lnTo>
                  <a:pt x="12381" y="19943"/>
                </a:lnTo>
                <a:lnTo>
                  <a:pt x="12482" y="20084"/>
                </a:lnTo>
                <a:lnTo>
                  <a:pt x="12569" y="20265"/>
                </a:lnTo>
                <a:lnTo>
                  <a:pt x="12657" y="20406"/>
                </a:lnTo>
                <a:lnTo>
                  <a:pt x="12745" y="20599"/>
                </a:lnTo>
                <a:lnTo>
                  <a:pt x="12883" y="20780"/>
                </a:lnTo>
                <a:lnTo>
                  <a:pt x="12984" y="20921"/>
                </a:lnTo>
                <a:lnTo>
                  <a:pt x="13072" y="21114"/>
                </a:lnTo>
                <a:lnTo>
                  <a:pt x="13160" y="21256"/>
                </a:lnTo>
                <a:lnTo>
                  <a:pt x="13248" y="21436"/>
                </a:lnTo>
                <a:lnTo>
                  <a:pt x="13386" y="21629"/>
                </a:lnTo>
                <a:lnTo>
                  <a:pt x="13486" y="21771"/>
                </a:lnTo>
                <a:lnTo>
                  <a:pt x="13574" y="21951"/>
                </a:lnTo>
                <a:lnTo>
                  <a:pt x="13662" y="22144"/>
                </a:lnTo>
                <a:lnTo>
                  <a:pt x="13762" y="22286"/>
                </a:lnTo>
                <a:lnTo>
                  <a:pt x="13888" y="22479"/>
                </a:lnTo>
                <a:lnTo>
                  <a:pt x="13988" y="22659"/>
                </a:lnTo>
                <a:lnTo>
                  <a:pt x="14076" y="22801"/>
                </a:lnTo>
                <a:lnTo>
                  <a:pt x="14164" y="22994"/>
                </a:lnTo>
                <a:lnTo>
                  <a:pt x="14265" y="23174"/>
                </a:lnTo>
                <a:lnTo>
                  <a:pt x="14390" y="23316"/>
                </a:lnTo>
                <a:lnTo>
                  <a:pt x="14491" y="23509"/>
                </a:lnTo>
                <a:lnTo>
                  <a:pt x="14579" y="23651"/>
                </a:lnTo>
                <a:lnTo>
                  <a:pt x="14667" y="23831"/>
                </a:lnTo>
                <a:lnTo>
                  <a:pt x="14767" y="24024"/>
                </a:lnTo>
                <a:lnTo>
                  <a:pt x="14893" y="24166"/>
                </a:lnTo>
                <a:lnTo>
                  <a:pt x="14993" y="24346"/>
                </a:lnTo>
                <a:lnTo>
                  <a:pt x="15081" y="24539"/>
                </a:lnTo>
                <a:lnTo>
                  <a:pt x="15169" y="24681"/>
                </a:lnTo>
                <a:lnTo>
                  <a:pt x="15269" y="24861"/>
                </a:lnTo>
                <a:lnTo>
                  <a:pt x="15407" y="25054"/>
                </a:lnTo>
                <a:lnTo>
                  <a:pt x="15495" y="25247"/>
                </a:lnTo>
                <a:lnTo>
                  <a:pt x="15583" y="25389"/>
                </a:lnTo>
                <a:lnTo>
                  <a:pt x="15671" y="25569"/>
                </a:lnTo>
                <a:lnTo>
                  <a:pt x="15772" y="25762"/>
                </a:lnTo>
                <a:lnTo>
                  <a:pt x="15910" y="25904"/>
                </a:lnTo>
                <a:lnTo>
                  <a:pt x="15998" y="26084"/>
                </a:lnTo>
                <a:lnTo>
                  <a:pt x="16086" y="26277"/>
                </a:lnTo>
                <a:lnTo>
                  <a:pt x="16173" y="26419"/>
                </a:lnTo>
                <a:lnTo>
                  <a:pt x="16274" y="26599"/>
                </a:lnTo>
                <a:lnTo>
                  <a:pt x="16412" y="26792"/>
                </a:lnTo>
                <a:lnTo>
                  <a:pt x="16500" y="26934"/>
                </a:lnTo>
                <a:lnTo>
                  <a:pt x="16588" y="27114"/>
                </a:lnTo>
                <a:lnTo>
                  <a:pt x="16676" y="27307"/>
                </a:lnTo>
                <a:lnTo>
                  <a:pt x="16776" y="27500"/>
                </a:lnTo>
                <a:lnTo>
                  <a:pt x="16914" y="27629"/>
                </a:lnTo>
                <a:lnTo>
                  <a:pt x="17002" y="27822"/>
                </a:lnTo>
                <a:lnTo>
                  <a:pt x="17090" y="28015"/>
                </a:lnTo>
                <a:lnTo>
                  <a:pt x="17178" y="28157"/>
                </a:lnTo>
                <a:lnTo>
                  <a:pt x="17279" y="28337"/>
                </a:lnTo>
                <a:lnTo>
                  <a:pt x="17417" y="28530"/>
                </a:lnTo>
                <a:lnTo>
                  <a:pt x="17505" y="28711"/>
                </a:lnTo>
                <a:lnTo>
                  <a:pt x="17592" y="28852"/>
                </a:lnTo>
                <a:lnTo>
                  <a:pt x="17693" y="29045"/>
                </a:lnTo>
                <a:lnTo>
                  <a:pt x="17781" y="29226"/>
                </a:lnTo>
                <a:lnTo>
                  <a:pt x="17919" y="29419"/>
                </a:lnTo>
                <a:lnTo>
                  <a:pt x="18007" y="29560"/>
                </a:lnTo>
                <a:lnTo>
                  <a:pt x="18095" y="29741"/>
                </a:lnTo>
                <a:lnTo>
                  <a:pt x="18195" y="29934"/>
                </a:lnTo>
                <a:lnTo>
                  <a:pt x="18283" y="30075"/>
                </a:lnTo>
                <a:lnTo>
                  <a:pt x="18421" y="30269"/>
                </a:lnTo>
                <a:lnTo>
                  <a:pt x="18509" y="30449"/>
                </a:lnTo>
                <a:lnTo>
                  <a:pt x="18597" y="30642"/>
                </a:lnTo>
                <a:lnTo>
                  <a:pt x="18698" y="30784"/>
                </a:lnTo>
                <a:lnTo>
                  <a:pt x="18785" y="30964"/>
                </a:lnTo>
                <a:lnTo>
                  <a:pt x="18924" y="31157"/>
                </a:lnTo>
                <a:lnTo>
                  <a:pt x="19011" y="31337"/>
                </a:lnTo>
                <a:lnTo>
                  <a:pt x="19099" y="31530"/>
                </a:lnTo>
                <a:lnTo>
                  <a:pt x="19200" y="31672"/>
                </a:lnTo>
                <a:lnTo>
                  <a:pt x="19288" y="31852"/>
                </a:lnTo>
                <a:lnTo>
                  <a:pt x="19426" y="32045"/>
                </a:lnTo>
                <a:lnTo>
                  <a:pt x="19514" y="32238"/>
                </a:lnTo>
                <a:lnTo>
                  <a:pt x="19602" y="32380"/>
                </a:lnTo>
                <a:lnTo>
                  <a:pt x="19702" y="32560"/>
                </a:lnTo>
                <a:lnTo>
                  <a:pt x="19790" y="32753"/>
                </a:lnTo>
                <a:lnTo>
                  <a:pt x="19928" y="32934"/>
                </a:lnTo>
                <a:lnTo>
                  <a:pt x="20016" y="33075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5744594" y="5103241"/>
            <a:ext cx="20016" cy="37401"/>
          </a:xfrm>
          <a:custGeom>
            <a:avLst/>
            <a:gdLst/>
            <a:ahLst/>
            <a:cxnLst/>
            <a:rect l="l" t="t" r="r" b="b"/>
            <a:pathLst>
              <a:path w="20016" h="37401">
                <a:moveTo>
                  <a:pt x="0" y="0"/>
                </a:moveTo>
                <a:lnTo>
                  <a:pt x="87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0" y="1274"/>
                </a:lnTo>
                <a:lnTo>
                  <a:pt x="778" y="1454"/>
                </a:lnTo>
                <a:lnTo>
                  <a:pt x="916" y="1647"/>
                </a:lnTo>
                <a:lnTo>
                  <a:pt x="1004" y="1789"/>
                </a:lnTo>
                <a:lnTo>
                  <a:pt x="1092" y="1969"/>
                </a:lnTo>
                <a:lnTo>
                  <a:pt x="1192" y="2162"/>
                </a:lnTo>
                <a:lnTo>
                  <a:pt x="1280" y="2343"/>
                </a:lnTo>
                <a:lnTo>
                  <a:pt x="1418" y="2536"/>
                </a:lnTo>
                <a:lnTo>
                  <a:pt x="1506" y="2729"/>
                </a:lnTo>
                <a:lnTo>
                  <a:pt x="1607" y="2871"/>
                </a:lnTo>
                <a:lnTo>
                  <a:pt x="1695" y="3051"/>
                </a:lnTo>
                <a:lnTo>
                  <a:pt x="1783" y="3244"/>
                </a:lnTo>
                <a:lnTo>
                  <a:pt x="1921" y="3424"/>
                </a:lnTo>
                <a:lnTo>
                  <a:pt x="2009" y="3617"/>
                </a:lnTo>
                <a:lnTo>
                  <a:pt x="2109" y="3759"/>
                </a:lnTo>
                <a:lnTo>
                  <a:pt x="2197" y="3939"/>
                </a:lnTo>
                <a:lnTo>
                  <a:pt x="2285" y="4132"/>
                </a:lnTo>
                <a:lnTo>
                  <a:pt x="2423" y="4313"/>
                </a:lnTo>
                <a:lnTo>
                  <a:pt x="2511" y="4506"/>
                </a:lnTo>
                <a:lnTo>
                  <a:pt x="2611" y="4699"/>
                </a:lnTo>
                <a:lnTo>
                  <a:pt x="2699" y="4879"/>
                </a:lnTo>
                <a:lnTo>
                  <a:pt x="2787" y="5021"/>
                </a:lnTo>
                <a:lnTo>
                  <a:pt x="2925" y="5214"/>
                </a:lnTo>
                <a:lnTo>
                  <a:pt x="3013" y="5394"/>
                </a:lnTo>
                <a:lnTo>
                  <a:pt x="3114" y="5587"/>
                </a:lnTo>
                <a:lnTo>
                  <a:pt x="3202" y="5767"/>
                </a:lnTo>
                <a:lnTo>
                  <a:pt x="3290" y="5961"/>
                </a:lnTo>
                <a:lnTo>
                  <a:pt x="3428" y="6102"/>
                </a:lnTo>
                <a:lnTo>
                  <a:pt x="3516" y="6295"/>
                </a:lnTo>
                <a:lnTo>
                  <a:pt x="3616" y="6476"/>
                </a:lnTo>
                <a:lnTo>
                  <a:pt x="3704" y="6669"/>
                </a:lnTo>
                <a:lnTo>
                  <a:pt x="3792" y="6849"/>
                </a:lnTo>
                <a:lnTo>
                  <a:pt x="3930" y="7042"/>
                </a:lnTo>
                <a:lnTo>
                  <a:pt x="4018" y="7222"/>
                </a:lnTo>
                <a:lnTo>
                  <a:pt x="4118" y="7415"/>
                </a:lnTo>
                <a:lnTo>
                  <a:pt x="4206" y="7557"/>
                </a:lnTo>
                <a:lnTo>
                  <a:pt x="4294" y="7750"/>
                </a:lnTo>
                <a:lnTo>
                  <a:pt x="4432" y="7930"/>
                </a:lnTo>
                <a:lnTo>
                  <a:pt x="4520" y="8124"/>
                </a:lnTo>
                <a:lnTo>
                  <a:pt x="4621" y="8304"/>
                </a:lnTo>
                <a:lnTo>
                  <a:pt x="4709" y="8497"/>
                </a:lnTo>
                <a:lnTo>
                  <a:pt x="4796" y="8677"/>
                </a:lnTo>
                <a:lnTo>
                  <a:pt x="4935" y="8870"/>
                </a:lnTo>
                <a:lnTo>
                  <a:pt x="5035" y="9063"/>
                </a:lnTo>
                <a:lnTo>
                  <a:pt x="5123" y="9205"/>
                </a:lnTo>
                <a:lnTo>
                  <a:pt x="5211" y="9385"/>
                </a:lnTo>
                <a:lnTo>
                  <a:pt x="5299" y="9578"/>
                </a:lnTo>
                <a:lnTo>
                  <a:pt x="5437" y="9759"/>
                </a:lnTo>
                <a:lnTo>
                  <a:pt x="5537" y="9952"/>
                </a:lnTo>
                <a:lnTo>
                  <a:pt x="5625" y="10132"/>
                </a:lnTo>
                <a:lnTo>
                  <a:pt x="5713" y="10325"/>
                </a:lnTo>
                <a:lnTo>
                  <a:pt x="5801" y="10518"/>
                </a:lnTo>
                <a:lnTo>
                  <a:pt x="5939" y="10699"/>
                </a:lnTo>
                <a:lnTo>
                  <a:pt x="6040" y="10892"/>
                </a:lnTo>
                <a:lnTo>
                  <a:pt x="6128" y="11072"/>
                </a:lnTo>
                <a:lnTo>
                  <a:pt x="6215" y="11214"/>
                </a:lnTo>
                <a:lnTo>
                  <a:pt x="6303" y="11407"/>
                </a:lnTo>
                <a:lnTo>
                  <a:pt x="6441" y="11587"/>
                </a:lnTo>
                <a:lnTo>
                  <a:pt x="6542" y="11780"/>
                </a:lnTo>
                <a:lnTo>
                  <a:pt x="6630" y="11973"/>
                </a:lnTo>
                <a:lnTo>
                  <a:pt x="6718" y="12153"/>
                </a:lnTo>
                <a:lnTo>
                  <a:pt x="6806" y="12347"/>
                </a:lnTo>
                <a:lnTo>
                  <a:pt x="6944" y="12527"/>
                </a:lnTo>
                <a:lnTo>
                  <a:pt x="7044" y="12720"/>
                </a:lnTo>
                <a:lnTo>
                  <a:pt x="7132" y="12900"/>
                </a:lnTo>
                <a:lnTo>
                  <a:pt x="7220" y="13093"/>
                </a:lnTo>
                <a:lnTo>
                  <a:pt x="7308" y="13286"/>
                </a:lnTo>
                <a:lnTo>
                  <a:pt x="7446" y="13467"/>
                </a:lnTo>
                <a:lnTo>
                  <a:pt x="7547" y="13660"/>
                </a:lnTo>
                <a:lnTo>
                  <a:pt x="7634" y="13840"/>
                </a:lnTo>
                <a:lnTo>
                  <a:pt x="7722" y="14033"/>
                </a:lnTo>
                <a:lnTo>
                  <a:pt x="7823" y="14213"/>
                </a:lnTo>
                <a:lnTo>
                  <a:pt x="7948" y="14407"/>
                </a:lnTo>
                <a:lnTo>
                  <a:pt x="8049" y="14548"/>
                </a:lnTo>
                <a:lnTo>
                  <a:pt x="8137" y="14741"/>
                </a:lnTo>
                <a:lnTo>
                  <a:pt x="8225" y="14922"/>
                </a:lnTo>
                <a:lnTo>
                  <a:pt x="8325" y="15115"/>
                </a:lnTo>
                <a:lnTo>
                  <a:pt x="8451" y="15295"/>
                </a:lnTo>
                <a:lnTo>
                  <a:pt x="8551" y="15488"/>
                </a:lnTo>
                <a:lnTo>
                  <a:pt x="8639" y="15668"/>
                </a:lnTo>
                <a:lnTo>
                  <a:pt x="8727" y="15861"/>
                </a:lnTo>
                <a:lnTo>
                  <a:pt x="8827" y="16055"/>
                </a:lnTo>
                <a:lnTo>
                  <a:pt x="8966" y="16235"/>
                </a:lnTo>
                <a:lnTo>
                  <a:pt x="9053" y="16428"/>
                </a:lnTo>
                <a:lnTo>
                  <a:pt x="9141" y="16608"/>
                </a:lnTo>
                <a:lnTo>
                  <a:pt x="9229" y="16801"/>
                </a:lnTo>
                <a:lnTo>
                  <a:pt x="9330" y="16982"/>
                </a:lnTo>
                <a:lnTo>
                  <a:pt x="9468" y="17175"/>
                </a:lnTo>
                <a:lnTo>
                  <a:pt x="9556" y="17368"/>
                </a:lnTo>
                <a:lnTo>
                  <a:pt x="9644" y="17548"/>
                </a:lnTo>
                <a:lnTo>
                  <a:pt x="9732" y="17741"/>
                </a:lnTo>
                <a:lnTo>
                  <a:pt x="9832" y="17921"/>
                </a:lnTo>
                <a:lnTo>
                  <a:pt x="9970" y="18115"/>
                </a:lnTo>
                <a:lnTo>
                  <a:pt x="10058" y="18308"/>
                </a:lnTo>
                <a:lnTo>
                  <a:pt x="10146" y="18488"/>
                </a:lnTo>
                <a:lnTo>
                  <a:pt x="10234" y="18681"/>
                </a:lnTo>
                <a:lnTo>
                  <a:pt x="10334" y="18861"/>
                </a:lnTo>
                <a:lnTo>
                  <a:pt x="10472" y="19054"/>
                </a:lnTo>
                <a:lnTo>
                  <a:pt x="10560" y="19235"/>
                </a:lnTo>
                <a:lnTo>
                  <a:pt x="10648" y="19428"/>
                </a:lnTo>
                <a:lnTo>
                  <a:pt x="10736" y="19621"/>
                </a:lnTo>
                <a:lnTo>
                  <a:pt x="10837" y="19801"/>
                </a:lnTo>
                <a:lnTo>
                  <a:pt x="10975" y="19994"/>
                </a:lnTo>
                <a:lnTo>
                  <a:pt x="11063" y="20175"/>
                </a:lnTo>
                <a:lnTo>
                  <a:pt x="11150" y="20368"/>
                </a:lnTo>
                <a:lnTo>
                  <a:pt x="11251" y="20548"/>
                </a:lnTo>
                <a:lnTo>
                  <a:pt x="11339" y="20741"/>
                </a:lnTo>
                <a:lnTo>
                  <a:pt x="11477" y="20934"/>
                </a:lnTo>
                <a:lnTo>
                  <a:pt x="11565" y="21114"/>
                </a:lnTo>
                <a:lnTo>
                  <a:pt x="11653" y="21346"/>
                </a:lnTo>
                <a:lnTo>
                  <a:pt x="11753" y="21539"/>
                </a:lnTo>
                <a:lnTo>
                  <a:pt x="11841" y="21732"/>
                </a:lnTo>
                <a:lnTo>
                  <a:pt x="11979" y="21913"/>
                </a:lnTo>
                <a:lnTo>
                  <a:pt x="12067" y="22106"/>
                </a:lnTo>
                <a:lnTo>
                  <a:pt x="12155" y="22286"/>
                </a:lnTo>
                <a:lnTo>
                  <a:pt x="12256" y="22479"/>
                </a:lnTo>
                <a:lnTo>
                  <a:pt x="12343" y="22659"/>
                </a:lnTo>
                <a:lnTo>
                  <a:pt x="12482" y="22853"/>
                </a:lnTo>
                <a:lnTo>
                  <a:pt x="12569" y="23046"/>
                </a:lnTo>
                <a:lnTo>
                  <a:pt x="12657" y="23226"/>
                </a:lnTo>
                <a:lnTo>
                  <a:pt x="12758" y="23419"/>
                </a:lnTo>
                <a:lnTo>
                  <a:pt x="12846" y="23599"/>
                </a:lnTo>
                <a:lnTo>
                  <a:pt x="12984" y="23792"/>
                </a:lnTo>
                <a:lnTo>
                  <a:pt x="13072" y="23986"/>
                </a:lnTo>
                <a:lnTo>
                  <a:pt x="13160" y="24166"/>
                </a:lnTo>
                <a:lnTo>
                  <a:pt x="13260" y="24359"/>
                </a:lnTo>
                <a:lnTo>
                  <a:pt x="13348" y="24591"/>
                </a:lnTo>
                <a:lnTo>
                  <a:pt x="13486" y="24771"/>
                </a:lnTo>
                <a:lnTo>
                  <a:pt x="13574" y="24964"/>
                </a:lnTo>
                <a:lnTo>
                  <a:pt x="13662" y="25157"/>
                </a:lnTo>
                <a:lnTo>
                  <a:pt x="13762" y="25337"/>
                </a:lnTo>
                <a:lnTo>
                  <a:pt x="13850" y="25531"/>
                </a:lnTo>
                <a:lnTo>
                  <a:pt x="13988" y="25711"/>
                </a:lnTo>
                <a:lnTo>
                  <a:pt x="14076" y="25904"/>
                </a:lnTo>
                <a:lnTo>
                  <a:pt x="14164" y="26097"/>
                </a:lnTo>
                <a:lnTo>
                  <a:pt x="14265" y="26277"/>
                </a:lnTo>
                <a:lnTo>
                  <a:pt x="14353" y="26470"/>
                </a:lnTo>
                <a:lnTo>
                  <a:pt x="14491" y="26651"/>
                </a:lnTo>
                <a:lnTo>
                  <a:pt x="14579" y="26882"/>
                </a:lnTo>
                <a:lnTo>
                  <a:pt x="14667" y="27076"/>
                </a:lnTo>
                <a:lnTo>
                  <a:pt x="14767" y="27269"/>
                </a:lnTo>
                <a:lnTo>
                  <a:pt x="14855" y="27449"/>
                </a:lnTo>
                <a:lnTo>
                  <a:pt x="14993" y="27642"/>
                </a:lnTo>
                <a:lnTo>
                  <a:pt x="15081" y="27822"/>
                </a:lnTo>
                <a:lnTo>
                  <a:pt x="15181" y="28015"/>
                </a:lnTo>
                <a:lnTo>
                  <a:pt x="15269" y="28209"/>
                </a:lnTo>
                <a:lnTo>
                  <a:pt x="15357" y="28389"/>
                </a:lnTo>
                <a:lnTo>
                  <a:pt x="15495" y="28621"/>
                </a:lnTo>
                <a:lnTo>
                  <a:pt x="15583" y="28814"/>
                </a:lnTo>
                <a:lnTo>
                  <a:pt x="15684" y="28994"/>
                </a:lnTo>
                <a:lnTo>
                  <a:pt x="15772" y="29187"/>
                </a:lnTo>
                <a:lnTo>
                  <a:pt x="15860" y="29380"/>
                </a:lnTo>
                <a:lnTo>
                  <a:pt x="15998" y="29560"/>
                </a:lnTo>
                <a:lnTo>
                  <a:pt x="16086" y="29754"/>
                </a:lnTo>
                <a:lnTo>
                  <a:pt x="16186" y="29934"/>
                </a:lnTo>
                <a:lnTo>
                  <a:pt x="16274" y="30178"/>
                </a:lnTo>
                <a:lnTo>
                  <a:pt x="16362" y="30359"/>
                </a:lnTo>
                <a:lnTo>
                  <a:pt x="16500" y="30552"/>
                </a:lnTo>
                <a:lnTo>
                  <a:pt x="16588" y="30732"/>
                </a:lnTo>
                <a:lnTo>
                  <a:pt x="16688" y="30925"/>
                </a:lnTo>
                <a:lnTo>
                  <a:pt x="16776" y="31105"/>
                </a:lnTo>
                <a:lnTo>
                  <a:pt x="16864" y="31299"/>
                </a:lnTo>
                <a:lnTo>
                  <a:pt x="17002" y="31530"/>
                </a:lnTo>
                <a:lnTo>
                  <a:pt x="17090" y="31723"/>
                </a:lnTo>
                <a:lnTo>
                  <a:pt x="17191" y="31904"/>
                </a:lnTo>
                <a:lnTo>
                  <a:pt x="17279" y="32097"/>
                </a:lnTo>
                <a:lnTo>
                  <a:pt x="17366" y="32290"/>
                </a:lnTo>
                <a:lnTo>
                  <a:pt x="17505" y="32470"/>
                </a:lnTo>
                <a:lnTo>
                  <a:pt x="17592" y="32702"/>
                </a:lnTo>
                <a:lnTo>
                  <a:pt x="17693" y="32895"/>
                </a:lnTo>
                <a:lnTo>
                  <a:pt x="17781" y="33088"/>
                </a:lnTo>
                <a:lnTo>
                  <a:pt x="17869" y="33268"/>
                </a:lnTo>
                <a:lnTo>
                  <a:pt x="18007" y="33462"/>
                </a:lnTo>
                <a:lnTo>
                  <a:pt x="18095" y="33642"/>
                </a:lnTo>
                <a:lnTo>
                  <a:pt x="18195" y="33874"/>
                </a:lnTo>
                <a:lnTo>
                  <a:pt x="18283" y="34067"/>
                </a:lnTo>
                <a:lnTo>
                  <a:pt x="18371" y="34260"/>
                </a:lnTo>
                <a:lnTo>
                  <a:pt x="18509" y="34440"/>
                </a:lnTo>
                <a:lnTo>
                  <a:pt x="18610" y="34633"/>
                </a:lnTo>
                <a:lnTo>
                  <a:pt x="18698" y="34813"/>
                </a:lnTo>
                <a:lnTo>
                  <a:pt x="18785" y="35058"/>
                </a:lnTo>
                <a:lnTo>
                  <a:pt x="18873" y="35238"/>
                </a:lnTo>
                <a:lnTo>
                  <a:pt x="19011" y="35431"/>
                </a:lnTo>
                <a:lnTo>
                  <a:pt x="19112" y="35612"/>
                </a:lnTo>
                <a:lnTo>
                  <a:pt x="19200" y="35805"/>
                </a:lnTo>
                <a:lnTo>
                  <a:pt x="19288" y="36037"/>
                </a:lnTo>
                <a:lnTo>
                  <a:pt x="19376" y="36230"/>
                </a:lnTo>
                <a:lnTo>
                  <a:pt x="19514" y="36410"/>
                </a:lnTo>
                <a:lnTo>
                  <a:pt x="19614" y="36603"/>
                </a:lnTo>
                <a:lnTo>
                  <a:pt x="19702" y="36783"/>
                </a:lnTo>
                <a:lnTo>
                  <a:pt x="19790" y="37028"/>
                </a:lnTo>
                <a:lnTo>
                  <a:pt x="19878" y="37208"/>
                </a:lnTo>
                <a:lnTo>
                  <a:pt x="20016" y="3740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5764610" y="5140643"/>
            <a:ext cx="20029" cy="41058"/>
          </a:xfrm>
          <a:custGeom>
            <a:avLst/>
            <a:gdLst/>
            <a:ahLst/>
            <a:cxnLst/>
            <a:rect l="l" t="t" r="r" b="b"/>
            <a:pathLst>
              <a:path w="20029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2" y="1171"/>
                </a:lnTo>
                <a:lnTo>
                  <a:pt x="690" y="1364"/>
                </a:lnTo>
                <a:lnTo>
                  <a:pt x="778" y="1596"/>
                </a:lnTo>
                <a:lnTo>
                  <a:pt x="866" y="1776"/>
                </a:lnTo>
                <a:lnTo>
                  <a:pt x="1004" y="1969"/>
                </a:lnTo>
                <a:lnTo>
                  <a:pt x="1105" y="2150"/>
                </a:lnTo>
                <a:lnTo>
                  <a:pt x="1192" y="2394"/>
                </a:lnTo>
                <a:lnTo>
                  <a:pt x="1280" y="2574"/>
                </a:lnTo>
                <a:lnTo>
                  <a:pt x="1381" y="2768"/>
                </a:lnTo>
                <a:lnTo>
                  <a:pt x="1506" y="2948"/>
                </a:lnTo>
                <a:lnTo>
                  <a:pt x="1607" y="3192"/>
                </a:lnTo>
                <a:lnTo>
                  <a:pt x="1695" y="3373"/>
                </a:lnTo>
                <a:lnTo>
                  <a:pt x="1783" y="3566"/>
                </a:lnTo>
                <a:lnTo>
                  <a:pt x="1883" y="3746"/>
                </a:lnTo>
                <a:lnTo>
                  <a:pt x="2009" y="3991"/>
                </a:lnTo>
                <a:lnTo>
                  <a:pt x="2109" y="4171"/>
                </a:lnTo>
                <a:lnTo>
                  <a:pt x="2197" y="4364"/>
                </a:lnTo>
                <a:lnTo>
                  <a:pt x="2285" y="4544"/>
                </a:lnTo>
                <a:lnTo>
                  <a:pt x="2385" y="4789"/>
                </a:lnTo>
                <a:lnTo>
                  <a:pt x="2524" y="4969"/>
                </a:lnTo>
                <a:lnTo>
                  <a:pt x="2611" y="5162"/>
                </a:lnTo>
                <a:lnTo>
                  <a:pt x="2699" y="5343"/>
                </a:lnTo>
                <a:lnTo>
                  <a:pt x="2787" y="5587"/>
                </a:lnTo>
                <a:lnTo>
                  <a:pt x="2888" y="5767"/>
                </a:lnTo>
                <a:lnTo>
                  <a:pt x="3026" y="5961"/>
                </a:lnTo>
                <a:lnTo>
                  <a:pt x="3114" y="6141"/>
                </a:lnTo>
                <a:lnTo>
                  <a:pt x="3202" y="6373"/>
                </a:lnTo>
                <a:lnTo>
                  <a:pt x="3290" y="6566"/>
                </a:lnTo>
                <a:lnTo>
                  <a:pt x="3390" y="6759"/>
                </a:lnTo>
                <a:lnTo>
                  <a:pt x="3528" y="6991"/>
                </a:lnTo>
                <a:lnTo>
                  <a:pt x="3616" y="7171"/>
                </a:lnTo>
                <a:lnTo>
                  <a:pt x="3704" y="7364"/>
                </a:lnTo>
                <a:lnTo>
                  <a:pt x="3792" y="7557"/>
                </a:lnTo>
                <a:lnTo>
                  <a:pt x="3892" y="7789"/>
                </a:lnTo>
                <a:lnTo>
                  <a:pt x="4030" y="7969"/>
                </a:lnTo>
                <a:lnTo>
                  <a:pt x="4118" y="8162"/>
                </a:lnTo>
                <a:lnTo>
                  <a:pt x="4206" y="8394"/>
                </a:lnTo>
                <a:lnTo>
                  <a:pt x="4294" y="8587"/>
                </a:lnTo>
                <a:lnTo>
                  <a:pt x="4395" y="8767"/>
                </a:lnTo>
                <a:lnTo>
                  <a:pt x="4533" y="8960"/>
                </a:lnTo>
                <a:lnTo>
                  <a:pt x="4621" y="9192"/>
                </a:lnTo>
                <a:lnTo>
                  <a:pt x="4709" y="9385"/>
                </a:lnTo>
                <a:lnTo>
                  <a:pt x="4809" y="9566"/>
                </a:lnTo>
                <a:lnTo>
                  <a:pt x="4897" y="9810"/>
                </a:lnTo>
                <a:lnTo>
                  <a:pt x="5035" y="9990"/>
                </a:lnTo>
                <a:lnTo>
                  <a:pt x="5123" y="10184"/>
                </a:lnTo>
                <a:lnTo>
                  <a:pt x="5211" y="10415"/>
                </a:lnTo>
                <a:lnTo>
                  <a:pt x="5311" y="10596"/>
                </a:lnTo>
                <a:lnTo>
                  <a:pt x="5399" y="10789"/>
                </a:lnTo>
                <a:lnTo>
                  <a:pt x="5537" y="10982"/>
                </a:lnTo>
                <a:lnTo>
                  <a:pt x="5625" y="11214"/>
                </a:lnTo>
                <a:lnTo>
                  <a:pt x="5713" y="11394"/>
                </a:lnTo>
                <a:lnTo>
                  <a:pt x="5814" y="11587"/>
                </a:lnTo>
                <a:lnTo>
                  <a:pt x="5901" y="11819"/>
                </a:lnTo>
                <a:lnTo>
                  <a:pt x="6040" y="12012"/>
                </a:lnTo>
                <a:lnTo>
                  <a:pt x="6128" y="12192"/>
                </a:lnTo>
                <a:lnTo>
                  <a:pt x="6215" y="12437"/>
                </a:lnTo>
                <a:lnTo>
                  <a:pt x="6316" y="12617"/>
                </a:lnTo>
                <a:lnTo>
                  <a:pt x="6404" y="12810"/>
                </a:lnTo>
                <a:lnTo>
                  <a:pt x="6542" y="13042"/>
                </a:lnTo>
                <a:lnTo>
                  <a:pt x="6630" y="13235"/>
                </a:lnTo>
                <a:lnTo>
                  <a:pt x="6718" y="13415"/>
                </a:lnTo>
                <a:lnTo>
                  <a:pt x="6818" y="13647"/>
                </a:lnTo>
                <a:lnTo>
                  <a:pt x="6906" y="13840"/>
                </a:lnTo>
                <a:lnTo>
                  <a:pt x="7044" y="14033"/>
                </a:lnTo>
                <a:lnTo>
                  <a:pt x="7132" y="14265"/>
                </a:lnTo>
                <a:lnTo>
                  <a:pt x="7220" y="14445"/>
                </a:lnTo>
                <a:lnTo>
                  <a:pt x="7320" y="14638"/>
                </a:lnTo>
                <a:lnTo>
                  <a:pt x="7408" y="14870"/>
                </a:lnTo>
                <a:lnTo>
                  <a:pt x="7547" y="15063"/>
                </a:lnTo>
                <a:lnTo>
                  <a:pt x="7634" y="15243"/>
                </a:lnTo>
                <a:lnTo>
                  <a:pt x="7722" y="15475"/>
                </a:lnTo>
                <a:lnTo>
                  <a:pt x="7823" y="15668"/>
                </a:lnTo>
                <a:lnTo>
                  <a:pt x="7911" y="15900"/>
                </a:lnTo>
                <a:lnTo>
                  <a:pt x="8049" y="16093"/>
                </a:lnTo>
                <a:lnTo>
                  <a:pt x="8137" y="16273"/>
                </a:lnTo>
                <a:lnTo>
                  <a:pt x="8225" y="16518"/>
                </a:lnTo>
                <a:lnTo>
                  <a:pt x="8325" y="16698"/>
                </a:lnTo>
                <a:lnTo>
                  <a:pt x="8413" y="16891"/>
                </a:lnTo>
                <a:lnTo>
                  <a:pt x="8551" y="17123"/>
                </a:lnTo>
                <a:lnTo>
                  <a:pt x="8639" y="17316"/>
                </a:lnTo>
                <a:lnTo>
                  <a:pt x="8739" y="17548"/>
                </a:lnTo>
                <a:lnTo>
                  <a:pt x="8827" y="17728"/>
                </a:lnTo>
                <a:lnTo>
                  <a:pt x="8915" y="17921"/>
                </a:lnTo>
                <a:lnTo>
                  <a:pt x="9053" y="18153"/>
                </a:lnTo>
                <a:lnTo>
                  <a:pt x="9141" y="18346"/>
                </a:lnTo>
                <a:lnTo>
                  <a:pt x="9242" y="18527"/>
                </a:lnTo>
                <a:lnTo>
                  <a:pt x="9330" y="18771"/>
                </a:lnTo>
                <a:lnTo>
                  <a:pt x="9418" y="18951"/>
                </a:lnTo>
                <a:lnTo>
                  <a:pt x="9556" y="19183"/>
                </a:lnTo>
                <a:lnTo>
                  <a:pt x="9644" y="19376"/>
                </a:lnTo>
                <a:lnTo>
                  <a:pt x="9744" y="19569"/>
                </a:lnTo>
                <a:lnTo>
                  <a:pt x="9832" y="19801"/>
                </a:lnTo>
                <a:lnTo>
                  <a:pt x="9920" y="19981"/>
                </a:lnTo>
                <a:lnTo>
                  <a:pt x="10058" y="20226"/>
                </a:lnTo>
                <a:lnTo>
                  <a:pt x="10146" y="20406"/>
                </a:lnTo>
                <a:lnTo>
                  <a:pt x="10246" y="20599"/>
                </a:lnTo>
                <a:lnTo>
                  <a:pt x="10334" y="20831"/>
                </a:lnTo>
                <a:lnTo>
                  <a:pt x="10422" y="21024"/>
                </a:lnTo>
                <a:lnTo>
                  <a:pt x="10560" y="21256"/>
                </a:lnTo>
                <a:lnTo>
                  <a:pt x="10648" y="21436"/>
                </a:lnTo>
                <a:lnTo>
                  <a:pt x="10749" y="21629"/>
                </a:lnTo>
                <a:lnTo>
                  <a:pt x="10837" y="21861"/>
                </a:lnTo>
                <a:lnTo>
                  <a:pt x="10924" y="22054"/>
                </a:lnTo>
                <a:lnTo>
                  <a:pt x="11063" y="22286"/>
                </a:lnTo>
                <a:lnTo>
                  <a:pt x="11150" y="22479"/>
                </a:lnTo>
                <a:lnTo>
                  <a:pt x="11251" y="22659"/>
                </a:lnTo>
                <a:lnTo>
                  <a:pt x="11339" y="22891"/>
                </a:lnTo>
                <a:lnTo>
                  <a:pt x="11477" y="23084"/>
                </a:lnTo>
                <a:lnTo>
                  <a:pt x="11565" y="23316"/>
                </a:lnTo>
                <a:lnTo>
                  <a:pt x="11653" y="23509"/>
                </a:lnTo>
                <a:lnTo>
                  <a:pt x="11753" y="23741"/>
                </a:lnTo>
                <a:lnTo>
                  <a:pt x="11841" y="23921"/>
                </a:lnTo>
                <a:lnTo>
                  <a:pt x="11979" y="24114"/>
                </a:lnTo>
                <a:lnTo>
                  <a:pt x="12067" y="24346"/>
                </a:lnTo>
                <a:lnTo>
                  <a:pt x="12155" y="24539"/>
                </a:lnTo>
                <a:lnTo>
                  <a:pt x="12256" y="24771"/>
                </a:lnTo>
                <a:lnTo>
                  <a:pt x="12343" y="24964"/>
                </a:lnTo>
                <a:lnTo>
                  <a:pt x="12482" y="25196"/>
                </a:lnTo>
                <a:lnTo>
                  <a:pt x="12569" y="25376"/>
                </a:lnTo>
                <a:lnTo>
                  <a:pt x="12670" y="25621"/>
                </a:lnTo>
                <a:lnTo>
                  <a:pt x="12758" y="25801"/>
                </a:lnTo>
                <a:lnTo>
                  <a:pt x="12846" y="25994"/>
                </a:lnTo>
                <a:lnTo>
                  <a:pt x="12984" y="26226"/>
                </a:lnTo>
                <a:lnTo>
                  <a:pt x="13072" y="26419"/>
                </a:lnTo>
                <a:lnTo>
                  <a:pt x="13172" y="26651"/>
                </a:lnTo>
                <a:lnTo>
                  <a:pt x="13260" y="26831"/>
                </a:lnTo>
                <a:lnTo>
                  <a:pt x="13348" y="27076"/>
                </a:lnTo>
                <a:lnTo>
                  <a:pt x="13486" y="27256"/>
                </a:lnTo>
                <a:lnTo>
                  <a:pt x="13574" y="27488"/>
                </a:lnTo>
                <a:lnTo>
                  <a:pt x="13675" y="27681"/>
                </a:lnTo>
                <a:lnTo>
                  <a:pt x="13762" y="27912"/>
                </a:lnTo>
                <a:lnTo>
                  <a:pt x="13850" y="28106"/>
                </a:lnTo>
                <a:lnTo>
                  <a:pt x="13988" y="28286"/>
                </a:lnTo>
                <a:lnTo>
                  <a:pt x="14076" y="28530"/>
                </a:lnTo>
                <a:lnTo>
                  <a:pt x="14177" y="28711"/>
                </a:lnTo>
                <a:lnTo>
                  <a:pt x="14265" y="28942"/>
                </a:lnTo>
                <a:lnTo>
                  <a:pt x="14353" y="29136"/>
                </a:lnTo>
                <a:lnTo>
                  <a:pt x="14491" y="29367"/>
                </a:lnTo>
                <a:lnTo>
                  <a:pt x="14579" y="29560"/>
                </a:lnTo>
                <a:lnTo>
                  <a:pt x="14679" y="29792"/>
                </a:lnTo>
                <a:lnTo>
                  <a:pt x="14767" y="29985"/>
                </a:lnTo>
                <a:lnTo>
                  <a:pt x="14855" y="30217"/>
                </a:lnTo>
                <a:lnTo>
                  <a:pt x="14993" y="30397"/>
                </a:lnTo>
                <a:lnTo>
                  <a:pt x="15081" y="30642"/>
                </a:lnTo>
                <a:lnTo>
                  <a:pt x="15181" y="30822"/>
                </a:lnTo>
                <a:lnTo>
                  <a:pt x="15269" y="31054"/>
                </a:lnTo>
                <a:lnTo>
                  <a:pt x="15357" y="31247"/>
                </a:lnTo>
                <a:lnTo>
                  <a:pt x="15495" y="31479"/>
                </a:lnTo>
                <a:lnTo>
                  <a:pt x="15583" y="31672"/>
                </a:lnTo>
                <a:lnTo>
                  <a:pt x="15684" y="31904"/>
                </a:lnTo>
                <a:lnTo>
                  <a:pt x="15772" y="32097"/>
                </a:lnTo>
                <a:lnTo>
                  <a:pt x="15860" y="32329"/>
                </a:lnTo>
                <a:lnTo>
                  <a:pt x="15998" y="32509"/>
                </a:lnTo>
                <a:lnTo>
                  <a:pt x="16098" y="32753"/>
                </a:lnTo>
                <a:lnTo>
                  <a:pt x="16186" y="32934"/>
                </a:lnTo>
                <a:lnTo>
                  <a:pt x="16274" y="33165"/>
                </a:lnTo>
                <a:lnTo>
                  <a:pt x="16362" y="33359"/>
                </a:lnTo>
                <a:lnTo>
                  <a:pt x="16500" y="33590"/>
                </a:lnTo>
                <a:lnTo>
                  <a:pt x="16600" y="33783"/>
                </a:lnTo>
                <a:lnTo>
                  <a:pt x="16688" y="34015"/>
                </a:lnTo>
                <a:lnTo>
                  <a:pt x="16776" y="34208"/>
                </a:lnTo>
                <a:lnTo>
                  <a:pt x="16864" y="34440"/>
                </a:lnTo>
                <a:lnTo>
                  <a:pt x="17002" y="34620"/>
                </a:lnTo>
                <a:lnTo>
                  <a:pt x="17103" y="34865"/>
                </a:lnTo>
                <a:lnTo>
                  <a:pt x="17191" y="35045"/>
                </a:lnTo>
                <a:lnTo>
                  <a:pt x="17279" y="35277"/>
                </a:lnTo>
                <a:lnTo>
                  <a:pt x="17366" y="35470"/>
                </a:lnTo>
                <a:lnTo>
                  <a:pt x="17505" y="35702"/>
                </a:lnTo>
                <a:lnTo>
                  <a:pt x="17605" y="35895"/>
                </a:lnTo>
                <a:lnTo>
                  <a:pt x="17693" y="36127"/>
                </a:lnTo>
                <a:lnTo>
                  <a:pt x="17781" y="36320"/>
                </a:lnTo>
                <a:lnTo>
                  <a:pt x="17869" y="36552"/>
                </a:lnTo>
                <a:lnTo>
                  <a:pt x="18007" y="36783"/>
                </a:lnTo>
                <a:lnTo>
                  <a:pt x="18107" y="36976"/>
                </a:lnTo>
                <a:lnTo>
                  <a:pt x="18195" y="37208"/>
                </a:lnTo>
                <a:lnTo>
                  <a:pt x="18283" y="37388"/>
                </a:lnTo>
                <a:lnTo>
                  <a:pt x="18371" y="37633"/>
                </a:lnTo>
                <a:lnTo>
                  <a:pt x="18509" y="37813"/>
                </a:lnTo>
                <a:lnTo>
                  <a:pt x="18610" y="38045"/>
                </a:lnTo>
                <a:lnTo>
                  <a:pt x="18698" y="38238"/>
                </a:lnTo>
                <a:lnTo>
                  <a:pt x="18785" y="38470"/>
                </a:lnTo>
                <a:lnTo>
                  <a:pt x="18886" y="38663"/>
                </a:lnTo>
                <a:lnTo>
                  <a:pt x="19011" y="38895"/>
                </a:lnTo>
                <a:lnTo>
                  <a:pt x="19112" y="39127"/>
                </a:lnTo>
                <a:lnTo>
                  <a:pt x="19200" y="39320"/>
                </a:lnTo>
                <a:lnTo>
                  <a:pt x="19288" y="39551"/>
                </a:lnTo>
                <a:lnTo>
                  <a:pt x="19388" y="39745"/>
                </a:lnTo>
                <a:lnTo>
                  <a:pt x="19514" y="39976"/>
                </a:lnTo>
                <a:lnTo>
                  <a:pt x="19614" y="40157"/>
                </a:lnTo>
                <a:lnTo>
                  <a:pt x="19702" y="40401"/>
                </a:lnTo>
                <a:lnTo>
                  <a:pt x="19790" y="40581"/>
                </a:lnTo>
                <a:lnTo>
                  <a:pt x="19890" y="40813"/>
                </a:lnTo>
                <a:lnTo>
                  <a:pt x="20029" y="41058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784640" y="5181701"/>
            <a:ext cx="19966" cy="44058"/>
          </a:xfrm>
          <a:custGeom>
            <a:avLst/>
            <a:gdLst/>
            <a:ahLst/>
            <a:cxnLst/>
            <a:rect l="l" t="t" r="r" b="b"/>
            <a:pathLst>
              <a:path w="19966" h="44058">
                <a:moveTo>
                  <a:pt x="0" y="0"/>
                </a:moveTo>
                <a:lnTo>
                  <a:pt x="87" y="180"/>
                </a:lnTo>
                <a:lnTo>
                  <a:pt x="175" y="424"/>
                </a:lnTo>
                <a:lnTo>
                  <a:pt x="263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8" y="1493"/>
                </a:lnTo>
                <a:lnTo>
                  <a:pt x="766" y="1686"/>
                </a:lnTo>
                <a:lnTo>
                  <a:pt x="866" y="1918"/>
                </a:lnTo>
                <a:lnTo>
                  <a:pt x="1004" y="2111"/>
                </a:lnTo>
                <a:lnTo>
                  <a:pt x="1092" y="2343"/>
                </a:lnTo>
                <a:lnTo>
                  <a:pt x="1180" y="2574"/>
                </a:lnTo>
                <a:lnTo>
                  <a:pt x="1268" y="2768"/>
                </a:lnTo>
                <a:lnTo>
                  <a:pt x="1368" y="2999"/>
                </a:lnTo>
                <a:lnTo>
                  <a:pt x="1506" y="3192"/>
                </a:lnTo>
                <a:lnTo>
                  <a:pt x="1594" y="3424"/>
                </a:lnTo>
                <a:lnTo>
                  <a:pt x="1682" y="3604"/>
                </a:lnTo>
                <a:lnTo>
                  <a:pt x="1770" y="3849"/>
                </a:lnTo>
                <a:lnTo>
                  <a:pt x="1871" y="4081"/>
                </a:lnTo>
                <a:lnTo>
                  <a:pt x="2009" y="4261"/>
                </a:lnTo>
                <a:lnTo>
                  <a:pt x="2097" y="4506"/>
                </a:lnTo>
                <a:lnTo>
                  <a:pt x="2184" y="4686"/>
                </a:lnTo>
                <a:lnTo>
                  <a:pt x="2285" y="4918"/>
                </a:lnTo>
                <a:lnTo>
                  <a:pt x="2373" y="5162"/>
                </a:lnTo>
                <a:lnTo>
                  <a:pt x="2511" y="5343"/>
                </a:lnTo>
                <a:lnTo>
                  <a:pt x="2599" y="5574"/>
                </a:lnTo>
                <a:lnTo>
                  <a:pt x="2687" y="5819"/>
                </a:lnTo>
                <a:lnTo>
                  <a:pt x="2787" y="5999"/>
                </a:lnTo>
                <a:lnTo>
                  <a:pt x="2875" y="6231"/>
                </a:lnTo>
                <a:lnTo>
                  <a:pt x="3013" y="6424"/>
                </a:lnTo>
                <a:lnTo>
                  <a:pt x="3101" y="6656"/>
                </a:lnTo>
                <a:lnTo>
                  <a:pt x="3189" y="6888"/>
                </a:lnTo>
                <a:lnTo>
                  <a:pt x="3290" y="7081"/>
                </a:lnTo>
                <a:lnTo>
                  <a:pt x="3377" y="7312"/>
                </a:lnTo>
                <a:lnTo>
                  <a:pt x="3516" y="7506"/>
                </a:lnTo>
                <a:lnTo>
                  <a:pt x="3603" y="7737"/>
                </a:lnTo>
                <a:lnTo>
                  <a:pt x="3691" y="7969"/>
                </a:lnTo>
                <a:lnTo>
                  <a:pt x="3792" y="8162"/>
                </a:lnTo>
                <a:lnTo>
                  <a:pt x="3880" y="8394"/>
                </a:lnTo>
                <a:lnTo>
                  <a:pt x="4018" y="8626"/>
                </a:lnTo>
                <a:lnTo>
                  <a:pt x="4106" y="8819"/>
                </a:lnTo>
                <a:lnTo>
                  <a:pt x="4194" y="9051"/>
                </a:lnTo>
                <a:lnTo>
                  <a:pt x="4294" y="9282"/>
                </a:lnTo>
                <a:lnTo>
                  <a:pt x="4382" y="9475"/>
                </a:lnTo>
                <a:lnTo>
                  <a:pt x="4520" y="9707"/>
                </a:lnTo>
                <a:lnTo>
                  <a:pt x="4608" y="9900"/>
                </a:lnTo>
                <a:lnTo>
                  <a:pt x="4696" y="10132"/>
                </a:lnTo>
                <a:lnTo>
                  <a:pt x="4796" y="10364"/>
                </a:lnTo>
                <a:lnTo>
                  <a:pt x="4884" y="10557"/>
                </a:lnTo>
                <a:lnTo>
                  <a:pt x="5022" y="10789"/>
                </a:lnTo>
                <a:lnTo>
                  <a:pt x="5110" y="11020"/>
                </a:lnTo>
                <a:lnTo>
                  <a:pt x="5198" y="11214"/>
                </a:lnTo>
                <a:lnTo>
                  <a:pt x="5299" y="11445"/>
                </a:lnTo>
                <a:lnTo>
                  <a:pt x="5387" y="11677"/>
                </a:lnTo>
                <a:lnTo>
                  <a:pt x="5525" y="11870"/>
                </a:lnTo>
                <a:lnTo>
                  <a:pt x="5613" y="12102"/>
                </a:lnTo>
                <a:lnTo>
                  <a:pt x="5701" y="12334"/>
                </a:lnTo>
                <a:lnTo>
                  <a:pt x="5801" y="12527"/>
                </a:lnTo>
                <a:lnTo>
                  <a:pt x="5889" y="12759"/>
                </a:lnTo>
                <a:lnTo>
                  <a:pt x="6027" y="12990"/>
                </a:lnTo>
                <a:lnTo>
                  <a:pt x="6115" y="13183"/>
                </a:lnTo>
                <a:lnTo>
                  <a:pt x="6215" y="13415"/>
                </a:lnTo>
                <a:lnTo>
                  <a:pt x="6303" y="13647"/>
                </a:lnTo>
                <a:lnTo>
                  <a:pt x="6391" y="13840"/>
                </a:lnTo>
                <a:lnTo>
                  <a:pt x="6529" y="14072"/>
                </a:lnTo>
                <a:lnTo>
                  <a:pt x="6617" y="14304"/>
                </a:lnTo>
                <a:lnTo>
                  <a:pt x="6718" y="14497"/>
                </a:lnTo>
                <a:lnTo>
                  <a:pt x="6806" y="14728"/>
                </a:lnTo>
                <a:lnTo>
                  <a:pt x="6894" y="14960"/>
                </a:lnTo>
                <a:lnTo>
                  <a:pt x="7032" y="15153"/>
                </a:lnTo>
                <a:lnTo>
                  <a:pt x="7120" y="15385"/>
                </a:lnTo>
                <a:lnTo>
                  <a:pt x="7220" y="15617"/>
                </a:lnTo>
                <a:lnTo>
                  <a:pt x="7308" y="15810"/>
                </a:lnTo>
                <a:lnTo>
                  <a:pt x="7396" y="16042"/>
                </a:lnTo>
                <a:lnTo>
                  <a:pt x="7534" y="16273"/>
                </a:lnTo>
                <a:lnTo>
                  <a:pt x="7622" y="16467"/>
                </a:lnTo>
                <a:lnTo>
                  <a:pt x="7722" y="16698"/>
                </a:lnTo>
                <a:lnTo>
                  <a:pt x="7810" y="16930"/>
                </a:lnTo>
                <a:lnTo>
                  <a:pt x="7898" y="17123"/>
                </a:lnTo>
                <a:lnTo>
                  <a:pt x="8036" y="17355"/>
                </a:lnTo>
                <a:lnTo>
                  <a:pt x="8124" y="17587"/>
                </a:lnTo>
                <a:lnTo>
                  <a:pt x="8225" y="17831"/>
                </a:lnTo>
                <a:lnTo>
                  <a:pt x="8313" y="18012"/>
                </a:lnTo>
                <a:lnTo>
                  <a:pt x="8400" y="18243"/>
                </a:lnTo>
                <a:lnTo>
                  <a:pt x="8539" y="18488"/>
                </a:lnTo>
                <a:lnTo>
                  <a:pt x="8626" y="18668"/>
                </a:lnTo>
                <a:lnTo>
                  <a:pt x="8727" y="18900"/>
                </a:lnTo>
                <a:lnTo>
                  <a:pt x="8815" y="19145"/>
                </a:lnTo>
                <a:lnTo>
                  <a:pt x="8903" y="19325"/>
                </a:lnTo>
                <a:lnTo>
                  <a:pt x="9041" y="19557"/>
                </a:lnTo>
                <a:lnTo>
                  <a:pt x="9129" y="19801"/>
                </a:lnTo>
                <a:lnTo>
                  <a:pt x="9229" y="20033"/>
                </a:lnTo>
                <a:lnTo>
                  <a:pt x="9317" y="20213"/>
                </a:lnTo>
                <a:lnTo>
                  <a:pt x="9405" y="20458"/>
                </a:lnTo>
                <a:lnTo>
                  <a:pt x="9543" y="20690"/>
                </a:lnTo>
                <a:lnTo>
                  <a:pt x="9644" y="20870"/>
                </a:lnTo>
                <a:lnTo>
                  <a:pt x="9732" y="21114"/>
                </a:lnTo>
                <a:lnTo>
                  <a:pt x="9819" y="21346"/>
                </a:lnTo>
                <a:lnTo>
                  <a:pt x="9907" y="21578"/>
                </a:lnTo>
                <a:lnTo>
                  <a:pt x="10045" y="21771"/>
                </a:lnTo>
                <a:lnTo>
                  <a:pt x="10146" y="22003"/>
                </a:lnTo>
                <a:lnTo>
                  <a:pt x="10234" y="22235"/>
                </a:lnTo>
                <a:lnTo>
                  <a:pt x="10322" y="22428"/>
                </a:lnTo>
                <a:lnTo>
                  <a:pt x="10410" y="22659"/>
                </a:lnTo>
                <a:lnTo>
                  <a:pt x="10548" y="22891"/>
                </a:lnTo>
                <a:lnTo>
                  <a:pt x="10648" y="23123"/>
                </a:lnTo>
                <a:lnTo>
                  <a:pt x="10736" y="23316"/>
                </a:lnTo>
                <a:lnTo>
                  <a:pt x="10824" y="23548"/>
                </a:lnTo>
                <a:lnTo>
                  <a:pt x="10912" y="23780"/>
                </a:lnTo>
                <a:lnTo>
                  <a:pt x="11050" y="24024"/>
                </a:lnTo>
                <a:lnTo>
                  <a:pt x="11151" y="24204"/>
                </a:lnTo>
                <a:lnTo>
                  <a:pt x="11238" y="24436"/>
                </a:lnTo>
                <a:lnTo>
                  <a:pt x="11326" y="24681"/>
                </a:lnTo>
                <a:lnTo>
                  <a:pt x="11414" y="24913"/>
                </a:lnTo>
                <a:lnTo>
                  <a:pt x="11552" y="25093"/>
                </a:lnTo>
                <a:lnTo>
                  <a:pt x="11653" y="25337"/>
                </a:lnTo>
                <a:lnTo>
                  <a:pt x="11741" y="25569"/>
                </a:lnTo>
                <a:lnTo>
                  <a:pt x="11829" y="25801"/>
                </a:lnTo>
                <a:lnTo>
                  <a:pt x="11917" y="25994"/>
                </a:lnTo>
                <a:lnTo>
                  <a:pt x="12055" y="26226"/>
                </a:lnTo>
                <a:lnTo>
                  <a:pt x="12155" y="26458"/>
                </a:lnTo>
                <a:lnTo>
                  <a:pt x="12243" y="26689"/>
                </a:lnTo>
                <a:lnTo>
                  <a:pt x="12331" y="26882"/>
                </a:lnTo>
                <a:lnTo>
                  <a:pt x="12431" y="27114"/>
                </a:lnTo>
                <a:lnTo>
                  <a:pt x="12557" y="27346"/>
                </a:lnTo>
                <a:lnTo>
                  <a:pt x="12657" y="27591"/>
                </a:lnTo>
                <a:lnTo>
                  <a:pt x="12745" y="27771"/>
                </a:lnTo>
                <a:lnTo>
                  <a:pt x="12833" y="28003"/>
                </a:lnTo>
                <a:lnTo>
                  <a:pt x="12934" y="28247"/>
                </a:lnTo>
                <a:lnTo>
                  <a:pt x="13059" y="28479"/>
                </a:lnTo>
                <a:lnTo>
                  <a:pt x="13160" y="28659"/>
                </a:lnTo>
                <a:lnTo>
                  <a:pt x="13248" y="28904"/>
                </a:lnTo>
                <a:lnTo>
                  <a:pt x="13335" y="29136"/>
                </a:lnTo>
                <a:lnTo>
                  <a:pt x="13436" y="29367"/>
                </a:lnTo>
                <a:lnTo>
                  <a:pt x="13574" y="29560"/>
                </a:lnTo>
                <a:lnTo>
                  <a:pt x="13662" y="29792"/>
                </a:lnTo>
                <a:lnTo>
                  <a:pt x="13750" y="30024"/>
                </a:lnTo>
                <a:lnTo>
                  <a:pt x="13838" y="30256"/>
                </a:lnTo>
                <a:lnTo>
                  <a:pt x="13938" y="30500"/>
                </a:lnTo>
                <a:lnTo>
                  <a:pt x="14076" y="30681"/>
                </a:lnTo>
                <a:lnTo>
                  <a:pt x="14164" y="30912"/>
                </a:lnTo>
                <a:lnTo>
                  <a:pt x="14252" y="31157"/>
                </a:lnTo>
                <a:lnTo>
                  <a:pt x="14340" y="31389"/>
                </a:lnTo>
                <a:lnTo>
                  <a:pt x="14441" y="31569"/>
                </a:lnTo>
                <a:lnTo>
                  <a:pt x="14579" y="31814"/>
                </a:lnTo>
                <a:lnTo>
                  <a:pt x="14667" y="32045"/>
                </a:lnTo>
                <a:lnTo>
                  <a:pt x="14754" y="32277"/>
                </a:lnTo>
                <a:lnTo>
                  <a:pt x="14842" y="32509"/>
                </a:lnTo>
                <a:lnTo>
                  <a:pt x="14943" y="32702"/>
                </a:lnTo>
                <a:lnTo>
                  <a:pt x="15081" y="32934"/>
                </a:lnTo>
                <a:lnTo>
                  <a:pt x="15169" y="33165"/>
                </a:lnTo>
                <a:lnTo>
                  <a:pt x="15257" y="33410"/>
                </a:lnTo>
                <a:lnTo>
                  <a:pt x="15345" y="33642"/>
                </a:lnTo>
                <a:lnTo>
                  <a:pt x="15445" y="33822"/>
                </a:lnTo>
                <a:lnTo>
                  <a:pt x="15583" y="34067"/>
                </a:lnTo>
                <a:lnTo>
                  <a:pt x="15671" y="34298"/>
                </a:lnTo>
                <a:lnTo>
                  <a:pt x="15759" y="34530"/>
                </a:lnTo>
                <a:lnTo>
                  <a:pt x="15847" y="34762"/>
                </a:lnTo>
                <a:lnTo>
                  <a:pt x="15947" y="34955"/>
                </a:lnTo>
                <a:lnTo>
                  <a:pt x="16086" y="35187"/>
                </a:lnTo>
                <a:lnTo>
                  <a:pt x="16173" y="35419"/>
                </a:lnTo>
                <a:lnTo>
                  <a:pt x="16261" y="35650"/>
                </a:lnTo>
                <a:lnTo>
                  <a:pt x="16362" y="35895"/>
                </a:lnTo>
                <a:lnTo>
                  <a:pt x="16450" y="36075"/>
                </a:lnTo>
                <a:lnTo>
                  <a:pt x="16588" y="36320"/>
                </a:lnTo>
                <a:lnTo>
                  <a:pt x="16676" y="36552"/>
                </a:lnTo>
                <a:lnTo>
                  <a:pt x="16764" y="36783"/>
                </a:lnTo>
                <a:lnTo>
                  <a:pt x="16864" y="37015"/>
                </a:lnTo>
                <a:lnTo>
                  <a:pt x="16952" y="37208"/>
                </a:lnTo>
                <a:lnTo>
                  <a:pt x="17090" y="37440"/>
                </a:lnTo>
                <a:lnTo>
                  <a:pt x="17178" y="37672"/>
                </a:lnTo>
                <a:lnTo>
                  <a:pt x="17266" y="37903"/>
                </a:lnTo>
                <a:lnTo>
                  <a:pt x="17366" y="38148"/>
                </a:lnTo>
                <a:lnTo>
                  <a:pt x="17454" y="38380"/>
                </a:lnTo>
                <a:lnTo>
                  <a:pt x="17592" y="38560"/>
                </a:lnTo>
                <a:lnTo>
                  <a:pt x="17680" y="38805"/>
                </a:lnTo>
                <a:lnTo>
                  <a:pt x="17768" y="39036"/>
                </a:lnTo>
                <a:lnTo>
                  <a:pt x="17869" y="39268"/>
                </a:lnTo>
                <a:lnTo>
                  <a:pt x="17957" y="39500"/>
                </a:lnTo>
                <a:lnTo>
                  <a:pt x="18095" y="39745"/>
                </a:lnTo>
                <a:lnTo>
                  <a:pt x="18183" y="39925"/>
                </a:lnTo>
                <a:lnTo>
                  <a:pt x="18271" y="40157"/>
                </a:lnTo>
                <a:lnTo>
                  <a:pt x="18371" y="40401"/>
                </a:lnTo>
                <a:lnTo>
                  <a:pt x="18459" y="40633"/>
                </a:lnTo>
                <a:lnTo>
                  <a:pt x="18597" y="40865"/>
                </a:lnTo>
                <a:lnTo>
                  <a:pt x="18685" y="41096"/>
                </a:lnTo>
                <a:lnTo>
                  <a:pt x="18773" y="41290"/>
                </a:lnTo>
                <a:lnTo>
                  <a:pt x="18873" y="41521"/>
                </a:lnTo>
                <a:lnTo>
                  <a:pt x="18961" y="41753"/>
                </a:lnTo>
                <a:lnTo>
                  <a:pt x="19099" y="41985"/>
                </a:lnTo>
                <a:lnTo>
                  <a:pt x="19187" y="42229"/>
                </a:lnTo>
                <a:lnTo>
                  <a:pt x="19275" y="42461"/>
                </a:lnTo>
                <a:lnTo>
                  <a:pt x="19376" y="42654"/>
                </a:lnTo>
                <a:lnTo>
                  <a:pt x="19464" y="42886"/>
                </a:lnTo>
                <a:lnTo>
                  <a:pt x="19602" y="43118"/>
                </a:lnTo>
                <a:lnTo>
                  <a:pt x="19690" y="43350"/>
                </a:lnTo>
                <a:lnTo>
                  <a:pt x="19790" y="43581"/>
                </a:lnTo>
                <a:lnTo>
                  <a:pt x="19878" y="43826"/>
                </a:lnTo>
                <a:lnTo>
                  <a:pt x="19966" y="44058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804606" y="5225759"/>
            <a:ext cx="20016" cy="46362"/>
          </a:xfrm>
          <a:custGeom>
            <a:avLst/>
            <a:gdLst/>
            <a:ahLst/>
            <a:cxnLst/>
            <a:rect l="l" t="t" r="r" b="b"/>
            <a:pathLst>
              <a:path w="20016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0" y="1364"/>
                </a:lnTo>
                <a:lnTo>
                  <a:pt x="728" y="1596"/>
                </a:lnTo>
                <a:lnTo>
                  <a:pt x="828" y="1776"/>
                </a:lnTo>
                <a:lnTo>
                  <a:pt x="916" y="2021"/>
                </a:lnTo>
                <a:lnTo>
                  <a:pt x="1004" y="2253"/>
                </a:lnTo>
                <a:lnTo>
                  <a:pt x="1142" y="2484"/>
                </a:lnTo>
                <a:lnTo>
                  <a:pt x="1230" y="2716"/>
                </a:lnTo>
                <a:lnTo>
                  <a:pt x="1331" y="2948"/>
                </a:lnTo>
                <a:lnTo>
                  <a:pt x="1418" y="3192"/>
                </a:lnTo>
                <a:lnTo>
                  <a:pt x="1506" y="3424"/>
                </a:lnTo>
                <a:lnTo>
                  <a:pt x="1645" y="3604"/>
                </a:lnTo>
                <a:lnTo>
                  <a:pt x="1732" y="3849"/>
                </a:lnTo>
                <a:lnTo>
                  <a:pt x="1833" y="4081"/>
                </a:lnTo>
                <a:lnTo>
                  <a:pt x="1921" y="4313"/>
                </a:lnTo>
                <a:lnTo>
                  <a:pt x="2009" y="4544"/>
                </a:lnTo>
                <a:lnTo>
                  <a:pt x="2147" y="4789"/>
                </a:lnTo>
                <a:lnTo>
                  <a:pt x="2235" y="5021"/>
                </a:lnTo>
                <a:lnTo>
                  <a:pt x="2335" y="5252"/>
                </a:lnTo>
                <a:lnTo>
                  <a:pt x="2423" y="5484"/>
                </a:lnTo>
                <a:lnTo>
                  <a:pt x="2511" y="5677"/>
                </a:lnTo>
                <a:lnTo>
                  <a:pt x="2649" y="5909"/>
                </a:lnTo>
                <a:lnTo>
                  <a:pt x="2737" y="6141"/>
                </a:lnTo>
                <a:lnTo>
                  <a:pt x="2837" y="6373"/>
                </a:lnTo>
                <a:lnTo>
                  <a:pt x="2925" y="6617"/>
                </a:lnTo>
                <a:lnTo>
                  <a:pt x="3013" y="6849"/>
                </a:lnTo>
                <a:lnTo>
                  <a:pt x="3151" y="7081"/>
                </a:lnTo>
                <a:lnTo>
                  <a:pt x="3239" y="7312"/>
                </a:lnTo>
                <a:lnTo>
                  <a:pt x="3340" y="7557"/>
                </a:lnTo>
                <a:lnTo>
                  <a:pt x="3428" y="7737"/>
                </a:lnTo>
                <a:lnTo>
                  <a:pt x="3516" y="7969"/>
                </a:lnTo>
                <a:lnTo>
                  <a:pt x="3654" y="8214"/>
                </a:lnTo>
                <a:lnTo>
                  <a:pt x="3754" y="8445"/>
                </a:lnTo>
                <a:lnTo>
                  <a:pt x="3842" y="8677"/>
                </a:lnTo>
                <a:lnTo>
                  <a:pt x="3930" y="8909"/>
                </a:lnTo>
                <a:lnTo>
                  <a:pt x="4018" y="9154"/>
                </a:lnTo>
                <a:lnTo>
                  <a:pt x="4156" y="9385"/>
                </a:lnTo>
                <a:lnTo>
                  <a:pt x="4256" y="9617"/>
                </a:lnTo>
                <a:lnTo>
                  <a:pt x="4344" y="9849"/>
                </a:lnTo>
                <a:lnTo>
                  <a:pt x="4432" y="10042"/>
                </a:lnTo>
                <a:lnTo>
                  <a:pt x="4520" y="10274"/>
                </a:lnTo>
                <a:lnTo>
                  <a:pt x="4658" y="10505"/>
                </a:lnTo>
                <a:lnTo>
                  <a:pt x="4759" y="10737"/>
                </a:lnTo>
                <a:lnTo>
                  <a:pt x="4847" y="10982"/>
                </a:lnTo>
                <a:lnTo>
                  <a:pt x="4935" y="11214"/>
                </a:lnTo>
                <a:lnTo>
                  <a:pt x="5022" y="11445"/>
                </a:lnTo>
                <a:lnTo>
                  <a:pt x="5161" y="11677"/>
                </a:lnTo>
                <a:lnTo>
                  <a:pt x="5261" y="11922"/>
                </a:lnTo>
                <a:lnTo>
                  <a:pt x="5349" y="12153"/>
                </a:lnTo>
                <a:lnTo>
                  <a:pt x="5437" y="12385"/>
                </a:lnTo>
                <a:lnTo>
                  <a:pt x="5525" y="12617"/>
                </a:lnTo>
                <a:lnTo>
                  <a:pt x="5663" y="12810"/>
                </a:lnTo>
                <a:lnTo>
                  <a:pt x="5763" y="13042"/>
                </a:lnTo>
                <a:lnTo>
                  <a:pt x="5851" y="13274"/>
                </a:lnTo>
                <a:lnTo>
                  <a:pt x="5939" y="13505"/>
                </a:lnTo>
                <a:lnTo>
                  <a:pt x="6040" y="13750"/>
                </a:lnTo>
                <a:lnTo>
                  <a:pt x="6165" y="13982"/>
                </a:lnTo>
                <a:lnTo>
                  <a:pt x="6266" y="14213"/>
                </a:lnTo>
                <a:lnTo>
                  <a:pt x="6354" y="14445"/>
                </a:lnTo>
                <a:lnTo>
                  <a:pt x="6441" y="14690"/>
                </a:lnTo>
                <a:lnTo>
                  <a:pt x="6542" y="14922"/>
                </a:lnTo>
                <a:lnTo>
                  <a:pt x="6667" y="15153"/>
                </a:lnTo>
                <a:lnTo>
                  <a:pt x="6768" y="15385"/>
                </a:lnTo>
                <a:lnTo>
                  <a:pt x="6856" y="15617"/>
                </a:lnTo>
                <a:lnTo>
                  <a:pt x="6944" y="15861"/>
                </a:lnTo>
                <a:lnTo>
                  <a:pt x="7044" y="16093"/>
                </a:lnTo>
                <a:lnTo>
                  <a:pt x="7182" y="16273"/>
                </a:lnTo>
                <a:lnTo>
                  <a:pt x="7270" y="16518"/>
                </a:lnTo>
                <a:lnTo>
                  <a:pt x="7358" y="16750"/>
                </a:lnTo>
                <a:lnTo>
                  <a:pt x="7446" y="16982"/>
                </a:lnTo>
                <a:lnTo>
                  <a:pt x="7547" y="17213"/>
                </a:lnTo>
                <a:lnTo>
                  <a:pt x="7685" y="17458"/>
                </a:lnTo>
                <a:lnTo>
                  <a:pt x="7773" y="17690"/>
                </a:lnTo>
                <a:lnTo>
                  <a:pt x="7860" y="17921"/>
                </a:lnTo>
                <a:lnTo>
                  <a:pt x="7948" y="18153"/>
                </a:lnTo>
                <a:lnTo>
                  <a:pt x="8049" y="18385"/>
                </a:lnTo>
                <a:lnTo>
                  <a:pt x="8187" y="18630"/>
                </a:lnTo>
                <a:lnTo>
                  <a:pt x="8275" y="18861"/>
                </a:lnTo>
                <a:lnTo>
                  <a:pt x="8363" y="19093"/>
                </a:lnTo>
                <a:lnTo>
                  <a:pt x="8451" y="19325"/>
                </a:lnTo>
                <a:lnTo>
                  <a:pt x="8551" y="19569"/>
                </a:lnTo>
                <a:lnTo>
                  <a:pt x="8689" y="19801"/>
                </a:lnTo>
                <a:lnTo>
                  <a:pt x="8777" y="20033"/>
                </a:lnTo>
                <a:lnTo>
                  <a:pt x="8865" y="20265"/>
                </a:lnTo>
                <a:lnTo>
                  <a:pt x="8953" y="20496"/>
                </a:lnTo>
                <a:lnTo>
                  <a:pt x="9053" y="20741"/>
                </a:lnTo>
                <a:lnTo>
                  <a:pt x="9192" y="20973"/>
                </a:lnTo>
                <a:lnTo>
                  <a:pt x="9279" y="21153"/>
                </a:lnTo>
                <a:lnTo>
                  <a:pt x="9367" y="21398"/>
                </a:lnTo>
                <a:lnTo>
                  <a:pt x="9455" y="21629"/>
                </a:lnTo>
                <a:lnTo>
                  <a:pt x="9556" y="21861"/>
                </a:lnTo>
                <a:lnTo>
                  <a:pt x="9694" y="22093"/>
                </a:lnTo>
                <a:lnTo>
                  <a:pt x="9782" y="22338"/>
                </a:lnTo>
                <a:lnTo>
                  <a:pt x="9870" y="22569"/>
                </a:lnTo>
                <a:lnTo>
                  <a:pt x="9970" y="22801"/>
                </a:lnTo>
                <a:lnTo>
                  <a:pt x="10058" y="23033"/>
                </a:lnTo>
                <a:lnTo>
                  <a:pt x="10196" y="23265"/>
                </a:lnTo>
                <a:lnTo>
                  <a:pt x="10284" y="23509"/>
                </a:lnTo>
                <a:lnTo>
                  <a:pt x="10372" y="23741"/>
                </a:lnTo>
                <a:lnTo>
                  <a:pt x="10472" y="23973"/>
                </a:lnTo>
                <a:lnTo>
                  <a:pt x="10560" y="24204"/>
                </a:lnTo>
                <a:lnTo>
                  <a:pt x="10698" y="24449"/>
                </a:lnTo>
                <a:lnTo>
                  <a:pt x="10786" y="24681"/>
                </a:lnTo>
                <a:lnTo>
                  <a:pt x="10874" y="24913"/>
                </a:lnTo>
                <a:lnTo>
                  <a:pt x="10975" y="25144"/>
                </a:lnTo>
                <a:lnTo>
                  <a:pt x="11063" y="25376"/>
                </a:lnTo>
                <a:lnTo>
                  <a:pt x="11201" y="25621"/>
                </a:lnTo>
                <a:lnTo>
                  <a:pt x="11289" y="25852"/>
                </a:lnTo>
                <a:lnTo>
                  <a:pt x="11377" y="26084"/>
                </a:lnTo>
                <a:lnTo>
                  <a:pt x="11477" y="26316"/>
                </a:lnTo>
                <a:lnTo>
                  <a:pt x="11565" y="26561"/>
                </a:lnTo>
                <a:lnTo>
                  <a:pt x="11703" y="26792"/>
                </a:lnTo>
                <a:lnTo>
                  <a:pt x="11791" y="27024"/>
                </a:lnTo>
                <a:lnTo>
                  <a:pt x="11879" y="27256"/>
                </a:lnTo>
                <a:lnTo>
                  <a:pt x="11979" y="27488"/>
                </a:lnTo>
                <a:lnTo>
                  <a:pt x="12067" y="27732"/>
                </a:lnTo>
                <a:lnTo>
                  <a:pt x="12205" y="27964"/>
                </a:lnTo>
                <a:lnTo>
                  <a:pt x="12293" y="28196"/>
                </a:lnTo>
                <a:lnTo>
                  <a:pt x="12381" y="28427"/>
                </a:lnTo>
                <a:lnTo>
                  <a:pt x="12482" y="28672"/>
                </a:lnTo>
                <a:lnTo>
                  <a:pt x="12569" y="28904"/>
                </a:lnTo>
                <a:lnTo>
                  <a:pt x="12708" y="29136"/>
                </a:lnTo>
                <a:lnTo>
                  <a:pt x="12796" y="29367"/>
                </a:lnTo>
                <a:lnTo>
                  <a:pt x="12883" y="29599"/>
                </a:lnTo>
                <a:lnTo>
                  <a:pt x="12984" y="29844"/>
                </a:lnTo>
                <a:lnTo>
                  <a:pt x="13072" y="30075"/>
                </a:lnTo>
                <a:lnTo>
                  <a:pt x="13210" y="30307"/>
                </a:lnTo>
                <a:lnTo>
                  <a:pt x="13298" y="30539"/>
                </a:lnTo>
                <a:lnTo>
                  <a:pt x="13398" y="30784"/>
                </a:lnTo>
                <a:lnTo>
                  <a:pt x="13486" y="31015"/>
                </a:lnTo>
                <a:lnTo>
                  <a:pt x="13574" y="31247"/>
                </a:lnTo>
                <a:lnTo>
                  <a:pt x="13712" y="31479"/>
                </a:lnTo>
                <a:lnTo>
                  <a:pt x="13800" y="31711"/>
                </a:lnTo>
                <a:lnTo>
                  <a:pt x="13901" y="31955"/>
                </a:lnTo>
                <a:lnTo>
                  <a:pt x="13988" y="32187"/>
                </a:lnTo>
                <a:lnTo>
                  <a:pt x="14076" y="32419"/>
                </a:lnTo>
                <a:lnTo>
                  <a:pt x="14215" y="32650"/>
                </a:lnTo>
                <a:lnTo>
                  <a:pt x="14302" y="32895"/>
                </a:lnTo>
                <a:lnTo>
                  <a:pt x="14403" y="33127"/>
                </a:lnTo>
                <a:lnTo>
                  <a:pt x="14491" y="33359"/>
                </a:lnTo>
                <a:lnTo>
                  <a:pt x="14579" y="33590"/>
                </a:lnTo>
                <a:lnTo>
                  <a:pt x="14717" y="33822"/>
                </a:lnTo>
                <a:lnTo>
                  <a:pt x="14805" y="34067"/>
                </a:lnTo>
                <a:lnTo>
                  <a:pt x="14905" y="34298"/>
                </a:lnTo>
                <a:lnTo>
                  <a:pt x="14993" y="34530"/>
                </a:lnTo>
                <a:lnTo>
                  <a:pt x="15081" y="34762"/>
                </a:lnTo>
                <a:lnTo>
                  <a:pt x="15219" y="35007"/>
                </a:lnTo>
                <a:lnTo>
                  <a:pt x="15307" y="35238"/>
                </a:lnTo>
                <a:lnTo>
                  <a:pt x="15407" y="35470"/>
                </a:lnTo>
                <a:lnTo>
                  <a:pt x="15495" y="35702"/>
                </a:lnTo>
                <a:lnTo>
                  <a:pt x="15583" y="35934"/>
                </a:lnTo>
                <a:lnTo>
                  <a:pt x="15721" y="36178"/>
                </a:lnTo>
                <a:lnTo>
                  <a:pt x="15809" y="36410"/>
                </a:lnTo>
                <a:lnTo>
                  <a:pt x="15910" y="36642"/>
                </a:lnTo>
                <a:lnTo>
                  <a:pt x="15998" y="36873"/>
                </a:lnTo>
                <a:lnTo>
                  <a:pt x="16086" y="37118"/>
                </a:lnTo>
                <a:lnTo>
                  <a:pt x="16224" y="37350"/>
                </a:lnTo>
                <a:lnTo>
                  <a:pt x="16312" y="37582"/>
                </a:lnTo>
                <a:lnTo>
                  <a:pt x="16412" y="37865"/>
                </a:lnTo>
                <a:lnTo>
                  <a:pt x="16500" y="38097"/>
                </a:lnTo>
                <a:lnTo>
                  <a:pt x="16588" y="38328"/>
                </a:lnTo>
                <a:lnTo>
                  <a:pt x="16726" y="38573"/>
                </a:lnTo>
                <a:lnTo>
                  <a:pt x="16814" y="38805"/>
                </a:lnTo>
                <a:lnTo>
                  <a:pt x="16914" y="39036"/>
                </a:lnTo>
                <a:lnTo>
                  <a:pt x="17002" y="39268"/>
                </a:lnTo>
                <a:lnTo>
                  <a:pt x="17090" y="39500"/>
                </a:lnTo>
                <a:lnTo>
                  <a:pt x="17228" y="39745"/>
                </a:lnTo>
                <a:lnTo>
                  <a:pt x="17329" y="39976"/>
                </a:lnTo>
                <a:lnTo>
                  <a:pt x="17417" y="40208"/>
                </a:lnTo>
                <a:lnTo>
                  <a:pt x="17505" y="40440"/>
                </a:lnTo>
                <a:lnTo>
                  <a:pt x="17592" y="40684"/>
                </a:lnTo>
                <a:lnTo>
                  <a:pt x="17731" y="40916"/>
                </a:lnTo>
                <a:lnTo>
                  <a:pt x="17831" y="41148"/>
                </a:lnTo>
                <a:lnTo>
                  <a:pt x="17919" y="41380"/>
                </a:lnTo>
                <a:lnTo>
                  <a:pt x="18007" y="41611"/>
                </a:lnTo>
                <a:lnTo>
                  <a:pt x="18095" y="41856"/>
                </a:lnTo>
                <a:lnTo>
                  <a:pt x="18233" y="42088"/>
                </a:lnTo>
                <a:lnTo>
                  <a:pt x="18333" y="42320"/>
                </a:lnTo>
                <a:lnTo>
                  <a:pt x="18421" y="42551"/>
                </a:lnTo>
                <a:lnTo>
                  <a:pt x="18509" y="42796"/>
                </a:lnTo>
                <a:lnTo>
                  <a:pt x="18597" y="43066"/>
                </a:lnTo>
                <a:lnTo>
                  <a:pt x="18735" y="43311"/>
                </a:lnTo>
                <a:lnTo>
                  <a:pt x="18836" y="43543"/>
                </a:lnTo>
                <a:lnTo>
                  <a:pt x="18924" y="43774"/>
                </a:lnTo>
                <a:lnTo>
                  <a:pt x="19011" y="44006"/>
                </a:lnTo>
                <a:lnTo>
                  <a:pt x="19099" y="44251"/>
                </a:lnTo>
                <a:lnTo>
                  <a:pt x="19237" y="44483"/>
                </a:lnTo>
                <a:lnTo>
                  <a:pt x="19338" y="44714"/>
                </a:lnTo>
                <a:lnTo>
                  <a:pt x="19426" y="44946"/>
                </a:lnTo>
                <a:lnTo>
                  <a:pt x="19514" y="45178"/>
                </a:lnTo>
                <a:lnTo>
                  <a:pt x="19614" y="45422"/>
                </a:lnTo>
                <a:lnTo>
                  <a:pt x="19740" y="45654"/>
                </a:lnTo>
                <a:lnTo>
                  <a:pt x="19840" y="45886"/>
                </a:lnTo>
                <a:lnTo>
                  <a:pt x="19928" y="46118"/>
                </a:lnTo>
                <a:lnTo>
                  <a:pt x="20016" y="46362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824622" y="5272122"/>
            <a:ext cx="20016" cy="48036"/>
          </a:xfrm>
          <a:custGeom>
            <a:avLst/>
            <a:gdLst/>
            <a:ahLst/>
            <a:cxnLst/>
            <a:rect l="l" t="t" r="r" b="b"/>
            <a:pathLst>
              <a:path w="20016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2" y="1454"/>
                </a:lnTo>
                <a:lnTo>
                  <a:pt x="740" y="1686"/>
                </a:lnTo>
                <a:lnTo>
                  <a:pt x="828" y="1918"/>
                </a:lnTo>
                <a:lnTo>
                  <a:pt x="916" y="2150"/>
                </a:lnTo>
                <a:lnTo>
                  <a:pt x="1004" y="2381"/>
                </a:lnTo>
                <a:lnTo>
                  <a:pt x="1105" y="2626"/>
                </a:lnTo>
                <a:lnTo>
                  <a:pt x="1243" y="2858"/>
                </a:lnTo>
                <a:lnTo>
                  <a:pt x="1331" y="3089"/>
                </a:lnTo>
                <a:lnTo>
                  <a:pt x="1418" y="3321"/>
                </a:lnTo>
                <a:lnTo>
                  <a:pt x="1506" y="3604"/>
                </a:lnTo>
                <a:lnTo>
                  <a:pt x="1607" y="3836"/>
                </a:lnTo>
                <a:lnTo>
                  <a:pt x="1745" y="4081"/>
                </a:lnTo>
                <a:lnTo>
                  <a:pt x="1833" y="4313"/>
                </a:lnTo>
                <a:lnTo>
                  <a:pt x="1921" y="4544"/>
                </a:lnTo>
                <a:lnTo>
                  <a:pt x="2009" y="4776"/>
                </a:lnTo>
                <a:lnTo>
                  <a:pt x="2109" y="5021"/>
                </a:lnTo>
                <a:lnTo>
                  <a:pt x="2247" y="5252"/>
                </a:lnTo>
                <a:lnTo>
                  <a:pt x="2335" y="5484"/>
                </a:lnTo>
                <a:lnTo>
                  <a:pt x="2423" y="5716"/>
                </a:lnTo>
                <a:lnTo>
                  <a:pt x="2511" y="5948"/>
                </a:lnTo>
                <a:lnTo>
                  <a:pt x="2611" y="6192"/>
                </a:lnTo>
                <a:lnTo>
                  <a:pt x="2750" y="6463"/>
                </a:lnTo>
                <a:lnTo>
                  <a:pt x="2837" y="6707"/>
                </a:lnTo>
                <a:lnTo>
                  <a:pt x="2925" y="6939"/>
                </a:lnTo>
                <a:lnTo>
                  <a:pt x="3013" y="7171"/>
                </a:lnTo>
                <a:lnTo>
                  <a:pt x="3114" y="7403"/>
                </a:lnTo>
                <a:lnTo>
                  <a:pt x="3252" y="7647"/>
                </a:lnTo>
                <a:lnTo>
                  <a:pt x="3340" y="7879"/>
                </a:lnTo>
                <a:lnTo>
                  <a:pt x="3428" y="8111"/>
                </a:lnTo>
                <a:lnTo>
                  <a:pt x="3528" y="8342"/>
                </a:lnTo>
                <a:lnTo>
                  <a:pt x="3616" y="8574"/>
                </a:lnTo>
                <a:lnTo>
                  <a:pt x="3754" y="8857"/>
                </a:lnTo>
                <a:lnTo>
                  <a:pt x="3842" y="9102"/>
                </a:lnTo>
                <a:lnTo>
                  <a:pt x="3930" y="9334"/>
                </a:lnTo>
                <a:lnTo>
                  <a:pt x="4030" y="9566"/>
                </a:lnTo>
                <a:lnTo>
                  <a:pt x="4118" y="9797"/>
                </a:lnTo>
                <a:lnTo>
                  <a:pt x="4256" y="10029"/>
                </a:lnTo>
                <a:lnTo>
                  <a:pt x="4344" y="10274"/>
                </a:lnTo>
                <a:lnTo>
                  <a:pt x="4432" y="10505"/>
                </a:lnTo>
                <a:lnTo>
                  <a:pt x="4533" y="10737"/>
                </a:lnTo>
                <a:lnTo>
                  <a:pt x="4621" y="10969"/>
                </a:lnTo>
                <a:lnTo>
                  <a:pt x="4759" y="11252"/>
                </a:lnTo>
                <a:lnTo>
                  <a:pt x="4847" y="11484"/>
                </a:lnTo>
                <a:lnTo>
                  <a:pt x="4935" y="11729"/>
                </a:lnTo>
                <a:lnTo>
                  <a:pt x="5035" y="11960"/>
                </a:lnTo>
                <a:lnTo>
                  <a:pt x="5123" y="12192"/>
                </a:lnTo>
                <a:lnTo>
                  <a:pt x="5261" y="12424"/>
                </a:lnTo>
                <a:lnTo>
                  <a:pt x="5349" y="12668"/>
                </a:lnTo>
                <a:lnTo>
                  <a:pt x="5437" y="12900"/>
                </a:lnTo>
                <a:lnTo>
                  <a:pt x="5537" y="13132"/>
                </a:lnTo>
                <a:lnTo>
                  <a:pt x="5625" y="13415"/>
                </a:lnTo>
                <a:lnTo>
                  <a:pt x="5763" y="13647"/>
                </a:lnTo>
                <a:lnTo>
                  <a:pt x="5851" y="13879"/>
                </a:lnTo>
                <a:lnTo>
                  <a:pt x="5939" y="14123"/>
                </a:lnTo>
                <a:lnTo>
                  <a:pt x="6040" y="14355"/>
                </a:lnTo>
                <a:lnTo>
                  <a:pt x="6128" y="14587"/>
                </a:lnTo>
                <a:lnTo>
                  <a:pt x="6266" y="14819"/>
                </a:lnTo>
                <a:lnTo>
                  <a:pt x="6354" y="15050"/>
                </a:lnTo>
                <a:lnTo>
                  <a:pt x="6441" y="15295"/>
                </a:lnTo>
                <a:lnTo>
                  <a:pt x="6542" y="15578"/>
                </a:lnTo>
                <a:lnTo>
                  <a:pt x="6630" y="15810"/>
                </a:lnTo>
                <a:lnTo>
                  <a:pt x="6768" y="16042"/>
                </a:lnTo>
                <a:lnTo>
                  <a:pt x="6856" y="16273"/>
                </a:lnTo>
                <a:lnTo>
                  <a:pt x="6956" y="16505"/>
                </a:lnTo>
                <a:lnTo>
                  <a:pt x="7044" y="16750"/>
                </a:lnTo>
                <a:lnTo>
                  <a:pt x="7132" y="16982"/>
                </a:lnTo>
                <a:lnTo>
                  <a:pt x="7270" y="17213"/>
                </a:lnTo>
                <a:lnTo>
                  <a:pt x="7358" y="17497"/>
                </a:lnTo>
                <a:lnTo>
                  <a:pt x="7459" y="17728"/>
                </a:lnTo>
                <a:lnTo>
                  <a:pt x="7547" y="17960"/>
                </a:lnTo>
                <a:lnTo>
                  <a:pt x="7634" y="18205"/>
                </a:lnTo>
                <a:lnTo>
                  <a:pt x="7773" y="18436"/>
                </a:lnTo>
                <a:lnTo>
                  <a:pt x="7860" y="18668"/>
                </a:lnTo>
                <a:lnTo>
                  <a:pt x="7961" y="18900"/>
                </a:lnTo>
                <a:lnTo>
                  <a:pt x="8049" y="19132"/>
                </a:lnTo>
                <a:lnTo>
                  <a:pt x="8137" y="19415"/>
                </a:lnTo>
                <a:lnTo>
                  <a:pt x="8275" y="19660"/>
                </a:lnTo>
                <a:lnTo>
                  <a:pt x="8363" y="19891"/>
                </a:lnTo>
                <a:lnTo>
                  <a:pt x="8463" y="20123"/>
                </a:lnTo>
                <a:lnTo>
                  <a:pt x="8551" y="20355"/>
                </a:lnTo>
                <a:lnTo>
                  <a:pt x="8639" y="20587"/>
                </a:lnTo>
                <a:lnTo>
                  <a:pt x="8777" y="20831"/>
                </a:lnTo>
                <a:lnTo>
                  <a:pt x="8865" y="21114"/>
                </a:lnTo>
                <a:lnTo>
                  <a:pt x="8966" y="21346"/>
                </a:lnTo>
                <a:lnTo>
                  <a:pt x="9053" y="21578"/>
                </a:lnTo>
                <a:lnTo>
                  <a:pt x="9141" y="21810"/>
                </a:lnTo>
                <a:lnTo>
                  <a:pt x="9279" y="22041"/>
                </a:lnTo>
                <a:lnTo>
                  <a:pt x="9367" y="22286"/>
                </a:lnTo>
                <a:lnTo>
                  <a:pt x="9468" y="22518"/>
                </a:lnTo>
                <a:lnTo>
                  <a:pt x="9556" y="22801"/>
                </a:lnTo>
                <a:lnTo>
                  <a:pt x="9644" y="23033"/>
                </a:lnTo>
                <a:lnTo>
                  <a:pt x="9782" y="23265"/>
                </a:lnTo>
                <a:lnTo>
                  <a:pt x="9870" y="23496"/>
                </a:lnTo>
                <a:lnTo>
                  <a:pt x="9970" y="23741"/>
                </a:lnTo>
                <a:lnTo>
                  <a:pt x="10058" y="23973"/>
                </a:lnTo>
                <a:lnTo>
                  <a:pt x="10146" y="24204"/>
                </a:lnTo>
                <a:lnTo>
                  <a:pt x="10284" y="24488"/>
                </a:lnTo>
                <a:lnTo>
                  <a:pt x="10372" y="24719"/>
                </a:lnTo>
                <a:lnTo>
                  <a:pt x="10472" y="24951"/>
                </a:lnTo>
                <a:lnTo>
                  <a:pt x="10560" y="25196"/>
                </a:lnTo>
                <a:lnTo>
                  <a:pt x="10648" y="25428"/>
                </a:lnTo>
                <a:lnTo>
                  <a:pt x="10786" y="25659"/>
                </a:lnTo>
                <a:lnTo>
                  <a:pt x="10887" y="25891"/>
                </a:lnTo>
                <a:lnTo>
                  <a:pt x="10975" y="26174"/>
                </a:lnTo>
                <a:lnTo>
                  <a:pt x="11063" y="26406"/>
                </a:lnTo>
                <a:lnTo>
                  <a:pt x="11151" y="26651"/>
                </a:lnTo>
                <a:lnTo>
                  <a:pt x="11289" y="26882"/>
                </a:lnTo>
                <a:lnTo>
                  <a:pt x="11389" y="27114"/>
                </a:lnTo>
                <a:lnTo>
                  <a:pt x="11477" y="27346"/>
                </a:lnTo>
                <a:lnTo>
                  <a:pt x="11565" y="27578"/>
                </a:lnTo>
                <a:lnTo>
                  <a:pt x="11653" y="27861"/>
                </a:lnTo>
                <a:lnTo>
                  <a:pt x="11791" y="28106"/>
                </a:lnTo>
                <a:lnTo>
                  <a:pt x="11891" y="28337"/>
                </a:lnTo>
                <a:lnTo>
                  <a:pt x="11979" y="28569"/>
                </a:lnTo>
                <a:lnTo>
                  <a:pt x="12067" y="28801"/>
                </a:lnTo>
                <a:lnTo>
                  <a:pt x="12155" y="29033"/>
                </a:lnTo>
                <a:lnTo>
                  <a:pt x="12293" y="29316"/>
                </a:lnTo>
                <a:lnTo>
                  <a:pt x="12394" y="29560"/>
                </a:lnTo>
                <a:lnTo>
                  <a:pt x="12482" y="29792"/>
                </a:lnTo>
                <a:lnTo>
                  <a:pt x="12569" y="30024"/>
                </a:lnTo>
                <a:lnTo>
                  <a:pt x="12657" y="30256"/>
                </a:lnTo>
                <a:lnTo>
                  <a:pt x="12796" y="30487"/>
                </a:lnTo>
                <a:lnTo>
                  <a:pt x="12896" y="30771"/>
                </a:lnTo>
                <a:lnTo>
                  <a:pt x="12984" y="31015"/>
                </a:lnTo>
                <a:lnTo>
                  <a:pt x="13072" y="31247"/>
                </a:lnTo>
                <a:lnTo>
                  <a:pt x="13172" y="31479"/>
                </a:lnTo>
                <a:lnTo>
                  <a:pt x="13298" y="31711"/>
                </a:lnTo>
                <a:lnTo>
                  <a:pt x="13398" y="31942"/>
                </a:lnTo>
                <a:lnTo>
                  <a:pt x="13486" y="32226"/>
                </a:lnTo>
                <a:lnTo>
                  <a:pt x="13574" y="32470"/>
                </a:lnTo>
                <a:lnTo>
                  <a:pt x="13675" y="32702"/>
                </a:lnTo>
                <a:lnTo>
                  <a:pt x="13800" y="32934"/>
                </a:lnTo>
                <a:lnTo>
                  <a:pt x="13901" y="33165"/>
                </a:lnTo>
                <a:lnTo>
                  <a:pt x="13988" y="33397"/>
                </a:lnTo>
                <a:lnTo>
                  <a:pt x="14076" y="33680"/>
                </a:lnTo>
                <a:lnTo>
                  <a:pt x="14177" y="33912"/>
                </a:lnTo>
                <a:lnTo>
                  <a:pt x="14302" y="34157"/>
                </a:lnTo>
                <a:lnTo>
                  <a:pt x="14403" y="34389"/>
                </a:lnTo>
                <a:lnTo>
                  <a:pt x="14491" y="34620"/>
                </a:lnTo>
                <a:lnTo>
                  <a:pt x="14579" y="34852"/>
                </a:lnTo>
                <a:lnTo>
                  <a:pt x="14679" y="35135"/>
                </a:lnTo>
                <a:lnTo>
                  <a:pt x="14817" y="35367"/>
                </a:lnTo>
                <a:lnTo>
                  <a:pt x="14905" y="35612"/>
                </a:lnTo>
                <a:lnTo>
                  <a:pt x="14993" y="35843"/>
                </a:lnTo>
                <a:lnTo>
                  <a:pt x="15081" y="36075"/>
                </a:lnTo>
                <a:lnTo>
                  <a:pt x="15181" y="36307"/>
                </a:lnTo>
                <a:lnTo>
                  <a:pt x="15320" y="36590"/>
                </a:lnTo>
                <a:lnTo>
                  <a:pt x="15407" y="36822"/>
                </a:lnTo>
                <a:lnTo>
                  <a:pt x="15495" y="37067"/>
                </a:lnTo>
                <a:lnTo>
                  <a:pt x="15583" y="37298"/>
                </a:lnTo>
                <a:lnTo>
                  <a:pt x="15684" y="37530"/>
                </a:lnTo>
                <a:lnTo>
                  <a:pt x="15822" y="37813"/>
                </a:lnTo>
                <a:lnTo>
                  <a:pt x="15910" y="38045"/>
                </a:lnTo>
                <a:lnTo>
                  <a:pt x="15998" y="38277"/>
                </a:lnTo>
                <a:lnTo>
                  <a:pt x="16086" y="38521"/>
                </a:lnTo>
                <a:lnTo>
                  <a:pt x="16186" y="38753"/>
                </a:lnTo>
                <a:lnTo>
                  <a:pt x="16324" y="38985"/>
                </a:lnTo>
                <a:lnTo>
                  <a:pt x="16412" y="39268"/>
                </a:lnTo>
                <a:lnTo>
                  <a:pt x="16500" y="39500"/>
                </a:lnTo>
                <a:lnTo>
                  <a:pt x="16588" y="39732"/>
                </a:lnTo>
                <a:lnTo>
                  <a:pt x="16688" y="39976"/>
                </a:lnTo>
                <a:lnTo>
                  <a:pt x="16826" y="40208"/>
                </a:lnTo>
                <a:lnTo>
                  <a:pt x="16914" y="40491"/>
                </a:lnTo>
                <a:lnTo>
                  <a:pt x="17002" y="40723"/>
                </a:lnTo>
                <a:lnTo>
                  <a:pt x="17103" y="40955"/>
                </a:lnTo>
                <a:lnTo>
                  <a:pt x="17191" y="41187"/>
                </a:lnTo>
                <a:lnTo>
                  <a:pt x="17329" y="41431"/>
                </a:lnTo>
                <a:lnTo>
                  <a:pt x="17417" y="41663"/>
                </a:lnTo>
                <a:lnTo>
                  <a:pt x="17505" y="41946"/>
                </a:lnTo>
                <a:lnTo>
                  <a:pt x="17605" y="42178"/>
                </a:lnTo>
                <a:lnTo>
                  <a:pt x="17693" y="42410"/>
                </a:lnTo>
                <a:lnTo>
                  <a:pt x="17831" y="42641"/>
                </a:lnTo>
                <a:lnTo>
                  <a:pt x="17919" y="42886"/>
                </a:lnTo>
                <a:lnTo>
                  <a:pt x="18007" y="43156"/>
                </a:lnTo>
                <a:lnTo>
                  <a:pt x="18107" y="43401"/>
                </a:lnTo>
                <a:lnTo>
                  <a:pt x="18195" y="43633"/>
                </a:lnTo>
                <a:lnTo>
                  <a:pt x="18333" y="43865"/>
                </a:lnTo>
                <a:lnTo>
                  <a:pt x="18421" y="44096"/>
                </a:lnTo>
                <a:lnTo>
                  <a:pt x="18509" y="44380"/>
                </a:lnTo>
                <a:lnTo>
                  <a:pt x="18610" y="44611"/>
                </a:lnTo>
                <a:lnTo>
                  <a:pt x="18698" y="44856"/>
                </a:lnTo>
                <a:lnTo>
                  <a:pt x="18836" y="45088"/>
                </a:lnTo>
                <a:lnTo>
                  <a:pt x="18924" y="45319"/>
                </a:lnTo>
                <a:lnTo>
                  <a:pt x="19011" y="45603"/>
                </a:lnTo>
                <a:lnTo>
                  <a:pt x="19112" y="45834"/>
                </a:lnTo>
                <a:lnTo>
                  <a:pt x="19200" y="46066"/>
                </a:lnTo>
                <a:lnTo>
                  <a:pt x="19338" y="46311"/>
                </a:lnTo>
                <a:lnTo>
                  <a:pt x="19426" y="46543"/>
                </a:lnTo>
                <a:lnTo>
                  <a:pt x="19514" y="46826"/>
                </a:lnTo>
                <a:lnTo>
                  <a:pt x="19614" y="47058"/>
                </a:lnTo>
                <a:lnTo>
                  <a:pt x="19702" y="47289"/>
                </a:lnTo>
                <a:lnTo>
                  <a:pt x="19840" y="47521"/>
                </a:lnTo>
                <a:lnTo>
                  <a:pt x="19928" y="47766"/>
                </a:lnTo>
                <a:lnTo>
                  <a:pt x="20016" y="48036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844639" y="5320159"/>
            <a:ext cx="20029" cy="48847"/>
          </a:xfrm>
          <a:custGeom>
            <a:avLst/>
            <a:gdLst/>
            <a:ahLst/>
            <a:cxnLst/>
            <a:rect l="l" t="t" r="r" b="b"/>
            <a:pathLst>
              <a:path w="20029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2" y="1454"/>
                </a:lnTo>
                <a:lnTo>
                  <a:pt x="690" y="1699"/>
                </a:lnTo>
                <a:lnTo>
                  <a:pt x="828" y="1931"/>
                </a:lnTo>
                <a:lnTo>
                  <a:pt x="916" y="2162"/>
                </a:lnTo>
                <a:lnTo>
                  <a:pt x="1017" y="2446"/>
                </a:lnTo>
                <a:lnTo>
                  <a:pt x="1105" y="2677"/>
                </a:lnTo>
                <a:lnTo>
                  <a:pt x="1192" y="2909"/>
                </a:lnTo>
                <a:lnTo>
                  <a:pt x="1331" y="3154"/>
                </a:lnTo>
                <a:lnTo>
                  <a:pt x="1418" y="3386"/>
                </a:lnTo>
                <a:lnTo>
                  <a:pt x="1519" y="3669"/>
                </a:lnTo>
                <a:lnTo>
                  <a:pt x="1607" y="3901"/>
                </a:lnTo>
                <a:lnTo>
                  <a:pt x="1695" y="4132"/>
                </a:lnTo>
                <a:lnTo>
                  <a:pt x="1833" y="4364"/>
                </a:lnTo>
                <a:lnTo>
                  <a:pt x="1921" y="4609"/>
                </a:lnTo>
                <a:lnTo>
                  <a:pt x="2021" y="4879"/>
                </a:lnTo>
                <a:lnTo>
                  <a:pt x="2109" y="5124"/>
                </a:lnTo>
                <a:lnTo>
                  <a:pt x="2197" y="5355"/>
                </a:lnTo>
                <a:lnTo>
                  <a:pt x="2335" y="5587"/>
                </a:lnTo>
                <a:lnTo>
                  <a:pt x="2423" y="5870"/>
                </a:lnTo>
                <a:lnTo>
                  <a:pt x="2524" y="6102"/>
                </a:lnTo>
                <a:lnTo>
                  <a:pt x="2611" y="6334"/>
                </a:lnTo>
                <a:lnTo>
                  <a:pt x="2699" y="6579"/>
                </a:lnTo>
                <a:lnTo>
                  <a:pt x="2837" y="6810"/>
                </a:lnTo>
                <a:lnTo>
                  <a:pt x="2925" y="7094"/>
                </a:lnTo>
                <a:lnTo>
                  <a:pt x="3026" y="7325"/>
                </a:lnTo>
                <a:lnTo>
                  <a:pt x="3114" y="7557"/>
                </a:lnTo>
                <a:lnTo>
                  <a:pt x="3202" y="7789"/>
                </a:lnTo>
                <a:lnTo>
                  <a:pt x="3340" y="8033"/>
                </a:lnTo>
                <a:lnTo>
                  <a:pt x="3428" y="8317"/>
                </a:lnTo>
                <a:lnTo>
                  <a:pt x="3528" y="8548"/>
                </a:lnTo>
                <a:lnTo>
                  <a:pt x="3616" y="8780"/>
                </a:lnTo>
                <a:lnTo>
                  <a:pt x="3704" y="9012"/>
                </a:lnTo>
                <a:lnTo>
                  <a:pt x="3842" y="9295"/>
                </a:lnTo>
                <a:lnTo>
                  <a:pt x="3930" y="9527"/>
                </a:lnTo>
                <a:lnTo>
                  <a:pt x="4030" y="9772"/>
                </a:lnTo>
                <a:lnTo>
                  <a:pt x="4118" y="10003"/>
                </a:lnTo>
                <a:lnTo>
                  <a:pt x="4206" y="10235"/>
                </a:lnTo>
                <a:lnTo>
                  <a:pt x="4344" y="10518"/>
                </a:lnTo>
                <a:lnTo>
                  <a:pt x="4445" y="10750"/>
                </a:lnTo>
                <a:lnTo>
                  <a:pt x="4533" y="10982"/>
                </a:lnTo>
                <a:lnTo>
                  <a:pt x="4621" y="11214"/>
                </a:lnTo>
                <a:lnTo>
                  <a:pt x="4709" y="11458"/>
                </a:lnTo>
                <a:lnTo>
                  <a:pt x="4847" y="11741"/>
                </a:lnTo>
                <a:lnTo>
                  <a:pt x="4947" y="11973"/>
                </a:lnTo>
                <a:lnTo>
                  <a:pt x="5035" y="12205"/>
                </a:lnTo>
                <a:lnTo>
                  <a:pt x="5123" y="12437"/>
                </a:lnTo>
                <a:lnTo>
                  <a:pt x="5211" y="12720"/>
                </a:lnTo>
                <a:lnTo>
                  <a:pt x="5349" y="12952"/>
                </a:lnTo>
                <a:lnTo>
                  <a:pt x="5449" y="13196"/>
                </a:lnTo>
                <a:lnTo>
                  <a:pt x="5537" y="13428"/>
                </a:lnTo>
                <a:lnTo>
                  <a:pt x="5625" y="13660"/>
                </a:lnTo>
                <a:lnTo>
                  <a:pt x="5713" y="13943"/>
                </a:lnTo>
                <a:lnTo>
                  <a:pt x="5851" y="14175"/>
                </a:lnTo>
                <a:lnTo>
                  <a:pt x="5952" y="14407"/>
                </a:lnTo>
                <a:lnTo>
                  <a:pt x="6040" y="14651"/>
                </a:lnTo>
                <a:lnTo>
                  <a:pt x="6128" y="14922"/>
                </a:lnTo>
                <a:lnTo>
                  <a:pt x="6215" y="15166"/>
                </a:lnTo>
                <a:lnTo>
                  <a:pt x="6354" y="15398"/>
                </a:lnTo>
                <a:lnTo>
                  <a:pt x="6454" y="15630"/>
                </a:lnTo>
                <a:lnTo>
                  <a:pt x="6542" y="15913"/>
                </a:lnTo>
                <a:lnTo>
                  <a:pt x="6630" y="16145"/>
                </a:lnTo>
                <a:lnTo>
                  <a:pt x="6718" y="16376"/>
                </a:lnTo>
                <a:lnTo>
                  <a:pt x="6856" y="16621"/>
                </a:lnTo>
                <a:lnTo>
                  <a:pt x="6956" y="16853"/>
                </a:lnTo>
                <a:lnTo>
                  <a:pt x="7044" y="17136"/>
                </a:lnTo>
                <a:lnTo>
                  <a:pt x="7132" y="17368"/>
                </a:lnTo>
                <a:lnTo>
                  <a:pt x="7233" y="17600"/>
                </a:lnTo>
                <a:lnTo>
                  <a:pt x="7358" y="17831"/>
                </a:lnTo>
                <a:lnTo>
                  <a:pt x="7459" y="18115"/>
                </a:lnTo>
                <a:lnTo>
                  <a:pt x="7547" y="18346"/>
                </a:lnTo>
                <a:lnTo>
                  <a:pt x="7634" y="18591"/>
                </a:lnTo>
                <a:lnTo>
                  <a:pt x="7735" y="18823"/>
                </a:lnTo>
                <a:lnTo>
                  <a:pt x="7860" y="19054"/>
                </a:lnTo>
                <a:lnTo>
                  <a:pt x="7961" y="19338"/>
                </a:lnTo>
                <a:lnTo>
                  <a:pt x="8049" y="19569"/>
                </a:lnTo>
                <a:lnTo>
                  <a:pt x="8137" y="19801"/>
                </a:lnTo>
                <a:lnTo>
                  <a:pt x="8237" y="20046"/>
                </a:lnTo>
                <a:lnTo>
                  <a:pt x="8375" y="20329"/>
                </a:lnTo>
                <a:lnTo>
                  <a:pt x="8463" y="20561"/>
                </a:lnTo>
                <a:lnTo>
                  <a:pt x="8551" y="20793"/>
                </a:lnTo>
                <a:lnTo>
                  <a:pt x="8639" y="21024"/>
                </a:lnTo>
                <a:lnTo>
                  <a:pt x="8739" y="21308"/>
                </a:lnTo>
                <a:lnTo>
                  <a:pt x="8878" y="21539"/>
                </a:lnTo>
                <a:lnTo>
                  <a:pt x="8966" y="21771"/>
                </a:lnTo>
                <a:lnTo>
                  <a:pt x="9053" y="22016"/>
                </a:lnTo>
                <a:lnTo>
                  <a:pt x="9141" y="22299"/>
                </a:lnTo>
                <a:lnTo>
                  <a:pt x="9242" y="22531"/>
                </a:lnTo>
                <a:lnTo>
                  <a:pt x="9380" y="22762"/>
                </a:lnTo>
                <a:lnTo>
                  <a:pt x="9468" y="22994"/>
                </a:lnTo>
                <a:lnTo>
                  <a:pt x="9556" y="23226"/>
                </a:lnTo>
                <a:lnTo>
                  <a:pt x="9644" y="23509"/>
                </a:lnTo>
                <a:lnTo>
                  <a:pt x="9744" y="23754"/>
                </a:lnTo>
                <a:lnTo>
                  <a:pt x="9882" y="23986"/>
                </a:lnTo>
                <a:lnTo>
                  <a:pt x="9970" y="24217"/>
                </a:lnTo>
                <a:lnTo>
                  <a:pt x="10058" y="24501"/>
                </a:lnTo>
                <a:lnTo>
                  <a:pt x="10146" y="24732"/>
                </a:lnTo>
                <a:lnTo>
                  <a:pt x="10246" y="24964"/>
                </a:lnTo>
                <a:lnTo>
                  <a:pt x="10384" y="25209"/>
                </a:lnTo>
                <a:lnTo>
                  <a:pt x="10472" y="25479"/>
                </a:lnTo>
                <a:lnTo>
                  <a:pt x="10560" y="25724"/>
                </a:lnTo>
                <a:lnTo>
                  <a:pt x="10661" y="25955"/>
                </a:lnTo>
                <a:lnTo>
                  <a:pt x="10749" y="26187"/>
                </a:lnTo>
                <a:lnTo>
                  <a:pt x="10887" y="26470"/>
                </a:lnTo>
                <a:lnTo>
                  <a:pt x="10975" y="26702"/>
                </a:lnTo>
                <a:lnTo>
                  <a:pt x="11063" y="26934"/>
                </a:lnTo>
                <a:lnTo>
                  <a:pt x="11163" y="27179"/>
                </a:lnTo>
                <a:lnTo>
                  <a:pt x="11251" y="27410"/>
                </a:lnTo>
                <a:lnTo>
                  <a:pt x="11389" y="27694"/>
                </a:lnTo>
                <a:lnTo>
                  <a:pt x="11477" y="27925"/>
                </a:lnTo>
                <a:lnTo>
                  <a:pt x="11565" y="28157"/>
                </a:lnTo>
                <a:lnTo>
                  <a:pt x="11665" y="28389"/>
                </a:lnTo>
                <a:lnTo>
                  <a:pt x="11753" y="28672"/>
                </a:lnTo>
                <a:lnTo>
                  <a:pt x="11891" y="28904"/>
                </a:lnTo>
                <a:lnTo>
                  <a:pt x="11979" y="29148"/>
                </a:lnTo>
                <a:lnTo>
                  <a:pt x="12067" y="29380"/>
                </a:lnTo>
                <a:lnTo>
                  <a:pt x="12168" y="29663"/>
                </a:lnTo>
                <a:lnTo>
                  <a:pt x="12256" y="29895"/>
                </a:lnTo>
                <a:lnTo>
                  <a:pt x="12394" y="30127"/>
                </a:lnTo>
                <a:lnTo>
                  <a:pt x="12482" y="30359"/>
                </a:lnTo>
                <a:lnTo>
                  <a:pt x="12569" y="30642"/>
                </a:lnTo>
                <a:lnTo>
                  <a:pt x="12670" y="30887"/>
                </a:lnTo>
                <a:lnTo>
                  <a:pt x="12758" y="31118"/>
                </a:lnTo>
                <a:lnTo>
                  <a:pt x="12896" y="31350"/>
                </a:lnTo>
                <a:lnTo>
                  <a:pt x="12984" y="31633"/>
                </a:lnTo>
                <a:lnTo>
                  <a:pt x="13072" y="31865"/>
                </a:lnTo>
                <a:lnTo>
                  <a:pt x="13172" y="32097"/>
                </a:lnTo>
                <a:lnTo>
                  <a:pt x="13260" y="32329"/>
                </a:lnTo>
                <a:lnTo>
                  <a:pt x="13398" y="32612"/>
                </a:lnTo>
                <a:lnTo>
                  <a:pt x="13486" y="32856"/>
                </a:lnTo>
                <a:lnTo>
                  <a:pt x="13574" y="33088"/>
                </a:lnTo>
                <a:lnTo>
                  <a:pt x="13675" y="33320"/>
                </a:lnTo>
                <a:lnTo>
                  <a:pt x="13762" y="33603"/>
                </a:lnTo>
                <a:lnTo>
                  <a:pt x="13901" y="33835"/>
                </a:lnTo>
                <a:lnTo>
                  <a:pt x="13988" y="34067"/>
                </a:lnTo>
                <a:lnTo>
                  <a:pt x="14076" y="34311"/>
                </a:lnTo>
                <a:lnTo>
                  <a:pt x="14177" y="34582"/>
                </a:lnTo>
                <a:lnTo>
                  <a:pt x="14265" y="34826"/>
                </a:lnTo>
                <a:lnTo>
                  <a:pt x="14403" y="35058"/>
                </a:lnTo>
                <a:lnTo>
                  <a:pt x="14491" y="35290"/>
                </a:lnTo>
                <a:lnTo>
                  <a:pt x="14591" y="35573"/>
                </a:lnTo>
                <a:lnTo>
                  <a:pt x="14679" y="35805"/>
                </a:lnTo>
                <a:lnTo>
                  <a:pt x="14767" y="36037"/>
                </a:lnTo>
                <a:lnTo>
                  <a:pt x="14905" y="36281"/>
                </a:lnTo>
                <a:lnTo>
                  <a:pt x="14993" y="36552"/>
                </a:lnTo>
                <a:lnTo>
                  <a:pt x="15094" y="36796"/>
                </a:lnTo>
                <a:lnTo>
                  <a:pt x="15181" y="37028"/>
                </a:lnTo>
                <a:lnTo>
                  <a:pt x="15269" y="37260"/>
                </a:lnTo>
                <a:lnTo>
                  <a:pt x="15407" y="37543"/>
                </a:lnTo>
                <a:lnTo>
                  <a:pt x="15495" y="37775"/>
                </a:lnTo>
                <a:lnTo>
                  <a:pt x="15596" y="38006"/>
                </a:lnTo>
                <a:lnTo>
                  <a:pt x="15684" y="38251"/>
                </a:lnTo>
                <a:lnTo>
                  <a:pt x="15772" y="38534"/>
                </a:lnTo>
                <a:lnTo>
                  <a:pt x="15910" y="38766"/>
                </a:lnTo>
                <a:lnTo>
                  <a:pt x="15998" y="38998"/>
                </a:lnTo>
                <a:lnTo>
                  <a:pt x="16098" y="39230"/>
                </a:lnTo>
                <a:lnTo>
                  <a:pt x="16186" y="39513"/>
                </a:lnTo>
                <a:lnTo>
                  <a:pt x="16274" y="39745"/>
                </a:lnTo>
                <a:lnTo>
                  <a:pt x="16412" y="39989"/>
                </a:lnTo>
                <a:lnTo>
                  <a:pt x="16500" y="40221"/>
                </a:lnTo>
                <a:lnTo>
                  <a:pt x="16600" y="40504"/>
                </a:lnTo>
                <a:lnTo>
                  <a:pt x="16688" y="40736"/>
                </a:lnTo>
                <a:lnTo>
                  <a:pt x="16776" y="40968"/>
                </a:lnTo>
                <a:lnTo>
                  <a:pt x="16914" y="41199"/>
                </a:lnTo>
                <a:lnTo>
                  <a:pt x="17002" y="41483"/>
                </a:lnTo>
                <a:lnTo>
                  <a:pt x="17103" y="41714"/>
                </a:lnTo>
                <a:lnTo>
                  <a:pt x="17191" y="41959"/>
                </a:lnTo>
                <a:lnTo>
                  <a:pt x="17279" y="42191"/>
                </a:lnTo>
                <a:lnTo>
                  <a:pt x="17417" y="42474"/>
                </a:lnTo>
                <a:lnTo>
                  <a:pt x="17505" y="42706"/>
                </a:lnTo>
                <a:lnTo>
                  <a:pt x="17605" y="42938"/>
                </a:lnTo>
                <a:lnTo>
                  <a:pt x="17693" y="43169"/>
                </a:lnTo>
                <a:lnTo>
                  <a:pt x="17781" y="43453"/>
                </a:lnTo>
                <a:lnTo>
                  <a:pt x="17919" y="43684"/>
                </a:lnTo>
                <a:lnTo>
                  <a:pt x="18007" y="43929"/>
                </a:lnTo>
                <a:lnTo>
                  <a:pt x="18107" y="44161"/>
                </a:lnTo>
                <a:lnTo>
                  <a:pt x="18195" y="44444"/>
                </a:lnTo>
                <a:lnTo>
                  <a:pt x="18283" y="44676"/>
                </a:lnTo>
                <a:lnTo>
                  <a:pt x="18421" y="44907"/>
                </a:lnTo>
                <a:lnTo>
                  <a:pt x="18522" y="45139"/>
                </a:lnTo>
                <a:lnTo>
                  <a:pt x="18610" y="45422"/>
                </a:lnTo>
                <a:lnTo>
                  <a:pt x="18698" y="45667"/>
                </a:lnTo>
                <a:lnTo>
                  <a:pt x="18785" y="45899"/>
                </a:lnTo>
                <a:lnTo>
                  <a:pt x="18924" y="46131"/>
                </a:lnTo>
                <a:lnTo>
                  <a:pt x="19024" y="46414"/>
                </a:lnTo>
                <a:lnTo>
                  <a:pt x="19112" y="46646"/>
                </a:lnTo>
                <a:lnTo>
                  <a:pt x="19200" y="46877"/>
                </a:lnTo>
                <a:lnTo>
                  <a:pt x="19288" y="47109"/>
                </a:lnTo>
                <a:lnTo>
                  <a:pt x="19426" y="47392"/>
                </a:lnTo>
                <a:lnTo>
                  <a:pt x="19526" y="47637"/>
                </a:lnTo>
                <a:lnTo>
                  <a:pt x="19614" y="47869"/>
                </a:lnTo>
                <a:lnTo>
                  <a:pt x="19702" y="48100"/>
                </a:lnTo>
                <a:lnTo>
                  <a:pt x="19790" y="48384"/>
                </a:lnTo>
                <a:lnTo>
                  <a:pt x="19928" y="48615"/>
                </a:lnTo>
                <a:lnTo>
                  <a:pt x="20029" y="4884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864668" y="5369006"/>
            <a:ext cx="19966" cy="48937"/>
          </a:xfrm>
          <a:custGeom>
            <a:avLst/>
            <a:gdLst/>
            <a:ahLst/>
            <a:cxnLst/>
            <a:rect l="l" t="t" r="r" b="b"/>
            <a:pathLst>
              <a:path w="19966" h="48937">
                <a:moveTo>
                  <a:pt x="0" y="0"/>
                </a:moveTo>
                <a:lnTo>
                  <a:pt x="87" y="244"/>
                </a:lnTo>
                <a:lnTo>
                  <a:pt x="175" y="514"/>
                </a:lnTo>
                <a:lnTo>
                  <a:pt x="263" y="759"/>
                </a:lnTo>
                <a:lnTo>
                  <a:pt x="401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8" y="1738"/>
                </a:lnTo>
                <a:lnTo>
                  <a:pt x="778" y="1969"/>
                </a:lnTo>
                <a:lnTo>
                  <a:pt x="904" y="2214"/>
                </a:lnTo>
                <a:lnTo>
                  <a:pt x="1004" y="2484"/>
                </a:lnTo>
                <a:lnTo>
                  <a:pt x="1092" y="2729"/>
                </a:lnTo>
                <a:lnTo>
                  <a:pt x="1180" y="2961"/>
                </a:lnTo>
                <a:lnTo>
                  <a:pt x="1280" y="3192"/>
                </a:lnTo>
                <a:lnTo>
                  <a:pt x="1406" y="3476"/>
                </a:lnTo>
                <a:lnTo>
                  <a:pt x="1506" y="3707"/>
                </a:lnTo>
                <a:lnTo>
                  <a:pt x="1594" y="3939"/>
                </a:lnTo>
                <a:lnTo>
                  <a:pt x="1682" y="4184"/>
                </a:lnTo>
                <a:lnTo>
                  <a:pt x="1783" y="4467"/>
                </a:lnTo>
                <a:lnTo>
                  <a:pt x="1921" y="4699"/>
                </a:lnTo>
                <a:lnTo>
                  <a:pt x="2009" y="4931"/>
                </a:lnTo>
                <a:lnTo>
                  <a:pt x="2097" y="5162"/>
                </a:lnTo>
                <a:lnTo>
                  <a:pt x="2184" y="5446"/>
                </a:lnTo>
                <a:lnTo>
                  <a:pt x="2285" y="5677"/>
                </a:lnTo>
                <a:lnTo>
                  <a:pt x="2423" y="5922"/>
                </a:lnTo>
                <a:lnTo>
                  <a:pt x="2511" y="6154"/>
                </a:lnTo>
                <a:lnTo>
                  <a:pt x="2549" y="6385"/>
                </a:lnTo>
                <a:lnTo>
                  <a:pt x="2649" y="6617"/>
                </a:lnTo>
                <a:lnTo>
                  <a:pt x="2787" y="6849"/>
                </a:lnTo>
                <a:lnTo>
                  <a:pt x="2875" y="7094"/>
                </a:lnTo>
                <a:lnTo>
                  <a:pt x="2963" y="7377"/>
                </a:lnTo>
                <a:lnTo>
                  <a:pt x="3064" y="7609"/>
                </a:lnTo>
                <a:lnTo>
                  <a:pt x="3151" y="7840"/>
                </a:lnTo>
                <a:lnTo>
                  <a:pt x="3290" y="8072"/>
                </a:lnTo>
                <a:lnTo>
                  <a:pt x="3377" y="8355"/>
                </a:lnTo>
                <a:lnTo>
                  <a:pt x="3465" y="8587"/>
                </a:lnTo>
                <a:lnTo>
                  <a:pt x="3566" y="8819"/>
                </a:lnTo>
                <a:lnTo>
                  <a:pt x="3654" y="9063"/>
                </a:lnTo>
                <a:lnTo>
                  <a:pt x="3792" y="9347"/>
                </a:lnTo>
                <a:lnTo>
                  <a:pt x="3880" y="9578"/>
                </a:lnTo>
                <a:lnTo>
                  <a:pt x="3968" y="9810"/>
                </a:lnTo>
                <a:lnTo>
                  <a:pt x="4068" y="10042"/>
                </a:lnTo>
                <a:lnTo>
                  <a:pt x="4156" y="10325"/>
                </a:lnTo>
                <a:lnTo>
                  <a:pt x="4294" y="10557"/>
                </a:lnTo>
                <a:lnTo>
                  <a:pt x="4382" y="10802"/>
                </a:lnTo>
                <a:lnTo>
                  <a:pt x="4470" y="11033"/>
                </a:lnTo>
                <a:lnTo>
                  <a:pt x="4570" y="11317"/>
                </a:lnTo>
                <a:lnTo>
                  <a:pt x="4658" y="11548"/>
                </a:lnTo>
                <a:lnTo>
                  <a:pt x="4796" y="11780"/>
                </a:lnTo>
                <a:lnTo>
                  <a:pt x="4884" y="12012"/>
                </a:lnTo>
                <a:lnTo>
                  <a:pt x="4972" y="12295"/>
                </a:lnTo>
                <a:lnTo>
                  <a:pt x="5073" y="12527"/>
                </a:lnTo>
                <a:lnTo>
                  <a:pt x="5161" y="12771"/>
                </a:lnTo>
                <a:lnTo>
                  <a:pt x="5299" y="13003"/>
                </a:lnTo>
                <a:lnTo>
                  <a:pt x="5387" y="13286"/>
                </a:lnTo>
                <a:lnTo>
                  <a:pt x="5475" y="13518"/>
                </a:lnTo>
                <a:lnTo>
                  <a:pt x="5575" y="13750"/>
                </a:lnTo>
                <a:lnTo>
                  <a:pt x="5663" y="13982"/>
                </a:lnTo>
                <a:lnTo>
                  <a:pt x="5801" y="14265"/>
                </a:lnTo>
                <a:lnTo>
                  <a:pt x="5889" y="14497"/>
                </a:lnTo>
                <a:lnTo>
                  <a:pt x="5977" y="14741"/>
                </a:lnTo>
                <a:lnTo>
                  <a:pt x="6077" y="14973"/>
                </a:lnTo>
                <a:lnTo>
                  <a:pt x="6165" y="15256"/>
                </a:lnTo>
                <a:lnTo>
                  <a:pt x="6303" y="15488"/>
                </a:lnTo>
                <a:lnTo>
                  <a:pt x="6391" y="15720"/>
                </a:lnTo>
                <a:lnTo>
                  <a:pt x="6479" y="15952"/>
                </a:lnTo>
                <a:lnTo>
                  <a:pt x="6580" y="16235"/>
                </a:lnTo>
                <a:lnTo>
                  <a:pt x="6667" y="16479"/>
                </a:lnTo>
                <a:lnTo>
                  <a:pt x="6806" y="16711"/>
                </a:lnTo>
                <a:lnTo>
                  <a:pt x="6894" y="16943"/>
                </a:lnTo>
                <a:lnTo>
                  <a:pt x="6994" y="17226"/>
                </a:lnTo>
                <a:lnTo>
                  <a:pt x="7082" y="17458"/>
                </a:lnTo>
                <a:lnTo>
                  <a:pt x="7170" y="17690"/>
                </a:lnTo>
                <a:lnTo>
                  <a:pt x="7308" y="17934"/>
                </a:lnTo>
                <a:lnTo>
                  <a:pt x="7396" y="18205"/>
                </a:lnTo>
                <a:lnTo>
                  <a:pt x="7496" y="18449"/>
                </a:lnTo>
                <a:lnTo>
                  <a:pt x="7584" y="18681"/>
                </a:lnTo>
                <a:lnTo>
                  <a:pt x="7672" y="18913"/>
                </a:lnTo>
                <a:lnTo>
                  <a:pt x="7810" y="19196"/>
                </a:lnTo>
                <a:lnTo>
                  <a:pt x="7898" y="19428"/>
                </a:lnTo>
                <a:lnTo>
                  <a:pt x="7999" y="19660"/>
                </a:lnTo>
                <a:lnTo>
                  <a:pt x="8086" y="19904"/>
                </a:lnTo>
                <a:lnTo>
                  <a:pt x="8174" y="20175"/>
                </a:lnTo>
                <a:lnTo>
                  <a:pt x="8313" y="20419"/>
                </a:lnTo>
                <a:lnTo>
                  <a:pt x="8400" y="20651"/>
                </a:lnTo>
                <a:lnTo>
                  <a:pt x="8501" y="20883"/>
                </a:lnTo>
                <a:lnTo>
                  <a:pt x="8589" y="21166"/>
                </a:lnTo>
                <a:lnTo>
                  <a:pt x="8677" y="21398"/>
                </a:lnTo>
                <a:lnTo>
                  <a:pt x="8815" y="21629"/>
                </a:lnTo>
                <a:lnTo>
                  <a:pt x="8903" y="21874"/>
                </a:lnTo>
                <a:lnTo>
                  <a:pt x="9003" y="22157"/>
                </a:lnTo>
                <a:lnTo>
                  <a:pt x="9091" y="22389"/>
                </a:lnTo>
                <a:lnTo>
                  <a:pt x="9179" y="22621"/>
                </a:lnTo>
                <a:lnTo>
                  <a:pt x="9317" y="22853"/>
                </a:lnTo>
                <a:lnTo>
                  <a:pt x="9405" y="23136"/>
                </a:lnTo>
                <a:lnTo>
                  <a:pt x="9505" y="23368"/>
                </a:lnTo>
                <a:lnTo>
                  <a:pt x="9593" y="23599"/>
                </a:lnTo>
                <a:lnTo>
                  <a:pt x="9681" y="23844"/>
                </a:lnTo>
                <a:lnTo>
                  <a:pt x="9819" y="24127"/>
                </a:lnTo>
                <a:lnTo>
                  <a:pt x="9907" y="24359"/>
                </a:lnTo>
                <a:lnTo>
                  <a:pt x="10008" y="24591"/>
                </a:lnTo>
                <a:lnTo>
                  <a:pt x="10096" y="24822"/>
                </a:lnTo>
                <a:lnTo>
                  <a:pt x="10184" y="25106"/>
                </a:lnTo>
                <a:lnTo>
                  <a:pt x="10322" y="25337"/>
                </a:lnTo>
                <a:lnTo>
                  <a:pt x="10422" y="25582"/>
                </a:lnTo>
                <a:lnTo>
                  <a:pt x="10510" y="25814"/>
                </a:lnTo>
                <a:lnTo>
                  <a:pt x="10598" y="26097"/>
                </a:lnTo>
                <a:lnTo>
                  <a:pt x="10686" y="26329"/>
                </a:lnTo>
                <a:lnTo>
                  <a:pt x="10824" y="26561"/>
                </a:lnTo>
                <a:lnTo>
                  <a:pt x="10924" y="26792"/>
                </a:lnTo>
                <a:lnTo>
                  <a:pt x="11012" y="27076"/>
                </a:lnTo>
                <a:lnTo>
                  <a:pt x="11100" y="27307"/>
                </a:lnTo>
                <a:lnTo>
                  <a:pt x="11188" y="27552"/>
                </a:lnTo>
                <a:lnTo>
                  <a:pt x="11326" y="27784"/>
                </a:lnTo>
                <a:lnTo>
                  <a:pt x="11427" y="28067"/>
                </a:lnTo>
                <a:lnTo>
                  <a:pt x="11515" y="28299"/>
                </a:lnTo>
                <a:lnTo>
                  <a:pt x="11603" y="28530"/>
                </a:lnTo>
                <a:lnTo>
                  <a:pt x="11690" y="28762"/>
                </a:lnTo>
                <a:lnTo>
                  <a:pt x="11829" y="29045"/>
                </a:lnTo>
                <a:lnTo>
                  <a:pt x="11929" y="29277"/>
                </a:lnTo>
                <a:lnTo>
                  <a:pt x="12017" y="29522"/>
                </a:lnTo>
                <a:lnTo>
                  <a:pt x="12105" y="29754"/>
                </a:lnTo>
                <a:lnTo>
                  <a:pt x="12193" y="30037"/>
                </a:lnTo>
                <a:lnTo>
                  <a:pt x="12331" y="30269"/>
                </a:lnTo>
                <a:lnTo>
                  <a:pt x="12431" y="30500"/>
                </a:lnTo>
                <a:lnTo>
                  <a:pt x="12519" y="30732"/>
                </a:lnTo>
                <a:lnTo>
                  <a:pt x="12607" y="31015"/>
                </a:lnTo>
                <a:lnTo>
                  <a:pt x="12695" y="31260"/>
                </a:lnTo>
                <a:lnTo>
                  <a:pt x="12833" y="31492"/>
                </a:lnTo>
                <a:lnTo>
                  <a:pt x="12934" y="31723"/>
                </a:lnTo>
                <a:lnTo>
                  <a:pt x="13022" y="32007"/>
                </a:lnTo>
                <a:lnTo>
                  <a:pt x="13109" y="32238"/>
                </a:lnTo>
                <a:lnTo>
                  <a:pt x="13210" y="32470"/>
                </a:lnTo>
                <a:lnTo>
                  <a:pt x="13335" y="32715"/>
                </a:lnTo>
                <a:lnTo>
                  <a:pt x="13436" y="32985"/>
                </a:lnTo>
                <a:lnTo>
                  <a:pt x="13524" y="33230"/>
                </a:lnTo>
                <a:lnTo>
                  <a:pt x="13612" y="33462"/>
                </a:lnTo>
                <a:lnTo>
                  <a:pt x="13712" y="33693"/>
                </a:lnTo>
                <a:lnTo>
                  <a:pt x="13838" y="33977"/>
                </a:lnTo>
                <a:lnTo>
                  <a:pt x="13938" y="34208"/>
                </a:lnTo>
                <a:lnTo>
                  <a:pt x="14026" y="34440"/>
                </a:lnTo>
                <a:lnTo>
                  <a:pt x="14114" y="34685"/>
                </a:lnTo>
                <a:lnTo>
                  <a:pt x="14215" y="34916"/>
                </a:lnTo>
                <a:lnTo>
                  <a:pt x="14353" y="35200"/>
                </a:lnTo>
                <a:lnTo>
                  <a:pt x="14441" y="35431"/>
                </a:lnTo>
                <a:lnTo>
                  <a:pt x="14528" y="35663"/>
                </a:lnTo>
                <a:lnTo>
                  <a:pt x="14616" y="35895"/>
                </a:lnTo>
                <a:lnTo>
                  <a:pt x="14717" y="36178"/>
                </a:lnTo>
                <a:lnTo>
                  <a:pt x="14855" y="36410"/>
                </a:lnTo>
                <a:lnTo>
                  <a:pt x="14943" y="36655"/>
                </a:lnTo>
                <a:lnTo>
                  <a:pt x="15031" y="36886"/>
                </a:lnTo>
                <a:lnTo>
                  <a:pt x="15119" y="37170"/>
                </a:lnTo>
                <a:lnTo>
                  <a:pt x="15219" y="37401"/>
                </a:lnTo>
                <a:lnTo>
                  <a:pt x="15357" y="37633"/>
                </a:lnTo>
                <a:lnTo>
                  <a:pt x="15445" y="37865"/>
                </a:lnTo>
                <a:lnTo>
                  <a:pt x="15533" y="38148"/>
                </a:lnTo>
                <a:lnTo>
                  <a:pt x="15621" y="38380"/>
                </a:lnTo>
                <a:lnTo>
                  <a:pt x="15721" y="38624"/>
                </a:lnTo>
                <a:lnTo>
                  <a:pt x="15860" y="38856"/>
                </a:lnTo>
                <a:lnTo>
                  <a:pt x="15947" y="39088"/>
                </a:lnTo>
                <a:lnTo>
                  <a:pt x="16035" y="39371"/>
                </a:lnTo>
                <a:lnTo>
                  <a:pt x="16123" y="39603"/>
                </a:lnTo>
                <a:lnTo>
                  <a:pt x="16224" y="39835"/>
                </a:lnTo>
                <a:lnTo>
                  <a:pt x="16362" y="40079"/>
                </a:lnTo>
                <a:lnTo>
                  <a:pt x="16450" y="40363"/>
                </a:lnTo>
                <a:lnTo>
                  <a:pt x="16538" y="40594"/>
                </a:lnTo>
                <a:lnTo>
                  <a:pt x="16638" y="40826"/>
                </a:lnTo>
                <a:lnTo>
                  <a:pt x="16726" y="41058"/>
                </a:lnTo>
                <a:lnTo>
                  <a:pt x="16864" y="41341"/>
                </a:lnTo>
                <a:lnTo>
                  <a:pt x="16952" y="41573"/>
                </a:lnTo>
                <a:lnTo>
                  <a:pt x="17040" y="41817"/>
                </a:lnTo>
                <a:lnTo>
                  <a:pt x="17140" y="42049"/>
                </a:lnTo>
                <a:lnTo>
                  <a:pt x="17228" y="42332"/>
                </a:lnTo>
                <a:lnTo>
                  <a:pt x="17366" y="42564"/>
                </a:lnTo>
                <a:lnTo>
                  <a:pt x="17454" y="42796"/>
                </a:lnTo>
                <a:lnTo>
                  <a:pt x="17542" y="43028"/>
                </a:lnTo>
                <a:lnTo>
                  <a:pt x="17643" y="43272"/>
                </a:lnTo>
                <a:lnTo>
                  <a:pt x="17731" y="43543"/>
                </a:lnTo>
                <a:lnTo>
                  <a:pt x="17869" y="43787"/>
                </a:lnTo>
                <a:lnTo>
                  <a:pt x="17957" y="44019"/>
                </a:lnTo>
                <a:lnTo>
                  <a:pt x="18045" y="44251"/>
                </a:lnTo>
                <a:lnTo>
                  <a:pt x="18145" y="44534"/>
                </a:lnTo>
                <a:lnTo>
                  <a:pt x="18233" y="44766"/>
                </a:lnTo>
                <a:lnTo>
                  <a:pt x="18371" y="44998"/>
                </a:lnTo>
                <a:lnTo>
                  <a:pt x="18459" y="45242"/>
                </a:lnTo>
                <a:lnTo>
                  <a:pt x="18547" y="45474"/>
                </a:lnTo>
                <a:lnTo>
                  <a:pt x="18647" y="45757"/>
                </a:lnTo>
                <a:lnTo>
                  <a:pt x="18735" y="45989"/>
                </a:lnTo>
                <a:lnTo>
                  <a:pt x="18873" y="46221"/>
                </a:lnTo>
                <a:lnTo>
                  <a:pt x="18961" y="46452"/>
                </a:lnTo>
                <a:lnTo>
                  <a:pt x="19049" y="46736"/>
                </a:lnTo>
                <a:lnTo>
                  <a:pt x="19150" y="46967"/>
                </a:lnTo>
                <a:lnTo>
                  <a:pt x="19237" y="47212"/>
                </a:lnTo>
                <a:lnTo>
                  <a:pt x="19376" y="47444"/>
                </a:lnTo>
                <a:lnTo>
                  <a:pt x="19464" y="47727"/>
                </a:lnTo>
                <a:lnTo>
                  <a:pt x="19551" y="47959"/>
                </a:lnTo>
                <a:lnTo>
                  <a:pt x="19652" y="48191"/>
                </a:lnTo>
                <a:lnTo>
                  <a:pt x="19740" y="48422"/>
                </a:lnTo>
                <a:lnTo>
                  <a:pt x="19878" y="48667"/>
                </a:lnTo>
                <a:lnTo>
                  <a:pt x="19966" y="4893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884634" y="5417944"/>
            <a:ext cx="20016" cy="48294"/>
          </a:xfrm>
          <a:custGeom>
            <a:avLst/>
            <a:gdLst/>
            <a:ahLst/>
            <a:cxnLst/>
            <a:rect l="l" t="t" r="r" b="b"/>
            <a:pathLst>
              <a:path w="20016" h="48294">
                <a:moveTo>
                  <a:pt x="0" y="0"/>
                </a:moveTo>
                <a:lnTo>
                  <a:pt x="87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2" y="1454"/>
                </a:lnTo>
                <a:lnTo>
                  <a:pt x="690" y="1699"/>
                </a:lnTo>
                <a:lnTo>
                  <a:pt x="778" y="1931"/>
                </a:lnTo>
                <a:lnTo>
                  <a:pt x="916" y="2214"/>
                </a:lnTo>
                <a:lnTo>
                  <a:pt x="1004" y="2446"/>
                </a:lnTo>
                <a:lnTo>
                  <a:pt x="1105" y="2677"/>
                </a:lnTo>
                <a:lnTo>
                  <a:pt x="1192" y="2909"/>
                </a:lnTo>
                <a:lnTo>
                  <a:pt x="1280" y="3154"/>
                </a:lnTo>
                <a:lnTo>
                  <a:pt x="1418" y="3437"/>
                </a:lnTo>
                <a:lnTo>
                  <a:pt x="1506" y="3669"/>
                </a:lnTo>
                <a:lnTo>
                  <a:pt x="1607" y="3901"/>
                </a:lnTo>
                <a:lnTo>
                  <a:pt x="1695" y="4132"/>
                </a:lnTo>
                <a:lnTo>
                  <a:pt x="1783" y="4416"/>
                </a:lnTo>
                <a:lnTo>
                  <a:pt x="1921" y="4647"/>
                </a:lnTo>
                <a:lnTo>
                  <a:pt x="2009" y="4892"/>
                </a:lnTo>
                <a:lnTo>
                  <a:pt x="2109" y="5124"/>
                </a:lnTo>
                <a:lnTo>
                  <a:pt x="2197" y="5355"/>
                </a:lnTo>
                <a:lnTo>
                  <a:pt x="2285" y="5639"/>
                </a:lnTo>
                <a:lnTo>
                  <a:pt x="2423" y="5870"/>
                </a:lnTo>
                <a:lnTo>
                  <a:pt x="2511" y="6102"/>
                </a:lnTo>
                <a:lnTo>
                  <a:pt x="2611" y="6334"/>
                </a:lnTo>
                <a:lnTo>
                  <a:pt x="2699" y="6579"/>
                </a:lnTo>
                <a:lnTo>
                  <a:pt x="2787" y="6862"/>
                </a:lnTo>
                <a:lnTo>
                  <a:pt x="2925" y="7094"/>
                </a:lnTo>
                <a:lnTo>
                  <a:pt x="3013" y="7325"/>
                </a:lnTo>
                <a:lnTo>
                  <a:pt x="3114" y="7557"/>
                </a:lnTo>
                <a:lnTo>
                  <a:pt x="3202" y="7840"/>
                </a:lnTo>
                <a:lnTo>
                  <a:pt x="3290" y="8072"/>
                </a:lnTo>
                <a:lnTo>
                  <a:pt x="3428" y="8317"/>
                </a:lnTo>
                <a:lnTo>
                  <a:pt x="3516" y="8548"/>
                </a:lnTo>
                <a:lnTo>
                  <a:pt x="3616" y="8780"/>
                </a:lnTo>
                <a:lnTo>
                  <a:pt x="3704" y="9063"/>
                </a:lnTo>
                <a:lnTo>
                  <a:pt x="3792" y="9295"/>
                </a:lnTo>
                <a:lnTo>
                  <a:pt x="3930" y="9527"/>
                </a:lnTo>
                <a:lnTo>
                  <a:pt x="4018" y="9772"/>
                </a:lnTo>
                <a:lnTo>
                  <a:pt x="4118" y="10003"/>
                </a:lnTo>
                <a:lnTo>
                  <a:pt x="4206" y="10287"/>
                </a:lnTo>
                <a:lnTo>
                  <a:pt x="4294" y="10518"/>
                </a:lnTo>
                <a:lnTo>
                  <a:pt x="4432" y="10750"/>
                </a:lnTo>
                <a:lnTo>
                  <a:pt x="4533" y="10982"/>
                </a:lnTo>
                <a:lnTo>
                  <a:pt x="4621" y="11226"/>
                </a:lnTo>
                <a:lnTo>
                  <a:pt x="4709" y="11497"/>
                </a:lnTo>
                <a:lnTo>
                  <a:pt x="4796" y="11741"/>
                </a:lnTo>
                <a:lnTo>
                  <a:pt x="4935" y="11973"/>
                </a:lnTo>
                <a:lnTo>
                  <a:pt x="5035" y="12205"/>
                </a:lnTo>
                <a:lnTo>
                  <a:pt x="5123" y="12437"/>
                </a:lnTo>
                <a:lnTo>
                  <a:pt x="5211" y="12720"/>
                </a:lnTo>
                <a:lnTo>
                  <a:pt x="5299" y="12952"/>
                </a:lnTo>
                <a:lnTo>
                  <a:pt x="5437" y="13196"/>
                </a:lnTo>
                <a:lnTo>
                  <a:pt x="5537" y="13428"/>
                </a:lnTo>
                <a:lnTo>
                  <a:pt x="5625" y="13660"/>
                </a:lnTo>
                <a:lnTo>
                  <a:pt x="5713" y="13943"/>
                </a:lnTo>
                <a:lnTo>
                  <a:pt x="5801" y="14175"/>
                </a:lnTo>
                <a:lnTo>
                  <a:pt x="5939" y="14407"/>
                </a:lnTo>
                <a:lnTo>
                  <a:pt x="6040" y="14651"/>
                </a:lnTo>
                <a:lnTo>
                  <a:pt x="6128" y="14883"/>
                </a:lnTo>
                <a:lnTo>
                  <a:pt x="6215" y="15166"/>
                </a:lnTo>
                <a:lnTo>
                  <a:pt x="6303" y="15398"/>
                </a:lnTo>
                <a:lnTo>
                  <a:pt x="6441" y="15630"/>
                </a:lnTo>
                <a:lnTo>
                  <a:pt x="6542" y="15861"/>
                </a:lnTo>
                <a:lnTo>
                  <a:pt x="6630" y="16106"/>
                </a:lnTo>
                <a:lnTo>
                  <a:pt x="6718" y="16376"/>
                </a:lnTo>
                <a:lnTo>
                  <a:pt x="6818" y="16621"/>
                </a:lnTo>
                <a:lnTo>
                  <a:pt x="6944" y="16853"/>
                </a:lnTo>
                <a:lnTo>
                  <a:pt x="7044" y="17085"/>
                </a:lnTo>
                <a:lnTo>
                  <a:pt x="7132" y="17316"/>
                </a:lnTo>
                <a:lnTo>
                  <a:pt x="7220" y="17600"/>
                </a:lnTo>
                <a:lnTo>
                  <a:pt x="7320" y="17831"/>
                </a:lnTo>
                <a:lnTo>
                  <a:pt x="7446" y="18076"/>
                </a:lnTo>
                <a:lnTo>
                  <a:pt x="7547" y="18308"/>
                </a:lnTo>
                <a:lnTo>
                  <a:pt x="7634" y="18539"/>
                </a:lnTo>
                <a:lnTo>
                  <a:pt x="7722" y="18823"/>
                </a:lnTo>
                <a:lnTo>
                  <a:pt x="7823" y="19054"/>
                </a:lnTo>
                <a:lnTo>
                  <a:pt x="7961" y="19286"/>
                </a:lnTo>
                <a:lnTo>
                  <a:pt x="8049" y="19531"/>
                </a:lnTo>
                <a:lnTo>
                  <a:pt x="8137" y="19763"/>
                </a:lnTo>
                <a:lnTo>
                  <a:pt x="8225" y="19994"/>
                </a:lnTo>
                <a:lnTo>
                  <a:pt x="8325" y="20278"/>
                </a:lnTo>
                <a:lnTo>
                  <a:pt x="8463" y="20509"/>
                </a:lnTo>
                <a:lnTo>
                  <a:pt x="8551" y="20741"/>
                </a:lnTo>
                <a:lnTo>
                  <a:pt x="8639" y="20986"/>
                </a:lnTo>
                <a:lnTo>
                  <a:pt x="8727" y="21217"/>
                </a:lnTo>
                <a:lnTo>
                  <a:pt x="8827" y="21501"/>
                </a:lnTo>
                <a:lnTo>
                  <a:pt x="8966" y="21732"/>
                </a:lnTo>
                <a:lnTo>
                  <a:pt x="9053" y="21964"/>
                </a:lnTo>
                <a:lnTo>
                  <a:pt x="9141" y="22196"/>
                </a:lnTo>
                <a:lnTo>
                  <a:pt x="9229" y="22441"/>
                </a:lnTo>
                <a:lnTo>
                  <a:pt x="9330" y="22672"/>
                </a:lnTo>
                <a:lnTo>
                  <a:pt x="9468" y="22956"/>
                </a:lnTo>
                <a:lnTo>
                  <a:pt x="9556" y="23187"/>
                </a:lnTo>
                <a:lnTo>
                  <a:pt x="9644" y="23419"/>
                </a:lnTo>
                <a:lnTo>
                  <a:pt x="9732" y="23651"/>
                </a:lnTo>
                <a:lnTo>
                  <a:pt x="9832" y="23895"/>
                </a:lnTo>
                <a:lnTo>
                  <a:pt x="9970" y="24166"/>
                </a:lnTo>
                <a:lnTo>
                  <a:pt x="10058" y="24410"/>
                </a:lnTo>
                <a:lnTo>
                  <a:pt x="10146" y="24642"/>
                </a:lnTo>
                <a:lnTo>
                  <a:pt x="10234" y="24874"/>
                </a:lnTo>
                <a:lnTo>
                  <a:pt x="10334" y="25106"/>
                </a:lnTo>
                <a:lnTo>
                  <a:pt x="10472" y="25337"/>
                </a:lnTo>
                <a:lnTo>
                  <a:pt x="10560" y="25621"/>
                </a:lnTo>
                <a:lnTo>
                  <a:pt x="10648" y="25865"/>
                </a:lnTo>
                <a:lnTo>
                  <a:pt x="10749" y="26097"/>
                </a:lnTo>
                <a:lnTo>
                  <a:pt x="10837" y="26329"/>
                </a:lnTo>
                <a:lnTo>
                  <a:pt x="10975" y="26561"/>
                </a:lnTo>
                <a:lnTo>
                  <a:pt x="11063" y="26792"/>
                </a:lnTo>
                <a:lnTo>
                  <a:pt x="11151" y="27076"/>
                </a:lnTo>
                <a:lnTo>
                  <a:pt x="11251" y="27320"/>
                </a:lnTo>
                <a:lnTo>
                  <a:pt x="11339" y="27552"/>
                </a:lnTo>
                <a:lnTo>
                  <a:pt x="11477" y="27784"/>
                </a:lnTo>
                <a:lnTo>
                  <a:pt x="11565" y="28015"/>
                </a:lnTo>
                <a:lnTo>
                  <a:pt x="11653" y="28247"/>
                </a:lnTo>
                <a:lnTo>
                  <a:pt x="11753" y="28530"/>
                </a:lnTo>
                <a:lnTo>
                  <a:pt x="11841" y="28775"/>
                </a:lnTo>
                <a:lnTo>
                  <a:pt x="11979" y="29007"/>
                </a:lnTo>
                <a:lnTo>
                  <a:pt x="12067" y="29239"/>
                </a:lnTo>
                <a:lnTo>
                  <a:pt x="12155" y="29470"/>
                </a:lnTo>
                <a:lnTo>
                  <a:pt x="12256" y="29702"/>
                </a:lnTo>
                <a:lnTo>
                  <a:pt x="12343" y="29985"/>
                </a:lnTo>
                <a:lnTo>
                  <a:pt x="12482" y="30230"/>
                </a:lnTo>
                <a:lnTo>
                  <a:pt x="12569" y="30462"/>
                </a:lnTo>
                <a:lnTo>
                  <a:pt x="12657" y="30693"/>
                </a:lnTo>
                <a:lnTo>
                  <a:pt x="12758" y="30925"/>
                </a:lnTo>
                <a:lnTo>
                  <a:pt x="12846" y="31157"/>
                </a:lnTo>
                <a:lnTo>
                  <a:pt x="12984" y="31440"/>
                </a:lnTo>
                <a:lnTo>
                  <a:pt x="13072" y="31672"/>
                </a:lnTo>
                <a:lnTo>
                  <a:pt x="13160" y="31917"/>
                </a:lnTo>
                <a:lnTo>
                  <a:pt x="13260" y="32148"/>
                </a:lnTo>
                <a:lnTo>
                  <a:pt x="13348" y="32380"/>
                </a:lnTo>
                <a:lnTo>
                  <a:pt x="13486" y="32612"/>
                </a:lnTo>
                <a:lnTo>
                  <a:pt x="13574" y="32895"/>
                </a:lnTo>
                <a:lnTo>
                  <a:pt x="13662" y="33127"/>
                </a:lnTo>
                <a:lnTo>
                  <a:pt x="13762" y="33371"/>
                </a:lnTo>
                <a:lnTo>
                  <a:pt x="13850" y="33603"/>
                </a:lnTo>
                <a:lnTo>
                  <a:pt x="13988" y="33835"/>
                </a:lnTo>
                <a:lnTo>
                  <a:pt x="14076" y="34067"/>
                </a:lnTo>
                <a:lnTo>
                  <a:pt x="14177" y="34311"/>
                </a:lnTo>
                <a:lnTo>
                  <a:pt x="14265" y="34582"/>
                </a:lnTo>
                <a:lnTo>
                  <a:pt x="14353" y="34826"/>
                </a:lnTo>
                <a:lnTo>
                  <a:pt x="14491" y="35058"/>
                </a:lnTo>
                <a:lnTo>
                  <a:pt x="14579" y="35290"/>
                </a:lnTo>
                <a:lnTo>
                  <a:pt x="14679" y="35522"/>
                </a:lnTo>
                <a:lnTo>
                  <a:pt x="14767" y="35766"/>
                </a:lnTo>
                <a:lnTo>
                  <a:pt x="14855" y="35998"/>
                </a:lnTo>
                <a:lnTo>
                  <a:pt x="14993" y="36281"/>
                </a:lnTo>
                <a:lnTo>
                  <a:pt x="15081" y="36513"/>
                </a:lnTo>
                <a:lnTo>
                  <a:pt x="15181" y="36745"/>
                </a:lnTo>
                <a:lnTo>
                  <a:pt x="15269" y="36976"/>
                </a:lnTo>
                <a:lnTo>
                  <a:pt x="15357" y="37221"/>
                </a:lnTo>
                <a:lnTo>
                  <a:pt x="15495" y="37453"/>
                </a:lnTo>
                <a:lnTo>
                  <a:pt x="15583" y="37685"/>
                </a:lnTo>
                <a:lnTo>
                  <a:pt x="15684" y="37968"/>
                </a:lnTo>
                <a:lnTo>
                  <a:pt x="15772" y="38200"/>
                </a:lnTo>
                <a:lnTo>
                  <a:pt x="15860" y="38431"/>
                </a:lnTo>
                <a:lnTo>
                  <a:pt x="15998" y="38676"/>
                </a:lnTo>
                <a:lnTo>
                  <a:pt x="16086" y="38908"/>
                </a:lnTo>
                <a:lnTo>
                  <a:pt x="16186" y="39139"/>
                </a:lnTo>
                <a:lnTo>
                  <a:pt x="16274" y="39371"/>
                </a:lnTo>
                <a:lnTo>
                  <a:pt x="16362" y="39654"/>
                </a:lnTo>
                <a:lnTo>
                  <a:pt x="16500" y="39886"/>
                </a:lnTo>
                <a:lnTo>
                  <a:pt x="16588" y="40118"/>
                </a:lnTo>
                <a:lnTo>
                  <a:pt x="16688" y="40363"/>
                </a:lnTo>
                <a:lnTo>
                  <a:pt x="16776" y="40594"/>
                </a:lnTo>
                <a:lnTo>
                  <a:pt x="16864" y="40826"/>
                </a:lnTo>
                <a:lnTo>
                  <a:pt x="17002" y="41058"/>
                </a:lnTo>
                <a:lnTo>
                  <a:pt x="17090" y="41341"/>
                </a:lnTo>
                <a:lnTo>
                  <a:pt x="17191" y="41573"/>
                </a:lnTo>
                <a:lnTo>
                  <a:pt x="17279" y="41817"/>
                </a:lnTo>
                <a:lnTo>
                  <a:pt x="17366" y="42049"/>
                </a:lnTo>
                <a:lnTo>
                  <a:pt x="17505" y="42281"/>
                </a:lnTo>
                <a:lnTo>
                  <a:pt x="17592" y="42513"/>
                </a:lnTo>
                <a:lnTo>
                  <a:pt x="17693" y="42757"/>
                </a:lnTo>
                <a:lnTo>
                  <a:pt x="17781" y="42989"/>
                </a:lnTo>
                <a:lnTo>
                  <a:pt x="17869" y="43272"/>
                </a:lnTo>
                <a:lnTo>
                  <a:pt x="18007" y="43504"/>
                </a:lnTo>
                <a:lnTo>
                  <a:pt x="18107" y="43736"/>
                </a:lnTo>
                <a:lnTo>
                  <a:pt x="18195" y="43968"/>
                </a:lnTo>
                <a:lnTo>
                  <a:pt x="18283" y="44212"/>
                </a:lnTo>
                <a:lnTo>
                  <a:pt x="18371" y="44444"/>
                </a:lnTo>
                <a:lnTo>
                  <a:pt x="18509" y="44676"/>
                </a:lnTo>
                <a:lnTo>
                  <a:pt x="18610" y="44907"/>
                </a:lnTo>
                <a:lnTo>
                  <a:pt x="18698" y="45191"/>
                </a:lnTo>
                <a:lnTo>
                  <a:pt x="18785" y="45422"/>
                </a:lnTo>
                <a:lnTo>
                  <a:pt x="18873" y="45667"/>
                </a:lnTo>
                <a:lnTo>
                  <a:pt x="19011" y="45899"/>
                </a:lnTo>
                <a:lnTo>
                  <a:pt x="19112" y="46131"/>
                </a:lnTo>
                <a:lnTo>
                  <a:pt x="19200" y="46362"/>
                </a:lnTo>
                <a:lnTo>
                  <a:pt x="19288" y="46594"/>
                </a:lnTo>
                <a:lnTo>
                  <a:pt x="19376" y="46839"/>
                </a:lnTo>
                <a:lnTo>
                  <a:pt x="19514" y="47070"/>
                </a:lnTo>
                <a:lnTo>
                  <a:pt x="19614" y="47354"/>
                </a:lnTo>
                <a:lnTo>
                  <a:pt x="19702" y="47585"/>
                </a:lnTo>
                <a:lnTo>
                  <a:pt x="19790" y="47817"/>
                </a:lnTo>
                <a:lnTo>
                  <a:pt x="19878" y="48049"/>
                </a:lnTo>
                <a:lnTo>
                  <a:pt x="20016" y="48294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904651" y="5466238"/>
            <a:ext cx="19978" cy="46864"/>
          </a:xfrm>
          <a:custGeom>
            <a:avLst/>
            <a:gdLst/>
            <a:ahLst/>
            <a:cxnLst/>
            <a:rect l="l" t="t" r="r" b="b"/>
            <a:pathLst>
              <a:path w="19978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6" y="939"/>
                </a:lnTo>
                <a:lnTo>
                  <a:pt x="502" y="1210"/>
                </a:lnTo>
                <a:lnTo>
                  <a:pt x="602" y="1454"/>
                </a:lnTo>
                <a:lnTo>
                  <a:pt x="690" y="1686"/>
                </a:lnTo>
                <a:lnTo>
                  <a:pt x="778" y="1918"/>
                </a:lnTo>
                <a:lnTo>
                  <a:pt x="879" y="2150"/>
                </a:lnTo>
                <a:lnTo>
                  <a:pt x="1004" y="2381"/>
                </a:lnTo>
                <a:lnTo>
                  <a:pt x="1105" y="2626"/>
                </a:lnTo>
                <a:lnTo>
                  <a:pt x="1192" y="2858"/>
                </a:lnTo>
                <a:lnTo>
                  <a:pt x="1280" y="3089"/>
                </a:lnTo>
                <a:lnTo>
                  <a:pt x="1381" y="3321"/>
                </a:lnTo>
                <a:lnTo>
                  <a:pt x="1506" y="3604"/>
                </a:lnTo>
                <a:lnTo>
                  <a:pt x="1607" y="3836"/>
                </a:lnTo>
                <a:lnTo>
                  <a:pt x="1695" y="4081"/>
                </a:lnTo>
                <a:lnTo>
                  <a:pt x="1783" y="4313"/>
                </a:lnTo>
                <a:lnTo>
                  <a:pt x="1883" y="4544"/>
                </a:lnTo>
                <a:lnTo>
                  <a:pt x="2021" y="4776"/>
                </a:lnTo>
                <a:lnTo>
                  <a:pt x="2109" y="5021"/>
                </a:lnTo>
                <a:lnTo>
                  <a:pt x="2197" y="5252"/>
                </a:lnTo>
                <a:lnTo>
                  <a:pt x="2285" y="5484"/>
                </a:lnTo>
                <a:lnTo>
                  <a:pt x="2385" y="5716"/>
                </a:lnTo>
                <a:lnTo>
                  <a:pt x="2524" y="5999"/>
                </a:lnTo>
                <a:lnTo>
                  <a:pt x="2611" y="6231"/>
                </a:lnTo>
                <a:lnTo>
                  <a:pt x="2699" y="6476"/>
                </a:lnTo>
                <a:lnTo>
                  <a:pt x="2787" y="6707"/>
                </a:lnTo>
                <a:lnTo>
                  <a:pt x="2888" y="6939"/>
                </a:lnTo>
                <a:lnTo>
                  <a:pt x="3026" y="7171"/>
                </a:lnTo>
                <a:lnTo>
                  <a:pt x="3114" y="7403"/>
                </a:lnTo>
                <a:lnTo>
                  <a:pt x="3202" y="7647"/>
                </a:lnTo>
                <a:lnTo>
                  <a:pt x="3290" y="7879"/>
                </a:lnTo>
                <a:lnTo>
                  <a:pt x="3390" y="8111"/>
                </a:lnTo>
                <a:lnTo>
                  <a:pt x="3528" y="8342"/>
                </a:lnTo>
                <a:lnTo>
                  <a:pt x="3616" y="8587"/>
                </a:lnTo>
                <a:lnTo>
                  <a:pt x="3704" y="8857"/>
                </a:lnTo>
                <a:lnTo>
                  <a:pt x="3792" y="9102"/>
                </a:lnTo>
                <a:lnTo>
                  <a:pt x="3892" y="9334"/>
                </a:lnTo>
                <a:lnTo>
                  <a:pt x="4030" y="9566"/>
                </a:lnTo>
                <a:lnTo>
                  <a:pt x="4118" y="9797"/>
                </a:lnTo>
                <a:lnTo>
                  <a:pt x="4206" y="10042"/>
                </a:lnTo>
                <a:lnTo>
                  <a:pt x="4307" y="10274"/>
                </a:lnTo>
                <a:lnTo>
                  <a:pt x="4395" y="10505"/>
                </a:lnTo>
                <a:lnTo>
                  <a:pt x="4533" y="10737"/>
                </a:lnTo>
                <a:lnTo>
                  <a:pt x="4621" y="10969"/>
                </a:lnTo>
                <a:lnTo>
                  <a:pt x="4709" y="11214"/>
                </a:lnTo>
                <a:lnTo>
                  <a:pt x="4809" y="11445"/>
                </a:lnTo>
                <a:lnTo>
                  <a:pt x="4897" y="11677"/>
                </a:lnTo>
                <a:lnTo>
                  <a:pt x="5035" y="11960"/>
                </a:lnTo>
                <a:lnTo>
                  <a:pt x="5123" y="12192"/>
                </a:lnTo>
                <a:lnTo>
                  <a:pt x="5211" y="12424"/>
                </a:lnTo>
                <a:lnTo>
                  <a:pt x="5311" y="12668"/>
                </a:lnTo>
                <a:lnTo>
                  <a:pt x="5399" y="12900"/>
                </a:lnTo>
                <a:lnTo>
                  <a:pt x="5537" y="13132"/>
                </a:lnTo>
                <a:lnTo>
                  <a:pt x="5625" y="13364"/>
                </a:lnTo>
                <a:lnTo>
                  <a:pt x="5713" y="13608"/>
                </a:lnTo>
                <a:lnTo>
                  <a:pt x="5814" y="13840"/>
                </a:lnTo>
                <a:lnTo>
                  <a:pt x="5901" y="14072"/>
                </a:lnTo>
                <a:lnTo>
                  <a:pt x="6040" y="14304"/>
                </a:lnTo>
                <a:lnTo>
                  <a:pt x="6128" y="14535"/>
                </a:lnTo>
                <a:lnTo>
                  <a:pt x="6215" y="14780"/>
                </a:lnTo>
                <a:lnTo>
                  <a:pt x="6316" y="15012"/>
                </a:lnTo>
                <a:lnTo>
                  <a:pt x="6404" y="15243"/>
                </a:lnTo>
                <a:lnTo>
                  <a:pt x="6542" y="15475"/>
                </a:lnTo>
                <a:lnTo>
                  <a:pt x="6630" y="15758"/>
                </a:lnTo>
                <a:lnTo>
                  <a:pt x="6718" y="15990"/>
                </a:lnTo>
                <a:lnTo>
                  <a:pt x="6818" y="16235"/>
                </a:lnTo>
                <a:lnTo>
                  <a:pt x="6906" y="16467"/>
                </a:lnTo>
                <a:lnTo>
                  <a:pt x="7044" y="16698"/>
                </a:lnTo>
                <a:lnTo>
                  <a:pt x="7132" y="16930"/>
                </a:lnTo>
                <a:lnTo>
                  <a:pt x="7220" y="17162"/>
                </a:lnTo>
                <a:lnTo>
                  <a:pt x="7320" y="17406"/>
                </a:lnTo>
                <a:lnTo>
                  <a:pt x="7408" y="17638"/>
                </a:lnTo>
                <a:lnTo>
                  <a:pt x="7547" y="17870"/>
                </a:lnTo>
                <a:lnTo>
                  <a:pt x="7634" y="18102"/>
                </a:lnTo>
                <a:lnTo>
                  <a:pt x="7722" y="18346"/>
                </a:lnTo>
                <a:lnTo>
                  <a:pt x="7823" y="18578"/>
                </a:lnTo>
                <a:lnTo>
                  <a:pt x="7911" y="18810"/>
                </a:lnTo>
                <a:lnTo>
                  <a:pt x="8049" y="19042"/>
                </a:lnTo>
                <a:lnTo>
                  <a:pt x="8137" y="19273"/>
                </a:lnTo>
                <a:lnTo>
                  <a:pt x="8237" y="19518"/>
                </a:lnTo>
                <a:lnTo>
                  <a:pt x="8325" y="19750"/>
                </a:lnTo>
                <a:lnTo>
                  <a:pt x="8413" y="19981"/>
                </a:lnTo>
                <a:lnTo>
                  <a:pt x="8551" y="20213"/>
                </a:lnTo>
                <a:lnTo>
                  <a:pt x="8639" y="20458"/>
                </a:lnTo>
                <a:lnTo>
                  <a:pt x="8739" y="20690"/>
                </a:lnTo>
                <a:lnTo>
                  <a:pt x="8827" y="20973"/>
                </a:lnTo>
                <a:lnTo>
                  <a:pt x="8915" y="21205"/>
                </a:lnTo>
                <a:lnTo>
                  <a:pt x="9053" y="21436"/>
                </a:lnTo>
                <a:lnTo>
                  <a:pt x="9141" y="21668"/>
                </a:lnTo>
                <a:lnTo>
                  <a:pt x="9242" y="21913"/>
                </a:lnTo>
                <a:lnTo>
                  <a:pt x="9330" y="22144"/>
                </a:lnTo>
                <a:lnTo>
                  <a:pt x="9418" y="22376"/>
                </a:lnTo>
                <a:lnTo>
                  <a:pt x="9556" y="22608"/>
                </a:lnTo>
                <a:lnTo>
                  <a:pt x="9644" y="22840"/>
                </a:lnTo>
                <a:lnTo>
                  <a:pt x="9744" y="23084"/>
                </a:lnTo>
                <a:lnTo>
                  <a:pt x="9832" y="23316"/>
                </a:lnTo>
                <a:lnTo>
                  <a:pt x="9920" y="23548"/>
                </a:lnTo>
                <a:lnTo>
                  <a:pt x="10058" y="23780"/>
                </a:lnTo>
                <a:lnTo>
                  <a:pt x="10146" y="24024"/>
                </a:lnTo>
                <a:lnTo>
                  <a:pt x="10246" y="24256"/>
                </a:lnTo>
                <a:lnTo>
                  <a:pt x="10334" y="24488"/>
                </a:lnTo>
                <a:lnTo>
                  <a:pt x="10422" y="24719"/>
                </a:lnTo>
                <a:lnTo>
                  <a:pt x="10560" y="24951"/>
                </a:lnTo>
                <a:lnTo>
                  <a:pt x="10648" y="25196"/>
                </a:lnTo>
                <a:lnTo>
                  <a:pt x="10749" y="25428"/>
                </a:lnTo>
                <a:lnTo>
                  <a:pt x="10837" y="25659"/>
                </a:lnTo>
                <a:lnTo>
                  <a:pt x="10924" y="25891"/>
                </a:lnTo>
                <a:lnTo>
                  <a:pt x="11063" y="26136"/>
                </a:lnTo>
                <a:lnTo>
                  <a:pt x="11151" y="26367"/>
                </a:lnTo>
                <a:lnTo>
                  <a:pt x="11251" y="26599"/>
                </a:lnTo>
                <a:lnTo>
                  <a:pt x="11339" y="26831"/>
                </a:lnTo>
                <a:lnTo>
                  <a:pt x="11427" y="27063"/>
                </a:lnTo>
                <a:lnTo>
                  <a:pt x="11565" y="27307"/>
                </a:lnTo>
                <a:lnTo>
                  <a:pt x="11665" y="27539"/>
                </a:lnTo>
                <a:lnTo>
                  <a:pt x="11753" y="27771"/>
                </a:lnTo>
                <a:lnTo>
                  <a:pt x="11841" y="28003"/>
                </a:lnTo>
                <a:lnTo>
                  <a:pt x="11929" y="28247"/>
                </a:lnTo>
                <a:lnTo>
                  <a:pt x="12067" y="28479"/>
                </a:lnTo>
                <a:lnTo>
                  <a:pt x="12168" y="28711"/>
                </a:lnTo>
                <a:lnTo>
                  <a:pt x="12256" y="28942"/>
                </a:lnTo>
                <a:lnTo>
                  <a:pt x="12343" y="29174"/>
                </a:lnTo>
                <a:lnTo>
                  <a:pt x="12431" y="29419"/>
                </a:lnTo>
                <a:lnTo>
                  <a:pt x="12569" y="29651"/>
                </a:lnTo>
                <a:lnTo>
                  <a:pt x="12670" y="29882"/>
                </a:lnTo>
                <a:lnTo>
                  <a:pt x="12758" y="30114"/>
                </a:lnTo>
                <a:lnTo>
                  <a:pt x="12846" y="30359"/>
                </a:lnTo>
                <a:lnTo>
                  <a:pt x="12934" y="30590"/>
                </a:lnTo>
                <a:lnTo>
                  <a:pt x="13072" y="30822"/>
                </a:lnTo>
                <a:lnTo>
                  <a:pt x="13172" y="31054"/>
                </a:lnTo>
                <a:lnTo>
                  <a:pt x="13260" y="31286"/>
                </a:lnTo>
                <a:lnTo>
                  <a:pt x="13348" y="31530"/>
                </a:lnTo>
                <a:lnTo>
                  <a:pt x="13436" y="31762"/>
                </a:lnTo>
                <a:lnTo>
                  <a:pt x="13574" y="31994"/>
                </a:lnTo>
                <a:lnTo>
                  <a:pt x="13675" y="32226"/>
                </a:lnTo>
                <a:lnTo>
                  <a:pt x="13762" y="32470"/>
                </a:lnTo>
                <a:lnTo>
                  <a:pt x="13850" y="32702"/>
                </a:lnTo>
                <a:lnTo>
                  <a:pt x="13951" y="32934"/>
                </a:lnTo>
                <a:lnTo>
                  <a:pt x="14076" y="33165"/>
                </a:lnTo>
                <a:lnTo>
                  <a:pt x="14177" y="33397"/>
                </a:lnTo>
                <a:lnTo>
                  <a:pt x="14265" y="33642"/>
                </a:lnTo>
                <a:lnTo>
                  <a:pt x="14353" y="33874"/>
                </a:lnTo>
                <a:lnTo>
                  <a:pt x="14453" y="34105"/>
                </a:lnTo>
                <a:lnTo>
                  <a:pt x="14579" y="34337"/>
                </a:lnTo>
                <a:lnTo>
                  <a:pt x="14679" y="34582"/>
                </a:lnTo>
                <a:lnTo>
                  <a:pt x="14767" y="34813"/>
                </a:lnTo>
                <a:lnTo>
                  <a:pt x="14855" y="35045"/>
                </a:lnTo>
                <a:lnTo>
                  <a:pt x="14955" y="35277"/>
                </a:lnTo>
                <a:lnTo>
                  <a:pt x="15081" y="35509"/>
                </a:lnTo>
                <a:lnTo>
                  <a:pt x="15181" y="35753"/>
                </a:lnTo>
                <a:lnTo>
                  <a:pt x="15269" y="35985"/>
                </a:lnTo>
                <a:lnTo>
                  <a:pt x="15357" y="36217"/>
                </a:lnTo>
                <a:lnTo>
                  <a:pt x="15458" y="36449"/>
                </a:lnTo>
                <a:lnTo>
                  <a:pt x="15596" y="36693"/>
                </a:lnTo>
                <a:lnTo>
                  <a:pt x="15684" y="36925"/>
                </a:lnTo>
                <a:lnTo>
                  <a:pt x="15772" y="37157"/>
                </a:lnTo>
                <a:lnTo>
                  <a:pt x="15860" y="37388"/>
                </a:lnTo>
                <a:lnTo>
                  <a:pt x="15960" y="37582"/>
                </a:lnTo>
                <a:lnTo>
                  <a:pt x="16098" y="37813"/>
                </a:lnTo>
                <a:lnTo>
                  <a:pt x="16186" y="38045"/>
                </a:lnTo>
                <a:lnTo>
                  <a:pt x="16274" y="38277"/>
                </a:lnTo>
                <a:lnTo>
                  <a:pt x="16362" y="38521"/>
                </a:lnTo>
                <a:lnTo>
                  <a:pt x="16462" y="38753"/>
                </a:lnTo>
                <a:lnTo>
                  <a:pt x="16600" y="38985"/>
                </a:lnTo>
                <a:lnTo>
                  <a:pt x="16688" y="39217"/>
                </a:lnTo>
                <a:lnTo>
                  <a:pt x="16776" y="39461"/>
                </a:lnTo>
                <a:lnTo>
                  <a:pt x="16864" y="39693"/>
                </a:lnTo>
                <a:lnTo>
                  <a:pt x="16965" y="39925"/>
                </a:lnTo>
                <a:lnTo>
                  <a:pt x="17103" y="40157"/>
                </a:lnTo>
                <a:lnTo>
                  <a:pt x="17191" y="40388"/>
                </a:lnTo>
                <a:lnTo>
                  <a:pt x="17279" y="40633"/>
                </a:lnTo>
                <a:lnTo>
                  <a:pt x="17366" y="40865"/>
                </a:lnTo>
                <a:lnTo>
                  <a:pt x="17467" y="41096"/>
                </a:lnTo>
                <a:lnTo>
                  <a:pt x="17605" y="41328"/>
                </a:lnTo>
                <a:lnTo>
                  <a:pt x="17693" y="41573"/>
                </a:lnTo>
                <a:lnTo>
                  <a:pt x="17781" y="41805"/>
                </a:lnTo>
                <a:lnTo>
                  <a:pt x="17881" y="42036"/>
                </a:lnTo>
                <a:lnTo>
                  <a:pt x="17969" y="42268"/>
                </a:lnTo>
                <a:lnTo>
                  <a:pt x="18107" y="42461"/>
                </a:lnTo>
                <a:lnTo>
                  <a:pt x="18195" y="42693"/>
                </a:lnTo>
                <a:lnTo>
                  <a:pt x="18283" y="42925"/>
                </a:lnTo>
                <a:lnTo>
                  <a:pt x="18384" y="43169"/>
                </a:lnTo>
                <a:lnTo>
                  <a:pt x="18471" y="43401"/>
                </a:lnTo>
                <a:lnTo>
                  <a:pt x="18610" y="43633"/>
                </a:lnTo>
                <a:lnTo>
                  <a:pt x="18698" y="43865"/>
                </a:lnTo>
                <a:lnTo>
                  <a:pt x="18785" y="44096"/>
                </a:lnTo>
                <a:lnTo>
                  <a:pt x="18886" y="44341"/>
                </a:lnTo>
                <a:lnTo>
                  <a:pt x="18974" y="44573"/>
                </a:lnTo>
                <a:lnTo>
                  <a:pt x="19112" y="44804"/>
                </a:lnTo>
                <a:lnTo>
                  <a:pt x="19200" y="45036"/>
                </a:lnTo>
                <a:lnTo>
                  <a:pt x="19288" y="45281"/>
                </a:lnTo>
                <a:lnTo>
                  <a:pt x="19388" y="45513"/>
                </a:lnTo>
                <a:lnTo>
                  <a:pt x="19476" y="45744"/>
                </a:lnTo>
                <a:lnTo>
                  <a:pt x="19614" y="45937"/>
                </a:lnTo>
                <a:lnTo>
                  <a:pt x="19702" y="46169"/>
                </a:lnTo>
                <a:lnTo>
                  <a:pt x="19790" y="46401"/>
                </a:lnTo>
                <a:lnTo>
                  <a:pt x="19890" y="46633"/>
                </a:lnTo>
                <a:lnTo>
                  <a:pt x="19978" y="46864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924630" y="5513103"/>
            <a:ext cx="20016" cy="44727"/>
          </a:xfrm>
          <a:custGeom>
            <a:avLst/>
            <a:gdLst/>
            <a:ahLst/>
            <a:cxnLst/>
            <a:rect l="l" t="t" r="r" b="b"/>
            <a:pathLst>
              <a:path w="20016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3" y="708"/>
                </a:lnTo>
                <a:lnTo>
                  <a:pt x="414" y="939"/>
                </a:lnTo>
                <a:lnTo>
                  <a:pt x="502" y="1184"/>
                </a:lnTo>
                <a:lnTo>
                  <a:pt x="640" y="1416"/>
                </a:lnTo>
                <a:lnTo>
                  <a:pt x="728" y="1647"/>
                </a:lnTo>
                <a:lnTo>
                  <a:pt x="816" y="1841"/>
                </a:lnTo>
                <a:lnTo>
                  <a:pt x="916" y="2072"/>
                </a:lnTo>
                <a:lnTo>
                  <a:pt x="1004" y="2304"/>
                </a:lnTo>
                <a:lnTo>
                  <a:pt x="1142" y="2536"/>
                </a:lnTo>
                <a:lnTo>
                  <a:pt x="1230" y="2768"/>
                </a:lnTo>
                <a:lnTo>
                  <a:pt x="1318" y="3012"/>
                </a:lnTo>
                <a:lnTo>
                  <a:pt x="1418" y="3244"/>
                </a:lnTo>
                <a:lnTo>
                  <a:pt x="1506" y="3476"/>
                </a:lnTo>
                <a:lnTo>
                  <a:pt x="1645" y="3707"/>
                </a:lnTo>
                <a:lnTo>
                  <a:pt x="1732" y="3952"/>
                </a:lnTo>
                <a:lnTo>
                  <a:pt x="1833" y="4132"/>
                </a:lnTo>
                <a:lnTo>
                  <a:pt x="1921" y="4364"/>
                </a:lnTo>
                <a:lnTo>
                  <a:pt x="2009" y="4609"/>
                </a:lnTo>
                <a:lnTo>
                  <a:pt x="2147" y="4840"/>
                </a:lnTo>
                <a:lnTo>
                  <a:pt x="2235" y="5072"/>
                </a:lnTo>
                <a:lnTo>
                  <a:pt x="2335" y="5304"/>
                </a:lnTo>
                <a:lnTo>
                  <a:pt x="2423" y="5536"/>
                </a:lnTo>
                <a:lnTo>
                  <a:pt x="2511" y="5780"/>
                </a:lnTo>
                <a:lnTo>
                  <a:pt x="2649" y="6012"/>
                </a:lnTo>
                <a:lnTo>
                  <a:pt x="2737" y="6192"/>
                </a:lnTo>
                <a:lnTo>
                  <a:pt x="2837" y="6437"/>
                </a:lnTo>
                <a:lnTo>
                  <a:pt x="2925" y="6669"/>
                </a:lnTo>
                <a:lnTo>
                  <a:pt x="3013" y="6900"/>
                </a:lnTo>
                <a:lnTo>
                  <a:pt x="3151" y="7132"/>
                </a:lnTo>
                <a:lnTo>
                  <a:pt x="3239" y="7377"/>
                </a:lnTo>
                <a:lnTo>
                  <a:pt x="3340" y="7609"/>
                </a:lnTo>
                <a:lnTo>
                  <a:pt x="3428" y="7840"/>
                </a:lnTo>
                <a:lnTo>
                  <a:pt x="3516" y="8072"/>
                </a:lnTo>
                <a:lnTo>
                  <a:pt x="3654" y="8265"/>
                </a:lnTo>
                <a:lnTo>
                  <a:pt x="3742" y="8497"/>
                </a:lnTo>
                <a:lnTo>
                  <a:pt x="3842" y="8729"/>
                </a:lnTo>
                <a:lnTo>
                  <a:pt x="3930" y="8973"/>
                </a:lnTo>
                <a:lnTo>
                  <a:pt x="4018" y="9205"/>
                </a:lnTo>
                <a:lnTo>
                  <a:pt x="4156" y="9437"/>
                </a:lnTo>
                <a:lnTo>
                  <a:pt x="4244" y="9669"/>
                </a:lnTo>
                <a:lnTo>
                  <a:pt x="4344" y="9900"/>
                </a:lnTo>
                <a:lnTo>
                  <a:pt x="4432" y="10093"/>
                </a:lnTo>
                <a:lnTo>
                  <a:pt x="4520" y="10325"/>
                </a:lnTo>
                <a:lnTo>
                  <a:pt x="4658" y="10557"/>
                </a:lnTo>
                <a:lnTo>
                  <a:pt x="4746" y="10802"/>
                </a:lnTo>
                <a:lnTo>
                  <a:pt x="4847" y="11033"/>
                </a:lnTo>
                <a:lnTo>
                  <a:pt x="4935" y="11265"/>
                </a:lnTo>
                <a:lnTo>
                  <a:pt x="5022" y="11497"/>
                </a:lnTo>
                <a:lnTo>
                  <a:pt x="5161" y="11690"/>
                </a:lnTo>
                <a:lnTo>
                  <a:pt x="5261" y="11922"/>
                </a:lnTo>
                <a:lnTo>
                  <a:pt x="5349" y="12153"/>
                </a:lnTo>
                <a:lnTo>
                  <a:pt x="5437" y="12398"/>
                </a:lnTo>
                <a:lnTo>
                  <a:pt x="5525" y="12630"/>
                </a:lnTo>
                <a:lnTo>
                  <a:pt x="5663" y="12862"/>
                </a:lnTo>
                <a:lnTo>
                  <a:pt x="5763" y="13093"/>
                </a:lnTo>
                <a:lnTo>
                  <a:pt x="5851" y="13286"/>
                </a:lnTo>
                <a:lnTo>
                  <a:pt x="5939" y="13518"/>
                </a:lnTo>
                <a:lnTo>
                  <a:pt x="6027" y="13750"/>
                </a:lnTo>
                <a:lnTo>
                  <a:pt x="6165" y="13982"/>
                </a:lnTo>
                <a:lnTo>
                  <a:pt x="6266" y="14226"/>
                </a:lnTo>
                <a:lnTo>
                  <a:pt x="6354" y="14458"/>
                </a:lnTo>
                <a:lnTo>
                  <a:pt x="6441" y="14638"/>
                </a:lnTo>
                <a:lnTo>
                  <a:pt x="6529" y="14883"/>
                </a:lnTo>
                <a:lnTo>
                  <a:pt x="6667" y="15115"/>
                </a:lnTo>
                <a:lnTo>
                  <a:pt x="6768" y="15346"/>
                </a:lnTo>
                <a:lnTo>
                  <a:pt x="6856" y="15578"/>
                </a:lnTo>
                <a:lnTo>
                  <a:pt x="6944" y="15823"/>
                </a:lnTo>
                <a:lnTo>
                  <a:pt x="7032" y="16003"/>
                </a:lnTo>
                <a:lnTo>
                  <a:pt x="7170" y="16235"/>
                </a:lnTo>
                <a:lnTo>
                  <a:pt x="7270" y="16479"/>
                </a:lnTo>
                <a:lnTo>
                  <a:pt x="7358" y="16711"/>
                </a:lnTo>
                <a:lnTo>
                  <a:pt x="7446" y="16943"/>
                </a:lnTo>
                <a:lnTo>
                  <a:pt x="7534" y="17175"/>
                </a:lnTo>
                <a:lnTo>
                  <a:pt x="7672" y="17368"/>
                </a:lnTo>
                <a:lnTo>
                  <a:pt x="7773" y="17600"/>
                </a:lnTo>
                <a:lnTo>
                  <a:pt x="7860" y="17831"/>
                </a:lnTo>
                <a:lnTo>
                  <a:pt x="7948" y="18076"/>
                </a:lnTo>
                <a:lnTo>
                  <a:pt x="8049" y="18308"/>
                </a:lnTo>
                <a:lnTo>
                  <a:pt x="8174" y="18539"/>
                </a:lnTo>
                <a:lnTo>
                  <a:pt x="8275" y="18733"/>
                </a:lnTo>
                <a:lnTo>
                  <a:pt x="8363" y="18964"/>
                </a:lnTo>
                <a:lnTo>
                  <a:pt x="8451" y="19196"/>
                </a:lnTo>
                <a:lnTo>
                  <a:pt x="8551" y="19428"/>
                </a:lnTo>
                <a:lnTo>
                  <a:pt x="8677" y="19660"/>
                </a:lnTo>
                <a:lnTo>
                  <a:pt x="8777" y="19853"/>
                </a:lnTo>
                <a:lnTo>
                  <a:pt x="8865" y="20084"/>
                </a:lnTo>
                <a:lnTo>
                  <a:pt x="8953" y="20316"/>
                </a:lnTo>
                <a:lnTo>
                  <a:pt x="9053" y="20561"/>
                </a:lnTo>
                <a:lnTo>
                  <a:pt x="9192" y="20793"/>
                </a:lnTo>
                <a:lnTo>
                  <a:pt x="9279" y="20973"/>
                </a:lnTo>
                <a:lnTo>
                  <a:pt x="9367" y="21217"/>
                </a:lnTo>
                <a:lnTo>
                  <a:pt x="9455" y="21449"/>
                </a:lnTo>
                <a:lnTo>
                  <a:pt x="9556" y="21681"/>
                </a:lnTo>
                <a:lnTo>
                  <a:pt x="9694" y="21913"/>
                </a:lnTo>
                <a:lnTo>
                  <a:pt x="9782" y="22106"/>
                </a:lnTo>
                <a:lnTo>
                  <a:pt x="9870" y="22338"/>
                </a:lnTo>
                <a:lnTo>
                  <a:pt x="9958" y="22569"/>
                </a:lnTo>
                <a:lnTo>
                  <a:pt x="10058" y="22814"/>
                </a:lnTo>
                <a:lnTo>
                  <a:pt x="10196" y="23046"/>
                </a:lnTo>
                <a:lnTo>
                  <a:pt x="10284" y="23226"/>
                </a:lnTo>
                <a:lnTo>
                  <a:pt x="10372" y="23471"/>
                </a:lnTo>
                <a:lnTo>
                  <a:pt x="10460" y="23702"/>
                </a:lnTo>
                <a:lnTo>
                  <a:pt x="10560" y="23934"/>
                </a:lnTo>
                <a:lnTo>
                  <a:pt x="10698" y="24166"/>
                </a:lnTo>
                <a:lnTo>
                  <a:pt x="10786" y="24359"/>
                </a:lnTo>
                <a:lnTo>
                  <a:pt x="10874" y="24591"/>
                </a:lnTo>
                <a:lnTo>
                  <a:pt x="10962" y="24822"/>
                </a:lnTo>
                <a:lnTo>
                  <a:pt x="11063" y="25067"/>
                </a:lnTo>
                <a:lnTo>
                  <a:pt x="11201" y="25247"/>
                </a:lnTo>
                <a:lnTo>
                  <a:pt x="11289" y="25479"/>
                </a:lnTo>
                <a:lnTo>
                  <a:pt x="11377" y="25724"/>
                </a:lnTo>
                <a:lnTo>
                  <a:pt x="11477" y="25955"/>
                </a:lnTo>
                <a:lnTo>
                  <a:pt x="11565" y="26187"/>
                </a:lnTo>
                <a:lnTo>
                  <a:pt x="11703" y="26380"/>
                </a:lnTo>
                <a:lnTo>
                  <a:pt x="11791" y="26612"/>
                </a:lnTo>
                <a:lnTo>
                  <a:pt x="11879" y="26844"/>
                </a:lnTo>
                <a:lnTo>
                  <a:pt x="11979" y="27076"/>
                </a:lnTo>
                <a:lnTo>
                  <a:pt x="12067" y="27269"/>
                </a:lnTo>
                <a:lnTo>
                  <a:pt x="12205" y="27500"/>
                </a:lnTo>
                <a:lnTo>
                  <a:pt x="12293" y="27732"/>
                </a:lnTo>
                <a:lnTo>
                  <a:pt x="12381" y="27977"/>
                </a:lnTo>
                <a:lnTo>
                  <a:pt x="12482" y="28157"/>
                </a:lnTo>
                <a:lnTo>
                  <a:pt x="12569" y="28389"/>
                </a:lnTo>
                <a:lnTo>
                  <a:pt x="12708" y="28633"/>
                </a:lnTo>
                <a:lnTo>
                  <a:pt x="12796" y="28865"/>
                </a:lnTo>
                <a:lnTo>
                  <a:pt x="12883" y="29045"/>
                </a:lnTo>
                <a:lnTo>
                  <a:pt x="12984" y="29290"/>
                </a:lnTo>
                <a:lnTo>
                  <a:pt x="13072" y="29522"/>
                </a:lnTo>
                <a:lnTo>
                  <a:pt x="13210" y="29754"/>
                </a:lnTo>
                <a:lnTo>
                  <a:pt x="13298" y="29947"/>
                </a:lnTo>
                <a:lnTo>
                  <a:pt x="13386" y="30178"/>
                </a:lnTo>
                <a:lnTo>
                  <a:pt x="13486" y="30410"/>
                </a:lnTo>
                <a:lnTo>
                  <a:pt x="13574" y="30642"/>
                </a:lnTo>
                <a:lnTo>
                  <a:pt x="13712" y="30835"/>
                </a:lnTo>
                <a:lnTo>
                  <a:pt x="13800" y="31067"/>
                </a:lnTo>
                <a:lnTo>
                  <a:pt x="13888" y="31299"/>
                </a:lnTo>
                <a:lnTo>
                  <a:pt x="13988" y="31530"/>
                </a:lnTo>
                <a:lnTo>
                  <a:pt x="14076" y="31723"/>
                </a:lnTo>
                <a:lnTo>
                  <a:pt x="14215" y="31955"/>
                </a:lnTo>
                <a:lnTo>
                  <a:pt x="14302" y="32200"/>
                </a:lnTo>
                <a:lnTo>
                  <a:pt x="14390" y="32432"/>
                </a:lnTo>
                <a:lnTo>
                  <a:pt x="14491" y="32612"/>
                </a:lnTo>
                <a:lnTo>
                  <a:pt x="14579" y="32856"/>
                </a:lnTo>
                <a:lnTo>
                  <a:pt x="14717" y="33088"/>
                </a:lnTo>
                <a:lnTo>
                  <a:pt x="14805" y="33320"/>
                </a:lnTo>
                <a:lnTo>
                  <a:pt x="14893" y="33513"/>
                </a:lnTo>
                <a:lnTo>
                  <a:pt x="14993" y="33745"/>
                </a:lnTo>
                <a:lnTo>
                  <a:pt x="15081" y="33977"/>
                </a:lnTo>
                <a:lnTo>
                  <a:pt x="15219" y="34170"/>
                </a:lnTo>
                <a:lnTo>
                  <a:pt x="15307" y="34401"/>
                </a:lnTo>
                <a:lnTo>
                  <a:pt x="15407" y="34633"/>
                </a:lnTo>
                <a:lnTo>
                  <a:pt x="15495" y="34865"/>
                </a:lnTo>
                <a:lnTo>
                  <a:pt x="15583" y="35058"/>
                </a:lnTo>
                <a:lnTo>
                  <a:pt x="15721" y="35290"/>
                </a:lnTo>
                <a:lnTo>
                  <a:pt x="15809" y="35522"/>
                </a:lnTo>
                <a:lnTo>
                  <a:pt x="15910" y="35715"/>
                </a:lnTo>
                <a:lnTo>
                  <a:pt x="15998" y="35946"/>
                </a:lnTo>
                <a:lnTo>
                  <a:pt x="16086" y="36178"/>
                </a:lnTo>
                <a:lnTo>
                  <a:pt x="16224" y="36423"/>
                </a:lnTo>
                <a:lnTo>
                  <a:pt x="16312" y="36603"/>
                </a:lnTo>
                <a:lnTo>
                  <a:pt x="16412" y="36835"/>
                </a:lnTo>
                <a:lnTo>
                  <a:pt x="16500" y="37079"/>
                </a:lnTo>
                <a:lnTo>
                  <a:pt x="16588" y="37260"/>
                </a:lnTo>
                <a:lnTo>
                  <a:pt x="16726" y="37491"/>
                </a:lnTo>
                <a:lnTo>
                  <a:pt x="16814" y="37736"/>
                </a:lnTo>
                <a:lnTo>
                  <a:pt x="16914" y="37916"/>
                </a:lnTo>
                <a:lnTo>
                  <a:pt x="17002" y="38148"/>
                </a:lnTo>
                <a:lnTo>
                  <a:pt x="17090" y="38393"/>
                </a:lnTo>
                <a:lnTo>
                  <a:pt x="17228" y="38624"/>
                </a:lnTo>
                <a:lnTo>
                  <a:pt x="17316" y="38805"/>
                </a:lnTo>
                <a:lnTo>
                  <a:pt x="17417" y="39049"/>
                </a:lnTo>
                <a:lnTo>
                  <a:pt x="17505" y="39281"/>
                </a:lnTo>
                <a:lnTo>
                  <a:pt x="17592" y="39461"/>
                </a:lnTo>
                <a:lnTo>
                  <a:pt x="17731" y="39706"/>
                </a:lnTo>
                <a:lnTo>
                  <a:pt x="17818" y="39938"/>
                </a:lnTo>
                <a:lnTo>
                  <a:pt x="17919" y="40118"/>
                </a:lnTo>
                <a:lnTo>
                  <a:pt x="18007" y="40363"/>
                </a:lnTo>
                <a:lnTo>
                  <a:pt x="18095" y="40594"/>
                </a:lnTo>
                <a:lnTo>
                  <a:pt x="18233" y="40775"/>
                </a:lnTo>
                <a:lnTo>
                  <a:pt x="18321" y="41019"/>
                </a:lnTo>
                <a:lnTo>
                  <a:pt x="18421" y="41251"/>
                </a:lnTo>
                <a:lnTo>
                  <a:pt x="18509" y="41431"/>
                </a:lnTo>
                <a:lnTo>
                  <a:pt x="18597" y="41676"/>
                </a:lnTo>
                <a:lnTo>
                  <a:pt x="18735" y="41908"/>
                </a:lnTo>
                <a:lnTo>
                  <a:pt x="18836" y="42088"/>
                </a:lnTo>
                <a:lnTo>
                  <a:pt x="18924" y="42332"/>
                </a:lnTo>
                <a:lnTo>
                  <a:pt x="19011" y="42564"/>
                </a:lnTo>
                <a:lnTo>
                  <a:pt x="19099" y="42757"/>
                </a:lnTo>
                <a:lnTo>
                  <a:pt x="19237" y="42989"/>
                </a:lnTo>
                <a:lnTo>
                  <a:pt x="19338" y="43221"/>
                </a:lnTo>
                <a:lnTo>
                  <a:pt x="19426" y="43414"/>
                </a:lnTo>
                <a:lnTo>
                  <a:pt x="19514" y="43646"/>
                </a:lnTo>
                <a:lnTo>
                  <a:pt x="19602" y="43877"/>
                </a:lnTo>
                <a:lnTo>
                  <a:pt x="19740" y="44071"/>
                </a:lnTo>
                <a:lnTo>
                  <a:pt x="19840" y="44302"/>
                </a:lnTo>
                <a:lnTo>
                  <a:pt x="19928" y="44534"/>
                </a:lnTo>
                <a:lnTo>
                  <a:pt x="20016" y="44727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944646" y="5557831"/>
            <a:ext cx="20016" cy="41895"/>
          </a:xfrm>
          <a:custGeom>
            <a:avLst/>
            <a:gdLst/>
            <a:ahLst/>
            <a:cxnLst/>
            <a:rect l="l" t="t" r="r" b="b"/>
            <a:pathLst>
              <a:path w="20016" h="41895">
                <a:moveTo>
                  <a:pt x="0" y="0"/>
                </a:moveTo>
                <a:lnTo>
                  <a:pt x="87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8" y="1544"/>
                </a:lnTo>
                <a:lnTo>
                  <a:pt x="828" y="1725"/>
                </a:lnTo>
                <a:lnTo>
                  <a:pt x="916" y="1969"/>
                </a:lnTo>
                <a:lnTo>
                  <a:pt x="1004" y="2201"/>
                </a:lnTo>
                <a:lnTo>
                  <a:pt x="1092" y="2381"/>
                </a:lnTo>
                <a:lnTo>
                  <a:pt x="1230" y="2626"/>
                </a:lnTo>
                <a:lnTo>
                  <a:pt x="1331" y="2858"/>
                </a:lnTo>
                <a:lnTo>
                  <a:pt x="1418" y="3038"/>
                </a:lnTo>
                <a:lnTo>
                  <a:pt x="1506" y="3283"/>
                </a:lnTo>
                <a:lnTo>
                  <a:pt x="1607" y="3514"/>
                </a:lnTo>
                <a:lnTo>
                  <a:pt x="1732" y="3695"/>
                </a:lnTo>
                <a:lnTo>
                  <a:pt x="1833" y="3939"/>
                </a:lnTo>
                <a:lnTo>
                  <a:pt x="1921" y="4119"/>
                </a:lnTo>
                <a:lnTo>
                  <a:pt x="2009" y="4364"/>
                </a:lnTo>
                <a:lnTo>
                  <a:pt x="2109" y="4596"/>
                </a:lnTo>
                <a:lnTo>
                  <a:pt x="2235" y="4776"/>
                </a:lnTo>
                <a:lnTo>
                  <a:pt x="2335" y="5021"/>
                </a:lnTo>
                <a:lnTo>
                  <a:pt x="2423" y="5201"/>
                </a:lnTo>
                <a:lnTo>
                  <a:pt x="2511" y="5433"/>
                </a:lnTo>
                <a:lnTo>
                  <a:pt x="2611" y="5677"/>
                </a:lnTo>
                <a:lnTo>
                  <a:pt x="2750" y="5858"/>
                </a:lnTo>
                <a:lnTo>
                  <a:pt x="2837" y="6089"/>
                </a:lnTo>
                <a:lnTo>
                  <a:pt x="2925" y="6334"/>
                </a:lnTo>
                <a:lnTo>
                  <a:pt x="3013" y="6514"/>
                </a:lnTo>
                <a:lnTo>
                  <a:pt x="3114" y="6746"/>
                </a:lnTo>
                <a:lnTo>
                  <a:pt x="3252" y="6939"/>
                </a:lnTo>
                <a:lnTo>
                  <a:pt x="3340" y="7171"/>
                </a:lnTo>
                <a:lnTo>
                  <a:pt x="3428" y="7403"/>
                </a:lnTo>
                <a:lnTo>
                  <a:pt x="3516" y="7596"/>
                </a:lnTo>
                <a:lnTo>
                  <a:pt x="3616" y="7827"/>
                </a:lnTo>
                <a:lnTo>
                  <a:pt x="3754" y="8021"/>
                </a:lnTo>
                <a:lnTo>
                  <a:pt x="3842" y="8252"/>
                </a:lnTo>
                <a:lnTo>
                  <a:pt x="3930" y="8445"/>
                </a:lnTo>
                <a:lnTo>
                  <a:pt x="4018" y="8677"/>
                </a:lnTo>
                <a:lnTo>
                  <a:pt x="4118" y="8909"/>
                </a:lnTo>
                <a:lnTo>
                  <a:pt x="4256" y="9102"/>
                </a:lnTo>
                <a:lnTo>
                  <a:pt x="4344" y="9334"/>
                </a:lnTo>
                <a:lnTo>
                  <a:pt x="4432" y="9514"/>
                </a:lnTo>
                <a:lnTo>
                  <a:pt x="4520" y="9759"/>
                </a:lnTo>
                <a:lnTo>
                  <a:pt x="4621" y="9990"/>
                </a:lnTo>
                <a:lnTo>
                  <a:pt x="4759" y="10171"/>
                </a:lnTo>
                <a:lnTo>
                  <a:pt x="4847" y="10415"/>
                </a:lnTo>
                <a:lnTo>
                  <a:pt x="4935" y="10596"/>
                </a:lnTo>
                <a:lnTo>
                  <a:pt x="5035" y="10827"/>
                </a:lnTo>
                <a:lnTo>
                  <a:pt x="5123" y="11020"/>
                </a:lnTo>
                <a:lnTo>
                  <a:pt x="5261" y="11252"/>
                </a:lnTo>
                <a:lnTo>
                  <a:pt x="5349" y="11484"/>
                </a:lnTo>
                <a:lnTo>
                  <a:pt x="5437" y="11677"/>
                </a:lnTo>
                <a:lnTo>
                  <a:pt x="5537" y="11909"/>
                </a:lnTo>
                <a:lnTo>
                  <a:pt x="5625" y="12102"/>
                </a:lnTo>
                <a:lnTo>
                  <a:pt x="5763" y="12334"/>
                </a:lnTo>
                <a:lnTo>
                  <a:pt x="5851" y="12527"/>
                </a:lnTo>
                <a:lnTo>
                  <a:pt x="5939" y="12759"/>
                </a:lnTo>
                <a:lnTo>
                  <a:pt x="6040" y="12939"/>
                </a:lnTo>
                <a:lnTo>
                  <a:pt x="6128" y="13183"/>
                </a:lnTo>
                <a:lnTo>
                  <a:pt x="6266" y="13415"/>
                </a:lnTo>
                <a:lnTo>
                  <a:pt x="6354" y="13595"/>
                </a:lnTo>
                <a:lnTo>
                  <a:pt x="6441" y="13840"/>
                </a:lnTo>
                <a:lnTo>
                  <a:pt x="6542" y="14020"/>
                </a:lnTo>
                <a:lnTo>
                  <a:pt x="6630" y="14252"/>
                </a:lnTo>
                <a:lnTo>
                  <a:pt x="6768" y="14445"/>
                </a:lnTo>
                <a:lnTo>
                  <a:pt x="6856" y="14677"/>
                </a:lnTo>
                <a:lnTo>
                  <a:pt x="6944" y="14870"/>
                </a:lnTo>
                <a:lnTo>
                  <a:pt x="7044" y="15102"/>
                </a:lnTo>
                <a:lnTo>
                  <a:pt x="7132" y="15295"/>
                </a:lnTo>
                <a:lnTo>
                  <a:pt x="7270" y="15527"/>
                </a:lnTo>
                <a:lnTo>
                  <a:pt x="7358" y="15758"/>
                </a:lnTo>
                <a:lnTo>
                  <a:pt x="7446" y="15952"/>
                </a:lnTo>
                <a:lnTo>
                  <a:pt x="7547" y="16183"/>
                </a:lnTo>
                <a:lnTo>
                  <a:pt x="7634" y="16364"/>
                </a:lnTo>
                <a:lnTo>
                  <a:pt x="7773" y="16608"/>
                </a:lnTo>
                <a:lnTo>
                  <a:pt x="7860" y="16788"/>
                </a:lnTo>
                <a:lnTo>
                  <a:pt x="7948" y="17033"/>
                </a:lnTo>
                <a:lnTo>
                  <a:pt x="8049" y="17213"/>
                </a:lnTo>
                <a:lnTo>
                  <a:pt x="8137" y="17445"/>
                </a:lnTo>
                <a:lnTo>
                  <a:pt x="8275" y="17638"/>
                </a:lnTo>
                <a:lnTo>
                  <a:pt x="8363" y="17870"/>
                </a:lnTo>
                <a:lnTo>
                  <a:pt x="8451" y="18063"/>
                </a:lnTo>
                <a:lnTo>
                  <a:pt x="8551" y="18295"/>
                </a:lnTo>
                <a:lnTo>
                  <a:pt x="8639" y="18475"/>
                </a:lnTo>
                <a:lnTo>
                  <a:pt x="8777" y="18720"/>
                </a:lnTo>
                <a:lnTo>
                  <a:pt x="8865" y="18900"/>
                </a:lnTo>
                <a:lnTo>
                  <a:pt x="8966" y="19145"/>
                </a:lnTo>
                <a:lnTo>
                  <a:pt x="9053" y="19325"/>
                </a:lnTo>
                <a:lnTo>
                  <a:pt x="9141" y="19557"/>
                </a:lnTo>
                <a:lnTo>
                  <a:pt x="9279" y="19750"/>
                </a:lnTo>
                <a:lnTo>
                  <a:pt x="9367" y="19981"/>
                </a:lnTo>
                <a:lnTo>
                  <a:pt x="9468" y="20175"/>
                </a:lnTo>
                <a:lnTo>
                  <a:pt x="9556" y="20406"/>
                </a:lnTo>
                <a:lnTo>
                  <a:pt x="9644" y="20587"/>
                </a:lnTo>
                <a:lnTo>
                  <a:pt x="9782" y="20831"/>
                </a:lnTo>
                <a:lnTo>
                  <a:pt x="9870" y="21011"/>
                </a:lnTo>
                <a:lnTo>
                  <a:pt x="9970" y="21256"/>
                </a:lnTo>
                <a:lnTo>
                  <a:pt x="10058" y="21436"/>
                </a:lnTo>
                <a:lnTo>
                  <a:pt x="10146" y="21668"/>
                </a:lnTo>
                <a:lnTo>
                  <a:pt x="10284" y="21861"/>
                </a:lnTo>
                <a:lnTo>
                  <a:pt x="10372" y="22093"/>
                </a:lnTo>
                <a:lnTo>
                  <a:pt x="10472" y="22286"/>
                </a:lnTo>
                <a:lnTo>
                  <a:pt x="10560" y="22518"/>
                </a:lnTo>
                <a:lnTo>
                  <a:pt x="10648" y="22698"/>
                </a:lnTo>
                <a:lnTo>
                  <a:pt x="10786" y="22943"/>
                </a:lnTo>
                <a:lnTo>
                  <a:pt x="10874" y="23123"/>
                </a:lnTo>
                <a:lnTo>
                  <a:pt x="10975" y="23368"/>
                </a:lnTo>
                <a:lnTo>
                  <a:pt x="11063" y="23548"/>
                </a:lnTo>
                <a:lnTo>
                  <a:pt x="11151" y="23780"/>
                </a:lnTo>
                <a:lnTo>
                  <a:pt x="11289" y="23973"/>
                </a:lnTo>
                <a:lnTo>
                  <a:pt x="11377" y="24153"/>
                </a:lnTo>
                <a:lnTo>
                  <a:pt x="11477" y="24398"/>
                </a:lnTo>
                <a:lnTo>
                  <a:pt x="11565" y="24578"/>
                </a:lnTo>
                <a:lnTo>
                  <a:pt x="11653" y="24810"/>
                </a:lnTo>
                <a:lnTo>
                  <a:pt x="11791" y="25003"/>
                </a:lnTo>
                <a:lnTo>
                  <a:pt x="11879" y="25234"/>
                </a:lnTo>
                <a:lnTo>
                  <a:pt x="11979" y="25428"/>
                </a:lnTo>
                <a:lnTo>
                  <a:pt x="12067" y="25659"/>
                </a:lnTo>
                <a:lnTo>
                  <a:pt x="12155" y="25852"/>
                </a:lnTo>
                <a:lnTo>
                  <a:pt x="12293" y="26084"/>
                </a:lnTo>
                <a:lnTo>
                  <a:pt x="12381" y="26264"/>
                </a:lnTo>
                <a:lnTo>
                  <a:pt x="12482" y="26458"/>
                </a:lnTo>
                <a:lnTo>
                  <a:pt x="12569" y="26689"/>
                </a:lnTo>
                <a:lnTo>
                  <a:pt x="12657" y="26882"/>
                </a:lnTo>
                <a:lnTo>
                  <a:pt x="12796" y="27114"/>
                </a:lnTo>
                <a:lnTo>
                  <a:pt x="12896" y="27307"/>
                </a:lnTo>
                <a:lnTo>
                  <a:pt x="12984" y="27539"/>
                </a:lnTo>
                <a:lnTo>
                  <a:pt x="13072" y="27719"/>
                </a:lnTo>
                <a:lnTo>
                  <a:pt x="13160" y="27964"/>
                </a:lnTo>
                <a:lnTo>
                  <a:pt x="13298" y="28144"/>
                </a:lnTo>
                <a:lnTo>
                  <a:pt x="13398" y="28337"/>
                </a:lnTo>
                <a:lnTo>
                  <a:pt x="13486" y="28569"/>
                </a:lnTo>
                <a:lnTo>
                  <a:pt x="13574" y="28762"/>
                </a:lnTo>
                <a:lnTo>
                  <a:pt x="13662" y="28994"/>
                </a:lnTo>
                <a:lnTo>
                  <a:pt x="13800" y="29174"/>
                </a:lnTo>
                <a:lnTo>
                  <a:pt x="13901" y="29419"/>
                </a:lnTo>
                <a:lnTo>
                  <a:pt x="13988" y="29599"/>
                </a:lnTo>
                <a:lnTo>
                  <a:pt x="14076" y="29792"/>
                </a:lnTo>
                <a:lnTo>
                  <a:pt x="14215" y="30024"/>
                </a:lnTo>
                <a:lnTo>
                  <a:pt x="14302" y="30217"/>
                </a:lnTo>
                <a:lnTo>
                  <a:pt x="14403" y="30449"/>
                </a:lnTo>
                <a:lnTo>
                  <a:pt x="14491" y="30629"/>
                </a:lnTo>
                <a:lnTo>
                  <a:pt x="14579" y="30822"/>
                </a:lnTo>
                <a:lnTo>
                  <a:pt x="14717" y="31054"/>
                </a:lnTo>
                <a:lnTo>
                  <a:pt x="14805" y="31247"/>
                </a:lnTo>
                <a:lnTo>
                  <a:pt x="14905" y="31479"/>
                </a:lnTo>
                <a:lnTo>
                  <a:pt x="14993" y="31672"/>
                </a:lnTo>
                <a:lnTo>
                  <a:pt x="15081" y="31852"/>
                </a:lnTo>
                <a:lnTo>
                  <a:pt x="15219" y="32084"/>
                </a:lnTo>
                <a:lnTo>
                  <a:pt x="15307" y="32277"/>
                </a:lnTo>
                <a:lnTo>
                  <a:pt x="15407" y="32509"/>
                </a:lnTo>
                <a:lnTo>
                  <a:pt x="15495" y="32702"/>
                </a:lnTo>
                <a:lnTo>
                  <a:pt x="15583" y="32882"/>
                </a:lnTo>
                <a:lnTo>
                  <a:pt x="15721" y="33127"/>
                </a:lnTo>
                <a:lnTo>
                  <a:pt x="15809" y="33307"/>
                </a:lnTo>
                <a:lnTo>
                  <a:pt x="15910" y="33539"/>
                </a:lnTo>
                <a:lnTo>
                  <a:pt x="15998" y="33732"/>
                </a:lnTo>
                <a:lnTo>
                  <a:pt x="16086" y="33925"/>
                </a:lnTo>
                <a:lnTo>
                  <a:pt x="16224" y="34157"/>
                </a:lnTo>
                <a:lnTo>
                  <a:pt x="16324" y="34337"/>
                </a:lnTo>
                <a:lnTo>
                  <a:pt x="16412" y="34530"/>
                </a:lnTo>
                <a:lnTo>
                  <a:pt x="16500" y="34762"/>
                </a:lnTo>
                <a:lnTo>
                  <a:pt x="16588" y="34955"/>
                </a:lnTo>
                <a:lnTo>
                  <a:pt x="16726" y="35187"/>
                </a:lnTo>
                <a:lnTo>
                  <a:pt x="16826" y="35367"/>
                </a:lnTo>
                <a:lnTo>
                  <a:pt x="16914" y="35560"/>
                </a:lnTo>
                <a:lnTo>
                  <a:pt x="17002" y="35792"/>
                </a:lnTo>
                <a:lnTo>
                  <a:pt x="17090" y="35985"/>
                </a:lnTo>
                <a:lnTo>
                  <a:pt x="17228" y="36165"/>
                </a:lnTo>
                <a:lnTo>
                  <a:pt x="17329" y="36410"/>
                </a:lnTo>
                <a:lnTo>
                  <a:pt x="17417" y="36590"/>
                </a:lnTo>
                <a:lnTo>
                  <a:pt x="17505" y="36822"/>
                </a:lnTo>
                <a:lnTo>
                  <a:pt x="17592" y="37015"/>
                </a:lnTo>
                <a:lnTo>
                  <a:pt x="17731" y="37208"/>
                </a:lnTo>
                <a:lnTo>
                  <a:pt x="17831" y="37440"/>
                </a:lnTo>
                <a:lnTo>
                  <a:pt x="17919" y="37620"/>
                </a:lnTo>
                <a:lnTo>
                  <a:pt x="18007" y="37813"/>
                </a:lnTo>
                <a:lnTo>
                  <a:pt x="18095" y="38045"/>
                </a:lnTo>
                <a:lnTo>
                  <a:pt x="18233" y="38238"/>
                </a:lnTo>
                <a:lnTo>
                  <a:pt x="18333" y="38418"/>
                </a:lnTo>
                <a:lnTo>
                  <a:pt x="18421" y="38663"/>
                </a:lnTo>
                <a:lnTo>
                  <a:pt x="18509" y="38843"/>
                </a:lnTo>
                <a:lnTo>
                  <a:pt x="18597" y="39036"/>
                </a:lnTo>
                <a:lnTo>
                  <a:pt x="18735" y="39268"/>
                </a:lnTo>
                <a:lnTo>
                  <a:pt x="18836" y="39461"/>
                </a:lnTo>
                <a:lnTo>
                  <a:pt x="18924" y="39642"/>
                </a:lnTo>
                <a:lnTo>
                  <a:pt x="19011" y="39873"/>
                </a:lnTo>
                <a:lnTo>
                  <a:pt x="19112" y="40066"/>
                </a:lnTo>
                <a:lnTo>
                  <a:pt x="19237" y="40260"/>
                </a:lnTo>
                <a:lnTo>
                  <a:pt x="19338" y="40491"/>
                </a:lnTo>
                <a:lnTo>
                  <a:pt x="19426" y="40672"/>
                </a:lnTo>
                <a:lnTo>
                  <a:pt x="19514" y="40865"/>
                </a:lnTo>
                <a:lnTo>
                  <a:pt x="19614" y="41096"/>
                </a:lnTo>
                <a:lnTo>
                  <a:pt x="19740" y="41290"/>
                </a:lnTo>
                <a:lnTo>
                  <a:pt x="19840" y="41470"/>
                </a:lnTo>
                <a:lnTo>
                  <a:pt x="19928" y="41663"/>
                </a:lnTo>
                <a:lnTo>
                  <a:pt x="20016" y="4189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964663" y="5599726"/>
            <a:ext cx="20029" cy="38380"/>
          </a:xfrm>
          <a:custGeom>
            <a:avLst/>
            <a:gdLst/>
            <a:ahLst/>
            <a:cxnLst/>
            <a:rect l="l" t="t" r="r" b="b"/>
            <a:pathLst>
              <a:path w="20029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2" y="1223"/>
                </a:lnTo>
                <a:lnTo>
                  <a:pt x="740" y="1403"/>
                </a:lnTo>
                <a:lnTo>
                  <a:pt x="828" y="1596"/>
                </a:lnTo>
                <a:lnTo>
                  <a:pt x="916" y="1789"/>
                </a:lnTo>
                <a:lnTo>
                  <a:pt x="1004" y="2021"/>
                </a:lnTo>
                <a:lnTo>
                  <a:pt x="1105" y="2201"/>
                </a:lnTo>
                <a:lnTo>
                  <a:pt x="1243" y="2394"/>
                </a:lnTo>
                <a:lnTo>
                  <a:pt x="1331" y="2626"/>
                </a:lnTo>
                <a:lnTo>
                  <a:pt x="1418" y="2819"/>
                </a:lnTo>
                <a:lnTo>
                  <a:pt x="1506" y="2999"/>
                </a:lnTo>
                <a:lnTo>
                  <a:pt x="1607" y="3192"/>
                </a:lnTo>
                <a:lnTo>
                  <a:pt x="1745" y="3424"/>
                </a:lnTo>
                <a:lnTo>
                  <a:pt x="1833" y="3617"/>
                </a:lnTo>
                <a:lnTo>
                  <a:pt x="1921" y="3798"/>
                </a:lnTo>
                <a:lnTo>
                  <a:pt x="2009" y="4029"/>
                </a:lnTo>
                <a:lnTo>
                  <a:pt x="2109" y="4222"/>
                </a:lnTo>
                <a:lnTo>
                  <a:pt x="2247" y="4416"/>
                </a:lnTo>
                <a:lnTo>
                  <a:pt x="2335" y="4596"/>
                </a:lnTo>
                <a:lnTo>
                  <a:pt x="2423" y="4828"/>
                </a:lnTo>
                <a:lnTo>
                  <a:pt x="2524" y="5021"/>
                </a:lnTo>
                <a:lnTo>
                  <a:pt x="2611" y="5214"/>
                </a:lnTo>
                <a:lnTo>
                  <a:pt x="2750" y="5394"/>
                </a:lnTo>
                <a:lnTo>
                  <a:pt x="2837" y="5626"/>
                </a:lnTo>
                <a:lnTo>
                  <a:pt x="2925" y="5819"/>
                </a:lnTo>
                <a:lnTo>
                  <a:pt x="3026" y="6012"/>
                </a:lnTo>
                <a:lnTo>
                  <a:pt x="3114" y="6192"/>
                </a:lnTo>
                <a:lnTo>
                  <a:pt x="3252" y="6424"/>
                </a:lnTo>
                <a:lnTo>
                  <a:pt x="3340" y="6617"/>
                </a:lnTo>
                <a:lnTo>
                  <a:pt x="3428" y="6810"/>
                </a:lnTo>
                <a:lnTo>
                  <a:pt x="3528" y="6991"/>
                </a:lnTo>
                <a:lnTo>
                  <a:pt x="3616" y="7222"/>
                </a:lnTo>
                <a:lnTo>
                  <a:pt x="3754" y="7415"/>
                </a:lnTo>
                <a:lnTo>
                  <a:pt x="3842" y="7596"/>
                </a:lnTo>
                <a:lnTo>
                  <a:pt x="3930" y="7789"/>
                </a:lnTo>
                <a:lnTo>
                  <a:pt x="4030" y="8021"/>
                </a:lnTo>
                <a:lnTo>
                  <a:pt x="4118" y="8214"/>
                </a:lnTo>
                <a:lnTo>
                  <a:pt x="4256" y="8394"/>
                </a:lnTo>
                <a:lnTo>
                  <a:pt x="4344" y="8587"/>
                </a:lnTo>
                <a:lnTo>
                  <a:pt x="4432" y="8819"/>
                </a:lnTo>
                <a:lnTo>
                  <a:pt x="4533" y="9012"/>
                </a:lnTo>
                <a:lnTo>
                  <a:pt x="4621" y="9192"/>
                </a:lnTo>
                <a:lnTo>
                  <a:pt x="4759" y="9385"/>
                </a:lnTo>
                <a:lnTo>
                  <a:pt x="4847" y="9578"/>
                </a:lnTo>
                <a:lnTo>
                  <a:pt x="4935" y="9810"/>
                </a:lnTo>
                <a:lnTo>
                  <a:pt x="5035" y="9990"/>
                </a:lnTo>
                <a:lnTo>
                  <a:pt x="5123" y="10184"/>
                </a:lnTo>
                <a:lnTo>
                  <a:pt x="5261" y="10364"/>
                </a:lnTo>
                <a:lnTo>
                  <a:pt x="5349" y="10557"/>
                </a:lnTo>
                <a:lnTo>
                  <a:pt x="5437" y="10789"/>
                </a:lnTo>
                <a:lnTo>
                  <a:pt x="5537" y="10982"/>
                </a:lnTo>
                <a:lnTo>
                  <a:pt x="5625" y="11162"/>
                </a:lnTo>
                <a:lnTo>
                  <a:pt x="5763" y="11355"/>
                </a:lnTo>
                <a:lnTo>
                  <a:pt x="5851" y="11548"/>
                </a:lnTo>
                <a:lnTo>
                  <a:pt x="5939" y="11780"/>
                </a:lnTo>
                <a:lnTo>
                  <a:pt x="6040" y="11960"/>
                </a:lnTo>
                <a:lnTo>
                  <a:pt x="6128" y="12153"/>
                </a:lnTo>
                <a:lnTo>
                  <a:pt x="6266" y="12347"/>
                </a:lnTo>
                <a:lnTo>
                  <a:pt x="6354" y="12527"/>
                </a:lnTo>
                <a:lnTo>
                  <a:pt x="6454" y="12759"/>
                </a:lnTo>
                <a:lnTo>
                  <a:pt x="6542" y="12952"/>
                </a:lnTo>
                <a:lnTo>
                  <a:pt x="6630" y="13145"/>
                </a:lnTo>
                <a:lnTo>
                  <a:pt x="6768" y="13325"/>
                </a:lnTo>
                <a:lnTo>
                  <a:pt x="6856" y="13518"/>
                </a:lnTo>
                <a:lnTo>
                  <a:pt x="6956" y="13698"/>
                </a:lnTo>
                <a:lnTo>
                  <a:pt x="7044" y="13930"/>
                </a:lnTo>
                <a:lnTo>
                  <a:pt x="7132" y="14123"/>
                </a:lnTo>
                <a:lnTo>
                  <a:pt x="7270" y="14316"/>
                </a:lnTo>
                <a:lnTo>
                  <a:pt x="7358" y="14497"/>
                </a:lnTo>
                <a:lnTo>
                  <a:pt x="7459" y="14690"/>
                </a:lnTo>
                <a:lnTo>
                  <a:pt x="7547" y="14870"/>
                </a:lnTo>
                <a:lnTo>
                  <a:pt x="7634" y="15115"/>
                </a:lnTo>
                <a:lnTo>
                  <a:pt x="7773" y="15295"/>
                </a:lnTo>
                <a:lnTo>
                  <a:pt x="7860" y="15488"/>
                </a:lnTo>
                <a:lnTo>
                  <a:pt x="7961" y="15668"/>
                </a:lnTo>
                <a:lnTo>
                  <a:pt x="8049" y="15861"/>
                </a:lnTo>
                <a:lnTo>
                  <a:pt x="8137" y="16042"/>
                </a:lnTo>
                <a:lnTo>
                  <a:pt x="8275" y="16286"/>
                </a:lnTo>
                <a:lnTo>
                  <a:pt x="8363" y="16467"/>
                </a:lnTo>
                <a:lnTo>
                  <a:pt x="8463" y="16660"/>
                </a:lnTo>
                <a:lnTo>
                  <a:pt x="8551" y="16840"/>
                </a:lnTo>
                <a:lnTo>
                  <a:pt x="8639" y="17033"/>
                </a:lnTo>
                <a:lnTo>
                  <a:pt x="8777" y="17226"/>
                </a:lnTo>
                <a:lnTo>
                  <a:pt x="8865" y="17406"/>
                </a:lnTo>
                <a:lnTo>
                  <a:pt x="8966" y="17638"/>
                </a:lnTo>
                <a:lnTo>
                  <a:pt x="9053" y="17831"/>
                </a:lnTo>
                <a:lnTo>
                  <a:pt x="9141" y="18024"/>
                </a:lnTo>
                <a:lnTo>
                  <a:pt x="9279" y="18205"/>
                </a:lnTo>
                <a:lnTo>
                  <a:pt x="9367" y="18398"/>
                </a:lnTo>
                <a:lnTo>
                  <a:pt x="9468" y="18578"/>
                </a:lnTo>
                <a:lnTo>
                  <a:pt x="9556" y="18771"/>
                </a:lnTo>
                <a:lnTo>
                  <a:pt x="9644" y="18951"/>
                </a:lnTo>
                <a:lnTo>
                  <a:pt x="9782" y="19196"/>
                </a:lnTo>
                <a:lnTo>
                  <a:pt x="9870" y="19376"/>
                </a:lnTo>
                <a:lnTo>
                  <a:pt x="9970" y="19569"/>
                </a:lnTo>
                <a:lnTo>
                  <a:pt x="10058" y="19750"/>
                </a:lnTo>
                <a:lnTo>
                  <a:pt x="10146" y="19943"/>
                </a:lnTo>
                <a:lnTo>
                  <a:pt x="10284" y="20136"/>
                </a:lnTo>
                <a:lnTo>
                  <a:pt x="10384" y="20316"/>
                </a:lnTo>
                <a:lnTo>
                  <a:pt x="10472" y="20509"/>
                </a:lnTo>
                <a:lnTo>
                  <a:pt x="10560" y="20690"/>
                </a:lnTo>
                <a:lnTo>
                  <a:pt x="10648" y="20921"/>
                </a:lnTo>
                <a:lnTo>
                  <a:pt x="10786" y="21114"/>
                </a:lnTo>
                <a:lnTo>
                  <a:pt x="10887" y="21308"/>
                </a:lnTo>
                <a:lnTo>
                  <a:pt x="10975" y="21488"/>
                </a:lnTo>
                <a:lnTo>
                  <a:pt x="11063" y="21681"/>
                </a:lnTo>
                <a:lnTo>
                  <a:pt x="11150" y="21861"/>
                </a:lnTo>
                <a:lnTo>
                  <a:pt x="11289" y="22054"/>
                </a:lnTo>
                <a:lnTo>
                  <a:pt x="11389" y="22247"/>
                </a:lnTo>
                <a:lnTo>
                  <a:pt x="11477" y="22428"/>
                </a:lnTo>
                <a:lnTo>
                  <a:pt x="11565" y="22621"/>
                </a:lnTo>
                <a:lnTo>
                  <a:pt x="11653" y="22801"/>
                </a:lnTo>
                <a:lnTo>
                  <a:pt x="11791" y="22994"/>
                </a:lnTo>
                <a:lnTo>
                  <a:pt x="11891" y="23226"/>
                </a:lnTo>
                <a:lnTo>
                  <a:pt x="11979" y="23419"/>
                </a:lnTo>
                <a:lnTo>
                  <a:pt x="12067" y="23599"/>
                </a:lnTo>
                <a:lnTo>
                  <a:pt x="12155" y="23792"/>
                </a:lnTo>
                <a:lnTo>
                  <a:pt x="12293" y="23973"/>
                </a:lnTo>
                <a:lnTo>
                  <a:pt x="12394" y="24166"/>
                </a:lnTo>
                <a:lnTo>
                  <a:pt x="12482" y="24359"/>
                </a:lnTo>
                <a:lnTo>
                  <a:pt x="12569" y="24539"/>
                </a:lnTo>
                <a:lnTo>
                  <a:pt x="12670" y="24732"/>
                </a:lnTo>
                <a:lnTo>
                  <a:pt x="12796" y="24913"/>
                </a:lnTo>
                <a:lnTo>
                  <a:pt x="12896" y="25106"/>
                </a:lnTo>
                <a:lnTo>
                  <a:pt x="12984" y="25286"/>
                </a:lnTo>
                <a:lnTo>
                  <a:pt x="13072" y="25479"/>
                </a:lnTo>
                <a:lnTo>
                  <a:pt x="13172" y="25672"/>
                </a:lnTo>
                <a:lnTo>
                  <a:pt x="13298" y="25852"/>
                </a:lnTo>
                <a:lnTo>
                  <a:pt x="13398" y="26046"/>
                </a:lnTo>
                <a:lnTo>
                  <a:pt x="13486" y="26226"/>
                </a:lnTo>
                <a:lnTo>
                  <a:pt x="13574" y="26470"/>
                </a:lnTo>
                <a:lnTo>
                  <a:pt x="13675" y="26651"/>
                </a:lnTo>
                <a:lnTo>
                  <a:pt x="13813" y="26844"/>
                </a:lnTo>
                <a:lnTo>
                  <a:pt x="13901" y="27024"/>
                </a:lnTo>
                <a:lnTo>
                  <a:pt x="13988" y="27217"/>
                </a:lnTo>
                <a:lnTo>
                  <a:pt x="14076" y="27397"/>
                </a:lnTo>
                <a:lnTo>
                  <a:pt x="14177" y="27591"/>
                </a:lnTo>
                <a:lnTo>
                  <a:pt x="14315" y="27784"/>
                </a:lnTo>
                <a:lnTo>
                  <a:pt x="14403" y="27964"/>
                </a:lnTo>
                <a:lnTo>
                  <a:pt x="14491" y="28157"/>
                </a:lnTo>
                <a:lnTo>
                  <a:pt x="14579" y="28337"/>
                </a:lnTo>
                <a:lnTo>
                  <a:pt x="14679" y="28530"/>
                </a:lnTo>
                <a:lnTo>
                  <a:pt x="14817" y="28711"/>
                </a:lnTo>
                <a:lnTo>
                  <a:pt x="14905" y="28904"/>
                </a:lnTo>
                <a:lnTo>
                  <a:pt x="14993" y="29097"/>
                </a:lnTo>
                <a:lnTo>
                  <a:pt x="15081" y="29277"/>
                </a:lnTo>
                <a:lnTo>
                  <a:pt x="15181" y="29470"/>
                </a:lnTo>
                <a:lnTo>
                  <a:pt x="15320" y="29651"/>
                </a:lnTo>
                <a:lnTo>
                  <a:pt x="15407" y="29844"/>
                </a:lnTo>
                <a:lnTo>
                  <a:pt x="15495" y="30037"/>
                </a:lnTo>
                <a:lnTo>
                  <a:pt x="15583" y="30217"/>
                </a:lnTo>
                <a:lnTo>
                  <a:pt x="15684" y="30410"/>
                </a:lnTo>
                <a:lnTo>
                  <a:pt x="15822" y="30590"/>
                </a:lnTo>
                <a:lnTo>
                  <a:pt x="15910" y="30784"/>
                </a:lnTo>
                <a:lnTo>
                  <a:pt x="15998" y="30964"/>
                </a:lnTo>
                <a:lnTo>
                  <a:pt x="16098" y="31157"/>
                </a:lnTo>
                <a:lnTo>
                  <a:pt x="16186" y="31350"/>
                </a:lnTo>
                <a:lnTo>
                  <a:pt x="16324" y="31530"/>
                </a:lnTo>
                <a:lnTo>
                  <a:pt x="16412" y="31723"/>
                </a:lnTo>
                <a:lnTo>
                  <a:pt x="16500" y="31904"/>
                </a:lnTo>
                <a:lnTo>
                  <a:pt x="16600" y="32097"/>
                </a:lnTo>
                <a:lnTo>
                  <a:pt x="16688" y="32277"/>
                </a:lnTo>
                <a:lnTo>
                  <a:pt x="16826" y="32470"/>
                </a:lnTo>
                <a:lnTo>
                  <a:pt x="16914" y="32663"/>
                </a:lnTo>
                <a:lnTo>
                  <a:pt x="17002" y="32844"/>
                </a:lnTo>
                <a:lnTo>
                  <a:pt x="17103" y="33037"/>
                </a:lnTo>
                <a:lnTo>
                  <a:pt x="17191" y="33178"/>
                </a:lnTo>
                <a:lnTo>
                  <a:pt x="17329" y="33359"/>
                </a:lnTo>
                <a:lnTo>
                  <a:pt x="17417" y="33552"/>
                </a:lnTo>
                <a:lnTo>
                  <a:pt x="17505" y="33732"/>
                </a:lnTo>
                <a:lnTo>
                  <a:pt x="17605" y="33925"/>
                </a:lnTo>
                <a:lnTo>
                  <a:pt x="17693" y="34118"/>
                </a:lnTo>
                <a:lnTo>
                  <a:pt x="17831" y="34298"/>
                </a:lnTo>
                <a:lnTo>
                  <a:pt x="17919" y="34492"/>
                </a:lnTo>
                <a:lnTo>
                  <a:pt x="18007" y="34672"/>
                </a:lnTo>
                <a:lnTo>
                  <a:pt x="18107" y="34865"/>
                </a:lnTo>
                <a:lnTo>
                  <a:pt x="18195" y="35045"/>
                </a:lnTo>
                <a:lnTo>
                  <a:pt x="18333" y="35238"/>
                </a:lnTo>
                <a:lnTo>
                  <a:pt x="18421" y="35431"/>
                </a:lnTo>
                <a:lnTo>
                  <a:pt x="18509" y="35612"/>
                </a:lnTo>
                <a:lnTo>
                  <a:pt x="18610" y="35805"/>
                </a:lnTo>
                <a:lnTo>
                  <a:pt x="18698" y="35985"/>
                </a:lnTo>
                <a:lnTo>
                  <a:pt x="18836" y="36178"/>
                </a:lnTo>
                <a:lnTo>
                  <a:pt x="18924" y="36371"/>
                </a:lnTo>
                <a:lnTo>
                  <a:pt x="19011" y="36500"/>
                </a:lnTo>
                <a:lnTo>
                  <a:pt x="19112" y="36693"/>
                </a:lnTo>
                <a:lnTo>
                  <a:pt x="19200" y="36886"/>
                </a:lnTo>
                <a:lnTo>
                  <a:pt x="19338" y="37067"/>
                </a:lnTo>
                <a:lnTo>
                  <a:pt x="19426" y="37260"/>
                </a:lnTo>
                <a:lnTo>
                  <a:pt x="19514" y="37440"/>
                </a:lnTo>
                <a:lnTo>
                  <a:pt x="19614" y="37633"/>
                </a:lnTo>
                <a:lnTo>
                  <a:pt x="19702" y="37813"/>
                </a:lnTo>
                <a:lnTo>
                  <a:pt x="19840" y="38006"/>
                </a:lnTo>
                <a:lnTo>
                  <a:pt x="19928" y="38200"/>
                </a:lnTo>
                <a:lnTo>
                  <a:pt x="20029" y="3838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984692" y="5638106"/>
            <a:ext cx="20016" cy="34256"/>
          </a:xfrm>
          <a:custGeom>
            <a:avLst/>
            <a:gdLst/>
            <a:ahLst/>
            <a:cxnLst/>
            <a:rect l="l" t="t" r="r" b="b"/>
            <a:pathLst>
              <a:path w="20016" h="34256">
                <a:moveTo>
                  <a:pt x="0" y="0"/>
                </a:moveTo>
                <a:lnTo>
                  <a:pt x="87" y="141"/>
                </a:lnTo>
                <a:lnTo>
                  <a:pt x="175" y="334"/>
                </a:lnTo>
                <a:lnTo>
                  <a:pt x="313" y="514"/>
                </a:lnTo>
                <a:lnTo>
                  <a:pt x="401" y="708"/>
                </a:lnTo>
                <a:lnTo>
                  <a:pt x="502" y="888"/>
                </a:lnTo>
                <a:lnTo>
                  <a:pt x="590" y="1081"/>
                </a:lnTo>
                <a:lnTo>
                  <a:pt x="678" y="1274"/>
                </a:lnTo>
                <a:lnTo>
                  <a:pt x="816" y="1454"/>
                </a:lnTo>
                <a:lnTo>
                  <a:pt x="904" y="1647"/>
                </a:lnTo>
                <a:lnTo>
                  <a:pt x="1004" y="1789"/>
                </a:lnTo>
                <a:lnTo>
                  <a:pt x="1092" y="1969"/>
                </a:lnTo>
                <a:lnTo>
                  <a:pt x="1180" y="2162"/>
                </a:lnTo>
                <a:lnTo>
                  <a:pt x="1318" y="2343"/>
                </a:lnTo>
                <a:lnTo>
                  <a:pt x="1406" y="2536"/>
                </a:lnTo>
                <a:lnTo>
                  <a:pt x="1506" y="2729"/>
                </a:lnTo>
                <a:lnTo>
                  <a:pt x="1594" y="2909"/>
                </a:lnTo>
                <a:lnTo>
                  <a:pt x="1682" y="3102"/>
                </a:lnTo>
                <a:lnTo>
                  <a:pt x="1820" y="3244"/>
                </a:lnTo>
                <a:lnTo>
                  <a:pt x="1908" y="3424"/>
                </a:lnTo>
                <a:lnTo>
                  <a:pt x="2009" y="3617"/>
                </a:lnTo>
                <a:lnTo>
                  <a:pt x="2097" y="3798"/>
                </a:lnTo>
                <a:lnTo>
                  <a:pt x="2184" y="3991"/>
                </a:lnTo>
                <a:lnTo>
                  <a:pt x="2323" y="4184"/>
                </a:lnTo>
                <a:lnTo>
                  <a:pt x="2411" y="4325"/>
                </a:lnTo>
                <a:lnTo>
                  <a:pt x="2511" y="4506"/>
                </a:lnTo>
                <a:lnTo>
                  <a:pt x="2599" y="4699"/>
                </a:lnTo>
                <a:lnTo>
                  <a:pt x="2687" y="4879"/>
                </a:lnTo>
                <a:lnTo>
                  <a:pt x="2825" y="5072"/>
                </a:lnTo>
                <a:lnTo>
                  <a:pt x="2913" y="5252"/>
                </a:lnTo>
                <a:lnTo>
                  <a:pt x="3013" y="5446"/>
                </a:lnTo>
                <a:lnTo>
                  <a:pt x="3101" y="5587"/>
                </a:lnTo>
                <a:lnTo>
                  <a:pt x="3189" y="5767"/>
                </a:lnTo>
                <a:lnTo>
                  <a:pt x="3327" y="5961"/>
                </a:lnTo>
                <a:lnTo>
                  <a:pt x="3415" y="6154"/>
                </a:lnTo>
                <a:lnTo>
                  <a:pt x="3516" y="6334"/>
                </a:lnTo>
                <a:lnTo>
                  <a:pt x="3603" y="6476"/>
                </a:lnTo>
                <a:lnTo>
                  <a:pt x="3691" y="6669"/>
                </a:lnTo>
                <a:lnTo>
                  <a:pt x="3830" y="6849"/>
                </a:lnTo>
                <a:lnTo>
                  <a:pt x="3930" y="7042"/>
                </a:lnTo>
                <a:lnTo>
                  <a:pt x="4018" y="7222"/>
                </a:lnTo>
                <a:lnTo>
                  <a:pt x="4106" y="7415"/>
                </a:lnTo>
                <a:lnTo>
                  <a:pt x="4194" y="7557"/>
                </a:lnTo>
                <a:lnTo>
                  <a:pt x="4332" y="7750"/>
                </a:lnTo>
                <a:lnTo>
                  <a:pt x="4432" y="7930"/>
                </a:lnTo>
                <a:lnTo>
                  <a:pt x="4520" y="8124"/>
                </a:lnTo>
                <a:lnTo>
                  <a:pt x="4608" y="8304"/>
                </a:lnTo>
                <a:lnTo>
                  <a:pt x="4696" y="8445"/>
                </a:lnTo>
                <a:lnTo>
                  <a:pt x="4834" y="8639"/>
                </a:lnTo>
                <a:lnTo>
                  <a:pt x="4935" y="8819"/>
                </a:lnTo>
                <a:lnTo>
                  <a:pt x="5022" y="9012"/>
                </a:lnTo>
                <a:lnTo>
                  <a:pt x="5110" y="9205"/>
                </a:lnTo>
                <a:lnTo>
                  <a:pt x="5198" y="9334"/>
                </a:lnTo>
                <a:lnTo>
                  <a:pt x="5336" y="9527"/>
                </a:lnTo>
                <a:lnTo>
                  <a:pt x="5437" y="9720"/>
                </a:lnTo>
                <a:lnTo>
                  <a:pt x="5525" y="9900"/>
                </a:lnTo>
                <a:lnTo>
                  <a:pt x="5613" y="10042"/>
                </a:lnTo>
                <a:lnTo>
                  <a:pt x="5701" y="10235"/>
                </a:lnTo>
                <a:lnTo>
                  <a:pt x="5839" y="10415"/>
                </a:lnTo>
                <a:lnTo>
                  <a:pt x="5939" y="10608"/>
                </a:lnTo>
                <a:lnTo>
                  <a:pt x="6027" y="10750"/>
                </a:lnTo>
                <a:lnTo>
                  <a:pt x="6115" y="10930"/>
                </a:lnTo>
                <a:lnTo>
                  <a:pt x="6215" y="11123"/>
                </a:lnTo>
                <a:lnTo>
                  <a:pt x="6341" y="11317"/>
                </a:lnTo>
                <a:lnTo>
                  <a:pt x="6441" y="11497"/>
                </a:lnTo>
                <a:lnTo>
                  <a:pt x="6529" y="11638"/>
                </a:lnTo>
                <a:lnTo>
                  <a:pt x="6617" y="11832"/>
                </a:lnTo>
                <a:lnTo>
                  <a:pt x="6718" y="12012"/>
                </a:lnTo>
                <a:lnTo>
                  <a:pt x="6843" y="12205"/>
                </a:lnTo>
                <a:lnTo>
                  <a:pt x="6944" y="12347"/>
                </a:lnTo>
                <a:lnTo>
                  <a:pt x="7032" y="12527"/>
                </a:lnTo>
                <a:lnTo>
                  <a:pt x="7120" y="12720"/>
                </a:lnTo>
                <a:lnTo>
                  <a:pt x="7220" y="12862"/>
                </a:lnTo>
                <a:lnTo>
                  <a:pt x="7358" y="13042"/>
                </a:lnTo>
                <a:lnTo>
                  <a:pt x="7446" y="13235"/>
                </a:lnTo>
                <a:lnTo>
                  <a:pt x="7534" y="13428"/>
                </a:lnTo>
                <a:lnTo>
                  <a:pt x="7622" y="13557"/>
                </a:lnTo>
                <a:lnTo>
                  <a:pt x="7722" y="13750"/>
                </a:lnTo>
                <a:lnTo>
                  <a:pt x="7860" y="13943"/>
                </a:lnTo>
                <a:lnTo>
                  <a:pt x="7948" y="14123"/>
                </a:lnTo>
                <a:lnTo>
                  <a:pt x="8036" y="14265"/>
                </a:lnTo>
                <a:lnTo>
                  <a:pt x="8124" y="14458"/>
                </a:lnTo>
                <a:lnTo>
                  <a:pt x="8225" y="14638"/>
                </a:lnTo>
                <a:lnTo>
                  <a:pt x="8363" y="14780"/>
                </a:lnTo>
                <a:lnTo>
                  <a:pt x="8451" y="14973"/>
                </a:lnTo>
                <a:lnTo>
                  <a:pt x="8539" y="15153"/>
                </a:lnTo>
                <a:lnTo>
                  <a:pt x="8626" y="15346"/>
                </a:lnTo>
                <a:lnTo>
                  <a:pt x="8727" y="15488"/>
                </a:lnTo>
                <a:lnTo>
                  <a:pt x="8865" y="15668"/>
                </a:lnTo>
                <a:lnTo>
                  <a:pt x="8953" y="15861"/>
                </a:lnTo>
                <a:lnTo>
                  <a:pt x="9041" y="16003"/>
                </a:lnTo>
                <a:lnTo>
                  <a:pt x="9129" y="16196"/>
                </a:lnTo>
                <a:lnTo>
                  <a:pt x="9229" y="16376"/>
                </a:lnTo>
                <a:lnTo>
                  <a:pt x="9367" y="16518"/>
                </a:lnTo>
                <a:lnTo>
                  <a:pt x="9455" y="16711"/>
                </a:lnTo>
                <a:lnTo>
                  <a:pt x="9543" y="16891"/>
                </a:lnTo>
                <a:lnTo>
                  <a:pt x="9631" y="17033"/>
                </a:lnTo>
                <a:lnTo>
                  <a:pt x="9732" y="17226"/>
                </a:lnTo>
                <a:lnTo>
                  <a:pt x="9870" y="17406"/>
                </a:lnTo>
                <a:lnTo>
                  <a:pt x="9958" y="17600"/>
                </a:lnTo>
                <a:lnTo>
                  <a:pt x="10045" y="17741"/>
                </a:lnTo>
                <a:lnTo>
                  <a:pt x="10146" y="17921"/>
                </a:lnTo>
                <a:lnTo>
                  <a:pt x="10234" y="18115"/>
                </a:lnTo>
                <a:lnTo>
                  <a:pt x="10372" y="18256"/>
                </a:lnTo>
                <a:lnTo>
                  <a:pt x="10460" y="18436"/>
                </a:lnTo>
                <a:lnTo>
                  <a:pt x="10548" y="18630"/>
                </a:lnTo>
                <a:lnTo>
                  <a:pt x="10648" y="18771"/>
                </a:lnTo>
                <a:lnTo>
                  <a:pt x="10736" y="18964"/>
                </a:lnTo>
                <a:lnTo>
                  <a:pt x="10874" y="19106"/>
                </a:lnTo>
                <a:lnTo>
                  <a:pt x="10962" y="19286"/>
                </a:lnTo>
                <a:lnTo>
                  <a:pt x="11050" y="19479"/>
                </a:lnTo>
                <a:lnTo>
                  <a:pt x="11150" y="19621"/>
                </a:lnTo>
                <a:lnTo>
                  <a:pt x="11238" y="19801"/>
                </a:lnTo>
                <a:lnTo>
                  <a:pt x="11377" y="19994"/>
                </a:lnTo>
                <a:lnTo>
                  <a:pt x="11464" y="20136"/>
                </a:lnTo>
                <a:lnTo>
                  <a:pt x="11552" y="20316"/>
                </a:lnTo>
                <a:lnTo>
                  <a:pt x="11653" y="20509"/>
                </a:lnTo>
                <a:lnTo>
                  <a:pt x="11741" y="20651"/>
                </a:lnTo>
                <a:lnTo>
                  <a:pt x="11879" y="20831"/>
                </a:lnTo>
                <a:lnTo>
                  <a:pt x="11967" y="21024"/>
                </a:lnTo>
                <a:lnTo>
                  <a:pt x="12055" y="21166"/>
                </a:lnTo>
                <a:lnTo>
                  <a:pt x="12155" y="21346"/>
                </a:lnTo>
                <a:lnTo>
                  <a:pt x="12243" y="21488"/>
                </a:lnTo>
                <a:lnTo>
                  <a:pt x="12381" y="21681"/>
                </a:lnTo>
                <a:lnTo>
                  <a:pt x="12469" y="21874"/>
                </a:lnTo>
                <a:lnTo>
                  <a:pt x="12557" y="22003"/>
                </a:lnTo>
                <a:lnTo>
                  <a:pt x="12657" y="22196"/>
                </a:lnTo>
                <a:lnTo>
                  <a:pt x="12745" y="22338"/>
                </a:lnTo>
                <a:lnTo>
                  <a:pt x="12883" y="22531"/>
                </a:lnTo>
                <a:lnTo>
                  <a:pt x="12971" y="22711"/>
                </a:lnTo>
                <a:lnTo>
                  <a:pt x="13059" y="22853"/>
                </a:lnTo>
                <a:lnTo>
                  <a:pt x="13160" y="23046"/>
                </a:lnTo>
                <a:lnTo>
                  <a:pt x="13248" y="23187"/>
                </a:lnTo>
                <a:lnTo>
                  <a:pt x="13386" y="23368"/>
                </a:lnTo>
                <a:lnTo>
                  <a:pt x="13474" y="23561"/>
                </a:lnTo>
                <a:lnTo>
                  <a:pt x="13574" y="23702"/>
                </a:lnTo>
                <a:lnTo>
                  <a:pt x="13662" y="23883"/>
                </a:lnTo>
                <a:lnTo>
                  <a:pt x="13750" y="24024"/>
                </a:lnTo>
                <a:lnTo>
                  <a:pt x="13888" y="24217"/>
                </a:lnTo>
                <a:lnTo>
                  <a:pt x="13976" y="24398"/>
                </a:lnTo>
                <a:lnTo>
                  <a:pt x="14076" y="24539"/>
                </a:lnTo>
                <a:lnTo>
                  <a:pt x="14164" y="24732"/>
                </a:lnTo>
                <a:lnTo>
                  <a:pt x="14252" y="24874"/>
                </a:lnTo>
                <a:lnTo>
                  <a:pt x="14390" y="25054"/>
                </a:lnTo>
                <a:lnTo>
                  <a:pt x="14478" y="25196"/>
                </a:lnTo>
                <a:lnTo>
                  <a:pt x="14579" y="25389"/>
                </a:lnTo>
                <a:lnTo>
                  <a:pt x="14667" y="25569"/>
                </a:lnTo>
                <a:lnTo>
                  <a:pt x="14754" y="25711"/>
                </a:lnTo>
                <a:lnTo>
                  <a:pt x="14893" y="25904"/>
                </a:lnTo>
                <a:lnTo>
                  <a:pt x="14981" y="26046"/>
                </a:lnTo>
                <a:lnTo>
                  <a:pt x="15081" y="26226"/>
                </a:lnTo>
                <a:lnTo>
                  <a:pt x="15169" y="26367"/>
                </a:lnTo>
                <a:lnTo>
                  <a:pt x="15257" y="26561"/>
                </a:lnTo>
                <a:lnTo>
                  <a:pt x="15395" y="26702"/>
                </a:lnTo>
                <a:lnTo>
                  <a:pt x="15483" y="26882"/>
                </a:lnTo>
                <a:lnTo>
                  <a:pt x="15583" y="27024"/>
                </a:lnTo>
                <a:lnTo>
                  <a:pt x="15671" y="27217"/>
                </a:lnTo>
                <a:lnTo>
                  <a:pt x="15759" y="27410"/>
                </a:lnTo>
                <a:lnTo>
                  <a:pt x="15897" y="27552"/>
                </a:lnTo>
                <a:lnTo>
                  <a:pt x="15985" y="27732"/>
                </a:lnTo>
                <a:lnTo>
                  <a:pt x="16086" y="27874"/>
                </a:lnTo>
                <a:lnTo>
                  <a:pt x="16173" y="28067"/>
                </a:lnTo>
                <a:lnTo>
                  <a:pt x="16261" y="28209"/>
                </a:lnTo>
                <a:lnTo>
                  <a:pt x="16400" y="28389"/>
                </a:lnTo>
                <a:lnTo>
                  <a:pt x="16487" y="28530"/>
                </a:lnTo>
                <a:lnTo>
                  <a:pt x="16588" y="28724"/>
                </a:lnTo>
                <a:lnTo>
                  <a:pt x="16676" y="28865"/>
                </a:lnTo>
                <a:lnTo>
                  <a:pt x="16764" y="29045"/>
                </a:lnTo>
                <a:lnTo>
                  <a:pt x="16902" y="29187"/>
                </a:lnTo>
                <a:lnTo>
                  <a:pt x="16990" y="29380"/>
                </a:lnTo>
                <a:lnTo>
                  <a:pt x="17090" y="29522"/>
                </a:lnTo>
                <a:lnTo>
                  <a:pt x="17178" y="29702"/>
                </a:lnTo>
                <a:lnTo>
                  <a:pt x="17266" y="29844"/>
                </a:lnTo>
                <a:lnTo>
                  <a:pt x="17404" y="30037"/>
                </a:lnTo>
                <a:lnTo>
                  <a:pt x="17505" y="30178"/>
                </a:lnTo>
                <a:lnTo>
                  <a:pt x="17592" y="30359"/>
                </a:lnTo>
                <a:lnTo>
                  <a:pt x="17680" y="30500"/>
                </a:lnTo>
                <a:lnTo>
                  <a:pt x="17768" y="30693"/>
                </a:lnTo>
                <a:lnTo>
                  <a:pt x="17906" y="30835"/>
                </a:lnTo>
                <a:lnTo>
                  <a:pt x="18007" y="31015"/>
                </a:lnTo>
                <a:lnTo>
                  <a:pt x="18095" y="31157"/>
                </a:lnTo>
                <a:lnTo>
                  <a:pt x="18183" y="31350"/>
                </a:lnTo>
                <a:lnTo>
                  <a:pt x="18271" y="31492"/>
                </a:lnTo>
                <a:lnTo>
                  <a:pt x="18409" y="31672"/>
                </a:lnTo>
                <a:lnTo>
                  <a:pt x="18509" y="31814"/>
                </a:lnTo>
                <a:lnTo>
                  <a:pt x="18597" y="32007"/>
                </a:lnTo>
                <a:lnTo>
                  <a:pt x="18685" y="32148"/>
                </a:lnTo>
                <a:lnTo>
                  <a:pt x="18773" y="32290"/>
                </a:lnTo>
                <a:lnTo>
                  <a:pt x="18911" y="32470"/>
                </a:lnTo>
                <a:lnTo>
                  <a:pt x="19011" y="32612"/>
                </a:lnTo>
                <a:lnTo>
                  <a:pt x="19099" y="32805"/>
                </a:lnTo>
                <a:lnTo>
                  <a:pt x="19187" y="32947"/>
                </a:lnTo>
                <a:lnTo>
                  <a:pt x="19275" y="33127"/>
                </a:lnTo>
                <a:lnTo>
                  <a:pt x="19413" y="33268"/>
                </a:lnTo>
                <a:lnTo>
                  <a:pt x="19514" y="33462"/>
                </a:lnTo>
                <a:lnTo>
                  <a:pt x="19602" y="33598"/>
                </a:lnTo>
                <a:lnTo>
                  <a:pt x="19690" y="33786"/>
                </a:lnTo>
                <a:lnTo>
                  <a:pt x="19790" y="33926"/>
                </a:lnTo>
                <a:lnTo>
                  <a:pt x="19916" y="34068"/>
                </a:lnTo>
                <a:lnTo>
                  <a:pt x="20016" y="34256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6004709" y="5672363"/>
            <a:ext cx="20016" cy="29607"/>
          </a:xfrm>
          <a:custGeom>
            <a:avLst/>
            <a:gdLst/>
            <a:ahLst/>
            <a:cxnLst/>
            <a:rect l="l" t="t" r="r" b="b"/>
            <a:pathLst>
              <a:path w="20016" h="29607">
                <a:moveTo>
                  <a:pt x="0" y="0"/>
                </a:moveTo>
                <a:lnTo>
                  <a:pt x="87" y="140"/>
                </a:lnTo>
                <a:lnTo>
                  <a:pt x="175" y="328"/>
                </a:lnTo>
                <a:lnTo>
                  <a:pt x="276" y="468"/>
                </a:lnTo>
                <a:lnTo>
                  <a:pt x="401" y="656"/>
                </a:lnTo>
                <a:lnTo>
                  <a:pt x="502" y="796"/>
                </a:lnTo>
                <a:lnTo>
                  <a:pt x="590" y="937"/>
                </a:lnTo>
                <a:lnTo>
                  <a:pt x="678" y="1125"/>
                </a:lnTo>
                <a:lnTo>
                  <a:pt x="778" y="1266"/>
                </a:lnTo>
                <a:lnTo>
                  <a:pt x="916" y="1453"/>
                </a:lnTo>
                <a:lnTo>
                  <a:pt x="1004" y="1595"/>
                </a:lnTo>
                <a:lnTo>
                  <a:pt x="1092" y="1735"/>
                </a:lnTo>
                <a:lnTo>
                  <a:pt x="1180" y="1923"/>
                </a:lnTo>
                <a:lnTo>
                  <a:pt x="1280" y="2063"/>
                </a:lnTo>
                <a:lnTo>
                  <a:pt x="1418" y="2251"/>
                </a:lnTo>
                <a:lnTo>
                  <a:pt x="1506" y="2392"/>
                </a:lnTo>
                <a:lnTo>
                  <a:pt x="1594" y="2533"/>
                </a:lnTo>
                <a:lnTo>
                  <a:pt x="1682" y="2720"/>
                </a:lnTo>
                <a:lnTo>
                  <a:pt x="1783" y="2862"/>
                </a:lnTo>
                <a:lnTo>
                  <a:pt x="1921" y="3048"/>
                </a:lnTo>
                <a:lnTo>
                  <a:pt x="2009" y="3190"/>
                </a:lnTo>
                <a:lnTo>
                  <a:pt x="2097" y="3330"/>
                </a:lnTo>
                <a:lnTo>
                  <a:pt x="2184" y="3518"/>
                </a:lnTo>
                <a:lnTo>
                  <a:pt x="2285" y="3659"/>
                </a:lnTo>
                <a:lnTo>
                  <a:pt x="2423" y="3800"/>
                </a:lnTo>
                <a:lnTo>
                  <a:pt x="2511" y="3987"/>
                </a:lnTo>
                <a:lnTo>
                  <a:pt x="2599" y="4129"/>
                </a:lnTo>
                <a:lnTo>
                  <a:pt x="2687" y="4315"/>
                </a:lnTo>
                <a:lnTo>
                  <a:pt x="2787" y="4457"/>
                </a:lnTo>
                <a:lnTo>
                  <a:pt x="2925" y="4597"/>
                </a:lnTo>
                <a:lnTo>
                  <a:pt x="3013" y="4785"/>
                </a:lnTo>
                <a:lnTo>
                  <a:pt x="3101" y="4925"/>
                </a:lnTo>
                <a:lnTo>
                  <a:pt x="3189" y="5067"/>
                </a:lnTo>
                <a:lnTo>
                  <a:pt x="3290" y="5254"/>
                </a:lnTo>
                <a:lnTo>
                  <a:pt x="3428" y="5395"/>
                </a:lnTo>
                <a:lnTo>
                  <a:pt x="3516" y="5536"/>
                </a:lnTo>
                <a:lnTo>
                  <a:pt x="3603" y="5724"/>
                </a:lnTo>
                <a:lnTo>
                  <a:pt x="3704" y="5864"/>
                </a:lnTo>
                <a:lnTo>
                  <a:pt x="3792" y="6004"/>
                </a:lnTo>
                <a:lnTo>
                  <a:pt x="3930" y="6192"/>
                </a:lnTo>
                <a:lnTo>
                  <a:pt x="4018" y="6334"/>
                </a:lnTo>
                <a:lnTo>
                  <a:pt x="4106" y="6474"/>
                </a:lnTo>
                <a:lnTo>
                  <a:pt x="4206" y="6662"/>
                </a:lnTo>
                <a:lnTo>
                  <a:pt x="4294" y="6803"/>
                </a:lnTo>
                <a:lnTo>
                  <a:pt x="4432" y="6943"/>
                </a:lnTo>
                <a:lnTo>
                  <a:pt x="4520" y="7131"/>
                </a:lnTo>
                <a:lnTo>
                  <a:pt x="4608" y="7271"/>
                </a:lnTo>
                <a:lnTo>
                  <a:pt x="4709" y="7413"/>
                </a:lnTo>
                <a:lnTo>
                  <a:pt x="4796" y="7601"/>
                </a:lnTo>
                <a:lnTo>
                  <a:pt x="4935" y="7741"/>
                </a:lnTo>
                <a:lnTo>
                  <a:pt x="5022" y="7882"/>
                </a:lnTo>
                <a:lnTo>
                  <a:pt x="5110" y="8023"/>
                </a:lnTo>
                <a:lnTo>
                  <a:pt x="5211" y="8210"/>
                </a:lnTo>
                <a:lnTo>
                  <a:pt x="5299" y="8351"/>
                </a:lnTo>
                <a:lnTo>
                  <a:pt x="5437" y="8492"/>
                </a:lnTo>
                <a:lnTo>
                  <a:pt x="5525" y="8680"/>
                </a:lnTo>
                <a:lnTo>
                  <a:pt x="5613" y="8820"/>
                </a:lnTo>
                <a:lnTo>
                  <a:pt x="5713" y="8960"/>
                </a:lnTo>
                <a:lnTo>
                  <a:pt x="5801" y="9148"/>
                </a:lnTo>
                <a:lnTo>
                  <a:pt x="5939" y="9290"/>
                </a:lnTo>
                <a:lnTo>
                  <a:pt x="6027" y="9430"/>
                </a:lnTo>
                <a:lnTo>
                  <a:pt x="6115" y="9571"/>
                </a:lnTo>
                <a:lnTo>
                  <a:pt x="6215" y="9759"/>
                </a:lnTo>
                <a:lnTo>
                  <a:pt x="6303" y="9899"/>
                </a:lnTo>
                <a:lnTo>
                  <a:pt x="6441" y="10041"/>
                </a:lnTo>
                <a:lnTo>
                  <a:pt x="6529" y="10181"/>
                </a:lnTo>
                <a:lnTo>
                  <a:pt x="6617" y="10369"/>
                </a:lnTo>
                <a:lnTo>
                  <a:pt x="6718" y="10509"/>
                </a:lnTo>
                <a:lnTo>
                  <a:pt x="6806" y="10650"/>
                </a:lnTo>
                <a:lnTo>
                  <a:pt x="6944" y="10791"/>
                </a:lnTo>
                <a:lnTo>
                  <a:pt x="7032" y="10979"/>
                </a:lnTo>
                <a:lnTo>
                  <a:pt x="7132" y="11120"/>
                </a:lnTo>
                <a:lnTo>
                  <a:pt x="7220" y="11260"/>
                </a:lnTo>
                <a:lnTo>
                  <a:pt x="7308" y="11402"/>
                </a:lnTo>
                <a:lnTo>
                  <a:pt x="7446" y="11588"/>
                </a:lnTo>
                <a:lnTo>
                  <a:pt x="7534" y="11730"/>
                </a:lnTo>
                <a:lnTo>
                  <a:pt x="7634" y="11870"/>
                </a:lnTo>
                <a:lnTo>
                  <a:pt x="7722" y="12011"/>
                </a:lnTo>
                <a:lnTo>
                  <a:pt x="7810" y="12199"/>
                </a:lnTo>
                <a:lnTo>
                  <a:pt x="7948" y="12339"/>
                </a:lnTo>
                <a:lnTo>
                  <a:pt x="8036" y="12480"/>
                </a:lnTo>
                <a:lnTo>
                  <a:pt x="8137" y="12621"/>
                </a:lnTo>
                <a:lnTo>
                  <a:pt x="8225" y="12809"/>
                </a:lnTo>
                <a:lnTo>
                  <a:pt x="8313" y="12949"/>
                </a:lnTo>
                <a:lnTo>
                  <a:pt x="8451" y="13091"/>
                </a:lnTo>
                <a:lnTo>
                  <a:pt x="8539" y="13231"/>
                </a:lnTo>
                <a:lnTo>
                  <a:pt x="8639" y="13371"/>
                </a:lnTo>
                <a:lnTo>
                  <a:pt x="8727" y="13559"/>
                </a:lnTo>
                <a:lnTo>
                  <a:pt x="8815" y="13700"/>
                </a:lnTo>
                <a:lnTo>
                  <a:pt x="8953" y="13841"/>
                </a:lnTo>
                <a:lnTo>
                  <a:pt x="9041" y="13982"/>
                </a:lnTo>
                <a:lnTo>
                  <a:pt x="9141" y="14122"/>
                </a:lnTo>
                <a:lnTo>
                  <a:pt x="9229" y="14310"/>
                </a:lnTo>
                <a:lnTo>
                  <a:pt x="9317" y="14450"/>
                </a:lnTo>
                <a:lnTo>
                  <a:pt x="9455" y="14592"/>
                </a:lnTo>
                <a:lnTo>
                  <a:pt x="9543" y="14732"/>
                </a:lnTo>
                <a:lnTo>
                  <a:pt x="9644" y="14873"/>
                </a:lnTo>
                <a:lnTo>
                  <a:pt x="9732" y="15061"/>
                </a:lnTo>
                <a:lnTo>
                  <a:pt x="9819" y="15202"/>
                </a:lnTo>
                <a:lnTo>
                  <a:pt x="9958" y="15343"/>
                </a:lnTo>
                <a:lnTo>
                  <a:pt x="10045" y="15483"/>
                </a:lnTo>
                <a:lnTo>
                  <a:pt x="10146" y="15625"/>
                </a:lnTo>
                <a:lnTo>
                  <a:pt x="10234" y="15765"/>
                </a:lnTo>
                <a:lnTo>
                  <a:pt x="10322" y="15953"/>
                </a:lnTo>
                <a:lnTo>
                  <a:pt x="10460" y="16093"/>
                </a:lnTo>
                <a:lnTo>
                  <a:pt x="10548" y="16234"/>
                </a:lnTo>
                <a:lnTo>
                  <a:pt x="10648" y="16375"/>
                </a:lnTo>
                <a:lnTo>
                  <a:pt x="10736" y="16516"/>
                </a:lnTo>
                <a:lnTo>
                  <a:pt x="10824" y="16656"/>
                </a:lnTo>
                <a:lnTo>
                  <a:pt x="10962" y="16844"/>
                </a:lnTo>
                <a:lnTo>
                  <a:pt x="11063" y="16984"/>
                </a:lnTo>
                <a:lnTo>
                  <a:pt x="11150" y="17126"/>
                </a:lnTo>
                <a:lnTo>
                  <a:pt x="11238" y="17266"/>
                </a:lnTo>
                <a:lnTo>
                  <a:pt x="11326" y="17406"/>
                </a:lnTo>
                <a:lnTo>
                  <a:pt x="11464" y="17548"/>
                </a:lnTo>
                <a:lnTo>
                  <a:pt x="11565" y="17688"/>
                </a:lnTo>
                <a:lnTo>
                  <a:pt x="11653" y="17876"/>
                </a:lnTo>
                <a:lnTo>
                  <a:pt x="11741" y="18017"/>
                </a:lnTo>
                <a:lnTo>
                  <a:pt x="11829" y="18158"/>
                </a:lnTo>
                <a:lnTo>
                  <a:pt x="11967" y="18299"/>
                </a:lnTo>
                <a:lnTo>
                  <a:pt x="12067" y="18439"/>
                </a:lnTo>
                <a:lnTo>
                  <a:pt x="12155" y="18581"/>
                </a:lnTo>
                <a:lnTo>
                  <a:pt x="12243" y="18721"/>
                </a:lnTo>
                <a:lnTo>
                  <a:pt x="12331" y="18861"/>
                </a:lnTo>
                <a:lnTo>
                  <a:pt x="12469" y="19049"/>
                </a:lnTo>
                <a:lnTo>
                  <a:pt x="12569" y="19190"/>
                </a:lnTo>
                <a:lnTo>
                  <a:pt x="12657" y="19331"/>
                </a:lnTo>
                <a:lnTo>
                  <a:pt x="12745" y="19472"/>
                </a:lnTo>
                <a:lnTo>
                  <a:pt x="12833" y="19612"/>
                </a:lnTo>
                <a:lnTo>
                  <a:pt x="12971" y="19754"/>
                </a:lnTo>
                <a:lnTo>
                  <a:pt x="13072" y="19894"/>
                </a:lnTo>
                <a:lnTo>
                  <a:pt x="13160" y="20034"/>
                </a:lnTo>
                <a:lnTo>
                  <a:pt x="13248" y="20176"/>
                </a:lnTo>
                <a:lnTo>
                  <a:pt x="13335" y="20316"/>
                </a:lnTo>
                <a:lnTo>
                  <a:pt x="13474" y="20457"/>
                </a:lnTo>
                <a:lnTo>
                  <a:pt x="13574" y="20645"/>
                </a:lnTo>
                <a:lnTo>
                  <a:pt x="13662" y="20785"/>
                </a:lnTo>
                <a:lnTo>
                  <a:pt x="13750" y="20926"/>
                </a:lnTo>
                <a:lnTo>
                  <a:pt x="13850" y="21067"/>
                </a:lnTo>
                <a:lnTo>
                  <a:pt x="13976" y="21207"/>
                </a:lnTo>
                <a:lnTo>
                  <a:pt x="14076" y="21349"/>
                </a:lnTo>
                <a:lnTo>
                  <a:pt x="14164" y="21489"/>
                </a:lnTo>
                <a:lnTo>
                  <a:pt x="14252" y="21629"/>
                </a:lnTo>
                <a:lnTo>
                  <a:pt x="14353" y="21771"/>
                </a:lnTo>
                <a:lnTo>
                  <a:pt x="14478" y="21911"/>
                </a:lnTo>
                <a:lnTo>
                  <a:pt x="14579" y="22052"/>
                </a:lnTo>
                <a:lnTo>
                  <a:pt x="14667" y="22193"/>
                </a:lnTo>
                <a:lnTo>
                  <a:pt x="14754" y="22334"/>
                </a:lnTo>
                <a:lnTo>
                  <a:pt x="14855" y="22474"/>
                </a:lnTo>
                <a:lnTo>
                  <a:pt x="14993" y="22616"/>
                </a:lnTo>
                <a:lnTo>
                  <a:pt x="15081" y="22756"/>
                </a:lnTo>
                <a:lnTo>
                  <a:pt x="15169" y="22944"/>
                </a:lnTo>
                <a:lnTo>
                  <a:pt x="15257" y="23084"/>
                </a:lnTo>
                <a:lnTo>
                  <a:pt x="15357" y="23226"/>
                </a:lnTo>
                <a:lnTo>
                  <a:pt x="15495" y="23366"/>
                </a:lnTo>
                <a:lnTo>
                  <a:pt x="15583" y="23507"/>
                </a:lnTo>
                <a:lnTo>
                  <a:pt x="15671" y="23648"/>
                </a:lnTo>
                <a:lnTo>
                  <a:pt x="15759" y="23789"/>
                </a:lnTo>
                <a:lnTo>
                  <a:pt x="15860" y="23929"/>
                </a:lnTo>
                <a:lnTo>
                  <a:pt x="15998" y="24071"/>
                </a:lnTo>
                <a:lnTo>
                  <a:pt x="16086" y="24211"/>
                </a:lnTo>
                <a:lnTo>
                  <a:pt x="16173" y="24351"/>
                </a:lnTo>
                <a:lnTo>
                  <a:pt x="16261" y="24493"/>
                </a:lnTo>
                <a:lnTo>
                  <a:pt x="16362" y="24633"/>
                </a:lnTo>
                <a:lnTo>
                  <a:pt x="16500" y="24774"/>
                </a:lnTo>
                <a:lnTo>
                  <a:pt x="16588" y="24915"/>
                </a:lnTo>
                <a:lnTo>
                  <a:pt x="16676" y="25055"/>
                </a:lnTo>
                <a:lnTo>
                  <a:pt x="16764" y="25196"/>
                </a:lnTo>
                <a:lnTo>
                  <a:pt x="16864" y="25337"/>
                </a:lnTo>
                <a:lnTo>
                  <a:pt x="17002" y="25478"/>
                </a:lnTo>
                <a:lnTo>
                  <a:pt x="17090" y="25618"/>
                </a:lnTo>
                <a:lnTo>
                  <a:pt x="17178" y="25760"/>
                </a:lnTo>
                <a:lnTo>
                  <a:pt x="17279" y="25900"/>
                </a:lnTo>
                <a:lnTo>
                  <a:pt x="17366" y="26040"/>
                </a:lnTo>
                <a:lnTo>
                  <a:pt x="17505" y="26182"/>
                </a:lnTo>
                <a:lnTo>
                  <a:pt x="17592" y="26322"/>
                </a:lnTo>
                <a:lnTo>
                  <a:pt x="17680" y="26463"/>
                </a:lnTo>
                <a:lnTo>
                  <a:pt x="17781" y="26604"/>
                </a:lnTo>
                <a:lnTo>
                  <a:pt x="17869" y="26745"/>
                </a:lnTo>
                <a:lnTo>
                  <a:pt x="18007" y="26885"/>
                </a:lnTo>
                <a:lnTo>
                  <a:pt x="18183" y="27119"/>
                </a:lnTo>
                <a:lnTo>
                  <a:pt x="18283" y="27261"/>
                </a:lnTo>
                <a:lnTo>
                  <a:pt x="18371" y="27401"/>
                </a:lnTo>
                <a:lnTo>
                  <a:pt x="18509" y="27542"/>
                </a:lnTo>
                <a:lnTo>
                  <a:pt x="18597" y="27683"/>
                </a:lnTo>
                <a:lnTo>
                  <a:pt x="18685" y="27824"/>
                </a:lnTo>
                <a:lnTo>
                  <a:pt x="18785" y="27964"/>
                </a:lnTo>
                <a:lnTo>
                  <a:pt x="18873" y="28106"/>
                </a:lnTo>
                <a:lnTo>
                  <a:pt x="19011" y="28246"/>
                </a:lnTo>
                <a:lnTo>
                  <a:pt x="19099" y="28386"/>
                </a:lnTo>
                <a:lnTo>
                  <a:pt x="19187" y="28528"/>
                </a:lnTo>
                <a:lnTo>
                  <a:pt x="19288" y="28668"/>
                </a:lnTo>
                <a:lnTo>
                  <a:pt x="19376" y="28809"/>
                </a:lnTo>
                <a:lnTo>
                  <a:pt x="19514" y="28950"/>
                </a:lnTo>
                <a:lnTo>
                  <a:pt x="19602" y="29090"/>
                </a:lnTo>
                <a:lnTo>
                  <a:pt x="19790" y="29325"/>
                </a:lnTo>
                <a:lnTo>
                  <a:pt x="19878" y="29466"/>
                </a:lnTo>
                <a:lnTo>
                  <a:pt x="20016" y="29607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6024725" y="5701970"/>
            <a:ext cx="19966" cy="24539"/>
          </a:xfrm>
          <a:custGeom>
            <a:avLst/>
            <a:gdLst/>
            <a:ahLst/>
            <a:cxnLst/>
            <a:rect l="l" t="t" r="r" b="b"/>
            <a:pathLst>
              <a:path w="19966" h="24539">
                <a:moveTo>
                  <a:pt x="0" y="0"/>
                </a:moveTo>
                <a:lnTo>
                  <a:pt x="87" y="140"/>
                </a:lnTo>
                <a:lnTo>
                  <a:pt x="175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8" y="1078"/>
                </a:lnTo>
                <a:lnTo>
                  <a:pt x="866" y="1220"/>
                </a:lnTo>
                <a:lnTo>
                  <a:pt x="1004" y="1360"/>
                </a:lnTo>
                <a:lnTo>
                  <a:pt x="1092" y="1501"/>
                </a:lnTo>
                <a:lnTo>
                  <a:pt x="1192" y="1642"/>
                </a:lnTo>
                <a:lnTo>
                  <a:pt x="1280" y="1783"/>
                </a:lnTo>
                <a:lnTo>
                  <a:pt x="1368" y="1923"/>
                </a:lnTo>
                <a:lnTo>
                  <a:pt x="1506" y="2017"/>
                </a:lnTo>
                <a:lnTo>
                  <a:pt x="1594" y="2157"/>
                </a:lnTo>
                <a:lnTo>
                  <a:pt x="1695" y="2299"/>
                </a:lnTo>
                <a:lnTo>
                  <a:pt x="1783" y="2439"/>
                </a:lnTo>
                <a:lnTo>
                  <a:pt x="1871" y="2580"/>
                </a:lnTo>
                <a:lnTo>
                  <a:pt x="2009" y="2721"/>
                </a:lnTo>
                <a:lnTo>
                  <a:pt x="2097" y="2862"/>
                </a:lnTo>
                <a:lnTo>
                  <a:pt x="2285" y="3096"/>
                </a:lnTo>
                <a:lnTo>
                  <a:pt x="2373" y="3238"/>
                </a:lnTo>
                <a:lnTo>
                  <a:pt x="2511" y="3378"/>
                </a:lnTo>
                <a:lnTo>
                  <a:pt x="2599" y="3518"/>
                </a:lnTo>
                <a:lnTo>
                  <a:pt x="2699" y="3660"/>
                </a:lnTo>
                <a:lnTo>
                  <a:pt x="2787" y="3800"/>
                </a:lnTo>
                <a:lnTo>
                  <a:pt x="3013" y="4035"/>
                </a:lnTo>
                <a:lnTo>
                  <a:pt x="3101" y="4176"/>
                </a:lnTo>
                <a:lnTo>
                  <a:pt x="3202" y="4316"/>
                </a:lnTo>
                <a:lnTo>
                  <a:pt x="3290" y="4457"/>
                </a:lnTo>
                <a:lnTo>
                  <a:pt x="3516" y="4691"/>
                </a:lnTo>
                <a:lnTo>
                  <a:pt x="3603" y="4833"/>
                </a:lnTo>
                <a:lnTo>
                  <a:pt x="3704" y="4973"/>
                </a:lnTo>
                <a:lnTo>
                  <a:pt x="3792" y="5113"/>
                </a:lnTo>
                <a:lnTo>
                  <a:pt x="4018" y="5349"/>
                </a:lnTo>
                <a:lnTo>
                  <a:pt x="4106" y="5489"/>
                </a:lnTo>
                <a:lnTo>
                  <a:pt x="4206" y="5630"/>
                </a:lnTo>
                <a:lnTo>
                  <a:pt x="4294" y="5771"/>
                </a:lnTo>
                <a:lnTo>
                  <a:pt x="4520" y="6006"/>
                </a:lnTo>
                <a:lnTo>
                  <a:pt x="4621" y="6146"/>
                </a:lnTo>
                <a:lnTo>
                  <a:pt x="4709" y="6288"/>
                </a:lnTo>
                <a:lnTo>
                  <a:pt x="4796" y="6428"/>
                </a:lnTo>
                <a:lnTo>
                  <a:pt x="5022" y="6662"/>
                </a:lnTo>
                <a:lnTo>
                  <a:pt x="5123" y="6803"/>
                </a:lnTo>
                <a:lnTo>
                  <a:pt x="5211" y="6944"/>
                </a:lnTo>
                <a:lnTo>
                  <a:pt x="5387" y="7179"/>
                </a:lnTo>
                <a:lnTo>
                  <a:pt x="5525" y="7319"/>
                </a:lnTo>
                <a:lnTo>
                  <a:pt x="5625" y="7461"/>
                </a:lnTo>
                <a:lnTo>
                  <a:pt x="5801" y="7695"/>
                </a:lnTo>
                <a:lnTo>
                  <a:pt x="5889" y="7835"/>
                </a:lnTo>
                <a:lnTo>
                  <a:pt x="6027" y="7977"/>
                </a:lnTo>
                <a:lnTo>
                  <a:pt x="6215" y="8211"/>
                </a:lnTo>
                <a:lnTo>
                  <a:pt x="6303" y="8351"/>
                </a:lnTo>
                <a:lnTo>
                  <a:pt x="6391" y="8492"/>
                </a:lnTo>
                <a:lnTo>
                  <a:pt x="6529" y="8586"/>
                </a:lnTo>
                <a:lnTo>
                  <a:pt x="6630" y="8727"/>
                </a:lnTo>
                <a:lnTo>
                  <a:pt x="6718" y="8868"/>
                </a:lnTo>
                <a:lnTo>
                  <a:pt x="6894" y="9102"/>
                </a:lnTo>
                <a:lnTo>
                  <a:pt x="7032" y="9244"/>
                </a:lnTo>
                <a:lnTo>
                  <a:pt x="7132" y="9384"/>
                </a:lnTo>
                <a:lnTo>
                  <a:pt x="7308" y="9618"/>
                </a:lnTo>
                <a:lnTo>
                  <a:pt x="7408" y="9759"/>
                </a:lnTo>
                <a:lnTo>
                  <a:pt x="7634" y="9994"/>
                </a:lnTo>
                <a:lnTo>
                  <a:pt x="7722" y="10135"/>
                </a:lnTo>
                <a:lnTo>
                  <a:pt x="7911" y="10369"/>
                </a:lnTo>
                <a:lnTo>
                  <a:pt x="8036" y="10511"/>
                </a:lnTo>
                <a:lnTo>
                  <a:pt x="8137" y="10651"/>
                </a:lnTo>
                <a:lnTo>
                  <a:pt x="8313" y="10885"/>
                </a:lnTo>
                <a:lnTo>
                  <a:pt x="8413" y="11026"/>
                </a:lnTo>
                <a:lnTo>
                  <a:pt x="8551" y="11120"/>
                </a:lnTo>
                <a:lnTo>
                  <a:pt x="8639" y="11261"/>
                </a:lnTo>
                <a:lnTo>
                  <a:pt x="8727" y="11402"/>
                </a:lnTo>
                <a:lnTo>
                  <a:pt x="8915" y="11636"/>
                </a:lnTo>
                <a:lnTo>
                  <a:pt x="9053" y="11778"/>
                </a:lnTo>
                <a:lnTo>
                  <a:pt x="9229" y="12012"/>
                </a:lnTo>
                <a:lnTo>
                  <a:pt x="9317" y="12152"/>
                </a:lnTo>
                <a:lnTo>
                  <a:pt x="9556" y="12387"/>
                </a:lnTo>
                <a:lnTo>
                  <a:pt x="9732" y="12622"/>
                </a:lnTo>
                <a:lnTo>
                  <a:pt x="9819" y="12762"/>
                </a:lnTo>
                <a:lnTo>
                  <a:pt x="10058" y="12997"/>
                </a:lnTo>
                <a:lnTo>
                  <a:pt x="10146" y="13137"/>
                </a:lnTo>
                <a:lnTo>
                  <a:pt x="10322" y="13373"/>
                </a:lnTo>
                <a:lnTo>
                  <a:pt x="10560" y="13607"/>
                </a:lnTo>
                <a:lnTo>
                  <a:pt x="10648" y="13747"/>
                </a:lnTo>
                <a:lnTo>
                  <a:pt x="10837" y="13982"/>
                </a:lnTo>
                <a:lnTo>
                  <a:pt x="11063" y="14217"/>
                </a:lnTo>
                <a:lnTo>
                  <a:pt x="11150" y="14358"/>
                </a:lnTo>
                <a:lnTo>
                  <a:pt x="11339" y="14592"/>
                </a:lnTo>
                <a:lnTo>
                  <a:pt x="11565" y="14826"/>
                </a:lnTo>
                <a:lnTo>
                  <a:pt x="11653" y="14968"/>
                </a:lnTo>
                <a:lnTo>
                  <a:pt x="11841" y="15202"/>
                </a:lnTo>
                <a:lnTo>
                  <a:pt x="12067" y="15437"/>
                </a:lnTo>
                <a:lnTo>
                  <a:pt x="12243" y="15671"/>
                </a:lnTo>
                <a:lnTo>
                  <a:pt x="12343" y="15813"/>
                </a:lnTo>
                <a:lnTo>
                  <a:pt x="12569" y="16047"/>
                </a:lnTo>
                <a:lnTo>
                  <a:pt x="12745" y="16281"/>
                </a:lnTo>
                <a:lnTo>
                  <a:pt x="12934" y="16516"/>
                </a:lnTo>
                <a:lnTo>
                  <a:pt x="13072" y="16609"/>
                </a:lnTo>
                <a:lnTo>
                  <a:pt x="13160" y="16751"/>
                </a:lnTo>
                <a:lnTo>
                  <a:pt x="13248" y="16891"/>
                </a:lnTo>
                <a:lnTo>
                  <a:pt x="13436" y="17126"/>
                </a:lnTo>
                <a:lnTo>
                  <a:pt x="13574" y="17220"/>
                </a:lnTo>
                <a:lnTo>
                  <a:pt x="13662" y="17360"/>
                </a:lnTo>
                <a:lnTo>
                  <a:pt x="13850" y="17596"/>
                </a:lnTo>
                <a:lnTo>
                  <a:pt x="14076" y="17830"/>
                </a:lnTo>
                <a:lnTo>
                  <a:pt x="14252" y="18064"/>
                </a:lnTo>
                <a:lnTo>
                  <a:pt x="14441" y="18299"/>
                </a:lnTo>
                <a:lnTo>
                  <a:pt x="14579" y="18393"/>
                </a:lnTo>
                <a:lnTo>
                  <a:pt x="14667" y="18534"/>
                </a:lnTo>
                <a:lnTo>
                  <a:pt x="14855" y="18769"/>
                </a:lnTo>
                <a:lnTo>
                  <a:pt x="15081" y="19003"/>
                </a:lnTo>
                <a:lnTo>
                  <a:pt x="15269" y="19237"/>
                </a:lnTo>
                <a:lnTo>
                  <a:pt x="15445" y="19472"/>
                </a:lnTo>
                <a:lnTo>
                  <a:pt x="15583" y="19566"/>
                </a:lnTo>
                <a:lnTo>
                  <a:pt x="15671" y="19707"/>
                </a:lnTo>
                <a:lnTo>
                  <a:pt x="15860" y="19894"/>
                </a:lnTo>
                <a:lnTo>
                  <a:pt x="15947" y="20036"/>
                </a:lnTo>
                <a:lnTo>
                  <a:pt x="16086" y="20130"/>
                </a:lnTo>
                <a:lnTo>
                  <a:pt x="16173" y="20270"/>
                </a:lnTo>
                <a:lnTo>
                  <a:pt x="16362" y="20504"/>
                </a:lnTo>
                <a:lnTo>
                  <a:pt x="16588" y="20738"/>
                </a:lnTo>
                <a:lnTo>
                  <a:pt x="16776" y="20926"/>
                </a:lnTo>
                <a:lnTo>
                  <a:pt x="16864" y="21068"/>
                </a:lnTo>
                <a:lnTo>
                  <a:pt x="17090" y="21302"/>
                </a:lnTo>
                <a:lnTo>
                  <a:pt x="17279" y="21537"/>
                </a:lnTo>
                <a:lnTo>
                  <a:pt x="17454" y="21725"/>
                </a:lnTo>
                <a:lnTo>
                  <a:pt x="17592" y="21865"/>
                </a:lnTo>
                <a:lnTo>
                  <a:pt x="17781" y="22099"/>
                </a:lnTo>
                <a:lnTo>
                  <a:pt x="17957" y="22287"/>
                </a:lnTo>
                <a:lnTo>
                  <a:pt x="18095" y="22428"/>
                </a:lnTo>
                <a:lnTo>
                  <a:pt x="18283" y="22663"/>
                </a:lnTo>
                <a:lnTo>
                  <a:pt x="18459" y="22850"/>
                </a:lnTo>
                <a:lnTo>
                  <a:pt x="18597" y="22992"/>
                </a:lnTo>
                <a:lnTo>
                  <a:pt x="18785" y="23226"/>
                </a:lnTo>
                <a:lnTo>
                  <a:pt x="18961" y="23414"/>
                </a:lnTo>
                <a:lnTo>
                  <a:pt x="19099" y="23554"/>
                </a:lnTo>
                <a:lnTo>
                  <a:pt x="19288" y="23742"/>
                </a:lnTo>
                <a:lnTo>
                  <a:pt x="19376" y="23883"/>
                </a:lnTo>
                <a:lnTo>
                  <a:pt x="19602" y="24071"/>
                </a:lnTo>
                <a:lnTo>
                  <a:pt x="19702" y="24211"/>
                </a:lnTo>
                <a:lnTo>
                  <a:pt x="19878" y="24399"/>
                </a:lnTo>
                <a:lnTo>
                  <a:pt x="19966" y="24539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6044691" y="5726509"/>
            <a:ext cx="20029" cy="19051"/>
          </a:xfrm>
          <a:custGeom>
            <a:avLst/>
            <a:gdLst/>
            <a:ahLst/>
            <a:cxnLst/>
            <a:rect l="l" t="t" r="r" b="b"/>
            <a:pathLst>
              <a:path w="20029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0" y="657"/>
                </a:lnTo>
                <a:lnTo>
                  <a:pt x="828" y="844"/>
                </a:lnTo>
                <a:lnTo>
                  <a:pt x="916" y="986"/>
                </a:lnTo>
                <a:lnTo>
                  <a:pt x="1142" y="1174"/>
                </a:lnTo>
                <a:lnTo>
                  <a:pt x="1243" y="1314"/>
                </a:lnTo>
                <a:lnTo>
                  <a:pt x="1418" y="1502"/>
                </a:lnTo>
                <a:lnTo>
                  <a:pt x="1519" y="1642"/>
                </a:lnTo>
                <a:lnTo>
                  <a:pt x="1745" y="1830"/>
                </a:lnTo>
                <a:lnTo>
                  <a:pt x="1921" y="2065"/>
                </a:lnTo>
                <a:lnTo>
                  <a:pt x="2159" y="2253"/>
                </a:lnTo>
                <a:lnTo>
                  <a:pt x="2247" y="2393"/>
                </a:lnTo>
                <a:lnTo>
                  <a:pt x="2423" y="2581"/>
                </a:lnTo>
                <a:lnTo>
                  <a:pt x="2662" y="2815"/>
                </a:lnTo>
                <a:lnTo>
                  <a:pt x="2837" y="3003"/>
                </a:lnTo>
                <a:lnTo>
                  <a:pt x="3026" y="3238"/>
                </a:lnTo>
                <a:lnTo>
                  <a:pt x="3164" y="3332"/>
                </a:lnTo>
                <a:lnTo>
                  <a:pt x="3340" y="3520"/>
                </a:lnTo>
                <a:lnTo>
                  <a:pt x="3428" y="3660"/>
                </a:lnTo>
                <a:lnTo>
                  <a:pt x="3666" y="3848"/>
                </a:lnTo>
                <a:lnTo>
                  <a:pt x="3842" y="4082"/>
                </a:lnTo>
                <a:lnTo>
                  <a:pt x="4030" y="4270"/>
                </a:lnTo>
                <a:lnTo>
                  <a:pt x="4169" y="4364"/>
                </a:lnTo>
                <a:lnTo>
                  <a:pt x="4344" y="4598"/>
                </a:lnTo>
                <a:lnTo>
                  <a:pt x="4533" y="4786"/>
                </a:lnTo>
                <a:lnTo>
                  <a:pt x="4671" y="4880"/>
                </a:lnTo>
                <a:lnTo>
                  <a:pt x="4847" y="5115"/>
                </a:lnTo>
                <a:lnTo>
                  <a:pt x="5035" y="5303"/>
                </a:lnTo>
                <a:lnTo>
                  <a:pt x="5173" y="5397"/>
                </a:lnTo>
                <a:lnTo>
                  <a:pt x="5349" y="5631"/>
                </a:lnTo>
                <a:lnTo>
                  <a:pt x="5575" y="5819"/>
                </a:lnTo>
                <a:lnTo>
                  <a:pt x="5763" y="6006"/>
                </a:lnTo>
                <a:lnTo>
                  <a:pt x="5952" y="6241"/>
                </a:lnTo>
                <a:lnTo>
                  <a:pt x="6090" y="6334"/>
                </a:lnTo>
                <a:lnTo>
                  <a:pt x="6266" y="6522"/>
                </a:lnTo>
                <a:lnTo>
                  <a:pt x="6454" y="6710"/>
                </a:lnTo>
                <a:lnTo>
                  <a:pt x="6592" y="6850"/>
                </a:lnTo>
                <a:lnTo>
                  <a:pt x="6768" y="7038"/>
                </a:lnTo>
                <a:lnTo>
                  <a:pt x="6956" y="7226"/>
                </a:lnTo>
                <a:lnTo>
                  <a:pt x="7094" y="7320"/>
                </a:lnTo>
                <a:lnTo>
                  <a:pt x="7270" y="7555"/>
                </a:lnTo>
                <a:lnTo>
                  <a:pt x="7459" y="7743"/>
                </a:lnTo>
                <a:lnTo>
                  <a:pt x="7597" y="7836"/>
                </a:lnTo>
                <a:lnTo>
                  <a:pt x="7773" y="8023"/>
                </a:lnTo>
                <a:lnTo>
                  <a:pt x="7961" y="8211"/>
                </a:lnTo>
                <a:lnTo>
                  <a:pt x="8099" y="8305"/>
                </a:lnTo>
                <a:lnTo>
                  <a:pt x="8275" y="8539"/>
                </a:lnTo>
                <a:lnTo>
                  <a:pt x="8463" y="8727"/>
                </a:lnTo>
                <a:lnTo>
                  <a:pt x="8601" y="8821"/>
                </a:lnTo>
                <a:lnTo>
                  <a:pt x="8777" y="9009"/>
                </a:lnTo>
                <a:lnTo>
                  <a:pt x="8966" y="9197"/>
                </a:lnTo>
                <a:lnTo>
                  <a:pt x="9104" y="9290"/>
                </a:lnTo>
                <a:lnTo>
                  <a:pt x="9279" y="9478"/>
                </a:lnTo>
                <a:lnTo>
                  <a:pt x="9468" y="9666"/>
                </a:lnTo>
                <a:lnTo>
                  <a:pt x="9606" y="9806"/>
                </a:lnTo>
                <a:lnTo>
                  <a:pt x="9782" y="9994"/>
                </a:lnTo>
                <a:lnTo>
                  <a:pt x="9970" y="10182"/>
                </a:lnTo>
                <a:lnTo>
                  <a:pt x="10108" y="10276"/>
                </a:lnTo>
                <a:lnTo>
                  <a:pt x="10284" y="10464"/>
                </a:lnTo>
                <a:lnTo>
                  <a:pt x="10472" y="10651"/>
                </a:lnTo>
                <a:lnTo>
                  <a:pt x="10611" y="10745"/>
                </a:lnTo>
                <a:lnTo>
                  <a:pt x="10786" y="10933"/>
                </a:lnTo>
                <a:lnTo>
                  <a:pt x="10975" y="11121"/>
                </a:lnTo>
                <a:lnTo>
                  <a:pt x="11113" y="11215"/>
                </a:lnTo>
                <a:lnTo>
                  <a:pt x="11289" y="11402"/>
                </a:lnTo>
                <a:lnTo>
                  <a:pt x="11477" y="11590"/>
                </a:lnTo>
                <a:lnTo>
                  <a:pt x="11615" y="11684"/>
                </a:lnTo>
                <a:lnTo>
                  <a:pt x="11791" y="11872"/>
                </a:lnTo>
                <a:lnTo>
                  <a:pt x="11979" y="12059"/>
                </a:lnTo>
                <a:lnTo>
                  <a:pt x="12117" y="12153"/>
                </a:lnTo>
                <a:lnTo>
                  <a:pt x="12306" y="12340"/>
                </a:lnTo>
                <a:lnTo>
                  <a:pt x="12482" y="12528"/>
                </a:lnTo>
                <a:lnTo>
                  <a:pt x="12620" y="12622"/>
                </a:lnTo>
                <a:lnTo>
                  <a:pt x="12808" y="12810"/>
                </a:lnTo>
                <a:lnTo>
                  <a:pt x="12984" y="12998"/>
                </a:lnTo>
                <a:lnTo>
                  <a:pt x="13122" y="13091"/>
                </a:lnTo>
                <a:lnTo>
                  <a:pt x="13310" y="13232"/>
                </a:lnTo>
                <a:lnTo>
                  <a:pt x="13486" y="13420"/>
                </a:lnTo>
                <a:lnTo>
                  <a:pt x="13624" y="13513"/>
                </a:lnTo>
                <a:lnTo>
                  <a:pt x="13813" y="13701"/>
                </a:lnTo>
                <a:lnTo>
                  <a:pt x="13988" y="13889"/>
                </a:lnTo>
                <a:lnTo>
                  <a:pt x="14127" y="13983"/>
                </a:lnTo>
                <a:lnTo>
                  <a:pt x="14315" y="14171"/>
                </a:lnTo>
                <a:lnTo>
                  <a:pt x="14491" y="14358"/>
                </a:lnTo>
                <a:lnTo>
                  <a:pt x="14629" y="14405"/>
                </a:lnTo>
                <a:lnTo>
                  <a:pt x="14817" y="14593"/>
                </a:lnTo>
                <a:lnTo>
                  <a:pt x="14993" y="14780"/>
                </a:lnTo>
                <a:lnTo>
                  <a:pt x="15131" y="14874"/>
                </a:lnTo>
                <a:lnTo>
                  <a:pt x="15320" y="15062"/>
                </a:lnTo>
                <a:lnTo>
                  <a:pt x="15495" y="15202"/>
                </a:lnTo>
                <a:lnTo>
                  <a:pt x="15633" y="15296"/>
                </a:lnTo>
                <a:lnTo>
                  <a:pt x="15822" y="15484"/>
                </a:lnTo>
                <a:lnTo>
                  <a:pt x="15998" y="15672"/>
                </a:lnTo>
                <a:lnTo>
                  <a:pt x="16136" y="15766"/>
                </a:lnTo>
                <a:lnTo>
                  <a:pt x="16324" y="15907"/>
                </a:lnTo>
                <a:lnTo>
                  <a:pt x="16500" y="16094"/>
                </a:lnTo>
                <a:lnTo>
                  <a:pt x="16638" y="16188"/>
                </a:lnTo>
                <a:lnTo>
                  <a:pt x="16826" y="16376"/>
                </a:lnTo>
                <a:lnTo>
                  <a:pt x="17002" y="16517"/>
                </a:lnTo>
                <a:lnTo>
                  <a:pt x="17140" y="16611"/>
                </a:lnTo>
                <a:lnTo>
                  <a:pt x="17329" y="16799"/>
                </a:lnTo>
                <a:lnTo>
                  <a:pt x="17505" y="16939"/>
                </a:lnTo>
                <a:lnTo>
                  <a:pt x="17643" y="17033"/>
                </a:lnTo>
                <a:lnTo>
                  <a:pt x="17831" y="17221"/>
                </a:lnTo>
                <a:lnTo>
                  <a:pt x="18007" y="17361"/>
                </a:lnTo>
                <a:lnTo>
                  <a:pt x="18145" y="17455"/>
                </a:lnTo>
                <a:lnTo>
                  <a:pt x="18333" y="17643"/>
                </a:lnTo>
                <a:lnTo>
                  <a:pt x="18522" y="17784"/>
                </a:lnTo>
                <a:lnTo>
                  <a:pt x="18748" y="17972"/>
                </a:lnTo>
                <a:lnTo>
                  <a:pt x="18924" y="18112"/>
                </a:lnTo>
                <a:lnTo>
                  <a:pt x="19150" y="18300"/>
                </a:lnTo>
                <a:lnTo>
                  <a:pt x="19338" y="18440"/>
                </a:lnTo>
                <a:lnTo>
                  <a:pt x="19526" y="18628"/>
                </a:lnTo>
                <a:lnTo>
                  <a:pt x="19664" y="18722"/>
                </a:lnTo>
                <a:lnTo>
                  <a:pt x="19840" y="18863"/>
                </a:lnTo>
                <a:lnTo>
                  <a:pt x="20029" y="19051"/>
                </a:lnTo>
              </a:path>
            </a:pathLst>
          </a:custGeom>
          <a:ln w="17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6064721" y="5745561"/>
            <a:ext cx="20016" cy="13231"/>
          </a:xfrm>
          <a:custGeom>
            <a:avLst/>
            <a:gdLst/>
            <a:ahLst/>
            <a:cxnLst/>
            <a:rect l="l" t="t" r="r" b="b"/>
            <a:pathLst>
              <a:path w="20016" h="13231">
                <a:moveTo>
                  <a:pt x="0" y="0"/>
                </a:moveTo>
                <a:lnTo>
                  <a:pt x="138" y="46"/>
                </a:lnTo>
                <a:lnTo>
                  <a:pt x="313" y="234"/>
                </a:lnTo>
                <a:lnTo>
                  <a:pt x="502" y="374"/>
                </a:lnTo>
                <a:lnTo>
                  <a:pt x="640" y="468"/>
                </a:lnTo>
                <a:lnTo>
                  <a:pt x="816" y="610"/>
                </a:lnTo>
                <a:lnTo>
                  <a:pt x="1004" y="796"/>
                </a:lnTo>
                <a:lnTo>
                  <a:pt x="1142" y="844"/>
                </a:lnTo>
                <a:lnTo>
                  <a:pt x="1318" y="1032"/>
                </a:lnTo>
                <a:lnTo>
                  <a:pt x="1506" y="1172"/>
                </a:lnTo>
                <a:lnTo>
                  <a:pt x="1645" y="1266"/>
                </a:lnTo>
                <a:lnTo>
                  <a:pt x="1820" y="1407"/>
                </a:lnTo>
                <a:lnTo>
                  <a:pt x="2009" y="1595"/>
                </a:lnTo>
                <a:lnTo>
                  <a:pt x="2147" y="1641"/>
                </a:lnTo>
                <a:lnTo>
                  <a:pt x="2323" y="1829"/>
                </a:lnTo>
                <a:lnTo>
                  <a:pt x="2511" y="1971"/>
                </a:lnTo>
                <a:lnTo>
                  <a:pt x="2649" y="2063"/>
                </a:lnTo>
                <a:lnTo>
                  <a:pt x="2825" y="2205"/>
                </a:lnTo>
                <a:lnTo>
                  <a:pt x="3013" y="2345"/>
                </a:lnTo>
                <a:lnTo>
                  <a:pt x="3151" y="2439"/>
                </a:lnTo>
                <a:lnTo>
                  <a:pt x="3327" y="2580"/>
                </a:lnTo>
                <a:lnTo>
                  <a:pt x="3516" y="2721"/>
                </a:lnTo>
                <a:lnTo>
                  <a:pt x="3654" y="2815"/>
                </a:lnTo>
                <a:lnTo>
                  <a:pt x="3830" y="2956"/>
                </a:lnTo>
                <a:lnTo>
                  <a:pt x="4018" y="3096"/>
                </a:lnTo>
                <a:lnTo>
                  <a:pt x="4156" y="3190"/>
                </a:lnTo>
                <a:lnTo>
                  <a:pt x="4332" y="3330"/>
                </a:lnTo>
                <a:lnTo>
                  <a:pt x="4520" y="3472"/>
                </a:lnTo>
                <a:lnTo>
                  <a:pt x="4658" y="3566"/>
                </a:lnTo>
                <a:lnTo>
                  <a:pt x="4834" y="3706"/>
                </a:lnTo>
                <a:lnTo>
                  <a:pt x="5022" y="3847"/>
                </a:lnTo>
                <a:lnTo>
                  <a:pt x="5161" y="3941"/>
                </a:lnTo>
                <a:lnTo>
                  <a:pt x="5336" y="4082"/>
                </a:lnTo>
                <a:lnTo>
                  <a:pt x="5525" y="4222"/>
                </a:lnTo>
                <a:lnTo>
                  <a:pt x="5663" y="4316"/>
                </a:lnTo>
                <a:lnTo>
                  <a:pt x="5851" y="4457"/>
                </a:lnTo>
                <a:lnTo>
                  <a:pt x="6027" y="4597"/>
                </a:lnTo>
                <a:lnTo>
                  <a:pt x="6165" y="4691"/>
                </a:lnTo>
                <a:lnTo>
                  <a:pt x="6354" y="4833"/>
                </a:lnTo>
                <a:lnTo>
                  <a:pt x="6529" y="4973"/>
                </a:lnTo>
                <a:lnTo>
                  <a:pt x="6667" y="5019"/>
                </a:lnTo>
                <a:lnTo>
                  <a:pt x="6856" y="5161"/>
                </a:lnTo>
                <a:lnTo>
                  <a:pt x="7032" y="5301"/>
                </a:lnTo>
                <a:lnTo>
                  <a:pt x="7170" y="5395"/>
                </a:lnTo>
                <a:lnTo>
                  <a:pt x="7358" y="5536"/>
                </a:lnTo>
                <a:lnTo>
                  <a:pt x="7534" y="5677"/>
                </a:lnTo>
                <a:lnTo>
                  <a:pt x="7672" y="5724"/>
                </a:lnTo>
                <a:lnTo>
                  <a:pt x="7860" y="5864"/>
                </a:lnTo>
                <a:lnTo>
                  <a:pt x="8036" y="6006"/>
                </a:lnTo>
                <a:lnTo>
                  <a:pt x="8174" y="6100"/>
                </a:lnTo>
                <a:lnTo>
                  <a:pt x="8363" y="6240"/>
                </a:lnTo>
                <a:lnTo>
                  <a:pt x="8539" y="6380"/>
                </a:lnTo>
                <a:lnTo>
                  <a:pt x="8677" y="6428"/>
                </a:lnTo>
                <a:lnTo>
                  <a:pt x="8865" y="6568"/>
                </a:lnTo>
                <a:lnTo>
                  <a:pt x="9041" y="6709"/>
                </a:lnTo>
                <a:lnTo>
                  <a:pt x="9179" y="6756"/>
                </a:lnTo>
                <a:lnTo>
                  <a:pt x="9367" y="6897"/>
                </a:lnTo>
                <a:lnTo>
                  <a:pt x="9543" y="7038"/>
                </a:lnTo>
                <a:lnTo>
                  <a:pt x="9681" y="7131"/>
                </a:lnTo>
                <a:lnTo>
                  <a:pt x="9870" y="7225"/>
                </a:lnTo>
                <a:lnTo>
                  <a:pt x="10045" y="7367"/>
                </a:lnTo>
                <a:lnTo>
                  <a:pt x="10184" y="7461"/>
                </a:lnTo>
                <a:lnTo>
                  <a:pt x="10372" y="7601"/>
                </a:lnTo>
                <a:lnTo>
                  <a:pt x="10548" y="7695"/>
                </a:lnTo>
                <a:lnTo>
                  <a:pt x="10686" y="7789"/>
                </a:lnTo>
                <a:lnTo>
                  <a:pt x="10874" y="7929"/>
                </a:lnTo>
                <a:lnTo>
                  <a:pt x="11050" y="8023"/>
                </a:lnTo>
                <a:lnTo>
                  <a:pt x="11188" y="8117"/>
                </a:lnTo>
                <a:lnTo>
                  <a:pt x="11377" y="8211"/>
                </a:lnTo>
                <a:lnTo>
                  <a:pt x="11552" y="8351"/>
                </a:lnTo>
                <a:lnTo>
                  <a:pt x="11690" y="8445"/>
                </a:lnTo>
                <a:lnTo>
                  <a:pt x="11879" y="8539"/>
                </a:lnTo>
                <a:lnTo>
                  <a:pt x="12067" y="8680"/>
                </a:lnTo>
                <a:lnTo>
                  <a:pt x="12293" y="8820"/>
                </a:lnTo>
                <a:lnTo>
                  <a:pt x="12469" y="8914"/>
                </a:lnTo>
                <a:lnTo>
                  <a:pt x="12695" y="9056"/>
                </a:lnTo>
                <a:lnTo>
                  <a:pt x="12883" y="9196"/>
                </a:lnTo>
                <a:lnTo>
                  <a:pt x="13072" y="9290"/>
                </a:lnTo>
                <a:lnTo>
                  <a:pt x="13210" y="9384"/>
                </a:lnTo>
                <a:lnTo>
                  <a:pt x="13386" y="9478"/>
                </a:lnTo>
                <a:lnTo>
                  <a:pt x="13574" y="9618"/>
                </a:lnTo>
                <a:lnTo>
                  <a:pt x="13712" y="9665"/>
                </a:lnTo>
                <a:lnTo>
                  <a:pt x="13888" y="9806"/>
                </a:lnTo>
                <a:lnTo>
                  <a:pt x="14076" y="9900"/>
                </a:lnTo>
                <a:lnTo>
                  <a:pt x="14215" y="9994"/>
                </a:lnTo>
                <a:lnTo>
                  <a:pt x="14390" y="10087"/>
                </a:lnTo>
                <a:lnTo>
                  <a:pt x="14579" y="10229"/>
                </a:lnTo>
                <a:lnTo>
                  <a:pt x="14717" y="10275"/>
                </a:lnTo>
                <a:lnTo>
                  <a:pt x="14893" y="10417"/>
                </a:lnTo>
                <a:lnTo>
                  <a:pt x="15081" y="10509"/>
                </a:lnTo>
                <a:lnTo>
                  <a:pt x="15219" y="10557"/>
                </a:lnTo>
                <a:lnTo>
                  <a:pt x="15395" y="10697"/>
                </a:lnTo>
                <a:lnTo>
                  <a:pt x="15583" y="10791"/>
                </a:lnTo>
                <a:lnTo>
                  <a:pt x="15721" y="10885"/>
                </a:lnTo>
                <a:lnTo>
                  <a:pt x="15897" y="10979"/>
                </a:lnTo>
                <a:lnTo>
                  <a:pt x="16086" y="11120"/>
                </a:lnTo>
                <a:lnTo>
                  <a:pt x="16224" y="11167"/>
                </a:lnTo>
                <a:lnTo>
                  <a:pt x="16399" y="11261"/>
                </a:lnTo>
                <a:lnTo>
                  <a:pt x="16588" y="11402"/>
                </a:lnTo>
                <a:lnTo>
                  <a:pt x="16726" y="11448"/>
                </a:lnTo>
                <a:lnTo>
                  <a:pt x="16902" y="11542"/>
                </a:lnTo>
                <a:lnTo>
                  <a:pt x="17090" y="11684"/>
                </a:lnTo>
                <a:lnTo>
                  <a:pt x="17228" y="11730"/>
                </a:lnTo>
                <a:lnTo>
                  <a:pt x="17404" y="11824"/>
                </a:lnTo>
                <a:lnTo>
                  <a:pt x="17592" y="11964"/>
                </a:lnTo>
                <a:lnTo>
                  <a:pt x="17731" y="12012"/>
                </a:lnTo>
                <a:lnTo>
                  <a:pt x="17906" y="12106"/>
                </a:lnTo>
                <a:lnTo>
                  <a:pt x="18095" y="12246"/>
                </a:lnTo>
                <a:lnTo>
                  <a:pt x="18233" y="12293"/>
                </a:lnTo>
                <a:lnTo>
                  <a:pt x="18409" y="12387"/>
                </a:lnTo>
                <a:lnTo>
                  <a:pt x="18597" y="12480"/>
                </a:lnTo>
                <a:lnTo>
                  <a:pt x="18735" y="12528"/>
                </a:lnTo>
                <a:lnTo>
                  <a:pt x="18911" y="12668"/>
                </a:lnTo>
                <a:lnTo>
                  <a:pt x="19099" y="12762"/>
                </a:lnTo>
                <a:lnTo>
                  <a:pt x="19237" y="12809"/>
                </a:lnTo>
                <a:lnTo>
                  <a:pt x="19426" y="12903"/>
                </a:lnTo>
                <a:lnTo>
                  <a:pt x="19602" y="13043"/>
                </a:lnTo>
                <a:lnTo>
                  <a:pt x="19740" y="13091"/>
                </a:lnTo>
                <a:lnTo>
                  <a:pt x="19928" y="13185"/>
                </a:lnTo>
              </a:path>
            </a:pathLst>
          </a:custGeom>
          <a:ln w="17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6084737" y="5758792"/>
            <a:ext cx="20016" cy="7273"/>
          </a:xfrm>
          <a:custGeom>
            <a:avLst/>
            <a:gdLst/>
            <a:ahLst/>
            <a:cxnLst/>
            <a:rect l="l" t="t" r="r" b="b"/>
            <a:pathLst>
              <a:path w="20016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8" y="375"/>
                </a:lnTo>
                <a:lnTo>
                  <a:pt x="916" y="469"/>
                </a:lnTo>
                <a:lnTo>
                  <a:pt x="1092" y="563"/>
                </a:lnTo>
                <a:lnTo>
                  <a:pt x="1230" y="610"/>
                </a:lnTo>
                <a:lnTo>
                  <a:pt x="1418" y="704"/>
                </a:lnTo>
                <a:lnTo>
                  <a:pt x="1594" y="798"/>
                </a:lnTo>
                <a:lnTo>
                  <a:pt x="1732" y="844"/>
                </a:lnTo>
                <a:lnTo>
                  <a:pt x="1921" y="938"/>
                </a:lnTo>
                <a:lnTo>
                  <a:pt x="2097" y="1078"/>
                </a:lnTo>
                <a:lnTo>
                  <a:pt x="2235" y="1126"/>
                </a:lnTo>
                <a:lnTo>
                  <a:pt x="2423" y="1220"/>
                </a:lnTo>
                <a:lnTo>
                  <a:pt x="2599" y="1314"/>
                </a:lnTo>
                <a:lnTo>
                  <a:pt x="2737" y="1360"/>
                </a:lnTo>
                <a:lnTo>
                  <a:pt x="2925" y="1454"/>
                </a:lnTo>
                <a:lnTo>
                  <a:pt x="3101" y="1548"/>
                </a:lnTo>
                <a:lnTo>
                  <a:pt x="3239" y="1595"/>
                </a:lnTo>
                <a:lnTo>
                  <a:pt x="3428" y="1689"/>
                </a:lnTo>
                <a:lnTo>
                  <a:pt x="3603" y="1783"/>
                </a:lnTo>
                <a:lnTo>
                  <a:pt x="3742" y="1830"/>
                </a:lnTo>
                <a:lnTo>
                  <a:pt x="3930" y="1923"/>
                </a:lnTo>
                <a:lnTo>
                  <a:pt x="4106" y="2017"/>
                </a:lnTo>
                <a:lnTo>
                  <a:pt x="4244" y="2017"/>
                </a:lnTo>
                <a:lnTo>
                  <a:pt x="4432" y="2111"/>
                </a:lnTo>
                <a:lnTo>
                  <a:pt x="4608" y="2205"/>
                </a:lnTo>
                <a:lnTo>
                  <a:pt x="4746" y="2253"/>
                </a:lnTo>
                <a:lnTo>
                  <a:pt x="4935" y="2345"/>
                </a:lnTo>
                <a:lnTo>
                  <a:pt x="5110" y="2439"/>
                </a:lnTo>
                <a:lnTo>
                  <a:pt x="5249" y="2487"/>
                </a:lnTo>
                <a:lnTo>
                  <a:pt x="5437" y="2581"/>
                </a:lnTo>
                <a:lnTo>
                  <a:pt x="5625" y="2675"/>
                </a:lnTo>
                <a:lnTo>
                  <a:pt x="5851" y="2768"/>
                </a:lnTo>
                <a:lnTo>
                  <a:pt x="6027" y="2815"/>
                </a:lnTo>
                <a:lnTo>
                  <a:pt x="6253" y="2909"/>
                </a:lnTo>
                <a:lnTo>
                  <a:pt x="6441" y="3003"/>
                </a:lnTo>
                <a:lnTo>
                  <a:pt x="6630" y="3097"/>
                </a:lnTo>
                <a:lnTo>
                  <a:pt x="6768" y="3144"/>
                </a:lnTo>
                <a:lnTo>
                  <a:pt x="6944" y="3190"/>
                </a:lnTo>
                <a:lnTo>
                  <a:pt x="7132" y="3284"/>
                </a:lnTo>
                <a:lnTo>
                  <a:pt x="7270" y="3332"/>
                </a:lnTo>
                <a:lnTo>
                  <a:pt x="7446" y="3426"/>
                </a:lnTo>
                <a:lnTo>
                  <a:pt x="7634" y="3472"/>
                </a:lnTo>
                <a:lnTo>
                  <a:pt x="7773" y="3520"/>
                </a:lnTo>
                <a:lnTo>
                  <a:pt x="7948" y="3612"/>
                </a:lnTo>
                <a:lnTo>
                  <a:pt x="8137" y="3706"/>
                </a:lnTo>
                <a:lnTo>
                  <a:pt x="8275" y="3754"/>
                </a:lnTo>
                <a:lnTo>
                  <a:pt x="8451" y="3800"/>
                </a:lnTo>
                <a:lnTo>
                  <a:pt x="8639" y="3894"/>
                </a:lnTo>
                <a:lnTo>
                  <a:pt x="8777" y="3942"/>
                </a:lnTo>
                <a:lnTo>
                  <a:pt x="8953" y="3988"/>
                </a:lnTo>
                <a:lnTo>
                  <a:pt x="9141" y="4082"/>
                </a:lnTo>
                <a:lnTo>
                  <a:pt x="9279" y="4129"/>
                </a:lnTo>
                <a:lnTo>
                  <a:pt x="9455" y="4176"/>
                </a:lnTo>
                <a:lnTo>
                  <a:pt x="9644" y="4270"/>
                </a:lnTo>
                <a:lnTo>
                  <a:pt x="9782" y="4316"/>
                </a:lnTo>
                <a:lnTo>
                  <a:pt x="9958" y="4364"/>
                </a:lnTo>
                <a:lnTo>
                  <a:pt x="10146" y="4457"/>
                </a:lnTo>
                <a:lnTo>
                  <a:pt x="10284" y="4504"/>
                </a:lnTo>
                <a:lnTo>
                  <a:pt x="10460" y="4551"/>
                </a:lnTo>
                <a:lnTo>
                  <a:pt x="10648" y="4645"/>
                </a:lnTo>
                <a:lnTo>
                  <a:pt x="10786" y="4645"/>
                </a:lnTo>
                <a:lnTo>
                  <a:pt x="10962" y="4739"/>
                </a:lnTo>
                <a:lnTo>
                  <a:pt x="11150" y="4786"/>
                </a:lnTo>
                <a:lnTo>
                  <a:pt x="11289" y="4833"/>
                </a:lnTo>
                <a:lnTo>
                  <a:pt x="11464" y="4927"/>
                </a:lnTo>
                <a:lnTo>
                  <a:pt x="11653" y="4973"/>
                </a:lnTo>
                <a:lnTo>
                  <a:pt x="11791" y="5021"/>
                </a:lnTo>
                <a:lnTo>
                  <a:pt x="11967" y="5067"/>
                </a:lnTo>
                <a:lnTo>
                  <a:pt x="12155" y="5161"/>
                </a:lnTo>
                <a:lnTo>
                  <a:pt x="12293" y="5161"/>
                </a:lnTo>
                <a:lnTo>
                  <a:pt x="12469" y="5255"/>
                </a:lnTo>
                <a:lnTo>
                  <a:pt x="12657" y="5301"/>
                </a:lnTo>
                <a:lnTo>
                  <a:pt x="12796" y="5349"/>
                </a:lnTo>
                <a:lnTo>
                  <a:pt x="12984" y="5395"/>
                </a:lnTo>
                <a:lnTo>
                  <a:pt x="13160" y="5489"/>
                </a:lnTo>
                <a:lnTo>
                  <a:pt x="13298" y="5489"/>
                </a:lnTo>
                <a:lnTo>
                  <a:pt x="13486" y="5583"/>
                </a:lnTo>
                <a:lnTo>
                  <a:pt x="13662" y="5631"/>
                </a:lnTo>
                <a:lnTo>
                  <a:pt x="13800" y="5677"/>
                </a:lnTo>
                <a:lnTo>
                  <a:pt x="13988" y="5724"/>
                </a:lnTo>
                <a:lnTo>
                  <a:pt x="14164" y="5771"/>
                </a:lnTo>
                <a:lnTo>
                  <a:pt x="14302" y="5818"/>
                </a:lnTo>
                <a:lnTo>
                  <a:pt x="14491" y="5865"/>
                </a:lnTo>
                <a:lnTo>
                  <a:pt x="14667" y="5912"/>
                </a:lnTo>
                <a:lnTo>
                  <a:pt x="14805" y="5959"/>
                </a:lnTo>
                <a:lnTo>
                  <a:pt x="14993" y="6006"/>
                </a:lnTo>
                <a:lnTo>
                  <a:pt x="15169" y="6053"/>
                </a:lnTo>
                <a:lnTo>
                  <a:pt x="15307" y="6100"/>
                </a:lnTo>
                <a:lnTo>
                  <a:pt x="15495" y="6146"/>
                </a:lnTo>
                <a:lnTo>
                  <a:pt x="15671" y="6194"/>
                </a:lnTo>
                <a:lnTo>
                  <a:pt x="15809" y="6240"/>
                </a:lnTo>
                <a:lnTo>
                  <a:pt x="15998" y="6288"/>
                </a:lnTo>
                <a:lnTo>
                  <a:pt x="16173" y="6334"/>
                </a:lnTo>
                <a:lnTo>
                  <a:pt x="16312" y="6382"/>
                </a:lnTo>
                <a:lnTo>
                  <a:pt x="16500" y="6428"/>
                </a:lnTo>
                <a:lnTo>
                  <a:pt x="16676" y="6476"/>
                </a:lnTo>
                <a:lnTo>
                  <a:pt x="16814" y="6522"/>
                </a:lnTo>
                <a:lnTo>
                  <a:pt x="17002" y="6568"/>
                </a:lnTo>
                <a:lnTo>
                  <a:pt x="17178" y="6616"/>
                </a:lnTo>
                <a:lnTo>
                  <a:pt x="17316" y="6662"/>
                </a:lnTo>
                <a:lnTo>
                  <a:pt x="17505" y="6710"/>
                </a:lnTo>
                <a:lnTo>
                  <a:pt x="17680" y="6756"/>
                </a:lnTo>
                <a:lnTo>
                  <a:pt x="17818" y="6756"/>
                </a:lnTo>
                <a:lnTo>
                  <a:pt x="18007" y="6804"/>
                </a:lnTo>
                <a:lnTo>
                  <a:pt x="18183" y="6850"/>
                </a:lnTo>
                <a:lnTo>
                  <a:pt x="18321" y="6898"/>
                </a:lnTo>
                <a:lnTo>
                  <a:pt x="18509" y="6944"/>
                </a:lnTo>
                <a:lnTo>
                  <a:pt x="18685" y="6991"/>
                </a:lnTo>
                <a:lnTo>
                  <a:pt x="18823" y="6991"/>
                </a:lnTo>
                <a:lnTo>
                  <a:pt x="19011" y="7038"/>
                </a:lnTo>
                <a:lnTo>
                  <a:pt x="19200" y="7085"/>
                </a:lnTo>
                <a:lnTo>
                  <a:pt x="19426" y="7132"/>
                </a:lnTo>
                <a:lnTo>
                  <a:pt x="19602" y="7179"/>
                </a:lnTo>
                <a:lnTo>
                  <a:pt x="19828" y="7226"/>
                </a:lnTo>
                <a:lnTo>
                  <a:pt x="20016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6104754" y="5766065"/>
            <a:ext cx="20016" cy="1454"/>
          </a:xfrm>
          <a:custGeom>
            <a:avLst/>
            <a:gdLst/>
            <a:ahLst/>
            <a:cxnLst/>
            <a:rect l="l" t="t" r="r" b="b"/>
            <a:pathLst>
              <a:path w="20016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0" y="140"/>
                </a:lnTo>
                <a:lnTo>
                  <a:pt x="828" y="140"/>
                </a:lnTo>
                <a:lnTo>
                  <a:pt x="1004" y="187"/>
                </a:lnTo>
                <a:lnTo>
                  <a:pt x="1192" y="234"/>
                </a:lnTo>
                <a:lnTo>
                  <a:pt x="1331" y="281"/>
                </a:lnTo>
                <a:lnTo>
                  <a:pt x="1506" y="281"/>
                </a:lnTo>
                <a:lnTo>
                  <a:pt x="1695" y="328"/>
                </a:lnTo>
                <a:lnTo>
                  <a:pt x="1833" y="375"/>
                </a:lnTo>
                <a:lnTo>
                  <a:pt x="2009" y="375"/>
                </a:lnTo>
                <a:lnTo>
                  <a:pt x="2197" y="422"/>
                </a:lnTo>
                <a:lnTo>
                  <a:pt x="2335" y="422"/>
                </a:lnTo>
                <a:lnTo>
                  <a:pt x="2511" y="469"/>
                </a:lnTo>
                <a:lnTo>
                  <a:pt x="2699" y="516"/>
                </a:lnTo>
                <a:lnTo>
                  <a:pt x="2837" y="516"/>
                </a:lnTo>
                <a:lnTo>
                  <a:pt x="3013" y="562"/>
                </a:lnTo>
                <a:lnTo>
                  <a:pt x="3202" y="610"/>
                </a:lnTo>
                <a:lnTo>
                  <a:pt x="3340" y="610"/>
                </a:lnTo>
                <a:lnTo>
                  <a:pt x="3516" y="656"/>
                </a:lnTo>
                <a:lnTo>
                  <a:pt x="3704" y="656"/>
                </a:lnTo>
                <a:lnTo>
                  <a:pt x="3842" y="704"/>
                </a:lnTo>
                <a:lnTo>
                  <a:pt x="4018" y="704"/>
                </a:lnTo>
                <a:lnTo>
                  <a:pt x="4206" y="750"/>
                </a:lnTo>
                <a:lnTo>
                  <a:pt x="4344" y="750"/>
                </a:lnTo>
                <a:lnTo>
                  <a:pt x="4520" y="798"/>
                </a:lnTo>
                <a:lnTo>
                  <a:pt x="4709" y="844"/>
                </a:lnTo>
                <a:lnTo>
                  <a:pt x="4847" y="844"/>
                </a:lnTo>
                <a:lnTo>
                  <a:pt x="5022" y="844"/>
                </a:lnTo>
                <a:lnTo>
                  <a:pt x="5211" y="892"/>
                </a:lnTo>
                <a:lnTo>
                  <a:pt x="5349" y="892"/>
                </a:lnTo>
                <a:lnTo>
                  <a:pt x="5525" y="938"/>
                </a:lnTo>
                <a:lnTo>
                  <a:pt x="5713" y="938"/>
                </a:lnTo>
                <a:lnTo>
                  <a:pt x="5851" y="984"/>
                </a:lnTo>
                <a:lnTo>
                  <a:pt x="6027" y="984"/>
                </a:lnTo>
                <a:lnTo>
                  <a:pt x="6215" y="1032"/>
                </a:lnTo>
                <a:lnTo>
                  <a:pt x="6354" y="1032"/>
                </a:lnTo>
                <a:lnTo>
                  <a:pt x="6529" y="1032"/>
                </a:lnTo>
                <a:lnTo>
                  <a:pt x="6718" y="1078"/>
                </a:lnTo>
                <a:lnTo>
                  <a:pt x="6856" y="1078"/>
                </a:lnTo>
                <a:lnTo>
                  <a:pt x="7044" y="1126"/>
                </a:lnTo>
                <a:lnTo>
                  <a:pt x="7220" y="1126"/>
                </a:lnTo>
                <a:lnTo>
                  <a:pt x="7358" y="1126"/>
                </a:lnTo>
                <a:lnTo>
                  <a:pt x="7547" y="1172"/>
                </a:lnTo>
                <a:lnTo>
                  <a:pt x="7722" y="1172"/>
                </a:lnTo>
                <a:lnTo>
                  <a:pt x="7860" y="1172"/>
                </a:lnTo>
                <a:lnTo>
                  <a:pt x="8049" y="1220"/>
                </a:lnTo>
                <a:lnTo>
                  <a:pt x="8225" y="1220"/>
                </a:lnTo>
                <a:lnTo>
                  <a:pt x="8363" y="1220"/>
                </a:lnTo>
                <a:lnTo>
                  <a:pt x="8551" y="1220"/>
                </a:lnTo>
                <a:lnTo>
                  <a:pt x="8727" y="1266"/>
                </a:lnTo>
                <a:lnTo>
                  <a:pt x="8865" y="1266"/>
                </a:lnTo>
                <a:lnTo>
                  <a:pt x="9053" y="1266"/>
                </a:lnTo>
                <a:lnTo>
                  <a:pt x="9229" y="1314"/>
                </a:lnTo>
                <a:lnTo>
                  <a:pt x="9367" y="1314"/>
                </a:lnTo>
                <a:lnTo>
                  <a:pt x="9556" y="1314"/>
                </a:lnTo>
                <a:lnTo>
                  <a:pt x="9732" y="1314"/>
                </a:lnTo>
                <a:lnTo>
                  <a:pt x="9870" y="1314"/>
                </a:lnTo>
                <a:lnTo>
                  <a:pt x="10058" y="1360"/>
                </a:lnTo>
                <a:lnTo>
                  <a:pt x="10234" y="1360"/>
                </a:lnTo>
                <a:lnTo>
                  <a:pt x="10372" y="1360"/>
                </a:lnTo>
                <a:lnTo>
                  <a:pt x="10560" y="1360"/>
                </a:lnTo>
                <a:lnTo>
                  <a:pt x="10736" y="1360"/>
                </a:lnTo>
                <a:lnTo>
                  <a:pt x="10874" y="1407"/>
                </a:lnTo>
                <a:lnTo>
                  <a:pt x="11063" y="1407"/>
                </a:lnTo>
                <a:lnTo>
                  <a:pt x="11238" y="1407"/>
                </a:lnTo>
                <a:lnTo>
                  <a:pt x="11377" y="1407"/>
                </a:lnTo>
                <a:lnTo>
                  <a:pt x="11565" y="1407"/>
                </a:lnTo>
                <a:lnTo>
                  <a:pt x="11741" y="1407"/>
                </a:lnTo>
                <a:lnTo>
                  <a:pt x="11879" y="1407"/>
                </a:lnTo>
                <a:lnTo>
                  <a:pt x="12067" y="1454"/>
                </a:lnTo>
                <a:lnTo>
                  <a:pt x="12243" y="1454"/>
                </a:lnTo>
                <a:lnTo>
                  <a:pt x="12381" y="1454"/>
                </a:lnTo>
                <a:lnTo>
                  <a:pt x="12569" y="1454"/>
                </a:lnTo>
                <a:lnTo>
                  <a:pt x="12758" y="1454"/>
                </a:lnTo>
                <a:lnTo>
                  <a:pt x="12984" y="1454"/>
                </a:lnTo>
                <a:lnTo>
                  <a:pt x="13160" y="1454"/>
                </a:lnTo>
                <a:lnTo>
                  <a:pt x="13386" y="1454"/>
                </a:lnTo>
                <a:lnTo>
                  <a:pt x="13574" y="1454"/>
                </a:lnTo>
                <a:lnTo>
                  <a:pt x="13762" y="1454"/>
                </a:lnTo>
                <a:lnTo>
                  <a:pt x="13988" y="1454"/>
                </a:lnTo>
                <a:lnTo>
                  <a:pt x="14164" y="1454"/>
                </a:lnTo>
                <a:lnTo>
                  <a:pt x="14403" y="1454"/>
                </a:lnTo>
                <a:lnTo>
                  <a:pt x="14579" y="1454"/>
                </a:lnTo>
                <a:lnTo>
                  <a:pt x="14767" y="1454"/>
                </a:lnTo>
                <a:lnTo>
                  <a:pt x="14905" y="1454"/>
                </a:lnTo>
                <a:lnTo>
                  <a:pt x="15081" y="1454"/>
                </a:lnTo>
                <a:lnTo>
                  <a:pt x="15269" y="1454"/>
                </a:lnTo>
                <a:lnTo>
                  <a:pt x="15407" y="1454"/>
                </a:lnTo>
                <a:lnTo>
                  <a:pt x="15583" y="1407"/>
                </a:lnTo>
                <a:lnTo>
                  <a:pt x="15772" y="1407"/>
                </a:lnTo>
                <a:lnTo>
                  <a:pt x="15910" y="1407"/>
                </a:lnTo>
                <a:lnTo>
                  <a:pt x="16086" y="1407"/>
                </a:lnTo>
                <a:lnTo>
                  <a:pt x="16274" y="1407"/>
                </a:lnTo>
                <a:lnTo>
                  <a:pt x="16412" y="1407"/>
                </a:lnTo>
                <a:lnTo>
                  <a:pt x="16588" y="1407"/>
                </a:lnTo>
                <a:lnTo>
                  <a:pt x="16776" y="1407"/>
                </a:lnTo>
                <a:lnTo>
                  <a:pt x="16914" y="1360"/>
                </a:lnTo>
                <a:lnTo>
                  <a:pt x="17090" y="1360"/>
                </a:lnTo>
                <a:lnTo>
                  <a:pt x="17279" y="1360"/>
                </a:lnTo>
                <a:lnTo>
                  <a:pt x="17417" y="1360"/>
                </a:lnTo>
                <a:lnTo>
                  <a:pt x="17592" y="1360"/>
                </a:lnTo>
                <a:lnTo>
                  <a:pt x="17781" y="1314"/>
                </a:lnTo>
                <a:lnTo>
                  <a:pt x="17919" y="1314"/>
                </a:lnTo>
                <a:lnTo>
                  <a:pt x="18095" y="1314"/>
                </a:lnTo>
                <a:lnTo>
                  <a:pt x="18283" y="1314"/>
                </a:lnTo>
                <a:lnTo>
                  <a:pt x="18421" y="1314"/>
                </a:lnTo>
                <a:lnTo>
                  <a:pt x="18597" y="1266"/>
                </a:lnTo>
                <a:lnTo>
                  <a:pt x="18785" y="1266"/>
                </a:lnTo>
                <a:lnTo>
                  <a:pt x="18924" y="1266"/>
                </a:lnTo>
                <a:lnTo>
                  <a:pt x="19099" y="1220"/>
                </a:lnTo>
                <a:lnTo>
                  <a:pt x="19288" y="1220"/>
                </a:lnTo>
                <a:lnTo>
                  <a:pt x="19426" y="1220"/>
                </a:lnTo>
                <a:lnTo>
                  <a:pt x="19602" y="1172"/>
                </a:lnTo>
                <a:lnTo>
                  <a:pt x="19790" y="1172"/>
                </a:lnTo>
                <a:lnTo>
                  <a:pt x="19928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6124770" y="5762265"/>
            <a:ext cx="20016" cy="4973"/>
          </a:xfrm>
          <a:custGeom>
            <a:avLst/>
            <a:gdLst/>
            <a:ahLst/>
            <a:cxnLst/>
            <a:rect l="l" t="t" r="r" b="b"/>
            <a:pathLst>
              <a:path w="20016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2" y="4879"/>
                </a:lnTo>
                <a:lnTo>
                  <a:pt x="778" y="4879"/>
                </a:lnTo>
                <a:lnTo>
                  <a:pt x="916" y="4879"/>
                </a:lnTo>
                <a:lnTo>
                  <a:pt x="1105" y="4833"/>
                </a:lnTo>
                <a:lnTo>
                  <a:pt x="1280" y="4833"/>
                </a:lnTo>
                <a:lnTo>
                  <a:pt x="1418" y="4833"/>
                </a:lnTo>
                <a:lnTo>
                  <a:pt x="1607" y="4785"/>
                </a:lnTo>
                <a:lnTo>
                  <a:pt x="1783" y="4785"/>
                </a:lnTo>
                <a:lnTo>
                  <a:pt x="1921" y="4739"/>
                </a:lnTo>
                <a:lnTo>
                  <a:pt x="2109" y="4739"/>
                </a:lnTo>
                <a:lnTo>
                  <a:pt x="2285" y="4692"/>
                </a:lnTo>
                <a:lnTo>
                  <a:pt x="2423" y="4692"/>
                </a:lnTo>
                <a:lnTo>
                  <a:pt x="2611" y="4645"/>
                </a:lnTo>
                <a:lnTo>
                  <a:pt x="2787" y="4645"/>
                </a:lnTo>
                <a:lnTo>
                  <a:pt x="2925" y="4598"/>
                </a:lnTo>
                <a:lnTo>
                  <a:pt x="3114" y="4598"/>
                </a:lnTo>
                <a:lnTo>
                  <a:pt x="3290" y="4551"/>
                </a:lnTo>
                <a:lnTo>
                  <a:pt x="3428" y="4551"/>
                </a:lnTo>
                <a:lnTo>
                  <a:pt x="3616" y="4504"/>
                </a:lnTo>
                <a:lnTo>
                  <a:pt x="3792" y="4504"/>
                </a:lnTo>
                <a:lnTo>
                  <a:pt x="3930" y="4457"/>
                </a:lnTo>
                <a:lnTo>
                  <a:pt x="4118" y="4457"/>
                </a:lnTo>
                <a:lnTo>
                  <a:pt x="4294" y="4410"/>
                </a:lnTo>
                <a:lnTo>
                  <a:pt x="4432" y="4410"/>
                </a:lnTo>
                <a:lnTo>
                  <a:pt x="4621" y="4363"/>
                </a:lnTo>
                <a:lnTo>
                  <a:pt x="4796" y="4316"/>
                </a:lnTo>
                <a:lnTo>
                  <a:pt x="4935" y="4316"/>
                </a:lnTo>
                <a:lnTo>
                  <a:pt x="5123" y="4270"/>
                </a:lnTo>
                <a:lnTo>
                  <a:pt x="5299" y="4222"/>
                </a:lnTo>
                <a:lnTo>
                  <a:pt x="5437" y="4222"/>
                </a:lnTo>
                <a:lnTo>
                  <a:pt x="5625" y="4176"/>
                </a:lnTo>
                <a:lnTo>
                  <a:pt x="5801" y="4129"/>
                </a:lnTo>
                <a:lnTo>
                  <a:pt x="5939" y="4129"/>
                </a:lnTo>
                <a:lnTo>
                  <a:pt x="6128" y="4082"/>
                </a:lnTo>
                <a:lnTo>
                  <a:pt x="6303" y="4035"/>
                </a:lnTo>
                <a:lnTo>
                  <a:pt x="6441" y="4035"/>
                </a:lnTo>
                <a:lnTo>
                  <a:pt x="6630" y="3988"/>
                </a:lnTo>
                <a:lnTo>
                  <a:pt x="6818" y="3941"/>
                </a:lnTo>
                <a:lnTo>
                  <a:pt x="7044" y="3894"/>
                </a:lnTo>
                <a:lnTo>
                  <a:pt x="7220" y="3848"/>
                </a:lnTo>
                <a:lnTo>
                  <a:pt x="7446" y="3848"/>
                </a:lnTo>
                <a:lnTo>
                  <a:pt x="7634" y="3800"/>
                </a:lnTo>
                <a:lnTo>
                  <a:pt x="7823" y="3754"/>
                </a:lnTo>
                <a:lnTo>
                  <a:pt x="7961" y="3706"/>
                </a:lnTo>
                <a:lnTo>
                  <a:pt x="8137" y="3660"/>
                </a:lnTo>
                <a:lnTo>
                  <a:pt x="8325" y="3612"/>
                </a:lnTo>
                <a:lnTo>
                  <a:pt x="8463" y="3612"/>
                </a:lnTo>
                <a:lnTo>
                  <a:pt x="8639" y="3566"/>
                </a:lnTo>
                <a:lnTo>
                  <a:pt x="8827" y="3518"/>
                </a:lnTo>
                <a:lnTo>
                  <a:pt x="8965" y="3518"/>
                </a:lnTo>
                <a:lnTo>
                  <a:pt x="9141" y="3472"/>
                </a:lnTo>
                <a:lnTo>
                  <a:pt x="9330" y="3426"/>
                </a:lnTo>
                <a:lnTo>
                  <a:pt x="9468" y="3378"/>
                </a:lnTo>
                <a:lnTo>
                  <a:pt x="9644" y="3332"/>
                </a:lnTo>
                <a:lnTo>
                  <a:pt x="9832" y="3284"/>
                </a:lnTo>
                <a:lnTo>
                  <a:pt x="9970" y="3238"/>
                </a:lnTo>
                <a:lnTo>
                  <a:pt x="10146" y="3190"/>
                </a:lnTo>
                <a:lnTo>
                  <a:pt x="10334" y="3144"/>
                </a:lnTo>
                <a:lnTo>
                  <a:pt x="10472" y="3144"/>
                </a:lnTo>
                <a:lnTo>
                  <a:pt x="10648" y="3096"/>
                </a:lnTo>
                <a:lnTo>
                  <a:pt x="10837" y="3003"/>
                </a:lnTo>
                <a:lnTo>
                  <a:pt x="10975" y="3003"/>
                </a:lnTo>
                <a:lnTo>
                  <a:pt x="11150" y="2956"/>
                </a:lnTo>
                <a:lnTo>
                  <a:pt x="11339" y="2909"/>
                </a:lnTo>
                <a:lnTo>
                  <a:pt x="11477" y="2862"/>
                </a:lnTo>
                <a:lnTo>
                  <a:pt x="11653" y="2815"/>
                </a:lnTo>
                <a:lnTo>
                  <a:pt x="11841" y="2768"/>
                </a:lnTo>
                <a:lnTo>
                  <a:pt x="11979" y="2721"/>
                </a:lnTo>
                <a:lnTo>
                  <a:pt x="12155" y="2674"/>
                </a:lnTo>
                <a:lnTo>
                  <a:pt x="12343" y="2627"/>
                </a:lnTo>
                <a:lnTo>
                  <a:pt x="12482" y="2581"/>
                </a:lnTo>
                <a:lnTo>
                  <a:pt x="12657" y="2533"/>
                </a:lnTo>
                <a:lnTo>
                  <a:pt x="12846" y="2487"/>
                </a:lnTo>
                <a:lnTo>
                  <a:pt x="12984" y="2439"/>
                </a:lnTo>
                <a:lnTo>
                  <a:pt x="13160" y="2393"/>
                </a:lnTo>
                <a:lnTo>
                  <a:pt x="13348" y="2299"/>
                </a:lnTo>
                <a:lnTo>
                  <a:pt x="13486" y="2299"/>
                </a:lnTo>
                <a:lnTo>
                  <a:pt x="13662" y="2251"/>
                </a:lnTo>
                <a:lnTo>
                  <a:pt x="13850" y="2159"/>
                </a:lnTo>
                <a:lnTo>
                  <a:pt x="13988" y="2159"/>
                </a:lnTo>
                <a:lnTo>
                  <a:pt x="14177" y="2065"/>
                </a:lnTo>
                <a:lnTo>
                  <a:pt x="14353" y="2017"/>
                </a:lnTo>
                <a:lnTo>
                  <a:pt x="14491" y="1971"/>
                </a:lnTo>
                <a:lnTo>
                  <a:pt x="14679" y="1923"/>
                </a:lnTo>
                <a:lnTo>
                  <a:pt x="14855" y="1829"/>
                </a:lnTo>
                <a:lnTo>
                  <a:pt x="14993" y="1829"/>
                </a:lnTo>
                <a:lnTo>
                  <a:pt x="15181" y="1736"/>
                </a:lnTo>
                <a:lnTo>
                  <a:pt x="15357" y="1689"/>
                </a:lnTo>
                <a:lnTo>
                  <a:pt x="15495" y="1642"/>
                </a:lnTo>
                <a:lnTo>
                  <a:pt x="15684" y="1595"/>
                </a:lnTo>
                <a:lnTo>
                  <a:pt x="15860" y="1501"/>
                </a:lnTo>
                <a:lnTo>
                  <a:pt x="15998" y="1501"/>
                </a:lnTo>
                <a:lnTo>
                  <a:pt x="16186" y="1407"/>
                </a:lnTo>
                <a:lnTo>
                  <a:pt x="16362" y="1360"/>
                </a:lnTo>
                <a:lnTo>
                  <a:pt x="16500" y="1314"/>
                </a:lnTo>
                <a:lnTo>
                  <a:pt x="16688" y="1266"/>
                </a:lnTo>
                <a:lnTo>
                  <a:pt x="16914" y="1172"/>
                </a:lnTo>
                <a:lnTo>
                  <a:pt x="17090" y="1126"/>
                </a:lnTo>
                <a:lnTo>
                  <a:pt x="17279" y="1032"/>
                </a:lnTo>
                <a:lnTo>
                  <a:pt x="17417" y="984"/>
                </a:lnTo>
                <a:lnTo>
                  <a:pt x="17605" y="938"/>
                </a:lnTo>
                <a:lnTo>
                  <a:pt x="17781" y="844"/>
                </a:lnTo>
                <a:lnTo>
                  <a:pt x="17919" y="798"/>
                </a:lnTo>
                <a:lnTo>
                  <a:pt x="18107" y="750"/>
                </a:lnTo>
                <a:lnTo>
                  <a:pt x="18283" y="656"/>
                </a:lnTo>
                <a:lnTo>
                  <a:pt x="18421" y="610"/>
                </a:lnTo>
                <a:lnTo>
                  <a:pt x="18610" y="562"/>
                </a:lnTo>
                <a:lnTo>
                  <a:pt x="18785" y="469"/>
                </a:lnTo>
                <a:lnTo>
                  <a:pt x="18924" y="422"/>
                </a:lnTo>
                <a:lnTo>
                  <a:pt x="19112" y="375"/>
                </a:lnTo>
                <a:lnTo>
                  <a:pt x="19288" y="281"/>
                </a:lnTo>
                <a:lnTo>
                  <a:pt x="19426" y="234"/>
                </a:lnTo>
                <a:lnTo>
                  <a:pt x="19614" y="140"/>
                </a:lnTo>
                <a:lnTo>
                  <a:pt x="19790" y="93"/>
                </a:lnTo>
                <a:lnTo>
                  <a:pt x="19928" y="47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6144787" y="5751285"/>
            <a:ext cx="20029" cy="10979"/>
          </a:xfrm>
          <a:custGeom>
            <a:avLst/>
            <a:gdLst/>
            <a:ahLst/>
            <a:cxnLst/>
            <a:rect l="l" t="t" r="r" b="b"/>
            <a:pathLst>
              <a:path w="20029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2" y="10745"/>
                </a:lnTo>
                <a:lnTo>
                  <a:pt x="778" y="10651"/>
                </a:lnTo>
                <a:lnTo>
                  <a:pt x="916" y="10605"/>
                </a:lnTo>
                <a:lnTo>
                  <a:pt x="1105" y="10511"/>
                </a:lnTo>
                <a:lnTo>
                  <a:pt x="1280" y="10463"/>
                </a:lnTo>
                <a:lnTo>
                  <a:pt x="1418" y="10417"/>
                </a:lnTo>
                <a:lnTo>
                  <a:pt x="1607" y="10323"/>
                </a:lnTo>
                <a:lnTo>
                  <a:pt x="1783" y="10229"/>
                </a:lnTo>
                <a:lnTo>
                  <a:pt x="1921" y="10182"/>
                </a:lnTo>
                <a:lnTo>
                  <a:pt x="2109" y="10088"/>
                </a:lnTo>
                <a:lnTo>
                  <a:pt x="2285" y="9994"/>
                </a:lnTo>
                <a:lnTo>
                  <a:pt x="2423" y="9994"/>
                </a:lnTo>
                <a:lnTo>
                  <a:pt x="2611" y="9900"/>
                </a:lnTo>
                <a:lnTo>
                  <a:pt x="2787" y="9806"/>
                </a:lnTo>
                <a:lnTo>
                  <a:pt x="2925" y="9760"/>
                </a:lnTo>
                <a:lnTo>
                  <a:pt x="3114" y="9666"/>
                </a:lnTo>
                <a:lnTo>
                  <a:pt x="3290" y="9572"/>
                </a:lnTo>
                <a:lnTo>
                  <a:pt x="3428" y="9524"/>
                </a:lnTo>
                <a:lnTo>
                  <a:pt x="3616" y="9430"/>
                </a:lnTo>
                <a:lnTo>
                  <a:pt x="3804" y="9338"/>
                </a:lnTo>
                <a:lnTo>
                  <a:pt x="4030" y="9244"/>
                </a:lnTo>
                <a:lnTo>
                  <a:pt x="4206" y="9150"/>
                </a:lnTo>
                <a:lnTo>
                  <a:pt x="4432" y="9056"/>
                </a:lnTo>
                <a:lnTo>
                  <a:pt x="4621" y="8962"/>
                </a:lnTo>
                <a:lnTo>
                  <a:pt x="4809" y="8868"/>
                </a:lnTo>
                <a:lnTo>
                  <a:pt x="5035" y="8774"/>
                </a:lnTo>
                <a:lnTo>
                  <a:pt x="5211" y="8680"/>
                </a:lnTo>
                <a:lnTo>
                  <a:pt x="5449" y="8586"/>
                </a:lnTo>
                <a:lnTo>
                  <a:pt x="5625" y="8493"/>
                </a:lnTo>
                <a:lnTo>
                  <a:pt x="5814" y="8399"/>
                </a:lnTo>
                <a:lnTo>
                  <a:pt x="5952" y="8351"/>
                </a:lnTo>
                <a:lnTo>
                  <a:pt x="6128" y="8258"/>
                </a:lnTo>
                <a:lnTo>
                  <a:pt x="6316" y="8164"/>
                </a:lnTo>
                <a:lnTo>
                  <a:pt x="6454" y="8117"/>
                </a:lnTo>
                <a:lnTo>
                  <a:pt x="6630" y="7977"/>
                </a:lnTo>
                <a:lnTo>
                  <a:pt x="6818" y="7883"/>
                </a:lnTo>
                <a:lnTo>
                  <a:pt x="6956" y="7835"/>
                </a:lnTo>
                <a:lnTo>
                  <a:pt x="7132" y="7741"/>
                </a:lnTo>
                <a:lnTo>
                  <a:pt x="7320" y="7649"/>
                </a:lnTo>
                <a:lnTo>
                  <a:pt x="7459" y="7601"/>
                </a:lnTo>
                <a:lnTo>
                  <a:pt x="7634" y="7507"/>
                </a:lnTo>
                <a:lnTo>
                  <a:pt x="7823" y="7367"/>
                </a:lnTo>
                <a:lnTo>
                  <a:pt x="7961" y="7319"/>
                </a:lnTo>
                <a:lnTo>
                  <a:pt x="8137" y="7226"/>
                </a:lnTo>
                <a:lnTo>
                  <a:pt x="8325" y="7132"/>
                </a:lnTo>
                <a:lnTo>
                  <a:pt x="8463" y="7085"/>
                </a:lnTo>
                <a:lnTo>
                  <a:pt x="8639" y="6944"/>
                </a:lnTo>
                <a:lnTo>
                  <a:pt x="8827" y="6850"/>
                </a:lnTo>
                <a:lnTo>
                  <a:pt x="8965" y="6804"/>
                </a:lnTo>
                <a:lnTo>
                  <a:pt x="9141" y="6710"/>
                </a:lnTo>
                <a:lnTo>
                  <a:pt x="9330" y="6568"/>
                </a:lnTo>
                <a:lnTo>
                  <a:pt x="9468" y="6522"/>
                </a:lnTo>
                <a:lnTo>
                  <a:pt x="9644" y="6428"/>
                </a:lnTo>
                <a:lnTo>
                  <a:pt x="9832" y="6288"/>
                </a:lnTo>
                <a:lnTo>
                  <a:pt x="9970" y="6240"/>
                </a:lnTo>
                <a:lnTo>
                  <a:pt x="10146" y="6146"/>
                </a:lnTo>
                <a:lnTo>
                  <a:pt x="10334" y="6052"/>
                </a:lnTo>
                <a:lnTo>
                  <a:pt x="10472" y="5959"/>
                </a:lnTo>
                <a:lnTo>
                  <a:pt x="10648" y="5865"/>
                </a:lnTo>
                <a:lnTo>
                  <a:pt x="10837" y="5771"/>
                </a:lnTo>
                <a:lnTo>
                  <a:pt x="10975" y="5677"/>
                </a:lnTo>
                <a:lnTo>
                  <a:pt x="11150" y="5583"/>
                </a:lnTo>
                <a:lnTo>
                  <a:pt x="11339" y="5443"/>
                </a:lnTo>
                <a:lnTo>
                  <a:pt x="11477" y="5395"/>
                </a:lnTo>
                <a:lnTo>
                  <a:pt x="11665" y="5301"/>
                </a:lnTo>
                <a:lnTo>
                  <a:pt x="11841" y="5161"/>
                </a:lnTo>
                <a:lnTo>
                  <a:pt x="11979" y="5115"/>
                </a:lnTo>
                <a:lnTo>
                  <a:pt x="12168" y="5021"/>
                </a:lnTo>
                <a:lnTo>
                  <a:pt x="12343" y="4879"/>
                </a:lnTo>
                <a:lnTo>
                  <a:pt x="12482" y="4833"/>
                </a:lnTo>
                <a:lnTo>
                  <a:pt x="12670" y="4692"/>
                </a:lnTo>
                <a:lnTo>
                  <a:pt x="12846" y="4598"/>
                </a:lnTo>
                <a:lnTo>
                  <a:pt x="12984" y="4551"/>
                </a:lnTo>
                <a:lnTo>
                  <a:pt x="13172" y="4410"/>
                </a:lnTo>
                <a:lnTo>
                  <a:pt x="13348" y="4270"/>
                </a:lnTo>
                <a:lnTo>
                  <a:pt x="13486" y="4222"/>
                </a:lnTo>
                <a:lnTo>
                  <a:pt x="13675" y="4129"/>
                </a:lnTo>
                <a:lnTo>
                  <a:pt x="13850" y="3988"/>
                </a:lnTo>
                <a:lnTo>
                  <a:pt x="13988" y="3941"/>
                </a:lnTo>
                <a:lnTo>
                  <a:pt x="14177" y="3800"/>
                </a:lnTo>
                <a:lnTo>
                  <a:pt x="14353" y="3660"/>
                </a:lnTo>
                <a:lnTo>
                  <a:pt x="14491" y="3612"/>
                </a:lnTo>
                <a:lnTo>
                  <a:pt x="14679" y="3472"/>
                </a:lnTo>
                <a:lnTo>
                  <a:pt x="14855" y="3378"/>
                </a:lnTo>
                <a:lnTo>
                  <a:pt x="14993" y="3284"/>
                </a:lnTo>
                <a:lnTo>
                  <a:pt x="15181" y="3190"/>
                </a:lnTo>
                <a:lnTo>
                  <a:pt x="15357" y="3050"/>
                </a:lnTo>
                <a:lnTo>
                  <a:pt x="15495" y="3003"/>
                </a:lnTo>
                <a:lnTo>
                  <a:pt x="15684" y="2862"/>
                </a:lnTo>
                <a:lnTo>
                  <a:pt x="15860" y="2721"/>
                </a:lnTo>
                <a:lnTo>
                  <a:pt x="15998" y="2674"/>
                </a:lnTo>
                <a:lnTo>
                  <a:pt x="16186" y="2533"/>
                </a:lnTo>
                <a:lnTo>
                  <a:pt x="16362" y="2393"/>
                </a:lnTo>
                <a:lnTo>
                  <a:pt x="16500" y="2345"/>
                </a:lnTo>
                <a:lnTo>
                  <a:pt x="16688" y="2205"/>
                </a:lnTo>
                <a:lnTo>
                  <a:pt x="16864" y="2065"/>
                </a:lnTo>
                <a:lnTo>
                  <a:pt x="17002" y="2017"/>
                </a:lnTo>
                <a:lnTo>
                  <a:pt x="17191" y="1877"/>
                </a:lnTo>
                <a:lnTo>
                  <a:pt x="17366" y="1736"/>
                </a:lnTo>
                <a:lnTo>
                  <a:pt x="17505" y="1689"/>
                </a:lnTo>
                <a:lnTo>
                  <a:pt x="17693" y="1548"/>
                </a:lnTo>
                <a:lnTo>
                  <a:pt x="17881" y="1407"/>
                </a:lnTo>
                <a:lnTo>
                  <a:pt x="18107" y="1266"/>
                </a:lnTo>
                <a:lnTo>
                  <a:pt x="18283" y="1172"/>
                </a:lnTo>
                <a:lnTo>
                  <a:pt x="18509" y="1032"/>
                </a:lnTo>
                <a:lnTo>
                  <a:pt x="18697" y="892"/>
                </a:lnTo>
                <a:lnTo>
                  <a:pt x="18886" y="750"/>
                </a:lnTo>
                <a:lnTo>
                  <a:pt x="19024" y="656"/>
                </a:lnTo>
                <a:lnTo>
                  <a:pt x="19200" y="516"/>
                </a:lnTo>
                <a:lnTo>
                  <a:pt x="19388" y="375"/>
                </a:lnTo>
                <a:lnTo>
                  <a:pt x="19526" y="328"/>
                </a:lnTo>
                <a:lnTo>
                  <a:pt x="19702" y="187"/>
                </a:lnTo>
                <a:lnTo>
                  <a:pt x="19890" y="47"/>
                </a:lnTo>
                <a:lnTo>
                  <a:pt x="20029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6164816" y="5734393"/>
            <a:ext cx="19966" cy="16891"/>
          </a:xfrm>
          <a:custGeom>
            <a:avLst/>
            <a:gdLst/>
            <a:ahLst/>
            <a:cxnLst/>
            <a:rect l="l" t="t" r="r" b="b"/>
            <a:pathLst>
              <a:path w="19966" h="16891">
                <a:moveTo>
                  <a:pt x="0" y="16891"/>
                </a:moveTo>
                <a:lnTo>
                  <a:pt x="175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8" y="16375"/>
                </a:lnTo>
                <a:lnTo>
                  <a:pt x="866" y="16235"/>
                </a:lnTo>
                <a:lnTo>
                  <a:pt x="1004" y="16141"/>
                </a:lnTo>
                <a:lnTo>
                  <a:pt x="1180" y="16001"/>
                </a:lnTo>
                <a:lnTo>
                  <a:pt x="1368" y="15859"/>
                </a:lnTo>
                <a:lnTo>
                  <a:pt x="1506" y="15813"/>
                </a:lnTo>
                <a:lnTo>
                  <a:pt x="1682" y="15672"/>
                </a:lnTo>
                <a:lnTo>
                  <a:pt x="1871" y="15531"/>
                </a:lnTo>
                <a:lnTo>
                  <a:pt x="2009" y="15437"/>
                </a:lnTo>
                <a:lnTo>
                  <a:pt x="2184" y="15296"/>
                </a:lnTo>
                <a:lnTo>
                  <a:pt x="2373" y="15156"/>
                </a:lnTo>
                <a:lnTo>
                  <a:pt x="2511" y="15062"/>
                </a:lnTo>
                <a:lnTo>
                  <a:pt x="2687" y="14920"/>
                </a:lnTo>
                <a:lnTo>
                  <a:pt x="2875" y="14780"/>
                </a:lnTo>
                <a:lnTo>
                  <a:pt x="3013" y="14686"/>
                </a:lnTo>
                <a:lnTo>
                  <a:pt x="3189" y="14546"/>
                </a:lnTo>
                <a:lnTo>
                  <a:pt x="3377" y="14405"/>
                </a:lnTo>
                <a:lnTo>
                  <a:pt x="3516" y="14311"/>
                </a:lnTo>
                <a:lnTo>
                  <a:pt x="3691" y="14170"/>
                </a:lnTo>
                <a:lnTo>
                  <a:pt x="3880" y="14029"/>
                </a:lnTo>
                <a:lnTo>
                  <a:pt x="4018" y="13935"/>
                </a:lnTo>
                <a:lnTo>
                  <a:pt x="4194" y="13795"/>
                </a:lnTo>
                <a:lnTo>
                  <a:pt x="4382" y="13653"/>
                </a:lnTo>
                <a:lnTo>
                  <a:pt x="4520" y="13561"/>
                </a:lnTo>
                <a:lnTo>
                  <a:pt x="4696" y="13419"/>
                </a:lnTo>
                <a:lnTo>
                  <a:pt x="4884" y="13231"/>
                </a:lnTo>
                <a:lnTo>
                  <a:pt x="5022" y="13185"/>
                </a:lnTo>
                <a:lnTo>
                  <a:pt x="5211" y="12997"/>
                </a:lnTo>
                <a:lnTo>
                  <a:pt x="5387" y="12856"/>
                </a:lnTo>
                <a:lnTo>
                  <a:pt x="5525" y="12762"/>
                </a:lnTo>
                <a:lnTo>
                  <a:pt x="5713" y="12622"/>
                </a:lnTo>
                <a:lnTo>
                  <a:pt x="5889" y="12480"/>
                </a:lnTo>
                <a:lnTo>
                  <a:pt x="6027" y="12387"/>
                </a:lnTo>
                <a:lnTo>
                  <a:pt x="6215" y="12246"/>
                </a:lnTo>
                <a:lnTo>
                  <a:pt x="6391" y="12058"/>
                </a:lnTo>
                <a:lnTo>
                  <a:pt x="6529" y="12012"/>
                </a:lnTo>
                <a:lnTo>
                  <a:pt x="6718" y="11824"/>
                </a:lnTo>
                <a:lnTo>
                  <a:pt x="6894" y="11684"/>
                </a:lnTo>
                <a:lnTo>
                  <a:pt x="7032" y="11590"/>
                </a:lnTo>
                <a:lnTo>
                  <a:pt x="7220" y="11449"/>
                </a:lnTo>
                <a:lnTo>
                  <a:pt x="7396" y="11261"/>
                </a:lnTo>
                <a:lnTo>
                  <a:pt x="7534" y="11167"/>
                </a:lnTo>
                <a:lnTo>
                  <a:pt x="7722" y="11027"/>
                </a:lnTo>
                <a:lnTo>
                  <a:pt x="7898" y="10839"/>
                </a:lnTo>
                <a:lnTo>
                  <a:pt x="8036" y="10791"/>
                </a:lnTo>
                <a:lnTo>
                  <a:pt x="8225" y="10605"/>
                </a:lnTo>
                <a:lnTo>
                  <a:pt x="8400" y="10463"/>
                </a:lnTo>
                <a:lnTo>
                  <a:pt x="8539" y="10369"/>
                </a:lnTo>
                <a:lnTo>
                  <a:pt x="8727" y="10182"/>
                </a:lnTo>
                <a:lnTo>
                  <a:pt x="8903" y="10041"/>
                </a:lnTo>
                <a:lnTo>
                  <a:pt x="9041" y="9947"/>
                </a:lnTo>
                <a:lnTo>
                  <a:pt x="9229" y="9806"/>
                </a:lnTo>
                <a:lnTo>
                  <a:pt x="9405" y="9618"/>
                </a:lnTo>
                <a:lnTo>
                  <a:pt x="9543" y="9524"/>
                </a:lnTo>
                <a:lnTo>
                  <a:pt x="9731" y="9384"/>
                </a:lnTo>
                <a:lnTo>
                  <a:pt x="9907" y="9196"/>
                </a:lnTo>
                <a:lnTo>
                  <a:pt x="10045" y="9102"/>
                </a:lnTo>
                <a:lnTo>
                  <a:pt x="10234" y="8962"/>
                </a:lnTo>
                <a:lnTo>
                  <a:pt x="10410" y="8774"/>
                </a:lnTo>
                <a:lnTo>
                  <a:pt x="10548" y="8680"/>
                </a:lnTo>
                <a:lnTo>
                  <a:pt x="10736" y="8493"/>
                </a:lnTo>
                <a:lnTo>
                  <a:pt x="10912" y="8351"/>
                </a:lnTo>
                <a:lnTo>
                  <a:pt x="11050" y="8258"/>
                </a:lnTo>
                <a:lnTo>
                  <a:pt x="11238" y="8071"/>
                </a:lnTo>
                <a:lnTo>
                  <a:pt x="11427" y="7929"/>
                </a:lnTo>
                <a:lnTo>
                  <a:pt x="11653" y="7741"/>
                </a:lnTo>
                <a:lnTo>
                  <a:pt x="11829" y="7555"/>
                </a:lnTo>
                <a:lnTo>
                  <a:pt x="12055" y="7367"/>
                </a:lnTo>
                <a:lnTo>
                  <a:pt x="12243" y="7226"/>
                </a:lnTo>
                <a:lnTo>
                  <a:pt x="12431" y="7038"/>
                </a:lnTo>
                <a:lnTo>
                  <a:pt x="12569" y="6944"/>
                </a:lnTo>
                <a:lnTo>
                  <a:pt x="12745" y="6756"/>
                </a:lnTo>
                <a:lnTo>
                  <a:pt x="12934" y="6568"/>
                </a:lnTo>
                <a:lnTo>
                  <a:pt x="13072" y="6474"/>
                </a:lnTo>
                <a:lnTo>
                  <a:pt x="13248" y="6334"/>
                </a:lnTo>
                <a:lnTo>
                  <a:pt x="13436" y="6146"/>
                </a:lnTo>
                <a:lnTo>
                  <a:pt x="13574" y="6052"/>
                </a:lnTo>
                <a:lnTo>
                  <a:pt x="13750" y="5865"/>
                </a:lnTo>
                <a:lnTo>
                  <a:pt x="13938" y="5677"/>
                </a:lnTo>
                <a:lnTo>
                  <a:pt x="14076" y="5583"/>
                </a:lnTo>
                <a:lnTo>
                  <a:pt x="14252" y="5395"/>
                </a:lnTo>
                <a:lnTo>
                  <a:pt x="14441" y="5255"/>
                </a:lnTo>
                <a:lnTo>
                  <a:pt x="14579" y="5161"/>
                </a:lnTo>
                <a:lnTo>
                  <a:pt x="14754" y="4973"/>
                </a:lnTo>
                <a:lnTo>
                  <a:pt x="14943" y="4785"/>
                </a:lnTo>
                <a:lnTo>
                  <a:pt x="15081" y="4692"/>
                </a:lnTo>
                <a:lnTo>
                  <a:pt x="15257" y="4504"/>
                </a:lnTo>
                <a:lnTo>
                  <a:pt x="15445" y="4316"/>
                </a:lnTo>
                <a:lnTo>
                  <a:pt x="15583" y="4222"/>
                </a:lnTo>
                <a:lnTo>
                  <a:pt x="15759" y="4035"/>
                </a:lnTo>
                <a:lnTo>
                  <a:pt x="15947" y="3848"/>
                </a:lnTo>
                <a:lnTo>
                  <a:pt x="16086" y="3754"/>
                </a:lnTo>
                <a:lnTo>
                  <a:pt x="16261" y="3566"/>
                </a:lnTo>
                <a:lnTo>
                  <a:pt x="16450" y="3378"/>
                </a:lnTo>
                <a:lnTo>
                  <a:pt x="16588" y="3284"/>
                </a:lnTo>
                <a:lnTo>
                  <a:pt x="16764" y="3096"/>
                </a:lnTo>
                <a:lnTo>
                  <a:pt x="16952" y="2909"/>
                </a:lnTo>
                <a:lnTo>
                  <a:pt x="17090" y="2815"/>
                </a:lnTo>
                <a:lnTo>
                  <a:pt x="17266" y="2627"/>
                </a:lnTo>
                <a:lnTo>
                  <a:pt x="17454" y="2439"/>
                </a:lnTo>
                <a:lnTo>
                  <a:pt x="17592" y="2345"/>
                </a:lnTo>
                <a:lnTo>
                  <a:pt x="17768" y="2159"/>
                </a:lnTo>
                <a:lnTo>
                  <a:pt x="17957" y="1971"/>
                </a:lnTo>
                <a:lnTo>
                  <a:pt x="18095" y="1877"/>
                </a:lnTo>
                <a:lnTo>
                  <a:pt x="18183" y="1736"/>
                </a:lnTo>
                <a:lnTo>
                  <a:pt x="18371" y="1548"/>
                </a:lnTo>
                <a:lnTo>
                  <a:pt x="18597" y="1360"/>
                </a:lnTo>
                <a:lnTo>
                  <a:pt x="18785" y="1172"/>
                </a:lnTo>
                <a:lnTo>
                  <a:pt x="18961" y="984"/>
                </a:lnTo>
                <a:lnTo>
                  <a:pt x="19099" y="892"/>
                </a:lnTo>
                <a:lnTo>
                  <a:pt x="19288" y="704"/>
                </a:lnTo>
                <a:lnTo>
                  <a:pt x="19463" y="469"/>
                </a:lnTo>
                <a:lnTo>
                  <a:pt x="19602" y="375"/>
                </a:lnTo>
                <a:lnTo>
                  <a:pt x="19790" y="187"/>
                </a:lnTo>
                <a:lnTo>
                  <a:pt x="19966" y="0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6184782" y="5711917"/>
            <a:ext cx="20016" cy="22475"/>
          </a:xfrm>
          <a:custGeom>
            <a:avLst/>
            <a:gdLst/>
            <a:ahLst/>
            <a:cxnLst/>
            <a:rect l="l" t="t" r="r" b="b"/>
            <a:pathLst>
              <a:path w="20016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0" y="21865"/>
                </a:lnTo>
                <a:lnTo>
                  <a:pt x="828" y="21678"/>
                </a:lnTo>
                <a:lnTo>
                  <a:pt x="1004" y="21490"/>
                </a:lnTo>
                <a:lnTo>
                  <a:pt x="1142" y="21349"/>
                </a:lnTo>
                <a:lnTo>
                  <a:pt x="1331" y="21162"/>
                </a:lnTo>
                <a:lnTo>
                  <a:pt x="1506" y="20974"/>
                </a:lnTo>
                <a:lnTo>
                  <a:pt x="1645" y="20880"/>
                </a:lnTo>
                <a:lnTo>
                  <a:pt x="1833" y="20646"/>
                </a:lnTo>
                <a:lnTo>
                  <a:pt x="2009" y="20458"/>
                </a:lnTo>
                <a:lnTo>
                  <a:pt x="2147" y="20364"/>
                </a:lnTo>
                <a:lnTo>
                  <a:pt x="2335" y="20176"/>
                </a:lnTo>
                <a:lnTo>
                  <a:pt x="2423" y="20036"/>
                </a:lnTo>
                <a:lnTo>
                  <a:pt x="2649" y="19848"/>
                </a:lnTo>
                <a:lnTo>
                  <a:pt x="2837" y="19660"/>
                </a:lnTo>
                <a:lnTo>
                  <a:pt x="2925" y="19519"/>
                </a:lnTo>
                <a:lnTo>
                  <a:pt x="3151" y="19331"/>
                </a:lnTo>
                <a:lnTo>
                  <a:pt x="3340" y="19145"/>
                </a:lnTo>
                <a:lnTo>
                  <a:pt x="3428" y="19003"/>
                </a:lnTo>
                <a:lnTo>
                  <a:pt x="3654" y="18815"/>
                </a:lnTo>
                <a:lnTo>
                  <a:pt x="3842" y="18581"/>
                </a:lnTo>
                <a:lnTo>
                  <a:pt x="4018" y="18393"/>
                </a:lnTo>
                <a:lnTo>
                  <a:pt x="4156" y="18300"/>
                </a:lnTo>
                <a:lnTo>
                  <a:pt x="4344" y="18064"/>
                </a:lnTo>
                <a:lnTo>
                  <a:pt x="4520" y="17878"/>
                </a:lnTo>
                <a:lnTo>
                  <a:pt x="4658" y="17784"/>
                </a:lnTo>
                <a:lnTo>
                  <a:pt x="4759" y="17642"/>
                </a:lnTo>
                <a:lnTo>
                  <a:pt x="4935" y="17455"/>
                </a:lnTo>
                <a:lnTo>
                  <a:pt x="5161" y="17220"/>
                </a:lnTo>
                <a:lnTo>
                  <a:pt x="5349" y="17033"/>
                </a:lnTo>
                <a:lnTo>
                  <a:pt x="5437" y="16891"/>
                </a:lnTo>
                <a:lnTo>
                  <a:pt x="5663" y="16703"/>
                </a:lnTo>
                <a:lnTo>
                  <a:pt x="5851" y="16469"/>
                </a:lnTo>
                <a:lnTo>
                  <a:pt x="6040" y="16281"/>
                </a:lnTo>
                <a:lnTo>
                  <a:pt x="6178" y="16141"/>
                </a:lnTo>
                <a:lnTo>
                  <a:pt x="6354" y="15953"/>
                </a:lnTo>
                <a:lnTo>
                  <a:pt x="6542" y="15719"/>
                </a:lnTo>
                <a:lnTo>
                  <a:pt x="6680" y="15625"/>
                </a:lnTo>
                <a:lnTo>
                  <a:pt x="6856" y="15390"/>
                </a:lnTo>
                <a:lnTo>
                  <a:pt x="7044" y="15202"/>
                </a:lnTo>
                <a:lnTo>
                  <a:pt x="7182" y="15062"/>
                </a:lnTo>
                <a:lnTo>
                  <a:pt x="7358" y="14874"/>
                </a:lnTo>
                <a:lnTo>
                  <a:pt x="7446" y="14734"/>
                </a:lnTo>
                <a:lnTo>
                  <a:pt x="7685" y="14546"/>
                </a:lnTo>
                <a:lnTo>
                  <a:pt x="7773" y="14405"/>
                </a:lnTo>
                <a:lnTo>
                  <a:pt x="7948" y="14217"/>
                </a:lnTo>
                <a:lnTo>
                  <a:pt x="8049" y="14077"/>
                </a:lnTo>
                <a:lnTo>
                  <a:pt x="8187" y="13983"/>
                </a:lnTo>
                <a:lnTo>
                  <a:pt x="8363" y="13747"/>
                </a:lnTo>
                <a:lnTo>
                  <a:pt x="8551" y="13513"/>
                </a:lnTo>
                <a:lnTo>
                  <a:pt x="8689" y="13419"/>
                </a:lnTo>
                <a:lnTo>
                  <a:pt x="8865" y="13185"/>
                </a:lnTo>
                <a:lnTo>
                  <a:pt x="9053" y="12997"/>
                </a:lnTo>
                <a:lnTo>
                  <a:pt x="9192" y="12856"/>
                </a:lnTo>
                <a:lnTo>
                  <a:pt x="9367" y="12622"/>
                </a:lnTo>
                <a:lnTo>
                  <a:pt x="9556" y="12434"/>
                </a:lnTo>
                <a:lnTo>
                  <a:pt x="9694" y="12294"/>
                </a:lnTo>
                <a:lnTo>
                  <a:pt x="9870" y="12058"/>
                </a:lnTo>
                <a:lnTo>
                  <a:pt x="10058" y="11872"/>
                </a:lnTo>
                <a:lnTo>
                  <a:pt x="10196" y="11730"/>
                </a:lnTo>
                <a:lnTo>
                  <a:pt x="10372" y="11496"/>
                </a:lnTo>
                <a:lnTo>
                  <a:pt x="10560" y="11308"/>
                </a:lnTo>
                <a:lnTo>
                  <a:pt x="10698" y="11167"/>
                </a:lnTo>
                <a:lnTo>
                  <a:pt x="10874" y="10933"/>
                </a:lnTo>
                <a:lnTo>
                  <a:pt x="11063" y="10699"/>
                </a:lnTo>
                <a:lnTo>
                  <a:pt x="11201" y="10605"/>
                </a:lnTo>
                <a:lnTo>
                  <a:pt x="11377" y="10369"/>
                </a:lnTo>
                <a:lnTo>
                  <a:pt x="11565" y="10135"/>
                </a:lnTo>
                <a:lnTo>
                  <a:pt x="11703" y="10041"/>
                </a:lnTo>
                <a:lnTo>
                  <a:pt x="11791" y="9900"/>
                </a:lnTo>
                <a:lnTo>
                  <a:pt x="11979" y="9666"/>
                </a:lnTo>
                <a:lnTo>
                  <a:pt x="12205" y="9432"/>
                </a:lnTo>
                <a:lnTo>
                  <a:pt x="12394" y="9196"/>
                </a:lnTo>
                <a:lnTo>
                  <a:pt x="12569" y="8962"/>
                </a:lnTo>
                <a:lnTo>
                  <a:pt x="12708" y="8868"/>
                </a:lnTo>
                <a:lnTo>
                  <a:pt x="12796" y="8727"/>
                </a:lnTo>
                <a:lnTo>
                  <a:pt x="12984" y="8539"/>
                </a:lnTo>
                <a:lnTo>
                  <a:pt x="13072" y="8399"/>
                </a:lnTo>
                <a:lnTo>
                  <a:pt x="13210" y="8305"/>
                </a:lnTo>
                <a:lnTo>
                  <a:pt x="13298" y="8165"/>
                </a:lnTo>
                <a:lnTo>
                  <a:pt x="13486" y="7929"/>
                </a:lnTo>
                <a:lnTo>
                  <a:pt x="13574" y="7789"/>
                </a:lnTo>
                <a:lnTo>
                  <a:pt x="13712" y="7695"/>
                </a:lnTo>
                <a:lnTo>
                  <a:pt x="13800" y="7555"/>
                </a:lnTo>
                <a:lnTo>
                  <a:pt x="13988" y="7320"/>
                </a:lnTo>
                <a:lnTo>
                  <a:pt x="14214" y="7085"/>
                </a:lnTo>
                <a:lnTo>
                  <a:pt x="14403" y="6850"/>
                </a:lnTo>
                <a:lnTo>
                  <a:pt x="14579" y="6616"/>
                </a:lnTo>
                <a:lnTo>
                  <a:pt x="14717" y="6522"/>
                </a:lnTo>
                <a:lnTo>
                  <a:pt x="14805" y="6382"/>
                </a:lnTo>
                <a:lnTo>
                  <a:pt x="14993" y="6146"/>
                </a:lnTo>
                <a:lnTo>
                  <a:pt x="15081" y="6006"/>
                </a:lnTo>
                <a:lnTo>
                  <a:pt x="15219" y="5912"/>
                </a:lnTo>
                <a:lnTo>
                  <a:pt x="15307" y="5771"/>
                </a:lnTo>
                <a:lnTo>
                  <a:pt x="15495" y="5537"/>
                </a:lnTo>
                <a:lnTo>
                  <a:pt x="15721" y="5301"/>
                </a:lnTo>
                <a:lnTo>
                  <a:pt x="15809" y="5161"/>
                </a:lnTo>
                <a:lnTo>
                  <a:pt x="15998" y="4927"/>
                </a:lnTo>
                <a:lnTo>
                  <a:pt x="16224" y="4692"/>
                </a:lnTo>
                <a:lnTo>
                  <a:pt x="16412" y="4457"/>
                </a:lnTo>
                <a:lnTo>
                  <a:pt x="16500" y="4316"/>
                </a:lnTo>
                <a:lnTo>
                  <a:pt x="16726" y="4082"/>
                </a:lnTo>
                <a:lnTo>
                  <a:pt x="16914" y="3848"/>
                </a:lnTo>
                <a:lnTo>
                  <a:pt x="17002" y="3706"/>
                </a:lnTo>
                <a:lnTo>
                  <a:pt x="17228" y="3472"/>
                </a:lnTo>
                <a:lnTo>
                  <a:pt x="17417" y="3238"/>
                </a:lnTo>
                <a:lnTo>
                  <a:pt x="17505" y="3097"/>
                </a:lnTo>
                <a:lnTo>
                  <a:pt x="17731" y="2862"/>
                </a:lnTo>
                <a:lnTo>
                  <a:pt x="17831" y="2721"/>
                </a:lnTo>
                <a:lnTo>
                  <a:pt x="18007" y="2487"/>
                </a:lnTo>
                <a:lnTo>
                  <a:pt x="18095" y="2345"/>
                </a:lnTo>
                <a:lnTo>
                  <a:pt x="18233" y="2253"/>
                </a:lnTo>
                <a:lnTo>
                  <a:pt x="18333" y="2111"/>
                </a:lnTo>
                <a:lnTo>
                  <a:pt x="18509" y="1877"/>
                </a:lnTo>
                <a:lnTo>
                  <a:pt x="18610" y="1736"/>
                </a:lnTo>
                <a:lnTo>
                  <a:pt x="18836" y="1501"/>
                </a:lnTo>
                <a:lnTo>
                  <a:pt x="18924" y="1360"/>
                </a:lnTo>
                <a:lnTo>
                  <a:pt x="19112" y="1126"/>
                </a:lnTo>
                <a:lnTo>
                  <a:pt x="19237" y="986"/>
                </a:lnTo>
                <a:lnTo>
                  <a:pt x="19426" y="750"/>
                </a:lnTo>
                <a:lnTo>
                  <a:pt x="19514" y="610"/>
                </a:lnTo>
                <a:lnTo>
                  <a:pt x="19752" y="375"/>
                </a:lnTo>
                <a:lnTo>
                  <a:pt x="19840" y="234"/>
                </a:lnTo>
                <a:lnTo>
                  <a:pt x="19928" y="93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6204799" y="5684187"/>
            <a:ext cx="20029" cy="27730"/>
          </a:xfrm>
          <a:custGeom>
            <a:avLst/>
            <a:gdLst/>
            <a:ahLst/>
            <a:cxnLst/>
            <a:rect l="l" t="t" r="r" b="b"/>
            <a:pathLst>
              <a:path w="20029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0" y="26839"/>
                </a:lnTo>
                <a:lnTo>
                  <a:pt x="828" y="26697"/>
                </a:lnTo>
                <a:lnTo>
                  <a:pt x="916" y="26557"/>
                </a:lnTo>
                <a:lnTo>
                  <a:pt x="1105" y="26322"/>
                </a:lnTo>
                <a:lnTo>
                  <a:pt x="1243" y="26182"/>
                </a:lnTo>
                <a:lnTo>
                  <a:pt x="1331" y="26040"/>
                </a:lnTo>
                <a:lnTo>
                  <a:pt x="1506" y="25806"/>
                </a:lnTo>
                <a:lnTo>
                  <a:pt x="1607" y="25666"/>
                </a:lnTo>
                <a:lnTo>
                  <a:pt x="1745" y="25572"/>
                </a:lnTo>
                <a:lnTo>
                  <a:pt x="1833" y="25430"/>
                </a:lnTo>
                <a:lnTo>
                  <a:pt x="1921" y="25290"/>
                </a:lnTo>
                <a:lnTo>
                  <a:pt x="2009" y="25149"/>
                </a:lnTo>
                <a:lnTo>
                  <a:pt x="2247" y="24915"/>
                </a:lnTo>
                <a:lnTo>
                  <a:pt x="2335" y="24774"/>
                </a:lnTo>
                <a:lnTo>
                  <a:pt x="2423" y="24633"/>
                </a:lnTo>
                <a:lnTo>
                  <a:pt x="2524" y="24493"/>
                </a:lnTo>
                <a:lnTo>
                  <a:pt x="2750" y="24257"/>
                </a:lnTo>
                <a:lnTo>
                  <a:pt x="2837" y="24117"/>
                </a:lnTo>
                <a:lnTo>
                  <a:pt x="2925" y="23977"/>
                </a:lnTo>
                <a:lnTo>
                  <a:pt x="3114" y="23741"/>
                </a:lnTo>
                <a:lnTo>
                  <a:pt x="3252" y="23601"/>
                </a:lnTo>
                <a:lnTo>
                  <a:pt x="3340" y="23460"/>
                </a:lnTo>
                <a:lnTo>
                  <a:pt x="3428" y="23319"/>
                </a:lnTo>
                <a:lnTo>
                  <a:pt x="3616" y="23084"/>
                </a:lnTo>
                <a:lnTo>
                  <a:pt x="3754" y="22944"/>
                </a:lnTo>
                <a:lnTo>
                  <a:pt x="3842" y="22804"/>
                </a:lnTo>
                <a:lnTo>
                  <a:pt x="3930" y="22662"/>
                </a:lnTo>
                <a:lnTo>
                  <a:pt x="4118" y="22428"/>
                </a:lnTo>
                <a:lnTo>
                  <a:pt x="4256" y="22287"/>
                </a:lnTo>
                <a:lnTo>
                  <a:pt x="4344" y="22146"/>
                </a:lnTo>
                <a:lnTo>
                  <a:pt x="4432" y="22005"/>
                </a:lnTo>
                <a:lnTo>
                  <a:pt x="4621" y="21771"/>
                </a:lnTo>
                <a:lnTo>
                  <a:pt x="4759" y="21629"/>
                </a:lnTo>
                <a:lnTo>
                  <a:pt x="4847" y="21489"/>
                </a:lnTo>
                <a:lnTo>
                  <a:pt x="4935" y="21349"/>
                </a:lnTo>
                <a:lnTo>
                  <a:pt x="5035" y="21207"/>
                </a:lnTo>
                <a:lnTo>
                  <a:pt x="5123" y="21114"/>
                </a:lnTo>
                <a:lnTo>
                  <a:pt x="5261" y="20973"/>
                </a:lnTo>
                <a:lnTo>
                  <a:pt x="5349" y="20832"/>
                </a:lnTo>
                <a:lnTo>
                  <a:pt x="5437" y="20692"/>
                </a:lnTo>
                <a:lnTo>
                  <a:pt x="5537" y="20551"/>
                </a:lnTo>
                <a:lnTo>
                  <a:pt x="5625" y="20410"/>
                </a:lnTo>
                <a:lnTo>
                  <a:pt x="5763" y="20316"/>
                </a:lnTo>
                <a:lnTo>
                  <a:pt x="5851" y="20176"/>
                </a:lnTo>
                <a:lnTo>
                  <a:pt x="5952" y="20034"/>
                </a:lnTo>
                <a:lnTo>
                  <a:pt x="6040" y="19894"/>
                </a:lnTo>
                <a:lnTo>
                  <a:pt x="6128" y="19754"/>
                </a:lnTo>
                <a:lnTo>
                  <a:pt x="6266" y="19612"/>
                </a:lnTo>
                <a:lnTo>
                  <a:pt x="6354" y="19472"/>
                </a:lnTo>
                <a:lnTo>
                  <a:pt x="6454" y="19331"/>
                </a:lnTo>
                <a:lnTo>
                  <a:pt x="6630" y="19096"/>
                </a:lnTo>
                <a:lnTo>
                  <a:pt x="6768" y="18955"/>
                </a:lnTo>
                <a:lnTo>
                  <a:pt x="6856" y="18815"/>
                </a:lnTo>
                <a:lnTo>
                  <a:pt x="6956" y="18673"/>
                </a:lnTo>
                <a:lnTo>
                  <a:pt x="7044" y="18533"/>
                </a:lnTo>
                <a:lnTo>
                  <a:pt x="7132" y="18393"/>
                </a:lnTo>
                <a:lnTo>
                  <a:pt x="7270" y="18251"/>
                </a:lnTo>
                <a:lnTo>
                  <a:pt x="7358" y="18111"/>
                </a:lnTo>
                <a:lnTo>
                  <a:pt x="7547" y="17876"/>
                </a:lnTo>
                <a:lnTo>
                  <a:pt x="7634" y="17736"/>
                </a:lnTo>
                <a:lnTo>
                  <a:pt x="7773" y="17594"/>
                </a:lnTo>
                <a:lnTo>
                  <a:pt x="7860" y="17454"/>
                </a:lnTo>
                <a:lnTo>
                  <a:pt x="7961" y="17314"/>
                </a:lnTo>
                <a:lnTo>
                  <a:pt x="8049" y="17172"/>
                </a:lnTo>
                <a:lnTo>
                  <a:pt x="8137" y="17032"/>
                </a:lnTo>
                <a:lnTo>
                  <a:pt x="8275" y="16891"/>
                </a:lnTo>
                <a:lnTo>
                  <a:pt x="8363" y="16750"/>
                </a:lnTo>
                <a:lnTo>
                  <a:pt x="8463" y="16609"/>
                </a:lnTo>
                <a:lnTo>
                  <a:pt x="8551" y="16469"/>
                </a:lnTo>
                <a:lnTo>
                  <a:pt x="8777" y="16234"/>
                </a:lnTo>
                <a:lnTo>
                  <a:pt x="8865" y="16093"/>
                </a:lnTo>
                <a:lnTo>
                  <a:pt x="8965" y="15953"/>
                </a:lnTo>
                <a:lnTo>
                  <a:pt x="9053" y="15811"/>
                </a:lnTo>
                <a:lnTo>
                  <a:pt x="9141" y="15671"/>
                </a:lnTo>
                <a:lnTo>
                  <a:pt x="9279" y="15531"/>
                </a:lnTo>
                <a:lnTo>
                  <a:pt x="9367" y="15389"/>
                </a:lnTo>
                <a:lnTo>
                  <a:pt x="9468" y="15249"/>
                </a:lnTo>
                <a:lnTo>
                  <a:pt x="9556" y="15108"/>
                </a:lnTo>
                <a:lnTo>
                  <a:pt x="9644" y="14967"/>
                </a:lnTo>
                <a:lnTo>
                  <a:pt x="9782" y="14826"/>
                </a:lnTo>
                <a:lnTo>
                  <a:pt x="9882" y="14686"/>
                </a:lnTo>
                <a:lnTo>
                  <a:pt x="9970" y="14544"/>
                </a:lnTo>
                <a:lnTo>
                  <a:pt x="10058" y="14404"/>
                </a:lnTo>
                <a:lnTo>
                  <a:pt x="10146" y="14264"/>
                </a:lnTo>
                <a:lnTo>
                  <a:pt x="10284" y="14122"/>
                </a:lnTo>
                <a:lnTo>
                  <a:pt x="10384" y="13982"/>
                </a:lnTo>
                <a:lnTo>
                  <a:pt x="10472" y="13841"/>
                </a:lnTo>
                <a:lnTo>
                  <a:pt x="10560" y="13700"/>
                </a:lnTo>
                <a:lnTo>
                  <a:pt x="10648" y="13559"/>
                </a:lnTo>
                <a:lnTo>
                  <a:pt x="10786" y="13419"/>
                </a:lnTo>
                <a:lnTo>
                  <a:pt x="10887" y="13277"/>
                </a:lnTo>
                <a:lnTo>
                  <a:pt x="10975" y="13137"/>
                </a:lnTo>
                <a:lnTo>
                  <a:pt x="11063" y="12997"/>
                </a:lnTo>
                <a:lnTo>
                  <a:pt x="11150" y="12855"/>
                </a:lnTo>
                <a:lnTo>
                  <a:pt x="11289" y="12715"/>
                </a:lnTo>
                <a:lnTo>
                  <a:pt x="11389" y="12574"/>
                </a:lnTo>
                <a:lnTo>
                  <a:pt x="11477" y="12433"/>
                </a:lnTo>
                <a:lnTo>
                  <a:pt x="11565" y="12293"/>
                </a:lnTo>
                <a:lnTo>
                  <a:pt x="11653" y="12152"/>
                </a:lnTo>
                <a:lnTo>
                  <a:pt x="11791" y="12011"/>
                </a:lnTo>
                <a:lnTo>
                  <a:pt x="11891" y="11870"/>
                </a:lnTo>
                <a:lnTo>
                  <a:pt x="11979" y="11730"/>
                </a:lnTo>
                <a:lnTo>
                  <a:pt x="12067" y="11588"/>
                </a:lnTo>
                <a:lnTo>
                  <a:pt x="12168" y="11448"/>
                </a:lnTo>
                <a:lnTo>
                  <a:pt x="12293" y="11308"/>
                </a:lnTo>
                <a:lnTo>
                  <a:pt x="12394" y="11166"/>
                </a:lnTo>
                <a:lnTo>
                  <a:pt x="12482" y="11026"/>
                </a:lnTo>
                <a:lnTo>
                  <a:pt x="12569" y="10885"/>
                </a:lnTo>
                <a:lnTo>
                  <a:pt x="12670" y="10744"/>
                </a:lnTo>
                <a:lnTo>
                  <a:pt x="12796" y="10603"/>
                </a:lnTo>
                <a:lnTo>
                  <a:pt x="12896" y="10463"/>
                </a:lnTo>
                <a:lnTo>
                  <a:pt x="12984" y="10321"/>
                </a:lnTo>
                <a:lnTo>
                  <a:pt x="13072" y="10181"/>
                </a:lnTo>
                <a:lnTo>
                  <a:pt x="13172" y="10041"/>
                </a:lnTo>
                <a:lnTo>
                  <a:pt x="13298" y="9899"/>
                </a:lnTo>
                <a:lnTo>
                  <a:pt x="13398" y="9759"/>
                </a:lnTo>
                <a:lnTo>
                  <a:pt x="13486" y="9571"/>
                </a:lnTo>
                <a:lnTo>
                  <a:pt x="13574" y="9430"/>
                </a:lnTo>
                <a:lnTo>
                  <a:pt x="13675" y="9290"/>
                </a:lnTo>
                <a:lnTo>
                  <a:pt x="13813" y="9148"/>
                </a:lnTo>
                <a:lnTo>
                  <a:pt x="13901" y="9008"/>
                </a:lnTo>
                <a:lnTo>
                  <a:pt x="13988" y="8868"/>
                </a:lnTo>
                <a:lnTo>
                  <a:pt x="14076" y="8726"/>
                </a:lnTo>
                <a:lnTo>
                  <a:pt x="14177" y="8586"/>
                </a:lnTo>
                <a:lnTo>
                  <a:pt x="14315" y="8445"/>
                </a:lnTo>
                <a:lnTo>
                  <a:pt x="14403" y="8304"/>
                </a:lnTo>
                <a:lnTo>
                  <a:pt x="14491" y="8164"/>
                </a:lnTo>
                <a:lnTo>
                  <a:pt x="14579" y="8023"/>
                </a:lnTo>
                <a:lnTo>
                  <a:pt x="14679" y="7835"/>
                </a:lnTo>
                <a:lnTo>
                  <a:pt x="14817" y="7694"/>
                </a:lnTo>
                <a:lnTo>
                  <a:pt x="14905" y="7553"/>
                </a:lnTo>
                <a:lnTo>
                  <a:pt x="14993" y="7413"/>
                </a:lnTo>
                <a:lnTo>
                  <a:pt x="15081" y="7271"/>
                </a:lnTo>
                <a:lnTo>
                  <a:pt x="15181" y="7131"/>
                </a:lnTo>
                <a:lnTo>
                  <a:pt x="15320" y="6991"/>
                </a:lnTo>
                <a:lnTo>
                  <a:pt x="15407" y="6849"/>
                </a:lnTo>
                <a:lnTo>
                  <a:pt x="15495" y="6709"/>
                </a:lnTo>
                <a:lnTo>
                  <a:pt x="15583" y="6521"/>
                </a:lnTo>
                <a:lnTo>
                  <a:pt x="15684" y="6380"/>
                </a:lnTo>
                <a:lnTo>
                  <a:pt x="15822" y="6240"/>
                </a:lnTo>
                <a:lnTo>
                  <a:pt x="15910" y="6098"/>
                </a:lnTo>
                <a:lnTo>
                  <a:pt x="15998" y="5958"/>
                </a:lnTo>
                <a:lnTo>
                  <a:pt x="16098" y="5818"/>
                </a:lnTo>
                <a:lnTo>
                  <a:pt x="16186" y="5676"/>
                </a:lnTo>
                <a:lnTo>
                  <a:pt x="16324" y="5536"/>
                </a:lnTo>
                <a:lnTo>
                  <a:pt x="16412" y="5348"/>
                </a:lnTo>
                <a:lnTo>
                  <a:pt x="16500" y="5207"/>
                </a:lnTo>
                <a:lnTo>
                  <a:pt x="16600" y="5067"/>
                </a:lnTo>
                <a:lnTo>
                  <a:pt x="16688" y="4925"/>
                </a:lnTo>
                <a:lnTo>
                  <a:pt x="16826" y="4785"/>
                </a:lnTo>
                <a:lnTo>
                  <a:pt x="16914" y="4645"/>
                </a:lnTo>
                <a:lnTo>
                  <a:pt x="17002" y="4503"/>
                </a:lnTo>
                <a:lnTo>
                  <a:pt x="17103" y="4315"/>
                </a:lnTo>
                <a:lnTo>
                  <a:pt x="17191" y="4175"/>
                </a:lnTo>
                <a:lnTo>
                  <a:pt x="17329" y="4035"/>
                </a:lnTo>
                <a:lnTo>
                  <a:pt x="17417" y="3893"/>
                </a:lnTo>
                <a:lnTo>
                  <a:pt x="17505" y="3753"/>
                </a:lnTo>
                <a:lnTo>
                  <a:pt x="17605" y="3612"/>
                </a:lnTo>
                <a:lnTo>
                  <a:pt x="17693" y="3424"/>
                </a:lnTo>
                <a:lnTo>
                  <a:pt x="17831" y="3284"/>
                </a:lnTo>
                <a:lnTo>
                  <a:pt x="17919" y="3142"/>
                </a:lnTo>
                <a:lnTo>
                  <a:pt x="18007" y="3002"/>
                </a:lnTo>
                <a:lnTo>
                  <a:pt x="18107" y="2862"/>
                </a:lnTo>
                <a:lnTo>
                  <a:pt x="18195" y="2674"/>
                </a:lnTo>
                <a:lnTo>
                  <a:pt x="18333" y="2533"/>
                </a:lnTo>
                <a:lnTo>
                  <a:pt x="18421" y="2392"/>
                </a:lnTo>
                <a:lnTo>
                  <a:pt x="18509" y="2251"/>
                </a:lnTo>
                <a:lnTo>
                  <a:pt x="18610" y="2111"/>
                </a:lnTo>
                <a:lnTo>
                  <a:pt x="18697" y="1923"/>
                </a:lnTo>
                <a:lnTo>
                  <a:pt x="18836" y="1781"/>
                </a:lnTo>
                <a:lnTo>
                  <a:pt x="18924" y="1641"/>
                </a:lnTo>
                <a:lnTo>
                  <a:pt x="19011" y="1501"/>
                </a:lnTo>
                <a:lnTo>
                  <a:pt x="19112" y="1359"/>
                </a:lnTo>
                <a:lnTo>
                  <a:pt x="19200" y="1172"/>
                </a:lnTo>
                <a:lnTo>
                  <a:pt x="19338" y="1031"/>
                </a:lnTo>
                <a:lnTo>
                  <a:pt x="19426" y="890"/>
                </a:lnTo>
                <a:lnTo>
                  <a:pt x="19514" y="750"/>
                </a:lnTo>
                <a:lnTo>
                  <a:pt x="19614" y="562"/>
                </a:lnTo>
                <a:lnTo>
                  <a:pt x="19702" y="422"/>
                </a:lnTo>
                <a:lnTo>
                  <a:pt x="19840" y="280"/>
                </a:lnTo>
                <a:lnTo>
                  <a:pt x="19928" y="140"/>
                </a:lnTo>
                <a:lnTo>
                  <a:pt x="20029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6224828" y="5651625"/>
            <a:ext cx="20016" cy="32562"/>
          </a:xfrm>
          <a:custGeom>
            <a:avLst/>
            <a:gdLst/>
            <a:ahLst/>
            <a:cxnLst/>
            <a:rect l="l" t="t" r="r" b="b"/>
            <a:pathLst>
              <a:path w="20016" h="32562">
                <a:moveTo>
                  <a:pt x="0" y="32562"/>
                </a:moveTo>
                <a:lnTo>
                  <a:pt x="87" y="32374"/>
                </a:lnTo>
                <a:lnTo>
                  <a:pt x="175" y="32232"/>
                </a:lnTo>
                <a:lnTo>
                  <a:pt x="313" y="32092"/>
                </a:lnTo>
                <a:lnTo>
                  <a:pt x="401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8" y="31481"/>
                </a:lnTo>
                <a:lnTo>
                  <a:pt x="816" y="31341"/>
                </a:lnTo>
                <a:lnTo>
                  <a:pt x="904" y="31153"/>
                </a:lnTo>
                <a:lnTo>
                  <a:pt x="1004" y="31013"/>
                </a:lnTo>
                <a:lnTo>
                  <a:pt x="1092" y="30872"/>
                </a:lnTo>
                <a:lnTo>
                  <a:pt x="1180" y="30731"/>
                </a:lnTo>
                <a:lnTo>
                  <a:pt x="1318" y="30543"/>
                </a:lnTo>
                <a:lnTo>
                  <a:pt x="1406" y="30402"/>
                </a:lnTo>
                <a:lnTo>
                  <a:pt x="1506" y="30262"/>
                </a:lnTo>
                <a:lnTo>
                  <a:pt x="1594" y="30074"/>
                </a:lnTo>
                <a:lnTo>
                  <a:pt x="1682" y="29934"/>
                </a:lnTo>
                <a:lnTo>
                  <a:pt x="1820" y="29792"/>
                </a:lnTo>
                <a:lnTo>
                  <a:pt x="1908" y="29652"/>
                </a:lnTo>
                <a:lnTo>
                  <a:pt x="2009" y="29464"/>
                </a:lnTo>
                <a:lnTo>
                  <a:pt x="2097" y="29324"/>
                </a:lnTo>
                <a:lnTo>
                  <a:pt x="2184" y="29183"/>
                </a:lnTo>
                <a:lnTo>
                  <a:pt x="2323" y="28995"/>
                </a:lnTo>
                <a:lnTo>
                  <a:pt x="2411" y="28854"/>
                </a:lnTo>
                <a:lnTo>
                  <a:pt x="2511" y="28713"/>
                </a:lnTo>
                <a:lnTo>
                  <a:pt x="2599" y="28573"/>
                </a:lnTo>
                <a:lnTo>
                  <a:pt x="2687" y="28385"/>
                </a:lnTo>
                <a:lnTo>
                  <a:pt x="2825" y="28245"/>
                </a:lnTo>
                <a:lnTo>
                  <a:pt x="2913" y="28103"/>
                </a:lnTo>
                <a:lnTo>
                  <a:pt x="3013" y="27916"/>
                </a:lnTo>
                <a:lnTo>
                  <a:pt x="3101" y="27775"/>
                </a:lnTo>
                <a:lnTo>
                  <a:pt x="3189" y="27634"/>
                </a:lnTo>
                <a:lnTo>
                  <a:pt x="3327" y="27446"/>
                </a:lnTo>
                <a:lnTo>
                  <a:pt x="3428" y="27306"/>
                </a:lnTo>
                <a:lnTo>
                  <a:pt x="3516" y="27164"/>
                </a:lnTo>
                <a:lnTo>
                  <a:pt x="3603" y="26978"/>
                </a:lnTo>
                <a:lnTo>
                  <a:pt x="3691" y="26836"/>
                </a:lnTo>
                <a:lnTo>
                  <a:pt x="3830" y="26696"/>
                </a:lnTo>
                <a:lnTo>
                  <a:pt x="3930" y="26508"/>
                </a:lnTo>
                <a:lnTo>
                  <a:pt x="4018" y="26367"/>
                </a:lnTo>
                <a:lnTo>
                  <a:pt x="4106" y="26227"/>
                </a:lnTo>
                <a:lnTo>
                  <a:pt x="4194" y="26039"/>
                </a:lnTo>
                <a:lnTo>
                  <a:pt x="4332" y="25897"/>
                </a:lnTo>
                <a:lnTo>
                  <a:pt x="4432" y="25757"/>
                </a:lnTo>
                <a:lnTo>
                  <a:pt x="4520" y="25569"/>
                </a:lnTo>
                <a:lnTo>
                  <a:pt x="4608" y="25429"/>
                </a:lnTo>
                <a:lnTo>
                  <a:pt x="4696" y="25289"/>
                </a:lnTo>
                <a:lnTo>
                  <a:pt x="4834" y="25101"/>
                </a:lnTo>
                <a:lnTo>
                  <a:pt x="4935" y="24960"/>
                </a:lnTo>
                <a:lnTo>
                  <a:pt x="5022" y="24772"/>
                </a:lnTo>
                <a:lnTo>
                  <a:pt x="5110" y="24631"/>
                </a:lnTo>
                <a:lnTo>
                  <a:pt x="5198" y="24490"/>
                </a:lnTo>
                <a:lnTo>
                  <a:pt x="5336" y="24302"/>
                </a:lnTo>
                <a:lnTo>
                  <a:pt x="5437" y="24162"/>
                </a:lnTo>
                <a:lnTo>
                  <a:pt x="5525" y="24022"/>
                </a:lnTo>
                <a:lnTo>
                  <a:pt x="5613" y="23834"/>
                </a:lnTo>
                <a:lnTo>
                  <a:pt x="5713" y="23693"/>
                </a:lnTo>
                <a:lnTo>
                  <a:pt x="5839" y="23505"/>
                </a:lnTo>
                <a:lnTo>
                  <a:pt x="5939" y="23364"/>
                </a:lnTo>
                <a:lnTo>
                  <a:pt x="6027" y="23223"/>
                </a:lnTo>
                <a:lnTo>
                  <a:pt x="6115" y="23035"/>
                </a:lnTo>
                <a:lnTo>
                  <a:pt x="6215" y="22895"/>
                </a:lnTo>
                <a:lnTo>
                  <a:pt x="6341" y="22707"/>
                </a:lnTo>
                <a:lnTo>
                  <a:pt x="6441" y="22567"/>
                </a:lnTo>
                <a:lnTo>
                  <a:pt x="6529" y="22426"/>
                </a:lnTo>
                <a:lnTo>
                  <a:pt x="6617" y="22238"/>
                </a:lnTo>
                <a:lnTo>
                  <a:pt x="6718" y="22097"/>
                </a:lnTo>
                <a:lnTo>
                  <a:pt x="6843" y="21910"/>
                </a:lnTo>
                <a:lnTo>
                  <a:pt x="6944" y="21768"/>
                </a:lnTo>
                <a:lnTo>
                  <a:pt x="7032" y="21628"/>
                </a:lnTo>
                <a:lnTo>
                  <a:pt x="7120" y="21440"/>
                </a:lnTo>
                <a:lnTo>
                  <a:pt x="7220" y="21300"/>
                </a:lnTo>
                <a:lnTo>
                  <a:pt x="7358" y="21112"/>
                </a:lnTo>
                <a:lnTo>
                  <a:pt x="7446" y="20972"/>
                </a:lnTo>
                <a:lnTo>
                  <a:pt x="7534" y="20830"/>
                </a:lnTo>
                <a:lnTo>
                  <a:pt x="7622" y="20643"/>
                </a:lnTo>
                <a:lnTo>
                  <a:pt x="7722" y="20502"/>
                </a:lnTo>
                <a:lnTo>
                  <a:pt x="7860" y="20315"/>
                </a:lnTo>
                <a:lnTo>
                  <a:pt x="7948" y="20173"/>
                </a:lnTo>
                <a:lnTo>
                  <a:pt x="8036" y="19985"/>
                </a:lnTo>
                <a:lnTo>
                  <a:pt x="8124" y="19840"/>
                </a:lnTo>
                <a:lnTo>
                  <a:pt x="8262" y="19660"/>
                </a:lnTo>
                <a:lnTo>
                  <a:pt x="8363" y="19518"/>
                </a:lnTo>
                <a:lnTo>
                  <a:pt x="8451" y="19376"/>
                </a:lnTo>
                <a:lnTo>
                  <a:pt x="8539" y="19183"/>
                </a:lnTo>
                <a:lnTo>
                  <a:pt x="8626" y="19042"/>
                </a:lnTo>
                <a:lnTo>
                  <a:pt x="8765" y="18861"/>
                </a:lnTo>
                <a:lnTo>
                  <a:pt x="8865" y="18720"/>
                </a:lnTo>
                <a:lnTo>
                  <a:pt x="8953" y="18527"/>
                </a:lnTo>
                <a:lnTo>
                  <a:pt x="9041" y="18385"/>
                </a:lnTo>
                <a:lnTo>
                  <a:pt x="9129" y="18205"/>
                </a:lnTo>
                <a:lnTo>
                  <a:pt x="9267" y="18063"/>
                </a:lnTo>
                <a:lnTo>
                  <a:pt x="9367" y="17870"/>
                </a:lnTo>
                <a:lnTo>
                  <a:pt x="9455" y="17728"/>
                </a:lnTo>
                <a:lnTo>
                  <a:pt x="9543" y="17548"/>
                </a:lnTo>
                <a:lnTo>
                  <a:pt x="9644" y="17406"/>
                </a:lnTo>
                <a:lnTo>
                  <a:pt x="9769" y="17213"/>
                </a:lnTo>
                <a:lnTo>
                  <a:pt x="9870" y="17072"/>
                </a:lnTo>
                <a:lnTo>
                  <a:pt x="9958" y="16930"/>
                </a:lnTo>
                <a:lnTo>
                  <a:pt x="10045" y="16750"/>
                </a:lnTo>
                <a:lnTo>
                  <a:pt x="10146" y="16608"/>
                </a:lnTo>
                <a:lnTo>
                  <a:pt x="10271" y="16415"/>
                </a:lnTo>
                <a:lnTo>
                  <a:pt x="10372" y="16273"/>
                </a:lnTo>
                <a:lnTo>
                  <a:pt x="10460" y="16093"/>
                </a:lnTo>
                <a:lnTo>
                  <a:pt x="10548" y="15952"/>
                </a:lnTo>
                <a:lnTo>
                  <a:pt x="10648" y="15758"/>
                </a:lnTo>
                <a:lnTo>
                  <a:pt x="10786" y="15617"/>
                </a:lnTo>
                <a:lnTo>
                  <a:pt x="10874" y="15437"/>
                </a:lnTo>
                <a:lnTo>
                  <a:pt x="10962" y="15295"/>
                </a:lnTo>
                <a:lnTo>
                  <a:pt x="11050" y="15102"/>
                </a:lnTo>
                <a:lnTo>
                  <a:pt x="11150" y="14922"/>
                </a:lnTo>
                <a:lnTo>
                  <a:pt x="11289" y="14780"/>
                </a:lnTo>
                <a:lnTo>
                  <a:pt x="11377" y="14587"/>
                </a:lnTo>
                <a:lnTo>
                  <a:pt x="11464" y="14445"/>
                </a:lnTo>
                <a:lnTo>
                  <a:pt x="11552" y="14265"/>
                </a:lnTo>
                <a:lnTo>
                  <a:pt x="11653" y="14123"/>
                </a:lnTo>
                <a:lnTo>
                  <a:pt x="11791" y="13930"/>
                </a:lnTo>
                <a:lnTo>
                  <a:pt x="11879" y="13789"/>
                </a:lnTo>
                <a:lnTo>
                  <a:pt x="11967" y="13608"/>
                </a:lnTo>
                <a:lnTo>
                  <a:pt x="12055" y="13467"/>
                </a:lnTo>
                <a:lnTo>
                  <a:pt x="12155" y="13274"/>
                </a:lnTo>
                <a:lnTo>
                  <a:pt x="12293" y="13132"/>
                </a:lnTo>
                <a:lnTo>
                  <a:pt x="12381" y="12952"/>
                </a:lnTo>
                <a:lnTo>
                  <a:pt x="12469" y="12810"/>
                </a:lnTo>
                <a:lnTo>
                  <a:pt x="12557" y="12617"/>
                </a:lnTo>
                <a:lnTo>
                  <a:pt x="12657" y="12437"/>
                </a:lnTo>
                <a:lnTo>
                  <a:pt x="12796" y="12295"/>
                </a:lnTo>
                <a:lnTo>
                  <a:pt x="12883" y="12102"/>
                </a:lnTo>
                <a:lnTo>
                  <a:pt x="12971" y="11960"/>
                </a:lnTo>
                <a:lnTo>
                  <a:pt x="13059" y="11780"/>
                </a:lnTo>
                <a:lnTo>
                  <a:pt x="13160" y="11638"/>
                </a:lnTo>
                <a:lnTo>
                  <a:pt x="13298" y="11445"/>
                </a:lnTo>
                <a:lnTo>
                  <a:pt x="13386" y="11252"/>
                </a:lnTo>
                <a:lnTo>
                  <a:pt x="13474" y="11123"/>
                </a:lnTo>
                <a:lnTo>
                  <a:pt x="13574" y="10930"/>
                </a:lnTo>
                <a:lnTo>
                  <a:pt x="13662" y="10789"/>
                </a:lnTo>
                <a:lnTo>
                  <a:pt x="13800" y="10596"/>
                </a:lnTo>
                <a:lnTo>
                  <a:pt x="13888" y="10467"/>
                </a:lnTo>
                <a:lnTo>
                  <a:pt x="13976" y="10274"/>
                </a:lnTo>
                <a:lnTo>
                  <a:pt x="14076" y="10081"/>
                </a:lnTo>
                <a:lnTo>
                  <a:pt x="14164" y="9939"/>
                </a:lnTo>
                <a:lnTo>
                  <a:pt x="14302" y="9759"/>
                </a:lnTo>
                <a:lnTo>
                  <a:pt x="14390" y="9617"/>
                </a:lnTo>
                <a:lnTo>
                  <a:pt x="14478" y="9424"/>
                </a:lnTo>
                <a:lnTo>
                  <a:pt x="14579" y="9244"/>
                </a:lnTo>
                <a:lnTo>
                  <a:pt x="14667" y="9102"/>
                </a:lnTo>
                <a:lnTo>
                  <a:pt x="14805" y="8909"/>
                </a:lnTo>
                <a:lnTo>
                  <a:pt x="14893" y="8767"/>
                </a:lnTo>
                <a:lnTo>
                  <a:pt x="14980" y="8587"/>
                </a:lnTo>
                <a:lnTo>
                  <a:pt x="15081" y="8394"/>
                </a:lnTo>
                <a:lnTo>
                  <a:pt x="15169" y="8252"/>
                </a:lnTo>
                <a:lnTo>
                  <a:pt x="15307" y="8072"/>
                </a:lnTo>
                <a:lnTo>
                  <a:pt x="15395" y="7930"/>
                </a:lnTo>
                <a:lnTo>
                  <a:pt x="15483" y="7737"/>
                </a:lnTo>
                <a:lnTo>
                  <a:pt x="15583" y="7557"/>
                </a:lnTo>
                <a:lnTo>
                  <a:pt x="15671" y="7415"/>
                </a:lnTo>
                <a:lnTo>
                  <a:pt x="15809" y="7222"/>
                </a:lnTo>
                <a:lnTo>
                  <a:pt x="15897" y="7029"/>
                </a:lnTo>
                <a:lnTo>
                  <a:pt x="15985" y="6900"/>
                </a:lnTo>
                <a:lnTo>
                  <a:pt x="16086" y="6707"/>
                </a:lnTo>
                <a:lnTo>
                  <a:pt x="16173" y="6566"/>
                </a:lnTo>
                <a:lnTo>
                  <a:pt x="16312" y="6373"/>
                </a:lnTo>
                <a:lnTo>
                  <a:pt x="16399" y="6192"/>
                </a:lnTo>
                <a:lnTo>
                  <a:pt x="16487" y="6051"/>
                </a:lnTo>
                <a:lnTo>
                  <a:pt x="16588" y="5858"/>
                </a:lnTo>
                <a:lnTo>
                  <a:pt x="16676" y="5677"/>
                </a:lnTo>
                <a:lnTo>
                  <a:pt x="16814" y="5536"/>
                </a:lnTo>
                <a:lnTo>
                  <a:pt x="16902" y="5343"/>
                </a:lnTo>
                <a:lnTo>
                  <a:pt x="17002" y="5162"/>
                </a:lnTo>
                <a:lnTo>
                  <a:pt x="17090" y="5021"/>
                </a:lnTo>
                <a:lnTo>
                  <a:pt x="17178" y="4828"/>
                </a:lnTo>
                <a:lnTo>
                  <a:pt x="17316" y="4647"/>
                </a:lnTo>
                <a:lnTo>
                  <a:pt x="17404" y="4506"/>
                </a:lnTo>
                <a:lnTo>
                  <a:pt x="17505" y="4313"/>
                </a:lnTo>
                <a:lnTo>
                  <a:pt x="17592" y="4132"/>
                </a:lnTo>
                <a:lnTo>
                  <a:pt x="17680" y="3991"/>
                </a:lnTo>
                <a:lnTo>
                  <a:pt x="17818" y="3798"/>
                </a:lnTo>
                <a:lnTo>
                  <a:pt x="17906" y="3604"/>
                </a:lnTo>
                <a:lnTo>
                  <a:pt x="18007" y="3476"/>
                </a:lnTo>
                <a:lnTo>
                  <a:pt x="18095" y="3283"/>
                </a:lnTo>
                <a:lnTo>
                  <a:pt x="18183" y="3089"/>
                </a:lnTo>
                <a:lnTo>
                  <a:pt x="18321" y="2948"/>
                </a:lnTo>
                <a:lnTo>
                  <a:pt x="18409" y="2768"/>
                </a:lnTo>
                <a:lnTo>
                  <a:pt x="18509" y="2574"/>
                </a:lnTo>
                <a:lnTo>
                  <a:pt x="18597" y="2433"/>
                </a:lnTo>
                <a:lnTo>
                  <a:pt x="18685" y="2253"/>
                </a:lnTo>
                <a:lnTo>
                  <a:pt x="18823" y="2059"/>
                </a:lnTo>
                <a:lnTo>
                  <a:pt x="18911" y="1879"/>
                </a:lnTo>
                <a:lnTo>
                  <a:pt x="19011" y="1738"/>
                </a:lnTo>
                <a:lnTo>
                  <a:pt x="19099" y="1544"/>
                </a:lnTo>
                <a:lnTo>
                  <a:pt x="19187" y="1364"/>
                </a:lnTo>
                <a:lnTo>
                  <a:pt x="19325" y="1223"/>
                </a:lnTo>
                <a:lnTo>
                  <a:pt x="19413" y="1029"/>
                </a:lnTo>
                <a:lnTo>
                  <a:pt x="19514" y="836"/>
                </a:lnTo>
                <a:lnTo>
                  <a:pt x="19602" y="656"/>
                </a:lnTo>
                <a:lnTo>
                  <a:pt x="19690" y="514"/>
                </a:lnTo>
                <a:lnTo>
                  <a:pt x="19828" y="321"/>
                </a:lnTo>
                <a:lnTo>
                  <a:pt x="19916" y="141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6244844" y="5614738"/>
            <a:ext cx="20016" cy="36886"/>
          </a:xfrm>
          <a:custGeom>
            <a:avLst/>
            <a:gdLst/>
            <a:ahLst/>
            <a:cxnLst/>
            <a:rect l="l" t="t" r="r" b="b"/>
            <a:pathLst>
              <a:path w="20016" h="36886">
                <a:moveTo>
                  <a:pt x="0" y="36886"/>
                </a:moveTo>
                <a:lnTo>
                  <a:pt x="87" y="36693"/>
                </a:lnTo>
                <a:lnTo>
                  <a:pt x="175" y="36513"/>
                </a:lnTo>
                <a:lnTo>
                  <a:pt x="313" y="36320"/>
                </a:lnTo>
                <a:lnTo>
                  <a:pt x="401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8" y="35612"/>
                </a:lnTo>
                <a:lnTo>
                  <a:pt x="816" y="35470"/>
                </a:lnTo>
                <a:lnTo>
                  <a:pt x="916" y="35290"/>
                </a:lnTo>
                <a:lnTo>
                  <a:pt x="1004" y="35097"/>
                </a:lnTo>
                <a:lnTo>
                  <a:pt x="1092" y="34916"/>
                </a:lnTo>
                <a:lnTo>
                  <a:pt x="1180" y="34775"/>
                </a:lnTo>
                <a:lnTo>
                  <a:pt x="1318" y="34582"/>
                </a:lnTo>
                <a:lnTo>
                  <a:pt x="1418" y="34401"/>
                </a:lnTo>
                <a:lnTo>
                  <a:pt x="1506" y="34208"/>
                </a:lnTo>
                <a:lnTo>
                  <a:pt x="1594" y="34067"/>
                </a:lnTo>
                <a:lnTo>
                  <a:pt x="1682" y="33886"/>
                </a:lnTo>
                <a:lnTo>
                  <a:pt x="1820" y="33693"/>
                </a:lnTo>
                <a:lnTo>
                  <a:pt x="1921" y="33500"/>
                </a:lnTo>
                <a:lnTo>
                  <a:pt x="2009" y="33359"/>
                </a:lnTo>
                <a:lnTo>
                  <a:pt x="2097" y="33178"/>
                </a:lnTo>
                <a:lnTo>
                  <a:pt x="2184" y="32985"/>
                </a:lnTo>
                <a:lnTo>
                  <a:pt x="2323" y="32805"/>
                </a:lnTo>
                <a:lnTo>
                  <a:pt x="2423" y="32612"/>
                </a:lnTo>
                <a:lnTo>
                  <a:pt x="2511" y="32470"/>
                </a:lnTo>
                <a:lnTo>
                  <a:pt x="2599" y="32290"/>
                </a:lnTo>
                <a:lnTo>
                  <a:pt x="2687" y="32097"/>
                </a:lnTo>
                <a:lnTo>
                  <a:pt x="2825" y="31917"/>
                </a:lnTo>
                <a:lnTo>
                  <a:pt x="2925" y="31723"/>
                </a:lnTo>
                <a:lnTo>
                  <a:pt x="3013" y="31582"/>
                </a:lnTo>
                <a:lnTo>
                  <a:pt x="3101" y="31389"/>
                </a:lnTo>
                <a:lnTo>
                  <a:pt x="3202" y="31208"/>
                </a:lnTo>
                <a:lnTo>
                  <a:pt x="3327" y="31015"/>
                </a:lnTo>
                <a:lnTo>
                  <a:pt x="3428" y="30835"/>
                </a:lnTo>
                <a:lnTo>
                  <a:pt x="3516" y="30693"/>
                </a:lnTo>
                <a:lnTo>
                  <a:pt x="3603" y="30500"/>
                </a:lnTo>
                <a:lnTo>
                  <a:pt x="3704" y="30320"/>
                </a:lnTo>
                <a:lnTo>
                  <a:pt x="3830" y="30127"/>
                </a:lnTo>
                <a:lnTo>
                  <a:pt x="3930" y="29934"/>
                </a:lnTo>
                <a:lnTo>
                  <a:pt x="4018" y="29805"/>
                </a:lnTo>
                <a:lnTo>
                  <a:pt x="4106" y="29612"/>
                </a:lnTo>
                <a:lnTo>
                  <a:pt x="4206" y="29419"/>
                </a:lnTo>
                <a:lnTo>
                  <a:pt x="4332" y="29239"/>
                </a:lnTo>
                <a:lnTo>
                  <a:pt x="4432" y="29045"/>
                </a:lnTo>
                <a:lnTo>
                  <a:pt x="4520" y="28865"/>
                </a:lnTo>
                <a:lnTo>
                  <a:pt x="4608" y="28724"/>
                </a:lnTo>
                <a:lnTo>
                  <a:pt x="4709" y="28530"/>
                </a:lnTo>
                <a:lnTo>
                  <a:pt x="4847" y="28350"/>
                </a:lnTo>
                <a:lnTo>
                  <a:pt x="4935" y="28157"/>
                </a:lnTo>
                <a:lnTo>
                  <a:pt x="5022" y="27964"/>
                </a:lnTo>
                <a:lnTo>
                  <a:pt x="5110" y="27784"/>
                </a:lnTo>
                <a:lnTo>
                  <a:pt x="5211" y="27642"/>
                </a:lnTo>
                <a:lnTo>
                  <a:pt x="5349" y="27449"/>
                </a:lnTo>
                <a:lnTo>
                  <a:pt x="5437" y="27269"/>
                </a:lnTo>
                <a:lnTo>
                  <a:pt x="5525" y="27076"/>
                </a:lnTo>
                <a:lnTo>
                  <a:pt x="5613" y="26895"/>
                </a:lnTo>
                <a:lnTo>
                  <a:pt x="5713" y="26702"/>
                </a:lnTo>
                <a:lnTo>
                  <a:pt x="5851" y="26509"/>
                </a:lnTo>
                <a:lnTo>
                  <a:pt x="5939" y="26367"/>
                </a:lnTo>
                <a:lnTo>
                  <a:pt x="6027" y="26187"/>
                </a:lnTo>
                <a:lnTo>
                  <a:pt x="6115" y="25994"/>
                </a:lnTo>
                <a:lnTo>
                  <a:pt x="6215" y="25814"/>
                </a:lnTo>
                <a:lnTo>
                  <a:pt x="6354" y="25621"/>
                </a:lnTo>
                <a:lnTo>
                  <a:pt x="6441" y="25440"/>
                </a:lnTo>
                <a:lnTo>
                  <a:pt x="6529" y="25247"/>
                </a:lnTo>
                <a:lnTo>
                  <a:pt x="6617" y="25054"/>
                </a:lnTo>
                <a:lnTo>
                  <a:pt x="6718" y="24913"/>
                </a:lnTo>
                <a:lnTo>
                  <a:pt x="6856" y="24732"/>
                </a:lnTo>
                <a:lnTo>
                  <a:pt x="6944" y="24539"/>
                </a:lnTo>
                <a:lnTo>
                  <a:pt x="7032" y="24359"/>
                </a:lnTo>
                <a:lnTo>
                  <a:pt x="7132" y="24166"/>
                </a:lnTo>
                <a:lnTo>
                  <a:pt x="7220" y="23986"/>
                </a:lnTo>
                <a:lnTo>
                  <a:pt x="7358" y="23792"/>
                </a:lnTo>
                <a:lnTo>
                  <a:pt x="7446" y="23599"/>
                </a:lnTo>
                <a:lnTo>
                  <a:pt x="7534" y="23419"/>
                </a:lnTo>
                <a:lnTo>
                  <a:pt x="7634" y="23277"/>
                </a:lnTo>
                <a:lnTo>
                  <a:pt x="7722" y="23084"/>
                </a:lnTo>
                <a:lnTo>
                  <a:pt x="7860" y="22904"/>
                </a:lnTo>
                <a:lnTo>
                  <a:pt x="7948" y="22711"/>
                </a:lnTo>
                <a:lnTo>
                  <a:pt x="8036" y="22531"/>
                </a:lnTo>
                <a:lnTo>
                  <a:pt x="8137" y="22338"/>
                </a:lnTo>
                <a:lnTo>
                  <a:pt x="8225" y="22144"/>
                </a:lnTo>
                <a:lnTo>
                  <a:pt x="8363" y="21964"/>
                </a:lnTo>
                <a:lnTo>
                  <a:pt x="8451" y="21771"/>
                </a:lnTo>
                <a:lnTo>
                  <a:pt x="8539" y="21591"/>
                </a:lnTo>
                <a:lnTo>
                  <a:pt x="8639" y="21398"/>
                </a:lnTo>
                <a:lnTo>
                  <a:pt x="8727" y="21256"/>
                </a:lnTo>
                <a:lnTo>
                  <a:pt x="8865" y="21076"/>
                </a:lnTo>
                <a:lnTo>
                  <a:pt x="8953" y="20883"/>
                </a:lnTo>
                <a:lnTo>
                  <a:pt x="9041" y="20690"/>
                </a:lnTo>
                <a:lnTo>
                  <a:pt x="9141" y="20509"/>
                </a:lnTo>
                <a:lnTo>
                  <a:pt x="9229" y="20316"/>
                </a:lnTo>
                <a:lnTo>
                  <a:pt x="9367" y="20136"/>
                </a:lnTo>
                <a:lnTo>
                  <a:pt x="9455" y="19943"/>
                </a:lnTo>
                <a:lnTo>
                  <a:pt x="9543" y="19763"/>
                </a:lnTo>
                <a:lnTo>
                  <a:pt x="9644" y="19569"/>
                </a:lnTo>
                <a:lnTo>
                  <a:pt x="9731" y="19376"/>
                </a:lnTo>
                <a:lnTo>
                  <a:pt x="9870" y="19196"/>
                </a:lnTo>
                <a:lnTo>
                  <a:pt x="9958" y="19003"/>
                </a:lnTo>
                <a:lnTo>
                  <a:pt x="10045" y="18823"/>
                </a:lnTo>
                <a:lnTo>
                  <a:pt x="10146" y="18630"/>
                </a:lnTo>
                <a:lnTo>
                  <a:pt x="10234" y="18449"/>
                </a:lnTo>
                <a:lnTo>
                  <a:pt x="10372" y="18256"/>
                </a:lnTo>
                <a:lnTo>
                  <a:pt x="10460" y="18115"/>
                </a:lnTo>
                <a:lnTo>
                  <a:pt x="10548" y="17921"/>
                </a:lnTo>
                <a:lnTo>
                  <a:pt x="10648" y="17741"/>
                </a:lnTo>
                <a:lnTo>
                  <a:pt x="10736" y="17548"/>
                </a:lnTo>
                <a:lnTo>
                  <a:pt x="10874" y="17368"/>
                </a:lnTo>
                <a:lnTo>
                  <a:pt x="10962" y="17175"/>
                </a:lnTo>
                <a:lnTo>
                  <a:pt x="11063" y="16994"/>
                </a:lnTo>
                <a:lnTo>
                  <a:pt x="11150" y="16801"/>
                </a:lnTo>
                <a:lnTo>
                  <a:pt x="11238" y="16608"/>
                </a:lnTo>
                <a:lnTo>
                  <a:pt x="11377" y="16428"/>
                </a:lnTo>
                <a:lnTo>
                  <a:pt x="11464" y="16235"/>
                </a:lnTo>
                <a:lnTo>
                  <a:pt x="11565" y="16055"/>
                </a:lnTo>
                <a:lnTo>
                  <a:pt x="11653" y="15861"/>
                </a:lnTo>
                <a:lnTo>
                  <a:pt x="11741" y="15681"/>
                </a:lnTo>
                <a:lnTo>
                  <a:pt x="11879" y="15488"/>
                </a:lnTo>
                <a:lnTo>
                  <a:pt x="11967" y="15295"/>
                </a:lnTo>
                <a:lnTo>
                  <a:pt x="12067" y="15115"/>
                </a:lnTo>
                <a:lnTo>
                  <a:pt x="12155" y="14922"/>
                </a:lnTo>
                <a:lnTo>
                  <a:pt x="12243" y="14741"/>
                </a:lnTo>
                <a:lnTo>
                  <a:pt x="12381" y="14548"/>
                </a:lnTo>
                <a:lnTo>
                  <a:pt x="12469" y="14355"/>
                </a:lnTo>
                <a:lnTo>
                  <a:pt x="12569" y="14175"/>
                </a:lnTo>
                <a:lnTo>
                  <a:pt x="12657" y="13982"/>
                </a:lnTo>
                <a:lnTo>
                  <a:pt x="12745" y="13801"/>
                </a:lnTo>
                <a:lnTo>
                  <a:pt x="12883" y="13608"/>
                </a:lnTo>
                <a:lnTo>
                  <a:pt x="12971" y="13428"/>
                </a:lnTo>
                <a:lnTo>
                  <a:pt x="13072" y="13235"/>
                </a:lnTo>
                <a:lnTo>
                  <a:pt x="13160" y="13042"/>
                </a:lnTo>
                <a:lnTo>
                  <a:pt x="13248" y="12862"/>
                </a:lnTo>
                <a:lnTo>
                  <a:pt x="13386" y="12668"/>
                </a:lnTo>
                <a:lnTo>
                  <a:pt x="13474" y="12488"/>
                </a:lnTo>
                <a:lnTo>
                  <a:pt x="13574" y="12295"/>
                </a:lnTo>
                <a:lnTo>
                  <a:pt x="13662" y="12115"/>
                </a:lnTo>
                <a:lnTo>
                  <a:pt x="13750" y="11922"/>
                </a:lnTo>
                <a:lnTo>
                  <a:pt x="13888" y="11729"/>
                </a:lnTo>
                <a:lnTo>
                  <a:pt x="13976" y="11548"/>
                </a:lnTo>
                <a:lnTo>
                  <a:pt x="14076" y="11317"/>
                </a:lnTo>
                <a:lnTo>
                  <a:pt x="14164" y="11123"/>
                </a:lnTo>
                <a:lnTo>
                  <a:pt x="14252" y="10930"/>
                </a:lnTo>
                <a:lnTo>
                  <a:pt x="14390" y="10750"/>
                </a:lnTo>
                <a:lnTo>
                  <a:pt x="14491" y="10557"/>
                </a:lnTo>
                <a:lnTo>
                  <a:pt x="14579" y="10377"/>
                </a:lnTo>
                <a:lnTo>
                  <a:pt x="14667" y="10184"/>
                </a:lnTo>
                <a:lnTo>
                  <a:pt x="14754" y="10003"/>
                </a:lnTo>
                <a:lnTo>
                  <a:pt x="14893" y="9810"/>
                </a:lnTo>
                <a:lnTo>
                  <a:pt x="14993" y="9617"/>
                </a:lnTo>
                <a:lnTo>
                  <a:pt x="15081" y="9437"/>
                </a:lnTo>
                <a:lnTo>
                  <a:pt x="15169" y="9244"/>
                </a:lnTo>
                <a:lnTo>
                  <a:pt x="15257" y="9063"/>
                </a:lnTo>
                <a:lnTo>
                  <a:pt x="15395" y="8870"/>
                </a:lnTo>
                <a:lnTo>
                  <a:pt x="15495" y="8690"/>
                </a:lnTo>
                <a:lnTo>
                  <a:pt x="15583" y="8497"/>
                </a:lnTo>
                <a:lnTo>
                  <a:pt x="15671" y="8304"/>
                </a:lnTo>
                <a:lnTo>
                  <a:pt x="15759" y="8124"/>
                </a:lnTo>
                <a:lnTo>
                  <a:pt x="15897" y="7892"/>
                </a:lnTo>
                <a:lnTo>
                  <a:pt x="15998" y="7699"/>
                </a:lnTo>
                <a:lnTo>
                  <a:pt x="16086" y="7506"/>
                </a:lnTo>
                <a:lnTo>
                  <a:pt x="16173" y="7325"/>
                </a:lnTo>
                <a:lnTo>
                  <a:pt x="16261" y="7132"/>
                </a:lnTo>
                <a:lnTo>
                  <a:pt x="16399" y="6952"/>
                </a:lnTo>
                <a:lnTo>
                  <a:pt x="16500" y="6759"/>
                </a:lnTo>
                <a:lnTo>
                  <a:pt x="16588" y="6579"/>
                </a:lnTo>
                <a:lnTo>
                  <a:pt x="16676" y="6385"/>
                </a:lnTo>
                <a:lnTo>
                  <a:pt x="16764" y="6192"/>
                </a:lnTo>
                <a:lnTo>
                  <a:pt x="16902" y="6012"/>
                </a:lnTo>
                <a:lnTo>
                  <a:pt x="17002" y="5780"/>
                </a:lnTo>
                <a:lnTo>
                  <a:pt x="17090" y="5587"/>
                </a:lnTo>
                <a:lnTo>
                  <a:pt x="17178" y="5394"/>
                </a:lnTo>
                <a:lnTo>
                  <a:pt x="17278" y="5214"/>
                </a:lnTo>
                <a:lnTo>
                  <a:pt x="17404" y="5021"/>
                </a:lnTo>
                <a:lnTo>
                  <a:pt x="17505" y="4840"/>
                </a:lnTo>
                <a:lnTo>
                  <a:pt x="17592" y="4647"/>
                </a:lnTo>
                <a:lnTo>
                  <a:pt x="17680" y="4467"/>
                </a:lnTo>
                <a:lnTo>
                  <a:pt x="17781" y="4274"/>
                </a:lnTo>
                <a:lnTo>
                  <a:pt x="17906" y="4042"/>
                </a:lnTo>
                <a:lnTo>
                  <a:pt x="18007" y="3849"/>
                </a:lnTo>
                <a:lnTo>
                  <a:pt x="18095" y="3669"/>
                </a:lnTo>
                <a:lnTo>
                  <a:pt x="18183" y="3476"/>
                </a:lnTo>
                <a:lnTo>
                  <a:pt x="18283" y="3283"/>
                </a:lnTo>
                <a:lnTo>
                  <a:pt x="18421" y="3102"/>
                </a:lnTo>
                <a:lnTo>
                  <a:pt x="18509" y="2909"/>
                </a:lnTo>
                <a:lnTo>
                  <a:pt x="18597" y="2729"/>
                </a:lnTo>
                <a:lnTo>
                  <a:pt x="18685" y="2484"/>
                </a:lnTo>
                <a:lnTo>
                  <a:pt x="18785" y="2304"/>
                </a:lnTo>
                <a:lnTo>
                  <a:pt x="18924" y="2111"/>
                </a:lnTo>
                <a:lnTo>
                  <a:pt x="19011" y="1931"/>
                </a:lnTo>
                <a:lnTo>
                  <a:pt x="19099" y="1738"/>
                </a:lnTo>
                <a:lnTo>
                  <a:pt x="19187" y="1557"/>
                </a:lnTo>
                <a:lnTo>
                  <a:pt x="19288" y="1364"/>
                </a:lnTo>
                <a:lnTo>
                  <a:pt x="19426" y="1132"/>
                </a:lnTo>
                <a:lnTo>
                  <a:pt x="19514" y="939"/>
                </a:lnTo>
                <a:lnTo>
                  <a:pt x="19602" y="759"/>
                </a:lnTo>
                <a:lnTo>
                  <a:pt x="19690" y="566"/>
                </a:lnTo>
                <a:lnTo>
                  <a:pt x="19790" y="373"/>
                </a:lnTo>
                <a:lnTo>
                  <a:pt x="19928" y="193"/>
                </a:lnTo>
                <a:lnTo>
                  <a:pt x="20016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6264861" y="5574105"/>
            <a:ext cx="20016" cy="40633"/>
          </a:xfrm>
          <a:custGeom>
            <a:avLst/>
            <a:gdLst/>
            <a:ahLst/>
            <a:cxnLst/>
            <a:rect l="l" t="t" r="r" b="b"/>
            <a:pathLst>
              <a:path w="20016" h="40633">
                <a:moveTo>
                  <a:pt x="0" y="40633"/>
                </a:moveTo>
                <a:lnTo>
                  <a:pt x="87" y="40401"/>
                </a:lnTo>
                <a:lnTo>
                  <a:pt x="175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0" y="39230"/>
                </a:lnTo>
                <a:lnTo>
                  <a:pt x="778" y="39036"/>
                </a:lnTo>
                <a:lnTo>
                  <a:pt x="916" y="38856"/>
                </a:lnTo>
                <a:lnTo>
                  <a:pt x="1004" y="38663"/>
                </a:lnTo>
                <a:lnTo>
                  <a:pt x="1092" y="38483"/>
                </a:lnTo>
                <a:lnTo>
                  <a:pt x="1192" y="38238"/>
                </a:lnTo>
                <a:lnTo>
                  <a:pt x="1280" y="38058"/>
                </a:lnTo>
                <a:lnTo>
                  <a:pt x="1418" y="37865"/>
                </a:lnTo>
                <a:lnTo>
                  <a:pt x="1506" y="37685"/>
                </a:lnTo>
                <a:lnTo>
                  <a:pt x="1594" y="37491"/>
                </a:lnTo>
                <a:lnTo>
                  <a:pt x="1695" y="37311"/>
                </a:lnTo>
                <a:lnTo>
                  <a:pt x="1783" y="37067"/>
                </a:lnTo>
                <a:lnTo>
                  <a:pt x="1921" y="36886"/>
                </a:lnTo>
                <a:lnTo>
                  <a:pt x="2009" y="36693"/>
                </a:lnTo>
                <a:lnTo>
                  <a:pt x="2097" y="36513"/>
                </a:lnTo>
                <a:lnTo>
                  <a:pt x="2197" y="36320"/>
                </a:lnTo>
                <a:lnTo>
                  <a:pt x="2285" y="36088"/>
                </a:lnTo>
                <a:lnTo>
                  <a:pt x="2423" y="35895"/>
                </a:lnTo>
                <a:lnTo>
                  <a:pt x="2511" y="35715"/>
                </a:lnTo>
                <a:lnTo>
                  <a:pt x="2599" y="35522"/>
                </a:lnTo>
                <a:lnTo>
                  <a:pt x="2699" y="35290"/>
                </a:lnTo>
                <a:lnTo>
                  <a:pt x="2787" y="35097"/>
                </a:lnTo>
                <a:lnTo>
                  <a:pt x="2925" y="34916"/>
                </a:lnTo>
                <a:lnTo>
                  <a:pt x="3013" y="34723"/>
                </a:lnTo>
                <a:lnTo>
                  <a:pt x="3101" y="34543"/>
                </a:lnTo>
                <a:lnTo>
                  <a:pt x="3202" y="34298"/>
                </a:lnTo>
                <a:lnTo>
                  <a:pt x="3290" y="34118"/>
                </a:lnTo>
                <a:lnTo>
                  <a:pt x="3428" y="33925"/>
                </a:lnTo>
                <a:lnTo>
                  <a:pt x="3516" y="33745"/>
                </a:lnTo>
                <a:lnTo>
                  <a:pt x="3603" y="33500"/>
                </a:lnTo>
                <a:lnTo>
                  <a:pt x="3704" y="33320"/>
                </a:lnTo>
                <a:lnTo>
                  <a:pt x="3792" y="33127"/>
                </a:lnTo>
                <a:lnTo>
                  <a:pt x="3930" y="32947"/>
                </a:lnTo>
                <a:lnTo>
                  <a:pt x="4018" y="32753"/>
                </a:lnTo>
                <a:lnTo>
                  <a:pt x="4106" y="32522"/>
                </a:lnTo>
                <a:lnTo>
                  <a:pt x="4206" y="32329"/>
                </a:lnTo>
                <a:lnTo>
                  <a:pt x="4294" y="32148"/>
                </a:lnTo>
                <a:lnTo>
                  <a:pt x="4432" y="31955"/>
                </a:lnTo>
                <a:lnTo>
                  <a:pt x="4520" y="31723"/>
                </a:lnTo>
                <a:lnTo>
                  <a:pt x="4621" y="31530"/>
                </a:lnTo>
                <a:lnTo>
                  <a:pt x="4709" y="31350"/>
                </a:lnTo>
                <a:lnTo>
                  <a:pt x="4796" y="31157"/>
                </a:lnTo>
                <a:lnTo>
                  <a:pt x="4935" y="30925"/>
                </a:lnTo>
                <a:lnTo>
                  <a:pt x="5022" y="30732"/>
                </a:lnTo>
                <a:lnTo>
                  <a:pt x="5123" y="30552"/>
                </a:lnTo>
                <a:lnTo>
                  <a:pt x="5211" y="30359"/>
                </a:lnTo>
                <a:lnTo>
                  <a:pt x="5299" y="30127"/>
                </a:lnTo>
                <a:lnTo>
                  <a:pt x="5437" y="29934"/>
                </a:lnTo>
                <a:lnTo>
                  <a:pt x="5525" y="29754"/>
                </a:lnTo>
                <a:lnTo>
                  <a:pt x="5625" y="29522"/>
                </a:lnTo>
                <a:lnTo>
                  <a:pt x="5713" y="29329"/>
                </a:lnTo>
                <a:lnTo>
                  <a:pt x="5801" y="29136"/>
                </a:lnTo>
                <a:lnTo>
                  <a:pt x="5939" y="28955"/>
                </a:lnTo>
                <a:lnTo>
                  <a:pt x="6027" y="28724"/>
                </a:lnTo>
                <a:lnTo>
                  <a:pt x="6128" y="28530"/>
                </a:lnTo>
                <a:lnTo>
                  <a:pt x="6215" y="28337"/>
                </a:lnTo>
                <a:lnTo>
                  <a:pt x="6303" y="28157"/>
                </a:lnTo>
                <a:lnTo>
                  <a:pt x="6441" y="27925"/>
                </a:lnTo>
                <a:lnTo>
                  <a:pt x="6529" y="27732"/>
                </a:lnTo>
                <a:lnTo>
                  <a:pt x="6630" y="27539"/>
                </a:lnTo>
                <a:lnTo>
                  <a:pt x="6718" y="27307"/>
                </a:lnTo>
                <a:lnTo>
                  <a:pt x="6806" y="27127"/>
                </a:lnTo>
                <a:lnTo>
                  <a:pt x="6944" y="26934"/>
                </a:lnTo>
                <a:lnTo>
                  <a:pt x="7032" y="26702"/>
                </a:lnTo>
                <a:lnTo>
                  <a:pt x="7132" y="26509"/>
                </a:lnTo>
                <a:lnTo>
                  <a:pt x="7220" y="26329"/>
                </a:lnTo>
                <a:lnTo>
                  <a:pt x="7308" y="26136"/>
                </a:lnTo>
                <a:lnTo>
                  <a:pt x="7446" y="25904"/>
                </a:lnTo>
                <a:lnTo>
                  <a:pt x="7534" y="25711"/>
                </a:lnTo>
                <a:lnTo>
                  <a:pt x="7634" y="25531"/>
                </a:lnTo>
                <a:lnTo>
                  <a:pt x="7722" y="25299"/>
                </a:lnTo>
                <a:lnTo>
                  <a:pt x="7810" y="25106"/>
                </a:lnTo>
                <a:lnTo>
                  <a:pt x="7948" y="24913"/>
                </a:lnTo>
                <a:lnTo>
                  <a:pt x="8049" y="24681"/>
                </a:lnTo>
                <a:lnTo>
                  <a:pt x="8137" y="24501"/>
                </a:lnTo>
                <a:lnTo>
                  <a:pt x="8225" y="24307"/>
                </a:lnTo>
                <a:lnTo>
                  <a:pt x="8313" y="24076"/>
                </a:lnTo>
                <a:lnTo>
                  <a:pt x="8451" y="23883"/>
                </a:lnTo>
                <a:lnTo>
                  <a:pt x="8551" y="23702"/>
                </a:lnTo>
                <a:lnTo>
                  <a:pt x="8639" y="23458"/>
                </a:lnTo>
                <a:lnTo>
                  <a:pt x="8727" y="23277"/>
                </a:lnTo>
                <a:lnTo>
                  <a:pt x="8815" y="23084"/>
                </a:lnTo>
                <a:lnTo>
                  <a:pt x="8953" y="22853"/>
                </a:lnTo>
                <a:lnTo>
                  <a:pt x="9053" y="22659"/>
                </a:lnTo>
                <a:lnTo>
                  <a:pt x="9141" y="22479"/>
                </a:lnTo>
                <a:lnTo>
                  <a:pt x="9229" y="22247"/>
                </a:lnTo>
                <a:lnTo>
                  <a:pt x="9317" y="22054"/>
                </a:lnTo>
                <a:lnTo>
                  <a:pt x="9455" y="21874"/>
                </a:lnTo>
                <a:lnTo>
                  <a:pt x="9556" y="21629"/>
                </a:lnTo>
                <a:lnTo>
                  <a:pt x="9644" y="21449"/>
                </a:lnTo>
                <a:lnTo>
                  <a:pt x="9731" y="21256"/>
                </a:lnTo>
                <a:lnTo>
                  <a:pt x="9819" y="21024"/>
                </a:lnTo>
                <a:lnTo>
                  <a:pt x="9958" y="20831"/>
                </a:lnTo>
                <a:lnTo>
                  <a:pt x="10058" y="20651"/>
                </a:lnTo>
                <a:lnTo>
                  <a:pt x="10146" y="20419"/>
                </a:lnTo>
                <a:lnTo>
                  <a:pt x="10234" y="20226"/>
                </a:lnTo>
                <a:lnTo>
                  <a:pt x="10322" y="20033"/>
                </a:lnTo>
                <a:lnTo>
                  <a:pt x="10460" y="19801"/>
                </a:lnTo>
                <a:lnTo>
                  <a:pt x="10560" y="19621"/>
                </a:lnTo>
                <a:lnTo>
                  <a:pt x="10648" y="19428"/>
                </a:lnTo>
                <a:lnTo>
                  <a:pt x="10736" y="19196"/>
                </a:lnTo>
                <a:lnTo>
                  <a:pt x="10837" y="19003"/>
                </a:lnTo>
                <a:lnTo>
                  <a:pt x="10962" y="18771"/>
                </a:lnTo>
                <a:lnTo>
                  <a:pt x="11063" y="18578"/>
                </a:lnTo>
                <a:lnTo>
                  <a:pt x="11150" y="18398"/>
                </a:lnTo>
                <a:lnTo>
                  <a:pt x="11238" y="18166"/>
                </a:lnTo>
                <a:lnTo>
                  <a:pt x="11339" y="17973"/>
                </a:lnTo>
                <a:lnTo>
                  <a:pt x="11464" y="17780"/>
                </a:lnTo>
                <a:lnTo>
                  <a:pt x="11565" y="17548"/>
                </a:lnTo>
                <a:lnTo>
                  <a:pt x="11653" y="17368"/>
                </a:lnTo>
                <a:lnTo>
                  <a:pt x="11741" y="17123"/>
                </a:lnTo>
                <a:lnTo>
                  <a:pt x="11841" y="16943"/>
                </a:lnTo>
                <a:lnTo>
                  <a:pt x="11979" y="16750"/>
                </a:lnTo>
                <a:lnTo>
                  <a:pt x="12067" y="16518"/>
                </a:lnTo>
                <a:lnTo>
                  <a:pt x="12155" y="16325"/>
                </a:lnTo>
                <a:lnTo>
                  <a:pt x="12243" y="16093"/>
                </a:lnTo>
                <a:lnTo>
                  <a:pt x="12343" y="15913"/>
                </a:lnTo>
                <a:lnTo>
                  <a:pt x="12482" y="15720"/>
                </a:lnTo>
                <a:lnTo>
                  <a:pt x="12569" y="15488"/>
                </a:lnTo>
                <a:lnTo>
                  <a:pt x="12657" y="15295"/>
                </a:lnTo>
                <a:lnTo>
                  <a:pt x="12745" y="15063"/>
                </a:lnTo>
                <a:lnTo>
                  <a:pt x="12846" y="14870"/>
                </a:lnTo>
                <a:lnTo>
                  <a:pt x="12984" y="14690"/>
                </a:lnTo>
                <a:lnTo>
                  <a:pt x="13072" y="14458"/>
                </a:lnTo>
                <a:lnTo>
                  <a:pt x="13160" y="14265"/>
                </a:lnTo>
                <a:lnTo>
                  <a:pt x="13248" y="14033"/>
                </a:lnTo>
                <a:lnTo>
                  <a:pt x="13348" y="13840"/>
                </a:lnTo>
                <a:lnTo>
                  <a:pt x="13486" y="13660"/>
                </a:lnTo>
                <a:lnTo>
                  <a:pt x="13574" y="13428"/>
                </a:lnTo>
                <a:lnTo>
                  <a:pt x="13662" y="13235"/>
                </a:lnTo>
                <a:lnTo>
                  <a:pt x="13750" y="13003"/>
                </a:lnTo>
                <a:lnTo>
                  <a:pt x="13850" y="12810"/>
                </a:lnTo>
                <a:lnTo>
                  <a:pt x="13988" y="12578"/>
                </a:lnTo>
                <a:lnTo>
                  <a:pt x="14076" y="12385"/>
                </a:lnTo>
                <a:lnTo>
                  <a:pt x="14164" y="12205"/>
                </a:lnTo>
                <a:lnTo>
                  <a:pt x="14265" y="11973"/>
                </a:lnTo>
                <a:lnTo>
                  <a:pt x="14353" y="11780"/>
                </a:lnTo>
                <a:lnTo>
                  <a:pt x="14491" y="11548"/>
                </a:lnTo>
                <a:lnTo>
                  <a:pt x="14579" y="11355"/>
                </a:lnTo>
                <a:lnTo>
                  <a:pt x="14667" y="11123"/>
                </a:lnTo>
                <a:lnTo>
                  <a:pt x="14767" y="10930"/>
                </a:lnTo>
                <a:lnTo>
                  <a:pt x="14855" y="10750"/>
                </a:lnTo>
                <a:lnTo>
                  <a:pt x="14993" y="10518"/>
                </a:lnTo>
                <a:lnTo>
                  <a:pt x="15081" y="10325"/>
                </a:lnTo>
                <a:lnTo>
                  <a:pt x="15169" y="10093"/>
                </a:lnTo>
                <a:lnTo>
                  <a:pt x="15269" y="9900"/>
                </a:lnTo>
                <a:lnTo>
                  <a:pt x="15357" y="9669"/>
                </a:lnTo>
                <a:lnTo>
                  <a:pt x="15495" y="9475"/>
                </a:lnTo>
                <a:lnTo>
                  <a:pt x="15583" y="9244"/>
                </a:lnTo>
                <a:lnTo>
                  <a:pt x="15671" y="9063"/>
                </a:lnTo>
                <a:lnTo>
                  <a:pt x="15772" y="8870"/>
                </a:lnTo>
                <a:lnTo>
                  <a:pt x="15860" y="8639"/>
                </a:lnTo>
                <a:lnTo>
                  <a:pt x="15998" y="8445"/>
                </a:lnTo>
                <a:lnTo>
                  <a:pt x="16086" y="8214"/>
                </a:lnTo>
                <a:lnTo>
                  <a:pt x="16173" y="8021"/>
                </a:lnTo>
                <a:lnTo>
                  <a:pt x="16274" y="7789"/>
                </a:lnTo>
                <a:lnTo>
                  <a:pt x="16362" y="7609"/>
                </a:lnTo>
                <a:lnTo>
                  <a:pt x="16500" y="7364"/>
                </a:lnTo>
                <a:lnTo>
                  <a:pt x="16588" y="7184"/>
                </a:lnTo>
                <a:lnTo>
                  <a:pt x="16676" y="6952"/>
                </a:lnTo>
                <a:lnTo>
                  <a:pt x="16776" y="6759"/>
                </a:lnTo>
                <a:lnTo>
                  <a:pt x="16864" y="6527"/>
                </a:lnTo>
                <a:lnTo>
                  <a:pt x="17002" y="6334"/>
                </a:lnTo>
                <a:lnTo>
                  <a:pt x="17090" y="6102"/>
                </a:lnTo>
                <a:lnTo>
                  <a:pt x="17178" y="5909"/>
                </a:lnTo>
                <a:lnTo>
                  <a:pt x="17278" y="5729"/>
                </a:lnTo>
                <a:lnTo>
                  <a:pt x="17366" y="5497"/>
                </a:lnTo>
                <a:lnTo>
                  <a:pt x="17505" y="5304"/>
                </a:lnTo>
                <a:lnTo>
                  <a:pt x="17592" y="5072"/>
                </a:lnTo>
                <a:lnTo>
                  <a:pt x="17680" y="4879"/>
                </a:lnTo>
                <a:lnTo>
                  <a:pt x="17781" y="4647"/>
                </a:lnTo>
                <a:lnTo>
                  <a:pt x="17869" y="4454"/>
                </a:lnTo>
                <a:lnTo>
                  <a:pt x="18007" y="4222"/>
                </a:lnTo>
                <a:lnTo>
                  <a:pt x="18095" y="4042"/>
                </a:lnTo>
                <a:lnTo>
                  <a:pt x="18195" y="3798"/>
                </a:lnTo>
                <a:lnTo>
                  <a:pt x="18283" y="3617"/>
                </a:lnTo>
                <a:lnTo>
                  <a:pt x="18371" y="3386"/>
                </a:lnTo>
                <a:lnTo>
                  <a:pt x="18509" y="3192"/>
                </a:lnTo>
                <a:lnTo>
                  <a:pt x="18597" y="2961"/>
                </a:lnTo>
                <a:lnTo>
                  <a:pt x="18697" y="2768"/>
                </a:lnTo>
                <a:lnTo>
                  <a:pt x="18785" y="2536"/>
                </a:lnTo>
                <a:lnTo>
                  <a:pt x="18873" y="2343"/>
                </a:lnTo>
                <a:lnTo>
                  <a:pt x="19011" y="2111"/>
                </a:lnTo>
                <a:lnTo>
                  <a:pt x="19099" y="1931"/>
                </a:lnTo>
                <a:lnTo>
                  <a:pt x="19200" y="1686"/>
                </a:lnTo>
                <a:lnTo>
                  <a:pt x="19288" y="1506"/>
                </a:lnTo>
                <a:lnTo>
                  <a:pt x="19376" y="1274"/>
                </a:lnTo>
                <a:lnTo>
                  <a:pt x="19514" y="1029"/>
                </a:lnTo>
                <a:lnTo>
                  <a:pt x="19602" y="849"/>
                </a:lnTo>
                <a:lnTo>
                  <a:pt x="19702" y="617"/>
                </a:lnTo>
                <a:lnTo>
                  <a:pt x="19790" y="424"/>
                </a:lnTo>
                <a:lnTo>
                  <a:pt x="19878" y="193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6284877" y="5530381"/>
            <a:ext cx="19978" cy="43723"/>
          </a:xfrm>
          <a:custGeom>
            <a:avLst/>
            <a:gdLst/>
            <a:ahLst/>
            <a:cxnLst/>
            <a:rect l="l" t="t" r="r" b="b"/>
            <a:pathLst>
              <a:path w="19978" h="43723">
                <a:moveTo>
                  <a:pt x="0" y="43723"/>
                </a:moveTo>
                <a:lnTo>
                  <a:pt x="87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0" y="42229"/>
                </a:lnTo>
                <a:lnTo>
                  <a:pt x="778" y="42036"/>
                </a:lnTo>
                <a:lnTo>
                  <a:pt x="866" y="41805"/>
                </a:lnTo>
                <a:lnTo>
                  <a:pt x="1004" y="41611"/>
                </a:lnTo>
                <a:lnTo>
                  <a:pt x="1092" y="41380"/>
                </a:lnTo>
                <a:lnTo>
                  <a:pt x="1192" y="41148"/>
                </a:lnTo>
                <a:lnTo>
                  <a:pt x="1280" y="40955"/>
                </a:lnTo>
                <a:lnTo>
                  <a:pt x="1368" y="40723"/>
                </a:lnTo>
                <a:lnTo>
                  <a:pt x="1506" y="40530"/>
                </a:lnTo>
                <a:lnTo>
                  <a:pt x="1594" y="40298"/>
                </a:lnTo>
                <a:lnTo>
                  <a:pt x="1695" y="40118"/>
                </a:lnTo>
                <a:lnTo>
                  <a:pt x="1783" y="39873"/>
                </a:lnTo>
                <a:lnTo>
                  <a:pt x="1871" y="39693"/>
                </a:lnTo>
                <a:lnTo>
                  <a:pt x="2009" y="39461"/>
                </a:lnTo>
                <a:lnTo>
                  <a:pt x="2109" y="39217"/>
                </a:lnTo>
                <a:lnTo>
                  <a:pt x="2197" y="39036"/>
                </a:lnTo>
                <a:lnTo>
                  <a:pt x="2285" y="38805"/>
                </a:lnTo>
                <a:lnTo>
                  <a:pt x="2373" y="38612"/>
                </a:lnTo>
                <a:lnTo>
                  <a:pt x="2511" y="38380"/>
                </a:lnTo>
                <a:lnTo>
                  <a:pt x="2611" y="38187"/>
                </a:lnTo>
                <a:lnTo>
                  <a:pt x="2699" y="37955"/>
                </a:lnTo>
                <a:lnTo>
                  <a:pt x="2787" y="37723"/>
                </a:lnTo>
                <a:lnTo>
                  <a:pt x="2875" y="37530"/>
                </a:lnTo>
                <a:lnTo>
                  <a:pt x="3013" y="37298"/>
                </a:lnTo>
                <a:lnTo>
                  <a:pt x="3114" y="37105"/>
                </a:lnTo>
                <a:lnTo>
                  <a:pt x="3202" y="36873"/>
                </a:lnTo>
                <a:lnTo>
                  <a:pt x="3290" y="36693"/>
                </a:lnTo>
                <a:lnTo>
                  <a:pt x="3377" y="36449"/>
                </a:lnTo>
                <a:lnTo>
                  <a:pt x="3516" y="36217"/>
                </a:lnTo>
                <a:lnTo>
                  <a:pt x="3616" y="36037"/>
                </a:lnTo>
                <a:lnTo>
                  <a:pt x="3704" y="35792"/>
                </a:lnTo>
                <a:lnTo>
                  <a:pt x="3792" y="35612"/>
                </a:lnTo>
                <a:lnTo>
                  <a:pt x="3880" y="35367"/>
                </a:lnTo>
                <a:lnTo>
                  <a:pt x="4018" y="35135"/>
                </a:lnTo>
                <a:lnTo>
                  <a:pt x="4118" y="34955"/>
                </a:lnTo>
                <a:lnTo>
                  <a:pt x="4206" y="34710"/>
                </a:lnTo>
                <a:lnTo>
                  <a:pt x="4294" y="34530"/>
                </a:lnTo>
                <a:lnTo>
                  <a:pt x="4395" y="34298"/>
                </a:lnTo>
                <a:lnTo>
                  <a:pt x="4520" y="34054"/>
                </a:lnTo>
                <a:lnTo>
                  <a:pt x="4621" y="33874"/>
                </a:lnTo>
                <a:lnTo>
                  <a:pt x="4709" y="33642"/>
                </a:lnTo>
                <a:lnTo>
                  <a:pt x="4796" y="33449"/>
                </a:lnTo>
                <a:lnTo>
                  <a:pt x="4897" y="33217"/>
                </a:lnTo>
                <a:lnTo>
                  <a:pt x="5022" y="32985"/>
                </a:lnTo>
                <a:lnTo>
                  <a:pt x="5123" y="32792"/>
                </a:lnTo>
                <a:lnTo>
                  <a:pt x="5211" y="32560"/>
                </a:lnTo>
                <a:lnTo>
                  <a:pt x="5299" y="32367"/>
                </a:lnTo>
                <a:lnTo>
                  <a:pt x="5399" y="32135"/>
                </a:lnTo>
                <a:lnTo>
                  <a:pt x="5537" y="31904"/>
                </a:lnTo>
                <a:lnTo>
                  <a:pt x="5625" y="31711"/>
                </a:lnTo>
                <a:lnTo>
                  <a:pt x="5713" y="31479"/>
                </a:lnTo>
                <a:lnTo>
                  <a:pt x="5801" y="31247"/>
                </a:lnTo>
                <a:lnTo>
                  <a:pt x="5901" y="31054"/>
                </a:lnTo>
                <a:lnTo>
                  <a:pt x="6040" y="30822"/>
                </a:lnTo>
                <a:lnTo>
                  <a:pt x="6128" y="30629"/>
                </a:lnTo>
                <a:lnTo>
                  <a:pt x="6215" y="30397"/>
                </a:lnTo>
                <a:lnTo>
                  <a:pt x="6303" y="30166"/>
                </a:lnTo>
                <a:lnTo>
                  <a:pt x="6404" y="29972"/>
                </a:lnTo>
                <a:lnTo>
                  <a:pt x="6542" y="29741"/>
                </a:lnTo>
                <a:lnTo>
                  <a:pt x="6630" y="29509"/>
                </a:lnTo>
                <a:lnTo>
                  <a:pt x="6718" y="29316"/>
                </a:lnTo>
                <a:lnTo>
                  <a:pt x="6806" y="29084"/>
                </a:lnTo>
                <a:lnTo>
                  <a:pt x="6906" y="28904"/>
                </a:lnTo>
                <a:lnTo>
                  <a:pt x="7044" y="28659"/>
                </a:lnTo>
                <a:lnTo>
                  <a:pt x="7132" y="28427"/>
                </a:lnTo>
                <a:lnTo>
                  <a:pt x="7220" y="28247"/>
                </a:lnTo>
                <a:lnTo>
                  <a:pt x="7308" y="28003"/>
                </a:lnTo>
                <a:lnTo>
                  <a:pt x="7408" y="27771"/>
                </a:lnTo>
                <a:lnTo>
                  <a:pt x="7547" y="27591"/>
                </a:lnTo>
                <a:lnTo>
                  <a:pt x="7634" y="27346"/>
                </a:lnTo>
                <a:lnTo>
                  <a:pt x="7722" y="27114"/>
                </a:lnTo>
                <a:lnTo>
                  <a:pt x="7810" y="26921"/>
                </a:lnTo>
                <a:lnTo>
                  <a:pt x="7911" y="26689"/>
                </a:lnTo>
                <a:lnTo>
                  <a:pt x="8049" y="26458"/>
                </a:lnTo>
                <a:lnTo>
                  <a:pt x="8137" y="26264"/>
                </a:lnTo>
                <a:lnTo>
                  <a:pt x="8225" y="26033"/>
                </a:lnTo>
                <a:lnTo>
                  <a:pt x="8325" y="25801"/>
                </a:lnTo>
                <a:lnTo>
                  <a:pt x="8413" y="25608"/>
                </a:lnTo>
                <a:lnTo>
                  <a:pt x="8551" y="25376"/>
                </a:lnTo>
                <a:lnTo>
                  <a:pt x="8639" y="25144"/>
                </a:lnTo>
                <a:lnTo>
                  <a:pt x="8727" y="24951"/>
                </a:lnTo>
                <a:lnTo>
                  <a:pt x="8827" y="24719"/>
                </a:lnTo>
                <a:lnTo>
                  <a:pt x="8915" y="24488"/>
                </a:lnTo>
                <a:lnTo>
                  <a:pt x="9053" y="24295"/>
                </a:lnTo>
                <a:lnTo>
                  <a:pt x="9141" y="24063"/>
                </a:lnTo>
                <a:lnTo>
                  <a:pt x="9229" y="23831"/>
                </a:lnTo>
                <a:lnTo>
                  <a:pt x="9330" y="23638"/>
                </a:lnTo>
                <a:lnTo>
                  <a:pt x="9418" y="23406"/>
                </a:lnTo>
                <a:lnTo>
                  <a:pt x="9556" y="23174"/>
                </a:lnTo>
                <a:lnTo>
                  <a:pt x="9644" y="22981"/>
                </a:lnTo>
                <a:lnTo>
                  <a:pt x="9731" y="22750"/>
                </a:lnTo>
                <a:lnTo>
                  <a:pt x="9832" y="22518"/>
                </a:lnTo>
                <a:lnTo>
                  <a:pt x="9920" y="22325"/>
                </a:lnTo>
                <a:lnTo>
                  <a:pt x="10058" y="22093"/>
                </a:lnTo>
                <a:lnTo>
                  <a:pt x="10146" y="21861"/>
                </a:lnTo>
                <a:lnTo>
                  <a:pt x="10234" y="21668"/>
                </a:lnTo>
                <a:lnTo>
                  <a:pt x="10334" y="21436"/>
                </a:lnTo>
                <a:lnTo>
                  <a:pt x="10422" y="21205"/>
                </a:lnTo>
                <a:lnTo>
                  <a:pt x="10560" y="21011"/>
                </a:lnTo>
                <a:lnTo>
                  <a:pt x="10648" y="20780"/>
                </a:lnTo>
                <a:lnTo>
                  <a:pt x="10736" y="20548"/>
                </a:lnTo>
                <a:lnTo>
                  <a:pt x="10837" y="20316"/>
                </a:lnTo>
                <a:lnTo>
                  <a:pt x="10924" y="20123"/>
                </a:lnTo>
                <a:lnTo>
                  <a:pt x="11063" y="19891"/>
                </a:lnTo>
                <a:lnTo>
                  <a:pt x="11150" y="19660"/>
                </a:lnTo>
                <a:lnTo>
                  <a:pt x="11238" y="19466"/>
                </a:lnTo>
                <a:lnTo>
                  <a:pt x="11339" y="19235"/>
                </a:lnTo>
                <a:lnTo>
                  <a:pt x="11427" y="19003"/>
                </a:lnTo>
                <a:lnTo>
                  <a:pt x="11565" y="18810"/>
                </a:lnTo>
                <a:lnTo>
                  <a:pt x="11653" y="18578"/>
                </a:lnTo>
                <a:lnTo>
                  <a:pt x="11753" y="18346"/>
                </a:lnTo>
                <a:lnTo>
                  <a:pt x="11841" y="18102"/>
                </a:lnTo>
                <a:lnTo>
                  <a:pt x="11929" y="17921"/>
                </a:lnTo>
                <a:lnTo>
                  <a:pt x="12067" y="17690"/>
                </a:lnTo>
                <a:lnTo>
                  <a:pt x="12155" y="17445"/>
                </a:lnTo>
                <a:lnTo>
                  <a:pt x="12256" y="17265"/>
                </a:lnTo>
                <a:lnTo>
                  <a:pt x="12343" y="17033"/>
                </a:lnTo>
                <a:lnTo>
                  <a:pt x="12431" y="16788"/>
                </a:lnTo>
                <a:lnTo>
                  <a:pt x="12569" y="16557"/>
                </a:lnTo>
                <a:lnTo>
                  <a:pt x="12657" y="16364"/>
                </a:lnTo>
                <a:lnTo>
                  <a:pt x="12758" y="16132"/>
                </a:lnTo>
                <a:lnTo>
                  <a:pt x="12846" y="15900"/>
                </a:lnTo>
                <a:lnTo>
                  <a:pt x="12934" y="15668"/>
                </a:lnTo>
                <a:lnTo>
                  <a:pt x="13072" y="15475"/>
                </a:lnTo>
                <a:lnTo>
                  <a:pt x="13160" y="15243"/>
                </a:lnTo>
                <a:lnTo>
                  <a:pt x="13260" y="15012"/>
                </a:lnTo>
                <a:lnTo>
                  <a:pt x="13348" y="14819"/>
                </a:lnTo>
                <a:lnTo>
                  <a:pt x="13436" y="14587"/>
                </a:lnTo>
                <a:lnTo>
                  <a:pt x="13574" y="14355"/>
                </a:lnTo>
                <a:lnTo>
                  <a:pt x="13662" y="14123"/>
                </a:lnTo>
                <a:lnTo>
                  <a:pt x="13762" y="13930"/>
                </a:lnTo>
                <a:lnTo>
                  <a:pt x="13850" y="13698"/>
                </a:lnTo>
                <a:lnTo>
                  <a:pt x="13938" y="13467"/>
                </a:lnTo>
                <a:lnTo>
                  <a:pt x="14076" y="13222"/>
                </a:lnTo>
                <a:lnTo>
                  <a:pt x="14164" y="13042"/>
                </a:lnTo>
                <a:lnTo>
                  <a:pt x="14265" y="12810"/>
                </a:lnTo>
                <a:lnTo>
                  <a:pt x="14353" y="12565"/>
                </a:lnTo>
                <a:lnTo>
                  <a:pt x="14441" y="12334"/>
                </a:lnTo>
                <a:lnTo>
                  <a:pt x="14579" y="12141"/>
                </a:lnTo>
                <a:lnTo>
                  <a:pt x="14667" y="11909"/>
                </a:lnTo>
                <a:lnTo>
                  <a:pt x="14767" y="11677"/>
                </a:lnTo>
                <a:lnTo>
                  <a:pt x="14855" y="11445"/>
                </a:lnTo>
                <a:lnTo>
                  <a:pt x="14943" y="11252"/>
                </a:lnTo>
                <a:lnTo>
                  <a:pt x="15081" y="11020"/>
                </a:lnTo>
                <a:lnTo>
                  <a:pt x="15169" y="10789"/>
                </a:lnTo>
                <a:lnTo>
                  <a:pt x="15269" y="10557"/>
                </a:lnTo>
                <a:lnTo>
                  <a:pt x="15357" y="10364"/>
                </a:lnTo>
                <a:lnTo>
                  <a:pt x="15445" y="10132"/>
                </a:lnTo>
                <a:lnTo>
                  <a:pt x="15583" y="9900"/>
                </a:lnTo>
                <a:lnTo>
                  <a:pt x="15684" y="9656"/>
                </a:lnTo>
                <a:lnTo>
                  <a:pt x="15772" y="9424"/>
                </a:lnTo>
                <a:lnTo>
                  <a:pt x="15860" y="9244"/>
                </a:lnTo>
                <a:lnTo>
                  <a:pt x="15947" y="8999"/>
                </a:lnTo>
                <a:lnTo>
                  <a:pt x="16086" y="8767"/>
                </a:lnTo>
                <a:lnTo>
                  <a:pt x="16186" y="8536"/>
                </a:lnTo>
                <a:lnTo>
                  <a:pt x="16274" y="8342"/>
                </a:lnTo>
                <a:lnTo>
                  <a:pt x="16362" y="8111"/>
                </a:lnTo>
                <a:lnTo>
                  <a:pt x="16450" y="7879"/>
                </a:lnTo>
                <a:lnTo>
                  <a:pt x="16588" y="7647"/>
                </a:lnTo>
                <a:lnTo>
                  <a:pt x="16688" y="7454"/>
                </a:lnTo>
                <a:lnTo>
                  <a:pt x="16776" y="7222"/>
                </a:lnTo>
                <a:lnTo>
                  <a:pt x="16864" y="6991"/>
                </a:lnTo>
                <a:lnTo>
                  <a:pt x="16952" y="6746"/>
                </a:lnTo>
                <a:lnTo>
                  <a:pt x="17090" y="6514"/>
                </a:lnTo>
                <a:lnTo>
                  <a:pt x="17191" y="6334"/>
                </a:lnTo>
                <a:lnTo>
                  <a:pt x="17278" y="6089"/>
                </a:lnTo>
                <a:lnTo>
                  <a:pt x="17366" y="5858"/>
                </a:lnTo>
                <a:lnTo>
                  <a:pt x="17454" y="5626"/>
                </a:lnTo>
                <a:lnTo>
                  <a:pt x="17592" y="5394"/>
                </a:lnTo>
                <a:lnTo>
                  <a:pt x="17693" y="5201"/>
                </a:lnTo>
                <a:lnTo>
                  <a:pt x="17781" y="4969"/>
                </a:lnTo>
                <a:lnTo>
                  <a:pt x="17869" y="4737"/>
                </a:lnTo>
                <a:lnTo>
                  <a:pt x="17969" y="4493"/>
                </a:lnTo>
                <a:lnTo>
                  <a:pt x="18095" y="4261"/>
                </a:lnTo>
                <a:lnTo>
                  <a:pt x="18195" y="4081"/>
                </a:lnTo>
                <a:lnTo>
                  <a:pt x="18283" y="3836"/>
                </a:lnTo>
                <a:lnTo>
                  <a:pt x="18371" y="3604"/>
                </a:lnTo>
                <a:lnTo>
                  <a:pt x="18471" y="3373"/>
                </a:lnTo>
                <a:lnTo>
                  <a:pt x="18597" y="3141"/>
                </a:lnTo>
                <a:lnTo>
                  <a:pt x="18697" y="2948"/>
                </a:lnTo>
                <a:lnTo>
                  <a:pt x="18785" y="2716"/>
                </a:lnTo>
                <a:lnTo>
                  <a:pt x="18873" y="2484"/>
                </a:lnTo>
                <a:lnTo>
                  <a:pt x="18974" y="2253"/>
                </a:lnTo>
                <a:lnTo>
                  <a:pt x="19112" y="2008"/>
                </a:lnTo>
                <a:lnTo>
                  <a:pt x="19200" y="1828"/>
                </a:lnTo>
                <a:lnTo>
                  <a:pt x="19288" y="1583"/>
                </a:lnTo>
                <a:lnTo>
                  <a:pt x="19376" y="1351"/>
                </a:lnTo>
                <a:lnTo>
                  <a:pt x="19476" y="1120"/>
                </a:lnTo>
                <a:lnTo>
                  <a:pt x="19614" y="888"/>
                </a:lnTo>
                <a:lnTo>
                  <a:pt x="19702" y="656"/>
                </a:lnTo>
                <a:lnTo>
                  <a:pt x="19790" y="463"/>
                </a:lnTo>
                <a:lnTo>
                  <a:pt x="19878" y="231"/>
                </a:lnTo>
                <a:lnTo>
                  <a:pt x="19978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6304856" y="5484250"/>
            <a:ext cx="20016" cy="46131"/>
          </a:xfrm>
          <a:custGeom>
            <a:avLst/>
            <a:gdLst/>
            <a:ahLst/>
            <a:cxnLst/>
            <a:rect l="l" t="t" r="r" b="b"/>
            <a:pathLst>
              <a:path w="20016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3" y="45474"/>
                </a:lnTo>
                <a:lnTo>
                  <a:pt x="401" y="45229"/>
                </a:lnTo>
                <a:lnTo>
                  <a:pt x="502" y="44998"/>
                </a:lnTo>
                <a:lnTo>
                  <a:pt x="640" y="44766"/>
                </a:lnTo>
                <a:lnTo>
                  <a:pt x="728" y="44534"/>
                </a:lnTo>
                <a:lnTo>
                  <a:pt x="816" y="44289"/>
                </a:lnTo>
                <a:lnTo>
                  <a:pt x="904" y="44109"/>
                </a:lnTo>
                <a:lnTo>
                  <a:pt x="1004" y="43877"/>
                </a:lnTo>
                <a:lnTo>
                  <a:pt x="1142" y="43633"/>
                </a:lnTo>
                <a:lnTo>
                  <a:pt x="1230" y="43401"/>
                </a:lnTo>
                <a:lnTo>
                  <a:pt x="1318" y="43169"/>
                </a:lnTo>
                <a:lnTo>
                  <a:pt x="1406" y="42938"/>
                </a:lnTo>
                <a:lnTo>
                  <a:pt x="1506" y="42706"/>
                </a:lnTo>
                <a:lnTo>
                  <a:pt x="1645" y="42513"/>
                </a:lnTo>
                <a:lnTo>
                  <a:pt x="1732" y="42281"/>
                </a:lnTo>
                <a:lnTo>
                  <a:pt x="1820" y="42049"/>
                </a:lnTo>
                <a:lnTo>
                  <a:pt x="1921" y="41805"/>
                </a:lnTo>
                <a:lnTo>
                  <a:pt x="2009" y="41573"/>
                </a:lnTo>
                <a:lnTo>
                  <a:pt x="2147" y="41341"/>
                </a:lnTo>
                <a:lnTo>
                  <a:pt x="2235" y="41148"/>
                </a:lnTo>
                <a:lnTo>
                  <a:pt x="2323" y="40916"/>
                </a:lnTo>
                <a:lnTo>
                  <a:pt x="2423" y="40684"/>
                </a:lnTo>
                <a:lnTo>
                  <a:pt x="2511" y="40453"/>
                </a:lnTo>
                <a:lnTo>
                  <a:pt x="2649" y="40208"/>
                </a:lnTo>
                <a:lnTo>
                  <a:pt x="2737" y="39976"/>
                </a:lnTo>
                <a:lnTo>
                  <a:pt x="2825" y="39745"/>
                </a:lnTo>
                <a:lnTo>
                  <a:pt x="2925" y="39551"/>
                </a:lnTo>
                <a:lnTo>
                  <a:pt x="3013" y="39320"/>
                </a:lnTo>
                <a:lnTo>
                  <a:pt x="3151" y="39088"/>
                </a:lnTo>
                <a:lnTo>
                  <a:pt x="3239" y="38856"/>
                </a:lnTo>
                <a:lnTo>
                  <a:pt x="3327" y="38612"/>
                </a:lnTo>
                <a:lnTo>
                  <a:pt x="3428" y="38380"/>
                </a:lnTo>
                <a:lnTo>
                  <a:pt x="3516" y="38148"/>
                </a:lnTo>
                <a:lnTo>
                  <a:pt x="3654" y="37916"/>
                </a:lnTo>
                <a:lnTo>
                  <a:pt x="3742" y="37723"/>
                </a:lnTo>
                <a:lnTo>
                  <a:pt x="3830" y="37491"/>
                </a:lnTo>
                <a:lnTo>
                  <a:pt x="3930" y="37260"/>
                </a:lnTo>
                <a:lnTo>
                  <a:pt x="4018" y="37028"/>
                </a:lnTo>
                <a:lnTo>
                  <a:pt x="4156" y="36783"/>
                </a:lnTo>
                <a:lnTo>
                  <a:pt x="4244" y="36552"/>
                </a:lnTo>
                <a:lnTo>
                  <a:pt x="4332" y="36320"/>
                </a:lnTo>
                <a:lnTo>
                  <a:pt x="4432" y="36088"/>
                </a:lnTo>
                <a:lnTo>
                  <a:pt x="4520" y="35895"/>
                </a:lnTo>
                <a:lnTo>
                  <a:pt x="4658" y="35663"/>
                </a:lnTo>
                <a:lnTo>
                  <a:pt x="4746" y="35431"/>
                </a:lnTo>
                <a:lnTo>
                  <a:pt x="4834" y="35187"/>
                </a:lnTo>
                <a:lnTo>
                  <a:pt x="4935" y="34955"/>
                </a:lnTo>
                <a:lnTo>
                  <a:pt x="5022" y="34723"/>
                </a:lnTo>
                <a:lnTo>
                  <a:pt x="5161" y="34492"/>
                </a:lnTo>
                <a:lnTo>
                  <a:pt x="5248" y="34260"/>
                </a:lnTo>
                <a:lnTo>
                  <a:pt x="5349" y="34015"/>
                </a:lnTo>
                <a:lnTo>
                  <a:pt x="5437" y="33835"/>
                </a:lnTo>
                <a:lnTo>
                  <a:pt x="5525" y="33603"/>
                </a:lnTo>
                <a:lnTo>
                  <a:pt x="5663" y="33359"/>
                </a:lnTo>
                <a:lnTo>
                  <a:pt x="5751" y="33127"/>
                </a:lnTo>
                <a:lnTo>
                  <a:pt x="5851" y="32895"/>
                </a:lnTo>
                <a:lnTo>
                  <a:pt x="5939" y="32663"/>
                </a:lnTo>
                <a:lnTo>
                  <a:pt x="6027" y="32419"/>
                </a:lnTo>
                <a:lnTo>
                  <a:pt x="6165" y="32187"/>
                </a:lnTo>
                <a:lnTo>
                  <a:pt x="6253" y="31955"/>
                </a:lnTo>
                <a:lnTo>
                  <a:pt x="6354" y="31762"/>
                </a:lnTo>
                <a:lnTo>
                  <a:pt x="6441" y="31530"/>
                </a:lnTo>
                <a:lnTo>
                  <a:pt x="6529" y="31299"/>
                </a:lnTo>
                <a:lnTo>
                  <a:pt x="6667" y="31067"/>
                </a:lnTo>
                <a:lnTo>
                  <a:pt x="6755" y="30822"/>
                </a:lnTo>
                <a:lnTo>
                  <a:pt x="6856" y="30590"/>
                </a:lnTo>
                <a:lnTo>
                  <a:pt x="6944" y="30359"/>
                </a:lnTo>
                <a:lnTo>
                  <a:pt x="7032" y="30127"/>
                </a:lnTo>
                <a:lnTo>
                  <a:pt x="7170" y="29895"/>
                </a:lnTo>
                <a:lnTo>
                  <a:pt x="7258" y="29651"/>
                </a:lnTo>
                <a:lnTo>
                  <a:pt x="7358" y="29419"/>
                </a:lnTo>
                <a:lnTo>
                  <a:pt x="7446" y="29239"/>
                </a:lnTo>
                <a:lnTo>
                  <a:pt x="7534" y="28994"/>
                </a:lnTo>
                <a:lnTo>
                  <a:pt x="7672" y="28762"/>
                </a:lnTo>
                <a:lnTo>
                  <a:pt x="7760" y="28530"/>
                </a:lnTo>
                <a:lnTo>
                  <a:pt x="7860" y="28299"/>
                </a:lnTo>
                <a:lnTo>
                  <a:pt x="7948" y="28054"/>
                </a:lnTo>
                <a:lnTo>
                  <a:pt x="8036" y="27822"/>
                </a:lnTo>
                <a:lnTo>
                  <a:pt x="8174" y="27591"/>
                </a:lnTo>
                <a:lnTo>
                  <a:pt x="8262" y="27359"/>
                </a:lnTo>
                <a:lnTo>
                  <a:pt x="8363" y="27127"/>
                </a:lnTo>
                <a:lnTo>
                  <a:pt x="8451" y="26882"/>
                </a:lnTo>
                <a:lnTo>
                  <a:pt x="8539" y="26651"/>
                </a:lnTo>
                <a:lnTo>
                  <a:pt x="8677" y="26419"/>
                </a:lnTo>
                <a:lnTo>
                  <a:pt x="8765" y="26187"/>
                </a:lnTo>
                <a:lnTo>
                  <a:pt x="8865" y="25994"/>
                </a:lnTo>
                <a:lnTo>
                  <a:pt x="8953" y="25762"/>
                </a:lnTo>
                <a:lnTo>
                  <a:pt x="9041" y="25531"/>
                </a:lnTo>
                <a:lnTo>
                  <a:pt x="9179" y="25286"/>
                </a:lnTo>
                <a:lnTo>
                  <a:pt x="9279" y="25054"/>
                </a:lnTo>
                <a:lnTo>
                  <a:pt x="9367" y="24822"/>
                </a:lnTo>
                <a:lnTo>
                  <a:pt x="9455" y="24591"/>
                </a:lnTo>
                <a:lnTo>
                  <a:pt x="9543" y="24359"/>
                </a:lnTo>
                <a:lnTo>
                  <a:pt x="9681" y="24114"/>
                </a:lnTo>
                <a:lnTo>
                  <a:pt x="9782" y="23883"/>
                </a:lnTo>
                <a:lnTo>
                  <a:pt x="9870" y="23651"/>
                </a:lnTo>
                <a:lnTo>
                  <a:pt x="9958" y="23419"/>
                </a:lnTo>
                <a:lnTo>
                  <a:pt x="10045" y="23174"/>
                </a:lnTo>
                <a:lnTo>
                  <a:pt x="10184" y="22943"/>
                </a:lnTo>
                <a:lnTo>
                  <a:pt x="10284" y="22711"/>
                </a:lnTo>
                <a:lnTo>
                  <a:pt x="10372" y="22479"/>
                </a:lnTo>
                <a:lnTo>
                  <a:pt x="10460" y="22247"/>
                </a:lnTo>
                <a:lnTo>
                  <a:pt x="10548" y="22054"/>
                </a:lnTo>
                <a:lnTo>
                  <a:pt x="10686" y="21823"/>
                </a:lnTo>
                <a:lnTo>
                  <a:pt x="10786" y="21591"/>
                </a:lnTo>
                <a:lnTo>
                  <a:pt x="10874" y="21346"/>
                </a:lnTo>
                <a:lnTo>
                  <a:pt x="10962" y="21114"/>
                </a:lnTo>
                <a:lnTo>
                  <a:pt x="11050" y="20883"/>
                </a:lnTo>
                <a:lnTo>
                  <a:pt x="11188" y="20651"/>
                </a:lnTo>
                <a:lnTo>
                  <a:pt x="11289" y="20406"/>
                </a:lnTo>
                <a:lnTo>
                  <a:pt x="11377" y="20175"/>
                </a:lnTo>
                <a:lnTo>
                  <a:pt x="11464" y="19943"/>
                </a:lnTo>
                <a:lnTo>
                  <a:pt x="11565" y="19711"/>
                </a:lnTo>
                <a:lnTo>
                  <a:pt x="11690" y="19479"/>
                </a:lnTo>
                <a:lnTo>
                  <a:pt x="11791" y="19235"/>
                </a:lnTo>
                <a:lnTo>
                  <a:pt x="11879" y="19003"/>
                </a:lnTo>
                <a:lnTo>
                  <a:pt x="11967" y="18771"/>
                </a:lnTo>
                <a:lnTo>
                  <a:pt x="12067" y="18539"/>
                </a:lnTo>
                <a:lnTo>
                  <a:pt x="12193" y="18295"/>
                </a:lnTo>
                <a:lnTo>
                  <a:pt x="12293" y="18063"/>
                </a:lnTo>
                <a:lnTo>
                  <a:pt x="12381" y="17831"/>
                </a:lnTo>
                <a:lnTo>
                  <a:pt x="12469" y="17600"/>
                </a:lnTo>
                <a:lnTo>
                  <a:pt x="12569" y="17368"/>
                </a:lnTo>
                <a:lnTo>
                  <a:pt x="12695" y="17123"/>
                </a:lnTo>
                <a:lnTo>
                  <a:pt x="12796" y="16891"/>
                </a:lnTo>
                <a:lnTo>
                  <a:pt x="12883" y="16660"/>
                </a:lnTo>
                <a:lnTo>
                  <a:pt x="12971" y="16428"/>
                </a:lnTo>
                <a:lnTo>
                  <a:pt x="13072" y="16183"/>
                </a:lnTo>
                <a:lnTo>
                  <a:pt x="13210" y="15952"/>
                </a:lnTo>
                <a:lnTo>
                  <a:pt x="13298" y="15720"/>
                </a:lnTo>
                <a:lnTo>
                  <a:pt x="13386" y="15488"/>
                </a:lnTo>
                <a:lnTo>
                  <a:pt x="13474" y="15256"/>
                </a:lnTo>
                <a:lnTo>
                  <a:pt x="13574" y="15063"/>
                </a:lnTo>
                <a:lnTo>
                  <a:pt x="13712" y="14831"/>
                </a:lnTo>
                <a:lnTo>
                  <a:pt x="13800" y="14600"/>
                </a:lnTo>
                <a:lnTo>
                  <a:pt x="13888" y="14355"/>
                </a:lnTo>
                <a:lnTo>
                  <a:pt x="13976" y="14123"/>
                </a:lnTo>
                <a:lnTo>
                  <a:pt x="14076" y="13892"/>
                </a:lnTo>
                <a:lnTo>
                  <a:pt x="14214" y="13660"/>
                </a:lnTo>
                <a:lnTo>
                  <a:pt x="14302" y="13415"/>
                </a:lnTo>
                <a:lnTo>
                  <a:pt x="14390" y="13183"/>
                </a:lnTo>
                <a:lnTo>
                  <a:pt x="14478" y="12952"/>
                </a:lnTo>
                <a:lnTo>
                  <a:pt x="14579" y="12720"/>
                </a:lnTo>
                <a:lnTo>
                  <a:pt x="14717" y="12488"/>
                </a:lnTo>
                <a:lnTo>
                  <a:pt x="14805" y="12244"/>
                </a:lnTo>
                <a:lnTo>
                  <a:pt x="14893" y="12012"/>
                </a:lnTo>
                <a:lnTo>
                  <a:pt x="14980" y="11780"/>
                </a:lnTo>
                <a:lnTo>
                  <a:pt x="15081" y="11548"/>
                </a:lnTo>
                <a:lnTo>
                  <a:pt x="15219" y="11304"/>
                </a:lnTo>
                <a:lnTo>
                  <a:pt x="15307" y="11072"/>
                </a:lnTo>
                <a:lnTo>
                  <a:pt x="15395" y="10840"/>
                </a:lnTo>
                <a:lnTo>
                  <a:pt x="15495" y="10608"/>
                </a:lnTo>
                <a:lnTo>
                  <a:pt x="15583" y="10377"/>
                </a:lnTo>
                <a:lnTo>
                  <a:pt x="15721" y="10132"/>
                </a:lnTo>
                <a:lnTo>
                  <a:pt x="15809" y="9900"/>
                </a:lnTo>
                <a:lnTo>
                  <a:pt x="15897" y="9669"/>
                </a:lnTo>
                <a:lnTo>
                  <a:pt x="15998" y="9437"/>
                </a:lnTo>
                <a:lnTo>
                  <a:pt x="16086" y="9192"/>
                </a:lnTo>
                <a:lnTo>
                  <a:pt x="16224" y="8960"/>
                </a:lnTo>
                <a:lnTo>
                  <a:pt x="16312" y="8729"/>
                </a:lnTo>
                <a:lnTo>
                  <a:pt x="16399" y="8497"/>
                </a:lnTo>
                <a:lnTo>
                  <a:pt x="16500" y="8265"/>
                </a:lnTo>
                <a:lnTo>
                  <a:pt x="16588" y="8021"/>
                </a:lnTo>
                <a:lnTo>
                  <a:pt x="16726" y="7789"/>
                </a:lnTo>
                <a:lnTo>
                  <a:pt x="16814" y="7557"/>
                </a:lnTo>
                <a:lnTo>
                  <a:pt x="16902" y="7274"/>
                </a:lnTo>
                <a:lnTo>
                  <a:pt x="17002" y="7042"/>
                </a:lnTo>
                <a:lnTo>
                  <a:pt x="17090" y="6810"/>
                </a:lnTo>
                <a:lnTo>
                  <a:pt x="17228" y="6566"/>
                </a:lnTo>
                <a:lnTo>
                  <a:pt x="17316" y="6334"/>
                </a:lnTo>
                <a:lnTo>
                  <a:pt x="17404" y="6102"/>
                </a:lnTo>
                <a:lnTo>
                  <a:pt x="17505" y="5870"/>
                </a:lnTo>
                <a:lnTo>
                  <a:pt x="17592" y="5626"/>
                </a:lnTo>
                <a:lnTo>
                  <a:pt x="17731" y="5394"/>
                </a:lnTo>
                <a:lnTo>
                  <a:pt x="17818" y="5162"/>
                </a:lnTo>
                <a:lnTo>
                  <a:pt x="17906" y="4931"/>
                </a:lnTo>
                <a:lnTo>
                  <a:pt x="18007" y="4699"/>
                </a:lnTo>
                <a:lnTo>
                  <a:pt x="18095" y="4454"/>
                </a:lnTo>
                <a:lnTo>
                  <a:pt x="18233" y="4222"/>
                </a:lnTo>
                <a:lnTo>
                  <a:pt x="18321" y="3991"/>
                </a:lnTo>
                <a:lnTo>
                  <a:pt x="18409" y="3759"/>
                </a:lnTo>
                <a:lnTo>
                  <a:pt x="18509" y="3514"/>
                </a:lnTo>
                <a:lnTo>
                  <a:pt x="18597" y="3283"/>
                </a:lnTo>
                <a:lnTo>
                  <a:pt x="18735" y="3051"/>
                </a:lnTo>
                <a:lnTo>
                  <a:pt x="18823" y="2819"/>
                </a:lnTo>
                <a:lnTo>
                  <a:pt x="18911" y="2587"/>
                </a:lnTo>
                <a:lnTo>
                  <a:pt x="19011" y="2343"/>
                </a:lnTo>
                <a:lnTo>
                  <a:pt x="19099" y="2111"/>
                </a:lnTo>
                <a:lnTo>
                  <a:pt x="19237" y="1879"/>
                </a:lnTo>
                <a:lnTo>
                  <a:pt x="19325" y="1647"/>
                </a:lnTo>
                <a:lnTo>
                  <a:pt x="19426" y="1403"/>
                </a:lnTo>
                <a:lnTo>
                  <a:pt x="19514" y="1171"/>
                </a:lnTo>
                <a:lnTo>
                  <a:pt x="19652" y="939"/>
                </a:lnTo>
                <a:lnTo>
                  <a:pt x="19740" y="708"/>
                </a:lnTo>
                <a:lnTo>
                  <a:pt x="19828" y="476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6324873" y="5436394"/>
            <a:ext cx="20016" cy="47856"/>
          </a:xfrm>
          <a:custGeom>
            <a:avLst/>
            <a:gdLst/>
            <a:ahLst/>
            <a:cxnLst/>
            <a:rect l="l" t="t" r="r" b="b"/>
            <a:pathLst>
              <a:path w="20016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3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0" y="46401"/>
                </a:lnTo>
                <a:lnTo>
                  <a:pt x="728" y="46169"/>
                </a:lnTo>
                <a:lnTo>
                  <a:pt x="816" y="45937"/>
                </a:lnTo>
                <a:lnTo>
                  <a:pt x="916" y="45693"/>
                </a:lnTo>
                <a:lnTo>
                  <a:pt x="1004" y="45461"/>
                </a:lnTo>
                <a:lnTo>
                  <a:pt x="1142" y="45229"/>
                </a:lnTo>
                <a:lnTo>
                  <a:pt x="1230" y="44998"/>
                </a:lnTo>
                <a:lnTo>
                  <a:pt x="1318" y="44766"/>
                </a:lnTo>
                <a:lnTo>
                  <a:pt x="1418" y="44521"/>
                </a:lnTo>
                <a:lnTo>
                  <a:pt x="1506" y="44289"/>
                </a:lnTo>
                <a:lnTo>
                  <a:pt x="1645" y="44058"/>
                </a:lnTo>
                <a:lnTo>
                  <a:pt x="1732" y="43826"/>
                </a:lnTo>
                <a:lnTo>
                  <a:pt x="1820" y="43581"/>
                </a:lnTo>
                <a:lnTo>
                  <a:pt x="1921" y="43311"/>
                </a:lnTo>
                <a:lnTo>
                  <a:pt x="2009" y="43066"/>
                </a:lnTo>
                <a:lnTo>
                  <a:pt x="2147" y="42835"/>
                </a:lnTo>
                <a:lnTo>
                  <a:pt x="2235" y="42603"/>
                </a:lnTo>
                <a:lnTo>
                  <a:pt x="2323" y="42371"/>
                </a:lnTo>
                <a:lnTo>
                  <a:pt x="2423" y="42126"/>
                </a:lnTo>
                <a:lnTo>
                  <a:pt x="2511" y="41895"/>
                </a:lnTo>
                <a:lnTo>
                  <a:pt x="2649" y="41663"/>
                </a:lnTo>
                <a:lnTo>
                  <a:pt x="2737" y="41431"/>
                </a:lnTo>
                <a:lnTo>
                  <a:pt x="2837" y="41199"/>
                </a:lnTo>
                <a:lnTo>
                  <a:pt x="2925" y="40955"/>
                </a:lnTo>
                <a:lnTo>
                  <a:pt x="3013" y="40723"/>
                </a:lnTo>
                <a:lnTo>
                  <a:pt x="3151" y="40491"/>
                </a:lnTo>
                <a:lnTo>
                  <a:pt x="3239" y="40260"/>
                </a:lnTo>
                <a:lnTo>
                  <a:pt x="3340" y="39976"/>
                </a:lnTo>
                <a:lnTo>
                  <a:pt x="3428" y="39745"/>
                </a:lnTo>
                <a:lnTo>
                  <a:pt x="3516" y="39500"/>
                </a:lnTo>
                <a:lnTo>
                  <a:pt x="3654" y="39268"/>
                </a:lnTo>
                <a:lnTo>
                  <a:pt x="3742" y="39036"/>
                </a:lnTo>
                <a:lnTo>
                  <a:pt x="3842" y="38805"/>
                </a:lnTo>
                <a:lnTo>
                  <a:pt x="3930" y="38560"/>
                </a:lnTo>
                <a:lnTo>
                  <a:pt x="4018" y="38328"/>
                </a:lnTo>
                <a:lnTo>
                  <a:pt x="4156" y="38097"/>
                </a:lnTo>
                <a:lnTo>
                  <a:pt x="4244" y="37865"/>
                </a:lnTo>
                <a:lnTo>
                  <a:pt x="4344" y="37633"/>
                </a:lnTo>
                <a:lnTo>
                  <a:pt x="4432" y="37388"/>
                </a:lnTo>
                <a:lnTo>
                  <a:pt x="4520" y="37157"/>
                </a:lnTo>
                <a:lnTo>
                  <a:pt x="4658" y="36873"/>
                </a:lnTo>
                <a:lnTo>
                  <a:pt x="4746" y="36642"/>
                </a:lnTo>
                <a:lnTo>
                  <a:pt x="4847" y="36410"/>
                </a:lnTo>
                <a:lnTo>
                  <a:pt x="4935" y="36178"/>
                </a:lnTo>
                <a:lnTo>
                  <a:pt x="5022" y="35934"/>
                </a:lnTo>
                <a:lnTo>
                  <a:pt x="5161" y="35702"/>
                </a:lnTo>
                <a:lnTo>
                  <a:pt x="5248" y="35470"/>
                </a:lnTo>
                <a:lnTo>
                  <a:pt x="5349" y="35238"/>
                </a:lnTo>
                <a:lnTo>
                  <a:pt x="5437" y="35007"/>
                </a:lnTo>
                <a:lnTo>
                  <a:pt x="5525" y="34762"/>
                </a:lnTo>
                <a:lnTo>
                  <a:pt x="5663" y="34530"/>
                </a:lnTo>
                <a:lnTo>
                  <a:pt x="5751" y="34247"/>
                </a:lnTo>
                <a:lnTo>
                  <a:pt x="5851" y="34015"/>
                </a:lnTo>
                <a:lnTo>
                  <a:pt x="5939" y="33783"/>
                </a:lnTo>
                <a:lnTo>
                  <a:pt x="6027" y="33552"/>
                </a:lnTo>
                <a:lnTo>
                  <a:pt x="6165" y="33307"/>
                </a:lnTo>
                <a:lnTo>
                  <a:pt x="6253" y="33075"/>
                </a:lnTo>
                <a:lnTo>
                  <a:pt x="6354" y="32844"/>
                </a:lnTo>
                <a:lnTo>
                  <a:pt x="6441" y="32612"/>
                </a:lnTo>
                <a:lnTo>
                  <a:pt x="6529" y="32367"/>
                </a:lnTo>
                <a:lnTo>
                  <a:pt x="6667" y="32135"/>
                </a:lnTo>
                <a:lnTo>
                  <a:pt x="6768" y="31852"/>
                </a:lnTo>
                <a:lnTo>
                  <a:pt x="6856" y="31620"/>
                </a:lnTo>
                <a:lnTo>
                  <a:pt x="6944" y="31389"/>
                </a:lnTo>
                <a:lnTo>
                  <a:pt x="7032" y="31157"/>
                </a:lnTo>
                <a:lnTo>
                  <a:pt x="7170" y="30912"/>
                </a:lnTo>
                <a:lnTo>
                  <a:pt x="7270" y="30681"/>
                </a:lnTo>
                <a:lnTo>
                  <a:pt x="7358" y="30449"/>
                </a:lnTo>
                <a:lnTo>
                  <a:pt x="7446" y="30217"/>
                </a:lnTo>
                <a:lnTo>
                  <a:pt x="7534" y="29985"/>
                </a:lnTo>
                <a:lnTo>
                  <a:pt x="7672" y="29702"/>
                </a:lnTo>
                <a:lnTo>
                  <a:pt x="7773" y="29457"/>
                </a:lnTo>
                <a:lnTo>
                  <a:pt x="7860" y="29226"/>
                </a:lnTo>
                <a:lnTo>
                  <a:pt x="7948" y="28994"/>
                </a:lnTo>
                <a:lnTo>
                  <a:pt x="8036" y="28762"/>
                </a:lnTo>
                <a:lnTo>
                  <a:pt x="8174" y="28530"/>
                </a:lnTo>
                <a:lnTo>
                  <a:pt x="8275" y="28286"/>
                </a:lnTo>
                <a:lnTo>
                  <a:pt x="8363" y="28054"/>
                </a:lnTo>
                <a:lnTo>
                  <a:pt x="8451" y="27822"/>
                </a:lnTo>
                <a:lnTo>
                  <a:pt x="8539" y="27539"/>
                </a:lnTo>
                <a:lnTo>
                  <a:pt x="8677" y="27307"/>
                </a:lnTo>
                <a:lnTo>
                  <a:pt x="8777" y="27076"/>
                </a:lnTo>
                <a:lnTo>
                  <a:pt x="8865" y="26831"/>
                </a:lnTo>
                <a:lnTo>
                  <a:pt x="8953" y="26599"/>
                </a:lnTo>
                <a:lnTo>
                  <a:pt x="9053" y="26367"/>
                </a:lnTo>
                <a:lnTo>
                  <a:pt x="9179" y="26136"/>
                </a:lnTo>
                <a:lnTo>
                  <a:pt x="9279" y="25891"/>
                </a:lnTo>
                <a:lnTo>
                  <a:pt x="9367" y="25621"/>
                </a:lnTo>
                <a:lnTo>
                  <a:pt x="9455" y="25376"/>
                </a:lnTo>
                <a:lnTo>
                  <a:pt x="9556" y="25144"/>
                </a:lnTo>
                <a:lnTo>
                  <a:pt x="9681" y="24913"/>
                </a:lnTo>
                <a:lnTo>
                  <a:pt x="9782" y="24681"/>
                </a:lnTo>
                <a:lnTo>
                  <a:pt x="9870" y="24449"/>
                </a:lnTo>
                <a:lnTo>
                  <a:pt x="9958" y="24204"/>
                </a:lnTo>
                <a:lnTo>
                  <a:pt x="10058" y="23973"/>
                </a:lnTo>
                <a:lnTo>
                  <a:pt x="10196" y="23689"/>
                </a:lnTo>
                <a:lnTo>
                  <a:pt x="10284" y="23458"/>
                </a:lnTo>
                <a:lnTo>
                  <a:pt x="10372" y="23226"/>
                </a:lnTo>
                <a:lnTo>
                  <a:pt x="10460" y="22994"/>
                </a:lnTo>
                <a:lnTo>
                  <a:pt x="10560" y="22750"/>
                </a:lnTo>
                <a:lnTo>
                  <a:pt x="10698" y="22518"/>
                </a:lnTo>
                <a:lnTo>
                  <a:pt x="10786" y="22286"/>
                </a:lnTo>
                <a:lnTo>
                  <a:pt x="10874" y="22054"/>
                </a:lnTo>
                <a:lnTo>
                  <a:pt x="10962" y="21771"/>
                </a:lnTo>
                <a:lnTo>
                  <a:pt x="11063" y="21539"/>
                </a:lnTo>
                <a:lnTo>
                  <a:pt x="11201" y="21295"/>
                </a:lnTo>
                <a:lnTo>
                  <a:pt x="11289" y="21063"/>
                </a:lnTo>
                <a:lnTo>
                  <a:pt x="11377" y="20831"/>
                </a:lnTo>
                <a:lnTo>
                  <a:pt x="11464" y="20599"/>
                </a:lnTo>
                <a:lnTo>
                  <a:pt x="11565" y="20355"/>
                </a:lnTo>
                <a:lnTo>
                  <a:pt x="11703" y="20084"/>
                </a:lnTo>
                <a:lnTo>
                  <a:pt x="11791" y="19840"/>
                </a:lnTo>
                <a:lnTo>
                  <a:pt x="11879" y="19608"/>
                </a:lnTo>
                <a:lnTo>
                  <a:pt x="11967" y="19376"/>
                </a:lnTo>
                <a:lnTo>
                  <a:pt x="12067" y="19145"/>
                </a:lnTo>
                <a:lnTo>
                  <a:pt x="12205" y="18900"/>
                </a:lnTo>
                <a:lnTo>
                  <a:pt x="12293" y="18668"/>
                </a:lnTo>
                <a:lnTo>
                  <a:pt x="12381" y="18385"/>
                </a:lnTo>
                <a:lnTo>
                  <a:pt x="12469" y="18153"/>
                </a:lnTo>
                <a:lnTo>
                  <a:pt x="12569" y="17921"/>
                </a:lnTo>
                <a:lnTo>
                  <a:pt x="12708" y="17690"/>
                </a:lnTo>
                <a:lnTo>
                  <a:pt x="12796" y="17445"/>
                </a:lnTo>
                <a:lnTo>
                  <a:pt x="12883" y="17213"/>
                </a:lnTo>
                <a:lnTo>
                  <a:pt x="12984" y="16982"/>
                </a:lnTo>
                <a:lnTo>
                  <a:pt x="13072" y="16698"/>
                </a:lnTo>
                <a:lnTo>
                  <a:pt x="13210" y="16467"/>
                </a:lnTo>
                <a:lnTo>
                  <a:pt x="13298" y="16235"/>
                </a:lnTo>
                <a:lnTo>
                  <a:pt x="13386" y="16003"/>
                </a:lnTo>
                <a:lnTo>
                  <a:pt x="13486" y="15758"/>
                </a:lnTo>
                <a:lnTo>
                  <a:pt x="13574" y="15527"/>
                </a:lnTo>
                <a:lnTo>
                  <a:pt x="13712" y="15295"/>
                </a:lnTo>
                <a:lnTo>
                  <a:pt x="13800" y="15012"/>
                </a:lnTo>
                <a:lnTo>
                  <a:pt x="13888" y="14780"/>
                </a:lnTo>
                <a:lnTo>
                  <a:pt x="13988" y="14548"/>
                </a:lnTo>
                <a:lnTo>
                  <a:pt x="14076" y="14304"/>
                </a:lnTo>
                <a:lnTo>
                  <a:pt x="14214" y="14072"/>
                </a:lnTo>
                <a:lnTo>
                  <a:pt x="14302" y="13840"/>
                </a:lnTo>
                <a:lnTo>
                  <a:pt x="14390" y="13557"/>
                </a:lnTo>
                <a:lnTo>
                  <a:pt x="14491" y="13325"/>
                </a:lnTo>
                <a:lnTo>
                  <a:pt x="14579" y="13093"/>
                </a:lnTo>
                <a:lnTo>
                  <a:pt x="14717" y="12849"/>
                </a:lnTo>
                <a:lnTo>
                  <a:pt x="14805" y="12617"/>
                </a:lnTo>
                <a:lnTo>
                  <a:pt x="14893" y="12385"/>
                </a:lnTo>
                <a:lnTo>
                  <a:pt x="14993" y="12153"/>
                </a:lnTo>
                <a:lnTo>
                  <a:pt x="15081" y="11870"/>
                </a:lnTo>
                <a:lnTo>
                  <a:pt x="15219" y="11638"/>
                </a:lnTo>
                <a:lnTo>
                  <a:pt x="15307" y="11394"/>
                </a:lnTo>
                <a:lnTo>
                  <a:pt x="15395" y="11162"/>
                </a:lnTo>
                <a:lnTo>
                  <a:pt x="15495" y="10930"/>
                </a:lnTo>
                <a:lnTo>
                  <a:pt x="15583" y="10699"/>
                </a:lnTo>
                <a:lnTo>
                  <a:pt x="15721" y="10415"/>
                </a:lnTo>
                <a:lnTo>
                  <a:pt x="15809" y="10184"/>
                </a:lnTo>
                <a:lnTo>
                  <a:pt x="15897" y="9939"/>
                </a:lnTo>
                <a:lnTo>
                  <a:pt x="15998" y="9707"/>
                </a:lnTo>
                <a:lnTo>
                  <a:pt x="16086" y="9475"/>
                </a:lnTo>
                <a:lnTo>
                  <a:pt x="16224" y="9244"/>
                </a:lnTo>
                <a:lnTo>
                  <a:pt x="16312" y="8960"/>
                </a:lnTo>
                <a:lnTo>
                  <a:pt x="16412" y="8729"/>
                </a:lnTo>
                <a:lnTo>
                  <a:pt x="16500" y="8484"/>
                </a:lnTo>
                <a:lnTo>
                  <a:pt x="16588" y="8252"/>
                </a:lnTo>
                <a:lnTo>
                  <a:pt x="16726" y="8021"/>
                </a:lnTo>
                <a:lnTo>
                  <a:pt x="16814" y="7789"/>
                </a:lnTo>
                <a:lnTo>
                  <a:pt x="16914" y="7506"/>
                </a:lnTo>
                <a:lnTo>
                  <a:pt x="17002" y="7274"/>
                </a:lnTo>
                <a:lnTo>
                  <a:pt x="17090" y="7029"/>
                </a:lnTo>
                <a:lnTo>
                  <a:pt x="17228" y="6797"/>
                </a:lnTo>
                <a:lnTo>
                  <a:pt x="17316" y="6566"/>
                </a:lnTo>
                <a:lnTo>
                  <a:pt x="17417" y="6282"/>
                </a:lnTo>
                <a:lnTo>
                  <a:pt x="17505" y="6051"/>
                </a:lnTo>
                <a:lnTo>
                  <a:pt x="17592" y="5819"/>
                </a:lnTo>
                <a:lnTo>
                  <a:pt x="17731" y="5574"/>
                </a:lnTo>
                <a:lnTo>
                  <a:pt x="17818" y="5343"/>
                </a:lnTo>
                <a:lnTo>
                  <a:pt x="17919" y="5111"/>
                </a:lnTo>
                <a:lnTo>
                  <a:pt x="18007" y="4828"/>
                </a:lnTo>
                <a:lnTo>
                  <a:pt x="18095" y="4596"/>
                </a:lnTo>
                <a:lnTo>
                  <a:pt x="18233" y="4364"/>
                </a:lnTo>
                <a:lnTo>
                  <a:pt x="18321" y="4119"/>
                </a:lnTo>
                <a:lnTo>
                  <a:pt x="18421" y="3888"/>
                </a:lnTo>
                <a:lnTo>
                  <a:pt x="18509" y="3656"/>
                </a:lnTo>
                <a:lnTo>
                  <a:pt x="18597" y="3373"/>
                </a:lnTo>
                <a:lnTo>
                  <a:pt x="18735" y="3141"/>
                </a:lnTo>
                <a:lnTo>
                  <a:pt x="18823" y="2909"/>
                </a:lnTo>
                <a:lnTo>
                  <a:pt x="18924" y="2665"/>
                </a:lnTo>
                <a:lnTo>
                  <a:pt x="19011" y="2433"/>
                </a:lnTo>
                <a:lnTo>
                  <a:pt x="19099" y="2150"/>
                </a:lnTo>
                <a:lnTo>
                  <a:pt x="19237" y="1918"/>
                </a:lnTo>
                <a:lnTo>
                  <a:pt x="19325" y="1686"/>
                </a:lnTo>
                <a:lnTo>
                  <a:pt x="19426" y="1454"/>
                </a:lnTo>
                <a:lnTo>
                  <a:pt x="19514" y="1223"/>
                </a:lnTo>
                <a:lnTo>
                  <a:pt x="19602" y="939"/>
                </a:lnTo>
                <a:lnTo>
                  <a:pt x="19740" y="695"/>
                </a:lnTo>
                <a:lnTo>
                  <a:pt x="19828" y="463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6344889" y="5387598"/>
            <a:ext cx="20016" cy="48796"/>
          </a:xfrm>
          <a:custGeom>
            <a:avLst/>
            <a:gdLst/>
            <a:ahLst/>
            <a:cxnLst/>
            <a:rect l="l" t="t" r="r" b="b"/>
            <a:pathLst>
              <a:path w="20016" h="48796">
                <a:moveTo>
                  <a:pt x="0" y="48796"/>
                </a:moveTo>
                <a:lnTo>
                  <a:pt x="87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8" y="47058"/>
                </a:lnTo>
                <a:lnTo>
                  <a:pt x="828" y="46826"/>
                </a:lnTo>
                <a:lnTo>
                  <a:pt x="916" y="46581"/>
                </a:lnTo>
                <a:lnTo>
                  <a:pt x="1004" y="46349"/>
                </a:lnTo>
                <a:lnTo>
                  <a:pt x="1092" y="46118"/>
                </a:lnTo>
                <a:lnTo>
                  <a:pt x="1230" y="45834"/>
                </a:lnTo>
                <a:lnTo>
                  <a:pt x="1331" y="45603"/>
                </a:lnTo>
                <a:lnTo>
                  <a:pt x="1418" y="45371"/>
                </a:lnTo>
                <a:lnTo>
                  <a:pt x="1506" y="45126"/>
                </a:lnTo>
                <a:lnTo>
                  <a:pt x="1594" y="44895"/>
                </a:lnTo>
                <a:lnTo>
                  <a:pt x="1732" y="44611"/>
                </a:lnTo>
                <a:lnTo>
                  <a:pt x="1833" y="44380"/>
                </a:lnTo>
                <a:lnTo>
                  <a:pt x="1921" y="44148"/>
                </a:lnTo>
                <a:lnTo>
                  <a:pt x="2009" y="43916"/>
                </a:lnTo>
                <a:lnTo>
                  <a:pt x="2097" y="43684"/>
                </a:lnTo>
                <a:lnTo>
                  <a:pt x="2235" y="43401"/>
                </a:lnTo>
                <a:lnTo>
                  <a:pt x="2335" y="43156"/>
                </a:lnTo>
                <a:lnTo>
                  <a:pt x="2423" y="42925"/>
                </a:lnTo>
                <a:lnTo>
                  <a:pt x="2511" y="42693"/>
                </a:lnTo>
                <a:lnTo>
                  <a:pt x="2611" y="42461"/>
                </a:lnTo>
                <a:lnTo>
                  <a:pt x="2737" y="42178"/>
                </a:lnTo>
                <a:lnTo>
                  <a:pt x="2837" y="41946"/>
                </a:lnTo>
                <a:lnTo>
                  <a:pt x="2925" y="41702"/>
                </a:lnTo>
                <a:lnTo>
                  <a:pt x="3013" y="41470"/>
                </a:lnTo>
                <a:lnTo>
                  <a:pt x="3114" y="41238"/>
                </a:lnTo>
                <a:lnTo>
                  <a:pt x="3239" y="40955"/>
                </a:lnTo>
                <a:lnTo>
                  <a:pt x="3340" y="40723"/>
                </a:lnTo>
                <a:lnTo>
                  <a:pt x="3428" y="40491"/>
                </a:lnTo>
                <a:lnTo>
                  <a:pt x="3516" y="40247"/>
                </a:lnTo>
                <a:lnTo>
                  <a:pt x="3616" y="40015"/>
                </a:lnTo>
                <a:lnTo>
                  <a:pt x="3742" y="39732"/>
                </a:lnTo>
                <a:lnTo>
                  <a:pt x="3842" y="39500"/>
                </a:lnTo>
                <a:lnTo>
                  <a:pt x="3930" y="39268"/>
                </a:lnTo>
                <a:lnTo>
                  <a:pt x="4018" y="39036"/>
                </a:lnTo>
                <a:lnTo>
                  <a:pt x="4118" y="38792"/>
                </a:lnTo>
                <a:lnTo>
                  <a:pt x="4256" y="38521"/>
                </a:lnTo>
                <a:lnTo>
                  <a:pt x="4344" y="38277"/>
                </a:lnTo>
                <a:lnTo>
                  <a:pt x="4432" y="38045"/>
                </a:lnTo>
                <a:lnTo>
                  <a:pt x="4520" y="37813"/>
                </a:lnTo>
                <a:lnTo>
                  <a:pt x="4621" y="37582"/>
                </a:lnTo>
                <a:lnTo>
                  <a:pt x="4759" y="37298"/>
                </a:lnTo>
                <a:lnTo>
                  <a:pt x="4847" y="37067"/>
                </a:lnTo>
                <a:lnTo>
                  <a:pt x="4935" y="36822"/>
                </a:lnTo>
                <a:lnTo>
                  <a:pt x="5022" y="36590"/>
                </a:lnTo>
                <a:lnTo>
                  <a:pt x="5123" y="36307"/>
                </a:lnTo>
                <a:lnTo>
                  <a:pt x="5261" y="36075"/>
                </a:lnTo>
                <a:lnTo>
                  <a:pt x="5349" y="35843"/>
                </a:lnTo>
                <a:lnTo>
                  <a:pt x="5437" y="35612"/>
                </a:lnTo>
                <a:lnTo>
                  <a:pt x="5525" y="35367"/>
                </a:lnTo>
                <a:lnTo>
                  <a:pt x="5625" y="35097"/>
                </a:lnTo>
                <a:lnTo>
                  <a:pt x="5763" y="34852"/>
                </a:lnTo>
                <a:lnTo>
                  <a:pt x="5851" y="34620"/>
                </a:lnTo>
                <a:lnTo>
                  <a:pt x="5939" y="34389"/>
                </a:lnTo>
                <a:lnTo>
                  <a:pt x="6027" y="34157"/>
                </a:lnTo>
                <a:lnTo>
                  <a:pt x="6128" y="33874"/>
                </a:lnTo>
                <a:lnTo>
                  <a:pt x="6266" y="33642"/>
                </a:lnTo>
                <a:lnTo>
                  <a:pt x="6354" y="33397"/>
                </a:lnTo>
                <a:lnTo>
                  <a:pt x="6441" y="33165"/>
                </a:lnTo>
                <a:lnTo>
                  <a:pt x="6542" y="32882"/>
                </a:lnTo>
                <a:lnTo>
                  <a:pt x="6630" y="32650"/>
                </a:lnTo>
                <a:lnTo>
                  <a:pt x="6768" y="32419"/>
                </a:lnTo>
                <a:lnTo>
                  <a:pt x="6856" y="32187"/>
                </a:lnTo>
                <a:lnTo>
                  <a:pt x="6944" y="31942"/>
                </a:lnTo>
                <a:lnTo>
                  <a:pt x="7044" y="31672"/>
                </a:lnTo>
                <a:lnTo>
                  <a:pt x="7132" y="31427"/>
                </a:lnTo>
                <a:lnTo>
                  <a:pt x="7270" y="31196"/>
                </a:lnTo>
                <a:lnTo>
                  <a:pt x="7358" y="30964"/>
                </a:lnTo>
                <a:lnTo>
                  <a:pt x="7446" y="30681"/>
                </a:lnTo>
                <a:lnTo>
                  <a:pt x="7547" y="30449"/>
                </a:lnTo>
                <a:lnTo>
                  <a:pt x="7634" y="30217"/>
                </a:lnTo>
                <a:lnTo>
                  <a:pt x="7773" y="29972"/>
                </a:lnTo>
                <a:lnTo>
                  <a:pt x="7860" y="29741"/>
                </a:lnTo>
                <a:lnTo>
                  <a:pt x="7948" y="29457"/>
                </a:lnTo>
                <a:lnTo>
                  <a:pt x="8049" y="29226"/>
                </a:lnTo>
                <a:lnTo>
                  <a:pt x="8137" y="28994"/>
                </a:lnTo>
                <a:lnTo>
                  <a:pt x="8275" y="28762"/>
                </a:lnTo>
                <a:lnTo>
                  <a:pt x="8363" y="28479"/>
                </a:lnTo>
                <a:lnTo>
                  <a:pt x="8451" y="28234"/>
                </a:lnTo>
                <a:lnTo>
                  <a:pt x="8551" y="28003"/>
                </a:lnTo>
                <a:lnTo>
                  <a:pt x="8639" y="27771"/>
                </a:lnTo>
                <a:lnTo>
                  <a:pt x="8777" y="27539"/>
                </a:lnTo>
                <a:lnTo>
                  <a:pt x="8865" y="27256"/>
                </a:lnTo>
                <a:lnTo>
                  <a:pt x="8953" y="27024"/>
                </a:lnTo>
                <a:lnTo>
                  <a:pt x="9053" y="26792"/>
                </a:lnTo>
                <a:lnTo>
                  <a:pt x="9141" y="26548"/>
                </a:lnTo>
                <a:lnTo>
                  <a:pt x="9279" y="26264"/>
                </a:lnTo>
                <a:lnTo>
                  <a:pt x="9367" y="26033"/>
                </a:lnTo>
                <a:lnTo>
                  <a:pt x="9455" y="25801"/>
                </a:lnTo>
                <a:lnTo>
                  <a:pt x="9556" y="25569"/>
                </a:lnTo>
                <a:lnTo>
                  <a:pt x="9644" y="25337"/>
                </a:lnTo>
                <a:lnTo>
                  <a:pt x="9782" y="25054"/>
                </a:lnTo>
                <a:lnTo>
                  <a:pt x="9870" y="24810"/>
                </a:lnTo>
                <a:lnTo>
                  <a:pt x="9958" y="24578"/>
                </a:lnTo>
                <a:lnTo>
                  <a:pt x="10058" y="24346"/>
                </a:lnTo>
                <a:lnTo>
                  <a:pt x="10146" y="24063"/>
                </a:lnTo>
                <a:lnTo>
                  <a:pt x="10284" y="23831"/>
                </a:lnTo>
                <a:lnTo>
                  <a:pt x="10372" y="23599"/>
                </a:lnTo>
                <a:lnTo>
                  <a:pt x="10472" y="23355"/>
                </a:lnTo>
                <a:lnTo>
                  <a:pt x="10560" y="23084"/>
                </a:lnTo>
                <a:lnTo>
                  <a:pt x="10648" y="22840"/>
                </a:lnTo>
                <a:lnTo>
                  <a:pt x="10786" y="22608"/>
                </a:lnTo>
                <a:lnTo>
                  <a:pt x="10874" y="22376"/>
                </a:lnTo>
                <a:lnTo>
                  <a:pt x="10975" y="22144"/>
                </a:lnTo>
                <a:lnTo>
                  <a:pt x="11063" y="21861"/>
                </a:lnTo>
                <a:lnTo>
                  <a:pt x="11150" y="21629"/>
                </a:lnTo>
                <a:lnTo>
                  <a:pt x="11289" y="21385"/>
                </a:lnTo>
                <a:lnTo>
                  <a:pt x="11377" y="21153"/>
                </a:lnTo>
                <a:lnTo>
                  <a:pt x="11477" y="20870"/>
                </a:lnTo>
                <a:lnTo>
                  <a:pt x="11565" y="20638"/>
                </a:lnTo>
                <a:lnTo>
                  <a:pt x="11653" y="20406"/>
                </a:lnTo>
                <a:lnTo>
                  <a:pt x="11791" y="20175"/>
                </a:lnTo>
                <a:lnTo>
                  <a:pt x="11879" y="19891"/>
                </a:lnTo>
                <a:lnTo>
                  <a:pt x="11979" y="19660"/>
                </a:lnTo>
                <a:lnTo>
                  <a:pt x="12067" y="19415"/>
                </a:lnTo>
                <a:lnTo>
                  <a:pt x="12155" y="19183"/>
                </a:lnTo>
                <a:lnTo>
                  <a:pt x="12293" y="18900"/>
                </a:lnTo>
                <a:lnTo>
                  <a:pt x="12381" y="18668"/>
                </a:lnTo>
                <a:lnTo>
                  <a:pt x="12482" y="18436"/>
                </a:lnTo>
                <a:lnTo>
                  <a:pt x="12569" y="18205"/>
                </a:lnTo>
                <a:lnTo>
                  <a:pt x="12657" y="17960"/>
                </a:lnTo>
                <a:lnTo>
                  <a:pt x="12796" y="17677"/>
                </a:lnTo>
                <a:lnTo>
                  <a:pt x="12883" y="17445"/>
                </a:lnTo>
                <a:lnTo>
                  <a:pt x="12984" y="17213"/>
                </a:lnTo>
                <a:lnTo>
                  <a:pt x="13072" y="16982"/>
                </a:lnTo>
                <a:lnTo>
                  <a:pt x="13160" y="16698"/>
                </a:lnTo>
                <a:lnTo>
                  <a:pt x="13298" y="16467"/>
                </a:lnTo>
                <a:lnTo>
                  <a:pt x="13386" y="16235"/>
                </a:lnTo>
                <a:lnTo>
                  <a:pt x="13486" y="15990"/>
                </a:lnTo>
                <a:lnTo>
                  <a:pt x="13574" y="15707"/>
                </a:lnTo>
                <a:lnTo>
                  <a:pt x="13662" y="15475"/>
                </a:lnTo>
                <a:lnTo>
                  <a:pt x="13800" y="15243"/>
                </a:lnTo>
                <a:lnTo>
                  <a:pt x="13901" y="15012"/>
                </a:lnTo>
                <a:lnTo>
                  <a:pt x="13988" y="14728"/>
                </a:lnTo>
                <a:lnTo>
                  <a:pt x="14076" y="14497"/>
                </a:lnTo>
                <a:lnTo>
                  <a:pt x="14164" y="14252"/>
                </a:lnTo>
                <a:lnTo>
                  <a:pt x="14302" y="14020"/>
                </a:lnTo>
                <a:lnTo>
                  <a:pt x="14403" y="13737"/>
                </a:lnTo>
                <a:lnTo>
                  <a:pt x="14491" y="13505"/>
                </a:lnTo>
                <a:lnTo>
                  <a:pt x="14579" y="13274"/>
                </a:lnTo>
                <a:lnTo>
                  <a:pt x="14667" y="13042"/>
                </a:lnTo>
                <a:lnTo>
                  <a:pt x="14805" y="12759"/>
                </a:lnTo>
                <a:lnTo>
                  <a:pt x="14905" y="12527"/>
                </a:lnTo>
                <a:lnTo>
                  <a:pt x="14993" y="12282"/>
                </a:lnTo>
                <a:lnTo>
                  <a:pt x="15081" y="12050"/>
                </a:lnTo>
                <a:lnTo>
                  <a:pt x="15169" y="11767"/>
                </a:lnTo>
                <a:lnTo>
                  <a:pt x="15307" y="11535"/>
                </a:lnTo>
                <a:lnTo>
                  <a:pt x="15407" y="11304"/>
                </a:lnTo>
                <a:lnTo>
                  <a:pt x="15495" y="11072"/>
                </a:lnTo>
                <a:lnTo>
                  <a:pt x="15583" y="10827"/>
                </a:lnTo>
                <a:lnTo>
                  <a:pt x="15671" y="10557"/>
                </a:lnTo>
                <a:lnTo>
                  <a:pt x="15809" y="10312"/>
                </a:lnTo>
                <a:lnTo>
                  <a:pt x="15910" y="10081"/>
                </a:lnTo>
                <a:lnTo>
                  <a:pt x="15998" y="9849"/>
                </a:lnTo>
                <a:lnTo>
                  <a:pt x="16086" y="9566"/>
                </a:lnTo>
                <a:lnTo>
                  <a:pt x="16173" y="9334"/>
                </a:lnTo>
                <a:lnTo>
                  <a:pt x="16312" y="9102"/>
                </a:lnTo>
                <a:lnTo>
                  <a:pt x="16412" y="8857"/>
                </a:lnTo>
                <a:lnTo>
                  <a:pt x="16500" y="8574"/>
                </a:lnTo>
                <a:lnTo>
                  <a:pt x="16588" y="8342"/>
                </a:lnTo>
                <a:lnTo>
                  <a:pt x="16688" y="8111"/>
                </a:lnTo>
                <a:lnTo>
                  <a:pt x="16814" y="7879"/>
                </a:lnTo>
                <a:lnTo>
                  <a:pt x="16914" y="7596"/>
                </a:lnTo>
                <a:lnTo>
                  <a:pt x="17002" y="7364"/>
                </a:lnTo>
                <a:lnTo>
                  <a:pt x="17090" y="7119"/>
                </a:lnTo>
                <a:lnTo>
                  <a:pt x="17191" y="6888"/>
                </a:lnTo>
                <a:lnTo>
                  <a:pt x="17316" y="6604"/>
                </a:lnTo>
                <a:lnTo>
                  <a:pt x="17417" y="6373"/>
                </a:lnTo>
                <a:lnTo>
                  <a:pt x="17505" y="6141"/>
                </a:lnTo>
                <a:lnTo>
                  <a:pt x="17592" y="5909"/>
                </a:lnTo>
                <a:lnTo>
                  <a:pt x="17693" y="5626"/>
                </a:lnTo>
                <a:lnTo>
                  <a:pt x="17831" y="5394"/>
                </a:lnTo>
                <a:lnTo>
                  <a:pt x="17919" y="5149"/>
                </a:lnTo>
                <a:lnTo>
                  <a:pt x="18007" y="4918"/>
                </a:lnTo>
                <a:lnTo>
                  <a:pt x="18095" y="4634"/>
                </a:lnTo>
                <a:lnTo>
                  <a:pt x="18195" y="4403"/>
                </a:lnTo>
                <a:lnTo>
                  <a:pt x="18333" y="4171"/>
                </a:lnTo>
                <a:lnTo>
                  <a:pt x="18421" y="3939"/>
                </a:lnTo>
                <a:lnTo>
                  <a:pt x="18509" y="3656"/>
                </a:lnTo>
                <a:lnTo>
                  <a:pt x="18597" y="3424"/>
                </a:lnTo>
                <a:lnTo>
                  <a:pt x="18697" y="3180"/>
                </a:lnTo>
                <a:lnTo>
                  <a:pt x="18836" y="2948"/>
                </a:lnTo>
                <a:lnTo>
                  <a:pt x="18924" y="2665"/>
                </a:lnTo>
                <a:lnTo>
                  <a:pt x="19011" y="2433"/>
                </a:lnTo>
                <a:lnTo>
                  <a:pt x="19099" y="2201"/>
                </a:lnTo>
                <a:lnTo>
                  <a:pt x="19200" y="1969"/>
                </a:lnTo>
                <a:lnTo>
                  <a:pt x="19338" y="1686"/>
                </a:lnTo>
                <a:lnTo>
                  <a:pt x="19426" y="1454"/>
                </a:lnTo>
                <a:lnTo>
                  <a:pt x="19514" y="1210"/>
                </a:lnTo>
                <a:lnTo>
                  <a:pt x="19602" y="978"/>
                </a:lnTo>
                <a:lnTo>
                  <a:pt x="19702" y="695"/>
                </a:lnTo>
                <a:lnTo>
                  <a:pt x="19840" y="463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6364906" y="5375251"/>
            <a:ext cx="5035" cy="12347"/>
          </a:xfrm>
          <a:custGeom>
            <a:avLst/>
            <a:gdLst/>
            <a:ahLst/>
            <a:cxnLst/>
            <a:rect l="l" t="t" r="r" b="b"/>
            <a:pathLst>
              <a:path w="5035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2" y="10840"/>
                </a:lnTo>
                <a:lnTo>
                  <a:pt x="690" y="10608"/>
                </a:lnTo>
                <a:lnTo>
                  <a:pt x="828" y="10364"/>
                </a:lnTo>
                <a:lnTo>
                  <a:pt x="916" y="10093"/>
                </a:lnTo>
                <a:lnTo>
                  <a:pt x="1004" y="9849"/>
                </a:lnTo>
                <a:lnTo>
                  <a:pt x="1105" y="9617"/>
                </a:lnTo>
                <a:lnTo>
                  <a:pt x="1192" y="9385"/>
                </a:lnTo>
                <a:lnTo>
                  <a:pt x="1331" y="9102"/>
                </a:lnTo>
                <a:lnTo>
                  <a:pt x="1418" y="8870"/>
                </a:lnTo>
                <a:lnTo>
                  <a:pt x="1506" y="8639"/>
                </a:lnTo>
                <a:lnTo>
                  <a:pt x="1607" y="8394"/>
                </a:lnTo>
                <a:lnTo>
                  <a:pt x="1695" y="8124"/>
                </a:lnTo>
                <a:lnTo>
                  <a:pt x="1833" y="7879"/>
                </a:lnTo>
                <a:lnTo>
                  <a:pt x="1921" y="7647"/>
                </a:lnTo>
                <a:lnTo>
                  <a:pt x="2009" y="7415"/>
                </a:lnTo>
                <a:lnTo>
                  <a:pt x="2109" y="7132"/>
                </a:lnTo>
                <a:lnTo>
                  <a:pt x="2197" y="6900"/>
                </a:lnTo>
                <a:lnTo>
                  <a:pt x="2335" y="6669"/>
                </a:lnTo>
                <a:lnTo>
                  <a:pt x="2423" y="6424"/>
                </a:lnTo>
                <a:lnTo>
                  <a:pt x="2511" y="6141"/>
                </a:lnTo>
                <a:lnTo>
                  <a:pt x="2611" y="5909"/>
                </a:lnTo>
                <a:lnTo>
                  <a:pt x="2699" y="5677"/>
                </a:lnTo>
                <a:lnTo>
                  <a:pt x="2837" y="5446"/>
                </a:lnTo>
                <a:lnTo>
                  <a:pt x="2925" y="5162"/>
                </a:lnTo>
                <a:lnTo>
                  <a:pt x="3013" y="4931"/>
                </a:lnTo>
                <a:lnTo>
                  <a:pt x="3114" y="4686"/>
                </a:lnTo>
                <a:lnTo>
                  <a:pt x="3202" y="4454"/>
                </a:lnTo>
                <a:lnTo>
                  <a:pt x="3340" y="4171"/>
                </a:lnTo>
                <a:lnTo>
                  <a:pt x="3428" y="3939"/>
                </a:lnTo>
                <a:lnTo>
                  <a:pt x="3516" y="3707"/>
                </a:lnTo>
                <a:lnTo>
                  <a:pt x="3616" y="3476"/>
                </a:lnTo>
                <a:lnTo>
                  <a:pt x="3704" y="3192"/>
                </a:lnTo>
                <a:lnTo>
                  <a:pt x="3842" y="2961"/>
                </a:lnTo>
                <a:lnTo>
                  <a:pt x="3930" y="2716"/>
                </a:lnTo>
                <a:lnTo>
                  <a:pt x="4030" y="2484"/>
                </a:lnTo>
                <a:lnTo>
                  <a:pt x="4118" y="2201"/>
                </a:lnTo>
                <a:lnTo>
                  <a:pt x="4206" y="1969"/>
                </a:lnTo>
                <a:lnTo>
                  <a:pt x="4344" y="1738"/>
                </a:lnTo>
                <a:lnTo>
                  <a:pt x="4432" y="1506"/>
                </a:lnTo>
                <a:lnTo>
                  <a:pt x="4533" y="1223"/>
                </a:lnTo>
                <a:lnTo>
                  <a:pt x="4621" y="991"/>
                </a:lnTo>
                <a:lnTo>
                  <a:pt x="4709" y="746"/>
                </a:lnTo>
                <a:lnTo>
                  <a:pt x="4847" y="514"/>
                </a:lnTo>
                <a:lnTo>
                  <a:pt x="4935" y="231"/>
                </a:lnTo>
                <a:lnTo>
                  <a:pt x="5035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6376462" y="5388205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6376462" y="5388205"/>
            <a:ext cx="19954" cy="48741"/>
          </a:xfrm>
          <a:custGeom>
            <a:avLst/>
            <a:gdLst/>
            <a:ahLst/>
            <a:cxnLst/>
            <a:rect l="l" t="t" r="r" b="b"/>
            <a:pathLst>
              <a:path w="19954" h="48741">
                <a:moveTo>
                  <a:pt x="0" y="0"/>
                </a:moveTo>
                <a:lnTo>
                  <a:pt x="91" y="232"/>
                </a:lnTo>
                <a:lnTo>
                  <a:pt x="183" y="515"/>
                </a:lnTo>
                <a:lnTo>
                  <a:pt x="320" y="748"/>
                </a:lnTo>
                <a:lnTo>
                  <a:pt x="412" y="993"/>
                </a:lnTo>
                <a:lnTo>
                  <a:pt x="502" y="1225"/>
                </a:lnTo>
                <a:lnTo>
                  <a:pt x="594" y="1509"/>
                </a:lnTo>
                <a:lnTo>
                  <a:pt x="686" y="1741"/>
                </a:lnTo>
                <a:lnTo>
                  <a:pt x="823" y="1973"/>
                </a:lnTo>
                <a:lnTo>
                  <a:pt x="915" y="2205"/>
                </a:lnTo>
                <a:lnTo>
                  <a:pt x="1007" y="2489"/>
                </a:lnTo>
                <a:lnTo>
                  <a:pt x="1098" y="2721"/>
                </a:lnTo>
                <a:lnTo>
                  <a:pt x="1189" y="2966"/>
                </a:lnTo>
                <a:lnTo>
                  <a:pt x="1327" y="3198"/>
                </a:lnTo>
                <a:lnTo>
                  <a:pt x="1418" y="3482"/>
                </a:lnTo>
                <a:lnTo>
                  <a:pt x="1510" y="3714"/>
                </a:lnTo>
                <a:lnTo>
                  <a:pt x="1601" y="3946"/>
                </a:lnTo>
                <a:lnTo>
                  <a:pt x="1693" y="4178"/>
                </a:lnTo>
                <a:lnTo>
                  <a:pt x="1830" y="4462"/>
                </a:lnTo>
                <a:lnTo>
                  <a:pt x="1922" y="4694"/>
                </a:lnTo>
                <a:lnTo>
                  <a:pt x="2014" y="4939"/>
                </a:lnTo>
                <a:lnTo>
                  <a:pt x="2104" y="5172"/>
                </a:lnTo>
                <a:lnTo>
                  <a:pt x="2196" y="5455"/>
                </a:lnTo>
                <a:lnTo>
                  <a:pt x="2333" y="5688"/>
                </a:lnTo>
                <a:lnTo>
                  <a:pt x="2425" y="5920"/>
                </a:lnTo>
                <a:lnTo>
                  <a:pt x="2517" y="6152"/>
                </a:lnTo>
                <a:lnTo>
                  <a:pt x="2609" y="6436"/>
                </a:lnTo>
                <a:lnTo>
                  <a:pt x="2699" y="6681"/>
                </a:lnTo>
                <a:lnTo>
                  <a:pt x="2837" y="6913"/>
                </a:lnTo>
                <a:lnTo>
                  <a:pt x="2928" y="7145"/>
                </a:lnTo>
                <a:lnTo>
                  <a:pt x="3020" y="7429"/>
                </a:lnTo>
                <a:lnTo>
                  <a:pt x="3112" y="7661"/>
                </a:lnTo>
                <a:lnTo>
                  <a:pt x="3203" y="7893"/>
                </a:lnTo>
                <a:lnTo>
                  <a:pt x="3340" y="8138"/>
                </a:lnTo>
                <a:lnTo>
                  <a:pt x="3432" y="8409"/>
                </a:lnTo>
                <a:lnTo>
                  <a:pt x="3524" y="8654"/>
                </a:lnTo>
                <a:lnTo>
                  <a:pt x="3615" y="8886"/>
                </a:lnTo>
                <a:lnTo>
                  <a:pt x="3706" y="9118"/>
                </a:lnTo>
                <a:lnTo>
                  <a:pt x="3843" y="9402"/>
                </a:lnTo>
                <a:lnTo>
                  <a:pt x="3935" y="9634"/>
                </a:lnTo>
                <a:lnTo>
                  <a:pt x="4027" y="9866"/>
                </a:lnTo>
                <a:lnTo>
                  <a:pt x="4119" y="10112"/>
                </a:lnTo>
                <a:lnTo>
                  <a:pt x="4211" y="10382"/>
                </a:lnTo>
                <a:lnTo>
                  <a:pt x="4348" y="10627"/>
                </a:lnTo>
                <a:lnTo>
                  <a:pt x="4439" y="10860"/>
                </a:lnTo>
                <a:lnTo>
                  <a:pt x="4530" y="11092"/>
                </a:lnTo>
                <a:lnTo>
                  <a:pt x="4622" y="11376"/>
                </a:lnTo>
                <a:lnTo>
                  <a:pt x="4714" y="11608"/>
                </a:lnTo>
                <a:lnTo>
                  <a:pt x="4851" y="11840"/>
                </a:lnTo>
                <a:lnTo>
                  <a:pt x="4942" y="12085"/>
                </a:lnTo>
                <a:lnTo>
                  <a:pt x="5034" y="12369"/>
                </a:lnTo>
                <a:lnTo>
                  <a:pt x="5126" y="12601"/>
                </a:lnTo>
                <a:lnTo>
                  <a:pt x="5217" y="12833"/>
                </a:lnTo>
                <a:lnTo>
                  <a:pt x="5355" y="13065"/>
                </a:lnTo>
                <a:lnTo>
                  <a:pt x="5445" y="13349"/>
                </a:lnTo>
                <a:lnTo>
                  <a:pt x="5537" y="13581"/>
                </a:lnTo>
                <a:lnTo>
                  <a:pt x="5629" y="13826"/>
                </a:lnTo>
                <a:lnTo>
                  <a:pt x="5721" y="14058"/>
                </a:lnTo>
                <a:lnTo>
                  <a:pt x="5858" y="14342"/>
                </a:lnTo>
                <a:lnTo>
                  <a:pt x="5950" y="14574"/>
                </a:lnTo>
                <a:lnTo>
                  <a:pt x="6040" y="14806"/>
                </a:lnTo>
                <a:lnTo>
                  <a:pt x="6132" y="15039"/>
                </a:lnTo>
                <a:lnTo>
                  <a:pt x="6224" y="15322"/>
                </a:lnTo>
                <a:lnTo>
                  <a:pt x="6361" y="15555"/>
                </a:lnTo>
                <a:lnTo>
                  <a:pt x="6453" y="15800"/>
                </a:lnTo>
                <a:lnTo>
                  <a:pt x="6544" y="16032"/>
                </a:lnTo>
                <a:lnTo>
                  <a:pt x="6636" y="16316"/>
                </a:lnTo>
                <a:lnTo>
                  <a:pt x="6727" y="16548"/>
                </a:lnTo>
                <a:lnTo>
                  <a:pt x="6865" y="16780"/>
                </a:lnTo>
                <a:lnTo>
                  <a:pt x="6956" y="17012"/>
                </a:lnTo>
                <a:lnTo>
                  <a:pt x="7047" y="17296"/>
                </a:lnTo>
                <a:lnTo>
                  <a:pt x="7139" y="17528"/>
                </a:lnTo>
                <a:lnTo>
                  <a:pt x="7231" y="17773"/>
                </a:lnTo>
                <a:lnTo>
                  <a:pt x="7368" y="18005"/>
                </a:lnTo>
                <a:lnTo>
                  <a:pt x="7460" y="18289"/>
                </a:lnTo>
                <a:lnTo>
                  <a:pt x="7552" y="18521"/>
                </a:lnTo>
                <a:lnTo>
                  <a:pt x="7642" y="18753"/>
                </a:lnTo>
                <a:lnTo>
                  <a:pt x="7734" y="18985"/>
                </a:lnTo>
                <a:lnTo>
                  <a:pt x="7871" y="19269"/>
                </a:lnTo>
                <a:lnTo>
                  <a:pt x="7963" y="19501"/>
                </a:lnTo>
                <a:lnTo>
                  <a:pt x="8055" y="19746"/>
                </a:lnTo>
                <a:lnTo>
                  <a:pt x="8146" y="19979"/>
                </a:lnTo>
                <a:lnTo>
                  <a:pt x="8238" y="20262"/>
                </a:lnTo>
                <a:lnTo>
                  <a:pt x="8375" y="20494"/>
                </a:lnTo>
                <a:lnTo>
                  <a:pt x="8467" y="20727"/>
                </a:lnTo>
                <a:lnTo>
                  <a:pt x="8558" y="20959"/>
                </a:lnTo>
                <a:lnTo>
                  <a:pt x="8649" y="21243"/>
                </a:lnTo>
                <a:lnTo>
                  <a:pt x="8741" y="21488"/>
                </a:lnTo>
                <a:lnTo>
                  <a:pt x="8878" y="21720"/>
                </a:lnTo>
                <a:lnTo>
                  <a:pt x="8970" y="21952"/>
                </a:lnTo>
                <a:lnTo>
                  <a:pt x="9062" y="22236"/>
                </a:lnTo>
                <a:lnTo>
                  <a:pt x="9152" y="22468"/>
                </a:lnTo>
                <a:lnTo>
                  <a:pt x="9244" y="22700"/>
                </a:lnTo>
                <a:lnTo>
                  <a:pt x="9381" y="22945"/>
                </a:lnTo>
                <a:lnTo>
                  <a:pt x="9473" y="23216"/>
                </a:lnTo>
                <a:lnTo>
                  <a:pt x="9565" y="23461"/>
                </a:lnTo>
                <a:lnTo>
                  <a:pt x="9656" y="23693"/>
                </a:lnTo>
                <a:lnTo>
                  <a:pt x="9748" y="23925"/>
                </a:lnTo>
                <a:lnTo>
                  <a:pt x="9885" y="24158"/>
                </a:lnTo>
                <a:lnTo>
                  <a:pt x="9977" y="24441"/>
                </a:lnTo>
                <a:lnTo>
                  <a:pt x="10068" y="24673"/>
                </a:lnTo>
                <a:lnTo>
                  <a:pt x="10159" y="24918"/>
                </a:lnTo>
                <a:lnTo>
                  <a:pt x="10251" y="25151"/>
                </a:lnTo>
                <a:lnTo>
                  <a:pt x="10388" y="25434"/>
                </a:lnTo>
                <a:lnTo>
                  <a:pt x="10480" y="25667"/>
                </a:lnTo>
                <a:lnTo>
                  <a:pt x="10572" y="25899"/>
                </a:lnTo>
                <a:lnTo>
                  <a:pt x="10664" y="26131"/>
                </a:lnTo>
                <a:lnTo>
                  <a:pt x="10754" y="26415"/>
                </a:lnTo>
                <a:lnTo>
                  <a:pt x="10893" y="26647"/>
                </a:lnTo>
                <a:lnTo>
                  <a:pt x="10983" y="26892"/>
                </a:lnTo>
                <a:lnTo>
                  <a:pt x="11075" y="27124"/>
                </a:lnTo>
                <a:lnTo>
                  <a:pt x="11167" y="27408"/>
                </a:lnTo>
                <a:lnTo>
                  <a:pt x="11258" y="27640"/>
                </a:lnTo>
                <a:lnTo>
                  <a:pt x="11396" y="27872"/>
                </a:lnTo>
                <a:lnTo>
                  <a:pt x="11487" y="28104"/>
                </a:lnTo>
                <a:lnTo>
                  <a:pt x="11579" y="28388"/>
                </a:lnTo>
                <a:lnTo>
                  <a:pt x="11670" y="28633"/>
                </a:lnTo>
                <a:lnTo>
                  <a:pt x="11761" y="28865"/>
                </a:lnTo>
                <a:lnTo>
                  <a:pt x="11898" y="29097"/>
                </a:lnTo>
                <a:lnTo>
                  <a:pt x="11990" y="29381"/>
                </a:lnTo>
                <a:lnTo>
                  <a:pt x="12082" y="29613"/>
                </a:lnTo>
                <a:lnTo>
                  <a:pt x="12174" y="29846"/>
                </a:lnTo>
                <a:lnTo>
                  <a:pt x="12264" y="30078"/>
                </a:lnTo>
                <a:lnTo>
                  <a:pt x="12403" y="30361"/>
                </a:lnTo>
                <a:lnTo>
                  <a:pt x="12493" y="30607"/>
                </a:lnTo>
                <a:lnTo>
                  <a:pt x="12585" y="30839"/>
                </a:lnTo>
                <a:lnTo>
                  <a:pt x="12677" y="31071"/>
                </a:lnTo>
                <a:lnTo>
                  <a:pt x="12769" y="31303"/>
                </a:lnTo>
                <a:lnTo>
                  <a:pt x="12906" y="31587"/>
                </a:lnTo>
                <a:lnTo>
                  <a:pt x="12997" y="31819"/>
                </a:lnTo>
                <a:lnTo>
                  <a:pt x="13089" y="32064"/>
                </a:lnTo>
                <a:lnTo>
                  <a:pt x="13180" y="32296"/>
                </a:lnTo>
                <a:lnTo>
                  <a:pt x="13272" y="32580"/>
                </a:lnTo>
                <a:lnTo>
                  <a:pt x="13409" y="32812"/>
                </a:lnTo>
                <a:lnTo>
                  <a:pt x="13500" y="33044"/>
                </a:lnTo>
                <a:lnTo>
                  <a:pt x="13592" y="33276"/>
                </a:lnTo>
                <a:lnTo>
                  <a:pt x="13684" y="33560"/>
                </a:lnTo>
                <a:lnTo>
                  <a:pt x="13776" y="33792"/>
                </a:lnTo>
                <a:lnTo>
                  <a:pt x="13913" y="34037"/>
                </a:lnTo>
                <a:lnTo>
                  <a:pt x="14005" y="34270"/>
                </a:lnTo>
                <a:lnTo>
                  <a:pt x="14095" y="34553"/>
                </a:lnTo>
                <a:lnTo>
                  <a:pt x="14187" y="34785"/>
                </a:lnTo>
                <a:lnTo>
                  <a:pt x="14279" y="35018"/>
                </a:lnTo>
                <a:lnTo>
                  <a:pt x="14416" y="35250"/>
                </a:lnTo>
                <a:lnTo>
                  <a:pt x="14508" y="35495"/>
                </a:lnTo>
                <a:lnTo>
                  <a:pt x="14599" y="35766"/>
                </a:lnTo>
                <a:lnTo>
                  <a:pt x="14691" y="36011"/>
                </a:lnTo>
                <a:lnTo>
                  <a:pt x="14782" y="36243"/>
                </a:lnTo>
                <a:lnTo>
                  <a:pt x="14920" y="36475"/>
                </a:lnTo>
                <a:lnTo>
                  <a:pt x="15011" y="36759"/>
                </a:lnTo>
                <a:lnTo>
                  <a:pt x="15102" y="36991"/>
                </a:lnTo>
                <a:lnTo>
                  <a:pt x="15194" y="37223"/>
                </a:lnTo>
                <a:lnTo>
                  <a:pt x="15286" y="37468"/>
                </a:lnTo>
                <a:lnTo>
                  <a:pt x="15423" y="37752"/>
                </a:lnTo>
                <a:lnTo>
                  <a:pt x="15515" y="37984"/>
                </a:lnTo>
                <a:lnTo>
                  <a:pt x="15605" y="38216"/>
                </a:lnTo>
                <a:lnTo>
                  <a:pt x="15697" y="38449"/>
                </a:lnTo>
                <a:lnTo>
                  <a:pt x="15789" y="38681"/>
                </a:lnTo>
                <a:lnTo>
                  <a:pt x="15926" y="38964"/>
                </a:lnTo>
                <a:lnTo>
                  <a:pt x="16018" y="39210"/>
                </a:lnTo>
                <a:lnTo>
                  <a:pt x="16110" y="39442"/>
                </a:lnTo>
                <a:lnTo>
                  <a:pt x="16201" y="39674"/>
                </a:lnTo>
                <a:lnTo>
                  <a:pt x="16292" y="39958"/>
                </a:lnTo>
                <a:lnTo>
                  <a:pt x="16430" y="40190"/>
                </a:lnTo>
                <a:lnTo>
                  <a:pt x="16521" y="40422"/>
                </a:lnTo>
                <a:lnTo>
                  <a:pt x="16613" y="40654"/>
                </a:lnTo>
                <a:lnTo>
                  <a:pt x="16704" y="40899"/>
                </a:lnTo>
                <a:lnTo>
                  <a:pt x="16796" y="41183"/>
                </a:lnTo>
                <a:lnTo>
                  <a:pt x="16933" y="41415"/>
                </a:lnTo>
                <a:lnTo>
                  <a:pt x="17025" y="41647"/>
                </a:lnTo>
                <a:lnTo>
                  <a:pt x="17117" y="41879"/>
                </a:lnTo>
                <a:lnTo>
                  <a:pt x="17207" y="42163"/>
                </a:lnTo>
                <a:lnTo>
                  <a:pt x="17299" y="42395"/>
                </a:lnTo>
                <a:lnTo>
                  <a:pt x="17436" y="42640"/>
                </a:lnTo>
                <a:lnTo>
                  <a:pt x="17528" y="42873"/>
                </a:lnTo>
                <a:lnTo>
                  <a:pt x="17620" y="43105"/>
                </a:lnTo>
                <a:lnTo>
                  <a:pt x="17712" y="43388"/>
                </a:lnTo>
                <a:lnTo>
                  <a:pt x="17803" y="43621"/>
                </a:lnTo>
                <a:lnTo>
                  <a:pt x="17940" y="43853"/>
                </a:lnTo>
                <a:lnTo>
                  <a:pt x="18032" y="44098"/>
                </a:lnTo>
                <a:lnTo>
                  <a:pt x="18123" y="44369"/>
                </a:lnTo>
                <a:lnTo>
                  <a:pt x="18215" y="44614"/>
                </a:lnTo>
                <a:lnTo>
                  <a:pt x="18306" y="44846"/>
                </a:lnTo>
                <a:lnTo>
                  <a:pt x="18443" y="45078"/>
                </a:lnTo>
                <a:lnTo>
                  <a:pt x="18535" y="45310"/>
                </a:lnTo>
                <a:lnTo>
                  <a:pt x="18627" y="45594"/>
                </a:lnTo>
                <a:lnTo>
                  <a:pt x="18717" y="45826"/>
                </a:lnTo>
                <a:lnTo>
                  <a:pt x="18809" y="46071"/>
                </a:lnTo>
                <a:lnTo>
                  <a:pt x="18946" y="46303"/>
                </a:lnTo>
                <a:lnTo>
                  <a:pt x="19038" y="46587"/>
                </a:lnTo>
                <a:lnTo>
                  <a:pt x="19130" y="46819"/>
                </a:lnTo>
                <a:lnTo>
                  <a:pt x="19222" y="47052"/>
                </a:lnTo>
                <a:lnTo>
                  <a:pt x="19313" y="47284"/>
                </a:lnTo>
                <a:lnTo>
                  <a:pt x="19451" y="47529"/>
                </a:lnTo>
                <a:lnTo>
                  <a:pt x="19542" y="47800"/>
                </a:lnTo>
                <a:lnTo>
                  <a:pt x="19633" y="48045"/>
                </a:lnTo>
                <a:lnTo>
                  <a:pt x="19725" y="48277"/>
                </a:lnTo>
                <a:lnTo>
                  <a:pt x="19816" y="48509"/>
                </a:lnTo>
                <a:lnTo>
                  <a:pt x="19954" y="4874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6396416" y="5436947"/>
            <a:ext cx="20000" cy="48277"/>
          </a:xfrm>
          <a:custGeom>
            <a:avLst/>
            <a:gdLst/>
            <a:ahLst/>
            <a:cxnLst/>
            <a:rect l="l" t="t" r="r" b="b"/>
            <a:pathLst>
              <a:path w="20000" h="48277">
                <a:moveTo>
                  <a:pt x="0" y="0"/>
                </a:moveTo>
                <a:lnTo>
                  <a:pt x="91" y="283"/>
                </a:lnTo>
                <a:lnTo>
                  <a:pt x="183" y="515"/>
                </a:lnTo>
                <a:lnTo>
                  <a:pt x="275" y="760"/>
                </a:lnTo>
                <a:lnTo>
                  <a:pt x="365" y="993"/>
                </a:lnTo>
                <a:lnTo>
                  <a:pt x="504" y="1276"/>
                </a:lnTo>
                <a:lnTo>
                  <a:pt x="594" y="1509"/>
                </a:lnTo>
                <a:lnTo>
                  <a:pt x="686" y="1741"/>
                </a:lnTo>
                <a:lnTo>
                  <a:pt x="778" y="1973"/>
                </a:lnTo>
                <a:lnTo>
                  <a:pt x="870" y="2218"/>
                </a:lnTo>
                <a:lnTo>
                  <a:pt x="1007" y="2489"/>
                </a:lnTo>
                <a:lnTo>
                  <a:pt x="1098" y="2734"/>
                </a:lnTo>
                <a:lnTo>
                  <a:pt x="1190" y="2966"/>
                </a:lnTo>
                <a:lnTo>
                  <a:pt x="1281" y="3198"/>
                </a:lnTo>
                <a:lnTo>
                  <a:pt x="1373" y="3430"/>
                </a:lnTo>
                <a:lnTo>
                  <a:pt x="1510" y="3714"/>
                </a:lnTo>
                <a:lnTo>
                  <a:pt x="1601" y="3946"/>
                </a:lnTo>
                <a:lnTo>
                  <a:pt x="1693" y="4191"/>
                </a:lnTo>
                <a:lnTo>
                  <a:pt x="1785" y="4424"/>
                </a:lnTo>
                <a:lnTo>
                  <a:pt x="1876" y="4656"/>
                </a:lnTo>
                <a:lnTo>
                  <a:pt x="2014" y="4939"/>
                </a:lnTo>
                <a:lnTo>
                  <a:pt x="2104" y="5172"/>
                </a:lnTo>
                <a:lnTo>
                  <a:pt x="2196" y="5404"/>
                </a:lnTo>
                <a:lnTo>
                  <a:pt x="2288" y="5649"/>
                </a:lnTo>
                <a:lnTo>
                  <a:pt x="2380" y="5881"/>
                </a:lnTo>
                <a:lnTo>
                  <a:pt x="2517" y="6165"/>
                </a:lnTo>
                <a:lnTo>
                  <a:pt x="2609" y="6397"/>
                </a:lnTo>
                <a:lnTo>
                  <a:pt x="2700" y="6629"/>
                </a:lnTo>
                <a:lnTo>
                  <a:pt x="2791" y="6861"/>
                </a:lnTo>
                <a:lnTo>
                  <a:pt x="2883" y="7106"/>
                </a:lnTo>
                <a:lnTo>
                  <a:pt x="3020" y="7390"/>
                </a:lnTo>
                <a:lnTo>
                  <a:pt x="3112" y="7622"/>
                </a:lnTo>
                <a:lnTo>
                  <a:pt x="3203" y="7854"/>
                </a:lnTo>
                <a:lnTo>
                  <a:pt x="3295" y="8087"/>
                </a:lnTo>
                <a:lnTo>
                  <a:pt x="3387" y="8319"/>
                </a:lnTo>
                <a:lnTo>
                  <a:pt x="3524" y="8602"/>
                </a:lnTo>
                <a:lnTo>
                  <a:pt x="3616" y="8835"/>
                </a:lnTo>
                <a:lnTo>
                  <a:pt x="3706" y="9080"/>
                </a:lnTo>
                <a:lnTo>
                  <a:pt x="3798" y="9312"/>
                </a:lnTo>
                <a:lnTo>
                  <a:pt x="3890" y="9544"/>
                </a:lnTo>
                <a:lnTo>
                  <a:pt x="4027" y="9828"/>
                </a:lnTo>
                <a:lnTo>
                  <a:pt x="4119" y="10060"/>
                </a:lnTo>
                <a:lnTo>
                  <a:pt x="4211" y="10292"/>
                </a:lnTo>
                <a:lnTo>
                  <a:pt x="4301" y="10537"/>
                </a:lnTo>
                <a:lnTo>
                  <a:pt x="4393" y="10769"/>
                </a:lnTo>
                <a:lnTo>
                  <a:pt x="4530" y="11053"/>
                </a:lnTo>
                <a:lnTo>
                  <a:pt x="4622" y="11285"/>
                </a:lnTo>
                <a:lnTo>
                  <a:pt x="4714" y="11517"/>
                </a:lnTo>
                <a:lnTo>
                  <a:pt x="4805" y="11750"/>
                </a:lnTo>
                <a:lnTo>
                  <a:pt x="4897" y="11995"/>
                </a:lnTo>
                <a:lnTo>
                  <a:pt x="5034" y="12278"/>
                </a:lnTo>
                <a:lnTo>
                  <a:pt x="5126" y="12511"/>
                </a:lnTo>
                <a:lnTo>
                  <a:pt x="5217" y="12743"/>
                </a:lnTo>
                <a:lnTo>
                  <a:pt x="5308" y="12975"/>
                </a:lnTo>
                <a:lnTo>
                  <a:pt x="5400" y="13207"/>
                </a:lnTo>
                <a:lnTo>
                  <a:pt x="5537" y="13452"/>
                </a:lnTo>
                <a:lnTo>
                  <a:pt x="5629" y="13736"/>
                </a:lnTo>
                <a:lnTo>
                  <a:pt x="5721" y="13968"/>
                </a:lnTo>
                <a:lnTo>
                  <a:pt x="5813" y="14200"/>
                </a:lnTo>
                <a:lnTo>
                  <a:pt x="5903" y="14432"/>
                </a:lnTo>
                <a:lnTo>
                  <a:pt x="6041" y="14665"/>
                </a:lnTo>
                <a:lnTo>
                  <a:pt x="6132" y="14948"/>
                </a:lnTo>
                <a:lnTo>
                  <a:pt x="6224" y="15180"/>
                </a:lnTo>
                <a:lnTo>
                  <a:pt x="6316" y="15426"/>
                </a:lnTo>
                <a:lnTo>
                  <a:pt x="6407" y="15658"/>
                </a:lnTo>
                <a:lnTo>
                  <a:pt x="6544" y="15890"/>
                </a:lnTo>
                <a:lnTo>
                  <a:pt x="6636" y="16174"/>
                </a:lnTo>
                <a:lnTo>
                  <a:pt x="6728" y="16406"/>
                </a:lnTo>
                <a:lnTo>
                  <a:pt x="6818" y="16638"/>
                </a:lnTo>
                <a:lnTo>
                  <a:pt x="6910" y="16883"/>
                </a:lnTo>
                <a:lnTo>
                  <a:pt x="7047" y="17115"/>
                </a:lnTo>
                <a:lnTo>
                  <a:pt x="7139" y="17347"/>
                </a:lnTo>
                <a:lnTo>
                  <a:pt x="7231" y="17631"/>
                </a:lnTo>
                <a:lnTo>
                  <a:pt x="7323" y="17863"/>
                </a:lnTo>
                <a:lnTo>
                  <a:pt x="7415" y="18095"/>
                </a:lnTo>
                <a:lnTo>
                  <a:pt x="7552" y="18341"/>
                </a:lnTo>
                <a:lnTo>
                  <a:pt x="7642" y="18573"/>
                </a:lnTo>
                <a:lnTo>
                  <a:pt x="7734" y="18805"/>
                </a:lnTo>
                <a:lnTo>
                  <a:pt x="7826" y="19089"/>
                </a:lnTo>
                <a:lnTo>
                  <a:pt x="7917" y="19321"/>
                </a:lnTo>
                <a:lnTo>
                  <a:pt x="8055" y="19553"/>
                </a:lnTo>
                <a:lnTo>
                  <a:pt x="8146" y="19798"/>
                </a:lnTo>
                <a:lnTo>
                  <a:pt x="8238" y="20030"/>
                </a:lnTo>
                <a:lnTo>
                  <a:pt x="8329" y="20314"/>
                </a:lnTo>
                <a:lnTo>
                  <a:pt x="8420" y="20546"/>
                </a:lnTo>
                <a:lnTo>
                  <a:pt x="8558" y="20778"/>
                </a:lnTo>
                <a:lnTo>
                  <a:pt x="8649" y="21010"/>
                </a:lnTo>
                <a:lnTo>
                  <a:pt x="8741" y="21255"/>
                </a:lnTo>
                <a:lnTo>
                  <a:pt x="8833" y="21488"/>
                </a:lnTo>
                <a:lnTo>
                  <a:pt x="8925" y="21771"/>
                </a:lnTo>
                <a:lnTo>
                  <a:pt x="9062" y="22004"/>
                </a:lnTo>
                <a:lnTo>
                  <a:pt x="9154" y="22236"/>
                </a:lnTo>
                <a:lnTo>
                  <a:pt x="9244" y="22468"/>
                </a:lnTo>
                <a:lnTo>
                  <a:pt x="9336" y="22713"/>
                </a:lnTo>
                <a:lnTo>
                  <a:pt x="9428" y="22945"/>
                </a:lnTo>
                <a:lnTo>
                  <a:pt x="9565" y="23229"/>
                </a:lnTo>
                <a:lnTo>
                  <a:pt x="9656" y="23461"/>
                </a:lnTo>
                <a:lnTo>
                  <a:pt x="9748" y="23693"/>
                </a:lnTo>
                <a:lnTo>
                  <a:pt x="9840" y="23925"/>
                </a:lnTo>
                <a:lnTo>
                  <a:pt x="9931" y="24170"/>
                </a:lnTo>
                <a:lnTo>
                  <a:pt x="10069" y="24403"/>
                </a:lnTo>
                <a:lnTo>
                  <a:pt x="10159" y="24686"/>
                </a:lnTo>
                <a:lnTo>
                  <a:pt x="10251" y="24918"/>
                </a:lnTo>
                <a:lnTo>
                  <a:pt x="10343" y="25151"/>
                </a:lnTo>
                <a:lnTo>
                  <a:pt x="10435" y="25383"/>
                </a:lnTo>
                <a:lnTo>
                  <a:pt x="10572" y="25628"/>
                </a:lnTo>
                <a:lnTo>
                  <a:pt x="10664" y="25860"/>
                </a:lnTo>
                <a:lnTo>
                  <a:pt x="10754" y="26092"/>
                </a:lnTo>
                <a:lnTo>
                  <a:pt x="10846" y="26376"/>
                </a:lnTo>
                <a:lnTo>
                  <a:pt x="10938" y="26608"/>
                </a:lnTo>
                <a:lnTo>
                  <a:pt x="11075" y="26840"/>
                </a:lnTo>
                <a:lnTo>
                  <a:pt x="11167" y="27085"/>
                </a:lnTo>
                <a:lnTo>
                  <a:pt x="11258" y="27318"/>
                </a:lnTo>
                <a:lnTo>
                  <a:pt x="11350" y="27550"/>
                </a:lnTo>
                <a:lnTo>
                  <a:pt x="11441" y="27833"/>
                </a:lnTo>
                <a:lnTo>
                  <a:pt x="11579" y="28066"/>
                </a:lnTo>
                <a:lnTo>
                  <a:pt x="11670" y="28298"/>
                </a:lnTo>
                <a:lnTo>
                  <a:pt x="11761" y="28543"/>
                </a:lnTo>
                <a:lnTo>
                  <a:pt x="11853" y="28775"/>
                </a:lnTo>
                <a:lnTo>
                  <a:pt x="11945" y="29007"/>
                </a:lnTo>
                <a:lnTo>
                  <a:pt x="12082" y="29239"/>
                </a:lnTo>
                <a:lnTo>
                  <a:pt x="12174" y="29523"/>
                </a:lnTo>
                <a:lnTo>
                  <a:pt x="12266" y="29755"/>
                </a:lnTo>
                <a:lnTo>
                  <a:pt x="12356" y="29987"/>
                </a:lnTo>
                <a:lnTo>
                  <a:pt x="12448" y="30232"/>
                </a:lnTo>
                <a:lnTo>
                  <a:pt x="12585" y="30465"/>
                </a:lnTo>
                <a:lnTo>
                  <a:pt x="12677" y="30697"/>
                </a:lnTo>
                <a:lnTo>
                  <a:pt x="12769" y="30929"/>
                </a:lnTo>
                <a:lnTo>
                  <a:pt x="12860" y="31213"/>
                </a:lnTo>
                <a:lnTo>
                  <a:pt x="12952" y="31445"/>
                </a:lnTo>
                <a:lnTo>
                  <a:pt x="13089" y="31690"/>
                </a:lnTo>
                <a:lnTo>
                  <a:pt x="13181" y="31922"/>
                </a:lnTo>
                <a:lnTo>
                  <a:pt x="13272" y="32154"/>
                </a:lnTo>
                <a:lnTo>
                  <a:pt x="13363" y="32386"/>
                </a:lnTo>
                <a:lnTo>
                  <a:pt x="13455" y="32632"/>
                </a:lnTo>
                <a:lnTo>
                  <a:pt x="13592" y="32902"/>
                </a:lnTo>
                <a:lnTo>
                  <a:pt x="13684" y="33147"/>
                </a:lnTo>
                <a:lnTo>
                  <a:pt x="13776" y="33380"/>
                </a:lnTo>
                <a:lnTo>
                  <a:pt x="13866" y="33612"/>
                </a:lnTo>
                <a:lnTo>
                  <a:pt x="13958" y="33844"/>
                </a:lnTo>
                <a:lnTo>
                  <a:pt x="14095" y="34089"/>
                </a:lnTo>
                <a:lnTo>
                  <a:pt x="14187" y="34321"/>
                </a:lnTo>
                <a:lnTo>
                  <a:pt x="14279" y="34605"/>
                </a:lnTo>
                <a:lnTo>
                  <a:pt x="14371" y="34837"/>
                </a:lnTo>
                <a:lnTo>
                  <a:pt x="14462" y="35069"/>
                </a:lnTo>
                <a:lnTo>
                  <a:pt x="14599" y="35301"/>
                </a:lnTo>
                <a:lnTo>
                  <a:pt x="14691" y="35546"/>
                </a:lnTo>
                <a:lnTo>
                  <a:pt x="14782" y="35779"/>
                </a:lnTo>
                <a:lnTo>
                  <a:pt x="14874" y="36011"/>
                </a:lnTo>
                <a:lnTo>
                  <a:pt x="14965" y="36243"/>
                </a:lnTo>
                <a:lnTo>
                  <a:pt x="15102" y="36527"/>
                </a:lnTo>
                <a:lnTo>
                  <a:pt x="15194" y="36759"/>
                </a:lnTo>
                <a:lnTo>
                  <a:pt x="15286" y="37004"/>
                </a:lnTo>
                <a:lnTo>
                  <a:pt x="15378" y="37236"/>
                </a:lnTo>
                <a:lnTo>
                  <a:pt x="15468" y="37468"/>
                </a:lnTo>
                <a:lnTo>
                  <a:pt x="15607" y="37700"/>
                </a:lnTo>
                <a:lnTo>
                  <a:pt x="15697" y="37933"/>
                </a:lnTo>
                <a:lnTo>
                  <a:pt x="15789" y="38178"/>
                </a:lnTo>
                <a:lnTo>
                  <a:pt x="15881" y="38449"/>
                </a:lnTo>
                <a:lnTo>
                  <a:pt x="15973" y="38694"/>
                </a:lnTo>
                <a:lnTo>
                  <a:pt x="16110" y="38926"/>
                </a:lnTo>
                <a:lnTo>
                  <a:pt x="16201" y="39158"/>
                </a:lnTo>
                <a:lnTo>
                  <a:pt x="16293" y="39390"/>
                </a:lnTo>
                <a:lnTo>
                  <a:pt x="16384" y="39635"/>
                </a:lnTo>
                <a:lnTo>
                  <a:pt x="16475" y="39867"/>
                </a:lnTo>
                <a:lnTo>
                  <a:pt x="16613" y="40099"/>
                </a:lnTo>
                <a:lnTo>
                  <a:pt x="16704" y="40383"/>
                </a:lnTo>
                <a:lnTo>
                  <a:pt x="16796" y="40615"/>
                </a:lnTo>
                <a:lnTo>
                  <a:pt x="16888" y="40848"/>
                </a:lnTo>
                <a:lnTo>
                  <a:pt x="16978" y="41093"/>
                </a:lnTo>
                <a:lnTo>
                  <a:pt x="17117" y="41325"/>
                </a:lnTo>
                <a:lnTo>
                  <a:pt x="17207" y="41557"/>
                </a:lnTo>
                <a:lnTo>
                  <a:pt x="17299" y="41789"/>
                </a:lnTo>
                <a:lnTo>
                  <a:pt x="17391" y="42021"/>
                </a:lnTo>
                <a:lnTo>
                  <a:pt x="17483" y="42266"/>
                </a:lnTo>
                <a:lnTo>
                  <a:pt x="17620" y="42550"/>
                </a:lnTo>
                <a:lnTo>
                  <a:pt x="17712" y="42782"/>
                </a:lnTo>
                <a:lnTo>
                  <a:pt x="17803" y="43014"/>
                </a:lnTo>
                <a:lnTo>
                  <a:pt x="17894" y="43247"/>
                </a:lnTo>
                <a:lnTo>
                  <a:pt x="17986" y="43479"/>
                </a:lnTo>
                <a:lnTo>
                  <a:pt x="18123" y="43724"/>
                </a:lnTo>
                <a:lnTo>
                  <a:pt x="18215" y="43956"/>
                </a:lnTo>
                <a:lnTo>
                  <a:pt x="18306" y="44188"/>
                </a:lnTo>
                <a:lnTo>
                  <a:pt x="18398" y="44420"/>
                </a:lnTo>
                <a:lnTo>
                  <a:pt x="18490" y="44704"/>
                </a:lnTo>
                <a:lnTo>
                  <a:pt x="18627" y="44936"/>
                </a:lnTo>
                <a:lnTo>
                  <a:pt x="18719" y="45181"/>
                </a:lnTo>
                <a:lnTo>
                  <a:pt x="18809" y="45413"/>
                </a:lnTo>
                <a:lnTo>
                  <a:pt x="18901" y="45646"/>
                </a:lnTo>
                <a:lnTo>
                  <a:pt x="18993" y="45878"/>
                </a:lnTo>
                <a:lnTo>
                  <a:pt x="19130" y="46123"/>
                </a:lnTo>
                <a:lnTo>
                  <a:pt x="19222" y="46355"/>
                </a:lnTo>
                <a:lnTo>
                  <a:pt x="19313" y="46587"/>
                </a:lnTo>
                <a:lnTo>
                  <a:pt x="19405" y="46819"/>
                </a:lnTo>
                <a:lnTo>
                  <a:pt x="19496" y="47103"/>
                </a:lnTo>
                <a:lnTo>
                  <a:pt x="19634" y="47335"/>
                </a:lnTo>
                <a:lnTo>
                  <a:pt x="19725" y="47580"/>
                </a:lnTo>
                <a:lnTo>
                  <a:pt x="19816" y="47813"/>
                </a:lnTo>
                <a:lnTo>
                  <a:pt x="19908" y="48045"/>
                </a:lnTo>
                <a:lnTo>
                  <a:pt x="20000" y="4827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6416416" y="5485224"/>
            <a:ext cx="20045" cy="46729"/>
          </a:xfrm>
          <a:custGeom>
            <a:avLst/>
            <a:gdLst/>
            <a:ahLst/>
            <a:cxnLst/>
            <a:rect l="l" t="t" r="r" b="b"/>
            <a:pathLst>
              <a:path w="20045" h="46729">
                <a:moveTo>
                  <a:pt x="0" y="0"/>
                </a:moveTo>
                <a:lnTo>
                  <a:pt x="137" y="232"/>
                </a:lnTo>
                <a:lnTo>
                  <a:pt x="228" y="477"/>
                </a:lnTo>
                <a:lnTo>
                  <a:pt x="319" y="709"/>
                </a:lnTo>
                <a:lnTo>
                  <a:pt x="411" y="941"/>
                </a:lnTo>
                <a:lnTo>
                  <a:pt x="502" y="1173"/>
                </a:lnTo>
                <a:lnTo>
                  <a:pt x="640" y="1457"/>
                </a:lnTo>
                <a:lnTo>
                  <a:pt x="731" y="1689"/>
                </a:lnTo>
                <a:lnTo>
                  <a:pt x="823" y="1934"/>
                </a:lnTo>
                <a:lnTo>
                  <a:pt x="915" y="2166"/>
                </a:lnTo>
                <a:lnTo>
                  <a:pt x="1005" y="2399"/>
                </a:lnTo>
                <a:lnTo>
                  <a:pt x="1144" y="2631"/>
                </a:lnTo>
                <a:lnTo>
                  <a:pt x="1234" y="2863"/>
                </a:lnTo>
                <a:lnTo>
                  <a:pt x="1326" y="3108"/>
                </a:lnTo>
                <a:lnTo>
                  <a:pt x="1418" y="3340"/>
                </a:lnTo>
                <a:lnTo>
                  <a:pt x="1510" y="3572"/>
                </a:lnTo>
                <a:lnTo>
                  <a:pt x="1647" y="3804"/>
                </a:lnTo>
                <a:lnTo>
                  <a:pt x="1739" y="4049"/>
                </a:lnTo>
                <a:lnTo>
                  <a:pt x="1830" y="4282"/>
                </a:lnTo>
                <a:lnTo>
                  <a:pt x="1921" y="4565"/>
                </a:lnTo>
                <a:lnTo>
                  <a:pt x="2013" y="4798"/>
                </a:lnTo>
                <a:lnTo>
                  <a:pt x="2150" y="5030"/>
                </a:lnTo>
                <a:lnTo>
                  <a:pt x="2241" y="5262"/>
                </a:lnTo>
                <a:lnTo>
                  <a:pt x="2333" y="5507"/>
                </a:lnTo>
                <a:lnTo>
                  <a:pt x="2425" y="5739"/>
                </a:lnTo>
                <a:lnTo>
                  <a:pt x="2517" y="5971"/>
                </a:lnTo>
                <a:lnTo>
                  <a:pt x="2654" y="6203"/>
                </a:lnTo>
                <a:lnTo>
                  <a:pt x="2746" y="6436"/>
                </a:lnTo>
                <a:lnTo>
                  <a:pt x="2836" y="6681"/>
                </a:lnTo>
                <a:lnTo>
                  <a:pt x="2928" y="6913"/>
                </a:lnTo>
                <a:lnTo>
                  <a:pt x="3020" y="7145"/>
                </a:lnTo>
                <a:lnTo>
                  <a:pt x="3157" y="7377"/>
                </a:lnTo>
                <a:lnTo>
                  <a:pt x="3249" y="7622"/>
                </a:lnTo>
                <a:lnTo>
                  <a:pt x="3340" y="7893"/>
                </a:lnTo>
                <a:lnTo>
                  <a:pt x="3431" y="8138"/>
                </a:lnTo>
                <a:lnTo>
                  <a:pt x="3523" y="8370"/>
                </a:lnTo>
                <a:lnTo>
                  <a:pt x="3660" y="8602"/>
                </a:lnTo>
                <a:lnTo>
                  <a:pt x="3752" y="8835"/>
                </a:lnTo>
                <a:lnTo>
                  <a:pt x="3843" y="9080"/>
                </a:lnTo>
                <a:lnTo>
                  <a:pt x="3935" y="9312"/>
                </a:lnTo>
                <a:lnTo>
                  <a:pt x="4027" y="9544"/>
                </a:lnTo>
                <a:lnTo>
                  <a:pt x="4164" y="9776"/>
                </a:lnTo>
                <a:lnTo>
                  <a:pt x="4256" y="10008"/>
                </a:lnTo>
                <a:lnTo>
                  <a:pt x="4346" y="10253"/>
                </a:lnTo>
                <a:lnTo>
                  <a:pt x="4438" y="10486"/>
                </a:lnTo>
                <a:lnTo>
                  <a:pt x="4530" y="10718"/>
                </a:lnTo>
                <a:lnTo>
                  <a:pt x="4667" y="10950"/>
                </a:lnTo>
                <a:lnTo>
                  <a:pt x="4759" y="11195"/>
                </a:lnTo>
                <a:lnTo>
                  <a:pt x="4851" y="11427"/>
                </a:lnTo>
                <a:lnTo>
                  <a:pt x="4942" y="11659"/>
                </a:lnTo>
                <a:lnTo>
                  <a:pt x="5033" y="11891"/>
                </a:lnTo>
                <a:lnTo>
                  <a:pt x="5171" y="12175"/>
                </a:lnTo>
                <a:lnTo>
                  <a:pt x="5262" y="12407"/>
                </a:lnTo>
                <a:lnTo>
                  <a:pt x="5354" y="12652"/>
                </a:lnTo>
                <a:lnTo>
                  <a:pt x="5445" y="12885"/>
                </a:lnTo>
                <a:lnTo>
                  <a:pt x="5537" y="13117"/>
                </a:lnTo>
                <a:lnTo>
                  <a:pt x="5674" y="13349"/>
                </a:lnTo>
                <a:lnTo>
                  <a:pt x="5766" y="13581"/>
                </a:lnTo>
                <a:lnTo>
                  <a:pt x="5858" y="13826"/>
                </a:lnTo>
                <a:lnTo>
                  <a:pt x="5948" y="14058"/>
                </a:lnTo>
                <a:lnTo>
                  <a:pt x="6087" y="14291"/>
                </a:lnTo>
                <a:lnTo>
                  <a:pt x="6177" y="14523"/>
                </a:lnTo>
                <a:lnTo>
                  <a:pt x="6269" y="14768"/>
                </a:lnTo>
                <a:lnTo>
                  <a:pt x="6361" y="15000"/>
                </a:lnTo>
                <a:lnTo>
                  <a:pt x="6453" y="15232"/>
                </a:lnTo>
                <a:lnTo>
                  <a:pt x="6590" y="15464"/>
                </a:lnTo>
                <a:lnTo>
                  <a:pt x="6681" y="15696"/>
                </a:lnTo>
                <a:lnTo>
                  <a:pt x="6772" y="15941"/>
                </a:lnTo>
                <a:lnTo>
                  <a:pt x="6864" y="16174"/>
                </a:lnTo>
                <a:lnTo>
                  <a:pt x="6956" y="16406"/>
                </a:lnTo>
                <a:lnTo>
                  <a:pt x="7093" y="16638"/>
                </a:lnTo>
                <a:lnTo>
                  <a:pt x="7184" y="16883"/>
                </a:lnTo>
                <a:lnTo>
                  <a:pt x="7276" y="17115"/>
                </a:lnTo>
                <a:lnTo>
                  <a:pt x="7368" y="17347"/>
                </a:lnTo>
                <a:lnTo>
                  <a:pt x="7459" y="17580"/>
                </a:lnTo>
                <a:lnTo>
                  <a:pt x="7597" y="17812"/>
                </a:lnTo>
                <a:lnTo>
                  <a:pt x="7687" y="18057"/>
                </a:lnTo>
                <a:lnTo>
                  <a:pt x="7779" y="18289"/>
                </a:lnTo>
                <a:lnTo>
                  <a:pt x="7871" y="18521"/>
                </a:lnTo>
                <a:lnTo>
                  <a:pt x="7963" y="18753"/>
                </a:lnTo>
                <a:lnTo>
                  <a:pt x="8100" y="18998"/>
                </a:lnTo>
                <a:lnTo>
                  <a:pt x="8192" y="19230"/>
                </a:lnTo>
                <a:lnTo>
                  <a:pt x="8283" y="19463"/>
                </a:lnTo>
                <a:lnTo>
                  <a:pt x="8374" y="19746"/>
                </a:lnTo>
                <a:lnTo>
                  <a:pt x="8466" y="19979"/>
                </a:lnTo>
                <a:lnTo>
                  <a:pt x="8603" y="20211"/>
                </a:lnTo>
                <a:lnTo>
                  <a:pt x="8695" y="20456"/>
                </a:lnTo>
                <a:lnTo>
                  <a:pt x="8786" y="20688"/>
                </a:lnTo>
                <a:lnTo>
                  <a:pt x="8878" y="20920"/>
                </a:lnTo>
                <a:lnTo>
                  <a:pt x="8970" y="21152"/>
                </a:lnTo>
                <a:lnTo>
                  <a:pt x="9107" y="21384"/>
                </a:lnTo>
                <a:lnTo>
                  <a:pt x="9199" y="21629"/>
                </a:lnTo>
                <a:lnTo>
                  <a:pt x="9289" y="21862"/>
                </a:lnTo>
                <a:lnTo>
                  <a:pt x="9381" y="22094"/>
                </a:lnTo>
                <a:lnTo>
                  <a:pt x="9473" y="22326"/>
                </a:lnTo>
                <a:lnTo>
                  <a:pt x="9610" y="22571"/>
                </a:lnTo>
                <a:lnTo>
                  <a:pt x="9702" y="22803"/>
                </a:lnTo>
                <a:lnTo>
                  <a:pt x="9794" y="23035"/>
                </a:lnTo>
                <a:lnTo>
                  <a:pt x="9884" y="23268"/>
                </a:lnTo>
                <a:lnTo>
                  <a:pt x="9976" y="23500"/>
                </a:lnTo>
                <a:lnTo>
                  <a:pt x="10113" y="23745"/>
                </a:lnTo>
                <a:lnTo>
                  <a:pt x="10205" y="23977"/>
                </a:lnTo>
                <a:lnTo>
                  <a:pt x="10297" y="24209"/>
                </a:lnTo>
                <a:lnTo>
                  <a:pt x="10388" y="24441"/>
                </a:lnTo>
                <a:lnTo>
                  <a:pt x="10480" y="24686"/>
                </a:lnTo>
                <a:lnTo>
                  <a:pt x="10617" y="24918"/>
                </a:lnTo>
                <a:lnTo>
                  <a:pt x="10709" y="25151"/>
                </a:lnTo>
                <a:lnTo>
                  <a:pt x="10799" y="25383"/>
                </a:lnTo>
                <a:lnTo>
                  <a:pt x="10891" y="25615"/>
                </a:lnTo>
                <a:lnTo>
                  <a:pt x="10983" y="25860"/>
                </a:lnTo>
                <a:lnTo>
                  <a:pt x="11120" y="26092"/>
                </a:lnTo>
                <a:lnTo>
                  <a:pt x="11212" y="26324"/>
                </a:lnTo>
                <a:lnTo>
                  <a:pt x="11304" y="26557"/>
                </a:lnTo>
                <a:lnTo>
                  <a:pt x="11396" y="26802"/>
                </a:lnTo>
                <a:lnTo>
                  <a:pt x="11486" y="27034"/>
                </a:lnTo>
                <a:lnTo>
                  <a:pt x="11624" y="27266"/>
                </a:lnTo>
                <a:lnTo>
                  <a:pt x="11715" y="27459"/>
                </a:lnTo>
                <a:lnTo>
                  <a:pt x="11807" y="27692"/>
                </a:lnTo>
                <a:lnTo>
                  <a:pt x="11898" y="27924"/>
                </a:lnTo>
                <a:lnTo>
                  <a:pt x="11990" y="28156"/>
                </a:lnTo>
                <a:lnTo>
                  <a:pt x="12127" y="28388"/>
                </a:lnTo>
                <a:lnTo>
                  <a:pt x="12219" y="28633"/>
                </a:lnTo>
                <a:lnTo>
                  <a:pt x="12311" y="28865"/>
                </a:lnTo>
                <a:lnTo>
                  <a:pt x="12401" y="29097"/>
                </a:lnTo>
                <a:lnTo>
                  <a:pt x="12493" y="29330"/>
                </a:lnTo>
                <a:lnTo>
                  <a:pt x="12630" y="29575"/>
                </a:lnTo>
                <a:lnTo>
                  <a:pt x="12722" y="29807"/>
                </a:lnTo>
                <a:lnTo>
                  <a:pt x="12814" y="30039"/>
                </a:lnTo>
                <a:lnTo>
                  <a:pt x="12906" y="30271"/>
                </a:lnTo>
                <a:lnTo>
                  <a:pt x="12996" y="30503"/>
                </a:lnTo>
                <a:lnTo>
                  <a:pt x="13135" y="30748"/>
                </a:lnTo>
                <a:lnTo>
                  <a:pt x="13225" y="30981"/>
                </a:lnTo>
                <a:lnTo>
                  <a:pt x="13317" y="31213"/>
                </a:lnTo>
                <a:lnTo>
                  <a:pt x="13409" y="31445"/>
                </a:lnTo>
                <a:lnTo>
                  <a:pt x="13500" y="31690"/>
                </a:lnTo>
                <a:lnTo>
                  <a:pt x="13637" y="31922"/>
                </a:lnTo>
                <a:lnTo>
                  <a:pt x="13729" y="32154"/>
                </a:lnTo>
                <a:lnTo>
                  <a:pt x="13821" y="32386"/>
                </a:lnTo>
                <a:lnTo>
                  <a:pt x="13912" y="32619"/>
                </a:lnTo>
                <a:lnTo>
                  <a:pt x="14003" y="32864"/>
                </a:lnTo>
                <a:lnTo>
                  <a:pt x="14140" y="33096"/>
                </a:lnTo>
                <a:lnTo>
                  <a:pt x="14232" y="33328"/>
                </a:lnTo>
                <a:lnTo>
                  <a:pt x="14324" y="33560"/>
                </a:lnTo>
                <a:lnTo>
                  <a:pt x="14416" y="33805"/>
                </a:lnTo>
                <a:lnTo>
                  <a:pt x="14508" y="34037"/>
                </a:lnTo>
                <a:lnTo>
                  <a:pt x="14645" y="34270"/>
                </a:lnTo>
                <a:lnTo>
                  <a:pt x="14736" y="34463"/>
                </a:lnTo>
                <a:lnTo>
                  <a:pt x="14827" y="34695"/>
                </a:lnTo>
                <a:lnTo>
                  <a:pt x="14919" y="34927"/>
                </a:lnTo>
                <a:lnTo>
                  <a:pt x="15011" y="35160"/>
                </a:lnTo>
                <a:lnTo>
                  <a:pt x="15148" y="35392"/>
                </a:lnTo>
                <a:lnTo>
                  <a:pt x="15239" y="35637"/>
                </a:lnTo>
                <a:lnTo>
                  <a:pt x="15331" y="35869"/>
                </a:lnTo>
                <a:lnTo>
                  <a:pt x="15422" y="36101"/>
                </a:lnTo>
                <a:lnTo>
                  <a:pt x="15514" y="36333"/>
                </a:lnTo>
                <a:lnTo>
                  <a:pt x="15651" y="36578"/>
                </a:lnTo>
                <a:lnTo>
                  <a:pt x="15742" y="36810"/>
                </a:lnTo>
                <a:lnTo>
                  <a:pt x="15834" y="37043"/>
                </a:lnTo>
                <a:lnTo>
                  <a:pt x="15926" y="37275"/>
                </a:lnTo>
                <a:lnTo>
                  <a:pt x="16018" y="37507"/>
                </a:lnTo>
                <a:lnTo>
                  <a:pt x="16155" y="37752"/>
                </a:lnTo>
                <a:lnTo>
                  <a:pt x="16247" y="37984"/>
                </a:lnTo>
                <a:lnTo>
                  <a:pt x="16337" y="38216"/>
                </a:lnTo>
                <a:lnTo>
                  <a:pt x="16429" y="38410"/>
                </a:lnTo>
                <a:lnTo>
                  <a:pt x="16521" y="38642"/>
                </a:lnTo>
                <a:lnTo>
                  <a:pt x="16658" y="38874"/>
                </a:lnTo>
                <a:lnTo>
                  <a:pt x="16750" y="39106"/>
                </a:lnTo>
                <a:lnTo>
                  <a:pt x="16841" y="39351"/>
                </a:lnTo>
                <a:lnTo>
                  <a:pt x="16933" y="39584"/>
                </a:lnTo>
                <a:lnTo>
                  <a:pt x="17024" y="39816"/>
                </a:lnTo>
                <a:lnTo>
                  <a:pt x="17162" y="40048"/>
                </a:lnTo>
                <a:lnTo>
                  <a:pt x="17253" y="40280"/>
                </a:lnTo>
                <a:lnTo>
                  <a:pt x="17344" y="40525"/>
                </a:lnTo>
                <a:lnTo>
                  <a:pt x="17436" y="40757"/>
                </a:lnTo>
                <a:lnTo>
                  <a:pt x="17528" y="40989"/>
                </a:lnTo>
                <a:lnTo>
                  <a:pt x="17665" y="41222"/>
                </a:lnTo>
                <a:lnTo>
                  <a:pt x="17757" y="41467"/>
                </a:lnTo>
                <a:lnTo>
                  <a:pt x="17849" y="41647"/>
                </a:lnTo>
                <a:lnTo>
                  <a:pt x="17939" y="41879"/>
                </a:lnTo>
                <a:lnTo>
                  <a:pt x="18031" y="42124"/>
                </a:lnTo>
                <a:lnTo>
                  <a:pt x="18168" y="42357"/>
                </a:lnTo>
                <a:lnTo>
                  <a:pt x="18260" y="42589"/>
                </a:lnTo>
                <a:lnTo>
                  <a:pt x="18352" y="42821"/>
                </a:lnTo>
                <a:lnTo>
                  <a:pt x="18443" y="43053"/>
                </a:lnTo>
                <a:lnTo>
                  <a:pt x="18534" y="43298"/>
                </a:lnTo>
                <a:lnTo>
                  <a:pt x="18672" y="43530"/>
                </a:lnTo>
                <a:lnTo>
                  <a:pt x="18763" y="43763"/>
                </a:lnTo>
                <a:lnTo>
                  <a:pt x="18855" y="43995"/>
                </a:lnTo>
                <a:lnTo>
                  <a:pt x="18946" y="44188"/>
                </a:lnTo>
                <a:lnTo>
                  <a:pt x="19038" y="44420"/>
                </a:lnTo>
                <a:lnTo>
                  <a:pt x="19175" y="44652"/>
                </a:lnTo>
                <a:lnTo>
                  <a:pt x="19267" y="44898"/>
                </a:lnTo>
                <a:lnTo>
                  <a:pt x="19359" y="45130"/>
                </a:lnTo>
                <a:lnTo>
                  <a:pt x="19449" y="45362"/>
                </a:lnTo>
                <a:lnTo>
                  <a:pt x="19541" y="45594"/>
                </a:lnTo>
                <a:lnTo>
                  <a:pt x="19678" y="45839"/>
                </a:lnTo>
                <a:lnTo>
                  <a:pt x="19770" y="46071"/>
                </a:lnTo>
                <a:lnTo>
                  <a:pt x="19862" y="46252"/>
                </a:lnTo>
                <a:lnTo>
                  <a:pt x="19954" y="46497"/>
                </a:lnTo>
                <a:lnTo>
                  <a:pt x="20045" y="46729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6436462" y="5531954"/>
            <a:ext cx="20050" cy="44511"/>
          </a:xfrm>
          <a:custGeom>
            <a:avLst/>
            <a:gdLst/>
            <a:ahLst/>
            <a:cxnLst/>
            <a:rect l="l" t="t" r="r" b="b"/>
            <a:pathLst>
              <a:path w="20050" h="44511">
                <a:moveTo>
                  <a:pt x="0" y="0"/>
                </a:moveTo>
                <a:lnTo>
                  <a:pt x="137" y="232"/>
                </a:lnTo>
                <a:lnTo>
                  <a:pt x="228" y="464"/>
                </a:lnTo>
                <a:lnTo>
                  <a:pt x="319" y="696"/>
                </a:lnTo>
                <a:lnTo>
                  <a:pt x="411" y="941"/>
                </a:lnTo>
                <a:lnTo>
                  <a:pt x="502" y="1173"/>
                </a:lnTo>
                <a:lnTo>
                  <a:pt x="640" y="1405"/>
                </a:lnTo>
                <a:lnTo>
                  <a:pt x="731" y="1599"/>
                </a:lnTo>
                <a:lnTo>
                  <a:pt x="823" y="1831"/>
                </a:lnTo>
                <a:lnTo>
                  <a:pt x="915" y="2063"/>
                </a:lnTo>
                <a:lnTo>
                  <a:pt x="1005" y="2295"/>
                </a:lnTo>
                <a:lnTo>
                  <a:pt x="1144" y="2540"/>
                </a:lnTo>
                <a:lnTo>
                  <a:pt x="1234" y="2773"/>
                </a:lnTo>
                <a:lnTo>
                  <a:pt x="1326" y="3005"/>
                </a:lnTo>
                <a:lnTo>
                  <a:pt x="1418" y="3237"/>
                </a:lnTo>
                <a:lnTo>
                  <a:pt x="1510" y="3430"/>
                </a:lnTo>
                <a:lnTo>
                  <a:pt x="1647" y="3663"/>
                </a:lnTo>
                <a:lnTo>
                  <a:pt x="1739" y="3895"/>
                </a:lnTo>
                <a:lnTo>
                  <a:pt x="1829" y="4127"/>
                </a:lnTo>
                <a:lnTo>
                  <a:pt x="1921" y="4372"/>
                </a:lnTo>
                <a:lnTo>
                  <a:pt x="2013" y="4604"/>
                </a:lnTo>
                <a:lnTo>
                  <a:pt x="2150" y="4836"/>
                </a:lnTo>
                <a:lnTo>
                  <a:pt x="2241" y="5068"/>
                </a:lnTo>
                <a:lnTo>
                  <a:pt x="2333" y="5262"/>
                </a:lnTo>
                <a:lnTo>
                  <a:pt x="2425" y="5494"/>
                </a:lnTo>
                <a:lnTo>
                  <a:pt x="2516" y="5726"/>
                </a:lnTo>
                <a:lnTo>
                  <a:pt x="2654" y="5971"/>
                </a:lnTo>
                <a:lnTo>
                  <a:pt x="2744" y="6203"/>
                </a:lnTo>
                <a:lnTo>
                  <a:pt x="2836" y="6436"/>
                </a:lnTo>
                <a:lnTo>
                  <a:pt x="2928" y="6668"/>
                </a:lnTo>
                <a:lnTo>
                  <a:pt x="3020" y="6861"/>
                </a:lnTo>
                <a:lnTo>
                  <a:pt x="3157" y="7093"/>
                </a:lnTo>
                <a:lnTo>
                  <a:pt x="3249" y="7326"/>
                </a:lnTo>
                <a:lnTo>
                  <a:pt x="3340" y="7571"/>
                </a:lnTo>
                <a:lnTo>
                  <a:pt x="3431" y="7803"/>
                </a:lnTo>
                <a:lnTo>
                  <a:pt x="3523" y="8035"/>
                </a:lnTo>
                <a:lnTo>
                  <a:pt x="3660" y="8228"/>
                </a:lnTo>
                <a:lnTo>
                  <a:pt x="3752" y="8461"/>
                </a:lnTo>
                <a:lnTo>
                  <a:pt x="3843" y="8693"/>
                </a:lnTo>
                <a:lnTo>
                  <a:pt x="3935" y="8925"/>
                </a:lnTo>
                <a:lnTo>
                  <a:pt x="4027" y="9157"/>
                </a:lnTo>
                <a:lnTo>
                  <a:pt x="4164" y="9402"/>
                </a:lnTo>
                <a:lnTo>
                  <a:pt x="4256" y="9634"/>
                </a:lnTo>
                <a:lnTo>
                  <a:pt x="4346" y="9815"/>
                </a:lnTo>
                <a:lnTo>
                  <a:pt x="4438" y="10060"/>
                </a:lnTo>
                <a:lnTo>
                  <a:pt x="4530" y="10292"/>
                </a:lnTo>
                <a:lnTo>
                  <a:pt x="4667" y="10524"/>
                </a:lnTo>
                <a:lnTo>
                  <a:pt x="4759" y="10756"/>
                </a:lnTo>
                <a:lnTo>
                  <a:pt x="4851" y="11002"/>
                </a:lnTo>
                <a:lnTo>
                  <a:pt x="4941" y="11182"/>
                </a:lnTo>
                <a:lnTo>
                  <a:pt x="5033" y="11414"/>
                </a:lnTo>
                <a:lnTo>
                  <a:pt x="5170" y="11659"/>
                </a:lnTo>
                <a:lnTo>
                  <a:pt x="5262" y="11891"/>
                </a:lnTo>
                <a:lnTo>
                  <a:pt x="5354" y="12124"/>
                </a:lnTo>
                <a:lnTo>
                  <a:pt x="5445" y="12317"/>
                </a:lnTo>
                <a:lnTo>
                  <a:pt x="5537" y="12549"/>
                </a:lnTo>
                <a:lnTo>
                  <a:pt x="5674" y="12781"/>
                </a:lnTo>
                <a:lnTo>
                  <a:pt x="5766" y="13014"/>
                </a:lnTo>
                <a:lnTo>
                  <a:pt x="5857" y="13246"/>
                </a:lnTo>
                <a:lnTo>
                  <a:pt x="5948" y="13491"/>
                </a:lnTo>
                <a:lnTo>
                  <a:pt x="6040" y="13671"/>
                </a:lnTo>
                <a:lnTo>
                  <a:pt x="6177" y="13916"/>
                </a:lnTo>
                <a:lnTo>
                  <a:pt x="6269" y="14149"/>
                </a:lnTo>
                <a:lnTo>
                  <a:pt x="6361" y="14381"/>
                </a:lnTo>
                <a:lnTo>
                  <a:pt x="6453" y="14613"/>
                </a:lnTo>
                <a:lnTo>
                  <a:pt x="6543" y="14806"/>
                </a:lnTo>
                <a:lnTo>
                  <a:pt x="6681" y="15039"/>
                </a:lnTo>
                <a:lnTo>
                  <a:pt x="6772" y="15271"/>
                </a:lnTo>
                <a:lnTo>
                  <a:pt x="6864" y="15503"/>
                </a:lnTo>
                <a:lnTo>
                  <a:pt x="6956" y="15748"/>
                </a:lnTo>
                <a:lnTo>
                  <a:pt x="7047" y="15929"/>
                </a:lnTo>
                <a:lnTo>
                  <a:pt x="7184" y="16161"/>
                </a:lnTo>
                <a:lnTo>
                  <a:pt x="7276" y="16406"/>
                </a:lnTo>
                <a:lnTo>
                  <a:pt x="7368" y="16638"/>
                </a:lnTo>
                <a:lnTo>
                  <a:pt x="7459" y="16870"/>
                </a:lnTo>
                <a:lnTo>
                  <a:pt x="7550" y="17064"/>
                </a:lnTo>
                <a:lnTo>
                  <a:pt x="7687" y="17296"/>
                </a:lnTo>
                <a:lnTo>
                  <a:pt x="7779" y="17528"/>
                </a:lnTo>
                <a:lnTo>
                  <a:pt x="7871" y="17760"/>
                </a:lnTo>
                <a:lnTo>
                  <a:pt x="7963" y="18005"/>
                </a:lnTo>
                <a:lnTo>
                  <a:pt x="8053" y="18186"/>
                </a:lnTo>
                <a:lnTo>
                  <a:pt x="8192" y="18418"/>
                </a:lnTo>
                <a:lnTo>
                  <a:pt x="8282" y="18663"/>
                </a:lnTo>
                <a:lnTo>
                  <a:pt x="8374" y="18895"/>
                </a:lnTo>
                <a:lnTo>
                  <a:pt x="8466" y="19127"/>
                </a:lnTo>
                <a:lnTo>
                  <a:pt x="8558" y="19321"/>
                </a:lnTo>
                <a:lnTo>
                  <a:pt x="8695" y="19553"/>
                </a:lnTo>
                <a:lnTo>
                  <a:pt x="8786" y="19785"/>
                </a:lnTo>
                <a:lnTo>
                  <a:pt x="8878" y="20017"/>
                </a:lnTo>
                <a:lnTo>
                  <a:pt x="8969" y="20211"/>
                </a:lnTo>
                <a:lnTo>
                  <a:pt x="9060" y="20443"/>
                </a:lnTo>
                <a:lnTo>
                  <a:pt x="9198" y="20675"/>
                </a:lnTo>
                <a:lnTo>
                  <a:pt x="9289" y="20920"/>
                </a:lnTo>
                <a:lnTo>
                  <a:pt x="9381" y="21101"/>
                </a:lnTo>
                <a:lnTo>
                  <a:pt x="9473" y="21333"/>
                </a:lnTo>
                <a:lnTo>
                  <a:pt x="9565" y="21578"/>
                </a:lnTo>
                <a:lnTo>
                  <a:pt x="9702" y="21810"/>
                </a:lnTo>
                <a:lnTo>
                  <a:pt x="9794" y="22042"/>
                </a:lnTo>
                <a:lnTo>
                  <a:pt x="9884" y="22236"/>
                </a:lnTo>
                <a:lnTo>
                  <a:pt x="9976" y="22468"/>
                </a:lnTo>
                <a:lnTo>
                  <a:pt x="10068" y="22700"/>
                </a:lnTo>
                <a:lnTo>
                  <a:pt x="10205" y="22932"/>
                </a:lnTo>
                <a:lnTo>
                  <a:pt x="10297" y="23126"/>
                </a:lnTo>
                <a:lnTo>
                  <a:pt x="10388" y="23358"/>
                </a:lnTo>
                <a:lnTo>
                  <a:pt x="10480" y="23590"/>
                </a:lnTo>
                <a:lnTo>
                  <a:pt x="10571" y="23822"/>
                </a:lnTo>
                <a:lnTo>
                  <a:pt x="10709" y="24016"/>
                </a:lnTo>
                <a:lnTo>
                  <a:pt x="10799" y="24248"/>
                </a:lnTo>
                <a:lnTo>
                  <a:pt x="10891" y="24493"/>
                </a:lnTo>
                <a:lnTo>
                  <a:pt x="10983" y="24725"/>
                </a:lnTo>
                <a:lnTo>
                  <a:pt x="11075" y="24906"/>
                </a:lnTo>
                <a:lnTo>
                  <a:pt x="11212" y="25151"/>
                </a:lnTo>
                <a:lnTo>
                  <a:pt x="11304" y="25383"/>
                </a:lnTo>
                <a:lnTo>
                  <a:pt x="11394" y="25615"/>
                </a:lnTo>
                <a:lnTo>
                  <a:pt x="11486" y="25808"/>
                </a:lnTo>
                <a:lnTo>
                  <a:pt x="11578" y="26041"/>
                </a:lnTo>
                <a:lnTo>
                  <a:pt x="11715" y="26273"/>
                </a:lnTo>
                <a:lnTo>
                  <a:pt x="11807" y="26505"/>
                </a:lnTo>
                <a:lnTo>
                  <a:pt x="11898" y="26698"/>
                </a:lnTo>
                <a:lnTo>
                  <a:pt x="11990" y="26931"/>
                </a:lnTo>
                <a:lnTo>
                  <a:pt x="12081" y="27163"/>
                </a:lnTo>
                <a:lnTo>
                  <a:pt x="12219" y="27356"/>
                </a:lnTo>
                <a:lnTo>
                  <a:pt x="12310" y="27588"/>
                </a:lnTo>
                <a:lnTo>
                  <a:pt x="12401" y="27821"/>
                </a:lnTo>
                <a:lnTo>
                  <a:pt x="12493" y="28053"/>
                </a:lnTo>
                <a:lnTo>
                  <a:pt x="12585" y="28246"/>
                </a:lnTo>
                <a:lnTo>
                  <a:pt x="12722" y="28478"/>
                </a:lnTo>
                <a:lnTo>
                  <a:pt x="12814" y="28723"/>
                </a:lnTo>
                <a:lnTo>
                  <a:pt x="12906" y="28956"/>
                </a:lnTo>
                <a:lnTo>
                  <a:pt x="12996" y="29136"/>
                </a:lnTo>
                <a:lnTo>
                  <a:pt x="13088" y="29381"/>
                </a:lnTo>
                <a:lnTo>
                  <a:pt x="13225" y="29613"/>
                </a:lnTo>
                <a:lnTo>
                  <a:pt x="13317" y="29794"/>
                </a:lnTo>
                <a:lnTo>
                  <a:pt x="13409" y="30039"/>
                </a:lnTo>
                <a:lnTo>
                  <a:pt x="13500" y="30271"/>
                </a:lnTo>
                <a:lnTo>
                  <a:pt x="13592" y="30503"/>
                </a:lnTo>
                <a:lnTo>
                  <a:pt x="13729" y="30697"/>
                </a:lnTo>
                <a:lnTo>
                  <a:pt x="13821" y="30929"/>
                </a:lnTo>
                <a:lnTo>
                  <a:pt x="13912" y="31161"/>
                </a:lnTo>
                <a:lnTo>
                  <a:pt x="14003" y="31355"/>
                </a:lnTo>
                <a:lnTo>
                  <a:pt x="14095" y="31587"/>
                </a:lnTo>
                <a:lnTo>
                  <a:pt x="14232" y="31819"/>
                </a:lnTo>
                <a:lnTo>
                  <a:pt x="14324" y="32012"/>
                </a:lnTo>
                <a:lnTo>
                  <a:pt x="14416" y="32245"/>
                </a:lnTo>
                <a:lnTo>
                  <a:pt x="14506" y="32477"/>
                </a:lnTo>
                <a:lnTo>
                  <a:pt x="14598" y="32709"/>
                </a:lnTo>
                <a:lnTo>
                  <a:pt x="14735" y="32902"/>
                </a:lnTo>
                <a:lnTo>
                  <a:pt x="14827" y="33135"/>
                </a:lnTo>
                <a:lnTo>
                  <a:pt x="14919" y="33367"/>
                </a:lnTo>
                <a:lnTo>
                  <a:pt x="15011" y="33560"/>
                </a:lnTo>
                <a:lnTo>
                  <a:pt x="15102" y="33792"/>
                </a:lnTo>
                <a:lnTo>
                  <a:pt x="15239" y="34025"/>
                </a:lnTo>
                <a:lnTo>
                  <a:pt x="15331" y="34218"/>
                </a:lnTo>
                <a:lnTo>
                  <a:pt x="15422" y="34450"/>
                </a:lnTo>
                <a:lnTo>
                  <a:pt x="15514" y="34682"/>
                </a:lnTo>
                <a:lnTo>
                  <a:pt x="15605" y="34876"/>
                </a:lnTo>
                <a:lnTo>
                  <a:pt x="15742" y="35108"/>
                </a:lnTo>
                <a:lnTo>
                  <a:pt x="15834" y="35340"/>
                </a:lnTo>
                <a:lnTo>
                  <a:pt x="15926" y="35534"/>
                </a:lnTo>
                <a:lnTo>
                  <a:pt x="16018" y="35766"/>
                </a:lnTo>
                <a:lnTo>
                  <a:pt x="16108" y="35998"/>
                </a:lnTo>
                <a:lnTo>
                  <a:pt x="16247" y="36191"/>
                </a:lnTo>
                <a:lnTo>
                  <a:pt x="16337" y="36424"/>
                </a:lnTo>
                <a:lnTo>
                  <a:pt x="16429" y="36656"/>
                </a:lnTo>
                <a:lnTo>
                  <a:pt x="16521" y="36849"/>
                </a:lnTo>
                <a:lnTo>
                  <a:pt x="16613" y="37081"/>
                </a:lnTo>
                <a:lnTo>
                  <a:pt x="16750" y="37314"/>
                </a:lnTo>
                <a:lnTo>
                  <a:pt x="16841" y="37507"/>
                </a:lnTo>
                <a:lnTo>
                  <a:pt x="16933" y="37739"/>
                </a:lnTo>
                <a:lnTo>
                  <a:pt x="17024" y="37971"/>
                </a:lnTo>
                <a:lnTo>
                  <a:pt x="17116" y="38165"/>
                </a:lnTo>
                <a:lnTo>
                  <a:pt x="17253" y="38397"/>
                </a:lnTo>
                <a:lnTo>
                  <a:pt x="17344" y="38629"/>
                </a:lnTo>
                <a:lnTo>
                  <a:pt x="17436" y="38823"/>
                </a:lnTo>
                <a:lnTo>
                  <a:pt x="17528" y="39055"/>
                </a:lnTo>
                <a:lnTo>
                  <a:pt x="17618" y="39300"/>
                </a:lnTo>
                <a:lnTo>
                  <a:pt x="17757" y="39480"/>
                </a:lnTo>
                <a:lnTo>
                  <a:pt x="17847" y="39713"/>
                </a:lnTo>
                <a:lnTo>
                  <a:pt x="17939" y="39958"/>
                </a:lnTo>
                <a:lnTo>
                  <a:pt x="18031" y="40138"/>
                </a:lnTo>
                <a:lnTo>
                  <a:pt x="18123" y="40370"/>
                </a:lnTo>
                <a:lnTo>
                  <a:pt x="18260" y="40615"/>
                </a:lnTo>
                <a:lnTo>
                  <a:pt x="18352" y="40796"/>
                </a:lnTo>
                <a:lnTo>
                  <a:pt x="18443" y="41028"/>
                </a:lnTo>
                <a:lnTo>
                  <a:pt x="18534" y="41222"/>
                </a:lnTo>
                <a:lnTo>
                  <a:pt x="18626" y="41454"/>
                </a:lnTo>
                <a:lnTo>
                  <a:pt x="18763" y="41686"/>
                </a:lnTo>
                <a:lnTo>
                  <a:pt x="18855" y="41879"/>
                </a:lnTo>
                <a:lnTo>
                  <a:pt x="18946" y="42112"/>
                </a:lnTo>
                <a:lnTo>
                  <a:pt x="19038" y="42344"/>
                </a:lnTo>
                <a:lnTo>
                  <a:pt x="19130" y="42537"/>
                </a:lnTo>
                <a:lnTo>
                  <a:pt x="19267" y="42769"/>
                </a:lnTo>
                <a:lnTo>
                  <a:pt x="19359" y="42963"/>
                </a:lnTo>
                <a:lnTo>
                  <a:pt x="19449" y="43195"/>
                </a:lnTo>
                <a:lnTo>
                  <a:pt x="19541" y="43427"/>
                </a:lnTo>
                <a:lnTo>
                  <a:pt x="19633" y="43621"/>
                </a:lnTo>
                <a:lnTo>
                  <a:pt x="19770" y="43853"/>
                </a:lnTo>
                <a:lnTo>
                  <a:pt x="19862" y="44085"/>
                </a:lnTo>
                <a:lnTo>
                  <a:pt x="19954" y="44278"/>
                </a:lnTo>
                <a:lnTo>
                  <a:pt x="20050" y="44511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6456513" y="5576465"/>
            <a:ext cx="20043" cy="41557"/>
          </a:xfrm>
          <a:custGeom>
            <a:avLst/>
            <a:gdLst/>
            <a:ahLst/>
            <a:cxnLst/>
            <a:rect l="l" t="t" r="r" b="b"/>
            <a:pathLst>
              <a:path w="20043" h="41557">
                <a:moveTo>
                  <a:pt x="0" y="0"/>
                </a:moveTo>
                <a:lnTo>
                  <a:pt x="88" y="193"/>
                </a:lnTo>
                <a:lnTo>
                  <a:pt x="226" y="425"/>
                </a:lnTo>
                <a:lnTo>
                  <a:pt x="314" y="657"/>
                </a:lnTo>
                <a:lnTo>
                  <a:pt x="402" y="851"/>
                </a:lnTo>
                <a:lnTo>
                  <a:pt x="502" y="1083"/>
                </a:lnTo>
                <a:lnTo>
                  <a:pt x="590" y="1264"/>
                </a:lnTo>
                <a:lnTo>
                  <a:pt x="729" y="1509"/>
                </a:lnTo>
                <a:lnTo>
                  <a:pt x="817" y="1741"/>
                </a:lnTo>
                <a:lnTo>
                  <a:pt x="905" y="1921"/>
                </a:lnTo>
                <a:lnTo>
                  <a:pt x="1005" y="2166"/>
                </a:lnTo>
                <a:lnTo>
                  <a:pt x="1093" y="2347"/>
                </a:lnTo>
                <a:lnTo>
                  <a:pt x="1232" y="2579"/>
                </a:lnTo>
                <a:lnTo>
                  <a:pt x="1320" y="2824"/>
                </a:lnTo>
                <a:lnTo>
                  <a:pt x="1408" y="3005"/>
                </a:lnTo>
                <a:lnTo>
                  <a:pt x="1508" y="3250"/>
                </a:lnTo>
                <a:lnTo>
                  <a:pt x="1596" y="3430"/>
                </a:lnTo>
                <a:lnTo>
                  <a:pt x="1735" y="3663"/>
                </a:lnTo>
                <a:lnTo>
                  <a:pt x="1823" y="3908"/>
                </a:lnTo>
                <a:lnTo>
                  <a:pt x="1911" y="4088"/>
                </a:lnTo>
                <a:lnTo>
                  <a:pt x="2011" y="4320"/>
                </a:lnTo>
                <a:lnTo>
                  <a:pt x="2099" y="4514"/>
                </a:lnTo>
                <a:lnTo>
                  <a:pt x="2238" y="4746"/>
                </a:lnTo>
                <a:lnTo>
                  <a:pt x="2326" y="4939"/>
                </a:lnTo>
                <a:lnTo>
                  <a:pt x="2414" y="5172"/>
                </a:lnTo>
                <a:lnTo>
                  <a:pt x="2514" y="5404"/>
                </a:lnTo>
                <a:lnTo>
                  <a:pt x="2602" y="5597"/>
                </a:lnTo>
                <a:lnTo>
                  <a:pt x="2741" y="5829"/>
                </a:lnTo>
                <a:lnTo>
                  <a:pt x="2829" y="6023"/>
                </a:lnTo>
                <a:lnTo>
                  <a:pt x="2917" y="6255"/>
                </a:lnTo>
                <a:lnTo>
                  <a:pt x="3017" y="6436"/>
                </a:lnTo>
                <a:lnTo>
                  <a:pt x="3105" y="6681"/>
                </a:lnTo>
                <a:lnTo>
                  <a:pt x="3244" y="6913"/>
                </a:lnTo>
                <a:lnTo>
                  <a:pt x="3332" y="7093"/>
                </a:lnTo>
                <a:lnTo>
                  <a:pt x="3432" y="7338"/>
                </a:lnTo>
                <a:lnTo>
                  <a:pt x="3520" y="7519"/>
                </a:lnTo>
                <a:lnTo>
                  <a:pt x="3608" y="7751"/>
                </a:lnTo>
                <a:lnTo>
                  <a:pt x="3747" y="7945"/>
                </a:lnTo>
                <a:lnTo>
                  <a:pt x="3835" y="8177"/>
                </a:lnTo>
                <a:lnTo>
                  <a:pt x="3935" y="8370"/>
                </a:lnTo>
                <a:lnTo>
                  <a:pt x="4023" y="8602"/>
                </a:lnTo>
                <a:lnTo>
                  <a:pt x="4111" y="8835"/>
                </a:lnTo>
                <a:lnTo>
                  <a:pt x="4250" y="9028"/>
                </a:lnTo>
                <a:lnTo>
                  <a:pt x="4338" y="9260"/>
                </a:lnTo>
                <a:lnTo>
                  <a:pt x="4438" y="9454"/>
                </a:lnTo>
                <a:lnTo>
                  <a:pt x="4526" y="9686"/>
                </a:lnTo>
                <a:lnTo>
                  <a:pt x="4614" y="9866"/>
                </a:lnTo>
                <a:lnTo>
                  <a:pt x="4753" y="10112"/>
                </a:lnTo>
                <a:lnTo>
                  <a:pt x="4841" y="10292"/>
                </a:lnTo>
                <a:lnTo>
                  <a:pt x="4941" y="10524"/>
                </a:lnTo>
                <a:lnTo>
                  <a:pt x="5029" y="10718"/>
                </a:lnTo>
                <a:lnTo>
                  <a:pt x="5117" y="10950"/>
                </a:lnTo>
                <a:lnTo>
                  <a:pt x="5256" y="11143"/>
                </a:lnTo>
                <a:lnTo>
                  <a:pt x="5344" y="11376"/>
                </a:lnTo>
                <a:lnTo>
                  <a:pt x="5444" y="11569"/>
                </a:lnTo>
                <a:lnTo>
                  <a:pt x="5532" y="11801"/>
                </a:lnTo>
                <a:lnTo>
                  <a:pt x="5620" y="11982"/>
                </a:lnTo>
                <a:lnTo>
                  <a:pt x="5758" y="12227"/>
                </a:lnTo>
                <a:lnTo>
                  <a:pt x="5847" y="12459"/>
                </a:lnTo>
                <a:lnTo>
                  <a:pt x="5947" y="12640"/>
                </a:lnTo>
                <a:lnTo>
                  <a:pt x="6035" y="12885"/>
                </a:lnTo>
                <a:lnTo>
                  <a:pt x="6123" y="13065"/>
                </a:lnTo>
                <a:lnTo>
                  <a:pt x="6261" y="13297"/>
                </a:lnTo>
                <a:lnTo>
                  <a:pt x="6349" y="13491"/>
                </a:lnTo>
                <a:lnTo>
                  <a:pt x="6450" y="13723"/>
                </a:lnTo>
                <a:lnTo>
                  <a:pt x="6538" y="13916"/>
                </a:lnTo>
                <a:lnTo>
                  <a:pt x="6626" y="14149"/>
                </a:lnTo>
                <a:lnTo>
                  <a:pt x="6764" y="14342"/>
                </a:lnTo>
                <a:lnTo>
                  <a:pt x="6865" y="14574"/>
                </a:lnTo>
                <a:lnTo>
                  <a:pt x="6953" y="14755"/>
                </a:lnTo>
                <a:lnTo>
                  <a:pt x="7041" y="15000"/>
                </a:lnTo>
                <a:lnTo>
                  <a:pt x="7129" y="15180"/>
                </a:lnTo>
                <a:lnTo>
                  <a:pt x="7267" y="15413"/>
                </a:lnTo>
                <a:lnTo>
                  <a:pt x="7368" y="15606"/>
                </a:lnTo>
                <a:lnTo>
                  <a:pt x="7456" y="15838"/>
                </a:lnTo>
                <a:lnTo>
                  <a:pt x="7544" y="16032"/>
                </a:lnTo>
                <a:lnTo>
                  <a:pt x="7632" y="16264"/>
                </a:lnTo>
                <a:lnTo>
                  <a:pt x="7770" y="16457"/>
                </a:lnTo>
                <a:lnTo>
                  <a:pt x="7871" y="16690"/>
                </a:lnTo>
                <a:lnTo>
                  <a:pt x="7959" y="16870"/>
                </a:lnTo>
                <a:lnTo>
                  <a:pt x="8047" y="17064"/>
                </a:lnTo>
                <a:lnTo>
                  <a:pt x="8135" y="17296"/>
                </a:lnTo>
                <a:lnTo>
                  <a:pt x="8273" y="17489"/>
                </a:lnTo>
                <a:lnTo>
                  <a:pt x="8374" y="17721"/>
                </a:lnTo>
                <a:lnTo>
                  <a:pt x="8462" y="17915"/>
                </a:lnTo>
                <a:lnTo>
                  <a:pt x="8550" y="18147"/>
                </a:lnTo>
                <a:lnTo>
                  <a:pt x="8638" y="18328"/>
                </a:lnTo>
                <a:lnTo>
                  <a:pt x="8776" y="18573"/>
                </a:lnTo>
                <a:lnTo>
                  <a:pt x="8877" y="18753"/>
                </a:lnTo>
                <a:lnTo>
                  <a:pt x="8965" y="18985"/>
                </a:lnTo>
                <a:lnTo>
                  <a:pt x="9053" y="19179"/>
                </a:lnTo>
                <a:lnTo>
                  <a:pt x="9141" y="19411"/>
                </a:lnTo>
                <a:lnTo>
                  <a:pt x="9279" y="19605"/>
                </a:lnTo>
                <a:lnTo>
                  <a:pt x="9380" y="19837"/>
                </a:lnTo>
                <a:lnTo>
                  <a:pt x="9468" y="20030"/>
                </a:lnTo>
                <a:lnTo>
                  <a:pt x="9556" y="20211"/>
                </a:lnTo>
                <a:lnTo>
                  <a:pt x="9656" y="20443"/>
                </a:lnTo>
                <a:lnTo>
                  <a:pt x="9782" y="20636"/>
                </a:lnTo>
                <a:lnTo>
                  <a:pt x="9883" y="20869"/>
                </a:lnTo>
                <a:lnTo>
                  <a:pt x="9971" y="21062"/>
                </a:lnTo>
                <a:lnTo>
                  <a:pt x="10059" y="21294"/>
                </a:lnTo>
                <a:lnTo>
                  <a:pt x="10159" y="21488"/>
                </a:lnTo>
                <a:lnTo>
                  <a:pt x="10285" y="21720"/>
                </a:lnTo>
                <a:lnTo>
                  <a:pt x="10386" y="21900"/>
                </a:lnTo>
                <a:lnTo>
                  <a:pt x="10474" y="22094"/>
                </a:lnTo>
                <a:lnTo>
                  <a:pt x="10562" y="22326"/>
                </a:lnTo>
                <a:lnTo>
                  <a:pt x="10662" y="22519"/>
                </a:lnTo>
                <a:lnTo>
                  <a:pt x="10801" y="22752"/>
                </a:lnTo>
                <a:lnTo>
                  <a:pt x="10889" y="22945"/>
                </a:lnTo>
                <a:lnTo>
                  <a:pt x="10977" y="23177"/>
                </a:lnTo>
                <a:lnTo>
                  <a:pt x="11065" y="23358"/>
                </a:lnTo>
                <a:lnTo>
                  <a:pt x="11165" y="23551"/>
                </a:lnTo>
                <a:lnTo>
                  <a:pt x="11304" y="23783"/>
                </a:lnTo>
                <a:lnTo>
                  <a:pt x="11392" y="23977"/>
                </a:lnTo>
                <a:lnTo>
                  <a:pt x="11480" y="24209"/>
                </a:lnTo>
                <a:lnTo>
                  <a:pt x="11568" y="24403"/>
                </a:lnTo>
                <a:lnTo>
                  <a:pt x="11668" y="24635"/>
                </a:lnTo>
                <a:lnTo>
                  <a:pt x="11807" y="24815"/>
                </a:lnTo>
                <a:lnTo>
                  <a:pt x="11895" y="25009"/>
                </a:lnTo>
                <a:lnTo>
                  <a:pt x="11983" y="25241"/>
                </a:lnTo>
                <a:lnTo>
                  <a:pt x="12071" y="25434"/>
                </a:lnTo>
                <a:lnTo>
                  <a:pt x="12171" y="25667"/>
                </a:lnTo>
                <a:lnTo>
                  <a:pt x="12310" y="25847"/>
                </a:lnTo>
                <a:lnTo>
                  <a:pt x="12398" y="26041"/>
                </a:lnTo>
                <a:lnTo>
                  <a:pt x="12486" y="26273"/>
                </a:lnTo>
                <a:lnTo>
                  <a:pt x="12574" y="26466"/>
                </a:lnTo>
                <a:lnTo>
                  <a:pt x="12674" y="26698"/>
                </a:lnTo>
                <a:lnTo>
                  <a:pt x="12813" y="26892"/>
                </a:lnTo>
                <a:lnTo>
                  <a:pt x="12901" y="27072"/>
                </a:lnTo>
                <a:lnTo>
                  <a:pt x="12989" y="27305"/>
                </a:lnTo>
                <a:lnTo>
                  <a:pt x="13089" y="27498"/>
                </a:lnTo>
                <a:lnTo>
                  <a:pt x="13177" y="27730"/>
                </a:lnTo>
                <a:lnTo>
                  <a:pt x="13316" y="27924"/>
                </a:lnTo>
                <a:lnTo>
                  <a:pt x="13404" y="28104"/>
                </a:lnTo>
                <a:lnTo>
                  <a:pt x="13492" y="28349"/>
                </a:lnTo>
                <a:lnTo>
                  <a:pt x="13592" y="28530"/>
                </a:lnTo>
                <a:lnTo>
                  <a:pt x="13680" y="28762"/>
                </a:lnTo>
                <a:lnTo>
                  <a:pt x="13819" y="28956"/>
                </a:lnTo>
                <a:lnTo>
                  <a:pt x="13907" y="29149"/>
                </a:lnTo>
                <a:lnTo>
                  <a:pt x="13995" y="29381"/>
                </a:lnTo>
                <a:lnTo>
                  <a:pt x="14095" y="29562"/>
                </a:lnTo>
                <a:lnTo>
                  <a:pt x="14183" y="29755"/>
                </a:lnTo>
                <a:lnTo>
                  <a:pt x="14322" y="29987"/>
                </a:lnTo>
                <a:lnTo>
                  <a:pt x="14410" y="30181"/>
                </a:lnTo>
                <a:lnTo>
                  <a:pt x="14498" y="30413"/>
                </a:lnTo>
                <a:lnTo>
                  <a:pt x="14598" y="30607"/>
                </a:lnTo>
                <a:lnTo>
                  <a:pt x="14686" y="30787"/>
                </a:lnTo>
                <a:lnTo>
                  <a:pt x="14824" y="31019"/>
                </a:lnTo>
                <a:lnTo>
                  <a:pt x="14913" y="31213"/>
                </a:lnTo>
                <a:lnTo>
                  <a:pt x="15001" y="31406"/>
                </a:lnTo>
                <a:lnTo>
                  <a:pt x="15101" y="31638"/>
                </a:lnTo>
                <a:lnTo>
                  <a:pt x="15189" y="31819"/>
                </a:lnTo>
                <a:lnTo>
                  <a:pt x="15327" y="32012"/>
                </a:lnTo>
                <a:lnTo>
                  <a:pt x="15415" y="32245"/>
                </a:lnTo>
                <a:lnTo>
                  <a:pt x="15504" y="32438"/>
                </a:lnTo>
                <a:lnTo>
                  <a:pt x="15604" y="32619"/>
                </a:lnTo>
                <a:lnTo>
                  <a:pt x="15692" y="32864"/>
                </a:lnTo>
                <a:lnTo>
                  <a:pt x="15830" y="33044"/>
                </a:lnTo>
                <a:lnTo>
                  <a:pt x="15918" y="33238"/>
                </a:lnTo>
                <a:lnTo>
                  <a:pt x="16006" y="33470"/>
                </a:lnTo>
                <a:lnTo>
                  <a:pt x="16107" y="33650"/>
                </a:lnTo>
                <a:lnTo>
                  <a:pt x="16195" y="33844"/>
                </a:lnTo>
                <a:lnTo>
                  <a:pt x="16333" y="34076"/>
                </a:lnTo>
                <a:lnTo>
                  <a:pt x="16421" y="34270"/>
                </a:lnTo>
                <a:lnTo>
                  <a:pt x="16509" y="34450"/>
                </a:lnTo>
                <a:lnTo>
                  <a:pt x="16610" y="34695"/>
                </a:lnTo>
                <a:lnTo>
                  <a:pt x="16698" y="34876"/>
                </a:lnTo>
                <a:lnTo>
                  <a:pt x="16836" y="35069"/>
                </a:lnTo>
                <a:lnTo>
                  <a:pt x="16924" y="35301"/>
                </a:lnTo>
                <a:lnTo>
                  <a:pt x="17025" y="35495"/>
                </a:lnTo>
                <a:lnTo>
                  <a:pt x="17113" y="35675"/>
                </a:lnTo>
                <a:lnTo>
                  <a:pt x="17201" y="35908"/>
                </a:lnTo>
                <a:lnTo>
                  <a:pt x="17339" y="36101"/>
                </a:lnTo>
                <a:lnTo>
                  <a:pt x="17427" y="36295"/>
                </a:lnTo>
                <a:lnTo>
                  <a:pt x="17528" y="36527"/>
                </a:lnTo>
                <a:lnTo>
                  <a:pt x="17616" y="36707"/>
                </a:lnTo>
                <a:lnTo>
                  <a:pt x="17704" y="36901"/>
                </a:lnTo>
                <a:lnTo>
                  <a:pt x="17842" y="37133"/>
                </a:lnTo>
                <a:lnTo>
                  <a:pt x="17930" y="37326"/>
                </a:lnTo>
                <a:lnTo>
                  <a:pt x="18031" y="37507"/>
                </a:lnTo>
                <a:lnTo>
                  <a:pt x="18119" y="37700"/>
                </a:lnTo>
                <a:lnTo>
                  <a:pt x="18207" y="37933"/>
                </a:lnTo>
                <a:lnTo>
                  <a:pt x="18345" y="38126"/>
                </a:lnTo>
                <a:lnTo>
                  <a:pt x="18433" y="38307"/>
                </a:lnTo>
                <a:lnTo>
                  <a:pt x="18534" y="38539"/>
                </a:lnTo>
                <a:lnTo>
                  <a:pt x="18622" y="38732"/>
                </a:lnTo>
                <a:lnTo>
                  <a:pt x="18710" y="38926"/>
                </a:lnTo>
                <a:lnTo>
                  <a:pt x="18848" y="39158"/>
                </a:lnTo>
                <a:lnTo>
                  <a:pt x="18936" y="39338"/>
                </a:lnTo>
                <a:lnTo>
                  <a:pt x="19037" y="39532"/>
                </a:lnTo>
                <a:lnTo>
                  <a:pt x="19125" y="39725"/>
                </a:lnTo>
                <a:lnTo>
                  <a:pt x="19213" y="39958"/>
                </a:lnTo>
                <a:lnTo>
                  <a:pt x="19351" y="40138"/>
                </a:lnTo>
                <a:lnTo>
                  <a:pt x="19439" y="40332"/>
                </a:lnTo>
                <a:lnTo>
                  <a:pt x="19540" y="40525"/>
                </a:lnTo>
                <a:lnTo>
                  <a:pt x="19628" y="40757"/>
                </a:lnTo>
                <a:lnTo>
                  <a:pt x="19716" y="40938"/>
                </a:lnTo>
                <a:lnTo>
                  <a:pt x="19854" y="41131"/>
                </a:lnTo>
                <a:lnTo>
                  <a:pt x="19942" y="41363"/>
                </a:lnTo>
                <a:lnTo>
                  <a:pt x="20043" y="41557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6476556" y="5618022"/>
            <a:ext cx="20043" cy="37933"/>
          </a:xfrm>
          <a:custGeom>
            <a:avLst/>
            <a:gdLst/>
            <a:ahLst/>
            <a:cxnLst/>
            <a:rect l="l" t="t" r="r" b="b"/>
            <a:pathLst>
              <a:path w="20043" h="37933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314" y="606"/>
                </a:lnTo>
                <a:lnTo>
                  <a:pt x="414" y="799"/>
                </a:lnTo>
                <a:lnTo>
                  <a:pt x="502" y="980"/>
                </a:lnTo>
                <a:lnTo>
                  <a:pt x="590" y="1173"/>
                </a:lnTo>
                <a:lnTo>
                  <a:pt x="679" y="1405"/>
                </a:lnTo>
                <a:lnTo>
                  <a:pt x="817" y="1599"/>
                </a:lnTo>
                <a:lnTo>
                  <a:pt x="917" y="1779"/>
                </a:lnTo>
                <a:lnTo>
                  <a:pt x="1005" y="1973"/>
                </a:lnTo>
                <a:lnTo>
                  <a:pt x="1093" y="2205"/>
                </a:lnTo>
                <a:lnTo>
                  <a:pt x="1181" y="2399"/>
                </a:lnTo>
                <a:lnTo>
                  <a:pt x="1320" y="2579"/>
                </a:lnTo>
                <a:lnTo>
                  <a:pt x="1420" y="2773"/>
                </a:lnTo>
                <a:lnTo>
                  <a:pt x="1508" y="2953"/>
                </a:lnTo>
                <a:lnTo>
                  <a:pt x="1596" y="3198"/>
                </a:lnTo>
                <a:lnTo>
                  <a:pt x="1684" y="3379"/>
                </a:lnTo>
                <a:lnTo>
                  <a:pt x="1823" y="3572"/>
                </a:lnTo>
                <a:lnTo>
                  <a:pt x="1923" y="3753"/>
                </a:lnTo>
                <a:lnTo>
                  <a:pt x="2011" y="3998"/>
                </a:lnTo>
                <a:lnTo>
                  <a:pt x="2099" y="4178"/>
                </a:lnTo>
                <a:lnTo>
                  <a:pt x="2187" y="4372"/>
                </a:lnTo>
                <a:lnTo>
                  <a:pt x="2326" y="4553"/>
                </a:lnTo>
                <a:lnTo>
                  <a:pt x="2426" y="4746"/>
                </a:lnTo>
                <a:lnTo>
                  <a:pt x="2514" y="4978"/>
                </a:lnTo>
                <a:lnTo>
                  <a:pt x="2602" y="5172"/>
                </a:lnTo>
                <a:lnTo>
                  <a:pt x="2690" y="5352"/>
                </a:lnTo>
                <a:lnTo>
                  <a:pt x="2829" y="5546"/>
                </a:lnTo>
                <a:lnTo>
                  <a:pt x="2929" y="5778"/>
                </a:lnTo>
                <a:lnTo>
                  <a:pt x="3017" y="5971"/>
                </a:lnTo>
                <a:lnTo>
                  <a:pt x="3105" y="6152"/>
                </a:lnTo>
                <a:lnTo>
                  <a:pt x="3206" y="6345"/>
                </a:lnTo>
                <a:lnTo>
                  <a:pt x="3332" y="6526"/>
                </a:lnTo>
                <a:lnTo>
                  <a:pt x="3432" y="6771"/>
                </a:lnTo>
                <a:lnTo>
                  <a:pt x="3520" y="6952"/>
                </a:lnTo>
                <a:lnTo>
                  <a:pt x="3608" y="7145"/>
                </a:lnTo>
                <a:lnTo>
                  <a:pt x="3709" y="7326"/>
                </a:lnTo>
                <a:lnTo>
                  <a:pt x="3835" y="7519"/>
                </a:lnTo>
                <a:lnTo>
                  <a:pt x="3935" y="7700"/>
                </a:lnTo>
                <a:lnTo>
                  <a:pt x="4023" y="7945"/>
                </a:lnTo>
                <a:lnTo>
                  <a:pt x="4111" y="8125"/>
                </a:lnTo>
                <a:lnTo>
                  <a:pt x="4212" y="8319"/>
                </a:lnTo>
                <a:lnTo>
                  <a:pt x="4350" y="8499"/>
                </a:lnTo>
                <a:lnTo>
                  <a:pt x="4438" y="8693"/>
                </a:lnTo>
                <a:lnTo>
                  <a:pt x="4526" y="8925"/>
                </a:lnTo>
                <a:lnTo>
                  <a:pt x="4614" y="9118"/>
                </a:lnTo>
                <a:lnTo>
                  <a:pt x="4715" y="9299"/>
                </a:lnTo>
                <a:lnTo>
                  <a:pt x="4853" y="9492"/>
                </a:lnTo>
                <a:lnTo>
                  <a:pt x="4941" y="9673"/>
                </a:lnTo>
                <a:lnTo>
                  <a:pt x="5029" y="9866"/>
                </a:lnTo>
                <a:lnTo>
                  <a:pt x="5117" y="10099"/>
                </a:lnTo>
                <a:lnTo>
                  <a:pt x="5218" y="10292"/>
                </a:lnTo>
                <a:lnTo>
                  <a:pt x="5356" y="10473"/>
                </a:lnTo>
                <a:lnTo>
                  <a:pt x="5444" y="10666"/>
                </a:lnTo>
                <a:lnTo>
                  <a:pt x="5532" y="10860"/>
                </a:lnTo>
                <a:lnTo>
                  <a:pt x="5620" y="11040"/>
                </a:lnTo>
                <a:lnTo>
                  <a:pt x="5721" y="11234"/>
                </a:lnTo>
                <a:lnTo>
                  <a:pt x="5859" y="11466"/>
                </a:lnTo>
                <a:lnTo>
                  <a:pt x="5947" y="11659"/>
                </a:lnTo>
                <a:lnTo>
                  <a:pt x="6035" y="11840"/>
                </a:lnTo>
                <a:lnTo>
                  <a:pt x="6123" y="12033"/>
                </a:lnTo>
                <a:lnTo>
                  <a:pt x="6224" y="12214"/>
                </a:lnTo>
                <a:lnTo>
                  <a:pt x="6362" y="12407"/>
                </a:lnTo>
                <a:lnTo>
                  <a:pt x="6450" y="12588"/>
                </a:lnTo>
                <a:lnTo>
                  <a:pt x="6538" y="12833"/>
                </a:lnTo>
                <a:lnTo>
                  <a:pt x="6639" y="13014"/>
                </a:lnTo>
                <a:lnTo>
                  <a:pt x="6727" y="13207"/>
                </a:lnTo>
                <a:lnTo>
                  <a:pt x="6865" y="13388"/>
                </a:lnTo>
                <a:lnTo>
                  <a:pt x="6953" y="13581"/>
                </a:lnTo>
                <a:lnTo>
                  <a:pt x="7041" y="13775"/>
                </a:lnTo>
                <a:lnTo>
                  <a:pt x="7142" y="13955"/>
                </a:lnTo>
                <a:lnTo>
                  <a:pt x="7230" y="14149"/>
                </a:lnTo>
                <a:lnTo>
                  <a:pt x="7368" y="14381"/>
                </a:lnTo>
                <a:lnTo>
                  <a:pt x="7456" y="14574"/>
                </a:lnTo>
                <a:lnTo>
                  <a:pt x="7544" y="14755"/>
                </a:lnTo>
                <a:lnTo>
                  <a:pt x="7645" y="14948"/>
                </a:lnTo>
                <a:lnTo>
                  <a:pt x="7733" y="15129"/>
                </a:lnTo>
                <a:lnTo>
                  <a:pt x="7871" y="15322"/>
                </a:lnTo>
                <a:lnTo>
                  <a:pt x="7959" y="15503"/>
                </a:lnTo>
                <a:lnTo>
                  <a:pt x="8047" y="15696"/>
                </a:lnTo>
                <a:lnTo>
                  <a:pt x="8148" y="15890"/>
                </a:lnTo>
                <a:lnTo>
                  <a:pt x="8236" y="16122"/>
                </a:lnTo>
                <a:lnTo>
                  <a:pt x="8374" y="16303"/>
                </a:lnTo>
                <a:lnTo>
                  <a:pt x="8462" y="16496"/>
                </a:lnTo>
                <a:lnTo>
                  <a:pt x="8550" y="16690"/>
                </a:lnTo>
                <a:lnTo>
                  <a:pt x="8651" y="16870"/>
                </a:lnTo>
                <a:lnTo>
                  <a:pt x="8739" y="17064"/>
                </a:lnTo>
                <a:lnTo>
                  <a:pt x="8877" y="17244"/>
                </a:lnTo>
                <a:lnTo>
                  <a:pt x="8965" y="17438"/>
                </a:lnTo>
                <a:lnTo>
                  <a:pt x="9053" y="17618"/>
                </a:lnTo>
                <a:lnTo>
                  <a:pt x="9154" y="17812"/>
                </a:lnTo>
                <a:lnTo>
                  <a:pt x="9242" y="18005"/>
                </a:lnTo>
                <a:lnTo>
                  <a:pt x="9380" y="18237"/>
                </a:lnTo>
                <a:lnTo>
                  <a:pt x="9468" y="18418"/>
                </a:lnTo>
                <a:lnTo>
                  <a:pt x="9556" y="18611"/>
                </a:lnTo>
                <a:lnTo>
                  <a:pt x="9656" y="18805"/>
                </a:lnTo>
                <a:lnTo>
                  <a:pt x="9745" y="18985"/>
                </a:lnTo>
                <a:lnTo>
                  <a:pt x="9883" y="19179"/>
                </a:lnTo>
                <a:lnTo>
                  <a:pt x="9971" y="19359"/>
                </a:lnTo>
                <a:lnTo>
                  <a:pt x="10059" y="19553"/>
                </a:lnTo>
                <a:lnTo>
                  <a:pt x="10159" y="19733"/>
                </a:lnTo>
                <a:lnTo>
                  <a:pt x="10247" y="19927"/>
                </a:lnTo>
                <a:lnTo>
                  <a:pt x="10386" y="20120"/>
                </a:lnTo>
                <a:lnTo>
                  <a:pt x="10474" y="20301"/>
                </a:lnTo>
                <a:lnTo>
                  <a:pt x="10574" y="20494"/>
                </a:lnTo>
                <a:lnTo>
                  <a:pt x="10662" y="20675"/>
                </a:lnTo>
                <a:lnTo>
                  <a:pt x="10750" y="20869"/>
                </a:lnTo>
                <a:lnTo>
                  <a:pt x="10889" y="21049"/>
                </a:lnTo>
                <a:lnTo>
                  <a:pt x="10977" y="21243"/>
                </a:lnTo>
                <a:lnTo>
                  <a:pt x="11077" y="21436"/>
                </a:lnTo>
                <a:lnTo>
                  <a:pt x="11165" y="21668"/>
                </a:lnTo>
                <a:lnTo>
                  <a:pt x="11253" y="21849"/>
                </a:lnTo>
                <a:lnTo>
                  <a:pt x="11392" y="22042"/>
                </a:lnTo>
                <a:lnTo>
                  <a:pt x="11480" y="22236"/>
                </a:lnTo>
                <a:lnTo>
                  <a:pt x="11580" y="22416"/>
                </a:lnTo>
                <a:lnTo>
                  <a:pt x="11668" y="22610"/>
                </a:lnTo>
                <a:lnTo>
                  <a:pt x="11756" y="22790"/>
                </a:lnTo>
                <a:lnTo>
                  <a:pt x="11895" y="22984"/>
                </a:lnTo>
                <a:lnTo>
                  <a:pt x="11983" y="23164"/>
                </a:lnTo>
                <a:lnTo>
                  <a:pt x="12083" y="23358"/>
                </a:lnTo>
                <a:lnTo>
                  <a:pt x="12171" y="23551"/>
                </a:lnTo>
                <a:lnTo>
                  <a:pt x="12259" y="23732"/>
                </a:lnTo>
                <a:lnTo>
                  <a:pt x="12398" y="23925"/>
                </a:lnTo>
                <a:lnTo>
                  <a:pt x="12486" y="24106"/>
                </a:lnTo>
                <a:lnTo>
                  <a:pt x="12586" y="24299"/>
                </a:lnTo>
                <a:lnTo>
                  <a:pt x="12674" y="24480"/>
                </a:lnTo>
                <a:lnTo>
                  <a:pt x="12762" y="24673"/>
                </a:lnTo>
                <a:lnTo>
                  <a:pt x="12901" y="24867"/>
                </a:lnTo>
                <a:lnTo>
                  <a:pt x="12989" y="25047"/>
                </a:lnTo>
                <a:lnTo>
                  <a:pt x="13089" y="25241"/>
                </a:lnTo>
                <a:lnTo>
                  <a:pt x="13177" y="25422"/>
                </a:lnTo>
                <a:lnTo>
                  <a:pt x="13265" y="25615"/>
                </a:lnTo>
                <a:lnTo>
                  <a:pt x="13404" y="25808"/>
                </a:lnTo>
                <a:lnTo>
                  <a:pt x="13492" y="25989"/>
                </a:lnTo>
                <a:lnTo>
                  <a:pt x="13592" y="26183"/>
                </a:lnTo>
                <a:lnTo>
                  <a:pt x="13680" y="26363"/>
                </a:lnTo>
                <a:lnTo>
                  <a:pt x="13768" y="26557"/>
                </a:lnTo>
                <a:lnTo>
                  <a:pt x="13907" y="26737"/>
                </a:lnTo>
                <a:lnTo>
                  <a:pt x="13995" y="26931"/>
                </a:lnTo>
                <a:lnTo>
                  <a:pt x="14095" y="27124"/>
                </a:lnTo>
                <a:lnTo>
                  <a:pt x="14183" y="27305"/>
                </a:lnTo>
                <a:lnTo>
                  <a:pt x="14271" y="27498"/>
                </a:lnTo>
                <a:lnTo>
                  <a:pt x="14410" y="27679"/>
                </a:lnTo>
                <a:lnTo>
                  <a:pt x="14510" y="27872"/>
                </a:lnTo>
                <a:lnTo>
                  <a:pt x="14598" y="28053"/>
                </a:lnTo>
                <a:lnTo>
                  <a:pt x="14686" y="28246"/>
                </a:lnTo>
                <a:lnTo>
                  <a:pt x="14774" y="28388"/>
                </a:lnTo>
                <a:lnTo>
                  <a:pt x="14913" y="28582"/>
                </a:lnTo>
                <a:lnTo>
                  <a:pt x="15013" y="28762"/>
                </a:lnTo>
                <a:lnTo>
                  <a:pt x="15101" y="28956"/>
                </a:lnTo>
                <a:lnTo>
                  <a:pt x="15189" y="29136"/>
                </a:lnTo>
                <a:lnTo>
                  <a:pt x="15277" y="29330"/>
                </a:lnTo>
                <a:lnTo>
                  <a:pt x="15415" y="29510"/>
                </a:lnTo>
                <a:lnTo>
                  <a:pt x="15516" y="29704"/>
                </a:lnTo>
                <a:lnTo>
                  <a:pt x="15604" y="29897"/>
                </a:lnTo>
                <a:lnTo>
                  <a:pt x="15692" y="30078"/>
                </a:lnTo>
                <a:lnTo>
                  <a:pt x="15780" y="30271"/>
                </a:lnTo>
                <a:lnTo>
                  <a:pt x="15918" y="30452"/>
                </a:lnTo>
                <a:lnTo>
                  <a:pt x="16019" y="30645"/>
                </a:lnTo>
                <a:lnTo>
                  <a:pt x="16107" y="30826"/>
                </a:lnTo>
                <a:lnTo>
                  <a:pt x="16195" y="31019"/>
                </a:lnTo>
                <a:lnTo>
                  <a:pt x="16283" y="31213"/>
                </a:lnTo>
                <a:lnTo>
                  <a:pt x="16421" y="31393"/>
                </a:lnTo>
                <a:lnTo>
                  <a:pt x="16522" y="31535"/>
                </a:lnTo>
                <a:lnTo>
                  <a:pt x="16610" y="31729"/>
                </a:lnTo>
                <a:lnTo>
                  <a:pt x="16698" y="31909"/>
                </a:lnTo>
                <a:lnTo>
                  <a:pt x="16799" y="32103"/>
                </a:lnTo>
                <a:lnTo>
                  <a:pt x="16924" y="32283"/>
                </a:lnTo>
                <a:lnTo>
                  <a:pt x="17025" y="32477"/>
                </a:lnTo>
                <a:lnTo>
                  <a:pt x="17113" y="32670"/>
                </a:lnTo>
                <a:lnTo>
                  <a:pt x="17201" y="32851"/>
                </a:lnTo>
                <a:lnTo>
                  <a:pt x="17302" y="33044"/>
                </a:lnTo>
                <a:lnTo>
                  <a:pt x="17427" y="33225"/>
                </a:lnTo>
                <a:lnTo>
                  <a:pt x="17528" y="33418"/>
                </a:lnTo>
                <a:lnTo>
                  <a:pt x="17616" y="33560"/>
                </a:lnTo>
                <a:lnTo>
                  <a:pt x="17704" y="33741"/>
                </a:lnTo>
                <a:lnTo>
                  <a:pt x="17805" y="33934"/>
                </a:lnTo>
                <a:lnTo>
                  <a:pt x="17943" y="34128"/>
                </a:lnTo>
                <a:lnTo>
                  <a:pt x="18031" y="34308"/>
                </a:lnTo>
                <a:lnTo>
                  <a:pt x="18119" y="34502"/>
                </a:lnTo>
                <a:lnTo>
                  <a:pt x="18207" y="34682"/>
                </a:lnTo>
                <a:lnTo>
                  <a:pt x="18308" y="34876"/>
                </a:lnTo>
                <a:lnTo>
                  <a:pt x="18446" y="35056"/>
                </a:lnTo>
                <a:lnTo>
                  <a:pt x="18534" y="35198"/>
                </a:lnTo>
                <a:lnTo>
                  <a:pt x="18622" y="35392"/>
                </a:lnTo>
                <a:lnTo>
                  <a:pt x="18710" y="35585"/>
                </a:lnTo>
                <a:lnTo>
                  <a:pt x="18811" y="35766"/>
                </a:lnTo>
                <a:lnTo>
                  <a:pt x="18949" y="35959"/>
                </a:lnTo>
                <a:lnTo>
                  <a:pt x="19037" y="36140"/>
                </a:lnTo>
                <a:lnTo>
                  <a:pt x="19125" y="36333"/>
                </a:lnTo>
                <a:lnTo>
                  <a:pt x="19213" y="36514"/>
                </a:lnTo>
                <a:lnTo>
                  <a:pt x="19313" y="36656"/>
                </a:lnTo>
                <a:lnTo>
                  <a:pt x="19452" y="36849"/>
                </a:lnTo>
                <a:lnTo>
                  <a:pt x="19540" y="37043"/>
                </a:lnTo>
                <a:lnTo>
                  <a:pt x="19628" y="37223"/>
                </a:lnTo>
                <a:lnTo>
                  <a:pt x="19716" y="37417"/>
                </a:lnTo>
                <a:lnTo>
                  <a:pt x="19816" y="37597"/>
                </a:lnTo>
                <a:lnTo>
                  <a:pt x="19955" y="37791"/>
                </a:lnTo>
                <a:lnTo>
                  <a:pt x="20043" y="37933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6496600" y="5655955"/>
            <a:ext cx="20043" cy="33794"/>
          </a:xfrm>
          <a:custGeom>
            <a:avLst/>
            <a:gdLst/>
            <a:ahLst/>
            <a:cxnLst/>
            <a:rect l="l" t="t" r="r" b="b"/>
            <a:pathLst>
              <a:path w="20043" h="33794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276" y="567"/>
                </a:lnTo>
                <a:lnTo>
                  <a:pt x="414" y="748"/>
                </a:lnTo>
                <a:lnTo>
                  <a:pt x="502" y="941"/>
                </a:lnTo>
                <a:lnTo>
                  <a:pt x="590" y="1083"/>
                </a:lnTo>
                <a:lnTo>
                  <a:pt x="691" y="1264"/>
                </a:lnTo>
                <a:lnTo>
                  <a:pt x="779" y="1457"/>
                </a:lnTo>
                <a:lnTo>
                  <a:pt x="917" y="1638"/>
                </a:lnTo>
                <a:lnTo>
                  <a:pt x="1005" y="1831"/>
                </a:lnTo>
                <a:lnTo>
                  <a:pt x="1093" y="2024"/>
                </a:lnTo>
                <a:lnTo>
                  <a:pt x="1194" y="2153"/>
                </a:lnTo>
                <a:lnTo>
                  <a:pt x="1282" y="2347"/>
                </a:lnTo>
                <a:lnTo>
                  <a:pt x="1420" y="2540"/>
                </a:lnTo>
                <a:lnTo>
                  <a:pt x="1508" y="2721"/>
                </a:lnTo>
                <a:lnTo>
                  <a:pt x="1596" y="2914"/>
                </a:lnTo>
                <a:lnTo>
                  <a:pt x="1697" y="3056"/>
                </a:lnTo>
                <a:lnTo>
                  <a:pt x="1785" y="3237"/>
                </a:lnTo>
                <a:lnTo>
                  <a:pt x="1923" y="3430"/>
                </a:lnTo>
                <a:lnTo>
                  <a:pt x="2011" y="3611"/>
                </a:lnTo>
                <a:lnTo>
                  <a:pt x="2099" y="3804"/>
                </a:lnTo>
                <a:lnTo>
                  <a:pt x="2200" y="3946"/>
                </a:lnTo>
                <a:lnTo>
                  <a:pt x="2288" y="4140"/>
                </a:lnTo>
                <a:lnTo>
                  <a:pt x="2426" y="4320"/>
                </a:lnTo>
                <a:lnTo>
                  <a:pt x="2514" y="4514"/>
                </a:lnTo>
                <a:lnTo>
                  <a:pt x="2602" y="4694"/>
                </a:lnTo>
                <a:lnTo>
                  <a:pt x="2703" y="4836"/>
                </a:lnTo>
                <a:lnTo>
                  <a:pt x="2791" y="5030"/>
                </a:lnTo>
                <a:lnTo>
                  <a:pt x="2929" y="5210"/>
                </a:lnTo>
                <a:lnTo>
                  <a:pt x="3017" y="5404"/>
                </a:lnTo>
                <a:lnTo>
                  <a:pt x="3105" y="5584"/>
                </a:lnTo>
                <a:lnTo>
                  <a:pt x="3206" y="5726"/>
                </a:lnTo>
                <a:lnTo>
                  <a:pt x="3294" y="5920"/>
                </a:lnTo>
                <a:lnTo>
                  <a:pt x="3432" y="6113"/>
                </a:lnTo>
                <a:lnTo>
                  <a:pt x="3520" y="6294"/>
                </a:lnTo>
                <a:lnTo>
                  <a:pt x="3608" y="6436"/>
                </a:lnTo>
                <a:lnTo>
                  <a:pt x="3709" y="6629"/>
                </a:lnTo>
                <a:lnTo>
                  <a:pt x="3797" y="6810"/>
                </a:lnTo>
                <a:lnTo>
                  <a:pt x="3935" y="7003"/>
                </a:lnTo>
                <a:lnTo>
                  <a:pt x="4023" y="7145"/>
                </a:lnTo>
                <a:lnTo>
                  <a:pt x="4124" y="7326"/>
                </a:lnTo>
                <a:lnTo>
                  <a:pt x="4212" y="7519"/>
                </a:lnTo>
                <a:lnTo>
                  <a:pt x="4300" y="7700"/>
                </a:lnTo>
                <a:lnTo>
                  <a:pt x="4438" y="7842"/>
                </a:lnTo>
                <a:lnTo>
                  <a:pt x="4526" y="8035"/>
                </a:lnTo>
                <a:lnTo>
                  <a:pt x="4627" y="8228"/>
                </a:lnTo>
                <a:lnTo>
                  <a:pt x="4715" y="8409"/>
                </a:lnTo>
                <a:lnTo>
                  <a:pt x="4803" y="8551"/>
                </a:lnTo>
                <a:lnTo>
                  <a:pt x="4941" y="8744"/>
                </a:lnTo>
                <a:lnTo>
                  <a:pt x="5029" y="8925"/>
                </a:lnTo>
                <a:lnTo>
                  <a:pt x="5130" y="9118"/>
                </a:lnTo>
                <a:lnTo>
                  <a:pt x="5218" y="9260"/>
                </a:lnTo>
                <a:lnTo>
                  <a:pt x="5306" y="9441"/>
                </a:lnTo>
                <a:lnTo>
                  <a:pt x="5444" y="9634"/>
                </a:lnTo>
                <a:lnTo>
                  <a:pt x="5532" y="9776"/>
                </a:lnTo>
                <a:lnTo>
                  <a:pt x="5633" y="9957"/>
                </a:lnTo>
                <a:lnTo>
                  <a:pt x="5721" y="10150"/>
                </a:lnTo>
                <a:lnTo>
                  <a:pt x="5809" y="10344"/>
                </a:lnTo>
                <a:lnTo>
                  <a:pt x="5947" y="10486"/>
                </a:lnTo>
                <a:lnTo>
                  <a:pt x="6035" y="10666"/>
                </a:lnTo>
                <a:lnTo>
                  <a:pt x="6136" y="10860"/>
                </a:lnTo>
                <a:lnTo>
                  <a:pt x="6224" y="11002"/>
                </a:lnTo>
                <a:lnTo>
                  <a:pt x="6312" y="11182"/>
                </a:lnTo>
                <a:lnTo>
                  <a:pt x="6450" y="11376"/>
                </a:lnTo>
                <a:lnTo>
                  <a:pt x="6538" y="11556"/>
                </a:lnTo>
                <a:lnTo>
                  <a:pt x="6639" y="11698"/>
                </a:lnTo>
                <a:lnTo>
                  <a:pt x="6727" y="11891"/>
                </a:lnTo>
                <a:lnTo>
                  <a:pt x="6815" y="12072"/>
                </a:lnTo>
                <a:lnTo>
                  <a:pt x="6953" y="12214"/>
                </a:lnTo>
                <a:lnTo>
                  <a:pt x="7041" y="12407"/>
                </a:lnTo>
                <a:lnTo>
                  <a:pt x="7142" y="12601"/>
                </a:lnTo>
                <a:lnTo>
                  <a:pt x="7230" y="12730"/>
                </a:lnTo>
                <a:lnTo>
                  <a:pt x="7318" y="12923"/>
                </a:lnTo>
                <a:lnTo>
                  <a:pt x="7456" y="13117"/>
                </a:lnTo>
                <a:lnTo>
                  <a:pt x="7544" y="13259"/>
                </a:lnTo>
                <a:lnTo>
                  <a:pt x="7645" y="13439"/>
                </a:lnTo>
                <a:lnTo>
                  <a:pt x="7733" y="13633"/>
                </a:lnTo>
                <a:lnTo>
                  <a:pt x="7821" y="13775"/>
                </a:lnTo>
                <a:lnTo>
                  <a:pt x="7959" y="13955"/>
                </a:lnTo>
                <a:lnTo>
                  <a:pt x="8060" y="14149"/>
                </a:lnTo>
                <a:lnTo>
                  <a:pt x="8148" y="14291"/>
                </a:lnTo>
                <a:lnTo>
                  <a:pt x="8236" y="14471"/>
                </a:lnTo>
                <a:lnTo>
                  <a:pt x="8324" y="14665"/>
                </a:lnTo>
                <a:lnTo>
                  <a:pt x="8462" y="14806"/>
                </a:lnTo>
                <a:lnTo>
                  <a:pt x="8563" y="14987"/>
                </a:lnTo>
                <a:lnTo>
                  <a:pt x="8651" y="15180"/>
                </a:lnTo>
                <a:lnTo>
                  <a:pt x="8739" y="15322"/>
                </a:lnTo>
                <a:lnTo>
                  <a:pt x="8827" y="15503"/>
                </a:lnTo>
                <a:lnTo>
                  <a:pt x="8965" y="15696"/>
                </a:lnTo>
                <a:lnTo>
                  <a:pt x="9066" y="15838"/>
                </a:lnTo>
                <a:lnTo>
                  <a:pt x="9154" y="16032"/>
                </a:lnTo>
                <a:lnTo>
                  <a:pt x="9242" y="16161"/>
                </a:lnTo>
                <a:lnTo>
                  <a:pt x="9330" y="16354"/>
                </a:lnTo>
                <a:lnTo>
                  <a:pt x="9468" y="16548"/>
                </a:lnTo>
                <a:lnTo>
                  <a:pt x="9568" y="16690"/>
                </a:lnTo>
                <a:lnTo>
                  <a:pt x="9656" y="16870"/>
                </a:lnTo>
                <a:lnTo>
                  <a:pt x="9745" y="17064"/>
                </a:lnTo>
                <a:lnTo>
                  <a:pt x="9833" y="17205"/>
                </a:lnTo>
                <a:lnTo>
                  <a:pt x="9971" y="17386"/>
                </a:lnTo>
                <a:lnTo>
                  <a:pt x="10071" y="17528"/>
                </a:lnTo>
                <a:lnTo>
                  <a:pt x="10159" y="17721"/>
                </a:lnTo>
                <a:lnTo>
                  <a:pt x="10247" y="17902"/>
                </a:lnTo>
                <a:lnTo>
                  <a:pt x="10348" y="18044"/>
                </a:lnTo>
                <a:lnTo>
                  <a:pt x="10474" y="18237"/>
                </a:lnTo>
                <a:lnTo>
                  <a:pt x="10574" y="18379"/>
                </a:lnTo>
                <a:lnTo>
                  <a:pt x="10662" y="18560"/>
                </a:lnTo>
                <a:lnTo>
                  <a:pt x="10750" y="18753"/>
                </a:lnTo>
                <a:lnTo>
                  <a:pt x="10851" y="18895"/>
                </a:lnTo>
                <a:lnTo>
                  <a:pt x="10977" y="19076"/>
                </a:lnTo>
                <a:lnTo>
                  <a:pt x="11077" y="19218"/>
                </a:lnTo>
                <a:lnTo>
                  <a:pt x="11165" y="19411"/>
                </a:lnTo>
                <a:lnTo>
                  <a:pt x="11253" y="19605"/>
                </a:lnTo>
                <a:lnTo>
                  <a:pt x="11354" y="19733"/>
                </a:lnTo>
                <a:lnTo>
                  <a:pt x="11480" y="19927"/>
                </a:lnTo>
                <a:lnTo>
                  <a:pt x="11580" y="20069"/>
                </a:lnTo>
                <a:lnTo>
                  <a:pt x="11668" y="20262"/>
                </a:lnTo>
                <a:lnTo>
                  <a:pt x="11756" y="20391"/>
                </a:lnTo>
                <a:lnTo>
                  <a:pt x="11857" y="20585"/>
                </a:lnTo>
                <a:lnTo>
                  <a:pt x="11995" y="20778"/>
                </a:lnTo>
                <a:lnTo>
                  <a:pt x="12083" y="20920"/>
                </a:lnTo>
                <a:lnTo>
                  <a:pt x="12171" y="21101"/>
                </a:lnTo>
                <a:lnTo>
                  <a:pt x="12259" y="21243"/>
                </a:lnTo>
                <a:lnTo>
                  <a:pt x="12360" y="21436"/>
                </a:lnTo>
                <a:lnTo>
                  <a:pt x="12498" y="21578"/>
                </a:lnTo>
                <a:lnTo>
                  <a:pt x="12586" y="21758"/>
                </a:lnTo>
                <a:lnTo>
                  <a:pt x="12674" y="21952"/>
                </a:lnTo>
                <a:lnTo>
                  <a:pt x="12762" y="22094"/>
                </a:lnTo>
                <a:lnTo>
                  <a:pt x="12863" y="22274"/>
                </a:lnTo>
                <a:lnTo>
                  <a:pt x="13001" y="22416"/>
                </a:lnTo>
                <a:lnTo>
                  <a:pt x="13089" y="22610"/>
                </a:lnTo>
                <a:lnTo>
                  <a:pt x="13177" y="22752"/>
                </a:lnTo>
                <a:lnTo>
                  <a:pt x="13265" y="22932"/>
                </a:lnTo>
                <a:lnTo>
                  <a:pt x="13366" y="23074"/>
                </a:lnTo>
                <a:lnTo>
                  <a:pt x="13504" y="23268"/>
                </a:lnTo>
                <a:lnTo>
                  <a:pt x="13592" y="23409"/>
                </a:lnTo>
                <a:lnTo>
                  <a:pt x="13680" y="23590"/>
                </a:lnTo>
                <a:lnTo>
                  <a:pt x="13768" y="23732"/>
                </a:lnTo>
                <a:lnTo>
                  <a:pt x="13869" y="23925"/>
                </a:lnTo>
                <a:lnTo>
                  <a:pt x="14007" y="24067"/>
                </a:lnTo>
                <a:lnTo>
                  <a:pt x="14095" y="24248"/>
                </a:lnTo>
                <a:lnTo>
                  <a:pt x="14183" y="24441"/>
                </a:lnTo>
                <a:lnTo>
                  <a:pt x="14284" y="24583"/>
                </a:lnTo>
                <a:lnTo>
                  <a:pt x="14372" y="24764"/>
                </a:lnTo>
                <a:lnTo>
                  <a:pt x="14510" y="24906"/>
                </a:lnTo>
                <a:lnTo>
                  <a:pt x="14598" y="25099"/>
                </a:lnTo>
                <a:lnTo>
                  <a:pt x="14686" y="25241"/>
                </a:lnTo>
                <a:lnTo>
                  <a:pt x="14787" y="25422"/>
                </a:lnTo>
                <a:lnTo>
                  <a:pt x="14875" y="25563"/>
                </a:lnTo>
                <a:lnTo>
                  <a:pt x="15013" y="25757"/>
                </a:lnTo>
                <a:lnTo>
                  <a:pt x="15101" y="25899"/>
                </a:lnTo>
                <a:lnTo>
                  <a:pt x="15189" y="26079"/>
                </a:lnTo>
                <a:lnTo>
                  <a:pt x="15290" y="26221"/>
                </a:lnTo>
                <a:lnTo>
                  <a:pt x="15378" y="26363"/>
                </a:lnTo>
                <a:lnTo>
                  <a:pt x="15516" y="26557"/>
                </a:lnTo>
                <a:lnTo>
                  <a:pt x="15604" y="26698"/>
                </a:lnTo>
                <a:lnTo>
                  <a:pt x="15692" y="26879"/>
                </a:lnTo>
                <a:lnTo>
                  <a:pt x="15793" y="27021"/>
                </a:lnTo>
                <a:lnTo>
                  <a:pt x="15881" y="27214"/>
                </a:lnTo>
                <a:lnTo>
                  <a:pt x="16019" y="27356"/>
                </a:lnTo>
                <a:lnTo>
                  <a:pt x="16107" y="27537"/>
                </a:lnTo>
                <a:lnTo>
                  <a:pt x="16195" y="27679"/>
                </a:lnTo>
                <a:lnTo>
                  <a:pt x="16296" y="27872"/>
                </a:lnTo>
                <a:lnTo>
                  <a:pt x="16384" y="28014"/>
                </a:lnTo>
                <a:lnTo>
                  <a:pt x="16522" y="28195"/>
                </a:lnTo>
                <a:lnTo>
                  <a:pt x="16610" y="28336"/>
                </a:lnTo>
                <a:lnTo>
                  <a:pt x="16698" y="28530"/>
                </a:lnTo>
                <a:lnTo>
                  <a:pt x="16799" y="28672"/>
                </a:lnTo>
                <a:lnTo>
                  <a:pt x="16887" y="28814"/>
                </a:lnTo>
                <a:lnTo>
                  <a:pt x="17025" y="28994"/>
                </a:lnTo>
                <a:lnTo>
                  <a:pt x="17113" y="29140"/>
                </a:lnTo>
                <a:lnTo>
                  <a:pt x="17201" y="29328"/>
                </a:lnTo>
                <a:lnTo>
                  <a:pt x="17302" y="29470"/>
                </a:lnTo>
                <a:lnTo>
                  <a:pt x="17440" y="29657"/>
                </a:lnTo>
                <a:lnTo>
                  <a:pt x="17528" y="29799"/>
                </a:lnTo>
                <a:lnTo>
                  <a:pt x="17616" y="29986"/>
                </a:lnTo>
                <a:lnTo>
                  <a:pt x="17704" y="30128"/>
                </a:lnTo>
                <a:lnTo>
                  <a:pt x="17805" y="30269"/>
                </a:lnTo>
                <a:lnTo>
                  <a:pt x="17943" y="30457"/>
                </a:lnTo>
                <a:lnTo>
                  <a:pt x="18031" y="30597"/>
                </a:lnTo>
                <a:lnTo>
                  <a:pt x="18119" y="30786"/>
                </a:lnTo>
                <a:lnTo>
                  <a:pt x="18220" y="30926"/>
                </a:lnTo>
                <a:lnTo>
                  <a:pt x="18308" y="31068"/>
                </a:lnTo>
                <a:lnTo>
                  <a:pt x="18446" y="31255"/>
                </a:lnTo>
                <a:lnTo>
                  <a:pt x="18534" y="31397"/>
                </a:lnTo>
                <a:lnTo>
                  <a:pt x="18622" y="31585"/>
                </a:lnTo>
                <a:lnTo>
                  <a:pt x="18723" y="31726"/>
                </a:lnTo>
                <a:lnTo>
                  <a:pt x="18811" y="31867"/>
                </a:lnTo>
                <a:lnTo>
                  <a:pt x="18949" y="32055"/>
                </a:lnTo>
                <a:lnTo>
                  <a:pt x="19037" y="32196"/>
                </a:lnTo>
                <a:lnTo>
                  <a:pt x="19125" y="32384"/>
                </a:lnTo>
                <a:lnTo>
                  <a:pt x="19225" y="32524"/>
                </a:lnTo>
                <a:lnTo>
                  <a:pt x="19313" y="32666"/>
                </a:lnTo>
                <a:lnTo>
                  <a:pt x="19452" y="32855"/>
                </a:lnTo>
                <a:lnTo>
                  <a:pt x="19540" y="32995"/>
                </a:lnTo>
                <a:lnTo>
                  <a:pt x="19628" y="33184"/>
                </a:lnTo>
                <a:lnTo>
                  <a:pt x="19728" y="33324"/>
                </a:lnTo>
                <a:lnTo>
                  <a:pt x="19816" y="33465"/>
                </a:lnTo>
                <a:lnTo>
                  <a:pt x="19955" y="33653"/>
                </a:lnTo>
                <a:lnTo>
                  <a:pt x="20043" y="33794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6516643" y="5689750"/>
            <a:ext cx="20043" cy="29097"/>
          </a:xfrm>
          <a:custGeom>
            <a:avLst/>
            <a:gdLst/>
            <a:ahLst/>
            <a:cxnLst/>
            <a:rect l="l" t="t" r="r" b="b"/>
            <a:pathLst>
              <a:path w="20043" h="29097">
                <a:moveTo>
                  <a:pt x="0" y="0"/>
                </a:moveTo>
                <a:lnTo>
                  <a:pt x="88" y="141"/>
                </a:lnTo>
                <a:lnTo>
                  <a:pt x="188" y="330"/>
                </a:lnTo>
                <a:lnTo>
                  <a:pt x="276" y="470"/>
                </a:lnTo>
                <a:lnTo>
                  <a:pt x="414" y="659"/>
                </a:lnTo>
                <a:lnTo>
                  <a:pt x="502" y="799"/>
                </a:lnTo>
                <a:lnTo>
                  <a:pt x="590" y="940"/>
                </a:lnTo>
                <a:lnTo>
                  <a:pt x="691" y="1128"/>
                </a:lnTo>
                <a:lnTo>
                  <a:pt x="779" y="1269"/>
                </a:lnTo>
                <a:lnTo>
                  <a:pt x="917" y="1411"/>
                </a:lnTo>
                <a:lnTo>
                  <a:pt x="1005" y="1599"/>
                </a:lnTo>
                <a:lnTo>
                  <a:pt x="1093" y="1739"/>
                </a:lnTo>
                <a:lnTo>
                  <a:pt x="1194" y="1880"/>
                </a:lnTo>
                <a:lnTo>
                  <a:pt x="1282" y="2068"/>
                </a:lnTo>
                <a:lnTo>
                  <a:pt x="1420" y="2209"/>
                </a:lnTo>
                <a:lnTo>
                  <a:pt x="1508" y="2351"/>
                </a:lnTo>
                <a:lnTo>
                  <a:pt x="1609" y="2538"/>
                </a:lnTo>
                <a:lnTo>
                  <a:pt x="1697" y="2680"/>
                </a:lnTo>
                <a:lnTo>
                  <a:pt x="1785" y="2820"/>
                </a:lnTo>
                <a:lnTo>
                  <a:pt x="1923" y="3009"/>
                </a:lnTo>
                <a:lnTo>
                  <a:pt x="2011" y="3149"/>
                </a:lnTo>
                <a:lnTo>
                  <a:pt x="2112" y="3291"/>
                </a:lnTo>
                <a:lnTo>
                  <a:pt x="2200" y="3478"/>
                </a:lnTo>
                <a:lnTo>
                  <a:pt x="2288" y="3620"/>
                </a:lnTo>
                <a:lnTo>
                  <a:pt x="2426" y="3761"/>
                </a:lnTo>
                <a:lnTo>
                  <a:pt x="2514" y="3949"/>
                </a:lnTo>
                <a:lnTo>
                  <a:pt x="2615" y="4089"/>
                </a:lnTo>
                <a:lnTo>
                  <a:pt x="2703" y="4230"/>
                </a:lnTo>
                <a:lnTo>
                  <a:pt x="2791" y="4372"/>
                </a:lnTo>
                <a:lnTo>
                  <a:pt x="2929" y="4560"/>
                </a:lnTo>
                <a:lnTo>
                  <a:pt x="3017" y="4701"/>
                </a:lnTo>
                <a:lnTo>
                  <a:pt x="3118" y="4841"/>
                </a:lnTo>
                <a:lnTo>
                  <a:pt x="3206" y="5030"/>
                </a:lnTo>
                <a:lnTo>
                  <a:pt x="3294" y="5170"/>
                </a:lnTo>
                <a:lnTo>
                  <a:pt x="3432" y="5312"/>
                </a:lnTo>
                <a:lnTo>
                  <a:pt x="3520" y="5453"/>
                </a:lnTo>
                <a:lnTo>
                  <a:pt x="3621" y="5641"/>
                </a:lnTo>
                <a:lnTo>
                  <a:pt x="3709" y="5782"/>
                </a:lnTo>
                <a:lnTo>
                  <a:pt x="3797" y="5922"/>
                </a:lnTo>
                <a:lnTo>
                  <a:pt x="3935" y="6111"/>
                </a:lnTo>
                <a:lnTo>
                  <a:pt x="4023" y="6252"/>
                </a:lnTo>
                <a:lnTo>
                  <a:pt x="4124" y="6393"/>
                </a:lnTo>
                <a:lnTo>
                  <a:pt x="4212" y="6534"/>
                </a:lnTo>
                <a:lnTo>
                  <a:pt x="4300" y="6722"/>
                </a:lnTo>
                <a:lnTo>
                  <a:pt x="4438" y="6863"/>
                </a:lnTo>
                <a:lnTo>
                  <a:pt x="4526" y="7004"/>
                </a:lnTo>
                <a:lnTo>
                  <a:pt x="4627" y="7145"/>
                </a:lnTo>
                <a:lnTo>
                  <a:pt x="4715" y="7333"/>
                </a:lnTo>
                <a:lnTo>
                  <a:pt x="4803" y="7474"/>
                </a:lnTo>
                <a:lnTo>
                  <a:pt x="4941" y="7614"/>
                </a:lnTo>
                <a:lnTo>
                  <a:pt x="5029" y="7756"/>
                </a:lnTo>
                <a:lnTo>
                  <a:pt x="5130" y="7945"/>
                </a:lnTo>
                <a:lnTo>
                  <a:pt x="5218" y="8085"/>
                </a:lnTo>
                <a:lnTo>
                  <a:pt x="5306" y="8226"/>
                </a:lnTo>
                <a:lnTo>
                  <a:pt x="5444" y="8368"/>
                </a:lnTo>
                <a:lnTo>
                  <a:pt x="5545" y="8508"/>
                </a:lnTo>
                <a:lnTo>
                  <a:pt x="5633" y="8697"/>
                </a:lnTo>
                <a:lnTo>
                  <a:pt x="5721" y="8837"/>
                </a:lnTo>
                <a:lnTo>
                  <a:pt x="5809" y="8978"/>
                </a:lnTo>
                <a:lnTo>
                  <a:pt x="5947" y="9120"/>
                </a:lnTo>
                <a:lnTo>
                  <a:pt x="6048" y="9307"/>
                </a:lnTo>
                <a:lnTo>
                  <a:pt x="6136" y="9449"/>
                </a:lnTo>
                <a:lnTo>
                  <a:pt x="6224" y="9589"/>
                </a:lnTo>
                <a:lnTo>
                  <a:pt x="6312" y="9730"/>
                </a:lnTo>
                <a:lnTo>
                  <a:pt x="6450" y="9872"/>
                </a:lnTo>
                <a:lnTo>
                  <a:pt x="6551" y="10060"/>
                </a:lnTo>
                <a:lnTo>
                  <a:pt x="6639" y="10201"/>
                </a:lnTo>
                <a:lnTo>
                  <a:pt x="6727" y="10341"/>
                </a:lnTo>
                <a:lnTo>
                  <a:pt x="6815" y="10483"/>
                </a:lnTo>
                <a:lnTo>
                  <a:pt x="6953" y="10624"/>
                </a:lnTo>
                <a:lnTo>
                  <a:pt x="7054" y="10812"/>
                </a:lnTo>
                <a:lnTo>
                  <a:pt x="7142" y="10953"/>
                </a:lnTo>
                <a:lnTo>
                  <a:pt x="7230" y="11093"/>
                </a:lnTo>
                <a:lnTo>
                  <a:pt x="7318" y="11235"/>
                </a:lnTo>
                <a:lnTo>
                  <a:pt x="7456" y="11376"/>
                </a:lnTo>
                <a:lnTo>
                  <a:pt x="7557" y="11564"/>
                </a:lnTo>
                <a:lnTo>
                  <a:pt x="7645" y="11704"/>
                </a:lnTo>
                <a:lnTo>
                  <a:pt x="7733" y="11845"/>
                </a:lnTo>
                <a:lnTo>
                  <a:pt x="7833" y="11987"/>
                </a:lnTo>
                <a:lnTo>
                  <a:pt x="7959" y="12128"/>
                </a:lnTo>
                <a:lnTo>
                  <a:pt x="8060" y="12268"/>
                </a:lnTo>
                <a:lnTo>
                  <a:pt x="8148" y="12456"/>
                </a:lnTo>
                <a:lnTo>
                  <a:pt x="8236" y="12598"/>
                </a:lnTo>
                <a:lnTo>
                  <a:pt x="8336" y="12739"/>
                </a:lnTo>
                <a:lnTo>
                  <a:pt x="8462" y="12879"/>
                </a:lnTo>
                <a:lnTo>
                  <a:pt x="8563" y="13021"/>
                </a:lnTo>
                <a:lnTo>
                  <a:pt x="8651" y="13162"/>
                </a:lnTo>
                <a:lnTo>
                  <a:pt x="8739" y="13303"/>
                </a:lnTo>
                <a:lnTo>
                  <a:pt x="8839" y="13491"/>
                </a:lnTo>
                <a:lnTo>
                  <a:pt x="8977" y="13631"/>
                </a:lnTo>
                <a:lnTo>
                  <a:pt x="9066" y="13773"/>
                </a:lnTo>
                <a:lnTo>
                  <a:pt x="9154" y="13914"/>
                </a:lnTo>
                <a:lnTo>
                  <a:pt x="9242" y="14054"/>
                </a:lnTo>
                <a:lnTo>
                  <a:pt x="9342" y="14196"/>
                </a:lnTo>
                <a:lnTo>
                  <a:pt x="9480" y="14337"/>
                </a:lnTo>
                <a:lnTo>
                  <a:pt x="9568" y="14478"/>
                </a:lnTo>
                <a:lnTo>
                  <a:pt x="9656" y="14666"/>
                </a:lnTo>
                <a:lnTo>
                  <a:pt x="9745" y="14806"/>
                </a:lnTo>
                <a:lnTo>
                  <a:pt x="9845" y="14948"/>
                </a:lnTo>
                <a:lnTo>
                  <a:pt x="9983" y="15089"/>
                </a:lnTo>
                <a:lnTo>
                  <a:pt x="10071" y="15229"/>
                </a:lnTo>
                <a:lnTo>
                  <a:pt x="10159" y="15371"/>
                </a:lnTo>
                <a:lnTo>
                  <a:pt x="10247" y="15512"/>
                </a:lnTo>
                <a:lnTo>
                  <a:pt x="10348" y="15653"/>
                </a:lnTo>
                <a:lnTo>
                  <a:pt x="10486" y="15794"/>
                </a:lnTo>
                <a:lnTo>
                  <a:pt x="10574" y="15983"/>
                </a:lnTo>
                <a:lnTo>
                  <a:pt x="10662" y="16123"/>
                </a:lnTo>
                <a:lnTo>
                  <a:pt x="10750" y="16264"/>
                </a:lnTo>
                <a:lnTo>
                  <a:pt x="10851" y="16406"/>
                </a:lnTo>
                <a:lnTo>
                  <a:pt x="10989" y="16546"/>
                </a:lnTo>
                <a:lnTo>
                  <a:pt x="11077" y="16687"/>
                </a:lnTo>
                <a:lnTo>
                  <a:pt x="11165" y="16829"/>
                </a:lnTo>
                <a:lnTo>
                  <a:pt x="11253" y="16969"/>
                </a:lnTo>
                <a:lnTo>
                  <a:pt x="11354" y="17110"/>
                </a:lnTo>
                <a:lnTo>
                  <a:pt x="11492" y="17252"/>
                </a:lnTo>
                <a:lnTo>
                  <a:pt x="11580" y="17392"/>
                </a:lnTo>
                <a:lnTo>
                  <a:pt x="11668" y="17533"/>
                </a:lnTo>
                <a:lnTo>
                  <a:pt x="11769" y="17721"/>
                </a:lnTo>
                <a:lnTo>
                  <a:pt x="11857" y="17862"/>
                </a:lnTo>
                <a:lnTo>
                  <a:pt x="11995" y="18004"/>
                </a:lnTo>
                <a:lnTo>
                  <a:pt x="12083" y="18144"/>
                </a:lnTo>
                <a:lnTo>
                  <a:pt x="12171" y="18285"/>
                </a:lnTo>
                <a:lnTo>
                  <a:pt x="12272" y="18427"/>
                </a:lnTo>
                <a:lnTo>
                  <a:pt x="12360" y="18568"/>
                </a:lnTo>
                <a:lnTo>
                  <a:pt x="12498" y="18708"/>
                </a:lnTo>
                <a:lnTo>
                  <a:pt x="12586" y="18850"/>
                </a:lnTo>
                <a:lnTo>
                  <a:pt x="12674" y="18991"/>
                </a:lnTo>
                <a:lnTo>
                  <a:pt x="12775" y="19131"/>
                </a:lnTo>
                <a:lnTo>
                  <a:pt x="12863" y="19273"/>
                </a:lnTo>
                <a:lnTo>
                  <a:pt x="13001" y="19414"/>
                </a:lnTo>
                <a:lnTo>
                  <a:pt x="13089" y="19554"/>
                </a:lnTo>
                <a:lnTo>
                  <a:pt x="13177" y="19696"/>
                </a:lnTo>
                <a:lnTo>
                  <a:pt x="13278" y="19837"/>
                </a:lnTo>
                <a:lnTo>
                  <a:pt x="13366" y="19977"/>
                </a:lnTo>
                <a:lnTo>
                  <a:pt x="13504" y="20119"/>
                </a:lnTo>
                <a:lnTo>
                  <a:pt x="13592" y="20260"/>
                </a:lnTo>
                <a:lnTo>
                  <a:pt x="13680" y="20400"/>
                </a:lnTo>
                <a:lnTo>
                  <a:pt x="13781" y="20542"/>
                </a:lnTo>
                <a:lnTo>
                  <a:pt x="13869" y="20683"/>
                </a:lnTo>
                <a:lnTo>
                  <a:pt x="14007" y="20823"/>
                </a:lnTo>
                <a:lnTo>
                  <a:pt x="14095" y="20965"/>
                </a:lnTo>
                <a:lnTo>
                  <a:pt x="14183" y="21106"/>
                </a:lnTo>
                <a:lnTo>
                  <a:pt x="14284" y="21246"/>
                </a:lnTo>
                <a:lnTo>
                  <a:pt x="14372" y="21388"/>
                </a:lnTo>
                <a:lnTo>
                  <a:pt x="14510" y="21529"/>
                </a:lnTo>
                <a:lnTo>
                  <a:pt x="14598" y="21669"/>
                </a:lnTo>
                <a:lnTo>
                  <a:pt x="14686" y="21811"/>
                </a:lnTo>
                <a:lnTo>
                  <a:pt x="14787" y="21952"/>
                </a:lnTo>
                <a:lnTo>
                  <a:pt x="14875" y="22093"/>
                </a:lnTo>
                <a:lnTo>
                  <a:pt x="15013" y="22234"/>
                </a:lnTo>
                <a:lnTo>
                  <a:pt x="15101" y="22375"/>
                </a:lnTo>
                <a:lnTo>
                  <a:pt x="15202" y="22516"/>
                </a:lnTo>
                <a:lnTo>
                  <a:pt x="15290" y="22657"/>
                </a:lnTo>
                <a:lnTo>
                  <a:pt x="15378" y="22798"/>
                </a:lnTo>
                <a:lnTo>
                  <a:pt x="15516" y="22939"/>
                </a:lnTo>
                <a:lnTo>
                  <a:pt x="15604" y="23081"/>
                </a:lnTo>
                <a:lnTo>
                  <a:pt x="15705" y="23221"/>
                </a:lnTo>
                <a:lnTo>
                  <a:pt x="15793" y="23362"/>
                </a:lnTo>
                <a:lnTo>
                  <a:pt x="15881" y="23504"/>
                </a:lnTo>
                <a:lnTo>
                  <a:pt x="16019" y="23644"/>
                </a:lnTo>
                <a:lnTo>
                  <a:pt x="16107" y="23785"/>
                </a:lnTo>
                <a:lnTo>
                  <a:pt x="16208" y="23927"/>
                </a:lnTo>
                <a:lnTo>
                  <a:pt x="16296" y="24067"/>
                </a:lnTo>
                <a:lnTo>
                  <a:pt x="16384" y="24208"/>
                </a:lnTo>
                <a:lnTo>
                  <a:pt x="16522" y="24350"/>
                </a:lnTo>
                <a:lnTo>
                  <a:pt x="16711" y="24584"/>
                </a:lnTo>
                <a:lnTo>
                  <a:pt x="16799" y="24725"/>
                </a:lnTo>
                <a:lnTo>
                  <a:pt x="16887" y="24867"/>
                </a:lnTo>
                <a:lnTo>
                  <a:pt x="17025" y="25007"/>
                </a:lnTo>
                <a:lnTo>
                  <a:pt x="17113" y="25148"/>
                </a:lnTo>
                <a:lnTo>
                  <a:pt x="17214" y="25290"/>
                </a:lnTo>
                <a:lnTo>
                  <a:pt x="17302" y="25431"/>
                </a:lnTo>
                <a:lnTo>
                  <a:pt x="17390" y="25571"/>
                </a:lnTo>
                <a:lnTo>
                  <a:pt x="17528" y="25713"/>
                </a:lnTo>
                <a:lnTo>
                  <a:pt x="17616" y="25854"/>
                </a:lnTo>
                <a:lnTo>
                  <a:pt x="17717" y="25994"/>
                </a:lnTo>
                <a:lnTo>
                  <a:pt x="17893" y="26229"/>
                </a:lnTo>
                <a:lnTo>
                  <a:pt x="18031" y="26371"/>
                </a:lnTo>
                <a:lnTo>
                  <a:pt x="18119" y="26511"/>
                </a:lnTo>
                <a:lnTo>
                  <a:pt x="18220" y="26652"/>
                </a:lnTo>
                <a:lnTo>
                  <a:pt x="18308" y="26794"/>
                </a:lnTo>
                <a:lnTo>
                  <a:pt x="18396" y="26934"/>
                </a:lnTo>
                <a:lnTo>
                  <a:pt x="18534" y="27075"/>
                </a:lnTo>
                <a:lnTo>
                  <a:pt x="18622" y="27217"/>
                </a:lnTo>
                <a:lnTo>
                  <a:pt x="18811" y="27452"/>
                </a:lnTo>
                <a:lnTo>
                  <a:pt x="18899" y="27592"/>
                </a:lnTo>
                <a:lnTo>
                  <a:pt x="19037" y="27734"/>
                </a:lnTo>
                <a:lnTo>
                  <a:pt x="19137" y="27875"/>
                </a:lnTo>
                <a:lnTo>
                  <a:pt x="19225" y="28015"/>
                </a:lnTo>
                <a:lnTo>
                  <a:pt x="19313" y="28157"/>
                </a:lnTo>
                <a:lnTo>
                  <a:pt x="19402" y="28298"/>
                </a:lnTo>
                <a:lnTo>
                  <a:pt x="19540" y="28392"/>
                </a:lnTo>
                <a:lnTo>
                  <a:pt x="19640" y="28533"/>
                </a:lnTo>
                <a:lnTo>
                  <a:pt x="19728" y="28674"/>
                </a:lnTo>
                <a:lnTo>
                  <a:pt x="19816" y="28815"/>
                </a:lnTo>
                <a:lnTo>
                  <a:pt x="19904" y="28956"/>
                </a:lnTo>
                <a:lnTo>
                  <a:pt x="20043" y="29097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6536686" y="5718848"/>
            <a:ext cx="20005" cy="23878"/>
          </a:xfrm>
          <a:custGeom>
            <a:avLst/>
            <a:gdLst/>
            <a:ahLst/>
            <a:cxnLst/>
            <a:rect l="l" t="t" r="r" b="b"/>
            <a:pathLst>
              <a:path w="20005" h="23878">
                <a:moveTo>
                  <a:pt x="0" y="0"/>
                </a:moveTo>
                <a:lnTo>
                  <a:pt x="188" y="234"/>
                </a:lnTo>
                <a:lnTo>
                  <a:pt x="276" y="375"/>
                </a:lnTo>
                <a:lnTo>
                  <a:pt x="364" y="515"/>
                </a:lnTo>
                <a:lnTo>
                  <a:pt x="502" y="657"/>
                </a:lnTo>
                <a:lnTo>
                  <a:pt x="603" y="798"/>
                </a:lnTo>
                <a:lnTo>
                  <a:pt x="779" y="1033"/>
                </a:lnTo>
                <a:lnTo>
                  <a:pt x="867" y="1175"/>
                </a:lnTo>
                <a:lnTo>
                  <a:pt x="1005" y="1315"/>
                </a:lnTo>
                <a:lnTo>
                  <a:pt x="1106" y="1456"/>
                </a:lnTo>
                <a:lnTo>
                  <a:pt x="1282" y="1692"/>
                </a:lnTo>
                <a:lnTo>
                  <a:pt x="1383" y="1832"/>
                </a:lnTo>
                <a:lnTo>
                  <a:pt x="1508" y="1973"/>
                </a:lnTo>
                <a:lnTo>
                  <a:pt x="1609" y="2115"/>
                </a:lnTo>
                <a:lnTo>
                  <a:pt x="1785" y="2350"/>
                </a:lnTo>
                <a:lnTo>
                  <a:pt x="1886" y="2490"/>
                </a:lnTo>
                <a:lnTo>
                  <a:pt x="2011" y="2631"/>
                </a:lnTo>
                <a:lnTo>
                  <a:pt x="2112" y="2773"/>
                </a:lnTo>
                <a:lnTo>
                  <a:pt x="2288" y="3007"/>
                </a:lnTo>
                <a:lnTo>
                  <a:pt x="2389" y="3148"/>
                </a:lnTo>
                <a:lnTo>
                  <a:pt x="2527" y="3290"/>
                </a:lnTo>
                <a:lnTo>
                  <a:pt x="2703" y="3525"/>
                </a:lnTo>
                <a:lnTo>
                  <a:pt x="2791" y="3665"/>
                </a:lnTo>
                <a:lnTo>
                  <a:pt x="2892" y="3807"/>
                </a:lnTo>
                <a:lnTo>
                  <a:pt x="3030" y="3948"/>
                </a:lnTo>
                <a:lnTo>
                  <a:pt x="3206" y="4182"/>
                </a:lnTo>
                <a:lnTo>
                  <a:pt x="3294" y="4323"/>
                </a:lnTo>
                <a:lnTo>
                  <a:pt x="3395" y="4465"/>
                </a:lnTo>
                <a:lnTo>
                  <a:pt x="3533" y="4559"/>
                </a:lnTo>
                <a:lnTo>
                  <a:pt x="3621" y="4700"/>
                </a:lnTo>
                <a:lnTo>
                  <a:pt x="3709" y="4840"/>
                </a:lnTo>
                <a:lnTo>
                  <a:pt x="3898" y="5076"/>
                </a:lnTo>
                <a:lnTo>
                  <a:pt x="4036" y="5217"/>
                </a:lnTo>
                <a:lnTo>
                  <a:pt x="4124" y="5357"/>
                </a:lnTo>
                <a:lnTo>
                  <a:pt x="4300" y="5592"/>
                </a:lnTo>
                <a:lnTo>
                  <a:pt x="4400" y="5734"/>
                </a:lnTo>
                <a:lnTo>
                  <a:pt x="4539" y="5875"/>
                </a:lnTo>
                <a:lnTo>
                  <a:pt x="4715" y="6109"/>
                </a:lnTo>
                <a:lnTo>
                  <a:pt x="4803" y="6251"/>
                </a:lnTo>
                <a:lnTo>
                  <a:pt x="5042" y="6486"/>
                </a:lnTo>
                <a:lnTo>
                  <a:pt x="5130" y="6627"/>
                </a:lnTo>
                <a:lnTo>
                  <a:pt x="5318" y="6861"/>
                </a:lnTo>
                <a:lnTo>
                  <a:pt x="5406" y="7003"/>
                </a:lnTo>
                <a:lnTo>
                  <a:pt x="5545" y="7144"/>
                </a:lnTo>
                <a:lnTo>
                  <a:pt x="5721" y="7378"/>
                </a:lnTo>
                <a:lnTo>
                  <a:pt x="5821" y="7520"/>
                </a:lnTo>
                <a:lnTo>
                  <a:pt x="6048" y="7755"/>
                </a:lnTo>
                <a:lnTo>
                  <a:pt x="6136" y="7896"/>
                </a:lnTo>
                <a:lnTo>
                  <a:pt x="6324" y="8130"/>
                </a:lnTo>
                <a:lnTo>
                  <a:pt x="6412" y="8272"/>
                </a:lnTo>
                <a:lnTo>
                  <a:pt x="6551" y="8366"/>
                </a:lnTo>
                <a:lnTo>
                  <a:pt x="6639" y="8507"/>
                </a:lnTo>
                <a:lnTo>
                  <a:pt x="6727" y="8648"/>
                </a:lnTo>
                <a:lnTo>
                  <a:pt x="6915" y="8884"/>
                </a:lnTo>
                <a:lnTo>
                  <a:pt x="7054" y="8977"/>
                </a:lnTo>
                <a:lnTo>
                  <a:pt x="7142" y="9118"/>
                </a:lnTo>
                <a:lnTo>
                  <a:pt x="7230" y="9259"/>
                </a:lnTo>
                <a:lnTo>
                  <a:pt x="7418" y="9494"/>
                </a:lnTo>
                <a:lnTo>
                  <a:pt x="7557" y="9636"/>
                </a:lnTo>
                <a:lnTo>
                  <a:pt x="7733" y="9870"/>
                </a:lnTo>
                <a:lnTo>
                  <a:pt x="7833" y="10011"/>
                </a:lnTo>
                <a:lnTo>
                  <a:pt x="8060" y="10246"/>
                </a:lnTo>
                <a:lnTo>
                  <a:pt x="8236" y="10482"/>
                </a:lnTo>
                <a:lnTo>
                  <a:pt x="8336" y="10622"/>
                </a:lnTo>
                <a:lnTo>
                  <a:pt x="8563" y="10857"/>
                </a:lnTo>
                <a:lnTo>
                  <a:pt x="8739" y="11092"/>
                </a:lnTo>
                <a:lnTo>
                  <a:pt x="8839" y="11234"/>
                </a:lnTo>
                <a:lnTo>
                  <a:pt x="9066" y="11468"/>
                </a:lnTo>
                <a:lnTo>
                  <a:pt x="9254" y="11703"/>
                </a:lnTo>
                <a:lnTo>
                  <a:pt x="9430" y="11938"/>
                </a:lnTo>
                <a:lnTo>
                  <a:pt x="9568" y="12080"/>
                </a:lnTo>
                <a:lnTo>
                  <a:pt x="9757" y="12315"/>
                </a:lnTo>
                <a:lnTo>
                  <a:pt x="9933" y="12549"/>
                </a:lnTo>
                <a:lnTo>
                  <a:pt x="10071" y="12643"/>
                </a:lnTo>
                <a:lnTo>
                  <a:pt x="10159" y="12784"/>
                </a:lnTo>
                <a:lnTo>
                  <a:pt x="10260" y="12926"/>
                </a:lnTo>
                <a:lnTo>
                  <a:pt x="10436" y="13161"/>
                </a:lnTo>
                <a:lnTo>
                  <a:pt x="10574" y="13255"/>
                </a:lnTo>
                <a:lnTo>
                  <a:pt x="10662" y="13395"/>
                </a:lnTo>
                <a:lnTo>
                  <a:pt x="10851" y="13630"/>
                </a:lnTo>
                <a:lnTo>
                  <a:pt x="11077" y="13866"/>
                </a:lnTo>
                <a:lnTo>
                  <a:pt x="11266" y="14101"/>
                </a:lnTo>
                <a:lnTo>
                  <a:pt x="11442" y="14336"/>
                </a:lnTo>
                <a:lnTo>
                  <a:pt x="11580" y="14430"/>
                </a:lnTo>
                <a:lnTo>
                  <a:pt x="11668" y="14570"/>
                </a:lnTo>
                <a:lnTo>
                  <a:pt x="11769" y="14712"/>
                </a:lnTo>
                <a:lnTo>
                  <a:pt x="11945" y="14947"/>
                </a:lnTo>
                <a:lnTo>
                  <a:pt x="12083" y="15041"/>
                </a:lnTo>
                <a:lnTo>
                  <a:pt x="12171" y="15182"/>
                </a:lnTo>
                <a:lnTo>
                  <a:pt x="12360" y="15370"/>
                </a:lnTo>
                <a:lnTo>
                  <a:pt x="12448" y="15511"/>
                </a:lnTo>
                <a:lnTo>
                  <a:pt x="12586" y="15605"/>
                </a:lnTo>
                <a:lnTo>
                  <a:pt x="12687" y="15745"/>
                </a:lnTo>
                <a:lnTo>
                  <a:pt x="12863" y="15981"/>
                </a:lnTo>
                <a:lnTo>
                  <a:pt x="13089" y="16216"/>
                </a:lnTo>
                <a:lnTo>
                  <a:pt x="13278" y="16451"/>
                </a:lnTo>
                <a:lnTo>
                  <a:pt x="13454" y="16686"/>
                </a:lnTo>
                <a:lnTo>
                  <a:pt x="13592" y="16780"/>
                </a:lnTo>
                <a:lnTo>
                  <a:pt x="13693" y="16922"/>
                </a:lnTo>
                <a:lnTo>
                  <a:pt x="13869" y="17156"/>
                </a:lnTo>
                <a:lnTo>
                  <a:pt x="14095" y="17345"/>
                </a:lnTo>
                <a:lnTo>
                  <a:pt x="14196" y="17485"/>
                </a:lnTo>
                <a:lnTo>
                  <a:pt x="14372" y="17720"/>
                </a:lnTo>
                <a:lnTo>
                  <a:pt x="14598" y="17955"/>
                </a:lnTo>
                <a:lnTo>
                  <a:pt x="14787" y="18143"/>
                </a:lnTo>
                <a:lnTo>
                  <a:pt x="14875" y="18284"/>
                </a:lnTo>
                <a:lnTo>
                  <a:pt x="15101" y="18520"/>
                </a:lnTo>
                <a:lnTo>
                  <a:pt x="15290" y="18707"/>
                </a:lnTo>
                <a:lnTo>
                  <a:pt x="15378" y="18849"/>
                </a:lnTo>
                <a:lnTo>
                  <a:pt x="15604" y="19083"/>
                </a:lnTo>
                <a:lnTo>
                  <a:pt x="15793" y="19272"/>
                </a:lnTo>
                <a:lnTo>
                  <a:pt x="15881" y="19412"/>
                </a:lnTo>
                <a:lnTo>
                  <a:pt x="16107" y="19647"/>
                </a:lnTo>
                <a:lnTo>
                  <a:pt x="16296" y="19835"/>
                </a:lnTo>
                <a:lnTo>
                  <a:pt x="16384" y="19976"/>
                </a:lnTo>
                <a:lnTo>
                  <a:pt x="16623" y="20164"/>
                </a:lnTo>
                <a:lnTo>
                  <a:pt x="16711" y="20306"/>
                </a:lnTo>
                <a:lnTo>
                  <a:pt x="16887" y="20541"/>
                </a:lnTo>
                <a:lnTo>
                  <a:pt x="17126" y="20729"/>
                </a:lnTo>
                <a:lnTo>
                  <a:pt x="17214" y="20870"/>
                </a:lnTo>
                <a:lnTo>
                  <a:pt x="17390" y="21058"/>
                </a:lnTo>
                <a:lnTo>
                  <a:pt x="17490" y="21199"/>
                </a:lnTo>
                <a:lnTo>
                  <a:pt x="17629" y="21293"/>
                </a:lnTo>
                <a:lnTo>
                  <a:pt x="17805" y="21528"/>
                </a:lnTo>
                <a:lnTo>
                  <a:pt x="17993" y="21716"/>
                </a:lnTo>
                <a:lnTo>
                  <a:pt x="18132" y="21857"/>
                </a:lnTo>
                <a:lnTo>
                  <a:pt x="18308" y="22045"/>
                </a:lnTo>
                <a:lnTo>
                  <a:pt x="18396" y="22185"/>
                </a:lnTo>
                <a:lnTo>
                  <a:pt x="18634" y="22374"/>
                </a:lnTo>
                <a:lnTo>
                  <a:pt x="18723" y="22514"/>
                </a:lnTo>
                <a:lnTo>
                  <a:pt x="18911" y="22703"/>
                </a:lnTo>
                <a:lnTo>
                  <a:pt x="19137" y="22937"/>
                </a:lnTo>
                <a:lnTo>
                  <a:pt x="19313" y="23126"/>
                </a:lnTo>
                <a:lnTo>
                  <a:pt x="19414" y="23268"/>
                </a:lnTo>
                <a:lnTo>
                  <a:pt x="19640" y="23455"/>
                </a:lnTo>
                <a:lnTo>
                  <a:pt x="19816" y="23691"/>
                </a:lnTo>
                <a:lnTo>
                  <a:pt x="20005" y="23878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6556692" y="5742726"/>
            <a:ext cx="20043" cy="18379"/>
          </a:xfrm>
          <a:custGeom>
            <a:avLst/>
            <a:gdLst/>
            <a:ahLst/>
            <a:cxnLst/>
            <a:rect l="l" t="t" r="r" b="b"/>
            <a:pathLst>
              <a:path w="20043" h="18379">
                <a:moveTo>
                  <a:pt x="0" y="0"/>
                </a:moveTo>
                <a:lnTo>
                  <a:pt x="138" y="141"/>
                </a:lnTo>
                <a:lnTo>
                  <a:pt x="314" y="328"/>
                </a:lnTo>
                <a:lnTo>
                  <a:pt x="502" y="564"/>
                </a:lnTo>
                <a:lnTo>
                  <a:pt x="641" y="659"/>
                </a:lnTo>
                <a:lnTo>
                  <a:pt x="817" y="846"/>
                </a:lnTo>
                <a:lnTo>
                  <a:pt x="917" y="987"/>
                </a:lnTo>
                <a:lnTo>
                  <a:pt x="1144" y="1175"/>
                </a:lnTo>
                <a:lnTo>
                  <a:pt x="1320" y="1363"/>
                </a:lnTo>
                <a:lnTo>
                  <a:pt x="1420" y="1505"/>
                </a:lnTo>
                <a:lnTo>
                  <a:pt x="1647" y="1692"/>
                </a:lnTo>
                <a:lnTo>
                  <a:pt x="1823" y="1928"/>
                </a:lnTo>
                <a:lnTo>
                  <a:pt x="2011" y="2115"/>
                </a:lnTo>
                <a:lnTo>
                  <a:pt x="2150" y="2209"/>
                </a:lnTo>
                <a:lnTo>
                  <a:pt x="2326" y="2444"/>
                </a:lnTo>
                <a:lnTo>
                  <a:pt x="2514" y="2632"/>
                </a:lnTo>
                <a:lnTo>
                  <a:pt x="2653" y="2726"/>
                </a:lnTo>
                <a:lnTo>
                  <a:pt x="2841" y="2961"/>
                </a:lnTo>
                <a:lnTo>
                  <a:pt x="3017" y="3149"/>
                </a:lnTo>
                <a:lnTo>
                  <a:pt x="3156" y="3243"/>
                </a:lnTo>
                <a:lnTo>
                  <a:pt x="3344" y="3432"/>
                </a:lnTo>
                <a:lnTo>
                  <a:pt x="3432" y="3572"/>
                </a:lnTo>
                <a:lnTo>
                  <a:pt x="3659" y="3761"/>
                </a:lnTo>
                <a:lnTo>
                  <a:pt x="3847" y="3949"/>
                </a:lnTo>
                <a:lnTo>
                  <a:pt x="4023" y="4136"/>
                </a:lnTo>
                <a:lnTo>
                  <a:pt x="4162" y="4278"/>
                </a:lnTo>
                <a:lnTo>
                  <a:pt x="4350" y="4466"/>
                </a:lnTo>
                <a:lnTo>
                  <a:pt x="4526" y="4653"/>
                </a:lnTo>
                <a:lnTo>
                  <a:pt x="4665" y="4747"/>
                </a:lnTo>
                <a:lnTo>
                  <a:pt x="4853" y="4982"/>
                </a:lnTo>
                <a:lnTo>
                  <a:pt x="5029" y="5170"/>
                </a:lnTo>
                <a:lnTo>
                  <a:pt x="5168" y="5264"/>
                </a:lnTo>
                <a:lnTo>
                  <a:pt x="5356" y="5453"/>
                </a:lnTo>
                <a:lnTo>
                  <a:pt x="5532" y="5641"/>
                </a:lnTo>
                <a:lnTo>
                  <a:pt x="5670" y="5735"/>
                </a:lnTo>
                <a:lnTo>
                  <a:pt x="5758" y="5876"/>
                </a:lnTo>
                <a:lnTo>
                  <a:pt x="5947" y="6064"/>
                </a:lnTo>
                <a:lnTo>
                  <a:pt x="6173" y="6251"/>
                </a:lnTo>
                <a:lnTo>
                  <a:pt x="6362" y="6439"/>
                </a:lnTo>
                <a:lnTo>
                  <a:pt x="6538" y="6628"/>
                </a:lnTo>
                <a:lnTo>
                  <a:pt x="6676" y="6722"/>
                </a:lnTo>
                <a:lnTo>
                  <a:pt x="6865" y="6910"/>
                </a:lnTo>
                <a:lnTo>
                  <a:pt x="7041" y="7145"/>
                </a:lnTo>
                <a:lnTo>
                  <a:pt x="7179" y="7239"/>
                </a:lnTo>
                <a:lnTo>
                  <a:pt x="7368" y="7427"/>
                </a:lnTo>
                <a:lnTo>
                  <a:pt x="7544" y="7614"/>
                </a:lnTo>
                <a:lnTo>
                  <a:pt x="7682" y="7709"/>
                </a:lnTo>
                <a:lnTo>
                  <a:pt x="7871" y="7897"/>
                </a:lnTo>
                <a:lnTo>
                  <a:pt x="8047" y="8085"/>
                </a:lnTo>
                <a:lnTo>
                  <a:pt x="8185" y="8179"/>
                </a:lnTo>
                <a:lnTo>
                  <a:pt x="8374" y="8366"/>
                </a:lnTo>
                <a:lnTo>
                  <a:pt x="8550" y="8555"/>
                </a:lnTo>
                <a:lnTo>
                  <a:pt x="8688" y="8649"/>
                </a:lnTo>
                <a:lnTo>
                  <a:pt x="8877" y="8837"/>
                </a:lnTo>
                <a:lnTo>
                  <a:pt x="9066" y="9026"/>
                </a:lnTo>
                <a:lnTo>
                  <a:pt x="9292" y="9213"/>
                </a:lnTo>
                <a:lnTo>
                  <a:pt x="9468" y="9401"/>
                </a:lnTo>
                <a:lnTo>
                  <a:pt x="9694" y="9589"/>
                </a:lnTo>
                <a:lnTo>
                  <a:pt x="9883" y="9777"/>
                </a:lnTo>
                <a:lnTo>
                  <a:pt x="10071" y="9966"/>
                </a:lnTo>
                <a:lnTo>
                  <a:pt x="10210" y="10059"/>
                </a:lnTo>
                <a:lnTo>
                  <a:pt x="10386" y="10247"/>
                </a:lnTo>
                <a:lnTo>
                  <a:pt x="10574" y="10435"/>
                </a:lnTo>
                <a:lnTo>
                  <a:pt x="10713" y="10529"/>
                </a:lnTo>
                <a:lnTo>
                  <a:pt x="10889" y="10670"/>
                </a:lnTo>
                <a:lnTo>
                  <a:pt x="11077" y="10858"/>
                </a:lnTo>
                <a:lnTo>
                  <a:pt x="11216" y="10953"/>
                </a:lnTo>
                <a:lnTo>
                  <a:pt x="11392" y="11141"/>
                </a:lnTo>
                <a:lnTo>
                  <a:pt x="11580" y="11328"/>
                </a:lnTo>
                <a:lnTo>
                  <a:pt x="11719" y="11422"/>
                </a:lnTo>
                <a:lnTo>
                  <a:pt x="11895" y="11610"/>
                </a:lnTo>
                <a:lnTo>
                  <a:pt x="12083" y="11751"/>
                </a:lnTo>
                <a:lnTo>
                  <a:pt x="12222" y="11845"/>
                </a:lnTo>
                <a:lnTo>
                  <a:pt x="12398" y="12033"/>
                </a:lnTo>
                <a:lnTo>
                  <a:pt x="12586" y="12222"/>
                </a:lnTo>
                <a:lnTo>
                  <a:pt x="12725" y="12316"/>
                </a:lnTo>
                <a:lnTo>
                  <a:pt x="12901" y="12504"/>
                </a:lnTo>
                <a:lnTo>
                  <a:pt x="13089" y="12645"/>
                </a:lnTo>
                <a:lnTo>
                  <a:pt x="13228" y="12739"/>
                </a:lnTo>
                <a:lnTo>
                  <a:pt x="13404" y="12927"/>
                </a:lnTo>
                <a:lnTo>
                  <a:pt x="13592" y="13114"/>
                </a:lnTo>
                <a:lnTo>
                  <a:pt x="13731" y="13208"/>
                </a:lnTo>
                <a:lnTo>
                  <a:pt x="13907" y="13350"/>
                </a:lnTo>
                <a:lnTo>
                  <a:pt x="14095" y="13537"/>
                </a:lnTo>
                <a:lnTo>
                  <a:pt x="14234" y="13631"/>
                </a:lnTo>
                <a:lnTo>
                  <a:pt x="14410" y="13773"/>
                </a:lnTo>
                <a:lnTo>
                  <a:pt x="14598" y="13960"/>
                </a:lnTo>
                <a:lnTo>
                  <a:pt x="14736" y="14054"/>
                </a:lnTo>
                <a:lnTo>
                  <a:pt x="14913" y="14243"/>
                </a:lnTo>
                <a:lnTo>
                  <a:pt x="15101" y="14383"/>
                </a:lnTo>
                <a:lnTo>
                  <a:pt x="15239" y="14478"/>
                </a:lnTo>
                <a:lnTo>
                  <a:pt x="15415" y="14666"/>
                </a:lnTo>
                <a:lnTo>
                  <a:pt x="15604" y="14806"/>
                </a:lnTo>
                <a:lnTo>
                  <a:pt x="15742" y="14901"/>
                </a:lnTo>
                <a:lnTo>
                  <a:pt x="15918" y="15089"/>
                </a:lnTo>
                <a:lnTo>
                  <a:pt x="16107" y="15229"/>
                </a:lnTo>
                <a:lnTo>
                  <a:pt x="16245" y="15324"/>
                </a:lnTo>
                <a:lnTo>
                  <a:pt x="16434" y="15466"/>
                </a:lnTo>
                <a:lnTo>
                  <a:pt x="16610" y="15653"/>
                </a:lnTo>
                <a:lnTo>
                  <a:pt x="16748" y="15747"/>
                </a:lnTo>
                <a:lnTo>
                  <a:pt x="16937" y="15889"/>
                </a:lnTo>
                <a:lnTo>
                  <a:pt x="17113" y="16076"/>
                </a:lnTo>
                <a:lnTo>
                  <a:pt x="17251" y="16123"/>
                </a:lnTo>
                <a:lnTo>
                  <a:pt x="17440" y="16312"/>
                </a:lnTo>
                <a:lnTo>
                  <a:pt x="17616" y="16452"/>
                </a:lnTo>
                <a:lnTo>
                  <a:pt x="17754" y="16546"/>
                </a:lnTo>
                <a:lnTo>
                  <a:pt x="17943" y="16735"/>
                </a:lnTo>
                <a:lnTo>
                  <a:pt x="18119" y="16875"/>
                </a:lnTo>
                <a:lnTo>
                  <a:pt x="18257" y="16969"/>
                </a:lnTo>
                <a:lnTo>
                  <a:pt x="18446" y="17110"/>
                </a:lnTo>
                <a:lnTo>
                  <a:pt x="18622" y="17298"/>
                </a:lnTo>
                <a:lnTo>
                  <a:pt x="18760" y="17345"/>
                </a:lnTo>
                <a:lnTo>
                  <a:pt x="18949" y="17533"/>
                </a:lnTo>
                <a:lnTo>
                  <a:pt x="19125" y="17674"/>
                </a:lnTo>
                <a:lnTo>
                  <a:pt x="19263" y="17768"/>
                </a:lnTo>
                <a:lnTo>
                  <a:pt x="19452" y="17910"/>
                </a:lnTo>
                <a:lnTo>
                  <a:pt x="19628" y="18050"/>
                </a:lnTo>
                <a:lnTo>
                  <a:pt x="19766" y="18144"/>
                </a:lnTo>
                <a:lnTo>
                  <a:pt x="19955" y="18285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6576735" y="5761105"/>
            <a:ext cx="20043" cy="12551"/>
          </a:xfrm>
          <a:custGeom>
            <a:avLst/>
            <a:gdLst/>
            <a:ahLst/>
            <a:cxnLst/>
            <a:rect l="l" t="t" r="r" b="b"/>
            <a:pathLst>
              <a:path w="20043" h="12551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70"/>
                </a:lnTo>
                <a:lnTo>
                  <a:pt x="729" y="563"/>
                </a:lnTo>
                <a:lnTo>
                  <a:pt x="917" y="705"/>
                </a:lnTo>
                <a:lnTo>
                  <a:pt x="1093" y="846"/>
                </a:lnTo>
                <a:lnTo>
                  <a:pt x="1232" y="940"/>
                </a:lnTo>
                <a:lnTo>
                  <a:pt x="1420" y="1080"/>
                </a:lnTo>
                <a:lnTo>
                  <a:pt x="1596" y="1222"/>
                </a:lnTo>
                <a:lnTo>
                  <a:pt x="1735" y="1316"/>
                </a:lnTo>
                <a:lnTo>
                  <a:pt x="1923" y="1457"/>
                </a:lnTo>
                <a:lnTo>
                  <a:pt x="2099" y="1598"/>
                </a:lnTo>
                <a:lnTo>
                  <a:pt x="2238" y="1692"/>
                </a:lnTo>
                <a:lnTo>
                  <a:pt x="2426" y="1832"/>
                </a:lnTo>
                <a:lnTo>
                  <a:pt x="2615" y="1974"/>
                </a:lnTo>
                <a:lnTo>
                  <a:pt x="2841" y="2115"/>
                </a:lnTo>
                <a:lnTo>
                  <a:pt x="3017" y="2255"/>
                </a:lnTo>
                <a:lnTo>
                  <a:pt x="3244" y="2444"/>
                </a:lnTo>
                <a:lnTo>
                  <a:pt x="3432" y="2586"/>
                </a:lnTo>
                <a:lnTo>
                  <a:pt x="3621" y="2726"/>
                </a:lnTo>
                <a:lnTo>
                  <a:pt x="3759" y="2773"/>
                </a:lnTo>
                <a:lnTo>
                  <a:pt x="3935" y="2914"/>
                </a:lnTo>
                <a:lnTo>
                  <a:pt x="4124" y="3055"/>
                </a:lnTo>
                <a:lnTo>
                  <a:pt x="4262" y="3149"/>
                </a:lnTo>
                <a:lnTo>
                  <a:pt x="4438" y="3290"/>
                </a:lnTo>
                <a:lnTo>
                  <a:pt x="4627" y="3432"/>
                </a:lnTo>
                <a:lnTo>
                  <a:pt x="4765" y="3525"/>
                </a:lnTo>
                <a:lnTo>
                  <a:pt x="4941" y="3666"/>
                </a:lnTo>
                <a:lnTo>
                  <a:pt x="5130" y="3807"/>
                </a:lnTo>
                <a:lnTo>
                  <a:pt x="5268" y="3855"/>
                </a:lnTo>
                <a:lnTo>
                  <a:pt x="5444" y="3995"/>
                </a:lnTo>
                <a:lnTo>
                  <a:pt x="5633" y="4136"/>
                </a:lnTo>
                <a:lnTo>
                  <a:pt x="5771" y="4184"/>
                </a:lnTo>
                <a:lnTo>
                  <a:pt x="5947" y="4324"/>
                </a:lnTo>
                <a:lnTo>
                  <a:pt x="6136" y="4465"/>
                </a:lnTo>
                <a:lnTo>
                  <a:pt x="6274" y="4559"/>
                </a:lnTo>
                <a:lnTo>
                  <a:pt x="6450" y="4701"/>
                </a:lnTo>
                <a:lnTo>
                  <a:pt x="6639" y="4841"/>
                </a:lnTo>
                <a:lnTo>
                  <a:pt x="6777" y="4888"/>
                </a:lnTo>
                <a:lnTo>
                  <a:pt x="6953" y="5030"/>
                </a:lnTo>
                <a:lnTo>
                  <a:pt x="7142" y="5170"/>
                </a:lnTo>
                <a:lnTo>
                  <a:pt x="7280" y="5217"/>
                </a:lnTo>
                <a:lnTo>
                  <a:pt x="7456" y="5359"/>
                </a:lnTo>
                <a:lnTo>
                  <a:pt x="7645" y="5499"/>
                </a:lnTo>
                <a:lnTo>
                  <a:pt x="7783" y="5547"/>
                </a:lnTo>
                <a:lnTo>
                  <a:pt x="7959" y="5688"/>
                </a:lnTo>
                <a:lnTo>
                  <a:pt x="8148" y="5828"/>
                </a:lnTo>
                <a:lnTo>
                  <a:pt x="8286" y="5876"/>
                </a:lnTo>
                <a:lnTo>
                  <a:pt x="8462" y="6016"/>
                </a:lnTo>
                <a:lnTo>
                  <a:pt x="8651" y="6157"/>
                </a:lnTo>
                <a:lnTo>
                  <a:pt x="8789" y="6205"/>
                </a:lnTo>
                <a:lnTo>
                  <a:pt x="8965" y="6345"/>
                </a:lnTo>
                <a:lnTo>
                  <a:pt x="9154" y="6486"/>
                </a:lnTo>
                <a:lnTo>
                  <a:pt x="9292" y="6534"/>
                </a:lnTo>
                <a:lnTo>
                  <a:pt x="9468" y="6674"/>
                </a:lnTo>
                <a:lnTo>
                  <a:pt x="9656" y="6816"/>
                </a:lnTo>
                <a:lnTo>
                  <a:pt x="9795" y="6863"/>
                </a:lnTo>
                <a:lnTo>
                  <a:pt x="9983" y="7003"/>
                </a:lnTo>
                <a:lnTo>
                  <a:pt x="10159" y="7097"/>
                </a:lnTo>
                <a:lnTo>
                  <a:pt x="10298" y="7191"/>
                </a:lnTo>
                <a:lnTo>
                  <a:pt x="10486" y="7286"/>
                </a:lnTo>
                <a:lnTo>
                  <a:pt x="10662" y="7426"/>
                </a:lnTo>
                <a:lnTo>
                  <a:pt x="10801" y="7474"/>
                </a:lnTo>
                <a:lnTo>
                  <a:pt x="10989" y="7614"/>
                </a:lnTo>
                <a:lnTo>
                  <a:pt x="11165" y="7755"/>
                </a:lnTo>
                <a:lnTo>
                  <a:pt x="11304" y="7803"/>
                </a:lnTo>
                <a:lnTo>
                  <a:pt x="11492" y="7943"/>
                </a:lnTo>
                <a:lnTo>
                  <a:pt x="11668" y="8038"/>
                </a:lnTo>
                <a:lnTo>
                  <a:pt x="11807" y="8085"/>
                </a:lnTo>
                <a:lnTo>
                  <a:pt x="11995" y="8226"/>
                </a:lnTo>
                <a:lnTo>
                  <a:pt x="12171" y="8366"/>
                </a:lnTo>
                <a:lnTo>
                  <a:pt x="12310" y="8414"/>
                </a:lnTo>
                <a:lnTo>
                  <a:pt x="12498" y="8508"/>
                </a:lnTo>
                <a:lnTo>
                  <a:pt x="12674" y="8649"/>
                </a:lnTo>
                <a:lnTo>
                  <a:pt x="12813" y="8695"/>
                </a:lnTo>
                <a:lnTo>
                  <a:pt x="13001" y="8837"/>
                </a:lnTo>
                <a:lnTo>
                  <a:pt x="13177" y="8931"/>
                </a:lnTo>
                <a:lnTo>
                  <a:pt x="13316" y="8978"/>
                </a:lnTo>
                <a:lnTo>
                  <a:pt x="13504" y="9118"/>
                </a:lnTo>
                <a:lnTo>
                  <a:pt x="13680" y="9213"/>
                </a:lnTo>
                <a:lnTo>
                  <a:pt x="13819" y="9260"/>
                </a:lnTo>
                <a:lnTo>
                  <a:pt x="14007" y="9401"/>
                </a:lnTo>
                <a:lnTo>
                  <a:pt x="14183" y="9495"/>
                </a:lnTo>
                <a:lnTo>
                  <a:pt x="14322" y="9589"/>
                </a:lnTo>
                <a:lnTo>
                  <a:pt x="14510" y="9683"/>
                </a:lnTo>
                <a:lnTo>
                  <a:pt x="14686" y="9777"/>
                </a:lnTo>
                <a:lnTo>
                  <a:pt x="14824" y="9870"/>
                </a:lnTo>
                <a:lnTo>
                  <a:pt x="15013" y="9965"/>
                </a:lnTo>
                <a:lnTo>
                  <a:pt x="15189" y="10059"/>
                </a:lnTo>
                <a:lnTo>
                  <a:pt x="15327" y="10106"/>
                </a:lnTo>
                <a:lnTo>
                  <a:pt x="15516" y="10247"/>
                </a:lnTo>
                <a:lnTo>
                  <a:pt x="15692" y="10341"/>
                </a:lnTo>
                <a:lnTo>
                  <a:pt x="15830" y="10388"/>
                </a:lnTo>
                <a:lnTo>
                  <a:pt x="16019" y="10529"/>
                </a:lnTo>
                <a:lnTo>
                  <a:pt x="16208" y="10624"/>
                </a:lnTo>
                <a:lnTo>
                  <a:pt x="16434" y="10716"/>
                </a:lnTo>
                <a:lnTo>
                  <a:pt x="16610" y="10811"/>
                </a:lnTo>
                <a:lnTo>
                  <a:pt x="16836" y="10953"/>
                </a:lnTo>
                <a:lnTo>
                  <a:pt x="17025" y="11047"/>
                </a:lnTo>
                <a:lnTo>
                  <a:pt x="17214" y="11140"/>
                </a:lnTo>
                <a:lnTo>
                  <a:pt x="17352" y="11187"/>
                </a:lnTo>
                <a:lnTo>
                  <a:pt x="17528" y="11328"/>
                </a:lnTo>
                <a:lnTo>
                  <a:pt x="17717" y="11422"/>
                </a:lnTo>
                <a:lnTo>
                  <a:pt x="17855" y="11470"/>
                </a:lnTo>
                <a:lnTo>
                  <a:pt x="18031" y="11563"/>
                </a:lnTo>
                <a:lnTo>
                  <a:pt x="18220" y="11657"/>
                </a:lnTo>
                <a:lnTo>
                  <a:pt x="18358" y="11704"/>
                </a:lnTo>
                <a:lnTo>
                  <a:pt x="18534" y="11799"/>
                </a:lnTo>
                <a:lnTo>
                  <a:pt x="18723" y="11939"/>
                </a:lnTo>
                <a:lnTo>
                  <a:pt x="18861" y="11986"/>
                </a:lnTo>
                <a:lnTo>
                  <a:pt x="19037" y="12080"/>
                </a:lnTo>
                <a:lnTo>
                  <a:pt x="19225" y="12174"/>
                </a:lnTo>
                <a:lnTo>
                  <a:pt x="19364" y="12222"/>
                </a:lnTo>
                <a:lnTo>
                  <a:pt x="19540" y="12316"/>
                </a:lnTo>
                <a:lnTo>
                  <a:pt x="19728" y="12409"/>
                </a:lnTo>
                <a:lnTo>
                  <a:pt x="19867" y="12456"/>
                </a:lnTo>
                <a:lnTo>
                  <a:pt x="20043" y="12551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6596778" y="5773656"/>
            <a:ext cx="20043" cy="6534"/>
          </a:xfrm>
          <a:custGeom>
            <a:avLst/>
            <a:gdLst/>
            <a:ahLst/>
            <a:cxnLst/>
            <a:rect l="l" t="t" r="r" b="b"/>
            <a:pathLst>
              <a:path w="20043" h="6534">
                <a:moveTo>
                  <a:pt x="0" y="0"/>
                </a:moveTo>
                <a:lnTo>
                  <a:pt x="188" y="94"/>
                </a:lnTo>
                <a:lnTo>
                  <a:pt x="326" y="140"/>
                </a:lnTo>
                <a:lnTo>
                  <a:pt x="502" y="234"/>
                </a:lnTo>
                <a:lnTo>
                  <a:pt x="691" y="328"/>
                </a:lnTo>
                <a:lnTo>
                  <a:pt x="829" y="375"/>
                </a:lnTo>
                <a:lnTo>
                  <a:pt x="1005" y="469"/>
                </a:lnTo>
                <a:lnTo>
                  <a:pt x="1194" y="563"/>
                </a:lnTo>
                <a:lnTo>
                  <a:pt x="1332" y="611"/>
                </a:lnTo>
                <a:lnTo>
                  <a:pt x="1508" y="704"/>
                </a:lnTo>
                <a:lnTo>
                  <a:pt x="1697" y="798"/>
                </a:lnTo>
                <a:lnTo>
                  <a:pt x="1835" y="846"/>
                </a:lnTo>
                <a:lnTo>
                  <a:pt x="2011" y="940"/>
                </a:lnTo>
                <a:lnTo>
                  <a:pt x="2200" y="1034"/>
                </a:lnTo>
                <a:lnTo>
                  <a:pt x="2338" y="1080"/>
                </a:lnTo>
                <a:lnTo>
                  <a:pt x="2514" y="1175"/>
                </a:lnTo>
                <a:lnTo>
                  <a:pt x="2703" y="1269"/>
                </a:lnTo>
                <a:lnTo>
                  <a:pt x="2841" y="1269"/>
                </a:lnTo>
                <a:lnTo>
                  <a:pt x="3017" y="1363"/>
                </a:lnTo>
                <a:lnTo>
                  <a:pt x="3206" y="1457"/>
                </a:lnTo>
                <a:lnTo>
                  <a:pt x="3344" y="1503"/>
                </a:lnTo>
                <a:lnTo>
                  <a:pt x="3533" y="1598"/>
                </a:lnTo>
                <a:lnTo>
                  <a:pt x="3709" y="1692"/>
                </a:lnTo>
                <a:lnTo>
                  <a:pt x="3847" y="1738"/>
                </a:lnTo>
                <a:lnTo>
                  <a:pt x="4036" y="1786"/>
                </a:lnTo>
                <a:lnTo>
                  <a:pt x="4212" y="1880"/>
                </a:lnTo>
                <a:lnTo>
                  <a:pt x="4350" y="1926"/>
                </a:lnTo>
                <a:lnTo>
                  <a:pt x="4539" y="2021"/>
                </a:lnTo>
                <a:lnTo>
                  <a:pt x="4715" y="2115"/>
                </a:lnTo>
                <a:lnTo>
                  <a:pt x="4853" y="2115"/>
                </a:lnTo>
                <a:lnTo>
                  <a:pt x="5042" y="2209"/>
                </a:lnTo>
                <a:lnTo>
                  <a:pt x="5218" y="2303"/>
                </a:lnTo>
                <a:lnTo>
                  <a:pt x="5356" y="2350"/>
                </a:lnTo>
                <a:lnTo>
                  <a:pt x="5545" y="2396"/>
                </a:lnTo>
                <a:lnTo>
                  <a:pt x="5721" y="2490"/>
                </a:lnTo>
                <a:lnTo>
                  <a:pt x="5859" y="2538"/>
                </a:lnTo>
                <a:lnTo>
                  <a:pt x="6048" y="2632"/>
                </a:lnTo>
                <a:lnTo>
                  <a:pt x="6224" y="2678"/>
                </a:lnTo>
                <a:lnTo>
                  <a:pt x="6362" y="2726"/>
                </a:lnTo>
                <a:lnTo>
                  <a:pt x="6551" y="2819"/>
                </a:lnTo>
                <a:lnTo>
                  <a:pt x="6727" y="2867"/>
                </a:lnTo>
                <a:lnTo>
                  <a:pt x="6865" y="2913"/>
                </a:lnTo>
                <a:lnTo>
                  <a:pt x="7054" y="3007"/>
                </a:lnTo>
                <a:lnTo>
                  <a:pt x="7230" y="3055"/>
                </a:lnTo>
                <a:lnTo>
                  <a:pt x="7368" y="3101"/>
                </a:lnTo>
                <a:lnTo>
                  <a:pt x="7557" y="3196"/>
                </a:lnTo>
                <a:lnTo>
                  <a:pt x="7733" y="3242"/>
                </a:lnTo>
                <a:lnTo>
                  <a:pt x="7871" y="3290"/>
                </a:lnTo>
                <a:lnTo>
                  <a:pt x="8060" y="3384"/>
                </a:lnTo>
                <a:lnTo>
                  <a:pt x="8236" y="3430"/>
                </a:lnTo>
                <a:lnTo>
                  <a:pt x="8374" y="3478"/>
                </a:lnTo>
                <a:lnTo>
                  <a:pt x="8563" y="3525"/>
                </a:lnTo>
                <a:lnTo>
                  <a:pt x="8789" y="3619"/>
                </a:lnTo>
                <a:lnTo>
                  <a:pt x="8977" y="3665"/>
                </a:lnTo>
                <a:lnTo>
                  <a:pt x="9154" y="3759"/>
                </a:lnTo>
                <a:lnTo>
                  <a:pt x="9292" y="3759"/>
                </a:lnTo>
                <a:lnTo>
                  <a:pt x="9480" y="3853"/>
                </a:lnTo>
                <a:lnTo>
                  <a:pt x="9656" y="3901"/>
                </a:lnTo>
                <a:lnTo>
                  <a:pt x="9795" y="3948"/>
                </a:lnTo>
                <a:lnTo>
                  <a:pt x="9983" y="3995"/>
                </a:lnTo>
                <a:lnTo>
                  <a:pt x="10159" y="4088"/>
                </a:lnTo>
                <a:lnTo>
                  <a:pt x="10298" y="4088"/>
                </a:lnTo>
                <a:lnTo>
                  <a:pt x="10486" y="4182"/>
                </a:lnTo>
                <a:lnTo>
                  <a:pt x="10662" y="4230"/>
                </a:lnTo>
                <a:lnTo>
                  <a:pt x="10801" y="4276"/>
                </a:lnTo>
                <a:lnTo>
                  <a:pt x="10989" y="4324"/>
                </a:lnTo>
                <a:lnTo>
                  <a:pt x="11165" y="4418"/>
                </a:lnTo>
                <a:lnTo>
                  <a:pt x="11304" y="4418"/>
                </a:lnTo>
                <a:lnTo>
                  <a:pt x="11492" y="4511"/>
                </a:lnTo>
                <a:lnTo>
                  <a:pt x="11668" y="4559"/>
                </a:lnTo>
                <a:lnTo>
                  <a:pt x="11807" y="4559"/>
                </a:lnTo>
                <a:lnTo>
                  <a:pt x="11995" y="4653"/>
                </a:lnTo>
                <a:lnTo>
                  <a:pt x="12171" y="4700"/>
                </a:lnTo>
                <a:lnTo>
                  <a:pt x="12310" y="4747"/>
                </a:lnTo>
                <a:lnTo>
                  <a:pt x="12498" y="4794"/>
                </a:lnTo>
                <a:lnTo>
                  <a:pt x="12674" y="4841"/>
                </a:lnTo>
                <a:lnTo>
                  <a:pt x="12813" y="4888"/>
                </a:lnTo>
                <a:lnTo>
                  <a:pt x="13001" y="4934"/>
                </a:lnTo>
                <a:lnTo>
                  <a:pt x="13177" y="4982"/>
                </a:lnTo>
                <a:lnTo>
                  <a:pt x="13316" y="5028"/>
                </a:lnTo>
                <a:lnTo>
                  <a:pt x="13504" y="5076"/>
                </a:lnTo>
                <a:lnTo>
                  <a:pt x="13693" y="5123"/>
                </a:lnTo>
                <a:lnTo>
                  <a:pt x="13919" y="5170"/>
                </a:lnTo>
                <a:lnTo>
                  <a:pt x="14095" y="5217"/>
                </a:lnTo>
                <a:lnTo>
                  <a:pt x="14322" y="5264"/>
                </a:lnTo>
                <a:lnTo>
                  <a:pt x="14510" y="5357"/>
                </a:lnTo>
                <a:lnTo>
                  <a:pt x="14699" y="5405"/>
                </a:lnTo>
                <a:lnTo>
                  <a:pt x="14837" y="5405"/>
                </a:lnTo>
                <a:lnTo>
                  <a:pt x="15013" y="5451"/>
                </a:lnTo>
                <a:lnTo>
                  <a:pt x="15202" y="5499"/>
                </a:lnTo>
                <a:lnTo>
                  <a:pt x="15340" y="5546"/>
                </a:lnTo>
                <a:lnTo>
                  <a:pt x="15516" y="5593"/>
                </a:lnTo>
                <a:lnTo>
                  <a:pt x="15705" y="5640"/>
                </a:lnTo>
                <a:lnTo>
                  <a:pt x="15843" y="5688"/>
                </a:lnTo>
                <a:lnTo>
                  <a:pt x="16019" y="5734"/>
                </a:lnTo>
                <a:lnTo>
                  <a:pt x="16208" y="5780"/>
                </a:lnTo>
                <a:lnTo>
                  <a:pt x="16346" y="5780"/>
                </a:lnTo>
                <a:lnTo>
                  <a:pt x="16522" y="5828"/>
                </a:lnTo>
                <a:lnTo>
                  <a:pt x="16711" y="5875"/>
                </a:lnTo>
                <a:lnTo>
                  <a:pt x="16849" y="5875"/>
                </a:lnTo>
                <a:lnTo>
                  <a:pt x="17025" y="5922"/>
                </a:lnTo>
                <a:lnTo>
                  <a:pt x="17214" y="5969"/>
                </a:lnTo>
                <a:lnTo>
                  <a:pt x="17352" y="6016"/>
                </a:lnTo>
                <a:lnTo>
                  <a:pt x="17528" y="6063"/>
                </a:lnTo>
                <a:lnTo>
                  <a:pt x="17717" y="6111"/>
                </a:lnTo>
                <a:lnTo>
                  <a:pt x="17855" y="6111"/>
                </a:lnTo>
                <a:lnTo>
                  <a:pt x="18031" y="6157"/>
                </a:lnTo>
                <a:lnTo>
                  <a:pt x="18220" y="6203"/>
                </a:lnTo>
                <a:lnTo>
                  <a:pt x="18358" y="6203"/>
                </a:lnTo>
                <a:lnTo>
                  <a:pt x="18534" y="6251"/>
                </a:lnTo>
                <a:lnTo>
                  <a:pt x="18723" y="6298"/>
                </a:lnTo>
                <a:lnTo>
                  <a:pt x="18861" y="6298"/>
                </a:lnTo>
                <a:lnTo>
                  <a:pt x="19037" y="6345"/>
                </a:lnTo>
                <a:lnTo>
                  <a:pt x="19225" y="6392"/>
                </a:lnTo>
                <a:lnTo>
                  <a:pt x="19364" y="6392"/>
                </a:lnTo>
                <a:lnTo>
                  <a:pt x="19540" y="6439"/>
                </a:lnTo>
                <a:lnTo>
                  <a:pt x="19728" y="6486"/>
                </a:lnTo>
                <a:lnTo>
                  <a:pt x="19867" y="6486"/>
                </a:lnTo>
                <a:lnTo>
                  <a:pt x="20043" y="6534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6616822" y="5780191"/>
            <a:ext cx="20055" cy="986"/>
          </a:xfrm>
          <a:custGeom>
            <a:avLst/>
            <a:gdLst/>
            <a:ahLst/>
            <a:cxnLst/>
            <a:rect l="l" t="t" r="r" b="b"/>
            <a:pathLst>
              <a:path w="20055" h="986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1" y="140"/>
                </a:lnTo>
                <a:lnTo>
                  <a:pt x="829" y="140"/>
                </a:lnTo>
                <a:lnTo>
                  <a:pt x="1018" y="187"/>
                </a:lnTo>
                <a:lnTo>
                  <a:pt x="1194" y="187"/>
                </a:lnTo>
                <a:lnTo>
                  <a:pt x="1332" y="234"/>
                </a:lnTo>
                <a:lnTo>
                  <a:pt x="1521" y="234"/>
                </a:lnTo>
                <a:lnTo>
                  <a:pt x="1697" y="281"/>
                </a:lnTo>
                <a:lnTo>
                  <a:pt x="1835" y="281"/>
                </a:lnTo>
                <a:lnTo>
                  <a:pt x="2024" y="328"/>
                </a:lnTo>
                <a:lnTo>
                  <a:pt x="2200" y="328"/>
                </a:lnTo>
                <a:lnTo>
                  <a:pt x="2338" y="375"/>
                </a:lnTo>
                <a:lnTo>
                  <a:pt x="2527" y="375"/>
                </a:lnTo>
                <a:lnTo>
                  <a:pt x="2703" y="423"/>
                </a:lnTo>
                <a:lnTo>
                  <a:pt x="2841" y="423"/>
                </a:lnTo>
                <a:lnTo>
                  <a:pt x="3030" y="469"/>
                </a:lnTo>
                <a:lnTo>
                  <a:pt x="3206" y="469"/>
                </a:lnTo>
                <a:lnTo>
                  <a:pt x="3344" y="515"/>
                </a:lnTo>
                <a:lnTo>
                  <a:pt x="3533" y="515"/>
                </a:lnTo>
                <a:lnTo>
                  <a:pt x="3709" y="563"/>
                </a:lnTo>
                <a:lnTo>
                  <a:pt x="3847" y="563"/>
                </a:lnTo>
                <a:lnTo>
                  <a:pt x="4036" y="563"/>
                </a:lnTo>
                <a:lnTo>
                  <a:pt x="4212" y="610"/>
                </a:lnTo>
                <a:lnTo>
                  <a:pt x="4350" y="610"/>
                </a:lnTo>
                <a:lnTo>
                  <a:pt x="4539" y="610"/>
                </a:lnTo>
                <a:lnTo>
                  <a:pt x="4715" y="657"/>
                </a:lnTo>
                <a:lnTo>
                  <a:pt x="4853" y="657"/>
                </a:lnTo>
                <a:lnTo>
                  <a:pt x="5042" y="704"/>
                </a:lnTo>
                <a:lnTo>
                  <a:pt x="5218" y="704"/>
                </a:lnTo>
                <a:lnTo>
                  <a:pt x="5356" y="704"/>
                </a:lnTo>
                <a:lnTo>
                  <a:pt x="5545" y="704"/>
                </a:lnTo>
                <a:lnTo>
                  <a:pt x="5721" y="751"/>
                </a:lnTo>
                <a:lnTo>
                  <a:pt x="5859" y="751"/>
                </a:lnTo>
                <a:lnTo>
                  <a:pt x="6048" y="751"/>
                </a:lnTo>
                <a:lnTo>
                  <a:pt x="6224" y="798"/>
                </a:lnTo>
                <a:lnTo>
                  <a:pt x="6362" y="798"/>
                </a:lnTo>
                <a:lnTo>
                  <a:pt x="6551" y="798"/>
                </a:lnTo>
                <a:lnTo>
                  <a:pt x="6727" y="846"/>
                </a:lnTo>
                <a:lnTo>
                  <a:pt x="6865" y="846"/>
                </a:lnTo>
                <a:lnTo>
                  <a:pt x="7054" y="846"/>
                </a:lnTo>
                <a:lnTo>
                  <a:pt x="7242" y="846"/>
                </a:lnTo>
                <a:lnTo>
                  <a:pt x="7469" y="892"/>
                </a:lnTo>
                <a:lnTo>
                  <a:pt x="7645" y="892"/>
                </a:lnTo>
                <a:lnTo>
                  <a:pt x="7871" y="892"/>
                </a:lnTo>
                <a:lnTo>
                  <a:pt x="8060" y="892"/>
                </a:lnTo>
                <a:lnTo>
                  <a:pt x="8248" y="892"/>
                </a:lnTo>
                <a:lnTo>
                  <a:pt x="8386" y="938"/>
                </a:lnTo>
                <a:lnTo>
                  <a:pt x="8563" y="938"/>
                </a:lnTo>
                <a:lnTo>
                  <a:pt x="8751" y="938"/>
                </a:lnTo>
                <a:lnTo>
                  <a:pt x="8889" y="938"/>
                </a:lnTo>
                <a:lnTo>
                  <a:pt x="9066" y="938"/>
                </a:lnTo>
                <a:lnTo>
                  <a:pt x="9254" y="938"/>
                </a:lnTo>
                <a:lnTo>
                  <a:pt x="9392" y="938"/>
                </a:lnTo>
                <a:lnTo>
                  <a:pt x="9568" y="938"/>
                </a:lnTo>
                <a:lnTo>
                  <a:pt x="9757" y="986"/>
                </a:lnTo>
                <a:lnTo>
                  <a:pt x="9895" y="986"/>
                </a:lnTo>
                <a:lnTo>
                  <a:pt x="10071" y="986"/>
                </a:lnTo>
                <a:lnTo>
                  <a:pt x="10260" y="986"/>
                </a:lnTo>
                <a:lnTo>
                  <a:pt x="10398" y="986"/>
                </a:lnTo>
                <a:lnTo>
                  <a:pt x="10574" y="986"/>
                </a:lnTo>
                <a:lnTo>
                  <a:pt x="10763" y="986"/>
                </a:lnTo>
                <a:lnTo>
                  <a:pt x="10901" y="986"/>
                </a:lnTo>
                <a:lnTo>
                  <a:pt x="11077" y="986"/>
                </a:lnTo>
                <a:lnTo>
                  <a:pt x="11266" y="986"/>
                </a:lnTo>
                <a:lnTo>
                  <a:pt x="11404" y="986"/>
                </a:lnTo>
                <a:lnTo>
                  <a:pt x="11580" y="986"/>
                </a:lnTo>
                <a:lnTo>
                  <a:pt x="11769" y="986"/>
                </a:lnTo>
                <a:lnTo>
                  <a:pt x="11907" y="986"/>
                </a:lnTo>
                <a:lnTo>
                  <a:pt x="12083" y="986"/>
                </a:lnTo>
                <a:lnTo>
                  <a:pt x="12272" y="986"/>
                </a:lnTo>
                <a:lnTo>
                  <a:pt x="12410" y="986"/>
                </a:lnTo>
                <a:lnTo>
                  <a:pt x="12586" y="986"/>
                </a:lnTo>
                <a:lnTo>
                  <a:pt x="12775" y="986"/>
                </a:lnTo>
                <a:lnTo>
                  <a:pt x="12913" y="986"/>
                </a:lnTo>
                <a:lnTo>
                  <a:pt x="13089" y="986"/>
                </a:lnTo>
                <a:lnTo>
                  <a:pt x="13278" y="938"/>
                </a:lnTo>
                <a:lnTo>
                  <a:pt x="13416" y="938"/>
                </a:lnTo>
                <a:lnTo>
                  <a:pt x="13592" y="938"/>
                </a:lnTo>
                <a:lnTo>
                  <a:pt x="13781" y="938"/>
                </a:lnTo>
                <a:lnTo>
                  <a:pt x="13919" y="938"/>
                </a:lnTo>
                <a:lnTo>
                  <a:pt x="14095" y="938"/>
                </a:lnTo>
                <a:lnTo>
                  <a:pt x="14284" y="938"/>
                </a:lnTo>
                <a:lnTo>
                  <a:pt x="14422" y="892"/>
                </a:lnTo>
                <a:lnTo>
                  <a:pt x="14611" y="892"/>
                </a:lnTo>
                <a:lnTo>
                  <a:pt x="14787" y="892"/>
                </a:lnTo>
                <a:lnTo>
                  <a:pt x="14925" y="892"/>
                </a:lnTo>
                <a:lnTo>
                  <a:pt x="15114" y="892"/>
                </a:lnTo>
                <a:lnTo>
                  <a:pt x="15290" y="846"/>
                </a:lnTo>
                <a:lnTo>
                  <a:pt x="15428" y="846"/>
                </a:lnTo>
                <a:lnTo>
                  <a:pt x="15617" y="846"/>
                </a:lnTo>
                <a:lnTo>
                  <a:pt x="15793" y="846"/>
                </a:lnTo>
                <a:lnTo>
                  <a:pt x="15931" y="846"/>
                </a:lnTo>
                <a:lnTo>
                  <a:pt x="16120" y="798"/>
                </a:lnTo>
                <a:lnTo>
                  <a:pt x="16296" y="798"/>
                </a:lnTo>
                <a:lnTo>
                  <a:pt x="16434" y="798"/>
                </a:lnTo>
                <a:lnTo>
                  <a:pt x="16623" y="751"/>
                </a:lnTo>
                <a:lnTo>
                  <a:pt x="16799" y="751"/>
                </a:lnTo>
                <a:lnTo>
                  <a:pt x="16937" y="751"/>
                </a:lnTo>
                <a:lnTo>
                  <a:pt x="17126" y="751"/>
                </a:lnTo>
                <a:lnTo>
                  <a:pt x="17302" y="704"/>
                </a:lnTo>
                <a:lnTo>
                  <a:pt x="17440" y="704"/>
                </a:lnTo>
                <a:lnTo>
                  <a:pt x="17629" y="704"/>
                </a:lnTo>
                <a:lnTo>
                  <a:pt x="17805" y="657"/>
                </a:lnTo>
                <a:lnTo>
                  <a:pt x="17943" y="657"/>
                </a:lnTo>
                <a:lnTo>
                  <a:pt x="18132" y="657"/>
                </a:lnTo>
                <a:lnTo>
                  <a:pt x="18308" y="610"/>
                </a:lnTo>
                <a:lnTo>
                  <a:pt x="18446" y="610"/>
                </a:lnTo>
                <a:lnTo>
                  <a:pt x="18634" y="563"/>
                </a:lnTo>
                <a:lnTo>
                  <a:pt x="18811" y="563"/>
                </a:lnTo>
                <a:lnTo>
                  <a:pt x="18949" y="563"/>
                </a:lnTo>
                <a:lnTo>
                  <a:pt x="19137" y="515"/>
                </a:lnTo>
                <a:lnTo>
                  <a:pt x="19313" y="515"/>
                </a:lnTo>
                <a:lnTo>
                  <a:pt x="19452" y="469"/>
                </a:lnTo>
                <a:lnTo>
                  <a:pt x="19640" y="469"/>
                </a:lnTo>
                <a:lnTo>
                  <a:pt x="19816" y="423"/>
                </a:lnTo>
                <a:lnTo>
                  <a:pt x="19955" y="42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6636878" y="5774878"/>
            <a:ext cx="20043" cy="5735"/>
          </a:xfrm>
          <a:custGeom>
            <a:avLst/>
            <a:gdLst/>
            <a:ahLst/>
            <a:cxnLst/>
            <a:rect l="l" t="t" r="r" b="b"/>
            <a:pathLst>
              <a:path w="20043" h="5735">
                <a:moveTo>
                  <a:pt x="0" y="5735"/>
                </a:moveTo>
                <a:lnTo>
                  <a:pt x="176" y="5688"/>
                </a:lnTo>
                <a:lnTo>
                  <a:pt x="402" y="5688"/>
                </a:lnTo>
                <a:lnTo>
                  <a:pt x="590" y="5641"/>
                </a:lnTo>
                <a:lnTo>
                  <a:pt x="779" y="5593"/>
                </a:lnTo>
                <a:lnTo>
                  <a:pt x="1005" y="5593"/>
                </a:lnTo>
                <a:lnTo>
                  <a:pt x="1181" y="5547"/>
                </a:lnTo>
                <a:lnTo>
                  <a:pt x="1408" y="5499"/>
                </a:lnTo>
                <a:lnTo>
                  <a:pt x="1596" y="5499"/>
                </a:lnTo>
                <a:lnTo>
                  <a:pt x="1785" y="5453"/>
                </a:lnTo>
                <a:lnTo>
                  <a:pt x="1923" y="5453"/>
                </a:lnTo>
                <a:lnTo>
                  <a:pt x="2099" y="5405"/>
                </a:lnTo>
                <a:lnTo>
                  <a:pt x="2288" y="5359"/>
                </a:lnTo>
                <a:lnTo>
                  <a:pt x="2426" y="5359"/>
                </a:lnTo>
                <a:lnTo>
                  <a:pt x="2602" y="5312"/>
                </a:lnTo>
                <a:lnTo>
                  <a:pt x="2791" y="5264"/>
                </a:lnTo>
                <a:lnTo>
                  <a:pt x="2929" y="5264"/>
                </a:lnTo>
                <a:lnTo>
                  <a:pt x="3105" y="5218"/>
                </a:lnTo>
                <a:lnTo>
                  <a:pt x="3294" y="5218"/>
                </a:lnTo>
                <a:lnTo>
                  <a:pt x="3432" y="5170"/>
                </a:lnTo>
                <a:lnTo>
                  <a:pt x="3608" y="5124"/>
                </a:lnTo>
                <a:lnTo>
                  <a:pt x="3797" y="5124"/>
                </a:lnTo>
                <a:lnTo>
                  <a:pt x="3935" y="5076"/>
                </a:lnTo>
                <a:lnTo>
                  <a:pt x="4111" y="5030"/>
                </a:lnTo>
                <a:lnTo>
                  <a:pt x="4300" y="4982"/>
                </a:lnTo>
                <a:lnTo>
                  <a:pt x="4438" y="4982"/>
                </a:lnTo>
                <a:lnTo>
                  <a:pt x="4614" y="4936"/>
                </a:lnTo>
                <a:lnTo>
                  <a:pt x="4803" y="4889"/>
                </a:lnTo>
                <a:lnTo>
                  <a:pt x="4941" y="4889"/>
                </a:lnTo>
                <a:lnTo>
                  <a:pt x="5117" y="4841"/>
                </a:lnTo>
                <a:lnTo>
                  <a:pt x="5306" y="4795"/>
                </a:lnTo>
                <a:lnTo>
                  <a:pt x="5444" y="4795"/>
                </a:lnTo>
                <a:lnTo>
                  <a:pt x="5620" y="4747"/>
                </a:lnTo>
                <a:lnTo>
                  <a:pt x="5809" y="4701"/>
                </a:lnTo>
                <a:lnTo>
                  <a:pt x="5947" y="4653"/>
                </a:lnTo>
                <a:lnTo>
                  <a:pt x="6123" y="4607"/>
                </a:lnTo>
                <a:lnTo>
                  <a:pt x="6312" y="4559"/>
                </a:lnTo>
                <a:lnTo>
                  <a:pt x="6450" y="4559"/>
                </a:lnTo>
                <a:lnTo>
                  <a:pt x="6626" y="4513"/>
                </a:lnTo>
                <a:lnTo>
                  <a:pt x="6815" y="4466"/>
                </a:lnTo>
                <a:lnTo>
                  <a:pt x="6953" y="4418"/>
                </a:lnTo>
                <a:lnTo>
                  <a:pt x="7129" y="4372"/>
                </a:lnTo>
                <a:lnTo>
                  <a:pt x="7318" y="4324"/>
                </a:lnTo>
                <a:lnTo>
                  <a:pt x="7456" y="4324"/>
                </a:lnTo>
                <a:lnTo>
                  <a:pt x="7632" y="4278"/>
                </a:lnTo>
                <a:lnTo>
                  <a:pt x="7821" y="4230"/>
                </a:lnTo>
                <a:lnTo>
                  <a:pt x="7959" y="4184"/>
                </a:lnTo>
                <a:lnTo>
                  <a:pt x="8148" y="4136"/>
                </a:lnTo>
                <a:lnTo>
                  <a:pt x="8324" y="4089"/>
                </a:lnTo>
                <a:lnTo>
                  <a:pt x="8462" y="4043"/>
                </a:lnTo>
                <a:lnTo>
                  <a:pt x="8651" y="3995"/>
                </a:lnTo>
                <a:lnTo>
                  <a:pt x="8827" y="3949"/>
                </a:lnTo>
                <a:lnTo>
                  <a:pt x="8965" y="3901"/>
                </a:lnTo>
                <a:lnTo>
                  <a:pt x="9154" y="3855"/>
                </a:lnTo>
                <a:lnTo>
                  <a:pt x="9330" y="3807"/>
                </a:lnTo>
                <a:lnTo>
                  <a:pt x="9468" y="3761"/>
                </a:lnTo>
                <a:lnTo>
                  <a:pt x="9656" y="3713"/>
                </a:lnTo>
                <a:lnTo>
                  <a:pt x="9833" y="3666"/>
                </a:lnTo>
                <a:lnTo>
                  <a:pt x="9971" y="3620"/>
                </a:lnTo>
                <a:lnTo>
                  <a:pt x="10159" y="3572"/>
                </a:lnTo>
                <a:lnTo>
                  <a:pt x="10336" y="3526"/>
                </a:lnTo>
                <a:lnTo>
                  <a:pt x="10474" y="3478"/>
                </a:lnTo>
                <a:lnTo>
                  <a:pt x="10662" y="3432"/>
                </a:lnTo>
                <a:lnTo>
                  <a:pt x="10838" y="3384"/>
                </a:lnTo>
                <a:lnTo>
                  <a:pt x="10977" y="3338"/>
                </a:lnTo>
                <a:lnTo>
                  <a:pt x="11165" y="3290"/>
                </a:lnTo>
                <a:lnTo>
                  <a:pt x="11341" y="3243"/>
                </a:lnTo>
                <a:lnTo>
                  <a:pt x="11480" y="3197"/>
                </a:lnTo>
                <a:lnTo>
                  <a:pt x="11668" y="3149"/>
                </a:lnTo>
                <a:lnTo>
                  <a:pt x="11844" y="3055"/>
                </a:lnTo>
                <a:lnTo>
                  <a:pt x="11983" y="3055"/>
                </a:lnTo>
                <a:lnTo>
                  <a:pt x="12171" y="2961"/>
                </a:lnTo>
                <a:lnTo>
                  <a:pt x="12347" y="2914"/>
                </a:lnTo>
                <a:lnTo>
                  <a:pt x="12486" y="2867"/>
                </a:lnTo>
                <a:lnTo>
                  <a:pt x="12674" y="2820"/>
                </a:lnTo>
                <a:lnTo>
                  <a:pt x="12850" y="2726"/>
                </a:lnTo>
                <a:lnTo>
                  <a:pt x="12989" y="2726"/>
                </a:lnTo>
                <a:lnTo>
                  <a:pt x="13177" y="2632"/>
                </a:lnTo>
                <a:lnTo>
                  <a:pt x="13353" y="2586"/>
                </a:lnTo>
                <a:lnTo>
                  <a:pt x="13492" y="2538"/>
                </a:lnTo>
                <a:lnTo>
                  <a:pt x="13680" y="2491"/>
                </a:lnTo>
                <a:lnTo>
                  <a:pt x="13856" y="2397"/>
                </a:lnTo>
                <a:lnTo>
                  <a:pt x="13995" y="2351"/>
                </a:lnTo>
                <a:lnTo>
                  <a:pt x="14183" y="2303"/>
                </a:lnTo>
                <a:lnTo>
                  <a:pt x="14372" y="2209"/>
                </a:lnTo>
                <a:lnTo>
                  <a:pt x="14598" y="2162"/>
                </a:lnTo>
                <a:lnTo>
                  <a:pt x="14774" y="2068"/>
                </a:lnTo>
                <a:lnTo>
                  <a:pt x="15001" y="2021"/>
                </a:lnTo>
                <a:lnTo>
                  <a:pt x="15189" y="1928"/>
                </a:lnTo>
                <a:lnTo>
                  <a:pt x="15378" y="1880"/>
                </a:lnTo>
                <a:lnTo>
                  <a:pt x="15604" y="1786"/>
                </a:lnTo>
                <a:lnTo>
                  <a:pt x="15780" y="1739"/>
                </a:lnTo>
                <a:lnTo>
                  <a:pt x="16019" y="1645"/>
                </a:lnTo>
                <a:lnTo>
                  <a:pt x="16195" y="1551"/>
                </a:lnTo>
                <a:lnTo>
                  <a:pt x="16384" y="1505"/>
                </a:lnTo>
                <a:lnTo>
                  <a:pt x="16522" y="1457"/>
                </a:lnTo>
                <a:lnTo>
                  <a:pt x="16698" y="1363"/>
                </a:lnTo>
                <a:lnTo>
                  <a:pt x="16887" y="1316"/>
                </a:lnTo>
                <a:lnTo>
                  <a:pt x="17025" y="1269"/>
                </a:lnTo>
                <a:lnTo>
                  <a:pt x="17201" y="1175"/>
                </a:lnTo>
                <a:lnTo>
                  <a:pt x="17390" y="1082"/>
                </a:lnTo>
                <a:lnTo>
                  <a:pt x="17528" y="1034"/>
                </a:lnTo>
                <a:lnTo>
                  <a:pt x="17704" y="987"/>
                </a:lnTo>
                <a:lnTo>
                  <a:pt x="17893" y="893"/>
                </a:lnTo>
                <a:lnTo>
                  <a:pt x="18031" y="846"/>
                </a:lnTo>
                <a:lnTo>
                  <a:pt x="18207" y="751"/>
                </a:lnTo>
                <a:lnTo>
                  <a:pt x="18396" y="705"/>
                </a:lnTo>
                <a:lnTo>
                  <a:pt x="18534" y="659"/>
                </a:lnTo>
                <a:lnTo>
                  <a:pt x="18710" y="564"/>
                </a:lnTo>
                <a:lnTo>
                  <a:pt x="18899" y="470"/>
                </a:lnTo>
                <a:lnTo>
                  <a:pt x="19037" y="423"/>
                </a:lnTo>
                <a:lnTo>
                  <a:pt x="19213" y="328"/>
                </a:lnTo>
                <a:lnTo>
                  <a:pt x="19402" y="282"/>
                </a:lnTo>
                <a:lnTo>
                  <a:pt x="19540" y="236"/>
                </a:lnTo>
                <a:lnTo>
                  <a:pt x="19716" y="141"/>
                </a:lnTo>
                <a:lnTo>
                  <a:pt x="19904" y="47"/>
                </a:lnTo>
                <a:lnTo>
                  <a:pt x="20043" y="0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6656921" y="5763126"/>
            <a:ext cx="19992" cy="11751"/>
          </a:xfrm>
          <a:custGeom>
            <a:avLst/>
            <a:gdLst/>
            <a:ahLst/>
            <a:cxnLst/>
            <a:rect l="l" t="t" r="r" b="b"/>
            <a:pathLst>
              <a:path w="19992" h="11751">
                <a:moveTo>
                  <a:pt x="0" y="11751"/>
                </a:moveTo>
                <a:lnTo>
                  <a:pt x="176" y="11657"/>
                </a:lnTo>
                <a:lnTo>
                  <a:pt x="364" y="11564"/>
                </a:lnTo>
                <a:lnTo>
                  <a:pt x="502" y="11516"/>
                </a:lnTo>
                <a:lnTo>
                  <a:pt x="679" y="11422"/>
                </a:lnTo>
                <a:lnTo>
                  <a:pt x="867" y="11328"/>
                </a:lnTo>
                <a:lnTo>
                  <a:pt x="1005" y="11328"/>
                </a:lnTo>
                <a:lnTo>
                  <a:pt x="1181" y="11234"/>
                </a:lnTo>
                <a:lnTo>
                  <a:pt x="1370" y="11141"/>
                </a:lnTo>
                <a:lnTo>
                  <a:pt x="1508" y="11093"/>
                </a:lnTo>
                <a:lnTo>
                  <a:pt x="1684" y="10999"/>
                </a:lnTo>
                <a:lnTo>
                  <a:pt x="1873" y="10905"/>
                </a:lnTo>
                <a:lnTo>
                  <a:pt x="2011" y="10858"/>
                </a:lnTo>
                <a:lnTo>
                  <a:pt x="2200" y="10764"/>
                </a:lnTo>
                <a:lnTo>
                  <a:pt x="2376" y="10670"/>
                </a:lnTo>
                <a:lnTo>
                  <a:pt x="2514" y="10624"/>
                </a:lnTo>
                <a:lnTo>
                  <a:pt x="2703" y="10529"/>
                </a:lnTo>
                <a:lnTo>
                  <a:pt x="2879" y="10435"/>
                </a:lnTo>
                <a:lnTo>
                  <a:pt x="3017" y="10388"/>
                </a:lnTo>
                <a:lnTo>
                  <a:pt x="3206" y="10247"/>
                </a:lnTo>
                <a:lnTo>
                  <a:pt x="3382" y="10153"/>
                </a:lnTo>
                <a:lnTo>
                  <a:pt x="3520" y="10106"/>
                </a:lnTo>
                <a:lnTo>
                  <a:pt x="3709" y="10012"/>
                </a:lnTo>
                <a:lnTo>
                  <a:pt x="3885" y="9918"/>
                </a:lnTo>
                <a:lnTo>
                  <a:pt x="4023" y="9872"/>
                </a:lnTo>
                <a:lnTo>
                  <a:pt x="4212" y="9777"/>
                </a:lnTo>
                <a:lnTo>
                  <a:pt x="4388" y="9683"/>
                </a:lnTo>
                <a:lnTo>
                  <a:pt x="4526" y="9636"/>
                </a:lnTo>
                <a:lnTo>
                  <a:pt x="4715" y="9495"/>
                </a:lnTo>
                <a:lnTo>
                  <a:pt x="4891" y="9401"/>
                </a:lnTo>
                <a:lnTo>
                  <a:pt x="5029" y="9354"/>
                </a:lnTo>
                <a:lnTo>
                  <a:pt x="5218" y="9260"/>
                </a:lnTo>
                <a:lnTo>
                  <a:pt x="5394" y="9166"/>
                </a:lnTo>
                <a:lnTo>
                  <a:pt x="5532" y="9118"/>
                </a:lnTo>
                <a:lnTo>
                  <a:pt x="5721" y="8978"/>
                </a:lnTo>
                <a:lnTo>
                  <a:pt x="5897" y="8884"/>
                </a:lnTo>
                <a:lnTo>
                  <a:pt x="6035" y="8837"/>
                </a:lnTo>
                <a:lnTo>
                  <a:pt x="6224" y="8743"/>
                </a:lnTo>
                <a:lnTo>
                  <a:pt x="6400" y="8602"/>
                </a:lnTo>
                <a:lnTo>
                  <a:pt x="6538" y="8555"/>
                </a:lnTo>
                <a:lnTo>
                  <a:pt x="6727" y="8461"/>
                </a:lnTo>
                <a:lnTo>
                  <a:pt x="6903" y="8366"/>
                </a:lnTo>
                <a:lnTo>
                  <a:pt x="7041" y="8320"/>
                </a:lnTo>
                <a:lnTo>
                  <a:pt x="7230" y="8179"/>
                </a:lnTo>
                <a:lnTo>
                  <a:pt x="7406" y="8085"/>
                </a:lnTo>
                <a:lnTo>
                  <a:pt x="7544" y="8038"/>
                </a:lnTo>
                <a:lnTo>
                  <a:pt x="7733" y="7897"/>
                </a:lnTo>
                <a:lnTo>
                  <a:pt x="7909" y="7803"/>
                </a:lnTo>
                <a:lnTo>
                  <a:pt x="8047" y="7756"/>
                </a:lnTo>
                <a:lnTo>
                  <a:pt x="8236" y="7614"/>
                </a:lnTo>
                <a:lnTo>
                  <a:pt x="8424" y="7520"/>
                </a:lnTo>
                <a:lnTo>
                  <a:pt x="8651" y="7426"/>
                </a:lnTo>
                <a:lnTo>
                  <a:pt x="8827" y="7286"/>
                </a:lnTo>
                <a:lnTo>
                  <a:pt x="9053" y="7191"/>
                </a:lnTo>
                <a:lnTo>
                  <a:pt x="9242" y="7051"/>
                </a:lnTo>
                <a:lnTo>
                  <a:pt x="9430" y="6957"/>
                </a:lnTo>
                <a:lnTo>
                  <a:pt x="9568" y="6863"/>
                </a:lnTo>
                <a:lnTo>
                  <a:pt x="9745" y="6768"/>
                </a:lnTo>
                <a:lnTo>
                  <a:pt x="9933" y="6628"/>
                </a:lnTo>
                <a:lnTo>
                  <a:pt x="10071" y="6580"/>
                </a:lnTo>
                <a:lnTo>
                  <a:pt x="10247" y="6487"/>
                </a:lnTo>
                <a:lnTo>
                  <a:pt x="10436" y="6345"/>
                </a:lnTo>
                <a:lnTo>
                  <a:pt x="10574" y="6299"/>
                </a:lnTo>
                <a:lnTo>
                  <a:pt x="10750" y="6157"/>
                </a:lnTo>
                <a:lnTo>
                  <a:pt x="10939" y="6064"/>
                </a:lnTo>
                <a:lnTo>
                  <a:pt x="11077" y="5970"/>
                </a:lnTo>
                <a:lnTo>
                  <a:pt x="11253" y="5876"/>
                </a:lnTo>
                <a:lnTo>
                  <a:pt x="11442" y="5734"/>
                </a:lnTo>
                <a:lnTo>
                  <a:pt x="11580" y="5688"/>
                </a:lnTo>
                <a:lnTo>
                  <a:pt x="11756" y="5547"/>
                </a:lnTo>
                <a:lnTo>
                  <a:pt x="11945" y="5453"/>
                </a:lnTo>
                <a:lnTo>
                  <a:pt x="12083" y="5359"/>
                </a:lnTo>
                <a:lnTo>
                  <a:pt x="12259" y="5264"/>
                </a:lnTo>
                <a:lnTo>
                  <a:pt x="12448" y="5124"/>
                </a:lnTo>
                <a:lnTo>
                  <a:pt x="12586" y="5076"/>
                </a:lnTo>
                <a:lnTo>
                  <a:pt x="12762" y="4936"/>
                </a:lnTo>
                <a:lnTo>
                  <a:pt x="12951" y="4795"/>
                </a:lnTo>
                <a:lnTo>
                  <a:pt x="13089" y="4747"/>
                </a:lnTo>
                <a:lnTo>
                  <a:pt x="13265" y="4607"/>
                </a:lnTo>
                <a:lnTo>
                  <a:pt x="13454" y="4513"/>
                </a:lnTo>
                <a:lnTo>
                  <a:pt x="13592" y="4418"/>
                </a:lnTo>
                <a:lnTo>
                  <a:pt x="13768" y="4278"/>
                </a:lnTo>
                <a:lnTo>
                  <a:pt x="13957" y="4184"/>
                </a:lnTo>
                <a:lnTo>
                  <a:pt x="14095" y="4089"/>
                </a:lnTo>
                <a:lnTo>
                  <a:pt x="14271" y="3995"/>
                </a:lnTo>
                <a:lnTo>
                  <a:pt x="14460" y="3855"/>
                </a:lnTo>
                <a:lnTo>
                  <a:pt x="14598" y="3761"/>
                </a:lnTo>
                <a:lnTo>
                  <a:pt x="14774" y="3666"/>
                </a:lnTo>
                <a:lnTo>
                  <a:pt x="14963" y="3526"/>
                </a:lnTo>
                <a:lnTo>
                  <a:pt x="15101" y="3432"/>
                </a:lnTo>
                <a:lnTo>
                  <a:pt x="15277" y="3290"/>
                </a:lnTo>
                <a:lnTo>
                  <a:pt x="15466" y="3196"/>
                </a:lnTo>
                <a:lnTo>
                  <a:pt x="15604" y="3103"/>
                </a:lnTo>
                <a:lnTo>
                  <a:pt x="15793" y="2961"/>
                </a:lnTo>
                <a:lnTo>
                  <a:pt x="15969" y="2820"/>
                </a:lnTo>
                <a:lnTo>
                  <a:pt x="16107" y="2773"/>
                </a:lnTo>
                <a:lnTo>
                  <a:pt x="16296" y="2632"/>
                </a:lnTo>
                <a:lnTo>
                  <a:pt x="16472" y="2491"/>
                </a:lnTo>
                <a:lnTo>
                  <a:pt x="16610" y="2444"/>
                </a:lnTo>
                <a:lnTo>
                  <a:pt x="16799" y="2303"/>
                </a:lnTo>
                <a:lnTo>
                  <a:pt x="16975" y="2162"/>
                </a:lnTo>
                <a:lnTo>
                  <a:pt x="17113" y="2068"/>
                </a:lnTo>
                <a:lnTo>
                  <a:pt x="17302" y="1926"/>
                </a:lnTo>
                <a:lnTo>
                  <a:pt x="17478" y="1786"/>
                </a:lnTo>
                <a:lnTo>
                  <a:pt x="17616" y="1739"/>
                </a:lnTo>
                <a:lnTo>
                  <a:pt x="17805" y="1598"/>
                </a:lnTo>
                <a:lnTo>
                  <a:pt x="17981" y="1457"/>
                </a:lnTo>
                <a:lnTo>
                  <a:pt x="18119" y="1363"/>
                </a:lnTo>
                <a:lnTo>
                  <a:pt x="18308" y="1222"/>
                </a:lnTo>
                <a:lnTo>
                  <a:pt x="18484" y="1080"/>
                </a:lnTo>
                <a:lnTo>
                  <a:pt x="18622" y="1034"/>
                </a:lnTo>
                <a:lnTo>
                  <a:pt x="18811" y="893"/>
                </a:lnTo>
                <a:lnTo>
                  <a:pt x="18987" y="751"/>
                </a:lnTo>
                <a:lnTo>
                  <a:pt x="19125" y="657"/>
                </a:lnTo>
                <a:lnTo>
                  <a:pt x="19313" y="517"/>
                </a:lnTo>
                <a:lnTo>
                  <a:pt x="19490" y="376"/>
                </a:lnTo>
                <a:lnTo>
                  <a:pt x="19628" y="282"/>
                </a:lnTo>
                <a:lnTo>
                  <a:pt x="19816" y="141"/>
                </a:lnTo>
                <a:lnTo>
                  <a:pt x="19992" y="0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6676914" y="5745500"/>
            <a:ext cx="20055" cy="17626"/>
          </a:xfrm>
          <a:custGeom>
            <a:avLst/>
            <a:gdLst/>
            <a:ahLst/>
            <a:cxnLst/>
            <a:rect l="l" t="t" r="r" b="b"/>
            <a:pathLst>
              <a:path w="20055" h="17626">
                <a:moveTo>
                  <a:pt x="0" y="17626"/>
                </a:moveTo>
                <a:lnTo>
                  <a:pt x="138" y="17532"/>
                </a:lnTo>
                <a:lnTo>
                  <a:pt x="326" y="17391"/>
                </a:lnTo>
                <a:lnTo>
                  <a:pt x="502" y="17251"/>
                </a:lnTo>
                <a:lnTo>
                  <a:pt x="641" y="17156"/>
                </a:lnTo>
                <a:lnTo>
                  <a:pt x="829" y="17015"/>
                </a:lnTo>
                <a:lnTo>
                  <a:pt x="1005" y="16874"/>
                </a:lnTo>
                <a:lnTo>
                  <a:pt x="1144" y="16780"/>
                </a:lnTo>
                <a:lnTo>
                  <a:pt x="1332" y="16639"/>
                </a:lnTo>
                <a:lnTo>
                  <a:pt x="1508" y="16499"/>
                </a:lnTo>
                <a:lnTo>
                  <a:pt x="1647" y="16405"/>
                </a:lnTo>
                <a:lnTo>
                  <a:pt x="1835" y="16263"/>
                </a:lnTo>
                <a:lnTo>
                  <a:pt x="2024" y="16122"/>
                </a:lnTo>
                <a:lnTo>
                  <a:pt x="2250" y="15981"/>
                </a:lnTo>
                <a:lnTo>
                  <a:pt x="2426" y="15793"/>
                </a:lnTo>
                <a:lnTo>
                  <a:pt x="2653" y="15653"/>
                </a:lnTo>
                <a:lnTo>
                  <a:pt x="2841" y="15511"/>
                </a:lnTo>
                <a:lnTo>
                  <a:pt x="3030" y="15322"/>
                </a:lnTo>
                <a:lnTo>
                  <a:pt x="3168" y="15276"/>
                </a:lnTo>
                <a:lnTo>
                  <a:pt x="3344" y="15088"/>
                </a:lnTo>
                <a:lnTo>
                  <a:pt x="3533" y="14947"/>
                </a:lnTo>
                <a:lnTo>
                  <a:pt x="3671" y="14853"/>
                </a:lnTo>
                <a:lnTo>
                  <a:pt x="3847" y="14712"/>
                </a:lnTo>
                <a:lnTo>
                  <a:pt x="4036" y="14524"/>
                </a:lnTo>
                <a:lnTo>
                  <a:pt x="4174" y="14476"/>
                </a:lnTo>
                <a:lnTo>
                  <a:pt x="4350" y="14289"/>
                </a:lnTo>
                <a:lnTo>
                  <a:pt x="4539" y="14147"/>
                </a:lnTo>
                <a:lnTo>
                  <a:pt x="4677" y="14053"/>
                </a:lnTo>
                <a:lnTo>
                  <a:pt x="4853" y="13913"/>
                </a:lnTo>
                <a:lnTo>
                  <a:pt x="5042" y="13724"/>
                </a:lnTo>
                <a:lnTo>
                  <a:pt x="5180" y="13678"/>
                </a:lnTo>
                <a:lnTo>
                  <a:pt x="5356" y="13490"/>
                </a:lnTo>
                <a:lnTo>
                  <a:pt x="5545" y="13349"/>
                </a:lnTo>
                <a:lnTo>
                  <a:pt x="5683" y="13255"/>
                </a:lnTo>
                <a:lnTo>
                  <a:pt x="5859" y="13066"/>
                </a:lnTo>
                <a:lnTo>
                  <a:pt x="6048" y="12926"/>
                </a:lnTo>
                <a:lnTo>
                  <a:pt x="6186" y="12832"/>
                </a:lnTo>
                <a:lnTo>
                  <a:pt x="6362" y="12691"/>
                </a:lnTo>
                <a:lnTo>
                  <a:pt x="6551" y="12503"/>
                </a:lnTo>
                <a:lnTo>
                  <a:pt x="6689" y="12409"/>
                </a:lnTo>
                <a:lnTo>
                  <a:pt x="6865" y="12268"/>
                </a:lnTo>
                <a:lnTo>
                  <a:pt x="7054" y="12080"/>
                </a:lnTo>
                <a:lnTo>
                  <a:pt x="7192" y="11986"/>
                </a:lnTo>
                <a:lnTo>
                  <a:pt x="7368" y="11845"/>
                </a:lnTo>
                <a:lnTo>
                  <a:pt x="7557" y="11657"/>
                </a:lnTo>
                <a:lnTo>
                  <a:pt x="7695" y="11563"/>
                </a:lnTo>
                <a:lnTo>
                  <a:pt x="7871" y="11422"/>
                </a:lnTo>
                <a:lnTo>
                  <a:pt x="8060" y="11234"/>
                </a:lnTo>
                <a:lnTo>
                  <a:pt x="8198" y="11140"/>
                </a:lnTo>
                <a:lnTo>
                  <a:pt x="8374" y="10999"/>
                </a:lnTo>
                <a:lnTo>
                  <a:pt x="8563" y="10811"/>
                </a:lnTo>
                <a:lnTo>
                  <a:pt x="8701" y="10716"/>
                </a:lnTo>
                <a:lnTo>
                  <a:pt x="8877" y="10528"/>
                </a:lnTo>
                <a:lnTo>
                  <a:pt x="9066" y="10388"/>
                </a:lnTo>
                <a:lnTo>
                  <a:pt x="9204" y="10293"/>
                </a:lnTo>
                <a:lnTo>
                  <a:pt x="9392" y="10105"/>
                </a:lnTo>
                <a:lnTo>
                  <a:pt x="9568" y="9917"/>
                </a:lnTo>
                <a:lnTo>
                  <a:pt x="9707" y="9823"/>
                </a:lnTo>
                <a:lnTo>
                  <a:pt x="9895" y="9682"/>
                </a:lnTo>
                <a:lnTo>
                  <a:pt x="10071" y="9494"/>
                </a:lnTo>
                <a:lnTo>
                  <a:pt x="10210" y="9400"/>
                </a:lnTo>
                <a:lnTo>
                  <a:pt x="10398" y="9213"/>
                </a:lnTo>
                <a:lnTo>
                  <a:pt x="10574" y="9024"/>
                </a:lnTo>
                <a:lnTo>
                  <a:pt x="10713" y="8977"/>
                </a:lnTo>
                <a:lnTo>
                  <a:pt x="10901" y="8790"/>
                </a:lnTo>
                <a:lnTo>
                  <a:pt x="11077" y="8601"/>
                </a:lnTo>
                <a:lnTo>
                  <a:pt x="11216" y="8507"/>
                </a:lnTo>
                <a:lnTo>
                  <a:pt x="11404" y="8319"/>
                </a:lnTo>
                <a:lnTo>
                  <a:pt x="11580" y="8130"/>
                </a:lnTo>
                <a:lnTo>
                  <a:pt x="11719" y="8038"/>
                </a:lnTo>
                <a:lnTo>
                  <a:pt x="11907" y="7849"/>
                </a:lnTo>
                <a:lnTo>
                  <a:pt x="12083" y="7707"/>
                </a:lnTo>
                <a:lnTo>
                  <a:pt x="12222" y="7614"/>
                </a:lnTo>
                <a:lnTo>
                  <a:pt x="12410" y="7426"/>
                </a:lnTo>
                <a:lnTo>
                  <a:pt x="12586" y="7238"/>
                </a:lnTo>
                <a:lnTo>
                  <a:pt x="12725" y="7144"/>
                </a:lnTo>
                <a:lnTo>
                  <a:pt x="12913" y="6955"/>
                </a:lnTo>
                <a:lnTo>
                  <a:pt x="13089" y="6768"/>
                </a:lnTo>
                <a:lnTo>
                  <a:pt x="13228" y="6674"/>
                </a:lnTo>
                <a:lnTo>
                  <a:pt x="13416" y="6486"/>
                </a:lnTo>
                <a:lnTo>
                  <a:pt x="13592" y="6298"/>
                </a:lnTo>
                <a:lnTo>
                  <a:pt x="13731" y="6203"/>
                </a:lnTo>
                <a:lnTo>
                  <a:pt x="13919" y="6015"/>
                </a:lnTo>
                <a:lnTo>
                  <a:pt x="14095" y="5828"/>
                </a:lnTo>
                <a:lnTo>
                  <a:pt x="14234" y="5734"/>
                </a:lnTo>
                <a:lnTo>
                  <a:pt x="14422" y="5546"/>
                </a:lnTo>
                <a:lnTo>
                  <a:pt x="14598" y="5357"/>
                </a:lnTo>
                <a:lnTo>
                  <a:pt x="14736" y="5263"/>
                </a:lnTo>
                <a:lnTo>
                  <a:pt x="14837" y="5169"/>
                </a:lnTo>
                <a:lnTo>
                  <a:pt x="14925" y="5076"/>
                </a:lnTo>
                <a:lnTo>
                  <a:pt x="15013" y="4982"/>
                </a:lnTo>
                <a:lnTo>
                  <a:pt x="15101" y="4888"/>
                </a:lnTo>
                <a:lnTo>
                  <a:pt x="15239" y="4794"/>
                </a:lnTo>
                <a:lnTo>
                  <a:pt x="15428" y="4605"/>
                </a:lnTo>
                <a:lnTo>
                  <a:pt x="15617" y="4417"/>
                </a:lnTo>
                <a:lnTo>
                  <a:pt x="15742" y="4276"/>
                </a:lnTo>
                <a:lnTo>
                  <a:pt x="15931" y="4088"/>
                </a:lnTo>
                <a:lnTo>
                  <a:pt x="16120" y="3900"/>
                </a:lnTo>
                <a:lnTo>
                  <a:pt x="16346" y="3713"/>
                </a:lnTo>
                <a:lnTo>
                  <a:pt x="16522" y="3525"/>
                </a:lnTo>
                <a:lnTo>
                  <a:pt x="16761" y="3336"/>
                </a:lnTo>
                <a:lnTo>
                  <a:pt x="16937" y="3148"/>
                </a:lnTo>
                <a:lnTo>
                  <a:pt x="17025" y="3007"/>
                </a:lnTo>
                <a:lnTo>
                  <a:pt x="17264" y="2819"/>
                </a:lnTo>
                <a:lnTo>
                  <a:pt x="17440" y="2631"/>
                </a:lnTo>
                <a:lnTo>
                  <a:pt x="17629" y="2444"/>
                </a:lnTo>
                <a:lnTo>
                  <a:pt x="17767" y="2350"/>
                </a:lnTo>
                <a:lnTo>
                  <a:pt x="17943" y="2161"/>
                </a:lnTo>
                <a:lnTo>
                  <a:pt x="18031" y="2021"/>
                </a:lnTo>
                <a:lnTo>
                  <a:pt x="18270" y="1832"/>
                </a:lnTo>
                <a:lnTo>
                  <a:pt x="18446" y="1644"/>
                </a:lnTo>
                <a:lnTo>
                  <a:pt x="18634" y="1456"/>
                </a:lnTo>
                <a:lnTo>
                  <a:pt x="18773" y="1315"/>
                </a:lnTo>
                <a:lnTo>
                  <a:pt x="18949" y="1127"/>
                </a:lnTo>
                <a:lnTo>
                  <a:pt x="19137" y="938"/>
                </a:lnTo>
                <a:lnTo>
                  <a:pt x="19276" y="846"/>
                </a:lnTo>
                <a:lnTo>
                  <a:pt x="19364" y="704"/>
                </a:lnTo>
                <a:lnTo>
                  <a:pt x="19552" y="515"/>
                </a:lnTo>
                <a:lnTo>
                  <a:pt x="19779" y="328"/>
                </a:lnTo>
                <a:lnTo>
                  <a:pt x="19955" y="92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6696970" y="5722325"/>
            <a:ext cx="20043" cy="23175"/>
          </a:xfrm>
          <a:custGeom>
            <a:avLst/>
            <a:gdLst/>
            <a:ahLst/>
            <a:cxnLst/>
            <a:rect l="l" t="t" r="r" b="b"/>
            <a:pathLst>
              <a:path w="20043" h="23175">
                <a:moveTo>
                  <a:pt x="0" y="23175"/>
                </a:moveTo>
                <a:lnTo>
                  <a:pt x="226" y="22986"/>
                </a:lnTo>
                <a:lnTo>
                  <a:pt x="402" y="22752"/>
                </a:lnTo>
                <a:lnTo>
                  <a:pt x="641" y="22563"/>
                </a:lnTo>
                <a:lnTo>
                  <a:pt x="817" y="22375"/>
                </a:lnTo>
                <a:lnTo>
                  <a:pt x="905" y="22234"/>
                </a:lnTo>
                <a:lnTo>
                  <a:pt x="1144" y="22046"/>
                </a:lnTo>
                <a:lnTo>
                  <a:pt x="1320" y="21858"/>
                </a:lnTo>
                <a:lnTo>
                  <a:pt x="1408" y="21717"/>
                </a:lnTo>
                <a:lnTo>
                  <a:pt x="1647" y="21529"/>
                </a:lnTo>
                <a:lnTo>
                  <a:pt x="1823" y="21294"/>
                </a:lnTo>
                <a:lnTo>
                  <a:pt x="2011" y="21106"/>
                </a:lnTo>
                <a:lnTo>
                  <a:pt x="2150" y="21012"/>
                </a:lnTo>
                <a:lnTo>
                  <a:pt x="2238" y="20871"/>
                </a:lnTo>
                <a:lnTo>
                  <a:pt x="2414" y="20683"/>
                </a:lnTo>
                <a:lnTo>
                  <a:pt x="2653" y="20448"/>
                </a:lnTo>
                <a:lnTo>
                  <a:pt x="2829" y="20260"/>
                </a:lnTo>
                <a:lnTo>
                  <a:pt x="3017" y="20025"/>
                </a:lnTo>
                <a:lnTo>
                  <a:pt x="3156" y="19931"/>
                </a:lnTo>
                <a:lnTo>
                  <a:pt x="3332" y="19696"/>
                </a:lnTo>
                <a:lnTo>
                  <a:pt x="3520" y="19508"/>
                </a:lnTo>
                <a:lnTo>
                  <a:pt x="3659" y="19414"/>
                </a:lnTo>
                <a:lnTo>
                  <a:pt x="3747" y="19273"/>
                </a:lnTo>
                <a:lnTo>
                  <a:pt x="3935" y="19085"/>
                </a:lnTo>
                <a:lnTo>
                  <a:pt x="4023" y="18944"/>
                </a:lnTo>
                <a:lnTo>
                  <a:pt x="4162" y="18850"/>
                </a:lnTo>
                <a:lnTo>
                  <a:pt x="4338" y="18614"/>
                </a:lnTo>
                <a:lnTo>
                  <a:pt x="4526" y="18427"/>
                </a:lnTo>
                <a:lnTo>
                  <a:pt x="4665" y="18285"/>
                </a:lnTo>
                <a:lnTo>
                  <a:pt x="4841" y="18098"/>
                </a:lnTo>
                <a:lnTo>
                  <a:pt x="5029" y="17862"/>
                </a:lnTo>
                <a:lnTo>
                  <a:pt x="5168" y="17768"/>
                </a:lnTo>
                <a:lnTo>
                  <a:pt x="5256" y="17627"/>
                </a:lnTo>
                <a:lnTo>
                  <a:pt x="5444" y="17439"/>
                </a:lnTo>
                <a:lnTo>
                  <a:pt x="5532" y="17298"/>
                </a:lnTo>
                <a:lnTo>
                  <a:pt x="5670" y="17204"/>
                </a:lnTo>
                <a:lnTo>
                  <a:pt x="5847" y="16969"/>
                </a:lnTo>
                <a:lnTo>
                  <a:pt x="6035" y="16781"/>
                </a:lnTo>
                <a:lnTo>
                  <a:pt x="6173" y="16641"/>
                </a:lnTo>
                <a:lnTo>
                  <a:pt x="6349" y="16452"/>
                </a:lnTo>
                <a:lnTo>
                  <a:pt x="6450" y="16312"/>
                </a:lnTo>
                <a:lnTo>
                  <a:pt x="6676" y="16076"/>
                </a:lnTo>
                <a:lnTo>
                  <a:pt x="6865" y="15889"/>
                </a:lnTo>
                <a:lnTo>
                  <a:pt x="6953" y="15747"/>
                </a:lnTo>
                <a:lnTo>
                  <a:pt x="7179" y="15512"/>
                </a:lnTo>
                <a:lnTo>
                  <a:pt x="7368" y="15324"/>
                </a:lnTo>
                <a:lnTo>
                  <a:pt x="7456" y="15183"/>
                </a:lnTo>
                <a:lnTo>
                  <a:pt x="7682" y="14948"/>
                </a:lnTo>
                <a:lnTo>
                  <a:pt x="7871" y="14760"/>
                </a:lnTo>
                <a:lnTo>
                  <a:pt x="7959" y="14619"/>
                </a:lnTo>
                <a:lnTo>
                  <a:pt x="8185" y="14383"/>
                </a:lnTo>
                <a:lnTo>
                  <a:pt x="8374" y="14149"/>
                </a:lnTo>
                <a:lnTo>
                  <a:pt x="8550" y="13960"/>
                </a:lnTo>
                <a:lnTo>
                  <a:pt x="8688" y="13820"/>
                </a:lnTo>
                <a:lnTo>
                  <a:pt x="8877" y="13585"/>
                </a:lnTo>
                <a:lnTo>
                  <a:pt x="9053" y="13350"/>
                </a:lnTo>
                <a:lnTo>
                  <a:pt x="9191" y="13256"/>
                </a:lnTo>
                <a:lnTo>
                  <a:pt x="9279" y="13114"/>
                </a:lnTo>
                <a:lnTo>
                  <a:pt x="9468" y="12927"/>
                </a:lnTo>
                <a:lnTo>
                  <a:pt x="9556" y="12785"/>
                </a:lnTo>
                <a:lnTo>
                  <a:pt x="9694" y="12691"/>
                </a:lnTo>
                <a:lnTo>
                  <a:pt x="9782" y="12551"/>
                </a:lnTo>
                <a:lnTo>
                  <a:pt x="9971" y="12316"/>
                </a:lnTo>
                <a:lnTo>
                  <a:pt x="10197" y="12081"/>
                </a:lnTo>
                <a:lnTo>
                  <a:pt x="10386" y="11845"/>
                </a:lnTo>
                <a:lnTo>
                  <a:pt x="10562" y="11610"/>
                </a:lnTo>
                <a:lnTo>
                  <a:pt x="10700" y="11516"/>
                </a:lnTo>
                <a:lnTo>
                  <a:pt x="10801" y="11376"/>
                </a:lnTo>
                <a:lnTo>
                  <a:pt x="10977" y="11141"/>
                </a:lnTo>
                <a:lnTo>
                  <a:pt x="11203" y="10906"/>
                </a:lnTo>
                <a:lnTo>
                  <a:pt x="11392" y="10670"/>
                </a:lnTo>
                <a:lnTo>
                  <a:pt x="11568" y="10435"/>
                </a:lnTo>
                <a:lnTo>
                  <a:pt x="11706" y="10341"/>
                </a:lnTo>
                <a:lnTo>
                  <a:pt x="11807" y="10201"/>
                </a:lnTo>
                <a:lnTo>
                  <a:pt x="11983" y="9966"/>
                </a:lnTo>
                <a:lnTo>
                  <a:pt x="12071" y="9824"/>
                </a:lnTo>
                <a:lnTo>
                  <a:pt x="12209" y="9730"/>
                </a:lnTo>
                <a:lnTo>
                  <a:pt x="12310" y="9589"/>
                </a:lnTo>
                <a:lnTo>
                  <a:pt x="12486" y="9354"/>
                </a:lnTo>
                <a:lnTo>
                  <a:pt x="12712" y="9120"/>
                </a:lnTo>
                <a:lnTo>
                  <a:pt x="12901" y="8884"/>
                </a:lnTo>
                <a:lnTo>
                  <a:pt x="12989" y="8743"/>
                </a:lnTo>
                <a:lnTo>
                  <a:pt x="13215" y="8508"/>
                </a:lnTo>
                <a:lnTo>
                  <a:pt x="13404" y="8274"/>
                </a:lnTo>
                <a:lnTo>
                  <a:pt x="13592" y="8038"/>
                </a:lnTo>
                <a:lnTo>
                  <a:pt x="13718" y="7897"/>
                </a:lnTo>
                <a:lnTo>
                  <a:pt x="13907" y="7662"/>
                </a:lnTo>
                <a:lnTo>
                  <a:pt x="14095" y="7427"/>
                </a:lnTo>
                <a:lnTo>
                  <a:pt x="14234" y="7286"/>
                </a:lnTo>
                <a:lnTo>
                  <a:pt x="14410" y="7051"/>
                </a:lnTo>
                <a:lnTo>
                  <a:pt x="14598" y="6816"/>
                </a:lnTo>
                <a:lnTo>
                  <a:pt x="14736" y="6676"/>
                </a:lnTo>
                <a:lnTo>
                  <a:pt x="14913" y="6439"/>
                </a:lnTo>
                <a:lnTo>
                  <a:pt x="15101" y="6205"/>
                </a:lnTo>
                <a:lnTo>
                  <a:pt x="15239" y="6064"/>
                </a:lnTo>
                <a:lnTo>
                  <a:pt x="15415" y="5829"/>
                </a:lnTo>
                <a:lnTo>
                  <a:pt x="15504" y="5688"/>
                </a:lnTo>
                <a:lnTo>
                  <a:pt x="15742" y="5453"/>
                </a:lnTo>
                <a:lnTo>
                  <a:pt x="15918" y="5218"/>
                </a:lnTo>
                <a:lnTo>
                  <a:pt x="16006" y="5076"/>
                </a:lnTo>
                <a:lnTo>
                  <a:pt x="16245" y="4841"/>
                </a:lnTo>
                <a:lnTo>
                  <a:pt x="16333" y="4701"/>
                </a:lnTo>
                <a:lnTo>
                  <a:pt x="16522" y="4466"/>
                </a:lnTo>
                <a:lnTo>
                  <a:pt x="16610" y="4324"/>
                </a:lnTo>
                <a:lnTo>
                  <a:pt x="16748" y="4230"/>
                </a:lnTo>
                <a:lnTo>
                  <a:pt x="16836" y="4089"/>
                </a:lnTo>
                <a:lnTo>
                  <a:pt x="16924" y="3949"/>
                </a:lnTo>
                <a:lnTo>
                  <a:pt x="17113" y="3714"/>
                </a:lnTo>
                <a:lnTo>
                  <a:pt x="17251" y="3572"/>
                </a:lnTo>
                <a:lnTo>
                  <a:pt x="17339" y="3432"/>
                </a:lnTo>
                <a:lnTo>
                  <a:pt x="17528" y="3197"/>
                </a:lnTo>
                <a:lnTo>
                  <a:pt x="17616" y="3055"/>
                </a:lnTo>
                <a:lnTo>
                  <a:pt x="17754" y="2961"/>
                </a:lnTo>
                <a:lnTo>
                  <a:pt x="17842" y="2820"/>
                </a:lnTo>
                <a:lnTo>
                  <a:pt x="17930" y="2680"/>
                </a:lnTo>
                <a:lnTo>
                  <a:pt x="18119" y="2445"/>
                </a:lnTo>
                <a:lnTo>
                  <a:pt x="18257" y="2303"/>
                </a:lnTo>
                <a:lnTo>
                  <a:pt x="18345" y="2162"/>
                </a:lnTo>
                <a:lnTo>
                  <a:pt x="18534" y="1928"/>
                </a:lnTo>
                <a:lnTo>
                  <a:pt x="18622" y="1786"/>
                </a:lnTo>
                <a:lnTo>
                  <a:pt x="18760" y="1692"/>
                </a:lnTo>
                <a:lnTo>
                  <a:pt x="18848" y="1551"/>
                </a:lnTo>
                <a:lnTo>
                  <a:pt x="18936" y="1411"/>
                </a:lnTo>
                <a:lnTo>
                  <a:pt x="19037" y="1269"/>
                </a:lnTo>
                <a:lnTo>
                  <a:pt x="19125" y="1176"/>
                </a:lnTo>
                <a:lnTo>
                  <a:pt x="19263" y="1034"/>
                </a:lnTo>
                <a:lnTo>
                  <a:pt x="19351" y="893"/>
                </a:lnTo>
                <a:lnTo>
                  <a:pt x="19439" y="753"/>
                </a:lnTo>
                <a:lnTo>
                  <a:pt x="19628" y="517"/>
                </a:lnTo>
                <a:lnTo>
                  <a:pt x="19766" y="376"/>
                </a:lnTo>
                <a:lnTo>
                  <a:pt x="19854" y="236"/>
                </a:lnTo>
                <a:lnTo>
                  <a:pt x="20043" y="0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6717013" y="5693887"/>
            <a:ext cx="20043" cy="28437"/>
          </a:xfrm>
          <a:custGeom>
            <a:avLst/>
            <a:gdLst/>
            <a:ahLst/>
            <a:cxnLst/>
            <a:rect l="l" t="t" r="r" b="b"/>
            <a:pathLst>
              <a:path w="20043" h="28437">
                <a:moveTo>
                  <a:pt x="0" y="28437"/>
                </a:moveTo>
                <a:lnTo>
                  <a:pt x="88" y="28296"/>
                </a:lnTo>
                <a:lnTo>
                  <a:pt x="226" y="28156"/>
                </a:lnTo>
                <a:lnTo>
                  <a:pt x="414" y="27921"/>
                </a:lnTo>
                <a:lnTo>
                  <a:pt x="502" y="27779"/>
                </a:lnTo>
                <a:lnTo>
                  <a:pt x="590" y="27639"/>
                </a:lnTo>
                <a:lnTo>
                  <a:pt x="729" y="27498"/>
                </a:lnTo>
                <a:lnTo>
                  <a:pt x="817" y="27404"/>
                </a:lnTo>
                <a:lnTo>
                  <a:pt x="917" y="27262"/>
                </a:lnTo>
                <a:lnTo>
                  <a:pt x="1005" y="27121"/>
                </a:lnTo>
                <a:lnTo>
                  <a:pt x="1093" y="26981"/>
                </a:lnTo>
                <a:lnTo>
                  <a:pt x="1232" y="26839"/>
                </a:lnTo>
                <a:lnTo>
                  <a:pt x="1420" y="26604"/>
                </a:lnTo>
                <a:lnTo>
                  <a:pt x="1508" y="26464"/>
                </a:lnTo>
                <a:lnTo>
                  <a:pt x="1596" y="26322"/>
                </a:lnTo>
                <a:lnTo>
                  <a:pt x="1735" y="26181"/>
                </a:lnTo>
                <a:lnTo>
                  <a:pt x="1923" y="25946"/>
                </a:lnTo>
                <a:lnTo>
                  <a:pt x="2011" y="25806"/>
                </a:lnTo>
                <a:lnTo>
                  <a:pt x="2099" y="25664"/>
                </a:lnTo>
                <a:lnTo>
                  <a:pt x="2238" y="25523"/>
                </a:lnTo>
                <a:lnTo>
                  <a:pt x="2426" y="25289"/>
                </a:lnTo>
                <a:lnTo>
                  <a:pt x="2514" y="25147"/>
                </a:lnTo>
                <a:lnTo>
                  <a:pt x="2602" y="25006"/>
                </a:lnTo>
                <a:lnTo>
                  <a:pt x="2741" y="24866"/>
                </a:lnTo>
                <a:lnTo>
                  <a:pt x="2829" y="24724"/>
                </a:lnTo>
                <a:lnTo>
                  <a:pt x="2929" y="24583"/>
                </a:lnTo>
                <a:lnTo>
                  <a:pt x="3105" y="24348"/>
                </a:lnTo>
                <a:lnTo>
                  <a:pt x="3244" y="24207"/>
                </a:lnTo>
                <a:lnTo>
                  <a:pt x="3332" y="24066"/>
                </a:lnTo>
                <a:lnTo>
                  <a:pt x="3432" y="23925"/>
                </a:lnTo>
                <a:lnTo>
                  <a:pt x="3520" y="23783"/>
                </a:lnTo>
                <a:lnTo>
                  <a:pt x="3608" y="23643"/>
                </a:lnTo>
                <a:lnTo>
                  <a:pt x="3747" y="23549"/>
                </a:lnTo>
                <a:lnTo>
                  <a:pt x="3835" y="23408"/>
                </a:lnTo>
                <a:lnTo>
                  <a:pt x="3935" y="23268"/>
                </a:lnTo>
                <a:lnTo>
                  <a:pt x="4023" y="23126"/>
                </a:lnTo>
                <a:lnTo>
                  <a:pt x="4111" y="22985"/>
                </a:lnTo>
                <a:lnTo>
                  <a:pt x="4250" y="22844"/>
                </a:lnTo>
                <a:lnTo>
                  <a:pt x="4350" y="22703"/>
                </a:lnTo>
                <a:lnTo>
                  <a:pt x="4438" y="22562"/>
                </a:lnTo>
                <a:lnTo>
                  <a:pt x="4614" y="22327"/>
                </a:lnTo>
                <a:lnTo>
                  <a:pt x="4753" y="22185"/>
                </a:lnTo>
                <a:lnTo>
                  <a:pt x="4853" y="22045"/>
                </a:lnTo>
                <a:lnTo>
                  <a:pt x="4941" y="21904"/>
                </a:lnTo>
                <a:lnTo>
                  <a:pt x="5029" y="21762"/>
                </a:lnTo>
                <a:lnTo>
                  <a:pt x="5117" y="21622"/>
                </a:lnTo>
                <a:lnTo>
                  <a:pt x="5256" y="21481"/>
                </a:lnTo>
                <a:lnTo>
                  <a:pt x="5356" y="21339"/>
                </a:lnTo>
                <a:lnTo>
                  <a:pt x="5444" y="21199"/>
                </a:lnTo>
                <a:lnTo>
                  <a:pt x="5620" y="20964"/>
                </a:lnTo>
                <a:lnTo>
                  <a:pt x="5758" y="20822"/>
                </a:lnTo>
                <a:lnTo>
                  <a:pt x="5859" y="20681"/>
                </a:lnTo>
                <a:lnTo>
                  <a:pt x="5947" y="20541"/>
                </a:lnTo>
                <a:lnTo>
                  <a:pt x="6035" y="20399"/>
                </a:lnTo>
                <a:lnTo>
                  <a:pt x="6123" y="20258"/>
                </a:lnTo>
                <a:lnTo>
                  <a:pt x="6261" y="20118"/>
                </a:lnTo>
                <a:lnTo>
                  <a:pt x="6362" y="19976"/>
                </a:lnTo>
                <a:lnTo>
                  <a:pt x="6450" y="19835"/>
                </a:lnTo>
                <a:lnTo>
                  <a:pt x="6538" y="19695"/>
                </a:lnTo>
                <a:lnTo>
                  <a:pt x="6639" y="19553"/>
                </a:lnTo>
                <a:lnTo>
                  <a:pt x="6764" y="19412"/>
                </a:lnTo>
                <a:lnTo>
                  <a:pt x="6865" y="19272"/>
                </a:lnTo>
                <a:lnTo>
                  <a:pt x="6953" y="19130"/>
                </a:lnTo>
                <a:lnTo>
                  <a:pt x="7041" y="18989"/>
                </a:lnTo>
                <a:lnTo>
                  <a:pt x="7267" y="18755"/>
                </a:lnTo>
                <a:lnTo>
                  <a:pt x="7368" y="18614"/>
                </a:lnTo>
                <a:lnTo>
                  <a:pt x="7456" y="18472"/>
                </a:lnTo>
                <a:lnTo>
                  <a:pt x="7544" y="18331"/>
                </a:lnTo>
                <a:lnTo>
                  <a:pt x="7645" y="18191"/>
                </a:lnTo>
                <a:lnTo>
                  <a:pt x="7783" y="18049"/>
                </a:lnTo>
                <a:lnTo>
                  <a:pt x="7871" y="17908"/>
                </a:lnTo>
                <a:lnTo>
                  <a:pt x="7959" y="17768"/>
                </a:lnTo>
                <a:lnTo>
                  <a:pt x="8047" y="17626"/>
                </a:lnTo>
                <a:lnTo>
                  <a:pt x="8148" y="17485"/>
                </a:lnTo>
                <a:lnTo>
                  <a:pt x="8286" y="17345"/>
                </a:lnTo>
                <a:lnTo>
                  <a:pt x="8374" y="17203"/>
                </a:lnTo>
                <a:lnTo>
                  <a:pt x="8462" y="17062"/>
                </a:lnTo>
                <a:lnTo>
                  <a:pt x="8550" y="16922"/>
                </a:lnTo>
                <a:lnTo>
                  <a:pt x="8651" y="16780"/>
                </a:lnTo>
                <a:lnTo>
                  <a:pt x="8789" y="16639"/>
                </a:lnTo>
                <a:lnTo>
                  <a:pt x="8877" y="16499"/>
                </a:lnTo>
                <a:lnTo>
                  <a:pt x="8965" y="16357"/>
                </a:lnTo>
                <a:lnTo>
                  <a:pt x="9053" y="16216"/>
                </a:lnTo>
                <a:lnTo>
                  <a:pt x="9154" y="16076"/>
                </a:lnTo>
                <a:lnTo>
                  <a:pt x="9292" y="15934"/>
                </a:lnTo>
                <a:lnTo>
                  <a:pt x="9380" y="15793"/>
                </a:lnTo>
                <a:lnTo>
                  <a:pt x="9468" y="15653"/>
                </a:lnTo>
                <a:lnTo>
                  <a:pt x="9556" y="15511"/>
                </a:lnTo>
                <a:lnTo>
                  <a:pt x="9656" y="15370"/>
                </a:lnTo>
                <a:lnTo>
                  <a:pt x="9795" y="15229"/>
                </a:lnTo>
                <a:lnTo>
                  <a:pt x="9883" y="15088"/>
                </a:lnTo>
                <a:lnTo>
                  <a:pt x="9971" y="14947"/>
                </a:lnTo>
                <a:lnTo>
                  <a:pt x="10059" y="14759"/>
                </a:lnTo>
                <a:lnTo>
                  <a:pt x="10159" y="14618"/>
                </a:lnTo>
                <a:lnTo>
                  <a:pt x="10298" y="14476"/>
                </a:lnTo>
                <a:lnTo>
                  <a:pt x="10386" y="14336"/>
                </a:lnTo>
                <a:lnTo>
                  <a:pt x="10474" y="14195"/>
                </a:lnTo>
                <a:lnTo>
                  <a:pt x="10574" y="14053"/>
                </a:lnTo>
                <a:lnTo>
                  <a:pt x="10662" y="13913"/>
                </a:lnTo>
                <a:lnTo>
                  <a:pt x="10801" y="13772"/>
                </a:lnTo>
                <a:lnTo>
                  <a:pt x="10889" y="13630"/>
                </a:lnTo>
                <a:lnTo>
                  <a:pt x="10977" y="13490"/>
                </a:lnTo>
                <a:lnTo>
                  <a:pt x="11077" y="13349"/>
                </a:lnTo>
                <a:lnTo>
                  <a:pt x="11165" y="13207"/>
                </a:lnTo>
                <a:lnTo>
                  <a:pt x="11304" y="13066"/>
                </a:lnTo>
                <a:lnTo>
                  <a:pt x="11392" y="12926"/>
                </a:lnTo>
                <a:lnTo>
                  <a:pt x="11480" y="12784"/>
                </a:lnTo>
                <a:lnTo>
                  <a:pt x="11580" y="12643"/>
                </a:lnTo>
                <a:lnTo>
                  <a:pt x="11668" y="12455"/>
                </a:lnTo>
                <a:lnTo>
                  <a:pt x="11807" y="12315"/>
                </a:lnTo>
                <a:lnTo>
                  <a:pt x="11895" y="12174"/>
                </a:lnTo>
                <a:lnTo>
                  <a:pt x="11983" y="12032"/>
                </a:lnTo>
                <a:lnTo>
                  <a:pt x="12083" y="11891"/>
                </a:lnTo>
                <a:lnTo>
                  <a:pt x="12171" y="11751"/>
                </a:lnTo>
                <a:lnTo>
                  <a:pt x="12310" y="11609"/>
                </a:lnTo>
                <a:lnTo>
                  <a:pt x="12398" y="11468"/>
                </a:lnTo>
                <a:lnTo>
                  <a:pt x="12486" y="11328"/>
                </a:lnTo>
                <a:lnTo>
                  <a:pt x="12586" y="11186"/>
                </a:lnTo>
                <a:lnTo>
                  <a:pt x="12674" y="11045"/>
                </a:lnTo>
                <a:lnTo>
                  <a:pt x="12813" y="10857"/>
                </a:lnTo>
                <a:lnTo>
                  <a:pt x="12901" y="10716"/>
                </a:lnTo>
                <a:lnTo>
                  <a:pt x="12989" y="10576"/>
                </a:lnTo>
                <a:lnTo>
                  <a:pt x="13089" y="10434"/>
                </a:lnTo>
                <a:lnTo>
                  <a:pt x="13177" y="10293"/>
                </a:lnTo>
                <a:lnTo>
                  <a:pt x="13316" y="10153"/>
                </a:lnTo>
                <a:lnTo>
                  <a:pt x="13404" y="10011"/>
                </a:lnTo>
                <a:lnTo>
                  <a:pt x="13492" y="9870"/>
                </a:lnTo>
                <a:lnTo>
                  <a:pt x="13592" y="9682"/>
                </a:lnTo>
                <a:lnTo>
                  <a:pt x="13680" y="9541"/>
                </a:lnTo>
                <a:lnTo>
                  <a:pt x="13819" y="9400"/>
                </a:lnTo>
                <a:lnTo>
                  <a:pt x="13907" y="9259"/>
                </a:lnTo>
                <a:lnTo>
                  <a:pt x="14007" y="9118"/>
                </a:lnTo>
                <a:lnTo>
                  <a:pt x="14095" y="8977"/>
                </a:lnTo>
                <a:lnTo>
                  <a:pt x="14183" y="8836"/>
                </a:lnTo>
                <a:lnTo>
                  <a:pt x="14322" y="8648"/>
                </a:lnTo>
                <a:lnTo>
                  <a:pt x="14410" y="8507"/>
                </a:lnTo>
                <a:lnTo>
                  <a:pt x="14510" y="8366"/>
                </a:lnTo>
                <a:lnTo>
                  <a:pt x="14598" y="8225"/>
                </a:lnTo>
                <a:lnTo>
                  <a:pt x="14686" y="8084"/>
                </a:lnTo>
                <a:lnTo>
                  <a:pt x="14824" y="7943"/>
                </a:lnTo>
                <a:lnTo>
                  <a:pt x="14913" y="7755"/>
                </a:lnTo>
                <a:lnTo>
                  <a:pt x="15013" y="7614"/>
                </a:lnTo>
                <a:lnTo>
                  <a:pt x="15101" y="7473"/>
                </a:lnTo>
                <a:lnTo>
                  <a:pt x="15189" y="7332"/>
                </a:lnTo>
                <a:lnTo>
                  <a:pt x="15327" y="7191"/>
                </a:lnTo>
                <a:lnTo>
                  <a:pt x="15415" y="7050"/>
                </a:lnTo>
                <a:lnTo>
                  <a:pt x="15516" y="6861"/>
                </a:lnTo>
                <a:lnTo>
                  <a:pt x="15604" y="6721"/>
                </a:lnTo>
                <a:lnTo>
                  <a:pt x="15692" y="6580"/>
                </a:lnTo>
                <a:lnTo>
                  <a:pt x="15830" y="6438"/>
                </a:lnTo>
                <a:lnTo>
                  <a:pt x="15918" y="6298"/>
                </a:lnTo>
                <a:lnTo>
                  <a:pt x="16019" y="6109"/>
                </a:lnTo>
                <a:lnTo>
                  <a:pt x="16107" y="5969"/>
                </a:lnTo>
                <a:lnTo>
                  <a:pt x="16195" y="5828"/>
                </a:lnTo>
                <a:lnTo>
                  <a:pt x="16333" y="5686"/>
                </a:lnTo>
                <a:lnTo>
                  <a:pt x="16421" y="5546"/>
                </a:lnTo>
                <a:lnTo>
                  <a:pt x="16522" y="5357"/>
                </a:lnTo>
                <a:lnTo>
                  <a:pt x="16610" y="5217"/>
                </a:lnTo>
                <a:lnTo>
                  <a:pt x="16698" y="5076"/>
                </a:lnTo>
                <a:lnTo>
                  <a:pt x="16836" y="4934"/>
                </a:lnTo>
                <a:lnTo>
                  <a:pt x="16924" y="4794"/>
                </a:lnTo>
                <a:lnTo>
                  <a:pt x="17025" y="4605"/>
                </a:lnTo>
                <a:lnTo>
                  <a:pt x="17113" y="4465"/>
                </a:lnTo>
                <a:lnTo>
                  <a:pt x="17201" y="4323"/>
                </a:lnTo>
                <a:lnTo>
                  <a:pt x="17339" y="4182"/>
                </a:lnTo>
                <a:lnTo>
                  <a:pt x="17427" y="3994"/>
                </a:lnTo>
                <a:lnTo>
                  <a:pt x="17528" y="3853"/>
                </a:lnTo>
                <a:lnTo>
                  <a:pt x="17616" y="3713"/>
                </a:lnTo>
                <a:lnTo>
                  <a:pt x="17704" y="3571"/>
                </a:lnTo>
                <a:lnTo>
                  <a:pt x="17842" y="3384"/>
                </a:lnTo>
                <a:lnTo>
                  <a:pt x="17943" y="3242"/>
                </a:lnTo>
                <a:lnTo>
                  <a:pt x="18031" y="3101"/>
                </a:lnTo>
                <a:lnTo>
                  <a:pt x="18119" y="2961"/>
                </a:lnTo>
                <a:lnTo>
                  <a:pt x="18207" y="2773"/>
                </a:lnTo>
                <a:lnTo>
                  <a:pt x="18345" y="2631"/>
                </a:lnTo>
                <a:lnTo>
                  <a:pt x="18446" y="2490"/>
                </a:lnTo>
                <a:lnTo>
                  <a:pt x="18534" y="2350"/>
                </a:lnTo>
                <a:lnTo>
                  <a:pt x="18622" y="2161"/>
                </a:lnTo>
                <a:lnTo>
                  <a:pt x="18710" y="2021"/>
                </a:lnTo>
                <a:lnTo>
                  <a:pt x="18848" y="1879"/>
                </a:lnTo>
                <a:lnTo>
                  <a:pt x="18949" y="1738"/>
                </a:lnTo>
                <a:lnTo>
                  <a:pt x="19037" y="1550"/>
                </a:lnTo>
                <a:lnTo>
                  <a:pt x="19125" y="1409"/>
                </a:lnTo>
                <a:lnTo>
                  <a:pt x="19213" y="1269"/>
                </a:lnTo>
                <a:lnTo>
                  <a:pt x="19351" y="1127"/>
                </a:lnTo>
                <a:lnTo>
                  <a:pt x="19452" y="938"/>
                </a:lnTo>
                <a:lnTo>
                  <a:pt x="19540" y="798"/>
                </a:lnTo>
                <a:lnTo>
                  <a:pt x="19628" y="657"/>
                </a:lnTo>
                <a:lnTo>
                  <a:pt x="19716" y="469"/>
                </a:lnTo>
                <a:lnTo>
                  <a:pt x="19854" y="328"/>
                </a:lnTo>
                <a:lnTo>
                  <a:pt x="19955" y="187"/>
                </a:lnTo>
                <a:lnTo>
                  <a:pt x="20043" y="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6737056" y="5660753"/>
            <a:ext cx="20043" cy="33133"/>
          </a:xfrm>
          <a:custGeom>
            <a:avLst/>
            <a:gdLst/>
            <a:ahLst/>
            <a:cxnLst/>
            <a:rect l="l" t="t" r="r" b="b"/>
            <a:pathLst>
              <a:path w="20043" h="33133">
                <a:moveTo>
                  <a:pt x="0" y="33133"/>
                </a:moveTo>
                <a:lnTo>
                  <a:pt x="88" y="32991"/>
                </a:lnTo>
                <a:lnTo>
                  <a:pt x="188" y="32851"/>
                </a:lnTo>
                <a:lnTo>
                  <a:pt x="314" y="32710"/>
                </a:lnTo>
                <a:lnTo>
                  <a:pt x="414" y="32522"/>
                </a:lnTo>
                <a:lnTo>
                  <a:pt x="502" y="32380"/>
                </a:lnTo>
                <a:lnTo>
                  <a:pt x="590" y="32239"/>
                </a:lnTo>
                <a:lnTo>
                  <a:pt x="691" y="32051"/>
                </a:lnTo>
                <a:lnTo>
                  <a:pt x="817" y="31911"/>
                </a:lnTo>
                <a:lnTo>
                  <a:pt x="917" y="31770"/>
                </a:lnTo>
                <a:lnTo>
                  <a:pt x="1005" y="31582"/>
                </a:lnTo>
                <a:lnTo>
                  <a:pt x="1093" y="31441"/>
                </a:lnTo>
                <a:lnTo>
                  <a:pt x="1194" y="31299"/>
                </a:lnTo>
                <a:lnTo>
                  <a:pt x="1332" y="31111"/>
                </a:lnTo>
                <a:lnTo>
                  <a:pt x="1420" y="30970"/>
                </a:lnTo>
                <a:lnTo>
                  <a:pt x="1508" y="30830"/>
                </a:lnTo>
                <a:lnTo>
                  <a:pt x="1596" y="30641"/>
                </a:lnTo>
                <a:lnTo>
                  <a:pt x="1697" y="30501"/>
                </a:lnTo>
                <a:lnTo>
                  <a:pt x="1835" y="30359"/>
                </a:lnTo>
                <a:lnTo>
                  <a:pt x="1923" y="30172"/>
                </a:lnTo>
                <a:lnTo>
                  <a:pt x="2011" y="30030"/>
                </a:lnTo>
                <a:lnTo>
                  <a:pt x="2099" y="29889"/>
                </a:lnTo>
                <a:lnTo>
                  <a:pt x="2200" y="29701"/>
                </a:lnTo>
                <a:lnTo>
                  <a:pt x="2338" y="29560"/>
                </a:lnTo>
                <a:lnTo>
                  <a:pt x="2426" y="29419"/>
                </a:lnTo>
                <a:lnTo>
                  <a:pt x="2514" y="29232"/>
                </a:lnTo>
                <a:lnTo>
                  <a:pt x="2602" y="29090"/>
                </a:lnTo>
                <a:lnTo>
                  <a:pt x="2703" y="28903"/>
                </a:lnTo>
                <a:lnTo>
                  <a:pt x="2841" y="28761"/>
                </a:lnTo>
                <a:lnTo>
                  <a:pt x="2929" y="28620"/>
                </a:lnTo>
                <a:lnTo>
                  <a:pt x="3017" y="28432"/>
                </a:lnTo>
                <a:lnTo>
                  <a:pt x="3105" y="28291"/>
                </a:lnTo>
                <a:lnTo>
                  <a:pt x="3206" y="28149"/>
                </a:lnTo>
                <a:lnTo>
                  <a:pt x="3344" y="27962"/>
                </a:lnTo>
                <a:lnTo>
                  <a:pt x="3432" y="27821"/>
                </a:lnTo>
                <a:lnTo>
                  <a:pt x="3520" y="27634"/>
                </a:lnTo>
                <a:lnTo>
                  <a:pt x="3608" y="27492"/>
                </a:lnTo>
                <a:lnTo>
                  <a:pt x="3709" y="27351"/>
                </a:lnTo>
                <a:lnTo>
                  <a:pt x="3847" y="27163"/>
                </a:lnTo>
                <a:lnTo>
                  <a:pt x="3935" y="27022"/>
                </a:lnTo>
                <a:lnTo>
                  <a:pt x="4023" y="26834"/>
                </a:lnTo>
                <a:lnTo>
                  <a:pt x="4124" y="26693"/>
                </a:lnTo>
                <a:lnTo>
                  <a:pt x="4212" y="26551"/>
                </a:lnTo>
                <a:lnTo>
                  <a:pt x="4350" y="26364"/>
                </a:lnTo>
                <a:lnTo>
                  <a:pt x="4438" y="26222"/>
                </a:lnTo>
                <a:lnTo>
                  <a:pt x="4526" y="26034"/>
                </a:lnTo>
                <a:lnTo>
                  <a:pt x="4627" y="25894"/>
                </a:lnTo>
                <a:lnTo>
                  <a:pt x="4715" y="25753"/>
                </a:lnTo>
                <a:lnTo>
                  <a:pt x="4853" y="25565"/>
                </a:lnTo>
                <a:lnTo>
                  <a:pt x="4941" y="25424"/>
                </a:lnTo>
                <a:lnTo>
                  <a:pt x="5029" y="25236"/>
                </a:lnTo>
                <a:lnTo>
                  <a:pt x="5130" y="25095"/>
                </a:lnTo>
                <a:lnTo>
                  <a:pt x="5218" y="24907"/>
                </a:lnTo>
                <a:lnTo>
                  <a:pt x="5356" y="24765"/>
                </a:lnTo>
                <a:lnTo>
                  <a:pt x="5444" y="24624"/>
                </a:lnTo>
                <a:lnTo>
                  <a:pt x="5532" y="24436"/>
                </a:lnTo>
                <a:lnTo>
                  <a:pt x="5633" y="24299"/>
                </a:lnTo>
                <a:lnTo>
                  <a:pt x="5721" y="24106"/>
                </a:lnTo>
                <a:lnTo>
                  <a:pt x="5859" y="23964"/>
                </a:lnTo>
                <a:lnTo>
                  <a:pt x="5947" y="23783"/>
                </a:lnTo>
                <a:lnTo>
                  <a:pt x="6035" y="23642"/>
                </a:lnTo>
                <a:lnTo>
                  <a:pt x="6136" y="23448"/>
                </a:lnTo>
                <a:lnTo>
                  <a:pt x="6224" y="23306"/>
                </a:lnTo>
                <a:lnTo>
                  <a:pt x="6362" y="23126"/>
                </a:lnTo>
                <a:lnTo>
                  <a:pt x="6450" y="22984"/>
                </a:lnTo>
                <a:lnTo>
                  <a:pt x="6538" y="22842"/>
                </a:lnTo>
                <a:lnTo>
                  <a:pt x="6639" y="22648"/>
                </a:lnTo>
                <a:lnTo>
                  <a:pt x="6727" y="22507"/>
                </a:lnTo>
                <a:lnTo>
                  <a:pt x="6865" y="22326"/>
                </a:lnTo>
                <a:lnTo>
                  <a:pt x="6953" y="22184"/>
                </a:lnTo>
                <a:lnTo>
                  <a:pt x="7041" y="21991"/>
                </a:lnTo>
                <a:lnTo>
                  <a:pt x="7142" y="21849"/>
                </a:lnTo>
                <a:lnTo>
                  <a:pt x="7230" y="21668"/>
                </a:lnTo>
                <a:lnTo>
                  <a:pt x="7368" y="21526"/>
                </a:lnTo>
                <a:lnTo>
                  <a:pt x="7456" y="21333"/>
                </a:lnTo>
                <a:lnTo>
                  <a:pt x="7544" y="21191"/>
                </a:lnTo>
                <a:lnTo>
                  <a:pt x="7645" y="21010"/>
                </a:lnTo>
                <a:lnTo>
                  <a:pt x="7733" y="20869"/>
                </a:lnTo>
                <a:lnTo>
                  <a:pt x="7871" y="20675"/>
                </a:lnTo>
                <a:lnTo>
                  <a:pt x="7959" y="20533"/>
                </a:lnTo>
                <a:lnTo>
                  <a:pt x="8060" y="20353"/>
                </a:lnTo>
                <a:lnTo>
                  <a:pt x="8148" y="20211"/>
                </a:lnTo>
                <a:lnTo>
                  <a:pt x="8236" y="20017"/>
                </a:lnTo>
                <a:lnTo>
                  <a:pt x="8374" y="19875"/>
                </a:lnTo>
                <a:lnTo>
                  <a:pt x="8462" y="19695"/>
                </a:lnTo>
                <a:lnTo>
                  <a:pt x="8563" y="19553"/>
                </a:lnTo>
                <a:lnTo>
                  <a:pt x="8651" y="19359"/>
                </a:lnTo>
                <a:lnTo>
                  <a:pt x="8739" y="19218"/>
                </a:lnTo>
                <a:lnTo>
                  <a:pt x="8877" y="19037"/>
                </a:lnTo>
                <a:lnTo>
                  <a:pt x="8965" y="18895"/>
                </a:lnTo>
                <a:lnTo>
                  <a:pt x="9066" y="18702"/>
                </a:lnTo>
                <a:lnTo>
                  <a:pt x="9154" y="18560"/>
                </a:lnTo>
                <a:lnTo>
                  <a:pt x="9242" y="18379"/>
                </a:lnTo>
                <a:lnTo>
                  <a:pt x="9380" y="18237"/>
                </a:lnTo>
                <a:lnTo>
                  <a:pt x="9468" y="18044"/>
                </a:lnTo>
                <a:lnTo>
                  <a:pt x="9568" y="17850"/>
                </a:lnTo>
                <a:lnTo>
                  <a:pt x="9656" y="17708"/>
                </a:lnTo>
                <a:lnTo>
                  <a:pt x="9745" y="17528"/>
                </a:lnTo>
                <a:lnTo>
                  <a:pt x="9883" y="17386"/>
                </a:lnTo>
                <a:lnTo>
                  <a:pt x="9971" y="17193"/>
                </a:lnTo>
                <a:lnTo>
                  <a:pt x="10071" y="17051"/>
                </a:lnTo>
                <a:lnTo>
                  <a:pt x="10159" y="16870"/>
                </a:lnTo>
                <a:lnTo>
                  <a:pt x="10247" y="16728"/>
                </a:lnTo>
                <a:lnTo>
                  <a:pt x="10386" y="16535"/>
                </a:lnTo>
                <a:lnTo>
                  <a:pt x="10474" y="16393"/>
                </a:lnTo>
                <a:lnTo>
                  <a:pt x="10574" y="16212"/>
                </a:lnTo>
                <a:lnTo>
                  <a:pt x="10662" y="16019"/>
                </a:lnTo>
                <a:lnTo>
                  <a:pt x="10750" y="15877"/>
                </a:lnTo>
                <a:lnTo>
                  <a:pt x="10889" y="15696"/>
                </a:lnTo>
                <a:lnTo>
                  <a:pt x="10977" y="15555"/>
                </a:lnTo>
                <a:lnTo>
                  <a:pt x="11077" y="15361"/>
                </a:lnTo>
                <a:lnTo>
                  <a:pt x="11165" y="15219"/>
                </a:lnTo>
                <a:lnTo>
                  <a:pt x="11253" y="15039"/>
                </a:lnTo>
                <a:lnTo>
                  <a:pt x="11392" y="14845"/>
                </a:lnTo>
                <a:lnTo>
                  <a:pt x="11492" y="14703"/>
                </a:lnTo>
                <a:lnTo>
                  <a:pt x="11580" y="14523"/>
                </a:lnTo>
                <a:lnTo>
                  <a:pt x="11668" y="14381"/>
                </a:lnTo>
                <a:lnTo>
                  <a:pt x="11756" y="14187"/>
                </a:lnTo>
                <a:lnTo>
                  <a:pt x="11895" y="14007"/>
                </a:lnTo>
                <a:lnTo>
                  <a:pt x="11995" y="13865"/>
                </a:lnTo>
                <a:lnTo>
                  <a:pt x="12083" y="13671"/>
                </a:lnTo>
                <a:lnTo>
                  <a:pt x="12171" y="13530"/>
                </a:lnTo>
                <a:lnTo>
                  <a:pt x="12259" y="13349"/>
                </a:lnTo>
                <a:lnTo>
                  <a:pt x="12398" y="13155"/>
                </a:lnTo>
                <a:lnTo>
                  <a:pt x="12498" y="13014"/>
                </a:lnTo>
                <a:lnTo>
                  <a:pt x="12586" y="12820"/>
                </a:lnTo>
                <a:lnTo>
                  <a:pt x="12674" y="12691"/>
                </a:lnTo>
                <a:lnTo>
                  <a:pt x="12762" y="12498"/>
                </a:lnTo>
                <a:lnTo>
                  <a:pt x="12901" y="12304"/>
                </a:lnTo>
                <a:lnTo>
                  <a:pt x="13001" y="12162"/>
                </a:lnTo>
                <a:lnTo>
                  <a:pt x="13089" y="11982"/>
                </a:lnTo>
                <a:lnTo>
                  <a:pt x="13177" y="11840"/>
                </a:lnTo>
                <a:lnTo>
                  <a:pt x="13265" y="11646"/>
                </a:lnTo>
                <a:lnTo>
                  <a:pt x="13404" y="11466"/>
                </a:lnTo>
                <a:lnTo>
                  <a:pt x="13504" y="11324"/>
                </a:lnTo>
                <a:lnTo>
                  <a:pt x="13592" y="11131"/>
                </a:lnTo>
                <a:lnTo>
                  <a:pt x="13680" y="10950"/>
                </a:lnTo>
                <a:lnTo>
                  <a:pt x="13781" y="10808"/>
                </a:lnTo>
                <a:lnTo>
                  <a:pt x="13907" y="10615"/>
                </a:lnTo>
                <a:lnTo>
                  <a:pt x="14007" y="10434"/>
                </a:lnTo>
                <a:lnTo>
                  <a:pt x="14095" y="10292"/>
                </a:lnTo>
                <a:lnTo>
                  <a:pt x="14183" y="10099"/>
                </a:lnTo>
                <a:lnTo>
                  <a:pt x="14284" y="9918"/>
                </a:lnTo>
                <a:lnTo>
                  <a:pt x="14410" y="9776"/>
                </a:lnTo>
                <a:lnTo>
                  <a:pt x="14510" y="9583"/>
                </a:lnTo>
                <a:lnTo>
                  <a:pt x="14598" y="9441"/>
                </a:lnTo>
                <a:lnTo>
                  <a:pt x="14686" y="9247"/>
                </a:lnTo>
                <a:lnTo>
                  <a:pt x="14787" y="9067"/>
                </a:lnTo>
                <a:lnTo>
                  <a:pt x="14913" y="8925"/>
                </a:lnTo>
                <a:lnTo>
                  <a:pt x="15013" y="8731"/>
                </a:lnTo>
                <a:lnTo>
                  <a:pt x="15101" y="8551"/>
                </a:lnTo>
                <a:lnTo>
                  <a:pt x="15189" y="8409"/>
                </a:lnTo>
                <a:lnTo>
                  <a:pt x="15290" y="8216"/>
                </a:lnTo>
                <a:lnTo>
                  <a:pt x="15428" y="8035"/>
                </a:lnTo>
                <a:lnTo>
                  <a:pt x="15516" y="7842"/>
                </a:lnTo>
                <a:lnTo>
                  <a:pt x="15604" y="7700"/>
                </a:lnTo>
                <a:lnTo>
                  <a:pt x="15692" y="7519"/>
                </a:lnTo>
                <a:lnTo>
                  <a:pt x="15793" y="7326"/>
                </a:lnTo>
                <a:lnTo>
                  <a:pt x="15931" y="7184"/>
                </a:lnTo>
                <a:lnTo>
                  <a:pt x="16019" y="7003"/>
                </a:lnTo>
                <a:lnTo>
                  <a:pt x="16107" y="6810"/>
                </a:lnTo>
                <a:lnTo>
                  <a:pt x="16195" y="6668"/>
                </a:lnTo>
                <a:lnTo>
                  <a:pt x="16296" y="6474"/>
                </a:lnTo>
                <a:lnTo>
                  <a:pt x="16434" y="6294"/>
                </a:lnTo>
                <a:lnTo>
                  <a:pt x="16522" y="6152"/>
                </a:lnTo>
                <a:lnTo>
                  <a:pt x="16610" y="5958"/>
                </a:lnTo>
                <a:lnTo>
                  <a:pt x="16698" y="5778"/>
                </a:lnTo>
                <a:lnTo>
                  <a:pt x="16799" y="5584"/>
                </a:lnTo>
                <a:lnTo>
                  <a:pt x="16937" y="5442"/>
                </a:lnTo>
                <a:lnTo>
                  <a:pt x="17025" y="5262"/>
                </a:lnTo>
                <a:lnTo>
                  <a:pt x="17113" y="5068"/>
                </a:lnTo>
                <a:lnTo>
                  <a:pt x="17201" y="4927"/>
                </a:lnTo>
                <a:lnTo>
                  <a:pt x="17302" y="4746"/>
                </a:lnTo>
                <a:lnTo>
                  <a:pt x="17440" y="4553"/>
                </a:lnTo>
                <a:lnTo>
                  <a:pt x="17528" y="4359"/>
                </a:lnTo>
                <a:lnTo>
                  <a:pt x="17616" y="4230"/>
                </a:lnTo>
                <a:lnTo>
                  <a:pt x="17717" y="4037"/>
                </a:lnTo>
                <a:lnTo>
                  <a:pt x="17805" y="3843"/>
                </a:lnTo>
                <a:lnTo>
                  <a:pt x="17943" y="3663"/>
                </a:lnTo>
                <a:lnTo>
                  <a:pt x="18031" y="3521"/>
                </a:lnTo>
                <a:lnTo>
                  <a:pt x="18119" y="3327"/>
                </a:lnTo>
                <a:lnTo>
                  <a:pt x="18220" y="3147"/>
                </a:lnTo>
                <a:lnTo>
                  <a:pt x="18308" y="3005"/>
                </a:lnTo>
                <a:lnTo>
                  <a:pt x="18446" y="2811"/>
                </a:lnTo>
                <a:lnTo>
                  <a:pt x="18534" y="2631"/>
                </a:lnTo>
                <a:lnTo>
                  <a:pt x="18622" y="2437"/>
                </a:lnTo>
                <a:lnTo>
                  <a:pt x="18723" y="2295"/>
                </a:lnTo>
                <a:lnTo>
                  <a:pt x="18811" y="2115"/>
                </a:lnTo>
                <a:lnTo>
                  <a:pt x="18949" y="1921"/>
                </a:lnTo>
                <a:lnTo>
                  <a:pt x="19037" y="1728"/>
                </a:lnTo>
                <a:lnTo>
                  <a:pt x="19125" y="1547"/>
                </a:lnTo>
                <a:lnTo>
                  <a:pt x="19225" y="1405"/>
                </a:lnTo>
                <a:lnTo>
                  <a:pt x="19313" y="1212"/>
                </a:lnTo>
                <a:lnTo>
                  <a:pt x="19452" y="1031"/>
                </a:lnTo>
                <a:lnTo>
                  <a:pt x="19540" y="838"/>
                </a:lnTo>
                <a:lnTo>
                  <a:pt x="19628" y="696"/>
                </a:lnTo>
                <a:lnTo>
                  <a:pt x="19728" y="515"/>
                </a:lnTo>
                <a:lnTo>
                  <a:pt x="19816" y="322"/>
                </a:lnTo>
                <a:lnTo>
                  <a:pt x="19955" y="128"/>
                </a:lnTo>
                <a:lnTo>
                  <a:pt x="20043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6757100" y="5623285"/>
            <a:ext cx="20043" cy="37468"/>
          </a:xfrm>
          <a:custGeom>
            <a:avLst/>
            <a:gdLst/>
            <a:ahLst/>
            <a:cxnLst/>
            <a:rect l="l" t="t" r="r" b="b"/>
            <a:pathLst>
              <a:path w="20043" h="37468">
                <a:moveTo>
                  <a:pt x="0" y="37468"/>
                </a:moveTo>
                <a:lnTo>
                  <a:pt x="88" y="37275"/>
                </a:lnTo>
                <a:lnTo>
                  <a:pt x="188" y="37081"/>
                </a:lnTo>
                <a:lnTo>
                  <a:pt x="276" y="36901"/>
                </a:lnTo>
                <a:lnTo>
                  <a:pt x="414" y="36707"/>
                </a:lnTo>
                <a:lnTo>
                  <a:pt x="502" y="36565"/>
                </a:lnTo>
                <a:lnTo>
                  <a:pt x="590" y="36385"/>
                </a:lnTo>
                <a:lnTo>
                  <a:pt x="691" y="36191"/>
                </a:lnTo>
                <a:lnTo>
                  <a:pt x="779" y="36011"/>
                </a:lnTo>
                <a:lnTo>
                  <a:pt x="917" y="35817"/>
                </a:lnTo>
                <a:lnTo>
                  <a:pt x="1005" y="35675"/>
                </a:lnTo>
                <a:lnTo>
                  <a:pt x="1093" y="35482"/>
                </a:lnTo>
                <a:lnTo>
                  <a:pt x="1194" y="35301"/>
                </a:lnTo>
                <a:lnTo>
                  <a:pt x="1282" y="35108"/>
                </a:lnTo>
                <a:lnTo>
                  <a:pt x="1420" y="34927"/>
                </a:lnTo>
                <a:lnTo>
                  <a:pt x="1508" y="34734"/>
                </a:lnTo>
                <a:lnTo>
                  <a:pt x="1609" y="34592"/>
                </a:lnTo>
                <a:lnTo>
                  <a:pt x="1697" y="34411"/>
                </a:lnTo>
                <a:lnTo>
                  <a:pt x="1785" y="34218"/>
                </a:lnTo>
                <a:lnTo>
                  <a:pt x="1923" y="34025"/>
                </a:lnTo>
                <a:lnTo>
                  <a:pt x="2011" y="33844"/>
                </a:lnTo>
                <a:lnTo>
                  <a:pt x="2112" y="33702"/>
                </a:lnTo>
                <a:lnTo>
                  <a:pt x="2200" y="33509"/>
                </a:lnTo>
                <a:lnTo>
                  <a:pt x="2288" y="33328"/>
                </a:lnTo>
                <a:lnTo>
                  <a:pt x="2426" y="33135"/>
                </a:lnTo>
                <a:lnTo>
                  <a:pt x="2514" y="32954"/>
                </a:lnTo>
                <a:lnTo>
                  <a:pt x="2615" y="32760"/>
                </a:lnTo>
                <a:lnTo>
                  <a:pt x="2703" y="32580"/>
                </a:lnTo>
                <a:lnTo>
                  <a:pt x="2791" y="32438"/>
                </a:lnTo>
                <a:lnTo>
                  <a:pt x="2929" y="32245"/>
                </a:lnTo>
                <a:lnTo>
                  <a:pt x="3017" y="32051"/>
                </a:lnTo>
                <a:lnTo>
                  <a:pt x="3118" y="31871"/>
                </a:lnTo>
                <a:lnTo>
                  <a:pt x="3206" y="31677"/>
                </a:lnTo>
                <a:lnTo>
                  <a:pt x="3294" y="31496"/>
                </a:lnTo>
                <a:lnTo>
                  <a:pt x="3432" y="31355"/>
                </a:lnTo>
                <a:lnTo>
                  <a:pt x="3520" y="31161"/>
                </a:lnTo>
                <a:lnTo>
                  <a:pt x="3621" y="30981"/>
                </a:lnTo>
                <a:lnTo>
                  <a:pt x="3709" y="30787"/>
                </a:lnTo>
                <a:lnTo>
                  <a:pt x="3797" y="30594"/>
                </a:lnTo>
                <a:lnTo>
                  <a:pt x="3935" y="30413"/>
                </a:lnTo>
                <a:lnTo>
                  <a:pt x="4023" y="30220"/>
                </a:lnTo>
                <a:lnTo>
                  <a:pt x="4124" y="30039"/>
                </a:lnTo>
                <a:lnTo>
                  <a:pt x="4212" y="29897"/>
                </a:lnTo>
                <a:lnTo>
                  <a:pt x="4300" y="29704"/>
                </a:lnTo>
                <a:lnTo>
                  <a:pt x="4438" y="29523"/>
                </a:lnTo>
                <a:lnTo>
                  <a:pt x="4526" y="29330"/>
                </a:lnTo>
                <a:lnTo>
                  <a:pt x="4627" y="29136"/>
                </a:lnTo>
                <a:lnTo>
                  <a:pt x="4715" y="28956"/>
                </a:lnTo>
                <a:lnTo>
                  <a:pt x="4803" y="28762"/>
                </a:lnTo>
                <a:lnTo>
                  <a:pt x="4941" y="28582"/>
                </a:lnTo>
                <a:lnTo>
                  <a:pt x="5042" y="28388"/>
                </a:lnTo>
                <a:lnTo>
                  <a:pt x="5130" y="28246"/>
                </a:lnTo>
                <a:lnTo>
                  <a:pt x="5218" y="28066"/>
                </a:lnTo>
                <a:lnTo>
                  <a:pt x="5306" y="27872"/>
                </a:lnTo>
                <a:lnTo>
                  <a:pt x="5444" y="27679"/>
                </a:lnTo>
                <a:lnTo>
                  <a:pt x="5545" y="27498"/>
                </a:lnTo>
                <a:lnTo>
                  <a:pt x="5633" y="27305"/>
                </a:lnTo>
                <a:lnTo>
                  <a:pt x="5721" y="27124"/>
                </a:lnTo>
                <a:lnTo>
                  <a:pt x="5809" y="26931"/>
                </a:lnTo>
                <a:lnTo>
                  <a:pt x="5947" y="26750"/>
                </a:lnTo>
                <a:lnTo>
                  <a:pt x="6048" y="26557"/>
                </a:lnTo>
                <a:lnTo>
                  <a:pt x="6136" y="26363"/>
                </a:lnTo>
                <a:lnTo>
                  <a:pt x="6224" y="26234"/>
                </a:lnTo>
                <a:lnTo>
                  <a:pt x="6312" y="26041"/>
                </a:lnTo>
                <a:lnTo>
                  <a:pt x="6450" y="25847"/>
                </a:lnTo>
                <a:lnTo>
                  <a:pt x="6551" y="25667"/>
                </a:lnTo>
                <a:lnTo>
                  <a:pt x="6639" y="25473"/>
                </a:lnTo>
                <a:lnTo>
                  <a:pt x="6727" y="25293"/>
                </a:lnTo>
                <a:lnTo>
                  <a:pt x="6815" y="25099"/>
                </a:lnTo>
                <a:lnTo>
                  <a:pt x="6953" y="24906"/>
                </a:lnTo>
                <a:lnTo>
                  <a:pt x="7054" y="24725"/>
                </a:lnTo>
                <a:lnTo>
                  <a:pt x="7142" y="24532"/>
                </a:lnTo>
                <a:lnTo>
                  <a:pt x="7230" y="24351"/>
                </a:lnTo>
                <a:lnTo>
                  <a:pt x="7318" y="24158"/>
                </a:lnTo>
                <a:lnTo>
                  <a:pt x="7456" y="23977"/>
                </a:lnTo>
                <a:lnTo>
                  <a:pt x="7557" y="23783"/>
                </a:lnTo>
                <a:lnTo>
                  <a:pt x="7645" y="23590"/>
                </a:lnTo>
                <a:lnTo>
                  <a:pt x="7733" y="23409"/>
                </a:lnTo>
                <a:lnTo>
                  <a:pt x="7833" y="23216"/>
                </a:lnTo>
                <a:lnTo>
                  <a:pt x="7959" y="23035"/>
                </a:lnTo>
                <a:lnTo>
                  <a:pt x="8060" y="22894"/>
                </a:lnTo>
                <a:lnTo>
                  <a:pt x="8148" y="22700"/>
                </a:lnTo>
                <a:lnTo>
                  <a:pt x="8236" y="22519"/>
                </a:lnTo>
                <a:lnTo>
                  <a:pt x="8336" y="22326"/>
                </a:lnTo>
                <a:lnTo>
                  <a:pt x="8462" y="22133"/>
                </a:lnTo>
                <a:lnTo>
                  <a:pt x="8563" y="21952"/>
                </a:lnTo>
                <a:lnTo>
                  <a:pt x="8651" y="21758"/>
                </a:lnTo>
                <a:lnTo>
                  <a:pt x="8739" y="21578"/>
                </a:lnTo>
                <a:lnTo>
                  <a:pt x="8839" y="21384"/>
                </a:lnTo>
                <a:lnTo>
                  <a:pt x="8977" y="21204"/>
                </a:lnTo>
                <a:lnTo>
                  <a:pt x="9066" y="21010"/>
                </a:lnTo>
                <a:lnTo>
                  <a:pt x="9154" y="20817"/>
                </a:lnTo>
                <a:lnTo>
                  <a:pt x="9242" y="20636"/>
                </a:lnTo>
                <a:lnTo>
                  <a:pt x="9342" y="20443"/>
                </a:lnTo>
                <a:lnTo>
                  <a:pt x="9480" y="20262"/>
                </a:lnTo>
                <a:lnTo>
                  <a:pt x="9568" y="20069"/>
                </a:lnTo>
                <a:lnTo>
                  <a:pt x="9656" y="19888"/>
                </a:lnTo>
                <a:lnTo>
                  <a:pt x="9745" y="19695"/>
                </a:lnTo>
                <a:lnTo>
                  <a:pt x="9845" y="19501"/>
                </a:lnTo>
                <a:lnTo>
                  <a:pt x="9983" y="19321"/>
                </a:lnTo>
                <a:lnTo>
                  <a:pt x="10071" y="19127"/>
                </a:lnTo>
                <a:lnTo>
                  <a:pt x="10159" y="18947"/>
                </a:lnTo>
                <a:lnTo>
                  <a:pt x="10247" y="18753"/>
                </a:lnTo>
                <a:lnTo>
                  <a:pt x="10348" y="18560"/>
                </a:lnTo>
                <a:lnTo>
                  <a:pt x="10486" y="18379"/>
                </a:lnTo>
                <a:lnTo>
                  <a:pt x="10574" y="18186"/>
                </a:lnTo>
                <a:lnTo>
                  <a:pt x="10662" y="18005"/>
                </a:lnTo>
                <a:lnTo>
                  <a:pt x="10750" y="17812"/>
                </a:lnTo>
                <a:lnTo>
                  <a:pt x="10851" y="17631"/>
                </a:lnTo>
                <a:lnTo>
                  <a:pt x="10989" y="17438"/>
                </a:lnTo>
                <a:lnTo>
                  <a:pt x="11077" y="17244"/>
                </a:lnTo>
                <a:lnTo>
                  <a:pt x="11165" y="17064"/>
                </a:lnTo>
                <a:lnTo>
                  <a:pt x="11266" y="16870"/>
                </a:lnTo>
                <a:lnTo>
                  <a:pt x="11354" y="16690"/>
                </a:lnTo>
                <a:lnTo>
                  <a:pt x="11492" y="16496"/>
                </a:lnTo>
                <a:lnTo>
                  <a:pt x="11580" y="16316"/>
                </a:lnTo>
                <a:lnTo>
                  <a:pt x="11668" y="16070"/>
                </a:lnTo>
                <a:lnTo>
                  <a:pt x="11769" y="15890"/>
                </a:lnTo>
                <a:lnTo>
                  <a:pt x="11857" y="15696"/>
                </a:lnTo>
                <a:lnTo>
                  <a:pt x="11995" y="15516"/>
                </a:lnTo>
                <a:lnTo>
                  <a:pt x="12083" y="15322"/>
                </a:lnTo>
                <a:lnTo>
                  <a:pt x="12171" y="15129"/>
                </a:lnTo>
                <a:lnTo>
                  <a:pt x="12272" y="14948"/>
                </a:lnTo>
                <a:lnTo>
                  <a:pt x="12360" y="14755"/>
                </a:lnTo>
                <a:lnTo>
                  <a:pt x="12498" y="14574"/>
                </a:lnTo>
                <a:lnTo>
                  <a:pt x="12586" y="14381"/>
                </a:lnTo>
                <a:lnTo>
                  <a:pt x="12674" y="14200"/>
                </a:lnTo>
                <a:lnTo>
                  <a:pt x="12775" y="14007"/>
                </a:lnTo>
                <a:lnTo>
                  <a:pt x="12863" y="13813"/>
                </a:lnTo>
                <a:lnTo>
                  <a:pt x="13001" y="13633"/>
                </a:lnTo>
                <a:lnTo>
                  <a:pt x="13089" y="13439"/>
                </a:lnTo>
                <a:lnTo>
                  <a:pt x="13177" y="13259"/>
                </a:lnTo>
                <a:lnTo>
                  <a:pt x="13278" y="13065"/>
                </a:lnTo>
                <a:lnTo>
                  <a:pt x="13366" y="12833"/>
                </a:lnTo>
                <a:lnTo>
                  <a:pt x="13504" y="12640"/>
                </a:lnTo>
                <a:lnTo>
                  <a:pt x="13592" y="12459"/>
                </a:lnTo>
                <a:lnTo>
                  <a:pt x="13680" y="12266"/>
                </a:lnTo>
                <a:lnTo>
                  <a:pt x="13781" y="12085"/>
                </a:lnTo>
                <a:lnTo>
                  <a:pt x="13869" y="11891"/>
                </a:lnTo>
                <a:lnTo>
                  <a:pt x="14007" y="11698"/>
                </a:lnTo>
                <a:lnTo>
                  <a:pt x="14095" y="11517"/>
                </a:lnTo>
                <a:lnTo>
                  <a:pt x="14183" y="11324"/>
                </a:lnTo>
                <a:lnTo>
                  <a:pt x="14284" y="11143"/>
                </a:lnTo>
                <a:lnTo>
                  <a:pt x="14372" y="10950"/>
                </a:lnTo>
                <a:lnTo>
                  <a:pt x="14510" y="10756"/>
                </a:lnTo>
                <a:lnTo>
                  <a:pt x="14598" y="10524"/>
                </a:lnTo>
                <a:lnTo>
                  <a:pt x="14686" y="10344"/>
                </a:lnTo>
                <a:lnTo>
                  <a:pt x="14787" y="10150"/>
                </a:lnTo>
                <a:lnTo>
                  <a:pt x="14875" y="9970"/>
                </a:lnTo>
                <a:lnTo>
                  <a:pt x="15013" y="9776"/>
                </a:lnTo>
                <a:lnTo>
                  <a:pt x="15101" y="9583"/>
                </a:lnTo>
                <a:lnTo>
                  <a:pt x="15202" y="9402"/>
                </a:lnTo>
                <a:lnTo>
                  <a:pt x="15290" y="9209"/>
                </a:lnTo>
                <a:lnTo>
                  <a:pt x="15378" y="9028"/>
                </a:lnTo>
                <a:lnTo>
                  <a:pt x="15516" y="8783"/>
                </a:lnTo>
                <a:lnTo>
                  <a:pt x="15604" y="8602"/>
                </a:lnTo>
                <a:lnTo>
                  <a:pt x="15705" y="8409"/>
                </a:lnTo>
                <a:lnTo>
                  <a:pt x="15793" y="8228"/>
                </a:lnTo>
                <a:lnTo>
                  <a:pt x="15881" y="8035"/>
                </a:lnTo>
                <a:lnTo>
                  <a:pt x="16019" y="7854"/>
                </a:lnTo>
                <a:lnTo>
                  <a:pt x="16107" y="7661"/>
                </a:lnTo>
                <a:lnTo>
                  <a:pt x="16208" y="7467"/>
                </a:lnTo>
                <a:lnTo>
                  <a:pt x="16296" y="7235"/>
                </a:lnTo>
                <a:lnTo>
                  <a:pt x="16384" y="7055"/>
                </a:lnTo>
                <a:lnTo>
                  <a:pt x="16522" y="6861"/>
                </a:lnTo>
                <a:lnTo>
                  <a:pt x="16610" y="6668"/>
                </a:lnTo>
                <a:lnTo>
                  <a:pt x="16711" y="6487"/>
                </a:lnTo>
                <a:lnTo>
                  <a:pt x="16799" y="6294"/>
                </a:lnTo>
                <a:lnTo>
                  <a:pt x="16887" y="6113"/>
                </a:lnTo>
                <a:lnTo>
                  <a:pt x="17025" y="5868"/>
                </a:lnTo>
                <a:lnTo>
                  <a:pt x="17113" y="5688"/>
                </a:lnTo>
                <a:lnTo>
                  <a:pt x="17214" y="5494"/>
                </a:lnTo>
                <a:lnTo>
                  <a:pt x="17302" y="5313"/>
                </a:lnTo>
                <a:lnTo>
                  <a:pt x="17390" y="5120"/>
                </a:lnTo>
                <a:lnTo>
                  <a:pt x="17528" y="4939"/>
                </a:lnTo>
                <a:lnTo>
                  <a:pt x="17616" y="4694"/>
                </a:lnTo>
                <a:lnTo>
                  <a:pt x="17717" y="4514"/>
                </a:lnTo>
                <a:lnTo>
                  <a:pt x="17805" y="4320"/>
                </a:lnTo>
                <a:lnTo>
                  <a:pt x="17893" y="4140"/>
                </a:lnTo>
                <a:lnTo>
                  <a:pt x="18031" y="3946"/>
                </a:lnTo>
                <a:lnTo>
                  <a:pt x="18119" y="3753"/>
                </a:lnTo>
                <a:lnTo>
                  <a:pt x="18220" y="3521"/>
                </a:lnTo>
                <a:lnTo>
                  <a:pt x="18308" y="3340"/>
                </a:lnTo>
                <a:lnTo>
                  <a:pt x="18396" y="3147"/>
                </a:lnTo>
                <a:lnTo>
                  <a:pt x="18534" y="2966"/>
                </a:lnTo>
                <a:lnTo>
                  <a:pt x="18634" y="2773"/>
                </a:lnTo>
                <a:lnTo>
                  <a:pt x="18723" y="2579"/>
                </a:lnTo>
                <a:lnTo>
                  <a:pt x="18811" y="2347"/>
                </a:lnTo>
                <a:lnTo>
                  <a:pt x="18899" y="2166"/>
                </a:lnTo>
                <a:lnTo>
                  <a:pt x="19037" y="1973"/>
                </a:lnTo>
                <a:lnTo>
                  <a:pt x="19137" y="1779"/>
                </a:lnTo>
                <a:lnTo>
                  <a:pt x="19225" y="1599"/>
                </a:lnTo>
                <a:lnTo>
                  <a:pt x="19313" y="1367"/>
                </a:lnTo>
                <a:lnTo>
                  <a:pt x="19402" y="1173"/>
                </a:lnTo>
                <a:lnTo>
                  <a:pt x="19540" y="980"/>
                </a:lnTo>
                <a:lnTo>
                  <a:pt x="19640" y="799"/>
                </a:lnTo>
                <a:lnTo>
                  <a:pt x="19728" y="606"/>
                </a:lnTo>
                <a:lnTo>
                  <a:pt x="19816" y="374"/>
                </a:lnTo>
                <a:lnTo>
                  <a:pt x="19904" y="180"/>
                </a:lnTo>
                <a:lnTo>
                  <a:pt x="20043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6777143" y="5582153"/>
            <a:ext cx="20055" cy="41131"/>
          </a:xfrm>
          <a:custGeom>
            <a:avLst/>
            <a:gdLst/>
            <a:ahLst/>
            <a:cxnLst/>
            <a:rect l="l" t="t" r="r" b="b"/>
            <a:pathLst>
              <a:path w="20055" h="41131">
                <a:moveTo>
                  <a:pt x="0" y="41131"/>
                </a:moveTo>
                <a:lnTo>
                  <a:pt x="100" y="40938"/>
                </a:lnTo>
                <a:lnTo>
                  <a:pt x="188" y="40757"/>
                </a:lnTo>
                <a:lnTo>
                  <a:pt x="276" y="40525"/>
                </a:lnTo>
                <a:lnTo>
                  <a:pt x="364" y="40332"/>
                </a:lnTo>
                <a:lnTo>
                  <a:pt x="502" y="40138"/>
                </a:lnTo>
                <a:lnTo>
                  <a:pt x="603" y="39958"/>
                </a:lnTo>
                <a:lnTo>
                  <a:pt x="691" y="39764"/>
                </a:lnTo>
                <a:lnTo>
                  <a:pt x="779" y="39532"/>
                </a:lnTo>
                <a:lnTo>
                  <a:pt x="867" y="39338"/>
                </a:lnTo>
                <a:lnTo>
                  <a:pt x="1005" y="39158"/>
                </a:lnTo>
                <a:lnTo>
                  <a:pt x="1106" y="38964"/>
                </a:lnTo>
                <a:lnTo>
                  <a:pt x="1194" y="38732"/>
                </a:lnTo>
                <a:lnTo>
                  <a:pt x="1282" y="38539"/>
                </a:lnTo>
                <a:lnTo>
                  <a:pt x="1383" y="38358"/>
                </a:lnTo>
                <a:lnTo>
                  <a:pt x="1508" y="38165"/>
                </a:lnTo>
                <a:lnTo>
                  <a:pt x="1609" y="37933"/>
                </a:lnTo>
                <a:lnTo>
                  <a:pt x="1697" y="37752"/>
                </a:lnTo>
                <a:lnTo>
                  <a:pt x="1785" y="37559"/>
                </a:lnTo>
                <a:lnTo>
                  <a:pt x="1886" y="37365"/>
                </a:lnTo>
                <a:lnTo>
                  <a:pt x="2011" y="37133"/>
                </a:lnTo>
                <a:lnTo>
                  <a:pt x="2112" y="36952"/>
                </a:lnTo>
                <a:lnTo>
                  <a:pt x="2200" y="36759"/>
                </a:lnTo>
                <a:lnTo>
                  <a:pt x="2288" y="36565"/>
                </a:lnTo>
                <a:lnTo>
                  <a:pt x="2389" y="36333"/>
                </a:lnTo>
                <a:lnTo>
                  <a:pt x="2527" y="36153"/>
                </a:lnTo>
                <a:lnTo>
                  <a:pt x="2615" y="35959"/>
                </a:lnTo>
                <a:lnTo>
                  <a:pt x="2703" y="35766"/>
                </a:lnTo>
                <a:lnTo>
                  <a:pt x="2791" y="35534"/>
                </a:lnTo>
                <a:lnTo>
                  <a:pt x="2892" y="35353"/>
                </a:lnTo>
                <a:lnTo>
                  <a:pt x="3030" y="35160"/>
                </a:lnTo>
                <a:lnTo>
                  <a:pt x="3118" y="34966"/>
                </a:lnTo>
                <a:lnTo>
                  <a:pt x="3206" y="34734"/>
                </a:lnTo>
                <a:lnTo>
                  <a:pt x="3294" y="34553"/>
                </a:lnTo>
                <a:lnTo>
                  <a:pt x="3395" y="34360"/>
                </a:lnTo>
                <a:lnTo>
                  <a:pt x="3533" y="34128"/>
                </a:lnTo>
                <a:lnTo>
                  <a:pt x="3621" y="33934"/>
                </a:lnTo>
                <a:lnTo>
                  <a:pt x="3709" y="33754"/>
                </a:lnTo>
                <a:lnTo>
                  <a:pt x="3797" y="33560"/>
                </a:lnTo>
                <a:lnTo>
                  <a:pt x="3898" y="33328"/>
                </a:lnTo>
                <a:lnTo>
                  <a:pt x="4036" y="33135"/>
                </a:lnTo>
                <a:lnTo>
                  <a:pt x="4124" y="32954"/>
                </a:lnTo>
                <a:lnTo>
                  <a:pt x="4212" y="32722"/>
                </a:lnTo>
                <a:lnTo>
                  <a:pt x="4300" y="32528"/>
                </a:lnTo>
                <a:lnTo>
                  <a:pt x="4400" y="32335"/>
                </a:lnTo>
                <a:lnTo>
                  <a:pt x="4539" y="32154"/>
                </a:lnTo>
                <a:lnTo>
                  <a:pt x="4627" y="31922"/>
                </a:lnTo>
                <a:lnTo>
                  <a:pt x="4715" y="31729"/>
                </a:lnTo>
                <a:lnTo>
                  <a:pt x="4815" y="31535"/>
                </a:lnTo>
                <a:lnTo>
                  <a:pt x="4903" y="31303"/>
                </a:lnTo>
                <a:lnTo>
                  <a:pt x="5042" y="31122"/>
                </a:lnTo>
                <a:lnTo>
                  <a:pt x="5130" y="30929"/>
                </a:lnTo>
                <a:lnTo>
                  <a:pt x="5218" y="30697"/>
                </a:lnTo>
                <a:lnTo>
                  <a:pt x="5318" y="30503"/>
                </a:lnTo>
                <a:lnTo>
                  <a:pt x="5406" y="30323"/>
                </a:lnTo>
                <a:lnTo>
                  <a:pt x="5545" y="30129"/>
                </a:lnTo>
                <a:lnTo>
                  <a:pt x="5633" y="29897"/>
                </a:lnTo>
                <a:lnTo>
                  <a:pt x="5721" y="29704"/>
                </a:lnTo>
                <a:lnTo>
                  <a:pt x="5821" y="29523"/>
                </a:lnTo>
                <a:lnTo>
                  <a:pt x="5909" y="29291"/>
                </a:lnTo>
                <a:lnTo>
                  <a:pt x="6048" y="29097"/>
                </a:lnTo>
                <a:lnTo>
                  <a:pt x="6136" y="28904"/>
                </a:lnTo>
                <a:lnTo>
                  <a:pt x="6224" y="28672"/>
                </a:lnTo>
                <a:lnTo>
                  <a:pt x="6324" y="28491"/>
                </a:lnTo>
                <a:lnTo>
                  <a:pt x="6412" y="28298"/>
                </a:lnTo>
                <a:lnTo>
                  <a:pt x="6551" y="28066"/>
                </a:lnTo>
                <a:lnTo>
                  <a:pt x="6639" y="27872"/>
                </a:lnTo>
                <a:lnTo>
                  <a:pt x="6727" y="27692"/>
                </a:lnTo>
                <a:lnTo>
                  <a:pt x="6827" y="27447"/>
                </a:lnTo>
                <a:lnTo>
                  <a:pt x="6915" y="27266"/>
                </a:lnTo>
                <a:lnTo>
                  <a:pt x="7054" y="27072"/>
                </a:lnTo>
                <a:lnTo>
                  <a:pt x="7142" y="26840"/>
                </a:lnTo>
                <a:lnTo>
                  <a:pt x="7230" y="26647"/>
                </a:lnTo>
                <a:lnTo>
                  <a:pt x="7330" y="26466"/>
                </a:lnTo>
                <a:lnTo>
                  <a:pt x="7418" y="26234"/>
                </a:lnTo>
                <a:lnTo>
                  <a:pt x="7557" y="26041"/>
                </a:lnTo>
                <a:lnTo>
                  <a:pt x="7645" y="25847"/>
                </a:lnTo>
                <a:lnTo>
                  <a:pt x="7733" y="25615"/>
                </a:lnTo>
                <a:lnTo>
                  <a:pt x="7833" y="25434"/>
                </a:lnTo>
                <a:lnTo>
                  <a:pt x="7921" y="25189"/>
                </a:lnTo>
                <a:lnTo>
                  <a:pt x="8060" y="25009"/>
                </a:lnTo>
                <a:lnTo>
                  <a:pt x="8148" y="24815"/>
                </a:lnTo>
                <a:lnTo>
                  <a:pt x="8236" y="24583"/>
                </a:lnTo>
                <a:lnTo>
                  <a:pt x="8336" y="24390"/>
                </a:lnTo>
                <a:lnTo>
                  <a:pt x="8424" y="24209"/>
                </a:lnTo>
                <a:lnTo>
                  <a:pt x="8563" y="23977"/>
                </a:lnTo>
                <a:lnTo>
                  <a:pt x="8651" y="23783"/>
                </a:lnTo>
                <a:lnTo>
                  <a:pt x="8751" y="23551"/>
                </a:lnTo>
                <a:lnTo>
                  <a:pt x="8839" y="23358"/>
                </a:lnTo>
                <a:lnTo>
                  <a:pt x="8927" y="23177"/>
                </a:lnTo>
                <a:lnTo>
                  <a:pt x="9066" y="22945"/>
                </a:lnTo>
                <a:lnTo>
                  <a:pt x="9154" y="22752"/>
                </a:lnTo>
                <a:lnTo>
                  <a:pt x="9254" y="22558"/>
                </a:lnTo>
                <a:lnTo>
                  <a:pt x="9342" y="22326"/>
                </a:lnTo>
                <a:lnTo>
                  <a:pt x="9430" y="22145"/>
                </a:lnTo>
                <a:lnTo>
                  <a:pt x="9568" y="21900"/>
                </a:lnTo>
                <a:lnTo>
                  <a:pt x="9656" y="21720"/>
                </a:lnTo>
                <a:lnTo>
                  <a:pt x="9757" y="21526"/>
                </a:lnTo>
                <a:lnTo>
                  <a:pt x="9845" y="21294"/>
                </a:lnTo>
                <a:lnTo>
                  <a:pt x="9933" y="21101"/>
                </a:lnTo>
                <a:lnTo>
                  <a:pt x="10071" y="20869"/>
                </a:lnTo>
                <a:lnTo>
                  <a:pt x="10159" y="20688"/>
                </a:lnTo>
                <a:lnTo>
                  <a:pt x="10260" y="20494"/>
                </a:lnTo>
                <a:lnTo>
                  <a:pt x="10348" y="20262"/>
                </a:lnTo>
                <a:lnTo>
                  <a:pt x="10436" y="20069"/>
                </a:lnTo>
                <a:lnTo>
                  <a:pt x="10574" y="19837"/>
                </a:lnTo>
                <a:lnTo>
                  <a:pt x="10662" y="19643"/>
                </a:lnTo>
                <a:lnTo>
                  <a:pt x="10763" y="19463"/>
                </a:lnTo>
                <a:lnTo>
                  <a:pt x="10851" y="19230"/>
                </a:lnTo>
                <a:lnTo>
                  <a:pt x="10939" y="19037"/>
                </a:lnTo>
                <a:lnTo>
                  <a:pt x="11077" y="18805"/>
                </a:lnTo>
                <a:lnTo>
                  <a:pt x="11165" y="18611"/>
                </a:lnTo>
                <a:lnTo>
                  <a:pt x="11266" y="18431"/>
                </a:lnTo>
                <a:lnTo>
                  <a:pt x="11354" y="18186"/>
                </a:lnTo>
                <a:lnTo>
                  <a:pt x="11492" y="18005"/>
                </a:lnTo>
                <a:lnTo>
                  <a:pt x="11580" y="17773"/>
                </a:lnTo>
                <a:lnTo>
                  <a:pt x="11668" y="17580"/>
                </a:lnTo>
                <a:lnTo>
                  <a:pt x="11769" y="17347"/>
                </a:lnTo>
                <a:lnTo>
                  <a:pt x="11857" y="17154"/>
                </a:lnTo>
                <a:lnTo>
                  <a:pt x="11995" y="16973"/>
                </a:lnTo>
                <a:lnTo>
                  <a:pt x="12083" y="16728"/>
                </a:lnTo>
                <a:lnTo>
                  <a:pt x="12171" y="16548"/>
                </a:lnTo>
                <a:lnTo>
                  <a:pt x="12272" y="16316"/>
                </a:lnTo>
                <a:lnTo>
                  <a:pt x="12360" y="16122"/>
                </a:lnTo>
                <a:lnTo>
                  <a:pt x="12498" y="15890"/>
                </a:lnTo>
                <a:lnTo>
                  <a:pt x="12586" y="15696"/>
                </a:lnTo>
                <a:lnTo>
                  <a:pt x="12687" y="15464"/>
                </a:lnTo>
                <a:lnTo>
                  <a:pt x="12775" y="15271"/>
                </a:lnTo>
                <a:lnTo>
                  <a:pt x="12863" y="15090"/>
                </a:lnTo>
                <a:lnTo>
                  <a:pt x="13001" y="14858"/>
                </a:lnTo>
                <a:lnTo>
                  <a:pt x="13089" y="14665"/>
                </a:lnTo>
                <a:lnTo>
                  <a:pt x="13190" y="14432"/>
                </a:lnTo>
                <a:lnTo>
                  <a:pt x="13278" y="14239"/>
                </a:lnTo>
                <a:lnTo>
                  <a:pt x="13366" y="14007"/>
                </a:lnTo>
                <a:lnTo>
                  <a:pt x="13504" y="13813"/>
                </a:lnTo>
                <a:lnTo>
                  <a:pt x="13592" y="13581"/>
                </a:lnTo>
                <a:lnTo>
                  <a:pt x="13693" y="13401"/>
                </a:lnTo>
                <a:lnTo>
                  <a:pt x="13781" y="13155"/>
                </a:lnTo>
                <a:lnTo>
                  <a:pt x="13869" y="12975"/>
                </a:lnTo>
                <a:lnTo>
                  <a:pt x="14007" y="12781"/>
                </a:lnTo>
                <a:lnTo>
                  <a:pt x="14095" y="12549"/>
                </a:lnTo>
                <a:lnTo>
                  <a:pt x="14196" y="12369"/>
                </a:lnTo>
                <a:lnTo>
                  <a:pt x="14284" y="12124"/>
                </a:lnTo>
                <a:lnTo>
                  <a:pt x="14372" y="11943"/>
                </a:lnTo>
                <a:lnTo>
                  <a:pt x="14510" y="11698"/>
                </a:lnTo>
                <a:lnTo>
                  <a:pt x="14598" y="11517"/>
                </a:lnTo>
                <a:lnTo>
                  <a:pt x="14699" y="11285"/>
                </a:lnTo>
                <a:lnTo>
                  <a:pt x="14787" y="11092"/>
                </a:lnTo>
                <a:lnTo>
                  <a:pt x="14875" y="10860"/>
                </a:lnTo>
                <a:lnTo>
                  <a:pt x="15013" y="10666"/>
                </a:lnTo>
                <a:lnTo>
                  <a:pt x="15101" y="10434"/>
                </a:lnTo>
                <a:lnTo>
                  <a:pt x="15202" y="10253"/>
                </a:lnTo>
                <a:lnTo>
                  <a:pt x="15290" y="10008"/>
                </a:lnTo>
                <a:lnTo>
                  <a:pt x="15378" y="9828"/>
                </a:lnTo>
                <a:lnTo>
                  <a:pt x="15516" y="9583"/>
                </a:lnTo>
                <a:lnTo>
                  <a:pt x="15604" y="9402"/>
                </a:lnTo>
                <a:lnTo>
                  <a:pt x="15705" y="9170"/>
                </a:lnTo>
                <a:lnTo>
                  <a:pt x="15793" y="8977"/>
                </a:lnTo>
                <a:lnTo>
                  <a:pt x="15881" y="8744"/>
                </a:lnTo>
                <a:lnTo>
                  <a:pt x="16019" y="8551"/>
                </a:lnTo>
                <a:lnTo>
                  <a:pt x="16120" y="8319"/>
                </a:lnTo>
                <a:lnTo>
                  <a:pt x="16208" y="8138"/>
                </a:lnTo>
                <a:lnTo>
                  <a:pt x="16296" y="7893"/>
                </a:lnTo>
                <a:lnTo>
                  <a:pt x="16384" y="7713"/>
                </a:lnTo>
                <a:lnTo>
                  <a:pt x="16522" y="7467"/>
                </a:lnTo>
                <a:lnTo>
                  <a:pt x="16623" y="7287"/>
                </a:lnTo>
                <a:lnTo>
                  <a:pt x="16711" y="7055"/>
                </a:lnTo>
                <a:lnTo>
                  <a:pt x="16799" y="6861"/>
                </a:lnTo>
                <a:lnTo>
                  <a:pt x="16887" y="6629"/>
                </a:lnTo>
                <a:lnTo>
                  <a:pt x="17025" y="6436"/>
                </a:lnTo>
                <a:lnTo>
                  <a:pt x="17126" y="6203"/>
                </a:lnTo>
                <a:lnTo>
                  <a:pt x="17214" y="6023"/>
                </a:lnTo>
                <a:lnTo>
                  <a:pt x="17302" y="5778"/>
                </a:lnTo>
                <a:lnTo>
                  <a:pt x="17390" y="5597"/>
                </a:lnTo>
                <a:lnTo>
                  <a:pt x="17528" y="5352"/>
                </a:lnTo>
                <a:lnTo>
                  <a:pt x="17629" y="5172"/>
                </a:lnTo>
                <a:lnTo>
                  <a:pt x="17717" y="4939"/>
                </a:lnTo>
                <a:lnTo>
                  <a:pt x="17805" y="4746"/>
                </a:lnTo>
                <a:lnTo>
                  <a:pt x="17893" y="4514"/>
                </a:lnTo>
                <a:lnTo>
                  <a:pt x="18031" y="4282"/>
                </a:lnTo>
                <a:lnTo>
                  <a:pt x="18132" y="4088"/>
                </a:lnTo>
                <a:lnTo>
                  <a:pt x="18220" y="3856"/>
                </a:lnTo>
                <a:lnTo>
                  <a:pt x="18308" y="3663"/>
                </a:lnTo>
                <a:lnTo>
                  <a:pt x="18396" y="3430"/>
                </a:lnTo>
                <a:lnTo>
                  <a:pt x="18534" y="3237"/>
                </a:lnTo>
                <a:lnTo>
                  <a:pt x="18634" y="3005"/>
                </a:lnTo>
                <a:lnTo>
                  <a:pt x="18723" y="2824"/>
                </a:lnTo>
                <a:lnTo>
                  <a:pt x="18811" y="2579"/>
                </a:lnTo>
                <a:lnTo>
                  <a:pt x="18911" y="2399"/>
                </a:lnTo>
                <a:lnTo>
                  <a:pt x="19037" y="2166"/>
                </a:lnTo>
                <a:lnTo>
                  <a:pt x="19137" y="1921"/>
                </a:lnTo>
                <a:lnTo>
                  <a:pt x="19225" y="1741"/>
                </a:lnTo>
                <a:lnTo>
                  <a:pt x="19313" y="1509"/>
                </a:lnTo>
                <a:lnTo>
                  <a:pt x="19414" y="1315"/>
                </a:lnTo>
                <a:lnTo>
                  <a:pt x="19540" y="1083"/>
                </a:lnTo>
                <a:lnTo>
                  <a:pt x="19640" y="889"/>
                </a:lnTo>
                <a:lnTo>
                  <a:pt x="19728" y="657"/>
                </a:lnTo>
                <a:lnTo>
                  <a:pt x="19816" y="464"/>
                </a:lnTo>
                <a:lnTo>
                  <a:pt x="19917" y="232"/>
                </a:lnTo>
                <a:lnTo>
                  <a:pt x="20055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6797199" y="5538016"/>
            <a:ext cx="19992" cy="44137"/>
          </a:xfrm>
          <a:custGeom>
            <a:avLst/>
            <a:gdLst/>
            <a:ahLst/>
            <a:cxnLst/>
            <a:rect l="l" t="t" r="r" b="b"/>
            <a:pathLst>
              <a:path w="19992" h="44137">
                <a:moveTo>
                  <a:pt x="0" y="44137"/>
                </a:moveTo>
                <a:lnTo>
                  <a:pt x="88" y="43943"/>
                </a:lnTo>
                <a:lnTo>
                  <a:pt x="176" y="43711"/>
                </a:lnTo>
                <a:lnTo>
                  <a:pt x="264" y="43530"/>
                </a:lnTo>
                <a:lnTo>
                  <a:pt x="364" y="43285"/>
                </a:lnTo>
                <a:lnTo>
                  <a:pt x="502" y="43105"/>
                </a:lnTo>
                <a:lnTo>
                  <a:pt x="590" y="42873"/>
                </a:lnTo>
                <a:lnTo>
                  <a:pt x="679" y="42627"/>
                </a:lnTo>
                <a:lnTo>
                  <a:pt x="767" y="42447"/>
                </a:lnTo>
                <a:lnTo>
                  <a:pt x="867" y="42215"/>
                </a:lnTo>
                <a:lnTo>
                  <a:pt x="1005" y="42021"/>
                </a:lnTo>
                <a:lnTo>
                  <a:pt x="1093" y="41789"/>
                </a:lnTo>
                <a:lnTo>
                  <a:pt x="1181" y="41557"/>
                </a:lnTo>
                <a:lnTo>
                  <a:pt x="1269" y="41363"/>
                </a:lnTo>
                <a:lnTo>
                  <a:pt x="1370" y="41131"/>
                </a:lnTo>
                <a:lnTo>
                  <a:pt x="1508" y="40938"/>
                </a:lnTo>
                <a:lnTo>
                  <a:pt x="1596" y="40706"/>
                </a:lnTo>
                <a:lnTo>
                  <a:pt x="1684" y="40512"/>
                </a:lnTo>
                <a:lnTo>
                  <a:pt x="1772" y="40280"/>
                </a:lnTo>
                <a:lnTo>
                  <a:pt x="1873" y="40048"/>
                </a:lnTo>
                <a:lnTo>
                  <a:pt x="2011" y="39854"/>
                </a:lnTo>
                <a:lnTo>
                  <a:pt x="2099" y="39622"/>
                </a:lnTo>
                <a:lnTo>
                  <a:pt x="2187" y="39442"/>
                </a:lnTo>
                <a:lnTo>
                  <a:pt x="2288" y="39197"/>
                </a:lnTo>
                <a:lnTo>
                  <a:pt x="2376" y="38964"/>
                </a:lnTo>
                <a:lnTo>
                  <a:pt x="2514" y="38784"/>
                </a:lnTo>
                <a:lnTo>
                  <a:pt x="2602" y="38539"/>
                </a:lnTo>
                <a:lnTo>
                  <a:pt x="2690" y="38307"/>
                </a:lnTo>
                <a:lnTo>
                  <a:pt x="2791" y="38126"/>
                </a:lnTo>
                <a:lnTo>
                  <a:pt x="2879" y="37881"/>
                </a:lnTo>
                <a:lnTo>
                  <a:pt x="3017" y="37700"/>
                </a:lnTo>
                <a:lnTo>
                  <a:pt x="3105" y="37468"/>
                </a:lnTo>
                <a:lnTo>
                  <a:pt x="3193" y="37223"/>
                </a:lnTo>
                <a:lnTo>
                  <a:pt x="3294" y="37043"/>
                </a:lnTo>
                <a:lnTo>
                  <a:pt x="3382" y="36798"/>
                </a:lnTo>
                <a:lnTo>
                  <a:pt x="3520" y="36617"/>
                </a:lnTo>
                <a:lnTo>
                  <a:pt x="3608" y="36385"/>
                </a:lnTo>
                <a:lnTo>
                  <a:pt x="3696" y="36140"/>
                </a:lnTo>
                <a:lnTo>
                  <a:pt x="3797" y="35959"/>
                </a:lnTo>
                <a:lnTo>
                  <a:pt x="3885" y="35727"/>
                </a:lnTo>
                <a:lnTo>
                  <a:pt x="4023" y="35482"/>
                </a:lnTo>
                <a:lnTo>
                  <a:pt x="4111" y="35301"/>
                </a:lnTo>
                <a:lnTo>
                  <a:pt x="4199" y="35069"/>
                </a:lnTo>
                <a:lnTo>
                  <a:pt x="4300" y="34824"/>
                </a:lnTo>
                <a:lnTo>
                  <a:pt x="4388" y="34644"/>
                </a:lnTo>
                <a:lnTo>
                  <a:pt x="4526" y="34411"/>
                </a:lnTo>
                <a:lnTo>
                  <a:pt x="4614" y="34218"/>
                </a:lnTo>
                <a:lnTo>
                  <a:pt x="4702" y="33986"/>
                </a:lnTo>
                <a:lnTo>
                  <a:pt x="4803" y="33754"/>
                </a:lnTo>
                <a:lnTo>
                  <a:pt x="4891" y="33560"/>
                </a:lnTo>
                <a:lnTo>
                  <a:pt x="5029" y="33328"/>
                </a:lnTo>
                <a:lnTo>
                  <a:pt x="5117" y="33096"/>
                </a:lnTo>
                <a:lnTo>
                  <a:pt x="5205" y="32902"/>
                </a:lnTo>
                <a:lnTo>
                  <a:pt x="5306" y="32670"/>
                </a:lnTo>
                <a:lnTo>
                  <a:pt x="5394" y="32438"/>
                </a:lnTo>
                <a:lnTo>
                  <a:pt x="5532" y="32245"/>
                </a:lnTo>
                <a:lnTo>
                  <a:pt x="5620" y="32012"/>
                </a:lnTo>
                <a:lnTo>
                  <a:pt x="5708" y="31780"/>
                </a:lnTo>
                <a:lnTo>
                  <a:pt x="5809" y="31587"/>
                </a:lnTo>
                <a:lnTo>
                  <a:pt x="5897" y="31355"/>
                </a:lnTo>
                <a:lnTo>
                  <a:pt x="6035" y="31122"/>
                </a:lnTo>
                <a:lnTo>
                  <a:pt x="6123" y="30929"/>
                </a:lnTo>
                <a:lnTo>
                  <a:pt x="6224" y="30697"/>
                </a:lnTo>
                <a:lnTo>
                  <a:pt x="6312" y="30452"/>
                </a:lnTo>
                <a:lnTo>
                  <a:pt x="6400" y="30271"/>
                </a:lnTo>
                <a:lnTo>
                  <a:pt x="6538" y="30039"/>
                </a:lnTo>
                <a:lnTo>
                  <a:pt x="6626" y="29794"/>
                </a:lnTo>
                <a:lnTo>
                  <a:pt x="6727" y="29613"/>
                </a:lnTo>
                <a:lnTo>
                  <a:pt x="6815" y="29381"/>
                </a:lnTo>
                <a:lnTo>
                  <a:pt x="6903" y="29136"/>
                </a:lnTo>
                <a:lnTo>
                  <a:pt x="7041" y="28956"/>
                </a:lnTo>
                <a:lnTo>
                  <a:pt x="7129" y="28723"/>
                </a:lnTo>
                <a:lnTo>
                  <a:pt x="7230" y="28478"/>
                </a:lnTo>
                <a:lnTo>
                  <a:pt x="7318" y="28298"/>
                </a:lnTo>
                <a:lnTo>
                  <a:pt x="7406" y="28066"/>
                </a:lnTo>
                <a:lnTo>
                  <a:pt x="7544" y="27821"/>
                </a:lnTo>
                <a:lnTo>
                  <a:pt x="7632" y="27640"/>
                </a:lnTo>
                <a:lnTo>
                  <a:pt x="7733" y="27408"/>
                </a:lnTo>
                <a:lnTo>
                  <a:pt x="7821" y="27163"/>
                </a:lnTo>
                <a:lnTo>
                  <a:pt x="7909" y="26982"/>
                </a:lnTo>
                <a:lnTo>
                  <a:pt x="8047" y="26750"/>
                </a:lnTo>
                <a:lnTo>
                  <a:pt x="8135" y="26505"/>
                </a:lnTo>
                <a:lnTo>
                  <a:pt x="8236" y="26273"/>
                </a:lnTo>
                <a:lnTo>
                  <a:pt x="8324" y="26092"/>
                </a:lnTo>
                <a:lnTo>
                  <a:pt x="8412" y="25847"/>
                </a:lnTo>
                <a:lnTo>
                  <a:pt x="8550" y="25615"/>
                </a:lnTo>
                <a:lnTo>
                  <a:pt x="8638" y="25434"/>
                </a:lnTo>
                <a:lnTo>
                  <a:pt x="8739" y="25189"/>
                </a:lnTo>
                <a:lnTo>
                  <a:pt x="8827" y="24957"/>
                </a:lnTo>
                <a:lnTo>
                  <a:pt x="8915" y="24777"/>
                </a:lnTo>
                <a:lnTo>
                  <a:pt x="9053" y="24532"/>
                </a:lnTo>
                <a:lnTo>
                  <a:pt x="9141" y="24299"/>
                </a:lnTo>
                <a:lnTo>
                  <a:pt x="9242" y="24067"/>
                </a:lnTo>
                <a:lnTo>
                  <a:pt x="9330" y="23874"/>
                </a:lnTo>
                <a:lnTo>
                  <a:pt x="9418" y="23642"/>
                </a:lnTo>
                <a:lnTo>
                  <a:pt x="9556" y="23409"/>
                </a:lnTo>
                <a:lnTo>
                  <a:pt x="9656" y="23216"/>
                </a:lnTo>
                <a:lnTo>
                  <a:pt x="9745" y="22984"/>
                </a:lnTo>
                <a:lnTo>
                  <a:pt x="9833" y="22752"/>
                </a:lnTo>
                <a:lnTo>
                  <a:pt x="9921" y="22519"/>
                </a:lnTo>
                <a:lnTo>
                  <a:pt x="10059" y="22326"/>
                </a:lnTo>
                <a:lnTo>
                  <a:pt x="10159" y="22094"/>
                </a:lnTo>
                <a:lnTo>
                  <a:pt x="10247" y="21862"/>
                </a:lnTo>
                <a:lnTo>
                  <a:pt x="10336" y="21668"/>
                </a:lnTo>
                <a:lnTo>
                  <a:pt x="10424" y="21436"/>
                </a:lnTo>
                <a:lnTo>
                  <a:pt x="10562" y="21204"/>
                </a:lnTo>
                <a:lnTo>
                  <a:pt x="10662" y="20959"/>
                </a:lnTo>
                <a:lnTo>
                  <a:pt x="10750" y="20778"/>
                </a:lnTo>
                <a:lnTo>
                  <a:pt x="10838" y="20546"/>
                </a:lnTo>
                <a:lnTo>
                  <a:pt x="10926" y="20301"/>
                </a:lnTo>
                <a:lnTo>
                  <a:pt x="11065" y="20069"/>
                </a:lnTo>
                <a:lnTo>
                  <a:pt x="11165" y="19875"/>
                </a:lnTo>
                <a:lnTo>
                  <a:pt x="11253" y="19643"/>
                </a:lnTo>
                <a:lnTo>
                  <a:pt x="11341" y="19411"/>
                </a:lnTo>
                <a:lnTo>
                  <a:pt x="11429" y="19179"/>
                </a:lnTo>
                <a:lnTo>
                  <a:pt x="11568" y="18985"/>
                </a:lnTo>
                <a:lnTo>
                  <a:pt x="11668" y="18753"/>
                </a:lnTo>
                <a:lnTo>
                  <a:pt x="11756" y="18521"/>
                </a:lnTo>
                <a:lnTo>
                  <a:pt x="11844" y="18289"/>
                </a:lnTo>
                <a:lnTo>
                  <a:pt x="11932" y="18095"/>
                </a:lnTo>
                <a:lnTo>
                  <a:pt x="12071" y="17863"/>
                </a:lnTo>
                <a:lnTo>
                  <a:pt x="12171" y="17631"/>
                </a:lnTo>
                <a:lnTo>
                  <a:pt x="12259" y="17386"/>
                </a:lnTo>
                <a:lnTo>
                  <a:pt x="12347" y="17205"/>
                </a:lnTo>
                <a:lnTo>
                  <a:pt x="12448" y="16973"/>
                </a:lnTo>
                <a:lnTo>
                  <a:pt x="12574" y="16728"/>
                </a:lnTo>
                <a:lnTo>
                  <a:pt x="12674" y="16496"/>
                </a:lnTo>
                <a:lnTo>
                  <a:pt x="12762" y="16316"/>
                </a:lnTo>
                <a:lnTo>
                  <a:pt x="12850" y="16070"/>
                </a:lnTo>
                <a:lnTo>
                  <a:pt x="12951" y="15838"/>
                </a:lnTo>
                <a:lnTo>
                  <a:pt x="13077" y="15606"/>
                </a:lnTo>
                <a:lnTo>
                  <a:pt x="13177" y="15413"/>
                </a:lnTo>
                <a:lnTo>
                  <a:pt x="13265" y="15180"/>
                </a:lnTo>
                <a:lnTo>
                  <a:pt x="13353" y="14948"/>
                </a:lnTo>
                <a:lnTo>
                  <a:pt x="13454" y="14716"/>
                </a:lnTo>
                <a:lnTo>
                  <a:pt x="13592" y="14523"/>
                </a:lnTo>
                <a:lnTo>
                  <a:pt x="13680" y="14291"/>
                </a:lnTo>
                <a:lnTo>
                  <a:pt x="13768" y="14058"/>
                </a:lnTo>
                <a:lnTo>
                  <a:pt x="13856" y="13813"/>
                </a:lnTo>
                <a:lnTo>
                  <a:pt x="13957" y="13581"/>
                </a:lnTo>
                <a:lnTo>
                  <a:pt x="14095" y="13401"/>
                </a:lnTo>
                <a:lnTo>
                  <a:pt x="14183" y="13155"/>
                </a:lnTo>
                <a:lnTo>
                  <a:pt x="14271" y="12923"/>
                </a:lnTo>
                <a:lnTo>
                  <a:pt x="14359" y="12691"/>
                </a:lnTo>
                <a:lnTo>
                  <a:pt x="14460" y="12498"/>
                </a:lnTo>
                <a:lnTo>
                  <a:pt x="14598" y="12266"/>
                </a:lnTo>
                <a:lnTo>
                  <a:pt x="14686" y="12033"/>
                </a:lnTo>
                <a:lnTo>
                  <a:pt x="14774" y="11801"/>
                </a:lnTo>
                <a:lnTo>
                  <a:pt x="14862" y="11556"/>
                </a:lnTo>
                <a:lnTo>
                  <a:pt x="14963" y="11376"/>
                </a:lnTo>
                <a:lnTo>
                  <a:pt x="15101" y="11143"/>
                </a:lnTo>
                <a:lnTo>
                  <a:pt x="15189" y="10898"/>
                </a:lnTo>
                <a:lnTo>
                  <a:pt x="15277" y="10666"/>
                </a:lnTo>
                <a:lnTo>
                  <a:pt x="15365" y="10434"/>
                </a:lnTo>
                <a:lnTo>
                  <a:pt x="15466" y="10241"/>
                </a:lnTo>
                <a:lnTo>
                  <a:pt x="15604" y="10008"/>
                </a:lnTo>
                <a:lnTo>
                  <a:pt x="15692" y="9776"/>
                </a:lnTo>
                <a:lnTo>
                  <a:pt x="15780" y="9544"/>
                </a:lnTo>
                <a:lnTo>
                  <a:pt x="15868" y="9299"/>
                </a:lnTo>
                <a:lnTo>
                  <a:pt x="15969" y="9118"/>
                </a:lnTo>
                <a:lnTo>
                  <a:pt x="16107" y="8886"/>
                </a:lnTo>
                <a:lnTo>
                  <a:pt x="16195" y="8641"/>
                </a:lnTo>
                <a:lnTo>
                  <a:pt x="16283" y="8409"/>
                </a:lnTo>
                <a:lnTo>
                  <a:pt x="16384" y="8177"/>
                </a:lnTo>
                <a:lnTo>
                  <a:pt x="16472" y="7983"/>
                </a:lnTo>
                <a:lnTo>
                  <a:pt x="16610" y="7751"/>
                </a:lnTo>
                <a:lnTo>
                  <a:pt x="16698" y="7519"/>
                </a:lnTo>
                <a:lnTo>
                  <a:pt x="16786" y="7287"/>
                </a:lnTo>
                <a:lnTo>
                  <a:pt x="16887" y="7055"/>
                </a:lnTo>
                <a:lnTo>
                  <a:pt x="16975" y="6861"/>
                </a:lnTo>
                <a:lnTo>
                  <a:pt x="17113" y="6629"/>
                </a:lnTo>
                <a:lnTo>
                  <a:pt x="17201" y="6397"/>
                </a:lnTo>
                <a:lnTo>
                  <a:pt x="17289" y="6152"/>
                </a:lnTo>
                <a:lnTo>
                  <a:pt x="17390" y="5920"/>
                </a:lnTo>
                <a:lnTo>
                  <a:pt x="17478" y="5688"/>
                </a:lnTo>
                <a:lnTo>
                  <a:pt x="17616" y="5494"/>
                </a:lnTo>
                <a:lnTo>
                  <a:pt x="17704" y="5262"/>
                </a:lnTo>
                <a:lnTo>
                  <a:pt x="17792" y="5030"/>
                </a:lnTo>
                <a:lnTo>
                  <a:pt x="17893" y="4798"/>
                </a:lnTo>
                <a:lnTo>
                  <a:pt x="17981" y="4553"/>
                </a:lnTo>
                <a:lnTo>
                  <a:pt x="18119" y="4320"/>
                </a:lnTo>
                <a:lnTo>
                  <a:pt x="18207" y="4140"/>
                </a:lnTo>
                <a:lnTo>
                  <a:pt x="18295" y="3895"/>
                </a:lnTo>
                <a:lnTo>
                  <a:pt x="18396" y="3663"/>
                </a:lnTo>
                <a:lnTo>
                  <a:pt x="18484" y="3430"/>
                </a:lnTo>
                <a:lnTo>
                  <a:pt x="18622" y="3198"/>
                </a:lnTo>
                <a:lnTo>
                  <a:pt x="18710" y="2953"/>
                </a:lnTo>
                <a:lnTo>
                  <a:pt x="18798" y="2773"/>
                </a:lnTo>
                <a:lnTo>
                  <a:pt x="18899" y="2540"/>
                </a:lnTo>
                <a:lnTo>
                  <a:pt x="18987" y="2295"/>
                </a:lnTo>
                <a:lnTo>
                  <a:pt x="19125" y="2063"/>
                </a:lnTo>
                <a:lnTo>
                  <a:pt x="19213" y="1831"/>
                </a:lnTo>
                <a:lnTo>
                  <a:pt x="19301" y="1599"/>
                </a:lnTo>
                <a:lnTo>
                  <a:pt x="19402" y="1405"/>
                </a:lnTo>
                <a:lnTo>
                  <a:pt x="19490" y="1173"/>
                </a:lnTo>
                <a:lnTo>
                  <a:pt x="19628" y="941"/>
                </a:lnTo>
                <a:lnTo>
                  <a:pt x="19716" y="709"/>
                </a:lnTo>
                <a:lnTo>
                  <a:pt x="19816" y="464"/>
                </a:lnTo>
                <a:lnTo>
                  <a:pt x="19904" y="232"/>
                </a:lnTo>
                <a:lnTo>
                  <a:pt x="19992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6817192" y="5491570"/>
            <a:ext cx="20043" cy="46445"/>
          </a:xfrm>
          <a:custGeom>
            <a:avLst/>
            <a:gdLst/>
            <a:ahLst/>
            <a:cxnLst/>
            <a:rect l="l" t="t" r="r" b="b"/>
            <a:pathLst>
              <a:path w="20043" h="46445">
                <a:moveTo>
                  <a:pt x="0" y="46445"/>
                </a:moveTo>
                <a:lnTo>
                  <a:pt x="138" y="46252"/>
                </a:lnTo>
                <a:lnTo>
                  <a:pt x="226" y="46020"/>
                </a:lnTo>
                <a:lnTo>
                  <a:pt x="326" y="45788"/>
                </a:lnTo>
                <a:lnTo>
                  <a:pt x="414" y="45555"/>
                </a:lnTo>
                <a:lnTo>
                  <a:pt x="502" y="45310"/>
                </a:lnTo>
                <a:lnTo>
                  <a:pt x="641" y="45078"/>
                </a:lnTo>
                <a:lnTo>
                  <a:pt x="729" y="44846"/>
                </a:lnTo>
                <a:lnTo>
                  <a:pt x="829" y="44652"/>
                </a:lnTo>
                <a:lnTo>
                  <a:pt x="917" y="44420"/>
                </a:lnTo>
                <a:lnTo>
                  <a:pt x="1005" y="44188"/>
                </a:lnTo>
                <a:lnTo>
                  <a:pt x="1144" y="43956"/>
                </a:lnTo>
                <a:lnTo>
                  <a:pt x="1232" y="43724"/>
                </a:lnTo>
                <a:lnTo>
                  <a:pt x="1332" y="43479"/>
                </a:lnTo>
                <a:lnTo>
                  <a:pt x="1420" y="43247"/>
                </a:lnTo>
                <a:lnTo>
                  <a:pt x="1508" y="43014"/>
                </a:lnTo>
                <a:lnTo>
                  <a:pt x="1647" y="42821"/>
                </a:lnTo>
                <a:lnTo>
                  <a:pt x="1735" y="42589"/>
                </a:lnTo>
                <a:lnTo>
                  <a:pt x="1835" y="42357"/>
                </a:lnTo>
                <a:lnTo>
                  <a:pt x="1923" y="42124"/>
                </a:lnTo>
                <a:lnTo>
                  <a:pt x="2011" y="41879"/>
                </a:lnTo>
                <a:lnTo>
                  <a:pt x="2150" y="41647"/>
                </a:lnTo>
                <a:lnTo>
                  <a:pt x="2238" y="41415"/>
                </a:lnTo>
                <a:lnTo>
                  <a:pt x="2338" y="41183"/>
                </a:lnTo>
                <a:lnTo>
                  <a:pt x="2426" y="40938"/>
                </a:lnTo>
                <a:lnTo>
                  <a:pt x="2514" y="40757"/>
                </a:lnTo>
                <a:lnTo>
                  <a:pt x="2653" y="40525"/>
                </a:lnTo>
                <a:lnTo>
                  <a:pt x="2741" y="40280"/>
                </a:lnTo>
                <a:lnTo>
                  <a:pt x="2841" y="40048"/>
                </a:lnTo>
                <a:lnTo>
                  <a:pt x="2929" y="39816"/>
                </a:lnTo>
                <a:lnTo>
                  <a:pt x="3017" y="39584"/>
                </a:lnTo>
                <a:lnTo>
                  <a:pt x="3156" y="39351"/>
                </a:lnTo>
                <a:lnTo>
                  <a:pt x="3244" y="39106"/>
                </a:lnTo>
                <a:lnTo>
                  <a:pt x="3344" y="38874"/>
                </a:lnTo>
                <a:lnTo>
                  <a:pt x="3432" y="38694"/>
                </a:lnTo>
                <a:lnTo>
                  <a:pt x="3520" y="38449"/>
                </a:lnTo>
                <a:lnTo>
                  <a:pt x="3659" y="38216"/>
                </a:lnTo>
                <a:lnTo>
                  <a:pt x="3759" y="37984"/>
                </a:lnTo>
                <a:lnTo>
                  <a:pt x="3847" y="37752"/>
                </a:lnTo>
                <a:lnTo>
                  <a:pt x="3935" y="37507"/>
                </a:lnTo>
                <a:lnTo>
                  <a:pt x="4023" y="37275"/>
                </a:lnTo>
                <a:lnTo>
                  <a:pt x="4162" y="37043"/>
                </a:lnTo>
                <a:lnTo>
                  <a:pt x="4262" y="36810"/>
                </a:lnTo>
                <a:lnTo>
                  <a:pt x="4350" y="36578"/>
                </a:lnTo>
                <a:lnTo>
                  <a:pt x="4438" y="36385"/>
                </a:lnTo>
                <a:lnTo>
                  <a:pt x="4526" y="36153"/>
                </a:lnTo>
                <a:lnTo>
                  <a:pt x="4665" y="35921"/>
                </a:lnTo>
                <a:lnTo>
                  <a:pt x="4765" y="35675"/>
                </a:lnTo>
                <a:lnTo>
                  <a:pt x="4853" y="35443"/>
                </a:lnTo>
                <a:lnTo>
                  <a:pt x="4941" y="35211"/>
                </a:lnTo>
                <a:lnTo>
                  <a:pt x="5029" y="34979"/>
                </a:lnTo>
                <a:lnTo>
                  <a:pt x="5168" y="34734"/>
                </a:lnTo>
                <a:lnTo>
                  <a:pt x="5268" y="34502"/>
                </a:lnTo>
                <a:lnTo>
                  <a:pt x="5356" y="34270"/>
                </a:lnTo>
                <a:lnTo>
                  <a:pt x="5444" y="34037"/>
                </a:lnTo>
                <a:lnTo>
                  <a:pt x="5532" y="33805"/>
                </a:lnTo>
                <a:lnTo>
                  <a:pt x="5670" y="33612"/>
                </a:lnTo>
                <a:lnTo>
                  <a:pt x="5771" y="33380"/>
                </a:lnTo>
                <a:lnTo>
                  <a:pt x="5859" y="33147"/>
                </a:lnTo>
                <a:lnTo>
                  <a:pt x="5947" y="32902"/>
                </a:lnTo>
                <a:lnTo>
                  <a:pt x="6048" y="32670"/>
                </a:lnTo>
                <a:lnTo>
                  <a:pt x="6173" y="32438"/>
                </a:lnTo>
                <a:lnTo>
                  <a:pt x="6274" y="32206"/>
                </a:lnTo>
                <a:lnTo>
                  <a:pt x="6362" y="31961"/>
                </a:lnTo>
                <a:lnTo>
                  <a:pt x="6450" y="31729"/>
                </a:lnTo>
                <a:lnTo>
                  <a:pt x="6551" y="31496"/>
                </a:lnTo>
                <a:lnTo>
                  <a:pt x="6676" y="31264"/>
                </a:lnTo>
                <a:lnTo>
                  <a:pt x="6777" y="31032"/>
                </a:lnTo>
                <a:lnTo>
                  <a:pt x="6865" y="30787"/>
                </a:lnTo>
                <a:lnTo>
                  <a:pt x="6953" y="30555"/>
                </a:lnTo>
                <a:lnTo>
                  <a:pt x="7054" y="30323"/>
                </a:lnTo>
                <a:lnTo>
                  <a:pt x="7192" y="30129"/>
                </a:lnTo>
                <a:lnTo>
                  <a:pt x="7280" y="29897"/>
                </a:lnTo>
                <a:lnTo>
                  <a:pt x="7368" y="29665"/>
                </a:lnTo>
                <a:lnTo>
                  <a:pt x="7456" y="29433"/>
                </a:lnTo>
                <a:lnTo>
                  <a:pt x="7557" y="29188"/>
                </a:lnTo>
                <a:lnTo>
                  <a:pt x="7695" y="28956"/>
                </a:lnTo>
                <a:lnTo>
                  <a:pt x="7783" y="28723"/>
                </a:lnTo>
                <a:lnTo>
                  <a:pt x="7871" y="28491"/>
                </a:lnTo>
                <a:lnTo>
                  <a:pt x="7959" y="28246"/>
                </a:lnTo>
                <a:lnTo>
                  <a:pt x="8060" y="28014"/>
                </a:lnTo>
                <a:lnTo>
                  <a:pt x="8198" y="27782"/>
                </a:lnTo>
                <a:lnTo>
                  <a:pt x="8286" y="27550"/>
                </a:lnTo>
                <a:lnTo>
                  <a:pt x="8374" y="27318"/>
                </a:lnTo>
                <a:lnTo>
                  <a:pt x="8462" y="27072"/>
                </a:lnTo>
                <a:lnTo>
                  <a:pt x="8563" y="26840"/>
                </a:lnTo>
                <a:lnTo>
                  <a:pt x="8701" y="26608"/>
                </a:lnTo>
                <a:lnTo>
                  <a:pt x="8789" y="26376"/>
                </a:lnTo>
                <a:lnTo>
                  <a:pt x="8877" y="26131"/>
                </a:lnTo>
                <a:lnTo>
                  <a:pt x="8965" y="25899"/>
                </a:lnTo>
                <a:lnTo>
                  <a:pt x="9066" y="25667"/>
                </a:lnTo>
                <a:lnTo>
                  <a:pt x="9204" y="25434"/>
                </a:lnTo>
                <a:lnTo>
                  <a:pt x="9292" y="25241"/>
                </a:lnTo>
                <a:lnTo>
                  <a:pt x="9380" y="25009"/>
                </a:lnTo>
                <a:lnTo>
                  <a:pt x="9468" y="24777"/>
                </a:lnTo>
                <a:lnTo>
                  <a:pt x="9568" y="24544"/>
                </a:lnTo>
                <a:lnTo>
                  <a:pt x="9707" y="24299"/>
                </a:lnTo>
                <a:lnTo>
                  <a:pt x="9795" y="24067"/>
                </a:lnTo>
                <a:lnTo>
                  <a:pt x="9883" y="23835"/>
                </a:lnTo>
                <a:lnTo>
                  <a:pt x="9983" y="23603"/>
                </a:lnTo>
                <a:lnTo>
                  <a:pt x="10071" y="23358"/>
                </a:lnTo>
                <a:lnTo>
                  <a:pt x="10210" y="23126"/>
                </a:lnTo>
                <a:lnTo>
                  <a:pt x="10298" y="22894"/>
                </a:lnTo>
                <a:lnTo>
                  <a:pt x="10386" y="22661"/>
                </a:lnTo>
                <a:lnTo>
                  <a:pt x="10486" y="22429"/>
                </a:lnTo>
                <a:lnTo>
                  <a:pt x="10574" y="22184"/>
                </a:lnTo>
                <a:lnTo>
                  <a:pt x="10713" y="21952"/>
                </a:lnTo>
                <a:lnTo>
                  <a:pt x="10801" y="21720"/>
                </a:lnTo>
                <a:lnTo>
                  <a:pt x="10889" y="21488"/>
                </a:lnTo>
                <a:lnTo>
                  <a:pt x="10989" y="21243"/>
                </a:lnTo>
                <a:lnTo>
                  <a:pt x="11077" y="21010"/>
                </a:lnTo>
                <a:lnTo>
                  <a:pt x="11216" y="20778"/>
                </a:lnTo>
                <a:lnTo>
                  <a:pt x="11304" y="20546"/>
                </a:lnTo>
                <a:lnTo>
                  <a:pt x="11392" y="20314"/>
                </a:lnTo>
                <a:lnTo>
                  <a:pt x="11492" y="20069"/>
                </a:lnTo>
                <a:lnTo>
                  <a:pt x="11580" y="19837"/>
                </a:lnTo>
                <a:lnTo>
                  <a:pt x="11719" y="19605"/>
                </a:lnTo>
                <a:lnTo>
                  <a:pt x="11807" y="19372"/>
                </a:lnTo>
                <a:lnTo>
                  <a:pt x="11895" y="19127"/>
                </a:lnTo>
                <a:lnTo>
                  <a:pt x="11995" y="18895"/>
                </a:lnTo>
                <a:lnTo>
                  <a:pt x="12083" y="18663"/>
                </a:lnTo>
                <a:lnTo>
                  <a:pt x="12222" y="18431"/>
                </a:lnTo>
                <a:lnTo>
                  <a:pt x="12310" y="18199"/>
                </a:lnTo>
                <a:lnTo>
                  <a:pt x="12398" y="17954"/>
                </a:lnTo>
                <a:lnTo>
                  <a:pt x="12498" y="17721"/>
                </a:lnTo>
                <a:lnTo>
                  <a:pt x="12586" y="17489"/>
                </a:lnTo>
                <a:lnTo>
                  <a:pt x="12725" y="17257"/>
                </a:lnTo>
                <a:lnTo>
                  <a:pt x="12813" y="17012"/>
                </a:lnTo>
                <a:lnTo>
                  <a:pt x="12901" y="16780"/>
                </a:lnTo>
                <a:lnTo>
                  <a:pt x="13001" y="16548"/>
                </a:lnTo>
                <a:lnTo>
                  <a:pt x="13089" y="16316"/>
                </a:lnTo>
                <a:lnTo>
                  <a:pt x="13228" y="16083"/>
                </a:lnTo>
                <a:lnTo>
                  <a:pt x="13316" y="15838"/>
                </a:lnTo>
                <a:lnTo>
                  <a:pt x="13416" y="15606"/>
                </a:lnTo>
                <a:lnTo>
                  <a:pt x="13504" y="15374"/>
                </a:lnTo>
                <a:lnTo>
                  <a:pt x="13592" y="15142"/>
                </a:lnTo>
                <a:lnTo>
                  <a:pt x="13731" y="14897"/>
                </a:lnTo>
                <a:lnTo>
                  <a:pt x="13819" y="14665"/>
                </a:lnTo>
                <a:lnTo>
                  <a:pt x="13919" y="14432"/>
                </a:lnTo>
                <a:lnTo>
                  <a:pt x="14007" y="14200"/>
                </a:lnTo>
                <a:lnTo>
                  <a:pt x="14095" y="13968"/>
                </a:lnTo>
                <a:lnTo>
                  <a:pt x="14234" y="13723"/>
                </a:lnTo>
                <a:lnTo>
                  <a:pt x="14322" y="13491"/>
                </a:lnTo>
                <a:lnTo>
                  <a:pt x="14422" y="13259"/>
                </a:lnTo>
                <a:lnTo>
                  <a:pt x="14510" y="13027"/>
                </a:lnTo>
                <a:lnTo>
                  <a:pt x="14598" y="12781"/>
                </a:lnTo>
                <a:lnTo>
                  <a:pt x="14736" y="12549"/>
                </a:lnTo>
                <a:lnTo>
                  <a:pt x="14824" y="12317"/>
                </a:lnTo>
                <a:lnTo>
                  <a:pt x="14925" y="12085"/>
                </a:lnTo>
                <a:lnTo>
                  <a:pt x="15013" y="11853"/>
                </a:lnTo>
                <a:lnTo>
                  <a:pt x="15101" y="11608"/>
                </a:lnTo>
                <a:lnTo>
                  <a:pt x="15239" y="11376"/>
                </a:lnTo>
                <a:lnTo>
                  <a:pt x="15327" y="11143"/>
                </a:lnTo>
                <a:lnTo>
                  <a:pt x="15428" y="10911"/>
                </a:lnTo>
                <a:lnTo>
                  <a:pt x="15516" y="10666"/>
                </a:lnTo>
                <a:lnTo>
                  <a:pt x="15604" y="10434"/>
                </a:lnTo>
                <a:lnTo>
                  <a:pt x="15742" y="10202"/>
                </a:lnTo>
                <a:lnTo>
                  <a:pt x="15830" y="9970"/>
                </a:lnTo>
                <a:lnTo>
                  <a:pt x="15931" y="9738"/>
                </a:lnTo>
                <a:lnTo>
                  <a:pt x="16019" y="9492"/>
                </a:lnTo>
                <a:lnTo>
                  <a:pt x="16107" y="9260"/>
                </a:lnTo>
                <a:lnTo>
                  <a:pt x="16245" y="9028"/>
                </a:lnTo>
                <a:lnTo>
                  <a:pt x="16333" y="8796"/>
                </a:lnTo>
                <a:lnTo>
                  <a:pt x="16434" y="8512"/>
                </a:lnTo>
                <a:lnTo>
                  <a:pt x="16522" y="8280"/>
                </a:lnTo>
                <a:lnTo>
                  <a:pt x="16610" y="8035"/>
                </a:lnTo>
                <a:lnTo>
                  <a:pt x="16748" y="7803"/>
                </a:lnTo>
                <a:lnTo>
                  <a:pt x="16836" y="7571"/>
                </a:lnTo>
                <a:lnTo>
                  <a:pt x="16937" y="7338"/>
                </a:lnTo>
                <a:lnTo>
                  <a:pt x="17025" y="7093"/>
                </a:lnTo>
                <a:lnTo>
                  <a:pt x="17113" y="6861"/>
                </a:lnTo>
                <a:lnTo>
                  <a:pt x="17251" y="6629"/>
                </a:lnTo>
                <a:lnTo>
                  <a:pt x="17352" y="6397"/>
                </a:lnTo>
                <a:lnTo>
                  <a:pt x="17440" y="6165"/>
                </a:lnTo>
                <a:lnTo>
                  <a:pt x="17528" y="5920"/>
                </a:lnTo>
                <a:lnTo>
                  <a:pt x="17616" y="5688"/>
                </a:lnTo>
                <a:lnTo>
                  <a:pt x="17754" y="5455"/>
                </a:lnTo>
                <a:lnTo>
                  <a:pt x="17855" y="5223"/>
                </a:lnTo>
                <a:lnTo>
                  <a:pt x="17943" y="4978"/>
                </a:lnTo>
                <a:lnTo>
                  <a:pt x="18031" y="4746"/>
                </a:lnTo>
                <a:lnTo>
                  <a:pt x="18119" y="4514"/>
                </a:lnTo>
                <a:lnTo>
                  <a:pt x="18257" y="4282"/>
                </a:lnTo>
                <a:lnTo>
                  <a:pt x="18358" y="4049"/>
                </a:lnTo>
                <a:lnTo>
                  <a:pt x="18446" y="3804"/>
                </a:lnTo>
                <a:lnTo>
                  <a:pt x="18534" y="3572"/>
                </a:lnTo>
                <a:lnTo>
                  <a:pt x="18622" y="3288"/>
                </a:lnTo>
                <a:lnTo>
                  <a:pt x="18760" y="3056"/>
                </a:lnTo>
                <a:lnTo>
                  <a:pt x="18861" y="2824"/>
                </a:lnTo>
                <a:lnTo>
                  <a:pt x="18949" y="2592"/>
                </a:lnTo>
                <a:lnTo>
                  <a:pt x="19037" y="2347"/>
                </a:lnTo>
                <a:lnTo>
                  <a:pt x="19125" y="2115"/>
                </a:lnTo>
                <a:lnTo>
                  <a:pt x="19263" y="1883"/>
                </a:lnTo>
                <a:lnTo>
                  <a:pt x="19364" y="1650"/>
                </a:lnTo>
                <a:lnTo>
                  <a:pt x="19452" y="1418"/>
                </a:lnTo>
                <a:lnTo>
                  <a:pt x="19540" y="1173"/>
                </a:lnTo>
                <a:lnTo>
                  <a:pt x="19640" y="941"/>
                </a:lnTo>
                <a:lnTo>
                  <a:pt x="19766" y="709"/>
                </a:lnTo>
                <a:lnTo>
                  <a:pt x="19867" y="477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6837235" y="5443435"/>
            <a:ext cx="20043" cy="48135"/>
          </a:xfrm>
          <a:custGeom>
            <a:avLst/>
            <a:gdLst/>
            <a:ahLst/>
            <a:cxnLst/>
            <a:rect l="l" t="t" r="r" b="b"/>
            <a:pathLst>
              <a:path w="20043" h="48135">
                <a:moveTo>
                  <a:pt x="0" y="48135"/>
                </a:moveTo>
                <a:lnTo>
                  <a:pt x="100" y="47903"/>
                </a:lnTo>
                <a:lnTo>
                  <a:pt x="226" y="47619"/>
                </a:lnTo>
                <a:lnTo>
                  <a:pt x="326" y="47387"/>
                </a:lnTo>
                <a:lnTo>
                  <a:pt x="414" y="47155"/>
                </a:lnTo>
                <a:lnTo>
                  <a:pt x="502" y="46910"/>
                </a:lnTo>
                <a:lnTo>
                  <a:pt x="603" y="46677"/>
                </a:lnTo>
                <a:lnTo>
                  <a:pt x="741" y="46445"/>
                </a:lnTo>
                <a:lnTo>
                  <a:pt x="829" y="46213"/>
                </a:lnTo>
                <a:lnTo>
                  <a:pt x="917" y="45981"/>
                </a:lnTo>
                <a:lnTo>
                  <a:pt x="1005" y="45736"/>
                </a:lnTo>
                <a:lnTo>
                  <a:pt x="1106" y="45504"/>
                </a:lnTo>
                <a:lnTo>
                  <a:pt x="1244" y="45272"/>
                </a:lnTo>
                <a:lnTo>
                  <a:pt x="1332" y="45039"/>
                </a:lnTo>
                <a:lnTo>
                  <a:pt x="1420" y="44794"/>
                </a:lnTo>
                <a:lnTo>
                  <a:pt x="1508" y="44524"/>
                </a:lnTo>
                <a:lnTo>
                  <a:pt x="1609" y="44278"/>
                </a:lnTo>
                <a:lnTo>
                  <a:pt x="1747" y="44046"/>
                </a:lnTo>
                <a:lnTo>
                  <a:pt x="1835" y="43814"/>
                </a:lnTo>
                <a:lnTo>
                  <a:pt x="1923" y="43582"/>
                </a:lnTo>
                <a:lnTo>
                  <a:pt x="2011" y="43337"/>
                </a:lnTo>
                <a:lnTo>
                  <a:pt x="2112" y="43105"/>
                </a:lnTo>
                <a:lnTo>
                  <a:pt x="2250" y="42873"/>
                </a:lnTo>
                <a:lnTo>
                  <a:pt x="2338" y="42640"/>
                </a:lnTo>
                <a:lnTo>
                  <a:pt x="2426" y="42408"/>
                </a:lnTo>
                <a:lnTo>
                  <a:pt x="2514" y="42163"/>
                </a:lnTo>
                <a:lnTo>
                  <a:pt x="2615" y="41931"/>
                </a:lnTo>
                <a:lnTo>
                  <a:pt x="2753" y="41647"/>
                </a:lnTo>
                <a:lnTo>
                  <a:pt x="2841" y="41415"/>
                </a:lnTo>
                <a:lnTo>
                  <a:pt x="2929" y="41183"/>
                </a:lnTo>
                <a:lnTo>
                  <a:pt x="3017" y="40951"/>
                </a:lnTo>
                <a:lnTo>
                  <a:pt x="3118" y="40706"/>
                </a:lnTo>
                <a:lnTo>
                  <a:pt x="3256" y="40474"/>
                </a:lnTo>
                <a:lnTo>
                  <a:pt x="3344" y="40241"/>
                </a:lnTo>
                <a:lnTo>
                  <a:pt x="3432" y="40009"/>
                </a:lnTo>
                <a:lnTo>
                  <a:pt x="3533" y="39764"/>
                </a:lnTo>
                <a:lnTo>
                  <a:pt x="3621" y="39532"/>
                </a:lnTo>
                <a:lnTo>
                  <a:pt x="3759" y="39248"/>
                </a:lnTo>
                <a:lnTo>
                  <a:pt x="3847" y="39016"/>
                </a:lnTo>
                <a:lnTo>
                  <a:pt x="3935" y="38784"/>
                </a:lnTo>
                <a:lnTo>
                  <a:pt x="4036" y="38552"/>
                </a:lnTo>
                <a:lnTo>
                  <a:pt x="4124" y="38307"/>
                </a:lnTo>
                <a:lnTo>
                  <a:pt x="4262" y="38074"/>
                </a:lnTo>
                <a:lnTo>
                  <a:pt x="4350" y="37842"/>
                </a:lnTo>
                <a:lnTo>
                  <a:pt x="4438" y="37610"/>
                </a:lnTo>
                <a:lnTo>
                  <a:pt x="4539" y="37378"/>
                </a:lnTo>
                <a:lnTo>
                  <a:pt x="4627" y="37133"/>
                </a:lnTo>
                <a:lnTo>
                  <a:pt x="4765" y="36862"/>
                </a:lnTo>
                <a:lnTo>
                  <a:pt x="4853" y="36617"/>
                </a:lnTo>
                <a:lnTo>
                  <a:pt x="4941" y="36385"/>
                </a:lnTo>
                <a:lnTo>
                  <a:pt x="5042" y="36153"/>
                </a:lnTo>
                <a:lnTo>
                  <a:pt x="5130" y="35921"/>
                </a:lnTo>
                <a:lnTo>
                  <a:pt x="5268" y="35675"/>
                </a:lnTo>
                <a:lnTo>
                  <a:pt x="5356" y="35443"/>
                </a:lnTo>
                <a:lnTo>
                  <a:pt x="5444" y="35211"/>
                </a:lnTo>
                <a:lnTo>
                  <a:pt x="5545" y="34979"/>
                </a:lnTo>
                <a:lnTo>
                  <a:pt x="5633" y="34695"/>
                </a:lnTo>
                <a:lnTo>
                  <a:pt x="5771" y="34463"/>
                </a:lnTo>
                <a:lnTo>
                  <a:pt x="5859" y="34218"/>
                </a:lnTo>
                <a:lnTo>
                  <a:pt x="5947" y="33986"/>
                </a:lnTo>
                <a:lnTo>
                  <a:pt x="6048" y="33754"/>
                </a:lnTo>
                <a:lnTo>
                  <a:pt x="6136" y="33521"/>
                </a:lnTo>
                <a:lnTo>
                  <a:pt x="6274" y="33289"/>
                </a:lnTo>
                <a:lnTo>
                  <a:pt x="6362" y="33044"/>
                </a:lnTo>
                <a:lnTo>
                  <a:pt x="6450" y="32812"/>
                </a:lnTo>
                <a:lnTo>
                  <a:pt x="6551" y="32528"/>
                </a:lnTo>
                <a:lnTo>
                  <a:pt x="6639" y="32296"/>
                </a:lnTo>
                <a:lnTo>
                  <a:pt x="6777" y="32064"/>
                </a:lnTo>
                <a:lnTo>
                  <a:pt x="6865" y="31832"/>
                </a:lnTo>
                <a:lnTo>
                  <a:pt x="6966" y="31587"/>
                </a:lnTo>
                <a:lnTo>
                  <a:pt x="7054" y="31355"/>
                </a:lnTo>
                <a:lnTo>
                  <a:pt x="7142" y="31122"/>
                </a:lnTo>
                <a:lnTo>
                  <a:pt x="7280" y="30890"/>
                </a:lnTo>
                <a:lnTo>
                  <a:pt x="7368" y="30607"/>
                </a:lnTo>
                <a:lnTo>
                  <a:pt x="7469" y="30374"/>
                </a:lnTo>
                <a:lnTo>
                  <a:pt x="7557" y="30129"/>
                </a:lnTo>
                <a:lnTo>
                  <a:pt x="7645" y="29897"/>
                </a:lnTo>
                <a:lnTo>
                  <a:pt x="7783" y="29665"/>
                </a:lnTo>
                <a:lnTo>
                  <a:pt x="7871" y="29433"/>
                </a:lnTo>
                <a:lnTo>
                  <a:pt x="7972" y="29188"/>
                </a:lnTo>
                <a:lnTo>
                  <a:pt x="8060" y="28956"/>
                </a:lnTo>
                <a:lnTo>
                  <a:pt x="8148" y="28672"/>
                </a:lnTo>
                <a:lnTo>
                  <a:pt x="8286" y="28440"/>
                </a:lnTo>
                <a:lnTo>
                  <a:pt x="8374" y="28207"/>
                </a:lnTo>
                <a:lnTo>
                  <a:pt x="8475" y="27975"/>
                </a:lnTo>
                <a:lnTo>
                  <a:pt x="8563" y="27730"/>
                </a:lnTo>
                <a:lnTo>
                  <a:pt x="8651" y="27498"/>
                </a:lnTo>
                <a:lnTo>
                  <a:pt x="8789" y="27266"/>
                </a:lnTo>
                <a:lnTo>
                  <a:pt x="8877" y="26982"/>
                </a:lnTo>
                <a:lnTo>
                  <a:pt x="8977" y="26750"/>
                </a:lnTo>
                <a:lnTo>
                  <a:pt x="9066" y="26518"/>
                </a:lnTo>
                <a:lnTo>
                  <a:pt x="9154" y="26286"/>
                </a:lnTo>
                <a:lnTo>
                  <a:pt x="9292" y="26041"/>
                </a:lnTo>
                <a:lnTo>
                  <a:pt x="9380" y="25808"/>
                </a:lnTo>
                <a:lnTo>
                  <a:pt x="9480" y="25576"/>
                </a:lnTo>
                <a:lnTo>
                  <a:pt x="9568" y="25293"/>
                </a:lnTo>
                <a:lnTo>
                  <a:pt x="9656" y="25060"/>
                </a:lnTo>
                <a:lnTo>
                  <a:pt x="9795" y="24828"/>
                </a:lnTo>
                <a:lnTo>
                  <a:pt x="9883" y="24583"/>
                </a:lnTo>
                <a:lnTo>
                  <a:pt x="9983" y="24351"/>
                </a:lnTo>
                <a:lnTo>
                  <a:pt x="10071" y="24119"/>
                </a:lnTo>
                <a:lnTo>
                  <a:pt x="10159" y="23887"/>
                </a:lnTo>
                <a:lnTo>
                  <a:pt x="10298" y="23603"/>
                </a:lnTo>
                <a:lnTo>
                  <a:pt x="10386" y="23371"/>
                </a:lnTo>
                <a:lnTo>
                  <a:pt x="10486" y="23126"/>
                </a:lnTo>
                <a:lnTo>
                  <a:pt x="10574" y="22894"/>
                </a:lnTo>
                <a:lnTo>
                  <a:pt x="10662" y="22661"/>
                </a:lnTo>
                <a:lnTo>
                  <a:pt x="10801" y="22429"/>
                </a:lnTo>
                <a:lnTo>
                  <a:pt x="10901" y="22184"/>
                </a:lnTo>
                <a:lnTo>
                  <a:pt x="10989" y="21913"/>
                </a:lnTo>
                <a:lnTo>
                  <a:pt x="11077" y="21668"/>
                </a:lnTo>
                <a:lnTo>
                  <a:pt x="11165" y="21436"/>
                </a:lnTo>
                <a:lnTo>
                  <a:pt x="11304" y="21204"/>
                </a:lnTo>
                <a:lnTo>
                  <a:pt x="11404" y="20972"/>
                </a:lnTo>
                <a:lnTo>
                  <a:pt x="11492" y="20727"/>
                </a:lnTo>
                <a:lnTo>
                  <a:pt x="11580" y="20494"/>
                </a:lnTo>
                <a:lnTo>
                  <a:pt x="11668" y="20211"/>
                </a:lnTo>
                <a:lnTo>
                  <a:pt x="11807" y="19979"/>
                </a:lnTo>
                <a:lnTo>
                  <a:pt x="11907" y="19746"/>
                </a:lnTo>
                <a:lnTo>
                  <a:pt x="11995" y="19514"/>
                </a:lnTo>
                <a:lnTo>
                  <a:pt x="12083" y="19269"/>
                </a:lnTo>
                <a:lnTo>
                  <a:pt x="12171" y="19037"/>
                </a:lnTo>
                <a:lnTo>
                  <a:pt x="12310" y="18753"/>
                </a:lnTo>
                <a:lnTo>
                  <a:pt x="12410" y="18521"/>
                </a:lnTo>
                <a:lnTo>
                  <a:pt x="12498" y="18289"/>
                </a:lnTo>
                <a:lnTo>
                  <a:pt x="12586" y="18057"/>
                </a:lnTo>
                <a:lnTo>
                  <a:pt x="12674" y="17825"/>
                </a:lnTo>
                <a:lnTo>
                  <a:pt x="12813" y="17580"/>
                </a:lnTo>
                <a:lnTo>
                  <a:pt x="12913" y="17296"/>
                </a:lnTo>
                <a:lnTo>
                  <a:pt x="13001" y="17064"/>
                </a:lnTo>
                <a:lnTo>
                  <a:pt x="13089" y="16831"/>
                </a:lnTo>
                <a:lnTo>
                  <a:pt x="13190" y="16599"/>
                </a:lnTo>
                <a:lnTo>
                  <a:pt x="13316" y="16367"/>
                </a:lnTo>
                <a:lnTo>
                  <a:pt x="13416" y="16122"/>
                </a:lnTo>
                <a:lnTo>
                  <a:pt x="13504" y="15838"/>
                </a:lnTo>
                <a:lnTo>
                  <a:pt x="13592" y="15606"/>
                </a:lnTo>
                <a:lnTo>
                  <a:pt x="13693" y="15374"/>
                </a:lnTo>
                <a:lnTo>
                  <a:pt x="13819" y="15142"/>
                </a:lnTo>
                <a:lnTo>
                  <a:pt x="13919" y="14910"/>
                </a:lnTo>
                <a:lnTo>
                  <a:pt x="14007" y="14665"/>
                </a:lnTo>
                <a:lnTo>
                  <a:pt x="14095" y="14381"/>
                </a:lnTo>
                <a:lnTo>
                  <a:pt x="14196" y="14149"/>
                </a:lnTo>
                <a:lnTo>
                  <a:pt x="14322" y="13916"/>
                </a:lnTo>
                <a:lnTo>
                  <a:pt x="14422" y="13684"/>
                </a:lnTo>
                <a:lnTo>
                  <a:pt x="14510" y="13452"/>
                </a:lnTo>
                <a:lnTo>
                  <a:pt x="14598" y="13207"/>
                </a:lnTo>
                <a:lnTo>
                  <a:pt x="14699" y="12923"/>
                </a:lnTo>
                <a:lnTo>
                  <a:pt x="14837" y="12691"/>
                </a:lnTo>
                <a:lnTo>
                  <a:pt x="14925" y="12459"/>
                </a:lnTo>
                <a:lnTo>
                  <a:pt x="15013" y="12227"/>
                </a:lnTo>
                <a:lnTo>
                  <a:pt x="15101" y="11995"/>
                </a:lnTo>
                <a:lnTo>
                  <a:pt x="15202" y="11750"/>
                </a:lnTo>
                <a:lnTo>
                  <a:pt x="15340" y="11479"/>
                </a:lnTo>
                <a:lnTo>
                  <a:pt x="15428" y="11234"/>
                </a:lnTo>
                <a:lnTo>
                  <a:pt x="15516" y="11002"/>
                </a:lnTo>
                <a:lnTo>
                  <a:pt x="15604" y="10769"/>
                </a:lnTo>
                <a:lnTo>
                  <a:pt x="15705" y="10537"/>
                </a:lnTo>
                <a:lnTo>
                  <a:pt x="15843" y="10253"/>
                </a:lnTo>
                <a:lnTo>
                  <a:pt x="15931" y="10021"/>
                </a:lnTo>
                <a:lnTo>
                  <a:pt x="16019" y="9776"/>
                </a:lnTo>
                <a:lnTo>
                  <a:pt x="16107" y="9544"/>
                </a:lnTo>
                <a:lnTo>
                  <a:pt x="16208" y="9312"/>
                </a:lnTo>
                <a:lnTo>
                  <a:pt x="16346" y="9080"/>
                </a:lnTo>
                <a:lnTo>
                  <a:pt x="16434" y="8796"/>
                </a:lnTo>
                <a:lnTo>
                  <a:pt x="16522" y="8564"/>
                </a:lnTo>
                <a:lnTo>
                  <a:pt x="16610" y="8319"/>
                </a:lnTo>
                <a:lnTo>
                  <a:pt x="16711" y="8087"/>
                </a:lnTo>
                <a:lnTo>
                  <a:pt x="16849" y="7854"/>
                </a:lnTo>
                <a:lnTo>
                  <a:pt x="16937" y="7571"/>
                </a:lnTo>
                <a:lnTo>
                  <a:pt x="17025" y="7338"/>
                </a:lnTo>
                <a:lnTo>
                  <a:pt x="17126" y="7106"/>
                </a:lnTo>
                <a:lnTo>
                  <a:pt x="17214" y="6861"/>
                </a:lnTo>
                <a:lnTo>
                  <a:pt x="17352" y="6629"/>
                </a:lnTo>
                <a:lnTo>
                  <a:pt x="17440" y="6397"/>
                </a:lnTo>
                <a:lnTo>
                  <a:pt x="17528" y="6113"/>
                </a:lnTo>
                <a:lnTo>
                  <a:pt x="17629" y="5881"/>
                </a:lnTo>
                <a:lnTo>
                  <a:pt x="17717" y="5649"/>
                </a:lnTo>
                <a:lnTo>
                  <a:pt x="17855" y="5404"/>
                </a:lnTo>
                <a:lnTo>
                  <a:pt x="17943" y="5172"/>
                </a:lnTo>
                <a:lnTo>
                  <a:pt x="18031" y="4888"/>
                </a:lnTo>
                <a:lnTo>
                  <a:pt x="18132" y="4656"/>
                </a:lnTo>
                <a:lnTo>
                  <a:pt x="18220" y="4424"/>
                </a:lnTo>
                <a:lnTo>
                  <a:pt x="18358" y="4191"/>
                </a:lnTo>
                <a:lnTo>
                  <a:pt x="18446" y="3946"/>
                </a:lnTo>
                <a:lnTo>
                  <a:pt x="18534" y="3675"/>
                </a:lnTo>
                <a:lnTo>
                  <a:pt x="18634" y="3430"/>
                </a:lnTo>
                <a:lnTo>
                  <a:pt x="18723" y="3198"/>
                </a:lnTo>
                <a:lnTo>
                  <a:pt x="18861" y="2966"/>
                </a:lnTo>
                <a:lnTo>
                  <a:pt x="18949" y="2734"/>
                </a:lnTo>
                <a:lnTo>
                  <a:pt x="19037" y="2450"/>
                </a:lnTo>
                <a:lnTo>
                  <a:pt x="19137" y="2218"/>
                </a:lnTo>
                <a:lnTo>
                  <a:pt x="19225" y="1973"/>
                </a:lnTo>
                <a:lnTo>
                  <a:pt x="19364" y="1741"/>
                </a:lnTo>
                <a:lnTo>
                  <a:pt x="19452" y="1509"/>
                </a:lnTo>
                <a:lnTo>
                  <a:pt x="19540" y="1225"/>
                </a:lnTo>
                <a:lnTo>
                  <a:pt x="19640" y="993"/>
                </a:lnTo>
                <a:lnTo>
                  <a:pt x="19728" y="760"/>
                </a:lnTo>
                <a:lnTo>
                  <a:pt x="19867" y="515"/>
                </a:lnTo>
                <a:lnTo>
                  <a:pt x="19955" y="28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6857278" y="5394499"/>
            <a:ext cx="20055" cy="48935"/>
          </a:xfrm>
          <a:custGeom>
            <a:avLst/>
            <a:gdLst/>
            <a:ahLst/>
            <a:cxnLst/>
            <a:rect l="l" t="t" r="r" b="b"/>
            <a:pathLst>
              <a:path w="20055" h="48935">
                <a:moveTo>
                  <a:pt x="0" y="48935"/>
                </a:moveTo>
                <a:lnTo>
                  <a:pt x="100" y="48702"/>
                </a:lnTo>
                <a:lnTo>
                  <a:pt x="188" y="48470"/>
                </a:lnTo>
                <a:lnTo>
                  <a:pt x="326" y="48238"/>
                </a:lnTo>
                <a:lnTo>
                  <a:pt x="414" y="47993"/>
                </a:lnTo>
                <a:lnTo>
                  <a:pt x="502" y="47722"/>
                </a:lnTo>
                <a:lnTo>
                  <a:pt x="603" y="47477"/>
                </a:lnTo>
                <a:lnTo>
                  <a:pt x="691" y="47245"/>
                </a:lnTo>
                <a:lnTo>
                  <a:pt x="829" y="47013"/>
                </a:lnTo>
                <a:lnTo>
                  <a:pt x="917" y="46781"/>
                </a:lnTo>
                <a:lnTo>
                  <a:pt x="1018" y="46497"/>
                </a:lnTo>
                <a:lnTo>
                  <a:pt x="1106" y="46265"/>
                </a:lnTo>
                <a:lnTo>
                  <a:pt x="1194" y="46020"/>
                </a:lnTo>
                <a:lnTo>
                  <a:pt x="1332" y="45788"/>
                </a:lnTo>
                <a:lnTo>
                  <a:pt x="1420" y="45555"/>
                </a:lnTo>
                <a:lnTo>
                  <a:pt x="1521" y="45272"/>
                </a:lnTo>
                <a:lnTo>
                  <a:pt x="1609" y="45039"/>
                </a:lnTo>
                <a:lnTo>
                  <a:pt x="1697" y="44807"/>
                </a:lnTo>
                <a:lnTo>
                  <a:pt x="1835" y="44562"/>
                </a:lnTo>
                <a:lnTo>
                  <a:pt x="1923" y="44330"/>
                </a:lnTo>
                <a:lnTo>
                  <a:pt x="2024" y="44046"/>
                </a:lnTo>
                <a:lnTo>
                  <a:pt x="2112" y="43814"/>
                </a:lnTo>
                <a:lnTo>
                  <a:pt x="2200" y="43582"/>
                </a:lnTo>
                <a:lnTo>
                  <a:pt x="2338" y="43350"/>
                </a:lnTo>
                <a:lnTo>
                  <a:pt x="2426" y="43066"/>
                </a:lnTo>
                <a:lnTo>
                  <a:pt x="2527" y="42821"/>
                </a:lnTo>
                <a:lnTo>
                  <a:pt x="2615" y="42589"/>
                </a:lnTo>
                <a:lnTo>
                  <a:pt x="2703" y="42357"/>
                </a:lnTo>
                <a:lnTo>
                  <a:pt x="2841" y="42124"/>
                </a:lnTo>
                <a:lnTo>
                  <a:pt x="2929" y="41841"/>
                </a:lnTo>
                <a:lnTo>
                  <a:pt x="3030" y="41609"/>
                </a:lnTo>
                <a:lnTo>
                  <a:pt x="3118" y="41376"/>
                </a:lnTo>
                <a:lnTo>
                  <a:pt x="3206" y="41131"/>
                </a:lnTo>
                <a:lnTo>
                  <a:pt x="3344" y="40899"/>
                </a:lnTo>
                <a:lnTo>
                  <a:pt x="3432" y="40615"/>
                </a:lnTo>
                <a:lnTo>
                  <a:pt x="3533" y="40383"/>
                </a:lnTo>
                <a:lnTo>
                  <a:pt x="3621" y="40151"/>
                </a:lnTo>
                <a:lnTo>
                  <a:pt x="3709" y="39919"/>
                </a:lnTo>
                <a:lnTo>
                  <a:pt x="3847" y="39635"/>
                </a:lnTo>
                <a:lnTo>
                  <a:pt x="3935" y="39390"/>
                </a:lnTo>
                <a:lnTo>
                  <a:pt x="4036" y="39158"/>
                </a:lnTo>
                <a:lnTo>
                  <a:pt x="4124" y="38926"/>
                </a:lnTo>
                <a:lnTo>
                  <a:pt x="4212" y="38694"/>
                </a:lnTo>
                <a:lnTo>
                  <a:pt x="4350" y="38410"/>
                </a:lnTo>
                <a:lnTo>
                  <a:pt x="4451" y="38178"/>
                </a:lnTo>
                <a:lnTo>
                  <a:pt x="4539" y="37933"/>
                </a:lnTo>
                <a:lnTo>
                  <a:pt x="4627" y="37700"/>
                </a:lnTo>
                <a:lnTo>
                  <a:pt x="4715" y="37468"/>
                </a:lnTo>
                <a:lnTo>
                  <a:pt x="4853" y="37185"/>
                </a:lnTo>
                <a:lnTo>
                  <a:pt x="4954" y="36952"/>
                </a:lnTo>
                <a:lnTo>
                  <a:pt x="5042" y="36720"/>
                </a:lnTo>
                <a:lnTo>
                  <a:pt x="5130" y="36475"/>
                </a:lnTo>
                <a:lnTo>
                  <a:pt x="5218" y="36204"/>
                </a:lnTo>
                <a:lnTo>
                  <a:pt x="5356" y="35959"/>
                </a:lnTo>
                <a:lnTo>
                  <a:pt x="5457" y="35727"/>
                </a:lnTo>
                <a:lnTo>
                  <a:pt x="5545" y="35495"/>
                </a:lnTo>
                <a:lnTo>
                  <a:pt x="5633" y="35263"/>
                </a:lnTo>
                <a:lnTo>
                  <a:pt x="5721" y="34979"/>
                </a:lnTo>
                <a:lnTo>
                  <a:pt x="5859" y="34747"/>
                </a:lnTo>
                <a:lnTo>
                  <a:pt x="5960" y="34502"/>
                </a:lnTo>
                <a:lnTo>
                  <a:pt x="6048" y="34270"/>
                </a:lnTo>
                <a:lnTo>
                  <a:pt x="6136" y="33986"/>
                </a:lnTo>
                <a:lnTo>
                  <a:pt x="6224" y="33754"/>
                </a:lnTo>
                <a:lnTo>
                  <a:pt x="6362" y="33521"/>
                </a:lnTo>
                <a:lnTo>
                  <a:pt x="6463" y="33289"/>
                </a:lnTo>
                <a:lnTo>
                  <a:pt x="6551" y="33006"/>
                </a:lnTo>
                <a:lnTo>
                  <a:pt x="6639" y="32773"/>
                </a:lnTo>
                <a:lnTo>
                  <a:pt x="6727" y="32528"/>
                </a:lnTo>
                <a:lnTo>
                  <a:pt x="6865" y="32296"/>
                </a:lnTo>
                <a:lnTo>
                  <a:pt x="6966" y="32064"/>
                </a:lnTo>
                <a:lnTo>
                  <a:pt x="7054" y="31780"/>
                </a:lnTo>
                <a:lnTo>
                  <a:pt x="7142" y="31548"/>
                </a:lnTo>
                <a:lnTo>
                  <a:pt x="7242" y="31316"/>
                </a:lnTo>
                <a:lnTo>
                  <a:pt x="7368" y="31071"/>
                </a:lnTo>
                <a:lnTo>
                  <a:pt x="7469" y="30800"/>
                </a:lnTo>
                <a:lnTo>
                  <a:pt x="7557" y="30555"/>
                </a:lnTo>
                <a:lnTo>
                  <a:pt x="7645" y="30323"/>
                </a:lnTo>
                <a:lnTo>
                  <a:pt x="7745" y="30091"/>
                </a:lnTo>
                <a:lnTo>
                  <a:pt x="7871" y="29858"/>
                </a:lnTo>
                <a:lnTo>
                  <a:pt x="7972" y="29575"/>
                </a:lnTo>
                <a:lnTo>
                  <a:pt x="8060" y="29343"/>
                </a:lnTo>
                <a:lnTo>
                  <a:pt x="8148" y="29097"/>
                </a:lnTo>
                <a:lnTo>
                  <a:pt x="8248" y="28865"/>
                </a:lnTo>
                <a:lnTo>
                  <a:pt x="8386" y="28582"/>
                </a:lnTo>
                <a:lnTo>
                  <a:pt x="8475" y="28349"/>
                </a:lnTo>
                <a:lnTo>
                  <a:pt x="8563" y="28117"/>
                </a:lnTo>
                <a:lnTo>
                  <a:pt x="8651" y="27885"/>
                </a:lnTo>
                <a:lnTo>
                  <a:pt x="8751" y="27601"/>
                </a:lnTo>
                <a:lnTo>
                  <a:pt x="8889" y="27356"/>
                </a:lnTo>
                <a:lnTo>
                  <a:pt x="8977" y="27124"/>
                </a:lnTo>
                <a:lnTo>
                  <a:pt x="9066" y="26892"/>
                </a:lnTo>
                <a:lnTo>
                  <a:pt x="9154" y="26608"/>
                </a:lnTo>
                <a:lnTo>
                  <a:pt x="9254" y="26376"/>
                </a:lnTo>
                <a:lnTo>
                  <a:pt x="9392" y="26144"/>
                </a:lnTo>
                <a:lnTo>
                  <a:pt x="9480" y="25899"/>
                </a:lnTo>
                <a:lnTo>
                  <a:pt x="9568" y="25667"/>
                </a:lnTo>
                <a:lnTo>
                  <a:pt x="9656" y="25383"/>
                </a:lnTo>
                <a:lnTo>
                  <a:pt x="9757" y="25151"/>
                </a:lnTo>
                <a:lnTo>
                  <a:pt x="9895" y="24918"/>
                </a:lnTo>
                <a:lnTo>
                  <a:pt x="9983" y="24686"/>
                </a:lnTo>
                <a:lnTo>
                  <a:pt x="10071" y="24403"/>
                </a:lnTo>
                <a:lnTo>
                  <a:pt x="10159" y="24170"/>
                </a:lnTo>
                <a:lnTo>
                  <a:pt x="10260" y="23925"/>
                </a:lnTo>
                <a:lnTo>
                  <a:pt x="10398" y="23693"/>
                </a:lnTo>
                <a:lnTo>
                  <a:pt x="10486" y="23409"/>
                </a:lnTo>
                <a:lnTo>
                  <a:pt x="10574" y="23177"/>
                </a:lnTo>
                <a:lnTo>
                  <a:pt x="10675" y="22945"/>
                </a:lnTo>
                <a:lnTo>
                  <a:pt x="10763" y="22713"/>
                </a:lnTo>
                <a:lnTo>
                  <a:pt x="10901" y="22429"/>
                </a:lnTo>
                <a:lnTo>
                  <a:pt x="10989" y="22197"/>
                </a:lnTo>
                <a:lnTo>
                  <a:pt x="11077" y="21952"/>
                </a:lnTo>
                <a:lnTo>
                  <a:pt x="11178" y="21720"/>
                </a:lnTo>
                <a:lnTo>
                  <a:pt x="11266" y="21488"/>
                </a:lnTo>
                <a:lnTo>
                  <a:pt x="11404" y="21204"/>
                </a:lnTo>
                <a:lnTo>
                  <a:pt x="11492" y="20972"/>
                </a:lnTo>
                <a:lnTo>
                  <a:pt x="11580" y="20740"/>
                </a:lnTo>
                <a:lnTo>
                  <a:pt x="11681" y="20494"/>
                </a:lnTo>
                <a:lnTo>
                  <a:pt x="11769" y="20224"/>
                </a:lnTo>
                <a:lnTo>
                  <a:pt x="11907" y="19979"/>
                </a:lnTo>
                <a:lnTo>
                  <a:pt x="11995" y="19746"/>
                </a:lnTo>
                <a:lnTo>
                  <a:pt x="12083" y="19514"/>
                </a:lnTo>
                <a:lnTo>
                  <a:pt x="12184" y="19230"/>
                </a:lnTo>
                <a:lnTo>
                  <a:pt x="12272" y="18998"/>
                </a:lnTo>
                <a:lnTo>
                  <a:pt x="12410" y="18766"/>
                </a:lnTo>
                <a:lnTo>
                  <a:pt x="12498" y="18521"/>
                </a:lnTo>
                <a:lnTo>
                  <a:pt x="12586" y="18237"/>
                </a:lnTo>
                <a:lnTo>
                  <a:pt x="12687" y="18005"/>
                </a:lnTo>
                <a:lnTo>
                  <a:pt x="12775" y="17773"/>
                </a:lnTo>
                <a:lnTo>
                  <a:pt x="12913" y="17541"/>
                </a:lnTo>
                <a:lnTo>
                  <a:pt x="13001" y="17257"/>
                </a:lnTo>
                <a:lnTo>
                  <a:pt x="13089" y="17025"/>
                </a:lnTo>
                <a:lnTo>
                  <a:pt x="13190" y="16780"/>
                </a:lnTo>
                <a:lnTo>
                  <a:pt x="13278" y="16548"/>
                </a:lnTo>
                <a:lnTo>
                  <a:pt x="13416" y="16264"/>
                </a:lnTo>
                <a:lnTo>
                  <a:pt x="13504" y="16032"/>
                </a:lnTo>
                <a:lnTo>
                  <a:pt x="13592" y="15800"/>
                </a:lnTo>
                <a:lnTo>
                  <a:pt x="13693" y="15567"/>
                </a:lnTo>
                <a:lnTo>
                  <a:pt x="13781" y="15284"/>
                </a:lnTo>
                <a:lnTo>
                  <a:pt x="13919" y="15052"/>
                </a:lnTo>
                <a:lnTo>
                  <a:pt x="14007" y="14806"/>
                </a:lnTo>
                <a:lnTo>
                  <a:pt x="14095" y="14574"/>
                </a:lnTo>
                <a:lnTo>
                  <a:pt x="14196" y="14291"/>
                </a:lnTo>
                <a:lnTo>
                  <a:pt x="14284" y="14058"/>
                </a:lnTo>
                <a:lnTo>
                  <a:pt x="14422" y="13826"/>
                </a:lnTo>
                <a:lnTo>
                  <a:pt x="14510" y="13594"/>
                </a:lnTo>
                <a:lnTo>
                  <a:pt x="14611" y="13310"/>
                </a:lnTo>
                <a:lnTo>
                  <a:pt x="14699" y="13078"/>
                </a:lnTo>
                <a:lnTo>
                  <a:pt x="14787" y="12833"/>
                </a:lnTo>
                <a:lnTo>
                  <a:pt x="14925" y="12601"/>
                </a:lnTo>
                <a:lnTo>
                  <a:pt x="15013" y="12317"/>
                </a:lnTo>
                <a:lnTo>
                  <a:pt x="15114" y="12085"/>
                </a:lnTo>
                <a:lnTo>
                  <a:pt x="15202" y="11853"/>
                </a:lnTo>
                <a:lnTo>
                  <a:pt x="15290" y="11621"/>
                </a:lnTo>
                <a:lnTo>
                  <a:pt x="15428" y="11337"/>
                </a:lnTo>
                <a:lnTo>
                  <a:pt x="15516" y="11092"/>
                </a:lnTo>
                <a:lnTo>
                  <a:pt x="15617" y="10860"/>
                </a:lnTo>
                <a:lnTo>
                  <a:pt x="15705" y="10627"/>
                </a:lnTo>
                <a:lnTo>
                  <a:pt x="15793" y="10344"/>
                </a:lnTo>
                <a:lnTo>
                  <a:pt x="15931" y="10112"/>
                </a:lnTo>
                <a:lnTo>
                  <a:pt x="16019" y="9879"/>
                </a:lnTo>
                <a:lnTo>
                  <a:pt x="16120" y="9647"/>
                </a:lnTo>
                <a:lnTo>
                  <a:pt x="16208" y="9363"/>
                </a:lnTo>
                <a:lnTo>
                  <a:pt x="16296" y="9118"/>
                </a:lnTo>
                <a:lnTo>
                  <a:pt x="16434" y="8886"/>
                </a:lnTo>
                <a:lnTo>
                  <a:pt x="16522" y="8654"/>
                </a:lnTo>
                <a:lnTo>
                  <a:pt x="16623" y="8370"/>
                </a:lnTo>
                <a:lnTo>
                  <a:pt x="16711" y="8138"/>
                </a:lnTo>
                <a:lnTo>
                  <a:pt x="16799" y="7906"/>
                </a:lnTo>
                <a:lnTo>
                  <a:pt x="16937" y="7661"/>
                </a:lnTo>
                <a:lnTo>
                  <a:pt x="17025" y="7390"/>
                </a:lnTo>
                <a:lnTo>
                  <a:pt x="17126" y="7145"/>
                </a:lnTo>
                <a:lnTo>
                  <a:pt x="17214" y="6913"/>
                </a:lnTo>
                <a:lnTo>
                  <a:pt x="17302" y="6681"/>
                </a:lnTo>
                <a:lnTo>
                  <a:pt x="17440" y="6397"/>
                </a:lnTo>
                <a:lnTo>
                  <a:pt x="17528" y="6165"/>
                </a:lnTo>
                <a:lnTo>
                  <a:pt x="17629" y="5933"/>
                </a:lnTo>
                <a:lnTo>
                  <a:pt x="17717" y="5688"/>
                </a:lnTo>
                <a:lnTo>
                  <a:pt x="17805" y="5417"/>
                </a:lnTo>
                <a:lnTo>
                  <a:pt x="17943" y="5172"/>
                </a:lnTo>
                <a:lnTo>
                  <a:pt x="18031" y="4939"/>
                </a:lnTo>
                <a:lnTo>
                  <a:pt x="18132" y="4707"/>
                </a:lnTo>
                <a:lnTo>
                  <a:pt x="18220" y="4424"/>
                </a:lnTo>
                <a:lnTo>
                  <a:pt x="18308" y="4191"/>
                </a:lnTo>
                <a:lnTo>
                  <a:pt x="18446" y="3959"/>
                </a:lnTo>
                <a:lnTo>
                  <a:pt x="18546" y="3714"/>
                </a:lnTo>
                <a:lnTo>
                  <a:pt x="18634" y="3430"/>
                </a:lnTo>
                <a:lnTo>
                  <a:pt x="18723" y="3198"/>
                </a:lnTo>
                <a:lnTo>
                  <a:pt x="18811" y="2966"/>
                </a:lnTo>
                <a:lnTo>
                  <a:pt x="18949" y="2734"/>
                </a:lnTo>
                <a:lnTo>
                  <a:pt x="19049" y="2450"/>
                </a:lnTo>
                <a:lnTo>
                  <a:pt x="19137" y="2218"/>
                </a:lnTo>
                <a:lnTo>
                  <a:pt x="19225" y="1973"/>
                </a:lnTo>
                <a:lnTo>
                  <a:pt x="19313" y="1741"/>
                </a:lnTo>
                <a:lnTo>
                  <a:pt x="19452" y="1457"/>
                </a:lnTo>
                <a:lnTo>
                  <a:pt x="19552" y="1225"/>
                </a:lnTo>
                <a:lnTo>
                  <a:pt x="19640" y="993"/>
                </a:lnTo>
                <a:lnTo>
                  <a:pt x="19728" y="760"/>
                </a:lnTo>
                <a:lnTo>
                  <a:pt x="19816" y="477"/>
                </a:lnTo>
                <a:lnTo>
                  <a:pt x="19955" y="245"/>
                </a:lnTo>
                <a:lnTo>
                  <a:pt x="2005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6877334" y="5345474"/>
            <a:ext cx="19992" cy="49025"/>
          </a:xfrm>
          <a:custGeom>
            <a:avLst/>
            <a:gdLst/>
            <a:ahLst/>
            <a:cxnLst/>
            <a:rect l="l" t="t" r="r" b="b"/>
            <a:pathLst>
              <a:path w="19992" h="49025">
                <a:moveTo>
                  <a:pt x="0" y="49025"/>
                </a:moveTo>
                <a:lnTo>
                  <a:pt x="88" y="48793"/>
                </a:lnTo>
                <a:lnTo>
                  <a:pt x="176" y="48509"/>
                </a:lnTo>
                <a:lnTo>
                  <a:pt x="264" y="48277"/>
                </a:lnTo>
                <a:lnTo>
                  <a:pt x="402" y="48045"/>
                </a:lnTo>
                <a:lnTo>
                  <a:pt x="502" y="47813"/>
                </a:lnTo>
                <a:lnTo>
                  <a:pt x="590" y="47529"/>
                </a:lnTo>
                <a:lnTo>
                  <a:pt x="679" y="47297"/>
                </a:lnTo>
                <a:lnTo>
                  <a:pt x="779" y="47052"/>
                </a:lnTo>
                <a:lnTo>
                  <a:pt x="905" y="46819"/>
                </a:lnTo>
                <a:lnTo>
                  <a:pt x="1005" y="46536"/>
                </a:lnTo>
                <a:lnTo>
                  <a:pt x="1093" y="46303"/>
                </a:lnTo>
                <a:lnTo>
                  <a:pt x="1181" y="46071"/>
                </a:lnTo>
                <a:lnTo>
                  <a:pt x="1282" y="45839"/>
                </a:lnTo>
                <a:lnTo>
                  <a:pt x="1408" y="45555"/>
                </a:lnTo>
                <a:lnTo>
                  <a:pt x="1508" y="45310"/>
                </a:lnTo>
                <a:lnTo>
                  <a:pt x="1596" y="45078"/>
                </a:lnTo>
                <a:lnTo>
                  <a:pt x="1684" y="44846"/>
                </a:lnTo>
                <a:lnTo>
                  <a:pt x="1785" y="44562"/>
                </a:lnTo>
                <a:lnTo>
                  <a:pt x="1923" y="44330"/>
                </a:lnTo>
                <a:lnTo>
                  <a:pt x="2011" y="44098"/>
                </a:lnTo>
                <a:lnTo>
                  <a:pt x="2099" y="43866"/>
                </a:lnTo>
                <a:lnTo>
                  <a:pt x="2187" y="43582"/>
                </a:lnTo>
                <a:lnTo>
                  <a:pt x="2288" y="43337"/>
                </a:lnTo>
                <a:lnTo>
                  <a:pt x="2426" y="43105"/>
                </a:lnTo>
                <a:lnTo>
                  <a:pt x="2514" y="42873"/>
                </a:lnTo>
                <a:lnTo>
                  <a:pt x="2552" y="42640"/>
                </a:lnTo>
                <a:lnTo>
                  <a:pt x="2653" y="42408"/>
                </a:lnTo>
                <a:lnTo>
                  <a:pt x="2791" y="42163"/>
                </a:lnTo>
                <a:lnTo>
                  <a:pt x="2879" y="41931"/>
                </a:lnTo>
                <a:lnTo>
                  <a:pt x="2967" y="41647"/>
                </a:lnTo>
                <a:lnTo>
                  <a:pt x="3068" y="41415"/>
                </a:lnTo>
                <a:lnTo>
                  <a:pt x="3156" y="41183"/>
                </a:lnTo>
                <a:lnTo>
                  <a:pt x="3294" y="40951"/>
                </a:lnTo>
                <a:lnTo>
                  <a:pt x="3382" y="40667"/>
                </a:lnTo>
                <a:lnTo>
                  <a:pt x="3470" y="40422"/>
                </a:lnTo>
                <a:lnTo>
                  <a:pt x="3571" y="40190"/>
                </a:lnTo>
                <a:lnTo>
                  <a:pt x="3659" y="39958"/>
                </a:lnTo>
                <a:lnTo>
                  <a:pt x="3797" y="39674"/>
                </a:lnTo>
                <a:lnTo>
                  <a:pt x="3885" y="39442"/>
                </a:lnTo>
                <a:lnTo>
                  <a:pt x="3973" y="39210"/>
                </a:lnTo>
                <a:lnTo>
                  <a:pt x="4074" y="38964"/>
                </a:lnTo>
                <a:lnTo>
                  <a:pt x="4162" y="38694"/>
                </a:lnTo>
                <a:lnTo>
                  <a:pt x="4300" y="38449"/>
                </a:lnTo>
                <a:lnTo>
                  <a:pt x="4388" y="38216"/>
                </a:lnTo>
                <a:lnTo>
                  <a:pt x="4476" y="37984"/>
                </a:lnTo>
                <a:lnTo>
                  <a:pt x="4577" y="37700"/>
                </a:lnTo>
                <a:lnTo>
                  <a:pt x="4665" y="37468"/>
                </a:lnTo>
                <a:lnTo>
                  <a:pt x="4803" y="37236"/>
                </a:lnTo>
                <a:lnTo>
                  <a:pt x="4891" y="36991"/>
                </a:lnTo>
                <a:lnTo>
                  <a:pt x="4979" y="36720"/>
                </a:lnTo>
                <a:lnTo>
                  <a:pt x="5079" y="36475"/>
                </a:lnTo>
                <a:lnTo>
                  <a:pt x="5168" y="36243"/>
                </a:lnTo>
                <a:lnTo>
                  <a:pt x="5306" y="36011"/>
                </a:lnTo>
                <a:lnTo>
                  <a:pt x="5394" y="35727"/>
                </a:lnTo>
                <a:lnTo>
                  <a:pt x="5482" y="35495"/>
                </a:lnTo>
                <a:lnTo>
                  <a:pt x="5582" y="35263"/>
                </a:lnTo>
                <a:lnTo>
                  <a:pt x="5670" y="35018"/>
                </a:lnTo>
                <a:lnTo>
                  <a:pt x="5809" y="34734"/>
                </a:lnTo>
                <a:lnTo>
                  <a:pt x="5897" y="34502"/>
                </a:lnTo>
                <a:lnTo>
                  <a:pt x="5985" y="34270"/>
                </a:lnTo>
                <a:lnTo>
                  <a:pt x="6085" y="34037"/>
                </a:lnTo>
                <a:lnTo>
                  <a:pt x="6173" y="33754"/>
                </a:lnTo>
                <a:lnTo>
                  <a:pt x="6312" y="33521"/>
                </a:lnTo>
                <a:lnTo>
                  <a:pt x="6400" y="33289"/>
                </a:lnTo>
                <a:lnTo>
                  <a:pt x="6488" y="33044"/>
                </a:lnTo>
                <a:lnTo>
                  <a:pt x="6588" y="32760"/>
                </a:lnTo>
                <a:lnTo>
                  <a:pt x="6676" y="32528"/>
                </a:lnTo>
                <a:lnTo>
                  <a:pt x="6815" y="32296"/>
                </a:lnTo>
                <a:lnTo>
                  <a:pt x="6903" y="32064"/>
                </a:lnTo>
                <a:lnTo>
                  <a:pt x="7003" y="31780"/>
                </a:lnTo>
                <a:lnTo>
                  <a:pt x="7091" y="31548"/>
                </a:lnTo>
                <a:lnTo>
                  <a:pt x="7179" y="31303"/>
                </a:lnTo>
                <a:lnTo>
                  <a:pt x="7318" y="31071"/>
                </a:lnTo>
                <a:lnTo>
                  <a:pt x="7406" y="30787"/>
                </a:lnTo>
                <a:lnTo>
                  <a:pt x="7506" y="30555"/>
                </a:lnTo>
                <a:lnTo>
                  <a:pt x="7594" y="30323"/>
                </a:lnTo>
                <a:lnTo>
                  <a:pt x="7682" y="30091"/>
                </a:lnTo>
                <a:lnTo>
                  <a:pt x="7821" y="29807"/>
                </a:lnTo>
                <a:lnTo>
                  <a:pt x="7909" y="29575"/>
                </a:lnTo>
                <a:lnTo>
                  <a:pt x="8009" y="29330"/>
                </a:lnTo>
                <a:lnTo>
                  <a:pt x="8097" y="29097"/>
                </a:lnTo>
                <a:lnTo>
                  <a:pt x="8185" y="28814"/>
                </a:lnTo>
                <a:lnTo>
                  <a:pt x="8324" y="28582"/>
                </a:lnTo>
                <a:lnTo>
                  <a:pt x="8412" y="28349"/>
                </a:lnTo>
                <a:lnTo>
                  <a:pt x="8512" y="28117"/>
                </a:lnTo>
                <a:lnTo>
                  <a:pt x="8600" y="27833"/>
                </a:lnTo>
                <a:lnTo>
                  <a:pt x="8688" y="27601"/>
                </a:lnTo>
                <a:lnTo>
                  <a:pt x="8827" y="27356"/>
                </a:lnTo>
                <a:lnTo>
                  <a:pt x="8915" y="27124"/>
                </a:lnTo>
                <a:lnTo>
                  <a:pt x="9015" y="26840"/>
                </a:lnTo>
                <a:lnTo>
                  <a:pt x="9103" y="26608"/>
                </a:lnTo>
                <a:lnTo>
                  <a:pt x="9191" y="26376"/>
                </a:lnTo>
                <a:lnTo>
                  <a:pt x="9330" y="26144"/>
                </a:lnTo>
                <a:lnTo>
                  <a:pt x="9418" y="25860"/>
                </a:lnTo>
                <a:lnTo>
                  <a:pt x="9518" y="25615"/>
                </a:lnTo>
                <a:lnTo>
                  <a:pt x="9606" y="25383"/>
                </a:lnTo>
                <a:lnTo>
                  <a:pt x="9694" y="25151"/>
                </a:lnTo>
                <a:lnTo>
                  <a:pt x="9833" y="24867"/>
                </a:lnTo>
                <a:lnTo>
                  <a:pt x="9921" y="24635"/>
                </a:lnTo>
                <a:lnTo>
                  <a:pt x="10021" y="24403"/>
                </a:lnTo>
                <a:lnTo>
                  <a:pt x="10109" y="24158"/>
                </a:lnTo>
                <a:lnTo>
                  <a:pt x="10197" y="23887"/>
                </a:lnTo>
                <a:lnTo>
                  <a:pt x="10336" y="23642"/>
                </a:lnTo>
                <a:lnTo>
                  <a:pt x="10436" y="23409"/>
                </a:lnTo>
                <a:lnTo>
                  <a:pt x="10524" y="23177"/>
                </a:lnTo>
                <a:lnTo>
                  <a:pt x="10612" y="22894"/>
                </a:lnTo>
                <a:lnTo>
                  <a:pt x="10700" y="22661"/>
                </a:lnTo>
                <a:lnTo>
                  <a:pt x="10838" y="22429"/>
                </a:lnTo>
                <a:lnTo>
                  <a:pt x="10939" y="22184"/>
                </a:lnTo>
                <a:lnTo>
                  <a:pt x="11027" y="21913"/>
                </a:lnTo>
                <a:lnTo>
                  <a:pt x="11115" y="21668"/>
                </a:lnTo>
                <a:lnTo>
                  <a:pt x="11203" y="21436"/>
                </a:lnTo>
                <a:lnTo>
                  <a:pt x="11341" y="21204"/>
                </a:lnTo>
                <a:lnTo>
                  <a:pt x="11442" y="20920"/>
                </a:lnTo>
                <a:lnTo>
                  <a:pt x="11530" y="20688"/>
                </a:lnTo>
                <a:lnTo>
                  <a:pt x="11618" y="20456"/>
                </a:lnTo>
                <a:lnTo>
                  <a:pt x="11706" y="20211"/>
                </a:lnTo>
                <a:lnTo>
                  <a:pt x="11844" y="19927"/>
                </a:lnTo>
                <a:lnTo>
                  <a:pt x="11945" y="19695"/>
                </a:lnTo>
                <a:lnTo>
                  <a:pt x="12033" y="19463"/>
                </a:lnTo>
                <a:lnTo>
                  <a:pt x="12121" y="19230"/>
                </a:lnTo>
                <a:lnTo>
                  <a:pt x="12209" y="18947"/>
                </a:lnTo>
                <a:lnTo>
                  <a:pt x="12347" y="18715"/>
                </a:lnTo>
                <a:lnTo>
                  <a:pt x="12448" y="18482"/>
                </a:lnTo>
                <a:lnTo>
                  <a:pt x="12536" y="18237"/>
                </a:lnTo>
                <a:lnTo>
                  <a:pt x="12624" y="17954"/>
                </a:lnTo>
                <a:lnTo>
                  <a:pt x="12712" y="17721"/>
                </a:lnTo>
                <a:lnTo>
                  <a:pt x="12850" y="17489"/>
                </a:lnTo>
                <a:lnTo>
                  <a:pt x="12951" y="17257"/>
                </a:lnTo>
                <a:lnTo>
                  <a:pt x="13039" y="16973"/>
                </a:lnTo>
                <a:lnTo>
                  <a:pt x="13127" y="16741"/>
                </a:lnTo>
                <a:lnTo>
                  <a:pt x="13228" y="16496"/>
                </a:lnTo>
                <a:lnTo>
                  <a:pt x="13353" y="16264"/>
                </a:lnTo>
                <a:lnTo>
                  <a:pt x="13454" y="15980"/>
                </a:lnTo>
                <a:lnTo>
                  <a:pt x="13542" y="15748"/>
                </a:lnTo>
                <a:lnTo>
                  <a:pt x="13630" y="15516"/>
                </a:lnTo>
                <a:lnTo>
                  <a:pt x="13731" y="15284"/>
                </a:lnTo>
                <a:lnTo>
                  <a:pt x="13856" y="15000"/>
                </a:lnTo>
                <a:lnTo>
                  <a:pt x="13957" y="14768"/>
                </a:lnTo>
                <a:lnTo>
                  <a:pt x="14045" y="14523"/>
                </a:lnTo>
                <a:lnTo>
                  <a:pt x="14133" y="14291"/>
                </a:lnTo>
                <a:lnTo>
                  <a:pt x="14234" y="14058"/>
                </a:lnTo>
                <a:lnTo>
                  <a:pt x="14372" y="13775"/>
                </a:lnTo>
                <a:lnTo>
                  <a:pt x="14460" y="13542"/>
                </a:lnTo>
                <a:lnTo>
                  <a:pt x="14548" y="13310"/>
                </a:lnTo>
                <a:lnTo>
                  <a:pt x="14636" y="13065"/>
                </a:lnTo>
                <a:lnTo>
                  <a:pt x="14736" y="12794"/>
                </a:lnTo>
                <a:lnTo>
                  <a:pt x="14875" y="12549"/>
                </a:lnTo>
                <a:lnTo>
                  <a:pt x="14963" y="12317"/>
                </a:lnTo>
                <a:lnTo>
                  <a:pt x="15051" y="12085"/>
                </a:lnTo>
                <a:lnTo>
                  <a:pt x="15139" y="11801"/>
                </a:lnTo>
                <a:lnTo>
                  <a:pt x="15239" y="11569"/>
                </a:lnTo>
                <a:lnTo>
                  <a:pt x="15378" y="11337"/>
                </a:lnTo>
                <a:lnTo>
                  <a:pt x="15466" y="11092"/>
                </a:lnTo>
                <a:lnTo>
                  <a:pt x="15554" y="10808"/>
                </a:lnTo>
                <a:lnTo>
                  <a:pt x="15642" y="10576"/>
                </a:lnTo>
                <a:lnTo>
                  <a:pt x="15742" y="10344"/>
                </a:lnTo>
                <a:lnTo>
                  <a:pt x="15881" y="10112"/>
                </a:lnTo>
                <a:lnTo>
                  <a:pt x="15969" y="9879"/>
                </a:lnTo>
                <a:lnTo>
                  <a:pt x="16057" y="9596"/>
                </a:lnTo>
                <a:lnTo>
                  <a:pt x="16145" y="9351"/>
                </a:lnTo>
                <a:lnTo>
                  <a:pt x="16245" y="9118"/>
                </a:lnTo>
                <a:lnTo>
                  <a:pt x="16384" y="8886"/>
                </a:lnTo>
                <a:lnTo>
                  <a:pt x="16472" y="8602"/>
                </a:lnTo>
                <a:lnTo>
                  <a:pt x="16560" y="8370"/>
                </a:lnTo>
                <a:lnTo>
                  <a:pt x="16660" y="8138"/>
                </a:lnTo>
                <a:lnTo>
                  <a:pt x="16748" y="7906"/>
                </a:lnTo>
                <a:lnTo>
                  <a:pt x="16887" y="7622"/>
                </a:lnTo>
                <a:lnTo>
                  <a:pt x="16975" y="7377"/>
                </a:lnTo>
                <a:lnTo>
                  <a:pt x="17063" y="7145"/>
                </a:lnTo>
                <a:lnTo>
                  <a:pt x="17163" y="6913"/>
                </a:lnTo>
                <a:lnTo>
                  <a:pt x="17251" y="6629"/>
                </a:lnTo>
                <a:lnTo>
                  <a:pt x="17390" y="6397"/>
                </a:lnTo>
                <a:lnTo>
                  <a:pt x="17478" y="6165"/>
                </a:lnTo>
                <a:lnTo>
                  <a:pt x="17566" y="5920"/>
                </a:lnTo>
                <a:lnTo>
                  <a:pt x="17666" y="5688"/>
                </a:lnTo>
                <a:lnTo>
                  <a:pt x="17754" y="5404"/>
                </a:lnTo>
                <a:lnTo>
                  <a:pt x="17893" y="5172"/>
                </a:lnTo>
                <a:lnTo>
                  <a:pt x="17981" y="4939"/>
                </a:lnTo>
                <a:lnTo>
                  <a:pt x="18069" y="4707"/>
                </a:lnTo>
                <a:lnTo>
                  <a:pt x="18169" y="4424"/>
                </a:lnTo>
                <a:lnTo>
                  <a:pt x="18257" y="4191"/>
                </a:lnTo>
                <a:lnTo>
                  <a:pt x="18396" y="3946"/>
                </a:lnTo>
                <a:lnTo>
                  <a:pt x="18484" y="3714"/>
                </a:lnTo>
                <a:lnTo>
                  <a:pt x="18572" y="3482"/>
                </a:lnTo>
                <a:lnTo>
                  <a:pt x="18672" y="3198"/>
                </a:lnTo>
                <a:lnTo>
                  <a:pt x="18760" y="2966"/>
                </a:lnTo>
                <a:lnTo>
                  <a:pt x="18899" y="2734"/>
                </a:lnTo>
                <a:lnTo>
                  <a:pt x="18987" y="2489"/>
                </a:lnTo>
                <a:lnTo>
                  <a:pt x="19075" y="2218"/>
                </a:lnTo>
                <a:lnTo>
                  <a:pt x="19175" y="1973"/>
                </a:lnTo>
                <a:lnTo>
                  <a:pt x="19263" y="1741"/>
                </a:lnTo>
                <a:lnTo>
                  <a:pt x="19402" y="1509"/>
                </a:lnTo>
                <a:lnTo>
                  <a:pt x="19490" y="1225"/>
                </a:lnTo>
                <a:lnTo>
                  <a:pt x="19578" y="993"/>
                </a:lnTo>
                <a:lnTo>
                  <a:pt x="19678" y="760"/>
                </a:lnTo>
                <a:lnTo>
                  <a:pt x="19766" y="515"/>
                </a:lnTo>
                <a:lnTo>
                  <a:pt x="19904" y="283"/>
                </a:lnTo>
                <a:lnTo>
                  <a:pt x="1999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6897327" y="5297106"/>
            <a:ext cx="20043" cy="48367"/>
          </a:xfrm>
          <a:custGeom>
            <a:avLst/>
            <a:gdLst/>
            <a:ahLst/>
            <a:cxnLst/>
            <a:rect l="l" t="t" r="r" b="b"/>
            <a:pathLst>
              <a:path w="20043" h="48367">
                <a:moveTo>
                  <a:pt x="0" y="48367"/>
                </a:moveTo>
                <a:lnTo>
                  <a:pt x="88" y="48135"/>
                </a:lnTo>
                <a:lnTo>
                  <a:pt x="188" y="47903"/>
                </a:lnTo>
                <a:lnTo>
                  <a:pt x="276" y="47671"/>
                </a:lnTo>
                <a:lnTo>
                  <a:pt x="414" y="47387"/>
                </a:lnTo>
                <a:lnTo>
                  <a:pt x="502" y="47142"/>
                </a:lnTo>
                <a:lnTo>
                  <a:pt x="603" y="46910"/>
                </a:lnTo>
                <a:lnTo>
                  <a:pt x="691" y="46677"/>
                </a:lnTo>
                <a:lnTo>
                  <a:pt x="779" y="46445"/>
                </a:lnTo>
                <a:lnTo>
                  <a:pt x="917" y="46162"/>
                </a:lnTo>
                <a:lnTo>
                  <a:pt x="1005" y="45929"/>
                </a:lnTo>
                <a:lnTo>
                  <a:pt x="1106" y="45697"/>
                </a:lnTo>
                <a:lnTo>
                  <a:pt x="1194" y="45452"/>
                </a:lnTo>
                <a:lnTo>
                  <a:pt x="1282" y="45220"/>
                </a:lnTo>
                <a:lnTo>
                  <a:pt x="1420" y="44936"/>
                </a:lnTo>
                <a:lnTo>
                  <a:pt x="1508" y="44704"/>
                </a:lnTo>
                <a:lnTo>
                  <a:pt x="1609" y="44472"/>
                </a:lnTo>
                <a:lnTo>
                  <a:pt x="1697" y="44240"/>
                </a:lnTo>
                <a:lnTo>
                  <a:pt x="1785" y="43956"/>
                </a:lnTo>
                <a:lnTo>
                  <a:pt x="1923" y="43711"/>
                </a:lnTo>
                <a:lnTo>
                  <a:pt x="2011" y="43479"/>
                </a:lnTo>
                <a:lnTo>
                  <a:pt x="2112" y="43247"/>
                </a:lnTo>
                <a:lnTo>
                  <a:pt x="2200" y="43014"/>
                </a:lnTo>
                <a:lnTo>
                  <a:pt x="2288" y="42731"/>
                </a:lnTo>
                <a:lnTo>
                  <a:pt x="2426" y="42499"/>
                </a:lnTo>
                <a:lnTo>
                  <a:pt x="2514" y="42253"/>
                </a:lnTo>
                <a:lnTo>
                  <a:pt x="2615" y="42021"/>
                </a:lnTo>
                <a:lnTo>
                  <a:pt x="2703" y="41789"/>
                </a:lnTo>
                <a:lnTo>
                  <a:pt x="2791" y="41505"/>
                </a:lnTo>
                <a:lnTo>
                  <a:pt x="2929" y="41273"/>
                </a:lnTo>
                <a:lnTo>
                  <a:pt x="3017" y="41041"/>
                </a:lnTo>
                <a:lnTo>
                  <a:pt x="3118" y="40796"/>
                </a:lnTo>
                <a:lnTo>
                  <a:pt x="3206" y="40525"/>
                </a:lnTo>
                <a:lnTo>
                  <a:pt x="3294" y="40280"/>
                </a:lnTo>
                <a:lnTo>
                  <a:pt x="3432" y="40048"/>
                </a:lnTo>
                <a:lnTo>
                  <a:pt x="3520" y="39816"/>
                </a:lnTo>
                <a:lnTo>
                  <a:pt x="3621" y="39584"/>
                </a:lnTo>
                <a:lnTo>
                  <a:pt x="3709" y="39300"/>
                </a:lnTo>
                <a:lnTo>
                  <a:pt x="3797" y="39068"/>
                </a:lnTo>
                <a:lnTo>
                  <a:pt x="3935" y="38823"/>
                </a:lnTo>
                <a:lnTo>
                  <a:pt x="4023" y="38590"/>
                </a:lnTo>
                <a:lnTo>
                  <a:pt x="4124" y="38358"/>
                </a:lnTo>
                <a:lnTo>
                  <a:pt x="4212" y="38074"/>
                </a:lnTo>
                <a:lnTo>
                  <a:pt x="4300" y="37842"/>
                </a:lnTo>
                <a:lnTo>
                  <a:pt x="4438" y="37610"/>
                </a:lnTo>
                <a:lnTo>
                  <a:pt x="4539" y="37365"/>
                </a:lnTo>
                <a:lnTo>
                  <a:pt x="4627" y="37133"/>
                </a:lnTo>
                <a:lnTo>
                  <a:pt x="4715" y="36849"/>
                </a:lnTo>
                <a:lnTo>
                  <a:pt x="4803" y="36617"/>
                </a:lnTo>
                <a:lnTo>
                  <a:pt x="4941" y="36385"/>
                </a:lnTo>
                <a:lnTo>
                  <a:pt x="5042" y="36153"/>
                </a:lnTo>
                <a:lnTo>
                  <a:pt x="5130" y="35908"/>
                </a:lnTo>
                <a:lnTo>
                  <a:pt x="5218" y="35637"/>
                </a:lnTo>
                <a:lnTo>
                  <a:pt x="5306" y="35392"/>
                </a:lnTo>
                <a:lnTo>
                  <a:pt x="5444" y="35160"/>
                </a:lnTo>
                <a:lnTo>
                  <a:pt x="5545" y="34927"/>
                </a:lnTo>
                <a:lnTo>
                  <a:pt x="5633" y="34695"/>
                </a:lnTo>
                <a:lnTo>
                  <a:pt x="5721" y="34411"/>
                </a:lnTo>
                <a:lnTo>
                  <a:pt x="5809" y="34179"/>
                </a:lnTo>
                <a:lnTo>
                  <a:pt x="5947" y="33934"/>
                </a:lnTo>
                <a:lnTo>
                  <a:pt x="6048" y="33702"/>
                </a:lnTo>
                <a:lnTo>
                  <a:pt x="6136" y="33470"/>
                </a:lnTo>
                <a:lnTo>
                  <a:pt x="6224" y="33186"/>
                </a:lnTo>
                <a:lnTo>
                  <a:pt x="6312" y="32954"/>
                </a:lnTo>
                <a:lnTo>
                  <a:pt x="6450" y="32722"/>
                </a:lnTo>
                <a:lnTo>
                  <a:pt x="6551" y="32477"/>
                </a:lnTo>
                <a:lnTo>
                  <a:pt x="6639" y="32245"/>
                </a:lnTo>
                <a:lnTo>
                  <a:pt x="6727" y="31961"/>
                </a:lnTo>
                <a:lnTo>
                  <a:pt x="6827" y="31729"/>
                </a:lnTo>
                <a:lnTo>
                  <a:pt x="6953" y="31496"/>
                </a:lnTo>
                <a:lnTo>
                  <a:pt x="7054" y="31264"/>
                </a:lnTo>
                <a:lnTo>
                  <a:pt x="7142" y="31019"/>
                </a:lnTo>
                <a:lnTo>
                  <a:pt x="7230" y="30748"/>
                </a:lnTo>
                <a:lnTo>
                  <a:pt x="7330" y="30503"/>
                </a:lnTo>
                <a:lnTo>
                  <a:pt x="7456" y="30271"/>
                </a:lnTo>
                <a:lnTo>
                  <a:pt x="7557" y="30039"/>
                </a:lnTo>
                <a:lnTo>
                  <a:pt x="7645" y="29807"/>
                </a:lnTo>
                <a:lnTo>
                  <a:pt x="7733" y="29523"/>
                </a:lnTo>
                <a:lnTo>
                  <a:pt x="7833" y="29291"/>
                </a:lnTo>
                <a:lnTo>
                  <a:pt x="7972" y="29046"/>
                </a:lnTo>
                <a:lnTo>
                  <a:pt x="8060" y="28814"/>
                </a:lnTo>
                <a:lnTo>
                  <a:pt x="8148" y="28582"/>
                </a:lnTo>
                <a:lnTo>
                  <a:pt x="8236" y="28349"/>
                </a:lnTo>
                <a:lnTo>
                  <a:pt x="8336" y="28066"/>
                </a:lnTo>
                <a:lnTo>
                  <a:pt x="8475" y="27833"/>
                </a:lnTo>
                <a:lnTo>
                  <a:pt x="8563" y="27588"/>
                </a:lnTo>
                <a:lnTo>
                  <a:pt x="8651" y="27356"/>
                </a:lnTo>
                <a:lnTo>
                  <a:pt x="8739" y="27124"/>
                </a:lnTo>
                <a:lnTo>
                  <a:pt x="8839" y="26840"/>
                </a:lnTo>
                <a:lnTo>
                  <a:pt x="8977" y="26608"/>
                </a:lnTo>
                <a:lnTo>
                  <a:pt x="9066" y="26376"/>
                </a:lnTo>
                <a:lnTo>
                  <a:pt x="9154" y="26131"/>
                </a:lnTo>
                <a:lnTo>
                  <a:pt x="9242" y="25899"/>
                </a:lnTo>
                <a:lnTo>
                  <a:pt x="9342" y="25667"/>
                </a:lnTo>
                <a:lnTo>
                  <a:pt x="9480" y="25383"/>
                </a:lnTo>
                <a:lnTo>
                  <a:pt x="9568" y="25151"/>
                </a:lnTo>
                <a:lnTo>
                  <a:pt x="9656" y="24918"/>
                </a:lnTo>
                <a:lnTo>
                  <a:pt x="9745" y="24673"/>
                </a:lnTo>
                <a:lnTo>
                  <a:pt x="9845" y="24441"/>
                </a:lnTo>
                <a:lnTo>
                  <a:pt x="9983" y="24158"/>
                </a:lnTo>
                <a:lnTo>
                  <a:pt x="10071" y="23925"/>
                </a:lnTo>
                <a:lnTo>
                  <a:pt x="10159" y="23693"/>
                </a:lnTo>
                <a:lnTo>
                  <a:pt x="10247" y="23461"/>
                </a:lnTo>
                <a:lnTo>
                  <a:pt x="10348" y="23216"/>
                </a:lnTo>
                <a:lnTo>
                  <a:pt x="10486" y="22984"/>
                </a:lnTo>
                <a:lnTo>
                  <a:pt x="10574" y="22700"/>
                </a:lnTo>
                <a:lnTo>
                  <a:pt x="10662" y="22468"/>
                </a:lnTo>
                <a:lnTo>
                  <a:pt x="10763" y="22236"/>
                </a:lnTo>
                <a:lnTo>
                  <a:pt x="10851" y="22004"/>
                </a:lnTo>
                <a:lnTo>
                  <a:pt x="10989" y="21758"/>
                </a:lnTo>
                <a:lnTo>
                  <a:pt x="11077" y="21526"/>
                </a:lnTo>
                <a:lnTo>
                  <a:pt x="11165" y="21243"/>
                </a:lnTo>
                <a:lnTo>
                  <a:pt x="11266" y="21010"/>
                </a:lnTo>
                <a:lnTo>
                  <a:pt x="11354" y="20778"/>
                </a:lnTo>
                <a:lnTo>
                  <a:pt x="11492" y="20546"/>
                </a:lnTo>
                <a:lnTo>
                  <a:pt x="11580" y="20314"/>
                </a:lnTo>
                <a:lnTo>
                  <a:pt x="11668" y="20069"/>
                </a:lnTo>
                <a:lnTo>
                  <a:pt x="11769" y="19785"/>
                </a:lnTo>
                <a:lnTo>
                  <a:pt x="11857" y="19553"/>
                </a:lnTo>
                <a:lnTo>
                  <a:pt x="11995" y="19321"/>
                </a:lnTo>
                <a:lnTo>
                  <a:pt x="12083" y="19089"/>
                </a:lnTo>
                <a:lnTo>
                  <a:pt x="12171" y="18856"/>
                </a:lnTo>
                <a:lnTo>
                  <a:pt x="12272" y="18611"/>
                </a:lnTo>
                <a:lnTo>
                  <a:pt x="12360" y="18328"/>
                </a:lnTo>
                <a:lnTo>
                  <a:pt x="12498" y="18095"/>
                </a:lnTo>
                <a:lnTo>
                  <a:pt x="12586" y="17863"/>
                </a:lnTo>
                <a:lnTo>
                  <a:pt x="12674" y="17631"/>
                </a:lnTo>
                <a:lnTo>
                  <a:pt x="12775" y="17399"/>
                </a:lnTo>
                <a:lnTo>
                  <a:pt x="12863" y="17154"/>
                </a:lnTo>
                <a:lnTo>
                  <a:pt x="13001" y="16870"/>
                </a:lnTo>
                <a:lnTo>
                  <a:pt x="13089" y="16638"/>
                </a:lnTo>
                <a:lnTo>
                  <a:pt x="13177" y="16406"/>
                </a:lnTo>
                <a:lnTo>
                  <a:pt x="13278" y="16174"/>
                </a:lnTo>
                <a:lnTo>
                  <a:pt x="13366" y="15941"/>
                </a:lnTo>
                <a:lnTo>
                  <a:pt x="13504" y="15696"/>
                </a:lnTo>
                <a:lnTo>
                  <a:pt x="13592" y="15413"/>
                </a:lnTo>
                <a:lnTo>
                  <a:pt x="13680" y="15180"/>
                </a:lnTo>
                <a:lnTo>
                  <a:pt x="13781" y="14948"/>
                </a:lnTo>
                <a:lnTo>
                  <a:pt x="13869" y="14716"/>
                </a:lnTo>
                <a:lnTo>
                  <a:pt x="14007" y="14484"/>
                </a:lnTo>
                <a:lnTo>
                  <a:pt x="14095" y="14239"/>
                </a:lnTo>
                <a:lnTo>
                  <a:pt x="14196" y="14007"/>
                </a:lnTo>
                <a:lnTo>
                  <a:pt x="14284" y="13723"/>
                </a:lnTo>
                <a:lnTo>
                  <a:pt x="14372" y="13491"/>
                </a:lnTo>
                <a:lnTo>
                  <a:pt x="14510" y="13259"/>
                </a:lnTo>
                <a:lnTo>
                  <a:pt x="14598" y="13027"/>
                </a:lnTo>
                <a:lnTo>
                  <a:pt x="14699" y="12781"/>
                </a:lnTo>
                <a:lnTo>
                  <a:pt x="14787" y="12549"/>
                </a:lnTo>
                <a:lnTo>
                  <a:pt x="14875" y="12317"/>
                </a:lnTo>
                <a:lnTo>
                  <a:pt x="15013" y="12033"/>
                </a:lnTo>
                <a:lnTo>
                  <a:pt x="15101" y="11801"/>
                </a:lnTo>
                <a:lnTo>
                  <a:pt x="15202" y="11569"/>
                </a:lnTo>
                <a:lnTo>
                  <a:pt x="15290" y="11324"/>
                </a:lnTo>
                <a:lnTo>
                  <a:pt x="15378" y="11092"/>
                </a:lnTo>
                <a:lnTo>
                  <a:pt x="15516" y="10860"/>
                </a:lnTo>
                <a:lnTo>
                  <a:pt x="15604" y="10627"/>
                </a:lnTo>
                <a:lnTo>
                  <a:pt x="15705" y="10344"/>
                </a:lnTo>
                <a:lnTo>
                  <a:pt x="15793" y="10112"/>
                </a:lnTo>
                <a:lnTo>
                  <a:pt x="15881" y="9866"/>
                </a:lnTo>
                <a:lnTo>
                  <a:pt x="16019" y="9634"/>
                </a:lnTo>
                <a:lnTo>
                  <a:pt x="16107" y="9402"/>
                </a:lnTo>
                <a:lnTo>
                  <a:pt x="16208" y="9170"/>
                </a:lnTo>
                <a:lnTo>
                  <a:pt x="16296" y="8938"/>
                </a:lnTo>
                <a:lnTo>
                  <a:pt x="16384" y="8654"/>
                </a:lnTo>
                <a:lnTo>
                  <a:pt x="16522" y="8409"/>
                </a:lnTo>
                <a:lnTo>
                  <a:pt x="16610" y="8177"/>
                </a:lnTo>
                <a:lnTo>
                  <a:pt x="16711" y="7945"/>
                </a:lnTo>
                <a:lnTo>
                  <a:pt x="16799" y="7713"/>
                </a:lnTo>
                <a:lnTo>
                  <a:pt x="16887" y="7480"/>
                </a:lnTo>
                <a:lnTo>
                  <a:pt x="17025" y="7235"/>
                </a:lnTo>
                <a:lnTo>
                  <a:pt x="17113" y="6952"/>
                </a:lnTo>
                <a:lnTo>
                  <a:pt x="17214" y="6719"/>
                </a:lnTo>
                <a:lnTo>
                  <a:pt x="17302" y="6487"/>
                </a:lnTo>
                <a:lnTo>
                  <a:pt x="17390" y="6255"/>
                </a:lnTo>
                <a:lnTo>
                  <a:pt x="17528" y="6023"/>
                </a:lnTo>
                <a:lnTo>
                  <a:pt x="17616" y="5778"/>
                </a:lnTo>
                <a:lnTo>
                  <a:pt x="17717" y="5546"/>
                </a:lnTo>
                <a:lnTo>
                  <a:pt x="17805" y="5313"/>
                </a:lnTo>
                <a:lnTo>
                  <a:pt x="17893" y="5030"/>
                </a:lnTo>
                <a:lnTo>
                  <a:pt x="18031" y="4798"/>
                </a:lnTo>
                <a:lnTo>
                  <a:pt x="18132" y="4565"/>
                </a:lnTo>
                <a:lnTo>
                  <a:pt x="18220" y="4320"/>
                </a:lnTo>
                <a:lnTo>
                  <a:pt x="18308" y="4088"/>
                </a:lnTo>
                <a:lnTo>
                  <a:pt x="18396" y="3856"/>
                </a:lnTo>
                <a:lnTo>
                  <a:pt x="18534" y="3624"/>
                </a:lnTo>
                <a:lnTo>
                  <a:pt x="18634" y="3392"/>
                </a:lnTo>
                <a:lnTo>
                  <a:pt x="18723" y="3108"/>
                </a:lnTo>
                <a:lnTo>
                  <a:pt x="18811" y="2863"/>
                </a:lnTo>
                <a:lnTo>
                  <a:pt x="18899" y="2631"/>
                </a:lnTo>
                <a:lnTo>
                  <a:pt x="19037" y="2399"/>
                </a:lnTo>
                <a:lnTo>
                  <a:pt x="19137" y="2166"/>
                </a:lnTo>
                <a:lnTo>
                  <a:pt x="19225" y="1934"/>
                </a:lnTo>
                <a:lnTo>
                  <a:pt x="19313" y="1689"/>
                </a:lnTo>
                <a:lnTo>
                  <a:pt x="19402" y="1457"/>
                </a:lnTo>
                <a:lnTo>
                  <a:pt x="19540" y="1225"/>
                </a:lnTo>
                <a:lnTo>
                  <a:pt x="19640" y="941"/>
                </a:lnTo>
                <a:lnTo>
                  <a:pt x="19728" y="709"/>
                </a:lnTo>
                <a:lnTo>
                  <a:pt x="19816" y="477"/>
                </a:lnTo>
                <a:lnTo>
                  <a:pt x="19904" y="232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6917370" y="5250145"/>
            <a:ext cx="20005" cy="46961"/>
          </a:xfrm>
          <a:custGeom>
            <a:avLst/>
            <a:gdLst/>
            <a:ahLst/>
            <a:cxnLst/>
            <a:rect l="l" t="t" r="r" b="b"/>
            <a:pathLst>
              <a:path w="20005" h="46961">
                <a:moveTo>
                  <a:pt x="0" y="46961"/>
                </a:moveTo>
                <a:lnTo>
                  <a:pt x="100" y="46729"/>
                </a:lnTo>
                <a:lnTo>
                  <a:pt x="188" y="46497"/>
                </a:lnTo>
                <a:lnTo>
                  <a:pt x="276" y="46252"/>
                </a:lnTo>
                <a:lnTo>
                  <a:pt x="377" y="46020"/>
                </a:lnTo>
                <a:lnTo>
                  <a:pt x="502" y="45736"/>
                </a:lnTo>
                <a:lnTo>
                  <a:pt x="603" y="45504"/>
                </a:lnTo>
                <a:lnTo>
                  <a:pt x="691" y="45272"/>
                </a:lnTo>
                <a:lnTo>
                  <a:pt x="779" y="45039"/>
                </a:lnTo>
                <a:lnTo>
                  <a:pt x="880" y="44794"/>
                </a:lnTo>
                <a:lnTo>
                  <a:pt x="1005" y="44562"/>
                </a:lnTo>
                <a:lnTo>
                  <a:pt x="1106" y="44330"/>
                </a:lnTo>
                <a:lnTo>
                  <a:pt x="1194" y="44098"/>
                </a:lnTo>
                <a:lnTo>
                  <a:pt x="1282" y="43866"/>
                </a:lnTo>
                <a:lnTo>
                  <a:pt x="1383" y="43621"/>
                </a:lnTo>
                <a:lnTo>
                  <a:pt x="1508" y="43337"/>
                </a:lnTo>
                <a:lnTo>
                  <a:pt x="1609" y="43105"/>
                </a:lnTo>
                <a:lnTo>
                  <a:pt x="1697" y="42873"/>
                </a:lnTo>
                <a:lnTo>
                  <a:pt x="1785" y="42640"/>
                </a:lnTo>
                <a:lnTo>
                  <a:pt x="1886" y="42408"/>
                </a:lnTo>
                <a:lnTo>
                  <a:pt x="2024" y="42163"/>
                </a:lnTo>
                <a:lnTo>
                  <a:pt x="2112" y="41931"/>
                </a:lnTo>
                <a:lnTo>
                  <a:pt x="2200" y="41699"/>
                </a:lnTo>
                <a:lnTo>
                  <a:pt x="2288" y="41467"/>
                </a:lnTo>
                <a:lnTo>
                  <a:pt x="2389" y="41222"/>
                </a:lnTo>
                <a:lnTo>
                  <a:pt x="2527" y="40951"/>
                </a:lnTo>
                <a:lnTo>
                  <a:pt x="2615" y="40706"/>
                </a:lnTo>
                <a:lnTo>
                  <a:pt x="2703" y="40474"/>
                </a:lnTo>
                <a:lnTo>
                  <a:pt x="2791" y="40241"/>
                </a:lnTo>
                <a:lnTo>
                  <a:pt x="2892" y="40009"/>
                </a:lnTo>
                <a:lnTo>
                  <a:pt x="3030" y="39777"/>
                </a:lnTo>
                <a:lnTo>
                  <a:pt x="3118" y="39532"/>
                </a:lnTo>
                <a:lnTo>
                  <a:pt x="3206" y="39300"/>
                </a:lnTo>
                <a:lnTo>
                  <a:pt x="3294" y="39068"/>
                </a:lnTo>
                <a:lnTo>
                  <a:pt x="3395" y="38835"/>
                </a:lnTo>
                <a:lnTo>
                  <a:pt x="3533" y="38590"/>
                </a:lnTo>
                <a:lnTo>
                  <a:pt x="3621" y="38358"/>
                </a:lnTo>
                <a:lnTo>
                  <a:pt x="3709" y="38074"/>
                </a:lnTo>
                <a:lnTo>
                  <a:pt x="3797" y="37842"/>
                </a:lnTo>
                <a:lnTo>
                  <a:pt x="3898" y="37610"/>
                </a:lnTo>
                <a:lnTo>
                  <a:pt x="4036" y="37378"/>
                </a:lnTo>
                <a:lnTo>
                  <a:pt x="4124" y="37133"/>
                </a:lnTo>
                <a:lnTo>
                  <a:pt x="4212" y="36901"/>
                </a:lnTo>
                <a:lnTo>
                  <a:pt x="4312" y="36669"/>
                </a:lnTo>
                <a:lnTo>
                  <a:pt x="4400" y="36436"/>
                </a:lnTo>
                <a:lnTo>
                  <a:pt x="4539" y="36204"/>
                </a:lnTo>
                <a:lnTo>
                  <a:pt x="4627" y="35959"/>
                </a:lnTo>
                <a:lnTo>
                  <a:pt x="4715" y="35727"/>
                </a:lnTo>
                <a:lnTo>
                  <a:pt x="4815" y="35495"/>
                </a:lnTo>
                <a:lnTo>
                  <a:pt x="4903" y="35263"/>
                </a:lnTo>
                <a:lnTo>
                  <a:pt x="5042" y="34979"/>
                </a:lnTo>
                <a:lnTo>
                  <a:pt x="5130" y="34747"/>
                </a:lnTo>
                <a:lnTo>
                  <a:pt x="5218" y="34502"/>
                </a:lnTo>
                <a:lnTo>
                  <a:pt x="5318" y="34270"/>
                </a:lnTo>
                <a:lnTo>
                  <a:pt x="5406" y="34037"/>
                </a:lnTo>
                <a:lnTo>
                  <a:pt x="5545" y="33805"/>
                </a:lnTo>
                <a:lnTo>
                  <a:pt x="5633" y="33560"/>
                </a:lnTo>
                <a:lnTo>
                  <a:pt x="5721" y="33328"/>
                </a:lnTo>
                <a:lnTo>
                  <a:pt x="5821" y="33096"/>
                </a:lnTo>
                <a:lnTo>
                  <a:pt x="5909" y="32864"/>
                </a:lnTo>
                <a:lnTo>
                  <a:pt x="6048" y="32632"/>
                </a:lnTo>
                <a:lnTo>
                  <a:pt x="6136" y="32386"/>
                </a:lnTo>
                <a:lnTo>
                  <a:pt x="6224" y="32154"/>
                </a:lnTo>
                <a:lnTo>
                  <a:pt x="6324" y="31922"/>
                </a:lnTo>
                <a:lnTo>
                  <a:pt x="6412" y="31690"/>
                </a:lnTo>
                <a:lnTo>
                  <a:pt x="6551" y="31445"/>
                </a:lnTo>
                <a:lnTo>
                  <a:pt x="6639" y="31174"/>
                </a:lnTo>
                <a:lnTo>
                  <a:pt x="6727" y="30929"/>
                </a:lnTo>
                <a:lnTo>
                  <a:pt x="6827" y="30697"/>
                </a:lnTo>
                <a:lnTo>
                  <a:pt x="6915" y="30465"/>
                </a:lnTo>
                <a:lnTo>
                  <a:pt x="7054" y="30232"/>
                </a:lnTo>
                <a:lnTo>
                  <a:pt x="7142" y="29987"/>
                </a:lnTo>
                <a:lnTo>
                  <a:pt x="7230" y="29755"/>
                </a:lnTo>
                <a:lnTo>
                  <a:pt x="7330" y="29523"/>
                </a:lnTo>
                <a:lnTo>
                  <a:pt x="7418" y="29291"/>
                </a:lnTo>
                <a:lnTo>
                  <a:pt x="7557" y="29059"/>
                </a:lnTo>
                <a:lnTo>
                  <a:pt x="7645" y="28814"/>
                </a:lnTo>
                <a:lnTo>
                  <a:pt x="7733" y="28582"/>
                </a:lnTo>
                <a:lnTo>
                  <a:pt x="7833" y="28349"/>
                </a:lnTo>
                <a:lnTo>
                  <a:pt x="7921" y="28117"/>
                </a:lnTo>
                <a:lnTo>
                  <a:pt x="8060" y="27872"/>
                </a:lnTo>
                <a:lnTo>
                  <a:pt x="8148" y="27640"/>
                </a:lnTo>
                <a:lnTo>
                  <a:pt x="8248" y="27408"/>
                </a:lnTo>
                <a:lnTo>
                  <a:pt x="8336" y="27176"/>
                </a:lnTo>
                <a:lnTo>
                  <a:pt x="8424" y="26943"/>
                </a:lnTo>
                <a:lnTo>
                  <a:pt x="8563" y="26698"/>
                </a:lnTo>
                <a:lnTo>
                  <a:pt x="8651" y="26466"/>
                </a:lnTo>
                <a:lnTo>
                  <a:pt x="8751" y="26234"/>
                </a:lnTo>
                <a:lnTo>
                  <a:pt x="8839" y="25950"/>
                </a:lnTo>
                <a:lnTo>
                  <a:pt x="8927" y="25718"/>
                </a:lnTo>
                <a:lnTo>
                  <a:pt x="9066" y="25486"/>
                </a:lnTo>
                <a:lnTo>
                  <a:pt x="9154" y="25241"/>
                </a:lnTo>
                <a:lnTo>
                  <a:pt x="9254" y="25009"/>
                </a:lnTo>
                <a:lnTo>
                  <a:pt x="9342" y="24777"/>
                </a:lnTo>
                <a:lnTo>
                  <a:pt x="9430" y="24544"/>
                </a:lnTo>
                <a:lnTo>
                  <a:pt x="9568" y="24299"/>
                </a:lnTo>
                <a:lnTo>
                  <a:pt x="9656" y="24067"/>
                </a:lnTo>
                <a:lnTo>
                  <a:pt x="9757" y="23835"/>
                </a:lnTo>
                <a:lnTo>
                  <a:pt x="9845" y="23603"/>
                </a:lnTo>
                <a:lnTo>
                  <a:pt x="9933" y="23371"/>
                </a:lnTo>
                <a:lnTo>
                  <a:pt x="10071" y="23126"/>
                </a:lnTo>
                <a:lnTo>
                  <a:pt x="10159" y="22894"/>
                </a:lnTo>
                <a:lnTo>
                  <a:pt x="10260" y="22661"/>
                </a:lnTo>
                <a:lnTo>
                  <a:pt x="10348" y="22429"/>
                </a:lnTo>
                <a:lnTo>
                  <a:pt x="10436" y="22184"/>
                </a:lnTo>
                <a:lnTo>
                  <a:pt x="10574" y="21952"/>
                </a:lnTo>
                <a:lnTo>
                  <a:pt x="10662" y="21720"/>
                </a:lnTo>
                <a:lnTo>
                  <a:pt x="10763" y="21488"/>
                </a:lnTo>
                <a:lnTo>
                  <a:pt x="10851" y="21255"/>
                </a:lnTo>
                <a:lnTo>
                  <a:pt x="10939" y="21010"/>
                </a:lnTo>
                <a:lnTo>
                  <a:pt x="11077" y="20778"/>
                </a:lnTo>
                <a:lnTo>
                  <a:pt x="11165" y="20546"/>
                </a:lnTo>
                <a:lnTo>
                  <a:pt x="11266" y="20314"/>
                </a:lnTo>
                <a:lnTo>
                  <a:pt x="11354" y="20069"/>
                </a:lnTo>
                <a:lnTo>
                  <a:pt x="11442" y="19837"/>
                </a:lnTo>
                <a:lnTo>
                  <a:pt x="11580" y="19605"/>
                </a:lnTo>
                <a:lnTo>
                  <a:pt x="11681" y="19372"/>
                </a:lnTo>
                <a:lnTo>
                  <a:pt x="11769" y="19140"/>
                </a:lnTo>
                <a:lnTo>
                  <a:pt x="11857" y="18895"/>
                </a:lnTo>
                <a:lnTo>
                  <a:pt x="11945" y="18663"/>
                </a:lnTo>
                <a:lnTo>
                  <a:pt x="12083" y="18431"/>
                </a:lnTo>
                <a:lnTo>
                  <a:pt x="12184" y="18199"/>
                </a:lnTo>
                <a:lnTo>
                  <a:pt x="12272" y="17954"/>
                </a:lnTo>
                <a:lnTo>
                  <a:pt x="12360" y="17721"/>
                </a:lnTo>
                <a:lnTo>
                  <a:pt x="12448" y="17489"/>
                </a:lnTo>
                <a:lnTo>
                  <a:pt x="12586" y="17257"/>
                </a:lnTo>
                <a:lnTo>
                  <a:pt x="12687" y="17025"/>
                </a:lnTo>
                <a:lnTo>
                  <a:pt x="12775" y="16780"/>
                </a:lnTo>
                <a:lnTo>
                  <a:pt x="12863" y="16548"/>
                </a:lnTo>
                <a:lnTo>
                  <a:pt x="12951" y="16316"/>
                </a:lnTo>
                <a:lnTo>
                  <a:pt x="13089" y="16083"/>
                </a:lnTo>
                <a:lnTo>
                  <a:pt x="13190" y="15838"/>
                </a:lnTo>
                <a:lnTo>
                  <a:pt x="13278" y="15606"/>
                </a:lnTo>
                <a:lnTo>
                  <a:pt x="13366" y="15374"/>
                </a:lnTo>
                <a:lnTo>
                  <a:pt x="13454" y="15142"/>
                </a:lnTo>
                <a:lnTo>
                  <a:pt x="13592" y="14910"/>
                </a:lnTo>
                <a:lnTo>
                  <a:pt x="13693" y="14665"/>
                </a:lnTo>
                <a:lnTo>
                  <a:pt x="13781" y="14432"/>
                </a:lnTo>
                <a:lnTo>
                  <a:pt x="13869" y="14200"/>
                </a:lnTo>
                <a:lnTo>
                  <a:pt x="13969" y="13968"/>
                </a:lnTo>
                <a:lnTo>
                  <a:pt x="14095" y="13723"/>
                </a:lnTo>
                <a:lnTo>
                  <a:pt x="14196" y="13491"/>
                </a:lnTo>
                <a:lnTo>
                  <a:pt x="14284" y="13259"/>
                </a:lnTo>
                <a:lnTo>
                  <a:pt x="14372" y="13027"/>
                </a:lnTo>
                <a:lnTo>
                  <a:pt x="14472" y="12794"/>
                </a:lnTo>
                <a:lnTo>
                  <a:pt x="14598" y="12549"/>
                </a:lnTo>
                <a:lnTo>
                  <a:pt x="14699" y="12317"/>
                </a:lnTo>
                <a:lnTo>
                  <a:pt x="14787" y="12085"/>
                </a:lnTo>
                <a:lnTo>
                  <a:pt x="14875" y="11853"/>
                </a:lnTo>
                <a:lnTo>
                  <a:pt x="14975" y="11608"/>
                </a:lnTo>
                <a:lnTo>
                  <a:pt x="15101" y="11376"/>
                </a:lnTo>
                <a:lnTo>
                  <a:pt x="15202" y="11143"/>
                </a:lnTo>
                <a:lnTo>
                  <a:pt x="15290" y="10911"/>
                </a:lnTo>
                <a:lnTo>
                  <a:pt x="15378" y="10679"/>
                </a:lnTo>
                <a:lnTo>
                  <a:pt x="15478" y="10434"/>
                </a:lnTo>
                <a:lnTo>
                  <a:pt x="15617" y="10202"/>
                </a:lnTo>
                <a:lnTo>
                  <a:pt x="15705" y="9970"/>
                </a:lnTo>
                <a:lnTo>
                  <a:pt x="15793" y="9738"/>
                </a:lnTo>
                <a:lnTo>
                  <a:pt x="15881" y="9492"/>
                </a:lnTo>
                <a:lnTo>
                  <a:pt x="15981" y="9312"/>
                </a:lnTo>
                <a:lnTo>
                  <a:pt x="16120" y="9080"/>
                </a:lnTo>
                <a:lnTo>
                  <a:pt x="16208" y="8835"/>
                </a:lnTo>
                <a:lnTo>
                  <a:pt x="16296" y="8602"/>
                </a:lnTo>
                <a:lnTo>
                  <a:pt x="16384" y="8370"/>
                </a:lnTo>
                <a:lnTo>
                  <a:pt x="16484" y="8138"/>
                </a:lnTo>
                <a:lnTo>
                  <a:pt x="16623" y="7906"/>
                </a:lnTo>
                <a:lnTo>
                  <a:pt x="16711" y="7661"/>
                </a:lnTo>
                <a:lnTo>
                  <a:pt x="16799" y="7429"/>
                </a:lnTo>
                <a:lnTo>
                  <a:pt x="16887" y="7197"/>
                </a:lnTo>
                <a:lnTo>
                  <a:pt x="16987" y="6964"/>
                </a:lnTo>
                <a:lnTo>
                  <a:pt x="17126" y="6719"/>
                </a:lnTo>
                <a:lnTo>
                  <a:pt x="17214" y="6487"/>
                </a:lnTo>
                <a:lnTo>
                  <a:pt x="17302" y="6255"/>
                </a:lnTo>
                <a:lnTo>
                  <a:pt x="17390" y="6023"/>
                </a:lnTo>
                <a:lnTo>
                  <a:pt x="17490" y="5791"/>
                </a:lnTo>
                <a:lnTo>
                  <a:pt x="17629" y="5546"/>
                </a:lnTo>
                <a:lnTo>
                  <a:pt x="17717" y="5313"/>
                </a:lnTo>
                <a:lnTo>
                  <a:pt x="17805" y="5081"/>
                </a:lnTo>
                <a:lnTo>
                  <a:pt x="17905" y="4849"/>
                </a:lnTo>
                <a:lnTo>
                  <a:pt x="17993" y="4604"/>
                </a:lnTo>
                <a:lnTo>
                  <a:pt x="18132" y="4424"/>
                </a:lnTo>
                <a:lnTo>
                  <a:pt x="18220" y="4191"/>
                </a:lnTo>
                <a:lnTo>
                  <a:pt x="18308" y="3946"/>
                </a:lnTo>
                <a:lnTo>
                  <a:pt x="18408" y="3714"/>
                </a:lnTo>
                <a:lnTo>
                  <a:pt x="18496" y="3482"/>
                </a:lnTo>
                <a:lnTo>
                  <a:pt x="18634" y="3250"/>
                </a:lnTo>
                <a:lnTo>
                  <a:pt x="18723" y="3018"/>
                </a:lnTo>
                <a:lnTo>
                  <a:pt x="18811" y="2773"/>
                </a:lnTo>
                <a:lnTo>
                  <a:pt x="18911" y="2540"/>
                </a:lnTo>
                <a:lnTo>
                  <a:pt x="18999" y="2308"/>
                </a:lnTo>
                <a:lnTo>
                  <a:pt x="19137" y="2076"/>
                </a:lnTo>
                <a:lnTo>
                  <a:pt x="19225" y="1831"/>
                </a:lnTo>
                <a:lnTo>
                  <a:pt x="19313" y="1599"/>
                </a:lnTo>
                <a:lnTo>
                  <a:pt x="19414" y="1367"/>
                </a:lnTo>
                <a:lnTo>
                  <a:pt x="19502" y="1135"/>
                </a:lnTo>
                <a:lnTo>
                  <a:pt x="19640" y="941"/>
                </a:lnTo>
                <a:lnTo>
                  <a:pt x="19728" y="709"/>
                </a:lnTo>
                <a:lnTo>
                  <a:pt x="19816" y="477"/>
                </a:lnTo>
                <a:lnTo>
                  <a:pt x="19917" y="245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6937376" y="5205350"/>
            <a:ext cx="20043" cy="44794"/>
          </a:xfrm>
          <a:custGeom>
            <a:avLst/>
            <a:gdLst/>
            <a:ahLst/>
            <a:cxnLst/>
            <a:rect l="l" t="t" r="r" b="b"/>
            <a:pathLst>
              <a:path w="20043" h="44794">
                <a:moveTo>
                  <a:pt x="0" y="44794"/>
                </a:moveTo>
                <a:lnTo>
                  <a:pt x="138" y="44562"/>
                </a:lnTo>
                <a:lnTo>
                  <a:pt x="226" y="44330"/>
                </a:lnTo>
                <a:lnTo>
                  <a:pt x="314" y="44098"/>
                </a:lnTo>
                <a:lnTo>
                  <a:pt x="414" y="43853"/>
                </a:lnTo>
                <a:lnTo>
                  <a:pt x="502" y="43621"/>
                </a:lnTo>
                <a:lnTo>
                  <a:pt x="641" y="43388"/>
                </a:lnTo>
                <a:lnTo>
                  <a:pt x="729" y="43156"/>
                </a:lnTo>
                <a:lnTo>
                  <a:pt x="817" y="42963"/>
                </a:lnTo>
                <a:lnTo>
                  <a:pt x="917" y="42731"/>
                </a:lnTo>
                <a:lnTo>
                  <a:pt x="1005" y="42499"/>
                </a:lnTo>
                <a:lnTo>
                  <a:pt x="1144" y="42266"/>
                </a:lnTo>
                <a:lnTo>
                  <a:pt x="1232" y="42021"/>
                </a:lnTo>
                <a:lnTo>
                  <a:pt x="1320" y="41789"/>
                </a:lnTo>
                <a:lnTo>
                  <a:pt x="1420" y="41557"/>
                </a:lnTo>
                <a:lnTo>
                  <a:pt x="1508" y="41325"/>
                </a:lnTo>
                <a:lnTo>
                  <a:pt x="1647" y="41080"/>
                </a:lnTo>
                <a:lnTo>
                  <a:pt x="1735" y="40848"/>
                </a:lnTo>
                <a:lnTo>
                  <a:pt x="1835" y="40667"/>
                </a:lnTo>
                <a:lnTo>
                  <a:pt x="1923" y="40422"/>
                </a:lnTo>
                <a:lnTo>
                  <a:pt x="2011" y="40190"/>
                </a:lnTo>
                <a:lnTo>
                  <a:pt x="2150" y="39958"/>
                </a:lnTo>
                <a:lnTo>
                  <a:pt x="2238" y="39725"/>
                </a:lnTo>
                <a:lnTo>
                  <a:pt x="2338" y="39480"/>
                </a:lnTo>
                <a:lnTo>
                  <a:pt x="2426" y="39248"/>
                </a:lnTo>
                <a:lnTo>
                  <a:pt x="2514" y="39016"/>
                </a:lnTo>
                <a:lnTo>
                  <a:pt x="2653" y="38784"/>
                </a:lnTo>
                <a:lnTo>
                  <a:pt x="2741" y="38590"/>
                </a:lnTo>
                <a:lnTo>
                  <a:pt x="2841" y="38358"/>
                </a:lnTo>
                <a:lnTo>
                  <a:pt x="2929" y="38126"/>
                </a:lnTo>
                <a:lnTo>
                  <a:pt x="3017" y="37894"/>
                </a:lnTo>
                <a:lnTo>
                  <a:pt x="3156" y="37649"/>
                </a:lnTo>
                <a:lnTo>
                  <a:pt x="3244" y="37417"/>
                </a:lnTo>
                <a:lnTo>
                  <a:pt x="3344" y="37185"/>
                </a:lnTo>
                <a:lnTo>
                  <a:pt x="3432" y="36952"/>
                </a:lnTo>
                <a:lnTo>
                  <a:pt x="3520" y="36707"/>
                </a:lnTo>
                <a:lnTo>
                  <a:pt x="3659" y="36527"/>
                </a:lnTo>
                <a:lnTo>
                  <a:pt x="3747" y="36295"/>
                </a:lnTo>
                <a:lnTo>
                  <a:pt x="3847" y="36049"/>
                </a:lnTo>
                <a:lnTo>
                  <a:pt x="3935" y="35817"/>
                </a:lnTo>
                <a:lnTo>
                  <a:pt x="4023" y="35585"/>
                </a:lnTo>
                <a:lnTo>
                  <a:pt x="4162" y="35353"/>
                </a:lnTo>
                <a:lnTo>
                  <a:pt x="4250" y="35121"/>
                </a:lnTo>
                <a:lnTo>
                  <a:pt x="4350" y="34876"/>
                </a:lnTo>
                <a:lnTo>
                  <a:pt x="4438" y="34695"/>
                </a:lnTo>
                <a:lnTo>
                  <a:pt x="4526" y="34463"/>
                </a:lnTo>
                <a:lnTo>
                  <a:pt x="4665" y="34218"/>
                </a:lnTo>
                <a:lnTo>
                  <a:pt x="4753" y="33986"/>
                </a:lnTo>
                <a:lnTo>
                  <a:pt x="4853" y="33754"/>
                </a:lnTo>
                <a:lnTo>
                  <a:pt x="4941" y="33521"/>
                </a:lnTo>
                <a:lnTo>
                  <a:pt x="5029" y="33276"/>
                </a:lnTo>
                <a:lnTo>
                  <a:pt x="5168" y="33096"/>
                </a:lnTo>
                <a:lnTo>
                  <a:pt x="5268" y="32864"/>
                </a:lnTo>
                <a:lnTo>
                  <a:pt x="5356" y="32619"/>
                </a:lnTo>
                <a:lnTo>
                  <a:pt x="5444" y="32386"/>
                </a:lnTo>
                <a:lnTo>
                  <a:pt x="5532" y="32154"/>
                </a:lnTo>
                <a:lnTo>
                  <a:pt x="5670" y="31922"/>
                </a:lnTo>
                <a:lnTo>
                  <a:pt x="5771" y="31690"/>
                </a:lnTo>
                <a:lnTo>
                  <a:pt x="5859" y="31496"/>
                </a:lnTo>
                <a:lnTo>
                  <a:pt x="5947" y="31264"/>
                </a:lnTo>
                <a:lnTo>
                  <a:pt x="6035" y="31019"/>
                </a:lnTo>
                <a:lnTo>
                  <a:pt x="6173" y="30787"/>
                </a:lnTo>
                <a:lnTo>
                  <a:pt x="6274" y="30555"/>
                </a:lnTo>
                <a:lnTo>
                  <a:pt x="6362" y="30323"/>
                </a:lnTo>
                <a:lnTo>
                  <a:pt x="6450" y="30129"/>
                </a:lnTo>
                <a:lnTo>
                  <a:pt x="6538" y="29897"/>
                </a:lnTo>
                <a:lnTo>
                  <a:pt x="6676" y="29665"/>
                </a:lnTo>
                <a:lnTo>
                  <a:pt x="6777" y="29433"/>
                </a:lnTo>
                <a:lnTo>
                  <a:pt x="6865" y="29188"/>
                </a:lnTo>
                <a:lnTo>
                  <a:pt x="6953" y="28956"/>
                </a:lnTo>
                <a:lnTo>
                  <a:pt x="7041" y="28775"/>
                </a:lnTo>
                <a:lnTo>
                  <a:pt x="7179" y="28530"/>
                </a:lnTo>
                <a:lnTo>
                  <a:pt x="7280" y="28298"/>
                </a:lnTo>
                <a:lnTo>
                  <a:pt x="7368" y="28066"/>
                </a:lnTo>
                <a:lnTo>
                  <a:pt x="7456" y="27833"/>
                </a:lnTo>
                <a:lnTo>
                  <a:pt x="7544" y="27588"/>
                </a:lnTo>
                <a:lnTo>
                  <a:pt x="7682" y="27408"/>
                </a:lnTo>
                <a:lnTo>
                  <a:pt x="7783" y="27176"/>
                </a:lnTo>
                <a:lnTo>
                  <a:pt x="7871" y="26931"/>
                </a:lnTo>
                <a:lnTo>
                  <a:pt x="7959" y="26698"/>
                </a:lnTo>
                <a:lnTo>
                  <a:pt x="8060" y="26466"/>
                </a:lnTo>
                <a:lnTo>
                  <a:pt x="8185" y="26234"/>
                </a:lnTo>
                <a:lnTo>
                  <a:pt x="8286" y="26041"/>
                </a:lnTo>
                <a:lnTo>
                  <a:pt x="8374" y="25808"/>
                </a:lnTo>
                <a:lnTo>
                  <a:pt x="8462" y="25576"/>
                </a:lnTo>
                <a:lnTo>
                  <a:pt x="8563" y="25344"/>
                </a:lnTo>
                <a:lnTo>
                  <a:pt x="8688" y="25099"/>
                </a:lnTo>
                <a:lnTo>
                  <a:pt x="8789" y="24918"/>
                </a:lnTo>
                <a:lnTo>
                  <a:pt x="8877" y="24673"/>
                </a:lnTo>
                <a:lnTo>
                  <a:pt x="8965" y="24441"/>
                </a:lnTo>
                <a:lnTo>
                  <a:pt x="9066" y="24209"/>
                </a:lnTo>
                <a:lnTo>
                  <a:pt x="9204" y="23977"/>
                </a:lnTo>
                <a:lnTo>
                  <a:pt x="9292" y="23783"/>
                </a:lnTo>
                <a:lnTo>
                  <a:pt x="9380" y="23551"/>
                </a:lnTo>
                <a:lnTo>
                  <a:pt x="9468" y="23319"/>
                </a:lnTo>
                <a:lnTo>
                  <a:pt x="9568" y="23087"/>
                </a:lnTo>
                <a:lnTo>
                  <a:pt x="9707" y="22842"/>
                </a:lnTo>
                <a:lnTo>
                  <a:pt x="9795" y="22661"/>
                </a:lnTo>
                <a:lnTo>
                  <a:pt x="9883" y="22429"/>
                </a:lnTo>
                <a:lnTo>
                  <a:pt x="9971" y="22184"/>
                </a:lnTo>
                <a:lnTo>
                  <a:pt x="10071" y="21952"/>
                </a:lnTo>
                <a:lnTo>
                  <a:pt x="10210" y="21720"/>
                </a:lnTo>
                <a:lnTo>
                  <a:pt x="10298" y="21526"/>
                </a:lnTo>
                <a:lnTo>
                  <a:pt x="10386" y="21294"/>
                </a:lnTo>
                <a:lnTo>
                  <a:pt x="10474" y="21062"/>
                </a:lnTo>
                <a:lnTo>
                  <a:pt x="10574" y="20830"/>
                </a:lnTo>
                <a:lnTo>
                  <a:pt x="10713" y="20585"/>
                </a:lnTo>
                <a:lnTo>
                  <a:pt x="10801" y="20404"/>
                </a:lnTo>
                <a:lnTo>
                  <a:pt x="10889" y="20172"/>
                </a:lnTo>
                <a:lnTo>
                  <a:pt x="10977" y="19927"/>
                </a:lnTo>
                <a:lnTo>
                  <a:pt x="11077" y="19695"/>
                </a:lnTo>
                <a:lnTo>
                  <a:pt x="11216" y="19514"/>
                </a:lnTo>
                <a:lnTo>
                  <a:pt x="11304" y="19269"/>
                </a:lnTo>
                <a:lnTo>
                  <a:pt x="11392" y="19037"/>
                </a:lnTo>
                <a:lnTo>
                  <a:pt x="11492" y="18805"/>
                </a:lnTo>
                <a:lnTo>
                  <a:pt x="11580" y="18573"/>
                </a:lnTo>
                <a:lnTo>
                  <a:pt x="11719" y="18379"/>
                </a:lnTo>
                <a:lnTo>
                  <a:pt x="11807" y="18147"/>
                </a:lnTo>
                <a:lnTo>
                  <a:pt x="11895" y="17915"/>
                </a:lnTo>
                <a:lnTo>
                  <a:pt x="11995" y="17670"/>
                </a:lnTo>
                <a:lnTo>
                  <a:pt x="12083" y="17489"/>
                </a:lnTo>
                <a:lnTo>
                  <a:pt x="12222" y="17257"/>
                </a:lnTo>
                <a:lnTo>
                  <a:pt x="12310" y="17012"/>
                </a:lnTo>
                <a:lnTo>
                  <a:pt x="12398" y="16780"/>
                </a:lnTo>
                <a:lnTo>
                  <a:pt x="12498" y="16599"/>
                </a:lnTo>
                <a:lnTo>
                  <a:pt x="12586" y="16354"/>
                </a:lnTo>
                <a:lnTo>
                  <a:pt x="12725" y="16122"/>
                </a:lnTo>
                <a:lnTo>
                  <a:pt x="12813" y="15890"/>
                </a:lnTo>
                <a:lnTo>
                  <a:pt x="12901" y="15696"/>
                </a:lnTo>
                <a:lnTo>
                  <a:pt x="13001" y="15464"/>
                </a:lnTo>
                <a:lnTo>
                  <a:pt x="13089" y="15232"/>
                </a:lnTo>
                <a:lnTo>
                  <a:pt x="13228" y="15000"/>
                </a:lnTo>
                <a:lnTo>
                  <a:pt x="13316" y="14806"/>
                </a:lnTo>
                <a:lnTo>
                  <a:pt x="13404" y="14574"/>
                </a:lnTo>
                <a:lnTo>
                  <a:pt x="13504" y="14342"/>
                </a:lnTo>
                <a:lnTo>
                  <a:pt x="13592" y="14097"/>
                </a:lnTo>
                <a:lnTo>
                  <a:pt x="13731" y="13916"/>
                </a:lnTo>
                <a:lnTo>
                  <a:pt x="13819" y="13684"/>
                </a:lnTo>
                <a:lnTo>
                  <a:pt x="13907" y="13439"/>
                </a:lnTo>
                <a:lnTo>
                  <a:pt x="14007" y="13207"/>
                </a:lnTo>
                <a:lnTo>
                  <a:pt x="14095" y="13027"/>
                </a:lnTo>
                <a:lnTo>
                  <a:pt x="14234" y="12781"/>
                </a:lnTo>
                <a:lnTo>
                  <a:pt x="14322" y="12549"/>
                </a:lnTo>
                <a:lnTo>
                  <a:pt x="14410" y="12317"/>
                </a:lnTo>
                <a:lnTo>
                  <a:pt x="14510" y="12124"/>
                </a:lnTo>
                <a:lnTo>
                  <a:pt x="14598" y="11891"/>
                </a:lnTo>
                <a:lnTo>
                  <a:pt x="14736" y="11659"/>
                </a:lnTo>
                <a:lnTo>
                  <a:pt x="14824" y="11427"/>
                </a:lnTo>
                <a:lnTo>
                  <a:pt x="14913" y="11234"/>
                </a:lnTo>
                <a:lnTo>
                  <a:pt x="15013" y="11002"/>
                </a:lnTo>
                <a:lnTo>
                  <a:pt x="15101" y="10769"/>
                </a:lnTo>
                <a:lnTo>
                  <a:pt x="15239" y="10576"/>
                </a:lnTo>
                <a:lnTo>
                  <a:pt x="15327" y="10344"/>
                </a:lnTo>
                <a:lnTo>
                  <a:pt x="15428" y="10112"/>
                </a:lnTo>
                <a:lnTo>
                  <a:pt x="15516" y="9866"/>
                </a:lnTo>
                <a:lnTo>
                  <a:pt x="15604" y="9686"/>
                </a:lnTo>
                <a:lnTo>
                  <a:pt x="15742" y="9454"/>
                </a:lnTo>
                <a:lnTo>
                  <a:pt x="15830" y="9209"/>
                </a:lnTo>
                <a:lnTo>
                  <a:pt x="15931" y="9028"/>
                </a:lnTo>
                <a:lnTo>
                  <a:pt x="16019" y="8796"/>
                </a:lnTo>
                <a:lnTo>
                  <a:pt x="16107" y="8551"/>
                </a:lnTo>
                <a:lnTo>
                  <a:pt x="16245" y="8319"/>
                </a:lnTo>
                <a:lnTo>
                  <a:pt x="16333" y="8138"/>
                </a:lnTo>
                <a:lnTo>
                  <a:pt x="16434" y="7893"/>
                </a:lnTo>
                <a:lnTo>
                  <a:pt x="16522" y="7661"/>
                </a:lnTo>
                <a:lnTo>
                  <a:pt x="16610" y="7480"/>
                </a:lnTo>
                <a:lnTo>
                  <a:pt x="16748" y="7235"/>
                </a:lnTo>
                <a:lnTo>
                  <a:pt x="16836" y="7003"/>
                </a:lnTo>
                <a:lnTo>
                  <a:pt x="16937" y="6823"/>
                </a:lnTo>
                <a:lnTo>
                  <a:pt x="17025" y="6577"/>
                </a:lnTo>
                <a:lnTo>
                  <a:pt x="17113" y="6345"/>
                </a:lnTo>
                <a:lnTo>
                  <a:pt x="17251" y="6113"/>
                </a:lnTo>
                <a:lnTo>
                  <a:pt x="17339" y="5920"/>
                </a:lnTo>
                <a:lnTo>
                  <a:pt x="17440" y="5688"/>
                </a:lnTo>
                <a:lnTo>
                  <a:pt x="17528" y="5455"/>
                </a:lnTo>
                <a:lnTo>
                  <a:pt x="17616" y="5262"/>
                </a:lnTo>
                <a:lnTo>
                  <a:pt x="17754" y="5030"/>
                </a:lnTo>
                <a:lnTo>
                  <a:pt x="17842" y="4798"/>
                </a:lnTo>
                <a:lnTo>
                  <a:pt x="17943" y="4604"/>
                </a:lnTo>
                <a:lnTo>
                  <a:pt x="18031" y="4372"/>
                </a:lnTo>
                <a:lnTo>
                  <a:pt x="18119" y="4140"/>
                </a:lnTo>
                <a:lnTo>
                  <a:pt x="18257" y="3946"/>
                </a:lnTo>
                <a:lnTo>
                  <a:pt x="18345" y="3714"/>
                </a:lnTo>
                <a:lnTo>
                  <a:pt x="18446" y="3482"/>
                </a:lnTo>
                <a:lnTo>
                  <a:pt x="18534" y="3288"/>
                </a:lnTo>
                <a:lnTo>
                  <a:pt x="18622" y="3056"/>
                </a:lnTo>
                <a:lnTo>
                  <a:pt x="18760" y="2824"/>
                </a:lnTo>
                <a:lnTo>
                  <a:pt x="18861" y="2631"/>
                </a:lnTo>
                <a:lnTo>
                  <a:pt x="18949" y="2399"/>
                </a:lnTo>
                <a:lnTo>
                  <a:pt x="19037" y="2166"/>
                </a:lnTo>
                <a:lnTo>
                  <a:pt x="19125" y="1973"/>
                </a:lnTo>
                <a:lnTo>
                  <a:pt x="19263" y="1741"/>
                </a:lnTo>
                <a:lnTo>
                  <a:pt x="19364" y="1509"/>
                </a:lnTo>
                <a:lnTo>
                  <a:pt x="19452" y="1315"/>
                </a:lnTo>
                <a:lnTo>
                  <a:pt x="19540" y="1083"/>
                </a:lnTo>
                <a:lnTo>
                  <a:pt x="19628" y="851"/>
                </a:lnTo>
                <a:lnTo>
                  <a:pt x="19766" y="657"/>
                </a:lnTo>
                <a:lnTo>
                  <a:pt x="19867" y="425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6957419" y="5163380"/>
            <a:ext cx="20043" cy="41970"/>
          </a:xfrm>
          <a:custGeom>
            <a:avLst/>
            <a:gdLst/>
            <a:ahLst/>
            <a:cxnLst/>
            <a:rect l="l" t="t" r="r" b="b"/>
            <a:pathLst>
              <a:path w="20043" h="41970">
                <a:moveTo>
                  <a:pt x="0" y="41970"/>
                </a:moveTo>
                <a:lnTo>
                  <a:pt x="88" y="41738"/>
                </a:lnTo>
                <a:lnTo>
                  <a:pt x="226" y="41505"/>
                </a:lnTo>
                <a:lnTo>
                  <a:pt x="326" y="41312"/>
                </a:lnTo>
                <a:lnTo>
                  <a:pt x="414" y="41080"/>
                </a:lnTo>
                <a:lnTo>
                  <a:pt x="502" y="40848"/>
                </a:lnTo>
                <a:lnTo>
                  <a:pt x="590" y="40654"/>
                </a:lnTo>
                <a:lnTo>
                  <a:pt x="729" y="40422"/>
                </a:lnTo>
                <a:lnTo>
                  <a:pt x="829" y="40228"/>
                </a:lnTo>
                <a:lnTo>
                  <a:pt x="917" y="39996"/>
                </a:lnTo>
                <a:lnTo>
                  <a:pt x="1005" y="39764"/>
                </a:lnTo>
                <a:lnTo>
                  <a:pt x="1093" y="39571"/>
                </a:lnTo>
                <a:lnTo>
                  <a:pt x="1232" y="39338"/>
                </a:lnTo>
                <a:lnTo>
                  <a:pt x="1332" y="39106"/>
                </a:lnTo>
                <a:lnTo>
                  <a:pt x="1420" y="38913"/>
                </a:lnTo>
                <a:lnTo>
                  <a:pt x="1508" y="38681"/>
                </a:lnTo>
                <a:lnTo>
                  <a:pt x="1609" y="38449"/>
                </a:lnTo>
                <a:lnTo>
                  <a:pt x="1735" y="38255"/>
                </a:lnTo>
                <a:lnTo>
                  <a:pt x="1835" y="38023"/>
                </a:lnTo>
                <a:lnTo>
                  <a:pt x="1923" y="37829"/>
                </a:lnTo>
                <a:lnTo>
                  <a:pt x="2011" y="37597"/>
                </a:lnTo>
                <a:lnTo>
                  <a:pt x="2112" y="37365"/>
                </a:lnTo>
                <a:lnTo>
                  <a:pt x="2238" y="37172"/>
                </a:lnTo>
                <a:lnTo>
                  <a:pt x="2338" y="36939"/>
                </a:lnTo>
                <a:lnTo>
                  <a:pt x="2426" y="36759"/>
                </a:lnTo>
                <a:lnTo>
                  <a:pt x="2514" y="36514"/>
                </a:lnTo>
                <a:lnTo>
                  <a:pt x="2615" y="36282"/>
                </a:lnTo>
                <a:lnTo>
                  <a:pt x="2753" y="36101"/>
                </a:lnTo>
                <a:lnTo>
                  <a:pt x="2841" y="35856"/>
                </a:lnTo>
                <a:lnTo>
                  <a:pt x="2929" y="35624"/>
                </a:lnTo>
                <a:lnTo>
                  <a:pt x="3017" y="35443"/>
                </a:lnTo>
                <a:lnTo>
                  <a:pt x="3118" y="35198"/>
                </a:lnTo>
                <a:lnTo>
                  <a:pt x="3256" y="35018"/>
                </a:lnTo>
                <a:lnTo>
                  <a:pt x="3344" y="34785"/>
                </a:lnTo>
                <a:lnTo>
                  <a:pt x="3432" y="34540"/>
                </a:lnTo>
                <a:lnTo>
                  <a:pt x="3520" y="34360"/>
                </a:lnTo>
                <a:lnTo>
                  <a:pt x="3621" y="34128"/>
                </a:lnTo>
                <a:lnTo>
                  <a:pt x="3759" y="33934"/>
                </a:lnTo>
                <a:lnTo>
                  <a:pt x="3847" y="33702"/>
                </a:lnTo>
                <a:lnTo>
                  <a:pt x="3935" y="33509"/>
                </a:lnTo>
                <a:lnTo>
                  <a:pt x="4023" y="33276"/>
                </a:lnTo>
                <a:lnTo>
                  <a:pt x="4124" y="33044"/>
                </a:lnTo>
                <a:lnTo>
                  <a:pt x="4262" y="32851"/>
                </a:lnTo>
                <a:lnTo>
                  <a:pt x="4350" y="32619"/>
                </a:lnTo>
                <a:lnTo>
                  <a:pt x="4438" y="32425"/>
                </a:lnTo>
                <a:lnTo>
                  <a:pt x="4526" y="32193"/>
                </a:lnTo>
                <a:lnTo>
                  <a:pt x="4627" y="31961"/>
                </a:lnTo>
                <a:lnTo>
                  <a:pt x="4765" y="31767"/>
                </a:lnTo>
                <a:lnTo>
                  <a:pt x="4853" y="31535"/>
                </a:lnTo>
                <a:lnTo>
                  <a:pt x="4941" y="31355"/>
                </a:lnTo>
                <a:lnTo>
                  <a:pt x="5042" y="31110"/>
                </a:lnTo>
                <a:lnTo>
                  <a:pt x="5130" y="30929"/>
                </a:lnTo>
                <a:lnTo>
                  <a:pt x="5268" y="30684"/>
                </a:lnTo>
                <a:lnTo>
                  <a:pt x="5356" y="30452"/>
                </a:lnTo>
                <a:lnTo>
                  <a:pt x="5444" y="30271"/>
                </a:lnTo>
                <a:lnTo>
                  <a:pt x="5545" y="30026"/>
                </a:lnTo>
                <a:lnTo>
                  <a:pt x="5633" y="29846"/>
                </a:lnTo>
                <a:lnTo>
                  <a:pt x="5771" y="29613"/>
                </a:lnTo>
                <a:lnTo>
                  <a:pt x="5859" y="29420"/>
                </a:lnTo>
                <a:lnTo>
                  <a:pt x="5947" y="29188"/>
                </a:lnTo>
                <a:lnTo>
                  <a:pt x="6048" y="28994"/>
                </a:lnTo>
                <a:lnTo>
                  <a:pt x="6136" y="28762"/>
                </a:lnTo>
                <a:lnTo>
                  <a:pt x="6274" y="28530"/>
                </a:lnTo>
                <a:lnTo>
                  <a:pt x="6362" y="28336"/>
                </a:lnTo>
                <a:lnTo>
                  <a:pt x="6450" y="28104"/>
                </a:lnTo>
                <a:lnTo>
                  <a:pt x="6551" y="27911"/>
                </a:lnTo>
                <a:lnTo>
                  <a:pt x="6639" y="27679"/>
                </a:lnTo>
                <a:lnTo>
                  <a:pt x="6777" y="27498"/>
                </a:lnTo>
                <a:lnTo>
                  <a:pt x="6865" y="27253"/>
                </a:lnTo>
                <a:lnTo>
                  <a:pt x="6953" y="27072"/>
                </a:lnTo>
                <a:lnTo>
                  <a:pt x="7054" y="26840"/>
                </a:lnTo>
                <a:lnTo>
                  <a:pt x="7142" y="26647"/>
                </a:lnTo>
                <a:lnTo>
                  <a:pt x="7280" y="26415"/>
                </a:lnTo>
                <a:lnTo>
                  <a:pt x="7368" y="26183"/>
                </a:lnTo>
                <a:lnTo>
                  <a:pt x="7456" y="25989"/>
                </a:lnTo>
                <a:lnTo>
                  <a:pt x="7557" y="25757"/>
                </a:lnTo>
                <a:lnTo>
                  <a:pt x="7645" y="25563"/>
                </a:lnTo>
                <a:lnTo>
                  <a:pt x="7783" y="25331"/>
                </a:lnTo>
                <a:lnTo>
                  <a:pt x="7871" y="25138"/>
                </a:lnTo>
                <a:lnTo>
                  <a:pt x="7959" y="24906"/>
                </a:lnTo>
                <a:lnTo>
                  <a:pt x="8060" y="24725"/>
                </a:lnTo>
                <a:lnTo>
                  <a:pt x="8148" y="24480"/>
                </a:lnTo>
                <a:lnTo>
                  <a:pt x="8286" y="24299"/>
                </a:lnTo>
                <a:lnTo>
                  <a:pt x="8374" y="24067"/>
                </a:lnTo>
                <a:lnTo>
                  <a:pt x="8462" y="23874"/>
                </a:lnTo>
                <a:lnTo>
                  <a:pt x="8563" y="23642"/>
                </a:lnTo>
                <a:lnTo>
                  <a:pt x="8651" y="23448"/>
                </a:lnTo>
                <a:lnTo>
                  <a:pt x="8789" y="23216"/>
                </a:lnTo>
                <a:lnTo>
                  <a:pt x="8877" y="23022"/>
                </a:lnTo>
                <a:lnTo>
                  <a:pt x="8977" y="22790"/>
                </a:lnTo>
                <a:lnTo>
                  <a:pt x="9066" y="22610"/>
                </a:lnTo>
                <a:lnTo>
                  <a:pt x="9154" y="22365"/>
                </a:lnTo>
                <a:lnTo>
                  <a:pt x="9292" y="22184"/>
                </a:lnTo>
                <a:lnTo>
                  <a:pt x="9380" y="21952"/>
                </a:lnTo>
                <a:lnTo>
                  <a:pt x="9480" y="21758"/>
                </a:lnTo>
                <a:lnTo>
                  <a:pt x="9568" y="21526"/>
                </a:lnTo>
                <a:lnTo>
                  <a:pt x="9656" y="21333"/>
                </a:lnTo>
                <a:lnTo>
                  <a:pt x="9795" y="21101"/>
                </a:lnTo>
                <a:lnTo>
                  <a:pt x="9883" y="20907"/>
                </a:lnTo>
                <a:lnTo>
                  <a:pt x="9983" y="20675"/>
                </a:lnTo>
                <a:lnTo>
                  <a:pt x="10071" y="20494"/>
                </a:lnTo>
                <a:lnTo>
                  <a:pt x="10159" y="20249"/>
                </a:lnTo>
                <a:lnTo>
                  <a:pt x="10298" y="20069"/>
                </a:lnTo>
                <a:lnTo>
                  <a:pt x="10386" y="19837"/>
                </a:lnTo>
                <a:lnTo>
                  <a:pt x="10486" y="19643"/>
                </a:lnTo>
                <a:lnTo>
                  <a:pt x="10574" y="19411"/>
                </a:lnTo>
                <a:lnTo>
                  <a:pt x="10662" y="19218"/>
                </a:lnTo>
                <a:lnTo>
                  <a:pt x="10801" y="18985"/>
                </a:lnTo>
                <a:lnTo>
                  <a:pt x="10889" y="18792"/>
                </a:lnTo>
                <a:lnTo>
                  <a:pt x="10989" y="18560"/>
                </a:lnTo>
                <a:lnTo>
                  <a:pt x="11077" y="18379"/>
                </a:lnTo>
                <a:lnTo>
                  <a:pt x="11165" y="18134"/>
                </a:lnTo>
                <a:lnTo>
                  <a:pt x="11304" y="17954"/>
                </a:lnTo>
                <a:lnTo>
                  <a:pt x="11392" y="17760"/>
                </a:lnTo>
                <a:lnTo>
                  <a:pt x="11492" y="17528"/>
                </a:lnTo>
                <a:lnTo>
                  <a:pt x="11580" y="17334"/>
                </a:lnTo>
                <a:lnTo>
                  <a:pt x="11668" y="17102"/>
                </a:lnTo>
                <a:lnTo>
                  <a:pt x="11807" y="16922"/>
                </a:lnTo>
                <a:lnTo>
                  <a:pt x="11895" y="16677"/>
                </a:lnTo>
                <a:lnTo>
                  <a:pt x="11995" y="16496"/>
                </a:lnTo>
                <a:lnTo>
                  <a:pt x="12083" y="16264"/>
                </a:lnTo>
                <a:lnTo>
                  <a:pt x="12171" y="16070"/>
                </a:lnTo>
                <a:lnTo>
                  <a:pt x="12310" y="15838"/>
                </a:lnTo>
                <a:lnTo>
                  <a:pt x="12398" y="15645"/>
                </a:lnTo>
                <a:lnTo>
                  <a:pt x="12498" y="15464"/>
                </a:lnTo>
                <a:lnTo>
                  <a:pt x="12586" y="15219"/>
                </a:lnTo>
                <a:lnTo>
                  <a:pt x="12674" y="15039"/>
                </a:lnTo>
                <a:lnTo>
                  <a:pt x="12813" y="14806"/>
                </a:lnTo>
                <a:lnTo>
                  <a:pt x="12913" y="14613"/>
                </a:lnTo>
                <a:lnTo>
                  <a:pt x="13001" y="14381"/>
                </a:lnTo>
                <a:lnTo>
                  <a:pt x="13089" y="14187"/>
                </a:lnTo>
                <a:lnTo>
                  <a:pt x="13177" y="13955"/>
                </a:lnTo>
                <a:lnTo>
                  <a:pt x="13316" y="13762"/>
                </a:lnTo>
                <a:lnTo>
                  <a:pt x="13416" y="13581"/>
                </a:lnTo>
                <a:lnTo>
                  <a:pt x="13504" y="13349"/>
                </a:lnTo>
                <a:lnTo>
                  <a:pt x="13592" y="13155"/>
                </a:lnTo>
                <a:lnTo>
                  <a:pt x="13680" y="12923"/>
                </a:lnTo>
                <a:lnTo>
                  <a:pt x="13819" y="12730"/>
                </a:lnTo>
                <a:lnTo>
                  <a:pt x="13919" y="12498"/>
                </a:lnTo>
                <a:lnTo>
                  <a:pt x="14007" y="12317"/>
                </a:lnTo>
                <a:lnTo>
                  <a:pt x="14095" y="12124"/>
                </a:lnTo>
                <a:lnTo>
                  <a:pt x="14234" y="11891"/>
                </a:lnTo>
                <a:lnTo>
                  <a:pt x="14322" y="11698"/>
                </a:lnTo>
                <a:lnTo>
                  <a:pt x="14422" y="11466"/>
                </a:lnTo>
                <a:lnTo>
                  <a:pt x="14510" y="11272"/>
                </a:lnTo>
                <a:lnTo>
                  <a:pt x="14598" y="11092"/>
                </a:lnTo>
                <a:lnTo>
                  <a:pt x="14736" y="10860"/>
                </a:lnTo>
                <a:lnTo>
                  <a:pt x="14824" y="10666"/>
                </a:lnTo>
                <a:lnTo>
                  <a:pt x="14925" y="10434"/>
                </a:lnTo>
                <a:lnTo>
                  <a:pt x="15013" y="10241"/>
                </a:lnTo>
                <a:lnTo>
                  <a:pt x="15101" y="10060"/>
                </a:lnTo>
                <a:lnTo>
                  <a:pt x="15239" y="9815"/>
                </a:lnTo>
                <a:lnTo>
                  <a:pt x="15327" y="9634"/>
                </a:lnTo>
                <a:lnTo>
                  <a:pt x="15428" y="9402"/>
                </a:lnTo>
                <a:lnTo>
                  <a:pt x="15516" y="9209"/>
                </a:lnTo>
                <a:lnTo>
                  <a:pt x="15604" y="9015"/>
                </a:lnTo>
                <a:lnTo>
                  <a:pt x="15742" y="8783"/>
                </a:lnTo>
                <a:lnTo>
                  <a:pt x="15830" y="8602"/>
                </a:lnTo>
                <a:lnTo>
                  <a:pt x="15931" y="8357"/>
                </a:lnTo>
                <a:lnTo>
                  <a:pt x="16019" y="8177"/>
                </a:lnTo>
                <a:lnTo>
                  <a:pt x="16107" y="7983"/>
                </a:lnTo>
                <a:lnTo>
                  <a:pt x="16245" y="7751"/>
                </a:lnTo>
                <a:lnTo>
                  <a:pt x="16346" y="7558"/>
                </a:lnTo>
                <a:lnTo>
                  <a:pt x="16434" y="7377"/>
                </a:lnTo>
                <a:lnTo>
                  <a:pt x="16522" y="7145"/>
                </a:lnTo>
                <a:lnTo>
                  <a:pt x="16610" y="6952"/>
                </a:lnTo>
                <a:lnTo>
                  <a:pt x="16748" y="6719"/>
                </a:lnTo>
                <a:lnTo>
                  <a:pt x="16849" y="6526"/>
                </a:lnTo>
                <a:lnTo>
                  <a:pt x="16937" y="6345"/>
                </a:lnTo>
                <a:lnTo>
                  <a:pt x="17025" y="6100"/>
                </a:lnTo>
                <a:lnTo>
                  <a:pt x="17113" y="5920"/>
                </a:lnTo>
                <a:lnTo>
                  <a:pt x="17251" y="5726"/>
                </a:lnTo>
                <a:lnTo>
                  <a:pt x="17352" y="5494"/>
                </a:lnTo>
                <a:lnTo>
                  <a:pt x="17440" y="5301"/>
                </a:lnTo>
                <a:lnTo>
                  <a:pt x="17528" y="5068"/>
                </a:lnTo>
                <a:lnTo>
                  <a:pt x="17616" y="4888"/>
                </a:lnTo>
                <a:lnTo>
                  <a:pt x="17754" y="4694"/>
                </a:lnTo>
                <a:lnTo>
                  <a:pt x="17855" y="4462"/>
                </a:lnTo>
                <a:lnTo>
                  <a:pt x="17943" y="4269"/>
                </a:lnTo>
                <a:lnTo>
                  <a:pt x="18031" y="4088"/>
                </a:lnTo>
                <a:lnTo>
                  <a:pt x="18119" y="3856"/>
                </a:lnTo>
                <a:lnTo>
                  <a:pt x="18257" y="3663"/>
                </a:lnTo>
                <a:lnTo>
                  <a:pt x="18358" y="3469"/>
                </a:lnTo>
                <a:lnTo>
                  <a:pt x="18446" y="3237"/>
                </a:lnTo>
                <a:lnTo>
                  <a:pt x="18534" y="3056"/>
                </a:lnTo>
                <a:lnTo>
                  <a:pt x="18622" y="2863"/>
                </a:lnTo>
                <a:lnTo>
                  <a:pt x="18760" y="2631"/>
                </a:lnTo>
                <a:lnTo>
                  <a:pt x="18861" y="2437"/>
                </a:lnTo>
                <a:lnTo>
                  <a:pt x="18949" y="2257"/>
                </a:lnTo>
                <a:lnTo>
                  <a:pt x="19037" y="2012"/>
                </a:lnTo>
                <a:lnTo>
                  <a:pt x="19137" y="1831"/>
                </a:lnTo>
                <a:lnTo>
                  <a:pt x="19263" y="1638"/>
                </a:lnTo>
                <a:lnTo>
                  <a:pt x="19364" y="1405"/>
                </a:lnTo>
                <a:lnTo>
                  <a:pt x="19452" y="1212"/>
                </a:lnTo>
                <a:lnTo>
                  <a:pt x="19540" y="1031"/>
                </a:lnTo>
                <a:lnTo>
                  <a:pt x="19640" y="799"/>
                </a:lnTo>
                <a:lnTo>
                  <a:pt x="19766" y="606"/>
                </a:lnTo>
                <a:lnTo>
                  <a:pt x="19867" y="412"/>
                </a:lnTo>
                <a:lnTo>
                  <a:pt x="19955" y="232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6977463" y="5124931"/>
            <a:ext cx="20055" cy="38449"/>
          </a:xfrm>
          <a:custGeom>
            <a:avLst/>
            <a:gdLst/>
            <a:ahLst/>
            <a:cxnLst/>
            <a:rect l="l" t="t" r="r" b="b"/>
            <a:pathLst>
              <a:path w="20055" h="38449">
                <a:moveTo>
                  <a:pt x="0" y="38449"/>
                </a:moveTo>
                <a:lnTo>
                  <a:pt x="100" y="38255"/>
                </a:lnTo>
                <a:lnTo>
                  <a:pt x="238" y="38074"/>
                </a:lnTo>
                <a:lnTo>
                  <a:pt x="326" y="37829"/>
                </a:lnTo>
                <a:lnTo>
                  <a:pt x="414" y="37649"/>
                </a:lnTo>
                <a:lnTo>
                  <a:pt x="502" y="37455"/>
                </a:lnTo>
                <a:lnTo>
                  <a:pt x="603" y="37223"/>
                </a:lnTo>
                <a:lnTo>
                  <a:pt x="741" y="37030"/>
                </a:lnTo>
                <a:lnTo>
                  <a:pt x="829" y="36849"/>
                </a:lnTo>
                <a:lnTo>
                  <a:pt x="917" y="36656"/>
                </a:lnTo>
                <a:lnTo>
                  <a:pt x="1005" y="36424"/>
                </a:lnTo>
                <a:lnTo>
                  <a:pt x="1106" y="36230"/>
                </a:lnTo>
                <a:lnTo>
                  <a:pt x="1244" y="36049"/>
                </a:lnTo>
                <a:lnTo>
                  <a:pt x="1332" y="35817"/>
                </a:lnTo>
                <a:lnTo>
                  <a:pt x="1420" y="35624"/>
                </a:lnTo>
                <a:lnTo>
                  <a:pt x="1508" y="35430"/>
                </a:lnTo>
                <a:lnTo>
                  <a:pt x="1609" y="35250"/>
                </a:lnTo>
                <a:lnTo>
                  <a:pt x="1747" y="35018"/>
                </a:lnTo>
                <a:lnTo>
                  <a:pt x="1835" y="34824"/>
                </a:lnTo>
                <a:lnTo>
                  <a:pt x="1923" y="34631"/>
                </a:lnTo>
                <a:lnTo>
                  <a:pt x="2011" y="34399"/>
                </a:lnTo>
                <a:lnTo>
                  <a:pt x="2112" y="34218"/>
                </a:lnTo>
                <a:lnTo>
                  <a:pt x="2250" y="34025"/>
                </a:lnTo>
                <a:lnTo>
                  <a:pt x="2338" y="33844"/>
                </a:lnTo>
                <a:lnTo>
                  <a:pt x="2426" y="33599"/>
                </a:lnTo>
                <a:lnTo>
                  <a:pt x="2527" y="33418"/>
                </a:lnTo>
                <a:lnTo>
                  <a:pt x="2615" y="33225"/>
                </a:lnTo>
                <a:lnTo>
                  <a:pt x="2753" y="33044"/>
                </a:lnTo>
                <a:lnTo>
                  <a:pt x="2841" y="32799"/>
                </a:lnTo>
                <a:lnTo>
                  <a:pt x="2929" y="32619"/>
                </a:lnTo>
                <a:lnTo>
                  <a:pt x="3030" y="32425"/>
                </a:lnTo>
                <a:lnTo>
                  <a:pt x="3118" y="32245"/>
                </a:lnTo>
                <a:lnTo>
                  <a:pt x="3256" y="32000"/>
                </a:lnTo>
                <a:lnTo>
                  <a:pt x="3344" y="31819"/>
                </a:lnTo>
                <a:lnTo>
                  <a:pt x="3432" y="31625"/>
                </a:lnTo>
                <a:lnTo>
                  <a:pt x="3533" y="31445"/>
                </a:lnTo>
                <a:lnTo>
                  <a:pt x="3621" y="31200"/>
                </a:lnTo>
                <a:lnTo>
                  <a:pt x="3759" y="31019"/>
                </a:lnTo>
                <a:lnTo>
                  <a:pt x="3847" y="30826"/>
                </a:lnTo>
                <a:lnTo>
                  <a:pt x="3935" y="30645"/>
                </a:lnTo>
                <a:lnTo>
                  <a:pt x="4036" y="30400"/>
                </a:lnTo>
                <a:lnTo>
                  <a:pt x="4124" y="30220"/>
                </a:lnTo>
                <a:lnTo>
                  <a:pt x="4262" y="30026"/>
                </a:lnTo>
                <a:lnTo>
                  <a:pt x="4350" y="29846"/>
                </a:lnTo>
                <a:lnTo>
                  <a:pt x="4438" y="29613"/>
                </a:lnTo>
                <a:lnTo>
                  <a:pt x="4539" y="29420"/>
                </a:lnTo>
                <a:lnTo>
                  <a:pt x="4627" y="29226"/>
                </a:lnTo>
                <a:lnTo>
                  <a:pt x="4765" y="29046"/>
                </a:lnTo>
                <a:lnTo>
                  <a:pt x="4853" y="28852"/>
                </a:lnTo>
                <a:lnTo>
                  <a:pt x="4941" y="28620"/>
                </a:lnTo>
                <a:lnTo>
                  <a:pt x="5042" y="28427"/>
                </a:lnTo>
                <a:lnTo>
                  <a:pt x="5130" y="28246"/>
                </a:lnTo>
                <a:lnTo>
                  <a:pt x="5268" y="28053"/>
                </a:lnTo>
                <a:lnTo>
                  <a:pt x="5356" y="27872"/>
                </a:lnTo>
                <a:lnTo>
                  <a:pt x="5444" y="27627"/>
                </a:lnTo>
                <a:lnTo>
                  <a:pt x="5545" y="27447"/>
                </a:lnTo>
                <a:lnTo>
                  <a:pt x="5633" y="27253"/>
                </a:lnTo>
                <a:lnTo>
                  <a:pt x="5771" y="27072"/>
                </a:lnTo>
                <a:lnTo>
                  <a:pt x="5859" y="26879"/>
                </a:lnTo>
                <a:lnTo>
                  <a:pt x="5947" y="26647"/>
                </a:lnTo>
                <a:lnTo>
                  <a:pt x="6048" y="26453"/>
                </a:lnTo>
                <a:lnTo>
                  <a:pt x="6136" y="26273"/>
                </a:lnTo>
                <a:lnTo>
                  <a:pt x="6274" y="26079"/>
                </a:lnTo>
                <a:lnTo>
                  <a:pt x="6362" y="25899"/>
                </a:lnTo>
                <a:lnTo>
                  <a:pt x="6463" y="25654"/>
                </a:lnTo>
                <a:lnTo>
                  <a:pt x="6551" y="25473"/>
                </a:lnTo>
                <a:lnTo>
                  <a:pt x="6639" y="25280"/>
                </a:lnTo>
                <a:lnTo>
                  <a:pt x="6777" y="25099"/>
                </a:lnTo>
                <a:lnTo>
                  <a:pt x="6865" y="24906"/>
                </a:lnTo>
                <a:lnTo>
                  <a:pt x="6966" y="24712"/>
                </a:lnTo>
                <a:lnTo>
                  <a:pt x="7054" y="24480"/>
                </a:lnTo>
                <a:lnTo>
                  <a:pt x="7142" y="24299"/>
                </a:lnTo>
                <a:lnTo>
                  <a:pt x="7280" y="24106"/>
                </a:lnTo>
                <a:lnTo>
                  <a:pt x="7368" y="23925"/>
                </a:lnTo>
                <a:lnTo>
                  <a:pt x="7469" y="23732"/>
                </a:lnTo>
                <a:lnTo>
                  <a:pt x="7557" y="23538"/>
                </a:lnTo>
                <a:lnTo>
                  <a:pt x="7645" y="23306"/>
                </a:lnTo>
                <a:lnTo>
                  <a:pt x="7783" y="23126"/>
                </a:lnTo>
                <a:lnTo>
                  <a:pt x="7871" y="22932"/>
                </a:lnTo>
                <a:lnTo>
                  <a:pt x="7972" y="22739"/>
                </a:lnTo>
                <a:lnTo>
                  <a:pt x="8060" y="22558"/>
                </a:lnTo>
                <a:lnTo>
                  <a:pt x="8148" y="22365"/>
                </a:lnTo>
                <a:lnTo>
                  <a:pt x="8286" y="22133"/>
                </a:lnTo>
                <a:lnTo>
                  <a:pt x="8374" y="21939"/>
                </a:lnTo>
                <a:lnTo>
                  <a:pt x="8475" y="21758"/>
                </a:lnTo>
                <a:lnTo>
                  <a:pt x="8563" y="21565"/>
                </a:lnTo>
                <a:lnTo>
                  <a:pt x="8651" y="21384"/>
                </a:lnTo>
                <a:lnTo>
                  <a:pt x="8789" y="21191"/>
                </a:lnTo>
                <a:lnTo>
                  <a:pt x="8877" y="21010"/>
                </a:lnTo>
                <a:lnTo>
                  <a:pt x="8977" y="20765"/>
                </a:lnTo>
                <a:lnTo>
                  <a:pt x="9066" y="20585"/>
                </a:lnTo>
                <a:lnTo>
                  <a:pt x="9154" y="20391"/>
                </a:lnTo>
                <a:lnTo>
                  <a:pt x="9292" y="20211"/>
                </a:lnTo>
                <a:lnTo>
                  <a:pt x="9380" y="20017"/>
                </a:lnTo>
                <a:lnTo>
                  <a:pt x="9480" y="19824"/>
                </a:lnTo>
                <a:lnTo>
                  <a:pt x="9568" y="19643"/>
                </a:lnTo>
                <a:lnTo>
                  <a:pt x="9656" y="19450"/>
                </a:lnTo>
                <a:lnTo>
                  <a:pt x="9795" y="19218"/>
                </a:lnTo>
                <a:lnTo>
                  <a:pt x="9883" y="19037"/>
                </a:lnTo>
                <a:lnTo>
                  <a:pt x="9983" y="18844"/>
                </a:lnTo>
                <a:lnTo>
                  <a:pt x="10071" y="18650"/>
                </a:lnTo>
                <a:lnTo>
                  <a:pt x="10159" y="18469"/>
                </a:lnTo>
                <a:lnTo>
                  <a:pt x="10298" y="18276"/>
                </a:lnTo>
                <a:lnTo>
                  <a:pt x="10398" y="18095"/>
                </a:lnTo>
                <a:lnTo>
                  <a:pt x="10486" y="17902"/>
                </a:lnTo>
                <a:lnTo>
                  <a:pt x="10574" y="17708"/>
                </a:lnTo>
                <a:lnTo>
                  <a:pt x="10662" y="17476"/>
                </a:lnTo>
                <a:lnTo>
                  <a:pt x="10801" y="17296"/>
                </a:lnTo>
                <a:lnTo>
                  <a:pt x="10901" y="17102"/>
                </a:lnTo>
                <a:lnTo>
                  <a:pt x="10989" y="16922"/>
                </a:lnTo>
                <a:lnTo>
                  <a:pt x="11077" y="16728"/>
                </a:lnTo>
                <a:lnTo>
                  <a:pt x="11165" y="16535"/>
                </a:lnTo>
                <a:lnTo>
                  <a:pt x="11304" y="16354"/>
                </a:lnTo>
                <a:lnTo>
                  <a:pt x="11404" y="16161"/>
                </a:lnTo>
                <a:lnTo>
                  <a:pt x="11492" y="15980"/>
                </a:lnTo>
                <a:lnTo>
                  <a:pt x="11580" y="15787"/>
                </a:lnTo>
                <a:lnTo>
                  <a:pt x="11668" y="15593"/>
                </a:lnTo>
                <a:lnTo>
                  <a:pt x="11807" y="15413"/>
                </a:lnTo>
                <a:lnTo>
                  <a:pt x="11907" y="15180"/>
                </a:lnTo>
                <a:lnTo>
                  <a:pt x="11995" y="14987"/>
                </a:lnTo>
                <a:lnTo>
                  <a:pt x="12083" y="14806"/>
                </a:lnTo>
                <a:lnTo>
                  <a:pt x="12171" y="14613"/>
                </a:lnTo>
                <a:lnTo>
                  <a:pt x="12310" y="14419"/>
                </a:lnTo>
                <a:lnTo>
                  <a:pt x="12410" y="14239"/>
                </a:lnTo>
                <a:lnTo>
                  <a:pt x="12498" y="14045"/>
                </a:lnTo>
                <a:lnTo>
                  <a:pt x="12586" y="13865"/>
                </a:lnTo>
                <a:lnTo>
                  <a:pt x="12687" y="13671"/>
                </a:lnTo>
                <a:lnTo>
                  <a:pt x="12813" y="13478"/>
                </a:lnTo>
                <a:lnTo>
                  <a:pt x="12913" y="13297"/>
                </a:lnTo>
                <a:lnTo>
                  <a:pt x="13001" y="13104"/>
                </a:lnTo>
                <a:lnTo>
                  <a:pt x="13089" y="12923"/>
                </a:lnTo>
                <a:lnTo>
                  <a:pt x="13190" y="12730"/>
                </a:lnTo>
                <a:lnTo>
                  <a:pt x="13316" y="12549"/>
                </a:lnTo>
                <a:lnTo>
                  <a:pt x="13416" y="12356"/>
                </a:lnTo>
                <a:lnTo>
                  <a:pt x="13504" y="12162"/>
                </a:lnTo>
                <a:lnTo>
                  <a:pt x="13592" y="11930"/>
                </a:lnTo>
                <a:lnTo>
                  <a:pt x="13693" y="11750"/>
                </a:lnTo>
                <a:lnTo>
                  <a:pt x="13831" y="11556"/>
                </a:lnTo>
                <a:lnTo>
                  <a:pt x="13919" y="11363"/>
                </a:lnTo>
                <a:lnTo>
                  <a:pt x="14007" y="11182"/>
                </a:lnTo>
                <a:lnTo>
                  <a:pt x="14095" y="10989"/>
                </a:lnTo>
                <a:lnTo>
                  <a:pt x="14196" y="10808"/>
                </a:lnTo>
                <a:lnTo>
                  <a:pt x="14334" y="10615"/>
                </a:lnTo>
                <a:lnTo>
                  <a:pt x="14422" y="10434"/>
                </a:lnTo>
                <a:lnTo>
                  <a:pt x="14510" y="10241"/>
                </a:lnTo>
                <a:lnTo>
                  <a:pt x="14598" y="10047"/>
                </a:lnTo>
                <a:lnTo>
                  <a:pt x="14699" y="9866"/>
                </a:lnTo>
                <a:lnTo>
                  <a:pt x="14837" y="9673"/>
                </a:lnTo>
                <a:lnTo>
                  <a:pt x="14925" y="9492"/>
                </a:lnTo>
                <a:lnTo>
                  <a:pt x="15013" y="9299"/>
                </a:lnTo>
                <a:lnTo>
                  <a:pt x="15101" y="9118"/>
                </a:lnTo>
                <a:lnTo>
                  <a:pt x="15202" y="8925"/>
                </a:lnTo>
                <a:lnTo>
                  <a:pt x="15340" y="8731"/>
                </a:lnTo>
                <a:lnTo>
                  <a:pt x="15428" y="8551"/>
                </a:lnTo>
                <a:lnTo>
                  <a:pt x="15516" y="8357"/>
                </a:lnTo>
                <a:lnTo>
                  <a:pt x="15604" y="8177"/>
                </a:lnTo>
                <a:lnTo>
                  <a:pt x="15705" y="7983"/>
                </a:lnTo>
                <a:lnTo>
                  <a:pt x="15843" y="7790"/>
                </a:lnTo>
                <a:lnTo>
                  <a:pt x="15931" y="7609"/>
                </a:lnTo>
                <a:lnTo>
                  <a:pt x="16019" y="7416"/>
                </a:lnTo>
                <a:lnTo>
                  <a:pt x="16120" y="7235"/>
                </a:lnTo>
                <a:lnTo>
                  <a:pt x="16208" y="7042"/>
                </a:lnTo>
                <a:lnTo>
                  <a:pt x="16346" y="6861"/>
                </a:lnTo>
                <a:lnTo>
                  <a:pt x="16434" y="6668"/>
                </a:lnTo>
                <a:lnTo>
                  <a:pt x="16522" y="6474"/>
                </a:lnTo>
                <a:lnTo>
                  <a:pt x="16623" y="6294"/>
                </a:lnTo>
                <a:lnTo>
                  <a:pt x="16711" y="6100"/>
                </a:lnTo>
                <a:lnTo>
                  <a:pt x="16849" y="5920"/>
                </a:lnTo>
                <a:lnTo>
                  <a:pt x="16937" y="5726"/>
                </a:lnTo>
                <a:lnTo>
                  <a:pt x="17025" y="5546"/>
                </a:lnTo>
                <a:lnTo>
                  <a:pt x="17126" y="5352"/>
                </a:lnTo>
                <a:lnTo>
                  <a:pt x="17214" y="5210"/>
                </a:lnTo>
                <a:lnTo>
                  <a:pt x="17352" y="5017"/>
                </a:lnTo>
                <a:lnTo>
                  <a:pt x="17440" y="4836"/>
                </a:lnTo>
                <a:lnTo>
                  <a:pt x="17528" y="4643"/>
                </a:lnTo>
                <a:lnTo>
                  <a:pt x="17629" y="4462"/>
                </a:lnTo>
                <a:lnTo>
                  <a:pt x="17717" y="4269"/>
                </a:lnTo>
                <a:lnTo>
                  <a:pt x="17855" y="4088"/>
                </a:lnTo>
                <a:lnTo>
                  <a:pt x="17943" y="3895"/>
                </a:lnTo>
                <a:lnTo>
                  <a:pt x="18031" y="3701"/>
                </a:lnTo>
                <a:lnTo>
                  <a:pt x="18132" y="3521"/>
                </a:lnTo>
                <a:lnTo>
                  <a:pt x="18220" y="3327"/>
                </a:lnTo>
                <a:lnTo>
                  <a:pt x="18358" y="3147"/>
                </a:lnTo>
                <a:lnTo>
                  <a:pt x="18446" y="2953"/>
                </a:lnTo>
                <a:lnTo>
                  <a:pt x="18534" y="2773"/>
                </a:lnTo>
                <a:lnTo>
                  <a:pt x="18634" y="2579"/>
                </a:lnTo>
                <a:lnTo>
                  <a:pt x="18723" y="2386"/>
                </a:lnTo>
                <a:lnTo>
                  <a:pt x="18861" y="2205"/>
                </a:lnTo>
                <a:lnTo>
                  <a:pt x="18949" y="2012"/>
                </a:lnTo>
                <a:lnTo>
                  <a:pt x="19037" y="1870"/>
                </a:lnTo>
                <a:lnTo>
                  <a:pt x="19137" y="1689"/>
                </a:lnTo>
                <a:lnTo>
                  <a:pt x="19225" y="1496"/>
                </a:lnTo>
                <a:lnTo>
                  <a:pt x="19364" y="1315"/>
                </a:lnTo>
                <a:lnTo>
                  <a:pt x="19452" y="1122"/>
                </a:lnTo>
                <a:lnTo>
                  <a:pt x="19540" y="928"/>
                </a:lnTo>
                <a:lnTo>
                  <a:pt x="19640" y="748"/>
                </a:lnTo>
                <a:lnTo>
                  <a:pt x="19728" y="554"/>
                </a:lnTo>
                <a:lnTo>
                  <a:pt x="19867" y="374"/>
                </a:lnTo>
                <a:lnTo>
                  <a:pt x="19955" y="180"/>
                </a:lnTo>
                <a:lnTo>
                  <a:pt x="20055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6997518" y="5090609"/>
            <a:ext cx="20043" cy="34321"/>
          </a:xfrm>
          <a:custGeom>
            <a:avLst/>
            <a:gdLst/>
            <a:ahLst/>
            <a:cxnLst/>
            <a:rect l="l" t="t" r="r" b="b"/>
            <a:pathLst>
              <a:path w="20043" h="34321">
                <a:moveTo>
                  <a:pt x="0" y="34321"/>
                </a:moveTo>
                <a:lnTo>
                  <a:pt x="88" y="34179"/>
                </a:lnTo>
                <a:lnTo>
                  <a:pt x="176" y="33986"/>
                </a:lnTo>
                <a:lnTo>
                  <a:pt x="314" y="33792"/>
                </a:lnTo>
                <a:lnTo>
                  <a:pt x="402" y="33612"/>
                </a:lnTo>
                <a:lnTo>
                  <a:pt x="502" y="33418"/>
                </a:lnTo>
                <a:lnTo>
                  <a:pt x="590" y="33238"/>
                </a:lnTo>
                <a:lnTo>
                  <a:pt x="679" y="33044"/>
                </a:lnTo>
                <a:lnTo>
                  <a:pt x="817" y="32864"/>
                </a:lnTo>
                <a:lnTo>
                  <a:pt x="905" y="32670"/>
                </a:lnTo>
                <a:lnTo>
                  <a:pt x="1005" y="32528"/>
                </a:lnTo>
                <a:lnTo>
                  <a:pt x="1093" y="32335"/>
                </a:lnTo>
                <a:lnTo>
                  <a:pt x="1181" y="32154"/>
                </a:lnTo>
                <a:lnTo>
                  <a:pt x="1320" y="31961"/>
                </a:lnTo>
                <a:lnTo>
                  <a:pt x="1408" y="31780"/>
                </a:lnTo>
                <a:lnTo>
                  <a:pt x="1508" y="31587"/>
                </a:lnTo>
                <a:lnTo>
                  <a:pt x="1596" y="31406"/>
                </a:lnTo>
                <a:lnTo>
                  <a:pt x="1684" y="31213"/>
                </a:lnTo>
                <a:lnTo>
                  <a:pt x="1823" y="31071"/>
                </a:lnTo>
                <a:lnTo>
                  <a:pt x="1911" y="30877"/>
                </a:lnTo>
                <a:lnTo>
                  <a:pt x="2011" y="30697"/>
                </a:lnTo>
                <a:lnTo>
                  <a:pt x="2099" y="30503"/>
                </a:lnTo>
                <a:lnTo>
                  <a:pt x="2187" y="30323"/>
                </a:lnTo>
                <a:lnTo>
                  <a:pt x="2326" y="30129"/>
                </a:lnTo>
                <a:lnTo>
                  <a:pt x="2414" y="29987"/>
                </a:lnTo>
                <a:lnTo>
                  <a:pt x="2514" y="29807"/>
                </a:lnTo>
                <a:lnTo>
                  <a:pt x="2602" y="29613"/>
                </a:lnTo>
                <a:lnTo>
                  <a:pt x="2690" y="29420"/>
                </a:lnTo>
                <a:lnTo>
                  <a:pt x="2829" y="29239"/>
                </a:lnTo>
                <a:lnTo>
                  <a:pt x="2917" y="29046"/>
                </a:lnTo>
                <a:lnTo>
                  <a:pt x="3017" y="28865"/>
                </a:lnTo>
                <a:lnTo>
                  <a:pt x="3105" y="28723"/>
                </a:lnTo>
                <a:lnTo>
                  <a:pt x="3193" y="28530"/>
                </a:lnTo>
                <a:lnTo>
                  <a:pt x="3332" y="28349"/>
                </a:lnTo>
                <a:lnTo>
                  <a:pt x="3420" y="28156"/>
                </a:lnTo>
                <a:lnTo>
                  <a:pt x="3520" y="27975"/>
                </a:lnTo>
                <a:lnTo>
                  <a:pt x="3608" y="27833"/>
                </a:lnTo>
                <a:lnTo>
                  <a:pt x="3696" y="27640"/>
                </a:lnTo>
                <a:lnTo>
                  <a:pt x="3835" y="27447"/>
                </a:lnTo>
                <a:lnTo>
                  <a:pt x="3935" y="27266"/>
                </a:lnTo>
                <a:lnTo>
                  <a:pt x="4023" y="27072"/>
                </a:lnTo>
                <a:lnTo>
                  <a:pt x="4111" y="26892"/>
                </a:lnTo>
                <a:lnTo>
                  <a:pt x="4199" y="26750"/>
                </a:lnTo>
                <a:lnTo>
                  <a:pt x="4338" y="26557"/>
                </a:lnTo>
                <a:lnTo>
                  <a:pt x="4438" y="26376"/>
                </a:lnTo>
                <a:lnTo>
                  <a:pt x="4526" y="26183"/>
                </a:lnTo>
                <a:lnTo>
                  <a:pt x="4614" y="25989"/>
                </a:lnTo>
                <a:lnTo>
                  <a:pt x="4702" y="25860"/>
                </a:lnTo>
                <a:lnTo>
                  <a:pt x="4841" y="25667"/>
                </a:lnTo>
                <a:lnTo>
                  <a:pt x="4941" y="25473"/>
                </a:lnTo>
                <a:lnTo>
                  <a:pt x="5029" y="25293"/>
                </a:lnTo>
                <a:lnTo>
                  <a:pt x="5117" y="25099"/>
                </a:lnTo>
                <a:lnTo>
                  <a:pt x="5205" y="24957"/>
                </a:lnTo>
                <a:lnTo>
                  <a:pt x="5344" y="24777"/>
                </a:lnTo>
                <a:lnTo>
                  <a:pt x="5444" y="24583"/>
                </a:lnTo>
                <a:lnTo>
                  <a:pt x="5532" y="24403"/>
                </a:lnTo>
                <a:lnTo>
                  <a:pt x="5620" y="24261"/>
                </a:lnTo>
                <a:lnTo>
                  <a:pt x="5708" y="24067"/>
                </a:lnTo>
                <a:lnTo>
                  <a:pt x="5847" y="23874"/>
                </a:lnTo>
                <a:lnTo>
                  <a:pt x="5947" y="23693"/>
                </a:lnTo>
                <a:lnTo>
                  <a:pt x="6035" y="23551"/>
                </a:lnTo>
                <a:lnTo>
                  <a:pt x="6123" y="23358"/>
                </a:lnTo>
                <a:lnTo>
                  <a:pt x="6224" y="23177"/>
                </a:lnTo>
                <a:lnTo>
                  <a:pt x="6349" y="22984"/>
                </a:lnTo>
                <a:lnTo>
                  <a:pt x="6450" y="22803"/>
                </a:lnTo>
                <a:lnTo>
                  <a:pt x="6538" y="22661"/>
                </a:lnTo>
                <a:lnTo>
                  <a:pt x="6626" y="22468"/>
                </a:lnTo>
                <a:lnTo>
                  <a:pt x="6727" y="22287"/>
                </a:lnTo>
                <a:lnTo>
                  <a:pt x="6852" y="22094"/>
                </a:lnTo>
                <a:lnTo>
                  <a:pt x="6953" y="21952"/>
                </a:lnTo>
                <a:lnTo>
                  <a:pt x="7041" y="21758"/>
                </a:lnTo>
                <a:lnTo>
                  <a:pt x="7129" y="21578"/>
                </a:lnTo>
                <a:lnTo>
                  <a:pt x="7230" y="21436"/>
                </a:lnTo>
                <a:lnTo>
                  <a:pt x="7368" y="21243"/>
                </a:lnTo>
                <a:lnTo>
                  <a:pt x="7456" y="21062"/>
                </a:lnTo>
                <a:lnTo>
                  <a:pt x="7544" y="20869"/>
                </a:lnTo>
                <a:lnTo>
                  <a:pt x="7632" y="20727"/>
                </a:lnTo>
                <a:lnTo>
                  <a:pt x="7733" y="20546"/>
                </a:lnTo>
                <a:lnTo>
                  <a:pt x="7871" y="20353"/>
                </a:lnTo>
                <a:lnTo>
                  <a:pt x="7959" y="20172"/>
                </a:lnTo>
                <a:lnTo>
                  <a:pt x="8047" y="20030"/>
                </a:lnTo>
                <a:lnTo>
                  <a:pt x="8135" y="19837"/>
                </a:lnTo>
                <a:lnTo>
                  <a:pt x="8236" y="19643"/>
                </a:lnTo>
                <a:lnTo>
                  <a:pt x="8374" y="19514"/>
                </a:lnTo>
                <a:lnTo>
                  <a:pt x="8462" y="19321"/>
                </a:lnTo>
                <a:lnTo>
                  <a:pt x="8550" y="19127"/>
                </a:lnTo>
                <a:lnTo>
                  <a:pt x="8638" y="18947"/>
                </a:lnTo>
                <a:lnTo>
                  <a:pt x="8739" y="18805"/>
                </a:lnTo>
                <a:lnTo>
                  <a:pt x="8877" y="18611"/>
                </a:lnTo>
                <a:lnTo>
                  <a:pt x="8965" y="18431"/>
                </a:lnTo>
                <a:lnTo>
                  <a:pt x="9053" y="18289"/>
                </a:lnTo>
                <a:lnTo>
                  <a:pt x="9141" y="18095"/>
                </a:lnTo>
                <a:lnTo>
                  <a:pt x="9242" y="17915"/>
                </a:lnTo>
                <a:lnTo>
                  <a:pt x="9380" y="17773"/>
                </a:lnTo>
                <a:lnTo>
                  <a:pt x="9468" y="17580"/>
                </a:lnTo>
                <a:lnTo>
                  <a:pt x="9556" y="17399"/>
                </a:lnTo>
                <a:lnTo>
                  <a:pt x="9644" y="17257"/>
                </a:lnTo>
                <a:lnTo>
                  <a:pt x="9745" y="17064"/>
                </a:lnTo>
                <a:lnTo>
                  <a:pt x="9883" y="16870"/>
                </a:lnTo>
                <a:lnTo>
                  <a:pt x="9971" y="16690"/>
                </a:lnTo>
                <a:lnTo>
                  <a:pt x="10059" y="16548"/>
                </a:lnTo>
                <a:lnTo>
                  <a:pt x="10159" y="16354"/>
                </a:lnTo>
                <a:lnTo>
                  <a:pt x="10247" y="16174"/>
                </a:lnTo>
                <a:lnTo>
                  <a:pt x="10386" y="16032"/>
                </a:lnTo>
                <a:lnTo>
                  <a:pt x="10474" y="15838"/>
                </a:lnTo>
                <a:lnTo>
                  <a:pt x="10562" y="15658"/>
                </a:lnTo>
                <a:lnTo>
                  <a:pt x="10662" y="15516"/>
                </a:lnTo>
                <a:lnTo>
                  <a:pt x="10750" y="15322"/>
                </a:lnTo>
                <a:lnTo>
                  <a:pt x="10889" y="15180"/>
                </a:lnTo>
                <a:lnTo>
                  <a:pt x="10977" y="15000"/>
                </a:lnTo>
                <a:lnTo>
                  <a:pt x="11065" y="14806"/>
                </a:lnTo>
                <a:lnTo>
                  <a:pt x="11165" y="14665"/>
                </a:lnTo>
                <a:lnTo>
                  <a:pt x="11253" y="14484"/>
                </a:lnTo>
                <a:lnTo>
                  <a:pt x="11392" y="14291"/>
                </a:lnTo>
                <a:lnTo>
                  <a:pt x="11480" y="14149"/>
                </a:lnTo>
                <a:lnTo>
                  <a:pt x="11568" y="13955"/>
                </a:lnTo>
                <a:lnTo>
                  <a:pt x="11668" y="13775"/>
                </a:lnTo>
                <a:lnTo>
                  <a:pt x="11756" y="13633"/>
                </a:lnTo>
                <a:lnTo>
                  <a:pt x="11895" y="13439"/>
                </a:lnTo>
                <a:lnTo>
                  <a:pt x="11983" y="13259"/>
                </a:lnTo>
                <a:lnTo>
                  <a:pt x="12071" y="13117"/>
                </a:lnTo>
                <a:lnTo>
                  <a:pt x="12171" y="12923"/>
                </a:lnTo>
                <a:lnTo>
                  <a:pt x="12259" y="12781"/>
                </a:lnTo>
                <a:lnTo>
                  <a:pt x="12398" y="12601"/>
                </a:lnTo>
                <a:lnTo>
                  <a:pt x="12486" y="12407"/>
                </a:lnTo>
                <a:lnTo>
                  <a:pt x="12574" y="12266"/>
                </a:lnTo>
                <a:lnTo>
                  <a:pt x="12674" y="12085"/>
                </a:lnTo>
                <a:lnTo>
                  <a:pt x="12762" y="11943"/>
                </a:lnTo>
                <a:lnTo>
                  <a:pt x="12901" y="11750"/>
                </a:lnTo>
                <a:lnTo>
                  <a:pt x="12989" y="11569"/>
                </a:lnTo>
                <a:lnTo>
                  <a:pt x="13077" y="11427"/>
                </a:lnTo>
                <a:lnTo>
                  <a:pt x="13177" y="11234"/>
                </a:lnTo>
                <a:lnTo>
                  <a:pt x="13265" y="11092"/>
                </a:lnTo>
                <a:lnTo>
                  <a:pt x="13404" y="10911"/>
                </a:lnTo>
                <a:lnTo>
                  <a:pt x="13492" y="10718"/>
                </a:lnTo>
                <a:lnTo>
                  <a:pt x="13592" y="10576"/>
                </a:lnTo>
                <a:lnTo>
                  <a:pt x="13680" y="10382"/>
                </a:lnTo>
                <a:lnTo>
                  <a:pt x="13768" y="10253"/>
                </a:lnTo>
                <a:lnTo>
                  <a:pt x="13907" y="10060"/>
                </a:lnTo>
                <a:lnTo>
                  <a:pt x="13995" y="9866"/>
                </a:lnTo>
                <a:lnTo>
                  <a:pt x="14095" y="9725"/>
                </a:lnTo>
                <a:lnTo>
                  <a:pt x="14183" y="9544"/>
                </a:lnTo>
                <a:lnTo>
                  <a:pt x="14271" y="9402"/>
                </a:lnTo>
                <a:lnTo>
                  <a:pt x="14410" y="9209"/>
                </a:lnTo>
                <a:lnTo>
                  <a:pt x="14498" y="9067"/>
                </a:lnTo>
                <a:lnTo>
                  <a:pt x="14598" y="8886"/>
                </a:lnTo>
                <a:lnTo>
                  <a:pt x="14686" y="8693"/>
                </a:lnTo>
                <a:lnTo>
                  <a:pt x="14774" y="8551"/>
                </a:lnTo>
                <a:lnTo>
                  <a:pt x="14913" y="8370"/>
                </a:lnTo>
                <a:lnTo>
                  <a:pt x="15001" y="8228"/>
                </a:lnTo>
                <a:lnTo>
                  <a:pt x="15101" y="8035"/>
                </a:lnTo>
                <a:lnTo>
                  <a:pt x="15189" y="7893"/>
                </a:lnTo>
                <a:lnTo>
                  <a:pt x="15277" y="7713"/>
                </a:lnTo>
                <a:lnTo>
                  <a:pt x="15415" y="7571"/>
                </a:lnTo>
                <a:lnTo>
                  <a:pt x="15504" y="7377"/>
                </a:lnTo>
                <a:lnTo>
                  <a:pt x="15604" y="7235"/>
                </a:lnTo>
                <a:lnTo>
                  <a:pt x="15692" y="7055"/>
                </a:lnTo>
                <a:lnTo>
                  <a:pt x="15780" y="6861"/>
                </a:lnTo>
                <a:lnTo>
                  <a:pt x="15918" y="6719"/>
                </a:lnTo>
                <a:lnTo>
                  <a:pt x="16006" y="6539"/>
                </a:lnTo>
                <a:lnTo>
                  <a:pt x="16107" y="6397"/>
                </a:lnTo>
                <a:lnTo>
                  <a:pt x="16195" y="6203"/>
                </a:lnTo>
                <a:lnTo>
                  <a:pt x="16283" y="6062"/>
                </a:lnTo>
                <a:lnTo>
                  <a:pt x="16421" y="5881"/>
                </a:lnTo>
                <a:lnTo>
                  <a:pt x="16509" y="5739"/>
                </a:lnTo>
                <a:lnTo>
                  <a:pt x="16610" y="5546"/>
                </a:lnTo>
                <a:lnTo>
                  <a:pt x="16698" y="5404"/>
                </a:lnTo>
                <a:lnTo>
                  <a:pt x="16786" y="5223"/>
                </a:lnTo>
                <a:lnTo>
                  <a:pt x="16924" y="5081"/>
                </a:lnTo>
                <a:lnTo>
                  <a:pt x="17012" y="4888"/>
                </a:lnTo>
                <a:lnTo>
                  <a:pt x="17113" y="4746"/>
                </a:lnTo>
                <a:lnTo>
                  <a:pt x="17201" y="4565"/>
                </a:lnTo>
                <a:lnTo>
                  <a:pt x="17289" y="4424"/>
                </a:lnTo>
                <a:lnTo>
                  <a:pt x="17427" y="4230"/>
                </a:lnTo>
                <a:lnTo>
                  <a:pt x="17528" y="4088"/>
                </a:lnTo>
                <a:lnTo>
                  <a:pt x="17616" y="3908"/>
                </a:lnTo>
                <a:lnTo>
                  <a:pt x="17704" y="3766"/>
                </a:lnTo>
                <a:lnTo>
                  <a:pt x="17792" y="3572"/>
                </a:lnTo>
                <a:lnTo>
                  <a:pt x="17930" y="3430"/>
                </a:lnTo>
                <a:lnTo>
                  <a:pt x="18031" y="3250"/>
                </a:lnTo>
                <a:lnTo>
                  <a:pt x="18119" y="3108"/>
                </a:lnTo>
                <a:lnTo>
                  <a:pt x="18207" y="2914"/>
                </a:lnTo>
                <a:lnTo>
                  <a:pt x="18295" y="2773"/>
                </a:lnTo>
                <a:lnTo>
                  <a:pt x="18433" y="2592"/>
                </a:lnTo>
                <a:lnTo>
                  <a:pt x="18534" y="2450"/>
                </a:lnTo>
                <a:lnTo>
                  <a:pt x="18622" y="2257"/>
                </a:lnTo>
                <a:lnTo>
                  <a:pt x="18710" y="2115"/>
                </a:lnTo>
                <a:lnTo>
                  <a:pt x="18798" y="1973"/>
                </a:lnTo>
                <a:lnTo>
                  <a:pt x="18936" y="1792"/>
                </a:lnTo>
                <a:lnTo>
                  <a:pt x="19037" y="1650"/>
                </a:lnTo>
                <a:lnTo>
                  <a:pt x="19125" y="1457"/>
                </a:lnTo>
                <a:lnTo>
                  <a:pt x="19213" y="1315"/>
                </a:lnTo>
                <a:lnTo>
                  <a:pt x="19301" y="1135"/>
                </a:lnTo>
                <a:lnTo>
                  <a:pt x="19439" y="993"/>
                </a:lnTo>
                <a:lnTo>
                  <a:pt x="19540" y="799"/>
                </a:lnTo>
                <a:lnTo>
                  <a:pt x="19628" y="657"/>
                </a:lnTo>
                <a:lnTo>
                  <a:pt x="19716" y="477"/>
                </a:lnTo>
                <a:lnTo>
                  <a:pt x="19816" y="335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7017562" y="5060943"/>
            <a:ext cx="20043" cy="29665"/>
          </a:xfrm>
          <a:custGeom>
            <a:avLst/>
            <a:gdLst/>
            <a:ahLst/>
            <a:cxnLst/>
            <a:rect l="l" t="t" r="r" b="b"/>
            <a:pathLst>
              <a:path w="20043" h="29665">
                <a:moveTo>
                  <a:pt x="0" y="29665"/>
                </a:moveTo>
                <a:lnTo>
                  <a:pt x="88" y="29523"/>
                </a:lnTo>
                <a:lnTo>
                  <a:pt x="176" y="29343"/>
                </a:lnTo>
                <a:lnTo>
                  <a:pt x="276" y="29201"/>
                </a:lnTo>
                <a:lnTo>
                  <a:pt x="402" y="29007"/>
                </a:lnTo>
                <a:lnTo>
                  <a:pt x="502" y="28865"/>
                </a:lnTo>
                <a:lnTo>
                  <a:pt x="590" y="28723"/>
                </a:lnTo>
                <a:lnTo>
                  <a:pt x="679" y="28543"/>
                </a:lnTo>
                <a:lnTo>
                  <a:pt x="779" y="28401"/>
                </a:lnTo>
                <a:lnTo>
                  <a:pt x="917" y="28207"/>
                </a:lnTo>
                <a:lnTo>
                  <a:pt x="1005" y="28066"/>
                </a:lnTo>
                <a:lnTo>
                  <a:pt x="1093" y="27924"/>
                </a:lnTo>
                <a:lnTo>
                  <a:pt x="1181" y="27743"/>
                </a:lnTo>
                <a:lnTo>
                  <a:pt x="1282" y="27601"/>
                </a:lnTo>
                <a:lnTo>
                  <a:pt x="1420" y="27408"/>
                </a:lnTo>
                <a:lnTo>
                  <a:pt x="1508" y="27266"/>
                </a:lnTo>
                <a:lnTo>
                  <a:pt x="1596" y="27124"/>
                </a:lnTo>
                <a:lnTo>
                  <a:pt x="1684" y="26943"/>
                </a:lnTo>
                <a:lnTo>
                  <a:pt x="1785" y="26802"/>
                </a:lnTo>
                <a:lnTo>
                  <a:pt x="1923" y="26608"/>
                </a:lnTo>
                <a:lnTo>
                  <a:pt x="2011" y="26466"/>
                </a:lnTo>
                <a:lnTo>
                  <a:pt x="2099" y="26324"/>
                </a:lnTo>
                <a:lnTo>
                  <a:pt x="2187" y="26144"/>
                </a:lnTo>
                <a:lnTo>
                  <a:pt x="2288" y="26002"/>
                </a:lnTo>
                <a:lnTo>
                  <a:pt x="2426" y="25860"/>
                </a:lnTo>
                <a:lnTo>
                  <a:pt x="2514" y="25667"/>
                </a:lnTo>
                <a:lnTo>
                  <a:pt x="2602" y="25525"/>
                </a:lnTo>
                <a:lnTo>
                  <a:pt x="2690" y="25344"/>
                </a:lnTo>
                <a:lnTo>
                  <a:pt x="2791" y="25202"/>
                </a:lnTo>
                <a:lnTo>
                  <a:pt x="2929" y="25060"/>
                </a:lnTo>
                <a:lnTo>
                  <a:pt x="3017" y="24867"/>
                </a:lnTo>
                <a:lnTo>
                  <a:pt x="3105" y="24725"/>
                </a:lnTo>
                <a:lnTo>
                  <a:pt x="3193" y="24583"/>
                </a:lnTo>
                <a:lnTo>
                  <a:pt x="3294" y="24403"/>
                </a:lnTo>
                <a:lnTo>
                  <a:pt x="3432" y="24261"/>
                </a:lnTo>
                <a:lnTo>
                  <a:pt x="3520" y="24119"/>
                </a:lnTo>
                <a:lnTo>
                  <a:pt x="3608" y="23925"/>
                </a:lnTo>
                <a:lnTo>
                  <a:pt x="3709" y="23796"/>
                </a:lnTo>
                <a:lnTo>
                  <a:pt x="3797" y="23654"/>
                </a:lnTo>
                <a:lnTo>
                  <a:pt x="3935" y="23461"/>
                </a:lnTo>
                <a:lnTo>
                  <a:pt x="4023" y="23319"/>
                </a:lnTo>
                <a:lnTo>
                  <a:pt x="4111" y="23177"/>
                </a:lnTo>
                <a:lnTo>
                  <a:pt x="4212" y="22997"/>
                </a:lnTo>
                <a:lnTo>
                  <a:pt x="4300" y="22855"/>
                </a:lnTo>
                <a:lnTo>
                  <a:pt x="4438" y="22713"/>
                </a:lnTo>
                <a:lnTo>
                  <a:pt x="4526" y="22519"/>
                </a:lnTo>
                <a:lnTo>
                  <a:pt x="4614" y="22378"/>
                </a:lnTo>
                <a:lnTo>
                  <a:pt x="4715" y="22236"/>
                </a:lnTo>
                <a:lnTo>
                  <a:pt x="4803" y="22055"/>
                </a:lnTo>
                <a:lnTo>
                  <a:pt x="4941" y="21913"/>
                </a:lnTo>
                <a:lnTo>
                  <a:pt x="5029" y="21771"/>
                </a:lnTo>
                <a:lnTo>
                  <a:pt x="5117" y="21629"/>
                </a:lnTo>
                <a:lnTo>
                  <a:pt x="5218" y="21436"/>
                </a:lnTo>
                <a:lnTo>
                  <a:pt x="5306" y="21294"/>
                </a:lnTo>
                <a:lnTo>
                  <a:pt x="5444" y="21152"/>
                </a:lnTo>
                <a:lnTo>
                  <a:pt x="5532" y="20972"/>
                </a:lnTo>
                <a:lnTo>
                  <a:pt x="5620" y="20830"/>
                </a:lnTo>
                <a:lnTo>
                  <a:pt x="5721" y="20688"/>
                </a:lnTo>
                <a:lnTo>
                  <a:pt x="5809" y="20494"/>
                </a:lnTo>
                <a:lnTo>
                  <a:pt x="5947" y="20353"/>
                </a:lnTo>
                <a:lnTo>
                  <a:pt x="6035" y="20224"/>
                </a:lnTo>
                <a:lnTo>
                  <a:pt x="6123" y="20082"/>
                </a:lnTo>
                <a:lnTo>
                  <a:pt x="6224" y="19888"/>
                </a:lnTo>
                <a:lnTo>
                  <a:pt x="6312" y="19746"/>
                </a:lnTo>
                <a:lnTo>
                  <a:pt x="6450" y="19605"/>
                </a:lnTo>
                <a:lnTo>
                  <a:pt x="6538" y="19463"/>
                </a:lnTo>
                <a:lnTo>
                  <a:pt x="6626" y="19282"/>
                </a:lnTo>
                <a:lnTo>
                  <a:pt x="6727" y="19140"/>
                </a:lnTo>
                <a:lnTo>
                  <a:pt x="6815" y="18998"/>
                </a:lnTo>
                <a:lnTo>
                  <a:pt x="6953" y="18856"/>
                </a:lnTo>
                <a:lnTo>
                  <a:pt x="7041" y="18663"/>
                </a:lnTo>
                <a:lnTo>
                  <a:pt x="7142" y="18521"/>
                </a:lnTo>
                <a:lnTo>
                  <a:pt x="7230" y="18379"/>
                </a:lnTo>
                <a:lnTo>
                  <a:pt x="7318" y="18237"/>
                </a:lnTo>
                <a:lnTo>
                  <a:pt x="7456" y="18057"/>
                </a:lnTo>
                <a:lnTo>
                  <a:pt x="7544" y="17915"/>
                </a:lnTo>
                <a:lnTo>
                  <a:pt x="7645" y="17773"/>
                </a:lnTo>
                <a:lnTo>
                  <a:pt x="7733" y="17631"/>
                </a:lnTo>
                <a:lnTo>
                  <a:pt x="7821" y="17451"/>
                </a:lnTo>
                <a:lnTo>
                  <a:pt x="7959" y="17309"/>
                </a:lnTo>
                <a:lnTo>
                  <a:pt x="8047" y="17167"/>
                </a:lnTo>
                <a:lnTo>
                  <a:pt x="8148" y="17025"/>
                </a:lnTo>
                <a:lnTo>
                  <a:pt x="8236" y="16831"/>
                </a:lnTo>
                <a:lnTo>
                  <a:pt x="8324" y="16690"/>
                </a:lnTo>
                <a:lnTo>
                  <a:pt x="8462" y="16548"/>
                </a:lnTo>
                <a:lnTo>
                  <a:pt x="8550" y="16406"/>
                </a:lnTo>
                <a:lnTo>
                  <a:pt x="8651" y="16264"/>
                </a:lnTo>
                <a:lnTo>
                  <a:pt x="8739" y="16083"/>
                </a:lnTo>
                <a:lnTo>
                  <a:pt x="8827" y="15941"/>
                </a:lnTo>
                <a:lnTo>
                  <a:pt x="8965" y="15800"/>
                </a:lnTo>
                <a:lnTo>
                  <a:pt x="9053" y="15658"/>
                </a:lnTo>
                <a:lnTo>
                  <a:pt x="9154" y="15516"/>
                </a:lnTo>
                <a:lnTo>
                  <a:pt x="9242" y="15335"/>
                </a:lnTo>
                <a:lnTo>
                  <a:pt x="9330" y="15193"/>
                </a:lnTo>
                <a:lnTo>
                  <a:pt x="9468" y="15052"/>
                </a:lnTo>
                <a:lnTo>
                  <a:pt x="9556" y="14910"/>
                </a:lnTo>
                <a:lnTo>
                  <a:pt x="9656" y="14768"/>
                </a:lnTo>
                <a:lnTo>
                  <a:pt x="9745" y="14574"/>
                </a:lnTo>
                <a:lnTo>
                  <a:pt x="9833" y="14432"/>
                </a:lnTo>
                <a:lnTo>
                  <a:pt x="9971" y="14291"/>
                </a:lnTo>
                <a:lnTo>
                  <a:pt x="10059" y="14149"/>
                </a:lnTo>
                <a:lnTo>
                  <a:pt x="10159" y="14007"/>
                </a:lnTo>
                <a:lnTo>
                  <a:pt x="10247" y="13878"/>
                </a:lnTo>
                <a:lnTo>
                  <a:pt x="10336" y="13684"/>
                </a:lnTo>
                <a:lnTo>
                  <a:pt x="10474" y="13542"/>
                </a:lnTo>
                <a:lnTo>
                  <a:pt x="10562" y="13401"/>
                </a:lnTo>
                <a:lnTo>
                  <a:pt x="10662" y="13259"/>
                </a:lnTo>
                <a:lnTo>
                  <a:pt x="10750" y="13117"/>
                </a:lnTo>
                <a:lnTo>
                  <a:pt x="10838" y="12975"/>
                </a:lnTo>
                <a:lnTo>
                  <a:pt x="10977" y="12794"/>
                </a:lnTo>
                <a:lnTo>
                  <a:pt x="11077" y="12652"/>
                </a:lnTo>
                <a:lnTo>
                  <a:pt x="11165" y="12511"/>
                </a:lnTo>
                <a:lnTo>
                  <a:pt x="11253" y="12369"/>
                </a:lnTo>
                <a:lnTo>
                  <a:pt x="11341" y="12227"/>
                </a:lnTo>
                <a:lnTo>
                  <a:pt x="11480" y="12085"/>
                </a:lnTo>
                <a:lnTo>
                  <a:pt x="11580" y="11943"/>
                </a:lnTo>
                <a:lnTo>
                  <a:pt x="11668" y="11763"/>
                </a:lnTo>
                <a:lnTo>
                  <a:pt x="11756" y="11621"/>
                </a:lnTo>
                <a:lnTo>
                  <a:pt x="11844" y="11479"/>
                </a:lnTo>
                <a:lnTo>
                  <a:pt x="11983" y="11337"/>
                </a:lnTo>
                <a:lnTo>
                  <a:pt x="12083" y="11195"/>
                </a:lnTo>
                <a:lnTo>
                  <a:pt x="12171" y="11053"/>
                </a:lnTo>
                <a:lnTo>
                  <a:pt x="12259" y="10911"/>
                </a:lnTo>
                <a:lnTo>
                  <a:pt x="12347" y="10769"/>
                </a:lnTo>
                <a:lnTo>
                  <a:pt x="12486" y="10576"/>
                </a:lnTo>
                <a:lnTo>
                  <a:pt x="12586" y="10434"/>
                </a:lnTo>
                <a:lnTo>
                  <a:pt x="12674" y="10305"/>
                </a:lnTo>
                <a:lnTo>
                  <a:pt x="12762" y="10163"/>
                </a:lnTo>
                <a:lnTo>
                  <a:pt x="12850" y="10021"/>
                </a:lnTo>
                <a:lnTo>
                  <a:pt x="12989" y="9879"/>
                </a:lnTo>
                <a:lnTo>
                  <a:pt x="13089" y="9738"/>
                </a:lnTo>
                <a:lnTo>
                  <a:pt x="13177" y="9596"/>
                </a:lnTo>
                <a:lnTo>
                  <a:pt x="13265" y="9454"/>
                </a:lnTo>
                <a:lnTo>
                  <a:pt x="13353" y="9312"/>
                </a:lnTo>
                <a:lnTo>
                  <a:pt x="13492" y="9170"/>
                </a:lnTo>
                <a:lnTo>
                  <a:pt x="13592" y="8989"/>
                </a:lnTo>
                <a:lnTo>
                  <a:pt x="13680" y="8848"/>
                </a:lnTo>
                <a:lnTo>
                  <a:pt x="13768" y="8706"/>
                </a:lnTo>
                <a:lnTo>
                  <a:pt x="13869" y="8564"/>
                </a:lnTo>
                <a:lnTo>
                  <a:pt x="13995" y="8422"/>
                </a:lnTo>
                <a:lnTo>
                  <a:pt x="14095" y="8280"/>
                </a:lnTo>
                <a:lnTo>
                  <a:pt x="14183" y="8138"/>
                </a:lnTo>
                <a:lnTo>
                  <a:pt x="14271" y="7996"/>
                </a:lnTo>
                <a:lnTo>
                  <a:pt x="14372" y="7854"/>
                </a:lnTo>
                <a:lnTo>
                  <a:pt x="14498" y="7713"/>
                </a:lnTo>
                <a:lnTo>
                  <a:pt x="14598" y="7571"/>
                </a:lnTo>
                <a:lnTo>
                  <a:pt x="14686" y="7429"/>
                </a:lnTo>
                <a:lnTo>
                  <a:pt x="14774" y="7287"/>
                </a:lnTo>
                <a:lnTo>
                  <a:pt x="14875" y="7145"/>
                </a:lnTo>
                <a:lnTo>
                  <a:pt x="15013" y="7003"/>
                </a:lnTo>
                <a:lnTo>
                  <a:pt x="15101" y="6874"/>
                </a:lnTo>
                <a:lnTo>
                  <a:pt x="15189" y="6681"/>
                </a:lnTo>
                <a:lnTo>
                  <a:pt x="15277" y="6539"/>
                </a:lnTo>
                <a:lnTo>
                  <a:pt x="15378" y="6397"/>
                </a:lnTo>
                <a:lnTo>
                  <a:pt x="15516" y="6255"/>
                </a:lnTo>
                <a:lnTo>
                  <a:pt x="15604" y="6113"/>
                </a:lnTo>
                <a:lnTo>
                  <a:pt x="15692" y="5971"/>
                </a:lnTo>
                <a:lnTo>
                  <a:pt x="15780" y="5829"/>
                </a:lnTo>
                <a:lnTo>
                  <a:pt x="15881" y="5688"/>
                </a:lnTo>
                <a:lnTo>
                  <a:pt x="16019" y="5546"/>
                </a:lnTo>
                <a:lnTo>
                  <a:pt x="16107" y="5417"/>
                </a:lnTo>
                <a:lnTo>
                  <a:pt x="16195" y="5275"/>
                </a:lnTo>
                <a:lnTo>
                  <a:pt x="16283" y="5133"/>
                </a:lnTo>
                <a:lnTo>
                  <a:pt x="16384" y="4991"/>
                </a:lnTo>
                <a:lnTo>
                  <a:pt x="16522" y="4849"/>
                </a:lnTo>
                <a:lnTo>
                  <a:pt x="16610" y="4707"/>
                </a:lnTo>
                <a:lnTo>
                  <a:pt x="16698" y="4565"/>
                </a:lnTo>
                <a:lnTo>
                  <a:pt x="16786" y="4424"/>
                </a:lnTo>
                <a:lnTo>
                  <a:pt x="16887" y="4282"/>
                </a:lnTo>
                <a:lnTo>
                  <a:pt x="17025" y="4140"/>
                </a:lnTo>
                <a:lnTo>
                  <a:pt x="17113" y="3998"/>
                </a:lnTo>
                <a:lnTo>
                  <a:pt x="17201" y="3856"/>
                </a:lnTo>
                <a:lnTo>
                  <a:pt x="17302" y="3714"/>
                </a:lnTo>
                <a:lnTo>
                  <a:pt x="17390" y="3572"/>
                </a:lnTo>
                <a:lnTo>
                  <a:pt x="17528" y="3430"/>
                </a:lnTo>
                <a:lnTo>
                  <a:pt x="17616" y="3301"/>
                </a:lnTo>
                <a:lnTo>
                  <a:pt x="17704" y="3160"/>
                </a:lnTo>
                <a:lnTo>
                  <a:pt x="17805" y="3018"/>
                </a:lnTo>
                <a:lnTo>
                  <a:pt x="17893" y="2876"/>
                </a:lnTo>
                <a:lnTo>
                  <a:pt x="18031" y="2734"/>
                </a:lnTo>
                <a:lnTo>
                  <a:pt x="18207" y="2502"/>
                </a:lnTo>
                <a:lnTo>
                  <a:pt x="18308" y="2360"/>
                </a:lnTo>
                <a:lnTo>
                  <a:pt x="18396" y="2218"/>
                </a:lnTo>
                <a:lnTo>
                  <a:pt x="18534" y="2076"/>
                </a:lnTo>
                <a:lnTo>
                  <a:pt x="18622" y="1934"/>
                </a:lnTo>
                <a:lnTo>
                  <a:pt x="18710" y="1792"/>
                </a:lnTo>
                <a:lnTo>
                  <a:pt x="18811" y="1650"/>
                </a:lnTo>
                <a:lnTo>
                  <a:pt x="18899" y="1509"/>
                </a:lnTo>
                <a:lnTo>
                  <a:pt x="19037" y="1367"/>
                </a:lnTo>
                <a:lnTo>
                  <a:pt x="19125" y="1225"/>
                </a:lnTo>
                <a:lnTo>
                  <a:pt x="19213" y="1083"/>
                </a:lnTo>
                <a:lnTo>
                  <a:pt x="19313" y="941"/>
                </a:lnTo>
                <a:lnTo>
                  <a:pt x="19402" y="799"/>
                </a:lnTo>
                <a:lnTo>
                  <a:pt x="19540" y="657"/>
                </a:lnTo>
                <a:lnTo>
                  <a:pt x="19628" y="528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7037605" y="5036360"/>
            <a:ext cx="19992" cy="24583"/>
          </a:xfrm>
          <a:custGeom>
            <a:avLst/>
            <a:gdLst/>
            <a:ahLst/>
            <a:cxnLst/>
            <a:rect l="l" t="t" r="r" b="b"/>
            <a:pathLst>
              <a:path w="19992" h="24583">
                <a:moveTo>
                  <a:pt x="0" y="24583"/>
                </a:moveTo>
                <a:lnTo>
                  <a:pt x="88" y="24441"/>
                </a:lnTo>
                <a:lnTo>
                  <a:pt x="176" y="24312"/>
                </a:lnTo>
                <a:lnTo>
                  <a:pt x="276" y="24170"/>
                </a:lnTo>
                <a:lnTo>
                  <a:pt x="364" y="24029"/>
                </a:lnTo>
                <a:lnTo>
                  <a:pt x="502" y="23887"/>
                </a:lnTo>
                <a:lnTo>
                  <a:pt x="590" y="23745"/>
                </a:lnTo>
                <a:lnTo>
                  <a:pt x="779" y="23513"/>
                </a:lnTo>
                <a:lnTo>
                  <a:pt x="867" y="23371"/>
                </a:lnTo>
                <a:lnTo>
                  <a:pt x="1005" y="23229"/>
                </a:lnTo>
                <a:lnTo>
                  <a:pt x="1093" y="23087"/>
                </a:lnTo>
                <a:lnTo>
                  <a:pt x="1194" y="22945"/>
                </a:lnTo>
                <a:lnTo>
                  <a:pt x="1282" y="22803"/>
                </a:lnTo>
                <a:lnTo>
                  <a:pt x="1370" y="22661"/>
                </a:lnTo>
                <a:lnTo>
                  <a:pt x="1508" y="22571"/>
                </a:lnTo>
                <a:lnTo>
                  <a:pt x="1596" y="22429"/>
                </a:lnTo>
                <a:lnTo>
                  <a:pt x="1697" y="22287"/>
                </a:lnTo>
                <a:lnTo>
                  <a:pt x="1785" y="22145"/>
                </a:lnTo>
                <a:lnTo>
                  <a:pt x="1873" y="22004"/>
                </a:lnTo>
                <a:lnTo>
                  <a:pt x="2011" y="21862"/>
                </a:lnTo>
                <a:lnTo>
                  <a:pt x="2099" y="21720"/>
                </a:lnTo>
                <a:lnTo>
                  <a:pt x="2288" y="21488"/>
                </a:lnTo>
                <a:lnTo>
                  <a:pt x="2376" y="21346"/>
                </a:lnTo>
                <a:lnTo>
                  <a:pt x="2514" y="21204"/>
                </a:lnTo>
                <a:lnTo>
                  <a:pt x="2602" y="21062"/>
                </a:lnTo>
                <a:lnTo>
                  <a:pt x="2703" y="20920"/>
                </a:lnTo>
                <a:lnTo>
                  <a:pt x="2791" y="20778"/>
                </a:lnTo>
                <a:lnTo>
                  <a:pt x="3017" y="20546"/>
                </a:lnTo>
                <a:lnTo>
                  <a:pt x="3105" y="20404"/>
                </a:lnTo>
                <a:lnTo>
                  <a:pt x="3206" y="20262"/>
                </a:lnTo>
                <a:lnTo>
                  <a:pt x="3294" y="20120"/>
                </a:lnTo>
                <a:lnTo>
                  <a:pt x="3520" y="19888"/>
                </a:lnTo>
                <a:lnTo>
                  <a:pt x="3608" y="19746"/>
                </a:lnTo>
                <a:lnTo>
                  <a:pt x="3709" y="19605"/>
                </a:lnTo>
                <a:lnTo>
                  <a:pt x="3797" y="19463"/>
                </a:lnTo>
                <a:lnTo>
                  <a:pt x="4023" y="19230"/>
                </a:lnTo>
                <a:lnTo>
                  <a:pt x="4111" y="19089"/>
                </a:lnTo>
                <a:lnTo>
                  <a:pt x="4212" y="18947"/>
                </a:lnTo>
                <a:lnTo>
                  <a:pt x="4300" y="18805"/>
                </a:lnTo>
                <a:lnTo>
                  <a:pt x="4526" y="18573"/>
                </a:lnTo>
                <a:lnTo>
                  <a:pt x="4627" y="18431"/>
                </a:lnTo>
                <a:lnTo>
                  <a:pt x="4715" y="18289"/>
                </a:lnTo>
                <a:lnTo>
                  <a:pt x="4803" y="18147"/>
                </a:lnTo>
                <a:lnTo>
                  <a:pt x="5029" y="17915"/>
                </a:lnTo>
                <a:lnTo>
                  <a:pt x="5130" y="17773"/>
                </a:lnTo>
                <a:lnTo>
                  <a:pt x="5218" y="17631"/>
                </a:lnTo>
                <a:lnTo>
                  <a:pt x="5394" y="17399"/>
                </a:lnTo>
                <a:lnTo>
                  <a:pt x="5532" y="17257"/>
                </a:lnTo>
                <a:lnTo>
                  <a:pt x="5633" y="17115"/>
                </a:lnTo>
                <a:lnTo>
                  <a:pt x="5809" y="16883"/>
                </a:lnTo>
                <a:lnTo>
                  <a:pt x="5897" y="16741"/>
                </a:lnTo>
                <a:lnTo>
                  <a:pt x="6035" y="16599"/>
                </a:lnTo>
                <a:lnTo>
                  <a:pt x="6224" y="16367"/>
                </a:lnTo>
                <a:lnTo>
                  <a:pt x="6312" y="16225"/>
                </a:lnTo>
                <a:lnTo>
                  <a:pt x="6400" y="16083"/>
                </a:lnTo>
                <a:lnTo>
                  <a:pt x="6538" y="15980"/>
                </a:lnTo>
                <a:lnTo>
                  <a:pt x="6639" y="15851"/>
                </a:lnTo>
                <a:lnTo>
                  <a:pt x="6727" y="15709"/>
                </a:lnTo>
                <a:lnTo>
                  <a:pt x="6903" y="15464"/>
                </a:lnTo>
                <a:lnTo>
                  <a:pt x="7041" y="15322"/>
                </a:lnTo>
                <a:lnTo>
                  <a:pt x="7142" y="15193"/>
                </a:lnTo>
                <a:lnTo>
                  <a:pt x="7318" y="14948"/>
                </a:lnTo>
                <a:lnTo>
                  <a:pt x="7418" y="14806"/>
                </a:lnTo>
                <a:lnTo>
                  <a:pt x="7645" y="14574"/>
                </a:lnTo>
                <a:lnTo>
                  <a:pt x="7733" y="14432"/>
                </a:lnTo>
                <a:lnTo>
                  <a:pt x="7921" y="14200"/>
                </a:lnTo>
                <a:lnTo>
                  <a:pt x="8047" y="14058"/>
                </a:lnTo>
                <a:lnTo>
                  <a:pt x="8148" y="13916"/>
                </a:lnTo>
                <a:lnTo>
                  <a:pt x="8324" y="13684"/>
                </a:lnTo>
                <a:lnTo>
                  <a:pt x="8424" y="13542"/>
                </a:lnTo>
                <a:lnTo>
                  <a:pt x="8563" y="13452"/>
                </a:lnTo>
                <a:lnTo>
                  <a:pt x="8651" y="13310"/>
                </a:lnTo>
                <a:lnTo>
                  <a:pt x="8739" y="13168"/>
                </a:lnTo>
                <a:lnTo>
                  <a:pt x="8927" y="12936"/>
                </a:lnTo>
                <a:lnTo>
                  <a:pt x="9066" y="12794"/>
                </a:lnTo>
                <a:lnTo>
                  <a:pt x="9242" y="12549"/>
                </a:lnTo>
                <a:lnTo>
                  <a:pt x="9330" y="12420"/>
                </a:lnTo>
                <a:lnTo>
                  <a:pt x="9568" y="12175"/>
                </a:lnTo>
                <a:lnTo>
                  <a:pt x="9745" y="11943"/>
                </a:lnTo>
                <a:lnTo>
                  <a:pt x="9833" y="11801"/>
                </a:lnTo>
                <a:lnTo>
                  <a:pt x="10071" y="11569"/>
                </a:lnTo>
                <a:lnTo>
                  <a:pt x="10159" y="11427"/>
                </a:lnTo>
                <a:lnTo>
                  <a:pt x="10336" y="11195"/>
                </a:lnTo>
                <a:lnTo>
                  <a:pt x="10574" y="10963"/>
                </a:lnTo>
                <a:lnTo>
                  <a:pt x="10662" y="10821"/>
                </a:lnTo>
                <a:lnTo>
                  <a:pt x="10851" y="10576"/>
                </a:lnTo>
                <a:lnTo>
                  <a:pt x="11077" y="10344"/>
                </a:lnTo>
                <a:lnTo>
                  <a:pt x="11165" y="10202"/>
                </a:lnTo>
                <a:lnTo>
                  <a:pt x="11354" y="9970"/>
                </a:lnTo>
                <a:lnTo>
                  <a:pt x="11580" y="9738"/>
                </a:lnTo>
                <a:lnTo>
                  <a:pt x="11668" y="9596"/>
                </a:lnTo>
                <a:lnTo>
                  <a:pt x="11857" y="9363"/>
                </a:lnTo>
                <a:lnTo>
                  <a:pt x="12083" y="9118"/>
                </a:lnTo>
                <a:lnTo>
                  <a:pt x="12259" y="8886"/>
                </a:lnTo>
                <a:lnTo>
                  <a:pt x="12360" y="8744"/>
                </a:lnTo>
                <a:lnTo>
                  <a:pt x="12586" y="8512"/>
                </a:lnTo>
                <a:lnTo>
                  <a:pt x="12762" y="8280"/>
                </a:lnTo>
                <a:lnTo>
                  <a:pt x="12951" y="8048"/>
                </a:lnTo>
                <a:lnTo>
                  <a:pt x="13089" y="7945"/>
                </a:lnTo>
                <a:lnTo>
                  <a:pt x="13177" y="7803"/>
                </a:lnTo>
                <a:lnTo>
                  <a:pt x="13265" y="7661"/>
                </a:lnTo>
                <a:lnTo>
                  <a:pt x="13454" y="7429"/>
                </a:lnTo>
                <a:lnTo>
                  <a:pt x="13592" y="7338"/>
                </a:lnTo>
                <a:lnTo>
                  <a:pt x="13680" y="7197"/>
                </a:lnTo>
                <a:lnTo>
                  <a:pt x="13869" y="6964"/>
                </a:lnTo>
                <a:lnTo>
                  <a:pt x="14095" y="6732"/>
                </a:lnTo>
                <a:lnTo>
                  <a:pt x="14271" y="6487"/>
                </a:lnTo>
                <a:lnTo>
                  <a:pt x="14460" y="6255"/>
                </a:lnTo>
                <a:lnTo>
                  <a:pt x="14598" y="6165"/>
                </a:lnTo>
                <a:lnTo>
                  <a:pt x="14686" y="6023"/>
                </a:lnTo>
                <a:lnTo>
                  <a:pt x="14875" y="5791"/>
                </a:lnTo>
                <a:lnTo>
                  <a:pt x="15101" y="5546"/>
                </a:lnTo>
                <a:lnTo>
                  <a:pt x="15290" y="5313"/>
                </a:lnTo>
                <a:lnTo>
                  <a:pt x="15466" y="5081"/>
                </a:lnTo>
                <a:lnTo>
                  <a:pt x="15604" y="4991"/>
                </a:lnTo>
                <a:lnTo>
                  <a:pt x="15692" y="4849"/>
                </a:lnTo>
                <a:lnTo>
                  <a:pt x="15881" y="4656"/>
                </a:lnTo>
                <a:lnTo>
                  <a:pt x="15969" y="4514"/>
                </a:lnTo>
                <a:lnTo>
                  <a:pt x="16107" y="4424"/>
                </a:lnTo>
                <a:lnTo>
                  <a:pt x="16195" y="4282"/>
                </a:lnTo>
                <a:lnTo>
                  <a:pt x="16384" y="4049"/>
                </a:lnTo>
                <a:lnTo>
                  <a:pt x="16610" y="3817"/>
                </a:lnTo>
                <a:lnTo>
                  <a:pt x="16799" y="3624"/>
                </a:lnTo>
                <a:lnTo>
                  <a:pt x="16887" y="3482"/>
                </a:lnTo>
                <a:lnTo>
                  <a:pt x="17113" y="3250"/>
                </a:lnTo>
                <a:lnTo>
                  <a:pt x="17302" y="3018"/>
                </a:lnTo>
                <a:lnTo>
                  <a:pt x="17478" y="2824"/>
                </a:lnTo>
                <a:lnTo>
                  <a:pt x="17616" y="2682"/>
                </a:lnTo>
                <a:lnTo>
                  <a:pt x="17805" y="2450"/>
                </a:lnTo>
                <a:lnTo>
                  <a:pt x="17981" y="2257"/>
                </a:lnTo>
                <a:lnTo>
                  <a:pt x="18119" y="2115"/>
                </a:lnTo>
                <a:lnTo>
                  <a:pt x="18308" y="1883"/>
                </a:lnTo>
                <a:lnTo>
                  <a:pt x="18484" y="1702"/>
                </a:lnTo>
                <a:lnTo>
                  <a:pt x="18622" y="1560"/>
                </a:lnTo>
                <a:lnTo>
                  <a:pt x="18811" y="1315"/>
                </a:lnTo>
                <a:lnTo>
                  <a:pt x="18987" y="1135"/>
                </a:lnTo>
                <a:lnTo>
                  <a:pt x="19125" y="993"/>
                </a:lnTo>
                <a:lnTo>
                  <a:pt x="19313" y="799"/>
                </a:lnTo>
                <a:lnTo>
                  <a:pt x="19402" y="657"/>
                </a:lnTo>
                <a:lnTo>
                  <a:pt x="19628" y="477"/>
                </a:lnTo>
                <a:lnTo>
                  <a:pt x="19728" y="335"/>
                </a:lnTo>
                <a:lnTo>
                  <a:pt x="19904" y="141"/>
                </a:lnTo>
                <a:lnTo>
                  <a:pt x="19992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7057598" y="5017284"/>
            <a:ext cx="20055" cy="19076"/>
          </a:xfrm>
          <a:custGeom>
            <a:avLst/>
            <a:gdLst/>
            <a:ahLst/>
            <a:cxnLst/>
            <a:rect l="l" t="t" r="r" b="b"/>
            <a:pathLst>
              <a:path w="20055" h="19076">
                <a:moveTo>
                  <a:pt x="0" y="19076"/>
                </a:moveTo>
                <a:lnTo>
                  <a:pt x="138" y="18985"/>
                </a:lnTo>
                <a:lnTo>
                  <a:pt x="238" y="18844"/>
                </a:lnTo>
                <a:lnTo>
                  <a:pt x="414" y="18663"/>
                </a:lnTo>
                <a:lnTo>
                  <a:pt x="641" y="18418"/>
                </a:lnTo>
                <a:lnTo>
                  <a:pt x="829" y="18237"/>
                </a:lnTo>
                <a:lnTo>
                  <a:pt x="917" y="18095"/>
                </a:lnTo>
                <a:lnTo>
                  <a:pt x="1144" y="17902"/>
                </a:lnTo>
                <a:lnTo>
                  <a:pt x="1244" y="17760"/>
                </a:lnTo>
                <a:lnTo>
                  <a:pt x="1420" y="17580"/>
                </a:lnTo>
                <a:lnTo>
                  <a:pt x="1521" y="17438"/>
                </a:lnTo>
                <a:lnTo>
                  <a:pt x="1747" y="17244"/>
                </a:lnTo>
                <a:lnTo>
                  <a:pt x="1923" y="17012"/>
                </a:lnTo>
                <a:lnTo>
                  <a:pt x="2162" y="16819"/>
                </a:lnTo>
                <a:lnTo>
                  <a:pt x="2250" y="16690"/>
                </a:lnTo>
                <a:lnTo>
                  <a:pt x="2426" y="16496"/>
                </a:lnTo>
                <a:lnTo>
                  <a:pt x="2665" y="16264"/>
                </a:lnTo>
                <a:lnTo>
                  <a:pt x="2841" y="16070"/>
                </a:lnTo>
                <a:lnTo>
                  <a:pt x="3030" y="15838"/>
                </a:lnTo>
                <a:lnTo>
                  <a:pt x="3168" y="15748"/>
                </a:lnTo>
                <a:lnTo>
                  <a:pt x="3344" y="15555"/>
                </a:lnTo>
                <a:lnTo>
                  <a:pt x="3432" y="15413"/>
                </a:lnTo>
                <a:lnTo>
                  <a:pt x="3671" y="15232"/>
                </a:lnTo>
                <a:lnTo>
                  <a:pt x="3847" y="14987"/>
                </a:lnTo>
                <a:lnTo>
                  <a:pt x="4036" y="14806"/>
                </a:lnTo>
                <a:lnTo>
                  <a:pt x="4174" y="14703"/>
                </a:lnTo>
                <a:lnTo>
                  <a:pt x="4350" y="14471"/>
                </a:lnTo>
                <a:lnTo>
                  <a:pt x="4539" y="14291"/>
                </a:lnTo>
                <a:lnTo>
                  <a:pt x="4677" y="14187"/>
                </a:lnTo>
                <a:lnTo>
                  <a:pt x="4853" y="13955"/>
                </a:lnTo>
                <a:lnTo>
                  <a:pt x="5042" y="13775"/>
                </a:lnTo>
                <a:lnTo>
                  <a:pt x="5180" y="13671"/>
                </a:lnTo>
                <a:lnTo>
                  <a:pt x="5356" y="13439"/>
                </a:lnTo>
                <a:lnTo>
                  <a:pt x="5582" y="13246"/>
                </a:lnTo>
                <a:lnTo>
                  <a:pt x="5771" y="13065"/>
                </a:lnTo>
                <a:lnTo>
                  <a:pt x="5960" y="12833"/>
                </a:lnTo>
                <a:lnTo>
                  <a:pt x="6098" y="12730"/>
                </a:lnTo>
                <a:lnTo>
                  <a:pt x="6274" y="12549"/>
                </a:lnTo>
                <a:lnTo>
                  <a:pt x="6463" y="12356"/>
                </a:lnTo>
                <a:lnTo>
                  <a:pt x="6601" y="12214"/>
                </a:lnTo>
                <a:lnTo>
                  <a:pt x="6777" y="12033"/>
                </a:lnTo>
                <a:lnTo>
                  <a:pt x="6966" y="11840"/>
                </a:lnTo>
                <a:lnTo>
                  <a:pt x="7104" y="11750"/>
                </a:lnTo>
                <a:lnTo>
                  <a:pt x="7280" y="11517"/>
                </a:lnTo>
                <a:lnTo>
                  <a:pt x="7469" y="11324"/>
                </a:lnTo>
                <a:lnTo>
                  <a:pt x="7607" y="11234"/>
                </a:lnTo>
                <a:lnTo>
                  <a:pt x="7783" y="11040"/>
                </a:lnTo>
                <a:lnTo>
                  <a:pt x="7972" y="10860"/>
                </a:lnTo>
                <a:lnTo>
                  <a:pt x="8110" y="10756"/>
                </a:lnTo>
                <a:lnTo>
                  <a:pt x="8286" y="10524"/>
                </a:lnTo>
                <a:lnTo>
                  <a:pt x="8475" y="10344"/>
                </a:lnTo>
                <a:lnTo>
                  <a:pt x="8613" y="10241"/>
                </a:lnTo>
                <a:lnTo>
                  <a:pt x="8789" y="10060"/>
                </a:lnTo>
                <a:lnTo>
                  <a:pt x="8977" y="9866"/>
                </a:lnTo>
                <a:lnTo>
                  <a:pt x="9116" y="9776"/>
                </a:lnTo>
                <a:lnTo>
                  <a:pt x="9292" y="9583"/>
                </a:lnTo>
                <a:lnTo>
                  <a:pt x="9480" y="9402"/>
                </a:lnTo>
                <a:lnTo>
                  <a:pt x="9619" y="9260"/>
                </a:lnTo>
                <a:lnTo>
                  <a:pt x="9795" y="9067"/>
                </a:lnTo>
                <a:lnTo>
                  <a:pt x="9983" y="8886"/>
                </a:lnTo>
                <a:lnTo>
                  <a:pt x="10122" y="8783"/>
                </a:lnTo>
                <a:lnTo>
                  <a:pt x="10298" y="8602"/>
                </a:lnTo>
                <a:lnTo>
                  <a:pt x="10486" y="8409"/>
                </a:lnTo>
                <a:lnTo>
                  <a:pt x="10625" y="8319"/>
                </a:lnTo>
                <a:lnTo>
                  <a:pt x="10801" y="8125"/>
                </a:lnTo>
                <a:lnTo>
                  <a:pt x="10989" y="7945"/>
                </a:lnTo>
                <a:lnTo>
                  <a:pt x="11128" y="7842"/>
                </a:lnTo>
                <a:lnTo>
                  <a:pt x="11304" y="7661"/>
                </a:lnTo>
                <a:lnTo>
                  <a:pt x="11492" y="7467"/>
                </a:lnTo>
                <a:lnTo>
                  <a:pt x="11631" y="7377"/>
                </a:lnTo>
                <a:lnTo>
                  <a:pt x="11807" y="7184"/>
                </a:lnTo>
                <a:lnTo>
                  <a:pt x="11995" y="7003"/>
                </a:lnTo>
                <a:lnTo>
                  <a:pt x="12134" y="6900"/>
                </a:lnTo>
                <a:lnTo>
                  <a:pt x="12322" y="6719"/>
                </a:lnTo>
                <a:lnTo>
                  <a:pt x="12498" y="6526"/>
                </a:lnTo>
                <a:lnTo>
                  <a:pt x="12637" y="6436"/>
                </a:lnTo>
                <a:lnTo>
                  <a:pt x="12825" y="6242"/>
                </a:lnTo>
                <a:lnTo>
                  <a:pt x="13001" y="6062"/>
                </a:lnTo>
                <a:lnTo>
                  <a:pt x="13140" y="5971"/>
                </a:lnTo>
                <a:lnTo>
                  <a:pt x="13328" y="5829"/>
                </a:lnTo>
                <a:lnTo>
                  <a:pt x="13504" y="5636"/>
                </a:lnTo>
                <a:lnTo>
                  <a:pt x="13643" y="5546"/>
                </a:lnTo>
                <a:lnTo>
                  <a:pt x="13831" y="5352"/>
                </a:lnTo>
                <a:lnTo>
                  <a:pt x="14007" y="5172"/>
                </a:lnTo>
                <a:lnTo>
                  <a:pt x="14145" y="5068"/>
                </a:lnTo>
                <a:lnTo>
                  <a:pt x="14334" y="4888"/>
                </a:lnTo>
                <a:lnTo>
                  <a:pt x="14510" y="4694"/>
                </a:lnTo>
                <a:lnTo>
                  <a:pt x="14648" y="4656"/>
                </a:lnTo>
                <a:lnTo>
                  <a:pt x="14837" y="4462"/>
                </a:lnTo>
                <a:lnTo>
                  <a:pt x="15013" y="4269"/>
                </a:lnTo>
                <a:lnTo>
                  <a:pt x="15151" y="4178"/>
                </a:lnTo>
                <a:lnTo>
                  <a:pt x="15340" y="3998"/>
                </a:lnTo>
                <a:lnTo>
                  <a:pt x="15516" y="3856"/>
                </a:lnTo>
                <a:lnTo>
                  <a:pt x="15654" y="3753"/>
                </a:lnTo>
                <a:lnTo>
                  <a:pt x="15755" y="3663"/>
                </a:lnTo>
                <a:lnTo>
                  <a:pt x="15843" y="3572"/>
                </a:lnTo>
                <a:lnTo>
                  <a:pt x="15931" y="3469"/>
                </a:lnTo>
                <a:lnTo>
                  <a:pt x="16157" y="3288"/>
                </a:lnTo>
                <a:lnTo>
                  <a:pt x="16346" y="3147"/>
                </a:lnTo>
                <a:lnTo>
                  <a:pt x="16522" y="2953"/>
                </a:lnTo>
                <a:lnTo>
                  <a:pt x="16660" y="2863"/>
                </a:lnTo>
                <a:lnTo>
                  <a:pt x="16849" y="2669"/>
                </a:lnTo>
                <a:lnTo>
                  <a:pt x="17025" y="2540"/>
                </a:lnTo>
                <a:lnTo>
                  <a:pt x="17163" y="2437"/>
                </a:lnTo>
                <a:lnTo>
                  <a:pt x="17352" y="2257"/>
                </a:lnTo>
                <a:lnTo>
                  <a:pt x="17528" y="2115"/>
                </a:lnTo>
                <a:lnTo>
                  <a:pt x="17666" y="2012"/>
                </a:lnTo>
                <a:lnTo>
                  <a:pt x="17855" y="1831"/>
                </a:lnTo>
                <a:lnTo>
                  <a:pt x="18031" y="1689"/>
                </a:lnTo>
                <a:lnTo>
                  <a:pt x="18169" y="1599"/>
                </a:lnTo>
                <a:lnTo>
                  <a:pt x="18358" y="1405"/>
                </a:lnTo>
                <a:lnTo>
                  <a:pt x="18546" y="1264"/>
                </a:lnTo>
                <a:lnTo>
                  <a:pt x="18773" y="1083"/>
                </a:lnTo>
                <a:lnTo>
                  <a:pt x="18949" y="941"/>
                </a:lnTo>
                <a:lnTo>
                  <a:pt x="19175" y="748"/>
                </a:lnTo>
                <a:lnTo>
                  <a:pt x="19364" y="606"/>
                </a:lnTo>
                <a:lnTo>
                  <a:pt x="19552" y="425"/>
                </a:lnTo>
                <a:lnTo>
                  <a:pt x="19691" y="322"/>
                </a:lnTo>
                <a:lnTo>
                  <a:pt x="19867" y="180"/>
                </a:lnTo>
                <a:lnTo>
                  <a:pt x="20055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7077654" y="5004024"/>
            <a:ext cx="20043" cy="13259"/>
          </a:xfrm>
          <a:custGeom>
            <a:avLst/>
            <a:gdLst/>
            <a:ahLst/>
            <a:cxnLst/>
            <a:rect l="l" t="t" r="r" b="b"/>
            <a:pathLst>
              <a:path w="20043" h="13259">
                <a:moveTo>
                  <a:pt x="0" y="13259"/>
                </a:moveTo>
                <a:lnTo>
                  <a:pt x="138" y="13207"/>
                </a:lnTo>
                <a:lnTo>
                  <a:pt x="314" y="13027"/>
                </a:lnTo>
                <a:lnTo>
                  <a:pt x="502" y="12885"/>
                </a:lnTo>
                <a:lnTo>
                  <a:pt x="641" y="12781"/>
                </a:lnTo>
                <a:lnTo>
                  <a:pt x="817" y="12640"/>
                </a:lnTo>
                <a:lnTo>
                  <a:pt x="1005" y="12459"/>
                </a:lnTo>
                <a:lnTo>
                  <a:pt x="1144" y="12407"/>
                </a:lnTo>
                <a:lnTo>
                  <a:pt x="1320" y="12227"/>
                </a:lnTo>
                <a:lnTo>
                  <a:pt x="1508" y="12085"/>
                </a:lnTo>
                <a:lnTo>
                  <a:pt x="1647" y="11982"/>
                </a:lnTo>
                <a:lnTo>
                  <a:pt x="1823" y="11840"/>
                </a:lnTo>
                <a:lnTo>
                  <a:pt x="2011" y="11659"/>
                </a:lnTo>
                <a:lnTo>
                  <a:pt x="2150" y="11608"/>
                </a:lnTo>
                <a:lnTo>
                  <a:pt x="2326" y="11427"/>
                </a:lnTo>
                <a:lnTo>
                  <a:pt x="2514" y="11285"/>
                </a:lnTo>
                <a:lnTo>
                  <a:pt x="2653" y="11182"/>
                </a:lnTo>
                <a:lnTo>
                  <a:pt x="2829" y="11040"/>
                </a:lnTo>
                <a:lnTo>
                  <a:pt x="3017" y="10911"/>
                </a:lnTo>
                <a:lnTo>
                  <a:pt x="3156" y="10808"/>
                </a:lnTo>
                <a:lnTo>
                  <a:pt x="3332" y="10666"/>
                </a:lnTo>
                <a:lnTo>
                  <a:pt x="3520" y="10524"/>
                </a:lnTo>
                <a:lnTo>
                  <a:pt x="3659" y="10434"/>
                </a:lnTo>
                <a:lnTo>
                  <a:pt x="3835" y="10292"/>
                </a:lnTo>
                <a:lnTo>
                  <a:pt x="4023" y="10150"/>
                </a:lnTo>
                <a:lnTo>
                  <a:pt x="4162" y="10060"/>
                </a:lnTo>
                <a:lnTo>
                  <a:pt x="4338" y="9918"/>
                </a:lnTo>
                <a:lnTo>
                  <a:pt x="4526" y="9776"/>
                </a:lnTo>
                <a:lnTo>
                  <a:pt x="4665" y="9686"/>
                </a:lnTo>
                <a:lnTo>
                  <a:pt x="4841" y="9544"/>
                </a:lnTo>
                <a:lnTo>
                  <a:pt x="5029" y="9402"/>
                </a:lnTo>
                <a:lnTo>
                  <a:pt x="5168" y="9312"/>
                </a:lnTo>
                <a:lnTo>
                  <a:pt x="5344" y="9170"/>
                </a:lnTo>
                <a:lnTo>
                  <a:pt x="5532" y="9028"/>
                </a:lnTo>
                <a:lnTo>
                  <a:pt x="5670" y="8925"/>
                </a:lnTo>
                <a:lnTo>
                  <a:pt x="5859" y="8796"/>
                </a:lnTo>
                <a:lnTo>
                  <a:pt x="6035" y="8654"/>
                </a:lnTo>
                <a:lnTo>
                  <a:pt x="6173" y="8551"/>
                </a:lnTo>
                <a:lnTo>
                  <a:pt x="6362" y="8409"/>
                </a:lnTo>
                <a:lnTo>
                  <a:pt x="6538" y="8267"/>
                </a:lnTo>
                <a:lnTo>
                  <a:pt x="6676" y="8228"/>
                </a:lnTo>
                <a:lnTo>
                  <a:pt x="6865" y="8087"/>
                </a:lnTo>
                <a:lnTo>
                  <a:pt x="7041" y="7945"/>
                </a:lnTo>
                <a:lnTo>
                  <a:pt x="7179" y="7854"/>
                </a:lnTo>
                <a:lnTo>
                  <a:pt x="7368" y="7713"/>
                </a:lnTo>
                <a:lnTo>
                  <a:pt x="7544" y="7571"/>
                </a:lnTo>
                <a:lnTo>
                  <a:pt x="7682" y="7519"/>
                </a:lnTo>
                <a:lnTo>
                  <a:pt x="7871" y="7377"/>
                </a:lnTo>
                <a:lnTo>
                  <a:pt x="8047" y="7235"/>
                </a:lnTo>
                <a:lnTo>
                  <a:pt x="8185" y="7145"/>
                </a:lnTo>
                <a:lnTo>
                  <a:pt x="8374" y="7003"/>
                </a:lnTo>
                <a:lnTo>
                  <a:pt x="8550" y="6861"/>
                </a:lnTo>
                <a:lnTo>
                  <a:pt x="8688" y="6810"/>
                </a:lnTo>
                <a:lnTo>
                  <a:pt x="8877" y="6681"/>
                </a:lnTo>
                <a:lnTo>
                  <a:pt x="9053" y="6539"/>
                </a:lnTo>
                <a:lnTo>
                  <a:pt x="9191" y="6487"/>
                </a:lnTo>
                <a:lnTo>
                  <a:pt x="9380" y="6345"/>
                </a:lnTo>
                <a:lnTo>
                  <a:pt x="9556" y="6203"/>
                </a:lnTo>
                <a:lnTo>
                  <a:pt x="9694" y="6113"/>
                </a:lnTo>
                <a:lnTo>
                  <a:pt x="9883" y="6010"/>
                </a:lnTo>
                <a:lnTo>
                  <a:pt x="10059" y="5881"/>
                </a:lnTo>
                <a:lnTo>
                  <a:pt x="10197" y="5778"/>
                </a:lnTo>
                <a:lnTo>
                  <a:pt x="10386" y="5636"/>
                </a:lnTo>
                <a:lnTo>
                  <a:pt x="10562" y="5546"/>
                </a:lnTo>
                <a:lnTo>
                  <a:pt x="10700" y="5455"/>
                </a:lnTo>
                <a:lnTo>
                  <a:pt x="10889" y="5313"/>
                </a:lnTo>
                <a:lnTo>
                  <a:pt x="11065" y="5223"/>
                </a:lnTo>
                <a:lnTo>
                  <a:pt x="11203" y="5120"/>
                </a:lnTo>
                <a:lnTo>
                  <a:pt x="11392" y="5030"/>
                </a:lnTo>
                <a:lnTo>
                  <a:pt x="11568" y="4888"/>
                </a:lnTo>
                <a:lnTo>
                  <a:pt x="11706" y="4798"/>
                </a:lnTo>
                <a:lnTo>
                  <a:pt x="11895" y="4694"/>
                </a:lnTo>
                <a:lnTo>
                  <a:pt x="12083" y="4565"/>
                </a:lnTo>
                <a:lnTo>
                  <a:pt x="12310" y="4424"/>
                </a:lnTo>
                <a:lnTo>
                  <a:pt x="12486" y="4320"/>
                </a:lnTo>
                <a:lnTo>
                  <a:pt x="12712" y="4178"/>
                </a:lnTo>
                <a:lnTo>
                  <a:pt x="12901" y="4037"/>
                </a:lnTo>
                <a:lnTo>
                  <a:pt x="13089" y="3946"/>
                </a:lnTo>
                <a:lnTo>
                  <a:pt x="13228" y="3856"/>
                </a:lnTo>
                <a:lnTo>
                  <a:pt x="13404" y="3766"/>
                </a:lnTo>
                <a:lnTo>
                  <a:pt x="13592" y="3624"/>
                </a:lnTo>
                <a:lnTo>
                  <a:pt x="13731" y="3572"/>
                </a:lnTo>
                <a:lnTo>
                  <a:pt x="13907" y="3430"/>
                </a:lnTo>
                <a:lnTo>
                  <a:pt x="14095" y="3340"/>
                </a:lnTo>
                <a:lnTo>
                  <a:pt x="14234" y="3237"/>
                </a:lnTo>
                <a:lnTo>
                  <a:pt x="14410" y="3147"/>
                </a:lnTo>
                <a:lnTo>
                  <a:pt x="14598" y="3005"/>
                </a:lnTo>
                <a:lnTo>
                  <a:pt x="14736" y="2966"/>
                </a:lnTo>
                <a:lnTo>
                  <a:pt x="14913" y="2824"/>
                </a:lnTo>
                <a:lnTo>
                  <a:pt x="15101" y="2721"/>
                </a:lnTo>
                <a:lnTo>
                  <a:pt x="15239" y="2682"/>
                </a:lnTo>
                <a:lnTo>
                  <a:pt x="15415" y="2540"/>
                </a:lnTo>
                <a:lnTo>
                  <a:pt x="15604" y="2450"/>
                </a:lnTo>
                <a:lnTo>
                  <a:pt x="15742" y="2347"/>
                </a:lnTo>
                <a:lnTo>
                  <a:pt x="15918" y="2257"/>
                </a:lnTo>
                <a:lnTo>
                  <a:pt x="16107" y="2115"/>
                </a:lnTo>
                <a:lnTo>
                  <a:pt x="16245" y="2063"/>
                </a:lnTo>
                <a:lnTo>
                  <a:pt x="16421" y="1973"/>
                </a:lnTo>
                <a:lnTo>
                  <a:pt x="16610" y="1831"/>
                </a:lnTo>
                <a:lnTo>
                  <a:pt x="16748" y="1779"/>
                </a:lnTo>
                <a:lnTo>
                  <a:pt x="16924" y="1689"/>
                </a:lnTo>
                <a:lnTo>
                  <a:pt x="17113" y="1547"/>
                </a:lnTo>
                <a:lnTo>
                  <a:pt x="17251" y="1509"/>
                </a:lnTo>
                <a:lnTo>
                  <a:pt x="17427" y="1405"/>
                </a:lnTo>
                <a:lnTo>
                  <a:pt x="17616" y="1264"/>
                </a:lnTo>
                <a:lnTo>
                  <a:pt x="17754" y="1225"/>
                </a:lnTo>
                <a:lnTo>
                  <a:pt x="17930" y="1122"/>
                </a:lnTo>
                <a:lnTo>
                  <a:pt x="18119" y="993"/>
                </a:lnTo>
                <a:lnTo>
                  <a:pt x="18257" y="941"/>
                </a:lnTo>
                <a:lnTo>
                  <a:pt x="18433" y="851"/>
                </a:lnTo>
                <a:lnTo>
                  <a:pt x="18622" y="748"/>
                </a:lnTo>
                <a:lnTo>
                  <a:pt x="18760" y="709"/>
                </a:lnTo>
                <a:lnTo>
                  <a:pt x="18936" y="567"/>
                </a:lnTo>
                <a:lnTo>
                  <a:pt x="19125" y="464"/>
                </a:lnTo>
                <a:lnTo>
                  <a:pt x="19263" y="425"/>
                </a:lnTo>
                <a:lnTo>
                  <a:pt x="19452" y="335"/>
                </a:lnTo>
                <a:lnTo>
                  <a:pt x="19628" y="193"/>
                </a:lnTo>
                <a:lnTo>
                  <a:pt x="19766" y="141"/>
                </a:lnTo>
                <a:lnTo>
                  <a:pt x="19955" y="5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7097697" y="4996737"/>
            <a:ext cx="20043" cy="7287"/>
          </a:xfrm>
          <a:custGeom>
            <a:avLst/>
            <a:gdLst/>
            <a:ahLst/>
            <a:cxnLst/>
            <a:rect l="l" t="t" r="r" b="b"/>
            <a:pathLst>
              <a:path w="20043" h="7287">
                <a:moveTo>
                  <a:pt x="0" y="7287"/>
                </a:moveTo>
                <a:lnTo>
                  <a:pt x="226" y="7197"/>
                </a:lnTo>
                <a:lnTo>
                  <a:pt x="414" y="7093"/>
                </a:lnTo>
                <a:lnTo>
                  <a:pt x="590" y="6952"/>
                </a:lnTo>
                <a:lnTo>
                  <a:pt x="729" y="6913"/>
                </a:lnTo>
                <a:lnTo>
                  <a:pt x="917" y="6823"/>
                </a:lnTo>
                <a:lnTo>
                  <a:pt x="1093" y="6719"/>
                </a:lnTo>
                <a:lnTo>
                  <a:pt x="1232" y="6681"/>
                </a:lnTo>
                <a:lnTo>
                  <a:pt x="1420" y="6577"/>
                </a:lnTo>
                <a:lnTo>
                  <a:pt x="1596" y="6487"/>
                </a:lnTo>
                <a:lnTo>
                  <a:pt x="1735" y="6436"/>
                </a:lnTo>
                <a:lnTo>
                  <a:pt x="1823" y="6397"/>
                </a:lnTo>
                <a:lnTo>
                  <a:pt x="1923" y="6345"/>
                </a:lnTo>
                <a:lnTo>
                  <a:pt x="2011" y="6294"/>
                </a:lnTo>
                <a:lnTo>
                  <a:pt x="2099" y="6203"/>
                </a:lnTo>
                <a:lnTo>
                  <a:pt x="2238" y="6165"/>
                </a:lnTo>
                <a:lnTo>
                  <a:pt x="2426" y="6062"/>
                </a:lnTo>
                <a:lnTo>
                  <a:pt x="2602" y="5971"/>
                </a:lnTo>
                <a:lnTo>
                  <a:pt x="2741" y="5920"/>
                </a:lnTo>
                <a:lnTo>
                  <a:pt x="2929" y="5829"/>
                </a:lnTo>
                <a:lnTo>
                  <a:pt x="3105" y="5739"/>
                </a:lnTo>
                <a:lnTo>
                  <a:pt x="3244" y="5688"/>
                </a:lnTo>
                <a:lnTo>
                  <a:pt x="3432" y="5597"/>
                </a:lnTo>
                <a:lnTo>
                  <a:pt x="3608" y="5507"/>
                </a:lnTo>
                <a:lnTo>
                  <a:pt x="3747" y="5455"/>
                </a:lnTo>
                <a:lnTo>
                  <a:pt x="3935" y="5365"/>
                </a:lnTo>
                <a:lnTo>
                  <a:pt x="4111" y="5262"/>
                </a:lnTo>
                <a:lnTo>
                  <a:pt x="4250" y="5262"/>
                </a:lnTo>
                <a:lnTo>
                  <a:pt x="4438" y="5172"/>
                </a:lnTo>
                <a:lnTo>
                  <a:pt x="4614" y="5081"/>
                </a:lnTo>
                <a:lnTo>
                  <a:pt x="4753" y="5030"/>
                </a:lnTo>
                <a:lnTo>
                  <a:pt x="4941" y="4939"/>
                </a:lnTo>
                <a:lnTo>
                  <a:pt x="5117" y="4836"/>
                </a:lnTo>
                <a:lnTo>
                  <a:pt x="5256" y="4798"/>
                </a:lnTo>
                <a:lnTo>
                  <a:pt x="5444" y="4707"/>
                </a:lnTo>
                <a:lnTo>
                  <a:pt x="5633" y="4604"/>
                </a:lnTo>
                <a:lnTo>
                  <a:pt x="5859" y="4514"/>
                </a:lnTo>
                <a:lnTo>
                  <a:pt x="6035" y="4462"/>
                </a:lnTo>
                <a:lnTo>
                  <a:pt x="6261" y="4372"/>
                </a:lnTo>
                <a:lnTo>
                  <a:pt x="6450" y="4282"/>
                </a:lnTo>
                <a:lnTo>
                  <a:pt x="6639" y="4178"/>
                </a:lnTo>
                <a:lnTo>
                  <a:pt x="6777" y="4140"/>
                </a:lnTo>
                <a:lnTo>
                  <a:pt x="6953" y="4088"/>
                </a:lnTo>
                <a:lnTo>
                  <a:pt x="7142" y="3998"/>
                </a:lnTo>
                <a:lnTo>
                  <a:pt x="7280" y="3946"/>
                </a:lnTo>
                <a:lnTo>
                  <a:pt x="7456" y="3856"/>
                </a:lnTo>
                <a:lnTo>
                  <a:pt x="7645" y="3804"/>
                </a:lnTo>
                <a:lnTo>
                  <a:pt x="7783" y="3766"/>
                </a:lnTo>
                <a:lnTo>
                  <a:pt x="7959" y="3663"/>
                </a:lnTo>
                <a:lnTo>
                  <a:pt x="8148" y="3572"/>
                </a:lnTo>
                <a:lnTo>
                  <a:pt x="8286" y="3521"/>
                </a:lnTo>
                <a:lnTo>
                  <a:pt x="8462" y="3482"/>
                </a:lnTo>
                <a:lnTo>
                  <a:pt x="8651" y="3392"/>
                </a:lnTo>
                <a:lnTo>
                  <a:pt x="8789" y="3340"/>
                </a:lnTo>
                <a:lnTo>
                  <a:pt x="8965" y="3288"/>
                </a:lnTo>
                <a:lnTo>
                  <a:pt x="9154" y="3198"/>
                </a:lnTo>
                <a:lnTo>
                  <a:pt x="9292" y="3147"/>
                </a:lnTo>
                <a:lnTo>
                  <a:pt x="9468" y="3108"/>
                </a:lnTo>
                <a:lnTo>
                  <a:pt x="9656" y="3005"/>
                </a:lnTo>
                <a:lnTo>
                  <a:pt x="9795" y="2966"/>
                </a:lnTo>
                <a:lnTo>
                  <a:pt x="9971" y="2914"/>
                </a:lnTo>
                <a:lnTo>
                  <a:pt x="10159" y="2824"/>
                </a:lnTo>
                <a:lnTo>
                  <a:pt x="10298" y="2773"/>
                </a:lnTo>
                <a:lnTo>
                  <a:pt x="10474" y="2721"/>
                </a:lnTo>
                <a:lnTo>
                  <a:pt x="10662" y="2631"/>
                </a:lnTo>
                <a:lnTo>
                  <a:pt x="10801" y="2631"/>
                </a:lnTo>
                <a:lnTo>
                  <a:pt x="10977" y="2540"/>
                </a:lnTo>
                <a:lnTo>
                  <a:pt x="11165" y="2489"/>
                </a:lnTo>
                <a:lnTo>
                  <a:pt x="11304" y="2450"/>
                </a:lnTo>
                <a:lnTo>
                  <a:pt x="11480" y="2347"/>
                </a:lnTo>
                <a:lnTo>
                  <a:pt x="11668" y="2308"/>
                </a:lnTo>
                <a:lnTo>
                  <a:pt x="11807" y="2257"/>
                </a:lnTo>
                <a:lnTo>
                  <a:pt x="11983" y="2205"/>
                </a:lnTo>
                <a:lnTo>
                  <a:pt x="12171" y="2115"/>
                </a:lnTo>
                <a:lnTo>
                  <a:pt x="12310" y="2115"/>
                </a:lnTo>
                <a:lnTo>
                  <a:pt x="12486" y="2024"/>
                </a:lnTo>
                <a:lnTo>
                  <a:pt x="12674" y="1973"/>
                </a:lnTo>
                <a:lnTo>
                  <a:pt x="12813" y="1934"/>
                </a:lnTo>
                <a:lnTo>
                  <a:pt x="13001" y="1883"/>
                </a:lnTo>
                <a:lnTo>
                  <a:pt x="13177" y="1792"/>
                </a:lnTo>
                <a:lnTo>
                  <a:pt x="13316" y="1792"/>
                </a:lnTo>
                <a:lnTo>
                  <a:pt x="13504" y="1689"/>
                </a:lnTo>
                <a:lnTo>
                  <a:pt x="13680" y="1650"/>
                </a:lnTo>
                <a:lnTo>
                  <a:pt x="13819" y="1599"/>
                </a:lnTo>
                <a:lnTo>
                  <a:pt x="14007" y="1547"/>
                </a:lnTo>
                <a:lnTo>
                  <a:pt x="14183" y="1509"/>
                </a:lnTo>
                <a:lnTo>
                  <a:pt x="14322" y="1457"/>
                </a:lnTo>
                <a:lnTo>
                  <a:pt x="14510" y="1405"/>
                </a:lnTo>
                <a:lnTo>
                  <a:pt x="14686" y="1367"/>
                </a:lnTo>
                <a:lnTo>
                  <a:pt x="14824" y="1315"/>
                </a:lnTo>
                <a:lnTo>
                  <a:pt x="15013" y="1276"/>
                </a:lnTo>
                <a:lnTo>
                  <a:pt x="15189" y="1225"/>
                </a:lnTo>
                <a:lnTo>
                  <a:pt x="15327" y="1173"/>
                </a:lnTo>
                <a:lnTo>
                  <a:pt x="15516" y="1135"/>
                </a:lnTo>
                <a:lnTo>
                  <a:pt x="15692" y="1083"/>
                </a:lnTo>
                <a:lnTo>
                  <a:pt x="15830" y="1031"/>
                </a:lnTo>
                <a:lnTo>
                  <a:pt x="16019" y="993"/>
                </a:lnTo>
                <a:lnTo>
                  <a:pt x="16195" y="941"/>
                </a:lnTo>
                <a:lnTo>
                  <a:pt x="16333" y="889"/>
                </a:lnTo>
                <a:lnTo>
                  <a:pt x="16522" y="851"/>
                </a:lnTo>
                <a:lnTo>
                  <a:pt x="16698" y="799"/>
                </a:lnTo>
                <a:lnTo>
                  <a:pt x="16836" y="748"/>
                </a:lnTo>
                <a:lnTo>
                  <a:pt x="17025" y="709"/>
                </a:lnTo>
                <a:lnTo>
                  <a:pt x="17201" y="657"/>
                </a:lnTo>
                <a:lnTo>
                  <a:pt x="17339" y="606"/>
                </a:lnTo>
                <a:lnTo>
                  <a:pt x="17528" y="567"/>
                </a:lnTo>
                <a:lnTo>
                  <a:pt x="17704" y="515"/>
                </a:lnTo>
                <a:lnTo>
                  <a:pt x="17842" y="515"/>
                </a:lnTo>
                <a:lnTo>
                  <a:pt x="18031" y="477"/>
                </a:lnTo>
                <a:lnTo>
                  <a:pt x="18207" y="425"/>
                </a:lnTo>
                <a:lnTo>
                  <a:pt x="18345" y="374"/>
                </a:lnTo>
                <a:lnTo>
                  <a:pt x="18534" y="335"/>
                </a:lnTo>
                <a:lnTo>
                  <a:pt x="18710" y="283"/>
                </a:lnTo>
                <a:lnTo>
                  <a:pt x="18848" y="283"/>
                </a:lnTo>
                <a:lnTo>
                  <a:pt x="19037" y="232"/>
                </a:lnTo>
                <a:lnTo>
                  <a:pt x="19225" y="193"/>
                </a:lnTo>
                <a:lnTo>
                  <a:pt x="19452" y="141"/>
                </a:lnTo>
                <a:lnTo>
                  <a:pt x="19628" y="90"/>
                </a:lnTo>
                <a:lnTo>
                  <a:pt x="19854" y="51"/>
                </a:lnTo>
                <a:lnTo>
                  <a:pt x="20043" y="0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7117741" y="4995280"/>
            <a:ext cx="20043" cy="1457"/>
          </a:xfrm>
          <a:custGeom>
            <a:avLst/>
            <a:gdLst/>
            <a:ahLst/>
            <a:cxnLst/>
            <a:rect l="l" t="t" r="r" b="b"/>
            <a:pathLst>
              <a:path w="20043" h="1457">
                <a:moveTo>
                  <a:pt x="0" y="1457"/>
                </a:moveTo>
                <a:lnTo>
                  <a:pt x="188" y="1405"/>
                </a:lnTo>
                <a:lnTo>
                  <a:pt x="326" y="1405"/>
                </a:lnTo>
                <a:lnTo>
                  <a:pt x="502" y="1367"/>
                </a:lnTo>
                <a:lnTo>
                  <a:pt x="691" y="1315"/>
                </a:lnTo>
                <a:lnTo>
                  <a:pt x="829" y="1315"/>
                </a:lnTo>
                <a:lnTo>
                  <a:pt x="1005" y="1276"/>
                </a:lnTo>
                <a:lnTo>
                  <a:pt x="1194" y="1225"/>
                </a:lnTo>
                <a:lnTo>
                  <a:pt x="1332" y="1173"/>
                </a:lnTo>
                <a:lnTo>
                  <a:pt x="1508" y="1173"/>
                </a:lnTo>
                <a:lnTo>
                  <a:pt x="1697" y="1135"/>
                </a:lnTo>
                <a:lnTo>
                  <a:pt x="1835" y="1083"/>
                </a:lnTo>
                <a:lnTo>
                  <a:pt x="2011" y="1083"/>
                </a:lnTo>
                <a:lnTo>
                  <a:pt x="2200" y="1031"/>
                </a:lnTo>
                <a:lnTo>
                  <a:pt x="2338" y="1031"/>
                </a:lnTo>
                <a:lnTo>
                  <a:pt x="2514" y="993"/>
                </a:lnTo>
                <a:lnTo>
                  <a:pt x="2703" y="941"/>
                </a:lnTo>
                <a:lnTo>
                  <a:pt x="2841" y="941"/>
                </a:lnTo>
                <a:lnTo>
                  <a:pt x="3017" y="889"/>
                </a:lnTo>
                <a:lnTo>
                  <a:pt x="3206" y="851"/>
                </a:lnTo>
                <a:lnTo>
                  <a:pt x="3344" y="851"/>
                </a:lnTo>
                <a:lnTo>
                  <a:pt x="3520" y="799"/>
                </a:lnTo>
                <a:lnTo>
                  <a:pt x="3709" y="799"/>
                </a:lnTo>
                <a:lnTo>
                  <a:pt x="3847" y="748"/>
                </a:lnTo>
                <a:lnTo>
                  <a:pt x="4023" y="748"/>
                </a:lnTo>
                <a:lnTo>
                  <a:pt x="4212" y="709"/>
                </a:lnTo>
                <a:lnTo>
                  <a:pt x="4350" y="709"/>
                </a:lnTo>
                <a:lnTo>
                  <a:pt x="4526" y="657"/>
                </a:lnTo>
                <a:lnTo>
                  <a:pt x="4715" y="619"/>
                </a:lnTo>
                <a:lnTo>
                  <a:pt x="4853" y="619"/>
                </a:lnTo>
                <a:lnTo>
                  <a:pt x="5029" y="619"/>
                </a:lnTo>
                <a:lnTo>
                  <a:pt x="5218" y="567"/>
                </a:lnTo>
                <a:lnTo>
                  <a:pt x="5356" y="567"/>
                </a:lnTo>
                <a:lnTo>
                  <a:pt x="5532" y="515"/>
                </a:lnTo>
                <a:lnTo>
                  <a:pt x="5721" y="515"/>
                </a:lnTo>
                <a:lnTo>
                  <a:pt x="5859" y="477"/>
                </a:lnTo>
                <a:lnTo>
                  <a:pt x="6035" y="477"/>
                </a:lnTo>
                <a:lnTo>
                  <a:pt x="6224" y="425"/>
                </a:lnTo>
                <a:lnTo>
                  <a:pt x="6362" y="425"/>
                </a:lnTo>
                <a:lnTo>
                  <a:pt x="6538" y="425"/>
                </a:lnTo>
                <a:lnTo>
                  <a:pt x="6727" y="374"/>
                </a:lnTo>
                <a:lnTo>
                  <a:pt x="6865" y="374"/>
                </a:lnTo>
                <a:lnTo>
                  <a:pt x="7054" y="335"/>
                </a:lnTo>
                <a:lnTo>
                  <a:pt x="7230" y="335"/>
                </a:lnTo>
                <a:lnTo>
                  <a:pt x="7368" y="335"/>
                </a:lnTo>
                <a:lnTo>
                  <a:pt x="7557" y="283"/>
                </a:lnTo>
                <a:lnTo>
                  <a:pt x="7733" y="283"/>
                </a:lnTo>
                <a:lnTo>
                  <a:pt x="7871" y="283"/>
                </a:lnTo>
                <a:lnTo>
                  <a:pt x="8060" y="232"/>
                </a:lnTo>
                <a:lnTo>
                  <a:pt x="8236" y="232"/>
                </a:lnTo>
                <a:lnTo>
                  <a:pt x="8374" y="232"/>
                </a:lnTo>
                <a:lnTo>
                  <a:pt x="8563" y="232"/>
                </a:lnTo>
                <a:lnTo>
                  <a:pt x="8739" y="193"/>
                </a:lnTo>
                <a:lnTo>
                  <a:pt x="8877" y="193"/>
                </a:lnTo>
                <a:lnTo>
                  <a:pt x="9066" y="193"/>
                </a:lnTo>
                <a:lnTo>
                  <a:pt x="9242" y="141"/>
                </a:lnTo>
                <a:lnTo>
                  <a:pt x="9380" y="141"/>
                </a:lnTo>
                <a:lnTo>
                  <a:pt x="9568" y="141"/>
                </a:lnTo>
                <a:lnTo>
                  <a:pt x="9745" y="141"/>
                </a:lnTo>
                <a:lnTo>
                  <a:pt x="9883" y="141"/>
                </a:lnTo>
                <a:lnTo>
                  <a:pt x="10071" y="90"/>
                </a:lnTo>
                <a:lnTo>
                  <a:pt x="10247" y="90"/>
                </a:lnTo>
                <a:lnTo>
                  <a:pt x="10386" y="90"/>
                </a:lnTo>
                <a:lnTo>
                  <a:pt x="10574" y="90"/>
                </a:lnTo>
                <a:lnTo>
                  <a:pt x="10750" y="90"/>
                </a:lnTo>
                <a:lnTo>
                  <a:pt x="10889" y="51"/>
                </a:lnTo>
                <a:lnTo>
                  <a:pt x="11077" y="51"/>
                </a:lnTo>
                <a:lnTo>
                  <a:pt x="11253" y="51"/>
                </a:lnTo>
                <a:lnTo>
                  <a:pt x="11392" y="51"/>
                </a:lnTo>
                <a:lnTo>
                  <a:pt x="11580" y="51"/>
                </a:lnTo>
                <a:lnTo>
                  <a:pt x="11756" y="51"/>
                </a:lnTo>
                <a:lnTo>
                  <a:pt x="11895" y="51"/>
                </a:lnTo>
                <a:lnTo>
                  <a:pt x="12083" y="0"/>
                </a:lnTo>
                <a:lnTo>
                  <a:pt x="12259" y="0"/>
                </a:lnTo>
                <a:lnTo>
                  <a:pt x="12398" y="0"/>
                </a:lnTo>
                <a:lnTo>
                  <a:pt x="12586" y="0"/>
                </a:lnTo>
                <a:lnTo>
                  <a:pt x="12775" y="0"/>
                </a:lnTo>
                <a:lnTo>
                  <a:pt x="13001" y="0"/>
                </a:lnTo>
                <a:lnTo>
                  <a:pt x="13177" y="0"/>
                </a:lnTo>
                <a:lnTo>
                  <a:pt x="13404" y="0"/>
                </a:lnTo>
                <a:lnTo>
                  <a:pt x="13592" y="0"/>
                </a:lnTo>
                <a:lnTo>
                  <a:pt x="13781" y="0"/>
                </a:lnTo>
                <a:lnTo>
                  <a:pt x="14007" y="0"/>
                </a:lnTo>
                <a:lnTo>
                  <a:pt x="14183" y="0"/>
                </a:lnTo>
                <a:lnTo>
                  <a:pt x="14422" y="0"/>
                </a:lnTo>
                <a:lnTo>
                  <a:pt x="14598" y="0"/>
                </a:lnTo>
                <a:lnTo>
                  <a:pt x="14787" y="0"/>
                </a:lnTo>
                <a:lnTo>
                  <a:pt x="14925" y="0"/>
                </a:lnTo>
                <a:lnTo>
                  <a:pt x="15101" y="0"/>
                </a:lnTo>
                <a:lnTo>
                  <a:pt x="15290" y="0"/>
                </a:lnTo>
                <a:lnTo>
                  <a:pt x="15428" y="0"/>
                </a:lnTo>
                <a:lnTo>
                  <a:pt x="15604" y="51"/>
                </a:lnTo>
                <a:lnTo>
                  <a:pt x="15793" y="51"/>
                </a:lnTo>
                <a:lnTo>
                  <a:pt x="15931" y="51"/>
                </a:lnTo>
                <a:lnTo>
                  <a:pt x="16107" y="51"/>
                </a:lnTo>
                <a:lnTo>
                  <a:pt x="16296" y="51"/>
                </a:lnTo>
                <a:lnTo>
                  <a:pt x="16434" y="51"/>
                </a:lnTo>
                <a:lnTo>
                  <a:pt x="16610" y="51"/>
                </a:lnTo>
                <a:lnTo>
                  <a:pt x="16799" y="51"/>
                </a:lnTo>
                <a:lnTo>
                  <a:pt x="16937" y="90"/>
                </a:lnTo>
                <a:lnTo>
                  <a:pt x="17113" y="90"/>
                </a:lnTo>
                <a:lnTo>
                  <a:pt x="17302" y="90"/>
                </a:lnTo>
                <a:lnTo>
                  <a:pt x="17440" y="90"/>
                </a:lnTo>
                <a:lnTo>
                  <a:pt x="17616" y="90"/>
                </a:lnTo>
                <a:lnTo>
                  <a:pt x="17805" y="141"/>
                </a:lnTo>
                <a:lnTo>
                  <a:pt x="17943" y="141"/>
                </a:lnTo>
                <a:lnTo>
                  <a:pt x="18119" y="141"/>
                </a:lnTo>
                <a:lnTo>
                  <a:pt x="18308" y="141"/>
                </a:lnTo>
                <a:lnTo>
                  <a:pt x="18446" y="141"/>
                </a:lnTo>
                <a:lnTo>
                  <a:pt x="18622" y="193"/>
                </a:lnTo>
                <a:lnTo>
                  <a:pt x="18811" y="193"/>
                </a:lnTo>
                <a:lnTo>
                  <a:pt x="18949" y="193"/>
                </a:lnTo>
                <a:lnTo>
                  <a:pt x="19125" y="232"/>
                </a:lnTo>
                <a:lnTo>
                  <a:pt x="19313" y="232"/>
                </a:lnTo>
                <a:lnTo>
                  <a:pt x="19452" y="232"/>
                </a:lnTo>
                <a:lnTo>
                  <a:pt x="19628" y="283"/>
                </a:lnTo>
                <a:lnTo>
                  <a:pt x="19816" y="283"/>
                </a:lnTo>
                <a:lnTo>
                  <a:pt x="19955" y="28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7137784" y="4995563"/>
            <a:ext cx="20043" cy="4978"/>
          </a:xfrm>
          <a:custGeom>
            <a:avLst/>
            <a:gdLst/>
            <a:ahLst/>
            <a:cxnLst/>
            <a:rect l="l" t="t" r="r" b="b"/>
            <a:pathLst>
              <a:path w="20043" h="4978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3" y="90"/>
                </a:lnTo>
                <a:lnTo>
                  <a:pt x="779" y="90"/>
                </a:lnTo>
                <a:lnTo>
                  <a:pt x="917" y="90"/>
                </a:lnTo>
                <a:lnTo>
                  <a:pt x="1106" y="141"/>
                </a:lnTo>
                <a:lnTo>
                  <a:pt x="1282" y="141"/>
                </a:lnTo>
                <a:lnTo>
                  <a:pt x="1420" y="141"/>
                </a:lnTo>
                <a:lnTo>
                  <a:pt x="1609" y="193"/>
                </a:lnTo>
                <a:lnTo>
                  <a:pt x="1785" y="193"/>
                </a:lnTo>
                <a:lnTo>
                  <a:pt x="1923" y="232"/>
                </a:lnTo>
                <a:lnTo>
                  <a:pt x="2112" y="232"/>
                </a:lnTo>
                <a:lnTo>
                  <a:pt x="2288" y="283"/>
                </a:lnTo>
                <a:lnTo>
                  <a:pt x="2426" y="283"/>
                </a:lnTo>
                <a:lnTo>
                  <a:pt x="2615" y="335"/>
                </a:lnTo>
                <a:lnTo>
                  <a:pt x="2791" y="335"/>
                </a:lnTo>
                <a:lnTo>
                  <a:pt x="2929" y="374"/>
                </a:lnTo>
                <a:lnTo>
                  <a:pt x="3118" y="374"/>
                </a:lnTo>
                <a:lnTo>
                  <a:pt x="3294" y="425"/>
                </a:lnTo>
                <a:lnTo>
                  <a:pt x="3432" y="425"/>
                </a:lnTo>
                <a:lnTo>
                  <a:pt x="3621" y="464"/>
                </a:lnTo>
                <a:lnTo>
                  <a:pt x="3797" y="464"/>
                </a:lnTo>
                <a:lnTo>
                  <a:pt x="3935" y="515"/>
                </a:lnTo>
                <a:lnTo>
                  <a:pt x="4124" y="515"/>
                </a:lnTo>
                <a:lnTo>
                  <a:pt x="4300" y="567"/>
                </a:lnTo>
                <a:lnTo>
                  <a:pt x="4438" y="567"/>
                </a:lnTo>
                <a:lnTo>
                  <a:pt x="4627" y="606"/>
                </a:lnTo>
                <a:lnTo>
                  <a:pt x="4803" y="657"/>
                </a:lnTo>
                <a:lnTo>
                  <a:pt x="4941" y="657"/>
                </a:lnTo>
                <a:lnTo>
                  <a:pt x="5130" y="709"/>
                </a:lnTo>
                <a:lnTo>
                  <a:pt x="5306" y="748"/>
                </a:lnTo>
                <a:lnTo>
                  <a:pt x="5444" y="748"/>
                </a:lnTo>
                <a:lnTo>
                  <a:pt x="5633" y="799"/>
                </a:lnTo>
                <a:lnTo>
                  <a:pt x="5809" y="851"/>
                </a:lnTo>
                <a:lnTo>
                  <a:pt x="5947" y="851"/>
                </a:lnTo>
                <a:lnTo>
                  <a:pt x="6136" y="889"/>
                </a:lnTo>
                <a:lnTo>
                  <a:pt x="6312" y="941"/>
                </a:lnTo>
                <a:lnTo>
                  <a:pt x="6450" y="941"/>
                </a:lnTo>
                <a:lnTo>
                  <a:pt x="6639" y="993"/>
                </a:lnTo>
                <a:lnTo>
                  <a:pt x="6827" y="1031"/>
                </a:lnTo>
                <a:lnTo>
                  <a:pt x="7054" y="1083"/>
                </a:lnTo>
                <a:lnTo>
                  <a:pt x="7230" y="1122"/>
                </a:lnTo>
                <a:lnTo>
                  <a:pt x="7456" y="1122"/>
                </a:lnTo>
                <a:lnTo>
                  <a:pt x="7645" y="1173"/>
                </a:lnTo>
                <a:lnTo>
                  <a:pt x="7833" y="1225"/>
                </a:lnTo>
                <a:lnTo>
                  <a:pt x="7972" y="1264"/>
                </a:lnTo>
                <a:lnTo>
                  <a:pt x="8148" y="1315"/>
                </a:lnTo>
                <a:lnTo>
                  <a:pt x="8336" y="1367"/>
                </a:lnTo>
                <a:lnTo>
                  <a:pt x="8475" y="1367"/>
                </a:lnTo>
                <a:lnTo>
                  <a:pt x="8651" y="1405"/>
                </a:lnTo>
                <a:lnTo>
                  <a:pt x="8839" y="1457"/>
                </a:lnTo>
                <a:lnTo>
                  <a:pt x="8977" y="1457"/>
                </a:lnTo>
                <a:lnTo>
                  <a:pt x="9154" y="1509"/>
                </a:lnTo>
                <a:lnTo>
                  <a:pt x="9342" y="1547"/>
                </a:lnTo>
                <a:lnTo>
                  <a:pt x="9480" y="1599"/>
                </a:lnTo>
                <a:lnTo>
                  <a:pt x="9656" y="1650"/>
                </a:lnTo>
                <a:lnTo>
                  <a:pt x="9845" y="1689"/>
                </a:lnTo>
                <a:lnTo>
                  <a:pt x="9983" y="1741"/>
                </a:lnTo>
                <a:lnTo>
                  <a:pt x="10159" y="1779"/>
                </a:lnTo>
                <a:lnTo>
                  <a:pt x="10348" y="1831"/>
                </a:lnTo>
                <a:lnTo>
                  <a:pt x="10486" y="1831"/>
                </a:lnTo>
                <a:lnTo>
                  <a:pt x="10662" y="1883"/>
                </a:lnTo>
                <a:lnTo>
                  <a:pt x="10851" y="1973"/>
                </a:lnTo>
                <a:lnTo>
                  <a:pt x="10989" y="1973"/>
                </a:lnTo>
                <a:lnTo>
                  <a:pt x="11165" y="2024"/>
                </a:lnTo>
                <a:lnTo>
                  <a:pt x="11354" y="2063"/>
                </a:lnTo>
                <a:lnTo>
                  <a:pt x="11492" y="2115"/>
                </a:lnTo>
                <a:lnTo>
                  <a:pt x="11668" y="2166"/>
                </a:lnTo>
                <a:lnTo>
                  <a:pt x="11857" y="2205"/>
                </a:lnTo>
                <a:lnTo>
                  <a:pt x="11995" y="2257"/>
                </a:lnTo>
                <a:lnTo>
                  <a:pt x="12171" y="2308"/>
                </a:lnTo>
                <a:lnTo>
                  <a:pt x="12360" y="2347"/>
                </a:lnTo>
                <a:lnTo>
                  <a:pt x="12498" y="2399"/>
                </a:lnTo>
                <a:lnTo>
                  <a:pt x="12674" y="2450"/>
                </a:lnTo>
                <a:lnTo>
                  <a:pt x="12863" y="2489"/>
                </a:lnTo>
                <a:lnTo>
                  <a:pt x="13001" y="2540"/>
                </a:lnTo>
                <a:lnTo>
                  <a:pt x="13177" y="2579"/>
                </a:lnTo>
                <a:lnTo>
                  <a:pt x="13366" y="2682"/>
                </a:lnTo>
                <a:lnTo>
                  <a:pt x="13504" y="2682"/>
                </a:lnTo>
                <a:lnTo>
                  <a:pt x="13680" y="2721"/>
                </a:lnTo>
                <a:lnTo>
                  <a:pt x="13869" y="2824"/>
                </a:lnTo>
                <a:lnTo>
                  <a:pt x="14007" y="2824"/>
                </a:lnTo>
                <a:lnTo>
                  <a:pt x="14196" y="2914"/>
                </a:lnTo>
                <a:lnTo>
                  <a:pt x="14372" y="2966"/>
                </a:lnTo>
                <a:lnTo>
                  <a:pt x="14510" y="3005"/>
                </a:lnTo>
                <a:lnTo>
                  <a:pt x="14699" y="3056"/>
                </a:lnTo>
                <a:lnTo>
                  <a:pt x="14875" y="3147"/>
                </a:lnTo>
                <a:lnTo>
                  <a:pt x="15013" y="3147"/>
                </a:lnTo>
                <a:lnTo>
                  <a:pt x="15202" y="3237"/>
                </a:lnTo>
                <a:lnTo>
                  <a:pt x="15378" y="3288"/>
                </a:lnTo>
                <a:lnTo>
                  <a:pt x="15516" y="3340"/>
                </a:lnTo>
                <a:lnTo>
                  <a:pt x="15705" y="3379"/>
                </a:lnTo>
                <a:lnTo>
                  <a:pt x="15881" y="3482"/>
                </a:lnTo>
                <a:lnTo>
                  <a:pt x="16019" y="3482"/>
                </a:lnTo>
                <a:lnTo>
                  <a:pt x="16208" y="3572"/>
                </a:lnTo>
                <a:lnTo>
                  <a:pt x="16384" y="3624"/>
                </a:lnTo>
                <a:lnTo>
                  <a:pt x="16522" y="3663"/>
                </a:lnTo>
                <a:lnTo>
                  <a:pt x="16711" y="3714"/>
                </a:lnTo>
                <a:lnTo>
                  <a:pt x="16937" y="3804"/>
                </a:lnTo>
                <a:lnTo>
                  <a:pt x="17113" y="3856"/>
                </a:lnTo>
                <a:lnTo>
                  <a:pt x="17302" y="3946"/>
                </a:lnTo>
                <a:lnTo>
                  <a:pt x="17440" y="3998"/>
                </a:lnTo>
                <a:lnTo>
                  <a:pt x="17629" y="4037"/>
                </a:lnTo>
                <a:lnTo>
                  <a:pt x="17805" y="4140"/>
                </a:lnTo>
                <a:lnTo>
                  <a:pt x="17943" y="4178"/>
                </a:lnTo>
                <a:lnTo>
                  <a:pt x="18132" y="4230"/>
                </a:lnTo>
                <a:lnTo>
                  <a:pt x="18308" y="4320"/>
                </a:lnTo>
                <a:lnTo>
                  <a:pt x="18446" y="4372"/>
                </a:lnTo>
                <a:lnTo>
                  <a:pt x="18634" y="4424"/>
                </a:lnTo>
                <a:lnTo>
                  <a:pt x="18811" y="4514"/>
                </a:lnTo>
                <a:lnTo>
                  <a:pt x="18949" y="4565"/>
                </a:lnTo>
                <a:lnTo>
                  <a:pt x="19137" y="4604"/>
                </a:lnTo>
                <a:lnTo>
                  <a:pt x="19313" y="4694"/>
                </a:lnTo>
                <a:lnTo>
                  <a:pt x="19452" y="4746"/>
                </a:lnTo>
                <a:lnTo>
                  <a:pt x="19640" y="4836"/>
                </a:lnTo>
                <a:lnTo>
                  <a:pt x="19816" y="4888"/>
                </a:lnTo>
                <a:lnTo>
                  <a:pt x="19955" y="4939"/>
                </a:lnTo>
              </a:path>
            </a:pathLst>
          </a:custGeom>
          <a:ln w="180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7157827" y="5000542"/>
            <a:ext cx="20055" cy="11002"/>
          </a:xfrm>
          <a:custGeom>
            <a:avLst/>
            <a:gdLst/>
            <a:ahLst/>
            <a:cxnLst/>
            <a:rect l="l" t="t" r="r" b="b"/>
            <a:pathLst>
              <a:path w="20055" h="11002">
                <a:moveTo>
                  <a:pt x="0" y="0"/>
                </a:moveTo>
                <a:lnTo>
                  <a:pt x="188" y="103"/>
                </a:lnTo>
                <a:lnTo>
                  <a:pt x="414" y="141"/>
                </a:lnTo>
                <a:lnTo>
                  <a:pt x="603" y="245"/>
                </a:lnTo>
                <a:lnTo>
                  <a:pt x="779" y="335"/>
                </a:lnTo>
                <a:lnTo>
                  <a:pt x="917" y="374"/>
                </a:lnTo>
                <a:lnTo>
                  <a:pt x="1106" y="477"/>
                </a:lnTo>
                <a:lnTo>
                  <a:pt x="1282" y="515"/>
                </a:lnTo>
                <a:lnTo>
                  <a:pt x="1420" y="567"/>
                </a:lnTo>
                <a:lnTo>
                  <a:pt x="1609" y="657"/>
                </a:lnTo>
                <a:lnTo>
                  <a:pt x="1785" y="760"/>
                </a:lnTo>
                <a:lnTo>
                  <a:pt x="1923" y="799"/>
                </a:lnTo>
                <a:lnTo>
                  <a:pt x="2112" y="902"/>
                </a:lnTo>
                <a:lnTo>
                  <a:pt x="2288" y="993"/>
                </a:lnTo>
                <a:lnTo>
                  <a:pt x="2426" y="993"/>
                </a:lnTo>
                <a:lnTo>
                  <a:pt x="2615" y="1083"/>
                </a:lnTo>
                <a:lnTo>
                  <a:pt x="2791" y="1173"/>
                </a:lnTo>
                <a:lnTo>
                  <a:pt x="2929" y="1225"/>
                </a:lnTo>
                <a:lnTo>
                  <a:pt x="3118" y="1315"/>
                </a:lnTo>
                <a:lnTo>
                  <a:pt x="3294" y="1418"/>
                </a:lnTo>
                <a:lnTo>
                  <a:pt x="3432" y="1457"/>
                </a:lnTo>
                <a:lnTo>
                  <a:pt x="3621" y="1560"/>
                </a:lnTo>
                <a:lnTo>
                  <a:pt x="3809" y="1650"/>
                </a:lnTo>
                <a:lnTo>
                  <a:pt x="4036" y="1741"/>
                </a:lnTo>
                <a:lnTo>
                  <a:pt x="4212" y="1831"/>
                </a:lnTo>
                <a:lnTo>
                  <a:pt x="4438" y="1934"/>
                </a:lnTo>
                <a:lnTo>
                  <a:pt x="4627" y="2024"/>
                </a:lnTo>
                <a:lnTo>
                  <a:pt x="4815" y="2115"/>
                </a:lnTo>
                <a:lnTo>
                  <a:pt x="5042" y="2218"/>
                </a:lnTo>
                <a:lnTo>
                  <a:pt x="5218" y="2308"/>
                </a:lnTo>
                <a:lnTo>
                  <a:pt x="5457" y="2399"/>
                </a:lnTo>
                <a:lnTo>
                  <a:pt x="5633" y="2489"/>
                </a:lnTo>
                <a:lnTo>
                  <a:pt x="5821" y="2592"/>
                </a:lnTo>
                <a:lnTo>
                  <a:pt x="5960" y="2631"/>
                </a:lnTo>
                <a:lnTo>
                  <a:pt x="6136" y="2734"/>
                </a:lnTo>
                <a:lnTo>
                  <a:pt x="6324" y="2824"/>
                </a:lnTo>
                <a:lnTo>
                  <a:pt x="6463" y="2876"/>
                </a:lnTo>
                <a:lnTo>
                  <a:pt x="6639" y="3018"/>
                </a:lnTo>
                <a:lnTo>
                  <a:pt x="6827" y="3108"/>
                </a:lnTo>
                <a:lnTo>
                  <a:pt x="6966" y="3147"/>
                </a:lnTo>
                <a:lnTo>
                  <a:pt x="7142" y="3250"/>
                </a:lnTo>
                <a:lnTo>
                  <a:pt x="7330" y="3340"/>
                </a:lnTo>
                <a:lnTo>
                  <a:pt x="7469" y="3392"/>
                </a:lnTo>
                <a:lnTo>
                  <a:pt x="7645" y="3482"/>
                </a:lnTo>
                <a:lnTo>
                  <a:pt x="7833" y="3624"/>
                </a:lnTo>
                <a:lnTo>
                  <a:pt x="7972" y="3675"/>
                </a:lnTo>
                <a:lnTo>
                  <a:pt x="8148" y="3766"/>
                </a:lnTo>
                <a:lnTo>
                  <a:pt x="8336" y="3856"/>
                </a:lnTo>
                <a:lnTo>
                  <a:pt x="8475" y="3908"/>
                </a:lnTo>
                <a:lnTo>
                  <a:pt x="8651" y="4049"/>
                </a:lnTo>
                <a:lnTo>
                  <a:pt x="8839" y="4140"/>
                </a:lnTo>
                <a:lnTo>
                  <a:pt x="8977" y="4191"/>
                </a:lnTo>
                <a:lnTo>
                  <a:pt x="9154" y="4282"/>
                </a:lnTo>
                <a:lnTo>
                  <a:pt x="9342" y="4424"/>
                </a:lnTo>
                <a:lnTo>
                  <a:pt x="9480" y="4475"/>
                </a:lnTo>
                <a:lnTo>
                  <a:pt x="9656" y="4565"/>
                </a:lnTo>
                <a:lnTo>
                  <a:pt x="9845" y="4707"/>
                </a:lnTo>
                <a:lnTo>
                  <a:pt x="9983" y="4746"/>
                </a:lnTo>
                <a:lnTo>
                  <a:pt x="10159" y="4849"/>
                </a:lnTo>
                <a:lnTo>
                  <a:pt x="10348" y="4939"/>
                </a:lnTo>
                <a:lnTo>
                  <a:pt x="10486" y="5030"/>
                </a:lnTo>
                <a:lnTo>
                  <a:pt x="10662" y="5133"/>
                </a:lnTo>
                <a:lnTo>
                  <a:pt x="10851" y="5223"/>
                </a:lnTo>
                <a:lnTo>
                  <a:pt x="10989" y="5313"/>
                </a:lnTo>
                <a:lnTo>
                  <a:pt x="11165" y="5404"/>
                </a:lnTo>
                <a:lnTo>
                  <a:pt x="11354" y="5546"/>
                </a:lnTo>
                <a:lnTo>
                  <a:pt x="11492" y="5597"/>
                </a:lnTo>
                <a:lnTo>
                  <a:pt x="11681" y="5688"/>
                </a:lnTo>
                <a:lnTo>
                  <a:pt x="11857" y="5829"/>
                </a:lnTo>
                <a:lnTo>
                  <a:pt x="11995" y="5881"/>
                </a:lnTo>
                <a:lnTo>
                  <a:pt x="12184" y="5971"/>
                </a:lnTo>
                <a:lnTo>
                  <a:pt x="12360" y="6113"/>
                </a:lnTo>
                <a:lnTo>
                  <a:pt x="12498" y="6165"/>
                </a:lnTo>
                <a:lnTo>
                  <a:pt x="12687" y="6307"/>
                </a:lnTo>
                <a:lnTo>
                  <a:pt x="12863" y="6397"/>
                </a:lnTo>
                <a:lnTo>
                  <a:pt x="13001" y="6449"/>
                </a:lnTo>
                <a:lnTo>
                  <a:pt x="13190" y="6590"/>
                </a:lnTo>
                <a:lnTo>
                  <a:pt x="13366" y="6719"/>
                </a:lnTo>
                <a:lnTo>
                  <a:pt x="13504" y="6771"/>
                </a:lnTo>
                <a:lnTo>
                  <a:pt x="13693" y="6861"/>
                </a:lnTo>
                <a:lnTo>
                  <a:pt x="13869" y="7003"/>
                </a:lnTo>
                <a:lnTo>
                  <a:pt x="14007" y="7055"/>
                </a:lnTo>
                <a:lnTo>
                  <a:pt x="14196" y="7197"/>
                </a:lnTo>
                <a:lnTo>
                  <a:pt x="14372" y="7338"/>
                </a:lnTo>
                <a:lnTo>
                  <a:pt x="14510" y="7377"/>
                </a:lnTo>
                <a:lnTo>
                  <a:pt x="14699" y="7519"/>
                </a:lnTo>
                <a:lnTo>
                  <a:pt x="14875" y="7622"/>
                </a:lnTo>
                <a:lnTo>
                  <a:pt x="15013" y="7713"/>
                </a:lnTo>
                <a:lnTo>
                  <a:pt x="15202" y="7803"/>
                </a:lnTo>
                <a:lnTo>
                  <a:pt x="15378" y="7945"/>
                </a:lnTo>
                <a:lnTo>
                  <a:pt x="15516" y="7996"/>
                </a:lnTo>
                <a:lnTo>
                  <a:pt x="15705" y="8138"/>
                </a:lnTo>
                <a:lnTo>
                  <a:pt x="15881" y="8280"/>
                </a:lnTo>
                <a:lnTo>
                  <a:pt x="16019" y="8319"/>
                </a:lnTo>
                <a:lnTo>
                  <a:pt x="16208" y="8461"/>
                </a:lnTo>
                <a:lnTo>
                  <a:pt x="16384" y="8602"/>
                </a:lnTo>
                <a:lnTo>
                  <a:pt x="16522" y="8654"/>
                </a:lnTo>
                <a:lnTo>
                  <a:pt x="16711" y="8796"/>
                </a:lnTo>
                <a:lnTo>
                  <a:pt x="16887" y="8938"/>
                </a:lnTo>
                <a:lnTo>
                  <a:pt x="17025" y="8977"/>
                </a:lnTo>
                <a:lnTo>
                  <a:pt x="17214" y="9118"/>
                </a:lnTo>
                <a:lnTo>
                  <a:pt x="17390" y="9260"/>
                </a:lnTo>
                <a:lnTo>
                  <a:pt x="17528" y="9312"/>
                </a:lnTo>
                <a:lnTo>
                  <a:pt x="17717" y="9454"/>
                </a:lnTo>
                <a:lnTo>
                  <a:pt x="17905" y="9596"/>
                </a:lnTo>
                <a:lnTo>
                  <a:pt x="18132" y="9738"/>
                </a:lnTo>
                <a:lnTo>
                  <a:pt x="18308" y="9828"/>
                </a:lnTo>
                <a:lnTo>
                  <a:pt x="18534" y="9970"/>
                </a:lnTo>
                <a:lnTo>
                  <a:pt x="18723" y="10112"/>
                </a:lnTo>
                <a:lnTo>
                  <a:pt x="18911" y="10253"/>
                </a:lnTo>
                <a:lnTo>
                  <a:pt x="19049" y="10344"/>
                </a:lnTo>
                <a:lnTo>
                  <a:pt x="19225" y="10486"/>
                </a:lnTo>
                <a:lnTo>
                  <a:pt x="19414" y="10627"/>
                </a:lnTo>
                <a:lnTo>
                  <a:pt x="19552" y="10679"/>
                </a:lnTo>
                <a:lnTo>
                  <a:pt x="19728" y="10821"/>
                </a:lnTo>
                <a:lnTo>
                  <a:pt x="19917" y="10950"/>
                </a:lnTo>
                <a:lnTo>
                  <a:pt x="20055" y="11002"/>
                </a:lnTo>
              </a:path>
            </a:pathLst>
          </a:custGeom>
          <a:ln w="179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7177883" y="5011544"/>
            <a:ext cx="19992" cy="16922"/>
          </a:xfrm>
          <a:custGeom>
            <a:avLst/>
            <a:gdLst/>
            <a:ahLst/>
            <a:cxnLst/>
            <a:rect l="l" t="t" r="r" b="b"/>
            <a:pathLst>
              <a:path w="19992" h="16922">
                <a:moveTo>
                  <a:pt x="0" y="0"/>
                </a:moveTo>
                <a:lnTo>
                  <a:pt x="176" y="141"/>
                </a:lnTo>
                <a:lnTo>
                  <a:pt x="364" y="283"/>
                </a:lnTo>
                <a:lnTo>
                  <a:pt x="502" y="374"/>
                </a:lnTo>
                <a:lnTo>
                  <a:pt x="679" y="515"/>
                </a:lnTo>
                <a:lnTo>
                  <a:pt x="867" y="657"/>
                </a:lnTo>
                <a:lnTo>
                  <a:pt x="1005" y="748"/>
                </a:lnTo>
                <a:lnTo>
                  <a:pt x="1181" y="889"/>
                </a:lnTo>
                <a:lnTo>
                  <a:pt x="1370" y="1031"/>
                </a:lnTo>
                <a:lnTo>
                  <a:pt x="1508" y="1083"/>
                </a:lnTo>
                <a:lnTo>
                  <a:pt x="1684" y="1225"/>
                </a:lnTo>
                <a:lnTo>
                  <a:pt x="1873" y="1367"/>
                </a:lnTo>
                <a:lnTo>
                  <a:pt x="2011" y="1457"/>
                </a:lnTo>
                <a:lnTo>
                  <a:pt x="2187" y="1599"/>
                </a:lnTo>
                <a:lnTo>
                  <a:pt x="2376" y="1741"/>
                </a:lnTo>
                <a:lnTo>
                  <a:pt x="2514" y="1831"/>
                </a:lnTo>
                <a:lnTo>
                  <a:pt x="2690" y="1973"/>
                </a:lnTo>
                <a:lnTo>
                  <a:pt x="2879" y="2115"/>
                </a:lnTo>
                <a:lnTo>
                  <a:pt x="3017" y="2205"/>
                </a:lnTo>
                <a:lnTo>
                  <a:pt x="3193" y="2347"/>
                </a:lnTo>
                <a:lnTo>
                  <a:pt x="3382" y="2489"/>
                </a:lnTo>
                <a:lnTo>
                  <a:pt x="3520" y="2592"/>
                </a:lnTo>
                <a:lnTo>
                  <a:pt x="3696" y="2721"/>
                </a:lnTo>
                <a:lnTo>
                  <a:pt x="3885" y="2863"/>
                </a:lnTo>
                <a:lnTo>
                  <a:pt x="4023" y="2966"/>
                </a:lnTo>
                <a:lnTo>
                  <a:pt x="4199" y="3108"/>
                </a:lnTo>
                <a:lnTo>
                  <a:pt x="4388" y="3250"/>
                </a:lnTo>
                <a:lnTo>
                  <a:pt x="4526" y="3340"/>
                </a:lnTo>
                <a:lnTo>
                  <a:pt x="4702" y="3482"/>
                </a:lnTo>
                <a:lnTo>
                  <a:pt x="4891" y="3663"/>
                </a:lnTo>
                <a:lnTo>
                  <a:pt x="5029" y="3714"/>
                </a:lnTo>
                <a:lnTo>
                  <a:pt x="5218" y="3908"/>
                </a:lnTo>
                <a:lnTo>
                  <a:pt x="5394" y="4049"/>
                </a:lnTo>
                <a:lnTo>
                  <a:pt x="5532" y="4140"/>
                </a:lnTo>
                <a:lnTo>
                  <a:pt x="5721" y="4282"/>
                </a:lnTo>
                <a:lnTo>
                  <a:pt x="5897" y="4424"/>
                </a:lnTo>
                <a:lnTo>
                  <a:pt x="6035" y="4514"/>
                </a:lnTo>
                <a:lnTo>
                  <a:pt x="6224" y="4656"/>
                </a:lnTo>
                <a:lnTo>
                  <a:pt x="6400" y="4836"/>
                </a:lnTo>
                <a:lnTo>
                  <a:pt x="6538" y="4888"/>
                </a:lnTo>
                <a:lnTo>
                  <a:pt x="6727" y="5081"/>
                </a:lnTo>
                <a:lnTo>
                  <a:pt x="6903" y="5223"/>
                </a:lnTo>
                <a:lnTo>
                  <a:pt x="7041" y="5313"/>
                </a:lnTo>
                <a:lnTo>
                  <a:pt x="7230" y="5455"/>
                </a:lnTo>
                <a:lnTo>
                  <a:pt x="7406" y="5636"/>
                </a:lnTo>
                <a:lnTo>
                  <a:pt x="7544" y="5739"/>
                </a:lnTo>
                <a:lnTo>
                  <a:pt x="7733" y="5881"/>
                </a:lnTo>
                <a:lnTo>
                  <a:pt x="7909" y="6062"/>
                </a:lnTo>
                <a:lnTo>
                  <a:pt x="8047" y="6113"/>
                </a:lnTo>
                <a:lnTo>
                  <a:pt x="8236" y="6294"/>
                </a:lnTo>
                <a:lnTo>
                  <a:pt x="8412" y="6436"/>
                </a:lnTo>
                <a:lnTo>
                  <a:pt x="8550" y="6539"/>
                </a:lnTo>
                <a:lnTo>
                  <a:pt x="8739" y="6719"/>
                </a:lnTo>
                <a:lnTo>
                  <a:pt x="8915" y="6861"/>
                </a:lnTo>
                <a:lnTo>
                  <a:pt x="9053" y="6952"/>
                </a:lnTo>
                <a:lnTo>
                  <a:pt x="9242" y="7093"/>
                </a:lnTo>
                <a:lnTo>
                  <a:pt x="9418" y="7287"/>
                </a:lnTo>
                <a:lnTo>
                  <a:pt x="9556" y="7377"/>
                </a:lnTo>
                <a:lnTo>
                  <a:pt x="9745" y="7519"/>
                </a:lnTo>
                <a:lnTo>
                  <a:pt x="9921" y="7713"/>
                </a:lnTo>
                <a:lnTo>
                  <a:pt x="10059" y="7803"/>
                </a:lnTo>
                <a:lnTo>
                  <a:pt x="10247" y="7945"/>
                </a:lnTo>
                <a:lnTo>
                  <a:pt x="10424" y="8138"/>
                </a:lnTo>
                <a:lnTo>
                  <a:pt x="10562" y="8228"/>
                </a:lnTo>
                <a:lnTo>
                  <a:pt x="10750" y="8409"/>
                </a:lnTo>
                <a:lnTo>
                  <a:pt x="10926" y="8551"/>
                </a:lnTo>
                <a:lnTo>
                  <a:pt x="11065" y="8654"/>
                </a:lnTo>
                <a:lnTo>
                  <a:pt x="11253" y="8835"/>
                </a:lnTo>
                <a:lnTo>
                  <a:pt x="11442" y="8977"/>
                </a:lnTo>
                <a:lnTo>
                  <a:pt x="11668" y="9170"/>
                </a:lnTo>
                <a:lnTo>
                  <a:pt x="11844" y="9351"/>
                </a:lnTo>
                <a:lnTo>
                  <a:pt x="12071" y="9544"/>
                </a:lnTo>
                <a:lnTo>
                  <a:pt x="12259" y="9686"/>
                </a:lnTo>
                <a:lnTo>
                  <a:pt x="12448" y="9866"/>
                </a:lnTo>
                <a:lnTo>
                  <a:pt x="12586" y="9970"/>
                </a:lnTo>
                <a:lnTo>
                  <a:pt x="12762" y="10150"/>
                </a:lnTo>
                <a:lnTo>
                  <a:pt x="12951" y="10344"/>
                </a:lnTo>
                <a:lnTo>
                  <a:pt x="13089" y="10434"/>
                </a:lnTo>
                <a:lnTo>
                  <a:pt x="13265" y="10576"/>
                </a:lnTo>
                <a:lnTo>
                  <a:pt x="13454" y="10769"/>
                </a:lnTo>
                <a:lnTo>
                  <a:pt x="13592" y="10860"/>
                </a:lnTo>
                <a:lnTo>
                  <a:pt x="13768" y="11053"/>
                </a:lnTo>
                <a:lnTo>
                  <a:pt x="13957" y="11234"/>
                </a:lnTo>
                <a:lnTo>
                  <a:pt x="14095" y="11324"/>
                </a:lnTo>
                <a:lnTo>
                  <a:pt x="14271" y="11517"/>
                </a:lnTo>
                <a:lnTo>
                  <a:pt x="14460" y="11659"/>
                </a:lnTo>
                <a:lnTo>
                  <a:pt x="14598" y="11750"/>
                </a:lnTo>
                <a:lnTo>
                  <a:pt x="14774" y="11943"/>
                </a:lnTo>
                <a:lnTo>
                  <a:pt x="14963" y="12124"/>
                </a:lnTo>
                <a:lnTo>
                  <a:pt x="15101" y="12227"/>
                </a:lnTo>
                <a:lnTo>
                  <a:pt x="15277" y="12407"/>
                </a:lnTo>
                <a:lnTo>
                  <a:pt x="15466" y="12601"/>
                </a:lnTo>
                <a:lnTo>
                  <a:pt x="15604" y="12691"/>
                </a:lnTo>
                <a:lnTo>
                  <a:pt x="15780" y="12885"/>
                </a:lnTo>
                <a:lnTo>
                  <a:pt x="15969" y="13065"/>
                </a:lnTo>
                <a:lnTo>
                  <a:pt x="16107" y="13168"/>
                </a:lnTo>
                <a:lnTo>
                  <a:pt x="16283" y="13349"/>
                </a:lnTo>
                <a:lnTo>
                  <a:pt x="16472" y="13542"/>
                </a:lnTo>
                <a:lnTo>
                  <a:pt x="16610" y="13633"/>
                </a:lnTo>
                <a:lnTo>
                  <a:pt x="16786" y="13826"/>
                </a:lnTo>
                <a:lnTo>
                  <a:pt x="16975" y="14007"/>
                </a:lnTo>
                <a:lnTo>
                  <a:pt x="17113" y="14097"/>
                </a:lnTo>
                <a:lnTo>
                  <a:pt x="17289" y="14291"/>
                </a:lnTo>
                <a:lnTo>
                  <a:pt x="17478" y="14484"/>
                </a:lnTo>
                <a:lnTo>
                  <a:pt x="17616" y="14574"/>
                </a:lnTo>
                <a:lnTo>
                  <a:pt x="17792" y="14755"/>
                </a:lnTo>
                <a:lnTo>
                  <a:pt x="17981" y="14948"/>
                </a:lnTo>
                <a:lnTo>
                  <a:pt x="18119" y="15039"/>
                </a:lnTo>
                <a:lnTo>
                  <a:pt x="18207" y="15180"/>
                </a:lnTo>
                <a:lnTo>
                  <a:pt x="18396" y="15374"/>
                </a:lnTo>
                <a:lnTo>
                  <a:pt x="18622" y="15555"/>
                </a:lnTo>
                <a:lnTo>
                  <a:pt x="18811" y="15748"/>
                </a:lnTo>
                <a:lnTo>
                  <a:pt x="18987" y="15941"/>
                </a:lnTo>
                <a:lnTo>
                  <a:pt x="19125" y="16032"/>
                </a:lnTo>
                <a:lnTo>
                  <a:pt x="19313" y="16212"/>
                </a:lnTo>
                <a:lnTo>
                  <a:pt x="19490" y="16457"/>
                </a:lnTo>
                <a:lnTo>
                  <a:pt x="19628" y="16548"/>
                </a:lnTo>
                <a:lnTo>
                  <a:pt x="19816" y="16741"/>
                </a:lnTo>
                <a:lnTo>
                  <a:pt x="19992" y="16922"/>
                </a:lnTo>
              </a:path>
            </a:pathLst>
          </a:custGeom>
          <a:ln w="17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7197876" y="5028466"/>
            <a:ext cx="20043" cy="22519"/>
          </a:xfrm>
          <a:custGeom>
            <a:avLst/>
            <a:gdLst/>
            <a:ahLst/>
            <a:cxnLst/>
            <a:rect l="l" t="t" r="r" b="b"/>
            <a:pathLst>
              <a:path w="20043" h="2251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5"/>
                </a:lnTo>
                <a:lnTo>
                  <a:pt x="641" y="606"/>
                </a:lnTo>
                <a:lnTo>
                  <a:pt x="829" y="799"/>
                </a:lnTo>
                <a:lnTo>
                  <a:pt x="1005" y="993"/>
                </a:lnTo>
                <a:lnTo>
                  <a:pt x="1144" y="1135"/>
                </a:lnTo>
                <a:lnTo>
                  <a:pt x="1332" y="1315"/>
                </a:lnTo>
                <a:lnTo>
                  <a:pt x="1508" y="1509"/>
                </a:lnTo>
                <a:lnTo>
                  <a:pt x="1647" y="1599"/>
                </a:lnTo>
                <a:lnTo>
                  <a:pt x="1835" y="1831"/>
                </a:lnTo>
                <a:lnTo>
                  <a:pt x="2011" y="2024"/>
                </a:lnTo>
                <a:lnTo>
                  <a:pt x="2150" y="2115"/>
                </a:lnTo>
                <a:lnTo>
                  <a:pt x="2338" y="2308"/>
                </a:lnTo>
                <a:lnTo>
                  <a:pt x="2426" y="2450"/>
                </a:lnTo>
                <a:lnTo>
                  <a:pt x="2653" y="2631"/>
                </a:lnTo>
                <a:lnTo>
                  <a:pt x="2841" y="2824"/>
                </a:lnTo>
                <a:lnTo>
                  <a:pt x="2929" y="2966"/>
                </a:lnTo>
                <a:lnTo>
                  <a:pt x="3156" y="3147"/>
                </a:lnTo>
                <a:lnTo>
                  <a:pt x="3344" y="3340"/>
                </a:lnTo>
                <a:lnTo>
                  <a:pt x="3432" y="3482"/>
                </a:lnTo>
                <a:lnTo>
                  <a:pt x="3659" y="3663"/>
                </a:lnTo>
                <a:lnTo>
                  <a:pt x="3847" y="3908"/>
                </a:lnTo>
                <a:lnTo>
                  <a:pt x="4023" y="4088"/>
                </a:lnTo>
                <a:lnTo>
                  <a:pt x="4162" y="4178"/>
                </a:lnTo>
                <a:lnTo>
                  <a:pt x="4350" y="4424"/>
                </a:lnTo>
                <a:lnTo>
                  <a:pt x="4526" y="4604"/>
                </a:lnTo>
                <a:lnTo>
                  <a:pt x="4665" y="4707"/>
                </a:lnTo>
                <a:lnTo>
                  <a:pt x="4765" y="4836"/>
                </a:lnTo>
                <a:lnTo>
                  <a:pt x="4941" y="5030"/>
                </a:lnTo>
                <a:lnTo>
                  <a:pt x="5168" y="5262"/>
                </a:lnTo>
                <a:lnTo>
                  <a:pt x="5356" y="5455"/>
                </a:lnTo>
                <a:lnTo>
                  <a:pt x="5444" y="5597"/>
                </a:lnTo>
                <a:lnTo>
                  <a:pt x="5670" y="5778"/>
                </a:lnTo>
                <a:lnTo>
                  <a:pt x="5859" y="6023"/>
                </a:lnTo>
                <a:lnTo>
                  <a:pt x="6048" y="6203"/>
                </a:lnTo>
                <a:lnTo>
                  <a:pt x="6186" y="6345"/>
                </a:lnTo>
                <a:lnTo>
                  <a:pt x="6362" y="6539"/>
                </a:lnTo>
                <a:lnTo>
                  <a:pt x="6551" y="6771"/>
                </a:lnTo>
                <a:lnTo>
                  <a:pt x="6689" y="6861"/>
                </a:lnTo>
                <a:lnTo>
                  <a:pt x="6865" y="7093"/>
                </a:lnTo>
                <a:lnTo>
                  <a:pt x="7054" y="7287"/>
                </a:lnTo>
                <a:lnTo>
                  <a:pt x="7192" y="7429"/>
                </a:lnTo>
                <a:lnTo>
                  <a:pt x="7368" y="7622"/>
                </a:lnTo>
                <a:lnTo>
                  <a:pt x="7456" y="7751"/>
                </a:lnTo>
                <a:lnTo>
                  <a:pt x="7695" y="7945"/>
                </a:lnTo>
                <a:lnTo>
                  <a:pt x="7783" y="8087"/>
                </a:lnTo>
                <a:lnTo>
                  <a:pt x="7959" y="8280"/>
                </a:lnTo>
                <a:lnTo>
                  <a:pt x="8060" y="8409"/>
                </a:lnTo>
                <a:lnTo>
                  <a:pt x="8198" y="8512"/>
                </a:lnTo>
                <a:lnTo>
                  <a:pt x="8374" y="8744"/>
                </a:lnTo>
                <a:lnTo>
                  <a:pt x="8563" y="8977"/>
                </a:lnTo>
                <a:lnTo>
                  <a:pt x="8701" y="9067"/>
                </a:lnTo>
                <a:lnTo>
                  <a:pt x="8877" y="9312"/>
                </a:lnTo>
                <a:lnTo>
                  <a:pt x="9066" y="9492"/>
                </a:lnTo>
                <a:lnTo>
                  <a:pt x="9204" y="9634"/>
                </a:lnTo>
                <a:lnTo>
                  <a:pt x="9380" y="9866"/>
                </a:lnTo>
                <a:lnTo>
                  <a:pt x="9568" y="10060"/>
                </a:lnTo>
                <a:lnTo>
                  <a:pt x="9707" y="10202"/>
                </a:lnTo>
                <a:lnTo>
                  <a:pt x="9883" y="10434"/>
                </a:lnTo>
                <a:lnTo>
                  <a:pt x="10071" y="10627"/>
                </a:lnTo>
                <a:lnTo>
                  <a:pt x="10210" y="10769"/>
                </a:lnTo>
                <a:lnTo>
                  <a:pt x="10386" y="11002"/>
                </a:lnTo>
                <a:lnTo>
                  <a:pt x="10574" y="11182"/>
                </a:lnTo>
                <a:lnTo>
                  <a:pt x="10713" y="11324"/>
                </a:lnTo>
                <a:lnTo>
                  <a:pt x="10889" y="11569"/>
                </a:lnTo>
                <a:lnTo>
                  <a:pt x="11077" y="11801"/>
                </a:lnTo>
                <a:lnTo>
                  <a:pt x="11216" y="11891"/>
                </a:lnTo>
                <a:lnTo>
                  <a:pt x="11392" y="12124"/>
                </a:lnTo>
                <a:lnTo>
                  <a:pt x="11580" y="12369"/>
                </a:lnTo>
                <a:lnTo>
                  <a:pt x="11719" y="12459"/>
                </a:lnTo>
                <a:lnTo>
                  <a:pt x="11807" y="12601"/>
                </a:lnTo>
                <a:lnTo>
                  <a:pt x="11995" y="12833"/>
                </a:lnTo>
                <a:lnTo>
                  <a:pt x="12222" y="13065"/>
                </a:lnTo>
                <a:lnTo>
                  <a:pt x="12410" y="13297"/>
                </a:lnTo>
                <a:lnTo>
                  <a:pt x="12586" y="13542"/>
                </a:lnTo>
                <a:lnTo>
                  <a:pt x="12725" y="13633"/>
                </a:lnTo>
                <a:lnTo>
                  <a:pt x="12813" y="13775"/>
                </a:lnTo>
                <a:lnTo>
                  <a:pt x="13001" y="13968"/>
                </a:lnTo>
                <a:lnTo>
                  <a:pt x="13089" y="14097"/>
                </a:lnTo>
                <a:lnTo>
                  <a:pt x="13228" y="14200"/>
                </a:lnTo>
                <a:lnTo>
                  <a:pt x="13316" y="14342"/>
                </a:lnTo>
                <a:lnTo>
                  <a:pt x="13504" y="14574"/>
                </a:lnTo>
                <a:lnTo>
                  <a:pt x="13592" y="14716"/>
                </a:lnTo>
                <a:lnTo>
                  <a:pt x="13731" y="14806"/>
                </a:lnTo>
                <a:lnTo>
                  <a:pt x="13819" y="14948"/>
                </a:lnTo>
                <a:lnTo>
                  <a:pt x="14007" y="15180"/>
                </a:lnTo>
                <a:lnTo>
                  <a:pt x="14234" y="15413"/>
                </a:lnTo>
                <a:lnTo>
                  <a:pt x="14422" y="15658"/>
                </a:lnTo>
                <a:lnTo>
                  <a:pt x="14598" y="15890"/>
                </a:lnTo>
                <a:lnTo>
                  <a:pt x="14736" y="15980"/>
                </a:lnTo>
                <a:lnTo>
                  <a:pt x="14824" y="16122"/>
                </a:lnTo>
                <a:lnTo>
                  <a:pt x="15013" y="16354"/>
                </a:lnTo>
                <a:lnTo>
                  <a:pt x="15101" y="16496"/>
                </a:lnTo>
                <a:lnTo>
                  <a:pt x="15239" y="16599"/>
                </a:lnTo>
                <a:lnTo>
                  <a:pt x="15327" y="16741"/>
                </a:lnTo>
                <a:lnTo>
                  <a:pt x="15516" y="16973"/>
                </a:lnTo>
                <a:lnTo>
                  <a:pt x="15742" y="17205"/>
                </a:lnTo>
                <a:lnTo>
                  <a:pt x="15830" y="17347"/>
                </a:lnTo>
                <a:lnTo>
                  <a:pt x="16019" y="17580"/>
                </a:lnTo>
                <a:lnTo>
                  <a:pt x="16245" y="17812"/>
                </a:lnTo>
                <a:lnTo>
                  <a:pt x="16434" y="18057"/>
                </a:lnTo>
                <a:lnTo>
                  <a:pt x="16522" y="18199"/>
                </a:lnTo>
                <a:lnTo>
                  <a:pt x="16748" y="18431"/>
                </a:lnTo>
                <a:lnTo>
                  <a:pt x="16937" y="18663"/>
                </a:lnTo>
                <a:lnTo>
                  <a:pt x="17025" y="18805"/>
                </a:lnTo>
                <a:lnTo>
                  <a:pt x="17251" y="19037"/>
                </a:lnTo>
                <a:lnTo>
                  <a:pt x="17440" y="19269"/>
                </a:lnTo>
                <a:lnTo>
                  <a:pt x="17528" y="19411"/>
                </a:lnTo>
                <a:lnTo>
                  <a:pt x="17754" y="19643"/>
                </a:lnTo>
                <a:lnTo>
                  <a:pt x="17855" y="19785"/>
                </a:lnTo>
                <a:lnTo>
                  <a:pt x="18031" y="20030"/>
                </a:lnTo>
                <a:lnTo>
                  <a:pt x="18119" y="20172"/>
                </a:lnTo>
                <a:lnTo>
                  <a:pt x="18257" y="20262"/>
                </a:lnTo>
                <a:lnTo>
                  <a:pt x="18358" y="20404"/>
                </a:lnTo>
                <a:lnTo>
                  <a:pt x="18534" y="20636"/>
                </a:lnTo>
                <a:lnTo>
                  <a:pt x="18634" y="20778"/>
                </a:lnTo>
                <a:lnTo>
                  <a:pt x="18861" y="21010"/>
                </a:lnTo>
                <a:lnTo>
                  <a:pt x="18949" y="21152"/>
                </a:lnTo>
                <a:lnTo>
                  <a:pt x="19137" y="21384"/>
                </a:lnTo>
                <a:lnTo>
                  <a:pt x="19263" y="21526"/>
                </a:lnTo>
                <a:lnTo>
                  <a:pt x="19452" y="21758"/>
                </a:lnTo>
                <a:lnTo>
                  <a:pt x="19540" y="21900"/>
                </a:lnTo>
                <a:lnTo>
                  <a:pt x="19779" y="22145"/>
                </a:lnTo>
                <a:lnTo>
                  <a:pt x="19867" y="22287"/>
                </a:lnTo>
                <a:lnTo>
                  <a:pt x="19955" y="22429"/>
                </a:lnTo>
              </a:path>
            </a:pathLst>
          </a:custGeom>
          <a:ln w="17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7217919" y="5050986"/>
            <a:ext cx="20055" cy="27782"/>
          </a:xfrm>
          <a:custGeom>
            <a:avLst/>
            <a:gdLst/>
            <a:ahLst/>
            <a:cxnLst/>
            <a:rect l="l" t="t" r="r" b="b"/>
            <a:pathLst>
              <a:path w="20055" h="2778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5"/>
                </a:lnTo>
                <a:lnTo>
                  <a:pt x="502" y="657"/>
                </a:lnTo>
                <a:lnTo>
                  <a:pt x="741" y="889"/>
                </a:lnTo>
                <a:lnTo>
                  <a:pt x="829" y="1031"/>
                </a:lnTo>
                <a:lnTo>
                  <a:pt x="917" y="1173"/>
                </a:lnTo>
                <a:lnTo>
                  <a:pt x="1106" y="1405"/>
                </a:lnTo>
                <a:lnTo>
                  <a:pt x="1244" y="1547"/>
                </a:lnTo>
                <a:lnTo>
                  <a:pt x="1332" y="1689"/>
                </a:lnTo>
                <a:lnTo>
                  <a:pt x="1508" y="1921"/>
                </a:lnTo>
                <a:lnTo>
                  <a:pt x="1609" y="2063"/>
                </a:lnTo>
                <a:lnTo>
                  <a:pt x="1747" y="2153"/>
                </a:lnTo>
                <a:lnTo>
                  <a:pt x="1835" y="2295"/>
                </a:lnTo>
                <a:lnTo>
                  <a:pt x="1923" y="2437"/>
                </a:lnTo>
                <a:lnTo>
                  <a:pt x="2011" y="2579"/>
                </a:lnTo>
                <a:lnTo>
                  <a:pt x="2250" y="2811"/>
                </a:lnTo>
                <a:lnTo>
                  <a:pt x="2338" y="2953"/>
                </a:lnTo>
                <a:lnTo>
                  <a:pt x="2426" y="3095"/>
                </a:lnTo>
                <a:lnTo>
                  <a:pt x="2527" y="3237"/>
                </a:lnTo>
                <a:lnTo>
                  <a:pt x="2753" y="3469"/>
                </a:lnTo>
                <a:lnTo>
                  <a:pt x="2841" y="3611"/>
                </a:lnTo>
                <a:lnTo>
                  <a:pt x="2929" y="3753"/>
                </a:lnTo>
                <a:lnTo>
                  <a:pt x="3118" y="3998"/>
                </a:lnTo>
                <a:lnTo>
                  <a:pt x="3256" y="4140"/>
                </a:lnTo>
                <a:lnTo>
                  <a:pt x="3344" y="4269"/>
                </a:lnTo>
                <a:lnTo>
                  <a:pt x="3432" y="4411"/>
                </a:lnTo>
                <a:lnTo>
                  <a:pt x="3621" y="4656"/>
                </a:lnTo>
                <a:lnTo>
                  <a:pt x="3759" y="4798"/>
                </a:lnTo>
                <a:lnTo>
                  <a:pt x="3847" y="4927"/>
                </a:lnTo>
                <a:lnTo>
                  <a:pt x="3935" y="5068"/>
                </a:lnTo>
                <a:lnTo>
                  <a:pt x="4124" y="5313"/>
                </a:lnTo>
                <a:lnTo>
                  <a:pt x="4262" y="5455"/>
                </a:lnTo>
                <a:lnTo>
                  <a:pt x="4350" y="5584"/>
                </a:lnTo>
                <a:lnTo>
                  <a:pt x="4438" y="5726"/>
                </a:lnTo>
                <a:lnTo>
                  <a:pt x="4627" y="5971"/>
                </a:lnTo>
                <a:lnTo>
                  <a:pt x="4765" y="6113"/>
                </a:lnTo>
                <a:lnTo>
                  <a:pt x="4853" y="6255"/>
                </a:lnTo>
                <a:lnTo>
                  <a:pt x="4941" y="6384"/>
                </a:lnTo>
                <a:lnTo>
                  <a:pt x="5042" y="6526"/>
                </a:lnTo>
                <a:lnTo>
                  <a:pt x="5268" y="6771"/>
                </a:lnTo>
                <a:lnTo>
                  <a:pt x="5356" y="6913"/>
                </a:lnTo>
                <a:lnTo>
                  <a:pt x="5444" y="7042"/>
                </a:lnTo>
                <a:lnTo>
                  <a:pt x="5545" y="7184"/>
                </a:lnTo>
                <a:lnTo>
                  <a:pt x="5633" y="7326"/>
                </a:lnTo>
                <a:lnTo>
                  <a:pt x="5771" y="7429"/>
                </a:lnTo>
                <a:lnTo>
                  <a:pt x="5859" y="7571"/>
                </a:lnTo>
                <a:lnTo>
                  <a:pt x="5960" y="7700"/>
                </a:lnTo>
                <a:lnTo>
                  <a:pt x="6048" y="7842"/>
                </a:lnTo>
                <a:lnTo>
                  <a:pt x="6136" y="7983"/>
                </a:lnTo>
                <a:lnTo>
                  <a:pt x="6274" y="8125"/>
                </a:lnTo>
                <a:lnTo>
                  <a:pt x="6362" y="8267"/>
                </a:lnTo>
                <a:lnTo>
                  <a:pt x="6463" y="8409"/>
                </a:lnTo>
                <a:lnTo>
                  <a:pt x="6639" y="8641"/>
                </a:lnTo>
                <a:lnTo>
                  <a:pt x="6777" y="8783"/>
                </a:lnTo>
                <a:lnTo>
                  <a:pt x="6865" y="8925"/>
                </a:lnTo>
                <a:lnTo>
                  <a:pt x="6966" y="9067"/>
                </a:lnTo>
                <a:lnTo>
                  <a:pt x="7054" y="9209"/>
                </a:lnTo>
                <a:lnTo>
                  <a:pt x="7142" y="9351"/>
                </a:lnTo>
                <a:lnTo>
                  <a:pt x="7280" y="9492"/>
                </a:lnTo>
                <a:lnTo>
                  <a:pt x="7368" y="9634"/>
                </a:lnTo>
                <a:lnTo>
                  <a:pt x="7557" y="9866"/>
                </a:lnTo>
                <a:lnTo>
                  <a:pt x="7645" y="10008"/>
                </a:lnTo>
                <a:lnTo>
                  <a:pt x="7783" y="10150"/>
                </a:lnTo>
                <a:lnTo>
                  <a:pt x="7871" y="10292"/>
                </a:lnTo>
                <a:lnTo>
                  <a:pt x="7972" y="10434"/>
                </a:lnTo>
                <a:lnTo>
                  <a:pt x="8060" y="10576"/>
                </a:lnTo>
                <a:lnTo>
                  <a:pt x="8148" y="10718"/>
                </a:lnTo>
                <a:lnTo>
                  <a:pt x="8286" y="10860"/>
                </a:lnTo>
                <a:lnTo>
                  <a:pt x="8374" y="11002"/>
                </a:lnTo>
                <a:lnTo>
                  <a:pt x="8475" y="11143"/>
                </a:lnTo>
                <a:lnTo>
                  <a:pt x="8563" y="11272"/>
                </a:lnTo>
                <a:lnTo>
                  <a:pt x="8789" y="11517"/>
                </a:lnTo>
                <a:lnTo>
                  <a:pt x="8877" y="11659"/>
                </a:lnTo>
                <a:lnTo>
                  <a:pt x="8977" y="11801"/>
                </a:lnTo>
                <a:lnTo>
                  <a:pt x="9066" y="11930"/>
                </a:lnTo>
                <a:lnTo>
                  <a:pt x="9154" y="12072"/>
                </a:lnTo>
                <a:lnTo>
                  <a:pt x="9292" y="12214"/>
                </a:lnTo>
                <a:lnTo>
                  <a:pt x="9380" y="12356"/>
                </a:lnTo>
                <a:lnTo>
                  <a:pt x="9480" y="12498"/>
                </a:lnTo>
                <a:lnTo>
                  <a:pt x="9568" y="12640"/>
                </a:lnTo>
                <a:lnTo>
                  <a:pt x="9656" y="12781"/>
                </a:lnTo>
                <a:lnTo>
                  <a:pt x="9795" y="12923"/>
                </a:lnTo>
                <a:lnTo>
                  <a:pt x="9895" y="13065"/>
                </a:lnTo>
                <a:lnTo>
                  <a:pt x="9983" y="13207"/>
                </a:lnTo>
                <a:lnTo>
                  <a:pt x="10071" y="13349"/>
                </a:lnTo>
                <a:lnTo>
                  <a:pt x="10159" y="13491"/>
                </a:lnTo>
                <a:lnTo>
                  <a:pt x="10298" y="13633"/>
                </a:lnTo>
                <a:lnTo>
                  <a:pt x="10398" y="13775"/>
                </a:lnTo>
                <a:lnTo>
                  <a:pt x="10486" y="13916"/>
                </a:lnTo>
                <a:lnTo>
                  <a:pt x="10574" y="14045"/>
                </a:lnTo>
                <a:lnTo>
                  <a:pt x="10662" y="14187"/>
                </a:lnTo>
                <a:lnTo>
                  <a:pt x="10801" y="14329"/>
                </a:lnTo>
                <a:lnTo>
                  <a:pt x="10901" y="14471"/>
                </a:lnTo>
                <a:lnTo>
                  <a:pt x="10989" y="14613"/>
                </a:lnTo>
                <a:lnTo>
                  <a:pt x="11077" y="14755"/>
                </a:lnTo>
                <a:lnTo>
                  <a:pt x="11165" y="14897"/>
                </a:lnTo>
                <a:lnTo>
                  <a:pt x="11304" y="15039"/>
                </a:lnTo>
                <a:lnTo>
                  <a:pt x="11404" y="15180"/>
                </a:lnTo>
                <a:lnTo>
                  <a:pt x="11492" y="15322"/>
                </a:lnTo>
                <a:lnTo>
                  <a:pt x="11580" y="15464"/>
                </a:lnTo>
                <a:lnTo>
                  <a:pt x="11668" y="15606"/>
                </a:lnTo>
                <a:lnTo>
                  <a:pt x="11807" y="15748"/>
                </a:lnTo>
                <a:lnTo>
                  <a:pt x="11907" y="15890"/>
                </a:lnTo>
                <a:lnTo>
                  <a:pt x="11995" y="16032"/>
                </a:lnTo>
                <a:lnTo>
                  <a:pt x="12083" y="16161"/>
                </a:lnTo>
                <a:lnTo>
                  <a:pt x="12184" y="16303"/>
                </a:lnTo>
                <a:lnTo>
                  <a:pt x="12310" y="16444"/>
                </a:lnTo>
                <a:lnTo>
                  <a:pt x="12410" y="16586"/>
                </a:lnTo>
                <a:lnTo>
                  <a:pt x="12498" y="16728"/>
                </a:lnTo>
                <a:lnTo>
                  <a:pt x="12586" y="16870"/>
                </a:lnTo>
                <a:lnTo>
                  <a:pt x="12687" y="17012"/>
                </a:lnTo>
                <a:lnTo>
                  <a:pt x="12813" y="17154"/>
                </a:lnTo>
                <a:lnTo>
                  <a:pt x="12913" y="17296"/>
                </a:lnTo>
                <a:lnTo>
                  <a:pt x="13001" y="17438"/>
                </a:lnTo>
                <a:lnTo>
                  <a:pt x="13089" y="17580"/>
                </a:lnTo>
                <a:lnTo>
                  <a:pt x="13190" y="17721"/>
                </a:lnTo>
                <a:lnTo>
                  <a:pt x="13316" y="17863"/>
                </a:lnTo>
                <a:lnTo>
                  <a:pt x="13416" y="18005"/>
                </a:lnTo>
                <a:lnTo>
                  <a:pt x="13504" y="18186"/>
                </a:lnTo>
                <a:lnTo>
                  <a:pt x="13592" y="18328"/>
                </a:lnTo>
                <a:lnTo>
                  <a:pt x="13693" y="18469"/>
                </a:lnTo>
                <a:lnTo>
                  <a:pt x="13831" y="18611"/>
                </a:lnTo>
                <a:lnTo>
                  <a:pt x="13919" y="18753"/>
                </a:lnTo>
                <a:lnTo>
                  <a:pt x="14007" y="18895"/>
                </a:lnTo>
                <a:lnTo>
                  <a:pt x="14095" y="19037"/>
                </a:lnTo>
                <a:lnTo>
                  <a:pt x="14196" y="19179"/>
                </a:lnTo>
                <a:lnTo>
                  <a:pt x="14334" y="19321"/>
                </a:lnTo>
                <a:lnTo>
                  <a:pt x="14422" y="19463"/>
                </a:lnTo>
                <a:lnTo>
                  <a:pt x="14510" y="19605"/>
                </a:lnTo>
                <a:lnTo>
                  <a:pt x="14598" y="19733"/>
                </a:lnTo>
                <a:lnTo>
                  <a:pt x="14699" y="19927"/>
                </a:lnTo>
                <a:lnTo>
                  <a:pt x="14837" y="20069"/>
                </a:lnTo>
                <a:lnTo>
                  <a:pt x="14925" y="20211"/>
                </a:lnTo>
                <a:lnTo>
                  <a:pt x="15013" y="20353"/>
                </a:lnTo>
                <a:lnTo>
                  <a:pt x="15101" y="20494"/>
                </a:lnTo>
                <a:lnTo>
                  <a:pt x="15202" y="20636"/>
                </a:lnTo>
                <a:lnTo>
                  <a:pt x="15340" y="20778"/>
                </a:lnTo>
                <a:lnTo>
                  <a:pt x="15428" y="20920"/>
                </a:lnTo>
                <a:lnTo>
                  <a:pt x="15516" y="21062"/>
                </a:lnTo>
                <a:lnTo>
                  <a:pt x="15604" y="21243"/>
                </a:lnTo>
                <a:lnTo>
                  <a:pt x="15705" y="21384"/>
                </a:lnTo>
                <a:lnTo>
                  <a:pt x="15843" y="21526"/>
                </a:lnTo>
                <a:lnTo>
                  <a:pt x="15931" y="21668"/>
                </a:lnTo>
                <a:lnTo>
                  <a:pt x="16019" y="21810"/>
                </a:lnTo>
                <a:lnTo>
                  <a:pt x="16120" y="21952"/>
                </a:lnTo>
                <a:lnTo>
                  <a:pt x="16208" y="22094"/>
                </a:lnTo>
                <a:lnTo>
                  <a:pt x="16346" y="22236"/>
                </a:lnTo>
                <a:lnTo>
                  <a:pt x="16434" y="22416"/>
                </a:lnTo>
                <a:lnTo>
                  <a:pt x="16522" y="22558"/>
                </a:lnTo>
                <a:lnTo>
                  <a:pt x="16623" y="22700"/>
                </a:lnTo>
                <a:lnTo>
                  <a:pt x="16711" y="22842"/>
                </a:lnTo>
                <a:lnTo>
                  <a:pt x="16849" y="22984"/>
                </a:lnTo>
                <a:lnTo>
                  <a:pt x="16937" y="23126"/>
                </a:lnTo>
                <a:lnTo>
                  <a:pt x="17025" y="23268"/>
                </a:lnTo>
                <a:lnTo>
                  <a:pt x="17126" y="23448"/>
                </a:lnTo>
                <a:lnTo>
                  <a:pt x="17214" y="23590"/>
                </a:lnTo>
                <a:lnTo>
                  <a:pt x="17352" y="23732"/>
                </a:lnTo>
                <a:lnTo>
                  <a:pt x="17440" y="23874"/>
                </a:lnTo>
                <a:lnTo>
                  <a:pt x="17528" y="24016"/>
                </a:lnTo>
                <a:lnTo>
                  <a:pt x="17629" y="24158"/>
                </a:lnTo>
                <a:lnTo>
                  <a:pt x="17717" y="24351"/>
                </a:lnTo>
                <a:lnTo>
                  <a:pt x="17855" y="24493"/>
                </a:lnTo>
                <a:lnTo>
                  <a:pt x="17943" y="24622"/>
                </a:lnTo>
                <a:lnTo>
                  <a:pt x="18031" y="24764"/>
                </a:lnTo>
                <a:lnTo>
                  <a:pt x="18132" y="24906"/>
                </a:lnTo>
                <a:lnTo>
                  <a:pt x="18220" y="25099"/>
                </a:lnTo>
                <a:lnTo>
                  <a:pt x="18358" y="25241"/>
                </a:lnTo>
                <a:lnTo>
                  <a:pt x="18446" y="25383"/>
                </a:lnTo>
                <a:lnTo>
                  <a:pt x="18534" y="25525"/>
                </a:lnTo>
                <a:lnTo>
                  <a:pt x="18634" y="25667"/>
                </a:lnTo>
                <a:lnTo>
                  <a:pt x="18723" y="25847"/>
                </a:lnTo>
                <a:lnTo>
                  <a:pt x="18861" y="25989"/>
                </a:lnTo>
                <a:lnTo>
                  <a:pt x="18949" y="26131"/>
                </a:lnTo>
                <a:lnTo>
                  <a:pt x="19037" y="26273"/>
                </a:lnTo>
                <a:lnTo>
                  <a:pt x="19137" y="26415"/>
                </a:lnTo>
                <a:lnTo>
                  <a:pt x="19225" y="26608"/>
                </a:lnTo>
                <a:lnTo>
                  <a:pt x="19364" y="26737"/>
                </a:lnTo>
                <a:lnTo>
                  <a:pt x="19452" y="26879"/>
                </a:lnTo>
                <a:lnTo>
                  <a:pt x="19540" y="27021"/>
                </a:lnTo>
                <a:lnTo>
                  <a:pt x="19640" y="27214"/>
                </a:lnTo>
                <a:lnTo>
                  <a:pt x="19728" y="27356"/>
                </a:lnTo>
                <a:lnTo>
                  <a:pt x="19867" y="27498"/>
                </a:lnTo>
                <a:lnTo>
                  <a:pt x="19955" y="27640"/>
                </a:lnTo>
                <a:lnTo>
                  <a:pt x="20055" y="27782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7237975" y="5078769"/>
            <a:ext cx="20043" cy="32619"/>
          </a:xfrm>
          <a:custGeom>
            <a:avLst/>
            <a:gdLst/>
            <a:ahLst/>
            <a:cxnLst/>
            <a:rect l="l" t="t" r="r" b="b"/>
            <a:pathLst>
              <a:path w="20043" h="32619">
                <a:moveTo>
                  <a:pt x="0" y="0"/>
                </a:moveTo>
                <a:lnTo>
                  <a:pt x="88" y="180"/>
                </a:lnTo>
                <a:lnTo>
                  <a:pt x="176" y="322"/>
                </a:lnTo>
                <a:lnTo>
                  <a:pt x="314" y="464"/>
                </a:lnTo>
                <a:lnTo>
                  <a:pt x="402" y="606"/>
                </a:lnTo>
                <a:lnTo>
                  <a:pt x="502" y="799"/>
                </a:lnTo>
                <a:lnTo>
                  <a:pt x="590" y="941"/>
                </a:lnTo>
                <a:lnTo>
                  <a:pt x="679" y="1070"/>
                </a:lnTo>
                <a:lnTo>
                  <a:pt x="817" y="1212"/>
                </a:lnTo>
                <a:lnTo>
                  <a:pt x="905" y="1405"/>
                </a:lnTo>
                <a:lnTo>
                  <a:pt x="1005" y="1547"/>
                </a:lnTo>
                <a:lnTo>
                  <a:pt x="1093" y="1689"/>
                </a:lnTo>
                <a:lnTo>
                  <a:pt x="1181" y="1831"/>
                </a:lnTo>
                <a:lnTo>
                  <a:pt x="1320" y="2012"/>
                </a:lnTo>
                <a:lnTo>
                  <a:pt x="1408" y="2153"/>
                </a:lnTo>
                <a:lnTo>
                  <a:pt x="1508" y="2295"/>
                </a:lnTo>
                <a:lnTo>
                  <a:pt x="1596" y="2489"/>
                </a:lnTo>
                <a:lnTo>
                  <a:pt x="1684" y="2631"/>
                </a:lnTo>
                <a:lnTo>
                  <a:pt x="1823" y="2773"/>
                </a:lnTo>
                <a:lnTo>
                  <a:pt x="1911" y="2914"/>
                </a:lnTo>
                <a:lnTo>
                  <a:pt x="2011" y="3095"/>
                </a:lnTo>
                <a:lnTo>
                  <a:pt x="2099" y="3237"/>
                </a:lnTo>
                <a:lnTo>
                  <a:pt x="2187" y="3379"/>
                </a:lnTo>
                <a:lnTo>
                  <a:pt x="2326" y="3572"/>
                </a:lnTo>
                <a:lnTo>
                  <a:pt x="2414" y="3714"/>
                </a:lnTo>
                <a:lnTo>
                  <a:pt x="2514" y="3856"/>
                </a:lnTo>
                <a:lnTo>
                  <a:pt x="2602" y="3985"/>
                </a:lnTo>
                <a:lnTo>
                  <a:pt x="2690" y="4178"/>
                </a:lnTo>
                <a:lnTo>
                  <a:pt x="2829" y="4320"/>
                </a:lnTo>
                <a:lnTo>
                  <a:pt x="2917" y="4462"/>
                </a:lnTo>
                <a:lnTo>
                  <a:pt x="3017" y="4643"/>
                </a:lnTo>
                <a:lnTo>
                  <a:pt x="3105" y="4785"/>
                </a:lnTo>
                <a:lnTo>
                  <a:pt x="3193" y="4927"/>
                </a:lnTo>
                <a:lnTo>
                  <a:pt x="3332" y="5120"/>
                </a:lnTo>
                <a:lnTo>
                  <a:pt x="3432" y="5262"/>
                </a:lnTo>
                <a:lnTo>
                  <a:pt x="3520" y="5404"/>
                </a:lnTo>
                <a:lnTo>
                  <a:pt x="3608" y="5584"/>
                </a:lnTo>
                <a:lnTo>
                  <a:pt x="3696" y="5726"/>
                </a:lnTo>
                <a:lnTo>
                  <a:pt x="3835" y="5868"/>
                </a:lnTo>
                <a:lnTo>
                  <a:pt x="3935" y="6062"/>
                </a:lnTo>
                <a:lnTo>
                  <a:pt x="4023" y="6203"/>
                </a:lnTo>
                <a:lnTo>
                  <a:pt x="4111" y="6345"/>
                </a:lnTo>
                <a:lnTo>
                  <a:pt x="4199" y="6526"/>
                </a:lnTo>
                <a:lnTo>
                  <a:pt x="4338" y="6668"/>
                </a:lnTo>
                <a:lnTo>
                  <a:pt x="4438" y="6810"/>
                </a:lnTo>
                <a:lnTo>
                  <a:pt x="4526" y="7003"/>
                </a:lnTo>
                <a:lnTo>
                  <a:pt x="4614" y="7145"/>
                </a:lnTo>
                <a:lnTo>
                  <a:pt x="4702" y="7287"/>
                </a:lnTo>
                <a:lnTo>
                  <a:pt x="4841" y="7467"/>
                </a:lnTo>
                <a:lnTo>
                  <a:pt x="4941" y="7609"/>
                </a:lnTo>
                <a:lnTo>
                  <a:pt x="5029" y="7803"/>
                </a:lnTo>
                <a:lnTo>
                  <a:pt x="5117" y="7945"/>
                </a:lnTo>
                <a:lnTo>
                  <a:pt x="5205" y="8087"/>
                </a:lnTo>
                <a:lnTo>
                  <a:pt x="5344" y="8267"/>
                </a:lnTo>
                <a:lnTo>
                  <a:pt x="5444" y="8409"/>
                </a:lnTo>
                <a:lnTo>
                  <a:pt x="5532" y="8551"/>
                </a:lnTo>
                <a:lnTo>
                  <a:pt x="5620" y="8744"/>
                </a:lnTo>
                <a:lnTo>
                  <a:pt x="5721" y="8873"/>
                </a:lnTo>
                <a:lnTo>
                  <a:pt x="5847" y="9067"/>
                </a:lnTo>
                <a:lnTo>
                  <a:pt x="5947" y="9209"/>
                </a:lnTo>
                <a:lnTo>
                  <a:pt x="6035" y="9351"/>
                </a:lnTo>
                <a:lnTo>
                  <a:pt x="6123" y="9531"/>
                </a:lnTo>
                <a:lnTo>
                  <a:pt x="6224" y="9673"/>
                </a:lnTo>
                <a:lnTo>
                  <a:pt x="6349" y="9866"/>
                </a:lnTo>
                <a:lnTo>
                  <a:pt x="6450" y="10008"/>
                </a:lnTo>
                <a:lnTo>
                  <a:pt x="6538" y="10150"/>
                </a:lnTo>
                <a:lnTo>
                  <a:pt x="6626" y="10331"/>
                </a:lnTo>
                <a:lnTo>
                  <a:pt x="6727" y="10473"/>
                </a:lnTo>
                <a:lnTo>
                  <a:pt x="6852" y="10666"/>
                </a:lnTo>
                <a:lnTo>
                  <a:pt x="6953" y="10808"/>
                </a:lnTo>
                <a:lnTo>
                  <a:pt x="7041" y="10950"/>
                </a:lnTo>
                <a:lnTo>
                  <a:pt x="7129" y="11131"/>
                </a:lnTo>
                <a:lnTo>
                  <a:pt x="7230" y="11272"/>
                </a:lnTo>
                <a:lnTo>
                  <a:pt x="7368" y="11466"/>
                </a:lnTo>
                <a:lnTo>
                  <a:pt x="7456" y="11608"/>
                </a:lnTo>
                <a:lnTo>
                  <a:pt x="7544" y="11750"/>
                </a:lnTo>
                <a:lnTo>
                  <a:pt x="7632" y="11930"/>
                </a:lnTo>
                <a:lnTo>
                  <a:pt x="7733" y="12072"/>
                </a:lnTo>
                <a:lnTo>
                  <a:pt x="7871" y="12266"/>
                </a:lnTo>
                <a:lnTo>
                  <a:pt x="7959" y="12407"/>
                </a:lnTo>
                <a:lnTo>
                  <a:pt x="8047" y="12588"/>
                </a:lnTo>
                <a:lnTo>
                  <a:pt x="8135" y="12730"/>
                </a:lnTo>
                <a:lnTo>
                  <a:pt x="8273" y="12923"/>
                </a:lnTo>
                <a:lnTo>
                  <a:pt x="8374" y="13065"/>
                </a:lnTo>
                <a:lnTo>
                  <a:pt x="8462" y="13207"/>
                </a:lnTo>
                <a:lnTo>
                  <a:pt x="8550" y="13388"/>
                </a:lnTo>
                <a:lnTo>
                  <a:pt x="8638" y="13530"/>
                </a:lnTo>
                <a:lnTo>
                  <a:pt x="8776" y="13723"/>
                </a:lnTo>
                <a:lnTo>
                  <a:pt x="8877" y="13865"/>
                </a:lnTo>
                <a:lnTo>
                  <a:pt x="8965" y="14045"/>
                </a:lnTo>
                <a:lnTo>
                  <a:pt x="9053" y="14187"/>
                </a:lnTo>
                <a:lnTo>
                  <a:pt x="9141" y="14381"/>
                </a:lnTo>
                <a:lnTo>
                  <a:pt x="9279" y="14523"/>
                </a:lnTo>
                <a:lnTo>
                  <a:pt x="9380" y="14703"/>
                </a:lnTo>
                <a:lnTo>
                  <a:pt x="9468" y="14845"/>
                </a:lnTo>
                <a:lnTo>
                  <a:pt x="9556" y="15039"/>
                </a:lnTo>
                <a:lnTo>
                  <a:pt x="9656" y="15180"/>
                </a:lnTo>
                <a:lnTo>
                  <a:pt x="9782" y="15361"/>
                </a:lnTo>
                <a:lnTo>
                  <a:pt x="9883" y="15503"/>
                </a:lnTo>
                <a:lnTo>
                  <a:pt x="9971" y="15645"/>
                </a:lnTo>
                <a:lnTo>
                  <a:pt x="10059" y="15838"/>
                </a:lnTo>
                <a:lnTo>
                  <a:pt x="10159" y="15980"/>
                </a:lnTo>
                <a:lnTo>
                  <a:pt x="10285" y="16161"/>
                </a:lnTo>
                <a:lnTo>
                  <a:pt x="10386" y="16303"/>
                </a:lnTo>
                <a:lnTo>
                  <a:pt x="10474" y="16496"/>
                </a:lnTo>
                <a:lnTo>
                  <a:pt x="10562" y="16638"/>
                </a:lnTo>
                <a:lnTo>
                  <a:pt x="10662" y="16819"/>
                </a:lnTo>
                <a:lnTo>
                  <a:pt x="10801" y="16960"/>
                </a:lnTo>
                <a:lnTo>
                  <a:pt x="10889" y="17154"/>
                </a:lnTo>
                <a:lnTo>
                  <a:pt x="10977" y="17296"/>
                </a:lnTo>
                <a:lnTo>
                  <a:pt x="11065" y="17476"/>
                </a:lnTo>
                <a:lnTo>
                  <a:pt x="11165" y="17670"/>
                </a:lnTo>
                <a:lnTo>
                  <a:pt x="11304" y="17812"/>
                </a:lnTo>
                <a:lnTo>
                  <a:pt x="11392" y="17992"/>
                </a:lnTo>
                <a:lnTo>
                  <a:pt x="11480" y="18134"/>
                </a:lnTo>
                <a:lnTo>
                  <a:pt x="11568" y="18328"/>
                </a:lnTo>
                <a:lnTo>
                  <a:pt x="11668" y="18469"/>
                </a:lnTo>
                <a:lnTo>
                  <a:pt x="11807" y="18663"/>
                </a:lnTo>
                <a:lnTo>
                  <a:pt x="11895" y="18792"/>
                </a:lnTo>
                <a:lnTo>
                  <a:pt x="11983" y="18985"/>
                </a:lnTo>
                <a:lnTo>
                  <a:pt x="12071" y="19127"/>
                </a:lnTo>
                <a:lnTo>
                  <a:pt x="12171" y="19321"/>
                </a:lnTo>
                <a:lnTo>
                  <a:pt x="12310" y="19450"/>
                </a:lnTo>
                <a:lnTo>
                  <a:pt x="12398" y="19643"/>
                </a:lnTo>
                <a:lnTo>
                  <a:pt x="12486" y="19785"/>
                </a:lnTo>
                <a:lnTo>
                  <a:pt x="12574" y="19979"/>
                </a:lnTo>
                <a:lnTo>
                  <a:pt x="12674" y="20159"/>
                </a:lnTo>
                <a:lnTo>
                  <a:pt x="12813" y="20301"/>
                </a:lnTo>
                <a:lnTo>
                  <a:pt x="12901" y="20494"/>
                </a:lnTo>
                <a:lnTo>
                  <a:pt x="12989" y="20636"/>
                </a:lnTo>
                <a:lnTo>
                  <a:pt x="13077" y="20817"/>
                </a:lnTo>
                <a:lnTo>
                  <a:pt x="13177" y="20959"/>
                </a:lnTo>
                <a:lnTo>
                  <a:pt x="13316" y="21152"/>
                </a:lnTo>
                <a:lnTo>
                  <a:pt x="13404" y="21333"/>
                </a:lnTo>
                <a:lnTo>
                  <a:pt x="13492" y="21475"/>
                </a:lnTo>
                <a:lnTo>
                  <a:pt x="13592" y="21668"/>
                </a:lnTo>
                <a:lnTo>
                  <a:pt x="13680" y="21810"/>
                </a:lnTo>
                <a:lnTo>
                  <a:pt x="13819" y="21991"/>
                </a:lnTo>
                <a:lnTo>
                  <a:pt x="13907" y="22133"/>
                </a:lnTo>
                <a:lnTo>
                  <a:pt x="13995" y="22326"/>
                </a:lnTo>
                <a:lnTo>
                  <a:pt x="14095" y="22507"/>
                </a:lnTo>
                <a:lnTo>
                  <a:pt x="14183" y="22648"/>
                </a:lnTo>
                <a:lnTo>
                  <a:pt x="14322" y="22842"/>
                </a:lnTo>
                <a:lnTo>
                  <a:pt x="14410" y="22984"/>
                </a:lnTo>
                <a:lnTo>
                  <a:pt x="14498" y="23164"/>
                </a:lnTo>
                <a:lnTo>
                  <a:pt x="14598" y="23358"/>
                </a:lnTo>
                <a:lnTo>
                  <a:pt x="14686" y="23500"/>
                </a:lnTo>
                <a:lnTo>
                  <a:pt x="14824" y="23680"/>
                </a:lnTo>
                <a:lnTo>
                  <a:pt x="14913" y="23822"/>
                </a:lnTo>
                <a:lnTo>
                  <a:pt x="15001" y="24016"/>
                </a:lnTo>
                <a:lnTo>
                  <a:pt x="15101" y="24209"/>
                </a:lnTo>
                <a:lnTo>
                  <a:pt x="15189" y="24338"/>
                </a:lnTo>
                <a:lnTo>
                  <a:pt x="15327" y="24532"/>
                </a:lnTo>
                <a:lnTo>
                  <a:pt x="15415" y="24673"/>
                </a:lnTo>
                <a:lnTo>
                  <a:pt x="15504" y="24867"/>
                </a:lnTo>
                <a:lnTo>
                  <a:pt x="15604" y="25047"/>
                </a:lnTo>
                <a:lnTo>
                  <a:pt x="15692" y="25189"/>
                </a:lnTo>
                <a:lnTo>
                  <a:pt x="15830" y="25383"/>
                </a:lnTo>
                <a:lnTo>
                  <a:pt x="15918" y="25563"/>
                </a:lnTo>
                <a:lnTo>
                  <a:pt x="16006" y="25705"/>
                </a:lnTo>
                <a:lnTo>
                  <a:pt x="16107" y="25899"/>
                </a:lnTo>
                <a:lnTo>
                  <a:pt x="16195" y="26041"/>
                </a:lnTo>
                <a:lnTo>
                  <a:pt x="16333" y="26221"/>
                </a:lnTo>
                <a:lnTo>
                  <a:pt x="16421" y="26415"/>
                </a:lnTo>
                <a:lnTo>
                  <a:pt x="16509" y="26557"/>
                </a:lnTo>
                <a:lnTo>
                  <a:pt x="16610" y="26737"/>
                </a:lnTo>
                <a:lnTo>
                  <a:pt x="16698" y="26931"/>
                </a:lnTo>
                <a:lnTo>
                  <a:pt x="16836" y="27072"/>
                </a:lnTo>
                <a:lnTo>
                  <a:pt x="16924" y="27253"/>
                </a:lnTo>
                <a:lnTo>
                  <a:pt x="17025" y="27447"/>
                </a:lnTo>
                <a:lnTo>
                  <a:pt x="17113" y="27588"/>
                </a:lnTo>
                <a:lnTo>
                  <a:pt x="17201" y="27782"/>
                </a:lnTo>
                <a:lnTo>
                  <a:pt x="17339" y="27962"/>
                </a:lnTo>
                <a:lnTo>
                  <a:pt x="17427" y="28104"/>
                </a:lnTo>
                <a:lnTo>
                  <a:pt x="17528" y="28298"/>
                </a:lnTo>
                <a:lnTo>
                  <a:pt x="17616" y="28478"/>
                </a:lnTo>
                <a:lnTo>
                  <a:pt x="17704" y="28620"/>
                </a:lnTo>
                <a:lnTo>
                  <a:pt x="17842" y="28814"/>
                </a:lnTo>
                <a:lnTo>
                  <a:pt x="17930" y="28994"/>
                </a:lnTo>
                <a:lnTo>
                  <a:pt x="18031" y="29136"/>
                </a:lnTo>
                <a:lnTo>
                  <a:pt x="18119" y="29330"/>
                </a:lnTo>
                <a:lnTo>
                  <a:pt x="18207" y="29510"/>
                </a:lnTo>
                <a:lnTo>
                  <a:pt x="18345" y="29652"/>
                </a:lnTo>
                <a:lnTo>
                  <a:pt x="18433" y="29846"/>
                </a:lnTo>
                <a:lnTo>
                  <a:pt x="18534" y="30026"/>
                </a:lnTo>
                <a:lnTo>
                  <a:pt x="18622" y="30168"/>
                </a:lnTo>
                <a:lnTo>
                  <a:pt x="18710" y="30361"/>
                </a:lnTo>
                <a:lnTo>
                  <a:pt x="18848" y="30555"/>
                </a:lnTo>
                <a:lnTo>
                  <a:pt x="18936" y="30736"/>
                </a:lnTo>
                <a:lnTo>
                  <a:pt x="19037" y="30877"/>
                </a:lnTo>
                <a:lnTo>
                  <a:pt x="19125" y="31071"/>
                </a:lnTo>
                <a:lnTo>
                  <a:pt x="19213" y="31251"/>
                </a:lnTo>
                <a:lnTo>
                  <a:pt x="19351" y="31393"/>
                </a:lnTo>
                <a:lnTo>
                  <a:pt x="19439" y="31587"/>
                </a:lnTo>
                <a:lnTo>
                  <a:pt x="19540" y="31767"/>
                </a:lnTo>
                <a:lnTo>
                  <a:pt x="19628" y="31961"/>
                </a:lnTo>
                <a:lnTo>
                  <a:pt x="19716" y="32103"/>
                </a:lnTo>
                <a:lnTo>
                  <a:pt x="19854" y="32283"/>
                </a:lnTo>
                <a:lnTo>
                  <a:pt x="19942" y="32477"/>
                </a:lnTo>
                <a:lnTo>
                  <a:pt x="20043" y="32619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7258018" y="5111388"/>
            <a:ext cx="20043" cy="36939"/>
          </a:xfrm>
          <a:custGeom>
            <a:avLst/>
            <a:gdLst/>
            <a:ahLst/>
            <a:cxnLst/>
            <a:rect l="l" t="t" r="r" b="b"/>
            <a:pathLst>
              <a:path w="20043" h="36939">
                <a:moveTo>
                  <a:pt x="0" y="0"/>
                </a:moveTo>
                <a:lnTo>
                  <a:pt x="88" y="180"/>
                </a:lnTo>
                <a:lnTo>
                  <a:pt x="176" y="374"/>
                </a:lnTo>
                <a:lnTo>
                  <a:pt x="314" y="567"/>
                </a:lnTo>
                <a:lnTo>
                  <a:pt x="402" y="709"/>
                </a:lnTo>
                <a:lnTo>
                  <a:pt x="502" y="889"/>
                </a:lnTo>
                <a:lnTo>
                  <a:pt x="590" y="1083"/>
                </a:lnTo>
                <a:lnTo>
                  <a:pt x="679" y="1264"/>
                </a:lnTo>
                <a:lnTo>
                  <a:pt x="817" y="1405"/>
                </a:lnTo>
                <a:lnTo>
                  <a:pt x="917" y="1599"/>
                </a:lnTo>
                <a:lnTo>
                  <a:pt x="1005" y="1779"/>
                </a:lnTo>
                <a:lnTo>
                  <a:pt x="1093" y="1973"/>
                </a:lnTo>
                <a:lnTo>
                  <a:pt x="1181" y="2115"/>
                </a:lnTo>
                <a:lnTo>
                  <a:pt x="1320" y="2295"/>
                </a:lnTo>
                <a:lnTo>
                  <a:pt x="1420" y="2489"/>
                </a:lnTo>
                <a:lnTo>
                  <a:pt x="1508" y="2682"/>
                </a:lnTo>
                <a:lnTo>
                  <a:pt x="1596" y="2824"/>
                </a:lnTo>
                <a:lnTo>
                  <a:pt x="1684" y="3005"/>
                </a:lnTo>
                <a:lnTo>
                  <a:pt x="1823" y="3198"/>
                </a:lnTo>
                <a:lnTo>
                  <a:pt x="1923" y="3379"/>
                </a:lnTo>
                <a:lnTo>
                  <a:pt x="2011" y="3521"/>
                </a:lnTo>
                <a:lnTo>
                  <a:pt x="2099" y="3714"/>
                </a:lnTo>
                <a:lnTo>
                  <a:pt x="2187" y="3895"/>
                </a:lnTo>
                <a:lnTo>
                  <a:pt x="2326" y="4088"/>
                </a:lnTo>
                <a:lnTo>
                  <a:pt x="2426" y="4282"/>
                </a:lnTo>
                <a:lnTo>
                  <a:pt x="2514" y="4411"/>
                </a:lnTo>
                <a:lnTo>
                  <a:pt x="2602" y="4604"/>
                </a:lnTo>
                <a:lnTo>
                  <a:pt x="2690" y="4798"/>
                </a:lnTo>
                <a:lnTo>
                  <a:pt x="2829" y="4978"/>
                </a:lnTo>
                <a:lnTo>
                  <a:pt x="2929" y="5172"/>
                </a:lnTo>
                <a:lnTo>
                  <a:pt x="3017" y="5313"/>
                </a:lnTo>
                <a:lnTo>
                  <a:pt x="3105" y="5494"/>
                </a:lnTo>
                <a:lnTo>
                  <a:pt x="3206" y="5688"/>
                </a:lnTo>
                <a:lnTo>
                  <a:pt x="3332" y="5868"/>
                </a:lnTo>
                <a:lnTo>
                  <a:pt x="3432" y="6062"/>
                </a:lnTo>
                <a:lnTo>
                  <a:pt x="3520" y="6203"/>
                </a:lnTo>
                <a:lnTo>
                  <a:pt x="3608" y="6397"/>
                </a:lnTo>
                <a:lnTo>
                  <a:pt x="3709" y="6577"/>
                </a:lnTo>
                <a:lnTo>
                  <a:pt x="3835" y="6771"/>
                </a:lnTo>
                <a:lnTo>
                  <a:pt x="3935" y="6952"/>
                </a:lnTo>
                <a:lnTo>
                  <a:pt x="4023" y="7093"/>
                </a:lnTo>
                <a:lnTo>
                  <a:pt x="4111" y="7287"/>
                </a:lnTo>
                <a:lnTo>
                  <a:pt x="4212" y="7467"/>
                </a:lnTo>
                <a:lnTo>
                  <a:pt x="4338" y="7661"/>
                </a:lnTo>
                <a:lnTo>
                  <a:pt x="4438" y="7854"/>
                </a:lnTo>
                <a:lnTo>
                  <a:pt x="4526" y="8035"/>
                </a:lnTo>
                <a:lnTo>
                  <a:pt x="4614" y="8177"/>
                </a:lnTo>
                <a:lnTo>
                  <a:pt x="4715" y="8370"/>
                </a:lnTo>
                <a:lnTo>
                  <a:pt x="4853" y="8551"/>
                </a:lnTo>
                <a:lnTo>
                  <a:pt x="4941" y="8744"/>
                </a:lnTo>
                <a:lnTo>
                  <a:pt x="5029" y="8925"/>
                </a:lnTo>
                <a:lnTo>
                  <a:pt x="5117" y="9118"/>
                </a:lnTo>
                <a:lnTo>
                  <a:pt x="5218" y="9260"/>
                </a:lnTo>
                <a:lnTo>
                  <a:pt x="5356" y="9441"/>
                </a:lnTo>
                <a:lnTo>
                  <a:pt x="5444" y="9634"/>
                </a:lnTo>
                <a:lnTo>
                  <a:pt x="5532" y="9828"/>
                </a:lnTo>
                <a:lnTo>
                  <a:pt x="5620" y="10008"/>
                </a:lnTo>
                <a:lnTo>
                  <a:pt x="5721" y="10202"/>
                </a:lnTo>
                <a:lnTo>
                  <a:pt x="5859" y="10382"/>
                </a:lnTo>
                <a:lnTo>
                  <a:pt x="5947" y="10524"/>
                </a:lnTo>
                <a:lnTo>
                  <a:pt x="6035" y="10718"/>
                </a:lnTo>
                <a:lnTo>
                  <a:pt x="6123" y="10898"/>
                </a:lnTo>
                <a:lnTo>
                  <a:pt x="6224" y="11092"/>
                </a:lnTo>
                <a:lnTo>
                  <a:pt x="6362" y="11285"/>
                </a:lnTo>
                <a:lnTo>
                  <a:pt x="6450" y="11466"/>
                </a:lnTo>
                <a:lnTo>
                  <a:pt x="6538" y="11659"/>
                </a:lnTo>
                <a:lnTo>
                  <a:pt x="6626" y="11840"/>
                </a:lnTo>
                <a:lnTo>
                  <a:pt x="6727" y="11982"/>
                </a:lnTo>
                <a:lnTo>
                  <a:pt x="6865" y="12175"/>
                </a:lnTo>
                <a:lnTo>
                  <a:pt x="6953" y="12356"/>
                </a:lnTo>
                <a:lnTo>
                  <a:pt x="7041" y="12549"/>
                </a:lnTo>
                <a:lnTo>
                  <a:pt x="7142" y="12743"/>
                </a:lnTo>
                <a:lnTo>
                  <a:pt x="7230" y="12923"/>
                </a:lnTo>
                <a:lnTo>
                  <a:pt x="7368" y="13117"/>
                </a:lnTo>
                <a:lnTo>
                  <a:pt x="7456" y="13297"/>
                </a:lnTo>
                <a:lnTo>
                  <a:pt x="7544" y="13491"/>
                </a:lnTo>
                <a:lnTo>
                  <a:pt x="7645" y="13633"/>
                </a:lnTo>
                <a:lnTo>
                  <a:pt x="7733" y="13813"/>
                </a:lnTo>
                <a:lnTo>
                  <a:pt x="7871" y="14007"/>
                </a:lnTo>
                <a:lnTo>
                  <a:pt x="7959" y="14200"/>
                </a:lnTo>
                <a:lnTo>
                  <a:pt x="8047" y="14381"/>
                </a:lnTo>
                <a:lnTo>
                  <a:pt x="8148" y="14574"/>
                </a:lnTo>
                <a:lnTo>
                  <a:pt x="8236" y="14755"/>
                </a:lnTo>
                <a:lnTo>
                  <a:pt x="8374" y="14948"/>
                </a:lnTo>
                <a:lnTo>
                  <a:pt x="8462" y="15129"/>
                </a:lnTo>
                <a:lnTo>
                  <a:pt x="8550" y="15322"/>
                </a:lnTo>
                <a:lnTo>
                  <a:pt x="8651" y="15516"/>
                </a:lnTo>
                <a:lnTo>
                  <a:pt x="8739" y="15658"/>
                </a:lnTo>
                <a:lnTo>
                  <a:pt x="8877" y="15838"/>
                </a:lnTo>
                <a:lnTo>
                  <a:pt x="8965" y="16032"/>
                </a:lnTo>
                <a:lnTo>
                  <a:pt x="9053" y="16212"/>
                </a:lnTo>
                <a:lnTo>
                  <a:pt x="9154" y="16406"/>
                </a:lnTo>
                <a:lnTo>
                  <a:pt x="9242" y="16586"/>
                </a:lnTo>
                <a:lnTo>
                  <a:pt x="9380" y="16780"/>
                </a:lnTo>
                <a:lnTo>
                  <a:pt x="9468" y="16973"/>
                </a:lnTo>
                <a:lnTo>
                  <a:pt x="9556" y="17154"/>
                </a:lnTo>
                <a:lnTo>
                  <a:pt x="9656" y="17347"/>
                </a:lnTo>
                <a:lnTo>
                  <a:pt x="9745" y="17528"/>
                </a:lnTo>
                <a:lnTo>
                  <a:pt x="9883" y="17721"/>
                </a:lnTo>
                <a:lnTo>
                  <a:pt x="9971" y="17902"/>
                </a:lnTo>
                <a:lnTo>
                  <a:pt x="10059" y="18095"/>
                </a:lnTo>
                <a:lnTo>
                  <a:pt x="10159" y="18289"/>
                </a:lnTo>
                <a:lnTo>
                  <a:pt x="10247" y="18469"/>
                </a:lnTo>
                <a:lnTo>
                  <a:pt x="10386" y="18663"/>
                </a:lnTo>
                <a:lnTo>
                  <a:pt x="10474" y="18805"/>
                </a:lnTo>
                <a:lnTo>
                  <a:pt x="10562" y="18985"/>
                </a:lnTo>
                <a:lnTo>
                  <a:pt x="10662" y="19179"/>
                </a:lnTo>
                <a:lnTo>
                  <a:pt x="10750" y="19359"/>
                </a:lnTo>
                <a:lnTo>
                  <a:pt x="10889" y="19553"/>
                </a:lnTo>
                <a:lnTo>
                  <a:pt x="10977" y="19746"/>
                </a:lnTo>
                <a:lnTo>
                  <a:pt x="11077" y="19927"/>
                </a:lnTo>
                <a:lnTo>
                  <a:pt x="11165" y="20120"/>
                </a:lnTo>
                <a:lnTo>
                  <a:pt x="11253" y="20301"/>
                </a:lnTo>
                <a:lnTo>
                  <a:pt x="11392" y="20494"/>
                </a:lnTo>
                <a:lnTo>
                  <a:pt x="11480" y="20675"/>
                </a:lnTo>
                <a:lnTo>
                  <a:pt x="11580" y="20869"/>
                </a:lnTo>
                <a:lnTo>
                  <a:pt x="11668" y="21062"/>
                </a:lnTo>
                <a:lnTo>
                  <a:pt x="11756" y="21243"/>
                </a:lnTo>
                <a:lnTo>
                  <a:pt x="11895" y="21436"/>
                </a:lnTo>
                <a:lnTo>
                  <a:pt x="11983" y="21617"/>
                </a:lnTo>
                <a:lnTo>
                  <a:pt x="12083" y="21810"/>
                </a:lnTo>
                <a:lnTo>
                  <a:pt x="12171" y="22004"/>
                </a:lnTo>
                <a:lnTo>
                  <a:pt x="12259" y="22184"/>
                </a:lnTo>
                <a:lnTo>
                  <a:pt x="12398" y="22378"/>
                </a:lnTo>
                <a:lnTo>
                  <a:pt x="12486" y="22558"/>
                </a:lnTo>
                <a:lnTo>
                  <a:pt x="12586" y="22752"/>
                </a:lnTo>
                <a:lnTo>
                  <a:pt x="12674" y="22932"/>
                </a:lnTo>
                <a:lnTo>
                  <a:pt x="12762" y="23126"/>
                </a:lnTo>
                <a:lnTo>
                  <a:pt x="12901" y="23319"/>
                </a:lnTo>
                <a:lnTo>
                  <a:pt x="12989" y="23500"/>
                </a:lnTo>
                <a:lnTo>
                  <a:pt x="13089" y="23693"/>
                </a:lnTo>
                <a:lnTo>
                  <a:pt x="13177" y="23874"/>
                </a:lnTo>
                <a:lnTo>
                  <a:pt x="13265" y="24067"/>
                </a:lnTo>
                <a:lnTo>
                  <a:pt x="13404" y="24248"/>
                </a:lnTo>
                <a:lnTo>
                  <a:pt x="13492" y="24441"/>
                </a:lnTo>
                <a:lnTo>
                  <a:pt x="13592" y="24635"/>
                </a:lnTo>
                <a:lnTo>
                  <a:pt x="13680" y="24815"/>
                </a:lnTo>
                <a:lnTo>
                  <a:pt x="13768" y="25009"/>
                </a:lnTo>
                <a:lnTo>
                  <a:pt x="13907" y="25189"/>
                </a:lnTo>
                <a:lnTo>
                  <a:pt x="13995" y="25383"/>
                </a:lnTo>
                <a:lnTo>
                  <a:pt x="14095" y="25615"/>
                </a:lnTo>
                <a:lnTo>
                  <a:pt x="14183" y="25808"/>
                </a:lnTo>
                <a:lnTo>
                  <a:pt x="14271" y="25989"/>
                </a:lnTo>
                <a:lnTo>
                  <a:pt x="14410" y="26183"/>
                </a:lnTo>
                <a:lnTo>
                  <a:pt x="14510" y="26363"/>
                </a:lnTo>
                <a:lnTo>
                  <a:pt x="14598" y="26557"/>
                </a:lnTo>
                <a:lnTo>
                  <a:pt x="14686" y="26750"/>
                </a:lnTo>
                <a:lnTo>
                  <a:pt x="14774" y="26931"/>
                </a:lnTo>
                <a:lnTo>
                  <a:pt x="14913" y="27124"/>
                </a:lnTo>
                <a:lnTo>
                  <a:pt x="15013" y="27305"/>
                </a:lnTo>
                <a:lnTo>
                  <a:pt x="15101" y="27498"/>
                </a:lnTo>
                <a:lnTo>
                  <a:pt x="15189" y="27679"/>
                </a:lnTo>
                <a:lnTo>
                  <a:pt x="15277" y="27872"/>
                </a:lnTo>
                <a:lnTo>
                  <a:pt x="15415" y="28066"/>
                </a:lnTo>
                <a:lnTo>
                  <a:pt x="15516" y="28246"/>
                </a:lnTo>
                <a:lnTo>
                  <a:pt x="15604" y="28440"/>
                </a:lnTo>
                <a:lnTo>
                  <a:pt x="15692" y="28620"/>
                </a:lnTo>
                <a:lnTo>
                  <a:pt x="15780" y="28814"/>
                </a:lnTo>
                <a:lnTo>
                  <a:pt x="15918" y="29046"/>
                </a:lnTo>
                <a:lnTo>
                  <a:pt x="16019" y="29239"/>
                </a:lnTo>
                <a:lnTo>
                  <a:pt x="16107" y="29420"/>
                </a:lnTo>
                <a:lnTo>
                  <a:pt x="16195" y="29613"/>
                </a:lnTo>
                <a:lnTo>
                  <a:pt x="16283" y="29794"/>
                </a:lnTo>
                <a:lnTo>
                  <a:pt x="16421" y="29987"/>
                </a:lnTo>
                <a:lnTo>
                  <a:pt x="16522" y="30181"/>
                </a:lnTo>
                <a:lnTo>
                  <a:pt x="16610" y="30361"/>
                </a:lnTo>
                <a:lnTo>
                  <a:pt x="16698" y="30555"/>
                </a:lnTo>
                <a:lnTo>
                  <a:pt x="16786" y="30736"/>
                </a:lnTo>
                <a:lnTo>
                  <a:pt x="16924" y="30929"/>
                </a:lnTo>
                <a:lnTo>
                  <a:pt x="17025" y="31161"/>
                </a:lnTo>
                <a:lnTo>
                  <a:pt x="17113" y="31355"/>
                </a:lnTo>
                <a:lnTo>
                  <a:pt x="17201" y="31535"/>
                </a:lnTo>
                <a:lnTo>
                  <a:pt x="17302" y="31729"/>
                </a:lnTo>
                <a:lnTo>
                  <a:pt x="17427" y="31909"/>
                </a:lnTo>
                <a:lnTo>
                  <a:pt x="17528" y="32103"/>
                </a:lnTo>
                <a:lnTo>
                  <a:pt x="17616" y="32296"/>
                </a:lnTo>
                <a:lnTo>
                  <a:pt x="17704" y="32477"/>
                </a:lnTo>
                <a:lnTo>
                  <a:pt x="17805" y="32670"/>
                </a:lnTo>
                <a:lnTo>
                  <a:pt x="17930" y="32902"/>
                </a:lnTo>
                <a:lnTo>
                  <a:pt x="18031" y="33096"/>
                </a:lnTo>
                <a:lnTo>
                  <a:pt x="18119" y="33276"/>
                </a:lnTo>
                <a:lnTo>
                  <a:pt x="18207" y="33470"/>
                </a:lnTo>
                <a:lnTo>
                  <a:pt x="18308" y="33650"/>
                </a:lnTo>
                <a:lnTo>
                  <a:pt x="18446" y="33844"/>
                </a:lnTo>
                <a:lnTo>
                  <a:pt x="18534" y="34025"/>
                </a:lnTo>
                <a:lnTo>
                  <a:pt x="18622" y="34218"/>
                </a:lnTo>
                <a:lnTo>
                  <a:pt x="18710" y="34450"/>
                </a:lnTo>
                <a:lnTo>
                  <a:pt x="18811" y="34644"/>
                </a:lnTo>
                <a:lnTo>
                  <a:pt x="18949" y="34824"/>
                </a:lnTo>
                <a:lnTo>
                  <a:pt x="19037" y="35018"/>
                </a:lnTo>
                <a:lnTo>
                  <a:pt x="19125" y="35211"/>
                </a:lnTo>
                <a:lnTo>
                  <a:pt x="19213" y="35392"/>
                </a:lnTo>
                <a:lnTo>
                  <a:pt x="19313" y="35585"/>
                </a:lnTo>
                <a:lnTo>
                  <a:pt x="19452" y="35817"/>
                </a:lnTo>
                <a:lnTo>
                  <a:pt x="19540" y="36011"/>
                </a:lnTo>
                <a:lnTo>
                  <a:pt x="19628" y="36191"/>
                </a:lnTo>
                <a:lnTo>
                  <a:pt x="19716" y="36385"/>
                </a:lnTo>
                <a:lnTo>
                  <a:pt x="19816" y="36565"/>
                </a:lnTo>
                <a:lnTo>
                  <a:pt x="19955" y="36759"/>
                </a:lnTo>
                <a:lnTo>
                  <a:pt x="20043" y="36939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7278062" y="5148328"/>
            <a:ext cx="20043" cy="40719"/>
          </a:xfrm>
          <a:custGeom>
            <a:avLst/>
            <a:gdLst/>
            <a:ahLst/>
            <a:cxnLst/>
            <a:rect l="l" t="t" r="r" b="b"/>
            <a:pathLst>
              <a:path w="20043" h="40719">
                <a:moveTo>
                  <a:pt x="0" y="0"/>
                </a:moveTo>
                <a:lnTo>
                  <a:pt x="88" y="245"/>
                </a:lnTo>
                <a:lnTo>
                  <a:pt x="176" y="425"/>
                </a:lnTo>
                <a:lnTo>
                  <a:pt x="276" y="619"/>
                </a:lnTo>
                <a:lnTo>
                  <a:pt x="414" y="799"/>
                </a:lnTo>
                <a:lnTo>
                  <a:pt x="502" y="993"/>
                </a:lnTo>
                <a:lnTo>
                  <a:pt x="590" y="1186"/>
                </a:lnTo>
                <a:lnTo>
                  <a:pt x="691" y="1418"/>
                </a:lnTo>
                <a:lnTo>
                  <a:pt x="779" y="1599"/>
                </a:lnTo>
                <a:lnTo>
                  <a:pt x="917" y="1792"/>
                </a:lnTo>
                <a:lnTo>
                  <a:pt x="1005" y="1986"/>
                </a:lnTo>
                <a:lnTo>
                  <a:pt x="1093" y="2166"/>
                </a:lnTo>
                <a:lnTo>
                  <a:pt x="1194" y="2399"/>
                </a:lnTo>
                <a:lnTo>
                  <a:pt x="1282" y="2592"/>
                </a:lnTo>
                <a:lnTo>
                  <a:pt x="1420" y="2773"/>
                </a:lnTo>
                <a:lnTo>
                  <a:pt x="1508" y="2966"/>
                </a:lnTo>
                <a:lnTo>
                  <a:pt x="1596" y="3160"/>
                </a:lnTo>
                <a:lnTo>
                  <a:pt x="1697" y="3340"/>
                </a:lnTo>
                <a:lnTo>
                  <a:pt x="1785" y="3572"/>
                </a:lnTo>
                <a:lnTo>
                  <a:pt x="1923" y="3766"/>
                </a:lnTo>
                <a:lnTo>
                  <a:pt x="2011" y="3959"/>
                </a:lnTo>
                <a:lnTo>
                  <a:pt x="2099" y="4140"/>
                </a:lnTo>
                <a:lnTo>
                  <a:pt x="2200" y="4333"/>
                </a:lnTo>
                <a:lnTo>
                  <a:pt x="2288" y="4565"/>
                </a:lnTo>
                <a:lnTo>
                  <a:pt x="2426" y="4759"/>
                </a:lnTo>
                <a:lnTo>
                  <a:pt x="2514" y="4939"/>
                </a:lnTo>
                <a:lnTo>
                  <a:pt x="2602" y="5133"/>
                </a:lnTo>
                <a:lnTo>
                  <a:pt x="2703" y="5365"/>
                </a:lnTo>
                <a:lnTo>
                  <a:pt x="2791" y="5546"/>
                </a:lnTo>
                <a:lnTo>
                  <a:pt x="2929" y="5739"/>
                </a:lnTo>
                <a:lnTo>
                  <a:pt x="3017" y="5933"/>
                </a:lnTo>
                <a:lnTo>
                  <a:pt x="3105" y="6113"/>
                </a:lnTo>
                <a:lnTo>
                  <a:pt x="3206" y="6345"/>
                </a:lnTo>
                <a:lnTo>
                  <a:pt x="3294" y="6539"/>
                </a:lnTo>
                <a:lnTo>
                  <a:pt x="3432" y="6732"/>
                </a:lnTo>
                <a:lnTo>
                  <a:pt x="3520" y="6913"/>
                </a:lnTo>
                <a:lnTo>
                  <a:pt x="3608" y="7145"/>
                </a:lnTo>
                <a:lnTo>
                  <a:pt x="3709" y="7338"/>
                </a:lnTo>
                <a:lnTo>
                  <a:pt x="3797" y="7532"/>
                </a:lnTo>
                <a:lnTo>
                  <a:pt x="3935" y="7713"/>
                </a:lnTo>
                <a:lnTo>
                  <a:pt x="4023" y="7906"/>
                </a:lnTo>
                <a:lnTo>
                  <a:pt x="4111" y="8138"/>
                </a:lnTo>
                <a:lnTo>
                  <a:pt x="4212" y="8332"/>
                </a:lnTo>
                <a:lnTo>
                  <a:pt x="4300" y="8512"/>
                </a:lnTo>
                <a:lnTo>
                  <a:pt x="4438" y="8706"/>
                </a:lnTo>
                <a:lnTo>
                  <a:pt x="4526" y="8938"/>
                </a:lnTo>
                <a:lnTo>
                  <a:pt x="4627" y="9118"/>
                </a:lnTo>
                <a:lnTo>
                  <a:pt x="4715" y="9312"/>
                </a:lnTo>
                <a:lnTo>
                  <a:pt x="4803" y="9505"/>
                </a:lnTo>
                <a:lnTo>
                  <a:pt x="4941" y="9738"/>
                </a:lnTo>
                <a:lnTo>
                  <a:pt x="5029" y="9918"/>
                </a:lnTo>
                <a:lnTo>
                  <a:pt x="5130" y="10112"/>
                </a:lnTo>
                <a:lnTo>
                  <a:pt x="5218" y="10305"/>
                </a:lnTo>
                <a:lnTo>
                  <a:pt x="5306" y="10537"/>
                </a:lnTo>
                <a:lnTo>
                  <a:pt x="5444" y="10718"/>
                </a:lnTo>
                <a:lnTo>
                  <a:pt x="5532" y="10911"/>
                </a:lnTo>
                <a:lnTo>
                  <a:pt x="5633" y="11143"/>
                </a:lnTo>
                <a:lnTo>
                  <a:pt x="5721" y="11337"/>
                </a:lnTo>
                <a:lnTo>
                  <a:pt x="5809" y="11517"/>
                </a:lnTo>
                <a:lnTo>
                  <a:pt x="5947" y="11711"/>
                </a:lnTo>
                <a:lnTo>
                  <a:pt x="6035" y="11943"/>
                </a:lnTo>
                <a:lnTo>
                  <a:pt x="6136" y="12137"/>
                </a:lnTo>
                <a:lnTo>
                  <a:pt x="6224" y="12317"/>
                </a:lnTo>
                <a:lnTo>
                  <a:pt x="6312" y="12511"/>
                </a:lnTo>
                <a:lnTo>
                  <a:pt x="6450" y="12743"/>
                </a:lnTo>
                <a:lnTo>
                  <a:pt x="6538" y="12936"/>
                </a:lnTo>
                <a:lnTo>
                  <a:pt x="6639" y="13117"/>
                </a:lnTo>
                <a:lnTo>
                  <a:pt x="6727" y="13349"/>
                </a:lnTo>
                <a:lnTo>
                  <a:pt x="6815" y="13542"/>
                </a:lnTo>
                <a:lnTo>
                  <a:pt x="6953" y="13736"/>
                </a:lnTo>
                <a:lnTo>
                  <a:pt x="7041" y="13968"/>
                </a:lnTo>
                <a:lnTo>
                  <a:pt x="7142" y="14149"/>
                </a:lnTo>
                <a:lnTo>
                  <a:pt x="7230" y="14342"/>
                </a:lnTo>
                <a:lnTo>
                  <a:pt x="7318" y="14536"/>
                </a:lnTo>
                <a:lnTo>
                  <a:pt x="7456" y="14768"/>
                </a:lnTo>
                <a:lnTo>
                  <a:pt x="7544" y="14948"/>
                </a:lnTo>
                <a:lnTo>
                  <a:pt x="7645" y="15142"/>
                </a:lnTo>
                <a:lnTo>
                  <a:pt x="7733" y="15374"/>
                </a:lnTo>
                <a:lnTo>
                  <a:pt x="7821" y="15567"/>
                </a:lnTo>
                <a:lnTo>
                  <a:pt x="7959" y="15748"/>
                </a:lnTo>
                <a:lnTo>
                  <a:pt x="8060" y="15993"/>
                </a:lnTo>
                <a:lnTo>
                  <a:pt x="8148" y="16174"/>
                </a:lnTo>
                <a:lnTo>
                  <a:pt x="8236" y="16367"/>
                </a:lnTo>
                <a:lnTo>
                  <a:pt x="8324" y="16599"/>
                </a:lnTo>
                <a:lnTo>
                  <a:pt x="8462" y="16793"/>
                </a:lnTo>
                <a:lnTo>
                  <a:pt x="8563" y="16973"/>
                </a:lnTo>
                <a:lnTo>
                  <a:pt x="8651" y="17205"/>
                </a:lnTo>
                <a:lnTo>
                  <a:pt x="8739" y="17399"/>
                </a:lnTo>
                <a:lnTo>
                  <a:pt x="8827" y="17580"/>
                </a:lnTo>
                <a:lnTo>
                  <a:pt x="8965" y="17825"/>
                </a:lnTo>
                <a:lnTo>
                  <a:pt x="9066" y="18005"/>
                </a:lnTo>
                <a:lnTo>
                  <a:pt x="9154" y="18199"/>
                </a:lnTo>
                <a:lnTo>
                  <a:pt x="9242" y="18431"/>
                </a:lnTo>
                <a:lnTo>
                  <a:pt x="9330" y="18624"/>
                </a:lnTo>
                <a:lnTo>
                  <a:pt x="9468" y="18805"/>
                </a:lnTo>
                <a:lnTo>
                  <a:pt x="9568" y="19037"/>
                </a:lnTo>
                <a:lnTo>
                  <a:pt x="9656" y="19230"/>
                </a:lnTo>
                <a:lnTo>
                  <a:pt x="9745" y="19424"/>
                </a:lnTo>
                <a:lnTo>
                  <a:pt x="9833" y="19656"/>
                </a:lnTo>
                <a:lnTo>
                  <a:pt x="9971" y="19837"/>
                </a:lnTo>
                <a:lnTo>
                  <a:pt x="10071" y="20030"/>
                </a:lnTo>
                <a:lnTo>
                  <a:pt x="10159" y="20262"/>
                </a:lnTo>
                <a:lnTo>
                  <a:pt x="10247" y="20456"/>
                </a:lnTo>
                <a:lnTo>
                  <a:pt x="10336" y="20636"/>
                </a:lnTo>
                <a:lnTo>
                  <a:pt x="10474" y="20881"/>
                </a:lnTo>
                <a:lnTo>
                  <a:pt x="10574" y="21062"/>
                </a:lnTo>
                <a:lnTo>
                  <a:pt x="10662" y="21255"/>
                </a:lnTo>
                <a:lnTo>
                  <a:pt x="10750" y="21488"/>
                </a:lnTo>
                <a:lnTo>
                  <a:pt x="10851" y="21681"/>
                </a:lnTo>
                <a:lnTo>
                  <a:pt x="10977" y="21913"/>
                </a:lnTo>
                <a:lnTo>
                  <a:pt x="11077" y="22094"/>
                </a:lnTo>
                <a:lnTo>
                  <a:pt x="11165" y="22287"/>
                </a:lnTo>
                <a:lnTo>
                  <a:pt x="11253" y="22519"/>
                </a:lnTo>
                <a:lnTo>
                  <a:pt x="11354" y="22713"/>
                </a:lnTo>
                <a:lnTo>
                  <a:pt x="11480" y="22894"/>
                </a:lnTo>
                <a:lnTo>
                  <a:pt x="11580" y="23139"/>
                </a:lnTo>
                <a:lnTo>
                  <a:pt x="11668" y="23319"/>
                </a:lnTo>
                <a:lnTo>
                  <a:pt x="11756" y="23551"/>
                </a:lnTo>
                <a:lnTo>
                  <a:pt x="11857" y="23745"/>
                </a:lnTo>
                <a:lnTo>
                  <a:pt x="11995" y="23925"/>
                </a:lnTo>
                <a:lnTo>
                  <a:pt x="12083" y="24170"/>
                </a:lnTo>
                <a:lnTo>
                  <a:pt x="12171" y="24351"/>
                </a:lnTo>
                <a:lnTo>
                  <a:pt x="12259" y="24583"/>
                </a:lnTo>
                <a:lnTo>
                  <a:pt x="12360" y="24777"/>
                </a:lnTo>
                <a:lnTo>
                  <a:pt x="12498" y="24970"/>
                </a:lnTo>
                <a:lnTo>
                  <a:pt x="12586" y="25202"/>
                </a:lnTo>
                <a:lnTo>
                  <a:pt x="12674" y="25383"/>
                </a:lnTo>
                <a:lnTo>
                  <a:pt x="12762" y="25628"/>
                </a:lnTo>
                <a:lnTo>
                  <a:pt x="12863" y="25808"/>
                </a:lnTo>
                <a:lnTo>
                  <a:pt x="13001" y="26002"/>
                </a:lnTo>
                <a:lnTo>
                  <a:pt x="13089" y="26234"/>
                </a:lnTo>
                <a:lnTo>
                  <a:pt x="13177" y="26428"/>
                </a:lnTo>
                <a:lnTo>
                  <a:pt x="13265" y="26660"/>
                </a:lnTo>
                <a:lnTo>
                  <a:pt x="13366" y="26840"/>
                </a:lnTo>
                <a:lnTo>
                  <a:pt x="13504" y="27034"/>
                </a:lnTo>
                <a:lnTo>
                  <a:pt x="13592" y="27266"/>
                </a:lnTo>
                <a:lnTo>
                  <a:pt x="13680" y="27459"/>
                </a:lnTo>
                <a:lnTo>
                  <a:pt x="13768" y="27692"/>
                </a:lnTo>
                <a:lnTo>
                  <a:pt x="13869" y="27885"/>
                </a:lnTo>
                <a:lnTo>
                  <a:pt x="14007" y="28117"/>
                </a:lnTo>
                <a:lnTo>
                  <a:pt x="14095" y="28298"/>
                </a:lnTo>
                <a:lnTo>
                  <a:pt x="14183" y="28491"/>
                </a:lnTo>
                <a:lnTo>
                  <a:pt x="14284" y="28723"/>
                </a:lnTo>
                <a:lnTo>
                  <a:pt x="14372" y="28917"/>
                </a:lnTo>
                <a:lnTo>
                  <a:pt x="14510" y="29149"/>
                </a:lnTo>
                <a:lnTo>
                  <a:pt x="14598" y="29343"/>
                </a:lnTo>
                <a:lnTo>
                  <a:pt x="14686" y="29575"/>
                </a:lnTo>
                <a:lnTo>
                  <a:pt x="14787" y="29755"/>
                </a:lnTo>
                <a:lnTo>
                  <a:pt x="14875" y="29949"/>
                </a:lnTo>
                <a:lnTo>
                  <a:pt x="15013" y="30181"/>
                </a:lnTo>
                <a:lnTo>
                  <a:pt x="15101" y="30374"/>
                </a:lnTo>
                <a:lnTo>
                  <a:pt x="15189" y="30607"/>
                </a:lnTo>
                <a:lnTo>
                  <a:pt x="15290" y="30800"/>
                </a:lnTo>
                <a:lnTo>
                  <a:pt x="15378" y="31032"/>
                </a:lnTo>
                <a:lnTo>
                  <a:pt x="15516" y="31213"/>
                </a:lnTo>
                <a:lnTo>
                  <a:pt x="15604" y="31458"/>
                </a:lnTo>
                <a:lnTo>
                  <a:pt x="15692" y="31638"/>
                </a:lnTo>
                <a:lnTo>
                  <a:pt x="15793" y="31832"/>
                </a:lnTo>
                <a:lnTo>
                  <a:pt x="15881" y="32064"/>
                </a:lnTo>
                <a:lnTo>
                  <a:pt x="16019" y="32257"/>
                </a:lnTo>
                <a:lnTo>
                  <a:pt x="16107" y="32490"/>
                </a:lnTo>
                <a:lnTo>
                  <a:pt x="16195" y="32670"/>
                </a:lnTo>
                <a:lnTo>
                  <a:pt x="16296" y="32915"/>
                </a:lnTo>
                <a:lnTo>
                  <a:pt x="16384" y="33096"/>
                </a:lnTo>
                <a:lnTo>
                  <a:pt x="16522" y="33328"/>
                </a:lnTo>
                <a:lnTo>
                  <a:pt x="16610" y="33521"/>
                </a:lnTo>
                <a:lnTo>
                  <a:pt x="16698" y="33754"/>
                </a:lnTo>
                <a:lnTo>
                  <a:pt x="16799" y="33947"/>
                </a:lnTo>
                <a:lnTo>
                  <a:pt x="16887" y="34179"/>
                </a:lnTo>
                <a:lnTo>
                  <a:pt x="17025" y="34373"/>
                </a:lnTo>
                <a:lnTo>
                  <a:pt x="17113" y="34605"/>
                </a:lnTo>
                <a:lnTo>
                  <a:pt x="17201" y="34785"/>
                </a:lnTo>
                <a:lnTo>
                  <a:pt x="17302" y="34979"/>
                </a:lnTo>
                <a:lnTo>
                  <a:pt x="17390" y="35211"/>
                </a:lnTo>
                <a:lnTo>
                  <a:pt x="17528" y="35405"/>
                </a:lnTo>
                <a:lnTo>
                  <a:pt x="17616" y="35637"/>
                </a:lnTo>
                <a:lnTo>
                  <a:pt x="17704" y="35830"/>
                </a:lnTo>
                <a:lnTo>
                  <a:pt x="17805" y="36062"/>
                </a:lnTo>
                <a:lnTo>
                  <a:pt x="17893" y="36243"/>
                </a:lnTo>
                <a:lnTo>
                  <a:pt x="18031" y="36488"/>
                </a:lnTo>
                <a:lnTo>
                  <a:pt x="18119" y="36669"/>
                </a:lnTo>
                <a:lnTo>
                  <a:pt x="18220" y="36901"/>
                </a:lnTo>
                <a:lnTo>
                  <a:pt x="18308" y="37094"/>
                </a:lnTo>
                <a:lnTo>
                  <a:pt x="18396" y="37326"/>
                </a:lnTo>
                <a:lnTo>
                  <a:pt x="18534" y="37520"/>
                </a:lnTo>
                <a:lnTo>
                  <a:pt x="18622" y="37752"/>
                </a:lnTo>
                <a:lnTo>
                  <a:pt x="18723" y="37946"/>
                </a:lnTo>
                <a:lnTo>
                  <a:pt x="18811" y="38178"/>
                </a:lnTo>
                <a:lnTo>
                  <a:pt x="18899" y="38358"/>
                </a:lnTo>
                <a:lnTo>
                  <a:pt x="19037" y="38603"/>
                </a:lnTo>
                <a:lnTo>
                  <a:pt x="19125" y="38784"/>
                </a:lnTo>
                <a:lnTo>
                  <a:pt x="19225" y="39016"/>
                </a:lnTo>
                <a:lnTo>
                  <a:pt x="19313" y="39210"/>
                </a:lnTo>
                <a:lnTo>
                  <a:pt x="19402" y="39442"/>
                </a:lnTo>
                <a:lnTo>
                  <a:pt x="19540" y="39674"/>
                </a:lnTo>
                <a:lnTo>
                  <a:pt x="19628" y="39867"/>
                </a:lnTo>
                <a:lnTo>
                  <a:pt x="19728" y="40099"/>
                </a:lnTo>
                <a:lnTo>
                  <a:pt x="19816" y="40293"/>
                </a:lnTo>
                <a:lnTo>
                  <a:pt x="19904" y="40525"/>
                </a:lnTo>
                <a:lnTo>
                  <a:pt x="20043" y="40719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7298105" y="5189047"/>
            <a:ext cx="20005" cy="43801"/>
          </a:xfrm>
          <a:custGeom>
            <a:avLst/>
            <a:gdLst/>
            <a:ahLst/>
            <a:cxnLst/>
            <a:rect l="l" t="t" r="r" b="b"/>
            <a:pathLst>
              <a:path w="20005" h="43801">
                <a:moveTo>
                  <a:pt x="0" y="0"/>
                </a:moveTo>
                <a:lnTo>
                  <a:pt x="88" y="232"/>
                </a:lnTo>
                <a:lnTo>
                  <a:pt x="188" y="412"/>
                </a:lnTo>
                <a:lnTo>
                  <a:pt x="276" y="657"/>
                </a:lnTo>
                <a:lnTo>
                  <a:pt x="364" y="838"/>
                </a:lnTo>
                <a:lnTo>
                  <a:pt x="502" y="1070"/>
                </a:lnTo>
                <a:lnTo>
                  <a:pt x="590" y="1264"/>
                </a:lnTo>
                <a:lnTo>
                  <a:pt x="691" y="1496"/>
                </a:lnTo>
                <a:lnTo>
                  <a:pt x="779" y="1689"/>
                </a:lnTo>
                <a:lnTo>
                  <a:pt x="867" y="1921"/>
                </a:lnTo>
                <a:lnTo>
                  <a:pt x="1005" y="2115"/>
                </a:lnTo>
                <a:lnTo>
                  <a:pt x="1093" y="2347"/>
                </a:lnTo>
                <a:lnTo>
                  <a:pt x="1194" y="2579"/>
                </a:lnTo>
                <a:lnTo>
                  <a:pt x="1282" y="2773"/>
                </a:lnTo>
                <a:lnTo>
                  <a:pt x="1370" y="3005"/>
                </a:lnTo>
                <a:lnTo>
                  <a:pt x="1508" y="3185"/>
                </a:lnTo>
                <a:lnTo>
                  <a:pt x="1596" y="3430"/>
                </a:lnTo>
                <a:lnTo>
                  <a:pt x="1697" y="3611"/>
                </a:lnTo>
                <a:lnTo>
                  <a:pt x="1785" y="3843"/>
                </a:lnTo>
                <a:lnTo>
                  <a:pt x="1873" y="4037"/>
                </a:lnTo>
                <a:lnTo>
                  <a:pt x="2011" y="4269"/>
                </a:lnTo>
                <a:lnTo>
                  <a:pt x="2112" y="4501"/>
                </a:lnTo>
                <a:lnTo>
                  <a:pt x="2200" y="4694"/>
                </a:lnTo>
                <a:lnTo>
                  <a:pt x="2288" y="4927"/>
                </a:lnTo>
                <a:lnTo>
                  <a:pt x="2376" y="5120"/>
                </a:lnTo>
                <a:lnTo>
                  <a:pt x="2514" y="5352"/>
                </a:lnTo>
                <a:lnTo>
                  <a:pt x="2615" y="5546"/>
                </a:lnTo>
                <a:lnTo>
                  <a:pt x="2703" y="5778"/>
                </a:lnTo>
                <a:lnTo>
                  <a:pt x="2791" y="6010"/>
                </a:lnTo>
                <a:lnTo>
                  <a:pt x="2879" y="6203"/>
                </a:lnTo>
                <a:lnTo>
                  <a:pt x="3017" y="6436"/>
                </a:lnTo>
                <a:lnTo>
                  <a:pt x="3118" y="6616"/>
                </a:lnTo>
                <a:lnTo>
                  <a:pt x="3206" y="6861"/>
                </a:lnTo>
                <a:lnTo>
                  <a:pt x="3294" y="7042"/>
                </a:lnTo>
                <a:lnTo>
                  <a:pt x="3382" y="7274"/>
                </a:lnTo>
                <a:lnTo>
                  <a:pt x="3520" y="7519"/>
                </a:lnTo>
                <a:lnTo>
                  <a:pt x="3621" y="7700"/>
                </a:lnTo>
                <a:lnTo>
                  <a:pt x="3709" y="7932"/>
                </a:lnTo>
                <a:lnTo>
                  <a:pt x="3797" y="8125"/>
                </a:lnTo>
                <a:lnTo>
                  <a:pt x="3885" y="8357"/>
                </a:lnTo>
                <a:lnTo>
                  <a:pt x="4023" y="8590"/>
                </a:lnTo>
                <a:lnTo>
                  <a:pt x="4124" y="8783"/>
                </a:lnTo>
                <a:lnTo>
                  <a:pt x="4212" y="9015"/>
                </a:lnTo>
                <a:lnTo>
                  <a:pt x="4300" y="9209"/>
                </a:lnTo>
                <a:lnTo>
                  <a:pt x="4400" y="9441"/>
                </a:lnTo>
                <a:lnTo>
                  <a:pt x="4526" y="9673"/>
                </a:lnTo>
                <a:lnTo>
                  <a:pt x="4627" y="9866"/>
                </a:lnTo>
                <a:lnTo>
                  <a:pt x="4715" y="10099"/>
                </a:lnTo>
                <a:lnTo>
                  <a:pt x="4803" y="10292"/>
                </a:lnTo>
                <a:lnTo>
                  <a:pt x="4903" y="10524"/>
                </a:lnTo>
                <a:lnTo>
                  <a:pt x="5029" y="10756"/>
                </a:lnTo>
                <a:lnTo>
                  <a:pt x="5130" y="10950"/>
                </a:lnTo>
                <a:lnTo>
                  <a:pt x="5218" y="11182"/>
                </a:lnTo>
                <a:lnTo>
                  <a:pt x="5306" y="11363"/>
                </a:lnTo>
                <a:lnTo>
                  <a:pt x="5406" y="11608"/>
                </a:lnTo>
                <a:lnTo>
                  <a:pt x="5545" y="11840"/>
                </a:lnTo>
                <a:lnTo>
                  <a:pt x="5633" y="12033"/>
                </a:lnTo>
                <a:lnTo>
                  <a:pt x="5721" y="12266"/>
                </a:lnTo>
                <a:lnTo>
                  <a:pt x="5809" y="12498"/>
                </a:lnTo>
                <a:lnTo>
                  <a:pt x="5909" y="12691"/>
                </a:lnTo>
                <a:lnTo>
                  <a:pt x="6048" y="12923"/>
                </a:lnTo>
                <a:lnTo>
                  <a:pt x="6136" y="13104"/>
                </a:lnTo>
                <a:lnTo>
                  <a:pt x="6224" y="13349"/>
                </a:lnTo>
                <a:lnTo>
                  <a:pt x="6312" y="13581"/>
                </a:lnTo>
                <a:lnTo>
                  <a:pt x="6412" y="13762"/>
                </a:lnTo>
                <a:lnTo>
                  <a:pt x="6551" y="14007"/>
                </a:lnTo>
                <a:lnTo>
                  <a:pt x="6639" y="14239"/>
                </a:lnTo>
                <a:lnTo>
                  <a:pt x="6727" y="14419"/>
                </a:lnTo>
                <a:lnTo>
                  <a:pt x="6815" y="14665"/>
                </a:lnTo>
                <a:lnTo>
                  <a:pt x="6915" y="14845"/>
                </a:lnTo>
                <a:lnTo>
                  <a:pt x="7054" y="15077"/>
                </a:lnTo>
                <a:lnTo>
                  <a:pt x="7142" y="15322"/>
                </a:lnTo>
                <a:lnTo>
                  <a:pt x="7230" y="15503"/>
                </a:lnTo>
                <a:lnTo>
                  <a:pt x="7318" y="15735"/>
                </a:lnTo>
                <a:lnTo>
                  <a:pt x="7418" y="15980"/>
                </a:lnTo>
                <a:lnTo>
                  <a:pt x="7557" y="16161"/>
                </a:lnTo>
                <a:lnTo>
                  <a:pt x="7645" y="16393"/>
                </a:lnTo>
                <a:lnTo>
                  <a:pt x="7733" y="16638"/>
                </a:lnTo>
                <a:lnTo>
                  <a:pt x="7821" y="16819"/>
                </a:lnTo>
                <a:lnTo>
                  <a:pt x="7921" y="17051"/>
                </a:lnTo>
                <a:lnTo>
                  <a:pt x="8060" y="17296"/>
                </a:lnTo>
                <a:lnTo>
                  <a:pt x="8148" y="17476"/>
                </a:lnTo>
                <a:lnTo>
                  <a:pt x="8236" y="17708"/>
                </a:lnTo>
                <a:lnTo>
                  <a:pt x="8336" y="17954"/>
                </a:lnTo>
                <a:lnTo>
                  <a:pt x="8424" y="18134"/>
                </a:lnTo>
                <a:lnTo>
                  <a:pt x="8563" y="18379"/>
                </a:lnTo>
                <a:lnTo>
                  <a:pt x="8651" y="18611"/>
                </a:lnTo>
                <a:lnTo>
                  <a:pt x="8739" y="18792"/>
                </a:lnTo>
                <a:lnTo>
                  <a:pt x="8839" y="19037"/>
                </a:lnTo>
                <a:lnTo>
                  <a:pt x="8927" y="19269"/>
                </a:lnTo>
                <a:lnTo>
                  <a:pt x="9066" y="19450"/>
                </a:lnTo>
                <a:lnTo>
                  <a:pt x="9154" y="19695"/>
                </a:lnTo>
                <a:lnTo>
                  <a:pt x="9242" y="19927"/>
                </a:lnTo>
                <a:lnTo>
                  <a:pt x="9342" y="20108"/>
                </a:lnTo>
                <a:lnTo>
                  <a:pt x="9430" y="20353"/>
                </a:lnTo>
                <a:lnTo>
                  <a:pt x="9568" y="20585"/>
                </a:lnTo>
                <a:lnTo>
                  <a:pt x="9656" y="20765"/>
                </a:lnTo>
                <a:lnTo>
                  <a:pt x="9745" y="21010"/>
                </a:lnTo>
                <a:lnTo>
                  <a:pt x="9845" y="21243"/>
                </a:lnTo>
                <a:lnTo>
                  <a:pt x="9933" y="21423"/>
                </a:lnTo>
                <a:lnTo>
                  <a:pt x="10071" y="21668"/>
                </a:lnTo>
                <a:lnTo>
                  <a:pt x="10159" y="21900"/>
                </a:lnTo>
                <a:lnTo>
                  <a:pt x="10247" y="22081"/>
                </a:lnTo>
                <a:lnTo>
                  <a:pt x="10348" y="22326"/>
                </a:lnTo>
                <a:lnTo>
                  <a:pt x="10436" y="22558"/>
                </a:lnTo>
                <a:lnTo>
                  <a:pt x="10574" y="22739"/>
                </a:lnTo>
                <a:lnTo>
                  <a:pt x="10662" y="22984"/>
                </a:lnTo>
                <a:lnTo>
                  <a:pt x="10750" y="23216"/>
                </a:lnTo>
                <a:lnTo>
                  <a:pt x="10851" y="23448"/>
                </a:lnTo>
                <a:lnTo>
                  <a:pt x="10939" y="23642"/>
                </a:lnTo>
                <a:lnTo>
                  <a:pt x="11077" y="23874"/>
                </a:lnTo>
                <a:lnTo>
                  <a:pt x="11165" y="24106"/>
                </a:lnTo>
                <a:lnTo>
                  <a:pt x="11253" y="24299"/>
                </a:lnTo>
                <a:lnTo>
                  <a:pt x="11354" y="24532"/>
                </a:lnTo>
                <a:lnTo>
                  <a:pt x="11442" y="24764"/>
                </a:lnTo>
                <a:lnTo>
                  <a:pt x="11580" y="24957"/>
                </a:lnTo>
                <a:lnTo>
                  <a:pt x="11668" y="25189"/>
                </a:lnTo>
                <a:lnTo>
                  <a:pt x="11769" y="25422"/>
                </a:lnTo>
                <a:lnTo>
                  <a:pt x="11857" y="25654"/>
                </a:lnTo>
                <a:lnTo>
                  <a:pt x="11945" y="25847"/>
                </a:lnTo>
                <a:lnTo>
                  <a:pt x="12083" y="26079"/>
                </a:lnTo>
                <a:lnTo>
                  <a:pt x="12171" y="26311"/>
                </a:lnTo>
                <a:lnTo>
                  <a:pt x="12272" y="26505"/>
                </a:lnTo>
                <a:lnTo>
                  <a:pt x="12360" y="26737"/>
                </a:lnTo>
                <a:lnTo>
                  <a:pt x="12448" y="26969"/>
                </a:lnTo>
                <a:lnTo>
                  <a:pt x="12586" y="27214"/>
                </a:lnTo>
                <a:lnTo>
                  <a:pt x="12674" y="27395"/>
                </a:lnTo>
                <a:lnTo>
                  <a:pt x="12775" y="27627"/>
                </a:lnTo>
                <a:lnTo>
                  <a:pt x="12863" y="27872"/>
                </a:lnTo>
                <a:lnTo>
                  <a:pt x="12951" y="28104"/>
                </a:lnTo>
                <a:lnTo>
                  <a:pt x="13089" y="28285"/>
                </a:lnTo>
                <a:lnTo>
                  <a:pt x="13177" y="28530"/>
                </a:lnTo>
                <a:lnTo>
                  <a:pt x="13278" y="28762"/>
                </a:lnTo>
                <a:lnTo>
                  <a:pt x="13366" y="28956"/>
                </a:lnTo>
                <a:lnTo>
                  <a:pt x="13454" y="29188"/>
                </a:lnTo>
                <a:lnTo>
                  <a:pt x="13592" y="29420"/>
                </a:lnTo>
                <a:lnTo>
                  <a:pt x="13680" y="29652"/>
                </a:lnTo>
                <a:lnTo>
                  <a:pt x="13781" y="29846"/>
                </a:lnTo>
                <a:lnTo>
                  <a:pt x="13869" y="30078"/>
                </a:lnTo>
                <a:lnTo>
                  <a:pt x="13957" y="30310"/>
                </a:lnTo>
                <a:lnTo>
                  <a:pt x="14095" y="30542"/>
                </a:lnTo>
                <a:lnTo>
                  <a:pt x="14183" y="30736"/>
                </a:lnTo>
                <a:lnTo>
                  <a:pt x="14284" y="30968"/>
                </a:lnTo>
                <a:lnTo>
                  <a:pt x="14372" y="31200"/>
                </a:lnTo>
                <a:lnTo>
                  <a:pt x="14460" y="31445"/>
                </a:lnTo>
                <a:lnTo>
                  <a:pt x="14598" y="31625"/>
                </a:lnTo>
                <a:lnTo>
                  <a:pt x="14686" y="31858"/>
                </a:lnTo>
                <a:lnTo>
                  <a:pt x="14787" y="32103"/>
                </a:lnTo>
                <a:lnTo>
                  <a:pt x="14875" y="32335"/>
                </a:lnTo>
                <a:lnTo>
                  <a:pt x="14963" y="32515"/>
                </a:lnTo>
                <a:lnTo>
                  <a:pt x="15101" y="32760"/>
                </a:lnTo>
                <a:lnTo>
                  <a:pt x="15189" y="32993"/>
                </a:lnTo>
                <a:lnTo>
                  <a:pt x="15290" y="33225"/>
                </a:lnTo>
                <a:lnTo>
                  <a:pt x="15378" y="33418"/>
                </a:lnTo>
                <a:lnTo>
                  <a:pt x="15466" y="33650"/>
                </a:lnTo>
                <a:lnTo>
                  <a:pt x="15604" y="33883"/>
                </a:lnTo>
                <a:lnTo>
                  <a:pt x="15705" y="34115"/>
                </a:lnTo>
                <a:lnTo>
                  <a:pt x="15793" y="34360"/>
                </a:lnTo>
                <a:lnTo>
                  <a:pt x="15881" y="34540"/>
                </a:lnTo>
                <a:lnTo>
                  <a:pt x="15969" y="34773"/>
                </a:lnTo>
                <a:lnTo>
                  <a:pt x="16107" y="35018"/>
                </a:lnTo>
                <a:lnTo>
                  <a:pt x="16208" y="35250"/>
                </a:lnTo>
                <a:lnTo>
                  <a:pt x="16296" y="35430"/>
                </a:lnTo>
                <a:lnTo>
                  <a:pt x="16384" y="35675"/>
                </a:lnTo>
                <a:lnTo>
                  <a:pt x="16472" y="35908"/>
                </a:lnTo>
                <a:lnTo>
                  <a:pt x="16610" y="36140"/>
                </a:lnTo>
                <a:lnTo>
                  <a:pt x="16711" y="36333"/>
                </a:lnTo>
                <a:lnTo>
                  <a:pt x="16799" y="36565"/>
                </a:lnTo>
                <a:lnTo>
                  <a:pt x="16887" y="36798"/>
                </a:lnTo>
                <a:lnTo>
                  <a:pt x="16975" y="37030"/>
                </a:lnTo>
                <a:lnTo>
                  <a:pt x="17113" y="37275"/>
                </a:lnTo>
                <a:lnTo>
                  <a:pt x="17214" y="37455"/>
                </a:lnTo>
                <a:lnTo>
                  <a:pt x="17302" y="37688"/>
                </a:lnTo>
                <a:lnTo>
                  <a:pt x="17390" y="37933"/>
                </a:lnTo>
                <a:lnTo>
                  <a:pt x="17478" y="38165"/>
                </a:lnTo>
                <a:lnTo>
                  <a:pt x="17616" y="38397"/>
                </a:lnTo>
                <a:lnTo>
                  <a:pt x="17717" y="38590"/>
                </a:lnTo>
                <a:lnTo>
                  <a:pt x="17805" y="38823"/>
                </a:lnTo>
                <a:lnTo>
                  <a:pt x="17893" y="39055"/>
                </a:lnTo>
                <a:lnTo>
                  <a:pt x="17993" y="39287"/>
                </a:lnTo>
                <a:lnTo>
                  <a:pt x="18119" y="39532"/>
                </a:lnTo>
                <a:lnTo>
                  <a:pt x="18220" y="39713"/>
                </a:lnTo>
                <a:lnTo>
                  <a:pt x="18308" y="39945"/>
                </a:lnTo>
                <a:lnTo>
                  <a:pt x="18396" y="40190"/>
                </a:lnTo>
                <a:lnTo>
                  <a:pt x="18496" y="40422"/>
                </a:lnTo>
                <a:lnTo>
                  <a:pt x="18622" y="40654"/>
                </a:lnTo>
                <a:lnTo>
                  <a:pt x="18723" y="40848"/>
                </a:lnTo>
                <a:lnTo>
                  <a:pt x="18811" y="41080"/>
                </a:lnTo>
                <a:lnTo>
                  <a:pt x="18899" y="41312"/>
                </a:lnTo>
                <a:lnTo>
                  <a:pt x="18999" y="41544"/>
                </a:lnTo>
                <a:lnTo>
                  <a:pt x="19137" y="41776"/>
                </a:lnTo>
                <a:lnTo>
                  <a:pt x="19225" y="41970"/>
                </a:lnTo>
                <a:lnTo>
                  <a:pt x="19313" y="42202"/>
                </a:lnTo>
                <a:lnTo>
                  <a:pt x="19402" y="42434"/>
                </a:lnTo>
                <a:lnTo>
                  <a:pt x="19502" y="42679"/>
                </a:lnTo>
                <a:lnTo>
                  <a:pt x="19640" y="42911"/>
                </a:lnTo>
                <a:lnTo>
                  <a:pt x="19728" y="43143"/>
                </a:lnTo>
                <a:lnTo>
                  <a:pt x="19816" y="43337"/>
                </a:lnTo>
                <a:lnTo>
                  <a:pt x="19904" y="43569"/>
                </a:lnTo>
                <a:lnTo>
                  <a:pt x="20005" y="43801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7318111" y="5232848"/>
            <a:ext cx="20043" cy="46213"/>
          </a:xfrm>
          <a:custGeom>
            <a:avLst/>
            <a:gdLst/>
            <a:ahLst/>
            <a:cxnLst/>
            <a:rect l="l" t="t" r="r" b="b"/>
            <a:pathLst>
              <a:path w="20043" h="46213">
                <a:moveTo>
                  <a:pt x="0" y="0"/>
                </a:moveTo>
                <a:lnTo>
                  <a:pt x="138" y="232"/>
                </a:lnTo>
                <a:lnTo>
                  <a:pt x="226" y="477"/>
                </a:lnTo>
                <a:lnTo>
                  <a:pt x="314" y="657"/>
                </a:lnTo>
                <a:lnTo>
                  <a:pt x="402" y="889"/>
                </a:lnTo>
                <a:lnTo>
                  <a:pt x="502" y="1135"/>
                </a:lnTo>
                <a:lnTo>
                  <a:pt x="641" y="1367"/>
                </a:lnTo>
                <a:lnTo>
                  <a:pt x="729" y="1599"/>
                </a:lnTo>
                <a:lnTo>
                  <a:pt x="817" y="1831"/>
                </a:lnTo>
                <a:lnTo>
                  <a:pt x="905" y="2024"/>
                </a:lnTo>
                <a:lnTo>
                  <a:pt x="1005" y="2257"/>
                </a:lnTo>
                <a:lnTo>
                  <a:pt x="1144" y="2489"/>
                </a:lnTo>
                <a:lnTo>
                  <a:pt x="1232" y="2734"/>
                </a:lnTo>
                <a:lnTo>
                  <a:pt x="1320" y="2966"/>
                </a:lnTo>
                <a:lnTo>
                  <a:pt x="1408" y="3198"/>
                </a:lnTo>
                <a:lnTo>
                  <a:pt x="1508" y="3430"/>
                </a:lnTo>
                <a:lnTo>
                  <a:pt x="1647" y="3624"/>
                </a:lnTo>
                <a:lnTo>
                  <a:pt x="1735" y="3856"/>
                </a:lnTo>
                <a:lnTo>
                  <a:pt x="1823" y="4088"/>
                </a:lnTo>
                <a:lnTo>
                  <a:pt x="1923" y="4320"/>
                </a:lnTo>
                <a:lnTo>
                  <a:pt x="2011" y="4565"/>
                </a:lnTo>
                <a:lnTo>
                  <a:pt x="2150" y="4798"/>
                </a:lnTo>
                <a:lnTo>
                  <a:pt x="2238" y="4978"/>
                </a:lnTo>
                <a:lnTo>
                  <a:pt x="2326" y="5223"/>
                </a:lnTo>
                <a:lnTo>
                  <a:pt x="2426" y="5455"/>
                </a:lnTo>
                <a:lnTo>
                  <a:pt x="2514" y="5688"/>
                </a:lnTo>
                <a:lnTo>
                  <a:pt x="2653" y="5920"/>
                </a:lnTo>
                <a:lnTo>
                  <a:pt x="2741" y="6165"/>
                </a:lnTo>
                <a:lnTo>
                  <a:pt x="2829" y="6397"/>
                </a:lnTo>
                <a:lnTo>
                  <a:pt x="2929" y="6577"/>
                </a:lnTo>
                <a:lnTo>
                  <a:pt x="3017" y="6823"/>
                </a:lnTo>
                <a:lnTo>
                  <a:pt x="3156" y="7055"/>
                </a:lnTo>
                <a:lnTo>
                  <a:pt x="3244" y="7287"/>
                </a:lnTo>
                <a:lnTo>
                  <a:pt x="3332" y="7519"/>
                </a:lnTo>
                <a:lnTo>
                  <a:pt x="3432" y="7751"/>
                </a:lnTo>
                <a:lnTo>
                  <a:pt x="3520" y="7996"/>
                </a:lnTo>
                <a:lnTo>
                  <a:pt x="3659" y="8228"/>
                </a:lnTo>
                <a:lnTo>
                  <a:pt x="3747" y="8422"/>
                </a:lnTo>
                <a:lnTo>
                  <a:pt x="3835" y="8654"/>
                </a:lnTo>
                <a:lnTo>
                  <a:pt x="3935" y="8886"/>
                </a:lnTo>
                <a:lnTo>
                  <a:pt x="4023" y="9118"/>
                </a:lnTo>
                <a:lnTo>
                  <a:pt x="4162" y="9351"/>
                </a:lnTo>
                <a:lnTo>
                  <a:pt x="4250" y="9596"/>
                </a:lnTo>
                <a:lnTo>
                  <a:pt x="4338" y="9828"/>
                </a:lnTo>
                <a:lnTo>
                  <a:pt x="4438" y="10060"/>
                </a:lnTo>
                <a:lnTo>
                  <a:pt x="4526" y="10253"/>
                </a:lnTo>
                <a:lnTo>
                  <a:pt x="4665" y="10486"/>
                </a:lnTo>
                <a:lnTo>
                  <a:pt x="4753" y="10718"/>
                </a:lnTo>
                <a:lnTo>
                  <a:pt x="4841" y="10950"/>
                </a:lnTo>
                <a:lnTo>
                  <a:pt x="4941" y="11195"/>
                </a:lnTo>
                <a:lnTo>
                  <a:pt x="5029" y="11427"/>
                </a:lnTo>
                <a:lnTo>
                  <a:pt x="5168" y="11659"/>
                </a:lnTo>
                <a:lnTo>
                  <a:pt x="5256" y="11891"/>
                </a:lnTo>
                <a:lnTo>
                  <a:pt x="5356" y="12124"/>
                </a:lnTo>
                <a:lnTo>
                  <a:pt x="5444" y="12317"/>
                </a:lnTo>
                <a:lnTo>
                  <a:pt x="5532" y="12549"/>
                </a:lnTo>
                <a:lnTo>
                  <a:pt x="5670" y="12781"/>
                </a:lnTo>
                <a:lnTo>
                  <a:pt x="5758" y="13027"/>
                </a:lnTo>
                <a:lnTo>
                  <a:pt x="5859" y="13259"/>
                </a:lnTo>
                <a:lnTo>
                  <a:pt x="5947" y="13491"/>
                </a:lnTo>
                <a:lnTo>
                  <a:pt x="6035" y="13723"/>
                </a:lnTo>
                <a:lnTo>
                  <a:pt x="6173" y="13968"/>
                </a:lnTo>
                <a:lnTo>
                  <a:pt x="6261" y="14200"/>
                </a:lnTo>
                <a:lnTo>
                  <a:pt x="6362" y="14381"/>
                </a:lnTo>
                <a:lnTo>
                  <a:pt x="6450" y="14626"/>
                </a:lnTo>
                <a:lnTo>
                  <a:pt x="6538" y="14858"/>
                </a:lnTo>
                <a:lnTo>
                  <a:pt x="6676" y="15090"/>
                </a:lnTo>
                <a:lnTo>
                  <a:pt x="6764" y="15322"/>
                </a:lnTo>
                <a:lnTo>
                  <a:pt x="6865" y="15555"/>
                </a:lnTo>
                <a:lnTo>
                  <a:pt x="6953" y="15800"/>
                </a:lnTo>
                <a:lnTo>
                  <a:pt x="7041" y="16032"/>
                </a:lnTo>
                <a:lnTo>
                  <a:pt x="7179" y="16264"/>
                </a:lnTo>
                <a:lnTo>
                  <a:pt x="7267" y="16496"/>
                </a:lnTo>
                <a:lnTo>
                  <a:pt x="7368" y="16741"/>
                </a:lnTo>
                <a:lnTo>
                  <a:pt x="7456" y="16922"/>
                </a:lnTo>
                <a:lnTo>
                  <a:pt x="7544" y="17154"/>
                </a:lnTo>
                <a:lnTo>
                  <a:pt x="7682" y="17399"/>
                </a:lnTo>
                <a:lnTo>
                  <a:pt x="7770" y="17631"/>
                </a:lnTo>
                <a:lnTo>
                  <a:pt x="7871" y="17863"/>
                </a:lnTo>
                <a:lnTo>
                  <a:pt x="7959" y="18095"/>
                </a:lnTo>
                <a:lnTo>
                  <a:pt x="8047" y="18328"/>
                </a:lnTo>
                <a:lnTo>
                  <a:pt x="8185" y="18573"/>
                </a:lnTo>
                <a:lnTo>
                  <a:pt x="8273" y="18805"/>
                </a:lnTo>
                <a:lnTo>
                  <a:pt x="8374" y="19037"/>
                </a:lnTo>
                <a:lnTo>
                  <a:pt x="8462" y="19269"/>
                </a:lnTo>
                <a:lnTo>
                  <a:pt x="8550" y="19514"/>
                </a:lnTo>
                <a:lnTo>
                  <a:pt x="8688" y="19746"/>
                </a:lnTo>
                <a:lnTo>
                  <a:pt x="8776" y="19979"/>
                </a:lnTo>
                <a:lnTo>
                  <a:pt x="8877" y="20172"/>
                </a:lnTo>
                <a:lnTo>
                  <a:pt x="8965" y="20404"/>
                </a:lnTo>
                <a:lnTo>
                  <a:pt x="9053" y="20636"/>
                </a:lnTo>
                <a:lnTo>
                  <a:pt x="9191" y="20869"/>
                </a:lnTo>
                <a:lnTo>
                  <a:pt x="9292" y="21114"/>
                </a:lnTo>
                <a:lnTo>
                  <a:pt x="9380" y="21346"/>
                </a:lnTo>
                <a:lnTo>
                  <a:pt x="9468" y="21578"/>
                </a:lnTo>
                <a:lnTo>
                  <a:pt x="9556" y="21810"/>
                </a:lnTo>
                <a:lnTo>
                  <a:pt x="9694" y="22042"/>
                </a:lnTo>
                <a:lnTo>
                  <a:pt x="9795" y="22287"/>
                </a:lnTo>
                <a:lnTo>
                  <a:pt x="9883" y="22519"/>
                </a:lnTo>
                <a:lnTo>
                  <a:pt x="9971" y="22752"/>
                </a:lnTo>
                <a:lnTo>
                  <a:pt x="10059" y="22984"/>
                </a:lnTo>
                <a:lnTo>
                  <a:pt x="10197" y="23229"/>
                </a:lnTo>
                <a:lnTo>
                  <a:pt x="10298" y="23461"/>
                </a:lnTo>
                <a:lnTo>
                  <a:pt x="10386" y="23693"/>
                </a:lnTo>
                <a:lnTo>
                  <a:pt x="10474" y="23925"/>
                </a:lnTo>
                <a:lnTo>
                  <a:pt x="10562" y="24119"/>
                </a:lnTo>
                <a:lnTo>
                  <a:pt x="10700" y="24351"/>
                </a:lnTo>
                <a:lnTo>
                  <a:pt x="10801" y="24583"/>
                </a:lnTo>
                <a:lnTo>
                  <a:pt x="10889" y="24815"/>
                </a:lnTo>
                <a:lnTo>
                  <a:pt x="10977" y="25060"/>
                </a:lnTo>
                <a:lnTo>
                  <a:pt x="11065" y="25293"/>
                </a:lnTo>
                <a:lnTo>
                  <a:pt x="11203" y="25525"/>
                </a:lnTo>
                <a:lnTo>
                  <a:pt x="11304" y="25757"/>
                </a:lnTo>
                <a:lnTo>
                  <a:pt x="11392" y="26002"/>
                </a:lnTo>
                <a:lnTo>
                  <a:pt x="11480" y="26234"/>
                </a:lnTo>
                <a:lnTo>
                  <a:pt x="11580" y="26466"/>
                </a:lnTo>
                <a:lnTo>
                  <a:pt x="11706" y="26698"/>
                </a:lnTo>
                <a:lnTo>
                  <a:pt x="11807" y="26931"/>
                </a:lnTo>
                <a:lnTo>
                  <a:pt x="11895" y="27176"/>
                </a:lnTo>
                <a:lnTo>
                  <a:pt x="11983" y="27408"/>
                </a:lnTo>
                <a:lnTo>
                  <a:pt x="12083" y="27640"/>
                </a:lnTo>
                <a:lnTo>
                  <a:pt x="12209" y="27872"/>
                </a:lnTo>
                <a:lnTo>
                  <a:pt x="12310" y="28117"/>
                </a:lnTo>
                <a:lnTo>
                  <a:pt x="12398" y="28349"/>
                </a:lnTo>
                <a:lnTo>
                  <a:pt x="12486" y="28582"/>
                </a:lnTo>
                <a:lnTo>
                  <a:pt x="12586" y="28814"/>
                </a:lnTo>
                <a:lnTo>
                  <a:pt x="12712" y="29046"/>
                </a:lnTo>
                <a:lnTo>
                  <a:pt x="12813" y="29291"/>
                </a:lnTo>
                <a:lnTo>
                  <a:pt x="12901" y="29523"/>
                </a:lnTo>
                <a:lnTo>
                  <a:pt x="12989" y="29755"/>
                </a:lnTo>
                <a:lnTo>
                  <a:pt x="13089" y="29987"/>
                </a:lnTo>
                <a:lnTo>
                  <a:pt x="13228" y="30232"/>
                </a:lnTo>
                <a:lnTo>
                  <a:pt x="13316" y="30465"/>
                </a:lnTo>
                <a:lnTo>
                  <a:pt x="13404" y="30697"/>
                </a:lnTo>
                <a:lnTo>
                  <a:pt x="13492" y="30929"/>
                </a:lnTo>
                <a:lnTo>
                  <a:pt x="13592" y="31122"/>
                </a:lnTo>
                <a:lnTo>
                  <a:pt x="13731" y="31355"/>
                </a:lnTo>
                <a:lnTo>
                  <a:pt x="13819" y="31587"/>
                </a:lnTo>
                <a:lnTo>
                  <a:pt x="13907" y="31819"/>
                </a:lnTo>
                <a:lnTo>
                  <a:pt x="13995" y="32064"/>
                </a:lnTo>
                <a:lnTo>
                  <a:pt x="14095" y="32296"/>
                </a:lnTo>
                <a:lnTo>
                  <a:pt x="14234" y="32528"/>
                </a:lnTo>
                <a:lnTo>
                  <a:pt x="14322" y="32760"/>
                </a:lnTo>
                <a:lnTo>
                  <a:pt x="14410" y="33006"/>
                </a:lnTo>
                <a:lnTo>
                  <a:pt x="14498" y="33238"/>
                </a:lnTo>
                <a:lnTo>
                  <a:pt x="14598" y="33470"/>
                </a:lnTo>
                <a:lnTo>
                  <a:pt x="14736" y="33702"/>
                </a:lnTo>
                <a:lnTo>
                  <a:pt x="14824" y="33934"/>
                </a:lnTo>
                <a:lnTo>
                  <a:pt x="14913" y="34179"/>
                </a:lnTo>
                <a:lnTo>
                  <a:pt x="15001" y="34411"/>
                </a:lnTo>
                <a:lnTo>
                  <a:pt x="15101" y="34644"/>
                </a:lnTo>
                <a:lnTo>
                  <a:pt x="15239" y="34876"/>
                </a:lnTo>
                <a:lnTo>
                  <a:pt x="15327" y="35121"/>
                </a:lnTo>
                <a:lnTo>
                  <a:pt x="15415" y="35353"/>
                </a:lnTo>
                <a:lnTo>
                  <a:pt x="15516" y="35585"/>
                </a:lnTo>
                <a:lnTo>
                  <a:pt x="15604" y="35817"/>
                </a:lnTo>
                <a:lnTo>
                  <a:pt x="15742" y="36049"/>
                </a:lnTo>
                <a:lnTo>
                  <a:pt x="15830" y="36295"/>
                </a:lnTo>
                <a:lnTo>
                  <a:pt x="15918" y="36527"/>
                </a:lnTo>
                <a:lnTo>
                  <a:pt x="16019" y="36759"/>
                </a:lnTo>
                <a:lnTo>
                  <a:pt x="16107" y="36991"/>
                </a:lnTo>
                <a:lnTo>
                  <a:pt x="16245" y="37236"/>
                </a:lnTo>
                <a:lnTo>
                  <a:pt x="16333" y="37468"/>
                </a:lnTo>
                <a:lnTo>
                  <a:pt x="16421" y="37700"/>
                </a:lnTo>
                <a:lnTo>
                  <a:pt x="16522" y="37933"/>
                </a:lnTo>
                <a:lnTo>
                  <a:pt x="16610" y="38165"/>
                </a:lnTo>
                <a:lnTo>
                  <a:pt x="16748" y="38410"/>
                </a:lnTo>
                <a:lnTo>
                  <a:pt x="16836" y="38642"/>
                </a:lnTo>
                <a:lnTo>
                  <a:pt x="16924" y="38926"/>
                </a:lnTo>
                <a:lnTo>
                  <a:pt x="17025" y="39158"/>
                </a:lnTo>
                <a:lnTo>
                  <a:pt x="17113" y="39390"/>
                </a:lnTo>
                <a:lnTo>
                  <a:pt x="17251" y="39622"/>
                </a:lnTo>
                <a:lnTo>
                  <a:pt x="17339" y="39867"/>
                </a:lnTo>
                <a:lnTo>
                  <a:pt x="17427" y="40099"/>
                </a:lnTo>
                <a:lnTo>
                  <a:pt x="17528" y="40332"/>
                </a:lnTo>
                <a:lnTo>
                  <a:pt x="17616" y="40564"/>
                </a:lnTo>
                <a:lnTo>
                  <a:pt x="17754" y="40809"/>
                </a:lnTo>
                <a:lnTo>
                  <a:pt x="17842" y="41041"/>
                </a:lnTo>
                <a:lnTo>
                  <a:pt x="17930" y="41273"/>
                </a:lnTo>
                <a:lnTo>
                  <a:pt x="18031" y="41505"/>
                </a:lnTo>
                <a:lnTo>
                  <a:pt x="18119" y="41738"/>
                </a:lnTo>
                <a:lnTo>
                  <a:pt x="18257" y="41983"/>
                </a:lnTo>
                <a:lnTo>
                  <a:pt x="18345" y="42215"/>
                </a:lnTo>
                <a:lnTo>
                  <a:pt x="18433" y="42447"/>
                </a:lnTo>
                <a:lnTo>
                  <a:pt x="18534" y="42679"/>
                </a:lnTo>
                <a:lnTo>
                  <a:pt x="18622" y="42924"/>
                </a:lnTo>
                <a:lnTo>
                  <a:pt x="18760" y="43156"/>
                </a:lnTo>
                <a:lnTo>
                  <a:pt x="18848" y="43388"/>
                </a:lnTo>
                <a:lnTo>
                  <a:pt x="18936" y="43621"/>
                </a:lnTo>
                <a:lnTo>
                  <a:pt x="19037" y="43853"/>
                </a:lnTo>
                <a:lnTo>
                  <a:pt x="19125" y="44098"/>
                </a:lnTo>
                <a:lnTo>
                  <a:pt x="19263" y="44330"/>
                </a:lnTo>
                <a:lnTo>
                  <a:pt x="19351" y="44562"/>
                </a:lnTo>
                <a:lnTo>
                  <a:pt x="19452" y="44794"/>
                </a:lnTo>
                <a:lnTo>
                  <a:pt x="19540" y="45039"/>
                </a:lnTo>
                <a:lnTo>
                  <a:pt x="19678" y="45272"/>
                </a:lnTo>
                <a:lnTo>
                  <a:pt x="19766" y="45504"/>
                </a:lnTo>
                <a:lnTo>
                  <a:pt x="19854" y="45736"/>
                </a:lnTo>
                <a:lnTo>
                  <a:pt x="19955" y="45968"/>
                </a:lnTo>
                <a:lnTo>
                  <a:pt x="20043" y="46213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7338154" y="5279062"/>
            <a:ext cx="20043" cy="47941"/>
          </a:xfrm>
          <a:custGeom>
            <a:avLst/>
            <a:gdLst/>
            <a:ahLst/>
            <a:cxnLst/>
            <a:rect l="l" t="t" r="r" b="b"/>
            <a:pathLst>
              <a:path w="20043" h="47941">
                <a:moveTo>
                  <a:pt x="0" y="0"/>
                </a:moveTo>
                <a:lnTo>
                  <a:pt x="138" y="283"/>
                </a:lnTo>
                <a:lnTo>
                  <a:pt x="226" y="515"/>
                </a:lnTo>
                <a:lnTo>
                  <a:pt x="314" y="748"/>
                </a:lnTo>
                <a:lnTo>
                  <a:pt x="414" y="980"/>
                </a:lnTo>
                <a:lnTo>
                  <a:pt x="502" y="1212"/>
                </a:lnTo>
                <a:lnTo>
                  <a:pt x="641" y="1457"/>
                </a:lnTo>
                <a:lnTo>
                  <a:pt x="729" y="1689"/>
                </a:lnTo>
                <a:lnTo>
                  <a:pt x="817" y="1921"/>
                </a:lnTo>
                <a:lnTo>
                  <a:pt x="917" y="2153"/>
                </a:lnTo>
                <a:lnTo>
                  <a:pt x="1005" y="2399"/>
                </a:lnTo>
                <a:lnTo>
                  <a:pt x="1144" y="2631"/>
                </a:lnTo>
                <a:lnTo>
                  <a:pt x="1232" y="2863"/>
                </a:lnTo>
                <a:lnTo>
                  <a:pt x="1320" y="3095"/>
                </a:lnTo>
                <a:lnTo>
                  <a:pt x="1420" y="3327"/>
                </a:lnTo>
                <a:lnTo>
                  <a:pt x="1508" y="3572"/>
                </a:lnTo>
                <a:lnTo>
                  <a:pt x="1647" y="3804"/>
                </a:lnTo>
                <a:lnTo>
                  <a:pt x="1735" y="4037"/>
                </a:lnTo>
                <a:lnTo>
                  <a:pt x="1823" y="4269"/>
                </a:lnTo>
                <a:lnTo>
                  <a:pt x="1923" y="4553"/>
                </a:lnTo>
                <a:lnTo>
                  <a:pt x="2011" y="4785"/>
                </a:lnTo>
                <a:lnTo>
                  <a:pt x="2150" y="5030"/>
                </a:lnTo>
                <a:lnTo>
                  <a:pt x="2238" y="5262"/>
                </a:lnTo>
                <a:lnTo>
                  <a:pt x="2326" y="5494"/>
                </a:lnTo>
                <a:lnTo>
                  <a:pt x="2426" y="5726"/>
                </a:lnTo>
                <a:lnTo>
                  <a:pt x="2514" y="5958"/>
                </a:lnTo>
                <a:lnTo>
                  <a:pt x="2653" y="6203"/>
                </a:lnTo>
                <a:lnTo>
                  <a:pt x="2741" y="6436"/>
                </a:lnTo>
                <a:lnTo>
                  <a:pt x="2841" y="6668"/>
                </a:lnTo>
                <a:lnTo>
                  <a:pt x="2929" y="6900"/>
                </a:lnTo>
                <a:lnTo>
                  <a:pt x="3017" y="7145"/>
                </a:lnTo>
                <a:lnTo>
                  <a:pt x="3156" y="7377"/>
                </a:lnTo>
                <a:lnTo>
                  <a:pt x="3244" y="7609"/>
                </a:lnTo>
                <a:lnTo>
                  <a:pt x="3344" y="7893"/>
                </a:lnTo>
                <a:lnTo>
                  <a:pt x="3432" y="8125"/>
                </a:lnTo>
                <a:lnTo>
                  <a:pt x="3520" y="8357"/>
                </a:lnTo>
                <a:lnTo>
                  <a:pt x="3659" y="8602"/>
                </a:lnTo>
                <a:lnTo>
                  <a:pt x="3747" y="8835"/>
                </a:lnTo>
                <a:lnTo>
                  <a:pt x="3847" y="9067"/>
                </a:lnTo>
                <a:lnTo>
                  <a:pt x="3935" y="9299"/>
                </a:lnTo>
                <a:lnTo>
                  <a:pt x="4023" y="9531"/>
                </a:lnTo>
                <a:lnTo>
                  <a:pt x="4162" y="9776"/>
                </a:lnTo>
                <a:lnTo>
                  <a:pt x="4250" y="10008"/>
                </a:lnTo>
                <a:lnTo>
                  <a:pt x="4350" y="10241"/>
                </a:lnTo>
                <a:lnTo>
                  <a:pt x="4438" y="10473"/>
                </a:lnTo>
                <a:lnTo>
                  <a:pt x="4526" y="10718"/>
                </a:lnTo>
                <a:lnTo>
                  <a:pt x="4665" y="10989"/>
                </a:lnTo>
                <a:lnTo>
                  <a:pt x="4753" y="11234"/>
                </a:lnTo>
                <a:lnTo>
                  <a:pt x="4853" y="11466"/>
                </a:lnTo>
                <a:lnTo>
                  <a:pt x="4941" y="11698"/>
                </a:lnTo>
                <a:lnTo>
                  <a:pt x="5029" y="11930"/>
                </a:lnTo>
                <a:lnTo>
                  <a:pt x="5168" y="12175"/>
                </a:lnTo>
                <a:lnTo>
                  <a:pt x="5256" y="12407"/>
                </a:lnTo>
                <a:lnTo>
                  <a:pt x="5356" y="12640"/>
                </a:lnTo>
                <a:lnTo>
                  <a:pt x="5444" y="12872"/>
                </a:lnTo>
                <a:lnTo>
                  <a:pt x="5532" y="13104"/>
                </a:lnTo>
                <a:lnTo>
                  <a:pt x="5670" y="13349"/>
                </a:lnTo>
                <a:lnTo>
                  <a:pt x="5758" y="13633"/>
                </a:lnTo>
                <a:lnTo>
                  <a:pt x="5859" y="13865"/>
                </a:lnTo>
                <a:lnTo>
                  <a:pt x="5947" y="14097"/>
                </a:lnTo>
                <a:lnTo>
                  <a:pt x="6035" y="14329"/>
                </a:lnTo>
                <a:lnTo>
                  <a:pt x="6173" y="14561"/>
                </a:lnTo>
                <a:lnTo>
                  <a:pt x="6261" y="14806"/>
                </a:lnTo>
                <a:lnTo>
                  <a:pt x="6362" y="15039"/>
                </a:lnTo>
                <a:lnTo>
                  <a:pt x="6450" y="15271"/>
                </a:lnTo>
                <a:lnTo>
                  <a:pt x="6538" y="15503"/>
                </a:lnTo>
                <a:lnTo>
                  <a:pt x="6676" y="15748"/>
                </a:lnTo>
                <a:lnTo>
                  <a:pt x="6777" y="16019"/>
                </a:lnTo>
                <a:lnTo>
                  <a:pt x="6865" y="16264"/>
                </a:lnTo>
                <a:lnTo>
                  <a:pt x="6953" y="16496"/>
                </a:lnTo>
                <a:lnTo>
                  <a:pt x="7041" y="16728"/>
                </a:lnTo>
                <a:lnTo>
                  <a:pt x="7179" y="16960"/>
                </a:lnTo>
                <a:lnTo>
                  <a:pt x="7280" y="17205"/>
                </a:lnTo>
                <a:lnTo>
                  <a:pt x="7368" y="17438"/>
                </a:lnTo>
                <a:lnTo>
                  <a:pt x="7456" y="17670"/>
                </a:lnTo>
                <a:lnTo>
                  <a:pt x="7544" y="17902"/>
                </a:lnTo>
                <a:lnTo>
                  <a:pt x="7682" y="18186"/>
                </a:lnTo>
                <a:lnTo>
                  <a:pt x="7783" y="18418"/>
                </a:lnTo>
                <a:lnTo>
                  <a:pt x="7871" y="18650"/>
                </a:lnTo>
                <a:lnTo>
                  <a:pt x="7959" y="18895"/>
                </a:lnTo>
                <a:lnTo>
                  <a:pt x="8047" y="19127"/>
                </a:lnTo>
                <a:lnTo>
                  <a:pt x="8185" y="19359"/>
                </a:lnTo>
                <a:lnTo>
                  <a:pt x="8286" y="19592"/>
                </a:lnTo>
                <a:lnTo>
                  <a:pt x="8374" y="19837"/>
                </a:lnTo>
                <a:lnTo>
                  <a:pt x="8462" y="20069"/>
                </a:lnTo>
                <a:lnTo>
                  <a:pt x="8550" y="20353"/>
                </a:lnTo>
                <a:lnTo>
                  <a:pt x="8688" y="20585"/>
                </a:lnTo>
                <a:lnTo>
                  <a:pt x="8789" y="20817"/>
                </a:lnTo>
                <a:lnTo>
                  <a:pt x="8877" y="21049"/>
                </a:lnTo>
                <a:lnTo>
                  <a:pt x="8965" y="21294"/>
                </a:lnTo>
                <a:lnTo>
                  <a:pt x="9066" y="21526"/>
                </a:lnTo>
                <a:lnTo>
                  <a:pt x="9191" y="21758"/>
                </a:lnTo>
                <a:lnTo>
                  <a:pt x="9292" y="21991"/>
                </a:lnTo>
                <a:lnTo>
                  <a:pt x="9380" y="22274"/>
                </a:lnTo>
                <a:lnTo>
                  <a:pt x="9468" y="22507"/>
                </a:lnTo>
                <a:lnTo>
                  <a:pt x="9568" y="22752"/>
                </a:lnTo>
                <a:lnTo>
                  <a:pt x="9694" y="22984"/>
                </a:lnTo>
                <a:lnTo>
                  <a:pt x="9795" y="23216"/>
                </a:lnTo>
                <a:lnTo>
                  <a:pt x="9883" y="23448"/>
                </a:lnTo>
                <a:lnTo>
                  <a:pt x="9971" y="23680"/>
                </a:lnTo>
                <a:lnTo>
                  <a:pt x="10071" y="23925"/>
                </a:lnTo>
                <a:lnTo>
                  <a:pt x="10210" y="24209"/>
                </a:lnTo>
                <a:lnTo>
                  <a:pt x="10298" y="24441"/>
                </a:lnTo>
                <a:lnTo>
                  <a:pt x="10386" y="24673"/>
                </a:lnTo>
                <a:lnTo>
                  <a:pt x="10474" y="24906"/>
                </a:lnTo>
                <a:lnTo>
                  <a:pt x="10574" y="25138"/>
                </a:lnTo>
                <a:lnTo>
                  <a:pt x="10713" y="25383"/>
                </a:lnTo>
                <a:lnTo>
                  <a:pt x="10801" y="25615"/>
                </a:lnTo>
                <a:lnTo>
                  <a:pt x="10889" y="25847"/>
                </a:lnTo>
                <a:lnTo>
                  <a:pt x="10977" y="26131"/>
                </a:lnTo>
                <a:lnTo>
                  <a:pt x="11077" y="26363"/>
                </a:lnTo>
                <a:lnTo>
                  <a:pt x="11216" y="26595"/>
                </a:lnTo>
                <a:lnTo>
                  <a:pt x="11304" y="26840"/>
                </a:lnTo>
                <a:lnTo>
                  <a:pt x="11392" y="27072"/>
                </a:lnTo>
                <a:lnTo>
                  <a:pt x="11480" y="27305"/>
                </a:lnTo>
                <a:lnTo>
                  <a:pt x="11580" y="27537"/>
                </a:lnTo>
                <a:lnTo>
                  <a:pt x="11719" y="27821"/>
                </a:lnTo>
                <a:lnTo>
                  <a:pt x="11807" y="28053"/>
                </a:lnTo>
                <a:lnTo>
                  <a:pt x="11895" y="28298"/>
                </a:lnTo>
                <a:lnTo>
                  <a:pt x="11983" y="28530"/>
                </a:lnTo>
                <a:lnTo>
                  <a:pt x="12083" y="28762"/>
                </a:lnTo>
                <a:lnTo>
                  <a:pt x="12222" y="28994"/>
                </a:lnTo>
                <a:lnTo>
                  <a:pt x="12310" y="29226"/>
                </a:lnTo>
                <a:lnTo>
                  <a:pt x="12398" y="29510"/>
                </a:lnTo>
                <a:lnTo>
                  <a:pt x="12486" y="29755"/>
                </a:lnTo>
                <a:lnTo>
                  <a:pt x="12586" y="29987"/>
                </a:lnTo>
                <a:lnTo>
                  <a:pt x="12725" y="30220"/>
                </a:lnTo>
                <a:lnTo>
                  <a:pt x="12813" y="30452"/>
                </a:lnTo>
                <a:lnTo>
                  <a:pt x="12901" y="30684"/>
                </a:lnTo>
                <a:lnTo>
                  <a:pt x="13001" y="30929"/>
                </a:lnTo>
                <a:lnTo>
                  <a:pt x="13089" y="31213"/>
                </a:lnTo>
                <a:lnTo>
                  <a:pt x="13228" y="31445"/>
                </a:lnTo>
                <a:lnTo>
                  <a:pt x="13316" y="31677"/>
                </a:lnTo>
                <a:lnTo>
                  <a:pt x="13404" y="31909"/>
                </a:lnTo>
                <a:lnTo>
                  <a:pt x="13504" y="32141"/>
                </a:lnTo>
                <a:lnTo>
                  <a:pt x="13592" y="32386"/>
                </a:lnTo>
                <a:lnTo>
                  <a:pt x="13731" y="32619"/>
                </a:lnTo>
                <a:lnTo>
                  <a:pt x="13819" y="32902"/>
                </a:lnTo>
                <a:lnTo>
                  <a:pt x="13907" y="33135"/>
                </a:lnTo>
                <a:lnTo>
                  <a:pt x="14007" y="33367"/>
                </a:lnTo>
                <a:lnTo>
                  <a:pt x="14095" y="33599"/>
                </a:lnTo>
                <a:lnTo>
                  <a:pt x="14234" y="33844"/>
                </a:lnTo>
                <a:lnTo>
                  <a:pt x="14322" y="34076"/>
                </a:lnTo>
                <a:lnTo>
                  <a:pt x="14410" y="34360"/>
                </a:lnTo>
                <a:lnTo>
                  <a:pt x="14510" y="34592"/>
                </a:lnTo>
                <a:lnTo>
                  <a:pt x="14598" y="34824"/>
                </a:lnTo>
                <a:lnTo>
                  <a:pt x="14736" y="35056"/>
                </a:lnTo>
                <a:lnTo>
                  <a:pt x="14824" y="35301"/>
                </a:lnTo>
                <a:lnTo>
                  <a:pt x="14913" y="35534"/>
                </a:lnTo>
                <a:lnTo>
                  <a:pt x="15013" y="35766"/>
                </a:lnTo>
                <a:lnTo>
                  <a:pt x="15101" y="36049"/>
                </a:lnTo>
                <a:lnTo>
                  <a:pt x="15239" y="36282"/>
                </a:lnTo>
                <a:lnTo>
                  <a:pt x="15327" y="36514"/>
                </a:lnTo>
                <a:lnTo>
                  <a:pt x="15415" y="36759"/>
                </a:lnTo>
                <a:lnTo>
                  <a:pt x="15516" y="36991"/>
                </a:lnTo>
                <a:lnTo>
                  <a:pt x="15604" y="37223"/>
                </a:lnTo>
                <a:lnTo>
                  <a:pt x="15742" y="37507"/>
                </a:lnTo>
                <a:lnTo>
                  <a:pt x="15830" y="37739"/>
                </a:lnTo>
                <a:lnTo>
                  <a:pt x="15918" y="37971"/>
                </a:lnTo>
                <a:lnTo>
                  <a:pt x="16019" y="38216"/>
                </a:lnTo>
                <a:lnTo>
                  <a:pt x="16107" y="38449"/>
                </a:lnTo>
                <a:lnTo>
                  <a:pt x="16245" y="38681"/>
                </a:lnTo>
                <a:lnTo>
                  <a:pt x="16333" y="38964"/>
                </a:lnTo>
                <a:lnTo>
                  <a:pt x="16434" y="39197"/>
                </a:lnTo>
                <a:lnTo>
                  <a:pt x="16522" y="39429"/>
                </a:lnTo>
                <a:lnTo>
                  <a:pt x="16610" y="39674"/>
                </a:lnTo>
                <a:lnTo>
                  <a:pt x="16748" y="39906"/>
                </a:lnTo>
                <a:lnTo>
                  <a:pt x="16836" y="40138"/>
                </a:lnTo>
                <a:lnTo>
                  <a:pt x="16937" y="40422"/>
                </a:lnTo>
                <a:lnTo>
                  <a:pt x="17025" y="40654"/>
                </a:lnTo>
                <a:lnTo>
                  <a:pt x="17113" y="40886"/>
                </a:lnTo>
                <a:lnTo>
                  <a:pt x="17251" y="41131"/>
                </a:lnTo>
                <a:lnTo>
                  <a:pt x="17339" y="41363"/>
                </a:lnTo>
                <a:lnTo>
                  <a:pt x="17440" y="41647"/>
                </a:lnTo>
                <a:lnTo>
                  <a:pt x="17528" y="41879"/>
                </a:lnTo>
                <a:lnTo>
                  <a:pt x="17616" y="42112"/>
                </a:lnTo>
                <a:lnTo>
                  <a:pt x="17754" y="42344"/>
                </a:lnTo>
                <a:lnTo>
                  <a:pt x="17842" y="42589"/>
                </a:lnTo>
                <a:lnTo>
                  <a:pt x="17943" y="42821"/>
                </a:lnTo>
                <a:lnTo>
                  <a:pt x="18031" y="43105"/>
                </a:lnTo>
                <a:lnTo>
                  <a:pt x="18119" y="43337"/>
                </a:lnTo>
                <a:lnTo>
                  <a:pt x="18257" y="43569"/>
                </a:lnTo>
                <a:lnTo>
                  <a:pt x="18345" y="43801"/>
                </a:lnTo>
                <a:lnTo>
                  <a:pt x="18446" y="44033"/>
                </a:lnTo>
                <a:lnTo>
                  <a:pt x="18534" y="44278"/>
                </a:lnTo>
                <a:lnTo>
                  <a:pt x="18622" y="44562"/>
                </a:lnTo>
                <a:lnTo>
                  <a:pt x="18760" y="44794"/>
                </a:lnTo>
                <a:lnTo>
                  <a:pt x="18848" y="45027"/>
                </a:lnTo>
                <a:lnTo>
                  <a:pt x="18949" y="45259"/>
                </a:lnTo>
                <a:lnTo>
                  <a:pt x="19037" y="45491"/>
                </a:lnTo>
                <a:lnTo>
                  <a:pt x="19125" y="45775"/>
                </a:lnTo>
                <a:lnTo>
                  <a:pt x="19263" y="46020"/>
                </a:lnTo>
                <a:lnTo>
                  <a:pt x="19351" y="46252"/>
                </a:lnTo>
                <a:lnTo>
                  <a:pt x="19452" y="46484"/>
                </a:lnTo>
                <a:lnTo>
                  <a:pt x="19540" y="46716"/>
                </a:lnTo>
                <a:lnTo>
                  <a:pt x="19628" y="47000"/>
                </a:lnTo>
                <a:lnTo>
                  <a:pt x="19766" y="47232"/>
                </a:lnTo>
                <a:lnTo>
                  <a:pt x="19854" y="47477"/>
                </a:lnTo>
                <a:lnTo>
                  <a:pt x="19955" y="47709"/>
                </a:lnTo>
                <a:lnTo>
                  <a:pt x="20043" y="4794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7358197" y="5327004"/>
            <a:ext cx="20043" cy="48883"/>
          </a:xfrm>
          <a:custGeom>
            <a:avLst/>
            <a:gdLst/>
            <a:ahLst/>
            <a:cxnLst/>
            <a:rect l="l" t="t" r="r" b="b"/>
            <a:pathLst>
              <a:path w="20043" h="48883">
                <a:moveTo>
                  <a:pt x="0" y="0"/>
                </a:moveTo>
                <a:lnTo>
                  <a:pt x="88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93"/>
                </a:lnTo>
                <a:lnTo>
                  <a:pt x="502" y="1225"/>
                </a:lnTo>
                <a:lnTo>
                  <a:pt x="590" y="1457"/>
                </a:lnTo>
                <a:lnTo>
                  <a:pt x="729" y="1741"/>
                </a:lnTo>
                <a:lnTo>
                  <a:pt x="829" y="1973"/>
                </a:lnTo>
                <a:lnTo>
                  <a:pt x="917" y="2205"/>
                </a:lnTo>
                <a:lnTo>
                  <a:pt x="1005" y="2437"/>
                </a:lnTo>
                <a:lnTo>
                  <a:pt x="1093" y="2682"/>
                </a:lnTo>
                <a:lnTo>
                  <a:pt x="1232" y="2966"/>
                </a:lnTo>
                <a:lnTo>
                  <a:pt x="1332" y="3198"/>
                </a:lnTo>
                <a:lnTo>
                  <a:pt x="1420" y="3430"/>
                </a:lnTo>
                <a:lnTo>
                  <a:pt x="1508" y="3663"/>
                </a:lnTo>
                <a:lnTo>
                  <a:pt x="1596" y="3895"/>
                </a:lnTo>
                <a:lnTo>
                  <a:pt x="1735" y="4178"/>
                </a:lnTo>
                <a:lnTo>
                  <a:pt x="1835" y="4424"/>
                </a:lnTo>
                <a:lnTo>
                  <a:pt x="1923" y="4656"/>
                </a:lnTo>
                <a:lnTo>
                  <a:pt x="2011" y="4888"/>
                </a:lnTo>
                <a:lnTo>
                  <a:pt x="2099" y="5120"/>
                </a:lnTo>
                <a:lnTo>
                  <a:pt x="2238" y="5404"/>
                </a:lnTo>
                <a:lnTo>
                  <a:pt x="2338" y="5636"/>
                </a:lnTo>
                <a:lnTo>
                  <a:pt x="2426" y="5881"/>
                </a:lnTo>
                <a:lnTo>
                  <a:pt x="2514" y="6113"/>
                </a:lnTo>
                <a:lnTo>
                  <a:pt x="2615" y="6345"/>
                </a:lnTo>
                <a:lnTo>
                  <a:pt x="2741" y="6629"/>
                </a:lnTo>
                <a:lnTo>
                  <a:pt x="2841" y="6861"/>
                </a:lnTo>
                <a:lnTo>
                  <a:pt x="2929" y="7093"/>
                </a:lnTo>
                <a:lnTo>
                  <a:pt x="3017" y="7338"/>
                </a:lnTo>
                <a:lnTo>
                  <a:pt x="3118" y="7571"/>
                </a:lnTo>
                <a:lnTo>
                  <a:pt x="3244" y="7854"/>
                </a:lnTo>
                <a:lnTo>
                  <a:pt x="3344" y="8087"/>
                </a:lnTo>
                <a:lnTo>
                  <a:pt x="3432" y="8319"/>
                </a:lnTo>
                <a:lnTo>
                  <a:pt x="3520" y="8551"/>
                </a:lnTo>
                <a:lnTo>
                  <a:pt x="3621" y="8783"/>
                </a:lnTo>
                <a:lnTo>
                  <a:pt x="3747" y="9067"/>
                </a:lnTo>
                <a:lnTo>
                  <a:pt x="3847" y="9312"/>
                </a:lnTo>
                <a:lnTo>
                  <a:pt x="3935" y="9544"/>
                </a:lnTo>
                <a:lnTo>
                  <a:pt x="4023" y="9776"/>
                </a:lnTo>
                <a:lnTo>
                  <a:pt x="4124" y="10008"/>
                </a:lnTo>
                <a:lnTo>
                  <a:pt x="4262" y="10292"/>
                </a:lnTo>
                <a:lnTo>
                  <a:pt x="4350" y="10524"/>
                </a:lnTo>
                <a:lnTo>
                  <a:pt x="4438" y="10769"/>
                </a:lnTo>
                <a:lnTo>
                  <a:pt x="4526" y="11002"/>
                </a:lnTo>
                <a:lnTo>
                  <a:pt x="4627" y="11234"/>
                </a:lnTo>
                <a:lnTo>
                  <a:pt x="4765" y="11517"/>
                </a:lnTo>
                <a:lnTo>
                  <a:pt x="4853" y="11750"/>
                </a:lnTo>
                <a:lnTo>
                  <a:pt x="4941" y="11982"/>
                </a:lnTo>
                <a:lnTo>
                  <a:pt x="5029" y="12227"/>
                </a:lnTo>
                <a:lnTo>
                  <a:pt x="5130" y="12498"/>
                </a:lnTo>
                <a:lnTo>
                  <a:pt x="5268" y="12743"/>
                </a:lnTo>
                <a:lnTo>
                  <a:pt x="5356" y="12975"/>
                </a:lnTo>
                <a:lnTo>
                  <a:pt x="5444" y="13207"/>
                </a:lnTo>
                <a:lnTo>
                  <a:pt x="5532" y="13439"/>
                </a:lnTo>
                <a:lnTo>
                  <a:pt x="5633" y="13723"/>
                </a:lnTo>
                <a:lnTo>
                  <a:pt x="5771" y="13955"/>
                </a:lnTo>
                <a:lnTo>
                  <a:pt x="5859" y="14200"/>
                </a:lnTo>
                <a:lnTo>
                  <a:pt x="5947" y="14432"/>
                </a:lnTo>
                <a:lnTo>
                  <a:pt x="6035" y="14665"/>
                </a:lnTo>
                <a:lnTo>
                  <a:pt x="6136" y="14948"/>
                </a:lnTo>
                <a:lnTo>
                  <a:pt x="6274" y="15180"/>
                </a:lnTo>
                <a:lnTo>
                  <a:pt x="6362" y="15413"/>
                </a:lnTo>
                <a:lnTo>
                  <a:pt x="6450" y="15658"/>
                </a:lnTo>
                <a:lnTo>
                  <a:pt x="6551" y="15929"/>
                </a:lnTo>
                <a:lnTo>
                  <a:pt x="6639" y="16174"/>
                </a:lnTo>
                <a:lnTo>
                  <a:pt x="6777" y="16406"/>
                </a:lnTo>
                <a:lnTo>
                  <a:pt x="6865" y="16638"/>
                </a:lnTo>
                <a:lnTo>
                  <a:pt x="6953" y="16870"/>
                </a:lnTo>
                <a:lnTo>
                  <a:pt x="7054" y="17154"/>
                </a:lnTo>
                <a:lnTo>
                  <a:pt x="7142" y="17386"/>
                </a:lnTo>
                <a:lnTo>
                  <a:pt x="7280" y="17631"/>
                </a:lnTo>
                <a:lnTo>
                  <a:pt x="7368" y="17863"/>
                </a:lnTo>
                <a:lnTo>
                  <a:pt x="7456" y="18147"/>
                </a:lnTo>
                <a:lnTo>
                  <a:pt x="7557" y="18379"/>
                </a:lnTo>
                <a:lnTo>
                  <a:pt x="7645" y="18611"/>
                </a:lnTo>
                <a:lnTo>
                  <a:pt x="7783" y="18844"/>
                </a:lnTo>
                <a:lnTo>
                  <a:pt x="7871" y="19089"/>
                </a:lnTo>
                <a:lnTo>
                  <a:pt x="7959" y="19359"/>
                </a:lnTo>
                <a:lnTo>
                  <a:pt x="8060" y="19605"/>
                </a:lnTo>
                <a:lnTo>
                  <a:pt x="8148" y="19837"/>
                </a:lnTo>
                <a:lnTo>
                  <a:pt x="8286" y="20069"/>
                </a:lnTo>
                <a:lnTo>
                  <a:pt x="8374" y="20353"/>
                </a:lnTo>
                <a:lnTo>
                  <a:pt x="8462" y="20585"/>
                </a:lnTo>
                <a:lnTo>
                  <a:pt x="8563" y="20817"/>
                </a:lnTo>
                <a:lnTo>
                  <a:pt x="8651" y="21062"/>
                </a:lnTo>
                <a:lnTo>
                  <a:pt x="8789" y="21294"/>
                </a:lnTo>
                <a:lnTo>
                  <a:pt x="8877" y="21578"/>
                </a:lnTo>
                <a:lnTo>
                  <a:pt x="8965" y="21810"/>
                </a:lnTo>
                <a:lnTo>
                  <a:pt x="9066" y="22042"/>
                </a:lnTo>
                <a:lnTo>
                  <a:pt x="9154" y="22274"/>
                </a:lnTo>
                <a:lnTo>
                  <a:pt x="9292" y="22558"/>
                </a:lnTo>
                <a:lnTo>
                  <a:pt x="9380" y="22803"/>
                </a:lnTo>
                <a:lnTo>
                  <a:pt x="9468" y="23035"/>
                </a:lnTo>
                <a:lnTo>
                  <a:pt x="9568" y="23268"/>
                </a:lnTo>
                <a:lnTo>
                  <a:pt x="9656" y="23500"/>
                </a:lnTo>
                <a:lnTo>
                  <a:pt x="9795" y="23783"/>
                </a:lnTo>
                <a:lnTo>
                  <a:pt x="9883" y="24016"/>
                </a:lnTo>
                <a:lnTo>
                  <a:pt x="9971" y="24261"/>
                </a:lnTo>
                <a:lnTo>
                  <a:pt x="10071" y="24493"/>
                </a:lnTo>
                <a:lnTo>
                  <a:pt x="10159" y="24777"/>
                </a:lnTo>
                <a:lnTo>
                  <a:pt x="10298" y="25009"/>
                </a:lnTo>
                <a:lnTo>
                  <a:pt x="10386" y="25241"/>
                </a:lnTo>
                <a:lnTo>
                  <a:pt x="10486" y="25473"/>
                </a:lnTo>
                <a:lnTo>
                  <a:pt x="10574" y="25757"/>
                </a:lnTo>
                <a:lnTo>
                  <a:pt x="10662" y="25989"/>
                </a:lnTo>
                <a:lnTo>
                  <a:pt x="10801" y="26234"/>
                </a:lnTo>
                <a:lnTo>
                  <a:pt x="10889" y="26466"/>
                </a:lnTo>
                <a:lnTo>
                  <a:pt x="10989" y="26698"/>
                </a:lnTo>
                <a:lnTo>
                  <a:pt x="11077" y="26982"/>
                </a:lnTo>
                <a:lnTo>
                  <a:pt x="11165" y="27214"/>
                </a:lnTo>
                <a:lnTo>
                  <a:pt x="11304" y="27447"/>
                </a:lnTo>
                <a:lnTo>
                  <a:pt x="11392" y="27692"/>
                </a:lnTo>
                <a:lnTo>
                  <a:pt x="11492" y="27962"/>
                </a:lnTo>
                <a:lnTo>
                  <a:pt x="11580" y="28207"/>
                </a:lnTo>
                <a:lnTo>
                  <a:pt x="11668" y="28440"/>
                </a:lnTo>
                <a:lnTo>
                  <a:pt x="11807" y="28672"/>
                </a:lnTo>
                <a:lnTo>
                  <a:pt x="11895" y="28956"/>
                </a:lnTo>
                <a:lnTo>
                  <a:pt x="11995" y="29188"/>
                </a:lnTo>
                <a:lnTo>
                  <a:pt x="12083" y="29420"/>
                </a:lnTo>
                <a:lnTo>
                  <a:pt x="12171" y="29665"/>
                </a:lnTo>
                <a:lnTo>
                  <a:pt x="12310" y="29936"/>
                </a:lnTo>
                <a:lnTo>
                  <a:pt x="12398" y="30181"/>
                </a:lnTo>
                <a:lnTo>
                  <a:pt x="12498" y="30413"/>
                </a:lnTo>
                <a:lnTo>
                  <a:pt x="12586" y="30645"/>
                </a:lnTo>
                <a:lnTo>
                  <a:pt x="12674" y="30877"/>
                </a:lnTo>
                <a:lnTo>
                  <a:pt x="12813" y="31161"/>
                </a:lnTo>
                <a:lnTo>
                  <a:pt x="12901" y="31393"/>
                </a:lnTo>
                <a:lnTo>
                  <a:pt x="13001" y="31638"/>
                </a:lnTo>
                <a:lnTo>
                  <a:pt x="13089" y="31871"/>
                </a:lnTo>
                <a:lnTo>
                  <a:pt x="13177" y="32154"/>
                </a:lnTo>
                <a:lnTo>
                  <a:pt x="13316" y="32386"/>
                </a:lnTo>
                <a:lnTo>
                  <a:pt x="13404" y="32619"/>
                </a:lnTo>
                <a:lnTo>
                  <a:pt x="13504" y="32851"/>
                </a:lnTo>
                <a:lnTo>
                  <a:pt x="13592" y="33135"/>
                </a:lnTo>
                <a:lnTo>
                  <a:pt x="13680" y="33380"/>
                </a:lnTo>
                <a:lnTo>
                  <a:pt x="13819" y="33612"/>
                </a:lnTo>
                <a:lnTo>
                  <a:pt x="13919" y="33844"/>
                </a:lnTo>
                <a:lnTo>
                  <a:pt x="14007" y="34128"/>
                </a:lnTo>
                <a:lnTo>
                  <a:pt x="14095" y="34360"/>
                </a:lnTo>
                <a:lnTo>
                  <a:pt x="14183" y="34592"/>
                </a:lnTo>
                <a:lnTo>
                  <a:pt x="14322" y="34837"/>
                </a:lnTo>
                <a:lnTo>
                  <a:pt x="14422" y="35108"/>
                </a:lnTo>
                <a:lnTo>
                  <a:pt x="14510" y="35353"/>
                </a:lnTo>
                <a:lnTo>
                  <a:pt x="14598" y="35585"/>
                </a:lnTo>
                <a:lnTo>
                  <a:pt x="14686" y="35817"/>
                </a:lnTo>
                <a:lnTo>
                  <a:pt x="14824" y="36101"/>
                </a:lnTo>
                <a:lnTo>
                  <a:pt x="14925" y="36333"/>
                </a:lnTo>
                <a:lnTo>
                  <a:pt x="15013" y="36565"/>
                </a:lnTo>
                <a:lnTo>
                  <a:pt x="15101" y="36810"/>
                </a:lnTo>
                <a:lnTo>
                  <a:pt x="15189" y="37081"/>
                </a:lnTo>
                <a:lnTo>
                  <a:pt x="15327" y="37326"/>
                </a:lnTo>
                <a:lnTo>
                  <a:pt x="15428" y="37559"/>
                </a:lnTo>
                <a:lnTo>
                  <a:pt x="15516" y="37791"/>
                </a:lnTo>
                <a:lnTo>
                  <a:pt x="15604" y="38023"/>
                </a:lnTo>
                <a:lnTo>
                  <a:pt x="15692" y="38307"/>
                </a:lnTo>
                <a:lnTo>
                  <a:pt x="15830" y="38539"/>
                </a:lnTo>
                <a:lnTo>
                  <a:pt x="15931" y="38784"/>
                </a:lnTo>
                <a:lnTo>
                  <a:pt x="16019" y="39016"/>
                </a:lnTo>
                <a:lnTo>
                  <a:pt x="16107" y="39300"/>
                </a:lnTo>
                <a:lnTo>
                  <a:pt x="16195" y="39532"/>
                </a:lnTo>
                <a:lnTo>
                  <a:pt x="16333" y="39764"/>
                </a:lnTo>
                <a:lnTo>
                  <a:pt x="16434" y="39996"/>
                </a:lnTo>
                <a:lnTo>
                  <a:pt x="16522" y="40280"/>
                </a:lnTo>
                <a:lnTo>
                  <a:pt x="16610" y="40512"/>
                </a:lnTo>
                <a:lnTo>
                  <a:pt x="16711" y="40757"/>
                </a:lnTo>
                <a:lnTo>
                  <a:pt x="16836" y="40989"/>
                </a:lnTo>
                <a:lnTo>
                  <a:pt x="16937" y="41273"/>
                </a:lnTo>
                <a:lnTo>
                  <a:pt x="17025" y="41505"/>
                </a:lnTo>
                <a:lnTo>
                  <a:pt x="17113" y="41738"/>
                </a:lnTo>
                <a:lnTo>
                  <a:pt x="17214" y="41970"/>
                </a:lnTo>
                <a:lnTo>
                  <a:pt x="17339" y="42253"/>
                </a:lnTo>
                <a:lnTo>
                  <a:pt x="17440" y="42499"/>
                </a:lnTo>
                <a:lnTo>
                  <a:pt x="17528" y="42731"/>
                </a:lnTo>
                <a:lnTo>
                  <a:pt x="17616" y="42963"/>
                </a:lnTo>
                <a:lnTo>
                  <a:pt x="17717" y="43247"/>
                </a:lnTo>
                <a:lnTo>
                  <a:pt x="17855" y="43479"/>
                </a:lnTo>
                <a:lnTo>
                  <a:pt x="17943" y="43711"/>
                </a:lnTo>
                <a:lnTo>
                  <a:pt x="18031" y="43956"/>
                </a:lnTo>
                <a:lnTo>
                  <a:pt x="18119" y="44227"/>
                </a:lnTo>
                <a:lnTo>
                  <a:pt x="18220" y="44472"/>
                </a:lnTo>
                <a:lnTo>
                  <a:pt x="18358" y="44704"/>
                </a:lnTo>
                <a:lnTo>
                  <a:pt x="18446" y="44936"/>
                </a:lnTo>
                <a:lnTo>
                  <a:pt x="18534" y="45220"/>
                </a:lnTo>
                <a:lnTo>
                  <a:pt x="18622" y="45452"/>
                </a:lnTo>
                <a:lnTo>
                  <a:pt x="18723" y="45684"/>
                </a:lnTo>
                <a:lnTo>
                  <a:pt x="18861" y="45929"/>
                </a:lnTo>
                <a:lnTo>
                  <a:pt x="18949" y="46200"/>
                </a:lnTo>
                <a:lnTo>
                  <a:pt x="19037" y="46445"/>
                </a:lnTo>
                <a:lnTo>
                  <a:pt x="19125" y="46677"/>
                </a:lnTo>
                <a:lnTo>
                  <a:pt x="19225" y="46910"/>
                </a:lnTo>
                <a:lnTo>
                  <a:pt x="19364" y="47193"/>
                </a:lnTo>
                <a:lnTo>
                  <a:pt x="19452" y="47426"/>
                </a:lnTo>
                <a:lnTo>
                  <a:pt x="19540" y="47658"/>
                </a:lnTo>
                <a:lnTo>
                  <a:pt x="19628" y="47903"/>
                </a:lnTo>
                <a:lnTo>
                  <a:pt x="19728" y="48187"/>
                </a:lnTo>
                <a:lnTo>
                  <a:pt x="19867" y="48419"/>
                </a:lnTo>
                <a:lnTo>
                  <a:pt x="19955" y="48651"/>
                </a:lnTo>
                <a:lnTo>
                  <a:pt x="20043" y="48883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7378240" y="5375888"/>
            <a:ext cx="5042" cy="12317"/>
          </a:xfrm>
          <a:custGeom>
            <a:avLst/>
            <a:gdLst/>
            <a:ahLst/>
            <a:cxnLst/>
            <a:rect l="l" t="t" r="r" b="b"/>
            <a:pathLst>
              <a:path w="5042" h="12317">
                <a:moveTo>
                  <a:pt x="0" y="0"/>
                </a:moveTo>
                <a:lnTo>
                  <a:pt x="100" y="283"/>
                </a:lnTo>
                <a:lnTo>
                  <a:pt x="188" y="515"/>
                </a:lnTo>
                <a:lnTo>
                  <a:pt x="326" y="760"/>
                </a:lnTo>
                <a:lnTo>
                  <a:pt x="414" y="993"/>
                </a:lnTo>
                <a:lnTo>
                  <a:pt x="502" y="1276"/>
                </a:lnTo>
                <a:lnTo>
                  <a:pt x="603" y="1509"/>
                </a:lnTo>
                <a:lnTo>
                  <a:pt x="691" y="1741"/>
                </a:lnTo>
                <a:lnTo>
                  <a:pt x="829" y="1973"/>
                </a:lnTo>
                <a:lnTo>
                  <a:pt x="917" y="2257"/>
                </a:lnTo>
                <a:lnTo>
                  <a:pt x="1005" y="2489"/>
                </a:lnTo>
                <a:lnTo>
                  <a:pt x="1106" y="2734"/>
                </a:lnTo>
                <a:lnTo>
                  <a:pt x="1194" y="2966"/>
                </a:lnTo>
                <a:lnTo>
                  <a:pt x="1332" y="3250"/>
                </a:lnTo>
                <a:lnTo>
                  <a:pt x="1420" y="3482"/>
                </a:lnTo>
                <a:lnTo>
                  <a:pt x="1508" y="3714"/>
                </a:lnTo>
                <a:lnTo>
                  <a:pt x="1609" y="3946"/>
                </a:lnTo>
                <a:lnTo>
                  <a:pt x="1697" y="4230"/>
                </a:lnTo>
                <a:lnTo>
                  <a:pt x="1835" y="4462"/>
                </a:lnTo>
                <a:lnTo>
                  <a:pt x="1923" y="4707"/>
                </a:lnTo>
                <a:lnTo>
                  <a:pt x="2011" y="4939"/>
                </a:lnTo>
                <a:lnTo>
                  <a:pt x="2112" y="5223"/>
                </a:lnTo>
                <a:lnTo>
                  <a:pt x="2200" y="5455"/>
                </a:lnTo>
                <a:lnTo>
                  <a:pt x="2338" y="5688"/>
                </a:lnTo>
                <a:lnTo>
                  <a:pt x="2426" y="5920"/>
                </a:lnTo>
                <a:lnTo>
                  <a:pt x="2514" y="6203"/>
                </a:lnTo>
                <a:lnTo>
                  <a:pt x="2615" y="6436"/>
                </a:lnTo>
                <a:lnTo>
                  <a:pt x="2703" y="6681"/>
                </a:lnTo>
                <a:lnTo>
                  <a:pt x="2841" y="6913"/>
                </a:lnTo>
                <a:lnTo>
                  <a:pt x="2929" y="7197"/>
                </a:lnTo>
                <a:lnTo>
                  <a:pt x="3017" y="7429"/>
                </a:lnTo>
                <a:lnTo>
                  <a:pt x="3118" y="7661"/>
                </a:lnTo>
                <a:lnTo>
                  <a:pt x="3206" y="7893"/>
                </a:lnTo>
                <a:lnTo>
                  <a:pt x="3344" y="8177"/>
                </a:lnTo>
                <a:lnTo>
                  <a:pt x="3432" y="8422"/>
                </a:lnTo>
                <a:lnTo>
                  <a:pt x="3520" y="8654"/>
                </a:lnTo>
                <a:lnTo>
                  <a:pt x="3621" y="8886"/>
                </a:lnTo>
                <a:lnTo>
                  <a:pt x="3709" y="9170"/>
                </a:lnTo>
                <a:lnTo>
                  <a:pt x="3847" y="9402"/>
                </a:lnTo>
                <a:lnTo>
                  <a:pt x="3935" y="9634"/>
                </a:lnTo>
                <a:lnTo>
                  <a:pt x="4036" y="9879"/>
                </a:lnTo>
                <a:lnTo>
                  <a:pt x="4124" y="10150"/>
                </a:lnTo>
                <a:lnTo>
                  <a:pt x="4212" y="10395"/>
                </a:lnTo>
                <a:lnTo>
                  <a:pt x="4350" y="10627"/>
                </a:lnTo>
                <a:lnTo>
                  <a:pt x="4438" y="10860"/>
                </a:lnTo>
                <a:lnTo>
                  <a:pt x="4539" y="11143"/>
                </a:lnTo>
                <a:lnTo>
                  <a:pt x="4627" y="11376"/>
                </a:lnTo>
                <a:lnTo>
                  <a:pt x="4715" y="11608"/>
                </a:lnTo>
                <a:lnTo>
                  <a:pt x="4853" y="11853"/>
                </a:lnTo>
                <a:lnTo>
                  <a:pt x="4941" y="12124"/>
                </a:lnTo>
                <a:lnTo>
                  <a:pt x="5042" y="1231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7408210" y="540115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7408210" y="5352543"/>
            <a:ext cx="19953" cy="48615"/>
          </a:xfrm>
          <a:custGeom>
            <a:avLst/>
            <a:gdLst/>
            <a:ahLst/>
            <a:cxnLst/>
            <a:rect l="l" t="t" r="r" b="b"/>
            <a:pathLst>
              <a:path w="19953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7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5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1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4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7428163" y="5304365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4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7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2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1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4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7448164" y="5257719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5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4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4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3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7468210" y="5213287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7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5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4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3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7488261" y="517180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6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2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3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7508304" y="5133939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4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2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0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7528347" y="5100206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5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4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2" y="2059"/>
                </a:lnTo>
                <a:lnTo>
                  <a:pt x="18810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7548390" y="5071160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5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0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7568434" y="5047316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5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1" y="2021"/>
                </a:lnTo>
                <a:lnTo>
                  <a:pt x="18220" y="193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2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7588439" y="5028969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7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5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3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7608482" y="5016442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2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7628526" y="5009927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2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7648569" y="5008936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7668625" y="5009502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7688668" y="5015219"/>
            <a:ext cx="19993" cy="11741"/>
          </a:xfrm>
          <a:custGeom>
            <a:avLst/>
            <a:gdLst/>
            <a:ahLst/>
            <a:cxnLst/>
            <a:rect l="l" t="t" r="r" b="b"/>
            <a:pathLst>
              <a:path w="19993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3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7708661" y="5026961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7728717" y="5044548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7748760" y="5067684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7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5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6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7768804" y="5096073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7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4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7788847" y="5129149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8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7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5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4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5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7808890" y="5166551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7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5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6" y="39320"/>
                </a:lnTo>
                <a:lnTo>
                  <a:pt x="19314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7828946" y="5207609"/>
            <a:ext cx="19993" cy="44058"/>
          </a:xfrm>
          <a:custGeom>
            <a:avLst/>
            <a:gdLst/>
            <a:ahLst/>
            <a:cxnLst/>
            <a:rect l="l" t="t" r="r" b="b"/>
            <a:pathLst>
              <a:path w="19993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7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8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7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5" y="43826"/>
                </a:lnTo>
                <a:lnTo>
                  <a:pt x="19993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7848939" y="5251667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7" y="33822"/>
                </a:lnTo>
                <a:lnTo>
                  <a:pt x="14825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7868983" y="5298030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8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7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5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6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7889026" y="5346067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7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8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7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5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6" y="46877"/>
                </a:lnTo>
                <a:lnTo>
                  <a:pt x="19314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7909082" y="5394914"/>
            <a:ext cx="19993" cy="48937"/>
          </a:xfrm>
          <a:custGeom>
            <a:avLst/>
            <a:gdLst/>
            <a:ahLst/>
            <a:cxnLst/>
            <a:rect l="l" t="t" r="r" b="b"/>
            <a:pathLst>
              <a:path w="19993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7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5" y="48667"/>
                </a:lnTo>
                <a:lnTo>
                  <a:pt x="19993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7929075" y="5443852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8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7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8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5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6" y="46362"/>
                </a:lnTo>
                <a:lnTo>
                  <a:pt x="19314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5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7949118" y="5492146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7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5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6" y="45036"/>
                </a:lnTo>
                <a:lnTo>
                  <a:pt x="19314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7969124" y="5539011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7" y="33088"/>
                </a:lnTo>
                <a:lnTo>
                  <a:pt x="14825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7989167" y="5583739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8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7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7" y="31054"/>
                </a:lnTo>
                <a:lnTo>
                  <a:pt x="14825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8009210" y="5625634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8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7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5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8029266" y="5664014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6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8049310" y="5698270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7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4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5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8069353" y="5727878"/>
            <a:ext cx="19993" cy="24539"/>
          </a:xfrm>
          <a:custGeom>
            <a:avLst/>
            <a:gdLst/>
            <a:ahLst/>
            <a:cxnLst/>
            <a:rect l="l" t="t" r="r" b="b"/>
            <a:pathLst>
              <a:path w="19993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4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3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8089346" y="5752417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8109402" y="5771469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8129445" y="5784700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8149489" y="5791973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8169532" y="5788172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8189575" y="5777193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2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8209631" y="5760301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8229624" y="5737825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7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5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3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8249667" y="5710095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615" y="24399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5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1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2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8269723" y="5677533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2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3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8289766" y="5640646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4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2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0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8309810" y="5600013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5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4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5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2" y="2768"/>
                </a:lnTo>
                <a:lnTo>
                  <a:pt x="18810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1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8329853" y="5556289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5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4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19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2" y="2948"/>
                </a:lnTo>
                <a:lnTo>
                  <a:pt x="18810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1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8349858" y="5510158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7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3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2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8369902" y="5462302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7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5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3" y="14072"/>
                </a:lnTo>
                <a:lnTo>
                  <a:pt x="14321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2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8389945" y="5413506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5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1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19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2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8409988" y="5401159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321052" y="1905000"/>
            <a:ext cx="0" cy="4114800"/>
          </a:xfrm>
          <a:custGeom>
            <a:avLst/>
            <a:gdLst/>
            <a:ahLst/>
            <a:cxnLst/>
            <a:rect l="l" t="t" r="r" b="b"/>
            <a:pathLst>
              <a:path w="0" h="4114800">
                <a:moveTo>
                  <a:pt x="0" y="0"/>
                </a:moveTo>
                <a:lnTo>
                  <a:pt x="0" y="41148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337560" y="1905000"/>
            <a:ext cx="0" cy="4114800"/>
          </a:xfrm>
          <a:custGeom>
            <a:avLst/>
            <a:gdLst/>
            <a:ahLst/>
            <a:cxnLst/>
            <a:rect l="l" t="t" r="r" b="b"/>
            <a:pathLst>
              <a:path w="0" h="4114800">
                <a:moveTo>
                  <a:pt x="0" y="0"/>
                </a:moveTo>
                <a:lnTo>
                  <a:pt x="0" y="41148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4344970" y="418195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4344970" y="4181959"/>
            <a:ext cx="19954" cy="48654"/>
          </a:xfrm>
          <a:custGeom>
            <a:avLst/>
            <a:gdLst/>
            <a:ahLst/>
            <a:cxnLst/>
            <a:rect l="l" t="t" r="r" b="b"/>
            <a:pathLst>
              <a:path w="19954" h="48654">
                <a:moveTo>
                  <a:pt x="0" y="0"/>
                </a:moveTo>
                <a:lnTo>
                  <a:pt x="91" y="231"/>
                </a:lnTo>
                <a:lnTo>
                  <a:pt x="183" y="514"/>
                </a:lnTo>
                <a:lnTo>
                  <a:pt x="320" y="746"/>
                </a:lnTo>
                <a:lnTo>
                  <a:pt x="412" y="991"/>
                </a:lnTo>
                <a:lnTo>
                  <a:pt x="502" y="1223"/>
                </a:lnTo>
                <a:lnTo>
                  <a:pt x="594" y="1506"/>
                </a:lnTo>
                <a:lnTo>
                  <a:pt x="686" y="1738"/>
                </a:lnTo>
                <a:lnTo>
                  <a:pt x="823" y="1969"/>
                </a:lnTo>
                <a:lnTo>
                  <a:pt x="915" y="2201"/>
                </a:lnTo>
                <a:lnTo>
                  <a:pt x="1007" y="2484"/>
                </a:lnTo>
                <a:lnTo>
                  <a:pt x="1098" y="2716"/>
                </a:lnTo>
                <a:lnTo>
                  <a:pt x="1189" y="2961"/>
                </a:lnTo>
                <a:lnTo>
                  <a:pt x="1327" y="3192"/>
                </a:lnTo>
                <a:lnTo>
                  <a:pt x="1418" y="3476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71"/>
                </a:lnTo>
                <a:lnTo>
                  <a:pt x="1830" y="4454"/>
                </a:lnTo>
                <a:lnTo>
                  <a:pt x="1922" y="4686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446"/>
                </a:lnTo>
                <a:lnTo>
                  <a:pt x="2333" y="5677"/>
                </a:lnTo>
                <a:lnTo>
                  <a:pt x="2425" y="5909"/>
                </a:lnTo>
                <a:lnTo>
                  <a:pt x="2517" y="6141"/>
                </a:lnTo>
                <a:lnTo>
                  <a:pt x="2609" y="6424"/>
                </a:lnTo>
                <a:lnTo>
                  <a:pt x="2699" y="6669"/>
                </a:lnTo>
                <a:lnTo>
                  <a:pt x="2838" y="6900"/>
                </a:lnTo>
                <a:lnTo>
                  <a:pt x="2928" y="7132"/>
                </a:lnTo>
                <a:lnTo>
                  <a:pt x="3020" y="7415"/>
                </a:lnTo>
                <a:lnTo>
                  <a:pt x="3112" y="7647"/>
                </a:lnTo>
                <a:lnTo>
                  <a:pt x="3203" y="7879"/>
                </a:lnTo>
                <a:lnTo>
                  <a:pt x="3340" y="8124"/>
                </a:lnTo>
                <a:lnTo>
                  <a:pt x="3432" y="8394"/>
                </a:lnTo>
                <a:lnTo>
                  <a:pt x="3524" y="8639"/>
                </a:lnTo>
                <a:lnTo>
                  <a:pt x="3615" y="8870"/>
                </a:lnTo>
                <a:lnTo>
                  <a:pt x="3706" y="9102"/>
                </a:lnTo>
                <a:lnTo>
                  <a:pt x="3843" y="9385"/>
                </a:lnTo>
                <a:lnTo>
                  <a:pt x="3935" y="9617"/>
                </a:lnTo>
                <a:lnTo>
                  <a:pt x="4027" y="9849"/>
                </a:lnTo>
                <a:lnTo>
                  <a:pt x="4119" y="10093"/>
                </a:lnTo>
                <a:lnTo>
                  <a:pt x="4211" y="10364"/>
                </a:lnTo>
                <a:lnTo>
                  <a:pt x="4348" y="10608"/>
                </a:lnTo>
                <a:lnTo>
                  <a:pt x="4439" y="10840"/>
                </a:lnTo>
                <a:lnTo>
                  <a:pt x="4530" y="11072"/>
                </a:lnTo>
                <a:lnTo>
                  <a:pt x="4622" y="11355"/>
                </a:lnTo>
                <a:lnTo>
                  <a:pt x="4714" y="11587"/>
                </a:lnTo>
                <a:lnTo>
                  <a:pt x="4851" y="11819"/>
                </a:lnTo>
                <a:lnTo>
                  <a:pt x="4942" y="12063"/>
                </a:lnTo>
                <a:lnTo>
                  <a:pt x="5034" y="12347"/>
                </a:lnTo>
                <a:lnTo>
                  <a:pt x="5126" y="12578"/>
                </a:lnTo>
                <a:lnTo>
                  <a:pt x="5217" y="12810"/>
                </a:lnTo>
                <a:lnTo>
                  <a:pt x="5355" y="13042"/>
                </a:lnTo>
                <a:lnTo>
                  <a:pt x="5445" y="13325"/>
                </a:lnTo>
                <a:lnTo>
                  <a:pt x="5537" y="13557"/>
                </a:lnTo>
                <a:lnTo>
                  <a:pt x="5629" y="13801"/>
                </a:lnTo>
                <a:lnTo>
                  <a:pt x="5721" y="14033"/>
                </a:lnTo>
                <a:lnTo>
                  <a:pt x="5858" y="14316"/>
                </a:lnTo>
                <a:lnTo>
                  <a:pt x="5950" y="14548"/>
                </a:lnTo>
                <a:lnTo>
                  <a:pt x="6040" y="14780"/>
                </a:lnTo>
                <a:lnTo>
                  <a:pt x="6132" y="15012"/>
                </a:lnTo>
                <a:lnTo>
                  <a:pt x="6224" y="15295"/>
                </a:lnTo>
                <a:lnTo>
                  <a:pt x="6361" y="15527"/>
                </a:lnTo>
                <a:lnTo>
                  <a:pt x="6453" y="15771"/>
                </a:lnTo>
                <a:lnTo>
                  <a:pt x="6544" y="16003"/>
                </a:lnTo>
                <a:lnTo>
                  <a:pt x="6636" y="16286"/>
                </a:lnTo>
                <a:lnTo>
                  <a:pt x="6727" y="16518"/>
                </a:lnTo>
                <a:lnTo>
                  <a:pt x="6865" y="16750"/>
                </a:lnTo>
                <a:lnTo>
                  <a:pt x="6956" y="16982"/>
                </a:lnTo>
                <a:lnTo>
                  <a:pt x="7047" y="17265"/>
                </a:lnTo>
                <a:lnTo>
                  <a:pt x="7139" y="17497"/>
                </a:lnTo>
                <a:lnTo>
                  <a:pt x="7231" y="17741"/>
                </a:lnTo>
                <a:lnTo>
                  <a:pt x="7368" y="17973"/>
                </a:lnTo>
                <a:lnTo>
                  <a:pt x="7460" y="18256"/>
                </a:lnTo>
                <a:lnTo>
                  <a:pt x="7552" y="18488"/>
                </a:lnTo>
                <a:lnTo>
                  <a:pt x="7642" y="18720"/>
                </a:lnTo>
                <a:lnTo>
                  <a:pt x="7734" y="18951"/>
                </a:lnTo>
                <a:lnTo>
                  <a:pt x="7871" y="19235"/>
                </a:lnTo>
                <a:lnTo>
                  <a:pt x="7963" y="19466"/>
                </a:lnTo>
                <a:lnTo>
                  <a:pt x="8055" y="19711"/>
                </a:lnTo>
                <a:lnTo>
                  <a:pt x="8146" y="19943"/>
                </a:lnTo>
                <a:lnTo>
                  <a:pt x="8238" y="20226"/>
                </a:lnTo>
                <a:lnTo>
                  <a:pt x="8375" y="20458"/>
                </a:lnTo>
                <a:lnTo>
                  <a:pt x="8467" y="20690"/>
                </a:lnTo>
                <a:lnTo>
                  <a:pt x="8558" y="20921"/>
                </a:lnTo>
                <a:lnTo>
                  <a:pt x="8649" y="21205"/>
                </a:lnTo>
                <a:lnTo>
                  <a:pt x="8741" y="21449"/>
                </a:lnTo>
                <a:lnTo>
                  <a:pt x="8878" y="21681"/>
                </a:lnTo>
                <a:lnTo>
                  <a:pt x="8970" y="21913"/>
                </a:lnTo>
                <a:lnTo>
                  <a:pt x="9062" y="22196"/>
                </a:lnTo>
                <a:lnTo>
                  <a:pt x="9152" y="22428"/>
                </a:lnTo>
                <a:lnTo>
                  <a:pt x="9244" y="22659"/>
                </a:lnTo>
                <a:lnTo>
                  <a:pt x="9381" y="22904"/>
                </a:lnTo>
                <a:lnTo>
                  <a:pt x="9473" y="23174"/>
                </a:lnTo>
                <a:lnTo>
                  <a:pt x="9565" y="23419"/>
                </a:lnTo>
                <a:lnTo>
                  <a:pt x="9657" y="23651"/>
                </a:lnTo>
                <a:lnTo>
                  <a:pt x="9748" y="23883"/>
                </a:lnTo>
                <a:lnTo>
                  <a:pt x="9885" y="24114"/>
                </a:lnTo>
                <a:lnTo>
                  <a:pt x="9977" y="24398"/>
                </a:lnTo>
                <a:lnTo>
                  <a:pt x="10068" y="24629"/>
                </a:lnTo>
                <a:lnTo>
                  <a:pt x="10159" y="24874"/>
                </a:lnTo>
                <a:lnTo>
                  <a:pt x="10251" y="25106"/>
                </a:lnTo>
                <a:lnTo>
                  <a:pt x="10388" y="25389"/>
                </a:lnTo>
                <a:lnTo>
                  <a:pt x="10480" y="25621"/>
                </a:lnTo>
                <a:lnTo>
                  <a:pt x="10572" y="25852"/>
                </a:lnTo>
                <a:lnTo>
                  <a:pt x="10664" y="26084"/>
                </a:lnTo>
                <a:lnTo>
                  <a:pt x="10754" y="26367"/>
                </a:lnTo>
                <a:lnTo>
                  <a:pt x="10893" y="26599"/>
                </a:lnTo>
                <a:lnTo>
                  <a:pt x="10983" y="26844"/>
                </a:lnTo>
                <a:lnTo>
                  <a:pt x="11075" y="27076"/>
                </a:lnTo>
                <a:lnTo>
                  <a:pt x="11167" y="27359"/>
                </a:lnTo>
                <a:lnTo>
                  <a:pt x="11258" y="27591"/>
                </a:lnTo>
                <a:lnTo>
                  <a:pt x="11396" y="27822"/>
                </a:lnTo>
                <a:lnTo>
                  <a:pt x="11487" y="28054"/>
                </a:lnTo>
                <a:lnTo>
                  <a:pt x="11579" y="28337"/>
                </a:lnTo>
                <a:lnTo>
                  <a:pt x="11670" y="28582"/>
                </a:lnTo>
                <a:lnTo>
                  <a:pt x="11761" y="28814"/>
                </a:lnTo>
                <a:lnTo>
                  <a:pt x="11898" y="29045"/>
                </a:lnTo>
                <a:lnTo>
                  <a:pt x="11990" y="29329"/>
                </a:lnTo>
                <a:lnTo>
                  <a:pt x="12082" y="29560"/>
                </a:lnTo>
                <a:lnTo>
                  <a:pt x="12174" y="29792"/>
                </a:lnTo>
                <a:lnTo>
                  <a:pt x="12264" y="30024"/>
                </a:lnTo>
                <a:lnTo>
                  <a:pt x="12403" y="30307"/>
                </a:lnTo>
                <a:lnTo>
                  <a:pt x="12493" y="30552"/>
                </a:lnTo>
                <a:lnTo>
                  <a:pt x="12585" y="30784"/>
                </a:lnTo>
                <a:lnTo>
                  <a:pt x="12677" y="31015"/>
                </a:lnTo>
                <a:lnTo>
                  <a:pt x="12769" y="31247"/>
                </a:lnTo>
                <a:lnTo>
                  <a:pt x="12906" y="31530"/>
                </a:lnTo>
                <a:lnTo>
                  <a:pt x="12997" y="31762"/>
                </a:lnTo>
                <a:lnTo>
                  <a:pt x="13089" y="32007"/>
                </a:lnTo>
                <a:lnTo>
                  <a:pt x="13180" y="32238"/>
                </a:lnTo>
                <a:lnTo>
                  <a:pt x="13272" y="32522"/>
                </a:lnTo>
                <a:lnTo>
                  <a:pt x="13409" y="32753"/>
                </a:lnTo>
                <a:lnTo>
                  <a:pt x="13500" y="32985"/>
                </a:lnTo>
                <a:lnTo>
                  <a:pt x="13592" y="33217"/>
                </a:lnTo>
                <a:lnTo>
                  <a:pt x="13684" y="33500"/>
                </a:lnTo>
                <a:lnTo>
                  <a:pt x="13776" y="33732"/>
                </a:lnTo>
                <a:lnTo>
                  <a:pt x="13913" y="33977"/>
                </a:lnTo>
                <a:lnTo>
                  <a:pt x="14005" y="34208"/>
                </a:lnTo>
                <a:lnTo>
                  <a:pt x="14095" y="34492"/>
                </a:lnTo>
                <a:lnTo>
                  <a:pt x="14187" y="34723"/>
                </a:lnTo>
                <a:lnTo>
                  <a:pt x="14279" y="34955"/>
                </a:lnTo>
                <a:lnTo>
                  <a:pt x="14416" y="35187"/>
                </a:lnTo>
                <a:lnTo>
                  <a:pt x="14508" y="35431"/>
                </a:lnTo>
                <a:lnTo>
                  <a:pt x="14599" y="35702"/>
                </a:lnTo>
                <a:lnTo>
                  <a:pt x="14691" y="35946"/>
                </a:lnTo>
                <a:lnTo>
                  <a:pt x="14782" y="36178"/>
                </a:lnTo>
                <a:lnTo>
                  <a:pt x="14920" y="36410"/>
                </a:lnTo>
                <a:lnTo>
                  <a:pt x="15011" y="36693"/>
                </a:lnTo>
                <a:lnTo>
                  <a:pt x="15102" y="36925"/>
                </a:lnTo>
                <a:lnTo>
                  <a:pt x="15194" y="37157"/>
                </a:lnTo>
                <a:lnTo>
                  <a:pt x="15286" y="37401"/>
                </a:lnTo>
                <a:lnTo>
                  <a:pt x="15423" y="37685"/>
                </a:lnTo>
                <a:lnTo>
                  <a:pt x="15515" y="37916"/>
                </a:lnTo>
                <a:lnTo>
                  <a:pt x="15605" y="38148"/>
                </a:lnTo>
                <a:lnTo>
                  <a:pt x="15697" y="38380"/>
                </a:lnTo>
                <a:lnTo>
                  <a:pt x="15789" y="38612"/>
                </a:lnTo>
                <a:lnTo>
                  <a:pt x="15926" y="38895"/>
                </a:lnTo>
                <a:lnTo>
                  <a:pt x="16018" y="39139"/>
                </a:lnTo>
                <a:lnTo>
                  <a:pt x="16110" y="39371"/>
                </a:lnTo>
                <a:lnTo>
                  <a:pt x="16201" y="39603"/>
                </a:lnTo>
                <a:lnTo>
                  <a:pt x="16292" y="39886"/>
                </a:lnTo>
                <a:lnTo>
                  <a:pt x="16430" y="40118"/>
                </a:lnTo>
                <a:lnTo>
                  <a:pt x="16521" y="40350"/>
                </a:lnTo>
                <a:lnTo>
                  <a:pt x="16613" y="40581"/>
                </a:lnTo>
                <a:lnTo>
                  <a:pt x="16704" y="40826"/>
                </a:lnTo>
                <a:lnTo>
                  <a:pt x="16796" y="41109"/>
                </a:lnTo>
                <a:lnTo>
                  <a:pt x="16933" y="41341"/>
                </a:lnTo>
                <a:lnTo>
                  <a:pt x="17025" y="41573"/>
                </a:lnTo>
                <a:lnTo>
                  <a:pt x="17117" y="41805"/>
                </a:lnTo>
                <a:lnTo>
                  <a:pt x="17207" y="42088"/>
                </a:lnTo>
                <a:lnTo>
                  <a:pt x="17299" y="42320"/>
                </a:lnTo>
                <a:lnTo>
                  <a:pt x="17436" y="42564"/>
                </a:lnTo>
                <a:lnTo>
                  <a:pt x="17528" y="42796"/>
                </a:lnTo>
                <a:lnTo>
                  <a:pt x="17620" y="43028"/>
                </a:lnTo>
                <a:lnTo>
                  <a:pt x="17712" y="43311"/>
                </a:lnTo>
                <a:lnTo>
                  <a:pt x="17803" y="43543"/>
                </a:lnTo>
                <a:lnTo>
                  <a:pt x="17940" y="43774"/>
                </a:lnTo>
                <a:lnTo>
                  <a:pt x="18032" y="44019"/>
                </a:lnTo>
                <a:lnTo>
                  <a:pt x="18123" y="44289"/>
                </a:lnTo>
                <a:lnTo>
                  <a:pt x="18215" y="44534"/>
                </a:lnTo>
                <a:lnTo>
                  <a:pt x="18306" y="44766"/>
                </a:lnTo>
                <a:lnTo>
                  <a:pt x="18443" y="44998"/>
                </a:lnTo>
                <a:lnTo>
                  <a:pt x="18535" y="45229"/>
                </a:lnTo>
                <a:lnTo>
                  <a:pt x="18627" y="45513"/>
                </a:lnTo>
                <a:lnTo>
                  <a:pt x="18717" y="45744"/>
                </a:lnTo>
                <a:lnTo>
                  <a:pt x="18809" y="45989"/>
                </a:lnTo>
                <a:lnTo>
                  <a:pt x="18946" y="46221"/>
                </a:lnTo>
                <a:lnTo>
                  <a:pt x="19038" y="46504"/>
                </a:lnTo>
                <a:lnTo>
                  <a:pt x="19130" y="46736"/>
                </a:lnTo>
                <a:lnTo>
                  <a:pt x="19222" y="46967"/>
                </a:lnTo>
                <a:lnTo>
                  <a:pt x="19314" y="47199"/>
                </a:lnTo>
                <a:lnTo>
                  <a:pt x="19451" y="47444"/>
                </a:lnTo>
                <a:lnTo>
                  <a:pt x="19542" y="47714"/>
                </a:lnTo>
                <a:lnTo>
                  <a:pt x="19633" y="47959"/>
                </a:lnTo>
                <a:lnTo>
                  <a:pt x="19725" y="48191"/>
                </a:lnTo>
                <a:lnTo>
                  <a:pt x="19816" y="48422"/>
                </a:lnTo>
                <a:lnTo>
                  <a:pt x="19954" y="4865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4364924" y="4230613"/>
            <a:ext cx="20000" cy="48191"/>
          </a:xfrm>
          <a:custGeom>
            <a:avLst/>
            <a:gdLst/>
            <a:ahLst/>
            <a:cxnLst/>
            <a:rect l="l" t="t" r="r" b="b"/>
            <a:pathLst>
              <a:path w="20000" h="48191">
                <a:moveTo>
                  <a:pt x="0" y="0"/>
                </a:moveTo>
                <a:lnTo>
                  <a:pt x="91" y="283"/>
                </a:lnTo>
                <a:lnTo>
                  <a:pt x="183" y="514"/>
                </a:lnTo>
                <a:lnTo>
                  <a:pt x="275" y="759"/>
                </a:lnTo>
                <a:lnTo>
                  <a:pt x="365" y="991"/>
                </a:lnTo>
                <a:lnTo>
                  <a:pt x="504" y="1274"/>
                </a:lnTo>
                <a:lnTo>
                  <a:pt x="594" y="1506"/>
                </a:lnTo>
                <a:lnTo>
                  <a:pt x="686" y="1738"/>
                </a:lnTo>
                <a:lnTo>
                  <a:pt x="778" y="1969"/>
                </a:lnTo>
                <a:lnTo>
                  <a:pt x="870" y="2214"/>
                </a:lnTo>
                <a:lnTo>
                  <a:pt x="1007" y="2484"/>
                </a:lnTo>
                <a:lnTo>
                  <a:pt x="1098" y="2729"/>
                </a:lnTo>
                <a:lnTo>
                  <a:pt x="1190" y="2961"/>
                </a:lnTo>
                <a:lnTo>
                  <a:pt x="1281" y="3192"/>
                </a:lnTo>
                <a:lnTo>
                  <a:pt x="1373" y="3424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84"/>
                </a:lnTo>
                <a:lnTo>
                  <a:pt x="1785" y="4416"/>
                </a:lnTo>
                <a:lnTo>
                  <a:pt x="1876" y="4647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394"/>
                </a:lnTo>
                <a:lnTo>
                  <a:pt x="2288" y="5639"/>
                </a:lnTo>
                <a:lnTo>
                  <a:pt x="2380" y="5870"/>
                </a:lnTo>
                <a:lnTo>
                  <a:pt x="2517" y="6154"/>
                </a:lnTo>
                <a:lnTo>
                  <a:pt x="2609" y="6385"/>
                </a:lnTo>
                <a:lnTo>
                  <a:pt x="2700" y="6617"/>
                </a:lnTo>
                <a:lnTo>
                  <a:pt x="2791" y="6849"/>
                </a:lnTo>
                <a:lnTo>
                  <a:pt x="2883" y="7094"/>
                </a:lnTo>
                <a:lnTo>
                  <a:pt x="3020" y="7377"/>
                </a:lnTo>
                <a:lnTo>
                  <a:pt x="3112" y="7609"/>
                </a:lnTo>
                <a:lnTo>
                  <a:pt x="3203" y="7840"/>
                </a:lnTo>
                <a:lnTo>
                  <a:pt x="3295" y="8072"/>
                </a:lnTo>
                <a:lnTo>
                  <a:pt x="3387" y="8304"/>
                </a:lnTo>
                <a:lnTo>
                  <a:pt x="3524" y="8587"/>
                </a:lnTo>
                <a:lnTo>
                  <a:pt x="3616" y="8819"/>
                </a:lnTo>
                <a:lnTo>
                  <a:pt x="3706" y="9063"/>
                </a:lnTo>
                <a:lnTo>
                  <a:pt x="3798" y="9295"/>
                </a:lnTo>
                <a:lnTo>
                  <a:pt x="3890" y="9527"/>
                </a:lnTo>
                <a:lnTo>
                  <a:pt x="4027" y="9810"/>
                </a:lnTo>
                <a:lnTo>
                  <a:pt x="4119" y="10042"/>
                </a:lnTo>
                <a:lnTo>
                  <a:pt x="4211" y="10274"/>
                </a:lnTo>
                <a:lnTo>
                  <a:pt x="4301" y="10518"/>
                </a:lnTo>
                <a:lnTo>
                  <a:pt x="4393" y="10750"/>
                </a:lnTo>
                <a:lnTo>
                  <a:pt x="4530" y="11033"/>
                </a:lnTo>
                <a:lnTo>
                  <a:pt x="4622" y="11265"/>
                </a:lnTo>
                <a:lnTo>
                  <a:pt x="4714" y="11497"/>
                </a:lnTo>
                <a:lnTo>
                  <a:pt x="4805" y="11729"/>
                </a:lnTo>
                <a:lnTo>
                  <a:pt x="4897" y="11973"/>
                </a:lnTo>
                <a:lnTo>
                  <a:pt x="5034" y="12256"/>
                </a:lnTo>
                <a:lnTo>
                  <a:pt x="5126" y="12488"/>
                </a:lnTo>
                <a:lnTo>
                  <a:pt x="5217" y="12720"/>
                </a:lnTo>
                <a:lnTo>
                  <a:pt x="5308" y="12952"/>
                </a:lnTo>
                <a:lnTo>
                  <a:pt x="5400" y="13183"/>
                </a:lnTo>
                <a:lnTo>
                  <a:pt x="5537" y="13428"/>
                </a:lnTo>
                <a:lnTo>
                  <a:pt x="5629" y="13711"/>
                </a:lnTo>
                <a:lnTo>
                  <a:pt x="5721" y="13943"/>
                </a:lnTo>
                <a:lnTo>
                  <a:pt x="5813" y="14175"/>
                </a:lnTo>
                <a:lnTo>
                  <a:pt x="5903" y="14407"/>
                </a:lnTo>
                <a:lnTo>
                  <a:pt x="6041" y="14638"/>
                </a:lnTo>
                <a:lnTo>
                  <a:pt x="6132" y="14922"/>
                </a:lnTo>
                <a:lnTo>
                  <a:pt x="6224" y="15153"/>
                </a:lnTo>
                <a:lnTo>
                  <a:pt x="6316" y="15398"/>
                </a:lnTo>
                <a:lnTo>
                  <a:pt x="6407" y="15630"/>
                </a:lnTo>
                <a:lnTo>
                  <a:pt x="6544" y="15861"/>
                </a:lnTo>
                <a:lnTo>
                  <a:pt x="6636" y="16145"/>
                </a:lnTo>
                <a:lnTo>
                  <a:pt x="6728" y="16376"/>
                </a:lnTo>
                <a:lnTo>
                  <a:pt x="6819" y="16608"/>
                </a:lnTo>
                <a:lnTo>
                  <a:pt x="6910" y="16853"/>
                </a:lnTo>
                <a:lnTo>
                  <a:pt x="7047" y="17085"/>
                </a:lnTo>
                <a:lnTo>
                  <a:pt x="7139" y="17316"/>
                </a:lnTo>
                <a:lnTo>
                  <a:pt x="7231" y="17600"/>
                </a:lnTo>
                <a:lnTo>
                  <a:pt x="7323" y="17831"/>
                </a:lnTo>
                <a:lnTo>
                  <a:pt x="7415" y="18063"/>
                </a:lnTo>
                <a:lnTo>
                  <a:pt x="7552" y="18308"/>
                </a:lnTo>
                <a:lnTo>
                  <a:pt x="7642" y="18539"/>
                </a:lnTo>
                <a:lnTo>
                  <a:pt x="7734" y="18771"/>
                </a:lnTo>
                <a:lnTo>
                  <a:pt x="7826" y="19054"/>
                </a:lnTo>
                <a:lnTo>
                  <a:pt x="7917" y="19286"/>
                </a:lnTo>
                <a:lnTo>
                  <a:pt x="8055" y="19518"/>
                </a:lnTo>
                <a:lnTo>
                  <a:pt x="8146" y="19763"/>
                </a:lnTo>
                <a:lnTo>
                  <a:pt x="8238" y="19994"/>
                </a:lnTo>
                <a:lnTo>
                  <a:pt x="8329" y="20278"/>
                </a:lnTo>
                <a:lnTo>
                  <a:pt x="8420" y="20509"/>
                </a:lnTo>
                <a:lnTo>
                  <a:pt x="8558" y="20741"/>
                </a:lnTo>
                <a:lnTo>
                  <a:pt x="8649" y="20973"/>
                </a:lnTo>
                <a:lnTo>
                  <a:pt x="8741" y="21217"/>
                </a:lnTo>
                <a:lnTo>
                  <a:pt x="8833" y="21449"/>
                </a:lnTo>
                <a:lnTo>
                  <a:pt x="8925" y="21732"/>
                </a:lnTo>
                <a:lnTo>
                  <a:pt x="9062" y="21964"/>
                </a:lnTo>
                <a:lnTo>
                  <a:pt x="9154" y="22196"/>
                </a:lnTo>
                <a:lnTo>
                  <a:pt x="9244" y="22428"/>
                </a:lnTo>
                <a:lnTo>
                  <a:pt x="9336" y="22672"/>
                </a:lnTo>
                <a:lnTo>
                  <a:pt x="9428" y="22904"/>
                </a:lnTo>
                <a:lnTo>
                  <a:pt x="9565" y="23187"/>
                </a:lnTo>
                <a:lnTo>
                  <a:pt x="9657" y="23419"/>
                </a:lnTo>
                <a:lnTo>
                  <a:pt x="9748" y="23651"/>
                </a:lnTo>
                <a:lnTo>
                  <a:pt x="9840" y="23883"/>
                </a:lnTo>
                <a:lnTo>
                  <a:pt x="9931" y="24127"/>
                </a:lnTo>
                <a:lnTo>
                  <a:pt x="10069" y="24359"/>
                </a:lnTo>
                <a:lnTo>
                  <a:pt x="10159" y="24642"/>
                </a:lnTo>
                <a:lnTo>
                  <a:pt x="10251" y="24874"/>
                </a:lnTo>
                <a:lnTo>
                  <a:pt x="10343" y="25106"/>
                </a:lnTo>
                <a:lnTo>
                  <a:pt x="10435" y="25337"/>
                </a:lnTo>
                <a:lnTo>
                  <a:pt x="10572" y="25582"/>
                </a:lnTo>
                <a:lnTo>
                  <a:pt x="10664" y="25814"/>
                </a:lnTo>
                <a:lnTo>
                  <a:pt x="10754" y="26046"/>
                </a:lnTo>
                <a:lnTo>
                  <a:pt x="10846" y="26329"/>
                </a:lnTo>
                <a:lnTo>
                  <a:pt x="10938" y="26561"/>
                </a:lnTo>
                <a:lnTo>
                  <a:pt x="11075" y="26792"/>
                </a:lnTo>
                <a:lnTo>
                  <a:pt x="11167" y="27037"/>
                </a:lnTo>
                <a:lnTo>
                  <a:pt x="11258" y="27269"/>
                </a:lnTo>
                <a:lnTo>
                  <a:pt x="11350" y="27500"/>
                </a:lnTo>
                <a:lnTo>
                  <a:pt x="11441" y="27784"/>
                </a:lnTo>
                <a:lnTo>
                  <a:pt x="11579" y="28015"/>
                </a:lnTo>
                <a:lnTo>
                  <a:pt x="11670" y="28247"/>
                </a:lnTo>
                <a:lnTo>
                  <a:pt x="11761" y="28492"/>
                </a:lnTo>
                <a:lnTo>
                  <a:pt x="11853" y="28724"/>
                </a:lnTo>
                <a:lnTo>
                  <a:pt x="11945" y="28955"/>
                </a:lnTo>
                <a:lnTo>
                  <a:pt x="12082" y="29187"/>
                </a:lnTo>
                <a:lnTo>
                  <a:pt x="12174" y="29470"/>
                </a:lnTo>
                <a:lnTo>
                  <a:pt x="12266" y="29702"/>
                </a:lnTo>
                <a:lnTo>
                  <a:pt x="12356" y="29934"/>
                </a:lnTo>
                <a:lnTo>
                  <a:pt x="12448" y="30178"/>
                </a:lnTo>
                <a:lnTo>
                  <a:pt x="12585" y="30410"/>
                </a:lnTo>
                <a:lnTo>
                  <a:pt x="12677" y="30642"/>
                </a:lnTo>
                <a:lnTo>
                  <a:pt x="12769" y="30874"/>
                </a:lnTo>
                <a:lnTo>
                  <a:pt x="12860" y="31157"/>
                </a:lnTo>
                <a:lnTo>
                  <a:pt x="12952" y="31389"/>
                </a:lnTo>
                <a:lnTo>
                  <a:pt x="13089" y="31633"/>
                </a:lnTo>
                <a:lnTo>
                  <a:pt x="13181" y="31865"/>
                </a:lnTo>
                <a:lnTo>
                  <a:pt x="13272" y="32097"/>
                </a:lnTo>
                <a:lnTo>
                  <a:pt x="13363" y="32329"/>
                </a:lnTo>
                <a:lnTo>
                  <a:pt x="13455" y="32573"/>
                </a:lnTo>
                <a:lnTo>
                  <a:pt x="13592" y="32844"/>
                </a:lnTo>
                <a:lnTo>
                  <a:pt x="13684" y="33088"/>
                </a:lnTo>
                <a:lnTo>
                  <a:pt x="13776" y="33320"/>
                </a:lnTo>
                <a:lnTo>
                  <a:pt x="13866" y="33552"/>
                </a:lnTo>
                <a:lnTo>
                  <a:pt x="13958" y="33783"/>
                </a:lnTo>
                <a:lnTo>
                  <a:pt x="14095" y="34028"/>
                </a:lnTo>
                <a:lnTo>
                  <a:pt x="14187" y="34260"/>
                </a:lnTo>
                <a:lnTo>
                  <a:pt x="14279" y="34543"/>
                </a:lnTo>
                <a:lnTo>
                  <a:pt x="14371" y="34775"/>
                </a:lnTo>
                <a:lnTo>
                  <a:pt x="14462" y="35007"/>
                </a:lnTo>
                <a:lnTo>
                  <a:pt x="14599" y="35238"/>
                </a:lnTo>
                <a:lnTo>
                  <a:pt x="14691" y="35483"/>
                </a:lnTo>
                <a:lnTo>
                  <a:pt x="14782" y="35715"/>
                </a:lnTo>
                <a:lnTo>
                  <a:pt x="14874" y="35946"/>
                </a:lnTo>
                <a:lnTo>
                  <a:pt x="14965" y="36178"/>
                </a:lnTo>
                <a:lnTo>
                  <a:pt x="15102" y="36461"/>
                </a:lnTo>
                <a:lnTo>
                  <a:pt x="15194" y="36693"/>
                </a:lnTo>
                <a:lnTo>
                  <a:pt x="15286" y="36938"/>
                </a:lnTo>
                <a:lnTo>
                  <a:pt x="15378" y="37170"/>
                </a:lnTo>
                <a:lnTo>
                  <a:pt x="15468" y="37401"/>
                </a:lnTo>
                <a:lnTo>
                  <a:pt x="15607" y="37633"/>
                </a:lnTo>
                <a:lnTo>
                  <a:pt x="15697" y="37865"/>
                </a:lnTo>
                <a:lnTo>
                  <a:pt x="15789" y="38109"/>
                </a:lnTo>
                <a:lnTo>
                  <a:pt x="15881" y="38380"/>
                </a:lnTo>
                <a:lnTo>
                  <a:pt x="15973" y="38624"/>
                </a:lnTo>
                <a:lnTo>
                  <a:pt x="16110" y="38856"/>
                </a:lnTo>
                <a:lnTo>
                  <a:pt x="16201" y="39088"/>
                </a:lnTo>
                <a:lnTo>
                  <a:pt x="16293" y="39320"/>
                </a:lnTo>
                <a:lnTo>
                  <a:pt x="16384" y="39564"/>
                </a:lnTo>
                <a:lnTo>
                  <a:pt x="16476" y="39796"/>
                </a:lnTo>
                <a:lnTo>
                  <a:pt x="16613" y="40028"/>
                </a:lnTo>
                <a:lnTo>
                  <a:pt x="16704" y="40311"/>
                </a:lnTo>
                <a:lnTo>
                  <a:pt x="16796" y="40543"/>
                </a:lnTo>
                <a:lnTo>
                  <a:pt x="16888" y="40775"/>
                </a:lnTo>
                <a:lnTo>
                  <a:pt x="16978" y="41019"/>
                </a:lnTo>
                <a:lnTo>
                  <a:pt x="17117" y="41251"/>
                </a:lnTo>
                <a:lnTo>
                  <a:pt x="17207" y="41483"/>
                </a:lnTo>
                <a:lnTo>
                  <a:pt x="17299" y="41714"/>
                </a:lnTo>
                <a:lnTo>
                  <a:pt x="17391" y="41946"/>
                </a:lnTo>
                <a:lnTo>
                  <a:pt x="17483" y="42191"/>
                </a:lnTo>
                <a:lnTo>
                  <a:pt x="17620" y="42474"/>
                </a:lnTo>
                <a:lnTo>
                  <a:pt x="17712" y="42706"/>
                </a:lnTo>
                <a:lnTo>
                  <a:pt x="17803" y="42938"/>
                </a:lnTo>
                <a:lnTo>
                  <a:pt x="17894" y="43169"/>
                </a:lnTo>
                <a:lnTo>
                  <a:pt x="17986" y="43401"/>
                </a:lnTo>
                <a:lnTo>
                  <a:pt x="18123" y="43646"/>
                </a:lnTo>
                <a:lnTo>
                  <a:pt x="18215" y="43877"/>
                </a:lnTo>
                <a:lnTo>
                  <a:pt x="18306" y="44109"/>
                </a:lnTo>
                <a:lnTo>
                  <a:pt x="18398" y="44341"/>
                </a:lnTo>
                <a:lnTo>
                  <a:pt x="18490" y="44624"/>
                </a:lnTo>
                <a:lnTo>
                  <a:pt x="18627" y="44856"/>
                </a:lnTo>
                <a:lnTo>
                  <a:pt x="18719" y="45101"/>
                </a:lnTo>
                <a:lnTo>
                  <a:pt x="18809" y="45332"/>
                </a:lnTo>
                <a:lnTo>
                  <a:pt x="18901" y="45564"/>
                </a:lnTo>
                <a:lnTo>
                  <a:pt x="18993" y="45796"/>
                </a:lnTo>
                <a:lnTo>
                  <a:pt x="19130" y="46040"/>
                </a:lnTo>
                <a:lnTo>
                  <a:pt x="19222" y="46272"/>
                </a:lnTo>
                <a:lnTo>
                  <a:pt x="19314" y="46504"/>
                </a:lnTo>
                <a:lnTo>
                  <a:pt x="19405" y="46736"/>
                </a:lnTo>
                <a:lnTo>
                  <a:pt x="19496" y="47019"/>
                </a:lnTo>
                <a:lnTo>
                  <a:pt x="19634" y="47251"/>
                </a:lnTo>
                <a:lnTo>
                  <a:pt x="19725" y="47495"/>
                </a:lnTo>
                <a:lnTo>
                  <a:pt x="19816" y="47727"/>
                </a:lnTo>
                <a:lnTo>
                  <a:pt x="19908" y="47959"/>
                </a:lnTo>
                <a:lnTo>
                  <a:pt x="20000" y="4819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4384924" y="4278804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0"/>
                </a:moveTo>
                <a:lnTo>
                  <a:pt x="137" y="231"/>
                </a:lnTo>
                <a:lnTo>
                  <a:pt x="228" y="476"/>
                </a:lnTo>
                <a:lnTo>
                  <a:pt x="319" y="708"/>
                </a:lnTo>
                <a:lnTo>
                  <a:pt x="411" y="939"/>
                </a:lnTo>
                <a:lnTo>
                  <a:pt x="502" y="1171"/>
                </a:lnTo>
                <a:lnTo>
                  <a:pt x="640" y="1454"/>
                </a:lnTo>
                <a:lnTo>
                  <a:pt x="731" y="1686"/>
                </a:lnTo>
                <a:lnTo>
                  <a:pt x="823" y="1931"/>
                </a:lnTo>
                <a:lnTo>
                  <a:pt x="915" y="2162"/>
                </a:lnTo>
                <a:lnTo>
                  <a:pt x="1005" y="2394"/>
                </a:lnTo>
                <a:lnTo>
                  <a:pt x="1144" y="2626"/>
                </a:lnTo>
                <a:lnTo>
                  <a:pt x="1234" y="2858"/>
                </a:lnTo>
                <a:lnTo>
                  <a:pt x="1326" y="3102"/>
                </a:lnTo>
                <a:lnTo>
                  <a:pt x="1418" y="3334"/>
                </a:lnTo>
                <a:lnTo>
                  <a:pt x="1510" y="3566"/>
                </a:lnTo>
                <a:lnTo>
                  <a:pt x="1647" y="3798"/>
                </a:lnTo>
                <a:lnTo>
                  <a:pt x="1739" y="4042"/>
                </a:lnTo>
                <a:lnTo>
                  <a:pt x="1830" y="4274"/>
                </a:lnTo>
                <a:lnTo>
                  <a:pt x="1921" y="4557"/>
                </a:lnTo>
                <a:lnTo>
                  <a:pt x="2013" y="4789"/>
                </a:lnTo>
                <a:lnTo>
                  <a:pt x="2150" y="5021"/>
                </a:lnTo>
                <a:lnTo>
                  <a:pt x="2241" y="5252"/>
                </a:lnTo>
                <a:lnTo>
                  <a:pt x="2333" y="5497"/>
                </a:lnTo>
                <a:lnTo>
                  <a:pt x="2425" y="5729"/>
                </a:lnTo>
                <a:lnTo>
                  <a:pt x="2517" y="5961"/>
                </a:lnTo>
                <a:lnTo>
                  <a:pt x="2654" y="6192"/>
                </a:lnTo>
                <a:lnTo>
                  <a:pt x="2746" y="6424"/>
                </a:lnTo>
                <a:lnTo>
                  <a:pt x="2836" y="6669"/>
                </a:lnTo>
                <a:lnTo>
                  <a:pt x="2928" y="6900"/>
                </a:lnTo>
                <a:lnTo>
                  <a:pt x="3020" y="7132"/>
                </a:lnTo>
                <a:lnTo>
                  <a:pt x="3157" y="7364"/>
                </a:lnTo>
                <a:lnTo>
                  <a:pt x="3249" y="7609"/>
                </a:lnTo>
                <a:lnTo>
                  <a:pt x="3340" y="7879"/>
                </a:lnTo>
                <a:lnTo>
                  <a:pt x="3431" y="8124"/>
                </a:lnTo>
                <a:lnTo>
                  <a:pt x="3523" y="8355"/>
                </a:lnTo>
                <a:lnTo>
                  <a:pt x="3660" y="8587"/>
                </a:lnTo>
                <a:lnTo>
                  <a:pt x="3752" y="8819"/>
                </a:lnTo>
                <a:lnTo>
                  <a:pt x="3843" y="9063"/>
                </a:lnTo>
                <a:lnTo>
                  <a:pt x="3935" y="9295"/>
                </a:lnTo>
                <a:lnTo>
                  <a:pt x="4027" y="9527"/>
                </a:lnTo>
                <a:lnTo>
                  <a:pt x="4164" y="9759"/>
                </a:lnTo>
                <a:lnTo>
                  <a:pt x="4256" y="9990"/>
                </a:lnTo>
                <a:lnTo>
                  <a:pt x="4346" y="10235"/>
                </a:lnTo>
                <a:lnTo>
                  <a:pt x="4438" y="10467"/>
                </a:lnTo>
                <a:lnTo>
                  <a:pt x="4530" y="10699"/>
                </a:lnTo>
                <a:lnTo>
                  <a:pt x="4667" y="10930"/>
                </a:lnTo>
                <a:lnTo>
                  <a:pt x="4759" y="11175"/>
                </a:lnTo>
                <a:lnTo>
                  <a:pt x="4851" y="11407"/>
                </a:lnTo>
                <a:lnTo>
                  <a:pt x="4942" y="11638"/>
                </a:lnTo>
                <a:lnTo>
                  <a:pt x="5033" y="11870"/>
                </a:lnTo>
                <a:lnTo>
                  <a:pt x="5171" y="12153"/>
                </a:lnTo>
                <a:lnTo>
                  <a:pt x="5262" y="12385"/>
                </a:lnTo>
                <a:lnTo>
                  <a:pt x="5354" y="12630"/>
                </a:lnTo>
                <a:lnTo>
                  <a:pt x="5445" y="12862"/>
                </a:lnTo>
                <a:lnTo>
                  <a:pt x="5537" y="13093"/>
                </a:lnTo>
                <a:lnTo>
                  <a:pt x="5674" y="13325"/>
                </a:lnTo>
                <a:lnTo>
                  <a:pt x="5766" y="13557"/>
                </a:lnTo>
                <a:lnTo>
                  <a:pt x="5858" y="13801"/>
                </a:lnTo>
                <a:lnTo>
                  <a:pt x="5948" y="14033"/>
                </a:lnTo>
                <a:lnTo>
                  <a:pt x="6087" y="14265"/>
                </a:lnTo>
                <a:lnTo>
                  <a:pt x="6177" y="14497"/>
                </a:lnTo>
                <a:lnTo>
                  <a:pt x="6269" y="14741"/>
                </a:lnTo>
                <a:lnTo>
                  <a:pt x="6361" y="14973"/>
                </a:lnTo>
                <a:lnTo>
                  <a:pt x="6453" y="15205"/>
                </a:lnTo>
                <a:lnTo>
                  <a:pt x="6590" y="15437"/>
                </a:lnTo>
                <a:lnTo>
                  <a:pt x="6681" y="15668"/>
                </a:lnTo>
                <a:lnTo>
                  <a:pt x="6772" y="15913"/>
                </a:lnTo>
                <a:lnTo>
                  <a:pt x="6864" y="16145"/>
                </a:lnTo>
                <a:lnTo>
                  <a:pt x="6956" y="16376"/>
                </a:lnTo>
                <a:lnTo>
                  <a:pt x="7093" y="16608"/>
                </a:lnTo>
                <a:lnTo>
                  <a:pt x="7184" y="16853"/>
                </a:lnTo>
                <a:lnTo>
                  <a:pt x="7276" y="17085"/>
                </a:lnTo>
                <a:lnTo>
                  <a:pt x="7368" y="17316"/>
                </a:lnTo>
                <a:lnTo>
                  <a:pt x="7459" y="17548"/>
                </a:lnTo>
                <a:lnTo>
                  <a:pt x="7597" y="17780"/>
                </a:lnTo>
                <a:lnTo>
                  <a:pt x="7687" y="18024"/>
                </a:lnTo>
                <a:lnTo>
                  <a:pt x="7779" y="18256"/>
                </a:lnTo>
                <a:lnTo>
                  <a:pt x="7871" y="18488"/>
                </a:lnTo>
                <a:lnTo>
                  <a:pt x="7963" y="18720"/>
                </a:lnTo>
                <a:lnTo>
                  <a:pt x="8100" y="18964"/>
                </a:lnTo>
                <a:lnTo>
                  <a:pt x="8192" y="19196"/>
                </a:lnTo>
                <a:lnTo>
                  <a:pt x="8283" y="19428"/>
                </a:lnTo>
                <a:lnTo>
                  <a:pt x="8374" y="19711"/>
                </a:lnTo>
                <a:lnTo>
                  <a:pt x="8466" y="19943"/>
                </a:lnTo>
                <a:lnTo>
                  <a:pt x="8603" y="20175"/>
                </a:lnTo>
                <a:lnTo>
                  <a:pt x="8695" y="20419"/>
                </a:lnTo>
                <a:lnTo>
                  <a:pt x="8786" y="20651"/>
                </a:lnTo>
                <a:lnTo>
                  <a:pt x="8878" y="20883"/>
                </a:lnTo>
                <a:lnTo>
                  <a:pt x="8970" y="21114"/>
                </a:lnTo>
                <a:lnTo>
                  <a:pt x="9107" y="21346"/>
                </a:lnTo>
                <a:lnTo>
                  <a:pt x="9199" y="21591"/>
                </a:lnTo>
                <a:lnTo>
                  <a:pt x="9289" y="21823"/>
                </a:lnTo>
                <a:lnTo>
                  <a:pt x="9381" y="22054"/>
                </a:lnTo>
                <a:lnTo>
                  <a:pt x="9473" y="22286"/>
                </a:lnTo>
                <a:lnTo>
                  <a:pt x="9610" y="22531"/>
                </a:lnTo>
                <a:lnTo>
                  <a:pt x="9702" y="22762"/>
                </a:lnTo>
                <a:lnTo>
                  <a:pt x="9794" y="22994"/>
                </a:lnTo>
                <a:lnTo>
                  <a:pt x="9884" y="23226"/>
                </a:lnTo>
                <a:lnTo>
                  <a:pt x="9976" y="23458"/>
                </a:lnTo>
                <a:lnTo>
                  <a:pt x="10113" y="23702"/>
                </a:lnTo>
                <a:lnTo>
                  <a:pt x="10205" y="23934"/>
                </a:lnTo>
                <a:lnTo>
                  <a:pt x="10297" y="24166"/>
                </a:lnTo>
                <a:lnTo>
                  <a:pt x="10388" y="24398"/>
                </a:lnTo>
                <a:lnTo>
                  <a:pt x="10480" y="24642"/>
                </a:lnTo>
                <a:lnTo>
                  <a:pt x="10617" y="24874"/>
                </a:lnTo>
                <a:lnTo>
                  <a:pt x="10709" y="25106"/>
                </a:lnTo>
                <a:lnTo>
                  <a:pt x="10800" y="25337"/>
                </a:lnTo>
                <a:lnTo>
                  <a:pt x="10891" y="25569"/>
                </a:lnTo>
                <a:lnTo>
                  <a:pt x="10983" y="25814"/>
                </a:lnTo>
                <a:lnTo>
                  <a:pt x="11120" y="26046"/>
                </a:lnTo>
                <a:lnTo>
                  <a:pt x="11212" y="26277"/>
                </a:lnTo>
                <a:lnTo>
                  <a:pt x="11304" y="26509"/>
                </a:lnTo>
                <a:lnTo>
                  <a:pt x="11396" y="26754"/>
                </a:lnTo>
                <a:lnTo>
                  <a:pt x="11486" y="26985"/>
                </a:lnTo>
                <a:lnTo>
                  <a:pt x="11624" y="27217"/>
                </a:lnTo>
                <a:lnTo>
                  <a:pt x="11715" y="27410"/>
                </a:lnTo>
                <a:lnTo>
                  <a:pt x="11807" y="27642"/>
                </a:lnTo>
                <a:lnTo>
                  <a:pt x="11898" y="27874"/>
                </a:lnTo>
                <a:lnTo>
                  <a:pt x="11990" y="28106"/>
                </a:lnTo>
                <a:lnTo>
                  <a:pt x="12127" y="28337"/>
                </a:lnTo>
                <a:lnTo>
                  <a:pt x="12219" y="28582"/>
                </a:lnTo>
                <a:lnTo>
                  <a:pt x="12311" y="28814"/>
                </a:lnTo>
                <a:lnTo>
                  <a:pt x="12401" y="29045"/>
                </a:lnTo>
                <a:lnTo>
                  <a:pt x="12493" y="29277"/>
                </a:lnTo>
                <a:lnTo>
                  <a:pt x="12630" y="29522"/>
                </a:lnTo>
                <a:lnTo>
                  <a:pt x="12722" y="29754"/>
                </a:lnTo>
                <a:lnTo>
                  <a:pt x="12814" y="29985"/>
                </a:lnTo>
                <a:lnTo>
                  <a:pt x="12906" y="30217"/>
                </a:lnTo>
                <a:lnTo>
                  <a:pt x="12996" y="30449"/>
                </a:lnTo>
                <a:lnTo>
                  <a:pt x="13135" y="30693"/>
                </a:lnTo>
                <a:lnTo>
                  <a:pt x="13225" y="30925"/>
                </a:lnTo>
                <a:lnTo>
                  <a:pt x="13317" y="31157"/>
                </a:lnTo>
                <a:lnTo>
                  <a:pt x="13409" y="31389"/>
                </a:lnTo>
                <a:lnTo>
                  <a:pt x="13500" y="31633"/>
                </a:lnTo>
                <a:lnTo>
                  <a:pt x="13638" y="31865"/>
                </a:lnTo>
                <a:lnTo>
                  <a:pt x="13729" y="32097"/>
                </a:lnTo>
                <a:lnTo>
                  <a:pt x="13821" y="32329"/>
                </a:lnTo>
                <a:lnTo>
                  <a:pt x="13912" y="32560"/>
                </a:lnTo>
                <a:lnTo>
                  <a:pt x="14003" y="32805"/>
                </a:lnTo>
                <a:lnTo>
                  <a:pt x="14140" y="33037"/>
                </a:lnTo>
                <a:lnTo>
                  <a:pt x="14232" y="33268"/>
                </a:lnTo>
                <a:lnTo>
                  <a:pt x="14324" y="33500"/>
                </a:lnTo>
                <a:lnTo>
                  <a:pt x="14416" y="33745"/>
                </a:lnTo>
                <a:lnTo>
                  <a:pt x="14508" y="33977"/>
                </a:lnTo>
                <a:lnTo>
                  <a:pt x="14645" y="34208"/>
                </a:lnTo>
                <a:lnTo>
                  <a:pt x="14736" y="34401"/>
                </a:lnTo>
                <a:lnTo>
                  <a:pt x="14827" y="34633"/>
                </a:lnTo>
                <a:lnTo>
                  <a:pt x="14919" y="34865"/>
                </a:lnTo>
                <a:lnTo>
                  <a:pt x="15011" y="35097"/>
                </a:lnTo>
                <a:lnTo>
                  <a:pt x="15148" y="35328"/>
                </a:lnTo>
                <a:lnTo>
                  <a:pt x="15239" y="35573"/>
                </a:lnTo>
                <a:lnTo>
                  <a:pt x="15331" y="35805"/>
                </a:lnTo>
                <a:lnTo>
                  <a:pt x="15422" y="36037"/>
                </a:lnTo>
                <a:lnTo>
                  <a:pt x="15514" y="36268"/>
                </a:lnTo>
                <a:lnTo>
                  <a:pt x="15651" y="36513"/>
                </a:lnTo>
                <a:lnTo>
                  <a:pt x="15742" y="36745"/>
                </a:lnTo>
                <a:lnTo>
                  <a:pt x="15834" y="36976"/>
                </a:lnTo>
                <a:lnTo>
                  <a:pt x="15926" y="37208"/>
                </a:lnTo>
                <a:lnTo>
                  <a:pt x="16018" y="37440"/>
                </a:lnTo>
                <a:lnTo>
                  <a:pt x="16155" y="37685"/>
                </a:lnTo>
                <a:lnTo>
                  <a:pt x="16247" y="37916"/>
                </a:lnTo>
                <a:lnTo>
                  <a:pt x="16337" y="38148"/>
                </a:lnTo>
                <a:lnTo>
                  <a:pt x="16429" y="38341"/>
                </a:lnTo>
                <a:lnTo>
                  <a:pt x="16521" y="38573"/>
                </a:lnTo>
                <a:lnTo>
                  <a:pt x="16658" y="38805"/>
                </a:lnTo>
                <a:lnTo>
                  <a:pt x="16750" y="39036"/>
                </a:lnTo>
                <a:lnTo>
                  <a:pt x="16841" y="39281"/>
                </a:lnTo>
                <a:lnTo>
                  <a:pt x="16933" y="39513"/>
                </a:lnTo>
                <a:lnTo>
                  <a:pt x="17024" y="39745"/>
                </a:lnTo>
                <a:lnTo>
                  <a:pt x="17162" y="39976"/>
                </a:lnTo>
                <a:lnTo>
                  <a:pt x="17253" y="40208"/>
                </a:lnTo>
                <a:lnTo>
                  <a:pt x="17344" y="40453"/>
                </a:lnTo>
                <a:lnTo>
                  <a:pt x="17436" y="40684"/>
                </a:lnTo>
                <a:lnTo>
                  <a:pt x="17528" y="40916"/>
                </a:lnTo>
                <a:lnTo>
                  <a:pt x="17665" y="41148"/>
                </a:lnTo>
                <a:lnTo>
                  <a:pt x="17757" y="41393"/>
                </a:lnTo>
                <a:lnTo>
                  <a:pt x="17849" y="41573"/>
                </a:lnTo>
                <a:lnTo>
                  <a:pt x="17939" y="41805"/>
                </a:lnTo>
                <a:lnTo>
                  <a:pt x="18031" y="42049"/>
                </a:lnTo>
                <a:lnTo>
                  <a:pt x="18168" y="42281"/>
                </a:lnTo>
                <a:lnTo>
                  <a:pt x="18260" y="42513"/>
                </a:lnTo>
                <a:lnTo>
                  <a:pt x="18352" y="42744"/>
                </a:lnTo>
                <a:lnTo>
                  <a:pt x="18443" y="42976"/>
                </a:lnTo>
                <a:lnTo>
                  <a:pt x="18534" y="43221"/>
                </a:lnTo>
                <a:lnTo>
                  <a:pt x="18672" y="43453"/>
                </a:lnTo>
                <a:lnTo>
                  <a:pt x="18763" y="43684"/>
                </a:lnTo>
                <a:lnTo>
                  <a:pt x="18855" y="43916"/>
                </a:lnTo>
                <a:lnTo>
                  <a:pt x="18946" y="44109"/>
                </a:lnTo>
                <a:lnTo>
                  <a:pt x="19038" y="44341"/>
                </a:lnTo>
                <a:lnTo>
                  <a:pt x="19175" y="44573"/>
                </a:lnTo>
                <a:lnTo>
                  <a:pt x="19267" y="44817"/>
                </a:lnTo>
                <a:lnTo>
                  <a:pt x="19359" y="45049"/>
                </a:lnTo>
                <a:lnTo>
                  <a:pt x="19449" y="45281"/>
                </a:lnTo>
                <a:lnTo>
                  <a:pt x="19541" y="45513"/>
                </a:lnTo>
                <a:lnTo>
                  <a:pt x="19678" y="45757"/>
                </a:lnTo>
                <a:lnTo>
                  <a:pt x="19770" y="45989"/>
                </a:lnTo>
                <a:lnTo>
                  <a:pt x="19862" y="46169"/>
                </a:lnTo>
                <a:lnTo>
                  <a:pt x="19954" y="46414"/>
                </a:lnTo>
                <a:lnTo>
                  <a:pt x="20045" y="4664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4404970" y="4325450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0"/>
                </a:moveTo>
                <a:lnTo>
                  <a:pt x="137" y="231"/>
                </a:lnTo>
                <a:lnTo>
                  <a:pt x="228" y="463"/>
                </a:lnTo>
                <a:lnTo>
                  <a:pt x="319" y="695"/>
                </a:lnTo>
                <a:lnTo>
                  <a:pt x="411" y="939"/>
                </a:lnTo>
                <a:lnTo>
                  <a:pt x="502" y="1171"/>
                </a:lnTo>
                <a:lnTo>
                  <a:pt x="640" y="1403"/>
                </a:lnTo>
                <a:lnTo>
                  <a:pt x="731" y="1596"/>
                </a:lnTo>
                <a:lnTo>
                  <a:pt x="823" y="1828"/>
                </a:lnTo>
                <a:lnTo>
                  <a:pt x="915" y="2059"/>
                </a:lnTo>
                <a:lnTo>
                  <a:pt x="1005" y="2291"/>
                </a:lnTo>
                <a:lnTo>
                  <a:pt x="1144" y="2536"/>
                </a:lnTo>
                <a:lnTo>
                  <a:pt x="1234" y="2768"/>
                </a:lnTo>
                <a:lnTo>
                  <a:pt x="1326" y="2999"/>
                </a:lnTo>
                <a:lnTo>
                  <a:pt x="1418" y="3231"/>
                </a:lnTo>
                <a:lnTo>
                  <a:pt x="1510" y="3424"/>
                </a:lnTo>
                <a:lnTo>
                  <a:pt x="1647" y="3656"/>
                </a:lnTo>
                <a:lnTo>
                  <a:pt x="1739" y="3888"/>
                </a:lnTo>
                <a:lnTo>
                  <a:pt x="1829" y="4119"/>
                </a:lnTo>
                <a:lnTo>
                  <a:pt x="1921" y="4364"/>
                </a:lnTo>
                <a:lnTo>
                  <a:pt x="2013" y="4596"/>
                </a:lnTo>
                <a:lnTo>
                  <a:pt x="2150" y="4828"/>
                </a:lnTo>
                <a:lnTo>
                  <a:pt x="2241" y="5059"/>
                </a:lnTo>
                <a:lnTo>
                  <a:pt x="2333" y="5252"/>
                </a:lnTo>
                <a:lnTo>
                  <a:pt x="2425" y="5484"/>
                </a:lnTo>
                <a:lnTo>
                  <a:pt x="2516" y="5716"/>
                </a:lnTo>
                <a:lnTo>
                  <a:pt x="2654" y="5961"/>
                </a:lnTo>
                <a:lnTo>
                  <a:pt x="2744" y="6192"/>
                </a:lnTo>
                <a:lnTo>
                  <a:pt x="2836" y="6424"/>
                </a:lnTo>
                <a:lnTo>
                  <a:pt x="2928" y="6656"/>
                </a:lnTo>
                <a:lnTo>
                  <a:pt x="3020" y="6849"/>
                </a:lnTo>
                <a:lnTo>
                  <a:pt x="3157" y="7081"/>
                </a:lnTo>
                <a:lnTo>
                  <a:pt x="3249" y="7312"/>
                </a:lnTo>
                <a:lnTo>
                  <a:pt x="3340" y="7557"/>
                </a:lnTo>
                <a:lnTo>
                  <a:pt x="3431" y="7789"/>
                </a:lnTo>
                <a:lnTo>
                  <a:pt x="3523" y="8021"/>
                </a:lnTo>
                <a:lnTo>
                  <a:pt x="3660" y="8214"/>
                </a:lnTo>
                <a:lnTo>
                  <a:pt x="3752" y="8445"/>
                </a:lnTo>
                <a:lnTo>
                  <a:pt x="3843" y="8677"/>
                </a:lnTo>
                <a:lnTo>
                  <a:pt x="3935" y="8909"/>
                </a:lnTo>
                <a:lnTo>
                  <a:pt x="4027" y="9141"/>
                </a:lnTo>
                <a:lnTo>
                  <a:pt x="4164" y="9385"/>
                </a:lnTo>
                <a:lnTo>
                  <a:pt x="4256" y="9617"/>
                </a:lnTo>
                <a:lnTo>
                  <a:pt x="4346" y="9797"/>
                </a:lnTo>
                <a:lnTo>
                  <a:pt x="4438" y="10042"/>
                </a:lnTo>
                <a:lnTo>
                  <a:pt x="4530" y="10274"/>
                </a:lnTo>
                <a:lnTo>
                  <a:pt x="4667" y="10505"/>
                </a:lnTo>
                <a:lnTo>
                  <a:pt x="4759" y="10737"/>
                </a:lnTo>
                <a:lnTo>
                  <a:pt x="4851" y="10982"/>
                </a:lnTo>
                <a:lnTo>
                  <a:pt x="4941" y="11162"/>
                </a:lnTo>
                <a:lnTo>
                  <a:pt x="5033" y="11394"/>
                </a:lnTo>
                <a:lnTo>
                  <a:pt x="5170" y="11638"/>
                </a:lnTo>
                <a:lnTo>
                  <a:pt x="5262" y="11870"/>
                </a:lnTo>
                <a:lnTo>
                  <a:pt x="5354" y="12102"/>
                </a:lnTo>
                <a:lnTo>
                  <a:pt x="5445" y="12295"/>
                </a:lnTo>
                <a:lnTo>
                  <a:pt x="5537" y="12527"/>
                </a:lnTo>
                <a:lnTo>
                  <a:pt x="5674" y="12759"/>
                </a:lnTo>
                <a:lnTo>
                  <a:pt x="5766" y="12990"/>
                </a:lnTo>
                <a:lnTo>
                  <a:pt x="5857" y="13222"/>
                </a:lnTo>
                <a:lnTo>
                  <a:pt x="5948" y="13467"/>
                </a:lnTo>
                <a:lnTo>
                  <a:pt x="6040" y="13647"/>
                </a:lnTo>
                <a:lnTo>
                  <a:pt x="6177" y="13892"/>
                </a:lnTo>
                <a:lnTo>
                  <a:pt x="6269" y="14123"/>
                </a:lnTo>
                <a:lnTo>
                  <a:pt x="6361" y="14355"/>
                </a:lnTo>
                <a:lnTo>
                  <a:pt x="6453" y="14587"/>
                </a:lnTo>
                <a:lnTo>
                  <a:pt x="6543" y="14780"/>
                </a:lnTo>
                <a:lnTo>
                  <a:pt x="6681" y="15012"/>
                </a:lnTo>
                <a:lnTo>
                  <a:pt x="6772" y="15243"/>
                </a:lnTo>
                <a:lnTo>
                  <a:pt x="6864" y="15475"/>
                </a:lnTo>
                <a:lnTo>
                  <a:pt x="6956" y="15720"/>
                </a:lnTo>
                <a:lnTo>
                  <a:pt x="7047" y="15900"/>
                </a:lnTo>
                <a:lnTo>
                  <a:pt x="7184" y="16132"/>
                </a:lnTo>
                <a:lnTo>
                  <a:pt x="7276" y="16376"/>
                </a:lnTo>
                <a:lnTo>
                  <a:pt x="7368" y="16608"/>
                </a:lnTo>
                <a:lnTo>
                  <a:pt x="7459" y="16840"/>
                </a:lnTo>
                <a:lnTo>
                  <a:pt x="7550" y="17033"/>
                </a:lnTo>
                <a:lnTo>
                  <a:pt x="7687" y="17265"/>
                </a:lnTo>
                <a:lnTo>
                  <a:pt x="7779" y="17497"/>
                </a:lnTo>
                <a:lnTo>
                  <a:pt x="7871" y="17728"/>
                </a:lnTo>
                <a:lnTo>
                  <a:pt x="7963" y="17973"/>
                </a:lnTo>
                <a:lnTo>
                  <a:pt x="8053" y="18153"/>
                </a:lnTo>
                <a:lnTo>
                  <a:pt x="8192" y="18385"/>
                </a:lnTo>
                <a:lnTo>
                  <a:pt x="8282" y="18630"/>
                </a:lnTo>
                <a:lnTo>
                  <a:pt x="8374" y="18861"/>
                </a:lnTo>
                <a:lnTo>
                  <a:pt x="8466" y="19093"/>
                </a:lnTo>
                <a:lnTo>
                  <a:pt x="8558" y="19286"/>
                </a:lnTo>
                <a:lnTo>
                  <a:pt x="8695" y="19518"/>
                </a:lnTo>
                <a:lnTo>
                  <a:pt x="8786" y="19750"/>
                </a:lnTo>
                <a:lnTo>
                  <a:pt x="8878" y="19981"/>
                </a:lnTo>
                <a:lnTo>
                  <a:pt x="8969" y="20175"/>
                </a:lnTo>
                <a:lnTo>
                  <a:pt x="9060" y="20406"/>
                </a:lnTo>
                <a:lnTo>
                  <a:pt x="9198" y="20638"/>
                </a:lnTo>
                <a:lnTo>
                  <a:pt x="9289" y="20883"/>
                </a:lnTo>
                <a:lnTo>
                  <a:pt x="9381" y="21063"/>
                </a:lnTo>
                <a:lnTo>
                  <a:pt x="9473" y="21295"/>
                </a:lnTo>
                <a:lnTo>
                  <a:pt x="9565" y="21539"/>
                </a:lnTo>
                <a:lnTo>
                  <a:pt x="9702" y="21771"/>
                </a:lnTo>
                <a:lnTo>
                  <a:pt x="9794" y="22003"/>
                </a:lnTo>
                <a:lnTo>
                  <a:pt x="9884" y="22196"/>
                </a:lnTo>
                <a:lnTo>
                  <a:pt x="9976" y="22428"/>
                </a:lnTo>
                <a:lnTo>
                  <a:pt x="10068" y="22659"/>
                </a:lnTo>
                <a:lnTo>
                  <a:pt x="10205" y="22891"/>
                </a:lnTo>
                <a:lnTo>
                  <a:pt x="10297" y="23084"/>
                </a:lnTo>
                <a:lnTo>
                  <a:pt x="10388" y="23316"/>
                </a:lnTo>
                <a:lnTo>
                  <a:pt x="10480" y="23548"/>
                </a:lnTo>
                <a:lnTo>
                  <a:pt x="10571" y="23780"/>
                </a:lnTo>
                <a:lnTo>
                  <a:pt x="10709" y="23973"/>
                </a:lnTo>
                <a:lnTo>
                  <a:pt x="10799" y="24204"/>
                </a:lnTo>
                <a:lnTo>
                  <a:pt x="10891" y="24449"/>
                </a:lnTo>
                <a:lnTo>
                  <a:pt x="10983" y="24681"/>
                </a:lnTo>
                <a:lnTo>
                  <a:pt x="11075" y="24861"/>
                </a:lnTo>
                <a:lnTo>
                  <a:pt x="11212" y="25106"/>
                </a:lnTo>
                <a:lnTo>
                  <a:pt x="11304" y="25337"/>
                </a:lnTo>
                <a:lnTo>
                  <a:pt x="11394" y="25569"/>
                </a:lnTo>
                <a:lnTo>
                  <a:pt x="11486" y="25762"/>
                </a:lnTo>
                <a:lnTo>
                  <a:pt x="11578" y="25994"/>
                </a:lnTo>
                <a:lnTo>
                  <a:pt x="11715" y="26226"/>
                </a:lnTo>
                <a:lnTo>
                  <a:pt x="11807" y="26458"/>
                </a:lnTo>
                <a:lnTo>
                  <a:pt x="11898" y="26651"/>
                </a:lnTo>
                <a:lnTo>
                  <a:pt x="11990" y="26882"/>
                </a:lnTo>
                <a:lnTo>
                  <a:pt x="12081" y="27114"/>
                </a:lnTo>
                <a:lnTo>
                  <a:pt x="12219" y="27307"/>
                </a:lnTo>
                <a:lnTo>
                  <a:pt x="12310" y="27539"/>
                </a:lnTo>
                <a:lnTo>
                  <a:pt x="12401" y="27771"/>
                </a:lnTo>
                <a:lnTo>
                  <a:pt x="12493" y="28003"/>
                </a:lnTo>
                <a:lnTo>
                  <a:pt x="12585" y="28196"/>
                </a:lnTo>
                <a:lnTo>
                  <a:pt x="12722" y="28427"/>
                </a:lnTo>
                <a:lnTo>
                  <a:pt x="12814" y="28672"/>
                </a:lnTo>
                <a:lnTo>
                  <a:pt x="12906" y="28904"/>
                </a:lnTo>
                <a:lnTo>
                  <a:pt x="12996" y="29084"/>
                </a:lnTo>
                <a:lnTo>
                  <a:pt x="13088" y="29329"/>
                </a:lnTo>
                <a:lnTo>
                  <a:pt x="13225" y="29560"/>
                </a:lnTo>
                <a:lnTo>
                  <a:pt x="13317" y="29741"/>
                </a:lnTo>
                <a:lnTo>
                  <a:pt x="13409" y="29985"/>
                </a:lnTo>
                <a:lnTo>
                  <a:pt x="13500" y="30217"/>
                </a:lnTo>
                <a:lnTo>
                  <a:pt x="13592" y="30449"/>
                </a:lnTo>
                <a:lnTo>
                  <a:pt x="13729" y="30642"/>
                </a:lnTo>
                <a:lnTo>
                  <a:pt x="13821" y="30874"/>
                </a:lnTo>
                <a:lnTo>
                  <a:pt x="13912" y="31105"/>
                </a:lnTo>
                <a:lnTo>
                  <a:pt x="14003" y="31299"/>
                </a:lnTo>
                <a:lnTo>
                  <a:pt x="14095" y="31530"/>
                </a:lnTo>
                <a:lnTo>
                  <a:pt x="14232" y="31762"/>
                </a:lnTo>
                <a:lnTo>
                  <a:pt x="14324" y="31955"/>
                </a:lnTo>
                <a:lnTo>
                  <a:pt x="14416" y="32187"/>
                </a:lnTo>
                <a:lnTo>
                  <a:pt x="14506" y="32419"/>
                </a:lnTo>
                <a:lnTo>
                  <a:pt x="14598" y="32650"/>
                </a:lnTo>
                <a:lnTo>
                  <a:pt x="14735" y="32844"/>
                </a:lnTo>
                <a:lnTo>
                  <a:pt x="14827" y="33075"/>
                </a:lnTo>
                <a:lnTo>
                  <a:pt x="14919" y="33307"/>
                </a:lnTo>
                <a:lnTo>
                  <a:pt x="15011" y="33500"/>
                </a:lnTo>
                <a:lnTo>
                  <a:pt x="15102" y="33732"/>
                </a:lnTo>
                <a:lnTo>
                  <a:pt x="15239" y="33964"/>
                </a:lnTo>
                <a:lnTo>
                  <a:pt x="15331" y="34157"/>
                </a:lnTo>
                <a:lnTo>
                  <a:pt x="15422" y="34389"/>
                </a:lnTo>
                <a:lnTo>
                  <a:pt x="15514" y="34620"/>
                </a:lnTo>
                <a:lnTo>
                  <a:pt x="15605" y="34813"/>
                </a:lnTo>
                <a:lnTo>
                  <a:pt x="15742" y="35045"/>
                </a:lnTo>
                <a:lnTo>
                  <a:pt x="15834" y="35277"/>
                </a:lnTo>
                <a:lnTo>
                  <a:pt x="15926" y="35470"/>
                </a:lnTo>
                <a:lnTo>
                  <a:pt x="16018" y="35702"/>
                </a:lnTo>
                <a:lnTo>
                  <a:pt x="16108" y="35934"/>
                </a:lnTo>
                <a:lnTo>
                  <a:pt x="16247" y="36127"/>
                </a:lnTo>
                <a:lnTo>
                  <a:pt x="16337" y="36358"/>
                </a:lnTo>
                <a:lnTo>
                  <a:pt x="16429" y="36590"/>
                </a:lnTo>
                <a:lnTo>
                  <a:pt x="16521" y="36783"/>
                </a:lnTo>
                <a:lnTo>
                  <a:pt x="16613" y="37015"/>
                </a:lnTo>
                <a:lnTo>
                  <a:pt x="16750" y="37247"/>
                </a:lnTo>
                <a:lnTo>
                  <a:pt x="16841" y="37440"/>
                </a:lnTo>
                <a:lnTo>
                  <a:pt x="16933" y="37672"/>
                </a:lnTo>
                <a:lnTo>
                  <a:pt x="17024" y="37903"/>
                </a:lnTo>
                <a:lnTo>
                  <a:pt x="17116" y="38097"/>
                </a:lnTo>
                <a:lnTo>
                  <a:pt x="17253" y="38328"/>
                </a:lnTo>
                <a:lnTo>
                  <a:pt x="17344" y="38560"/>
                </a:lnTo>
                <a:lnTo>
                  <a:pt x="17436" y="38753"/>
                </a:lnTo>
                <a:lnTo>
                  <a:pt x="17528" y="38985"/>
                </a:lnTo>
                <a:lnTo>
                  <a:pt x="17619" y="39230"/>
                </a:lnTo>
                <a:lnTo>
                  <a:pt x="17757" y="39410"/>
                </a:lnTo>
                <a:lnTo>
                  <a:pt x="17847" y="39642"/>
                </a:lnTo>
                <a:lnTo>
                  <a:pt x="17939" y="39886"/>
                </a:lnTo>
                <a:lnTo>
                  <a:pt x="18031" y="40066"/>
                </a:lnTo>
                <a:lnTo>
                  <a:pt x="18123" y="40298"/>
                </a:lnTo>
                <a:lnTo>
                  <a:pt x="18260" y="40543"/>
                </a:lnTo>
                <a:lnTo>
                  <a:pt x="18352" y="40723"/>
                </a:lnTo>
                <a:lnTo>
                  <a:pt x="18443" y="40955"/>
                </a:lnTo>
                <a:lnTo>
                  <a:pt x="18534" y="41148"/>
                </a:lnTo>
                <a:lnTo>
                  <a:pt x="18626" y="41380"/>
                </a:lnTo>
                <a:lnTo>
                  <a:pt x="18763" y="41611"/>
                </a:lnTo>
                <a:lnTo>
                  <a:pt x="18855" y="41805"/>
                </a:lnTo>
                <a:lnTo>
                  <a:pt x="18946" y="42036"/>
                </a:lnTo>
                <a:lnTo>
                  <a:pt x="19038" y="42268"/>
                </a:lnTo>
                <a:lnTo>
                  <a:pt x="19130" y="42461"/>
                </a:lnTo>
                <a:lnTo>
                  <a:pt x="19267" y="42693"/>
                </a:lnTo>
                <a:lnTo>
                  <a:pt x="19359" y="42886"/>
                </a:lnTo>
                <a:lnTo>
                  <a:pt x="19449" y="43118"/>
                </a:lnTo>
                <a:lnTo>
                  <a:pt x="19541" y="43350"/>
                </a:lnTo>
                <a:lnTo>
                  <a:pt x="19633" y="43543"/>
                </a:lnTo>
                <a:lnTo>
                  <a:pt x="19770" y="43774"/>
                </a:lnTo>
                <a:lnTo>
                  <a:pt x="19862" y="44006"/>
                </a:lnTo>
                <a:lnTo>
                  <a:pt x="19954" y="44199"/>
                </a:lnTo>
                <a:lnTo>
                  <a:pt x="20050" y="444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4425021" y="4369882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0"/>
                </a:moveTo>
                <a:lnTo>
                  <a:pt x="88" y="193"/>
                </a:lnTo>
                <a:lnTo>
                  <a:pt x="226" y="424"/>
                </a:lnTo>
                <a:lnTo>
                  <a:pt x="314" y="656"/>
                </a:lnTo>
                <a:lnTo>
                  <a:pt x="402" y="849"/>
                </a:lnTo>
                <a:lnTo>
                  <a:pt x="502" y="1081"/>
                </a:lnTo>
                <a:lnTo>
                  <a:pt x="590" y="1261"/>
                </a:lnTo>
                <a:lnTo>
                  <a:pt x="729" y="1506"/>
                </a:lnTo>
                <a:lnTo>
                  <a:pt x="817" y="1738"/>
                </a:lnTo>
                <a:lnTo>
                  <a:pt x="905" y="1918"/>
                </a:lnTo>
                <a:lnTo>
                  <a:pt x="1005" y="2162"/>
                </a:lnTo>
                <a:lnTo>
                  <a:pt x="1093" y="2343"/>
                </a:lnTo>
                <a:lnTo>
                  <a:pt x="1232" y="2574"/>
                </a:lnTo>
                <a:lnTo>
                  <a:pt x="1320" y="2819"/>
                </a:lnTo>
                <a:lnTo>
                  <a:pt x="1408" y="2999"/>
                </a:lnTo>
                <a:lnTo>
                  <a:pt x="1508" y="3244"/>
                </a:lnTo>
                <a:lnTo>
                  <a:pt x="1596" y="3424"/>
                </a:lnTo>
                <a:lnTo>
                  <a:pt x="1735" y="3656"/>
                </a:lnTo>
                <a:lnTo>
                  <a:pt x="1823" y="3901"/>
                </a:lnTo>
                <a:lnTo>
                  <a:pt x="1911" y="4081"/>
                </a:lnTo>
                <a:lnTo>
                  <a:pt x="2011" y="4313"/>
                </a:lnTo>
                <a:lnTo>
                  <a:pt x="2099" y="4506"/>
                </a:lnTo>
                <a:lnTo>
                  <a:pt x="2238" y="4737"/>
                </a:lnTo>
                <a:lnTo>
                  <a:pt x="2326" y="4931"/>
                </a:lnTo>
                <a:lnTo>
                  <a:pt x="2414" y="5162"/>
                </a:lnTo>
                <a:lnTo>
                  <a:pt x="2514" y="5394"/>
                </a:lnTo>
                <a:lnTo>
                  <a:pt x="2602" y="5587"/>
                </a:lnTo>
                <a:lnTo>
                  <a:pt x="2741" y="5819"/>
                </a:lnTo>
                <a:lnTo>
                  <a:pt x="2829" y="6012"/>
                </a:lnTo>
                <a:lnTo>
                  <a:pt x="2917" y="6244"/>
                </a:lnTo>
                <a:lnTo>
                  <a:pt x="3017" y="6424"/>
                </a:lnTo>
                <a:lnTo>
                  <a:pt x="3105" y="6669"/>
                </a:lnTo>
                <a:lnTo>
                  <a:pt x="3244" y="6900"/>
                </a:lnTo>
                <a:lnTo>
                  <a:pt x="3332" y="7081"/>
                </a:lnTo>
                <a:lnTo>
                  <a:pt x="3432" y="7325"/>
                </a:lnTo>
                <a:lnTo>
                  <a:pt x="3520" y="7506"/>
                </a:lnTo>
                <a:lnTo>
                  <a:pt x="3608" y="7737"/>
                </a:lnTo>
                <a:lnTo>
                  <a:pt x="3747" y="7930"/>
                </a:lnTo>
                <a:lnTo>
                  <a:pt x="3835" y="8162"/>
                </a:lnTo>
                <a:lnTo>
                  <a:pt x="3935" y="8355"/>
                </a:lnTo>
                <a:lnTo>
                  <a:pt x="4023" y="8587"/>
                </a:lnTo>
                <a:lnTo>
                  <a:pt x="4111" y="8819"/>
                </a:lnTo>
                <a:lnTo>
                  <a:pt x="4250" y="9012"/>
                </a:lnTo>
                <a:lnTo>
                  <a:pt x="4338" y="9244"/>
                </a:lnTo>
                <a:lnTo>
                  <a:pt x="4438" y="9437"/>
                </a:lnTo>
                <a:lnTo>
                  <a:pt x="4526" y="9669"/>
                </a:lnTo>
                <a:lnTo>
                  <a:pt x="4614" y="9849"/>
                </a:lnTo>
                <a:lnTo>
                  <a:pt x="4753" y="10093"/>
                </a:lnTo>
                <a:lnTo>
                  <a:pt x="4841" y="10274"/>
                </a:lnTo>
                <a:lnTo>
                  <a:pt x="4941" y="10505"/>
                </a:lnTo>
                <a:lnTo>
                  <a:pt x="5029" y="10699"/>
                </a:lnTo>
                <a:lnTo>
                  <a:pt x="5117" y="10930"/>
                </a:lnTo>
                <a:lnTo>
                  <a:pt x="5256" y="11123"/>
                </a:lnTo>
                <a:lnTo>
                  <a:pt x="5344" y="11355"/>
                </a:lnTo>
                <a:lnTo>
                  <a:pt x="5444" y="11548"/>
                </a:lnTo>
                <a:lnTo>
                  <a:pt x="5532" y="11780"/>
                </a:lnTo>
                <a:lnTo>
                  <a:pt x="5620" y="11960"/>
                </a:lnTo>
                <a:lnTo>
                  <a:pt x="5758" y="12205"/>
                </a:lnTo>
                <a:lnTo>
                  <a:pt x="5847" y="12437"/>
                </a:lnTo>
                <a:lnTo>
                  <a:pt x="5947" y="12617"/>
                </a:lnTo>
                <a:lnTo>
                  <a:pt x="6035" y="12862"/>
                </a:lnTo>
                <a:lnTo>
                  <a:pt x="6123" y="13042"/>
                </a:lnTo>
                <a:lnTo>
                  <a:pt x="6261" y="13274"/>
                </a:lnTo>
                <a:lnTo>
                  <a:pt x="6349" y="13467"/>
                </a:lnTo>
                <a:lnTo>
                  <a:pt x="6450" y="13698"/>
                </a:lnTo>
                <a:lnTo>
                  <a:pt x="6538" y="13892"/>
                </a:lnTo>
                <a:lnTo>
                  <a:pt x="6626" y="14123"/>
                </a:lnTo>
                <a:lnTo>
                  <a:pt x="6764" y="14316"/>
                </a:lnTo>
                <a:lnTo>
                  <a:pt x="6865" y="14548"/>
                </a:lnTo>
                <a:lnTo>
                  <a:pt x="6953" y="14728"/>
                </a:lnTo>
                <a:lnTo>
                  <a:pt x="7041" y="14973"/>
                </a:lnTo>
                <a:lnTo>
                  <a:pt x="7129" y="15153"/>
                </a:lnTo>
                <a:lnTo>
                  <a:pt x="7267" y="15385"/>
                </a:lnTo>
                <a:lnTo>
                  <a:pt x="7368" y="15578"/>
                </a:lnTo>
                <a:lnTo>
                  <a:pt x="7456" y="15810"/>
                </a:lnTo>
                <a:lnTo>
                  <a:pt x="7544" y="16003"/>
                </a:lnTo>
                <a:lnTo>
                  <a:pt x="7632" y="16235"/>
                </a:lnTo>
                <a:lnTo>
                  <a:pt x="7770" y="16428"/>
                </a:lnTo>
                <a:lnTo>
                  <a:pt x="7871" y="16660"/>
                </a:lnTo>
                <a:lnTo>
                  <a:pt x="7959" y="16840"/>
                </a:lnTo>
                <a:lnTo>
                  <a:pt x="8047" y="17033"/>
                </a:lnTo>
                <a:lnTo>
                  <a:pt x="8135" y="17265"/>
                </a:lnTo>
                <a:lnTo>
                  <a:pt x="8273" y="17458"/>
                </a:lnTo>
                <a:lnTo>
                  <a:pt x="8374" y="17690"/>
                </a:lnTo>
                <a:lnTo>
                  <a:pt x="8462" y="17883"/>
                </a:lnTo>
                <a:lnTo>
                  <a:pt x="8550" y="18115"/>
                </a:lnTo>
                <a:lnTo>
                  <a:pt x="8638" y="18295"/>
                </a:lnTo>
                <a:lnTo>
                  <a:pt x="8776" y="18539"/>
                </a:lnTo>
                <a:lnTo>
                  <a:pt x="8877" y="18720"/>
                </a:lnTo>
                <a:lnTo>
                  <a:pt x="8965" y="18951"/>
                </a:lnTo>
                <a:lnTo>
                  <a:pt x="9053" y="19145"/>
                </a:lnTo>
                <a:lnTo>
                  <a:pt x="9141" y="19376"/>
                </a:lnTo>
                <a:lnTo>
                  <a:pt x="9279" y="19569"/>
                </a:lnTo>
                <a:lnTo>
                  <a:pt x="9380" y="19801"/>
                </a:lnTo>
                <a:lnTo>
                  <a:pt x="9468" y="19994"/>
                </a:lnTo>
                <a:lnTo>
                  <a:pt x="9556" y="20175"/>
                </a:lnTo>
                <a:lnTo>
                  <a:pt x="9657" y="20406"/>
                </a:lnTo>
                <a:lnTo>
                  <a:pt x="9782" y="20599"/>
                </a:lnTo>
                <a:lnTo>
                  <a:pt x="9883" y="20831"/>
                </a:lnTo>
                <a:lnTo>
                  <a:pt x="9971" y="21024"/>
                </a:lnTo>
                <a:lnTo>
                  <a:pt x="10059" y="21256"/>
                </a:lnTo>
                <a:lnTo>
                  <a:pt x="10159" y="21449"/>
                </a:lnTo>
                <a:lnTo>
                  <a:pt x="10285" y="21681"/>
                </a:lnTo>
                <a:lnTo>
                  <a:pt x="10386" y="21861"/>
                </a:lnTo>
                <a:lnTo>
                  <a:pt x="10474" y="22054"/>
                </a:lnTo>
                <a:lnTo>
                  <a:pt x="10562" y="22286"/>
                </a:lnTo>
                <a:lnTo>
                  <a:pt x="10662" y="22479"/>
                </a:lnTo>
                <a:lnTo>
                  <a:pt x="10801" y="22711"/>
                </a:lnTo>
                <a:lnTo>
                  <a:pt x="10889" y="22904"/>
                </a:lnTo>
                <a:lnTo>
                  <a:pt x="10977" y="23136"/>
                </a:lnTo>
                <a:lnTo>
                  <a:pt x="11065" y="23316"/>
                </a:lnTo>
                <a:lnTo>
                  <a:pt x="11165" y="23509"/>
                </a:lnTo>
                <a:lnTo>
                  <a:pt x="11304" y="23741"/>
                </a:lnTo>
                <a:lnTo>
                  <a:pt x="11392" y="23934"/>
                </a:lnTo>
                <a:lnTo>
                  <a:pt x="11480" y="24166"/>
                </a:lnTo>
                <a:lnTo>
                  <a:pt x="11568" y="24359"/>
                </a:lnTo>
                <a:lnTo>
                  <a:pt x="11668" y="24591"/>
                </a:lnTo>
                <a:lnTo>
                  <a:pt x="11807" y="24771"/>
                </a:lnTo>
                <a:lnTo>
                  <a:pt x="11895" y="24964"/>
                </a:lnTo>
                <a:lnTo>
                  <a:pt x="11983" y="25196"/>
                </a:lnTo>
                <a:lnTo>
                  <a:pt x="12071" y="25389"/>
                </a:lnTo>
                <a:lnTo>
                  <a:pt x="12171" y="25621"/>
                </a:lnTo>
                <a:lnTo>
                  <a:pt x="12310" y="25801"/>
                </a:lnTo>
                <a:lnTo>
                  <a:pt x="12398" y="25994"/>
                </a:lnTo>
                <a:lnTo>
                  <a:pt x="12486" y="26226"/>
                </a:lnTo>
                <a:lnTo>
                  <a:pt x="12574" y="26419"/>
                </a:lnTo>
                <a:lnTo>
                  <a:pt x="12674" y="26651"/>
                </a:lnTo>
                <a:lnTo>
                  <a:pt x="12813" y="26844"/>
                </a:lnTo>
                <a:lnTo>
                  <a:pt x="12901" y="27024"/>
                </a:lnTo>
                <a:lnTo>
                  <a:pt x="12989" y="27256"/>
                </a:lnTo>
                <a:lnTo>
                  <a:pt x="13089" y="27449"/>
                </a:lnTo>
                <a:lnTo>
                  <a:pt x="13177" y="27681"/>
                </a:lnTo>
                <a:lnTo>
                  <a:pt x="13316" y="27874"/>
                </a:lnTo>
                <a:lnTo>
                  <a:pt x="13404" y="28054"/>
                </a:lnTo>
                <a:lnTo>
                  <a:pt x="13492" y="28299"/>
                </a:lnTo>
                <a:lnTo>
                  <a:pt x="13592" y="28479"/>
                </a:lnTo>
                <a:lnTo>
                  <a:pt x="13680" y="28711"/>
                </a:lnTo>
                <a:lnTo>
                  <a:pt x="13819" y="28904"/>
                </a:lnTo>
                <a:lnTo>
                  <a:pt x="13907" y="29097"/>
                </a:lnTo>
                <a:lnTo>
                  <a:pt x="13995" y="29329"/>
                </a:lnTo>
                <a:lnTo>
                  <a:pt x="14095" y="29509"/>
                </a:lnTo>
                <a:lnTo>
                  <a:pt x="14183" y="29702"/>
                </a:lnTo>
                <a:lnTo>
                  <a:pt x="14322" y="29934"/>
                </a:lnTo>
                <a:lnTo>
                  <a:pt x="14410" y="30127"/>
                </a:lnTo>
                <a:lnTo>
                  <a:pt x="14498" y="30359"/>
                </a:lnTo>
                <a:lnTo>
                  <a:pt x="14598" y="30552"/>
                </a:lnTo>
                <a:lnTo>
                  <a:pt x="14686" y="30732"/>
                </a:lnTo>
                <a:lnTo>
                  <a:pt x="14825" y="30964"/>
                </a:lnTo>
                <a:lnTo>
                  <a:pt x="14913" y="31157"/>
                </a:lnTo>
                <a:lnTo>
                  <a:pt x="15001" y="31350"/>
                </a:lnTo>
                <a:lnTo>
                  <a:pt x="15101" y="31582"/>
                </a:lnTo>
                <a:lnTo>
                  <a:pt x="15189" y="31762"/>
                </a:lnTo>
                <a:lnTo>
                  <a:pt x="15327" y="31955"/>
                </a:lnTo>
                <a:lnTo>
                  <a:pt x="15415" y="32187"/>
                </a:lnTo>
                <a:lnTo>
                  <a:pt x="15504" y="32380"/>
                </a:lnTo>
                <a:lnTo>
                  <a:pt x="15604" y="32560"/>
                </a:lnTo>
                <a:lnTo>
                  <a:pt x="15692" y="32805"/>
                </a:lnTo>
                <a:lnTo>
                  <a:pt x="15830" y="32985"/>
                </a:lnTo>
                <a:lnTo>
                  <a:pt x="15918" y="33178"/>
                </a:lnTo>
                <a:lnTo>
                  <a:pt x="16006" y="33410"/>
                </a:lnTo>
                <a:lnTo>
                  <a:pt x="16107" y="33590"/>
                </a:lnTo>
                <a:lnTo>
                  <a:pt x="16195" y="33783"/>
                </a:lnTo>
                <a:lnTo>
                  <a:pt x="16333" y="34015"/>
                </a:lnTo>
                <a:lnTo>
                  <a:pt x="16421" y="34208"/>
                </a:lnTo>
                <a:lnTo>
                  <a:pt x="16509" y="34389"/>
                </a:lnTo>
                <a:lnTo>
                  <a:pt x="16610" y="34633"/>
                </a:lnTo>
                <a:lnTo>
                  <a:pt x="16698" y="34813"/>
                </a:lnTo>
                <a:lnTo>
                  <a:pt x="16836" y="35007"/>
                </a:lnTo>
                <a:lnTo>
                  <a:pt x="16924" y="35238"/>
                </a:lnTo>
                <a:lnTo>
                  <a:pt x="17025" y="35431"/>
                </a:lnTo>
                <a:lnTo>
                  <a:pt x="17113" y="35612"/>
                </a:lnTo>
                <a:lnTo>
                  <a:pt x="17201" y="35843"/>
                </a:lnTo>
                <a:lnTo>
                  <a:pt x="17339" y="36037"/>
                </a:lnTo>
                <a:lnTo>
                  <a:pt x="17427" y="36230"/>
                </a:lnTo>
                <a:lnTo>
                  <a:pt x="17528" y="36461"/>
                </a:lnTo>
                <a:lnTo>
                  <a:pt x="17616" y="36642"/>
                </a:lnTo>
                <a:lnTo>
                  <a:pt x="17704" y="36835"/>
                </a:lnTo>
                <a:lnTo>
                  <a:pt x="17842" y="37067"/>
                </a:lnTo>
                <a:lnTo>
                  <a:pt x="17930" y="37260"/>
                </a:lnTo>
                <a:lnTo>
                  <a:pt x="18031" y="37440"/>
                </a:lnTo>
                <a:lnTo>
                  <a:pt x="18119" y="37633"/>
                </a:lnTo>
                <a:lnTo>
                  <a:pt x="18207" y="37865"/>
                </a:lnTo>
                <a:lnTo>
                  <a:pt x="18345" y="38058"/>
                </a:lnTo>
                <a:lnTo>
                  <a:pt x="18433" y="38238"/>
                </a:lnTo>
                <a:lnTo>
                  <a:pt x="18534" y="38470"/>
                </a:lnTo>
                <a:lnTo>
                  <a:pt x="18622" y="38663"/>
                </a:lnTo>
                <a:lnTo>
                  <a:pt x="18710" y="38856"/>
                </a:lnTo>
                <a:lnTo>
                  <a:pt x="18848" y="39088"/>
                </a:lnTo>
                <a:lnTo>
                  <a:pt x="18936" y="39268"/>
                </a:lnTo>
                <a:lnTo>
                  <a:pt x="19037" y="39461"/>
                </a:lnTo>
                <a:lnTo>
                  <a:pt x="19125" y="39654"/>
                </a:lnTo>
                <a:lnTo>
                  <a:pt x="19213" y="39886"/>
                </a:lnTo>
                <a:lnTo>
                  <a:pt x="19351" y="40066"/>
                </a:lnTo>
                <a:lnTo>
                  <a:pt x="19439" y="40260"/>
                </a:lnTo>
                <a:lnTo>
                  <a:pt x="19540" y="40453"/>
                </a:lnTo>
                <a:lnTo>
                  <a:pt x="19628" y="40684"/>
                </a:lnTo>
                <a:lnTo>
                  <a:pt x="19716" y="40865"/>
                </a:lnTo>
                <a:lnTo>
                  <a:pt x="19854" y="41058"/>
                </a:lnTo>
                <a:lnTo>
                  <a:pt x="19942" y="41290"/>
                </a:lnTo>
                <a:lnTo>
                  <a:pt x="20043" y="4148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4445064" y="4411365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605"/>
                </a:lnTo>
                <a:lnTo>
                  <a:pt x="414" y="798"/>
                </a:lnTo>
                <a:lnTo>
                  <a:pt x="502" y="978"/>
                </a:lnTo>
                <a:lnTo>
                  <a:pt x="590" y="1171"/>
                </a:lnTo>
                <a:lnTo>
                  <a:pt x="679" y="1403"/>
                </a:lnTo>
                <a:lnTo>
                  <a:pt x="817" y="1596"/>
                </a:lnTo>
                <a:lnTo>
                  <a:pt x="917" y="1776"/>
                </a:lnTo>
                <a:lnTo>
                  <a:pt x="1005" y="1969"/>
                </a:lnTo>
                <a:lnTo>
                  <a:pt x="1093" y="2201"/>
                </a:lnTo>
                <a:lnTo>
                  <a:pt x="1181" y="2394"/>
                </a:lnTo>
                <a:lnTo>
                  <a:pt x="1320" y="2574"/>
                </a:lnTo>
                <a:lnTo>
                  <a:pt x="1420" y="2768"/>
                </a:lnTo>
                <a:lnTo>
                  <a:pt x="1508" y="2948"/>
                </a:lnTo>
                <a:lnTo>
                  <a:pt x="1596" y="3192"/>
                </a:lnTo>
                <a:lnTo>
                  <a:pt x="1684" y="3373"/>
                </a:lnTo>
                <a:lnTo>
                  <a:pt x="1823" y="3566"/>
                </a:lnTo>
                <a:lnTo>
                  <a:pt x="1923" y="3746"/>
                </a:lnTo>
                <a:lnTo>
                  <a:pt x="2011" y="3991"/>
                </a:lnTo>
                <a:lnTo>
                  <a:pt x="2099" y="4171"/>
                </a:lnTo>
                <a:lnTo>
                  <a:pt x="2187" y="4364"/>
                </a:lnTo>
                <a:lnTo>
                  <a:pt x="2326" y="4544"/>
                </a:lnTo>
                <a:lnTo>
                  <a:pt x="2426" y="4737"/>
                </a:lnTo>
                <a:lnTo>
                  <a:pt x="2514" y="4969"/>
                </a:lnTo>
                <a:lnTo>
                  <a:pt x="2602" y="5162"/>
                </a:lnTo>
                <a:lnTo>
                  <a:pt x="2690" y="5343"/>
                </a:lnTo>
                <a:lnTo>
                  <a:pt x="2829" y="5536"/>
                </a:lnTo>
                <a:lnTo>
                  <a:pt x="2929" y="5767"/>
                </a:lnTo>
                <a:lnTo>
                  <a:pt x="3017" y="5961"/>
                </a:lnTo>
                <a:lnTo>
                  <a:pt x="3105" y="6141"/>
                </a:lnTo>
                <a:lnTo>
                  <a:pt x="3206" y="6334"/>
                </a:lnTo>
                <a:lnTo>
                  <a:pt x="3332" y="6514"/>
                </a:lnTo>
                <a:lnTo>
                  <a:pt x="3432" y="6759"/>
                </a:lnTo>
                <a:lnTo>
                  <a:pt x="3520" y="6939"/>
                </a:lnTo>
                <a:lnTo>
                  <a:pt x="3608" y="7132"/>
                </a:lnTo>
                <a:lnTo>
                  <a:pt x="3709" y="7312"/>
                </a:lnTo>
                <a:lnTo>
                  <a:pt x="3835" y="7506"/>
                </a:lnTo>
                <a:lnTo>
                  <a:pt x="3935" y="7686"/>
                </a:lnTo>
                <a:lnTo>
                  <a:pt x="4023" y="7930"/>
                </a:lnTo>
                <a:lnTo>
                  <a:pt x="4111" y="8111"/>
                </a:lnTo>
                <a:lnTo>
                  <a:pt x="4212" y="8304"/>
                </a:lnTo>
                <a:lnTo>
                  <a:pt x="4350" y="8484"/>
                </a:lnTo>
                <a:lnTo>
                  <a:pt x="4438" y="8677"/>
                </a:lnTo>
                <a:lnTo>
                  <a:pt x="4526" y="8909"/>
                </a:lnTo>
                <a:lnTo>
                  <a:pt x="4614" y="9102"/>
                </a:lnTo>
                <a:lnTo>
                  <a:pt x="4715" y="9282"/>
                </a:lnTo>
                <a:lnTo>
                  <a:pt x="4853" y="9475"/>
                </a:lnTo>
                <a:lnTo>
                  <a:pt x="4941" y="9656"/>
                </a:lnTo>
                <a:lnTo>
                  <a:pt x="5029" y="9849"/>
                </a:lnTo>
                <a:lnTo>
                  <a:pt x="5117" y="10081"/>
                </a:lnTo>
                <a:lnTo>
                  <a:pt x="5218" y="10274"/>
                </a:lnTo>
                <a:lnTo>
                  <a:pt x="5356" y="10454"/>
                </a:lnTo>
                <a:lnTo>
                  <a:pt x="5444" y="10647"/>
                </a:lnTo>
                <a:lnTo>
                  <a:pt x="5532" y="10840"/>
                </a:lnTo>
                <a:lnTo>
                  <a:pt x="5620" y="11020"/>
                </a:lnTo>
                <a:lnTo>
                  <a:pt x="5721" y="11214"/>
                </a:lnTo>
                <a:lnTo>
                  <a:pt x="5859" y="11445"/>
                </a:lnTo>
                <a:lnTo>
                  <a:pt x="5947" y="11638"/>
                </a:lnTo>
                <a:lnTo>
                  <a:pt x="6035" y="11819"/>
                </a:lnTo>
                <a:lnTo>
                  <a:pt x="6123" y="12012"/>
                </a:lnTo>
                <a:lnTo>
                  <a:pt x="6224" y="12192"/>
                </a:lnTo>
                <a:lnTo>
                  <a:pt x="6362" y="12385"/>
                </a:lnTo>
                <a:lnTo>
                  <a:pt x="6450" y="12565"/>
                </a:lnTo>
                <a:lnTo>
                  <a:pt x="6538" y="12810"/>
                </a:lnTo>
                <a:lnTo>
                  <a:pt x="6639" y="12990"/>
                </a:lnTo>
                <a:lnTo>
                  <a:pt x="6727" y="13183"/>
                </a:lnTo>
                <a:lnTo>
                  <a:pt x="6865" y="13364"/>
                </a:lnTo>
                <a:lnTo>
                  <a:pt x="6953" y="13557"/>
                </a:lnTo>
                <a:lnTo>
                  <a:pt x="7041" y="13750"/>
                </a:lnTo>
                <a:lnTo>
                  <a:pt x="7142" y="13930"/>
                </a:lnTo>
                <a:lnTo>
                  <a:pt x="7230" y="14123"/>
                </a:lnTo>
                <a:lnTo>
                  <a:pt x="7368" y="14355"/>
                </a:lnTo>
                <a:lnTo>
                  <a:pt x="7456" y="14548"/>
                </a:lnTo>
                <a:lnTo>
                  <a:pt x="7544" y="14728"/>
                </a:lnTo>
                <a:lnTo>
                  <a:pt x="7645" y="14922"/>
                </a:lnTo>
                <a:lnTo>
                  <a:pt x="7733" y="15102"/>
                </a:lnTo>
                <a:lnTo>
                  <a:pt x="7871" y="15295"/>
                </a:lnTo>
                <a:lnTo>
                  <a:pt x="7959" y="15475"/>
                </a:lnTo>
                <a:lnTo>
                  <a:pt x="8047" y="15668"/>
                </a:lnTo>
                <a:lnTo>
                  <a:pt x="8148" y="15861"/>
                </a:lnTo>
                <a:lnTo>
                  <a:pt x="8236" y="16093"/>
                </a:lnTo>
                <a:lnTo>
                  <a:pt x="8374" y="16273"/>
                </a:lnTo>
                <a:lnTo>
                  <a:pt x="8462" y="16467"/>
                </a:lnTo>
                <a:lnTo>
                  <a:pt x="8550" y="16660"/>
                </a:lnTo>
                <a:lnTo>
                  <a:pt x="8651" y="16840"/>
                </a:lnTo>
                <a:lnTo>
                  <a:pt x="8739" y="17033"/>
                </a:lnTo>
                <a:lnTo>
                  <a:pt x="8877" y="17213"/>
                </a:lnTo>
                <a:lnTo>
                  <a:pt x="8965" y="17406"/>
                </a:lnTo>
                <a:lnTo>
                  <a:pt x="9053" y="17587"/>
                </a:lnTo>
                <a:lnTo>
                  <a:pt x="9154" y="17780"/>
                </a:lnTo>
                <a:lnTo>
                  <a:pt x="9242" y="17973"/>
                </a:lnTo>
                <a:lnTo>
                  <a:pt x="9380" y="18205"/>
                </a:lnTo>
                <a:lnTo>
                  <a:pt x="9468" y="18385"/>
                </a:lnTo>
                <a:lnTo>
                  <a:pt x="9556" y="18578"/>
                </a:lnTo>
                <a:lnTo>
                  <a:pt x="9657" y="18771"/>
                </a:lnTo>
                <a:lnTo>
                  <a:pt x="9745" y="18951"/>
                </a:lnTo>
                <a:lnTo>
                  <a:pt x="9883" y="19145"/>
                </a:lnTo>
                <a:lnTo>
                  <a:pt x="9971" y="19325"/>
                </a:lnTo>
                <a:lnTo>
                  <a:pt x="10059" y="19518"/>
                </a:lnTo>
                <a:lnTo>
                  <a:pt x="10159" y="19698"/>
                </a:lnTo>
                <a:lnTo>
                  <a:pt x="10247" y="19891"/>
                </a:lnTo>
                <a:lnTo>
                  <a:pt x="10386" y="20084"/>
                </a:lnTo>
                <a:lnTo>
                  <a:pt x="10474" y="20265"/>
                </a:lnTo>
                <a:lnTo>
                  <a:pt x="10574" y="20458"/>
                </a:lnTo>
                <a:lnTo>
                  <a:pt x="10662" y="20638"/>
                </a:lnTo>
                <a:lnTo>
                  <a:pt x="10750" y="20831"/>
                </a:lnTo>
                <a:lnTo>
                  <a:pt x="10889" y="21011"/>
                </a:lnTo>
                <a:lnTo>
                  <a:pt x="10977" y="21205"/>
                </a:lnTo>
                <a:lnTo>
                  <a:pt x="11077" y="21398"/>
                </a:lnTo>
                <a:lnTo>
                  <a:pt x="11165" y="21629"/>
                </a:lnTo>
                <a:lnTo>
                  <a:pt x="11253" y="21810"/>
                </a:lnTo>
                <a:lnTo>
                  <a:pt x="11392" y="22003"/>
                </a:lnTo>
                <a:lnTo>
                  <a:pt x="11480" y="22196"/>
                </a:lnTo>
                <a:lnTo>
                  <a:pt x="11580" y="22376"/>
                </a:lnTo>
                <a:lnTo>
                  <a:pt x="11668" y="22569"/>
                </a:lnTo>
                <a:lnTo>
                  <a:pt x="11756" y="22750"/>
                </a:lnTo>
                <a:lnTo>
                  <a:pt x="11895" y="22943"/>
                </a:lnTo>
                <a:lnTo>
                  <a:pt x="11983" y="23123"/>
                </a:lnTo>
                <a:lnTo>
                  <a:pt x="12083" y="23316"/>
                </a:lnTo>
                <a:lnTo>
                  <a:pt x="12171" y="23509"/>
                </a:lnTo>
                <a:lnTo>
                  <a:pt x="12259" y="23689"/>
                </a:lnTo>
                <a:lnTo>
                  <a:pt x="12398" y="23883"/>
                </a:lnTo>
                <a:lnTo>
                  <a:pt x="12486" y="24063"/>
                </a:lnTo>
                <a:lnTo>
                  <a:pt x="12586" y="24256"/>
                </a:lnTo>
                <a:lnTo>
                  <a:pt x="12674" y="24436"/>
                </a:lnTo>
                <a:lnTo>
                  <a:pt x="12762" y="24629"/>
                </a:lnTo>
                <a:lnTo>
                  <a:pt x="12901" y="24822"/>
                </a:lnTo>
                <a:lnTo>
                  <a:pt x="12989" y="25003"/>
                </a:lnTo>
                <a:lnTo>
                  <a:pt x="13089" y="25196"/>
                </a:lnTo>
                <a:lnTo>
                  <a:pt x="13177" y="25376"/>
                </a:lnTo>
                <a:lnTo>
                  <a:pt x="13265" y="25569"/>
                </a:lnTo>
                <a:lnTo>
                  <a:pt x="13404" y="25762"/>
                </a:lnTo>
                <a:lnTo>
                  <a:pt x="13492" y="25943"/>
                </a:lnTo>
                <a:lnTo>
                  <a:pt x="13592" y="26136"/>
                </a:lnTo>
                <a:lnTo>
                  <a:pt x="13680" y="26316"/>
                </a:lnTo>
                <a:lnTo>
                  <a:pt x="13768" y="26509"/>
                </a:lnTo>
                <a:lnTo>
                  <a:pt x="13907" y="26689"/>
                </a:lnTo>
                <a:lnTo>
                  <a:pt x="13995" y="26882"/>
                </a:lnTo>
                <a:lnTo>
                  <a:pt x="14095" y="27076"/>
                </a:lnTo>
                <a:lnTo>
                  <a:pt x="14183" y="27256"/>
                </a:lnTo>
                <a:lnTo>
                  <a:pt x="14271" y="27449"/>
                </a:lnTo>
                <a:lnTo>
                  <a:pt x="14410" y="27629"/>
                </a:lnTo>
                <a:lnTo>
                  <a:pt x="14510" y="27822"/>
                </a:lnTo>
                <a:lnTo>
                  <a:pt x="14598" y="28003"/>
                </a:lnTo>
                <a:lnTo>
                  <a:pt x="14686" y="28196"/>
                </a:lnTo>
                <a:lnTo>
                  <a:pt x="14774" y="28337"/>
                </a:lnTo>
                <a:lnTo>
                  <a:pt x="14913" y="28530"/>
                </a:lnTo>
                <a:lnTo>
                  <a:pt x="15013" y="28711"/>
                </a:lnTo>
                <a:lnTo>
                  <a:pt x="15101" y="28904"/>
                </a:lnTo>
                <a:lnTo>
                  <a:pt x="15189" y="29084"/>
                </a:lnTo>
                <a:lnTo>
                  <a:pt x="15277" y="29277"/>
                </a:lnTo>
                <a:lnTo>
                  <a:pt x="15415" y="29457"/>
                </a:lnTo>
                <a:lnTo>
                  <a:pt x="15516" y="29651"/>
                </a:lnTo>
                <a:lnTo>
                  <a:pt x="15604" y="29844"/>
                </a:lnTo>
                <a:lnTo>
                  <a:pt x="15692" y="30024"/>
                </a:lnTo>
                <a:lnTo>
                  <a:pt x="15780" y="30217"/>
                </a:lnTo>
                <a:lnTo>
                  <a:pt x="15918" y="30397"/>
                </a:lnTo>
                <a:lnTo>
                  <a:pt x="16019" y="30590"/>
                </a:lnTo>
                <a:lnTo>
                  <a:pt x="16107" y="30771"/>
                </a:lnTo>
                <a:lnTo>
                  <a:pt x="16195" y="30964"/>
                </a:lnTo>
                <a:lnTo>
                  <a:pt x="16283" y="31157"/>
                </a:lnTo>
                <a:lnTo>
                  <a:pt x="16421" y="31337"/>
                </a:lnTo>
                <a:lnTo>
                  <a:pt x="16522" y="31479"/>
                </a:lnTo>
                <a:lnTo>
                  <a:pt x="16610" y="31672"/>
                </a:lnTo>
                <a:lnTo>
                  <a:pt x="16698" y="31852"/>
                </a:lnTo>
                <a:lnTo>
                  <a:pt x="16799" y="32045"/>
                </a:lnTo>
                <a:lnTo>
                  <a:pt x="16924" y="32226"/>
                </a:lnTo>
                <a:lnTo>
                  <a:pt x="17025" y="32419"/>
                </a:lnTo>
                <a:lnTo>
                  <a:pt x="17113" y="32612"/>
                </a:lnTo>
                <a:lnTo>
                  <a:pt x="17201" y="32792"/>
                </a:lnTo>
                <a:lnTo>
                  <a:pt x="17302" y="32985"/>
                </a:lnTo>
                <a:lnTo>
                  <a:pt x="17427" y="33165"/>
                </a:lnTo>
                <a:lnTo>
                  <a:pt x="17528" y="33359"/>
                </a:lnTo>
                <a:lnTo>
                  <a:pt x="17616" y="33500"/>
                </a:lnTo>
                <a:lnTo>
                  <a:pt x="17704" y="33680"/>
                </a:lnTo>
                <a:lnTo>
                  <a:pt x="17805" y="33874"/>
                </a:lnTo>
                <a:lnTo>
                  <a:pt x="17943" y="34067"/>
                </a:lnTo>
                <a:lnTo>
                  <a:pt x="18031" y="34247"/>
                </a:lnTo>
                <a:lnTo>
                  <a:pt x="18119" y="34440"/>
                </a:lnTo>
                <a:lnTo>
                  <a:pt x="18207" y="34620"/>
                </a:lnTo>
                <a:lnTo>
                  <a:pt x="18308" y="34813"/>
                </a:lnTo>
                <a:lnTo>
                  <a:pt x="18446" y="34994"/>
                </a:lnTo>
                <a:lnTo>
                  <a:pt x="18534" y="35135"/>
                </a:lnTo>
                <a:lnTo>
                  <a:pt x="18622" y="35328"/>
                </a:lnTo>
                <a:lnTo>
                  <a:pt x="18710" y="35522"/>
                </a:lnTo>
                <a:lnTo>
                  <a:pt x="18811" y="35702"/>
                </a:lnTo>
                <a:lnTo>
                  <a:pt x="18949" y="35895"/>
                </a:lnTo>
                <a:lnTo>
                  <a:pt x="19037" y="36075"/>
                </a:lnTo>
                <a:lnTo>
                  <a:pt x="19125" y="36268"/>
                </a:lnTo>
                <a:lnTo>
                  <a:pt x="19213" y="36449"/>
                </a:lnTo>
                <a:lnTo>
                  <a:pt x="19314" y="36590"/>
                </a:lnTo>
                <a:lnTo>
                  <a:pt x="19452" y="36783"/>
                </a:lnTo>
                <a:lnTo>
                  <a:pt x="19540" y="36976"/>
                </a:lnTo>
                <a:lnTo>
                  <a:pt x="19628" y="37157"/>
                </a:lnTo>
                <a:lnTo>
                  <a:pt x="19716" y="37350"/>
                </a:lnTo>
                <a:lnTo>
                  <a:pt x="19816" y="37530"/>
                </a:lnTo>
                <a:lnTo>
                  <a:pt x="19955" y="37723"/>
                </a:lnTo>
                <a:lnTo>
                  <a:pt x="20043" y="37865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4465108" y="4449230"/>
            <a:ext cx="20043" cy="33733"/>
          </a:xfrm>
          <a:custGeom>
            <a:avLst/>
            <a:gdLst/>
            <a:ahLst/>
            <a:cxnLst/>
            <a:rect l="l" t="t" r="r" b="b"/>
            <a:pathLst>
              <a:path w="20043" h="3373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276" y="566"/>
                </a:lnTo>
                <a:lnTo>
                  <a:pt x="414" y="746"/>
                </a:lnTo>
                <a:lnTo>
                  <a:pt x="502" y="939"/>
                </a:lnTo>
                <a:lnTo>
                  <a:pt x="590" y="1081"/>
                </a:lnTo>
                <a:lnTo>
                  <a:pt x="691" y="1261"/>
                </a:lnTo>
                <a:lnTo>
                  <a:pt x="779" y="1454"/>
                </a:lnTo>
                <a:lnTo>
                  <a:pt x="917" y="1635"/>
                </a:lnTo>
                <a:lnTo>
                  <a:pt x="1005" y="1828"/>
                </a:lnTo>
                <a:lnTo>
                  <a:pt x="1093" y="2021"/>
                </a:lnTo>
                <a:lnTo>
                  <a:pt x="1194" y="2150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16"/>
                </a:lnTo>
                <a:lnTo>
                  <a:pt x="1596" y="2909"/>
                </a:lnTo>
                <a:lnTo>
                  <a:pt x="1697" y="3051"/>
                </a:lnTo>
                <a:lnTo>
                  <a:pt x="1785" y="3231"/>
                </a:lnTo>
                <a:lnTo>
                  <a:pt x="1923" y="3424"/>
                </a:lnTo>
                <a:lnTo>
                  <a:pt x="2011" y="3604"/>
                </a:lnTo>
                <a:lnTo>
                  <a:pt x="2099" y="3798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02" y="4686"/>
                </a:lnTo>
                <a:lnTo>
                  <a:pt x="2703" y="4828"/>
                </a:lnTo>
                <a:lnTo>
                  <a:pt x="2791" y="5021"/>
                </a:lnTo>
                <a:lnTo>
                  <a:pt x="2929" y="5201"/>
                </a:lnTo>
                <a:lnTo>
                  <a:pt x="3017" y="5394"/>
                </a:lnTo>
                <a:lnTo>
                  <a:pt x="3105" y="5574"/>
                </a:lnTo>
                <a:lnTo>
                  <a:pt x="3206" y="5716"/>
                </a:lnTo>
                <a:lnTo>
                  <a:pt x="3294" y="5909"/>
                </a:lnTo>
                <a:lnTo>
                  <a:pt x="3432" y="6102"/>
                </a:lnTo>
                <a:lnTo>
                  <a:pt x="3520" y="6282"/>
                </a:lnTo>
                <a:lnTo>
                  <a:pt x="3608" y="6424"/>
                </a:lnTo>
                <a:lnTo>
                  <a:pt x="3709" y="6617"/>
                </a:lnTo>
                <a:lnTo>
                  <a:pt x="3797" y="6797"/>
                </a:lnTo>
                <a:lnTo>
                  <a:pt x="3935" y="6991"/>
                </a:lnTo>
                <a:lnTo>
                  <a:pt x="4023" y="7132"/>
                </a:lnTo>
                <a:lnTo>
                  <a:pt x="4124" y="7312"/>
                </a:lnTo>
                <a:lnTo>
                  <a:pt x="4212" y="7506"/>
                </a:lnTo>
                <a:lnTo>
                  <a:pt x="4300" y="7686"/>
                </a:lnTo>
                <a:lnTo>
                  <a:pt x="4438" y="7827"/>
                </a:lnTo>
                <a:lnTo>
                  <a:pt x="4526" y="8021"/>
                </a:lnTo>
                <a:lnTo>
                  <a:pt x="4627" y="8214"/>
                </a:lnTo>
                <a:lnTo>
                  <a:pt x="4715" y="8394"/>
                </a:lnTo>
                <a:lnTo>
                  <a:pt x="480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30" y="9102"/>
                </a:lnTo>
                <a:lnTo>
                  <a:pt x="5218" y="9244"/>
                </a:lnTo>
                <a:lnTo>
                  <a:pt x="5306" y="9424"/>
                </a:lnTo>
                <a:lnTo>
                  <a:pt x="5444" y="9617"/>
                </a:lnTo>
                <a:lnTo>
                  <a:pt x="5532" y="9759"/>
                </a:lnTo>
                <a:lnTo>
                  <a:pt x="5633" y="9939"/>
                </a:lnTo>
                <a:lnTo>
                  <a:pt x="5721" y="10132"/>
                </a:lnTo>
                <a:lnTo>
                  <a:pt x="5809" y="10325"/>
                </a:lnTo>
                <a:lnTo>
                  <a:pt x="5947" y="10467"/>
                </a:lnTo>
                <a:lnTo>
                  <a:pt x="6035" y="10647"/>
                </a:lnTo>
                <a:lnTo>
                  <a:pt x="6136" y="10840"/>
                </a:lnTo>
                <a:lnTo>
                  <a:pt x="6224" y="10982"/>
                </a:lnTo>
                <a:lnTo>
                  <a:pt x="6312" y="11162"/>
                </a:lnTo>
                <a:lnTo>
                  <a:pt x="6450" y="11355"/>
                </a:lnTo>
                <a:lnTo>
                  <a:pt x="6538" y="11535"/>
                </a:lnTo>
                <a:lnTo>
                  <a:pt x="6639" y="11677"/>
                </a:lnTo>
                <a:lnTo>
                  <a:pt x="6727" y="11870"/>
                </a:lnTo>
                <a:lnTo>
                  <a:pt x="6815" y="12050"/>
                </a:lnTo>
                <a:lnTo>
                  <a:pt x="6953" y="12192"/>
                </a:lnTo>
                <a:lnTo>
                  <a:pt x="7041" y="12385"/>
                </a:lnTo>
                <a:lnTo>
                  <a:pt x="7142" y="12578"/>
                </a:lnTo>
                <a:lnTo>
                  <a:pt x="7230" y="12707"/>
                </a:lnTo>
                <a:lnTo>
                  <a:pt x="7318" y="12900"/>
                </a:lnTo>
                <a:lnTo>
                  <a:pt x="7456" y="13093"/>
                </a:lnTo>
                <a:lnTo>
                  <a:pt x="7544" y="13235"/>
                </a:lnTo>
                <a:lnTo>
                  <a:pt x="7645" y="13415"/>
                </a:lnTo>
                <a:lnTo>
                  <a:pt x="7733" y="13608"/>
                </a:lnTo>
                <a:lnTo>
                  <a:pt x="7821" y="13750"/>
                </a:lnTo>
                <a:lnTo>
                  <a:pt x="7959" y="13930"/>
                </a:lnTo>
                <a:lnTo>
                  <a:pt x="8060" y="14123"/>
                </a:lnTo>
                <a:lnTo>
                  <a:pt x="8148" y="14265"/>
                </a:lnTo>
                <a:lnTo>
                  <a:pt x="8236" y="14445"/>
                </a:lnTo>
                <a:lnTo>
                  <a:pt x="8324" y="14638"/>
                </a:lnTo>
                <a:lnTo>
                  <a:pt x="8462" y="14780"/>
                </a:lnTo>
                <a:lnTo>
                  <a:pt x="8563" y="14960"/>
                </a:lnTo>
                <a:lnTo>
                  <a:pt x="8651" y="15153"/>
                </a:lnTo>
                <a:lnTo>
                  <a:pt x="8739" y="15295"/>
                </a:lnTo>
                <a:lnTo>
                  <a:pt x="8827" y="15475"/>
                </a:lnTo>
                <a:lnTo>
                  <a:pt x="8965" y="15668"/>
                </a:lnTo>
                <a:lnTo>
                  <a:pt x="9066" y="15810"/>
                </a:lnTo>
                <a:lnTo>
                  <a:pt x="9154" y="16003"/>
                </a:lnTo>
                <a:lnTo>
                  <a:pt x="9242" y="16132"/>
                </a:lnTo>
                <a:lnTo>
                  <a:pt x="9330" y="16325"/>
                </a:lnTo>
                <a:lnTo>
                  <a:pt x="9468" y="16518"/>
                </a:lnTo>
                <a:lnTo>
                  <a:pt x="9568" y="16660"/>
                </a:lnTo>
                <a:lnTo>
                  <a:pt x="9657" y="16840"/>
                </a:lnTo>
                <a:lnTo>
                  <a:pt x="9745" y="17033"/>
                </a:lnTo>
                <a:lnTo>
                  <a:pt x="9833" y="17175"/>
                </a:lnTo>
                <a:lnTo>
                  <a:pt x="9971" y="17355"/>
                </a:lnTo>
                <a:lnTo>
                  <a:pt x="10071" y="17497"/>
                </a:lnTo>
                <a:lnTo>
                  <a:pt x="10159" y="17690"/>
                </a:lnTo>
                <a:lnTo>
                  <a:pt x="10247" y="17870"/>
                </a:lnTo>
                <a:lnTo>
                  <a:pt x="10348" y="18012"/>
                </a:lnTo>
                <a:lnTo>
                  <a:pt x="10474" y="18205"/>
                </a:lnTo>
                <a:lnTo>
                  <a:pt x="10574" y="18346"/>
                </a:lnTo>
                <a:lnTo>
                  <a:pt x="10662" y="18527"/>
                </a:lnTo>
                <a:lnTo>
                  <a:pt x="10750" y="18720"/>
                </a:lnTo>
                <a:lnTo>
                  <a:pt x="10851" y="18861"/>
                </a:lnTo>
                <a:lnTo>
                  <a:pt x="10977" y="19042"/>
                </a:lnTo>
                <a:lnTo>
                  <a:pt x="11077" y="19183"/>
                </a:lnTo>
                <a:lnTo>
                  <a:pt x="11165" y="19376"/>
                </a:lnTo>
                <a:lnTo>
                  <a:pt x="11253" y="19569"/>
                </a:lnTo>
                <a:lnTo>
                  <a:pt x="11354" y="19698"/>
                </a:lnTo>
                <a:lnTo>
                  <a:pt x="11480" y="19891"/>
                </a:lnTo>
                <a:lnTo>
                  <a:pt x="11580" y="20033"/>
                </a:lnTo>
                <a:lnTo>
                  <a:pt x="11668" y="20226"/>
                </a:lnTo>
                <a:lnTo>
                  <a:pt x="11756" y="20355"/>
                </a:lnTo>
                <a:lnTo>
                  <a:pt x="11857" y="20548"/>
                </a:lnTo>
                <a:lnTo>
                  <a:pt x="11995" y="20741"/>
                </a:lnTo>
                <a:lnTo>
                  <a:pt x="12083" y="20883"/>
                </a:lnTo>
                <a:lnTo>
                  <a:pt x="12171" y="21063"/>
                </a:lnTo>
                <a:lnTo>
                  <a:pt x="12259" y="21205"/>
                </a:lnTo>
                <a:lnTo>
                  <a:pt x="12360" y="21398"/>
                </a:lnTo>
                <a:lnTo>
                  <a:pt x="12498" y="21539"/>
                </a:lnTo>
                <a:lnTo>
                  <a:pt x="12586" y="21720"/>
                </a:lnTo>
                <a:lnTo>
                  <a:pt x="12674" y="21913"/>
                </a:lnTo>
                <a:lnTo>
                  <a:pt x="12762" y="22054"/>
                </a:lnTo>
                <a:lnTo>
                  <a:pt x="12863" y="22235"/>
                </a:lnTo>
                <a:lnTo>
                  <a:pt x="13001" y="22376"/>
                </a:lnTo>
                <a:lnTo>
                  <a:pt x="13089" y="22569"/>
                </a:lnTo>
                <a:lnTo>
                  <a:pt x="13177" y="22711"/>
                </a:lnTo>
                <a:lnTo>
                  <a:pt x="13265" y="22891"/>
                </a:lnTo>
                <a:lnTo>
                  <a:pt x="13366" y="23033"/>
                </a:lnTo>
                <a:lnTo>
                  <a:pt x="13504" y="23226"/>
                </a:lnTo>
                <a:lnTo>
                  <a:pt x="13592" y="23368"/>
                </a:lnTo>
                <a:lnTo>
                  <a:pt x="13680" y="23548"/>
                </a:lnTo>
                <a:lnTo>
                  <a:pt x="13768" y="23689"/>
                </a:lnTo>
                <a:lnTo>
                  <a:pt x="13869" y="23883"/>
                </a:lnTo>
                <a:lnTo>
                  <a:pt x="14007" y="24024"/>
                </a:lnTo>
                <a:lnTo>
                  <a:pt x="14095" y="24204"/>
                </a:lnTo>
                <a:lnTo>
                  <a:pt x="14183" y="24398"/>
                </a:lnTo>
                <a:lnTo>
                  <a:pt x="14284" y="24539"/>
                </a:lnTo>
                <a:lnTo>
                  <a:pt x="14372" y="24719"/>
                </a:lnTo>
                <a:lnTo>
                  <a:pt x="14510" y="24861"/>
                </a:lnTo>
                <a:lnTo>
                  <a:pt x="14598" y="25054"/>
                </a:lnTo>
                <a:lnTo>
                  <a:pt x="14686" y="25196"/>
                </a:lnTo>
                <a:lnTo>
                  <a:pt x="14787" y="25376"/>
                </a:lnTo>
                <a:lnTo>
                  <a:pt x="14875" y="25518"/>
                </a:lnTo>
                <a:lnTo>
                  <a:pt x="15013" y="25711"/>
                </a:lnTo>
                <a:lnTo>
                  <a:pt x="15101" y="25852"/>
                </a:lnTo>
                <a:lnTo>
                  <a:pt x="15189" y="26033"/>
                </a:lnTo>
                <a:lnTo>
                  <a:pt x="15290" y="26174"/>
                </a:lnTo>
                <a:lnTo>
                  <a:pt x="15378" y="26316"/>
                </a:lnTo>
                <a:lnTo>
                  <a:pt x="15516" y="26509"/>
                </a:lnTo>
                <a:lnTo>
                  <a:pt x="15604" y="26651"/>
                </a:lnTo>
                <a:lnTo>
                  <a:pt x="15692" y="26831"/>
                </a:lnTo>
                <a:lnTo>
                  <a:pt x="15793" y="26973"/>
                </a:lnTo>
                <a:lnTo>
                  <a:pt x="15881" y="27166"/>
                </a:lnTo>
                <a:lnTo>
                  <a:pt x="16019" y="27307"/>
                </a:lnTo>
                <a:lnTo>
                  <a:pt x="16107" y="27488"/>
                </a:lnTo>
                <a:lnTo>
                  <a:pt x="16195" y="27629"/>
                </a:lnTo>
                <a:lnTo>
                  <a:pt x="16296" y="27822"/>
                </a:lnTo>
                <a:lnTo>
                  <a:pt x="16384" y="27964"/>
                </a:lnTo>
                <a:lnTo>
                  <a:pt x="16522" y="28144"/>
                </a:lnTo>
                <a:lnTo>
                  <a:pt x="16610" y="28286"/>
                </a:lnTo>
                <a:lnTo>
                  <a:pt x="16698" y="28479"/>
                </a:lnTo>
                <a:lnTo>
                  <a:pt x="16799" y="28621"/>
                </a:lnTo>
                <a:lnTo>
                  <a:pt x="16887" y="28762"/>
                </a:lnTo>
                <a:lnTo>
                  <a:pt x="17025" y="28942"/>
                </a:lnTo>
                <a:lnTo>
                  <a:pt x="17113" y="29088"/>
                </a:lnTo>
                <a:lnTo>
                  <a:pt x="17201" y="29276"/>
                </a:lnTo>
                <a:lnTo>
                  <a:pt x="17302" y="29418"/>
                </a:lnTo>
                <a:lnTo>
                  <a:pt x="17440" y="29604"/>
                </a:lnTo>
                <a:lnTo>
                  <a:pt x="17528" y="29746"/>
                </a:lnTo>
                <a:lnTo>
                  <a:pt x="17616" y="29933"/>
                </a:lnTo>
                <a:lnTo>
                  <a:pt x="17704" y="30074"/>
                </a:lnTo>
                <a:lnTo>
                  <a:pt x="17805" y="30214"/>
                </a:lnTo>
                <a:lnTo>
                  <a:pt x="17943" y="30402"/>
                </a:lnTo>
                <a:lnTo>
                  <a:pt x="18031" y="30543"/>
                </a:lnTo>
                <a:lnTo>
                  <a:pt x="18119" y="30731"/>
                </a:lnTo>
                <a:lnTo>
                  <a:pt x="18220" y="30871"/>
                </a:lnTo>
                <a:lnTo>
                  <a:pt x="18308" y="31013"/>
                </a:lnTo>
                <a:lnTo>
                  <a:pt x="18446" y="31199"/>
                </a:lnTo>
                <a:lnTo>
                  <a:pt x="18534" y="31341"/>
                </a:lnTo>
                <a:lnTo>
                  <a:pt x="18622" y="31529"/>
                </a:lnTo>
                <a:lnTo>
                  <a:pt x="18723" y="31669"/>
                </a:lnTo>
                <a:lnTo>
                  <a:pt x="18811" y="31810"/>
                </a:lnTo>
                <a:lnTo>
                  <a:pt x="18949" y="31998"/>
                </a:lnTo>
                <a:lnTo>
                  <a:pt x="19037" y="32138"/>
                </a:lnTo>
                <a:lnTo>
                  <a:pt x="19125" y="32326"/>
                </a:lnTo>
                <a:lnTo>
                  <a:pt x="19225" y="32466"/>
                </a:lnTo>
                <a:lnTo>
                  <a:pt x="19314" y="32608"/>
                </a:lnTo>
                <a:lnTo>
                  <a:pt x="19452" y="32796"/>
                </a:lnTo>
                <a:lnTo>
                  <a:pt x="19540" y="32936"/>
                </a:lnTo>
                <a:lnTo>
                  <a:pt x="19628" y="33124"/>
                </a:lnTo>
                <a:lnTo>
                  <a:pt x="19728" y="33265"/>
                </a:lnTo>
                <a:lnTo>
                  <a:pt x="19816" y="33405"/>
                </a:lnTo>
                <a:lnTo>
                  <a:pt x="19955" y="33593"/>
                </a:lnTo>
                <a:lnTo>
                  <a:pt x="20043" y="33733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4485151" y="4482964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0"/>
                </a:moveTo>
                <a:lnTo>
                  <a:pt x="88" y="141"/>
                </a:lnTo>
                <a:lnTo>
                  <a:pt x="188" y="329"/>
                </a:lnTo>
                <a:lnTo>
                  <a:pt x="276" y="469"/>
                </a:lnTo>
                <a:lnTo>
                  <a:pt x="414" y="657"/>
                </a:lnTo>
                <a:lnTo>
                  <a:pt x="502" y="798"/>
                </a:lnTo>
                <a:lnTo>
                  <a:pt x="590" y="938"/>
                </a:lnTo>
                <a:lnTo>
                  <a:pt x="691" y="1126"/>
                </a:lnTo>
                <a:lnTo>
                  <a:pt x="779" y="1266"/>
                </a:lnTo>
                <a:lnTo>
                  <a:pt x="917" y="1408"/>
                </a:lnTo>
                <a:lnTo>
                  <a:pt x="1005" y="1596"/>
                </a:lnTo>
                <a:lnTo>
                  <a:pt x="1093" y="1736"/>
                </a:lnTo>
                <a:lnTo>
                  <a:pt x="1194" y="1877"/>
                </a:lnTo>
                <a:lnTo>
                  <a:pt x="1282" y="2065"/>
                </a:lnTo>
                <a:lnTo>
                  <a:pt x="1420" y="2205"/>
                </a:lnTo>
                <a:lnTo>
                  <a:pt x="1508" y="2347"/>
                </a:lnTo>
                <a:lnTo>
                  <a:pt x="1609" y="2533"/>
                </a:lnTo>
                <a:lnTo>
                  <a:pt x="1697" y="2675"/>
                </a:lnTo>
                <a:lnTo>
                  <a:pt x="1785" y="2815"/>
                </a:lnTo>
                <a:lnTo>
                  <a:pt x="1923" y="3003"/>
                </a:lnTo>
                <a:lnTo>
                  <a:pt x="2011" y="3144"/>
                </a:lnTo>
                <a:lnTo>
                  <a:pt x="2112" y="3285"/>
                </a:lnTo>
                <a:lnTo>
                  <a:pt x="2200" y="3472"/>
                </a:lnTo>
                <a:lnTo>
                  <a:pt x="2288" y="3614"/>
                </a:lnTo>
                <a:lnTo>
                  <a:pt x="2426" y="3754"/>
                </a:lnTo>
                <a:lnTo>
                  <a:pt x="2514" y="3942"/>
                </a:lnTo>
                <a:lnTo>
                  <a:pt x="2615" y="4082"/>
                </a:lnTo>
                <a:lnTo>
                  <a:pt x="2703" y="4222"/>
                </a:lnTo>
                <a:lnTo>
                  <a:pt x="2791" y="4364"/>
                </a:lnTo>
                <a:lnTo>
                  <a:pt x="2929" y="4552"/>
                </a:lnTo>
                <a:lnTo>
                  <a:pt x="3017" y="4692"/>
                </a:lnTo>
                <a:lnTo>
                  <a:pt x="3118" y="4833"/>
                </a:lnTo>
                <a:lnTo>
                  <a:pt x="3206" y="5021"/>
                </a:lnTo>
                <a:lnTo>
                  <a:pt x="3294" y="5161"/>
                </a:lnTo>
                <a:lnTo>
                  <a:pt x="3432" y="5303"/>
                </a:lnTo>
                <a:lnTo>
                  <a:pt x="3520" y="5443"/>
                </a:lnTo>
                <a:lnTo>
                  <a:pt x="3621" y="5631"/>
                </a:lnTo>
                <a:lnTo>
                  <a:pt x="3709" y="5771"/>
                </a:lnTo>
                <a:lnTo>
                  <a:pt x="3797" y="5912"/>
                </a:lnTo>
                <a:lnTo>
                  <a:pt x="3935" y="6100"/>
                </a:lnTo>
                <a:lnTo>
                  <a:pt x="4023" y="6241"/>
                </a:lnTo>
                <a:lnTo>
                  <a:pt x="4124" y="6382"/>
                </a:lnTo>
                <a:lnTo>
                  <a:pt x="4212" y="6522"/>
                </a:lnTo>
                <a:lnTo>
                  <a:pt x="4300" y="6710"/>
                </a:lnTo>
                <a:lnTo>
                  <a:pt x="4438" y="6850"/>
                </a:lnTo>
                <a:lnTo>
                  <a:pt x="4526" y="6992"/>
                </a:lnTo>
                <a:lnTo>
                  <a:pt x="4627" y="7132"/>
                </a:lnTo>
                <a:lnTo>
                  <a:pt x="4715" y="7320"/>
                </a:lnTo>
                <a:lnTo>
                  <a:pt x="4803" y="7461"/>
                </a:lnTo>
                <a:lnTo>
                  <a:pt x="4941" y="7601"/>
                </a:lnTo>
                <a:lnTo>
                  <a:pt x="5029" y="7743"/>
                </a:lnTo>
                <a:lnTo>
                  <a:pt x="5130" y="7930"/>
                </a:lnTo>
                <a:lnTo>
                  <a:pt x="5218" y="8071"/>
                </a:lnTo>
                <a:lnTo>
                  <a:pt x="5306" y="8211"/>
                </a:lnTo>
                <a:lnTo>
                  <a:pt x="5444" y="8353"/>
                </a:lnTo>
                <a:lnTo>
                  <a:pt x="5545" y="8493"/>
                </a:lnTo>
                <a:lnTo>
                  <a:pt x="5633" y="8681"/>
                </a:lnTo>
                <a:lnTo>
                  <a:pt x="5721" y="8821"/>
                </a:lnTo>
                <a:lnTo>
                  <a:pt x="5809" y="8962"/>
                </a:lnTo>
                <a:lnTo>
                  <a:pt x="5947" y="9103"/>
                </a:lnTo>
                <a:lnTo>
                  <a:pt x="6048" y="9290"/>
                </a:lnTo>
                <a:lnTo>
                  <a:pt x="6136" y="9432"/>
                </a:lnTo>
                <a:lnTo>
                  <a:pt x="6224" y="9572"/>
                </a:lnTo>
                <a:lnTo>
                  <a:pt x="6312" y="9712"/>
                </a:lnTo>
                <a:lnTo>
                  <a:pt x="6450" y="9854"/>
                </a:lnTo>
                <a:lnTo>
                  <a:pt x="6551" y="10042"/>
                </a:lnTo>
                <a:lnTo>
                  <a:pt x="6639" y="10182"/>
                </a:lnTo>
                <a:lnTo>
                  <a:pt x="6727" y="10323"/>
                </a:lnTo>
                <a:lnTo>
                  <a:pt x="6815" y="10464"/>
                </a:lnTo>
                <a:lnTo>
                  <a:pt x="6953" y="10605"/>
                </a:lnTo>
                <a:lnTo>
                  <a:pt x="7054" y="10793"/>
                </a:lnTo>
                <a:lnTo>
                  <a:pt x="7142" y="10933"/>
                </a:lnTo>
                <a:lnTo>
                  <a:pt x="7230" y="11073"/>
                </a:lnTo>
                <a:lnTo>
                  <a:pt x="7318" y="11215"/>
                </a:lnTo>
                <a:lnTo>
                  <a:pt x="7456" y="11355"/>
                </a:lnTo>
                <a:lnTo>
                  <a:pt x="7557" y="11543"/>
                </a:lnTo>
                <a:lnTo>
                  <a:pt x="7645" y="11684"/>
                </a:lnTo>
                <a:lnTo>
                  <a:pt x="7733" y="11824"/>
                </a:lnTo>
                <a:lnTo>
                  <a:pt x="7833" y="11965"/>
                </a:lnTo>
                <a:lnTo>
                  <a:pt x="7959" y="12106"/>
                </a:lnTo>
                <a:lnTo>
                  <a:pt x="8060" y="12246"/>
                </a:lnTo>
                <a:lnTo>
                  <a:pt x="8148" y="12434"/>
                </a:lnTo>
                <a:lnTo>
                  <a:pt x="8236" y="12576"/>
                </a:lnTo>
                <a:lnTo>
                  <a:pt x="8336" y="12716"/>
                </a:lnTo>
                <a:lnTo>
                  <a:pt x="8462" y="12856"/>
                </a:lnTo>
                <a:lnTo>
                  <a:pt x="8563" y="12998"/>
                </a:lnTo>
                <a:lnTo>
                  <a:pt x="8651" y="13138"/>
                </a:lnTo>
                <a:lnTo>
                  <a:pt x="8739" y="13279"/>
                </a:lnTo>
                <a:lnTo>
                  <a:pt x="8839" y="13467"/>
                </a:lnTo>
                <a:lnTo>
                  <a:pt x="8977" y="13607"/>
                </a:lnTo>
                <a:lnTo>
                  <a:pt x="9066" y="13749"/>
                </a:lnTo>
                <a:lnTo>
                  <a:pt x="9154" y="13889"/>
                </a:lnTo>
                <a:lnTo>
                  <a:pt x="9242" y="14029"/>
                </a:lnTo>
                <a:lnTo>
                  <a:pt x="9342" y="14171"/>
                </a:lnTo>
                <a:lnTo>
                  <a:pt x="9480" y="14311"/>
                </a:lnTo>
                <a:lnTo>
                  <a:pt x="9568" y="14452"/>
                </a:lnTo>
                <a:lnTo>
                  <a:pt x="9657" y="14640"/>
                </a:lnTo>
                <a:lnTo>
                  <a:pt x="9745" y="14780"/>
                </a:lnTo>
                <a:lnTo>
                  <a:pt x="9845" y="14922"/>
                </a:lnTo>
                <a:lnTo>
                  <a:pt x="9983" y="15062"/>
                </a:lnTo>
                <a:lnTo>
                  <a:pt x="10071" y="15202"/>
                </a:lnTo>
                <a:lnTo>
                  <a:pt x="10159" y="15344"/>
                </a:lnTo>
                <a:lnTo>
                  <a:pt x="10247" y="15484"/>
                </a:lnTo>
                <a:lnTo>
                  <a:pt x="10348" y="15625"/>
                </a:lnTo>
                <a:lnTo>
                  <a:pt x="10486" y="15766"/>
                </a:lnTo>
                <a:lnTo>
                  <a:pt x="10574" y="15954"/>
                </a:lnTo>
                <a:lnTo>
                  <a:pt x="10662" y="16094"/>
                </a:lnTo>
                <a:lnTo>
                  <a:pt x="10750" y="16235"/>
                </a:lnTo>
                <a:lnTo>
                  <a:pt x="10851" y="16376"/>
                </a:lnTo>
                <a:lnTo>
                  <a:pt x="10989" y="16517"/>
                </a:lnTo>
                <a:lnTo>
                  <a:pt x="11077" y="16657"/>
                </a:lnTo>
                <a:lnTo>
                  <a:pt x="11165" y="16799"/>
                </a:lnTo>
                <a:lnTo>
                  <a:pt x="11253" y="16939"/>
                </a:lnTo>
                <a:lnTo>
                  <a:pt x="11354" y="17079"/>
                </a:lnTo>
                <a:lnTo>
                  <a:pt x="11492" y="17221"/>
                </a:lnTo>
                <a:lnTo>
                  <a:pt x="11580" y="17361"/>
                </a:lnTo>
                <a:lnTo>
                  <a:pt x="11668" y="17502"/>
                </a:lnTo>
                <a:lnTo>
                  <a:pt x="11769" y="17690"/>
                </a:lnTo>
                <a:lnTo>
                  <a:pt x="11857" y="17830"/>
                </a:lnTo>
                <a:lnTo>
                  <a:pt x="11995" y="17972"/>
                </a:lnTo>
                <a:lnTo>
                  <a:pt x="12083" y="18112"/>
                </a:lnTo>
                <a:lnTo>
                  <a:pt x="12171" y="18252"/>
                </a:lnTo>
                <a:lnTo>
                  <a:pt x="12272" y="18394"/>
                </a:lnTo>
                <a:lnTo>
                  <a:pt x="12360" y="18534"/>
                </a:lnTo>
                <a:lnTo>
                  <a:pt x="12498" y="18675"/>
                </a:lnTo>
                <a:lnTo>
                  <a:pt x="12586" y="18816"/>
                </a:lnTo>
                <a:lnTo>
                  <a:pt x="12674" y="18957"/>
                </a:lnTo>
                <a:lnTo>
                  <a:pt x="12775" y="19097"/>
                </a:lnTo>
                <a:lnTo>
                  <a:pt x="12863" y="19239"/>
                </a:lnTo>
                <a:lnTo>
                  <a:pt x="13001" y="19379"/>
                </a:lnTo>
                <a:lnTo>
                  <a:pt x="13089" y="19519"/>
                </a:lnTo>
                <a:lnTo>
                  <a:pt x="13177" y="19661"/>
                </a:lnTo>
                <a:lnTo>
                  <a:pt x="13278" y="19801"/>
                </a:lnTo>
                <a:lnTo>
                  <a:pt x="13366" y="19942"/>
                </a:lnTo>
                <a:lnTo>
                  <a:pt x="13504" y="20083"/>
                </a:lnTo>
                <a:lnTo>
                  <a:pt x="13592" y="20224"/>
                </a:lnTo>
                <a:lnTo>
                  <a:pt x="13680" y="20364"/>
                </a:lnTo>
                <a:lnTo>
                  <a:pt x="13781" y="20505"/>
                </a:lnTo>
                <a:lnTo>
                  <a:pt x="13869" y="20646"/>
                </a:lnTo>
                <a:lnTo>
                  <a:pt x="14007" y="20786"/>
                </a:lnTo>
                <a:lnTo>
                  <a:pt x="14095" y="20928"/>
                </a:lnTo>
                <a:lnTo>
                  <a:pt x="14183" y="21068"/>
                </a:lnTo>
                <a:lnTo>
                  <a:pt x="14284" y="21208"/>
                </a:lnTo>
                <a:lnTo>
                  <a:pt x="14372" y="21350"/>
                </a:lnTo>
                <a:lnTo>
                  <a:pt x="14510" y="21490"/>
                </a:lnTo>
                <a:lnTo>
                  <a:pt x="14598" y="21631"/>
                </a:lnTo>
                <a:lnTo>
                  <a:pt x="14686" y="21772"/>
                </a:lnTo>
                <a:lnTo>
                  <a:pt x="14787" y="21913"/>
                </a:lnTo>
                <a:lnTo>
                  <a:pt x="14875" y="22053"/>
                </a:lnTo>
                <a:lnTo>
                  <a:pt x="15013" y="22195"/>
                </a:lnTo>
                <a:lnTo>
                  <a:pt x="15101" y="22335"/>
                </a:lnTo>
                <a:lnTo>
                  <a:pt x="15202" y="22475"/>
                </a:lnTo>
                <a:lnTo>
                  <a:pt x="15290" y="22617"/>
                </a:lnTo>
                <a:lnTo>
                  <a:pt x="15378" y="22757"/>
                </a:lnTo>
                <a:lnTo>
                  <a:pt x="15516" y="22898"/>
                </a:lnTo>
                <a:lnTo>
                  <a:pt x="15604" y="23039"/>
                </a:lnTo>
                <a:lnTo>
                  <a:pt x="15705" y="23180"/>
                </a:lnTo>
                <a:lnTo>
                  <a:pt x="15793" y="23320"/>
                </a:lnTo>
                <a:lnTo>
                  <a:pt x="15881" y="23462"/>
                </a:lnTo>
                <a:lnTo>
                  <a:pt x="16019" y="23602"/>
                </a:lnTo>
                <a:lnTo>
                  <a:pt x="16107" y="23742"/>
                </a:lnTo>
                <a:lnTo>
                  <a:pt x="16208" y="23884"/>
                </a:lnTo>
                <a:lnTo>
                  <a:pt x="16296" y="24024"/>
                </a:lnTo>
                <a:lnTo>
                  <a:pt x="16384" y="24165"/>
                </a:lnTo>
                <a:lnTo>
                  <a:pt x="16522" y="24306"/>
                </a:lnTo>
                <a:lnTo>
                  <a:pt x="16711" y="24540"/>
                </a:lnTo>
                <a:lnTo>
                  <a:pt x="16799" y="24681"/>
                </a:lnTo>
                <a:lnTo>
                  <a:pt x="16887" y="24822"/>
                </a:lnTo>
                <a:lnTo>
                  <a:pt x="17025" y="24963"/>
                </a:lnTo>
                <a:lnTo>
                  <a:pt x="17113" y="25103"/>
                </a:lnTo>
                <a:lnTo>
                  <a:pt x="17214" y="25245"/>
                </a:lnTo>
                <a:lnTo>
                  <a:pt x="17302" y="25385"/>
                </a:lnTo>
                <a:lnTo>
                  <a:pt x="17390" y="25525"/>
                </a:lnTo>
                <a:lnTo>
                  <a:pt x="17528" y="25667"/>
                </a:lnTo>
                <a:lnTo>
                  <a:pt x="17616" y="25807"/>
                </a:lnTo>
                <a:lnTo>
                  <a:pt x="17717" y="25948"/>
                </a:lnTo>
                <a:lnTo>
                  <a:pt x="17893" y="26182"/>
                </a:lnTo>
                <a:lnTo>
                  <a:pt x="18031" y="26324"/>
                </a:lnTo>
                <a:lnTo>
                  <a:pt x="18119" y="26464"/>
                </a:lnTo>
                <a:lnTo>
                  <a:pt x="18220" y="26604"/>
                </a:lnTo>
                <a:lnTo>
                  <a:pt x="18308" y="26746"/>
                </a:lnTo>
                <a:lnTo>
                  <a:pt x="18396" y="26886"/>
                </a:lnTo>
                <a:lnTo>
                  <a:pt x="18534" y="27027"/>
                </a:lnTo>
                <a:lnTo>
                  <a:pt x="18622" y="27168"/>
                </a:lnTo>
                <a:lnTo>
                  <a:pt x="18811" y="27403"/>
                </a:lnTo>
                <a:lnTo>
                  <a:pt x="18899" y="27543"/>
                </a:lnTo>
                <a:lnTo>
                  <a:pt x="19037" y="27685"/>
                </a:lnTo>
                <a:lnTo>
                  <a:pt x="19137" y="27825"/>
                </a:lnTo>
                <a:lnTo>
                  <a:pt x="19225" y="27965"/>
                </a:lnTo>
                <a:lnTo>
                  <a:pt x="19313" y="28107"/>
                </a:lnTo>
                <a:lnTo>
                  <a:pt x="19402" y="28247"/>
                </a:lnTo>
                <a:lnTo>
                  <a:pt x="19540" y="28341"/>
                </a:lnTo>
                <a:lnTo>
                  <a:pt x="19640" y="28482"/>
                </a:lnTo>
                <a:lnTo>
                  <a:pt x="19728" y="28623"/>
                </a:lnTo>
                <a:lnTo>
                  <a:pt x="19816" y="28763"/>
                </a:lnTo>
                <a:lnTo>
                  <a:pt x="19904" y="28904"/>
                </a:lnTo>
                <a:lnTo>
                  <a:pt x="20043" y="29045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4505194" y="4512010"/>
            <a:ext cx="20005" cy="23835"/>
          </a:xfrm>
          <a:custGeom>
            <a:avLst/>
            <a:gdLst/>
            <a:ahLst/>
            <a:cxnLst/>
            <a:rect l="l" t="t" r="r" b="b"/>
            <a:pathLst>
              <a:path w="20005" h="23835">
                <a:moveTo>
                  <a:pt x="0" y="0"/>
                </a:moveTo>
                <a:lnTo>
                  <a:pt x="188" y="234"/>
                </a:lnTo>
                <a:lnTo>
                  <a:pt x="276" y="374"/>
                </a:lnTo>
                <a:lnTo>
                  <a:pt x="364" y="514"/>
                </a:lnTo>
                <a:lnTo>
                  <a:pt x="502" y="656"/>
                </a:lnTo>
                <a:lnTo>
                  <a:pt x="603" y="796"/>
                </a:lnTo>
                <a:lnTo>
                  <a:pt x="779" y="1031"/>
                </a:lnTo>
                <a:lnTo>
                  <a:pt x="867" y="1172"/>
                </a:lnTo>
                <a:lnTo>
                  <a:pt x="1005" y="1313"/>
                </a:lnTo>
                <a:lnTo>
                  <a:pt x="1106" y="1453"/>
                </a:lnTo>
                <a:lnTo>
                  <a:pt x="1282" y="1689"/>
                </a:lnTo>
                <a:lnTo>
                  <a:pt x="1383" y="1829"/>
                </a:lnTo>
                <a:lnTo>
                  <a:pt x="1508" y="1969"/>
                </a:lnTo>
                <a:lnTo>
                  <a:pt x="1609" y="2111"/>
                </a:lnTo>
                <a:lnTo>
                  <a:pt x="1785" y="2345"/>
                </a:lnTo>
                <a:lnTo>
                  <a:pt x="1886" y="2486"/>
                </a:lnTo>
                <a:lnTo>
                  <a:pt x="2011" y="2626"/>
                </a:lnTo>
                <a:lnTo>
                  <a:pt x="2112" y="2768"/>
                </a:lnTo>
                <a:lnTo>
                  <a:pt x="2288" y="3002"/>
                </a:lnTo>
                <a:lnTo>
                  <a:pt x="2389" y="3142"/>
                </a:lnTo>
                <a:lnTo>
                  <a:pt x="2527" y="3284"/>
                </a:lnTo>
                <a:lnTo>
                  <a:pt x="2703" y="3518"/>
                </a:lnTo>
                <a:lnTo>
                  <a:pt x="2791" y="3659"/>
                </a:lnTo>
                <a:lnTo>
                  <a:pt x="2892" y="3800"/>
                </a:lnTo>
                <a:lnTo>
                  <a:pt x="3030" y="3941"/>
                </a:lnTo>
                <a:lnTo>
                  <a:pt x="3206" y="4175"/>
                </a:lnTo>
                <a:lnTo>
                  <a:pt x="3294" y="4315"/>
                </a:lnTo>
                <a:lnTo>
                  <a:pt x="3395" y="4457"/>
                </a:lnTo>
                <a:lnTo>
                  <a:pt x="3533" y="4551"/>
                </a:lnTo>
                <a:lnTo>
                  <a:pt x="3621" y="4691"/>
                </a:lnTo>
                <a:lnTo>
                  <a:pt x="3709" y="4831"/>
                </a:lnTo>
                <a:lnTo>
                  <a:pt x="3898" y="5067"/>
                </a:lnTo>
                <a:lnTo>
                  <a:pt x="4036" y="5207"/>
                </a:lnTo>
                <a:lnTo>
                  <a:pt x="4124" y="5348"/>
                </a:lnTo>
                <a:lnTo>
                  <a:pt x="4300" y="5582"/>
                </a:lnTo>
                <a:lnTo>
                  <a:pt x="4400" y="5724"/>
                </a:lnTo>
                <a:lnTo>
                  <a:pt x="4539" y="5864"/>
                </a:lnTo>
                <a:lnTo>
                  <a:pt x="4715" y="6098"/>
                </a:lnTo>
                <a:lnTo>
                  <a:pt x="4803" y="6240"/>
                </a:lnTo>
                <a:lnTo>
                  <a:pt x="5042" y="6474"/>
                </a:lnTo>
                <a:lnTo>
                  <a:pt x="5130" y="6615"/>
                </a:lnTo>
                <a:lnTo>
                  <a:pt x="5318" y="6849"/>
                </a:lnTo>
                <a:lnTo>
                  <a:pt x="5406" y="6991"/>
                </a:lnTo>
                <a:lnTo>
                  <a:pt x="5545" y="7131"/>
                </a:lnTo>
                <a:lnTo>
                  <a:pt x="5721" y="7365"/>
                </a:lnTo>
                <a:lnTo>
                  <a:pt x="5821" y="7507"/>
                </a:lnTo>
                <a:lnTo>
                  <a:pt x="6048" y="7741"/>
                </a:lnTo>
                <a:lnTo>
                  <a:pt x="6136" y="7882"/>
                </a:lnTo>
                <a:lnTo>
                  <a:pt x="6324" y="8116"/>
                </a:lnTo>
                <a:lnTo>
                  <a:pt x="6412" y="8258"/>
                </a:lnTo>
                <a:lnTo>
                  <a:pt x="6551" y="8351"/>
                </a:lnTo>
                <a:lnTo>
                  <a:pt x="6639" y="8492"/>
                </a:lnTo>
                <a:lnTo>
                  <a:pt x="6727" y="8632"/>
                </a:lnTo>
                <a:lnTo>
                  <a:pt x="6915" y="8868"/>
                </a:lnTo>
                <a:lnTo>
                  <a:pt x="7054" y="8960"/>
                </a:lnTo>
                <a:lnTo>
                  <a:pt x="7142" y="9102"/>
                </a:lnTo>
                <a:lnTo>
                  <a:pt x="7230" y="9242"/>
                </a:lnTo>
                <a:lnTo>
                  <a:pt x="7418" y="9477"/>
                </a:lnTo>
                <a:lnTo>
                  <a:pt x="7557" y="9618"/>
                </a:lnTo>
                <a:lnTo>
                  <a:pt x="7733" y="9853"/>
                </a:lnTo>
                <a:lnTo>
                  <a:pt x="7833" y="9993"/>
                </a:lnTo>
                <a:lnTo>
                  <a:pt x="8060" y="10227"/>
                </a:lnTo>
                <a:lnTo>
                  <a:pt x="8236" y="10463"/>
                </a:lnTo>
                <a:lnTo>
                  <a:pt x="8336" y="10603"/>
                </a:lnTo>
                <a:lnTo>
                  <a:pt x="8563" y="10838"/>
                </a:lnTo>
                <a:lnTo>
                  <a:pt x="8739" y="11072"/>
                </a:lnTo>
                <a:lnTo>
                  <a:pt x="8839" y="11214"/>
                </a:lnTo>
                <a:lnTo>
                  <a:pt x="9066" y="11448"/>
                </a:lnTo>
                <a:lnTo>
                  <a:pt x="9254" y="11682"/>
                </a:lnTo>
                <a:lnTo>
                  <a:pt x="9430" y="11917"/>
                </a:lnTo>
                <a:lnTo>
                  <a:pt x="9568" y="12058"/>
                </a:lnTo>
                <a:lnTo>
                  <a:pt x="9757" y="12293"/>
                </a:lnTo>
                <a:lnTo>
                  <a:pt x="9933" y="12527"/>
                </a:lnTo>
                <a:lnTo>
                  <a:pt x="10071" y="12621"/>
                </a:lnTo>
                <a:lnTo>
                  <a:pt x="10159" y="12761"/>
                </a:lnTo>
                <a:lnTo>
                  <a:pt x="10260" y="12903"/>
                </a:lnTo>
                <a:lnTo>
                  <a:pt x="10436" y="13137"/>
                </a:lnTo>
                <a:lnTo>
                  <a:pt x="10574" y="13231"/>
                </a:lnTo>
                <a:lnTo>
                  <a:pt x="10662" y="13371"/>
                </a:lnTo>
                <a:lnTo>
                  <a:pt x="10851" y="13606"/>
                </a:lnTo>
                <a:lnTo>
                  <a:pt x="11077" y="13841"/>
                </a:lnTo>
                <a:lnTo>
                  <a:pt x="11266" y="14076"/>
                </a:lnTo>
                <a:lnTo>
                  <a:pt x="11442" y="14310"/>
                </a:lnTo>
                <a:lnTo>
                  <a:pt x="11580" y="14404"/>
                </a:lnTo>
                <a:lnTo>
                  <a:pt x="11668" y="14544"/>
                </a:lnTo>
                <a:lnTo>
                  <a:pt x="11769" y="14686"/>
                </a:lnTo>
                <a:lnTo>
                  <a:pt x="11945" y="14920"/>
                </a:lnTo>
                <a:lnTo>
                  <a:pt x="12083" y="15014"/>
                </a:lnTo>
                <a:lnTo>
                  <a:pt x="12171" y="15155"/>
                </a:lnTo>
                <a:lnTo>
                  <a:pt x="12360" y="15343"/>
                </a:lnTo>
                <a:lnTo>
                  <a:pt x="12448" y="15483"/>
                </a:lnTo>
                <a:lnTo>
                  <a:pt x="12586" y="15577"/>
                </a:lnTo>
                <a:lnTo>
                  <a:pt x="12687" y="15717"/>
                </a:lnTo>
                <a:lnTo>
                  <a:pt x="12863" y="15953"/>
                </a:lnTo>
                <a:lnTo>
                  <a:pt x="13089" y="16187"/>
                </a:lnTo>
                <a:lnTo>
                  <a:pt x="13278" y="16422"/>
                </a:lnTo>
                <a:lnTo>
                  <a:pt x="13454" y="16656"/>
                </a:lnTo>
                <a:lnTo>
                  <a:pt x="13592" y="16750"/>
                </a:lnTo>
                <a:lnTo>
                  <a:pt x="13693" y="16891"/>
                </a:lnTo>
                <a:lnTo>
                  <a:pt x="13869" y="17126"/>
                </a:lnTo>
                <a:lnTo>
                  <a:pt x="14095" y="17314"/>
                </a:lnTo>
                <a:lnTo>
                  <a:pt x="14196" y="17454"/>
                </a:lnTo>
                <a:lnTo>
                  <a:pt x="14372" y="17688"/>
                </a:lnTo>
                <a:lnTo>
                  <a:pt x="14598" y="17923"/>
                </a:lnTo>
                <a:lnTo>
                  <a:pt x="14787" y="18111"/>
                </a:lnTo>
                <a:lnTo>
                  <a:pt x="14875" y="18251"/>
                </a:lnTo>
                <a:lnTo>
                  <a:pt x="15101" y="18487"/>
                </a:lnTo>
                <a:lnTo>
                  <a:pt x="15290" y="18673"/>
                </a:lnTo>
                <a:lnTo>
                  <a:pt x="15378" y="18815"/>
                </a:lnTo>
                <a:lnTo>
                  <a:pt x="15604" y="19049"/>
                </a:lnTo>
                <a:lnTo>
                  <a:pt x="15793" y="19237"/>
                </a:lnTo>
                <a:lnTo>
                  <a:pt x="15881" y="19378"/>
                </a:lnTo>
                <a:lnTo>
                  <a:pt x="16107" y="19612"/>
                </a:lnTo>
                <a:lnTo>
                  <a:pt x="16296" y="19800"/>
                </a:lnTo>
                <a:lnTo>
                  <a:pt x="16384" y="19940"/>
                </a:lnTo>
                <a:lnTo>
                  <a:pt x="16623" y="20128"/>
                </a:lnTo>
                <a:lnTo>
                  <a:pt x="16711" y="20270"/>
                </a:lnTo>
                <a:lnTo>
                  <a:pt x="16887" y="20504"/>
                </a:lnTo>
                <a:lnTo>
                  <a:pt x="17126" y="20692"/>
                </a:lnTo>
                <a:lnTo>
                  <a:pt x="17214" y="20832"/>
                </a:lnTo>
                <a:lnTo>
                  <a:pt x="17390" y="21020"/>
                </a:lnTo>
                <a:lnTo>
                  <a:pt x="17490" y="21161"/>
                </a:lnTo>
                <a:lnTo>
                  <a:pt x="17629" y="21255"/>
                </a:lnTo>
                <a:lnTo>
                  <a:pt x="17805" y="21489"/>
                </a:lnTo>
                <a:lnTo>
                  <a:pt x="17993" y="21677"/>
                </a:lnTo>
                <a:lnTo>
                  <a:pt x="18132" y="21817"/>
                </a:lnTo>
                <a:lnTo>
                  <a:pt x="18308" y="22005"/>
                </a:lnTo>
                <a:lnTo>
                  <a:pt x="18396" y="22146"/>
                </a:lnTo>
                <a:lnTo>
                  <a:pt x="18634" y="22334"/>
                </a:lnTo>
                <a:lnTo>
                  <a:pt x="18723" y="22474"/>
                </a:lnTo>
                <a:lnTo>
                  <a:pt x="18911" y="22662"/>
                </a:lnTo>
                <a:lnTo>
                  <a:pt x="19137" y="22896"/>
                </a:lnTo>
                <a:lnTo>
                  <a:pt x="19313" y="23084"/>
                </a:lnTo>
                <a:lnTo>
                  <a:pt x="19414" y="23226"/>
                </a:lnTo>
                <a:lnTo>
                  <a:pt x="19640" y="23413"/>
                </a:lnTo>
                <a:lnTo>
                  <a:pt x="19816" y="23648"/>
                </a:lnTo>
                <a:lnTo>
                  <a:pt x="20005" y="23835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4525200" y="4535845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0"/>
                </a:moveTo>
                <a:lnTo>
                  <a:pt x="138" y="141"/>
                </a:lnTo>
                <a:lnTo>
                  <a:pt x="314" y="328"/>
                </a:lnTo>
                <a:lnTo>
                  <a:pt x="502" y="563"/>
                </a:lnTo>
                <a:lnTo>
                  <a:pt x="641" y="657"/>
                </a:lnTo>
                <a:lnTo>
                  <a:pt x="817" y="844"/>
                </a:lnTo>
                <a:lnTo>
                  <a:pt x="917" y="986"/>
                </a:lnTo>
                <a:lnTo>
                  <a:pt x="1144" y="1172"/>
                </a:lnTo>
                <a:lnTo>
                  <a:pt x="1320" y="1360"/>
                </a:lnTo>
                <a:lnTo>
                  <a:pt x="1420" y="1502"/>
                </a:lnTo>
                <a:lnTo>
                  <a:pt x="1647" y="1689"/>
                </a:lnTo>
                <a:lnTo>
                  <a:pt x="1823" y="1924"/>
                </a:lnTo>
                <a:lnTo>
                  <a:pt x="2011" y="2111"/>
                </a:lnTo>
                <a:lnTo>
                  <a:pt x="2150" y="2205"/>
                </a:lnTo>
                <a:lnTo>
                  <a:pt x="2326" y="2439"/>
                </a:lnTo>
                <a:lnTo>
                  <a:pt x="2514" y="2627"/>
                </a:lnTo>
                <a:lnTo>
                  <a:pt x="2653" y="2721"/>
                </a:lnTo>
                <a:lnTo>
                  <a:pt x="2841" y="2956"/>
                </a:lnTo>
                <a:lnTo>
                  <a:pt x="3017" y="3144"/>
                </a:lnTo>
                <a:lnTo>
                  <a:pt x="3156" y="3238"/>
                </a:lnTo>
                <a:lnTo>
                  <a:pt x="3344" y="3426"/>
                </a:lnTo>
                <a:lnTo>
                  <a:pt x="3432" y="3566"/>
                </a:lnTo>
                <a:lnTo>
                  <a:pt x="3659" y="3754"/>
                </a:lnTo>
                <a:lnTo>
                  <a:pt x="3847" y="3942"/>
                </a:lnTo>
                <a:lnTo>
                  <a:pt x="4023" y="4129"/>
                </a:lnTo>
                <a:lnTo>
                  <a:pt x="4162" y="4270"/>
                </a:lnTo>
                <a:lnTo>
                  <a:pt x="4350" y="4458"/>
                </a:lnTo>
                <a:lnTo>
                  <a:pt x="4526" y="4645"/>
                </a:lnTo>
                <a:lnTo>
                  <a:pt x="4665" y="4739"/>
                </a:lnTo>
                <a:lnTo>
                  <a:pt x="4853" y="4973"/>
                </a:lnTo>
                <a:lnTo>
                  <a:pt x="5029" y="5161"/>
                </a:lnTo>
                <a:lnTo>
                  <a:pt x="5168" y="5255"/>
                </a:lnTo>
                <a:lnTo>
                  <a:pt x="5356" y="5443"/>
                </a:lnTo>
                <a:lnTo>
                  <a:pt x="5532" y="5631"/>
                </a:lnTo>
                <a:lnTo>
                  <a:pt x="5670" y="5725"/>
                </a:lnTo>
                <a:lnTo>
                  <a:pt x="5758" y="5865"/>
                </a:lnTo>
                <a:lnTo>
                  <a:pt x="5947" y="6053"/>
                </a:lnTo>
                <a:lnTo>
                  <a:pt x="6173" y="6240"/>
                </a:lnTo>
                <a:lnTo>
                  <a:pt x="6362" y="6428"/>
                </a:lnTo>
                <a:lnTo>
                  <a:pt x="6538" y="6616"/>
                </a:lnTo>
                <a:lnTo>
                  <a:pt x="6676" y="6710"/>
                </a:lnTo>
                <a:lnTo>
                  <a:pt x="6865" y="6898"/>
                </a:lnTo>
                <a:lnTo>
                  <a:pt x="7041" y="7132"/>
                </a:lnTo>
                <a:lnTo>
                  <a:pt x="7179" y="7226"/>
                </a:lnTo>
                <a:lnTo>
                  <a:pt x="7368" y="7414"/>
                </a:lnTo>
                <a:lnTo>
                  <a:pt x="7544" y="7601"/>
                </a:lnTo>
                <a:lnTo>
                  <a:pt x="7682" y="7695"/>
                </a:lnTo>
                <a:lnTo>
                  <a:pt x="7871" y="7883"/>
                </a:lnTo>
                <a:lnTo>
                  <a:pt x="8047" y="8071"/>
                </a:lnTo>
                <a:lnTo>
                  <a:pt x="8185" y="8165"/>
                </a:lnTo>
                <a:lnTo>
                  <a:pt x="8374" y="8351"/>
                </a:lnTo>
                <a:lnTo>
                  <a:pt x="8550" y="8539"/>
                </a:lnTo>
                <a:lnTo>
                  <a:pt x="8688" y="8633"/>
                </a:lnTo>
                <a:lnTo>
                  <a:pt x="8877" y="8821"/>
                </a:lnTo>
                <a:lnTo>
                  <a:pt x="9066" y="9009"/>
                </a:lnTo>
                <a:lnTo>
                  <a:pt x="9292" y="9196"/>
                </a:lnTo>
                <a:lnTo>
                  <a:pt x="9468" y="9384"/>
                </a:lnTo>
                <a:lnTo>
                  <a:pt x="9694" y="9572"/>
                </a:lnTo>
                <a:lnTo>
                  <a:pt x="9883" y="9760"/>
                </a:lnTo>
                <a:lnTo>
                  <a:pt x="10071" y="9948"/>
                </a:lnTo>
                <a:lnTo>
                  <a:pt x="10210" y="10041"/>
                </a:lnTo>
                <a:lnTo>
                  <a:pt x="10386" y="10229"/>
                </a:lnTo>
                <a:lnTo>
                  <a:pt x="10574" y="10417"/>
                </a:lnTo>
                <a:lnTo>
                  <a:pt x="10713" y="10511"/>
                </a:lnTo>
                <a:lnTo>
                  <a:pt x="10889" y="10651"/>
                </a:lnTo>
                <a:lnTo>
                  <a:pt x="11077" y="10839"/>
                </a:lnTo>
                <a:lnTo>
                  <a:pt x="11216" y="10933"/>
                </a:lnTo>
                <a:lnTo>
                  <a:pt x="11392" y="11121"/>
                </a:lnTo>
                <a:lnTo>
                  <a:pt x="11580" y="11308"/>
                </a:lnTo>
                <a:lnTo>
                  <a:pt x="11719" y="11402"/>
                </a:lnTo>
                <a:lnTo>
                  <a:pt x="11895" y="11590"/>
                </a:lnTo>
                <a:lnTo>
                  <a:pt x="12083" y="11730"/>
                </a:lnTo>
                <a:lnTo>
                  <a:pt x="12222" y="11824"/>
                </a:lnTo>
                <a:lnTo>
                  <a:pt x="12398" y="12012"/>
                </a:lnTo>
                <a:lnTo>
                  <a:pt x="12586" y="12200"/>
                </a:lnTo>
                <a:lnTo>
                  <a:pt x="12725" y="12294"/>
                </a:lnTo>
                <a:lnTo>
                  <a:pt x="12901" y="12482"/>
                </a:lnTo>
                <a:lnTo>
                  <a:pt x="13089" y="12622"/>
                </a:lnTo>
                <a:lnTo>
                  <a:pt x="13228" y="12716"/>
                </a:lnTo>
                <a:lnTo>
                  <a:pt x="13404" y="12904"/>
                </a:lnTo>
                <a:lnTo>
                  <a:pt x="13592" y="13091"/>
                </a:lnTo>
                <a:lnTo>
                  <a:pt x="13731" y="13185"/>
                </a:lnTo>
                <a:lnTo>
                  <a:pt x="13907" y="13326"/>
                </a:lnTo>
                <a:lnTo>
                  <a:pt x="14095" y="13513"/>
                </a:lnTo>
                <a:lnTo>
                  <a:pt x="14234" y="13607"/>
                </a:lnTo>
                <a:lnTo>
                  <a:pt x="14410" y="13749"/>
                </a:lnTo>
                <a:lnTo>
                  <a:pt x="14598" y="13935"/>
                </a:lnTo>
                <a:lnTo>
                  <a:pt x="14736" y="14029"/>
                </a:lnTo>
                <a:lnTo>
                  <a:pt x="14913" y="14217"/>
                </a:lnTo>
                <a:lnTo>
                  <a:pt x="15101" y="14358"/>
                </a:lnTo>
                <a:lnTo>
                  <a:pt x="15239" y="14452"/>
                </a:lnTo>
                <a:lnTo>
                  <a:pt x="15415" y="14640"/>
                </a:lnTo>
                <a:lnTo>
                  <a:pt x="15604" y="14780"/>
                </a:lnTo>
                <a:lnTo>
                  <a:pt x="15742" y="14874"/>
                </a:lnTo>
                <a:lnTo>
                  <a:pt x="15918" y="15062"/>
                </a:lnTo>
                <a:lnTo>
                  <a:pt x="16107" y="15202"/>
                </a:lnTo>
                <a:lnTo>
                  <a:pt x="16245" y="15296"/>
                </a:lnTo>
                <a:lnTo>
                  <a:pt x="16434" y="15438"/>
                </a:lnTo>
                <a:lnTo>
                  <a:pt x="16610" y="15625"/>
                </a:lnTo>
                <a:lnTo>
                  <a:pt x="16748" y="15719"/>
                </a:lnTo>
                <a:lnTo>
                  <a:pt x="16937" y="15860"/>
                </a:lnTo>
                <a:lnTo>
                  <a:pt x="17113" y="16047"/>
                </a:lnTo>
                <a:lnTo>
                  <a:pt x="17251" y="16094"/>
                </a:lnTo>
                <a:lnTo>
                  <a:pt x="17440" y="16282"/>
                </a:lnTo>
                <a:lnTo>
                  <a:pt x="17616" y="16423"/>
                </a:lnTo>
                <a:lnTo>
                  <a:pt x="17754" y="16517"/>
                </a:lnTo>
                <a:lnTo>
                  <a:pt x="17943" y="16705"/>
                </a:lnTo>
                <a:lnTo>
                  <a:pt x="18119" y="16845"/>
                </a:lnTo>
                <a:lnTo>
                  <a:pt x="18257" y="16939"/>
                </a:lnTo>
                <a:lnTo>
                  <a:pt x="18446" y="17079"/>
                </a:lnTo>
                <a:lnTo>
                  <a:pt x="18622" y="17267"/>
                </a:lnTo>
                <a:lnTo>
                  <a:pt x="18760" y="17314"/>
                </a:lnTo>
                <a:lnTo>
                  <a:pt x="18949" y="17502"/>
                </a:lnTo>
                <a:lnTo>
                  <a:pt x="19125" y="17642"/>
                </a:lnTo>
                <a:lnTo>
                  <a:pt x="19263" y="17736"/>
                </a:lnTo>
                <a:lnTo>
                  <a:pt x="19452" y="17878"/>
                </a:lnTo>
                <a:lnTo>
                  <a:pt x="19628" y="18018"/>
                </a:lnTo>
                <a:lnTo>
                  <a:pt x="19766" y="18112"/>
                </a:lnTo>
                <a:lnTo>
                  <a:pt x="19955" y="1825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4545243" y="4554192"/>
            <a:ext cx="20043" cy="12528"/>
          </a:xfrm>
          <a:custGeom>
            <a:avLst/>
            <a:gdLst/>
            <a:ahLst/>
            <a:cxnLst/>
            <a:rect l="l" t="t" r="r" b="b"/>
            <a:pathLst>
              <a:path w="20043" h="12528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69"/>
                </a:lnTo>
                <a:lnTo>
                  <a:pt x="729" y="562"/>
                </a:lnTo>
                <a:lnTo>
                  <a:pt x="917" y="704"/>
                </a:lnTo>
                <a:lnTo>
                  <a:pt x="1093" y="844"/>
                </a:lnTo>
                <a:lnTo>
                  <a:pt x="1232" y="938"/>
                </a:lnTo>
                <a:lnTo>
                  <a:pt x="1420" y="1078"/>
                </a:lnTo>
                <a:lnTo>
                  <a:pt x="1596" y="1220"/>
                </a:lnTo>
                <a:lnTo>
                  <a:pt x="1735" y="1314"/>
                </a:lnTo>
                <a:lnTo>
                  <a:pt x="1923" y="1454"/>
                </a:lnTo>
                <a:lnTo>
                  <a:pt x="2099" y="1595"/>
                </a:lnTo>
                <a:lnTo>
                  <a:pt x="2238" y="1689"/>
                </a:lnTo>
                <a:lnTo>
                  <a:pt x="2426" y="1829"/>
                </a:lnTo>
                <a:lnTo>
                  <a:pt x="2615" y="1971"/>
                </a:lnTo>
                <a:lnTo>
                  <a:pt x="2841" y="2111"/>
                </a:lnTo>
                <a:lnTo>
                  <a:pt x="3017" y="2251"/>
                </a:lnTo>
                <a:lnTo>
                  <a:pt x="3244" y="2439"/>
                </a:lnTo>
                <a:lnTo>
                  <a:pt x="3432" y="2581"/>
                </a:lnTo>
                <a:lnTo>
                  <a:pt x="3621" y="2721"/>
                </a:lnTo>
                <a:lnTo>
                  <a:pt x="3759" y="2768"/>
                </a:lnTo>
                <a:lnTo>
                  <a:pt x="3935" y="2909"/>
                </a:lnTo>
                <a:lnTo>
                  <a:pt x="4124" y="3050"/>
                </a:lnTo>
                <a:lnTo>
                  <a:pt x="4262" y="3144"/>
                </a:lnTo>
                <a:lnTo>
                  <a:pt x="4438" y="3284"/>
                </a:lnTo>
                <a:lnTo>
                  <a:pt x="4627" y="3426"/>
                </a:lnTo>
                <a:lnTo>
                  <a:pt x="4765" y="3518"/>
                </a:lnTo>
                <a:lnTo>
                  <a:pt x="4941" y="3660"/>
                </a:lnTo>
                <a:lnTo>
                  <a:pt x="5130" y="3800"/>
                </a:lnTo>
                <a:lnTo>
                  <a:pt x="5268" y="3848"/>
                </a:lnTo>
                <a:lnTo>
                  <a:pt x="5444" y="3988"/>
                </a:lnTo>
                <a:lnTo>
                  <a:pt x="5633" y="4129"/>
                </a:lnTo>
                <a:lnTo>
                  <a:pt x="5771" y="4176"/>
                </a:lnTo>
                <a:lnTo>
                  <a:pt x="5947" y="4316"/>
                </a:lnTo>
                <a:lnTo>
                  <a:pt x="6136" y="4457"/>
                </a:lnTo>
                <a:lnTo>
                  <a:pt x="6274" y="4551"/>
                </a:lnTo>
                <a:lnTo>
                  <a:pt x="6450" y="4692"/>
                </a:lnTo>
                <a:lnTo>
                  <a:pt x="6639" y="4833"/>
                </a:lnTo>
                <a:lnTo>
                  <a:pt x="6777" y="4879"/>
                </a:lnTo>
                <a:lnTo>
                  <a:pt x="6953" y="5021"/>
                </a:lnTo>
                <a:lnTo>
                  <a:pt x="7142" y="5161"/>
                </a:lnTo>
                <a:lnTo>
                  <a:pt x="7280" y="5207"/>
                </a:lnTo>
                <a:lnTo>
                  <a:pt x="7456" y="5349"/>
                </a:lnTo>
                <a:lnTo>
                  <a:pt x="7645" y="5489"/>
                </a:lnTo>
                <a:lnTo>
                  <a:pt x="7783" y="5537"/>
                </a:lnTo>
                <a:lnTo>
                  <a:pt x="7959" y="5677"/>
                </a:lnTo>
                <a:lnTo>
                  <a:pt x="8148" y="5818"/>
                </a:lnTo>
                <a:lnTo>
                  <a:pt x="8286" y="5865"/>
                </a:lnTo>
                <a:lnTo>
                  <a:pt x="8462" y="6006"/>
                </a:lnTo>
                <a:lnTo>
                  <a:pt x="8651" y="6146"/>
                </a:lnTo>
                <a:lnTo>
                  <a:pt x="8789" y="6194"/>
                </a:lnTo>
                <a:lnTo>
                  <a:pt x="8965" y="6334"/>
                </a:lnTo>
                <a:lnTo>
                  <a:pt x="9154" y="6474"/>
                </a:lnTo>
                <a:lnTo>
                  <a:pt x="9292" y="6522"/>
                </a:lnTo>
                <a:lnTo>
                  <a:pt x="9468" y="6662"/>
                </a:lnTo>
                <a:lnTo>
                  <a:pt x="9656" y="6804"/>
                </a:lnTo>
                <a:lnTo>
                  <a:pt x="9795" y="6850"/>
                </a:lnTo>
                <a:lnTo>
                  <a:pt x="9983" y="6991"/>
                </a:lnTo>
                <a:lnTo>
                  <a:pt x="10159" y="7085"/>
                </a:lnTo>
                <a:lnTo>
                  <a:pt x="10298" y="7179"/>
                </a:lnTo>
                <a:lnTo>
                  <a:pt x="10486" y="7273"/>
                </a:lnTo>
                <a:lnTo>
                  <a:pt x="10662" y="7413"/>
                </a:lnTo>
                <a:lnTo>
                  <a:pt x="10801" y="7461"/>
                </a:lnTo>
                <a:lnTo>
                  <a:pt x="10989" y="7601"/>
                </a:lnTo>
                <a:lnTo>
                  <a:pt x="11165" y="7741"/>
                </a:lnTo>
                <a:lnTo>
                  <a:pt x="11304" y="7789"/>
                </a:lnTo>
                <a:lnTo>
                  <a:pt x="11492" y="7929"/>
                </a:lnTo>
                <a:lnTo>
                  <a:pt x="11668" y="8023"/>
                </a:lnTo>
                <a:lnTo>
                  <a:pt x="11807" y="8071"/>
                </a:lnTo>
                <a:lnTo>
                  <a:pt x="11995" y="8211"/>
                </a:lnTo>
                <a:lnTo>
                  <a:pt x="12171" y="8351"/>
                </a:lnTo>
                <a:lnTo>
                  <a:pt x="12310" y="8399"/>
                </a:lnTo>
                <a:lnTo>
                  <a:pt x="12498" y="8493"/>
                </a:lnTo>
                <a:lnTo>
                  <a:pt x="12674" y="8633"/>
                </a:lnTo>
                <a:lnTo>
                  <a:pt x="12813" y="8680"/>
                </a:lnTo>
                <a:lnTo>
                  <a:pt x="13001" y="8821"/>
                </a:lnTo>
                <a:lnTo>
                  <a:pt x="13177" y="8915"/>
                </a:lnTo>
                <a:lnTo>
                  <a:pt x="13316" y="8962"/>
                </a:lnTo>
                <a:lnTo>
                  <a:pt x="13504" y="9102"/>
                </a:lnTo>
                <a:lnTo>
                  <a:pt x="13680" y="9196"/>
                </a:lnTo>
                <a:lnTo>
                  <a:pt x="13819" y="9244"/>
                </a:lnTo>
                <a:lnTo>
                  <a:pt x="14007" y="9384"/>
                </a:lnTo>
                <a:lnTo>
                  <a:pt x="14183" y="9478"/>
                </a:lnTo>
                <a:lnTo>
                  <a:pt x="14322" y="9572"/>
                </a:lnTo>
                <a:lnTo>
                  <a:pt x="14510" y="9666"/>
                </a:lnTo>
                <a:lnTo>
                  <a:pt x="14686" y="9760"/>
                </a:lnTo>
                <a:lnTo>
                  <a:pt x="14824" y="9853"/>
                </a:lnTo>
                <a:lnTo>
                  <a:pt x="15013" y="9947"/>
                </a:lnTo>
                <a:lnTo>
                  <a:pt x="15189" y="10041"/>
                </a:lnTo>
                <a:lnTo>
                  <a:pt x="15327" y="10088"/>
                </a:lnTo>
                <a:lnTo>
                  <a:pt x="15516" y="10229"/>
                </a:lnTo>
                <a:lnTo>
                  <a:pt x="15692" y="10323"/>
                </a:lnTo>
                <a:lnTo>
                  <a:pt x="15830" y="10369"/>
                </a:lnTo>
                <a:lnTo>
                  <a:pt x="16019" y="10511"/>
                </a:lnTo>
                <a:lnTo>
                  <a:pt x="16208" y="10605"/>
                </a:lnTo>
                <a:lnTo>
                  <a:pt x="16434" y="10697"/>
                </a:lnTo>
                <a:lnTo>
                  <a:pt x="16610" y="10791"/>
                </a:lnTo>
                <a:lnTo>
                  <a:pt x="16836" y="10933"/>
                </a:lnTo>
                <a:lnTo>
                  <a:pt x="17025" y="11027"/>
                </a:lnTo>
                <a:lnTo>
                  <a:pt x="17214" y="11120"/>
                </a:lnTo>
                <a:lnTo>
                  <a:pt x="17352" y="11167"/>
                </a:lnTo>
                <a:lnTo>
                  <a:pt x="17528" y="11308"/>
                </a:lnTo>
                <a:lnTo>
                  <a:pt x="17717" y="11402"/>
                </a:lnTo>
                <a:lnTo>
                  <a:pt x="17855" y="11449"/>
                </a:lnTo>
                <a:lnTo>
                  <a:pt x="18031" y="11542"/>
                </a:lnTo>
                <a:lnTo>
                  <a:pt x="18220" y="11636"/>
                </a:lnTo>
                <a:lnTo>
                  <a:pt x="18358" y="11684"/>
                </a:lnTo>
                <a:lnTo>
                  <a:pt x="18534" y="11778"/>
                </a:lnTo>
                <a:lnTo>
                  <a:pt x="18723" y="11918"/>
                </a:lnTo>
                <a:lnTo>
                  <a:pt x="18861" y="11964"/>
                </a:lnTo>
                <a:lnTo>
                  <a:pt x="19037" y="12058"/>
                </a:lnTo>
                <a:lnTo>
                  <a:pt x="19225" y="12152"/>
                </a:lnTo>
                <a:lnTo>
                  <a:pt x="19364" y="12200"/>
                </a:lnTo>
                <a:lnTo>
                  <a:pt x="19540" y="12294"/>
                </a:lnTo>
                <a:lnTo>
                  <a:pt x="19728" y="12387"/>
                </a:lnTo>
                <a:lnTo>
                  <a:pt x="19867" y="12434"/>
                </a:lnTo>
                <a:lnTo>
                  <a:pt x="20043" y="12528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4565286" y="4566721"/>
            <a:ext cx="20043" cy="6522"/>
          </a:xfrm>
          <a:custGeom>
            <a:avLst/>
            <a:gdLst/>
            <a:ahLst/>
            <a:cxnLst/>
            <a:rect l="l" t="t" r="r" b="b"/>
            <a:pathLst>
              <a:path w="20043" h="6522">
                <a:moveTo>
                  <a:pt x="0" y="0"/>
                </a:moveTo>
                <a:lnTo>
                  <a:pt x="188" y="93"/>
                </a:lnTo>
                <a:lnTo>
                  <a:pt x="326" y="140"/>
                </a:lnTo>
                <a:lnTo>
                  <a:pt x="502" y="234"/>
                </a:lnTo>
                <a:lnTo>
                  <a:pt x="691" y="328"/>
                </a:lnTo>
                <a:lnTo>
                  <a:pt x="829" y="374"/>
                </a:lnTo>
                <a:lnTo>
                  <a:pt x="1005" y="468"/>
                </a:lnTo>
                <a:lnTo>
                  <a:pt x="1194" y="562"/>
                </a:lnTo>
                <a:lnTo>
                  <a:pt x="1332" y="610"/>
                </a:lnTo>
                <a:lnTo>
                  <a:pt x="1508" y="702"/>
                </a:lnTo>
                <a:lnTo>
                  <a:pt x="1697" y="796"/>
                </a:lnTo>
                <a:lnTo>
                  <a:pt x="1835" y="844"/>
                </a:lnTo>
                <a:lnTo>
                  <a:pt x="2011" y="938"/>
                </a:lnTo>
                <a:lnTo>
                  <a:pt x="2200" y="1032"/>
                </a:lnTo>
                <a:lnTo>
                  <a:pt x="2338" y="1078"/>
                </a:lnTo>
                <a:lnTo>
                  <a:pt x="2514" y="1172"/>
                </a:lnTo>
                <a:lnTo>
                  <a:pt x="2703" y="1266"/>
                </a:lnTo>
                <a:lnTo>
                  <a:pt x="2841" y="1266"/>
                </a:lnTo>
                <a:lnTo>
                  <a:pt x="3017" y="1360"/>
                </a:lnTo>
                <a:lnTo>
                  <a:pt x="3206" y="1454"/>
                </a:lnTo>
                <a:lnTo>
                  <a:pt x="3344" y="1501"/>
                </a:lnTo>
                <a:lnTo>
                  <a:pt x="3533" y="1595"/>
                </a:lnTo>
                <a:lnTo>
                  <a:pt x="3709" y="1689"/>
                </a:lnTo>
                <a:lnTo>
                  <a:pt x="3847" y="1735"/>
                </a:lnTo>
                <a:lnTo>
                  <a:pt x="4036" y="1783"/>
                </a:lnTo>
                <a:lnTo>
                  <a:pt x="4212" y="1877"/>
                </a:lnTo>
                <a:lnTo>
                  <a:pt x="4350" y="1923"/>
                </a:lnTo>
                <a:lnTo>
                  <a:pt x="4539" y="2017"/>
                </a:lnTo>
                <a:lnTo>
                  <a:pt x="4715" y="2111"/>
                </a:lnTo>
                <a:lnTo>
                  <a:pt x="4853" y="2111"/>
                </a:lnTo>
                <a:lnTo>
                  <a:pt x="5042" y="2205"/>
                </a:lnTo>
                <a:lnTo>
                  <a:pt x="5218" y="2299"/>
                </a:lnTo>
                <a:lnTo>
                  <a:pt x="5356" y="2345"/>
                </a:lnTo>
                <a:lnTo>
                  <a:pt x="5545" y="2392"/>
                </a:lnTo>
                <a:lnTo>
                  <a:pt x="5721" y="2486"/>
                </a:lnTo>
                <a:lnTo>
                  <a:pt x="5859" y="2533"/>
                </a:lnTo>
                <a:lnTo>
                  <a:pt x="6048" y="2627"/>
                </a:lnTo>
                <a:lnTo>
                  <a:pt x="6224" y="2674"/>
                </a:lnTo>
                <a:lnTo>
                  <a:pt x="6362" y="2721"/>
                </a:lnTo>
                <a:lnTo>
                  <a:pt x="6551" y="2814"/>
                </a:lnTo>
                <a:lnTo>
                  <a:pt x="6727" y="2862"/>
                </a:lnTo>
                <a:lnTo>
                  <a:pt x="6865" y="2908"/>
                </a:lnTo>
                <a:lnTo>
                  <a:pt x="7054" y="3002"/>
                </a:lnTo>
                <a:lnTo>
                  <a:pt x="7230" y="3050"/>
                </a:lnTo>
                <a:lnTo>
                  <a:pt x="7368" y="3096"/>
                </a:lnTo>
                <a:lnTo>
                  <a:pt x="7557" y="3190"/>
                </a:lnTo>
                <a:lnTo>
                  <a:pt x="7733" y="3236"/>
                </a:lnTo>
                <a:lnTo>
                  <a:pt x="7871" y="3284"/>
                </a:lnTo>
                <a:lnTo>
                  <a:pt x="8060" y="3378"/>
                </a:lnTo>
                <a:lnTo>
                  <a:pt x="8236" y="3424"/>
                </a:lnTo>
                <a:lnTo>
                  <a:pt x="8374" y="3472"/>
                </a:lnTo>
                <a:lnTo>
                  <a:pt x="8563" y="3518"/>
                </a:lnTo>
                <a:lnTo>
                  <a:pt x="8789" y="3612"/>
                </a:lnTo>
                <a:lnTo>
                  <a:pt x="8977" y="3659"/>
                </a:lnTo>
                <a:lnTo>
                  <a:pt x="9154" y="3753"/>
                </a:lnTo>
                <a:lnTo>
                  <a:pt x="9292" y="3753"/>
                </a:lnTo>
                <a:lnTo>
                  <a:pt x="9480" y="3847"/>
                </a:lnTo>
                <a:lnTo>
                  <a:pt x="9656" y="3894"/>
                </a:lnTo>
                <a:lnTo>
                  <a:pt x="9795" y="3941"/>
                </a:lnTo>
                <a:lnTo>
                  <a:pt x="9983" y="3988"/>
                </a:lnTo>
                <a:lnTo>
                  <a:pt x="10159" y="4081"/>
                </a:lnTo>
                <a:lnTo>
                  <a:pt x="10298" y="4081"/>
                </a:lnTo>
                <a:lnTo>
                  <a:pt x="10486" y="4175"/>
                </a:lnTo>
                <a:lnTo>
                  <a:pt x="10662" y="4222"/>
                </a:lnTo>
                <a:lnTo>
                  <a:pt x="10801" y="4269"/>
                </a:lnTo>
                <a:lnTo>
                  <a:pt x="10989" y="4316"/>
                </a:lnTo>
                <a:lnTo>
                  <a:pt x="11165" y="4410"/>
                </a:lnTo>
                <a:lnTo>
                  <a:pt x="11304" y="4410"/>
                </a:lnTo>
                <a:lnTo>
                  <a:pt x="11492" y="4503"/>
                </a:lnTo>
                <a:lnTo>
                  <a:pt x="11668" y="4551"/>
                </a:lnTo>
                <a:lnTo>
                  <a:pt x="11807" y="4551"/>
                </a:lnTo>
                <a:lnTo>
                  <a:pt x="11995" y="4645"/>
                </a:lnTo>
                <a:lnTo>
                  <a:pt x="12171" y="4691"/>
                </a:lnTo>
                <a:lnTo>
                  <a:pt x="12310" y="4739"/>
                </a:lnTo>
                <a:lnTo>
                  <a:pt x="12498" y="4785"/>
                </a:lnTo>
                <a:lnTo>
                  <a:pt x="12674" y="4833"/>
                </a:lnTo>
                <a:lnTo>
                  <a:pt x="12813" y="4879"/>
                </a:lnTo>
                <a:lnTo>
                  <a:pt x="13001" y="4925"/>
                </a:lnTo>
                <a:lnTo>
                  <a:pt x="13177" y="4973"/>
                </a:lnTo>
                <a:lnTo>
                  <a:pt x="13316" y="5019"/>
                </a:lnTo>
                <a:lnTo>
                  <a:pt x="13504" y="5067"/>
                </a:lnTo>
                <a:lnTo>
                  <a:pt x="13693" y="5113"/>
                </a:lnTo>
                <a:lnTo>
                  <a:pt x="13919" y="5161"/>
                </a:lnTo>
                <a:lnTo>
                  <a:pt x="14095" y="5207"/>
                </a:lnTo>
                <a:lnTo>
                  <a:pt x="14322" y="5255"/>
                </a:lnTo>
                <a:lnTo>
                  <a:pt x="14510" y="5348"/>
                </a:lnTo>
                <a:lnTo>
                  <a:pt x="14699" y="5395"/>
                </a:lnTo>
                <a:lnTo>
                  <a:pt x="14837" y="5395"/>
                </a:lnTo>
                <a:lnTo>
                  <a:pt x="15013" y="5442"/>
                </a:lnTo>
                <a:lnTo>
                  <a:pt x="15202" y="5489"/>
                </a:lnTo>
                <a:lnTo>
                  <a:pt x="15340" y="5536"/>
                </a:lnTo>
                <a:lnTo>
                  <a:pt x="15516" y="5583"/>
                </a:lnTo>
                <a:lnTo>
                  <a:pt x="15705" y="5630"/>
                </a:lnTo>
                <a:lnTo>
                  <a:pt x="15843" y="5677"/>
                </a:lnTo>
                <a:lnTo>
                  <a:pt x="16019" y="5724"/>
                </a:lnTo>
                <a:lnTo>
                  <a:pt x="16208" y="5770"/>
                </a:lnTo>
                <a:lnTo>
                  <a:pt x="16346" y="5770"/>
                </a:lnTo>
                <a:lnTo>
                  <a:pt x="16522" y="5818"/>
                </a:lnTo>
                <a:lnTo>
                  <a:pt x="16711" y="5864"/>
                </a:lnTo>
                <a:lnTo>
                  <a:pt x="16849" y="5864"/>
                </a:lnTo>
                <a:lnTo>
                  <a:pt x="17025" y="5912"/>
                </a:lnTo>
                <a:lnTo>
                  <a:pt x="17214" y="5958"/>
                </a:lnTo>
                <a:lnTo>
                  <a:pt x="17352" y="6006"/>
                </a:lnTo>
                <a:lnTo>
                  <a:pt x="17528" y="6052"/>
                </a:lnTo>
                <a:lnTo>
                  <a:pt x="17717" y="6100"/>
                </a:lnTo>
                <a:lnTo>
                  <a:pt x="17855" y="6100"/>
                </a:lnTo>
                <a:lnTo>
                  <a:pt x="18031" y="6146"/>
                </a:lnTo>
                <a:lnTo>
                  <a:pt x="18220" y="6192"/>
                </a:lnTo>
                <a:lnTo>
                  <a:pt x="18358" y="6192"/>
                </a:lnTo>
                <a:lnTo>
                  <a:pt x="18534" y="6240"/>
                </a:lnTo>
                <a:lnTo>
                  <a:pt x="18723" y="6286"/>
                </a:lnTo>
                <a:lnTo>
                  <a:pt x="18861" y="6286"/>
                </a:lnTo>
                <a:lnTo>
                  <a:pt x="19037" y="6334"/>
                </a:lnTo>
                <a:lnTo>
                  <a:pt x="19225" y="6380"/>
                </a:lnTo>
                <a:lnTo>
                  <a:pt x="19364" y="6380"/>
                </a:lnTo>
                <a:lnTo>
                  <a:pt x="19540" y="6428"/>
                </a:lnTo>
                <a:lnTo>
                  <a:pt x="19728" y="6474"/>
                </a:lnTo>
                <a:lnTo>
                  <a:pt x="19867" y="6474"/>
                </a:lnTo>
                <a:lnTo>
                  <a:pt x="20043" y="6522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4585330" y="4573243"/>
            <a:ext cx="20055" cy="984"/>
          </a:xfrm>
          <a:custGeom>
            <a:avLst/>
            <a:gdLst/>
            <a:ahLst/>
            <a:cxnLst/>
            <a:rect l="l" t="t" r="r" b="b"/>
            <a:pathLst>
              <a:path w="20055" h="984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1" y="140"/>
                </a:lnTo>
                <a:lnTo>
                  <a:pt x="829" y="140"/>
                </a:lnTo>
                <a:lnTo>
                  <a:pt x="1018" y="186"/>
                </a:lnTo>
                <a:lnTo>
                  <a:pt x="1194" y="186"/>
                </a:lnTo>
                <a:lnTo>
                  <a:pt x="1332" y="234"/>
                </a:lnTo>
                <a:lnTo>
                  <a:pt x="1521" y="234"/>
                </a:lnTo>
                <a:lnTo>
                  <a:pt x="1697" y="280"/>
                </a:lnTo>
                <a:lnTo>
                  <a:pt x="1835" y="280"/>
                </a:lnTo>
                <a:lnTo>
                  <a:pt x="2024" y="328"/>
                </a:lnTo>
                <a:lnTo>
                  <a:pt x="2200" y="328"/>
                </a:lnTo>
                <a:lnTo>
                  <a:pt x="2338" y="374"/>
                </a:lnTo>
                <a:lnTo>
                  <a:pt x="2527" y="374"/>
                </a:lnTo>
                <a:lnTo>
                  <a:pt x="2703" y="422"/>
                </a:lnTo>
                <a:lnTo>
                  <a:pt x="2841" y="422"/>
                </a:lnTo>
                <a:lnTo>
                  <a:pt x="3030" y="468"/>
                </a:lnTo>
                <a:lnTo>
                  <a:pt x="3206" y="468"/>
                </a:lnTo>
                <a:lnTo>
                  <a:pt x="3344" y="514"/>
                </a:lnTo>
                <a:lnTo>
                  <a:pt x="3533" y="514"/>
                </a:lnTo>
                <a:lnTo>
                  <a:pt x="3709" y="562"/>
                </a:lnTo>
                <a:lnTo>
                  <a:pt x="3847" y="562"/>
                </a:lnTo>
                <a:lnTo>
                  <a:pt x="4036" y="562"/>
                </a:lnTo>
                <a:lnTo>
                  <a:pt x="4212" y="608"/>
                </a:lnTo>
                <a:lnTo>
                  <a:pt x="4350" y="608"/>
                </a:lnTo>
                <a:lnTo>
                  <a:pt x="4539" y="608"/>
                </a:lnTo>
                <a:lnTo>
                  <a:pt x="4715" y="656"/>
                </a:lnTo>
                <a:lnTo>
                  <a:pt x="4853" y="656"/>
                </a:lnTo>
                <a:lnTo>
                  <a:pt x="5042" y="702"/>
                </a:lnTo>
                <a:lnTo>
                  <a:pt x="5218" y="702"/>
                </a:lnTo>
                <a:lnTo>
                  <a:pt x="5356" y="702"/>
                </a:lnTo>
                <a:lnTo>
                  <a:pt x="5545" y="702"/>
                </a:lnTo>
                <a:lnTo>
                  <a:pt x="5721" y="750"/>
                </a:lnTo>
                <a:lnTo>
                  <a:pt x="5859" y="750"/>
                </a:lnTo>
                <a:lnTo>
                  <a:pt x="6048" y="750"/>
                </a:lnTo>
                <a:lnTo>
                  <a:pt x="6224" y="796"/>
                </a:lnTo>
                <a:lnTo>
                  <a:pt x="6362" y="796"/>
                </a:lnTo>
                <a:lnTo>
                  <a:pt x="6551" y="796"/>
                </a:lnTo>
                <a:lnTo>
                  <a:pt x="6727" y="844"/>
                </a:lnTo>
                <a:lnTo>
                  <a:pt x="6865" y="844"/>
                </a:lnTo>
                <a:lnTo>
                  <a:pt x="7054" y="844"/>
                </a:lnTo>
                <a:lnTo>
                  <a:pt x="7242" y="844"/>
                </a:lnTo>
                <a:lnTo>
                  <a:pt x="7469" y="890"/>
                </a:lnTo>
                <a:lnTo>
                  <a:pt x="7645" y="890"/>
                </a:lnTo>
                <a:lnTo>
                  <a:pt x="7871" y="890"/>
                </a:lnTo>
                <a:lnTo>
                  <a:pt x="8060" y="890"/>
                </a:lnTo>
                <a:lnTo>
                  <a:pt x="8248" y="890"/>
                </a:lnTo>
                <a:lnTo>
                  <a:pt x="8386" y="937"/>
                </a:lnTo>
                <a:lnTo>
                  <a:pt x="8563" y="937"/>
                </a:lnTo>
                <a:lnTo>
                  <a:pt x="8751" y="937"/>
                </a:lnTo>
                <a:lnTo>
                  <a:pt x="8889" y="937"/>
                </a:lnTo>
                <a:lnTo>
                  <a:pt x="9066" y="937"/>
                </a:lnTo>
                <a:lnTo>
                  <a:pt x="9254" y="937"/>
                </a:lnTo>
                <a:lnTo>
                  <a:pt x="9392" y="937"/>
                </a:lnTo>
                <a:lnTo>
                  <a:pt x="9568" y="937"/>
                </a:lnTo>
                <a:lnTo>
                  <a:pt x="9757" y="984"/>
                </a:lnTo>
                <a:lnTo>
                  <a:pt x="9895" y="984"/>
                </a:lnTo>
                <a:lnTo>
                  <a:pt x="10071" y="984"/>
                </a:lnTo>
                <a:lnTo>
                  <a:pt x="10260" y="984"/>
                </a:lnTo>
                <a:lnTo>
                  <a:pt x="10398" y="984"/>
                </a:lnTo>
                <a:lnTo>
                  <a:pt x="10574" y="984"/>
                </a:lnTo>
                <a:lnTo>
                  <a:pt x="10763" y="984"/>
                </a:lnTo>
                <a:lnTo>
                  <a:pt x="10901" y="984"/>
                </a:lnTo>
                <a:lnTo>
                  <a:pt x="11077" y="984"/>
                </a:lnTo>
                <a:lnTo>
                  <a:pt x="11266" y="984"/>
                </a:lnTo>
                <a:lnTo>
                  <a:pt x="11404" y="984"/>
                </a:lnTo>
                <a:lnTo>
                  <a:pt x="11580" y="984"/>
                </a:lnTo>
                <a:lnTo>
                  <a:pt x="11769" y="984"/>
                </a:lnTo>
                <a:lnTo>
                  <a:pt x="11907" y="984"/>
                </a:lnTo>
                <a:lnTo>
                  <a:pt x="12083" y="984"/>
                </a:lnTo>
                <a:lnTo>
                  <a:pt x="12272" y="984"/>
                </a:lnTo>
                <a:lnTo>
                  <a:pt x="12410" y="984"/>
                </a:lnTo>
                <a:lnTo>
                  <a:pt x="12586" y="984"/>
                </a:lnTo>
                <a:lnTo>
                  <a:pt x="12775" y="984"/>
                </a:lnTo>
                <a:lnTo>
                  <a:pt x="12913" y="984"/>
                </a:lnTo>
                <a:lnTo>
                  <a:pt x="13089" y="984"/>
                </a:lnTo>
                <a:lnTo>
                  <a:pt x="13278" y="937"/>
                </a:lnTo>
                <a:lnTo>
                  <a:pt x="13416" y="937"/>
                </a:lnTo>
                <a:lnTo>
                  <a:pt x="13592" y="937"/>
                </a:lnTo>
                <a:lnTo>
                  <a:pt x="13781" y="937"/>
                </a:lnTo>
                <a:lnTo>
                  <a:pt x="13919" y="937"/>
                </a:lnTo>
                <a:lnTo>
                  <a:pt x="14095" y="937"/>
                </a:lnTo>
                <a:lnTo>
                  <a:pt x="14284" y="937"/>
                </a:lnTo>
                <a:lnTo>
                  <a:pt x="14422" y="890"/>
                </a:lnTo>
                <a:lnTo>
                  <a:pt x="14611" y="890"/>
                </a:lnTo>
                <a:lnTo>
                  <a:pt x="14787" y="890"/>
                </a:lnTo>
                <a:lnTo>
                  <a:pt x="14925" y="890"/>
                </a:lnTo>
                <a:lnTo>
                  <a:pt x="15114" y="890"/>
                </a:lnTo>
                <a:lnTo>
                  <a:pt x="15290" y="844"/>
                </a:lnTo>
                <a:lnTo>
                  <a:pt x="15428" y="844"/>
                </a:lnTo>
                <a:lnTo>
                  <a:pt x="15617" y="844"/>
                </a:lnTo>
                <a:lnTo>
                  <a:pt x="15793" y="844"/>
                </a:lnTo>
                <a:lnTo>
                  <a:pt x="15931" y="844"/>
                </a:lnTo>
                <a:lnTo>
                  <a:pt x="16120" y="796"/>
                </a:lnTo>
                <a:lnTo>
                  <a:pt x="16296" y="796"/>
                </a:lnTo>
                <a:lnTo>
                  <a:pt x="16434" y="796"/>
                </a:lnTo>
                <a:lnTo>
                  <a:pt x="16623" y="750"/>
                </a:lnTo>
                <a:lnTo>
                  <a:pt x="16799" y="750"/>
                </a:lnTo>
                <a:lnTo>
                  <a:pt x="16937" y="750"/>
                </a:lnTo>
                <a:lnTo>
                  <a:pt x="17126" y="750"/>
                </a:lnTo>
                <a:lnTo>
                  <a:pt x="17302" y="702"/>
                </a:lnTo>
                <a:lnTo>
                  <a:pt x="17440" y="702"/>
                </a:lnTo>
                <a:lnTo>
                  <a:pt x="17629" y="702"/>
                </a:lnTo>
                <a:lnTo>
                  <a:pt x="17805" y="656"/>
                </a:lnTo>
                <a:lnTo>
                  <a:pt x="17943" y="656"/>
                </a:lnTo>
                <a:lnTo>
                  <a:pt x="18132" y="656"/>
                </a:lnTo>
                <a:lnTo>
                  <a:pt x="18308" y="608"/>
                </a:lnTo>
                <a:lnTo>
                  <a:pt x="18446" y="608"/>
                </a:lnTo>
                <a:lnTo>
                  <a:pt x="18634" y="562"/>
                </a:lnTo>
                <a:lnTo>
                  <a:pt x="18811" y="562"/>
                </a:lnTo>
                <a:lnTo>
                  <a:pt x="18949" y="562"/>
                </a:lnTo>
                <a:lnTo>
                  <a:pt x="19137" y="515"/>
                </a:lnTo>
                <a:lnTo>
                  <a:pt x="19313" y="515"/>
                </a:lnTo>
                <a:lnTo>
                  <a:pt x="19452" y="468"/>
                </a:lnTo>
                <a:lnTo>
                  <a:pt x="19640" y="468"/>
                </a:lnTo>
                <a:lnTo>
                  <a:pt x="19816" y="422"/>
                </a:lnTo>
                <a:lnTo>
                  <a:pt x="19955" y="42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4605386" y="4567940"/>
            <a:ext cx="20043" cy="5725"/>
          </a:xfrm>
          <a:custGeom>
            <a:avLst/>
            <a:gdLst/>
            <a:ahLst/>
            <a:cxnLst/>
            <a:rect l="l" t="t" r="r" b="b"/>
            <a:pathLst>
              <a:path w="20043" h="5725">
                <a:moveTo>
                  <a:pt x="0" y="5725"/>
                </a:moveTo>
                <a:lnTo>
                  <a:pt x="176" y="5677"/>
                </a:lnTo>
                <a:lnTo>
                  <a:pt x="402" y="5677"/>
                </a:lnTo>
                <a:lnTo>
                  <a:pt x="590" y="5631"/>
                </a:lnTo>
                <a:lnTo>
                  <a:pt x="779" y="5583"/>
                </a:lnTo>
                <a:lnTo>
                  <a:pt x="1005" y="5583"/>
                </a:lnTo>
                <a:lnTo>
                  <a:pt x="1181" y="5537"/>
                </a:lnTo>
                <a:lnTo>
                  <a:pt x="1408" y="5489"/>
                </a:lnTo>
                <a:lnTo>
                  <a:pt x="1596" y="5489"/>
                </a:lnTo>
                <a:lnTo>
                  <a:pt x="1785" y="5443"/>
                </a:lnTo>
                <a:lnTo>
                  <a:pt x="1923" y="5443"/>
                </a:lnTo>
                <a:lnTo>
                  <a:pt x="2099" y="5395"/>
                </a:lnTo>
                <a:lnTo>
                  <a:pt x="2288" y="5349"/>
                </a:lnTo>
                <a:lnTo>
                  <a:pt x="2426" y="5349"/>
                </a:lnTo>
                <a:lnTo>
                  <a:pt x="2602" y="5303"/>
                </a:lnTo>
                <a:lnTo>
                  <a:pt x="2791" y="5255"/>
                </a:lnTo>
                <a:lnTo>
                  <a:pt x="2929" y="5255"/>
                </a:lnTo>
                <a:lnTo>
                  <a:pt x="3105" y="5209"/>
                </a:lnTo>
                <a:lnTo>
                  <a:pt x="3294" y="5209"/>
                </a:lnTo>
                <a:lnTo>
                  <a:pt x="3432" y="5161"/>
                </a:lnTo>
                <a:lnTo>
                  <a:pt x="3608" y="5115"/>
                </a:lnTo>
                <a:lnTo>
                  <a:pt x="3797" y="5115"/>
                </a:lnTo>
                <a:lnTo>
                  <a:pt x="3935" y="5067"/>
                </a:lnTo>
                <a:lnTo>
                  <a:pt x="4111" y="5021"/>
                </a:lnTo>
                <a:lnTo>
                  <a:pt x="4300" y="4973"/>
                </a:lnTo>
                <a:lnTo>
                  <a:pt x="4438" y="4973"/>
                </a:lnTo>
                <a:lnTo>
                  <a:pt x="4614" y="4927"/>
                </a:lnTo>
                <a:lnTo>
                  <a:pt x="4803" y="4880"/>
                </a:lnTo>
                <a:lnTo>
                  <a:pt x="4941" y="4880"/>
                </a:lnTo>
                <a:lnTo>
                  <a:pt x="5117" y="4833"/>
                </a:lnTo>
                <a:lnTo>
                  <a:pt x="5306" y="4786"/>
                </a:lnTo>
                <a:lnTo>
                  <a:pt x="5444" y="4786"/>
                </a:lnTo>
                <a:lnTo>
                  <a:pt x="5620" y="4739"/>
                </a:lnTo>
                <a:lnTo>
                  <a:pt x="5809" y="4692"/>
                </a:lnTo>
                <a:lnTo>
                  <a:pt x="5947" y="4645"/>
                </a:lnTo>
                <a:lnTo>
                  <a:pt x="6123" y="4598"/>
                </a:lnTo>
                <a:lnTo>
                  <a:pt x="6312" y="4551"/>
                </a:lnTo>
                <a:lnTo>
                  <a:pt x="6450" y="4551"/>
                </a:lnTo>
                <a:lnTo>
                  <a:pt x="6626" y="4504"/>
                </a:lnTo>
                <a:lnTo>
                  <a:pt x="6815" y="4458"/>
                </a:lnTo>
                <a:lnTo>
                  <a:pt x="6953" y="4410"/>
                </a:lnTo>
                <a:lnTo>
                  <a:pt x="7129" y="4364"/>
                </a:lnTo>
                <a:lnTo>
                  <a:pt x="7318" y="4316"/>
                </a:lnTo>
                <a:lnTo>
                  <a:pt x="7456" y="4316"/>
                </a:lnTo>
                <a:lnTo>
                  <a:pt x="7632" y="4270"/>
                </a:lnTo>
                <a:lnTo>
                  <a:pt x="7821" y="4222"/>
                </a:lnTo>
                <a:lnTo>
                  <a:pt x="7959" y="4176"/>
                </a:lnTo>
                <a:lnTo>
                  <a:pt x="8148" y="4129"/>
                </a:lnTo>
                <a:lnTo>
                  <a:pt x="8324" y="4082"/>
                </a:lnTo>
                <a:lnTo>
                  <a:pt x="8462" y="4036"/>
                </a:lnTo>
                <a:lnTo>
                  <a:pt x="8651" y="3988"/>
                </a:lnTo>
                <a:lnTo>
                  <a:pt x="8827" y="3942"/>
                </a:lnTo>
                <a:lnTo>
                  <a:pt x="8965" y="3894"/>
                </a:lnTo>
                <a:lnTo>
                  <a:pt x="9154" y="3848"/>
                </a:lnTo>
                <a:lnTo>
                  <a:pt x="9330" y="3800"/>
                </a:lnTo>
                <a:lnTo>
                  <a:pt x="9468" y="3754"/>
                </a:lnTo>
                <a:lnTo>
                  <a:pt x="9656" y="3706"/>
                </a:lnTo>
                <a:lnTo>
                  <a:pt x="9833" y="3660"/>
                </a:lnTo>
                <a:lnTo>
                  <a:pt x="9971" y="3614"/>
                </a:lnTo>
                <a:lnTo>
                  <a:pt x="10159" y="3566"/>
                </a:lnTo>
                <a:lnTo>
                  <a:pt x="10336" y="3520"/>
                </a:lnTo>
                <a:lnTo>
                  <a:pt x="10474" y="3472"/>
                </a:lnTo>
                <a:lnTo>
                  <a:pt x="10662" y="3426"/>
                </a:lnTo>
                <a:lnTo>
                  <a:pt x="10838" y="3378"/>
                </a:lnTo>
                <a:lnTo>
                  <a:pt x="10977" y="3332"/>
                </a:lnTo>
                <a:lnTo>
                  <a:pt x="11165" y="3284"/>
                </a:lnTo>
                <a:lnTo>
                  <a:pt x="11341" y="3238"/>
                </a:lnTo>
                <a:lnTo>
                  <a:pt x="11480" y="3191"/>
                </a:lnTo>
                <a:lnTo>
                  <a:pt x="11668" y="3144"/>
                </a:lnTo>
                <a:lnTo>
                  <a:pt x="11844" y="3050"/>
                </a:lnTo>
                <a:lnTo>
                  <a:pt x="11983" y="3050"/>
                </a:lnTo>
                <a:lnTo>
                  <a:pt x="12171" y="2956"/>
                </a:lnTo>
                <a:lnTo>
                  <a:pt x="12347" y="2909"/>
                </a:lnTo>
                <a:lnTo>
                  <a:pt x="12486" y="2862"/>
                </a:lnTo>
                <a:lnTo>
                  <a:pt x="12674" y="2815"/>
                </a:lnTo>
                <a:lnTo>
                  <a:pt x="12850" y="2721"/>
                </a:lnTo>
                <a:lnTo>
                  <a:pt x="12989" y="2721"/>
                </a:lnTo>
                <a:lnTo>
                  <a:pt x="13177" y="2627"/>
                </a:lnTo>
                <a:lnTo>
                  <a:pt x="13353" y="2581"/>
                </a:lnTo>
                <a:lnTo>
                  <a:pt x="13492" y="2533"/>
                </a:lnTo>
                <a:lnTo>
                  <a:pt x="13680" y="2487"/>
                </a:lnTo>
                <a:lnTo>
                  <a:pt x="13856" y="2393"/>
                </a:lnTo>
                <a:lnTo>
                  <a:pt x="13995" y="2347"/>
                </a:lnTo>
                <a:lnTo>
                  <a:pt x="14183" y="2299"/>
                </a:lnTo>
                <a:lnTo>
                  <a:pt x="14372" y="2205"/>
                </a:lnTo>
                <a:lnTo>
                  <a:pt x="14598" y="2159"/>
                </a:lnTo>
                <a:lnTo>
                  <a:pt x="14774" y="2065"/>
                </a:lnTo>
                <a:lnTo>
                  <a:pt x="15001" y="2017"/>
                </a:lnTo>
                <a:lnTo>
                  <a:pt x="15189" y="1924"/>
                </a:lnTo>
                <a:lnTo>
                  <a:pt x="15378" y="1877"/>
                </a:lnTo>
                <a:lnTo>
                  <a:pt x="15604" y="1783"/>
                </a:lnTo>
                <a:lnTo>
                  <a:pt x="15780" y="1736"/>
                </a:lnTo>
                <a:lnTo>
                  <a:pt x="16019" y="1642"/>
                </a:lnTo>
                <a:lnTo>
                  <a:pt x="16195" y="1548"/>
                </a:lnTo>
                <a:lnTo>
                  <a:pt x="16384" y="1502"/>
                </a:lnTo>
                <a:lnTo>
                  <a:pt x="16522" y="1454"/>
                </a:lnTo>
                <a:lnTo>
                  <a:pt x="16698" y="1360"/>
                </a:lnTo>
                <a:lnTo>
                  <a:pt x="16887" y="1314"/>
                </a:lnTo>
                <a:lnTo>
                  <a:pt x="17025" y="1266"/>
                </a:lnTo>
                <a:lnTo>
                  <a:pt x="17201" y="1172"/>
                </a:lnTo>
                <a:lnTo>
                  <a:pt x="17390" y="1080"/>
                </a:lnTo>
                <a:lnTo>
                  <a:pt x="17528" y="1032"/>
                </a:lnTo>
                <a:lnTo>
                  <a:pt x="17704" y="986"/>
                </a:lnTo>
                <a:lnTo>
                  <a:pt x="17893" y="892"/>
                </a:lnTo>
                <a:lnTo>
                  <a:pt x="18031" y="844"/>
                </a:lnTo>
                <a:lnTo>
                  <a:pt x="18207" y="750"/>
                </a:lnTo>
                <a:lnTo>
                  <a:pt x="18396" y="704"/>
                </a:lnTo>
                <a:lnTo>
                  <a:pt x="18534" y="657"/>
                </a:lnTo>
                <a:lnTo>
                  <a:pt x="18710" y="563"/>
                </a:lnTo>
                <a:lnTo>
                  <a:pt x="18899" y="469"/>
                </a:lnTo>
                <a:lnTo>
                  <a:pt x="19037" y="422"/>
                </a:lnTo>
                <a:lnTo>
                  <a:pt x="19213" y="328"/>
                </a:lnTo>
                <a:lnTo>
                  <a:pt x="19402" y="281"/>
                </a:lnTo>
                <a:lnTo>
                  <a:pt x="19540" y="235"/>
                </a:lnTo>
                <a:lnTo>
                  <a:pt x="19716" y="141"/>
                </a:lnTo>
                <a:lnTo>
                  <a:pt x="19904" y="47"/>
                </a:lnTo>
                <a:lnTo>
                  <a:pt x="20043" y="0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4625429" y="4556210"/>
            <a:ext cx="19992" cy="11730"/>
          </a:xfrm>
          <a:custGeom>
            <a:avLst/>
            <a:gdLst/>
            <a:ahLst/>
            <a:cxnLst/>
            <a:rect l="l" t="t" r="r" b="b"/>
            <a:pathLst>
              <a:path w="19992" h="11730">
                <a:moveTo>
                  <a:pt x="0" y="11730"/>
                </a:moveTo>
                <a:lnTo>
                  <a:pt x="176" y="11636"/>
                </a:lnTo>
                <a:lnTo>
                  <a:pt x="364" y="11543"/>
                </a:lnTo>
                <a:lnTo>
                  <a:pt x="502" y="11496"/>
                </a:lnTo>
                <a:lnTo>
                  <a:pt x="679" y="11402"/>
                </a:lnTo>
                <a:lnTo>
                  <a:pt x="867" y="11308"/>
                </a:lnTo>
                <a:lnTo>
                  <a:pt x="1005" y="11308"/>
                </a:lnTo>
                <a:lnTo>
                  <a:pt x="1181" y="11214"/>
                </a:lnTo>
                <a:lnTo>
                  <a:pt x="1370" y="11121"/>
                </a:lnTo>
                <a:lnTo>
                  <a:pt x="1508" y="11073"/>
                </a:lnTo>
                <a:lnTo>
                  <a:pt x="1684" y="10979"/>
                </a:lnTo>
                <a:lnTo>
                  <a:pt x="1873" y="10885"/>
                </a:lnTo>
                <a:lnTo>
                  <a:pt x="2011" y="10839"/>
                </a:lnTo>
                <a:lnTo>
                  <a:pt x="2200" y="10745"/>
                </a:lnTo>
                <a:lnTo>
                  <a:pt x="2376" y="10651"/>
                </a:lnTo>
                <a:lnTo>
                  <a:pt x="2514" y="10605"/>
                </a:lnTo>
                <a:lnTo>
                  <a:pt x="2703" y="10511"/>
                </a:lnTo>
                <a:lnTo>
                  <a:pt x="2879" y="10417"/>
                </a:lnTo>
                <a:lnTo>
                  <a:pt x="3017" y="10369"/>
                </a:lnTo>
                <a:lnTo>
                  <a:pt x="3206" y="10229"/>
                </a:lnTo>
                <a:lnTo>
                  <a:pt x="3382" y="10135"/>
                </a:lnTo>
                <a:lnTo>
                  <a:pt x="3520" y="10088"/>
                </a:lnTo>
                <a:lnTo>
                  <a:pt x="3709" y="9994"/>
                </a:lnTo>
                <a:lnTo>
                  <a:pt x="3885" y="9900"/>
                </a:lnTo>
                <a:lnTo>
                  <a:pt x="4023" y="9854"/>
                </a:lnTo>
                <a:lnTo>
                  <a:pt x="4212" y="9760"/>
                </a:lnTo>
                <a:lnTo>
                  <a:pt x="4388" y="9666"/>
                </a:lnTo>
                <a:lnTo>
                  <a:pt x="4526" y="9618"/>
                </a:lnTo>
                <a:lnTo>
                  <a:pt x="4715" y="9478"/>
                </a:lnTo>
                <a:lnTo>
                  <a:pt x="4891" y="9384"/>
                </a:lnTo>
                <a:lnTo>
                  <a:pt x="5029" y="9338"/>
                </a:lnTo>
                <a:lnTo>
                  <a:pt x="5218" y="9244"/>
                </a:lnTo>
                <a:lnTo>
                  <a:pt x="5394" y="9150"/>
                </a:lnTo>
                <a:lnTo>
                  <a:pt x="5532" y="9102"/>
                </a:lnTo>
                <a:lnTo>
                  <a:pt x="5721" y="8962"/>
                </a:lnTo>
                <a:lnTo>
                  <a:pt x="5897" y="8868"/>
                </a:lnTo>
                <a:lnTo>
                  <a:pt x="6035" y="8821"/>
                </a:lnTo>
                <a:lnTo>
                  <a:pt x="6224" y="8727"/>
                </a:lnTo>
                <a:lnTo>
                  <a:pt x="6400" y="8587"/>
                </a:lnTo>
                <a:lnTo>
                  <a:pt x="6538" y="8539"/>
                </a:lnTo>
                <a:lnTo>
                  <a:pt x="6727" y="8445"/>
                </a:lnTo>
                <a:lnTo>
                  <a:pt x="6903" y="8351"/>
                </a:lnTo>
                <a:lnTo>
                  <a:pt x="7041" y="8305"/>
                </a:lnTo>
                <a:lnTo>
                  <a:pt x="7230" y="8165"/>
                </a:lnTo>
                <a:lnTo>
                  <a:pt x="7406" y="8071"/>
                </a:lnTo>
                <a:lnTo>
                  <a:pt x="7544" y="8023"/>
                </a:lnTo>
                <a:lnTo>
                  <a:pt x="7733" y="7883"/>
                </a:lnTo>
                <a:lnTo>
                  <a:pt x="7909" y="7789"/>
                </a:lnTo>
                <a:lnTo>
                  <a:pt x="8047" y="7743"/>
                </a:lnTo>
                <a:lnTo>
                  <a:pt x="8236" y="7601"/>
                </a:lnTo>
                <a:lnTo>
                  <a:pt x="8424" y="7507"/>
                </a:lnTo>
                <a:lnTo>
                  <a:pt x="8651" y="7413"/>
                </a:lnTo>
                <a:lnTo>
                  <a:pt x="8827" y="7273"/>
                </a:lnTo>
                <a:lnTo>
                  <a:pt x="9053" y="7179"/>
                </a:lnTo>
                <a:lnTo>
                  <a:pt x="9242" y="7038"/>
                </a:lnTo>
                <a:lnTo>
                  <a:pt x="9430" y="6944"/>
                </a:lnTo>
                <a:lnTo>
                  <a:pt x="9568" y="6850"/>
                </a:lnTo>
                <a:lnTo>
                  <a:pt x="9745" y="6756"/>
                </a:lnTo>
                <a:lnTo>
                  <a:pt x="9933" y="6616"/>
                </a:lnTo>
                <a:lnTo>
                  <a:pt x="10071" y="6568"/>
                </a:lnTo>
                <a:lnTo>
                  <a:pt x="10247" y="6476"/>
                </a:lnTo>
                <a:lnTo>
                  <a:pt x="10436" y="6334"/>
                </a:lnTo>
                <a:lnTo>
                  <a:pt x="10574" y="6288"/>
                </a:lnTo>
                <a:lnTo>
                  <a:pt x="10750" y="6146"/>
                </a:lnTo>
                <a:lnTo>
                  <a:pt x="10939" y="6053"/>
                </a:lnTo>
                <a:lnTo>
                  <a:pt x="11077" y="5959"/>
                </a:lnTo>
                <a:lnTo>
                  <a:pt x="11253" y="5865"/>
                </a:lnTo>
                <a:lnTo>
                  <a:pt x="11442" y="5724"/>
                </a:lnTo>
                <a:lnTo>
                  <a:pt x="11580" y="5677"/>
                </a:lnTo>
                <a:lnTo>
                  <a:pt x="11756" y="5537"/>
                </a:lnTo>
                <a:lnTo>
                  <a:pt x="11945" y="5443"/>
                </a:lnTo>
                <a:lnTo>
                  <a:pt x="12083" y="5349"/>
                </a:lnTo>
                <a:lnTo>
                  <a:pt x="12259" y="5255"/>
                </a:lnTo>
                <a:lnTo>
                  <a:pt x="12448" y="5115"/>
                </a:lnTo>
                <a:lnTo>
                  <a:pt x="12586" y="5067"/>
                </a:lnTo>
                <a:lnTo>
                  <a:pt x="12762" y="4927"/>
                </a:lnTo>
                <a:lnTo>
                  <a:pt x="12951" y="4786"/>
                </a:lnTo>
                <a:lnTo>
                  <a:pt x="13089" y="4739"/>
                </a:lnTo>
                <a:lnTo>
                  <a:pt x="13265" y="4598"/>
                </a:lnTo>
                <a:lnTo>
                  <a:pt x="13454" y="4504"/>
                </a:lnTo>
                <a:lnTo>
                  <a:pt x="13592" y="4410"/>
                </a:lnTo>
                <a:lnTo>
                  <a:pt x="13768" y="4270"/>
                </a:lnTo>
                <a:lnTo>
                  <a:pt x="13957" y="4176"/>
                </a:lnTo>
                <a:lnTo>
                  <a:pt x="14095" y="4082"/>
                </a:lnTo>
                <a:lnTo>
                  <a:pt x="14271" y="3988"/>
                </a:lnTo>
                <a:lnTo>
                  <a:pt x="14460" y="3848"/>
                </a:lnTo>
                <a:lnTo>
                  <a:pt x="14598" y="3754"/>
                </a:lnTo>
                <a:lnTo>
                  <a:pt x="14774" y="3660"/>
                </a:lnTo>
                <a:lnTo>
                  <a:pt x="14963" y="3520"/>
                </a:lnTo>
                <a:lnTo>
                  <a:pt x="15101" y="3426"/>
                </a:lnTo>
                <a:lnTo>
                  <a:pt x="15277" y="3284"/>
                </a:lnTo>
                <a:lnTo>
                  <a:pt x="15466" y="3190"/>
                </a:lnTo>
                <a:lnTo>
                  <a:pt x="15604" y="3097"/>
                </a:lnTo>
                <a:lnTo>
                  <a:pt x="15793" y="2956"/>
                </a:lnTo>
                <a:lnTo>
                  <a:pt x="15969" y="2815"/>
                </a:lnTo>
                <a:lnTo>
                  <a:pt x="16107" y="2768"/>
                </a:lnTo>
                <a:lnTo>
                  <a:pt x="16296" y="2627"/>
                </a:lnTo>
                <a:lnTo>
                  <a:pt x="16472" y="2487"/>
                </a:lnTo>
                <a:lnTo>
                  <a:pt x="16610" y="2439"/>
                </a:lnTo>
                <a:lnTo>
                  <a:pt x="16799" y="2299"/>
                </a:lnTo>
                <a:lnTo>
                  <a:pt x="16975" y="2159"/>
                </a:lnTo>
                <a:lnTo>
                  <a:pt x="17113" y="2065"/>
                </a:lnTo>
                <a:lnTo>
                  <a:pt x="17302" y="1923"/>
                </a:lnTo>
                <a:lnTo>
                  <a:pt x="17478" y="1783"/>
                </a:lnTo>
                <a:lnTo>
                  <a:pt x="17616" y="1736"/>
                </a:lnTo>
                <a:lnTo>
                  <a:pt x="17805" y="1595"/>
                </a:lnTo>
                <a:lnTo>
                  <a:pt x="17981" y="1454"/>
                </a:lnTo>
                <a:lnTo>
                  <a:pt x="18119" y="1360"/>
                </a:lnTo>
                <a:lnTo>
                  <a:pt x="18308" y="1220"/>
                </a:lnTo>
                <a:lnTo>
                  <a:pt x="18484" y="1078"/>
                </a:lnTo>
                <a:lnTo>
                  <a:pt x="18622" y="1032"/>
                </a:lnTo>
                <a:lnTo>
                  <a:pt x="18811" y="892"/>
                </a:lnTo>
                <a:lnTo>
                  <a:pt x="18987" y="750"/>
                </a:lnTo>
                <a:lnTo>
                  <a:pt x="19125" y="656"/>
                </a:lnTo>
                <a:lnTo>
                  <a:pt x="19313" y="516"/>
                </a:lnTo>
                <a:lnTo>
                  <a:pt x="19490" y="375"/>
                </a:lnTo>
                <a:lnTo>
                  <a:pt x="19628" y="281"/>
                </a:lnTo>
                <a:lnTo>
                  <a:pt x="19816" y="141"/>
                </a:lnTo>
                <a:lnTo>
                  <a:pt x="19992" y="0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4645422" y="4538615"/>
            <a:ext cx="20055" cy="17594"/>
          </a:xfrm>
          <a:custGeom>
            <a:avLst/>
            <a:gdLst/>
            <a:ahLst/>
            <a:cxnLst/>
            <a:rect l="l" t="t" r="r" b="b"/>
            <a:pathLst>
              <a:path w="20055" h="17594">
                <a:moveTo>
                  <a:pt x="0" y="17594"/>
                </a:moveTo>
                <a:lnTo>
                  <a:pt x="138" y="17500"/>
                </a:lnTo>
                <a:lnTo>
                  <a:pt x="326" y="17360"/>
                </a:lnTo>
                <a:lnTo>
                  <a:pt x="502" y="17220"/>
                </a:lnTo>
                <a:lnTo>
                  <a:pt x="641" y="17126"/>
                </a:lnTo>
                <a:lnTo>
                  <a:pt x="829" y="16984"/>
                </a:lnTo>
                <a:lnTo>
                  <a:pt x="1005" y="16844"/>
                </a:lnTo>
                <a:lnTo>
                  <a:pt x="1144" y="16750"/>
                </a:lnTo>
                <a:lnTo>
                  <a:pt x="1332" y="16609"/>
                </a:lnTo>
                <a:lnTo>
                  <a:pt x="1508" y="16469"/>
                </a:lnTo>
                <a:lnTo>
                  <a:pt x="1647" y="16375"/>
                </a:lnTo>
                <a:lnTo>
                  <a:pt x="1835" y="16234"/>
                </a:lnTo>
                <a:lnTo>
                  <a:pt x="2024" y="16093"/>
                </a:lnTo>
                <a:lnTo>
                  <a:pt x="2250" y="15953"/>
                </a:lnTo>
                <a:lnTo>
                  <a:pt x="2426" y="15765"/>
                </a:lnTo>
                <a:lnTo>
                  <a:pt x="2653" y="15625"/>
                </a:lnTo>
                <a:lnTo>
                  <a:pt x="2841" y="15483"/>
                </a:lnTo>
                <a:lnTo>
                  <a:pt x="3030" y="15295"/>
                </a:lnTo>
                <a:lnTo>
                  <a:pt x="3168" y="15249"/>
                </a:lnTo>
                <a:lnTo>
                  <a:pt x="3344" y="15061"/>
                </a:lnTo>
                <a:lnTo>
                  <a:pt x="3533" y="14920"/>
                </a:lnTo>
                <a:lnTo>
                  <a:pt x="3671" y="14826"/>
                </a:lnTo>
                <a:lnTo>
                  <a:pt x="3847" y="14686"/>
                </a:lnTo>
                <a:lnTo>
                  <a:pt x="4036" y="14498"/>
                </a:lnTo>
                <a:lnTo>
                  <a:pt x="4174" y="14450"/>
                </a:lnTo>
                <a:lnTo>
                  <a:pt x="4350" y="14264"/>
                </a:lnTo>
                <a:lnTo>
                  <a:pt x="4539" y="14122"/>
                </a:lnTo>
                <a:lnTo>
                  <a:pt x="4677" y="14028"/>
                </a:lnTo>
                <a:lnTo>
                  <a:pt x="4853" y="13888"/>
                </a:lnTo>
                <a:lnTo>
                  <a:pt x="5042" y="13700"/>
                </a:lnTo>
                <a:lnTo>
                  <a:pt x="5180" y="13653"/>
                </a:lnTo>
                <a:lnTo>
                  <a:pt x="5356" y="13465"/>
                </a:lnTo>
                <a:lnTo>
                  <a:pt x="5545" y="13325"/>
                </a:lnTo>
                <a:lnTo>
                  <a:pt x="5683" y="13231"/>
                </a:lnTo>
                <a:lnTo>
                  <a:pt x="5859" y="13043"/>
                </a:lnTo>
                <a:lnTo>
                  <a:pt x="6048" y="12903"/>
                </a:lnTo>
                <a:lnTo>
                  <a:pt x="6186" y="12809"/>
                </a:lnTo>
                <a:lnTo>
                  <a:pt x="6362" y="12668"/>
                </a:lnTo>
                <a:lnTo>
                  <a:pt x="6551" y="12480"/>
                </a:lnTo>
                <a:lnTo>
                  <a:pt x="6689" y="12387"/>
                </a:lnTo>
                <a:lnTo>
                  <a:pt x="6865" y="12246"/>
                </a:lnTo>
                <a:lnTo>
                  <a:pt x="7054" y="12058"/>
                </a:lnTo>
                <a:lnTo>
                  <a:pt x="7192" y="11964"/>
                </a:lnTo>
                <a:lnTo>
                  <a:pt x="7368" y="11824"/>
                </a:lnTo>
                <a:lnTo>
                  <a:pt x="7557" y="11636"/>
                </a:lnTo>
                <a:lnTo>
                  <a:pt x="7695" y="11542"/>
                </a:lnTo>
                <a:lnTo>
                  <a:pt x="7871" y="11402"/>
                </a:lnTo>
                <a:lnTo>
                  <a:pt x="8060" y="11214"/>
                </a:lnTo>
                <a:lnTo>
                  <a:pt x="8198" y="11120"/>
                </a:lnTo>
                <a:lnTo>
                  <a:pt x="8374" y="10979"/>
                </a:lnTo>
                <a:lnTo>
                  <a:pt x="8563" y="10791"/>
                </a:lnTo>
                <a:lnTo>
                  <a:pt x="8701" y="10697"/>
                </a:lnTo>
                <a:lnTo>
                  <a:pt x="8877" y="10509"/>
                </a:lnTo>
                <a:lnTo>
                  <a:pt x="9066" y="10369"/>
                </a:lnTo>
                <a:lnTo>
                  <a:pt x="9204" y="10275"/>
                </a:lnTo>
                <a:lnTo>
                  <a:pt x="9392" y="10087"/>
                </a:lnTo>
                <a:lnTo>
                  <a:pt x="9568" y="9899"/>
                </a:lnTo>
                <a:lnTo>
                  <a:pt x="9707" y="9805"/>
                </a:lnTo>
                <a:lnTo>
                  <a:pt x="9895" y="9665"/>
                </a:lnTo>
                <a:lnTo>
                  <a:pt x="10071" y="9477"/>
                </a:lnTo>
                <a:lnTo>
                  <a:pt x="10210" y="9383"/>
                </a:lnTo>
                <a:lnTo>
                  <a:pt x="10398" y="9196"/>
                </a:lnTo>
                <a:lnTo>
                  <a:pt x="10574" y="9008"/>
                </a:lnTo>
                <a:lnTo>
                  <a:pt x="10713" y="8960"/>
                </a:lnTo>
                <a:lnTo>
                  <a:pt x="10901" y="8774"/>
                </a:lnTo>
                <a:lnTo>
                  <a:pt x="11077" y="8586"/>
                </a:lnTo>
                <a:lnTo>
                  <a:pt x="11216" y="8492"/>
                </a:lnTo>
                <a:lnTo>
                  <a:pt x="11404" y="8304"/>
                </a:lnTo>
                <a:lnTo>
                  <a:pt x="11580" y="8116"/>
                </a:lnTo>
                <a:lnTo>
                  <a:pt x="11719" y="8023"/>
                </a:lnTo>
                <a:lnTo>
                  <a:pt x="11907" y="7835"/>
                </a:lnTo>
                <a:lnTo>
                  <a:pt x="12083" y="7694"/>
                </a:lnTo>
                <a:lnTo>
                  <a:pt x="12222" y="7601"/>
                </a:lnTo>
                <a:lnTo>
                  <a:pt x="12410" y="7413"/>
                </a:lnTo>
                <a:lnTo>
                  <a:pt x="12586" y="7225"/>
                </a:lnTo>
                <a:lnTo>
                  <a:pt x="12725" y="7131"/>
                </a:lnTo>
                <a:lnTo>
                  <a:pt x="12913" y="6943"/>
                </a:lnTo>
                <a:lnTo>
                  <a:pt x="13089" y="6756"/>
                </a:lnTo>
                <a:lnTo>
                  <a:pt x="13228" y="6662"/>
                </a:lnTo>
                <a:lnTo>
                  <a:pt x="13416" y="6474"/>
                </a:lnTo>
                <a:lnTo>
                  <a:pt x="13592" y="6286"/>
                </a:lnTo>
                <a:lnTo>
                  <a:pt x="13731" y="6192"/>
                </a:lnTo>
                <a:lnTo>
                  <a:pt x="13919" y="6004"/>
                </a:lnTo>
                <a:lnTo>
                  <a:pt x="14095" y="5818"/>
                </a:lnTo>
                <a:lnTo>
                  <a:pt x="14234" y="5724"/>
                </a:lnTo>
                <a:lnTo>
                  <a:pt x="14422" y="5536"/>
                </a:lnTo>
                <a:lnTo>
                  <a:pt x="14598" y="5348"/>
                </a:lnTo>
                <a:lnTo>
                  <a:pt x="14736" y="5254"/>
                </a:lnTo>
                <a:lnTo>
                  <a:pt x="14925" y="5067"/>
                </a:lnTo>
                <a:lnTo>
                  <a:pt x="15101" y="4879"/>
                </a:lnTo>
                <a:lnTo>
                  <a:pt x="15239" y="4785"/>
                </a:lnTo>
                <a:lnTo>
                  <a:pt x="15428" y="4597"/>
                </a:lnTo>
                <a:lnTo>
                  <a:pt x="15617" y="4409"/>
                </a:lnTo>
                <a:lnTo>
                  <a:pt x="15742" y="4269"/>
                </a:lnTo>
                <a:lnTo>
                  <a:pt x="15931" y="4081"/>
                </a:lnTo>
                <a:lnTo>
                  <a:pt x="16120" y="3893"/>
                </a:lnTo>
                <a:lnTo>
                  <a:pt x="16346" y="3706"/>
                </a:lnTo>
                <a:lnTo>
                  <a:pt x="16522" y="3518"/>
                </a:lnTo>
                <a:lnTo>
                  <a:pt x="16761" y="3330"/>
                </a:lnTo>
                <a:lnTo>
                  <a:pt x="16937" y="3142"/>
                </a:lnTo>
                <a:lnTo>
                  <a:pt x="17025" y="3002"/>
                </a:lnTo>
                <a:lnTo>
                  <a:pt x="17264" y="2814"/>
                </a:lnTo>
                <a:lnTo>
                  <a:pt x="17440" y="2626"/>
                </a:lnTo>
                <a:lnTo>
                  <a:pt x="17629" y="2439"/>
                </a:lnTo>
                <a:lnTo>
                  <a:pt x="17767" y="2345"/>
                </a:lnTo>
                <a:lnTo>
                  <a:pt x="17943" y="2157"/>
                </a:lnTo>
                <a:lnTo>
                  <a:pt x="18031" y="2017"/>
                </a:lnTo>
                <a:lnTo>
                  <a:pt x="18270" y="1829"/>
                </a:lnTo>
                <a:lnTo>
                  <a:pt x="18446" y="1641"/>
                </a:lnTo>
                <a:lnTo>
                  <a:pt x="18634" y="1453"/>
                </a:lnTo>
                <a:lnTo>
                  <a:pt x="18773" y="1313"/>
                </a:lnTo>
                <a:lnTo>
                  <a:pt x="18949" y="1125"/>
                </a:lnTo>
                <a:lnTo>
                  <a:pt x="19137" y="937"/>
                </a:lnTo>
                <a:lnTo>
                  <a:pt x="19276" y="844"/>
                </a:lnTo>
                <a:lnTo>
                  <a:pt x="19364" y="702"/>
                </a:lnTo>
                <a:lnTo>
                  <a:pt x="19552" y="514"/>
                </a:lnTo>
                <a:lnTo>
                  <a:pt x="19779" y="328"/>
                </a:lnTo>
                <a:lnTo>
                  <a:pt x="19955" y="92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4665478" y="4515481"/>
            <a:ext cx="20043" cy="23133"/>
          </a:xfrm>
          <a:custGeom>
            <a:avLst/>
            <a:gdLst/>
            <a:ahLst/>
            <a:cxnLst/>
            <a:rect l="l" t="t" r="r" b="b"/>
            <a:pathLst>
              <a:path w="20043" h="23133">
                <a:moveTo>
                  <a:pt x="0" y="23133"/>
                </a:moveTo>
                <a:lnTo>
                  <a:pt x="226" y="22945"/>
                </a:lnTo>
                <a:lnTo>
                  <a:pt x="402" y="22711"/>
                </a:lnTo>
                <a:lnTo>
                  <a:pt x="641" y="22523"/>
                </a:lnTo>
                <a:lnTo>
                  <a:pt x="817" y="22335"/>
                </a:lnTo>
                <a:lnTo>
                  <a:pt x="905" y="22195"/>
                </a:lnTo>
                <a:lnTo>
                  <a:pt x="1144" y="22007"/>
                </a:lnTo>
                <a:lnTo>
                  <a:pt x="1320" y="21819"/>
                </a:lnTo>
                <a:lnTo>
                  <a:pt x="1408" y="21678"/>
                </a:lnTo>
                <a:lnTo>
                  <a:pt x="1647" y="21490"/>
                </a:lnTo>
                <a:lnTo>
                  <a:pt x="1823" y="21256"/>
                </a:lnTo>
                <a:lnTo>
                  <a:pt x="2011" y="21068"/>
                </a:lnTo>
                <a:lnTo>
                  <a:pt x="2150" y="20974"/>
                </a:lnTo>
                <a:lnTo>
                  <a:pt x="2238" y="20834"/>
                </a:lnTo>
                <a:lnTo>
                  <a:pt x="2414" y="20646"/>
                </a:lnTo>
                <a:lnTo>
                  <a:pt x="2653" y="20411"/>
                </a:lnTo>
                <a:lnTo>
                  <a:pt x="2829" y="20223"/>
                </a:lnTo>
                <a:lnTo>
                  <a:pt x="3017" y="19989"/>
                </a:lnTo>
                <a:lnTo>
                  <a:pt x="3156" y="19895"/>
                </a:lnTo>
                <a:lnTo>
                  <a:pt x="3332" y="19661"/>
                </a:lnTo>
                <a:lnTo>
                  <a:pt x="3520" y="19473"/>
                </a:lnTo>
                <a:lnTo>
                  <a:pt x="3659" y="19379"/>
                </a:lnTo>
                <a:lnTo>
                  <a:pt x="3747" y="19239"/>
                </a:lnTo>
                <a:lnTo>
                  <a:pt x="3935" y="19051"/>
                </a:lnTo>
                <a:lnTo>
                  <a:pt x="4023" y="18910"/>
                </a:lnTo>
                <a:lnTo>
                  <a:pt x="4162" y="18816"/>
                </a:lnTo>
                <a:lnTo>
                  <a:pt x="4338" y="18581"/>
                </a:lnTo>
                <a:lnTo>
                  <a:pt x="4526" y="18394"/>
                </a:lnTo>
                <a:lnTo>
                  <a:pt x="4665" y="18252"/>
                </a:lnTo>
                <a:lnTo>
                  <a:pt x="4841" y="18066"/>
                </a:lnTo>
                <a:lnTo>
                  <a:pt x="5029" y="17830"/>
                </a:lnTo>
                <a:lnTo>
                  <a:pt x="5167" y="17736"/>
                </a:lnTo>
                <a:lnTo>
                  <a:pt x="5256" y="17596"/>
                </a:lnTo>
                <a:lnTo>
                  <a:pt x="5444" y="17408"/>
                </a:lnTo>
                <a:lnTo>
                  <a:pt x="5532" y="17267"/>
                </a:lnTo>
                <a:lnTo>
                  <a:pt x="5670" y="17173"/>
                </a:lnTo>
                <a:lnTo>
                  <a:pt x="5847" y="16939"/>
                </a:lnTo>
                <a:lnTo>
                  <a:pt x="6035" y="16751"/>
                </a:lnTo>
                <a:lnTo>
                  <a:pt x="6173" y="16611"/>
                </a:lnTo>
                <a:lnTo>
                  <a:pt x="6349" y="16423"/>
                </a:lnTo>
                <a:lnTo>
                  <a:pt x="6450" y="16282"/>
                </a:lnTo>
                <a:lnTo>
                  <a:pt x="6676" y="16047"/>
                </a:lnTo>
                <a:lnTo>
                  <a:pt x="6865" y="15860"/>
                </a:lnTo>
                <a:lnTo>
                  <a:pt x="6953" y="15719"/>
                </a:lnTo>
                <a:lnTo>
                  <a:pt x="7179" y="15484"/>
                </a:lnTo>
                <a:lnTo>
                  <a:pt x="7368" y="15296"/>
                </a:lnTo>
                <a:lnTo>
                  <a:pt x="7456" y="15156"/>
                </a:lnTo>
                <a:lnTo>
                  <a:pt x="7682" y="14922"/>
                </a:lnTo>
                <a:lnTo>
                  <a:pt x="7871" y="14734"/>
                </a:lnTo>
                <a:lnTo>
                  <a:pt x="7959" y="14593"/>
                </a:lnTo>
                <a:lnTo>
                  <a:pt x="8185" y="14358"/>
                </a:lnTo>
                <a:lnTo>
                  <a:pt x="8374" y="14123"/>
                </a:lnTo>
                <a:lnTo>
                  <a:pt x="8550" y="13935"/>
                </a:lnTo>
                <a:lnTo>
                  <a:pt x="8688" y="13795"/>
                </a:lnTo>
                <a:lnTo>
                  <a:pt x="8877" y="13561"/>
                </a:lnTo>
                <a:lnTo>
                  <a:pt x="9053" y="13326"/>
                </a:lnTo>
                <a:lnTo>
                  <a:pt x="9191" y="13232"/>
                </a:lnTo>
                <a:lnTo>
                  <a:pt x="9279" y="13091"/>
                </a:lnTo>
                <a:lnTo>
                  <a:pt x="9468" y="12904"/>
                </a:lnTo>
                <a:lnTo>
                  <a:pt x="9556" y="12762"/>
                </a:lnTo>
                <a:lnTo>
                  <a:pt x="9694" y="12668"/>
                </a:lnTo>
                <a:lnTo>
                  <a:pt x="9782" y="12528"/>
                </a:lnTo>
                <a:lnTo>
                  <a:pt x="9971" y="12294"/>
                </a:lnTo>
                <a:lnTo>
                  <a:pt x="10197" y="12059"/>
                </a:lnTo>
                <a:lnTo>
                  <a:pt x="10386" y="11824"/>
                </a:lnTo>
                <a:lnTo>
                  <a:pt x="10562" y="11590"/>
                </a:lnTo>
                <a:lnTo>
                  <a:pt x="10700" y="11496"/>
                </a:lnTo>
                <a:lnTo>
                  <a:pt x="10801" y="11355"/>
                </a:lnTo>
                <a:lnTo>
                  <a:pt x="10977" y="11121"/>
                </a:lnTo>
                <a:lnTo>
                  <a:pt x="11203" y="10887"/>
                </a:lnTo>
                <a:lnTo>
                  <a:pt x="11392" y="10651"/>
                </a:lnTo>
                <a:lnTo>
                  <a:pt x="11568" y="10417"/>
                </a:lnTo>
                <a:lnTo>
                  <a:pt x="11706" y="10323"/>
                </a:lnTo>
                <a:lnTo>
                  <a:pt x="11807" y="10182"/>
                </a:lnTo>
                <a:lnTo>
                  <a:pt x="11983" y="9948"/>
                </a:lnTo>
                <a:lnTo>
                  <a:pt x="12071" y="9806"/>
                </a:lnTo>
                <a:lnTo>
                  <a:pt x="12209" y="9712"/>
                </a:lnTo>
                <a:lnTo>
                  <a:pt x="12310" y="9572"/>
                </a:lnTo>
                <a:lnTo>
                  <a:pt x="12486" y="9338"/>
                </a:lnTo>
                <a:lnTo>
                  <a:pt x="12712" y="9103"/>
                </a:lnTo>
                <a:lnTo>
                  <a:pt x="12901" y="8868"/>
                </a:lnTo>
                <a:lnTo>
                  <a:pt x="12989" y="8727"/>
                </a:lnTo>
                <a:lnTo>
                  <a:pt x="13215" y="8493"/>
                </a:lnTo>
                <a:lnTo>
                  <a:pt x="13404" y="8259"/>
                </a:lnTo>
                <a:lnTo>
                  <a:pt x="13592" y="8023"/>
                </a:lnTo>
                <a:lnTo>
                  <a:pt x="13718" y="7883"/>
                </a:lnTo>
                <a:lnTo>
                  <a:pt x="13907" y="7649"/>
                </a:lnTo>
                <a:lnTo>
                  <a:pt x="14095" y="7414"/>
                </a:lnTo>
                <a:lnTo>
                  <a:pt x="14234" y="7273"/>
                </a:lnTo>
                <a:lnTo>
                  <a:pt x="14410" y="7038"/>
                </a:lnTo>
                <a:lnTo>
                  <a:pt x="14598" y="6804"/>
                </a:lnTo>
                <a:lnTo>
                  <a:pt x="14736" y="6664"/>
                </a:lnTo>
                <a:lnTo>
                  <a:pt x="14913" y="6428"/>
                </a:lnTo>
                <a:lnTo>
                  <a:pt x="15101" y="6194"/>
                </a:lnTo>
                <a:lnTo>
                  <a:pt x="15239" y="6053"/>
                </a:lnTo>
                <a:lnTo>
                  <a:pt x="15415" y="5819"/>
                </a:lnTo>
                <a:lnTo>
                  <a:pt x="15503" y="5677"/>
                </a:lnTo>
                <a:lnTo>
                  <a:pt x="15742" y="5443"/>
                </a:lnTo>
                <a:lnTo>
                  <a:pt x="15918" y="5209"/>
                </a:lnTo>
                <a:lnTo>
                  <a:pt x="16006" y="5067"/>
                </a:lnTo>
                <a:lnTo>
                  <a:pt x="16245" y="4833"/>
                </a:lnTo>
                <a:lnTo>
                  <a:pt x="16333" y="4692"/>
                </a:lnTo>
                <a:lnTo>
                  <a:pt x="16522" y="4458"/>
                </a:lnTo>
                <a:lnTo>
                  <a:pt x="16610" y="4316"/>
                </a:lnTo>
                <a:lnTo>
                  <a:pt x="16748" y="4222"/>
                </a:lnTo>
                <a:lnTo>
                  <a:pt x="16836" y="4082"/>
                </a:lnTo>
                <a:lnTo>
                  <a:pt x="16924" y="3942"/>
                </a:lnTo>
                <a:lnTo>
                  <a:pt x="17113" y="3707"/>
                </a:lnTo>
                <a:lnTo>
                  <a:pt x="17251" y="3566"/>
                </a:lnTo>
                <a:lnTo>
                  <a:pt x="17339" y="3426"/>
                </a:lnTo>
                <a:lnTo>
                  <a:pt x="17528" y="3191"/>
                </a:lnTo>
                <a:lnTo>
                  <a:pt x="17616" y="3050"/>
                </a:lnTo>
                <a:lnTo>
                  <a:pt x="17754" y="2956"/>
                </a:lnTo>
                <a:lnTo>
                  <a:pt x="17842" y="2815"/>
                </a:lnTo>
                <a:lnTo>
                  <a:pt x="17930" y="2675"/>
                </a:lnTo>
                <a:lnTo>
                  <a:pt x="18119" y="2441"/>
                </a:lnTo>
                <a:lnTo>
                  <a:pt x="18257" y="2299"/>
                </a:lnTo>
                <a:lnTo>
                  <a:pt x="18345" y="2159"/>
                </a:lnTo>
                <a:lnTo>
                  <a:pt x="18534" y="1924"/>
                </a:lnTo>
                <a:lnTo>
                  <a:pt x="18622" y="1783"/>
                </a:lnTo>
                <a:lnTo>
                  <a:pt x="18760" y="1689"/>
                </a:lnTo>
                <a:lnTo>
                  <a:pt x="18848" y="1548"/>
                </a:lnTo>
                <a:lnTo>
                  <a:pt x="18936" y="1408"/>
                </a:lnTo>
                <a:lnTo>
                  <a:pt x="19037" y="1266"/>
                </a:lnTo>
                <a:lnTo>
                  <a:pt x="19263" y="1032"/>
                </a:lnTo>
                <a:lnTo>
                  <a:pt x="19351" y="892"/>
                </a:lnTo>
                <a:lnTo>
                  <a:pt x="19439" y="751"/>
                </a:lnTo>
                <a:lnTo>
                  <a:pt x="19628" y="516"/>
                </a:lnTo>
                <a:lnTo>
                  <a:pt x="19766" y="375"/>
                </a:lnTo>
                <a:lnTo>
                  <a:pt x="19854" y="235"/>
                </a:lnTo>
                <a:lnTo>
                  <a:pt x="20043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4685521" y="4487094"/>
            <a:ext cx="20043" cy="28386"/>
          </a:xfrm>
          <a:custGeom>
            <a:avLst/>
            <a:gdLst/>
            <a:ahLst/>
            <a:cxnLst/>
            <a:rect l="l" t="t" r="r" b="b"/>
            <a:pathLst>
              <a:path w="20043" h="28386">
                <a:moveTo>
                  <a:pt x="0" y="28386"/>
                </a:moveTo>
                <a:lnTo>
                  <a:pt x="88" y="28246"/>
                </a:lnTo>
                <a:lnTo>
                  <a:pt x="226" y="28106"/>
                </a:lnTo>
                <a:lnTo>
                  <a:pt x="414" y="27871"/>
                </a:lnTo>
                <a:lnTo>
                  <a:pt x="502" y="27730"/>
                </a:lnTo>
                <a:lnTo>
                  <a:pt x="590" y="27589"/>
                </a:lnTo>
                <a:lnTo>
                  <a:pt x="729" y="27449"/>
                </a:lnTo>
                <a:lnTo>
                  <a:pt x="817" y="27355"/>
                </a:lnTo>
                <a:lnTo>
                  <a:pt x="917" y="27213"/>
                </a:lnTo>
                <a:lnTo>
                  <a:pt x="1005" y="27073"/>
                </a:lnTo>
                <a:lnTo>
                  <a:pt x="1093" y="26933"/>
                </a:lnTo>
                <a:lnTo>
                  <a:pt x="1232" y="26791"/>
                </a:lnTo>
                <a:lnTo>
                  <a:pt x="1420" y="26557"/>
                </a:lnTo>
                <a:lnTo>
                  <a:pt x="1508" y="26416"/>
                </a:lnTo>
                <a:lnTo>
                  <a:pt x="1596" y="26275"/>
                </a:lnTo>
                <a:lnTo>
                  <a:pt x="1735" y="26134"/>
                </a:lnTo>
                <a:lnTo>
                  <a:pt x="1923" y="25900"/>
                </a:lnTo>
                <a:lnTo>
                  <a:pt x="2011" y="25760"/>
                </a:lnTo>
                <a:lnTo>
                  <a:pt x="2099" y="25618"/>
                </a:lnTo>
                <a:lnTo>
                  <a:pt x="2238" y="25478"/>
                </a:lnTo>
                <a:lnTo>
                  <a:pt x="2426" y="25243"/>
                </a:lnTo>
                <a:lnTo>
                  <a:pt x="2514" y="25102"/>
                </a:lnTo>
                <a:lnTo>
                  <a:pt x="2602" y="24961"/>
                </a:lnTo>
                <a:lnTo>
                  <a:pt x="2741" y="24821"/>
                </a:lnTo>
                <a:lnTo>
                  <a:pt x="2829" y="24680"/>
                </a:lnTo>
                <a:lnTo>
                  <a:pt x="2929" y="24539"/>
                </a:lnTo>
                <a:lnTo>
                  <a:pt x="3105" y="24305"/>
                </a:lnTo>
                <a:lnTo>
                  <a:pt x="3244" y="24163"/>
                </a:lnTo>
                <a:lnTo>
                  <a:pt x="3332" y="24023"/>
                </a:lnTo>
                <a:lnTo>
                  <a:pt x="3432" y="23883"/>
                </a:lnTo>
                <a:lnTo>
                  <a:pt x="3520" y="23741"/>
                </a:lnTo>
                <a:lnTo>
                  <a:pt x="3608" y="23601"/>
                </a:lnTo>
                <a:lnTo>
                  <a:pt x="3747" y="23507"/>
                </a:lnTo>
                <a:lnTo>
                  <a:pt x="3835" y="23366"/>
                </a:lnTo>
                <a:lnTo>
                  <a:pt x="3935" y="23226"/>
                </a:lnTo>
                <a:lnTo>
                  <a:pt x="4023" y="23084"/>
                </a:lnTo>
                <a:lnTo>
                  <a:pt x="4111" y="22944"/>
                </a:lnTo>
                <a:lnTo>
                  <a:pt x="4250" y="22804"/>
                </a:lnTo>
                <a:lnTo>
                  <a:pt x="4350" y="22662"/>
                </a:lnTo>
                <a:lnTo>
                  <a:pt x="4438" y="22522"/>
                </a:lnTo>
                <a:lnTo>
                  <a:pt x="4614" y="22287"/>
                </a:lnTo>
                <a:lnTo>
                  <a:pt x="4753" y="22146"/>
                </a:lnTo>
                <a:lnTo>
                  <a:pt x="4853" y="22005"/>
                </a:lnTo>
                <a:lnTo>
                  <a:pt x="4941" y="21865"/>
                </a:lnTo>
                <a:lnTo>
                  <a:pt x="5029" y="21723"/>
                </a:lnTo>
                <a:lnTo>
                  <a:pt x="5117" y="21583"/>
                </a:lnTo>
                <a:lnTo>
                  <a:pt x="5256" y="21443"/>
                </a:lnTo>
                <a:lnTo>
                  <a:pt x="5356" y="21301"/>
                </a:lnTo>
                <a:lnTo>
                  <a:pt x="5444" y="21161"/>
                </a:lnTo>
                <a:lnTo>
                  <a:pt x="5620" y="20926"/>
                </a:lnTo>
                <a:lnTo>
                  <a:pt x="5758" y="20785"/>
                </a:lnTo>
                <a:lnTo>
                  <a:pt x="5859" y="20645"/>
                </a:lnTo>
                <a:lnTo>
                  <a:pt x="5947" y="20504"/>
                </a:lnTo>
                <a:lnTo>
                  <a:pt x="6035" y="20363"/>
                </a:lnTo>
                <a:lnTo>
                  <a:pt x="6123" y="20222"/>
                </a:lnTo>
                <a:lnTo>
                  <a:pt x="6261" y="20082"/>
                </a:lnTo>
                <a:lnTo>
                  <a:pt x="6362" y="19940"/>
                </a:lnTo>
                <a:lnTo>
                  <a:pt x="6450" y="19800"/>
                </a:lnTo>
                <a:lnTo>
                  <a:pt x="6538" y="19660"/>
                </a:lnTo>
                <a:lnTo>
                  <a:pt x="6639" y="19518"/>
                </a:lnTo>
                <a:lnTo>
                  <a:pt x="6764" y="19378"/>
                </a:lnTo>
                <a:lnTo>
                  <a:pt x="6865" y="19237"/>
                </a:lnTo>
                <a:lnTo>
                  <a:pt x="6953" y="19096"/>
                </a:lnTo>
                <a:lnTo>
                  <a:pt x="7041" y="18955"/>
                </a:lnTo>
                <a:lnTo>
                  <a:pt x="7267" y="18721"/>
                </a:lnTo>
                <a:lnTo>
                  <a:pt x="7368" y="18581"/>
                </a:lnTo>
                <a:lnTo>
                  <a:pt x="7456" y="18439"/>
                </a:lnTo>
                <a:lnTo>
                  <a:pt x="7544" y="18299"/>
                </a:lnTo>
                <a:lnTo>
                  <a:pt x="7645" y="18158"/>
                </a:lnTo>
                <a:lnTo>
                  <a:pt x="7783" y="18017"/>
                </a:lnTo>
                <a:lnTo>
                  <a:pt x="7871" y="17876"/>
                </a:lnTo>
                <a:lnTo>
                  <a:pt x="7959" y="17736"/>
                </a:lnTo>
                <a:lnTo>
                  <a:pt x="8047" y="17594"/>
                </a:lnTo>
                <a:lnTo>
                  <a:pt x="8148" y="17454"/>
                </a:lnTo>
                <a:lnTo>
                  <a:pt x="8286" y="17314"/>
                </a:lnTo>
                <a:lnTo>
                  <a:pt x="8374" y="17172"/>
                </a:lnTo>
                <a:lnTo>
                  <a:pt x="8462" y="17032"/>
                </a:lnTo>
                <a:lnTo>
                  <a:pt x="8550" y="16891"/>
                </a:lnTo>
                <a:lnTo>
                  <a:pt x="8651" y="16750"/>
                </a:lnTo>
                <a:lnTo>
                  <a:pt x="8789" y="16609"/>
                </a:lnTo>
                <a:lnTo>
                  <a:pt x="8877" y="16469"/>
                </a:lnTo>
                <a:lnTo>
                  <a:pt x="8965" y="16328"/>
                </a:lnTo>
                <a:lnTo>
                  <a:pt x="9053" y="16187"/>
                </a:lnTo>
                <a:lnTo>
                  <a:pt x="9154" y="16047"/>
                </a:lnTo>
                <a:lnTo>
                  <a:pt x="9292" y="15905"/>
                </a:lnTo>
                <a:lnTo>
                  <a:pt x="9380" y="15765"/>
                </a:lnTo>
                <a:lnTo>
                  <a:pt x="9468" y="15625"/>
                </a:lnTo>
                <a:lnTo>
                  <a:pt x="9556" y="15483"/>
                </a:lnTo>
                <a:lnTo>
                  <a:pt x="9656" y="15343"/>
                </a:lnTo>
                <a:lnTo>
                  <a:pt x="9795" y="15202"/>
                </a:lnTo>
                <a:lnTo>
                  <a:pt x="9883" y="15061"/>
                </a:lnTo>
                <a:lnTo>
                  <a:pt x="9971" y="14920"/>
                </a:lnTo>
                <a:lnTo>
                  <a:pt x="10059" y="14732"/>
                </a:lnTo>
                <a:lnTo>
                  <a:pt x="10159" y="14592"/>
                </a:lnTo>
                <a:lnTo>
                  <a:pt x="10298" y="14450"/>
                </a:lnTo>
                <a:lnTo>
                  <a:pt x="10386" y="14310"/>
                </a:lnTo>
                <a:lnTo>
                  <a:pt x="10474" y="14170"/>
                </a:lnTo>
                <a:lnTo>
                  <a:pt x="10574" y="14028"/>
                </a:lnTo>
                <a:lnTo>
                  <a:pt x="10662" y="13888"/>
                </a:lnTo>
                <a:lnTo>
                  <a:pt x="10801" y="13747"/>
                </a:lnTo>
                <a:lnTo>
                  <a:pt x="10889" y="13606"/>
                </a:lnTo>
                <a:lnTo>
                  <a:pt x="10977" y="13465"/>
                </a:lnTo>
                <a:lnTo>
                  <a:pt x="11077" y="13325"/>
                </a:lnTo>
                <a:lnTo>
                  <a:pt x="11165" y="13183"/>
                </a:lnTo>
                <a:lnTo>
                  <a:pt x="11304" y="13043"/>
                </a:lnTo>
                <a:lnTo>
                  <a:pt x="11392" y="12903"/>
                </a:lnTo>
                <a:lnTo>
                  <a:pt x="11480" y="12761"/>
                </a:lnTo>
                <a:lnTo>
                  <a:pt x="11580" y="12621"/>
                </a:lnTo>
                <a:lnTo>
                  <a:pt x="11668" y="12433"/>
                </a:lnTo>
                <a:lnTo>
                  <a:pt x="11807" y="12293"/>
                </a:lnTo>
                <a:lnTo>
                  <a:pt x="11895" y="12152"/>
                </a:lnTo>
                <a:lnTo>
                  <a:pt x="11983" y="12011"/>
                </a:lnTo>
                <a:lnTo>
                  <a:pt x="12083" y="11870"/>
                </a:lnTo>
                <a:lnTo>
                  <a:pt x="12171" y="11730"/>
                </a:lnTo>
                <a:lnTo>
                  <a:pt x="12310" y="11588"/>
                </a:lnTo>
                <a:lnTo>
                  <a:pt x="12398" y="11448"/>
                </a:lnTo>
                <a:lnTo>
                  <a:pt x="12486" y="11308"/>
                </a:lnTo>
                <a:lnTo>
                  <a:pt x="12586" y="11166"/>
                </a:lnTo>
                <a:lnTo>
                  <a:pt x="12674" y="11026"/>
                </a:lnTo>
                <a:lnTo>
                  <a:pt x="12813" y="10838"/>
                </a:lnTo>
                <a:lnTo>
                  <a:pt x="12901" y="10697"/>
                </a:lnTo>
                <a:lnTo>
                  <a:pt x="12989" y="10557"/>
                </a:lnTo>
                <a:lnTo>
                  <a:pt x="13089" y="10415"/>
                </a:lnTo>
                <a:lnTo>
                  <a:pt x="13177" y="10275"/>
                </a:lnTo>
                <a:lnTo>
                  <a:pt x="13316" y="10135"/>
                </a:lnTo>
                <a:lnTo>
                  <a:pt x="13404" y="9993"/>
                </a:lnTo>
                <a:lnTo>
                  <a:pt x="13492" y="9853"/>
                </a:lnTo>
                <a:lnTo>
                  <a:pt x="13592" y="9665"/>
                </a:lnTo>
                <a:lnTo>
                  <a:pt x="13680" y="9524"/>
                </a:lnTo>
                <a:lnTo>
                  <a:pt x="13819" y="9383"/>
                </a:lnTo>
                <a:lnTo>
                  <a:pt x="13907" y="9242"/>
                </a:lnTo>
                <a:lnTo>
                  <a:pt x="14007" y="9102"/>
                </a:lnTo>
                <a:lnTo>
                  <a:pt x="14095" y="8960"/>
                </a:lnTo>
                <a:lnTo>
                  <a:pt x="14183" y="8820"/>
                </a:lnTo>
                <a:lnTo>
                  <a:pt x="14322" y="8632"/>
                </a:lnTo>
                <a:lnTo>
                  <a:pt x="14410" y="8492"/>
                </a:lnTo>
                <a:lnTo>
                  <a:pt x="14510" y="8351"/>
                </a:lnTo>
                <a:lnTo>
                  <a:pt x="14598" y="8210"/>
                </a:lnTo>
                <a:lnTo>
                  <a:pt x="14686" y="8070"/>
                </a:lnTo>
                <a:lnTo>
                  <a:pt x="14824" y="7929"/>
                </a:lnTo>
                <a:lnTo>
                  <a:pt x="14913" y="7741"/>
                </a:lnTo>
                <a:lnTo>
                  <a:pt x="15013" y="7601"/>
                </a:lnTo>
                <a:lnTo>
                  <a:pt x="15101" y="7459"/>
                </a:lnTo>
                <a:lnTo>
                  <a:pt x="15189" y="7319"/>
                </a:lnTo>
                <a:lnTo>
                  <a:pt x="15327" y="7179"/>
                </a:lnTo>
                <a:lnTo>
                  <a:pt x="15415" y="7037"/>
                </a:lnTo>
                <a:lnTo>
                  <a:pt x="15516" y="6849"/>
                </a:lnTo>
                <a:lnTo>
                  <a:pt x="15604" y="6709"/>
                </a:lnTo>
                <a:lnTo>
                  <a:pt x="15692" y="6568"/>
                </a:lnTo>
                <a:lnTo>
                  <a:pt x="15830" y="6427"/>
                </a:lnTo>
                <a:lnTo>
                  <a:pt x="15918" y="6286"/>
                </a:lnTo>
                <a:lnTo>
                  <a:pt x="16019" y="6098"/>
                </a:lnTo>
                <a:lnTo>
                  <a:pt x="16107" y="5958"/>
                </a:lnTo>
                <a:lnTo>
                  <a:pt x="16195" y="5818"/>
                </a:lnTo>
                <a:lnTo>
                  <a:pt x="16333" y="5676"/>
                </a:lnTo>
                <a:lnTo>
                  <a:pt x="16421" y="5536"/>
                </a:lnTo>
                <a:lnTo>
                  <a:pt x="16522" y="5348"/>
                </a:lnTo>
                <a:lnTo>
                  <a:pt x="16610" y="5207"/>
                </a:lnTo>
                <a:lnTo>
                  <a:pt x="16698" y="5067"/>
                </a:lnTo>
                <a:lnTo>
                  <a:pt x="16836" y="4925"/>
                </a:lnTo>
                <a:lnTo>
                  <a:pt x="16924" y="4785"/>
                </a:lnTo>
                <a:lnTo>
                  <a:pt x="17025" y="4597"/>
                </a:lnTo>
                <a:lnTo>
                  <a:pt x="17113" y="4457"/>
                </a:lnTo>
                <a:lnTo>
                  <a:pt x="17201" y="4315"/>
                </a:lnTo>
                <a:lnTo>
                  <a:pt x="17339" y="4175"/>
                </a:lnTo>
                <a:lnTo>
                  <a:pt x="17427" y="3987"/>
                </a:lnTo>
                <a:lnTo>
                  <a:pt x="17528" y="3847"/>
                </a:lnTo>
                <a:lnTo>
                  <a:pt x="17616" y="3706"/>
                </a:lnTo>
                <a:lnTo>
                  <a:pt x="17704" y="3565"/>
                </a:lnTo>
                <a:lnTo>
                  <a:pt x="17842" y="3378"/>
                </a:lnTo>
                <a:lnTo>
                  <a:pt x="17943" y="3236"/>
                </a:lnTo>
                <a:lnTo>
                  <a:pt x="18031" y="3096"/>
                </a:lnTo>
                <a:lnTo>
                  <a:pt x="18119" y="2956"/>
                </a:lnTo>
                <a:lnTo>
                  <a:pt x="18207" y="2768"/>
                </a:lnTo>
                <a:lnTo>
                  <a:pt x="18345" y="2626"/>
                </a:lnTo>
                <a:lnTo>
                  <a:pt x="18446" y="2486"/>
                </a:lnTo>
                <a:lnTo>
                  <a:pt x="18534" y="2345"/>
                </a:lnTo>
                <a:lnTo>
                  <a:pt x="18622" y="2157"/>
                </a:lnTo>
                <a:lnTo>
                  <a:pt x="18710" y="2017"/>
                </a:lnTo>
                <a:lnTo>
                  <a:pt x="18848" y="1875"/>
                </a:lnTo>
                <a:lnTo>
                  <a:pt x="18949" y="1735"/>
                </a:lnTo>
                <a:lnTo>
                  <a:pt x="19037" y="1547"/>
                </a:lnTo>
                <a:lnTo>
                  <a:pt x="19125" y="1407"/>
                </a:lnTo>
                <a:lnTo>
                  <a:pt x="19213" y="1266"/>
                </a:lnTo>
                <a:lnTo>
                  <a:pt x="19351" y="1125"/>
                </a:lnTo>
                <a:lnTo>
                  <a:pt x="19452" y="937"/>
                </a:lnTo>
                <a:lnTo>
                  <a:pt x="19540" y="796"/>
                </a:lnTo>
                <a:lnTo>
                  <a:pt x="19628" y="656"/>
                </a:lnTo>
                <a:lnTo>
                  <a:pt x="19716" y="468"/>
                </a:lnTo>
                <a:lnTo>
                  <a:pt x="19854" y="328"/>
                </a:lnTo>
                <a:lnTo>
                  <a:pt x="19955" y="186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4705564" y="4454020"/>
            <a:ext cx="20043" cy="33074"/>
          </a:xfrm>
          <a:custGeom>
            <a:avLst/>
            <a:gdLst/>
            <a:ahLst/>
            <a:cxnLst/>
            <a:rect l="l" t="t" r="r" b="b"/>
            <a:pathLst>
              <a:path w="20043" h="33074">
                <a:moveTo>
                  <a:pt x="0" y="33074"/>
                </a:moveTo>
                <a:lnTo>
                  <a:pt x="88" y="32932"/>
                </a:lnTo>
                <a:lnTo>
                  <a:pt x="188" y="32792"/>
                </a:lnTo>
                <a:lnTo>
                  <a:pt x="314" y="32652"/>
                </a:lnTo>
                <a:lnTo>
                  <a:pt x="414" y="32464"/>
                </a:lnTo>
                <a:lnTo>
                  <a:pt x="502" y="32322"/>
                </a:lnTo>
                <a:lnTo>
                  <a:pt x="590" y="32182"/>
                </a:lnTo>
                <a:lnTo>
                  <a:pt x="691" y="31994"/>
                </a:lnTo>
                <a:lnTo>
                  <a:pt x="817" y="31853"/>
                </a:lnTo>
                <a:lnTo>
                  <a:pt x="917" y="31713"/>
                </a:lnTo>
                <a:lnTo>
                  <a:pt x="1005" y="31525"/>
                </a:lnTo>
                <a:lnTo>
                  <a:pt x="1093" y="31385"/>
                </a:lnTo>
                <a:lnTo>
                  <a:pt x="1194" y="31243"/>
                </a:lnTo>
                <a:lnTo>
                  <a:pt x="1332" y="31055"/>
                </a:lnTo>
                <a:lnTo>
                  <a:pt x="1420" y="30915"/>
                </a:lnTo>
                <a:lnTo>
                  <a:pt x="1508" y="30775"/>
                </a:lnTo>
                <a:lnTo>
                  <a:pt x="1596" y="30587"/>
                </a:lnTo>
                <a:lnTo>
                  <a:pt x="1697" y="30446"/>
                </a:lnTo>
                <a:lnTo>
                  <a:pt x="1835" y="30305"/>
                </a:lnTo>
                <a:lnTo>
                  <a:pt x="1923" y="30118"/>
                </a:lnTo>
                <a:lnTo>
                  <a:pt x="2011" y="29976"/>
                </a:lnTo>
                <a:lnTo>
                  <a:pt x="2099" y="29836"/>
                </a:lnTo>
                <a:lnTo>
                  <a:pt x="2200" y="29648"/>
                </a:lnTo>
                <a:lnTo>
                  <a:pt x="2338" y="29508"/>
                </a:lnTo>
                <a:lnTo>
                  <a:pt x="2426" y="29366"/>
                </a:lnTo>
                <a:lnTo>
                  <a:pt x="2514" y="29179"/>
                </a:lnTo>
                <a:lnTo>
                  <a:pt x="2602" y="29038"/>
                </a:lnTo>
                <a:lnTo>
                  <a:pt x="2703" y="28851"/>
                </a:lnTo>
                <a:lnTo>
                  <a:pt x="2841" y="28709"/>
                </a:lnTo>
                <a:lnTo>
                  <a:pt x="2929" y="28569"/>
                </a:lnTo>
                <a:lnTo>
                  <a:pt x="3017" y="28381"/>
                </a:lnTo>
                <a:lnTo>
                  <a:pt x="3105" y="28241"/>
                </a:lnTo>
                <a:lnTo>
                  <a:pt x="3206" y="28099"/>
                </a:lnTo>
                <a:lnTo>
                  <a:pt x="3344" y="27912"/>
                </a:lnTo>
                <a:lnTo>
                  <a:pt x="3432" y="27771"/>
                </a:lnTo>
                <a:lnTo>
                  <a:pt x="3520" y="27584"/>
                </a:lnTo>
                <a:lnTo>
                  <a:pt x="3608" y="27442"/>
                </a:lnTo>
                <a:lnTo>
                  <a:pt x="3709" y="27302"/>
                </a:lnTo>
                <a:lnTo>
                  <a:pt x="3847" y="27114"/>
                </a:lnTo>
                <a:lnTo>
                  <a:pt x="3935" y="26974"/>
                </a:lnTo>
                <a:lnTo>
                  <a:pt x="4023" y="26786"/>
                </a:lnTo>
                <a:lnTo>
                  <a:pt x="4124" y="26646"/>
                </a:lnTo>
                <a:lnTo>
                  <a:pt x="4212" y="26504"/>
                </a:lnTo>
                <a:lnTo>
                  <a:pt x="4350" y="26317"/>
                </a:lnTo>
                <a:lnTo>
                  <a:pt x="4438" y="26176"/>
                </a:lnTo>
                <a:lnTo>
                  <a:pt x="4526" y="25988"/>
                </a:lnTo>
                <a:lnTo>
                  <a:pt x="4627" y="25847"/>
                </a:lnTo>
                <a:lnTo>
                  <a:pt x="4715" y="25707"/>
                </a:lnTo>
                <a:lnTo>
                  <a:pt x="4853" y="25519"/>
                </a:lnTo>
                <a:lnTo>
                  <a:pt x="4941" y="25379"/>
                </a:lnTo>
                <a:lnTo>
                  <a:pt x="5029" y="25191"/>
                </a:lnTo>
                <a:lnTo>
                  <a:pt x="5130" y="25050"/>
                </a:lnTo>
                <a:lnTo>
                  <a:pt x="5218" y="24862"/>
                </a:lnTo>
                <a:lnTo>
                  <a:pt x="5356" y="24721"/>
                </a:lnTo>
                <a:lnTo>
                  <a:pt x="5444" y="24580"/>
                </a:lnTo>
                <a:lnTo>
                  <a:pt x="5532" y="24392"/>
                </a:lnTo>
                <a:lnTo>
                  <a:pt x="5633" y="24256"/>
                </a:lnTo>
                <a:lnTo>
                  <a:pt x="5721" y="24063"/>
                </a:lnTo>
                <a:lnTo>
                  <a:pt x="5859" y="23921"/>
                </a:lnTo>
                <a:lnTo>
                  <a:pt x="5947" y="23741"/>
                </a:lnTo>
                <a:lnTo>
                  <a:pt x="6035" y="23599"/>
                </a:lnTo>
                <a:lnTo>
                  <a:pt x="6136" y="23406"/>
                </a:lnTo>
                <a:lnTo>
                  <a:pt x="6224" y="23265"/>
                </a:lnTo>
                <a:lnTo>
                  <a:pt x="6362" y="23084"/>
                </a:lnTo>
                <a:lnTo>
                  <a:pt x="6450" y="22943"/>
                </a:lnTo>
                <a:lnTo>
                  <a:pt x="6538" y="22801"/>
                </a:lnTo>
                <a:lnTo>
                  <a:pt x="6639" y="22608"/>
                </a:lnTo>
                <a:lnTo>
                  <a:pt x="6727" y="22466"/>
                </a:lnTo>
                <a:lnTo>
                  <a:pt x="6865" y="22286"/>
                </a:lnTo>
                <a:lnTo>
                  <a:pt x="6953" y="22144"/>
                </a:lnTo>
                <a:lnTo>
                  <a:pt x="7041" y="21951"/>
                </a:lnTo>
                <a:lnTo>
                  <a:pt x="7142" y="21810"/>
                </a:lnTo>
                <a:lnTo>
                  <a:pt x="7230" y="21629"/>
                </a:lnTo>
                <a:lnTo>
                  <a:pt x="7368" y="21488"/>
                </a:lnTo>
                <a:lnTo>
                  <a:pt x="7456" y="21295"/>
                </a:lnTo>
                <a:lnTo>
                  <a:pt x="7544" y="21153"/>
                </a:lnTo>
                <a:lnTo>
                  <a:pt x="7645" y="20973"/>
                </a:lnTo>
                <a:lnTo>
                  <a:pt x="7733" y="20831"/>
                </a:lnTo>
                <a:lnTo>
                  <a:pt x="7871" y="20638"/>
                </a:lnTo>
                <a:lnTo>
                  <a:pt x="7959" y="20496"/>
                </a:lnTo>
                <a:lnTo>
                  <a:pt x="8060" y="20316"/>
                </a:lnTo>
                <a:lnTo>
                  <a:pt x="8148" y="20175"/>
                </a:lnTo>
                <a:lnTo>
                  <a:pt x="8236" y="19981"/>
                </a:lnTo>
                <a:lnTo>
                  <a:pt x="8374" y="19840"/>
                </a:lnTo>
                <a:lnTo>
                  <a:pt x="8462" y="19660"/>
                </a:lnTo>
                <a:lnTo>
                  <a:pt x="8563" y="19518"/>
                </a:lnTo>
                <a:lnTo>
                  <a:pt x="8651" y="19325"/>
                </a:lnTo>
                <a:lnTo>
                  <a:pt x="8739" y="19183"/>
                </a:lnTo>
                <a:lnTo>
                  <a:pt x="8877" y="19003"/>
                </a:lnTo>
                <a:lnTo>
                  <a:pt x="8965" y="18861"/>
                </a:lnTo>
                <a:lnTo>
                  <a:pt x="9066" y="18668"/>
                </a:lnTo>
                <a:lnTo>
                  <a:pt x="9154" y="18527"/>
                </a:lnTo>
                <a:lnTo>
                  <a:pt x="9242" y="18346"/>
                </a:lnTo>
                <a:lnTo>
                  <a:pt x="9380" y="18205"/>
                </a:lnTo>
                <a:lnTo>
                  <a:pt x="9468" y="18012"/>
                </a:lnTo>
                <a:lnTo>
                  <a:pt x="9568" y="17818"/>
                </a:lnTo>
                <a:lnTo>
                  <a:pt x="9656" y="17677"/>
                </a:lnTo>
                <a:lnTo>
                  <a:pt x="9745" y="17497"/>
                </a:lnTo>
                <a:lnTo>
                  <a:pt x="9883" y="17355"/>
                </a:lnTo>
                <a:lnTo>
                  <a:pt x="9971" y="17162"/>
                </a:lnTo>
                <a:lnTo>
                  <a:pt x="10071" y="17020"/>
                </a:lnTo>
                <a:lnTo>
                  <a:pt x="10159" y="16840"/>
                </a:lnTo>
                <a:lnTo>
                  <a:pt x="10247" y="16698"/>
                </a:lnTo>
                <a:lnTo>
                  <a:pt x="10386" y="16505"/>
                </a:lnTo>
                <a:lnTo>
                  <a:pt x="10474" y="16364"/>
                </a:lnTo>
                <a:lnTo>
                  <a:pt x="10574" y="16183"/>
                </a:lnTo>
                <a:lnTo>
                  <a:pt x="10662" y="15990"/>
                </a:lnTo>
                <a:lnTo>
                  <a:pt x="10750" y="15849"/>
                </a:lnTo>
                <a:lnTo>
                  <a:pt x="10889" y="15668"/>
                </a:lnTo>
                <a:lnTo>
                  <a:pt x="10977" y="15527"/>
                </a:lnTo>
                <a:lnTo>
                  <a:pt x="11077" y="15334"/>
                </a:lnTo>
                <a:lnTo>
                  <a:pt x="11165" y="15192"/>
                </a:lnTo>
                <a:lnTo>
                  <a:pt x="11253" y="15012"/>
                </a:lnTo>
                <a:lnTo>
                  <a:pt x="11392" y="14819"/>
                </a:lnTo>
                <a:lnTo>
                  <a:pt x="11492" y="14677"/>
                </a:lnTo>
                <a:lnTo>
                  <a:pt x="11580" y="14497"/>
                </a:lnTo>
                <a:lnTo>
                  <a:pt x="11668" y="14355"/>
                </a:lnTo>
                <a:lnTo>
                  <a:pt x="11756" y="14162"/>
                </a:lnTo>
                <a:lnTo>
                  <a:pt x="11895" y="13982"/>
                </a:lnTo>
                <a:lnTo>
                  <a:pt x="11995" y="13840"/>
                </a:lnTo>
                <a:lnTo>
                  <a:pt x="12083" y="13647"/>
                </a:lnTo>
                <a:lnTo>
                  <a:pt x="12171" y="13505"/>
                </a:lnTo>
                <a:lnTo>
                  <a:pt x="12259" y="13325"/>
                </a:lnTo>
                <a:lnTo>
                  <a:pt x="12398" y="13132"/>
                </a:lnTo>
                <a:lnTo>
                  <a:pt x="12498" y="12990"/>
                </a:lnTo>
                <a:lnTo>
                  <a:pt x="12586" y="12797"/>
                </a:lnTo>
                <a:lnTo>
                  <a:pt x="12674" y="12668"/>
                </a:lnTo>
                <a:lnTo>
                  <a:pt x="12762" y="12475"/>
                </a:lnTo>
                <a:lnTo>
                  <a:pt x="12901" y="12282"/>
                </a:lnTo>
                <a:lnTo>
                  <a:pt x="13001" y="12141"/>
                </a:lnTo>
                <a:lnTo>
                  <a:pt x="13089" y="11960"/>
                </a:lnTo>
                <a:lnTo>
                  <a:pt x="13177" y="11819"/>
                </a:lnTo>
                <a:lnTo>
                  <a:pt x="13265" y="11626"/>
                </a:lnTo>
                <a:lnTo>
                  <a:pt x="13404" y="11445"/>
                </a:lnTo>
                <a:lnTo>
                  <a:pt x="13504" y="11304"/>
                </a:lnTo>
                <a:lnTo>
                  <a:pt x="13592" y="11111"/>
                </a:lnTo>
                <a:lnTo>
                  <a:pt x="13680" y="10930"/>
                </a:lnTo>
                <a:lnTo>
                  <a:pt x="13781" y="10789"/>
                </a:lnTo>
                <a:lnTo>
                  <a:pt x="13907" y="10596"/>
                </a:lnTo>
                <a:lnTo>
                  <a:pt x="14007" y="10415"/>
                </a:lnTo>
                <a:lnTo>
                  <a:pt x="14095" y="10274"/>
                </a:lnTo>
                <a:lnTo>
                  <a:pt x="14183" y="10081"/>
                </a:lnTo>
                <a:lnTo>
                  <a:pt x="14284" y="9900"/>
                </a:lnTo>
                <a:lnTo>
                  <a:pt x="14410" y="9759"/>
                </a:lnTo>
                <a:lnTo>
                  <a:pt x="14510" y="9566"/>
                </a:lnTo>
                <a:lnTo>
                  <a:pt x="14598" y="9424"/>
                </a:lnTo>
                <a:lnTo>
                  <a:pt x="14686" y="9231"/>
                </a:lnTo>
                <a:lnTo>
                  <a:pt x="14787" y="9051"/>
                </a:lnTo>
                <a:lnTo>
                  <a:pt x="14913" y="8909"/>
                </a:lnTo>
                <a:lnTo>
                  <a:pt x="15013" y="8716"/>
                </a:lnTo>
                <a:lnTo>
                  <a:pt x="15101" y="8536"/>
                </a:lnTo>
                <a:lnTo>
                  <a:pt x="15189" y="8394"/>
                </a:lnTo>
                <a:lnTo>
                  <a:pt x="15290" y="8201"/>
                </a:lnTo>
                <a:lnTo>
                  <a:pt x="15428" y="8021"/>
                </a:lnTo>
                <a:lnTo>
                  <a:pt x="15516" y="7827"/>
                </a:lnTo>
                <a:lnTo>
                  <a:pt x="15604" y="7686"/>
                </a:lnTo>
                <a:lnTo>
                  <a:pt x="15692" y="7506"/>
                </a:lnTo>
                <a:lnTo>
                  <a:pt x="15793" y="7312"/>
                </a:lnTo>
                <a:lnTo>
                  <a:pt x="15931" y="7171"/>
                </a:lnTo>
                <a:lnTo>
                  <a:pt x="16019" y="6991"/>
                </a:lnTo>
                <a:lnTo>
                  <a:pt x="16107" y="6797"/>
                </a:lnTo>
                <a:lnTo>
                  <a:pt x="16195" y="6656"/>
                </a:lnTo>
                <a:lnTo>
                  <a:pt x="16296" y="6463"/>
                </a:lnTo>
                <a:lnTo>
                  <a:pt x="16434" y="6282"/>
                </a:lnTo>
                <a:lnTo>
                  <a:pt x="16522" y="6141"/>
                </a:lnTo>
                <a:lnTo>
                  <a:pt x="16610" y="5948"/>
                </a:lnTo>
                <a:lnTo>
                  <a:pt x="16698" y="5767"/>
                </a:lnTo>
                <a:lnTo>
                  <a:pt x="16799" y="5574"/>
                </a:lnTo>
                <a:lnTo>
                  <a:pt x="16937" y="5433"/>
                </a:lnTo>
                <a:lnTo>
                  <a:pt x="17025" y="5252"/>
                </a:lnTo>
                <a:lnTo>
                  <a:pt x="17113" y="5059"/>
                </a:lnTo>
                <a:lnTo>
                  <a:pt x="17201" y="4918"/>
                </a:lnTo>
                <a:lnTo>
                  <a:pt x="17302" y="4737"/>
                </a:lnTo>
                <a:lnTo>
                  <a:pt x="17440" y="4544"/>
                </a:lnTo>
                <a:lnTo>
                  <a:pt x="17528" y="4351"/>
                </a:lnTo>
                <a:lnTo>
                  <a:pt x="17616" y="4222"/>
                </a:lnTo>
                <a:lnTo>
                  <a:pt x="17717" y="4029"/>
                </a:lnTo>
                <a:lnTo>
                  <a:pt x="17805" y="3836"/>
                </a:lnTo>
                <a:lnTo>
                  <a:pt x="17943" y="3656"/>
                </a:lnTo>
                <a:lnTo>
                  <a:pt x="18031" y="3514"/>
                </a:lnTo>
                <a:lnTo>
                  <a:pt x="18119" y="3321"/>
                </a:lnTo>
                <a:lnTo>
                  <a:pt x="18220" y="3141"/>
                </a:lnTo>
                <a:lnTo>
                  <a:pt x="18308" y="2999"/>
                </a:lnTo>
                <a:lnTo>
                  <a:pt x="18446" y="2806"/>
                </a:lnTo>
                <a:lnTo>
                  <a:pt x="18534" y="2626"/>
                </a:lnTo>
                <a:lnTo>
                  <a:pt x="18622" y="2433"/>
                </a:lnTo>
                <a:lnTo>
                  <a:pt x="18722" y="2291"/>
                </a:lnTo>
                <a:lnTo>
                  <a:pt x="18811" y="2111"/>
                </a:lnTo>
                <a:lnTo>
                  <a:pt x="18949" y="1918"/>
                </a:lnTo>
                <a:lnTo>
                  <a:pt x="19037" y="1725"/>
                </a:lnTo>
                <a:lnTo>
                  <a:pt x="19125" y="1544"/>
                </a:lnTo>
                <a:lnTo>
                  <a:pt x="19225" y="1403"/>
                </a:lnTo>
                <a:lnTo>
                  <a:pt x="19313" y="1210"/>
                </a:lnTo>
                <a:lnTo>
                  <a:pt x="19452" y="1029"/>
                </a:lnTo>
                <a:lnTo>
                  <a:pt x="19540" y="836"/>
                </a:lnTo>
                <a:lnTo>
                  <a:pt x="19628" y="695"/>
                </a:lnTo>
                <a:lnTo>
                  <a:pt x="19728" y="514"/>
                </a:lnTo>
                <a:lnTo>
                  <a:pt x="19816" y="321"/>
                </a:lnTo>
                <a:lnTo>
                  <a:pt x="19955" y="128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4725608" y="4416618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37401"/>
                </a:moveTo>
                <a:lnTo>
                  <a:pt x="88" y="37208"/>
                </a:lnTo>
                <a:lnTo>
                  <a:pt x="188" y="37015"/>
                </a:lnTo>
                <a:lnTo>
                  <a:pt x="276" y="36835"/>
                </a:lnTo>
                <a:lnTo>
                  <a:pt x="414" y="36642"/>
                </a:lnTo>
                <a:lnTo>
                  <a:pt x="502" y="36500"/>
                </a:lnTo>
                <a:lnTo>
                  <a:pt x="590" y="36320"/>
                </a:lnTo>
                <a:lnTo>
                  <a:pt x="691" y="36127"/>
                </a:lnTo>
                <a:lnTo>
                  <a:pt x="779" y="35946"/>
                </a:lnTo>
                <a:lnTo>
                  <a:pt x="917" y="35753"/>
                </a:lnTo>
                <a:lnTo>
                  <a:pt x="1005" y="35612"/>
                </a:lnTo>
                <a:lnTo>
                  <a:pt x="1093" y="35419"/>
                </a:lnTo>
                <a:lnTo>
                  <a:pt x="1194" y="35238"/>
                </a:lnTo>
                <a:lnTo>
                  <a:pt x="1282" y="35045"/>
                </a:lnTo>
                <a:lnTo>
                  <a:pt x="1420" y="34865"/>
                </a:lnTo>
                <a:lnTo>
                  <a:pt x="1508" y="34672"/>
                </a:lnTo>
                <a:lnTo>
                  <a:pt x="1609" y="34530"/>
                </a:lnTo>
                <a:lnTo>
                  <a:pt x="1697" y="34350"/>
                </a:lnTo>
                <a:lnTo>
                  <a:pt x="1785" y="34157"/>
                </a:lnTo>
                <a:lnTo>
                  <a:pt x="1923" y="33964"/>
                </a:lnTo>
                <a:lnTo>
                  <a:pt x="2011" y="33783"/>
                </a:lnTo>
                <a:lnTo>
                  <a:pt x="2112" y="33642"/>
                </a:lnTo>
                <a:lnTo>
                  <a:pt x="2200" y="33449"/>
                </a:lnTo>
                <a:lnTo>
                  <a:pt x="2288" y="33268"/>
                </a:lnTo>
                <a:lnTo>
                  <a:pt x="2426" y="33075"/>
                </a:lnTo>
                <a:lnTo>
                  <a:pt x="2514" y="32895"/>
                </a:lnTo>
                <a:lnTo>
                  <a:pt x="2615" y="32702"/>
                </a:lnTo>
                <a:lnTo>
                  <a:pt x="2703" y="32522"/>
                </a:lnTo>
                <a:lnTo>
                  <a:pt x="2791" y="32380"/>
                </a:lnTo>
                <a:lnTo>
                  <a:pt x="2929" y="32187"/>
                </a:lnTo>
                <a:lnTo>
                  <a:pt x="3017" y="31994"/>
                </a:lnTo>
                <a:lnTo>
                  <a:pt x="3118" y="31814"/>
                </a:lnTo>
                <a:lnTo>
                  <a:pt x="3206" y="31620"/>
                </a:lnTo>
                <a:lnTo>
                  <a:pt x="3294" y="31440"/>
                </a:lnTo>
                <a:lnTo>
                  <a:pt x="3432" y="31299"/>
                </a:lnTo>
                <a:lnTo>
                  <a:pt x="3520" y="31105"/>
                </a:lnTo>
                <a:lnTo>
                  <a:pt x="3621" y="30925"/>
                </a:lnTo>
                <a:lnTo>
                  <a:pt x="3709" y="30732"/>
                </a:lnTo>
                <a:lnTo>
                  <a:pt x="3797" y="30539"/>
                </a:lnTo>
                <a:lnTo>
                  <a:pt x="3935" y="30359"/>
                </a:lnTo>
                <a:lnTo>
                  <a:pt x="4023" y="30166"/>
                </a:lnTo>
                <a:lnTo>
                  <a:pt x="4124" y="29985"/>
                </a:lnTo>
                <a:lnTo>
                  <a:pt x="4212" y="29844"/>
                </a:lnTo>
                <a:lnTo>
                  <a:pt x="4300" y="29651"/>
                </a:lnTo>
                <a:lnTo>
                  <a:pt x="4438" y="29470"/>
                </a:lnTo>
                <a:lnTo>
                  <a:pt x="4526" y="29277"/>
                </a:lnTo>
                <a:lnTo>
                  <a:pt x="4627" y="29084"/>
                </a:lnTo>
                <a:lnTo>
                  <a:pt x="4715" y="28904"/>
                </a:lnTo>
                <a:lnTo>
                  <a:pt x="4803" y="28711"/>
                </a:lnTo>
                <a:lnTo>
                  <a:pt x="4941" y="28530"/>
                </a:lnTo>
                <a:lnTo>
                  <a:pt x="5042" y="28337"/>
                </a:lnTo>
                <a:lnTo>
                  <a:pt x="5130" y="28196"/>
                </a:lnTo>
                <a:lnTo>
                  <a:pt x="5218" y="28015"/>
                </a:lnTo>
                <a:lnTo>
                  <a:pt x="5306" y="27822"/>
                </a:lnTo>
                <a:lnTo>
                  <a:pt x="5444" y="27629"/>
                </a:lnTo>
                <a:lnTo>
                  <a:pt x="5545" y="27449"/>
                </a:lnTo>
                <a:lnTo>
                  <a:pt x="5633" y="27256"/>
                </a:lnTo>
                <a:lnTo>
                  <a:pt x="5721" y="27076"/>
                </a:lnTo>
                <a:lnTo>
                  <a:pt x="5809" y="26882"/>
                </a:lnTo>
                <a:lnTo>
                  <a:pt x="5947" y="26702"/>
                </a:lnTo>
                <a:lnTo>
                  <a:pt x="6048" y="26509"/>
                </a:lnTo>
                <a:lnTo>
                  <a:pt x="6136" y="26316"/>
                </a:lnTo>
                <a:lnTo>
                  <a:pt x="6224" y="26187"/>
                </a:lnTo>
                <a:lnTo>
                  <a:pt x="6312" y="25994"/>
                </a:lnTo>
                <a:lnTo>
                  <a:pt x="6450" y="25801"/>
                </a:lnTo>
                <a:lnTo>
                  <a:pt x="6551" y="25621"/>
                </a:lnTo>
                <a:lnTo>
                  <a:pt x="6639" y="25428"/>
                </a:lnTo>
                <a:lnTo>
                  <a:pt x="6727" y="25247"/>
                </a:lnTo>
                <a:lnTo>
                  <a:pt x="6815" y="25054"/>
                </a:lnTo>
                <a:lnTo>
                  <a:pt x="6953" y="24861"/>
                </a:lnTo>
                <a:lnTo>
                  <a:pt x="7054" y="24681"/>
                </a:lnTo>
                <a:lnTo>
                  <a:pt x="7142" y="24488"/>
                </a:lnTo>
                <a:lnTo>
                  <a:pt x="7230" y="24307"/>
                </a:lnTo>
                <a:lnTo>
                  <a:pt x="7318" y="24114"/>
                </a:lnTo>
                <a:lnTo>
                  <a:pt x="7456" y="23934"/>
                </a:lnTo>
                <a:lnTo>
                  <a:pt x="7557" y="23741"/>
                </a:lnTo>
                <a:lnTo>
                  <a:pt x="7645" y="23548"/>
                </a:lnTo>
                <a:lnTo>
                  <a:pt x="7733" y="23368"/>
                </a:lnTo>
                <a:lnTo>
                  <a:pt x="7833" y="23174"/>
                </a:lnTo>
                <a:lnTo>
                  <a:pt x="7959" y="22994"/>
                </a:lnTo>
                <a:lnTo>
                  <a:pt x="8060" y="22853"/>
                </a:lnTo>
                <a:lnTo>
                  <a:pt x="8148" y="22659"/>
                </a:lnTo>
                <a:lnTo>
                  <a:pt x="8236" y="22479"/>
                </a:lnTo>
                <a:lnTo>
                  <a:pt x="8336" y="22286"/>
                </a:lnTo>
                <a:lnTo>
                  <a:pt x="8462" y="22093"/>
                </a:lnTo>
                <a:lnTo>
                  <a:pt x="8563" y="21913"/>
                </a:lnTo>
                <a:lnTo>
                  <a:pt x="8651" y="21720"/>
                </a:lnTo>
                <a:lnTo>
                  <a:pt x="8739" y="21539"/>
                </a:lnTo>
                <a:lnTo>
                  <a:pt x="8839" y="21346"/>
                </a:lnTo>
                <a:lnTo>
                  <a:pt x="8977" y="21166"/>
                </a:lnTo>
                <a:lnTo>
                  <a:pt x="9065" y="20973"/>
                </a:lnTo>
                <a:lnTo>
                  <a:pt x="9154" y="20780"/>
                </a:lnTo>
                <a:lnTo>
                  <a:pt x="9242" y="20599"/>
                </a:lnTo>
                <a:lnTo>
                  <a:pt x="9342" y="20406"/>
                </a:lnTo>
                <a:lnTo>
                  <a:pt x="9480" y="20226"/>
                </a:lnTo>
                <a:lnTo>
                  <a:pt x="9568" y="20033"/>
                </a:lnTo>
                <a:lnTo>
                  <a:pt x="9656" y="19853"/>
                </a:lnTo>
                <a:lnTo>
                  <a:pt x="9745" y="19660"/>
                </a:lnTo>
                <a:lnTo>
                  <a:pt x="9845" y="19466"/>
                </a:lnTo>
                <a:lnTo>
                  <a:pt x="9983" y="19286"/>
                </a:lnTo>
                <a:lnTo>
                  <a:pt x="10071" y="19093"/>
                </a:lnTo>
                <a:lnTo>
                  <a:pt x="10159" y="18913"/>
                </a:lnTo>
                <a:lnTo>
                  <a:pt x="10247" y="18720"/>
                </a:lnTo>
                <a:lnTo>
                  <a:pt x="10348" y="18527"/>
                </a:lnTo>
                <a:lnTo>
                  <a:pt x="10486" y="18346"/>
                </a:lnTo>
                <a:lnTo>
                  <a:pt x="10574" y="18153"/>
                </a:lnTo>
                <a:lnTo>
                  <a:pt x="10662" y="17973"/>
                </a:lnTo>
                <a:lnTo>
                  <a:pt x="10750" y="17780"/>
                </a:lnTo>
                <a:lnTo>
                  <a:pt x="10851" y="17600"/>
                </a:lnTo>
                <a:lnTo>
                  <a:pt x="10989" y="17406"/>
                </a:lnTo>
                <a:lnTo>
                  <a:pt x="11077" y="17213"/>
                </a:lnTo>
                <a:lnTo>
                  <a:pt x="11165" y="17033"/>
                </a:lnTo>
                <a:lnTo>
                  <a:pt x="11266" y="16840"/>
                </a:lnTo>
                <a:lnTo>
                  <a:pt x="11354" y="16660"/>
                </a:lnTo>
                <a:lnTo>
                  <a:pt x="11492" y="16467"/>
                </a:lnTo>
                <a:lnTo>
                  <a:pt x="11580" y="16286"/>
                </a:lnTo>
                <a:lnTo>
                  <a:pt x="11668" y="16042"/>
                </a:lnTo>
                <a:lnTo>
                  <a:pt x="11769" y="15861"/>
                </a:lnTo>
                <a:lnTo>
                  <a:pt x="11857" y="15668"/>
                </a:lnTo>
                <a:lnTo>
                  <a:pt x="11995" y="15488"/>
                </a:lnTo>
                <a:lnTo>
                  <a:pt x="12083" y="15295"/>
                </a:lnTo>
                <a:lnTo>
                  <a:pt x="12171" y="15102"/>
                </a:lnTo>
                <a:lnTo>
                  <a:pt x="12272" y="14922"/>
                </a:lnTo>
                <a:lnTo>
                  <a:pt x="12360" y="14728"/>
                </a:lnTo>
                <a:lnTo>
                  <a:pt x="12498" y="14548"/>
                </a:lnTo>
                <a:lnTo>
                  <a:pt x="12586" y="14355"/>
                </a:lnTo>
                <a:lnTo>
                  <a:pt x="12674" y="14175"/>
                </a:lnTo>
                <a:lnTo>
                  <a:pt x="12775" y="13982"/>
                </a:lnTo>
                <a:lnTo>
                  <a:pt x="12863" y="13789"/>
                </a:lnTo>
                <a:lnTo>
                  <a:pt x="13001" y="13608"/>
                </a:lnTo>
                <a:lnTo>
                  <a:pt x="13089" y="13415"/>
                </a:lnTo>
                <a:lnTo>
                  <a:pt x="13177" y="13235"/>
                </a:lnTo>
                <a:lnTo>
                  <a:pt x="13278" y="13042"/>
                </a:lnTo>
                <a:lnTo>
                  <a:pt x="13366" y="12810"/>
                </a:lnTo>
                <a:lnTo>
                  <a:pt x="13504" y="12617"/>
                </a:lnTo>
                <a:lnTo>
                  <a:pt x="13592" y="12437"/>
                </a:lnTo>
                <a:lnTo>
                  <a:pt x="13680" y="12244"/>
                </a:lnTo>
                <a:lnTo>
                  <a:pt x="13781" y="12063"/>
                </a:lnTo>
                <a:lnTo>
                  <a:pt x="13869" y="11870"/>
                </a:lnTo>
                <a:lnTo>
                  <a:pt x="14007" y="11677"/>
                </a:lnTo>
                <a:lnTo>
                  <a:pt x="14095" y="11497"/>
                </a:lnTo>
                <a:lnTo>
                  <a:pt x="14183" y="11304"/>
                </a:lnTo>
                <a:lnTo>
                  <a:pt x="14284" y="11123"/>
                </a:lnTo>
                <a:lnTo>
                  <a:pt x="14372" y="10930"/>
                </a:lnTo>
                <a:lnTo>
                  <a:pt x="14510" y="10737"/>
                </a:lnTo>
                <a:lnTo>
                  <a:pt x="14598" y="10505"/>
                </a:lnTo>
                <a:lnTo>
                  <a:pt x="14686" y="10325"/>
                </a:lnTo>
                <a:lnTo>
                  <a:pt x="14787" y="10132"/>
                </a:lnTo>
                <a:lnTo>
                  <a:pt x="14875" y="9952"/>
                </a:lnTo>
                <a:lnTo>
                  <a:pt x="15013" y="9759"/>
                </a:lnTo>
                <a:lnTo>
                  <a:pt x="15101" y="9566"/>
                </a:lnTo>
                <a:lnTo>
                  <a:pt x="15202" y="9385"/>
                </a:lnTo>
                <a:lnTo>
                  <a:pt x="15290" y="9192"/>
                </a:lnTo>
                <a:lnTo>
                  <a:pt x="15378" y="9012"/>
                </a:lnTo>
                <a:lnTo>
                  <a:pt x="15516" y="8767"/>
                </a:lnTo>
                <a:lnTo>
                  <a:pt x="15604" y="8587"/>
                </a:lnTo>
                <a:lnTo>
                  <a:pt x="15705" y="8394"/>
                </a:lnTo>
                <a:lnTo>
                  <a:pt x="15793" y="8214"/>
                </a:lnTo>
                <a:lnTo>
                  <a:pt x="15881" y="8021"/>
                </a:lnTo>
                <a:lnTo>
                  <a:pt x="16019" y="7840"/>
                </a:lnTo>
                <a:lnTo>
                  <a:pt x="16107" y="7647"/>
                </a:lnTo>
                <a:lnTo>
                  <a:pt x="16208" y="7454"/>
                </a:lnTo>
                <a:lnTo>
                  <a:pt x="16296" y="7222"/>
                </a:lnTo>
                <a:lnTo>
                  <a:pt x="16384" y="7042"/>
                </a:lnTo>
                <a:lnTo>
                  <a:pt x="16522" y="6849"/>
                </a:lnTo>
                <a:lnTo>
                  <a:pt x="16610" y="6656"/>
                </a:lnTo>
                <a:lnTo>
                  <a:pt x="16711" y="6476"/>
                </a:lnTo>
                <a:lnTo>
                  <a:pt x="16799" y="6282"/>
                </a:lnTo>
                <a:lnTo>
                  <a:pt x="16887" y="6102"/>
                </a:lnTo>
                <a:lnTo>
                  <a:pt x="17025" y="5858"/>
                </a:lnTo>
                <a:lnTo>
                  <a:pt x="17113" y="5677"/>
                </a:lnTo>
                <a:lnTo>
                  <a:pt x="17214" y="5484"/>
                </a:lnTo>
                <a:lnTo>
                  <a:pt x="17302" y="5304"/>
                </a:lnTo>
                <a:lnTo>
                  <a:pt x="17390" y="5111"/>
                </a:lnTo>
                <a:lnTo>
                  <a:pt x="17528" y="4931"/>
                </a:lnTo>
                <a:lnTo>
                  <a:pt x="17616" y="4686"/>
                </a:lnTo>
                <a:lnTo>
                  <a:pt x="17717" y="4506"/>
                </a:lnTo>
                <a:lnTo>
                  <a:pt x="17805" y="4313"/>
                </a:lnTo>
                <a:lnTo>
                  <a:pt x="17893" y="4132"/>
                </a:lnTo>
                <a:lnTo>
                  <a:pt x="18031" y="3939"/>
                </a:lnTo>
                <a:lnTo>
                  <a:pt x="18119" y="3746"/>
                </a:lnTo>
                <a:lnTo>
                  <a:pt x="18220" y="3514"/>
                </a:lnTo>
                <a:lnTo>
                  <a:pt x="18308" y="3334"/>
                </a:lnTo>
                <a:lnTo>
                  <a:pt x="18396" y="3141"/>
                </a:lnTo>
                <a:lnTo>
                  <a:pt x="18534" y="2961"/>
                </a:lnTo>
                <a:lnTo>
                  <a:pt x="18634" y="2768"/>
                </a:lnTo>
                <a:lnTo>
                  <a:pt x="18722" y="2574"/>
                </a:lnTo>
                <a:lnTo>
                  <a:pt x="18811" y="2343"/>
                </a:lnTo>
                <a:lnTo>
                  <a:pt x="18899" y="2162"/>
                </a:lnTo>
                <a:lnTo>
                  <a:pt x="19037" y="1969"/>
                </a:lnTo>
                <a:lnTo>
                  <a:pt x="19137" y="1776"/>
                </a:lnTo>
                <a:lnTo>
                  <a:pt x="19225" y="1596"/>
                </a:lnTo>
                <a:lnTo>
                  <a:pt x="19313" y="1364"/>
                </a:lnTo>
                <a:lnTo>
                  <a:pt x="19401" y="1171"/>
                </a:lnTo>
                <a:lnTo>
                  <a:pt x="19540" y="978"/>
                </a:lnTo>
                <a:lnTo>
                  <a:pt x="19640" y="798"/>
                </a:lnTo>
                <a:lnTo>
                  <a:pt x="19728" y="605"/>
                </a:lnTo>
                <a:lnTo>
                  <a:pt x="19816" y="373"/>
                </a:lnTo>
                <a:lnTo>
                  <a:pt x="19904" y="180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4745651" y="4375560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41058"/>
                </a:moveTo>
                <a:lnTo>
                  <a:pt x="100" y="40865"/>
                </a:lnTo>
                <a:lnTo>
                  <a:pt x="188" y="40684"/>
                </a:lnTo>
                <a:lnTo>
                  <a:pt x="276" y="40453"/>
                </a:lnTo>
                <a:lnTo>
                  <a:pt x="364" y="40260"/>
                </a:lnTo>
                <a:lnTo>
                  <a:pt x="502" y="40066"/>
                </a:lnTo>
                <a:lnTo>
                  <a:pt x="603" y="39886"/>
                </a:lnTo>
                <a:lnTo>
                  <a:pt x="691" y="39693"/>
                </a:lnTo>
                <a:lnTo>
                  <a:pt x="779" y="39461"/>
                </a:lnTo>
                <a:lnTo>
                  <a:pt x="867" y="39268"/>
                </a:lnTo>
                <a:lnTo>
                  <a:pt x="1005" y="39088"/>
                </a:lnTo>
                <a:lnTo>
                  <a:pt x="1106" y="38895"/>
                </a:lnTo>
                <a:lnTo>
                  <a:pt x="1194" y="38663"/>
                </a:lnTo>
                <a:lnTo>
                  <a:pt x="1282" y="38470"/>
                </a:lnTo>
                <a:lnTo>
                  <a:pt x="1383" y="38290"/>
                </a:lnTo>
                <a:lnTo>
                  <a:pt x="1508" y="38097"/>
                </a:lnTo>
                <a:lnTo>
                  <a:pt x="1609" y="37865"/>
                </a:lnTo>
                <a:lnTo>
                  <a:pt x="1697" y="37685"/>
                </a:lnTo>
                <a:lnTo>
                  <a:pt x="1785" y="37491"/>
                </a:lnTo>
                <a:lnTo>
                  <a:pt x="1886" y="37298"/>
                </a:lnTo>
                <a:lnTo>
                  <a:pt x="2011" y="37067"/>
                </a:lnTo>
                <a:lnTo>
                  <a:pt x="2112" y="36886"/>
                </a:lnTo>
                <a:lnTo>
                  <a:pt x="2200" y="36693"/>
                </a:lnTo>
                <a:lnTo>
                  <a:pt x="2288" y="36500"/>
                </a:lnTo>
                <a:lnTo>
                  <a:pt x="2389" y="36268"/>
                </a:lnTo>
                <a:lnTo>
                  <a:pt x="2527" y="36088"/>
                </a:lnTo>
                <a:lnTo>
                  <a:pt x="2615" y="35895"/>
                </a:lnTo>
                <a:lnTo>
                  <a:pt x="2703" y="35702"/>
                </a:lnTo>
                <a:lnTo>
                  <a:pt x="2791" y="35470"/>
                </a:lnTo>
                <a:lnTo>
                  <a:pt x="2892" y="35290"/>
                </a:lnTo>
                <a:lnTo>
                  <a:pt x="3030" y="35097"/>
                </a:lnTo>
                <a:lnTo>
                  <a:pt x="3118" y="34904"/>
                </a:lnTo>
                <a:lnTo>
                  <a:pt x="3206" y="34672"/>
                </a:lnTo>
                <a:lnTo>
                  <a:pt x="3294" y="34492"/>
                </a:lnTo>
                <a:lnTo>
                  <a:pt x="3395" y="34298"/>
                </a:lnTo>
                <a:lnTo>
                  <a:pt x="3533" y="34067"/>
                </a:lnTo>
                <a:lnTo>
                  <a:pt x="3621" y="33874"/>
                </a:lnTo>
                <a:lnTo>
                  <a:pt x="3709" y="33693"/>
                </a:lnTo>
                <a:lnTo>
                  <a:pt x="3797" y="33500"/>
                </a:lnTo>
                <a:lnTo>
                  <a:pt x="3898" y="33268"/>
                </a:lnTo>
                <a:lnTo>
                  <a:pt x="4036" y="33075"/>
                </a:lnTo>
                <a:lnTo>
                  <a:pt x="4124" y="32895"/>
                </a:lnTo>
                <a:lnTo>
                  <a:pt x="4212" y="32663"/>
                </a:lnTo>
                <a:lnTo>
                  <a:pt x="4300" y="32470"/>
                </a:lnTo>
                <a:lnTo>
                  <a:pt x="4400" y="32277"/>
                </a:lnTo>
                <a:lnTo>
                  <a:pt x="4539" y="32097"/>
                </a:lnTo>
                <a:lnTo>
                  <a:pt x="4627" y="31865"/>
                </a:lnTo>
                <a:lnTo>
                  <a:pt x="4715" y="31672"/>
                </a:lnTo>
                <a:lnTo>
                  <a:pt x="4815" y="31479"/>
                </a:lnTo>
                <a:lnTo>
                  <a:pt x="4903" y="31247"/>
                </a:lnTo>
                <a:lnTo>
                  <a:pt x="5042" y="31067"/>
                </a:lnTo>
                <a:lnTo>
                  <a:pt x="5130" y="30874"/>
                </a:lnTo>
                <a:lnTo>
                  <a:pt x="5218" y="30642"/>
                </a:lnTo>
                <a:lnTo>
                  <a:pt x="5318" y="30449"/>
                </a:lnTo>
                <a:lnTo>
                  <a:pt x="5406" y="30269"/>
                </a:lnTo>
                <a:lnTo>
                  <a:pt x="5545" y="30075"/>
                </a:lnTo>
                <a:lnTo>
                  <a:pt x="5633" y="29844"/>
                </a:lnTo>
                <a:lnTo>
                  <a:pt x="5721" y="29651"/>
                </a:lnTo>
                <a:lnTo>
                  <a:pt x="5821" y="29470"/>
                </a:lnTo>
                <a:lnTo>
                  <a:pt x="5909" y="29239"/>
                </a:lnTo>
                <a:lnTo>
                  <a:pt x="6048" y="29045"/>
                </a:lnTo>
                <a:lnTo>
                  <a:pt x="6136" y="28852"/>
                </a:lnTo>
                <a:lnTo>
                  <a:pt x="6224" y="28621"/>
                </a:lnTo>
                <a:lnTo>
                  <a:pt x="6324" y="28440"/>
                </a:lnTo>
                <a:lnTo>
                  <a:pt x="6412" y="28247"/>
                </a:lnTo>
                <a:lnTo>
                  <a:pt x="6551" y="28015"/>
                </a:lnTo>
                <a:lnTo>
                  <a:pt x="6639" y="27822"/>
                </a:lnTo>
                <a:lnTo>
                  <a:pt x="6727" y="27642"/>
                </a:lnTo>
                <a:lnTo>
                  <a:pt x="6827" y="27397"/>
                </a:lnTo>
                <a:lnTo>
                  <a:pt x="6915" y="27217"/>
                </a:lnTo>
                <a:lnTo>
                  <a:pt x="7054" y="27024"/>
                </a:lnTo>
                <a:lnTo>
                  <a:pt x="7142" y="26792"/>
                </a:lnTo>
                <a:lnTo>
                  <a:pt x="7230" y="26599"/>
                </a:lnTo>
                <a:lnTo>
                  <a:pt x="7330" y="26419"/>
                </a:lnTo>
                <a:lnTo>
                  <a:pt x="7418" y="26187"/>
                </a:lnTo>
                <a:lnTo>
                  <a:pt x="7557" y="25994"/>
                </a:lnTo>
                <a:lnTo>
                  <a:pt x="7645" y="25801"/>
                </a:lnTo>
                <a:lnTo>
                  <a:pt x="7733" y="25569"/>
                </a:lnTo>
                <a:lnTo>
                  <a:pt x="7833" y="25389"/>
                </a:lnTo>
                <a:lnTo>
                  <a:pt x="7921" y="25144"/>
                </a:lnTo>
                <a:lnTo>
                  <a:pt x="8060" y="24964"/>
                </a:lnTo>
                <a:lnTo>
                  <a:pt x="8148" y="24771"/>
                </a:lnTo>
                <a:lnTo>
                  <a:pt x="8236" y="24539"/>
                </a:lnTo>
                <a:lnTo>
                  <a:pt x="8336" y="24346"/>
                </a:lnTo>
                <a:lnTo>
                  <a:pt x="8424" y="24166"/>
                </a:lnTo>
                <a:lnTo>
                  <a:pt x="8563" y="23934"/>
                </a:lnTo>
                <a:lnTo>
                  <a:pt x="8651" y="23741"/>
                </a:lnTo>
                <a:lnTo>
                  <a:pt x="8751" y="23509"/>
                </a:lnTo>
                <a:lnTo>
                  <a:pt x="8839" y="23316"/>
                </a:lnTo>
                <a:lnTo>
                  <a:pt x="8927" y="23136"/>
                </a:lnTo>
                <a:lnTo>
                  <a:pt x="9065" y="22904"/>
                </a:lnTo>
                <a:lnTo>
                  <a:pt x="9154" y="22711"/>
                </a:lnTo>
                <a:lnTo>
                  <a:pt x="9254" y="22518"/>
                </a:lnTo>
                <a:lnTo>
                  <a:pt x="9342" y="22286"/>
                </a:lnTo>
                <a:lnTo>
                  <a:pt x="9430" y="22106"/>
                </a:lnTo>
                <a:lnTo>
                  <a:pt x="9568" y="21861"/>
                </a:lnTo>
                <a:lnTo>
                  <a:pt x="9656" y="21681"/>
                </a:lnTo>
                <a:lnTo>
                  <a:pt x="9757" y="21488"/>
                </a:lnTo>
                <a:lnTo>
                  <a:pt x="9845" y="21256"/>
                </a:lnTo>
                <a:lnTo>
                  <a:pt x="9933" y="21063"/>
                </a:lnTo>
                <a:lnTo>
                  <a:pt x="10071" y="20831"/>
                </a:lnTo>
                <a:lnTo>
                  <a:pt x="10159" y="20651"/>
                </a:lnTo>
                <a:lnTo>
                  <a:pt x="10260" y="20458"/>
                </a:lnTo>
                <a:lnTo>
                  <a:pt x="10348" y="20226"/>
                </a:lnTo>
                <a:lnTo>
                  <a:pt x="10436" y="20033"/>
                </a:lnTo>
                <a:lnTo>
                  <a:pt x="10574" y="19801"/>
                </a:lnTo>
                <a:lnTo>
                  <a:pt x="10662" y="19608"/>
                </a:lnTo>
                <a:lnTo>
                  <a:pt x="10763" y="19428"/>
                </a:lnTo>
                <a:lnTo>
                  <a:pt x="10851" y="19196"/>
                </a:lnTo>
                <a:lnTo>
                  <a:pt x="10939" y="19003"/>
                </a:lnTo>
                <a:lnTo>
                  <a:pt x="11077" y="18771"/>
                </a:lnTo>
                <a:lnTo>
                  <a:pt x="11165" y="18578"/>
                </a:lnTo>
                <a:lnTo>
                  <a:pt x="11266" y="18398"/>
                </a:lnTo>
                <a:lnTo>
                  <a:pt x="11354" y="18153"/>
                </a:lnTo>
                <a:lnTo>
                  <a:pt x="11492" y="17973"/>
                </a:lnTo>
                <a:lnTo>
                  <a:pt x="11580" y="17741"/>
                </a:lnTo>
                <a:lnTo>
                  <a:pt x="11668" y="17548"/>
                </a:lnTo>
                <a:lnTo>
                  <a:pt x="11769" y="17316"/>
                </a:lnTo>
                <a:lnTo>
                  <a:pt x="11857" y="17123"/>
                </a:lnTo>
                <a:lnTo>
                  <a:pt x="11995" y="16943"/>
                </a:lnTo>
                <a:lnTo>
                  <a:pt x="12083" y="16698"/>
                </a:lnTo>
                <a:lnTo>
                  <a:pt x="12171" y="16518"/>
                </a:lnTo>
                <a:lnTo>
                  <a:pt x="12272" y="16286"/>
                </a:lnTo>
                <a:lnTo>
                  <a:pt x="12360" y="16093"/>
                </a:lnTo>
                <a:lnTo>
                  <a:pt x="12498" y="15861"/>
                </a:lnTo>
                <a:lnTo>
                  <a:pt x="12586" y="15668"/>
                </a:lnTo>
                <a:lnTo>
                  <a:pt x="12687" y="15437"/>
                </a:lnTo>
                <a:lnTo>
                  <a:pt x="12775" y="15243"/>
                </a:lnTo>
                <a:lnTo>
                  <a:pt x="12863" y="15063"/>
                </a:lnTo>
                <a:lnTo>
                  <a:pt x="13001" y="14831"/>
                </a:lnTo>
                <a:lnTo>
                  <a:pt x="13089" y="14638"/>
                </a:lnTo>
                <a:lnTo>
                  <a:pt x="13190" y="14407"/>
                </a:lnTo>
                <a:lnTo>
                  <a:pt x="13278" y="14213"/>
                </a:lnTo>
                <a:lnTo>
                  <a:pt x="13366" y="13982"/>
                </a:lnTo>
                <a:lnTo>
                  <a:pt x="13504" y="13789"/>
                </a:lnTo>
                <a:lnTo>
                  <a:pt x="13592" y="13557"/>
                </a:lnTo>
                <a:lnTo>
                  <a:pt x="13693" y="13377"/>
                </a:lnTo>
                <a:lnTo>
                  <a:pt x="13781" y="13132"/>
                </a:lnTo>
                <a:lnTo>
                  <a:pt x="13869" y="12952"/>
                </a:lnTo>
                <a:lnTo>
                  <a:pt x="14007" y="12759"/>
                </a:lnTo>
                <a:lnTo>
                  <a:pt x="14095" y="12527"/>
                </a:lnTo>
                <a:lnTo>
                  <a:pt x="14196" y="12347"/>
                </a:lnTo>
                <a:lnTo>
                  <a:pt x="14284" y="12102"/>
                </a:lnTo>
                <a:lnTo>
                  <a:pt x="14372" y="11922"/>
                </a:lnTo>
                <a:lnTo>
                  <a:pt x="14510" y="11677"/>
                </a:lnTo>
                <a:lnTo>
                  <a:pt x="14598" y="11497"/>
                </a:lnTo>
                <a:lnTo>
                  <a:pt x="14699" y="11265"/>
                </a:lnTo>
                <a:lnTo>
                  <a:pt x="14787" y="11072"/>
                </a:lnTo>
                <a:lnTo>
                  <a:pt x="14875" y="10840"/>
                </a:lnTo>
                <a:lnTo>
                  <a:pt x="15013" y="10647"/>
                </a:lnTo>
                <a:lnTo>
                  <a:pt x="15101" y="10415"/>
                </a:lnTo>
                <a:lnTo>
                  <a:pt x="15202" y="10235"/>
                </a:lnTo>
                <a:lnTo>
                  <a:pt x="15290" y="9990"/>
                </a:lnTo>
                <a:lnTo>
                  <a:pt x="15378" y="9810"/>
                </a:lnTo>
                <a:lnTo>
                  <a:pt x="15516" y="9566"/>
                </a:lnTo>
                <a:lnTo>
                  <a:pt x="15604" y="9385"/>
                </a:lnTo>
                <a:lnTo>
                  <a:pt x="15705" y="9154"/>
                </a:lnTo>
                <a:lnTo>
                  <a:pt x="15793" y="8960"/>
                </a:lnTo>
                <a:lnTo>
                  <a:pt x="15881" y="8729"/>
                </a:lnTo>
                <a:lnTo>
                  <a:pt x="16019" y="8536"/>
                </a:lnTo>
                <a:lnTo>
                  <a:pt x="16120" y="8304"/>
                </a:lnTo>
                <a:lnTo>
                  <a:pt x="16208" y="8124"/>
                </a:lnTo>
                <a:lnTo>
                  <a:pt x="16296" y="7879"/>
                </a:lnTo>
                <a:lnTo>
                  <a:pt x="16384" y="7699"/>
                </a:lnTo>
                <a:lnTo>
                  <a:pt x="16522" y="7454"/>
                </a:lnTo>
                <a:lnTo>
                  <a:pt x="16623" y="7274"/>
                </a:lnTo>
                <a:lnTo>
                  <a:pt x="16711" y="7042"/>
                </a:lnTo>
                <a:lnTo>
                  <a:pt x="16799" y="6849"/>
                </a:lnTo>
                <a:lnTo>
                  <a:pt x="16887" y="6617"/>
                </a:lnTo>
                <a:lnTo>
                  <a:pt x="17025" y="6424"/>
                </a:lnTo>
                <a:lnTo>
                  <a:pt x="17126" y="6192"/>
                </a:lnTo>
                <a:lnTo>
                  <a:pt x="17214" y="6012"/>
                </a:lnTo>
                <a:lnTo>
                  <a:pt x="17302" y="5767"/>
                </a:lnTo>
                <a:lnTo>
                  <a:pt x="17390" y="5587"/>
                </a:lnTo>
                <a:lnTo>
                  <a:pt x="17528" y="5343"/>
                </a:lnTo>
                <a:lnTo>
                  <a:pt x="17629" y="5162"/>
                </a:lnTo>
                <a:lnTo>
                  <a:pt x="17717" y="4931"/>
                </a:lnTo>
                <a:lnTo>
                  <a:pt x="17805" y="4737"/>
                </a:lnTo>
                <a:lnTo>
                  <a:pt x="17893" y="4506"/>
                </a:lnTo>
                <a:lnTo>
                  <a:pt x="18031" y="4274"/>
                </a:lnTo>
                <a:lnTo>
                  <a:pt x="18131" y="4081"/>
                </a:lnTo>
                <a:lnTo>
                  <a:pt x="18220" y="3849"/>
                </a:lnTo>
                <a:lnTo>
                  <a:pt x="18308" y="3656"/>
                </a:lnTo>
                <a:lnTo>
                  <a:pt x="18396" y="3424"/>
                </a:lnTo>
                <a:lnTo>
                  <a:pt x="18534" y="3231"/>
                </a:lnTo>
                <a:lnTo>
                  <a:pt x="18634" y="2999"/>
                </a:lnTo>
                <a:lnTo>
                  <a:pt x="18722" y="2819"/>
                </a:lnTo>
                <a:lnTo>
                  <a:pt x="18811" y="2574"/>
                </a:lnTo>
                <a:lnTo>
                  <a:pt x="18911" y="2394"/>
                </a:lnTo>
                <a:lnTo>
                  <a:pt x="19037" y="2162"/>
                </a:lnTo>
                <a:lnTo>
                  <a:pt x="19137" y="1918"/>
                </a:lnTo>
                <a:lnTo>
                  <a:pt x="19225" y="1738"/>
                </a:lnTo>
                <a:lnTo>
                  <a:pt x="19313" y="1506"/>
                </a:lnTo>
                <a:lnTo>
                  <a:pt x="19414" y="1313"/>
                </a:lnTo>
                <a:lnTo>
                  <a:pt x="19540" y="1081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17" y="231"/>
                </a:lnTo>
                <a:lnTo>
                  <a:pt x="20055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4765707" y="4331502"/>
            <a:ext cx="19992" cy="44058"/>
          </a:xfrm>
          <a:custGeom>
            <a:avLst/>
            <a:gdLst/>
            <a:ahLst/>
            <a:cxnLst/>
            <a:rect l="l" t="t" r="r" b="b"/>
            <a:pathLst>
              <a:path w="19992" h="44058">
                <a:moveTo>
                  <a:pt x="0" y="44058"/>
                </a:moveTo>
                <a:lnTo>
                  <a:pt x="88" y="43865"/>
                </a:lnTo>
                <a:lnTo>
                  <a:pt x="176" y="43633"/>
                </a:lnTo>
                <a:lnTo>
                  <a:pt x="264" y="43453"/>
                </a:lnTo>
                <a:lnTo>
                  <a:pt x="364" y="43208"/>
                </a:lnTo>
                <a:lnTo>
                  <a:pt x="502" y="43028"/>
                </a:lnTo>
                <a:lnTo>
                  <a:pt x="590" y="42796"/>
                </a:lnTo>
                <a:lnTo>
                  <a:pt x="679" y="42551"/>
                </a:lnTo>
                <a:lnTo>
                  <a:pt x="767" y="42371"/>
                </a:lnTo>
                <a:lnTo>
                  <a:pt x="867" y="42139"/>
                </a:lnTo>
                <a:lnTo>
                  <a:pt x="1005" y="41946"/>
                </a:lnTo>
                <a:lnTo>
                  <a:pt x="1093" y="41714"/>
                </a:lnTo>
                <a:lnTo>
                  <a:pt x="1181" y="41483"/>
                </a:lnTo>
                <a:lnTo>
                  <a:pt x="1269" y="41290"/>
                </a:lnTo>
                <a:lnTo>
                  <a:pt x="1370" y="41058"/>
                </a:lnTo>
                <a:lnTo>
                  <a:pt x="1508" y="40865"/>
                </a:lnTo>
                <a:lnTo>
                  <a:pt x="1596" y="40633"/>
                </a:lnTo>
                <a:lnTo>
                  <a:pt x="1684" y="40440"/>
                </a:lnTo>
                <a:lnTo>
                  <a:pt x="1772" y="40208"/>
                </a:lnTo>
                <a:lnTo>
                  <a:pt x="1873" y="39976"/>
                </a:lnTo>
                <a:lnTo>
                  <a:pt x="2011" y="39783"/>
                </a:lnTo>
                <a:lnTo>
                  <a:pt x="2099" y="39551"/>
                </a:lnTo>
                <a:lnTo>
                  <a:pt x="2187" y="39371"/>
                </a:lnTo>
                <a:lnTo>
                  <a:pt x="2288" y="39127"/>
                </a:lnTo>
                <a:lnTo>
                  <a:pt x="2376" y="38895"/>
                </a:lnTo>
                <a:lnTo>
                  <a:pt x="2514" y="38715"/>
                </a:lnTo>
                <a:lnTo>
                  <a:pt x="2602" y="38470"/>
                </a:lnTo>
                <a:lnTo>
                  <a:pt x="2690" y="38238"/>
                </a:lnTo>
                <a:lnTo>
                  <a:pt x="2791" y="38058"/>
                </a:lnTo>
                <a:lnTo>
                  <a:pt x="2879" y="37813"/>
                </a:lnTo>
                <a:lnTo>
                  <a:pt x="3017" y="37633"/>
                </a:lnTo>
                <a:lnTo>
                  <a:pt x="3105" y="37401"/>
                </a:lnTo>
                <a:lnTo>
                  <a:pt x="3193" y="37157"/>
                </a:lnTo>
                <a:lnTo>
                  <a:pt x="3294" y="36976"/>
                </a:lnTo>
                <a:lnTo>
                  <a:pt x="3382" y="36732"/>
                </a:lnTo>
                <a:lnTo>
                  <a:pt x="3520" y="36552"/>
                </a:lnTo>
                <a:lnTo>
                  <a:pt x="3608" y="36320"/>
                </a:lnTo>
                <a:lnTo>
                  <a:pt x="3696" y="36075"/>
                </a:lnTo>
                <a:lnTo>
                  <a:pt x="3797" y="35895"/>
                </a:lnTo>
                <a:lnTo>
                  <a:pt x="3885" y="35663"/>
                </a:lnTo>
                <a:lnTo>
                  <a:pt x="4023" y="35419"/>
                </a:lnTo>
                <a:lnTo>
                  <a:pt x="4111" y="35238"/>
                </a:lnTo>
                <a:lnTo>
                  <a:pt x="4199" y="35007"/>
                </a:lnTo>
                <a:lnTo>
                  <a:pt x="4300" y="34762"/>
                </a:lnTo>
                <a:lnTo>
                  <a:pt x="4388" y="34582"/>
                </a:lnTo>
                <a:lnTo>
                  <a:pt x="4526" y="34350"/>
                </a:lnTo>
                <a:lnTo>
                  <a:pt x="4614" y="34157"/>
                </a:lnTo>
                <a:lnTo>
                  <a:pt x="4702" y="33925"/>
                </a:lnTo>
                <a:lnTo>
                  <a:pt x="4803" y="33693"/>
                </a:lnTo>
                <a:lnTo>
                  <a:pt x="4891" y="33500"/>
                </a:lnTo>
                <a:lnTo>
                  <a:pt x="5029" y="33268"/>
                </a:lnTo>
                <a:lnTo>
                  <a:pt x="5117" y="33037"/>
                </a:lnTo>
                <a:lnTo>
                  <a:pt x="5205" y="32844"/>
                </a:lnTo>
                <a:lnTo>
                  <a:pt x="5306" y="32612"/>
                </a:lnTo>
                <a:lnTo>
                  <a:pt x="5394" y="32380"/>
                </a:lnTo>
                <a:lnTo>
                  <a:pt x="5532" y="32187"/>
                </a:lnTo>
                <a:lnTo>
                  <a:pt x="5620" y="31955"/>
                </a:lnTo>
                <a:lnTo>
                  <a:pt x="5708" y="31723"/>
                </a:lnTo>
                <a:lnTo>
                  <a:pt x="5809" y="31530"/>
                </a:lnTo>
                <a:lnTo>
                  <a:pt x="5897" y="31299"/>
                </a:lnTo>
                <a:lnTo>
                  <a:pt x="6035" y="31067"/>
                </a:lnTo>
                <a:lnTo>
                  <a:pt x="6123" y="30874"/>
                </a:lnTo>
                <a:lnTo>
                  <a:pt x="6224" y="30642"/>
                </a:lnTo>
                <a:lnTo>
                  <a:pt x="6312" y="30397"/>
                </a:lnTo>
                <a:lnTo>
                  <a:pt x="6400" y="30217"/>
                </a:lnTo>
                <a:lnTo>
                  <a:pt x="6538" y="29985"/>
                </a:lnTo>
                <a:lnTo>
                  <a:pt x="6626" y="29741"/>
                </a:lnTo>
                <a:lnTo>
                  <a:pt x="6727" y="29560"/>
                </a:lnTo>
                <a:lnTo>
                  <a:pt x="6815" y="29329"/>
                </a:lnTo>
                <a:lnTo>
                  <a:pt x="6903" y="29084"/>
                </a:lnTo>
                <a:lnTo>
                  <a:pt x="7041" y="28904"/>
                </a:lnTo>
                <a:lnTo>
                  <a:pt x="7129" y="28672"/>
                </a:lnTo>
                <a:lnTo>
                  <a:pt x="7230" y="28427"/>
                </a:lnTo>
                <a:lnTo>
                  <a:pt x="7318" y="28247"/>
                </a:lnTo>
                <a:lnTo>
                  <a:pt x="7406" y="28015"/>
                </a:lnTo>
                <a:lnTo>
                  <a:pt x="7544" y="27771"/>
                </a:lnTo>
                <a:lnTo>
                  <a:pt x="7632" y="27591"/>
                </a:lnTo>
                <a:lnTo>
                  <a:pt x="7733" y="27359"/>
                </a:lnTo>
                <a:lnTo>
                  <a:pt x="7821" y="27114"/>
                </a:lnTo>
                <a:lnTo>
                  <a:pt x="7909" y="26934"/>
                </a:lnTo>
                <a:lnTo>
                  <a:pt x="8047" y="26702"/>
                </a:lnTo>
                <a:lnTo>
                  <a:pt x="8135" y="26458"/>
                </a:lnTo>
                <a:lnTo>
                  <a:pt x="8236" y="26226"/>
                </a:lnTo>
                <a:lnTo>
                  <a:pt x="8324" y="26046"/>
                </a:lnTo>
                <a:lnTo>
                  <a:pt x="8412" y="25801"/>
                </a:lnTo>
                <a:lnTo>
                  <a:pt x="8550" y="25569"/>
                </a:lnTo>
                <a:lnTo>
                  <a:pt x="8638" y="25389"/>
                </a:lnTo>
                <a:lnTo>
                  <a:pt x="8739" y="25144"/>
                </a:lnTo>
                <a:lnTo>
                  <a:pt x="8827" y="24913"/>
                </a:lnTo>
                <a:lnTo>
                  <a:pt x="8915" y="24732"/>
                </a:lnTo>
                <a:lnTo>
                  <a:pt x="9053" y="24488"/>
                </a:lnTo>
                <a:lnTo>
                  <a:pt x="9141" y="24256"/>
                </a:lnTo>
                <a:lnTo>
                  <a:pt x="9242" y="24024"/>
                </a:lnTo>
                <a:lnTo>
                  <a:pt x="9330" y="23831"/>
                </a:lnTo>
                <a:lnTo>
                  <a:pt x="9418" y="23599"/>
                </a:lnTo>
                <a:lnTo>
                  <a:pt x="9556" y="23368"/>
                </a:lnTo>
                <a:lnTo>
                  <a:pt x="9656" y="23174"/>
                </a:lnTo>
                <a:lnTo>
                  <a:pt x="9745" y="22943"/>
                </a:lnTo>
                <a:lnTo>
                  <a:pt x="9833" y="22711"/>
                </a:lnTo>
                <a:lnTo>
                  <a:pt x="9921" y="22479"/>
                </a:lnTo>
                <a:lnTo>
                  <a:pt x="10059" y="22286"/>
                </a:lnTo>
                <a:lnTo>
                  <a:pt x="10159" y="22054"/>
                </a:lnTo>
                <a:lnTo>
                  <a:pt x="10247" y="21823"/>
                </a:lnTo>
                <a:lnTo>
                  <a:pt x="10335" y="21629"/>
                </a:lnTo>
                <a:lnTo>
                  <a:pt x="10424" y="21398"/>
                </a:lnTo>
                <a:lnTo>
                  <a:pt x="10562" y="21166"/>
                </a:lnTo>
                <a:lnTo>
                  <a:pt x="10662" y="20921"/>
                </a:lnTo>
                <a:lnTo>
                  <a:pt x="10750" y="20741"/>
                </a:lnTo>
                <a:lnTo>
                  <a:pt x="10838" y="20509"/>
                </a:lnTo>
                <a:lnTo>
                  <a:pt x="10926" y="20265"/>
                </a:lnTo>
                <a:lnTo>
                  <a:pt x="11065" y="20033"/>
                </a:lnTo>
                <a:lnTo>
                  <a:pt x="11165" y="19840"/>
                </a:lnTo>
                <a:lnTo>
                  <a:pt x="11253" y="19608"/>
                </a:lnTo>
                <a:lnTo>
                  <a:pt x="11341" y="19376"/>
                </a:lnTo>
                <a:lnTo>
                  <a:pt x="11429" y="19145"/>
                </a:lnTo>
                <a:lnTo>
                  <a:pt x="11568" y="18951"/>
                </a:lnTo>
                <a:lnTo>
                  <a:pt x="11668" y="18720"/>
                </a:lnTo>
                <a:lnTo>
                  <a:pt x="11756" y="18488"/>
                </a:lnTo>
                <a:lnTo>
                  <a:pt x="11844" y="18256"/>
                </a:lnTo>
                <a:lnTo>
                  <a:pt x="11932" y="18063"/>
                </a:lnTo>
                <a:lnTo>
                  <a:pt x="12071" y="17831"/>
                </a:lnTo>
                <a:lnTo>
                  <a:pt x="12171" y="17600"/>
                </a:lnTo>
                <a:lnTo>
                  <a:pt x="12259" y="17355"/>
                </a:lnTo>
                <a:lnTo>
                  <a:pt x="12347" y="17175"/>
                </a:lnTo>
                <a:lnTo>
                  <a:pt x="12448" y="16943"/>
                </a:lnTo>
                <a:lnTo>
                  <a:pt x="12574" y="16698"/>
                </a:lnTo>
                <a:lnTo>
                  <a:pt x="12674" y="16467"/>
                </a:lnTo>
                <a:lnTo>
                  <a:pt x="12762" y="16286"/>
                </a:lnTo>
                <a:lnTo>
                  <a:pt x="12850" y="16042"/>
                </a:lnTo>
                <a:lnTo>
                  <a:pt x="12951" y="15810"/>
                </a:lnTo>
                <a:lnTo>
                  <a:pt x="13077" y="15578"/>
                </a:lnTo>
                <a:lnTo>
                  <a:pt x="13177" y="15385"/>
                </a:lnTo>
                <a:lnTo>
                  <a:pt x="13265" y="15153"/>
                </a:lnTo>
                <a:lnTo>
                  <a:pt x="13353" y="14922"/>
                </a:lnTo>
                <a:lnTo>
                  <a:pt x="13454" y="14690"/>
                </a:lnTo>
                <a:lnTo>
                  <a:pt x="13592" y="14497"/>
                </a:lnTo>
                <a:lnTo>
                  <a:pt x="13680" y="14265"/>
                </a:lnTo>
                <a:lnTo>
                  <a:pt x="13768" y="14033"/>
                </a:lnTo>
                <a:lnTo>
                  <a:pt x="13856" y="13789"/>
                </a:lnTo>
                <a:lnTo>
                  <a:pt x="13957" y="13557"/>
                </a:lnTo>
                <a:lnTo>
                  <a:pt x="14095" y="13377"/>
                </a:lnTo>
                <a:lnTo>
                  <a:pt x="14183" y="13132"/>
                </a:lnTo>
                <a:lnTo>
                  <a:pt x="14271" y="12900"/>
                </a:lnTo>
                <a:lnTo>
                  <a:pt x="14359" y="12668"/>
                </a:lnTo>
                <a:lnTo>
                  <a:pt x="14460" y="12475"/>
                </a:lnTo>
                <a:lnTo>
                  <a:pt x="14598" y="12244"/>
                </a:lnTo>
                <a:lnTo>
                  <a:pt x="14686" y="12012"/>
                </a:lnTo>
                <a:lnTo>
                  <a:pt x="14774" y="11780"/>
                </a:lnTo>
                <a:lnTo>
                  <a:pt x="14862" y="11535"/>
                </a:lnTo>
                <a:lnTo>
                  <a:pt x="14963" y="11355"/>
                </a:lnTo>
                <a:lnTo>
                  <a:pt x="15101" y="11123"/>
                </a:lnTo>
                <a:lnTo>
                  <a:pt x="15189" y="10879"/>
                </a:lnTo>
                <a:lnTo>
                  <a:pt x="15277" y="10647"/>
                </a:lnTo>
                <a:lnTo>
                  <a:pt x="15365" y="10415"/>
                </a:lnTo>
                <a:lnTo>
                  <a:pt x="15466" y="10222"/>
                </a:lnTo>
                <a:lnTo>
                  <a:pt x="15604" y="9990"/>
                </a:lnTo>
                <a:lnTo>
                  <a:pt x="15692" y="9759"/>
                </a:lnTo>
                <a:lnTo>
                  <a:pt x="15780" y="9527"/>
                </a:lnTo>
                <a:lnTo>
                  <a:pt x="15868" y="9282"/>
                </a:lnTo>
                <a:lnTo>
                  <a:pt x="15969" y="9102"/>
                </a:lnTo>
                <a:lnTo>
                  <a:pt x="16107" y="8870"/>
                </a:lnTo>
                <a:lnTo>
                  <a:pt x="16195" y="8626"/>
                </a:lnTo>
                <a:lnTo>
                  <a:pt x="16283" y="8394"/>
                </a:lnTo>
                <a:lnTo>
                  <a:pt x="16384" y="8162"/>
                </a:lnTo>
                <a:lnTo>
                  <a:pt x="16472" y="7969"/>
                </a:lnTo>
                <a:lnTo>
                  <a:pt x="16610" y="7737"/>
                </a:lnTo>
                <a:lnTo>
                  <a:pt x="16698" y="7506"/>
                </a:lnTo>
                <a:lnTo>
                  <a:pt x="16786" y="7274"/>
                </a:lnTo>
                <a:lnTo>
                  <a:pt x="16887" y="7042"/>
                </a:lnTo>
                <a:lnTo>
                  <a:pt x="16975" y="6849"/>
                </a:lnTo>
                <a:lnTo>
                  <a:pt x="17113" y="6617"/>
                </a:lnTo>
                <a:lnTo>
                  <a:pt x="17201" y="6385"/>
                </a:lnTo>
                <a:lnTo>
                  <a:pt x="17289" y="6141"/>
                </a:lnTo>
                <a:lnTo>
                  <a:pt x="17390" y="5909"/>
                </a:lnTo>
                <a:lnTo>
                  <a:pt x="17478" y="5677"/>
                </a:lnTo>
                <a:lnTo>
                  <a:pt x="17616" y="5484"/>
                </a:lnTo>
                <a:lnTo>
                  <a:pt x="17704" y="5252"/>
                </a:lnTo>
                <a:lnTo>
                  <a:pt x="17792" y="5021"/>
                </a:lnTo>
                <a:lnTo>
                  <a:pt x="17893" y="4789"/>
                </a:lnTo>
                <a:lnTo>
                  <a:pt x="17981" y="4544"/>
                </a:lnTo>
                <a:lnTo>
                  <a:pt x="18119" y="4313"/>
                </a:lnTo>
                <a:lnTo>
                  <a:pt x="18207" y="4132"/>
                </a:lnTo>
                <a:lnTo>
                  <a:pt x="18295" y="3888"/>
                </a:lnTo>
                <a:lnTo>
                  <a:pt x="18396" y="3656"/>
                </a:lnTo>
                <a:lnTo>
                  <a:pt x="18484" y="3424"/>
                </a:lnTo>
                <a:lnTo>
                  <a:pt x="18622" y="3192"/>
                </a:lnTo>
                <a:lnTo>
                  <a:pt x="18710" y="2948"/>
                </a:lnTo>
                <a:lnTo>
                  <a:pt x="18798" y="2768"/>
                </a:lnTo>
                <a:lnTo>
                  <a:pt x="18899" y="2536"/>
                </a:lnTo>
                <a:lnTo>
                  <a:pt x="18987" y="2291"/>
                </a:lnTo>
                <a:lnTo>
                  <a:pt x="19125" y="2059"/>
                </a:lnTo>
                <a:lnTo>
                  <a:pt x="19213" y="1828"/>
                </a:lnTo>
                <a:lnTo>
                  <a:pt x="19301" y="1596"/>
                </a:lnTo>
                <a:lnTo>
                  <a:pt x="19401" y="1403"/>
                </a:lnTo>
                <a:lnTo>
                  <a:pt x="19490" y="1171"/>
                </a:lnTo>
                <a:lnTo>
                  <a:pt x="19628" y="939"/>
                </a:lnTo>
                <a:lnTo>
                  <a:pt x="19716" y="708"/>
                </a:lnTo>
                <a:lnTo>
                  <a:pt x="19816" y="463"/>
                </a:lnTo>
                <a:lnTo>
                  <a:pt x="19904" y="231"/>
                </a:lnTo>
                <a:lnTo>
                  <a:pt x="19992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4785700" y="4285139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46362"/>
                </a:moveTo>
                <a:lnTo>
                  <a:pt x="138" y="46169"/>
                </a:lnTo>
                <a:lnTo>
                  <a:pt x="226" y="45937"/>
                </a:lnTo>
                <a:lnTo>
                  <a:pt x="326" y="45706"/>
                </a:lnTo>
                <a:lnTo>
                  <a:pt x="414" y="45474"/>
                </a:lnTo>
                <a:lnTo>
                  <a:pt x="502" y="45229"/>
                </a:lnTo>
                <a:lnTo>
                  <a:pt x="641" y="44998"/>
                </a:lnTo>
                <a:lnTo>
                  <a:pt x="729" y="44766"/>
                </a:lnTo>
                <a:lnTo>
                  <a:pt x="829" y="44573"/>
                </a:lnTo>
                <a:lnTo>
                  <a:pt x="917" y="44341"/>
                </a:lnTo>
                <a:lnTo>
                  <a:pt x="1005" y="44109"/>
                </a:lnTo>
                <a:lnTo>
                  <a:pt x="1144" y="43877"/>
                </a:lnTo>
                <a:lnTo>
                  <a:pt x="1232" y="43646"/>
                </a:lnTo>
                <a:lnTo>
                  <a:pt x="1332" y="43401"/>
                </a:lnTo>
                <a:lnTo>
                  <a:pt x="1420" y="43169"/>
                </a:lnTo>
                <a:lnTo>
                  <a:pt x="1508" y="42938"/>
                </a:lnTo>
                <a:lnTo>
                  <a:pt x="1647" y="42744"/>
                </a:lnTo>
                <a:lnTo>
                  <a:pt x="1735" y="42513"/>
                </a:lnTo>
                <a:lnTo>
                  <a:pt x="1835" y="42281"/>
                </a:lnTo>
                <a:lnTo>
                  <a:pt x="1923" y="42049"/>
                </a:lnTo>
                <a:lnTo>
                  <a:pt x="2011" y="41805"/>
                </a:lnTo>
                <a:lnTo>
                  <a:pt x="2150" y="41573"/>
                </a:lnTo>
                <a:lnTo>
                  <a:pt x="2238" y="41341"/>
                </a:lnTo>
                <a:lnTo>
                  <a:pt x="2338" y="41109"/>
                </a:lnTo>
                <a:lnTo>
                  <a:pt x="2426" y="40865"/>
                </a:lnTo>
                <a:lnTo>
                  <a:pt x="2514" y="40684"/>
                </a:lnTo>
                <a:lnTo>
                  <a:pt x="2653" y="40453"/>
                </a:lnTo>
                <a:lnTo>
                  <a:pt x="2741" y="40208"/>
                </a:lnTo>
                <a:lnTo>
                  <a:pt x="2841" y="39976"/>
                </a:lnTo>
                <a:lnTo>
                  <a:pt x="2929" y="39745"/>
                </a:lnTo>
                <a:lnTo>
                  <a:pt x="3017" y="39513"/>
                </a:lnTo>
                <a:lnTo>
                  <a:pt x="3156" y="39281"/>
                </a:lnTo>
                <a:lnTo>
                  <a:pt x="3244" y="39036"/>
                </a:lnTo>
                <a:lnTo>
                  <a:pt x="3344" y="38805"/>
                </a:lnTo>
                <a:lnTo>
                  <a:pt x="3432" y="38624"/>
                </a:lnTo>
                <a:lnTo>
                  <a:pt x="3520" y="38380"/>
                </a:lnTo>
                <a:lnTo>
                  <a:pt x="3659" y="38148"/>
                </a:lnTo>
                <a:lnTo>
                  <a:pt x="3759" y="37916"/>
                </a:lnTo>
                <a:lnTo>
                  <a:pt x="3847" y="37685"/>
                </a:lnTo>
                <a:lnTo>
                  <a:pt x="3935" y="37440"/>
                </a:lnTo>
                <a:lnTo>
                  <a:pt x="4023" y="37208"/>
                </a:lnTo>
                <a:lnTo>
                  <a:pt x="4162" y="36976"/>
                </a:lnTo>
                <a:lnTo>
                  <a:pt x="4262" y="36745"/>
                </a:lnTo>
                <a:lnTo>
                  <a:pt x="4350" y="36513"/>
                </a:lnTo>
                <a:lnTo>
                  <a:pt x="4438" y="36320"/>
                </a:lnTo>
                <a:lnTo>
                  <a:pt x="4526" y="36088"/>
                </a:lnTo>
                <a:lnTo>
                  <a:pt x="4665" y="35856"/>
                </a:lnTo>
                <a:lnTo>
                  <a:pt x="4765" y="35612"/>
                </a:lnTo>
                <a:lnTo>
                  <a:pt x="4853" y="35380"/>
                </a:lnTo>
                <a:lnTo>
                  <a:pt x="4941" y="35148"/>
                </a:lnTo>
                <a:lnTo>
                  <a:pt x="5029" y="34916"/>
                </a:lnTo>
                <a:lnTo>
                  <a:pt x="5167" y="34672"/>
                </a:lnTo>
                <a:lnTo>
                  <a:pt x="5268" y="34440"/>
                </a:lnTo>
                <a:lnTo>
                  <a:pt x="5356" y="34208"/>
                </a:lnTo>
                <a:lnTo>
                  <a:pt x="5444" y="33977"/>
                </a:lnTo>
                <a:lnTo>
                  <a:pt x="5532" y="33745"/>
                </a:lnTo>
                <a:lnTo>
                  <a:pt x="5670" y="33552"/>
                </a:lnTo>
                <a:lnTo>
                  <a:pt x="5771" y="33320"/>
                </a:lnTo>
                <a:lnTo>
                  <a:pt x="5859" y="33088"/>
                </a:lnTo>
                <a:lnTo>
                  <a:pt x="5947" y="32844"/>
                </a:lnTo>
                <a:lnTo>
                  <a:pt x="6048" y="32612"/>
                </a:lnTo>
                <a:lnTo>
                  <a:pt x="6173" y="32380"/>
                </a:lnTo>
                <a:lnTo>
                  <a:pt x="6274" y="32148"/>
                </a:lnTo>
                <a:lnTo>
                  <a:pt x="6362" y="31904"/>
                </a:lnTo>
                <a:lnTo>
                  <a:pt x="6450" y="31672"/>
                </a:lnTo>
                <a:lnTo>
                  <a:pt x="6551" y="31440"/>
                </a:lnTo>
                <a:lnTo>
                  <a:pt x="6676" y="31208"/>
                </a:lnTo>
                <a:lnTo>
                  <a:pt x="6777" y="30977"/>
                </a:lnTo>
                <a:lnTo>
                  <a:pt x="6865" y="30732"/>
                </a:lnTo>
                <a:lnTo>
                  <a:pt x="6953" y="30500"/>
                </a:lnTo>
                <a:lnTo>
                  <a:pt x="7054" y="30269"/>
                </a:lnTo>
                <a:lnTo>
                  <a:pt x="7192" y="30075"/>
                </a:lnTo>
                <a:lnTo>
                  <a:pt x="7280" y="29844"/>
                </a:lnTo>
                <a:lnTo>
                  <a:pt x="7368" y="29612"/>
                </a:lnTo>
                <a:lnTo>
                  <a:pt x="7456" y="29380"/>
                </a:lnTo>
                <a:lnTo>
                  <a:pt x="7557" y="29136"/>
                </a:lnTo>
                <a:lnTo>
                  <a:pt x="7695" y="28904"/>
                </a:lnTo>
                <a:lnTo>
                  <a:pt x="7783" y="28672"/>
                </a:lnTo>
                <a:lnTo>
                  <a:pt x="7871" y="28440"/>
                </a:lnTo>
                <a:lnTo>
                  <a:pt x="7959" y="28196"/>
                </a:lnTo>
                <a:lnTo>
                  <a:pt x="8060" y="27964"/>
                </a:lnTo>
                <a:lnTo>
                  <a:pt x="8198" y="27732"/>
                </a:lnTo>
                <a:lnTo>
                  <a:pt x="8286" y="27500"/>
                </a:lnTo>
                <a:lnTo>
                  <a:pt x="8374" y="27269"/>
                </a:lnTo>
                <a:lnTo>
                  <a:pt x="8462" y="27024"/>
                </a:lnTo>
                <a:lnTo>
                  <a:pt x="8563" y="26792"/>
                </a:lnTo>
                <a:lnTo>
                  <a:pt x="8701" y="26561"/>
                </a:lnTo>
                <a:lnTo>
                  <a:pt x="8789" y="26329"/>
                </a:lnTo>
                <a:lnTo>
                  <a:pt x="8877" y="26084"/>
                </a:lnTo>
                <a:lnTo>
                  <a:pt x="8965" y="25852"/>
                </a:lnTo>
                <a:lnTo>
                  <a:pt x="9065" y="25621"/>
                </a:lnTo>
                <a:lnTo>
                  <a:pt x="9204" y="25389"/>
                </a:lnTo>
                <a:lnTo>
                  <a:pt x="9292" y="25196"/>
                </a:lnTo>
                <a:lnTo>
                  <a:pt x="9380" y="24964"/>
                </a:lnTo>
                <a:lnTo>
                  <a:pt x="9468" y="24732"/>
                </a:lnTo>
                <a:lnTo>
                  <a:pt x="9568" y="24501"/>
                </a:lnTo>
                <a:lnTo>
                  <a:pt x="9707" y="24256"/>
                </a:lnTo>
                <a:lnTo>
                  <a:pt x="9795" y="24024"/>
                </a:lnTo>
                <a:lnTo>
                  <a:pt x="9883" y="23792"/>
                </a:lnTo>
                <a:lnTo>
                  <a:pt x="9983" y="23561"/>
                </a:lnTo>
                <a:lnTo>
                  <a:pt x="10071" y="23316"/>
                </a:lnTo>
                <a:lnTo>
                  <a:pt x="10210" y="23084"/>
                </a:lnTo>
                <a:lnTo>
                  <a:pt x="10298" y="22853"/>
                </a:lnTo>
                <a:lnTo>
                  <a:pt x="10386" y="22621"/>
                </a:lnTo>
                <a:lnTo>
                  <a:pt x="10486" y="22389"/>
                </a:lnTo>
                <a:lnTo>
                  <a:pt x="10574" y="22144"/>
                </a:lnTo>
                <a:lnTo>
                  <a:pt x="10713" y="21913"/>
                </a:lnTo>
                <a:lnTo>
                  <a:pt x="10801" y="21681"/>
                </a:lnTo>
                <a:lnTo>
                  <a:pt x="10889" y="21449"/>
                </a:lnTo>
                <a:lnTo>
                  <a:pt x="10989" y="21205"/>
                </a:lnTo>
                <a:lnTo>
                  <a:pt x="11077" y="20973"/>
                </a:lnTo>
                <a:lnTo>
                  <a:pt x="11216" y="20741"/>
                </a:lnTo>
                <a:lnTo>
                  <a:pt x="11304" y="20509"/>
                </a:lnTo>
                <a:lnTo>
                  <a:pt x="11392" y="20278"/>
                </a:lnTo>
                <a:lnTo>
                  <a:pt x="11492" y="20033"/>
                </a:lnTo>
                <a:lnTo>
                  <a:pt x="11580" y="19801"/>
                </a:lnTo>
                <a:lnTo>
                  <a:pt x="11719" y="19569"/>
                </a:lnTo>
                <a:lnTo>
                  <a:pt x="11807" y="19338"/>
                </a:lnTo>
                <a:lnTo>
                  <a:pt x="11895" y="19093"/>
                </a:lnTo>
                <a:lnTo>
                  <a:pt x="11995" y="18861"/>
                </a:lnTo>
                <a:lnTo>
                  <a:pt x="12083" y="18630"/>
                </a:lnTo>
                <a:lnTo>
                  <a:pt x="12222" y="18398"/>
                </a:lnTo>
                <a:lnTo>
                  <a:pt x="12310" y="18166"/>
                </a:lnTo>
                <a:lnTo>
                  <a:pt x="12398" y="17921"/>
                </a:lnTo>
                <a:lnTo>
                  <a:pt x="12498" y="17690"/>
                </a:lnTo>
                <a:lnTo>
                  <a:pt x="12586" y="17458"/>
                </a:lnTo>
                <a:lnTo>
                  <a:pt x="12725" y="17226"/>
                </a:lnTo>
                <a:lnTo>
                  <a:pt x="12813" y="16982"/>
                </a:lnTo>
                <a:lnTo>
                  <a:pt x="12901" y="16750"/>
                </a:lnTo>
                <a:lnTo>
                  <a:pt x="13001" y="16518"/>
                </a:lnTo>
                <a:lnTo>
                  <a:pt x="13089" y="16286"/>
                </a:lnTo>
                <a:lnTo>
                  <a:pt x="13228" y="16055"/>
                </a:lnTo>
                <a:lnTo>
                  <a:pt x="13316" y="15810"/>
                </a:lnTo>
                <a:lnTo>
                  <a:pt x="13416" y="15578"/>
                </a:lnTo>
                <a:lnTo>
                  <a:pt x="13504" y="15346"/>
                </a:lnTo>
                <a:lnTo>
                  <a:pt x="13592" y="15115"/>
                </a:lnTo>
                <a:lnTo>
                  <a:pt x="13731" y="14870"/>
                </a:lnTo>
                <a:lnTo>
                  <a:pt x="13819" y="14638"/>
                </a:lnTo>
                <a:lnTo>
                  <a:pt x="13919" y="14407"/>
                </a:lnTo>
                <a:lnTo>
                  <a:pt x="14007" y="14175"/>
                </a:lnTo>
                <a:lnTo>
                  <a:pt x="14095" y="13943"/>
                </a:lnTo>
                <a:lnTo>
                  <a:pt x="14233" y="13698"/>
                </a:lnTo>
                <a:lnTo>
                  <a:pt x="14322" y="13467"/>
                </a:lnTo>
                <a:lnTo>
                  <a:pt x="14422" y="13235"/>
                </a:lnTo>
                <a:lnTo>
                  <a:pt x="14510" y="13003"/>
                </a:lnTo>
                <a:lnTo>
                  <a:pt x="14598" y="12759"/>
                </a:lnTo>
                <a:lnTo>
                  <a:pt x="14736" y="12527"/>
                </a:lnTo>
                <a:lnTo>
                  <a:pt x="14824" y="12295"/>
                </a:lnTo>
                <a:lnTo>
                  <a:pt x="14925" y="12063"/>
                </a:lnTo>
                <a:lnTo>
                  <a:pt x="15013" y="11832"/>
                </a:lnTo>
                <a:lnTo>
                  <a:pt x="15101" y="11587"/>
                </a:lnTo>
                <a:lnTo>
                  <a:pt x="15239" y="11355"/>
                </a:lnTo>
                <a:lnTo>
                  <a:pt x="15327" y="11123"/>
                </a:lnTo>
                <a:lnTo>
                  <a:pt x="15428" y="10892"/>
                </a:lnTo>
                <a:lnTo>
                  <a:pt x="15516" y="10647"/>
                </a:lnTo>
                <a:lnTo>
                  <a:pt x="15604" y="10415"/>
                </a:lnTo>
                <a:lnTo>
                  <a:pt x="15742" y="10184"/>
                </a:lnTo>
                <a:lnTo>
                  <a:pt x="15830" y="9952"/>
                </a:lnTo>
                <a:lnTo>
                  <a:pt x="15931" y="9720"/>
                </a:lnTo>
                <a:lnTo>
                  <a:pt x="16019" y="9475"/>
                </a:lnTo>
                <a:lnTo>
                  <a:pt x="16107" y="9244"/>
                </a:lnTo>
                <a:lnTo>
                  <a:pt x="16245" y="9012"/>
                </a:lnTo>
                <a:lnTo>
                  <a:pt x="16333" y="8780"/>
                </a:lnTo>
                <a:lnTo>
                  <a:pt x="16434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37" y="7325"/>
                </a:lnTo>
                <a:lnTo>
                  <a:pt x="17025" y="7081"/>
                </a:lnTo>
                <a:lnTo>
                  <a:pt x="17113" y="6849"/>
                </a:lnTo>
                <a:lnTo>
                  <a:pt x="17251" y="6617"/>
                </a:lnTo>
                <a:lnTo>
                  <a:pt x="17352" y="6385"/>
                </a:lnTo>
                <a:lnTo>
                  <a:pt x="17440" y="6154"/>
                </a:lnTo>
                <a:lnTo>
                  <a:pt x="17528" y="5909"/>
                </a:lnTo>
                <a:lnTo>
                  <a:pt x="17616" y="5677"/>
                </a:lnTo>
                <a:lnTo>
                  <a:pt x="17754" y="5446"/>
                </a:lnTo>
                <a:lnTo>
                  <a:pt x="17855" y="5214"/>
                </a:lnTo>
                <a:lnTo>
                  <a:pt x="17943" y="4969"/>
                </a:lnTo>
                <a:lnTo>
                  <a:pt x="18031" y="4737"/>
                </a:lnTo>
                <a:lnTo>
                  <a:pt x="18119" y="4506"/>
                </a:lnTo>
                <a:lnTo>
                  <a:pt x="18257" y="4274"/>
                </a:lnTo>
                <a:lnTo>
                  <a:pt x="18358" y="4042"/>
                </a:lnTo>
                <a:lnTo>
                  <a:pt x="18446" y="3798"/>
                </a:lnTo>
                <a:lnTo>
                  <a:pt x="18534" y="3566"/>
                </a:lnTo>
                <a:lnTo>
                  <a:pt x="18622" y="3283"/>
                </a:lnTo>
                <a:lnTo>
                  <a:pt x="18760" y="3051"/>
                </a:lnTo>
                <a:lnTo>
                  <a:pt x="18861" y="2819"/>
                </a:lnTo>
                <a:lnTo>
                  <a:pt x="18949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64" y="1647"/>
                </a:lnTo>
                <a:lnTo>
                  <a:pt x="19452" y="1416"/>
                </a:lnTo>
                <a:lnTo>
                  <a:pt x="19540" y="1171"/>
                </a:lnTo>
                <a:lnTo>
                  <a:pt x="19640" y="939"/>
                </a:lnTo>
                <a:lnTo>
                  <a:pt x="19766" y="708"/>
                </a:lnTo>
                <a:lnTo>
                  <a:pt x="19867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4805743" y="4237089"/>
            <a:ext cx="20043" cy="48049"/>
          </a:xfrm>
          <a:custGeom>
            <a:avLst/>
            <a:gdLst/>
            <a:ahLst/>
            <a:cxnLst/>
            <a:rect l="l" t="t" r="r" b="b"/>
            <a:pathLst>
              <a:path w="20043" h="48049">
                <a:moveTo>
                  <a:pt x="0" y="48049"/>
                </a:moveTo>
                <a:lnTo>
                  <a:pt x="100" y="47817"/>
                </a:lnTo>
                <a:lnTo>
                  <a:pt x="226" y="47534"/>
                </a:lnTo>
                <a:lnTo>
                  <a:pt x="326" y="47302"/>
                </a:lnTo>
                <a:lnTo>
                  <a:pt x="414" y="47070"/>
                </a:lnTo>
                <a:lnTo>
                  <a:pt x="502" y="46826"/>
                </a:lnTo>
                <a:lnTo>
                  <a:pt x="603" y="46594"/>
                </a:lnTo>
                <a:lnTo>
                  <a:pt x="741" y="46362"/>
                </a:lnTo>
                <a:lnTo>
                  <a:pt x="829" y="46131"/>
                </a:lnTo>
                <a:lnTo>
                  <a:pt x="917" y="45899"/>
                </a:lnTo>
                <a:lnTo>
                  <a:pt x="1005" y="45654"/>
                </a:lnTo>
                <a:lnTo>
                  <a:pt x="1106" y="45422"/>
                </a:lnTo>
                <a:lnTo>
                  <a:pt x="1244" y="45191"/>
                </a:lnTo>
                <a:lnTo>
                  <a:pt x="1332" y="44959"/>
                </a:lnTo>
                <a:lnTo>
                  <a:pt x="1420" y="44714"/>
                </a:lnTo>
                <a:lnTo>
                  <a:pt x="1508" y="44444"/>
                </a:lnTo>
                <a:lnTo>
                  <a:pt x="1609" y="44199"/>
                </a:lnTo>
                <a:lnTo>
                  <a:pt x="1747" y="43968"/>
                </a:lnTo>
                <a:lnTo>
                  <a:pt x="1835" y="43736"/>
                </a:lnTo>
                <a:lnTo>
                  <a:pt x="1923" y="43504"/>
                </a:lnTo>
                <a:lnTo>
                  <a:pt x="2011" y="43259"/>
                </a:lnTo>
                <a:lnTo>
                  <a:pt x="2112" y="43028"/>
                </a:lnTo>
                <a:lnTo>
                  <a:pt x="2250" y="42796"/>
                </a:lnTo>
                <a:lnTo>
                  <a:pt x="2338" y="42564"/>
                </a:lnTo>
                <a:lnTo>
                  <a:pt x="2426" y="42332"/>
                </a:lnTo>
                <a:lnTo>
                  <a:pt x="2514" y="42088"/>
                </a:lnTo>
                <a:lnTo>
                  <a:pt x="2615" y="41856"/>
                </a:lnTo>
                <a:lnTo>
                  <a:pt x="2753" y="41573"/>
                </a:lnTo>
                <a:lnTo>
                  <a:pt x="2841" y="41341"/>
                </a:lnTo>
                <a:lnTo>
                  <a:pt x="2929" y="41109"/>
                </a:lnTo>
                <a:lnTo>
                  <a:pt x="3017" y="40878"/>
                </a:lnTo>
                <a:lnTo>
                  <a:pt x="3118" y="40633"/>
                </a:lnTo>
                <a:lnTo>
                  <a:pt x="3256" y="40401"/>
                </a:lnTo>
                <a:lnTo>
                  <a:pt x="3344" y="40169"/>
                </a:lnTo>
                <a:lnTo>
                  <a:pt x="3432" y="39938"/>
                </a:lnTo>
                <a:lnTo>
                  <a:pt x="3533" y="39693"/>
                </a:lnTo>
                <a:lnTo>
                  <a:pt x="3621" y="39461"/>
                </a:lnTo>
                <a:lnTo>
                  <a:pt x="3759" y="39178"/>
                </a:lnTo>
                <a:lnTo>
                  <a:pt x="3847" y="38946"/>
                </a:lnTo>
                <a:lnTo>
                  <a:pt x="3935" y="38715"/>
                </a:lnTo>
                <a:lnTo>
                  <a:pt x="4036" y="38483"/>
                </a:lnTo>
                <a:lnTo>
                  <a:pt x="4124" y="38238"/>
                </a:lnTo>
                <a:lnTo>
                  <a:pt x="4262" y="38006"/>
                </a:lnTo>
                <a:lnTo>
                  <a:pt x="4350" y="37775"/>
                </a:lnTo>
                <a:lnTo>
                  <a:pt x="4438" y="37543"/>
                </a:lnTo>
                <a:lnTo>
                  <a:pt x="4539" y="37311"/>
                </a:lnTo>
                <a:lnTo>
                  <a:pt x="4627" y="37067"/>
                </a:lnTo>
                <a:lnTo>
                  <a:pt x="4765" y="36796"/>
                </a:lnTo>
                <a:lnTo>
                  <a:pt x="485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56"/>
                </a:lnTo>
                <a:lnTo>
                  <a:pt x="5268" y="35612"/>
                </a:lnTo>
                <a:lnTo>
                  <a:pt x="5356" y="35380"/>
                </a:lnTo>
                <a:lnTo>
                  <a:pt x="5444" y="35148"/>
                </a:lnTo>
                <a:lnTo>
                  <a:pt x="5545" y="34916"/>
                </a:lnTo>
                <a:lnTo>
                  <a:pt x="5633" y="34633"/>
                </a:lnTo>
                <a:lnTo>
                  <a:pt x="5771" y="34401"/>
                </a:lnTo>
                <a:lnTo>
                  <a:pt x="5859" y="34157"/>
                </a:lnTo>
                <a:lnTo>
                  <a:pt x="5947" y="33925"/>
                </a:lnTo>
                <a:lnTo>
                  <a:pt x="6048" y="33693"/>
                </a:lnTo>
                <a:lnTo>
                  <a:pt x="6136" y="33462"/>
                </a:lnTo>
                <a:lnTo>
                  <a:pt x="6274" y="33230"/>
                </a:lnTo>
                <a:lnTo>
                  <a:pt x="6362" y="32985"/>
                </a:lnTo>
                <a:lnTo>
                  <a:pt x="6450" y="32753"/>
                </a:lnTo>
                <a:lnTo>
                  <a:pt x="6551" y="32470"/>
                </a:lnTo>
                <a:lnTo>
                  <a:pt x="6639" y="32238"/>
                </a:lnTo>
                <a:lnTo>
                  <a:pt x="6777" y="32007"/>
                </a:lnTo>
                <a:lnTo>
                  <a:pt x="6865" y="31775"/>
                </a:lnTo>
                <a:lnTo>
                  <a:pt x="6966" y="31530"/>
                </a:lnTo>
                <a:lnTo>
                  <a:pt x="7054" y="31299"/>
                </a:lnTo>
                <a:lnTo>
                  <a:pt x="7142" y="31067"/>
                </a:lnTo>
                <a:lnTo>
                  <a:pt x="7280" y="30835"/>
                </a:lnTo>
                <a:lnTo>
                  <a:pt x="7368" y="30552"/>
                </a:lnTo>
                <a:lnTo>
                  <a:pt x="7469" y="30320"/>
                </a:lnTo>
                <a:lnTo>
                  <a:pt x="7557" y="30075"/>
                </a:lnTo>
                <a:lnTo>
                  <a:pt x="7645" y="29844"/>
                </a:lnTo>
                <a:lnTo>
                  <a:pt x="7783" y="29612"/>
                </a:lnTo>
                <a:lnTo>
                  <a:pt x="7871" y="29380"/>
                </a:lnTo>
                <a:lnTo>
                  <a:pt x="7972" y="29136"/>
                </a:lnTo>
                <a:lnTo>
                  <a:pt x="8060" y="28904"/>
                </a:lnTo>
                <a:lnTo>
                  <a:pt x="8148" y="28621"/>
                </a:lnTo>
                <a:lnTo>
                  <a:pt x="8286" y="28389"/>
                </a:lnTo>
                <a:lnTo>
                  <a:pt x="8374" y="28157"/>
                </a:lnTo>
                <a:lnTo>
                  <a:pt x="8475" y="27925"/>
                </a:lnTo>
                <a:lnTo>
                  <a:pt x="8563" y="27681"/>
                </a:lnTo>
                <a:lnTo>
                  <a:pt x="8651" y="27449"/>
                </a:lnTo>
                <a:lnTo>
                  <a:pt x="8789" y="27217"/>
                </a:lnTo>
                <a:lnTo>
                  <a:pt x="8877" y="26934"/>
                </a:lnTo>
                <a:lnTo>
                  <a:pt x="8977" y="26702"/>
                </a:lnTo>
                <a:lnTo>
                  <a:pt x="9065" y="26470"/>
                </a:lnTo>
                <a:lnTo>
                  <a:pt x="9154" y="26239"/>
                </a:lnTo>
                <a:lnTo>
                  <a:pt x="9292" y="25994"/>
                </a:lnTo>
                <a:lnTo>
                  <a:pt x="9380" y="25762"/>
                </a:lnTo>
                <a:lnTo>
                  <a:pt x="9480" y="25531"/>
                </a:lnTo>
                <a:lnTo>
                  <a:pt x="9568" y="25247"/>
                </a:lnTo>
                <a:lnTo>
                  <a:pt x="9656" y="25016"/>
                </a:lnTo>
                <a:lnTo>
                  <a:pt x="9795" y="24784"/>
                </a:lnTo>
                <a:lnTo>
                  <a:pt x="9883" y="24539"/>
                </a:lnTo>
                <a:lnTo>
                  <a:pt x="9983" y="24307"/>
                </a:lnTo>
                <a:lnTo>
                  <a:pt x="10071" y="24076"/>
                </a:lnTo>
                <a:lnTo>
                  <a:pt x="10159" y="23844"/>
                </a:lnTo>
                <a:lnTo>
                  <a:pt x="10298" y="23561"/>
                </a:lnTo>
                <a:lnTo>
                  <a:pt x="10386" y="23329"/>
                </a:lnTo>
                <a:lnTo>
                  <a:pt x="10486" y="23084"/>
                </a:lnTo>
                <a:lnTo>
                  <a:pt x="10574" y="22853"/>
                </a:lnTo>
                <a:lnTo>
                  <a:pt x="10662" y="22621"/>
                </a:lnTo>
                <a:lnTo>
                  <a:pt x="10801" y="22389"/>
                </a:lnTo>
                <a:lnTo>
                  <a:pt x="10901" y="22144"/>
                </a:lnTo>
                <a:lnTo>
                  <a:pt x="10989" y="21874"/>
                </a:lnTo>
                <a:lnTo>
                  <a:pt x="11077" y="21629"/>
                </a:lnTo>
                <a:lnTo>
                  <a:pt x="11165" y="21398"/>
                </a:lnTo>
                <a:lnTo>
                  <a:pt x="11304" y="21166"/>
                </a:lnTo>
                <a:lnTo>
                  <a:pt x="11404" y="20934"/>
                </a:lnTo>
                <a:lnTo>
                  <a:pt x="11492" y="20690"/>
                </a:lnTo>
                <a:lnTo>
                  <a:pt x="11580" y="20458"/>
                </a:lnTo>
                <a:lnTo>
                  <a:pt x="11668" y="20175"/>
                </a:lnTo>
                <a:lnTo>
                  <a:pt x="11807" y="19943"/>
                </a:lnTo>
                <a:lnTo>
                  <a:pt x="11907" y="19711"/>
                </a:lnTo>
                <a:lnTo>
                  <a:pt x="11995" y="19479"/>
                </a:lnTo>
                <a:lnTo>
                  <a:pt x="12083" y="19235"/>
                </a:lnTo>
                <a:lnTo>
                  <a:pt x="12171" y="19003"/>
                </a:lnTo>
                <a:lnTo>
                  <a:pt x="12310" y="18720"/>
                </a:lnTo>
                <a:lnTo>
                  <a:pt x="12410" y="18488"/>
                </a:lnTo>
                <a:lnTo>
                  <a:pt x="12498" y="18256"/>
                </a:lnTo>
                <a:lnTo>
                  <a:pt x="12586" y="18024"/>
                </a:lnTo>
                <a:lnTo>
                  <a:pt x="12674" y="17793"/>
                </a:lnTo>
                <a:lnTo>
                  <a:pt x="12813" y="17548"/>
                </a:lnTo>
                <a:lnTo>
                  <a:pt x="12913" y="17265"/>
                </a:lnTo>
                <a:lnTo>
                  <a:pt x="13001" y="17033"/>
                </a:lnTo>
                <a:lnTo>
                  <a:pt x="13089" y="16801"/>
                </a:lnTo>
                <a:lnTo>
                  <a:pt x="13190" y="16570"/>
                </a:lnTo>
                <a:lnTo>
                  <a:pt x="13316" y="16338"/>
                </a:lnTo>
                <a:lnTo>
                  <a:pt x="13416" y="16093"/>
                </a:lnTo>
                <a:lnTo>
                  <a:pt x="13504" y="15810"/>
                </a:lnTo>
                <a:lnTo>
                  <a:pt x="13592" y="15578"/>
                </a:lnTo>
                <a:lnTo>
                  <a:pt x="13693" y="15346"/>
                </a:lnTo>
                <a:lnTo>
                  <a:pt x="13819" y="15115"/>
                </a:lnTo>
                <a:lnTo>
                  <a:pt x="13919" y="14883"/>
                </a:lnTo>
                <a:lnTo>
                  <a:pt x="14007" y="14638"/>
                </a:lnTo>
                <a:lnTo>
                  <a:pt x="14095" y="14355"/>
                </a:lnTo>
                <a:lnTo>
                  <a:pt x="14196" y="14123"/>
                </a:lnTo>
                <a:lnTo>
                  <a:pt x="14322" y="13892"/>
                </a:lnTo>
                <a:lnTo>
                  <a:pt x="14422" y="13660"/>
                </a:lnTo>
                <a:lnTo>
                  <a:pt x="14510" y="13428"/>
                </a:lnTo>
                <a:lnTo>
                  <a:pt x="14598" y="13183"/>
                </a:lnTo>
                <a:lnTo>
                  <a:pt x="14699" y="12900"/>
                </a:lnTo>
                <a:lnTo>
                  <a:pt x="14837" y="12668"/>
                </a:lnTo>
                <a:lnTo>
                  <a:pt x="14925" y="12437"/>
                </a:lnTo>
                <a:lnTo>
                  <a:pt x="15013" y="12205"/>
                </a:lnTo>
                <a:lnTo>
                  <a:pt x="15101" y="11973"/>
                </a:lnTo>
                <a:lnTo>
                  <a:pt x="15202" y="11729"/>
                </a:lnTo>
                <a:lnTo>
                  <a:pt x="15340" y="11458"/>
                </a:lnTo>
                <a:lnTo>
                  <a:pt x="15428" y="11214"/>
                </a:lnTo>
                <a:lnTo>
                  <a:pt x="15516" y="10982"/>
                </a:lnTo>
                <a:lnTo>
                  <a:pt x="15604" y="10750"/>
                </a:lnTo>
                <a:lnTo>
                  <a:pt x="15705" y="10518"/>
                </a:lnTo>
                <a:lnTo>
                  <a:pt x="15843" y="10235"/>
                </a:lnTo>
                <a:lnTo>
                  <a:pt x="15931" y="10003"/>
                </a:lnTo>
                <a:lnTo>
                  <a:pt x="16019" y="9759"/>
                </a:lnTo>
                <a:lnTo>
                  <a:pt x="16107" y="9527"/>
                </a:lnTo>
                <a:lnTo>
                  <a:pt x="16208" y="9295"/>
                </a:lnTo>
                <a:lnTo>
                  <a:pt x="16346" y="9063"/>
                </a:lnTo>
                <a:lnTo>
                  <a:pt x="16434" y="8780"/>
                </a:lnTo>
                <a:lnTo>
                  <a:pt x="16522" y="8548"/>
                </a:lnTo>
                <a:lnTo>
                  <a:pt x="16610" y="8304"/>
                </a:lnTo>
                <a:lnTo>
                  <a:pt x="16711" y="8072"/>
                </a:lnTo>
                <a:lnTo>
                  <a:pt x="16849" y="7840"/>
                </a:lnTo>
                <a:lnTo>
                  <a:pt x="16937" y="7557"/>
                </a:lnTo>
                <a:lnTo>
                  <a:pt x="17025" y="7325"/>
                </a:lnTo>
                <a:lnTo>
                  <a:pt x="17126" y="7094"/>
                </a:lnTo>
                <a:lnTo>
                  <a:pt x="17214" y="6849"/>
                </a:lnTo>
                <a:lnTo>
                  <a:pt x="17352" y="6617"/>
                </a:lnTo>
                <a:lnTo>
                  <a:pt x="17440" y="6385"/>
                </a:lnTo>
                <a:lnTo>
                  <a:pt x="17528" y="6102"/>
                </a:lnTo>
                <a:lnTo>
                  <a:pt x="17629" y="5870"/>
                </a:lnTo>
                <a:lnTo>
                  <a:pt x="17717" y="5639"/>
                </a:lnTo>
                <a:lnTo>
                  <a:pt x="17855" y="5394"/>
                </a:lnTo>
                <a:lnTo>
                  <a:pt x="17943" y="5162"/>
                </a:lnTo>
                <a:lnTo>
                  <a:pt x="18031" y="4879"/>
                </a:lnTo>
                <a:lnTo>
                  <a:pt x="18131" y="4647"/>
                </a:lnTo>
                <a:lnTo>
                  <a:pt x="18220" y="4416"/>
                </a:lnTo>
                <a:lnTo>
                  <a:pt x="18358" y="4184"/>
                </a:lnTo>
                <a:lnTo>
                  <a:pt x="18446" y="3939"/>
                </a:lnTo>
                <a:lnTo>
                  <a:pt x="18534" y="3669"/>
                </a:lnTo>
                <a:lnTo>
                  <a:pt x="18634" y="3424"/>
                </a:lnTo>
                <a:lnTo>
                  <a:pt x="18722" y="3192"/>
                </a:lnTo>
                <a:lnTo>
                  <a:pt x="18861" y="2961"/>
                </a:lnTo>
                <a:lnTo>
                  <a:pt x="18949" y="2729"/>
                </a:lnTo>
                <a:lnTo>
                  <a:pt x="19037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64" y="1738"/>
                </a:lnTo>
                <a:lnTo>
                  <a:pt x="19452" y="1506"/>
                </a:lnTo>
                <a:lnTo>
                  <a:pt x="19540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67" y="514"/>
                </a:lnTo>
                <a:lnTo>
                  <a:pt x="19955" y="283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4825786" y="4188242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48847"/>
                </a:moveTo>
                <a:lnTo>
                  <a:pt x="100" y="48615"/>
                </a:lnTo>
                <a:lnTo>
                  <a:pt x="188" y="48384"/>
                </a:lnTo>
                <a:lnTo>
                  <a:pt x="326" y="48152"/>
                </a:lnTo>
                <a:lnTo>
                  <a:pt x="414" y="47907"/>
                </a:lnTo>
                <a:lnTo>
                  <a:pt x="502" y="47637"/>
                </a:lnTo>
                <a:lnTo>
                  <a:pt x="603" y="47392"/>
                </a:lnTo>
                <a:lnTo>
                  <a:pt x="691" y="47161"/>
                </a:lnTo>
                <a:lnTo>
                  <a:pt x="829" y="46929"/>
                </a:lnTo>
                <a:lnTo>
                  <a:pt x="917" y="46697"/>
                </a:lnTo>
                <a:lnTo>
                  <a:pt x="1018" y="46414"/>
                </a:lnTo>
                <a:lnTo>
                  <a:pt x="1106" y="46182"/>
                </a:lnTo>
                <a:lnTo>
                  <a:pt x="1194" y="45937"/>
                </a:lnTo>
                <a:lnTo>
                  <a:pt x="1332" y="45706"/>
                </a:lnTo>
                <a:lnTo>
                  <a:pt x="1420" y="45474"/>
                </a:lnTo>
                <a:lnTo>
                  <a:pt x="1521" y="45191"/>
                </a:lnTo>
                <a:lnTo>
                  <a:pt x="1609" y="44959"/>
                </a:lnTo>
                <a:lnTo>
                  <a:pt x="1697" y="44727"/>
                </a:lnTo>
                <a:lnTo>
                  <a:pt x="1835" y="44483"/>
                </a:lnTo>
                <a:lnTo>
                  <a:pt x="1923" y="44251"/>
                </a:lnTo>
                <a:lnTo>
                  <a:pt x="2024" y="43968"/>
                </a:lnTo>
                <a:lnTo>
                  <a:pt x="2112" y="43736"/>
                </a:lnTo>
                <a:lnTo>
                  <a:pt x="2200" y="43504"/>
                </a:lnTo>
                <a:lnTo>
                  <a:pt x="2338" y="43272"/>
                </a:lnTo>
                <a:lnTo>
                  <a:pt x="2426" y="42989"/>
                </a:lnTo>
                <a:lnTo>
                  <a:pt x="2527" y="42744"/>
                </a:lnTo>
                <a:lnTo>
                  <a:pt x="2615" y="42513"/>
                </a:lnTo>
                <a:lnTo>
                  <a:pt x="2703" y="42281"/>
                </a:lnTo>
                <a:lnTo>
                  <a:pt x="2841" y="42049"/>
                </a:lnTo>
                <a:lnTo>
                  <a:pt x="2929" y="41766"/>
                </a:lnTo>
                <a:lnTo>
                  <a:pt x="3030" y="41534"/>
                </a:lnTo>
                <a:lnTo>
                  <a:pt x="3118" y="41302"/>
                </a:lnTo>
                <a:lnTo>
                  <a:pt x="3206" y="41058"/>
                </a:lnTo>
                <a:lnTo>
                  <a:pt x="3344" y="40826"/>
                </a:lnTo>
                <a:lnTo>
                  <a:pt x="3432" y="40543"/>
                </a:lnTo>
                <a:lnTo>
                  <a:pt x="3533" y="40311"/>
                </a:lnTo>
                <a:lnTo>
                  <a:pt x="3621" y="40079"/>
                </a:lnTo>
                <a:lnTo>
                  <a:pt x="3709" y="39848"/>
                </a:lnTo>
                <a:lnTo>
                  <a:pt x="3847" y="39564"/>
                </a:lnTo>
                <a:lnTo>
                  <a:pt x="3935" y="39320"/>
                </a:lnTo>
                <a:lnTo>
                  <a:pt x="4036" y="39088"/>
                </a:lnTo>
                <a:lnTo>
                  <a:pt x="4124" y="38856"/>
                </a:lnTo>
                <a:lnTo>
                  <a:pt x="4212" y="38624"/>
                </a:lnTo>
                <a:lnTo>
                  <a:pt x="4350" y="38341"/>
                </a:lnTo>
                <a:lnTo>
                  <a:pt x="4451" y="38109"/>
                </a:lnTo>
                <a:lnTo>
                  <a:pt x="4539" y="37865"/>
                </a:lnTo>
                <a:lnTo>
                  <a:pt x="4627" y="37633"/>
                </a:lnTo>
                <a:lnTo>
                  <a:pt x="4715" y="37401"/>
                </a:lnTo>
                <a:lnTo>
                  <a:pt x="4853" y="37118"/>
                </a:lnTo>
                <a:lnTo>
                  <a:pt x="4954" y="36886"/>
                </a:lnTo>
                <a:lnTo>
                  <a:pt x="5042" y="36655"/>
                </a:lnTo>
                <a:lnTo>
                  <a:pt x="5130" y="36410"/>
                </a:lnTo>
                <a:lnTo>
                  <a:pt x="5218" y="36140"/>
                </a:lnTo>
                <a:lnTo>
                  <a:pt x="5356" y="35895"/>
                </a:lnTo>
                <a:lnTo>
                  <a:pt x="5457" y="35663"/>
                </a:lnTo>
                <a:lnTo>
                  <a:pt x="5545" y="35431"/>
                </a:lnTo>
                <a:lnTo>
                  <a:pt x="5633" y="35200"/>
                </a:lnTo>
                <a:lnTo>
                  <a:pt x="5721" y="34916"/>
                </a:lnTo>
                <a:lnTo>
                  <a:pt x="5859" y="34685"/>
                </a:lnTo>
                <a:lnTo>
                  <a:pt x="5960" y="34440"/>
                </a:lnTo>
                <a:lnTo>
                  <a:pt x="6048" y="34208"/>
                </a:lnTo>
                <a:lnTo>
                  <a:pt x="6136" y="33925"/>
                </a:lnTo>
                <a:lnTo>
                  <a:pt x="6224" y="33693"/>
                </a:lnTo>
                <a:lnTo>
                  <a:pt x="6362" y="33462"/>
                </a:lnTo>
                <a:lnTo>
                  <a:pt x="6463" y="33230"/>
                </a:lnTo>
                <a:lnTo>
                  <a:pt x="6551" y="32947"/>
                </a:lnTo>
                <a:lnTo>
                  <a:pt x="6639" y="32715"/>
                </a:lnTo>
                <a:lnTo>
                  <a:pt x="6727" y="32470"/>
                </a:lnTo>
                <a:lnTo>
                  <a:pt x="6865" y="32238"/>
                </a:lnTo>
                <a:lnTo>
                  <a:pt x="6966" y="32007"/>
                </a:lnTo>
                <a:lnTo>
                  <a:pt x="7054" y="31723"/>
                </a:lnTo>
                <a:lnTo>
                  <a:pt x="7142" y="31492"/>
                </a:lnTo>
                <a:lnTo>
                  <a:pt x="7242" y="31260"/>
                </a:lnTo>
                <a:lnTo>
                  <a:pt x="7368" y="31015"/>
                </a:lnTo>
                <a:lnTo>
                  <a:pt x="7469" y="30745"/>
                </a:lnTo>
                <a:lnTo>
                  <a:pt x="7557" y="30500"/>
                </a:lnTo>
                <a:lnTo>
                  <a:pt x="7645" y="30269"/>
                </a:lnTo>
                <a:lnTo>
                  <a:pt x="7745" y="30037"/>
                </a:lnTo>
                <a:lnTo>
                  <a:pt x="7871" y="29805"/>
                </a:lnTo>
                <a:lnTo>
                  <a:pt x="7972" y="29522"/>
                </a:lnTo>
                <a:lnTo>
                  <a:pt x="8060" y="29290"/>
                </a:lnTo>
                <a:lnTo>
                  <a:pt x="8148" y="29045"/>
                </a:lnTo>
                <a:lnTo>
                  <a:pt x="8248" y="28814"/>
                </a:lnTo>
                <a:lnTo>
                  <a:pt x="8386" y="28530"/>
                </a:lnTo>
                <a:lnTo>
                  <a:pt x="8475" y="28299"/>
                </a:lnTo>
                <a:lnTo>
                  <a:pt x="8563" y="28067"/>
                </a:lnTo>
                <a:lnTo>
                  <a:pt x="8651" y="27835"/>
                </a:lnTo>
                <a:lnTo>
                  <a:pt x="8751" y="27552"/>
                </a:lnTo>
                <a:lnTo>
                  <a:pt x="8889" y="27307"/>
                </a:lnTo>
                <a:lnTo>
                  <a:pt x="8977" y="27076"/>
                </a:lnTo>
                <a:lnTo>
                  <a:pt x="9065" y="26844"/>
                </a:lnTo>
                <a:lnTo>
                  <a:pt x="9154" y="26561"/>
                </a:lnTo>
                <a:lnTo>
                  <a:pt x="9254" y="26329"/>
                </a:lnTo>
                <a:lnTo>
                  <a:pt x="9392" y="26097"/>
                </a:lnTo>
                <a:lnTo>
                  <a:pt x="9480" y="25852"/>
                </a:lnTo>
                <a:lnTo>
                  <a:pt x="9568" y="25621"/>
                </a:lnTo>
                <a:lnTo>
                  <a:pt x="9656" y="25337"/>
                </a:lnTo>
                <a:lnTo>
                  <a:pt x="9757" y="25106"/>
                </a:lnTo>
                <a:lnTo>
                  <a:pt x="9895" y="24874"/>
                </a:lnTo>
                <a:lnTo>
                  <a:pt x="9983" y="24642"/>
                </a:lnTo>
                <a:lnTo>
                  <a:pt x="10071" y="24359"/>
                </a:lnTo>
                <a:lnTo>
                  <a:pt x="10159" y="24127"/>
                </a:lnTo>
                <a:lnTo>
                  <a:pt x="10260" y="23883"/>
                </a:lnTo>
                <a:lnTo>
                  <a:pt x="10398" y="23651"/>
                </a:lnTo>
                <a:lnTo>
                  <a:pt x="10486" y="23368"/>
                </a:lnTo>
                <a:lnTo>
                  <a:pt x="10574" y="23136"/>
                </a:lnTo>
                <a:lnTo>
                  <a:pt x="10675" y="22904"/>
                </a:lnTo>
                <a:lnTo>
                  <a:pt x="10763" y="22672"/>
                </a:lnTo>
                <a:lnTo>
                  <a:pt x="10901" y="22389"/>
                </a:lnTo>
                <a:lnTo>
                  <a:pt x="10989" y="22157"/>
                </a:lnTo>
                <a:lnTo>
                  <a:pt x="11077" y="21913"/>
                </a:lnTo>
                <a:lnTo>
                  <a:pt x="11178" y="21681"/>
                </a:lnTo>
                <a:lnTo>
                  <a:pt x="11266" y="21449"/>
                </a:lnTo>
                <a:lnTo>
                  <a:pt x="11404" y="21166"/>
                </a:lnTo>
                <a:lnTo>
                  <a:pt x="11492" y="20934"/>
                </a:lnTo>
                <a:lnTo>
                  <a:pt x="11580" y="20702"/>
                </a:lnTo>
                <a:lnTo>
                  <a:pt x="11681" y="20458"/>
                </a:lnTo>
                <a:lnTo>
                  <a:pt x="11769" y="20187"/>
                </a:lnTo>
                <a:lnTo>
                  <a:pt x="11907" y="19943"/>
                </a:lnTo>
                <a:lnTo>
                  <a:pt x="11995" y="19711"/>
                </a:lnTo>
                <a:lnTo>
                  <a:pt x="12083" y="19479"/>
                </a:lnTo>
                <a:lnTo>
                  <a:pt x="12184" y="19196"/>
                </a:lnTo>
                <a:lnTo>
                  <a:pt x="12272" y="18964"/>
                </a:lnTo>
                <a:lnTo>
                  <a:pt x="12410" y="18733"/>
                </a:lnTo>
                <a:lnTo>
                  <a:pt x="12498" y="18488"/>
                </a:lnTo>
                <a:lnTo>
                  <a:pt x="12586" y="18205"/>
                </a:lnTo>
                <a:lnTo>
                  <a:pt x="12687" y="17973"/>
                </a:lnTo>
                <a:lnTo>
                  <a:pt x="12775" y="17741"/>
                </a:lnTo>
                <a:lnTo>
                  <a:pt x="12913" y="17509"/>
                </a:lnTo>
                <a:lnTo>
                  <a:pt x="13001" y="17226"/>
                </a:lnTo>
                <a:lnTo>
                  <a:pt x="13089" y="16994"/>
                </a:lnTo>
                <a:lnTo>
                  <a:pt x="13190" y="16750"/>
                </a:lnTo>
                <a:lnTo>
                  <a:pt x="13278" y="16518"/>
                </a:lnTo>
                <a:lnTo>
                  <a:pt x="13416" y="16235"/>
                </a:lnTo>
                <a:lnTo>
                  <a:pt x="13504" y="16003"/>
                </a:lnTo>
                <a:lnTo>
                  <a:pt x="13592" y="15771"/>
                </a:lnTo>
                <a:lnTo>
                  <a:pt x="13693" y="15540"/>
                </a:lnTo>
                <a:lnTo>
                  <a:pt x="13781" y="15256"/>
                </a:lnTo>
                <a:lnTo>
                  <a:pt x="13919" y="15025"/>
                </a:lnTo>
                <a:lnTo>
                  <a:pt x="14007" y="14780"/>
                </a:lnTo>
                <a:lnTo>
                  <a:pt x="14095" y="14548"/>
                </a:lnTo>
                <a:lnTo>
                  <a:pt x="14196" y="14265"/>
                </a:lnTo>
                <a:lnTo>
                  <a:pt x="14284" y="14033"/>
                </a:lnTo>
                <a:lnTo>
                  <a:pt x="14422" y="13801"/>
                </a:lnTo>
                <a:lnTo>
                  <a:pt x="14510" y="13570"/>
                </a:lnTo>
                <a:lnTo>
                  <a:pt x="14611" y="13286"/>
                </a:lnTo>
                <a:lnTo>
                  <a:pt x="14699" y="13055"/>
                </a:lnTo>
                <a:lnTo>
                  <a:pt x="14787" y="12810"/>
                </a:lnTo>
                <a:lnTo>
                  <a:pt x="14925" y="12578"/>
                </a:lnTo>
                <a:lnTo>
                  <a:pt x="15013" y="12295"/>
                </a:lnTo>
                <a:lnTo>
                  <a:pt x="15114" y="12063"/>
                </a:lnTo>
                <a:lnTo>
                  <a:pt x="15202" y="11832"/>
                </a:lnTo>
                <a:lnTo>
                  <a:pt x="15290" y="11600"/>
                </a:lnTo>
                <a:lnTo>
                  <a:pt x="15428" y="11317"/>
                </a:lnTo>
                <a:lnTo>
                  <a:pt x="15516" y="11072"/>
                </a:lnTo>
                <a:lnTo>
                  <a:pt x="15617" y="10840"/>
                </a:lnTo>
                <a:lnTo>
                  <a:pt x="15705" y="10608"/>
                </a:lnTo>
                <a:lnTo>
                  <a:pt x="15793" y="10325"/>
                </a:lnTo>
                <a:lnTo>
                  <a:pt x="15931" y="10093"/>
                </a:lnTo>
                <a:lnTo>
                  <a:pt x="16019" y="9862"/>
                </a:lnTo>
                <a:lnTo>
                  <a:pt x="16120" y="9630"/>
                </a:lnTo>
                <a:lnTo>
                  <a:pt x="16208" y="9347"/>
                </a:lnTo>
                <a:lnTo>
                  <a:pt x="16296" y="9102"/>
                </a:lnTo>
                <a:lnTo>
                  <a:pt x="16434" y="8870"/>
                </a:lnTo>
                <a:lnTo>
                  <a:pt x="16522" y="8639"/>
                </a:lnTo>
                <a:lnTo>
                  <a:pt x="16623" y="8355"/>
                </a:lnTo>
                <a:lnTo>
                  <a:pt x="16711" y="8124"/>
                </a:lnTo>
                <a:lnTo>
                  <a:pt x="16799" y="7892"/>
                </a:lnTo>
                <a:lnTo>
                  <a:pt x="16937" y="7647"/>
                </a:lnTo>
                <a:lnTo>
                  <a:pt x="17025" y="7377"/>
                </a:lnTo>
                <a:lnTo>
                  <a:pt x="17126" y="7132"/>
                </a:lnTo>
                <a:lnTo>
                  <a:pt x="17214" y="6900"/>
                </a:lnTo>
                <a:lnTo>
                  <a:pt x="17302" y="6669"/>
                </a:lnTo>
                <a:lnTo>
                  <a:pt x="17440" y="6385"/>
                </a:lnTo>
                <a:lnTo>
                  <a:pt x="17528" y="6154"/>
                </a:lnTo>
                <a:lnTo>
                  <a:pt x="17629" y="5922"/>
                </a:lnTo>
                <a:lnTo>
                  <a:pt x="17717" y="5677"/>
                </a:lnTo>
                <a:lnTo>
                  <a:pt x="17805" y="5407"/>
                </a:lnTo>
                <a:lnTo>
                  <a:pt x="17943" y="5162"/>
                </a:lnTo>
                <a:lnTo>
                  <a:pt x="18031" y="4931"/>
                </a:lnTo>
                <a:lnTo>
                  <a:pt x="18131" y="4699"/>
                </a:lnTo>
                <a:lnTo>
                  <a:pt x="18220" y="4416"/>
                </a:lnTo>
                <a:lnTo>
                  <a:pt x="18308" y="4184"/>
                </a:lnTo>
                <a:lnTo>
                  <a:pt x="18446" y="3952"/>
                </a:lnTo>
                <a:lnTo>
                  <a:pt x="18546" y="3707"/>
                </a:lnTo>
                <a:lnTo>
                  <a:pt x="18634" y="3424"/>
                </a:lnTo>
                <a:lnTo>
                  <a:pt x="18722" y="3192"/>
                </a:lnTo>
                <a:lnTo>
                  <a:pt x="18811" y="2961"/>
                </a:lnTo>
                <a:lnTo>
                  <a:pt x="18949" y="2729"/>
                </a:lnTo>
                <a:lnTo>
                  <a:pt x="19049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13" y="1738"/>
                </a:lnTo>
                <a:lnTo>
                  <a:pt x="19452" y="1454"/>
                </a:lnTo>
                <a:lnTo>
                  <a:pt x="19552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16" y="476"/>
                </a:lnTo>
                <a:lnTo>
                  <a:pt x="19955" y="244"/>
                </a:lnTo>
                <a:lnTo>
                  <a:pt x="2005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4845842" y="4139304"/>
            <a:ext cx="19992" cy="48937"/>
          </a:xfrm>
          <a:custGeom>
            <a:avLst/>
            <a:gdLst/>
            <a:ahLst/>
            <a:cxnLst/>
            <a:rect l="l" t="t" r="r" b="b"/>
            <a:pathLst>
              <a:path w="19992" h="48937">
                <a:moveTo>
                  <a:pt x="0" y="48937"/>
                </a:moveTo>
                <a:lnTo>
                  <a:pt x="88" y="48705"/>
                </a:lnTo>
                <a:lnTo>
                  <a:pt x="176" y="48422"/>
                </a:lnTo>
                <a:lnTo>
                  <a:pt x="264" y="48191"/>
                </a:lnTo>
                <a:lnTo>
                  <a:pt x="402" y="47959"/>
                </a:lnTo>
                <a:lnTo>
                  <a:pt x="502" y="47727"/>
                </a:lnTo>
                <a:lnTo>
                  <a:pt x="590" y="47444"/>
                </a:lnTo>
                <a:lnTo>
                  <a:pt x="679" y="47212"/>
                </a:lnTo>
                <a:lnTo>
                  <a:pt x="779" y="46967"/>
                </a:lnTo>
                <a:lnTo>
                  <a:pt x="905" y="46736"/>
                </a:lnTo>
                <a:lnTo>
                  <a:pt x="1005" y="46452"/>
                </a:lnTo>
                <a:lnTo>
                  <a:pt x="1093" y="46221"/>
                </a:lnTo>
                <a:lnTo>
                  <a:pt x="1181" y="45989"/>
                </a:lnTo>
                <a:lnTo>
                  <a:pt x="1282" y="45757"/>
                </a:lnTo>
                <a:lnTo>
                  <a:pt x="1408" y="45474"/>
                </a:lnTo>
                <a:lnTo>
                  <a:pt x="1508" y="45229"/>
                </a:lnTo>
                <a:lnTo>
                  <a:pt x="1596" y="44998"/>
                </a:lnTo>
                <a:lnTo>
                  <a:pt x="1684" y="44766"/>
                </a:lnTo>
                <a:lnTo>
                  <a:pt x="1785" y="44483"/>
                </a:lnTo>
                <a:lnTo>
                  <a:pt x="1923" y="44251"/>
                </a:lnTo>
                <a:lnTo>
                  <a:pt x="2011" y="44019"/>
                </a:lnTo>
                <a:lnTo>
                  <a:pt x="2099" y="43787"/>
                </a:lnTo>
                <a:lnTo>
                  <a:pt x="2187" y="43504"/>
                </a:lnTo>
                <a:lnTo>
                  <a:pt x="2288" y="43259"/>
                </a:lnTo>
                <a:lnTo>
                  <a:pt x="2426" y="43028"/>
                </a:lnTo>
                <a:lnTo>
                  <a:pt x="2514" y="42796"/>
                </a:lnTo>
                <a:lnTo>
                  <a:pt x="2552" y="42564"/>
                </a:lnTo>
                <a:lnTo>
                  <a:pt x="2653" y="42332"/>
                </a:lnTo>
                <a:lnTo>
                  <a:pt x="2791" y="42088"/>
                </a:lnTo>
                <a:lnTo>
                  <a:pt x="2879" y="41856"/>
                </a:lnTo>
                <a:lnTo>
                  <a:pt x="2967" y="41573"/>
                </a:lnTo>
                <a:lnTo>
                  <a:pt x="3068" y="41341"/>
                </a:lnTo>
                <a:lnTo>
                  <a:pt x="3156" y="41109"/>
                </a:lnTo>
                <a:lnTo>
                  <a:pt x="3294" y="40878"/>
                </a:lnTo>
                <a:lnTo>
                  <a:pt x="3382" y="40594"/>
                </a:lnTo>
                <a:lnTo>
                  <a:pt x="3470" y="40350"/>
                </a:lnTo>
                <a:lnTo>
                  <a:pt x="3571" y="40118"/>
                </a:lnTo>
                <a:lnTo>
                  <a:pt x="3659" y="39886"/>
                </a:lnTo>
                <a:lnTo>
                  <a:pt x="3797" y="39603"/>
                </a:lnTo>
                <a:lnTo>
                  <a:pt x="3885" y="39371"/>
                </a:lnTo>
                <a:lnTo>
                  <a:pt x="3973" y="39139"/>
                </a:lnTo>
                <a:lnTo>
                  <a:pt x="4074" y="38895"/>
                </a:lnTo>
                <a:lnTo>
                  <a:pt x="4162" y="38624"/>
                </a:lnTo>
                <a:lnTo>
                  <a:pt x="4300" y="38380"/>
                </a:lnTo>
                <a:lnTo>
                  <a:pt x="4388" y="38148"/>
                </a:lnTo>
                <a:lnTo>
                  <a:pt x="4476" y="37916"/>
                </a:lnTo>
                <a:lnTo>
                  <a:pt x="4577" y="37633"/>
                </a:lnTo>
                <a:lnTo>
                  <a:pt x="4665" y="37401"/>
                </a:lnTo>
                <a:lnTo>
                  <a:pt x="4803" y="37170"/>
                </a:lnTo>
                <a:lnTo>
                  <a:pt x="4891" y="36925"/>
                </a:lnTo>
                <a:lnTo>
                  <a:pt x="4979" y="36655"/>
                </a:lnTo>
                <a:lnTo>
                  <a:pt x="5079" y="36410"/>
                </a:lnTo>
                <a:lnTo>
                  <a:pt x="5167" y="36178"/>
                </a:lnTo>
                <a:lnTo>
                  <a:pt x="5306" y="35946"/>
                </a:lnTo>
                <a:lnTo>
                  <a:pt x="5394" y="35663"/>
                </a:lnTo>
                <a:lnTo>
                  <a:pt x="5482" y="35431"/>
                </a:lnTo>
                <a:lnTo>
                  <a:pt x="5582" y="35200"/>
                </a:lnTo>
                <a:lnTo>
                  <a:pt x="5670" y="34955"/>
                </a:lnTo>
                <a:lnTo>
                  <a:pt x="5809" y="34672"/>
                </a:lnTo>
                <a:lnTo>
                  <a:pt x="5897" y="34440"/>
                </a:lnTo>
                <a:lnTo>
                  <a:pt x="5985" y="34208"/>
                </a:lnTo>
                <a:lnTo>
                  <a:pt x="6085" y="33977"/>
                </a:lnTo>
                <a:lnTo>
                  <a:pt x="6173" y="33693"/>
                </a:lnTo>
                <a:lnTo>
                  <a:pt x="6312" y="33462"/>
                </a:lnTo>
                <a:lnTo>
                  <a:pt x="6400" y="33230"/>
                </a:lnTo>
                <a:lnTo>
                  <a:pt x="6488" y="32985"/>
                </a:lnTo>
                <a:lnTo>
                  <a:pt x="6588" y="32702"/>
                </a:lnTo>
                <a:lnTo>
                  <a:pt x="6676" y="32470"/>
                </a:lnTo>
                <a:lnTo>
                  <a:pt x="6815" y="32238"/>
                </a:lnTo>
                <a:lnTo>
                  <a:pt x="6903" y="32007"/>
                </a:lnTo>
                <a:lnTo>
                  <a:pt x="7003" y="31723"/>
                </a:lnTo>
                <a:lnTo>
                  <a:pt x="7091" y="31492"/>
                </a:lnTo>
                <a:lnTo>
                  <a:pt x="7179" y="31247"/>
                </a:lnTo>
                <a:lnTo>
                  <a:pt x="7318" y="31015"/>
                </a:lnTo>
                <a:lnTo>
                  <a:pt x="7406" y="30732"/>
                </a:lnTo>
                <a:lnTo>
                  <a:pt x="7506" y="30500"/>
                </a:lnTo>
                <a:lnTo>
                  <a:pt x="7594" y="30269"/>
                </a:lnTo>
                <a:lnTo>
                  <a:pt x="7682" y="30037"/>
                </a:lnTo>
                <a:lnTo>
                  <a:pt x="7821" y="29754"/>
                </a:lnTo>
                <a:lnTo>
                  <a:pt x="7909" y="29522"/>
                </a:lnTo>
                <a:lnTo>
                  <a:pt x="8009" y="29277"/>
                </a:lnTo>
                <a:lnTo>
                  <a:pt x="8097" y="29045"/>
                </a:lnTo>
                <a:lnTo>
                  <a:pt x="8185" y="28762"/>
                </a:lnTo>
                <a:lnTo>
                  <a:pt x="8324" y="28530"/>
                </a:lnTo>
                <a:lnTo>
                  <a:pt x="8412" y="28299"/>
                </a:lnTo>
                <a:lnTo>
                  <a:pt x="8512" y="28067"/>
                </a:lnTo>
                <a:lnTo>
                  <a:pt x="8600" y="27784"/>
                </a:lnTo>
                <a:lnTo>
                  <a:pt x="8688" y="27552"/>
                </a:lnTo>
                <a:lnTo>
                  <a:pt x="8827" y="27307"/>
                </a:lnTo>
                <a:lnTo>
                  <a:pt x="8915" y="27076"/>
                </a:lnTo>
                <a:lnTo>
                  <a:pt x="9015" y="26792"/>
                </a:lnTo>
                <a:lnTo>
                  <a:pt x="9103" y="26561"/>
                </a:lnTo>
                <a:lnTo>
                  <a:pt x="9191" y="26329"/>
                </a:lnTo>
                <a:lnTo>
                  <a:pt x="9330" y="26097"/>
                </a:lnTo>
                <a:lnTo>
                  <a:pt x="9418" y="25814"/>
                </a:lnTo>
                <a:lnTo>
                  <a:pt x="9518" y="25569"/>
                </a:lnTo>
                <a:lnTo>
                  <a:pt x="9606" y="25337"/>
                </a:lnTo>
                <a:lnTo>
                  <a:pt x="9694" y="25106"/>
                </a:lnTo>
                <a:lnTo>
                  <a:pt x="9833" y="24822"/>
                </a:lnTo>
                <a:lnTo>
                  <a:pt x="9921" y="24591"/>
                </a:lnTo>
                <a:lnTo>
                  <a:pt x="10021" y="24359"/>
                </a:lnTo>
                <a:lnTo>
                  <a:pt x="10109" y="24114"/>
                </a:lnTo>
                <a:lnTo>
                  <a:pt x="10197" y="23844"/>
                </a:lnTo>
                <a:lnTo>
                  <a:pt x="10335" y="23599"/>
                </a:lnTo>
                <a:lnTo>
                  <a:pt x="10436" y="23368"/>
                </a:lnTo>
                <a:lnTo>
                  <a:pt x="10524" y="23136"/>
                </a:lnTo>
                <a:lnTo>
                  <a:pt x="10612" y="22853"/>
                </a:lnTo>
                <a:lnTo>
                  <a:pt x="10700" y="22621"/>
                </a:lnTo>
                <a:lnTo>
                  <a:pt x="10838" y="22389"/>
                </a:lnTo>
                <a:lnTo>
                  <a:pt x="10939" y="22144"/>
                </a:lnTo>
                <a:lnTo>
                  <a:pt x="11027" y="21874"/>
                </a:lnTo>
                <a:lnTo>
                  <a:pt x="11115" y="21629"/>
                </a:lnTo>
                <a:lnTo>
                  <a:pt x="11203" y="21398"/>
                </a:lnTo>
                <a:lnTo>
                  <a:pt x="11341" y="21166"/>
                </a:lnTo>
                <a:lnTo>
                  <a:pt x="11442" y="20883"/>
                </a:lnTo>
                <a:lnTo>
                  <a:pt x="11530" y="20651"/>
                </a:lnTo>
                <a:lnTo>
                  <a:pt x="11618" y="20419"/>
                </a:lnTo>
                <a:lnTo>
                  <a:pt x="11706" y="20175"/>
                </a:lnTo>
                <a:lnTo>
                  <a:pt x="11844" y="19891"/>
                </a:lnTo>
                <a:lnTo>
                  <a:pt x="11945" y="19660"/>
                </a:lnTo>
                <a:lnTo>
                  <a:pt x="12033" y="19428"/>
                </a:lnTo>
                <a:lnTo>
                  <a:pt x="12121" y="19196"/>
                </a:lnTo>
                <a:lnTo>
                  <a:pt x="12209" y="18913"/>
                </a:lnTo>
                <a:lnTo>
                  <a:pt x="12347" y="18681"/>
                </a:lnTo>
                <a:lnTo>
                  <a:pt x="12448" y="18449"/>
                </a:lnTo>
                <a:lnTo>
                  <a:pt x="12536" y="18205"/>
                </a:lnTo>
                <a:lnTo>
                  <a:pt x="12624" y="17921"/>
                </a:lnTo>
                <a:lnTo>
                  <a:pt x="12712" y="17690"/>
                </a:lnTo>
                <a:lnTo>
                  <a:pt x="12850" y="17458"/>
                </a:lnTo>
                <a:lnTo>
                  <a:pt x="12951" y="17226"/>
                </a:lnTo>
                <a:lnTo>
                  <a:pt x="13039" y="16943"/>
                </a:lnTo>
                <a:lnTo>
                  <a:pt x="13127" y="16711"/>
                </a:lnTo>
                <a:lnTo>
                  <a:pt x="13228" y="16467"/>
                </a:lnTo>
                <a:lnTo>
                  <a:pt x="13353" y="16235"/>
                </a:lnTo>
                <a:lnTo>
                  <a:pt x="13454" y="15952"/>
                </a:lnTo>
                <a:lnTo>
                  <a:pt x="13542" y="15720"/>
                </a:lnTo>
                <a:lnTo>
                  <a:pt x="13630" y="15488"/>
                </a:lnTo>
                <a:lnTo>
                  <a:pt x="13731" y="15256"/>
                </a:lnTo>
                <a:lnTo>
                  <a:pt x="13856" y="14973"/>
                </a:lnTo>
                <a:lnTo>
                  <a:pt x="13957" y="14741"/>
                </a:lnTo>
                <a:lnTo>
                  <a:pt x="14045" y="14497"/>
                </a:lnTo>
                <a:lnTo>
                  <a:pt x="14133" y="14265"/>
                </a:lnTo>
                <a:lnTo>
                  <a:pt x="14233" y="14033"/>
                </a:lnTo>
                <a:lnTo>
                  <a:pt x="14372" y="13750"/>
                </a:lnTo>
                <a:lnTo>
                  <a:pt x="14460" y="13518"/>
                </a:lnTo>
                <a:lnTo>
                  <a:pt x="14548" y="13286"/>
                </a:lnTo>
                <a:lnTo>
                  <a:pt x="14636" y="13042"/>
                </a:lnTo>
                <a:lnTo>
                  <a:pt x="14736" y="12771"/>
                </a:lnTo>
                <a:lnTo>
                  <a:pt x="14875" y="12527"/>
                </a:lnTo>
                <a:lnTo>
                  <a:pt x="14963" y="12295"/>
                </a:lnTo>
                <a:lnTo>
                  <a:pt x="15051" y="12063"/>
                </a:lnTo>
                <a:lnTo>
                  <a:pt x="15139" y="11780"/>
                </a:lnTo>
                <a:lnTo>
                  <a:pt x="15239" y="11548"/>
                </a:lnTo>
                <a:lnTo>
                  <a:pt x="15378" y="11317"/>
                </a:lnTo>
                <a:lnTo>
                  <a:pt x="15466" y="11072"/>
                </a:lnTo>
                <a:lnTo>
                  <a:pt x="15554" y="10789"/>
                </a:lnTo>
                <a:lnTo>
                  <a:pt x="15642" y="10557"/>
                </a:lnTo>
                <a:lnTo>
                  <a:pt x="15742" y="10325"/>
                </a:lnTo>
                <a:lnTo>
                  <a:pt x="15881" y="10093"/>
                </a:lnTo>
                <a:lnTo>
                  <a:pt x="15969" y="9862"/>
                </a:lnTo>
                <a:lnTo>
                  <a:pt x="16057" y="9578"/>
                </a:lnTo>
                <a:lnTo>
                  <a:pt x="16145" y="9334"/>
                </a:lnTo>
                <a:lnTo>
                  <a:pt x="16245" y="9102"/>
                </a:lnTo>
                <a:lnTo>
                  <a:pt x="16384" y="8870"/>
                </a:lnTo>
                <a:lnTo>
                  <a:pt x="16472" y="8587"/>
                </a:lnTo>
                <a:lnTo>
                  <a:pt x="16560" y="8355"/>
                </a:lnTo>
                <a:lnTo>
                  <a:pt x="16660" y="8124"/>
                </a:lnTo>
                <a:lnTo>
                  <a:pt x="16748" y="7892"/>
                </a:lnTo>
                <a:lnTo>
                  <a:pt x="16887" y="7609"/>
                </a:lnTo>
                <a:lnTo>
                  <a:pt x="16975" y="7364"/>
                </a:lnTo>
                <a:lnTo>
                  <a:pt x="17063" y="7132"/>
                </a:lnTo>
                <a:lnTo>
                  <a:pt x="17163" y="6900"/>
                </a:lnTo>
                <a:lnTo>
                  <a:pt x="17251" y="6617"/>
                </a:lnTo>
                <a:lnTo>
                  <a:pt x="17390" y="6385"/>
                </a:lnTo>
                <a:lnTo>
                  <a:pt x="17478" y="6154"/>
                </a:lnTo>
                <a:lnTo>
                  <a:pt x="17566" y="5909"/>
                </a:lnTo>
                <a:lnTo>
                  <a:pt x="17666" y="5677"/>
                </a:lnTo>
                <a:lnTo>
                  <a:pt x="17754" y="5394"/>
                </a:lnTo>
                <a:lnTo>
                  <a:pt x="17893" y="5162"/>
                </a:lnTo>
                <a:lnTo>
                  <a:pt x="17981" y="4931"/>
                </a:lnTo>
                <a:lnTo>
                  <a:pt x="18069" y="4699"/>
                </a:lnTo>
                <a:lnTo>
                  <a:pt x="18169" y="4416"/>
                </a:lnTo>
                <a:lnTo>
                  <a:pt x="18257" y="4184"/>
                </a:lnTo>
                <a:lnTo>
                  <a:pt x="18396" y="3939"/>
                </a:lnTo>
                <a:lnTo>
                  <a:pt x="18484" y="3707"/>
                </a:lnTo>
                <a:lnTo>
                  <a:pt x="18572" y="3476"/>
                </a:lnTo>
                <a:lnTo>
                  <a:pt x="18672" y="3192"/>
                </a:lnTo>
                <a:lnTo>
                  <a:pt x="18760" y="2961"/>
                </a:lnTo>
                <a:lnTo>
                  <a:pt x="18899" y="2729"/>
                </a:lnTo>
                <a:lnTo>
                  <a:pt x="18987" y="2484"/>
                </a:lnTo>
                <a:lnTo>
                  <a:pt x="19075" y="2214"/>
                </a:lnTo>
                <a:lnTo>
                  <a:pt x="19175" y="1969"/>
                </a:lnTo>
                <a:lnTo>
                  <a:pt x="19263" y="1738"/>
                </a:lnTo>
                <a:lnTo>
                  <a:pt x="19401" y="1506"/>
                </a:lnTo>
                <a:lnTo>
                  <a:pt x="19490" y="1223"/>
                </a:lnTo>
                <a:lnTo>
                  <a:pt x="19578" y="991"/>
                </a:lnTo>
                <a:lnTo>
                  <a:pt x="19678" y="759"/>
                </a:lnTo>
                <a:lnTo>
                  <a:pt x="19766" y="514"/>
                </a:lnTo>
                <a:lnTo>
                  <a:pt x="19904" y="283"/>
                </a:lnTo>
                <a:lnTo>
                  <a:pt x="1999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4865835" y="4091023"/>
            <a:ext cx="20043" cy="48281"/>
          </a:xfrm>
          <a:custGeom>
            <a:avLst/>
            <a:gdLst/>
            <a:ahLst/>
            <a:cxnLst/>
            <a:rect l="l" t="t" r="r" b="b"/>
            <a:pathLst>
              <a:path w="20043" h="48281">
                <a:moveTo>
                  <a:pt x="0" y="48281"/>
                </a:moveTo>
                <a:lnTo>
                  <a:pt x="88" y="48049"/>
                </a:lnTo>
                <a:lnTo>
                  <a:pt x="188" y="47817"/>
                </a:lnTo>
                <a:lnTo>
                  <a:pt x="276" y="47585"/>
                </a:lnTo>
                <a:lnTo>
                  <a:pt x="414" y="47302"/>
                </a:lnTo>
                <a:lnTo>
                  <a:pt x="502" y="47058"/>
                </a:lnTo>
                <a:lnTo>
                  <a:pt x="603" y="46826"/>
                </a:lnTo>
                <a:lnTo>
                  <a:pt x="691" y="46594"/>
                </a:lnTo>
                <a:lnTo>
                  <a:pt x="779" y="46362"/>
                </a:lnTo>
                <a:lnTo>
                  <a:pt x="917" y="46079"/>
                </a:lnTo>
                <a:lnTo>
                  <a:pt x="1005" y="45847"/>
                </a:lnTo>
                <a:lnTo>
                  <a:pt x="1106" y="45616"/>
                </a:lnTo>
                <a:lnTo>
                  <a:pt x="1194" y="45371"/>
                </a:lnTo>
                <a:lnTo>
                  <a:pt x="1282" y="45139"/>
                </a:lnTo>
                <a:lnTo>
                  <a:pt x="1420" y="44856"/>
                </a:lnTo>
                <a:lnTo>
                  <a:pt x="1508" y="44624"/>
                </a:lnTo>
                <a:lnTo>
                  <a:pt x="1609" y="44392"/>
                </a:lnTo>
                <a:lnTo>
                  <a:pt x="1697" y="44161"/>
                </a:lnTo>
                <a:lnTo>
                  <a:pt x="1785" y="43877"/>
                </a:lnTo>
                <a:lnTo>
                  <a:pt x="1923" y="43633"/>
                </a:lnTo>
                <a:lnTo>
                  <a:pt x="2011" y="43401"/>
                </a:lnTo>
                <a:lnTo>
                  <a:pt x="2112" y="43169"/>
                </a:lnTo>
                <a:lnTo>
                  <a:pt x="2200" y="42938"/>
                </a:lnTo>
                <a:lnTo>
                  <a:pt x="2288" y="42654"/>
                </a:lnTo>
                <a:lnTo>
                  <a:pt x="2426" y="42423"/>
                </a:lnTo>
                <a:lnTo>
                  <a:pt x="2514" y="42178"/>
                </a:lnTo>
                <a:lnTo>
                  <a:pt x="2615" y="41946"/>
                </a:lnTo>
                <a:lnTo>
                  <a:pt x="2703" y="41714"/>
                </a:lnTo>
                <a:lnTo>
                  <a:pt x="2791" y="41431"/>
                </a:lnTo>
                <a:lnTo>
                  <a:pt x="2929" y="41199"/>
                </a:lnTo>
                <a:lnTo>
                  <a:pt x="3017" y="40968"/>
                </a:lnTo>
                <a:lnTo>
                  <a:pt x="3118" y="40723"/>
                </a:lnTo>
                <a:lnTo>
                  <a:pt x="3206" y="40453"/>
                </a:lnTo>
                <a:lnTo>
                  <a:pt x="3294" y="40208"/>
                </a:lnTo>
                <a:lnTo>
                  <a:pt x="3432" y="39976"/>
                </a:lnTo>
                <a:lnTo>
                  <a:pt x="3520" y="39745"/>
                </a:lnTo>
                <a:lnTo>
                  <a:pt x="3621" y="39513"/>
                </a:lnTo>
                <a:lnTo>
                  <a:pt x="3709" y="39230"/>
                </a:lnTo>
                <a:lnTo>
                  <a:pt x="3797" y="38998"/>
                </a:lnTo>
                <a:lnTo>
                  <a:pt x="3935" y="38753"/>
                </a:lnTo>
                <a:lnTo>
                  <a:pt x="4023" y="38521"/>
                </a:lnTo>
                <a:lnTo>
                  <a:pt x="4124" y="38290"/>
                </a:lnTo>
                <a:lnTo>
                  <a:pt x="4212" y="38006"/>
                </a:lnTo>
                <a:lnTo>
                  <a:pt x="4300" y="37775"/>
                </a:lnTo>
                <a:lnTo>
                  <a:pt x="4438" y="37543"/>
                </a:lnTo>
                <a:lnTo>
                  <a:pt x="4539" y="37298"/>
                </a:lnTo>
                <a:lnTo>
                  <a:pt x="4627" y="37067"/>
                </a:lnTo>
                <a:lnTo>
                  <a:pt x="4715" y="36783"/>
                </a:lnTo>
                <a:lnTo>
                  <a:pt x="480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43"/>
                </a:lnTo>
                <a:lnTo>
                  <a:pt x="5218" y="35573"/>
                </a:lnTo>
                <a:lnTo>
                  <a:pt x="5306" y="35328"/>
                </a:lnTo>
                <a:lnTo>
                  <a:pt x="5444" y="35097"/>
                </a:lnTo>
                <a:lnTo>
                  <a:pt x="5545" y="34865"/>
                </a:lnTo>
                <a:lnTo>
                  <a:pt x="5633" y="34633"/>
                </a:lnTo>
                <a:lnTo>
                  <a:pt x="5721" y="34350"/>
                </a:lnTo>
                <a:lnTo>
                  <a:pt x="5809" y="34118"/>
                </a:lnTo>
                <a:lnTo>
                  <a:pt x="5947" y="33874"/>
                </a:lnTo>
                <a:lnTo>
                  <a:pt x="6048" y="33642"/>
                </a:lnTo>
                <a:lnTo>
                  <a:pt x="6136" y="33410"/>
                </a:lnTo>
                <a:lnTo>
                  <a:pt x="6224" y="33127"/>
                </a:lnTo>
                <a:lnTo>
                  <a:pt x="6312" y="32895"/>
                </a:lnTo>
                <a:lnTo>
                  <a:pt x="6450" y="32663"/>
                </a:lnTo>
                <a:lnTo>
                  <a:pt x="6551" y="32419"/>
                </a:lnTo>
                <a:lnTo>
                  <a:pt x="6639" y="32187"/>
                </a:lnTo>
                <a:lnTo>
                  <a:pt x="6727" y="31904"/>
                </a:lnTo>
                <a:lnTo>
                  <a:pt x="6827" y="31672"/>
                </a:lnTo>
                <a:lnTo>
                  <a:pt x="6953" y="31440"/>
                </a:lnTo>
                <a:lnTo>
                  <a:pt x="7054" y="31208"/>
                </a:lnTo>
                <a:lnTo>
                  <a:pt x="7142" y="30964"/>
                </a:lnTo>
                <a:lnTo>
                  <a:pt x="7230" y="30693"/>
                </a:lnTo>
                <a:lnTo>
                  <a:pt x="7330" y="30449"/>
                </a:lnTo>
                <a:lnTo>
                  <a:pt x="7456" y="30217"/>
                </a:lnTo>
                <a:lnTo>
                  <a:pt x="7557" y="29985"/>
                </a:lnTo>
                <a:lnTo>
                  <a:pt x="7645" y="29754"/>
                </a:lnTo>
                <a:lnTo>
                  <a:pt x="7733" y="29470"/>
                </a:lnTo>
                <a:lnTo>
                  <a:pt x="7833" y="29239"/>
                </a:lnTo>
                <a:lnTo>
                  <a:pt x="7972" y="28994"/>
                </a:lnTo>
                <a:lnTo>
                  <a:pt x="8060" y="28762"/>
                </a:lnTo>
                <a:lnTo>
                  <a:pt x="8148" y="28530"/>
                </a:lnTo>
                <a:lnTo>
                  <a:pt x="8236" y="28299"/>
                </a:lnTo>
                <a:lnTo>
                  <a:pt x="8336" y="28015"/>
                </a:lnTo>
                <a:lnTo>
                  <a:pt x="8475" y="27784"/>
                </a:lnTo>
                <a:lnTo>
                  <a:pt x="8563" y="27539"/>
                </a:lnTo>
                <a:lnTo>
                  <a:pt x="8651" y="27307"/>
                </a:lnTo>
                <a:lnTo>
                  <a:pt x="8739" y="27076"/>
                </a:lnTo>
                <a:lnTo>
                  <a:pt x="8839" y="26792"/>
                </a:lnTo>
                <a:lnTo>
                  <a:pt x="8977" y="26561"/>
                </a:lnTo>
                <a:lnTo>
                  <a:pt x="9065" y="26329"/>
                </a:lnTo>
                <a:lnTo>
                  <a:pt x="9154" y="26084"/>
                </a:lnTo>
                <a:lnTo>
                  <a:pt x="9242" y="25852"/>
                </a:lnTo>
                <a:lnTo>
                  <a:pt x="9342" y="25621"/>
                </a:lnTo>
                <a:lnTo>
                  <a:pt x="9480" y="25337"/>
                </a:lnTo>
                <a:lnTo>
                  <a:pt x="9568" y="25106"/>
                </a:lnTo>
                <a:lnTo>
                  <a:pt x="9656" y="24874"/>
                </a:lnTo>
                <a:lnTo>
                  <a:pt x="9745" y="24629"/>
                </a:lnTo>
                <a:lnTo>
                  <a:pt x="9845" y="24398"/>
                </a:lnTo>
                <a:lnTo>
                  <a:pt x="9983" y="24114"/>
                </a:lnTo>
                <a:lnTo>
                  <a:pt x="10071" y="23883"/>
                </a:lnTo>
                <a:lnTo>
                  <a:pt x="10159" y="23651"/>
                </a:lnTo>
                <a:lnTo>
                  <a:pt x="10247" y="23419"/>
                </a:lnTo>
                <a:lnTo>
                  <a:pt x="10348" y="23174"/>
                </a:lnTo>
                <a:lnTo>
                  <a:pt x="10486" y="22943"/>
                </a:lnTo>
                <a:lnTo>
                  <a:pt x="10574" y="22659"/>
                </a:lnTo>
                <a:lnTo>
                  <a:pt x="10662" y="22428"/>
                </a:lnTo>
                <a:lnTo>
                  <a:pt x="10763" y="22196"/>
                </a:lnTo>
                <a:lnTo>
                  <a:pt x="10851" y="21964"/>
                </a:lnTo>
                <a:lnTo>
                  <a:pt x="10989" y="21720"/>
                </a:lnTo>
                <a:lnTo>
                  <a:pt x="11077" y="21488"/>
                </a:lnTo>
                <a:lnTo>
                  <a:pt x="11165" y="21205"/>
                </a:lnTo>
                <a:lnTo>
                  <a:pt x="11266" y="20973"/>
                </a:lnTo>
                <a:lnTo>
                  <a:pt x="11354" y="20741"/>
                </a:lnTo>
                <a:lnTo>
                  <a:pt x="11492" y="20509"/>
                </a:lnTo>
                <a:lnTo>
                  <a:pt x="11580" y="20278"/>
                </a:lnTo>
                <a:lnTo>
                  <a:pt x="11668" y="20033"/>
                </a:lnTo>
                <a:lnTo>
                  <a:pt x="11769" y="19750"/>
                </a:lnTo>
                <a:lnTo>
                  <a:pt x="11857" y="19518"/>
                </a:lnTo>
                <a:lnTo>
                  <a:pt x="11995" y="19286"/>
                </a:lnTo>
                <a:lnTo>
                  <a:pt x="12083" y="19054"/>
                </a:lnTo>
                <a:lnTo>
                  <a:pt x="12171" y="18823"/>
                </a:lnTo>
                <a:lnTo>
                  <a:pt x="12272" y="18578"/>
                </a:lnTo>
                <a:lnTo>
                  <a:pt x="12360" y="18295"/>
                </a:lnTo>
                <a:lnTo>
                  <a:pt x="12498" y="18063"/>
                </a:lnTo>
                <a:lnTo>
                  <a:pt x="12586" y="17831"/>
                </a:lnTo>
                <a:lnTo>
                  <a:pt x="12674" y="17600"/>
                </a:lnTo>
                <a:lnTo>
                  <a:pt x="12775" y="17368"/>
                </a:lnTo>
                <a:lnTo>
                  <a:pt x="12863" y="17123"/>
                </a:lnTo>
                <a:lnTo>
                  <a:pt x="13001" y="16840"/>
                </a:lnTo>
                <a:lnTo>
                  <a:pt x="13089" y="16608"/>
                </a:lnTo>
                <a:lnTo>
                  <a:pt x="13177" y="16376"/>
                </a:lnTo>
                <a:lnTo>
                  <a:pt x="13278" y="16145"/>
                </a:lnTo>
                <a:lnTo>
                  <a:pt x="13366" y="15913"/>
                </a:lnTo>
                <a:lnTo>
                  <a:pt x="13504" y="15668"/>
                </a:lnTo>
                <a:lnTo>
                  <a:pt x="13592" y="15385"/>
                </a:lnTo>
                <a:lnTo>
                  <a:pt x="13680" y="15153"/>
                </a:lnTo>
                <a:lnTo>
                  <a:pt x="13781" y="14922"/>
                </a:lnTo>
                <a:lnTo>
                  <a:pt x="13869" y="14690"/>
                </a:lnTo>
                <a:lnTo>
                  <a:pt x="14007" y="14458"/>
                </a:lnTo>
                <a:lnTo>
                  <a:pt x="14095" y="14213"/>
                </a:lnTo>
                <a:lnTo>
                  <a:pt x="14196" y="13982"/>
                </a:lnTo>
                <a:lnTo>
                  <a:pt x="14284" y="13698"/>
                </a:lnTo>
                <a:lnTo>
                  <a:pt x="14372" y="13467"/>
                </a:lnTo>
                <a:lnTo>
                  <a:pt x="14510" y="13235"/>
                </a:lnTo>
                <a:lnTo>
                  <a:pt x="14598" y="13003"/>
                </a:lnTo>
                <a:lnTo>
                  <a:pt x="14699" y="12759"/>
                </a:lnTo>
                <a:lnTo>
                  <a:pt x="14787" y="12527"/>
                </a:lnTo>
                <a:lnTo>
                  <a:pt x="14875" y="12295"/>
                </a:lnTo>
                <a:lnTo>
                  <a:pt x="15013" y="12012"/>
                </a:lnTo>
                <a:lnTo>
                  <a:pt x="15101" y="11780"/>
                </a:lnTo>
                <a:lnTo>
                  <a:pt x="15202" y="11548"/>
                </a:lnTo>
                <a:lnTo>
                  <a:pt x="15290" y="11304"/>
                </a:lnTo>
                <a:lnTo>
                  <a:pt x="15378" y="11072"/>
                </a:lnTo>
                <a:lnTo>
                  <a:pt x="15516" y="10840"/>
                </a:lnTo>
                <a:lnTo>
                  <a:pt x="15604" y="10608"/>
                </a:lnTo>
                <a:lnTo>
                  <a:pt x="15705" y="10325"/>
                </a:lnTo>
                <a:lnTo>
                  <a:pt x="15793" y="10093"/>
                </a:lnTo>
                <a:lnTo>
                  <a:pt x="15881" y="9849"/>
                </a:lnTo>
                <a:lnTo>
                  <a:pt x="16019" y="9617"/>
                </a:lnTo>
                <a:lnTo>
                  <a:pt x="16107" y="9385"/>
                </a:lnTo>
                <a:lnTo>
                  <a:pt x="16208" y="9154"/>
                </a:lnTo>
                <a:lnTo>
                  <a:pt x="16296" y="8922"/>
                </a:lnTo>
                <a:lnTo>
                  <a:pt x="16384" y="8639"/>
                </a:lnTo>
                <a:lnTo>
                  <a:pt x="16522" y="8394"/>
                </a:lnTo>
                <a:lnTo>
                  <a:pt x="16610" y="8162"/>
                </a:lnTo>
                <a:lnTo>
                  <a:pt x="16711" y="7930"/>
                </a:lnTo>
                <a:lnTo>
                  <a:pt x="16799" y="7699"/>
                </a:lnTo>
                <a:lnTo>
                  <a:pt x="16887" y="7467"/>
                </a:lnTo>
                <a:lnTo>
                  <a:pt x="17025" y="7222"/>
                </a:lnTo>
                <a:lnTo>
                  <a:pt x="17113" y="6939"/>
                </a:lnTo>
                <a:lnTo>
                  <a:pt x="17214" y="6707"/>
                </a:lnTo>
                <a:lnTo>
                  <a:pt x="17302" y="6476"/>
                </a:lnTo>
                <a:lnTo>
                  <a:pt x="17390" y="6244"/>
                </a:lnTo>
                <a:lnTo>
                  <a:pt x="17528" y="6012"/>
                </a:lnTo>
                <a:lnTo>
                  <a:pt x="17616" y="5767"/>
                </a:lnTo>
                <a:lnTo>
                  <a:pt x="17717" y="5536"/>
                </a:lnTo>
                <a:lnTo>
                  <a:pt x="17805" y="5304"/>
                </a:lnTo>
                <a:lnTo>
                  <a:pt x="17893" y="5021"/>
                </a:lnTo>
                <a:lnTo>
                  <a:pt x="18031" y="4789"/>
                </a:lnTo>
                <a:lnTo>
                  <a:pt x="18131" y="4557"/>
                </a:lnTo>
                <a:lnTo>
                  <a:pt x="18220" y="4313"/>
                </a:lnTo>
                <a:lnTo>
                  <a:pt x="18308" y="4081"/>
                </a:lnTo>
                <a:lnTo>
                  <a:pt x="18396" y="3849"/>
                </a:lnTo>
                <a:lnTo>
                  <a:pt x="18534" y="3617"/>
                </a:lnTo>
                <a:lnTo>
                  <a:pt x="18634" y="3386"/>
                </a:lnTo>
                <a:lnTo>
                  <a:pt x="18722" y="3102"/>
                </a:lnTo>
                <a:lnTo>
                  <a:pt x="18811" y="2858"/>
                </a:lnTo>
                <a:lnTo>
                  <a:pt x="18899" y="2626"/>
                </a:lnTo>
                <a:lnTo>
                  <a:pt x="19037" y="2394"/>
                </a:lnTo>
                <a:lnTo>
                  <a:pt x="19137" y="2162"/>
                </a:lnTo>
                <a:lnTo>
                  <a:pt x="19225" y="1931"/>
                </a:lnTo>
                <a:lnTo>
                  <a:pt x="19313" y="1686"/>
                </a:lnTo>
                <a:lnTo>
                  <a:pt x="19401" y="1454"/>
                </a:lnTo>
                <a:lnTo>
                  <a:pt x="19540" y="1223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04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4885878" y="4044145"/>
            <a:ext cx="20005" cy="46877"/>
          </a:xfrm>
          <a:custGeom>
            <a:avLst/>
            <a:gdLst/>
            <a:ahLst/>
            <a:cxnLst/>
            <a:rect l="l" t="t" r="r" b="b"/>
            <a:pathLst>
              <a:path w="20005" h="46877">
                <a:moveTo>
                  <a:pt x="0" y="46877"/>
                </a:moveTo>
                <a:lnTo>
                  <a:pt x="100" y="46646"/>
                </a:lnTo>
                <a:lnTo>
                  <a:pt x="188" y="46414"/>
                </a:lnTo>
                <a:lnTo>
                  <a:pt x="276" y="46169"/>
                </a:lnTo>
                <a:lnTo>
                  <a:pt x="377" y="45937"/>
                </a:lnTo>
                <a:lnTo>
                  <a:pt x="502" y="45654"/>
                </a:lnTo>
                <a:lnTo>
                  <a:pt x="603" y="45422"/>
                </a:lnTo>
                <a:lnTo>
                  <a:pt x="691" y="45191"/>
                </a:lnTo>
                <a:lnTo>
                  <a:pt x="779" y="44959"/>
                </a:lnTo>
                <a:lnTo>
                  <a:pt x="880" y="44714"/>
                </a:lnTo>
                <a:lnTo>
                  <a:pt x="1005" y="44483"/>
                </a:lnTo>
                <a:lnTo>
                  <a:pt x="1106" y="44251"/>
                </a:lnTo>
                <a:lnTo>
                  <a:pt x="1194" y="44019"/>
                </a:lnTo>
                <a:lnTo>
                  <a:pt x="1282" y="43787"/>
                </a:lnTo>
                <a:lnTo>
                  <a:pt x="1383" y="43543"/>
                </a:lnTo>
                <a:lnTo>
                  <a:pt x="1508" y="43259"/>
                </a:lnTo>
                <a:lnTo>
                  <a:pt x="1609" y="43028"/>
                </a:lnTo>
                <a:lnTo>
                  <a:pt x="1697" y="42796"/>
                </a:lnTo>
                <a:lnTo>
                  <a:pt x="1785" y="42564"/>
                </a:lnTo>
                <a:lnTo>
                  <a:pt x="1886" y="42332"/>
                </a:lnTo>
                <a:lnTo>
                  <a:pt x="2024" y="42088"/>
                </a:lnTo>
                <a:lnTo>
                  <a:pt x="2112" y="41856"/>
                </a:lnTo>
                <a:lnTo>
                  <a:pt x="2200" y="41624"/>
                </a:lnTo>
                <a:lnTo>
                  <a:pt x="2288" y="41393"/>
                </a:lnTo>
                <a:lnTo>
                  <a:pt x="2389" y="41148"/>
                </a:lnTo>
                <a:lnTo>
                  <a:pt x="2527" y="40878"/>
                </a:lnTo>
                <a:lnTo>
                  <a:pt x="2615" y="40633"/>
                </a:lnTo>
                <a:lnTo>
                  <a:pt x="2703" y="40401"/>
                </a:lnTo>
                <a:lnTo>
                  <a:pt x="2791" y="40169"/>
                </a:lnTo>
                <a:lnTo>
                  <a:pt x="2892" y="39938"/>
                </a:lnTo>
                <a:lnTo>
                  <a:pt x="3030" y="39706"/>
                </a:lnTo>
                <a:lnTo>
                  <a:pt x="3118" y="39461"/>
                </a:lnTo>
                <a:lnTo>
                  <a:pt x="3206" y="39230"/>
                </a:lnTo>
                <a:lnTo>
                  <a:pt x="3294" y="38998"/>
                </a:lnTo>
                <a:lnTo>
                  <a:pt x="3395" y="38766"/>
                </a:lnTo>
                <a:lnTo>
                  <a:pt x="3533" y="38521"/>
                </a:lnTo>
                <a:lnTo>
                  <a:pt x="3621" y="38290"/>
                </a:lnTo>
                <a:lnTo>
                  <a:pt x="3709" y="38006"/>
                </a:lnTo>
                <a:lnTo>
                  <a:pt x="3797" y="37775"/>
                </a:lnTo>
                <a:lnTo>
                  <a:pt x="3898" y="37543"/>
                </a:lnTo>
                <a:lnTo>
                  <a:pt x="4036" y="37311"/>
                </a:lnTo>
                <a:lnTo>
                  <a:pt x="4124" y="37067"/>
                </a:lnTo>
                <a:lnTo>
                  <a:pt x="4212" y="36835"/>
                </a:lnTo>
                <a:lnTo>
                  <a:pt x="4312" y="36603"/>
                </a:lnTo>
                <a:lnTo>
                  <a:pt x="4400" y="36371"/>
                </a:lnTo>
                <a:lnTo>
                  <a:pt x="4539" y="36140"/>
                </a:lnTo>
                <a:lnTo>
                  <a:pt x="4627" y="35895"/>
                </a:lnTo>
                <a:lnTo>
                  <a:pt x="4715" y="35663"/>
                </a:lnTo>
                <a:lnTo>
                  <a:pt x="4815" y="35431"/>
                </a:lnTo>
                <a:lnTo>
                  <a:pt x="4903" y="35200"/>
                </a:lnTo>
                <a:lnTo>
                  <a:pt x="5042" y="34916"/>
                </a:lnTo>
                <a:lnTo>
                  <a:pt x="5130" y="34685"/>
                </a:lnTo>
                <a:lnTo>
                  <a:pt x="5218" y="34440"/>
                </a:lnTo>
                <a:lnTo>
                  <a:pt x="5318" y="34208"/>
                </a:lnTo>
                <a:lnTo>
                  <a:pt x="5406" y="33977"/>
                </a:lnTo>
                <a:lnTo>
                  <a:pt x="5545" y="33745"/>
                </a:lnTo>
                <a:lnTo>
                  <a:pt x="5633" y="33500"/>
                </a:lnTo>
                <a:lnTo>
                  <a:pt x="5721" y="33268"/>
                </a:lnTo>
                <a:lnTo>
                  <a:pt x="5821" y="33037"/>
                </a:lnTo>
                <a:lnTo>
                  <a:pt x="5909" y="32805"/>
                </a:lnTo>
                <a:lnTo>
                  <a:pt x="6048" y="32573"/>
                </a:lnTo>
                <a:lnTo>
                  <a:pt x="6136" y="32329"/>
                </a:lnTo>
                <a:lnTo>
                  <a:pt x="6224" y="32097"/>
                </a:lnTo>
                <a:lnTo>
                  <a:pt x="6324" y="31865"/>
                </a:lnTo>
                <a:lnTo>
                  <a:pt x="6412" y="31633"/>
                </a:lnTo>
                <a:lnTo>
                  <a:pt x="6551" y="31389"/>
                </a:lnTo>
                <a:lnTo>
                  <a:pt x="6639" y="31118"/>
                </a:lnTo>
                <a:lnTo>
                  <a:pt x="6727" y="30874"/>
                </a:lnTo>
                <a:lnTo>
                  <a:pt x="6827" y="30642"/>
                </a:lnTo>
                <a:lnTo>
                  <a:pt x="6915" y="30410"/>
                </a:lnTo>
                <a:lnTo>
                  <a:pt x="7054" y="30178"/>
                </a:lnTo>
                <a:lnTo>
                  <a:pt x="7142" y="29934"/>
                </a:lnTo>
                <a:lnTo>
                  <a:pt x="7230" y="29702"/>
                </a:lnTo>
                <a:lnTo>
                  <a:pt x="7330" y="29470"/>
                </a:lnTo>
                <a:lnTo>
                  <a:pt x="7418" y="29239"/>
                </a:lnTo>
                <a:lnTo>
                  <a:pt x="7557" y="29007"/>
                </a:lnTo>
                <a:lnTo>
                  <a:pt x="7645" y="28762"/>
                </a:lnTo>
                <a:lnTo>
                  <a:pt x="7733" y="28530"/>
                </a:lnTo>
                <a:lnTo>
                  <a:pt x="7833" y="28299"/>
                </a:lnTo>
                <a:lnTo>
                  <a:pt x="7921" y="28067"/>
                </a:lnTo>
                <a:lnTo>
                  <a:pt x="8060" y="27822"/>
                </a:lnTo>
                <a:lnTo>
                  <a:pt x="8148" y="27591"/>
                </a:lnTo>
                <a:lnTo>
                  <a:pt x="8248" y="27359"/>
                </a:lnTo>
                <a:lnTo>
                  <a:pt x="8336" y="27127"/>
                </a:lnTo>
                <a:lnTo>
                  <a:pt x="8424" y="26895"/>
                </a:lnTo>
                <a:lnTo>
                  <a:pt x="8563" y="26651"/>
                </a:lnTo>
                <a:lnTo>
                  <a:pt x="8651" y="26419"/>
                </a:lnTo>
                <a:lnTo>
                  <a:pt x="8751" y="26187"/>
                </a:lnTo>
                <a:lnTo>
                  <a:pt x="8839" y="25904"/>
                </a:lnTo>
                <a:lnTo>
                  <a:pt x="8927" y="25672"/>
                </a:lnTo>
                <a:lnTo>
                  <a:pt x="9065" y="25440"/>
                </a:lnTo>
                <a:lnTo>
                  <a:pt x="9154" y="25196"/>
                </a:lnTo>
                <a:lnTo>
                  <a:pt x="9254" y="24964"/>
                </a:lnTo>
                <a:lnTo>
                  <a:pt x="9342" y="24732"/>
                </a:lnTo>
                <a:lnTo>
                  <a:pt x="9430" y="24501"/>
                </a:lnTo>
                <a:lnTo>
                  <a:pt x="9568" y="24256"/>
                </a:lnTo>
                <a:lnTo>
                  <a:pt x="9656" y="24024"/>
                </a:lnTo>
                <a:lnTo>
                  <a:pt x="9757" y="23792"/>
                </a:lnTo>
                <a:lnTo>
                  <a:pt x="9845" y="23561"/>
                </a:lnTo>
                <a:lnTo>
                  <a:pt x="9933" y="23329"/>
                </a:lnTo>
                <a:lnTo>
                  <a:pt x="10071" y="23084"/>
                </a:lnTo>
                <a:lnTo>
                  <a:pt x="10159" y="22853"/>
                </a:lnTo>
                <a:lnTo>
                  <a:pt x="10260" y="22621"/>
                </a:lnTo>
                <a:lnTo>
                  <a:pt x="10348" y="22389"/>
                </a:lnTo>
                <a:lnTo>
                  <a:pt x="10436" y="22144"/>
                </a:lnTo>
                <a:lnTo>
                  <a:pt x="10574" y="21913"/>
                </a:lnTo>
                <a:lnTo>
                  <a:pt x="10662" y="21681"/>
                </a:lnTo>
                <a:lnTo>
                  <a:pt x="10763" y="21449"/>
                </a:lnTo>
                <a:lnTo>
                  <a:pt x="10851" y="21217"/>
                </a:lnTo>
                <a:lnTo>
                  <a:pt x="10939" y="20973"/>
                </a:lnTo>
                <a:lnTo>
                  <a:pt x="11077" y="20741"/>
                </a:lnTo>
                <a:lnTo>
                  <a:pt x="11165" y="20509"/>
                </a:lnTo>
                <a:lnTo>
                  <a:pt x="11266" y="20278"/>
                </a:lnTo>
                <a:lnTo>
                  <a:pt x="11354" y="20033"/>
                </a:lnTo>
                <a:lnTo>
                  <a:pt x="11442" y="19801"/>
                </a:lnTo>
                <a:lnTo>
                  <a:pt x="11580" y="19569"/>
                </a:lnTo>
                <a:lnTo>
                  <a:pt x="11681" y="19338"/>
                </a:lnTo>
                <a:lnTo>
                  <a:pt x="11769" y="19106"/>
                </a:lnTo>
                <a:lnTo>
                  <a:pt x="11857" y="18861"/>
                </a:lnTo>
                <a:lnTo>
                  <a:pt x="11945" y="18630"/>
                </a:lnTo>
                <a:lnTo>
                  <a:pt x="12083" y="18398"/>
                </a:lnTo>
                <a:lnTo>
                  <a:pt x="12184" y="18166"/>
                </a:lnTo>
                <a:lnTo>
                  <a:pt x="12272" y="17921"/>
                </a:lnTo>
                <a:lnTo>
                  <a:pt x="12360" y="17690"/>
                </a:lnTo>
                <a:lnTo>
                  <a:pt x="12448" y="17458"/>
                </a:lnTo>
                <a:lnTo>
                  <a:pt x="12586" y="17226"/>
                </a:lnTo>
                <a:lnTo>
                  <a:pt x="12687" y="16994"/>
                </a:lnTo>
                <a:lnTo>
                  <a:pt x="12775" y="16750"/>
                </a:lnTo>
                <a:lnTo>
                  <a:pt x="12863" y="16518"/>
                </a:lnTo>
                <a:lnTo>
                  <a:pt x="12951" y="16286"/>
                </a:lnTo>
                <a:lnTo>
                  <a:pt x="13089" y="16055"/>
                </a:lnTo>
                <a:lnTo>
                  <a:pt x="13190" y="15810"/>
                </a:lnTo>
                <a:lnTo>
                  <a:pt x="13278" y="15578"/>
                </a:lnTo>
                <a:lnTo>
                  <a:pt x="13366" y="15346"/>
                </a:lnTo>
                <a:lnTo>
                  <a:pt x="13454" y="15115"/>
                </a:lnTo>
                <a:lnTo>
                  <a:pt x="13592" y="14883"/>
                </a:lnTo>
                <a:lnTo>
                  <a:pt x="13693" y="14638"/>
                </a:lnTo>
                <a:lnTo>
                  <a:pt x="13781" y="14407"/>
                </a:lnTo>
                <a:lnTo>
                  <a:pt x="13869" y="14175"/>
                </a:lnTo>
                <a:lnTo>
                  <a:pt x="13969" y="13943"/>
                </a:lnTo>
                <a:lnTo>
                  <a:pt x="14095" y="13698"/>
                </a:lnTo>
                <a:lnTo>
                  <a:pt x="14196" y="13467"/>
                </a:lnTo>
                <a:lnTo>
                  <a:pt x="14284" y="13235"/>
                </a:lnTo>
                <a:lnTo>
                  <a:pt x="14372" y="13003"/>
                </a:lnTo>
                <a:lnTo>
                  <a:pt x="14472" y="12771"/>
                </a:lnTo>
                <a:lnTo>
                  <a:pt x="14598" y="12527"/>
                </a:lnTo>
                <a:lnTo>
                  <a:pt x="14699" y="12295"/>
                </a:lnTo>
                <a:lnTo>
                  <a:pt x="14787" y="12063"/>
                </a:lnTo>
                <a:lnTo>
                  <a:pt x="14875" y="11832"/>
                </a:lnTo>
                <a:lnTo>
                  <a:pt x="14975" y="11587"/>
                </a:lnTo>
                <a:lnTo>
                  <a:pt x="15101" y="11355"/>
                </a:lnTo>
                <a:lnTo>
                  <a:pt x="15202" y="11123"/>
                </a:lnTo>
                <a:lnTo>
                  <a:pt x="15290" y="10892"/>
                </a:lnTo>
                <a:lnTo>
                  <a:pt x="15378" y="10660"/>
                </a:lnTo>
                <a:lnTo>
                  <a:pt x="15478" y="10415"/>
                </a:lnTo>
                <a:lnTo>
                  <a:pt x="15617" y="10184"/>
                </a:lnTo>
                <a:lnTo>
                  <a:pt x="15705" y="9952"/>
                </a:lnTo>
                <a:lnTo>
                  <a:pt x="15793" y="9720"/>
                </a:lnTo>
                <a:lnTo>
                  <a:pt x="15881" y="9475"/>
                </a:lnTo>
                <a:lnTo>
                  <a:pt x="15981" y="9295"/>
                </a:lnTo>
                <a:lnTo>
                  <a:pt x="16120" y="9063"/>
                </a:lnTo>
                <a:lnTo>
                  <a:pt x="16208" y="8819"/>
                </a:lnTo>
                <a:lnTo>
                  <a:pt x="16296" y="8587"/>
                </a:lnTo>
                <a:lnTo>
                  <a:pt x="16384" y="8355"/>
                </a:lnTo>
                <a:lnTo>
                  <a:pt x="16484" y="8124"/>
                </a:lnTo>
                <a:lnTo>
                  <a:pt x="16623" y="7892"/>
                </a:lnTo>
                <a:lnTo>
                  <a:pt x="16711" y="7647"/>
                </a:lnTo>
                <a:lnTo>
                  <a:pt x="16799" y="7415"/>
                </a:lnTo>
                <a:lnTo>
                  <a:pt x="16887" y="7184"/>
                </a:lnTo>
                <a:lnTo>
                  <a:pt x="16987" y="6952"/>
                </a:lnTo>
                <a:lnTo>
                  <a:pt x="17126" y="6707"/>
                </a:lnTo>
                <a:lnTo>
                  <a:pt x="17214" y="6476"/>
                </a:lnTo>
                <a:lnTo>
                  <a:pt x="17302" y="6244"/>
                </a:lnTo>
                <a:lnTo>
                  <a:pt x="17390" y="6012"/>
                </a:lnTo>
                <a:lnTo>
                  <a:pt x="17490" y="5780"/>
                </a:lnTo>
                <a:lnTo>
                  <a:pt x="17629" y="5536"/>
                </a:lnTo>
                <a:lnTo>
                  <a:pt x="17717" y="5304"/>
                </a:lnTo>
                <a:lnTo>
                  <a:pt x="17805" y="5072"/>
                </a:lnTo>
                <a:lnTo>
                  <a:pt x="17905" y="4840"/>
                </a:lnTo>
                <a:lnTo>
                  <a:pt x="17993" y="4596"/>
                </a:lnTo>
                <a:lnTo>
                  <a:pt x="18131" y="4416"/>
                </a:lnTo>
                <a:lnTo>
                  <a:pt x="18220" y="4184"/>
                </a:lnTo>
                <a:lnTo>
                  <a:pt x="18308" y="3939"/>
                </a:lnTo>
                <a:lnTo>
                  <a:pt x="18408" y="3707"/>
                </a:lnTo>
                <a:lnTo>
                  <a:pt x="18496" y="3476"/>
                </a:lnTo>
                <a:lnTo>
                  <a:pt x="18634" y="3244"/>
                </a:lnTo>
                <a:lnTo>
                  <a:pt x="18722" y="3012"/>
                </a:lnTo>
                <a:lnTo>
                  <a:pt x="18811" y="2768"/>
                </a:lnTo>
                <a:lnTo>
                  <a:pt x="18911" y="2536"/>
                </a:lnTo>
                <a:lnTo>
                  <a:pt x="18999" y="2304"/>
                </a:lnTo>
                <a:lnTo>
                  <a:pt x="19137" y="2072"/>
                </a:lnTo>
                <a:lnTo>
                  <a:pt x="19225" y="1828"/>
                </a:lnTo>
                <a:lnTo>
                  <a:pt x="19313" y="1596"/>
                </a:lnTo>
                <a:lnTo>
                  <a:pt x="19414" y="1364"/>
                </a:lnTo>
                <a:lnTo>
                  <a:pt x="19502" y="1132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17" y="244"/>
                </a:lnTo>
                <a:lnTo>
                  <a:pt x="2000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4905884" y="3999430"/>
            <a:ext cx="20043" cy="44714"/>
          </a:xfrm>
          <a:custGeom>
            <a:avLst/>
            <a:gdLst/>
            <a:ahLst/>
            <a:cxnLst/>
            <a:rect l="l" t="t" r="r" b="b"/>
            <a:pathLst>
              <a:path w="20043" h="44714">
                <a:moveTo>
                  <a:pt x="0" y="44714"/>
                </a:moveTo>
                <a:lnTo>
                  <a:pt x="138" y="44483"/>
                </a:lnTo>
                <a:lnTo>
                  <a:pt x="226" y="44251"/>
                </a:lnTo>
                <a:lnTo>
                  <a:pt x="314" y="44019"/>
                </a:lnTo>
                <a:lnTo>
                  <a:pt x="414" y="43774"/>
                </a:lnTo>
                <a:lnTo>
                  <a:pt x="502" y="43543"/>
                </a:lnTo>
                <a:lnTo>
                  <a:pt x="641" y="43311"/>
                </a:lnTo>
                <a:lnTo>
                  <a:pt x="729" y="43079"/>
                </a:lnTo>
                <a:lnTo>
                  <a:pt x="817" y="42886"/>
                </a:lnTo>
                <a:lnTo>
                  <a:pt x="917" y="42654"/>
                </a:lnTo>
                <a:lnTo>
                  <a:pt x="1005" y="42423"/>
                </a:lnTo>
                <a:lnTo>
                  <a:pt x="1144" y="42191"/>
                </a:lnTo>
                <a:lnTo>
                  <a:pt x="1232" y="41946"/>
                </a:lnTo>
                <a:lnTo>
                  <a:pt x="1320" y="41714"/>
                </a:lnTo>
                <a:lnTo>
                  <a:pt x="1420" y="41483"/>
                </a:lnTo>
                <a:lnTo>
                  <a:pt x="1508" y="41251"/>
                </a:lnTo>
                <a:lnTo>
                  <a:pt x="1647" y="41006"/>
                </a:lnTo>
                <a:lnTo>
                  <a:pt x="1735" y="40775"/>
                </a:lnTo>
                <a:lnTo>
                  <a:pt x="1835" y="40594"/>
                </a:lnTo>
                <a:lnTo>
                  <a:pt x="1923" y="40350"/>
                </a:lnTo>
                <a:lnTo>
                  <a:pt x="2011" y="40118"/>
                </a:lnTo>
                <a:lnTo>
                  <a:pt x="2150" y="39886"/>
                </a:lnTo>
                <a:lnTo>
                  <a:pt x="2238" y="39654"/>
                </a:lnTo>
                <a:lnTo>
                  <a:pt x="2338" y="39410"/>
                </a:lnTo>
                <a:lnTo>
                  <a:pt x="2426" y="39178"/>
                </a:lnTo>
                <a:lnTo>
                  <a:pt x="2514" y="38946"/>
                </a:lnTo>
                <a:lnTo>
                  <a:pt x="2653" y="38715"/>
                </a:lnTo>
                <a:lnTo>
                  <a:pt x="2741" y="38521"/>
                </a:lnTo>
                <a:lnTo>
                  <a:pt x="2841" y="38290"/>
                </a:lnTo>
                <a:lnTo>
                  <a:pt x="2929" y="38058"/>
                </a:lnTo>
                <a:lnTo>
                  <a:pt x="3017" y="37826"/>
                </a:lnTo>
                <a:lnTo>
                  <a:pt x="3156" y="37582"/>
                </a:lnTo>
                <a:lnTo>
                  <a:pt x="3244" y="37350"/>
                </a:lnTo>
                <a:lnTo>
                  <a:pt x="3344" y="37118"/>
                </a:lnTo>
                <a:lnTo>
                  <a:pt x="3432" y="36886"/>
                </a:lnTo>
                <a:lnTo>
                  <a:pt x="3520" y="36642"/>
                </a:lnTo>
                <a:lnTo>
                  <a:pt x="3659" y="36461"/>
                </a:lnTo>
                <a:lnTo>
                  <a:pt x="3747" y="36230"/>
                </a:lnTo>
                <a:lnTo>
                  <a:pt x="3847" y="35985"/>
                </a:lnTo>
                <a:lnTo>
                  <a:pt x="3935" y="35753"/>
                </a:lnTo>
                <a:lnTo>
                  <a:pt x="4023" y="35522"/>
                </a:lnTo>
                <a:lnTo>
                  <a:pt x="4162" y="35290"/>
                </a:lnTo>
                <a:lnTo>
                  <a:pt x="4250" y="35058"/>
                </a:lnTo>
                <a:lnTo>
                  <a:pt x="4350" y="34813"/>
                </a:lnTo>
                <a:lnTo>
                  <a:pt x="4438" y="34633"/>
                </a:lnTo>
                <a:lnTo>
                  <a:pt x="4526" y="34401"/>
                </a:lnTo>
                <a:lnTo>
                  <a:pt x="4665" y="34157"/>
                </a:lnTo>
                <a:lnTo>
                  <a:pt x="4753" y="33925"/>
                </a:lnTo>
                <a:lnTo>
                  <a:pt x="4853" y="33693"/>
                </a:lnTo>
                <a:lnTo>
                  <a:pt x="4941" y="33462"/>
                </a:lnTo>
                <a:lnTo>
                  <a:pt x="5029" y="33217"/>
                </a:lnTo>
                <a:lnTo>
                  <a:pt x="5167" y="33037"/>
                </a:lnTo>
                <a:lnTo>
                  <a:pt x="5268" y="32805"/>
                </a:lnTo>
                <a:lnTo>
                  <a:pt x="5356" y="32560"/>
                </a:lnTo>
                <a:lnTo>
                  <a:pt x="5444" y="32329"/>
                </a:lnTo>
                <a:lnTo>
                  <a:pt x="5532" y="32097"/>
                </a:lnTo>
                <a:lnTo>
                  <a:pt x="5670" y="31865"/>
                </a:lnTo>
                <a:lnTo>
                  <a:pt x="5771" y="31633"/>
                </a:lnTo>
                <a:lnTo>
                  <a:pt x="5859" y="31440"/>
                </a:lnTo>
                <a:lnTo>
                  <a:pt x="5947" y="31208"/>
                </a:lnTo>
                <a:lnTo>
                  <a:pt x="6035" y="30964"/>
                </a:lnTo>
                <a:lnTo>
                  <a:pt x="6173" y="30732"/>
                </a:lnTo>
                <a:lnTo>
                  <a:pt x="6274" y="30500"/>
                </a:lnTo>
                <a:lnTo>
                  <a:pt x="6362" y="30269"/>
                </a:lnTo>
                <a:lnTo>
                  <a:pt x="6450" y="30075"/>
                </a:lnTo>
                <a:lnTo>
                  <a:pt x="6538" y="29844"/>
                </a:lnTo>
                <a:lnTo>
                  <a:pt x="6676" y="29612"/>
                </a:lnTo>
                <a:lnTo>
                  <a:pt x="6777" y="29380"/>
                </a:lnTo>
                <a:lnTo>
                  <a:pt x="6865" y="29136"/>
                </a:lnTo>
                <a:lnTo>
                  <a:pt x="6953" y="28904"/>
                </a:lnTo>
                <a:lnTo>
                  <a:pt x="7041" y="28724"/>
                </a:lnTo>
                <a:lnTo>
                  <a:pt x="7179" y="28479"/>
                </a:lnTo>
                <a:lnTo>
                  <a:pt x="7280" y="28247"/>
                </a:lnTo>
                <a:lnTo>
                  <a:pt x="7368" y="28015"/>
                </a:lnTo>
                <a:lnTo>
                  <a:pt x="7456" y="27784"/>
                </a:lnTo>
                <a:lnTo>
                  <a:pt x="7544" y="27539"/>
                </a:lnTo>
                <a:lnTo>
                  <a:pt x="7682" y="27359"/>
                </a:lnTo>
                <a:lnTo>
                  <a:pt x="7783" y="27127"/>
                </a:lnTo>
                <a:lnTo>
                  <a:pt x="7871" y="26882"/>
                </a:lnTo>
                <a:lnTo>
                  <a:pt x="7959" y="26651"/>
                </a:lnTo>
                <a:lnTo>
                  <a:pt x="8060" y="26419"/>
                </a:lnTo>
                <a:lnTo>
                  <a:pt x="8185" y="26187"/>
                </a:lnTo>
                <a:lnTo>
                  <a:pt x="8286" y="25994"/>
                </a:lnTo>
                <a:lnTo>
                  <a:pt x="8374" y="25762"/>
                </a:lnTo>
                <a:lnTo>
                  <a:pt x="8462" y="25531"/>
                </a:lnTo>
                <a:lnTo>
                  <a:pt x="8563" y="25299"/>
                </a:lnTo>
                <a:lnTo>
                  <a:pt x="8688" y="25054"/>
                </a:lnTo>
                <a:lnTo>
                  <a:pt x="8789" y="24874"/>
                </a:lnTo>
                <a:lnTo>
                  <a:pt x="8877" y="24629"/>
                </a:lnTo>
                <a:lnTo>
                  <a:pt x="8965" y="24398"/>
                </a:lnTo>
                <a:lnTo>
                  <a:pt x="9065" y="24166"/>
                </a:lnTo>
                <a:lnTo>
                  <a:pt x="9204" y="23934"/>
                </a:lnTo>
                <a:lnTo>
                  <a:pt x="9292" y="23741"/>
                </a:lnTo>
                <a:lnTo>
                  <a:pt x="9380" y="23509"/>
                </a:lnTo>
                <a:lnTo>
                  <a:pt x="9468" y="23277"/>
                </a:lnTo>
                <a:lnTo>
                  <a:pt x="9568" y="23046"/>
                </a:lnTo>
                <a:lnTo>
                  <a:pt x="9707" y="22801"/>
                </a:lnTo>
                <a:lnTo>
                  <a:pt x="9795" y="22621"/>
                </a:lnTo>
                <a:lnTo>
                  <a:pt x="9883" y="22389"/>
                </a:lnTo>
                <a:lnTo>
                  <a:pt x="9971" y="22144"/>
                </a:lnTo>
                <a:lnTo>
                  <a:pt x="10071" y="21913"/>
                </a:lnTo>
                <a:lnTo>
                  <a:pt x="10210" y="21681"/>
                </a:lnTo>
                <a:lnTo>
                  <a:pt x="10298" y="21488"/>
                </a:lnTo>
                <a:lnTo>
                  <a:pt x="10386" y="21256"/>
                </a:lnTo>
                <a:lnTo>
                  <a:pt x="10474" y="21024"/>
                </a:lnTo>
                <a:lnTo>
                  <a:pt x="10574" y="20793"/>
                </a:lnTo>
                <a:lnTo>
                  <a:pt x="10713" y="20548"/>
                </a:lnTo>
                <a:lnTo>
                  <a:pt x="10801" y="20368"/>
                </a:lnTo>
                <a:lnTo>
                  <a:pt x="10889" y="20136"/>
                </a:lnTo>
                <a:lnTo>
                  <a:pt x="10977" y="19891"/>
                </a:lnTo>
                <a:lnTo>
                  <a:pt x="11077" y="19660"/>
                </a:lnTo>
                <a:lnTo>
                  <a:pt x="11216" y="19479"/>
                </a:lnTo>
                <a:lnTo>
                  <a:pt x="11304" y="19235"/>
                </a:lnTo>
                <a:lnTo>
                  <a:pt x="11392" y="19003"/>
                </a:lnTo>
                <a:lnTo>
                  <a:pt x="11492" y="18771"/>
                </a:lnTo>
                <a:lnTo>
                  <a:pt x="11580" y="18539"/>
                </a:lnTo>
                <a:lnTo>
                  <a:pt x="11719" y="18346"/>
                </a:lnTo>
                <a:lnTo>
                  <a:pt x="11807" y="18115"/>
                </a:lnTo>
                <a:lnTo>
                  <a:pt x="11895" y="17883"/>
                </a:lnTo>
                <a:lnTo>
                  <a:pt x="11995" y="17638"/>
                </a:lnTo>
                <a:lnTo>
                  <a:pt x="12083" y="17458"/>
                </a:lnTo>
                <a:lnTo>
                  <a:pt x="12222" y="17226"/>
                </a:lnTo>
                <a:lnTo>
                  <a:pt x="12310" y="16982"/>
                </a:lnTo>
                <a:lnTo>
                  <a:pt x="12398" y="16750"/>
                </a:lnTo>
                <a:lnTo>
                  <a:pt x="12498" y="16570"/>
                </a:lnTo>
                <a:lnTo>
                  <a:pt x="12586" y="16325"/>
                </a:lnTo>
                <a:lnTo>
                  <a:pt x="12725" y="16093"/>
                </a:lnTo>
                <a:lnTo>
                  <a:pt x="12813" y="15861"/>
                </a:lnTo>
                <a:lnTo>
                  <a:pt x="12901" y="15668"/>
                </a:lnTo>
                <a:lnTo>
                  <a:pt x="13001" y="15437"/>
                </a:lnTo>
                <a:lnTo>
                  <a:pt x="13089" y="15205"/>
                </a:lnTo>
                <a:lnTo>
                  <a:pt x="13228" y="14973"/>
                </a:lnTo>
                <a:lnTo>
                  <a:pt x="13316" y="14780"/>
                </a:lnTo>
                <a:lnTo>
                  <a:pt x="13404" y="14548"/>
                </a:lnTo>
                <a:lnTo>
                  <a:pt x="13504" y="14316"/>
                </a:lnTo>
                <a:lnTo>
                  <a:pt x="13592" y="14072"/>
                </a:lnTo>
                <a:lnTo>
                  <a:pt x="13731" y="13892"/>
                </a:lnTo>
                <a:lnTo>
                  <a:pt x="13819" y="13660"/>
                </a:lnTo>
                <a:lnTo>
                  <a:pt x="13907" y="13415"/>
                </a:lnTo>
                <a:lnTo>
                  <a:pt x="14007" y="13183"/>
                </a:lnTo>
                <a:lnTo>
                  <a:pt x="14095" y="13003"/>
                </a:lnTo>
                <a:lnTo>
                  <a:pt x="14233" y="12759"/>
                </a:lnTo>
                <a:lnTo>
                  <a:pt x="14322" y="12527"/>
                </a:lnTo>
                <a:lnTo>
                  <a:pt x="14410" y="12295"/>
                </a:lnTo>
                <a:lnTo>
                  <a:pt x="14510" y="12102"/>
                </a:lnTo>
                <a:lnTo>
                  <a:pt x="14598" y="11870"/>
                </a:lnTo>
                <a:lnTo>
                  <a:pt x="14736" y="11638"/>
                </a:lnTo>
                <a:lnTo>
                  <a:pt x="14824" y="11407"/>
                </a:lnTo>
                <a:lnTo>
                  <a:pt x="14913" y="11214"/>
                </a:lnTo>
                <a:lnTo>
                  <a:pt x="15013" y="10982"/>
                </a:lnTo>
                <a:lnTo>
                  <a:pt x="15101" y="10750"/>
                </a:lnTo>
                <a:lnTo>
                  <a:pt x="15239" y="10557"/>
                </a:lnTo>
                <a:lnTo>
                  <a:pt x="15327" y="10325"/>
                </a:lnTo>
                <a:lnTo>
                  <a:pt x="15428" y="10093"/>
                </a:lnTo>
                <a:lnTo>
                  <a:pt x="15516" y="9849"/>
                </a:lnTo>
                <a:lnTo>
                  <a:pt x="15604" y="9669"/>
                </a:lnTo>
                <a:lnTo>
                  <a:pt x="15742" y="9437"/>
                </a:lnTo>
                <a:lnTo>
                  <a:pt x="15830" y="9192"/>
                </a:lnTo>
                <a:lnTo>
                  <a:pt x="15931" y="9012"/>
                </a:lnTo>
                <a:lnTo>
                  <a:pt x="16019" y="8780"/>
                </a:lnTo>
                <a:lnTo>
                  <a:pt x="16107" y="8536"/>
                </a:lnTo>
                <a:lnTo>
                  <a:pt x="16245" y="8304"/>
                </a:lnTo>
                <a:lnTo>
                  <a:pt x="16333" y="8124"/>
                </a:lnTo>
                <a:lnTo>
                  <a:pt x="16434" y="7879"/>
                </a:lnTo>
                <a:lnTo>
                  <a:pt x="16522" y="7647"/>
                </a:lnTo>
                <a:lnTo>
                  <a:pt x="16610" y="7467"/>
                </a:lnTo>
                <a:lnTo>
                  <a:pt x="16748" y="7222"/>
                </a:lnTo>
                <a:lnTo>
                  <a:pt x="16836" y="6991"/>
                </a:lnTo>
                <a:lnTo>
                  <a:pt x="16937" y="6810"/>
                </a:lnTo>
                <a:lnTo>
                  <a:pt x="17025" y="6566"/>
                </a:lnTo>
                <a:lnTo>
                  <a:pt x="17113" y="6334"/>
                </a:lnTo>
                <a:lnTo>
                  <a:pt x="17251" y="6102"/>
                </a:lnTo>
                <a:lnTo>
                  <a:pt x="17339" y="5909"/>
                </a:lnTo>
                <a:lnTo>
                  <a:pt x="17440" y="5677"/>
                </a:lnTo>
                <a:lnTo>
                  <a:pt x="17528" y="5446"/>
                </a:lnTo>
                <a:lnTo>
                  <a:pt x="17616" y="5252"/>
                </a:lnTo>
                <a:lnTo>
                  <a:pt x="17754" y="5021"/>
                </a:lnTo>
                <a:lnTo>
                  <a:pt x="17842" y="4789"/>
                </a:lnTo>
                <a:lnTo>
                  <a:pt x="17943" y="4596"/>
                </a:lnTo>
                <a:lnTo>
                  <a:pt x="18031" y="4364"/>
                </a:lnTo>
                <a:lnTo>
                  <a:pt x="18119" y="4132"/>
                </a:lnTo>
                <a:lnTo>
                  <a:pt x="18257" y="3939"/>
                </a:lnTo>
                <a:lnTo>
                  <a:pt x="18345" y="3707"/>
                </a:lnTo>
                <a:lnTo>
                  <a:pt x="18446" y="3476"/>
                </a:lnTo>
                <a:lnTo>
                  <a:pt x="18534" y="3283"/>
                </a:lnTo>
                <a:lnTo>
                  <a:pt x="18622" y="3051"/>
                </a:lnTo>
                <a:lnTo>
                  <a:pt x="18760" y="2819"/>
                </a:lnTo>
                <a:lnTo>
                  <a:pt x="18861" y="2626"/>
                </a:lnTo>
                <a:lnTo>
                  <a:pt x="18949" y="2394"/>
                </a:lnTo>
                <a:lnTo>
                  <a:pt x="19037" y="2162"/>
                </a:lnTo>
                <a:lnTo>
                  <a:pt x="19125" y="1969"/>
                </a:lnTo>
                <a:lnTo>
                  <a:pt x="19263" y="1738"/>
                </a:lnTo>
                <a:lnTo>
                  <a:pt x="19364" y="1506"/>
                </a:lnTo>
                <a:lnTo>
                  <a:pt x="19452" y="1313"/>
                </a:lnTo>
                <a:lnTo>
                  <a:pt x="19540" y="1081"/>
                </a:lnTo>
                <a:lnTo>
                  <a:pt x="19628" y="849"/>
                </a:lnTo>
                <a:lnTo>
                  <a:pt x="19766" y="656"/>
                </a:lnTo>
                <a:lnTo>
                  <a:pt x="19867" y="424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4925927" y="3957535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41895"/>
                </a:moveTo>
                <a:lnTo>
                  <a:pt x="88" y="41663"/>
                </a:lnTo>
                <a:lnTo>
                  <a:pt x="226" y="41431"/>
                </a:lnTo>
                <a:lnTo>
                  <a:pt x="326" y="41238"/>
                </a:lnTo>
                <a:lnTo>
                  <a:pt x="414" y="41006"/>
                </a:lnTo>
                <a:lnTo>
                  <a:pt x="502" y="40775"/>
                </a:lnTo>
                <a:lnTo>
                  <a:pt x="590" y="40581"/>
                </a:lnTo>
                <a:lnTo>
                  <a:pt x="729" y="40350"/>
                </a:lnTo>
                <a:lnTo>
                  <a:pt x="829" y="40157"/>
                </a:lnTo>
                <a:lnTo>
                  <a:pt x="917" y="39925"/>
                </a:lnTo>
                <a:lnTo>
                  <a:pt x="1005" y="39693"/>
                </a:lnTo>
                <a:lnTo>
                  <a:pt x="1093" y="39500"/>
                </a:lnTo>
                <a:lnTo>
                  <a:pt x="1232" y="39268"/>
                </a:lnTo>
                <a:lnTo>
                  <a:pt x="1332" y="39036"/>
                </a:lnTo>
                <a:lnTo>
                  <a:pt x="1420" y="38843"/>
                </a:lnTo>
                <a:lnTo>
                  <a:pt x="1508" y="38612"/>
                </a:lnTo>
                <a:lnTo>
                  <a:pt x="1609" y="38380"/>
                </a:lnTo>
                <a:lnTo>
                  <a:pt x="1735" y="38187"/>
                </a:lnTo>
                <a:lnTo>
                  <a:pt x="1835" y="37955"/>
                </a:lnTo>
                <a:lnTo>
                  <a:pt x="1923" y="37762"/>
                </a:lnTo>
                <a:lnTo>
                  <a:pt x="2011" y="37530"/>
                </a:lnTo>
                <a:lnTo>
                  <a:pt x="2112" y="37298"/>
                </a:lnTo>
                <a:lnTo>
                  <a:pt x="2238" y="37105"/>
                </a:lnTo>
                <a:lnTo>
                  <a:pt x="2338" y="36873"/>
                </a:lnTo>
                <a:lnTo>
                  <a:pt x="2426" y="36693"/>
                </a:lnTo>
                <a:lnTo>
                  <a:pt x="2514" y="36449"/>
                </a:lnTo>
                <a:lnTo>
                  <a:pt x="2615" y="36217"/>
                </a:lnTo>
                <a:lnTo>
                  <a:pt x="2753" y="36037"/>
                </a:lnTo>
                <a:lnTo>
                  <a:pt x="2841" y="35792"/>
                </a:lnTo>
                <a:lnTo>
                  <a:pt x="2929" y="35560"/>
                </a:lnTo>
                <a:lnTo>
                  <a:pt x="3017" y="35380"/>
                </a:lnTo>
                <a:lnTo>
                  <a:pt x="3118" y="35135"/>
                </a:lnTo>
                <a:lnTo>
                  <a:pt x="3256" y="34955"/>
                </a:lnTo>
                <a:lnTo>
                  <a:pt x="3344" y="34723"/>
                </a:lnTo>
                <a:lnTo>
                  <a:pt x="3432" y="34479"/>
                </a:lnTo>
                <a:lnTo>
                  <a:pt x="3520" y="34298"/>
                </a:lnTo>
                <a:lnTo>
                  <a:pt x="3621" y="34067"/>
                </a:lnTo>
                <a:lnTo>
                  <a:pt x="3759" y="33874"/>
                </a:lnTo>
                <a:lnTo>
                  <a:pt x="3847" y="33642"/>
                </a:lnTo>
                <a:lnTo>
                  <a:pt x="3935" y="33449"/>
                </a:lnTo>
                <a:lnTo>
                  <a:pt x="4023" y="33217"/>
                </a:lnTo>
                <a:lnTo>
                  <a:pt x="4124" y="32985"/>
                </a:lnTo>
                <a:lnTo>
                  <a:pt x="4262" y="32792"/>
                </a:lnTo>
                <a:lnTo>
                  <a:pt x="4350" y="32560"/>
                </a:lnTo>
                <a:lnTo>
                  <a:pt x="4438" y="32367"/>
                </a:lnTo>
                <a:lnTo>
                  <a:pt x="4526" y="32135"/>
                </a:lnTo>
                <a:lnTo>
                  <a:pt x="4627" y="31904"/>
                </a:lnTo>
                <a:lnTo>
                  <a:pt x="4765" y="31711"/>
                </a:lnTo>
                <a:lnTo>
                  <a:pt x="4853" y="31479"/>
                </a:lnTo>
                <a:lnTo>
                  <a:pt x="4941" y="31299"/>
                </a:lnTo>
                <a:lnTo>
                  <a:pt x="5042" y="31054"/>
                </a:lnTo>
                <a:lnTo>
                  <a:pt x="5130" y="30874"/>
                </a:lnTo>
                <a:lnTo>
                  <a:pt x="5268" y="30629"/>
                </a:lnTo>
                <a:lnTo>
                  <a:pt x="5356" y="30397"/>
                </a:lnTo>
                <a:lnTo>
                  <a:pt x="5444" y="30217"/>
                </a:lnTo>
                <a:lnTo>
                  <a:pt x="5545" y="29972"/>
                </a:lnTo>
                <a:lnTo>
                  <a:pt x="5633" y="29792"/>
                </a:lnTo>
                <a:lnTo>
                  <a:pt x="5771" y="29560"/>
                </a:lnTo>
                <a:lnTo>
                  <a:pt x="5859" y="29367"/>
                </a:lnTo>
                <a:lnTo>
                  <a:pt x="5947" y="29136"/>
                </a:lnTo>
                <a:lnTo>
                  <a:pt x="6048" y="28942"/>
                </a:lnTo>
                <a:lnTo>
                  <a:pt x="6136" y="28711"/>
                </a:lnTo>
                <a:lnTo>
                  <a:pt x="6274" y="28479"/>
                </a:lnTo>
                <a:lnTo>
                  <a:pt x="6362" y="28286"/>
                </a:lnTo>
                <a:lnTo>
                  <a:pt x="6450" y="28054"/>
                </a:lnTo>
                <a:lnTo>
                  <a:pt x="6551" y="27861"/>
                </a:lnTo>
                <a:lnTo>
                  <a:pt x="6639" y="27629"/>
                </a:lnTo>
                <a:lnTo>
                  <a:pt x="6777" y="27449"/>
                </a:lnTo>
                <a:lnTo>
                  <a:pt x="6865" y="27204"/>
                </a:lnTo>
                <a:lnTo>
                  <a:pt x="6953" y="27024"/>
                </a:lnTo>
                <a:lnTo>
                  <a:pt x="7054" y="26792"/>
                </a:lnTo>
                <a:lnTo>
                  <a:pt x="7142" y="26599"/>
                </a:lnTo>
                <a:lnTo>
                  <a:pt x="7280" y="26367"/>
                </a:lnTo>
                <a:lnTo>
                  <a:pt x="7368" y="26136"/>
                </a:lnTo>
                <a:lnTo>
                  <a:pt x="7456" y="25943"/>
                </a:lnTo>
                <a:lnTo>
                  <a:pt x="7557" y="25711"/>
                </a:lnTo>
                <a:lnTo>
                  <a:pt x="7645" y="25518"/>
                </a:lnTo>
                <a:lnTo>
                  <a:pt x="7783" y="25286"/>
                </a:lnTo>
                <a:lnTo>
                  <a:pt x="7871" y="25093"/>
                </a:lnTo>
                <a:lnTo>
                  <a:pt x="7959" y="24861"/>
                </a:lnTo>
                <a:lnTo>
                  <a:pt x="8060" y="24681"/>
                </a:lnTo>
                <a:lnTo>
                  <a:pt x="8148" y="24436"/>
                </a:lnTo>
                <a:lnTo>
                  <a:pt x="8286" y="24256"/>
                </a:lnTo>
                <a:lnTo>
                  <a:pt x="8374" y="24024"/>
                </a:lnTo>
                <a:lnTo>
                  <a:pt x="8462" y="23831"/>
                </a:lnTo>
                <a:lnTo>
                  <a:pt x="8563" y="23599"/>
                </a:lnTo>
                <a:lnTo>
                  <a:pt x="8651" y="23406"/>
                </a:lnTo>
                <a:lnTo>
                  <a:pt x="8789" y="23174"/>
                </a:lnTo>
                <a:lnTo>
                  <a:pt x="8877" y="22981"/>
                </a:lnTo>
                <a:lnTo>
                  <a:pt x="8977" y="22750"/>
                </a:lnTo>
                <a:lnTo>
                  <a:pt x="9065" y="22569"/>
                </a:lnTo>
                <a:lnTo>
                  <a:pt x="9154" y="22325"/>
                </a:lnTo>
                <a:lnTo>
                  <a:pt x="9292" y="22144"/>
                </a:lnTo>
                <a:lnTo>
                  <a:pt x="9380" y="21913"/>
                </a:lnTo>
                <a:lnTo>
                  <a:pt x="9480" y="21720"/>
                </a:lnTo>
                <a:lnTo>
                  <a:pt x="9568" y="21488"/>
                </a:lnTo>
                <a:lnTo>
                  <a:pt x="9656" y="21295"/>
                </a:lnTo>
                <a:lnTo>
                  <a:pt x="9795" y="21063"/>
                </a:lnTo>
                <a:lnTo>
                  <a:pt x="9883" y="20870"/>
                </a:lnTo>
                <a:lnTo>
                  <a:pt x="9983" y="20638"/>
                </a:lnTo>
                <a:lnTo>
                  <a:pt x="10071" y="20458"/>
                </a:lnTo>
                <a:lnTo>
                  <a:pt x="10159" y="20213"/>
                </a:lnTo>
                <a:lnTo>
                  <a:pt x="10298" y="20033"/>
                </a:lnTo>
                <a:lnTo>
                  <a:pt x="10386" y="19801"/>
                </a:lnTo>
                <a:lnTo>
                  <a:pt x="10486" y="19608"/>
                </a:lnTo>
                <a:lnTo>
                  <a:pt x="10574" y="19376"/>
                </a:lnTo>
                <a:lnTo>
                  <a:pt x="10662" y="19183"/>
                </a:lnTo>
                <a:lnTo>
                  <a:pt x="10801" y="18951"/>
                </a:lnTo>
                <a:lnTo>
                  <a:pt x="10889" y="18758"/>
                </a:lnTo>
                <a:lnTo>
                  <a:pt x="10989" y="18527"/>
                </a:lnTo>
                <a:lnTo>
                  <a:pt x="11077" y="18346"/>
                </a:lnTo>
                <a:lnTo>
                  <a:pt x="11165" y="18102"/>
                </a:lnTo>
                <a:lnTo>
                  <a:pt x="11304" y="17921"/>
                </a:lnTo>
                <a:lnTo>
                  <a:pt x="11392" y="17728"/>
                </a:lnTo>
                <a:lnTo>
                  <a:pt x="11492" y="17497"/>
                </a:lnTo>
                <a:lnTo>
                  <a:pt x="11580" y="17303"/>
                </a:lnTo>
                <a:lnTo>
                  <a:pt x="11668" y="17072"/>
                </a:lnTo>
                <a:lnTo>
                  <a:pt x="11807" y="16891"/>
                </a:lnTo>
                <a:lnTo>
                  <a:pt x="11895" y="16647"/>
                </a:lnTo>
                <a:lnTo>
                  <a:pt x="11995" y="16467"/>
                </a:lnTo>
                <a:lnTo>
                  <a:pt x="12083" y="16235"/>
                </a:lnTo>
                <a:lnTo>
                  <a:pt x="12171" y="16042"/>
                </a:lnTo>
                <a:lnTo>
                  <a:pt x="12310" y="15810"/>
                </a:lnTo>
                <a:lnTo>
                  <a:pt x="12398" y="15617"/>
                </a:lnTo>
                <a:lnTo>
                  <a:pt x="12498" y="15437"/>
                </a:lnTo>
                <a:lnTo>
                  <a:pt x="12586" y="15192"/>
                </a:lnTo>
                <a:lnTo>
                  <a:pt x="12674" y="15012"/>
                </a:lnTo>
                <a:lnTo>
                  <a:pt x="12813" y="14780"/>
                </a:lnTo>
                <a:lnTo>
                  <a:pt x="12913" y="14587"/>
                </a:lnTo>
                <a:lnTo>
                  <a:pt x="13001" y="14355"/>
                </a:lnTo>
                <a:lnTo>
                  <a:pt x="13089" y="14162"/>
                </a:lnTo>
                <a:lnTo>
                  <a:pt x="13177" y="13930"/>
                </a:lnTo>
                <a:lnTo>
                  <a:pt x="13316" y="13737"/>
                </a:lnTo>
                <a:lnTo>
                  <a:pt x="13416" y="13557"/>
                </a:lnTo>
                <a:lnTo>
                  <a:pt x="13504" y="13325"/>
                </a:lnTo>
                <a:lnTo>
                  <a:pt x="13592" y="13132"/>
                </a:lnTo>
                <a:lnTo>
                  <a:pt x="13680" y="12900"/>
                </a:lnTo>
                <a:lnTo>
                  <a:pt x="13819" y="12707"/>
                </a:lnTo>
                <a:lnTo>
                  <a:pt x="13919" y="12475"/>
                </a:lnTo>
                <a:lnTo>
                  <a:pt x="14007" y="12295"/>
                </a:lnTo>
                <a:lnTo>
                  <a:pt x="14095" y="12102"/>
                </a:lnTo>
                <a:lnTo>
                  <a:pt x="14233" y="11870"/>
                </a:lnTo>
                <a:lnTo>
                  <a:pt x="14322" y="11677"/>
                </a:lnTo>
                <a:lnTo>
                  <a:pt x="14422" y="11445"/>
                </a:lnTo>
                <a:lnTo>
                  <a:pt x="14510" y="11252"/>
                </a:lnTo>
                <a:lnTo>
                  <a:pt x="14598" y="11072"/>
                </a:lnTo>
                <a:lnTo>
                  <a:pt x="14736" y="10840"/>
                </a:lnTo>
                <a:lnTo>
                  <a:pt x="14824" y="10647"/>
                </a:lnTo>
                <a:lnTo>
                  <a:pt x="14925" y="10415"/>
                </a:lnTo>
                <a:lnTo>
                  <a:pt x="15013" y="10222"/>
                </a:lnTo>
                <a:lnTo>
                  <a:pt x="15101" y="10042"/>
                </a:lnTo>
                <a:lnTo>
                  <a:pt x="15239" y="9797"/>
                </a:lnTo>
                <a:lnTo>
                  <a:pt x="15327" y="9617"/>
                </a:lnTo>
                <a:lnTo>
                  <a:pt x="15428" y="9385"/>
                </a:lnTo>
                <a:lnTo>
                  <a:pt x="15516" y="9192"/>
                </a:lnTo>
                <a:lnTo>
                  <a:pt x="15604" y="8999"/>
                </a:lnTo>
                <a:lnTo>
                  <a:pt x="15742" y="8767"/>
                </a:lnTo>
                <a:lnTo>
                  <a:pt x="15830" y="8587"/>
                </a:lnTo>
                <a:lnTo>
                  <a:pt x="15931" y="8342"/>
                </a:lnTo>
                <a:lnTo>
                  <a:pt x="16019" y="8162"/>
                </a:lnTo>
                <a:lnTo>
                  <a:pt x="16107" y="7969"/>
                </a:lnTo>
                <a:lnTo>
                  <a:pt x="16245" y="7737"/>
                </a:lnTo>
                <a:lnTo>
                  <a:pt x="16346" y="7544"/>
                </a:lnTo>
                <a:lnTo>
                  <a:pt x="16434" y="7364"/>
                </a:lnTo>
                <a:lnTo>
                  <a:pt x="16522" y="7132"/>
                </a:lnTo>
                <a:lnTo>
                  <a:pt x="16610" y="6939"/>
                </a:lnTo>
                <a:lnTo>
                  <a:pt x="16748" y="6707"/>
                </a:lnTo>
                <a:lnTo>
                  <a:pt x="16849" y="6514"/>
                </a:lnTo>
                <a:lnTo>
                  <a:pt x="16937" y="6334"/>
                </a:lnTo>
                <a:lnTo>
                  <a:pt x="17025" y="6089"/>
                </a:lnTo>
                <a:lnTo>
                  <a:pt x="17113" y="5909"/>
                </a:lnTo>
                <a:lnTo>
                  <a:pt x="17251" y="5716"/>
                </a:lnTo>
                <a:lnTo>
                  <a:pt x="17352" y="5484"/>
                </a:lnTo>
                <a:lnTo>
                  <a:pt x="17440" y="5291"/>
                </a:lnTo>
                <a:lnTo>
                  <a:pt x="17528" y="5059"/>
                </a:lnTo>
                <a:lnTo>
                  <a:pt x="17616" y="4879"/>
                </a:lnTo>
                <a:lnTo>
                  <a:pt x="17754" y="4686"/>
                </a:lnTo>
                <a:lnTo>
                  <a:pt x="17855" y="4454"/>
                </a:lnTo>
                <a:lnTo>
                  <a:pt x="17943" y="4261"/>
                </a:lnTo>
                <a:lnTo>
                  <a:pt x="18031" y="4081"/>
                </a:lnTo>
                <a:lnTo>
                  <a:pt x="18119" y="3849"/>
                </a:lnTo>
                <a:lnTo>
                  <a:pt x="18257" y="3656"/>
                </a:lnTo>
                <a:lnTo>
                  <a:pt x="18358" y="3463"/>
                </a:lnTo>
                <a:lnTo>
                  <a:pt x="18446" y="3231"/>
                </a:lnTo>
                <a:lnTo>
                  <a:pt x="18534" y="3051"/>
                </a:lnTo>
                <a:lnTo>
                  <a:pt x="18622" y="2858"/>
                </a:lnTo>
                <a:lnTo>
                  <a:pt x="18760" y="2626"/>
                </a:lnTo>
                <a:lnTo>
                  <a:pt x="18861" y="2433"/>
                </a:lnTo>
                <a:lnTo>
                  <a:pt x="18949" y="2253"/>
                </a:lnTo>
                <a:lnTo>
                  <a:pt x="19037" y="2008"/>
                </a:lnTo>
                <a:lnTo>
                  <a:pt x="19137" y="1828"/>
                </a:lnTo>
                <a:lnTo>
                  <a:pt x="19263" y="1635"/>
                </a:lnTo>
                <a:lnTo>
                  <a:pt x="19364" y="1403"/>
                </a:lnTo>
                <a:lnTo>
                  <a:pt x="19452" y="1210"/>
                </a:lnTo>
                <a:lnTo>
                  <a:pt x="19540" y="1029"/>
                </a:lnTo>
                <a:lnTo>
                  <a:pt x="19640" y="798"/>
                </a:lnTo>
                <a:lnTo>
                  <a:pt x="19766" y="605"/>
                </a:lnTo>
                <a:lnTo>
                  <a:pt x="19867" y="411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4945970" y="3919155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38380"/>
                </a:moveTo>
                <a:lnTo>
                  <a:pt x="100" y="38187"/>
                </a:lnTo>
                <a:lnTo>
                  <a:pt x="238" y="38006"/>
                </a:lnTo>
                <a:lnTo>
                  <a:pt x="326" y="37762"/>
                </a:lnTo>
                <a:lnTo>
                  <a:pt x="414" y="37582"/>
                </a:lnTo>
                <a:lnTo>
                  <a:pt x="502" y="37388"/>
                </a:lnTo>
                <a:lnTo>
                  <a:pt x="603" y="37157"/>
                </a:lnTo>
                <a:lnTo>
                  <a:pt x="741" y="36964"/>
                </a:lnTo>
                <a:lnTo>
                  <a:pt x="829" y="36783"/>
                </a:lnTo>
                <a:lnTo>
                  <a:pt x="917" y="36590"/>
                </a:lnTo>
                <a:lnTo>
                  <a:pt x="1005" y="36358"/>
                </a:lnTo>
                <a:lnTo>
                  <a:pt x="1106" y="36165"/>
                </a:lnTo>
                <a:lnTo>
                  <a:pt x="1244" y="35985"/>
                </a:lnTo>
                <a:lnTo>
                  <a:pt x="1332" y="35753"/>
                </a:lnTo>
                <a:lnTo>
                  <a:pt x="1420" y="35560"/>
                </a:lnTo>
                <a:lnTo>
                  <a:pt x="1508" y="35367"/>
                </a:lnTo>
                <a:lnTo>
                  <a:pt x="1609" y="35187"/>
                </a:lnTo>
                <a:lnTo>
                  <a:pt x="1747" y="34955"/>
                </a:lnTo>
                <a:lnTo>
                  <a:pt x="1835" y="34762"/>
                </a:lnTo>
                <a:lnTo>
                  <a:pt x="1923" y="34569"/>
                </a:lnTo>
                <a:lnTo>
                  <a:pt x="2011" y="34337"/>
                </a:lnTo>
                <a:lnTo>
                  <a:pt x="2112" y="34157"/>
                </a:lnTo>
                <a:lnTo>
                  <a:pt x="2250" y="33964"/>
                </a:lnTo>
                <a:lnTo>
                  <a:pt x="2338" y="33783"/>
                </a:lnTo>
                <a:lnTo>
                  <a:pt x="2426" y="33539"/>
                </a:lnTo>
                <a:lnTo>
                  <a:pt x="2527" y="33359"/>
                </a:lnTo>
                <a:lnTo>
                  <a:pt x="2615" y="33165"/>
                </a:lnTo>
                <a:lnTo>
                  <a:pt x="2753" y="32985"/>
                </a:lnTo>
                <a:lnTo>
                  <a:pt x="2841" y="32741"/>
                </a:lnTo>
                <a:lnTo>
                  <a:pt x="2929" y="32560"/>
                </a:lnTo>
                <a:lnTo>
                  <a:pt x="3030" y="32367"/>
                </a:lnTo>
                <a:lnTo>
                  <a:pt x="3118" y="32187"/>
                </a:lnTo>
                <a:lnTo>
                  <a:pt x="3256" y="31942"/>
                </a:lnTo>
                <a:lnTo>
                  <a:pt x="3344" y="31762"/>
                </a:lnTo>
                <a:lnTo>
                  <a:pt x="3432" y="31569"/>
                </a:lnTo>
                <a:lnTo>
                  <a:pt x="3533" y="31389"/>
                </a:lnTo>
                <a:lnTo>
                  <a:pt x="3621" y="31144"/>
                </a:lnTo>
                <a:lnTo>
                  <a:pt x="3759" y="30964"/>
                </a:lnTo>
                <a:lnTo>
                  <a:pt x="3847" y="30771"/>
                </a:lnTo>
                <a:lnTo>
                  <a:pt x="3935" y="30590"/>
                </a:lnTo>
                <a:lnTo>
                  <a:pt x="4036" y="30346"/>
                </a:lnTo>
                <a:lnTo>
                  <a:pt x="4124" y="30166"/>
                </a:lnTo>
                <a:lnTo>
                  <a:pt x="4262" y="29972"/>
                </a:lnTo>
                <a:lnTo>
                  <a:pt x="4350" y="29792"/>
                </a:lnTo>
                <a:lnTo>
                  <a:pt x="4438" y="29560"/>
                </a:lnTo>
                <a:lnTo>
                  <a:pt x="4539" y="29367"/>
                </a:lnTo>
                <a:lnTo>
                  <a:pt x="4627" y="29174"/>
                </a:lnTo>
                <a:lnTo>
                  <a:pt x="4765" y="28994"/>
                </a:lnTo>
                <a:lnTo>
                  <a:pt x="4853" y="28801"/>
                </a:lnTo>
                <a:lnTo>
                  <a:pt x="4941" y="28569"/>
                </a:lnTo>
                <a:lnTo>
                  <a:pt x="5042" y="28376"/>
                </a:lnTo>
                <a:lnTo>
                  <a:pt x="5130" y="28196"/>
                </a:lnTo>
                <a:lnTo>
                  <a:pt x="5268" y="28003"/>
                </a:lnTo>
                <a:lnTo>
                  <a:pt x="5356" y="27822"/>
                </a:lnTo>
                <a:lnTo>
                  <a:pt x="5444" y="27578"/>
                </a:lnTo>
                <a:lnTo>
                  <a:pt x="5545" y="27397"/>
                </a:lnTo>
                <a:lnTo>
                  <a:pt x="5633" y="27204"/>
                </a:lnTo>
                <a:lnTo>
                  <a:pt x="5771" y="27024"/>
                </a:lnTo>
                <a:lnTo>
                  <a:pt x="5859" y="26831"/>
                </a:lnTo>
                <a:lnTo>
                  <a:pt x="5947" y="26599"/>
                </a:lnTo>
                <a:lnTo>
                  <a:pt x="6048" y="26406"/>
                </a:lnTo>
                <a:lnTo>
                  <a:pt x="6136" y="26226"/>
                </a:lnTo>
                <a:lnTo>
                  <a:pt x="6274" y="26033"/>
                </a:lnTo>
                <a:lnTo>
                  <a:pt x="6362" y="25852"/>
                </a:lnTo>
                <a:lnTo>
                  <a:pt x="6463" y="25608"/>
                </a:lnTo>
                <a:lnTo>
                  <a:pt x="6551" y="25428"/>
                </a:lnTo>
                <a:lnTo>
                  <a:pt x="6639" y="25234"/>
                </a:lnTo>
                <a:lnTo>
                  <a:pt x="6777" y="25054"/>
                </a:lnTo>
                <a:lnTo>
                  <a:pt x="6865" y="24861"/>
                </a:lnTo>
                <a:lnTo>
                  <a:pt x="6966" y="24668"/>
                </a:lnTo>
                <a:lnTo>
                  <a:pt x="7054" y="24436"/>
                </a:lnTo>
                <a:lnTo>
                  <a:pt x="7142" y="24256"/>
                </a:lnTo>
                <a:lnTo>
                  <a:pt x="7280" y="24063"/>
                </a:lnTo>
                <a:lnTo>
                  <a:pt x="7368" y="23883"/>
                </a:lnTo>
                <a:lnTo>
                  <a:pt x="7469" y="23689"/>
                </a:lnTo>
                <a:lnTo>
                  <a:pt x="7557" y="23496"/>
                </a:lnTo>
                <a:lnTo>
                  <a:pt x="7645" y="23265"/>
                </a:lnTo>
                <a:lnTo>
                  <a:pt x="7783" y="23084"/>
                </a:lnTo>
                <a:lnTo>
                  <a:pt x="7871" y="22891"/>
                </a:lnTo>
                <a:lnTo>
                  <a:pt x="7972" y="22698"/>
                </a:lnTo>
                <a:lnTo>
                  <a:pt x="8060" y="22518"/>
                </a:lnTo>
                <a:lnTo>
                  <a:pt x="8148" y="22325"/>
                </a:lnTo>
                <a:lnTo>
                  <a:pt x="8286" y="22093"/>
                </a:lnTo>
                <a:lnTo>
                  <a:pt x="8374" y="21900"/>
                </a:lnTo>
                <a:lnTo>
                  <a:pt x="8475" y="21720"/>
                </a:lnTo>
                <a:lnTo>
                  <a:pt x="8563" y="21526"/>
                </a:lnTo>
                <a:lnTo>
                  <a:pt x="8651" y="21346"/>
                </a:lnTo>
                <a:lnTo>
                  <a:pt x="8789" y="21153"/>
                </a:lnTo>
                <a:lnTo>
                  <a:pt x="8877" y="20973"/>
                </a:lnTo>
                <a:lnTo>
                  <a:pt x="8977" y="20728"/>
                </a:lnTo>
                <a:lnTo>
                  <a:pt x="9065" y="20548"/>
                </a:lnTo>
                <a:lnTo>
                  <a:pt x="9154" y="20355"/>
                </a:lnTo>
                <a:lnTo>
                  <a:pt x="9292" y="20175"/>
                </a:lnTo>
                <a:lnTo>
                  <a:pt x="9380" y="19981"/>
                </a:lnTo>
                <a:lnTo>
                  <a:pt x="9480" y="19788"/>
                </a:lnTo>
                <a:lnTo>
                  <a:pt x="9568" y="19608"/>
                </a:lnTo>
                <a:lnTo>
                  <a:pt x="9656" y="19415"/>
                </a:lnTo>
                <a:lnTo>
                  <a:pt x="9795" y="19183"/>
                </a:lnTo>
                <a:lnTo>
                  <a:pt x="9883" y="19003"/>
                </a:lnTo>
                <a:lnTo>
                  <a:pt x="9983" y="18810"/>
                </a:lnTo>
                <a:lnTo>
                  <a:pt x="10071" y="18617"/>
                </a:lnTo>
                <a:lnTo>
                  <a:pt x="10159" y="18436"/>
                </a:lnTo>
                <a:lnTo>
                  <a:pt x="10298" y="18243"/>
                </a:lnTo>
                <a:lnTo>
                  <a:pt x="10398" y="18063"/>
                </a:lnTo>
                <a:lnTo>
                  <a:pt x="10486" y="17870"/>
                </a:lnTo>
                <a:lnTo>
                  <a:pt x="10574" y="17677"/>
                </a:lnTo>
                <a:lnTo>
                  <a:pt x="10662" y="17445"/>
                </a:lnTo>
                <a:lnTo>
                  <a:pt x="10801" y="17265"/>
                </a:lnTo>
                <a:lnTo>
                  <a:pt x="10901" y="17072"/>
                </a:lnTo>
                <a:lnTo>
                  <a:pt x="10989" y="16891"/>
                </a:lnTo>
                <a:lnTo>
                  <a:pt x="11077" y="16698"/>
                </a:lnTo>
                <a:lnTo>
                  <a:pt x="11165" y="16505"/>
                </a:lnTo>
                <a:lnTo>
                  <a:pt x="11304" y="16325"/>
                </a:lnTo>
                <a:lnTo>
                  <a:pt x="11404" y="16132"/>
                </a:lnTo>
                <a:lnTo>
                  <a:pt x="11492" y="15952"/>
                </a:lnTo>
                <a:lnTo>
                  <a:pt x="11580" y="15758"/>
                </a:lnTo>
                <a:lnTo>
                  <a:pt x="11668" y="15565"/>
                </a:lnTo>
                <a:lnTo>
                  <a:pt x="11807" y="15385"/>
                </a:lnTo>
                <a:lnTo>
                  <a:pt x="11907" y="15153"/>
                </a:lnTo>
                <a:lnTo>
                  <a:pt x="11995" y="14960"/>
                </a:lnTo>
                <a:lnTo>
                  <a:pt x="12083" y="14780"/>
                </a:lnTo>
                <a:lnTo>
                  <a:pt x="12171" y="14587"/>
                </a:lnTo>
                <a:lnTo>
                  <a:pt x="12310" y="14394"/>
                </a:lnTo>
                <a:lnTo>
                  <a:pt x="12410" y="14213"/>
                </a:lnTo>
                <a:lnTo>
                  <a:pt x="12498" y="14020"/>
                </a:lnTo>
                <a:lnTo>
                  <a:pt x="12586" y="13840"/>
                </a:lnTo>
                <a:lnTo>
                  <a:pt x="12687" y="13647"/>
                </a:lnTo>
                <a:lnTo>
                  <a:pt x="12813" y="13454"/>
                </a:lnTo>
                <a:lnTo>
                  <a:pt x="12913" y="13274"/>
                </a:lnTo>
                <a:lnTo>
                  <a:pt x="13001" y="13080"/>
                </a:lnTo>
                <a:lnTo>
                  <a:pt x="13089" y="12900"/>
                </a:lnTo>
                <a:lnTo>
                  <a:pt x="13190" y="12707"/>
                </a:lnTo>
                <a:lnTo>
                  <a:pt x="13316" y="12527"/>
                </a:lnTo>
                <a:lnTo>
                  <a:pt x="13416" y="12334"/>
                </a:lnTo>
                <a:lnTo>
                  <a:pt x="13504" y="12141"/>
                </a:lnTo>
                <a:lnTo>
                  <a:pt x="13592" y="11909"/>
                </a:lnTo>
                <a:lnTo>
                  <a:pt x="13693" y="11729"/>
                </a:lnTo>
                <a:lnTo>
                  <a:pt x="13831" y="11535"/>
                </a:lnTo>
                <a:lnTo>
                  <a:pt x="13919" y="11342"/>
                </a:lnTo>
                <a:lnTo>
                  <a:pt x="14007" y="11162"/>
                </a:lnTo>
                <a:lnTo>
                  <a:pt x="14095" y="10969"/>
                </a:lnTo>
                <a:lnTo>
                  <a:pt x="14196" y="10789"/>
                </a:lnTo>
                <a:lnTo>
                  <a:pt x="14334" y="10596"/>
                </a:lnTo>
                <a:lnTo>
                  <a:pt x="14422" y="10415"/>
                </a:lnTo>
                <a:lnTo>
                  <a:pt x="14510" y="10222"/>
                </a:lnTo>
                <a:lnTo>
                  <a:pt x="14598" y="10029"/>
                </a:lnTo>
                <a:lnTo>
                  <a:pt x="14699" y="9849"/>
                </a:lnTo>
                <a:lnTo>
                  <a:pt x="14837" y="9656"/>
                </a:lnTo>
                <a:lnTo>
                  <a:pt x="14925" y="9475"/>
                </a:lnTo>
                <a:lnTo>
                  <a:pt x="15013" y="9282"/>
                </a:lnTo>
                <a:lnTo>
                  <a:pt x="15101" y="9102"/>
                </a:lnTo>
                <a:lnTo>
                  <a:pt x="15202" y="8909"/>
                </a:lnTo>
                <a:lnTo>
                  <a:pt x="15340" y="8716"/>
                </a:lnTo>
                <a:lnTo>
                  <a:pt x="15428" y="8536"/>
                </a:lnTo>
                <a:lnTo>
                  <a:pt x="15516" y="8342"/>
                </a:lnTo>
                <a:lnTo>
                  <a:pt x="15604" y="8162"/>
                </a:lnTo>
                <a:lnTo>
                  <a:pt x="15705" y="7969"/>
                </a:lnTo>
                <a:lnTo>
                  <a:pt x="15843" y="7776"/>
                </a:lnTo>
                <a:lnTo>
                  <a:pt x="15931" y="7596"/>
                </a:lnTo>
                <a:lnTo>
                  <a:pt x="16019" y="7403"/>
                </a:lnTo>
                <a:lnTo>
                  <a:pt x="16120" y="7222"/>
                </a:lnTo>
                <a:lnTo>
                  <a:pt x="16208" y="7029"/>
                </a:lnTo>
                <a:lnTo>
                  <a:pt x="16346" y="6849"/>
                </a:lnTo>
                <a:lnTo>
                  <a:pt x="16434" y="6656"/>
                </a:lnTo>
                <a:lnTo>
                  <a:pt x="16522" y="6463"/>
                </a:lnTo>
                <a:lnTo>
                  <a:pt x="16623" y="6282"/>
                </a:lnTo>
                <a:lnTo>
                  <a:pt x="16711" y="6089"/>
                </a:lnTo>
                <a:lnTo>
                  <a:pt x="16849" y="5909"/>
                </a:lnTo>
                <a:lnTo>
                  <a:pt x="16937" y="5716"/>
                </a:lnTo>
                <a:lnTo>
                  <a:pt x="17025" y="5536"/>
                </a:lnTo>
                <a:lnTo>
                  <a:pt x="17126" y="5343"/>
                </a:lnTo>
                <a:lnTo>
                  <a:pt x="17214" y="5201"/>
                </a:lnTo>
                <a:lnTo>
                  <a:pt x="17352" y="5008"/>
                </a:lnTo>
                <a:lnTo>
                  <a:pt x="17440" y="4828"/>
                </a:lnTo>
                <a:lnTo>
                  <a:pt x="17528" y="4634"/>
                </a:lnTo>
                <a:lnTo>
                  <a:pt x="17629" y="4454"/>
                </a:lnTo>
                <a:lnTo>
                  <a:pt x="17717" y="4261"/>
                </a:lnTo>
                <a:lnTo>
                  <a:pt x="17855" y="4081"/>
                </a:lnTo>
                <a:lnTo>
                  <a:pt x="17943" y="3888"/>
                </a:lnTo>
                <a:lnTo>
                  <a:pt x="18031" y="3695"/>
                </a:lnTo>
                <a:lnTo>
                  <a:pt x="18131" y="3514"/>
                </a:lnTo>
                <a:lnTo>
                  <a:pt x="18220" y="3321"/>
                </a:lnTo>
                <a:lnTo>
                  <a:pt x="18358" y="3141"/>
                </a:lnTo>
                <a:lnTo>
                  <a:pt x="18446" y="2948"/>
                </a:lnTo>
                <a:lnTo>
                  <a:pt x="18534" y="2768"/>
                </a:lnTo>
                <a:lnTo>
                  <a:pt x="18634" y="2574"/>
                </a:lnTo>
                <a:lnTo>
                  <a:pt x="18722" y="2381"/>
                </a:lnTo>
                <a:lnTo>
                  <a:pt x="18861" y="2201"/>
                </a:lnTo>
                <a:lnTo>
                  <a:pt x="18949" y="2008"/>
                </a:lnTo>
                <a:lnTo>
                  <a:pt x="19037" y="1866"/>
                </a:lnTo>
                <a:lnTo>
                  <a:pt x="19137" y="1686"/>
                </a:lnTo>
                <a:lnTo>
                  <a:pt x="19225" y="1493"/>
                </a:lnTo>
                <a:lnTo>
                  <a:pt x="19364" y="1313"/>
                </a:lnTo>
                <a:lnTo>
                  <a:pt x="19452" y="1120"/>
                </a:lnTo>
                <a:lnTo>
                  <a:pt x="19540" y="926"/>
                </a:lnTo>
                <a:lnTo>
                  <a:pt x="19640" y="746"/>
                </a:lnTo>
                <a:lnTo>
                  <a:pt x="19728" y="553"/>
                </a:lnTo>
                <a:lnTo>
                  <a:pt x="19867" y="373"/>
                </a:lnTo>
                <a:lnTo>
                  <a:pt x="19955" y="180"/>
                </a:lnTo>
                <a:lnTo>
                  <a:pt x="20055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4966026" y="3884895"/>
            <a:ext cx="20043" cy="34260"/>
          </a:xfrm>
          <a:custGeom>
            <a:avLst/>
            <a:gdLst/>
            <a:ahLst/>
            <a:cxnLst/>
            <a:rect l="l" t="t" r="r" b="b"/>
            <a:pathLst>
              <a:path w="20043" h="34260">
                <a:moveTo>
                  <a:pt x="0" y="34260"/>
                </a:moveTo>
                <a:lnTo>
                  <a:pt x="88" y="34118"/>
                </a:lnTo>
                <a:lnTo>
                  <a:pt x="176" y="33925"/>
                </a:lnTo>
                <a:lnTo>
                  <a:pt x="314" y="33732"/>
                </a:lnTo>
                <a:lnTo>
                  <a:pt x="402" y="33552"/>
                </a:lnTo>
                <a:lnTo>
                  <a:pt x="502" y="33359"/>
                </a:lnTo>
                <a:lnTo>
                  <a:pt x="590" y="33178"/>
                </a:lnTo>
                <a:lnTo>
                  <a:pt x="679" y="32985"/>
                </a:lnTo>
                <a:lnTo>
                  <a:pt x="817" y="32805"/>
                </a:lnTo>
                <a:lnTo>
                  <a:pt x="905" y="32612"/>
                </a:lnTo>
                <a:lnTo>
                  <a:pt x="1005" y="32470"/>
                </a:lnTo>
                <a:lnTo>
                  <a:pt x="1093" y="32277"/>
                </a:lnTo>
                <a:lnTo>
                  <a:pt x="1181" y="32097"/>
                </a:lnTo>
                <a:lnTo>
                  <a:pt x="1320" y="31904"/>
                </a:lnTo>
                <a:lnTo>
                  <a:pt x="1408" y="31723"/>
                </a:lnTo>
                <a:lnTo>
                  <a:pt x="1508" y="31530"/>
                </a:lnTo>
                <a:lnTo>
                  <a:pt x="1596" y="31350"/>
                </a:lnTo>
                <a:lnTo>
                  <a:pt x="1684" y="31157"/>
                </a:lnTo>
                <a:lnTo>
                  <a:pt x="1823" y="31015"/>
                </a:lnTo>
                <a:lnTo>
                  <a:pt x="1911" y="30822"/>
                </a:lnTo>
                <a:lnTo>
                  <a:pt x="2011" y="30642"/>
                </a:lnTo>
                <a:lnTo>
                  <a:pt x="2099" y="30449"/>
                </a:lnTo>
                <a:lnTo>
                  <a:pt x="2187" y="30269"/>
                </a:lnTo>
                <a:lnTo>
                  <a:pt x="2326" y="30075"/>
                </a:lnTo>
                <a:lnTo>
                  <a:pt x="2414" y="29934"/>
                </a:lnTo>
                <a:lnTo>
                  <a:pt x="2514" y="29754"/>
                </a:lnTo>
                <a:lnTo>
                  <a:pt x="2602" y="29560"/>
                </a:lnTo>
                <a:lnTo>
                  <a:pt x="2690" y="29367"/>
                </a:lnTo>
                <a:lnTo>
                  <a:pt x="2829" y="29187"/>
                </a:lnTo>
                <a:lnTo>
                  <a:pt x="2917" y="28994"/>
                </a:lnTo>
                <a:lnTo>
                  <a:pt x="3017" y="28814"/>
                </a:lnTo>
                <a:lnTo>
                  <a:pt x="3105" y="28672"/>
                </a:lnTo>
                <a:lnTo>
                  <a:pt x="3193" y="28479"/>
                </a:lnTo>
                <a:lnTo>
                  <a:pt x="3332" y="28299"/>
                </a:lnTo>
                <a:lnTo>
                  <a:pt x="3420" y="28106"/>
                </a:lnTo>
                <a:lnTo>
                  <a:pt x="3520" y="27925"/>
                </a:lnTo>
                <a:lnTo>
                  <a:pt x="3608" y="27784"/>
                </a:lnTo>
                <a:lnTo>
                  <a:pt x="3696" y="27591"/>
                </a:lnTo>
                <a:lnTo>
                  <a:pt x="3835" y="27397"/>
                </a:lnTo>
                <a:lnTo>
                  <a:pt x="3935" y="27217"/>
                </a:lnTo>
                <a:lnTo>
                  <a:pt x="4023" y="27024"/>
                </a:lnTo>
                <a:lnTo>
                  <a:pt x="4111" y="26844"/>
                </a:lnTo>
                <a:lnTo>
                  <a:pt x="4199" y="26702"/>
                </a:lnTo>
                <a:lnTo>
                  <a:pt x="4338" y="26509"/>
                </a:lnTo>
                <a:lnTo>
                  <a:pt x="4438" y="26329"/>
                </a:lnTo>
                <a:lnTo>
                  <a:pt x="4526" y="26136"/>
                </a:lnTo>
                <a:lnTo>
                  <a:pt x="4614" y="25943"/>
                </a:lnTo>
                <a:lnTo>
                  <a:pt x="4702" y="25814"/>
                </a:lnTo>
                <a:lnTo>
                  <a:pt x="4841" y="25621"/>
                </a:lnTo>
                <a:lnTo>
                  <a:pt x="4941" y="25428"/>
                </a:lnTo>
                <a:lnTo>
                  <a:pt x="5029" y="25247"/>
                </a:lnTo>
                <a:lnTo>
                  <a:pt x="5117" y="25054"/>
                </a:lnTo>
                <a:lnTo>
                  <a:pt x="5205" y="24913"/>
                </a:lnTo>
                <a:lnTo>
                  <a:pt x="5344" y="24732"/>
                </a:lnTo>
                <a:lnTo>
                  <a:pt x="5444" y="24539"/>
                </a:lnTo>
                <a:lnTo>
                  <a:pt x="5532" y="24359"/>
                </a:lnTo>
                <a:lnTo>
                  <a:pt x="5620" y="24217"/>
                </a:lnTo>
                <a:lnTo>
                  <a:pt x="5708" y="24024"/>
                </a:lnTo>
                <a:lnTo>
                  <a:pt x="5847" y="23831"/>
                </a:lnTo>
                <a:lnTo>
                  <a:pt x="5947" y="23651"/>
                </a:lnTo>
                <a:lnTo>
                  <a:pt x="6035" y="23509"/>
                </a:lnTo>
                <a:lnTo>
                  <a:pt x="6123" y="23316"/>
                </a:lnTo>
                <a:lnTo>
                  <a:pt x="6224" y="23136"/>
                </a:lnTo>
                <a:lnTo>
                  <a:pt x="6349" y="22943"/>
                </a:lnTo>
                <a:lnTo>
                  <a:pt x="6450" y="22762"/>
                </a:lnTo>
                <a:lnTo>
                  <a:pt x="6538" y="22621"/>
                </a:lnTo>
                <a:lnTo>
                  <a:pt x="6626" y="22428"/>
                </a:lnTo>
                <a:lnTo>
                  <a:pt x="6727" y="22247"/>
                </a:lnTo>
                <a:lnTo>
                  <a:pt x="6852" y="22054"/>
                </a:lnTo>
                <a:lnTo>
                  <a:pt x="6953" y="21913"/>
                </a:lnTo>
                <a:lnTo>
                  <a:pt x="7041" y="21720"/>
                </a:lnTo>
                <a:lnTo>
                  <a:pt x="7129" y="21539"/>
                </a:lnTo>
                <a:lnTo>
                  <a:pt x="7230" y="21398"/>
                </a:lnTo>
                <a:lnTo>
                  <a:pt x="7368" y="21205"/>
                </a:lnTo>
                <a:lnTo>
                  <a:pt x="7456" y="21024"/>
                </a:lnTo>
                <a:lnTo>
                  <a:pt x="7544" y="20831"/>
                </a:lnTo>
                <a:lnTo>
                  <a:pt x="7632" y="20690"/>
                </a:lnTo>
                <a:lnTo>
                  <a:pt x="7733" y="20509"/>
                </a:lnTo>
                <a:lnTo>
                  <a:pt x="7871" y="20316"/>
                </a:lnTo>
                <a:lnTo>
                  <a:pt x="7959" y="20136"/>
                </a:lnTo>
                <a:lnTo>
                  <a:pt x="8047" y="19994"/>
                </a:lnTo>
                <a:lnTo>
                  <a:pt x="8135" y="19801"/>
                </a:lnTo>
                <a:lnTo>
                  <a:pt x="8236" y="19608"/>
                </a:lnTo>
                <a:lnTo>
                  <a:pt x="8374" y="19479"/>
                </a:lnTo>
                <a:lnTo>
                  <a:pt x="8462" y="19286"/>
                </a:lnTo>
                <a:lnTo>
                  <a:pt x="8550" y="19093"/>
                </a:lnTo>
                <a:lnTo>
                  <a:pt x="8638" y="18913"/>
                </a:lnTo>
                <a:lnTo>
                  <a:pt x="8739" y="18771"/>
                </a:lnTo>
                <a:lnTo>
                  <a:pt x="8877" y="18578"/>
                </a:lnTo>
                <a:lnTo>
                  <a:pt x="8965" y="18398"/>
                </a:lnTo>
                <a:lnTo>
                  <a:pt x="9053" y="18256"/>
                </a:lnTo>
                <a:lnTo>
                  <a:pt x="9141" y="18063"/>
                </a:lnTo>
                <a:lnTo>
                  <a:pt x="9242" y="17883"/>
                </a:lnTo>
                <a:lnTo>
                  <a:pt x="9380" y="17741"/>
                </a:lnTo>
                <a:lnTo>
                  <a:pt x="9468" y="17548"/>
                </a:lnTo>
                <a:lnTo>
                  <a:pt x="9556" y="17368"/>
                </a:lnTo>
                <a:lnTo>
                  <a:pt x="9644" y="17226"/>
                </a:lnTo>
                <a:lnTo>
                  <a:pt x="9745" y="17033"/>
                </a:lnTo>
                <a:lnTo>
                  <a:pt x="9883" y="16840"/>
                </a:lnTo>
                <a:lnTo>
                  <a:pt x="9971" y="16660"/>
                </a:lnTo>
                <a:lnTo>
                  <a:pt x="10059" y="16518"/>
                </a:lnTo>
                <a:lnTo>
                  <a:pt x="10159" y="16325"/>
                </a:lnTo>
                <a:lnTo>
                  <a:pt x="10247" y="16145"/>
                </a:lnTo>
                <a:lnTo>
                  <a:pt x="10386" y="16003"/>
                </a:lnTo>
                <a:lnTo>
                  <a:pt x="10474" y="15810"/>
                </a:lnTo>
                <a:lnTo>
                  <a:pt x="10562" y="15630"/>
                </a:lnTo>
                <a:lnTo>
                  <a:pt x="10662" y="15488"/>
                </a:lnTo>
                <a:lnTo>
                  <a:pt x="10750" y="15295"/>
                </a:lnTo>
                <a:lnTo>
                  <a:pt x="10889" y="15153"/>
                </a:lnTo>
                <a:lnTo>
                  <a:pt x="10977" y="14973"/>
                </a:lnTo>
                <a:lnTo>
                  <a:pt x="11065" y="14780"/>
                </a:lnTo>
                <a:lnTo>
                  <a:pt x="11165" y="14638"/>
                </a:lnTo>
                <a:lnTo>
                  <a:pt x="11253" y="14458"/>
                </a:lnTo>
                <a:lnTo>
                  <a:pt x="11392" y="14265"/>
                </a:lnTo>
                <a:lnTo>
                  <a:pt x="11480" y="14123"/>
                </a:lnTo>
                <a:lnTo>
                  <a:pt x="11568" y="13930"/>
                </a:lnTo>
                <a:lnTo>
                  <a:pt x="11668" y="13750"/>
                </a:lnTo>
                <a:lnTo>
                  <a:pt x="11756" y="13608"/>
                </a:lnTo>
                <a:lnTo>
                  <a:pt x="11895" y="13415"/>
                </a:lnTo>
                <a:lnTo>
                  <a:pt x="11983" y="13235"/>
                </a:lnTo>
                <a:lnTo>
                  <a:pt x="12071" y="13093"/>
                </a:lnTo>
                <a:lnTo>
                  <a:pt x="12171" y="12900"/>
                </a:lnTo>
                <a:lnTo>
                  <a:pt x="12259" y="12759"/>
                </a:lnTo>
                <a:lnTo>
                  <a:pt x="12398" y="12578"/>
                </a:lnTo>
                <a:lnTo>
                  <a:pt x="12486" y="12385"/>
                </a:lnTo>
                <a:lnTo>
                  <a:pt x="12574" y="12244"/>
                </a:lnTo>
                <a:lnTo>
                  <a:pt x="12674" y="12063"/>
                </a:lnTo>
                <a:lnTo>
                  <a:pt x="12762" y="11922"/>
                </a:lnTo>
                <a:lnTo>
                  <a:pt x="12901" y="11729"/>
                </a:lnTo>
                <a:lnTo>
                  <a:pt x="12989" y="11548"/>
                </a:lnTo>
                <a:lnTo>
                  <a:pt x="13077" y="11407"/>
                </a:lnTo>
                <a:lnTo>
                  <a:pt x="13177" y="11214"/>
                </a:lnTo>
                <a:lnTo>
                  <a:pt x="13265" y="11072"/>
                </a:lnTo>
                <a:lnTo>
                  <a:pt x="13404" y="10892"/>
                </a:lnTo>
                <a:lnTo>
                  <a:pt x="13492" y="10699"/>
                </a:lnTo>
                <a:lnTo>
                  <a:pt x="13592" y="10557"/>
                </a:lnTo>
                <a:lnTo>
                  <a:pt x="13680" y="10364"/>
                </a:lnTo>
                <a:lnTo>
                  <a:pt x="13768" y="10235"/>
                </a:lnTo>
                <a:lnTo>
                  <a:pt x="13907" y="10042"/>
                </a:lnTo>
                <a:lnTo>
                  <a:pt x="13995" y="9849"/>
                </a:lnTo>
                <a:lnTo>
                  <a:pt x="14095" y="9707"/>
                </a:lnTo>
                <a:lnTo>
                  <a:pt x="14183" y="9527"/>
                </a:lnTo>
                <a:lnTo>
                  <a:pt x="14271" y="9385"/>
                </a:lnTo>
                <a:lnTo>
                  <a:pt x="14410" y="9192"/>
                </a:lnTo>
                <a:lnTo>
                  <a:pt x="14498" y="9051"/>
                </a:lnTo>
                <a:lnTo>
                  <a:pt x="14598" y="8870"/>
                </a:lnTo>
                <a:lnTo>
                  <a:pt x="14686" y="8677"/>
                </a:lnTo>
                <a:lnTo>
                  <a:pt x="14774" y="8536"/>
                </a:lnTo>
                <a:lnTo>
                  <a:pt x="14913" y="8355"/>
                </a:lnTo>
                <a:lnTo>
                  <a:pt x="15001" y="8214"/>
                </a:lnTo>
                <a:lnTo>
                  <a:pt x="15101" y="8021"/>
                </a:lnTo>
                <a:lnTo>
                  <a:pt x="15189" y="7879"/>
                </a:lnTo>
                <a:lnTo>
                  <a:pt x="15277" y="7699"/>
                </a:lnTo>
                <a:lnTo>
                  <a:pt x="15415" y="7557"/>
                </a:lnTo>
                <a:lnTo>
                  <a:pt x="15503" y="7364"/>
                </a:lnTo>
                <a:lnTo>
                  <a:pt x="15604" y="7222"/>
                </a:lnTo>
                <a:lnTo>
                  <a:pt x="15692" y="7042"/>
                </a:lnTo>
                <a:lnTo>
                  <a:pt x="15780" y="6849"/>
                </a:lnTo>
                <a:lnTo>
                  <a:pt x="15918" y="6707"/>
                </a:lnTo>
                <a:lnTo>
                  <a:pt x="16006" y="6527"/>
                </a:lnTo>
                <a:lnTo>
                  <a:pt x="16107" y="6385"/>
                </a:lnTo>
                <a:lnTo>
                  <a:pt x="16195" y="6192"/>
                </a:lnTo>
                <a:lnTo>
                  <a:pt x="16283" y="6051"/>
                </a:lnTo>
                <a:lnTo>
                  <a:pt x="16421" y="5870"/>
                </a:lnTo>
                <a:lnTo>
                  <a:pt x="16509" y="5729"/>
                </a:lnTo>
                <a:lnTo>
                  <a:pt x="16610" y="5536"/>
                </a:lnTo>
                <a:lnTo>
                  <a:pt x="16698" y="5394"/>
                </a:lnTo>
                <a:lnTo>
                  <a:pt x="16786" y="5214"/>
                </a:lnTo>
                <a:lnTo>
                  <a:pt x="16924" y="5072"/>
                </a:lnTo>
                <a:lnTo>
                  <a:pt x="17012" y="4879"/>
                </a:lnTo>
                <a:lnTo>
                  <a:pt x="17113" y="4737"/>
                </a:lnTo>
                <a:lnTo>
                  <a:pt x="17201" y="4557"/>
                </a:lnTo>
                <a:lnTo>
                  <a:pt x="17289" y="4416"/>
                </a:lnTo>
                <a:lnTo>
                  <a:pt x="17427" y="4222"/>
                </a:lnTo>
                <a:lnTo>
                  <a:pt x="17528" y="4081"/>
                </a:lnTo>
                <a:lnTo>
                  <a:pt x="17616" y="3901"/>
                </a:lnTo>
                <a:lnTo>
                  <a:pt x="17704" y="3759"/>
                </a:lnTo>
                <a:lnTo>
                  <a:pt x="17792" y="3566"/>
                </a:lnTo>
                <a:lnTo>
                  <a:pt x="17930" y="3424"/>
                </a:lnTo>
                <a:lnTo>
                  <a:pt x="18031" y="3244"/>
                </a:lnTo>
                <a:lnTo>
                  <a:pt x="18119" y="3102"/>
                </a:lnTo>
                <a:lnTo>
                  <a:pt x="18207" y="2909"/>
                </a:lnTo>
                <a:lnTo>
                  <a:pt x="18295" y="2768"/>
                </a:lnTo>
                <a:lnTo>
                  <a:pt x="18433" y="2587"/>
                </a:lnTo>
                <a:lnTo>
                  <a:pt x="18534" y="2446"/>
                </a:lnTo>
                <a:lnTo>
                  <a:pt x="18622" y="2253"/>
                </a:lnTo>
                <a:lnTo>
                  <a:pt x="18710" y="2111"/>
                </a:lnTo>
                <a:lnTo>
                  <a:pt x="18798" y="1969"/>
                </a:lnTo>
                <a:lnTo>
                  <a:pt x="18936" y="1789"/>
                </a:lnTo>
                <a:lnTo>
                  <a:pt x="19037" y="1647"/>
                </a:lnTo>
                <a:lnTo>
                  <a:pt x="19125" y="1454"/>
                </a:lnTo>
                <a:lnTo>
                  <a:pt x="19213" y="1313"/>
                </a:lnTo>
                <a:lnTo>
                  <a:pt x="19301" y="1132"/>
                </a:lnTo>
                <a:lnTo>
                  <a:pt x="19439" y="991"/>
                </a:lnTo>
                <a:lnTo>
                  <a:pt x="19540" y="798"/>
                </a:lnTo>
                <a:lnTo>
                  <a:pt x="19628" y="656"/>
                </a:lnTo>
                <a:lnTo>
                  <a:pt x="19716" y="476"/>
                </a:lnTo>
                <a:lnTo>
                  <a:pt x="19816" y="33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4986069" y="3855282"/>
            <a:ext cx="20043" cy="29612"/>
          </a:xfrm>
          <a:custGeom>
            <a:avLst/>
            <a:gdLst/>
            <a:ahLst/>
            <a:cxnLst/>
            <a:rect l="l" t="t" r="r" b="b"/>
            <a:pathLst>
              <a:path w="20043" h="29612">
                <a:moveTo>
                  <a:pt x="0" y="29612"/>
                </a:moveTo>
                <a:lnTo>
                  <a:pt x="88" y="29470"/>
                </a:lnTo>
                <a:lnTo>
                  <a:pt x="176" y="29290"/>
                </a:lnTo>
                <a:lnTo>
                  <a:pt x="276" y="29148"/>
                </a:lnTo>
                <a:lnTo>
                  <a:pt x="402" y="28955"/>
                </a:lnTo>
                <a:lnTo>
                  <a:pt x="502" y="28814"/>
                </a:lnTo>
                <a:lnTo>
                  <a:pt x="590" y="28672"/>
                </a:lnTo>
                <a:lnTo>
                  <a:pt x="679" y="28492"/>
                </a:lnTo>
                <a:lnTo>
                  <a:pt x="779" y="28350"/>
                </a:lnTo>
                <a:lnTo>
                  <a:pt x="917" y="28157"/>
                </a:lnTo>
                <a:lnTo>
                  <a:pt x="1005" y="28015"/>
                </a:lnTo>
                <a:lnTo>
                  <a:pt x="1093" y="27874"/>
                </a:lnTo>
                <a:lnTo>
                  <a:pt x="1181" y="27694"/>
                </a:lnTo>
                <a:lnTo>
                  <a:pt x="1282" y="27552"/>
                </a:lnTo>
                <a:lnTo>
                  <a:pt x="1420" y="27359"/>
                </a:lnTo>
                <a:lnTo>
                  <a:pt x="1508" y="27217"/>
                </a:lnTo>
                <a:lnTo>
                  <a:pt x="1596" y="27076"/>
                </a:lnTo>
                <a:lnTo>
                  <a:pt x="1684" y="26895"/>
                </a:lnTo>
                <a:lnTo>
                  <a:pt x="1785" y="26754"/>
                </a:lnTo>
                <a:lnTo>
                  <a:pt x="1923" y="26561"/>
                </a:lnTo>
                <a:lnTo>
                  <a:pt x="2011" y="26419"/>
                </a:lnTo>
                <a:lnTo>
                  <a:pt x="2099" y="26277"/>
                </a:lnTo>
                <a:lnTo>
                  <a:pt x="2187" y="26097"/>
                </a:lnTo>
                <a:lnTo>
                  <a:pt x="2288" y="25955"/>
                </a:lnTo>
                <a:lnTo>
                  <a:pt x="2426" y="25814"/>
                </a:lnTo>
                <a:lnTo>
                  <a:pt x="2514" y="25621"/>
                </a:lnTo>
                <a:lnTo>
                  <a:pt x="2602" y="25479"/>
                </a:lnTo>
                <a:lnTo>
                  <a:pt x="2690" y="25299"/>
                </a:lnTo>
                <a:lnTo>
                  <a:pt x="2791" y="25157"/>
                </a:lnTo>
                <a:lnTo>
                  <a:pt x="2929" y="25016"/>
                </a:lnTo>
                <a:lnTo>
                  <a:pt x="3017" y="24822"/>
                </a:lnTo>
                <a:lnTo>
                  <a:pt x="3105" y="24681"/>
                </a:lnTo>
                <a:lnTo>
                  <a:pt x="3193" y="24539"/>
                </a:lnTo>
                <a:lnTo>
                  <a:pt x="3294" y="24359"/>
                </a:lnTo>
                <a:lnTo>
                  <a:pt x="3432" y="24217"/>
                </a:lnTo>
                <a:lnTo>
                  <a:pt x="3520" y="24076"/>
                </a:lnTo>
                <a:lnTo>
                  <a:pt x="3608" y="23883"/>
                </a:lnTo>
                <a:lnTo>
                  <a:pt x="3709" y="23754"/>
                </a:lnTo>
                <a:lnTo>
                  <a:pt x="3797" y="23612"/>
                </a:lnTo>
                <a:lnTo>
                  <a:pt x="3935" y="23419"/>
                </a:lnTo>
                <a:lnTo>
                  <a:pt x="4023" y="23277"/>
                </a:lnTo>
                <a:lnTo>
                  <a:pt x="4111" y="23136"/>
                </a:lnTo>
                <a:lnTo>
                  <a:pt x="4212" y="22956"/>
                </a:lnTo>
                <a:lnTo>
                  <a:pt x="4300" y="22814"/>
                </a:lnTo>
                <a:lnTo>
                  <a:pt x="4438" y="22672"/>
                </a:lnTo>
                <a:lnTo>
                  <a:pt x="4526" y="22479"/>
                </a:lnTo>
                <a:lnTo>
                  <a:pt x="4614" y="22338"/>
                </a:lnTo>
                <a:lnTo>
                  <a:pt x="4715" y="22196"/>
                </a:lnTo>
                <a:lnTo>
                  <a:pt x="4803" y="22016"/>
                </a:lnTo>
                <a:lnTo>
                  <a:pt x="4941" y="21874"/>
                </a:lnTo>
                <a:lnTo>
                  <a:pt x="5029" y="21732"/>
                </a:lnTo>
                <a:lnTo>
                  <a:pt x="5117" y="21591"/>
                </a:lnTo>
                <a:lnTo>
                  <a:pt x="5218" y="21398"/>
                </a:lnTo>
                <a:lnTo>
                  <a:pt x="5306" y="21256"/>
                </a:lnTo>
                <a:lnTo>
                  <a:pt x="5444" y="21114"/>
                </a:lnTo>
                <a:lnTo>
                  <a:pt x="5532" y="20934"/>
                </a:lnTo>
                <a:lnTo>
                  <a:pt x="5620" y="20793"/>
                </a:lnTo>
                <a:lnTo>
                  <a:pt x="5721" y="20651"/>
                </a:lnTo>
                <a:lnTo>
                  <a:pt x="5809" y="20458"/>
                </a:lnTo>
                <a:lnTo>
                  <a:pt x="5947" y="20316"/>
                </a:lnTo>
                <a:lnTo>
                  <a:pt x="6035" y="20187"/>
                </a:lnTo>
                <a:lnTo>
                  <a:pt x="6123" y="20046"/>
                </a:lnTo>
                <a:lnTo>
                  <a:pt x="6224" y="19853"/>
                </a:lnTo>
                <a:lnTo>
                  <a:pt x="6312" y="19711"/>
                </a:lnTo>
                <a:lnTo>
                  <a:pt x="6450" y="19569"/>
                </a:lnTo>
                <a:lnTo>
                  <a:pt x="6538" y="19428"/>
                </a:lnTo>
                <a:lnTo>
                  <a:pt x="6626" y="19248"/>
                </a:lnTo>
                <a:lnTo>
                  <a:pt x="6727" y="19106"/>
                </a:lnTo>
                <a:lnTo>
                  <a:pt x="6815" y="18964"/>
                </a:lnTo>
                <a:lnTo>
                  <a:pt x="6953" y="18823"/>
                </a:lnTo>
                <a:lnTo>
                  <a:pt x="7041" y="18630"/>
                </a:lnTo>
                <a:lnTo>
                  <a:pt x="7142" y="18488"/>
                </a:lnTo>
                <a:lnTo>
                  <a:pt x="7230" y="18346"/>
                </a:lnTo>
                <a:lnTo>
                  <a:pt x="7318" y="18205"/>
                </a:lnTo>
                <a:lnTo>
                  <a:pt x="7456" y="18024"/>
                </a:lnTo>
                <a:lnTo>
                  <a:pt x="7544" y="17883"/>
                </a:lnTo>
                <a:lnTo>
                  <a:pt x="7645" y="17741"/>
                </a:lnTo>
                <a:lnTo>
                  <a:pt x="7733" y="17600"/>
                </a:lnTo>
                <a:lnTo>
                  <a:pt x="7821" y="17419"/>
                </a:lnTo>
                <a:lnTo>
                  <a:pt x="7959" y="17278"/>
                </a:lnTo>
                <a:lnTo>
                  <a:pt x="8047" y="17136"/>
                </a:lnTo>
                <a:lnTo>
                  <a:pt x="8148" y="16994"/>
                </a:lnTo>
                <a:lnTo>
                  <a:pt x="8236" y="16801"/>
                </a:lnTo>
                <a:lnTo>
                  <a:pt x="8324" y="16660"/>
                </a:lnTo>
                <a:lnTo>
                  <a:pt x="8462" y="16518"/>
                </a:lnTo>
                <a:lnTo>
                  <a:pt x="8550" y="16376"/>
                </a:lnTo>
                <a:lnTo>
                  <a:pt x="8651" y="16235"/>
                </a:lnTo>
                <a:lnTo>
                  <a:pt x="8739" y="16055"/>
                </a:lnTo>
                <a:lnTo>
                  <a:pt x="8827" y="15913"/>
                </a:lnTo>
                <a:lnTo>
                  <a:pt x="8965" y="15771"/>
                </a:lnTo>
                <a:lnTo>
                  <a:pt x="9053" y="15630"/>
                </a:lnTo>
                <a:lnTo>
                  <a:pt x="9154" y="15488"/>
                </a:lnTo>
                <a:lnTo>
                  <a:pt x="9242" y="15308"/>
                </a:lnTo>
                <a:lnTo>
                  <a:pt x="9330" y="15166"/>
                </a:lnTo>
                <a:lnTo>
                  <a:pt x="9468" y="15025"/>
                </a:lnTo>
                <a:lnTo>
                  <a:pt x="9556" y="14883"/>
                </a:lnTo>
                <a:lnTo>
                  <a:pt x="9656" y="14741"/>
                </a:lnTo>
                <a:lnTo>
                  <a:pt x="9745" y="14548"/>
                </a:lnTo>
                <a:lnTo>
                  <a:pt x="9833" y="14407"/>
                </a:lnTo>
                <a:lnTo>
                  <a:pt x="9971" y="14265"/>
                </a:lnTo>
                <a:lnTo>
                  <a:pt x="10059" y="14123"/>
                </a:lnTo>
                <a:lnTo>
                  <a:pt x="10159" y="13982"/>
                </a:lnTo>
                <a:lnTo>
                  <a:pt x="10247" y="13853"/>
                </a:lnTo>
                <a:lnTo>
                  <a:pt x="10335" y="13660"/>
                </a:lnTo>
                <a:lnTo>
                  <a:pt x="10474" y="13518"/>
                </a:lnTo>
                <a:lnTo>
                  <a:pt x="10562" y="13377"/>
                </a:lnTo>
                <a:lnTo>
                  <a:pt x="10662" y="13235"/>
                </a:lnTo>
                <a:lnTo>
                  <a:pt x="10750" y="13093"/>
                </a:lnTo>
                <a:lnTo>
                  <a:pt x="10838" y="12952"/>
                </a:lnTo>
                <a:lnTo>
                  <a:pt x="10977" y="12771"/>
                </a:lnTo>
                <a:lnTo>
                  <a:pt x="11077" y="12630"/>
                </a:lnTo>
                <a:lnTo>
                  <a:pt x="11165" y="12488"/>
                </a:lnTo>
                <a:lnTo>
                  <a:pt x="11253" y="12347"/>
                </a:lnTo>
                <a:lnTo>
                  <a:pt x="11341" y="12205"/>
                </a:lnTo>
                <a:lnTo>
                  <a:pt x="11480" y="12063"/>
                </a:lnTo>
                <a:lnTo>
                  <a:pt x="11580" y="11922"/>
                </a:lnTo>
                <a:lnTo>
                  <a:pt x="11668" y="11741"/>
                </a:lnTo>
                <a:lnTo>
                  <a:pt x="11756" y="11600"/>
                </a:lnTo>
                <a:lnTo>
                  <a:pt x="11844" y="11458"/>
                </a:lnTo>
                <a:lnTo>
                  <a:pt x="11983" y="11317"/>
                </a:lnTo>
                <a:lnTo>
                  <a:pt x="12083" y="11175"/>
                </a:lnTo>
                <a:lnTo>
                  <a:pt x="12171" y="11033"/>
                </a:lnTo>
                <a:lnTo>
                  <a:pt x="12259" y="10892"/>
                </a:lnTo>
                <a:lnTo>
                  <a:pt x="12347" y="10750"/>
                </a:lnTo>
                <a:lnTo>
                  <a:pt x="12486" y="10557"/>
                </a:lnTo>
                <a:lnTo>
                  <a:pt x="12586" y="10415"/>
                </a:lnTo>
                <a:lnTo>
                  <a:pt x="12674" y="10287"/>
                </a:lnTo>
                <a:lnTo>
                  <a:pt x="12762" y="10145"/>
                </a:lnTo>
                <a:lnTo>
                  <a:pt x="12850" y="10003"/>
                </a:lnTo>
                <a:lnTo>
                  <a:pt x="12989" y="9862"/>
                </a:lnTo>
                <a:lnTo>
                  <a:pt x="13089" y="9720"/>
                </a:lnTo>
                <a:lnTo>
                  <a:pt x="13177" y="9578"/>
                </a:lnTo>
                <a:lnTo>
                  <a:pt x="13265" y="9437"/>
                </a:lnTo>
                <a:lnTo>
                  <a:pt x="13353" y="9295"/>
                </a:lnTo>
                <a:lnTo>
                  <a:pt x="13492" y="9154"/>
                </a:lnTo>
                <a:lnTo>
                  <a:pt x="13592" y="8973"/>
                </a:lnTo>
                <a:lnTo>
                  <a:pt x="13680" y="8832"/>
                </a:lnTo>
                <a:lnTo>
                  <a:pt x="13768" y="8690"/>
                </a:lnTo>
                <a:lnTo>
                  <a:pt x="13869" y="8548"/>
                </a:lnTo>
                <a:lnTo>
                  <a:pt x="13995" y="8407"/>
                </a:lnTo>
                <a:lnTo>
                  <a:pt x="14095" y="8265"/>
                </a:lnTo>
                <a:lnTo>
                  <a:pt x="14183" y="8124"/>
                </a:lnTo>
                <a:lnTo>
                  <a:pt x="14271" y="7982"/>
                </a:lnTo>
                <a:lnTo>
                  <a:pt x="14372" y="7840"/>
                </a:lnTo>
                <a:lnTo>
                  <a:pt x="14498" y="7699"/>
                </a:lnTo>
                <a:lnTo>
                  <a:pt x="14598" y="7557"/>
                </a:lnTo>
                <a:lnTo>
                  <a:pt x="14686" y="7415"/>
                </a:lnTo>
                <a:lnTo>
                  <a:pt x="14774" y="7274"/>
                </a:lnTo>
                <a:lnTo>
                  <a:pt x="14875" y="7132"/>
                </a:lnTo>
                <a:lnTo>
                  <a:pt x="15013" y="6991"/>
                </a:lnTo>
                <a:lnTo>
                  <a:pt x="15101" y="6862"/>
                </a:lnTo>
                <a:lnTo>
                  <a:pt x="15189" y="6669"/>
                </a:lnTo>
                <a:lnTo>
                  <a:pt x="15277" y="6527"/>
                </a:lnTo>
                <a:lnTo>
                  <a:pt x="15378" y="6385"/>
                </a:lnTo>
                <a:lnTo>
                  <a:pt x="15516" y="6244"/>
                </a:lnTo>
                <a:lnTo>
                  <a:pt x="15604" y="6102"/>
                </a:lnTo>
                <a:lnTo>
                  <a:pt x="15692" y="5961"/>
                </a:lnTo>
                <a:lnTo>
                  <a:pt x="15780" y="5819"/>
                </a:lnTo>
                <a:lnTo>
                  <a:pt x="15881" y="5677"/>
                </a:lnTo>
                <a:lnTo>
                  <a:pt x="16019" y="5536"/>
                </a:lnTo>
                <a:lnTo>
                  <a:pt x="16107" y="5407"/>
                </a:lnTo>
                <a:lnTo>
                  <a:pt x="16195" y="5265"/>
                </a:lnTo>
                <a:lnTo>
                  <a:pt x="16283" y="5124"/>
                </a:lnTo>
                <a:lnTo>
                  <a:pt x="16384" y="4982"/>
                </a:lnTo>
                <a:lnTo>
                  <a:pt x="16522" y="4840"/>
                </a:lnTo>
                <a:lnTo>
                  <a:pt x="16610" y="4699"/>
                </a:lnTo>
                <a:lnTo>
                  <a:pt x="16698" y="4557"/>
                </a:lnTo>
                <a:lnTo>
                  <a:pt x="16786" y="4416"/>
                </a:lnTo>
                <a:lnTo>
                  <a:pt x="16887" y="4274"/>
                </a:lnTo>
                <a:lnTo>
                  <a:pt x="17025" y="4132"/>
                </a:lnTo>
                <a:lnTo>
                  <a:pt x="17113" y="3991"/>
                </a:lnTo>
                <a:lnTo>
                  <a:pt x="17201" y="3849"/>
                </a:lnTo>
                <a:lnTo>
                  <a:pt x="17302" y="3707"/>
                </a:lnTo>
                <a:lnTo>
                  <a:pt x="17390" y="3566"/>
                </a:lnTo>
                <a:lnTo>
                  <a:pt x="17528" y="3424"/>
                </a:lnTo>
                <a:lnTo>
                  <a:pt x="17616" y="3295"/>
                </a:lnTo>
                <a:lnTo>
                  <a:pt x="17704" y="3154"/>
                </a:lnTo>
                <a:lnTo>
                  <a:pt x="17805" y="3012"/>
                </a:lnTo>
                <a:lnTo>
                  <a:pt x="17893" y="2871"/>
                </a:lnTo>
                <a:lnTo>
                  <a:pt x="18031" y="2729"/>
                </a:lnTo>
                <a:lnTo>
                  <a:pt x="18207" y="2497"/>
                </a:lnTo>
                <a:lnTo>
                  <a:pt x="18308" y="2356"/>
                </a:lnTo>
                <a:lnTo>
                  <a:pt x="18396" y="2214"/>
                </a:lnTo>
                <a:lnTo>
                  <a:pt x="18534" y="2072"/>
                </a:lnTo>
                <a:lnTo>
                  <a:pt x="18622" y="1931"/>
                </a:lnTo>
                <a:lnTo>
                  <a:pt x="18710" y="1789"/>
                </a:lnTo>
                <a:lnTo>
                  <a:pt x="18811" y="1647"/>
                </a:lnTo>
                <a:lnTo>
                  <a:pt x="18899" y="1506"/>
                </a:lnTo>
                <a:lnTo>
                  <a:pt x="19037" y="1364"/>
                </a:lnTo>
                <a:lnTo>
                  <a:pt x="19125" y="1223"/>
                </a:lnTo>
                <a:lnTo>
                  <a:pt x="19213" y="1081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56"/>
                </a:lnTo>
                <a:lnTo>
                  <a:pt x="19628" y="527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5006113" y="3830743"/>
            <a:ext cx="19992" cy="24539"/>
          </a:xfrm>
          <a:custGeom>
            <a:avLst/>
            <a:gdLst/>
            <a:ahLst/>
            <a:cxnLst/>
            <a:rect l="l" t="t" r="r" b="b"/>
            <a:pathLst>
              <a:path w="19992" h="24539">
                <a:moveTo>
                  <a:pt x="0" y="24539"/>
                </a:moveTo>
                <a:lnTo>
                  <a:pt x="88" y="24398"/>
                </a:lnTo>
                <a:lnTo>
                  <a:pt x="176" y="24269"/>
                </a:lnTo>
                <a:lnTo>
                  <a:pt x="276" y="24127"/>
                </a:lnTo>
                <a:lnTo>
                  <a:pt x="364" y="23986"/>
                </a:lnTo>
                <a:lnTo>
                  <a:pt x="502" y="23844"/>
                </a:lnTo>
                <a:lnTo>
                  <a:pt x="590" y="23702"/>
                </a:lnTo>
                <a:lnTo>
                  <a:pt x="779" y="23471"/>
                </a:lnTo>
                <a:lnTo>
                  <a:pt x="867" y="23329"/>
                </a:lnTo>
                <a:lnTo>
                  <a:pt x="1005" y="23187"/>
                </a:lnTo>
                <a:lnTo>
                  <a:pt x="1093" y="23046"/>
                </a:lnTo>
                <a:lnTo>
                  <a:pt x="1194" y="22904"/>
                </a:lnTo>
                <a:lnTo>
                  <a:pt x="1282" y="22762"/>
                </a:lnTo>
                <a:lnTo>
                  <a:pt x="1370" y="22621"/>
                </a:lnTo>
                <a:lnTo>
                  <a:pt x="1508" y="22531"/>
                </a:lnTo>
                <a:lnTo>
                  <a:pt x="1596" y="22389"/>
                </a:lnTo>
                <a:lnTo>
                  <a:pt x="1697" y="22247"/>
                </a:lnTo>
                <a:lnTo>
                  <a:pt x="1785" y="22106"/>
                </a:lnTo>
                <a:lnTo>
                  <a:pt x="1873" y="21964"/>
                </a:lnTo>
                <a:lnTo>
                  <a:pt x="2011" y="21823"/>
                </a:lnTo>
                <a:lnTo>
                  <a:pt x="2099" y="21681"/>
                </a:lnTo>
                <a:lnTo>
                  <a:pt x="2288" y="21449"/>
                </a:lnTo>
                <a:lnTo>
                  <a:pt x="2376" y="21308"/>
                </a:lnTo>
                <a:lnTo>
                  <a:pt x="2514" y="21166"/>
                </a:lnTo>
                <a:lnTo>
                  <a:pt x="2602" y="21024"/>
                </a:lnTo>
                <a:lnTo>
                  <a:pt x="2703" y="20883"/>
                </a:lnTo>
                <a:lnTo>
                  <a:pt x="2791" y="20741"/>
                </a:lnTo>
                <a:lnTo>
                  <a:pt x="3017" y="20509"/>
                </a:lnTo>
                <a:lnTo>
                  <a:pt x="3105" y="20368"/>
                </a:lnTo>
                <a:lnTo>
                  <a:pt x="3206" y="20226"/>
                </a:lnTo>
                <a:lnTo>
                  <a:pt x="3294" y="20084"/>
                </a:lnTo>
                <a:lnTo>
                  <a:pt x="3520" y="19853"/>
                </a:lnTo>
                <a:lnTo>
                  <a:pt x="3608" y="19711"/>
                </a:lnTo>
                <a:lnTo>
                  <a:pt x="3709" y="19569"/>
                </a:lnTo>
                <a:lnTo>
                  <a:pt x="3797" y="19428"/>
                </a:lnTo>
                <a:lnTo>
                  <a:pt x="4023" y="19196"/>
                </a:lnTo>
                <a:lnTo>
                  <a:pt x="4111" y="19054"/>
                </a:lnTo>
                <a:lnTo>
                  <a:pt x="4212" y="18913"/>
                </a:lnTo>
                <a:lnTo>
                  <a:pt x="4300" y="18771"/>
                </a:lnTo>
                <a:lnTo>
                  <a:pt x="4526" y="18539"/>
                </a:lnTo>
                <a:lnTo>
                  <a:pt x="4627" y="18398"/>
                </a:lnTo>
                <a:lnTo>
                  <a:pt x="4715" y="18256"/>
                </a:lnTo>
                <a:lnTo>
                  <a:pt x="4803" y="18115"/>
                </a:lnTo>
                <a:lnTo>
                  <a:pt x="5029" y="17883"/>
                </a:lnTo>
                <a:lnTo>
                  <a:pt x="5130" y="17741"/>
                </a:lnTo>
                <a:lnTo>
                  <a:pt x="5218" y="17600"/>
                </a:lnTo>
                <a:lnTo>
                  <a:pt x="5394" y="17368"/>
                </a:lnTo>
                <a:lnTo>
                  <a:pt x="5532" y="17226"/>
                </a:lnTo>
                <a:lnTo>
                  <a:pt x="5633" y="17085"/>
                </a:lnTo>
                <a:lnTo>
                  <a:pt x="5809" y="16853"/>
                </a:lnTo>
                <a:lnTo>
                  <a:pt x="5897" y="16711"/>
                </a:lnTo>
                <a:lnTo>
                  <a:pt x="6035" y="16570"/>
                </a:lnTo>
                <a:lnTo>
                  <a:pt x="6224" y="16338"/>
                </a:lnTo>
                <a:lnTo>
                  <a:pt x="6312" y="16196"/>
                </a:lnTo>
                <a:lnTo>
                  <a:pt x="6400" y="16055"/>
                </a:lnTo>
                <a:lnTo>
                  <a:pt x="6538" y="15952"/>
                </a:lnTo>
                <a:lnTo>
                  <a:pt x="6639" y="15823"/>
                </a:lnTo>
                <a:lnTo>
                  <a:pt x="6727" y="15681"/>
                </a:lnTo>
                <a:lnTo>
                  <a:pt x="6903" y="15437"/>
                </a:lnTo>
                <a:lnTo>
                  <a:pt x="7041" y="15295"/>
                </a:lnTo>
                <a:lnTo>
                  <a:pt x="7142" y="15166"/>
                </a:lnTo>
                <a:lnTo>
                  <a:pt x="7318" y="14922"/>
                </a:lnTo>
                <a:lnTo>
                  <a:pt x="7418" y="14780"/>
                </a:lnTo>
                <a:lnTo>
                  <a:pt x="7645" y="14548"/>
                </a:lnTo>
                <a:lnTo>
                  <a:pt x="7733" y="14407"/>
                </a:lnTo>
                <a:lnTo>
                  <a:pt x="7921" y="14175"/>
                </a:lnTo>
                <a:lnTo>
                  <a:pt x="8047" y="14033"/>
                </a:lnTo>
                <a:lnTo>
                  <a:pt x="8148" y="13892"/>
                </a:lnTo>
                <a:lnTo>
                  <a:pt x="8324" y="13660"/>
                </a:lnTo>
                <a:lnTo>
                  <a:pt x="8424" y="13518"/>
                </a:lnTo>
                <a:lnTo>
                  <a:pt x="8563" y="13428"/>
                </a:lnTo>
                <a:lnTo>
                  <a:pt x="8651" y="13286"/>
                </a:lnTo>
                <a:lnTo>
                  <a:pt x="8739" y="13145"/>
                </a:lnTo>
                <a:lnTo>
                  <a:pt x="8927" y="12913"/>
                </a:lnTo>
                <a:lnTo>
                  <a:pt x="9066" y="12771"/>
                </a:lnTo>
                <a:lnTo>
                  <a:pt x="9242" y="12527"/>
                </a:lnTo>
                <a:lnTo>
                  <a:pt x="9330" y="12398"/>
                </a:lnTo>
                <a:lnTo>
                  <a:pt x="9568" y="12153"/>
                </a:lnTo>
                <a:lnTo>
                  <a:pt x="9745" y="11922"/>
                </a:lnTo>
                <a:lnTo>
                  <a:pt x="9833" y="11780"/>
                </a:lnTo>
                <a:lnTo>
                  <a:pt x="10071" y="11548"/>
                </a:lnTo>
                <a:lnTo>
                  <a:pt x="10159" y="11407"/>
                </a:lnTo>
                <a:lnTo>
                  <a:pt x="10335" y="11175"/>
                </a:lnTo>
                <a:lnTo>
                  <a:pt x="10574" y="10943"/>
                </a:lnTo>
                <a:lnTo>
                  <a:pt x="10662" y="10802"/>
                </a:lnTo>
                <a:lnTo>
                  <a:pt x="10851" y="10557"/>
                </a:lnTo>
                <a:lnTo>
                  <a:pt x="11077" y="10325"/>
                </a:lnTo>
                <a:lnTo>
                  <a:pt x="11165" y="10184"/>
                </a:lnTo>
                <a:lnTo>
                  <a:pt x="11354" y="9952"/>
                </a:lnTo>
                <a:lnTo>
                  <a:pt x="11580" y="9720"/>
                </a:lnTo>
                <a:lnTo>
                  <a:pt x="11668" y="9578"/>
                </a:lnTo>
                <a:lnTo>
                  <a:pt x="11857" y="9347"/>
                </a:lnTo>
                <a:lnTo>
                  <a:pt x="12083" y="9102"/>
                </a:lnTo>
                <a:lnTo>
                  <a:pt x="12259" y="8870"/>
                </a:lnTo>
                <a:lnTo>
                  <a:pt x="12360" y="8729"/>
                </a:lnTo>
                <a:lnTo>
                  <a:pt x="12586" y="8497"/>
                </a:lnTo>
                <a:lnTo>
                  <a:pt x="12762" y="8265"/>
                </a:lnTo>
                <a:lnTo>
                  <a:pt x="12951" y="8033"/>
                </a:lnTo>
                <a:lnTo>
                  <a:pt x="13089" y="7930"/>
                </a:lnTo>
                <a:lnTo>
                  <a:pt x="13177" y="7789"/>
                </a:lnTo>
                <a:lnTo>
                  <a:pt x="13265" y="7647"/>
                </a:lnTo>
                <a:lnTo>
                  <a:pt x="13454" y="7415"/>
                </a:lnTo>
                <a:lnTo>
                  <a:pt x="13592" y="7325"/>
                </a:lnTo>
                <a:lnTo>
                  <a:pt x="13680" y="7184"/>
                </a:lnTo>
                <a:lnTo>
                  <a:pt x="13869" y="6952"/>
                </a:lnTo>
                <a:lnTo>
                  <a:pt x="14095" y="6720"/>
                </a:lnTo>
                <a:lnTo>
                  <a:pt x="14271" y="6476"/>
                </a:lnTo>
                <a:lnTo>
                  <a:pt x="14460" y="6244"/>
                </a:lnTo>
                <a:lnTo>
                  <a:pt x="14598" y="6154"/>
                </a:lnTo>
                <a:lnTo>
                  <a:pt x="14686" y="6012"/>
                </a:lnTo>
                <a:lnTo>
                  <a:pt x="14875" y="5780"/>
                </a:lnTo>
                <a:lnTo>
                  <a:pt x="15101" y="5536"/>
                </a:lnTo>
                <a:lnTo>
                  <a:pt x="15290" y="5304"/>
                </a:lnTo>
                <a:lnTo>
                  <a:pt x="15466" y="5072"/>
                </a:lnTo>
                <a:lnTo>
                  <a:pt x="15604" y="4982"/>
                </a:lnTo>
                <a:lnTo>
                  <a:pt x="15692" y="4840"/>
                </a:lnTo>
                <a:lnTo>
                  <a:pt x="15881" y="4647"/>
                </a:lnTo>
                <a:lnTo>
                  <a:pt x="15969" y="4506"/>
                </a:lnTo>
                <a:lnTo>
                  <a:pt x="16107" y="4416"/>
                </a:lnTo>
                <a:lnTo>
                  <a:pt x="16195" y="4274"/>
                </a:lnTo>
                <a:lnTo>
                  <a:pt x="16384" y="4042"/>
                </a:lnTo>
                <a:lnTo>
                  <a:pt x="16610" y="3810"/>
                </a:lnTo>
                <a:lnTo>
                  <a:pt x="16799" y="3617"/>
                </a:lnTo>
                <a:lnTo>
                  <a:pt x="16887" y="3476"/>
                </a:lnTo>
                <a:lnTo>
                  <a:pt x="17113" y="3244"/>
                </a:lnTo>
                <a:lnTo>
                  <a:pt x="17302" y="3012"/>
                </a:lnTo>
                <a:lnTo>
                  <a:pt x="17478" y="2819"/>
                </a:lnTo>
                <a:lnTo>
                  <a:pt x="17616" y="2677"/>
                </a:lnTo>
                <a:lnTo>
                  <a:pt x="17805" y="2446"/>
                </a:lnTo>
                <a:lnTo>
                  <a:pt x="17981" y="2253"/>
                </a:lnTo>
                <a:lnTo>
                  <a:pt x="18119" y="2111"/>
                </a:lnTo>
                <a:lnTo>
                  <a:pt x="18308" y="1879"/>
                </a:lnTo>
                <a:lnTo>
                  <a:pt x="18484" y="1699"/>
                </a:lnTo>
                <a:lnTo>
                  <a:pt x="18622" y="1557"/>
                </a:lnTo>
                <a:lnTo>
                  <a:pt x="18811" y="1313"/>
                </a:lnTo>
                <a:lnTo>
                  <a:pt x="18987" y="1132"/>
                </a:lnTo>
                <a:lnTo>
                  <a:pt x="19125" y="991"/>
                </a:lnTo>
                <a:lnTo>
                  <a:pt x="19313" y="798"/>
                </a:lnTo>
                <a:lnTo>
                  <a:pt x="19401" y="656"/>
                </a:lnTo>
                <a:lnTo>
                  <a:pt x="19628" y="476"/>
                </a:lnTo>
                <a:lnTo>
                  <a:pt x="19728" y="334"/>
                </a:lnTo>
                <a:lnTo>
                  <a:pt x="19904" y="141"/>
                </a:lnTo>
                <a:lnTo>
                  <a:pt x="19992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5026106" y="3811700"/>
            <a:ext cx="20055" cy="19042"/>
          </a:xfrm>
          <a:custGeom>
            <a:avLst/>
            <a:gdLst/>
            <a:ahLst/>
            <a:cxnLst/>
            <a:rect l="l" t="t" r="r" b="b"/>
            <a:pathLst>
              <a:path w="20055" h="19042">
                <a:moveTo>
                  <a:pt x="0" y="19042"/>
                </a:moveTo>
                <a:lnTo>
                  <a:pt x="138" y="18951"/>
                </a:lnTo>
                <a:lnTo>
                  <a:pt x="238" y="18810"/>
                </a:lnTo>
                <a:lnTo>
                  <a:pt x="414" y="18630"/>
                </a:lnTo>
                <a:lnTo>
                  <a:pt x="641" y="18385"/>
                </a:lnTo>
                <a:lnTo>
                  <a:pt x="829" y="18205"/>
                </a:lnTo>
                <a:lnTo>
                  <a:pt x="917" y="18063"/>
                </a:lnTo>
                <a:lnTo>
                  <a:pt x="1144" y="17870"/>
                </a:lnTo>
                <a:lnTo>
                  <a:pt x="1244" y="17728"/>
                </a:lnTo>
                <a:lnTo>
                  <a:pt x="1420" y="17548"/>
                </a:lnTo>
                <a:lnTo>
                  <a:pt x="1521" y="17406"/>
                </a:lnTo>
                <a:lnTo>
                  <a:pt x="1747" y="17213"/>
                </a:lnTo>
                <a:lnTo>
                  <a:pt x="1923" y="16982"/>
                </a:lnTo>
                <a:lnTo>
                  <a:pt x="2162" y="16788"/>
                </a:lnTo>
                <a:lnTo>
                  <a:pt x="2250" y="16660"/>
                </a:lnTo>
                <a:lnTo>
                  <a:pt x="2426" y="16467"/>
                </a:lnTo>
                <a:lnTo>
                  <a:pt x="2665" y="16235"/>
                </a:lnTo>
                <a:lnTo>
                  <a:pt x="2841" y="16042"/>
                </a:lnTo>
                <a:lnTo>
                  <a:pt x="3030" y="15810"/>
                </a:lnTo>
                <a:lnTo>
                  <a:pt x="3168" y="15720"/>
                </a:lnTo>
                <a:lnTo>
                  <a:pt x="3344" y="15527"/>
                </a:lnTo>
                <a:lnTo>
                  <a:pt x="3432" y="15385"/>
                </a:lnTo>
                <a:lnTo>
                  <a:pt x="3671" y="15205"/>
                </a:lnTo>
                <a:lnTo>
                  <a:pt x="3847" y="14960"/>
                </a:lnTo>
                <a:lnTo>
                  <a:pt x="4036" y="14780"/>
                </a:lnTo>
                <a:lnTo>
                  <a:pt x="4174" y="14677"/>
                </a:lnTo>
                <a:lnTo>
                  <a:pt x="4350" y="14445"/>
                </a:lnTo>
                <a:lnTo>
                  <a:pt x="4539" y="14265"/>
                </a:lnTo>
                <a:lnTo>
                  <a:pt x="4677" y="14162"/>
                </a:lnTo>
                <a:lnTo>
                  <a:pt x="4853" y="13930"/>
                </a:lnTo>
                <a:lnTo>
                  <a:pt x="5042" y="13750"/>
                </a:lnTo>
                <a:lnTo>
                  <a:pt x="5180" y="13647"/>
                </a:lnTo>
                <a:lnTo>
                  <a:pt x="5356" y="13415"/>
                </a:lnTo>
                <a:lnTo>
                  <a:pt x="5582" y="13222"/>
                </a:lnTo>
                <a:lnTo>
                  <a:pt x="5771" y="13042"/>
                </a:lnTo>
                <a:lnTo>
                  <a:pt x="5960" y="12810"/>
                </a:lnTo>
                <a:lnTo>
                  <a:pt x="6098" y="12707"/>
                </a:lnTo>
                <a:lnTo>
                  <a:pt x="6274" y="12527"/>
                </a:lnTo>
                <a:lnTo>
                  <a:pt x="6463" y="12334"/>
                </a:lnTo>
                <a:lnTo>
                  <a:pt x="6601" y="12192"/>
                </a:lnTo>
                <a:lnTo>
                  <a:pt x="6777" y="12012"/>
                </a:lnTo>
                <a:lnTo>
                  <a:pt x="6966" y="11819"/>
                </a:lnTo>
                <a:lnTo>
                  <a:pt x="7104" y="11729"/>
                </a:lnTo>
                <a:lnTo>
                  <a:pt x="7280" y="11497"/>
                </a:lnTo>
                <a:lnTo>
                  <a:pt x="7469" y="11304"/>
                </a:lnTo>
                <a:lnTo>
                  <a:pt x="7607" y="11214"/>
                </a:lnTo>
                <a:lnTo>
                  <a:pt x="7783" y="11020"/>
                </a:lnTo>
                <a:lnTo>
                  <a:pt x="7972" y="10840"/>
                </a:lnTo>
                <a:lnTo>
                  <a:pt x="8110" y="10737"/>
                </a:lnTo>
                <a:lnTo>
                  <a:pt x="8286" y="10505"/>
                </a:lnTo>
                <a:lnTo>
                  <a:pt x="8475" y="10325"/>
                </a:lnTo>
                <a:lnTo>
                  <a:pt x="8613" y="10222"/>
                </a:lnTo>
                <a:lnTo>
                  <a:pt x="8789" y="10042"/>
                </a:lnTo>
                <a:lnTo>
                  <a:pt x="8977" y="9849"/>
                </a:lnTo>
                <a:lnTo>
                  <a:pt x="9116" y="9759"/>
                </a:lnTo>
                <a:lnTo>
                  <a:pt x="9292" y="9566"/>
                </a:lnTo>
                <a:lnTo>
                  <a:pt x="9480" y="9385"/>
                </a:lnTo>
                <a:lnTo>
                  <a:pt x="9619" y="9244"/>
                </a:lnTo>
                <a:lnTo>
                  <a:pt x="9795" y="9051"/>
                </a:lnTo>
                <a:lnTo>
                  <a:pt x="9983" y="8870"/>
                </a:lnTo>
                <a:lnTo>
                  <a:pt x="10122" y="8767"/>
                </a:lnTo>
                <a:lnTo>
                  <a:pt x="10298" y="8587"/>
                </a:lnTo>
                <a:lnTo>
                  <a:pt x="10486" y="8394"/>
                </a:lnTo>
                <a:lnTo>
                  <a:pt x="10625" y="8304"/>
                </a:lnTo>
                <a:lnTo>
                  <a:pt x="10801" y="8111"/>
                </a:lnTo>
                <a:lnTo>
                  <a:pt x="10989" y="7930"/>
                </a:lnTo>
                <a:lnTo>
                  <a:pt x="11128" y="7827"/>
                </a:lnTo>
                <a:lnTo>
                  <a:pt x="11304" y="7647"/>
                </a:lnTo>
                <a:lnTo>
                  <a:pt x="11492" y="7454"/>
                </a:lnTo>
                <a:lnTo>
                  <a:pt x="11631" y="7364"/>
                </a:lnTo>
                <a:lnTo>
                  <a:pt x="11807" y="7171"/>
                </a:lnTo>
                <a:lnTo>
                  <a:pt x="11995" y="6991"/>
                </a:lnTo>
                <a:lnTo>
                  <a:pt x="12134" y="6888"/>
                </a:lnTo>
                <a:lnTo>
                  <a:pt x="12322" y="6707"/>
                </a:lnTo>
                <a:lnTo>
                  <a:pt x="12498" y="6514"/>
                </a:lnTo>
                <a:lnTo>
                  <a:pt x="12637" y="6424"/>
                </a:lnTo>
                <a:lnTo>
                  <a:pt x="12825" y="6231"/>
                </a:lnTo>
                <a:lnTo>
                  <a:pt x="13001" y="6051"/>
                </a:lnTo>
                <a:lnTo>
                  <a:pt x="13140" y="5961"/>
                </a:lnTo>
                <a:lnTo>
                  <a:pt x="13328" y="5819"/>
                </a:lnTo>
                <a:lnTo>
                  <a:pt x="13504" y="5626"/>
                </a:lnTo>
                <a:lnTo>
                  <a:pt x="13643" y="5536"/>
                </a:lnTo>
                <a:lnTo>
                  <a:pt x="13831" y="5343"/>
                </a:lnTo>
                <a:lnTo>
                  <a:pt x="14007" y="5162"/>
                </a:lnTo>
                <a:lnTo>
                  <a:pt x="14145" y="5059"/>
                </a:lnTo>
                <a:lnTo>
                  <a:pt x="14334" y="4879"/>
                </a:lnTo>
                <a:lnTo>
                  <a:pt x="14510" y="4686"/>
                </a:lnTo>
                <a:lnTo>
                  <a:pt x="14648" y="4647"/>
                </a:lnTo>
                <a:lnTo>
                  <a:pt x="14837" y="4454"/>
                </a:lnTo>
                <a:lnTo>
                  <a:pt x="15013" y="4261"/>
                </a:lnTo>
                <a:lnTo>
                  <a:pt x="15151" y="4171"/>
                </a:lnTo>
                <a:lnTo>
                  <a:pt x="15340" y="3991"/>
                </a:lnTo>
                <a:lnTo>
                  <a:pt x="15516" y="3849"/>
                </a:lnTo>
                <a:lnTo>
                  <a:pt x="15654" y="3746"/>
                </a:lnTo>
                <a:lnTo>
                  <a:pt x="15755" y="3656"/>
                </a:lnTo>
                <a:lnTo>
                  <a:pt x="15843" y="3566"/>
                </a:lnTo>
                <a:lnTo>
                  <a:pt x="15931" y="3463"/>
                </a:lnTo>
                <a:lnTo>
                  <a:pt x="16157" y="3283"/>
                </a:lnTo>
                <a:lnTo>
                  <a:pt x="16346" y="3141"/>
                </a:lnTo>
                <a:lnTo>
                  <a:pt x="16522" y="2948"/>
                </a:lnTo>
                <a:lnTo>
                  <a:pt x="16660" y="2858"/>
                </a:lnTo>
                <a:lnTo>
                  <a:pt x="16849" y="2665"/>
                </a:lnTo>
                <a:lnTo>
                  <a:pt x="17025" y="2536"/>
                </a:lnTo>
                <a:lnTo>
                  <a:pt x="17163" y="2433"/>
                </a:lnTo>
                <a:lnTo>
                  <a:pt x="17352" y="2253"/>
                </a:lnTo>
                <a:lnTo>
                  <a:pt x="17528" y="2111"/>
                </a:lnTo>
                <a:lnTo>
                  <a:pt x="17666" y="2008"/>
                </a:lnTo>
                <a:lnTo>
                  <a:pt x="17855" y="1828"/>
                </a:lnTo>
                <a:lnTo>
                  <a:pt x="18031" y="1686"/>
                </a:lnTo>
                <a:lnTo>
                  <a:pt x="18169" y="1596"/>
                </a:lnTo>
                <a:lnTo>
                  <a:pt x="18358" y="1403"/>
                </a:lnTo>
                <a:lnTo>
                  <a:pt x="18546" y="1261"/>
                </a:lnTo>
                <a:lnTo>
                  <a:pt x="18773" y="1081"/>
                </a:lnTo>
                <a:lnTo>
                  <a:pt x="18949" y="939"/>
                </a:lnTo>
                <a:lnTo>
                  <a:pt x="19175" y="746"/>
                </a:lnTo>
                <a:lnTo>
                  <a:pt x="19364" y="605"/>
                </a:lnTo>
                <a:lnTo>
                  <a:pt x="19552" y="424"/>
                </a:lnTo>
                <a:lnTo>
                  <a:pt x="19691" y="321"/>
                </a:lnTo>
                <a:lnTo>
                  <a:pt x="19867" y="180"/>
                </a:lnTo>
                <a:lnTo>
                  <a:pt x="20055" y="0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5046162" y="3798465"/>
            <a:ext cx="20043" cy="13235"/>
          </a:xfrm>
          <a:custGeom>
            <a:avLst/>
            <a:gdLst/>
            <a:ahLst/>
            <a:cxnLst/>
            <a:rect l="l" t="t" r="r" b="b"/>
            <a:pathLst>
              <a:path w="20043" h="13235">
                <a:moveTo>
                  <a:pt x="0" y="13235"/>
                </a:moveTo>
                <a:lnTo>
                  <a:pt x="138" y="13183"/>
                </a:lnTo>
                <a:lnTo>
                  <a:pt x="314" y="13003"/>
                </a:lnTo>
                <a:lnTo>
                  <a:pt x="502" y="12862"/>
                </a:lnTo>
                <a:lnTo>
                  <a:pt x="641" y="12759"/>
                </a:lnTo>
                <a:lnTo>
                  <a:pt x="817" y="12617"/>
                </a:lnTo>
                <a:lnTo>
                  <a:pt x="1005" y="12437"/>
                </a:lnTo>
                <a:lnTo>
                  <a:pt x="1144" y="12385"/>
                </a:lnTo>
                <a:lnTo>
                  <a:pt x="1320" y="12205"/>
                </a:lnTo>
                <a:lnTo>
                  <a:pt x="1508" y="12063"/>
                </a:lnTo>
                <a:lnTo>
                  <a:pt x="1647" y="11960"/>
                </a:lnTo>
                <a:lnTo>
                  <a:pt x="1823" y="11819"/>
                </a:lnTo>
                <a:lnTo>
                  <a:pt x="2011" y="11638"/>
                </a:lnTo>
                <a:lnTo>
                  <a:pt x="2150" y="11587"/>
                </a:lnTo>
                <a:lnTo>
                  <a:pt x="2326" y="11407"/>
                </a:lnTo>
                <a:lnTo>
                  <a:pt x="2514" y="11265"/>
                </a:lnTo>
                <a:lnTo>
                  <a:pt x="2653" y="11162"/>
                </a:lnTo>
                <a:lnTo>
                  <a:pt x="2829" y="11020"/>
                </a:lnTo>
                <a:lnTo>
                  <a:pt x="3017" y="10892"/>
                </a:lnTo>
                <a:lnTo>
                  <a:pt x="3156" y="10789"/>
                </a:lnTo>
                <a:lnTo>
                  <a:pt x="3332" y="10647"/>
                </a:lnTo>
                <a:lnTo>
                  <a:pt x="3520" y="10505"/>
                </a:lnTo>
                <a:lnTo>
                  <a:pt x="3659" y="10415"/>
                </a:lnTo>
                <a:lnTo>
                  <a:pt x="3835" y="10274"/>
                </a:lnTo>
                <a:lnTo>
                  <a:pt x="4023" y="10132"/>
                </a:lnTo>
                <a:lnTo>
                  <a:pt x="4162" y="10042"/>
                </a:lnTo>
                <a:lnTo>
                  <a:pt x="4338" y="9900"/>
                </a:lnTo>
                <a:lnTo>
                  <a:pt x="4526" y="9759"/>
                </a:lnTo>
                <a:lnTo>
                  <a:pt x="4665" y="9669"/>
                </a:lnTo>
                <a:lnTo>
                  <a:pt x="4841" y="9527"/>
                </a:lnTo>
                <a:lnTo>
                  <a:pt x="5029" y="9385"/>
                </a:lnTo>
                <a:lnTo>
                  <a:pt x="5167" y="9295"/>
                </a:lnTo>
                <a:lnTo>
                  <a:pt x="5344" y="9154"/>
                </a:lnTo>
                <a:lnTo>
                  <a:pt x="5532" y="9012"/>
                </a:lnTo>
                <a:lnTo>
                  <a:pt x="5670" y="8909"/>
                </a:lnTo>
                <a:lnTo>
                  <a:pt x="5859" y="8780"/>
                </a:lnTo>
                <a:lnTo>
                  <a:pt x="6035" y="8639"/>
                </a:lnTo>
                <a:lnTo>
                  <a:pt x="6173" y="8536"/>
                </a:lnTo>
                <a:lnTo>
                  <a:pt x="6362" y="8394"/>
                </a:lnTo>
                <a:lnTo>
                  <a:pt x="6538" y="8252"/>
                </a:lnTo>
                <a:lnTo>
                  <a:pt x="6676" y="8214"/>
                </a:lnTo>
                <a:lnTo>
                  <a:pt x="6865" y="8072"/>
                </a:lnTo>
                <a:lnTo>
                  <a:pt x="7041" y="7930"/>
                </a:lnTo>
                <a:lnTo>
                  <a:pt x="7179" y="7840"/>
                </a:lnTo>
                <a:lnTo>
                  <a:pt x="7368" y="7699"/>
                </a:lnTo>
                <a:lnTo>
                  <a:pt x="7544" y="7557"/>
                </a:lnTo>
                <a:lnTo>
                  <a:pt x="7682" y="7506"/>
                </a:lnTo>
                <a:lnTo>
                  <a:pt x="7871" y="7364"/>
                </a:lnTo>
                <a:lnTo>
                  <a:pt x="8047" y="7222"/>
                </a:lnTo>
                <a:lnTo>
                  <a:pt x="8185" y="7132"/>
                </a:lnTo>
                <a:lnTo>
                  <a:pt x="8374" y="6991"/>
                </a:lnTo>
                <a:lnTo>
                  <a:pt x="8550" y="6849"/>
                </a:lnTo>
                <a:lnTo>
                  <a:pt x="8688" y="6797"/>
                </a:lnTo>
                <a:lnTo>
                  <a:pt x="8877" y="6669"/>
                </a:lnTo>
                <a:lnTo>
                  <a:pt x="9053" y="6527"/>
                </a:lnTo>
                <a:lnTo>
                  <a:pt x="9191" y="6476"/>
                </a:lnTo>
                <a:lnTo>
                  <a:pt x="9380" y="6334"/>
                </a:lnTo>
                <a:lnTo>
                  <a:pt x="9556" y="6192"/>
                </a:lnTo>
                <a:lnTo>
                  <a:pt x="9694" y="6102"/>
                </a:lnTo>
                <a:lnTo>
                  <a:pt x="9883" y="5999"/>
                </a:lnTo>
                <a:lnTo>
                  <a:pt x="10059" y="5870"/>
                </a:lnTo>
                <a:lnTo>
                  <a:pt x="10197" y="5767"/>
                </a:lnTo>
                <a:lnTo>
                  <a:pt x="10386" y="5626"/>
                </a:lnTo>
                <a:lnTo>
                  <a:pt x="10562" y="5536"/>
                </a:lnTo>
                <a:lnTo>
                  <a:pt x="10700" y="5446"/>
                </a:lnTo>
                <a:lnTo>
                  <a:pt x="10889" y="5304"/>
                </a:lnTo>
                <a:lnTo>
                  <a:pt x="11065" y="5214"/>
                </a:lnTo>
                <a:lnTo>
                  <a:pt x="11203" y="5111"/>
                </a:lnTo>
                <a:lnTo>
                  <a:pt x="11392" y="5021"/>
                </a:lnTo>
                <a:lnTo>
                  <a:pt x="11568" y="4879"/>
                </a:lnTo>
                <a:lnTo>
                  <a:pt x="11706" y="4789"/>
                </a:lnTo>
                <a:lnTo>
                  <a:pt x="11895" y="4686"/>
                </a:lnTo>
                <a:lnTo>
                  <a:pt x="12083" y="4557"/>
                </a:lnTo>
                <a:lnTo>
                  <a:pt x="12310" y="4416"/>
                </a:lnTo>
                <a:lnTo>
                  <a:pt x="12486" y="4313"/>
                </a:lnTo>
                <a:lnTo>
                  <a:pt x="12712" y="4171"/>
                </a:lnTo>
                <a:lnTo>
                  <a:pt x="12901" y="4029"/>
                </a:lnTo>
                <a:lnTo>
                  <a:pt x="13089" y="3939"/>
                </a:lnTo>
                <a:lnTo>
                  <a:pt x="13228" y="3849"/>
                </a:lnTo>
                <a:lnTo>
                  <a:pt x="13404" y="3759"/>
                </a:lnTo>
                <a:lnTo>
                  <a:pt x="13592" y="3617"/>
                </a:lnTo>
                <a:lnTo>
                  <a:pt x="13731" y="3566"/>
                </a:lnTo>
                <a:lnTo>
                  <a:pt x="13907" y="3424"/>
                </a:lnTo>
                <a:lnTo>
                  <a:pt x="14095" y="3334"/>
                </a:lnTo>
                <a:lnTo>
                  <a:pt x="14234" y="3231"/>
                </a:lnTo>
                <a:lnTo>
                  <a:pt x="14410" y="3141"/>
                </a:lnTo>
                <a:lnTo>
                  <a:pt x="14598" y="2999"/>
                </a:lnTo>
                <a:lnTo>
                  <a:pt x="14736" y="2961"/>
                </a:lnTo>
                <a:lnTo>
                  <a:pt x="14913" y="2819"/>
                </a:lnTo>
                <a:lnTo>
                  <a:pt x="15101" y="2716"/>
                </a:lnTo>
                <a:lnTo>
                  <a:pt x="15239" y="2677"/>
                </a:lnTo>
                <a:lnTo>
                  <a:pt x="15415" y="2536"/>
                </a:lnTo>
                <a:lnTo>
                  <a:pt x="15604" y="2446"/>
                </a:lnTo>
                <a:lnTo>
                  <a:pt x="15742" y="2343"/>
                </a:lnTo>
                <a:lnTo>
                  <a:pt x="15918" y="2253"/>
                </a:lnTo>
                <a:lnTo>
                  <a:pt x="16107" y="2111"/>
                </a:lnTo>
                <a:lnTo>
                  <a:pt x="16245" y="2059"/>
                </a:lnTo>
                <a:lnTo>
                  <a:pt x="16421" y="1969"/>
                </a:lnTo>
                <a:lnTo>
                  <a:pt x="16610" y="1828"/>
                </a:lnTo>
                <a:lnTo>
                  <a:pt x="16748" y="1776"/>
                </a:lnTo>
                <a:lnTo>
                  <a:pt x="16924" y="1686"/>
                </a:lnTo>
                <a:lnTo>
                  <a:pt x="17113" y="1544"/>
                </a:lnTo>
                <a:lnTo>
                  <a:pt x="17251" y="1506"/>
                </a:lnTo>
                <a:lnTo>
                  <a:pt x="17427" y="1403"/>
                </a:lnTo>
                <a:lnTo>
                  <a:pt x="17616" y="1261"/>
                </a:lnTo>
                <a:lnTo>
                  <a:pt x="17754" y="1223"/>
                </a:lnTo>
                <a:lnTo>
                  <a:pt x="17930" y="1120"/>
                </a:lnTo>
                <a:lnTo>
                  <a:pt x="18119" y="991"/>
                </a:lnTo>
                <a:lnTo>
                  <a:pt x="18257" y="939"/>
                </a:lnTo>
                <a:lnTo>
                  <a:pt x="18433" y="849"/>
                </a:lnTo>
                <a:lnTo>
                  <a:pt x="18622" y="746"/>
                </a:lnTo>
                <a:lnTo>
                  <a:pt x="18760" y="708"/>
                </a:lnTo>
                <a:lnTo>
                  <a:pt x="18936" y="566"/>
                </a:lnTo>
                <a:lnTo>
                  <a:pt x="19125" y="463"/>
                </a:lnTo>
                <a:lnTo>
                  <a:pt x="19263" y="424"/>
                </a:lnTo>
                <a:lnTo>
                  <a:pt x="19452" y="334"/>
                </a:lnTo>
                <a:lnTo>
                  <a:pt x="19628" y="193"/>
                </a:lnTo>
                <a:lnTo>
                  <a:pt x="19766" y="141"/>
                </a:lnTo>
                <a:lnTo>
                  <a:pt x="19955" y="51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5066205" y="3791191"/>
            <a:ext cx="20043" cy="7274"/>
          </a:xfrm>
          <a:custGeom>
            <a:avLst/>
            <a:gdLst/>
            <a:ahLst/>
            <a:cxnLst/>
            <a:rect l="l" t="t" r="r" b="b"/>
            <a:pathLst>
              <a:path w="20043" h="7274">
                <a:moveTo>
                  <a:pt x="0" y="7274"/>
                </a:moveTo>
                <a:lnTo>
                  <a:pt x="226" y="7184"/>
                </a:lnTo>
                <a:lnTo>
                  <a:pt x="414" y="7081"/>
                </a:lnTo>
                <a:lnTo>
                  <a:pt x="590" y="6939"/>
                </a:lnTo>
                <a:lnTo>
                  <a:pt x="729" y="6900"/>
                </a:lnTo>
                <a:lnTo>
                  <a:pt x="917" y="6810"/>
                </a:lnTo>
                <a:lnTo>
                  <a:pt x="1093" y="6707"/>
                </a:lnTo>
                <a:lnTo>
                  <a:pt x="1232" y="6669"/>
                </a:lnTo>
                <a:lnTo>
                  <a:pt x="1420" y="6566"/>
                </a:lnTo>
                <a:lnTo>
                  <a:pt x="1596" y="6476"/>
                </a:lnTo>
                <a:lnTo>
                  <a:pt x="1735" y="6424"/>
                </a:lnTo>
                <a:lnTo>
                  <a:pt x="1823" y="6385"/>
                </a:lnTo>
                <a:lnTo>
                  <a:pt x="1923" y="6334"/>
                </a:lnTo>
                <a:lnTo>
                  <a:pt x="2011" y="6282"/>
                </a:lnTo>
                <a:lnTo>
                  <a:pt x="2099" y="6192"/>
                </a:lnTo>
                <a:lnTo>
                  <a:pt x="2238" y="6154"/>
                </a:lnTo>
                <a:lnTo>
                  <a:pt x="2426" y="6051"/>
                </a:lnTo>
                <a:lnTo>
                  <a:pt x="2602" y="5961"/>
                </a:lnTo>
                <a:lnTo>
                  <a:pt x="2741" y="5909"/>
                </a:lnTo>
                <a:lnTo>
                  <a:pt x="2929" y="5819"/>
                </a:lnTo>
                <a:lnTo>
                  <a:pt x="3105" y="5729"/>
                </a:lnTo>
                <a:lnTo>
                  <a:pt x="3244" y="5677"/>
                </a:lnTo>
                <a:lnTo>
                  <a:pt x="3432" y="5587"/>
                </a:lnTo>
                <a:lnTo>
                  <a:pt x="3608" y="5497"/>
                </a:lnTo>
                <a:lnTo>
                  <a:pt x="3747" y="5446"/>
                </a:lnTo>
                <a:lnTo>
                  <a:pt x="3935" y="5355"/>
                </a:lnTo>
                <a:lnTo>
                  <a:pt x="4111" y="5252"/>
                </a:lnTo>
                <a:lnTo>
                  <a:pt x="4250" y="5252"/>
                </a:lnTo>
                <a:lnTo>
                  <a:pt x="4438" y="5162"/>
                </a:lnTo>
                <a:lnTo>
                  <a:pt x="4614" y="5072"/>
                </a:lnTo>
                <a:lnTo>
                  <a:pt x="4753" y="5021"/>
                </a:lnTo>
                <a:lnTo>
                  <a:pt x="4941" y="4931"/>
                </a:lnTo>
                <a:lnTo>
                  <a:pt x="5117" y="4828"/>
                </a:lnTo>
                <a:lnTo>
                  <a:pt x="5256" y="4789"/>
                </a:lnTo>
                <a:lnTo>
                  <a:pt x="5444" y="4699"/>
                </a:lnTo>
                <a:lnTo>
                  <a:pt x="5633" y="4596"/>
                </a:lnTo>
                <a:lnTo>
                  <a:pt x="5859" y="4506"/>
                </a:lnTo>
                <a:lnTo>
                  <a:pt x="6035" y="4454"/>
                </a:lnTo>
                <a:lnTo>
                  <a:pt x="6261" y="4364"/>
                </a:lnTo>
                <a:lnTo>
                  <a:pt x="6450" y="4274"/>
                </a:lnTo>
                <a:lnTo>
                  <a:pt x="6639" y="4171"/>
                </a:lnTo>
                <a:lnTo>
                  <a:pt x="6777" y="4132"/>
                </a:lnTo>
                <a:lnTo>
                  <a:pt x="6953" y="4081"/>
                </a:lnTo>
                <a:lnTo>
                  <a:pt x="7142" y="3991"/>
                </a:lnTo>
                <a:lnTo>
                  <a:pt x="7280" y="3939"/>
                </a:lnTo>
                <a:lnTo>
                  <a:pt x="7456" y="3849"/>
                </a:lnTo>
                <a:lnTo>
                  <a:pt x="7645" y="3798"/>
                </a:lnTo>
                <a:lnTo>
                  <a:pt x="7783" y="3759"/>
                </a:lnTo>
                <a:lnTo>
                  <a:pt x="7959" y="3656"/>
                </a:lnTo>
                <a:lnTo>
                  <a:pt x="8148" y="3566"/>
                </a:lnTo>
                <a:lnTo>
                  <a:pt x="8286" y="3514"/>
                </a:lnTo>
                <a:lnTo>
                  <a:pt x="8462" y="3476"/>
                </a:lnTo>
                <a:lnTo>
                  <a:pt x="8651" y="3386"/>
                </a:lnTo>
                <a:lnTo>
                  <a:pt x="8789" y="3334"/>
                </a:lnTo>
                <a:lnTo>
                  <a:pt x="8965" y="3283"/>
                </a:lnTo>
                <a:lnTo>
                  <a:pt x="9154" y="3192"/>
                </a:lnTo>
                <a:lnTo>
                  <a:pt x="9292" y="3141"/>
                </a:lnTo>
                <a:lnTo>
                  <a:pt x="9468" y="3102"/>
                </a:lnTo>
                <a:lnTo>
                  <a:pt x="9656" y="2999"/>
                </a:lnTo>
                <a:lnTo>
                  <a:pt x="9795" y="2961"/>
                </a:lnTo>
                <a:lnTo>
                  <a:pt x="9971" y="2909"/>
                </a:lnTo>
                <a:lnTo>
                  <a:pt x="10159" y="2819"/>
                </a:lnTo>
                <a:lnTo>
                  <a:pt x="10298" y="2768"/>
                </a:lnTo>
                <a:lnTo>
                  <a:pt x="10474" y="2716"/>
                </a:lnTo>
                <a:lnTo>
                  <a:pt x="10662" y="2626"/>
                </a:lnTo>
                <a:lnTo>
                  <a:pt x="10801" y="2626"/>
                </a:lnTo>
                <a:lnTo>
                  <a:pt x="10977" y="2536"/>
                </a:lnTo>
                <a:lnTo>
                  <a:pt x="11165" y="2484"/>
                </a:lnTo>
                <a:lnTo>
                  <a:pt x="11304" y="2446"/>
                </a:lnTo>
                <a:lnTo>
                  <a:pt x="11480" y="2343"/>
                </a:lnTo>
                <a:lnTo>
                  <a:pt x="11668" y="2304"/>
                </a:lnTo>
                <a:lnTo>
                  <a:pt x="11807" y="2253"/>
                </a:lnTo>
                <a:lnTo>
                  <a:pt x="11983" y="2201"/>
                </a:lnTo>
                <a:lnTo>
                  <a:pt x="12171" y="2111"/>
                </a:lnTo>
                <a:lnTo>
                  <a:pt x="12310" y="2111"/>
                </a:lnTo>
                <a:lnTo>
                  <a:pt x="12486" y="2021"/>
                </a:lnTo>
                <a:lnTo>
                  <a:pt x="12674" y="1969"/>
                </a:lnTo>
                <a:lnTo>
                  <a:pt x="12813" y="1931"/>
                </a:lnTo>
                <a:lnTo>
                  <a:pt x="13001" y="1879"/>
                </a:lnTo>
                <a:lnTo>
                  <a:pt x="13177" y="1789"/>
                </a:lnTo>
                <a:lnTo>
                  <a:pt x="13316" y="1789"/>
                </a:lnTo>
                <a:lnTo>
                  <a:pt x="13504" y="1686"/>
                </a:lnTo>
                <a:lnTo>
                  <a:pt x="13680" y="1647"/>
                </a:lnTo>
                <a:lnTo>
                  <a:pt x="13819" y="1596"/>
                </a:lnTo>
                <a:lnTo>
                  <a:pt x="14007" y="1544"/>
                </a:lnTo>
                <a:lnTo>
                  <a:pt x="14183" y="1506"/>
                </a:lnTo>
                <a:lnTo>
                  <a:pt x="14322" y="1454"/>
                </a:lnTo>
                <a:lnTo>
                  <a:pt x="14510" y="1403"/>
                </a:lnTo>
                <a:lnTo>
                  <a:pt x="14686" y="1364"/>
                </a:lnTo>
                <a:lnTo>
                  <a:pt x="14824" y="1313"/>
                </a:lnTo>
                <a:lnTo>
                  <a:pt x="15013" y="1274"/>
                </a:lnTo>
                <a:lnTo>
                  <a:pt x="15189" y="1223"/>
                </a:lnTo>
                <a:lnTo>
                  <a:pt x="15327" y="1171"/>
                </a:lnTo>
                <a:lnTo>
                  <a:pt x="15516" y="1132"/>
                </a:lnTo>
                <a:lnTo>
                  <a:pt x="15692" y="1081"/>
                </a:lnTo>
                <a:lnTo>
                  <a:pt x="15830" y="1029"/>
                </a:lnTo>
                <a:lnTo>
                  <a:pt x="16019" y="991"/>
                </a:lnTo>
                <a:lnTo>
                  <a:pt x="16195" y="939"/>
                </a:lnTo>
                <a:lnTo>
                  <a:pt x="16333" y="888"/>
                </a:lnTo>
                <a:lnTo>
                  <a:pt x="16522" y="849"/>
                </a:lnTo>
                <a:lnTo>
                  <a:pt x="16698" y="798"/>
                </a:lnTo>
                <a:lnTo>
                  <a:pt x="16836" y="746"/>
                </a:lnTo>
                <a:lnTo>
                  <a:pt x="17025" y="708"/>
                </a:lnTo>
                <a:lnTo>
                  <a:pt x="17201" y="656"/>
                </a:lnTo>
                <a:lnTo>
                  <a:pt x="17339" y="605"/>
                </a:lnTo>
                <a:lnTo>
                  <a:pt x="17528" y="566"/>
                </a:lnTo>
                <a:lnTo>
                  <a:pt x="17704" y="514"/>
                </a:lnTo>
                <a:lnTo>
                  <a:pt x="17842" y="514"/>
                </a:lnTo>
                <a:lnTo>
                  <a:pt x="18031" y="476"/>
                </a:lnTo>
                <a:lnTo>
                  <a:pt x="18207" y="424"/>
                </a:lnTo>
                <a:lnTo>
                  <a:pt x="18345" y="373"/>
                </a:lnTo>
                <a:lnTo>
                  <a:pt x="18534" y="334"/>
                </a:lnTo>
                <a:lnTo>
                  <a:pt x="18710" y="283"/>
                </a:lnTo>
                <a:lnTo>
                  <a:pt x="18848" y="283"/>
                </a:lnTo>
                <a:lnTo>
                  <a:pt x="19037" y="231"/>
                </a:lnTo>
                <a:lnTo>
                  <a:pt x="19225" y="193"/>
                </a:lnTo>
                <a:lnTo>
                  <a:pt x="19452" y="141"/>
                </a:lnTo>
                <a:lnTo>
                  <a:pt x="19628" y="90"/>
                </a:lnTo>
                <a:lnTo>
                  <a:pt x="19854" y="51"/>
                </a:lnTo>
                <a:lnTo>
                  <a:pt x="20043" y="0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5086248" y="3789736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1454"/>
                </a:moveTo>
                <a:lnTo>
                  <a:pt x="188" y="1403"/>
                </a:lnTo>
                <a:lnTo>
                  <a:pt x="326" y="1403"/>
                </a:lnTo>
                <a:lnTo>
                  <a:pt x="502" y="1364"/>
                </a:lnTo>
                <a:lnTo>
                  <a:pt x="691" y="1313"/>
                </a:lnTo>
                <a:lnTo>
                  <a:pt x="829" y="1313"/>
                </a:lnTo>
                <a:lnTo>
                  <a:pt x="1005" y="1274"/>
                </a:lnTo>
                <a:lnTo>
                  <a:pt x="1194" y="1223"/>
                </a:lnTo>
                <a:lnTo>
                  <a:pt x="1332" y="1171"/>
                </a:lnTo>
                <a:lnTo>
                  <a:pt x="1508" y="1171"/>
                </a:lnTo>
                <a:lnTo>
                  <a:pt x="1697" y="1132"/>
                </a:lnTo>
                <a:lnTo>
                  <a:pt x="1835" y="1081"/>
                </a:lnTo>
                <a:lnTo>
                  <a:pt x="2011" y="1081"/>
                </a:lnTo>
                <a:lnTo>
                  <a:pt x="2200" y="1029"/>
                </a:lnTo>
                <a:lnTo>
                  <a:pt x="2338" y="1029"/>
                </a:lnTo>
                <a:lnTo>
                  <a:pt x="2514" y="991"/>
                </a:lnTo>
                <a:lnTo>
                  <a:pt x="2703" y="939"/>
                </a:lnTo>
                <a:lnTo>
                  <a:pt x="2841" y="939"/>
                </a:lnTo>
                <a:lnTo>
                  <a:pt x="3017" y="888"/>
                </a:lnTo>
                <a:lnTo>
                  <a:pt x="3206" y="849"/>
                </a:lnTo>
                <a:lnTo>
                  <a:pt x="3344" y="849"/>
                </a:lnTo>
                <a:lnTo>
                  <a:pt x="3520" y="798"/>
                </a:lnTo>
                <a:lnTo>
                  <a:pt x="3709" y="798"/>
                </a:lnTo>
                <a:lnTo>
                  <a:pt x="3847" y="746"/>
                </a:lnTo>
                <a:lnTo>
                  <a:pt x="4023" y="746"/>
                </a:lnTo>
                <a:lnTo>
                  <a:pt x="4212" y="708"/>
                </a:lnTo>
                <a:lnTo>
                  <a:pt x="4350" y="708"/>
                </a:lnTo>
                <a:lnTo>
                  <a:pt x="4526" y="656"/>
                </a:lnTo>
                <a:lnTo>
                  <a:pt x="4715" y="617"/>
                </a:lnTo>
                <a:lnTo>
                  <a:pt x="4853" y="617"/>
                </a:lnTo>
                <a:lnTo>
                  <a:pt x="5029" y="617"/>
                </a:lnTo>
                <a:lnTo>
                  <a:pt x="5218" y="566"/>
                </a:lnTo>
                <a:lnTo>
                  <a:pt x="5356" y="566"/>
                </a:lnTo>
                <a:lnTo>
                  <a:pt x="5532" y="514"/>
                </a:lnTo>
                <a:lnTo>
                  <a:pt x="5721" y="514"/>
                </a:lnTo>
                <a:lnTo>
                  <a:pt x="5859" y="476"/>
                </a:lnTo>
                <a:lnTo>
                  <a:pt x="6035" y="476"/>
                </a:lnTo>
                <a:lnTo>
                  <a:pt x="6224" y="424"/>
                </a:lnTo>
                <a:lnTo>
                  <a:pt x="6362" y="424"/>
                </a:lnTo>
                <a:lnTo>
                  <a:pt x="6538" y="424"/>
                </a:lnTo>
                <a:lnTo>
                  <a:pt x="6727" y="373"/>
                </a:lnTo>
                <a:lnTo>
                  <a:pt x="6865" y="373"/>
                </a:lnTo>
                <a:lnTo>
                  <a:pt x="7054" y="334"/>
                </a:lnTo>
                <a:lnTo>
                  <a:pt x="7230" y="334"/>
                </a:lnTo>
                <a:lnTo>
                  <a:pt x="7368" y="334"/>
                </a:lnTo>
                <a:lnTo>
                  <a:pt x="7557" y="283"/>
                </a:lnTo>
                <a:lnTo>
                  <a:pt x="7733" y="283"/>
                </a:lnTo>
                <a:lnTo>
                  <a:pt x="7871" y="283"/>
                </a:lnTo>
                <a:lnTo>
                  <a:pt x="8060" y="231"/>
                </a:lnTo>
                <a:lnTo>
                  <a:pt x="8236" y="231"/>
                </a:lnTo>
                <a:lnTo>
                  <a:pt x="8374" y="231"/>
                </a:lnTo>
                <a:lnTo>
                  <a:pt x="8563" y="231"/>
                </a:lnTo>
                <a:lnTo>
                  <a:pt x="8739" y="193"/>
                </a:lnTo>
                <a:lnTo>
                  <a:pt x="8877" y="193"/>
                </a:lnTo>
                <a:lnTo>
                  <a:pt x="9066" y="193"/>
                </a:lnTo>
                <a:lnTo>
                  <a:pt x="9242" y="141"/>
                </a:lnTo>
                <a:lnTo>
                  <a:pt x="9380" y="141"/>
                </a:lnTo>
                <a:lnTo>
                  <a:pt x="9568" y="141"/>
                </a:lnTo>
                <a:lnTo>
                  <a:pt x="9745" y="141"/>
                </a:lnTo>
                <a:lnTo>
                  <a:pt x="9883" y="141"/>
                </a:lnTo>
                <a:lnTo>
                  <a:pt x="10071" y="90"/>
                </a:lnTo>
                <a:lnTo>
                  <a:pt x="10247" y="90"/>
                </a:lnTo>
                <a:lnTo>
                  <a:pt x="10386" y="90"/>
                </a:lnTo>
                <a:lnTo>
                  <a:pt x="10574" y="90"/>
                </a:lnTo>
                <a:lnTo>
                  <a:pt x="10750" y="90"/>
                </a:lnTo>
                <a:lnTo>
                  <a:pt x="10889" y="51"/>
                </a:lnTo>
                <a:lnTo>
                  <a:pt x="11077" y="51"/>
                </a:lnTo>
                <a:lnTo>
                  <a:pt x="11253" y="51"/>
                </a:lnTo>
                <a:lnTo>
                  <a:pt x="11392" y="51"/>
                </a:lnTo>
                <a:lnTo>
                  <a:pt x="11580" y="51"/>
                </a:lnTo>
                <a:lnTo>
                  <a:pt x="11756" y="51"/>
                </a:lnTo>
                <a:lnTo>
                  <a:pt x="11895" y="51"/>
                </a:lnTo>
                <a:lnTo>
                  <a:pt x="12083" y="0"/>
                </a:lnTo>
                <a:lnTo>
                  <a:pt x="12259" y="0"/>
                </a:lnTo>
                <a:lnTo>
                  <a:pt x="12398" y="0"/>
                </a:lnTo>
                <a:lnTo>
                  <a:pt x="12586" y="0"/>
                </a:lnTo>
                <a:lnTo>
                  <a:pt x="12775" y="0"/>
                </a:lnTo>
                <a:lnTo>
                  <a:pt x="13001" y="0"/>
                </a:lnTo>
                <a:lnTo>
                  <a:pt x="13177" y="0"/>
                </a:lnTo>
                <a:lnTo>
                  <a:pt x="13404" y="0"/>
                </a:lnTo>
                <a:lnTo>
                  <a:pt x="13592" y="0"/>
                </a:lnTo>
                <a:lnTo>
                  <a:pt x="13781" y="0"/>
                </a:lnTo>
                <a:lnTo>
                  <a:pt x="14007" y="0"/>
                </a:lnTo>
                <a:lnTo>
                  <a:pt x="14183" y="0"/>
                </a:lnTo>
                <a:lnTo>
                  <a:pt x="14422" y="0"/>
                </a:lnTo>
                <a:lnTo>
                  <a:pt x="14598" y="0"/>
                </a:lnTo>
                <a:lnTo>
                  <a:pt x="14787" y="0"/>
                </a:lnTo>
                <a:lnTo>
                  <a:pt x="14925" y="0"/>
                </a:lnTo>
                <a:lnTo>
                  <a:pt x="15101" y="0"/>
                </a:lnTo>
                <a:lnTo>
                  <a:pt x="15290" y="0"/>
                </a:lnTo>
                <a:lnTo>
                  <a:pt x="15428" y="0"/>
                </a:lnTo>
                <a:lnTo>
                  <a:pt x="15604" y="51"/>
                </a:lnTo>
                <a:lnTo>
                  <a:pt x="15793" y="51"/>
                </a:lnTo>
                <a:lnTo>
                  <a:pt x="15931" y="51"/>
                </a:lnTo>
                <a:lnTo>
                  <a:pt x="16107" y="51"/>
                </a:lnTo>
                <a:lnTo>
                  <a:pt x="16296" y="51"/>
                </a:lnTo>
                <a:lnTo>
                  <a:pt x="16434" y="51"/>
                </a:lnTo>
                <a:lnTo>
                  <a:pt x="16610" y="51"/>
                </a:lnTo>
                <a:lnTo>
                  <a:pt x="16799" y="51"/>
                </a:lnTo>
                <a:lnTo>
                  <a:pt x="16937" y="90"/>
                </a:lnTo>
                <a:lnTo>
                  <a:pt x="17113" y="90"/>
                </a:lnTo>
                <a:lnTo>
                  <a:pt x="17302" y="90"/>
                </a:lnTo>
                <a:lnTo>
                  <a:pt x="17440" y="90"/>
                </a:lnTo>
                <a:lnTo>
                  <a:pt x="17616" y="90"/>
                </a:lnTo>
                <a:lnTo>
                  <a:pt x="17805" y="141"/>
                </a:lnTo>
                <a:lnTo>
                  <a:pt x="17943" y="141"/>
                </a:lnTo>
                <a:lnTo>
                  <a:pt x="18119" y="141"/>
                </a:lnTo>
                <a:lnTo>
                  <a:pt x="18308" y="141"/>
                </a:lnTo>
                <a:lnTo>
                  <a:pt x="18446" y="141"/>
                </a:lnTo>
                <a:lnTo>
                  <a:pt x="18622" y="193"/>
                </a:lnTo>
                <a:lnTo>
                  <a:pt x="18811" y="193"/>
                </a:lnTo>
                <a:lnTo>
                  <a:pt x="18949" y="193"/>
                </a:lnTo>
                <a:lnTo>
                  <a:pt x="19125" y="231"/>
                </a:lnTo>
                <a:lnTo>
                  <a:pt x="19313" y="231"/>
                </a:lnTo>
                <a:lnTo>
                  <a:pt x="19452" y="231"/>
                </a:lnTo>
                <a:lnTo>
                  <a:pt x="19628" y="283"/>
                </a:lnTo>
                <a:lnTo>
                  <a:pt x="19816" y="283"/>
                </a:lnTo>
                <a:lnTo>
                  <a:pt x="19955" y="283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5106291" y="3790019"/>
            <a:ext cx="20043" cy="4969"/>
          </a:xfrm>
          <a:custGeom>
            <a:avLst/>
            <a:gdLst/>
            <a:ahLst/>
            <a:cxnLst/>
            <a:rect l="l" t="t" r="r" b="b"/>
            <a:pathLst>
              <a:path w="20043" h="4969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3" y="90"/>
                </a:lnTo>
                <a:lnTo>
                  <a:pt x="779" y="90"/>
                </a:lnTo>
                <a:lnTo>
                  <a:pt x="917" y="90"/>
                </a:lnTo>
                <a:lnTo>
                  <a:pt x="1106" y="141"/>
                </a:lnTo>
                <a:lnTo>
                  <a:pt x="1282" y="141"/>
                </a:lnTo>
                <a:lnTo>
                  <a:pt x="1420" y="141"/>
                </a:lnTo>
                <a:lnTo>
                  <a:pt x="1609" y="193"/>
                </a:lnTo>
                <a:lnTo>
                  <a:pt x="1785" y="193"/>
                </a:lnTo>
                <a:lnTo>
                  <a:pt x="1923" y="231"/>
                </a:lnTo>
                <a:lnTo>
                  <a:pt x="2112" y="231"/>
                </a:lnTo>
                <a:lnTo>
                  <a:pt x="2288" y="283"/>
                </a:lnTo>
                <a:lnTo>
                  <a:pt x="2426" y="283"/>
                </a:lnTo>
                <a:lnTo>
                  <a:pt x="2615" y="334"/>
                </a:lnTo>
                <a:lnTo>
                  <a:pt x="2791" y="334"/>
                </a:lnTo>
                <a:lnTo>
                  <a:pt x="2929" y="373"/>
                </a:lnTo>
                <a:lnTo>
                  <a:pt x="3118" y="373"/>
                </a:lnTo>
                <a:lnTo>
                  <a:pt x="3294" y="424"/>
                </a:lnTo>
                <a:lnTo>
                  <a:pt x="3432" y="424"/>
                </a:lnTo>
                <a:lnTo>
                  <a:pt x="3621" y="463"/>
                </a:lnTo>
                <a:lnTo>
                  <a:pt x="3797" y="463"/>
                </a:lnTo>
                <a:lnTo>
                  <a:pt x="3935" y="514"/>
                </a:lnTo>
                <a:lnTo>
                  <a:pt x="4124" y="514"/>
                </a:lnTo>
                <a:lnTo>
                  <a:pt x="4300" y="566"/>
                </a:lnTo>
                <a:lnTo>
                  <a:pt x="4438" y="566"/>
                </a:lnTo>
                <a:lnTo>
                  <a:pt x="4627" y="605"/>
                </a:lnTo>
                <a:lnTo>
                  <a:pt x="4803" y="656"/>
                </a:lnTo>
                <a:lnTo>
                  <a:pt x="4941" y="656"/>
                </a:lnTo>
                <a:lnTo>
                  <a:pt x="5130" y="708"/>
                </a:lnTo>
                <a:lnTo>
                  <a:pt x="5306" y="746"/>
                </a:lnTo>
                <a:lnTo>
                  <a:pt x="5444" y="746"/>
                </a:lnTo>
                <a:lnTo>
                  <a:pt x="5633" y="798"/>
                </a:lnTo>
                <a:lnTo>
                  <a:pt x="5809" y="849"/>
                </a:lnTo>
                <a:lnTo>
                  <a:pt x="5947" y="849"/>
                </a:lnTo>
                <a:lnTo>
                  <a:pt x="6136" y="888"/>
                </a:lnTo>
                <a:lnTo>
                  <a:pt x="6312" y="939"/>
                </a:lnTo>
                <a:lnTo>
                  <a:pt x="6450" y="939"/>
                </a:lnTo>
                <a:lnTo>
                  <a:pt x="6639" y="991"/>
                </a:lnTo>
                <a:lnTo>
                  <a:pt x="6827" y="1029"/>
                </a:lnTo>
                <a:lnTo>
                  <a:pt x="7054" y="1081"/>
                </a:lnTo>
                <a:lnTo>
                  <a:pt x="7230" y="1120"/>
                </a:lnTo>
                <a:lnTo>
                  <a:pt x="7456" y="1120"/>
                </a:lnTo>
                <a:lnTo>
                  <a:pt x="7645" y="1171"/>
                </a:lnTo>
                <a:lnTo>
                  <a:pt x="7833" y="1223"/>
                </a:lnTo>
                <a:lnTo>
                  <a:pt x="7972" y="1261"/>
                </a:lnTo>
                <a:lnTo>
                  <a:pt x="8148" y="1313"/>
                </a:lnTo>
                <a:lnTo>
                  <a:pt x="8336" y="1364"/>
                </a:lnTo>
                <a:lnTo>
                  <a:pt x="8475" y="1364"/>
                </a:lnTo>
                <a:lnTo>
                  <a:pt x="8651" y="1403"/>
                </a:lnTo>
                <a:lnTo>
                  <a:pt x="8839" y="1454"/>
                </a:lnTo>
                <a:lnTo>
                  <a:pt x="8977" y="1454"/>
                </a:lnTo>
                <a:lnTo>
                  <a:pt x="9154" y="1506"/>
                </a:lnTo>
                <a:lnTo>
                  <a:pt x="9342" y="1544"/>
                </a:lnTo>
                <a:lnTo>
                  <a:pt x="9480" y="1596"/>
                </a:lnTo>
                <a:lnTo>
                  <a:pt x="9656" y="1647"/>
                </a:lnTo>
                <a:lnTo>
                  <a:pt x="9845" y="1686"/>
                </a:lnTo>
                <a:lnTo>
                  <a:pt x="9983" y="1738"/>
                </a:lnTo>
                <a:lnTo>
                  <a:pt x="10159" y="1776"/>
                </a:lnTo>
                <a:lnTo>
                  <a:pt x="10348" y="1828"/>
                </a:lnTo>
                <a:lnTo>
                  <a:pt x="10486" y="1828"/>
                </a:lnTo>
                <a:lnTo>
                  <a:pt x="10662" y="1879"/>
                </a:lnTo>
                <a:lnTo>
                  <a:pt x="10851" y="1969"/>
                </a:lnTo>
                <a:lnTo>
                  <a:pt x="10989" y="1969"/>
                </a:lnTo>
                <a:lnTo>
                  <a:pt x="11165" y="2021"/>
                </a:lnTo>
                <a:lnTo>
                  <a:pt x="11354" y="2059"/>
                </a:lnTo>
                <a:lnTo>
                  <a:pt x="11492" y="2111"/>
                </a:lnTo>
                <a:lnTo>
                  <a:pt x="11668" y="2162"/>
                </a:lnTo>
                <a:lnTo>
                  <a:pt x="11857" y="2201"/>
                </a:lnTo>
                <a:lnTo>
                  <a:pt x="11995" y="2253"/>
                </a:lnTo>
                <a:lnTo>
                  <a:pt x="12171" y="2304"/>
                </a:lnTo>
                <a:lnTo>
                  <a:pt x="12360" y="2343"/>
                </a:lnTo>
                <a:lnTo>
                  <a:pt x="12498" y="2394"/>
                </a:lnTo>
                <a:lnTo>
                  <a:pt x="12674" y="2446"/>
                </a:lnTo>
                <a:lnTo>
                  <a:pt x="12863" y="2484"/>
                </a:lnTo>
                <a:lnTo>
                  <a:pt x="13001" y="2536"/>
                </a:lnTo>
                <a:lnTo>
                  <a:pt x="13177" y="2574"/>
                </a:lnTo>
                <a:lnTo>
                  <a:pt x="13366" y="2677"/>
                </a:lnTo>
                <a:lnTo>
                  <a:pt x="13504" y="2677"/>
                </a:lnTo>
                <a:lnTo>
                  <a:pt x="13680" y="2716"/>
                </a:lnTo>
                <a:lnTo>
                  <a:pt x="13869" y="2819"/>
                </a:lnTo>
                <a:lnTo>
                  <a:pt x="14007" y="2819"/>
                </a:lnTo>
                <a:lnTo>
                  <a:pt x="14196" y="2909"/>
                </a:lnTo>
                <a:lnTo>
                  <a:pt x="14372" y="2961"/>
                </a:lnTo>
                <a:lnTo>
                  <a:pt x="14510" y="2999"/>
                </a:lnTo>
                <a:lnTo>
                  <a:pt x="14699" y="3051"/>
                </a:lnTo>
                <a:lnTo>
                  <a:pt x="14875" y="3141"/>
                </a:lnTo>
                <a:lnTo>
                  <a:pt x="15013" y="3141"/>
                </a:lnTo>
                <a:lnTo>
                  <a:pt x="15202" y="3231"/>
                </a:lnTo>
                <a:lnTo>
                  <a:pt x="15378" y="3283"/>
                </a:lnTo>
                <a:lnTo>
                  <a:pt x="15516" y="3334"/>
                </a:lnTo>
                <a:lnTo>
                  <a:pt x="15705" y="3373"/>
                </a:lnTo>
                <a:lnTo>
                  <a:pt x="15881" y="3476"/>
                </a:lnTo>
                <a:lnTo>
                  <a:pt x="16019" y="3476"/>
                </a:lnTo>
                <a:lnTo>
                  <a:pt x="16208" y="3566"/>
                </a:lnTo>
                <a:lnTo>
                  <a:pt x="16384" y="3617"/>
                </a:lnTo>
                <a:lnTo>
                  <a:pt x="16522" y="3656"/>
                </a:lnTo>
                <a:lnTo>
                  <a:pt x="16711" y="3707"/>
                </a:lnTo>
                <a:lnTo>
                  <a:pt x="16937" y="3798"/>
                </a:lnTo>
                <a:lnTo>
                  <a:pt x="17113" y="3849"/>
                </a:lnTo>
                <a:lnTo>
                  <a:pt x="17302" y="3939"/>
                </a:lnTo>
                <a:lnTo>
                  <a:pt x="17440" y="3991"/>
                </a:lnTo>
                <a:lnTo>
                  <a:pt x="17629" y="4029"/>
                </a:lnTo>
                <a:lnTo>
                  <a:pt x="17805" y="4132"/>
                </a:lnTo>
                <a:lnTo>
                  <a:pt x="17943" y="4171"/>
                </a:lnTo>
                <a:lnTo>
                  <a:pt x="18132" y="4222"/>
                </a:lnTo>
                <a:lnTo>
                  <a:pt x="18308" y="4313"/>
                </a:lnTo>
                <a:lnTo>
                  <a:pt x="18446" y="4364"/>
                </a:lnTo>
                <a:lnTo>
                  <a:pt x="18634" y="4416"/>
                </a:lnTo>
                <a:lnTo>
                  <a:pt x="18811" y="4506"/>
                </a:lnTo>
                <a:lnTo>
                  <a:pt x="18949" y="4557"/>
                </a:lnTo>
                <a:lnTo>
                  <a:pt x="19137" y="4596"/>
                </a:lnTo>
                <a:lnTo>
                  <a:pt x="19313" y="4686"/>
                </a:lnTo>
                <a:lnTo>
                  <a:pt x="19452" y="4737"/>
                </a:lnTo>
                <a:lnTo>
                  <a:pt x="19640" y="4828"/>
                </a:lnTo>
                <a:lnTo>
                  <a:pt x="19816" y="4879"/>
                </a:lnTo>
                <a:lnTo>
                  <a:pt x="19955" y="4931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5126335" y="3794989"/>
            <a:ext cx="20055" cy="10982"/>
          </a:xfrm>
          <a:custGeom>
            <a:avLst/>
            <a:gdLst/>
            <a:ahLst/>
            <a:cxnLst/>
            <a:rect l="l" t="t" r="r" b="b"/>
            <a:pathLst>
              <a:path w="20055" h="10982">
                <a:moveTo>
                  <a:pt x="0" y="0"/>
                </a:moveTo>
                <a:lnTo>
                  <a:pt x="188" y="102"/>
                </a:lnTo>
                <a:lnTo>
                  <a:pt x="414" y="141"/>
                </a:lnTo>
                <a:lnTo>
                  <a:pt x="603" y="244"/>
                </a:lnTo>
                <a:lnTo>
                  <a:pt x="779" y="334"/>
                </a:lnTo>
                <a:lnTo>
                  <a:pt x="917" y="373"/>
                </a:lnTo>
                <a:lnTo>
                  <a:pt x="1106" y="476"/>
                </a:lnTo>
                <a:lnTo>
                  <a:pt x="1282" y="514"/>
                </a:lnTo>
                <a:lnTo>
                  <a:pt x="1420" y="566"/>
                </a:lnTo>
                <a:lnTo>
                  <a:pt x="1609" y="656"/>
                </a:lnTo>
                <a:lnTo>
                  <a:pt x="1785" y="759"/>
                </a:lnTo>
                <a:lnTo>
                  <a:pt x="1923" y="798"/>
                </a:lnTo>
                <a:lnTo>
                  <a:pt x="2112" y="901"/>
                </a:lnTo>
                <a:lnTo>
                  <a:pt x="2288" y="991"/>
                </a:lnTo>
                <a:lnTo>
                  <a:pt x="2426" y="991"/>
                </a:lnTo>
                <a:lnTo>
                  <a:pt x="2615" y="1081"/>
                </a:lnTo>
                <a:lnTo>
                  <a:pt x="2791" y="1171"/>
                </a:lnTo>
                <a:lnTo>
                  <a:pt x="2929" y="1223"/>
                </a:lnTo>
                <a:lnTo>
                  <a:pt x="3118" y="1313"/>
                </a:lnTo>
                <a:lnTo>
                  <a:pt x="3294" y="1416"/>
                </a:lnTo>
                <a:lnTo>
                  <a:pt x="3432" y="1454"/>
                </a:lnTo>
                <a:lnTo>
                  <a:pt x="3621" y="1557"/>
                </a:lnTo>
                <a:lnTo>
                  <a:pt x="3809" y="1647"/>
                </a:lnTo>
                <a:lnTo>
                  <a:pt x="4036" y="1738"/>
                </a:lnTo>
                <a:lnTo>
                  <a:pt x="4212" y="1828"/>
                </a:lnTo>
                <a:lnTo>
                  <a:pt x="4438" y="1931"/>
                </a:lnTo>
                <a:lnTo>
                  <a:pt x="4627" y="2021"/>
                </a:lnTo>
                <a:lnTo>
                  <a:pt x="4815" y="2111"/>
                </a:lnTo>
                <a:lnTo>
                  <a:pt x="5042" y="2214"/>
                </a:lnTo>
                <a:lnTo>
                  <a:pt x="5218" y="2304"/>
                </a:lnTo>
                <a:lnTo>
                  <a:pt x="5457" y="2394"/>
                </a:lnTo>
                <a:lnTo>
                  <a:pt x="5633" y="2484"/>
                </a:lnTo>
                <a:lnTo>
                  <a:pt x="5821" y="2587"/>
                </a:lnTo>
                <a:lnTo>
                  <a:pt x="5960" y="2626"/>
                </a:lnTo>
                <a:lnTo>
                  <a:pt x="6136" y="2729"/>
                </a:lnTo>
                <a:lnTo>
                  <a:pt x="6324" y="2819"/>
                </a:lnTo>
                <a:lnTo>
                  <a:pt x="6463" y="2871"/>
                </a:lnTo>
                <a:lnTo>
                  <a:pt x="6639" y="3012"/>
                </a:lnTo>
                <a:lnTo>
                  <a:pt x="6827" y="3102"/>
                </a:lnTo>
                <a:lnTo>
                  <a:pt x="6966" y="3141"/>
                </a:lnTo>
                <a:lnTo>
                  <a:pt x="7142" y="3244"/>
                </a:lnTo>
                <a:lnTo>
                  <a:pt x="7330" y="3334"/>
                </a:lnTo>
                <a:lnTo>
                  <a:pt x="7469" y="3386"/>
                </a:lnTo>
                <a:lnTo>
                  <a:pt x="7645" y="3476"/>
                </a:lnTo>
                <a:lnTo>
                  <a:pt x="7833" y="3617"/>
                </a:lnTo>
                <a:lnTo>
                  <a:pt x="7972" y="3669"/>
                </a:lnTo>
                <a:lnTo>
                  <a:pt x="8148" y="3759"/>
                </a:lnTo>
                <a:lnTo>
                  <a:pt x="8336" y="3849"/>
                </a:lnTo>
                <a:lnTo>
                  <a:pt x="8475" y="3901"/>
                </a:lnTo>
                <a:lnTo>
                  <a:pt x="8651" y="4042"/>
                </a:lnTo>
                <a:lnTo>
                  <a:pt x="8839" y="4132"/>
                </a:lnTo>
                <a:lnTo>
                  <a:pt x="8977" y="4184"/>
                </a:lnTo>
                <a:lnTo>
                  <a:pt x="9154" y="4274"/>
                </a:lnTo>
                <a:lnTo>
                  <a:pt x="9342" y="4416"/>
                </a:lnTo>
                <a:lnTo>
                  <a:pt x="9480" y="4467"/>
                </a:lnTo>
                <a:lnTo>
                  <a:pt x="9656" y="4557"/>
                </a:lnTo>
                <a:lnTo>
                  <a:pt x="9845" y="4699"/>
                </a:lnTo>
                <a:lnTo>
                  <a:pt x="9983" y="4737"/>
                </a:lnTo>
                <a:lnTo>
                  <a:pt x="10159" y="4840"/>
                </a:lnTo>
                <a:lnTo>
                  <a:pt x="10348" y="4931"/>
                </a:lnTo>
                <a:lnTo>
                  <a:pt x="10486" y="5021"/>
                </a:lnTo>
                <a:lnTo>
                  <a:pt x="10662" y="5124"/>
                </a:lnTo>
                <a:lnTo>
                  <a:pt x="10851" y="5214"/>
                </a:lnTo>
                <a:lnTo>
                  <a:pt x="10989" y="5304"/>
                </a:lnTo>
                <a:lnTo>
                  <a:pt x="11165" y="5394"/>
                </a:lnTo>
                <a:lnTo>
                  <a:pt x="11354" y="5536"/>
                </a:lnTo>
                <a:lnTo>
                  <a:pt x="11492" y="5587"/>
                </a:lnTo>
                <a:lnTo>
                  <a:pt x="11681" y="5677"/>
                </a:lnTo>
                <a:lnTo>
                  <a:pt x="11857" y="5819"/>
                </a:lnTo>
                <a:lnTo>
                  <a:pt x="11995" y="5870"/>
                </a:lnTo>
                <a:lnTo>
                  <a:pt x="12184" y="5961"/>
                </a:lnTo>
                <a:lnTo>
                  <a:pt x="12360" y="6102"/>
                </a:lnTo>
                <a:lnTo>
                  <a:pt x="12498" y="6154"/>
                </a:lnTo>
                <a:lnTo>
                  <a:pt x="12687" y="6295"/>
                </a:lnTo>
                <a:lnTo>
                  <a:pt x="12863" y="6385"/>
                </a:lnTo>
                <a:lnTo>
                  <a:pt x="13001" y="6437"/>
                </a:lnTo>
                <a:lnTo>
                  <a:pt x="13190" y="6579"/>
                </a:lnTo>
                <a:lnTo>
                  <a:pt x="13366" y="6707"/>
                </a:lnTo>
                <a:lnTo>
                  <a:pt x="13504" y="6759"/>
                </a:lnTo>
                <a:lnTo>
                  <a:pt x="13693" y="6849"/>
                </a:lnTo>
                <a:lnTo>
                  <a:pt x="13869" y="6991"/>
                </a:lnTo>
                <a:lnTo>
                  <a:pt x="14007" y="7042"/>
                </a:lnTo>
                <a:lnTo>
                  <a:pt x="14196" y="7184"/>
                </a:lnTo>
                <a:lnTo>
                  <a:pt x="14372" y="7325"/>
                </a:lnTo>
                <a:lnTo>
                  <a:pt x="14510" y="7364"/>
                </a:lnTo>
                <a:lnTo>
                  <a:pt x="14699" y="7506"/>
                </a:lnTo>
                <a:lnTo>
                  <a:pt x="14875" y="7609"/>
                </a:lnTo>
                <a:lnTo>
                  <a:pt x="15013" y="7699"/>
                </a:lnTo>
                <a:lnTo>
                  <a:pt x="15202" y="7789"/>
                </a:lnTo>
                <a:lnTo>
                  <a:pt x="15378" y="7930"/>
                </a:lnTo>
                <a:lnTo>
                  <a:pt x="15516" y="7982"/>
                </a:lnTo>
                <a:lnTo>
                  <a:pt x="15705" y="8124"/>
                </a:lnTo>
                <a:lnTo>
                  <a:pt x="15881" y="8265"/>
                </a:lnTo>
                <a:lnTo>
                  <a:pt x="16019" y="8304"/>
                </a:lnTo>
                <a:lnTo>
                  <a:pt x="16208" y="8445"/>
                </a:lnTo>
                <a:lnTo>
                  <a:pt x="16384" y="8587"/>
                </a:lnTo>
                <a:lnTo>
                  <a:pt x="16522" y="8639"/>
                </a:lnTo>
                <a:lnTo>
                  <a:pt x="16711" y="8780"/>
                </a:lnTo>
                <a:lnTo>
                  <a:pt x="16887" y="8922"/>
                </a:lnTo>
                <a:lnTo>
                  <a:pt x="17025" y="8960"/>
                </a:lnTo>
                <a:lnTo>
                  <a:pt x="17214" y="9102"/>
                </a:lnTo>
                <a:lnTo>
                  <a:pt x="17390" y="9244"/>
                </a:lnTo>
                <a:lnTo>
                  <a:pt x="17528" y="9295"/>
                </a:lnTo>
                <a:lnTo>
                  <a:pt x="17717" y="9437"/>
                </a:lnTo>
                <a:lnTo>
                  <a:pt x="17905" y="9578"/>
                </a:lnTo>
                <a:lnTo>
                  <a:pt x="18132" y="9720"/>
                </a:lnTo>
                <a:lnTo>
                  <a:pt x="18308" y="9810"/>
                </a:lnTo>
                <a:lnTo>
                  <a:pt x="18534" y="9952"/>
                </a:lnTo>
                <a:lnTo>
                  <a:pt x="18723" y="10093"/>
                </a:lnTo>
                <a:lnTo>
                  <a:pt x="18911" y="10235"/>
                </a:lnTo>
                <a:lnTo>
                  <a:pt x="19049" y="10325"/>
                </a:lnTo>
                <a:lnTo>
                  <a:pt x="19225" y="10467"/>
                </a:lnTo>
                <a:lnTo>
                  <a:pt x="19414" y="10608"/>
                </a:lnTo>
                <a:lnTo>
                  <a:pt x="19552" y="10660"/>
                </a:lnTo>
                <a:lnTo>
                  <a:pt x="19728" y="10802"/>
                </a:lnTo>
                <a:lnTo>
                  <a:pt x="19917" y="10930"/>
                </a:lnTo>
                <a:lnTo>
                  <a:pt x="20055" y="10982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5146391" y="3805971"/>
            <a:ext cx="19993" cy="16891"/>
          </a:xfrm>
          <a:custGeom>
            <a:avLst/>
            <a:gdLst/>
            <a:ahLst/>
            <a:cxnLst/>
            <a:rect l="l" t="t" r="r" b="b"/>
            <a:pathLst>
              <a:path w="19993" h="16891">
                <a:moveTo>
                  <a:pt x="0" y="0"/>
                </a:moveTo>
                <a:lnTo>
                  <a:pt x="176" y="141"/>
                </a:lnTo>
                <a:lnTo>
                  <a:pt x="364" y="283"/>
                </a:lnTo>
                <a:lnTo>
                  <a:pt x="502" y="373"/>
                </a:lnTo>
                <a:lnTo>
                  <a:pt x="679" y="514"/>
                </a:lnTo>
                <a:lnTo>
                  <a:pt x="867" y="656"/>
                </a:lnTo>
                <a:lnTo>
                  <a:pt x="1005" y="746"/>
                </a:lnTo>
                <a:lnTo>
                  <a:pt x="1181" y="888"/>
                </a:lnTo>
                <a:lnTo>
                  <a:pt x="1370" y="1029"/>
                </a:lnTo>
                <a:lnTo>
                  <a:pt x="1508" y="1081"/>
                </a:lnTo>
                <a:lnTo>
                  <a:pt x="1684" y="1223"/>
                </a:lnTo>
                <a:lnTo>
                  <a:pt x="1873" y="1364"/>
                </a:lnTo>
                <a:lnTo>
                  <a:pt x="2011" y="1454"/>
                </a:lnTo>
                <a:lnTo>
                  <a:pt x="2187" y="1596"/>
                </a:lnTo>
                <a:lnTo>
                  <a:pt x="2376" y="1738"/>
                </a:lnTo>
                <a:lnTo>
                  <a:pt x="2514" y="1828"/>
                </a:lnTo>
                <a:lnTo>
                  <a:pt x="2690" y="1969"/>
                </a:lnTo>
                <a:lnTo>
                  <a:pt x="2879" y="2111"/>
                </a:lnTo>
                <a:lnTo>
                  <a:pt x="3017" y="2201"/>
                </a:lnTo>
                <a:lnTo>
                  <a:pt x="3193" y="2343"/>
                </a:lnTo>
                <a:lnTo>
                  <a:pt x="3382" y="2484"/>
                </a:lnTo>
                <a:lnTo>
                  <a:pt x="3520" y="2587"/>
                </a:lnTo>
                <a:lnTo>
                  <a:pt x="3696" y="2716"/>
                </a:lnTo>
                <a:lnTo>
                  <a:pt x="3885" y="2858"/>
                </a:lnTo>
                <a:lnTo>
                  <a:pt x="4023" y="2961"/>
                </a:lnTo>
                <a:lnTo>
                  <a:pt x="4199" y="3102"/>
                </a:lnTo>
                <a:lnTo>
                  <a:pt x="4388" y="3244"/>
                </a:lnTo>
                <a:lnTo>
                  <a:pt x="4526" y="3334"/>
                </a:lnTo>
                <a:lnTo>
                  <a:pt x="4702" y="3476"/>
                </a:lnTo>
                <a:lnTo>
                  <a:pt x="4891" y="3656"/>
                </a:lnTo>
                <a:lnTo>
                  <a:pt x="5029" y="3707"/>
                </a:lnTo>
                <a:lnTo>
                  <a:pt x="5218" y="3901"/>
                </a:lnTo>
                <a:lnTo>
                  <a:pt x="5394" y="4042"/>
                </a:lnTo>
                <a:lnTo>
                  <a:pt x="5532" y="4132"/>
                </a:lnTo>
                <a:lnTo>
                  <a:pt x="5721" y="4274"/>
                </a:lnTo>
                <a:lnTo>
                  <a:pt x="5897" y="4416"/>
                </a:lnTo>
                <a:lnTo>
                  <a:pt x="6035" y="4506"/>
                </a:lnTo>
                <a:lnTo>
                  <a:pt x="6224" y="4647"/>
                </a:lnTo>
                <a:lnTo>
                  <a:pt x="6400" y="4828"/>
                </a:lnTo>
                <a:lnTo>
                  <a:pt x="6538" y="4879"/>
                </a:lnTo>
                <a:lnTo>
                  <a:pt x="6727" y="5072"/>
                </a:lnTo>
                <a:lnTo>
                  <a:pt x="6903" y="5214"/>
                </a:lnTo>
                <a:lnTo>
                  <a:pt x="7041" y="5304"/>
                </a:lnTo>
                <a:lnTo>
                  <a:pt x="7230" y="5446"/>
                </a:lnTo>
                <a:lnTo>
                  <a:pt x="7406" y="5626"/>
                </a:lnTo>
                <a:lnTo>
                  <a:pt x="7544" y="5729"/>
                </a:lnTo>
                <a:lnTo>
                  <a:pt x="7733" y="5870"/>
                </a:lnTo>
                <a:lnTo>
                  <a:pt x="7909" y="6051"/>
                </a:lnTo>
                <a:lnTo>
                  <a:pt x="8047" y="6102"/>
                </a:lnTo>
                <a:lnTo>
                  <a:pt x="8236" y="6282"/>
                </a:lnTo>
                <a:lnTo>
                  <a:pt x="8412" y="6424"/>
                </a:lnTo>
                <a:lnTo>
                  <a:pt x="8550" y="6527"/>
                </a:lnTo>
                <a:lnTo>
                  <a:pt x="8739" y="6707"/>
                </a:lnTo>
                <a:lnTo>
                  <a:pt x="8915" y="6849"/>
                </a:lnTo>
                <a:lnTo>
                  <a:pt x="9053" y="6939"/>
                </a:lnTo>
                <a:lnTo>
                  <a:pt x="9242" y="7081"/>
                </a:lnTo>
                <a:lnTo>
                  <a:pt x="9418" y="7274"/>
                </a:lnTo>
                <a:lnTo>
                  <a:pt x="9556" y="7364"/>
                </a:lnTo>
                <a:lnTo>
                  <a:pt x="9745" y="7506"/>
                </a:lnTo>
                <a:lnTo>
                  <a:pt x="9921" y="7699"/>
                </a:lnTo>
                <a:lnTo>
                  <a:pt x="10059" y="7789"/>
                </a:lnTo>
                <a:lnTo>
                  <a:pt x="10247" y="7930"/>
                </a:lnTo>
                <a:lnTo>
                  <a:pt x="10424" y="8124"/>
                </a:lnTo>
                <a:lnTo>
                  <a:pt x="10562" y="8214"/>
                </a:lnTo>
                <a:lnTo>
                  <a:pt x="10750" y="8394"/>
                </a:lnTo>
                <a:lnTo>
                  <a:pt x="10926" y="8536"/>
                </a:lnTo>
                <a:lnTo>
                  <a:pt x="11065" y="8639"/>
                </a:lnTo>
                <a:lnTo>
                  <a:pt x="11253" y="8819"/>
                </a:lnTo>
                <a:lnTo>
                  <a:pt x="11442" y="8960"/>
                </a:lnTo>
                <a:lnTo>
                  <a:pt x="11668" y="9154"/>
                </a:lnTo>
                <a:lnTo>
                  <a:pt x="11844" y="9334"/>
                </a:lnTo>
                <a:lnTo>
                  <a:pt x="12071" y="9527"/>
                </a:lnTo>
                <a:lnTo>
                  <a:pt x="12259" y="9669"/>
                </a:lnTo>
                <a:lnTo>
                  <a:pt x="12448" y="9849"/>
                </a:lnTo>
                <a:lnTo>
                  <a:pt x="12586" y="9952"/>
                </a:lnTo>
                <a:lnTo>
                  <a:pt x="12762" y="10132"/>
                </a:lnTo>
                <a:lnTo>
                  <a:pt x="12951" y="10325"/>
                </a:lnTo>
                <a:lnTo>
                  <a:pt x="13089" y="10415"/>
                </a:lnTo>
                <a:lnTo>
                  <a:pt x="13265" y="10557"/>
                </a:lnTo>
                <a:lnTo>
                  <a:pt x="13454" y="10750"/>
                </a:lnTo>
                <a:lnTo>
                  <a:pt x="13592" y="10840"/>
                </a:lnTo>
                <a:lnTo>
                  <a:pt x="13768" y="11033"/>
                </a:lnTo>
                <a:lnTo>
                  <a:pt x="13957" y="11214"/>
                </a:lnTo>
                <a:lnTo>
                  <a:pt x="14095" y="11304"/>
                </a:lnTo>
                <a:lnTo>
                  <a:pt x="14271" y="11497"/>
                </a:lnTo>
                <a:lnTo>
                  <a:pt x="14460" y="11638"/>
                </a:lnTo>
                <a:lnTo>
                  <a:pt x="14598" y="11729"/>
                </a:lnTo>
                <a:lnTo>
                  <a:pt x="14774" y="11922"/>
                </a:lnTo>
                <a:lnTo>
                  <a:pt x="14963" y="12102"/>
                </a:lnTo>
                <a:lnTo>
                  <a:pt x="15101" y="12205"/>
                </a:lnTo>
                <a:lnTo>
                  <a:pt x="15277" y="12385"/>
                </a:lnTo>
                <a:lnTo>
                  <a:pt x="15466" y="12578"/>
                </a:lnTo>
                <a:lnTo>
                  <a:pt x="15604" y="12668"/>
                </a:lnTo>
                <a:lnTo>
                  <a:pt x="15780" y="12862"/>
                </a:lnTo>
                <a:lnTo>
                  <a:pt x="15969" y="13042"/>
                </a:lnTo>
                <a:lnTo>
                  <a:pt x="16107" y="13145"/>
                </a:lnTo>
                <a:lnTo>
                  <a:pt x="16283" y="13325"/>
                </a:lnTo>
                <a:lnTo>
                  <a:pt x="16472" y="13518"/>
                </a:lnTo>
                <a:lnTo>
                  <a:pt x="16610" y="13608"/>
                </a:lnTo>
                <a:lnTo>
                  <a:pt x="16786" y="13801"/>
                </a:lnTo>
                <a:lnTo>
                  <a:pt x="16975" y="13982"/>
                </a:lnTo>
                <a:lnTo>
                  <a:pt x="17113" y="14072"/>
                </a:lnTo>
                <a:lnTo>
                  <a:pt x="17289" y="14265"/>
                </a:lnTo>
                <a:lnTo>
                  <a:pt x="17478" y="14458"/>
                </a:lnTo>
                <a:lnTo>
                  <a:pt x="17616" y="14548"/>
                </a:lnTo>
                <a:lnTo>
                  <a:pt x="17792" y="14728"/>
                </a:lnTo>
                <a:lnTo>
                  <a:pt x="17981" y="14922"/>
                </a:lnTo>
                <a:lnTo>
                  <a:pt x="18119" y="15012"/>
                </a:lnTo>
                <a:lnTo>
                  <a:pt x="18207" y="15153"/>
                </a:lnTo>
                <a:lnTo>
                  <a:pt x="18396" y="15346"/>
                </a:lnTo>
                <a:lnTo>
                  <a:pt x="18622" y="15527"/>
                </a:lnTo>
                <a:lnTo>
                  <a:pt x="18811" y="15720"/>
                </a:lnTo>
                <a:lnTo>
                  <a:pt x="18987" y="15913"/>
                </a:lnTo>
                <a:lnTo>
                  <a:pt x="19125" y="16003"/>
                </a:lnTo>
                <a:lnTo>
                  <a:pt x="19313" y="16183"/>
                </a:lnTo>
                <a:lnTo>
                  <a:pt x="19490" y="16428"/>
                </a:lnTo>
                <a:lnTo>
                  <a:pt x="19628" y="16518"/>
                </a:lnTo>
                <a:lnTo>
                  <a:pt x="19816" y="16711"/>
                </a:lnTo>
                <a:lnTo>
                  <a:pt x="19993" y="16891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5166384" y="3822863"/>
            <a:ext cx="20043" cy="22479"/>
          </a:xfrm>
          <a:custGeom>
            <a:avLst/>
            <a:gdLst/>
            <a:ahLst/>
            <a:cxnLst/>
            <a:rect l="l" t="t" r="r" b="b"/>
            <a:pathLst>
              <a:path w="20043" h="2247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4"/>
                </a:lnTo>
                <a:lnTo>
                  <a:pt x="641" y="605"/>
                </a:lnTo>
                <a:lnTo>
                  <a:pt x="829" y="798"/>
                </a:lnTo>
                <a:lnTo>
                  <a:pt x="1005" y="991"/>
                </a:lnTo>
                <a:lnTo>
                  <a:pt x="1144" y="1132"/>
                </a:lnTo>
                <a:lnTo>
                  <a:pt x="1332" y="1313"/>
                </a:lnTo>
                <a:lnTo>
                  <a:pt x="1508" y="1506"/>
                </a:lnTo>
                <a:lnTo>
                  <a:pt x="1647" y="1596"/>
                </a:lnTo>
                <a:lnTo>
                  <a:pt x="1835" y="1828"/>
                </a:lnTo>
                <a:lnTo>
                  <a:pt x="2011" y="2021"/>
                </a:lnTo>
                <a:lnTo>
                  <a:pt x="2150" y="2111"/>
                </a:lnTo>
                <a:lnTo>
                  <a:pt x="2338" y="2304"/>
                </a:lnTo>
                <a:lnTo>
                  <a:pt x="2426" y="2446"/>
                </a:lnTo>
                <a:lnTo>
                  <a:pt x="2653" y="2626"/>
                </a:lnTo>
                <a:lnTo>
                  <a:pt x="2841" y="2819"/>
                </a:lnTo>
                <a:lnTo>
                  <a:pt x="2929" y="2961"/>
                </a:lnTo>
                <a:lnTo>
                  <a:pt x="3156" y="3141"/>
                </a:lnTo>
                <a:lnTo>
                  <a:pt x="3344" y="3334"/>
                </a:lnTo>
                <a:lnTo>
                  <a:pt x="3432" y="3476"/>
                </a:lnTo>
                <a:lnTo>
                  <a:pt x="3659" y="3656"/>
                </a:lnTo>
                <a:lnTo>
                  <a:pt x="3847" y="3901"/>
                </a:lnTo>
                <a:lnTo>
                  <a:pt x="4023" y="4081"/>
                </a:lnTo>
                <a:lnTo>
                  <a:pt x="4162" y="4171"/>
                </a:lnTo>
                <a:lnTo>
                  <a:pt x="4350" y="4416"/>
                </a:lnTo>
                <a:lnTo>
                  <a:pt x="4526" y="4596"/>
                </a:lnTo>
                <a:lnTo>
                  <a:pt x="4665" y="4699"/>
                </a:lnTo>
                <a:lnTo>
                  <a:pt x="4765" y="4828"/>
                </a:lnTo>
                <a:lnTo>
                  <a:pt x="4941" y="5021"/>
                </a:lnTo>
                <a:lnTo>
                  <a:pt x="5168" y="5252"/>
                </a:lnTo>
                <a:lnTo>
                  <a:pt x="5356" y="5446"/>
                </a:lnTo>
                <a:lnTo>
                  <a:pt x="5444" y="5587"/>
                </a:lnTo>
                <a:lnTo>
                  <a:pt x="5670" y="5767"/>
                </a:lnTo>
                <a:lnTo>
                  <a:pt x="5859" y="6012"/>
                </a:lnTo>
                <a:lnTo>
                  <a:pt x="6048" y="6192"/>
                </a:lnTo>
                <a:lnTo>
                  <a:pt x="6186" y="6334"/>
                </a:lnTo>
                <a:lnTo>
                  <a:pt x="6362" y="6527"/>
                </a:lnTo>
                <a:lnTo>
                  <a:pt x="6551" y="6759"/>
                </a:lnTo>
                <a:lnTo>
                  <a:pt x="6689" y="6849"/>
                </a:lnTo>
                <a:lnTo>
                  <a:pt x="6865" y="7081"/>
                </a:lnTo>
                <a:lnTo>
                  <a:pt x="7054" y="7274"/>
                </a:lnTo>
                <a:lnTo>
                  <a:pt x="7192" y="7415"/>
                </a:lnTo>
                <a:lnTo>
                  <a:pt x="7368" y="7609"/>
                </a:lnTo>
                <a:lnTo>
                  <a:pt x="7456" y="7737"/>
                </a:lnTo>
                <a:lnTo>
                  <a:pt x="7695" y="7930"/>
                </a:lnTo>
                <a:lnTo>
                  <a:pt x="7783" y="8072"/>
                </a:lnTo>
                <a:lnTo>
                  <a:pt x="7959" y="8265"/>
                </a:lnTo>
                <a:lnTo>
                  <a:pt x="8060" y="8394"/>
                </a:lnTo>
                <a:lnTo>
                  <a:pt x="8198" y="8497"/>
                </a:lnTo>
                <a:lnTo>
                  <a:pt x="8374" y="8729"/>
                </a:lnTo>
                <a:lnTo>
                  <a:pt x="8563" y="8960"/>
                </a:lnTo>
                <a:lnTo>
                  <a:pt x="8701" y="9051"/>
                </a:lnTo>
                <a:lnTo>
                  <a:pt x="8877" y="9295"/>
                </a:lnTo>
                <a:lnTo>
                  <a:pt x="9066" y="9475"/>
                </a:lnTo>
                <a:lnTo>
                  <a:pt x="9204" y="9617"/>
                </a:lnTo>
                <a:lnTo>
                  <a:pt x="9380" y="9849"/>
                </a:lnTo>
                <a:lnTo>
                  <a:pt x="9568" y="10042"/>
                </a:lnTo>
                <a:lnTo>
                  <a:pt x="9707" y="10184"/>
                </a:lnTo>
                <a:lnTo>
                  <a:pt x="9883" y="10415"/>
                </a:lnTo>
                <a:lnTo>
                  <a:pt x="10071" y="10608"/>
                </a:lnTo>
                <a:lnTo>
                  <a:pt x="10210" y="10750"/>
                </a:lnTo>
                <a:lnTo>
                  <a:pt x="10386" y="10982"/>
                </a:lnTo>
                <a:lnTo>
                  <a:pt x="10486" y="11072"/>
                </a:lnTo>
                <a:lnTo>
                  <a:pt x="10574" y="11162"/>
                </a:lnTo>
                <a:lnTo>
                  <a:pt x="10713" y="11304"/>
                </a:lnTo>
                <a:lnTo>
                  <a:pt x="10801" y="11407"/>
                </a:lnTo>
                <a:lnTo>
                  <a:pt x="10889" y="11548"/>
                </a:lnTo>
                <a:lnTo>
                  <a:pt x="11077" y="11780"/>
                </a:lnTo>
                <a:lnTo>
                  <a:pt x="11216" y="11870"/>
                </a:lnTo>
                <a:lnTo>
                  <a:pt x="11392" y="12102"/>
                </a:lnTo>
                <a:lnTo>
                  <a:pt x="11580" y="12347"/>
                </a:lnTo>
                <a:lnTo>
                  <a:pt x="11719" y="12437"/>
                </a:lnTo>
                <a:lnTo>
                  <a:pt x="11807" y="12578"/>
                </a:lnTo>
                <a:lnTo>
                  <a:pt x="11995" y="12810"/>
                </a:lnTo>
                <a:lnTo>
                  <a:pt x="12222" y="13042"/>
                </a:lnTo>
                <a:lnTo>
                  <a:pt x="12410" y="13274"/>
                </a:lnTo>
                <a:lnTo>
                  <a:pt x="12586" y="13518"/>
                </a:lnTo>
                <a:lnTo>
                  <a:pt x="12725" y="13608"/>
                </a:lnTo>
                <a:lnTo>
                  <a:pt x="12813" y="13750"/>
                </a:lnTo>
                <a:lnTo>
                  <a:pt x="13001" y="13943"/>
                </a:lnTo>
                <a:lnTo>
                  <a:pt x="13089" y="14072"/>
                </a:lnTo>
                <a:lnTo>
                  <a:pt x="13228" y="14175"/>
                </a:lnTo>
                <a:lnTo>
                  <a:pt x="13316" y="14316"/>
                </a:lnTo>
                <a:lnTo>
                  <a:pt x="13504" y="14548"/>
                </a:lnTo>
                <a:lnTo>
                  <a:pt x="13592" y="14690"/>
                </a:lnTo>
                <a:lnTo>
                  <a:pt x="13731" y="14780"/>
                </a:lnTo>
                <a:lnTo>
                  <a:pt x="13819" y="14922"/>
                </a:lnTo>
                <a:lnTo>
                  <a:pt x="14007" y="15153"/>
                </a:lnTo>
                <a:lnTo>
                  <a:pt x="14234" y="15385"/>
                </a:lnTo>
                <a:lnTo>
                  <a:pt x="14422" y="15630"/>
                </a:lnTo>
                <a:lnTo>
                  <a:pt x="14598" y="15861"/>
                </a:lnTo>
                <a:lnTo>
                  <a:pt x="14736" y="15952"/>
                </a:lnTo>
                <a:lnTo>
                  <a:pt x="14825" y="16093"/>
                </a:lnTo>
                <a:lnTo>
                  <a:pt x="15013" y="16325"/>
                </a:lnTo>
                <a:lnTo>
                  <a:pt x="15101" y="16467"/>
                </a:lnTo>
                <a:lnTo>
                  <a:pt x="15239" y="16570"/>
                </a:lnTo>
                <a:lnTo>
                  <a:pt x="15327" y="16711"/>
                </a:lnTo>
                <a:lnTo>
                  <a:pt x="15516" y="16943"/>
                </a:lnTo>
                <a:lnTo>
                  <a:pt x="15742" y="17175"/>
                </a:lnTo>
                <a:lnTo>
                  <a:pt x="15830" y="17316"/>
                </a:lnTo>
                <a:lnTo>
                  <a:pt x="16019" y="17548"/>
                </a:lnTo>
                <a:lnTo>
                  <a:pt x="16245" y="17780"/>
                </a:lnTo>
                <a:lnTo>
                  <a:pt x="16434" y="18024"/>
                </a:lnTo>
                <a:lnTo>
                  <a:pt x="16522" y="18166"/>
                </a:lnTo>
                <a:lnTo>
                  <a:pt x="16748" y="18398"/>
                </a:lnTo>
                <a:lnTo>
                  <a:pt x="16937" y="18630"/>
                </a:lnTo>
                <a:lnTo>
                  <a:pt x="17025" y="18771"/>
                </a:lnTo>
                <a:lnTo>
                  <a:pt x="17251" y="19003"/>
                </a:lnTo>
                <a:lnTo>
                  <a:pt x="17440" y="19235"/>
                </a:lnTo>
                <a:lnTo>
                  <a:pt x="17528" y="19376"/>
                </a:lnTo>
                <a:lnTo>
                  <a:pt x="17754" y="19608"/>
                </a:lnTo>
                <a:lnTo>
                  <a:pt x="17855" y="19750"/>
                </a:lnTo>
                <a:lnTo>
                  <a:pt x="18031" y="19994"/>
                </a:lnTo>
                <a:lnTo>
                  <a:pt x="18119" y="20136"/>
                </a:lnTo>
                <a:lnTo>
                  <a:pt x="18257" y="20226"/>
                </a:lnTo>
                <a:lnTo>
                  <a:pt x="18358" y="20368"/>
                </a:lnTo>
                <a:lnTo>
                  <a:pt x="18534" y="20599"/>
                </a:lnTo>
                <a:lnTo>
                  <a:pt x="18634" y="20741"/>
                </a:lnTo>
                <a:lnTo>
                  <a:pt x="18861" y="20973"/>
                </a:lnTo>
                <a:lnTo>
                  <a:pt x="18949" y="21114"/>
                </a:lnTo>
                <a:lnTo>
                  <a:pt x="19137" y="21346"/>
                </a:lnTo>
                <a:lnTo>
                  <a:pt x="19263" y="21488"/>
                </a:lnTo>
                <a:lnTo>
                  <a:pt x="19452" y="21720"/>
                </a:lnTo>
                <a:lnTo>
                  <a:pt x="19540" y="21861"/>
                </a:lnTo>
                <a:lnTo>
                  <a:pt x="19779" y="22106"/>
                </a:lnTo>
                <a:lnTo>
                  <a:pt x="19867" y="22247"/>
                </a:lnTo>
                <a:lnTo>
                  <a:pt x="19955" y="22389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5186427" y="3845343"/>
            <a:ext cx="20055" cy="27732"/>
          </a:xfrm>
          <a:custGeom>
            <a:avLst/>
            <a:gdLst/>
            <a:ahLst/>
            <a:cxnLst/>
            <a:rect l="l" t="t" r="r" b="b"/>
            <a:pathLst>
              <a:path w="20055" h="2773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4"/>
                </a:lnTo>
                <a:lnTo>
                  <a:pt x="502" y="656"/>
                </a:lnTo>
                <a:lnTo>
                  <a:pt x="741" y="888"/>
                </a:lnTo>
                <a:lnTo>
                  <a:pt x="829" y="1029"/>
                </a:lnTo>
                <a:lnTo>
                  <a:pt x="917" y="1171"/>
                </a:lnTo>
                <a:lnTo>
                  <a:pt x="1106" y="1403"/>
                </a:lnTo>
                <a:lnTo>
                  <a:pt x="1244" y="1544"/>
                </a:lnTo>
                <a:lnTo>
                  <a:pt x="1332" y="1686"/>
                </a:lnTo>
                <a:lnTo>
                  <a:pt x="1508" y="1918"/>
                </a:lnTo>
                <a:lnTo>
                  <a:pt x="1609" y="2059"/>
                </a:lnTo>
                <a:lnTo>
                  <a:pt x="1747" y="2150"/>
                </a:lnTo>
                <a:lnTo>
                  <a:pt x="1835" y="2291"/>
                </a:lnTo>
                <a:lnTo>
                  <a:pt x="1923" y="2433"/>
                </a:lnTo>
                <a:lnTo>
                  <a:pt x="2011" y="2574"/>
                </a:lnTo>
                <a:lnTo>
                  <a:pt x="2250" y="2806"/>
                </a:lnTo>
                <a:lnTo>
                  <a:pt x="2338" y="2948"/>
                </a:lnTo>
                <a:lnTo>
                  <a:pt x="2426" y="3089"/>
                </a:lnTo>
                <a:lnTo>
                  <a:pt x="2527" y="3231"/>
                </a:lnTo>
                <a:lnTo>
                  <a:pt x="2753" y="3463"/>
                </a:lnTo>
                <a:lnTo>
                  <a:pt x="2841" y="3604"/>
                </a:lnTo>
                <a:lnTo>
                  <a:pt x="2929" y="3746"/>
                </a:lnTo>
                <a:lnTo>
                  <a:pt x="3118" y="3991"/>
                </a:lnTo>
                <a:lnTo>
                  <a:pt x="3256" y="4132"/>
                </a:lnTo>
                <a:lnTo>
                  <a:pt x="3344" y="4261"/>
                </a:lnTo>
                <a:lnTo>
                  <a:pt x="3432" y="4403"/>
                </a:lnTo>
                <a:lnTo>
                  <a:pt x="3621" y="4647"/>
                </a:lnTo>
                <a:lnTo>
                  <a:pt x="3759" y="4789"/>
                </a:lnTo>
                <a:lnTo>
                  <a:pt x="3847" y="4918"/>
                </a:lnTo>
                <a:lnTo>
                  <a:pt x="3935" y="5059"/>
                </a:lnTo>
                <a:lnTo>
                  <a:pt x="4124" y="5304"/>
                </a:lnTo>
                <a:lnTo>
                  <a:pt x="4262" y="5446"/>
                </a:lnTo>
                <a:lnTo>
                  <a:pt x="4350" y="5574"/>
                </a:lnTo>
                <a:lnTo>
                  <a:pt x="4438" y="5716"/>
                </a:lnTo>
                <a:lnTo>
                  <a:pt x="4627" y="5961"/>
                </a:lnTo>
                <a:lnTo>
                  <a:pt x="4765" y="6102"/>
                </a:lnTo>
                <a:lnTo>
                  <a:pt x="4853" y="6244"/>
                </a:lnTo>
                <a:lnTo>
                  <a:pt x="4941" y="6373"/>
                </a:lnTo>
                <a:lnTo>
                  <a:pt x="5042" y="6514"/>
                </a:lnTo>
                <a:lnTo>
                  <a:pt x="5268" y="6759"/>
                </a:lnTo>
                <a:lnTo>
                  <a:pt x="5356" y="6900"/>
                </a:lnTo>
                <a:lnTo>
                  <a:pt x="5444" y="7029"/>
                </a:lnTo>
                <a:lnTo>
                  <a:pt x="5545" y="7171"/>
                </a:lnTo>
                <a:lnTo>
                  <a:pt x="5633" y="7312"/>
                </a:lnTo>
                <a:lnTo>
                  <a:pt x="5771" y="7415"/>
                </a:lnTo>
                <a:lnTo>
                  <a:pt x="5859" y="7557"/>
                </a:lnTo>
                <a:lnTo>
                  <a:pt x="5960" y="7686"/>
                </a:lnTo>
                <a:lnTo>
                  <a:pt x="6048" y="7827"/>
                </a:lnTo>
                <a:lnTo>
                  <a:pt x="6136" y="7969"/>
                </a:lnTo>
                <a:lnTo>
                  <a:pt x="6274" y="8111"/>
                </a:lnTo>
                <a:lnTo>
                  <a:pt x="6362" y="8252"/>
                </a:lnTo>
                <a:lnTo>
                  <a:pt x="6463" y="8394"/>
                </a:lnTo>
                <a:lnTo>
                  <a:pt x="6639" y="8626"/>
                </a:lnTo>
                <a:lnTo>
                  <a:pt x="6777" y="8767"/>
                </a:lnTo>
                <a:lnTo>
                  <a:pt x="6865" y="8909"/>
                </a:lnTo>
                <a:lnTo>
                  <a:pt x="6966" y="9051"/>
                </a:lnTo>
                <a:lnTo>
                  <a:pt x="7054" y="9192"/>
                </a:lnTo>
                <a:lnTo>
                  <a:pt x="7142" y="9334"/>
                </a:lnTo>
                <a:lnTo>
                  <a:pt x="7280" y="9475"/>
                </a:lnTo>
                <a:lnTo>
                  <a:pt x="7368" y="9617"/>
                </a:lnTo>
                <a:lnTo>
                  <a:pt x="7557" y="9849"/>
                </a:lnTo>
                <a:lnTo>
                  <a:pt x="7645" y="9990"/>
                </a:lnTo>
                <a:lnTo>
                  <a:pt x="7783" y="10132"/>
                </a:lnTo>
                <a:lnTo>
                  <a:pt x="7871" y="10274"/>
                </a:lnTo>
                <a:lnTo>
                  <a:pt x="7972" y="10415"/>
                </a:lnTo>
                <a:lnTo>
                  <a:pt x="8060" y="10557"/>
                </a:lnTo>
                <a:lnTo>
                  <a:pt x="8148" y="10699"/>
                </a:lnTo>
                <a:lnTo>
                  <a:pt x="8286" y="10840"/>
                </a:lnTo>
                <a:lnTo>
                  <a:pt x="8374" y="10982"/>
                </a:lnTo>
                <a:lnTo>
                  <a:pt x="8475" y="11123"/>
                </a:lnTo>
                <a:lnTo>
                  <a:pt x="8563" y="11252"/>
                </a:lnTo>
                <a:lnTo>
                  <a:pt x="8789" y="11497"/>
                </a:lnTo>
                <a:lnTo>
                  <a:pt x="8877" y="11638"/>
                </a:lnTo>
                <a:lnTo>
                  <a:pt x="8977" y="11780"/>
                </a:lnTo>
                <a:lnTo>
                  <a:pt x="9066" y="11909"/>
                </a:lnTo>
                <a:lnTo>
                  <a:pt x="9154" y="12050"/>
                </a:lnTo>
                <a:lnTo>
                  <a:pt x="9292" y="12192"/>
                </a:lnTo>
                <a:lnTo>
                  <a:pt x="9380" y="12334"/>
                </a:lnTo>
                <a:lnTo>
                  <a:pt x="9480" y="12475"/>
                </a:lnTo>
                <a:lnTo>
                  <a:pt x="9568" y="12617"/>
                </a:lnTo>
                <a:lnTo>
                  <a:pt x="9656" y="12759"/>
                </a:lnTo>
                <a:lnTo>
                  <a:pt x="9795" y="12900"/>
                </a:lnTo>
                <a:lnTo>
                  <a:pt x="9895" y="13042"/>
                </a:lnTo>
                <a:lnTo>
                  <a:pt x="9983" y="13183"/>
                </a:lnTo>
                <a:lnTo>
                  <a:pt x="10071" y="13325"/>
                </a:lnTo>
                <a:lnTo>
                  <a:pt x="10159" y="13467"/>
                </a:lnTo>
                <a:lnTo>
                  <a:pt x="10298" y="13608"/>
                </a:lnTo>
                <a:lnTo>
                  <a:pt x="10398" y="13750"/>
                </a:lnTo>
                <a:lnTo>
                  <a:pt x="10486" y="13892"/>
                </a:lnTo>
                <a:lnTo>
                  <a:pt x="10574" y="14020"/>
                </a:lnTo>
                <a:lnTo>
                  <a:pt x="10662" y="14162"/>
                </a:lnTo>
                <a:lnTo>
                  <a:pt x="10801" y="14304"/>
                </a:lnTo>
                <a:lnTo>
                  <a:pt x="10901" y="14445"/>
                </a:lnTo>
                <a:lnTo>
                  <a:pt x="10989" y="14587"/>
                </a:lnTo>
                <a:lnTo>
                  <a:pt x="11077" y="14728"/>
                </a:lnTo>
                <a:lnTo>
                  <a:pt x="11165" y="14870"/>
                </a:lnTo>
                <a:lnTo>
                  <a:pt x="11304" y="15012"/>
                </a:lnTo>
                <a:lnTo>
                  <a:pt x="11404" y="15153"/>
                </a:lnTo>
                <a:lnTo>
                  <a:pt x="11492" y="15295"/>
                </a:lnTo>
                <a:lnTo>
                  <a:pt x="11580" y="15437"/>
                </a:lnTo>
                <a:lnTo>
                  <a:pt x="11668" y="15578"/>
                </a:lnTo>
                <a:lnTo>
                  <a:pt x="11807" y="15720"/>
                </a:lnTo>
                <a:lnTo>
                  <a:pt x="11907" y="15861"/>
                </a:lnTo>
                <a:lnTo>
                  <a:pt x="11995" y="16003"/>
                </a:lnTo>
                <a:lnTo>
                  <a:pt x="12083" y="16132"/>
                </a:lnTo>
                <a:lnTo>
                  <a:pt x="12184" y="16273"/>
                </a:lnTo>
                <a:lnTo>
                  <a:pt x="12310" y="16415"/>
                </a:lnTo>
                <a:lnTo>
                  <a:pt x="12410" y="16557"/>
                </a:lnTo>
                <a:lnTo>
                  <a:pt x="12498" y="16698"/>
                </a:lnTo>
                <a:lnTo>
                  <a:pt x="12586" y="16840"/>
                </a:lnTo>
                <a:lnTo>
                  <a:pt x="12687" y="16982"/>
                </a:lnTo>
                <a:lnTo>
                  <a:pt x="12813" y="17123"/>
                </a:lnTo>
                <a:lnTo>
                  <a:pt x="12913" y="17265"/>
                </a:lnTo>
                <a:lnTo>
                  <a:pt x="13001" y="17406"/>
                </a:lnTo>
                <a:lnTo>
                  <a:pt x="13089" y="17548"/>
                </a:lnTo>
                <a:lnTo>
                  <a:pt x="13190" y="17690"/>
                </a:lnTo>
                <a:lnTo>
                  <a:pt x="13316" y="17831"/>
                </a:lnTo>
                <a:lnTo>
                  <a:pt x="13416" y="17973"/>
                </a:lnTo>
                <a:lnTo>
                  <a:pt x="13504" y="18153"/>
                </a:lnTo>
                <a:lnTo>
                  <a:pt x="13592" y="18295"/>
                </a:lnTo>
                <a:lnTo>
                  <a:pt x="13693" y="18436"/>
                </a:lnTo>
                <a:lnTo>
                  <a:pt x="13831" y="18578"/>
                </a:lnTo>
                <a:lnTo>
                  <a:pt x="13919" y="18720"/>
                </a:lnTo>
                <a:lnTo>
                  <a:pt x="14007" y="18861"/>
                </a:lnTo>
                <a:lnTo>
                  <a:pt x="14095" y="19003"/>
                </a:lnTo>
                <a:lnTo>
                  <a:pt x="14196" y="19145"/>
                </a:lnTo>
                <a:lnTo>
                  <a:pt x="14334" y="19286"/>
                </a:lnTo>
                <a:lnTo>
                  <a:pt x="14422" y="19428"/>
                </a:lnTo>
                <a:lnTo>
                  <a:pt x="14510" y="19569"/>
                </a:lnTo>
                <a:lnTo>
                  <a:pt x="14598" y="19698"/>
                </a:lnTo>
                <a:lnTo>
                  <a:pt x="14699" y="19891"/>
                </a:lnTo>
                <a:lnTo>
                  <a:pt x="14837" y="20033"/>
                </a:lnTo>
                <a:lnTo>
                  <a:pt x="14925" y="20175"/>
                </a:lnTo>
                <a:lnTo>
                  <a:pt x="15013" y="20316"/>
                </a:lnTo>
                <a:lnTo>
                  <a:pt x="15101" y="20458"/>
                </a:lnTo>
                <a:lnTo>
                  <a:pt x="15202" y="20599"/>
                </a:lnTo>
                <a:lnTo>
                  <a:pt x="15340" y="20741"/>
                </a:lnTo>
                <a:lnTo>
                  <a:pt x="15428" y="20883"/>
                </a:lnTo>
                <a:lnTo>
                  <a:pt x="15516" y="21024"/>
                </a:lnTo>
                <a:lnTo>
                  <a:pt x="15604" y="21205"/>
                </a:lnTo>
                <a:lnTo>
                  <a:pt x="15705" y="21346"/>
                </a:lnTo>
                <a:lnTo>
                  <a:pt x="15843" y="21488"/>
                </a:lnTo>
                <a:lnTo>
                  <a:pt x="15931" y="21629"/>
                </a:lnTo>
                <a:lnTo>
                  <a:pt x="16019" y="21771"/>
                </a:lnTo>
                <a:lnTo>
                  <a:pt x="16120" y="21913"/>
                </a:lnTo>
                <a:lnTo>
                  <a:pt x="16208" y="22054"/>
                </a:lnTo>
                <a:lnTo>
                  <a:pt x="16346" y="22196"/>
                </a:lnTo>
                <a:lnTo>
                  <a:pt x="16434" y="22376"/>
                </a:lnTo>
                <a:lnTo>
                  <a:pt x="16522" y="22518"/>
                </a:lnTo>
                <a:lnTo>
                  <a:pt x="16623" y="22659"/>
                </a:lnTo>
                <a:lnTo>
                  <a:pt x="16711" y="22801"/>
                </a:lnTo>
                <a:lnTo>
                  <a:pt x="16849" y="22943"/>
                </a:lnTo>
                <a:lnTo>
                  <a:pt x="16937" y="23084"/>
                </a:lnTo>
                <a:lnTo>
                  <a:pt x="17025" y="23226"/>
                </a:lnTo>
                <a:lnTo>
                  <a:pt x="17126" y="23406"/>
                </a:lnTo>
                <a:lnTo>
                  <a:pt x="17214" y="23548"/>
                </a:lnTo>
                <a:lnTo>
                  <a:pt x="17352" y="23689"/>
                </a:lnTo>
                <a:lnTo>
                  <a:pt x="17440" y="23831"/>
                </a:lnTo>
                <a:lnTo>
                  <a:pt x="17528" y="23973"/>
                </a:lnTo>
                <a:lnTo>
                  <a:pt x="17629" y="24114"/>
                </a:lnTo>
                <a:lnTo>
                  <a:pt x="17717" y="24307"/>
                </a:lnTo>
                <a:lnTo>
                  <a:pt x="17855" y="24449"/>
                </a:lnTo>
                <a:lnTo>
                  <a:pt x="17943" y="24578"/>
                </a:lnTo>
                <a:lnTo>
                  <a:pt x="18031" y="24719"/>
                </a:lnTo>
                <a:lnTo>
                  <a:pt x="18132" y="24861"/>
                </a:lnTo>
                <a:lnTo>
                  <a:pt x="18220" y="25054"/>
                </a:lnTo>
                <a:lnTo>
                  <a:pt x="18358" y="25196"/>
                </a:lnTo>
                <a:lnTo>
                  <a:pt x="18446" y="25337"/>
                </a:lnTo>
                <a:lnTo>
                  <a:pt x="18534" y="25479"/>
                </a:lnTo>
                <a:lnTo>
                  <a:pt x="18634" y="25621"/>
                </a:lnTo>
                <a:lnTo>
                  <a:pt x="18723" y="25801"/>
                </a:lnTo>
                <a:lnTo>
                  <a:pt x="18861" y="25943"/>
                </a:lnTo>
                <a:lnTo>
                  <a:pt x="18949" y="26084"/>
                </a:lnTo>
                <a:lnTo>
                  <a:pt x="19037" y="26226"/>
                </a:lnTo>
                <a:lnTo>
                  <a:pt x="19137" y="26367"/>
                </a:lnTo>
                <a:lnTo>
                  <a:pt x="19225" y="26561"/>
                </a:lnTo>
                <a:lnTo>
                  <a:pt x="19364" y="26689"/>
                </a:lnTo>
                <a:lnTo>
                  <a:pt x="19452" y="26831"/>
                </a:lnTo>
                <a:lnTo>
                  <a:pt x="19540" y="26973"/>
                </a:lnTo>
                <a:lnTo>
                  <a:pt x="19640" y="27166"/>
                </a:lnTo>
                <a:lnTo>
                  <a:pt x="19728" y="27307"/>
                </a:lnTo>
                <a:lnTo>
                  <a:pt x="19867" y="27449"/>
                </a:lnTo>
                <a:lnTo>
                  <a:pt x="19955" y="27591"/>
                </a:lnTo>
                <a:lnTo>
                  <a:pt x="20055" y="27732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5206483" y="3873075"/>
            <a:ext cx="20043" cy="32560"/>
          </a:xfrm>
          <a:custGeom>
            <a:avLst/>
            <a:gdLst/>
            <a:ahLst/>
            <a:cxnLst/>
            <a:rect l="l" t="t" r="r" b="b"/>
            <a:pathLst>
              <a:path w="20043" h="32560">
                <a:moveTo>
                  <a:pt x="0" y="0"/>
                </a:moveTo>
                <a:lnTo>
                  <a:pt x="88" y="180"/>
                </a:lnTo>
                <a:lnTo>
                  <a:pt x="176" y="321"/>
                </a:lnTo>
                <a:lnTo>
                  <a:pt x="314" y="463"/>
                </a:lnTo>
                <a:lnTo>
                  <a:pt x="402" y="605"/>
                </a:lnTo>
                <a:lnTo>
                  <a:pt x="502" y="798"/>
                </a:lnTo>
                <a:lnTo>
                  <a:pt x="590" y="939"/>
                </a:lnTo>
                <a:lnTo>
                  <a:pt x="679" y="1068"/>
                </a:lnTo>
                <a:lnTo>
                  <a:pt x="817" y="1210"/>
                </a:lnTo>
                <a:lnTo>
                  <a:pt x="905" y="1403"/>
                </a:lnTo>
                <a:lnTo>
                  <a:pt x="1005" y="1544"/>
                </a:lnTo>
                <a:lnTo>
                  <a:pt x="1093" y="1686"/>
                </a:lnTo>
                <a:lnTo>
                  <a:pt x="1181" y="1828"/>
                </a:lnTo>
                <a:lnTo>
                  <a:pt x="1320" y="2008"/>
                </a:lnTo>
                <a:lnTo>
                  <a:pt x="1408" y="2150"/>
                </a:lnTo>
                <a:lnTo>
                  <a:pt x="1508" y="2291"/>
                </a:lnTo>
                <a:lnTo>
                  <a:pt x="1596" y="2484"/>
                </a:lnTo>
                <a:lnTo>
                  <a:pt x="1684" y="2626"/>
                </a:lnTo>
                <a:lnTo>
                  <a:pt x="1823" y="2768"/>
                </a:lnTo>
                <a:lnTo>
                  <a:pt x="1911" y="2909"/>
                </a:lnTo>
                <a:lnTo>
                  <a:pt x="2011" y="3089"/>
                </a:lnTo>
                <a:lnTo>
                  <a:pt x="2099" y="3231"/>
                </a:lnTo>
                <a:lnTo>
                  <a:pt x="2187" y="3373"/>
                </a:lnTo>
                <a:lnTo>
                  <a:pt x="2326" y="3566"/>
                </a:lnTo>
                <a:lnTo>
                  <a:pt x="2414" y="3707"/>
                </a:lnTo>
                <a:lnTo>
                  <a:pt x="2514" y="3849"/>
                </a:lnTo>
                <a:lnTo>
                  <a:pt x="2602" y="3978"/>
                </a:lnTo>
                <a:lnTo>
                  <a:pt x="2690" y="4171"/>
                </a:lnTo>
                <a:lnTo>
                  <a:pt x="2829" y="4313"/>
                </a:lnTo>
                <a:lnTo>
                  <a:pt x="2917" y="4454"/>
                </a:lnTo>
                <a:lnTo>
                  <a:pt x="3017" y="4634"/>
                </a:lnTo>
                <a:lnTo>
                  <a:pt x="3105" y="4776"/>
                </a:lnTo>
                <a:lnTo>
                  <a:pt x="3193" y="4918"/>
                </a:lnTo>
                <a:lnTo>
                  <a:pt x="3332" y="5111"/>
                </a:lnTo>
                <a:lnTo>
                  <a:pt x="3432" y="5252"/>
                </a:lnTo>
                <a:lnTo>
                  <a:pt x="3520" y="5394"/>
                </a:lnTo>
                <a:lnTo>
                  <a:pt x="3608" y="5574"/>
                </a:lnTo>
                <a:lnTo>
                  <a:pt x="3696" y="5716"/>
                </a:lnTo>
                <a:lnTo>
                  <a:pt x="3835" y="5858"/>
                </a:lnTo>
                <a:lnTo>
                  <a:pt x="3935" y="6051"/>
                </a:lnTo>
                <a:lnTo>
                  <a:pt x="4023" y="6192"/>
                </a:lnTo>
                <a:lnTo>
                  <a:pt x="4111" y="6334"/>
                </a:lnTo>
                <a:lnTo>
                  <a:pt x="4199" y="6514"/>
                </a:lnTo>
                <a:lnTo>
                  <a:pt x="4338" y="6656"/>
                </a:lnTo>
                <a:lnTo>
                  <a:pt x="4438" y="6797"/>
                </a:lnTo>
                <a:lnTo>
                  <a:pt x="4526" y="6991"/>
                </a:lnTo>
                <a:lnTo>
                  <a:pt x="4614" y="7132"/>
                </a:lnTo>
                <a:lnTo>
                  <a:pt x="4702" y="7274"/>
                </a:lnTo>
                <a:lnTo>
                  <a:pt x="4841" y="7454"/>
                </a:lnTo>
                <a:lnTo>
                  <a:pt x="4941" y="7596"/>
                </a:lnTo>
                <a:lnTo>
                  <a:pt x="5029" y="7789"/>
                </a:lnTo>
                <a:lnTo>
                  <a:pt x="5117" y="7930"/>
                </a:lnTo>
                <a:lnTo>
                  <a:pt x="5205" y="8072"/>
                </a:lnTo>
                <a:lnTo>
                  <a:pt x="5344" y="8252"/>
                </a:lnTo>
                <a:lnTo>
                  <a:pt x="5444" y="8394"/>
                </a:lnTo>
                <a:lnTo>
                  <a:pt x="5532" y="8536"/>
                </a:lnTo>
                <a:lnTo>
                  <a:pt x="5620" y="8729"/>
                </a:lnTo>
                <a:lnTo>
                  <a:pt x="5721" y="8857"/>
                </a:lnTo>
                <a:lnTo>
                  <a:pt x="5847" y="9051"/>
                </a:lnTo>
                <a:lnTo>
                  <a:pt x="5947" y="9192"/>
                </a:lnTo>
                <a:lnTo>
                  <a:pt x="6035" y="9334"/>
                </a:lnTo>
                <a:lnTo>
                  <a:pt x="6123" y="9514"/>
                </a:lnTo>
                <a:lnTo>
                  <a:pt x="6224" y="9656"/>
                </a:lnTo>
                <a:lnTo>
                  <a:pt x="6349" y="9849"/>
                </a:lnTo>
                <a:lnTo>
                  <a:pt x="6450" y="9990"/>
                </a:lnTo>
                <a:lnTo>
                  <a:pt x="6538" y="10132"/>
                </a:lnTo>
                <a:lnTo>
                  <a:pt x="6626" y="10312"/>
                </a:lnTo>
                <a:lnTo>
                  <a:pt x="6727" y="10454"/>
                </a:lnTo>
                <a:lnTo>
                  <a:pt x="6852" y="10647"/>
                </a:lnTo>
                <a:lnTo>
                  <a:pt x="6953" y="10789"/>
                </a:lnTo>
                <a:lnTo>
                  <a:pt x="7041" y="10930"/>
                </a:lnTo>
                <a:lnTo>
                  <a:pt x="7129" y="11111"/>
                </a:lnTo>
                <a:lnTo>
                  <a:pt x="7230" y="11252"/>
                </a:lnTo>
                <a:lnTo>
                  <a:pt x="7368" y="11445"/>
                </a:lnTo>
                <a:lnTo>
                  <a:pt x="7456" y="11587"/>
                </a:lnTo>
                <a:lnTo>
                  <a:pt x="7544" y="11729"/>
                </a:lnTo>
                <a:lnTo>
                  <a:pt x="7632" y="11909"/>
                </a:lnTo>
                <a:lnTo>
                  <a:pt x="7733" y="12050"/>
                </a:lnTo>
                <a:lnTo>
                  <a:pt x="7871" y="12244"/>
                </a:lnTo>
                <a:lnTo>
                  <a:pt x="7959" y="12385"/>
                </a:lnTo>
                <a:lnTo>
                  <a:pt x="8047" y="12565"/>
                </a:lnTo>
                <a:lnTo>
                  <a:pt x="8135" y="12707"/>
                </a:lnTo>
                <a:lnTo>
                  <a:pt x="8273" y="12900"/>
                </a:lnTo>
                <a:lnTo>
                  <a:pt x="8374" y="13042"/>
                </a:lnTo>
                <a:lnTo>
                  <a:pt x="8462" y="13183"/>
                </a:lnTo>
                <a:lnTo>
                  <a:pt x="8550" y="13364"/>
                </a:lnTo>
                <a:lnTo>
                  <a:pt x="8638" y="13505"/>
                </a:lnTo>
                <a:lnTo>
                  <a:pt x="8776" y="13698"/>
                </a:lnTo>
                <a:lnTo>
                  <a:pt x="8877" y="13840"/>
                </a:lnTo>
                <a:lnTo>
                  <a:pt x="8965" y="14020"/>
                </a:lnTo>
                <a:lnTo>
                  <a:pt x="9053" y="14162"/>
                </a:lnTo>
                <a:lnTo>
                  <a:pt x="9141" y="14355"/>
                </a:lnTo>
                <a:lnTo>
                  <a:pt x="9279" y="14497"/>
                </a:lnTo>
                <a:lnTo>
                  <a:pt x="9380" y="14677"/>
                </a:lnTo>
                <a:lnTo>
                  <a:pt x="9468" y="14819"/>
                </a:lnTo>
                <a:lnTo>
                  <a:pt x="9556" y="15012"/>
                </a:lnTo>
                <a:lnTo>
                  <a:pt x="9657" y="15153"/>
                </a:lnTo>
                <a:lnTo>
                  <a:pt x="9782" y="15334"/>
                </a:lnTo>
                <a:lnTo>
                  <a:pt x="9883" y="15475"/>
                </a:lnTo>
                <a:lnTo>
                  <a:pt x="9971" y="15617"/>
                </a:lnTo>
                <a:lnTo>
                  <a:pt x="10059" y="15810"/>
                </a:lnTo>
                <a:lnTo>
                  <a:pt x="10159" y="15952"/>
                </a:lnTo>
                <a:lnTo>
                  <a:pt x="10285" y="16132"/>
                </a:lnTo>
                <a:lnTo>
                  <a:pt x="10386" y="16273"/>
                </a:lnTo>
                <a:lnTo>
                  <a:pt x="10474" y="16467"/>
                </a:lnTo>
                <a:lnTo>
                  <a:pt x="10562" y="16608"/>
                </a:lnTo>
                <a:lnTo>
                  <a:pt x="10662" y="16788"/>
                </a:lnTo>
                <a:lnTo>
                  <a:pt x="10801" y="16930"/>
                </a:lnTo>
                <a:lnTo>
                  <a:pt x="10889" y="17123"/>
                </a:lnTo>
                <a:lnTo>
                  <a:pt x="10977" y="17265"/>
                </a:lnTo>
                <a:lnTo>
                  <a:pt x="11065" y="17445"/>
                </a:lnTo>
                <a:lnTo>
                  <a:pt x="11165" y="17638"/>
                </a:lnTo>
                <a:lnTo>
                  <a:pt x="11304" y="17780"/>
                </a:lnTo>
                <a:lnTo>
                  <a:pt x="11392" y="17960"/>
                </a:lnTo>
                <a:lnTo>
                  <a:pt x="11480" y="18102"/>
                </a:lnTo>
                <a:lnTo>
                  <a:pt x="11568" y="18295"/>
                </a:lnTo>
                <a:lnTo>
                  <a:pt x="11668" y="18436"/>
                </a:lnTo>
                <a:lnTo>
                  <a:pt x="11807" y="18630"/>
                </a:lnTo>
                <a:lnTo>
                  <a:pt x="11895" y="18758"/>
                </a:lnTo>
                <a:lnTo>
                  <a:pt x="11983" y="18951"/>
                </a:lnTo>
                <a:lnTo>
                  <a:pt x="12071" y="19093"/>
                </a:lnTo>
                <a:lnTo>
                  <a:pt x="12171" y="19286"/>
                </a:lnTo>
                <a:lnTo>
                  <a:pt x="12310" y="19415"/>
                </a:lnTo>
                <a:lnTo>
                  <a:pt x="12398" y="19608"/>
                </a:lnTo>
                <a:lnTo>
                  <a:pt x="12486" y="19750"/>
                </a:lnTo>
                <a:lnTo>
                  <a:pt x="12574" y="19943"/>
                </a:lnTo>
                <a:lnTo>
                  <a:pt x="12674" y="20123"/>
                </a:lnTo>
                <a:lnTo>
                  <a:pt x="12813" y="20265"/>
                </a:lnTo>
                <a:lnTo>
                  <a:pt x="12901" y="20458"/>
                </a:lnTo>
                <a:lnTo>
                  <a:pt x="12989" y="20599"/>
                </a:lnTo>
                <a:lnTo>
                  <a:pt x="13077" y="20780"/>
                </a:lnTo>
                <a:lnTo>
                  <a:pt x="13177" y="20921"/>
                </a:lnTo>
                <a:lnTo>
                  <a:pt x="13316" y="21114"/>
                </a:lnTo>
                <a:lnTo>
                  <a:pt x="13404" y="21295"/>
                </a:lnTo>
                <a:lnTo>
                  <a:pt x="13492" y="21436"/>
                </a:lnTo>
                <a:lnTo>
                  <a:pt x="13592" y="21629"/>
                </a:lnTo>
                <a:lnTo>
                  <a:pt x="13680" y="21771"/>
                </a:lnTo>
                <a:lnTo>
                  <a:pt x="13819" y="21951"/>
                </a:lnTo>
                <a:lnTo>
                  <a:pt x="13907" y="22093"/>
                </a:lnTo>
                <a:lnTo>
                  <a:pt x="13995" y="22286"/>
                </a:lnTo>
                <a:lnTo>
                  <a:pt x="14095" y="22466"/>
                </a:lnTo>
                <a:lnTo>
                  <a:pt x="14183" y="22608"/>
                </a:lnTo>
                <a:lnTo>
                  <a:pt x="14322" y="22801"/>
                </a:lnTo>
                <a:lnTo>
                  <a:pt x="14410" y="22943"/>
                </a:lnTo>
                <a:lnTo>
                  <a:pt x="14498" y="23123"/>
                </a:lnTo>
                <a:lnTo>
                  <a:pt x="14598" y="23316"/>
                </a:lnTo>
                <a:lnTo>
                  <a:pt x="14686" y="23458"/>
                </a:lnTo>
                <a:lnTo>
                  <a:pt x="14825" y="23638"/>
                </a:lnTo>
                <a:lnTo>
                  <a:pt x="14913" y="23780"/>
                </a:lnTo>
                <a:lnTo>
                  <a:pt x="15001" y="23973"/>
                </a:lnTo>
                <a:lnTo>
                  <a:pt x="15101" y="24166"/>
                </a:lnTo>
                <a:lnTo>
                  <a:pt x="15189" y="24295"/>
                </a:lnTo>
                <a:lnTo>
                  <a:pt x="15327" y="24488"/>
                </a:lnTo>
                <a:lnTo>
                  <a:pt x="15415" y="24629"/>
                </a:lnTo>
                <a:lnTo>
                  <a:pt x="15504" y="24822"/>
                </a:lnTo>
                <a:lnTo>
                  <a:pt x="15604" y="25003"/>
                </a:lnTo>
                <a:lnTo>
                  <a:pt x="15692" y="25144"/>
                </a:lnTo>
                <a:lnTo>
                  <a:pt x="15830" y="25337"/>
                </a:lnTo>
                <a:lnTo>
                  <a:pt x="15918" y="25518"/>
                </a:lnTo>
                <a:lnTo>
                  <a:pt x="16006" y="25659"/>
                </a:lnTo>
                <a:lnTo>
                  <a:pt x="16107" y="25852"/>
                </a:lnTo>
                <a:lnTo>
                  <a:pt x="16195" y="25994"/>
                </a:lnTo>
                <a:lnTo>
                  <a:pt x="16333" y="26174"/>
                </a:lnTo>
                <a:lnTo>
                  <a:pt x="16421" y="26367"/>
                </a:lnTo>
                <a:lnTo>
                  <a:pt x="16509" y="26509"/>
                </a:lnTo>
                <a:lnTo>
                  <a:pt x="16610" y="26689"/>
                </a:lnTo>
                <a:lnTo>
                  <a:pt x="16698" y="26882"/>
                </a:lnTo>
                <a:lnTo>
                  <a:pt x="16836" y="27024"/>
                </a:lnTo>
                <a:lnTo>
                  <a:pt x="16924" y="27204"/>
                </a:lnTo>
                <a:lnTo>
                  <a:pt x="17025" y="27397"/>
                </a:lnTo>
                <a:lnTo>
                  <a:pt x="17113" y="27539"/>
                </a:lnTo>
                <a:lnTo>
                  <a:pt x="17201" y="27732"/>
                </a:lnTo>
                <a:lnTo>
                  <a:pt x="17339" y="27912"/>
                </a:lnTo>
                <a:lnTo>
                  <a:pt x="17427" y="28054"/>
                </a:lnTo>
                <a:lnTo>
                  <a:pt x="17528" y="28247"/>
                </a:lnTo>
                <a:lnTo>
                  <a:pt x="17616" y="28427"/>
                </a:lnTo>
                <a:lnTo>
                  <a:pt x="17704" y="28569"/>
                </a:lnTo>
                <a:lnTo>
                  <a:pt x="17842" y="28762"/>
                </a:lnTo>
                <a:lnTo>
                  <a:pt x="17930" y="28942"/>
                </a:lnTo>
                <a:lnTo>
                  <a:pt x="18031" y="29084"/>
                </a:lnTo>
                <a:lnTo>
                  <a:pt x="18119" y="29277"/>
                </a:lnTo>
                <a:lnTo>
                  <a:pt x="18207" y="29457"/>
                </a:lnTo>
                <a:lnTo>
                  <a:pt x="18345" y="29599"/>
                </a:lnTo>
                <a:lnTo>
                  <a:pt x="18433" y="29792"/>
                </a:lnTo>
                <a:lnTo>
                  <a:pt x="18534" y="29972"/>
                </a:lnTo>
                <a:lnTo>
                  <a:pt x="18622" y="30114"/>
                </a:lnTo>
                <a:lnTo>
                  <a:pt x="18710" y="30307"/>
                </a:lnTo>
                <a:lnTo>
                  <a:pt x="18848" y="30500"/>
                </a:lnTo>
                <a:lnTo>
                  <a:pt x="18936" y="30681"/>
                </a:lnTo>
                <a:lnTo>
                  <a:pt x="19037" y="30822"/>
                </a:lnTo>
                <a:lnTo>
                  <a:pt x="19125" y="31015"/>
                </a:lnTo>
                <a:lnTo>
                  <a:pt x="19213" y="31196"/>
                </a:lnTo>
                <a:lnTo>
                  <a:pt x="19351" y="31337"/>
                </a:lnTo>
                <a:lnTo>
                  <a:pt x="19439" y="31530"/>
                </a:lnTo>
                <a:lnTo>
                  <a:pt x="19540" y="31711"/>
                </a:lnTo>
                <a:lnTo>
                  <a:pt x="19628" y="31904"/>
                </a:lnTo>
                <a:lnTo>
                  <a:pt x="19716" y="32045"/>
                </a:lnTo>
                <a:lnTo>
                  <a:pt x="19854" y="32226"/>
                </a:lnTo>
                <a:lnTo>
                  <a:pt x="19942" y="32419"/>
                </a:lnTo>
                <a:lnTo>
                  <a:pt x="20043" y="3256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5226526" y="3905636"/>
            <a:ext cx="20043" cy="36873"/>
          </a:xfrm>
          <a:custGeom>
            <a:avLst/>
            <a:gdLst/>
            <a:ahLst/>
            <a:cxnLst/>
            <a:rect l="l" t="t" r="r" b="b"/>
            <a:pathLst>
              <a:path w="20043" h="3687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566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61"/>
                </a:lnTo>
                <a:lnTo>
                  <a:pt x="817" y="1403"/>
                </a:lnTo>
                <a:lnTo>
                  <a:pt x="917" y="1596"/>
                </a:lnTo>
                <a:lnTo>
                  <a:pt x="1005" y="1776"/>
                </a:lnTo>
                <a:lnTo>
                  <a:pt x="1093" y="1969"/>
                </a:lnTo>
                <a:lnTo>
                  <a:pt x="1181" y="2111"/>
                </a:lnTo>
                <a:lnTo>
                  <a:pt x="1320" y="2291"/>
                </a:lnTo>
                <a:lnTo>
                  <a:pt x="1420" y="2484"/>
                </a:lnTo>
                <a:lnTo>
                  <a:pt x="1508" y="2677"/>
                </a:lnTo>
                <a:lnTo>
                  <a:pt x="1596" y="2819"/>
                </a:lnTo>
                <a:lnTo>
                  <a:pt x="1684" y="2999"/>
                </a:lnTo>
                <a:lnTo>
                  <a:pt x="1823" y="3192"/>
                </a:lnTo>
                <a:lnTo>
                  <a:pt x="1923" y="3373"/>
                </a:lnTo>
                <a:lnTo>
                  <a:pt x="2011" y="3514"/>
                </a:lnTo>
                <a:lnTo>
                  <a:pt x="2099" y="3707"/>
                </a:lnTo>
                <a:lnTo>
                  <a:pt x="2187" y="3888"/>
                </a:lnTo>
                <a:lnTo>
                  <a:pt x="2326" y="4081"/>
                </a:lnTo>
                <a:lnTo>
                  <a:pt x="2426" y="4274"/>
                </a:lnTo>
                <a:lnTo>
                  <a:pt x="2514" y="4403"/>
                </a:lnTo>
                <a:lnTo>
                  <a:pt x="2602" y="4596"/>
                </a:lnTo>
                <a:lnTo>
                  <a:pt x="2690" y="4789"/>
                </a:lnTo>
                <a:lnTo>
                  <a:pt x="2829" y="4969"/>
                </a:lnTo>
                <a:lnTo>
                  <a:pt x="2929" y="5162"/>
                </a:lnTo>
                <a:lnTo>
                  <a:pt x="3017" y="5304"/>
                </a:lnTo>
                <a:lnTo>
                  <a:pt x="3105" y="5484"/>
                </a:lnTo>
                <a:lnTo>
                  <a:pt x="3206" y="5677"/>
                </a:lnTo>
                <a:lnTo>
                  <a:pt x="3332" y="5858"/>
                </a:lnTo>
                <a:lnTo>
                  <a:pt x="3432" y="6051"/>
                </a:lnTo>
                <a:lnTo>
                  <a:pt x="3520" y="6192"/>
                </a:lnTo>
                <a:lnTo>
                  <a:pt x="3608" y="6385"/>
                </a:lnTo>
                <a:lnTo>
                  <a:pt x="3709" y="6566"/>
                </a:lnTo>
                <a:lnTo>
                  <a:pt x="3835" y="6759"/>
                </a:lnTo>
                <a:lnTo>
                  <a:pt x="3935" y="6939"/>
                </a:lnTo>
                <a:lnTo>
                  <a:pt x="4023" y="7081"/>
                </a:lnTo>
                <a:lnTo>
                  <a:pt x="4111" y="7274"/>
                </a:lnTo>
                <a:lnTo>
                  <a:pt x="4212" y="7454"/>
                </a:lnTo>
                <a:lnTo>
                  <a:pt x="4338" y="7647"/>
                </a:lnTo>
                <a:lnTo>
                  <a:pt x="4438" y="7840"/>
                </a:lnTo>
                <a:lnTo>
                  <a:pt x="4526" y="8021"/>
                </a:lnTo>
                <a:lnTo>
                  <a:pt x="4614" y="8162"/>
                </a:lnTo>
                <a:lnTo>
                  <a:pt x="4715" y="8355"/>
                </a:lnTo>
                <a:lnTo>
                  <a:pt x="485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17" y="9102"/>
                </a:lnTo>
                <a:lnTo>
                  <a:pt x="5218" y="9244"/>
                </a:lnTo>
                <a:lnTo>
                  <a:pt x="5356" y="9424"/>
                </a:lnTo>
                <a:lnTo>
                  <a:pt x="5444" y="9617"/>
                </a:lnTo>
                <a:lnTo>
                  <a:pt x="5532" y="9810"/>
                </a:lnTo>
                <a:lnTo>
                  <a:pt x="5620" y="9990"/>
                </a:lnTo>
                <a:lnTo>
                  <a:pt x="5721" y="10184"/>
                </a:lnTo>
                <a:lnTo>
                  <a:pt x="5859" y="10364"/>
                </a:lnTo>
                <a:lnTo>
                  <a:pt x="5947" y="10505"/>
                </a:lnTo>
                <a:lnTo>
                  <a:pt x="6035" y="10699"/>
                </a:lnTo>
                <a:lnTo>
                  <a:pt x="6123" y="10879"/>
                </a:lnTo>
                <a:lnTo>
                  <a:pt x="6224" y="11072"/>
                </a:lnTo>
                <a:lnTo>
                  <a:pt x="6362" y="11265"/>
                </a:lnTo>
                <a:lnTo>
                  <a:pt x="6450" y="11445"/>
                </a:lnTo>
                <a:lnTo>
                  <a:pt x="6538" y="11638"/>
                </a:lnTo>
                <a:lnTo>
                  <a:pt x="6626" y="11819"/>
                </a:lnTo>
                <a:lnTo>
                  <a:pt x="6727" y="11960"/>
                </a:lnTo>
                <a:lnTo>
                  <a:pt x="6865" y="12153"/>
                </a:lnTo>
                <a:lnTo>
                  <a:pt x="6953" y="12334"/>
                </a:lnTo>
                <a:lnTo>
                  <a:pt x="7041" y="12527"/>
                </a:lnTo>
                <a:lnTo>
                  <a:pt x="7142" y="12720"/>
                </a:lnTo>
                <a:lnTo>
                  <a:pt x="7230" y="12900"/>
                </a:lnTo>
                <a:lnTo>
                  <a:pt x="7368" y="13093"/>
                </a:lnTo>
                <a:lnTo>
                  <a:pt x="7456" y="13274"/>
                </a:lnTo>
                <a:lnTo>
                  <a:pt x="7544" y="13467"/>
                </a:lnTo>
                <a:lnTo>
                  <a:pt x="7645" y="13608"/>
                </a:lnTo>
                <a:lnTo>
                  <a:pt x="7733" y="13789"/>
                </a:lnTo>
                <a:lnTo>
                  <a:pt x="7871" y="13982"/>
                </a:lnTo>
                <a:lnTo>
                  <a:pt x="7959" y="14175"/>
                </a:lnTo>
                <a:lnTo>
                  <a:pt x="8047" y="14355"/>
                </a:lnTo>
                <a:lnTo>
                  <a:pt x="8148" y="14548"/>
                </a:lnTo>
                <a:lnTo>
                  <a:pt x="8236" y="14728"/>
                </a:lnTo>
                <a:lnTo>
                  <a:pt x="8374" y="14922"/>
                </a:lnTo>
                <a:lnTo>
                  <a:pt x="8462" y="15102"/>
                </a:lnTo>
                <a:lnTo>
                  <a:pt x="8550" y="15295"/>
                </a:lnTo>
                <a:lnTo>
                  <a:pt x="8651" y="15488"/>
                </a:lnTo>
                <a:lnTo>
                  <a:pt x="8739" y="15630"/>
                </a:lnTo>
                <a:lnTo>
                  <a:pt x="8877" y="15810"/>
                </a:lnTo>
                <a:lnTo>
                  <a:pt x="8965" y="16003"/>
                </a:lnTo>
                <a:lnTo>
                  <a:pt x="9053" y="16183"/>
                </a:lnTo>
                <a:lnTo>
                  <a:pt x="9154" y="16376"/>
                </a:lnTo>
                <a:lnTo>
                  <a:pt x="9242" y="16557"/>
                </a:lnTo>
                <a:lnTo>
                  <a:pt x="9380" y="16750"/>
                </a:lnTo>
                <a:lnTo>
                  <a:pt x="9468" y="16943"/>
                </a:lnTo>
                <a:lnTo>
                  <a:pt x="9556" y="17123"/>
                </a:lnTo>
                <a:lnTo>
                  <a:pt x="9657" y="17316"/>
                </a:lnTo>
                <a:lnTo>
                  <a:pt x="9745" y="17497"/>
                </a:lnTo>
                <a:lnTo>
                  <a:pt x="9883" y="17690"/>
                </a:lnTo>
                <a:lnTo>
                  <a:pt x="9971" y="17870"/>
                </a:lnTo>
                <a:lnTo>
                  <a:pt x="10059" y="18063"/>
                </a:lnTo>
                <a:lnTo>
                  <a:pt x="10159" y="18256"/>
                </a:lnTo>
                <a:lnTo>
                  <a:pt x="10247" y="18436"/>
                </a:lnTo>
                <a:lnTo>
                  <a:pt x="10386" y="18630"/>
                </a:lnTo>
                <a:lnTo>
                  <a:pt x="10474" y="18771"/>
                </a:lnTo>
                <a:lnTo>
                  <a:pt x="10562" y="18951"/>
                </a:lnTo>
                <a:lnTo>
                  <a:pt x="10662" y="19145"/>
                </a:lnTo>
                <a:lnTo>
                  <a:pt x="10750" y="19325"/>
                </a:lnTo>
                <a:lnTo>
                  <a:pt x="10889" y="19518"/>
                </a:lnTo>
                <a:lnTo>
                  <a:pt x="10977" y="19711"/>
                </a:lnTo>
                <a:lnTo>
                  <a:pt x="11077" y="19891"/>
                </a:lnTo>
                <a:lnTo>
                  <a:pt x="11165" y="20084"/>
                </a:lnTo>
                <a:lnTo>
                  <a:pt x="11253" y="20265"/>
                </a:lnTo>
                <a:lnTo>
                  <a:pt x="11392" y="20458"/>
                </a:lnTo>
                <a:lnTo>
                  <a:pt x="11480" y="20638"/>
                </a:lnTo>
                <a:lnTo>
                  <a:pt x="11580" y="20831"/>
                </a:lnTo>
                <a:lnTo>
                  <a:pt x="11668" y="21024"/>
                </a:lnTo>
                <a:lnTo>
                  <a:pt x="11756" y="21205"/>
                </a:lnTo>
                <a:lnTo>
                  <a:pt x="11895" y="21398"/>
                </a:lnTo>
                <a:lnTo>
                  <a:pt x="11983" y="21578"/>
                </a:lnTo>
                <a:lnTo>
                  <a:pt x="12083" y="21771"/>
                </a:lnTo>
                <a:lnTo>
                  <a:pt x="12171" y="21964"/>
                </a:lnTo>
                <a:lnTo>
                  <a:pt x="12259" y="22144"/>
                </a:lnTo>
                <a:lnTo>
                  <a:pt x="12398" y="22338"/>
                </a:lnTo>
                <a:lnTo>
                  <a:pt x="12486" y="22518"/>
                </a:lnTo>
                <a:lnTo>
                  <a:pt x="12586" y="22711"/>
                </a:lnTo>
                <a:lnTo>
                  <a:pt x="12674" y="22891"/>
                </a:lnTo>
                <a:lnTo>
                  <a:pt x="12762" y="23084"/>
                </a:lnTo>
                <a:lnTo>
                  <a:pt x="12901" y="23277"/>
                </a:lnTo>
                <a:lnTo>
                  <a:pt x="12989" y="23458"/>
                </a:lnTo>
                <a:lnTo>
                  <a:pt x="13089" y="23651"/>
                </a:lnTo>
                <a:lnTo>
                  <a:pt x="13177" y="23831"/>
                </a:lnTo>
                <a:lnTo>
                  <a:pt x="13265" y="24024"/>
                </a:lnTo>
                <a:lnTo>
                  <a:pt x="13404" y="24204"/>
                </a:lnTo>
                <a:lnTo>
                  <a:pt x="13492" y="24398"/>
                </a:lnTo>
                <a:lnTo>
                  <a:pt x="13592" y="24591"/>
                </a:lnTo>
                <a:lnTo>
                  <a:pt x="13680" y="24771"/>
                </a:lnTo>
                <a:lnTo>
                  <a:pt x="13768" y="24964"/>
                </a:lnTo>
                <a:lnTo>
                  <a:pt x="13907" y="25144"/>
                </a:lnTo>
                <a:lnTo>
                  <a:pt x="13995" y="25337"/>
                </a:lnTo>
                <a:lnTo>
                  <a:pt x="14095" y="25569"/>
                </a:lnTo>
                <a:lnTo>
                  <a:pt x="14183" y="25762"/>
                </a:lnTo>
                <a:lnTo>
                  <a:pt x="14271" y="25943"/>
                </a:lnTo>
                <a:lnTo>
                  <a:pt x="14410" y="26136"/>
                </a:lnTo>
                <a:lnTo>
                  <a:pt x="14510" y="26316"/>
                </a:lnTo>
                <a:lnTo>
                  <a:pt x="14598" y="26509"/>
                </a:lnTo>
                <a:lnTo>
                  <a:pt x="14686" y="26702"/>
                </a:lnTo>
                <a:lnTo>
                  <a:pt x="14774" y="26882"/>
                </a:lnTo>
                <a:lnTo>
                  <a:pt x="14913" y="27076"/>
                </a:lnTo>
                <a:lnTo>
                  <a:pt x="15013" y="27256"/>
                </a:lnTo>
                <a:lnTo>
                  <a:pt x="15101" y="27449"/>
                </a:lnTo>
                <a:lnTo>
                  <a:pt x="15189" y="27629"/>
                </a:lnTo>
                <a:lnTo>
                  <a:pt x="15277" y="27822"/>
                </a:lnTo>
                <a:lnTo>
                  <a:pt x="15415" y="28015"/>
                </a:lnTo>
                <a:lnTo>
                  <a:pt x="15516" y="28196"/>
                </a:lnTo>
                <a:lnTo>
                  <a:pt x="15604" y="28389"/>
                </a:lnTo>
                <a:lnTo>
                  <a:pt x="15692" y="28569"/>
                </a:lnTo>
                <a:lnTo>
                  <a:pt x="15780" y="28762"/>
                </a:lnTo>
                <a:lnTo>
                  <a:pt x="15918" y="28994"/>
                </a:lnTo>
                <a:lnTo>
                  <a:pt x="16019" y="29187"/>
                </a:lnTo>
                <a:lnTo>
                  <a:pt x="16107" y="29367"/>
                </a:lnTo>
                <a:lnTo>
                  <a:pt x="16195" y="29560"/>
                </a:lnTo>
                <a:lnTo>
                  <a:pt x="16283" y="29741"/>
                </a:lnTo>
                <a:lnTo>
                  <a:pt x="16421" y="29934"/>
                </a:lnTo>
                <a:lnTo>
                  <a:pt x="16522" y="30127"/>
                </a:lnTo>
                <a:lnTo>
                  <a:pt x="16610" y="30307"/>
                </a:lnTo>
                <a:lnTo>
                  <a:pt x="16698" y="30500"/>
                </a:lnTo>
                <a:lnTo>
                  <a:pt x="16786" y="30681"/>
                </a:lnTo>
                <a:lnTo>
                  <a:pt x="16924" y="30874"/>
                </a:lnTo>
                <a:lnTo>
                  <a:pt x="17025" y="31105"/>
                </a:lnTo>
                <a:lnTo>
                  <a:pt x="17113" y="31299"/>
                </a:lnTo>
                <a:lnTo>
                  <a:pt x="17201" y="31479"/>
                </a:lnTo>
                <a:lnTo>
                  <a:pt x="17302" y="31672"/>
                </a:lnTo>
                <a:lnTo>
                  <a:pt x="17427" y="31852"/>
                </a:lnTo>
                <a:lnTo>
                  <a:pt x="17528" y="32045"/>
                </a:lnTo>
                <a:lnTo>
                  <a:pt x="17616" y="32238"/>
                </a:lnTo>
                <a:lnTo>
                  <a:pt x="17704" y="32419"/>
                </a:lnTo>
                <a:lnTo>
                  <a:pt x="17805" y="32612"/>
                </a:lnTo>
                <a:lnTo>
                  <a:pt x="17930" y="32844"/>
                </a:lnTo>
                <a:lnTo>
                  <a:pt x="18031" y="33037"/>
                </a:lnTo>
                <a:lnTo>
                  <a:pt x="18119" y="33217"/>
                </a:lnTo>
                <a:lnTo>
                  <a:pt x="18207" y="33410"/>
                </a:lnTo>
                <a:lnTo>
                  <a:pt x="18308" y="33590"/>
                </a:lnTo>
                <a:lnTo>
                  <a:pt x="18446" y="33783"/>
                </a:lnTo>
                <a:lnTo>
                  <a:pt x="18534" y="33964"/>
                </a:lnTo>
                <a:lnTo>
                  <a:pt x="18622" y="34157"/>
                </a:lnTo>
                <a:lnTo>
                  <a:pt x="18710" y="34389"/>
                </a:lnTo>
                <a:lnTo>
                  <a:pt x="18811" y="34582"/>
                </a:lnTo>
                <a:lnTo>
                  <a:pt x="18949" y="34762"/>
                </a:lnTo>
                <a:lnTo>
                  <a:pt x="19037" y="34955"/>
                </a:lnTo>
                <a:lnTo>
                  <a:pt x="19125" y="35148"/>
                </a:lnTo>
                <a:lnTo>
                  <a:pt x="19213" y="35328"/>
                </a:lnTo>
                <a:lnTo>
                  <a:pt x="19314" y="35522"/>
                </a:lnTo>
                <a:lnTo>
                  <a:pt x="19452" y="35753"/>
                </a:lnTo>
                <a:lnTo>
                  <a:pt x="19540" y="35946"/>
                </a:lnTo>
                <a:lnTo>
                  <a:pt x="19628" y="36127"/>
                </a:lnTo>
                <a:lnTo>
                  <a:pt x="19716" y="36320"/>
                </a:lnTo>
                <a:lnTo>
                  <a:pt x="19816" y="36500"/>
                </a:lnTo>
                <a:lnTo>
                  <a:pt x="19955" y="36693"/>
                </a:lnTo>
                <a:lnTo>
                  <a:pt x="20043" y="36873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5246569" y="3942510"/>
            <a:ext cx="20043" cy="40646"/>
          </a:xfrm>
          <a:custGeom>
            <a:avLst/>
            <a:gdLst/>
            <a:ahLst/>
            <a:cxnLst/>
            <a:rect l="l" t="t" r="r" b="b"/>
            <a:pathLst>
              <a:path w="20043" h="40646">
                <a:moveTo>
                  <a:pt x="0" y="0"/>
                </a:moveTo>
                <a:lnTo>
                  <a:pt x="88" y="244"/>
                </a:lnTo>
                <a:lnTo>
                  <a:pt x="176" y="424"/>
                </a:lnTo>
                <a:lnTo>
                  <a:pt x="276" y="617"/>
                </a:lnTo>
                <a:lnTo>
                  <a:pt x="414" y="798"/>
                </a:lnTo>
                <a:lnTo>
                  <a:pt x="502" y="991"/>
                </a:lnTo>
                <a:lnTo>
                  <a:pt x="590" y="1184"/>
                </a:lnTo>
                <a:lnTo>
                  <a:pt x="691" y="1416"/>
                </a:lnTo>
                <a:lnTo>
                  <a:pt x="779" y="1596"/>
                </a:lnTo>
                <a:lnTo>
                  <a:pt x="917" y="1789"/>
                </a:lnTo>
                <a:lnTo>
                  <a:pt x="1005" y="1982"/>
                </a:lnTo>
                <a:lnTo>
                  <a:pt x="1093" y="2162"/>
                </a:lnTo>
                <a:lnTo>
                  <a:pt x="1194" y="2394"/>
                </a:lnTo>
                <a:lnTo>
                  <a:pt x="1282" y="2587"/>
                </a:lnTo>
                <a:lnTo>
                  <a:pt x="1420" y="2768"/>
                </a:lnTo>
                <a:lnTo>
                  <a:pt x="1508" y="2961"/>
                </a:lnTo>
                <a:lnTo>
                  <a:pt x="1596" y="3154"/>
                </a:lnTo>
                <a:lnTo>
                  <a:pt x="1697" y="3334"/>
                </a:lnTo>
                <a:lnTo>
                  <a:pt x="1785" y="3566"/>
                </a:lnTo>
                <a:lnTo>
                  <a:pt x="1923" y="3759"/>
                </a:lnTo>
                <a:lnTo>
                  <a:pt x="2011" y="3952"/>
                </a:lnTo>
                <a:lnTo>
                  <a:pt x="2099" y="4132"/>
                </a:lnTo>
                <a:lnTo>
                  <a:pt x="2200" y="4325"/>
                </a:lnTo>
                <a:lnTo>
                  <a:pt x="2288" y="4557"/>
                </a:lnTo>
                <a:lnTo>
                  <a:pt x="2426" y="4750"/>
                </a:lnTo>
                <a:lnTo>
                  <a:pt x="2514" y="4931"/>
                </a:lnTo>
                <a:lnTo>
                  <a:pt x="2602" y="5124"/>
                </a:lnTo>
                <a:lnTo>
                  <a:pt x="2703" y="5355"/>
                </a:lnTo>
                <a:lnTo>
                  <a:pt x="2791" y="5536"/>
                </a:lnTo>
                <a:lnTo>
                  <a:pt x="2929" y="5729"/>
                </a:lnTo>
                <a:lnTo>
                  <a:pt x="3017" y="5922"/>
                </a:lnTo>
                <a:lnTo>
                  <a:pt x="3105" y="6102"/>
                </a:lnTo>
                <a:lnTo>
                  <a:pt x="3206" y="6334"/>
                </a:lnTo>
                <a:lnTo>
                  <a:pt x="3294" y="6527"/>
                </a:lnTo>
                <a:lnTo>
                  <a:pt x="3432" y="6720"/>
                </a:lnTo>
                <a:lnTo>
                  <a:pt x="3520" y="6900"/>
                </a:lnTo>
                <a:lnTo>
                  <a:pt x="3608" y="7132"/>
                </a:lnTo>
                <a:lnTo>
                  <a:pt x="3709" y="7325"/>
                </a:lnTo>
                <a:lnTo>
                  <a:pt x="3797" y="7518"/>
                </a:lnTo>
                <a:lnTo>
                  <a:pt x="3935" y="7699"/>
                </a:lnTo>
                <a:lnTo>
                  <a:pt x="4023" y="7892"/>
                </a:lnTo>
                <a:lnTo>
                  <a:pt x="4111" y="8124"/>
                </a:lnTo>
                <a:lnTo>
                  <a:pt x="4212" y="8317"/>
                </a:lnTo>
                <a:lnTo>
                  <a:pt x="4300" y="8497"/>
                </a:lnTo>
                <a:lnTo>
                  <a:pt x="4438" y="8690"/>
                </a:lnTo>
                <a:lnTo>
                  <a:pt x="4526" y="8922"/>
                </a:lnTo>
                <a:lnTo>
                  <a:pt x="4627" y="9102"/>
                </a:lnTo>
                <a:lnTo>
                  <a:pt x="4715" y="9295"/>
                </a:lnTo>
                <a:lnTo>
                  <a:pt x="4803" y="9488"/>
                </a:lnTo>
                <a:lnTo>
                  <a:pt x="4941" y="9720"/>
                </a:lnTo>
                <a:lnTo>
                  <a:pt x="5029" y="9900"/>
                </a:lnTo>
                <a:lnTo>
                  <a:pt x="5130" y="10093"/>
                </a:lnTo>
                <a:lnTo>
                  <a:pt x="5218" y="10287"/>
                </a:lnTo>
                <a:lnTo>
                  <a:pt x="5306" y="10518"/>
                </a:lnTo>
                <a:lnTo>
                  <a:pt x="5444" y="10699"/>
                </a:lnTo>
                <a:lnTo>
                  <a:pt x="5532" y="10892"/>
                </a:lnTo>
                <a:lnTo>
                  <a:pt x="5633" y="11123"/>
                </a:lnTo>
                <a:lnTo>
                  <a:pt x="5721" y="11317"/>
                </a:lnTo>
                <a:lnTo>
                  <a:pt x="5809" y="11497"/>
                </a:lnTo>
                <a:lnTo>
                  <a:pt x="5947" y="11690"/>
                </a:lnTo>
                <a:lnTo>
                  <a:pt x="6035" y="11922"/>
                </a:lnTo>
                <a:lnTo>
                  <a:pt x="6136" y="12115"/>
                </a:lnTo>
                <a:lnTo>
                  <a:pt x="6224" y="12295"/>
                </a:lnTo>
                <a:lnTo>
                  <a:pt x="6312" y="12488"/>
                </a:lnTo>
                <a:lnTo>
                  <a:pt x="6450" y="12720"/>
                </a:lnTo>
                <a:lnTo>
                  <a:pt x="6538" y="12913"/>
                </a:lnTo>
                <a:lnTo>
                  <a:pt x="6639" y="13093"/>
                </a:lnTo>
                <a:lnTo>
                  <a:pt x="6727" y="13325"/>
                </a:lnTo>
                <a:lnTo>
                  <a:pt x="6815" y="13518"/>
                </a:lnTo>
                <a:lnTo>
                  <a:pt x="6953" y="13711"/>
                </a:lnTo>
                <a:lnTo>
                  <a:pt x="7041" y="13943"/>
                </a:lnTo>
                <a:lnTo>
                  <a:pt x="7142" y="14123"/>
                </a:lnTo>
                <a:lnTo>
                  <a:pt x="7230" y="14316"/>
                </a:lnTo>
                <a:lnTo>
                  <a:pt x="7318" y="14510"/>
                </a:lnTo>
                <a:lnTo>
                  <a:pt x="7456" y="14741"/>
                </a:lnTo>
                <a:lnTo>
                  <a:pt x="7544" y="14922"/>
                </a:lnTo>
                <a:lnTo>
                  <a:pt x="7645" y="15115"/>
                </a:lnTo>
                <a:lnTo>
                  <a:pt x="7733" y="15346"/>
                </a:lnTo>
                <a:lnTo>
                  <a:pt x="7821" y="15540"/>
                </a:lnTo>
                <a:lnTo>
                  <a:pt x="7959" y="15720"/>
                </a:lnTo>
                <a:lnTo>
                  <a:pt x="8060" y="15964"/>
                </a:lnTo>
                <a:lnTo>
                  <a:pt x="8148" y="16145"/>
                </a:lnTo>
                <a:lnTo>
                  <a:pt x="8236" y="16338"/>
                </a:lnTo>
                <a:lnTo>
                  <a:pt x="8324" y="16570"/>
                </a:lnTo>
                <a:lnTo>
                  <a:pt x="8462" y="16763"/>
                </a:lnTo>
                <a:lnTo>
                  <a:pt x="8563" y="16943"/>
                </a:lnTo>
                <a:lnTo>
                  <a:pt x="8651" y="17175"/>
                </a:lnTo>
                <a:lnTo>
                  <a:pt x="8739" y="17368"/>
                </a:lnTo>
                <a:lnTo>
                  <a:pt x="8827" y="17548"/>
                </a:lnTo>
                <a:lnTo>
                  <a:pt x="8965" y="17793"/>
                </a:lnTo>
                <a:lnTo>
                  <a:pt x="9066" y="17973"/>
                </a:lnTo>
                <a:lnTo>
                  <a:pt x="9154" y="18166"/>
                </a:lnTo>
                <a:lnTo>
                  <a:pt x="9242" y="18398"/>
                </a:lnTo>
                <a:lnTo>
                  <a:pt x="9330" y="18591"/>
                </a:lnTo>
                <a:lnTo>
                  <a:pt x="9468" y="18771"/>
                </a:lnTo>
                <a:lnTo>
                  <a:pt x="9568" y="19003"/>
                </a:lnTo>
                <a:lnTo>
                  <a:pt x="9657" y="19196"/>
                </a:lnTo>
                <a:lnTo>
                  <a:pt x="9745" y="19389"/>
                </a:lnTo>
                <a:lnTo>
                  <a:pt x="9833" y="19621"/>
                </a:lnTo>
                <a:lnTo>
                  <a:pt x="9971" y="19801"/>
                </a:lnTo>
                <a:lnTo>
                  <a:pt x="10071" y="19994"/>
                </a:lnTo>
                <a:lnTo>
                  <a:pt x="10159" y="20226"/>
                </a:lnTo>
                <a:lnTo>
                  <a:pt x="10247" y="20419"/>
                </a:lnTo>
                <a:lnTo>
                  <a:pt x="10336" y="20599"/>
                </a:lnTo>
                <a:lnTo>
                  <a:pt x="10474" y="20844"/>
                </a:lnTo>
                <a:lnTo>
                  <a:pt x="10574" y="21024"/>
                </a:lnTo>
                <a:lnTo>
                  <a:pt x="10662" y="21217"/>
                </a:lnTo>
                <a:lnTo>
                  <a:pt x="10750" y="21449"/>
                </a:lnTo>
                <a:lnTo>
                  <a:pt x="10851" y="21642"/>
                </a:lnTo>
                <a:lnTo>
                  <a:pt x="10977" y="21874"/>
                </a:lnTo>
                <a:lnTo>
                  <a:pt x="11077" y="22054"/>
                </a:lnTo>
                <a:lnTo>
                  <a:pt x="11165" y="22247"/>
                </a:lnTo>
                <a:lnTo>
                  <a:pt x="11253" y="22479"/>
                </a:lnTo>
                <a:lnTo>
                  <a:pt x="11354" y="22672"/>
                </a:lnTo>
                <a:lnTo>
                  <a:pt x="11480" y="22853"/>
                </a:lnTo>
                <a:lnTo>
                  <a:pt x="11580" y="23097"/>
                </a:lnTo>
                <a:lnTo>
                  <a:pt x="11668" y="23277"/>
                </a:lnTo>
                <a:lnTo>
                  <a:pt x="11756" y="23509"/>
                </a:lnTo>
                <a:lnTo>
                  <a:pt x="11857" y="23702"/>
                </a:lnTo>
                <a:lnTo>
                  <a:pt x="11995" y="23883"/>
                </a:lnTo>
                <a:lnTo>
                  <a:pt x="12083" y="24127"/>
                </a:lnTo>
                <a:lnTo>
                  <a:pt x="12171" y="24307"/>
                </a:lnTo>
                <a:lnTo>
                  <a:pt x="12259" y="24539"/>
                </a:lnTo>
                <a:lnTo>
                  <a:pt x="12360" y="24732"/>
                </a:lnTo>
                <a:lnTo>
                  <a:pt x="12498" y="24925"/>
                </a:lnTo>
                <a:lnTo>
                  <a:pt x="12586" y="25157"/>
                </a:lnTo>
                <a:lnTo>
                  <a:pt x="12674" y="25337"/>
                </a:lnTo>
                <a:lnTo>
                  <a:pt x="12762" y="25582"/>
                </a:lnTo>
                <a:lnTo>
                  <a:pt x="12863" y="25762"/>
                </a:lnTo>
                <a:lnTo>
                  <a:pt x="13001" y="25955"/>
                </a:lnTo>
                <a:lnTo>
                  <a:pt x="13089" y="26187"/>
                </a:lnTo>
                <a:lnTo>
                  <a:pt x="13177" y="26380"/>
                </a:lnTo>
                <a:lnTo>
                  <a:pt x="13265" y="26612"/>
                </a:lnTo>
                <a:lnTo>
                  <a:pt x="13366" y="26792"/>
                </a:lnTo>
                <a:lnTo>
                  <a:pt x="13504" y="26985"/>
                </a:lnTo>
                <a:lnTo>
                  <a:pt x="13592" y="27217"/>
                </a:lnTo>
                <a:lnTo>
                  <a:pt x="13680" y="27410"/>
                </a:lnTo>
                <a:lnTo>
                  <a:pt x="13768" y="27642"/>
                </a:lnTo>
                <a:lnTo>
                  <a:pt x="13869" y="27835"/>
                </a:lnTo>
                <a:lnTo>
                  <a:pt x="14007" y="28067"/>
                </a:lnTo>
                <a:lnTo>
                  <a:pt x="14095" y="28247"/>
                </a:lnTo>
                <a:lnTo>
                  <a:pt x="14183" y="28440"/>
                </a:lnTo>
                <a:lnTo>
                  <a:pt x="14284" y="28672"/>
                </a:lnTo>
                <a:lnTo>
                  <a:pt x="14372" y="28865"/>
                </a:lnTo>
                <a:lnTo>
                  <a:pt x="14510" y="29097"/>
                </a:lnTo>
                <a:lnTo>
                  <a:pt x="14598" y="29290"/>
                </a:lnTo>
                <a:lnTo>
                  <a:pt x="14686" y="29522"/>
                </a:lnTo>
                <a:lnTo>
                  <a:pt x="14787" y="29702"/>
                </a:lnTo>
                <a:lnTo>
                  <a:pt x="14875" y="29895"/>
                </a:lnTo>
                <a:lnTo>
                  <a:pt x="15013" y="30127"/>
                </a:lnTo>
                <a:lnTo>
                  <a:pt x="15101" y="30320"/>
                </a:lnTo>
                <a:lnTo>
                  <a:pt x="15189" y="30552"/>
                </a:lnTo>
                <a:lnTo>
                  <a:pt x="15290" y="30745"/>
                </a:lnTo>
                <a:lnTo>
                  <a:pt x="15378" y="30977"/>
                </a:lnTo>
                <a:lnTo>
                  <a:pt x="15516" y="31157"/>
                </a:lnTo>
                <a:lnTo>
                  <a:pt x="15604" y="31402"/>
                </a:lnTo>
                <a:lnTo>
                  <a:pt x="15692" y="31582"/>
                </a:lnTo>
                <a:lnTo>
                  <a:pt x="15793" y="31775"/>
                </a:lnTo>
                <a:lnTo>
                  <a:pt x="15881" y="32007"/>
                </a:lnTo>
                <a:lnTo>
                  <a:pt x="16019" y="32200"/>
                </a:lnTo>
                <a:lnTo>
                  <a:pt x="16107" y="32432"/>
                </a:lnTo>
                <a:lnTo>
                  <a:pt x="16195" y="32612"/>
                </a:lnTo>
                <a:lnTo>
                  <a:pt x="16296" y="32856"/>
                </a:lnTo>
                <a:lnTo>
                  <a:pt x="16384" y="33037"/>
                </a:lnTo>
                <a:lnTo>
                  <a:pt x="16522" y="33268"/>
                </a:lnTo>
                <a:lnTo>
                  <a:pt x="16610" y="33462"/>
                </a:lnTo>
                <a:lnTo>
                  <a:pt x="16698" y="33693"/>
                </a:lnTo>
                <a:lnTo>
                  <a:pt x="16799" y="33886"/>
                </a:lnTo>
                <a:lnTo>
                  <a:pt x="16887" y="34118"/>
                </a:lnTo>
                <a:lnTo>
                  <a:pt x="17025" y="34311"/>
                </a:lnTo>
                <a:lnTo>
                  <a:pt x="17113" y="34543"/>
                </a:lnTo>
                <a:lnTo>
                  <a:pt x="17201" y="34723"/>
                </a:lnTo>
                <a:lnTo>
                  <a:pt x="17302" y="34916"/>
                </a:lnTo>
                <a:lnTo>
                  <a:pt x="17390" y="35148"/>
                </a:lnTo>
                <a:lnTo>
                  <a:pt x="17528" y="35341"/>
                </a:lnTo>
                <a:lnTo>
                  <a:pt x="17616" y="35573"/>
                </a:lnTo>
                <a:lnTo>
                  <a:pt x="17704" y="35766"/>
                </a:lnTo>
                <a:lnTo>
                  <a:pt x="17805" y="35998"/>
                </a:lnTo>
                <a:lnTo>
                  <a:pt x="17893" y="36178"/>
                </a:lnTo>
                <a:lnTo>
                  <a:pt x="18031" y="36423"/>
                </a:lnTo>
                <a:lnTo>
                  <a:pt x="18119" y="36603"/>
                </a:lnTo>
                <a:lnTo>
                  <a:pt x="18220" y="36835"/>
                </a:lnTo>
                <a:lnTo>
                  <a:pt x="18308" y="37028"/>
                </a:lnTo>
                <a:lnTo>
                  <a:pt x="18396" y="37260"/>
                </a:lnTo>
                <a:lnTo>
                  <a:pt x="18534" y="37453"/>
                </a:lnTo>
                <a:lnTo>
                  <a:pt x="18622" y="37685"/>
                </a:lnTo>
                <a:lnTo>
                  <a:pt x="18723" y="37878"/>
                </a:lnTo>
                <a:lnTo>
                  <a:pt x="18811" y="38109"/>
                </a:lnTo>
                <a:lnTo>
                  <a:pt x="18899" y="38290"/>
                </a:lnTo>
                <a:lnTo>
                  <a:pt x="19037" y="38534"/>
                </a:lnTo>
                <a:lnTo>
                  <a:pt x="19125" y="38715"/>
                </a:lnTo>
                <a:lnTo>
                  <a:pt x="19225" y="38946"/>
                </a:lnTo>
                <a:lnTo>
                  <a:pt x="19314" y="39139"/>
                </a:lnTo>
                <a:lnTo>
                  <a:pt x="19402" y="39371"/>
                </a:lnTo>
                <a:lnTo>
                  <a:pt x="19540" y="39603"/>
                </a:lnTo>
                <a:lnTo>
                  <a:pt x="19628" y="39796"/>
                </a:lnTo>
                <a:lnTo>
                  <a:pt x="19728" y="40028"/>
                </a:lnTo>
                <a:lnTo>
                  <a:pt x="19816" y="40221"/>
                </a:lnTo>
                <a:lnTo>
                  <a:pt x="19904" y="40453"/>
                </a:lnTo>
                <a:lnTo>
                  <a:pt x="20043" y="40646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5266613" y="3983156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0"/>
                </a:moveTo>
                <a:lnTo>
                  <a:pt x="88" y="231"/>
                </a:lnTo>
                <a:lnTo>
                  <a:pt x="188" y="411"/>
                </a:lnTo>
                <a:lnTo>
                  <a:pt x="276" y="656"/>
                </a:lnTo>
                <a:lnTo>
                  <a:pt x="364" y="836"/>
                </a:lnTo>
                <a:lnTo>
                  <a:pt x="502" y="1068"/>
                </a:lnTo>
                <a:lnTo>
                  <a:pt x="590" y="1261"/>
                </a:lnTo>
                <a:lnTo>
                  <a:pt x="691" y="1493"/>
                </a:lnTo>
                <a:lnTo>
                  <a:pt x="779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94" y="2574"/>
                </a:lnTo>
                <a:lnTo>
                  <a:pt x="1282" y="2768"/>
                </a:lnTo>
                <a:lnTo>
                  <a:pt x="1370" y="2999"/>
                </a:lnTo>
                <a:lnTo>
                  <a:pt x="1508" y="3180"/>
                </a:lnTo>
                <a:lnTo>
                  <a:pt x="1596" y="3424"/>
                </a:lnTo>
                <a:lnTo>
                  <a:pt x="1697" y="3604"/>
                </a:lnTo>
                <a:lnTo>
                  <a:pt x="1785" y="3836"/>
                </a:lnTo>
                <a:lnTo>
                  <a:pt x="1873" y="4029"/>
                </a:lnTo>
                <a:lnTo>
                  <a:pt x="2011" y="4261"/>
                </a:lnTo>
                <a:lnTo>
                  <a:pt x="2112" y="4493"/>
                </a:lnTo>
                <a:lnTo>
                  <a:pt x="2200" y="4686"/>
                </a:lnTo>
                <a:lnTo>
                  <a:pt x="2288" y="4918"/>
                </a:lnTo>
                <a:lnTo>
                  <a:pt x="2376" y="5111"/>
                </a:lnTo>
                <a:lnTo>
                  <a:pt x="2514" y="5343"/>
                </a:lnTo>
                <a:lnTo>
                  <a:pt x="2615" y="5536"/>
                </a:lnTo>
                <a:lnTo>
                  <a:pt x="2703" y="5767"/>
                </a:lnTo>
                <a:lnTo>
                  <a:pt x="2791" y="5999"/>
                </a:lnTo>
                <a:lnTo>
                  <a:pt x="2879" y="6192"/>
                </a:lnTo>
                <a:lnTo>
                  <a:pt x="3017" y="6424"/>
                </a:lnTo>
                <a:lnTo>
                  <a:pt x="3118" y="6604"/>
                </a:lnTo>
                <a:lnTo>
                  <a:pt x="3206" y="6849"/>
                </a:lnTo>
                <a:lnTo>
                  <a:pt x="3294" y="7029"/>
                </a:lnTo>
                <a:lnTo>
                  <a:pt x="3382" y="7261"/>
                </a:lnTo>
                <a:lnTo>
                  <a:pt x="3520" y="7506"/>
                </a:lnTo>
                <a:lnTo>
                  <a:pt x="3621" y="7686"/>
                </a:lnTo>
                <a:lnTo>
                  <a:pt x="3709" y="7918"/>
                </a:lnTo>
                <a:lnTo>
                  <a:pt x="3797" y="8111"/>
                </a:lnTo>
                <a:lnTo>
                  <a:pt x="3885" y="8342"/>
                </a:lnTo>
                <a:lnTo>
                  <a:pt x="4023" y="8574"/>
                </a:lnTo>
                <a:lnTo>
                  <a:pt x="4124" y="8767"/>
                </a:lnTo>
                <a:lnTo>
                  <a:pt x="4212" y="8999"/>
                </a:lnTo>
                <a:lnTo>
                  <a:pt x="4300" y="9192"/>
                </a:lnTo>
                <a:lnTo>
                  <a:pt x="4400" y="9424"/>
                </a:lnTo>
                <a:lnTo>
                  <a:pt x="4526" y="9656"/>
                </a:lnTo>
                <a:lnTo>
                  <a:pt x="4627" y="9849"/>
                </a:lnTo>
                <a:lnTo>
                  <a:pt x="4715" y="10081"/>
                </a:lnTo>
                <a:lnTo>
                  <a:pt x="4803" y="10274"/>
                </a:lnTo>
                <a:lnTo>
                  <a:pt x="4903" y="10505"/>
                </a:lnTo>
                <a:lnTo>
                  <a:pt x="5029" y="10737"/>
                </a:lnTo>
                <a:lnTo>
                  <a:pt x="5130" y="10930"/>
                </a:lnTo>
                <a:lnTo>
                  <a:pt x="5218" y="11162"/>
                </a:lnTo>
                <a:lnTo>
                  <a:pt x="5306" y="11342"/>
                </a:lnTo>
                <a:lnTo>
                  <a:pt x="5406" y="11587"/>
                </a:lnTo>
                <a:lnTo>
                  <a:pt x="5545" y="11819"/>
                </a:lnTo>
                <a:lnTo>
                  <a:pt x="5633" y="12012"/>
                </a:lnTo>
                <a:lnTo>
                  <a:pt x="5721" y="12244"/>
                </a:lnTo>
                <a:lnTo>
                  <a:pt x="5809" y="12475"/>
                </a:lnTo>
                <a:lnTo>
                  <a:pt x="5909" y="12668"/>
                </a:lnTo>
                <a:lnTo>
                  <a:pt x="6048" y="12900"/>
                </a:lnTo>
                <a:lnTo>
                  <a:pt x="6136" y="13080"/>
                </a:lnTo>
                <a:lnTo>
                  <a:pt x="6224" y="13325"/>
                </a:lnTo>
                <a:lnTo>
                  <a:pt x="6312" y="13557"/>
                </a:lnTo>
                <a:lnTo>
                  <a:pt x="6412" y="13737"/>
                </a:lnTo>
                <a:lnTo>
                  <a:pt x="6551" y="13982"/>
                </a:lnTo>
                <a:lnTo>
                  <a:pt x="6639" y="14213"/>
                </a:lnTo>
                <a:lnTo>
                  <a:pt x="6727" y="14394"/>
                </a:lnTo>
                <a:lnTo>
                  <a:pt x="6815" y="14638"/>
                </a:lnTo>
                <a:lnTo>
                  <a:pt x="6915" y="14819"/>
                </a:lnTo>
                <a:lnTo>
                  <a:pt x="7054" y="15050"/>
                </a:lnTo>
                <a:lnTo>
                  <a:pt x="7142" y="15295"/>
                </a:lnTo>
                <a:lnTo>
                  <a:pt x="7230" y="15475"/>
                </a:lnTo>
                <a:lnTo>
                  <a:pt x="7318" y="15707"/>
                </a:lnTo>
                <a:lnTo>
                  <a:pt x="7418" y="15952"/>
                </a:lnTo>
                <a:lnTo>
                  <a:pt x="7557" y="16132"/>
                </a:lnTo>
                <a:lnTo>
                  <a:pt x="7645" y="16364"/>
                </a:lnTo>
                <a:lnTo>
                  <a:pt x="7733" y="16608"/>
                </a:lnTo>
                <a:lnTo>
                  <a:pt x="7821" y="16788"/>
                </a:lnTo>
                <a:lnTo>
                  <a:pt x="7921" y="17020"/>
                </a:lnTo>
                <a:lnTo>
                  <a:pt x="8060" y="17265"/>
                </a:lnTo>
                <a:lnTo>
                  <a:pt x="8148" y="17445"/>
                </a:lnTo>
                <a:lnTo>
                  <a:pt x="8236" y="17677"/>
                </a:lnTo>
                <a:lnTo>
                  <a:pt x="8336" y="17921"/>
                </a:lnTo>
                <a:lnTo>
                  <a:pt x="8424" y="18102"/>
                </a:lnTo>
                <a:lnTo>
                  <a:pt x="8563" y="18346"/>
                </a:lnTo>
                <a:lnTo>
                  <a:pt x="8651" y="18578"/>
                </a:lnTo>
                <a:lnTo>
                  <a:pt x="8739" y="18758"/>
                </a:lnTo>
                <a:lnTo>
                  <a:pt x="8839" y="19003"/>
                </a:lnTo>
                <a:lnTo>
                  <a:pt x="8927" y="19235"/>
                </a:lnTo>
                <a:lnTo>
                  <a:pt x="9066" y="19415"/>
                </a:lnTo>
                <a:lnTo>
                  <a:pt x="9154" y="19660"/>
                </a:lnTo>
                <a:lnTo>
                  <a:pt x="9242" y="19891"/>
                </a:lnTo>
                <a:lnTo>
                  <a:pt x="9342" y="20072"/>
                </a:lnTo>
                <a:lnTo>
                  <a:pt x="9430" y="20316"/>
                </a:lnTo>
                <a:lnTo>
                  <a:pt x="9568" y="20548"/>
                </a:lnTo>
                <a:lnTo>
                  <a:pt x="9657" y="20728"/>
                </a:lnTo>
                <a:lnTo>
                  <a:pt x="9745" y="20973"/>
                </a:lnTo>
                <a:lnTo>
                  <a:pt x="9845" y="21205"/>
                </a:lnTo>
                <a:lnTo>
                  <a:pt x="9933" y="21385"/>
                </a:lnTo>
                <a:lnTo>
                  <a:pt x="10071" y="21629"/>
                </a:lnTo>
                <a:lnTo>
                  <a:pt x="10159" y="21861"/>
                </a:lnTo>
                <a:lnTo>
                  <a:pt x="10247" y="22041"/>
                </a:lnTo>
                <a:lnTo>
                  <a:pt x="10348" y="22286"/>
                </a:lnTo>
                <a:lnTo>
                  <a:pt x="10436" y="22518"/>
                </a:lnTo>
                <a:lnTo>
                  <a:pt x="10574" y="22698"/>
                </a:lnTo>
                <a:lnTo>
                  <a:pt x="10662" y="22943"/>
                </a:lnTo>
                <a:lnTo>
                  <a:pt x="10750" y="23174"/>
                </a:lnTo>
                <a:lnTo>
                  <a:pt x="10851" y="23406"/>
                </a:lnTo>
                <a:lnTo>
                  <a:pt x="10939" y="23599"/>
                </a:lnTo>
                <a:lnTo>
                  <a:pt x="11077" y="23831"/>
                </a:lnTo>
                <a:lnTo>
                  <a:pt x="11165" y="24063"/>
                </a:lnTo>
                <a:lnTo>
                  <a:pt x="11253" y="24256"/>
                </a:lnTo>
                <a:lnTo>
                  <a:pt x="11354" y="24488"/>
                </a:lnTo>
                <a:lnTo>
                  <a:pt x="11442" y="24719"/>
                </a:lnTo>
                <a:lnTo>
                  <a:pt x="11580" y="24913"/>
                </a:lnTo>
                <a:lnTo>
                  <a:pt x="11668" y="25144"/>
                </a:lnTo>
                <a:lnTo>
                  <a:pt x="11769" y="25376"/>
                </a:lnTo>
                <a:lnTo>
                  <a:pt x="11857" y="25608"/>
                </a:lnTo>
                <a:lnTo>
                  <a:pt x="11945" y="25801"/>
                </a:lnTo>
                <a:lnTo>
                  <a:pt x="12083" y="26033"/>
                </a:lnTo>
                <a:lnTo>
                  <a:pt x="12171" y="26264"/>
                </a:lnTo>
                <a:lnTo>
                  <a:pt x="12272" y="26458"/>
                </a:lnTo>
                <a:lnTo>
                  <a:pt x="12360" y="26689"/>
                </a:lnTo>
                <a:lnTo>
                  <a:pt x="12448" y="26921"/>
                </a:lnTo>
                <a:lnTo>
                  <a:pt x="12586" y="27166"/>
                </a:lnTo>
                <a:lnTo>
                  <a:pt x="12674" y="27346"/>
                </a:lnTo>
                <a:lnTo>
                  <a:pt x="12775" y="27578"/>
                </a:lnTo>
                <a:lnTo>
                  <a:pt x="12863" y="27822"/>
                </a:lnTo>
                <a:lnTo>
                  <a:pt x="12951" y="28054"/>
                </a:lnTo>
                <a:lnTo>
                  <a:pt x="13089" y="28234"/>
                </a:lnTo>
                <a:lnTo>
                  <a:pt x="13177" y="28479"/>
                </a:lnTo>
                <a:lnTo>
                  <a:pt x="13278" y="28711"/>
                </a:lnTo>
                <a:lnTo>
                  <a:pt x="13366" y="28904"/>
                </a:lnTo>
                <a:lnTo>
                  <a:pt x="13454" y="29136"/>
                </a:lnTo>
                <a:lnTo>
                  <a:pt x="13592" y="29367"/>
                </a:lnTo>
                <a:lnTo>
                  <a:pt x="13680" y="29599"/>
                </a:lnTo>
                <a:lnTo>
                  <a:pt x="13781" y="29792"/>
                </a:lnTo>
                <a:lnTo>
                  <a:pt x="13869" y="30024"/>
                </a:lnTo>
                <a:lnTo>
                  <a:pt x="13957" y="30256"/>
                </a:lnTo>
                <a:lnTo>
                  <a:pt x="14095" y="30487"/>
                </a:lnTo>
                <a:lnTo>
                  <a:pt x="14183" y="30681"/>
                </a:lnTo>
                <a:lnTo>
                  <a:pt x="14284" y="30912"/>
                </a:lnTo>
                <a:lnTo>
                  <a:pt x="14372" y="31144"/>
                </a:lnTo>
                <a:lnTo>
                  <a:pt x="14460" y="31389"/>
                </a:lnTo>
                <a:lnTo>
                  <a:pt x="14598" y="31569"/>
                </a:lnTo>
                <a:lnTo>
                  <a:pt x="14686" y="31801"/>
                </a:lnTo>
                <a:lnTo>
                  <a:pt x="14787" y="32045"/>
                </a:lnTo>
                <a:lnTo>
                  <a:pt x="14875" y="32277"/>
                </a:lnTo>
                <a:lnTo>
                  <a:pt x="14963" y="32457"/>
                </a:lnTo>
                <a:lnTo>
                  <a:pt x="15101" y="32702"/>
                </a:lnTo>
                <a:lnTo>
                  <a:pt x="15189" y="32934"/>
                </a:lnTo>
                <a:lnTo>
                  <a:pt x="15290" y="33165"/>
                </a:lnTo>
                <a:lnTo>
                  <a:pt x="15378" y="33359"/>
                </a:lnTo>
                <a:lnTo>
                  <a:pt x="15466" y="33590"/>
                </a:lnTo>
                <a:lnTo>
                  <a:pt x="15604" y="33822"/>
                </a:lnTo>
                <a:lnTo>
                  <a:pt x="15705" y="34054"/>
                </a:lnTo>
                <a:lnTo>
                  <a:pt x="15793" y="34298"/>
                </a:lnTo>
                <a:lnTo>
                  <a:pt x="15881" y="34479"/>
                </a:lnTo>
                <a:lnTo>
                  <a:pt x="15969" y="34710"/>
                </a:lnTo>
                <a:lnTo>
                  <a:pt x="16107" y="34955"/>
                </a:lnTo>
                <a:lnTo>
                  <a:pt x="16208" y="35187"/>
                </a:lnTo>
                <a:lnTo>
                  <a:pt x="16296" y="35367"/>
                </a:lnTo>
                <a:lnTo>
                  <a:pt x="16384" y="35612"/>
                </a:lnTo>
                <a:lnTo>
                  <a:pt x="16472" y="35843"/>
                </a:lnTo>
                <a:lnTo>
                  <a:pt x="16610" y="36075"/>
                </a:lnTo>
                <a:lnTo>
                  <a:pt x="16711" y="36268"/>
                </a:lnTo>
                <a:lnTo>
                  <a:pt x="16799" y="36500"/>
                </a:lnTo>
                <a:lnTo>
                  <a:pt x="16887" y="36732"/>
                </a:lnTo>
                <a:lnTo>
                  <a:pt x="16975" y="36964"/>
                </a:lnTo>
                <a:lnTo>
                  <a:pt x="17113" y="37208"/>
                </a:lnTo>
                <a:lnTo>
                  <a:pt x="17214" y="37388"/>
                </a:lnTo>
                <a:lnTo>
                  <a:pt x="17302" y="37620"/>
                </a:lnTo>
                <a:lnTo>
                  <a:pt x="17390" y="37865"/>
                </a:lnTo>
                <a:lnTo>
                  <a:pt x="17478" y="38097"/>
                </a:lnTo>
                <a:lnTo>
                  <a:pt x="17616" y="38328"/>
                </a:lnTo>
                <a:lnTo>
                  <a:pt x="17717" y="38521"/>
                </a:lnTo>
                <a:lnTo>
                  <a:pt x="17805" y="38753"/>
                </a:lnTo>
                <a:lnTo>
                  <a:pt x="17893" y="38985"/>
                </a:lnTo>
                <a:lnTo>
                  <a:pt x="17993" y="39217"/>
                </a:lnTo>
                <a:lnTo>
                  <a:pt x="18119" y="39461"/>
                </a:lnTo>
                <a:lnTo>
                  <a:pt x="18220" y="39642"/>
                </a:lnTo>
                <a:lnTo>
                  <a:pt x="18308" y="39873"/>
                </a:lnTo>
                <a:lnTo>
                  <a:pt x="18396" y="40118"/>
                </a:lnTo>
                <a:lnTo>
                  <a:pt x="18496" y="40350"/>
                </a:lnTo>
                <a:lnTo>
                  <a:pt x="18622" y="40581"/>
                </a:lnTo>
                <a:lnTo>
                  <a:pt x="18723" y="40775"/>
                </a:lnTo>
                <a:lnTo>
                  <a:pt x="18811" y="41006"/>
                </a:lnTo>
                <a:lnTo>
                  <a:pt x="18899" y="41238"/>
                </a:lnTo>
                <a:lnTo>
                  <a:pt x="18999" y="41470"/>
                </a:lnTo>
                <a:lnTo>
                  <a:pt x="19137" y="41702"/>
                </a:lnTo>
                <a:lnTo>
                  <a:pt x="19225" y="41895"/>
                </a:lnTo>
                <a:lnTo>
                  <a:pt x="19314" y="42126"/>
                </a:lnTo>
                <a:lnTo>
                  <a:pt x="19402" y="42358"/>
                </a:lnTo>
                <a:lnTo>
                  <a:pt x="19502" y="42603"/>
                </a:lnTo>
                <a:lnTo>
                  <a:pt x="19640" y="42835"/>
                </a:lnTo>
                <a:lnTo>
                  <a:pt x="19728" y="43066"/>
                </a:lnTo>
                <a:lnTo>
                  <a:pt x="19816" y="43259"/>
                </a:lnTo>
                <a:lnTo>
                  <a:pt x="19904" y="43491"/>
                </a:lnTo>
                <a:lnTo>
                  <a:pt x="20005" y="43723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5286618" y="4026880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0"/>
                </a:moveTo>
                <a:lnTo>
                  <a:pt x="138" y="231"/>
                </a:lnTo>
                <a:lnTo>
                  <a:pt x="226" y="476"/>
                </a:lnTo>
                <a:lnTo>
                  <a:pt x="314" y="656"/>
                </a:lnTo>
                <a:lnTo>
                  <a:pt x="402" y="888"/>
                </a:lnTo>
                <a:lnTo>
                  <a:pt x="502" y="1132"/>
                </a:lnTo>
                <a:lnTo>
                  <a:pt x="641" y="1364"/>
                </a:lnTo>
                <a:lnTo>
                  <a:pt x="729" y="1596"/>
                </a:lnTo>
                <a:lnTo>
                  <a:pt x="817" y="1828"/>
                </a:lnTo>
                <a:lnTo>
                  <a:pt x="905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29"/>
                </a:lnTo>
                <a:lnTo>
                  <a:pt x="1320" y="2961"/>
                </a:lnTo>
                <a:lnTo>
                  <a:pt x="1408" y="3192"/>
                </a:lnTo>
                <a:lnTo>
                  <a:pt x="1508" y="3424"/>
                </a:lnTo>
                <a:lnTo>
                  <a:pt x="1647" y="3617"/>
                </a:lnTo>
                <a:lnTo>
                  <a:pt x="1735" y="3849"/>
                </a:lnTo>
                <a:lnTo>
                  <a:pt x="1823" y="4081"/>
                </a:lnTo>
                <a:lnTo>
                  <a:pt x="1923" y="4313"/>
                </a:lnTo>
                <a:lnTo>
                  <a:pt x="2011" y="4557"/>
                </a:lnTo>
                <a:lnTo>
                  <a:pt x="2150" y="4789"/>
                </a:lnTo>
                <a:lnTo>
                  <a:pt x="2238" y="4969"/>
                </a:lnTo>
                <a:lnTo>
                  <a:pt x="2326" y="5214"/>
                </a:lnTo>
                <a:lnTo>
                  <a:pt x="2426" y="5446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54"/>
                </a:lnTo>
                <a:lnTo>
                  <a:pt x="2829" y="6385"/>
                </a:lnTo>
                <a:lnTo>
                  <a:pt x="2929" y="6566"/>
                </a:lnTo>
                <a:lnTo>
                  <a:pt x="3017" y="6810"/>
                </a:lnTo>
                <a:lnTo>
                  <a:pt x="3156" y="7042"/>
                </a:lnTo>
                <a:lnTo>
                  <a:pt x="3244" y="7274"/>
                </a:lnTo>
                <a:lnTo>
                  <a:pt x="3332" y="7506"/>
                </a:lnTo>
                <a:lnTo>
                  <a:pt x="3432" y="7737"/>
                </a:lnTo>
                <a:lnTo>
                  <a:pt x="3520" y="7982"/>
                </a:lnTo>
                <a:lnTo>
                  <a:pt x="3659" y="8214"/>
                </a:lnTo>
                <a:lnTo>
                  <a:pt x="3747" y="8407"/>
                </a:lnTo>
                <a:lnTo>
                  <a:pt x="3835" y="8639"/>
                </a:lnTo>
                <a:lnTo>
                  <a:pt x="3935" y="8870"/>
                </a:lnTo>
                <a:lnTo>
                  <a:pt x="4023" y="9102"/>
                </a:lnTo>
                <a:lnTo>
                  <a:pt x="4162" y="9334"/>
                </a:lnTo>
                <a:lnTo>
                  <a:pt x="4250" y="9578"/>
                </a:lnTo>
                <a:lnTo>
                  <a:pt x="4338" y="9810"/>
                </a:lnTo>
                <a:lnTo>
                  <a:pt x="4438" y="10042"/>
                </a:lnTo>
                <a:lnTo>
                  <a:pt x="4526" y="10235"/>
                </a:lnTo>
                <a:lnTo>
                  <a:pt x="4665" y="10467"/>
                </a:lnTo>
                <a:lnTo>
                  <a:pt x="4753" y="10699"/>
                </a:lnTo>
                <a:lnTo>
                  <a:pt x="4841" y="10930"/>
                </a:lnTo>
                <a:lnTo>
                  <a:pt x="4941" y="11175"/>
                </a:lnTo>
                <a:lnTo>
                  <a:pt x="5029" y="11407"/>
                </a:lnTo>
                <a:lnTo>
                  <a:pt x="5168" y="11638"/>
                </a:lnTo>
                <a:lnTo>
                  <a:pt x="5256" y="11870"/>
                </a:lnTo>
                <a:lnTo>
                  <a:pt x="5356" y="12102"/>
                </a:lnTo>
                <a:lnTo>
                  <a:pt x="5444" y="12295"/>
                </a:lnTo>
                <a:lnTo>
                  <a:pt x="5532" y="12527"/>
                </a:lnTo>
                <a:lnTo>
                  <a:pt x="5670" y="12759"/>
                </a:lnTo>
                <a:lnTo>
                  <a:pt x="5758" y="13003"/>
                </a:lnTo>
                <a:lnTo>
                  <a:pt x="5859" y="13235"/>
                </a:lnTo>
                <a:lnTo>
                  <a:pt x="5947" y="13467"/>
                </a:lnTo>
                <a:lnTo>
                  <a:pt x="6035" y="13698"/>
                </a:lnTo>
                <a:lnTo>
                  <a:pt x="6173" y="13943"/>
                </a:lnTo>
                <a:lnTo>
                  <a:pt x="6261" y="14175"/>
                </a:lnTo>
                <a:lnTo>
                  <a:pt x="6362" y="14355"/>
                </a:lnTo>
                <a:lnTo>
                  <a:pt x="6450" y="14600"/>
                </a:lnTo>
                <a:lnTo>
                  <a:pt x="6538" y="14831"/>
                </a:lnTo>
                <a:lnTo>
                  <a:pt x="6676" y="15063"/>
                </a:lnTo>
                <a:lnTo>
                  <a:pt x="6764" y="15295"/>
                </a:lnTo>
                <a:lnTo>
                  <a:pt x="6865" y="15527"/>
                </a:lnTo>
                <a:lnTo>
                  <a:pt x="6953" y="15771"/>
                </a:lnTo>
                <a:lnTo>
                  <a:pt x="7041" y="16003"/>
                </a:lnTo>
                <a:lnTo>
                  <a:pt x="7179" y="16235"/>
                </a:lnTo>
                <a:lnTo>
                  <a:pt x="7267" y="16467"/>
                </a:lnTo>
                <a:lnTo>
                  <a:pt x="7368" y="16711"/>
                </a:lnTo>
                <a:lnTo>
                  <a:pt x="7456" y="16891"/>
                </a:lnTo>
                <a:lnTo>
                  <a:pt x="7544" y="17123"/>
                </a:lnTo>
                <a:lnTo>
                  <a:pt x="7682" y="17368"/>
                </a:lnTo>
                <a:lnTo>
                  <a:pt x="7770" y="17600"/>
                </a:lnTo>
                <a:lnTo>
                  <a:pt x="7871" y="17831"/>
                </a:lnTo>
                <a:lnTo>
                  <a:pt x="7959" y="18063"/>
                </a:lnTo>
                <a:lnTo>
                  <a:pt x="8047" y="18295"/>
                </a:lnTo>
                <a:lnTo>
                  <a:pt x="8185" y="18539"/>
                </a:lnTo>
                <a:lnTo>
                  <a:pt x="8273" y="18771"/>
                </a:lnTo>
                <a:lnTo>
                  <a:pt x="8374" y="19003"/>
                </a:lnTo>
                <a:lnTo>
                  <a:pt x="8462" y="19235"/>
                </a:lnTo>
                <a:lnTo>
                  <a:pt x="8550" y="19479"/>
                </a:lnTo>
                <a:lnTo>
                  <a:pt x="8688" y="19711"/>
                </a:lnTo>
                <a:lnTo>
                  <a:pt x="8776" y="19943"/>
                </a:lnTo>
                <a:lnTo>
                  <a:pt x="8877" y="20136"/>
                </a:lnTo>
                <a:lnTo>
                  <a:pt x="8965" y="20368"/>
                </a:lnTo>
                <a:lnTo>
                  <a:pt x="9053" y="20599"/>
                </a:lnTo>
                <a:lnTo>
                  <a:pt x="9191" y="20831"/>
                </a:lnTo>
                <a:lnTo>
                  <a:pt x="9292" y="21076"/>
                </a:lnTo>
                <a:lnTo>
                  <a:pt x="9380" y="21308"/>
                </a:lnTo>
                <a:lnTo>
                  <a:pt x="9468" y="21539"/>
                </a:lnTo>
                <a:lnTo>
                  <a:pt x="9556" y="21771"/>
                </a:lnTo>
                <a:lnTo>
                  <a:pt x="9694" y="22003"/>
                </a:lnTo>
                <a:lnTo>
                  <a:pt x="9795" y="22247"/>
                </a:lnTo>
                <a:lnTo>
                  <a:pt x="9883" y="22479"/>
                </a:lnTo>
                <a:lnTo>
                  <a:pt x="9971" y="22711"/>
                </a:lnTo>
                <a:lnTo>
                  <a:pt x="10059" y="22943"/>
                </a:lnTo>
                <a:lnTo>
                  <a:pt x="10197" y="23187"/>
                </a:lnTo>
                <a:lnTo>
                  <a:pt x="10298" y="23419"/>
                </a:lnTo>
                <a:lnTo>
                  <a:pt x="10386" y="23651"/>
                </a:lnTo>
                <a:lnTo>
                  <a:pt x="10474" y="23883"/>
                </a:lnTo>
                <a:lnTo>
                  <a:pt x="10562" y="24076"/>
                </a:lnTo>
                <a:lnTo>
                  <a:pt x="10700" y="24307"/>
                </a:lnTo>
                <a:lnTo>
                  <a:pt x="10801" y="24539"/>
                </a:lnTo>
                <a:lnTo>
                  <a:pt x="10889" y="24771"/>
                </a:lnTo>
                <a:lnTo>
                  <a:pt x="10977" y="25016"/>
                </a:lnTo>
                <a:lnTo>
                  <a:pt x="11065" y="25247"/>
                </a:lnTo>
                <a:lnTo>
                  <a:pt x="11203" y="25479"/>
                </a:lnTo>
                <a:lnTo>
                  <a:pt x="11304" y="25711"/>
                </a:lnTo>
                <a:lnTo>
                  <a:pt x="11392" y="25955"/>
                </a:lnTo>
                <a:lnTo>
                  <a:pt x="11480" y="26187"/>
                </a:lnTo>
                <a:lnTo>
                  <a:pt x="11580" y="26419"/>
                </a:lnTo>
                <a:lnTo>
                  <a:pt x="11706" y="26651"/>
                </a:lnTo>
                <a:lnTo>
                  <a:pt x="11807" y="26882"/>
                </a:lnTo>
                <a:lnTo>
                  <a:pt x="11895" y="27127"/>
                </a:lnTo>
                <a:lnTo>
                  <a:pt x="11983" y="27359"/>
                </a:lnTo>
                <a:lnTo>
                  <a:pt x="12083" y="27591"/>
                </a:lnTo>
                <a:lnTo>
                  <a:pt x="12209" y="27822"/>
                </a:lnTo>
                <a:lnTo>
                  <a:pt x="12310" y="28067"/>
                </a:lnTo>
                <a:lnTo>
                  <a:pt x="12398" y="28299"/>
                </a:lnTo>
                <a:lnTo>
                  <a:pt x="12486" y="28530"/>
                </a:lnTo>
                <a:lnTo>
                  <a:pt x="12586" y="28762"/>
                </a:lnTo>
                <a:lnTo>
                  <a:pt x="12712" y="28994"/>
                </a:lnTo>
                <a:lnTo>
                  <a:pt x="12813" y="29239"/>
                </a:lnTo>
                <a:lnTo>
                  <a:pt x="12901" y="29470"/>
                </a:lnTo>
                <a:lnTo>
                  <a:pt x="12989" y="29702"/>
                </a:lnTo>
                <a:lnTo>
                  <a:pt x="13089" y="29934"/>
                </a:lnTo>
                <a:lnTo>
                  <a:pt x="13228" y="30178"/>
                </a:lnTo>
                <a:lnTo>
                  <a:pt x="13316" y="30410"/>
                </a:lnTo>
                <a:lnTo>
                  <a:pt x="13404" y="30642"/>
                </a:lnTo>
                <a:lnTo>
                  <a:pt x="13492" y="30874"/>
                </a:lnTo>
                <a:lnTo>
                  <a:pt x="13592" y="31067"/>
                </a:lnTo>
                <a:lnTo>
                  <a:pt x="13731" y="31299"/>
                </a:lnTo>
                <a:lnTo>
                  <a:pt x="13819" y="31530"/>
                </a:lnTo>
                <a:lnTo>
                  <a:pt x="13907" y="31762"/>
                </a:lnTo>
                <a:lnTo>
                  <a:pt x="13995" y="32007"/>
                </a:lnTo>
                <a:lnTo>
                  <a:pt x="14095" y="32238"/>
                </a:lnTo>
                <a:lnTo>
                  <a:pt x="14234" y="32470"/>
                </a:lnTo>
                <a:lnTo>
                  <a:pt x="14322" y="32702"/>
                </a:lnTo>
                <a:lnTo>
                  <a:pt x="14410" y="32947"/>
                </a:lnTo>
                <a:lnTo>
                  <a:pt x="14498" y="33178"/>
                </a:lnTo>
                <a:lnTo>
                  <a:pt x="14598" y="33410"/>
                </a:lnTo>
                <a:lnTo>
                  <a:pt x="14736" y="33642"/>
                </a:lnTo>
                <a:lnTo>
                  <a:pt x="14825" y="33874"/>
                </a:lnTo>
                <a:lnTo>
                  <a:pt x="14913" y="34118"/>
                </a:lnTo>
                <a:lnTo>
                  <a:pt x="15001" y="34350"/>
                </a:lnTo>
                <a:lnTo>
                  <a:pt x="15101" y="34582"/>
                </a:lnTo>
                <a:lnTo>
                  <a:pt x="15239" y="34813"/>
                </a:lnTo>
                <a:lnTo>
                  <a:pt x="15327" y="35058"/>
                </a:lnTo>
                <a:lnTo>
                  <a:pt x="15415" y="35290"/>
                </a:lnTo>
                <a:lnTo>
                  <a:pt x="15516" y="35522"/>
                </a:lnTo>
                <a:lnTo>
                  <a:pt x="15604" y="35753"/>
                </a:lnTo>
                <a:lnTo>
                  <a:pt x="15742" y="35985"/>
                </a:lnTo>
                <a:lnTo>
                  <a:pt x="15830" y="36230"/>
                </a:lnTo>
                <a:lnTo>
                  <a:pt x="15918" y="36461"/>
                </a:lnTo>
                <a:lnTo>
                  <a:pt x="16019" y="36693"/>
                </a:lnTo>
                <a:lnTo>
                  <a:pt x="16107" y="36925"/>
                </a:lnTo>
                <a:lnTo>
                  <a:pt x="16245" y="37170"/>
                </a:lnTo>
                <a:lnTo>
                  <a:pt x="16333" y="37401"/>
                </a:lnTo>
                <a:lnTo>
                  <a:pt x="16421" y="37633"/>
                </a:lnTo>
                <a:lnTo>
                  <a:pt x="16522" y="37865"/>
                </a:lnTo>
                <a:lnTo>
                  <a:pt x="16610" y="38097"/>
                </a:lnTo>
                <a:lnTo>
                  <a:pt x="16748" y="38341"/>
                </a:lnTo>
                <a:lnTo>
                  <a:pt x="16836" y="38573"/>
                </a:lnTo>
                <a:lnTo>
                  <a:pt x="16924" y="38856"/>
                </a:lnTo>
                <a:lnTo>
                  <a:pt x="17025" y="39088"/>
                </a:lnTo>
                <a:lnTo>
                  <a:pt x="17113" y="39320"/>
                </a:lnTo>
                <a:lnTo>
                  <a:pt x="17251" y="39551"/>
                </a:lnTo>
                <a:lnTo>
                  <a:pt x="17339" y="39796"/>
                </a:lnTo>
                <a:lnTo>
                  <a:pt x="17427" y="40028"/>
                </a:lnTo>
                <a:lnTo>
                  <a:pt x="17528" y="40260"/>
                </a:lnTo>
                <a:lnTo>
                  <a:pt x="17616" y="40491"/>
                </a:lnTo>
                <a:lnTo>
                  <a:pt x="17754" y="40736"/>
                </a:lnTo>
                <a:lnTo>
                  <a:pt x="17842" y="40968"/>
                </a:lnTo>
                <a:lnTo>
                  <a:pt x="17930" y="41199"/>
                </a:lnTo>
                <a:lnTo>
                  <a:pt x="18031" y="41431"/>
                </a:lnTo>
                <a:lnTo>
                  <a:pt x="18119" y="41663"/>
                </a:lnTo>
                <a:lnTo>
                  <a:pt x="18257" y="41908"/>
                </a:lnTo>
                <a:lnTo>
                  <a:pt x="18345" y="42139"/>
                </a:lnTo>
                <a:lnTo>
                  <a:pt x="18433" y="42371"/>
                </a:lnTo>
                <a:lnTo>
                  <a:pt x="18534" y="42603"/>
                </a:lnTo>
                <a:lnTo>
                  <a:pt x="18622" y="42847"/>
                </a:lnTo>
                <a:lnTo>
                  <a:pt x="18760" y="43079"/>
                </a:lnTo>
                <a:lnTo>
                  <a:pt x="18848" y="43311"/>
                </a:lnTo>
                <a:lnTo>
                  <a:pt x="18936" y="43543"/>
                </a:lnTo>
                <a:lnTo>
                  <a:pt x="19037" y="43774"/>
                </a:lnTo>
                <a:lnTo>
                  <a:pt x="19125" y="44019"/>
                </a:lnTo>
                <a:lnTo>
                  <a:pt x="19263" y="44251"/>
                </a:lnTo>
                <a:lnTo>
                  <a:pt x="19351" y="44483"/>
                </a:lnTo>
                <a:lnTo>
                  <a:pt x="19452" y="44714"/>
                </a:lnTo>
                <a:lnTo>
                  <a:pt x="19540" y="44959"/>
                </a:lnTo>
                <a:lnTo>
                  <a:pt x="19678" y="45191"/>
                </a:lnTo>
                <a:lnTo>
                  <a:pt x="19766" y="45422"/>
                </a:lnTo>
                <a:lnTo>
                  <a:pt x="19854" y="45654"/>
                </a:lnTo>
                <a:lnTo>
                  <a:pt x="19955" y="45886"/>
                </a:lnTo>
                <a:lnTo>
                  <a:pt x="20043" y="461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5306662" y="4073011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0"/>
                </a:moveTo>
                <a:lnTo>
                  <a:pt x="138" y="283"/>
                </a:lnTo>
                <a:lnTo>
                  <a:pt x="226" y="514"/>
                </a:lnTo>
                <a:lnTo>
                  <a:pt x="314" y="746"/>
                </a:lnTo>
                <a:lnTo>
                  <a:pt x="414" y="978"/>
                </a:lnTo>
                <a:lnTo>
                  <a:pt x="502" y="1210"/>
                </a:lnTo>
                <a:lnTo>
                  <a:pt x="641" y="1454"/>
                </a:lnTo>
                <a:lnTo>
                  <a:pt x="729" y="1686"/>
                </a:lnTo>
                <a:lnTo>
                  <a:pt x="817" y="1918"/>
                </a:lnTo>
                <a:lnTo>
                  <a:pt x="917" y="2150"/>
                </a:lnTo>
                <a:lnTo>
                  <a:pt x="1005" y="2394"/>
                </a:lnTo>
                <a:lnTo>
                  <a:pt x="1144" y="2626"/>
                </a:lnTo>
                <a:lnTo>
                  <a:pt x="1232" y="2858"/>
                </a:lnTo>
                <a:lnTo>
                  <a:pt x="1320" y="3089"/>
                </a:lnTo>
                <a:lnTo>
                  <a:pt x="1420" y="3321"/>
                </a:lnTo>
                <a:lnTo>
                  <a:pt x="1508" y="3566"/>
                </a:lnTo>
                <a:lnTo>
                  <a:pt x="1647" y="3798"/>
                </a:lnTo>
                <a:lnTo>
                  <a:pt x="1735" y="4029"/>
                </a:lnTo>
                <a:lnTo>
                  <a:pt x="1823" y="4261"/>
                </a:lnTo>
                <a:lnTo>
                  <a:pt x="1923" y="4544"/>
                </a:lnTo>
                <a:lnTo>
                  <a:pt x="2011" y="4776"/>
                </a:lnTo>
                <a:lnTo>
                  <a:pt x="2150" y="5021"/>
                </a:lnTo>
                <a:lnTo>
                  <a:pt x="2238" y="5252"/>
                </a:lnTo>
                <a:lnTo>
                  <a:pt x="2326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53" y="6192"/>
                </a:lnTo>
                <a:lnTo>
                  <a:pt x="2741" y="6424"/>
                </a:lnTo>
                <a:lnTo>
                  <a:pt x="2841" y="6656"/>
                </a:lnTo>
                <a:lnTo>
                  <a:pt x="2929" y="6888"/>
                </a:lnTo>
                <a:lnTo>
                  <a:pt x="3017" y="7132"/>
                </a:lnTo>
                <a:lnTo>
                  <a:pt x="3156" y="7364"/>
                </a:lnTo>
                <a:lnTo>
                  <a:pt x="3244" y="7596"/>
                </a:lnTo>
                <a:lnTo>
                  <a:pt x="3344" y="7879"/>
                </a:lnTo>
                <a:lnTo>
                  <a:pt x="3432" y="8111"/>
                </a:lnTo>
                <a:lnTo>
                  <a:pt x="3520" y="8342"/>
                </a:lnTo>
                <a:lnTo>
                  <a:pt x="3659" y="8587"/>
                </a:lnTo>
                <a:lnTo>
                  <a:pt x="3747" y="8819"/>
                </a:lnTo>
                <a:lnTo>
                  <a:pt x="3847" y="9051"/>
                </a:lnTo>
                <a:lnTo>
                  <a:pt x="3935" y="9282"/>
                </a:lnTo>
                <a:lnTo>
                  <a:pt x="4023" y="9514"/>
                </a:lnTo>
                <a:lnTo>
                  <a:pt x="4162" y="9759"/>
                </a:lnTo>
                <a:lnTo>
                  <a:pt x="4250" y="9990"/>
                </a:lnTo>
                <a:lnTo>
                  <a:pt x="4350" y="10222"/>
                </a:lnTo>
                <a:lnTo>
                  <a:pt x="4438" y="10454"/>
                </a:lnTo>
                <a:lnTo>
                  <a:pt x="4526" y="10699"/>
                </a:lnTo>
                <a:lnTo>
                  <a:pt x="4665" y="10969"/>
                </a:lnTo>
                <a:lnTo>
                  <a:pt x="4753" y="11214"/>
                </a:lnTo>
                <a:lnTo>
                  <a:pt x="4853" y="11445"/>
                </a:lnTo>
                <a:lnTo>
                  <a:pt x="4941" y="11677"/>
                </a:lnTo>
                <a:lnTo>
                  <a:pt x="5029" y="11909"/>
                </a:lnTo>
                <a:lnTo>
                  <a:pt x="5168" y="12153"/>
                </a:lnTo>
                <a:lnTo>
                  <a:pt x="5256" y="12385"/>
                </a:lnTo>
                <a:lnTo>
                  <a:pt x="5356" y="12617"/>
                </a:lnTo>
                <a:lnTo>
                  <a:pt x="5444" y="12849"/>
                </a:lnTo>
                <a:lnTo>
                  <a:pt x="5532" y="13080"/>
                </a:lnTo>
                <a:lnTo>
                  <a:pt x="5670" y="13325"/>
                </a:lnTo>
                <a:lnTo>
                  <a:pt x="5758" y="13608"/>
                </a:lnTo>
                <a:lnTo>
                  <a:pt x="5859" y="13840"/>
                </a:lnTo>
                <a:lnTo>
                  <a:pt x="5947" y="14072"/>
                </a:lnTo>
                <a:lnTo>
                  <a:pt x="6035" y="14304"/>
                </a:lnTo>
                <a:lnTo>
                  <a:pt x="6173" y="14535"/>
                </a:lnTo>
                <a:lnTo>
                  <a:pt x="6261" y="14780"/>
                </a:lnTo>
                <a:lnTo>
                  <a:pt x="6362" y="15012"/>
                </a:lnTo>
                <a:lnTo>
                  <a:pt x="6450" y="15243"/>
                </a:lnTo>
                <a:lnTo>
                  <a:pt x="6538" y="15475"/>
                </a:lnTo>
                <a:lnTo>
                  <a:pt x="6676" y="15720"/>
                </a:lnTo>
                <a:lnTo>
                  <a:pt x="6777" y="15990"/>
                </a:lnTo>
                <a:lnTo>
                  <a:pt x="6865" y="16235"/>
                </a:lnTo>
                <a:lnTo>
                  <a:pt x="6953" y="16467"/>
                </a:lnTo>
                <a:lnTo>
                  <a:pt x="7041" y="16698"/>
                </a:lnTo>
                <a:lnTo>
                  <a:pt x="7179" y="16930"/>
                </a:lnTo>
                <a:lnTo>
                  <a:pt x="7280" y="17175"/>
                </a:lnTo>
                <a:lnTo>
                  <a:pt x="7368" y="17406"/>
                </a:lnTo>
                <a:lnTo>
                  <a:pt x="7456" y="17638"/>
                </a:lnTo>
                <a:lnTo>
                  <a:pt x="7544" y="17870"/>
                </a:lnTo>
                <a:lnTo>
                  <a:pt x="7682" y="18153"/>
                </a:lnTo>
                <a:lnTo>
                  <a:pt x="7783" y="18385"/>
                </a:lnTo>
                <a:lnTo>
                  <a:pt x="7871" y="18617"/>
                </a:lnTo>
                <a:lnTo>
                  <a:pt x="7959" y="18861"/>
                </a:lnTo>
                <a:lnTo>
                  <a:pt x="8047" y="19093"/>
                </a:lnTo>
                <a:lnTo>
                  <a:pt x="8185" y="19325"/>
                </a:lnTo>
                <a:lnTo>
                  <a:pt x="8286" y="19557"/>
                </a:lnTo>
                <a:lnTo>
                  <a:pt x="8374" y="19801"/>
                </a:lnTo>
                <a:lnTo>
                  <a:pt x="8462" y="20033"/>
                </a:lnTo>
                <a:lnTo>
                  <a:pt x="8550" y="20316"/>
                </a:lnTo>
                <a:lnTo>
                  <a:pt x="8688" y="20548"/>
                </a:lnTo>
                <a:lnTo>
                  <a:pt x="8789" y="20780"/>
                </a:lnTo>
                <a:lnTo>
                  <a:pt x="8877" y="21011"/>
                </a:lnTo>
                <a:lnTo>
                  <a:pt x="8965" y="21256"/>
                </a:lnTo>
                <a:lnTo>
                  <a:pt x="9066" y="21488"/>
                </a:lnTo>
                <a:lnTo>
                  <a:pt x="9191" y="21720"/>
                </a:lnTo>
                <a:lnTo>
                  <a:pt x="9292" y="21951"/>
                </a:lnTo>
                <a:lnTo>
                  <a:pt x="9380" y="22235"/>
                </a:lnTo>
                <a:lnTo>
                  <a:pt x="9468" y="22466"/>
                </a:lnTo>
                <a:lnTo>
                  <a:pt x="9568" y="22711"/>
                </a:lnTo>
                <a:lnTo>
                  <a:pt x="9694" y="22943"/>
                </a:lnTo>
                <a:lnTo>
                  <a:pt x="9795" y="23174"/>
                </a:lnTo>
                <a:lnTo>
                  <a:pt x="9883" y="23406"/>
                </a:lnTo>
                <a:lnTo>
                  <a:pt x="9971" y="23638"/>
                </a:lnTo>
                <a:lnTo>
                  <a:pt x="10071" y="23883"/>
                </a:lnTo>
                <a:lnTo>
                  <a:pt x="10210" y="24166"/>
                </a:lnTo>
                <a:lnTo>
                  <a:pt x="10298" y="24398"/>
                </a:lnTo>
                <a:lnTo>
                  <a:pt x="10386" y="24629"/>
                </a:lnTo>
                <a:lnTo>
                  <a:pt x="10474" y="24861"/>
                </a:lnTo>
                <a:lnTo>
                  <a:pt x="10574" y="25093"/>
                </a:lnTo>
                <a:lnTo>
                  <a:pt x="10713" y="25337"/>
                </a:lnTo>
                <a:lnTo>
                  <a:pt x="10801" y="25569"/>
                </a:lnTo>
                <a:lnTo>
                  <a:pt x="10889" y="25801"/>
                </a:lnTo>
                <a:lnTo>
                  <a:pt x="10977" y="26084"/>
                </a:lnTo>
                <a:lnTo>
                  <a:pt x="11077" y="26316"/>
                </a:lnTo>
                <a:lnTo>
                  <a:pt x="11216" y="26548"/>
                </a:lnTo>
                <a:lnTo>
                  <a:pt x="11304" y="26792"/>
                </a:lnTo>
                <a:lnTo>
                  <a:pt x="11392" y="27024"/>
                </a:lnTo>
                <a:lnTo>
                  <a:pt x="11480" y="27256"/>
                </a:lnTo>
                <a:lnTo>
                  <a:pt x="11580" y="27488"/>
                </a:lnTo>
                <a:lnTo>
                  <a:pt x="11719" y="27771"/>
                </a:lnTo>
                <a:lnTo>
                  <a:pt x="11807" y="28003"/>
                </a:lnTo>
                <a:lnTo>
                  <a:pt x="11895" y="28247"/>
                </a:lnTo>
                <a:lnTo>
                  <a:pt x="11983" y="28479"/>
                </a:lnTo>
                <a:lnTo>
                  <a:pt x="12083" y="28711"/>
                </a:lnTo>
                <a:lnTo>
                  <a:pt x="12222" y="28942"/>
                </a:lnTo>
                <a:lnTo>
                  <a:pt x="12310" y="29174"/>
                </a:lnTo>
                <a:lnTo>
                  <a:pt x="12398" y="29457"/>
                </a:lnTo>
                <a:lnTo>
                  <a:pt x="12486" y="29702"/>
                </a:lnTo>
                <a:lnTo>
                  <a:pt x="12586" y="29934"/>
                </a:lnTo>
                <a:lnTo>
                  <a:pt x="12725" y="30166"/>
                </a:lnTo>
                <a:lnTo>
                  <a:pt x="12813" y="30397"/>
                </a:lnTo>
                <a:lnTo>
                  <a:pt x="12901" y="30629"/>
                </a:lnTo>
                <a:lnTo>
                  <a:pt x="13001" y="30874"/>
                </a:lnTo>
                <a:lnTo>
                  <a:pt x="13089" y="31157"/>
                </a:lnTo>
                <a:lnTo>
                  <a:pt x="13228" y="31389"/>
                </a:lnTo>
                <a:lnTo>
                  <a:pt x="13316" y="31620"/>
                </a:lnTo>
                <a:lnTo>
                  <a:pt x="13404" y="31852"/>
                </a:lnTo>
                <a:lnTo>
                  <a:pt x="13504" y="32084"/>
                </a:lnTo>
                <a:lnTo>
                  <a:pt x="13592" y="32329"/>
                </a:lnTo>
                <a:lnTo>
                  <a:pt x="13731" y="32560"/>
                </a:lnTo>
                <a:lnTo>
                  <a:pt x="13819" y="32844"/>
                </a:lnTo>
                <a:lnTo>
                  <a:pt x="13907" y="33075"/>
                </a:lnTo>
                <a:lnTo>
                  <a:pt x="14007" y="33307"/>
                </a:lnTo>
                <a:lnTo>
                  <a:pt x="14095" y="33539"/>
                </a:lnTo>
                <a:lnTo>
                  <a:pt x="14234" y="33783"/>
                </a:lnTo>
                <a:lnTo>
                  <a:pt x="14322" y="34015"/>
                </a:lnTo>
                <a:lnTo>
                  <a:pt x="14410" y="34298"/>
                </a:lnTo>
                <a:lnTo>
                  <a:pt x="14510" y="34530"/>
                </a:lnTo>
                <a:lnTo>
                  <a:pt x="14598" y="34762"/>
                </a:lnTo>
                <a:lnTo>
                  <a:pt x="14736" y="34994"/>
                </a:lnTo>
                <a:lnTo>
                  <a:pt x="14825" y="35238"/>
                </a:lnTo>
                <a:lnTo>
                  <a:pt x="14913" y="35470"/>
                </a:lnTo>
                <a:lnTo>
                  <a:pt x="15013" y="35702"/>
                </a:lnTo>
                <a:lnTo>
                  <a:pt x="15101" y="35985"/>
                </a:lnTo>
                <a:lnTo>
                  <a:pt x="15239" y="36217"/>
                </a:lnTo>
                <a:lnTo>
                  <a:pt x="15327" y="36449"/>
                </a:lnTo>
                <a:lnTo>
                  <a:pt x="15415" y="36693"/>
                </a:lnTo>
                <a:lnTo>
                  <a:pt x="15516" y="36925"/>
                </a:lnTo>
                <a:lnTo>
                  <a:pt x="15604" y="37157"/>
                </a:lnTo>
                <a:lnTo>
                  <a:pt x="15742" y="37440"/>
                </a:lnTo>
                <a:lnTo>
                  <a:pt x="15830" y="37672"/>
                </a:lnTo>
                <a:lnTo>
                  <a:pt x="15918" y="37903"/>
                </a:lnTo>
                <a:lnTo>
                  <a:pt x="16019" y="38148"/>
                </a:lnTo>
                <a:lnTo>
                  <a:pt x="16107" y="38380"/>
                </a:lnTo>
                <a:lnTo>
                  <a:pt x="16245" y="38612"/>
                </a:lnTo>
                <a:lnTo>
                  <a:pt x="16333" y="38895"/>
                </a:lnTo>
                <a:lnTo>
                  <a:pt x="16434" y="39127"/>
                </a:lnTo>
                <a:lnTo>
                  <a:pt x="16522" y="39358"/>
                </a:lnTo>
                <a:lnTo>
                  <a:pt x="16610" y="39603"/>
                </a:lnTo>
                <a:lnTo>
                  <a:pt x="16748" y="39835"/>
                </a:lnTo>
                <a:lnTo>
                  <a:pt x="16836" y="40066"/>
                </a:lnTo>
                <a:lnTo>
                  <a:pt x="16937" y="40350"/>
                </a:lnTo>
                <a:lnTo>
                  <a:pt x="17025" y="40581"/>
                </a:lnTo>
                <a:lnTo>
                  <a:pt x="17113" y="40813"/>
                </a:lnTo>
                <a:lnTo>
                  <a:pt x="17251" y="41058"/>
                </a:lnTo>
                <a:lnTo>
                  <a:pt x="17339" y="41290"/>
                </a:lnTo>
                <a:lnTo>
                  <a:pt x="17440" y="41573"/>
                </a:lnTo>
                <a:lnTo>
                  <a:pt x="17528" y="41805"/>
                </a:lnTo>
                <a:lnTo>
                  <a:pt x="17616" y="42036"/>
                </a:lnTo>
                <a:lnTo>
                  <a:pt x="17754" y="42268"/>
                </a:lnTo>
                <a:lnTo>
                  <a:pt x="17842" y="42513"/>
                </a:lnTo>
                <a:lnTo>
                  <a:pt x="17943" y="42744"/>
                </a:lnTo>
                <a:lnTo>
                  <a:pt x="18031" y="43028"/>
                </a:lnTo>
                <a:lnTo>
                  <a:pt x="18119" y="43259"/>
                </a:lnTo>
                <a:lnTo>
                  <a:pt x="18257" y="43491"/>
                </a:lnTo>
                <a:lnTo>
                  <a:pt x="18345" y="43723"/>
                </a:lnTo>
                <a:lnTo>
                  <a:pt x="18446" y="43955"/>
                </a:lnTo>
                <a:lnTo>
                  <a:pt x="18534" y="44199"/>
                </a:lnTo>
                <a:lnTo>
                  <a:pt x="18622" y="44483"/>
                </a:lnTo>
                <a:lnTo>
                  <a:pt x="18760" y="44714"/>
                </a:lnTo>
                <a:lnTo>
                  <a:pt x="18848" y="44946"/>
                </a:lnTo>
                <a:lnTo>
                  <a:pt x="18949" y="45178"/>
                </a:lnTo>
                <a:lnTo>
                  <a:pt x="19037" y="45410"/>
                </a:lnTo>
                <a:lnTo>
                  <a:pt x="19125" y="45693"/>
                </a:lnTo>
                <a:lnTo>
                  <a:pt x="19263" y="45937"/>
                </a:lnTo>
                <a:lnTo>
                  <a:pt x="19351" y="46169"/>
                </a:lnTo>
                <a:lnTo>
                  <a:pt x="19452" y="46401"/>
                </a:lnTo>
                <a:lnTo>
                  <a:pt x="19540" y="46633"/>
                </a:lnTo>
                <a:lnTo>
                  <a:pt x="19628" y="46916"/>
                </a:lnTo>
                <a:lnTo>
                  <a:pt x="19766" y="47148"/>
                </a:lnTo>
                <a:lnTo>
                  <a:pt x="19854" y="47392"/>
                </a:lnTo>
                <a:lnTo>
                  <a:pt x="19955" y="47624"/>
                </a:lnTo>
                <a:lnTo>
                  <a:pt x="20043" y="4785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5326705" y="4120867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0"/>
                </a:moveTo>
                <a:lnTo>
                  <a:pt x="88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91"/>
                </a:lnTo>
                <a:lnTo>
                  <a:pt x="502" y="1223"/>
                </a:lnTo>
                <a:lnTo>
                  <a:pt x="590" y="1454"/>
                </a:lnTo>
                <a:lnTo>
                  <a:pt x="729" y="1738"/>
                </a:lnTo>
                <a:lnTo>
                  <a:pt x="829" y="1969"/>
                </a:lnTo>
                <a:lnTo>
                  <a:pt x="917" y="2201"/>
                </a:lnTo>
                <a:lnTo>
                  <a:pt x="1005" y="2433"/>
                </a:lnTo>
                <a:lnTo>
                  <a:pt x="1093" y="2677"/>
                </a:lnTo>
                <a:lnTo>
                  <a:pt x="1232" y="2961"/>
                </a:lnTo>
                <a:lnTo>
                  <a:pt x="1332" y="3192"/>
                </a:lnTo>
                <a:lnTo>
                  <a:pt x="1420" y="3424"/>
                </a:lnTo>
                <a:lnTo>
                  <a:pt x="1508" y="3656"/>
                </a:lnTo>
                <a:lnTo>
                  <a:pt x="1596" y="3888"/>
                </a:lnTo>
                <a:lnTo>
                  <a:pt x="1735" y="4171"/>
                </a:lnTo>
                <a:lnTo>
                  <a:pt x="1835" y="4416"/>
                </a:lnTo>
                <a:lnTo>
                  <a:pt x="1923" y="4647"/>
                </a:lnTo>
                <a:lnTo>
                  <a:pt x="2011" y="4879"/>
                </a:lnTo>
                <a:lnTo>
                  <a:pt x="2099" y="5111"/>
                </a:lnTo>
                <a:lnTo>
                  <a:pt x="2238" y="5394"/>
                </a:lnTo>
                <a:lnTo>
                  <a:pt x="2338" y="5626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41" y="6617"/>
                </a:lnTo>
                <a:lnTo>
                  <a:pt x="2841" y="6849"/>
                </a:lnTo>
                <a:lnTo>
                  <a:pt x="2929" y="7081"/>
                </a:lnTo>
                <a:lnTo>
                  <a:pt x="3017" y="7325"/>
                </a:lnTo>
                <a:lnTo>
                  <a:pt x="3118" y="7557"/>
                </a:lnTo>
                <a:lnTo>
                  <a:pt x="3244" y="7840"/>
                </a:lnTo>
                <a:lnTo>
                  <a:pt x="3344" y="8072"/>
                </a:lnTo>
                <a:lnTo>
                  <a:pt x="3432" y="8304"/>
                </a:lnTo>
                <a:lnTo>
                  <a:pt x="3520" y="8536"/>
                </a:lnTo>
                <a:lnTo>
                  <a:pt x="3621" y="8767"/>
                </a:lnTo>
                <a:lnTo>
                  <a:pt x="3747" y="9051"/>
                </a:lnTo>
                <a:lnTo>
                  <a:pt x="3847" y="9295"/>
                </a:lnTo>
                <a:lnTo>
                  <a:pt x="3935" y="9527"/>
                </a:lnTo>
                <a:lnTo>
                  <a:pt x="4023" y="9759"/>
                </a:lnTo>
                <a:lnTo>
                  <a:pt x="4124" y="9990"/>
                </a:lnTo>
                <a:lnTo>
                  <a:pt x="4262" y="10274"/>
                </a:lnTo>
                <a:lnTo>
                  <a:pt x="4350" y="10505"/>
                </a:lnTo>
                <a:lnTo>
                  <a:pt x="4438" y="10750"/>
                </a:lnTo>
                <a:lnTo>
                  <a:pt x="4526" y="10982"/>
                </a:lnTo>
                <a:lnTo>
                  <a:pt x="4627" y="11214"/>
                </a:lnTo>
                <a:lnTo>
                  <a:pt x="4765" y="11497"/>
                </a:lnTo>
                <a:lnTo>
                  <a:pt x="4853" y="11729"/>
                </a:lnTo>
                <a:lnTo>
                  <a:pt x="4941" y="11960"/>
                </a:lnTo>
                <a:lnTo>
                  <a:pt x="5029" y="12205"/>
                </a:lnTo>
                <a:lnTo>
                  <a:pt x="5130" y="12475"/>
                </a:lnTo>
                <a:lnTo>
                  <a:pt x="5268" y="12720"/>
                </a:lnTo>
                <a:lnTo>
                  <a:pt x="5356" y="12952"/>
                </a:lnTo>
                <a:lnTo>
                  <a:pt x="5444" y="13183"/>
                </a:lnTo>
                <a:lnTo>
                  <a:pt x="5532" y="13415"/>
                </a:lnTo>
                <a:lnTo>
                  <a:pt x="5633" y="13698"/>
                </a:lnTo>
                <a:lnTo>
                  <a:pt x="5771" y="13930"/>
                </a:lnTo>
                <a:lnTo>
                  <a:pt x="5859" y="14175"/>
                </a:lnTo>
                <a:lnTo>
                  <a:pt x="5947" y="14407"/>
                </a:lnTo>
                <a:lnTo>
                  <a:pt x="6035" y="14638"/>
                </a:lnTo>
                <a:lnTo>
                  <a:pt x="6136" y="14922"/>
                </a:lnTo>
                <a:lnTo>
                  <a:pt x="6274" y="15153"/>
                </a:lnTo>
                <a:lnTo>
                  <a:pt x="6362" y="15385"/>
                </a:lnTo>
                <a:lnTo>
                  <a:pt x="6450" y="15630"/>
                </a:lnTo>
                <a:lnTo>
                  <a:pt x="6551" y="15900"/>
                </a:lnTo>
                <a:lnTo>
                  <a:pt x="6639" y="16145"/>
                </a:lnTo>
                <a:lnTo>
                  <a:pt x="6777" y="16376"/>
                </a:lnTo>
                <a:lnTo>
                  <a:pt x="6865" y="16608"/>
                </a:lnTo>
                <a:lnTo>
                  <a:pt x="6953" y="16840"/>
                </a:lnTo>
                <a:lnTo>
                  <a:pt x="7054" y="17123"/>
                </a:lnTo>
                <a:lnTo>
                  <a:pt x="7142" y="17355"/>
                </a:lnTo>
                <a:lnTo>
                  <a:pt x="7280" y="17600"/>
                </a:lnTo>
                <a:lnTo>
                  <a:pt x="7368" y="17831"/>
                </a:lnTo>
                <a:lnTo>
                  <a:pt x="7456" y="18115"/>
                </a:lnTo>
                <a:lnTo>
                  <a:pt x="7557" y="18346"/>
                </a:lnTo>
                <a:lnTo>
                  <a:pt x="7645" y="18578"/>
                </a:lnTo>
                <a:lnTo>
                  <a:pt x="7783" y="18810"/>
                </a:lnTo>
                <a:lnTo>
                  <a:pt x="7871" y="19054"/>
                </a:lnTo>
                <a:lnTo>
                  <a:pt x="7959" y="19325"/>
                </a:lnTo>
                <a:lnTo>
                  <a:pt x="8060" y="19569"/>
                </a:lnTo>
                <a:lnTo>
                  <a:pt x="8148" y="19801"/>
                </a:lnTo>
                <a:lnTo>
                  <a:pt x="8286" y="20033"/>
                </a:lnTo>
                <a:lnTo>
                  <a:pt x="8374" y="20316"/>
                </a:lnTo>
                <a:lnTo>
                  <a:pt x="8462" y="20548"/>
                </a:lnTo>
                <a:lnTo>
                  <a:pt x="8563" y="20780"/>
                </a:lnTo>
                <a:lnTo>
                  <a:pt x="8651" y="21024"/>
                </a:lnTo>
                <a:lnTo>
                  <a:pt x="8789" y="21256"/>
                </a:lnTo>
                <a:lnTo>
                  <a:pt x="8877" y="21539"/>
                </a:lnTo>
                <a:lnTo>
                  <a:pt x="8965" y="21771"/>
                </a:lnTo>
                <a:lnTo>
                  <a:pt x="9066" y="22003"/>
                </a:lnTo>
                <a:lnTo>
                  <a:pt x="9154" y="22235"/>
                </a:lnTo>
                <a:lnTo>
                  <a:pt x="9292" y="22518"/>
                </a:lnTo>
                <a:lnTo>
                  <a:pt x="9380" y="22762"/>
                </a:lnTo>
                <a:lnTo>
                  <a:pt x="9468" y="22994"/>
                </a:lnTo>
                <a:lnTo>
                  <a:pt x="9568" y="23226"/>
                </a:lnTo>
                <a:lnTo>
                  <a:pt x="9657" y="23458"/>
                </a:lnTo>
                <a:lnTo>
                  <a:pt x="9795" y="23741"/>
                </a:lnTo>
                <a:lnTo>
                  <a:pt x="9883" y="23973"/>
                </a:lnTo>
                <a:lnTo>
                  <a:pt x="9971" y="24217"/>
                </a:lnTo>
                <a:lnTo>
                  <a:pt x="10071" y="24449"/>
                </a:lnTo>
                <a:lnTo>
                  <a:pt x="10159" y="24732"/>
                </a:lnTo>
                <a:lnTo>
                  <a:pt x="10298" y="24964"/>
                </a:lnTo>
                <a:lnTo>
                  <a:pt x="10386" y="25196"/>
                </a:lnTo>
                <a:lnTo>
                  <a:pt x="10486" y="25428"/>
                </a:lnTo>
                <a:lnTo>
                  <a:pt x="10574" y="25711"/>
                </a:lnTo>
                <a:lnTo>
                  <a:pt x="10662" y="25943"/>
                </a:lnTo>
                <a:lnTo>
                  <a:pt x="10801" y="26187"/>
                </a:lnTo>
                <a:lnTo>
                  <a:pt x="10889" y="26419"/>
                </a:lnTo>
                <a:lnTo>
                  <a:pt x="10989" y="26651"/>
                </a:lnTo>
                <a:lnTo>
                  <a:pt x="11077" y="26934"/>
                </a:lnTo>
                <a:lnTo>
                  <a:pt x="11165" y="27166"/>
                </a:lnTo>
                <a:lnTo>
                  <a:pt x="11304" y="27397"/>
                </a:lnTo>
                <a:lnTo>
                  <a:pt x="11392" y="27642"/>
                </a:lnTo>
                <a:lnTo>
                  <a:pt x="11492" y="27912"/>
                </a:lnTo>
                <a:lnTo>
                  <a:pt x="11580" y="28157"/>
                </a:lnTo>
                <a:lnTo>
                  <a:pt x="11668" y="28389"/>
                </a:lnTo>
                <a:lnTo>
                  <a:pt x="11807" y="28621"/>
                </a:lnTo>
                <a:lnTo>
                  <a:pt x="11895" y="28904"/>
                </a:lnTo>
                <a:lnTo>
                  <a:pt x="11995" y="29136"/>
                </a:lnTo>
                <a:lnTo>
                  <a:pt x="12083" y="29367"/>
                </a:lnTo>
                <a:lnTo>
                  <a:pt x="12171" y="29612"/>
                </a:lnTo>
                <a:lnTo>
                  <a:pt x="12310" y="29882"/>
                </a:lnTo>
                <a:lnTo>
                  <a:pt x="12398" y="30127"/>
                </a:lnTo>
                <a:lnTo>
                  <a:pt x="12498" y="30359"/>
                </a:lnTo>
                <a:lnTo>
                  <a:pt x="12586" y="30590"/>
                </a:lnTo>
                <a:lnTo>
                  <a:pt x="12674" y="30822"/>
                </a:lnTo>
                <a:lnTo>
                  <a:pt x="12813" y="31105"/>
                </a:lnTo>
                <a:lnTo>
                  <a:pt x="12901" y="31337"/>
                </a:lnTo>
                <a:lnTo>
                  <a:pt x="13001" y="31582"/>
                </a:lnTo>
                <a:lnTo>
                  <a:pt x="13089" y="31814"/>
                </a:lnTo>
                <a:lnTo>
                  <a:pt x="13177" y="32097"/>
                </a:lnTo>
                <a:lnTo>
                  <a:pt x="13316" y="32329"/>
                </a:lnTo>
                <a:lnTo>
                  <a:pt x="13404" y="32560"/>
                </a:lnTo>
                <a:lnTo>
                  <a:pt x="13504" y="32792"/>
                </a:lnTo>
                <a:lnTo>
                  <a:pt x="13592" y="33075"/>
                </a:lnTo>
                <a:lnTo>
                  <a:pt x="13680" y="33320"/>
                </a:lnTo>
                <a:lnTo>
                  <a:pt x="13819" y="33552"/>
                </a:lnTo>
                <a:lnTo>
                  <a:pt x="13919" y="33783"/>
                </a:lnTo>
                <a:lnTo>
                  <a:pt x="14007" y="34067"/>
                </a:lnTo>
                <a:lnTo>
                  <a:pt x="14095" y="34298"/>
                </a:lnTo>
                <a:lnTo>
                  <a:pt x="14183" y="34530"/>
                </a:lnTo>
                <a:lnTo>
                  <a:pt x="14322" y="34775"/>
                </a:lnTo>
                <a:lnTo>
                  <a:pt x="14422" y="35045"/>
                </a:lnTo>
                <a:lnTo>
                  <a:pt x="14510" y="35290"/>
                </a:lnTo>
                <a:lnTo>
                  <a:pt x="14598" y="35522"/>
                </a:lnTo>
                <a:lnTo>
                  <a:pt x="14686" y="35753"/>
                </a:lnTo>
                <a:lnTo>
                  <a:pt x="14825" y="36037"/>
                </a:lnTo>
                <a:lnTo>
                  <a:pt x="14925" y="36268"/>
                </a:lnTo>
                <a:lnTo>
                  <a:pt x="15013" y="36500"/>
                </a:lnTo>
                <a:lnTo>
                  <a:pt x="15101" y="36745"/>
                </a:lnTo>
                <a:lnTo>
                  <a:pt x="15189" y="37015"/>
                </a:lnTo>
                <a:lnTo>
                  <a:pt x="15327" y="37260"/>
                </a:lnTo>
                <a:lnTo>
                  <a:pt x="15428" y="37491"/>
                </a:lnTo>
                <a:lnTo>
                  <a:pt x="15516" y="37723"/>
                </a:lnTo>
                <a:lnTo>
                  <a:pt x="15604" y="37955"/>
                </a:lnTo>
                <a:lnTo>
                  <a:pt x="15692" y="38238"/>
                </a:lnTo>
                <a:lnTo>
                  <a:pt x="15830" y="38470"/>
                </a:lnTo>
                <a:lnTo>
                  <a:pt x="15931" y="38715"/>
                </a:lnTo>
                <a:lnTo>
                  <a:pt x="16019" y="38946"/>
                </a:lnTo>
                <a:lnTo>
                  <a:pt x="16107" y="39230"/>
                </a:lnTo>
                <a:lnTo>
                  <a:pt x="16195" y="39461"/>
                </a:lnTo>
                <a:lnTo>
                  <a:pt x="16333" y="39693"/>
                </a:lnTo>
                <a:lnTo>
                  <a:pt x="16434" y="39925"/>
                </a:lnTo>
                <a:lnTo>
                  <a:pt x="16522" y="40208"/>
                </a:lnTo>
                <a:lnTo>
                  <a:pt x="16610" y="40440"/>
                </a:lnTo>
                <a:lnTo>
                  <a:pt x="16711" y="40684"/>
                </a:lnTo>
                <a:lnTo>
                  <a:pt x="16836" y="40916"/>
                </a:lnTo>
                <a:lnTo>
                  <a:pt x="16937" y="41199"/>
                </a:lnTo>
                <a:lnTo>
                  <a:pt x="17025" y="41431"/>
                </a:lnTo>
                <a:lnTo>
                  <a:pt x="17113" y="41663"/>
                </a:lnTo>
                <a:lnTo>
                  <a:pt x="17214" y="41895"/>
                </a:lnTo>
                <a:lnTo>
                  <a:pt x="17339" y="42178"/>
                </a:lnTo>
                <a:lnTo>
                  <a:pt x="17440" y="42423"/>
                </a:lnTo>
                <a:lnTo>
                  <a:pt x="17528" y="42654"/>
                </a:lnTo>
                <a:lnTo>
                  <a:pt x="17616" y="42886"/>
                </a:lnTo>
                <a:lnTo>
                  <a:pt x="17717" y="43169"/>
                </a:lnTo>
                <a:lnTo>
                  <a:pt x="17855" y="43401"/>
                </a:lnTo>
                <a:lnTo>
                  <a:pt x="17943" y="43633"/>
                </a:lnTo>
                <a:lnTo>
                  <a:pt x="18031" y="43877"/>
                </a:lnTo>
                <a:lnTo>
                  <a:pt x="18119" y="44148"/>
                </a:lnTo>
                <a:lnTo>
                  <a:pt x="18220" y="44392"/>
                </a:lnTo>
                <a:lnTo>
                  <a:pt x="18358" y="44624"/>
                </a:lnTo>
                <a:lnTo>
                  <a:pt x="18446" y="44856"/>
                </a:lnTo>
                <a:lnTo>
                  <a:pt x="18534" y="45139"/>
                </a:lnTo>
                <a:lnTo>
                  <a:pt x="18622" y="45371"/>
                </a:lnTo>
                <a:lnTo>
                  <a:pt x="18723" y="45603"/>
                </a:lnTo>
                <a:lnTo>
                  <a:pt x="18861" y="45847"/>
                </a:lnTo>
                <a:lnTo>
                  <a:pt x="18949" y="46118"/>
                </a:lnTo>
                <a:lnTo>
                  <a:pt x="19037" y="46362"/>
                </a:lnTo>
                <a:lnTo>
                  <a:pt x="19125" y="46594"/>
                </a:lnTo>
                <a:lnTo>
                  <a:pt x="19225" y="46826"/>
                </a:lnTo>
                <a:lnTo>
                  <a:pt x="19364" y="47109"/>
                </a:lnTo>
                <a:lnTo>
                  <a:pt x="19452" y="47341"/>
                </a:lnTo>
                <a:lnTo>
                  <a:pt x="19540" y="47573"/>
                </a:lnTo>
                <a:lnTo>
                  <a:pt x="19628" y="47817"/>
                </a:lnTo>
                <a:lnTo>
                  <a:pt x="19728" y="48100"/>
                </a:lnTo>
                <a:lnTo>
                  <a:pt x="19867" y="48332"/>
                </a:lnTo>
                <a:lnTo>
                  <a:pt x="19955" y="48564"/>
                </a:lnTo>
                <a:lnTo>
                  <a:pt x="20043" y="4879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5346748" y="4169663"/>
            <a:ext cx="5042" cy="12295"/>
          </a:xfrm>
          <a:custGeom>
            <a:avLst/>
            <a:gdLst/>
            <a:ahLst/>
            <a:cxnLst/>
            <a:rect l="l" t="t" r="r" b="b"/>
            <a:pathLst>
              <a:path w="5042" h="12295">
                <a:moveTo>
                  <a:pt x="0" y="0"/>
                </a:moveTo>
                <a:lnTo>
                  <a:pt x="100" y="283"/>
                </a:lnTo>
                <a:lnTo>
                  <a:pt x="188" y="514"/>
                </a:lnTo>
                <a:lnTo>
                  <a:pt x="326" y="759"/>
                </a:lnTo>
                <a:lnTo>
                  <a:pt x="414" y="991"/>
                </a:lnTo>
                <a:lnTo>
                  <a:pt x="502" y="1274"/>
                </a:lnTo>
                <a:lnTo>
                  <a:pt x="603" y="1506"/>
                </a:lnTo>
                <a:lnTo>
                  <a:pt x="691" y="1738"/>
                </a:lnTo>
                <a:lnTo>
                  <a:pt x="829" y="1969"/>
                </a:lnTo>
                <a:lnTo>
                  <a:pt x="917" y="2253"/>
                </a:lnTo>
                <a:lnTo>
                  <a:pt x="1005" y="2484"/>
                </a:lnTo>
                <a:lnTo>
                  <a:pt x="1106" y="2729"/>
                </a:lnTo>
                <a:lnTo>
                  <a:pt x="1194" y="2961"/>
                </a:lnTo>
                <a:lnTo>
                  <a:pt x="1332" y="3244"/>
                </a:lnTo>
                <a:lnTo>
                  <a:pt x="1420" y="3476"/>
                </a:lnTo>
                <a:lnTo>
                  <a:pt x="1508" y="3707"/>
                </a:lnTo>
                <a:lnTo>
                  <a:pt x="1609" y="3939"/>
                </a:lnTo>
                <a:lnTo>
                  <a:pt x="1697" y="4222"/>
                </a:lnTo>
                <a:lnTo>
                  <a:pt x="1835" y="4454"/>
                </a:lnTo>
                <a:lnTo>
                  <a:pt x="1923" y="4699"/>
                </a:lnTo>
                <a:lnTo>
                  <a:pt x="2011" y="4931"/>
                </a:lnTo>
                <a:lnTo>
                  <a:pt x="2112" y="5214"/>
                </a:lnTo>
                <a:lnTo>
                  <a:pt x="2200" y="5446"/>
                </a:lnTo>
                <a:lnTo>
                  <a:pt x="2338" y="5677"/>
                </a:lnTo>
                <a:lnTo>
                  <a:pt x="2426" y="5909"/>
                </a:lnTo>
                <a:lnTo>
                  <a:pt x="2514" y="6192"/>
                </a:lnTo>
                <a:lnTo>
                  <a:pt x="2615" y="6424"/>
                </a:lnTo>
                <a:lnTo>
                  <a:pt x="2703" y="6669"/>
                </a:lnTo>
                <a:lnTo>
                  <a:pt x="2841" y="6900"/>
                </a:lnTo>
                <a:lnTo>
                  <a:pt x="2929" y="7184"/>
                </a:lnTo>
                <a:lnTo>
                  <a:pt x="3017" y="7415"/>
                </a:lnTo>
                <a:lnTo>
                  <a:pt x="3118" y="7647"/>
                </a:lnTo>
                <a:lnTo>
                  <a:pt x="3206" y="7879"/>
                </a:lnTo>
                <a:lnTo>
                  <a:pt x="3344" y="8162"/>
                </a:lnTo>
                <a:lnTo>
                  <a:pt x="3432" y="8407"/>
                </a:lnTo>
                <a:lnTo>
                  <a:pt x="3520" y="8639"/>
                </a:lnTo>
                <a:lnTo>
                  <a:pt x="3621" y="8870"/>
                </a:lnTo>
                <a:lnTo>
                  <a:pt x="3709" y="9154"/>
                </a:lnTo>
                <a:lnTo>
                  <a:pt x="3847" y="9385"/>
                </a:lnTo>
                <a:lnTo>
                  <a:pt x="3935" y="9617"/>
                </a:lnTo>
                <a:lnTo>
                  <a:pt x="4036" y="9862"/>
                </a:lnTo>
                <a:lnTo>
                  <a:pt x="4124" y="10132"/>
                </a:lnTo>
                <a:lnTo>
                  <a:pt x="4212" y="10377"/>
                </a:lnTo>
                <a:lnTo>
                  <a:pt x="4350" y="10608"/>
                </a:lnTo>
                <a:lnTo>
                  <a:pt x="4438" y="10840"/>
                </a:lnTo>
                <a:lnTo>
                  <a:pt x="4539" y="11123"/>
                </a:lnTo>
                <a:lnTo>
                  <a:pt x="4627" y="11355"/>
                </a:lnTo>
                <a:lnTo>
                  <a:pt x="4715" y="11587"/>
                </a:lnTo>
                <a:lnTo>
                  <a:pt x="4853" y="11832"/>
                </a:lnTo>
                <a:lnTo>
                  <a:pt x="4941" y="12102"/>
                </a:lnTo>
                <a:lnTo>
                  <a:pt x="5042" y="1229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4352544" y="2097024"/>
            <a:ext cx="0" cy="3922776"/>
          </a:xfrm>
          <a:custGeom>
            <a:avLst/>
            <a:gdLst/>
            <a:ahLst/>
            <a:cxnLst/>
            <a:rect l="l" t="t" r="r" b="b"/>
            <a:pathLst>
              <a:path w="0" h="3922776">
                <a:moveTo>
                  <a:pt x="0" y="0"/>
                </a:moveTo>
                <a:lnTo>
                  <a:pt x="0" y="3922776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6364270" y="4194151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6364270" y="4194151"/>
            <a:ext cx="19954" cy="48654"/>
          </a:xfrm>
          <a:custGeom>
            <a:avLst/>
            <a:gdLst/>
            <a:ahLst/>
            <a:cxnLst/>
            <a:rect l="l" t="t" r="r" b="b"/>
            <a:pathLst>
              <a:path w="19954" h="48654">
                <a:moveTo>
                  <a:pt x="0" y="0"/>
                </a:moveTo>
                <a:lnTo>
                  <a:pt x="91" y="231"/>
                </a:lnTo>
                <a:lnTo>
                  <a:pt x="183" y="514"/>
                </a:lnTo>
                <a:lnTo>
                  <a:pt x="320" y="746"/>
                </a:lnTo>
                <a:lnTo>
                  <a:pt x="412" y="991"/>
                </a:lnTo>
                <a:lnTo>
                  <a:pt x="502" y="1223"/>
                </a:lnTo>
                <a:lnTo>
                  <a:pt x="594" y="1506"/>
                </a:lnTo>
                <a:lnTo>
                  <a:pt x="686" y="1738"/>
                </a:lnTo>
                <a:lnTo>
                  <a:pt x="823" y="1969"/>
                </a:lnTo>
                <a:lnTo>
                  <a:pt x="915" y="2201"/>
                </a:lnTo>
                <a:lnTo>
                  <a:pt x="1007" y="2484"/>
                </a:lnTo>
                <a:lnTo>
                  <a:pt x="1098" y="2716"/>
                </a:lnTo>
                <a:lnTo>
                  <a:pt x="1189" y="2961"/>
                </a:lnTo>
                <a:lnTo>
                  <a:pt x="1327" y="3192"/>
                </a:lnTo>
                <a:lnTo>
                  <a:pt x="1418" y="3476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71"/>
                </a:lnTo>
                <a:lnTo>
                  <a:pt x="1830" y="4454"/>
                </a:lnTo>
                <a:lnTo>
                  <a:pt x="1922" y="4686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446"/>
                </a:lnTo>
                <a:lnTo>
                  <a:pt x="2333" y="5677"/>
                </a:lnTo>
                <a:lnTo>
                  <a:pt x="2425" y="5909"/>
                </a:lnTo>
                <a:lnTo>
                  <a:pt x="2517" y="6141"/>
                </a:lnTo>
                <a:lnTo>
                  <a:pt x="2609" y="6424"/>
                </a:lnTo>
                <a:lnTo>
                  <a:pt x="2699" y="6669"/>
                </a:lnTo>
                <a:lnTo>
                  <a:pt x="2838" y="6900"/>
                </a:lnTo>
                <a:lnTo>
                  <a:pt x="2928" y="7132"/>
                </a:lnTo>
                <a:lnTo>
                  <a:pt x="3020" y="7415"/>
                </a:lnTo>
                <a:lnTo>
                  <a:pt x="3112" y="7647"/>
                </a:lnTo>
                <a:lnTo>
                  <a:pt x="3203" y="7879"/>
                </a:lnTo>
                <a:lnTo>
                  <a:pt x="3340" y="8124"/>
                </a:lnTo>
                <a:lnTo>
                  <a:pt x="3432" y="8394"/>
                </a:lnTo>
                <a:lnTo>
                  <a:pt x="3524" y="8639"/>
                </a:lnTo>
                <a:lnTo>
                  <a:pt x="3615" y="8870"/>
                </a:lnTo>
                <a:lnTo>
                  <a:pt x="3706" y="9102"/>
                </a:lnTo>
                <a:lnTo>
                  <a:pt x="3843" y="9385"/>
                </a:lnTo>
                <a:lnTo>
                  <a:pt x="3935" y="9617"/>
                </a:lnTo>
                <a:lnTo>
                  <a:pt x="4027" y="9849"/>
                </a:lnTo>
                <a:lnTo>
                  <a:pt x="4119" y="10093"/>
                </a:lnTo>
                <a:lnTo>
                  <a:pt x="4211" y="10364"/>
                </a:lnTo>
                <a:lnTo>
                  <a:pt x="4348" y="10608"/>
                </a:lnTo>
                <a:lnTo>
                  <a:pt x="4439" y="10840"/>
                </a:lnTo>
                <a:lnTo>
                  <a:pt x="4530" y="11072"/>
                </a:lnTo>
                <a:lnTo>
                  <a:pt x="4622" y="11355"/>
                </a:lnTo>
                <a:lnTo>
                  <a:pt x="4714" y="11587"/>
                </a:lnTo>
                <a:lnTo>
                  <a:pt x="4851" y="11819"/>
                </a:lnTo>
                <a:lnTo>
                  <a:pt x="4942" y="12063"/>
                </a:lnTo>
                <a:lnTo>
                  <a:pt x="5034" y="12347"/>
                </a:lnTo>
                <a:lnTo>
                  <a:pt x="5126" y="12578"/>
                </a:lnTo>
                <a:lnTo>
                  <a:pt x="5217" y="12810"/>
                </a:lnTo>
                <a:lnTo>
                  <a:pt x="5355" y="13042"/>
                </a:lnTo>
                <a:lnTo>
                  <a:pt x="5445" y="13325"/>
                </a:lnTo>
                <a:lnTo>
                  <a:pt x="5537" y="13557"/>
                </a:lnTo>
                <a:lnTo>
                  <a:pt x="5629" y="13801"/>
                </a:lnTo>
                <a:lnTo>
                  <a:pt x="5721" y="14033"/>
                </a:lnTo>
                <a:lnTo>
                  <a:pt x="5858" y="14316"/>
                </a:lnTo>
                <a:lnTo>
                  <a:pt x="5950" y="14548"/>
                </a:lnTo>
                <a:lnTo>
                  <a:pt x="6040" y="14780"/>
                </a:lnTo>
                <a:lnTo>
                  <a:pt x="6132" y="15012"/>
                </a:lnTo>
                <a:lnTo>
                  <a:pt x="6224" y="15295"/>
                </a:lnTo>
                <a:lnTo>
                  <a:pt x="6361" y="15527"/>
                </a:lnTo>
                <a:lnTo>
                  <a:pt x="6453" y="15771"/>
                </a:lnTo>
                <a:lnTo>
                  <a:pt x="6544" y="16003"/>
                </a:lnTo>
                <a:lnTo>
                  <a:pt x="6636" y="16286"/>
                </a:lnTo>
                <a:lnTo>
                  <a:pt x="6727" y="16518"/>
                </a:lnTo>
                <a:lnTo>
                  <a:pt x="6865" y="16750"/>
                </a:lnTo>
                <a:lnTo>
                  <a:pt x="6956" y="16982"/>
                </a:lnTo>
                <a:lnTo>
                  <a:pt x="7047" y="17265"/>
                </a:lnTo>
                <a:lnTo>
                  <a:pt x="7139" y="17497"/>
                </a:lnTo>
                <a:lnTo>
                  <a:pt x="7231" y="17741"/>
                </a:lnTo>
                <a:lnTo>
                  <a:pt x="7368" y="17973"/>
                </a:lnTo>
                <a:lnTo>
                  <a:pt x="7460" y="18256"/>
                </a:lnTo>
                <a:lnTo>
                  <a:pt x="7552" y="18488"/>
                </a:lnTo>
                <a:lnTo>
                  <a:pt x="7642" y="18720"/>
                </a:lnTo>
                <a:lnTo>
                  <a:pt x="7734" y="18951"/>
                </a:lnTo>
                <a:lnTo>
                  <a:pt x="7871" y="19235"/>
                </a:lnTo>
                <a:lnTo>
                  <a:pt x="7963" y="19466"/>
                </a:lnTo>
                <a:lnTo>
                  <a:pt x="8055" y="19711"/>
                </a:lnTo>
                <a:lnTo>
                  <a:pt x="8146" y="19943"/>
                </a:lnTo>
                <a:lnTo>
                  <a:pt x="8238" y="20226"/>
                </a:lnTo>
                <a:lnTo>
                  <a:pt x="8375" y="20458"/>
                </a:lnTo>
                <a:lnTo>
                  <a:pt x="8467" y="20690"/>
                </a:lnTo>
                <a:lnTo>
                  <a:pt x="8558" y="20921"/>
                </a:lnTo>
                <a:lnTo>
                  <a:pt x="8649" y="21205"/>
                </a:lnTo>
                <a:lnTo>
                  <a:pt x="8741" y="21449"/>
                </a:lnTo>
                <a:lnTo>
                  <a:pt x="8878" y="21681"/>
                </a:lnTo>
                <a:lnTo>
                  <a:pt x="8970" y="21913"/>
                </a:lnTo>
                <a:lnTo>
                  <a:pt x="9062" y="22196"/>
                </a:lnTo>
                <a:lnTo>
                  <a:pt x="9152" y="22428"/>
                </a:lnTo>
                <a:lnTo>
                  <a:pt x="9244" y="22659"/>
                </a:lnTo>
                <a:lnTo>
                  <a:pt x="9381" y="22904"/>
                </a:lnTo>
                <a:lnTo>
                  <a:pt x="9473" y="23174"/>
                </a:lnTo>
                <a:lnTo>
                  <a:pt x="9565" y="23419"/>
                </a:lnTo>
                <a:lnTo>
                  <a:pt x="9657" y="23651"/>
                </a:lnTo>
                <a:lnTo>
                  <a:pt x="9748" y="23883"/>
                </a:lnTo>
                <a:lnTo>
                  <a:pt x="9885" y="24114"/>
                </a:lnTo>
                <a:lnTo>
                  <a:pt x="9977" y="24398"/>
                </a:lnTo>
                <a:lnTo>
                  <a:pt x="10068" y="24629"/>
                </a:lnTo>
                <a:lnTo>
                  <a:pt x="10159" y="24874"/>
                </a:lnTo>
                <a:lnTo>
                  <a:pt x="10251" y="25106"/>
                </a:lnTo>
                <a:lnTo>
                  <a:pt x="10388" y="25389"/>
                </a:lnTo>
                <a:lnTo>
                  <a:pt x="10480" y="25621"/>
                </a:lnTo>
                <a:lnTo>
                  <a:pt x="10572" y="25852"/>
                </a:lnTo>
                <a:lnTo>
                  <a:pt x="10664" y="26084"/>
                </a:lnTo>
                <a:lnTo>
                  <a:pt x="10754" y="26367"/>
                </a:lnTo>
                <a:lnTo>
                  <a:pt x="10893" y="26599"/>
                </a:lnTo>
                <a:lnTo>
                  <a:pt x="10983" y="26844"/>
                </a:lnTo>
                <a:lnTo>
                  <a:pt x="11075" y="27076"/>
                </a:lnTo>
                <a:lnTo>
                  <a:pt x="11167" y="27359"/>
                </a:lnTo>
                <a:lnTo>
                  <a:pt x="11258" y="27591"/>
                </a:lnTo>
                <a:lnTo>
                  <a:pt x="11396" y="27822"/>
                </a:lnTo>
                <a:lnTo>
                  <a:pt x="11487" y="28054"/>
                </a:lnTo>
                <a:lnTo>
                  <a:pt x="11579" y="28337"/>
                </a:lnTo>
                <a:lnTo>
                  <a:pt x="11670" y="28582"/>
                </a:lnTo>
                <a:lnTo>
                  <a:pt x="11761" y="28814"/>
                </a:lnTo>
                <a:lnTo>
                  <a:pt x="11898" y="29045"/>
                </a:lnTo>
                <a:lnTo>
                  <a:pt x="11990" y="29329"/>
                </a:lnTo>
                <a:lnTo>
                  <a:pt x="12082" y="29560"/>
                </a:lnTo>
                <a:lnTo>
                  <a:pt x="12174" y="29792"/>
                </a:lnTo>
                <a:lnTo>
                  <a:pt x="12264" y="30024"/>
                </a:lnTo>
                <a:lnTo>
                  <a:pt x="12403" y="30307"/>
                </a:lnTo>
                <a:lnTo>
                  <a:pt x="12493" y="30552"/>
                </a:lnTo>
                <a:lnTo>
                  <a:pt x="12585" y="30784"/>
                </a:lnTo>
                <a:lnTo>
                  <a:pt x="12677" y="31015"/>
                </a:lnTo>
                <a:lnTo>
                  <a:pt x="12769" y="31247"/>
                </a:lnTo>
                <a:lnTo>
                  <a:pt x="12906" y="31530"/>
                </a:lnTo>
                <a:lnTo>
                  <a:pt x="12997" y="31762"/>
                </a:lnTo>
                <a:lnTo>
                  <a:pt x="13089" y="32007"/>
                </a:lnTo>
                <a:lnTo>
                  <a:pt x="13180" y="32238"/>
                </a:lnTo>
                <a:lnTo>
                  <a:pt x="13272" y="32522"/>
                </a:lnTo>
                <a:lnTo>
                  <a:pt x="13409" y="32753"/>
                </a:lnTo>
                <a:lnTo>
                  <a:pt x="13500" y="32985"/>
                </a:lnTo>
                <a:lnTo>
                  <a:pt x="13592" y="33217"/>
                </a:lnTo>
                <a:lnTo>
                  <a:pt x="13684" y="33500"/>
                </a:lnTo>
                <a:lnTo>
                  <a:pt x="13776" y="33732"/>
                </a:lnTo>
                <a:lnTo>
                  <a:pt x="13913" y="33977"/>
                </a:lnTo>
                <a:lnTo>
                  <a:pt x="14005" y="34208"/>
                </a:lnTo>
                <a:lnTo>
                  <a:pt x="14095" y="34492"/>
                </a:lnTo>
                <a:lnTo>
                  <a:pt x="14187" y="34723"/>
                </a:lnTo>
                <a:lnTo>
                  <a:pt x="14279" y="34955"/>
                </a:lnTo>
                <a:lnTo>
                  <a:pt x="14416" y="35187"/>
                </a:lnTo>
                <a:lnTo>
                  <a:pt x="14508" y="35431"/>
                </a:lnTo>
                <a:lnTo>
                  <a:pt x="14599" y="35702"/>
                </a:lnTo>
                <a:lnTo>
                  <a:pt x="14691" y="35946"/>
                </a:lnTo>
                <a:lnTo>
                  <a:pt x="14782" y="36178"/>
                </a:lnTo>
                <a:lnTo>
                  <a:pt x="14920" y="36410"/>
                </a:lnTo>
                <a:lnTo>
                  <a:pt x="15011" y="36693"/>
                </a:lnTo>
                <a:lnTo>
                  <a:pt x="15102" y="36925"/>
                </a:lnTo>
                <a:lnTo>
                  <a:pt x="15194" y="37157"/>
                </a:lnTo>
                <a:lnTo>
                  <a:pt x="15286" y="37401"/>
                </a:lnTo>
                <a:lnTo>
                  <a:pt x="15423" y="37685"/>
                </a:lnTo>
                <a:lnTo>
                  <a:pt x="15515" y="37916"/>
                </a:lnTo>
                <a:lnTo>
                  <a:pt x="15605" y="38148"/>
                </a:lnTo>
                <a:lnTo>
                  <a:pt x="15697" y="38380"/>
                </a:lnTo>
                <a:lnTo>
                  <a:pt x="15789" y="38612"/>
                </a:lnTo>
                <a:lnTo>
                  <a:pt x="15926" y="38895"/>
                </a:lnTo>
                <a:lnTo>
                  <a:pt x="16018" y="39139"/>
                </a:lnTo>
                <a:lnTo>
                  <a:pt x="16110" y="39371"/>
                </a:lnTo>
                <a:lnTo>
                  <a:pt x="16201" y="39603"/>
                </a:lnTo>
                <a:lnTo>
                  <a:pt x="16292" y="39886"/>
                </a:lnTo>
                <a:lnTo>
                  <a:pt x="16430" y="40118"/>
                </a:lnTo>
                <a:lnTo>
                  <a:pt x="16521" y="40350"/>
                </a:lnTo>
                <a:lnTo>
                  <a:pt x="16613" y="40581"/>
                </a:lnTo>
                <a:lnTo>
                  <a:pt x="16704" y="40826"/>
                </a:lnTo>
                <a:lnTo>
                  <a:pt x="16796" y="41109"/>
                </a:lnTo>
                <a:lnTo>
                  <a:pt x="16933" y="41341"/>
                </a:lnTo>
                <a:lnTo>
                  <a:pt x="17025" y="41573"/>
                </a:lnTo>
                <a:lnTo>
                  <a:pt x="17117" y="41805"/>
                </a:lnTo>
                <a:lnTo>
                  <a:pt x="17207" y="42088"/>
                </a:lnTo>
                <a:lnTo>
                  <a:pt x="17299" y="42320"/>
                </a:lnTo>
                <a:lnTo>
                  <a:pt x="17436" y="42564"/>
                </a:lnTo>
                <a:lnTo>
                  <a:pt x="17528" y="42796"/>
                </a:lnTo>
                <a:lnTo>
                  <a:pt x="17620" y="43028"/>
                </a:lnTo>
                <a:lnTo>
                  <a:pt x="17712" y="43311"/>
                </a:lnTo>
                <a:lnTo>
                  <a:pt x="17803" y="43543"/>
                </a:lnTo>
                <a:lnTo>
                  <a:pt x="17940" y="43774"/>
                </a:lnTo>
                <a:lnTo>
                  <a:pt x="18032" y="44019"/>
                </a:lnTo>
                <a:lnTo>
                  <a:pt x="18123" y="44289"/>
                </a:lnTo>
                <a:lnTo>
                  <a:pt x="18215" y="44534"/>
                </a:lnTo>
                <a:lnTo>
                  <a:pt x="18306" y="44766"/>
                </a:lnTo>
                <a:lnTo>
                  <a:pt x="18443" y="44998"/>
                </a:lnTo>
                <a:lnTo>
                  <a:pt x="18535" y="45229"/>
                </a:lnTo>
                <a:lnTo>
                  <a:pt x="18627" y="45513"/>
                </a:lnTo>
                <a:lnTo>
                  <a:pt x="18718" y="45744"/>
                </a:lnTo>
                <a:lnTo>
                  <a:pt x="18809" y="45989"/>
                </a:lnTo>
                <a:lnTo>
                  <a:pt x="18946" y="46221"/>
                </a:lnTo>
                <a:lnTo>
                  <a:pt x="19038" y="46504"/>
                </a:lnTo>
                <a:lnTo>
                  <a:pt x="19130" y="46736"/>
                </a:lnTo>
                <a:lnTo>
                  <a:pt x="19222" y="46967"/>
                </a:lnTo>
                <a:lnTo>
                  <a:pt x="19314" y="47199"/>
                </a:lnTo>
                <a:lnTo>
                  <a:pt x="19451" y="47444"/>
                </a:lnTo>
                <a:lnTo>
                  <a:pt x="19542" y="47714"/>
                </a:lnTo>
                <a:lnTo>
                  <a:pt x="19633" y="47959"/>
                </a:lnTo>
                <a:lnTo>
                  <a:pt x="19725" y="48191"/>
                </a:lnTo>
                <a:lnTo>
                  <a:pt x="19816" y="48422"/>
                </a:lnTo>
                <a:lnTo>
                  <a:pt x="19954" y="4865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6384224" y="4242805"/>
            <a:ext cx="20000" cy="48191"/>
          </a:xfrm>
          <a:custGeom>
            <a:avLst/>
            <a:gdLst/>
            <a:ahLst/>
            <a:cxnLst/>
            <a:rect l="l" t="t" r="r" b="b"/>
            <a:pathLst>
              <a:path w="20000" h="48191">
                <a:moveTo>
                  <a:pt x="0" y="0"/>
                </a:moveTo>
                <a:lnTo>
                  <a:pt x="91" y="283"/>
                </a:lnTo>
                <a:lnTo>
                  <a:pt x="183" y="514"/>
                </a:lnTo>
                <a:lnTo>
                  <a:pt x="275" y="759"/>
                </a:lnTo>
                <a:lnTo>
                  <a:pt x="365" y="991"/>
                </a:lnTo>
                <a:lnTo>
                  <a:pt x="504" y="1274"/>
                </a:lnTo>
                <a:lnTo>
                  <a:pt x="594" y="1506"/>
                </a:lnTo>
                <a:lnTo>
                  <a:pt x="686" y="1738"/>
                </a:lnTo>
                <a:lnTo>
                  <a:pt x="778" y="1969"/>
                </a:lnTo>
                <a:lnTo>
                  <a:pt x="870" y="2214"/>
                </a:lnTo>
                <a:lnTo>
                  <a:pt x="1007" y="2484"/>
                </a:lnTo>
                <a:lnTo>
                  <a:pt x="1098" y="2729"/>
                </a:lnTo>
                <a:lnTo>
                  <a:pt x="1190" y="2961"/>
                </a:lnTo>
                <a:lnTo>
                  <a:pt x="1281" y="3192"/>
                </a:lnTo>
                <a:lnTo>
                  <a:pt x="1373" y="3424"/>
                </a:lnTo>
                <a:lnTo>
                  <a:pt x="1510" y="3707"/>
                </a:lnTo>
                <a:lnTo>
                  <a:pt x="1601" y="3939"/>
                </a:lnTo>
                <a:lnTo>
                  <a:pt x="1693" y="4184"/>
                </a:lnTo>
                <a:lnTo>
                  <a:pt x="1785" y="4416"/>
                </a:lnTo>
                <a:lnTo>
                  <a:pt x="1876" y="4647"/>
                </a:lnTo>
                <a:lnTo>
                  <a:pt x="2014" y="4931"/>
                </a:lnTo>
                <a:lnTo>
                  <a:pt x="2104" y="5162"/>
                </a:lnTo>
                <a:lnTo>
                  <a:pt x="2196" y="5394"/>
                </a:lnTo>
                <a:lnTo>
                  <a:pt x="2288" y="5639"/>
                </a:lnTo>
                <a:lnTo>
                  <a:pt x="2380" y="5870"/>
                </a:lnTo>
                <a:lnTo>
                  <a:pt x="2517" y="6154"/>
                </a:lnTo>
                <a:lnTo>
                  <a:pt x="2609" y="6385"/>
                </a:lnTo>
                <a:lnTo>
                  <a:pt x="2700" y="6617"/>
                </a:lnTo>
                <a:lnTo>
                  <a:pt x="2791" y="6849"/>
                </a:lnTo>
                <a:lnTo>
                  <a:pt x="2883" y="7094"/>
                </a:lnTo>
                <a:lnTo>
                  <a:pt x="3020" y="7377"/>
                </a:lnTo>
                <a:lnTo>
                  <a:pt x="3112" y="7609"/>
                </a:lnTo>
                <a:lnTo>
                  <a:pt x="3203" y="7840"/>
                </a:lnTo>
                <a:lnTo>
                  <a:pt x="3295" y="8072"/>
                </a:lnTo>
                <a:lnTo>
                  <a:pt x="3387" y="8304"/>
                </a:lnTo>
                <a:lnTo>
                  <a:pt x="3524" y="8587"/>
                </a:lnTo>
                <a:lnTo>
                  <a:pt x="3616" y="8819"/>
                </a:lnTo>
                <a:lnTo>
                  <a:pt x="3706" y="9063"/>
                </a:lnTo>
                <a:lnTo>
                  <a:pt x="3798" y="9295"/>
                </a:lnTo>
                <a:lnTo>
                  <a:pt x="3890" y="9527"/>
                </a:lnTo>
                <a:lnTo>
                  <a:pt x="4027" y="9810"/>
                </a:lnTo>
                <a:lnTo>
                  <a:pt x="4119" y="10042"/>
                </a:lnTo>
                <a:lnTo>
                  <a:pt x="4211" y="10274"/>
                </a:lnTo>
                <a:lnTo>
                  <a:pt x="4301" y="10518"/>
                </a:lnTo>
                <a:lnTo>
                  <a:pt x="4393" y="10750"/>
                </a:lnTo>
                <a:lnTo>
                  <a:pt x="4530" y="11033"/>
                </a:lnTo>
                <a:lnTo>
                  <a:pt x="4622" y="11265"/>
                </a:lnTo>
                <a:lnTo>
                  <a:pt x="4714" y="11497"/>
                </a:lnTo>
                <a:lnTo>
                  <a:pt x="4805" y="11729"/>
                </a:lnTo>
                <a:lnTo>
                  <a:pt x="4897" y="11973"/>
                </a:lnTo>
                <a:lnTo>
                  <a:pt x="5034" y="12256"/>
                </a:lnTo>
                <a:lnTo>
                  <a:pt x="5126" y="12488"/>
                </a:lnTo>
                <a:lnTo>
                  <a:pt x="5217" y="12720"/>
                </a:lnTo>
                <a:lnTo>
                  <a:pt x="5308" y="12952"/>
                </a:lnTo>
                <a:lnTo>
                  <a:pt x="5400" y="13183"/>
                </a:lnTo>
                <a:lnTo>
                  <a:pt x="5537" y="13428"/>
                </a:lnTo>
                <a:lnTo>
                  <a:pt x="5629" y="13711"/>
                </a:lnTo>
                <a:lnTo>
                  <a:pt x="5721" y="13943"/>
                </a:lnTo>
                <a:lnTo>
                  <a:pt x="5813" y="14175"/>
                </a:lnTo>
                <a:lnTo>
                  <a:pt x="5903" y="14407"/>
                </a:lnTo>
                <a:lnTo>
                  <a:pt x="6041" y="14638"/>
                </a:lnTo>
                <a:lnTo>
                  <a:pt x="6132" y="14922"/>
                </a:lnTo>
                <a:lnTo>
                  <a:pt x="6224" y="15153"/>
                </a:lnTo>
                <a:lnTo>
                  <a:pt x="6316" y="15398"/>
                </a:lnTo>
                <a:lnTo>
                  <a:pt x="6407" y="15630"/>
                </a:lnTo>
                <a:lnTo>
                  <a:pt x="6544" y="15861"/>
                </a:lnTo>
                <a:lnTo>
                  <a:pt x="6636" y="16145"/>
                </a:lnTo>
                <a:lnTo>
                  <a:pt x="6728" y="16376"/>
                </a:lnTo>
                <a:lnTo>
                  <a:pt x="6819" y="16608"/>
                </a:lnTo>
                <a:lnTo>
                  <a:pt x="6910" y="16853"/>
                </a:lnTo>
                <a:lnTo>
                  <a:pt x="7047" y="17085"/>
                </a:lnTo>
                <a:lnTo>
                  <a:pt x="7139" y="17316"/>
                </a:lnTo>
                <a:lnTo>
                  <a:pt x="7231" y="17600"/>
                </a:lnTo>
                <a:lnTo>
                  <a:pt x="7323" y="17831"/>
                </a:lnTo>
                <a:lnTo>
                  <a:pt x="7415" y="18063"/>
                </a:lnTo>
                <a:lnTo>
                  <a:pt x="7552" y="18308"/>
                </a:lnTo>
                <a:lnTo>
                  <a:pt x="7642" y="18539"/>
                </a:lnTo>
                <a:lnTo>
                  <a:pt x="7734" y="18771"/>
                </a:lnTo>
                <a:lnTo>
                  <a:pt x="7826" y="19054"/>
                </a:lnTo>
                <a:lnTo>
                  <a:pt x="7917" y="19286"/>
                </a:lnTo>
                <a:lnTo>
                  <a:pt x="8055" y="19518"/>
                </a:lnTo>
                <a:lnTo>
                  <a:pt x="8146" y="19763"/>
                </a:lnTo>
                <a:lnTo>
                  <a:pt x="8238" y="19994"/>
                </a:lnTo>
                <a:lnTo>
                  <a:pt x="8329" y="20278"/>
                </a:lnTo>
                <a:lnTo>
                  <a:pt x="8420" y="20509"/>
                </a:lnTo>
                <a:lnTo>
                  <a:pt x="8558" y="20741"/>
                </a:lnTo>
                <a:lnTo>
                  <a:pt x="8649" y="20973"/>
                </a:lnTo>
                <a:lnTo>
                  <a:pt x="8741" y="21217"/>
                </a:lnTo>
                <a:lnTo>
                  <a:pt x="8833" y="21449"/>
                </a:lnTo>
                <a:lnTo>
                  <a:pt x="8925" y="21732"/>
                </a:lnTo>
                <a:lnTo>
                  <a:pt x="9062" y="21964"/>
                </a:lnTo>
                <a:lnTo>
                  <a:pt x="9154" y="22196"/>
                </a:lnTo>
                <a:lnTo>
                  <a:pt x="9244" y="22428"/>
                </a:lnTo>
                <a:lnTo>
                  <a:pt x="9336" y="22672"/>
                </a:lnTo>
                <a:lnTo>
                  <a:pt x="9428" y="22904"/>
                </a:lnTo>
                <a:lnTo>
                  <a:pt x="9565" y="23187"/>
                </a:lnTo>
                <a:lnTo>
                  <a:pt x="9657" y="23419"/>
                </a:lnTo>
                <a:lnTo>
                  <a:pt x="9748" y="23651"/>
                </a:lnTo>
                <a:lnTo>
                  <a:pt x="9840" y="23883"/>
                </a:lnTo>
                <a:lnTo>
                  <a:pt x="9931" y="24127"/>
                </a:lnTo>
                <a:lnTo>
                  <a:pt x="10069" y="24359"/>
                </a:lnTo>
                <a:lnTo>
                  <a:pt x="10159" y="24642"/>
                </a:lnTo>
                <a:lnTo>
                  <a:pt x="10251" y="24874"/>
                </a:lnTo>
                <a:lnTo>
                  <a:pt x="10343" y="25106"/>
                </a:lnTo>
                <a:lnTo>
                  <a:pt x="10435" y="25337"/>
                </a:lnTo>
                <a:lnTo>
                  <a:pt x="10572" y="25582"/>
                </a:lnTo>
                <a:lnTo>
                  <a:pt x="10664" y="25814"/>
                </a:lnTo>
                <a:lnTo>
                  <a:pt x="10754" y="26046"/>
                </a:lnTo>
                <a:lnTo>
                  <a:pt x="10846" y="26329"/>
                </a:lnTo>
                <a:lnTo>
                  <a:pt x="10938" y="26561"/>
                </a:lnTo>
                <a:lnTo>
                  <a:pt x="11075" y="26792"/>
                </a:lnTo>
                <a:lnTo>
                  <a:pt x="11167" y="27037"/>
                </a:lnTo>
                <a:lnTo>
                  <a:pt x="11258" y="27269"/>
                </a:lnTo>
                <a:lnTo>
                  <a:pt x="11350" y="27500"/>
                </a:lnTo>
                <a:lnTo>
                  <a:pt x="11441" y="27784"/>
                </a:lnTo>
                <a:lnTo>
                  <a:pt x="11579" y="28015"/>
                </a:lnTo>
                <a:lnTo>
                  <a:pt x="11670" y="28247"/>
                </a:lnTo>
                <a:lnTo>
                  <a:pt x="11761" y="28492"/>
                </a:lnTo>
                <a:lnTo>
                  <a:pt x="11853" y="28724"/>
                </a:lnTo>
                <a:lnTo>
                  <a:pt x="11945" y="28955"/>
                </a:lnTo>
                <a:lnTo>
                  <a:pt x="12082" y="29187"/>
                </a:lnTo>
                <a:lnTo>
                  <a:pt x="12174" y="29470"/>
                </a:lnTo>
                <a:lnTo>
                  <a:pt x="12266" y="29702"/>
                </a:lnTo>
                <a:lnTo>
                  <a:pt x="12356" y="29934"/>
                </a:lnTo>
                <a:lnTo>
                  <a:pt x="12448" y="30178"/>
                </a:lnTo>
                <a:lnTo>
                  <a:pt x="12585" y="30410"/>
                </a:lnTo>
                <a:lnTo>
                  <a:pt x="12677" y="30642"/>
                </a:lnTo>
                <a:lnTo>
                  <a:pt x="12769" y="30874"/>
                </a:lnTo>
                <a:lnTo>
                  <a:pt x="12860" y="31157"/>
                </a:lnTo>
                <a:lnTo>
                  <a:pt x="12952" y="31389"/>
                </a:lnTo>
                <a:lnTo>
                  <a:pt x="13089" y="31633"/>
                </a:lnTo>
                <a:lnTo>
                  <a:pt x="13181" y="31865"/>
                </a:lnTo>
                <a:lnTo>
                  <a:pt x="13272" y="32097"/>
                </a:lnTo>
                <a:lnTo>
                  <a:pt x="13363" y="32329"/>
                </a:lnTo>
                <a:lnTo>
                  <a:pt x="13455" y="32573"/>
                </a:lnTo>
                <a:lnTo>
                  <a:pt x="13592" y="32844"/>
                </a:lnTo>
                <a:lnTo>
                  <a:pt x="13684" y="33088"/>
                </a:lnTo>
                <a:lnTo>
                  <a:pt x="13776" y="33320"/>
                </a:lnTo>
                <a:lnTo>
                  <a:pt x="13866" y="33552"/>
                </a:lnTo>
                <a:lnTo>
                  <a:pt x="13958" y="33783"/>
                </a:lnTo>
                <a:lnTo>
                  <a:pt x="14095" y="34028"/>
                </a:lnTo>
                <a:lnTo>
                  <a:pt x="14187" y="34260"/>
                </a:lnTo>
                <a:lnTo>
                  <a:pt x="14279" y="34543"/>
                </a:lnTo>
                <a:lnTo>
                  <a:pt x="14371" y="34775"/>
                </a:lnTo>
                <a:lnTo>
                  <a:pt x="14462" y="35007"/>
                </a:lnTo>
                <a:lnTo>
                  <a:pt x="14599" y="35238"/>
                </a:lnTo>
                <a:lnTo>
                  <a:pt x="14691" y="35483"/>
                </a:lnTo>
                <a:lnTo>
                  <a:pt x="14782" y="35715"/>
                </a:lnTo>
                <a:lnTo>
                  <a:pt x="14874" y="35946"/>
                </a:lnTo>
                <a:lnTo>
                  <a:pt x="14965" y="36178"/>
                </a:lnTo>
                <a:lnTo>
                  <a:pt x="15102" y="36461"/>
                </a:lnTo>
                <a:lnTo>
                  <a:pt x="15194" y="36693"/>
                </a:lnTo>
                <a:lnTo>
                  <a:pt x="15286" y="36938"/>
                </a:lnTo>
                <a:lnTo>
                  <a:pt x="15378" y="37170"/>
                </a:lnTo>
                <a:lnTo>
                  <a:pt x="15468" y="37401"/>
                </a:lnTo>
                <a:lnTo>
                  <a:pt x="15607" y="37633"/>
                </a:lnTo>
                <a:lnTo>
                  <a:pt x="15697" y="37865"/>
                </a:lnTo>
                <a:lnTo>
                  <a:pt x="15789" y="38109"/>
                </a:lnTo>
                <a:lnTo>
                  <a:pt x="15881" y="38380"/>
                </a:lnTo>
                <a:lnTo>
                  <a:pt x="15973" y="38624"/>
                </a:lnTo>
                <a:lnTo>
                  <a:pt x="16110" y="38856"/>
                </a:lnTo>
                <a:lnTo>
                  <a:pt x="16201" y="39088"/>
                </a:lnTo>
                <a:lnTo>
                  <a:pt x="16293" y="39320"/>
                </a:lnTo>
                <a:lnTo>
                  <a:pt x="16384" y="39564"/>
                </a:lnTo>
                <a:lnTo>
                  <a:pt x="16476" y="39796"/>
                </a:lnTo>
                <a:lnTo>
                  <a:pt x="16613" y="40028"/>
                </a:lnTo>
                <a:lnTo>
                  <a:pt x="16704" y="40311"/>
                </a:lnTo>
                <a:lnTo>
                  <a:pt x="16796" y="40543"/>
                </a:lnTo>
                <a:lnTo>
                  <a:pt x="16888" y="40775"/>
                </a:lnTo>
                <a:lnTo>
                  <a:pt x="16978" y="41019"/>
                </a:lnTo>
                <a:lnTo>
                  <a:pt x="17117" y="41251"/>
                </a:lnTo>
                <a:lnTo>
                  <a:pt x="17207" y="41483"/>
                </a:lnTo>
                <a:lnTo>
                  <a:pt x="17299" y="41714"/>
                </a:lnTo>
                <a:lnTo>
                  <a:pt x="17391" y="41946"/>
                </a:lnTo>
                <a:lnTo>
                  <a:pt x="17483" y="42191"/>
                </a:lnTo>
                <a:lnTo>
                  <a:pt x="17620" y="42474"/>
                </a:lnTo>
                <a:lnTo>
                  <a:pt x="17712" y="42706"/>
                </a:lnTo>
                <a:lnTo>
                  <a:pt x="17803" y="42938"/>
                </a:lnTo>
                <a:lnTo>
                  <a:pt x="17894" y="43169"/>
                </a:lnTo>
                <a:lnTo>
                  <a:pt x="17986" y="43401"/>
                </a:lnTo>
                <a:lnTo>
                  <a:pt x="18123" y="43646"/>
                </a:lnTo>
                <a:lnTo>
                  <a:pt x="18215" y="43877"/>
                </a:lnTo>
                <a:lnTo>
                  <a:pt x="18306" y="44109"/>
                </a:lnTo>
                <a:lnTo>
                  <a:pt x="18398" y="44341"/>
                </a:lnTo>
                <a:lnTo>
                  <a:pt x="18490" y="44624"/>
                </a:lnTo>
                <a:lnTo>
                  <a:pt x="18627" y="44856"/>
                </a:lnTo>
                <a:lnTo>
                  <a:pt x="18719" y="45101"/>
                </a:lnTo>
                <a:lnTo>
                  <a:pt x="18809" y="45332"/>
                </a:lnTo>
                <a:lnTo>
                  <a:pt x="18901" y="45564"/>
                </a:lnTo>
                <a:lnTo>
                  <a:pt x="18993" y="45796"/>
                </a:lnTo>
                <a:lnTo>
                  <a:pt x="19130" y="46040"/>
                </a:lnTo>
                <a:lnTo>
                  <a:pt x="19222" y="46272"/>
                </a:lnTo>
                <a:lnTo>
                  <a:pt x="19314" y="46504"/>
                </a:lnTo>
                <a:lnTo>
                  <a:pt x="19405" y="46736"/>
                </a:lnTo>
                <a:lnTo>
                  <a:pt x="19496" y="47019"/>
                </a:lnTo>
                <a:lnTo>
                  <a:pt x="19634" y="47251"/>
                </a:lnTo>
                <a:lnTo>
                  <a:pt x="19725" y="47495"/>
                </a:lnTo>
                <a:lnTo>
                  <a:pt x="19816" y="47727"/>
                </a:lnTo>
                <a:lnTo>
                  <a:pt x="19908" y="47959"/>
                </a:lnTo>
                <a:lnTo>
                  <a:pt x="20000" y="4819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6404224" y="4290996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0"/>
                </a:moveTo>
                <a:lnTo>
                  <a:pt x="137" y="231"/>
                </a:lnTo>
                <a:lnTo>
                  <a:pt x="228" y="476"/>
                </a:lnTo>
                <a:lnTo>
                  <a:pt x="319" y="708"/>
                </a:lnTo>
                <a:lnTo>
                  <a:pt x="411" y="939"/>
                </a:lnTo>
                <a:lnTo>
                  <a:pt x="502" y="1171"/>
                </a:lnTo>
                <a:lnTo>
                  <a:pt x="640" y="1454"/>
                </a:lnTo>
                <a:lnTo>
                  <a:pt x="731" y="1686"/>
                </a:lnTo>
                <a:lnTo>
                  <a:pt x="823" y="1931"/>
                </a:lnTo>
                <a:lnTo>
                  <a:pt x="915" y="2162"/>
                </a:lnTo>
                <a:lnTo>
                  <a:pt x="1005" y="2394"/>
                </a:lnTo>
                <a:lnTo>
                  <a:pt x="1144" y="2626"/>
                </a:lnTo>
                <a:lnTo>
                  <a:pt x="1234" y="2858"/>
                </a:lnTo>
                <a:lnTo>
                  <a:pt x="1326" y="3102"/>
                </a:lnTo>
                <a:lnTo>
                  <a:pt x="1418" y="3334"/>
                </a:lnTo>
                <a:lnTo>
                  <a:pt x="1510" y="3566"/>
                </a:lnTo>
                <a:lnTo>
                  <a:pt x="1647" y="3798"/>
                </a:lnTo>
                <a:lnTo>
                  <a:pt x="1739" y="4042"/>
                </a:lnTo>
                <a:lnTo>
                  <a:pt x="1830" y="4274"/>
                </a:lnTo>
                <a:lnTo>
                  <a:pt x="1921" y="4557"/>
                </a:lnTo>
                <a:lnTo>
                  <a:pt x="2013" y="4789"/>
                </a:lnTo>
                <a:lnTo>
                  <a:pt x="2150" y="5021"/>
                </a:lnTo>
                <a:lnTo>
                  <a:pt x="2241" y="5252"/>
                </a:lnTo>
                <a:lnTo>
                  <a:pt x="2333" y="5497"/>
                </a:lnTo>
                <a:lnTo>
                  <a:pt x="2425" y="5729"/>
                </a:lnTo>
                <a:lnTo>
                  <a:pt x="2517" y="5961"/>
                </a:lnTo>
                <a:lnTo>
                  <a:pt x="2654" y="6192"/>
                </a:lnTo>
                <a:lnTo>
                  <a:pt x="2746" y="6424"/>
                </a:lnTo>
                <a:lnTo>
                  <a:pt x="2836" y="6669"/>
                </a:lnTo>
                <a:lnTo>
                  <a:pt x="2928" y="6900"/>
                </a:lnTo>
                <a:lnTo>
                  <a:pt x="3020" y="7132"/>
                </a:lnTo>
                <a:lnTo>
                  <a:pt x="3157" y="7364"/>
                </a:lnTo>
                <a:lnTo>
                  <a:pt x="3249" y="7609"/>
                </a:lnTo>
                <a:lnTo>
                  <a:pt x="3340" y="7879"/>
                </a:lnTo>
                <a:lnTo>
                  <a:pt x="3431" y="8124"/>
                </a:lnTo>
                <a:lnTo>
                  <a:pt x="3523" y="8355"/>
                </a:lnTo>
                <a:lnTo>
                  <a:pt x="3660" y="8587"/>
                </a:lnTo>
                <a:lnTo>
                  <a:pt x="3752" y="8819"/>
                </a:lnTo>
                <a:lnTo>
                  <a:pt x="3843" y="9063"/>
                </a:lnTo>
                <a:lnTo>
                  <a:pt x="3935" y="9295"/>
                </a:lnTo>
                <a:lnTo>
                  <a:pt x="4027" y="9527"/>
                </a:lnTo>
                <a:lnTo>
                  <a:pt x="4164" y="9759"/>
                </a:lnTo>
                <a:lnTo>
                  <a:pt x="4256" y="9990"/>
                </a:lnTo>
                <a:lnTo>
                  <a:pt x="4346" y="10235"/>
                </a:lnTo>
                <a:lnTo>
                  <a:pt x="4438" y="10467"/>
                </a:lnTo>
                <a:lnTo>
                  <a:pt x="4530" y="10699"/>
                </a:lnTo>
                <a:lnTo>
                  <a:pt x="4667" y="10930"/>
                </a:lnTo>
                <a:lnTo>
                  <a:pt x="4759" y="11175"/>
                </a:lnTo>
                <a:lnTo>
                  <a:pt x="4851" y="11407"/>
                </a:lnTo>
                <a:lnTo>
                  <a:pt x="4942" y="11638"/>
                </a:lnTo>
                <a:lnTo>
                  <a:pt x="5033" y="11870"/>
                </a:lnTo>
                <a:lnTo>
                  <a:pt x="5171" y="12153"/>
                </a:lnTo>
                <a:lnTo>
                  <a:pt x="5262" y="12385"/>
                </a:lnTo>
                <a:lnTo>
                  <a:pt x="5354" y="12630"/>
                </a:lnTo>
                <a:lnTo>
                  <a:pt x="5445" y="12862"/>
                </a:lnTo>
                <a:lnTo>
                  <a:pt x="5537" y="13093"/>
                </a:lnTo>
                <a:lnTo>
                  <a:pt x="5674" y="13325"/>
                </a:lnTo>
                <a:lnTo>
                  <a:pt x="5766" y="13557"/>
                </a:lnTo>
                <a:lnTo>
                  <a:pt x="5858" y="13801"/>
                </a:lnTo>
                <a:lnTo>
                  <a:pt x="5948" y="14033"/>
                </a:lnTo>
                <a:lnTo>
                  <a:pt x="6087" y="14265"/>
                </a:lnTo>
                <a:lnTo>
                  <a:pt x="6177" y="14497"/>
                </a:lnTo>
                <a:lnTo>
                  <a:pt x="6269" y="14741"/>
                </a:lnTo>
                <a:lnTo>
                  <a:pt x="6361" y="14973"/>
                </a:lnTo>
                <a:lnTo>
                  <a:pt x="6453" y="15205"/>
                </a:lnTo>
                <a:lnTo>
                  <a:pt x="6590" y="15437"/>
                </a:lnTo>
                <a:lnTo>
                  <a:pt x="6681" y="15668"/>
                </a:lnTo>
                <a:lnTo>
                  <a:pt x="6772" y="15913"/>
                </a:lnTo>
                <a:lnTo>
                  <a:pt x="6864" y="16145"/>
                </a:lnTo>
                <a:lnTo>
                  <a:pt x="6956" y="16376"/>
                </a:lnTo>
                <a:lnTo>
                  <a:pt x="7093" y="16608"/>
                </a:lnTo>
                <a:lnTo>
                  <a:pt x="7184" y="16853"/>
                </a:lnTo>
                <a:lnTo>
                  <a:pt x="7276" y="17085"/>
                </a:lnTo>
                <a:lnTo>
                  <a:pt x="7368" y="17316"/>
                </a:lnTo>
                <a:lnTo>
                  <a:pt x="7459" y="17548"/>
                </a:lnTo>
                <a:lnTo>
                  <a:pt x="7597" y="17780"/>
                </a:lnTo>
                <a:lnTo>
                  <a:pt x="7687" y="18024"/>
                </a:lnTo>
                <a:lnTo>
                  <a:pt x="7779" y="18256"/>
                </a:lnTo>
                <a:lnTo>
                  <a:pt x="7871" y="18488"/>
                </a:lnTo>
                <a:lnTo>
                  <a:pt x="7963" y="18720"/>
                </a:lnTo>
                <a:lnTo>
                  <a:pt x="8100" y="18964"/>
                </a:lnTo>
                <a:lnTo>
                  <a:pt x="8192" y="19196"/>
                </a:lnTo>
                <a:lnTo>
                  <a:pt x="8283" y="19428"/>
                </a:lnTo>
                <a:lnTo>
                  <a:pt x="8374" y="19711"/>
                </a:lnTo>
                <a:lnTo>
                  <a:pt x="8466" y="19943"/>
                </a:lnTo>
                <a:lnTo>
                  <a:pt x="8603" y="20175"/>
                </a:lnTo>
                <a:lnTo>
                  <a:pt x="8695" y="20419"/>
                </a:lnTo>
                <a:lnTo>
                  <a:pt x="8786" y="20651"/>
                </a:lnTo>
                <a:lnTo>
                  <a:pt x="8878" y="20883"/>
                </a:lnTo>
                <a:lnTo>
                  <a:pt x="8970" y="21114"/>
                </a:lnTo>
                <a:lnTo>
                  <a:pt x="9107" y="21346"/>
                </a:lnTo>
                <a:lnTo>
                  <a:pt x="9199" y="21591"/>
                </a:lnTo>
                <a:lnTo>
                  <a:pt x="9289" y="21823"/>
                </a:lnTo>
                <a:lnTo>
                  <a:pt x="9381" y="22054"/>
                </a:lnTo>
                <a:lnTo>
                  <a:pt x="9473" y="22286"/>
                </a:lnTo>
                <a:lnTo>
                  <a:pt x="9610" y="22531"/>
                </a:lnTo>
                <a:lnTo>
                  <a:pt x="9702" y="22762"/>
                </a:lnTo>
                <a:lnTo>
                  <a:pt x="9794" y="22994"/>
                </a:lnTo>
                <a:lnTo>
                  <a:pt x="9884" y="23226"/>
                </a:lnTo>
                <a:lnTo>
                  <a:pt x="9976" y="23458"/>
                </a:lnTo>
                <a:lnTo>
                  <a:pt x="10113" y="23702"/>
                </a:lnTo>
                <a:lnTo>
                  <a:pt x="10205" y="23934"/>
                </a:lnTo>
                <a:lnTo>
                  <a:pt x="10297" y="24166"/>
                </a:lnTo>
                <a:lnTo>
                  <a:pt x="10388" y="24398"/>
                </a:lnTo>
                <a:lnTo>
                  <a:pt x="10480" y="24642"/>
                </a:lnTo>
                <a:lnTo>
                  <a:pt x="10617" y="24874"/>
                </a:lnTo>
                <a:lnTo>
                  <a:pt x="10709" y="25106"/>
                </a:lnTo>
                <a:lnTo>
                  <a:pt x="10800" y="25337"/>
                </a:lnTo>
                <a:lnTo>
                  <a:pt x="10891" y="25569"/>
                </a:lnTo>
                <a:lnTo>
                  <a:pt x="10983" y="25814"/>
                </a:lnTo>
                <a:lnTo>
                  <a:pt x="11120" y="26046"/>
                </a:lnTo>
                <a:lnTo>
                  <a:pt x="11212" y="26277"/>
                </a:lnTo>
                <a:lnTo>
                  <a:pt x="11304" y="26509"/>
                </a:lnTo>
                <a:lnTo>
                  <a:pt x="11396" y="26754"/>
                </a:lnTo>
                <a:lnTo>
                  <a:pt x="11486" y="26985"/>
                </a:lnTo>
                <a:lnTo>
                  <a:pt x="11624" y="27217"/>
                </a:lnTo>
                <a:lnTo>
                  <a:pt x="11715" y="27410"/>
                </a:lnTo>
                <a:lnTo>
                  <a:pt x="11807" y="27642"/>
                </a:lnTo>
                <a:lnTo>
                  <a:pt x="11898" y="27874"/>
                </a:lnTo>
                <a:lnTo>
                  <a:pt x="11990" y="28106"/>
                </a:lnTo>
                <a:lnTo>
                  <a:pt x="12127" y="28337"/>
                </a:lnTo>
                <a:lnTo>
                  <a:pt x="12219" y="28582"/>
                </a:lnTo>
                <a:lnTo>
                  <a:pt x="12311" y="28814"/>
                </a:lnTo>
                <a:lnTo>
                  <a:pt x="12401" y="29045"/>
                </a:lnTo>
                <a:lnTo>
                  <a:pt x="12493" y="29277"/>
                </a:lnTo>
                <a:lnTo>
                  <a:pt x="12630" y="29522"/>
                </a:lnTo>
                <a:lnTo>
                  <a:pt x="12722" y="29754"/>
                </a:lnTo>
                <a:lnTo>
                  <a:pt x="12814" y="29985"/>
                </a:lnTo>
                <a:lnTo>
                  <a:pt x="12906" y="30217"/>
                </a:lnTo>
                <a:lnTo>
                  <a:pt x="12996" y="30449"/>
                </a:lnTo>
                <a:lnTo>
                  <a:pt x="13135" y="30693"/>
                </a:lnTo>
                <a:lnTo>
                  <a:pt x="13225" y="30925"/>
                </a:lnTo>
                <a:lnTo>
                  <a:pt x="13317" y="31157"/>
                </a:lnTo>
                <a:lnTo>
                  <a:pt x="13409" y="31389"/>
                </a:lnTo>
                <a:lnTo>
                  <a:pt x="13500" y="31633"/>
                </a:lnTo>
                <a:lnTo>
                  <a:pt x="13638" y="31865"/>
                </a:lnTo>
                <a:lnTo>
                  <a:pt x="13729" y="32097"/>
                </a:lnTo>
                <a:lnTo>
                  <a:pt x="13821" y="32329"/>
                </a:lnTo>
                <a:lnTo>
                  <a:pt x="13912" y="32560"/>
                </a:lnTo>
                <a:lnTo>
                  <a:pt x="14003" y="32805"/>
                </a:lnTo>
                <a:lnTo>
                  <a:pt x="14140" y="33037"/>
                </a:lnTo>
                <a:lnTo>
                  <a:pt x="14232" y="33268"/>
                </a:lnTo>
                <a:lnTo>
                  <a:pt x="14324" y="33500"/>
                </a:lnTo>
                <a:lnTo>
                  <a:pt x="14416" y="33745"/>
                </a:lnTo>
                <a:lnTo>
                  <a:pt x="14508" y="33977"/>
                </a:lnTo>
                <a:lnTo>
                  <a:pt x="14645" y="34208"/>
                </a:lnTo>
                <a:lnTo>
                  <a:pt x="14737" y="34401"/>
                </a:lnTo>
                <a:lnTo>
                  <a:pt x="14827" y="34633"/>
                </a:lnTo>
                <a:lnTo>
                  <a:pt x="14919" y="34865"/>
                </a:lnTo>
                <a:lnTo>
                  <a:pt x="15011" y="35097"/>
                </a:lnTo>
                <a:lnTo>
                  <a:pt x="15148" y="35328"/>
                </a:lnTo>
                <a:lnTo>
                  <a:pt x="15239" y="35573"/>
                </a:lnTo>
                <a:lnTo>
                  <a:pt x="15331" y="35805"/>
                </a:lnTo>
                <a:lnTo>
                  <a:pt x="15422" y="36037"/>
                </a:lnTo>
                <a:lnTo>
                  <a:pt x="15514" y="36268"/>
                </a:lnTo>
                <a:lnTo>
                  <a:pt x="15651" y="36513"/>
                </a:lnTo>
                <a:lnTo>
                  <a:pt x="15742" y="36745"/>
                </a:lnTo>
                <a:lnTo>
                  <a:pt x="15834" y="36976"/>
                </a:lnTo>
                <a:lnTo>
                  <a:pt x="15926" y="37208"/>
                </a:lnTo>
                <a:lnTo>
                  <a:pt x="16018" y="37440"/>
                </a:lnTo>
                <a:lnTo>
                  <a:pt x="16155" y="37685"/>
                </a:lnTo>
                <a:lnTo>
                  <a:pt x="16247" y="37916"/>
                </a:lnTo>
                <a:lnTo>
                  <a:pt x="16337" y="38148"/>
                </a:lnTo>
                <a:lnTo>
                  <a:pt x="16429" y="38341"/>
                </a:lnTo>
                <a:lnTo>
                  <a:pt x="16521" y="38573"/>
                </a:lnTo>
                <a:lnTo>
                  <a:pt x="16658" y="38805"/>
                </a:lnTo>
                <a:lnTo>
                  <a:pt x="16750" y="39036"/>
                </a:lnTo>
                <a:lnTo>
                  <a:pt x="16841" y="39281"/>
                </a:lnTo>
                <a:lnTo>
                  <a:pt x="16933" y="39513"/>
                </a:lnTo>
                <a:lnTo>
                  <a:pt x="17024" y="39745"/>
                </a:lnTo>
                <a:lnTo>
                  <a:pt x="17162" y="39976"/>
                </a:lnTo>
                <a:lnTo>
                  <a:pt x="17253" y="40208"/>
                </a:lnTo>
                <a:lnTo>
                  <a:pt x="17344" y="40453"/>
                </a:lnTo>
                <a:lnTo>
                  <a:pt x="17436" y="40684"/>
                </a:lnTo>
                <a:lnTo>
                  <a:pt x="17528" y="40916"/>
                </a:lnTo>
                <a:lnTo>
                  <a:pt x="17665" y="41148"/>
                </a:lnTo>
                <a:lnTo>
                  <a:pt x="17757" y="41393"/>
                </a:lnTo>
                <a:lnTo>
                  <a:pt x="17849" y="41573"/>
                </a:lnTo>
                <a:lnTo>
                  <a:pt x="17939" y="41805"/>
                </a:lnTo>
                <a:lnTo>
                  <a:pt x="18031" y="42049"/>
                </a:lnTo>
                <a:lnTo>
                  <a:pt x="18168" y="42281"/>
                </a:lnTo>
                <a:lnTo>
                  <a:pt x="18260" y="42513"/>
                </a:lnTo>
                <a:lnTo>
                  <a:pt x="18352" y="42744"/>
                </a:lnTo>
                <a:lnTo>
                  <a:pt x="18443" y="42976"/>
                </a:lnTo>
                <a:lnTo>
                  <a:pt x="18534" y="43221"/>
                </a:lnTo>
                <a:lnTo>
                  <a:pt x="18672" y="43453"/>
                </a:lnTo>
                <a:lnTo>
                  <a:pt x="18763" y="43684"/>
                </a:lnTo>
                <a:lnTo>
                  <a:pt x="18855" y="43916"/>
                </a:lnTo>
                <a:lnTo>
                  <a:pt x="18946" y="44109"/>
                </a:lnTo>
                <a:lnTo>
                  <a:pt x="19038" y="44341"/>
                </a:lnTo>
                <a:lnTo>
                  <a:pt x="19175" y="44573"/>
                </a:lnTo>
                <a:lnTo>
                  <a:pt x="19267" y="44817"/>
                </a:lnTo>
                <a:lnTo>
                  <a:pt x="19359" y="45049"/>
                </a:lnTo>
                <a:lnTo>
                  <a:pt x="19449" y="45281"/>
                </a:lnTo>
                <a:lnTo>
                  <a:pt x="19541" y="45513"/>
                </a:lnTo>
                <a:lnTo>
                  <a:pt x="19678" y="45757"/>
                </a:lnTo>
                <a:lnTo>
                  <a:pt x="19770" y="45989"/>
                </a:lnTo>
                <a:lnTo>
                  <a:pt x="19862" y="46169"/>
                </a:lnTo>
                <a:lnTo>
                  <a:pt x="19954" y="46414"/>
                </a:lnTo>
                <a:lnTo>
                  <a:pt x="20045" y="4664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6424270" y="4337642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0"/>
                </a:moveTo>
                <a:lnTo>
                  <a:pt x="137" y="231"/>
                </a:lnTo>
                <a:lnTo>
                  <a:pt x="228" y="463"/>
                </a:lnTo>
                <a:lnTo>
                  <a:pt x="319" y="695"/>
                </a:lnTo>
                <a:lnTo>
                  <a:pt x="411" y="939"/>
                </a:lnTo>
                <a:lnTo>
                  <a:pt x="502" y="1171"/>
                </a:lnTo>
                <a:lnTo>
                  <a:pt x="640" y="1403"/>
                </a:lnTo>
                <a:lnTo>
                  <a:pt x="731" y="1596"/>
                </a:lnTo>
                <a:lnTo>
                  <a:pt x="823" y="1828"/>
                </a:lnTo>
                <a:lnTo>
                  <a:pt x="915" y="2059"/>
                </a:lnTo>
                <a:lnTo>
                  <a:pt x="1005" y="2291"/>
                </a:lnTo>
                <a:lnTo>
                  <a:pt x="1144" y="2536"/>
                </a:lnTo>
                <a:lnTo>
                  <a:pt x="1234" y="2768"/>
                </a:lnTo>
                <a:lnTo>
                  <a:pt x="1326" y="2999"/>
                </a:lnTo>
                <a:lnTo>
                  <a:pt x="1418" y="3231"/>
                </a:lnTo>
                <a:lnTo>
                  <a:pt x="1510" y="3424"/>
                </a:lnTo>
                <a:lnTo>
                  <a:pt x="1647" y="3656"/>
                </a:lnTo>
                <a:lnTo>
                  <a:pt x="1739" y="3888"/>
                </a:lnTo>
                <a:lnTo>
                  <a:pt x="1829" y="4119"/>
                </a:lnTo>
                <a:lnTo>
                  <a:pt x="1921" y="4364"/>
                </a:lnTo>
                <a:lnTo>
                  <a:pt x="2013" y="4596"/>
                </a:lnTo>
                <a:lnTo>
                  <a:pt x="2150" y="4828"/>
                </a:lnTo>
                <a:lnTo>
                  <a:pt x="2241" y="5059"/>
                </a:lnTo>
                <a:lnTo>
                  <a:pt x="2333" y="5252"/>
                </a:lnTo>
                <a:lnTo>
                  <a:pt x="2425" y="5484"/>
                </a:lnTo>
                <a:lnTo>
                  <a:pt x="2516" y="5716"/>
                </a:lnTo>
                <a:lnTo>
                  <a:pt x="2654" y="5961"/>
                </a:lnTo>
                <a:lnTo>
                  <a:pt x="2744" y="6192"/>
                </a:lnTo>
                <a:lnTo>
                  <a:pt x="2836" y="6424"/>
                </a:lnTo>
                <a:lnTo>
                  <a:pt x="2928" y="6656"/>
                </a:lnTo>
                <a:lnTo>
                  <a:pt x="3020" y="6849"/>
                </a:lnTo>
                <a:lnTo>
                  <a:pt x="3157" y="7081"/>
                </a:lnTo>
                <a:lnTo>
                  <a:pt x="3249" y="7312"/>
                </a:lnTo>
                <a:lnTo>
                  <a:pt x="3340" y="7557"/>
                </a:lnTo>
                <a:lnTo>
                  <a:pt x="3431" y="7789"/>
                </a:lnTo>
                <a:lnTo>
                  <a:pt x="3523" y="8021"/>
                </a:lnTo>
                <a:lnTo>
                  <a:pt x="3660" y="8214"/>
                </a:lnTo>
                <a:lnTo>
                  <a:pt x="3752" y="8445"/>
                </a:lnTo>
                <a:lnTo>
                  <a:pt x="3843" y="8677"/>
                </a:lnTo>
                <a:lnTo>
                  <a:pt x="3935" y="8909"/>
                </a:lnTo>
                <a:lnTo>
                  <a:pt x="4027" y="9141"/>
                </a:lnTo>
                <a:lnTo>
                  <a:pt x="4164" y="9385"/>
                </a:lnTo>
                <a:lnTo>
                  <a:pt x="4256" y="9617"/>
                </a:lnTo>
                <a:lnTo>
                  <a:pt x="4346" y="9797"/>
                </a:lnTo>
                <a:lnTo>
                  <a:pt x="4438" y="10042"/>
                </a:lnTo>
                <a:lnTo>
                  <a:pt x="4530" y="10274"/>
                </a:lnTo>
                <a:lnTo>
                  <a:pt x="4667" y="10505"/>
                </a:lnTo>
                <a:lnTo>
                  <a:pt x="4759" y="10737"/>
                </a:lnTo>
                <a:lnTo>
                  <a:pt x="4851" y="10982"/>
                </a:lnTo>
                <a:lnTo>
                  <a:pt x="4941" y="11162"/>
                </a:lnTo>
                <a:lnTo>
                  <a:pt x="5033" y="11394"/>
                </a:lnTo>
                <a:lnTo>
                  <a:pt x="5170" y="11638"/>
                </a:lnTo>
                <a:lnTo>
                  <a:pt x="5262" y="11870"/>
                </a:lnTo>
                <a:lnTo>
                  <a:pt x="5354" y="12102"/>
                </a:lnTo>
                <a:lnTo>
                  <a:pt x="5445" y="12295"/>
                </a:lnTo>
                <a:lnTo>
                  <a:pt x="5537" y="12527"/>
                </a:lnTo>
                <a:lnTo>
                  <a:pt x="5674" y="12759"/>
                </a:lnTo>
                <a:lnTo>
                  <a:pt x="5766" y="12990"/>
                </a:lnTo>
                <a:lnTo>
                  <a:pt x="5857" y="13222"/>
                </a:lnTo>
                <a:lnTo>
                  <a:pt x="5948" y="13467"/>
                </a:lnTo>
                <a:lnTo>
                  <a:pt x="6040" y="13647"/>
                </a:lnTo>
                <a:lnTo>
                  <a:pt x="6177" y="13892"/>
                </a:lnTo>
                <a:lnTo>
                  <a:pt x="6269" y="14123"/>
                </a:lnTo>
                <a:lnTo>
                  <a:pt x="6361" y="14355"/>
                </a:lnTo>
                <a:lnTo>
                  <a:pt x="6453" y="14587"/>
                </a:lnTo>
                <a:lnTo>
                  <a:pt x="6543" y="14780"/>
                </a:lnTo>
                <a:lnTo>
                  <a:pt x="6681" y="15012"/>
                </a:lnTo>
                <a:lnTo>
                  <a:pt x="6772" y="15243"/>
                </a:lnTo>
                <a:lnTo>
                  <a:pt x="6864" y="15475"/>
                </a:lnTo>
                <a:lnTo>
                  <a:pt x="6956" y="15720"/>
                </a:lnTo>
                <a:lnTo>
                  <a:pt x="7047" y="15900"/>
                </a:lnTo>
                <a:lnTo>
                  <a:pt x="7184" y="16132"/>
                </a:lnTo>
                <a:lnTo>
                  <a:pt x="7276" y="16376"/>
                </a:lnTo>
                <a:lnTo>
                  <a:pt x="7368" y="16608"/>
                </a:lnTo>
                <a:lnTo>
                  <a:pt x="7459" y="16840"/>
                </a:lnTo>
                <a:lnTo>
                  <a:pt x="7550" y="17033"/>
                </a:lnTo>
                <a:lnTo>
                  <a:pt x="7687" y="17265"/>
                </a:lnTo>
                <a:lnTo>
                  <a:pt x="7779" y="17497"/>
                </a:lnTo>
                <a:lnTo>
                  <a:pt x="7871" y="17728"/>
                </a:lnTo>
                <a:lnTo>
                  <a:pt x="7963" y="17973"/>
                </a:lnTo>
                <a:lnTo>
                  <a:pt x="8053" y="18153"/>
                </a:lnTo>
                <a:lnTo>
                  <a:pt x="8192" y="18385"/>
                </a:lnTo>
                <a:lnTo>
                  <a:pt x="8282" y="18630"/>
                </a:lnTo>
                <a:lnTo>
                  <a:pt x="8374" y="18861"/>
                </a:lnTo>
                <a:lnTo>
                  <a:pt x="8466" y="19093"/>
                </a:lnTo>
                <a:lnTo>
                  <a:pt x="8558" y="19286"/>
                </a:lnTo>
                <a:lnTo>
                  <a:pt x="8695" y="19518"/>
                </a:lnTo>
                <a:lnTo>
                  <a:pt x="8786" y="19750"/>
                </a:lnTo>
                <a:lnTo>
                  <a:pt x="8878" y="19981"/>
                </a:lnTo>
                <a:lnTo>
                  <a:pt x="8969" y="20175"/>
                </a:lnTo>
                <a:lnTo>
                  <a:pt x="9060" y="20406"/>
                </a:lnTo>
                <a:lnTo>
                  <a:pt x="9198" y="20638"/>
                </a:lnTo>
                <a:lnTo>
                  <a:pt x="9289" y="20883"/>
                </a:lnTo>
                <a:lnTo>
                  <a:pt x="9381" y="21063"/>
                </a:lnTo>
                <a:lnTo>
                  <a:pt x="9473" y="21295"/>
                </a:lnTo>
                <a:lnTo>
                  <a:pt x="9565" y="21539"/>
                </a:lnTo>
                <a:lnTo>
                  <a:pt x="9702" y="21771"/>
                </a:lnTo>
                <a:lnTo>
                  <a:pt x="9794" y="22003"/>
                </a:lnTo>
                <a:lnTo>
                  <a:pt x="9884" y="22196"/>
                </a:lnTo>
                <a:lnTo>
                  <a:pt x="9976" y="22428"/>
                </a:lnTo>
                <a:lnTo>
                  <a:pt x="10068" y="22659"/>
                </a:lnTo>
                <a:lnTo>
                  <a:pt x="10205" y="22891"/>
                </a:lnTo>
                <a:lnTo>
                  <a:pt x="10297" y="23084"/>
                </a:lnTo>
                <a:lnTo>
                  <a:pt x="10388" y="23316"/>
                </a:lnTo>
                <a:lnTo>
                  <a:pt x="10480" y="23548"/>
                </a:lnTo>
                <a:lnTo>
                  <a:pt x="10571" y="23780"/>
                </a:lnTo>
                <a:lnTo>
                  <a:pt x="10709" y="23973"/>
                </a:lnTo>
                <a:lnTo>
                  <a:pt x="10800" y="24204"/>
                </a:lnTo>
                <a:lnTo>
                  <a:pt x="10891" y="24449"/>
                </a:lnTo>
                <a:lnTo>
                  <a:pt x="10983" y="24681"/>
                </a:lnTo>
                <a:lnTo>
                  <a:pt x="11075" y="24861"/>
                </a:lnTo>
                <a:lnTo>
                  <a:pt x="11212" y="25106"/>
                </a:lnTo>
                <a:lnTo>
                  <a:pt x="11304" y="25337"/>
                </a:lnTo>
                <a:lnTo>
                  <a:pt x="11394" y="25569"/>
                </a:lnTo>
                <a:lnTo>
                  <a:pt x="11486" y="25762"/>
                </a:lnTo>
                <a:lnTo>
                  <a:pt x="11578" y="25994"/>
                </a:lnTo>
                <a:lnTo>
                  <a:pt x="11715" y="26226"/>
                </a:lnTo>
                <a:lnTo>
                  <a:pt x="11807" y="26458"/>
                </a:lnTo>
                <a:lnTo>
                  <a:pt x="11898" y="26651"/>
                </a:lnTo>
                <a:lnTo>
                  <a:pt x="11990" y="26882"/>
                </a:lnTo>
                <a:lnTo>
                  <a:pt x="12081" y="27114"/>
                </a:lnTo>
                <a:lnTo>
                  <a:pt x="12219" y="27307"/>
                </a:lnTo>
                <a:lnTo>
                  <a:pt x="12310" y="27539"/>
                </a:lnTo>
                <a:lnTo>
                  <a:pt x="12401" y="27771"/>
                </a:lnTo>
                <a:lnTo>
                  <a:pt x="12493" y="28003"/>
                </a:lnTo>
                <a:lnTo>
                  <a:pt x="12585" y="28196"/>
                </a:lnTo>
                <a:lnTo>
                  <a:pt x="12722" y="28427"/>
                </a:lnTo>
                <a:lnTo>
                  <a:pt x="12814" y="28672"/>
                </a:lnTo>
                <a:lnTo>
                  <a:pt x="12906" y="28904"/>
                </a:lnTo>
                <a:lnTo>
                  <a:pt x="12996" y="29084"/>
                </a:lnTo>
                <a:lnTo>
                  <a:pt x="13088" y="29329"/>
                </a:lnTo>
                <a:lnTo>
                  <a:pt x="13225" y="29560"/>
                </a:lnTo>
                <a:lnTo>
                  <a:pt x="13317" y="29741"/>
                </a:lnTo>
                <a:lnTo>
                  <a:pt x="13409" y="29985"/>
                </a:lnTo>
                <a:lnTo>
                  <a:pt x="13500" y="30217"/>
                </a:lnTo>
                <a:lnTo>
                  <a:pt x="13592" y="30449"/>
                </a:lnTo>
                <a:lnTo>
                  <a:pt x="13729" y="30642"/>
                </a:lnTo>
                <a:lnTo>
                  <a:pt x="13821" y="30874"/>
                </a:lnTo>
                <a:lnTo>
                  <a:pt x="13912" y="31105"/>
                </a:lnTo>
                <a:lnTo>
                  <a:pt x="14003" y="31299"/>
                </a:lnTo>
                <a:lnTo>
                  <a:pt x="14095" y="31530"/>
                </a:lnTo>
                <a:lnTo>
                  <a:pt x="14232" y="31762"/>
                </a:lnTo>
                <a:lnTo>
                  <a:pt x="14324" y="31955"/>
                </a:lnTo>
                <a:lnTo>
                  <a:pt x="14416" y="32187"/>
                </a:lnTo>
                <a:lnTo>
                  <a:pt x="14506" y="32419"/>
                </a:lnTo>
                <a:lnTo>
                  <a:pt x="14598" y="32650"/>
                </a:lnTo>
                <a:lnTo>
                  <a:pt x="14735" y="32844"/>
                </a:lnTo>
                <a:lnTo>
                  <a:pt x="14827" y="33075"/>
                </a:lnTo>
                <a:lnTo>
                  <a:pt x="14919" y="33307"/>
                </a:lnTo>
                <a:lnTo>
                  <a:pt x="15011" y="33500"/>
                </a:lnTo>
                <a:lnTo>
                  <a:pt x="15102" y="33732"/>
                </a:lnTo>
                <a:lnTo>
                  <a:pt x="15239" y="33964"/>
                </a:lnTo>
                <a:lnTo>
                  <a:pt x="15331" y="34157"/>
                </a:lnTo>
                <a:lnTo>
                  <a:pt x="15422" y="34389"/>
                </a:lnTo>
                <a:lnTo>
                  <a:pt x="15514" y="34620"/>
                </a:lnTo>
                <a:lnTo>
                  <a:pt x="15605" y="34813"/>
                </a:lnTo>
                <a:lnTo>
                  <a:pt x="15742" y="35045"/>
                </a:lnTo>
                <a:lnTo>
                  <a:pt x="15834" y="35277"/>
                </a:lnTo>
                <a:lnTo>
                  <a:pt x="15926" y="35470"/>
                </a:lnTo>
                <a:lnTo>
                  <a:pt x="16018" y="35702"/>
                </a:lnTo>
                <a:lnTo>
                  <a:pt x="16108" y="35934"/>
                </a:lnTo>
                <a:lnTo>
                  <a:pt x="16247" y="36127"/>
                </a:lnTo>
                <a:lnTo>
                  <a:pt x="16337" y="36358"/>
                </a:lnTo>
                <a:lnTo>
                  <a:pt x="16429" y="36590"/>
                </a:lnTo>
                <a:lnTo>
                  <a:pt x="16521" y="36783"/>
                </a:lnTo>
                <a:lnTo>
                  <a:pt x="16613" y="37015"/>
                </a:lnTo>
                <a:lnTo>
                  <a:pt x="16750" y="37247"/>
                </a:lnTo>
                <a:lnTo>
                  <a:pt x="16841" y="37440"/>
                </a:lnTo>
                <a:lnTo>
                  <a:pt x="16933" y="37672"/>
                </a:lnTo>
                <a:lnTo>
                  <a:pt x="17024" y="37903"/>
                </a:lnTo>
                <a:lnTo>
                  <a:pt x="17116" y="38097"/>
                </a:lnTo>
                <a:lnTo>
                  <a:pt x="17253" y="38328"/>
                </a:lnTo>
                <a:lnTo>
                  <a:pt x="17344" y="38560"/>
                </a:lnTo>
                <a:lnTo>
                  <a:pt x="17436" y="38753"/>
                </a:lnTo>
                <a:lnTo>
                  <a:pt x="17528" y="38985"/>
                </a:lnTo>
                <a:lnTo>
                  <a:pt x="17619" y="39230"/>
                </a:lnTo>
                <a:lnTo>
                  <a:pt x="17757" y="39410"/>
                </a:lnTo>
                <a:lnTo>
                  <a:pt x="17847" y="39642"/>
                </a:lnTo>
                <a:lnTo>
                  <a:pt x="17939" y="39886"/>
                </a:lnTo>
                <a:lnTo>
                  <a:pt x="18031" y="40066"/>
                </a:lnTo>
                <a:lnTo>
                  <a:pt x="18123" y="40298"/>
                </a:lnTo>
                <a:lnTo>
                  <a:pt x="18260" y="40543"/>
                </a:lnTo>
                <a:lnTo>
                  <a:pt x="18352" y="40723"/>
                </a:lnTo>
                <a:lnTo>
                  <a:pt x="18443" y="40955"/>
                </a:lnTo>
                <a:lnTo>
                  <a:pt x="18534" y="41148"/>
                </a:lnTo>
                <a:lnTo>
                  <a:pt x="18626" y="41380"/>
                </a:lnTo>
                <a:lnTo>
                  <a:pt x="18763" y="41611"/>
                </a:lnTo>
                <a:lnTo>
                  <a:pt x="18855" y="41805"/>
                </a:lnTo>
                <a:lnTo>
                  <a:pt x="18946" y="42036"/>
                </a:lnTo>
                <a:lnTo>
                  <a:pt x="19038" y="42268"/>
                </a:lnTo>
                <a:lnTo>
                  <a:pt x="19130" y="42461"/>
                </a:lnTo>
                <a:lnTo>
                  <a:pt x="19267" y="42693"/>
                </a:lnTo>
                <a:lnTo>
                  <a:pt x="19359" y="42886"/>
                </a:lnTo>
                <a:lnTo>
                  <a:pt x="19449" y="43118"/>
                </a:lnTo>
                <a:lnTo>
                  <a:pt x="19541" y="43350"/>
                </a:lnTo>
                <a:lnTo>
                  <a:pt x="19633" y="43543"/>
                </a:lnTo>
                <a:lnTo>
                  <a:pt x="19770" y="43774"/>
                </a:lnTo>
                <a:lnTo>
                  <a:pt x="19862" y="44006"/>
                </a:lnTo>
                <a:lnTo>
                  <a:pt x="19954" y="44199"/>
                </a:lnTo>
                <a:lnTo>
                  <a:pt x="20050" y="444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6444321" y="438207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0"/>
                </a:moveTo>
                <a:lnTo>
                  <a:pt x="88" y="193"/>
                </a:lnTo>
                <a:lnTo>
                  <a:pt x="226" y="424"/>
                </a:lnTo>
                <a:lnTo>
                  <a:pt x="314" y="656"/>
                </a:lnTo>
                <a:lnTo>
                  <a:pt x="402" y="849"/>
                </a:lnTo>
                <a:lnTo>
                  <a:pt x="502" y="1081"/>
                </a:lnTo>
                <a:lnTo>
                  <a:pt x="590" y="1261"/>
                </a:lnTo>
                <a:lnTo>
                  <a:pt x="729" y="1506"/>
                </a:lnTo>
                <a:lnTo>
                  <a:pt x="817" y="1738"/>
                </a:lnTo>
                <a:lnTo>
                  <a:pt x="905" y="1918"/>
                </a:lnTo>
                <a:lnTo>
                  <a:pt x="1005" y="2162"/>
                </a:lnTo>
                <a:lnTo>
                  <a:pt x="1093" y="2343"/>
                </a:lnTo>
                <a:lnTo>
                  <a:pt x="1232" y="2574"/>
                </a:lnTo>
                <a:lnTo>
                  <a:pt x="1320" y="2819"/>
                </a:lnTo>
                <a:lnTo>
                  <a:pt x="1408" y="2999"/>
                </a:lnTo>
                <a:lnTo>
                  <a:pt x="1508" y="3244"/>
                </a:lnTo>
                <a:lnTo>
                  <a:pt x="1596" y="3424"/>
                </a:lnTo>
                <a:lnTo>
                  <a:pt x="1735" y="3656"/>
                </a:lnTo>
                <a:lnTo>
                  <a:pt x="1823" y="3901"/>
                </a:lnTo>
                <a:lnTo>
                  <a:pt x="1911" y="4081"/>
                </a:lnTo>
                <a:lnTo>
                  <a:pt x="2011" y="4313"/>
                </a:lnTo>
                <a:lnTo>
                  <a:pt x="2099" y="4506"/>
                </a:lnTo>
                <a:lnTo>
                  <a:pt x="2238" y="4737"/>
                </a:lnTo>
                <a:lnTo>
                  <a:pt x="2326" y="4931"/>
                </a:lnTo>
                <a:lnTo>
                  <a:pt x="2414" y="5162"/>
                </a:lnTo>
                <a:lnTo>
                  <a:pt x="2514" y="5394"/>
                </a:lnTo>
                <a:lnTo>
                  <a:pt x="2602" y="5587"/>
                </a:lnTo>
                <a:lnTo>
                  <a:pt x="2741" y="5819"/>
                </a:lnTo>
                <a:lnTo>
                  <a:pt x="2829" y="6012"/>
                </a:lnTo>
                <a:lnTo>
                  <a:pt x="2917" y="6244"/>
                </a:lnTo>
                <a:lnTo>
                  <a:pt x="3017" y="6424"/>
                </a:lnTo>
                <a:lnTo>
                  <a:pt x="3105" y="6669"/>
                </a:lnTo>
                <a:lnTo>
                  <a:pt x="3244" y="6900"/>
                </a:lnTo>
                <a:lnTo>
                  <a:pt x="3332" y="7081"/>
                </a:lnTo>
                <a:lnTo>
                  <a:pt x="3432" y="7325"/>
                </a:lnTo>
                <a:lnTo>
                  <a:pt x="3520" y="7506"/>
                </a:lnTo>
                <a:lnTo>
                  <a:pt x="3608" y="7737"/>
                </a:lnTo>
                <a:lnTo>
                  <a:pt x="3747" y="7930"/>
                </a:lnTo>
                <a:lnTo>
                  <a:pt x="3835" y="8162"/>
                </a:lnTo>
                <a:lnTo>
                  <a:pt x="3935" y="8355"/>
                </a:lnTo>
                <a:lnTo>
                  <a:pt x="4023" y="8587"/>
                </a:lnTo>
                <a:lnTo>
                  <a:pt x="4111" y="8819"/>
                </a:lnTo>
                <a:lnTo>
                  <a:pt x="4250" y="9012"/>
                </a:lnTo>
                <a:lnTo>
                  <a:pt x="4338" y="9244"/>
                </a:lnTo>
                <a:lnTo>
                  <a:pt x="4438" y="9437"/>
                </a:lnTo>
                <a:lnTo>
                  <a:pt x="4526" y="9669"/>
                </a:lnTo>
                <a:lnTo>
                  <a:pt x="4614" y="9849"/>
                </a:lnTo>
                <a:lnTo>
                  <a:pt x="4753" y="10093"/>
                </a:lnTo>
                <a:lnTo>
                  <a:pt x="4841" y="10274"/>
                </a:lnTo>
                <a:lnTo>
                  <a:pt x="4941" y="10505"/>
                </a:lnTo>
                <a:lnTo>
                  <a:pt x="5029" y="10699"/>
                </a:lnTo>
                <a:lnTo>
                  <a:pt x="5117" y="10930"/>
                </a:lnTo>
                <a:lnTo>
                  <a:pt x="5256" y="11123"/>
                </a:lnTo>
                <a:lnTo>
                  <a:pt x="5344" y="11355"/>
                </a:lnTo>
                <a:lnTo>
                  <a:pt x="5444" y="11548"/>
                </a:lnTo>
                <a:lnTo>
                  <a:pt x="5532" y="11780"/>
                </a:lnTo>
                <a:lnTo>
                  <a:pt x="5620" y="11960"/>
                </a:lnTo>
                <a:lnTo>
                  <a:pt x="5758" y="12205"/>
                </a:lnTo>
                <a:lnTo>
                  <a:pt x="5847" y="12437"/>
                </a:lnTo>
                <a:lnTo>
                  <a:pt x="5947" y="12617"/>
                </a:lnTo>
                <a:lnTo>
                  <a:pt x="6035" y="12862"/>
                </a:lnTo>
                <a:lnTo>
                  <a:pt x="6123" y="13042"/>
                </a:lnTo>
                <a:lnTo>
                  <a:pt x="6261" y="13274"/>
                </a:lnTo>
                <a:lnTo>
                  <a:pt x="6349" y="13467"/>
                </a:lnTo>
                <a:lnTo>
                  <a:pt x="6450" y="13698"/>
                </a:lnTo>
                <a:lnTo>
                  <a:pt x="6538" y="13892"/>
                </a:lnTo>
                <a:lnTo>
                  <a:pt x="6626" y="14123"/>
                </a:lnTo>
                <a:lnTo>
                  <a:pt x="6764" y="14316"/>
                </a:lnTo>
                <a:lnTo>
                  <a:pt x="6865" y="14548"/>
                </a:lnTo>
                <a:lnTo>
                  <a:pt x="6953" y="14728"/>
                </a:lnTo>
                <a:lnTo>
                  <a:pt x="7041" y="14973"/>
                </a:lnTo>
                <a:lnTo>
                  <a:pt x="7129" y="15153"/>
                </a:lnTo>
                <a:lnTo>
                  <a:pt x="7267" y="15385"/>
                </a:lnTo>
                <a:lnTo>
                  <a:pt x="7368" y="15578"/>
                </a:lnTo>
                <a:lnTo>
                  <a:pt x="7456" y="15810"/>
                </a:lnTo>
                <a:lnTo>
                  <a:pt x="7544" y="16003"/>
                </a:lnTo>
                <a:lnTo>
                  <a:pt x="7632" y="16235"/>
                </a:lnTo>
                <a:lnTo>
                  <a:pt x="7770" y="16428"/>
                </a:lnTo>
                <a:lnTo>
                  <a:pt x="7871" y="16660"/>
                </a:lnTo>
                <a:lnTo>
                  <a:pt x="7959" y="16840"/>
                </a:lnTo>
                <a:lnTo>
                  <a:pt x="8047" y="17033"/>
                </a:lnTo>
                <a:lnTo>
                  <a:pt x="8135" y="17265"/>
                </a:lnTo>
                <a:lnTo>
                  <a:pt x="8273" y="17458"/>
                </a:lnTo>
                <a:lnTo>
                  <a:pt x="8374" y="17690"/>
                </a:lnTo>
                <a:lnTo>
                  <a:pt x="8462" y="17883"/>
                </a:lnTo>
                <a:lnTo>
                  <a:pt x="8550" y="18115"/>
                </a:lnTo>
                <a:lnTo>
                  <a:pt x="8638" y="18295"/>
                </a:lnTo>
                <a:lnTo>
                  <a:pt x="8776" y="18539"/>
                </a:lnTo>
                <a:lnTo>
                  <a:pt x="8877" y="18720"/>
                </a:lnTo>
                <a:lnTo>
                  <a:pt x="8965" y="18951"/>
                </a:lnTo>
                <a:lnTo>
                  <a:pt x="9053" y="19145"/>
                </a:lnTo>
                <a:lnTo>
                  <a:pt x="9141" y="19376"/>
                </a:lnTo>
                <a:lnTo>
                  <a:pt x="9279" y="19569"/>
                </a:lnTo>
                <a:lnTo>
                  <a:pt x="9380" y="19801"/>
                </a:lnTo>
                <a:lnTo>
                  <a:pt x="9468" y="19994"/>
                </a:lnTo>
                <a:lnTo>
                  <a:pt x="9556" y="20175"/>
                </a:lnTo>
                <a:lnTo>
                  <a:pt x="9657" y="20406"/>
                </a:lnTo>
                <a:lnTo>
                  <a:pt x="9782" y="20599"/>
                </a:lnTo>
                <a:lnTo>
                  <a:pt x="9883" y="20831"/>
                </a:lnTo>
                <a:lnTo>
                  <a:pt x="9971" y="21024"/>
                </a:lnTo>
                <a:lnTo>
                  <a:pt x="10059" y="21256"/>
                </a:lnTo>
                <a:lnTo>
                  <a:pt x="10159" y="21449"/>
                </a:lnTo>
                <a:lnTo>
                  <a:pt x="10285" y="21681"/>
                </a:lnTo>
                <a:lnTo>
                  <a:pt x="10386" y="21861"/>
                </a:lnTo>
                <a:lnTo>
                  <a:pt x="10474" y="22054"/>
                </a:lnTo>
                <a:lnTo>
                  <a:pt x="10562" y="22286"/>
                </a:lnTo>
                <a:lnTo>
                  <a:pt x="10662" y="22479"/>
                </a:lnTo>
                <a:lnTo>
                  <a:pt x="10801" y="22711"/>
                </a:lnTo>
                <a:lnTo>
                  <a:pt x="10889" y="22904"/>
                </a:lnTo>
                <a:lnTo>
                  <a:pt x="10977" y="23136"/>
                </a:lnTo>
                <a:lnTo>
                  <a:pt x="11065" y="23316"/>
                </a:lnTo>
                <a:lnTo>
                  <a:pt x="11165" y="23509"/>
                </a:lnTo>
                <a:lnTo>
                  <a:pt x="11304" y="23741"/>
                </a:lnTo>
                <a:lnTo>
                  <a:pt x="11392" y="23934"/>
                </a:lnTo>
                <a:lnTo>
                  <a:pt x="11480" y="24166"/>
                </a:lnTo>
                <a:lnTo>
                  <a:pt x="11568" y="24359"/>
                </a:lnTo>
                <a:lnTo>
                  <a:pt x="11668" y="24591"/>
                </a:lnTo>
                <a:lnTo>
                  <a:pt x="11807" y="24771"/>
                </a:lnTo>
                <a:lnTo>
                  <a:pt x="11895" y="24964"/>
                </a:lnTo>
                <a:lnTo>
                  <a:pt x="11983" y="25196"/>
                </a:lnTo>
                <a:lnTo>
                  <a:pt x="12071" y="25389"/>
                </a:lnTo>
                <a:lnTo>
                  <a:pt x="12171" y="25621"/>
                </a:lnTo>
                <a:lnTo>
                  <a:pt x="12310" y="25801"/>
                </a:lnTo>
                <a:lnTo>
                  <a:pt x="12398" y="25994"/>
                </a:lnTo>
                <a:lnTo>
                  <a:pt x="12486" y="26226"/>
                </a:lnTo>
                <a:lnTo>
                  <a:pt x="12574" y="26419"/>
                </a:lnTo>
                <a:lnTo>
                  <a:pt x="12674" y="26651"/>
                </a:lnTo>
                <a:lnTo>
                  <a:pt x="12813" y="26844"/>
                </a:lnTo>
                <a:lnTo>
                  <a:pt x="12901" y="27024"/>
                </a:lnTo>
                <a:lnTo>
                  <a:pt x="12989" y="27256"/>
                </a:lnTo>
                <a:lnTo>
                  <a:pt x="13089" y="27449"/>
                </a:lnTo>
                <a:lnTo>
                  <a:pt x="13177" y="27681"/>
                </a:lnTo>
                <a:lnTo>
                  <a:pt x="13316" y="27874"/>
                </a:lnTo>
                <a:lnTo>
                  <a:pt x="13404" y="28054"/>
                </a:lnTo>
                <a:lnTo>
                  <a:pt x="13492" y="28299"/>
                </a:lnTo>
                <a:lnTo>
                  <a:pt x="13592" y="28479"/>
                </a:lnTo>
                <a:lnTo>
                  <a:pt x="13680" y="28711"/>
                </a:lnTo>
                <a:lnTo>
                  <a:pt x="13819" y="28904"/>
                </a:lnTo>
                <a:lnTo>
                  <a:pt x="13907" y="29097"/>
                </a:lnTo>
                <a:lnTo>
                  <a:pt x="13995" y="29329"/>
                </a:lnTo>
                <a:lnTo>
                  <a:pt x="14095" y="29509"/>
                </a:lnTo>
                <a:lnTo>
                  <a:pt x="14183" y="29702"/>
                </a:lnTo>
                <a:lnTo>
                  <a:pt x="14322" y="29934"/>
                </a:lnTo>
                <a:lnTo>
                  <a:pt x="14410" y="30127"/>
                </a:lnTo>
                <a:lnTo>
                  <a:pt x="14498" y="30359"/>
                </a:lnTo>
                <a:lnTo>
                  <a:pt x="14598" y="30552"/>
                </a:lnTo>
                <a:lnTo>
                  <a:pt x="14686" y="30732"/>
                </a:lnTo>
                <a:lnTo>
                  <a:pt x="14825" y="30964"/>
                </a:lnTo>
                <a:lnTo>
                  <a:pt x="14913" y="31157"/>
                </a:lnTo>
                <a:lnTo>
                  <a:pt x="15001" y="31350"/>
                </a:lnTo>
                <a:lnTo>
                  <a:pt x="15101" y="31582"/>
                </a:lnTo>
                <a:lnTo>
                  <a:pt x="15189" y="31762"/>
                </a:lnTo>
                <a:lnTo>
                  <a:pt x="15327" y="31955"/>
                </a:lnTo>
                <a:lnTo>
                  <a:pt x="15416" y="32187"/>
                </a:lnTo>
                <a:lnTo>
                  <a:pt x="15504" y="32380"/>
                </a:lnTo>
                <a:lnTo>
                  <a:pt x="15604" y="32560"/>
                </a:lnTo>
                <a:lnTo>
                  <a:pt x="15692" y="32805"/>
                </a:lnTo>
                <a:lnTo>
                  <a:pt x="15830" y="32985"/>
                </a:lnTo>
                <a:lnTo>
                  <a:pt x="15918" y="33178"/>
                </a:lnTo>
                <a:lnTo>
                  <a:pt x="16006" y="33410"/>
                </a:lnTo>
                <a:lnTo>
                  <a:pt x="16107" y="33590"/>
                </a:lnTo>
                <a:lnTo>
                  <a:pt x="16195" y="33783"/>
                </a:lnTo>
                <a:lnTo>
                  <a:pt x="16333" y="34015"/>
                </a:lnTo>
                <a:lnTo>
                  <a:pt x="16421" y="34208"/>
                </a:lnTo>
                <a:lnTo>
                  <a:pt x="16509" y="34389"/>
                </a:lnTo>
                <a:lnTo>
                  <a:pt x="16610" y="34633"/>
                </a:lnTo>
                <a:lnTo>
                  <a:pt x="16698" y="34813"/>
                </a:lnTo>
                <a:lnTo>
                  <a:pt x="16836" y="35007"/>
                </a:lnTo>
                <a:lnTo>
                  <a:pt x="16924" y="35238"/>
                </a:lnTo>
                <a:lnTo>
                  <a:pt x="17025" y="35431"/>
                </a:lnTo>
                <a:lnTo>
                  <a:pt x="17113" y="35612"/>
                </a:lnTo>
                <a:lnTo>
                  <a:pt x="17201" y="35843"/>
                </a:lnTo>
                <a:lnTo>
                  <a:pt x="17339" y="36037"/>
                </a:lnTo>
                <a:lnTo>
                  <a:pt x="17427" y="36230"/>
                </a:lnTo>
                <a:lnTo>
                  <a:pt x="17528" y="36461"/>
                </a:lnTo>
                <a:lnTo>
                  <a:pt x="17616" y="36642"/>
                </a:lnTo>
                <a:lnTo>
                  <a:pt x="17704" y="36835"/>
                </a:lnTo>
                <a:lnTo>
                  <a:pt x="17842" y="37067"/>
                </a:lnTo>
                <a:lnTo>
                  <a:pt x="17930" y="37260"/>
                </a:lnTo>
                <a:lnTo>
                  <a:pt x="18031" y="37440"/>
                </a:lnTo>
                <a:lnTo>
                  <a:pt x="18119" y="37633"/>
                </a:lnTo>
                <a:lnTo>
                  <a:pt x="18207" y="37865"/>
                </a:lnTo>
                <a:lnTo>
                  <a:pt x="18345" y="38058"/>
                </a:lnTo>
                <a:lnTo>
                  <a:pt x="18433" y="38238"/>
                </a:lnTo>
                <a:lnTo>
                  <a:pt x="18534" y="38470"/>
                </a:lnTo>
                <a:lnTo>
                  <a:pt x="18622" y="38663"/>
                </a:lnTo>
                <a:lnTo>
                  <a:pt x="18710" y="38856"/>
                </a:lnTo>
                <a:lnTo>
                  <a:pt x="18848" y="39088"/>
                </a:lnTo>
                <a:lnTo>
                  <a:pt x="18936" y="39268"/>
                </a:lnTo>
                <a:lnTo>
                  <a:pt x="19037" y="39461"/>
                </a:lnTo>
                <a:lnTo>
                  <a:pt x="19125" y="39654"/>
                </a:lnTo>
                <a:lnTo>
                  <a:pt x="19213" y="39886"/>
                </a:lnTo>
                <a:lnTo>
                  <a:pt x="19351" y="40066"/>
                </a:lnTo>
                <a:lnTo>
                  <a:pt x="19439" y="40260"/>
                </a:lnTo>
                <a:lnTo>
                  <a:pt x="19540" y="40453"/>
                </a:lnTo>
                <a:lnTo>
                  <a:pt x="19628" y="40684"/>
                </a:lnTo>
                <a:lnTo>
                  <a:pt x="19716" y="40865"/>
                </a:lnTo>
                <a:lnTo>
                  <a:pt x="19854" y="41058"/>
                </a:lnTo>
                <a:lnTo>
                  <a:pt x="19942" y="41290"/>
                </a:lnTo>
                <a:lnTo>
                  <a:pt x="20043" y="4148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6464364" y="4423557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605"/>
                </a:lnTo>
                <a:lnTo>
                  <a:pt x="414" y="798"/>
                </a:lnTo>
                <a:lnTo>
                  <a:pt x="502" y="978"/>
                </a:lnTo>
                <a:lnTo>
                  <a:pt x="590" y="1171"/>
                </a:lnTo>
                <a:lnTo>
                  <a:pt x="679" y="1403"/>
                </a:lnTo>
                <a:lnTo>
                  <a:pt x="817" y="1596"/>
                </a:lnTo>
                <a:lnTo>
                  <a:pt x="917" y="1776"/>
                </a:lnTo>
                <a:lnTo>
                  <a:pt x="1005" y="1969"/>
                </a:lnTo>
                <a:lnTo>
                  <a:pt x="1093" y="2201"/>
                </a:lnTo>
                <a:lnTo>
                  <a:pt x="1181" y="2394"/>
                </a:lnTo>
                <a:lnTo>
                  <a:pt x="1320" y="2574"/>
                </a:lnTo>
                <a:lnTo>
                  <a:pt x="1420" y="2768"/>
                </a:lnTo>
                <a:lnTo>
                  <a:pt x="1508" y="2948"/>
                </a:lnTo>
                <a:lnTo>
                  <a:pt x="1596" y="3192"/>
                </a:lnTo>
                <a:lnTo>
                  <a:pt x="1684" y="3373"/>
                </a:lnTo>
                <a:lnTo>
                  <a:pt x="1823" y="3566"/>
                </a:lnTo>
                <a:lnTo>
                  <a:pt x="1923" y="3746"/>
                </a:lnTo>
                <a:lnTo>
                  <a:pt x="2011" y="3991"/>
                </a:lnTo>
                <a:lnTo>
                  <a:pt x="2099" y="4171"/>
                </a:lnTo>
                <a:lnTo>
                  <a:pt x="2187" y="4364"/>
                </a:lnTo>
                <a:lnTo>
                  <a:pt x="2326" y="4544"/>
                </a:lnTo>
                <a:lnTo>
                  <a:pt x="2426" y="4737"/>
                </a:lnTo>
                <a:lnTo>
                  <a:pt x="2514" y="4969"/>
                </a:lnTo>
                <a:lnTo>
                  <a:pt x="2602" y="5162"/>
                </a:lnTo>
                <a:lnTo>
                  <a:pt x="2690" y="5343"/>
                </a:lnTo>
                <a:lnTo>
                  <a:pt x="2829" y="5536"/>
                </a:lnTo>
                <a:lnTo>
                  <a:pt x="2929" y="5767"/>
                </a:lnTo>
                <a:lnTo>
                  <a:pt x="3017" y="5961"/>
                </a:lnTo>
                <a:lnTo>
                  <a:pt x="3105" y="6141"/>
                </a:lnTo>
                <a:lnTo>
                  <a:pt x="3206" y="6334"/>
                </a:lnTo>
                <a:lnTo>
                  <a:pt x="3332" y="6514"/>
                </a:lnTo>
                <a:lnTo>
                  <a:pt x="3432" y="6759"/>
                </a:lnTo>
                <a:lnTo>
                  <a:pt x="3520" y="6939"/>
                </a:lnTo>
                <a:lnTo>
                  <a:pt x="3608" y="7132"/>
                </a:lnTo>
                <a:lnTo>
                  <a:pt x="3709" y="7312"/>
                </a:lnTo>
                <a:lnTo>
                  <a:pt x="3835" y="7506"/>
                </a:lnTo>
                <a:lnTo>
                  <a:pt x="3935" y="7686"/>
                </a:lnTo>
                <a:lnTo>
                  <a:pt x="4023" y="7930"/>
                </a:lnTo>
                <a:lnTo>
                  <a:pt x="4111" y="8111"/>
                </a:lnTo>
                <a:lnTo>
                  <a:pt x="4212" y="8304"/>
                </a:lnTo>
                <a:lnTo>
                  <a:pt x="4350" y="8484"/>
                </a:lnTo>
                <a:lnTo>
                  <a:pt x="4438" y="8677"/>
                </a:lnTo>
                <a:lnTo>
                  <a:pt x="4526" y="8909"/>
                </a:lnTo>
                <a:lnTo>
                  <a:pt x="4614" y="9102"/>
                </a:lnTo>
                <a:lnTo>
                  <a:pt x="4715" y="9282"/>
                </a:lnTo>
                <a:lnTo>
                  <a:pt x="4853" y="9475"/>
                </a:lnTo>
                <a:lnTo>
                  <a:pt x="4941" y="9656"/>
                </a:lnTo>
                <a:lnTo>
                  <a:pt x="5029" y="9849"/>
                </a:lnTo>
                <a:lnTo>
                  <a:pt x="5117" y="10081"/>
                </a:lnTo>
                <a:lnTo>
                  <a:pt x="5218" y="10274"/>
                </a:lnTo>
                <a:lnTo>
                  <a:pt x="5356" y="10454"/>
                </a:lnTo>
                <a:lnTo>
                  <a:pt x="5444" y="10647"/>
                </a:lnTo>
                <a:lnTo>
                  <a:pt x="5532" y="10840"/>
                </a:lnTo>
                <a:lnTo>
                  <a:pt x="5620" y="11020"/>
                </a:lnTo>
                <a:lnTo>
                  <a:pt x="5721" y="11214"/>
                </a:lnTo>
                <a:lnTo>
                  <a:pt x="5859" y="11445"/>
                </a:lnTo>
                <a:lnTo>
                  <a:pt x="5947" y="11638"/>
                </a:lnTo>
                <a:lnTo>
                  <a:pt x="6035" y="11819"/>
                </a:lnTo>
                <a:lnTo>
                  <a:pt x="6123" y="12012"/>
                </a:lnTo>
                <a:lnTo>
                  <a:pt x="6224" y="12192"/>
                </a:lnTo>
                <a:lnTo>
                  <a:pt x="6362" y="12385"/>
                </a:lnTo>
                <a:lnTo>
                  <a:pt x="6450" y="12565"/>
                </a:lnTo>
                <a:lnTo>
                  <a:pt x="6538" y="12810"/>
                </a:lnTo>
                <a:lnTo>
                  <a:pt x="6639" y="12990"/>
                </a:lnTo>
                <a:lnTo>
                  <a:pt x="6727" y="13183"/>
                </a:lnTo>
                <a:lnTo>
                  <a:pt x="6865" y="13364"/>
                </a:lnTo>
                <a:lnTo>
                  <a:pt x="6953" y="13557"/>
                </a:lnTo>
                <a:lnTo>
                  <a:pt x="7041" y="13750"/>
                </a:lnTo>
                <a:lnTo>
                  <a:pt x="7142" y="13930"/>
                </a:lnTo>
                <a:lnTo>
                  <a:pt x="7230" y="14123"/>
                </a:lnTo>
                <a:lnTo>
                  <a:pt x="7368" y="14355"/>
                </a:lnTo>
                <a:lnTo>
                  <a:pt x="7456" y="14548"/>
                </a:lnTo>
                <a:lnTo>
                  <a:pt x="7544" y="14728"/>
                </a:lnTo>
                <a:lnTo>
                  <a:pt x="7645" y="14922"/>
                </a:lnTo>
                <a:lnTo>
                  <a:pt x="7733" y="15102"/>
                </a:lnTo>
                <a:lnTo>
                  <a:pt x="7871" y="15295"/>
                </a:lnTo>
                <a:lnTo>
                  <a:pt x="7959" y="15475"/>
                </a:lnTo>
                <a:lnTo>
                  <a:pt x="8047" y="15668"/>
                </a:lnTo>
                <a:lnTo>
                  <a:pt x="8148" y="15861"/>
                </a:lnTo>
                <a:lnTo>
                  <a:pt x="8236" y="16093"/>
                </a:lnTo>
                <a:lnTo>
                  <a:pt x="8374" y="16273"/>
                </a:lnTo>
                <a:lnTo>
                  <a:pt x="8462" y="16467"/>
                </a:lnTo>
                <a:lnTo>
                  <a:pt x="8550" y="16660"/>
                </a:lnTo>
                <a:lnTo>
                  <a:pt x="8651" y="16840"/>
                </a:lnTo>
                <a:lnTo>
                  <a:pt x="8739" y="17033"/>
                </a:lnTo>
                <a:lnTo>
                  <a:pt x="8877" y="17213"/>
                </a:lnTo>
                <a:lnTo>
                  <a:pt x="8965" y="17406"/>
                </a:lnTo>
                <a:lnTo>
                  <a:pt x="9053" y="17587"/>
                </a:lnTo>
                <a:lnTo>
                  <a:pt x="9154" y="17780"/>
                </a:lnTo>
                <a:lnTo>
                  <a:pt x="9242" y="17973"/>
                </a:lnTo>
                <a:lnTo>
                  <a:pt x="9380" y="18205"/>
                </a:lnTo>
                <a:lnTo>
                  <a:pt x="9468" y="18385"/>
                </a:lnTo>
                <a:lnTo>
                  <a:pt x="9556" y="18578"/>
                </a:lnTo>
                <a:lnTo>
                  <a:pt x="9657" y="18771"/>
                </a:lnTo>
                <a:lnTo>
                  <a:pt x="9745" y="18951"/>
                </a:lnTo>
                <a:lnTo>
                  <a:pt x="9883" y="19145"/>
                </a:lnTo>
                <a:lnTo>
                  <a:pt x="9971" y="19325"/>
                </a:lnTo>
                <a:lnTo>
                  <a:pt x="10059" y="19518"/>
                </a:lnTo>
                <a:lnTo>
                  <a:pt x="10159" y="19698"/>
                </a:lnTo>
                <a:lnTo>
                  <a:pt x="10247" y="19891"/>
                </a:lnTo>
                <a:lnTo>
                  <a:pt x="10386" y="20084"/>
                </a:lnTo>
                <a:lnTo>
                  <a:pt x="10474" y="20265"/>
                </a:lnTo>
                <a:lnTo>
                  <a:pt x="10574" y="20458"/>
                </a:lnTo>
                <a:lnTo>
                  <a:pt x="10662" y="20638"/>
                </a:lnTo>
                <a:lnTo>
                  <a:pt x="10750" y="20831"/>
                </a:lnTo>
                <a:lnTo>
                  <a:pt x="10889" y="21011"/>
                </a:lnTo>
                <a:lnTo>
                  <a:pt x="10977" y="21205"/>
                </a:lnTo>
                <a:lnTo>
                  <a:pt x="11077" y="21398"/>
                </a:lnTo>
                <a:lnTo>
                  <a:pt x="11165" y="21629"/>
                </a:lnTo>
                <a:lnTo>
                  <a:pt x="11253" y="21810"/>
                </a:lnTo>
                <a:lnTo>
                  <a:pt x="11392" y="22003"/>
                </a:lnTo>
                <a:lnTo>
                  <a:pt x="11480" y="22196"/>
                </a:lnTo>
                <a:lnTo>
                  <a:pt x="11580" y="22376"/>
                </a:lnTo>
                <a:lnTo>
                  <a:pt x="11668" y="22569"/>
                </a:lnTo>
                <a:lnTo>
                  <a:pt x="11756" y="22750"/>
                </a:lnTo>
                <a:lnTo>
                  <a:pt x="11895" y="22943"/>
                </a:lnTo>
                <a:lnTo>
                  <a:pt x="11983" y="23123"/>
                </a:lnTo>
                <a:lnTo>
                  <a:pt x="12083" y="23316"/>
                </a:lnTo>
                <a:lnTo>
                  <a:pt x="12171" y="23509"/>
                </a:lnTo>
                <a:lnTo>
                  <a:pt x="12259" y="23689"/>
                </a:lnTo>
                <a:lnTo>
                  <a:pt x="12398" y="23883"/>
                </a:lnTo>
                <a:lnTo>
                  <a:pt x="12486" y="24063"/>
                </a:lnTo>
                <a:lnTo>
                  <a:pt x="12586" y="24256"/>
                </a:lnTo>
                <a:lnTo>
                  <a:pt x="12674" y="24436"/>
                </a:lnTo>
                <a:lnTo>
                  <a:pt x="12762" y="24629"/>
                </a:lnTo>
                <a:lnTo>
                  <a:pt x="12901" y="24822"/>
                </a:lnTo>
                <a:lnTo>
                  <a:pt x="12989" y="25003"/>
                </a:lnTo>
                <a:lnTo>
                  <a:pt x="13089" y="25196"/>
                </a:lnTo>
                <a:lnTo>
                  <a:pt x="13177" y="25376"/>
                </a:lnTo>
                <a:lnTo>
                  <a:pt x="13265" y="25569"/>
                </a:lnTo>
                <a:lnTo>
                  <a:pt x="13404" y="25762"/>
                </a:lnTo>
                <a:lnTo>
                  <a:pt x="13492" y="25943"/>
                </a:lnTo>
                <a:lnTo>
                  <a:pt x="13592" y="26136"/>
                </a:lnTo>
                <a:lnTo>
                  <a:pt x="13680" y="26316"/>
                </a:lnTo>
                <a:lnTo>
                  <a:pt x="13768" y="26509"/>
                </a:lnTo>
                <a:lnTo>
                  <a:pt x="13907" y="26689"/>
                </a:lnTo>
                <a:lnTo>
                  <a:pt x="13995" y="26882"/>
                </a:lnTo>
                <a:lnTo>
                  <a:pt x="14095" y="27076"/>
                </a:lnTo>
                <a:lnTo>
                  <a:pt x="14183" y="27256"/>
                </a:lnTo>
                <a:lnTo>
                  <a:pt x="14271" y="27449"/>
                </a:lnTo>
                <a:lnTo>
                  <a:pt x="14410" y="27629"/>
                </a:lnTo>
                <a:lnTo>
                  <a:pt x="14510" y="27822"/>
                </a:lnTo>
                <a:lnTo>
                  <a:pt x="14598" y="28003"/>
                </a:lnTo>
                <a:lnTo>
                  <a:pt x="14686" y="28196"/>
                </a:lnTo>
                <a:lnTo>
                  <a:pt x="14774" y="28337"/>
                </a:lnTo>
                <a:lnTo>
                  <a:pt x="14913" y="28530"/>
                </a:lnTo>
                <a:lnTo>
                  <a:pt x="15013" y="28711"/>
                </a:lnTo>
                <a:lnTo>
                  <a:pt x="15101" y="28904"/>
                </a:lnTo>
                <a:lnTo>
                  <a:pt x="15189" y="29084"/>
                </a:lnTo>
                <a:lnTo>
                  <a:pt x="15277" y="29277"/>
                </a:lnTo>
                <a:lnTo>
                  <a:pt x="15416" y="29457"/>
                </a:lnTo>
                <a:lnTo>
                  <a:pt x="15516" y="29651"/>
                </a:lnTo>
                <a:lnTo>
                  <a:pt x="15604" y="29844"/>
                </a:lnTo>
                <a:lnTo>
                  <a:pt x="15692" y="30024"/>
                </a:lnTo>
                <a:lnTo>
                  <a:pt x="15780" y="30217"/>
                </a:lnTo>
                <a:lnTo>
                  <a:pt x="15918" y="30397"/>
                </a:lnTo>
                <a:lnTo>
                  <a:pt x="16019" y="30590"/>
                </a:lnTo>
                <a:lnTo>
                  <a:pt x="16107" y="30771"/>
                </a:lnTo>
                <a:lnTo>
                  <a:pt x="16195" y="30964"/>
                </a:lnTo>
                <a:lnTo>
                  <a:pt x="16283" y="31157"/>
                </a:lnTo>
                <a:lnTo>
                  <a:pt x="16421" y="31337"/>
                </a:lnTo>
                <a:lnTo>
                  <a:pt x="16522" y="31479"/>
                </a:lnTo>
                <a:lnTo>
                  <a:pt x="16610" y="31672"/>
                </a:lnTo>
                <a:lnTo>
                  <a:pt x="16698" y="31852"/>
                </a:lnTo>
                <a:lnTo>
                  <a:pt x="16799" y="32045"/>
                </a:lnTo>
                <a:lnTo>
                  <a:pt x="16924" y="32226"/>
                </a:lnTo>
                <a:lnTo>
                  <a:pt x="17025" y="32419"/>
                </a:lnTo>
                <a:lnTo>
                  <a:pt x="17113" y="32612"/>
                </a:lnTo>
                <a:lnTo>
                  <a:pt x="17201" y="32792"/>
                </a:lnTo>
                <a:lnTo>
                  <a:pt x="17302" y="32985"/>
                </a:lnTo>
                <a:lnTo>
                  <a:pt x="17427" y="33165"/>
                </a:lnTo>
                <a:lnTo>
                  <a:pt x="17528" y="33359"/>
                </a:lnTo>
                <a:lnTo>
                  <a:pt x="17616" y="33500"/>
                </a:lnTo>
                <a:lnTo>
                  <a:pt x="17704" y="33680"/>
                </a:lnTo>
                <a:lnTo>
                  <a:pt x="17805" y="33874"/>
                </a:lnTo>
                <a:lnTo>
                  <a:pt x="17943" y="34067"/>
                </a:lnTo>
                <a:lnTo>
                  <a:pt x="18031" y="34247"/>
                </a:lnTo>
                <a:lnTo>
                  <a:pt x="18119" y="34440"/>
                </a:lnTo>
                <a:lnTo>
                  <a:pt x="18207" y="34620"/>
                </a:lnTo>
                <a:lnTo>
                  <a:pt x="18308" y="34813"/>
                </a:lnTo>
                <a:lnTo>
                  <a:pt x="18446" y="34994"/>
                </a:lnTo>
                <a:lnTo>
                  <a:pt x="18534" y="35135"/>
                </a:lnTo>
                <a:lnTo>
                  <a:pt x="18622" y="35328"/>
                </a:lnTo>
                <a:lnTo>
                  <a:pt x="18710" y="35522"/>
                </a:lnTo>
                <a:lnTo>
                  <a:pt x="18811" y="35702"/>
                </a:lnTo>
                <a:lnTo>
                  <a:pt x="18949" y="35895"/>
                </a:lnTo>
                <a:lnTo>
                  <a:pt x="19037" y="36075"/>
                </a:lnTo>
                <a:lnTo>
                  <a:pt x="19125" y="36268"/>
                </a:lnTo>
                <a:lnTo>
                  <a:pt x="19213" y="36449"/>
                </a:lnTo>
                <a:lnTo>
                  <a:pt x="19314" y="36590"/>
                </a:lnTo>
                <a:lnTo>
                  <a:pt x="19452" y="36783"/>
                </a:lnTo>
                <a:lnTo>
                  <a:pt x="19540" y="36976"/>
                </a:lnTo>
                <a:lnTo>
                  <a:pt x="19628" y="37157"/>
                </a:lnTo>
                <a:lnTo>
                  <a:pt x="19716" y="37350"/>
                </a:lnTo>
                <a:lnTo>
                  <a:pt x="19816" y="37530"/>
                </a:lnTo>
                <a:lnTo>
                  <a:pt x="19955" y="37723"/>
                </a:lnTo>
                <a:lnTo>
                  <a:pt x="20043" y="37865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6484408" y="4461422"/>
            <a:ext cx="20043" cy="33733"/>
          </a:xfrm>
          <a:custGeom>
            <a:avLst/>
            <a:gdLst/>
            <a:ahLst/>
            <a:cxnLst/>
            <a:rect l="l" t="t" r="r" b="b"/>
            <a:pathLst>
              <a:path w="20043" h="3373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276" y="566"/>
                </a:lnTo>
                <a:lnTo>
                  <a:pt x="414" y="746"/>
                </a:lnTo>
                <a:lnTo>
                  <a:pt x="502" y="939"/>
                </a:lnTo>
                <a:lnTo>
                  <a:pt x="590" y="1081"/>
                </a:lnTo>
                <a:lnTo>
                  <a:pt x="691" y="1261"/>
                </a:lnTo>
                <a:lnTo>
                  <a:pt x="779" y="1454"/>
                </a:lnTo>
                <a:lnTo>
                  <a:pt x="917" y="1635"/>
                </a:lnTo>
                <a:lnTo>
                  <a:pt x="1005" y="1828"/>
                </a:lnTo>
                <a:lnTo>
                  <a:pt x="1093" y="2021"/>
                </a:lnTo>
                <a:lnTo>
                  <a:pt x="1194" y="2150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16"/>
                </a:lnTo>
                <a:lnTo>
                  <a:pt x="1596" y="2909"/>
                </a:lnTo>
                <a:lnTo>
                  <a:pt x="1697" y="3051"/>
                </a:lnTo>
                <a:lnTo>
                  <a:pt x="1785" y="3231"/>
                </a:lnTo>
                <a:lnTo>
                  <a:pt x="1923" y="3424"/>
                </a:lnTo>
                <a:lnTo>
                  <a:pt x="2011" y="3604"/>
                </a:lnTo>
                <a:lnTo>
                  <a:pt x="2099" y="3798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02" y="4686"/>
                </a:lnTo>
                <a:lnTo>
                  <a:pt x="2703" y="4828"/>
                </a:lnTo>
                <a:lnTo>
                  <a:pt x="2791" y="5021"/>
                </a:lnTo>
                <a:lnTo>
                  <a:pt x="2929" y="5201"/>
                </a:lnTo>
                <a:lnTo>
                  <a:pt x="3017" y="5394"/>
                </a:lnTo>
                <a:lnTo>
                  <a:pt x="3105" y="5574"/>
                </a:lnTo>
                <a:lnTo>
                  <a:pt x="3206" y="5716"/>
                </a:lnTo>
                <a:lnTo>
                  <a:pt x="3294" y="5909"/>
                </a:lnTo>
                <a:lnTo>
                  <a:pt x="3432" y="6102"/>
                </a:lnTo>
                <a:lnTo>
                  <a:pt x="3520" y="6282"/>
                </a:lnTo>
                <a:lnTo>
                  <a:pt x="3608" y="6424"/>
                </a:lnTo>
                <a:lnTo>
                  <a:pt x="3709" y="6617"/>
                </a:lnTo>
                <a:lnTo>
                  <a:pt x="3797" y="6797"/>
                </a:lnTo>
                <a:lnTo>
                  <a:pt x="3935" y="6991"/>
                </a:lnTo>
                <a:lnTo>
                  <a:pt x="4023" y="7132"/>
                </a:lnTo>
                <a:lnTo>
                  <a:pt x="4124" y="7312"/>
                </a:lnTo>
                <a:lnTo>
                  <a:pt x="4212" y="7506"/>
                </a:lnTo>
                <a:lnTo>
                  <a:pt x="4300" y="7686"/>
                </a:lnTo>
                <a:lnTo>
                  <a:pt x="4438" y="7827"/>
                </a:lnTo>
                <a:lnTo>
                  <a:pt x="4526" y="8021"/>
                </a:lnTo>
                <a:lnTo>
                  <a:pt x="4627" y="8214"/>
                </a:lnTo>
                <a:lnTo>
                  <a:pt x="4715" y="8394"/>
                </a:lnTo>
                <a:lnTo>
                  <a:pt x="480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30" y="9102"/>
                </a:lnTo>
                <a:lnTo>
                  <a:pt x="5218" y="9244"/>
                </a:lnTo>
                <a:lnTo>
                  <a:pt x="5306" y="9424"/>
                </a:lnTo>
                <a:lnTo>
                  <a:pt x="5444" y="9617"/>
                </a:lnTo>
                <a:lnTo>
                  <a:pt x="5532" y="9759"/>
                </a:lnTo>
                <a:lnTo>
                  <a:pt x="5633" y="9939"/>
                </a:lnTo>
                <a:lnTo>
                  <a:pt x="5721" y="10132"/>
                </a:lnTo>
                <a:lnTo>
                  <a:pt x="5809" y="10325"/>
                </a:lnTo>
                <a:lnTo>
                  <a:pt x="5947" y="10467"/>
                </a:lnTo>
                <a:lnTo>
                  <a:pt x="6035" y="10647"/>
                </a:lnTo>
                <a:lnTo>
                  <a:pt x="6136" y="10840"/>
                </a:lnTo>
                <a:lnTo>
                  <a:pt x="6224" y="10982"/>
                </a:lnTo>
                <a:lnTo>
                  <a:pt x="6312" y="11162"/>
                </a:lnTo>
                <a:lnTo>
                  <a:pt x="6450" y="11355"/>
                </a:lnTo>
                <a:lnTo>
                  <a:pt x="6538" y="11535"/>
                </a:lnTo>
                <a:lnTo>
                  <a:pt x="6639" y="11677"/>
                </a:lnTo>
                <a:lnTo>
                  <a:pt x="6727" y="11870"/>
                </a:lnTo>
                <a:lnTo>
                  <a:pt x="6815" y="12050"/>
                </a:lnTo>
                <a:lnTo>
                  <a:pt x="6953" y="12192"/>
                </a:lnTo>
                <a:lnTo>
                  <a:pt x="7041" y="12385"/>
                </a:lnTo>
                <a:lnTo>
                  <a:pt x="7142" y="12578"/>
                </a:lnTo>
                <a:lnTo>
                  <a:pt x="7230" y="12707"/>
                </a:lnTo>
                <a:lnTo>
                  <a:pt x="7318" y="12900"/>
                </a:lnTo>
                <a:lnTo>
                  <a:pt x="7456" y="13093"/>
                </a:lnTo>
                <a:lnTo>
                  <a:pt x="7544" y="13235"/>
                </a:lnTo>
                <a:lnTo>
                  <a:pt x="7645" y="13415"/>
                </a:lnTo>
                <a:lnTo>
                  <a:pt x="7733" y="13608"/>
                </a:lnTo>
                <a:lnTo>
                  <a:pt x="7821" y="13750"/>
                </a:lnTo>
                <a:lnTo>
                  <a:pt x="7959" y="13930"/>
                </a:lnTo>
                <a:lnTo>
                  <a:pt x="8060" y="14123"/>
                </a:lnTo>
                <a:lnTo>
                  <a:pt x="8148" y="14265"/>
                </a:lnTo>
                <a:lnTo>
                  <a:pt x="8236" y="14445"/>
                </a:lnTo>
                <a:lnTo>
                  <a:pt x="8324" y="14638"/>
                </a:lnTo>
                <a:lnTo>
                  <a:pt x="8462" y="14780"/>
                </a:lnTo>
                <a:lnTo>
                  <a:pt x="8563" y="14960"/>
                </a:lnTo>
                <a:lnTo>
                  <a:pt x="8651" y="15153"/>
                </a:lnTo>
                <a:lnTo>
                  <a:pt x="8739" y="15295"/>
                </a:lnTo>
                <a:lnTo>
                  <a:pt x="8827" y="15475"/>
                </a:lnTo>
                <a:lnTo>
                  <a:pt x="8965" y="15668"/>
                </a:lnTo>
                <a:lnTo>
                  <a:pt x="9066" y="15810"/>
                </a:lnTo>
                <a:lnTo>
                  <a:pt x="9154" y="16003"/>
                </a:lnTo>
                <a:lnTo>
                  <a:pt x="9242" y="16132"/>
                </a:lnTo>
                <a:lnTo>
                  <a:pt x="9330" y="16325"/>
                </a:lnTo>
                <a:lnTo>
                  <a:pt x="9468" y="16518"/>
                </a:lnTo>
                <a:lnTo>
                  <a:pt x="9568" y="16660"/>
                </a:lnTo>
                <a:lnTo>
                  <a:pt x="9657" y="16840"/>
                </a:lnTo>
                <a:lnTo>
                  <a:pt x="9745" y="17033"/>
                </a:lnTo>
                <a:lnTo>
                  <a:pt x="9833" y="17175"/>
                </a:lnTo>
                <a:lnTo>
                  <a:pt x="9971" y="17355"/>
                </a:lnTo>
                <a:lnTo>
                  <a:pt x="10071" y="17497"/>
                </a:lnTo>
                <a:lnTo>
                  <a:pt x="10159" y="17690"/>
                </a:lnTo>
                <a:lnTo>
                  <a:pt x="10247" y="17870"/>
                </a:lnTo>
                <a:lnTo>
                  <a:pt x="10348" y="18012"/>
                </a:lnTo>
                <a:lnTo>
                  <a:pt x="10474" y="18205"/>
                </a:lnTo>
                <a:lnTo>
                  <a:pt x="10574" y="18346"/>
                </a:lnTo>
                <a:lnTo>
                  <a:pt x="10662" y="18527"/>
                </a:lnTo>
                <a:lnTo>
                  <a:pt x="10750" y="18720"/>
                </a:lnTo>
                <a:lnTo>
                  <a:pt x="10851" y="18861"/>
                </a:lnTo>
                <a:lnTo>
                  <a:pt x="10977" y="19042"/>
                </a:lnTo>
                <a:lnTo>
                  <a:pt x="11077" y="19183"/>
                </a:lnTo>
                <a:lnTo>
                  <a:pt x="11165" y="19376"/>
                </a:lnTo>
                <a:lnTo>
                  <a:pt x="11253" y="19569"/>
                </a:lnTo>
                <a:lnTo>
                  <a:pt x="11354" y="19698"/>
                </a:lnTo>
                <a:lnTo>
                  <a:pt x="11480" y="19891"/>
                </a:lnTo>
                <a:lnTo>
                  <a:pt x="11580" y="20033"/>
                </a:lnTo>
                <a:lnTo>
                  <a:pt x="11668" y="20226"/>
                </a:lnTo>
                <a:lnTo>
                  <a:pt x="11756" y="20355"/>
                </a:lnTo>
                <a:lnTo>
                  <a:pt x="11857" y="20548"/>
                </a:lnTo>
                <a:lnTo>
                  <a:pt x="11995" y="20741"/>
                </a:lnTo>
                <a:lnTo>
                  <a:pt x="12083" y="20883"/>
                </a:lnTo>
                <a:lnTo>
                  <a:pt x="12171" y="21063"/>
                </a:lnTo>
                <a:lnTo>
                  <a:pt x="12259" y="21205"/>
                </a:lnTo>
                <a:lnTo>
                  <a:pt x="12360" y="21398"/>
                </a:lnTo>
                <a:lnTo>
                  <a:pt x="12498" y="21539"/>
                </a:lnTo>
                <a:lnTo>
                  <a:pt x="12586" y="21720"/>
                </a:lnTo>
                <a:lnTo>
                  <a:pt x="12674" y="21913"/>
                </a:lnTo>
                <a:lnTo>
                  <a:pt x="12762" y="22054"/>
                </a:lnTo>
                <a:lnTo>
                  <a:pt x="12863" y="22235"/>
                </a:lnTo>
                <a:lnTo>
                  <a:pt x="13001" y="22376"/>
                </a:lnTo>
                <a:lnTo>
                  <a:pt x="13089" y="22569"/>
                </a:lnTo>
                <a:lnTo>
                  <a:pt x="13177" y="22711"/>
                </a:lnTo>
                <a:lnTo>
                  <a:pt x="13265" y="22891"/>
                </a:lnTo>
                <a:lnTo>
                  <a:pt x="13366" y="23033"/>
                </a:lnTo>
                <a:lnTo>
                  <a:pt x="13504" y="23226"/>
                </a:lnTo>
                <a:lnTo>
                  <a:pt x="13592" y="23368"/>
                </a:lnTo>
                <a:lnTo>
                  <a:pt x="13680" y="23548"/>
                </a:lnTo>
                <a:lnTo>
                  <a:pt x="13768" y="23689"/>
                </a:lnTo>
                <a:lnTo>
                  <a:pt x="13869" y="23883"/>
                </a:lnTo>
                <a:lnTo>
                  <a:pt x="14007" y="24024"/>
                </a:lnTo>
                <a:lnTo>
                  <a:pt x="14095" y="24204"/>
                </a:lnTo>
                <a:lnTo>
                  <a:pt x="14183" y="24398"/>
                </a:lnTo>
                <a:lnTo>
                  <a:pt x="14284" y="24539"/>
                </a:lnTo>
                <a:lnTo>
                  <a:pt x="14372" y="24719"/>
                </a:lnTo>
                <a:lnTo>
                  <a:pt x="14510" y="24861"/>
                </a:lnTo>
                <a:lnTo>
                  <a:pt x="14598" y="25054"/>
                </a:lnTo>
                <a:lnTo>
                  <a:pt x="14686" y="25196"/>
                </a:lnTo>
                <a:lnTo>
                  <a:pt x="14787" y="25376"/>
                </a:lnTo>
                <a:lnTo>
                  <a:pt x="14875" y="25518"/>
                </a:lnTo>
                <a:lnTo>
                  <a:pt x="15013" y="25711"/>
                </a:lnTo>
                <a:lnTo>
                  <a:pt x="15101" y="25852"/>
                </a:lnTo>
                <a:lnTo>
                  <a:pt x="15189" y="26033"/>
                </a:lnTo>
                <a:lnTo>
                  <a:pt x="15290" y="26174"/>
                </a:lnTo>
                <a:lnTo>
                  <a:pt x="15378" y="26316"/>
                </a:lnTo>
                <a:lnTo>
                  <a:pt x="15516" y="26509"/>
                </a:lnTo>
                <a:lnTo>
                  <a:pt x="15604" y="26651"/>
                </a:lnTo>
                <a:lnTo>
                  <a:pt x="15692" y="26831"/>
                </a:lnTo>
                <a:lnTo>
                  <a:pt x="15793" y="26973"/>
                </a:lnTo>
                <a:lnTo>
                  <a:pt x="15881" y="27166"/>
                </a:lnTo>
                <a:lnTo>
                  <a:pt x="16019" y="27307"/>
                </a:lnTo>
                <a:lnTo>
                  <a:pt x="16107" y="27488"/>
                </a:lnTo>
                <a:lnTo>
                  <a:pt x="16195" y="27629"/>
                </a:lnTo>
                <a:lnTo>
                  <a:pt x="16296" y="27822"/>
                </a:lnTo>
                <a:lnTo>
                  <a:pt x="16384" y="27964"/>
                </a:lnTo>
                <a:lnTo>
                  <a:pt x="16522" y="28144"/>
                </a:lnTo>
                <a:lnTo>
                  <a:pt x="16610" y="28286"/>
                </a:lnTo>
                <a:lnTo>
                  <a:pt x="16698" y="28479"/>
                </a:lnTo>
                <a:lnTo>
                  <a:pt x="16799" y="28621"/>
                </a:lnTo>
                <a:lnTo>
                  <a:pt x="16887" y="28762"/>
                </a:lnTo>
                <a:lnTo>
                  <a:pt x="17025" y="28942"/>
                </a:lnTo>
                <a:lnTo>
                  <a:pt x="17113" y="29088"/>
                </a:lnTo>
                <a:lnTo>
                  <a:pt x="17201" y="29276"/>
                </a:lnTo>
                <a:lnTo>
                  <a:pt x="17302" y="29418"/>
                </a:lnTo>
                <a:lnTo>
                  <a:pt x="17440" y="29604"/>
                </a:lnTo>
                <a:lnTo>
                  <a:pt x="17528" y="29746"/>
                </a:lnTo>
                <a:lnTo>
                  <a:pt x="17616" y="29933"/>
                </a:lnTo>
                <a:lnTo>
                  <a:pt x="17704" y="30074"/>
                </a:lnTo>
                <a:lnTo>
                  <a:pt x="17805" y="30214"/>
                </a:lnTo>
                <a:lnTo>
                  <a:pt x="17943" y="30402"/>
                </a:lnTo>
                <a:lnTo>
                  <a:pt x="18031" y="30543"/>
                </a:lnTo>
                <a:lnTo>
                  <a:pt x="18119" y="30731"/>
                </a:lnTo>
                <a:lnTo>
                  <a:pt x="18220" y="30871"/>
                </a:lnTo>
                <a:lnTo>
                  <a:pt x="18308" y="31013"/>
                </a:lnTo>
                <a:lnTo>
                  <a:pt x="18446" y="31199"/>
                </a:lnTo>
                <a:lnTo>
                  <a:pt x="18534" y="31341"/>
                </a:lnTo>
                <a:lnTo>
                  <a:pt x="18622" y="31529"/>
                </a:lnTo>
                <a:lnTo>
                  <a:pt x="18723" y="31669"/>
                </a:lnTo>
                <a:lnTo>
                  <a:pt x="18811" y="31810"/>
                </a:lnTo>
                <a:lnTo>
                  <a:pt x="18949" y="31998"/>
                </a:lnTo>
                <a:lnTo>
                  <a:pt x="19037" y="32138"/>
                </a:lnTo>
                <a:lnTo>
                  <a:pt x="19125" y="32326"/>
                </a:lnTo>
                <a:lnTo>
                  <a:pt x="19225" y="32466"/>
                </a:lnTo>
                <a:lnTo>
                  <a:pt x="19314" y="32608"/>
                </a:lnTo>
                <a:lnTo>
                  <a:pt x="19452" y="32796"/>
                </a:lnTo>
                <a:lnTo>
                  <a:pt x="19540" y="32936"/>
                </a:lnTo>
                <a:lnTo>
                  <a:pt x="19628" y="33124"/>
                </a:lnTo>
                <a:lnTo>
                  <a:pt x="19728" y="33265"/>
                </a:lnTo>
                <a:lnTo>
                  <a:pt x="19816" y="33405"/>
                </a:lnTo>
                <a:lnTo>
                  <a:pt x="19955" y="33593"/>
                </a:lnTo>
                <a:lnTo>
                  <a:pt x="20043" y="33733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6504451" y="4495156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0"/>
                </a:moveTo>
                <a:lnTo>
                  <a:pt x="88" y="141"/>
                </a:lnTo>
                <a:lnTo>
                  <a:pt x="188" y="329"/>
                </a:lnTo>
                <a:lnTo>
                  <a:pt x="276" y="469"/>
                </a:lnTo>
                <a:lnTo>
                  <a:pt x="414" y="657"/>
                </a:lnTo>
                <a:lnTo>
                  <a:pt x="502" y="798"/>
                </a:lnTo>
                <a:lnTo>
                  <a:pt x="590" y="938"/>
                </a:lnTo>
                <a:lnTo>
                  <a:pt x="691" y="1126"/>
                </a:lnTo>
                <a:lnTo>
                  <a:pt x="779" y="1266"/>
                </a:lnTo>
                <a:lnTo>
                  <a:pt x="917" y="1408"/>
                </a:lnTo>
                <a:lnTo>
                  <a:pt x="1005" y="1596"/>
                </a:lnTo>
                <a:lnTo>
                  <a:pt x="1093" y="1736"/>
                </a:lnTo>
                <a:lnTo>
                  <a:pt x="1194" y="1877"/>
                </a:lnTo>
                <a:lnTo>
                  <a:pt x="1282" y="2065"/>
                </a:lnTo>
                <a:lnTo>
                  <a:pt x="1420" y="2205"/>
                </a:lnTo>
                <a:lnTo>
                  <a:pt x="1508" y="2347"/>
                </a:lnTo>
                <a:lnTo>
                  <a:pt x="1609" y="2533"/>
                </a:lnTo>
                <a:lnTo>
                  <a:pt x="1697" y="2675"/>
                </a:lnTo>
                <a:lnTo>
                  <a:pt x="1785" y="2815"/>
                </a:lnTo>
                <a:lnTo>
                  <a:pt x="1923" y="3003"/>
                </a:lnTo>
                <a:lnTo>
                  <a:pt x="2011" y="3144"/>
                </a:lnTo>
                <a:lnTo>
                  <a:pt x="2112" y="3285"/>
                </a:lnTo>
                <a:lnTo>
                  <a:pt x="2200" y="3472"/>
                </a:lnTo>
                <a:lnTo>
                  <a:pt x="2288" y="3614"/>
                </a:lnTo>
                <a:lnTo>
                  <a:pt x="2426" y="3754"/>
                </a:lnTo>
                <a:lnTo>
                  <a:pt x="2514" y="3942"/>
                </a:lnTo>
                <a:lnTo>
                  <a:pt x="2615" y="4082"/>
                </a:lnTo>
                <a:lnTo>
                  <a:pt x="2703" y="4222"/>
                </a:lnTo>
                <a:lnTo>
                  <a:pt x="2791" y="4364"/>
                </a:lnTo>
                <a:lnTo>
                  <a:pt x="2929" y="4552"/>
                </a:lnTo>
                <a:lnTo>
                  <a:pt x="3017" y="4692"/>
                </a:lnTo>
                <a:lnTo>
                  <a:pt x="3118" y="4833"/>
                </a:lnTo>
                <a:lnTo>
                  <a:pt x="3206" y="5021"/>
                </a:lnTo>
                <a:lnTo>
                  <a:pt x="3294" y="5161"/>
                </a:lnTo>
                <a:lnTo>
                  <a:pt x="3432" y="5303"/>
                </a:lnTo>
                <a:lnTo>
                  <a:pt x="3520" y="5443"/>
                </a:lnTo>
                <a:lnTo>
                  <a:pt x="3621" y="5631"/>
                </a:lnTo>
                <a:lnTo>
                  <a:pt x="3709" y="5771"/>
                </a:lnTo>
                <a:lnTo>
                  <a:pt x="3797" y="5912"/>
                </a:lnTo>
                <a:lnTo>
                  <a:pt x="3935" y="6100"/>
                </a:lnTo>
                <a:lnTo>
                  <a:pt x="4023" y="6241"/>
                </a:lnTo>
                <a:lnTo>
                  <a:pt x="4124" y="6382"/>
                </a:lnTo>
                <a:lnTo>
                  <a:pt x="4212" y="6522"/>
                </a:lnTo>
                <a:lnTo>
                  <a:pt x="4300" y="6710"/>
                </a:lnTo>
                <a:lnTo>
                  <a:pt x="4438" y="6850"/>
                </a:lnTo>
                <a:lnTo>
                  <a:pt x="4526" y="6992"/>
                </a:lnTo>
                <a:lnTo>
                  <a:pt x="4627" y="7132"/>
                </a:lnTo>
                <a:lnTo>
                  <a:pt x="4715" y="7320"/>
                </a:lnTo>
                <a:lnTo>
                  <a:pt x="4803" y="7461"/>
                </a:lnTo>
                <a:lnTo>
                  <a:pt x="4941" y="7601"/>
                </a:lnTo>
                <a:lnTo>
                  <a:pt x="5029" y="7743"/>
                </a:lnTo>
                <a:lnTo>
                  <a:pt x="5130" y="7930"/>
                </a:lnTo>
                <a:lnTo>
                  <a:pt x="5218" y="8071"/>
                </a:lnTo>
                <a:lnTo>
                  <a:pt x="5306" y="8211"/>
                </a:lnTo>
                <a:lnTo>
                  <a:pt x="5444" y="8353"/>
                </a:lnTo>
                <a:lnTo>
                  <a:pt x="5545" y="8493"/>
                </a:lnTo>
                <a:lnTo>
                  <a:pt x="5633" y="8681"/>
                </a:lnTo>
                <a:lnTo>
                  <a:pt x="5721" y="8821"/>
                </a:lnTo>
                <a:lnTo>
                  <a:pt x="5809" y="8962"/>
                </a:lnTo>
                <a:lnTo>
                  <a:pt x="5947" y="9103"/>
                </a:lnTo>
                <a:lnTo>
                  <a:pt x="6048" y="9290"/>
                </a:lnTo>
                <a:lnTo>
                  <a:pt x="6136" y="9432"/>
                </a:lnTo>
                <a:lnTo>
                  <a:pt x="6224" y="9572"/>
                </a:lnTo>
                <a:lnTo>
                  <a:pt x="6312" y="9712"/>
                </a:lnTo>
                <a:lnTo>
                  <a:pt x="6450" y="9854"/>
                </a:lnTo>
                <a:lnTo>
                  <a:pt x="6551" y="10042"/>
                </a:lnTo>
                <a:lnTo>
                  <a:pt x="6639" y="10182"/>
                </a:lnTo>
                <a:lnTo>
                  <a:pt x="6727" y="10323"/>
                </a:lnTo>
                <a:lnTo>
                  <a:pt x="6815" y="10464"/>
                </a:lnTo>
                <a:lnTo>
                  <a:pt x="6953" y="10605"/>
                </a:lnTo>
                <a:lnTo>
                  <a:pt x="7054" y="10793"/>
                </a:lnTo>
                <a:lnTo>
                  <a:pt x="7142" y="10933"/>
                </a:lnTo>
                <a:lnTo>
                  <a:pt x="7230" y="11073"/>
                </a:lnTo>
                <a:lnTo>
                  <a:pt x="7318" y="11215"/>
                </a:lnTo>
                <a:lnTo>
                  <a:pt x="7456" y="11355"/>
                </a:lnTo>
                <a:lnTo>
                  <a:pt x="7557" y="11543"/>
                </a:lnTo>
                <a:lnTo>
                  <a:pt x="7645" y="11684"/>
                </a:lnTo>
                <a:lnTo>
                  <a:pt x="7733" y="11824"/>
                </a:lnTo>
                <a:lnTo>
                  <a:pt x="7833" y="11965"/>
                </a:lnTo>
                <a:lnTo>
                  <a:pt x="7959" y="12106"/>
                </a:lnTo>
                <a:lnTo>
                  <a:pt x="8060" y="12246"/>
                </a:lnTo>
                <a:lnTo>
                  <a:pt x="8148" y="12434"/>
                </a:lnTo>
                <a:lnTo>
                  <a:pt x="8236" y="12576"/>
                </a:lnTo>
                <a:lnTo>
                  <a:pt x="8336" y="12716"/>
                </a:lnTo>
                <a:lnTo>
                  <a:pt x="8462" y="12856"/>
                </a:lnTo>
                <a:lnTo>
                  <a:pt x="8563" y="12998"/>
                </a:lnTo>
                <a:lnTo>
                  <a:pt x="8651" y="13138"/>
                </a:lnTo>
                <a:lnTo>
                  <a:pt x="8739" y="13279"/>
                </a:lnTo>
                <a:lnTo>
                  <a:pt x="8839" y="13467"/>
                </a:lnTo>
                <a:lnTo>
                  <a:pt x="8977" y="13607"/>
                </a:lnTo>
                <a:lnTo>
                  <a:pt x="9066" y="13749"/>
                </a:lnTo>
                <a:lnTo>
                  <a:pt x="9154" y="13889"/>
                </a:lnTo>
                <a:lnTo>
                  <a:pt x="9242" y="14029"/>
                </a:lnTo>
                <a:lnTo>
                  <a:pt x="9342" y="14171"/>
                </a:lnTo>
                <a:lnTo>
                  <a:pt x="9480" y="14311"/>
                </a:lnTo>
                <a:lnTo>
                  <a:pt x="9568" y="14452"/>
                </a:lnTo>
                <a:lnTo>
                  <a:pt x="9657" y="14640"/>
                </a:lnTo>
                <a:lnTo>
                  <a:pt x="9745" y="14780"/>
                </a:lnTo>
                <a:lnTo>
                  <a:pt x="9845" y="14922"/>
                </a:lnTo>
                <a:lnTo>
                  <a:pt x="9983" y="15062"/>
                </a:lnTo>
                <a:lnTo>
                  <a:pt x="10071" y="15202"/>
                </a:lnTo>
                <a:lnTo>
                  <a:pt x="10159" y="15344"/>
                </a:lnTo>
                <a:lnTo>
                  <a:pt x="10247" y="15484"/>
                </a:lnTo>
                <a:lnTo>
                  <a:pt x="10348" y="15625"/>
                </a:lnTo>
                <a:lnTo>
                  <a:pt x="10486" y="15766"/>
                </a:lnTo>
                <a:lnTo>
                  <a:pt x="10574" y="15954"/>
                </a:lnTo>
                <a:lnTo>
                  <a:pt x="10662" y="16094"/>
                </a:lnTo>
                <a:lnTo>
                  <a:pt x="10750" y="16235"/>
                </a:lnTo>
                <a:lnTo>
                  <a:pt x="10851" y="16376"/>
                </a:lnTo>
                <a:lnTo>
                  <a:pt x="10989" y="16517"/>
                </a:lnTo>
                <a:lnTo>
                  <a:pt x="11077" y="16657"/>
                </a:lnTo>
                <a:lnTo>
                  <a:pt x="11165" y="16799"/>
                </a:lnTo>
                <a:lnTo>
                  <a:pt x="11253" y="16939"/>
                </a:lnTo>
                <a:lnTo>
                  <a:pt x="11354" y="17079"/>
                </a:lnTo>
                <a:lnTo>
                  <a:pt x="11492" y="17221"/>
                </a:lnTo>
                <a:lnTo>
                  <a:pt x="11580" y="17361"/>
                </a:lnTo>
                <a:lnTo>
                  <a:pt x="11668" y="17502"/>
                </a:lnTo>
                <a:lnTo>
                  <a:pt x="11769" y="17690"/>
                </a:lnTo>
                <a:lnTo>
                  <a:pt x="11857" y="17830"/>
                </a:lnTo>
                <a:lnTo>
                  <a:pt x="11995" y="17972"/>
                </a:lnTo>
                <a:lnTo>
                  <a:pt x="12083" y="18112"/>
                </a:lnTo>
                <a:lnTo>
                  <a:pt x="12171" y="18252"/>
                </a:lnTo>
                <a:lnTo>
                  <a:pt x="12272" y="18394"/>
                </a:lnTo>
                <a:lnTo>
                  <a:pt x="12360" y="18534"/>
                </a:lnTo>
                <a:lnTo>
                  <a:pt x="12498" y="18675"/>
                </a:lnTo>
                <a:lnTo>
                  <a:pt x="12586" y="18816"/>
                </a:lnTo>
                <a:lnTo>
                  <a:pt x="12674" y="18957"/>
                </a:lnTo>
                <a:lnTo>
                  <a:pt x="12775" y="19097"/>
                </a:lnTo>
                <a:lnTo>
                  <a:pt x="12863" y="19239"/>
                </a:lnTo>
                <a:lnTo>
                  <a:pt x="13001" y="19379"/>
                </a:lnTo>
                <a:lnTo>
                  <a:pt x="13089" y="19519"/>
                </a:lnTo>
                <a:lnTo>
                  <a:pt x="13177" y="19661"/>
                </a:lnTo>
                <a:lnTo>
                  <a:pt x="13278" y="19801"/>
                </a:lnTo>
                <a:lnTo>
                  <a:pt x="13366" y="19942"/>
                </a:lnTo>
                <a:lnTo>
                  <a:pt x="13504" y="20083"/>
                </a:lnTo>
                <a:lnTo>
                  <a:pt x="13592" y="20224"/>
                </a:lnTo>
                <a:lnTo>
                  <a:pt x="13680" y="20364"/>
                </a:lnTo>
                <a:lnTo>
                  <a:pt x="13781" y="20505"/>
                </a:lnTo>
                <a:lnTo>
                  <a:pt x="13869" y="20646"/>
                </a:lnTo>
                <a:lnTo>
                  <a:pt x="14007" y="20786"/>
                </a:lnTo>
                <a:lnTo>
                  <a:pt x="14095" y="20928"/>
                </a:lnTo>
                <a:lnTo>
                  <a:pt x="14183" y="21068"/>
                </a:lnTo>
                <a:lnTo>
                  <a:pt x="14284" y="21208"/>
                </a:lnTo>
                <a:lnTo>
                  <a:pt x="14372" y="21350"/>
                </a:lnTo>
                <a:lnTo>
                  <a:pt x="14510" y="21490"/>
                </a:lnTo>
                <a:lnTo>
                  <a:pt x="14598" y="21631"/>
                </a:lnTo>
                <a:lnTo>
                  <a:pt x="14686" y="21772"/>
                </a:lnTo>
                <a:lnTo>
                  <a:pt x="14787" y="21913"/>
                </a:lnTo>
                <a:lnTo>
                  <a:pt x="14875" y="22053"/>
                </a:lnTo>
                <a:lnTo>
                  <a:pt x="15013" y="22195"/>
                </a:lnTo>
                <a:lnTo>
                  <a:pt x="15101" y="22335"/>
                </a:lnTo>
                <a:lnTo>
                  <a:pt x="15202" y="22475"/>
                </a:lnTo>
                <a:lnTo>
                  <a:pt x="15290" y="22617"/>
                </a:lnTo>
                <a:lnTo>
                  <a:pt x="15378" y="22757"/>
                </a:lnTo>
                <a:lnTo>
                  <a:pt x="15516" y="22898"/>
                </a:lnTo>
                <a:lnTo>
                  <a:pt x="15604" y="23039"/>
                </a:lnTo>
                <a:lnTo>
                  <a:pt x="15705" y="23180"/>
                </a:lnTo>
                <a:lnTo>
                  <a:pt x="15793" y="23320"/>
                </a:lnTo>
                <a:lnTo>
                  <a:pt x="15881" y="23462"/>
                </a:lnTo>
                <a:lnTo>
                  <a:pt x="16019" y="23602"/>
                </a:lnTo>
                <a:lnTo>
                  <a:pt x="16107" y="23742"/>
                </a:lnTo>
                <a:lnTo>
                  <a:pt x="16208" y="23884"/>
                </a:lnTo>
                <a:lnTo>
                  <a:pt x="16296" y="24024"/>
                </a:lnTo>
                <a:lnTo>
                  <a:pt x="16384" y="24165"/>
                </a:lnTo>
                <a:lnTo>
                  <a:pt x="16522" y="24306"/>
                </a:lnTo>
                <a:lnTo>
                  <a:pt x="16711" y="24540"/>
                </a:lnTo>
                <a:lnTo>
                  <a:pt x="16799" y="24681"/>
                </a:lnTo>
                <a:lnTo>
                  <a:pt x="16887" y="24822"/>
                </a:lnTo>
                <a:lnTo>
                  <a:pt x="17025" y="24963"/>
                </a:lnTo>
                <a:lnTo>
                  <a:pt x="17113" y="25103"/>
                </a:lnTo>
                <a:lnTo>
                  <a:pt x="17214" y="25245"/>
                </a:lnTo>
                <a:lnTo>
                  <a:pt x="17302" y="25385"/>
                </a:lnTo>
                <a:lnTo>
                  <a:pt x="17390" y="25525"/>
                </a:lnTo>
                <a:lnTo>
                  <a:pt x="17528" y="25667"/>
                </a:lnTo>
                <a:lnTo>
                  <a:pt x="17616" y="25807"/>
                </a:lnTo>
                <a:lnTo>
                  <a:pt x="17717" y="25948"/>
                </a:lnTo>
                <a:lnTo>
                  <a:pt x="17893" y="26182"/>
                </a:lnTo>
                <a:lnTo>
                  <a:pt x="18031" y="26324"/>
                </a:lnTo>
                <a:lnTo>
                  <a:pt x="18119" y="26464"/>
                </a:lnTo>
                <a:lnTo>
                  <a:pt x="18220" y="26604"/>
                </a:lnTo>
                <a:lnTo>
                  <a:pt x="18308" y="26746"/>
                </a:lnTo>
                <a:lnTo>
                  <a:pt x="18396" y="26886"/>
                </a:lnTo>
                <a:lnTo>
                  <a:pt x="18534" y="27027"/>
                </a:lnTo>
                <a:lnTo>
                  <a:pt x="18622" y="27168"/>
                </a:lnTo>
                <a:lnTo>
                  <a:pt x="18811" y="27403"/>
                </a:lnTo>
                <a:lnTo>
                  <a:pt x="18899" y="27543"/>
                </a:lnTo>
                <a:lnTo>
                  <a:pt x="19037" y="27685"/>
                </a:lnTo>
                <a:lnTo>
                  <a:pt x="19137" y="27825"/>
                </a:lnTo>
                <a:lnTo>
                  <a:pt x="19225" y="27965"/>
                </a:lnTo>
                <a:lnTo>
                  <a:pt x="19314" y="28107"/>
                </a:lnTo>
                <a:lnTo>
                  <a:pt x="19402" y="28247"/>
                </a:lnTo>
                <a:lnTo>
                  <a:pt x="19540" y="28341"/>
                </a:lnTo>
                <a:lnTo>
                  <a:pt x="19640" y="28482"/>
                </a:lnTo>
                <a:lnTo>
                  <a:pt x="19728" y="28623"/>
                </a:lnTo>
                <a:lnTo>
                  <a:pt x="19816" y="28763"/>
                </a:lnTo>
                <a:lnTo>
                  <a:pt x="19904" y="28904"/>
                </a:lnTo>
                <a:lnTo>
                  <a:pt x="20043" y="29045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6524494" y="4524202"/>
            <a:ext cx="20005" cy="23835"/>
          </a:xfrm>
          <a:custGeom>
            <a:avLst/>
            <a:gdLst/>
            <a:ahLst/>
            <a:cxnLst/>
            <a:rect l="l" t="t" r="r" b="b"/>
            <a:pathLst>
              <a:path w="20005" h="23835">
                <a:moveTo>
                  <a:pt x="0" y="0"/>
                </a:moveTo>
                <a:lnTo>
                  <a:pt x="188" y="234"/>
                </a:lnTo>
                <a:lnTo>
                  <a:pt x="276" y="374"/>
                </a:lnTo>
                <a:lnTo>
                  <a:pt x="364" y="514"/>
                </a:lnTo>
                <a:lnTo>
                  <a:pt x="502" y="656"/>
                </a:lnTo>
                <a:lnTo>
                  <a:pt x="603" y="796"/>
                </a:lnTo>
                <a:lnTo>
                  <a:pt x="779" y="1031"/>
                </a:lnTo>
                <a:lnTo>
                  <a:pt x="867" y="1172"/>
                </a:lnTo>
                <a:lnTo>
                  <a:pt x="1005" y="1313"/>
                </a:lnTo>
                <a:lnTo>
                  <a:pt x="1106" y="1453"/>
                </a:lnTo>
                <a:lnTo>
                  <a:pt x="1282" y="1689"/>
                </a:lnTo>
                <a:lnTo>
                  <a:pt x="1383" y="1829"/>
                </a:lnTo>
                <a:lnTo>
                  <a:pt x="1508" y="1969"/>
                </a:lnTo>
                <a:lnTo>
                  <a:pt x="1609" y="2111"/>
                </a:lnTo>
                <a:lnTo>
                  <a:pt x="1785" y="2345"/>
                </a:lnTo>
                <a:lnTo>
                  <a:pt x="1886" y="2486"/>
                </a:lnTo>
                <a:lnTo>
                  <a:pt x="2011" y="2626"/>
                </a:lnTo>
                <a:lnTo>
                  <a:pt x="2112" y="2768"/>
                </a:lnTo>
                <a:lnTo>
                  <a:pt x="2288" y="3002"/>
                </a:lnTo>
                <a:lnTo>
                  <a:pt x="2389" y="3142"/>
                </a:lnTo>
                <a:lnTo>
                  <a:pt x="2527" y="3284"/>
                </a:lnTo>
                <a:lnTo>
                  <a:pt x="2703" y="3518"/>
                </a:lnTo>
                <a:lnTo>
                  <a:pt x="2791" y="3659"/>
                </a:lnTo>
                <a:lnTo>
                  <a:pt x="2892" y="3800"/>
                </a:lnTo>
                <a:lnTo>
                  <a:pt x="3030" y="3941"/>
                </a:lnTo>
                <a:lnTo>
                  <a:pt x="3206" y="4175"/>
                </a:lnTo>
                <a:lnTo>
                  <a:pt x="3294" y="4315"/>
                </a:lnTo>
                <a:lnTo>
                  <a:pt x="3395" y="4457"/>
                </a:lnTo>
                <a:lnTo>
                  <a:pt x="3533" y="4551"/>
                </a:lnTo>
                <a:lnTo>
                  <a:pt x="3621" y="4691"/>
                </a:lnTo>
                <a:lnTo>
                  <a:pt x="3709" y="4831"/>
                </a:lnTo>
                <a:lnTo>
                  <a:pt x="3898" y="5067"/>
                </a:lnTo>
                <a:lnTo>
                  <a:pt x="4036" y="5207"/>
                </a:lnTo>
                <a:lnTo>
                  <a:pt x="4124" y="5348"/>
                </a:lnTo>
                <a:lnTo>
                  <a:pt x="4300" y="5582"/>
                </a:lnTo>
                <a:lnTo>
                  <a:pt x="4400" y="5724"/>
                </a:lnTo>
                <a:lnTo>
                  <a:pt x="4539" y="5864"/>
                </a:lnTo>
                <a:lnTo>
                  <a:pt x="4715" y="6098"/>
                </a:lnTo>
                <a:lnTo>
                  <a:pt x="4803" y="6240"/>
                </a:lnTo>
                <a:lnTo>
                  <a:pt x="5042" y="6474"/>
                </a:lnTo>
                <a:lnTo>
                  <a:pt x="5130" y="6615"/>
                </a:lnTo>
                <a:lnTo>
                  <a:pt x="5318" y="6849"/>
                </a:lnTo>
                <a:lnTo>
                  <a:pt x="5406" y="6991"/>
                </a:lnTo>
                <a:lnTo>
                  <a:pt x="5545" y="7131"/>
                </a:lnTo>
                <a:lnTo>
                  <a:pt x="5721" y="7365"/>
                </a:lnTo>
                <a:lnTo>
                  <a:pt x="5821" y="7507"/>
                </a:lnTo>
                <a:lnTo>
                  <a:pt x="6048" y="7741"/>
                </a:lnTo>
                <a:lnTo>
                  <a:pt x="6136" y="7882"/>
                </a:lnTo>
                <a:lnTo>
                  <a:pt x="6324" y="8116"/>
                </a:lnTo>
                <a:lnTo>
                  <a:pt x="6412" y="8258"/>
                </a:lnTo>
                <a:lnTo>
                  <a:pt x="6551" y="8351"/>
                </a:lnTo>
                <a:lnTo>
                  <a:pt x="6639" y="8492"/>
                </a:lnTo>
                <a:lnTo>
                  <a:pt x="6727" y="8632"/>
                </a:lnTo>
                <a:lnTo>
                  <a:pt x="6915" y="8868"/>
                </a:lnTo>
                <a:lnTo>
                  <a:pt x="7054" y="8960"/>
                </a:lnTo>
                <a:lnTo>
                  <a:pt x="7142" y="9102"/>
                </a:lnTo>
                <a:lnTo>
                  <a:pt x="7230" y="9242"/>
                </a:lnTo>
                <a:lnTo>
                  <a:pt x="7418" y="9477"/>
                </a:lnTo>
                <a:lnTo>
                  <a:pt x="7557" y="9618"/>
                </a:lnTo>
                <a:lnTo>
                  <a:pt x="7733" y="9853"/>
                </a:lnTo>
                <a:lnTo>
                  <a:pt x="7833" y="9993"/>
                </a:lnTo>
                <a:lnTo>
                  <a:pt x="8060" y="10227"/>
                </a:lnTo>
                <a:lnTo>
                  <a:pt x="8236" y="10463"/>
                </a:lnTo>
                <a:lnTo>
                  <a:pt x="8336" y="10603"/>
                </a:lnTo>
                <a:lnTo>
                  <a:pt x="8563" y="10838"/>
                </a:lnTo>
                <a:lnTo>
                  <a:pt x="8739" y="11072"/>
                </a:lnTo>
                <a:lnTo>
                  <a:pt x="8839" y="11214"/>
                </a:lnTo>
                <a:lnTo>
                  <a:pt x="9066" y="11448"/>
                </a:lnTo>
                <a:lnTo>
                  <a:pt x="9254" y="11682"/>
                </a:lnTo>
                <a:lnTo>
                  <a:pt x="9430" y="11917"/>
                </a:lnTo>
                <a:lnTo>
                  <a:pt x="9568" y="12058"/>
                </a:lnTo>
                <a:lnTo>
                  <a:pt x="9757" y="12293"/>
                </a:lnTo>
                <a:lnTo>
                  <a:pt x="9933" y="12527"/>
                </a:lnTo>
                <a:lnTo>
                  <a:pt x="10071" y="12621"/>
                </a:lnTo>
                <a:lnTo>
                  <a:pt x="10159" y="12761"/>
                </a:lnTo>
                <a:lnTo>
                  <a:pt x="10260" y="12903"/>
                </a:lnTo>
                <a:lnTo>
                  <a:pt x="10436" y="13137"/>
                </a:lnTo>
                <a:lnTo>
                  <a:pt x="10574" y="13231"/>
                </a:lnTo>
                <a:lnTo>
                  <a:pt x="10662" y="13371"/>
                </a:lnTo>
                <a:lnTo>
                  <a:pt x="10851" y="13606"/>
                </a:lnTo>
                <a:lnTo>
                  <a:pt x="11077" y="13841"/>
                </a:lnTo>
                <a:lnTo>
                  <a:pt x="11266" y="14076"/>
                </a:lnTo>
                <a:lnTo>
                  <a:pt x="11442" y="14310"/>
                </a:lnTo>
                <a:lnTo>
                  <a:pt x="11580" y="14404"/>
                </a:lnTo>
                <a:lnTo>
                  <a:pt x="11668" y="14544"/>
                </a:lnTo>
                <a:lnTo>
                  <a:pt x="11769" y="14686"/>
                </a:lnTo>
                <a:lnTo>
                  <a:pt x="11945" y="14920"/>
                </a:lnTo>
                <a:lnTo>
                  <a:pt x="12083" y="15014"/>
                </a:lnTo>
                <a:lnTo>
                  <a:pt x="12171" y="15155"/>
                </a:lnTo>
                <a:lnTo>
                  <a:pt x="12360" y="15343"/>
                </a:lnTo>
                <a:lnTo>
                  <a:pt x="12448" y="15483"/>
                </a:lnTo>
                <a:lnTo>
                  <a:pt x="12586" y="15577"/>
                </a:lnTo>
                <a:lnTo>
                  <a:pt x="12687" y="15717"/>
                </a:lnTo>
                <a:lnTo>
                  <a:pt x="12863" y="15953"/>
                </a:lnTo>
                <a:lnTo>
                  <a:pt x="13089" y="16187"/>
                </a:lnTo>
                <a:lnTo>
                  <a:pt x="13278" y="16422"/>
                </a:lnTo>
                <a:lnTo>
                  <a:pt x="13454" y="16656"/>
                </a:lnTo>
                <a:lnTo>
                  <a:pt x="13592" y="16750"/>
                </a:lnTo>
                <a:lnTo>
                  <a:pt x="13693" y="16891"/>
                </a:lnTo>
                <a:lnTo>
                  <a:pt x="13869" y="17126"/>
                </a:lnTo>
                <a:lnTo>
                  <a:pt x="14095" y="17314"/>
                </a:lnTo>
                <a:lnTo>
                  <a:pt x="14196" y="17454"/>
                </a:lnTo>
                <a:lnTo>
                  <a:pt x="14372" y="17688"/>
                </a:lnTo>
                <a:lnTo>
                  <a:pt x="14598" y="17923"/>
                </a:lnTo>
                <a:lnTo>
                  <a:pt x="14787" y="18111"/>
                </a:lnTo>
                <a:lnTo>
                  <a:pt x="14875" y="18251"/>
                </a:lnTo>
                <a:lnTo>
                  <a:pt x="15101" y="18487"/>
                </a:lnTo>
                <a:lnTo>
                  <a:pt x="15290" y="18673"/>
                </a:lnTo>
                <a:lnTo>
                  <a:pt x="15378" y="18815"/>
                </a:lnTo>
                <a:lnTo>
                  <a:pt x="15604" y="19049"/>
                </a:lnTo>
                <a:lnTo>
                  <a:pt x="15793" y="19237"/>
                </a:lnTo>
                <a:lnTo>
                  <a:pt x="15881" y="19378"/>
                </a:lnTo>
                <a:lnTo>
                  <a:pt x="16107" y="19612"/>
                </a:lnTo>
                <a:lnTo>
                  <a:pt x="16296" y="19800"/>
                </a:lnTo>
                <a:lnTo>
                  <a:pt x="16384" y="19940"/>
                </a:lnTo>
                <a:lnTo>
                  <a:pt x="16623" y="20128"/>
                </a:lnTo>
                <a:lnTo>
                  <a:pt x="16711" y="20270"/>
                </a:lnTo>
                <a:lnTo>
                  <a:pt x="16887" y="20504"/>
                </a:lnTo>
                <a:lnTo>
                  <a:pt x="17126" y="20692"/>
                </a:lnTo>
                <a:lnTo>
                  <a:pt x="17214" y="20832"/>
                </a:lnTo>
                <a:lnTo>
                  <a:pt x="17390" y="21020"/>
                </a:lnTo>
                <a:lnTo>
                  <a:pt x="17490" y="21161"/>
                </a:lnTo>
                <a:lnTo>
                  <a:pt x="17629" y="21255"/>
                </a:lnTo>
                <a:lnTo>
                  <a:pt x="17805" y="21489"/>
                </a:lnTo>
                <a:lnTo>
                  <a:pt x="17993" y="21677"/>
                </a:lnTo>
                <a:lnTo>
                  <a:pt x="18132" y="21817"/>
                </a:lnTo>
                <a:lnTo>
                  <a:pt x="18308" y="22005"/>
                </a:lnTo>
                <a:lnTo>
                  <a:pt x="18396" y="22146"/>
                </a:lnTo>
                <a:lnTo>
                  <a:pt x="18634" y="22334"/>
                </a:lnTo>
                <a:lnTo>
                  <a:pt x="18723" y="22474"/>
                </a:lnTo>
                <a:lnTo>
                  <a:pt x="18911" y="22662"/>
                </a:lnTo>
                <a:lnTo>
                  <a:pt x="19137" y="22896"/>
                </a:lnTo>
                <a:lnTo>
                  <a:pt x="19314" y="23084"/>
                </a:lnTo>
                <a:lnTo>
                  <a:pt x="19414" y="23226"/>
                </a:lnTo>
                <a:lnTo>
                  <a:pt x="19640" y="23413"/>
                </a:lnTo>
                <a:lnTo>
                  <a:pt x="19816" y="23648"/>
                </a:lnTo>
                <a:lnTo>
                  <a:pt x="20005" y="23835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6544500" y="4548037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0"/>
                </a:moveTo>
                <a:lnTo>
                  <a:pt x="138" y="141"/>
                </a:lnTo>
                <a:lnTo>
                  <a:pt x="314" y="328"/>
                </a:lnTo>
                <a:lnTo>
                  <a:pt x="502" y="563"/>
                </a:lnTo>
                <a:lnTo>
                  <a:pt x="641" y="657"/>
                </a:lnTo>
                <a:lnTo>
                  <a:pt x="817" y="844"/>
                </a:lnTo>
                <a:lnTo>
                  <a:pt x="917" y="986"/>
                </a:lnTo>
                <a:lnTo>
                  <a:pt x="1144" y="1172"/>
                </a:lnTo>
                <a:lnTo>
                  <a:pt x="1320" y="1360"/>
                </a:lnTo>
                <a:lnTo>
                  <a:pt x="1420" y="1502"/>
                </a:lnTo>
                <a:lnTo>
                  <a:pt x="1647" y="1689"/>
                </a:lnTo>
                <a:lnTo>
                  <a:pt x="1823" y="1924"/>
                </a:lnTo>
                <a:lnTo>
                  <a:pt x="2011" y="2111"/>
                </a:lnTo>
                <a:lnTo>
                  <a:pt x="2150" y="2205"/>
                </a:lnTo>
                <a:lnTo>
                  <a:pt x="2326" y="2439"/>
                </a:lnTo>
                <a:lnTo>
                  <a:pt x="2514" y="2627"/>
                </a:lnTo>
                <a:lnTo>
                  <a:pt x="2653" y="2721"/>
                </a:lnTo>
                <a:lnTo>
                  <a:pt x="2841" y="2956"/>
                </a:lnTo>
                <a:lnTo>
                  <a:pt x="3017" y="3144"/>
                </a:lnTo>
                <a:lnTo>
                  <a:pt x="3156" y="3238"/>
                </a:lnTo>
                <a:lnTo>
                  <a:pt x="3344" y="3426"/>
                </a:lnTo>
                <a:lnTo>
                  <a:pt x="3432" y="3566"/>
                </a:lnTo>
                <a:lnTo>
                  <a:pt x="3659" y="3754"/>
                </a:lnTo>
                <a:lnTo>
                  <a:pt x="3847" y="3942"/>
                </a:lnTo>
                <a:lnTo>
                  <a:pt x="4023" y="4129"/>
                </a:lnTo>
                <a:lnTo>
                  <a:pt x="4162" y="4270"/>
                </a:lnTo>
                <a:lnTo>
                  <a:pt x="4350" y="4458"/>
                </a:lnTo>
                <a:lnTo>
                  <a:pt x="4526" y="4645"/>
                </a:lnTo>
                <a:lnTo>
                  <a:pt x="4665" y="4739"/>
                </a:lnTo>
                <a:lnTo>
                  <a:pt x="4853" y="4973"/>
                </a:lnTo>
                <a:lnTo>
                  <a:pt x="5029" y="5161"/>
                </a:lnTo>
                <a:lnTo>
                  <a:pt x="5168" y="5255"/>
                </a:lnTo>
                <a:lnTo>
                  <a:pt x="5356" y="5443"/>
                </a:lnTo>
                <a:lnTo>
                  <a:pt x="5532" y="5631"/>
                </a:lnTo>
                <a:lnTo>
                  <a:pt x="5670" y="5725"/>
                </a:lnTo>
                <a:lnTo>
                  <a:pt x="5758" y="5865"/>
                </a:lnTo>
                <a:lnTo>
                  <a:pt x="5947" y="6053"/>
                </a:lnTo>
                <a:lnTo>
                  <a:pt x="6173" y="6240"/>
                </a:lnTo>
                <a:lnTo>
                  <a:pt x="6362" y="6428"/>
                </a:lnTo>
                <a:lnTo>
                  <a:pt x="6538" y="6616"/>
                </a:lnTo>
                <a:lnTo>
                  <a:pt x="6676" y="6710"/>
                </a:lnTo>
                <a:lnTo>
                  <a:pt x="6865" y="6898"/>
                </a:lnTo>
                <a:lnTo>
                  <a:pt x="7041" y="7132"/>
                </a:lnTo>
                <a:lnTo>
                  <a:pt x="7179" y="7226"/>
                </a:lnTo>
                <a:lnTo>
                  <a:pt x="7368" y="7414"/>
                </a:lnTo>
                <a:lnTo>
                  <a:pt x="7544" y="7601"/>
                </a:lnTo>
                <a:lnTo>
                  <a:pt x="7682" y="7695"/>
                </a:lnTo>
                <a:lnTo>
                  <a:pt x="7871" y="7883"/>
                </a:lnTo>
                <a:lnTo>
                  <a:pt x="8047" y="8071"/>
                </a:lnTo>
                <a:lnTo>
                  <a:pt x="8185" y="8165"/>
                </a:lnTo>
                <a:lnTo>
                  <a:pt x="8374" y="8351"/>
                </a:lnTo>
                <a:lnTo>
                  <a:pt x="8550" y="8539"/>
                </a:lnTo>
                <a:lnTo>
                  <a:pt x="8688" y="8633"/>
                </a:lnTo>
                <a:lnTo>
                  <a:pt x="8877" y="8821"/>
                </a:lnTo>
                <a:lnTo>
                  <a:pt x="9066" y="9009"/>
                </a:lnTo>
                <a:lnTo>
                  <a:pt x="9292" y="9196"/>
                </a:lnTo>
                <a:lnTo>
                  <a:pt x="9468" y="9384"/>
                </a:lnTo>
                <a:lnTo>
                  <a:pt x="9694" y="9572"/>
                </a:lnTo>
                <a:lnTo>
                  <a:pt x="9883" y="9760"/>
                </a:lnTo>
                <a:lnTo>
                  <a:pt x="10071" y="9948"/>
                </a:lnTo>
                <a:lnTo>
                  <a:pt x="10210" y="10041"/>
                </a:lnTo>
                <a:lnTo>
                  <a:pt x="10386" y="10229"/>
                </a:lnTo>
                <a:lnTo>
                  <a:pt x="10574" y="10417"/>
                </a:lnTo>
                <a:lnTo>
                  <a:pt x="10713" y="10511"/>
                </a:lnTo>
                <a:lnTo>
                  <a:pt x="10889" y="10651"/>
                </a:lnTo>
                <a:lnTo>
                  <a:pt x="11077" y="10839"/>
                </a:lnTo>
                <a:lnTo>
                  <a:pt x="11216" y="10933"/>
                </a:lnTo>
                <a:lnTo>
                  <a:pt x="11392" y="11121"/>
                </a:lnTo>
                <a:lnTo>
                  <a:pt x="11580" y="11308"/>
                </a:lnTo>
                <a:lnTo>
                  <a:pt x="11719" y="11402"/>
                </a:lnTo>
                <a:lnTo>
                  <a:pt x="11895" y="11590"/>
                </a:lnTo>
                <a:lnTo>
                  <a:pt x="12083" y="11730"/>
                </a:lnTo>
                <a:lnTo>
                  <a:pt x="12222" y="11824"/>
                </a:lnTo>
                <a:lnTo>
                  <a:pt x="12398" y="12012"/>
                </a:lnTo>
                <a:lnTo>
                  <a:pt x="12586" y="12200"/>
                </a:lnTo>
                <a:lnTo>
                  <a:pt x="12725" y="12294"/>
                </a:lnTo>
                <a:lnTo>
                  <a:pt x="12901" y="12482"/>
                </a:lnTo>
                <a:lnTo>
                  <a:pt x="13089" y="12622"/>
                </a:lnTo>
                <a:lnTo>
                  <a:pt x="13228" y="12716"/>
                </a:lnTo>
                <a:lnTo>
                  <a:pt x="13404" y="12904"/>
                </a:lnTo>
                <a:lnTo>
                  <a:pt x="13592" y="13091"/>
                </a:lnTo>
                <a:lnTo>
                  <a:pt x="13731" y="13185"/>
                </a:lnTo>
                <a:lnTo>
                  <a:pt x="13907" y="13326"/>
                </a:lnTo>
                <a:lnTo>
                  <a:pt x="14095" y="13513"/>
                </a:lnTo>
                <a:lnTo>
                  <a:pt x="14234" y="13607"/>
                </a:lnTo>
                <a:lnTo>
                  <a:pt x="14410" y="13749"/>
                </a:lnTo>
                <a:lnTo>
                  <a:pt x="14598" y="13935"/>
                </a:lnTo>
                <a:lnTo>
                  <a:pt x="14736" y="14029"/>
                </a:lnTo>
                <a:lnTo>
                  <a:pt x="14913" y="14217"/>
                </a:lnTo>
                <a:lnTo>
                  <a:pt x="15101" y="14358"/>
                </a:lnTo>
                <a:lnTo>
                  <a:pt x="15239" y="14452"/>
                </a:lnTo>
                <a:lnTo>
                  <a:pt x="15415" y="14640"/>
                </a:lnTo>
                <a:lnTo>
                  <a:pt x="15604" y="14780"/>
                </a:lnTo>
                <a:lnTo>
                  <a:pt x="15742" y="14874"/>
                </a:lnTo>
                <a:lnTo>
                  <a:pt x="15918" y="15062"/>
                </a:lnTo>
                <a:lnTo>
                  <a:pt x="16107" y="15202"/>
                </a:lnTo>
                <a:lnTo>
                  <a:pt x="16245" y="15296"/>
                </a:lnTo>
                <a:lnTo>
                  <a:pt x="16434" y="15438"/>
                </a:lnTo>
                <a:lnTo>
                  <a:pt x="16610" y="15625"/>
                </a:lnTo>
                <a:lnTo>
                  <a:pt x="16748" y="15719"/>
                </a:lnTo>
                <a:lnTo>
                  <a:pt x="16937" y="15860"/>
                </a:lnTo>
                <a:lnTo>
                  <a:pt x="17113" y="16047"/>
                </a:lnTo>
                <a:lnTo>
                  <a:pt x="17251" y="16094"/>
                </a:lnTo>
                <a:lnTo>
                  <a:pt x="17440" y="16282"/>
                </a:lnTo>
                <a:lnTo>
                  <a:pt x="17616" y="16423"/>
                </a:lnTo>
                <a:lnTo>
                  <a:pt x="17754" y="16517"/>
                </a:lnTo>
                <a:lnTo>
                  <a:pt x="17943" y="16705"/>
                </a:lnTo>
                <a:lnTo>
                  <a:pt x="18119" y="16845"/>
                </a:lnTo>
                <a:lnTo>
                  <a:pt x="18257" y="16939"/>
                </a:lnTo>
                <a:lnTo>
                  <a:pt x="18446" y="17079"/>
                </a:lnTo>
                <a:lnTo>
                  <a:pt x="18622" y="17267"/>
                </a:lnTo>
                <a:lnTo>
                  <a:pt x="18760" y="17314"/>
                </a:lnTo>
                <a:lnTo>
                  <a:pt x="18949" y="17502"/>
                </a:lnTo>
                <a:lnTo>
                  <a:pt x="19125" y="17642"/>
                </a:lnTo>
                <a:lnTo>
                  <a:pt x="19263" y="17736"/>
                </a:lnTo>
                <a:lnTo>
                  <a:pt x="19452" y="17878"/>
                </a:lnTo>
                <a:lnTo>
                  <a:pt x="19628" y="18018"/>
                </a:lnTo>
                <a:lnTo>
                  <a:pt x="19766" y="18112"/>
                </a:lnTo>
                <a:lnTo>
                  <a:pt x="19955" y="1825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6564543" y="4566384"/>
            <a:ext cx="20043" cy="12528"/>
          </a:xfrm>
          <a:custGeom>
            <a:avLst/>
            <a:gdLst/>
            <a:ahLst/>
            <a:cxnLst/>
            <a:rect l="l" t="t" r="r" b="b"/>
            <a:pathLst>
              <a:path w="20043" h="12528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69"/>
                </a:lnTo>
                <a:lnTo>
                  <a:pt x="729" y="562"/>
                </a:lnTo>
                <a:lnTo>
                  <a:pt x="917" y="704"/>
                </a:lnTo>
                <a:lnTo>
                  <a:pt x="1093" y="844"/>
                </a:lnTo>
                <a:lnTo>
                  <a:pt x="1232" y="938"/>
                </a:lnTo>
                <a:lnTo>
                  <a:pt x="1420" y="1078"/>
                </a:lnTo>
                <a:lnTo>
                  <a:pt x="1596" y="1220"/>
                </a:lnTo>
                <a:lnTo>
                  <a:pt x="1735" y="1314"/>
                </a:lnTo>
                <a:lnTo>
                  <a:pt x="1923" y="1454"/>
                </a:lnTo>
                <a:lnTo>
                  <a:pt x="2099" y="1595"/>
                </a:lnTo>
                <a:lnTo>
                  <a:pt x="2238" y="1689"/>
                </a:lnTo>
                <a:lnTo>
                  <a:pt x="2426" y="1829"/>
                </a:lnTo>
                <a:lnTo>
                  <a:pt x="2615" y="1971"/>
                </a:lnTo>
                <a:lnTo>
                  <a:pt x="2841" y="2111"/>
                </a:lnTo>
                <a:lnTo>
                  <a:pt x="3017" y="2251"/>
                </a:lnTo>
                <a:lnTo>
                  <a:pt x="3244" y="2439"/>
                </a:lnTo>
                <a:lnTo>
                  <a:pt x="3432" y="2581"/>
                </a:lnTo>
                <a:lnTo>
                  <a:pt x="3621" y="2721"/>
                </a:lnTo>
                <a:lnTo>
                  <a:pt x="3759" y="2768"/>
                </a:lnTo>
                <a:lnTo>
                  <a:pt x="3935" y="2909"/>
                </a:lnTo>
                <a:lnTo>
                  <a:pt x="4124" y="3050"/>
                </a:lnTo>
                <a:lnTo>
                  <a:pt x="4262" y="3144"/>
                </a:lnTo>
                <a:lnTo>
                  <a:pt x="4438" y="3284"/>
                </a:lnTo>
                <a:lnTo>
                  <a:pt x="4627" y="3426"/>
                </a:lnTo>
                <a:lnTo>
                  <a:pt x="4765" y="3518"/>
                </a:lnTo>
                <a:lnTo>
                  <a:pt x="4941" y="3660"/>
                </a:lnTo>
                <a:lnTo>
                  <a:pt x="5130" y="3800"/>
                </a:lnTo>
                <a:lnTo>
                  <a:pt x="5268" y="3848"/>
                </a:lnTo>
                <a:lnTo>
                  <a:pt x="5444" y="3988"/>
                </a:lnTo>
                <a:lnTo>
                  <a:pt x="5633" y="4129"/>
                </a:lnTo>
                <a:lnTo>
                  <a:pt x="5771" y="4176"/>
                </a:lnTo>
                <a:lnTo>
                  <a:pt x="5947" y="4316"/>
                </a:lnTo>
                <a:lnTo>
                  <a:pt x="6136" y="4457"/>
                </a:lnTo>
                <a:lnTo>
                  <a:pt x="6274" y="4551"/>
                </a:lnTo>
                <a:lnTo>
                  <a:pt x="6450" y="4692"/>
                </a:lnTo>
                <a:lnTo>
                  <a:pt x="6639" y="4833"/>
                </a:lnTo>
                <a:lnTo>
                  <a:pt x="6777" y="4879"/>
                </a:lnTo>
                <a:lnTo>
                  <a:pt x="6953" y="5021"/>
                </a:lnTo>
                <a:lnTo>
                  <a:pt x="7142" y="5161"/>
                </a:lnTo>
                <a:lnTo>
                  <a:pt x="7280" y="5207"/>
                </a:lnTo>
                <a:lnTo>
                  <a:pt x="7456" y="5349"/>
                </a:lnTo>
                <a:lnTo>
                  <a:pt x="7645" y="5489"/>
                </a:lnTo>
                <a:lnTo>
                  <a:pt x="7783" y="5537"/>
                </a:lnTo>
                <a:lnTo>
                  <a:pt x="7959" y="5677"/>
                </a:lnTo>
                <a:lnTo>
                  <a:pt x="8148" y="5818"/>
                </a:lnTo>
                <a:lnTo>
                  <a:pt x="8286" y="5865"/>
                </a:lnTo>
                <a:lnTo>
                  <a:pt x="8462" y="6006"/>
                </a:lnTo>
                <a:lnTo>
                  <a:pt x="8651" y="6146"/>
                </a:lnTo>
                <a:lnTo>
                  <a:pt x="8789" y="6194"/>
                </a:lnTo>
                <a:lnTo>
                  <a:pt x="8965" y="6334"/>
                </a:lnTo>
                <a:lnTo>
                  <a:pt x="9154" y="6474"/>
                </a:lnTo>
                <a:lnTo>
                  <a:pt x="9292" y="6522"/>
                </a:lnTo>
                <a:lnTo>
                  <a:pt x="9468" y="6662"/>
                </a:lnTo>
                <a:lnTo>
                  <a:pt x="9656" y="6804"/>
                </a:lnTo>
                <a:lnTo>
                  <a:pt x="9795" y="6850"/>
                </a:lnTo>
                <a:lnTo>
                  <a:pt x="9983" y="6991"/>
                </a:lnTo>
                <a:lnTo>
                  <a:pt x="10159" y="7085"/>
                </a:lnTo>
                <a:lnTo>
                  <a:pt x="10298" y="7179"/>
                </a:lnTo>
                <a:lnTo>
                  <a:pt x="10486" y="7273"/>
                </a:lnTo>
                <a:lnTo>
                  <a:pt x="10662" y="7413"/>
                </a:lnTo>
                <a:lnTo>
                  <a:pt x="10801" y="7461"/>
                </a:lnTo>
                <a:lnTo>
                  <a:pt x="10989" y="7601"/>
                </a:lnTo>
                <a:lnTo>
                  <a:pt x="11165" y="7741"/>
                </a:lnTo>
                <a:lnTo>
                  <a:pt x="11304" y="7789"/>
                </a:lnTo>
                <a:lnTo>
                  <a:pt x="11492" y="7929"/>
                </a:lnTo>
                <a:lnTo>
                  <a:pt x="11668" y="8023"/>
                </a:lnTo>
                <a:lnTo>
                  <a:pt x="11807" y="8071"/>
                </a:lnTo>
                <a:lnTo>
                  <a:pt x="11995" y="8211"/>
                </a:lnTo>
                <a:lnTo>
                  <a:pt x="12171" y="8351"/>
                </a:lnTo>
                <a:lnTo>
                  <a:pt x="12310" y="8399"/>
                </a:lnTo>
                <a:lnTo>
                  <a:pt x="12498" y="8493"/>
                </a:lnTo>
                <a:lnTo>
                  <a:pt x="12674" y="8633"/>
                </a:lnTo>
                <a:lnTo>
                  <a:pt x="12813" y="8680"/>
                </a:lnTo>
                <a:lnTo>
                  <a:pt x="13001" y="8821"/>
                </a:lnTo>
                <a:lnTo>
                  <a:pt x="13177" y="8915"/>
                </a:lnTo>
                <a:lnTo>
                  <a:pt x="13316" y="8962"/>
                </a:lnTo>
                <a:lnTo>
                  <a:pt x="13504" y="9102"/>
                </a:lnTo>
                <a:lnTo>
                  <a:pt x="13680" y="9196"/>
                </a:lnTo>
                <a:lnTo>
                  <a:pt x="13819" y="9244"/>
                </a:lnTo>
                <a:lnTo>
                  <a:pt x="14007" y="9384"/>
                </a:lnTo>
                <a:lnTo>
                  <a:pt x="14183" y="9478"/>
                </a:lnTo>
                <a:lnTo>
                  <a:pt x="14322" y="9572"/>
                </a:lnTo>
                <a:lnTo>
                  <a:pt x="14510" y="9666"/>
                </a:lnTo>
                <a:lnTo>
                  <a:pt x="14686" y="9760"/>
                </a:lnTo>
                <a:lnTo>
                  <a:pt x="14825" y="9853"/>
                </a:lnTo>
                <a:lnTo>
                  <a:pt x="15013" y="9947"/>
                </a:lnTo>
                <a:lnTo>
                  <a:pt x="15189" y="10041"/>
                </a:lnTo>
                <a:lnTo>
                  <a:pt x="15327" y="10088"/>
                </a:lnTo>
                <a:lnTo>
                  <a:pt x="15516" y="10229"/>
                </a:lnTo>
                <a:lnTo>
                  <a:pt x="15692" y="10323"/>
                </a:lnTo>
                <a:lnTo>
                  <a:pt x="15830" y="10369"/>
                </a:lnTo>
                <a:lnTo>
                  <a:pt x="16019" y="10511"/>
                </a:lnTo>
                <a:lnTo>
                  <a:pt x="16208" y="10605"/>
                </a:lnTo>
                <a:lnTo>
                  <a:pt x="16434" y="10697"/>
                </a:lnTo>
                <a:lnTo>
                  <a:pt x="16610" y="10791"/>
                </a:lnTo>
                <a:lnTo>
                  <a:pt x="16836" y="10933"/>
                </a:lnTo>
                <a:lnTo>
                  <a:pt x="17025" y="11027"/>
                </a:lnTo>
                <a:lnTo>
                  <a:pt x="17214" y="11120"/>
                </a:lnTo>
                <a:lnTo>
                  <a:pt x="17352" y="11167"/>
                </a:lnTo>
                <a:lnTo>
                  <a:pt x="17528" y="11308"/>
                </a:lnTo>
                <a:lnTo>
                  <a:pt x="17717" y="11402"/>
                </a:lnTo>
                <a:lnTo>
                  <a:pt x="17855" y="11449"/>
                </a:lnTo>
                <a:lnTo>
                  <a:pt x="18031" y="11542"/>
                </a:lnTo>
                <a:lnTo>
                  <a:pt x="18220" y="11636"/>
                </a:lnTo>
                <a:lnTo>
                  <a:pt x="18358" y="11684"/>
                </a:lnTo>
                <a:lnTo>
                  <a:pt x="18534" y="11778"/>
                </a:lnTo>
                <a:lnTo>
                  <a:pt x="18723" y="11918"/>
                </a:lnTo>
                <a:lnTo>
                  <a:pt x="18861" y="11964"/>
                </a:lnTo>
                <a:lnTo>
                  <a:pt x="19037" y="12058"/>
                </a:lnTo>
                <a:lnTo>
                  <a:pt x="19225" y="12152"/>
                </a:lnTo>
                <a:lnTo>
                  <a:pt x="19364" y="12200"/>
                </a:lnTo>
                <a:lnTo>
                  <a:pt x="19540" y="12294"/>
                </a:lnTo>
                <a:lnTo>
                  <a:pt x="19728" y="12387"/>
                </a:lnTo>
                <a:lnTo>
                  <a:pt x="19867" y="12434"/>
                </a:lnTo>
                <a:lnTo>
                  <a:pt x="20043" y="12528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6584586" y="4578913"/>
            <a:ext cx="20043" cy="6522"/>
          </a:xfrm>
          <a:custGeom>
            <a:avLst/>
            <a:gdLst/>
            <a:ahLst/>
            <a:cxnLst/>
            <a:rect l="l" t="t" r="r" b="b"/>
            <a:pathLst>
              <a:path w="20043" h="6522">
                <a:moveTo>
                  <a:pt x="0" y="0"/>
                </a:moveTo>
                <a:lnTo>
                  <a:pt x="188" y="93"/>
                </a:lnTo>
                <a:lnTo>
                  <a:pt x="326" y="140"/>
                </a:lnTo>
                <a:lnTo>
                  <a:pt x="502" y="234"/>
                </a:lnTo>
                <a:lnTo>
                  <a:pt x="691" y="328"/>
                </a:lnTo>
                <a:lnTo>
                  <a:pt x="829" y="374"/>
                </a:lnTo>
                <a:lnTo>
                  <a:pt x="1005" y="468"/>
                </a:lnTo>
                <a:lnTo>
                  <a:pt x="1194" y="562"/>
                </a:lnTo>
                <a:lnTo>
                  <a:pt x="1332" y="610"/>
                </a:lnTo>
                <a:lnTo>
                  <a:pt x="1508" y="702"/>
                </a:lnTo>
                <a:lnTo>
                  <a:pt x="1697" y="796"/>
                </a:lnTo>
                <a:lnTo>
                  <a:pt x="1835" y="844"/>
                </a:lnTo>
                <a:lnTo>
                  <a:pt x="2011" y="938"/>
                </a:lnTo>
                <a:lnTo>
                  <a:pt x="2200" y="1032"/>
                </a:lnTo>
                <a:lnTo>
                  <a:pt x="2338" y="1078"/>
                </a:lnTo>
                <a:lnTo>
                  <a:pt x="2514" y="1172"/>
                </a:lnTo>
                <a:lnTo>
                  <a:pt x="2703" y="1266"/>
                </a:lnTo>
                <a:lnTo>
                  <a:pt x="2841" y="1266"/>
                </a:lnTo>
                <a:lnTo>
                  <a:pt x="3017" y="1360"/>
                </a:lnTo>
                <a:lnTo>
                  <a:pt x="3206" y="1454"/>
                </a:lnTo>
                <a:lnTo>
                  <a:pt x="3344" y="1501"/>
                </a:lnTo>
                <a:lnTo>
                  <a:pt x="3533" y="1595"/>
                </a:lnTo>
                <a:lnTo>
                  <a:pt x="3709" y="1689"/>
                </a:lnTo>
                <a:lnTo>
                  <a:pt x="3847" y="1735"/>
                </a:lnTo>
                <a:lnTo>
                  <a:pt x="4036" y="1783"/>
                </a:lnTo>
                <a:lnTo>
                  <a:pt x="4212" y="1877"/>
                </a:lnTo>
                <a:lnTo>
                  <a:pt x="4350" y="1923"/>
                </a:lnTo>
                <a:lnTo>
                  <a:pt x="4539" y="2017"/>
                </a:lnTo>
                <a:lnTo>
                  <a:pt x="4715" y="2111"/>
                </a:lnTo>
                <a:lnTo>
                  <a:pt x="4853" y="2111"/>
                </a:lnTo>
                <a:lnTo>
                  <a:pt x="5042" y="2205"/>
                </a:lnTo>
                <a:lnTo>
                  <a:pt x="5218" y="2299"/>
                </a:lnTo>
                <a:lnTo>
                  <a:pt x="5356" y="2345"/>
                </a:lnTo>
                <a:lnTo>
                  <a:pt x="5545" y="2392"/>
                </a:lnTo>
                <a:lnTo>
                  <a:pt x="5721" y="2486"/>
                </a:lnTo>
                <a:lnTo>
                  <a:pt x="5859" y="2533"/>
                </a:lnTo>
                <a:lnTo>
                  <a:pt x="6048" y="2627"/>
                </a:lnTo>
                <a:lnTo>
                  <a:pt x="6224" y="2674"/>
                </a:lnTo>
                <a:lnTo>
                  <a:pt x="6362" y="2721"/>
                </a:lnTo>
                <a:lnTo>
                  <a:pt x="6551" y="2814"/>
                </a:lnTo>
                <a:lnTo>
                  <a:pt x="6727" y="2862"/>
                </a:lnTo>
                <a:lnTo>
                  <a:pt x="6865" y="2908"/>
                </a:lnTo>
                <a:lnTo>
                  <a:pt x="7054" y="3002"/>
                </a:lnTo>
                <a:lnTo>
                  <a:pt x="7230" y="3050"/>
                </a:lnTo>
                <a:lnTo>
                  <a:pt x="7368" y="3096"/>
                </a:lnTo>
                <a:lnTo>
                  <a:pt x="7557" y="3190"/>
                </a:lnTo>
                <a:lnTo>
                  <a:pt x="7733" y="3236"/>
                </a:lnTo>
                <a:lnTo>
                  <a:pt x="7871" y="3284"/>
                </a:lnTo>
                <a:lnTo>
                  <a:pt x="8060" y="3378"/>
                </a:lnTo>
                <a:lnTo>
                  <a:pt x="8236" y="3424"/>
                </a:lnTo>
                <a:lnTo>
                  <a:pt x="8374" y="3472"/>
                </a:lnTo>
                <a:lnTo>
                  <a:pt x="8563" y="3518"/>
                </a:lnTo>
                <a:lnTo>
                  <a:pt x="8789" y="3612"/>
                </a:lnTo>
                <a:lnTo>
                  <a:pt x="8977" y="3659"/>
                </a:lnTo>
                <a:lnTo>
                  <a:pt x="9154" y="3753"/>
                </a:lnTo>
                <a:lnTo>
                  <a:pt x="9292" y="3753"/>
                </a:lnTo>
                <a:lnTo>
                  <a:pt x="9480" y="3847"/>
                </a:lnTo>
                <a:lnTo>
                  <a:pt x="9656" y="3894"/>
                </a:lnTo>
                <a:lnTo>
                  <a:pt x="9795" y="3941"/>
                </a:lnTo>
                <a:lnTo>
                  <a:pt x="9983" y="3988"/>
                </a:lnTo>
                <a:lnTo>
                  <a:pt x="10159" y="4081"/>
                </a:lnTo>
                <a:lnTo>
                  <a:pt x="10298" y="4081"/>
                </a:lnTo>
                <a:lnTo>
                  <a:pt x="10486" y="4175"/>
                </a:lnTo>
                <a:lnTo>
                  <a:pt x="10662" y="4222"/>
                </a:lnTo>
                <a:lnTo>
                  <a:pt x="10801" y="4269"/>
                </a:lnTo>
                <a:lnTo>
                  <a:pt x="10989" y="4316"/>
                </a:lnTo>
                <a:lnTo>
                  <a:pt x="11165" y="4410"/>
                </a:lnTo>
                <a:lnTo>
                  <a:pt x="11304" y="4410"/>
                </a:lnTo>
                <a:lnTo>
                  <a:pt x="11492" y="4503"/>
                </a:lnTo>
                <a:lnTo>
                  <a:pt x="11668" y="4551"/>
                </a:lnTo>
                <a:lnTo>
                  <a:pt x="11807" y="4551"/>
                </a:lnTo>
                <a:lnTo>
                  <a:pt x="11995" y="4645"/>
                </a:lnTo>
                <a:lnTo>
                  <a:pt x="12171" y="4691"/>
                </a:lnTo>
                <a:lnTo>
                  <a:pt x="12310" y="4739"/>
                </a:lnTo>
                <a:lnTo>
                  <a:pt x="12498" y="4785"/>
                </a:lnTo>
                <a:lnTo>
                  <a:pt x="12674" y="4833"/>
                </a:lnTo>
                <a:lnTo>
                  <a:pt x="12813" y="4879"/>
                </a:lnTo>
                <a:lnTo>
                  <a:pt x="13001" y="4925"/>
                </a:lnTo>
                <a:lnTo>
                  <a:pt x="13177" y="4973"/>
                </a:lnTo>
                <a:lnTo>
                  <a:pt x="13316" y="5019"/>
                </a:lnTo>
                <a:lnTo>
                  <a:pt x="13504" y="5067"/>
                </a:lnTo>
                <a:lnTo>
                  <a:pt x="13693" y="5113"/>
                </a:lnTo>
                <a:lnTo>
                  <a:pt x="13919" y="5161"/>
                </a:lnTo>
                <a:lnTo>
                  <a:pt x="14095" y="5207"/>
                </a:lnTo>
                <a:lnTo>
                  <a:pt x="14322" y="5255"/>
                </a:lnTo>
                <a:lnTo>
                  <a:pt x="14510" y="5348"/>
                </a:lnTo>
                <a:lnTo>
                  <a:pt x="14699" y="5395"/>
                </a:lnTo>
                <a:lnTo>
                  <a:pt x="14837" y="5395"/>
                </a:lnTo>
                <a:lnTo>
                  <a:pt x="15013" y="5442"/>
                </a:lnTo>
                <a:lnTo>
                  <a:pt x="15202" y="5489"/>
                </a:lnTo>
                <a:lnTo>
                  <a:pt x="15340" y="5536"/>
                </a:lnTo>
                <a:lnTo>
                  <a:pt x="15516" y="5583"/>
                </a:lnTo>
                <a:lnTo>
                  <a:pt x="15705" y="5630"/>
                </a:lnTo>
                <a:lnTo>
                  <a:pt x="15843" y="5677"/>
                </a:lnTo>
                <a:lnTo>
                  <a:pt x="16019" y="5724"/>
                </a:lnTo>
                <a:lnTo>
                  <a:pt x="16208" y="5770"/>
                </a:lnTo>
                <a:lnTo>
                  <a:pt x="16346" y="5770"/>
                </a:lnTo>
                <a:lnTo>
                  <a:pt x="16522" y="5818"/>
                </a:lnTo>
                <a:lnTo>
                  <a:pt x="16711" y="5864"/>
                </a:lnTo>
                <a:lnTo>
                  <a:pt x="16849" y="5864"/>
                </a:lnTo>
                <a:lnTo>
                  <a:pt x="17025" y="5912"/>
                </a:lnTo>
                <a:lnTo>
                  <a:pt x="17214" y="5958"/>
                </a:lnTo>
                <a:lnTo>
                  <a:pt x="17352" y="6006"/>
                </a:lnTo>
                <a:lnTo>
                  <a:pt x="17528" y="6052"/>
                </a:lnTo>
                <a:lnTo>
                  <a:pt x="17717" y="6100"/>
                </a:lnTo>
                <a:lnTo>
                  <a:pt x="17855" y="6100"/>
                </a:lnTo>
                <a:lnTo>
                  <a:pt x="18031" y="6146"/>
                </a:lnTo>
                <a:lnTo>
                  <a:pt x="18220" y="6192"/>
                </a:lnTo>
                <a:lnTo>
                  <a:pt x="18358" y="6192"/>
                </a:lnTo>
                <a:lnTo>
                  <a:pt x="18534" y="6240"/>
                </a:lnTo>
                <a:lnTo>
                  <a:pt x="18723" y="6286"/>
                </a:lnTo>
                <a:lnTo>
                  <a:pt x="18861" y="6286"/>
                </a:lnTo>
                <a:lnTo>
                  <a:pt x="19037" y="6334"/>
                </a:lnTo>
                <a:lnTo>
                  <a:pt x="19225" y="6380"/>
                </a:lnTo>
                <a:lnTo>
                  <a:pt x="19364" y="6380"/>
                </a:lnTo>
                <a:lnTo>
                  <a:pt x="19540" y="6428"/>
                </a:lnTo>
                <a:lnTo>
                  <a:pt x="19728" y="6474"/>
                </a:lnTo>
                <a:lnTo>
                  <a:pt x="19867" y="6474"/>
                </a:lnTo>
                <a:lnTo>
                  <a:pt x="20043" y="6522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6604630" y="4585435"/>
            <a:ext cx="20055" cy="984"/>
          </a:xfrm>
          <a:custGeom>
            <a:avLst/>
            <a:gdLst/>
            <a:ahLst/>
            <a:cxnLst/>
            <a:rect l="l" t="t" r="r" b="b"/>
            <a:pathLst>
              <a:path w="20055" h="984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1" y="140"/>
                </a:lnTo>
                <a:lnTo>
                  <a:pt x="829" y="140"/>
                </a:lnTo>
                <a:lnTo>
                  <a:pt x="1018" y="186"/>
                </a:lnTo>
                <a:lnTo>
                  <a:pt x="1194" y="186"/>
                </a:lnTo>
                <a:lnTo>
                  <a:pt x="1332" y="234"/>
                </a:lnTo>
                <a:lnTo>
                  <a:pt x="1521" y="234"/>
                </a:lnTo>
                <a:lnTo>
                  <a:pt x="1697" y="280"/>
                </a:lnTo>
                <a:lnTo>
                  <a:pt x="1835" y="280"/>
                </a:lnTo>
                <a:lnTo>
                  <a:pt x="2024" y="328"/>
                </a:lnTo>
                <a:lnTo>
                  <a:pt x="2200" y="328"/>
                </a:lnTo>
                <a:lnTo>
                  <a:pt x="2338" y="374"/>
                </a:lnTo>
                <a:lnTo>
                  <a:pt x="2527" y="374"/>
                </a:lnTo>
                <a:lnTo>
                  <a:pt x="2703" y="422"/>
                </a:lnTo>
                <a:lnTo>
                  <a:pt x="2841" y="422"/>
                </a:lnTo>
                <a:lnTo>
                  <a:pt x="3030" y="468"/>
                </a:lnTo>
                <a:lnTo>
                  <a:pt x="3206" y="468"/>
                </a:lnTo>
                <a:lnTo>
                  <a:pt x="3344" y="514"/>
                </a:lnTo>
                <a:lnTo>
                  <a:pt x="3533" y="514"/>
                </a:lnTo>
                <a:lnTo>
                  <a:pt x="3709" y="562"/>
                </a:lnTo>
                <a:lnTo>
                  <a:pt x="3847" y="562"/>
                </a:lnTo>
                <a:lnTo>
                  <a:pt x="4036" y="562"/>
                </a:lnTo>
                <a:lnTo>
                  <a:pt x="4212" y="608"/>
                </a:lnTo>
                <a:lnTo>
                  <a:pt x="4350" y="608"/>
                </a:lnTo>
                <a:lnTo>
                  <a:pt x="4539" y="608"/>
                </a:lnTo>
                <a:lnTo>
                  <a:pt x="4715" y="656"/>
                </a:lnTo>
                <a:lnTo>
                  <a:pt x="4853" y="656"/>
                </a:lnTo>
                <a:lnTo>
                  <a:pt x="5042" y="702"/>
                </a:lnTo>
                <a:lnTo>
                  <a:pt x="5218" y="702"/>
                </a:lnTo>
                <a:lnTo>
                  <a:pt x="5356" y="702"/>
                </a:lnTo>
                <a:lnTo>
                  <a:pt x="5545" y="702"/>
                </a:lnTo>
                <a:lnTo>
                  <a:pt x="5721" y="750"/>
                </a:lnTo>
                <a:lnTo>
                  <a:pt x="5859" y="750"/>
                </a:lnTo>
                <a:lnTo>
                  <a:pt x="6048" y="750"/>
                </a:lnTo>
                <a:lnTo>
                  <a:pt x="6224" y="796"/>
                </a:lnTo>
                <a:lnTo>
                  <a:pt x="6362" y="796"/>
                </a:lnTo>
                <a:lnTo>
                  <a:pt x="6551" y="796"/>
                </a:lnTo>
                <a:lnTo>
                  <a:pt x="6727" y="844"/>
                </a:lnTo>
                <a:lnTo>
                  <a:pt x="6865" y="844"/>
                </a:lnTo>
                <a:lnTo>
                  <a:pt x="7054" y="844"/>
                </a:lnTo>
                <a:lnTo>
                  <a:pt x="7242" y="844"/>
                </a:lnTo>
                <a:lnTo>
                  <a:pt x="7469" y="890"/>
                </a:lnTo>
                <a:lnTo>
                  <a:pt x="7645" y="890"/>
                </a:lnTo>
                <a:lnTo>
                  <a:pt x="7871" y="890"/>
                </a:lnTo>
                <a:lnTo>
                  <a:pt x="8060" y="890"/>
                </a:lnTo>
                <a:lnTo>
                  <a:pt x="8248" y="890"/>
                </a:lnTo>
                <a:lnTo>
                  <a:pt x="8386" y="937"/>
                </a:lnTo>
                <a:lnTo>
                  <a:pt x="8563" y="937"/>
                </a:lnTo>
                <a:lnTo>
                  <a:pt x="8751" y="937"/>
                </a:lnTo>
                <a:lnTo>
                  <a:pt x="8889" y="937"/>
                </a:lnTo>
                <a:lnTo>
                  <a:pt x="9066" y="937"/>
                </a:lnTo>
                <a:lnTo>
                  <a:pt x="9254" y="937"/>
                </a:lnTo>
                <a:lnTo>
                  <a:pt x="9392" y="937"/>
                </a:lnTo>
                <a:lnTo>
                  <a:pt x="9568" y="937"/>
                </a:lnTo>
                <a:lnTo>
                  <a:pt x="9757" y="984"/>
                </a:lnTo>
                <a:lnTo>
                  <a:pt x="9895" y="984"/>
                </a:lnTo>
                <a:lnTo>
                  <a:pt x="10071" y="984"/>
                </a:lnTo>
                <a:lnTo>
                  <a:pt x="10260" y="984"/>
                </a:lnTo>
                <a:lnTo>
                  <a:pt x="10398" y="984"/>
                </a:lnTo>
                <a:lnTo>
                  <a:pt x="10574" y="984"/>
                </a:lnTo>
                <a:lnTo>
                  <a:pt x="10763" y="984"/>
                </a:lnTo>
                <a:lnTo>
                  <a:pt x="10901" y="984"/>
                </a:lnTo>
                <a:lnTo>
                  <a:pt x="11077" y="984"/>
                </a:lnTo>
                <a:lnTo>
                  <a:pt x="11266" y="984"/>
                </a:lnTo>
                <a:lnTo>
                  <a:pt x="11404" y="984"/>
                </a:lnTo>
                <a:lnTo>
                  <a:pt x="11580" y="984"/>
                </a:lnTo>
                <a:lnTo>
                  <a:pt x="11769" y="984"/>
                </a:lnTo>
                <a:lnTo>
                  <a:pt x="11907" y="984"/>
                </a:lnTo>
                <a:lnTo>
                  <a:pt x="12083" y="984"/>
                </a:lnTo>
                <a:lnTo>
                  <a:pt x="12272" y="984"/>
                </a:lnTo>
                <a:lnTo>
                  <a:pt x="12410" y="984"/>
                </a:lnTo>
                <a:lnTo>
                  <a:pt x="12586" y="984"/>
                </a:lnTo>
                <a:lnTo>
                  <a:pt x="12775" y="984"/>
                </a:lnTo>
                <a:lnTo>
                  <a:pt x="12913" y="984"/>
                </a:lnTo>
                <a:lnTo>
                  <a:pt x="13089" y="984"/>
                </a:lnTo>
                <a:lnTo>
                  <a:pt x="13278" y="937"/>
                </a:lnTo>
                <a:lnTo>
                  <a:pt x="13416" y="937"/>
                </a:lnTo>
                <a:lnTo>
                  <a:pt x="13592" y="937"/>
                </a:lnTo>
                <a:lnTo>
                  <a:pt x="13781" y="937"/>
                </a:lnTo>
                <a:lnTo>
                  <a:pt x="13919" y="937"/>
                </a:lnTo>
                <a:lnTo>
                  <a:pt x="14095" y="937"/>
                </a:lnTo>
                <a:lnTo>
                  <a:pt x="14284" y="937"/>
                </a:lnTo>
                <a:lnTo>
                  <a:pt x="14422" y="890"/>
                </a:lnTo>
                <a:lnTo>
                  <a:pt x="14611" y="890"/>
                </a:lnTo>
                <a:lnTo>
                  <a:pt x="14787" y="890"/>
                </a:lnTo>
                <a:lnTo>
                  <a:pt x="14925" y="890"/>
                </a:lnTo>
                <a:lnTo>
                  <a:pt x="15114" y="890"/>
                </a:lnTo>
                <a:lnTo>
                  <a:pt x="15290" y="844"/>
                </a:lnTo>
                <a:lnTo>
                  <a:pt x="15428" y="844"/>
                </a:lnTo>
                <a:lnTo>
                  <a:pt x="15617" y="844"/>
                </a:lnTo>
                <a:lnTo>
                  <a:pt x="15793" y="844"/>
                </a:lnTo>
                <a:lnTo>
                  <a:pt x="15931" y="844"/>
                </a:lnTo>
                <a:lnTo>
                  <a:pt x="16120" y="796"/>
                </a:lnTo>
                <a:lnTo>
                  <a:pt x="16296" y="796"/>
                </a:lnTo>
                <a:lnTo>
                  <a:pt x="16434" y="796"/>
                </a:lnTo>
                <a:lnTo>
                  <a:pt x="16623" y="750"/>
                </a:lnTo>
                <a:lnTo>
                  <a:pt x="16799" y="750"/>
                </a:lnTo>
                <a:lnTo>
                  <a:pt x="16937" y="750"/>
                </a:lnTo>
                <a:lnTo>
                  <a:pt x="17126" y="750"/>
                </a:lnTo>
                <a:lnTo>
                  <a:pt x="17302" y="702"/>
                </a:lnTo>
                <a:lnTo>
                  <a:pt x="17440" y="702"/>
                </a:lnTo>
                <a:lnTo>
                  <a:pt x="17629" y="702"/>
                </a:lnTo>
                <a:lnTo>
                  <a:pt x="17805" y="656"/>
                </a:lnTo>
                <a:lnTo>
                  <a:pt x="17943" y="656"/>
                </a:lnTo>
                <a:lnTo>
                  <a:pt x="18132" y="656"/>
                </a:lnTo>
                <a:lnTo>
                  <a:pt x="18308" y="608"/>
                </a:lnTo>
                <a:lnTo>
                  <a:pt x="18446" y="608"/>
                </a:lnTo>
                <a:lnTo>
                  <a:pt x="18634" y="562"/>
                </a:lnTo>
                <a:lnTo>
                  <a:pt x="18811" y="562"/>
                </a:lnTo>
                <a:lnTo>
                  <a:pt x="18949" y="562"/>
                </a:lnTo>
                <a:lnTo>
                  <a:pt x="19137" y="515"/>
                </a:lnTo>
                <a:lnTo>
                  <a:pt x="19313" y="515"/>
                </a:lnTo>
                <a:lnTo>
                  <a:pt x="19452" y="468"/>
                </a:lnTo>
                <a:lnTo>
                  <a:pt x="19640" y="468"/>
                </a:lnTo>
                <a:lnTo>
                  <a:pt x="19816" y="422"/>
                </a:lnTo>
                <a:lnTo>
                  <a:pt x="19955" y="42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6624686" y="4580132"/>
            <a:ext cx="20043" cy="5725"/>
          </a:xfrm>
          <a:custGeom>
            <a:avLst/>
            <a:gdLst/>
            <a:ahLst/>
            <a:cxnLst/>
            <a:rect l="l" t="t" r="r" b="b"/>
            <a:pathLst>
              <a:path w="20043" h="5725">
                <a:moveTo>
                  <a:pt x="0" y="5725"/>
                </a:moveTo>
                <a:lnTo>
                  <a:pt x="176" y="5677"/>
                </a:lnTo>
                <a:lnTo>
                  <a:pt x="402" y="5677"/>
                </a:lnTo>
                <a:lnTo>
                  <a:pt x="590" y="5631"/>
                </a:lnTo>
                <a:lnTo>
                  <a:pt x="779" y="5583"/>
                </a:lnTo>
                <a:lnTo>
                  <a:pt x="1005" y="5583"/>
                </a:lnTo>
                <a:lnTo>
                  <a:pt x="1181" y="5537"/>
                </a:lnTo>
                <a:lnTo>
                  <a:pt x="1408" y="5489"/>
                </a:lnTo>
                <a:lnTo>
                  <a:pt x="1596" y="5489"/>
                </a:lnTo>
                <a:lnTo>
                  <a:pt x="1785" y="5443"/>
                </a:lnTo>
                <a:lnTo>
                  <a:pt x="1923" y="5443"/>
                </a:lnTo>
                <a:lnTo>
                  <a:pt x="2099" y="5395"/>
                </a:lnTo>
                <a:lnTo>
                  <a:pt x="2288" y="5349"/>
                </a:lnTo>
                <a:lnTo>
                  <a:pt x="2426" y="5349"/>
                </a:lnTo>
                <a:lnTo>
                  <a:pt x="2602" y="5303"/>
                </a:lnTo>
                <a:lnTo>
                  <a:pt x="2791" y="5255"/>
                </a:lnTo>
                <a:lnTo>
                  <a:pt x="2929" y="5255"/>
                </a:lnTo>
                <a:lnTo>
                  <a:pt x="3105" y="5209"/>
                </a:lnTo>
                <a:lnTo>
                  <a:pt x="3294" y="5209"/>
                </a:lnTo>
                <a:lnTo>
                  <a:pt x="3432" y="5161"/>
                </a:lnTo>
                <a:lnTo>
                  <a:pt x="3608" y="5115"/>
                </a:lnTo>
                <a:lnTo>
                  <a:pt x="3797" y="5115"/>
                </a:lnTo>
                <a:lnTo>
                  <a:pt x="3935" y="5067"/>
                </a:lnTo>
                <a:lnTo>
                  <a:pt x="4111" y="5021"/>
                </a:lnTo>
                <a:lnTo>
                  <a:pt x="4300" y="4973"/>
                </a:lnTo>
                <a:lnTo>
                  <a:pt x="4438" y="4973"/>
                </a:lnTo>
                <a:lnTo>
                  <a:pt x="4614" y="4927"/>
                </a:lnTo>
                <a:lnTo>
                  <a:pt x="4803" y="4880"/>
                </a:lnTo>
                <a:lnTo>
                  <a:pt x="4941" y="4880"/>
                </a:lnTo>
                <a:lnTo>
                  <a:pt x="5117" y="4833"/>
                </a:lnTo>
                <a:lnTo>
                  <a:pt x="5306" y="4786"/>
                </a:lnTo>
                <a:lnTo>
                  <a:pt x="5444" y="4786"/>
                </a:lnTo>
                <a:lnTo>
                  <a:pt x="5620" y="4739"/>
                </a:lnTo>
                <a:lnTo>
                  <a:pt x="5809" y="4692"/>
                </a:lnTo>
                <a:lnTo>
                  <a:pt x="5947" y="4645"/>
                </a:lnTo>
                <a:lnTo>
                  <a:pt x="6123" y="4598"/>
                </a:lnTo>
                <a:lnTo>
                  <a:pt x="6312" y="4551"/>
                </a:lnTo>
                <a:lnTo>
                  <a:pt x="6450" y="4551"/>
                </a:lnTo>
                <a:lnTo>
                  <a:pt x="6626" y="4504"/>
                </a:lnTo>
                <a:lnTo>
                  <a:pt x="6815" y="4458"/>
                </a:lnTo>
                <a:lnTo>
                  <a:pt x="6953" y="4410"/>
                </a:lnTo>
                <a:lnTo>
                  <a:pt x="7129" y="4364"/>
                </a:lnTo>
                <a:lnTo>
                  <a:pt x="7318" y="4316"/>
                </a:lnTo>
                <a:lnTo>
                  <a:pt x="7456" y="4316"/>
                </a:lnTo>
                <a:lnTo>
                  <a:pt x="7632" y="4270"/>
                </a:lnTo>
                <a:lnTo>
                  <a:pt x="7821" y="4222"/>
                </a:lnTo>
                <a:lnTo>
                  <a:pt x="7959" y="4176"/>
                </a:lnTo>
                <a:lnTo>
                  <a:pt x="8148" y="4129"/>
                </a:lnTo>
                <a:lnTo>
                  <a:pt x="8324" y="4082"/>
                </a:lnTo>
                <a:lnTo>
                  <a:pt x="8462" y="4036"/>
                </a:lnTo>
                <a:lnTo>
                  <a:pt x="8651" y="3988"/>
                </a:lnTo>
                <a:lnTo>
                  <a:pt x="8827" y="3942"/>
                </a:lnTo>
                <a:lnTo>
                  <a:pt x="8965" y="3894"/>
                </a:lnTo>
                <a:lnTo>
                  <a:pt x="9154" y="3848"/>
                </a:lnTo>
                <a:lnTo>
                  <a:pt x="9330" y="3800"/>
                </a:lnTo>
                <a:lnTo>
                  <a:pt x="9468" y="3754"/>
                </a:lnTo>
                <a:lnTo>
                  <a:pt x="9656" y="3706"/>
                </a:lnTo>
                <a:lnTo>
                  <a:pt x="9833" y="3660"/>
                </a:lnTo>
                <a:lnTo>
                  <a:pt x="9971" y="3614"/>
                </a:lnTo>
                <a:lnTo>
                  <a:pt x="10159" y="3566"/>
                </a:lnTo>
                <a:lnTo>
                  <a:pt x="10335" y="3520"/>
                </a:lnTo>
                <a:lnTo>
                  <a:pt x="10474" y="3472"/>
                </a:lnTo>
                <a:lnTo>
                  <a:pt x="10662" y="3426"/>
                </a:lnTo>
                <a:lnTo>
                  <a:pt x="10838" y="3378"/>
                </a:lnTo>
                <a:lnTo>
                  <a:pt x="10977" y="3332"/>
                </a:lnTo>
                <a:lnTo>
                  <a:pt x="11165" y="3284"/>
                </a:lnTo>
                <a:lnTo>
                  <a:pt x="11341" y="3238"/>
                </a:lnTo>
                <a:lnTo>
                  <a:pt x="11480" y="3191"/>
                </a:lnTo>
                <a:lnTo>
                  <a:pt x="11668" y="3144"/>
                </a:lnTo>
                <a:lnTo>
                  <a:pt x="11844" y="3050"/>
                </a:lnTo>
                <a:lnTo>
                  <a:pt x="11983" y="3050"/>
                </a:lnTo>
                <a:lnTo>
                  <a:pt x="12171" y="2956"/>
                </a:lnTo>
                <a:lnTo>
                  <a:pt x="12347" y="2909"/>
                </a:lnTo>
                <a:lnTo>
                  <a:pt x="12486" y="2862"/>
                </a:lnTo>
                <a:lnTo>
                  <a:pt x="12674" y="2815"/>
                </a:lnTo>
                <a:lnTo>
                  <a:pt x="12850" y="2721"/>
                </a:lnTo>
                <a:lnTo>
                  <a:pt x="12989" y="2721"/>
                </a:lnTo>
                <a:lnTo>
                  <a:pt x="13177" y="2627"/>
                </a:lnTo>
                <a:lnTo>
                  <a:pt x="13353" y="2581"/>
                </a:lnTo>
                <a:lnTo>
                  <a:pt x="13492" y="2533"/>
                </a:lnTo>
                <a:lnTo>
                  <a:pt x="13680" y="2487"/>
                </a:lnTo>
                <a:lnTo>
                  <a:pt x="13856" y="2393"/>
                </a:lnTo>
                <a:lnTo>
                  <a:pt x="13995" y="2347"/>
                </a:lnTo>
                <a:lnTo>
                  <a:pt x="14183" y="2299"/>
                </a:lnTo>
                <a:lnTo>
                  <a:pt x="14372" y="2205"/>
                </a:lnTo>
                <a:lnTo>
                  <a:pt x="14598" y="2159"/>
                </a:lnTo>
                <a:lnTo>
                  <a:pt x="14774" y="2065"/>
                </a:lnTo>
                <a:lnTo>
                  <a:pt x="15001" y="2017"/>
                </a:lnTo>
                <a:lnTo>
                  <a:pt x="15189" y="1924"/>
                </a:lnTo>
                <a:lnTo>
                  <a:pt x="15378" y="1877"/>
                </a:lnTo>
                <a:lnTo>
                  <a:pt x="15604" y="1783"/>
                </a:lnTo>
                <a:lnTo>
                  <a:pt x="15780" y="1736"/>
                </a:lnTo>
                <a:lnTo>
                  <a:pt x="16019" y="1642"/>
                </a:lnTo>
                <a:lnTo>
                  <a:pt x="16195" y="1548"/>
                </a:lnTo>
                <a:lnTo>
                  <a:pt x="16384" y="1502"/>
                </a:lnTo>
                <a:lnTo>
                  <a:pt x="16522" y="1454"/>
                </a:lnTo>
                <a:lnTo>
                  <a:pt x="16698" y="1360"/>
                </a:lnTo>
                <a:lnTo>
                  <a:pt x="16887" y="1314"/>
                </a:lnTo>
                <a:lnTo>
                  <a:pt x="17025" y="1266"/>
                </a:lnTo>
                <a:lnTo>
                  <a:pt x="17201" y="1172"/>
                </a:lnTo>
                <a:lnTo>
                  <a:pt x="17390" y="1080"/>
                </a:lnTo>
                <a:lnTo>
                  <a:pt x="17528" y="1032"/>
                </a:lnTo>
                <a:lnTo>
                  <a:pt x="17704" y="986"/>
                </a:lnTo>
                <a:lnTo>
                  <a:pt x="17893" y="892"/>
                </a:lnTo>
                <a:lnTo>
                  <a:pt x="18031" y="844"/>
                </a:lnTo>
                <a:lnTo>
                  <a:pt x="18207" y="750"/>
                </a:lnTo>
                <a:lnTo>
                  <a:pt x="18396" y="704"/>
                </a:lnTo>
                <a:lnTo>
                  <a:pt x="18534" y="657"/>
                </a:lnTo>
                <a:lnTo>
                  <a:pt x="18710" y="563"/>
                </a:lnTo>
                <a:lnTo>
                  <a:pt x="18899" y="469"/>
                </a:lnTo>
                <a:lnTo>
                  <a:pt x="19037" y="422"/>
                </a:lnTo>
                <a:lnTo>
                  <a:pt x="19213" y="328"/>
                </a:lnTo>
                <a:lnTo>
                  <a:pt x="19402" y="281"/>
                </a:lnTo>
                <a:lnTo>
                  <a:pt x="19540" y="235"/>
                </a:lnTo>
                <a:lnTo>
                  <a:pt x="19716" y="141"/>
                </a:lnTo>
                <a:lnTo>
                  <a:pt x="19904" y="47"/>
                </a:lnTo>
                <a:lnTo>
                  <a:pt x="20043" y="0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6644729" y="4568402"/>
            <a:ext cx="19992" cy="11730"/>
          </a:xfrm>
          <a:custGeom>
            <a:avLst/>
            <a:gdLst/>
            <a:ahLst/>
            <a:cxnLst/>
            <a:rect l="l" t="t" r="r" b="b"/>
            <a:pathLst>
              <a:path w="19992" h="11730">
                <a:moveTo>
                  <a:pt x="0" y="11730"/>
                </a:moveTo>
                <a:lnTo>
                  <a:pt x="176" y="11636"/>
                </a:lnTo>
                <a:lnTo>
                  <a:pt x="364" y="11543"/>
                </a:lnTo>
                <a:lnTo>
                  <a:pt x="502" y="11496"/>
                </a:lnTo>
                <a:lnTo>
                  <a:pt x="679" y="11402"/>
                </a:lnTo>
                <a:lnTo>
                  <a:pt x="867" y="11308"/>
                </a:lnTo>
                <a:lnTo>
                  <a:pt x="1005" y="11308"/>
                </a:lnTo>
                <a:lnTo>
                  <a:pt x="1181" y="11214"/>
                </a:lnTo>
                <a:lnTo>
                  <a:pt x="1370" y="11121"/>
                </a:lnTo>
                <a:lnTo>
                  <a:pt x="1508" y="11073"/>
                </a:lnTo>
                <a:lnTo>
                  <a:pt x="1684" y="10979"/>
                </a:lnTo>
                <a:lnTo>
                  <a:pt x="1873" y="10885"/>
                </a:lnTo>
                <a:lnTo>
                  <a:pt x="2011" y="10839"/>
                </a:lnTo>
                <a:lnTo>
                  <a:pt x="2200" y="10745"/>
                </a:lnTo>
                <a:lnTo>
                  <a:pt x="2376" y="10651"/>
                </a:lnTo>
                <a:lnTo>
                  <a:pt x="2514" y="10605"/>
                </a:lnTo>
                <a:lnTo>
                  <a:pt x="2703" y="10511"/>
                </a:lnTo>
                <a:lnTo>
                  <a:pt x="2879" y="10417"/>
                </a:lnTo>
                <a:lnTo>
                  <a:pt x="3017" y="10369"/>
                </a:lnTo>
                <a:lnTo>
                  <a:pt x="3206" y="10229"/>
                </a:lnTo>
                <a:lnTo>
                  <a:pt x="3382" y="10135"/>
                </a:lnTo>
                <a:lnTo>
                  <a:pt x="3520" y="10088"/>
                </a:lnTo>
                <a:lnTo>
                  <a:pt x="3709" y="9994"/>
                </a:lnTo>
                <a:lnTo>
                  <a:pt x="3885" y="9900"/>
                </a:lnTo>
                <a:lnTo>
                  <a:pt x="4023" y="9854"/>
                </a:lnTo>
                <a:lnTo>
                  <a:pt x="4212" y="9760"/>
                </a:lnTo>
                <a:lnTo>
                  <a:pt x="4388" y="9666"/>
                </a:lnTo>
                <a:lnTo>
                  <a:pt x="4526" y="9618"/>
                </a:lnTo>
                <a:lnTo>
                  <a:pt x="4715" y="9478"/>
                </a:lnTo>
                <a:lnTo>
                  <a:pt x="4891" y="9384"/>
                </a:lnTo>
                <a:lnTo>
                  <a:pt x="5029" y="9338"/>
                </a:lnTo>
                <a:lnTo>
                  <a:pt x="5218" y="9244"/>
                </a:lnTo>
                <a:lnTo>
                  <a:pt x="5394" y="9150"/>
                </a:lnTo>
                <a:lnTo>
                  <a:pt x="5532" y="9102"/>
                </a:lnTo>
                <a:lnTo>
                  <a:pt x="5721" y="8962"/>
                </a:lnTo>
                <a:lnTo>
                  <a:pt x="5897" y="8868"/>
                </a:lnTo>
                <a:lnTo>
                  <a:pt x="6035" y="8821"/>
                </a:lnTo>
                <a:lnTo>
                  <a:pt x="6224" y="8727"/>
                </a:lnTo>
                <a:lnTo>
                  <a:pt x="6400" y="8587"/>
                </a:lnTo>
                <a:lnTo>
                  <a:pt x="6538" y="8539"/>
                </a:lnTo>
                <a:lnTo>
                  <a:pt x="6727" y="8445"/>
                </a:lnTo>
                <a:lnTo>
                  <a:pt x="6903" y="8351"/>
                </a:lnTo>
                <a:lnTo>
                  <a:pt x="7041" y="8305"/>
                </a:lnTo>
                <a:lnTo>
                  <a:pt x="7230" y="8165"/>
                </a:lnTo>
                <a:lnTo>
                  <a:pt x="7406" y="8071"/>
                </a:lnTo>
                <a:lnTo>
                  <a:pt x="7544" y="8023"/>
                </a:lnTo>
                <a:lnTo>
                  <a:pt x="7733" y="7883"/>
                </a:lnTo>
                <a:lnTo>
                  <a:pt x="7909" y="7789"/>
                </a:lnTo>
                <a:lnTo>
                  <a:pt x="8047" y="7743"/>
                </a:lnTo>
                <a:lnTo>
                  <a:pt x="8236" y="7601"/>
                </a:lnTo>
                <a:lnTo>
                  <a:pt x="8424" y="7507"/>
                </a:lnTo>
                <a:lnTo>
                  <a:pt x="8651" y="7413"/>
                </a:lnTo>
                <a:lnTo>
                  <a:pt x="8827" y="7273"/>
                </a:lnTo>
                <a:lnTo>
                  <a:pt x="9053" y="7179"/>
                </a:lnTo>
                <a:lnTo>
                  <a:pt x="9242" y="7038"/>
                </a:lnTo>
                <a:lnTo>
                  <a:pt x="9430" y="6944"/>
                </a:lnTo>
                <a:lnTo>
                  <a:pt x="9568" y="6850"/>
                </a:lnTo>
                <a:lnTo>
                  <a:pt x="9745" y="6756"/>
                </a:lnTo>
                <a:lnTo>
                  <a:pt x="9933" y="6616"/>
                </a:lnTo>
                <a:lnTo>
                  <a:pt x="10071" y="6568"/>
                </a:lnTo>
                <a:lnTo>
                  <a:pt x="10247" y="6476"/>
                </a:lnTo>
                <a:lnTo>
                  <a:pt x="10436" y="6334"/>
                </a:lnTo>
                <a:lnTo>
                  <a:pt x="10574" y="6288"/>
                </a:lnTo>
                <a:lnTo>
                  <a:pt x="10750" y="6146"/>
                </a:lnTo>
                <a:lnTo>
                  <a:pt x="10939" y="6053"/>
                </a:lnTo>
                <a:lnTo>
                  <a:pt x="11077" y="5959"/>
                </a:lnTo>
                <a:lnTo>
                  <a:pt x="11253" y="5865"/>
                </a:lnTo>
                <a:lnTo>
                  <a:pt x="11442" y="5724"/>
                </a:lnTo>
                <a:lnTo>
                  <a:pt x="11580" y="5677"/>
                </a:lnTo>
                <a:lnTo>
                  <a:pt x="11756" y="5537"/>
                </a:lnTo>
                <a:lnTo>
                  <a:pt x="11945" y="5443"/>
                </a:lnTo>
                <a:lnTo>
                  <a:pt x="12083" y="5349"/>
                </a:lnTo>
                <a:lnTo>
                  <a:pt x="12259" y="5255"/>
                </a:lnTo>
                <a:lnTo>
                  <a:pt x="12448" y="5115"/>
                </a:lnTo>
                <a:lnTo>
                  <a:pt x="12586" y="5067"/>
                </a:lnTo>
                <a:lnTo>
                  <a:pt x="12762" y="4927"/>
                </a:lnTo>
                <a:lnTo>
                  <a:pt x="12951" y="4786"/>
                </a:lnTo>
                <a:lnTo>
                  <a:pt x="13089" y="4739"/>
                </a:lnTo>
                <a:lnTo>
                  <a:pt x="13265" y="4598"/>
                </a:lnTo>
                <a:lnTo>
                  <a:pt x="13454" y="4504"/>
                </a:lnTo>
                <a:lnTo>
                  <a:pt x="13592" y="4410"/>
                </a:lnTo>
                <a:lnTo>
                  <a:pt x="13768" y="4270"/>
                </a:lnTo>
                <a:lnTo>
                  <a:pt x="13957" y="4176"/>
                </a:lnTo>
                <a:lnTo>
                  <a:pt x="14095" y="4082"/>
                </a:lnTo>
                <a:lnTo>
                  <a:pt x="14271" y="3988"/>
                </a:lnTo>
                <a:lnTo>
                  <a:pt x="14460" y="3848"/>
                </a:lnTo>
                <a:lnTo>
                  <a:pt x="14598" y="3754"/>
                </a:lnTo>
                <a:lnTo>
                  <a:pt x="14774" y="3660"/>
                </a:lnTo>
                <a:lnTo>
                  <a:pt x="14963" y="3520"/>
                </a:lnTo>
                <a:lnTo>
                  <a:pt x="15101" y="3426"/>
                </a:lnTo>
                <a:lnTo>
                  <a:pt x="15277" y="3284"/>
                </a:lnTo>
                <a:lnTo>
                  <a:pt x="15466" y="3190"/>
                </a:lnTo>
                <a:lnTo>
                  <a:pt x="15604" y="3097"/>
                </a:lnTo>
                <a:lnTo>
                  <a:pt x="15793" y="2956"/>
                </a:lnTo>
                <a:lnTo>
                  <a:pt x="15969" y="2815"/>
                </a:lnTo>
                <a:lnTo>
                  <a:pt x="16107" y="2768"/>
                </a:lnTo>
                <a:lnTo>
                  <a:pt x="16296" y="2627"/>
                </a:lnTo>
                <a:lnTo>
                  <a:pt x="16472" y="2487"/>
                </a:lnTo>
                <a:lnTo>
                  <a:pt x="16610" y="2439"/>
                </a:lnTo>
                <a:lnTo>
                  <a:pt x="16799" y="2299"/>
                </a:lnTo>
                <a:lnTo>
                  <a:pt x="16975" y="2159"/>
                </a:lnTo>
                <a:lnTo>
                  <a:pt x="17113" y="2065"/>
                </a:lnTo>
                <a:lnTo>
                  <a:pt x="17302" y="1923"/>
                </a:lnTo>
                <a:lnTo>
                  <a:pt x="17478" y="1783"/>
                </a:lnTo>
                <a:lnTo>
                  <a:pt x="17616" y="1736"/>
                </a:lnTo>
                <a:lnTo>
                  <a:pt x="17805" y="1595"/>
                </a:lnTo>
                <a:lnTo>
                  <a:pt x="17981" y="1454"/>
                </a:lnTo>
                <a:lnTo>
                  <a:pt x="18119" y="1360"/>
                </a:lnTo>
                <a:lnTo>
                  <a:pt x="18308" y="1220"/>
                </a:lnTo>
                <a:lnTo>
                  <a:pt x="18484" y="1078"/>
                </a:lnTo>
                <a:lnTo>
                  <a:pt x="18622" y="1032"/>
                </a:lnTo>
                <a:lnTo>
                  <a:pt x="18811" y="892"/>
                </a:lnTo>
                <a:lnTo>
                  <a:pt x="18987" y="750"/>
                </a:lnTo>
                <a:lnTo>
                  <a:pt x="19125" y="656"/>
                </a:lnTo>
                <a:lnTo>
                  <a:pt x="19313" y="516"/>
                </a:lnTo>
                <a:lnTo>
                  <a:pt x="19490" y="375"/>
                </a:lnTo>
                <a:lnTo>
                  <a:pt x="19628" y="281"/>
                </a:lnTo>
                <a:lnTo>
                  <a:pt x="19816" y="141"/>
                </a:lnTo>
                <a:lnTo>
                  <a:pt x="19992" y="0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6664722" y="4550807"/>
            <a:ext cx="20055" cy="17594"/>
          </a:xfrm>
          <a:custGeom>
            <a:avLst/>
            <a:gdLst/>
            <a:ahLst/>
            <a:cxnLst/>
            <a:rect l="l" t="t" r="r" b="b"/>
            <a:pathLst>
              <a:path w="20055" h="17594">
                <a:moveTo>
                  <a:pt x="0" y="17594"/>
                </a:moveTo>
                <a:lnTo>
                  <a:pt x="138" y="17500"/>
                </a:lnTo>
                <a:lnTo>
                  <a:pt x="326" y="17360"/>
                </a:lnTo>
                <a:lnTo>
                  <a:pt x="502" y="17220"/>
                </a:lnTo>
                <a:lnTo>
                  <a:pt x="641" y="17126"/>
                </a:lnTo>
                <a:lnTo>
                  <a:pt x="829" y="16984"/>
                </a:lnTo>
                <a:lnTo>
                  <a:pt x="1005" y="16844"/>
                </a:lnTo>
                <a:lnTo>
                  <a:pt x="1144" y="16750"/>
                </a:lnTo>
                <a:lnTo>
                  <a:pt x="1332" y="16609"/>
                </a:lnTo>
                <a:lnTo>
                  <a:pt x="1508" y="16469"/>
                </a:lnTo>
                <a:lnTo>
                  <a:pt x="1647" y="16375"/>
                </a:lnTo>
                <a:lnTo>
                  <a:pt x="1835" y="16234"/>
                </a:lnTo>
                <a:lnTo>
                  <a:pt x="2024" y="16093"/>
                </a:lnTo>
                <a:lnTo>
                  <a:pt x="2250" y="15953"/>
                </a:lnTo>
                <a:lnTo>
                  <a:pt x="2426" y="15765"/>
                </a:lnTo>
                <a:lnTo>
                  <a:pt x="2653" y="15625"/>
                </a:lnTo>
                <a:lnTo>
                  <a:pt x="2841" y="15483"/>
                </a:lnTo>
                <a:lnTo>
                  <a:pt x="3030" y="15295"/>
                </a:lnTo>
                <a:lnTo>
                  <a:pt x="3168" y="15249"/>
                </a:lnTo>
                <a:lnTo>
                  <a:pt x="3344" y="15061"/>
                </a:lnTo>
                <a:lnTo>
                  <a:pt x="3533" y="14920"/>
                </a:lnTo>
                <a:lnTo>
                  <a:pt x="3671" y="14826"/>
                </a:lnTo>
                <a:lnTo>
                  <a:pt x="3847" y="14686"/>
                </a:lnTo>
                <a:lnTo>
                  <a:pt x="4036" y="14498"/>
                </a:lnTo>
                <a:lnTo>
                  <a:pt x="4174" y="14450"/>
                </a:lnTo>
                <a:lnTo>
                  <a:pt x="4350" y="14264"/>
                </a:lnTo>
                <a:lnTo>
                  <a:pt x="4539" y="14122"/>
                </a:lnTo>
                <a:lnTo>
                  <a:pt x="4677" y="14028"/>
                </a:lnTo>
                <a:lnTo>
                  <a:pt x="4853" y="13888"/>
                </a:lnTo>
                <a:lnTo>
                  <a:pt x="5042" y="13700"/>
                </a:lnTo>
                <a:lnTo>
                  <a:pt x="5180" y="13653"/>
                </a:lnTo>
                <a:lnTo>
                  <a:pt x="5356" y="13465"/>
                </a:lnTo>
                <a:lnTo>
                  <a:pt x="5545" y="13325"/>
                </a:lnTo>
                <a:lnTo>
                  <a:pt x="5683" y="13231"/>
                </a:lnTo>
                <a:lnTo>
                  <a:pt x="5859" y="13043"/>
                </a:lnTo>
                <a:lnTo>
                  <a:pt x="6048" y="12903"/>
                </a:lnTo>
                <a:lnTo>
                  <a:pt x="6186" y="12809"/>
                </a:lnTo>
                <a:lnTo>
                  <a:pt x="6362" y="12668"/>
                </a:lnTo>
                <a:lnTo>
                  <a:pt x="6551" y="12480"/>
                </a:lnTo>
                <a:lnTo>
                  <a:pt x="6689" y="12387"/>
                </a:lnTo>
                <a:lnTo>
                  <a:pt x="6865" y="12246"/>
                </a:lnTo>
                <a:lnTo>
                  <a:pt x="7054" y="12058"/>
                </a:lnTo>
                <a:lnTo>
                  <a:pt x="7192" y="11964"/>
                </a:lnTo>
                <a:lnTo>
                  <a:pt x="7368" y="11824"/>
                </a:lnTo>
                <a:lnTo>
                  <a:pt x="7557" y="11636"/>
                </a:lnTo>
                <a:lnTo>
                  <a:pt x="7695" y="11542"/>
                </a:lnTo>
                <a:lnTo>
                  <a:pt x="7871" y="11402"/>
                </a:lnTo>
                <a:lnTo>
                  <a:pt x="8060" y="11214"/>
                </a:lnTo>
                <a:lnTo>
                  <a:pt x="8198" y="11120"/>
                </a:lnTo>
                <a:lnTo>
                  <a:pt x="8374" y="10979"/>
                </a:lnTo>
                <a:lnTo>
                  <a:pt x="8563" y="10791"/>
                </a:lnTo>
                <a:lnTo>
                  <a:pt x="8701" y="10697"/>
                </a:lnTo>
                <a:lnTo>
                  <a:pt x="8877" y="10509"/>
                </a:lnTo>
                <a:lnTo>
                  <a:pt x="9066" y="10369"/>
                </a:lnTo>
                <a:lnTo>
                  <a:pt x="9204" y="10275"/>
                </a:lnTo>
                <a:lnTo>
                  <a:pt x="9392" y="10087"/>
                </a:lnTo>
                <a:lnTo>
                  <a:pt x="9568" y="9899"/>
                </a:lnTo>
                <a:lnTo>
                  <a:pt x="9707" y="9805"/>
                </a:lnTo>
                <a:lnTo>
                  <a:pt x="9895" y="9665"/>
                </a:lnTo>
                <a:lnTo>
                  <a:pt x="10071" y="9477"/>
                </a:lnTo>
                <a:lnTo>
                  <a:pt x="10210" y="9383"/>
                </a:lnTo>
                <a:lnTo>
                  <a:pt x="10398" y="9196"/>
                </a:lnTo>
                <a:lnTo>
                  <a:pt x="10574" y="9008"/>
                </a:lnTo>
                <a:lnTo>
                  <a:pt x="10713" y="8960"/>
                </a:lnTo>
                <a:lnTo>
                  <a:pt x="10901" y="8774"/>
                </a:lnTo>
                <a:lnTo>
                  <a:pt x="11077" y="8586"/>
                </a:lnTo>
                <a:lnTo>
                  <a:pt x="11216" y="8492"/>
                </a:lnTo>
                <a:lnTo>
                  <a:pt x="11404" y="8304"/>
                </a:lnTo>
                <a:lnTo>
                  <a:pt x="11580" y="8116"/>
                </a:lnTo>
                <a:lnTo>
                  <a:pt x="11719" y="8023"/>
                </a:lnTo>
                <a:lnTo>
                  <a:pt x="11907" y="7835"/>
                </a:lnTo>
                <a:lnTo>
                  <a:pt x="12083" y="7694"/>
                </a:lnTo>
                <a:lnTo>
                  <a:pt x="12222" y="7601"/>
                </a:lnTo>
                <a:lnTo>
                  <a:pt x="12410" y="7413"/>
                </a:lnTo>
                <a:lnTo>
                  <a:pt x="12586" y="7225"/>
                </a:lnTo>
                <a:lnTo>
                  <a:pt x="12725" y="7131"/>
                </a:lnTo>
                <a:lnTo>
                  <a:pt x="12913" y="6943"/>
                </a:lnTo>
                <a:lnTo>
                  <a:pt x="13089" y="6756"/>
                </a:lnTo>
                <a:lnTo>
                  <a:pt x="13228" y="6662"/>
                </a:lnTo>
                <a:lnTo>
                  <a:pt x="13416" y="6474"/>
                </a:lnTo>
                <a:lnTo>
                  <a:pt x="13592" y="6286"/>
                </a:lnTo>
                <a:lnTo>
                  <a:pt x="13731" y="6192"/>
                </a:lnTo>
                <a:lnTo>
                  <a:pt x="13919" y="6004"/>
                </a:lnTo>
                <a:lnTo>
                  <a:pt x="14095" y="5818"/>
                </a:lnTo>
                <a:lnTo>
                  <a:pt x="14233" y="5724"/>
                </a:lnTo>
                <a:lnTo>
                  <a:pt x="14422" y="5536"/>
                </a:lnTo>
                <a:lnTo>
                  <a:pt x="14598" y="5348"/>
                </a:lnTo>
                <a:lnTo>
                  <a:pt x="14736" y="5254"/>
                </a:lnTo>
                <a:lnTo>
                  <a:pt x="14925" y="5067"/>
                </a:lnTo>
                <a:lnTo>
                  <a:pt x="15101" y="4879"/>
                </a:lnTo>
                <a:lnTo>
                  <a:pt x="15239" y="4785"/>
                </a:lnTo>
                <a:lnTo>
                  <a:pt x="15428" y="4597"/>
                </a:lnTo>
                <a:lnTo>
                  <a:pt x="15617" y="4409"/>
                </a:lnTo>
                <a:lnTo>
                  <a:pt x="15742" y="4269"/>
                </a:lnTo>
                <a:lnTo>
                  <a:pt x="15931" y="4081"/>
                </a:lnTo>
                <a:lnTo>
                  <a:pt x="16120" y="3893"/>
                </a:lnTo>
                <a:lnTo>
                  <a:pt x="16346" y="3706"/>
                </a:lnTo>
                <a:lnTo>
                  <a:pt x="16522" y="3518"/>
                </a:lnTo>
                <a:lnTo>
                  <a:pt x="16761" y="3330"/>
                </a:lnTo>
                <a:lnTo>
                  <a:pt x="16937" y="3142"/>
                </a:lnTo>
                <a:lnTo>
                  <a:pt x="17025" y="3002"/>
                </a:lnTo>
                <a:lnTo>
                  <a:pt x="17264" y="2814"/>
                </a:lnTo>
                <a:lnTo>
                  <a:pt x="17440" y="2626"/>
                </a:lnTo>
                <a:lnTo>
                  <a:pt x="17629" y="2439"/>
                </a:lnTo>
                <a:lnTo>
                  <a:pt x="17767" y="2345"/>
                </a:lnTo>
                <a:lnTo>
                  <a:pt x="17943" y="2157"/>
                </a:lnTo>
                <a:lnTo>
                  <a:pt x="18031" y="2017"/>
                </a:lnTo>
                <a:lnTo>
                  <a:pt x="18270" y="1829"/>
                </a:lnTo>
                <a:lnTo>
                  <a:pt x="18446" y="1641"/>
                </a:lnTo>
                <a:lnTo>
                  <a:pt x="18634" y="1453"/>
                </a:lnTo>
                <a:lnTo>
                  <a:pt x="18773" y="1313"/>
                </a:lnTo>
                <a:lnTo>
                  <a:pt x="18949" y="1125"/>
                </a:lnTo>
                <a:lnTo>
                  <a:pt x="19137" y="937"/>
                </a:lnTo>
                <a:lnTo>
                  <a:pt x="19276" y="844"/>
                </a:lnTo>
                <a:lnTo>
                  <a:pt x="19364" y="702"/>
                </a:lnTo>
                <a:lnTo>
                  <a:pt x="19552" y="514"/>
                </a:lnTo>
                <a:lnTo>
                  <a:pt x="19779" y="328"/>
                </a:lnTo>
                <a:lnTo>
                  <a:pt x="19955" y="92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6684778" y="4527673"/>
            <a:ext cx="20043" cy="23133"/>
          </a:xfrm>
          <a:custGeom>
            <a:avLst/>
            <a:gdLst/>
            <a:ahLst/>
            <a:cxnLst/>
            <a:rect l="l" t="t" r="r" b="b"/>
            <a:pathLst>
              <a:path w="20043" h="23133">
                <a:moveTo>
                  <a:pt x="0" y="23133"/>
                </a:moveTo>
                <a:lnTo>
                  <a:pt x="226" y="22945"/>
                </a:lnTo>
                <a:lnTo>
                  <a:pt x="402" y="22711"/>
                </a:lnTo>
                <a:lnTo>
                  <a:pt x="641" y="22523"/>
                </a:lnTo>
                <a:lnTo>
                  <a:pt x="817" y="22335"/>
                </a:lnTo>
                <a:lnTo>
                  <a:pt x="905" y="22195"/>
                </a:lnTo>
                <a:lnTo>
                  <a:pt x="1144" y="22007"/>
                </a:lnTo>
                <a:lnTo>
                  <a:pt x="1320" y="21819"/>
                </a:lnTo>
                <a:lnTo>
                  <a:pt x="1408" y="21678"/>
                </a:lnTo>
                <a:lnTo>
                  <a:pt x="1647" y="21490"/>
                </a:lnTo>
                <a:lnTo>
                  <a:pt x="1823" y="21256"/>
                </a:lnTo>
                <a:lnTo>
                  <a:pt x="2011" y="21068"/>
                </a:lnTo>
                <a:lnTo>
                  <a:pt x="2150" y="20974"/>
                </a:lnTo>
                <a:lnTo>
                  <a:pt x="2238" y="20834"/>
                </a:lnTo>
                <a:lnTo>
                  <a:pt x="2414" y="20646"/>
                </a:lnTo>
                <a:lnTo>
                  <a:pt x="2653" y="20411"/>
                </a:lnTo>
                <a:lnTo>
                  <a:pt x="2829" y="20223"/>
                </a:lnTo>
                <a:lnTo>
                  <a:pt x="3017" y="19989"/>
                </a:lnTo>
                <a:lnTo>
                  <a:pt x="3156" y="19895"/>
                </a:lnTo>
                <a:lnTo>
                  <a:pt x="3332" y="19661"/>
                </a:lnTo>
                <a:lnTo>
                  <a:pt x="3520" y="19473"/>
                </a:lnTo>
                <a:lnTo>
                  <a:pt x="3659" y="19379"/>
                </a:lnTo>
                <a:lnTo>
                  <a:pt x="3747" y="19239"/>
                </a:lnTo>
                <a:lnTo>
                  <a:pt x="3935" y="19051"/>
                </a:lnTo>
                <a:lnTo>
                  <a:pt x="4023" y="18910"/>
                </a:lnTo>
                <a:lnTo>
                  <a:pt x="4162" y="18816"/>
                </a:lnTo>
                <a:lnTo>
                  <a:pt x="4338" y="18581"/>
                </a:lnTo>
                <a:lnTo>
                  <a:pt x="4526" y="18394"/>
                </a:lnTo>
                <a:lnTo>
                  <a:pt x="4665" y="18252"/>
                </a:lnTo>
                <a:lnTo>
                  <a:pt x="4841" y="18066"/>
                </a:lnTo>
                <a:lnTo>
                  <a:pt x="5029" y="17830"/>
                </a:lnTo>
                <a:lnTo>
                  <a:pt x="5167" y="17736"/>
                </a:lnTo>
                <a:lnTo>
                  <a:pt x="5256" y="17596"/>
                </a:lnTo>
                <a:lnTo>
                  <a:pt x="5444" y="17408"/>
                </a:lnTo>
                <a:lnTo>
                  <a:pt x="5532" y="17267"/>
                </a:lnTo>
                <a:lnTo>
                  <a:pt x="5670" y="17173"/>
                </a:lnTo>
                <a:lnTo>
                  <a:pt x="5847" y="16939"/>
                </a:lnTo>
                <a:lnTo>
                  <a:pt x="6035" y="16751"/>
                </a:lnTo>
                <a:lnTo>
                  <a:pt x="6173" y="16611"/>
                </a:lnTo>
                <a:lnTo>
                  <a:pt x="6349" y="16423"/>
                </a:lnTo>
                <a:lnTo>
                  <a:pt x="6450" y="16282"/>
                </a:lnTo>
                <a:lnTo>
                  <a:pt x="6676" y="16047"/>
                </a:lnTo>
                <a:lnTo>
                  <a:pt x="6865" y="15860"/>
                </a:lnTo>
                <a:lnTo>
                  <a:pt x="6953" y="15719"/>
                </a:lnTo>
                <a:lnTo>
                  <a:pt x="7179" y="15484"/>
                </a:lnTo>
                <a:lnTo>
                  <a:pt x="7368" y="15296"/>
                </a:lnTo>
                <a:lnTo>
                  <a:pt x="7456" y="15156"/>
                </a:lnTo>
                <a:lnTo>
                  <a:pt x="7682" y="14922"/>
                </a:lnTo>
                <a:lnTo>
                  <a:pt x="7871" y="14734"/>
                </a:lnTo>
                <a:lnTo>
                  <a:pt x="7959" y="14593"/>
                </a:lnTo>
                <a:lnTo>
                  <a:pt x="8185" y="14358"/>
                </a:lnTo>
                <a:lnTo>
                  <a:pt x="8374" y="14123"/>
                </a:lnTo>
                <a:lnTo>
                  <a:pt x="8550" y="13935"/>
                </a:lnTo>
                <a:lnTo>
                  <a:pt x="8688" y="13795"/>
                </a:lnTo>
                <a:lnTo>
                  <a:pt x="8877" y="13561"/>
                </a:lnTo>
                <a:lnTo>
                  <a:pt x="9053" y="13326"/>
                </a:lnTo>
                <a:lnTo>
                  <a:pt x="9191" y="13232"/>
                </a:lnTo>
                <a:lnTo>
                  <a:pt x="9279" y="13091"/>
                </a:lnTo>
                <a:lnTo>
                  <a:pt x="9468" y="12904"/>
                </a:lnTo>
                <a:lnTo>
                  <a:pt x="9556" y="12762"/>
                </a:lnTo>
                <a:lnTo>
                  <a:pt x="9694" y="12668"/>
                </a:lnTo>
                <a:lnTo>
                  <a:pt x="9782" y="12528"/>
                </a:lnTo>
                <a:lnTo>
                  <a:pt x="9971" y="12294"/>
                </a:lnTo>
                <a:lnTo>
                  <a:pt x="10197" y="12059"/>
                </a:lnTo>
                <a:lnTo>
                  <a:pt x="10386" y="11824"/>
                </a:lnTo>
                <a:lnTo>
                  <a:pt x="10562" y="11590"/>
                </a:lnTo>
                <a:lnTo>
                  <a:pt x="10700" y="11496"/>
                </a:lnTo>
                <a:lnTo>
                  <a:pt x="10801" y="11355"/>
                </a:lnTo>
                <a:lnTo>
                  <a:pt x="10977" y="11121"/>
                </a:lnTo>
                <a:lnTo>
                  <a:pt x="11203" y="10887"/>
                </a:lnTo>
                <a:lnTo>
                  <a:pt x="11392" y="10651"/>
                </a:lnTo>
                <a:lnTo>
                  <a:pt x="11568" y="10417"/>
                </a:lnTo>
                <a:lnTo>
                  <a:pt x="11706" y="10323"/>
                </a:lnTo>
                <a:lnTo>
                  <a:pt x="11807" y="10182"/>
                </a:lnTo>
                <a:lnTo>
                  <a:pt x="11983" y="9948"/>
                </a:lnTo>
                <a:lnTo>
                  <a:pt x="12071" y="9806"/>
                </a:lnTo>
                <a:lnTo>
                  <a:pt x="12209" y="9712"/>
                </a:lnTo>
                <a:lnTo>
                  <a:pt x="12310" y="9572"/>
                </a:lnTo>
                <a:lnTo>
                  <a:pt x="12486" y="9338"/>
                </a:lnTo>
                <a:lnTo>
                  <a:pt x="12712" y="9103"/>
                </a:lnTo>
                <a:lnTo>
                  <a:pt x="12901" y="8868"/>
                </a:lnTo>
                <a:lnTo>
                  <a:pt x="12989" y="8727"/>
                </a:lnTo>
                <a:lnTo>
                  <a:pt x="13215" y="8493"/>
                </a:lnTo>
                <a:lnTo>
                  <a:pt x="13404" y="8259"/>
                </a:lnTo>
                <a:lnTo>
                  <a:pt x="13592" y="8023"/>
                </a:lnTo>
                <a:lnTo>
                  <a:pt x="13718" y="7883"/>
                </a:lnTo>
                <a:lnTo>
                  <a:pt x="13907" y="7649"/>
                </a:lnTo>
                <a:lnTo>
                  <a:pt x="14095" y="7414"/>
                </a:lnTo>
                <a:lnTo>
                  <a:pt x="14233" y="7273"/>
                </a:lnTo>
                <a:lnTo>
                  <a:pt x="14410" y="7038"/>
                </a:lnTo>
                <a:lnTo>
                  <a:pt x="14598" y="6804"/>
                </a:lnTo>
                <a:lnTo>
                  <a:pt x="14736" y="6664"/>
                </a:lnTo>
                <a:lnTo>
                  <a:pt x="14913" y="6428"/>
                </a:lnTo>
                <a:lnTo>
                  <a:pt x="15101" y="6194"/>
                </a:lnTo>
                <a:lnTo>
                  <a:pt x="15239" y="6053"/>
                </a:lnTo>
                <a:lnTo>
                  <a:pt x="15415" y="5819"/>
                </a:lnTo>
                <a:lnTo>
                  <a:pt x="15503" y="5677"/>
                </a:lnTo>
                <a:lnTo>
                  <a:pt x="15742" y="5443"/>
                </a:lnTo>
                <a:lnTo>
                  <a:pt x="15918" y="5209"/>
                </a:lnTo>
                <a:lnTo>
                  <a:pt x="16006" y="5067"/>
                </a:lnTo>
                <a:lnTo>
                  <a:pt x="16245" y="4833"/>
                </a:lnTo>
                <a:lnTo>
                  <a:pt x="16333" y="4692"/>
                </a:lnTo>
                <a:lnTo>
                  <a:pt x="16522" y="4458"/>
                </a:lnTo>
                <a:lnTo>
                  <a:pt x="16610" y="4316"/>
                </a:lnTo>
                <a:lnTo>
                  <a:pt x="16748" y="4222"/>
                </a:lnTo>
                <a:lnTo>
                  <a:pt x="16836" y="4082"/>
                </a:lnTo>
                <a:lnTo>
                  <a:pt x="16924" y="3942"/>
                </a:lnTo>
                <a:lnTo>
                  <a:pt x="17113" y="3707"/>
                </a:lnTo>
                <a:lnTo>
                  <a:pt x="17251" y="3566"/>
                </a:lnTo>
                <a:lnTo>
                  <a:pt x="17339" y="3426"/>
                </a:lnTo>
                <a:lnTo>
                  <a:pt x="17528" y="3191"/>
                </a:lnTo>
                <a:lnTo>
                  <a:pt x="17616" y="3050"/>
                </a:lnTo>
                <a:lnTo>
                  <a:pt x="17754" y="2956"/>
                </a:lnTo>
                <a:lnTo>
                  <a:pt x="17842" y="2815"/>
                </a:lnTo>
                <a:lnTo>
                  <a:pt x="17930" y="2675"/>
                </a:lnTo>
                <a:lnTo>
                  <a:pt x="18119" y="2441"/>
                </a:lnTo>
                <a:lnTo>
                  <a:pt x="18257" y="2299"/>
                </a:lnTo>
                <a:lnTo>
                  <a:pt x="18345" y="2159"/>
                </a:lnTo>
                <a:lnTo>
                  <a:pt x="18534" y="1924"/>
                </a:lnTo>
                <a:lnTo>
                  <a:pt x="18622" y="1783"/>
                </a:lnTo>
                <a:lnTo>
                  <a:pt x="18760" y="1689"/>
                </a:lnTo>
                <a:lnTo>
                  <a:pt x="18848" y="1548"/>
                </a:lnTo>
                <a:lnTo>
                  <a:pt x="18936" y="1408"/>
                </a:lnTo>
                <a:lnTo>
                  <a:pt x="19037" y="1266"/>
                </a:lnTo>
                <a:lnTo>
                  <a:pt x="19125" y="1174"/>
                </a:lnTo>
                <a:lnTo>
                  <a:pt x="19263" y="1032"/>
                </a:lnTo>
                <a:lnTo>
                  <a:pt x="19351" y="892"/>
                </a:lnTo>
                <a:lnTo>
                  <a:pt x="19439" y="751"/>
                </a:lnTo>
                <a:lnTo>
                  <a:pt x="19628" y="516"/>
                </a:lnTo>
                <a:lnTo>
                  <a:pt x="19766" y="375"/>
                </a:lnTo>
                <a:lnTo>
                  <a:pt x="19854" y="235"/>
                </a:lnTo>
                <a:lnTo>
                  <a:pt x="20043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6704821" y="4499286"/>
            <a:ext cx="20043" cy="28386"/>
          </a:xfrm>
          <a:custGeom>
            <a:avLst/>
            <a:gdLst/>
            <a:ahLst/>
            <a:cxnLst/>
            <a:rect l="l" t="t" r="r" b="b"/>
            <a:pathLst>
              <a:path w="20043" h="28386">
                <a:moveTo>
                  <a:pt x="0" y="28386"/>
                </a:moveTo>
                <a:lnTo>
                  <a:pt x="88" y="28246"/>
                </a:lnTo>
                <a:lnTo>
                  <a:pt x="226" y="28106"/>
                </a:lnTo>
                <a:lnTo>
                  <a:pt x="414" y="27871"/>
                </a:lnTo>
                <a:lnTo>
                  <a:pt x="502" y="27730"/>
                </a:lnTo>
                <a:lnTo>
                  <a:pt x="590" y="27589"/>
                </a:lnTo>
                <a:lnTo>
                  <a:pt x="729" y="27449"/>
                </a:lnTo>
                <a:lnTo>
                  <a:pt x="817" y="27355"/>
                </a:lnTo>
                <a:lnTo>
                  <a:pt x="917" y="27213"/>
                </a:lnTo>
                <a:lnTo>
                  <a:pt x="1005" y="27073"/>
                </a:lnTo>
                <a:lnTo>
                  <a:pt x="1093" y="26933"/>
                </a:lnTo>
                <a:lnTo>
                  <a:pt x="1232" y="26791"/>
                </a:lnTo>
                <a:lnTo>
                  <a:pt x="1420" y="26557"/>
                </a:lnTo>
                <a:lnTo>
                  <a:pt x="1508" y="26416"/>
                </a:lnTo>
                <a:lnTo>
                  <a:pt x="1596" y="26275"/>
                </a:lnTo>
                <a:lnTo>
                  <a:pt x="1735" y="26134"/>
                </a:lnTo>
                <a:lnTo>
                  <a:pt x="1923" y="25900"/>
                </a:lnTo>
                <a:lnTo>
                  <a:pt x="2011" y="25760"/>
                </a:lnTo>
                <a:lnTo>
                  <a:pt x="2099" y="25618"/>
                </a:lnTo>
                <a:lnTo>
                  <a:pt x="2238" y="25478"/>
                </a:lnTo>
                <a:lnTo>
                  <a:pt x="2426" y="25243"/>
                </a:lnTo>
                <a:lnTo>
                  <a:pt x="2514" y="25102"/>
                </a:lnTo>
                <a:lnTo>
                  <a:pt x="2602" y="24961"/>
                </a:lnTo>
                <a:lnTo>
                  <a:pt x="2741" y="24821"/>
                </a:lnTo>
                <a:lnTo>
                  <a:pt x="2829" y="24680"/>
                </a:lnTo>
                <a:lnTo>
                  <a:pt x="2929" y="24539"/>
                </a:lnTo>
                <a:lnTo>
                  <a:pt x="3105" y="24305"/>
                </a:lnTo>
                <a:lnTo>
                  <a:pt x="3244" y="24163"/>
                </a:lnTo>
                <a:lnTo>
                  <a:pt x="3332" y="24023"/>
                </a:lnTo>
                <a:lnTo>
                  <a:pt x="3432" y="23883"/>
                </a:lnTo>
                <a:lnTo>
                  <a:pt x="3520" y="23741"/>
                </a:lnTo>
                <a:lnTo>
                  <a:pt x="3608" y="23601"/>
                </a:lnTo>
                <a:lnTo>
                  <a:pt x="3747" y="23507"/>
                </a:lnTo>
                <a:lnTo>
                  <a:pt x="3835" y="23366"/>
                </a:lnTo>
                <a:lnTo>
                  <a:pt x="3935" y="23226"/>
                </a:lnTo>
                <a:lnTo>
                  <a:pt x="4023" y="23084"/>
                </a:lnTo>
                <a:lnTo>
                  <a:pt x="4111" y="22944"/>
                </a:lnTo>
                <a:lnTo>
                  <a:pt x="4250" y="22804"/>
                </a:lnTo>
                <a:lnTo>
                  <a:pt x="4350" y="22662"/>
                </a:lnTo>
                <a:lnTo>
                  <a:pt x="4438" y="22522"/>
                </a:lnTo>
                <a:lnTo>
                  <a:pt x="4614" y="22287"/>
                </a:lnTo>
                <a:lnTo>
                  <a:pt x="4753" y="22146"/>
                </a:lnTo>
                <a:lnTo>
                  <a:pt x="4853" y="22005"/>
                </a:lnTo>
                <a:lnTo>
                  <a:pt x="4941" y="21865"/>
                </a:lnTo>
                <a:lnTo>
                  <a:pt x="5029" y="21723"/>
                </a:lnTo>
                <a:lnTo>
                  <a:pt x="5117" y="21583"/>
                </a:lnTo>
                <a:lnTo>
                  <a:pt x="5256" y="21443"/>
                </a:lnTo>
                <a:lnTo>
                  <a:pt x="5356" y="21301"/>
                </a:lnTo>
                <a:lnTo>
                  <a:pt x="5444" y="21161"/>
                </a:lnTo>
                <a:lnTo>
                  <a:pt x="5620" y="20926"/>
                </a:lnTo>
                <a:lnTo>
                  <a:pt x="5758" y="20785"/>
                </a:lnTo>
                <a:lnTo>
                  <a:pt x="5859" y="20645"/>
                </a:lnTo>
                <a:lnTo>
                  <a:pt x="5947" y="20504"/>
                </a:lnTo>
                <a:lnTo>
                  <a:pt x="6035" y="20363"/>
                </a:lnTo>
                <a:lnTo>
                  <a:pt x="6123" y="20222"/>
                </a:lnTo>
                <a:lnTo>
                  <a:pt x="6261" y="20082"/>
                </a:lnTo>
                <a:lnTo>
                  <a:pt x="6362" y="19940"/>
                </a:lnTo>
                <a:lnTo>
                  <a:pt x="6450" y="19800"/>
                </a:lnTo>
                <a:lnTo>
                  <a:pt x="6538" y="19660"/>
                </a:lnTo>
                <a:lnTo>
                  <a:pt x="6639" y="19518"/>
                </a:lnTo>
                <a:lnTo>
                  <a:pt x="6764" y="19378"/>
                </a:lnTo>
                <a:lnTo>
                  <a:pt x="6865" y="19237"/>
                </a:lnTo>
                <a:lnTo>
                  <a:pt x="6953" y="19096"/>
                </a:lnTo>
                <a:lnTo>
                  <a:pt x="7041" y="18955"/>
                </a:lnTo>
                <a:lnTo>
                  <a:pt x="7267" y="18721"/>
                </a:lnTo>
                <a:lnTo>
                  <a:pt x="7368" y="18581"/>
                </a:lnTo>
                <a:lnTo>
                  <a:pt x="7456" y="18439"/>
                </a:lnTo>
                <a:lnTo>
                  <a:pt x="7544" y="18299"/>
                </a:lnTo>
                <a:lnTo>
                  <a:pt x="7645" y="18158"/>
                </a:lnTo>
                <a:lnTo>
                  <a:pt x="7783" y="18017"/>
                </a:lnTo>
                <a:lnTo>
                  <a:pt x="7871" y="17876"/>
                </a:lnTo>
                <a:lnTo>
                  <a:pt x="7959" y="17736"/>
                </a:lnTo>
                <a:lnTo>
                  <a:pt x="8047" y="17594"/>
                </a:lnTo>
                <a:lnTo>
                  <a:pt x="8148" y="17454"/>
                </a:lnTo>
                <a:lnTo>
                  <a:pt x="8286" y="17314"/>
                </a:lnTo>
                <a:lnTo>
                  <a:pt x="8374" y="17172"/>
                </a:lnTo>
                <a:lnTo>
                  <a:pt x="8462" y="17032"/>
                </a:lnTo>
                <a:lnTo>
                  <a:pt x="8550" y="16891"/>
                </a:lnTo>
                <a:lnTo>
                  <a:pt x="8651" y="16750"/>
                </a:lnTo>
                <a:lnTo>
                  <a:pt x="8789" y="16609"/>
                </a:lnTo>
                <a:lnTo>
                  <a:pt x="8877" y="16469"/>
                </a:lnTo>
                <a:lnTo>
                  <a:pt x="8965" y="16328"/>
                </a:lnTo>
                <a:lnTo>
                  <a:pt x="9053" y="16187"/>
                </a:lnTo>
                <a:lnTo>
                  <a:pt x="9154" y="16047"/>
                </a:lnTo>
                <a:lnTo>
                  <a:pt x="9292" y="15905"/>
                </a:lnTo>
                <a:lnTo>
                  <a:pt x="9380" y="15765"/>
                </a:lnTo>
                <a:lnTo>
                  <a:pt x="9468" y="15625"/>
                </a:lnTo>
                <a:lnTo>
                  <a:pt x="9556" y="15483"/>
                </a:lnTo>
                <a:lnTo>
                  <a:pt x="9656" y="15343"/>
                </a:lnTo>
                <a:lnTo>
                  <a:pt x="9795" y="15202"/>
                </a:lnTo>
                <a:lnTo>
                  <a:pt x="9883" y="15061"/>
                </a:lnTo>
                <a:lnTo>
                  <a:pt x="9971" y="14920"/>
                </a:lnTo>
                <a:lnTo>
                  <a:pt x="10059" y="14732"/>
                </a:lnTo>
                <a:lnTo>
                  <a:pt x="10159" y="14592"/>
                </a:lnTo>
                <a:lnTo>
                  <a:pt x="10298" y="14450"/>
                </a:lnTo>
                <a:lnTo>
                  <a:pt x="10386" y="14310"/>
                </a:lnTo>
                <a:lnTo>
                  <a:pt x="10474" y="14170"/>
                </a:lnTo>
                <a:lnTo>
                  <a:pt x="10574" y="14028"/>
                </a:lnTo>
                <a:lnTo>
                  <a:pt x="10662" y="13888"/>
                </a:lnTo>
                <a:lnTo>
                  <a:pt x="10801" y="13747"/>
                </a:lnTo>
                <a:lnTo>
                  <a:pt x="10889" y="13606"/>
                </a:lnTo>
                <a:lnTo>
                  <a:pt x="10977" y="13465"/>
                </a:lnTo>
                <a:lnTo>
                  <a:pt x="11077" y="13325"/>
                </a:lnTo>
                <a:lnTo>
                  <a:pt x="11165" y="13183"/>
                </a:lnTo>
                <a:lnTo>
                  <a:pt x="11304" y="13043"/>
                </a:lnTo>
                <a:lnTo>
                  <a:pt x="11392" y="12903"/>
                </a:lnTo>
                <a:lnTo>
                  <a:pt x="11480" y="12761"/>
                </a:lnTo>
                <a:lnTo>
                  <a:pt x="11580" y="12621"/>
                </a:lnTo>
                <a:lnTo>
                  <a:pt x="11668" y="12433"/>
                </a:lnTo>
                <a:lnTo>
                  <a:pt x="11807" y="12293"/>
                </a:lnTo>
                <a:lnTo>
                  <a:pt x="11895" y="12152"/>
                </a:lnTo>
                <a:lnTo>
                  <a:pt x="11983" y="12011"/>
                </a:lnTo>
                <a:lnTo>
                  <a:pt x="12083" y="11870"/>
                </a:lnTo>
                <a:lnTo>
                  <a:pt x="12171" y="11730"/>
                </a:lnTo>
                <a:lnTo>
                  <a:pt x="12310" y="11588"/>
                </a:lnTo>
                <a:lnTo>
                  <a:pt x="12398" y="11448"/>
                </a:lnTo>
                <a:lnTo>
                  <a:pt x="12486" y="11308"/>
                </a:lnTo>
                <a:lnTo>
                  <a:pt x="12586" y="11166"/>
                </a:lnTo>
                <a:lnTo>
                  <a:pt x="12674" y="11026"/>
                </a:lnTo>
                <a:lnTo>
                  <a:pt x="12813" y="10838"/>
                </a:lnTo>
                <a:lnTo>
                  <a:pt x="12901" y="10697"/>
                </a:lnTo>
                <a:lnTo>
                  <a:pt x="12989" y="10557"/>
                </a:lnTo>
                <a:lnTo>
                  <a:pt x="13089" y="10415"/>
                </a:lnTo>
                <a:lnTo>
                  <a:pt x="13177" y="10275"/>
                </a:lnTo>
                <a:lnTo>
                  <a:pt x="13316" y="10135"/>
                </a:lnTo>
                <a:lnTo>
                  <a:pt x="13404" y="9993"/>
                </a:lnTo>
                <a:lnTo>
                  <a:pt x="13492" y="9853"/>
                </a:lnTo>
                <a:lnTo>
                  <a:pt x="13592" y="9665"/>
                </a:lnTo>
                <a:lnTo>
                  <a:pt x="13680" y="9524"/>
                </a:lnTo>
                <a:lnTo>
                  <a:pt x="13819" y="9383"/>
                </a:lnTo>
                <a:lnTo>
                  <a:pt x="13907" y="9242"/>
                </a:lnTo>
                <a:lnTo>
                  <a:pt x="14007" y="9102"/>
                </a:lnTo>
                <a:lnTo>
                  <a:pt x="14095" y="8960"/>
                </a:lnTo>
                <a:lnTo>
                  <a:pt x="14183" y="8820"/>
                </a:lnTo>
                <a:lnTo>
                  <a:pt x="14322" y="8632"/>
                </a:lnTo>
                <a:lnTo>
                  <a:pt x="14410" y="8492"/>
                </a:lnTo>
                <a:lnTo>
                  <a:pt x="14510" y="8351"/>
                </a:lnTo>
                <a:lnTo>
                  <a:pt x="14598" y="8210"/>
                </a:lnTo>
                <a:lnTo>
                  <a:pt x="14686" y="8070"/>
                </a:lnTo>
                <a:lnTo>
                  <a:pt x="14824" y="7929"/>
                </a:lnTo>
                <a:lnTo>
                  <a:pt x="14912" y="7741"/>
                </a:lnTo>
                <a:lnTo>
                  <a:pt x="15013" y="7601"/>
                </a:lnTo>
                <a:lnTo>
                  <a:pt x="15101" y="7459"/>
                </a:lnTo>
                <a:lnTo>
                  <a:pt x="15189" y="7319"/>
                </a:lnTo>
                <a:lnTo>
                  <a:pt x="15327" y="7179"/>
                </a:lnTo>
                <a:lnTo>
                  <a:pt x="15415" y="7037"/>
                </a:lnTo>
                <a:lnTo>
                  <a:pt x="15516" y="6849"/>
                </a:lnTo>
                <a:lnTo>
                  <a:pt x="15604" y="6709"/>
                </a:lnTo>
                <a:lnTo>
                  <a:pt x="15692" y="6568"/>
                </a:lnTo>
                <a:lnTo>
                  <a:pt x="15830" y="6427"/>
                </a:lnTo>
                <a:lnTo>
                  <a:pt x="15918" y="6286"/>
                </a:lnTo>
                <a:lnTo>
                  <a:pt x="16019" y="6098"/>
                </a:lnTo>
                <a:lnTo>
                  <a:pt x="16107" y="5958"/>
                </a:lnTo>
                <a:lnTo>
                  <a:pt x="16195" y="5818"/>
                </a:lnTo>
                <a:lnTo>
                  <a:pt x="16333" y="5676"/>
                </a:lnTo>
                <a:lnTo>
                  <a:pt x="16421" y="5536"/>
                </a:lnTo>
                <a:lnTo>
                  <a:pt x="16522" y="5348"/>
                </a:lnTo>
                <a:lnTo>
                  <a:pt x="16610" y="5207"/>
                </a:lnTo>
                <a:lnTo>
                  <a:pt x="16698" y="5067"/>
                </a:lnTo>
                <a:lnTo>
                  <a:pt x="16836" y="4925"/>
                </a:lnTo>
                <a:lnTo>
                  <a:pt x="16924" y="4785"/>
                </a:lnTo>
                <a:lnTo>
                  <a:pt x="17025" y="4597"/>
                </a:lnTo>
                <a:lnTo>
                  <a:pt x="17113" y="4457"/>
                </a:lnTo>
                <a:lnTo>
                  <a:pt x="17201" y="4315"/>
                </a:lnTo>
                <a:lnTo>
                  <a:pt x="17339" y="4175"/>
                </a:lnTo>
                <a:lnTo>
                  <a:pt x="17427" y="3987"/>
                </a:lnTo>
                <a:lnTo>
                  <a:pt x="17528" y="3847"/>
                </a:lnTo>
                <a:lnTo>
                  <a:pt x="17616" y="3706"/>
                </a:lnTo>
                <a:lnTo>
                  <a:pt x="17704" y="3565"/>
                </a:lnTo>
                <a:lnTo>
                  <a:pt x="17842" y="3378"/>
                </a:lnTo>
                <a:lnTo>
                  <a:pt x="17943" y="3236"/>
                </a:lnTo>
                <a:lnTo>
                  <a:pt x="18031" y="3096"/>
                </a:lnTo>
                <a:lnTo>
                  <a:pt x="18119" y="2956"/>
                </a:lnTo>
                <a:lnTo>
                  <a:pt x="18207" y="2768"/>
                </a:lnTo>
                <a:lnTo>
                  <a:pt x="18345" y="2626"/>
                </a:lnTo>
                <a:lnTo>
                  <a:pt x="18446" y="2486"/>
                </a:lnTo>
                <a:lnTo>
                  <a:pt x="18534" y="2345"/>
                </a:lnTo>
                <a:lnTo>
                  <a:pt x="18622" y="2157"/>
                </a:lnTo>
                <a:lnTo>
                  <a:pt x="18710" y="2017"/>
                </a:lnTo>
                <a:lnTo>
                  <a:pt x="18848" y="1875"/>
                </a:lnTo>
                <a:lnTo>
                  <a:pt x="18949" y="1735"/>
                </a:lnTo>
                <a:lnTo>
                  <a:pt x="19037" y="1547"/>
                </a:lnTo>
                <a:lnTo>
                  <a:pt x="19125" y="1407"/>
                </a:lnTo>
                <a:lnTo>
                  <a:pt x="19213" y="1266"/>
                </a:lnTo>
                <a:lnTo>
                  <a:pt x="19351" y="1125"/>
                </a:lnTo>
                <a:lnTo>
                  <a:pt x="19452" y="937"/>
                </a:lnTo>
                <a:lnTo>
                  <a:pt x="19540" y="796"/>
                </a:lnTo>
                <a:lnTo>
                  <a:pt x="19628" y="656"/>
                </a:lnTo>
                <a:lnTo>
                  <a:pt x="19716" y="468"/>
                </a:lnTo>
                <a:lnTo>
                  <a:pt x="19854" y="328"/>
                </a:lnTo>
                <a:lnTo>
                  <a:pt x="19955" y="186"/>
                </a:lnTo>
                <a:lnTo>
                  <a:pt x="20043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6724864" y="4466212"/>
            <a:ext cx="20043" cy="33074"/>
          </a:xfrm>
          <a:custGeom>
            <a:avLst/>
            <a:gdLst/>
            <a:ahLst/>
            <a:cxnLst/>
            <a:rect l="l" t="t" r="r" b="b"/>
            <a:pathLst>
              <a:path w="20043" h="33074">
                <a:moveTo>
                  <a:pt x="0" y="33074"/>
                </a:moveTo>
                <a:lnTo>
                  <a:pt x="88" y="32932"/>
                </a:lnTo>
                <a:lnTo>
                  <a:pt x="188" y="32792"/>
                </a:lnTo>
                <a:lnTo>
                  <a:pt x="314" y="32652"/>
                </a:lnTo>
                <a:lnTo>
                  <a:pt x="414" y="32464"/>
                </a:lnTo>
                <a:lnTo>
                  <a:pt x="502" y="32322"/>
                </a:lnTo>
                <a:lnTo>
                  <a:pt x="590" y="32182"/>
                </a:lnTo>
                <a:lnTo>
                  <a:pt x="691" y="31994"/>
                </a:lnTo>
                <a:lnTo>
                  <a:pt x="817" y="31853"/>
                </a:lnTo>
                <a:lnTo>
                  <a:pt x="917" y="31713"/>
                </a:lnTo>
                <a:lnTo>
                  <a:pt x="1005" y="31525"/>
                </a:lnTo>
                <a:lnTo>
                  <a:pt x="1093" y="31385"/>
                </a:lnTo>
                <a:lnTo>
                  <a:pt x="1194" y="31243"/>
                </a:lnTo>
                <a:lnTo>
                  <a:pt x="1332" y="31055"/>
                </a:lnTo>
                <a:lnTo>
                  <a:pt x="1420" y="30915"/>
                </a:lnTo>
                <a:lnTo>
                  <a:pt x="1508" y="30775"/>
                </a:lnTo>
                <a:lnTo>
                  <a:pt x="1596" y="30587"/>
                </a:lnTo>
                <a:lnTo>
                  <a:pt x="1697" y="30446"/>
                </a:lnTo>
                <a:lnTo>
                  <a:pt x="1835" y="30305"/>
                </a:lnTo>
                <a:lnTo>
                  <a:pt x="1923" y="30118"/>
                </a:lnTo>
                <a:lnTo>
                  <a:pt x="2011" y="29976"/>
                </a:lnTo>
                <a:lnTo>
                  <a:pt x="2099" y="29836"/>
                </a:lnTo>
                <a:lnTo>
                  <a:pt x="2200" y="29648"/>
                </a:lnTo>
                <a:lnTo>
                  <a:pt x="2338" y="29508"/>
                </a:lnTo>
                <a:lnTo>
                  <a:pt x="2426" y="29366"/>
                </a:lnTo>
                <a:lnTo>
                  <a:pt x="2514" y="29179"/>
                </a:lnTo>
                <a:lnTo>
                  <a:pt x="2602" y="29038"/>
                </a:lnTo>
                <a:lnTo>
                  <a:pt x="2703" y="28851"/>
                </a:lnTo>
                <a:lnTo>
                  <a:pt x="2841" y="28709"/>
                </a:lnTo>
                <a:lnTo>
                  <a:pt x="2929" y="28569"/>
                </a:lnTo>
                <a:lnTo>
                  <a:pt x="3017" y="28381"/>
                </a:lnTo>
                <a:lnTo>
                  <a:pt x="3105" y="28241"/>
                </a:lnTo>
                <a:lnTo>
                  <a:pt x="3206" y="28099"/>
                </a:lnTo>
                <a:lnTo>
                  <a:pt x="3344" y="27912"/>
                </a:lnTo>
                <a:lnTo>
                  <a:pt x="3432" y="27771"/>
                </a:lnTo>
                <a:lnTo>
                  <a:pt x="3520" y="27584"/>
                </a:lnTo>
                <a:lnTo>
                  <a:pt x="3608" y="27442"/>
                </a:lnTo>
                <a:lnTo>
                  <a:pt x="3709" y="27302"/>
                </a:lnTo>
                <a:lnTo>
                  <a:pt x="3847" y="27114"/>
                </a:lnTo>
                <a:lnTo>
                  <a:pt x="3935" y="26974"/>
                </a:lnTo>
                <a:lnTo>
                  <a:pt x="4023" y="26786"/>
                </a:lnTo>
                <a:lnTo>
                  <a:pt x="4124" y="26646"/>
                </a:lnTo>
                <a:lnTo>
                  <a:pt x="4212" y="26504"/>
                </a:lnTo>
                <a:lnTo>
                  <a:pt x="4350" y="26317"/>
                </a:lnTo>
                <a:lnTo>
                  <a:pt x="4438" y="26176"/>
                </a:lnTo>
                <a:lnTo>
                  <a:pt x="4526" y="25988"/>
                </a:lnTo>
                <a:lnTo>
                  <a:pt x="4627" y="25847"/>
                </a:lnTo>
                <a:lnTo>
                  <a:pt x="4715" y="25707"/>
                </a:lnTo>
                <a:lnTo>
                  <a:pt x="4853" y="25519"/>
                </a:lnTo>
                <a:lnTo>
                  <a:pt x="4941" y="25379"/>
                </a:lnTo>
                <a:lnTo>
                  <a:pt x="5029" y="25191"/>
                </a:lnTo>
                <a:lnTo>
                  <a:pt x="5130" y="25050"/>
                </a:lnTo>
                <a:lnTo>
                  <a:pt x="5218" y="24862"/>
                </a:lnTo>
                <a:lnTo>
                  <a:pt x="5356" y="24721"/>
                </a:lnTo>
                <a:lnTo>
                  <a:pt x="5444" y="24580"/>
                </a:lnTo>
                <a:lnTo>
                  <a:pt x="5532" y="24392"/>
                </a:lnTo>
                <a:lnTo>
                  <a:pt x="5633" y="24256"/>
                </a:lnTo>
                <a:lnTo>
                  <a:pt x="5721" y="24063"/>
                </a:lnTo>
                <a:lnTo>
                  <a:pt x="5859" y="23921"/>
                </a:lnTo>
                <a:lnTo>
                  <a:pt x="5947" y="23741"/>
                </a:lnTo>
                <a:lnTo>
                  <a:pt x="6035" y="23599"/>
                </a:lnTo>
                <a:lnTo>
                  <a:pt x="6136" y="23406"/>
                </a:lnTo>
                <a:lnTo>
                  <a:pt x="6224" y="23265"/>
                </a:lnTo>
                <a:lnTo>
                  <a:pt x="6362" y="23084"/>
                </a:lnTo>
                <a:lnTo>
                  <a:pt x="6450" y="22943"/>
                </a:lnTo>
                <a:lnTo>
                  <a:pt x="6538" y="22801"/>
                </a:lnTo>
                <a:lnTo>
                  <a:pt x="6639" y="22608"/>
                </a:lnTo>
                <a:lnTo>
                  <a:pt x="6727" y="22466"/>
                </a:lnTo>
                <a:lnTo>
                  <a:pt x="6865" y="22286"/>
                </a:lnTo>
                <a:lnTo>
                  <a:pt x="6953" y="22144"/>
                </a:lnTo>
                <a:lnTo>
                  <a:pt x="7041" y="21951"/>
                </a:lnTo>
                <a:lnTo>
                  <a:pt x="7142" y="21810"/>
                </a:lnTo>
                <a:lnTo>
                  <a:pt x="7230" y="21629"/>
                </a:lnTo>
                <a:lnTo>
                  <a:pt x="7368" y="21488"/>
                </a:lnTo>
                <a:lnTo>
                  <a:pt x="7456" y="21295"/>
                </a:lnTo>
                <a:lnTo>
                  <a:pt x="7544" y="21153"/>
                </a:lnTo>
                <a:lnTo>
                  <a:pt x="7645" y="20973"/>
                </a:lnTo>
                <a:lnTo>
                  <a:pt x="7733" y="20831"/>
                </a:lnTo>
                <a:lnTo>
                  <a:pt x="7871" y="20638"/>
                </a:lnTo>
                <a:lnTo>
                  <a:pt x="7959" y="20496"/>
                </a:lnTo>
                <a:lnTo>
                  <a:pt x="8060" y="20316"/>
                </a:lnTo>
                <a:lnTo>
                  <a:pt x="8148" y="20175"/>
                </a:lnTo>
                <a:lnTo>
                  <a:pt x="8236" y="19981"/>
                </a:lnTo>
                <a:lnTo>
                  <a:pt x="8374" y="19840"/>
                </a:lnTo>
                <a:lnTo>
                  <a:pt x="8462" y="19660"/>
                </a:lnTo>
                <a:lnTo>
                  <a:pt x="8563" y="19518"/>
                </a:lnTo>
                <a:lnTo>
                  <a:pt x="8651" y="19325"/>
                </a:lnTo>
                <a:lnTo>
                  <a:pt x="8739" y="19183"/>
                </a:lnTo>
                <a:lnTo>
                  <a:pt x="8877" y="19003"/>
                </a:lnTo>
                <a:lnTo>
                  <a:pt x="8965" y="18861"/>
                </a:lnTo>
                <a:lnTo>
                  <a:pt x="9065" y="18668"/>
                </a:lnTo>
                <a:lnTo>
                  <a:pt x="9154" y="18527"/>
                </a:lnTo>
                <a:lnTo>
                  <a:pt x="9242" y="18346"/>
                </a:lnTo>
                <a:lnTo>
                  <a:pt x="9380" y="18205"/>
                </a:lnTo>
                <a:lnTo>
                  <a:pt x="9468" y="18012"/>
                </a:lnTo>
                <a:lnTo>
                  <a:pt x="9568" y="17818"/>
                </a:lnTo>
                <a:lnTo>
                  <a:pt x="9656" y="17677"/>
                </a:lnTo>
                <a:lnTo>
                  <a:pt x="9745" y="17497"/>
                </a:lnTo>
                <a:lnTo>
                  <a:pt x="9883" y="17355"/>
                </a:lnTo>
                <a:lnTo>
                  <a:pt x="9971" y="17162"/>
                </a:lnTo>
                <a:lnTo>
                  <a:pt x="10071" y="17020"/>
                </a:lnTo>
                <a:lnTo>
                  <a:pt x="10159" y="16840"/>
                </a:lnTo>
                <a:lnTo>
                  <a:pt x="10247" y="16698"/>
                </a:lnTo>
                <a:lnTo>
                  <a:pt x="10386" y="16505"/>
                </a:lnTo>
                <a:lnTo>
                  <a:pt x="10474" y="16364"/>
                </a:lnTo>
                <a:lnTo>
                  <a:pt x="10574" y="16183"/>
                </a:lnTo>
                <a:lnTo>
                  <a:pt x="10662" y="15990"/>
                </a:lnTo>
                <a:lnTo>
                  <a:pt x="10750" y="15849"/>
                </a:lnTo>
                <a:lnTo>
                  <a:pt x="10889" y="15668"/>
                </a:lnTo>
                <a:lnTo>
                  <a:pt x="10977" y="15527"/>
                </a:lnTo>
                <a:lnTo>
                  <a:pt x="11077" y="15334"/>
                </a:lnTo>
                <a:lnTo>
                  <a:pt x="11165" y="15192"/>
                </a:lnTo>
                <a:lnTo>
                  <a:pt x="11253" y="15012"/>
                </a:lnTo>
                <a:lnTo>
                  <a:pt x="11392" y="14819"/>
                </a:lnTo>
                <a:lnTo>
                  <a:pt x="11492" y="14677"/>
                </a:lnTo>
                <a:lnTo>
                  <a:pt x="11580" y="14497"/>
                </a:lnTo>
                <a:lnTo>
                  <a:pt x="11668" y="14355"/>
                </a:lnTo>
                <a:lnTo>
                  <a:pt x="11756" y="14162"/>
                </a:lnTo>
                <a:lnTo>
                  <a:pt x="11895" y="13982"/>
                </a:lnTo>
                <a:lnTo>
                  <a:pt x="11995" y="13840"/>
                </a:lnTo>
                <a:lnTo>
                  <a:pt x="12083" y="13647"/>
                </a:lnTo>
                <a:lnTo>
                  <a:pt x="12171" y="13505"/>
                </a:lnTo>
                <a:lnTo>
                  <a:pt x="12259" y="13325"/>
                </a:lnTo>
                <a:lnTo>
                  <a:pt x="12398" y="13132"/>
                </a:lnTo>
                <a:lnTo>
                  <a:pt x="12498" y="12990"/>
                </a:lnTo>
                <a:lnTo>
                  <a:pt x="12586" y="12797"/>
                </a:lnTo>
                <a:lnTo>
                  <a:pt x="12674" y="12668"/>
                </a:lnTo>
                <a:lnTo>
                  <a:pt x="12762" y="12475"/>
                </a:lnTo>
                <a:lnTo>
                  <a:pt x="12901" y="12282"/>
                </a:lnTo>
                <a:lnTo>
                  <a:pt x="13001" y="12141"/>
                </a:lnTo>
                <a:lnTo>
                  <a:pt x="13089" y="11960"/>
                </a:lnTo>
                <a:lnTo>
                  <a:pt x="13177" y="11819"/>
                </a:lnTo>
                <a:lnTo>
                  <a:pt x="13265" y="11626"/>
                </a:lnTo>
                <a:lnTo>
                  <a:pt x="13404" y="11445"/>
                </a:lnTo>
                <a:lnTo>
                  <a:pt x="13504" y="11304"/>
                </a:lnTo>
                <a:lnTo>
                  <a:pt x="13592" y="11111"/>
                </a:lnTo>
                <a:lnTo>
                  <a:pt x="13680" y="10930"/>
                </a:lnTo>
                <a:lnTo>
                  <a:pt x="13781" y="10789"/>
                </a:lnTo>
                <a:lnTo>
                  <a:pt x="13907" y="10596"/>
                </a:lnTo>
                <a:lnTo>
                  <a:pt x="14007" y="10415"/>
                </a:lnTo>
                <a:lnTo>
                  <a:pt x="14095" y="10274"/>
                </a:lnTo>
                <a:lnTo>
                  <a:pt x="14183" y="10081"/>
                </a:lnTo>
                <a:lnTo>
                  <a:pt x="14284" y="9900"/>
                </a:lnTo>
                <a:lnTo>
                  <a:pt x="14410" y="9759"/>
                </a:lnTo>
                <a:lnTo>
                  <a:pt x="14510" y="9566"/>
                </a:lnTo>
                <a:lnTo>
                  <a:pt x="14598" y="9424"/>
                </a:lnTo>
                <a:lnTo>
                  <a:pt x="14686" y="9231"/>
                </a:lnTo>
                <a:lnTo>
                  <a:pt x="14787" y="9051"/>
                </a:lnTo>
                <a:lnTo>
                  <a:pt x="14912" y="8909"/>
                </a:lnTo>
                <a:lnTo>
                  <a:pt x="15013" y="8716"/>
                </a:lnTo>
                <a:lnTo>
                  <a:pt x="15101" y="8536"/>
                </a:lnTo>
                <a:lnTo>
                  <a:pt x="15189" y="8394"/>
                </a:lnTo>
                <a:lnTo>
                  <a:pt x="15290" y="8201"/>
                </a:lnTo>
                <a:lnTo>
                  <a:pt x="15428" y="8021"/>
                </a:lnTo>
                <a:lnTo>
                  <a:pt x="15516" y="7827"/>
                </a:lnTo>
                <a:lnTo>
                  <a:pt x="15604" y="7686"/>
                </a:lnTo>
                <a:lnTo>
                  <a:pt x="15692" y="7506"/>
                </a:lnTo>
                <a:lnTo>
                  <a:pt x="15793" y="7312"/>
                </a:lnTo>
                <a:lnTo>
                  <a:pt x="15931" y="7171"/>
                </a:lnTo>
                <a:lnTo>
                  <a:pt x="16019" y="6991"/>
                </a:lnTo>
                <a:lnTo>
                  <a:pt x="16107" y="6797"/>
                </a:lnTo>
                <a:lnTo>
                  <a:pt x="16195" y="6656"/>
                </a:lnTo>
                <a:lnTo>
                  <a:pt x="16296" y="6463"/>
                </a:lnTo>
                <a:lnTo>
                  <a:pt x="16434" y="6282"/>
                </a:lnTo>
                <a:lnTo>
                  <a:pt x="16522" y="6141"/>
                </a:lnTo>
                <a:lnTo>
                  <a:pt x="16610" y="5948"/>
                </a:lnTo>
                <a:lnTo>
                  <a:pt x="16698" y="5767"/>
                </a:lnTo>
                <a:lnTo>
                  <a:pt x="16799" y="5574"/>
                </a:lnTo>
                <a:lnTo>
                  <a:pt x="16937" y="5433"/>
                </a:lnTo>
                <a:lnTo>
                  <a:pt x="17025" y="5252"/>
                </a:lnTo>
                <a:lnTo>
                  <a:pt x="17113" y="5059"/>
                </a:lnTo>
                <a:lnTo>
                  <a:pt x="17201" y="4918"/>
                </a:lnTo>
                <a:lnTo>
                  <a:pt x="17302" y="4737"/>
                </a:lnTo>
                <a:lnTo>
                  <a:pt x="17440" y="4544"/>
                </a:lnTo>
                <a:lnTo>
                  <a:pt x="17528" y="4351"/>
                </a:lnTo>
                <a:lnTo>
                  <a:pt x="17616" y="4222"/>
                </a:lnTo>
                <a:lnTo>
                  <a:pt x="17717" y="4029"/>
                </a:lnTo>
                <a:lnTo>
                  <a:pt x="17805" y="3836"/>
                </a:lnTo>
                <a:lnTo>
                  <a:pt x="17943" y="3656"/>
                </a:lnTo>
                <a:lnTo>
                  <a:pt x="18031" y="3514"/>
                </a:lnTo>
                <a:lnTo>
                  <a:pt x="18119" y="3321"/>
                </a:lnTo>
                <a:lnTo>
                  <a:pt x="18220" y="3141"/>
                </a:lnTo>
                <a:lnTo>
                  <a:pt x="18308" y="2999"/>
                </a:lnTo>
                <a:lnTo>
                  <a:pt x="18446" y="2806"/>
                </a:lnTo>
                <a:lnTo>
                  <a:pt x="18534" y="2626"/>
                </a:lnTo>
                <a:lnTo>
                  <a:pt x="18622" y="2433"/>
                </a:lnTo>
                <a:lnTo>
                  <a:pt x="18722" y="2291"/>
                </a:lnTo>
                <a:lnTo>
                  <a:pt x="18810" y="2111"/>
                </a:lnTo>
                <a:lnTo>
                  <a:pt x="18949" y="1918"/>
                </a:lnTo>
                <a:lnTo>
                  <a:pt x="19037" y="1725"/>
                </a:lnTo>
                <a:lnTo>
                  <a:pt x="19125" y="1544"/>
                </a:lnTo>
                <a:lnTo>
                  <a:pt x="19225" y="1403"/>
                </a:lnTo>
                <a:lnTo>
                  <a:pt x="19313" y="1210"/>
                </a:lnTo>
                <a:lnTo>
                  <a:pt x="19452" y="1029"/>
                </a:lnTo>
                <a:lnTo>
                  <a:pt x="19540" y="836"/>
                </a:lnTo>
                <a:lnTo>
                  <a:pt x="19628" y="695"/>
                </a:lnTo>
                <a:lnTo>
                  <a:pt x="19728" y="514"/>
                </a:lnTo>
                <a:lnTo>
                  <a:pt x="19816" y="321"/>
                </a:lnTo>
                <a:lnTo>
                  <a:pt x="19955" y="128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6744907" y="4428810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37401"/>
                </a:moveTo>
                <a:lnTo>
                  <a:pt x="88" y="37208"/>
                </a:lnTo>
                <a:lnTo>
                  <a:pt x="188" y="37015"/>
                </a:lnTo>
                <a:lnTo>
                  <a:pt x="276" y="36835"/>
                </a:lnTo>
                <a:lnTo>
                  <a:pt x="414" y="36642"/>
                </a:lnTo>
                <a:lnTo>
                  <a:pt x="502" y="36500"/>
                </a:lnTo>
                <a:lnTo>
                  <a:pt x="590" y="36320"/>
                </a:lnTo>
                <a:lnTo>
                  <a:pt x="691" y="36127"/>
                </a:lnTo>
                <a:lnTo>
                  <a:pt x="779" y="35946"/>
                </a:lnTo>
                <a:lnTo>
                  <a:pt x="917" y="35753"/>
                </a:lnTo>
                <a:lnTo>
                  <a:pt x="1005" y="35612"/>
                </a:lnTo>
                <a:lnTo>
                  <a:pt x="1093" y="35419"/>
                </a:lnTo>
                <a:lnTo>
                  <a:pt x="1194" y="35238"/>
                </a:lnTo>
                <a:lnTo>
                  <a:pt x="1282" y="35045"/>
                </a:lnTo>
                <a:lnTo>
                  <a:pt x="1420" y="34865"/>
                </a:lnTo>
                <a:lnTo>
                  <a:pt x="1508" y="34672"/>
                </a:lnTo>
                <a:lnTo>
                  <a:pt x="1609" y="34530"/>
                </a:lnTo>
                <a:lnTo>
                  <a:pt x="1697" y="34350"/>
                </a:lnTo>
                <a:lnTo>
                  <a:pt x="1785" y="34157"/>
                </a:lnTo>
                <a:lnTo>
                  <a:pt x="1923" y="33964"/>
                </a:lnTo>
                <a:lnTo>
                  <a:pt x="2011" y="33783"/>
                </a:lnTo>
                <a:lnTo>
                  <a:pt x="2112" y="33642"/>
                </a:lnTo>
                <a:lnTo>
                  <a:pt x="2200" y="33449"/>
                </a:lnTo>
                <a:lnTo>
                  <a:pt x="2288" y="33268"/>
                </a:lnTo>
                <a:lnTo>
                  <a:pt x="2426" y="33075"/>
                </a:lnTo>
                <a:lnTo>
                  <a:pt x="2514" y="32895"/>
                </a:lnTo>
                <a:lnTo>
                  <a:pt x="2615" y="32702"/>
                </a:lnTo>
                <a:lnTo>
                  <a:pt x="2703" y="32522"/>
                </a:lnTo>
                <a:lnTo>
                  <a:pt x="2791" y="32380"/>
                </a:lnTo>
                <a:lnTo>
                  <a:pt x="2929" y="32187"/>
                </a:lnTo>
                <a:lnTo>
                  <a:pt x="3017" y="31994"/>
                </a:lnTo>
                <a:lnTo>
                  <a:pt x="3118" y="31814"/>
                </a:lnTo>
                <a:lnTo>
                  <a:pt x="3206" y="31620"/>
                </a:lnTo>
                <a:lnTo>
                  <a:pt x="3294" y="31440"/>
                </a:lnTo>
                <a:lnTo>
                  <a:pt x="3432" y="31299"/>
                </a:lnTo>
                <a:lnTo>
                  <a:pt x="3520" y="31105"/>
                </a:lnTo>
                <a:lnTo>
                  <a:pt x="3621" y="30925"/>
                </a:lnTo>
                <a:lnTo>
                  <a:pt x="3709" y="30732"/>
                </a:lnTo>
                <a:lnTo>
                  <a:pt x="3797" y="30539"/>
                </a:lnTo>
                <a:lnTo>
                  <a:pt x="3935" y="30359"/>
                </a:lnTo>
                <a:lnTo>
                  <a:pt x="4023" y="30166"/>
                </a:lnTo>
                <a:lnTo>
                  <a:pt x="4124" y="29985"/>
                </a:lnTo>
                <a:lnTo>
                  <a:pt x="4212" y="29844"/>
                </a:lnTo>
                <a:lnTo>
                  <a:pt x="4300" y="29651"/>
                </a:lnTo>
                <a:lnTo>
                  <a:pt x="4438" y="29470"/>
                </a:lnTo>
                <a:lnTo>
                  <a:pt x="4526" y="29277"/>
                </a:lnTo>
                <a:lnTo>
                  <a:pt x="4627" y="29084"/>
                </a:lnTo>
                <a:lnTo>
                  <a:pt x="4715" y="28904"/>
                </a:lnTo>
                <a:lnTo>
                  <a:pt x="4803" y="28711"/>
                </a:lnTo>
                <a:lnTo>
                  <a:pt x="4941" y="28530"/>
                </a:lnTo>
                <a:lnTo>
                  <a:pt x="5042" y="28337"/>
                </a:lnTo>
                <a:lnTo>
                  <a:pt x="5130" y="28196"/>
                </a:lnTo>
                <a:lnTo>
                  <a:pt x="5218" y="28015"/>
                </a:lnTo>
                <a:lnTo>
                  <a:pt x="5306" y="27822"/>
                </a:lnTo>
                <a:lnTo>
                  <a:pt x="5444" y="27629"/>
                </a:lnTo>
                <a:lnTo>
                  <a:pt x="5545" y="27449"/>
                </a:lnTo>
                <a:lnTo>
                  <a:pt x="5633" y="27256"/>
                </a:lnTo>
                <a:lnTo>
                  <a:pt x="5721" y="27076"/>
                </a:lnTo>
                <a:lnTo>
                  <a:pt x="5809" y="26882"/>
                </a:lnTo>
                <a:lnTo>
                  <a:pt x="5947" y="26702"/>
                </a:lnTo>
                <a:lnTo>
                  <a:pt x="6048" y="26509"/>
                </a:lnTo>
                <a:lnTo>
                  <a:pt x="6136" y="26316"/>
                </a:lnTo>
                <a:lnTo>
                  <a:pt x="6224" y="26187"/>
                </a:lnTo>
                <a:lnTo>
                  <a:pt x="6312" y="25994"/>
                </a:lnTo>
                <a:lnTo>
                  <a:pt x="6450" y="25801"/>
                </a:lnTo>
                <a:lnTo>
                  <a:pt x="6551" y="25621"/>
                </a:lnTo>
                <a:lnTo>
                  <a:pt x="6639" y="25428"/>
                </a:lnTo>
                <a:lnTo>
                  <a:pt x="6727" y="25247"/>
                </a:lnTo>
                <a:lnTo>
                  <a:pt x="6815" y="25054"/>
                </a:lnTo>
                <a:lnTo>
                  <a:pt x="6953" y="24861"/>
                </a:lnTo>
                <a:lnTo>
                  <a:pt x="7054" y="24681"/>
                </a:lnTo>
                <a:lnTo>
                  <a:pt x="7142" y="24488"/>
                </a:lnTo>
                <a:lnTo>
                  <a:pt x="7230" y="24307"/>
                </a:lnTo>
                <a:lnTo>
                  <a:pt x="7318" y="24114"/>
                </a:lnTo>
                <a:lnTo>
                  <a:pt x="7456" y="23934"/>
                </a:lnTo>
                <a:lnTo>
                  <a:pt x="7557" y="23741"/>
                </a:lnTo>
                <a:lnTo>
                  <a:pt x="7645" y="23548"/>
                </a:lnTo>
                <a:lnTo>
                  <a:pt x="7733" y="23368"/>
                </a:lnTo>
                <a:lnTo>
                  <a:pt x="7833" y="23174"/>
                </a:lnTo>
                <a:lnTo>
                  <a:pt x="7959" y="22994"/>
                </a:lnTo>
                <a:lnTo>
                  <a:pt x="8060" y="22853"/>
                </a:lnTo>
                <a:lnTo>
                  <a:pt x="8148" y="22659"/>
                </a:lnTo>
                <a:lnTo>
                  <a:pt x="8236" y="22479"/>
                </a:lnTo>
                <a:lnTo>
                  <a:pt x="8336" y="22286"/>
                </a:lnTo>
                <a:lnTo>
                  <a:pt x="8462" y="22093"/>
                </a:lnTo>
                <a:lnTo>
                  <a:pt x="8563" y="21913"/>
                </a:lnTo>
                <a:lnTo>
                  <a:pt x="8651" y="21720"/>
                </a:lnTo>
                <a:lnTo>
                  <a:pt x="8739" y="21539"/>
                </a:lnTo>
                <a:lnTo>
                  <a:pt x="8839" y="21346"/>
                </a:lnTo>
                <a:lnTo>
                  <a:pt x="8977" y="21166"/>
                </a:lnTo>
                <a:lnTo>
                  <a:pt x="9065" y="20973"/>
                </a:lnTo>
                <a:lnTo>
                  <a:pt x="9154" y="20780"/>
                </a:lnTo>
                <a:lnTo>
                  <a:pt x="9242" y="20599"/>
                </a:lnTo>
                <a:lnTo>
                  <a:pt x="9342" y="20406"/>
                </a:lnTo>
                <a:lnTo>
                  <a:pt x="9480" y="20226"/>
                </a:lnTo>
                <a:lnTo>
                  <a:pt x="9568" y="20033"/>
                </a:lnTo>
                <a:lnTo>
                  <a:pt x="9656" y="19853"/>
                </a:lnTo>
                <a:lnTo>
                  <a:pt x="9744" y="19660"/>
                </a:lnTo>
                <a:lnTo>
                  <a:pt x="9845" y="19466"/>
                </a:lnTo>
                <a:lnTo>
                  <a:pt x="9983" y="19286"/>
                </a:lnTo>
                <a:lnTo>
                  <a:pt x="10071" y="19093"/>
                </a:lnTo>
                <a:lnTo>
                  <a:pt x="10159" y="18913"/>
                </a:lnTo>
                <a:lnTo>
                  <a:pt x="10247" y="18720"/>
                </a:lnTo>
                <a:lnTo>
                  <a:pt x="10348" y="18527"/>
                </a:lnTo>
                <a:lnTo>
                  <a:pt x="10486" y="18346"/>
                </a:lnTo>
                <a:lnTo>
                  <a:pt x="10574" y="18153"/>
                </a:lnTo>
                <a:lnTo>
                  <a:pt x="10662" y="17973"/>
                </a:lnTo>
                <a:lnTo>
                  <a:pt x="10750" y="17780"/>
                </a:lnTo>
                <a:lnTo>
                  <a:pt x="10851" y="17600"/>
                </a:lnTo>
                <a:lnTo>
                  <a:pt x="10989" y="17406"/>
                </a:lnTo>
                <a:lnTo>
                  <a:pt x="11077" y="17213"/>
                </a:lnTo>
                <a:lnTo>
                  <a:pt x="11165" y="17033"/>
                </a:lnTo>
                <a:lnTo>
                  <a:pt x="11266" y="16840"/>
                </a:lnTo>
                <a:lnTo>
                  <a:pt x="11354" y="16660"/>
                </a:lnTo>
                <a:lnTo>
                  <a:pt x="11492" y="16467"/>
                </a:lnTo>
                <a:lnTo>
                  <a:pt x="11580" y="16286"/>
                </a:lnTo>
                <a:lnTo>
                  <a:pt x="11668" y="16042"/>
                </a:lnTo>
                <a:lnTo>
                  <a:pt x="11769" y="15861"/>
                </a:lnTo>
                <a:lnTo>
                  <a:pt x="11857" y="15668"/>
                </a:lnTo>
                <a:lnTo>
                  <a:pt x="11995" y="15488"/>
                </a:lnTo>
                <a:lnTo>
                  <a:pt x="12083" y="15295"/>
                </a:lnTo>
                <a:lnTo>
                  <a:pt x="12171" y="15102"/>
                </a:lnTo>
                <a:lnTo>
                  <a:pt x="12272" y="14922"/>
                </a:lnTo>
                <a:lnTo>
                  <a:pt x="12360" y="14728"/>
                </a:lnTo>
                <a:lnTo>
                  <a:pt x="12498" y="14548"/>
                </a:lnTo>
                <a:lnTo>
                  <a:pt x="12586" y="14355"/>
                </a:lnTo>
                <a:lnTo>
                  <a:pt x="12674" y="14175"/>
                </a:lnTo>
                <a:lnTo>
                  <a:pt x="12775" y="13982"/>
                </a:lnTo>
                <a:lnTo>
                  <a:pt x="12863" y="13789"/>
                </a:lnTo>
                <a:lnTo>
                  <a:pt x="13001" y="13608"/>
                </a:lnTo>
                <a:lnTo>
                  <a:pt x="13089" y="13415"/>
                </a:lnTo>
                <a:lnTo>
                  <a:pt x="13177" y="13235"/>
                </a:lnTo>
                <a:lnTo>
                  <a:pt x="13278" y="13042"/>
                </a:lnTo>
                <a:lnTo>
                  <a:pt x="13366" y="12810"/>
                </a:lnTo>
                <a:lnTo>
                  <a:pt x="13504" y="12617"/>
                </a:lnTo>
                <a:lnTo>
                  <a:pt x="13592" y="12437"/>
                </a:lnTo>
                <a:lnTo>
                  <a:pt x="13680" y="12244"/>
                </a:lnTo>
                <a:lnTo>
                  <a:pt x="13781" y="12063"/>
                </a:lnTo>
                <a:lnTo>
                  <a:pt x="13869" y="11870"/>
                </a:lnTo>
                <a:lnTo>
                  <a:pt x="14007" y="11677"/>
                </a:lnTo>
                <a:lnTo>
                  <a:pt x="14095" y="11497"/>
                </a:lnTo>
                <a:lnTo>
                  <a:pt x="14183" y="11304"/>
                </a:lnTo>
                <a:lnTo>
                  <a:pt x="14284" y="11123"/>
                </a:lnTo>
                <a:lnTo>
                  <a:pt x="14372" y="10930"/>
                </a:lnTo>
                <a:lnTo>
                  <a:pt x="14510" y="10737"/>
                </a:lnTo>
                <a:lnTo>
                  <a:pt x="14598" y="10505"/>
                </a:lnTo>
                <a:lnTo>
                  <a:pt x="14686" y="10325"/>
                </a:lnTo>
                <a:lnTo>
                  <a:pt x="14787" y="10132"/>
                </a:lnTo>
                <a:lnTo>
                  <a:pt x="14875" y="9952"/>
                </a:lnTo>
                <a:lnTo>
                  <a:pt x="15013" y="9759"/>
                </a:lnTo>
                <a:lnTo>
                  <a:pt x="15101" y="9566"/>
                </a:lnTo>
                <a:lnTo>
                  <a:pt x="15202" y="9385"/>
                </a:lnTo>
                <a:lnTo>
                  <a:pt x="15290" y="9192"/>
                </a:lnTo>
                <a:lnTo>
                  <a:pt x="15378" y="9012"/>
                </a:lnTo>
                <a:lnTo>
                  <a:pt x="15516" y="8767"/>
                </a:lnTo>
                <a:lnTo>
                  <a:pt x="15604" y="8587"/>
                </a:lnTo>
                <a:lnTo>
                  <a:pt x="15705" y="8394"/>
                </a:lnTo>
                <a:lnTo>
                  <a:pt x="15793" y="8214"/>
                </a:lnTo>
                <a:lnTo>
                  <a:pt x="15881" y="8021"/>
                </a:lnTo>
                <a:lnTo>
                  <a:pt x="16019" y="7840"/>
                </a:lnTo>
                <a:lnTo>
                  <a:pt x="16107" y="7647"/>
                </a:lnTo>
                <a:lnTo>
                  <a:pt x="16208" y="7454"/>
                </a:lnTo>
                <a:lnTo>
                  <a:pt x="16296" y="7222"/>
                </a:lnTo>
                <a:lnTo>
                  <a:pt x="16384" y="7042"/>
                </a:lnTo>
                <a:lnTo>
                  <a:pt x="16522" y="6849"/>
                </a:lnTo>
                <a:lnTo>
                  <a:pt x="16610" y="6656"/>
                </a:lnTo>
                <a:lnTo>
                  <a:pt x="16711" y="6476"/>
                </a:lnTo>
                <a:lnTo>
                  <a:pt x="16799" y="6282"/>
                </a:lnTo>
                <a:lnTo>
                  <a:pt x="16887" y="6102"/>
                </a:lnTo>
                <a:lnTo>
                  <a:pt x="17025" y="5858"/>
                </a:lnTo>
                <a:lnTo>
                  <a:pt x="17113" y="5677"/>
                </a:lnTo>
                <a:lnTo>
                  <a:pt x="17214" y="5484"/>
                </a:lnTo>
                <a:lnTo>
                  <a:pt x="17302" y="5304"/>
                </a:lnTo>
                <a:lnTo>
                  <a:pt x="17390" y="5111"/>
                </a:lnTo>
                <a:lnTo>
                  <a:pt x="17528" y="4931"/>
                </a:lnTo>
                <a:lnTo>
                  <a:pt x="17616" y="4686"/>
                </a:lnTo>
                <a:lnTo>
                  <a:pt x="17717" y="4506"/>
                </a:lnTo>
                <a:lnTo>
                  <a:pt x="17805" y="4313"/>
                </a:lnTo>
                <a:lnTo>
                  <a:pt x="17893" y="4132"/>
                </a:lnTo>
                <a:lnTo>
                  <a:pt x="18031" y="3939"/>
                </a:lnTo>
                <a:lnTo>
                  <a:pt x="18119" y="3746"/>
                </a:lnTo>
                <a:lnTo>
                  <a:pt x="18220" y="3514"/>
                </a:lnTo>
                <a:lnTo>
                  <a:pt x="18308" y="3334"/>
                </a:lnTo>
                <a:lnTo>
                  <a:pt x="18396" y="3141"/>
                </a:lnTo>
                <a:lnTo>
                  <a:pt x="18534" y="2961"/>
                </a:lnTo>
                <a:lnTo>
                  <a:pt x="18634" y="2768"/>
                </a:lnTo>
                <a:lnTo>
                  <a:pt x="18722" y="2574"/>
                </a:lnTo>
                <a:lnTo>
                  <a:pt x="18810" y="2343"/>
                </a:lnTo>
                <a:lnTo>
                  <a:pt x="18899" y="2162"/>
                </a:lnTo>
                <a:lnTo>
                  <a:pt x="19037" y="1969"/>
                </a:lnTo>
                <a:lnTo>
                  <a:pt x="19137" y="1776"/>
                </a:lnTo>
                <a:lnTo>
                  <a:pt x="19225" y="1596"/>
                </a:lnTo>
                <a:lnTo>
                  <a:pt x="19313" y="1364"/>
                </a:lnTo>
                <a:lnTo>
                  <a:pt x="19401" y="1171"/>
                </a:lnTo>
                <a:lnTo>
                  <a:pt x="19540" y="978"/>
                </a:lnTo>
                <a:lnTo>
                  <a:pt x="19640" y="798"/>
                </a:lnTo>
                <a:lnTo>
                  <a:pt x="19728" y="605"/>
                </a:lnTo>
                <a:lnTo>
                  <a:pt x="19816" y="373"/>
                </a:lnTo>
                <a:lnTo>
                  <a:pt x="19904" y="180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6764951" y="4387752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41058"/>
                </a:moveTo>
                <a:lnTo>
                  <a:pt x="100" y="40865"/>
                </a:lnTo>
                <a:lnTo>
                  <a:pt x="188" y="40684"/>
                </a:lnTo>
                <a:lnTo>
                  <a:pt x="276" y="40453"/>
                </a:lnTo>
                <a:lnTo>
                  <a:pt x="364" y="40260"/>
                </a:lnTo>
                <a:lnTo>
                  <a:pt x="502" y="40066"/>
                </a:lnTo>
                <a:lnTo>
                  <a:pt x="603" y="39886"/>
                </a:lnTo>
                <a:lnTo>
                  <a:pt x="691" y="39693"/>
                </a:lnTo>
                <a:lnTo>
                  <a:pt x="779" y="39461"/>
                </a:lnTo>
                <a:lnTo>
                  <a:pt x="867" y="39268"/>
                </a:lnTo>
                <a:lnTo>
                  <a:pt x="1005" y="39088"/>
                </a:lnTo>
                <a:lnTo>
                  <a:pt x="1106" y="38895"/>
                </a:lnTo>
                <a:lnTo>
                  <a:pt x="1194" y="38663"/>
                </a:lnTo>
                <a:lnTo>
                  <a:pt x="1282" y="38470"/>
                </a:lnTo>
                <a:lnTo>
                  <a:pt x="1383" y="38290"/>
                </a:lnTo>
                <a:lnTo>
                  <a:pt x="1508" y="38097"/>
                </a:lnTo>
                <a:lnTo>
                  <a:pt x="1609" y="37865"/>
                </a:lnTo>
                <a:lnTo>
                  <a:pt x="1697" y="37685"/>
                </a:lnTo>
                <a:lnTo>
                  <a:pt x="1785" y="37491"/>
                </a:lnTo>
                <a:lnTo>
                  <a:pt x="1886" y="37298"/>
                </a:lnTo>
                <a:lnTo>
                  <a:pt x="2011" y="37067"/>
                </a:lnTo>
                <a:lnTo>
                  <a:pt x="2112" y="36886"/>
                </a:lnTo>
                <a:lnTo>
                  <a:pt x="2200" y="36693"/>
                </a:lnTo>
                <a:lnTo>
                  <a:pt x="2288" y="36500"/>
                </a:lnTo>
                <a:lnTo>
                  <a:pt x="2389" y="36268"/>
                </a:lnTo>
                <a:lnTo>
                  <a:pt x="2527" y="36088"/>
                </a:lnTo>
                <a:lnTo>
                  <a:pt x="2615" y="35895"/>
                </a:lnTo>
                <a:lnTo>
                  <a:pt x="2703" y="35702"/>
                </a:lnTo>
                <a:lnTo>
                  <a:pt x="2791" y="35470"/>
                </a:lnTo>
                <a:lnTo>
                  <a:pt x="2892" y="35290"/>
                </a:lnTo>
                <a:lnTo>
                  <a:pt x="3030" y="35097"/>
                </a:lnTo>
                <a:lnTo>
                  <a:pt x="3118" y="34904"/>
                </a:lnTo>
                <a:lnTo>
                  <a:pt x="3206" y="34672"/>
                </a:lnTo>
                <a:lnTo>
                  <a:pt x="3294" y="34492"/>
                </a:lnTo>
                <a:lnTo>
                  <a:pt x="3395" y="34298"/>
                </a:lnTo>
                <a:lnTo>
                  <a:pt x="3533" y="34067"/>
                </a:lnTo>
                <a:lnTo>
                  <a:pt x="3621" y="33874"/>
                </a:lnTo>
                <a:lnTo>
                  <a:pt x="3709" y="33693"/>
                </a:lnTo>
                <a:lnTo>
                  <a:pt x="3797" y="33500"/>
                </a:lnTo>
                <a:lnTo>
                  <a:pt x="3897" y="33268"/>
                </a:lnTo>
                <a:lnTo>
                  <a:pt x="4036" y="33075"/>
                </a:lnTo>
                <a:lnTo>
                  <a:pt x="4124" y="32895"/>
                </a:lnTo>
                <a:lnTo>
                  <a:pt x="4212" y="32663"/>
                </a:lnTo>
                <a:lnTo>
                  <a:pt x="4300" y="32470"/>
                </a:lnTo>
                <a:lnTo>
                  <a:pt x="4400" y="32277"/>
                </a:lnTo>
                <a:lnTo>
                  <a:pt x="4539" y="32097"/>
                </a:lnTo>
                <a:lnTo>
                  <a:pt x="4627" y="31865"/>
                </a:lnTo>
                <a:lnTo>
                  <a:pt x="4715" y="31672"/>
                </a:lnTo>
                <a:lnTo>
                  <a:pt x="4815" y="31479"/>
                </a:lnTo>
                <a:lnTo>
                  <a:pt x="4903" y="31247"/>
                </a:lnTo>
                <a:lnTo>
                  <a:pt x="5042" y="31067"/>
                </a:lnTo>
                <a:lnTo>
                  <a:pt x="5130" y="30874"/>
                </a:lnTo>
                <a:lnTo>
                  <a:pt x="5218" y="30642"/>
                </a:lnTo>
                <a:lnTo>
                  <a:pt x="5318" y="30449"/>
                </a:lnTo>
                <a:lnTo>
                  <a:pt x="5406" y="30269"/>
                </a:lnTo>
                <a:lnTo>
                  <a:pt x="5545" y="30075"/>
                </a:lnTo>
                <a:lnTo>
                  <a:pt x="5633" y="29844"/>
                </a:lnTo>
                <a:lnTo>
                  <a:pt x="5721" y="29651"/>
                </a:lnTo>
                <a:lnTo>
                  <a:pt x="5821" y="29470"/>
                </a:lnTo>
                <a:lnTo>
                  <a:pt x="5909" y="29239"/>
                </a:lnTo>
                <a:lnTo>
                  <a:pt x="6048" y="29045"/>
                </a:lnTo>
                <a:lnTo>
                  <a:pt x="6136" y="28852"/>
                </a:lnTo>
                <a:lnTo>
                  <a:pt x="6224" y="28621"/>
                </a:lnTo>
                <a:lnTo>
                  <a:pt x="6324" y="28440"/>
                </a:lnTo>
                <a:lnTo>
                  <a:pt x="6412" y="28247"/>
                </a:lnTo>
                <a:lnTo>
                  <a:pt x="6551" y="28015"/>
                </a:lnTo>
                <a:lnTo>
                  <a:pt x="6639" y="27822"/>
                </a:lnTo>
                <a:lnTo>
                  <a:pt x="6727" y="27642"/>
                </a:lnTo>
                <a:lnTo>
                  <a:pt x="6827" y="27397"/>
                </a:lnTo>
                <a:lnTo>
                  <a:pt x="6915" y="27217"/>
                </a:lnTo>
                <a:lnTo>
                  <a:pt x="7054" y="27024"/>
                </a:lnTo>
                <a:lnTo>
                  <a:pt x="7142" y="26792"/>
                </a:lnTo>
                <a:lnTo>
                  <a:pt x="7230" y="26599"/>
                </a:lnTo>
                <a:lnTo>
                  <a:pt x="7330" y="26419"/>
                </a:lnTo>
                <a:lnTo>
                  <a:pt x="7418" y="26187"/>
                </a:lnTo>
                <a:lnTo>
                  <a:pt x="7557" y="25994"/>
                </a:lnTo>
                <a:lnTo>
                  <a:pt x="7645" y="25801"/>
                </a:lnTo>
                <a:lnTo>
                  <a:pt x="7733" y="25569"/>
                </a:lnTo>
                <a:lnTo>
                  <a:pt x="7833" y="25389"/>
                </a:lnTo>
                <a:lnTo>
                  <a:pt x="7921" y="25144"/>
                </a:lnTo>
                <a:lnTo>
                  <a:pt x="8060" y="24964"/>
                </a:lnTo>
                <a:lnTo>
                  <a:pt x="8148" y="24771"/>
                </a:lnTo>
                <a:lnTo>
                  <a:pt x="8236" y="24539"/>
                </a:lnTo>
                <a:lnTo>
                  <a:pt x="8336" y="24346"/>
                </a:lnTo>
                <a:lnTo>
                  <a:pt x="8424" y="24166"/>
                </a:lnTo>
                <a:lnTo>
                  <a:pt x="8563" y="23934"/>
                </a:lnTo>
                <a:lnTo>
                  <a:pt x="8651" y="23741"/>
                </a:lnTo>
                <a:lnTo>
                  <a:pt x="8751" y="23509"/>
                </a:lnTo>
                <a:lnTo>
                  <a:pt x="8839" y="23316"/>
                </a:lnTo>
                <a:lnTo>
                  <a:pt x="8927" y="23136"/>
                </a:lnTo>
                <a:lnTo>
                  <a:pt x="9065" y="22904"/>
                </a:lnTo>
                <a:lnTo>
                  <a:pt x="9154" y="22711"/>
                </a:lnTo>
                <a:lnTo>
                  <a:pt x="9254" y="22518"/>
                </a:lnTo>
                <a:lnTo>
                  <a:pt x="9342" y="22286"/>
                </a:lnTo>
                <a:lnTo>
                  <a:pt x="9430" y="22106"/>
                </a:lnTo>
                <a:lnTo>
                  <a:pt x="9568" y="21861"/>
                </a:lnTo>
                <a:lnTo>
                  <a:pt x="9656" y="21681"/>
                </a:lnTo>
                <a:lnTo>
                  <a:pt x="9757" y="21488"/>
                </a:lnTo>
                <a:lnTo>
                  <a:pt x="9845" y="21256"/>
                </a:lnTo>
                <a:lnTo>
                  <a:pt x="9933" y="21063"/>
                </a:lnTo>
                <a:lnTo>
                  <a:pt x="10071" y="20831"/>
                </a:lnTo>
                <a:lnTo>
                  <a:pt x="10159" y="20651"/>
                </a:lnTo>
                <a:lnTo>
                  <a:pt x="10260" y="20458"/>
                </a:lnTo>
                <a:lnTo>
                  <a:pt x="10348" y="20226"/>
                </a:lnTo>
                <a:lnTo>
                  <a:pt x="10436" y="20033"/>
                </a:lnTo>
                <a:lnTo>
                  <a:pt x="10574" y="19801"/>
                </a:lnTo>
                <a:lnTo>
                  <a:pt x="10662" y="19608"/>
                </a:lnTo>
                <a:lnTo>
                  <a:pt x="10763" y="19428"/>
                </a:lnTo>
                <a:lnTo>
                  <a:pt x="10851" y="19196"/>
                </a:lnTo>
                <a:lnTo>
                  <a:pt x="10939" y="19003"/>
                </a:lnTo>
                <a:lnTo>
                  <a:pt x="11077" y="18771"/>
                </a:lnTo>
                <a:lnTo>
                  <a:pt x="11165" y="18578"/>
                </a:lnTo>
                <a:lnTo>
                  <a:pt x="11266" y="18398"/>
                </a:lnTo>
                <a:lnTo>
                  <a:pt x="11354" y="18153"/>
                </a:lnTo>
                <a:lnTo>
                  <a:pt x="11492" y="17973"/>
                </a:lnTo>
                <a:lnTo>
                  <a:pt x="11580" y="17741"/>
                </a:lnTo>
                <a:lnTo>
                  <a:pt x="11668" y="17548"/>
                </a:lnTo>
                <a:lnTo>
                  <a:pt x="11769" y="17316"/>
                </a:lnTo>
                <a:lnTo>
                  <a:pt x="11857" y="17123"/>
                </a:lnTo>
                <a:lnTo>
                  <a:pt x="11995" y="16943"/>
                </a:lnTo>
                <a:lnTo>
                  <a:pt x="12083" y="16698"/>
                </a:lnTo>
                <a:lnTo>
                  <a:pt x="12171" y="16518"/>
                </a:lnTo>
                <a:lnTo>
                  <a:pt x="12272" y="16286"/>
                </a:lnTo>
                <a:lnTo>
                  <a:pt x="12360" y="16093"/>
                </a:lnTo>
                <a:lnTo>
                  <a:pt x="12498" y="15861"/>
                </a:lnTo>
                <a:lnTo>
                  <a:pt x="12586" y="15668"/>
                </a:lnTo>
                <a:lnTo>
                  <a:pt x="12687" y="15437"/>
                </a:lnTo>
                <a:lnTo>
                  <a:pt x="12775" y="15243"/>
                </a:lnTo>
                <a:lnTo>
                  <a:pt x="12863" y="15063"/>
                </a:lnTo>
                <a:lnTo>
                  <a:pt x="13001" y="14831"/>
                </a:lnTo>
                <a:lnTo>
                  <a:pt x="13089" y="14638"/>
                </a:lnTo>
                <a:lnTo>
                  <a:pt x="13190" y="14407"/>
                </a:lnTo>
                <a:lnTo>
                  <a:pt x="13278" y="14213"/>
                </a:lnTo>
                <a:lnTo>
                  <a:pt x="13366" y="13982"/>
                </a:lnTo>
                <a:lnTo>
                  <a:pt x="13504" y="13789"/>
                </a:lnTo>
                <a:lnTo>
                  <a:pt x="13592" y="13557"/>
                </a:lnTo>
                <a:lnTo>
                  <a:pt x="13693" y="13377"/>
                </a:lnTo>
                <a:lnTo>
                  <a:pt x="13781" y="13132"/>
                </a:lnTo>
                <a:lnTo>
                  <a:pt x="13869" y="12952"/>
                </a:lnTo>
                <a:lnTo>
                  <a:pt x="14007" y="12759"/>
                </a:lnTo>
                <a:lnTo>
                  <a:pt x="14095" y="12527"/>
                </a:lnTo>
                <a:lnTo>
                  <a:pt x="14196" y="12347"/>
                </a:lnTo>
                <a:lnTo>
                  <a:pt x="14284" y="12102"/>
                </a:lnTo>
                <a:lnTo>
                  <a:pt x="14372" y="11922"/>
                </a:lnTo>
                <a:lnTo>
                  <a:pt x="14510" y="11677"/>
                </a:lnTo>
                <a:lnTo>
                  <a:pt x="14598" y="11497"/>
                </a:lnTo>
                <a:lnTo>
                  <a:pt x="14699" y="11265"/>
                </a:lnTo>
                <a:lnTo>
                  <a:pt x="14787" y="11072"/>
                </a:lnTo>
                <a:lnTo>
                  <a:pt x="14875" y="10840"/>
                </a:lnTo>
                <a:lnTo>
                  <a:pt x="15013" y="10647"/>
                </a:lnTo>
                <a:lnTo>
                  <a:pt x="15101" y="10415"/>
                </a:lnTo>
                <a:lnTo>
                  <a:pt x="15202" y="10235"/>
                </a:lnTo>
                <a:lnTo>
                  <a:pt x="15290" y="9990"/>
                </a:lnTo>
                <a:lnTo>
                  <a:pt x="15378" y="9810"/>
                </a:lnTo>
                <a:lnTo>
                  <a:pt x="15516" y="9566"/>
                </a:lnTo>
                <a:lnTo>
                  <a:pt x="15604" y="9385"/>
                </a:lnTo>
                <a:lnTo>
                  <a:pt x="15705" y="9154"/>
                </a:lnTo>
                <a:lnTo>
                  <a:pt x="15793" y="8960"/>
                </a:lnTo>
                <a:lnTo>
                  <a:pt x="15881" y="8729"/>
                </a:lnTo>
                <a:lnTo>
                  <a:pt x="16019" y="8536"/>
                </a:lnTo>
                <a:lnTo>
                  <a:pt x="16120" y="8304"/>
                </a:lnTo>
                <a:lnTo>
                  <a:pt x="16208" y="8124"/>
                </a:lnTo>
                <a:lnTo>
                  <a:pt x="16296" y="7879"/>
                </a:lnTo>
                <a:lnTo>
                  <a:pt x="16384" y="7699"/>
                </a:lnTo>
                <a:lnTo>
                  <a:pt x="16522" y="7454"/>
                </a:lnTo>
                <a:lnTo>
                  <a:pt x="16623" y="7274"/>
                </a:lnTo>
                <a:lnTo>
                  <a:pt x="16711" y="7042"/>
                </a:lnTo>
                <a:lnTo>
                  <a:pt x="16799" y="6849"/>
                </a:lnTo>
                <a:lnTo>
                  <a:pt x="16887" y="6617"/>
                </a:lnTo>
                <a:lnTo>
                  <a:pt x="17025" y="6424"/>
                </a:lnTo>
                <a:lnTo>
                  <a:pt x="17126" y="6192"/>
                </a:lnTo>
                <a:lnTo>
                  <a:pt x="17214" y="6012"/>
                </a:lnTo>
                <a:lnTo>
                  <a:pt x="17302" y="5767"/>
                </a:lnTo>
                <a:lnTo>
                  <a:pt x="17390" y="5587"/>
                </a:lnTo>
                <a:lnTo>
                  <a:pt x="17528" y="5343"/>
                </a:lnTo>
                <a:lnTo>
                  <a:pt x="17629" y="5162"/>
                </a:lnTo>
                <a:lnTo>
                  <a:pt x="17717" y="4931"/>
                </a:lnTo>
                <a:lnTo>
                  <a:pt x="17805" y="4737"/>
                </a:lnTo>
                <a:lnTo>
                  <a:pt x="17893" y="4506"/>
                </a:lnTo>
                <a:lnTo>
                  <a:pt x="18031" y="4274"/>
                </a:lnTo>
                <a:lnTo>
                  <a:pt x="18131" y="4081"/>
                </a:lnTo>
                <a:lnTo>
                  <a:pt x="18220" y="3849"/>
                </a:lnTo>
                <a:lnTo>
                  <a:pt x="18308" y="3656"/>
                </a:lnTo>
                <a:lnTo>
                  <a:pt x="18396" y="3424"/>
                </a:lnTo>
                <a:lnTo>
                  <a:pt x="18534" y="3231"/>
                </a:lnTo>
                <a:lnTo>
                  <a:pt x="18634" y="2999"/>
                </a:lnTo>
                <a:lnTo>
                  <a:pt x="18722" y="2819"/>
                </a:lnTo>
                <a:lnTo>
                  <a:pt x="18810" y="2574"/>
                </a:lnTo>
                <a:lnTo>
                  <a:pt x="18911" y="2394"/>
                </a:lnTo>
                <a:lnTo>
                  <a:pt x="19037" y="2162"/>
                </a:lnTo>
                <a:lnTo>
                  <a:pt x="19137" y="1918"/>
                </a:lnTo>
                <a:lnTo>
                  <a:pt x="19225" y="1738"/>
                </a:lnTo>
                <a:lnTo>
                  <a:pt x="19313" y="1506"/>
                </a:lnTo>
                <a:lnTo>
                  <a:pt x="19414" y="1313"/>
                </a:lnTo>
                <a:lnTo>
                  <a:pt x="19540" y="1081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17" y="231"/>
                </a:lnTo>
                <a:lnTo>
                  <a:pt x="20055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6785007" y="4343694"/>
            <a:ext cx="19992" cy="44058"/>
          </a:xfrm>
          <a:custGeom>
            <a:avLst/>
            <a:gdLst/>
            <a:ahLst/>
            <a:cxnLst/>
            <a:rect l="l" t="t" r="r" b="b"/>
            <a:pathLst>
              <a:path w="19992" h="44058">
                <a:moveTo>
                  <a:pt x="0" y="44058"/>
                </a:moveTo>
                <a:lnTo>
                  <a:pt x="88" y="43865"/>
                </a:lnTo>
                <a:lnTo>
                  <a:pt x="176" y="43633"/>
                </a:lnTo>
                <a:lnTo>
                  <a:pt x="264" y="43453"/>
                </a:lnTo>
                <a:lnTo>
                  <a:pt x="364" y="43208"/>
                </a:lnTo>
                <a:lnTo>
                  <a:pt x="502" y="43028"/>
                </a:lnTo>
                <a:lnTo>
                  <a:pt x="590" y="42796"/>
                </a:lnTo>
                <a:lnTo>
                  <a:pt x="679" y="42551"/>
                </a:lnTo>
                <a:lnTo>
                  <a:pt x="767" y="42371"/>
                </a:lnTo>
                <a:lnTo>
                  <a:pt x="867" y="42139"/>
                </a:lnTo>
                <a:lnTo>
                  <a:pt x="1005" y="41946"/>
                </a:lnTo>
                <a:lnTo>
                  <a:pt x="1093" y="41714"/>
                </a:lnTo>
                <a:lnTo>
                  <a:pt x="1181" y="41483"/>
                </a:lnTo>
                <a:lnTo>
                  <a:pt x="1269" y="41290"/>
                </a:lnTo>
                <a:lnTo>
                  <a:pt x="1370" y="41058"/>
                </a:lnTo>
                <a:lnTo>
                  <a:pt x="1508" y="40865"/>
                </a:lnTo>
                <a:lnTo>
                  <a:pt x="1596" y="40633"/>
                </a:lnTo>
                <a:lnTo>
                  <a:pt x="1684" y="40440"/>
                </a:lnTo>
                <a:lnTo>
                  <a:pt x="1772" y="40208"/>
                </a:lnTo>
                <a:lnTo>
                  <a:pt x="1873" y="39976"/>
                </a:lnTo>
                <a:lnTo>
                  <a:pt x="2011" y="39783"/>
                </a:lnTo>
                <a:lnTo>
                  <a:pt x="2099" y="39551"/>
                </a:lnTo>
                <a:lnTo>
                  <a:pt x="2187" y="39371"/>
                </a:lnTo>
                <a:lnTo>
                  <a:pt x="2288" y="39127"/>
                </a:lnTo>
                <a:lnTo>
                  <a:pt x="2376" y="38895"/>
                </a:lnTo>
                <a:lnTo>
                  <a:pt x="2514" y="38715"/>
                </a:lnTo>
                <a:lnTo>
                  <a:pt x="2602" y="38470"/>
                </a:lnTo>
                <a:lnTo>
                  <a:pt x="2690" y="38238"/>
                </a:lnTo>
                <a:lnTo>
                  <a:pt x="2791" y="38058"/>
                </a:lnTo>
                <a:lnTo>
                  <a:pt x="2879" y="37813"/>
                </a:lnTo>
                <a:lnTo>
                  <a:pt x="3017" y="37633"/>
                </a:lnTo>
                <a:lnTo>
                  <a:pt x="3105" y="37401"/>
                </a:lnTo>
                <a:lnTo>
                  <a:pt x="3193" y="37157"/>
                </a:lnTo>
                <a:lnTo>
                  <a:pt x="3294" y="36976"/>
                </a:lnTo>
                <a:lnTo>
                  <a:pt x="3382" y="36732"/>
                </a:lnTo>
                <a:lnTo>
                  <a:pt x="3520" y="36552"/>
                </a:lnTo>
                <a:lnTo>
                  <a:pt x="3608" y="36320"/>
                </a:lnTo>
                <a:lnTo>
                  <a:pt x="3696" y="36075"/>
                </a:lnTo>
                <a:lnTo>
                  <a:pt x="3797" y="35895"/>
                </a:lnTo>
                <a:lnTo>
                  <a:pt x="3885" y="35663"/>
                </a:lnTo>
                <a:lnTo>
                  <a:pt x="4023" y="35419"/>
                </a:lnTo>
                <a:lnTo>
                  <a:pt x="4111" y="35238"/>
                </a:lnTo>
                <a:lnTo>
                  <a:pt x="4199" y="35007"/>
                </a:lnTo>
                <a:lnTo>
                  <a:pt x="4300" y="34762"/>
                </a:lnTo>
                <a:lnTo>
                  <a:pt x="4388" y="34582"/>
                </a:lnTo>
                <a:lnTo>
                  <a:pt x="4526" y="34350"/>
                </a:lnTo>
                <a:lnTo>
                  <a:pt x="4614" y="34157"/>
                </a:lnTo>
                <a:lnTo>
                  <a:pt x="4702" y="33925"/>
                </a:lnTo>
                <a:lnTo>
                  <a:pt x="4803" y="33693"/>
                </a:lnTo>
                <a:lnTo>
                  <a:pt x="4891" y="33500"/>
                </a:lnTo>
                <a:lnTo>
                  <a:pt x="5029" y="33268"/>
                </a:lnTo>
                <a:lnTo>
                  <a:pt x="5117" y="33037"/>
                </a:lnTo>
                <a:lnTo>
                  <a:pt x="5205" y="32844"/>
                </a:lnTo>
                <a:lnTo>
                  <a:pt x="5306" y="32612"/>
                </a:lnTo>
                <a:lnTo>
                  <a:pt x="5394" y="32380"/>
                </a:lnTo>
                <a:lnTo>
                  <a:pt x="5532" y="32187"/>
                </a:lnTo>
                <a:lnTo>
                  <a:pt x="5620" y="31955"/>
                </a:lnTo>
                <a:lnTo>
                  <a:pt x="5708" y="31723"/>
                </a:lnTo>
                <a:lnTo>
                  <a:pt x="5809" y="31530"/>
                </a:lnTo>
                <a:lnTo>
                  <a:pt x="5897" y="31299"/>
                </a:lnTo>
                <a:lnTo>
                  <a:pt x="6035" y="31067"/>
                </a:lnTo>
                <a:lnTo>
                  <a:pt x="6123" y="30874"/>
                </a:lnTo>
                <a:lnTo>
                  <a:pt x="6224" y="30642"/>
                </a:lnTo>
                <a:lnTo>
                  <a:pt x="6312" y="30397"/>
                </a:lnTo>
                <a:lnTo>
                  <a:pt x="6400" y="30217"/>
                </a:lnTo>
                <a:lnTo>
                  <a:pt x="6538" y="29985"/>
                </a:lnTo>
                <a:lnTo>
                  <a:pt x="6626" y="29741"/>
                </a:lnTo>
                <a:lnTo>
                  <a:pt x="6727" y="29560"/>
                </a:lnTo>
                <a:lnTo>
                  <a:pt x="6815" y="29329"/>
                </a:lnTo>
                <a:lnTo>
                  <a:pt x="6903" y="29084"/>
                </a:lnTo>
                <a:lnTo>
                  <a:pt x="7041" y="28904"/>
                </a:lnTo>
                <a:lnTo>
                  <a:pt x="7129" y="28672"/>
                </a:lnTo>
                <a:lnTo>
                  <a:pt x="7230" y="28427"/>
                </a:lnTo>
                <a:lnTo>
                  <a:pt x="7318" y="28247"/>
                </a:lnTo>
                <a:lnTo>
                  <a:pt x="7406" y="28015"/>
                </a:lnTo>
                <a:lnTo>
                  <a:pt x="7544" y="27771"/>
                </a:lnTo>
                <a:lnTo>
                  <a:pt x="7632" y="27591"/>
                </a:lnTo>
                <a:lnTo>
                  <a:pt x="7733" y="27359"/>
                </a:lnTo>
                <a:lnTo>
                  <a:pt x="7821" y="27114"/>
                </a:lnTo>
                <a:lnTo>
                  <a:pt x="7909" y="26934"/>
                </a:lnTo>
                <a:lnTo>
                  <a:pt x="8047" y="26702"/>
                </a:lnTo>
                <a:lnTo>
                  <a:pt x="8135" y="26458"/>
                </a:lnTo>
                <a:lnTo>
                  <a:pt x="8236" y="26226"/>
                </a:lnTo>
                <a:lnTo>
                  <a:pt x="8324" y="26046"/>
                </a:lnTo>
                <a:lnTo>
                  <a:pt x="8412" y="25801"/>
                </a:lnTo>
                <a:lnTo>
                  <a:pt x="8550" y="25569"/>
                </a:lnTo>
                <a:lnTo>
                  <a:pt x="8638" y="25389"/>
                </a:lnTo>
                <a:lnTo>
                  <a:pt x="8739" y="25144"/>
                </a:lnTo>
                <a:lnTo>
                  <a:pt x="8827" y="24913"/>
                </a:lnTo>
                <a:lnTo>
                  <a:pt x="8915" y="24732"/>
                </a:lnTo>
                <a:lnTo>
                  <a:pt x="9053" y="24488"/>
                </a:lnTo>
                <a:lnTo>
                  <a:pt x="9141" y="24256"/>
                </a:lnTo>
                <a:lnTo>
                  <a:pt x="9242" y="24024"/>
                </a:lnTo>
                <a:lnTo>
                  <a:pt x="9330" y="23831"/>
                </a:lnTo>
                <a:lnTo>
                  <a:pt x="9418" y="23599"/>
                </a:lnTo>
                <a:lnTo>
                  <a:pt x="9556" y="23368"/>
                </a:lnTo>
                <a:lnTo>
                  <a:pt x="9656" y="23174"/>
                </a:lnTo>
                <a:lnTo>
                  <a:pt x="9744" y="22943"/>
                </a:lnTo>
                <a:lnTo>
                  <a:pt x="9833" y="22711"/>
                </a:lnTo>
                <a:lnTo>
                  <a:pt x="9921" y="22479"/>
                </a:lnTo>
                <a:lnTo>
                  <a:pt x="10059" y="22286"/>
                </a:lnTo>
                <a:lnTo>
                  <a:pt x="10159" y="22054"/>
                </a:lnTo>
                <a:lnTo>
                  <a:pt x="10247" y="21823"/>
                </a:lnTo>
                <a:lnTo>
                  <a:pt x="10335" y="21629"/>
                </a:lnTo>
                <a:lnTo>
                  <a:pt x="10424" y="21398"/>
                </a:lnTo>
                <a:lnTo>
                  <a:pt x="10562" y="21166"/>
                </a:lnTo>
                <a:lnTo>
                  <a:pt x="10662" y="20921"/>
                </a:lnTo>
                <a:lnTo>
                  <a:pt x="10750" y="20741"/>
                </a:lnTo>
                <a:lnTo>
                  <a:pt x="10838" y="20509"/>
                </a:lnTo>
                <a:lnTo>
                  <a:pt x="10926" y="20265"/>
                </a:lnTo>
                <a:lnTo>
                  <a:pt x="11065" y="20033"/>
                </a:lnTo>
                <a:lnTo>
                  <a:pt x="11165" y="19840"/>
                </a:lnTo>
                <a:lnTo>
                  <a:pt x="11253" y="19608"/>
                </a:lnTo>
                <a:lnTo>
                  <a:pt x="11341" y="19376"/>
                </a:lnTo>
                <a:lnTo>
                  <a:pt x="11429" y="19145"/>
                </a:lnTo>
                <a:lnTo>
                  <a:pt x="11568" y="18951"/>
                </a:lnTo>
                <a:lnTo>
                  <a:pt x="11668" y="18720"/>
                </a:lnTo>
                <a:lnTo>
                  <a:pt x="11756" y="18488"/>
                </a:lnTo>
                <a:lnTo>
                  <a:pt x="11844" y="18256"/>
                </a:lnTo>
                <a:lnTo>
                  <a:pt x="11932" y="18063"/>
                </a:lnTo>
                <a:lnTo>
                  <a:pt x="12071" y="17831"/>
                </a:lnTo>
                <a:lnTo>
                  <a:pt x="12171" y="17600"/>
                </a:lnTo>
                <a:lnTo>
                  <a:pt x="12259" y="17355"/>
                </a:lnTo>
                <a:lnTo>
                  <a:pt x="12347" y="17175"/>
                </a:lnTo>
                <a:lnTo>
                  <a:pt x="12448" y="16943"/>
                </a:lnTo>
                <a:lnTo>
                  <a:pt x="12574" y="16698"/>
                </a:lnTo>
                <a:lnTo>
                  <a:pt x="12674" y="16467"/>
                </a:lnTo>
                <a:lnTo>
                  <a:pt x="12762" y="16286"/>
                </a:lnTo>
                <a:lnTo>
                  <a:pt x="12850" y="16042"/>
                </a:lnTo>
                <a:lnTo>
                  <a:pt x="12951" y="15810"/>
                </a:lnTo>
                <a:lnTo>
                  <a:pt x="13077" y="15578"/>
                </a:lnTo>
                <a:lnTo>
                  <a:pt x="13177" y="15385"/>
                </a:lnTo>
                <a:lnTo>
                  <a:pt x="13265" y="15153"/>
                </a:lnTo>
                <a:lnTo>
                  <a:pt x="13353" y="14922"/>
                </a:lnTo>
                <a:lnTo>
                  <a:pt x="13454" y="14690"/>
                </a:lnTo>
                <a:lnTo>
                  <a:pt x="13592" y="14497"/>
                </a:lnTo>
                <a:lnTo>
                  <a:pt x="13680" y="14265"/>
                </a:lnTo>
                <a:lnTo>
                  <a:pt x="13768" y="14033"/>
                </a:lnTo>
                <a:lnTo>
                  <a:pt x="13856" y="13789"/>
                </a:lnTo>
                <a:lnTo>
                  <a:pt x="13957" y="13557"/>
                </a:lnTo>
                <a:lnTo>
                  <a:pt x="14095" y="13377"/>
                </a:lnTo>
                <a:lnTo>
                  <a:pt x="14183" y="13132"/>
                </a:lnTo>
                <a:lnTo>
                  <a:pt x="14271" y="12900"/>
                </a:lnTo>
                <a:lnTo>
                  <a:pt x="14359" y="12668"/>
                </a:lnTo>
                <a:lnTo>
                  <a:pt x="14460" y="12475"/>
                </a:lnTo>
                <a:lnTo>
                  <a:pt x="14598" y="12244"/>
                </a:lnTo>
                <a:lnTo>
                  <a:pt x="14686" y="12012"/>
                </a:lnTo>
                <a:lnTo>
                  <a:pt x="14774" y="11780"/>
                </a:lnTo>
                <a:lnTo>
                  <a:pt x="14862" y="11535"/>
                </a:lnTo>
                <a:lnTo>
                  <a:pt x="14963" y="11355"/>
                </a:lnTo>
                <a:lnTo>
                  <a:pt x="15101" y="11123"/>
                </a:lnTo>
                <a:lnTo>
                  <a:pt x="15189" y="10879"/>
                </a:lnTo>
                <a:lnTo>
                  <a:pt x="15277" y="10647"/>
                </a:lnTo>
                <a:lnTo>
                  <a:pt x="15365" y="10415"/>
                </a:lnTo>
                <a:lnTo>
                  <a:pt x="15466" y="10222"/>
                </a:lnTo>
                <a:lnTo>
                  <a:pt x="15604" y="9990"/>
                </a:lnTo>
                <a:lnTo>
                  <a:pt x="15692" y="9759"/>
                </a:lnTo>
                <a:lnTo>
                  <a:pt x="15780" y="9527"/>
                </a:lnTo>
                <a:lnTo>
                  <a:pt x="15868" y="9282"/>
                </a:lnTo>
                <a:lnTo>
                  <a:pt x="15969" y="9102"/>
                </a:lnTo>
                <a:lnTo>
                  <a:pt x="16107" y="8870"/>
                </a:lnTo>
                <a:lnTo>
                  <a:pt x="16195" y="8626"/>
                </a:lnTo>
                <a:lnTo>
                  <a:pt x="16283" y="8394"/>
                </a:lnTo>
                <a:lnTo>
                  <a:pt x="16384" y="8162"/>
                </a:lnTo>
                <a:lnTo>
                  <a:pt x="16472" y="7969"/>
                </a:lnTo>
                <a:lnTo>
                  <a:pt x="16610" y="7737"/>
                </a:lnTo>
                <a:lnTo>
                  <a:pt x="16698" y="7506"/>
                </a:lnTo>
                <a:lnTo>
                  <a:pt x="16786" y="7274"/>
                </a:lnTo>
                <a:lnTo>
                  <a:pt x="16887" y="7042"/>
                </a:lnTo>
                <a:lnTo>
                  <a:pt x="16975" y="6849"/>
                </a:lnTo>
                <a:lnTo>
                  <a:pt x="17113" y="6617"/>
                </a:lnTo>
                <a:lnTo>
                  <a:pt x="17201" y="6385"/>
                </a:lnTo>
                <a:lnTo>
                  <a:pt x="17289" y="6141"/>
                </a:lnTo>
                <a:lnTo>
                  <a:pt x="17390" y="5909"/>
                </a:lnTo>
                <a:lnTo>
                  <a:pt x="17478" y="5677"/>
                </a:lnTo>
                <a:lnTo>
                  <a:pt x="17616" y="5484"/>
                </a:lnTo>
                <a:lnTo>
                  <a:pt x="17704" y="5252"/>
                </a:lnTo>
                <a:lnTo>
                  <a:pt x="17792" y="5021"/>
                </a:lnTo>
                <a:lnTo>
                  <a:pt x="17893" y="4789"/>
                </a:lnTo>
                <a:lnTo>
                  <a:pt x="17981" y="4544"/>
                </a:lnTo>
                <a:lnTo>
                  <a:pt x="18119" y="4313"/>
                </a:lnTo>
                <a:lnTo>
                  <a:pt x="18207" y="4132"/>
                </a:lnTo>
                <a:lnTo>
                  <a:pt x="18295" y="3888"/>
                </a:lnTo>
                <a:lnTo>
                  <a:pt x="18396" y="3656"/>
                </a:lnTo>
                <a:lnTo>
                  <a:pt x="18484" y="3424"/>
                </a:lnTo>
                <a:lnTo>
                  <a:pt x="18622" y="3192"/>
                </a:lnTo>
                <a:lnTo>
                  <a:pt x="18710" y="2948"/>
                </a:lnTo>
                <a:lnTo>
                  <a:pt x="18798" y="2768"/>
                </a:lnTo>
                <a:lnTo>
                  <a:pt x="18899" y="2536"/>
                </a:lnTo>
                <a:lnTo>
                  <a:pt x="18987" y="2291"/>
                </a:lnTo>
                <a:lnTo>
                  <a:pt x="19125" y="2059"/>
                </a:lnTo>
                <a:lnTo>
                  <a:pt x="19213" y="1828"/>
                </a:lnTo>
                <a:lnTo>
                  <a:pt x="19301" y="1596"/>
                </a:lnTo>
                <a:lnTo>
                  <a:pt x="19401" y="1403"/>
                </a:lnTo>
                <a:lnTo>
                  <a:pt x="19489" y="1171"/>
                </a:lnTo>
                <a:lnTo>
                  <a:pt x="19628" y="939"/>
                </a:lnTo>
                <a:lnTo>
                  <a:pt x="19716" y="708"/>
                </a:lnTo>
                <a:lnTo>
                  <a:pt x="19816" y="463"/>
                </a:lnTo>
                <a:lnTo>
                  <a:pt x="19904" y="231"/>
                </a:lnTo>
                <a:lnTo>
                  <a:pt x="19992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6805000" y="4297331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46362"/>
                </a:moveTo>
                <a:lnTo>
                  <a:pt x="138" y="46169"/>
                </a:lnTo>
                <a:lnTo>
                  <a:pt x="226" y="45937"/>
                </a:lnTo>
                <a:lnTo>
                  <a:pt x="326" y="45706"/>
                </a:lnTo>
                <a:lnTo>
                  <a:pt x="414" y="45474"/>
                </a:lnTo>
                <a:lnTo>
                  <a:pt x="502" y="45229"/>
                </a:lnTo>
                <a:lnTo>
                  <a:pt x="641" y="44998"/>
                </a:lnTo>
                <a:lnTo>
                  <a:pt x="729" y="44766"/>
                </a:lnTo>
                <a:lnTo>
                  <a:pt x="829" y="44573"/>
                </a:lnTo>
                <a:lnTo>
                  <a:pt x="917" y="44341"/>
                </a:lnTo>
                <a:lnTo>
                  <a:pt x="1005" y="44109"/>
                </a:lnTo>
                <a:lnTo>
                  <a:pt x="1144" y="43877"/>
                </a:lnTo>
                <a:lnTo>
                  <a:pt x="1232" y="43646"/>
                </a:lnTo>
                <a:lnTo>
                  <a:pt x="1332" y="43401"/>
                </a:lnTo>
                <a:lnTo>
                  <a:pt x="1420" y="43169"/>
                </a:lnTo>
                <a:lnTo>
                  <a:pt x="1508" y="42938"/>
                </a:lnTo>
                <a:lnTo>
                  <a:pt x="1647" y="42744"/>
                </a:lnTo>
                <a:lnTo>
                  <a:pt x="1735" y="42513"/>
                </a:lnTo>
                <a:lnTo>
                  <a:pt x="1835" y="42281"/>
                </a:lnTo>
                <a:lnTo>
                  <a:pt x="1923" y="42049"/>
                </a:lnTo>
                <a:lnTo>
                  <a:pt x="2011" y="41805"/>
                </a:lnTo>
                <a:lnTo>
                  <a:pt x="2150" y="41573"/>
                </a:lnTo>
                <a:lnTo>
                  <a:pt x="2238" y="41341"/>
                </a:lnTo>
                <a:lnTo>
                  <a:pt x="2338" y="41109"/>
                </a:lnTo>
                <a:lnTo>
                  <a:pt x="2426" y="40865"/>
                </a:lnTo>
                <a:lnTo>
                  <a:pt x="2514" y="40684"/>
                </a:lnTo>
                <a:lnTo>
                  <a:pt x="2653" y="40453"/>
                </a:lnTo>
                <a:lnTo>
                  <a:pt x="2741" y="40208"/>
                </a:lnTo>
                <a:lnTo>
                  <a:pt x="2841" y="39976"/>
                </a:lnTo>
                <a:lnTo>
                  <a:pt x="2929" y="39745"/>
                </a:lnTo>
                <a:lnTo>
                  <a:pt x="3017" y="39513"/>
                </a:lnTo>
                <a:lnTo>
                  <a:pt x="3156" y="39281"/>
                </a:lnTo>
                <a:lnTo>
                  <a:pt x="3244" y="39036"/>
                </a:lnTo>
                <a:lnTo>
                  <a:pt x="3344" y="38805"/>
                </a:lnTo>
                <a:lnTo>
                  <a:pt x="3432" y="38624"/>
                </a:lnTo>
                <a:lnTo>
                  <a:pt x="3520" y="38380"/>
                </a:lnTo>
                <a:lnTo>
                  <a:pt x="3659" y="38148"/>
                </a:lnTo>
                <a:lnTo>
                  <a:pt x="3759" y="37916"/>
                </a:lnTo>
                <a:lnTo>
                  <a:pt x="3847" y="37685"/>
                </a:lnTo>
                <a:lnTo>
                  <a:pt x="3935" y="37440"/>
                </a:lnTo>
                <a:lnTo>
                  <a:pt x="4023" y="37208"/>
                </a:lnTo>
                <a:lnTo>
                  <a:pt x="4162" y="36976"/>
                </a:lnTo>
                <a:lnTo>
                  <a:pt x="4262" y="36745"/>
                </a:lnTo>
                <a:lnTo>
                  <a:pt x="4350" y="36513"/>
                </a:lnTo>
                <a:lnTo>
                  <a:pt x="4438" y="36320"/>
                </a:lnTo>
                <a:lnTo>
                  <a:pt x="4526" y="36088"/>
                </a:lnTo>
                <a:lnTo>
                  <a:pt x="4665" y="35856"/>
                </a:lnTo>
                <a:lnTo>
                  <a:pt x="4765" y="35612"/>
                </a:lnTo>
                <a:lnTo>
                  <a:pt x="4853" y="35380"/>
                </a:lnTo>
                <a:lnTo>
                  <a:pt x="4941" y="35148"/>
                </a:lnTo>
                <a:lnTo>
                  <a:pt x="5029" y="34916"/>
                </a:lnTo>
                <a:lnTo>
                  <a:pt x="5167" y="34672"/>
                </a:lnTo>
                <a:lnTo>
                  <a:pt x="5268" y="34440"/>
                </a:lnTo>
                <a:lnTo>
                  <a:pt x="5356" y="34208"/>
                </a:lnTo>
                <a:lnTo>
                  <a:pt x="5444" y="33977"/>
                </a:lnTo>
                <a:lnTo>
                  <a:pt x="5532" y="33745"/>
                </a:lnTo>
                <a:lnTo>
                  <a:pt x="5670" y="33552"/>
                </a:lnTo>
                <a:lnTo>
                  <a:pt x="5771" y="33320"/>
                </a:lnTo>
                <a:lnTo>
                  <a:pt x="5859" y="33088"/>
                </a:lnTo>
                <a:lnTo>
                  <a:pt x="5947" y="32844"/>
                </a:lnTo>
                <a:lnTo>
                  <a:pt x="6048" y="32612"/>
                </a:lnTo>
                <a:lnTo>
                  <a:pt x="6173" y="32380"/>
                </a:lnTo>
                <a:lnTo>
                  <a:pt x="6274" y="32148"/>
                </a:lnTo>
                <a:lnTo>
                  <a:pt x="6362" y="31904"/>
                </a:lnTo>
                <a:lnTo>
                  <a:pt x="6450" y="31672"/>
                </a:lnTo>
                <a:lnTo>
                  <a:pt x="6551" y="31440"/>
                </a:lnTo>
                <a:lnTo>
                  <a:pt x="6676" y="31208"/>
                </a:lnTo>
                <a:lnTo>
                  <a:pt x="6777" y="30977"/>
                </a:lnTo>
                <a:lnTo>
                  <a:pt x="6865" y="30732"/>
                </a:lnTo>
                <a:lnTo>
                  <a:pt x="6953" y="30500"/>
                </a:lnTo>
                <a:lnTo>
                  <a:pt x="7054" y="30269"/>
                </a:lnTo>
                <a:lnTo>
                  <a:pt x="7192" y="30075"/>
                </a:lnTo>
                <a:lnTo>
                  <a:pt x="7280" y="29844"/>
                </a:lnTo>
                <a:lnTo>
                  <a:pt x="7368" y="29612"/>
                </a:lnTo>
                <a:lnTo>
                  <a:pt x="7456" y="29380"/>
                </a:lnTo>
                <a:lnTo>
                  <a:pt x="7557" y="29136"/>
                </a:lnTo>
                <a:lnTo>
                  <a:pt x="7695" y="28904"/>
                </a:lnTo>
                <a:lnTo>
                  <a:pt x="7783" y="28672"/>
                </a:lnTo>
                <a:lnTo>
                  <a:pt x="7871" y="28440"/>
                </a:lnTo>
                <a:lnTo>
                  <a:pt x="7959" y="28196"/>
                </a:lnTo>
                <a:lnTo>
                  <a:pt x="8060" y="27964"/>
                </a:lnTo>
                <a:lnTo>
                  <a:pt x="8198" y="27732"/>
                </a:lnTo>
                <a:lnTo>
                  <a:pt x="8286" y="27500"/>
                </a:lnTo>
                <a:lnTo>
                  <a:pt x="8374" y="27269"/>
                </a:lnTo>
                <a:lnTo>
                  <a:pt x="8462" y="27024"/>
                </a:lnTo>
                <a:lnTo>
                  <a:pt x="8563" y="26792"/>
                </a:lnTo>
                <a:lnTo>
                  <a:pt x="8701" y="26561"/>
                </a:lnTo>
                <a:lnTo>
                  <a:pt x="8789" y="26329"/>
                </a:lnTo>
                <a:lnTo>
                  <a:pt x="8877" y="26084"/>
                </a:lnTo>
                <a:lnTo>
                  <a:pt x="8965" y="25852"/>
                </a:lnTo>
                <a:lnTo>
                  <a:pt x="9065" y="25621"/>
                </a:lnTo>
                <a:lnTo>
                  <a:pt x="9204" y="25389"/>
                </a:lnTo>
                <a:lnTo>
                  <a:pt x="9292" y="25196"/>
                </a:lnTo>
                <a:lnTo>
                  <a:pt x="9380" y="24964"/>
                </a:lnTo>
                <a:lnTo>
                  <a:pt x="9468" y="24732"/>
                </a:lnTo>
                <a:lnTo>
                  <a:pt x="9568" y="24501"/>
                </a:lnTo>
                <a:lnTo>
                  <a:pt x="9707" y="24256"/>
                </a:lnTo>
                <a:lnTo>
                  <a:pt x="9795" y="24024"/>
                </a:lnTo>
                <a:lnTo>
                  <a:pt x="9883" y="23792"/>
                </a:lnTo>
                <a:lnTo>
                  <a:pt x="9983" y="23561"/>
                </a:lnTo>
                <a:lnTo>
                  <a:pt x="10071" y="23316"/>
                </a:lnTo>
                <a:lnTo>
                  <a:pt x="10210" y="23084"/>
                </a:lnTo>
                <a:lnTo>
                  <a:pt x="10298" y="22853"/>
                </a:lnTo>
                <a:lnTo>
                  <a:pt x="10386" y="22621"/>
                </a:lnTo>
                <a:lnTo>
                  <a:pt x="10486" y="22389"/>
                </a:lnTo>
                <a:lnTo>
                  <a:pt x="10574" y="22144"/>
                </a:lnTo>
                <a:lnTo>
                  <a:pt x="10713" y="21913"/>
                </a:lnTo>
                <a:lnTo>
                  <a:pt x="10801" y="21681"/>
                </a:lnTo>
                <a:lnTo>
                  <a:pt x="10889" y="21449"/>
                </a:lnTo>
                <a:lnTo>
                  <a:pt x="10989" y="21205"/>
                </a:lnTo>
                <a:lnTo>
                  <a:pt x="11077" y="20973"/>
                </a:lnTo>
                <a:lnTo>
                  <a:pt x="11216" y="20741"/>
                </a:lnTo>
                <a:lnTo>
                  <a:pt x="11304" y="20509"/>
                </a:lnTo>
                <a:lnTo>
                  <a:pt x="11392" y="20278"/>
                </a:lnTo>
                <a:lnTo>
                  <a:pt x="11492" y="20033"/>
                </a:lnTo>
                <a:lnTo>
                  <a:pt x="11580" y="19801"/>
                </a:lnTo>
                <a:lnTo>
                  <a:pt x="11719" y="19569"/>
                </a:lnTo>
                <a:lnTo>
                  <a:pt x="11807" y="19338"/>
                </a:lnTo>
                <a:lnTo>
                  <a:pt x="11895" y="19093"/>
                </a:lnTo>
                <a:lnTo>
                  <a:pt x="11995" y="18861"/>
                </a:lnTo>
                <a:lnTo>
                  <a:pt x="12083" y="18630"/>
                </a:lnTo>
                <a:lnTo>
                  <a:pt x="12222" y="18398"/>
                </a:lnTo>
                <a:lnTo>
                  <a:pt x="12310" y="18166"/>
                </a:lnTo>
                <a:lnTo>
                  <a:pt x="12398" y="17921"/>
                </a:lnTo>
                <a:lnTo>
                  <a:pt x="12498" y="17690"/>
                </a:lnTo>
                <a:lnTo>
                  <a:pt x="12586" y="17458"/>
                </a:lnTo>
                <a:lnTo>
                  <a:pt x="12725" y="17226"/>
                </a:lnTo>
                <a:lnTo>
                  <a:pt x="12813" y="16982"/>
                </a:lnTo>
                <a:lnTo>
                  <a:pt x="12901" y="16750"/>
                </a:lnTo>
                <a:lnTo>
                  <a:pt x="13001" y="16518"/>
                </a:lnTo>
                <a:lnTo>
                  <a:pt x="13089" y="16286"/>
                </a:lnTo>
                <a:lnTo>
                  <a:pt x="13228" y="16055"/>
                </a:lnTo>
                <a:lnTo>
                  <a:pt x="13316" y="15810"/>
                </a:lnTo>
                <a:lnTo>
                  <a:pt x="13416" y="15578"/>
                </a:lnTo>
                <a:lnTo>
                  <a:pt x="13504" y="15346"/>
                </a:lnTo>
                <a:lnTo>
                  <a:pt x="13592" y="15115"/>
                </a:lnTo>
                <a:lnTo>
                  <a:pt x="13731" y="14870"/>
                </a:lnTo>
                <a:lnTo>
                  <a:pt x="13819" y="14638"/>
                </a:lnTo>
                <a:lnTo>
                  <a:pt x="13919" y="14407"/>
                </a:lnTo>
                <a:lnTo>
                  <a:pt x="14007" y="14175"/>
                </a:lnTo>
                <a:lnTo>
                  <a:pt x="14095" y="13943"/>
                </a:lnTo>
                <a:lnTo>
                  <a:pt x="14233" y="13698"/>
                </a:lnTo>
                <a:lnTo>
                  <a:pt x="14321" y="13467"/>
                </a:lnTo>
                <a:lnTo>
                  <a:pt x="14422" y="13235"/>
                </a:lnTo>
                <a:lnTo>
                  <a:pt x="14510" y="13003"/>
                </a:lnTo>
                <a:lnTo>
                  <a:pt x="14598" y="12759"/>
                </a:lnTo>
                <a:lnTo>
                  <a:pt x="14736" y="12527"/>
                </a:lnTo>
                <a:lnTo>
                  <a:pt x="14824" y="12295"/>
                </a:lnTo>
                <a:lnTo>
                  <a:pt x="14925" y="12063"/>
                </a:lnTo>
                <a:lnTo>
                  <a:pt x="15013" y="11832"/>
                </a:lnTo>
                <a:lnTo>
                  <a:pt x="15101" y="11587"/>
                </a:lnTo>
                <a:lnTo>
                  <a:pt x="15239" y="11355"/>
                </a:lnTo>
                <a:lnTo>
                  <a:pt x="15327" y="11123"/>
                </a:lnTo>
                <a:lnTo>
                  <a:pt x="15428" y="10892"/>
                </a:lnTo>
                <a:lnTo>
                  <a:pt x="15516" y="10647"/>
                </a:lnTo>
                <a:lnTo>
                  <a:pt x="15604" y="10415"/>
                </a:lnTo>
                <a:lnTo>
                  <a:pt x="15742" y="10184"/>
                </a:lnTo>
                <a:lnTo>
                  <a:pt x="15830" y="9952"/>
                </a:lnTo>
                <a:lnTo>
                  <a:pt x="15931" y="9720"/>
                </a:lnTo>
                <a:lnTo>
                  <a:pt x="16019" y="9475"/>
                </a:lnTo>
                <a:lnTo>
                  <a:pt x="16107" y="9244"/>
                </a:lnTo>
                <a:lnTo>
                  <a:pt x="16245" y="9012"/>
                </a:lnTo>
                <a:lnTo>
                  <a:pt x="16333" y="8780"/>
                </a:lnTo>
                <a:lnTo>
                  <a:pt x="16434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37" y="7325"/>
                </a:lnTo>
                <a:lnTo>
                  <a:pt x="17025" y="7081"/>
                </a:lnTo>
                <a:lnTo>
                  <a:pt x="17113" y="6849"/>
                </a:lnTo>
                <a:lnTo>
                  <a:pt x="17251" y="6617"/>
                </a:lnTo>
                <a:lnTo>
                  <a:pt x="17352" y="6385"/>
                </a:lnTo>
                <a:lnTo>
                  <a:pt x="17440" y="6154"/>
                </a:lnTo>
                <a:lnTo>
                  <a:pt x="17528" y="5909"/>
                </a:lnTo>
                <a:lnTo>
                  <a:pt x="17616" y="5677"/>
                </a:lnTo>
                <a:lnTo>
                  <a:pt x="17754" y="5446"/>
                </a:lnTo>
                <a:lnTo>
                  <a:pt x="17855" y="5214"/>
                </a:lnTo>
                <a:lnTo>
                  <a:pt x="17943" y="4969"/>
                </a:lnTo>
                <a:lnTo>
                  <a:pt x="18031" y="4737"/>
                </a:lnTo>
                <a:lnTo>
                  <a:pt x="18119" y="4506"/>
                </a:lnTo>
                <a:lnTo>
                  <a:pt x="18257" y="4274"/>
                </a:lnTo>
                <a:lnTo>
                  <a:pt x="18358" y="4042"/>
                </a:lnTo>
                <a:lnTo>
                  <a:pt x="18446" y="3798"/>
                </a:lnTo>
                <a:lnTo>
                  <a:pt x="18534" y="3566"/>
                </a:lnTo>
                <a:lnTo>
                  <a:pt x="18622" y="3283"/>
                </a:lnTo>
                <a:lnTo>
                  <a:pt x="18760" y="3051"/>
                </a:lnTo>
                <a:lnTo>
                  <a:pt x="18861" y="2819"/>
                </a:lnTo>
                <a:lnTo>
                  <a:pt x="18949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64" y="1647"/>
                </a:lnTo>
                <a:lnTo>
                  <a:pt x="19452" y="1416"/>
                </a:lnTo>
                <a:lnTo>
                  <a:pt x="19540" y="1171"/>
                </a:lnTo>
                <a:lnTo>
                  <a:pt x="19640" y="939"/>
                </a:lnTo>
                <a:lnTo>
                  <a:pt x="19766" y="708"/>
                </a:lnTo>
                <a:lnTo>
                  <a:pt x="19867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6825043" y="4249281"/>
            <a:ext cx="20043" cy="48049"/>
          </a:xfrm>
          <a:custGeom>
            <a:avLst/>
            <a:gdLst/>
            <a:ahLst/>
            <a:cxnLst/>
            <a:rect l="l" t="t" r="r" b="b"/>
            <a:pathLst>
              <a:path w="20043" h="48049">
                <a:moveTo>
                  <a:pt x="0" y="48049"/>
                </a:moveTo>
                <a:lnTo>
                  <a:pt x="100" y="47817"/>
                </a:lnTo>
                <a:lnTo>
                  <a:pt x="226" y="47534"/>
                </a:lnTo>
                <a:lnTo>
                  <a:pt x="326" y="47302"/>
                </a:lnTo>
                <a:lnTo>
                  <a:pt x="414" y="47070"/>
                </a:lnTo>
                <a:lnTo>
                  <a:pt x="502" y="46826"/>
                </a:lnTo>
                <a:lnTo>
                  <a:pt x="603" y="46594"/>
                </a:lnTo>
                <a:lnTo>
                  <a:pt x="741" y="46362"/>
                </a:lnTo>
                <a:lnTo>
                  <a:pt x="829" y="46131"/>
                </a:lnTo>
                <a:lnTo>
                  <a:pt x="917" y="45899"/>
                </a:lnTo>
                <a:lnTo>
                  <a:pt x="1005" y="45654"/>
                </a:lnTo>
                <a:lnTo>
                  <a:pt x="1106" y="45422"/>
                </a:lnTo>
                <a:lnTo>
                  <a:pt x="1244" y="45191"/>
                </a:lnTo>
                <a:lnTo>
                  <a:pt x="1332" y="44959"/>
                </a:lnTo>
                <a:lnTo>
                  <a:pt x="1420" y="44714"/>
                </a:lnTo>
                <a:lnTo>
                  <a:pt x="1508" y="44444"/>
                </a:lnTo>
                <a:lnTo>
                  <a:pt x="1609" y="44199"/>
                </a:lnTo>
                <a:lnTo>
                  <a:pt x="1747" y="43968"/>
                </a:lnTo>
                <a:lnTo>
                  <a:pt x="1835" y="43736"/>
                </a:lnTo>
                <a:lnTo>
                  <a:pt x="1923" y="43504"/>
                </a:lnTo>
                <a:lnTo>
                  <a:pt x="2011" y="43259"/>
                </a:lnTo>
                <a:lnTo>
                  <a:pt x="2112" y="43028"/>
                </a:lnTo>
                <a:lnTo>
                  <a:pt x="2250" y="42796"/>
                </a:lnTo>
                <a:lnTo>
                  <a:pt x="2338" y="42564"/>
                </a:lnTo>
                <a:lnTo>
                  <a:pt x="2426" y="42332"/>
                </a:lnTo>
                <a:lnTo>
                  <a:pt x="2514" y="42088"/>
                </a:lnTo>
                <a:lnTo>
                  <a:pt x="2615" y="41856"/>
                </a:lnTo>
                <a:lnTo>
                  <a:pt x="2753" y="41573"/>
                </a:lnTo>
                <a:lnTo>
                  <a:pt x="2841" y="41341"/>
                </a:lnTo>
                <a:lnTo>
                  <a:pt x="2929" y="41109"/>
                </a:lnTo>
                <a:lnTo>
                  <a:pt x="3017" y="40878"/>
                </a:lnTo>
                <a:lnTo>
                  <a:pt x="3118" y="40633"/>
                </a:lnTo>
                <a:lnTo>
                  <a:pt x="3256" y="40401"/>
                </a:lnTo>
                <a:lnTo>
                  <a:pt x="3344" y="40169"/>
                </a:lnTo>
                <a:lnTo>
                  <a:pt x="3432" y="39938"/>
                </a:lnTo>
                <a:lnTo>
                  <a:pt x="3533" y="39693"/>
                </a:lnTo>
                <a:lnTo>
                  <a:pt x="3621" y="39461"/>
                </a:lnTo>
                <a:lnTo>
                  <a:pt x="3759" y="39178"/>
                </a:lnTo>
                <a:lnTo>
                  <a:pt x="3847" y="38946"/>
                </a:lnTo>
                <a:lnTo>
                  <a:pt x="3935" y="38715"/>
                </a:lnTo>
                <a:lnTo>
                  <a:pt x="4036" y="38483"/>
                </a:lnTo>
                <a:lnTo>
                  <a:pt x="4124" y="38238"/>
                </a:lnTo>
                <a:lnTo>
                  <a:pt x="4262" y="38006"/>
                </a:lnTo>
                <a:lnTo>
                  <a:pt x="4350" y="37775"/>
                </a:lnTo>
                <a:lnTo>
                  <a:pt x="4438" y="37543"/>
                </a:lnTo>
                <a:lnTo>
                  <a:pt x="4539" y="37311"/>
                </a:lnTo>
                <a:lnTo>
                  <a:pt x="4627" y="37067"/>
                </a:lnTo>
                <a:lnTo>
                  <a:pt x="4765" y="36796"/>
                </a:lnTo>
                <a:lnTo>
                  <a:pt x="485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56"/>
                </a:lnTo>
                <a:lnTo>
                  <a:pt x="5268" y="35612"/>
                </a:lnTo>
                <a:lnTo>
                  <a:pt x="5356" y="35380"/>
                </a:lnTo>
                <a:lnTo>
                  <a:pt x="5444" y="35148"/>
                </a:lnTo>
                <a:lnTo>
                  <a:pt x="5545" y="34916"/>
                </a:lnTo>
                <a:lnTo>
                  <a:pt x="5633" y="34633"/>
                </a:lnTo>
                <a:lnTo>
                  <a:pt x="5771" y="34401"/>
                </a:lnTo>
                <a:lnTo>
                  <a:pt x="5859" y="34157"/>
                </a:lnTo>
                <a:lnTo>
                  <a:pt x="5947" y="33925"/>
                </a:lnTo>
                <a:lnTo>
                  <a:pt x="6048" y="33693"/>
                </a:lnTo>
                <a:lnTo>
                  <a:pt x="6136" y="33462"/>
                </a:lnTo>
                <a:lnTo>
                  <a:pt x="6274" y="33230"/>
                </a:lnTo>
                <a:lnTo>
                  <a:pt x="6362" y="32985"/>
                </a:lnTo>
                <a:lnTo>
                  <a:pt x="6450" y="32753"/>
                </a:lnTo>
                <a:lnTo>
                  <a:pt x="6551" y="32470"/>
                </a:lnTo>
                <a:lnTo>
                  <a:pt x="6639" y="32238"/>
                </a:lnTo>
                <a:lnTo>
                  <a:pt x="6777" y="32007"/>
                </a:lnTo>
                <a:lnTo>
                  <a:pt x="6865" y="31775"/>
                </a:lnTo>
                <a:lnTo>
                  <a:pt x="6966" y="31530"/>
                </a:lnTo>
                <a:lnTo>
                  <a:pt x="7054" y="31299"/>
                </a:lnTo>
                <a:lnTo>
                  <a:pt x="7142" y="31067"/>
                </a:lnTo>
                <a:lnTo>
                  <a:pt x="7280" y="30835"/>
                </a:lnTo>
                <a:lnTo>
                  <a:pt x="7368" y="30552"/>
                </a:lnTo>
                <a:lnTo>
                  <a:pt x="7469" y="30320"/>
                </a:lnTo>
                <a:lnTo>
                  <a:pt x="7557" y="30075"/>
                </a:lnTo>
                <a:lnTo>
                  <a:pt x="7645" y="29844"/>
                </a:lnTo>
                <a:lnTo>
                  <a:pt x="7783" y="29612"/>
                </a:lnTo>
                <a:lnTo>
                  <a:pt x="7871" y="29380"/>
                </a:lnTo>
                <a:lnTo>
                  <a:pt x="7972" y="29136"/>
                </a:lnTo>
                <a:lnTo>
                  <a:pt x="8060" y="28904"/>
                </a:lnTo>
                <a:lnTo>
                  <a:pt x="8148" y="28621"/>
                </a:lnTo>
                <a:lnTo>
                  <a:pt x="8286" y="28389"/>
                </a:lnTo>
                <a:lnTo>
                  <a:pt x="8374" y="28157"/>
                </a:lnTo>
                <a:lnTo>
                  <a:pt x="8475" y="27925"/>
                </a:lnTo>
                <a:lnTo>
                  <a:pt x="8563" y="27681"/>
                </a:lnTo>
                <a:lnTo>
                  <a:pt x="8651" y="27449"/>
                </a:lnTo>
                <a:lnTo>
                  <a:pt x="8789" y="27217"/>
                </a:lnTo>
                <a:lnTo>
                  <a:pt x="8877" y="26934"/>
                </a:lnTo>
                <a:lnTo>
                  <a:pt x="8977" y="26702"/>
                </a:lnTo>
                <a:lnTo>
                  <a:pt x="9065" y="26470"/>
                </a:lnTo>
                <a:lnTo>
                  <a:pt x="9154" y="26239"/>
                </a:lnTo>
                <a:lnTo>
                  <a:pt x="9292" y="25994"/>
                </a:lnTo>
                <a:lnTo>
                  <a:pt x="9380" y="25762"/>
                </a:lnTo>
                <a:lnTo>
                  <a:pt x="9480" y="25531"/>
                </a:lnTo>
                <a:lnTo>
                  <a:pt x="9568" y="25247"/>
                </a:lnTo>
                <a:lnTo>
                  <a:pt x="9656" y="25016"/>
                </a:lnTo>
                <a:lnTo>
                  <a:pt x="9795" y="24784"/>
                </a:lnTo>
                <a:lnTo>
                  <a:pt x="9883" y="24539"/>
                </a:lnTo>
                <a:lnTo>
                  <a:pt x="9983" y="24307"/>
                </a:lnTo>
                <a:lnTo>
                  <a:pt x="10071" y="24076"/>
                </a:lnTo>
                <a:lnTo>
                  <a:pt x="10159" y="23844"/>
                </a:lnTo>
                <a:lnTo>
                  <a:pt x="10298" y="23561"/>
                </a:lnTo>
                <a:lnTo>
                  <a:pt x="10386" y="23329"/>
                </a:lnTo>
                <a:lnTo>
                  <a:pt x="10486" y="23084"/>
                </a:lnTo>
                <a:lnTo>
                  <a:pt x="10574" y="22853"/>
                </a:lnTo>
                <a:lnTo>
                  <a:pt x="10662" y="22621"/>
                </a:lnTo>
                <a:lnTo>
                  <a:pt x="10801" y="22389"/>
                </a:lnTo>
                <a:lnTo>
                  <a:pt x="10901" y="22144"/>
                </a:lnTo>
                <a:lnTo>
                  <a:pt x="10989" y="21874"/>
                </a:lnTo>
                <a:lnTo>
                  <a:pt x="11077" y="21629"/>
                </a:lnTo>
                <a:lnTo>
                  <a:pt x="11165" y="21398"/>
                </a:lnTo>
                <a:lnTo>
                  <a:pt x="11304" y="21166"/>
                </a:lnTo>
                <a:lnTo>
                  <a:pt x="11404" y="20934"/>
                </a:lnTo>
                <a:lnTo>
                  <a:pt x="11492" y="20690"/>
                </a:lnTo>
                <a:lnTo>
                  <a:pt x="11580" y="20458"/>
                </a:lnTo>
                <a:lnTo>
                  <a:pt x="11668" y="20175"/>
                </a:lnTo>
                <a:lnTo>
                  <a:pt x="11807" y="19943"/>
                </a:lnTo>
                <a:lnTo>
                  <a:pt x="11907" y="19711"/>
                </a:lnTo>
                <a:lnTo>
                  <a:pt x="11995" y="19479"/>
                </a:lnTo>
                <a:lnTo>
                  <a:pt x="12083" y="19235"/>
                </a:lnTo>
                <a:lnTo>
                  <a:pt x="12171" y="19003"/>
                </a:lnTo>
                <a:lnTo>
                  <a:pt x="12310" y="18720"/>
                </a:lnTo>
                <a:lnTo>
                  <a:pt x="12410" y="18488"/>
                </a:lnTo>
                <a:lnTo>
                  <a:pt x="12498" y="18256"/>
                </a:lnTo>
                <a:lnTo>
                  <a:pt x="12586" y="18024"/>
                </a:lnTo>
                <a:lnTo>
                  <a:pt x="12674" y="17793"/>
                </a:lnTo>
                <a:lnTo>
                  <a:pt x="12813" y="17548"/>
                </a:lnTo>
                <a:lnTo>
                  <a:pt x="12913" y="17265"/>
                </a:lnTo>
                <a:lnTo>
                  <a:pt x="13001" y="17033"/>
                </a:lnTo>
                <a:lnTo>
                  <a:pt x="13089" y="16801"/>
                </a:lnTo>
                <a:lnTo>
                  <a:pt x="13190" y="16570"/>
                </a:lnTo>
                <a:lnTo>
                  <a:pt x="13316" y="16338"/>
                </a:lnTo>
                <a:lnTo>
                  <a:pt x="13416" y="16093"/>
                </a:lnTo>
                <a:lnTo>
                  <a:pt x="13504" y="15810"/>
                </a:lnTo>
                <a:lnTo>
                  <a:pt x="13592" y="15578"/>
                </a:lnTo>
                <a:lnTo>
                  <a:pt x="13693" y="15346"/>
                </a:lnTo>
                <a:lnTo>
                  <a:pt x="13819" y="15115"/>
                </a:lnTo>
                <a:lnTo>
                  <a:pt x="13919" y="14883"/>
                </a:lnTo>
                <a:lnTo>
                  <a:pt x="14007" y="14638"/>
                </a:lnTo>
                <a:lnTo>
                  <a:pt x="14095" y="14355"/>
                </a:lnTo>
                <a:lnTo>
                  <a:pt x="14196" y="14123"/>
                </a:lnTo>
                <a:lnTo>
                  <a:pt x="14321" y="13892"/>
                </a:lnTo>
                <a:lnTo>
                  <a:pt x="14422" y="13660"/>
                </a:lnTo>
                <a:lnTo>
                  <a:pt x="14510" y="13428"/>
                </a:lnTo>
                <a:lnTo>
                  <a:pt x="14598" y="13183"/>
                </a:lnTo>
                <a:lnTo>
                  <a:pt x="14699" y="12900"/>
                </a:lnTo>
                <a:lnTo>
                  <a:pt x="14837" y="12668"/>
                </a:lnTo>
                <a:lnTo>
                  <a:pt x="14925" y="12437"/>
                </a:lnTo>
                <a:lnTo>
                  <a:pt x="15013" y="12205"/>
                </a:lnTo>
                <a:lnTo>
                  <a:pt x="15101" y="11973"/>
                </a:lnTo>
                <a:lnTo>
                  <a:pt x="15202" y="11729"/>
                </a:lnTo>
                <a:lnTo>
                  <a:pt x="15340" y="11458"/>
                </a:lnTo>
                <a:lnTo>
                  <a:pt x="15428" y="11214"/>
                </a:lnTo>
                <a:lnTo>
                  <a:pt x="15516" y="10982"/>
                </a:lnTo>
                <a:lnTo>
                  <a:pt x="15604" y="10750"/>
                </a:lnTo>
                <a:lnTo>
                  <a:pt x="15705" y="10518"/>
                </a:lnTo>
                <a:lnTo>
                  <a:pt x="15843" y="10235"/>
                </a:lnTo>
                <a:lnTo>
                  <a:pt x="15931" y="10003"/>
                </a:lnTo>
                <a:lnTo>
                  <a:pt x="16019" y="9759"/>
                </a:lnTo>
                <a:lnTo>
                  <a:pt x="16107" y="9527"/>
                </a:lnTo>
                <a:lnTo>
                  <a:pt x="16208" y="9295"/>
                </a:lnTo>
                <a:lnTo>
                  <a:pt x="16346" y="9063"/>
                </a:lnTo>
                <a:lnTo>
                  <a:pt x="16434" y="8780"/>
                </a:lnTo>
                <a:lnTo>
                  <a:pt x="16522" y="8548"/>
                </a:lnTo>
                <a:lnTo>
                  <a:pt x="16610" y="8304"/>
                </a:lnTo>
                <a:lnTo>
                  <a:pt x="16711" y="8072"/>
                </a:lnTo>
                <a:lnTo>
                  <a:pt x="16849" y="7840"/>
                </a:lnTo>
                <a:lnTo>
                  <a:pt x="16937" y="7557"/>
                </a:lnTo>
                <a:lnTo>
                  <a:pt x="17025" y="7325"/>
                </a:lnTo>
                <a:lnTo>
                  <a:pt x="17126" y="7094"/>
                </a:lnTo>
                <a:lnTo>
                  <a:pt x="17214" y="6849"/>
                </a:lnTo>
                <a:lnTo>
                  <a:pt x="17352" y="6617"/>
                </a:lnTo>
                <a:lnTo>
                  <a:pt x="17440" y="6385"/>
                </a:lnTo>
                <a:lnTo>
                  <a:pt x="17528" y="6102"/>
                </a:lnTo>
                <a:lnTo>
                  <a:pt x="17629" y="5870"/>
                </a:lnTo>
                <a:lnTo>
                  <a:pt x="17717" y="5639"/>
                </a:lnTo>
                <a:lnTo>
                  <a:pt x="17855" y="5394"/>
                </a:lnTo>
                <a:lnTo>
                  <a:pt x="17943" y="5162"/>
                </a:lnTo>
                <a:lnTo>
                  <a:pt x="18031" y="4879"/>
                </a:lnTo>
                <a:lnTo>
                  <a:pt x="18131" y="4647"/>
                </a:lnTo>
                <a:lnTo>
                  <a:pt x="18219" y="4416"/>
                </a:lnTo>
                <a:lnTo>
                  <a:pt x="18358" y="4184"/>
                </a:lnTo>
                <a:lnTo>
                  <a:pt x="18446" y="3939"/>
                </a:lnTo>
                <a:lnTo>
                  <a:pt x="18534" y="3669"/>
                </a:lnTo>
                <a:lnTo>
                  <a:pt x="18634" y="3424"/>
                </a:lnTo>
                <a:lnTo>
                  <a:pt x="18722" y="3192"/>
                </a:lnTo>
                <a:lnTo>
                  <a:pt x="18861" y="2961"/>
                </a:lnTo>
                <a:lnTo>
                  <a:pt x="18949" y="2729"/>
                </a:lnTo>
                <a:lnTo>
                  <a:pt x="19037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64" y="1738"/>
                </a:lnTo>
                <a:lnTo>
                  <a:pt x="19452" y="1506"/>
                </a:lnTo>
                <a:lnTo>
                  <a:pt x="19540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67" y="514"/>
                </a:lnTo>
                <a:lnTo>
                  <a:pt x="19955" y="283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6845086" y="4200434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48847"/>
                </a:moveTo>
                <a:lnTo>
                  <a:pt x="100" y="48615"/>
                </a:lnTo>
                <a:lnTo>
                  <a:pt x="188" y="48384"/>
                </a:lnTo>
                <a:lnTo>
                  <a:pt x="326" y="48152"/>
                </a:lnTo>
                <a:lnTo>
                  <a:pt x="414" y="47907"/>
                </a:lnTo>
                <a:lnTo>
                  <a:pt x="502" y="47637"/>
                </a:lnTo>
                <a:lnTo>
                  <a:pt x="603" y="47392"/>
                </a:lnTo>
                <a:lnTo>
                  <a:pt x="691" y="47161"/>
                </a:lnTo>
                <a:lnTo>
                  <a:pt x="829" y="46929"/>
                </a:lnTo>
                <a:lnTo>
                  <a:pt x="917" y="46697"/>
                </a:lnTo>
                <a:lnTo>
                  <a:pt x="1018" y="46414"/>
                </a:lnTo>
                <a:lnTo>
                  <a:pt x="1106" y="46182"/>
                </a:lnTo>
                <a:lnTo>
                  <a:pt x="1194" y="45937"/>
                </a:lnTo>
                <a:lnTo>
                  <a:pt x="1332" y="45706"/>
                </a:lnTo>
                <a:lnTo>
                  <a:pt x="1420" y="45474"/>
                </a:lnTo>
                <a:lnTo>
                  <a:pt x="1521" y="45191"/>
                </a:lnTo>
                <a:lnTo>
                  <a:pt x="1609" y="44959"/>
                </a:lnTo>
                <a:lnTo>
                  <a:pt x="1697" y="44727"/>
                </a:lnTo>
                <a:lnTo>
                  <a:pt x="1835" y="44483"/>
                </a:lnTo>
                <a:lnTo>
                  <a:pt x="1923" y="44251"/>
                </a:lnTo>
                <a:lnTo>
                  <a:pt x="2024" y="43968"/>
                </a:lnTo>
                <a:lnTo>
                  <a:pt x="2112" y="43736"/>
                </a:lnTo>
                <a:lnTo>
                  <a:pt x="2200" y="43504"/>
                </a:lnTo>
                <a:lnTo>
                  <a:pt x="2338" y="43272"/>
                </a:lnTo>
                <a:lnTo>
                  <a:pt x="2426" y="42989"/>
                </a:lnTo>
                <a:lnTo>
                  <a:pt x="2527" y="42744"/>
                </a:lnTo>
                <a:lnTo>
                  <a:pt x="2615" y="42513"/>
                </a:lnTo>
                <a:lnTo>
                  <a:pt x="2703" y="42281"/>
                </a:lnTo>
                <a:lnTo>
                  <a:pt x="2841" y="42049"/>
                </a:lnTo>
                <a:lnTo>
                  <a:pt x="2929" y="41766"/>
                </a:lnTo>
                <a:lnTo>
                  <a:pt x="3030" y="41534"/>
                </a:lnTo>
                <a:lnTo>
                  <a:pt x="3118" y="41302"/>
                </a:lnTo>
                <a:lnTo>
                  <a:pt x="3206" y="41058"/>
                </a:lnTo>
                <a:lnTo>
                  <a:pt x="3344" y="40826"/>
                </a:lnTo>
                <a:lnTo>
                  <a:pt x="3432" y="40543"/>
                </a:lnTo>
                <a:lnTo>
                  <a:pt x="3533" y="40311"/>
                </a:lnTo>
                <a:lnTo>
                  <a:pt x="3621" y="40079"/>
                </a:lnTo>
                <a:lnTo>
                  <a:pt x="3709" y="39848"/>
                </a:lnTo>
                <a:lnTo>
                  <a:pt x="3847" y="39564"/>
                </a:lnTo>
                <a:lnTo>
                  <a:pt x="3935" y="39320"/>
                </a:lnTo>
                <a:lnTo>
                  <a:pt x="4036" y="39088"/>
                </a:lnTo>
                <a:lnTo>
                  <a:pt x="4124" y="38856"/>
                </a:lnTo>
                <a:lnTo>
                  <a:pt x="4212" y="38624"/>
                </a:lnTo>
                <a:lnTo>
                  <a:pt x="4350" y="38341"/>
                </a:lnTo>
                <a:lnTo>
                  <a:pt x="4451" y="38109"/>
                </a:lnTo>
                <a:lnTo>
                  <a:pt x="4539" y="37865"/>
                </a:lnTo>
                <a:lnTo>
                  <a:pt x="4627" y="37633"/>
                </a:lnTo>
                <a:lnTo>
                  <a:pt x="4715" y="37401"/>
                </a:lnTo>
                <a:lnTo>
                  <a:pt x="4853" y="37118"/>
                </a:lnTo>
                <a:lnTo>
                  <a:pt x="4954" y="36886"/>
                </a:lnTo>
                <a:lnTo>
                  <a:pt x="5042" y="36655"/>
                </a:lnTo>
                <a:lnTo>
                  <a:pt x="5130" y="36410"/>
                </a:lnTo>
                <a:lnTo>
                  <a:pt x="5218" y="36140"/>
                </a:lnTo>
                <a:lnTo>
                  <a:pt x="5356" y="35895"/>
                </a:lnTo>
                <a:lnTo>
                  <a:pt x="5457" y="35663"/>
                </a:lnTo>
                <a:lnTo>
                  <a:pt x="5545" y="35431"/>
                </a:lnTo>
                <a:lnTo>
                  <a:pt x="5633" y="35200"/>
                </a:lnTo>
                <a:lnTo>
                  <a:pt x="5721" y="34916"/>
                </a:lnTo>
                <a:lnTo>
                  <a:pt x="5859" y="34685"/>
                </a:lnTo>
                <a:lnTo>
                  <a:pt x="5960" y="34440"/>
                </a:lnTo>
                <a:lnTo>
                  <a:pt x="6048" y="34208"/>
                </a:lnTo>
                <a:lnTo>
                  <a:pt x="6136" y="33925"/>
                </a:lnTo>
                <a:lnTo>
                  <a:pt x="6224" y="33693"/>
                </a:lnTo>
                <a:lnTo>
                  <a:pt x="6362" y="33462"/>
                </a:lnTo>
                <a:lnTo>
                  <a:pt x="6463" y="33230"/>
                </a:lnTo>
                <a:lnTo>
                  <a:pt x="6551" y="32947"/>
                </a:lnTo>
                <a:lnTo>
                  <a:pt x="6639" y="32715"/>
                </a:lnTo>
                <a:lnTo>
                  <a:pt x="6727" y="32470"/>
                </a:lnTo>
                <a:lnTo>
                  <a:pt x="6865" y="32238"/>
                </a:lnTo>
                <a:lnTo>
                  <a:pt x="6966" y="32007"/>
                </a:lnTo>
                <a:lnTo>
                  <a:pt x="7054" y="31723"/>
                </a:lnTo>
                <a:lnTo>
                  <a:pt x="7142" y="31492"/>
                </a:lnTo>
                <a:lnTo>
                  <a:pt x="7242" y="31260"/>
                </a:lnTo>
                <a:lnTo>
                  <a:pt x="7368" y="31015"/>
                </a:lnTo>
                <a:lnTo>
                  <a:pt x="7469" y="30745"/>
                </a:lnTo>
                <a:lnTo>
                  <a:pt x="7557" y="30500"/>
                </a:lnTo>
                <a:lnTo>
                  <a:pt x="7645" y="30269"/>
                </a:lnTo>
                <a:lnTo>
                  <a:pt x="7745" y="30037"/>
                </a:lnTo>
                <a:lnTo>
                  <a:pt x="7871" y="29805"/>
                </a:lnTo>
                <a:lnTo>
                  <a:pt x="7972" y="29522"/>
                </a:lnTo>
                <a:lnTo>
                  <a:pt x="8060" y="29290"/>
                </a:lnTo>
                <a:lnTo>
                  <a:pt x="8148" y="29045"/>
                </a:lnTo>
                <a:lnTo>
                  <a:pt x="8248" y="28814"/>
                </a:lnTo>
                <a:lnTo>
                  <a:pt x="8386" y="28530"/>
                </a:lnTo>
                <a:lnTo>
                  <a:pt x="8475" y="28299"/>
                </a:lnTo>
                <a:lnTo>
                  <a:pt x="8563" y="28067"/>
                </a:lnTo>
                <a:lnTo>
                  <a:pt x="8651" y="27835"/>
                </a:lnTo>
                <a:lnTo>
                  <a:pt x="8751" y="27552"/>
                </a:lnTo>
                <a:lnTo>
                  <a:pt x="8889" y="27307"/>
                </a:lnTo>
                <a:lnTo>
                  <a:pt x="8977" y="27076"/>
                </a:lnTo>
                <a:lnTo>
                  <a:pt x="9065" y="26844"/>
                </a:lnTo>
                <a:lnTo>
                  <a:pt x="9154" y="26561"/>
                </a:lnTo>
                <a:lnTo>
                  <a:pt x="9254" y="26329"/>
                </a:lnTo>
                <a:lnTo>
                  <a:pt x="9392" y="26097"/>
                </a:lnTo>
                <a:lnTo>
                  <a:pt x="9480" y="25852"/>
                </a:lnTo>
                <a:lnTo>
                  <a:pt x="9568" y="25621"/>
                </a:lnTo>
                <a:lnTo>
                  <a:pt x="9656" y="25337"/>
                </a:lnTo>
                <a:lnTo>
                  <a:pt x="9757" y="25106"/>
                </a:lnTo>
                <a:lnTo>
                  <a:pt x="9895" y="24874"/>
                </a:lnTo>
                <a:lnTo>
                  <a:pt x="9983" y="24642"/>
                </a:lnTo>
                <a:lnTo>
                  <a:pt x="10071" y="24359"/>
                </a:lnTo>
                <a:lnTo>
                  <a:pt x="10159" y="24127"/>
                </a:lnTo>
                <a:lnTo>
                  <a:pt x="10260" y="23883"/>
                </a:lnTo>
                <a:lnTo>
                  <a:pt x="10398" y="23651"/>
                </a:lnTo>
                <a:lnTo>
                  <a:pt x="10486" y="23368"/>
                </a:lnTo>
                <a:lnTo>
                  <a:pt x="10574" y="23136"/>
                </a:lnTo>
                <a:lnTo>
                  <a:pt x="10675" y="22904"/>
                </a:lnTo>
                <a:lnTo>
                  <a:pt x="10763" y="22672"/>
                </a:lnTo>
                <a:lnTo>
                  <a:pt x="10901" y="22389"/>
                </a:lnTo>
                <a:lnTo>
                  <a:pt x="10989" y="22157"/>
                </a:lnTo>
                <a:lnTo>
                  <a:pt x="11077" y="21913"/>
                </a:lnTo>
                <a:lnTo>
                  <a:pt x="11178" y="21681"/>
                </a:lnTo>
                <a:lnTo>
                  <a:pt x="11266" y="21449"/>
                </a:lnTo>
                <a:lnTo>
                  <a:pt x="11404" y="21166"/>
                </a:lnTo>
                <a:lnTo>
                  <a:pt x="11492" y="20934"/>
                </a:lnTo>
                <a:lnTo>
                  <a:pt x="11580" y="20702"/>
                </a:lnTo>
                <a:lnTo>
                  <a:pt x="11681" y="20458"/>
                </a:lnTo>
                <a:lnTo>
                  <a:pt x="11769" y="20187"/>
                </a:lnTo>
                <a:lnTo>
                  <a:pt x="11907" y="19943"/>
                </a:lnTo>
                <a:lnTo>
                  <a:pt x="11995" y="19711"/>
                </a:lnTo>
                <a:lnTo>
                  <a:pt x="12083" y="19479"/>
                </a:lnTo>
                <a:lnTo>
                  <a:pt x="12184" y="19196"/>
                </a:lnTo>
                <a:lnTo>
                  <a:pt x="12272" y="18964"/>
                </a:lnTo>
                <a:lnTo>
                  <a:pt x="12410" y="18733"/>
                </a:lnTo>
                <a:lnTo>
                  <a:pt x="12498" y="18488"/>
                </a:lnTo>
                <a:lnTo>
                  <a:pt x="12586" y="18205"/>
                </a:lnTo>
                <a:lnTo>
                  <a:pt x="12687" y="17973"/>
                </a:lnTo>
                <a:lnTo>
                  <a:pt x="12775" y="17741"/>
                </a:lnTo>
                <a:lnTo>
                  <a:pt x="12913" y="17509"/>
                </a:lnTo>
                <a:lnTo>
                  <a:pt x="13001" y="17226"/>
                </a:lnTo>
                <a:lnTo>
                  <a:pt x="13089" y="16994"/>
                </a:lnTo>
                <a:lnTo>
                  <a:pt x="13190" y="16750"/>
                </a:lnTo>
                <a:lnTo>
                  <a:pt x="13278" y="16518"/>
                </a:lnTo>
                <a:lnTo>
                  <a:pt x="13416" y="16235"/>
                </a:lnTo>
                <a:lnTo>
                  <a:pt x="13504" y="16003"/>
                </a:lnTo>
                <a:lnTo>
                  <a:pt x="13592" y="15771"/>
                </a:lnTo>
                <a:lnTo>
                  <a:pt x="13693" y="15540"/>
                </a:lnTo>
                <a:lnTo>
                  <a:pt x="13781" y="15256"/>
                </a:lnTo>
                <a:lnTo>
                  <a:pt x="13919" y="15025"/>
                </a:lnTo>
                <a:lnTo>
                  <a:pt x="14007" y="14780"/>
                </a:lnTo>
                <a:lnTo>
                  <a:pt x="14095" y="14548"/>
                </a:lnTo>
                <a:lnTo>
                  <a:pt x="14196" y="14265"/>
                </a:lnTo>
                <a:lnTo>
                  <a:pt x="14284" y="14033"/>
                </a:lnTo>
                <a:lnTo>
                  <a:pt x="14422" y="13801"/>
                </a:lnTo>
                <a:lnTo>
                  <a:pt x="14510" y="13570"/>
                </a:lnTo>
                <a:lnTo>
                  <a:pt x="14611" y="13286"/>
                </a:lnTo>
                <a:lnTo>
                  <a:pt x="14699" y="13055"/>
                </a:lnTo>
                <a:lnTo>
                  <a:pt x="14787" y="12810"/>
                </a:lnTo>
                <a:lnTo>
                  <a:pt x="14925" y="12578"/>
                </a:lnTo>
                <a:lnTo>
                  <a:pt x="15013" y="12295"/>
                </a:lnTo>
                <a:lnTo>
                  <a:pt x="15114" y="12063"/>
                </a:lnTo>
                <a:lnTo>
                  <a:pt x="15202" y="11832"/>
                </a:lnTo>
                <a:lnTo>
                  <a:pt x="15290" y="11600"/>
                </a:lnTo>
                <a:lnTo>
                  <a:pt x="15428" y="11317"/>
                </a:lnTo>
                <a:lnTo>
                  <a:pt x="15516" y="11072"/>
                </a:lnTo>
                <a:lnTo>
                  <a:pt x="15617" y="10840"/>
                </a:lnTo>
                <a:lnTo>
                  <a:pt x="15705" y="10608"/>
                </a:lnTo>
                <a:lnTo>
                  <a:pt x="15793" y="10325"/>
                </a:lnTo>
                <a:lnTo>
                  <a:pt x="15931" y="10093"/>
                </a:lnTo>
                <a:lnTo>
                  <a:pt x="16019" y="9862"/>
                </a:lnTo>
                <a:lnTo>
                  <a:pt x="16120" y="9630"/>
                </a:lnTo>
                <a:lnTo>
                  <a:pt x="16208" y="9347"/>
                </a:lnTo>
                <a:lnTo>
                  <a:pt x="16296" y="9102"/>
                </a:lnTo>
                <a:lnTo>
                  <a:pt x="16434" y="8870"/>
                </a:lnTo>
                <a:lnTo>
                  <a:pt x="16522" y="8639"/>
                </a:lnTo>
                <a:lnTo>
                  <a:pt x="16623" y="8355"/>
                </a:lnTo>
                <a:lnTo>
                  <a:pt x="16711" y="8124"/>
                </a:lnTo>
                <a:lnTo>
                  <a:pt x="16799" y="7892"/>
                </a:lnTo>
                <a:lnTo>
                  <a:pt x="16937" y="7647"/>
                </a:lnTo>
                <a:lnTo>
                  <a:pt x="17025" y="7377"/>
                </a:lnTo>
                <a:lnTo>
                  <a:pt x="17126" y="7132"/>
                </a:lnTo>
                <a:lnTo>
                  <a:pt x="17214" y="6900"/>
                </a:lnTo>
                <a:lnTo>
                  <a:pt x="17302" y="6669"/>
                </a:lnTo>
                <a:lnTo>
                  <a:pt x="17440" y="6385"/>
                </a:lnTo>
                <a:lnTo>
                  <a:pt x="17528" y="6154"/>
                </a:lnTo>
                <a:lnTo>
                  <a:pt x="17629" y="5922"/>
                </a:lnTo>
                <a:lnTo>
                  <a:pt x="17717" y="5677"/>
                </a:lnTo>
                <a:lnTo>
                  <a:pt x="17805" y="5407"/>
                </a:lnTo>
                <a:lnTo>
                  <a:pt x="17943" y="5162"/>
                </a:lnTo>
                <a:lnTo>
                  <a:pt x="18031" y="4931"/>
                </a:lnTo>
                <a:lnTo>
                  <a:pt x="18131" y="4699"/>
                </a:lnTo>
                <a:lnTo>
                  <a:pt x="18219" y="4416"/>
                </a:lnTo>
                <a:lnTo>
                  <a:pt x="18308" y="4184"/>
                </a:lnTo>
                <a:lnTo>
                  <a:pt x="18446" y="3952"/>
                </a:lnTo>
                <a:lnTo>
                  <a:pt x="18546" y="3707"/>
                </a:lnTo>
                <a:lnTo>
                  <a:pt x="18634" y="3424"/>
                </a:lnTo>
                <a:lnTo>
                  <a:pt x="18722" y="3192"/>
                </a:lnTo>
                <a:lnTo>
                  <a:pt x="18810" y="2961"/>
                </a:lnTo>
                <a:lnTo>
                  <a:pt x="18949" y="2729"/>
                </a:lnTo>
                <a:lnTo>
                  <a:pt x="19049" y="2446"/>
                </a:lnTo>
                <a:lnTo>
                  <a:pt x="19137" y="2214"/>
                </a:lnTo>
                <a:lnTo>
                  <a:pt x="19225" y="1969"/>
                </a:lnTo>
                <a:lnTo>
                  <a:pt x="19313" y="1738"/>
                </a:lnTo>
                <a:lnTo>
                  <a:pt x="19452" y="1454"/>
                </a:lnTo>
                <a:lnTo>
                  <a:pt x="19552" y="1223"/>
                </a:lnTo>
                <a:lnTo>
                  <a:pt x="19640" y="991"/>
                </a:lnTo>
                <a:lnTo>
                  <a:pt x="19728" y="759"/>
                </a:lnTo>
                <a:lnTo>
                  <a:pt x="19816" y="476"/>
                </a:lnTo>
                <a:lnTo>
                  <a:pt x="19955" y="244"/>
                </a:lnTo>
                <a:lnTo>
                  <a:pt x="2005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6865142" y="4151496"/>
            <a:ext cx="19992" cy="48937"/>
          </a:xfrm>
          <a:custGeom>
            <a:avLst/>
            <a:gdLst/>
            <a:ahLst/>
            <a:cxnLst/>
            <a:rect l="l" t="t" r="r" b="b"/>
            <a:pathLst>
              <a:path w="19992" h="48937">
                <a:moveTo>
                  <a:pt x="0" y="48937"/>
                </a:moveTo>
                <a:lnTo>
                  <a:pt x="88" y="48705"/>
                </a:lnTo>
                <a:lnTo>
                  <a:pt x="176" y="48422"/>
                </a:lnTo>
                <a:lnTo>
                  <a:pt x="264" y="48191"/>
                </a:lnTo>
                <a:lnTo>
                  <a:pt x="402" y="47959"/>
                </a:lnTo>
                <a:lnTo>
                  <a:pt x="502" y="47727"/>
                </a:lnTo>
                <a:lnTo>
                  <a:pt x="590" y="47444"/>
                </a:lnTo>
                <a:lnTo>
                  <a:pt x="679" y="47212"/>
                </a:lnTo>
                <a:lnTo>
                  <a:pt x="779" y="46967"/>
                </a:lnTo>
                <a:lnTo>
                  <a:pt x="905" y="46736"/>
                </a:lnTo>
                <a:lnTo>
                  <a:pt x="1005" y="46452"/>
                </a:lnTo>
                <a:lnTo>
                  <a:pt x="1093" y="46221"/>
                </a:lnTo>
                <a:lnTo>
                  <a:pt x="1181" y="45989"/>
                </a:lnTo>
                <a:lnTo>
                  <a:pt x="1282" y="45757"/>
                </a:lnTo>
                <a:lnTo>
                  <a:pt x="1408" y="45474"/>
                </a:lnTo>
                <a:lnTo>
                  <a:pt x="1508" y="45229"/>
                </a:lnTo>
                <a:lnTo>
                  <a:pt x="1596" y="44998"/>
                </a:lnTo>
                <a:lnTo>
                  <a:pt x="1684" y="44766"/>
                </a:lnTo>
                <a:lnTo>
                  <a:pt x="1785" y="44483"/>
                </a:lnTo>
                <a:lnTo>
                  <a:pt x="1923" y="44251"/>
                </a:lnTo>
                <a:lnTo>
                  <a:pt x="2011" y="44019"/>
                </a:lnTo>
                <a:lnTo>
                  <a:pt x="2099" y="43787"/>
                </a:lnTo>
                <a:lnTo>
                  <a:pt x="2187" y="43504"/>
                </a:lnTo>
                <a:lnTo>
                  <a:pt x="2288" y="43259"/>
                </a:lnTo>
                <a:lnTo>
                  <a:pt x="2426" y="43028"/>
                </a:lnTo>
                <a:lnTo>
                  <a:pt x="2514" y="42796"/>
                </a:lnTo>
                <a:lnTo>
                  <a:pt x="2552" y="42564"/>
                </a:lnTo>
                <a:lnTo>
                  <a:pt x="2653" y="42332"/>
                </a:lnTo>
                <a:lnTo>
                  <a:pt x="2791" y="42088"/>
                </a:lnTo>
                <a:lnTo>
                  <a:pt x="2879" y="41856"/>
                </a:lnTo>
                <a:lnTo>
                  <a:pt x="2967" y="41573"/>
                </a:lnTo>
                <a:lnTo>
                  <a:pt x="3068" y="41341"/>
                </a:lnTo>
                <a:lnTo>
                  <a:pt x="3156" y="41109"/>
                </a:lnTo>
                <a:lnTo>
                  <a:pt x="3294" y="40878"/>
                </a:lnTo>
                <a:lnTo>
                  <a:pt x="3382" y="40594"/>
                </a:lnTo>
                <a:lnTo>
                  <a:pt x="3470" y="40350"/>
                </a:lnTo>
                <a:lnTo>
                  <a:pt x="3571" y="40118"/>
                </a:lnTo>
                <a:lnTo>
                  <a:pt x="3659" y="39886"/>
                </a:lnTo>
                <a:lnTo>
                  <a:pt x="3797" y="39603"/>
                </a:lnTo>
                <a:lnTo>
                  <a:pt x="3885" y="39371"/>
                </a:lnTo>
                <a:lnTo>
                  <a:pt x="3973" y="39139"/>
                </a:lnTo>
                <a:lnTo>
                  <a:pt x="4074" y="38895"/>
                </a:lnTo>
                <a:lnTo>
                  <a:pt x="4162" y="38624"/>
                </a:lnTo>
                <a:lnTo>
                  <a:pt x="4300" y="38380"/>
                </a:lnTo>
                <a:lnTo>
                  <a:pt x="4388" y="38148"/>
                </a:lnTo>
                <a:lnTo>
                  <a:pt x="4476" y="37916"/>
                </a:lnTo>
                <a:lnTo>
                  <a:pt x="4577" y="37633"/>
                </a:lnTo>
                <a:lnTo>
                  <a:pt x="4665" y="37401"/>
                </a:lnTo>
                <a:lnTo>
                  <a:pt x="4803" y="37170"/>
                </a:lnTo>
                <a:lnTo>
                  <a:pt x="4891" y="36925"/>
                </a:lnTo>
                <a:lnTo>
                  <a:pt x="4979" y="36655"/>
                </a:lnTo>
                <a:lnTo>
                  <a:pt x="5079" y="36410"/>
                </a:lnTo>
                <a:lnTo>
                  <a:pt x="5167" y="36178"/>
                </a:lnTo>
                <a:lnTo>
                  <a:pt x="5306" y="35946"/>
                </a:lnTo>
                <a:lnTo>
                  <a:pt x="5394" y="35663"/>
                </a:lnTo>
                <a:lnTo>
                  <a:pt x="5482" y="35431"/>
                </a:lnTo>
                <a:lnTo>
                  <a:pt x="5582" y="35200"/>
                </a:lnTo>
                <a:lnTo>
                  <a:pt x="5670" y="34955"/>
                </a:lnTo>
                <a:lnTo>
                  <a:pt x="5809" y="34672"/>
                </a:lnTo>
                <a:lnTo>
                  <a:pt x="5897" y="34440"/>
                </a:lnTo>
                <a:lnTo>
                  <a:pt x="5985" y="34208"/>
                </a:lnTo>
                <a:lnTo>
                  <a:pt x="6085" y="33977"/>
                </a:lnTo>
                <a:lnTo>
                  <a:pt x="6173" y="33693"/>
                </a:lnTo>
                <a:lnTo>
                  <a:pt x="6312" y="33462"/>
                </a:lnTo>
                <a:lnTo>
                  <a:pt x="6400" y="33230"/>
                </a:lnTo>
                <a:lnTo>
                  <a:pt x="6488" y="32985"/>
                </a:lnTo>
                <a:lnTo>
                  <a:pt x="6588" y="32702"/>
                </a:lnTo>
                <a:lnTo>
                  <a:pt x="6676" y="32470"/>
                </a:lnTo>
                <a:lnTo>
                  <a:pt x="6815" y="32238"/>
                </a:lnTo>
                <a:lnTo>
                  <a:pt x="6903" y="32007"/>
                </a:lnTo>
                <a:lnTo>
                  <a:pt x="7003" y="31723"/>
                </a:lnTo>
                <a:lnTo>
                  <a:pt x="7091" y="31492"/>
                </a:lnTo>
                <a:lnTo>
                  <a:pt x="7179" y="31247"/>
                </a:lnTo>
                <a:lnTo>
                  <a:pt x="7318" y="31015"/>
                </a:lnTo>
                <a:lnTo>
                  <a:pt x="7406" y="30732"/>
                </a:lnTo>
                <a:lnTo>
                  <a:pt x="7506" y="30500"/>
                </a:lnTo>
                <a:lnTo>
                  <a:pt x="7594" y="30269"/>
                </a:lnTo>
                <a:lnTo>
                  <a:pt x="7682" y="30037"/>
                </a:lnTo>
                <a:lnTo>
                  <a:pt x="7821" y="29754"/>
                </a:lnTo>
                <a:lnTo>
                  <a:pt x="7909" y="29522"/>
                </a:lnTo>
                <a:lnTo>
                  <a:pt x="8009" y="29277"/>
                </a:lnTo>
                <a:lnTo>
                  <a:pt x="8097" y="29045"/>
                </a:lnTo>
                <a:lnTo>
                  <a:pt x="8185" y="28762"/>
                </a:lnTo>
                <a:lnTo>
                  <a:pt x="8324" y="28530"/>
                </a:lnTo>
                <a:lnTo>
                  <a:pt x="8412" y="28299"/>
                </a:lnTo>
                <a:lnTo>
                  <a:pt x="8512" y="28067"/>
                </a:lnTo>
                <a:lnTo>
                  <a:pt x="8600" y="27784"/>
                </a:lnTo>
                <a:lnTo>
                  <a:pt x="8688" y="27552"/>
                </a:lnTo>
                <a:lnTo>
                  <a:pt x="8827" y="27307"/>
                </a:lnTo>
                <a:lnTo>
                  <a:pt x="8915" y="27076"/>
                </a:lnTo>
                <a:lnTo>
                  <a:pt x="9015" y="26792"/>
                </a:lnTo>
                <a:lnTo>
                  <a:pt x="9103" y="26561"/>
                </a:lnTo>
                <a:lnTo>
                  <a:pt x="9191" y="26329"/>
                </a:lnTo>
                <a:lnTo>
                  <a:pt x="9330" y="26097"/>
                </a:lnTo>
                <a:lnTo>
                  <a:pt x="9418" y="25814"/>
                </a:lnTo>
                <a:lnTo>
                  <a:pt x="9518" y="25569"/>
                </a:lnTo>
                <a:lnTo>
                  <a:pt x="9606" y="25337"/>
                </a:lnTo>
                <a:lnTo>
                  <a:pt x="9694" y="25106"/>
                </a:lnTo>
                <a:lnTo>
                  <a:pt x="9833" y="24822"/>
                </a:lnTo>
                <a:lnTo>
                  <a:pt x="9921" y="24591"/>
                </a:lnTo>
                <a:lnTo>
                  <a:pt x="10021" y="24359"/>
                </a:lnTo>
                <a:lnTo>
                  <a:pt x="10109" y="24114"/>
                </a:lnTo>
                <a:lnTo>
                  <a:pt x="10197" y="23844"/>
                </a:lnTo>
                <a:lnTo>
                  <a:pt x="10335" y="23599"/>
                </a:lnTo>
                <a:lnTo>
                  <a:pt x="10436" y="23368"/>
                </a:lnTo>
                <a:lnTo>
                  <a:pt x="10524" y="23136"/>
                </a:lnTo>
                <a:lnTo>
                  <a:pt x="10612" y="22853"/>
                </a:lnTo>
                <a:lnTo>
                  <a:pt x="10700" y="22621"/>
                </a:lnTo>
                <a:lnTo>
                  <a:pt x="10838" y="22389"/>
                </a:lnTo>
                <a:lnTo>
                  <a:pt x="10939" y="22144"/>
                </a:lnTo>
                <a:lnTo>
                  <a:pt x="11027" y="21874"/>
                </a:lnTo>
                <a:lnTo>
                  <a:pt x="11115" y="21629"/>
                </a:lnTo>
                <a:lnTo>
                  <a:pt x="11203" y="21398"/>
                </a:lnTo>
                <a:lnTo>
                  <a:pt x="11341" y="21166"/>
                </a:lnTo>
                <a:lnTo>
                  <a:pt x="11442" y="20883"/>
                </a:lnTo>
                <a:lnTo>
                  <a:pt x="11530" y="20651"/>
                </a:lnTo>
                <a:lnTo>
                  <a:pt x="11618" y="20419"/>
                </a:lnTo>
                <a:lnTo>
                  <a:pt x="11706" y="20175"/>
                </a:lnTo>
                <a:lnTo>
                  <a:pt x="11844" y="19891"/>
                </a:lnTo>
                <a:lnTo>
                  <a:pt x="11945" y="19660"/>
                </a:lnTo>
                <a:lnTo>
                  <a:pt x="12033" y="19428"/>
                </a:lnTo>
                <a:lnTo>
                  <a:pt x="12121" y="19196"/>
                </a:lnTo>
                <a:lnTo>
                  <a:pt x="12209" y="18913"/>
                </a:lnTo>
                <a:lnTo>
                  <a:pt x="12347" y="18681"/>
                </a:lnTo>
                <a:lnTo>
                  <a:pt x="12448" y="18449"/>
                </a:lnTo>
                <a:lnTo>
                  <a:pt x="12536" y="18205"/>
                </a:lnTo>
                <a:lnTo>
                  <a:pt x="12624" y="17921"/>
                </a:lnTo>
                <a:lnTo>
                  <a:pt x="12712" y="17690"/>
                </a:lnTo>
                <a:lnTo>
                  <a:pt x="12850" y="17458"/>
                </a:lnTo>
                <a:lnTo>
                  <a:pt x="12951" y="17226"/>
                </a:lnTo>
                <a:lnTo>
                  <a:pt x="13039" y="16943"/>
                </a:lnTo>
                <a:lnTo>
                  <a:pt x="13127" y="16711"/>
                </a:lnTo>
                <a:lnTo>
                  <a:pt x="13228" y="16467"/>
                </a:lnTo>
                <a:lnTo>
                  <a:pt x="13353" y="16235"/>
                </a:lnTo>
                <a:lnTo>
                  <a:pt x="13454" y="15952"/>
                </a:lnTo>
                <a:lnTo>
                  <a:pt x="13542" y="15720"/>
                </a:lnTo>
                <a:lnTo>
                  <a:pt x="13630" y="15488"/>
                </a:lnTo>
                <a:lnTo>
                  <a:pt x="13731" y="15256"/>
                </a:lnTo>
                <a:lnTo>
                  <a:pt x="13856" y="14973"/>
                </a:lnTo>
                <a:lnTo>
                  <a:pt x="13957" y="14741"/>
                </a:lnTo>
                <a:lnTo>
                  <a:pt x="14045" y="14497"/>
                </a:lnTo>
                <a:lnTo>
                  <a:pt x="14133" y="14265"/>
                </a:lnTo>
                <a:lnTo>
                  <a:pt x="14233" y="14033"/>
                </a:lnTo>
                <a:lnTo>
                  <a:pt x="14372" y="13750"/>
                </a:lnTo>
                <a:lnTo>
                  <a:pt x="14460" y="13518"/>
                </a:lnTo>
                <a:lnTo>
                  <a:pt x="14548" y="13286"/>
                </a:lnTo>
                <a:lnTo>
                  <a:pt x="14636" y="13042"/>
                </a:lnTo>
                <a:lnTo>
                  <a:pt x="14736" y="12771"/>
                </a:lnTo>
                <a:lnTo>
                  <a:pt x="14875" y="12527"/>
                </a:lnTo>
                <a:lnTo>
                  <a:pt x="14963" y="12295"/>
                </a:lnTo>
                <a:lnTo>
                  <a:pt x="15051" y="12063"/>
                </a:lnTo>
                <a:lnTo>
                  <a:pt x="15139" y="11780"/>
                </a:lnTo>
                <a:lnTo>
                  <a:pt x="15239" y="11548"/>
                </a:lnTo>
                <a:lnTo>
                  <a:pt x="15378" y="11317"/>
                </a:lnTo>
                <a:lnTo>
                  <a:pt x="15466" y="11072"/>
                </a:lnTo>
                <a:lnTo>
                  <a:pt x="15554" y="10789"/>
                </a:lnTo>
                <a:lnTo>
                  <a:pt x="15642" y="10557"/>
                </a:lnTo>
                <a:lnTo>
                  <a:pt x="15742" y="10325"/>
                </a:lnTo>
                <a:lnTo>
                  <a:pt x="15881" y="10093"/>
                </a:lnTo>
                <a:lnTo>
                  <a:pt x="15969" y="9862"/>
                </a:lnTo>
                <a:lnTo>
                  <a:pt x="16057" y="9578"/>
                </a:lnTo>
                <a:lnTo>
                  <a:pt x="16145" y="9334"/>
                </a:lnTo>
                <a:lnTo>
                  <a:pt x="16245" y="9102"/>
                </a:lnTo>
                <a:lnTo>
                  <a:pt x="16384" y="8870"/>
                </a:lnTo>
                <a:lnTo>
                  <a:pt x="16472" y="8587"/>
                </a:lnTo>
                <a:lnTo>
                  <a:pt x="16560" y="8355"/>
                </a:lnTo>
                <a:lnTo>
                  <a:pt x="16660" y="8124"/>
                </a:lnTo>
                <a:lnTo>
                  <a:pt x="16748" y="7892"/>
                </a:lnTo>
                <a:lnTo>
                  <a:pt x="16887" y="7609"/>
                </a:lnTo>
                <a:lnTo>
                  <a:pt x="16975" y="7364"/>
                </a:lnTo>
                <a:lnTo>
                  <a:pt x="17063" y="7132"/>
                </a:lnTo>
                <a:lnTo>
                  <a:pt x="17163" y="6900"/>
                </a:lnTo>
                <a:lnTo>
                  <a:pt x="17251" y="6617"/>
                </a:lnTo>
                <a:lnTo>
                  <a:pt x="17390" y="6385"/>
                </a:lnTo>
                <a:lnTo>
                  <a:pt x="17478" y="6154"/>
                </a:lnTo>
                <a:lnTo>
                  <a:pt x="17566" y="5909"/>
                </a:lnTo>
                <a:lnTo>
                  <a:pt x="17666" y="5677"/>
                </a:lnTo>
                <a:lnTo>
                  <a:pt x="17754" y="5394"/>
                </a:lnTo>
                <a:lnTo>
                  <a:pt x="17893" y="5162"/>
                </a:lnTo>
                <a:lnTo>
                  <a:pt x="17981" y="4931"/>
                </a:lnTo>
                <a:lnTo>
                  <a:pt x="18069" y="4699"/>
                </a:lnTo>
                <a:lnTo>
                  <a:pt x="18169" y="4416"/>
                </a:lnTo>
                <a:lnTo>
                  <a:pt x="18257" y="4184"/>
                </a:lnTo>
                <a:lnTo>
                  <a:pt x="18396" y="3939"/>
                </a:lnTo>
                <a:lnTo>
                  <a:pt x="18484" y="3707"/>
                </a:lnTo>
                <a:lnTo>
                  <a:pt x="18572" y="3476"/>
                </a:lnTo>
                <a:lnTo>
                  <a:pt x="18672" y="3192"/>
                </a:lnTo>
                <a:lnTo>
                  <a:pt x="18760" y="2961"/>
                </a:lnTo>
                <a:lnTo>
                  <a:pt x="18899" y="2729"/>
                </a:lnTo>
                <a:lnTo>
                  <a:pt x="18987" y="2484"/>
                </a:lnTo>
                <a:lnTo>
                  <a:pt x="19075" y="2214"/>
                </a:lnTo>
                <a:lnTo>
                  <a:pt x="19175" y="1969"/>
                </a:lnTo>
                <a:lnTo>
                  <a:pt x="19263" y="1738"/>
                </a:lnTo>
                <a:lnTo>
                  <a:pt x="19401" y="1506"/>
                </a:lnTo>
                <a:lnTo>
                  <a:pt x="19489" y="1223"/>
                </a:lnTo>
                <a:lnTo>
                  <a:pt x="19578" y="991"/>
                </a:lnTo>
                <a:lnTo>
                  <a:pt x="19678" y="759"/>
                </a:lnTo>
                <a:lnTo>
                  <a:pt x="19766" y="514"/>
                </a:lnTo>
                <a:lnTo>
                  <a:pt x="19904" y="283"/>
                </a:lnTo>
                <a:lnTo>
                  <a:pt x="1999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6885135" y="4103215"/>
            <a:ext cx="20043" cy="48281"/>
          </a:xfrm>
          <a:custGeom>
            <a:avLst/>
            <a:gdLst/>
            <a:ahLst/>
            <a:cxnLst/>
            <a:rect l="l" t="t" r="r" b="b"/>
            <a:pathLst>
              <a:path w="20043" h="48281">
                <a:moveTo>
                  <a:pt x="0" y="48281"/>
                </a:moveTo>
                <a:lnTo>
                  <a:pt x="88" y="48049"/>
                </a:lnTo>
                <a:lnTo>
                  <a:pt x="188" y="47817"/>
                </a:lnTo>
                <a:lnTo>
                  <a:pt x="276" y="47585"/>
                </a:lnTo>
                <a:lnTo>
                  <a:pt x="414" y="47302"/>
                </a:lnTo>
                <a:lnTo>
                  <a:pt x="502" y="47058"/>
                </a:lnTo>
                <a:lnTo>
                  <a:pt x="603" y="46826"/>
                </a:lnTo>
                <a:lnTo>
                  <a:pt x="691" y="46594"/>
                </a:lnTo>
                <a:lnTo>
                  <a:pt x="779" y="46362"/>
                </a:lnTo>
                <a:lnTo>
                  <a:pt x="917" y="46079"/>
                </a:lnTo>
                <a:lnTo>
                  <a:pt x="1005" y="45847"/>
                </a:lnTo>
                <a:lnTo>
                  <a:pt x="1106" y="45616"/>
                </a:lnTo>
                <a:lnTo>
                  <a:pt x="1194" y="45371"/>
                </a:lnTo>
                <a:lnTo>
                  <a:pt x="1282" y="45139"/>
                </a:lnTo>
                <a:lnTo>
                  <a:pt x="1420" y="44856"/>
                </a:lnTo>
                <a:lnTo>
                  <a:pt x="1508" y="44624"/>
                </a:lnTo>
                <a:lnTo>
                  <a:pt x="1609" y="44392"/>
                </a:lnTo>
                <a:lnTo>
                  <a:pt x="1697" y="44161"/>
                </a:lnTo>
                <a:lnTo>
                  <a:pt x="1785" y="43877"/>
                </a:lnTo>
                <a:lnTo>
                  <a:pt x="1923" y="43633"/>
                </a:lnTo>
                <a:lnTo>
                  <a:pt x="2011" y="43401"/>
                </a:lnTo>
                <a:lnTo>
                  <a:pt x="2112" y="43169"/>
                </a:lnTo>
                <a:lnTo>
                  <a:pt x="2200" y="42938"/>
                </a:lnTo>
                <a:lnTo>
                  <a:pt x="2288" y="42654"/>
                </a:lnTo>
                <a:lnTo>
                  <a:pt x="2426" y="42423"/>
                </a:lnTo>
                <a:lnTo>
                  <a:pt x="2514" y="42178"/>
                </a:lnTo>
                <a:lnTo>
                  <a:pt x="2615" y="41946"/>
                </a:lnTo>
                <a:lnTo>
                  <a:pt x="2703" y="41714"/>
                </a:lnTo>
                <a:lnTo>
                  <a:pt x="2791" y="41431"/>
                </a:lnTo>
                <a:lnTo>
                  <a:pt x="2929" y="41199"/>
                </a:lnTo>
                <a:lnTo>
                  <a:pt x="3017" y="40968"/>
                </a:lnTo>
                <a:lnTo>
                  <a:pt x="3118" y="40723"/>
                </a:lnTo>
                <a:lnTo>
                  <a:pt x="3206" y="40453"/>
                </a:lnTo>
                <a:lnTo>
                  <a:pt x="3294" y="40208"/>
                </a:lnTo>
                <a:lnTo>
                  <a:pt x="3432" y="39976"/>
                </a:lnTo>
                <a:lnTo>
                  <a:pt x="3520" y="39745"/>
                </a:lnTo>
                <a:lnTo>
                  <a:pt x="3621" y="39513"/>
                </a:lnTo>
                <a:lnTo>
                  <a:pt x="3709" y="39230"/>
                </a:lnTo>
                <a:lnTo>
                  <a:pt x="3797" y="38998"/>
                </a:lnTo>
                <a:lnTo>
                  <a:pt x="3935" y="38753"/>
                </a:lnTo>
                <a:lnTo>
                  <a:pt x="4023" y="38521"/>
                </a:lnTo>
                <a:lnTo>
                  <a:pt x="4124" y="38290"/>
                </a:lnTo>
                <a:lnTo>
                  <a:pt x="4212" y="38006"/>
                </a:lnTo>
                <a:lnTo>
                  <a:pt x="4300" y="37775"/>
                </a:lnTo>
                <a:lnTo>
                  <a:pt x="4438" y="37543"/>
                </a:lnTo>
                <a:lnTo>
                  <a:pt x="4539" y="37298"/>
                </a:lnTo>
                <a:lnTo>
                  <a:pt x="4627" y="37067"/>
                </a:lnTo>
                <a:lnTo>
                  <a:pt x="4715" y="36783"/>
                </a:lnTo>
                <a:lnTo>
                  <a:pt x="4803" y="36552"/>
                </a:lnTo>
                <a:lnTo>
                  <a:pt x="4941" y="36320"/>
                </a:lnTo>
                <a:lnTo>
                  <a:pt x="5042" y="36088"/>
                </a:lnTo>
                <a:lnTo>
                  <a:pt x="5130" y="35843"/>
                </a:lnTo>
                <a:lnTo>
                  <a:pt x="5218" y="35573"/>
                </a:lnTo>
                <a:lnTo>
                  <a:pt x="5306" y="35328"/>
                </a:lnTo>
                <a:lnTo>
                  <a:pt x="5444" y="35097"/>
                </a:lnTo>
                <a:lnTo>
                  <a:pt x="5545" y="34865"/>
                </a:lnTo>
                <a:lnTo>
                  <a:pt x="5633" y="34633"/>
                </a:lnTo>
                <a:lnTo>
                  <a:pt x="5721" y="34350"/>
                </a:lnTo>
                <a:lnTo>
                  <a:pt x="5809" y="34118"/>
                </a:lnTo>
                <a:lnTo>
                  <a:pt x="5947" y="33874"/>
                </a:lnTo>
                <a:lnTo>
                  <a:pt x="6048" y="33642"/>
                </a:lnTo>
                <a:lnTo>
                  <a:pt x="6136" y="33410"/>
                </a:lnTo>
                <a:lnTo>
                  <a:pt x="6224" y="33127"/>
                </a:lnTo>
                <a:lnTo>
                  <a:pt x="6312" y="32895"/>
                </a:lnTo>
                <a:lnTo>
                  <a:pt x="6450" y="32663"/>
                </a:lnTo>
                <a:lnTo>
                  <a:pt x="6551" y="32419"/>
                </a:lnTo>
                <a:lnTo>
                  <a:pt x="6639" y="32187"/>
                </a:lnTo>
                <a:lnTo>
                  <a:pt x="6727" y="31904"/>
                </a:lnTo>
                <a:lnTo>
                  <a:pt x="6827" y="31672"/>
                </a:lnTo>
                <a:lnTo>
                  <a:pt x="6953" y="31440"/>
                </a:lnTo>
                <a:lnTo>
                  <a:pt x="7054" y="31208"/>
                </a:lnTo>
                <a:lnTo>
                  <a:pt x="7142" y="30964"/>
                </a:lnTo>
                <a:lnTo>
                  <a:pt x="7230" y="30693"/>
                </a:lnTo>
                <a:lnTo>
                  <a:pt x="7330" y="30449"/>
                </a:lnTo>
                <a:lnTo>
                  <a:pt x="7456" y="30217"/>
                </a:lnTo>
                <a:lnTo>
                  <a:pt x="7557" y="29985"/>
                </a:lnTo>
                <a:lnTo>
                  <a:pt x="7645" y="29754"/>
                </a:lnTo>
                <a:lnTo>
                  <a:pt x="7733" y="29470"/>
                </a:lnTo>
                <a:lnTo>
                  <a:pt x="7833" y="29239"/>
                </a:lnTo>
                <a:lnTo>
                  <a:pt x="7972" y="28994"/>
                </a:lnTo>
                <a:lnTo>
                  <a:pt x="8060" y="28762"/>
                </a:lnTo>
                <a:lnTo>
                  <a:pt x="8148" y="28530"/>
                </a:lnTo>
                <a:lnTo>
                  <a:pt x="8236" y="28299"/>
                </a:lnTo>
                <a:lnTo>
                  <a:pt x="8336" y="28015"/>
                </a:lnTo>
                <a:lnTo>
                  <a:pt x="8475" y="27784"/>
                </a:lnTo>
                <a:lnTo>
                  <a:pt x="8563" y="27539"/>
                </a:lnTo>
                <a:lnTo>
                  <a:pt x="8651" y="27307"/>
                </a:lnTo>
                <a:lnTo>
                  <a:pt x="8739" y="27076"/>
                </a:lnTo>
                <a:lnTo>
                  <a:pt x="8839" y="26792"/>
                </a:lnTo>
                <a:lnTo>
                  <a:pt x="8977" y="26561"/>
                </a:lnTo>
                <a:lnTo>
                  <a:pt x="9065" y="26329"/>
                </a:lnTo>
                <a:lnTo>
                  <a:pt x="9154" y="26084"/>
                </a:lnTo>
                <a:lnTo>
                  <a:pt x="9242" y="25852"/>
                </a:lnTo>
                <a:lnTo>
                  <a:pt x="9342" y="25621"/>
                </a:lnTo>
                <a:lnTo>
                  <a:pt x="9480" y="25337"/>
                </a:lnTo>
                <a:lnTo>
                  <a:pt x="9568" y="25106"/>
                </a:lnTo>
                <a:lnTo>
                  <a:pt x="9656" y="24874"/>
                </a:lnTo>
                <a:lnTo>
                  <a:pt x="9744" y="24629"/>
                </a:lnTo>
                <a:lnTo>
                  <a:pt x="9845" y="24398"/>
                </a:lnTo>
                <a:lnTo>
                  <a:pt x="9983" y="24114"/>
                </a:lnTo>
                <a:lnTo>
                  <a:pt x="10071" y="23883"/>
                </a:lnTo>
                <a:lnTo>
                  <a:pt x="10159" y="23651"/>
                </a:lnTo>
                <a:lnTo>
                  <a:pt x="10247" y="23419"/>
                </a:lnTo>
                <a:lnTo>
                  <a:pt x="10348" y="23174"/>
                </a:lnTo>
                <a:lnTo>
                  <a:pt x="10486" y="22943"/>
                </a:lnTo>
                <a:lnTo>
                  <a:pt x="10574" y="22659"/>
                </a:lnTo>
                <a:lnTo>
                  <a:pt x="10662" y="22428"/>
                </a:lnTo>
                <a:lnTo>
                  <a:pt x="10763" y="22196"/>
                </a:lnTo>
                <a:lnTo>
                  <a:pt x="10851" y="21964"/>
                </a:lnTo>
                <a:lnTo>
                  <a:pt x="10989" y="21720"/>
                </a:lnTo>
                <a:lnTo>
                  <a:pt x="11077" y="21488"/>
                </a:lnTo>
                <a:lnTo>
                  <a:pt x="11165" y="21205"/>
                </a:lnTo>
                <a:lnTo>
                  <a:pt x="11266" y="20973"/>
                </a:lnTo>
                <a:lnTo>
                  <a:pt x="11354" y="20741"/>
                </a:lnTo>
                <a:lnTo>
                  <a:pt x="11492" y="20509"/>
                </a:lnTo>
                <a:lnTo>
                  <a:pt x="11580" y="20278"/>
                </a:lnTo>
                <a:lnTo>
                  <a:pt x="11668" y="20033"/>
                </a:lnTo>
                <a:lnTo>
                  <a:pt x="11769" y="19750"/>
                </a:lnTo>
                <a:lnTo>
                  <a:pt x="11857" y="19518"/>
                </a:lnTo>
                <a:lnTo>
                  <a:pt x="11995" y="19286"/>
                </a:lnTo>
                <a:lnTo>
                  <a:pt x="12083" y="19054"/>
                </a:lnTo>
                <a:lnTo>
                  <a:pt x="12171" y="18823"/>
                </a:lnTo>
                <a:lnTo>
                  <a:pt x="12272" y="18578"/>
                </a:lnTo>
                <a:lnTo>
                  <a:pt x="12360" y="18295"/>
                </a:lnTo>
                <a:lnTo>
                  <a:pt x="12498" y="18063"/>
                </a:lnTo>
                <a:lnTo>
                  <a:pt x="12586" y="17831"/>
                </a:lnTo>
                <a:lnTo>
                  <a:pt x="12674" y="17600"/>
                </a:lnTo>
                <a:lnTo>
                  <a:pt x="12775" y="17368"/>
                </a:lnTo>
                <a:lnTo>
                  <a:pt x="12863" y="17123"/>
                </a:lnTo>
                <a:lnTo>
                  <a:pt x="13001" y="16840"/>
                </a:lnTo>
                <a:lnTo>
                  <a:pt x="13089" y="16608"/>
                </a:lnTo>
                <a:lnTo>
                  <a:pt x="13177" y="16376"/>
                </a:lnTo>
                <a:lnTo>
                  <a:pt x="13278" y="16145"/>
                </a:lnTo>
                <a:lnTo>
                  <a:pt x="13366" y="15913"/>
                </a:lnTo>
                <a:lnTo>
                  <a:pt x="13504" y="15668"/>
                </a:lnTo>
                <a:lnTo>
                  <a:pt x="13592" y="15385"/>
                </a:lnTo>
                <a:lnTo>
                  <a:pt x="13680" y="15153"/>
                </a:lnTo>
                <a:lnTo>
                  <a:pt x="13781" y="14922"/>
                </a:lnTo>
                <a:lnTo>
                  <a:pt x="13869" y="14690"/>
                </a:lnTo>
                <a:lnTo>
                  <a:pt x="14007" y="14458"/>
                </a:lnTo>
                <a:lnTo>
                  <a:pt x="14095" y="14213"/>
                </a:lnTo>
                <a:lnTo>
                  <a:pt x="14196" y="13982"/>
                </a:lnTo>
                <a:lnTo>
                  <a:pt x="14284" y="13698"/>
                </a:lnTo>
                <a:lnTo>
                  <a:pt x="14372" y="13467"/>
                </a:lnTo>
                <a:lnTo>
                  <a:pt x="14510" y="13235"/>
                </a:lnTo>
                <a:lnTo>
                  <a:pt x="14598" y="13003"/>
                </a:lnTo>
                <a:lnTo>
                  <a:pt x="14699" y="12759"/>
                </a:lnTo>
                <a:lnTo>
                  <a:pt x="14787" y="12527"/>
                </a:lnTo>
                <a:lnTo>
                  <a:pt x="14875" y="12295"/>
                </a:lnTo>
                <a:lnTo>
                  <a:pt x="15013" y="12012"/>
                </a:lnTo>
                <a:lnTo>
                  <a:pt x="15101" y="11780"/>
                </a:lnTo>
                <a:lnTo>
                  <a:pt x="15202" y="11548"/>
                </a:lnTo>
                <a:lnTo>
                  <a:pt x="15290" y="11304"/>
                </a:lnTo>
                <a:lnTo>
                  <a:pt x="15378" y="11072"/>
                </a:lnTo>
                <a:lnTo>
                  <a:pt x="15516" y="10840"/>
                </a:lnTo>
                <a:lnTo>
                  <a:pt x="15604" y="10608"/>
                </a:lnTo>
                <a:lnTo>
                  <a:pt x="15705" y="10325"/>
                </a:lnTo>
                <a:lnTo>
                  <a:pt x="15793" y="10093"/>
                </a:lnTo>
                <a:lnTo>
                  <a:pt x="15881" y="9849"/>
                </a:lnTo>
                <a:lnTo>
                  <a:pt x="16019" y="9617"/>
                </a:lnTo>
                <a:lnTo>
                  <a:pt x="16107" y="9385"/>
                </a:lnTo>
                <a:lnTo>
                  <a:pt x="16208" y="9154"/>
                </a:lnTo>
                <a:lnTo>
                  <a:pt x="16296" y="8922"/>
                </a:lnTo>
                <a:lnTo>
                  <a:pt x="16384" y="8639"/>
                </a:lnTo>
                <a:lnTo>
                  <a:pt x="16522" y="8394"/>
                </a:lnTo>
                <a:lnTo>
                  <a:pt x="16610" y="8162"/>
                </a:lnTo>
                <a:lnTo>
                  <a:pt x="16711" y="7930"/>
                </a:lnTo>
                <a:lnTo>
                  <a:pt x="16799" y="7699"/>
                </a:lnTo>
                <a:lnTo>
                  <a:pt x="16887" y="7467"/>
                </a:lnTo>
                <a:lnTo>
                  <a:pt x="17025" y="7222"/>
                </a:lnTo>
                <a:lnTo>
                  <a:pt x="17113" y="6939"/>
                </a:lnTo>
                <a:lnTo>
                  <a:pt x="17214" y="6707"/>
                </a:lnTo>
                <a:lnTo>
                  <a:pt x="17302" y="6476"/>
                </a:lnTo>
                <a:lnTo>
                  <a:pt x="17390" y="6244"/>
                </a:lnTo>
                <a:lnTo>
                  <a:pt x="17528" y="6012"/>
                </a:lnTo>
                <a:lnTo>
                  <a:pt x="17616" y="5767"/>
                </a:lnTo>
                <a:lnTo>
                  <a:pt x="17717" y="5536"/>
                </a:lnTo>
                <a:lnTo>
                  <a:pt x="17805" y="5304"/>
                </a:lnTo>
                <a:lnTo>
                  <a:pt x="17893" y="5021"/>
                </a:lnTo>
                <a:lnTo>
                  <a:pt x="18031" y="4789"/>
                </a:lnTo>
                <a:lnTo>
                  <a:pt x="18131" y="4557"/>
                </a:lnTo>
                <a:lnTo>
                  <a:pt x="18219" y="4313"/>
                </a:lnTo>
                <a:lnTo>
                  <a:pt x="18308" y="4081"/>
                </a:lnTo>
                <a:lnTo>
                  <a:pt x="18396" y="3849"/>
                </a:lnTo>
                <a:lnTo>
                  <a:pt x="18534" y="3617"/>
                </a:lnTo>
                <a:lnTo>
                  <a:pt x="18634" y="3386"/>
                </a:lnTo>
                <a:lnTo>
                  <a:pt x="18722" y="3102"/>
                </a:lnTo>
                <a:lnTo>
                  <a:pt x="18810" y="2858"/>
                </a:lnTo>
                <a:lnTo>
                  <a:pt x="18899" y="2626"/>
                </a:lnTo>
                <a:lnTo>
                  <a:pt x="19037" y="2394"/>
                </a:lnTo>
                <a:lnTo>
                  <a:pt x="19137" y="2162"/>
                </a:lnTo>
                <a:lnTo>
                  <a:pt x="19225" y="1931"/>
                </a:lnTo>
                <a:lnTo>
                  <a:pt x="19313" y="1686"/>
                </a:lnTo>
                <a:lnTo>
                  <a:pt x="19401" y="1454"/>
                </a:lnTo>
                <a:lnTo>
                  <a:pt x="19540" y="1223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04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6905178" y="4056337"/>
            <a:ext cx="20005" cy="46877"/>
          </a:xfrm>
          <a:custGeom>
            <a:avLst/>
            <a:gdLst/>
            <a:ahLst/>
            <a:cxnLst/>
            <a:rect l="l" t="t" r="r" b="b"/>
            <a:pathLst>
              <a:path w="20005" h="46877">
                <a:moveTo>
                  <a:pt x="0" y="46877"/>
                </a:moveTo>
                <a:lnTo>
                  <a:pt x="100" y="46646"/>
                </a:lnTo>
                <a:lnTo>
                  <a:pt x="188" y="46414"/>
                </a:lnTo>
                <a:lnTo>
                  <a:pt x="276" y="46169"/>
                </a:lnTo>
                <a:lnTo>
                  <a:pt x="377" y="45937"/>
                </a:lnTo>
                <a:lnTo>
                  <a:pt x="502" y="45654"/>
                </a:lnTo>
                <a:lnTo>
                  <a:pt x="603" y="45422"/>
                </a:lnTo>
                <a:lnTo>
                  <a:pt x="691" y="45191"/>
                </a:lnTo>
                <a:lnTo>
                  <a:pt x="779" y="44959"/>
                </a:lnTo>
                <a:lnTo>
                  <a:pt x="880" y="44714"/>
                </a:lnTo>
                <a:lnTo>
                  <a:pt x="1005" y="44483"/>
                </a:lnTo>
                <a:lnTo>
                  <a:pt x="1106" y="44251"/>
                </a:lnTo>
                <a:lnTo>
                  <a:pt x="1194" y="44019"/>
                </a:lnTo>
                <a:lnTo>
                  <a:pt x="1282" y="43787"/>
                </a:lnTo>
                <a:lnTo>
                  <a:pt x="1383" y="43543"/>
                </a:lnTo>
                <a:lnTo>
                  <a:pt x="1508" y="43259"/>
                </a:lnTo>
                <a:lnTo>
                  <a:pt x="1609" y="43028"/>
                </a:lnTo>
                <a:lnTo>
                  <a:pt x="1697" y="42796"/>
                </a:lnTo>
                <a:lnTo>
                  <a:pt x="1785" y="42564"/>
                </a:lnTo>
                <a:lnTo>
                  <a:pt x="1886" y="42332"/>
                </a:lnTo>
                <a:lnTo>
                  <a:pt x="2024" y="42088"/>
                </a:lnTo>
                <a:lnTo>
                  <a:pt x="2112" y="41856"/>
                </a:lnTo>
                <a:lnTo>
                  <a:pt x="2200" y="41624"/>
                </a:lnTo>
                <a:lnTo>
                  <a:pt x="2288" y="41393"/>
                </a:lnTo>
                <a:lnTo>
                  <a:pt x="2389" y="41148"/>
                </a:lnTo>
                <a:lnTo>
                  <a:pt x="2527" y="40878"/>
                </a:lnTo>
                <a:lnTo>
                  <a:pt x="2615" y="40633"/>
                </a:lnTo>
                <a:lnTo>
                  <a:pt x="2703" y="40401"/>
                </a:lnTo>
                <a:lnTo>
                  <a:pt x="2791" y="40169"/>
                </a:lnTo>
                <a:lnTo>
                  <a:pt x="2892" y="39938"/>
                </a:lnTo>
                <a:lnTo>
                  <a:pt x="3030" y="39706"/>
                </a:lnTo>
                <a:lnTo>
                  <a:pt x="3118" y="39461"/>
                </a:lnTo>
                <a:lnTo>
                  <a:pt x="3206" y="39230"/>
                </a:lnTo>
                <a:lnTo>
                  <a:pt x="3294" y="38998"/>
                </a:lnTo>
                <a:lnTo>
                  <a:pt x="3395" y="38766"/>
                </a:lnTo>
                <a:lnTo>
                  <a:pt x="3533" y="38521"/>
                </a:lnTo>
                <a:lnTo>
                  <a:pt x="3621" y="38290"/>
                </a:lnTo>
                <a:lnTo>
                  <a:pt x="3709" y="38006"/>
                </a:lnTo>
                <a:lnTo>
                  <a:pt x="3797" y="37775"/>
                </a:lnTo>
                <a:lnTo>
                  <a:pt x="3897" y="37543"/>
                </a:lnTo>
                <a:lnTo>
                  <a:pt x="4036" y="37311"/>
                </a:lnTo>
                <a:lnTo>
                  <a:pt x="4124" y="37067"/>
                </a:lnTo>
                <a:lnTo>
                  <a:pt x="4212" y="36835"/>
                </a:lnTo>
                <a:lnTo>
                  <a:pt x="4312" y="36603"/>
                </a:lnTo>
                <a:lnTo>
                  <a:pt x="4400" y="36371"/>
                </a:lnTo>
                <a:lnTo>
                  <a:pt x="4539" y="36140"/>
                </a:lnTo>
                <a:lnTo>
                  <a:pt x="4627" y="35895"/>
                </a:lnTo>
                <a:lnTo>
                  <a:pt x="4715" y="35663"/>
                </a:lnTo>
                <a:lnTo>
                  <a:pt x="4815" y="35431"/>
                </a:lnTo>
                <a:lnTo>
                  <a:pt x="4903" y="35200"/>
                </a:lnTo>
                <a:lnTo>
                  <a:pt x="5042" y="34916"/>
                </a:lnTo>
                <a:lnTo>
                  <a:pt x="5130" y="34685"/>
                </a:lnTo>
                <a:lnTo>
                  <a:pt x="5218" y="34440"/>
                </a:lnTo>
                <a:lnTo>
                  <a:pt x="5318" y="34208"/>
                </a:lnTo>
                <a:lnTo>
                  <a:pt x="5406" y="33977"/>
                </a:lnTo>
                <a:lnTo>
                  <a:pt x="5545" y="33745"/>
                </a:lnTo>
                <a:lnTo>
                  <a:pt x="5633" y="33500"/>
                </a:lnTo>
                <a:lnTo>
                  <a:pt x="5721" y="33268"/>
                </a:lnTo>
                <a:lnTo>
                  <a:pt x="5821" y="33037"/>
                </a:lnTo>
                <a:lnTo>
                  <a:pt x="5909" y="32805"/>
                </a:lnTo>
                <a:lnTo>
                  <a:pt x="6048" y="32573"/>
                </a:lnTo>
                <a:lnTo>
                  <a:pt x="6136" y="32329"/>
                </a:lnTo>
                <a:lnTo>
                  <a:pt x="6224" y="32097"/>
                </a:lnTo>
                <a:lnTo>
                  <a:pt x="6324" y="31865"/>
                </a:lnTo>
                <a:lnTo>
                  <a:pt x="6412" y="31633"/>
                </a:lnTo>
                <a:lnTo>
                  <a:pt x="6551" y="31389"/>
                </a:lnTo>
                <a:lnTo>
                  <a:pt x="6639" y="31118"/>
                </a:lnTo>
                <a:lnTo>
                  <a:pt x="6727" y="30874"/>
                </a:lnTo>
                <a:lnTo>
                  <a:pt x="6827" y="30642"/>
                </a:lnTo>
                <a:lnTo>
                  <a:pt x="6915" y="30410"/>
                </a:lnTo>
                <a:lnTo>
                  <a:pt x="7054" y="30178"/>
                </a:lnTo>
                <a:lnTo>
                  <a:pt x="7142" y="29934"/>
                </a:lnTo>
                <a:lnTo>
                  <a:pt x="7230" y="29702"/>
                </a:lnTo>
                <a:lnTo>
                  <a:pt x="7330" y="29470"/>
                </a:lnTo>
                <a:lnTo>
                  <a:pt x="7418" y="29239"/>
                </a:lnTo>
                <a:lnTo>
                  <a:pt x="7557" y="29007"/>
                </a:lnTo>
                <a:lnTo>
                  <a:pt x="7645" y="28762"/>
                </a:lnTo>
                <a:lnTo>
                  <a:pt x="7733" y="28530"/>
                </a:lnTo>
                <a:lnTo>
                  <a:pt x="7833" y="28299"/>
                </a:lnTo>
                <a:lnTo>
                  <a:pt x="7921" y="28067"/>
                </a:lnTo>
                <a:lnTo>
                  <a:pt x="8060" y="27822"/>
                </a:lnTo>
                <a:lnTo>
                  <a:pt x="8148" y="27591"/>
                </a:lnTo>
                <a:lnTo>
                  <a:pt x="8248" y="27359"/>
                </a:lnTo>
                <a:lnTo>
                  <a:pt x="8336" y="27127"/>
                </a:lnTo>
                <a:lnTo>
                  <a:pt x="8424" y="26895"/>
                </a:lnTo>
                <a:lnTo>
                  <a:pt x="8563" y="26651"/>
                </a:lnTo>
                <a:lnTo>
                  <a:pt x="8651" y="26419"/>
                </a:lnTo>
                <a:lnTo>
                  <a:pt x="8751" y="26187"/>
                </a:lnTo>
                <a:lnTo>
                  <a:pt x="8839" y="25904"/>
                </a:lnTo>
                <a:lnTo>
                  <a:pt x="8927" y="25672"/>
                </a:lnTo>
                <a:lnTo>
                  <a:pt x="9065" y="25440"/>
                </a:lnTo>
                <a:lnTo>
                  <a:pt x="9154" y="25196"/>
                </a:lnTo>
                <a:lnTo>
                  <a:pt x="9254" y="24964"/>
                </a:lnTo>
                <a:lnTo>
                  <a:pt x="9342" y="24732"/>
                </a:lnTo>
                <a:lnTo>
                  <a:pt x="9430" y="24501"/>
                </a:lnTo>
                <a:lnTo>
                  <a:pt x="9568" y="24256"/>
                </a:lnTo>
                <a:lnTo>
                  <a:pt x="9656" y="24024"/>
                </a:lnTo>
                <a:lnTo>
                  <a:pt x="9757" y="23792"/>
                </a:lnTo>
                <a:lnTo>
                  <a:pt x="9845" y="23561"/>
                </a:lnTo>
                <a:lnTo>
                  <a:pt x="9933" y="23329"/>
                </a:lnTo>
                <a:lnTo>
                  <a:pt x="10071" y="23084"/>
                </a:lnTo>
                <a:lnTo>
                  <a:pt x="10159" y="22853"/>
                </a:lnTo>
                <a:lnTo>
                  <a:pt x="10260" y="22621"/>
                </a:lnTo>
                <a:lnTo>
                  <a:pt x="10348" y="22389"/>
                </a:lnTo>
                <a:lnTo>
                  <a:pt x="10436" y="22144"/>
                </a:lnTo>
                <a:lnTo>
                  <a:pt x="10574" y="21913"/>
                </a:lnTo>
                <a:lnTo>
                  <a:pt x="10662" y="21681"/>
                </a:lnTo>
                <a:lnTo>
                  <a:pt x="10763" y="21449"/>
                </a:lnTo>
                <a:lnTo>
                  <a:pt x="10851" y="21217"/>
                </a:lnTo>
                <a:lnTo>
                  <a:pt x="10939" y="20973"/>
                </a:lnTo>
                <a:lnTo>
                  <a:pt x="11077" y="20741"/>
                </a:lnTo>
                <a:lnTo>
                  <a:pt x="11165" y="20509"/>
                </a:lnTo>
                <a:lnTo>
                  <a:pt x="11266" y="20278"/>
                </a:lnTo>
                <a:lnTo>
                  <a:pt x="11354" y="20033"/>
                </a:lnTo>
                <a:lnTo>
                  <a:pt x="11442" y="19801"/>
                </a:lnTo>
                <a:lnTo>
                  <a:pt x="11580" y="19569"/>
                </a:lnTo>
                <a:lnTo>
                  <a:pt x="11681" y="19338"/>
                </a:lnTo>
                <a:lnTo>
                  <a:pt x="11769" y="19106"/>
                </a:lnTo>
                <a:lnTo>
                  <a:pt x="11857" y="18861"/>
                </a:lnTo>
                <a:lnTo>
                  <a:pt x="11945" y="18630"/>
                </a:lnTo>
                <a:lnTo>
                  <a:pt x="12083" y="18398"/>
                </a:lnTo>
                <a:lnTo>
                  <a:pt x="12184" y="18166"/>
                </a:lnTo>
                <a:lnTo>
                  <a:pt x="12272" y="17921"/>
                </a:lnTo>
                <a:lnTo>
                  <a:pt x="12360" y="17690"/>
                </a:lnTo>
                <a:lnTo>
                  <a:pt x="12448" y="17458"/>
                </a:lnTo>
                <a:lnTo>
                  <a:pt x="12586" y="17226"/>
                </a:lnTo>
                <a:lnTo>
                  <a:pt x="12687" y="16994"/>
                </a:lnTo>
                <a:lnTo>
                  <a:pt x="12775" y="16750"/>
                </a:lnTo>
                <a:lnTo>
                  <a:pt x="12863" y="16518"/>
                </a:lnTo>
                <a:lnTo>
                  <a:pt x="12951" y="16286"/>
                </a:lnTo>
                <a:lnTo>
                  <a:pt x="13089" y="16055"/>
                </a:lnTo>
                <a:lnTo>
                  <a:pt x="13190" y="15810"/>
                </a:lnTo>
                <a:lnTo>
                  <a:pt x="13278" y="15578"/>
                </a:lnTo>
                <a:lnTo>
                  <a:pt x="13366" y="15346"/>
                </a:lnTo>
                <a:lnTo>
                  <a:pt x="13454" y="15115"/>
                </a:lnTo>
                <a:lnTo>
                  <a:pt x="13592" y="14883"/>
                </a:lnTo>
                <a:lnTo>
                  <a:pt x="13693" y="14638"/>
                </a:lnTo>
                <a:lnTo>
                  <a:pt x="13781" y="14407"/>
                </a:lnTo>
                <a:lnTo>
                  <a:pt x="13869" y="14175"/>
                </a:lnTo>
                <a:lnTo>
                  <a:pt x="13969" y="13943"/>
                </a:lnTo>
                <a:lnTo>
                  <a:pt x="14095" y="13698"/>
                </a:lnTo>
                <a:lnTo>
                  <a:pt x="14196" y="13467"/>
                </a:lnTo>
                <a:lnTo>
                  <a:pt x="14284" y="13235"/>
                </a:lnTo>
                <a:lnTo>
                  <a:pt x="14372" y="13003"/>
                </a:lnTo>
                <a:lnTo>
                  <a:pt x="14472" y="12771"/>
                </a:lnTo>
                <a:lnTo>
                  <a:pt x="14598" y="12527"/>
                </a:lnTo>
                <a:lnTo>
                  <a:pt x="14699" y="12295"/>
                </a:lnTo>
                <a:lnTo>
                  <a:pt x="14787" y="12063"/>
                </a:lnTo>
                <a:lnTo>
                  <a:pt x="14875" y="11832"/>
                </a:lnTo>
                <a:lnTo>
                  <a:pt x="14975" y="11587"/>
                </a:lnTo>
                <a:lnTo>
                  <a:pt x="15101" y="11355"/>
                </a:lnTo>
                <a:lnTo>
                  <a:pt x="15202" y="11123"/>
                </a:lnTo>
                <a:lnTo>
                  <a:pt x="15290" y="10892"/>
                </a:lnTo>
                <a:lnTo>
                  <a:pt x="15378" y="10660"/>
                </a:lnTo>
                <a:lnTo>
                  <a:pt x="15478" y="10415"/>
                </a:lnTo>
                <a:lnTo>
                  <a:pt x="15617" y="10184"/>
                </a:lnTo>
                <a:lnTo>
                  <a:pt x="15705" y="9952"/>
                </a:lnTo>
                <a:lnTo>
                  <a:pt x="15793" y="9720"/>
                </a:lnTo>
                <a:lnTo>
                  <a:pt x="15881" y="9475"/>
                </a:lnTo>
                <a:lnTo>
                  <a:pt x="15981" y="9295"/>
                </a:lnTo>
                <a:lnTo>
                  <a:pt x="16120" y="9063"/>
                </a:lnTo>
                <a:lnTo>
                  <a:pt x="16208" y="8819"/>
                </a:lnTo>
                <a:lnTo>
                  <a:pt x="16296" y="8587"/>
                </a:lnTo>
                <a:lnTo>
                  <a:pt x="16384" y="8355"/>
                </a:lnTo>
                <a:lnTo>
                  <a:pt x="16484" y="8124"/>
                </a:lnTo>
                <a:lnTo>
                  <a:pt x="16623" y="7892"/>
                </a:lnTo>
                <a:lnTo>
                  <a:pt x="16711" y="7647"/>
                </a:lnTo>
                <a:lnTo>
                  <a:pt x="16799" y="7415"/>
                </a:lnTo>
                <a:lnTo>
                  <a:pt x="16887" y="7184"/>
                </a:lnTo>
                <a:lnTo>
                  <a:pt x="16987" y="6952"/>
                </a:lnTo>
                <a:lnTo>
                  <a:pt x="17126" y="6707"/>
                </a:lnTo>
                <a:lnTo>
                  <a:pt x="17214" y="6476"/>
                </a:lnTo>
                <a:lnTo>
                  <a:pt x="17302" y="6244"/>
                </a:lnTo>
                <a:lnTo>
                  <a:pt x="17390" y="6012"/>
                </a:lnTo>
                <a:lnTo>
                  <a:pt x="17490" y="5780"/>
                </a:lnTo>
                <a:lnTo>
                  <a:pt x="17629" y="5536"/>
                </a:lnTo>
                <a:lnTo>
                  <a:pt x="17717" y="5304"/>
                </a:lnTo>
                <a:lnTo>
                  <a:pt x="17805" y="5072"/>
                </a:lnTo>
                <a:lnTo>
                  <a:pt x="17905" y="4840"/>
                </a:lnTo>
                <a:lnTo>
                  <a:pt x="17993" y="4596"/>
                </a:lnTo>
                <a:lnTo>
                  <a:pt x="18131" y="4416"/>
                </a:lnTo>
                <a:lnTo>
                  <a:pt x="18219" y="4184"/>
                </a:lnTo>
                <a:lnTo>
                  <a:pt x="18308" y="3939"/>
                </a:lnTo>
                <a:lnTo>
                  <a:pt x="18408" y="3707"/>
                </a:lnTo>
                <a:lnTo>
                  <a:pt x="18496" y="3476"/>
                </a:lnTo>
                <a:lnTo>
                  <a:pt x="18634" y="3244"/>
                </a:lnTo>
                <a:lnTo>
                  <a:pt x="18722" y="3012"/>
                </a:lnTo>
                <a:lnTo>
                  <a:pt x="18810" y="2768"/>
                </a:lnTo>
                <a:lnTo>
                  <a:pt x="18911" y="2536"/>
                </a:lnTo>
                <a:lnTo>
                  <a:pt x="18999" y="2304"/>
                </a:lnTo>
                <a:lnTo>
                  <a:pt x="19137" y="2072"/>
                </a:lnTo>
                <a:lnTo>
                  <a:pt x="19225" y="1828"/>
                </a:lnTo>
                <a:lnTo>
                  <a:pt x="19313" y="1596"/>
                </a:lnTo>
                <a:lnTo>
                  <a:pt x="19414" y="1364"/>
                </a:lnTo>
                <a:lnTo>
                  <a:pt x="19502" y="1132"/>
                </a:lnTo>
                <a:lnTo>
                  <a:pt x="19640" y="939"/>
                </a:lnTo>
                <a:lnTo>
                  <a:pt x="19728" y="708"/>
                </a:lnTo>
                <a:lnTo>
                  <a:pt x="19816" y="476"/>
                </a:lnTo>
                <a:lnTo>
                  <a:pt x="19917" y="244"/>
                </a:lnTo>
                <a:lnTo>
                  <a:pt x="2000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6925184" y="4011622"/>
            <a:ext cx="20043" cy="44714"/>
          </a:xfrm>
          <a:custGeom>
            <a:avLst/>
            <a:gdLst/>
            <a:ahLst/>
            <a:cxnLst/>
            <a:rect l="l" t="t" r="r" b="b"/>
            <a:pathLst>
              <a:path w="20043" h="44714">
                <a:moveTo>
                  <a:pt x="0" y="44714"/>
                </a:moveTo>
                <a:lnTo>
                  <a:pt x="138" y="44483"/>
                </a:lnTo>
                <a:lnTo>
                  <a:pt x="226" y="44251"/>
                </a:lnTo>
                <a:lnTo>
                  <a:pt x="314" y="44019"/>
                </a:lnTo>
                <a:lnTo>
                  <a:pt x="414" y="43774"/>
                </a:lnTo>
                <a:lnTo>
                  <a:pt x="502" y="43543"/>
                </a:lnTo>
                <a:lnTo>
                  <a:pt x="641" y="43311"/>
                </a:lnTo>
                <a:lnTo>
                  <a:pt x="729" y="43079"/>
                </a:lnTo>
                <a:lnTo>
                  <a:pt x="817" y="42886"/>
                </a:lnTo>
                <a:lnTo>
                  <a:pt x="917" y="42654"/>
                </a:lnTo>
                <a:lnTo>
                  <a:pt x="1005" y="42423"/>
                </a:lnTo>
                <a:lnTo>
                  <a:pt x="1144" y="42191"/>
                </a:lnTo>
                <a:lnTo>
                  <a:pt x="1232" y="41946"/>
                </a:lnTo>
                <a:lnTo>
                  <a:pt x="1320" y="41714"/>
                </a:lnTo>
                <a:lnTo>
                  <a:pt x="1420" y="41483"/>
                </a:lnTo>
                <a:lnTo>
                  <a:pt x="1508" y="41251"/>
                </a:lnTo>
                <a:lnTo>
                  <a:pt x="1647" y="41006"/>
                </a:lnTo>
                <a:lnTo>
                  <a:pt x="1735" y="40775"/>
                </a:lnTo>
                <a:lnTo>
                  <a:pt x="1835" y="40594"/>
                </a:lnTo>
                <a:lnTo>
                  <a:pt x="1923" y="40350"/>
                </a:lnTo>
                <a:lnTo>
                  <a:pt x="2011" y="40118"/>
                </a:lnTo>
                <a:lnTo>
                  <a:pt x="2150" y="39886"/>
                </a:lnTo>
                <a:lnTo>
                  <a:pt x="2238" y="39654"/>
                </a:lnTo>
                <a:lnTo>
                  <a:pt x="2338" y="39410"/>
                </a:lnTo>
                <a:lnTo>
                  <a:pt x="2426" y="39178"/>
                </a:lnTo>
                <a:lnTo>
                  <a:pt x="2514" y="38946"/>
                </a:lnTo>
                <a:lnTo>
                  <a:pt x="2653" y="38715"/>
                </a:lnTo>
                <a:lnTo>
                  <a:pt x="2741" y="38521"/>
                </a:lnTo>
                <a:lnTo>
                  <a:pt x="2841" y="38290"/>
                </a:lnTo>
                <a:lnTo>
                  <a:pt x="2929" y="38058"/>
                </a:lnTo>
                <a:lnTo>
                  <a:pt x="3017" y="37826"/>
                </a:lnTo>
                <a:lnTo>
                  <a:pt x="3156" y="37582"/>
                </a:lnTo>
                <a:lnTo>
                  <a:pt x="3244" y="37350"/>
                </a:lnTo>
                <a:lnTo>
                  <a:pt x="3344" y="37118"/>
                </a:lnTo>
                <a:lnTo>
                  <a:pt x="3432" y="36886"/>
                </a:lnTo>
                <a:lnTo>
                  <a:pt x="3520" y="36642"/>
                </a:lnTo>
                <a:lnTo>
                  <a:pt x="3659" y="36461"/>
                </a:lnTo>
                <a:lnTo>
                  <a:pt x="3747" y="36230"/>
                </a:lnTo>
                <a:lnTo>
                  <a:pt x="3847" y="35985"/>
                </a:lnTo>
                <a:lnTo>
                  <a:pt x="3935" y="35753"/>
                </a:lnTo>
                <a:lnTo>
                  <a:pt x="4023" y="35522"/>
                </a:lnTo>
                <a:lnTo>
                  <a:pt x="4162" y="35290"/>
                </a:lnTo>
                <a:lnTo>
                  <a:pt x="4250" y="35058"/>
                </a:lnTo>
                <a:lnTo>
                  <a:pt x="4350" y="34813"/>
                </a:lnTo>
                <a:lnTo>
                  <a:pt x="4438" y="34633"/>
                </a:lnTo>
                <a:lnTo>
                  <a:pt x="4526" y="34401"/>
                </a:lnTo>
                <a:lnTo>
                  <a:pt x="4665" y="34157"/>
                </a:lnTo>
                <a:lnTo>
                  <a:pt x="4753" y="33925"/>
                </a:lnTo>
                <a:lnTo>
                  <a:pt x="4853" y="33693"/>
                </a:lnTo>
                <a:lnTo>
                  <a:pt x="4941" y="33462"/>
                </a:lnTo>
                <a:lnTo>
                  <a:pt x="5029" y="33217"/>
                </a:lnTo>
                <a:lnTo>
                  <a:pt x="5167" y="33037"/>
                </a:lnTo>
                <a:lnTo>
                  <a:pt x="5268" y="32805"/>
                </a:lnTo>
                <a:lnTo>
                  <a:pt x="5356" y="32560"/>
                </a:lnTo>
                <a:lnTo>
                  <a:pt x="5444" y="32329"/>
                </a:lnTo>
                <a:lnTo>
                  <a:pt x="5532" y="32097"/>
                </a:lnTo>
                <a:lnTo>
                  <a:pt x="5670" y="31865"/>
                </a:lnTo>
                <a:lnTo>
                  <a:pt x="5771" y="31633"/>
                </a:lnTo>
                <a:lnTo>
                  <a:pt x="5859" y="31440"/>
                </a:lnTo>
                <a:lnTo>
                  <a:pt x="5947" y="31208"/>
                </a:lnTo>
                <a:lnTo>
                  <a:pt x="6035" y="30964"/>
                </a:lnTo>
                <a:lnTo>
                  <a:pt x="6173" y="30732"/>
                </a:lnTo>
                <a:lnTo>
                  <a:pt x="6274" y="30500"/>
                </a:lnTo>
                <a:lnTo>
                  <a:pt x="6362" y="30269"/>
                </a:lnTo>
                <a:lnTo>
                  <a:pt x="6450" y="30075"/>
                </a:lnTo>
                <a:lnTo>
                  <a:pt x="6538" y="29844"/>
                </a:lnTo>
                <a:lnTo>
                  <a:pt x="6676" y="29612"/>
                </a:lnTo>
                <a:lnTo>
                  <a:pt x="6777" y="29380"/>
                </a:lnTo>
                <a:lnTo>
                  <a:pt x="6865" y="29136"/>
                </a:lnTo>
                <a:lnTo>
                  <a:pt x="6953" y="28904"/>
                </a:lnTo>
                <a:lnTo>
                  <a:pt x="7041" y="28724"/>
                </a:lnTo>
                <a:lnTo>
                  <a:pt x="7179" y="28479"/>
                </a:lnTo>
                <a:lnTo>
                  <a:pt x="7280" y="28247"/>
                </a:lnTo>
                <a:lnTo>
                  <a:pt x="7368" y="28015"/>
                </a:lnTo>
                <a:lnTo>
                  <a:pt x="7456" y="27784"/>
                </a:lnTo>
                <a:lnTo>
                  <a:pt x="7544" y="27539"/>
                </a:lnTo>
                <a:lnTo>
                  <a:pt x="7682" y="27359"/>
                </a:lnTo>
                <a:lnTo>
                  <a:pt x="7783" y="27127"/>
                </a:lnTo>
                <a:lnTo>
                  <a:pt x="7871" y="26882"/>
                </a:lnTo>
                <a:lnTo>
                  <a:pt x="7959" y="26651"/>
                </a:lnTo>
                <a:lnTo>
                  <a:pt x="8060" y="26419"/>
                </a:lnTo>
                <a:lnTo>
                  <a:pt x="8185" y="26187"/>
                </a:lnTo>
                <a:lnTo>
                  <a:pt x="8286" y="25994"/>
                </a:lnTo>
                <a:lnTo>
                  <a:pt x="8374" y="25762"/>
                </a:lnTo>
                <a:lnTo>
                  <a:pt x="8462" y="25531"/>
                </a:lnTo>
                <a:lnTo>
                  <a:pt x="8563" y="25299"/>
                </a:lnTo>
                <a:lnTo>
                  <a:pt x="8688" y="25054"/>
                </a:lnTo>
                <a:lnTo>
                  <a:pt x="8789" y="24874"/>
                </a:lnTo>
                <a:lnTo>
                  <a:pt x="8877" y="24629"/>
                </a:lnTo>
                <a:lnTo>
                  <a:pt x="8965" y="24398"/>
                </a:lnTo>
                <a:lnTo>
                  <a:pt x="9065" y="24166"/>
                </a:lnTo>
                <a:lnTo>
                  <a:pt x="9204" y="23934"/>
                </a:lnTo>
                <a:lnTo>
                  <a:pt x="9292" y="23741"/>
                </a:lnTo>
                <a:lnTo>
                  <a:pt x="9380" y="23509"/>
                </a:lnTo>
                <a:lnTo>
                  <a:pt x="9468" y="23277"/>
                </a:lnTo>
                <a:lnTo>
                  <a:pt x="9568" y="23046"/>
                </a:lnTo>
                <a:lnTo>
                  <a:pt x="9707" y="22801"/>
                </a:lnTo>
                <a:lnTo>
                  <a:pt x="9795" y="22621"/>
                </a:lnTo>
                <a:lnTo>
                  <a:pt x="9883" y="22389"/>
                </a:lnTo>
                <a:lnTo>
                  <a:pt x="9971" y="22144"/>
                </a:lnTo>
                <a:lnTo>
                  <a:pt x="10071" y="21913"/>
                </a:lnTo>
                <a:lnTo>
                  <a:pt x="10210" y="21681"/>
                </a:lnTo>
                <a:lnTo>
                  <a:pt x="10298" y="21488"/>
                </a:lnTo>
                <a:lnTo>
                  <a:pt x="10386" y="21256"/>
                </a:lnTo>
                <a:lnTo>
                  <a:pt x="10474" y="21024"/>
                </a:lnTo>
                <a:lnTo>
                  <a:pt x="10574" y="20793"/>
                </a:lnTo>
                <a:lnTo>
                  <a:pt x="10713" y="20548"/>
                </a:lnTo>
                <a:lnTo>
                  <a:pt x="10801" y="20368"/>
                </a:lnTo>
                <a:lnTo>
                  <a:pt x="10889" y="20136"/>
                </a:lnTo>
                <a:lnTo>
                  <a:pt x="10977" y="19891"/>
                </a:lnTo>
                <a:lnTo>
                  <a:pt x="11077" y="19660"/>
                </a:lnTo>
                <a:lnTo>
                  <a:pt x="11216" y="19479"/>
                </a:lnTo>
                <a:lnTo>
                  <a:pt x="11304" y="19235"/>
                </a:lnTo>
                <a:lnTo>
                  <a:pt x="11392" y="19003"/>
                </a:lnTo>
                <a:lnTo>
                  <a:pt x="11492" y="18771"/>
                </a:lnTo>
                <a:lnTo>
                  <a:pt x="11580" y="18539"/>
                </a:lnTo>
                <a:lnTo>
                  <a:pt x="11719" y="18346"/>
                </a:lnTo>
                <a:lnTo>
                  <a:pt x="11807" y="18115"/>
                </a:lnTo>
                <a:lnTo>
                  <a:pt x="11895" y="17883"/>
                </a:lnTo>
                <a:lnTo>
                  <a:pt x="11995" y="17638"/>
                </a:lnTo>
                <a:lnTo>
                  <a:pt x="12083" y="17458"/>
                </a:lnTo>
                <a:lnTo>
                  <a:pt x="12222" y="17226"/>
                </a:lnTo>
                <a:lnTo>
                  <a:pt x="12310" y="16982"/>
                </a:lnTo>
                <a:lnTo>
                  <a:pt x="12398" y="16750"/>
                </a:lnTo>
                <a:lnTo>
                  <a:pt x="12498" y="16570"/>
                </a:lnTo>
                <a:lnTo>
                  <a:pt x="12586" y="16325"/>
                </a:lnTo>
                <a:lnTo>
                  <a:pt x="12725" y="16093"/>
                </a:lnTo>
                <a:lnTo>
                  <a:pt x="12813" y="15861"/>
                </a:lnTo>
                <a:lnTo>
                  <a:pt x="12901" y="15668"/>
                </a:lnTo>
                <a:lnTo>
                  <a:pt x="13001" y="15437"/>
                </a:lnTo>
                <a:lnTo>
                  <a:pt x="13089" y="15205"/>
                </a:lnTo>
                <a:lnTo>
                  <a:pt x="13228" y="14973"/>
                </a:lnTo>
                <a:lnTo>
                  <a:pt x="13316" y="14780"/>
                </a:lnTo>
                <a:lnTo>
                  <a:pt x="13404" y="14548"/>
                </a:lnTo>
                <a:lnTo>
                  <a:pt x="13504" y="14316"/>
                </a:lnTo>
                <a:lnTo>
                  <a:pt x="13592" y="14072"/>
                </a:lnTo>
                <a:lnTo>
                  <a:pt x="13731" y="13892"/>
                </a:lnTo>
                <a:lnTo>
                  <a:pt x="13819" y="13660"/>
                </a:lnTo>
                <a:lnTo>
                  <a:pt x="13907" y="13415"/>
                </a:lnTo>
                <a:lnTo>
                  <a:pt x="14007" y="13183"/>
                </a:lnTo>
                <a:lnTo>
                  <a:pt x="14095" y="13003"/>
                </a:lnTo>
                <a:lnTo>
                  <a:pt x="14233" y="12759"/>
                </a:lnTo>
                <a:lnTo>
                  <a:pt x="14322" y="12527"/>
                </a:lnTo>
                <a:lnTo>
                  <a:pt x="14410" y="12295"/>
                </a:lnTo>
                <a:lnTo>
                  <a:pt x="14510" y="12102"/>
                </a:lnTo>
                <a:lnTo>
                  <a:pt x="14598" y="11870"/>
                </a:lnTo>
                <a:lnTo>
                  <a:pt x="14736" y="11638"/>
                </a:lnTo>
                <a:lnTo>
                  <a:pt x="14824" y="11407"/>
                </a:lnTo>
                <a:lnTo>
                  <a:pt x="14912" y="11214"/>
                </a:lnTo>
                <a:lnTo>
                  <a:pt x="15013" y="10982"/>
                </a:lnTo>
                <a:lnTo>
                  <a:pt x="15101" y="10750"/>
                </a:lnTo>
                <a:lnTo>
                  <a:pt x="15239" y="10557"/>
                </a:lnTo>
                <a:lnTo>
                  <a:pt x="15327" y="10325"/>
                </a:lnTo>
                <a:lnTo>
                  <a:pt x="15428" y="10093"/>
                </a:lnTo>
                <a:lnTo>
                  <a:pt x="15516" y="9849"/>
                </a:lnTo>
                <a:lnTo>
                  <a:pt x="15604" y="9669"/>
                </a:lnTo>
                <a:lnTo>
                  <a:pt x="15742" y="9437"/>
                </a:lnTo>
                <a:lnTo>
                  <a:pt x="15830" y="9192"/>
                </a:lnTo>
                <a:lnTo>
                  <a:pt x="15931" y="9012"/>
                </a:lnTo>
                <a:lnTo>
                  <a:pt x="16019" y="8780"/>
                </a:lnTo>
                <a:lnTo>
                  <a:pt x="16107" y="8536"/>
                </a:lnTo>
                <a:lnTo>
                  <a:pt x="16245" y="8304"/>
                </a:lnTo>
                <a:lnTo>
                  <a:pt x="16333" y="8124"/>
                </a:lnTo>
                <a:lnTo>
                  <a:pt x="16434" y="7879"/>
                </a:lnTo>
                <a:lnTo>
                  <a:pt x="16522" y="7647"/>
                </a:lnTo>
                <a:lnTo>
                  <a:pt x="16610" y="7467"/>
                </a:lnTo>
                <a:lnTo>
                  <a:pt x="16748" y="7222"/>
                </a:lnTo>
                <a:lnTo>
                  <a:pt x="16836" y="6991"/>
                </a:lnTo>
                <a:lnTo>
                  <a:pt x="16937" y="6810"/>
                </a:lnTo>
                <a:lnTo>
                  <a:pt x="17025" y="6566"/>
                </a:lnTo>
                <a:lnTo>
                  <a:pt x="17113" y="6334"/>
                </a:lnTo>
                <a:lnTo>
                  <a:pt x="17251" y="6102"/>
                </a:lnTo>
                <a:lnTo>
                  <a:pt x="17339" y="5909"/>
                </a:lnTo>
                <a:lnTo>
                  <a:pt x="17440" y="5677"/>
                </a:lnTo>
                <a:lnTo>
                  <a:pt x="17528" y="5446"/>
                </a:lnTo>
                <a:lnTo>
                  <a:pt x="17616" y="5252"/>
                </a:lnTo>
                <a:lnTo>
                  <a:pt x="17754" y="5021"/>
                </a:lnTo>
                <a:lnTo>
                  <a:pt x="17842" y="4789"/>
                </a:lnTo>
                <a:lnTo>
                  <a:pt x="17943" y="4596"/>
                </a:lnTo>
                <a:lnTo>
                  <a:pt x="18031" y="4364"/>
                </a:lnTo>
                <a:lnTo>
                  <a:pt x="18119" y="4132"/>
                </a:lnTo>
                <a:lnTo>
                  <a:pt x="18257" y="3939"/>
                </a:lnTo>
                <a:lnTo>
                  <a:pt x="18345" y="3707"/>
                </a:lnTo>
                <a:lnTo>
                  <a:pt x="18446" y="3476"/>
                </a:lnTo>
                <a:lnTo>
                  <a:pt x="18534" y="3283"/>
                </a:lnTo>
                <a:lnTo>
                  <a:pt x="18622" y="3051"/>
                </a:lnTo>
                <a:lnTo>
                  <a:pt x="18760" y="2819"/>
                </a:lnTo>
                <a:lnTo>
                  <a:pt x="18861" y="2626"/>
                </a:lnTo>
                <a:lnTo>
                  <a:pt x="18949" y="2394"/>
                </a:lnTo>
                <a:lnTo>
                  <a:pt x="19037" y="2162"/>
                </a:lnTo>
                <a:lnTo>
                  <a:pt x="19125" y="1969"/>
                </a:lnTo>
                <a:lnTo>
                  <a:pt x="19263" y="1738"/>
                </a:lnTo>
                <a:lnTo>
                  <a:pt x="19364" y="1506"/>
                </a:lnTo>
                <a:lnTo>
                  <a:pt x="19452" y="1313"/>
                </a:lnTo>
                <a:lnTo>
                  <a:pt x="19540" y="1081"/>
                </a:lnTo>
                <a:lnTo>
                  <a:pt x="19628" y="849"/>
                </a:lnTo>
                <a:lnTo>
                  <a:pt x="19766" y="656"/>
                </a:lnTo>
                <a:lnTo>
                  <a:pt x="19867" y="424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6945227" y="3969727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41895"/>
                </a:moveTo>
                <a:lnTo>
                  <a:pt x="88" y="41663"/>
                </a:lnTo>
                <a:lnTo>
                  <a:pt x="226" y="41431"/>
                </a:lnTo>
                <a:lnTo>
                  <a:pt x="326" y="41238"/>
                </a:lnTo>
                <a:lnTo>
                  <a:pt x="414" y="41006"/>
                </a:lnTo>
                <a:lnTo>
                  <a:pt x="502" y="40775"/>
                </a:lnTo>
                <a:lnTo>
                  <a:pt x="590" y="40581"/>
                </a:lnTo>
                <a:lnTo>
                  <a:pt x="729" y="40350"/>
                </a:lnTo>
                <a:lnTo>
                  <a:pt x="829" y="40157"/>
                </a:lnTo>
                <a:lnTo>
                  <a:pt x="917" y="39925"/>
                </a:lnTo>
                <a:lnTo>
                  <a:pt x="1005" y="39693"/>
                </a:lnTo>
                <a:lnTo>
                  <a:pt x="1093" y="39500"/>
                </a:lnTo>
                <a:lnTo>
                  <a:pt x="1232" y="39268"/>
                </a:lnTo>
                <a:lnTo>
                  <a:pt x="1332" y="39036"/>
                </a:lnTo>
                <a:lnTo>
                  <a:pt x="1420" y="38843"/>
                </a:lnTo>
                <a:lnTo>
                  <a:pt x="1508" y="38612"/>
                </a:lnTo>
                <a:lnTo>
                  <a:pt x="1609" y="38380"/>
                </a:lnTo>
                <a:lnTo>
                  <a:pt x="1735" y="38187"/>
                </a:lnTo>
                <a:lnTo>
                  <a:pt x="1835" y="37955"/>
                </a:lnTo>
                <a:lnTo>
                  <a:pt x="1923" y="37762"/>
                </a:lnTo>
                <a:lnTo>
                  <a:pt x="2011" y="37530"/>
                </a:lnTo>
                <a:lnTo>
                  <a:pt x="2112" y="37298"/>
                </a:lnTo>
                <a:lnTo>
                  <a:pt x="2238" y="37105"/>
                </a:lnTo>
                <a:lnTo>
                  <a:pt x="2338" y="36873"/>
                </a:lnTo>
                <a:lnTo>
                  <a:pt x="2426" y="36693"/>
                </a:lnTo>
                <a:lnTo>
                  <a:pt x="2514" y="36449"/>
                </a:lnTo>
                <a:lnTo>
                  <a:pt x="2615" y="36217"/>
                </a:lnTo>
                <a:lnTo>
                  <a:pt x="2753" y="36037"/>
                </a:lnTo>
                <a:lnTo>
                  <a:pt x="2841" y="35792"/>
                </a:lnTo>
                <a:lnTo>
                  <a:pt x="2929" y="35560"/>
                </a:lnTo>
                <a:lnTo>
                  <a:pt x="3017" y="35380"/>
                </a:lnTo>
                <a:lnTo>
                  <a:pt x="3118" y="35135"/>
                </a:lnTo>
                <a:lnTo>
                  <a:pt x="3256" y="34955"/>
                </a:lnTo>
                <a:lnTo>
                  <a:pt x="3344" y="34723"/>
                </a:lnTo>
                <a:lnTo>
                  <a:pt x="3432" y="34479"/>
                </a:lnTo>
                <a:lnTo>
                  <a:pt x="3520" y="34298"/>
                </a:lnTo>
                <a:lnTo>
                  <a:pt x="3621" y="34067"/>
                </a:lnTo>
                <a:lnTo>
                  <a:pt x="3759" y="33874"/>
                </a:lnTo>
                <a:lnTo>
                  <a:pt x="3847" y="33642"/>
                </a:lnTo>
                <a:lnTo>
                  <a:pt x="3935" y="33449"/>
                </a:lnTo>
                <a:lnTo>
                  <a:pt x="4023" y="33217"/>
                </a:lnTo>
                <a:lnTo>
                  <a:pt x="4124" y="32985"/>
                </a:lnTo>
                <a:lnTo>
                  <a:pt x="4262" y="32792"/>
                </a:lnTo>
                <a:lnTo>
                  <a:pt x="4350" y="32560"/>
                </a:lnTo>
                <a:lnTo>
                  <a:pt x="4438" y="32367"/>
                </a:lnTo>
                <a:lnTo>
                  <a:pt x="4526" y="32135"/>
                </a:lnTo>
                <a:lnTo>
                  <a:pt x="4627" y="31904"/>
                </a:lnTo>
                <a:lnTo>
                  <a:pt x="4765" y="31711"/>
                </a:lnTo>
                <a:lnTo>
                  <a:pt x="4853" y="31479"/>
                </a:lnTo>
                <a:lnTo>
                  <a:pt x="4941" y="31299"/>
                </a:lnTo>
                <a:lnTo>
                  <a:pt x="5042" y="31054"/>
                </a:lnTo>
                <a:lnTo>
                  <a:pt x="5130" y="30874"/>
                </a:lnTo>
                <a:lnTo>
                  <a:pt x="5268" y="30629"/>
                </a:lnTo>
                <a:lnTo>
                  <a:pt x="5356" y="30397"/>
                </a:lnTo>
                <a:lnTo>
                  <a:pt x="5444" y="30217"/>
                </a:lnTo>
                <a:lnTo>
                  <a:pt x="5545" y="29972"/>
                </a:lnTo>
                <a:lnTo>
                  <a:pt x="5633" y="29792"/>
                </a:lnTo>
                <a:lnTo>
                  <a:pt x="5771" y="29560"/>
                </a:lnTo>
                <a:lnTo>
                  <a:pt x="5859" y="29367"/>
                </a:lnTo>
                <a:lnTo>
                  <a:pt x="5947" y="29136"/>
                </a:lnTo>
                <a:lnTo>
                  <a:pt x="6048" y="28942"/>
                </a:lnTo>
                <a:lnTo>
                  <a:pt x="6136" y="28711"/>
                </a:lnTo>
                <a:lnTo>
                  <a:pt x="6274" y="28479"/>
                </a:lnTo>
                <a:lnTo>
                  <a:pt x="6362" y="28286"/>
                </a:lnTo>
                <a:lnTo>
                  <a:pt x="6450" y="28054"/>
                </a:lnTo>
                <a:lnTo>
                  <a:pt x="6551" y="27861"/>
                </a:lnTo>
                <a:lnTo>
                  <a:pt x="6639" y="27629"/>
                </a:lnTo>
                <a:lnTo>
                  <a:pt x="6777" y="27449"/>
                </a:lnTo>
                <a:lnTo>
                  <a:pt x="6865" y="27204"/>
                </a:lnTo>
                <a:lnTo>
                  <a:pt x="6953" y="27024"/>
                </a:lnTo>
                <a:lnTo>
                  <a:pt x="7054" y="26792"/>
                </a:lnTo>
                <a:lnTo>
                  <a:pt x="7142" y="26599"/>
                </a:lnTo>
                <a:lnTo>
                  <a:pt x="7280" y="26367"/>
                </a:lnTo>
                <a:lnTo>
                  <a:pt x="7368" y="26136"/>
                </a:lnTo>
                <a:lnTo>
                  <a:pt x="7456" y="25943"/>
                </a:lnTo>
                <a:lnTo>
                  <a:pt x="7557" y="25711"/>
                </a:lnTo>
                <a:lnTo>
                  <a:pt x="7645" y="25518"/>
                </a:lnTo>
                <a:lnTo>
                  <a:pt x="7783" y="25286"/>
                </a:lnTo>
                <a:lnTo>
                  <a:pt x="7871" y="25093"/>
                </a:lnTo>
                <a:lnTo>
                  <a:pt x="7959" y="24861"/>
                </a:lnTo>
                <a:lnTo>
                  <a:pt x="8060" y="24681"/>
                </a:lnTo>
                <a:lnTo>
                  <a:pt x="8148" y="24436"/>
                </a:lnTo>
                <a:lnTo>
                  <a:pt x="8286" y="24256"/>
                </a:lnTo>
                <a:lnTo>
                  <a:pt x="8374" y="24024"/>
                </a:lnTo>
                <a:lnTo>
                  <a:pt x="8462" y="23831"/>
                </a:lnTo>
                <a:lnTo>
                  <a:pt x="8563" y="23599"/>
                </a:lnTo>
                <a:lnTo>
                  <a:pt x="8651" y="23406"/>
                </a:lnTo>
                <a:lnTo>
                  <a:pt x="8789" y="23174"/>
                </a:lnTo>
                <a:lnTo>
                  <a:pt x="8877" y="22981"/>
                </a:lnTo>
                <a:lnTo>
                  <a:pt x="8977" y="22750"/>
                </a:lnTo>
                <a:lnTo>
                  <a:pt x="9065" y="22569"/>
                </a:lnTo>
                <a:lnTo>
                  <a:pt x="9154" y="22325"/>
                </a:lnTo>
                <a:lnTo>
                  <a:pt x="9292" y="22144"/>
                </a:lnTo>
                <a:lnTo>
                  <a:pt x="9380" y="21913"/>
                </a:lnTo>
                <a:lnTo>
                  <a:pt x="9480" y="21720"/>
                </a:lnTo>
                <a:lnTo>
                  <a:pt x="9568" y="21488"/>
                </a:lnTo>
                <a:lnTo>
                  <a:pt x="9656" y="21295"/>
                </a:lnTo>
                <a:lnTo>
                  <a:pt x="9795" y="21063"/>
                </a:lnTo>
                <a:lnTo>
                  <a:pt x="9883" y="20870"/>
                </a:lnTo>
                <a:lnTo>
                  <a:pt x="9983" y="20638"/>
                </a:lnTo>
                <a:lnTo>
                  <a:pt x="10071" y="20458"/>
                </a:lnTo>
                <a:lnTo>
                  <a:pt x="10159" y="20213"/>
                </a:lnTo>
                <a:lnTo>
                  <a:pt x="10298" y="20033"/>
                </a:lnTo>
                <a:lnTo>
                  <a:pt x="10386" y="19801"/>
                </a:lnTo>
                <a:lnTo>
                  <a:pt x="10486" y="19608"/>
                </a:lnTo>
                <a:lnTo>
                  <a:pt x="10574" y="19376"/>
                </a:lnTo>
                <a:lnTo>
                  <a:pt x="10662" y="19183"/>
                </a:lnTo>
                <a:lnTo>
                  <a:pt x="10801" y="18951"/>
                </a:lnTo>
                <a:lnTo>
                  <a:pt x="10889" y="18758"/>
                </a:lnTo>
                <a:lnTo>
                  <a:pt x="10989" y="18527"/>
                </a:lnTo>
                <a:lnTo>
                  <a:pt x="11077" y="18346"/>
                </a:lnTo>
                <a:lnTo>
                  <a:pt x="11165" y="18102"/>
                </a:lnTo>
                <a:lnTo>
                  <a:pt x="11304" y="17921"/>
                </a:lnTo>
                <a:lnTo>
                  <a:pt x="11392" y="17728"/>
                </a:lnTo>
                <a:lnTo>
                  <a:pt x="11492" y="17497"/>
                </a:lnTo>
                <a:lnTo>
                  <a:pt x="11580" y="17303"/>
                </a:lnTo>
                <a:lnTo>
                  <a:pt x="11668" y="17072"/>
                </a:lnTo>
                <a:lnTo>
                  <a:pt x="11807" y="16891"/>
                </a:lnTo>
                <a:lnTo>
                  <a:pt x="11895" y="16647"/>
                </a:lnTo>
                <a:lnTo>
                  <a:pt x="11995" y="16467"/>
                </a:lnTo>
                <a:lnTo>
                  <a:pt x="12083" y="16235"/>
                </a:lnTo>
                <a:lnTo>
                  <a:pt x="12171" y="16042"/>
                </a:lnTo>
                <a:lnTo>
                  <a:pt x="12310" y="15810"/>
                </a:lnTo>
                <a:lnTo>
                  <a:pt x="12398" y="15617"/>
                </a:lnTo>
                <a:lnTo>
                  <a:pt x="12498" y="15437"/>
                </a:lnTo>
                <a:lnTo>
                  <a:pt x="12586" y="15192"/>
                </a:lnTo>
                <a:lnTo>
                  <a:pt x="12674" y="15012"/>
                </a:lnTo>
                <a:lnTo>
                  <a:pt x="12813" y="14780"/>
                </a:lnTo>
                <a:lnTo>
                  <a:pt x="12913" y="14587"/>
                </a:lnTo>
                <a:lnTo>
                  <a:pt x="13001" y="14355"/>
                </a:lnTo>
                <a:lnTo>
                  <a:pt x="13089" y="14162"/>
                </a:lnTo>
                <a:lnTo>
                  <a:pt x="13177" y="13930"/>
                </a:lnTo>
                <a:lnTo>
                  <a:pt x="13316" y="13737"/>
                </a:lnTo>
                <a:lnTo>
                  <a:pt x="13416" y="13557"/>
                </a:lnTo>
                <a:lnTo>
                  <a:pt x="13504" y="13325"/>
                </a:lnTo>
                <a:lnTo>
                  <a:pt x="13592" y="13132"/>
                </a:lnTo>
                <a:lnTo>
                  <a:pt x="13680" y="12900"/>
                </a:lnTo>
                <a:lnTo>
                  <a:pt x="13819" y="12707"/>
                </a:lnTo>
                <a:lnTo>
                  <a:pt x="13919" y="12475"/>
                </a:lnTo>
                <a:lnTo>
                  <a:pt x="14007" y="12295"/>
                </a:lnTo>
                <a:lnTo>
                  <a:pt x="14095" y="12102"/>
                </a:lnTo>
                <a:lnTo>
                  <a:pt x="14233" y="11870"/>
                </a:lnTo>
                <a:lnTo>
                  <a:pt x="14322" y="11677"/>
                </a:lnTo>
                <a:lnTo>
                  <a:pt x="14422" y="11445"/>
                </a:lnTo>
                <a:lnTo>
                  <a:pt x="14510" y="11252"/>
                </a:lnTo>
                <a:lnTo>
                  <a:pt x="14598" y="11072"/>
                </a:lnTo>
                <a:lnTo>
                  <a:pt x="14736" y="10840"/>
                </a:lnTo>
                <a:lnTo>
                  <a:pt x="14824" y="10647"/>
                </a:lnTo>
                <a:lnTo>
                  <a:pt x="14925" y="10415"/>
                </a:lnTo>
                <a:lnTo>
                  <a:pt x="15013" y="10222"/>
                </a:lnTo>
                <a:lnTo>
                  <a:pt x="15101" y="10042"/>
                </a:lnTo>
                <a:lnTo>
                  <a:pt x="15239" y="9797"/>
                </a:lnTo>
                <a:lnTo>
                  <a:pt x="15327" y="9617"/>
                </a:lnTo>
                <a:lnTo>
                  <a:pt x="15428" y="9385"/>
                </a:lnTo>
                <a:lnTo>
                  <a:pt x="15516" y="9192"/>
                </a:lnTo>
                <a:lnTo>
                  <a:pt x="15604" y="8999"/>
                </a:lnTo>
                <a:lnTo>
                  <a:pt x="15742" y="8767"/>
                </a:lnTo>
                <a:lnTo>
                  <a:pt x="15830" y="8587"/>
                </a:lnTo>
                <a:lnTo>
                  <a:pt x="15931" y="8342"/>
                </a:lnTo>
                <a:lnTo>
                  <a:pt x="16019" y="8162"/>
                </a:lnTo>
                <a:lnTo>
                  <a:pt x="16107" y="7969"/>
                </a:lnTo>
                <a:lnTo>
                  <a:pt x="16245" y="7737"/>
                </a:lnTo>
                <a:lnTo>
                  <a:pt x="16346" y="7544"/>
                </a:lnTo>
                <a:lnTo>
                  <a:pt x="16434" y="7364"/>
                </a:lnTo>
                <a:lnTo>
                  <a:pt x="16522" y="7132"/>
                </a:lnTo>
                <a:lnTo>
                  <a:pt x="16610" y="6939"/>
                </a:lnTo>
                <a:lnTo>
                  <a:pt x="16748" y="6707"/>
                </a:lnTo>
                <a:lnTo>
                  <a:pt x="16849" y="6514"/>
                </a:lnTo>
                <a:lnTo>
                  <a:pt x="16937" y="6334"/>
                </a:lnTo>
                <a:lnTo>
                  <a:pt x="17025" y="6089"/>
                </a:lnTo>
                <a:lnTo>
                  <a:pt x="17113" y="5909"/>
                </a:lnTo>
                <a:lnTo>
                  <a:pt x="17251" y="5716"/>
                </a:lnTo>
                <a:lnTo>
                  <a:pt x="17352" y="5484"/>
                </a:lnTo>
                <a:lnTo>
                  <a:pt x="17440" y="5291"/>
                </a:lnTo>
                <a:lnTo>
                  <a:pt x="17528" y="5059"/>
                </a:lnTo>
                <a:lnTo>
                  <a:pt x="17616" y="4879"/>
                </a:lnTo>
                <a:lnTo>
                  <a:pt x="17754" y="4686"/>
                </a:lnTo>
                <a:lnTo>
                  <a:pt x="17855" y="4454"/>
                </a:lnTo>
                <a:lnTo>
                  <a:pt x="17943" y="4261"/>
                </a:lnTo>
                <a:lnTo>
                  <a:pt x="18031" y="4081"/>
                </a:lnTo>
                <a:lnTo>
                  <a:pt x="18119" y="3849"/>
                </a:lnTo>
                <a:lnTo>
                  <a:pt x="18257" y="3656"/>
                </a:lnTo>
                <a:lnTo>
                  <a:pt x="18358" y="3463"/>
                </a:lnTo>
                <a:lnTo>
                  <a:pt x="18446" y="3231"/>
                </a:lnTo>
                <a:lnTo>
                  <a:pt x="18534" y="3051"/>
                </a:lnTo>
                <a:lnTo>
                  <a:pt x="18622" y="2858"/>
                </a:lnTo>
                <a:lnTo>
                  <a:pt x="18760" y="2626"/>
                </a:lnTo>
                <a:lnTo>
                  <a:pt x="18861" y="2433"/>
                </a:lnTo>
                <a:lnTo>
                  <a:pt x="18949" y="2253"/>
                </a:lnTo>
                <a:lnTo>
                  <a:pt x="19037" y="2008"/>
                </a:lnTo>
                <a:lnTo>
                  <a:pt x="19137" y="1828"/>
                </a:lnTo>
                <a:lnTo>
                  <a:pt x="19263" y="1635"/>
                </a:lnTo>
                <a:lnTo>
                  <a:pt x="19364" y="1403"/>
                </a:lnTo>
                <a:lnTo>
                  <a:pt x="19452" y="1210"/>
                </a:lnTo>
                <a:lnTo>
                  <a:pt x="19540" y="1029"/>
                </a:lnTo>
                <a:lnTo>
                  <a:pt x="19640" y="798"/>
                </a:lnTo>
                <a:lnTo>
                  <a:pt x="19766" y="605"/>
                </a:lnTo>
                <a:lnTo>
                  <a:pt x="19867" y="411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6965270" y="3931347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38380"/>
                </a:moveTo>
                <a:lnTo>
                  <a:pt x="100" y="38187"/>
                </a:lnTo>
                <a:lnTo>
                  <a:pt x="238" y="38006"/>
                </a:lnTo>
                <a:lnTo>
                  <a:pt x="326" y="37762"/>
                </a:lnTo>
                <a:lnTo>
                  <a:pt x="414" y="37582"/>
                </a:lnTo>
                <a:lnTo>
                  <a:pt x="502" y="37388"/>
                </a:lnTo>
                <a:lnTo>
                  <a:pt x="603" y="37157"/>
                </a:lnTo>
                <a:lnTo>
                  <a:pt x="741" y="36964"/>
                </a:lnTo>
                <a:lnTo>
                  <a:pt x="829" y="36783"/>
                </a:lnTo>
                <a:lnTo>
                  <a:pt x="917" y="36590"/>
                </a:lnTo>
                <a:lnTo>
                  <a:pt x="1005" y="36358"/>
                </a:lnTo>
                <a:lnTo>
                  <a:pt x="1106" y="36165"/>
                </a:lnTo>
                <a:lnTo>
                  <a:pt x="1244" y="35985"/>
                </a:lnTo>
                <a:lnTo>
                  <a:pt x="1332" y="35753"/>
                </a:lnTo>
                <a:lnTo>
                  <a:pt x="1420" y="35560"/>
                </a:lnTo>
                <a:lnTo>
                  <a:pt x="1508" y="35367"/>
                </a:lnTo>
                <a:lnTo>
                  <a:pt x="1609" y="35187"/>
                </a:lnTo>
                <a:lnTo>
                  <a:pt x="1747" y="34955"/>
                </a:lnTo>
                <a:lnTo>
                  <a:pt x="1835" y="34762"/>
                </a:lnTo>
                <a:lnTo>
                  <a:pt x="1923" y="34569"/>
                </a:lnTo>
                <a:lnTo>
                  <a:pt x="2011" y="34337"/>
                </a:lnTo>
                <a:lnTo>
                  <a:pt x="2112" y="34157"/>
                </a:lnTo>
                <a:lnTo>
                  <a:pt x="2250" y="33964"/>
                </a:lnTo>
                <a:lnTo>
                  <a:pt x="2338" y="33783"/>
                </a:lnTo>
                <a:lnTo>
                  <a:pt x="2426" y="33539"/>
                </a:lnTo>
                <a:lnTo>
                  <a:pt x="2527" y="33359"/>
                </a:lnTo>
                <a:lnTo>
                  <a:pt x="2615" y="33165"/>
                </a:lnTo>
                <a:lnTo>
                  <a:pt x="2753" y="32985"/>
                </a:lnTo>
                <a:lnTo>
                  <a:pt x="2841" y="32741"/>
                </a:lnTo>
                <a:lnTo>
                  <a:pt x="2929" y="32560"/>
                </a:lnTo>
                <a:lnTo>
                  <a:pt x="3030" y="32367"/>
                </a:lnTo>
                <a:lnTo>
                  <a:pt x="3118" y="32187"/>
                </a:lnTo>
                <a:lnTo>
                  <a:pt x="3256" y="31942"/>
                </a:lnTo>
                <a:lnTo>
                  <a:pt x="3344" y="31762"/>
                </a:lnTo>
                <a:lnTo>
                  <a:pt x="3432" y="31569"/>
                </a:lnTo>
                <a:lnTo>
                  <a:pt x="3533" y="31389"/>
                </a:lnTo>
                <a:lnTo>
                  <a:pt x="3621" y="31144"/>
                </a:lnTo>
                <a:lnTo>
                  <a:pt x="3759" y="30964"/>
                </a:lnTo>
                <a:lnTo>
                  <a:pt x="3847" y="30771"/>
                </a:lnTo>
                <a:lnTo>
                  <a:pt x="3935" y="30590"/>
                </a:lnTo>
                <a:lnTo>
                  <a:pt x="4036" y="30346"/>
                </a:lnTo>
                <a:lnTo>
                  <a:pt x="4124" y="30166"/>
                </a:lnTo>
                <a:lnTo>
                  <a:pt x="4262" y="29972"/>
                </a:lnTo>
                <a:lnTo>
                  <a:pt x="4350" y="29792"/>
                </a:lnTo>
                <a:lnTo>
                  <a:pt x="4438" y="29560"/>
                </a:lnTo>
                <a:lnTo>
                  <a:pt x="4539" y="29367"/>
                </a:lnTo>
                <a:lnTo>
                  <a:pt x="4627" y="29174"/>
                </a:lnTo>
                <a:lnTo>
                  <a:pt x="4765" y="28994"/>
                </a:lnTo>
                <a:lnTo>
                  <a:pt x="4853" y="28801"/>
                </a:lnTo>
                <a:lnTo>
                  <a:pt x="4941" y="28569"/>
                </a:lnTo>
                <a:lnTo>
                  <a:pt x="5042" y="28376"/>
                </a:lnTo>
                <a:lnTo>
                  <a:pt x="5130" y="28196"/>
                </a:lnTo>
                <a:lnTo>
                  <a:pt x="5268" y="28003"/>
                </a:lnTo>
                <a:lnTo>
                  <a:pt x="5356" y="27822"/>
                </a:lnTo>
                <a:lnTo>
                  <a:pt x="5444" y="27578"/>
                </a:lnTo>
                <a:lnTo>
                  <a:pt x="5545" y="27397"/>
                </a:lnTo>
                <a:lnTo>
                  <a:pt x="5633" y="27204"/>
                </a:lnTo>
                <a:lnTo>
                  <a:pt x="5771" y="27024"/>
                </a:lnTo>
                <a:lnTo>
                  <a:pt x="5859" y="26831"/>
                </a:lnTo>
                <a:lnTo>
                  <a:pt x="5947" y="26599"/>
                </a:lnTo>
                <a:lnTo>
                  <a:pt x="6048" y="26406"/>
                </a:lnTo>
                <a:lnTo>
                  <a:pt x="6136" y="26226"/>
                </a:lnTo>
                <a:lnTo>
                  <a:pt x="6274" y="26033"/>
                </a:lnTo>
                <a:lnTo>
                  <a:pt x="6362" y="25852"/>
                </a:lnTo>
                <a:lnTo>
                  <a:pt x="6463" y="25608"/>
                </a:lnTo>
                <a:lnTo>
                  <a:pt x="6551" y="25428"/>
                </a:lnTo>
                <a:lnTo>
                  <a:pt x="6639" y="25234"/>
                </a:lnTo>
                <a:lnTo>
                  <a:pt x="6777" y="25054"/>
                </a:lnTo>
                <a:lnTo>
                  <a:pt x="6865" y="24861"/>
                </a:lnTo>
                <a:lnTo>
                  <a:pt x="6966" y="24668"/>
                </a:lnTo>
                <a:lnTo>
                  <a:pt x="7054" y="24436"/>
                </a:lnTo>
                <a:lnTo>
                  <a:pt x="7142" y="24256"/>
                </a:lnTo>
                <a:lnTo>
                  <a:pt x="7280" y="24063"/>
                </a:lnTo>
                <a:lnTo>
                  <a:pt x="7368" y="23883"/>
                </a:lnTo>
                <a:lnTo>
                  <a:pt x="7469" y="23689"/>
                </a:lnTo>
                <a:lnTo>
                  <a:pt x="7557" y="23496"/>
                </a:lnTo>
                <a:lnTo>
                  <a:pt x="7645" y="23265"/>
                </a:lnTo>
                <a:lnTo>
                  <a:pt x="7783" y="23084"/>
                </a:lnTo>
                <a:lnTo>
                  <a:pt x="7871" y="22891"/>
                </a:lnTo>
                <a:lnTo>
                  <a:pt x="7972" y="22698"/>
                </a:lnTo>
                <a:lnTo>
                  <a:pt x="8060" y="22518"/>
                </a:lnTo>
                <a:lnTo>
                  <a:pt x="8148" y="22325"/>
                </a:lnTo>
                <a:lnTo>
                  <a:pt x="8286" y="22093"/>
                </a:lnTo>
                <a:lnTo>
                  <a:pt x="8374" y="21900"/>
                </a:lnTo>
                <a:lnTo>
                  <a:pt x="8475" y="21720"/>
                </a:lnTo>
                <a:lnTo>
                  <a:pt x="8563" y="21526"/>
                </a:lnTo>
                <a:lnTo>
                  <a:pt x="8651" y="21346"/>
                </a:lnTo>
                <a:lnTo>
                  <a:pt x="8789" y="21153"/>
                </a:lnTo>
                <a:lnTo>
                  <a:pt x="8877" y="20973"/>
                </a:lnTo>
                <a:lnTo>
                  <a:pt x="8977" y="20728"/>
                </a:lnTo>
                <a:lnTo>
                  <a:pt x="9065" y="20548"/>
                </a:lnTo>
                <a:lnTo>
                  <a:pt x="9154" y="20355"/>
                </a:lnTo>
                <a:lnTo>
                  <a:pt x="9292" y="20175"/>
                </a:lnTo>
                <a:lnTo>
                  <a:pt x="9380" y="19981"/>
                </a:lnTo>
                <a:lnTo>
                  <a:pt x="9480" y="19788"/>
                </a:lnTo>
                <a:lnTo>
                  <a:pt x="9568" y="19608"/>
                </a:lnTo>
                <a:lnTo>
                  <a:pt x="9656" y="19415"/>
                </a:lnTo>
                <a:lnTo>
                  <a:pt x="9795" y="19183"/>
                </a:lnTo>
                <a:lnTo>
                  <a:pt x="9883" y="19003"/>
                </a:lnTo>
                <a:lnTo>
                  <a:pt x="9983" y="18810"/>
                </a:lnTo>
                <a:lnTo>
                  <a:pt x="10071" y="18617"/>
                </a:lnTo>
                <a:lnTo>
                  <a:pt x="10159" y="18436"/>
                </a:lnTo>
                <a:lnTo>
                  <a:pt x="10298" y="18243"/>
                </a:lnTo>
                <a:lnTo>
                  <a:pt x="10398" y="18063"/>
                </a:lnTo>
                <a:lnTo>
                  <a:pt x="10486" y="17870"/>
                </a:lnTo>
                <a:lnTo>
                  <a:pt x="10574" y="17677"/>
                </a:lnTo>
                <a:lnTo>
                  <a:pt x="10662" y="17445"/>
                </a:lnTo>
                <a:lnTo>
                  <a:pt x="10801" y="17265"/>
                </a:lnTo>
                <a:lnTo>
                  <a:pt x="10901" y="17072"/>
                </a:lnTo>
                <a:lnTo>
                  <a:pt x="10989" y="16891"/>
                </a:lnTo>
                <a:lnTo>
                  <a:pt x="11077" y="16698"/>
                </a:lnTo>
                <a:lnTo>
                  <a:pt x="11165" y="16505"/>
                </a:lnTo>
                <a:lnTo>
                  <a:pt x="11304" y="16325"/>
                </a:lnTo>
                <a:lnTo>
                  <a:pt x="11404" y="16132"/>
                </a:lnTo>
                <a:lnTo>
                  <a:pt x="11492" y="15952"/>
                </a:lnTo>
                <a:lnTo>
                  <a:pt x="11580" y="15758"/>
                </a:lnTo>
                <a:lnTo>
                  <a:pt x="11668" y="15565"/>
                </a:lnTo>
                <a:lnTo>
                  <a:pt x="11807" y="15385"/>
                </a:lnTo>
                <a:lnTo>
                  <a:pt x="11907" y="15153"/>
                </a:lnTo>
                <a:lnTo>
                  <a:pt x="11995" y="14960"/>
                </a:lnTo>
                <a:lnTo>
                  <a:pt x="12083" y="14780"/>
                </a:lnTo>
                <a:lnTo>
                  <a:pt x="12171" y="14587"/>
                </a:lnTo>
                <a:lnTo>
                  <a:pt x="12310" y="14394"/>
                </a:lnTo>
                <a:lnTo>
                  <a:pt x="12410" y="14213"/>
                </a:lnTo>
                <a:lnTo>
                  <a:pt x="12498" y="14020"/>
                </a:lnTo>
                <a:lnTo>
                  <a:pt x="12586" y="13840"/>
                </a:lnTo>
                <a:lnTo>
                  <a:pt x="12687" y="13647"/>
                </a:lnTo>
                <a:lnTo>
                  <a:pt x="12813" y="13454"/>
                </a:lnTo>
                <a:lnTo>
                  <a:pt x="12913" y="13274"/>
                </a:lnTo>
                <a:lnTo>
                  <a:pt x="13001" y="13080"/>
                </a:lnTo>
                <a:lnTo>
                  <a:pt x="13089" y="12900"/>
                </a:lnTo>
                <a:lnTo>
                  <a:pt x="13190" y="12707"/>
                </a:lnTo>
                <a:lnTo>
                  <a:pt x="13316" y="12527"/>
                </a:lnTo>
                <a:lnTo>
                  <a:pt x="13416" y="12334"/>
                </a:lnTo>
                <a:lnTo>
                  <a:pt x="13504" y="12141"/>
                </a:lnTo>
                <a:lnTo>
                  <a:pt x="13592" y="11909"/>
                </a:lnTo>
                <a:lnTo>
                  <a:pt x="13693" y="11729"/>
                </a:lnTo>
                <a:lnTo>
                  <a:pt x="13831" y="11535"/>
                </a:lnTo>
                <a:lnTo>
                  <a:pt x="13919" y="11342"/>
                </a:lnTo>
                <a:lnTo>
                  <a:pt x="14007" y="11162"/>
                </a:lnTo>
                <a:lnTo>
                  <a:pt x="14095" y="10969"/>
                </a:lnTo>
                <a:lnTo>
                  <a:pt x="14196" y="10789"/>
                </a:lnTo>
                <a:lnTo>
                  <a:pt x="14334" y="10596"/>
                </a:lnTo>
                <a:lnTo>
                  <a:pt x="14422" y="10415"/>
                </a:lnTo>
                <a:lnTo>
                  <a:pt x="14510" y="10222"/>
                </a:lnTo>
                <a:lnTo>
                  <a:pt x="14598" y="10029"/>
                </a:lnTo>
                <a:lnTo>
                  <a:pt x="14699" y="9849"/>
                </a:lnTo>
                <a:lnTo>
                  <a:pt x="14837" y="9656"/>
                </a:lnTo>
                <a:lnTo>
                  <a:pt x="14925" y="9475"/>
                </a:lnTo>
                <a:lnTo>
                  <a:pt x="15013" y="9282"/>
                </a:lnTo>
                <a:lnTo>
                  <a:pt x="15101" y="9102"/>
                </a:lnTo>
                <a:lnTo>
                  <a:pt x="15202" y="8909"/>
                </a:lnTo>
                <a:lnTo>
                  <a:pt x="15340" y="8716"/>
                </a:lnTo>
                <a:lnTo>
                  <a:pt x="15428" y="8536"/>
                </a:lnTo>
                <a:lnTo>
                  <a:pt x="15516" y="8342"/>
                </a:lnTo>
                <a:lnTo>
                  <a:pt x="15604" y="8162"/>
                </a:lnTo>
                <a:lnTo>
                  <a:pt x="15705" y="7969"/>
                </a:lnTo>
                <a:lnTo>
                  <a:pt x="15843" y="7776"/>
                </a:lnTo>
                <a:lnTo>
                  <a:pt x="15931" y="7596"/>
                </a:lnTo>
                <a:lnTo>
                  <a:pt x="16019" y="7403"/>
                </a:lnTo>
                <a:lnTo>
                  <a:pt x="16120" y="7222"/>
                </a:lnTo>
                <a:lnTo>
                  <a:pt x="16208" y="7029"/>
                </a:lnTo>
                <a:lnTo>
                  <a:pt x="16346" y="6849"/>
                </a:lnTo>
                <a:lnTo>
                  <a:pt x="16434" y="6656"/>
                </a:lnTo>
                <a:lnTo>
                  <a:pt x="16522" y="6463"/>
                </a:lnTo>
                <a:lnTo>
                  <a:pt x="16623" y="6282"/>
                </a:lnTo>
                <a:lnTo>
                  <a:pt x="16711" y="6089"/>
                </a:lnTo>
                <a:lnTo>
                  <a:pt x="16849" y="5909"/>
                </a:lnTo>
                <a:lnTo>
                  <a:pt x="16937" y="5716"/>
                </a:lnTo>
                <a:lnTo>
                  <a:pt x="17025" y="5536"/>
                </a:lnTo>
                <a:lnTo>
                  <a:pt x="17126" y="5343"/>
                </a:lnTo>
                <a:lnTo>
                  <a:pt x="17214" y="5201"/>
                </a:lnTo>
                <a:lnTo>
                  <a:pt x="17352" y="5008"/>
                </a:lnTo>
                <a:lnTo>
                  <a:pt x="17440" y="4828"/>
                </a:lnTo>
                <a:lnTo>
                  <a:pt x="17528" y="4634"/>
                </a:lnTo>
                <a:lnTo>
                  <a:pt x="17629" y="4454"/>
                </a:lnTo>
                <a:lnTo>
                  <a:pt x="17717" y="4261"/>
                </a:lnTo>
                <a:lnTo>
                  <a:pt x="17855" y="4081"/>
                </a:lnTo>
                <a:lnTo>
                  <a:pt x="17943" y="3888"/>
                </a:lnTo>
                <a:lnTo>
                  <a:pt x="18031" y="3695"/>
                </a:lnTo>
                <a:lnTo>
                  <a:pt x="18131" y="3514"/>
                </a:lnTo>
                <a:lnTo>
                  <a:pt x="18220" y="3321"/>
                </a:lnTo>
                <a:lnTo>
                  <a:pt x="18358" y="3141"/>
                </a:lnTo>
                <a:lnTo>
                  <a:pt x="18446" y="2948"/>
                </a:lnTo>
                <a:lnTo>
                  <a:pt x="18534" y="2768"/>
                </a:lnTo>
                <a:lnTo>
                  <a:pt x="18634" y="2574"/>
                </a:lnTo>
                <a:lnTo>
                  <a:pt x="18722" y="2381"/>
                </a:lnTo>
                <a:lnTo>
                  <a:pt x="18861" y="2201"/>
                </a:lnTo>
                <a:lnTo>
                  <a:pt x="18949" y="2008"/>
                </a:lnTo>
                <a:lnTo>
                  <a:pt x="19037" y="1866"/>
                </a:lnTo>
                <a:lnTo>
                  <a:pt x="19137" y="1686"/>
                </a:lnTo>
                <a:lnTo>
                  <a:pt x="19225" y="1493"/>
                </a:lnTo>
                <a:lnTo>
                  <a:pt x="19364" y="1313"/>
                </a:lnTo>
                <a:lnTo>
                  <a:pt x="19452" y="1120"/>
                </a:lnTo>
                <a:lnTo>
                  <a:pt x="19540" y="926"/>
                </a:lnTo>
                <a:lnTo>
                  <a:pt x="19640" y="746"/>
                </a:lnTo>
                <a:lnTo>
                  <a:pt x="19728" y="553"/>
                </a:lnTo>
                <a:lnTo>
                  <a:pt x="19867" y="373"/>
                </a:lnTo>
                <a:lnTo>
                  <a:pt x="19955" y="180"/>
                </a:lnTo>
                <a:lnTo>
                  <a:pt x="20055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6985326" y="3897087"/>
            <a:ext cx="20043" cy="34260"/>
          </a:xfrm>
          <a:custGeom>
            <a:avLst/>
            <a:gdLst/>
            <a:ahLst/>
            <a:cxnLst/>
            <a:rect l="l" t="t" r="r" b="b"/>
            <a:pathLst>
              <a:path w="20043" h="34260">
                <a:moveTo>
                  <a:pt x="0" y="34260"/>
                </a:moveTo>
                <a:lnTo>
                  <a:pt x="88" y="34118"/>
                </a:lnTo>
                <a:lnTo>
                  <a:pt x="176" y="33925"/>
                </a:lnTo>
                <a:lnTo>
                  <a:pt x="314" y="33732"/>
                </a:lnTo>
                <a:lnTo>
                  <a:pt x="402" y="33552"/>
                </a:lnTo>
                <a:lnTo>
                  <a:pt x="502" y="33359"/>
                </a:lnTo>
                <a:lnTo>
                  <a:pt x="590" y="33178"/>
                </a:lnTo>
                <a:lnTo>
                  <a:pt x="679" y="32985"/>
                </a:lnTo>
                <a:lnTo>
                  <a:pt x="817" y="32805"/>
                </a:lnTo>
                <a:lnTo>
                  <a:pt x="905" y="32612"/>
                </a:lnTo>
                <a:lnTo>
                  <a:pt x="1005" y="32470"/>
                </a:lnTo>
                <a:lnTo>
                  <a:pt x="1093" y="32277"/>
                </a:lnTo>
                <a:lnTo>
                  <a:pt x="1181" y="32097"/>
                </a:lnTo>
                <a:lnTo>
                  <a:pt x="1320" y="31904"/>
                </a:lnTo>
                <a:lnTo>
                  <a:pt x="1408" y="31723"/>
                </a:lnTo>
                <a:lnTo>
                  <a:pt x="1508" y="31530"/>
                </a:lnTo>
                <a:lnTo>
                  <a:pt x="1596" y="31350"/>
                </a:lnTo>
                <a:lnTo>
                  <a:pt x="1684" y="31157"/>
                </a:lnTo>
                <a:lnTo>
                  <a:pt x="1823" y="31015"/>
                </a:lnTo>
                <a:lnTo>
                  <a:pt x="1911" y="30822"/>
                </a:lnTo>
                <a:lnTo>
                  <a:pt x="2011" y="30642"/>
                </a:lnTo>
                <a:lnTo>
                  <a:pt x="2099" y="30449"/>
                </a:lnTo>
                <a:lnTo>
                  <a:pt x="2187" y="30269"/>
                </a:lnTo>
                <a:lnTo>
                  <a:pt x="2326" y="30075"/>
                </a:lnTo>
                <a:lnTo>
                  <a:pt x="2414" y="29934"/>
                </a:lnTo>
                <a:lnTo>
                  <a:pt x="2514" y="29754"/>
                </a:lnTo>
                <a:lnTo>
                  <a:pt x="2602" y="29560"/>
                </a:lnTo>
                <a:lnTo>
                  <a:pt x="2690" y="29367"/>
                </a:lnTo>
                <a:lnTo>
                  <a:pt x="2829" y="29187"/>
                </a:lnTo>
                <a:lnTo>
                  <a:pt x="2917" y="28994"/>
                </a:lnTo>
                <a:lnTo>
                  <a:pt x="3017" y="28814"/>
                </a:lnTo>
                <a:lnTo>
                  <a:pt x="3105" y="28672"/>
                </a:lnTo>
                <a:lnTo>
                  <a:pt x="3193" y="28479"/>
                </a:lnTo>
                <a:lnTo>
                  <a:pt x="3332" y="28299"/>
                </a:lnTo>
                <a:lnTo>
                  <a:pt x="3420" y="28106"/>
                </a:lnTo>
                <a:lnTo>
                  <a:pt x="3520" y="27925"/>
                </a:lnTo>
                <a:lnTo>
                  <a:pt x="3608" y="27784"/>
                </a:lnTo>
                <a:lnTo>
                  <a:pt x="3696" y="27591"/>
                </a:lnTo>
                <a:lnTo>
                  <a:pt x="3835" y="27397"/>
                </a:lnTo>
                <a:lnTo>
                  <a:pt x="3935" y="27217"/>
                </a:lnTo>
                <a:lnTo>
                  <a:pt x="4023" y="27024"/>
                </a:lnTo>
                <a:lnTo>
                  <a:pt x="4111" y="26844"/>
                </a:lnTo>
                <a:lnTo>
                  <a:pt x="4199" y="26702"/>
                </a:lnTo>
                <a:lnTo>
                  <a:pt x="4338" y="26509"/>
                </a:lnTo>
                <a:lnTo>
                  <a:pt x="4438" y="26329"/>
                </a:lnTo>
                <a:lnTo>
                  <a:pt x="4526" y="26136"/>
                </a:lnTo>
                <a:lnTo>
                  <a:pt x="4614" y="25943"/>
                </a:lnTo>
                <a:lnTo>
                  <a:pt x="4702" y="25814"/>
                </a:lnTo>
                <a:lnTo>
                  <a:pt x="4841" y="25621"/>
                </a:lnTo>
                <a:lnTo>
                  <a:pt x="4941" y="25428"/>
                </a:lnTo>
                <a:lnTo>
                  <a:pt x="5029" y="25247"/>
                </a:lnTo>
                <a:lnTo>
                  <a:pt x="5117" y="25054"/>
                </a:lnTo>
                <a:lnTo>
                  <a:pt x="5205" y="24913"/>
                </a:lnTo>
                <a:lnTo>
                  <a:pt x="5344" y="24732"/>
                </a:lnTo>
                <a:lnTo>
                  <a:pt x="5444" y="24539"/>
                </a:lnTo>
                <a:lnTo>
                  <a:pt x="5532" y="24359"/>
                </a:lnTo>
                <a:lnTo>
                  <a:pt x="5620" y="24217"/>
                </a:lnTo>
                <a:lnTo>
                  <a:pt x="5708" y="24024"/>
                </a:lnTo>
                <a:lnTo>
                  <a:pt x="5846" y="23831"/>
                </a:lnTo>
                <a:lnTo>
                  <a:pt x="5947" y="23651"/>
                </a:lnTo>
                <a:lnTo>
                  <a:pt x="6035" y="23509"/>
                </a:lnTo>
                <a:lnTo>
                  <a:pt x="6123" y="23316"/>
                </a:lnTo>
                <a:lnTo>
                  <a:pt x="6224" y="23136"/>
                </a:lnTo>
                <a:lnTo>
                  <a:pt x="6349" y="22943"/>
                </a:lnTo>
                <a:lnTo>
                  <a:pt x="6450" y="22762"/>
                </a:lnTo>
                <a:lnTo>
                  <a:pt x="6538" y="22621"/>
                </a:lnTo>
                <a:lnTo>
                  <a:pt x="6626" y="22428"/>
                </a:lnTo>
                <a:lnTo>
                  <a:pt x="6727" y="22247"/>
                </a:lnTo>
                <a:lnTo>
                  <a:pt x="6852" y="22054"/>
                </a:lnTo>
                <a:lnTo>
                  <a:pt x="6953" y="21913"/>
                </a:lnTo>
                <a:lnTo>
                  <a:pt x="7041" y="21720"/>
                </a:lnTo>
                <a:lnTo>
                  <a:pt x="7129" y="21539"/>
                </a:lnTo>
                <a:lnTo>
                  <a:pt x="7230" y="21398"/>
                </a:lnTo>
                <a:lnTo>
                  <a:pt x="7368" y="21205"/>
                </a:lnTo>
                <a:lnTo>
                  <a:pt x="7456" y="21024"/>
                </a:lnTo>
                <a:lnTo>
                  <a:pt x="7544" y="20831"/>
                </a:lnTo>
                <a:lnTo>
                  <a:pt x="7632" y="20690"/>
                </a:lnTo>
                <a:lnTo>
                  <a:pt x="7733" y="20509"/>
                </a:lnTo>
                <a:lnTo>
                  <a:pt x="7871" y="20316"/>
                </a:lnTo>
                <a:lnTo>
                  <a:pt x="7959" y="20136"/>
                </a:lnTo>
                <a:lnTo>
                  <a:pt x="8047" y="19994"/>
                </a:lnTo>
                <a:lnTo>
                  <a:pt x="8135" y="19801"/>
                </a:lnTo>
                <a:lnTo>
                  <a:pt x="8236" y="19608"/>
                </a:lnTo>
                <a:lnTo>
                  <a:pt x="8374" y="19479"/>
                </a:lnTo>
                <a:lnTo>
                  <a:pt x="8462" y="19286"/>
                </a:lnTo>
                <a:lnTo>
                  <a:pt x="8550" y="19093"/>
                </a:lnTo>
                <a:lnTo>
                  <a:pt x="8638" y="18913"/>
                </a:lnTo>
                <a:lnTo>
                  <a:pt x="8739" y="18771"/>
                </a:lnTo>
                <a:lnTo>
                  <a:pt x="8877" y="18578"/>
                </a:lnTo>
                <a:lnTo>
                  <a:pt x="8965" y="18398"/>
                </a:lnTo>
                <a:lnTo>
                  <a:pt x="9053" y="18256"/>
                </a:lnTo>
                <a:lnTo>
                  <a:pt x="9141" y="18063"/>
                </a:lnTo>
                <a:lnTo>
                  <a:pt x="9242" y="17883"/>
                </a:lnTo>
                <a:lnTo>
                  <a:pt x="9380" y="17741"/>
                </a:lnTo>
                <a:lnTo>
                  <a:pt x="9468" y="17548"/>
                </a:lnTo>
                <a:lnTo>
                  <a:pt x="9556" y="17368"/>
                </a:lnTo>
                <a:lnTo>
                  <a:pt x="9644" y="17226"/>
                </a:lnTo>
                <a:lnTo>
                  <a:pt x="9744" y="17033"/>
                </a:lnTo>
                <a:lnTo>
                  <a:pt x="9883" y="16840"/>
                </a:lnTo>
                <a:lnTo>
                  <a:pt x="9971" y="16660"/>
                </a:lnTo>
                <a:lnTo>
                  <a:pt x="10059" y="16518"/>
                </a:lnTo>
                <a:lnTo>
                  <a:pt x="10159" y="16325"/>
                </a:lnTo>
                <a:lnTo>
                  <a:pt x="10247" y="16145"/>
                </a:lnTo>
                <a:lnTo>
                  <a:pt x="10386" y="16003"/>
                </a:lnTo>
                <a:lnTo>
                  <a:pt x="10474" y="15810"/>
                </a:lnTo>
                <a:lnTo>
                  <a:pt x="10562" y="15630"/>
                </a:lnTo>
                <a:lnTo>
                  <a:pt x="10662" y="15488"/>
                </a:lnTo>
                <a:lnTo>
                  <a:pt x="10750" y="15295"/>
                </a:lnTo>
                <a:lnTo>
                  <a:pt x="10889" y="15153"/>
                </a:lnTo>
                <a:lnTo>
                  <a:pt x="10977" y="14973"/>
                </a:lnTo>
                <a:lnTo>
                  <a:pt x="11065" y="14780"/>
                </a:lnTo>
                <a:lnTo>
                  <a:pt x="11165" y="14638"/>
                </a:lnTo>
                <a:lnTo>
                  <a:pt x="11253" y="14458"/>
                </a:lnTo>
                <a:lnTo>
                  <a:pt x="11392" y="14265"/>
                </a:lnTo>
                <a:lnTo>
                  <a:pt x="11480" y="14123"/>
                </a:lnTo>
                <a:lnTo>
                  <a:pt x="11568" y="13930"/>
                </a:lnTo>
                <a:lnTo>
                  <a:pt x="11668" y="13750"/>
                </a:lnTo>
                <a:lnTo>
                  <a:pt x="11756" y="13608"/>
                </a:lnTo>
                <a:lnTo>
                  <a:pt x="11895" y="13415"/>
                </a:lnTo>
                <a:lnTo>
                  <a:pt x="11983" y="13235"/>
                </a:lnTo>
                <a:lnTo>
                  <a:pt x="12071" y="13093"/>
                </a:lnTo>
                <a:lnTo>
                  <a:pt x="12171" y="12900"/>
                </a:lnTo>
                <a:lnTo>
                  <a:pt x="12259" y="12759"/>
                </a:lnTo>
                <a:lnTo>
                  <a:pt x="12398" y="12578"/>
                </a:lnTo>
                <a:lnTo>
                  <a:pt x="12486" y="12385"/>
                </a:lnTo>
                <a:lnTo>
                  <a:pt x="12574" y="12244"/>
                </a:lnTo>
                <a:lnTo>
                  <a:pt x="12674" y="12063"/>
                </a:lnTo>
                <a:lnTo>
                  <a:pt x="12762" y="11922"/>
                </a:lnTo>
                <a:lnTo>
                  <a:pt x="12901" y="11729"/>
                </a:lnTo>
                <a:lnTo>
                  <a:pt x="12989" y="11548"/>
                </a:lnTo>
                <a:lnTo>
                  <a:pt x="13077" y="11407"/>
                </a:lnTo>
                <a:lnTo>
                  <a:pt x="13177" y="11214"/>
                </a:lnTo>
                <a:lnTo>
                  <a:pt x="13265" y="11072"/>
                </a:lnTo>
                <a:lnTo>
                  <a:pt x="13404" y="10892"/>
                </a:lnTo>
                <a:lnTo>
                  <a:pt x="13492" y="10699"/>
                </a:lnTo>
                <a:lnTo>
                  <a:pt x="13592" y="10557"/>
                </a:lnTo>
                <a:lnTo>
                  <a:pt x="13680" y="10364"/>
                </a:lnTo>
                <a:lnTo>
                  <a:pt x="13768" y="10235"/>
                </a:lnTo>
                <a:lnTo>
                  <a:pt x="13907" y="10042"/>
                </a:lnTo>
                <a:lnTo>
                  <a:pt x="13995" y="9849"/>
                </a:lnTo>
                <a:lnTo>
                  <a:pt x="14095" y="9707"/>
                </a:lnTo>
                <a:lnTo>
                  <a:pt x="14183" y="9527"/>
                </a:lnTo>
                <a:lnTo>
                  <a:pt x="14271" y="9385"/>
                </a:lnTo>
                <a:lnTo>
                  <a:pt x="14410" y="9192"/>
                </a:lnTo>
                <a:lnTo>
                  <a:pt x="14498" y="9051"/>
                </a:lnTo>
                <a:lnTo>
                  <a:pt x="14598" y="8870"/>
                </a:lnTo>
                <a:lnTo>
                  <a:pt x="14686" y="8677"/>
                </a:lnTo>
                <a:lnTo>
                  <a:pt x="14774" y="8536"/>
                </a:lnTo>
                <a:lnTo>
                  <a:pt x="14912" y="8355"/>
                </a:lnTo>
                <a:lnTo>
                  <a:pt x="15001" y="8214"/>
                </a:lnTo>
                <a:lnTo>
                  <a:pt x="15101" y="8021"/>
                </a:lnTo>
                <a:lnTo>
                  <a:pt x="15189" y="7879"/>
                </a:lnTo>
                <a:lnTo>
                  <a:pt x="15277" y="7699"/>
                </a:lnTo>
                <a:lnTo>
                  <a:pt x="15415" y="7557"/>
                </a:lnTo>
                <a:lnTo>
                  <a:pt x="15503" y="7364"/>
                </a:lnTo>
                <a:lnTo>
                  <a:pt x="15604" y="7222"/>
                </a:lnTo>
                <a:lnTo>
                  <a:pt x="15692" y="7042"/>
                </a:lnTo>
                <a:lnTo>
                  <a:pt x="15780" y="6849"/>
                </a:lnTo>
                <a:lnTo>
                  <a:pt x="15918" y="6707"/>
                </a:lnTo>
                <a:lnTo>
                  <a:pt x="16006" y="6527"/>
                </a:lnTo>
                <a:lnTo>
                  <a:pt x="16107" y="6385"/>
                </a:lnTo>
                <a:lnTo>
                  <a:pt x="16195" y="6192"/>
                </a:lnTo>
                <a:lnTo>
                  <a:pt x="16283" y="6051"/>
                </a:lnTo>
                <a:lnTo>
                  <a:pt x="16421" y="5870"/>
                </a:lnTo>
                <a:lnTo>
                  <a:pt x="16509" y="5729"/>
                </a:lnTo>
                <a:lnTo>
                  <a:pt x="16610" y="5536"/>
                </a:lnTo>
                <a:lnTo>
                  <a:pt x="16698" y="5394"/>
                </a:lnTo>
                <a:lnTo>
                  <a:pt x="16786" y="5214"/>
                </a:lnTo>
                <a:lnTo>
                  <a:pt x="16924" y="5072"/>
                </a:lnTo>
                <a:lnTo>
                  <a:pt x="17012" y="4879"/>
                </a:lnTo>
                <a:lnTo>
                  <a:pt x="17113" y="4737"/>
                </a:lnTo>
                <a:lnTo>
                  <a:pt x="17201" y="4557"/>
                </a:lnTo>
                <a:lnTo>
                  <a:pt x="17289" y="4416"/>
                </a:lnTo>
                <a:lnTo>
                  <a:pt x="17427" y="4222"/>
                </a:lnTo>
                <a:lnTo>
                  <a:pt x="17528" y="4081"/>
                </a:lnTo>
                <a:lnTo>
                  <a:pt x="17616" y="3901"/>
                </a:lnTo>
                <a:lnTo>
                  <a:pt x="17704" y="3759"/>
                </a:lnTo>
                <a:lnTo>
                  <a:pt x="17792" y="3566"/>
                </a:lnTo>
                <a:lnTo>
                  <a:pt x="17930" y="3424"/>
                </a:lnTo>
                <a:lnTo>
                  <a:pt x="18031" y="3244"/>
                </a:lnTo>
                <a:lnTo>
                  <a:pt x="18119" y="3102"/>
                </a:lnTo>
                <a:lnTo>
                  <a:pt x="18207" y="2909"/>
                </a:lnTo>
                <a:lnTo>
                  <a:pt x="18295" y="2768"/>
                </a:lnTo>
                <a:lnTo>
                  <a:pt x="18433" y="2587"/>
                </a:lnTo>
                <a:lnTo>
                  <a:pt x="18534" y="2446"/>
                </a:lnTo>
                <a:lnTo>
                  <a:pt x="18622" y="2253"/>
                </a:lnTo>
                <a:lnTo>
                  <a:pt x="18710" y="2111"/>
                </a:lnTo>
                <a:lnTo>
                  <a:pt x="18798" y="1969"/>
                </a:lnTo>
                <a:lnTo>
                  <a:pt x="18936" y="1789"/>
                </a:lnTo>
                <a:lnTo>
                  <a:pt x="19037" y="1647"/>
                </a:lnTo>
                <a:lnTo>
                  <a:pt x="19125" y="1454"/>
                </a:lnTo>
                <a:lnTo>
                  <a:pt x="19213" y="1313"/>
                </a:lnTo>
                <a:lnTo>
                  <a:pt x="19301" y="1132"/>
                </a:lnTo>
                <a:lnTo>
                  <a:pt x="19439" y="991"/>
                </a:lnTo>
                <a:lnTo>
                  <a:pt x="19540" y="798"/>
                </a:lnTo>
                <a:lnTo>
                  <a:pt x="19628" y="656"/>
                </a:lnTo>
                <a:lnTo>
                  <a:pt x="19716" y="476"/>
                </a:lnTo>
                <a:lnTo>
                  <a:pt x="19816" y="33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7005369" y="3867474"/>
            <a:ext cx="20043" cy="29612"/>
          </a:xfrm>
          <a:custGeom>
            <a:avLst/>
            <a:gdLst/>
            <a:ahLst/>
            <a:cxnLst/>
            <a:rect l="l" t="t" r="r" b="b"/>
            <a:pathLst>
              <a:path w="20043" h="29612">
                <a:moveTo>
                  <a:pt x="0" y="29612"/>
                </a:moveTo>
                <a:lnTo>
                  <a:pt x="88" y="29470"/>
                </a:lnTo>
                <a:lnTo>
                  <a:pt x="176" y="29290"/>
                </a:lnTo>
                <a:lnTo>
                  <a:pt x="276" y="29148"/>
                </a:lnTo>
                <a:lnTo>
                  <a:pt x="402" y="28955"/>
                </a:lnTo>
                <a:lnTo>
                  <a:pt x="502" y="28814"/>
                </a:lnTo>
                <a:lnTo>
                  <a:pt x="590" y="28672"/>
                </a:lnTo>
                <a:lnTo>
                  <a:pt x="679" y="28492"/>
                </a:lnTo>
                <a:lnTo>
                  <a:pt x="779" y="28350"/>
                </a:lnTo>
                <a:lnTo>
                  <a:pt x="917" y="28157"/>
                </a:lnTo>
                <a:lnTo>
                  <a:pt x="1005" y="28015"/>
                </a:lnTo>
                <a:lnTo>
                  <a:pt x="1093" y="27874"/>
                </a:lnTo>
                <a:lnTo>
                  <a:pt x="1181" y="27694"/>
                </a:lnTo>
                <a:lnTo>
                  <a:pt x="1282" y="27552"/>
                </a:lnTo>
                <a:lnTo>
                  <a:pt x="1420" y="27359"/>
                </a:lnTo>
                <a:lnTo>
                  <a:pt x="1508" y="27217"/>
                </a:lnTo>
                <a:lnTo>
                  <a:pt x="1596" y="27076"/>
                </a:lnTo>
                <a:lnTo>
                  <a:pt x="1684" y="26895"/>
                </a:lnTo>
                <a:lnTo>
                  <a:pt x="1785" y="26754"/>
                </a:lnTo>
                <a:lnTo>
                  <a:pt x="1923" y="26561"/>
                </a:lnTo>
                <a:lnTo>
                  <a:pt x="2011" y="26419"/>
                </a:lnTo>
                <a:lnTo>
                  <a:pt x="2099" y="26277"/>
                </a:lnTo>
                <a:lnTo>
                  <a:pt x="2187" y="26097"/>
                </a:lnTo>
                <a:lnTo>
                  <a:pt x="2288" y="25955"/>
                </a:lnTo>
                <a:lnTo>
                  <a:pt x="2426" y="25814"/>
                </a:lnTo>
                <a:lnTo>
                  <a:pt x="2514" y="25621"/>
                </a:lnTo>
                <a:lnTo>
                  <a:pt x="2602" y="25479"/>
                </a:lnTo>
                <a:lnTo>
                  <a:pt x="2690" y="25299"/>
                </a:lnTo>
                <a:lnTo>
                  <a:pt x="2791" y="25157"/>
                </a:lnTo>
                <a:lnTo>
                  <a:pt x="2929" y="25016"/>
                </a:lnTo>
                <a:lnTo>
                  <a:pt x="3017" y="24822"/>
                </a:lnTo>
                <a:lnTo>
                  <a:pt x="3105" y="24681"/>
                </a:lnTo>
                <a:lnTo>
                  <a:pt x="3193" y="24539"/>
                </a:lnTo>
                <a:lnTo>
                  <a:pt x="3294" y="24359"/>
                </a:lnTo>
                <a:lnTo>
                  <a:pt x="3432" y="24217"/>
                </a:lnTo>
                <a:lnTo>
                  <a:pt x="3520" y="24076"/>
                </a:lnTo>
                <a:lnTo>
                  <a:pt x="3608" y="23883"/>
                </a:lnTo>
                <a:lnTo>
                  <a:pt x="3709" y="23754"/>
                </a:lnTo>
                <a:lnTo>
                  <a:pt x="3797" y="23612"/>
                </a:lnTo>
                <a:lnTo>
                  <a:pt x="3935" y="23419"/>
                </a:lnTo>
                <a:lnTo>
                  <a:pt x="4023" y="23277"/>
                </a:lnTo>
                <a:lnTo>
                  <a:pt x="4111" y="23136"/>
                </a:lnTo>
                <a:lnTo>
                  <a:pt x="4212" y="22956"/>
                </a:lnTo>
                <a:lnTo>
                  <a:pt x="4300" y="22814"/>
                </a:lnTo>
                <a:lnTo>
                  <a:pt x="4438" y="22672"/>
                </a:lnTo>
                <a:lnTo>
                  <a:pt x="4526" y="22479"/>
                </a:lnTo>
                <a:lnTo>
                  <a:pt x="4614" y="22338"/>
                </a:lnTo>
                <a:lnTo>
                  <a:pt x="4715" y="22196"/>
                </a:lnTo>
                <a:lnTo>
                  <a:pt x="4803" y="22016"/>
                </a:lnTo>
                <a:lnTo>
                  <a:pt x="4941" y="21874"/>
                </a:lnTo>
                <a:lnTo>
                  <a:pt x="5029" y="21732"/>
                </a:lnTo>
                <a:lnTo>
                  <a:pt x="5117" y="21591"/>
                </a:lnTo>
                <a:lnTo>
                  <a:pt x="5218" y="21398"/>
                </a:lnTo>
                <a:lnTo>
                  <a:pt x="5306" y="21256"/>
                </a:lnTo>
                <a:lnTo>
                  <a:pt x="5444" y="21114"/>
                </a:lnTo>
                <a:lnTo>
                  <a:pt x="5532" y="20934"/>
                </a:lnTo>
                <a:lnTo>
                  <a:pt x="5620" y="20793"/>
                </a:lnTo>
                <a:lnTo>
                  <a:pt x="5721" y="20651"/>
                </a:lnTo>
                <a:lnTo>
                  <a:pt x="5809" y="20458"/>
                </a:lnTo>
                <a:lnTo>
                  <a:pt x="5947" y="20316"/>
                </a:lnTo>
                <a:lnTo>
                  <a:pt x="6035" y="20187"/>
                </a:lnTo>
                <a:lnTo>
                  <a:pt x="6123" y="20046"/>
                </a:lnTo>
                <a:lnTo>
                  <a:pt x="6224" y="19853"/>
                </a:lnTo>
                <a:lnTo>
                  <a:pt x="6312" y="19711"/>
                </a:lnTo>
                <a:lnTo>
                  <a:pt x="6450" y="19569"/>
                </a:lnTo>
                <a:lnTo>
                  <a:pt x="6538" y="19428"/>
                </a:lnTo>
                <a:lnTo>
                  <a:pt x="6626" y="19248"/>
                </a:lnTo>
                <a:lnTo>
                  <a:pt x="6727" y="19106"/>
                </a:lnTo>
                <a:lnTo>
                  <a:pt x="6815" y="18964"/>
                </a:lnTo>
                <a:lnTo>
                  <a:pt x="6953" y="18823"/>
                </a:lnTo>
                <a:lnTo>
                  <a:pt x="7041" y="18630"/>
                </a:lnTo>
                <a:lnTo>
                  <a:pt x="7142" y="18488"/>
                </a:lnTo>
                <a:lnTo>
                  <a:pt x="7230" y="18346"/>
                </a:lnTo>
                <a:lnTo>
                  <a:pt x="7318" y="18205"/>
                </a:lnTo>
                <a:lnTo>
                  <a:pt x="7456" y="18024"/>
                </a:lnTo>
                <a:lnTo>
                  <a:pt x="7544" y="17883"/>
                </a:lnTo>
                <a:lnTo>
                  <a:pt x="7645" y="17741"/>
                </a:lnTo>
                <a:lnTo>
                  <a:pt x="7733" y="17600"/>
                </a:lnTo>
                <a:lnTo>
                  <a:pt x="7821" y="17419"/>
                </a:lnTo>
                <a:lnTo>
                  <a:pt x="7959" y="17278"/>
                </a:lnTo>
                <a:lnTo>
                  <a:pt x="8047" y="17136"/>
                </a:lnTo>
                <a:lnTo>
                  <a:pt x="8148" y="16994"/>
                </a:lnTo>
                <a:lnTo>
                  <a:pt x="8236" y="16801"/>
                </a:lnTo>
                <a:lnTo>
                  <a:pt x="8324" y="16660"/>
                </a:lnTo>
                <a:lnTo>
                  <a:pt x="8462" y="16518"/>
                </a:lnTo>
                <a:lnTo>
                  <a:pt x="8550" y="16376"/>
                </a:lnTo>
                <a:lnTo>
                  <a:pt x="8651" y="16235"/>
                </a:lnTo>
                <a:lnTo>
                  <a:pt x="8739" y="16055"/>
                </a:lnTo>
                <a:lnTo>
                  <a:pt x="8827" y="15913"/>
                </a:lnTo>
                <a:lnTo>
                  <a:pt x="8965" y="15771"/>
                </a:lnTo>
                <a:lnTo>
                  <a:pt x="9053" y="15630"/>
                </a:lnTo>
                <a:lnTo>
                  <a:pt x="9154" y="15488"/>
                </a:lnTo>
                <a:lnTo>
                  <a:pt x="9242" y="15308"/>
                </a:lnTo>
                <a:lnTo>
                  <a:pt x="9330" y="15166"/>
                </a:lnTo>
                <a:lnTo>
                  <a:pt x="9468" y="15025"/>
                </a:lnTo>
                <a:lnTo>
                  <a:pt x="9556" y="14883"/>
                </a:lnTo>
                <a:lnTo>
                  <a:pt x="9656" y="14741"/>
                </a:lnTo>
                <a:lnTo>
                  <a:pt x="9745" y="14548"/>
                </a:lnTo>
                <a:lnTo>
                  <a:pt x="9833" y="14407"/>
                </a:lnTo>
                <a:lnTo>
                  <a:pt x="9971" y="14265"/>
                </a:lnTo>
                <a:lnTo>
                  <a:pt x="10059" y="14123"/>
                </a:lnTo>
                <a:lnTo>
                  <a:pt x="10159" y="13982"/>
                </a:lnTo>
                <a:lnTo>
                  <a:pt x="10247" y="13853"/>
                </a:lnTo>
                <a:lnTo>
                  <a:pt x="10335" y="13660"/>
                </a:lnTo>
                <a:lnTo>
                  <a:pt x="10474" y="13518"/>
                </a:lnTo>
                <a:lnTo>
                  <a:pt x="10562" y="13377"/>
                </a:lnTo>
                <a:lnTo>
                  <a:pt x="10662" y="13235"/>
                </a:lnTo>
                <a:lnTo>
                  <a:pt x="10750" y="13093"/>
                </a:lnTo>
                <a:lnTo>
                  <a:pt x="10838" y="12952"/>
                </a:lnTo>
                <a:lnTo>
                  <a:pt x="10977" y="12771"/>
                </a:lnTo>
                <a:lnTo>
                  <a:pt x="11077" y="12630"/>
                </a:lnTo>
                <a:lnTo>
                  <a:pt x="11165" y="12488"/>
                </a:lnTo>
                <a:lnTo>
                  <a:pt x="11253" y="12347"/>
                </a:lnTo>
                <a:lnTo>
                  <a:pt x="11341" y="12205"/>
                </a:lnTo>
                <a:lnTo>
                  <a:pt x="11480" y="12063"/>
                </a:lnTo>
                <a:lnTo>
                  <a:pt x="11580" y="11922"/>
                </a:lnTo>
                <a:lnTo>
                  <a:pt x="11668" y="11741"/>
                </a:lnTo>
                <a:lnTo>
                  <a:pt x="11756" y="11600"/>
                </a:lnTo>
                <a:lnTo>
                  <a:pt x="11844" y="11458"/>
                </a:lnTo>
                <a:lnTo>
                  <a:pt x="11983" y="11317"/>
                </a:lnTo>
                <a:lnTo>
                  <a:pt x="12083" y="11175"/>
                </a:lnTo>
                <a:lnTo>
                  <a:pt x="12171" y="11033"/>
                </a:lnTo>
                <a:lnTo>
                  <a:pt x="12259" y="10892"/>
                </a:lnTo>
                <a:lnTo>
                  <a:pt x="12347" y="10750"/>
                </a:lnTo>
                <a:lnTo>
                  <a:pt x="12486" y="10557"/>
                </a:lnTo>
                <a:lnTo>
                  <a:pt x="12586" y="10415"/>
                </a:lnTo>
                <a:lnTo>
                  <a:pt x="12674" y="10287"/>
                </a:lnTo>
                <a:lnTo>
                  <a:pt x="12762" y="10145"/>
                </a:lnTo>
                <a:lnTo>
                  <a:pt x="12850" y="10003"/>
                </a:lnTo>
                <a:lnTo>
                  <a:pt x="12989" y="9862"/>
                </a:lnTo>
                <a:lnTo>
                  <a:pt x="13089" y="9720"/>
                </a:lnTo>
                <a:lnTo>
                  <a:pt x="13177" y="9578"/>
                </a:lnTo>
                <a:lnTo>
                  <a:pt x="13265" y="9437"/>
                </a:lnTo>
                <a:lnTo>
                  <a:pt x="13353" y="9295"/>
                </a:lnTo>
                <a:lnTo>
                  <a:pt x="13492" y="9154"/>
                </a:lnTo>
                <a:lnTo>
                  <a:pt x="13592" y="8973"/>
                </a:lnTo>
                <a:lnTo>
                  <a:pt x="13680" y="8832"/>
                </a:lnTo>
                <a:lnTo>
                  <a:pt x="13768" y="8690"/>
                </a:lnTo>
                <a:lnTo>
                  <a:pt x="13869" y="8548"/>
                </a:lnTo>
                <a:lnTo>
                  <a:pt x="13995" y="8407"/>
                </a:lnTo>
                <a:lnTo>
                  <a:pt x="14095" y="8265"/>
                </a:lnTo>
                <a:lnTo>
                  <a:pt x="14183" y="8124"/>
                </a:lnTo>
                <a:lnTo>
                  <a:pt x="14271" y="7982"/>
                </a:lnTo>
                <a:lnTo>
                  <a:pt x="14372" y="7840"/>
                </a:lnTo>
                <a:lnTo>
                  <a:pt x="14498" y="7699"/>
                </a:lnTo>
                <a:lnTo>
                  <a:pt x="14598" y="7557"/>
                </a:lnTo>
                <a:lnTo>
                  <a:pt x="14686" y="7415"/>
                </a:lnTo>
                <a:lnTo>
                  <a:pt x="14774" y="7274"/>
                </a:lnTo>
                <a:lnTo>
                  <a:pt x="14875" y="7132"/>
                </a:lnTo>
                <a:lnTo>
                  <a:pt x="15013" y="6991"/>
                </a:lnTo>
                <a:lnTo>
                  <a:pt x="15101" y="6862"/>
                </a:lnTo>
                <a:lnTo>
                  <a:pt x="15189" y="6669"/>
                </a:lnTo>
                <a:lnTo>
                  <a:pt x="15277" y="6527"/>
                </a:lnTo>
                <a:lnTo>
                  <a:pt x="15378" y="6385"/>
                </a:lnTo>
                <a:lnTo>
                  <a:pt x="15516" y="6244"/>
                </a:lnTo>
                <a:lnTo>
                  <a:pt x="15604" y="6102"/>
                </a:lnTo>
                <a:lnTo>
                  <a:pt x="15692" y="5961"/>
                </a:lnTo>
                <a:lnTo>
                  <a:pt x="15780" y="5819"/>
                </a:lnTo>
                <a:lnTo>
                  <a:pt x="15881" y="5677"/>
                </a:lnTo>
                <a:lnTo>
                  <a:pt x="16019" y="5536"/>
                </a:lnTo>
                <a:lnTo>
                  <a:pt x="16107" y="5407"/>
                </a:lnTo>
                <a:lnTo>
                  <a:pt x="16195" y="5265"/>
                </a:lnTo>
                <a:lnTo>
                  <a:pt x="16283" y="5124"/>
                </a:lnTo>
                <a:lnTo>
                  <a:pt x="16384" y="4982"/>
                </a:lnTo>
                <a:lnTo>
                  <a:pt x="16522" y="4840"/>
                </a:lnTo>
                <a:lnTo>
                  <a:pt x="16610" y="4699"/>
                </a:lnTo>
                <a:lnTo>
                  <a:pt x="16698" y="4557"/>
                </a:lnTo>
                <a:lnTo>
                  <a:pt x="16786" y="4416"/>
                </a:lnTo>
                <a:lnTo>
                  <a:pt x="16887" y="4274"/>
                </a:lnTo>
                <a:lnTo>
                  <a:pt x="17025" y="4132"/>
                </a:lnTo>
                <a:lnTo>
                  <a:pt x="17113" y="3991"/>
                </a:lnTo>
                <a:lnTo>
                  <a:pt x="17201" y="3849"/>
                </a:lnTo>
                <a:lnTo>
                  <a:pt x="17302" y="3707"/>
                </a:lnTo>
                <a:lnTo>
                  <a:pt x="17390" y="3566"/>
                </a:lnTo>
                <a:lnTo>
                  <a:pt x="17528" y="3424"/>
                </a:lnTo>
                <a:lnTo>
                  <a:pt x="17616" y="3295"/>
                </a:lnTo>
                <a:lnTo>
                  <a:pt x="17704" y="3154"/>
                </a:lnTo>
                <a:lnTo>
                  <a:pt x="17805" y="3012"/>
                </a:lnTo>
                <a:lnTo>
                  <a:pt x="17893" y="2871"/>
                </a:lnTo>
                <a:lnTo>
                  <a:pt x="18031" y="2729"/>
                </a:lnTo>
                <a:lnTo>
                  <a:pt x="18207" y="2497"/>
                </a:lnTo>
                <a:lnTo>
                  <a:pt x="18308" y="2356"/>
                </a:lnTo>
                <a:lnTo>
                  <a:pt x="18396" y="2214"/>
                </a:lnTo>
                <a:lnTo>
                  <a:pt x="18534" y="2072"/>
                </a:lnTo>
                <a:lnTo>
                  <a:pt x="18622" y="1931"/>
                </a:lnTo>
                <a:lnTo>
                  <a:pt x="18710" y="1789"/>
                </a:lnTo>
                <a:lnTo>
                  <a:pt x="18810" y="1647"/>
                </a:lnTo>
                <a:lnTo>
                  <a:pt x="18899" y="1506"/>
                </a:lnTo>
                <a:lnTo>
                  <a:pt x="19037" y="1364"/>
                </a:lnTo>
                <a:lnTo>
                  <a:pt x="19125" y="1223"/>
                </a:lnTo>
                <a:lnTo>
                  <a:pt x="19213" y="1081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56"/>
                </a:lnTo>
                <a:lnTo>
                  <a:pt x="19628" y="527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7025412" y="3842935"/>
            <a:ext cx="19992" cy="24539"/>
          </a:xfrm>
          <a:custGeom>
            <a:avLst/>
            <a:gdLst/>
            <a:ahLst/>
            <a:cxnLst/>
            <a:rect l="l" t="t" r="r" b="b"/>
            <a:pathLst>
              <a:path w="19992" h="24539">
                <a:moveTo>
                  <a:pt x="0" y="24539"/>
                </a:moveTo>
                <a:lnTo>
                  <a:pt x="88" y="24398"/>
                </a:lnTo>
                <a:lnTo>
                  <a:pt x="176" y="24269"/>
                </a:lnTo>
                <a:lnTo>
                  <a:pt x="276" y="24127"/>
                </a:lnTo>
                <a:lnTo>
                  <a:pt x="364" y="23986"/>
                </a:lnTo>
                <a:lnTo>
                  <a:pt x="502" y="23844"/>
                </a:lnTo>
                <a:lnTo>
                  <a:pt x="590" y="23702"/>
                </a:lnTo>
                <a:lnTo>
                  <a:pt x="779" y="23471"/>
                </a:lnTo>
                <a:lnTo>
                  <a:pt x="867" y="23329"/>
                </a:lnTo>
                <a:lnTo>
                  <a:pt x="1005" y="23187"/>
                </a:lnTo>
                <a:lnTo>
                  <a:pt x="1093" y="23046"/>
                </a:lnTo>
                <a:lnTo>
                  <a:pt x="1194" y="22904"/>
                </a:lnTo>
                <a:lnTo>
                  <a:pt x="1282" y="22762"/>
                </a:lnTo>
                <a:lnTo>
                  <a:pt x="1370" y="22621"/>
                </a:lnTo>
                <a:lnTo>
                  <a:pt x="1508" y="22531"/>
                </a:lnTo>
                <a:lnTo>
                  <a:pt x="1596" y="22389"/>
                </a:lnTo>
                <a:lnTo>
                  <a:pt x="1697" y="22247"/>
                </a:lnTo>
                <a:lnTo>
                  <a:pt x="1785" y="22106"/>
                </a:lnTo>
                <a:lnTo>
                  <a:pt x="1873" y="21964"/>
                </a:lnTo>
                <a:lnTo>
                  <a:pt x="2011" y="21823"/>
                </a:lnTo>
                <a:lnTo>
                  <a:pt x="2099" y="21681"/>
                </a:lnTo>
                <a:lnTo>
                  <a:pt x="2288" y="21449"/>
                </a:lnTo>
                <a:lnTo>
                  <a:pt x="2376" y="21308"/>
                </a:lnTo>
                <a:lnTo>
                  <a:pt x="2514" y="21166"/>
                </a:lnTo>
                <a:lnTo>
                  <a:pt x="2602" y="21024"/>
                </a:lnTo>
                <a:lnTo>
                  <a:pt x="2703" y="20883"/>
                </a:lnTo>
                <a:lnTo>
                  <a:pt x="2791" y="20741"/>
                </a:lnTo>
                <a:lnTo>
                  <a:pt x="3017" y="20509"/>
                </a:lnTo>
                <a:lnTo>
                  <a:pt x="3105" y="20368"/>
                </a:lnTo>
                <a:lnTo>
                  <a:pt x="3206" y="20226"/>
                </a:lnTo>
                <a:lnTo>
                  <a:pt x="3294" y="20084"/>
                </a:lnTo>
                <a:lnTo>
                  <a:pt x="3520" y="19853"/>
                </a:lnTo>
                <a:lnTo>
                  <a:pt x="3608" y="19711"/>
                </a:lnTo>
                <a:lnTo>
                  <a:pt x="3709" y="19569"/>
                </a:lnTo>
                <a:lnTo>
                  <a:pt x="3797" y="19428"/>
                </a:lnTo>
                <a:lnTo>
                  <a:pt x="4023" y="19196"/>
                </a:lnTo>
                <a:lnTo>
                  <a:pt x="4111" y="19054"/>
                </a:lnTo>
                <a:lnTo>
                  <a:pt x="4212" y="18913"/>
                </a:lnTo>
                <a:lnTo>
                  <a:pt x="4300" y="18771"/>
                </a:lnTo>
                <a:lnTo>
                  <a:pt x="4526" y="18539"/>
                </a:lnTo>
                <a:lnTo>
                  <a:pt x="4627" y="18398"/>
                </a:lnTo>
                <a:lnTo>
                  <a:pt x="4715" y="18256"/>
                </a:lnTo>
                <a:lnTo>
                  <a:pt x="4803" y="18115"/>
                </a:lnTo>
                <a:lnTo>
                  <a:pt x="5029" y="17883"/>
                </a:lnTo>
                <a:lnTo>
                  <a:pt x="5130" y="17741"/>
                </a:lnTo>
                <a:lnTo>
                  <a:pt x="5218" y="17600"/>
                </a:lnTo>
                <a:lnTo>
                  <a:pt x="5394" y="17368"/>
                </a:lnTo>
                <a:lnTo>
                  <a:pt x="5532" y="17226"/>
                </a:lnTo>
                <a:lnTo>
                  <a:pt x="5633" y="17085"/>
                </a:lnTo>
                <a:lnTo>
                  <a:pt x="5809" y="16853"/>
                </a:lnTo>
                <a:lnTo>
                  <a:pt x="5897" y="16711"/>
                </a:lnTo>
                <a:lnTo>
                  <a:pt x="6035" y="16570"/>
                </a:lnTo>
                <a:lnTo>
                  <a:pt x="6224" y="16338"/>
                </a:lnTo>
                <a:lnTo>
                  <a:pt x="6312" y="16196"/>
                </a:lnTo>
                <a:lnTo>
                  <a:pt x="6400" y="16055"/>
                </a:lnTo>
                <a:lnTo>
                  <a:pt x="6538" y="15952"/>
                </a:lnTo>
                <a:lnTo>
                  <a:pt x="6639" y="15823"/>
                </a:lnTo>
                <a:lnTo>
                  <a:pt x="6727" y="15681"/>
                </a:lnTo>
                <a:lnTo>
                  <a:pt x="6903" y="15437"/>
                </a:lnTo>
                <a:lnTo>
                  <a:pt x="7041" y="15295"/>
                </a:lnTo>
                <a:lnTo>
                  <a:pt x="7142" y="15166"/>
                </a:lnTo>
                <a:lnTo>
                  <a:pt x="7318" y="14922"/>
                </a:lnTo>
                <a:lnTo>
                  <a:pt x="7418" y="14780"/>
                </a:lnTo>
                <a:lnTo>
                  <a:pt x="7645" y="14548"/>
                </a:lnTo>
                <a:lnTo>
                  <a:pt x="7733" y="14407"/>
                </a:lnTo>
                <a:lnTo>
                  <a:pt x="7921" y="14175"/>
                </a:lnTo>
                <a:lnTo>
                  <a:pt x="8047" y="14033"/>
                </a:lnTo>
                <a:lnTo>
                  <a:pt x="8148" y="13892"/>
                </a:lnTo>
                <a:lnTo>
                  <a:pt x="8324" y="13660"/>
                </a:lnTo>
                <a:lnTo>
                  <a:pt x="8424" y="13518"/>
                </a:lnTo>
                <a:lnTo>
                  <a:pt x="8563" y="13428"/>
                </a:lnTo>
                <a:lnTo>
                  <a:pt x="8651" y="13286"/>
                </a:lnTo>
                <a:lnTo>
                  <a:pt x="8739" y="13145"/>
                </a:lnTo>
                <a:lnTo>
                  <a:pt x="8927" y="12913"/>
                </a:lnTo>
                <a:lnTo>
                  <a:pt x="9065" y="12771"/>
                </a:lnTo>
                <a:lnTo>
                  <a:pt x="9242" y="12527"/>
                </a:lnTo>
                <a:lnTo>
                  <a:pt x="9330" y="12398"/>
                </a:lnTo>
                <a:lnTo>
                  <a:pt x="9568" y="12153"/>
                </a:lnTo>
                <a:lnTo>
                  <a:pt x="9745" y="11922"/>
                </a:lnTo>
                <a:lnTo>
                  <a:pt x="9833" y="11780"/>
                </a:lnTo>
                <a:lnTo>
                  <a:pt x="10071" y="11548"/>
                </a:lnTo>
                <a:lnTo>
                  <a:pt x="10159" y="11407"/>
                </a:lnTo>
                <a:lnTo>
                  <a:pt x="10335" y="11175"/>
                </a:lnTo>
                <a:lnTo>
                  <a:pt x="10574" y="10943"/>
                </a:lnTo>
                <a:lnTo>
                  <a:pt x="10662" y="10802"/>
                </a:lnTo>
                <a:lnTo>
                  <a:pt x="10851" y="10557"/>
                </a:lnTo>
                <a:lnTo>
                  <a:pt x="11077" y="10325"/>
                </a:lnTo>
                <a:lnTo>
                  <a:pt x="11165" y="10184"/>
                </a:lnTo>
                <a:lnTo>
                  <a:pt x="11354" y="9952"/>
                </a:lnTo>
                <a:lnTo>
                  <a:pt x="11580" y="9720"/>
                </a:lnTo>
                <a:lnTo>
                  <a:pt x="11668" y="9578"/>
                </a:lnTo>
                <a:lnTo>
                  <a:pt x="11857" y="9347"/>
                </a:lnTo>
                <a:lnTo>
                  <a:pt x="12083" y="9102"/>
                </a:lnTo>
                <a:lnTo>
                  <a:pt x="12259" y="8870"/>
                </a:lnTo>
                <a:lnTo>
                  <a:pt x="12360" y="8729"/>
                </a:lnTo>
                <a:lnTo>
                  <a:pt x="12586" y="8497"/>
                </a:lnTo>
                <a:lnTo>
                  <a:pt x="12762" y="8265"/>
                </a:lnTo>
                <a:lnTo>
                  <a:pt x="12951" y="8033"/>
                </a:lnTo>
                <a:lnTo>
                  <a:pt x="13089" y="7930"/>
                </a:lnTo>
                <a:lnTo>
                  <a:pt x="13177" y="7789"/>
                </a:lnTo>
                <a:lnTo>
                  <a:pt x="13265" y="7647"/>
                </a:lnTo>
                <a:lnTo>
                  <a:pt x="13454" y="7415"/>
                </a:lnTo>
                <a:lnTo>
                  <a:pt x="13592" y="7325"/>
                </a:lnTo>
                <a:lnTo>
                  <a:pt x="13680" y="7184"/>
                </a:lnTo>
                <a:lnTo>
                  <a:pt x="13869" y="6952"/>
                </a:lnTo>
                <a:lnTo>
                  <a:pt x="14095" y="6720"/>
                </a:lnTo>
                <a:lnTo>
                  <a:pt x="14271" y="6476"/>
                </a:lnTo>
                <a:lnTo>
                  <a:pt x="14460" y="6244"/>
                </a:lnTo>
                <a:lnTo>
                  <a:pt x="14598" y="6154"/>
                </a:lnTo>
                <a:lnTo>
                  <a:pt x="14686" y="6012"/>
                </a:lnTo>
                <a:lnTo>
                  <a:pt x="14875" y="5780"/>
                </a:lnTo>
                <a:lnTo>
                  <a:pt x="15101" y="5536"/>
                </a:lnTo>
                <a:lnTo>
                  <a:pt x="15290" y="5304"/>
                </a:lnTo>
                <a:lnTo>
                  <a:pt x="15466" y="5072"/>
                </a:lnTo>
                <a:lnTo>
                  <a:pt x="15604" y="4982"/>
                </a:lnTo>
                <a:lnTo>
                  <a:pt x="15692" y="4840"/>
                </a:lnTo>
                <a:lnTo>
                  <a:pt x="15881" y="4647"/>
                </a:lnTo>
                <a:lnTo>
                  <a:pt x="15969" y="4506"/>
                </a:lnTo>
                <a:lnTo>
                  <a:pt x="16107" y="4416"/>
                </a:lnTo>
                <a:lnTo>
                  <a:pt x="16195" y="4274"/>
                </a:lnTo>
                <a:lnTo>
                  <a:pt x="16384" y="4042"/>
                </a:lnTo>
                <a:lnTo>
                  <a:pt x="16610" y="3810"/>
                </a:lnTo>
                <a:lnTo>
                  <a:pt x="16799" y="3617"/>
                </a:lnTo>
                <a:lnTo>
                  <a:pt x="16887" y="3476"/>
                </a:lnTo>
                <a:lnTo>
                  <a:pt x="17113" y="3244"/>
                </a:lnTo>
                <a:lnTo>
                  <a:pt x="17302" y="3012"/>
                </a:lnTo>
                <a:lnTo>
                  <a:pt x="17478" y="2819"/>
                </a:lnTo>
                <a:lnTo>
                  <a:pt x="17616" y="2677"/>
                </a:lnTo>
                <a:lnTo>
                  <a:pt x="17805" y="2446"/>
                </a:lnTo>
                <a:lnTo>
                  <a:pt x="17981" y="2253"/>
                </a:lnTo>
                <a:lnTo>
                  <a:pt x="18119" y="2111"/>
                </a:lnTo>
                <a:lnTo>
                  <a:pt x="18308" y="1879"/>
                </a:lnTo>
                <a:lnTo>
                  <a:pt x="18484" y="1699"/>
                </a:lnTo>
                <a:lnTo>
                  <a:pt x="18622" y="1557"/>
                </a:lnTo>
                <a:lnTo>
                  <a:pt x="18811" y="1313"/>
                </a:lnTo>
                <a:lnTo>
                  <a:pt x="18987" y="1132"/>
                </a:lnTo>
                <a:lnTo>
                  <a:pt x="19125" y="991"/>
                </a:lnTo>
                <a:lnTo>
                  <a:pt x="19313" y="798"/>
                </a:lnTo>
                <a:lnTo>
                  <a:pt x="19401" y="656"/>
                </a:lnTo>
                <a:lnTo>
                  <a:pt x="19628" y="476"/>
                </a:lnTo>
                <a:lnTo>
                  <a:pt x="19728" y="334"/>
                </a:lnTo>
                <a:lnTo>
                  <a:pt x="19904" y="141"/>
                </a:lnTo>
                <a:lnTo>
                  <a:pt x="19992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7045405" y="3823892"/>
            <a:ext cx="20055" cy="19042"/>
          </a:xfrm>
          <a:custGeom>
            <a:avLst/>
            <a:gdLst/>
            <a:ahLst/>
            <a:cxnLst/>
            <a:rect l="l" t="t" r="r" b="b"/>
            <a:pathLst>
              <a:path w="20055" h="19042">
                <a:moveTo>
                  <a:pt x="0" y="19042"/>
                </a:moveTo>
                <a:lnTo>
                  <a:pt x="138" y="18951"/>
                </a:lnTo>
                <a:lnTo>
                  <a:pt x="238" y="18810"/>
                </a:lnTo>
                <a:lnTo>
                  <a:pt x="414" y="18630"/>
                </a:lnTo>
                <a:lnTo>
                  <a:pt x="641" y="18385"/>
                </a:lnTo>
                <a:lnTo>
                  <a:pt x="829" y="18205"/>
                </a:lnTo>
                <a:lnTo>
                  <a:pt x="917" y="18063"/>
                </a:lnTo>
                <a:lnTo>
                  <a:pt x="1144" y="17870"/>
                </a:lnTo>
                <a:lnTo>
                  <a:pt x="1244" y="17728"/>
                </a:lnTo>
                <a:lnTo>
                  <a:pt x="1420" y="17548"/>
                </a:lnTo>
                <a:lnTo>
                  <a:pt x="1521" y="17406"/>
                </a:lnTo>
                <a:lnTo>
                  <a:pt x="1747" y="17213"/>
                </a:lnTo>
                <a:lnTo>
                  <a:pt x="1923" y="16982"/>
                </a:lnTo>
                <a:lnTo>
                  <a:pt x="2162" y="16788"/>
                </a:lnTo>
                <a:lnTo>
                  <a:pt x="2250" y="16660"/>
                </a:lnTo>
                <a:lnTo>
                  <a:pt x="2426" y="16467"/>
                </a:lnTo>
                <a:lnTo>
                  <a:pt x="2665" y="16235"/>
                </a:lnTo>
                <a:lnTo>
                  <a:pt x="2841" y="16042"/>
                </a:lnTo>
                <a:lnTo>
                  <a:pt x="3030" y="15810"/>
                </a:lnTo>
                <a:lnTo>
                  <a:pt x="3168" y="15720"/>
                </a:lnTo>
                <a:lnTo>
                  <a:pt x="3344" y="15527"/>
                </a:lnTo>
                <a:lnTo>
                  <a:pt x="3432" y="15385"/>
                </a:lnTo>
                <a:lnTo>
                  <a:pt x="3671" y="15205"/>
                </a:lnTo>
                <a:lnTo>
                  <a:pt x="3847" y="14960"/>
                </a:lnTo>
                <a:lnTo>
                  <a:pt x="4036" y="14780"/>
                </a:lnTo>
                <a:lnTo>
                  <a:pt x="4174" y="14677"/>
                </a:lnTo>
                <a:lnTo>
                  <a:pt x="4350" y="14445"/>
                </a:lnTo>
                <a:lnTo>
                  <a:pt x="4539" y="14265"/>
                </a:lnTo>
                <a:lnTo>
                  <a:pt x="4677" y="14162"/>
                </a:lnTo>
                <a:lnTo>
                  <a:pt x="4853" y="13930"/>
                </a:lnTo>
                <a:lnTo>
                  <a:pt x="5042" y="13750"/>
                </a:lnTo>
                <a:lnTo>
                  <a:pt x="5180" y="13647"/>
                </a:lnTo>
                <a:lnTo>
                  <a:pt x="5356" y="13415"/>
                </a:lnTo>
                <a:lnTo>
                  <a:pt x="5582" y="13222"/>
                </a:lnTo>
                <a:lnTo>
                  <a:pt x="5771" y="13042"/>
                </a:lnTo>
                <a:lnTo>
                  <a:pt x="5960" y="12810"/>
                </a:lnTo>
                <a:lnTo>
                  <a:pt x="6098" y="12707"/>
                </a:lnTo>
                <a:lnTo>
                  <a:pt x="6274" y="12527"/>
                </a:lnTo>
                <a:lnTo>
                  <a:pt x="6463" y="12334"/>
                </a:lnTo>
                <a:lnTo>
                  <a:pt x="6601" y="12192"/>
                </a:lnTo>
                <a:lnTo>
                  <a:pt x="6777" y="12012"/>
                </a:lnTo>
                <a:lnTo>
                  <a:pt x="6966" y="11819"/>
                </a:lnTo>
                <a:lnTo>
                  <a:pt x="7104" y="11729"/>
                </a:lnTo>
                <a:lnTo>
                  <a:pt x="7280" y="11497"/>
                </a:lnTo>
                <a:lnTo>
                  <a:pt x="7469" y="11304"/>
                </a:lnTo>
                <a:lnTo>
                  <a:pt x="7607" y="11214"/>
                </a:lnTo>
                <a:lnTo>
                  <a:pt x="7783" y="11020"/>
                </a:lnTo>
                <a:lnTo>
                  <a:pt x="7972" y="10840"/>
                </a:lnTo>
                <a:lnTo>
                  <a:pt x="8110" y="10737"/>
                </a:lnTo>
                <a:lnTo>
                  <a:pt x="8286" y="10505"/>
                </a:lnTo>
                <a:lnTo>
                  <a:pt x="8475" y="10325"/>
                </a:lnTo>
                <a:lnTo>
                  <a:pt x="8613" y="10222"/>
                </a:lnTo>
                <a:lnTo>
                  <a:pt x="8789" y="10042"/>
                </a:lnTo>
                <a:lnTo>
                  <a:pt x="8977" y="9849"/>
                </a:lnTo>
                <a:lnTo>
                  <a:pt x="9116" y="9759"/>
                </a:lnTo>
                <a:lnTo>
                  <a:pt x="9292" y="9566"/>
                </a:lnTo>
                <a:lnTo>
                  <a:pt x="9480" y="9385"/>
                </a:lnTo>
                <a:lnTo>
                  <a:pt x="9619" y="9244"/>
                </a:lnTo>
                <a:lnTo>
                  <a:pt x="9795" y="9051"/>
                </a:lnTo>
                <a:lnTo>
                  <a:pt x="9983" y="8870"/>
                </a:lnTo>
                <a:lnTo>
                  <a:pt x="10122" y="8767"/>
                </a:lnTo>
                <a:lnTo>
                  <a:pt x="10298" y="8587"/>
                </a:lnTo>
                <a:lnTo>
                  <a:pt x="10486" y="8394"/>
                </a:lnTo>
                <a:lnTo>
                  <a:pt x="10625" y="8304"/>
                </a:lnTo>
                <a:lnTo>
                  <a:pt x="10801" y="8111"/>
                </a:lnTo>
                <a:lnTo>
                  <a:pt x="10989" y="7930"/>
                </a:lnTo>
                <a:lnTo>
                  <a:pt x="11128" y="7827"/>
                </a:lnTo>
                <a:lnTo>
                  <a:pt x="11304" y="7647"/>
                </a:lnTo>
                <a:lnTo>
                  <a:pt x="11492" y="7454"/>
                </a:lnTo>
                <a:lnTo>
                  <a:pt x="11631" y="7364"/>
                </a:lnTo>
                <a:lnTo>
                  <a:pt x="11807" y="7171"/>
                </a:lnTo>
                <a:lnTo>
                  <a:pt x="11995" y="6991"/>
                </a:lnTo>
                <a:lnTo>
                  <a:pt x="12134" y="6888"/>
                </a:lnTo>
                <a:lnTo>
                  <a:pt x="12322" y="6707"/>
                </a:lnTo>
                <a:lnTo>
                  <a:pt x="12498" y="6514"/>
                </a:lnTo>
                <a:lnTo>
                  <a:pt x="12637" y="6424"/>
                </a:lnTo>
                <a:lnTo>
                  <a:pt x="12825" y="6231"/>
                </a:lnTo>
                <a:lnTo>
                  <a:pt x="13001" y="6051"/>
                </a:lnTo>
                <a:lnTo>
                  <a:pt x="13140" y="5961"/>
                </a:lnTo>
                <a:lnTo>
                  <a:pt x="13328" y="5819"/>
                </a:lnTo>
                <a:lnTo>
                  <a:pt x="13504" y="5626"/>
                </a:lnTo>
                <a:lnTo>
                  <a:pt x="13643" y="5536"/>
                </a:lnTo>
                <a:lnTo>
                  <a:pt x="13831" y="5343"/>
                </a:lnTo>
                <a:lnTo>
                  <a:pt x="14007" y="5162"/>
                </a:lnTo>
                <a:lnTo>
                  <a:pt x="14145" y="5059"/>
                </a:lnTo>
                <a:lnTo>
                  <a:pt x="14334" y="4879"/>
                </a:lnTo>
                <a:lnTo>
                  <a:pt x="14510" y="4686"/>
                </a:lnTo>
                <a:lnTo>
                  <a:pt x="14648" y="4647"/>
                </a:lnTo>
                <a:lnTo>
                  <a:pt x="14837" y="4454"/>
                </a:lnTo>
                <a:lnTo>
                  <a:pt x="15013" y="4261"/>
                </a:lnTo>
                <a:lnTo>
                  <a:pt x="15151" y="4171"/>
                </a:lnTo>
                <a:lnTo>
                  <a:pt x="15340" y="3991"/>
                </a:lnTo>
                <a:lnTo>
                  <a:pt x="15516" y="3849"/>
                </a:lnTo>
                <a:lnTo>
                  <a:pt x="15654" y="3746"/>
                </a:lnTo>
                <a:lnTo>
                  <a:pt x="15755" y="3656"/>
                </a:lnTo>
                <a:lnTo>
                  <a:pt x="15843" y="3566"/>
                </a:lnTo>
                <a:lnTo>
                  <a:pt x="15931" y="3463"/>
                </a:lnTo>
                <a:lnTo>
                  <a:pt x="16157" y="3283"/>
                </a:lnTo>
                <a:lnTo>
                  <a:pt x="16346" y="3141"/>
                </a:lnTo>
                <a:lnTo>
                  <a:pt x="16522" y="2948"/>
                </a:lnTo>
                <a:lnTo>
                  <a:pt x="16660" y="2858"/>
                </a:lnTo>
                <a:lnTo>
                  <a:pt x="16849" y="2665"/>
                </a:lnTo>
                <a:lnTo>
                  <a:pt x="17025" y="2536"/>
                </a:lnTo>
                <a:lnTo>
                  <a:pt x="17163" y="2433"/>
                </a:lnTo>
                <a:lnTo>
                  <a:pt x="17352" y="2253"/>
                </a:lnTo>
                <a:lnTo>
                  <a:pt x="17528" y="2111"/>
                </a:lnTo>
                <a:lnTo>
                  <a:pt x="17666" y="2008"/>
                </a:lnTo>
                <a:lnTo>
                  <a:pt x="17855" y="1828"/>
                </a:lnTo>
                <a:lnTo>
                  <a:pt x="18031" y="1686"/>
                </a:lnTo>
                <a:lnTo>
                  <a:pt x="18169" y="1596"/>
                </a:lnTo>
                <a:lnTo>
                  <a:pt x="18358" y="1403"/>
                </a:lnTo>
                <a:lnTo>
                  <a:pt x="18546" y="1261"/>
                </a:lnTo>
                <a:lnTo>
                  <a:pt x="18773" y="1081"/>
                </a:lnTo>
                <a:lnTo>
                  <a:pt x="18949" y="939"/>
                </a:lnTo>
                <a:lnTo>
                  <a:pt x="19175" y="746"/>
                </a:lnTo>
                <a:lnTo>
                  <a:pt x="19364" y="605"/>
                </a:lnTo>
                <a:lnTo>
                  <a:pt x="19552" y="424"/>
                </a:lnTo>
                <a:lnTo>
                  <a:pt x="19691" y="321"/>
                </a:lnTo>
                <a:lnTo>
                  <a:pt x="19867" y="180"/>
                </a:lnTo>
                <a:lnTo>
                  <a:pt x="20055" y="0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7065461" y="3810657"/>
            <a:ext cx="20043" cy="13235"/>
          </a:xfrm>
          <a:custGeom>
            <a:avLst/>
            <a:gdLst/>
            <a:ahLst/>
            <a:cxnLst/>
            <a:rect l="l" t="t" r="r" b="b"/>
            <a:pathLst>
              <a:path w="20043" h="13235">
                <a:moveTo>
                  <a:pt x="0" y="13235"/>
                </a:moveTo>
                <a:lnTo>
                  <a:pt x="138" y="13183"/>
                </a:lnTo>
                <a:lnTo>
                  <a:pt x="314" y="13003"/>
                </a:lnTo>
                <a:lnTo>
                  <a:pt x="502" y="12862"/>
                </a:lnTo>
                <a:lnTo>
                  <a:pt x="641" y="12759"/>
                </a:lnTo>
                <a:lnTo>
                  <a:pt x="817" y="12617"/>
                </a:lnTo>
                <a:lnTo>
                  <a:pt x="1005" y="12437"/>
                </a:lnTo>
                <a:lnTo>
                  <a:pt x="1144" y="12385"/>
                </a:lnTo>
                <a:lnTo>
                  <a:pt x="1320" y="12205"/>
                </a:lnTo>
                <a:lnTo>
                  <a:pt x="1508" y="12063"/>
                </a:lnTo>
                <a:lnTo>
                  <a:pt x="1647" y="11960"/>
                </a:lnTo>
                <a:lnTo>
                  <a:pt x="1823" y="11819"/>
                </a:lnTo>
                <a:lnTo>
                  <a:pt x="2011" y="11638"/>
                </a:lnTo>
                <a:lnTo>
                  <a:pt x="2150" y="11587"/>
                </a:lnTo>
                <a:lnTo>
                  <a:pt x="2326" y="11407"/>
                </a:lnTo>
                <a:lnTo>
                  <a:pt x="2514" y="11265"/>
                </a:lnTo>
                <a:lnTo>
                  <a:pt x="2653" y="11162"/>
                </a:lnTo>
                <a:lnTo>
                  <a:pt x="2829" y="11020"/>
                </a:lnTo>
                <a:lnTo>
                  <a:pt x="3017" y="10892"/>
                </a:lnTo>
                <a:lnTo>
                  <a:pt x="3156" y="10789"/>
                </a:lnTo>
                <a:lnTo>
                  <a:pt x="3332" y="10647"/>
                </a:lnTo>
                <a:lnTo>
                  <a:pt x="3520" y="10505"/>
                </a:lnTo>
                <a:lnTo>
                  <a:pt x="3659" y="10415"/>
                </a:lnTo>
                <a:lnTo>
                  <a:pt x="3835" y="10274"/>
                </a:lnTo>
                <a:lnTo>
                  <a:pt x="4023" y="10132"/>
                </a:lnTo>
                <a:lnTo>
                  <a:pt x="4162" y="10042"/>
                </a:lnTo>
                <a:lnTo>
                  <a:pt x="4338" y="9900"/>
                </a:lnTo>
                <a:lnTo>
                  <a:pt x="4526" y="9759"/>
                </a:lnTo>
                <a:lnTo>
                  <a:pt x="4665" y="9669"/>
                </a:lnTo>
                <a:lnTo>
                  <a:pt x="4841" y="9527"/>
                </a:lnTo>
                <a:lnTo>
                  <a:pt x="5029" y="9385"/>
                </a:lnTo>
                <a:lnTo>
                  <a:pt x="5167" y="9295"/>
                </a:lnTo>
                <a:lnTo>
                  <a:pt x="5344" y="9154"/>
                </a:lnTo>
                <a:lnTo>
                  <a:pt x="5532" y="9012"/>
                </a:lnTo>
                <a:lnTo>
                  <a:pt x="5670" y="8909"/>
                </a:lnTo>
                <a:lnTo>
                  <a:pt x="5859" y="8780"/>
                </a:lnTo>
                <a:lnTo>
                  <a:pt x="6035" y="8639"/>
                </a:lnTo>
                <a:lnTo>
                  <a:pt x="6173" y="8536"/>
                </a:lnTo>
                <a:lnTo>
                  <a:pt x="6362" y="8394"/>
                </a:lnTo>
                <a:lnTo>
                  <a:pt x="6538" y="8252"/>
                </a:lnTo>
                <a:lnTo>
                  <a:pt x="6676" y="8214"/>
                </a:lnTo>
                <a:lnTo>
                  <a:pt x="6865" y="8072"/>
                </a:lnTo>
                <a:lnTo>
                  <a:pt x="7041" y="7930"/>
                </a:lnTo>
                <a:lnTo>
                  <a:pt x="7179" y="7840"/>
                </a:lnTo>
                <a:lnTo>
                  <a:pt x="7368" y="7699"/>
                </a:lnTo>
                <a:lnTo>
                  <a:pt x="7544" y="7557"/>
                </a:lnTo>
                <a:lnTo>
                  <a:pt x="7682" y="7506"/>
                </a:lnTo>
                <a:lnTo>
                  <a:pt x="7871" y="7364"/>
                </a:lnTo>
                <a:lnTo>
                  <a:pt x="8047" y="7222"/>
                </a:lnTo>
                <a:lnTo>
                  <a:pt x="8185" y="7132"/>
                </a:lnTo>
                <a:lnTo>
                  <a:pt x="8374" y="6991"/>
                </a:lnTo>
                <a:lnTo>
                  <a:pt x="8550" y="6849"/>
                </a:lnTo>
                <a:lnTo>
                  <a:pt x="8688" y="6797"/>
                </a:lnTo>
                <a:lnTo>
                  <a:pt x="8877" y="6669"/>
                </a:lnTo>
                <a:lnTo>
                  <a:pt x="9053" y="6527"/>
                </a:lnTo>
                <a:lnTo>
                  <a:pt x="9191" y="6476"/>
                </a:lnTo>
                <a:lnTo>
                  <a:pt x="9380" y="6334"/>
                </a:lnTo>
                <a:lnTo>
                  <a:pt x="9556" y="6192"/>
                </a:lnTo>
                <a:lnTo>
                  <a:pt x="9694" y="6102"/>
                </a:lnTo>
                <a:lnTo>
                  <a:pt x="9883" y="5999"/>
                </a:lnTo>
                <a:lnTo>
                  <a:pt x="10059" y="5870"/>
                </a:lnTo>
                <a:lnTo>
                  <a:pt x="10197" y="5767"/>
                </a:lnTo>
                <a:lnTo>
                  <a:pt x="10386" y="5626"/>
                </a:lnTo>
                <a:lnTo>
                  <a:pt x="10562" y="5536"/>
                </a:lnTo>
                <a:lnTo>
                  <a:pt x="10700" y="5446"/>
                </a:lnTo>
                <a:lnTo>
                  <a:pt x="10889" y="5304"/>
                </a:lnTo>
                <a:lnTo>
                  <a:pt x="11065" y="5214"/>
                </a:lnTo>
                <a:lnTo>
                  <a:pt x="11203" y="5111"/>
                </a:lnTo>
                <a:lnTo>
                  <a:pt x="11392" y="5021"/>
                </a:lnTo>
                <a:lnTo>
                  <a:pt x="11568" y="4879"/>
                </a:lnTo>
                <a:lnTo>
                  <a:pt x="11706" y="4789"/>
                </a:lnTo>
                <a:lnTo>
                  <a:pt x="11895" y="4686"/>
                </a:lnTo>
                <a:lnTo>
                  <a:pt x="12083" y="4557"/>
                </a:lnTo>
                <a:lnTo>
                  <a:pt x="12310" y="4416"/>
                </a:lnTo>
                <a:lnTo>
                  <a:pt x="12486" y="4313"/>
                </a:lnTo>
                <a:lnTo>
                  <a:pt x="12712" y="4171"/>
                </a:lnTo>
                <a:lnTo>
                  <a:pt x="12901" y="4029"/>
                </a:lnTo>
                <a:lnTo>
                  <a:pt x="13089" y="3939"/>
                </a:lnTo>
                <a:lnTo>
                  <a:pt x="13228" y="3849"/>
                </a:lnTo>
                <a:lnTo>
                  <a:pt x="13404" y="3759"/>
                </a:lnTo>
                <a:lnTo>
                  <a:pt x="13592" y="3617"/>
                </a:lnTo>
                <a:lnTo>
                  <a:pt x="13731" y="3566"/>
                </a:lnTo>
                <a:lnTo>
                  <a:pt x="13907" y="3424"/>
                </a:lnTo>
                <a:lnTo>
                  <a:pt x="14095" y="3334"/>
                </a:lnTo>
                <a:lnTo>
                  <a:pt x="14233" y="3231"/>
                </a:lnTo>
                <a:lnTo>
                  <a:pt x="14410" y="3141"/>
                </a:lnTo>
                <a:lnTo>
                  <a:pt x="14598" y="2999"/>
                </a:lnTo>
                <a:lnTo>
                  <a:pt x="14736" y="2961"/>
                </a:lnTo>
                <a:lnTo>
                  <a:pt x="14913" y="2819"/>
                </a:lnTo>
                <a:lnTo>
                  <a:pt x="15101" y="2716"/>
                </a:lnTo>
                <a:lnTo>
                  <a:pt x="15239" y="2677"/>
                </a:lnTo>
                <a:lnTo>
                  <a:pt x="15415" y="2536"/>
                </a:lnTo>
                <a:lnTo>
                  <a:pt x="15604" y="2446"/>
                </a:lnTo>
                <a:lnTo>
                  <a:pt x="15742" y="2343"/>
                </a:lnTo>
                <a:lnTo>
                  <a:pt x="15918" y="2253"/>
                </a:lnTo>
                <a:lnTo>
                  <a:pt x="16107" y="2111"/>
                </a:lnTo>
                <a:lnTo>
                  <a:pt x="16245" y="2059"/>
                </a:lnTo>
                <a:lnTo>
                  <a:pt x="16421" y="1969"/>
                </a:lnTo>
                <a:lnTo>
                  <a:pt x="16610" y="1828"/>
                </a:lnTo>
                <a:lnTo>
                  <a:pt x="16748" y="1776"/>
                </a:lnTo>
                <a:lnTo>
                  <a:pt x="16924" y="1686"/>
                </a:lnTo>
                <a:lnTo>
                  <a:pt x="17113" y="1544"/>
                </a:lnTo>
                <a:lnTo>
                  <a:pt x="17251" y="1506"/>
                </a:lnTo>
                <a:lnTo>
                  <a:pt x="17427" y="1403"/>
                </a:lnTo>
                <a:lnTo>
                  <a:pt x="17616" y="1261"/>
                </a:lnTo>
                <a:lnTo>
                  <a:pt x="17754" y="1223"/>
                </a:lnTo>
                <a:lnTo>
                  <a:pt x="17930" y="1120"/>
                </a:lnTo>
                <a:lnTo>
                  <a:pt x="18119" y="991"/>
                </a:lnTo>
                <a:lnTo>
                  <a:pt x="18257" y="939"/>
                </a:lnTo>
                <a:lnTo>
                  <a:pt x="18433" y="849"/>
                </a:lnTo>
                <a:lnTo>
                  <a:pt x="18622" y="746"/>
                </a:lnTo>
                <a:lnTo>
                  <a:pt x="18760" y="708"/>
                </a:lnTo>
                <a:lnTo>
                  <a:pt x="18936" y="566"/>
                </a:lnTo>
                <a:lnTo>
                  <a:pt x="19125" y="463"/>
                </a:lnTo>
                <a:lnTo>
                  <a:pt x="19263" y="424"/>
                </a:lnTo>
                <a:lnTo>
                  <a:pt x="19452" y="334"/>
                </a:lnTo>
                <a:lnTo>
                  <a:pt x="19628" y="193"/>
                </a:lnTo>
                <a:lnTo>
                  <a:pt x="19766" y="141"/>
                </a:lnTo>
                <a:lnTo>
                  <a:pt x="19955" y="51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7085505" y="3803383"/>
            <a:ext cx="20043" cy="7274"/>
          </a:xfrm>
          <a:custGeom>
            <a:avLst/>
            <a:gdLst/>
            <a:ahLst/>
            <a:cxnLst/>
            <a:rect l="l" t="t" r="r" b="b"/>
            <a:pathLst>
              <a:path w="20043" h="7274">
                <a:moveTo>
                  <a:pt x="0" y="7274"/>
                </a:moveTo>
                <a:lnTo>
                  <a:pt x="226" y="7184"/>
                </a:lnTo>
                <a:lnTo>
                  <a:pt x="414" y="7081"/>
                </a:lnTo>
                <a:lnTo>
                  <a:pt x="590" y="6939"/>
                </a:lnTo>
                <a:lnTo>
                  <a:pt x="729" y="6900"/>
                </a:lnTo>
                <a:lnTo>
                  <a:pt x="917" y="6810"/>
                </a:lnTo>
                <a:lnTo>
                  <a:pt x="1093" y="6707"/>
                </a:lnTo>
                <a:lnTo>
                  <a:pt x="1232" y="6669"/>
                </a:lnTo>
                <a:lnTo>
                  <a:pt x="1420" y="6566"/>
                </a:lnTo>
                <a:lnTo>
                  <a:pt x="1596" y="6476"/>
                </a:lnTo>
                <a:lnTo>
                  <a:pt x="1735" y="6424"/>
                </a:lnTo>
                <a:lnTo>
                  <a:pt x="1823" y="6385"/>
                </a:lnTo>
                <a:lnTo>
                  <a:pt x="1923" y="6334"/>
                </a:lnTo>
                <a:lnTo>
                  <a:pt x="2011" y="6282"/>
                </a:lnTo>
                <a:lnTo>
                  <a:pt x="2099" y="6192"/>
                </a:lnTo>
                <a:lnTo>
                  <a:pt x="2238" y="6154"/>
                </a:lnTo>
                <a:lnTo>
                  <a:pt x="2426" y="6051"/>
                </a:lnTo>
                <a:lnTo>
                  <a:pt x="2602" y="5961"/>
                </a:lnTo>
                <a:lnTo>
                  <a:pt x="2741" y="5909"/>
                </a:lnTo>
                <a:lnTo>
                  <a:pt x="2929" y="5819"/>
                </a:lnTo>
                <a:lnTo>
                  <a:pt x="3105" y="5729"/>
                </a:lnTo>
                <a:lnTo>
                  <a:pt x="3244" y="5677"/>
                </a:lnTo>
                <a:lnTo>
                  <a:pt x="3432" y="5587"/>
                </a:lnTo>
                <a:lnTo>
                  <a:pt x="3608" y="5497"/>
                </a:lnTo>
                <a:lnTo>
                  <a:pt x="3747" y="5446"/>
                </a:lnTo>
                <a:lnTo>
                  <a:pt x="3935" y="5355"/>
                </a:lnTo>
                <a:lnTo>
                  <a:pt x="4111" y="5252"/>
                </a:lnTo>
                <a:lnTo>
                  <a:pt x="4250" y="5252"/>
                </a:lnTo>
                <a:lnTo>
                  <a:pt x="4438" y="5162"/>
                </a:lnTo>
                <a:lnTo>
                  <a:pt x="4614" y="5072"/>
                </a:lnTo>
                <a:lnTo>
                  <a:pt x="4753" y="5021"/>
                </a:lnTo>
                <a:lnTo>
                  <a:pt x="4941" y="4931"/>
                </a:lnTo>
                <a:lnTo>
                  <a:pt x="5117" y="4828"/>
                </a:lnTo>
                <a:lnTo>
                  <a:pt x="5256" y="4789"/>
                </a:lnTo>
                <a:lnTo>
                  <a:pt x="5444" y="4699"/>
                </a:lnTo>
                <a:lnTo>
                  <a:pt x="5633" y="4596"/>
                </a:lnTo>
                <a:lnTo>
                  <a:pt x="5859" y="4506"/>
                </a:lnTo>
                <a:lnTo>
                  <a:pt x="6035" y="4454"/>
                </a:lnTo>
                <a:lnTo>
                  <a:pt x="6261" y="4364"/>
                </a:lnTo>
                <a:lnTo>
                  <a:pt x="6450" y="4274"/>
                </a:lnTo>
                <a:lnTo>
                  <a:pt x="6639" y="4171"/>
                </a:lnTo>
                <a:lnTo>
                  <a:pt x="6777" y="4132"/>
                </a:lnTo>
                <a:lnTo>
                  <a:pt x="6953" y="4081"/>
                </a:lnTo>
                <a:lnTo>
                  <a:pt x="7142" y="3991"/>
                </a:lnTo>
                <a:lnTo>
                  <a:pt x="7280" y="3939"/>
                </a:lnTo>
                <a:lnTo>
                  <a:pt x="7456" y="3849"/>
                </a:lnTo>
                <a:lnTo>
                  <a:pt x="7645" y="3798"/>
                </a:lnTo>
                <a:lnTo>
                  <a:pt x="7783" y="3759"/>
                </a:lnTo>
                <a:lnTo>
                  <a:pt x="7959" y="3656"/>
                </a:lnTo>
                <a:lnTo>
                  <a:pt x="8148" y="3566"/>
                </a:lnTo>
                <a:lnTo>
                  <a:pt x="8286" y="3514"/>
                </a:lnTo>
                <a:lnTo>
                  <a:pt x="8462" y="3476"/>
                </a:lnTo>
                <a:lnTo>
                  <a:pt x="8651" y="3386"/>
                </a:lnTo>
                <a:lnTo>
                  <a:pt x="8789" y="3334"/>
                </a:lnTo>
                <a:lnTo>
                  <a:pt x="8965" y="3283"/>
                </a:lnTo>
                <a:lnTo>
                  <a:pt x="9154" y="3192"/>
                </a:lnTo>
                <a:lnTo>
                  <a:pt x="9292" y="3141"/>
                </a:lnTo>
                <a:lnTo>
                  <a:pt x="9468" y="3102"/>
                </a:lnTo>
                <a:lnTo>
                  <a:pt x="9656" y="2999"/>
                </a:lnTo>
                <a:lnTo>
                  <a:pt x="9795" y="2961"/>
                </a:lnTo>
                <a:lnTo>
                  <a:pt x="9971" y="2909"/>
                </a:lnTo>
                <a:lnTo>
                  <a:pt x="10159" y="2819"/>
                </a:lnTo>
                <a:lnTo>
                  <a:pt x="10298" y="2768"/>
                </a:lnTo>
                <a:lnTo>
                  <a:pt x="10474" y="2716"/>
                </a:lnTo>
                <a:lnTo>
                  <a:pt x="10662" y="2626"/>
                </a:lnTo>
                <a:lnTo>
                  <a:pt x="10801" y="2626"/>
                </a:lnTo>
                <a:lnTo>
                  <a:pt x="10977" y="2536"/>
                </a:lnTo>
                <a:lnTo>
                  <a:pt x="11165" y="2484"/>
                </a:lnTo>
                <a:lnTo>
                  <a:pt x="11304" y="2446"/>
                </a:lnTo>
                <a:lnTo>
                  <a:pt x="11480" y="2343"/>
                </a:lnTo>
                <a:lnTo>
                  <a:pt x="11668" y="2304"/>
                </a:lnTo>
                <a:lnTo>
                  <a:pt x="11807" y="2253"/>
                </a:lnTo>
                <a:lnTo>
                  <a:pt x="11983" y="2201"/>
                </a:lnTo>
                <a:lnTo>
                  <a:pt x="12171" y="2111"/>
                </a:lnTo>
                <a:lnTo>
                  <a:pt x="12310" y="2111"/>
                </a:lnTo>
                <a:lnTo>
                  <a:pt x="12486" y="2021"/>
                </a:lnTo>
                <a:lnTo>
                  <a:pt x="12674" y="1969"/>
                </a:lnTo>
                <a:lnTo>
                  <a:pt x="12813" y="1931"/>
                </a:lnTo>
                <a:lnTo>
                  <a:pt x="13001" y="1879"/>
                </a:lnTo>
                <a:lnTo>
                  <a:pt x="13177" y="1789"/>
                </a:lnTo>
                <a:lnTo>
                  <a:pt x="13316" y="1789"/>
                </a:lnTo>
                <a:lnTo>
                  <a:pt x="13504" y="1686"/>
                </a:lnTo>
                <a:lnTo>
                  <a:pt x="13680" y="1647"/>
                </a:lnTo>
                <a:lnTo>
                  <a:pt x="13819" y="1596"/>
                </a:lnTo>
                <a:lnTo>
                  <a:pt x="14007" y="1544"/>
                </a:lnTo>
                <a:lnTo>
                  <a:pt x="14183" y="1506"/>
                </a:lnTo>
                <a:lnTo>
                  <a:pt x="14322" y="1454"/>
                </a:lnTo>
                <a:lnTo>
                  <a:pt x="14510" y="1403"/>
                </a:lnTo>
                <a:lnTo>
                  <a:pt x="14686" y="1364"/>
                </a:lnTo>
                <a:lnTo>
                  <a:pt x="14824" y="1313"/>
                </a:lnTo>
                <a:lnTo>
                  <a:pt x="15013" y="1274"/>
                </a:lnTo>
                <a:lnTo>
                  <a:pt x="15189" y="1223"/>
                </a:lnTo>
                <a:lnTo>
                  <a:pt x="15327" y="1171"/>
                </a:lnTo>
                <a:lnTo>
                  <a:pt x="15516" y="1132"/>
                </a:lnTo>
                <a:lnTo>
                  <a:pt x="15692" y="1081"/>
                </a:lnTo>
                <a:lnTo>
                  <a:pt x="15830" y="1029"/>
                </a:lnTo>
                <a:lnTo>
                  <a:pt x="16019" y="991"/>
                </a:lnTo>
                <a:lnTo>
                  <a:pt x="16195" y="939"/>
                </a:lnTo>
                <a:lnTo>
                  <a:pt x="16333" y="888"/>
                </a:lnTo>
                <a:lnTo>
                  <a:pt x="16522" y="849"/>
                </a:lnTo>
                <a:lnTo>
                  <a:pt x="16698" y="798"/>
                </a:lnTo>
                <a:lnTo>
                  <a:pt x="16836" y="746"/>
                </a:lnTo>
                <a:lnTo>
                  <a:pt x="17025" y="708"/>
                </a:lnTo>
                <a:lnTo>
                  <a:pt x="17201" y="656"/>
                </a:lnTo>
                <a:lnTo>
                  <a:pt x="17339" y="605"/>
                </a:lnTo>
                <a:lnTo>
                  <a:pt x="17528" y="566"/>
                </a:lnTo>
                <a:lnTo>
                  <a:pt x="17704" y="514"/>
                </a:lnTo>
                <a:lnTo>
                  <a:pt x="17842" y="514"/>
                </a:lnTo>
                <a:lnTo>
                  <a:pt x="18031" y="476"/>
                </a:lnTo>
                <a:lnTo>
                  <a:pt x="18207" y="424"/>
                </a:lnTo>
                <a:lnTo>
                  <a:pt x="18345" y="373"/>
                </a:lnTo>
                <a:lnTo>
                  <a:pt x="18534" y="334"/>
                </a:lnTo>
                <a:lnTo>
                  <a:pt x="18710" y="283"/>
                </a:lnTo>
                <a:lnTo>
                  <a:pt x="18848" y="283"/>
                </a:lnTo>
                <a:lnTo>
                  <a:pt x="19037" y="231"/>
                </a:lnTo>
                <a:lnTo>
                  <a:pt x="19225" y="193"/>
                </a:lnTo>
                <a:lnTo>
                  <a:pt x="19452" y="141"/>
                </a:lnTo>
                <a:lnTo>
                  <a:pt x="19628" y="90"/>
                </a:lnTo>
                <a:lnTo>
                  <a:pt x="19854" y="51"/>
                </a:lnTo>
                <a:lnTo>
                  <a:pt x="20043" y="0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7105548" y="3801928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1454"/>
                </a:moveTo>
                <a:lnTo>
                  <a:pt x="188" y="1403"/>
                </a:lnTo>
                <a:lnTo>
                  <a:pt x="326" y="1403"/>
                </a:lnTo>
                <a:lnTo>
                  <a:pt x="502" y="1364"/>
                </a:lnTo>
                <a:lnTo>
                  <a:pt x="691" y="1313"/>
                </a:lnTo>
                <a:lnTo>
                  <a:pt x="829" y="1313"/>
                </a:lnTo>
                <a:lnTo>
                  <a:pt x="1005" y="1274"/>
                </a:lnTo>
                <a:lnTo>
                  <a:pt x="1194" y="1223"/>
                </a:lnTo>
                <a:lnTo>
                  <a:pt x="1332" y="1171"/>
                </a:lnTo>
                <a:lnTo>
                  <a:pt x="1508" y="1171"/>
                </a:lnTo>
                <a:lnTo>
                  <a:pt x="1697" y="1132"/>
                </a:lnTo>
                <a:lnTo>
                  <a:pt x="1835" y="1081"/>
                </a:lnTo>
                <a:lnTo>
                  <a:pt x="2011" y="1081"/>
                </a:lnTo>
                <a:lnTo>
                  <a:pt x="2200" y="1029"/>
                </a:lnTo>
                <a:lnTo>
                  <a:pt x="2338" y="1029"/>
                </a:lnTo>
                <a:lnTo>
                  <a:pt x="2514" y="991"/>
                </a:lnTo>
                <a:lnTo>
                  <a:pt x="2703" y="939"/>
                </a:lnTo>
                <a:lnTo>
                  <a:pt x="2841" y="939"/>
                </a:lnTo>
                <a:lnTo>
                  <a:pt x="3017" y="888"/>
                </a:lnTo>
                <a:lnTo>
                  <a:pt x="3206" y="849"/>
                </a:lnTo>
                <a:lnTo>
                  <a:pt x="3344" y="849"/>
                </a:lnTo>
                <a:lnTo>
                  <a:pt x="3520" y="798"/>
                </a:lnTo>
                <a:lnTo>
                  <a:pt x="3709" y="798"/>
                </a:lnTo>
                <a:lnTo>
                  <a:pt x="3847" y="746"/>
                </a:lnTo>
                <a:lnTo>
                  <a:pt x="4023" y="746"/>
                </a:lnTo>
                <a:lnTo>
                  <a:pt x="4212" y="708"/>
                </a:lnTo>
                <a:lnTo>
                  <a:pt x="4350" y="708"/>
                </a:lnTo>
                <a:lnTo>
                  <a:pt x="4526" y="656"/>
                </a:lnTo>
                <a:lnTo>
                  <a:pt x="4715" y="617"/>
                </a:lnTo>
                <a:lnTo>
                  <a:pt x="4853" y="617"/>
                </a:lnTo>
                <a:lnTo>
                  <a:pt x="5029" y="617"/>
                </a:lnTo>
                <a:lnTo>
                  <a:pt x="5218" y="566"/>
                </a:lnTo>
                <a:lnTo>
                  <a:pt x="5356" y="566"/>
                </a:lnTo>
                <a:lnTo>
                  <a:pt x="5532" y="514"/>
                </a:lnTo>
                <a:lnTo>
                  <a:pt x="5721" y="514"/>
                </a:lnTo>
                <a:lnTo>
                  <a:pt x="5859" y="476"/>
                </a:lnTo>
                <a:lnTo>
                  <a:pt x="6035" y="476"/>
                </a:lnTo>
                <a:lnTo>
                  <a:pt x="6224" y="424"/>
                </a:lnTo>
                <a:lnTo>
                  <a:pt x="6362" y="424"/>
                </a:lnTo>
                <a:lnTo>
                  <a:pt x="6538" y="424"/>
                </a:lnTo>
                <a:lnTo>
                  <a:pt x="6727" y="373"/>
                </a:lnTo>
                <a:lnTo>
                  <a:pt x="6865" y="373"/>
                </a:lnTo>
                <a:lnTo>
                  <a:pt x="7054" y="334"/>
                </a:lnTo>
                <a:lnTo>
                  <a:pt x="7230" y="334"/>
                </a:lnTo>
                <a:lnTo>
                  <a:pt x="7368" y="334"/>
                </a:lnTo>
                <a:lnTo>
                  <a:pt x="7557" y="283"/>
                </a:lnTo>
                <a:lnTo>
                  <a:pt x="7733" y="283"/>
                </a:lnTo>
                <a:lnTo>
                  <a:pt x="7871" y="283"/>
                </a:lnTo>
                <a:lnTo>
                  <a:pt x="8060" y="231"/>
                </a:lnTo>
                <a:lnTo>
                  <a:pt x="8236" y="231"/>
                </a:lnTo>
                <a:lnTo>
                  <a:pt x="8374" y="231"/>
                </a:lnTo>
                <a:lnTo>
                  <a:pt x="8563" y="231"/>
                </a:lnTo>
                <a:lnTo>
                  <a:pt x="8739" y="193"/>
                </a:lnTo>
                <a:lnTo>
                  <a:pt x="8877" y="193"/>
                </a:lnTo>
                <a:lnTo>
                  <a:pt x="9066" y="193"/>
                </a:lnTo>
                <a:lnTo>
                  <a:pt x="9242" y="141"/>
                </a:lnTo>
                <a:lnTo>
                  <a:pt x="9380" y="141"/>
                </a:lnTo>
                <a:lnTo>
                  <a:pt x="9568" y="141"/>
                </a:lnTo>
                <a:lnTo>
                  <a:pt x="9745" y="141"/>
                </a:lnTo>
                <a:lnTo>
                  <a:pt x="9883" y="141"/>
                </a:lnTo>
                <a:lnTo>
                  <a:pt x="10071" y="90"/>
                </a:lnTo>
                <a:lnTo>
                  <a:pt x="10247" y="90"/>
                </a:lnTo>
                <a:lnTo>
                  <a:pt x="10386" y="90"/>
                </a:lnTo>
                <a:lnTo>
                  <a:pt x="10574" y="90"/>
                </a:lnTo>
                <a:lnTo>
                  <a:pt x="10750" y="90"/>
                </a:lnTo>
                <a:lnTo>
                  <a:pt x="10889" y="51"/>
                </a:lnTo>
                <a:lnTo>
                  <a:pt x="11077" y="51"/>
                </a:lnTo>
                <a:lnTo>
                  <a:pt x="11253" y="51"/>
                </a:lnTo>
                <a:lnTo>
                  <a:pt x="11392" y="51"/>
                </a:lnTo>
                <a:lnTo>
                  <a:pt x="11580" y="51"/>
                </a:lnTo>
                <a:lnTo>
                  <a:pt x="11756" y="51"/>
                </a:lnTo>
                <a:lnTo>
                  <a:pt x="11895" y="51"/>
                </a:lnTo>
                <a:lnTo>
                  <a:pt x="12083" y="0"/>
                </a:lnTo>
                <a:lnTo>
                  <a:pt x="12259" y="0"/>
                </a:lnTo>
                <a:lnTo>
                  <a:pt x="12398" y="0"/>
                </a:lnTo>
                <a:lnTo>
                  <a:pt x="12586" y="0"/>
                </a:lnTo>
                <a:lnTo>
                  <a:pt x="12775" y="0"/>
                </a:lnTo>
                <a:lnTo>
                  <a:pt x="13001" y="0"/>
                </a:lnTo>
                <a:lnTo>
                  <a:pt x="13177" y="0"/>
                </a:lnTo>
                <a:lnTo>
                  <a:pt x="13404" y="0"/>
                </a:lnTo>
                <a:lnTo>
                  <a:pt x="13592" y="0"/>
                </a:lnTo>
                <a:lnTo>
                  <a:pt x="13781" y="0"/>
                </a:lnTo>
                <a:lnTo>
                  <a:pt x="14007" y="0"/>
                </a:lnTo>
                <a:lnTo>
                  <a:pt x="14183" y="0"/>
                </a:lnTo>
                <a:lnTo>
                  <a:pt x="14422" y="0"/>
                </a:lnTo>
                <a:lnTo>
                  <a:pt x="14598" y="0"/>
                </a:lnTo>
                <a:lnTo>
                  <a:pt x="14787" y="0"/>
                </a:lnTo>
                <a:lnTo>
                  <a:pt x="14925" y="0"/>
                </a:lnTo>
                <a:lnTo>
                  <a:pt x="15101" y="0"/>
                </a:lnTo>
                <a:lnTo>
                  <a:pt x="15290" y="0"/>
                </a:lnTo>
                <a:lnTo>
                  <a:pt x="15428" y="0"/>
                </a:lnTo>
                <a:lnTo>
                  <a:pt x="15604" y="51"/>
                </a:lnTo>
                <a:lnTo>
                  <a:pt x="15793" y="51"/>
                </a:lnTo>
                <a:lnTo>
                  <a:pt x="15931" y="51"/>
                </a:lnTo>
                <a:lnTo>
                  <a:pt x="16107" y="51"/>
                </a:lnTo>
                <a:lnTo>
                  <a:pt x="16296" y="51"/>
                </a:lnTo>
                <a:lnTo>
                  <a:pt x="16434" y="51"/>
                </a:lnTo>
                <a:lnTo>
                  <a:pt x="16610" y="51"/>
                </a:lnTo>
                <a:lnTo>
                  <a:pt x="16799" y="51"/>
                </a:lnTo>
                <a:lnTo>
                  <a:pt x="16937" y="90"/>
                </a:lnTo>
                <a:lnTo>
                  <a:pt x="17113" y="90"/>
                </a:lnTo>
                <a:lnTo>
                  <a:pt x="17302" y="90"/>
                </a:lnTo>
                <a:lnTo>
                  <a:pt x="17440" y="90"/>
                </a:lnTo>
                <a:lnTo>
                  <a:pt x="17616" y="90"/>
                </a:lnTo>
                <a:lnTo>
                  <a:pt x="17805" y="141"/>
                </a:lnTo>
                <a:lnTo>
                  <a:pt x="17943" y="141"/>
                </a:lnTo>
                <a:lnTo>
                  <a:pt x="18119" y="141"/>
                </a:lnTo>
                <a:lnTo>
                  <a:pt x="18308" y="141"/>
                </a:lnTo>
                <a:lnTo>
                  <a:pt x="18446" y="141"/>
                </a:lnTo>
                <a:lnTo>
                  <a:pt x="18622" y="193"/>
                </a:lnTo>
                <a:lnTo>
                  <a:pt x="18811" y="193"/>
                </a:lnTo>
                <a:lnTo>
                  <a:pt x="18949" y="193"/>
                </a:lnTo>
                <a:lnTo>
                  <a:pt x="19125" y="231"/>
                </a:lnTo>
                <a:lnTo>
                  <a:pt x="19313" y="231"/>
                </a:lnTo>
                <a:lnTo>
                  <a:pt x="19452" y="231"/>
                </a:lnTo>
                <a:lnTo>
                  <a:pt x="19628" y="283"/>
                </a:lnTo>
                <a:lnTo>
                  <a:pt x="19816" y="283"/>
                </a:lnTo>
                <a:lnTo>
                  <a:pt x="19955" y="283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7125591" y="3802211"/>
            <a:ext cx="20043" cy="4969"/>
          </a:xfrm>
          <a:custGeom>
            <a:avLst/>
            <a:gdLst/>
            <a:ahLst/>
            <a:cxnLst/>
            <a:rect l="l" t="t" r="r" b="b"/>
            <a:pathLst>
              <a:path w="20043" h="4969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3" y="90"/>
                </a:lnTo>
                <a:lnTo>
                  <a:pt x="779" y="90"/>
                </a:lnTo>
                <a:lnTo>
                  <a:pt x="917" y="90"/>
                </a:lnTo>
                <a:lnTo>
                  <a:pt x="1106" y="141"/>
                </a:lnTo>
                <a:lnTo>
                  <a:pt x="1282" y="141"/>
                </a:lnTo>
                <a:lnTo>
                  <a:pt x="1420" y="141"/>
                </a:lnTo>
                <a:lnTo>
                  <a:pt x="1609" y="193"/>
                </a:lnTo>
                <a:lnTo>
                  <a:pt x="1785" y="193"/>
                </a:lnTo>
                <a:lnTo>
                  <a:pt x="1923" y="231"/>
                </a:lnTo>
                <a:lnTo>
                  <a:pt x="2112" y="231"/>
                </a:lnTo>
                <a:lnTo>
                  <a:pt x="2288" y="283"/>
                </a:lnTo>
                <a:lnTo>
                  <a:pt x="2426" y="283"/>
                </a:lnTo>
                <a:lnTo>
                  <a:pt x="2615" y="334"/>
                </a:lnTo>
                <a:lnTo>
                  <a:pt x="2791" y="334"/>
                </a:lnTo>
                <a:lnTo>
                  <a:pt x="2929" y="373"/>
                </a:lnTo>
                <a:lnTo>
                  <a:pt x="3118" y="373"/>
                </a:lnTo>
                <a:lnTo>
                  <a:pt x="3294" y="424"/>
                </a:lnTo>
                <a:lnTo>
                  <a:pt x="3432" y="424"/>
                </a:lnTo>
                <a:lnTo>
                  <a:pt x="3621" y="463"/>
                </a:lnTo>
                <a:lnTo>
                  <a:pt x="3797" y="463"/>
                </a:lnTo>
                <a:lnTo>
                  <a:pt x="3935" y="514"/>
                </a:lnTo>
                <a:lnTo>
                  <a:pt x="4124" y="514"/>
                </a:lnTo>
                <a:lnTo>
                  <a:pt x="4300" y="566"/>
                </a:lnTo>
                <a:lnTo>
                  <a:pt x="4438" y="566"/>
                </a:lnTo>
                <a:lnTo>
                  <a:pt x="4627" y="605"/>
                </a:lnTo>
                <a:lnTo>
                  <a:pt x="4803" y="656"/>
                </a:lnTo>
                <a:lnTo>
                  <a:pt x="4941" y="656"/>
                </a:lnTo>
                <a:lnTo>
                  <a:pt x="5130" y="708"/>
                </a:lnTo>
                <a:lnTo>
                  <a:pt x="5306" y="746"/>
                </a:lnTo>
                <a:lnTo>
                  <a:pt x="5444" y="746"/>
                </a:lnTo>
                <a:lnTo>
                  <a:pt x="5633" y="798"/>
                </a:lnTo>
                <a:lnTo>
                  <a:pt x="5809" y="849"/>
                </a:lnTo>
                <a:lnTo>
                  <a:pt x="5947" y="849"/>
                </a:lnTo>
                <a:lnTo>
                  <a:pt x="6136" y="888"/>
                </a:lnTo>
                <a:lnTo>
                  <a:pt x="6312" y="939"/>
                </a:lnTo>
                <a:lnTo>
                  <a:pt x="6450" y="939"/>
                </a:lnTo>
                <a:lnTo>
                  <a:pt x="6639" y="991"/>
                </a:lnTo>
                <a:lnTo>
                  <a:pt x="6827" y="1029"/>
                </a:lnTo>
                <a:lnTo>
                  <a:pt x="7054" y="1081"/>
                </a:lnTo>
                <a:lnTo>
                  <a:pt x="7230" y="1120"/>
                </a:lnTo>
                <a:lnTo>
                  <a:pt x="7456" y="1120"/>
                </a:lnTo>
                <a:lnTo>
                  <a:pt x="7645" y="1171"/>
                </a:lnTo>
                <a:lnTo>
                  <a:pt x="7833" y="1223"/>
                </a:lnTo>
                <a:lnTo>
                  <a:pt x="7972" y="1261"/>
                </a:lnTo>
                <a:lnTo>
                  <a:pt x="8148" y="1313"/>
                </a:lnTo>
                <a:lnTo>
                  <a:pt x="8336" y="1364"/>
                </a:lnTo>
                <a:lnTo>
                  <a:pt x="8475" y="1364"/>
                </a:lnTo>
                <a:lnTo>
                  <a:pt x="8651" y="1403"/>
                </a:lnTo>
                <a:lnTo>
                  <a:pt x="8839" y="1454"/>
                </a:lnTo>
                <a:lnTo>
                  <a:pt x="8977" y="1454"/>
                </a:lnTo>
                <a:lnTo>
                  <a:pt x="9154" y="1506"/>
                </a:lnTo>
                <a:lnTo>
                  <a:pt x="9342" y="1544"/>
                </a:lnTo>
                <a:lnTo>
                  <a:pt x="9480" y="1596"/>
                </a:lnTo>
                <a:lnTo>
                  <a:pt x="9656" y="1647"/>
                </a:lnTo>
                <a:lnTo>
                  <a:pt x="9845" y="1686"/>
                </a:lnTo>
                <a:lnTo>
                  <a:pt x="9983" y="1738"/>
                </a:lnTo>
                <a:lnTo>
                  <a:pt x="10159" y="1776"/>
                </a:lnTo>
                <a:lnTo>
                  <a:pt x="10348" y="1828"/>
                </a:lnTo>
                <a:lnTo>
                  <a:pt x="10486" y="1828"/>
                </a:lnTo>
                <a:lnTo>
                  <a:pt x="10662" y="1879"/>
                </a:lnTo>
                <a:lnTo>
                  <a:pt x="10851" y="1969"/>
                </a:lnTo>
                <a:lnTo>
                  <a:pt x="10989" y="1969"/>
                </a:lnTo>
                <a:lnTo>
                  <a:pt x="11165" y="2021"/>
                </a:lnTo>
                <a:lnTo>
                  <a:pt x="11354" y="2059"/>
                </a:lnTo>
                <a:lnTo>
                  <a:pt x="11492" y="2111"/>
                </a:lnTo>
                <a:lnTo>
                  <a:pt x="11668" y="2162"/>
                </a:lnTo>
                <a:lnTo>
                  <a:pt x="11857" y="2201"/>
                </a:lnTo>
                <a:lnTo>
                  <a:pt x="11995" y="2253"/>
                </a:lnTo>
                <a:lnTo>
                  <a:pt x="12171" y="2304"/>
                </a:lnTo>
                <a:lnTo>
                  <a:pt x="12360" y="2343"/>
                </a:lnTo>
                <a:lnTo>
                  <a:pt x="12498" y="2394"/>
                </a:lnTo>
                <a:lnTo>
                  <a:pt x="12674" y="2446"/>
                </a:lnTo>
                <a:lnTo>
                  <a:pt x="12863" y="2484"/>
                </a:lnTo>
                <a:lnTo>
                  <a:pt x="13001" y="2536"/>
                </a:lnTo>
                <a:lnTo>
                  <a:pt x="13177" y="2574"/>
                </a:lnTo>
                <a:lnTo>
                  <a:pt x="13366" y="2677"/>
                </a:lnTo>
                <a:lnTo>
                  <a:pt x="13504" y="2677"/>
                </a:lnTo>
                <a:lnTo>
                  <a:pt x="13680" y="2716"/>
                </a:lnTo>
                <a:lnTo>
                  <a:pt x="13869" y="2819"/>
                </a:lnTo>
                <a:lnTo>
                  <a:pt x="14007" y="2819"/>
                </a:lnTo>
                <a:lnTo>
                  <a:pt x="14196" y="2909"/>
                </a:lnTo>
                <a:lnTo>
                  <a:pt x="14372" y="2961"/>
                </a:lnTo>
                <a:lnTo>
                  <a:pt x="14510" y="2999"/>
                </a:lnTo>
                <a:lnTo>
                  <a:pt x="14699" y="3051"/>
                </a:lnTo>
                <a:lnTo>
                  <a:pt x="14875" y="3141"/>
                </a:lnTo>
                <a:lnTo>
                  <a:pt x="15013" y="3141"/>
                </a:lnTo>
                <a:lnTo>
                  <a:pt x="15202" y="3231"/>
                </a:lnTo>
                <a:lnTo>
                  <a:pt x="15378" y="3283"/>
                </a:lnTo>
                <a:lnTo>
                  <a:pt x="15516" y="3334"/>
                </a:lnTo>
                <a:lnTo>
                  <a:pt x="15705" y="3373"/>
                </a:lnTo>
                <a:lnTo>
                  <a:pt x="15881" y="3476"/>
                </a:lnTo>
                <a:lnTo>
                  <a:pt x="16019" y="3476"/>
                </a:lnTo>
                <a:lnTo>
                  <a:pt x="16208" y="3566"/>
                </a:lnTo>
                <a:lnTo>
                  <a:pt x="16384" y="3617"/>
                </a:lnTo>
                <a:lnTo>
                  <a:pt x="16522" y="3656"/>
                </a:lnTo>
                <a:lnTo>
                  <a:pt x="16711" y="3707"/>
                </a:lnTo>
                <a:lnTo>
                  <a:pt x="16937" y="3798"/>
                </a:lnTo>
                <a:lnTo>
                  <a:pt x="17113" y="3849"/>
                </a:lnTo>
                <a:lnTo>
                  <a:pt x="17302" y="3939"/>
                </a:lnTo>
                <a:lnTo>
                  <a:pt x="17440" y="3991"/>
                </a:lnTo>
                <a:lnTo>
                  <a:pt x="17629" y="4029"/>
                </a:lnTo>
                <a:lnTo>
                  <a:pt x="17805" y="4132"/>
                </a:lnTo>
                <a:lnTo>
                  <a:pt x="17943" y="4171"/>
                </a:lnTo>
                <a:lnTo>
                  <a:pt x="18132" y="4222"/>
                </a:lnTo>
                <a:lnTo>
                  <a:pt x="18308" y="4313"/>
                </a:lnTo>
                <a:lnTo>
                  <a:pt x="18446" y="4364"/>
                </a:lnTo>
                <a:lnTo>
                  <a:pt x="18634" y="4416"/>
                </a:lnTo>
                <a:lnTo>
                  <a:pt x="18811" y="4506"/>
                </a:lnTo>
                <a:lnTo>
                  <a:pt x="18949" y="4557"/>
                </a:lnTo>
                <a:lnTo>
                  <a:pt x="19137" y="4596"/>
                </a:lnTo>
                <a:lnTo>
                  <a:pt x="19313" y="4686"/>
                </a:lnTo>
                <a:lnTo>
                  <a:pt x="19452" y="4737"/>
                </a:lnTo>
                <a:lnTo>
                  <a:pt x="19640" y="4828"/>
                </a:lnTo>
                <a:lnTo>
                  <a:pt x="19816" y="4879"/>
                </a:lnTo>
                <a:lnTo>
                  <a:pt x="19955" y="4931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7145634" y="3807181"/>
            <a:ext cx="20055" cy="10982"/>
          </a:xfrm>
          <a:custGeom>
            <a:avLst/>
            <a:gdLst/>
            <a:ahLst/>
            <a:cxnLst/>
            <a:rect l="l" t="t" r="r" b="b"/>
            <a:pathLst>
              <a:path w="20055" h="10982">
                <a:moveTo>
                  <a:pt x="0" y="0"/>
                </a:moveTo>
                <a:lnTo>
                  <a:pt x="188" y="102"/>
                </a:lnTo>
                <a:lnTo>
                  <a:pt x="414" y="141"/>
                </a:lnTo>
                <a:lnTo>
                  <a:pt x="603" y="244"/>
                </a:lnTo>
                <a:lnTo>
                  <a:pt x="779" y="334"/>
                </a:lnTo>
                <a:lnTo>
                  <a:pt x="917" y="373"/>
                </a:lnTo>
                <a:lnTo>
                  <a:pt x="1106" y="476"/>
                </a:lnTo>
                <a:lnTo>
                  <a:pt x="1282" y="514"/>
                </a:lnTo>
                <a:lnTo>
                  <a:pt x="1420" y="566"/>
                </a:lnTo>
                <a:lnTo>
                  <a:pt x="1609" y="656"/>
                </a:lnTo>
                <a:lnTo>
                  <a:pt x="1785" y="759"/>
                </a:lnTo>
                <a:lnTo>
                  <a:pt x="1923" y="798"/>
                </a:lnTo>
                <a:lnTo>
                  <a:pt x="2112" y="901"/>
                </a:lnTo>
                <a:lnTo>
                  <a:pt x="2288" y="991"/>
                </a:lnTo>
                <a:lnTo>
                  <a:pt x="2426" y="991"/>
                </a:lnTo>
                <a:lnTo>
                  <a:pt x="2615" y="1081"/>
                </a:lnTo>
                <a:lnTo>
                  <a:pt x="2791" y="1171"/>
                </a:lnTo>
                <a:lnTo>
                  <a:pt x="2929" y="1223"/>
                </a:lnTo>
                <a:lnTo>
                  <a:pt x="3118" y="1313"/>
                </a:lnTo>
                <a:lnTo>
                  <a:pt x="3294" y="1416"/>
                </a:lnTo>
                <a:lnTo>
                  <a:pt x="3432" y="1454"/>
                </a:lnTo>
                <a:lnTo>
                  <a:pt x="3621" y="1557"/>
                </a:lnTo>
                <a:lnTo>
                  <a:pt x="3809" y="1647"/>
                </a:lnTo>
                <a:lnTo>
                  <a:pt x="4036" y="1738"/>
                </a:lnTo>
                <a:lnTo>
                  <a:pt x="4212" y="1828"/>
                </a:lnTo>
                <a:lnTo>
                  <a:pt x="4438" y="1931"/>
                </a:lnTo>
                <a:lnTo>
                  <a:pt x="4627" y="2021"/>
                </a:lnTo>
                <a:lnTo>
                  <a:pt x="4815" y="2111"/>
                </a:lnTo>
                <a:lnTo>
                  <a:pt x="5042" y="2214"/>
                </a:lnTo>
                <a:lnTo>
                  <a:pt x="5218" y="2304"/>
                </a:lnTo>
                <a:lnTo>
                  <a:pt x="5457" y="2394"/>
                </a:lnTo>
                <a:lnTo>
                  <a:pt x="5633" y="2484"/>
                </a:lnTo>
                <a:lnTo>
                  <a:pt x="5821" y="2587"/>
                </a:lnTo>
                <a:lnTo>
                  <a:pt x="5960" y="2626"/>
                </a:lnTo>
                <a:lnTo>
                  <a:pt x="6136" y="2729"/>
                </a:lnTo>
                <a:lnTo>
                  <a:pt x="6324" y="2819"/>
                </a:lnTo>
                <a:lnTo>
                  <a:pt x="6463" y="2871"/>
                </a:lnTo>
                <a:lnTo>
                  <a:pt x="6639" y="3012"/>
                </a:lnTo>
                <a:lnTo>
                  <a:pt x="6827" y="3102"/>
                </a:lnTo>
                <a:lnTo>
                  <a:pt x="6966" y="3141"/>
                </a:lnTo>
                <a:lnTo>
                  <a:pt x="7142" y="3244"/>
                </a:lnTo>
                <a:lnTo>
                  <a:pt x="7330" y="3334"/>
                </a:lnTo>
                <a:lnTo>
                  <a:pt x="7469" y="3386"/>
                </a:lnTo>
                <a:lnTo>
                  <a:pt x="7645" y="3476"/>
                </a:lnTo>
                <a:lnTo>
                  <a:pt x="7833" y="3617"/>
                </a:lnTo>
                <a:lnTo>
                  <a:pt x="7972" y="3669"/>
                </a:lnTo>
                <a:lnTo>
                  <a:pt x="8148" y="3759"/>
                </a:lnTo>
                <a:lnTo>
                  <a:pt x="8336" y="3849"/>
                </a:lnTo>
                <a:lnTo>
                  <a:pt x="8475" y="3901"/>
                </a:lnTo>
                <a:lnTo>
                  <a:pt x="8651" y="4042"/>
                </a:lnTo>
                <a:lnTo>
                  <a:pt x="8839" y="4132"/>
                </a:lnTo>
                <a:lnTo>
                  <a:pt x="8977" y="4184"/>
                </a:lnTo>
                <a:lnTo>
                  <a:pt x="9154" y="4274"/>
                </a:lnTo>
                <a:lnTo>
                  <a:pt x="9342" y="4416"/>
                </a:lnTo>
                <a:lnTo>
                  <a:pt x="9480" y="4467"/>
                </a:lnTo>
                <a:lnTo>
                  <a:pt x="9656" y="4557"/>
                </a:lnTo>
                <a:lnTo>
                  <a:pt x="9845" y="4699"/>
                </a:lnTo>
                <a:lnTo>
                  <a:pt x="9983" y="4737"/>
                </a:lnTo>
                <a:lnTo>
                  <a:pt x="10159" y="4840"/>
                </a:lnTo>
                <a:lnTo>
                  <a:pt x="10348" y="4931"/>
                </a:lnTo>
                <a:lnTo>
                  <a:pt x="10486" y="5021"/>
                </a:lnTo>
                <a:lnTo>
                  <a:pt x="10662" y="5124"/>
                </a:lnTo>
                <a:lnTo>
                  <a:pt x="10851" y="5214"/>
                </a:lnTo>
                <a:lnTo>
                  <a:pt x="10989" y="5304"/>
                </a:lnTo>
                <a:lnTo>
                  <a:pt x="11165" y="5394"/>
                </a:lnTo>
                <a:lnTo>
                  <a:pt x="11354" y="5536"/>
                </a:lnTo>
                <a:lnTo>
                  <a:pt x="11492" y="5587"/>
                </a:lnTo>
                <a:lnTo>
                  <a:pt x="11681" y="5677"/>
                </a:lnTo>
                <a:lnTo>
                  <a:pt x="11857" y="5819"/>
                </a:lnTo>
                <a:lnTo>
                  <a:pt x="11995" y="5870"/>
                </a:lnTo>
                <a:lnTo>
                  <a:pt x="12184" y="5961"/>
                </a:lnTo>
                <a:lnTo>
                  <a:pt x="12360" y="6102"/>
                </a:lnTo>
                <a:lnTo>
                  <a:pt x="12498" y="6154"/>
                </a:lnTo>
                <a:lnTo>
                  <a:pt x="12687" y="6295"/>
                </a:lnTo>
                <a:lnTo>
                  <a:pt x="12863" y="6385"/>
                </a:lnTo>
                <a:lnTo>
                  <a:pt x="13001" y="6437"/>
                </a:lnTo>
                <a:lnTo>
                  <a:pt x="13190" y="6579"/>
                </a:lnTo>
                <a:lnTo>
                  <a:pt x="13366" y="6707"/>
                </a:lnTo>
                <a:lnTo>
                  <a:pt x="13504" y="6759"/>
                </a:lnTo>
                <a:lnTo>
                  <a:pt x="13693" y="6849"/>
                </a:lnTo>
                <a:lnTo>
                  <a:pt x="13869" y="6991"/>
                </a:lnTo>
                <a:lnTo>
                  <a:pt x="14007" y="7042"/>
                </a:lnTo>
                <a:lnTo>
                  <a:pt x="14196" y="7184"/>
                </a:lnTo>
                <a:lnTo>
                  <a:pt x="14372" y="7325"/>
                </a:lnTo>
                <a:lnTo>
                  <a:pt x="14510" y="7364"/>
                </a:lnTo>
                <a:lnTo>
                  <a:pt x="14699" y="7506"/>
                </a:lnTo>
                <a:lnTo>
                  <a:pt x="14875" y="7609"/>
                </a:lnTo>
                <a:lnTo>
                  <a:pt x="15013" y="7699"/>
                </a:lnTo>
                <a:lnTo>
                  <a:pt x="15202" y="7789"/>
                </a:lnTo>
                <a:lnTo>
                  <a:pt x="15378" y="7930"/>
                </a:lnTo>
                <a:lnTo>
                  <a:pt x="15516" y="7982"/>
                </a:lnTo>
                <a:lnTo>
                  <a:pt x="15705" y="8124"/>
                </a:lnTo>
                <a:lnTo>
                  <a:pt x="15881" y="8265"/>
                </a:lnTo>
                <a:lnTo>
                  <a:pt x="16019" y="8304"/>
                </a:lnTo>
                <a:lnTo>
                  <a:pt x="16208" y="8445"/>
                </a:lnTo>
                <a:lnTo>
                  <a:pt x="16384" y="8587"/>
                </a:lnTo>
                <a:lnTo>
                  <a:pt x="16522" y="8639"/>
                </a:lnTo>
                <a:lnTo>
                  <a:pt x="16711" y="8780"/>
                </a:lnTo>
                <a:lnTo>
                  <a:pt x="16887" y="8922"/>
                </a:lnTo>
                <a:lnTo>
                  <a:pt x="17025" y="8960"/>
                </a:lnTo>
                <a:lnTo>
                  <a:pt x="17214" y="9102"/>
                </a:lnTo>
                <a:lnTo>
                  <a:pt x="17390" y="9244"/>
                </a:lnTo>
                <a:lnTo>
                  <a:pt x="17528" y="9295"/>
                </a:lnTo>
                <a:lnTo>
                  <a:pt x="17717" y="9437"/>
                </a:lnTo>
                <a:lnTo>
                  <a:pt x="17905" y="9578"/>
                </a:lnTo>
                <a:lnTo>
                  <a:pt x="18132" y="9720"/>
                </a:lnTo>
                <a:lnTo>
                  <a:pt x="18308" y="9810"/>
                </a:lnTo>
                <a:lnTo>
                  <a:pt x="18534" y="9952"/>
                </a:lnTo>
                <a:lnTo>
                  <a:pt x="18723" y="10093"/>
                </a:lnTo>
                <a:lnTo>
                  <a:pt x="18911" y="10235"/>
                </a:lnTo>
                <a:lnTo>
                  <a:pt x="19049" y="10325"/>
                </a:lnTo>
                <a:lnTo>
                  <a:pt x="19225" y="10467"/>
                </a:lnTo>
                <a:lnTo>
                  <a:pt x="19414" y="10608"/>
                </a:lnTo>
                <a:lnTo>
                  <a:pt x="19552" y="10660"/>
                </a:lnTo>
                <a:lnTo>
                  <a:pt x="19728" y="10802"/>
                </a:lnTo>
                <a:lnTo>
                  <a:pt x="19917" y="10930"/>
                </a:lnTo>
                <a:lnTo>
                  <a:pt x="20055" y="10982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7165690" y="3818163"/>
            <a:ext cx="19993" cy="16891"/>
          </a:xfrm>
          <a:custGeom>
            <a:avLst/>
            <a:gdLst/>
            <a:ahLst/>
            <a:cxnLst/>
            <a:rect l="l" t="t" r="r" b="b"/>
            <a:pathLst>
              <a:path w="19993" h="16891">
                <a:moveTo>
                  <a:pt x="0" y="0"/>
                </a:moveTo>
                <a:lnTo>
                  <a:pt x="176" y="141"/>
                </a:lnTo>
                <a:lnTo>
                  <a:pt x="364" y="283"/>
                </a:lnTo>
                <a:lnTo>
                  <a:pt x="502" y="373"/>
                </a:lnTo>
                <a:lnTo>
                  <a:pt x="679" y="514"/>
                </a:lnTo>
                <a:lnTo>
                  <a:pt x="867" y="656"/>
                </a:lnTo>
                <a:lnTo>
                  <a:pt x="1005" y="746"/>
                </a:lnTo>
                <a:lnTo>
                  <a:pt x="1181" y="888"/>
                </a:lnTo>
                <a:lnTo>
                  <a:pt x="1370" y="1029"/>
                </a:lnTo>
                <a:lnTo>
                  <a:pt x="1508" y="1081"/>
                </a:lnTo>
                <a:lnTo>
                  <a:pt x="1684" y="1223"/>
                </a:lnTo>
                <a:lnTo>
                  <a:pt x="1873" y="1364"/>
                </a:lnTo>
                <a:lnTo>
                  <a:pt x="2011" y="1454"/>
                </a:lnTo>
                <a:lnTo>
                  <a:pt x="2187" y="1596"/>
                </a:lnTo>
                <a:lnTo>
                  <a:pt x="2376" y="1738"/>
                </a:lnTo>
                <a:lnTo>
                  <a:pt x="2514" y="1828"/>
                </a:lnTo>
                <a:lnTo>
                  <a:pt x="2690" y="1969"/>
                </a:lnTo>
                <a:lnTo>
                  <a:pt x="2879" y="2111"/>
                </a:lnTo>
                <a:lnTo>
                  <a:pt x="3017" y="2201"/>
                </a:lnTo>
                <a:lnTo>
                  <a:pt x="3193" y="2343"/>
                </a:lnTo>
                <a:lnTo>
                  <a:pt x="3382" y="2484"/>
                </a:lnTo>
                <a:lnTo>
                  <a:pt x="3520" y="2587"/>
                </a:lnTo>
                <a:lnTo>
                  <a:pt x="3696" y="2716"/>
                </a:lnTo>
                <a:lnTo>
                  <a:pt x="3885" y="2858"/>
                </a:lnTo>
                <a:lnTo>
                  <a:pt x="4023" y="2961"/>
                </a:lnTo>
                <a:lnTo>
                  <a:pt x="4199" y="3102"/>
                </a:lnTo>
                <a:lnTo>
                  <a:pt x="4388" y="3244"/>
                </a:lnTo>
                <a:lnTo>
                  <a:pt x="4526" y="3334"/>
                </a:lnTo>
                <a:lnTo>
                  <a:pt x="4702" y="3476"/>
                </a:lnTo>
                <a:lnTo>
                  <a:pt x="4891" y="3656"/>
                </a:lnTo>
                <a:lnTo>
                  <a:pt x="5029" y="3707"/>
                </a:lnTo>
                <a:lnTo>
                  <a:pt x="5218" y="3901"/>
                </a:lnTo>
                <a:lnTo>
                  <a:pt x="5394" y="4042"/>
                </a:lnTo>
                <a:lnTo>
                  <a:pt x="5532" y="4132"/>
                </a:lnTo>
                <a:lnTo>
                  <a:pt x="5721" y="4274"/>
                </a:lnTo>
                <a:lnTo>
                  <a:pt x="5897" y="4416"/>
                </a:lnTo>
                <a:lnTo>
                  <a:pt x="6035" y="4506"/>
                </a:lnTo>
                <a:lnTo>
                  <a:pt x="6224" y="4647"/>
                </a:lnTo>
                <a:lnTo>
                  <a:pt x="6400" y="4828"/>
                </a:lnTo>
                <a:lnTo>
                  <a:pt x="6538" y="4879"/>
                </a:lnTo>
                <a:lnTo>
                  <a:pt x="6727" y="5072"/>
                </a:lnTo>
                <a:lnTo>
                  <a:pt x="6903" y="5214"/>
                </a:lnTo>
                <a:lnTo>
                  <a:pt x="7041" y="5304"/>
                </a:lnTo>
                <a:lnTo>
                  <a:pt x="7230" y="5446"/>
                </a:lnTo>
                <a:lnTo>
                  <a:pt x="7406" y="5626"/>
                </a:lnTo>
                <a:lnTo>
                  <a:pt x="7544" y="5729"/>
                </a:lnTo>
                <a:lnTo>
                  <a:pt x="7733" y="5870"/>
                </a:lnTo>
                <a:lnTo>
                  <a:pt x="7909" y="6051"/>
                </a:lnTo>
                <a:lnTo>
                  <a:pt x="8047" y="6102"/>
                </a:lnTo>
                <a:lnTo>
                  <a:pt x="8236" y="6282"/>
                </a:lnTo>
                <a:lnTo>
                  <a:pt x="8412" y="6424"/>
                </a:lnTo>
                <a:lnTo>
                  <a:pt x="8550" y="6527"/>
                </a:lnTo>
                <a:lnTo>
                  <a:pt x="8739" y="6707"/>
                </a:lnTo>
                <a:lnTo>
                  <a:pt x="8915" y="6849"/>
                </a:lnTo>
                <a:lnTo>
                  <a:pt x="9053" y="6939"/>
                </a:lnTo>
                <a:lnTo>
                  <a:pt x="9242" y="7081"/>
                </a:lnTo>
                <a:lnTo>
                  <a:pt x="9418" y="7274"/>
                </a:lnTo>
                <a:lnTo>
                  <a:pt x="9556" y="7364"/>
                </a:lnTo>
                <a:lnTo>
                  <a:pt x="9745" y="7506"/>
                </a:lnTo>
                <a:lnTo>
                  <a:pt x="9921" y="7699"/>
                </a:lnTo>
                <a:lnTo>
                  <a:pt x="10059" y="7789"/>
                </a:lnTo>
                <a:lnTo>
                  <a:pt x="10247" y="7930"/>
                </a:lnTo>
                <a:lnTo>
                  <a:pt x="10424" y="8124"/>
                </a:lnTo>
                <a:lnTo>
                  <a:pt x="10562" y="8214"/>
                </a:lnTo>
                <a:lnTo>
                  <a:pt x="10750" y="8394"/>
                </a:lnTo>
                <a:lnTo>
                  <a:pt x="10926" y="8536"/>
                </a:lnTo>
                <a:lnTo>
                  <a:pt x="11065" y="8639"/>
                </a:lnTo>
                <a:lnTo>
                  <a:pt x="11253" y="8819"/>
                </a:lnTo>
                <a:lnTo>
                  <a:pt x="11442" y="8960"/>
                </a:lnTo>
                <a:lnTo>
                  <a:pt x="11668" y="9154"/>
                </a:lnTo>
                <a:lnTo>
                  <a:pt x="11844" y="9334"/>
                </a:lnTo>
                <a:lnTo>
                  <a:pt x="12071" y="9527"/>
                </a:lnTo>
                <a:lnTo>
                  <a:pt x="12259" y="9669"/>
                </a:lnTo>
                <a:lnTo>
                  <a:pt x="12448" y="9849"/>
                </a:lnTo>
                <a:lnTo>
                  <a:pt x="12586" y="9952"/>
                </a:lnTo>
                <a:lnTo>
                  <a:pt x="12762" y="10132"/>
                </a:lnTo>
                <a:lnTo>
                  <a:pt x="12951" y="10325"/>
                </a:lnTo>
                <a:lnTo>
                  <a:pt x="13089" y="10415"/>
                </a:lnTo>
                <a:lnTo>
                  <a:pt x="13265" y="10557"/>
                </a:lnTo>
                <a:lnTo>
                  <a:pt x="13454" y="10750"/>
                </a:lnTo>
                <a:lnTo>
                  <a:pt x="13592" y="10840"/>
                </a:lnTo>
                <a:lnTo>
                  <a:pt x="13768" y="11033"/>
                </a:lnTo>
                <a:lnTo>
                  <a:pt x="13957" y="11214"/>
                </a:lnTo>
                <a:lnTo>
                  <a:pt x="14095" y="11304"/>
                </a:lnTo>
                <a:lnTo>
                  <a:pt x="14271" y="11497"/>
                </a:lnTo>
                <a:lnTo>
                  <a:pt x="14460" y="11638"/>
                </a:lnTo>
                <a:lnTo>
                  <a:pt x="14598" y="11729"/>
                </a:lnTo>
                <a:lnTo>
                  <a:pt x="14774" y="11922"/>
                </a:lnTo>
                <a:lnTo>
                  <a:pt x="14963" y="12102"/>
                </a:lnTo>
                <a:lnTo>
                  <a:pt x="15101" y="12205"/>
                </a:lnTo>
                <a:lnTo>
                  <a:pt x="15277" y="12385"/>
                </a:lnTo>
                <a:lnTo>
                  <a:pt x="15466" y="12578"/>
                </a:lnTo>
                <a:lnTo>
                  <a:pt x="15604" y="12668"/>
                </a:lnTo>
                <a:lnTo>
                  <a:pt x="15780" y="12862"/>
                </a:lnTo>
                <a:lnTo>
                  <a:pt x="15969" y="13042"/>
                </a:lnTo>
                <a:lnTo>
                  <a:pt x="16107" y="13145"/>
                </a:lnTo>
                <a:lnTo>
                  <a:pt x="16283" y="13325"/>
                </a:lnTo>
                <a:lnTo>
                  <a:pt x="16472" y="13518"/>
                </a:lnTo>
                <a:lnTo>
                  <a:pt x="16610" y="13608"/>
                </a:lnTo>
                <a:lnTo>
                  <a:pt x="16786" y="13801"/>
                </a:lnTo>
                <a:lnTo>
                  <a:pt x="16975" y="13982"/>
                </a:lnTo>
                <a:lnTo>
                  <a:pt x="17113" y="14072"/>
                </a:lnTo>
                <a:lnTo>
                  <a:pt x="17289" y="14265"/>
                </a:lnTo>
                <a:lnTo>
                  <a:pt x="17478" y="14458"/>
                </a:lnTo>
                <a:lnTo>
                  <a:pt x="17616" y="14548"/>
                </a:lnTo>
                <a:lnTo>
                  <a:pt x="17792" y="14728"/>
                </a:lnTo>
                <a:lnTo>
                  <a:pt x="17981" y="14922"/>
                </a:lnTo>
                <a:lnTo>
                  <a:pt x="18119" y="15012"/>
                </a:lnTo>
                <a:lnTo>
                  <a:pt x="18207" y="15153"/>
                </a:lnTo>
                <a:lnTo>
                  <a:pt x="18396" y="15346"/>
                </a:lnTo>
                <a:lnTo>
                  <a:pt x="18622" y="15527"/>
                </a:lnTo>
                <a:lnTo>
                  <a:pt x="18811" y="15720"/>
                </a:lnTo>
                <a:lnTo>
                  <a:pt x="18987" y="15913"/>
                </a:lnTo>
                <a:lnTo>
                  <a:pt x="19125" y="16003"/>
                </a:lnTo>
                <a:lnTo>
                  <a:pt x="19314" y="16183"/>
                </a:lnTo>
                <a:lnTo>
                  <a:pt x="19490" y="16428"/>
                </a:lnTo>
                <a:lnTo>
                  <a:pt x="19628" y="16518"/>
                </a:lnTo>
                <a:lnTo>
                  <a:pt x="19816" y="16711"/>
                </a:lnTo>
                <a:lnTo>
                  <a:pt x="19993" y="16891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7185683" y="3835055"/>
            <a:ext cx="20043" cy="22479"/>
          </a:xfrm>
          <a:custGeom>
            <a:avLst/>
            <a:gdLst/>
            <a:ahLst/>
            <a:cxnLst/>
            <a:rect l="l" t="t" r="r" b="b"/>
            <a:pathLst>
              <a:path w="20043" h="2247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4"/>
                </a:lnTo>
                <a:lnTo>
                  <a:pt x="641" y="605"/>
                </a:lnTo>
                <a:lnTo>
                  <a:pt x="829" y="798"/>
                </a:lnTo>
                <a:lnTo>
                  <a:pt x="1005" y="991"/>
                </a:lnTo>
                <a:lnTo>
                  <a:pt x="1144" y="1132"/>
                </a:lnTo>
                <a:lnTo>
                  <a:pt x="1332" y="1313"/>
                </a:lnTo>
                <a:lnTo>
                  <a:pt x="1508" y="1506"/>
                </a:lnTo>
                <a:lnTo>
                  <a:pt x="1647" y="1596"/>
                </a:lnTo>
                <a:lnTo>
                  <a:pt x="1835" y="1828"/>
                </a:lnTo>
                <a:lnTo>
                  <a:pt x="2011" y="2021"/>
                </a:lnTo>
                <a:lnTo>
                  <a:pt x="2150" y="2111"/>
                </a:lnTo>
                <a:lnTo>
                  <a:pt x="2338" y="2304"/>
                </a:lnTo>
                <a:lnTo>
                  <a:pt x="2426" y="2446"/>
                </a:lnTo>
                <a:lnTo>
                  <a:pt x="2653" y="2626"/>
                </a:lnTo>
                <a:lnTo>
                  <a:pt x="2841" y="2819"/>
                </a:lnTo>
                <a:lnTo>
                  <a:pt x="2929" y="2961"/>
                </a:lnTo>
                <a:lnTo>
                  <a:pt x="3156" y="3141"/>
                </a:lnTo>
                <a:lnTo>
                  <a:pt x="3344" y="3334"/>
                </a:lnTo>
                <a:lnTo>
                  <a:pt x="3432" y="3476"/>
                </a:lnTo>
                <a:lnTo>
                  <a:pt x="3659" y="3656"/>
                </a:lnTo>
                <a:lnTo>
                  <a:pt x="3847" y="3901"/>
                </a:lnTo>
                <a:lnTo>
                  <a:pt x="4023" y="4081"/>
                </a:lnTo>
                <a:lnTo>
                  <a:pt x="4162" y="4171"/>
                </a:lnTo>
                <a:lnTo>
                  <a:pt x="4350" y="4416"/>
                </a:lnTo>
                <a:lnTo>
                  <a:pt x="4526" y="4596"/>
                </a:lnTo>
                <a:lnTo>
                  <a:pt x="4665" y="4699"/>
                </a:lnTo>
                <a:lnTo>
                  <a:pt x="4765" y="4828"/>
                </a:lnTo>
                <a:lnTo>
                  <a:pt x="4941" y="5021"/>
                </a:lnTo>
                <a:lnTo>
                  <a:pt x="5168" y="5252"/>
                </a:lnTo>
                <a:lnTo>
                  <a:pt x="5356" y="5446"/>
                </a:lnTo>
                <a:lnTo>
                  <a:pt x="5444" y="5587"/>
                </a:lnTo>
                <a:lnTo>
                  <a:pt x="5670" y="5767"/>
                </a:lnTo>
                <a:lnTo>
                  <a:pt x="5859" y="6012"/>
                </a:lnTo>
                <a:lnTo>
                  <a:pt x="6048" y="6192"/>
                </a:lnTo>
                <a:lnTo>
                  <a:pt x="6186" y="6334"/>
                </a:lnTo>
                <a:lnTo>
                  <a:pt x="6362" y="6527"/>
                </a:lnTo>
                <a:lnTo>
                  <a:pt x="6551" y="6759"/>
                </a:lnTo>
                <a:lnTo>
                  <a:pt x="6689" y="6849"/>
                </a:lnTo>
                <a:lnTo>
                  <a:pt x="6865" y="7081"/>
                </a:lnTo>
                <a:lnTo>
                  <a:pt x="7054" y="7274"/>
                </a:lnTo>
                <a:lnTo>
                  <a:pt x="7192" y="7415"/>
                </a:lnTo>
                <a:lnTo>
                  <a:pt x="7368" y="7609"/>
                </a:lnTo>
                <a:lnTo>
                  <a:pt x="7456" y="7737"/>
                </a:lnTo>
                <a:lnTo>
                  <a:pt x="7695" y="7930"/>
                </a:lnTo>
                <a:lnTo>
                  <a:pt x="7783" y="8072"/>
                </a:lnTo>
                <a:lnTo>
                  <a:pt x="7959" y="8265"/>
                </a:lnTo>
                <a:lnTo>
                  <a:pt x="8060" y="8394"/>
                </a:lnTo>
                <a:lnTo>
                  <a:pt x="8198" y="8497"/>
                </a:lnTo>
                <a:lnTo>
                  <a:pt x="8374" y="8729"/>
                </a:lnTo>
                <a:lnTo>
                  <a:pt x="8563" y="8960"/>
                </a:lnTo>
                <a:lnTo>
                  <a:pt x="8701" y="9051"/>
                </a:lnTo>
                <a:lnTo>
                  <a:pt x="8877" y="9295"/>
                </a:lnTo>
                <a:lnTo>
                  <a:pt x="9066" y="9475"/>
                </a:lnTo>
                <a:lnTo>
                  <a:pt x="9204" y="9617"/>
                </a:lnTo>
                <a:lnTo>
                  <a:pt x="9380" y="9849"/>
                </a:lnTo>
                <a:lnTo>
                  <a:pt x="9568" y="10042"/>
                </a:lnTo>
                <a:lnTo>
                  <a:pt x="9707" y="10184"/>
                </a:lnTo>
                <a:lnTo>
                  <a:pt x="9883" y="10415"/>
                </a:lnTo>
                <a:lnTo>
                  <a:pt x="10071" y="10608"/>
                </a:lnTo>
                <a:lnTo>
                  <a:pt x="10210" y="10750"/>
                </a:lnTo>
                <a:lnTo>
                  <a:pt x="10386" y="10982"/>
                </a:lnTo>
                <a:lnTo>
                  <a:pt x="10486" y="11072"/>
                </a:lnTo>
                <a:lnTo>
                  <a:pt x="10574" y="11162"/>
                </a:lnTo>
                <a:lnTo>
                  <a:pt x="10713" y="11304"/>
                </a:lnTo>
                <a:lnTo>
                  <a:pt x="10801" y="11407"/>
                </a:lnTo>
                <a:lnTo>
                  <a:pt x="10889" y="11548"/>
                </a:lnTo>
                <a:lnTo>
                  <a:pt x="11077" y="11780"/>
                </a:lnTo>
                <a:lnTo>
                  <a:pt x="11216" y="11870"/>
                </a:lnTo>
                <a:lnTo>
                  <a:pt x="11392" y="12102"/>
                </a:lnTo>
                <a:lnTo>
                  <a:pt x="11580" y="12347"/>
                </a:lnTo>
                <a:lnTo>
                  <a:pt x="11719" y="12437"/>
                </a:lnTo>
                <a:lnTo>
                  <a:pt x="11807" y="12578"/>
                </a:lnTo>
                <a:lnTo>
                  <a:pt x="11995" y="12810"/>
                </a:lnTo>
                <a:lnTo>
                  <a:pt x="12222" y="13042"/>
                </a:lnTo>
                <a:lnTo>
                  <a:pt x="12410" y="13274"/>
                </a:lnTo>
                <a:lnTo>
                  <a:pt x="12586" y="13518"/>
                </a:lnTo>
                <a:lnTo>
                  <a:pt x="12725" y="13608"/>
                </a:lnTo>
                <a:lnTo>
                  <a:pt x="12813" y="13750"/>
                </a:lnTo>
                <a:lnTo>
                  <a:pt x="13001" y="13943"/>
                </a:lnTo>
                <a:lnTo>
                  <a:pt x="13089" y="14072"/>
                </a:lnTo>
                <a:lnTo>
                  <a:pt x="13228" y="14175"/>
                </a:lnTo>
                <a:lnTo>
                  <a:pt x="13316" y="14316"/>
                </a:lnTo>
                <a:lnTo>
                  <a:pt x="13504" y="14548"/>
                </a:lnTo>
                <a:lnTo>
                  <a:pt x="13592" y="14690"/>
                </a:lnTo>
                <a:lnTo>
                  <a:pt x="13731" y="14780"/>
                </a:lnTo>
                <a:lnTo>
                  <a:pt x="13819" y="14922"/>
                </a:lnTo>
                <a:lnTo>
                  <a:pt x="14007" y="15153"/>
                </a:lnTo>
                <a:lnTo>
                  <a:pt x="14234" y="15385"/>
                </a:lnTo>
                <a:lnTo>
                  <a:pt x="14422" y="15630"/>
                </a:lnTo>
                <a:lnTo>
                  <a:pt x="14598" y="15861"/>
                </a:lnTo>
                <a:lnTo>
                  <a:pt x="14736" y="15952"/>
                </a:lnTo>
                <a:lnTo>
                  <a:pt x="14825" y="16093"/>
                </a:lnTo>
                <a:lnTo>
                  <a:pt x="15013" y="16325"/>
                </a:lnTo>
                <a:lnTo>
                  <a:pt x="15101" y="16467"/>
                </a:lnTo>
                <a:lnTo>
                  <a:pt x="15239" y="16570"/>
                </a:lnTo>
                <a:lnTo>
                  <a:pt x="15327" y="16711"/>
                </a:lnTo>
                <a:lnTo>
                  <a:pt x="15516" y="16943"/>
                </a:lnTo>
                <a:lnTo>
                  <a:pt x="15742" y="17175"/>
                </a:lnTo>
                <a:lnTo>
                  <a:pt x="15830" y="17316"/>
                </a:lnTo>
                <a:lnTo>
                  <a:pt x="16019" y="17548"/>
                </a:lnTo>
                <a:lnTo>
                  <a:pt x="16245" y="17780"/>
                </a:lnTo>
                <a:lnTo>
                  <a:pt x="16434" y="18024"/>
                </a:lnTo>
                <a:lnTo>
                  <a:pt x="16522" y="18166"/>
                </a:lnTo>
                <a:lnTo>
                  <a:pt x="16748" y="18398"/>
                </a:lnTo>
                <a:lnTo>
                  <a:pt x="16937" y="18630"/>
                </a:lnTo>
                <a:lnTo>
                  <a:pt x="17025" y="18771"/>
                </a:lnTo>
                <a:lnTo>
                  <a:pt x="17251" y="19003"/>
                </a:lnTo>
                <a:lnTo>
                  <a:pt x="17440" y="19235"/>
                </a:lnTo>
                <a:lnTo>
                  <a:pt x="17528" y="19376"/>
                </a:lnTo>
                <a:lnTo>
                  <a:pt x="17754" y="19608"/>
                </a:lnTo>
                <a:lnTo>
                  <a:pt x="17855" y="19750"/>
                </a:lnTo>
                <a:lnTo>
                  <a:pt x="18031" y="19994"/>
                </a:lnTo>
                <a:lnTo>
                  <a:pt x="18119" y="20136"/>
                </a:lnTo>
                <a:lnTo>
                  <a:pt x="18257" y="20226"/>
                </a:lnTo>
                <a:lnTo>
                  <a:pt x="18358" y="20368"/>
                </a:lnTo>
                <a:lnTo>
                  <a:pt x="18534" y="20599"/>
                </a:lnTo>
                <a:lnTo>
                  <a:pt x="18634" y="20741"/>
                </a:lnTo>
                <a:lnTo>
                  <a:pt x="18861" y="20973"/>
                </a:lnTo>
                <a:lnTo>
                  <a:pt x="18949" y="21114"/>
                </a:lnTo>
                <a:lnTo>
                  <a:pt x="19137" y="21346"/>
                </a:lnTo>
                <a:lnTo>
                  <a:pt x="19263" y="21488"/>
                </a:lnTo>
                <a:lnTo>
                  <a:pt x="19452" y="21720"/>
                </a:lnTo>
                <a:lnTo>
                  <a:pt x="19540" y="21861"/>
                </a:lnTo>
                <a:lnTo>
                  <a:pt x="19779" y="22106"/>
                </a:lnTo>
                <a:lnTo>
                  <a:pt x="19867" y="22247"/>
                </a:lnTo>
                <a:lnTo>
                  <a:pt x="19955" y="22389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7205727" y="3857535"/>
            <a:ext cx="20055" cy="27732"/>
          </a:xfrm>
          <a:custGeom>
            <a:avLst/>
            <a:gdLst/>
            <a:ahLst/>
            <a:cxnLst/>
            <a:rect l="l" t="t" r="r" b="b"/>
            <a:pathLst>
              <a:path w="20055" h="2773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4"/>
                </a:lnTo>
                <a:lnTo>
                  <a:pt x="502" y="656"/>
                </a:lnTo>
                <a:lnTo>
                  <a:pt x="741" y="888"/>
                </a:lnTo>
                <a:lnTo>
                  <a:pt x="829" y="1029"/>
                </a:lnTo>
                <a:lnTo>
                  <a:pt x="917" y="1171"/>
                </a:lnTo>
                <a:lnTo>
                  <a:pt x="1106" y="1403"/>
                </a:lnTo>
                <a:lnTo>
                  <a:pt x="1244" y="1544"/>
                </a:lnTo>
                <a:lnTo>
                  <a:pt x="1332" y="1686"/>
                </a:lnTo>
                <a:lnTo>
                  <a:pt x="1508" y="1918"/>
                </a:lnTo>
                <a:lnTo>
                  <a:pt x="1609" y="2059"/>
                </a:lnTo>
                <a:lnTo>
                  <a:pt x="1747" y="2150"/>
                </a:lnTo>
                <a:lnTo>
                  <a:pt x="1835" y="2291"/>
                </a:lnTo>
                <a:lnTo>
                  <a:pt x="1923" y="2433"/>
                </a:lnTo>
                <a:lnTo>
                  <a:pt x="2011" y="2574"/>
                </a:lnTo>
                <a:lnTo>
                  <a:pt x="2250" y="2806"/>
                </a:lnTo>
                <a:lnTo>
                  <a:pt x="2338" y="2948"/>
                </a:lnTo>
                <a:lnTo>
                  <a:pt x="2426" y="3089"/>
                </a:lnTo>
                <a:lnTo>
                  <a:pt x="2527" y="3231"/>
                </a:lnTo>
                <a:lnTo>
                  <a:pt x="2753" y="3463"/>
                </a:lnTo>
                <a:lnTo>
                  <a:pt x="2841" y="3604"/>
                </a:lnTo>
                <a:lnTo>
                  <a:pt x="2929" y="3746"/>
                </a:lnTo>
                <a:lnTo>
                  <a:pt x="3118" y="3991"/>
                </a:lnTo>
                <a:lnTo>
                  <a:pt x="3256" y="4132"/>
                </a:lnTo>
                <a:lnTo>
                  <a:pt x="3344" y="4261"/>
                </a:lnTo>
                <a:lnTo>
                  <a:pt x="3432" y="4403"/>
                </a:lnTo>
                <a:lnTo>
                  <a:pt x="3621" y="4647"/>
                </a:lnTo>
                <a:lnTo>
                  <a:pt x="3759" y="4789"/>
                </a:lnTo>
                <a:lnTo>
                  <a:pt x="3847" y="4918"/>
                </a:lnTo>
                <a:lnTo>
                  <a:pt x="3935" y="5059"/>
                </a:lnTo>
                <a:lnTo>
                  <a:pt x="4124" y="5304"/>
                </a:lnTo>
                <a:lnTo>
                  <a:pt x="4262" y="5446"/>
                </a:lnTo>
                <a:lnTo>
                  <a:pt x="4350" y="5574"/>
                </a:lnTo>
                <a:lnTo>
                  <a:pt x="4438" y="5716"/>
                </a:lnTo>
                <a:lnTo>
                  <a:pt x="4627" y="5961"/>
                </a:lnTo>
                <a:lnTo>
                  <a:pt x="4765" y="6102"/>
                </a:lnTo>
                <a:lnTo>
                  <a:pt x="4853" y="6244"/>
                </a:lnTo>
                <a:lnTo>
                  <a:pt x="4941" y="6373"/>
                </a:lnTo>
                <a:lnTo>
                  <a:pt x="5042" y="6514"/>
                </a:lnTo>
                <a:lnTo>
                  <a:pt x="5268" y="6759"/>
                </a:lnTo>
                <a:lnTo>
                  <a:pt x="5356" y="6900"/>
                </a:lnTo>
                <a:lnTo>
                  <a:pt x="5444" y="7029"/>
                </a:lnTo>
                <a:lnTo>
                  <a:pt x="5545" y="7171"/>
                </a:lnTo>
                <a:lnTo>
                  <a:pt x="5633" y="7312"/>
                </a:lnTo>
                <a:lnTo>
                  <a:pt x="5771" y="7415"/>
                </a:lnTo>
                <a:lnTo>
                  <a:pt x="5859" y="7557"/>
                </a:lnTo>
                <a:lnTo>
                  <a:pt x="5960" y="7686"/>
                </a:lnTo>
                <a:lnTo>
                  <a:pt x="6048" y="7827"/>
                </a:lnTo>
                <a:lnTo>
                  <a:pt x="6136" y="7969"/>
                </a:lnTo>
                <a:lnTo>
                  <a:pt x="6274" y="8111"/>
                </a:lnTo>
                <a:lnTo>
                  <a:pt x="6362" y="8252"/>
                </a:lnTo>
                <a:lnTo>
                  <a:pt x="6463" y="8394"/>
                </a:lnTo>
                <a:lnTo>
                  <a:pt x="6639" y="8626"/>
                </a:lnTo>
                <a:lnTo>
                  <a:pt x="6777" y="8767"/>
                </a:lnTo>
                <a:lnTo>
                  <a:pt x="6865" y="8909"/>
                </a:lnTo>
                <a:lnTo>
                  <a:pt x="6966" y="9051"/>
                </a:lnTo>
                <a:lnTo>
                  <a:pt x="7054" y="9192"/>
                </a:lnTo>
                <a:lnTo>
                  <a:pt x="7142" y="9334"/>
                </a:lnTo>
                <a:lnTo>
                  <a:pt x="7280" y="9475"/>
                </a:lnTo>
                <a:lnTo>
                  <a:pt x="7368" y="9617"/>
                </a:lnTo>
                <a:lnTo>
                  <a:pt x="7557" y="9849"/>
                </a:lnTo>
                <a:lnTo>
                  <a:pt x="7645" y="9990"/>
                </a:lnTo>
                <a:lnTo>
                  <a:pt x="7783" y="10132"/>
                </a:lnTo>
                <a:lnTo>
                  <a:pt x="7871" y="10274"/>
                </a:lnTo>
                <a:lnTo>
                  <a:pt x="7972" y="10415"/>
                </a:lnTo>
                <a:lnTo>
                  <a:pt x="8060" y="10557"/>
                </a:lnTo>
                <a:lnTo>
                  <a:pt x="8148" y="10699"/>
                </a:lnTo>
                <a:lnTo>
                  <a:pt x="8286" y="10840"/>
                </a:lnTo>
                <a:lnTo>
                  <a:pt x="8374" y="10982"/>
                </a:lnTo>
                <a:lnTo>
                  <a:pt x="8475" y="11123"/>
                </a:lnTo>
                <a:lnTo>
                  <a:pt x="8563" y="11252"/>
                </a:lnTo>
                <a:lnTo>
                  <a:pt x="8789" y="11497"/>
                </a:lnTo>
                <a:lnTo>
                  <a:pt x="8877" y="11638"/>
                </a:lnTo>
                <a:lnTo>
                  <a:pt x="8977" y="11780"/>
                </a:lnTo>
                <a:lnTo>
                  <a:pt x="9066" y="11909"/>
                </a:lnTo>
                <a:lnTo>
                  <a:pt x="9154" y="12050"/>
                </a:lnTo>
                <a:lnTo>
                  <a:pt x="9292" y="12192"/>
                </a:lnTo>
                <a:lnTo>
                  <a:pt x="9380" y="12334"/>
                </a:lnTo>
                <a:lnTo>
                  <a:pt x="9480" y="12475"/>
                </a:lnTo>
                <a:lnTo>
                  <a:pt x="9568" y="12617"/>
                </a:lnTo>
                <a:lnTo>
                  <a:pt x="9657" y="12759"/>
                </a:lnTo>
                <a:lnTo>
                  <a:pt x="9795" y="12900"/>
                </a:lnTo>
                <a:lnTo>
                  <a:pt x="9895" y="13042"/>
                </a:lnTo>
                <a:lnTo>
                  <a:pt x="9983" y="13183"/>
                </a:lnTo>
                <a:lnTo>
                  <a:pt x="10071" y="13325"/>
                </a:lnTo>
                <a:lnTo>
                  <a:pt x="10159" y="13467"/>
                </a:lnTo>
                <a:lnTo>
                  <a:pt x="10298" y="13608"/>
                </a:lnTo>
                <a:lnTo>
                  <a:pt x="10398" y="13750"/>
                </a:lnTo>
                <a:lnTo>
                  <a:pt x="10486" y="13892"/>
                </a:lnTo>
                <a:lnTo>
                  <a:pt x="10574" y="14020"/>
                </a:lnTo>
                <a:lnTo>
                  <a:pt x="10662" y="14162"/>
                </a:lnTo>
                <a:lnTo>
                  <a:pt x="10801" y="14304"/>
                </a:lnTo>
                <a:lnTo>
                  <a:pt x="10901" y="14445"/>
                </a:lnTo>
                <a:lnTo>
                  <a:pt x="10989" y="14587"/>
                </a:lnTo>
                <a:lnTo>
                  <a:pt x="11077" y="14728"/>
                </a:lnTo>
                <a:lnTo>
                  <a:pt x="11165" y="14870"/>
                </a:lnTo>
                <a:lnTo>
                  <a:pt x="11304" y="15012"/>
                </a:lnTo>
                <a:lnTo>
                  <a:pt x="11404" y="15153"/>
                </a:lnTo>
                <a:lnTo>
                  <a:pt x="11492" y="15295"/>
                </a:lnTo>
                <a:lnTo>
                  <a:pt x="11580" y="15437"/>
                </a:lnTo>
                <a:lnTo>
                  <a:pt x="11668" y="15578"/>
                </a:lnTo>
                <a:lnTo>
                  <a:pt x="11807" y="15720"/>
                </a:lnTo>
                <a:lnTo>
                  <a:pt x="11907" y="15861"/>
                </a:lnTo>
                <a:lnTo>
                  <a:pt x="11995" y="16003"/>
                </a:lnTo>
                <a:lnTo>
                  <a:pt x="12083" y="16132"/>
                </a:lnTo>
                <a:lnTo>
                  <a:pt x="12184" y="16273"/>
                </a:lnTo>
                <a:lnTo>
                  <a:pt x="12310" y="16415"/>
                </a:lnTo>
                <a:lnTo>
                  <a:pt x="12410" y="16557"/>
                </a:lnTo>
                <a:lnTo>
                  <a:pt x="12498" y="16698"/>
                </a:lnTo>
                <a:lnTo>
                  <a:pt x="12586" y="16840"/>
                </a:lnTo>
                <a:lnTo>
                  <a:pt x="12687" y="16982"/>
                </a:lnTo>
                <a:lnTo>
                  <a:pt x="12813" y="17123"/>
                </a:lnTo>
                <a:lnTo>
                  <a:pt x="12913" y="17265"/>
                </a:lnTo>
                <a:lnTo>
                  <a:pt x="13001" y="17406"/>
                </a:lnTo>
                <a:lnTo>
                  <a:pt x="13089" y="17548"/>
                </a:lnTo>
                <a:lnTo>
                  <a:pt x="13190" y="17690"/>
                </a:lnTo>
                <a:lnTo>
                  <a:pt x="13316" y="17831"/>
                </a:lnTo>
                <a:lnTo>
                  <a:pt x="13416" y="17973"/>
                </a:lnTo>
                <a:lnTo>
                  <a:pt x="13504" y="18153"/>
                </a:lnTo>
                <a:lnTo>
                  <a:pt x="13592" y="18295"/>
                </a:lnTo>
                <a:lnTo>
                  <a:pt x="13693" y="18436"/>
                </a:lnTo>
                <a:lnTo>
                  <a:pt x="13831" y="18578"/>
                </a:lnTo>
                <a:lnTo>
                  <a:pt x="13919" y="18720"/>
                </a:lnTo>
                <a:lnTo>
                  <a:pt x="14007" y="18861"/>
                </a:lnTo>
                <a:lnTo>
                  <a:pt x="14095" y="19003"/>
                </a:lnTo>
                <a:lnTo>
                  <a:pt x="14196" y="19145"/>
                </a:lnTo>
                <a:lnTo>
                  <a:pt x="14334" y="19286"/>
                </a:lnTo>
                <a:lnTo>
                  <a:pt x="14422" y="19428"/>
                </a:lnTo>
                <a:lnTo>
                  <a:pt x="14510" y="19569"/>
                </a:lnTo>
                <a:lnTo>
                  <a:pt x="14598" y="19698"/>
                </a:lnTo>
                <a:lnTo>
                  <a:pt x="14699" y="19891"/>
                </a:lnTo>
                <a:lnTo>
                  <a:pt x="14837" y="20033"/>
                </a:lnTo>
                <a:lnTo>
                  <a:pt x="14925" y="20175"/>
                </a:lnTo>
                <a:lnTo>
                  <a:pt x="15013" y="20316"/>
                </a:lnTo>
                <a:lnTo>
                  <a:pt x="15101" y="20458"/>
                </a:lnTo>
                <a:lnTo>
                  <a:pt x="15202" y="20599"/>
                </a:lnTo>
                <a:lnTo>
                  <a:pt x="15340" y="20741"/>
                </a:lnTo>
                <a:lnTo>
                  <a:pt x="15428" y="20883"/>
                </a:lnTo>
                <a:lnTo>
                  <a:pt x="15516" y="21024"/>
                </a:lnTo>
                <a:lnTo>
                  <a:pt x="15604" y="21205"/>
                </a:lnTo>
                <a:lnTo>
                  <a:pt x="15705" y="21346"/>
                </a:lnTo>
                <a:lnTo>
                  <a:pt x="15843" y="21488"/>
                </a:lnTo>
                <a:lnTo>
                  <a:pt x="15931" y="21629"/>
                </a:lnTo>
                <a:lnTo>
                  <a:pt x="16019" y="21771"/>
                </a:lnTo>
                <a:lnTo>
                  <a:pt x="16120" y="21913"/>
                </a:lnTo>
                <a:lnTo>
                  <a:pt x="16208" y="22054"/>
                </a:lnTo>
                <a:lnTo>
                  <a:pt x="16346" y="22196"/>
                </a:lnTo>
                <a:lnTo>
                  <a:pt x="16434" y="22376"/>
                </a:lnTo>
                <a:lnTo>
                  <a:pt x="16522" y="22518"/>
                </a:lnTo>
                <a:lnTo>
                  <a:pt x="16623" y="22659"/>
                </a:lnTo>
                <a:lnTo>
                  <a:pt x="16711" y="22801"/>
                </a:lnTo>
                <a:lnTo>
                  <a:pt x="16849" y="22943"/>
                </a:lnTo>
                <a:lnTo>
                  <a:pt x="16937" y="23084"/>
                </a:lnTo>
                <a:lnTo>
                  <a:pt x="17025" y="23226"/>
                </a:lnTo>
                <a:lnTo>
                  <a:pt x="17126" y="23406"/>
                </a:lnTo>
                <a:lnTo>
                  <a:pt x="17214" y="23548"/>
                </a:lnTo>
                <a:lnTo>
                  <a:pt x="17352" y="23689"/>
                </a:lnTo>
                <a:lnTo>
                  <a:pt x="17440" y="23831"/>
                </a:lnTo>
                <a:lnTo>
                  <a:pt x="17528" y="23973"/>
                </a:lnTo>
                <a:lnTo>
                  <a:pt x="17629" y="24114"/>
                </a:lnTo>
                <a:lnTo>
                  <a:pt x="17717" y="24307"/>
                </a:lnTo>
                <a:lnTo>
                  <a:pt x="17855" y="24449"/>
                </a:lnTo>
                <a:lnTo>
                  <a:pt x="17943" y="24578"/>
                </a:lnTo>
                <a:lnTo>
                  <a:pt x="18031" y="24719"/>
                </a:lnTo>
                <a:lnTo>
                  <a:pt x="18132" y="24861"/>
                </a:lnTo>
                <a:lnTo>
                  <a:pt x="18220" y="25054"/>
                </a:lnTo>
                <a:lnTo>
                  <a:pt x="18358" y="25196"/>
                </a:lnTo>
                <a:lnTo>
                  <a:pt x="18446" y="25337"/>
                </a:lnTo>
                <a:lnTo>
                  <a:pt x="18534" y="25479"/>
                </a:lnTo>
                <a:lnTo>
                  <a:pt x="18635" y="25621"/>
                </a:lnTo>
                <a:lnTo>
                  <a:pt x="18723" y="25801"/>
                </a:lnTo>
                <a:lnTo>
                  <a:pt x="18861" y="25943"/>
                </a:lnTo>
                <a:lnTo>
                  <a:pt x="18949" y="26084"/>
                </a:lnTo>
                <a:lnTo>
                  <a:pt x="19037" y="26226"/>
                </a:lnTo>
                <a:lnTo>
                  <a:pt x="19137" y="26367"/>
                </a:lnTo>
                <a:lnTo>
                  <a:pt x="19225" y="26561"/>
                </a:lnTo>
                <a:lnTo>
                  <a:pt x="19364" y="26689"/>
                </a:lnTo>
                <a:lnTo>
                  <a:pt x="19452" y="26831"/>
                </a:lnTo>
                <a:lnTo>
                  <a:pt x="19540" y="26973"/>
                </a:lnTo>
                <a:lnTo>
                  <a:pt x="19640" y="27166"/>
                </a:lnTo>
                <a:lnTo>
                  <a:pt x="19728" y="27307"/>
                </a:lnTo>
                <a:lnTo>
                  <a:pt x="19867" y="27449"/>
                </a:lnTo>
                <a:lnTo>
                  <a:pt x="19955" y="27591"/>
                </a:lnTo>
                <a:lnTo>
                  <a:pt x="20055" y="27732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7225783" y="3885267"/>
            <a:ext cx="20043" cy="32560"/>
          </a:xfrm>
          <a:custGeom>
            <a:avLst/>
            <a:gdLst/>
            <a:ahLst/>
            <a:cxnLst/>
            <a:rect l="l" t="t" r="r" b="b"/>
            <a:pathLst>
              <a:path w="20043" h="32560">
                <a:moveTo>
                  <a:pt x="0" y="0"/>
                </a:moveTo>
                <a:lnTo>
                  <a:pt x="88" y="180"/>
                </a:lnTo>
                <a:lnTo>
                  <a:pt x="176" y="321"/>
                </a:lnTo>
                <a:lnTo>
                  <a:pt x="314" y="463"/>
                </a:lnTo>
                <a:lnTo>
                  <a:pt x="402" y="605"/>
                </a:lnTo>
                <a:lnTo>
                  <a:pt x="502" y="798"/>
                </a:lnTo>
                <a:lnTo>
                  <a:pt x="590" y="939"/>
                </a:lnTo>
                <a:lnTo>
                  <a:pt x="679" y="1068"/>
                </a:lnTo>
                <a:lnTo>
                  <a:pt x="817" y="1210"/>
                </a:lnTo>
                <a:lnTo>
                  <a:pt x="905" y="1403"/>
                </a:lnTo>
                <a:lnTo>
                  <a:pt x="1005" y="1544"/>
                </a:lnTo>
                <a:lnTo>
                  <a:pt x="1093" y="1686"/>
                </a:lnTo>
                <a:lnTo>
                  <a:pt x="1181" y="1828"/>
                </a:lnTo>
                <a:lnTo>
                  <a:pt x="1320" y="2008"/>
                </a:lnTo>
                <a:lnTo>
                  <a:pt x="1408" y="2150"/>
                </a:lnTo>
                <a:lnTo>
                  <a:pt x="1508" y="2291"/>
                </a:lnTo>
                <a:lnTo>
                  <a:pt x="1596" y="2484"/>
                </a:lnTo>
                <a:lnTo>
                  <a:pt x="1684" y="2626"/>
                </a:lnTo>
                <a:lnTo>
                  <a:pt x="1823" y="2768"/>
                </a:lnTo>
                <a:lnTo>
                  <a:pt x="1911" y="2909"/>
                </a:lnTo>
                <a:lnTo>
                  <a:pt x="2011" y="3089"/>
                </a:lnTo>
                <a:lnTo>
                  <a:pt x="2099" y="3231"/>
                </a:lnTo>
                <a:lnTo>
                  <a:pt x="2187" y="3373"/>
                </a:lnTo>
                <a:lnTo>
                  <a:pt x="2326" y="3566"/>
                </a:lnTo>
                <a:lnTo>
                  <a:pt x="2414" y="3707"/>
                </a:lnTo>
                <a:lnTo>
                  <a:pt x="2514" y="3849"/>
                </a:lnTo>
                <a:lnTo>
                  <a:pt x="2602" y="3978"/>
                </a:lnTo>
                <a:lnTo>
                  <a:pt x="2690" y="4171"/>
                </a:lnTo>
                <a:lnTo>
                  <a:pt x="2829" y="4313"/>
                </a:lnTo>
                <a:lnTo>
                  <a:pt x="2917" y="4454"/>
                </a:lnTo>
                <a:lnTo>
                  <a:pt x="3017" y="4634"/>
                </a:lnTo>
                <a:lnTo>
                  <a:pt x="3105" y="4776"/>
                </a:lnTo>
                <a:lnTo>
                  <a:pt x="3193" y="4918"/>
                </a:lnTo>
                <a:lnTo>
                  <a:pt x="3332" y="5111"/>
                </a:lnTo>
                <a:lnTo>
                  <a:pt x="3432" y="5252"/>
                </a:lnTo>
                <a:lnTo>
                  <a:pt x="3520" y="5394"/>
                </a:lnTo>
                <a:lnTo>
                  <a:pt x="3608" y="5574"/>
                </a:lnTo>
                <a:lnTo>
                  <a:pt x="3696" y="5716"/>
                </a:lnTo>
                <a:lnTo>
                  <a:pt x="3835" y="5858"/>
                </a:lnTo>
                <a:lnTo>
                  <a:pt x="3935" y="6051"/>
                </a:lnTo>
                <a:lnTo>
                  <a:pt x="4023" y="6192"/>
                </a:lnTo>
                <a:lnTo>
                  <a:pt x="4111" y="6334"/>
                </a:lnTo>
                <a:lnTo>
                  <a:pt x="4199" y="6514"/>
                </a:lnTo>
                <a:lnTo>
                  <a:pt x="4338" y="6656"/>
                </a:lnTo>
                <a:lnTo>
                  <a:pt x="4438" y="6797"/>
                </a:lnTo>
                <a:lnTo>
                  <a:pt x="4526" y="6991"/>
                </a:lnTo>
                <a:lnTo>
                  <a:pt x="4614" y="7132"/>
                </a:lnTo>
                <a:lnTo>
                  <a:pt x="4702" y="7274"/>
                </a:lnTo>
                <a:lnTo>
                  <a:pt x="4841" y="7454"/>
                </a:lnTo>
                <a:lnTo>
                  <a:pt x="4941" y="7596"/>
                </a:lnTo>
                <a:lnTo>
                  <a:pt x="5029" y="7789"/>
                </a:lnTo>
                <a:lnTo>
                  <a:pt x="5117" y="7930"/>
                </a:lnTo>
                <a:lnTo>
                  <a:pt x="5205" y="8072"/>
                </a:lnTo>
                <a:lnTo>
                  <a:pt x="5344" y="8252"/>
                </a:lnTo>
                <a:lnTo>
                  <a:pt x="5444" y="8394"/>
                </a:lnTo>
                <a:lnTo>
                  <a:pt x="5532" y="8536"/>
                </a:lnTo>
                <a:lnTo>
                  <a:pt x="5620" y="8729"/>
                </a:lnTo>
                <a:lnTo>
                  <a:pt x="5721" y="8857"/>
                </a:lnTo>
                <a:lnTo>
                  <a:pt x="5847" y="9051"/>
                </a:lnTo>
                <a:lnTo>
                  <a:pt x="5947" y="9192"/>
                </a:lnTo>
                <a:lnTo>
                  <a:pt x="6035" y="9334"/>
                </a:lnTo>
                <a:lnTo>
                  <a:pt x="6123" y="9514"/>
                </a:lnTo>
                <a:lnTo>
                  <a:pt x="6224" y="9656"/>
                </a:lnTo>
                <a:lnTo>
                  <a:pt x="6349" y="9849"/>
                </a:lnTo>
                <a:lnTo>
                  <a:pt x="6450" y="9990"/>
                </a:lnTo>
                <a:lnTo>
                  <a:pt x="6538" y="10132"/>
                </a:lnTo>
                <a:lnTo>
                  <a:pt x="6626" y="10312"/>
                </a:lnTo>
                <a:lnTo>
                  <a:pt x="6727" y="10454"/>
                </a:lnTo>
                <a:lnTo>
                  <a:pt x="6852" y="10647"/>
                </a:lnTo>
                <a:lnTo>
                  <a:pt x="6953" y="10789"/>
                </a:lnTo>
                <a:lnTo>
                  <a:pt x="7041" y="10930"/>
                </a:lnTo>
                <a:lnTo>
                  <a:pt x="7129" y="11111"/>
                </a:lnTo>
                <a:lnTo>
                  <a:pt x="7230" y="11252"/>
                </a:lnTo>
                <a:lnTo>
                  <a:pt x="7368" y="11445"/>
                </a:lnTo>
                <a:lnTo>
                  <a:pt x="7456" y="11587"/>
                </a:lnTo>
                <a:lnTo>
                  <a:pt x="7544" y="11729"/>
                </a:lnTo>
                <a:lnTo>
                  <a:pt x="7632" y="11909"/>
                </a:lnTo>
                <a:lnTo>
                  <a:pt x="7733" y="12050"/>
                </a:lnTo>
                <a:lnTo>
                  <a:pt x="7871" y="12244"/>
                </a:lnTo>
                <a:lnTo>
                  <a:pt x="7959" y="12385"/>
                </a:lnTo>
                <a:lnTo>
                  <a:pt x="8047" y="12565"/>
                </a:lnTo>
                <a:lnTo>
                  <a:pt x="8135" y="12707"/>
                </a:lnTo>
                <a:lnTo>
                  <a:pt x="8273" y="12900"/>
                </a:lnTo>
                <a:lnTo>
                  <a:pt x="8374" y="13042"/>
                </a:lnTo>
                <a:lnTo>
                  <a:pt x="8462" y="13183"/>
                </a:lnTo>
                <a:lnTo>
                  <a:pt x="8550" y="13364"/>
                </a:lnTo>
                <a:lnTo>
                  <a:pt x="8638" y="13505"/>
                </a:lnTo>
                <a:lnTo>
                  <a:pt x="8776" y="13698"/>
                </a:lnTo>
                <a:lnTo>
                  <a:pt x="8877" y="13840"/>
                </a:lnTo>
                <a:lnTo>
                  <a:pt x="8965" y="14020"/>
                </a:lnTo>
                <a:lnTo>
                  <a:pt x="9053" y="14162"/>
                </a:lnTo>
                <a:lnTo>
                  <a:pt x="9141" y="14355"/>
                </a:lnTo>
                <a:lnTo>
                  <a:pt x="9279" y="14497"/>
                </a:lnTo>
                <a:lnTo>
                  <a:pt x="9380" y="14677"/>
                </a:lnTo>
                <a:lnTo>
                  <a:pt x="9468" y="14819"/>
                </a:lnTo>
                <a:lnTo>
                  <a:pt x="9556" y="15012"/>
                </a:lnTo>
                <a:lnTo>
                  <a:pt x="9657" y="15153"/>
                </a:lnTo>
                <a:lnTo>
                  <a:pt x="9782" y="15334"/>
                </a:lnTo>
                <a:lnTo>
                  <a:pt x="9883" y="15475"/>
                </a:lnTo>
                <a:lnTo>
                  <a:pt x="9971" y="15617"/>
                </a:lnTo>
                <a:lnTo>
                  <a:pt x="10059" y="15810"/>
                </a:lnTo>
                <a:lnTo>
                  <a:pt x="10159" y="15952"/>
                </a:lnTo>
                <a:lnTo>
                  <a:pt x="10285" y="16132"/>
                </a:lnTo>
                <a:lnTo>
                  <a:pt x="10386" y="16273"/>
                </a:lnTo>
                <a:lnTo>
                  <a:pt x="10474" y="16467"/>
                </a:lnTo>
                <a:lnTo>
                  <a:pt x="10562" y="16608"/>
                </a:lnTo>
                <a:lnTo>
                  <a:pt x="10662" y="16788"/>
                </a:lnTo>
                <a:lnTo>
                  <a:pt x="10801" y="16930"/>
                </a:lnTo>
                <a:lnTo>
                  <a:pt x="10889" y="17123"/>
                </a:lnTo>
                <a:lnTo>
                  <a:pt x="10977" y="17265"/>
                </a:lnTo>
                <a:lnTo>
                  <a:pt x="11065" y="17445"/>
                </a:lnTo>
                <a:lnTo>
                  <a:pt x="11165" y="17638"/>
                </a:lnTo>
                <a:lnTo>
                  <a:pt x="11304" y="17780"/>
                </a:lnTo>
                <a:lnTo>
                  <a:pt x="11392" y="17960"/>
                </a:lnTo>
                <a:lnTo>
                  <a:pt x="11480" y="18102"/>
                </a:lnTo>
                <a:lnTo>
                  <a:pt x="11568" y="18295"/>
                </a:lnTo>
                <a:lnTo>
                  <a:pt x="11668" y="18436"/>
                </a:lnTo>
                <a:lnTo>
                  <a:pt x="11807" y="18630"/>
                </a:lnTo>
                <a:lnTo>
                  <a:pt x="11895" y="18758"/>
                </a:lnTo>
                <a:lnTo>
                  <a:pt x="11983" y="18951"/>
                </a:lnTo>
                <a:lnTo>
                  <a:pt x="12071" y="19093"/>
                </a:lnTo>
                <a:lnTo>
                  <a:pt x="12171" y="19286"/>
                </a:lnTo>
                <a:lnTo>
                  <a:pt x="12310" y="19415"/>
                </a:lnTo>
                <a:lnTo>
                  <a:pt x="12398" y="19608"/>
                </a:lnTo>
                <a:lnTo>
                  <a:pt x="12486" y="19750"/>
                </a:lnTo>
                <a:lnTo>
                  <a:pt x="12574" y="19943"/>
                </a:lnTo>
                <a:lnTo>
                  <a:pt x="12674" y="20123"/>
                </a:lnTo>
                <a:lnTo>
                  <a:pt x="12813" y="20265"/>
                </a:lnTo>
                <a:lnTo>
                  <a:pt x="12901" y="20458"/>
                </a:lnTo>
                <a:lnTo>
                  <a:pt x="12989" y="20599"/>
                </a:lnTo>
                <a:lnTo>
                  <a:pt x="13077" y="20780"/>
                </a:lnTo>
                <a:lnTo>
                  <a:pt x="13177" y="20921"/>
                </a:lnTo>
                <a:lnTo>
                  <a:pt x="13316" y="21114"/>
                </a:lnTo>
                <a:lnTo>
                  <a:pt x="13404" y="21295"/>
                </a:lnTo>
                <a:lnTo>
                  <a:pt x="13492" y="21436"/>
                </a:lnTo>
                <a:lnTo>
                  <a:pt x="13592" y="21629"/>
                </a:lnTo>
                <a:lnTo>
                  <a:pt x="13680" y="21771"/>
                </a:lnTo>
                <a:lnTo>
                  <a:pt x="13819" y="21951"/>
                </a:lnTo>
                <a:lnTo>
                  <a:pt x="13907" y="22093"/>
                </a:lnTo>
                <a:lnTo>
                  <a:pt x="13995" y="22286"/>
                </a:lnTo>
                <a:lnTo>
                  <a:pt x="14095" y="22466"/>
                </a:lnTo>
                <a:lnTo>
                  <a:pt x="14183" y="22608"/>
                </a:lnTo>
                <a:lnTo>
                  <a:pt x="14322" y="22801"/>
                </a:lnTo>
                <a:lnTo>
                  <a:pt x="14410" y="22943"/>
                </a:lnTo>
                <a:lnTo>
                  <a:pt x="14498" y="23123"/>
                </a:lnTo>
                <a:lnTo>
                  <a:pt x="14598" y="23316"/>
                </a:lnTo>
                <a:lnTo>
                  <a:pt x="14686" y="23458"/>
                </a:lnTo>
                <a:lnTo>
                  <a:pt x="14825" y="23638"/>
                </a:lnTo>
                <a:lnTo>
                  <a:pt x="14913" y="23780"/>
                </a:lnTo>
                <a:lnTo>
                  <a:pt x="15001" y="23973"/>
                </a:lnTo>
                <a:lnTo>
                  <a:pt x="15101" y="24166"/>
                </a:lnTo>
                <a:lnTo>
                  <a:pt x="15189" y="24295"/>
                </a:lnTo>
                <a:lnTo>
                  <a:pt x="15327" y="24488"/>
                </a:lnTo>
                <a:lnTo>
                  <a:pt x="15416" y="24629"/>
                </a:lnTo>
                <a:lnTo>
                  <a:pt x="15504" y="24822"/>
                </a:lnTo>
                <a:lnTo>
                  <a:pt x="15604" y="25003"/>
                </a:lnTo>
                <a:lnTo>
                  <a:pt x="15692" y="25144"/>
                </a:lnTo>
                <a:lnTo>
                  <a:pt x="15830" y="25337"/>
                </a:lnTo>
                <a:lnTo>
                  <a:pt x="15918" y="25518"/>
                </a:lnTo>
                <a:lnTo>
                  <a:pt x="16006" y="25659"/>
                </a:lnTo>
                <a:lnTo>
                  <a:pt x="16107" y="25852"/>
                </a:lnTo>
                <a:lnTo>
                  <a:pt x="16195" y="25994"/>
                </a:lnTo>
                <a:lnTo>
                  <a:pt x="16333" y="26174"/>
                </a:lnTo>
                <a:lnTo>
                  <a:pt x="16421" y="26367"/>
                </a:lnTo>
                <a:lnTo>
                  <a:pt x="16509" y="26509"/>
                </a:lnTo>
                <a:lnTo>
                  <a:pt x="16610" y="26689"/>
                </a:lnTo>
                <a:lnTo>
                  <a:pt x="16698" y="26882"/>
                </a:lnTo>
                <a:lnTo>
                  <a:pt x="16836" y="27024"/>
                </a:lnTo>
                <a:lnTo>
                  <a:pt x="16924" y="27204"/>
                </a:lnTo>
                <a:lnTo>
                  <a:pt x="17025" y="27397"/>
                </a:lnTo>
                <a:lnTo>
                  <a:pt x="17113" y="27539"/>
                </a:lnTo>
                <a:lnTo>
                  <a:pt x="17201" y="27732"/>
                </a:lnTo>
                <a:lnTo>
                  <a:pt x="17339" y="27912"/>
                </a:lnTo>
                <a:lnTo>
                  <a:pt x="17427" y="28054"/>
                </a:lnTo>
                <a:lnTo>
                  <a:pt x="17528" y="28247"/>
                </a:lnTo>
                <a:lnTo>
                  <a:pt x="17616" y="28427"/>
                </a:lnTo>
                <a:lnTo>
                  <a:pt x="17704" y="28569"/>
                </a:lnTo>
                <a:lnTo>
                  <a:pt x="17842" y="28762"/>
                </a:lnTo>
                <a:lnTo>
                  <a:pt x="17930" y="28942"/>
                </a:lnTo>
                <a:lnTo>
                  <a:pt x="18031" y="29084"/>
                </a:lnTo>
                <a:lnTo>
                  <a:pt x="18119" y="29277"/>
                </a:lnTo>
                <a:lnTo>
                  <a:pt x="18207" y="29457"/>
                </a:lnTo>
                <a:lnTo>
                  <a:pt x="18345" y="29599"/>
                </a:lnTo>
                <a:lnTo>
                  <a:pt x="18433" y="29792"/>
                </a:lnTo>
                <a:lnTo>
                  <a:pt x="18534" y="29972"/>
                </a:lnTo>
                <a:lnTo>
                  <a:pt x="18622" y="30114"/>
                </a:lnTo>
                <a:lnTo>
                  <a:pt x="18710" y="30307"/>
                </a:lnTo>
                <a:lnTo>
                  <a:pt x="18848" y="30500"/>
                </a:lnTo>
                <a:lnTo>
                  <a:pt x="18936" y="30681"/>
                </a:lnTo>
                <a:lnTo>
                  <a:pt x="19037" y="30822"/>
                </a:lnTo>
                <a:lnTo>
                  <a:pt x="19125" y="31015"/>
                </a:lnTo>
                <a:lnTo>
                  <a:pt x="19213" y="31196"/>
                </a:lnTo>
                <a:lnTo>
                  <a:pt x="19351" y="31337"/>
                </a:lnTo>
                <a:lnTo>
                  <a:pt x="19439" y="31530"/>
                </a:lnTo>
                <a:lnTo>
                  <a:pt x="19540" y="31711"/>
                </a:lnTo>
                <a:lnTo>
                  <a:pt x="19628" y="31904"/>
                </a:lnTo>
                <a:lnTo>
                  <a:pt x="19716" y="32045"/>
                </a:lnTo>
                <a:lnTo>
                  <a:pt x="19854" y="32226"/>
                </a:lnTo>
                <a:lnTo>
                  <a:pt x="19942" y="32419"/>
                </a:lnTo>
                <a:lnTo>
                  <a:pt x="20043" y="3256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7245826" y="3917828"/>
            <a:ext cx="20043" cy="36873"/>
          </a:xfrm>
          <a:custGeom>
            <a:avLst/>
            <a:gdLst/>
            <a:ahLst/>
            <a:cxnLst/>
            <a:rect l="l" t="t" r="r" b="b"/>
            <a:pathLst>
              <a:path w="20043" h="36873">
                <a:moveTo>
                  <a:pt x="0" y="0"/>
                </a:moveTo>
                <a:lnTo>
                  <a:pt x="88" y="180"/>
                </a:lnTo>
                <a:lnTo>
                  <a:pt x="176" y="373"/>
                </a:lnTo>
                <a:lnTo>
                  <a:pt x="314" y="566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61"/>
                </a:lnTo>
                <a:lnTo>
                  <a:pt x="817" y="1403"/>
                </a:lnTo>
                <a:lnTo>
                  <a:pt x="917" y="1596"/>
                </a:lnTo>
                <a:lnTo>
                  <a:pt x="1005" y="1776"/>
                </a:lnTo>
                <a:lnTo>
                  <a:pt x="1093" y="1969"/>
                </a:lnTo>
                <a:lnTo>
                  <a:pt x="1181" y="2111"/>
                </a:lnTo>
                <a:lnTo>
                  <a:pt x="1320" y="2291"/>
                </a:lnTo>
                <a:lnTo>
                  <a:pt x="1420" y="2484"/>
                </a:lnTo>
                <a:lnTo>
                  <a:pt x="1508" y="2677"/>
                </a:lnTo>
                <a:lnTo>
                  <a:pt x="1596" y="2819"/>
                </a:lnTo>
                <a:lnTo>
                  <a:pt x="1684" y="2999"/>
                </a:lnTo>
                <a:lnTo>
                  <a:pt x="1823" y="3192"/>
                </a:lnTo>
                <a:lnTo>
                  <a:pt x="1923" y="3373"/>
                </a:lnTo>
                <a:lnTo>
                  <a:pt x="2011" y="3514"/>
                </a:lnTo>
                <a:lnTo>
                  <a:pt x="2099" y="3707"/>
                </a:lnTo>
                <a:lnTo>
                  <a:pt x="2187" y="3888"/>
                </a:lnTo>
                <a:lnTo>
                  <a:pt x="2326" y="4081"/>
                </a:lnTo>
                <a:lnTo>
                  <a:pt x="2426" y="4274"/>
                </a:lnTo>
                <a:lnTo>
                  <a:pt x="2514" y="4403"/>
                </a:lnTo>
                <a:lnTo>
                  <a:pt x="2602" y="4596"/>
                </a:lnTo>
                <a:lnTo>
                  <a:pt x="2690" y="4789"/>
                </a:lnTo>
                <a:lnTo>
                  <a:pt x="2829" y="4969"/>
                </a:lnTo>
                <a:lnTo>
                  <a:pt x="2929" y="5162"/>
                </a:lnTo>
                <a:lnTo>
                  <a:pt x="3017" y="5304"/>
                </a:lnTo>
                <a:lnTo>
                  <a:pt x="3105" y="5484"/>
                </a:lnTo>
                <a:lnTo>
                  <a:pt x="3206" y="5677"/>
                </a:lnTo>
                <a:lnTo>
                  <a:pt x="3332" y="5858"/>
                </a:lnTo>
                <a:lnTo>
                  <a:pt x="3432" y="6051"/>
                </a:lnTo>
                <a:lnTo>
                  <a:pt x="3520" y="6192"/>
                </a:lnTo>
                <a:lnTo>
                  <a:pt x="3608" y="6385"/>
                </a:lnTo>
                <a:lnTo>
                  <a:pt x="3709" y="6566"/>
                </a:lnTo>
                <a:lnTo>
                  <a:pt x="3835" y="6759"/>
                </a:lnTo>
                <a:lnTo>
                  <a:pt x="3935" y="6939"/>
                </a:lnTo>
                <a:lnTo>
                  <a:pt x="4023" y="7081"/>
                </a:lnTo>
                <a:lnTo>
                  <a:pt x="4111" y="7274"/>
                </a:lnTo>
                <a:lnTo>
                  <a:pt x="4212" y="7454"/>
                </a:lnTo>
                <a:lnTo>
                  <a:pt x="4338" y="7647"/>
                </a:lnTo>
                <a:lnTo>
                  <a:pt x="4438" y="7840"/>
                </a:lnTo>
                <a:lnTo>
                  <a:pt x="4526" y="8021"/>
                </a:lnTo>
                <a:lnTo>
                  <a:pt x="4614" y="8162"/>
                </a:lnTo>
                <a:lnTo>
                  <a:pt x="4715" y="8355"/>
                </a:lnTo>
                <a:lnTo>
                  <a:pt x="4853" y="8536"/>
                </a:lnTo>
                <a:lnTo>
                  <a:pt x="4941" y="8729"/>
                </a:lnTo>
                <a:lnTo>
                  <a:pt x="5029" y="8909"/>
                </a:lnTo>
                <a:lnTo>
                  <a:pt x="5117" y="9102"/>
                </a:lnTo>
                <a:lnTo>
                  <a:pt x="5218" y="9244"/>
                </a:lnTo>
                <a:lnTo>
                  <a:pt x="5356" y="9424"/>
                </a:lnTo>
                <a:lnTo>
                  <a:pt x="5444" y="9617"/>
                </a:lnTo>
                <a:lnTo>
                  <a:pt x="5532" y="9810"/>
                </a:lnTo>
                <a:lnTo>
                  <a:pt x="5620" y="9990"/>
                </a:lnTo>
                <a:lnTo>
                  <a:pt x="5721" y="10184"/>
                </a:lnTo>
                <a:lnTo>
                  <a:pt x="5859" y="10364"/>
                </a:lnTo>
                <a:lnTo>
                  <a:pt x="5947" y="10505"/>
                </a:lnTo>
                <a:lnTo>
                  <a:pt x="6035" y="10699"/>
                </a:lnTo>
                <a:lnTo>
                  <a:pt x="6123" y="10879"/>
                </a:lnTo>
                <a:lnTo>
                  <a:pt x="6224" y="11072"/>
                </a:lnTo>
                <a:lnTo>
                  <a:pt x="6362" y="11265"/>
                </a:lnTo>
                <a:lnTo>
                  <a:pt x="6450" y="11445"/>
                </a:lnTo>
                <a:lnTo>
                  <a:pt x="6538" y="11638"/>
                </a:lnTo>
                <a:lnTo>
                  <a:pt x="6626" y="11819"/>
                </a:lnTo>
                <a:lnTo>
                  <a:pt x="6727" y="11960"/>
                </a:lnTo>
                <a:lnTo>
                  <a:pt x="6865" y="12153"/>
                </a:lnTo>
                <a:lnTo>
                  <a:pt x="6953" y="12334"/>
                </a:lnTo>
                <a:lnTo>
                  <a:pt x="7041" y="12527"/>
                </a:lnTo>
                <a:lnTo>
                  <a:pt x="7142" y="12720"/>
                </a:lnTo>
                <a:lnTo>
                  <a:pt x="7230" y="12900"/>
                </a:lnTo>
                <a:lnTo>
                  <a:pt x="7368" y="13093"/>
                </a:lnTo>
                <a:lnTo>
                  <a:pt x="7456" y="13274"/>
                </a:lnTo>
                <a:lnTo>
                  <a:pt x="7544" y="13467"/>
                </a:lnTo>
                <a:lnTo>
                  <a:pt x="7645" y="13608"/>
                </a:lnTo>
                <a:lnTo>
                  <a:pt x="7733" y="13789"/>
                </a:lnTo>
                <a:lnTo>
                  <a:pt x="7871" y="13982"/>
                </a:lnTo>
                <a:lnTo>
                  <a:pt x="7959" y="14175"/>
                </a:lnTo>
                <a:lnTo>
                  <a:pt x="8047" y="14355"/>
                </a:lnTo>
                <a:lnTo>
                  <a:pt x="8148" y="14548"/>
                </a:lnTo>
                <a:lnTo>
                  <a:pt x="8236" y="14728"/>
                </a:lnTo>
                <a:lnTo>
                  <a:pt x="8374" y="14922"/>
                </a:lnTo>
                <a:lnTo>
                  <a:pt x="8462" y="15102"/>
                </a:lnTo>
                <a:lnTo>
                  <a:pt x="8550" y="15295"/>
                </a:lnTo>
                <a:lnTo>
                  <a:pt x="8651" y="15488"/>
                </a:lnTo>
                <a:lnTo>
                  <a:pt x="8739" y="15630"/>
                </a:lnTo>
                <a:lnTo>
                  <a:pt x="8877" y="15810"/>
                </a:lnTo>
                <a:lnTo>
                  <a:pt x="8965" y="16003"/>
                </a:lnTo>
                <a:lnTo>
                  <a:pt x="9053" y="16183"/>
                </a:lnTo>
                <a:lnTo>
                  <a:pt x="9154" y="16376"/>
                </a:lnTo>
                <a:lnTo>
                  <a:pt x="9242" y="16557"/>
                </a:lnTo>
                <a:lnTo>
                  <a:pt x="9380" y="16750"/>
                </a:lnTo>
                <a:lnTo>
                  <a:pt x="9468" y="16943"/>
                </a:lnTo>
                <a:lnTo>
                  <a:pt x="9556" y="17123"/>
                </a:lnTo>
                <a:lnTo>
                  <a:pt x="9657" y="17316"/>
                </a:lnTo>
                <a:lnTo>
                  <a:pt x="9745" y="17497"/>
                </a:lnTo>
                <a:lnTo>
                  <a:pt x="9883" y="17690"/>
                </a:lnTo>
                <a:lnTo>
                  <a:pt x="9971" y="17870"/>
                </a:lnTo>
                <a:lnTo>
                  <a:pt x="10059" y="18063"/>
                </a:lnTo>
                <a:lnTo>
                  <a:pt x="10159" y="18256"/>
                </a:lnTo>
                <a:lnTo>
                  <a:pt x="10247" y="18436"/>
                </a:lnTo>
                <a:lnTo>
                  <a:pt x="10386" y="18630"/>
                </a:lnTo>
                <a:lnTo>
                  <a:pt x="10474" y="18771"/>
                </a:lnTo>
                <a:lnTo>
                  <a:pt x="10562" y="18951"/>
                </a:lnTo>
                <a:lnTo>
                  <a:pt x="10662" y="19145"/>
                </a:lnTo>
                <a:lnTo>
                  <a:pt x="10750" y="19325"/>
                </a:lnTo>
                <a:lnTo>
                  <a:pt x="10889" y="19518"/>
                </a:lnTo>
                <a:lnTo>
                  <a:pt x="10977" y="19711"/>
                </a:lnTo>
                <a:lnTo>
                  <a:pt x="11077" y="19891"/>
                </a:lnTo>
                <a:lnTo>
                  <a:pt x="11165" y="20084"/>
                </a:lnTo>
                <a:lnTo>
                  <a:pt x="11253" y="20265"/>
                </a:lnTo>
                <a:lnTo>
                  <a:pt x="11392" y="20458"/>
                </a:lnTo>
                <a:lnTo>
                  <a:pt x="11480" y="20638"/>
                </a:lnTo>
                <a:lnTo>
                  <a:pt x="11580" y="20831"/>
                </a:lnTo>
                <a:lnTo>
                  <a:pt x="11668" y="21024"/>
                </a:lnTo>
                <a:lnTo>
                  <a:pt x="11756" y="21205"/>
                </a:lnTo>
                <a:lnTo>
                  <a:pt x="11895" y="21398"/>
                </a:lnTo>
                <a:lnTo>
                  <a:pt x="11983" y="21578"/>
                </a:lnTo>
                <a:lnTo>
                  <a:pt x="12083" y="21771"/>
                </a:lnTo>
                <a:lnTo>
                  <a:pt x="12171" y="21964"/>
                </a:lnTo>
                <a:lnTo>
                  <a:pt x="12259" y="22144"/>
                </a:lnTo>
                <a:lnTo>
                  <a:pt x="12398" y="22338"/>
                </a:lnTo>
                <a:lnTo>
                  <a:pt x="12486" y="22518"/>
                </a:lnTo>
                <a:lnTo>
                  <a:pt x="12586" y="22711"/>
                </a:lnTo>
                <a:lnTo>
                  <a:pt x="12674" y="22891"/>
                </a:lnTo>
                <a:lnTo>
                  <a:pt x="12762" y="23084"/>
                </a:lnTo>
                <a:lnTo>
                  <a:pt x="12901" y="23277"/>
                </a:lnTo>
                <a:lnTo>
                  <a:pt x="12989" y="23458"/>
                </a:lnTo>
                <a:lnTo>
                  <a:pt x="13089" y="23651"/>
                </a:lnTo>
                <a:lnTo>
                  <a:pt x="13177" y="23831"/>
                </a:lnTo>
                <a:lnTo>
                  <a:pt x="13265" y="24024"/>
                </a:lnTo>
                <a:lnTo>
                  <a:pt x="13404" y="24204"/>
                </a:lnTo>
                <a:lnTo>
                  <a:pt x="13492" y="24398"/>
                </a:lnTo>
                <a:lnTo>
                  <a:pt x="13592" y="24591"/>
                </a:lnTo>
                <a:lnTo>
                  <a:pt x="13680" y="24771"/>
                </a:lnTo>
                <a:lnTo>
                  <a:pt x="13768" y="24964"/>
                </a:lnTo>
                <a:lnTo>
                  <a:pt x="13907" y="25144"/>
                </a:lnTo>
                <a:lnTo>
                  <a:pt x="13995" y="25337"/>
                </a:lnTo>
                <a:lnTo>
                  <a:pt x="14095" y="25569"/>
                </a:lnTo>
                <a:lnTo>
                  <a:pt x="14183" y="25762"/>
                </a:lnTo>
                <a:lnTo>
                  <a:pt x="14271" y="25943"/>
                </a:lnTo>
                <a:lnTo>
                  <a:pt x="14410" y="26136"/>
                </a:lnTo>
                <a:lnTo>
                  <a:pt x="14510" y="26316"/>
                </a:lnTo>
                <a:lnTo>
                  <a:pt x="14598" y="26509"/>
                </a:lnTo>
                <a:lnTo>
                  <a:pt x="14686" y="26702"/>
                </a:lnTo>
                <a:lnTo>
                  <a:pt x="14774" y="26882"/>
                </a:lnTo>
                <a:lnTo>
                  <a:pt x="14913" y="27076"/>
                </a:lnTo>
                <a:lnTo>
                  <a:pt x="15013" y="27256"/>
                </a:lnTo>
                <a:lnTo>
                  <a:pt x="15101" y="27449"/>
                </a:lnTo>
                <a:lnTo>
                  <a:pt x="15189" y="27629"/>
                </a:lnTo>
                <a:lnTo>
                  <a:pt x="15277" y="27822"/>
                </a:lnTo>
                <a:lnTo>
                  <a:pt x="15416" y="28015"/>
                </a:lnTo>
                <a:lnTo>
                  <a:pt x="15516" y="28196"/>
                </a:lnTo>
                <a:lnTo>
                  <a:pt x="15604" y="28389"/>
                </a:lnTo>
                <a:lnTo>
                  <a:pt x="15692" y="28569"/>
                </a:lnTo>
                <a:lnTo>
                  <a:pt x="15780" y="28762"/>
                </a:lnTo>
                <a:lnTo>
                  <a:pt x="15918" y="28994"/>
                </a:lnTo>
                <a:lnTo>
                  <a:pt x="16019" y="29187"/>
                </a:lnTo>
                <a:lnTo>
                  <a:pt x="16107" y="29367"/>
                </a:lnTo>
                <a:lnTo>
                  <a:pt x="16195" y="29560"/>
                </a:lnTo>
                <a:lnTo>
                  <a:pt x="16283" y="29741"/>
                </a:lnTo>
                <a:lnTo>
                  <a:pt x="16421" y="29934"/>
                </a:lnTo>
                <a:lnTo>
                  <a:pt x="16522" y="30127"/>
                </a:lnTo>
                <a:lnTo>
                  <a:pt x="16610" y="30307"/>
                </a:lnTo>
                <a:lnTo>
                  <a:pt x="16698" y="30500"/>
                </a:lnTo>
                <a:lnTo>
                  <a:pt x="16786" y="30681"/>
                </a:lnTo>
                <a:lnTo>
                  <a:pt x="16924" y="30874"/>
                </a:lnTo>
                <a:lnTo>
                  <a:pt x="17025" y="31105"/>
                </a:lnTo>
                <a:lnTo>
                  <a:pt x="17113" y="31299"/>
                </a:lnTo>
                <a:lnTo>
                  <a:pt x="17201" y="31479"/>
                </a:lnTo>
                <a:lnTo>
                  <a:pt x="17302" y="31672"/>
                </a:lnTo>
                <a:lnTo>
                  <a:pt x="17427" y="31852"/>
                </a:lnTo>
                <a:lnTo>
                  <a:pt x="17528" y="32045"/>
                </a:lnTo>
                <a:lnTo>
                  <a:pt x="17616" y="32238"/>
                </a:lnTo>
                <a:lnTo>
                  <a:pt x="17704" y="32419"/>
                </a:lnTo>
                <a:lnTo>
                  <a:pt x="17805" y="32612"/>
                </a:lnTo>
                <a:lnTo>
                  <a:pt x="17930" y="32844"/>
                </a:lnTo>
                <a:lnTo>
                  <a:pt x="18031" y="33037"/>
                </a:lnTo>
                <a:lnTo>
                  <a:pt x="18119" y="33217"/>
                </a:lnTo>
                <a:lnTo>
                  <a:pt x="18207" y="33410"/>
                </a:lnTo>
                <a:lnTo>
                  <a:pt x="18308" y="33590"/>
                </a:lnTo>
                <a:lnTo>
                  <a:pt x="18446" y="33783"/>
                </a:lnTo>
                <a:lnTo>
                  <a:pt x="18534" y="33964"/>
                </a:lnTo>
                <a:lnTo>
                  <a:pt x="18622" y="34157"/>
                </a:lnTo>
                <a:lnTo>
                  <a:pt x="18710" y="34389"/>
                </a:lnTo>
                <a:lnTo>
                  <a:pt x="18811" y="34582"/>
                </a:lnTo>
                <a:lnTo>
                  <a:pt x="18949" y="34762"/>
                </a:lnTo>
                <a:lnTo>
                  <a:pt x="19037" y="34955"/>
                </a:lnTo>
                <a:lnTo>
                  <a:pt x="19125" y="35148"/>
                </a:lnTo>
                <a:lnTo>
                  <a:pt x="19213" y="35328"/>
                </a:lnTo>
                <a:lnTo>
                  <a:pt x="19314" y="35522"/>
                </a:lnTo>
                <a:lnTo>
                  <a:pt x="19452" y="35753"/>
                </a:lnTo>
                <a:lnTo>
                  <a:pt x="19540" y="35946"/>
                </a:lnTo>
                <a:lnTo>
                  <a:pt x="19628" y="36127"/>
                </a:lnTo>
                <a:lnTo>
                  <a:pt x="19716" y="36320"/>
                </a:lnTo>
                <a:lnTo>
                  <a:pt x="19816" y="36500"/>
                </a:lnTo>
                <a:lnTo>
                  <a:pt x="19955" y="36693"/>
                </a:lnTo>
                <a:lnTo>
                  <a:pt x="20043" y="36873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7265869" y="3954702"/>
            <a:ext cx="20043" cy="40646"/>
          </a:xfrm>
          <a:custGeom>
            <a:avLst/>
            <a:gdLst/>
            <a:ahLst/>
            <a:cxnLst/>
            <a:rect l="l" t="t" r="r" b="b"/>
            <a:pathLst>
              <a:path w="20043" h="40646">
                <a:moveTo>
                  <a:pt x="0" y="0"/>
                </a:moveTo>
                <a:lnTo>
                  <a:pt x="88" y="244"/>
                </a:lnTo>
                <a:lnTo>
                  <a:pt x="176" y="424"/>
                </a:lnTo>
                <a:lnTo>
                  <a:pt x="276" y="617"/>
                </a:lnTo>
                <a:lnTo>
                  <a:pt x="414" y="798"/>
                </a:lnTo>
                <a:lnTo>
                  <a:pt x="502" y="991"/>
                </a:lnTo>
                <a:lnTo>
                  <a:pt x="590" y="1184"/>
                </a:lnTo>
                <a:lnTo>
                  <a:pt x="691" y="1416"/>
                </a:lnTo>
                <a:lnTo>
                  <a:pt x="779" y="1596"/>
                </a:lnTo>
                <a:lnTo>
                  <a:pt x="917" y="1789"/>
                </a:lnTo>
                <a:lnTo>
                  <a:pt x="1005" y="1982"/>
                </a:lnTo>
                <a:lnTo>
                  <a:pt x="1093" y="2162"/>
                </a:lnTo>
                <a:lnTo>
                  <a:pt x="1194" y="2394"/>
                </a:lnTo>
                <a:lnTo>
                  <a:pt x="1282" y="2587"/>
                </a:lnTo>
                <a:lnTo>
                  <a:pt x="1420" y="2768"/>
                </a:lnTo>
                <a:lnTo>
                  <a:pt x="1508" y="2961"/>
                </a:lnTo>
                <a:lnTo>
                  <a:pt x="1596" y="3154"/>
                </a:lnTo>
                <a:lnTo>
                  <a:pt x="1697" y="3334"/>
                </a:lnTo>
                <a:lnTo>
                  <a:pt x="1785" y="3566"/>
                </a:lnTo>
                <a:lnTo>
                  <a:pt x="1923" y="3759"/>
                </a:lnTo>
                <a:lnTo>
                  <a:pt x="2011" y="3952"/>
                </a:lnTo>
                <a:lnTo>
                  <a:pt x="2099" y="4132"/>
                </a:lnTo>
                <a:lnTo>
                  <a:pt x="2200" y="4325"/>
                </a:lnTo>
                <a:lnTo>
                  <a:pt x="2288" y="4557"/>
                </a:lnTo>
                <a:lnTo>
                  <a:pt x="2426" y="4750"/>
                </a:lnTo>
                <a:lnTo>
                  <a:pt x="2514" y="4931"/>
                </a:lnTo>
                <a:lnTo>
                  <a:pt x="2602" y="5124"/>
                </a:lnTo>
                <a:lnTo>
                  <a:pt x="2703" y="5355"/>
                </a:lnTo>
                <a:lnTo>
                  <a:pt x="2791" y="5536"/>
                </a:lnTo>
                <a:lnTo>
                  <a:pt x="2929" y="5729"/>
                </a:lnTo>
                <a:lnTo>
                  <a:pt x="3017" y="5922"/>
                </a:lnTo>
                <a:lnTo>
                  <a:pt x="3105" y="6102"/>
                </a:lnTo>
                <a:lnTo>
                  <a:pt x="3206" y="6334"/>
                </a:lnTo>
                <a:lnTo>
                  <a:pt x="3294" y="6527"/>
                </a:lnTo>
                <a:lnTo>
                  <a:pt x="3432" y="6720"/>
                </a:lnTo>
                <a:lnTo>
                  <a:pt x="3520" y="6900"/>
                </a:lnTo>
                <a:lnTo>
                  <a:pt x="3608" y="7132"/>
                </a:lnTo>
                <a:lnTo>
                  <a:pt x="3709" y="7325"/>
                </a:lnTo>
                <a:lnTo>
                  <a:pt x="3797" y="7518"/>
                </a:lnTo>
                <a:lnTo>
                  <a:pt x="3935" y="7699"/>
                </a:lnTo>
                <a:lnTo>
                  <a:pt x="4023" y="7892"/>
                </a:lnTo>
                <a:lnTo>
                  <a:pt x="4111" y="8124"/>
                </a:lnTo>
                <a:lnTo>
                  <a:pt x="4212" y="8317"/>
                </a:lnTo>
                <a:lnTo>
                  <a:pt x="4300" y="8497"/>
                </a:lnTo>
                <a:lnTo>
                  <a:pt x="4438" y="8690"/>
                </a:lnTo>
                <a:lnTo>
                  <a:pt x="4526" y="8922"/>
                </a:lnTo>
                <a:lnTo>
                  <a:pt x="4627" y="9102"/>
                </a:lnTo>
                <a:lnTo>
                  <a:pt x="4715" y="9295"/>
                </a:lnTo>
                <a:lnTo>
                  <a:pt x="4803" y="9488"/>
                </a:lnTo>
                <a:lnTo>
                  <a:pt x="4941" y="9720"/>
                </a:lnTo>
                <a:lnTo>
                  <a:pt x="5029" y="9900"/>
                </a:lnTo>
                <a:lnTo>
                  <a:pt x="5130" y="10093"/>
                </a:lnTo>
                <a:lnTo>
                  <a:pt x="5218" y="10287"/>
                </a:lnTo>
                <a:lnTo>
                  <a:pt x="5306" y="10518"/>
                </a:lnTo>
                <a:lnTo>
                  <a:pt x="5444" y="10699"/>
                </a:lnTo>
                <a:lnTo>
                  <a:pt x="5532" y="10892"/>
                </a:lnTo>
                <a:lnTo>
                  <a:pt x="5633" y="11123"/>
                </a:lnTo>
                <a:lnTo>
                  <a:pt x="5721" y="11317"/>
                </a:lnTo>
                <a:lnTo>
                  <a:pt x="5809" y="11497"/>
                </a:lnTo>
                <a:lnTo>
                  <a:pt x="5947" y="11690"/>
                </a:lnTo>
                <a:lnTo>
                  <a:pt x="6035" y="11922"/>
                </a:lnTo>
                <a:lnTo>
                  <a:pt x="6136" y="12115"/>
                </a:lnTo>
                <a:lnTo>
                  <a:pt x="6224" y="12295"/>
                </a:lnTo>
                <a:lnTo>
                  <a:pt x="6312" y="12488"/>
                </a:lnTo>
                <a:lnTo>
                  <a:pt x="6450" y="12720"/>
                </a:lnTo>
                <a:lnTo>
                  <a:pt x="6538" y="12913"/>
                </a:lnTo>
                <a:lnTo>
                  <a:pt x="6639" y="13093"/>
                </a:lnTo>
                <a:lnTo>
                  <a:pt x="6727" y="13325"/>
                </a:lnTo>
                <a:lnTo>
                  <a:pt x="6815" y="13518"/>
                </a:lnTo>
                <a:lnTo>
                  <a:pt x="6953" y="13711"/>
                </a:lnTo>
                <a:lnTo>
                  <a:pt x="7041" y="13943"/>
                </a:lnTo>
                <a:lnTo>
                  <a:pt x="7142" y="14123"/>
                </a:lnTo>
                <a:lnTo>
                  <a:pt x="7230" y="14316"/>
                </a:lnTo>
                <a:lnTo>
                  <a:pt x="7318" y="14510"/>
                </a:lnTo>
                <a:lnTo>
                  <a:pt x="7456" y="14741"/>
                </a:lnTo>
                <a:lnTo>
                  <a:pt x="7544" y="14922"/>
                </a:lnTo>
                <a:lnTo>
                  <a:pt x="7645" y="15115"/>
                </a:lnTo>
                <a:lnTo>
                  <a:pt x="7733" y="15346"/>
                </a:lnTo>
                <a:lnTo>
                  <a:pt x="7821" y="15540"/>
                </a:lnTo>
                <a:lnTo>
                  <a:pt x="7959" y="15720"/>
                </a:lnTo>
                <a:lnTo>
                  <a:pt x="8060" y="15964"/>
                </a:lnTo>
                <a:lnTo>
                  <a:pt x="8148" y="16145"/>
                </a:lnTo>
                <a:lnTo>
                  <a:pt x="8236" y="16338"/>
                </a:lnTo>
                <a:lnTo>
                  <a:pt x="8324" y="16570"/>
                </a:lnTo>
                <a:lnTo>
                  <a:pt x="8462" y="16763"/>
                </a:lnTo>
                <a:lnTo>
                  <a:pt x="8563" y="16943"/>
                </a:lnTo>
                <a:lnTo>
                  <a:pt x="8651" y="17175"/>
                </a:lnTo>
                <a:lnTo>
                  <a:pt x="8739" y="17368"/>
                </a:lnTo>
                <a:lnTo>
                  <a:pt x="8827" y="17548"/>
                </a:lnTo>
                <a:lnTo>
                  <a:pt x="8965" y="17793"/>
                </a:lnTo>
                <a:lnTo>
                  <a:pt x="9066" y="17973"/>
                </a:lnTo>
                <a:lnTo>
                  <a:pt x="9154" y="18166"/>
                </a:lnTo>
                <a:lnTo>
                  <a:pt x="9242" y="18398"/>
                </a:lnTo>
                <a:lnTo>
                  <a:pt x="9330" y="18591"/>
                </a:lnTo>
                <a:lnTo>
                  <a:pt x="9468" y="18771"/>
                </a:lnTo>
                <a:lnTo>
                  <a:pt x="9568" y="19003"/>
                </a:lnTo>
                <a:lnTo>
                  <a:pt x="9657" y="19196"/>
                </a:lnTo>
                <a:lnTo>
                  <a:pt x="9745" y="19389"/>
                </a:lnTo>
                <a:lnTo>
                  <a:pt x="9833" y="19621"/>
                </a:lnTo>
                <a:lnTo>
                  <a:pt x="9971" y="19801"/>
                </a:lnTo>
                <a:lnTo>
                  <a:pt x="10071" y="19994"/>
                </a:lnTo>
                <a:lnTo>
                  <a:pt x="10159" y="20226"/>
                </a:lnTo>
                <a:lnTo>
                  <a:pt x="10247" y="20419"/>
                </a:lnTo>
                <a:lnTo>
                  <a:pt x="10336" y="20599"/>
                </a:lnTo>
                <a:lnTo>
                  <a:pt x="10474" y="20844"/>
                </a:lnTo>
                <a:lnTo>
                  <a:pt x="10574" y="21024"/>
                </a:lnTo>
                <a:lnTo>
                  <a:pt x="10662" y="21217"/>
                </a:lnTo>
                <a:lnTo>
                  <a:pt x="10750" y="21449"/>
                </a:lnTo>
                <a:lnTo>
                  <a:pt x="10851" y="21642"/>
                </a:lnTo>
                <a:lnTo>
                  <a:pt x="10977" y="21874"/>
                </a:lnTo>
                <a:lnTo>
                  <a:pt x="11077" y="22054"/>
                </a:lnTo>
                <a:lnTo>
                  <a:pt x="11165" y="22247"/>
                </a:lnTo>
                <a:lnTo>
                  <a:pt x="11253" y="22479"/>
                </a:lnTo>
                <a:lnTo>
                  <a:pt x="11354" y="22672"/>
                </a:lnTo>
                <a:lnTo>
                  <a:pt x="11480" y="22853"/>
                </a:lnTo>
                <a:lnTo>
                  <a:pt x="11580" y="23097"/>
                </a:lnTo>
                <a:lnTo>
                  <a:pt x="11668" y="23277"/>
                </a:lnTo>
                <a:lnTo>
                  <a:pt x="11756" y="23509"/>
                </a:lnTo>
                <a:lnTo>
                  <a:pt x="11857" y="23702"/>
                </a:lnTo>
                <a:lnTo>
                  <a:pt x="11995" y="23883"/>
                </a:lnTo>
                <a:lnTo>
                  <a:pt x="12083" y="24127"/>
                </a:lnTo>
                <a:lnTo>
                  <a:pt x="12171" y="24307"/>
                </a:lnTo>
                <a:lnTo>
                  <a:pt x="12259" y="24539"/>
                </a:lnTo>
                <a:lnTo>
                  <a:pt x="12360" y="24732"/>
                </a:lnTo>
                <a:lnTo>
                  <a:pt x="12498" y="24925"/>
                </a:lnTo>
                <a:lnTo>
                  <a:pt x="12586" y="25157"/>
                </a:lnTo>
                <a:lnTo>
                  <a:pt x="12674" y="25337"/>
                </a:lnTo>
                <a:lnTo>
                  <a:pt x="12762" y="25582"/>
                </a:lnTo>
                <a:lnTo>
                  <a:pt x="12863" y="25762"/>
                </a:lnTo>
                <a:lnTo>
                  <a:pt x="13001" y="25955"/>
                </a:lnTo>
                <a:lnTo>
                  <a:pt x="13089" y="26187"/>
                </a:lnTo>
                <a:lnTo>
                  <a:pt x="13177" y="26380"/>
                </a:lnTo>
                <a:lnTo>
                  <a:pt x="13265" y="26612"/>
                </a:lnTo>
                <a:lnTo>
                  <a:pt x="13366" y="26792"/>
                </a:lnTo>
                <a:lnTo>
                  <a:pt x="13504" y="26985"/>
                </a:lnTo>
                <a:lnTo>
                  <a:pt x="13592" y="27217"/>
                </a:lnTo>
                <a:lnTo>
                  <a:pt x="13680" y="27410"/>
                </a:lnTo>
                <a:lnTo>
                  <a:pt x="13768" y="27642"/>
                </a:lnTo>
                <a:lnTo>
                  <a:pt x="13869" y="27835"/>
                </a:lnTo>
                <a:lnTo>
                  <a:pt x="14007" y="28067"/>
                </a:lnTo>
                <a:lnTo>
                  <a:pt x="14095" y="28247"/>
                </a:lnTo>
                <a:lnTo>
                  <a:pt x="14183" y="28440"/>
                </a:lnTo>
                <a:lnTo>
                  <a:pt x="14284" y="28672"/>
                </a:lnTo>
                <a:lnTo>
                  <a:pt x="14372" y="28865"/>
                </a:lnTo>
                <a:lnTo>
                  <a:pt x="14510" y="29097"/>
                </a:lnTo>
                <a:lnTo>
                  <a:pt x="14598" y="29290"/>
                </a:lnTo>
                <a:lnTo>
                  <a:pt x="14686" y="29522"/>
                </a:lnTo>
                <a:lnTo>
                  <a:pt x="14787" y="29702"/>
                </a:lnTo>
                <a:lnTo>
                  <a:pt x="14875" y="29895"/>
                </a:lnTo>
                <a:lnTo>
                  <a:pt x="15013" y="30127"/>
                </a:lnTo>
                <a:lnTo>
                  <a:pt x="15101" y="30320"/>
                </a:lnTo>
                <a:lnTo>
                  <a:pt x="15189" y="30552"/>
                </a:lnTo>
                <a:lnTo>
                  <a:pt x="15290" y="30745"/>
                </a:lnTo>
                <a:lnTo>
                  <a:pt x="15378" y="30977"/>
                </a:lnTo>
                <a:lnTo>
                  <a:pt x="15516" y="31157"/>
                </a:lnTo>
                <a:lnTo>
                  <a:pt x="15604" y="31402"/>
                </a:lnTo>
                <a:lnTo>
                  <a:pt x="15692" y="31582"/>
                </a:lnTo>
                <a:lnTo>
                  <a:pt x="15793" y="31775"/>
                </a:lnTo>
                <a:lnTo>
                  <a:pt x="15881" y="32007"/>
                </a:lnTo>
                <a:lnTo>
                  <a:pt x="16019" y="32200"/>
                </a:lnTo>
                <a:lnTo>
                  <a:pt x="16107" y="32432"/>
                </a:lnTo>
                <a:lnTo>
                  <a:pt x="16195" y="32612"/>
                </a:lnTo>
                <a:lnTo>
                  <a:pt x="16296" y="32856"/>
                </a:lnTo>
                <a:lnTo>
                  <a:pt x="16384" y="33037"/>
                </a:lnTo>
                <a:lnTo>
                  <a:pt x="16522" y="33268"/>
                </a:lnTo>
                <a:lnTo>
                  <a:pt x="16610" y="33462"/>
                </a:lnTo>
                <a:lnTo>
                  <a:pt x="16698" y="33693"/>
                </a:lnTo>
                <a:lnTo>
                  <a:pt x="16799" y="33886"/>
                </a:lnTo>
                <a:lnTo>
                  <a:pt x="16887" y="34118"/>
                </a:lnTo>
                <a:lnTo>
                  <a:pt x="17025" y="34311"/>
                </a:lnTo>
                <a:lnTo>
                  <a:pt x="17113" y="34543"/>
                </a:lnTo>
                <a:lnTo>
                  <a:pt x="17201" y="34723"/>
                </a:lnTo>
                <a:lnTo>
                  <a:pt x="17302" y="34916"/>
                </a:lnTo>
                <a:lnTo>
                  <a:pt x="17390" y="35148"/>
                </a:lnTo>
                <a:lnTo>
                  <a:pt x="17528" y="35341"/>
                </a:lnTo>
                <a:lnTo>
                  <a:pt x="17616" y="35573"/>
                </a:lnTo>
                <a:lnTo>
                  <a:pt x="17704" y="35766"/>
                </a:lnTo>
                <a:lnTo>
                  <a:pt x="17805" y="35998"/>
                </a:lnTo>
                <a:lnTo>
                  <a:pt x="17893" y="36178"/>
                </a:lnTo>
                <a:lnTo>
                  <a:pt x="18031" y="36423"/>
                </a:lnTo>
                <a:lnTo>
                  <a:pt x="18119" y="36603"/>
                </a:lnTo>
                <a:lnTo>
                  <a:pt x="18220" y="36835"/>
                </a:lnTo>
                <a:lnTo>
                  <a:pt x="18308" y="37028"/>
                </a:lnTo>
                <a:lnTo>
                  <a:pt x="18396" y="37260"/>
                </a:lnTo>
                <a:lnTo>
                  <a:pt x="18534" y="37453"/>
                </a:lnTo>
                <a:lnTo>
                  <a:pt x="18622" y="37685"/>
                </a:lnTo>
                <a:lnTo>
                  <a:pt x="18723" y="37878"/>
                </a:lnTo>
                <a:lnTo>
                  <a:pt x="18811" y="38109"/>
                </a:lnTo>
                <a:lnTo>
                  <a:pt x="18899" y="38290"/>
                </a:lnTo>
                <a:lnTo>
                  <a:pt x="19037" y="38534"/>
                </a:lnTo>
                <a:lnTo>
                  <a:pt x="19125" y="38715"/>
                </a:lnTo>
                <a:lnTo>
                  <a:pt x="19226" y="38946"/>
                </a:lnTo>
                <a:lnTo>
                  <a:pt x="19314" y="39139"/>
                </a:lnTo>
                <a:lnTo>
                  <a:pt x="19402" y="39371"/>
                </a:lnTo>
                <a:lnTo>
                  <a:pt x="19540" y="39603"/>
                </a:lnTo>
                <a:lnTo>
                  <a:pt x="19628" y="39796"/>
                </a:lnTo>
                <a:lnTo>
                  <a:pt x="19728" y="40028"/>
                </a:lnTo>
                <a:lnTo>
                  <a:pt x="19816" y="40221"/>
                </a:lnTo>
                <a:lnTo>
                  <a:pt x="19905" y="40453"/>
                </a:lnTo>
                <a:lnTo>
                  <a:pt x="20043" y="40646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7285913" y="3995348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0"/>
                </a:moveTo>
                <a:lnTo>
                  <a:pt x="88" y="231"/>
                </a:lnTo>
                <a:lnTo>
                  <a:pt x="188" y="411"/>
                </a:lnTo>
                <a:lnTo>
                  <a:pt x="276" y="656"/>
                </a:lnTo>
                <a:lnTo>
                  <a:pt x="364" y="836"/>
                </a:lnTo>
                <a:lnTo>
                  <a:pt x="502" y="1068"/>
                </a:lnTo>
                <a:lnTo>
                  <a:pt x="590" y="1261"/>
                </a:lnTo>
                <a:lnTo>
                  <a:pt x="691" y="1493"/>
                </a:lnTo>
                <a:lnTo>
                  <a:pt x="779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94" y="2574"/>
                </a:lnTo>
                <a:lnTo>
                  <a:pt x="1282" y="2768"/>
                </a:lnTo>
                <a:lnTo>
                  <a:pt x="1370" y="2999"/>
                </a:lnTo>
                <a:lnTo>
                  <a:pt x="1508" y="3180"/>
                </a:lnTo>
                <a:lnTo>
                  <a:pt x="1596" y="3424"/>
                </a:lnTo>
                <a:lnTo>
                  <a:pt x="1697" y="3604"/>
                </a:lnTo>
                <a:lnTo>
                  <a:pt x="1785" y="3836"/>
                </a:lnTo>
                <a:lnTo>
                  <a:pt x="1873" y="4029"/>
                </a:lnTo>
                <a:lnTo>
                  <a:pt x="2011" y="4261"/>
                </a:lnTo>
                <a:lnTo>
                  <a:pt x="2112" y="4493"/>
                </a:lnTo>
                <a:lnTo>
                  <a:pt x="2200" y="4686"/>
                </a:lnTo>
                <a:lnTo>
                  <a:pt x="2288" y="4918"/>
                </a:lnTo>
                <a:lnTo>
                  <a:pt x="2376" y="5111"/>
                </a:lnTo>
                <a:lnTo>
                  <a:pt x="2514" y="5343"/>
                </a:lnTo>
                <a:lnTo>
                  <a:pt x="2615" y="5536"/>
                </a:lnTo>
                <a:lnTo>
                  <a:pt x="2703" y="5767"/>
                </a:lnTo>
                <a:lnTo>
                  <a:pt x="2791" y="5999"/>
                </a:lnTo>
                <a:lnTo>
                  <a:pt x="2879" y="6192"/>
                </a:lnTo>
                <a:lnTo>
                  <a:pt x="3017" y="6424"/>
                </a:lnTo>
                <a:lnTo>
                  <a:pt x="3118" y="6604"/>
                </a:lnTo>
                <a:lnTo>
                  <a:pt x="3206" y="6849"/>
                </a:lnTo>
                <a:lnTo>
                  <a:pt x="3294" y="7029"/>
                </a:lnTo>
                <a:lnTo>
                  <a:pt x="3382" y="7261"/>
                </a:lnTo>
                <a:lnTo>
                  <a:pt x="3520" y="7506"/>
                </a:lnTo>
                <a:lnTo>
                  <a:pt x="3621" y="7686"/>
                </a:lnTo>
                <a:lnTo>
                  <a:pt x="3709" y="7918"/>
                </a:lnTo>
                <a:lnTo>
                  <a:pt x="3797" y="8111"/>
                </a:lnTo>
                <a:lnTo>
                  <a:pt x="3885" y="8342"/>
                </a:lnTo>
                <a:lnTo>
                  <a:pt x="4023" y="8574"/>
                </a:lnTo>
                <a:lnTo>
                  <a:pt x="4124" y="8767"/>
                </a:lnTo>
                <a:lnTo>
                  <a:pt x="4212" y="8999"/>
                </a:lnTo>
                <a:lnTo>
                  <a:pt x="4300" y="9192"/>
                </a:lnTo>
                <a:lnTo>
                  <a:pt x="4400" y="9424"/>
                </a:lnTo>
                <a:lnTo>
                  <a:pt x="4526" y="9656"/>
                </a:lnTo>
                <a:lnTo>
                  <a:pt x="4627" y="9849"/>
                </a:lnTo>
                <a:lnTo>
                  <a:pt x="4715" y="10081"/>
                </a:lnTo>
                <a:lnTo>
                  <a:pt x="4803" y="10274"/>
                </a:lnTo>
                <a:lnTo>
                  <a:pt x="4903" y="10505"/>
                </a:lnTo>
                <a:lnTo>
                  <a:pt x="5029" y="10737"/>
                </a:lnTo>
                <a:lnTo>
                  <a:pt x="5130" y="10930"/>
                </a:lnTo>
                <a:lnTo>
                  <a:pt x="5218" y="11162"/>
                </a:lnTo>
                <a:lnTo>
                  <a:pt x="5306" y="11342"/>
                </a:lnTo>
                <a:lnTo>
                  <a:pt x="5406" y="11587"/>
                </a:lnTo>
                <a:lnTo>
                  <a:pt x="5545" y="11819"/>
                </a:lnTo>
                <a:lnTo>
                  <a:pt x="5633" y="12012"/>
                </a:lnTo>
                <a:lnTo>
                  <a:pt x="5721" y="12244"/>
                </a:lnTo>
                <a:lnTo>
                  <a:pt x="5809" y="12475"/>
                </a:lnTo>
                <a:lnTo>
                  <a:pt x="5909" y="12668"/>
                </a:lnTo>
                <a:lnTo>
                  <a:pt x="6048" y="12900"/>
                </a:lnTo>
                <a:lnTo>
                  <a:pt x="6136" y="13080"/>
                </a:lnTo>
                <a:lnTo>
                  <a:pt x="6224" y="13325"/>
                </a:lnTo>
                <a:lnTo>
                  <a:pt x="6312" y="13557"/>
                </a:lnTo>
                <a:lnTo>
                  <a:pt x="6412" y="13737"/>
                </a:lnTo>
                <a:lnTo>
                  <a:pt x="6551" y="13982"/>
                </a:lnTo>
                <a:lnTo>
                  <a:pt x="6639" y="14213"/>
                </a:lnTo>
                <a:lnTo>
                  <a:pt x="6727" y="14394"/>
                </a:lnTo>
                <a:lnTo>
                  <a:pt x="6815" y="14638"/>
                </a:lnTo>
                <a:lnTo>
                  <a:pt x="6915" y="14819"/>
                </a:lnTo>
                <a:lnTo>
                  <a:pt x="7054" y="15050"/>
                </a:lnTo>
                <a:lnTo>
                  <a:pt x="7142" y="15295"/>
                </a:lnTo>
                <a:lnTo>
                  <a:pt x="7230" y="15475"/>
                </a:lnTo>
                <a:lnTo>
                  <a:pt x="7318" y="15707"/>
                </a:lnTo>
                <a:lnTo>
                  <a:pt x="7418" y="15952"/>
                </a:lnTo>
                <a:lnTo>
                  <a:pt x="7557" y="16132"/>
                </a:lnTo>
                <a:lnTo>
                  <a:pt x="7645" y="16364"/>
                </a:lnTo>
                <a:lnTo>
                  <a:pt x="7733" y="16608"/>
                </a:lnTo>
                <a:lnTo>
                  <a:pt x="7821" y="16788"/>
                </a:lnTo>
                <a:lnTo>
                  <a:pt x="7921" y="17020"/>
                </a:lnTo>
                <a:lnTo>
                  <a:pt x="8060" y="17265"/>
                </a:lnTo>
                <a:lnTo>
                  <a:pt x="8148" y="17445"/>
                </a:lnTo>
                <a:lnTo>
                  <a:pt x="8236" y="17677"/>
                </a:lnTo>
                <a:lnTo>
                  <a:pt x="8336" y="17921"/>
                </a:lnTo>
                <a:lnTo>
                  <a:pt x="8424" y="18102"/>
                </a:lnTo>
                <a:lnTo>
                  <a:pt x="8563" y="18346"/>
                </a:lnTo>
                <a:lnTo>
                  <a:pt x="8651" y="18578"/>
                </a:lnTo>
                <a:lnTo>
                  <a:pt x="8739" y="18758"/>
                </a:lnTo>
                <a:lnTo>
                  <a:pt x="8839" y="19003"/>
                </a:lnTo>
                <a:lnTo>
                  <a:pt x="8927" y="19235"/>
                </a:lnTo>
                <a:lnTo>
                  <a:pt x="9066" y="19415"/>
                </a:lnTo>
                <a:lnTo>
                  <a:pt x="9154" y="19660"/>
                </a:lnTo>
                <a:lnTo>
                  <a:pt x="9242" y="19891"/>
                </a:lnTo>
                <a:lnTo>
                  <a:pt x="9342" y="20072"/>
                </a:lnTo>
                <a:lnTo>
                  <a:pt x="9430" y="20316"/>
                </a:lnTo>
                <a:lnTo>
                  <a:pt x="9568" y="20548"/>
                </a:lnTo>
                <a:lnTo>
                  <a:pt x="9657" y="20728"/>
                </a:lnTo>
                <a:lnTo>
                  <a:pt x="9745" y="20973"/>
                </a:lnTo>
                <a:lnTo>
                  <a:pt x="9845" y="21205"/>
                </a:lnTo>
                <a:lnTo>
                  <a:pt x="9933" y="21385"/>
                </a:lnTo>
                <a:lnTo>
                  <a:pt x="10071" y="21629"/>
                </a:lnTo>
                <a:lnTo>
                  <a:pt x="10159" y="21861"/>
                </a:lnTo>
                <a:lnTo>
                  <a:pt x="10248" y="22041"/>
                </a:lnTo>
                <a:lnTo>
                  <a:pt x="10348" y="22286"/>
                </a:lnTo>
                <a:lnTo>
                  <a:pt x="10436" y="22518"/>
                </a:lnTo>
                <a:lnTo>
                  <a:pt x="10574" y="22698"/>
                </a:lnTo>
                <a:lnTo>
                  <a:pt x="10662" y="22943"/>
                </a:lnTo>
                <a:lnTo>
                  <a:pt x="10750" y="23174"/>
                </a:lnTo>
                <a:lnTo>
                  <a:pt x="10851" y="23406"/>
                </a:lnTo>
                <a:lnTo>
                  <a:pt x="10939" y="23599"/>
                </a:lnTo>
                <a:lnTo>
                  <a:pt x="11077" y="23831"/>
                </a:lnTo>
                <a:lnTo>
                  <a:pt x="11165" y="24063"/>
                </a:lnTo>
                <a:lnTo>
                  <a:pt x="11253" y="24256"/>
                </a:lnTo>
                <a:lnTo>
                  <a:pt x="11354" y="24488"/>
                </a:lnTo>
                <a:lnTo>
                  <a:pt x="11442" y="24719"/>
                </a:lnTo>
                <a:lnTo>
                  <a:pt x="11580" y="24913"/>
                </a:lnTo>
                <a:lnTo>
                  <a:pt x="11668" y="25144"/>
                </a:lnTo>
                <a:lnTo>
                  <a:pt x="11769" y="25376"/>
                </a:lnTo>
                <a:lnTo>
                  <a:pt x="11857" y="25608"/>
                </a:lnTo>
                <a:lnTo>
                  <a:pt x="11945" y="25801"/>
                </a:lnTo>
                <a:lnTo>
                  <a:pt x="12083" y="26033"/>
                </a:lnTo>
                <a:lnTo>
                  <a:pt x="12171" y="26264"/>
                </a:lnTo>
                <a:lnTo>
                  <a:pt x="12272" y="26458"/>
                </a:lnTo>
                <a:lnTo>
                  <a:pt x="12360" y="26689"/>
                </a:lnTo>
                <a:lnTo>
                  <a:pt x="12448" y="26921"/>
                </a:lnTo>
                <a:lnTo>
                  <a:pt x="12586" y="27166"/>
                </a:lnTo>
                <a:lnTo>
                  <a:pt x="12674" y="27346"/>
                </a:lnTo>
                <a:lnTo>
                  <a:pt x="12775" y="27578"/>
                </a:lnTo>
                <a:lnTo>
                  <a:pt x="12863" y="27822"/>
                </a:lnTo>
                <a:lnTo>
                  <a:pt x="12951" y="28054"/>
                </a:lnTo>
                <a:lnTo>
                  <a:pt x="13089" y="28234"/>
                </a:lnTo>
                <a:lnTo>
                  <a:pt x="13177" y="28479"/>
                </a:lnTo>
                <a:lnTo>
                  <a:pt x="13278" y="28711"/>
                </a:lnTo>
                <a:lnTo>
                  <a:pt x="13366" y="28904"/>
                </a:lnTo>
                <a:lnTo>
                  <a:pt x="13454" y="29136"/>
                </a:lnTo>
                <a:lnTo>
                  <a:pt x="13592" y="29367"/>
                </a:lnTo>
                <a:lnTo>
                  <a:pt x="13680" y="29599"/>
                </a:lnTo>
                <a:lnTo>
                  <a:pt x="13781" y="29792"/>
                </a:lnTo>
                <a:lnTo>
                  <a:pt x="13869" y="30024"/>
                </a:lnTo>
                <a:lnTo>
                  <a:pt x="13957" y="30256"/>
                </a:lnTo>
                <a:lnTo>
                  <a:pt x="14095" y="30487"/>
                </a:lnTo>
                <a:lnTo>
                  <a:pt x="14183" y="30681"/>
                </a:lnTo>
                <a:lnTo>
                  <a:pt x="14284" y="30912"/>
                </a:lnTo>
                <a:lnTo>
                  <a:pt x="14372" y="31144"/>
                </a:lnTo>
                <a:lnTo>
                  <a:pt x="14460" y="31389"/>
                </a:lnTo>
                <a:lnTo>
                  <a:pt x="14598" y="31569"/>
                </a:lnTo>
                <a:lnTo>
                  <a:pt x="14686" y="31801"/>
                </a:lnTo>
                <a:lnTo>
                  <a:pt x="14787" y="32045"/>
                </a:lnTo>
                <a:lnTo>
                  <a:pt x="14875" y="32277"/>
                </a:lnTo>
                <a:lnTo>
                  <a:pt x="14963" y="32457"/>
                </a:lnTo>
                <a:lnTo>
                  <a:pt x="15101" y="32702"/>
                </a:lnTo>
                <a:lnTo>
                  <a:pt x="15189" y="32934"/>
                </a:lnTo>
                <a:lnTo>
                  <a:pt x="15290" y="33165"/>
                </a:lnTo>
                <a:lnTo>
                  <a:pt x="15378" y="33359"/>
                </a:lnTo>
                <a:lnTo>
                  <a:pt x="15466" y="33590"/>
                </a:lnTo>
                <a:lnTo>
                  <a:pt x="15604" y="33822"/>
                </a:lnTo>
                <a:lnTo>
                  <a:pt x="15705" y="34054"/>
                </a:lnTo>
                <a:lnTo>
                  <a:pt x="15793" y="34298"/>
                </a:lnTo>
                <a:lnTo>
                  <a:pt x="15881" y="34479"/>
                </a:lnTo>
                <a:lnTo>
                  <a:pt x="15969" y="34710"/>
                </a:lnTo>
                <a:lnTo>
                  <a:pt x="16107" y="34955"/>
                </a:lnTo>
                <a:lnTo>
                  <a:pt x="16208" y="35187"/>
                </a:lnTo>
                <a:lnTo>
                  <a:pt x="16296" y="35367"/>
                </a:lnTo>
                <a:lnTo>
                  <a:pt x="16384" y="35612"/>
                </a:lnTo>
                <a:lnTo>
                  <a:pt x="16472" y="35843"/>
                </a:lnTo>
                <a:lnTo>
                  <a:pt x="16610" y="36075"/>
                </a:lnTo>
                <a:lnTo>
                  <a:pt x="16711" y="36268"/>
                </a:lnTo>
                <a:lnTo>
                  <a:pt x="16799" y="36500"/>
                </a:lnTo>
                <a:lnTo>
                  <a:pt x="16887" y="36732"/>
                </a:lnTo>
                <a:lnTo>
                  <a:pt x="16975" y="36964"/>
                </a:lnTo>
                <a:lnTo>
                  <a:pt x="17113" y="37208"/>
                </a:lnTo>
                <a:lnTo>
                  <a:pt x="17214" y="37388"/>
                </a:lnTo>
                <a:lnTo>
                  <a:pt x="17302" y="37620"/>
                </a:lnTo>
                <a:lnTo>
                  <a:pt x="17390" y="37865"/>
                </a:lnTo>
                <a:lnTo>
                  <a:pt x="17478" y="38097"/>
                </a:lnTo>
                <a:lnTo>
                  <a:pt x="17616" y="38328"/>
                </a:lnTo>
                <a:lnTo>
                  <a:pt x="17717" y="38521"/>
                </a:lnTo>
                <a:lnTo>
                  <a:pt x="17805" y="38753"/>
                </a:lnTo>
                <a:lnTo>
                  <a:pt x="17893" y="38985"/>
                </a:lnTo>
                <a:lnTo>
                  <a:pt x="17993" y="39217"/>
                </a:lnTo>
                <a:lnTo>
                  <a:pt x="18119" y="39461"/>
                </a:lnTo>
                <a:lnTo>
                  <a:pt x="18220" y="39642"/>
                </a:lnTo>
                <a:lnTo>
                  <a:pt x="18308" y="39873"/>
                </a:lnTo>
                <a:lnTo>
                  <a:pt x="18396" y="40118"/>
                </a:lnTo>
                <a:lnTo>
                  <a:pt x="18496" y="40350"/>
                </a:lnTo>
                <a:lnTo>
                  <a:pt x="18622" y="40581"/>
                </a:lnTo>
                <a:lnTo>
                  <a:pt x="18723" y="40775"/>
                </a:lnTo>
                <a:lnTo>
                  <a:pt x="18811" y="41006"/>
                </a:lnTo>
                <a:lnTo>
                  <a:pt x="18899" y="41238"/>
                </a:lnTo>
                <a:lnTo>
                  <a:pt x="18999" y="41470"/>
                </a:lnTo>
                <a:lnTo>
                  <a:pt x="19137" y="41702"/>
                </a:lnTo>
                <a:lnTo>
                  <a:pt x="19226" y="41895"/>
                </a:lnTo>
                <a:lnTo>
                  <a:pt x="19314" y="42126"/>
                </a:lnTo>
                <a:lnTo>
                  <a:pt x="19402" y="42358"/>
                </a:lnTo>
                <a:lnTo>
                  <a:pt x="19502" y="42603"/>
                </a:lnTo>
                <a:lnTo>
                  <a:pt x="19640" y="42835"/>
                </a:lnTo>
                <a:lnTo>
                  <a:pt x="19728" y="43066"/>
                </a:lnTo>
                <a:lnTo>
                  <a:pt x="19816" y="43259"/>
                </a:lnTo>
                <a:lnTo>
                  <a:pt x="19905" y="43491"/>
                </a:lnTo>
                <a:lnTo>
                  <a:pt x="20005" y="43723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7305918" y="4039072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0"/>
                </a:moveTo>
                <a:lnTo>
                  <a:pt x="138" y="231"/>
                </a:lnTo>
                <a:lnTo>
                  <a:pt x="226" y="476"/>
                </a:lnTo>
                <a:lnTo>
                  <a:pt x="314" y="656"/>
                </a:lnTo>
                <a:lnTo>
                  <a:pt x="402" y="888"/>
                </a:lnTo>
                <a:lnTo>
                  <a:pt x="502" y="1132"/>
                </a:lnTo>
                <a:lnTo>
                  <a:pt x="641" y="1364"/>
                </a:lnTo>
                <a:lnTo>
                  <a:pt x="729" y="1596"/>
                </a:lnTo>
                <a:lnTo>
                  <a:pt x="817" y="1828"/>
                </a:lnTo>
                <a:lnTo>
                  <a:pt x="905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29"/>
                </a:lnTo>
                <a:lnTo>
                  <a:pt x="1320" y="2961"/>
                </a:lnTo>
                <a:lnTo>
                  <a:pt x="1408" y="3192"/>
                </a:lnTo>
                <a:lnTo>
                  <a:pt x="1508" y="3424"/>
                </a:lnTo>
                <a:lnTo>
                  <a:pt x="1647" y="3617"/>
                </a:lnTo>
                <a:lnTo>
                  <a:pt x="1735" y="3849"/>
                </a:lnTo>
                <a:lnTo>
                  <a:pt x="1823" y="4081"/>
                </a:lnTo>
                <a:lnTo>
                  <a:pt x="1923" y="4313"/>
                </a:lnTo>
                <a:lnTo>
                  <a:pt x="2011" y="4557"/>
                </a:lnTo>
                <a:lnTo>
                  <a:pt x="2150" y="4789"/>
                </a:lnTo>
                <a:lnTo>
                  <a:pt x="2238" y="4969"/>
                </a:lnTo>
                <a:lnTo>
                  <a:pt x="2326" y="5214"/>
                </a:lnTo>
                <a:lnTo>
                  <a:pt x="2426" y="5446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54"/>
                </a:lnTo>
                <a:lnTo>
                  <a:pt x="2829" y="6385"/>
                </a:lnTo>
                <a:lnTo>
                  <a:pt x="2929" y="6566"/>
                </a:lnTo>
                <a:lnTo>
                  <a:pt x="3017" y="6810"/>
                </a:lnTo>
                <a:lnTo>
                  <a:pt x="3156" y="7042"/>
                </a:lnTo>
                <a:lnTo>
                  <a:pt x="3244" y="7274"/>
                </a:lnTo>
                <a:lnTo>
                  <a:pt x="3332" y="7506"/>
                </a:lnTo>
                <a:lnTo>
                  <a:pt x="3432" y="7737"/>
                </a:lnTo>
                <a:lnTo>
                  <a:pt x="3520" y="7982"/>
                </a:lnTo>
                <a:lnTo>
                  <a:pt x="3659" y="8214"/>
                </a:lnTo>
                <a:lnTo>
                  <a:pt x="3747" y="8407"/>
                </a:lnTo>
                <a:lnTo>
                  <a:pt x="3835" y="8639"/>
                </a:lnTo>
                <a:lnTo>
                  <a:pt x="3935" y="8870"/>
                </a:lnTo>
                <a:lnTo>
                  <a:pt x="4023" y="9102"/>
                </a:lnTo>
                <a:lnTo>
                  <a:pt x="4162" y="9334"/>
                </a:lnTo>
                <a:lnTo>
                  <a:pt x="4250" y="9578"/>
                </a:lnTo>
                <a:lnTo>
                  <a:pt x="4338" y="9810"/>
                </a:lnTo>
                <a:lnTo>
                  <a:pt x="4438" y="10042"/>
                </a:lnTo>
                <a:lnTo>
                  <a:pt x="4526" y="10235"/>
                </a:lnTo>
                <a:lnTo>
                  <a:pt x="4665" y="10467"/>
                </a:lnTo>
                <a:lnTo>
                  <a:pt x="4753" y="10699"/>
                </a:lnTo>
                <a:lnTo>
                  <a:pt x="4841" y="10930"/>
                </a:lnTo>
                <a:lnTo>
                  <a:pt x="4941" y="11175"/>
                </a:lnTo>
                <a:lnTo>
                  <a:pt x="5029" y="11407"/>
                </a:lnTo>
                <a:lnTo>
                  <a:pt x="5168" y="11638"/>
                </a:lnTo>
                <a:lnTo>
                  <a:pt x="5256" y="11870"/>
                </a:lnTo>
                <a:lnTo>
                  <a:pt x="5356" y="12102"/>
                </a:lnTo>
                <a:lnTo>
                  <a:pt x="5444" y="12295"/>
                </a:lnTo>
                <a:lnTo>
                  <a:pt x="5532" y="12527"/>
                </a:lnTo>
                <a:lnTo>
                  <a:pt x="5670" y="12759"/>
                </a:lnTo>
                <a:lnTo>
                  <a:pt x="5758" y="13003"/>
                </a:lnTo>
                <a:lnTo>
                  <a:pt x="5859" y="13235"/>
                </a:lnTo>
                <a:lnTo>
                  <a:pt x="5947" y="13467"/>
                </a:lnTo>
                <a:lnTo>
                  <a:pt x="6035" y="13698"/>
                </a:lnTo>
                <a:lnTo>
                  <a:pt x="6173" y="13943"/>
                </a:lnTo>
                <a:lnTo>
                  <a:pt x="6261" y="14175"/>
                </a:lnTo>
                <a:lnTo>
                  <a:pt x="6362" y="14355"/>
                </a:lnTo>
                <a:lnTo>
                  <a:pt x="6450" y="14600"/>
                </a:lnTo>
                <a:lnTo>
                  <a:pt x="6538" y="14831"/>
                </a:lnTo>
                <a:lnTo>
                  <a:pt x="6676" y="15063"/>
                </a:lnTo>
                <a:lnTo>
                  <a:pt x="6764" y="15295"/>
                </a:lnTo>
                <a:lnTo>
                  <a:pt x="6865" y="15527"/>
                </a:lnTo>
                <a:lnTo>
                  <a:pt x="6953" y="15771"/>
                </a:lnTo>
                <a:lnTo>
                  <a:pt x="7041" y="16003"/>
                </a:lnTo>
                <a:lnTo>
                  <a:pt x="7179" y="16235"/>
                </a:lnTo>
                <a:lnTo>
                  <a:pt x="7267" y="16467"/>
                </a:lnTo>
                <a:lnTo>
                  <a:pt x="7368" y="16711"/>
                </a:lnTo>
                <a:lnTo>
                  <a:pt x="7456" y="16891"/>
                </a:lnTo>
                <a:lnTo>
                  <a:pt x="7544" y="17123"/>
                </a:lnTo>
                <a:lnTo>
                  <a:pt x="7682" y="17368"/>
                </a:lnTo>
                <a:lnTo>
                  <a:pt x="7770" y="17600"/>
                </a:lnTo>
                <a:lnTo>
                  <a:pt x="7871" y="17831"/>
                </a:lnTo>
                <a:lnTo>
                  <a:pt x="7959" y="18063"/>
                </a:lnTo>
                <a:lnTo>
                  <a:pt x="8047" y="18295"/>
                </a:lnTo>
                <a:lnTo>
                  <a:pt x="8185" y="18539"/>
                </a:lnTo>
                <a:lnTo>
                  <a:pt x="8273" y="18771"/>
                </a:lnTo>
                <a:lnTo>
                  <a:pt x="8374" y="19003"/>
                </a:lnTo>
                <a:lnTo>
                  <a:pt x="8462" y="19235"/>
                </a:lnTo>
                <a:lnTo>
                  <a:pt x="8550" y="19479"/>
                </a:lnTo>
                <a:lnTo>
                  <a:pt x="8688" y="19711"/>
                </a:lnTo>
                <a:lnTo>
                  <a:pt x="8776" y="19943"/>
                </a:lnTo>
                <a:lnTo>
                  <a:pt x="8877" y="20136"/>
                </a:lnTo>
                <a:lnTo>
                  <a:pt x="8965" y="20368"/>
                </a:lnTo>
                <a:lnTo>
                  <a:pt x="9053" y="20599"/>
                </a:lnTo>
                <a:lnTo>
                  <a:pt x="9191" y="20831"/>
                </a:lnTo>
                <a:lnTo>
                  <a:pt x="9292" y="21076"/>
                </a:lnTo>
                <a:lnTo>
                  <a:pt x="9380" y="21308"/>
                </a:lnTo>
                <a:lnTo>
                  <a:pt x="9468" y="21539"/>
                </a:lnTo>
                <a:lnTo>
                  <a:pt x="9556" y="21771"/>
                </a:lnTo>
                <a:lnTo>
                  <a:pt x="9694" y="22003"/>
                </a:lnTo>
                <a:lnTo>
                  <a:pt x="9795" y="22247"/>
                </a:lnTo>
                <a:lnTo>
                  <a:pt x="9883" y="22479"/>
                </a:lnTo>
                <a:lnTo>
                  <a:pt x="9971" y="22711"/>
                </a:lnTo>
                <a:lnTo>
                  <a:pt x="10059" y="22943"/>
                </a:lnTo>
                <a:lnTo>
                  <a:pt x="10197" y="23187"/>
                </a:lnTo>
                <a:lnTo>
                  <a:pt x="10298" y="23419"/>
                </a:lnTo>
                <a:lnTo>
                  <a:pt x="10386" y="23651"/>
                </a:lnTo>
                <a:lnTo>
                  <a:pt x="10474" y="23883"/>
                </a:lnTo>
                <a:lnTo>
                  <a:pt x="10562" y="24076"/>
                </a:lnTo>
                <a:lnTo>
                  <a:pt x="10700" y="24307"/>
                </a:lnTo>
                <a:lnTo>
                  <a:pt x="10801" y="24539"/>
                </a:lnTo>
                <a:lnTo>
                  <a:pt x="10889" y="24771"/>
                </a:lnTo>
                <a:lnTo>
                  <a:pt x="10977" y="25016"/>
                </a:lnTo>
                <a:lnTo>
                  <a:pt x="11065" y="25247"/>
                </a:lnTo>
                <a:lnTo>
                  <a:pt x="11203" y="25479"/>
                </a:lnTo>
                <a:lnTo>
                  <a:pt x="11304" y="25711"/>
                </a:lnTo>
                <a:lnTo>
                  <a:pt x="11392" y="25955"/>
                </a:lnTo>
                <a:lnTo>
                  <a:pt x="11480" y="26187"/>
                </a:lnTo>
                <a:lnTo>
                  <a:pt x="11580" y="26419"/>
                </a:lnTo>
                <a:lnTo>
                  <a:pt x="11706" y="26651"/>
                </a:lnTo>
                <a:lnTo>
                  <a:pt x="11807" y="26882"/>
                </a:lnTo>
                <a:lnTo>
                  <a:pt x="11895" y="27127"/>
                </a:lnTo>
                <a:lnTo>
                  <a:pt x="11983" y="27359"/>
                </a:lnTo>
                <a:lnTo>
                  <a:pt x="12083" y="27591"/>
                </a:lnTo>
                <a:lnTo>
                  <a:pt x="12209" y="27822"/>
                </a:lnTo>
                <a:lnTo>
                  <a:pt x="12310" y="28067"/>
                </a:lnTo>
                <a:lnTo>
                  <a:pt x="12398" y="28299"/>
                </a:lnTo>
                <a:lnTo>
                  <a:pt x="12486" y="28530"/>
                </a:lnTo>
                <a:lnTo>
                  <a:pt x="12586" y="28762"/>
                </a:lnTo>
                <a:lnTo>
                  <a:pt x="12712" y="28994"/>
                </a:lnTo>
                <a:lnTo>
                  <a:pt x="12813" y="29239"/>
                </a:lnTo>
                <a:lnTo>
                  <a:pt x="12901" y="29470"/>
                </a:lnTo>
                <a:lnTo>
                  <a:pt x="12989" y="29702"/>
                </a:lnTo>
                <a:lnTo>
                  <a:pt x="13089" y="29934"/>
                </a:lnTo>
                <a:lnTo>
                  <a:pt x="13228" y="30178"/>
                </a:lnTo>
                <a:lnTo>
                  <a:pt x="13316" y="30410"/>
                </a:lnTo>
                <a:lnTo>
                  <a:pt x="13404" y="30642"/>
                </a:lnTo>
                <a:lnTo>
                  <a:pt x="13492" y="30874"/>
                </a:lnTo>
                <a:lnTo>
                  <a:pt x="13592" y="31067"/>
                </a:lnTo>
                <a:lnTo>
                  <a:pt x="13731" y="31299"/>
                </a:lnTo>
                <a:lnTo>
                  <a:pt x="13819" y="31530"/>
                </a:lnTo>
                <a:lnTo>
                  <a:pt x="13907" y="31762"/>
                </a:lnTo>
                <a:lnTo>
                  <a:pt x="13995" y="32007"/>
                </a:lnTo>
                <a:lnTo>
                  <a:pt x="14095" y="32238"/>
                </a:lnTo>
                <a:lnTo>
                  <a:pt x="14234" y="32470"/>
                </a:lnTo>
                <a:lnTo>
                  <a:pt x="14322" y="32702"/>
                </a:lnTo>
                <a:lnTo>
                  <a:pt x="14410" y="32947"/>
                </a:lnTo>
                <a:lnTo>
                  <a:pt x="14498" y="33178"/>
                </a:lnTo>
                <a:lnTo>
                  <a:pt x="14598" y="33410"/>
                </a:lnTo>
                <a:lnTo>
                  <a:pt x="14737" y="33642"/>
                </a:lnTo>
                <a:lnTo>
                  <a:pt x="14825" y="33874"/>
                </a:lnTo>
                <a:lnTo>
                  <a:pt x="14913" y="34118"/>
                </a:lnTo>
                <a:lnTo>
                  <a:pt x="15001" y="34350"/>
                </a:lnTo>
                <a:lnTo>
                  <a:pt x="15101" y="34582"/>
                </a:lnTo>
                <a:lnTo>
                  <a:pt x="15239" y="34813"/>
                </a:lnTo>
                <a:lnTo>
                  <a:pt x="15327" y="35058"/>
                </a:lnTo>
                <a:lnTo>
                  <a:pt x="15416" y="35290"/>
                </a:lnTo>
                <a:lnTo>
                  <a:pt x="15516" y="35522"/>
                </a:lnTo>
                <a:lnTo>
                  <a:pt x="15604" y="35753"/>
                </a:lnTo>
                <a:lnTo>
                  <a:pt x="15742" y="35985"/>
                </a:lnTo>
                <a:lnTo>
                  <a:pt x="15830" y="36230"/>
                </a:lnTo>
                <a:lnTo>
                  <a:pt x="15918" y="36461"/>
                </a:lnTo>
                <a:lnTo>
                  <a:pt x="16019" y="36693"/>
                </a:lnTo>
                <a:lnTo>
                  <a:pt x="16107" y="36925"/>
                </a:lnTo>
                <a:lnTo>
                  <a:pt x="16245" y="37170"/>
                </a:lnTo>
                <a:lnTo>
                  <a:pt x="16333" y="37401"/>
                </a:lnTo>
                <a:lnTo>
                  <a:pt x="16421" y="37633"/>
                </a:lnTo>
                <a:lnTo>
                  <a:pt x="16522" y="37865"/>
                </a:lnTo>
                <a:lnTo>
                  <a:pt x="16610" y="38097"/>
                </a:lnTo>
                <a:lnTo>
                  <a:pt x="16748" y="38341"/>
                </a:lnTo>
                <a:lnTo>
                  <a:pt x="16836" y="38573"/>
                </a:lnTo>
                <a:lnTo>
                  <a:pt x="16924" y="38856"/>
                </a:lnTo>
                <a:lnTo>
                  <a:pt x="17025" y="39088"/>
                </a:lnTo>
                <a:lnTo>
                  <a:pt x="17113" y="39320"/>
                </a:lnTo>
                <a:lnTo>
                  <a:pt x="17251" y="39551"/>
                </a:lnTo>
                <a:lnTo>
                  <a:pt x="17339" y="39796"/>
                </a:lnTo>
                <a:lnTo>
                  <a:pt x="17427" y="40028"/>
                </a:lnTo>
                <a:lnTo>
                  <a:pt x="17528" y="40260"/>
                </a:lnTo>
                <a:lnTo>
                  <a:pt x="17616" y="40491"/>
                </a:lnTo>
                <a:lnTo>
                  <a:pt x="17754" y="40736"/>
                </a:lnTo>
                <a:lnTo>
                  <a:pt x="17842" y="40968"/>
                </a:lnTo>
                <a:lnTo>
                  <a:pt x="17930" y="41199"/>
                </a:lnTo>
                <a:lnTo>
                  <a:pt x="18031" y="41431"/>
                </a:lnTo>
                <a:lnTo>
                  <a:pt x="18119" y="41663"/>
                </a:lnTo>
                <a:lnTo>
                  <a:pt x="18257" y="41908"/>
                </a:lnTo>
                <a:lnTo>
                  <a:pt x="18345" y="42139"/>
                </a:lnTo>
                <a:lnTo>
                  <a:pt x="18433" y="42371"/>
                </a:lnTo>
                <a:lnTo>
                  <a:pt x="18534" y="42603"/>
                </a:lnTo>
                <a:lnTo>
                  <a:pt x="18622" y="42847"/>
                </a:lnTo>
                <a:lnTo>
                  <a:pt x="18760" y="43079"/>
                </a:lnTo>
                <a:lnTo>
                  <a:pt x="18848" y="43311"/>
                </a:lnTo>
                <a:lnTo>
                  <a:pt x="18936" y="43543"/>
                </a:lnTo>
                <a:lnTo>
                  <a:pt x="19037" y="43774"/>
                </a:lnTo>
                <a:lnTo>
                  <a:pt x="19125" y="44019"/>
                </a:lnTo>
                <a:lnTo>
                  <a:pt x="19263" y="44251"/>
                </a:lnTo>
                <a:lnTo>
                  <a:pt x="19351" y="44483"/>
                </a:lnTo>
                <a:lnTo>
                  <a:pt x="19452" y="44714"/>
                </a:lnTo>
                <a:lnTo>
                  <a:pt x="19540" y="44959"/>
                </a:lnTo>
                <a:lnTo>
                  <a:pt x="19678" y="45191"/>
                </a:lnTo>
                <a:lnTo>
                  <a:pt x="19766" y="45422"/>
                </a:lnTo>
                <a:lnTo>
                  <a:pt x="19854" y="45654"/>
                </a:lnTo>
                <a:lnTo>
                  <a:pt x="19955" y="45886"/>
                </a:lnTo>
                <a:lnTo>
                  <a:pt x="20043" y="4613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7325961" y="4085203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0"/>
                </a:moveTo>
                <a:lnTo>
                  <a:pt x="138" y="283"/>
                </a:lnTo>
                <a:lnTo>
                  <a:pt x="226" y="514"/>
                </a:lnTo>
                <a:lnTo>
                  <a:pt x="314" y="746"/>
                </a:lnTo>
                <a:lnTo>
                  <a:pt x="414" y="978"/>
                </a:lnTo>
                <a:lnTo>
                  <a:pt x="502" y="1210"/>
                </a:lnTo>
                <a:lnTo>
                  <a:pt x="641" y="1454"/>
                </a:lnTo>
                <a:lnTo>
                  <a:pt x="729" y="1686"/>
                </a:lnTo>
                <a:lnTo>
                  <a:pt x="817" y="1918"/>
                </a:lnTo>
                <a:lnTo>
                  <a:pt x="917" y="2150"/>
                </a:lnTo>
                <a:lnTo>
                  <a:pt x="1005" y="2394"/>
                </a:lnTo>
                <a:lnTo>
                  <a:pt x="1144" y="2626"/>
                </a:lnTo>
                <a:lnTo>
                  <a:pt x="1232" y="2858"/>
                </a:lnTo>
                <a:lnTo>
                  <a:pt x="1320" y="3089"/>
                </a:lnTo>
                <a:lnTo>
                  <a:pt x="1420" y="3321"/>
                </a:lnTo>
                <a:lnTo>
                  <a:pt x="1508" y="3566"/>
                </a:lnTo>
                <a:lnTo>
                  <a:pt x="1647" y="3798"/>
                </a:lnTo>
                <a:lnTo>
                  <a:pt x="1735" y="4029"/>
                </a:lnTo>
                <a:lnTo>
                  <a:pt x="1823" y="4261"/>
                </a:lnTo>
                <a:lnTo>
                  <a:pt x="1923" y="4544"/>
                </a:lnTo>
                <a:lnTo>
                  <a:pt x="2011" y="4776"/>
                </a:lnTo>
                <a:lnTo>
                  <a:pt x="2150" y="5021"/>
                </a:lnTo>
                <a:lnTo>
                  <a:pt x="2238" y="5252"/>
                </a:lnTo>
                <a:lnTo>
                  <a:pt x="2326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53" y="6192"/>
                </a:lnTo>
                <a:lnTo>
                  <a:pt x="2741" y="6424"/>
                </a:lnTo>
                <a:lnTo>
                  <a:pt x="2841" y="6656"/>
                </a:lnTo>
                <a:lnTo>
                  <a:pt x="2929" y="6888"/>
                </a:lnTo>
                <a:lnTo>
                  <a:pt x="3017" y="7132"/>
                </a:lnTo>
                <a:lnTo>
                  <a:pt x="3156" y="7364"/>
                </a:lnTo>
                <a:lnTo>
                  <a:pt x="3244" y="7596"/>
                </a:lnTo>
                <a:lnTo>
                  <a:pt x="3344" y="7879"/>
                </a:lnTo>
                <a:lnTo>
                  <a:pt x="3432" y="8111"/>
                </a:lnTo>
                <a:lnTo>
                  <a:pt x="3520" y="8342"/>
                </a:lnTo>
                <a:lnTo>
                  <a:pt x="3659" y="8587"/>
                </a:lnTo>
                <a:lnTo>
                  <a:pt x="3747" y="8819"/>
                </a:lnTo>
                <a:lnTo>
                  <a:pt x="3847" y="9051"/>
                </a:lnTo>
                <a:lnTo>
                  <a:pt x="3935" y="9282"/>
                </a:lnTo>
                <a:lnTo>
                  <a:pt x="4023" y="9514"/>
                </a:lnTo>
                <a:lnTo>
                  <a:pt x="4162" y="9759"/>
                </a:lnTo>
                <a:lnTo>
                  <a:pt x="4250" y="9990"/>
                </a:lnTo>
                <a:lnTo>
                  <a:pt x="4350" y="10222"/>
                </a:lnTo>
                <a:lnTo>
                  <a:pt x="4438" y="10454"/>
                </a:lnTo>
                <a:lnTo>
                  <a:pt x="4526" y="10699"/>
                </a:lnTo>
                <a:lnTo>
                  <a:pt x="4665" y="10969"/>
                </a:lnTo>
                <a:lnTo>
                  <a:pt x="4753" y="11214"/>
                </a:lnTo>
                <a:lnTo>
                  <a:pt x="4853" y="11445"/>
                </a:lnTo>
                <a:lnTo>
                  <a:pt x="4941" y="11677"/>
                </a:lnTo>
                <a:lnTo>
                  <a:pt x="5029" y="11909"/>
                </a:lnTo>
                <a:lnTo>
                  <a:pt x="5168" y="12153"/>
                </a:lnTo>
                <a:lnTo>
                  <a:pt x="5256" y="12385"/>
                </a:lnTo>
                <a:lnTo>
                  <a:pt x="5356" y="12617"/>
                </a:lnTo>
                <a:lnTo>
                  <a:pt x="5444" y="12849"/>
                </a:lnTo>
                <a:lnTo>
                  <a:pt x="5532" y="13080"/>
                </a:lnTo>
                <a:lnTo>
                  <a:pt x="5670" y="13325"/>
                </a:lnTo>
                <a:lnTo>
                  <a:pt x="5758" y="13608"/>
                </a:lnTo>
                <a:lnTo>
                  <a:pt x="5859" y="13840"/>
                </a:lnTo>
                <a:lnTo>
                  <a:pt x="5947" y="14072"/>
                </a:lnTo>
                <a:lnTo>
                  <a:pt x="6035" y="14304"/>
                </a:lnTo>
                <a:lnTo>
                  <a:pt x="6173" y="14535"/>
                </a:lnTo>
                <a:lnTo>
                  <a:pt x="6261" y="14780"/>
                </a:lnTo>
                <a:lnTo>
                  <a:pt x="6362" y="15012"/>
                </a:lnTo>
                <a:lnTo>
                  <a:pt x="6450" y="15243"/>
                </a:lnTo>
                <a:lnTo>
                  <a:pt x="6538" y="15475"/>
                </a:lnTo>
                <a:lnTo>
                  <a:pt x="6676" y="15720"/>
                </a:lnTo>
                <a:lnTo>
                  <a:pt x="6777" y="15990"/>
                </a:lnTo>
                <a:lnTo>
                  <a:pt x="6865" y="16235"/>
                </a:lnTo>
                <a:lnTo>
                  <a:pt x="6953" y="16467"/>
                </a:lnTo>
                <a:lnTo>
                  <a:pt x="7041" y="16698"/>
                </a:lnTo>
                <a:lnTo>
                  <a:pt x="7179" y="16930"/>
                </a:lnTo>
                <a:lnTo>
                  <a:pt x="7280" y="17175"/>
                </a:lnTo>
                <a:lnTo>
                  <a:pt x="7368" y="17406"/>
                </a:lnTo>
                <a:lnTo>
                  <a:pt x="7456" y="17638"/>
                </a:lnTo>
                <a:lnTo>
                  <a:pt x="7544" y="17870"/>
                </a:lnTo>
                <a:lnTo>
                  <a:pt x="7682" y="18153"/>
                </a:lnTo>
                <a:lnTo>
                  <a:pt x="7783" y="18385"/>
                </a:lnTo>
                <a:lnTo>
                  <a:pt x="7871" y="18617"/>
                </a:lnTo>
                <a:lnTo>
                  <a:pt x="7959" y="18861"/>
                </a:lnTo>
                <a:lnTo>
                  <a:pt x="8047" y="19093"/>
                </a:lnTo>
                <a:lnTo>
                  <a:pt x="8185" y="19325"/>
                </a:lnTo>
                <a:lnTo>
                  <a:pt x="8286" y="19557"/>
                </a:lnTo>
                <a:lnTo>
                  <a:pt x="8374" y="19801"/>
                </a:lnTo>
                <a:lnTo>
                  <a:pt x="8462" y="20033"/>
                </a:lnTo>
                <a:lnTo>
                  <a:pt x="8550" y="20316"/>
                </a:lnTo>
                <a:lnTo>
                  <a:pt x="8688" y="20548"/>
                </a:lnTo>
                <a:lnTo>
                  <a:pt x="8789" y="20780"/>
                </a:lnTo>
                <a:lnTo>
                  <a:pt x="8877" y="21011"/>
                </a:lnTo>
                <a:lnTo>
                  <a:pt x="8965" y="21256"/>
                </a:lnTo>
                <a:lnTo>
                  <a:pt x="9066" y="21488"/>
                </a:lnTo>
                <a:lnTo>
                  <a:pt x="9191" y="21720"/>
                </a:lnTo>
                <a:lnTo>
                  <a:pt x="9292" y="21951"/>
                </a:lnTo>
                <a:lnTo>
                  <a:pt x="9380" y="22235"/>
                </a:lnTo>
                <a:lnTo>
                  <a:pt x="9468" y="22466"/>
                </a:lnTo>
                <a:lnTo>
                  <a:pt x="9568" y="22711"/>
                </a:lnTo>
                <a:lnTo>
                  <a:pt x="9694" y="22943"/>
                </a:lnTo>
                <a:lnTo>
                  <a:pt x="9795" y="23174"/>
                </a:lnTo>
                <a:lnTo>
                  <a:pt x="9883" y="23406"/>
                </a:lnTo>
                <a:lnTo>
                  <a:pt x="9971" y="23638"/>
                </a:lnTo>
                <a:lnTo>
                  <a:pt x="10071" y="23883"/>
                </a:lnTo>
                <a:lnTo>
                  <a:pt x="10210" y="24166"/>
                </a:lnTo>
                <a:lnTo>
                  <a:pt x="10298" y="24398"/>
                </a:lnTo>
                <a:lnTo>
                  <a:pt x="10386" y="24629"/>
                </a:lnTo>
                <a:lnTo>
                  <a:pt x="10474" y="24861"/>
                </a:lnTo>
                <a:lnTo>
                  <a:pt x="10574" y="25093"/>
                </a:lnTo>
                <a:lnTo>
                  <a:pt x="10713" y="25337"/>
                </a:lnTo>
                <a:lnTo>
                  <a:pt x="10801" y="25569"/>
                </a:lnTo>
                <a:lnTo>
                  <a:pt x="10889" y="25801"/>
                </a:lnTo>
                <a:lnTo>
                  <a:pt x="10977" y="26084"/>
                </a:lnTo>
                <a:lnTo>
                  <a:pt x="11077" y="26316"/>
                </a:lnTo>
                <a:lnTo>
                  <a:pt x="11216" y="26548"/>
                </a:lnTo>
                <a:lnTo>
                  <a:pt x="11304" y="26792"/>
                </a:lnTo>
                <a:lnTo>
                  <a:pt x="11392" y="27024"/>
                </a:lnTo>
                <a:lnTo>
                  <a:pt x="11480" y="27256"/>
                </a:lnTo>
                <a:lnTo>
                  <a:pt x="11580" y="27488"/>
                </a:lnTo>
                <a:lnTo>
                  <a:pt x="11719" y="27771"/>
                </a:lnTo>
                <a:lnTo>
                  <a:pt x="11807" y="28003"/>
                </a:lnTo>
                <a:lnTo>
                  <a:pt x="11895" y="28247"/>
                </a:lnTo>
                <a:lnTo>
                  <a:pt x="11983" y="28479"/>
                </a:lnTo>
                <a:lnTo>
                  <a:pt x="12083" y="28711"/>
                </a:lnTo>
                <a:lnTo>
                  <a:pt x="12222" y="28942"/>
                </a:lnTo>
                <a:lnTo>
                  <a:pt x="12310" y="29174"/>
                </a:lnTo>
                <a:lnTo>
                  <a:pt x="12398" y="29457"/>
                </a:lnTo>
                <a:lnTo>
                  <a:pt x="12486" y="29702"/>
                </a:lnTo>
                <a:lnTo>
                  <a:pt x="12586" y="29934"/>
                </a:lnTo>
                <a:lnTo>
                  <a:pt x="12725" y="30166"/>
                </a:lnTo>
                <a:lnTo>
                  <a:pt x="12813" y="30397"/>
                </a:lnTo>
                <a:lnTo>
                  <a:pt x="12901" y="30629"/>
                </a:lnTo>
                <a:lnTo>
                  <a:pt x="13001" y="30874"/>
                </a:lnTo>
                <a:lnTo>
                  <a:pt x="13089" y="31157"/>
                </a:lnTo>
                <a:lnTo>
                  <a:pt x="13228" y="31389"/>
                </a:lnTo>
                <a:lnTo>
                  <a:pt x="13316" y="31620"/>
                </a:lnTo>
                <a:lnTo>
                  <a:pt x="13404" y="31852"/>
                </a:lnTo>
                <a:lnTo>
                  <a:pt x="13504" y="32084"/>
                </a:lnTo>
                <a:lnTo>
                  <a:pt x="13592" y="32329"/>
                </a:lnTo>
                <a:lnTo>
                  <a:pt x="13731" y="32560"/>
                </a:lnTo>
                <a:lnTo>
                  <a:pt x="13819" y="32844"/>
                </a:lnTo>
                <a:lnTo>
                  <a:pt x="13907" y="33075"/>
                </a:lnTo>
                <a:lnTo>
                  <a:pt x="14007" y="33307"/>
                </a:lnTo>
                <a:lnTo>
                  <a:pt x="14095" y="33539"/>
                </a:lnTo>
                <a:lnTo>
                  <a:pt x="14234" y="33783"/>
                </a:lnTo>
                <a:lnTo>
                  <a:pt x="14322" y="34015"/>
                </a:lnTo>
                <a:lnTo>
                  <a:pt x="14410" y="34298"/>
                </a:lnTo>
                <a:lnTo>
                  <a:pt x="14510" y="34530"/>
                </a:lnTo>
                <a:lnTo>
                  <a:pt x="14598" y="34762"/>
                </a:lnTo>
                <a:lnTo>
                  <a:pt x="14737" y="34994"/>
                </a:lnTo>
                <a:lnTo>
                  <a:pt x="14825" y="35238"/>
                </a:lnTo>
                <a:lnTo>
                  <a:pt x="14913" y="35470"/>
                </a:lnTo>
                <a:lnTo>
                  <a:pt x="15013" y="35702"/>
                </a:lnTo>
                <a:lnTo>
                  <a:pt x="15101" y="35985"/>
                </a:lnTo>
                <a:lnTo>
                  <a:pt x="15239" y="36217"/>
                </a:lnTo>
                <a:lnTo>
                  <a:pt x="15327" y="36449"/>
                </a:lnTo>
                <a:lnTo>
                  <a:pt x="15416" y="36693"/>
                </a:lnTo>
                <a:lnTo>
                  <a:pt x="15516" y="36925"/>
                </a:lnTo>
                <a:lnTo>
                  <a:pt x="15604" y="37157"/>
                </a:lnTo>
                <a:lnTo>
                  <a:pt x="15742" y="37440"/>
                </a:lnTo>
                <a:lnTo>
                  <a:pt x="15830" y="37672"/>
                </a:lnTo>
                <a:lnTo>
                  <a:pt x="15918" y="37903"/>
                </a:lnTo>
                <a:lnTo>
                  <a:pt x="16019" y="38148"/>
                </a:lnTo>
                <a:lnTo>
                  <a:pt x="16107" y="38380"/>
                </a:lnTo>
                <a:lnTo>
                  <a:pt x="16245" y="38612"/>
                </a:lnTo>
                <a:lnTo>
                  <a:pt x="16333" y="38895"/>
                </a:lnTo>
                <a:lnTo>
                  <a:pt x="16434" y="39127"/>
                </a:lnTo>
                <a:lnTo>
                  <a:pt x="16522" y="39358"/>
                </a:lnTo>
                <a:lnTo>
                  <a:pt x="16610" y="39603"/>
                </a:lnTo>
                <a:lnTo>
                  <a:pt x="16748" y="39835"/>
                </a:lnTo>
                <a:lnTo>
                  <a:pt x="16836" y="40066"/>
                </a:lnTo>
                <a:lnTo>
                  <a:pt x="16937" y="40350"/>
                </a:lnTo>
                <a:lnTo>
                  <a:pt x="17025" y="40581"/>
                </a:lnTo>
                <a:lnTo>
                  <a:pt x="17113" y="40813"/>
                </a:lnTo>
                <a:lnTo>
                  <a:pt x="17251" y="41058"/>
                </a:lnTo>
                <a:lnTo>
                  <a:pt x="17339" y="41290"/>
                </a:lnTo>
                <a:lnTo>
                  <a:pt x="17440" y="41573"/>
                </a:lnTo>
                <a:lnTo>
                  <a:pt x="17528" y="41805"/>
                </a:lnTo>
                <a:lnTo>
                  <a:pt x="17616" y="42036"/>
                </a:lnTo>
                <a:lnTo>
                  <a:pt x="17754" y="42268"/>
                </a:lnTo>
                <a:lnTo>
                  <a:pt x="17842" y="42513"/>
                </a:lnTo>
                <a:lnTo>
                  <a:pt x="17943" y="42744"/>
                </a:lnTo>
                <a:lnTo>
                  <a:pt x="18031" y="43028"/>
                </a:lnTo>
                <a:lnTo>
                  <a:pt x="18119" y="43259"/>
                </a:lnTo>
                <a:lnTo>
                  <a:pt x="18257" y="43491"/>
                </a:lnTo>
                <a:lnTo>
                  <a:pt x="18345" y="43723"/>
                </a:lnTo>
                <a:lnTo>
                  <a:pt x="18446" y="43955"/>
                </a:lnTo>
                <a:lnTo>
                  <a:pt x="18534" y="44199"/>
                </a:lnTo>
                <a:lnTo>
                  <a:pt x="18622" y="44483"/>
                </a:lnTo>
                <a:lnTo>
                  <a:pt x="18760" y="44714"/>
                </a:lnTo>
                <a:lnTo>
                  <a:pt x="18848" y="44946"/>
                </a:lnTo>
                <a:lnTo>
                  <a:pt x="18949" y="45178"/>
                </a:lnTo>
                <a:lnTo>
                  <a:pt x="19037" y="45410"/>
                </a:lnTo>
                <a:lnTo>
                  <a:pt x="19125" y="45693"/>
                </a:lnTo>
                <a:lnTo>
                  <a:pt x="19263" y="45937"/>
                </a:lnTo>
                <a:lnTo>
                  <a:pt x="19351" y="46169"/>
                </a:lnTo>
                <a:lnTo>
                  <a:pt x="19452" y="46401"/>
                </a:lnTo>
                <a:lnTo>
                  <a:pt x="19540" y="46633"/>
                </a:lnTo>
                <a:lnTo>
                  <a:pt x="19628" y="46916"/>
                </a:lnTo>
                <a:lnTo>
                  <a:pt x="19766" y="47148"/>
                </a:lnTo>
                <a:lnTo>
                  <a:pt x="19854" y="47392"/>
                </a:lnTo>
                <a:lnTo>
                  <a:pt x="19955" y="47624"/>
                </a:lnTo>
                <a:lnTo>
                  <a:pt x="20043" y="4785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7346005" y="4133059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0"/>
                </a:moveTo>
                <a:lnTo>
                  <a:pt x="88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91"/>
                </a:lnTo>
                <a:lnTo>
                  <a:pt x="502" y="1223"/>
                </a:lnTo>
                <a:lnTo>
                  <a:pt x="590" y="1454"/>
                </a:lnTo>
                <a:lnTo>
                  <a:pt x="729" y="1738"/>
                </a:lnTo>
                <a:lnTo>
                  <a:pt x="829" y="1969"/>
                </a:lnTo>
                <a:lnTo>
                  <a:pt x="917" y="2201"/>
                </a:lnTo>
                <a:lnTo>
                  <a:pt x="1005" y="2433"/>
                </a:lnTo>
                <a:lnTo>
                  <a:pt x="1093" y="2677"/>
                </a:lnTo>
                <a:lnTo>
                  <a:pt x="1232" y="2961"/>
                </a:lnTo>
                <a:lnTo>
                  <a:pt x="1332" y="3192"/>
                </a:lnTo>
                <a:lnTo>
                  <a:pt x="1420" y="3424"/>
                </a:lnTo>
                <a:lnTo>
                  <a:pt x="1508" y="3656"/>
                </a:lnTo>
                <a:lnTo>
                  <a:pt x="1596" y="3888"/>
                </a:lnTo>
                <a:lnTo>
                  <a:pt x="1735" y="4171"/>
                </a:lnTo>
                <a:lnTo>
                  <a:pt x="1835" y="4416"/>
                </a:lnTo>
                <a:lnTo>
                  <a:pt x="1923" y="4647"/>
                </a:lnTo>
                <a:lnTo>
                  <a:pt x="2011" y="4879"/>
                </a:lnTo>
                <a:lnTo>
                  <a:pt x="2099" y="5111"/>
                </a:lnTo>
                <a:lnTo>
                  <a:pt x="2238" y="5394"/>
                </a:lnTo>
                <a:lnTo>
                  <a:pt x="2338" y="5626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41" y="6617"/>
                </a:lnTo>
                <a:lnTo>
                  <a:pt x="2841" y="6849"/>
                </a:lnTo>
                <a:lnTo>
                  <a:pt x="2929" y="7081"/>
                </a:lnTo>
                <a:lnTo>
                  <a:pt x="3017" y="7325"/>
                </a:lnTo>
                <a:lnTo>
                  <a:pt x="3118" y="7557"/>
                </a:lnTo>
                <a:lnTo>
                  <a:pt x="3244" y="7840"/>
                </a:lnTo>
                <a:lnTo>
                  <a:pt x="3344" y="8072"/>
                </a:lnTo>
                <a:lnTo>
                  <a:pt x="3432" y="8304"/>
                </a:lnTo>
                <a:lnTo>
                  <a:pt x="3520" y="8536"/>
                </a:lnTo>
                <a:lnTo>
                  <a:pt x="3621" y="8767"/>
                </a:lnTo>
                <a:lnTo>
                  <a:pt x="3747" y="9051"/>
                </a:lnTo>
                <a:lnTo>
                  <a:pt x="3847" y="9295"/>
                </a:lnTo>
                <a:lnTo>
                  <a:pt x="3935" y="9527"/>
                </a:lnTo>
                <a:lnTo>
                  <a:pt x="4023" y="9759"/>
                </a:lnTo>
                <a:lnTo>
                  <a:pt x="4124" y="9990"/>
                </a:lnTo>
                <a:lnTo>
                  <a:pt x="4262" y="10274"/>
                </a:lnTo>
                <a:lnTo>
                  <a:pt x="4350" y="10505"/>
                </a:lnTo>
                <a:lnTo>
                  <a:pt x="4438" y="10750"/>
                </a:lnTo>
                <a:lnTo>
                  <a:pt x="4526" y="10982"/>
                </a:lnTo>
                <a:lnTo>
                  <a:pt x="4627" y="11214"/>
                </a:lnTo>
                <a:lnTo>
                  <a:pt x="4765" y="11497"/>
                </a:lnTo>
                <a:lnTo>
                  <a:pt x="4853" y="11729"/>
                </a:lnTo>
                <a:lnTo>
                  <a:pt x="4941" y="11960"/>
                </a:lnTo>
                <a:lnTo>
                  <a:pt x="5029" y="12205"/>
                </a:lnTo>
                <a:lnTo>
                  <a:pt x="5130" y="12475"/>
                </a:lnTo>
                <a:lnTo>
                  <a:pt x="5268" y="12720"/>
                </a:lnTo>
                <a:lnTo>
                  <a:pt x="5356" y="12952"/>
                </a:lnTo>
                <a:lnTo>
                  <a:pt x="5444" y="13183"/>
                </a:lnTo>
                <a:lnTo>
                  <a:pt x="5532" y="13415"/>
                </a:lnTo>
                <a:lnTo>
                  <a:pt x="5633" y="13698"/>
                </a:lnTo>
                <a:lnTo>
                  <a:pt x="5771" y="13930"/>
                </a:lnTo>
                <a:lnTo>
                  <a:pt x="5859" y="14175"/>
                </a:lnTo>
                <a:lnTo>
                  <a:pt x="5947" y="14407"/>
                </a:lnTo>
                <a:lnTo>
                  <a:pt x="6035" y="14638"/>
                </a:lnTo>
                <a:lnTo>
                  <a:pt x="6136" y="14922"/>
                </a:lnTo>
                <a:lnTo>
                  <a:pt x="6274" y="15153"/>
                </a:lnTo>
                <a:lnTo>
                  <a:pt x="6362" y="15385"/>
                </a:lnTo>
                <a:lnTo>
                  <a:pt x="6450" y="15630"/>
                </a:lnTo>
                <a:lnTo>
                  <a:pt x="6551" y="15900"/>
                </a:lnTo>
                <a:lnTo>
                  <a:pt x="6639" y="16145"/>
                </a:lnTo>
                <a:lnTo>
                  <a:pt x="6777" y="16376"/>
                </a:lnTo>
                <a:lnTo>
                  <a:pt x="6865" y="16608"/>
                </a:lnTo>
                <a:lnTo>
                  <a:pt x="6953" y="16840"/>
                </a:lnTo>
                <a:lnTo>
                  <a:pt x="7054" y="17123"/>
                </a:lnTo>
                <a:lnTo>
                  <a:pt x="7142" y="17355"/>
                </a:lnTo>
                <a:lnTo>
                  <a:pt x="7280" y="17600"/>
                </a:lnTo>
                <a:lnTo>
                  <a:pt x="7368" y="17831"/>
                </a:lnTo>
                <a:lnTo>
                  <a:pt x="7456" y="18115"/>
                </a:lnTo>
                <a:lnTo>
                  <a:pt x="7557" y="18346"/>
                </a:lnTo>
                <a:lnTo>
                  <a:pt x="7645" y="18578"/>
                </a:lnTo>
                <a:lnTo>
                  <a:pt x="7783" y="18810"/>
                </a:lnTo>
                <a:lnTo>
                  <a:pt x="7871" y="19054"/>
                </a:lnTo>
                <a:lnTo>
                  <a:pt x="7959" y="19325"/>
                </a:lnTo>
                <a:lnTo>
                  <a:pt x="8060" y="19569"/>
                </a:lnTo>
                <a:lnTo>
                  <a:pt x="8148" y="19801"/>
                </a:lnTo>
                <a:lnTo>
                  <a:pt x="8286" y="20033"/>
                </a:lnTo>
                <a:lnTo>
                  <a:pt x="8374" y="20316"/>
                </a:lnTo>
                <a:lnTo>
                  <a:pt x="8462" y="20548"/>
                </a:lnTo>
                <a:lnTo>
                  <a:pt x="8563" y="20780"/>
                </a:lnTo>
                <a:lnTo>
                  <a:pt x="8651" y="21024"/>
                </a:lnTo>
                <a:lnTo>
                  <a:pt x="8789" y="21256"/>
                </a:lnTo>
                <a:lnTo>
                  <a:pt x="8877" y="21539"/>
                </a:lnTo>
                <a:lnTo>
                  <a:pt x="8965" y="21771"/>
                </a:lnTo>
                <a:lnTo>
                  <a:pt x="9066" y="22003"/>
                </a:lnTo>
                <a:lnTo>
                  <a:pt x="9154" y="22235"/>
                </a:lnTo>
                <a:lnTo>
                  <a:pt x="9292" y="22518"/>
                </a:lnTo>
                <a:lnTo>
                  <a:pt x="9380" y="22762"/>
                </a:lnTo>
                <a:lnTo>
                  <a:pt x="9468" y="22994"/>
                </a:lnTo>
                <a:lnTo>
                  <a:pt x="9568" y="23226"/>
                </a:lnTo>
                <a:lnTo>
                  <a:pt x="9657" y="23458"/>
                </a:lnTo>
                <a:lnTo>
                  <a:pt x="9795" y="23741"/>
                </a:lnTo>
                <a:lnTo>
                  <a:pt x="9883" y="23973"/>
                </a:lnTo>
                <a:lnTo>
                  <a:pt x="9971" y="24217"/>
                </a:lnTo>
                <a:lnTo>
                  <a:pt x="10071" y="24449"/>
                </a:lnTo>
                <a:lnTo>
                  <a:pt x="10159" y="24732"/>
                </a:lnTo>
                <a:lnTo>
                  <a:pt x="10298" y="24964"/>
                </a:lnTo>
                <a:lnTo>
                  <a:pt x="10386" y="25196"/>
                </a:lnTo>
                <a:lnTo>
                  <a:pt x="10486" y="25428"/>
                </a:lnTo>
                <a:lnTo>
                  <a:pt x="10574" y="25711"/>
                </a:lnTo>
                <a:lnTo>
                  <a:pt x="10662" y="25943"/>
                </a:lnTo>
                <a:lnTo>
                  <a:pt x="10801" y="26187"/>
                </a:lnTo>
                <a:lnTo>
                  <a:pt x="10889" y="26419"/>
                </a:lnTo>
                <a:lnTo>
                  <a:pt x="10989" y="26651"/>
                </a:lnTo>
                <a:lnTo>
                  <a:pt x="11077" y="26934"/>
                </a:lnTo>
                <a:lnTo>
                  <a:pt x="11165" y="27166"/>
                </a:lnTo>
                <a:lnTo>
                  <a:pt x="11304" y="27397"/>
                </a:lnTo>
                <a:lnTo>
                  <a:pt x="11392" y="27642"/>
                </a:lnTo>
                <a:lnTo>
                  <a:pt x="11492" y="27912"/>
                </a:lnTo>
                <a:lnTo>
                  <a:pt x="11580" y="28157"/>
                </a:lnTo>
                <a:lnTo>
                  <a:pt x="11668" y="28389"/>
                </a:lnTo>
                <a:lnTo>
                  <a:pt x="11807" y="28621"/>
                </a:lnTo>
                <a:lnTo>
                  <a:pt x="11895" y="28904"/>
                </a:lnTo>
                <a:lnTo>
                  <a:pt x="11995" y="29136"/>
                </a:lnTo>
                <a:lnTo>
                  <a:pt x="12083" y="29367"/>
                </a:lnTo>
                <a:lnTo>
                  <a:pt x="12171" y="29612"/>
                </a:lnTo>
                <a:lnTo>
                  <a:pt x="12310" y="29882"/>
                </a:lnTo>
                <a:lnTo>
                  <a:pt x="12398" y="30127"/>
                </a:lnTo>
                <a:lnTo>
                  <a:pt x="12498" y="30359"/>
                </a:lnTo>
                <a:lnTo>
                  <a:pt x="12586" y="30590"/>
                </a:lnTo>
                <a:lnTo>
                  <a:pt x="12674" y="30822"/>
                </a:lnTo>
                <a:lnTo>
                  <a:pt x="12813" y="31105"/>
                </a:lnTo>
                <a:lnTo>
                  <a:pt x="12901" y="31337"/>
                </a:lnTo>
                <a:lnTo>
                  <a:pt x="13001" y="31582"/>
                </a:lnTo>
                <a:lnTo>
                  <a:pt x="13089" y="31814"/>
                </a:lnTo>
                <a:lnTo>
                  <a:pt x="13177" y="32097"/>
                </a:lnTo>
                <a:lnTo>
                  <a:pt x="13316" y="32329"/>
                </a:lnTo>
                <a:lnTo>
                  <a:pt x="13404" y="32560"/>
                </a:lnTo>
                <a:lnTo>
                  <a:pt x="13504" y="32792"/>
                </a:lnTo>
                <a:lnTo>
                  <a:pt x="13592" y="33075"/>
                </a:lnTo>
                <a:lnTo>
                  <a:pt x="13680" y="33320"/>
                </a:lnTo>
                <a:lnTo>
                  <a:pt x="13819" y="33552"/>
                </a:lnTo>
                <a:lnTo>
                  <a:pt x="13919" y="33783"/>
                </a:lnTo>
                <a:lnTo>
                  <a:pt x="14007" y="34067"/>
                </a:lnTo>
                <a:lnTo>
                  <a:pt x="14095" y="34298"/>
                </a:lnTo>
                <a:lnTo>
                  <a:pt x="14183" y="34530"/>
                </a:lnTo>
                <a:lnTo>
                  <a:pt x="14322" y="34775"/>
                </a:lnTo>
                <a:lnTo>
                  <a:pt x="14422" y="35045"/>
                </a:lnTo>
                <a:lnTo>
                  <a:pt x="14510" y="35290"/>
                </a:lnTo>
                <a:lnTo>
                  <a:pt x="14598" y="35522"/>
                </a:lnTo>
                <a:lnTo>
                  <a:pt x="14686" y="35753"/>
                </a:lnTo>
                <a:lnTo>
                  <a:pt x="14825" y="36037"/>
                </a:lnTo>
                <a:lnTo>
                  <a:pt x="14925" y="36268"/>
                </a:lnTo>
                <a:lnTo>
                  <a:pt x="15013" y="36500"/>
                </a:lnTo>
                <a:lnTo>
                  <a:pt x="15101" y="36745"/>
                </a:lnTo>
                <a:lnTo>
                  <a:pt x="15189" y="37015"/>
                </a:lnTo>
                <a:lnTo>
                  <a:pt x="15327" y="37260"/>
                </a:lnTo>
                <a:lnTo>
                  <a:pt x="15428" y="37491"/>
                </a:lnTo>
                <a:lnTo>
                  <a:pt x="15516" y="37723"/>
                </a:lnTo>
                <a:lnTo>
                  <a:pt x="15604" y="37955"/>
                </a:lnTo>
                <a:lnTo>
                  <a:pt x="15692" y="38238"/>
                </a:lnTo>
                <a:lnTo>
                  <a:pt x="15830" y="38470"/>
                </a:lnTo>
                <a:lnTo>
                  <a:pt x="15931" y="38715"/>
                </a:lnTo>
                <a:lnTo>
                  <a:pt x="16019" y="38946"/>
                </a:lnTo>
                <a:lnTo>
                  <a:pt x="16107" y="39230"/>
                </a:lnTo>
                <a:lnTo>
                  <a:pt x="16195" y="39461"/>
                </a:lnTo>
                <a:lnTo>
                  <a:pt x="16333" y="39693"/>
                </a:lnTo>
                <a:lnTo>
                  <a:pt x="16434" y="39925"/>
                </a:lnTo>
                <a:lnTo>
                  <a:pt x="16522" y="40208"/>
                </a:lnTo>
                <a:lnTo>
                  <a:pt x="16610" y="40440"/>
                </a:lnTo>
                <a:lnTo>
                  <a:pt x="16711" y="40684"/>
                </a:lnTo>
                <a:lnTo>
                  <a:pt x="16836" y="40916"/>
                </a:lnTo>
                <a:lnTo>
                  <a:pt x="16937" y="41199"/>
                </a:lnTo>
                <a:lnTo>
                  <a:pt x="17025" y="41431"/>
                </a:lnTo>
                <a:lnTo>
                  <a:pt x="17113" y="41663"/>
                </a:lnTo>
                <a:lnTo>
                  <a:pt x="17214" y="41895"/>
                </a:lnTo>
                <a:lnTo>
                  <a:pt x="17339" y="42178"/>
                </a:lnTo>
                <a:lnTo>
                  <a:pt x="17440" y="42423"/>
                </a:lnTo>
                <a:lnTo>
                  <a:pt x="17528" y="42654"/>
                </a:lnTo>
                <a:lnTo>
                  <a:pt x="17616" y="42886"/>
                </a:lnTo>
                <a:lnTo>
                  <a:pt x="17717" y="43169"/>
                </a:lnTo>
                <a:lnTo>
                  <a:pt x="17855" y="43401"/>
                </a:lnTo>
                <a:lnTo>
                  <a:pt x="17943" y="43633"/>
                </a:lnTo>
                <a:lnTo>
                  <a:pt x="18031" y="43877"/>
                </a:lnTo>
                <a:lnTo>
                  <a:pt x="18119" y="44148"/>
                </a:lnTo>
                <a:lnTo>
                  <a:pt x="18220" y="44392"/>
                </a:lnTo>
                <a:lnTo>
                  <a:pt x="18358" y="44624"/>
                </a:lnTo>
                <a:lnTo>
                  <a:pt x="18446" y="44856"/>
                </a:lnTo>
                <a:lnTo>
                  <a:pt x="18534" y="45139"/>
                </a:lnTo>
                <a:lnTo>
                  <a:pt x="18622" y="45371"/>
                </a:lnTo>
                <a:lnTo>
                  <a:pt x="18723" y="45603"/>
                </a:lnTo>
                <a:lnTo>
                  <a:pt x="18861" y="45847"/>
                </a:lnTo>
                <a:lnTo>
                  <a:pt x="18949" y="46118"/>
                </a:lnTo>
                <a:lnTo>
                  <a:pt x="19037" y="46362"/>
                </a:lnTo>
                <a:lnTo>
                  <a:pt x="19125" y="46594"/>
                </a:lnTo>
                <a:lnTo>
                  <a:pt x="19226" y="46826"/>
                </a:lnTo>
                <a:lnTo>
                  <a:pt x="19364" y="47109"/>
                </a:lnTo>
                <a:lnTo>
                  <a:pt x="19452" y="47341"/>
                </a:lnTo>
                <a:lnTo>
                  <a:pt x="19540" y="47573"/>
                </a:lnTo>
                <a:lnTo>
                  <a:pt x="19628" y="47817"/>
                </a:lnTo>
                <a:lnTo>
                  <a:pt x="19728" y="48100"/>
                </a:lnTo>
                <a:lnTo>
                  <a:pt x="19867" y="48332"/>
                </a:lnTo>
                <a:lnTo>
                  <a:pt x="19955" y="48564"/>
                </a:lnTo>
                <a:lnTo>
                  <a:pt x="20043" y="4879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7366048" y="4181855"/>
            <a:ext cx="5042" cy="12295"/>
          </a:xfrm>
          <a:custGeom>
            <a:avLst/>
            <a:gdLst/>
            <a:ahLst/>
            <a:cxnLst/>
            <a:rect l="l" t="t" r="r" b="b"/>
            <a:pathLst>
              <a:path w="5042" h="12295">
                <a:moveTo>
                  <a:pt x="0" y="0"/>
                </a:moveTo>
                <a:lnTo>
                  <a:pt x="100" y="283"/>
                </a:lnTo>
                <a:lnTo>
                  <a:pt x="188" y="514"/>
                </a:lnTo>
                <a:lnTo>
                  <a:pt x="326" y="759"/>
                </a:lnTo>
                <a:lnTo>
                  <a:pt x="414" y="991"/>
                </a:lnTo>
                <a:lnTo>
                  <a:pt x="502" y="1274"/>
                </a:lnTo>
                <a:lnTo>
                  <a:pt x="603" y="1506"/>
                </a:lnTo>
                <a:lnTo>
                  <a:pt x="691" y="1738"/>
                </a:lnTo>
                <a:lnTo>
                  <a:pt x="829" y="1969"/>
                </a:lnTo>
                <a:lnTo>
                  <a:pt x="917" y="2253"/>
                </a:lnTo>
                <a:lnTo>
                  <a:pt x="1005" y="2484"/>
                </a:lnTo>
                <a:lnTo>
                  <a:pt x="1106" y="2729"/>
                </a:lnTo>
                <a:lnTo>
                  <a:pt x="1194" y="2961"/>
                </a:lnTo>
                <a:lnTo>
                  <a:pt x="1332" y="3244"/>
                </a:lnTo>
                <a:lnTo>
                  <a:pt x="1420" y="3476"/>
                </a:lnTo>
                <a:lnTo>
                  <a:pt x="1508" y="3707"/>
                </a:lnTo>
                <a:lnTo>
                  <a:pt x="1609" y="3939"/>
                </a:lnTo>
                <a:lnTo>
                  <a:pt x="1697" y="4222"/>
                </a:lnTo>
                <a:lnTo>
                  <a:pt x="1835" y="4454"/>
                </a:lnTo>
                <a:lnTo>
                  <a:pt x="1923" y="4699"/>
                </a:lnTo>
                <a:lnTo>
                  <a:pt x="2011" y="4931"/>
                </a:lnTo>
                <a:lnTo>
                  <a:pt x="2112" y="5214"/>
                </a:lnTo>
                <a:lnTo>
                  <a:pt x="2200" y="5446"/>
                </a:lnTo>
                <a:lnTo>
                  <a:pt x="2338" y="5677"/>
                </a:lnTo>
                <a:lnTo>
                  <a:pt x="2426" y="5909"/>
                </a:lnTo>
                <a:lnTo>
                  <a:pt x="2514" y="6192"/>
                </a:lnTo>
                <a:lnTo>
                  <a:pt x="2615" y="6424"/>
                </a:lnTo>
                <a:lnTo>
                  <a:pt x="2703" y="6669"/>
                </a:lnTo>
                <a:lnTo>
                  <a:pt x="2841" y="6900"/>
                </a:lnTo>
                <a:lnTo>
                  <a:pt x="2929" y="7184"/>
                </a:lnTo>
                <a:lnTo>
                  <a:pt x="3017" y="7415"/>
                </a:lnTo>
                <a:lnTo>
                  <a:pt x="3118" y="7647"/>
                </a:lnTo>
                <a:lnTo>
                  <a:pt x="3206" y="7879"/>
                </a:lnTo>
                <a:lnTo>
                  <a:pt x="3344" y="8162"/>
                </a:lnTo>
                <a:lnTo>
                  <a:pt x="3432" y="8407"/>
                </a:lnTo>
                <a:lnTo>
                  <a:pt x="3520" y="8639"/>
                </a:lnTo>
                <a:lnTo>
                  <a:pt x="3621" y="8870"/>
                </a:lnTo>
                <a:lnTo>
                  <a:pt x="3709" y="9154"/>
                </a:lnTo>
                <a:lnTo>
                  <a:pt x="3847" y="9385"/>
                </a:lnTo>
                <a:lnTo>
                  <a:pt x="3935" y="9617"/>
                </a:lnTo>
                <a:lnTo>
                  <a:pt x="4036" y="9862"/>
                </a:lnTo>
                <a:lnTo>
                  <a:pt x="4124" y="10132"/>
                </a:lnTo>
                <a:lnTo>
                  <a:pt x="4212" y="10377"/>
                </a:lnTo>
                <a:lnTo>
                  <a:pt x="4350" y="10608"/>
                </a:lnTo>
                <a:lnTo>
                  <a:pt x="4438" y="10840"/>
                </a:lnTo>
                <a:lnTo>
                  <a:pt x="4539" y="11123"/>
                </a:lnTo>
                <a:lnTo>
                  <a:pt x="4627" y="11355"/>
                </a:lnTo>
                <a:lnTo>
                  <a:pt x="4715" y="11587"/>
                </a:lnTo>
                <a:lnTo>
                  <a:pt x="4853" y="11832"/>
                </a:lnTo>
                <a:lnTo>
                  <a:pt x="4941" y="12102"/>
                </a:lnTo>
                <a:lnTo>
                  <a:pt x="5042" y="1229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5361417" y="4194151"/>
            <a:ext cx="1005476" cy="0"/>
          </a:xfrm>
          <a:custGeom>
            <a:avLst/>
            <a:gdLst/>
            <a:ahLst/>
            <a:cxnLst/>
            <a:rect l="l" t="t" r="r" b="b"/>
            <a:pathLst>
              <a:path w="1005476" h="0">
                <a:moveTo>
                  <a:pt x="0" y="0"/>
                </a:moveTo>
                <a:lnTo>
                  <a:pt x="1005476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5361417" y="4194151"/>
            <a:ext cx="19927" cy="48654"/>
          </a:xfrm>
          <a:custGeom>
            <a:avLst/>
            <a:gdLst/>
            <a:ahLst/>
            <a:cxnLst/>
            <a:rect l="l" t="t" r="r" b="b"/>
            <a:pathLst>
              <a:path w="19927" h="48654">
                <a:moveTo>
                  <a:pt x="0" y="0"/>
                </a:moveTo>
                <a:lnTo>
                  <a:pt x="91" y="231"/>
                </a:lnTo>
                <a:lnTo>
                  <a:pt x="183" y="514"/>
                </a:lnTo>
                <a:lnTo>
                  <a:pt x="320" y="746"/>
                </a:lnTo>
                <a:lnTo>
                  <a:pt x="411" y="991"/>
                </a:lnTo>
                <a:lnTo>
                  <a:pt x="502" y="1223"/>
                </a:lnTo>
                <a:lnTo>
                  <a:pt x="593" y="1506"/>
                </a:lnTo>
                <a:lnTo>
                  <a:pt x="685" y="1738"/>
                </a:lnTo>
                <a:lnTo>
                  <a:pt x="822" y="1969"/>
                </a:lnTo>
                <a:lnTo>
                  <a:pt x="914" y="2201"/>
                </a:lnTo>
                <a:lnTo>
                  <a:pt x="1005" y="2484"/>
                </a:lnTo>
                <a:lnTo>
                  <a:pt x="1097" y="2716"/>
                </a:lnTo>
                <a:lnTo>
                  <a:pt x="1187" y="2961"/>
                </a:lnTo>
                <a:lnTo>
                  <a:pt x="1326" y="3192"/>
                </a:lnTo>
                <a:lnTo>
                  <a:pt x="1416" y="3476"/>
                </a:lnTo>
                <a:lnTo>
                  <a:pt x="1508" y="3707"/>
                </a:lnTo>
                <a:lnTo>
                  <a:pt x="1599" y="3939"/>
                </a:lnTo>
                <a:lnTo>
                  <a:pt x="1691" y="4171"/>
                </a:lnTo>
                <a:lnTo>
                  <a:pt x="1828" y="4454"/>
                </a:lnTo>
                <a:lnTo>
                  <a:pt x="1920" y="4686"/>
                </a:lnTo>
                <a:lnTo>
                  <a:pt x="2011" y="4931"/>
                </a:lnTo>
                <a:lnTo>
                  <a:pt x="2102" y="5162"/>
                </a:lnTo>
                <a:lnTo>
                  <a:pt x="2193" y="5446"/>
                </a:lnTo>
                <a:lnTo>
                  <a:pt x="2330" y="5677"/>
                </a:lnTo>
                <a:lnTo>
                  <a:pt x="2422" y="5909"/>
                </a:lnTo>
                <a:lnTo>
                  <a:pt x="2513" y="6141"/>
                </a:lnTo>
                <a:lnTo>
                  <a:pt x="2605" y="6424"/>
                </a:lnTo>
                <a:lnTo>
                  <a:pt x="2696" y="6669"/>
                </a:lnTo>
                <a:lnTo>
                  <a:pt x="2834" y="6900"/>
                </a:lnTo>
                <a:lnTo>
                  <a:pt x="2924" y="7132"/>
                </a:lnTo>
                <a:lnTo>
                  <a:pt x="3016" y="7415"/>
                </a:lnTo>
                <a:lnTo>
                  <a:pt x="3107" y="7647"/>
                </a:lnTo>
                <a:lnTo>
                  <a:pt x="3199" y="7879"/>
                </a:lnTo>
                <a:lnTo>
                  <a:pt x="3336" y="8124"/>
                </a:lnTo>
                <a:lnTo>
                  <a:pt x="3428" y="8394"/>
                </a:lnTo>
                <a:lnTo>
                  <a:pt x="3519" y="8639"/>
                </a:lnTo>
                <a:lnTo>
                  <a:pt x="3610" y="8870"/>
                </a:lnTo>
                <a:lnTo>
                  <a:pt x="3701" y="9102"/>
                </a:lnTo>
                <a:lnTo>
                  <a:pt x="3838" y="9385"/>
                </a:lnTo>
                <a:lnTo>
                  <a:pt x="3930" y="9617"/>
                </a:lnTo>
                <a:lnTo>
                  <a:pt x="4022" y="9849"/>
                </a:lnTo>
                <a:lnTo>
                  <a:pt x="4113" y="10093"/>
                </a:lnTo>
                <a:lnTo>
                  <a:pt x="4205" y="10364"/>
                </a:lnTo>
                <a:lnTo>
                  <a:pt x="4342" y="10608"/>
                </a:lnTo>
                <a:lnTo>
                  <a:pt x="4434" y="10840"/>
                </a:lnTo>
                <a:lnTo>
                  <a:pt x="4524" y="11072"/>
                </a:lnTo>
                <a:lnTo>
                  <a:pt x="4616" y="11355"/>
                </a:lnTo>
                <a:lnTo>
                  <a:pt x="4707" y="11587"/>
                </a:lnTo>
                <a:lnTo>
                  <a:pt x="4844" y="11819"/>
                </a:lnTo>
                <a:lnTo>
                  <a:pt x="4936" y="12063"/>
                </a:lnTo>
                <a:lnTo>
                  <a:pt x="5027" y="12347"/>
                </a:lnTo>
                <a:lnTo>
                  <a:pt x="5119" y="12578"/>
                </a:lnTo>
                <a:lnTo>
                  <a:pt x="5210" y="12810"/>
                </a:lnTo>
                <a:lnTo>
                  <a:pt x="5348" y="13042"/>
                </a:lnTo>
                <a:lnTo>
                  <a:pt x="5438" y="13325"/>
                </a:lnTo>
                <a:lnTo>
                  <a:pt x="5530" y="13557"/>
                </a:lnTo>
                <a:lnTo>
                  <a:pt x="5621" y="13801"/>
                </a:lnTo>
                <a:lnTo>
                  <a:pt x="5713" y="14033"/>
                </a:lnTo>
                <a:lnTo>
                  <a:pt x="5850" y="14316"/>
                </a:lnTo>
                <a:lnTo>
                  <a:pt x="5942" y="14548"/>
                </a:lnTo>
                <a:lnTo>
                  <a:pt x="6032" y="14780"/>
                </a:lnTo>
                <a:lnTo>
                  <a:pt x="6124" y="15012"/>
                </a:lnTo>
                <a:lnTo>
                  <a:pt x="6215" y="15295"/>
                </a:lnTo>
                <a:lnTo>
                  <a:pt x="6352" y="15527"/>
                </a:lnTo>
                <a:lnTo>
                  <a:pt x="6444" y="15771"/>
                </a:lnTo>
                <a:lnTo>
                  <a:pt x="6536" y="16003"/>
                </a:lnTo>
                <a:lnTo>
                  <a:pt x="6627" y="16286"/>
                </a:lnTo>
                <a:lnTo>
                  <a:pt x="6718" y="16518"/>
                </a:lnTo>
                <a:lnTo>
                  <a:pt x="6856" y="16750"/>
                </a:lnTo>
                <a:lnTo>
                  <a:pt x="6946" y="16982"/>
                </a:lnTo>
                <a:lnTo>
                  <a:pt x="7038" y="17265"/>
                </a:lnTo>
                <a:lnTo>
                  <a:pt x="7130" y="17497"/>
                </a:lnTo>
                <a:lnTo>
                  <a:pt x="7221" y="17741"/>
                </a:lnTo>
                <a:lnTo>
                  <a:pt x="7358" y="17973"/>
                </a:lnTo>
                <a:lnTo>
                  <a:pt x="7450" y="18256"/>
                </a:lnTo>
                <a:lnTo>
                  <a:pt x="7541" y="18488"/>
                </a:lnTo>
                <a:lnTo>
                  <a:pt x="7632" y="18720"/>
                </a:lnTo>
                <a:lnTo>
                  <a:pt x="7724" y="18951"/>
                </a:lnTo>
                <a:lnTo>
                  <a:pt x="7860" y="19235"/>
                </a:lnTo>
                <a:lnTo>
                  <a:pt x="7952" y="19466"/>
                </a:lnTo>
                <a:lnTo>
                  <a:pt x="8044" y="19711"/>
                </a:lnTo>
                <a:lnTo>
                  <a:pt x="8135" y="19943"/>
                </a:lnTo>
                <a:lnTo>
                  <a:pt x="8227" y="20226"/>
                </a:lnTo>
                <a:lnTo>
                  <a:pt x="8364" y="20458"/>
                </a:lnTo>
                <a:lnTo>
                  <a:pt x="8456" y="20690"/>
                </a:lnTo>
                <a:lnTo>
                  <a:pt x="8546" y="20921"/>
                </a:lnTo>
                <a:lnTo>
                  <a:pt x="8638" y="21205"/>
                </a:lnTo>
                <a:lnTo>
                  <a:pt x="8729" y="21449"/>
                </a:lnTo>
                <a:lnTo>
                  <a:pt x="8866" y="21681"/>
                </a:lnTo>
                <a:lnTo>
                  <a:pt x="8958" y="21913"/>
                </a:lnTo>
                <a:lnTo>
                  <a:pt x="9050" y="22196"/>
                </a:lnTo>
                <a:lnTo>
                  <a:pt x="9140" y="22428"/>
                </a:lnTo>
                <a:lnTo>
                  <a:pt x="9232" y="22659"/>
                </a:lnTo>
                <a:lnTo>
                  <a:pt x="9369" y="22904"/>
                </a:lnTo>
                <a:lnTo>
                  <a:pt x="9460" y="23174"/>
                </a:lnTo>
                <a:lnTo>
                  <a:pt x="9552" y="23419"/>
                </a:lnTo>
                <a:lnTo>
                  <a:pt x="9644" y="23651"/>
                </a:lnTo>
                <a:lnTo>
                  <a:pt x="9735" y="23883"/>
                </a:lnTo>
                <a:lnTo>
                  <a:pt x="9872" y="24114"/>
                </a:lnTo>
                <a:lnTo>
                  <a:pt x="9964" y="24398"/>
                </a:lnTo>
                <a:lnTo>
                  <a:pt x="10054" y="24629"/>
                </a:lnTo>
                <a:lnTo>
                  <a:pt x="10146" y="24874"/>
                </a:lnTo>
                <a:lnTo>
                  <a:pt x="10238" y="25106"/>
                </a:lnTo>
                <a:lnTo>
                  <a:pt x="10374" y="25389"/>
                </a:lnTo>
                <a:lnTo>
                  <a:pt x="10466" y="25621"/>
                </a:lnTo>
                <a:lnTo>
                  <a:pt x="10558" y="25852"/>
                </a:lnTo>
                <a:lnTo>
                  <a:pt x="10649" y="26084"/>
                </a:lnTo>
                <a:lnTo>
                  <a:pt x="10740" y="26367"/>
                </a:lnTo>
                <a:lnTo>
                  <a:pt x="10878" y="26599"/>
                </a:lnTo>
                <a:lnTo>
                  <a:pt x="10968" y="26844"/>
                </a:lnTo>
                <a:lnTo>
                  <a:pt x="11060" y="27076"/>
                </a:lnTo>
                <a:lnTo>
                  <a:pt x="11152" y="27359"/>
                </a:lnTo>
                <a:lnTo>
                  <a:pt x="11243" y="27591"/>
                </a:lnTo>
                <a:lnTo>
                  <a:pt x="11380" y="27822"/>
                </a:lnTo>
                <a:lnTo>
                  <a:pt x="11472" y="28054"/>
                </a:lnTo>
                <a:lnTo>
                  <a:pt x="11564" y="28337"/>
                </a:lnTo>
                <a:lnTo>
                  <a:pt x="11654" y="28582"/>
                </a:lnTo>
                <a:lnTo>
                  <a:pt x="11746" y="28814"/>
                </a:lnTo>
                <a:lnTo>
                  <a:pt x="11883" y="29045"/>
                </a:lnTo>
                <a:lnTo>
                  <a:pt x="11974" y="29329"/>
                </a:lnTo>
                <a:lnTo>
                  <a:pt x="12066" y="29560"/>
                </a:lnTo>
                <a:lnTo>
                  <a:pt x="12158" y="29792"/>
                </a:lnTo>
                <a:lnTo>
                  <a:pt x="12248" y="30024"/>
                </a:lnTo>
                <a:lnTo>
                  <a:pt x="12386" y="30307"/>
                </a:lnTo>
                <a:lnTo>
                  <a:pt x="12477" y="30552"/>
                </a:lnTo>
                <a:lnTo>
                  <a:pt x="12568" y="30784"/>
                </a:lnTo>
                <a:lnTo>
                  <a:pt x="12660" y="31015"/>
                </a:lnTo>
                <a:lnTo>
                  <a:pt x="12752" y="31247"/>
                </a:lnTo>
                <a:lnTo>
                  <a:pt x="12888" y="31530"/>
                </a:lnTo>
                <a:lnTo>
                  <a:pt x="12980" y="31762"/>
                </a:lnTo>
                <a:lnTo>
                  <a:pt x="13072" y="32007"/>
                </a:lnTo>
                <a:lnTo>
                  <a:pt x="13162" y="32238"/>
                </a:lnTo>
                <a:lnTo>
                  <a:pt x="13254" y="32522"/>
                </a:lnTo>
                <a:lnTo>
                  <a:pt x="13391" y="32753"/>
                </a:lnTo>
                <a:lnTo>
                  <a:pt x="13482" y="32985"/>
                </a:lnTo>
                <a:lnTo>
                  <a:pt x="13574" y="33217"/>
                </a:lnTo>
                <a:lnTo>
                  <a:pt x="13666" y="33500"/>
                </a:lnTo>
                <a:lnTo>
                  <a:pt x="13757" y="33732"/>
                </a:lnTo>
                <a:lnTo>
                  <a:pt x="13894" y="33977"/>
                </a:lnTo>
                <a:lnTo>
                  <a:pt x="13986" y="34208"/>
                </a:lnTo>
                <a:lnTo>
                  <a:pt x="14076" y="34492"/>
                </a:lnTo>
                <a:lnTo>
                  <a:pt x="14168" y="34723"/>
                </a:lnTo>
                <a:lnTo>
                  <a:pt x="14260" y="34955"/>
                </a:lnTo>
                <a:lnTo>
                  <a:pt x="14397" y="35187"/>
                </a:lnTo>
                <a:lnTo>
                  <a:pt x="14488" y="35431"/>
                </a:lnTo>
                <a:lnTo>
                  <a:pt x="14580" y="35702"/>
                </a:lnTo>
                <a:lnTo>
                  <a:pt x="14672" y="35946"/>
                </a:lnTo>
                <a:lnTo>
                  <a:pt x="14762" y="36178"/>
                </a:lnTo>
                <a:lnTo>
                  <a:pt x="14900" y="36410"/>
                </a:lnTo>
                <a:lnTo>
                  <a:pt x="14991" y="36693"/>
                </a:lnTo>
                <a:lnTo>
                  <a:pt x="15082" y="36925"/>
                </a:lnTo>
                <a:lnTo>
                  <a:pt x="15174" y="37157"/>
                </a:lnTo>
                <a:lnTo>
                  <a:pt x="15266" y="37401"/>
                </a:lnTo>
                <a:lnTo>
                  <a:pt x="15402" y="37685"/>
                </a:lnTo>
                <a:lnTo>
                  <a:pt x="15494" y="37916"/>
                </a:lnTo>
                <a:lnTo>
                  <a:pt x="15585" y="38148"/>
                </a:lnTo>
                <a:lnTo>
                  <a:pt x="15676" y="38380"/>
                </a:lnTo>
                <a:lnTo>
                  <a:pt x="15768" y="38612"/>
                </a:lnTo>
                <a:lnTo>
                  <a:pt x="15905" y="38895"/>
                </a:lnTo>
                <a:lnTo>
                  <a:pt x="15996" y="39139"/>
                </a:lnTo>
                <a:lnTo>
                  <a:pt x="16088" y="39371"/>
                </a:lnTo>
                <a:lnTo>
                  <a:pt x="16180" y="39603"/>
                </a:lnTo>
                <a:lnTo>
                  <a:pt x="16270" y="39886"/>
                </a:lnTo>
                <a:lnTo>
                  <a:pt x="16408" y="40118"/>
                </a:lnTo>
                <a:lnTo>
                  <a:pt x="16499" y="40350"/>
                </a:lnTo>
                <a:lnTo>
                  <a:pt x="16590" y="40581"/>
                </a:lnTo>
                <a:lnTo>
                  <a:pt x="16682" y="40826"/>
                </a:lnTo>
                <a:lnTo>
                  <a:pt x="16774" y="41109"/>
                </a:lnTo>
                <a:lnTo>
                  <a:pt x="16911" y="41341"/>
                </a:lnTo>
                <a:lnTo>
                  <a:pt x="17002" y="41573"/>
                </a:lnTo>
                <a:lnTo>
                  <a:pt x="17094" y="41805"/>
                </a:lnTo>
                <a:lnTo>
                  <a:pt x="17184" y="42088"/>
                </a:lnTo>
                <a:lnTo>
                  <a:pt x="17276" y="42320"/>
                </a:lnTo>
                <a:lnTo>
                  <a:pt x="17413" y="42564"/>
                </a:lnTo>
                <a:lnTo>
                  <a:pt x="17505" y="42796"/>
                </a:lnTo>
                <a:lnTo>
                  <a:pt x="17596" y="43028"/>
                </a:lnTo>
                <a:lnTo>
                  <a:pt x="17688" y="43311"/>
                </a:lnTo>
                <a:lnTo>
                  <a:pt x="17780" y="43543"/>
                </a:lnTo>
                <a:lnTo>
                  <a:pt x="17916" y="43774"/>
                </a:lnTo>
                <a:lnTo>
                  <a:pt x="18008" y="44019"/>
                </a:lnTo>
                <a:lnTo>
                  <a:pt x="18099" y="44289"/>
                </a:lnTo>
                <a:lnTo>
                  <a:pt x="18190" y="44534"/>
                </a:lnTo>
                <a:lnTo>
                  <a:pt x="18282" y="44766"/>
                </a:lnTo>
                <a:lnTo>
                  <a:pt x="18419" y="44998"/>
                </a:lnTo>
                <a:lnTo>
                  <a:pt x="18510" y="45229"/>
                </a:lnTo>
                <a:lnTo>
                  <a:pt x="18602" y="45513"/>
                </a:lnTo>
                <a:lnTo>
                  <a:pt x="18692" y="45744"/>
                </a:lnTo>
                <a:lnTo>
                  <a:pt x="18784" y="45989"/>
                </a:lnTo>
                <a:lnTo>
                  <a:pt x="18921" y="46221"/>
                </a:lnTo>
                <a:lnTo>
                  <a:pt x="19013" y="46504"/>
                </a:lnTo>
                <a:lnTo>
                  <a:pt x="19104" y="46736"/>
                </a:lnTo>
                <a:lnTo>
                  <a:pt x="19196" y="46967"/>
                </a:lnTo>
                <a:lnTo>
                  <a:pt x="19288" y="47199"/>
                </a:lnTo>
                <a:lnTo>
                  <a:pt x="19425" y="47444"/>
                </a:lnTo>
                <a:lnTo>
                  <a:pt x="19516" y="47714"/>
                </a:lnTo>
                <a:lnTo>
                  <a:pt x="19607" y="47959"/>
                </a:lnTo>
                <a:lnTo>
                  <a:pt x="19698" y="48191"/>
                </a:lnTo>
                <a:lnTo>
                  <a:pt x="19790" y="48422"/>
                </a:lnTo>
                <a:lnTo>
                  <a:pt x="19927" y="48654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5381344" y="4242805"/>
            <a:ext cx="19973" cy="48191"/>
          </a:xfrm>
          <a:custGeom>
            <a:avLst/>
            <a:gdLst/>
            <a:ahLst/>
            <a:cxnLst/>
            <a:rect l="l" t="t" r="r" b="b"/>
            <a:pathLst>
              <a:path w="19973" h="48191">
                <a:moveTo>
                  <a:pt x="0" y="0"/>
                </a:moveTo>
                <a:lnTo>
                  <a:pt x="91" y="283"/>
                </a:lnTo>
                <a:lnTo>
                  <a:pt x="183" y="514"/>
                </a:lnTo>
                <a:lnTo>
                  <a:pt x="275" y="759"/>
                </a:lnTo>
                <a:lnTo>
                  <a:pt x="365" y="991"/>
                </a:lnTo>
                <a:lnTo>
                  <a:pt x="503" y="1274"/>
                </a:lnTo>
                <a:lnTo>
                  <a:pt x="593" y="1506"/>
                </a:lnTo>
                <a:lnTo>
                  <a:pt x="685" y="1738"/>
                </a:lnTo>
                <a:lnTo>
                  <a:pt x="777" y="1969"/>
                </a:lnTo>
                <a:lnTo>
                  <a:pt x="868" y="2214"/>
                </a:lnTo>
                <a:lnTo>
                  <a:pt x="1005" y="2484"/>
                </a:lnTo>
                <a:lnTo>
                  <a:pt x="1097" y="2729"/>
                </a:lnTo>
                <a:lnTo>
                  <a:pt x="1189" y="2961"/>
                </a:lnTo>
                <a:lnTo>
                  <a:pt x="1279" y="3192"/>
                </a:lnTo>
                <a:lnTo>
                  <a:pt x="1371" y="3424"/>
                </a:lnTo>
                <a:lnTo>
                  <a:pt x="1508" y="3707"/>
                </a:lnTo>
                <a:lnTo>
                  <a:pt x="1599" y="3939"/>
                </a:lnTo>
                <a:lnTo>
                  <a:pt x="1691" y="4184"/>
                </a:lnTo>
                <a:lnTo>
                  <a:pt x="1783" y="4416"/>
                </a:lnTo>
                <a:lnTo>
                  <a:pt x="1873" y="4647"/>
                </a:lnTo>
                <a:lnTo>
                  <a:pt x="2011" y="4931"/>
                </a:lnTo>
                <a:lnTo>
                  <a:pt x="2102" y="5162"/>
                </a:lnTo>
                <a:lnTo>
                  <a:pt x="2193" y="5394"/>
                </a:lnTo>
                <a:lnTo>
                  <a:pt x="2285" y="5639"/>
                </a:lnTo>
                <a:lnTo>
                  <a:pt x="2377" y="5870"/>
                </a:lnTo>
                <a:lnTo>
                  <a:pt x="2513" y="6154"/>
                </a:lnTo>
                <a:lnTo>
                  <a:pt x="2605" y="6385"/>
                </a:lnTo>
                <a:lnTo>
                  <a:pt x="2697" y="6617"/>
                </a:lnTo>
                <a:lnTo>
                  <a:pt x="2787" y="6849"/>
                </a:lnTo>
                <a:lnTo>
                  <a:pt x="2879" y="7094"/>
                </a:lnTo>
                <a:lnTo>
                  <a:pt x="3016" y="7377"/>
                </a:lnTo>
                <a:lnTo>
                  <a:pt x="3107" y="7609"/>
                </a:lnTo>
                <a:lnTo>
                  <a:pt x="3199" y="7840"/>
                </a:lnTo>
                <a:lnTo>
                  <a:pt x="3291" y="8072"/>
                </a:lnTo>
                <a:lnTo>
                  <a:pt x="3382" y="8304"/>
                </a:lnTo>
                <a:lnTo>
                  <a:pt x="3519" y="8587"/>
                </a:lnTo>
                <a:lnTo>
                  <a:pt x="3611" y="8819"/>
                </a:lnTo>
                <a:lnTo>
                  <a:pt x="3701" y="9063"/>
                </a:lnTo>
                <a:lnTo>
                  <a:pt x="3793" y="9295"/>
                </a:lnTo>
                <a:lnTo>
                  <a:pt x="3885" y="9527"/>
                </a:lnTo>
                <a:lnTo>
                  <a:pt x="4022" y="9810"/>
                </a:lnTo>
                <a:lnTo>
                  <a:pt x="4113" y="10042"/>
                </a:lnTo>
                <a:lnTo>
                  <a:pt x="4205" y="10274"/>
                </a:lnTo>
                <a:lnTo>
                  <a:pt x="4295" y="10518"/>
                </a:lnTo>
                <a:lnTo>
                  <a:pt x="4387" y="10750"/>
                </a:lnTo>
                <a:lnTo>
                  <a:pt x="4524" y="11033"/>
                </a:lnTo>
                <a:lnTo>
                  <a:pt x="4616" y="11265"/>
                </a:lnTo>
                <a:lnTo>
                  <a:pt x="4707" y="11497"/>
                </a:lnTo>
                <a:lnTo>
                  <a:pt x="4799" y="11729"/>
                </a:lnTo>
                <a:lnTo>
                  <a:pt x="4891" y="11973"/>
                </a:lnTo>
                <a:lnTo>
                  <a:pt x="5027" y="12256"/>
                </a:lnTo>
                <a:lnTo>
                  <a:pt x="5119" y="12488"/>
                </a:lnTo>
                <a:lnTo>
                  <a:pt x="5210" y="12720"/>
                </a:lnTo>
                <a:lnTo>
                  <a:pt x="5301" y="12952"/>
                </a:lnTo>
                <a:lnTo>
                  <a:pt x="5393" y="13183"/>
                </a:lnTo>
                <a:lnTo>
                  <a:pt x="5530" y="13428"/>
                </a:lnTo>
                <a:lnTo>
                  <a:pt x="5621" y="13711"/>
                </a:lnTo>
                <a:lnTo>
                  <a:pt x="5713" y="13943"/>
                </a:lnTo>
                <a:lnTo>
                  <a:pt x="5805" y="14175"/>
                </a:lnTo>
                <a:lnTo>
                  <a:pt x="5895" y="14407"/>
                </a:lnTo>
                <a:lnTo>
                  <a:pt x="6033" y="14638"/>
                </a:lnTo>
                <a:lnTo>
                  <a:pt x="6124" y="14922"/>
                </a:lnTo>
                <a:lnTo>
                  <a:pt x="6215" y="15153"/>
                </a:lnTo>
                <a:lnTo>
                  <a:pt x="6307" y="15398"/>
                </a:lnTo>
                <a:lnTo>
                  <a:pt x="6399" y="15630"/>
                </a:lnTo>
                <a:lnTo>
                  <a:pt x="6536" y="15861"/>
                </a:lnTo>
                <a:lnTo>
                  <a:pt x="6627" y="16145"/>
                </a:lnTo>
                <a:lnTo>
                  <a:pt x="6719" y="16376"/>
                </a:lnTo>
                <a:lnTo>
                  <a:pt x="6809" y="16608"/>
                </a:lnTo>
                <a:lnTo>
                  <a:pt x="6901" y="16853"/>
                </a:lnTo>
                <a:lnTo>
                  <a:pt x="7038" y="17085"/>
                </a:lnTo>
                <a:lnTo>
                  <a:pt x="7130" y="17316"/>
                </a:lnTo>
                <a:lnTo>
                  <a:pt x="7221" y="17600"/>
                </a:lnTo>
                <a:lnTo>
                  <a:pt x="7313" y="17831"/>
                </a:lnTo>
                <a:lnTo>
                  <a:pt x="7405" y="18063"/>
                </a:lnTo>
                <a:lnTo>
                  <a:pt x="7541" y="18308"/>
                </a:lnTo>
                <a:lnTo>
                  <a:pt x="7632" y="18539"/>
                </a:lnTo>
                <a:lnTo>
                  <a:pt x="7724" y="18771"/>
                </a:lnTo>
                <a:lnTo>
                  <a:pt x="7815" y="19054"/>
                </a:lnTo>
                <a:lnTo>
                  <a:pt x="7907" y="19286"/>
                </a:lnTo>
                <a:lnTo>
                  <a:pt x="8044" y="19518"/>
                </a:lnTo>
                <a:lnTo>
                  <a:pt x="8135" y="19763"/>
                </a:lnTo>
                <a:lnTo>
                  <a:pt x="8227" y="19994"/>
                </a:lnTo>
                <a:lnTo>
                  <a:pt x="8318" y="20278"/>
                </a:lnTo>
                <a:lnTo>
                  <a:pt x="8409" y="20509"/>
                </a:lnTo>
                <a:lnTo>
                  <a:pt x="8546" y="20741"/>
                </a:lnTo>
                <a:lnTo>
                  <a:pt x="8638" y="20973"/>
                </a:lnTo>
                <a:lnTo>
                  <a:pt x="8729" y="21217"/>
                </a:lnTo>
                <a:lnTo>
                  <a:pt x="8821" y="21449"/>
                </a:lnTo>
                <a:lnTo>
                  <a:pt x="8913" y="21732"/>
                </a:lnTo>
                <a:lnTo>
                  <a:pt x="9050" y="21964"/>
                </a:lnTo>
                <a:lnTo>
                  <a:pt x="9141" y="22196"/>
                </a:lnTo>
                <a:lnTo>
                  <a:pt x="9232" y="22428"/>
                </a:lnTo>
                <a:lnTo>
                  <a:pt x="9323" y="22672"/>
                </a:lnTo>
                <a:lnTo>
                  <a:pt x="9415" y="22904"/>
                </a:lnTo>
                <a:lnTo>
                  <a:pt x="9552" y="23187"/>
                </a:lnTo>
                <a:lnTo>
                  <a:pt x="9644" y="23419"/>
                </a:lnTo>
                <a:lnTo>
                  <a:pt x="9735" y="23651"/>
                </a:lnTo>
                <a:lnTo>
                  <a:pt x="9827" y="23883"/>
                </a:lnTo>
                <a:lnTo>
                  <a:pt x="9917" y="24127"/>
                </a:lnTo>
                <a:lnTo>
                  <a:pt x="10055" y="24359"/>
                </a:lnTo>
                <a:lnTo>
                  <a:pt x="10146" y="24642"/>
                </a:lnTo>
                <a:lnTo>
                  <a:pt x="10238" y="24874"/>
                </a:lnTo>
                <a:lnTo>
                  <a:pt x="10329" y="25106"/>
                </a:lnTo>
                <a:lnTo>
                  <a:pt x="10421" y="25337"/>
                </a:lnTo>
                <a:lnTo>
                  <a:pt x="10558" y="25582"/>
                </a:lnTo>
                <a:lnTo>
                  <a:pt x="10649" y="25814"/>
                </a:lnTo>
                <a:lnTo>
                  <a:pt x="10740" y="26046"/>
                </a:lnTo>
                <a:lnTo>
                  <a:pt x="10832" y="26329"/>
                </a:lnTo>
                <a:lnTo>
                  <a:pt x="10923" y="26561"/>
                </a:lnTo>
                <a:lnTo>
                  <a:pt x="11060" y="26792"/>
                </a:lnTo>
                <a:lnTo>
                  <a:pt x="11152" y="27037"/>
                </a:lnTo>
                <a:lnTo>
                  <a:pt x="11243" y="27269"/>
                </a:lnTo>
                <a:lnTo>
                  <a:pt x="11335" y="27500"/>
                </a:lnTo>
                <a:lnTo>
                  <a:pt x="11426" y="27784"/>
                </a:lnTo>
                <a:lnTo>
                  <a:pt x="11564" y="28015"/>
                </a:lnTo>
                <a:lnTo>
                  <a:pt x="11654" y="28247"/>
                </a:lnTo>
                <a:lnTo>
                  <a:pt x="11746" y="28492"/>
                </a:lnTo>
                <a:lnTo>
                  <a:pt x="11837" y="28724"/>
                </a:lnTo>
                <a:lnTo>
                  <a:pt x="11929" y="28955"/>
                </a:lnTo>
                <a:lnTo>
                  <a:pt x="12066" y="29187"/>
                </a:lnTo>
                <a:lnTo>
                  <a:pt x="12158" y="29470"/>
                </a:lnTo>
                <a:lnTo>
                  <a:pt x="12249" y="29702"/>
                </a:lnTo>
                <a:lnTo>
                  <a:pt x="12340" y="29934"/>
                </a:lnTo>
                <a:lnTo>
                  <a:pt x="12431" y="30178"/>
                </a:lnTo>
                <a:lnTo>
                  <a:pt x="12568" y="30410"/>
                </a:lnTo>
                <a:lnTo>
                  <a:pt x="12660" y="30642"/>
                </a:lnTo>
                <a:lnTo>
                  <a:pt x="12752" y="30874"/>
                </a:lnTo>
                <a:lnTo>
                  <a:pt x="12843" y="31157"/>
                </a:lnTo>
                <a:lnTo>
                  <a:pt x="12935" y="31389"/>
                </a:lnTo>
                <a:lnTo>
                  <a:pt x="13072" y="31633"/>
                </a:lnTo>
                <a:lnTo>
                  <a:pt x="13163" y="31865"/>
                </a:lnTo>
                <a:lnTo>
                  <a:pt x="13254" y="32097"/>
                </a:lnTo>
                <a:lnTo>
                  <a:pt x="13346" y="32329"/>
                </a:lnTo>
                <a:lnTo>
                  <a:pt x="13437" y="32573"/>
                </a:lnTo>
                <a:lnTo>
                  <a:pt x="13574" y="32844"/>
                </a:lnTo>
                <a:lnTo>
                  <a:pt x="13666" y="33088"/>
                </a:lnTo>
                <a:lnTo>
                  <a:pt x="13757" y="33320"/>
                </a:lnTo>
                <a:lnTo>
                  <a:pt x="13848" y="33552"/>
                </a:lnTo>
                <a:lnTo>
                  <a:pt x="13940" y="33783"/>
                </a:lnTo>
                <a:lnTo>
                  <a:pt x="14076" y="34028"/>
                </a:lnTo>
                <a:lnTo>
                  <a:pt x="14168" y="34260"/>
                </a:lnTo>
                <a:lnTo>
                  <a:pt x="14260" y="34543"/>
                </a:lnTo>
                <a:lnTo>
                  <a:pt x="14351" y="34775"/>
                </a:lnTo>
                <a:lnTo>
                  <a:pt x="14443" y="35007"/>
                </a:lnTo>
                <a:lnTo>
                  <a:pt x="14580" y="35238"/>
                </a:lnTo>
                <a:lnTo>
                  <a:pt x="14672" y="35483"/>
                </a:lnTo>
                <a:lnTo>
                  <a:pt x="14762" y="35715"/>
                </a:lnTo>
                <a:lnTo>
                  <a:pt x="14854" y="35946"/>
                </a:lnTo>
                <a:lnTo>
                  <a:pt x="14945" y="36178"/>
                </a:lnTo>
                <a:lnTo>
                  <a:pt x="15082" y="36461"/>
                </a:lnTo>
                <a:lnTo>
                  <a:pt x="15174" y="36693"/>
                </a:lnTo>
                <a:lnTo>
                  <a:pt x="15266" y="36938"/>
                </a:lnTo>
                <a:lnTo>
                  <a:pt x="15357" y="37170"/>
                </a:lnTo>
                <a:lnTo>
                  <a:pt x="15448" y="37401"/>
                </a:lnTo>
                <a:lnTo>
                  <a:pt x="15586" y="37633"/>
                </a:lnTo>
                <a:lnTo>
                  <a:pt x="15676" y="37865"/>
                </a:lnTo>
                <a:lnTo>
                  <a:pt x="15768" y="38109"/>
                </a:lnTo>
                <a:lnTo>
                  <a:pt x="15860" y="38380"/>
                </a:lnTo>
                <a:lnTo>
                  <a:pt x="15951" y="38624"/>
                </a:lnTo>
                <a:lnTo>
                  <a:pt x="16088" y="38856"/>
                </a:lnTo>
                <a:lnTo>
                  <a:pt x="16180" y="39088"/>
                </a:lnTo>
                <a:lnTo>
                  <a:pt x="16271" y="39320"/>
                </a:lnTo>
                <a:lnTo>
                  <a:pt x="16362" y="39564"/>
                </a:lnTo>
                <a:lnTo>
                  <a:pt x="16454" y="39796"/>
                </a:lnTo>
                <a:lnTo>
                  <a:pt x="16590" y="40028"/>
                </a:lnTo>
                <a:lnTo>
                  <a:pt x="16682" y="40311"/>
                </a:lnTo>
                <a:lnTo>
                  <a:pt x="16774" y="40543"/>
                </a:lnTo>
                <a:lnTo>
                  <a:pt x="16865" y="40775"/>
                </a:lnTo>
                <a:lnTo>
                  <a:pt x="16956" y="41019"/>
                </a:lnTo>
                <a:lnTo>
                  <a:pt x="17094" y="41251"/>
                </a:lnTo>
                <a:lnTo>
                  <a:pt x="17184" y="41483"/>
                </a:lnTo>
                <a:lnTo>
                  <a:pt x="17276" y="41714"/>
                </a:lnTo>
                <a:lnTo>
                  <a:pt x="17368" y="41946"/>
                </a:lnTo>
                <a:lnTo>
                  <a:pt x="17459" y="42191"/>
                </a:lnTo>
                <a:lnTo>
                  <a:pt x="17596" y="42474"/>
                </a:lnTo>
                <a:lnTo>
                  <a:pt x="17688" y="42706"/>
                </a:lnTo>
                <a:lnTo>
                  <a:pt x="17780" y="42938"/>
                </a:lnTo>
                <a:lnTo>
                  <a:pt x="17870" y="43169"/>
                </a:lnTo>
                <a:lnTo>
                  <a:pt x="17962" y="43401"/>
                </a:lnTo>
                <a:lnTo>
                  <a:pt x="18099" y="43646"/>
                </a:lnTo>
                <a:lnTo>
                  <a:pt x="18190" y="43877"/>
                </a:lnTo>
                <a:lnTo>
                  <a:pt x="18282" y="44109"/>
                </a:lnTo>
                <a:lnTo>
                  <a:pt x="18374" y="44341"/>
                </a:lnTo>
                <a:lnTo>
                  <a:pt x="18465" y="44624"/>
                </a:lnTo>
                <a:lnTo>
                  <a:pt x="18602" y="44856"/>
                </a:lnTo>
                <a:lnTo>
                  <a:pt x="18694" y="45101"/>
                </a:lnTo>
                <a:lnTo>
                  <a:pt x="18784" y="45332"/>
                </a:lnTo>
                <a:lnTo>
                  <a:pt x="18876" y="45564"/>
                </a:lnTo>
                <a:lnTo>
                  <a:pt x="18968" y="45796"/>
                </a:lnTo>
                <a:lnTo>
                  <a:pt x="19104" y="46040"/>
                </a:lnTo>
                <a:lnTo>
                  <a:pt x="19196" y="46272"/>
                </a:lnTo>
                <a:lnTo>
                  <a:pt x="19288" y="46504"/>
                </a:lnTo>
                <a:lnTo>
                  <a:pt x="19379" y="46736"/>
                </a:lnTo>
                <a:lnTo>
                  <a:pt x="19470" y="47019"/>
                </a:lnTo>
                <a:lnTo>
                  <a:pt x="19608" y="47251"/>
                </a:lnTo>
                <a:lnTo>
                  <a:pt x="19698" y="47495"/>
                </a:lnTo>
                <a:lnTo>
                  <a:pt x="19790" y="47727"/>
                </a:lnTo>
                <a:lnTo>
                  <a:pt x="19882" y="47959"/>
                </a:lnTo>
                <a:lnTo>
                  <a:pt x="19973" y="48191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5401318" y="4290996"/>
            <a:ext cx="20019" cy="46646"/>
          </a:xfrm>
          <a:custGeom>
            <a:avLst/>
            <a:gdLst/>
            <a:ahLst/>
            <a:cxnLst/>
            <a:rect l="l" t="t" r="r" b="b"/>
            <a:pathLst>
              <a:path w="20019" h="46646">
                <a:moveTo>
                  <a:pt x="0" y="0"/>
                </a:moveTo>
                <a:lnTo>
                  <a:pt x="136" y="231"/>
                </a:lnTo>
                <a:lnTo>
                  <a:pt x="228" y="476"/>
                </a:lnTo>
                <a:lnTo>
                  <a:pt x="318" y="708"/>
                </a:lnTo>
                <a:lnTo>
                  <a:pt x="410" y="939"/>
                </a:lnTo>
                <a:lnTo>
                  <a:pt x="502" y="1171"/>
                </a:lnTo>
                <a:lnTo>
                  <a:pt x="639" y="1454"/>
                </a:lnTo>
                <a:lnTo>
                  <a:pt x="730" y="1686"/>
                </a:lnTo>
                <a:lnTo>
                  <a:pt x="822" y="1931"/>
                </a:lnTo>
                <a:lnTo>
                  <a:pt x="914" y="2162"/>
                </a:lnTo>
                <a:lnTo>
                  <a:pt x="1004" y="2394"/>
                </a:lnTo>
                <a:lnTo>
                  <a:pt x="1142" y="2626"/>
                </a:lnTo>
                <a:lnTo>
                  <a:pt x="1233" y="2858"/>
                </a:lnTo>
                <a:lnTo>
                  <a:pt x="1324" y="3102"/>
                </a:lnTo>
                <a:lnTo>
                  <a:pt x="1416" y="3334"/>
                </a:lnTo>
                <a:lnTo>
                  <a:pt x="1508" y="3566"/>
                </a:lnTo>
                <a:lnTo>
                  <a:pt x="1645" y="3798"/>
                </a:lnTo>
                <a:lnTo>
                  <a:pt x="1736" y="4042"/>
                </a:lnTo>
                <a:lnTo>
                  <a:pt x="1828" y="4274"/>
                </a:lnTo>
                <a:lnTo>
                  <a:pt x="1918" y="4557"/>
                </a:lnTo>
                <a:lnTo>
                  <a:pt x="2010" y="4789"/>
                </a:lnTo>
                <a:lnTo>
                  <a:pt x="2147" y="5021"/>
                </a:lnTo>
                <a:lnTo>
                  <a:pt x="2238" y="5252"/>
                </a:lnTo>
                <a:lnTo>
                  <a:pt x="2330" y="5497"/>
                </a:lnTo>
                <a:lnTo>
                  <a:pt x="2422" y="5729"/>
                </a:lnTo>
                <a:lnTo>
                  <a:pt x="2513" y="5961"/>
                </a:lnTo>
                <a:lnTo>
                  <a:pt x="2650" y="6192"/>
                </a:lnTo>
                <a:lnTo>
                  <a:pt x="2742" y="6424"/>
                </a:lnTo>
                <a:lnTo>
                  <a:pt x="2832" y="6669"/>
                </a:lnTo>
                <a:lnTo>
                  <a:pt x="2924" y="6900"/>
                </a:lnTo>
                <a:lnTo>
                  <a:pt x="3016" y="7132"/>
                </a:lnTo>
                <a:lnTo>
                  <a:pt x="3153" y="7364"/>
                </a:lnTo>
                <a:lnTo>
                  <a:pt x="3244" y="7609"/>
                </a:lnTo>
                <a:lnTo>
                  <a:pt x="3336" y="7879"/>
                </a:lnTo>
                <a:lnTo>
                  <a:pt x="3426" y="8124"/>
                </a:lnTo>
                <a:lnTo>
                  <a:pt x="3518" y="8355"/>
                </a:lnTo>
                <a:lnTo>
                  <a:pt x="3655" y="8587"/>
                </a:lnTo>
                <a:lnTo>
                  <a:pt x="3747" y="8819"/>
                </a:lnTo>
                <a:lnTo>
                  <a:pt x="3838" y="9063"/>
                </a:lnTo>
                <a:lnTo>
                  <a:pt x="3930" y="9295"/>
                </a:lnTo>
                <a:lnTo>
                  <a:pt x="4022" y="9527"/>
                </a:lnTo>
                <a:lnTo>
                  <a:pt x="4159" y="9759"/>
                </a:lnTo>
                <a:lnTo>
                  <a:pt x="4250" y="9990"/>
                </a:lnTo>
                <a:lnTo>
                  <a:pt x="4341" y="10235"/>
                </a:lnTo>
                <a:lnTo>
                  <a:pt x="4432" y="10467"/>
                </a:lnTo>
                <a:lnTo>
                  <a:pt x="4524" y="10699"/>
                </a:lnTo>
                <a:lnTo>
                  <a:pt x="4661" y="10930"/>
                </a:lnTo>
                <a:lnTo>
                  <a:pt x="4752" y="11175"/>
                </a:lnTo>
                <a:lnTo>
                  <a:pt x="4844" y="11407"/>
                </a:lnTo>
                <a:lnTo>
                  <a:pt x="4936" y="11638"/>
                </a:lnTo>
                <a:lnTo>
                  <a:pt x="5026" y="11870"/>
                </a:lnTo>
                <a:lnTo>
                  <a:pt x="5164" y="12153"/>
                </a:lnTo>
                <a:lnTo>
                  <a:pt x="5255" y="12385"/>
                </a:lnTo>
                <a:lnTo>
                  <a:pt x="5346" y="12630"/>
                </a:lnTo>
                <a:lnTo>
                  <a:pt x="5438" y="12862"/>
                </a:lnTo>
                <a:lnTo>
                  <a:pt x="5530" y="13093"/>
                </a:lnTo>
                <a:lnTo>
                  <a:pt x="5667" y="13325"/>
                </a:lnTo>
                <a:lnTo>
                  <a:pt x="5758" y="13557"/>
                </a:lnTo>
                <a:lnTo>
                  <a:pt x="5850" y="13801"/>
                </a:lnTo>
                <a:lnTo>
                  <a:pt x="5940" y="14033"/>
                </a:lnTo>
                <a:lnTo>
                  <a:pt x="6079" y="14265"/>
                </a:lnTo>
                <a:lnTo>
                  <a:pt x="6169" y="14497"/>
                </a:lnTo>
                <a:lnTo>
                  <a:pt x="6261" y="14741"/>
                </a:lnTo>
                <a:lnTo>
                  <a:pt x="6352" y="14973"/>
                </a:lnTo>
                <a:lnTo>
                  <a:pt x="6444" y="15205"/>
                </a:lnTo>
                <a:lnTo>
                  <a:pt x="6581" y="15437"/>
                </a:lnTo>
                <a:lnTo>
                  <a:pt x="6673" y="15668"/>
                </a:lnTo>
                <a:lnTo>
                  <a:pt x="6763" y="15913"/>
                </a:lnTo>
                <a:lnTo>
                  <a:pt x="6855" y="16145"/>
                </a:lnTo>
                <a:lnTo>
                  <a:pt x="6946" y="16376"/>
                </a:lnTo>
                <a:lnTo>
                  <a:pt x="7083" y="16608"/>
                </a:lnTo>
                <a:lnTo>
                  <a:pt x="7175" y="16853"/>
                </a:lnTo>
                <a:lnTo>
                  <a:pt x="7266" y="17085"/>
                </a:lnTo>
                <a:lnTo>
                  <a:pt x="7358" y="17316"/>
                </a:lnTo>
                <a:lnTo>
                  <a:pt x="7449" y="17548"/>
                </a:lnTo>
                <a:lnTo>
                  <a:pt x="7587" y="17780"/>
                </a:lnTo>
                <a:lnTo>
                  <a:pt x="7677" y="18024"/>
                </a:lnTo>
                <a:lnTo>
                  <a:pt x="7769" y="18256"/>
                </a:lnTo>
                <a:lnTo>
                  <a:pt x="7860" y="18488"/>
                </a:lnTo>
                <a:lnTo>
                  <a:pt x="7952" y="18720"/>
                </a:lnTo>
                <a:lnTo>
                  <a:pt x="8089" y="18964"/>
                </a:lnTo>
                <a:lnTo>
                  <a:pt x="8181" y="19196"/>
                </a:lnTo>
                <a:lnTo>
                  <a:pt x="8272" y="19428"/>
                </a:lnTo>
                <a:lnTo>
                  <a:pt x="8363" y="19711"/>
                </a:lnTo>
                <a:lnTo>
                  <a:pt x="8454" y="19943"/>
                </a:lnTo>
                <a:lnTo>
                  <a:pt x="8591" y="20175"/>
                </a:lnTo>
                <a:lnTo>
                  <a:pt x="8683" y="20419"/>
                </a:lnTo>
                <a:lnTo>
                  <a:pt x="8775" y="20651"/>
                </a:lnTo>
                <a:lnTo>
                  <a:pt x="8866" y="20883"/>
                </a:lnTo>
                <a:lnTo>
                  <a:pt x="8958" y="21114"/>
                </a:lnTo>
                <a:lnTo>
                  <a:pt x="9095" y="21346"/>
                </a:lnTo>
                <a:lnTo>
                  <a:pt x="9187" y="21591"/>
                </a:lnTo>
                <a:lnTo>
                  <a:pt x="9277" y="21823"/>
                </a:lnTo>
                <a:lnTo>
                  <a:pt x="9369" y="22054"/>
                </a:lnTo>
                <a:lnTo>
                  <a:pt x="9460" y="22286"/>
                </a:lnTo>
                <a:lnTo>
                  <a:pt x="9597" y="22531"/>
                </a:lnTo>
                <a:lnTo>
                  <a:pt x="9689" y="22762"/>
                </a:lnTo>
                <a:lnTo>
                  <a:pt x="9780" y="22994"/>
                </a:lnTo>
                <a:lnTo>
                  <a:pt x="9871" y="23226"/>
                </a:lnTo>
                <a:lnTo>
                  <a:pt x="9963" y="23458"/>
                </a:lnTo>
                <a:lnTo>
                  <a:pt x="10099" y="23702"/>
                </a:lnTo>
                <a:lnTo>
                  <a:pt x="10191" y="23934"/>
                </a:lnTo>
                <a:lnTo>
                  <a:pt x="10283" y="24166"/>
                </a:lnTo>
                <a:lnTo>
                  <a:pt x="10374" y="24398"/>
                </a:lnTo>
                <a:lnTo>
                  <a:pt x="10466" y="24642"/>
                </a:lnTo>
                <a:lnTo>
                  <a:pt x="10603" y="24874"/>
                </a:lnTo>
                <a:lnTo>
                  <a:pt x="10695" y="25106"/>
                </a:lnTo>
                <a:lnTo>
                  <a:pt x="10785" y="25337"/>
                </a:lnTo>
                <a:lnTo>
                  <a:pt x="10877" y="25569"/>
                </a:lnTo>
                <a:lnTo>
                  <a:pt x="10968" y="25814"/>
                </a:lnTo>
                <a:lnTo>
                  <a:pt x="11105" y="26046"/>
                </a:lnTo>
                <a:lnTo>
                  <a:pt x="11197" y="26277"/>
                </a:lnTo>
                <a:lnTo>
                  <a:pt x="11289" y="26509"/>
                </a:lnTo>
                <a:lnTo>
                  <a:pt x="11380" y="26754"/>
                </a:lnTo>
                <a:lnTo>
                  <a:pt x="11471" y="26985"/>
                </a:lnTo>
                <a:lnTo>
                  <a:pt x="11609" y="27217"/>
                </a:lnTo>
                <a:lnTo>
                  <a:pt x="11699" y="27410"/>
                </a:lnTo>
                <a:lnTo>
                  <a:pt x="11791" y="27642"/>
                </a:lnTo>
                <a:lnTo>
                  <a:pt x="11883" y="27874"/>
                </a:lnTo>
                <a:lnTo>
                  <a:pt x="11974" y="28106"/>
                </a:lnTo>
                <a:lnTo>
                  <a:pt x="12111" y="28337"/>
                </a:lnTo>
                <a:lnTo>
                  <a:pt x="12203" y="28582"/>
                </a:lnTo>
                <a:lnTo>
                  <a:pt x="12294" y="28814"/>
                </a:lnTo>
                <a:lnTo>
                  <a:pt x="12385" y="29045"/>
                </a:lnTo>
                <a:lnTo>
                  <a:pt x="12477" y="29277"/>
                </a:lnTo>
                <a:lnTo>
                  <a:pt x="12613" y="29522"/>
                </a:lnTo>
                <a:lnTo>
                  <a:pt x="12705" y="29754"/>
                </a:lnTo>
                <a:lnTo>
                  <a:pt x="12797" y="29985"/>
                </a:lnTo>
                <a:lnTo>
                  <a:pt x="12888" y="30217"/>
                </a:lnTo>
                <a:lnTo>
                  <a:pt x="12979" y="30449"/>
                </a:lnTo>
                <a:lnTo>
                  <a:pt x="13117" y="30693"/>
                </a:lnTo>
                <a:lnTo>
                  <a:pt x="13207" y="30925"/>
                </a:lnTo>
                <a:lnTo>
                  <a:pt x="13299" y="31157"/>
                </a:lnTo>
                <a:lnTo>
                  <a:pt x="13391" y="31389"/>
                </a:lnTo>
                <a:lnTo>
                  <a:pt x="13482" y="31633"/>
                </a:lnTo>
                <a:lnTo>
                  <a:pt x="13619" y="31865"/>
                </a:lnTo>
                <a:lnTo>
                  <a:pt x="13711" y="32097"/>
                </a:lnTo>
                <a:lnTo>
                  <a:pt x="13803" y="32329"/>
                </a:lnTo>
                <a:lnTo>
                  <a:pt x="13893" y="32560"/>
                </a:lnTo>
                <a:lnTo>
                  <a:pt x="13985" y="32805"/>
                </a:lnTo>
                <a:lnTo>
                  <a:pt x="14122" y="33037"/>
                </a:lnTo>
                <a:lnTo>
                  <a:pt x="14213" y="33268"/>
                </a:lnTo>
                <a:lnTo>
                  <a:pt x="14305" y="33500"/>
                </a:lnTo>
                <a:lnTo>
                  <a:pt x="14397" y="33745"/>
                </a:lnTo>
                <a:lnTo>
                  <a:pt x="14488" y="33977"/>
                </a:lnTo>
                <a:lnTo>
                  <a:pt x="14625" y="34208"/>
                </a:lnTo>
                <a:lnTo>
                  <a:pt x="14717" y="34401"/>
                </a:lnTo>
                <a:lnTo>
                  <a:pt x="14807" y="34633"/>
                </a:lnTo>
                <a:lnTo>
                  <a:pt x="14899" y="34865"/>
                </a:lnTo>
                <a:lnTo>
                  <a:pt x="14991" y="35097"/>
                </a:lnTo>
                <a:lnTo>
                  <a:pt x="15127" y="35328"/>
                </a:lnTo>
                <a:lnTo>
                  <a:pt x="15219" y="35573"/>
                </a:lnTo>
                <a:lnTo>
                  <a:pt x="15311" y="35805"/>
                </a:lnTo>
                <a:lnTo>
                  <a:pt x="15401" y="36037"/>
                </a:lnTo>
                <a:lnTo>
                  <a:pt x="15493" y="36268"/>
                </a:lnTo>
                <a:lnTo>
                  <a:pt x="15630" y="36513"/>
                </a:lnTo>
                <a:lnTo>
                  <a:pt x="15721" y="36745"/>
                </a:lnTo>
                <a:lnTo>
                  <a:pt x="15813" y="36976"/>
                </a:lnTo>
                <a:lnTo>
                  <a:pt x="15905" y="37208"/>
                </a:lnTo>
                <a:lnTo>
                  <a:pt x="15996" y="37440"/>
                </a:lnTo>
                <a:lnTo>
                  <a:pt x="16133" y="37685"/>
                </a:lnTo>
                <a:lnTo>
                  <a:pt x="16225" y="37916"/>
                </a:lnTo>
                <a:lnTo>
                  <a:pt x="16315" y="38148"/>
                </a:lnTo>
                <a:lnTo>
                  <a:pt x="16407" y="38341"/>
                </a:lnTo>
                <a:lnTo>
                  <a:pt x="16499" y="38573"/>
                </a:lnTo>
                <a:lnTo>
                  <a:pt x="16636" y="38805"/>
                </a:lnTo>
                <a:lnTo>
                  <a:pt x="16727" y="39036"/>
                </a:lnTo>
                <a:lnTo>
                  <a:pt x="16819" y="39281"/>
                </a:lnTo>
                <a:lnTo>
                  <a:pt x="16911" y="39513"/>
                </a:lnTo>
                <a:lnTo>
                  <a:pt x="17001" y="39745"/>
                </a:lnTo>
                <a:lnTo>
                  <a:pt x="17139" y="39976"/>
                </a:lnTo>
                <a:lnTo>
                  <a:pt x="17230" y="40208"/>
                </a:lnTo>
                <a:lnTo>
                  <a:pt x="17321" y="40453"/>
                </a:lnTo>
                <a:lnTo>
                  <a:pt x="17413" y="40684"/>
                </a:lnTo>
                <a:lnTo>
                  <a:pt x="17505" y="40916"/>
                </a:lnTo>
                <a:lnTo>
                  <a:pt x="17641" y="41148"/>
                </a:lnTo>
                <a:lnTo>
                  <a:pt x="17733" y="41393"/>
                </a:lnTo>
                <a:lnTo>
                  <a:pt x="17825" y="41573"/>
                </a:lnTo>
                <a:lnTo>
                  <a:pt x="17915" y="41805"/>
                </a:lnTo>
                <a:lnTo>
                  <a:pt x="18007" y="42049"/>
                </a:lnTo>
                <a:lnTo>
                  <a:pt x="18144" y="42281"/>
                </a:lnTo>
                <a:lnTo>
                  <a:pt x="18235" y="42513"/>
                </a:lnTo>
                <a:lnTo>
                  <a:pt x="18327" y="42744"/>
                </a:lnTo>
                <a:lnTo>
                  <a:pt x="18419" y="42976"/>
                </a:lnTo>
                <a:lnTo>
                  <a:pt x="18509" y="43221"/>
                </a:lnTo>
                <a:lnTo>
                  <a:pt x="18647" y="43453"/>
                </a:lnTo>
                <a:lnTo>
                  <a:pt x="18738" y="43684"/>
                </a:lnTo>
                <a:lnTo>
                  <a:pt x="18829" y="43916"/>
                </a:lnTo>
                <a:lnTo>
                  <a:pt x="18921" y="44109"/>
                </a:lnTo>
                <a:lnTo>
                  <a:pt x="19013" y="44341"/>
                </a:lnTo>
                <a:lnTo>
                  <a:pt x="19150" y="44573"/>
                </a:lnTo>
                <a:lnTo>
                  <a:pt x="19241" y="44817"/>
                </a:lnTo>
                <a:lnTo>
                  <a:pt x="19333" y="45049"/>
                </a:lnTo>
                <a:lnTo>
                  <a:pt x="19423" y="45281"/>
                </a:lnTo>
                <a:lnTo>
                  <a:pt x="19515" y="45513"/>
                </a:lnTo>
                <a:lnTo>
                  <a:pt x="19652" y="45757"/>
                </a:lnTo>
                <a:lnTo>
                  <a:pt x="19744" y="45989"/>
                </a:lnTo>
                <a:lnTo>
                  <a:pt x="19835" y="46169"/>
                </a:lnTo>
                <a:lnTo>
                  <a:pt x="19927" y="46414"/>
                </a:lnTo>
                <a:lnTo>
                  <a:pt x="20019" y="46646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5421337" y="4337642"/>
            <a:ext cx="20024" cy="44431"/>
          </a:xfrm>
          <a:custGeom>
            <a:avLst/>
            <a:gdLst/>
            <a:ahLst/>
            <a:cxnLst/>
            <a:rect l="l" t="t" r="r" b="b"/>
            <a:pathLst>
              <a:path w="20024" h="44431">
                <a:moveTo>
                  <a:pt x="0" y="0"/>
                </a:moveTo>
                <a:lnTo>
                  <a:pt x="136" y="231"/>
                </a:lnTo>
                <a:lnTo>
                  <a:pt x="228" y="463"/>
                </a:lnTo>
                <a:lnTo>
                  <a:pt x="318" y="695"/>
                </a:lnTo>
                <a:lnTo>
                  <a:pt x="410" y="939"/>
                </a:lnTo>
                <a:lnTo>
                  <a:pt x="502" y="1171"/>
                </a:lnTo>
                <a:lnTo>
                  <a:pt x="639" y="1403"/>
                </a:lnTo>
                <a:lnTo>
                  <a:pt x="730" y="1596"/>
                </a:lnTo>
                <a:lnTo>
                  <a:pt x="822" y="1828"/>
                </a:lnTo>
                <a:lnTo>
                  <a:pt x="914" y="2059"/>
                </a:lnTo>
                <a:lnTo>
                  <a:pt x="1004" y="2291"/>
                </a:lnTo>
                <a:lnTo>
                  <a:pt x="1142" y="2536"/>
                </a:lnTo>
                <a:lnTo>
                  <a:pt x="1233" y="2768"/>
                </a:lnTo>
                <a:lnTo>
                  <a:pt x="1324" y="2999"/>
                </a:lnTo>
                <a:lnTo>
                  <a:pt x="1416" y="3231"/>
                </a:lnTo>
                <a:lnTo>
                  <a:pt x="1508" y="3424"/>
                </a:lnTo>
                <a:lnTo>
                  <a:pt x="1645" y="3656"/>
                </a:lnTo>
                <a:lnTo>
                  <a:pt x="1736" y="3888"/>
                </a:lnTo>
                <a:lnTo>
                  <a:pt x="1827" y="4119"/>
                </a:lnTo>
                <a:lnTo>
                  <a:pt x="1918" y="4364"/>
                </a:lnTo>
                <a:lnTo>
                  <a:pt x="2010" y="4596"/>
                </a:lnTo>
                <a:lnTo>
                  <a:pt x="2147" y="4828"/>
                </a:lnTo>
                <a:lnTo>
                  <a:pt x="2238" y="5059"/>
                </a:lnTo>
                <a:lnTo>
                  <a:pt x="2330" y="5252"/>
                </a:lnTo>
                <a:lnTo>
                  <a:pt x="2422" y="5484"/>
                </a:lnTo>
                <a:lnTo>
                  <a:pt x="2512" y="5716"/>
                </a:lnTo>
                <a:lnTo>
                  <a:pt x="2650" y="5961"/>
                </a:lnTo>
                <a:lnTo>
                  <a:pt x="2741" y="6192"/>
                </a:lnTo>
                <a:lnTo>
                  <a:pt x="2832" y="6424"/>
                </a:lnTo>
                <a:lnTo>
                  <a:pt x="2924" y="6656"/>
                </a:lnTo>
                <a:lnTo>
                  <a:pt x="3016" y="6849"/>
                </a:lnTo>
                <a:lnTo>
                  <a:pt x="3153" y="7081"/>
                </a:lnTo>
                <a:lnTo>
                  <a:pt x="3244" y="7312"/>
                </a:lnTo>
                <a:lnTo>
                  <a:pt x="3336" y="7557"/>
                </a:lnTo>
                <a:lnTo>
                  <a:pt x="3426" y="7789"/>
                </a:lnTo>
                <a:lnTo>
                  <a:pt x="3518" y="8021"/>
                </a:lnTo>
                <a:lnTo>
                  <a:pt x="3655" y="8214"/>
                </a:lnTo>
                <a:lnTo>
                  <a:pt x="3747" y="8445"/>
                </a:lnTo>
                <a:lnTo>
                  <a:pt x="3838" y="8677"/>
                </a:lnTo>
                <a:lnTo>
                  <a:pt x="3930" y="8909"/>
                </a:lnTo>
                <a:lnTo>
                  <a:pt x="4022" y="9141"/>
                </a:lnTo>
                <a:lnTo>
                  <a:pt x="4159" y="9385"/>
                </a:lnTo>
                <a:lnTo>
                  <a:pt x="4250" y="9617"/>
                </a:lnTo>
                <a:lnTo>
                  <a:pt x="4341" y="9797"/>
                </a:lnTo>
                <a:lnTo>
                  <a:pt x="4432" y="10042"/>
                </a:lnTo>
                <a:lnTo>
                  <a:pt x="4524" y="10274"/>
                </a:lnTo>
                <a:lnTo>
                  <a:pt x="4661" y="10505"/>
                </a:lnTo>
                <a:lnTo>
                  <a:pt x="4752" y="10737"/>
                </a:lnTo>
                <a:lnTo>
                  <a:pt x="4844" y="10982"/>
                </a:lnTo>
                <a:lnTo>
                  <a:pt x="4935" y="11162"/>
                </a:lnTo>
                <a:lnTo>
                  <a:pt x="5026" y="11394"/>
                </a:lnTo>
                <a:lnTo>
                  <a:pt x="5163" y="11638"/>
                </a:lnTo>
                <a:lnTo>
                  <a:pt x="5255" y="11870"/>
                </a:lnTo>
                <a:lnTo>
                  <a:pt x="5346" y="12102"/>
                </a:lnTo>
                <a:lnTo>
                  <a:pt x="5438" y="12295"/>
                </a:lnTo>
                <a:lnTo>
                  <a:pt x="5530" y="12527"/>
                </a:lnTo>
                <a:lnTo>
                  <a:pt x="5667" y="12759"/>
                </a:lnTo>
                <a:lnTo>
                  <a:pt x="5758" y="12990"/>
                </a:lnTo>
                <a:lnTo>
                  <a:pt x="5849" y="13222"/>
                </a:lnTo>
                <a:lnTo>
                  <a:pt x="5940" y="13467"/>
                </a:lnTo>
                <a:lnTo>
                  <a:pt x="6032" y="13647"/>
                </a:lnTo>
                <a:lnTo>
                  <a:pt x="6169" y="13892"/>
                </a:lnTo>
                <a:lnTo>
                  <a:pt x="6261" y="14123"/>
                </a:lnTo>
                <a:lnTo>
                  <a:pt x="6352" y="14355"/>
                </a:lnTo>
                <a:lnTo>
                  <a:pt x="6444" y="14587"/>
                </a:lnTo>
                <a:lnTo>
                  <a:pt x="6534" y="14780"/>
                </a:lnTo>
                <a:lnTo>
                  <a:pt x="6673" y="15012"/>
                </a:lnTo>
                <a:lnTo>
                  <a:pt x="6763" y="15243"/>
                </a:lnTo>
                <a:lnTo>
                  <a:pt x="6855" y="15475"/>
                </a:lnTo>
                <a:lnTo>
                  <a:pt x="6946" y="15720"/>
                </a:lnTo>
                <a:lnTo>
                  <a:pt x="7038" y="15900"/>
                </a:lnTo>
                <a:lnTo>
                  <a:pt x="7175" y="16132"/>
                </a:lnTo>
                <a:lnTo>
                  <a:pt x="7266" y="16376"/>
                </a:lnTo>
                <a:lnTo>
                  <a:pt x="7358" y="16608"/>
                </a:lnTo>
                <a:lnTo>
                  <a:pt x="7449" y="16840"/>
                </a:lnTo>
                <a:lnTo>
                  <a:pt x="7540" y="17033"/>
                </a:lnTo>
                <a:lnTo>
                  <a:pt x="7677" y="17265"/>
                </a:lnTo>
                <a:lnTo>
                  <a:pt x="7769" y="17497"/>
                </a:lnTo>
                <a:lnTo>
                  <a:pt x="7860" y="17728"/>
                </a:lnTo>
                <a:lnTo>
                  <a:pt x="7952" y="17973"/>
                </a:lnTo>
                <a:lnTo>
                  <a:pt x="8043" y="18153"/>
                </a:lnTo>
                <a:lnTo>
                  <a:pt x="8181" y="18385"/>
                </a:lnTo>
                <a:lnTo>
                  <a:pt x="8271" y="18630"/>
                </a:lnTo>
                <a:lnTo>
                  <a:pt x="8363" y="18861"/>
                </a:lnTo>
                <a:lnTo>
                  <a:pt x="8454" y="19093"/>
                </a:lnTo>
                <a:lnTo>
                  <a:pt x="8546" y="19286"/>
                </a:lnTo>
                <a:lnTo>
                  <a:pt x="8683" y="19518"/>
                </a:lnTo>
                <a:lnTo>
                  <a:pt x="8775" y="19750"/>
                </a:lnTo>
                <a:lnTo>
                  <a:pt x="8866" y="19981"/>
                </a:lnTo>
                <a:lnTo>
                  <a:pt x="8957" y="20175"/>
                </a:lnTo>
                <a:lnTo>
                  <a:pt x="9048" y="20406"/>
                </a:lnTo>
                <a:lnTo>
                  <a:pt x="9185" y="20638"/>
                </a:lnTo>
                <a:lnTo>
                  <a:pt x="9277" y="20883"/>
                </a:lnTo>
                <a:lnTo>
                  <a:pt x="9369" y="21063"/>
                </a:lnTo>
                <a:lnTo>
                  <a:pt x="9460" y="21295"/>
                </a:lnTo>
                <a:lnTo>
                  <a:pt x="9552" y="21539"/>
                </a:lnTo>
                <a:lnTo>
                  <a:pt x="9689" y="21771"/>
                </a:lnTo>
                <a:lnTo>
                  <a:pt x="9780" y="22003"/>
                </a:lnTo>
                <a:lnTo>
                  <a:pt x="9871" y="22196"/>
                </a:lnTo>
                <a:lnTo>
                  <a:pt x="9963" y="22428"/>
                </a:lnTo>
                <a:lnTo>
                  <a:pt x="10054" y="22659"/>
                </a:lnTo>
                <a:lnTo>
                  <a:pt x="10191" y="22891"/>
                </a:lnTo>
                <a:lnTo>
                  <a:pt x="10283" y="23084"/>
                </a:lnTo>
                <a:lnTo>
                  <a:pt x="10374" y="23316"/>
                </a:lnTo>
                <a:lnTo>
                  <a:pt x="10466" y="23548"/>
                </a:lnTo>
                <a:lnTo>
                  <a:pt x="10557" y="23780"/>
                </a:lnTo>
                <a:lnTo>
                  <a:pt x="10695" y="23973"/>
                </a:lnTo>
                <a:lnTo>
                  <a:pt x="10785" y="24204"/>
                </a:lnTo>
                <a:lnTo>
                  <a:pt x="10877" y="24449"/>
                </a:lnTo>
                <a:lnTo>
                  <a:pt x="10968" y="24681"/>
                </a:lnTo>
                <a:lnTo>
                  <a:pt x="11060" y="24861"/>
                </a:lnTo>
                <a:lnTo>
                  <a:pt x="11197" y="25106"/>
                </a:lnTo>
                <a:lnTo>
                  <a:pt x="11289" y="25337"/>
                </a:lnTo>
                <a:lnTo>
                  <a:pt x="11379" y="25569"/>
                </a:lnTo>
                <a:lnTo>
                  <a:pt x="11471" y="25762"/>
                </a:lnTo>
                <a:lnTo>
                  <a:pt x="11562" y="25994"/>
                </a:lnTo>
                <a:lnTo>
                  <a:pt x="11699" y="26226"/>
                </a:lnTo>
                <a:lnTo>
                  <a:pt x="11791" y="26458"/>
                </a:lnTo>
                <a:lnTo>
                  <a:pt x="11883" y="26651"/>
                </a:lnTo>
                <a:lnTo>
                  <a:pt x="11974" y="26882"/>
                </a:lnTo>
                <a:lnTo>
                  <a:pt x="12065" y="27114"/>
                </a:lnTo>
                <a:lnTo>
                  <a:pt x="12203" y="27307"/>
                </a:lnTo>
                <a:lnTo>
                  <a:pt x="12293" y="27539"/>
                </a:lnTo>
                <a:lnTo>
                  <a:pt x="12385" y="27771"/>
                </a:lnTo>
                <a:lnTo>
                  <a:pt x="12477" y="28003"/>
                </a:lnTo>
                <a:lnTo>
                  <a:pt x="12568" y="28196"/>
                </a:lnTo>
                <a:lnTo>
                  <a:pt x="12705" y="28427"/>
                </a:lnTo>
                <a:lnTo>
                  <a:pt x="12797" y="28672"/>
                </a:lnTo>
                <a:lnTo>
                  <a:pt x="12888" y="28904"/>
                </a:lnTo>
                <a:lnTo>
                  <a:pt x="12979" y="29084"/>
                </a:lnTo>
                <a:lnTo>
                  <a:pt x="13071" y="29329"/>
                </a:lnTo>
                <a:lnTo>
                  <a:pt x="13207" y="29560"/>
                </a:lnTo>
                <a:lnTo>
                  <a:pt x="13299" y="29741"/>
                </a:lnTo>
                <a:lnTo>
                  <a:pt x="13391" y="29985"/>
                </a:lnTo>
                <a:lnTo>
                  <a:pt x="13482" y="30217"/>
                </a:lnTo>
                <a:lnTo>
                  <a:pt x="13574" y="30449"/>
                </a:lnTo>
                <a:lnTo>
                  <a:pt x="13711" y="30642"/>
                </a:lnTo>
                <a:lnTo>
                  <a:pt x="13803" y="30874"/>
                </a:lnTo>
                <a:lnTo>
                  <a:pt x="13893" y="31105"/>
                </a:lnTo>
                <a:lnTo>
                  <a:pt x="13985" y="31299"/>
                </a:lnTo>
                <a:lnTo>
                  <a:pt x="14076" y="31530"/>
                </a:lnTo>
                <a:lnTo>
                  <a:pt x="14213" y="31762"/>
                </a:lnTo>
                <a:lnTo>
                  <a:pt x="14305" y="31955"/>
                </a:lnTo>
                <a:lnTo>
                  <a:pt x="14397" y="32187"/>
                </a:lnTo>
                <a:lnTo>
                  <a:pt x="14487" y="32419"/>
                </a:lnTo>
                <a:lnTo>
                  <a:pt x="14579" y="32650"/>
                </a:lnTo>
                <a:lnTo>
                  <a:pt x="14716" y="32844"/>
                </a:lnTo>
                <a:lnTo>
                  <a:pt x="14807" y="33075"/>
                </a:lnTo>
                <a:lnTo>
                  <a:pt x="14899" y="33307"/>
                </a:lnTo>
                <a:lnTo>
                  <a:pt x="14991" y="33500"/>
                </a:lnTo>
                <a:lnTo>
                  <a:pt x="15082" y="33732"/>
                </a:lnTo>
                <a:lnTo>
                  <a:pt x="15219" y="33964"/>
                </a:lnTo>
                <a:lnTo>
                  <a:pt x="15311" y="34157"/>
                </a:lnTo>
                <a:lnTo>
                  <a:pt x="15401" y="34389"/>
                </a:lnTo>
                <a:lnTo>
                  <a:pt x="15493" y="34620"/>
                </a:lnTo>
                <a:lnTo>
                  <a:pt x="15585" y="34813"/>
                </a:lnTo>
                <a:lnTo>
                  <a:pt x="15721" y="35045"/>
                </a:lnTo>
                <a:lnTo>
                  <a:pt x="15813" y="35277"/>
                </a:lnTo>
                <a:lnTo>
                  <a:pt x="15905" y="35470"/>
                </a:lnTo>
                <a:lnTo>
                  <a:pt x="15996" y="35702"/>
                </a:lnTo>
                <a:lnTo>
                  <a:pt x="16087" y="35934"/>
                </a:lnTo>
                <a:lnTo>
                  <a:pt x="16225" y="36127"/>
                </a:lnTo>
                <a:lnTo>
                  <a:pt x="16315" y="36358"/>
                </a:lnTo>
                <a:lnTo>
                  <a:pt x="16407" y="36590"/>
                </a:lnTo>
                <a:lnTo>
                  <a:pt x="16499" y="36783"/>
                </a:lnTo>
                <a:lnTo>
                  <a:pt x="16590" y="37015"/>
                </a:lnTo>
                <a:lnTo>
                  <a:pt x="16727" y="37247"/>
                </a:lnTo>
                <a:lnTo>
                  <a:pt x="16819" y="37440"/>
                </a:lnTo>
                <a:lnTo>
                  <a:pt x="16911" y="37672"/>
                </a:lnTo>
                <a:lnTo>
                  <a:pt x="17001" y="37903"/>
                </a:lnTo>
                <a:lnTo>
                  <a:pt x="17093" y="38097"/>
                </a:lnTo>
                <a:lnTo>
                  <a:pt x="17230" y="38328"/>
                </a:lnTo>
                <a:lnTo>
                  <a:pt x="17321" y="38560"/>
                </a:lnTo>
                <a:lnTo>
                  <a:pt x="17413" y="38753"/>
                </a:lnTo>
                <a:lnTo>
                  <a:pt x="17505" y="38985"/>
                </a:lnTo>
                <a:lnTo>
                  <a:pt x="17595" y="39230"/>
                </a:lnTo>
                <a:lnTo>
                  <a:pt x="17733" y="39410"/>
                </a:lnTo>
                <a:lnTo>
                  <a:pt x="17824" y="39642"/>
                </a:lnTo>
                <a:lnTo>
                  <a:pt x="17915" y="39886"/>
                </a:lnTo>
                <a:lnTo>
                  <a:pt x="18007" y="40066"/>
                </a:lnTo>
                <a:lnTo>
                  <a:pt x="18099" y="40298"/>
                </a:lnTo>
                <a:lnTo>
                  <a:pt x="18235" y="40543"/>
                </a:lnTo>
                <a:lnTo>
                  <a:pt x="18327" y="40723"/>
                </a:lnTo>
                <a:lnTo>
                  <a:pt x="18419" y="40955"/>
                </a:lnTo>
                <a:lnTo>
                  <a:pt x="18509" y="41148"/>
                </a:lnTo>
                <a:lnTo>
                  <a:pt x="18601" y="41380"/>
                </a:lnTo>
                <a:lnTo>
                  <a:pt x="18738" y="41611"/>
                </a:lnTo>
                <a:lnTo>
                  <a:pt x="18829" y="41805"/>
                </a:lnTo>
                <a:lnTo>
                  <a:pt x="18921" y="42036"/>
                </a:lnTo>
                <a:lnTo>
                  <a:pt x="19013" y="42268"/>
                </a:lnTo>
                <a:lnTo>
                  <a:pt x="19104" y="42461"/>
                </a:lnTo>
                <a:lnTo>
                  <a:pt x="19241" y="42693"/>
                </a:lnTo>
                <a:lnTo>
                  <a:pt x="19333" y="42886"/>
                </a:lnTo>
                <a:lnTo>
                  <a:pt x="19423" y="43118"/>
                </a:lnTo>
                <a:lnTo>
                  <a:pt x="19515" y="43350"/>
                </a:lnTo>
                <a:lnTo>
                  <a:pt x="19607" y="43543"/>
                </a:lnTo>
                <a:lnTo>
                  <a:pt x="19744" y="43774"/>
                </a:lnTo>
                <a:lnTo>
                  <a:pt x="19835" y="44006"/>
                </a:lnTo>
                <a:lnTo>
                  <a:pt x="19927" y="44199"/>
                </a:lnTo>
                <a:lnTo>
                  <a:pt x="20024" y="44431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5441361" y="4382074"/>
            <a:ext cx="20016" cy="41483"/>
          </a:xfrm>
          <a:custGeom>
            <a:avLst/>
            <a:gdLst/>
            <a:ahLst/>
            <a:cxnLst/>
            <a:rect l="l" t="t" r="r" b="b"/>
            <a:pathLst>
              <a:path w="20016" h="41483">
                <a:moveTo>
                  <a:pt x="0" y="0"/>
                </a:moveTo>
                <a:lnTo>
                  <a:pt x="87" y="193"/>
                </a:lnTo>
                <a:lnTo>
                  <a:pt x="226" y="424"/>
                </a:lnTo>
                <a:lnTo>
                  <a:pt x="313" y="656"/>
                </a:lnTo>
                <a:lnTo>
                  <a:pt x="401" y="849"/>
                </a:lnTo>
                <a:lnTo>
                  <a:pt x="502" y="1081"/>
                </a:lnTo>
                <a:lnTo>
                  <a:pt x="590" y="1261"/>
                </a:lnTo>
                <a:lnTo>
                  <a:pt x="728" y="1506"/>
                </a:lnTo>
                <a:lnTo>
                  <a:pt x="816" y="1738"/>
                </a:lnTo>
                <a:lnTo>
                  <a:pt x="904" y="1918"/>
                </a:lnTo>
                <a:lnTo>
                  <a:pt x="1004" y="2162"/>
                </a:lnTo>
                <a:lnTo>
                  <a:pt x="1092" y="2343"/>
                </a:lnTo>
                <a:lnTo>
                  <a:pt x="1230" y="2574"/>
                </a:lnTo>
                <a:lnTo>
                  <a:pt x="1318" y="2819"/>
                </a:lnTo>
                <a:lnTo>
                  <a:pt x="1406" y="2999"/>
                </a:lnTo>
                <a:lnTo>
                  <a:pt x="1506" y="3244"/>
                </a:lnTo>
                <a:lnTo>
                  <a:pt x="1594" y="3424"/>
                </a:lnTo>
                <a:lnTo>
                  <a:pt x="1732" y="3656"/>
                </a:lnTo>
                <a:lnTo>
                  <a:pt x="1820" y="3901"/>
                </a:lnTo>
                <a:lnTo>
                  <a:pt x="1908" y="4081"/>
                </a:lnTo>
                <a:lnTo>
                  <a:pt x="2009" y="4313"/>
                </a:lnTo>
                <a:lnTo>
                  <a:pt x="2097" y="4506"/>
                </a:lnTo>
                <a:lnTo>
                  <a:pt x="2235" y="4737"/>
                </a:lnTo>
                <a:lnTo>
                  <a:pt x="2323" y="4931"/>
                </a:lnTo>
                <a:lnTo>
                  <a:pt x="2411" y="5162"/>
                </a:lnTo>
                <a:lnTo>
                  <a:pt x="2511" y="5394"/>
                </a:lnTo>
                <a:lnTo>
                  <a:pt x="2599" y="5587"/>
                </a:lnTo>
                <a:lnTo>
                  <a:pt x="2737" y="5819"/>
                </a:lnTo>
                <a:lnTo>
                  <a:pt x="2825" y="6012"/>
                </a:lnTo>
                <a:lnTo>
                  <a:pt x="2913" y="6244"/>
                </a:lnTo>
                <a:lnTo>
                  <a:pt x="3013" y="6424"/>
                </a:lnTo>
                <a:lnTo>
                  <a:pt x="3101" y="6669"/>
                </a:lnTo>
                <a:lnTo>
                  <a:pt x="3239" y="6900"/>
                </a:lnTo>
                <a:lnTo>
                  <a:pt x="3327" y="7081"/>
                </a:lnTo>
                <a:lnTo>
                  <a:pt x="3428" y="7325"/>
                </a:lnTo>
                <a:lnTo>
                  <a:pt x="3516" y="7506"/>
                </a:lnTo>
                <a:lnTo>
                  <a:pt x="3603" y="7737"/>
                </a:lnTo>
                <a:lnTo>
                  <a:pt x="3742" y="7930"/>
                </a:lnTo>
                <a:lnTo>
                  <a:pt x="3830" y="8162"/>
                </a:lnTo>
                <a:lnTo>
                  <a:pt x="3930" y="8355"/>
                </a:lnTo>
                <a:lnTo>
                  <a:pt x="4018" y="8587"/>
                </a:lnTo>
                <a:lnTo>
                  <a:pt x="4106" y="8819"/>
                </a:lnTo>
                <a:lnTo>
                  <a:pt x="4244" y="9012"/>
                </a:lnTo>
                <a:lnTo>
                  <a:pt x="4332" y="9244"/>
                </a:lnTo>
                <a:lnTo>
                  <a:pt x="4432" y="9437"/>
                </a:lnTo>
                <a:lnTo>
                  <a:pt x="4520" y="9669"/>
                </a:lnTo>
                <a:lnTo>
                  <a:pt x="4608" y="9849"/>
                </a:lnTo>
                <a:lnTo>
                  <a:pt x="4746" y="10093"/>
                </a:lnTo>
                <a:lnTo>
                  <a:pt x="4834" y="10274"/>
                </a:lnTo>
                <a:lnTo>
                  <a:pt x="4935" y="10505"/>
                </a:lnTo>
                <a:lnTo>
                  <a:pt x="5022" y="10699"/>
                </a:lnTo>
                <a:lnTo>
                  <a:pt x="5110" y="10930"/>
                </a:lnTo>
                <a:lnTo>
                  <a:pt x="5249" y="11123"/>
                </a:lnTo>
                <a:lnTo>
                  <a:pt x="5336" y="11355"/>
                </a:lnTo>
                <a:lnTo>
                  <a:pt x="5437" y="11548"/>
                </a:lnTo>
                <a:lnTo>
                  <a:pt x="5525" y="11780"/>
                </a:lnTo>
                <a:lnTo>
                  <a:pt x="5613" y="11960"/>
                </a:lnTo>
                <a:lnTo>
                  <a:pt x="5751" y="12205"/>
                </a:lnTo>
                <a:lnTo>
                  <a:pt x="5839" y="12437"/>
                </a:lnTo>
                <a:lnTo>
                  <a:pt x="5939" y="12617"/>
                </a:lnTo>
                <a:lnTo>
                  <a:pt x="6027" y="12862"/>
                </a:lnTo>
                <a:lnTo>
                  <a:pt x="6115" y="13042"/>
                </a:lnTo>
                <a:lnTo>
                  <a:pt x="6253" y="13274"/>
                </a:lnTo>
                <a:lnTo>
                  <a:pt x="6341" y="13467"/>
                </a:lnTo>
                <a:lnTo>
                  <a:pt x="6441" y="13698"/>
                </a:lnTo>
                <a:lnTo>
                  <a:pt x="6529" y="13892"/>
                </a:lnTo>
                <a:lnTo>
                  <a:pt x="6617" y="14123"/>
                </a:lnTo>
                <a:lnTo>
                  <a:pt x="6755" y="14316"/>
                </a:lnTo>
                <a:lnTo>
                  <a:pt x="6856" y="14548"/>
                </a:lnTo>
                <a:lnTo>
                  <a:pt x="6944" y="14728"/>
                </a:lnTo>
                <a:lnTo>
                  <a:pt x="7032" y="14973"/>
                </a:lnTo>
                <a:lnTo>
                  <a:pt x="7120" y="15153"/>
                </a:lnTo>
                <a:lnTo>
                  <a:pt x="7258" y="15385"/>
                </a:lnTo>
                <a:lnTo>
                  <a:pt x="7358" y="15578"/>
                </a:lnTo>
                <a:lnTo>
                  <a:pt x="7446" y="15810"/>
                </a:lnTo>
                <a:lnTo>
                  <a:pt x="7534" y="16003"/>
                </a:lnTo>
                <a:lnTo>
                  <a:pt x="7622" y="16235"/>
                </a:lnTo>
                <a:lnTo>
                  <a:pt x="7760" y="16428"/>
                </a:lnTo>
                <a:lnTo>
                  <a:pt x="7860" y="16660"/>
                </a:lnTo>
                <a:lnTo>
                  <a:pt x="7948" y="16840"/>
                </a:lnTo>
                <a:lnTo>
                  <a:pt x="8036" y="17033"/>
                </a:lnTo>
                <a:lnTo>
                  <a:pt x="8124" y="17265"/>
                </a:lnTo>
                <a:lnTo>
                  <a:pt x="8262" y="17458"/>
                </a:lnTo>
                <a:lnTo>
                  <a:pt x="8363" y="17690"/>
                </a:lnTo>
                <a:lnTo>
                  <a:pt x="8451" y="17883"/>
                </a:lnTo>
                <a:lnTo>
                  <a:pt x="8539" y="18115"/>
                </a:lnTo>
                <a:lnTo>
                  <a:pt x="8626" y="18295"/>
                </a:lnTo>
                <a:lnTo>
                  <a:pt x="8765" y="18539"/>
                </a:lnTo>
                <a:lnTo>
                  <a:pt x="8865" y="18720"/>
                </a:lnTo>
                <a:lnTo>
                  <a:pt x="8953" y="18951"/>
                </a:lnTo>
                <a:lnTo>
                  <a:pt x="9041" y="19145"/>
                </a:lnTo>
                <a:lnTo>
                  <a:pt x="9129" y="19376"/>
                </a:lnTo>
                <a:lnTo>
                  <a:pt x="9267" y="19569"/>
                </a:lnTo>
                <a:lnTo>
                  <a:pt x="9367" y="19801"/>
                </a:lnTo>
                <a:lnTo>
                  <a:pt x="9455" y="19994"/>
                </a:lnTo>
                <a:lnTo>
                  <a:pt x="9543" y="20175"/>
                </a:lnTo>
                <a:lnTo>
                  <a:pt x="9644" y="20406"/>
                </a:lnTo>
                <a:lnTo>
                  <a:pt x="9769" y="20599"/>
                </a:lnTo>
                <a:lnTo>
                  <a:pt x="9870" y="20831"/>
                </a:lnTo>
                <a:lnTo>
                  <a:pt x="9958" y="21024"/>
                </a:lnTo>
                <a:lnTo>
                  <a:pt x="10045" y="21256"/>
                </a:lnTo>
                <a:lnTo>
                  <a:pt x="10146" y="21449"/>
                </a:lnTo>
                <a:lnTo>
                  <a:pt x="10271" y="21681"/>
                </a:lnTo>
                <a:lnTo>
                  <a:pt x="10372" y="21861"/>
                </a:lnTo>
                <a:lnTo>
                  <a:pt x="10460" y="22054"/>
                </a:lnTo>
                <a:lnTo>
                  <a:pt x="10548" y="22286"/>
                </a:lnTo>
                <a:lnTo>
                  <a:pt x="10648" y="22479"/>
                </a:lnTo>
                <a:lnTo>
                  <a:pt x="10786" y="22711"/>
                </a:lnTo>
                <a:lnTo>
                  <a:pt x="10874" y="22904"/>
                </a:lnTo>
                <a:lnTo>
                  <a:pt x="10962" y="23136"/>
                </a:lnTo>
                <a:lnTo>
                  <a:pt x="11050" y="23316"/>
                </a:lnTo>
                <a:lnTo>
                  <a:pt x="11151" y="23509"/>
                </a:lnTo>
                <a:lnTo>
                  <a:pt x="11289" y="23741"/>
                </a:lnTo>
                <a:lnTo>
                  <a:pt x="11377" y="23934"/>
                </a:lnTo>
                <a:lnTo>
                  <a:pt x="11464" y="24166"/>
                </a:lnTo>
                <a:lnTo>
                  <a:pt x="11552" y="24359"/>
                </a:lnTo>
                <a:lnTo>
                  <a:pt x="11653" y="24591"/>
                </a:lnTo>
                <a:lnTo>
                  <a:pt x="11791" y="24771"/>
                </a:lnTo>
                <a:lnTo>
                  <a:pt x="11879" y="24964"/>
                </a:lnTo>
                <a:lnTo>
                  <a:pt x="11967" y="25196"/>
                </a:lnTo>
                <a:lnTo>
                  <a:pt x="12055" y="25389"/>
                </a:lnTo>
                <a:lnTo>
                  <a:pt x="12155" y="25621"/>
                </a:lnTo>
                <a:lnTo>
                  <a:pt x="12293" y="25801"/>
                </a:lnTo>
                <a:lnTo>
                  <a:pt x="12381" y="25994"/>
                </a:lnTo>
                <a:lnTo>
                  <a:pt x="12469" y="26226"/>
                </a:lnTo>
                <a:lnTo>
                  <a:pt x="12557" y="26419"/>
                </a:lnTo>
                <a:lnTo>
                  <a:pt x="12657" y="26651"/>
                </a:lnTo>
                <a:lnTo>
                  <a:pt x="12796" y="26844"/>
                </a:lnTo>
                <a:lnTo>
                  <a:pt x="12883" y="27024"/>
                </a:lnTo>
                <a:lnTo>
                  <a:pt x="12971" y="27256"/>
                </a:lnTo>
                <a:lnTo>
                  <a:pt x="13072" y="27449"/>
                </a:lnTo>
                <a:lnTo>
                  <a:pt x="13160" y="27681"/>
                </a:lnTo>
                <a:lnTo>
                  <a:pt x="13298" y="27874"/>
                </a:lnTo>
                <a:lnTo>
                  <a:pt x="13386" y="28054"/>
                </a:lnTo>
                <a:lnTo>
                  <a:pt x="13474" y="28299"/>
                </a:lnTo>
                <a:lnTo>
                  <a:pt x="13574" y="28479"/>
                </a:lnTo>
                <a:lnTo>
                  <a:pt x="13662" y="28711"/>
                </a:lnTo>
                <a:lnTo>
                  <a:pt x="13800" y="28904"/>
                </a:lnTo>
                <a:lnTo>
                  <a:pt x="13888" y="29097"/>
                </a:lnTo>
                <a:lnTo>
                  <a:pt x="13976" y="29329"/>
                </a:lnTo>
                <a:lnTo>
                  <a:pt x="14076" y="29509"/>
                </a:lnTo>
                <a:lnTo>
                  <a:pt x="14164" y="29702"/>
                </a:lnTo>
                <a:lnTo>
                  <a:pt x="14302" y="29934"/>
                </a:lnTo>
                <a:lnTo>
                  <a:pt x="14390" y="30127"/>
                </a:lnTo>
                <a:lnTo>
                  <a:pt x="14478" y="30359"/>
                </a:lnTo>
                <a:lnTo>
                  <a:pt x="14579" y="30552"/>
                </a:lnTo>
                <a:lnTo>
                  <a:pt x="14667" y="30732"/>
                </a:lnTo>
                <a:lnTo>
                  <a:pt x="14805" y="30964"/>
                </a:lnTo>
                <a:lnTo>
                  <a:pt x="14893" y="31157"/>
                </a:lnTo>
                <a:lnTo>
                  <a:pt x="14981" y="31350"/>
                </a:lnTo>
                <a:lnTo>
                  <a:pt x="15081" y="31582"/>
                </a:lnTo>
                <a:lnTo>
                  <a:pt x="15169" y="31762"/>
                </a:lnTo>
                <a:lnTo>
                  <a:pt x="15307" y="31955"/>
                </a:lnTo>
                <a:lnTo>
                  <a:pt x="15395" y="32187"/>
                </a:lnTo>
                <a:lnTo>
                  <a:pt x="15483" y="32380"/>
                </a:lnTo>
                <a:lnTo>
                  <a:pt x="15583" y="32560"/>
                </a:lnTo>
                <a:lnTo>
                  <a:pt x="15671" y="32805"/>
                </a:lnTo>
                <a:lnTo>
                  <a:pt x="15809" y="32985"/>
                </a:lnTo>
                <a:lnTo>
                  <a:pt x="15897" y="33178"/>
                </a:lnTo>
                <a:lnTo>
                  <a:pt x="15985" y="33410"/>
                </a:lnTo>
                <a:lnTo>
                  <a:pt x="16086" y="33590"/>
                </a:lnTo>
                <a:lnTo>
                  <a:pt x="16173" y="33783"/>
                </a:lnTo>
                <a:lnTo>
                  <a:pt x="16312" y="34015"/>
                </a:lnTo>
                <a:lnTo>
                  <a:pt x="16400" y="34208"/>
                </a:lnTo>
                <a:lnTo>
                  <a:pt x="16487" y="34389"/>
                </a:lnTo>
                <a:lnTo>
                  <a:pt x="16588" y="34633"/>
                </a:lnTo>
                <a:lnTo>
                  <a:pt x="16676" y="34813"/>
                </a:lnTo>
                <a:lnTo>
                  <a:pt x="16814" y="35007"/>
                </a:lnTo>
                <a:lnTo>
                  <a:pt x="16902" y="35238"/>
                </a:lnTo>
                <a:lnTo>
                  <a:pt x="17002" y="35431"/>
                </a:lnTo>
                <a:lnTo>
                  <a:pt x="17090" y="35612"/>
                </a:lnTo>
                <a:lnTo>
                  <a:pt x="17178" y="35843"/>
                </a:lnTo>
                <a:lnTo>
                  <a:pt x="17316" y="36037"/>
                </a:lnTo>
                <a:lnTo>
                  <a:pt x="17404" y="36230"/>
                </a:lnTo>
                <a:lnTo>
                  <a:pt x="17505" y="36461"/>
                </a:lnTo>
                <a:lnTo>
                  <a:pt x="17592" y="36642"/>
                </a:lnTo>
                <a:lnTo>
                  <a:pt x="17680" y="36835"/>
                </a:lnTo>
                <a:lnTo>
                  <a:pt x="17818" y="37067"/>
                </a:lnTo>
                <a:lnTo>
                  <a:pt x="17906" y="37260"/>
                </a:lnTo>
                <a:lnTo>
                  <a:pt x="18007" y="37440"/>
                </a:lnTo>
                <a:lnTo>
                  <a:pt x="18095" y="37633"/>
                </a:lnTo>
                <a:lnTo>
                  <a:pt x="18183" y="37865"/>
                </a:lnTo>
                <a:lnTo>
                  <a:pt x="18321" y="38058"/>
                </a:lnTo>
                <a:lnTo>
                  <a:pt x="18409" y="38238"/>
                </a:lnTo>
                <a:lnTo>
                  <a:pt x="18509" y="38470"/>
                </a:lnTo>
                <a:lnTo>
                  <a:pt x="18597" y="38663"/>
                </a:lnTo>
                <a:lnTo>
                  <a:pt x="18685" y="38856"/>
                </a:lnTo>
                <a:lnTo>
                  <a:pt x="18823" y="39088"/>
                </a:lnTo>
                <a:lnTo>
                  <a:pt x="18911" y="39268"/>
                </a:lnTo>
                <a:lnTo>
                  <a:pt x="19011" y="39461"/>
                </a:lnTo>
                <a:lnTo>
                  <a:pt x="19099" y="39654"/>
                </a:lnTo>
                <a:lnTo>
                  <a:pt x="19187" y="39886"/>
                </a:lnTo>
                <a:lnTo>
                  <a:pt x="19325" y="40066"/>
                </a:lnTo>
                <a:lnTo>
                  <a:pt x="19413" y="40260"/>
                </a:lnTo>
                <a:lnTo>
                  <a:pt x="19514" y="40453"/>
                </a:lnTo>
                <a:lnTo>
                  <a:pt x="19602" y="40684"/>
                </a:lnTo>
                <a:lnTo>
                  <a:pt x="19690" y="40865"/>
                </a:lnTo>
                <a:lnTo>
                  <a:pt x="19828" y="41058"/>
                </a:lnTo>
                <a:lnTo>
                  <a:pt x="19916" y="41290"/>
                </a:lnTo>
                <a:lnTo>
                  <a:pt x="20016" y="41483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5461378" y="4423557"/>
            <a:ext cx="20016" cy="37865"/>
          </a:xfrm>
          <a:custGeom>
            <a:avLst/>
            <a:gdLst/>
            <a:ahLst/>
            <a:cxnLst/>
            <a:rect l="l" t="t" r="r" b="b"/>
            <a:pathLst>
              <a:path w="20016" h="37865">
                <a:moveTo>
                  <a:pt x="0" y="0"/>
                </a:moveTo>
                <a:lnTo>
                  <a:pt x="87" y="180"/>
                </a:lnTo>
                <a:lnTo>
                  <a:pt x="175" y="373"/>
                </a:lnTo>
                <a:lnTo>
                  <a:pt x="313" y="605"/>
                </a:lnTo>
                <a:lnTo>
                  <a:pt x="414" y="798"/>
                </a:lnTo>
                <a:lnTo>
                  <a:pt x="502" y="978"/>
                </a:lnTo>
                <a:lnTo>
                  <a:pt x="590" y="1171"/>
                </a:lnTo>
                <a:lnTo>
                  <a:pt x="678" y="1403"/>
                </a:lnTo>
                <a:lnTo>
                  <a:pt x="816" y="1596"/>
                </a:lnTo>
                <a:lnTo>
                  <a:pt x="916" y="1776"/>
                </a:lnTo>
                <a:lnTo>
                  <a:pt x="1004" y="1969"/>
                </a:lnTo>
                <a:lnTo>
                  <a:pt x="1092" y="2201"/>
                </a:lnTo>
                <a:lnTo>
                  <a:pt x="1180" y="2394"/>
                </a:lnTo>
                <a:lnTo>
                  <a:pt x="1318" y="2574"/>
                </a:lnTo>
                <a:lnTo>
                  <a:pt x="1418" y="2768"/>
                </a:lnTo>
                <a:lnTo>
                  <a:pt x="1506" y="2948"/>
                </a:lnTo>
                <a:lnTo>
                  <a:pt x="1594" y="3192"/>
                </a:lnTo>
                <a:lnTo>
                  <a:pt x="1682" y="3373"/>
                </a:lnTo>
                <a:lnTo>
                  <a:pt x="1820" y="3566"/>
                </a:lnTo>
                <a:lnTo>
                  <a:pt x="1921" y="3746"/>
                </a:lnTo>
                <a:lnTo>
                  <a:pt x="2009" y="3991"/>
                </a:lnTo>
                <a:lnTo>
                  <a:pt x="2097" y="4171"/>
                </a:lnTo>
                <a:lnTo>
                  <a:pt x="2184" y="4364"/>
                </a:lnTo>
                <a:lnTo>
                  <a:pt x="2323" y="4544"/>
                </a:lnTo>
                <a:lnTo>
                  <a:pt x="2423" y="4737"/>
                </a:lnTo>
                <a:lnTo>
                  <a:pt x="2511" y="4969"/>
                </a:lnTo>
                <a:lnTo>
                  <a:pt x="2599" y="5162"/>
                </a:lnTo>
                <a:lnTo>
                  <a:pt x="2687" y="5343"/>
                </a:lnTo>
                <a:lnTo>
                  <a:pt x="2825" y="5536"/>
                </a:lnTo>
                <a:lnTo>
                  <a:pt x="2925" y="5767"/>
                </a:lnTo>
                <a:lnTo>
                  <a:pt x="3013" y="5961"/>
                </a:lnTo>
                <a:lnTo>
                  <a:pt x="3101" y="6141"/>
                </a:lnTo>
                <a:lnTo>
                  <a:pt x="3202" y="6334"/>
                </a:lnTo>
                <a:lnTo>
                  <a:pt x="3327" y="6514"/>
                </a:lnTo>
                <a:lnTo>
                  <a:pt x="3428" y="6759"/>
                </a:lnTo>
                <a:lnTo>
                  <a:pt x="3516" y="6939"/>
                </a:lnTo>
                <a:lnTo>
                  <a:pt x="3603" y="7132"/>
                </a:lnTo>
                <a:lnTo>
                  <a:pt x="3704" y="7312"/>
                </a:lnTo>
                <a:lnTo>
                  <a:pt x="3830" y="7506"/>
                </a:lnTo>
                <a:lnTo>
                  <a:pt x="3930" y="7686"/>
                </a:lnTo>
                <a:lnTo>
                  <a:pt x="4018" y="7930"/>
                </a:lnTo>
                <a:lnTo>
                  <a:pt x="4106" y="8111"/>
                </a:lnTo>
                <a:lnTo>
                  <a:pt x="4206" y="8304"/>
                </a:lnTo>
                <a:lnTo>
                  <a:pt x="4344" y="8484"/>
                </a:lnTo>
                <a:lnTo>
                  <a:pt x="4432" y="8677"/>
                </a:lnTo>
                <a:lnTo>
                  <a:pt x="4520" y="8909"/>
                </a:lnTo>
                <a:lnTo>
                  <a:pt x="4608" y="9102"/>
                </a:lnTo>
                <a:lnTo>
                  <a:pt x="4709" y="9282"/>
                </a:lnTo>
                <a:lnTo>
                  <a:pt x="4847" y="9475"/>
                </a:lnTo>
                <a:lnTo>
                  <a:pt x="4935" y="9656"/>
                </a:lnTo>
                <a:lnTo>
                  <a:pt x="5022" y="9849"/>
                </a:lnTo>
                <a:lnTo>
                  <a:pt x="5110" y="10081"/>
                </a:lnTo>
                <a:lnTo>
                  <a:pt x="5211" y="10274"/>
                </a:lnTo>
                <a:lnTo>
                  <a:pt x="5349" y="10454"/>
                </a:lnTo>
                <a:lnTo>
                  <a:pt x="5437" y="10647"/>
                </a:lnTo>
                <a:lnTo>
                  <a:pt x="5525" y="10840"/>
                </a:lnTo>
                <a:lnTo>
                  <a:pt x="5613" y="11020"/>
                </a:lnTo>
                <a:lnTo>
                  <a:pt x="5713" y="11214"/>
                </a:lnTo>
                <a:lnTo>
                  <a:pt x="5851" y="11445"/>
                </a:lnTo>
                <a:lnTo>
                  <a:pt x="5939" y="11638"/>
                </a:lnTo>
                <a:lnTo>
                  <a:pt x="6027" y="11819"/>
                </a:lnTo>
                <a:lnTo>
                  <a:pt x="6115" y="12012"/>
                </a:lnTo>
                <a:lnTo>
                  <a:pt x="6215" y="12192"/>
                </a:lnTo>
                <a:lnTo>
                  <a:pt x="6354" y="12385"/>
                </a:lnTo>
                <a:lnTo>
                  <a:pt x="6441" y="12565"/>
                </a:lnTo>
                <a:lnTo>
                  <a:pt x="6529" y="12810"/>
                </a:lnTo>
                <a:lnTo>
                  <a:pt x="6630" y="12990"/>
                </a:lnTo>
                <a:lnTo>
                  <a:pt x="6718" y="13183"/>
                </a:lnTo>
                <a:lnTo>
                  <a:pt x="6856" y="13364"/>
                </a:lnTo>
                <a:lnTo>
                  <a:pt x="6944" y="13557"/>
                </a:lnTo>
                <a:lnTo>
                  <a:pt x="7032" y="13750"/>
                </a:lnTo>
                <a:lnTo>
                  <a:pt x="7132" y="13930"/>
                </a:lnTo>
                <a:lnTo>
                  <a:pt x="7220" y="14123"/>
                </a:lnTo>
                <a:lnTo>
                  <a:pt x="7358" y="14355"/>
                </a:lnTo>
                <a:lnTo>
                  <a:pt x="7446" y="14548"/>
                </a:lnTo>
                <a:lnTo>
                  <a:pt x="7534" y="14728"/>
                </a:lnTo>
                <a:lnTo>
                  <a:pt x="7634" y="14922"/>
                </a:lnTo>
                <a:lnTo>
                  <a:pt x="7722" y="15102"/>
                </a:lnTo>
                <a:lnTo>
                  <a:pt x="7860" y="15295"/>
                </a:lnTo>
                <a:lnTo>
                  <a:pt x="7948" y="15475"/>
                </a:lnTo>
                <a:lnTo>
                  <a:pt x="8036" y="15668"/>
                </a:lnTo>
                <a:lnTo>
                  <a:pt x="8137" y="15861"/>
                </a:lnTo>
                <a:lnTo>
                  <a:pt x="8225" y="16093"/>
                </a:lnTo>
                <a:lnTo>
                  <a:pt x="8363" y="16273"/>
                </a:lnTo>
                <a:lnTo>
                  <a:pt x="8451" y="16467"/>
                </a:lnTo>
                <a:lnTo>
                  <a:pt x="8539" y="16660"/>
                </a:lnTo>
                <a:lnTo>
                  <a:pt x="8639" y="16840"/>
                </a:lnTo>
                <a:lnTo>
                  <a:pt x="8727" y="17033"/>
                </a:lnTo>
                <a:lnTo>
                  <a:pt x="8865" y="17213"/>
                </a:lnTo>
                <a:lnTo>
                  <a:pt x="8953" y="17406"/>
                </a:lnTo>
                <a:lnTo>
                  <a:pt x="9041" y="17587"/>
                </a:lnTo>
                <a:lnTo>
                  <a:pt x="9141" y="17780"/>
                </a:lnTo>
                <a:lnTo>
                  <a:pt x="9229" y="17973"/>
                </a:lnTo>
                <a:lnTo>
                  <a:pt x="9367" y="18205"/>
                </a:lnTo>
                <a:lnTo>
                  <a:pt x="9455" y="18385"/>
                </a:lnTo>
                <a:lnTo>
                  <a:pt x="9543" y="18578"/>
                </a:lnTo>
                <a:lnTo>
                  <a:pt x="9644" y="18771"/>
                </a:lnTo>
                <a:lnTo>
                  <a:pt x="9732" y="18951"/>
                </a:lnTo>
                <a:lnTo>
                  <a:pt x="9870" y="19145"/>
                </a:lnTo>
                <a:lnTo>
                  <a:pt x="9958" y="19325"/>
                </a:lnTo>
                <a:lnTo>
                  <a:pt x="10045" y="19518"/>
                </a:lnTo>
                <a:lnTo>
                  <a:pt x="10146" y="19698"/>
                </a:lnTo>
                <a:lnTo>
                  <a:pt x="10234" y="19891"/>
                </a:lnTo>
                <a:lnTo>
                  <a:pt x="10372" y="20084"/>
                </a:lnTo>
                <a:lnTo>
                  <a:pt x="10460" y="20265"/>
                </a:lnTo>
                <a:lnTo>
                  <a:pt x="10560" y="20458"/>
                </a:lnTo>
                <a:lnTo>
                  <a:pt x="10648" y="20638"/>
                </a:lnTo>
                <a:lnTo>
                  <a:pt x="10736" y="20831"/>
                </a:lnTo>
                <a:lnTo>
                  <a:pt x="10874" y="21011"/>
                </a:lnTo>
                <a:lnTo>
                  <a:pt x="10962" y="21205"/>
                </a:lnTo>
                <a:lnTo>
                  <a:pt x="11063" y="21398"/>
                </a:lnTo>
                <a:lnTo>
                  <a:pt x="11150" y="21629"/>
                </a:lnTo>
                <a:lnTo>
                  <a:pt x="11238" y="21810"/>
                </a:lnTo>
                <a:lnTo>
                  <a:pt x="11377" y="22003"/>
                </a:lnTo>
                <a:lnTo>
                  <a:pt x="11464" y="22196"/>
                </a:lnTo>
                <a:lnTo>
                  <a:pt x="11565" y="22376"/>
                </a:lnTo>
                <a:lnTo>
                  <a:pt x="11653" y="22569"/>
                </a:lnTo>
                <a:lnTo>
                  <a:pt x="11741" y="22750"/>
                </a:lnTo>
                <a:lnTo>
                  <a:pt x="11879" y="22943"/>
                </a:lnTo>
                <a:lnTo>
                  <a:pt x="11967" y="23123"/>
                </a:lnTo>
                <a:lnTo>
                  <a:pt x="12067" y="23316"/>
                </a:lnTo>
                <a:lnTo>
                  <a:pt x="12155" y="23509"/>
                </a:lnTo>
                <a:lnTo>
                  <a:pt x="12243" y="23689"/>
                </a:lnTo>
                <a:lnTo>
                  <a:pt x="12381" y="23883"/>
                </a:lnTo>
                <a:lnTo>
                  <a:pt x="12469" y="24063"/>
                </a:lnTo>
                <a:lnTo>
                  <a:pt x="12569" y="24256"/>
                </a:lnTo>
                <a:lnTo>
                  <a:pt x="12657" y="24436"/>
                </a:lnTo>
                <a:lnTo>
                  <a:pt x="12745" y="24629"/>
                </a:lnTo>
                <a:lnTo>
                  <a:pt x="12883" y="24822"/>
                </a:lnTo>
                <a:lnTo>
                  <a:pt x="12971" y="25003"/>
                </a:lnTo>
                <a:lnTo>
                  <a:pt x="13072" y="25196"/>
                </a:lnTo>
                <a:lnTo>
                  <a:pt x="13160" y="25376"/>
                </a:lnTo>
                <a:lnTo>
                  <a:pt x="13248" y="25569"/>
                </a:lnTo>
                <a:lnTo>
                  <a:pt x="13386" y="25762"/>
                </a:lnTo>
                <a:lnTo>
                  <a:pt x="13474" y="25943"/>
                </a:lnTo>
                <a:lnTo>
                  <a:pt x="13574" y="26136"/>
                </a:lnTo>
                <a:lnTo>
                  <a:pt x="13662" y="26316"/>
                </a:lnTo>
                <a:lnTo>
                  <a:pt x="13750" y="26509"/>
                </a:lnTo>
                <a:lnTo>
                  <a:pt x="13888" y="26689"/>
                </a:lnTo>
                <a:lnTo>
                  <a:pt x="13976" y="26882"/>
                </a:lnTo>
                <a:lnTo>
                  <a:pt x="14076" y="27076"/>
                </a:lnTo>
                <a:lnTo>
                  <a:pt x="14164" y="27256"/>
                </a:lnTo>
                <a:lnTo>
                  <a:pt x="14252" y="27449"/>
                </a:lnTo>
                <a:lnTo>
                  <a:pt x="14390" y="27629"/>
                </a:lnTo>
                <a:lnTo>
                  <a:pt x="14491" y="27822"/>
                </a:lnTo>
                <a:lnTo>
                  <a:pt x="14579" y="28003"/>
                </a:lnTo>
                <a:lnTo>
                  <a:pt x="14667" y="28196"/>
                </a:lnTo>
                <a:lnTo>
                  <a:pt x="14754" y="28337"/>
                </a:lnTo>
                <a:lnTo>
                  <a:pt x="14893" y="28530"/>
                </a:lnTo>
                <a:lnTo>
                  <a:pt x="14993" y="28711"/>
                </a:lnTo>
                <a:lnTo>
                  <a:pt x="15081" y="28904"/>
                </a:lnTo>
                <a:lnTo>
                  <a:pt x="15169" y="29084"/>
                </a:lnTo>
                <a:lnTo>
                  <a:pt x="15257" y="29277"/>
                </a:lnTo>
                <a:lnTo>
                  <a:pt x="15395" y="29457"/>
                </a:lnTo>
                <a:lnTo>
                  <a:pt x="15495" y="29651"/>
                </a:lnTo>
                <a:lnTo>
                  <a:pt x="15583" y="29844"/>
                </a:lnTo>
                <a:lnTo>
                  <a:pt x="15671" y="30024"/>
                </a:lnTo>
                <a:lnTo>
                  <a:pt x="15759" y="30217"/>
                </a:lnTo>
                <a:lnTo>
                  <a:pt x="15897" y="30397"/>
                </a:lnTo>
                <a:lnTo>
                  <a:pt x="15998" y="30590"/>
                </a:lnTo>
                <a:lnTo>
                  <a:pt x="16086" y="30771"/>
                </a:lnTo>
                <a:lnTo>
                  <a:pt x="16173" y="30964"/>
                </a:lnTo>
                <a:lnTo>
                  <a:pt x="16261" y="31157"/>
                </a:lnTo>
                <a:lnTo>
                  <a:pt x="16400" y="31337"/>
                </a:lnTo>
                <a:lnTo>
                  <a:pt x="16500" y="31479"/>
                </a:lnTo>
                <a:lnTo>
                  <a:pt x="16588" y="31672"/>
                </a:lnTo>
                <a:lnTo>
                  <a:pt x="16676" y="31852"/>
                </a:lnTo>
                <a:lnTo>
                  <a:pt x="16776" y="32045"/>
                </a:lnTo>
                <a:lnTo>
                  <a:pt x="16902" y="32226"/>
                </a:lnTo>
                <a:lnTo>
                  <a:pt x="17002" y="32419"/>
                </a:lnTo>
                <a:lnTo>
                  <a:pt x="17090" y="32612"/>
                </a:lnTo>
                <a:lnTo>
                  <a:pt x="17178" y="32792"/>
                </a:lnTo>
                <a:lnTo>
                  <a:pt x="17279" y="32985"/>
                </a:lnTo>
                <a:lnTo>
                  <a:pt x="17404" y="33165"/>
                </a:lnTo>
                <a:lnTo>
                  <a:pt x="17505" y="33359"/>
                </a:lnTo>
                <a:lnTo>
                  <a:pt x="17592" y="33500"/>
                </a:lnTo>
                <a:lnTo>
                  <a:pt x="17680" y="33680"/>
                </a:lnTo>
                <a:lnTo>
                  <a:pt x="17781" y="33874"/>
                </a:lnTo>
                <a:lnTo>
                  <a:pt x="17919" y="34067"/>
                </a:lnTo>
                <a:lnTo>
                  <a:pt x="18007" y="34247"/>
                </a:lnTo>
                <a:lnTo>
                  <a:pt x="18095" y="34440"/>
                </a:lnTo>
                <a:lnTo>
                  <a:pt x="18183" y="34620"/>
                </a:lnTo>
                <a:lnTo>
                  <a:pt x="18283" y="34813"/>
                </a:lnTo>
                <a:lnTo>
                  <a:pt x="18421" y="34994"/>
                </a:lnTo>
                <a:lnTo>
                  <a:pt x="18509" y="35135"/>
                </a:lnTo>
                <a:lnTo>
                  <a:pt x="18597" y="35328"/>
                </a:lnTo>
                <a:lnTo>
                  <a:pt x="18685" y="35522"/>
                </a:lnTo>
                <a:lnTo>
                  <a:pt x="18785" y="35702"/>
                </a:lnTo>
                <a:lnTo>
                  <a:pt x="18924" y="35895"/>
                </a:lnTo>
                <a:lnTo>
                  <a:pt x="19011" y="36075"/>
                </a:lnTo>
                <a:lnTo>
                  <a:pt x="19099" y="36268"/>
                </a:lnTo>
                <a:lnTo>
                  <a:pt x="19187" y="36449"/>
                </a:lnTo>
                <a:lnTo>
                  <a:pt x="19288" y="36590"/>
                </a:lnTo>
                <a:lnTo>
                  <a:pt x="19426" y="36783"/>
                </a:lnTo>
                <a:lnTo>
                  <a:pt x="19514" y="36976"/>
                </a:lnTo>
                <a:lnTo>
                  <a:pt x="19602" y="37157"/>
                </a:lnTo>
                <a:lnTo>
                  <a:pt x="19690" y="37350"/>
                </a:lnTo>
                <a:lnTo>
                  <a:pt x="19790" y="37530"/>
                </a:lnTo>
                <a:lnTo>
                  <a:pt x="19928" y="37723"/>
                </a:lnTo>
                <a:lnTo>
                  <a:pt x="20016" y="37865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5481394" y="4461422"/>
            <a:ext cx="20016" cy="33733"/>
          </a:xfrm>
          <a:custGeom>
            <a:avLst/>
            <a:gdLst/>
            <a:ahLst/>
            <a:cxnLst/>
            <a:rect l="l" t="t" r="r" b="b"/>
            <a:pathLst>
              <a:path w="20016" h="33733">
                <a:moveTo>
                  <a:pt x="0" y="0"/>
                </a:moveTo>
                <a:lnTo>
                  <a:pt x="87" y="180"/>
                </a:lnTo>
                <a:lnTo>
                  <a:pt x="175" y="373"/>
                </a:lnTo>
                <a:lnTo>
                  <a:pt x="276" y="566"/>
                </a:lnTo>
                <a:lnTo>
                  <a:pt x="414" y="746"/>
                </a:lnTo>
                <a:lnTo>
                  <a:pt x="502" y="939"/>
                </a:lnTo>
                <a:lnTo>
                  <a:pt x="590" y="1081"/>
                </a:lnTo>
                <a:lnTo>
                  <a:pt x="690" y="1261"/>
                </a:lnTo>
                <a:lnTo>
                  <a:pt x="778" y="1454"/>
                </a:lnTo>
                <a:lnTo>
                  <a:pt x="916" y="1635"/>
                </a:lnTo>
                <a:lnTo>
                  <a:pt x="1004" y="1828"/>
                </a:lnTo>
                <a:lnTo>
                  <a:pt x="1092" y="2021"/>
                </a:lnTo>
                <a:lnTo>
                  <a:pt x="1192" y="2150"/>
                </a:lnTo>
                <a:lnTo>
                  <a:pt x="1280" y="2343"/>
                </a:lnTo>
                <a:lnTo>
                  <a:pt x="1418" y="2536"/>
                </a:lnTo>
                <a:lnTo>
                  <a:pt x="1506" y="2716"/>
                </a:lnTo>
                <a:lnTo>
                  <a:pt x="1594" y="2909"/>
                </a:lnTo>
                <a:lnTo>
                  <a:pt x="1695" y="3051"/>
                </a:lnTo>
                <a:lnTo>
                  <a:pt x="1783" y="3231"/>
                </a:lnTo>
                <a:lnTo>
                  <a:pt x="1921" y="3424"/>
                </a:lnTo>
                <a:lnTo>
                  <a:pt x="2009" y="3604"/>
                </a:lnTo>
                <a:lnTo>
                  <a:pt x="2097" y="3798"/>
                </a:lnTo>
                <a:lnTo>
                  <a:pt x="2197" y="3939"/>
                </a:lnTo>
                <a:lnTo>
                  <a:pt x="2285" y="4132"/>
                </a:lnTo>
                <a:lnTo>
                  <a:pt x="2423" y="4313"/>
                </a:lnTo>
                <a:lnTo>
                  <a:pt x="2511" y="4506"/>
                </a:lnTo>
                <a:lnTo>
                  <a:pt x="2599" y="4686"/>
                </a:lnTo>
                <a:lnTo>
                  <a:pt x="2699" y="4828"/>
                </a:lnTo>
                <a:lnTo>
                  <a:pt x="2787" y="5021"/>
                </a:lnTo>
                <a:lnTo>
                  <a:pt x="2925" y="5201"/>
                </a:lnTo>
                <a:lnTo>
                  <a:pt x="3013" y="5394"/>
                </a:lnTo>
                <a:lnTo>
                  <a:pt x="3101" y="5574"/>
                </a:lnTo>
                <a:lnTo>
                  <a:pt x="3202" y="5716"/>
                </a:lnTo>
                <a:lnTo>
                  <a:pt x="3290" y="5909"/>
                </a:lnTo>
                <a:lnTo>
                  <a:pt x="3428" y="6102"/>
                </a:lnTo>
                <a:lnTo>
                  <a:pt x="3516" y="6282"/>
                </a:lnTo>
                <a:lnTo>
                  <a:pt x="3603" y="6424"/>
                </a:lnTo>
                <a:lnTo>
                  <a:pt x="3704" y="6617"/>
                </a:lnTo>
                <a:lnTo>
                  <a:pt x="3792" y="6797"/>
                </a:lnTo>
                <a:lnTo>
                  <a:pt x="3930" y="6991"/>
                </a:lnTo>
                <a:lnTo>
                  <a:pt x="4018" y="7132"/>
                </a:lnTo>
                <a:lnTo>
                  <a:pt x="4118" y="7312"/>
                </a:lnTo>
                <a:lnTo>
                  <a:pt x="4206" y="7506"/>
                </a:lnTo>
                <a:lnTo>
                  <a:pt x="4294" y="7686"/>
                </a:lnTo>
                <a:lnTo>
                  <a:pt x="4432" y="7827"/>
                </a:lnTo>
                <a:lnTo>
                  <a:pt x="4520" y="8021"/>
                </a:lnTo>
                <a:lnTo>
                  <a:pt x="4621" y="8214"/>
                </a:lnTo>
                <a:lnTo>
                  <a:pt x="4709" y="8394"/>
                </a:lnTo>
                <a:lnTo>
                  <a:pt x="4796" y="8536"/>
                </a:lnTo>
                <a:lnTo>
                  <a:pt x="4935" y="8729"/>
                </a:lnTo>
                <a:lnTo>
                  <a:pt x="5022" y="8909"/>
                </a:lnTo>
                <a:lnTo>
                  <a:pt x="5123" y="9102"/>
                </a:lnTo>
                <a:lnTo>
                  <a:pt x="5211" y="9244"/>
                </a:lnTo>
                <a:lnTo>
                  <a:pt x="5299" y="9424"/>
                </a:lnTo>
                <a:lnTo>
                  <a:pt x="5437" y="9617"/>
                </a:lnTo>
                <a:lnTo>
                  <a:pt x="5525" y="9759"/>
                </a:lnTo>
                <a:lnTo>
                  <a:pt x="5625" y="9939"/>
                </a:lnTo>
                <a:lnTo>
                  <a:pt x="5713" y="10132"/>
                </a:lnTo>
                <a:lnTo>
                  <a:pt x="5801" y="10325"/>
                </a:lnTo>
                <a:lnTo>
                  <a:pt x="5939" y="10467"/>
                </a:lnTo>
                <a:lnTo>
                  <a:pt x="6027" y="10647"/>
                </a:lnTo>
                <a:lnTo>
                  <a:pt x="6128" y="10840"/>
                </a:lnTo>
                <a:lnTo>
                  <a:pt x="6215" y="10982"/>
                </a:lnTo>
                <a:lnTo>
                  <a:pt x="6303" y="11162"/>
                </a:lnTo>
                <a:lnTo>
                  <a:pt x="6441" y="11355"/>
                </a:lnTo>
                <a:lnTo>
                  <a:pt x="6529" y="11535"/>
                </a:lnTo>
                <a:lnTo>
                  <a:pt x="6630" y="11677"/>
                </a:lnTo>
                <a:lnTo>
                  <a:pt x="6718" y="11870"/>
                </a:lnTo>
                <a:lnTo>
                  <a:pt x="6806" y="12050"/>
                </a:lnTo>
                <a:lnTo>
                  <a:pt x="6944" y="12192"/>
                </a:lnTo>
                <a:lnTo>
                  <a:pt x="7032" y="12385"/>
                </a:lnTo>
                <a:lnTo>
                  <a:pt x="7132" y="12578"/>
                </a:lnTo>
                <a:lnTo>
                  <a:pt x="7220" y="12707"/>
                </a:lnTo>
                <a:lnTo>
                  <a:pt x="7308" y="12900"/>
                </a:lnTo>
                <a:lnTo>
                  <a:pt x="7446" y="13093"/>
                </a:lnTo>
                <a:lnTo>
                  <a:pt x="7534" y="13235"/>
                </a:lnTo>
                <a:lnTo>
                  <a:pt x="7634" y="13415"/>
                </a:lnTo>
                <a:lnTo>
                  <a:pt x="7722" y="13608"/>
                </a:lnTo>
                <a:lnTo>
                  <a:pt x="7810" y="13750"/>
                </a:lnTo>
                <a:lnTo>
                  <a:pt x="7948" y="13930"/>
                </a:lnTo>
                <a:lnTo>
                  <a:pt x="8049" y="14123"/>
                </a:lnTo>
                <a:lnTo>
                  <a:pt x="8137" y="14265"/>
                </a:lnTo>
                <a:lnTo>
                  <a:pt x="8225" y="14445"/>
                </a:lnTo>
                <a:lnTo>
                  <a:pt x="8313" y="14638"/>
                </a:lnTo>
                <a:lnTo>
                  <a:pt x="8451" y="14780"/>
                </a:lnTo>
                <a:lnTo>
                  <a:pt x="8551" y="14960"/>
                </a:lnTo>
                <a:lnTo>
                  <a:pt x="8639" y="15153"/>
                </a:lnTo>
                <a:lnTo>
                  <a:pt x="8727" y="15295"/>
                </a:lnTo>
                <a:lnTo>
                  <a:pt x="8815" y="15475"/>
                </a:lnTo>
                <a:lnTo>
                  <a:pt x="8953" y="15668"/>
                </a:lnTo>
                <a:lnTo>
                  <a:pt x="9053" y="15810"/>
                </a:lnTo>
                <a:lnTo>
                  <a:pt x="9141" y="16003"/>
                </a:lnTo>
                <a:lnTo>
                  <a:pt x="9229" y="16132"/>
                </a:lnTo>
                <a:lnTo>
                  <a:pt x="9317" y="16325"/>
                </a:lnTo>
                <a:lnTo>
                  <a:pt x="9455" y="16518"/>
                </a:lnTo>
                <a:lnTo>
                  <a:pt x="9556" y="16660"/>
                </a:lnTo>
                <a:lnTo>
                  <a:pt x="9644" y="16840"/>
                </a:lnTo>
                <a:lnTo>
                  <a:pt x="9732" y="17033"/>
                </a:lnTo>
                <a:lnTo>
                  <a:pt x="9819" y="17175"/>
                </a:lnTo>
                <a:lnTo>
                  <a:pt x="9958" y="17355"/>
                </a:lnTo>
                <a:lnTo>
                  <a:pt x="10058" y="17497"/>
                </a:lnTo>
                <a:lnTo>
                  <a:pt x="10146" y="17690"/>
                </a:lnTo>
                <a:lnTo>
                  <a:pt x="10234" y="17870"/>
                </a:lnTo>
                <a:lnTo>
                  <a:pt x="10334" y="18012"/>
                </a:lnTo>
                <a:lnTo>
                  <a:pt x="10460" y="18205"/>
                </a:lnTo>
                <a:lnTo>
                  <a:pt x="10560" y="18346"/>
                </a:lnTo>
                <a:lnTo>
                  <a:pt x="10648" y="18527"/>
                </a:lnTo>
                <a:lnTo>
                  <a:pt x="10736" y="18720"/>
                </a:lnTo>
                <a:lnTo>
                  <a:pt x="10837" y="18861"/>
                </a:lnTo>
                <a:lnTo>
                  <a:pt x="10962" y="19042"/>
                </a:lnTo>
                <a:lnTo>
                  <a:pt x="11063" y="19183"/>
                </a:lnTo>
                <a:lnTo>
                  <a:pt x="11150" y="19376"/>
                </a:lnTo>
                <a:lnTo>
                  <a:pt x="11238" y="19569"/>
                </a:lnTo>
                <a:lnTo>
                  <a:pt x="11339" y="19698"/>
                </a:lnTo>
                <a:lnTo>
                  <a:pt x="11464" y="19891"/>
                </a:lnTo>
                <a:lnTo>
                  <a:pt x="11565" y="20033"/>
                </a:lnTo>
                <a:lnTo>
                  <a:pt x="11653" y="20226"/>
                </a:lnTo>
                <a:lnTo>
                  <a:pt x="11741" y="20355"/>
                </a:lnTo>
                <a:lnTo>
                  <a:pt x="11841" y="20548"/>
                </a:lnTo>
                <a:lnTo>
                  <a:pt x="11979" y="20741"/>
                </a:lnTo>
                <a:lnTo>
                  <a:pt x="12067" y="20883"/>
                </a:lnTo>
                <a:lnTo>
                  <a:pt x="12155" y="21063"/>
                </a:lnTo>
                <a:lnTo>
                  <a:pt x="12243" y="21205"/>
                </a:lnTo>
                <a:lnTo>
                  <a:pt x="12343" y="21398"/>
                </a:lnTo>
                <a:lnTo>
                  <a:pt x="12482" y="21539"/>
                </a:lnTo>
                <a:lnTo>
                  <a:pt x="12569" y="21720"/>
                </a:lnTo>
                <a:lnTo>
                  <a:pt x="12657" y="21913"/>
                </a:lnTo>
                <a:lnTo>
                  <a:pt x="12745" y="22054"/>
                </a:lnTo>
                <a:lnTo>
                  <a:pt x="12846" y="22235"/>
                </a:lnTo>
                <a:lnTo>
                  <a:pt x="12984" y="22376"/>
                </a:lnTo>
                <a:lnTo>
                  <a:pt x="13072" y="22569"/>
                </a:lnTo>
                <a:lnTo>
                  <a:pt x="13160" y="22711"/>
                </a:lnTo>
                <a:lnTo>
                  <a:pt x="13248" y="22891"/>
                </a:lnTo>
                <a:lnTo>
                  <a:pt x="13348" y="23033"/>
                </a:lnTo>
                <a:lnTo>
                  <a:pt x="13486" y="23226"/>
                </a:lnTo>
                <a:lnTo>
                  <a:pt x="13574" y="23368"/>
                </a:lnTo>
                <a:lnTo>
                  <a:pt x="13662" y="23548"/>
                </a:lnTo>
                <a:lnTo>
                  <a:pt x="13750" y="23689"/>
                </a:lnTo>
                <a:lnTo>
                  <a:pt x="13850" y="23883"/>
                </a:lnTo>
                <a:lnTo>
                  <a:pt x="13988" y="24024"/>
                </a:lnTo>
                <a:lnTo>
                  <a:pt x="14076" y="24204"/>
                </a:lnTo>
                <a:lnTo>
                  <a:pt x="14164" y="24398"/>
                </a:lnTo>
                <a:lnTo>
                  <a:pt x="14265" y="24539"/>
                </a:lnTo>
                <a:lnTo>
                  <a:pt x="14353" y="24719"/>
                </a:lnTo>
                <a:lnTo>
                  <a:pt x="14491" y="24861"/>
                </a:lnTo>
                <a:lnTo>
                  <a:pt x="14579" y="25054"/>
                </a:lnTo>
                <a:lnTo>
                  <a:pt x="14667" y="25196"/>
                </a:lnTo>
                <a:lnTo>
                  <a:pt x="14767" y="25376"/>
                </a:lnTo>
                <a:lnTo>
                  <a:pt x="14855" y="25518"/>
                </a:lnTo>
                <a:lnTo>
                  <a:pt x="14993" y="25711"/>
                </a:lnTo>
                <a:lnTo>
                  <a:pt x="15081" y="25852"/>
                </a:lnTo>
                <a:lnTo>
                  <a:pt x="15169" y="26033"/>
                </a:lnTo>
                <a:lnTo>
                  <a:pt x="15269" y="26174"/>
                </a:lnTo>
                <a:lnTo>
                  <a:pt x="15357" y="26316"/>
                </a:lnTo>
                <a:lnTo>
                  <a:pt x="15495" y="26509"/>
                </a:lnTo>
                <a:lnTo>
                  <a:pt x="15583" y="26651"/>
                </a:lnTo>
                <a:lnTo>
                  <a:pt x="15671" y="26831"/>
                </a:lnTo>
                <a:lnTo>
                  <a:pt x="15772" y="26973"/>
                </a:lnTo>
                <a:lnTo>
                  <a:pt x="15860" y="27166"/>
                </a:lnTo>
                <a:lnTo>
                  <a:pt x="15998" y="27307"/>
                </a:lnTo>
                <a:lnTo>
                  <a:pt x="16086" y="27488"/>
                </a:lnTo>
                <a:lnTo>
                  <a:pt x="16173" y="27629"/>
                </a:lnTo>
                <a:lnTo>
                  <a:pt x="16274" y="27822"/>
                </a:lnTo>
                <a:lnTo>
                  <a:pt x="16362" y="27964"/>
                </a:lnTo>
                <a:lnTo>
                  <a:pt x="16500" y="28144"/>
                </a:lnTo>
                <a:lnTo>
                  <a:pt x="16588" y="28286"/>
                </a:lnTo>
                <a:lnTo>
                  <a:pt x="16676" y="28479"/>
                </a:lnTo>
                <a:lnTo>
                  <a:pt x="16776" y="28621"/>
                </a:lnTo>
                <a:lnTo>
                  <a:pt x="16864" y="28762"/>
                </a:lnTo>
                <a:lnTo>
                  <a:pt x="17002" y="28942"/>
                </a:lnTo>
                <a:lnTo>
                  <a:pt x="17090" y="29088"/>
                </a:lnTo>
                <a:lnTo>
                  <a:pt x="17178" y="29276"/>
                </a:lnTo>
                <a:lnTo>
                  <a:pt x="17279" y="29418"/>
                </a:lnTo>
                <a:lnTo>
                  <a:pt x="17417" y="29604"/>
                </a:lnTo>
                <a:lnTo>
                  <a:pt x="17505" y="29746"/>
                </a:lnTo>
                <a:lnTo>
                  <a:pt x="17592" y="29933"/>
                </a:lnTo>
                <a:lnTo>
                  <a:pt x="17680" y="30074"/>
                </a:lnTo>
                <a:lnTo>
                  <a:pt x="17781" y="30214"/>
                </a:lnTo>
                <a:lnTo>
                  <a:pt x="17919" y="30402"/>
                </a:lnTo>
                <a:lnTo>
                  <a:pt x="18007" y="30543"/>
                </a:lnTo>
                <a:lnTo>
                  <a:pt x="18095" y="30731"/>
                </a:lnTo>
                <a:lnTo>
                  <a:pt x="18195" y="30871"/>
                </a:lnTo>
                <a:lnTo>
                  <a:pt x="18283" y="31013"/>
                </a:lnTo>
                <a:lnTo>
                  <a:pt x="18421" y="31199"/>
                </a:lnTo>
                <a:lnTo>
                  <a:pt x="18509" y="31341"/>
                </a:lnTo>
                <a:lnTo>
                  <a:pt x="18597" y="31529"/>
                </a:lnTo>
                <a:lnTo>
                  <a:pt x="18698" y="31669"/>
                </a:lnTo>
                <a:lnTo>
                  <a:pt x="18785" y="31810"/>
                </a:lnTo>
                <a:lnTo>
                  <a:pt x="18924" y="31998"/>
                </a:lnTo>
                <a:lnTo>
                  <a:pt x="19011" y="32138"/>
                </a:lnTo>
                <a:lnTo>
                  <a:pt x="19099" y="32326"/>
                </a:lnTo>
                <a:lnTo>
                  <a:pt x="19200" y="32466"/>
                </a:lnTo>
                <a:lnTo>
                  <a:pt x="19288" y="32608"/>
                </a:lnTo>
                <a:lnTo>
                  <a:pt x="19426" y="32796"/>
                </a:lnTo>
                <a:lnTo>
                  <a:pt x="19514" y="32936"/>
                </a:lnTo>
                <a:lnTo>
                  <a:pt x="19602" y="33124"/>
                </a:lnTo>
                <a:lnTo>
                  <a:pt x="19702" y="33265"/>
                </a:lnTo>
                <a:lnTo>
                  <a:pt x="19790" y="33405"/>
                </a:lnTo>
                <a:lnTo>
                  <a:pt x="19928" y="33593"/>
                </a:lnTo>
                <a:lnTo>
                  <a:pt x="20016" y="33733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5501411" y="4495156"/>
            <a:ext cx="20016" cy="29045"/>
          </a:xfrm>
          <a:custGeom>
            <a:avLst/>
            <a:gdLst/>
            <a:ahLst/>
            <a:cxnLst/>
            <a:rect l="l" t="t" r="r" b="b"/>
            <a:pathLst>
              <a:path w="20016" h="29045">
                <a:moveTo>
                  <a:pt x="0" y="0"/>
                </a:moveTo>
                <a:lnTo>
                  <a:pt x="87" y="141"/>
                </a:lnTo>
                <a:lnTo>
                  <a:pt x="188" y="329"/>
                </a:lnTo>
                <a:lnTo>
                  <a:pt x="276" y="469"/>
                </a:lnTo>
                <a:lnTo>
                  <a:pt x="414" y="657"/>
                </a:lnTo>
                <a:lnTo>
                  <a:pt x="502" y="798"/>
                </a:lnTo>
                <a:lnTo>
                  <a:pt x="590" y="938"/>
                </a:lnTo>
                <a:lnTo>
                  <a:pt x="690" y="1126"/>
                </a:lnTo>
                <a:lnTo>
                  <a:pt x="778" y="1266"/>
                </a:lnTo>
                <a:lnTo>
                  <a:pt x="916" y="1408"/>
                </a:lnTo>
                <a:lnTo>
                  <a:pt x="1004" y="1596"/>
                </a:lnTo>
                <a:lnTo>
                  <a:pt x="1092" y="1736"/>
                </a:lnTo>
                <a:lnTo>
                  <a:pt x="1192" y="1877"/>
                </a:lnTo>
                <a:lnTo>
                  <a:pt x="1280" y="2065"/>
                </a:lnTo>
                <a:lnTo>
                  <a:pt x="1418" y="2205"/>
                </a:lnTo>
                <a:lnTo>
                  <a:pt x="1506" y="2347"/>
                </a:lnTo>
                <a:lnTo>
                  <a:pt x="1607" y="2533"/>
                </a:lnTo>
                <a:lnTo>
                  <a:pt x="1695" y="2675"/>
                </a:lnTo>
                <a:lnTo>
                  <a:pt x="1783" y="2815"/>
                </a:lnTo>
                <a:lnTo>
                  <a:pt x="1921" y="3003"/>
                </a:lnTo>
                <a:lnTo>
                  <a:pt x="2009" y="3144"/>
                </a:lnTo>
                <a:lnTo>
                  <a:pt x="2109" y="3285"/>
                </a:lnTo>
                <a:lnTo>
                  <a:pt x="2197" y="3472"/>
                </a:lnTo>
                <a:lnTo>
                  <a:pt x="2285" y="3614"/>
                </a:lnTo>
                <a:lnTo>
                  <a:pt x="2423" y="3754"/>
                </a:lnTo>
                <a:lnTo>
                  <a:pt x="2511" y="3942"/>
                </a:lnTo>
                <a:lnTo>
                  <a:pt x="2611" y="4082"/>
                </a:lnTo>
                <a:lnTo>
                  <a:pt x="2699" y="4222"/>
                </a:lnTo>
                <a:lnTo>
                  <a:pt x="2787" y="4364"/>
                </a:lnTo>
                <a:lnTo>
                  <a:pt x="2925" y="4552"/>
                </a:lnTo>
                <a:lnTo>
                  <a:pt x="3013" y="4692"/>
                </a:lnTo>
                <a:lnTo>
                  <a:pt x="3114" y="4833"/>
                </a:lnTo>
                <a:lnTo>
                  <a:pt x="3202" y="5021"/>
                </a:lnTo>
                <a:lnTo>
                  <a:pt x="3290" y="5161"/>
                </a:lnTo>
                <a:lnTo>
                  <a:pt x="3428" y="5303"/>
                </a:lnTo>
                <a:lnTo>
                  <a:pt x="3516" y="5443"/>
                </a:lnTo>
                <a:lnTo>
                  <a:pt x="3616" y="5631"/>
                </a:lnTo>
                <a:lnTo>
                  <a:pt x="3704" y="5771"/>
                </a:lnTo>
                <a:lnTo>
                  <a:pt x="3792" y="5912"/>
                </a:lnTo>
                <a:lnTo>
                  <a:pt x="3930" y="6100"/>
                </a:lnTo>
                <a:lnTo>
                  <a:pt x="4018" y="6241"/>
                </a:lnTo>
                <a:lnTo>
                  <a:pt x="4118" y="6382"/>
                </a:lnTo>
                <a:lnTo>
                  <a:pt x="4206" y="6522"/>
                </a:lnTo>
                <a:lnTo>
                  <a:pt x="4294" y="6710"/>
                </a:lnTo>
                <a:lnTo>
                  <a:pt x="4432" y="6850"/>
                </a:lnTo>
                <a:lnTo>
                  <a:pt x="4520" y="6992"/>
                </a:lnTo>
                <a:lnTo>
                  <a:pt x="4621" y="7132"/>
                </a:lnTo>
                <a:lnTo>
                  <a:pt x="4709" y="7320"/>
                </a:lnTo>
                <a:lnTo>
                  <a:pt x="4796" y="7461"/>
                </a:lnTo>
                <a:lnTo>
                  <a:pt x="4935" y="7601"/>
                </a:lnTo>
                <a:lnTo>
                  <a:pt x="5022" y="7743"/>
                </a:lnTo>
                <a:lnTo>
                  <a:pt x="5123" y="7930"/>
                </a:lnTo>
                <a:lnTo>
                  <a:pt x="5211" y="8071"/>
                </a:lnTo>
                <a:lnTo>
                  <a:pt x="5299" y="8211"/>
                </a:lnTo>
                <a:lnTo>
                  <a:pt x="5437" y="8353"/>
                </a:lnTo>
                <a:lnTo>
                  <a:pt x="5537" y="8493"/>
                </a:lnTo>
                <a:lnTo>
                  <a:pt x="5625" y="8681"/>
                </a:lnTo>
                <a:lnTo>
                  <a:pt x="5713" y="8821"/>
                </a:lnTo>
                <a:lnTo>
                  <a:pt x="5801" y="8962"/>
                </a:lnTo>
                <a:lnTo>
                  <a:pt x="5939" y="9103"/>
                </a:lnTo>
                <a:lnTo>
                  <a:pt x="6040" y="9290"/>
                </a:lnTo>
                <a:lnTo>
                  <a:pt x="6128" y="9432"/>
                </a:lnTo>
                <a:lnTo>
                  <a:pt x="6215" y="9572"/>
                </a:lnTo>
                <a:lnTo>
                  <a:pt x="6303" y="9712"/>
                </a:lnTo>
                <a:lnTo>
                  <a:pt x="6441" y="9854"/>
                </a:lnTo>
                <a:lnTo>
                  <a:pt x="6542" y="10042"/>
                </a:lnTo>
                <a:lnTo>
                  <a:pt x="6630" y="10182"/>
                </a:lnTo>
                <a:lnTo>
                  <a:pt x="6718" y="10323"/>
                </a:lnTo>
                <a:lnTo>
                  <a:pt x="6806" y="10464"/>
                </a:lnTo>
                <a:lnTo>
                  <a:pt x="6944" y="10605"/>
                </a:lnTo>
                <a:lnTo>
                  <a:pt x="7044" y="10793"/>
                </a:lnTo>
                <a:lnTo>
                  <a:pt x="7132" y="10933"/>
                </a:lnTo>
                <a:lnTo>
                  <a:pt x="7220" y="11073"/>
                </a:lnTo>
                <a:lnTo>
                  <a:pt x="7308" y="11215"/>
                </a:lnTo>
                <a:lnTo>
                  <a:pt x="7446" y="11355"/>
                </a:lnTo>
                <a:lnTo>
                  <a:pt x="7547" y="11543"/>
                </a:lnTo>
                <a:lnTo>
                  <a:pt x="7634" y="11684"/>
                </a:lnTo>
                <a:lnTo>
                  <a:pt x="7722" y="11824"/>
                </a:lnTo>
                <a:lnTo>
                  <a:pt x="7823" y="11965"/>
                </a:lnTo>
                <a:lnTo>
                  <a:pt x="7948" y="12106"/>
                </a:lnTo>
                <a:lnTo>
                  <a:pt x="8049" y="12246"/>
                </a:lnTo>
                <a:lnTo>
                  <a:pt x="8137" y="12434"/>
                </a:lnTo>
                <a:lnTo>
                  <a:pt x="8225" y="12576"/>
                </a:lnTo>
                <a:lnTo>
                  <a:pt x="8325" y="12716"/>
                </a:lnTo>
                <a:lnTo>
                  <a:pt x="8451" y="12856"/>
                </a:lnTo>
                <a:lnTo>
                  <a:pt x="8551" y="12998"/>
                </a:lnTo>
                <a:lnTo>
                  <a:pt x="8639" y="13138"/>
                </a:lnTo>
                <a:lnTo>
                  <a:pt x="8727" y="13279"/>
                </a:lnTo>
                <a:lnTo>
                  <a:pt x="8827" y="13467"/>
                </a:lnTo>
                <a:lnTo>
                  <a:pt x="8966" y="13607"/>
                </a:lnTo>
                <a:lnTo>
                  <a:pt x="9053" y="13749"/>
                </a:lnTo>
                <a:lnTo>
                  <a:pt x="9141" y="13889"/>
                </a:lnTo>
                <a:lnTo>
                  <a:pt x="9229" y="14029"/>
                </a:lnTo>
                <a:lnTo>
                  <a:pt x="9330" y="14171"/>
                </a:lnTo>
                <a:lnTo>
                  <a:pt x="9468" y="14311"/>
                </a:lnTo>
                <a:lnTo>
                  <a:pt x="9556" y="14452"/>
                </a:lnTo>
                <a:lnTo>
                  <a:pt x="9644" y="14640"/>
                </a:lnTo>
                <a:lnTo>
                  <a:pt x="9732" y="14780"/>
                </a:lnTo>
                <a:lnTo>
                  <a:pt x="9832" y="14922"/>
                </a:lnTo>
                <a:lnTo>
                  <a:pt x="9970" y="15062"/>
                </a:lnTo>
                <a:lnTo>
                  <a:pt x="10058" y="15202"/>
                </a:lnTo>
                <a:lnTo>
                  <a:pt x="10146" y="15344"/>
                </a:lnTo>
                <a:lnTo>
                  <a:pt x="10234" y="15484"/>
                </a:lnTo>
                <a:lnTo>
                  <a:pt x="10334" y="15625"/>
                </a:lnTo>
                <a:lnTo>
                  <a:pt x="10472" y="15766"/>
                </a:lnTo>
                <a:lnTo>
                  <a:pt x="10560" y="15954"/>
                </a:lnTo>
                <a:lnTo>
                  <a:pt x="10648" y="16094"/>
                </a:lnTo>
                <a:lnTo>
                  <a:pt x="10736" y="16235"/>
                </a:lnTo>
                <a:lnTo>
                  <a:pt x="10837" y="16376"/>
                </a:lnTo>
                <a:lnTo>
                  <a:pt x="10975" y="16517"/>
                </a:lnTo>
                <a:lnTo>
                  <a:pt x="11063" y="16657"/>
                </a:lnTo>
                <a:lnTo>
                  <a:pt x="11150" y="16799"/>
                </a:lnTo>
                <a:lnTo>
                  <a:pt x="11238" y="16939"/>
                </a:lnTo>
                <a:lnTo>
                  <a:pt x="11339" y="17079"/>
                </a:lnTo>
                <a:lnTo>
                  <a:pt x="11477" y="17221"/>
                </a:lnTo>
                <a:lnTo>
                  <a:pt x="11565" y="17361"/>
                </a:lnTo>
                <a:lnTo>
                  <a:pt x="11653" y="17502"/>
                </a:lnTo>
                <a:lnTo>
                  <a:pt x="11753" y="17690"/>
                </a:lnTo>
                <a:lnTo>
                  <a:pt x="11841" y="17830"/>
                </a:lnTo>
                <a:lnTo>
                  <a:pt x="11979" y="17972"/>
                </a:lnTo>
                <a:lnTo>
                  <a:pt x="12067" y="18112"/>
                </a:lnTo>
                <a:lnTo>
                  <a:pt x="12155" y="18252"/>
                </a:lnTo>
                <a:lnTo>
                  <a:pt x="12256" y="18394"/>
                </a:lnTo>
                <a:lnTo>
                  <a:pt x="12343" y="18534"/>
                </a:lnTo>
                <a:lnTo>
                  <a:pt x="12482" y="18675"/>
                </a:lnTo>
                <a:lnTo>
                  <a:pt x="12569" y="18816"/>
                </a:lnTo>
                <a:lnTo>
                  <a:pt x="12657" y="18957"/>
                </a:lnTo>
                <a:lnTo>
                  <a:pt x="12758" y="19097"/>
                </a:lnTo>
                <a:lnTo>
                  <a:pt x="12846" y="19239"/>
                </a:lnTo>
                <a:lnTo>
                  <a:pt x="12984" y="19379"/>
                </a:lnTo>
                <a:lnTo>
                  <a:pt x="13072" y="19519"/>
                </a:lnTo>
                <a:lnTo>
                  <a:pt x="13160" y="19661"/>
                </a:lnTo>
                <a:lnTo>
                  <a:pt x="13260" y="19801"/>
                </a:lnTo>
                <a:lnTo>
                  <a:pt x="13348" y="19942"/>
                </a:lnTo>
                <a:lnTo>
                  <a:pt x="13486" y="20083"/>
                </a:lnTo>
                <a:lnTo>
                  <a:pt x="13574" y="20224"/>
                </a:lnTo>
                <a:lnTo>
                  <a:pt x="13662" y="20364"/>
                </a:lnTo>
                <a:lnTo>
                  <a:pt x="13762" y="20505"/>
                </a:lnTo>
                <a:lnTo>
                  <a:pt x="13850" y="20646"/>
                </a:lnTo>
                <a:lnTo>
                  <a:pt x="13988" y="20786"/>
                </a:lnTo>
                <a:lnTo>
                  <a:pt x="14076" y="20928"/>
                </a:lnTo>
                <a:lnTo>
                  <a:pt x="14164" y="21068"/>
                </a:lnTo>
                <a:lnTo>
                  <a:pt x="14265" y="21208"/>
                </a:lnTo>
                <a:lnTo>
                  <a:pt x="14353" y="21350"/>
                </a:lnTo>
                <a:lnTo>
                  <a:pt x="14491" y="21490"/>
                </a:lnTo>
                <a:lnTo>
                  <a:pt x="14579" y="21631"/>
                </a:lnTo>
                <a:lnTo>
                  <a:pt x="14667" y="21772"/>
                </a:lnTo>
                <a:lnTo>
                  <a:pt x="14767" y="21913"/>
                </a:lnTo>
                <a:lnTo>
                  <a:pt x="14855" y="22053"/>
                </a:lnTo>
                <a:lnTo>
                  <a:pt x="14993" y="22195"/>
                </a:lnTo>
                <a:lnTo>
                  <a:pt x="15081" y="22335"/>
                </a:lnTo>
                <a:lnTo>
                  <a:pt x="15181" y="22475"/>
                </a:lnTo>
                <a:lnTo>
                  <a:pt x="15269" y="22617"/>
                </a:lnTo>
                <a:lnTo>
                  <a:pt x="15357" y="22757"/>
                </a:lnTo>
                <a:lnTo>
                  <a:pt x="15495" y="22898"/>
                </a:lnTo>
                <a:lnTo>
                  <a:pt x="15583" y="23039"/>
                </a:lnTo>
                <a:lnTo>
                  <a:pt x="15684" y="23180"/>
                </a:lnTo>
                <a:lnTo>
                  <a:pt x="15772" y="23320"/>
                </a:lnTo>
                <a:lnTo>
                  <a:pt x="15860" y="23462"/>
                </a:lnTo>
                <a:lnTo>
                  <a:pt x="15998" y="23602"/>
                </a:lnTo>
                <a:lnTo>
                  <a:pt x="16086" y="23742"/>
                </a:lnTo>
                <a:lnTo>
                  <a:pt x="16186" y="23884"/>
                </a:lnTo>
                <a:lnTo>
                  <a:pt x="16274" y="24024"/>
                </a:lnTo>
                <a:lnTo>
                  <a:pt x="16362" y="24165"/>
                </a:lnTo>
                <a:lnTo>
                  <a:pt x="16500" y="24306"/>
                </a:lnTo>
                <a:lnTo>
                  <a:pt x="16688" y="24540"/>
                </a:lnTo>
                <a:lnTo>
                  <a:pt x="16776" y="24681"/>
                </a:lnTo>
                <a:lnTo>
                  <a:pt x="16864" y="24822"/>
                </a:lnTo>
                <a:lnTo>
                  <a:pt x="17002" y="24963"/>
                </a:lnTo>
                <a:lnTo>
                  <a:pt x="17090" y="25103"/>
                </a:lnTo>
                <a:lnTo>
                  <a:pt x="17191" y="25245"/>
                </a:lnTo>
                <a:lnTo>
                  <a:pt x="17279" y="25385"/>
                </a:lnTo>
                <a:lnTo>
                  <a:pt x="17366" y="25525"/>
                </a:lnTo>
                <a:lnTo>
                  <a:pt x="17505" y="25667"/>
                </a:lnTo>
                <a:lnTo>
                  <a:pt x="17592" y="25807"/>
                </a:lnTo>
                <a:lnTo>
                  <a:pt x="17693" y="25948"/>
                </a:lnTo>
                <a:lnTo>
                  <a:pt x="17869" y="26182"/>
                </a:lnTo>
                <a:lnTo>
                  <a:pt x="18007" y="26324"/>
                </a:lnTo>
                <a:lnTo>
                  <a:pt x="18095" y="26464"/>
                </a:lnTo>
                <a:lnTo>
                  <a:pt x="18195" y="26604"/>
                </a:lnTo>
                <a:lnTo>
                  <a:pt x="18283" y="26746"/>
                </a:lnTo>
                <a:lnTo>
                  <a:pt x="18371" y="26886"/>
                </a:lnTo>
                <a:lnTo>
                  <a:pt x="18509" y="27027"/>
                </a:lnTo>
                <a:lnTo>
                  <a:pt x="18597" y="27168"/>
                </a:lnTo>
                <a:lnTo>
                  <a:pt x="18785" y="27403"/>
                </a:lnTo>
                <a:lnTo>
                  <a:pt x="18873" y="27543"/>
                </a:lnTo>
                <a:lnTo>
                  <a:pt x="19011" y="27685"/>
                </a:lnTo>
                <a:lnTo>
                  <a:pt x="19112" y="27825"/>
                </a:lnTo>
                <a:lnTo>
                  <a:pt x="19200" y="27965"/>
                </a:lnTo>
                <a:lnTo>
                  <a:pt x="19288" y="28107"/>
                </a:lnTo>
                <a:lnTo>
                  <a:pt x="19376" y="28247"/>
                </a:lnTo>
                <a:lnTo>
                  <a:pt x="19514" y="28341"/>
                </a:lnTo>
                <a:lnTo>
                  <a:pt x="19614" y="28482"/>
                </a:lnTo>
                <a:lnTo>
                  <a:pt x="19702" y="28623"/>
                </a:lnTo>
                <a:lnTo>
                  <a:pt x="19790" y="28763"/>
                </a:lnTo>
                <a:lnTo>
                  <a:pt x="19878" y="28904"/>
                </a:lnTo>
                <a:lnTo>
                  <a:pt x="20016" y="29045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5521427" y="4524202"/>
            <a:ext cx="19978" cy="23835"/>
          </a:xfrm>
          <a:custGeom>
            <a:avLst/>
            <a:gdLst/>
            <a:ahLst/>
            <a:cxnLst/>
            <a:rect l="l" t="t" r="r" b="b"/>
            <a:pathLst>
              <a:path w="19978" h="23835">
                <a:moveTo>
                  <a:pt x="0" y="0"/>
                </a:moveTo>
                <a:lnTo>
                  <a:pt x="188" y="234"/>
                </a:lnTo>
                <a:lnTo>
                  <a:pt x="276" y="374"/>
                </a:lnTo>
                <a:lnTo>
                  <a:pt x="364" y="514"/>
                </a:lnTo>
                <a:lnTo>
                  <a:pt x="502" y="656"/>
                </a:lnTo>
                <a:lnTo>
                  <a:pt x="602" y="796"/>
                </a:lnTo>
                <a:lnTo>
                  <a:pt x="778" y="1031"/>
                </a:lnTo>
                <a:lnTo>
                  <a:pt x="866" y="1172"/>
                </a:lnTo>
                <a:lnTo>
                  <a:pt x="1004" y="1313"/>
                </a:lnTo>
                <a:lnTo>
                  <a:pt x="1105" y="1453"/>
                </a:lnTo>
                <a:lnTo>
                  <a:pt x="1280" y="1689"/>
                </a:lnTo>
                <a:lnTo>
                  <a:pt x="1381" y="1829"/>
                </a:lnTo>
                <a:lnTo>
                  <a:pt x="1506" y="1969"/>
                </a:lnTo>
                <a:lnTo>
                  <a:pt x="1607" y="2111"/>
                </a:lnTo>
                <a:lnTo>
                  <a:pt x="1783" y="2345"/>
                </a:lnTo>
                <a:lnTo>
                  <a:pt x="1883" y="2486"/>
                </a:lnTo>
                <a:lnTo>
                  <a:pt x="2009" y="2626"/>
                </a:lnTo>
                <a:lnTo>
                  <a:pt x="2109" y="2768"/>
                </a:lnTo>
                <a:lnTo>
                  <a:pt x="2285" y="3002"/>
                </a:lnTo>
                <a:lnTo>
                  <a:pt x="2385" y="3142"/>
                </a:lnTo>
                <a:lnTo>
                  <a:pt x="2524" y="3284"/>
                </a:lnTo>
                <a:lnTo>
                  <a:pt x="2699" y="3518"/>
                </a:lnTo>
                <a:lnTo>
                  <a:pt x="2787" y="3659"/>
                </a:lnTo>
                <a:lnTo>
                  <a:pt x="2888" y="3800"/>
                </a:lnTo>
                <a:lnTo>
                  <a:pt x="3026" y="3941"/>
                </a:lnTo>
                <a:lnTo>
                  <a:pt x="3202" y="4175"/>
                </a:lnTo>
                <a:lnTo>
                  <a:pt x="3290" y="4315"/>
                </a:lnTo>
                <a:lnTo>
                  <a:pt x="3390" y="4457"/>
                </a:lnTo>
                <a:lnTo>
                  <a:pt x="3528" y="4551"/>
                </a:lnTo>
                <a:lnTo>
                  <a:pt x="3616" y="4691"/>
                </a:lnTo>
                <a:lnTo>
                  <a:pt x="3704" y="4831"/>
                </a:lnTo>
                <a:lnTo>
                  <a:pt x="3892" y="5067"/>
                </a:lnTo>
                <a:lnTo>
                  <a:pt x="4030" y="5207"/>
                </a:lnTo>
                <a:lnTo>
                  <a:pt x="4118" y="5348"/>
                </a:lnTo>
                <a:lnTo>
                  <a:pt x="4294" y="5582"/>
                </a:lnTo>
                <a:lnTo>
                  <a:pt x="4395" y="5724"/>
                </a:lnTo>
                <a:lnTo>
                  <a:pt x="4533" y="5864"/>
                </a:lnTo>
                <a:lnTo>
                  <a:pt x="4709" y="6098"/>
                </a:lnTo>
                <a:lnTo>
                  <a:pt x="4796" y="6240"/>
                </a:lnTo>
                <a:lnTo>
                  <a:pt x="5035" y="6474"/>
                </a:lnTo>
                <a:lnTo>
                  <a:pt x="5123" y="6615"/>
                </a:lnTo>
                <a:lnTo>
                  <a:pt x="5311" y="6849"/>
                </a:lnTo>
                <a:lnTo>
                  <a:pt x="5399" y="6991"/>
                </a:lnTo>
                <a:lnTo>
                  <a:pt x="5537" y="7131"/>
                </a:lnTo>
                <a:lnTo>
                  <a:pt x="5713" y="7365"/>
                </a:lnTo>
                <a:lnTo>
                  <a:pt x="5814" y="7507"/>
                </a:lnTo>
                <a:lnTo>
                  <a:pt x="6040" y="7741"/>
                </a:lnTo>
                <a:lnTo>
                  <a:pt x="6128" y="7882"/>
                </a:lnTo>
                <a:lnTo>
                  <a:pt x="6316" y="8116"/>
                </a:lnTo>
                <a:lnTo>
                  <a:pt x="6404" y="8258"/>
                </a:lnTo>
                <a:lnTo>
                  <a:pt x="6542" y="8351"/>
                </a:lnTo>
                <a:lnTo>
                  <a:pt x="6630" y="8492"/>
                </a:lnTo>
                <a:lnTo>
                  <a:pt x="6718" y="8632"/>
                </a:lnTo>
                <a:lnTo>
                  <a:pt x="6906" y="8868"/>
                </a:lnTo>
                <a:lnTo>
                  <a:pt x="7044" y="8960"/>
                </a:lnTo>
                <a:lnTo>
                  <a:pt x="7132" y="9102"/>
                </a:lnTo>
                <a:lnTo>
                  <a:pt x="7220" y="9242"/>
                </a:lnTo>
                <a:lnTo>
                  <a:pt x="7408" y="9477"/>
                </a:lnTo>
                <a:lnTo>
                  <a:pt x="7547" y="9618"/>
                </a:lnTo>
                <a:lnTo>
                  <a:pt x="7722" y="9853"/>
                </a:lnTo>
                <a:lnTo>
                  <a:pt x="7823" y="9993"/>
                </a:lnTo>
                <a:lnTo>
                  <a:pt x="8049" y="10227"/>
                </a:lnTo>
                <a:lnTo>
                  <a:pt x="8225" y="10463"/>
                </a:lnTo>
                <a:lnTo>
                  <a:pt x="8325" y="10603"/>
                </a:lnTo>
                <a:lnTo>
                  <a:pt x="8551" y="10838"/>
                </a:lnTo>
                <a:lnTo>
                  <a:pt x="8727" y="11072"/>
                </a:lnTo>
                <a:lnTo>
                  <a:pt x="8827" y="11214"/>
                </a:lnTo>
                <a:lnTo>
                  <a:pt x="9053" y="11448"/>
                </a:lnTo>
                <a:lnTo>
                  <a:pt x="9242" y="11682"/>
                </a:lnTo>
                <a:lnTo>
                  <a:pt x="9418" y="11917"/>
                </a:lnTo>
                <a:lnTo>
                  <a:pt x="9556" y="12058"/>
                </a:lnTo>
                <a:lnTo>
                  <a:pt x="9744" y="12293"/>
                </a:lnTo>
                <a:lnTo>
                  <a:pt x="9920" y="12527"/>
                </a:lnTo>
                <a:lnTo>
                  <a:pt x="10058" y="12621"/>
                </a:lnTo>
                <a:lnTo>
                  <a:pt x="10146" y="12761"/>
                </a:lnTo>
                <a:lnTo>
                  <a:pt x="10246" y="12903"/>
                </a:lnTo>
                <a:lnTo>
                  <a:pt x="10422" y="13137"/>
                </a:lnTo>
                <a:lnTo>
                  <a:pt x="10560" y="13231"/>
                </a:lnTo>
                <a:lnTo>
                  <a:pt x="10648" y="13371"/>
                </a:lnTo>
                <a:lnTo>
                  <a:pt x="10837" y="13606"/>
                </a:lnTo>
                <a:lnTo>
                  <a:pt x="11063" y="13841"/>
                </a:lnTo>
                <a:lnTo>
                  <a:pt x="11251" y="14076"/>
                </a:lnTo>
                <a:lnTo>
                  <a:pt x="11427" y="14310"/>
                </a:lnTo>
                <a:lnTo>
                  <a:pt x="11565" y="14404"/>
                </a:lnTo>
                <a:lnTo>
                  <a:pt x="11653" y="14544"/>
                </a:lnTo>
                <a:lnTo>
                  <a:pt x="11753" y="14686"/>
                </a:lnTo>
                <a:lnTo>
                  <a:pt x="11929" y="14920"/>
                </a:lnTo>
                <a:lnTo>
                  <a:pt x="12067" y="15014"/>
                </a:lnTo>
                <a:lnTo>
                  <a:pt x="12155" y="15155"/>
                </a:lnTo>
                <a:lnTo>
                  <a:pt x="12343" y="15343"/>
                </a:lnTo>
                <a:lnTo>
                  <a:pt x="12431" y="15483"/>
                </a:lnTo>
                <a:lnTo>
                  <a:pt x="12569" y="15577"/>
                </a:lnTo>
                <a:lnTo>
                  <a:pt x="12670" y="15717"/>
                </a:lnTo>
                <a:lnTo>
                  <a:pt x="12846" y="15953"/>
                </a:lnTo>
                <a:lnTo>
                  <a:pt x="13072" y="16187"/>
                </a:lnTo>
                <a:lnTo>
                  <a:pt x="13260" y="16422"/>
                </a:lnTo>
                <a:lnTo>
                  <a:pt x="13436" y="16656"/>
                </a:lnTo>
                <a:lnTo>
                  <a:pt x="13574" y="16750"/>
                </a:lnTo>
                <a:lnTo>
                  <a:pt x="13675" y="16891"/>
                </a:lnTo>
                <a:lnTo>
                  <a:pt x="13850" y="17126"/>
                </a:lnTo>
                <a:lnTo>
                  <a:pt x="14076" y="17314"/>
                </a:lnTo>
                <a:lnTo>
                  <a:pt x="14177" y="17454"/>
                </a:lnTo>
                <a:lnTo>
                  <a:pt x="14353" y="17688"/>
                </a:lnTo>
                <a:lnTo>
                  <a:pt x="14579" y="17923"/>
                </a:lnTo>
                <a:lnTo>
                  <a:pt x="14767" y="18111"/>
                </a:lnTo>
                <a:lnTo>
                  <a:pt x="14855" y="18251"/>
                </a:lnTo>
                <a:lnTo>
                  <a:pt x="15081" y="18487"/>
                </a:lnTo>
                <a:lnTo>
                  <a:pt x="15269" y="18673"/>
                </a:lnTo>
                <a:lnTo>
                  <a:pt x="15357" y="18815"/>
                </a:lnTo>
                <a:lnTo>
                  <a:pt x="15583" y="19049"/>
                </a:lnTo>
                <a:lnTo>
                  <a:pt x="15772" y="19237"/>
                </a:lnTo>
                <a:lnTo>
                  <a:pt x="15860" y="19378"/>
                </a:lnTo>
                <a:lnTo>
                  <a:pt x="16086" y="19612"/>
                </a:lnTo>
                <a:lnTo>
                  <a:pt x="16274" y="19800"/>
                </a:lnTo>
                <a:lnTo>
                  <a:pt x="16362" y="19940"/>
                </a:lnTo>
                <a:lnTo>
                  <a:pt x="16600" y="20128"/>
                </a:lnTo>
                <a:lnTo>
                  <a:pt x="16688" y="20270"/>
                </a:lnTo>
                <a:lnTo>
                  <a:pt x="16864" y="20504"/>
                </a:lnTo>
                <a:lnTo>
                  <a:pt x="17103" y="20692"/>
                </a:lnTo>
                <a:lnTo>
                  <a:pt x="17191" y="20832"/>
                </a:lnTo>
                <a:lnTo>
                  <a:pt x="17366" y="21020"/>
                </a:lnTo>
                <a:lnTo>
                  <a:pt x="17467" y="21161"/>
                </a:lnTo>
                <a:lnTo>
                  <a:pt x="17605" y="21255"/>
                </a:lnTo>
                <a:lnTo>
                  <a:pt x="17781" y="21489"/>
                </a:lnTo>
                <a:lnTo>
                  <a:pt x="17969" y="21677"/>
                </a:lnTo>
                <a:lnTo>
                  <a:pt x="18107" y="21817"/>
                </a:lnTo>
                <a:lnTo>
                  <a:pt x="18283" y="22005"/>
                </a:lnTo>
                <a:lnTo>
                  <a:pt x="18371" y="22146"/>
                </a:lnTo>
                <a:lnTo>
                  <a:pt x="18610" y="22334"/>
                </a:lnTo>
                <a:lnTo>
                  <a:pt x="18698" y="22474"/>
                </a:lnTo>
                <a:lnTo>
                  <a:pt x="18886" y="22662"/>
                </a:lnTo>
                <a:lnTo>
                  <a:pt x="19112" y="22896"/>
                </a:lnTo>
                <a:lnTo>
                  <a:pt x="19288" y="23084"/>
                </a:lnTo>
                <a:lnTo>
                  <a:pt x="19388" y="23226"/>
                </a:lnTo>
                <a:lnTo>
                  <a:pt x="19614" y="23413"/>
                </a:lnTo>
                <a:lnTo>
                  <a:pt x="19790" y="23648"/>
                </a:lnTo>
                <a:lnTo>
                  <a:pt x="19978" y="23835"/>
                </a:lnTo>
              </a:path>
            </a:pathLst>
          </a:custGeom>
          <a:ln w="17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5541406" y="4548037"/>
            <a:ext cx="20016" cy="18346"/>
          </a:xfrm>
          <a:custGeom>
            <a:avLst/>
            <a:gdLst/>
            <a:ahLst/>
            <a:cxnLst/>
            <a:rect l="l" t="t" r="r" b="b"/>
            <a:pathLst>
              <a:path w="20016" h="18346">
                <a:moveTo>
                  <a:pt x="0" y="0"/>
                </a:moveTo>
                <a:lnTo>
                  <a:pt x="138" y="141"/>
                </a:lnTo>
                <a:lnTo>
                  <a:pt x="313" y="328"/>
                </a:lnTo>
                <a:lnTo>
                  <a:pt x="502" y="563"/>
                </a:lnTo>
                <a:lnTo>
                  <a:pt x="640" y="657"/>
                </a:lnTo>
                <a:lnTo>
                  <a:pt x="816" y="844"/>
                </a:lnTo>
                <a:lnTo>
                  <a:pt x="916" y="986"/>
                </a:lnTo>
                <a:lnTo>
                  <a:pt x="1142" y="1172"/>
                </a:lnTo>
                <a:lnTo>
                  <a:pt x="1318" y="1360"/>
                </a:lnTo>
                <a:lnTo>
                  <a:pt x="1418" y="1502"/>
                </a:lnTo>
                <a:lnTo>
                  <a:pt x="1645" y="1689"/>
                </a:lnTo>
                <a:lnTo>
                  <a:pt x="1820" y="1924"/>
                </a:lnTo>
                <a:lnTo>
                  <a:pt x="2009" y="2111"/>
                </a:lnTo>
                <a:lnTo>
                  <a:pt x="2147" y="2205"/>
                </a:lnTo>
                <a:lnTo>
                  <a:pt x="2323" y="2439"/>
                </a:lnTo>
                <a:lnTo>
                  <a:pt x="2511" y="2627"/>
                </a:lnTo>
                <a:lnTo>
                  <a:pt x="2649" y="2721"/>
                </a:lnTo>
                <a:lnTo>
                  <a:pt x="2837" y="2956"/>
                </a:lnTo>
                <a:lnTo>
                  <a:pt x="3013" y="3144"/>
                </a:lnTo>
                <a:lnTo>
                  <a:pt x="3151" y="3238"/>
                </a:lnTo>
                <a:lnTo>
                  <a:pt x="3340" y="3426"/>
                </a:lnTo>
                <a:lnTo>
                  <a:pt x="3428" y="3566"/>
                </a:lnTo>
                <a:lnTo>
                  <a:pt x="3654" y="3754"/>
                </a:lnTo>
                <a:lnTo>
                  <a:pt x="3842" y="3942"/>
                </a:lnTo>
                <a:lnTo>
                  <a:pt x="4018" y="4129"/>
                </a:lnTo>
                <a:lnTo>
                  <a:pt x="4156" y="4270"/>
                </a:lnTo>
                <a:lnTo>
                  <a:pt x="4344" y="4458"/>
                </a:lnTo>
                <a:lnTo>
                  <a:pt x="4520" y="4645"/>
                </a:lnTo>
                <a:lnTo>
                  <a:pt x="4658" y="4739"/>
                </a:lnTo>
                <a:lnTo>
                  <a:pt x="4847" y="4973"/>
                </a:lnTo>
                <a:lnTo>
                  <a:pt x="5022" y="5161"/>
                </a:lnTo>
                <a:lnTo>
                  <a:pt x="5161" y="5255"/>
                </a:lnTo>
                <a:lnTo>
                  <a:pt x="5349" y="5443"/>
                </a:lnTo>
                <a:lnTo>
                  <a:pt x="5525" y="5631"/>
                </a:lnTo>
                <a:lnTo>
                  <a:pt x="5663" y="5725"/>
                </a:lnTo>
                <a:lnTo>
                  <a:pt x="5751" y="5865"/>
                </a:lnTo>
                <a:lnTo>
                  <a:pt x="5939" y="6053"/>
                </a:lnTo>
                <a:lnTo>
                  <a:pt x="6165" y="6240"/>
                </a:lnTo>
                <a:lnTo>
                  <a:pt x="6354" y="6428"/>
                </a:lnTo>
                <a:lnTo>
                  <a:pt x="6529" y="6616"/>
                </a:lnTo>
                <a:lnTo>
                  <a:pt x="6667" y="6710"/>
                </a:lnTo>
                <a:lnTo>
                  <a:pt x="6856" y="6898"/>
                </a:lnTo>
                <a:lnTo>
                  <a:pt x="7032" y="7132"/>
                </a:lnTo>
                <a:lnTo>
                  <a:pt x="7170" y="7226"/>
                </a:lnTo>
                <a:lnTo>
                  <a:pt x="7358" y="7414"/>
                </a:lnTo>
                <a:lnTo>
                  <a:pt x="7534" y="7601"/>
                </a:lnTo>
                <a:lnTo>
                  <a:pt x="7672" y="7695"/>
                </a:lnTo>
                <a:lnTo>
                  <a:pt x="7860" y="7883"/>
                </a:lnTo>
                <a:lnTo>
                  <a:pt x="8036" y="8071"/>
                </a:lnTo>
                <a:lnTo>
                  <a:pt x="8174" y="8165"/>
                </a:lnTo>
                <a:lnTo>
                  <a:pt x="8363" y="8351"/>
                </a:lnTo>
                <a:lnTo>
                  <a:pt x="8539" y="8539"/>
                </a:lnTo>
                <a:lnTo>
                  <a:pt x="8677" y="8633"/>
                </a:lnTo>
                <a:lnTo>
                  <a:pt x="8865" y="8821"/>
                </a:lnTo>
                <a:lnTo>
                  <a:pt x="9053" y="9009"/>
                </a:lnTo>
                <a:lnTo>
                  <a:pt x="9279" y="9196"/>
                </a:lnTo>
                <a:lnTo>
                  <a:pt x="9455" y="9384"/>
                </a:lnTo>
                <a:lnTo>
                  <a:pt x="9681" y="9572"/>
                </a:lnTo>
                <a:lnTo>
                  <a:pt x="9870" y="9760"/>
                </a:lnTo>
                <a:lnTo>
                  <a:pt x="10058" y="9948"/>
                </a:lnTo>
                <a:lnTo>
                  <a:pt x="10196" y="10041"/>
                </a:lnTo>
                <a:lnTo>
                  <a:pt x="10372" y="10229"/>
                </a:lnTo>
                <a:lnTo>
                  <a:pt x="10560" y="10417"/>
                </a:lnTo>
                <a:lnTo>
                  <a:pt x="10698" y="10511"/>
                </a:lnTo>
                <a:lnTo>
                  <a:pt x="10874" y="10651"/>
                </a:lnTo>
                <a:lnTo>
                  <a:pt x="11063" y="10839"/>
                </a:lnTo>
                <a:lnTo>
                  <a:pt x="11201" y="10933"/>
                </a:lnTo>
                <a:lnTo>
                  <a:pt x="11377" y="11121"/>
                </a:lnTo>
                <a:lnTo>
                  <a:pt x="11565" y="11308"/>
                </a:lnTo>
                <a:lnTo>
                  <a:pt x="11703" y="11402"/>
                </a:lnTo>
                <a:lnTo>
                  <a:pt x="11879" y="11590"/>
                </a:lnTo>
                <a:lnTo>
                  <a:pt x="12067" y="11730"/>
                </a:lnTo>
                <a:lnTo>
                  <a:pt x="12205" y="11824"/>
                </a:lnTo>
                <a:lnTo>
                  <a:pt x="12381" y="12012"/>
                </a:lnTo>
                <a:lnTo>
                  <a:pt x="12569" y="12200"/>
                </a:lnTo>
                <a:lnTo>
                  <a:pt x="12708" y="12294"/>
                </a:lnTo>
                <a:lnTo>
                  <a:pt x="12883" y="12482"/>
                </a:lnTo>
                <a:lnTo>
                  <a:pt x="13072" y="12622"/>
                </a:lnTo>
                <a:lnTo>
                  <a:pt x="13210" y="12716"/>
                </a:lnTo>
                <a:lnTo>
                  <a:pt x="13386" y="12904"/>
                </a:lnTo>
                <a:lnTo>
                  <a:pt x="13574" y="13091"/>
                </a:lnTo>
                <a:lnTo>
                  <a:pt x="13712" y="13185"/>
                </a:lnTo>
                <a:lnTo>
                  <a:pt x="13888" y="13326"/>
                </a:lnTo>
                <a:lnTo>
                  <a:pt x="14076" y="13513"/>
                </a:lnTo>
                <a:lnTo>
                  <a:pt x="14215" y="13607"/>
                </a:lnTo>
                <a:lnTo>
                  <a:pt x="14390" y="13749"/>
                </a:lnTo>
                <a:lnTo>
                  <a:pt x="14579" y="13935"/>
                </a:lnTo>
                <a:lnTo>
                  <a:pt x="14717" y="14029"/>
                </a:lnTo>
                <a:lnTo>
                  <a:pt x="14893" y="14217"/>
                </a:lnTo>
                <a:lnTo>
                  <a:pt x="15081" y="14358"/>
                </a:lnTo>
                <a:lnTo>
                  <a:pt x="15219" y="14452"/>
                </a:lnTo>
                <a:lnTo>
                  <a:pt x="15395" y="14640"/>
                </a:lnTo>
                <a:lnTo>
                  <a:pt x="15583" y="14780"/>
                </a:lnTo>
                <a:lnTo>
                  <a:pt x="15721" y="14874"/>
                </a:lnTo>
                <a:lnTo>
                  <a:pt x="15897" y="15062"/>
                </a:lnTo>
                <a:lnTo>
                  <a:pt x="16086" y="15202"/>
                </a:lnTo>
                <a:lnTo>
                  <a:pt x="16224" y="15296"/>
                </a:lnTo>
                <a:lnTo>
                  <a:pt x="16412" y="15438"/>
                </a:lnTo>
                <a:lnTo>
                  <a:pt x="16588" y="15625"/>
                </a:lnTo>
                <a:lnTo>
                  <a:pt x="16726" y="15719"/>
                </a:lnTo>
                <a:lnTo>
                  <a:pt x="16914" y="15860"/>
                </a:lnTo>
                <a:lnTo>
                  <a:pt x="17090" y="16047"/>
                </a:lnTo>
                <a:lnTo>
                  <a:pt x="17228" y="16094"/>
                </a:lnTo>
                <a:lnTo>
                  <a:pt x="17417" y="16282"/>
                </a:lnTo>
                <a:lnTo>
                  <a:pt x="17592" y="16423"/>
                </a:lnTo>
                <a:lnTo>
                  <a:pt x="17731" y="16517"/>
                </a:lnTo>
                <a:lnTo>
                  <a:pt x="17919" y="16705"/>
                </a:lnTo>
                <a:lnTo>
                  <a:pt x="18095" y="16845"/>
                </a:lnTo>
                <a:lnTo>
                  <a:pt x="18233" y="16939"/>
                </a:lnTo>
                <a:lnTo>
                  <a:pt x="18421" y="17079"/>
                </a:lnTo>
                <a:lnTo>
                  <a:pt x="18597" y="17267"/>
                </a:lnTo>
                <a:lnTo>
                  <a:pt x="18735" y="17314"/>
                </a:lnTo>
                <a:lnTo>
                  <a:pt x="18924" y="17502"/>
                </a:lnTo>
                <a:lnTo>
                  <a:pt x="19099" y="17642"/>
                </a:lnTo>
                <a:lnTo>
                  <a:pt x="19237" y="17736"/>
                </a:lnTo>
                <a:lnTo>
                  <a:pt x="19426" y="17878"/>
                </a:lnTo>
                <a:lnTo>
                  <a:pt x="19602" y="18018"/>
                </a:lnTo>
                <a:lnTo>
                  <a:pt x="19740" y="18112"/>
                </a:lnTo>
                <a:lnTo>
                  <a:pt x="19928" y="18252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5561423" y="4566384"/>
            <a:ext cx="20016" cy="12528"/>
          </a:xfrm>
          <a:custGeom>
            <a:avLst/>
            <a:gdLst/>
            <a:ahLst/>
            <a:cxnLst/>
            <a:rect l="l" t="t" r="r" b="b"/>
            <a:pathLst>
              <a:path w="20016" h="12528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69"/>
                </a:lnTo>
                <a:lnTo>
                  <a:pt x="728" y="562"/>
                </a:lnTo>
                <a:lnTo>
                  <a:pt x="916" y="704"/>
                </a:lnTo>
                <a:lnTo>
                  <a:pt x="1092" y="844"/>
                </a:lnTo>
                <a:lnTo>
                  <a:pt x="1230" y="938"/>
                </a:lnTo>
                <a:lnTo>
                  <a:pt x="1418" y="1078"/>
                </a:lnTo>
                <a:lnTo>
                  <a:pt x="1594" y="1220"/>
                </a:lnTo>
                <a:lnTo>
                  <a:pt x="1732" y="1314"/>
                </a:lnTo>
                <a:lnTo>
                  <a:pt x="1921" y="1454"/>
                </a:lnTo>
                <a:lnTo>
                  <a:pt x="2097" y="1595"/>
                </a:lnTo>
                <a:lnTo>
                  <a:pt x="2235" y="1689"/>
                </a:lnTo>
                <a:lnTo>
                  <a:pt x="2423" y="1829"/>
                </a:lnTo>
                <a:lnTo>
                  <a:pt x="2611" y="1971"/>
                </a:lnTo>
                <a:lnTo>
                  <a:pt x="2837" y="2111"/>
                </a:lnTo>
                <a:lnTo>
                  <a:pt x="3013" y="2251"/>
                </a:lnTo>
                <a:lnTo>
                  <a:pt x="3239" y="2439"/>
                </a:lnTo>
                <a:lnTo>
                  <a:pt x="3428" y="2581"/>
                </a:lnTo>
                <a:lnTo>
                  <a:pt x="3616" y="2721"/>
                </a:lnTo>
                <a:lnTo>
                  <a:pt x="3754" y="2768"/>
                </a:lnTo>
                <a:lnTo>
                  <a:pt x="3930" y="2909"/>
                </a:lnTo>
                <a:lnTo>
                  <a:pt x="4118" y="3050"/>
                </a:lnTo>
                <a:lnTo>
                  <a:pt x="4256" y="3144"/>
                </a:lnTo>
                <a:lnTo>
                  <a:pt x="4432" y="3284"/>
                </a:lnTo>
                <a:lnTo>
                  <a:pt x="4621" y="3426"/>
                </a:lnTo>
                <a:lnTo>
                  <a:pt x="4759" y="3518"/>
                </a:lnTo>
                <a:lnTo>
                  <a:pt x="4935" y="3660"/>
                </a:lnTo>
                <a:lnTo>
                  <a:pt x="5123" y="3800"/>
                </a:lnTo>
                <a:lnTo>
                  <a:pt x="5261" y="3848"/>
                </a:lnTo>
                <a:lnTo>
                  <a:pt x="5437" y="3988"/>
                </a:lnTo>
                <a:lnTo>
                  <a:pt x="5625" y="4129"/>
                </a:lnTo>
                <a:lnTo>
                  <a:pt x="5763" y="4176"/>
                </a:lnTo>
                <a:lnTo>
                  <a:pt x="5939" y="4316"/>
                </a:lnTo>
                <a:lnTo>
                  <a:pt x="6128" y="4457"/>
                </a:lnTo>
                <a:lnTo>
                  <a:pt x="6266" y="4551"/>
                </a:lnTo>
                <a:lnTo>
                  <a:pt x="6441" y="4692"/>
                </a:lnTo>
                <a:lnTo>
                  <a:pt x="6630" y="4833"/>
                </a:lnTo>
                <a:lnTo>
                  <a:pt x="6768" y="4879"/>
                </a:lnTo>
                <a:lnTo>
                  <a:pt x="6944" y="5021"/>
                </a:lnTo>
                <a:lnTo>
                  <a:pt x="7132" y="5161"/>
                </a:lnTo>
                <a:lnTo>
                  <a:pt x="7270" y="5207"/>
                </a:lnTo>
                <a:lnTo>
                  <a:pt x="7446" y="5349"/>
                </a:lnTo>
                <a:lnTo>
                  <a:pt x="7634" y="5489"/>
                </a:lnTo>
                <a:lnTo>
                  <a:pt x="7773" y="5537"/>
                </a:lnTo>
                <a:lnTo>
                  <a:pt x="7948" y="5677"/>
                </a:lnTo>
                <a:lnTo>
                  <a:pt x="8137" y="5818"/>
                </a:lnTo>
                <a:lnTo>
                  <a:pt x="8275" y="5865"/>
                </a:lnTo>
                <a:lnTo>
                  <a:pt x="8451" y="6006"/>
                </a:lnTo>
                <a:lnTo>
                  <a:pt x="8639" y="6146"/>
                </a:lnTo>
                <a:lnTo>
                  <a:pt x="8777" y="6194"/>
                </a:lnTo>
                <a:lnTo>
                  <a:pt x="8953" y="6334"/>
                </a:lnTo>
                <a:lnTo>
                  <a:pt x="9141" y="6474"/>
                </a:lnTo>
                <a:lnTo>
                  <a:pt x="9279" y="6522"/>
                </a:lnTo>
                <a:lnTo>
                  <a:pt x="9455" y="6662"/>
                </a:lnTo>
                <a:lnTo>
                  <a:pt x="9644" y="6804"/>
                </a:lnTo>
                <a:lnTo>
                  <a:pt x="9782" y="6850"/>
                </a:lnTo>
                <a:lnTo>
                  <a:pt x="9970" y="6991"/>
                </a:lnTo>
                <a:lnTo>
                  <a:pt x="10146" y="7085"/>
                </a:lnTo>
                <a:lnTo>
                  <a:pt x="10284" y="7179"/>
                </a:lnTo>
                <a:lnTo>
                  <a:pt x="10472" y="7273"/>
                </a:lnTo>
                <a:lnTo>
                  <a:pt x="10648" y="7413"/>
                </a:lnTo>
                <a:lnTo>
                  <a:pt x="10786" y="7461"/>
                </a:lnTo>
                <a:lnTo>
                  <a:pt x="10975" y="7601"/>
                </a:lnTo>
                <a:lnTo>
                  <a:pt x="11150" y="7741"/>
                </a:lnTo>
                <a:lnTo>
                  <a:pt x="11289" y="7789"/>
                </a:lnTo>
                <a:lnTo>
                  <a:pt x="11477" y="7929"/>
                </a:lnTo>
                <a:lnTo>
                  <a:pt x="11653" y="8023"/>
                </a:lnTo>
                <a:lnTo>
                  <a:pt x="11791" y="8071"/>
                </a:lnTo>
                <a:lnTo>
                  <a:pt x="11979" y="8211"/>
                </a:lnTo>
                <a:lnTo>
                  <a:pt x="12155" y="8351"/>
                </a:lnTo>
                <a:lnTo>
                  <a:pt x="12293" y="8399"/>
                </a:lnTo>
                <a:lnTo>
                  <a:pt x="12482" y="8493"/>
                </a:lnTo>
                <a:lnTo>
                  <a:pt x="12657" y="8633"/>
                </a:lnTo>
                <a:lnTo>
                  <a:pt x="12796" y="8680"/>
                </a:lnTo>
                <a:lnTo>
                  <a:pt x="12984" y="8821"/>
                </a:lnTo>
                <a:lnTo>
                  <a:pt x="13160" y="8915"/>
                </a:lnTo>
                <a:lnTo>
                  <a:pt x="13298" y="8962"/>
                </a:lnTo>
                <a:lnTo>
                  <a:pt x="13486" y="9102"/>
                </a:lnTo>
                <a:lnTo>
                  <a:pt x="13662" y="9196"/>
                </a:lnTo>
                <a:lnTo>
                  <a:pt x="13800" y="9244"/>
                </a:lnTo>
                <a:lnTo>
                  <a:pt x="13988" y="9384"/>
                </a:lnTo>
                <a:lnTo>
                  <a:pt x="14164" y="9478"/>
                </a:lnTo>
                <a:lnTo>
                  <a:pt x="14302" y="9572"/>
                </a:lnTo>
                <a:lnTo>
                  <a:pt x="14491" y="9666"/>
                </a:lnTo>
                <a:lnTo>
                  <a:pt x="14667" y="9760"/>
                </a:lnTo>
                <a:lnTo>
                  <a:pt x="14805" y="9853"/>
                </a:lnTo>
                <a:lnTo>
                  <a:pt x="14993" y="9947"/>
                </a:lnTo>
                <a:lnTo>
                  <a:pt x="15169" y="10041"/>
                </a:lnTo>
                <a:lnTo>
                  <a:pt x="15307" y="10088"/>
                </a:lnTo>
                <a:lnTo>
                  <a:pt x="15495" y="10229"/>
                </a:lnTo>
                <a:lnTo>
                  <a:pt x="15671" y="10323"/>
                </a:lnTo>
                <a:lnTo>
                  <a:pt x="15809" y="10369"/>
                </a:lnTo>
                <a:lnTo>
                  <a:pt x="15998" y="10511"/>
                </a:lnTo>
                <a:lnTo>
                  <a:pt x="16186" y="10605"/>
                </a:lnTo>
                <a:lnTo>
                  <a:pt x="16412" y="10697"/>
                </a:lnTo>
                <a:lnTo>
                  <a:pt x="16588" y="10791"/>
                </a:lnTo>
                <a:lnTo>
                  <a:pt x="16814" y="10933"/>
                </a:lnTo>
                <a:lnTo>
                  <a:pt x="17002" y="11027"/>
                </a:lnTo>
                <a:lnTo>
                  <a:pt x="17191" y="11120"/>
                </a:lnTo>
                <a:lnTo>
                  <a:pt x="17329" y="11167"/>
                </a:lnTo>
                <a:lnTo>
                  <a:pt x="17505" y="11308"/>
                </a:lnTo>
                <a:lnTo>
                  <a:pt x="17693" y="11402"/>
                </a:lnTo>
                <a:lnTo>
                  <a:pt x="17831" y="11449"/>
                </a:lnTo>
                <a:lnTo>
                  <a:pt x="18007" y="11542"/>
                </a:lnTo>
                <a:lnTo>
                  <a:pt x="18195" y="11636"/>
                </a:lnTo>
                <a:lnTo>
                  <a:pt x="18333" y="11684"/>
                </a:lnTo>
                <a:lnTo>
                  <a:pt x="18509" y="11778"/>
                </a:lnTo>
                <a:lnTo>
                  <a:pt x="18698" y="11918"/>
                </a:lnTo>
                <a:lnTo>
                  <a:pt x="18836" y="11964"/>
                </a:lnTo>
                <a:lnTo>
                  <a:pt x="19011" y="12058"/>
                </a:lnTo>
                <a:lnTo>
                  <a:pt x="19200" y="12152"/>
                </a:lnTo>
                <a:lnTo>
                  <a:pt x="19338" y="12200"/>
                </a:lnTo>
                <a:lnTo>
                  <a:pt x="19514" y="12294"/>
                </a:lnTo>
                <a:lnTo>
                  <a:pt x="19702" y="12387"/>
                </a:lnTo>
                <a:lnTo>
                  <a:pt x="19840" y="12434"/>
                </a:lnTo>
                <a:lnTo>
                  <a:pt x="20016" y="12528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5581439" y="4578913"/>
            <a:ext cx="20016" cy="6522"/>
          </a:xfrm>
          <a:custGeom>
            <a:avLst/>
            <a:gdLst/>
            <a:ahLst/>
            <a:cxnLst/>
            <a:rect l="l" t="t" r="r" b="b"/>
            <a:pathLst>
              <a:path w="20016" h="6522">
                <a:moveTo>
                  <a:pt x="0" y="0"/>
                </a:moveTo>
                <a:lnTo>
                  <a:pt x="188" y="93"/>
                </a:lnTo>
                <a:lnTo>
                  <a:pt x="326" y="140"/>
                </a:lnTo>
                <a:lnTo>
                  <a:pt x="502" y="234"/>
                </a:lnTo>
                <a:lnTo>
                  <a:pt x="690" y="328"/>
                </a:lnTo>
                <a:lnTo>
                  <a:pt x="828" y="374"/>
                </a:lnTo>
                <a:lnTo>
                  <a:pt x="1004" y="468"/>
                </a:lnTo>
                <a:lnTo>
                  <a:pt x="1192" y="562"/>
                </a:lnTo>
                <a:lnTo>
                  <a:pt x="1331" y="610"/>
                </a:lnTo>
                <a:lnTo>
                  <a:pt x="1506" y="702"/>
                </a:lnTo>
                <a:lnTo>
                  <a:pt x="1695" y="796"/>
                </a:lnTo>
                <a:lnTo>
                  <a:pt x="1833" y="844"/>
                </a:lnTo>
                <a:lnTo>
                  <a:pt x="2009" y="938"/>
                </a:lnTo>
                <a:lnTo>
                  <a:pt x="2197" y="1032"/>
                </a:lnTo>
                <a:lnTo>
                  <a:pt x="2335" y="1078"/>
                </a:lnTo>
                <a:lnTo>
                  <a:pt x="2511" y="1172"/>
                </a:lnTo>
                <a:lnTo>
                  <a:pt x="2699" y="1266"/>
                </a:lnTo>
                <a:lnTo>
                  <a:pt x="2837" y="1266"/>
                </a:lnTo>
                <a:lnTo>
                  <a:pt x="3013" y="1360"/>
                </a:lnTo>
                <a:lnTo>
                  <a:pt x="3202" y="1454"/>
                </a:lnTo>
                <a:lnTo>
                  <a:pt x="3340" y="1501"/>
                </a:lnTo>
                <a:lnTo>
                  <a:pt x="3528" y="1595"/>
                </a:lnTo>
                <a:lnTo>
                  <a:pt x="3704" y="1689"/>
                </a:lnTo>
                <a:lnTo>
                  <a:pt x="3842" y="1735"/>
                </a:lnTo>
                <a:lnTo>
                  <a:pt x="4030" y="1783"/>
                </a:lnTo>
                <a:lnTo>
                  <a:pt x="4206" y="1877"/>
                </a:lnTo>
                <a:lnTo>
                  <a:pt x="4344" y="1923"/>
                </a:lnTo>
                <a:lnTo>
                  <a:pt x="4533" y="2017"/>
                </a:lnTo>
                <a:lnTo>
                  <a:pt x="4709" y="2111"/>
                </a:lnTo>
                <a:lnTo>
                  <a:pt x="4847" y="2111"/>
                </a:lnTo>
                <a:lnTo>
                  <a:pt x="5035" y="2205"/>
                </a:lnTo>
                <a:lnTo>
                  <a:pt x="5211" y="2299"/>
                </a:lnTo>
                <a:lnTo>
                  <a:pt x="5349" y="2345"/>
                </a:lnTo>
                <a:lnTo>
                  <a:pt x="5537" y="2392"/>
                </a:lnTo>
                <a:lnTo>
                  <a:pt x="5713" y="2486"/>
                </a:lnTo>
                <a:lnTo>
                  <a:pt x="5851" y="2533"/>
                </a:lnTo>
                <a:lnTo>
                  <a:pt x="6040" y="2627"/>
                </a:lnTo>
                <a:lnTo>
                  <a:pt x="6215" y="2674"/>
                </a:lnTo>
                <a:lnTo>
                  <a:pt x="6354" y="2721"/>
                </a:lnTo>
                <a:lnTo>
                  <a:pt x="6542" y="2814"/>
                </a:lnTo>
                <a:lnTo>
                  <a:pt x="6718" y="2862"/>
                </a:lnTo>
                <a:lnTo>
                  <a:pt x="6856" y="2908"/>
                </a:lnTo>
                <a:lnTo>
                  <a:pt x="7044" y="3002"/>
                </a:lnTo>
                <a:lnTo>
                  <a:pt x="7220" y="3050"/>
                </a:lnTo>
                <a:lnTo>
                  <a:pt x="7358" y="3096"/>
                </a:lnTo>
                <a:lnTo>
                  <a:pt x="7547" y="3190"/>
                </a:lnTo>
                <a:lnTo>
                  <a:pt x="7722" y="3236"/>
                </a:lnTo>
                <a:lnTo>
                  <a:pt x="7860" y="3284"/>
                </a:lnTo>
                <a:lnTo>
                  <a:pt x="8049" y="3378"/>
                </a:lnTo>
                <a:lnTo>
                  <a:pt x="8225" y="3424"/>
                </a:lnTo>
                <a:lnTo>
                  <a:pt x="8363" y="3472"/>
                </a:lnTo>
                <a:lnTo>
                  <a:pt x="8551" y="3518"/>
                </a:lnTo>
                <a:lnTo>
                  <a:pt x="8777" y="3612"/>
                </a:lnTo>
                <a:lnTo>
                  <a:pt x="8966" y="3659"/>
                </a:lnTo>
                <a:lnTo>
                  <a:pt x="9141" y="3753"/>
                </a:lnTo>
                <a:lnTo>
                  <a:pt x="9279" y="3753"/>
                </a:lnTo>
                <a:lnTo>
                  <a:pt x="9468" y="3847"/>
                </a:lnTo>
                <a:lnTo>
                  <a:pt x="9644" y="3894"/>
                </a:lnTo>
                <a:lnTo>
                  <a:pt x="9782" y="3941"/>
                </a:lnTo>
                <a:lnTo>
                  <a:pt x="9970" y="3988"/>
                </a:lnTo>
                <a:lnTo>
                  <a:pt x="10146" y="4081"/>
                </a:lnTo>
                <a:lnTo>
                  <a:pt x="10284" y="4081"/>
                </a:lnTo>
                <a:lnTo>
                  <a:pt x="10472" y="4175"/>
                </a:lnTo>
                <a:lnTo>
                  <a:pt x="10648" y="4222"/>
                </a:lnTo>
                <a:lnTo>
                  <a:pt x="10786" y="4269"/>
                </a:lnTo>
                <a:lnTo>
                  <a:pt x="10975" y="4316"/>
                </a:lnTo>
                <a:lnTo>
                  <a:pt x="11150" y="4410"/>
                </a:lnTo>
                <a:lnTo>
                  <a:pt x="11289" y="4410"/>
                </a:lnTo>
                <a:lnTo>
                  <a:pt x="11477" y="4503"/>
                </a:lnTo>
                <a:lnTo>
                  <a:pt x="11653" y="4551"/>
                </a:lnTo>
                <a:lnTo>
                  <a:pt x="11791" y="4551"/>
                </a:lnTo>
                <a:lnTo>
                  <a:pt x="11979" y="4645"/>
                </a:lnTo>
                <a:lnTo>
                  <a:pt x="12155" y="4691"/>
                </a:lnTo>
                <a:lnTo>
                  <a:pt x="12293" y="4739"/>
                </a:lnTo>
                <a:lnTo>
                  <a:pt x="12482" y="4785"/>
                </a:lnTo>
                <a:lnTo>
                  <a:pt x="12657" y="4833"/>
                </a:lnTo>
                <a:lnTo>
                  <a:pt x="12796" y="4879"/>
                </a:lnTo>
                <a:lnTo>
                  <a:pt x="12984" y="4925"/>
                </a:lnTo>
                <a:lnTo>
                  <a:pt x="13160" y="4973"/>
                </a:lnTo>
                <a:lnTo>
                  <a:pt x="13298" y="5019"/>
                </a:lnTo>
                <a:lnTo>
                  <a:pt x="13486" y="5067"/>
                </a:lnTo>
                <a:lnTo>
                  <a:pt x="13675" y="5113"/>
                </a:lnTo>
                <a:lnTo>
                  <a:pt x="13901" y="5161"/>
                </a:lnTo>
                <a:lnTo>
                  <a:pt x="14076" y="5207"/>
                </a:lnTo>
                <a:lnTo>
                  <a:pt x="14302" y="5255"/>
                </a:lnTo>
                <a:lnTo>
                  <a:pt x="14491" y="5348"/>
                </a:lnTo>
                <a:lnTo>
                  <a:pt x="14679" y="5395"/>
                </a:lnTo>
                <a:lnTo>
                  <a:pt x="14817" y="5395"/>
                </a:lnTo>
                <a:lnTo>
                  <a:pt x="14993" y="5442"/>
                </a:lnTo>
                <a:lnTo>
                  <a:pt x="15181" y="5489"/>
                </a:lnTo>
                <a:lnTo>
                  <a:pt x="15320" y="5536"/>
                </a:lnTo>
                <a:lnTo>
                  <a:pt x="15495" y="5583"/>
                </a:lnTo>
                <a:lnTo>
                  <a:pt x="15684" y="5630"/>
                </a:lnTo>
                <a:lnTo>
                  <a:pt x="15822" y="5677"/>
                </a:lnTo>
                <a:lnTo>
                  <a:pt x="15998" y="5724"/>
                </a:lnTo>
                <a:lnTo>
                  <a:pt x="16186" y="5770"/>
                </a:lnTo>
                <a:lnTo>
                  <a:pt x="16324" y="5770"/>
                </a:lnTo>
                <a:lnTo>
                  <a:pt x="16500" y="5818"/>
                </a:lnTo>
                <a:lnTo>
                  <a:pt x="16688" y="5864"/>
                </a:lnTo>
                <a:lnTo>
                  <a:pt x="16826" y="5864"/>
                </a:lnTo>
                <a:lnTo>
                  <a:pt x="17002" y="5912"/>
                </a:lnTo>
                <a:lnTo>
                  <a:pt x="17191" y="5958"/>
                </a:lnTo>
                <a:lnTo>
                  <a:pt x="17329" y="6006"/>
                </a:lnTo>
                <a:lnTo>
                  <a:pt x="17505" y="6052"/>
                </a:lnTo>
                <a:lnTo>
                  <a:pt x="17693" y="6100"/>
                </a:lnTo>
                <a:lnTo>
                  <a:pt x="17831" y="6100"/>
                </a:lnTo>
                <a:lnTo>
                  <a:pt x="18007" y="6146"/>
                </a:lnTo>
                <a:lnTo>
                  <a:pt x="18195" y="6192"/>
                </a:lnTo>
                <a:lnTo>
                  <a:pt x="18333" y="6192"/>
                </a:lnTo>
                <a:lnTo>
                  <a:pt x="18509" y="6240"/>
                </a:lnTo>
                <a:lnTo>
                  <a:pt x="18698" y="6286"/>
                </a:lnTo>
                <a:lnTo>
                  <a:pt x="18836" y="6286"/>
                </a:lnTo>
                <a:lnTo>
                  <a:pt x="19011" y="6334"/>
                </a:lnTo>
                <a:lnTo>
                  <a:pt x="19200" y="6380"/>
                </a:lnTo>
                <a:lnTo>
                  <a:pt x="19338" y="6380"/>
                </a:lnTo>
                <a:lnTo>
                  <a:pt x="19514" y="6428"/>
                </a:lnTo>
                <a:lnTo>
                  <a:pt x="19702" y="6474"/>
                </a:lnTo>
                <a:lnTo>
                  <a:pt x="19840" y="6474"/>
                </a:lnTo>
                <a:lnTo>
                  <a:pt x="20016" y="6522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5601456" y="4585435"/>
            <a:ext cx="20029" cy="984"/>
          </a:xfrm>
          <a:custGeom>
            <a:avLst/>
            <a:gdLst/>
            <a:ahLst/>
            <a:cxnLst/>
            <a:rect l="l" t="t" r="r" b="b"/>
            <a:pathLst>
              <a:path w="20029" h="984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0" y="140"/>
                </a:lnTo>
                <a:lnTo>
                  <a:pt x="828" y="140"/>
                </a:lnTo>
                <a:lnTo>
                  <a:pt x="1017" y="186"/>
                </a:lnTo>
                <a:lnTo>
                  <a:pt x="1192" y="186"/>
                </a:lnTo>
                <a:lnTo>
                  <a:pt x="1331" y="234"/>
                </a:lnTo>
                <a:lnTo>
                  <a:pt x="1519" y="234"/>
                </a:lnTo>
                <a:lnTo>
                  <a:pt x="1695" y="280"/>
                </a:lnTo>
                <a:lnTo>
                  <a:pt x="1833" y="280"/>
                </a:lnTo>
                <a:lnTo>
                  <a:pt x="2021" y="328"/>
                </a:lnTo>
                <a:lnTo>
                  <a:pt x="2197" y="328"/>
                </a:lnTo>
                <a:lnTo>
                  <a:pt x="2335" y="374"/>
                </a:lnTo>
                <a:lnTo>
                  <a:pt x="2524" y="374"/>
                </a:lnTo>
                <a:lnTo>
                  <a:pt x="2699" y="422"/>
                </a:lnTo>
                <a:lnTo>
                  <a:pt x="2837" y="422"/>
                </a:lnTo>
                <a:lnTo>
                  <a:pt x="3026" y="468"/>
                </a:lnTo>
                <a:lnTo>
                  <a:pt x="3202" y="468"/>
                </a:lnTo>
                <a:lnTo>
                  <a:pt x="3340" y="514"/>
                </a:lnTo>
                <a:lnTo>
                  <a:pt x="3528" y="514"/>
                </a:lnTo>
                <a:lnTo>
                  <a:pt x="3704" y="562"/>
                </a:lnTo>
                <a:lnTo>
                  <a:pt x="3842" y="562"/>
                </a:lnTo>
                <a:lnTo>
                  <a:pt x="4030" y="562"/>
                </a:lnTo>
                <a:lnTo>
                  <a:pt x="4206" y="608"/>
                </a:lnTo>
                <a:lnTo>
                  <a:pt x="4344" y="608"/>
                </a:lnTo>
                <a:lnTo>
                  <a:pt x="4533" y="608"/>
                </a:lnTo>
                <a:lnTo>
                  <a:pt x="4709" y="656"/>
                </a:lnTo>
                <a:lnTo>
                  <a:pt x="4847" y="656"/>
                </a:lnTo>
                <a:lnTo>
                  <a:pt x="5035" y="702"/>
                </a:lnTo>
                <a:lnTo>
                  <a:pt x="5211" y="702"/>
                </a:lnTo>
                <a:lnTo>
                  <a:pt x="5349" y="702"/>
                </a:lnTo>
                <a:lnTo>
                  <a:pt x="5537" y="702"/>
                </a:lnTo>
                <a:lnTo>
                  <a:pt x="5713" y="750"/>
                </a:lnTo>
                <a:lnTo>
                  <a:pt x="5851" y="750"/>
                </a:lnTo>
                <a:lnTo>
                  <a:pt x="6040" y="750"/>
                </a:lnTo>
                <a:lnTo>
                  <a:pt x="6215" y="796"/>
                </a:lnTo>
                <a:lnTo>
                  <a:pt x="6354" y="796"/>
                </a:lnTo>
                <a:lnTo>
                  <a:pt x="6542" y="796"/>
                </a:lnTo>
                <a:lnTo>
                  <a:pt x="6718" y="844"/>
                </a:lnTo>
                <a:lnTo>
                  <a:pt x="6856" y="844"/>
                </a:lnTo>
                <a:lnTo>
                  <a:pt x="7044" y="844"/>
                </a:lnTo>
                <a:lnTo>
                  <a:pt x="7233" y="844"/>
                </a:lnTo>
                <a:lnTo>
                  <a:pt x="7459" y="890"/>
                </a:lnTo>
                <a:lnTo>
                  <a:pt x="7634" y="890"/>
                </a:lnTo>
                <a:lnTo>
                  <a:pt x="7860" y="890"/>
                </a:lnTo>
                <a:lnTo>
                  <a:pt x="8049" y="890"/>
                </a:lnTo>
                <a:lnTo>
                  <a:pt x="8237" y="890"/>
                </a:lnTo>
                <a:lnTo>
                  <a:pt x="8375" y="937"/>
                </a:lnTo>
                <a:lnTo>
                  <a:pt x="8551" y="937"/>
                </a:lnTo>
                <a:lnTo>
                  <a:pt x="8739" y="937"/>
                </a:lnTo>
                <a:lnTo>
                  <a:pt x="8878" y="937"/>
                </a:lnTo>
                <a:lnTo>
                  <a:pt x="9053" y="937"/>
                </a:lnTo>
                <a:lnTo>
                  <a:pt x="9242" y="937"/>
                </a:lnTo>
                <a:lnTo>
                  <a:pt x="9380" y="937"/>
                </a:lnTo>
                <a:lnTo>
                  <a:pt x="9556" y="937"/>
                </a:lnTo>
                <a:lnTo>
                  <a:pt x="9744" y="984"/>
                </a:lnTo>
                <a:lnTo>
                  <a:pt x="9882" y="984"/>
                </a:lnTo>
                <a:lnTo>
                  <a:pt x="10058" y="984"/>
                </a:lnTo>
                <a:lnTo>
                  <a:pt x="10246" y="984"/>
                </a:lnTo>
                <a:lnTo>
                  <a:pt x="10384" y="984"/>
                </a:lnTo>
                <a:lnTo>
                  <a:pt x="10560" y="984"/>
                </a:lnTo>
                <a:lnTo>
                  <a:pt x="10749" y="984"/>
                </a:lnTo>
                <a:lnTo>
                  <a:pt x="10887" y="984"/>
                </a:lnTo>
                <a:lnTo>
                  <a:pt x="11063" y="984"/>
                </a:lnTo>
                <a:lnTo>
                  <a:pt x="11251" y="984"/>
                </a:lnTo>
                <a:lnTo>
                  <a:pt x="11389" y="984"/>
                </a:lnTo>
                <a:lnTo>
                  <a:pt x="11565" y="984"/>
                </a:lnTo>
                <a:lnTo>
                  <a:pt x="11753" y="984"/>
                </a:lnTo>
                <a:lnTo>
                  <a:pt x="11891" y="984"/>
                </a:lnTo>
                <a:lnTo>
                  <a:pt x="12067" y="984"/>
                </a:lnTo>
                <a:lnTo>
                  <a:pt x="12256" y="984"/>
                </a:lnTo>
                <a:lnTo>
                  <a:pt x="12394" y="984"/>
                </a:lnTo>
                <a:lnTo>
                  <a:pt x="12569" y="984"/>
                </a:lnTo>
                <a:lnTo>
                  <a:pt x="12758" y="984"/>
                </a:lnTo>
                <a:lnTo>
                  <a:pt x="12896" y="984"/>
                </a:lnTo>
                <a:lnTo>
                  <a:pt x="13072" y="984"/>
                </a:lnTo>
                <a:lnTo>
                  <a:pt x="13260" y="937"/>
                </a:lnTo>
                <a:lnTo>
                  <a:pt x="13398" y="937"/>
                </a:lnTo>
                <a:lnTo>
                  <a:pt x="13574" y="937"/>
                </a:lnTo>
                <a:lnTo>
                  <a:pt x="13762" y="937"/>
                </a:lnTo>
                <a:lnTo>
                  <a:pt x="13901" y="937"/>
                </a:lnTo>
                <a:lnTo>
                  <a:pt x="14076" y="937"/>
                </a:lnTo>
                <a:lnTo>
                  <a:pt x="14265" y="937"/>
                </a:lnTo>
                <a:lnTo>
                  <a:pt x="14403" y="890"/>
                </a:lnTo>
                <a:lnTo>
                  <a:pt x="14591" y="890"/>
                </a:lnTo>
                <a:lnTo>
                  <a:pt x="14767" y="890"/>
                </a:lnTo>
                <a:lnTo>
                  <a:pt x="14905" y="890"/>
                </a:lnTo>
                <a:lnTo>
                  <a:pt x="15094" y="890"/>
                </a:lnTo>
                <a:lnTo>
                  <a:pt x="15269" y="844"/>
                </a:lnTo>
                <a:lnTo>
                  <a:pt x="15407" y="844"/>
                </a:lnTo>
                <a:lnTo>
                  <a:pt x="15596" y="844"/>
                </a:lnTo>
                <a:lnTo>
                  <a:pt x="15772" y="844"/>
                </a:lnTo>
                <a:lnTo>
                  <a:pt x="15910" y="844"/>
                </a:lnTo>
                <a:lnTo>
                  <a:pt x="16098" y="796"/>
                </a:lnTo>
                <a:lnTo>
                  <a:pt x="16274" y="796"/>
                </a:lnTo>
                <a:lnTo>
                  <a:pt x="16412" y="796"/>
                </a:lnTo>
                <a:lnTo>
                  <a:pt x="16600" y="750"/>
                </a:lnTo>
                <a:lnTo>
                  <a:pt x="16776" y="750"/>
                </a:lnTo>
                <a:lnTo>
                  <a:pt x="16914" y="750"/>
                </a:lnTo>
                <a:lnTo>
                  <a:pt x="17103" y="750"/>
                </a:lnTo>
                <a:lnTo>
                  <a:pt x="17279" y="702"/>
                </a:lnTo>
                <a:lnTo>
                  <a:pt x="17417" y="702"/>
                </a:lnTo>
                <a:lnTo>
                  <a:pt x="17605" y="702"/>
                </a:lnTo>
                <a:lnTo>
                  <a:pt x="17781" y="656"/>
                </a:lnTo>
                <a:lnTo>
                  <a:pt x="17919" y="656"/>
                </a:lnTo>
                <a:lnTo>
                  <a:pt x="18107" y="656"/>
                </a:lnTo>
                <a:lnTo>
                  <a:pt x="18283" y="608"/>
                </a:lnTo>
                <a:lnTo>
                  <a:pt x="18421" y="608"/>
                </a:lnTo>
                <a:lnTo>
                  <a:pt x="18610" y="562"/>
                </a:lnTo>
                <a:lnTo>
                  <a:pt x="18785" y="562"/>
                </a:lnTo>
                <a:lnTo>
                  <a:pt x="18924" y="562"/>
                </a:lnTo>
                <a:lnTo>
                  <a:pt x="19112" y="515"/>
                </a:lnTo>
                <a:lnTo>
                  <a:pt x="19288" y="515"/>
                </a:lnTo>
                <a:lnTo>
                  <a:pt x="19426" y="468"/>
                </a:lnTo>
                <a:lnTo>
                  <a:pt x="19614" y="468"/>
                </a:lnTo>
                <a:lnTo>
                  <a:pt x="19790" y="422"/>
                </a:lnTo>
                <a:lnTo>
                  <a:pt x="19928" y="42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5621485" y="4580132"/>
            <a:ext cx="20016" cy="5725"/>
          </a:xfrm>
          <a:custGeom>
            <a:avLst/>
            <a:gdLst/>
            <a:ahLst/>
            <a:cxnLst/>
            <a:rect l="l" t="t" r="r" b="b"/>
            <a:pathLst>
              <a:path w="20016" h="5725">
                <a:moveTo>
                  <a:pt x="0" y="5725"/>
                </a:moveTo>
                <a:lnTo>
                  <a:pt x="175" y="5677"/>
                </a:lnTo>
                <a:lnTo>
                  <a:pt x="401" y="5677"/>
                </a:lnTo>
                <a:lnTo>
                  <a:pt x="590" y="5631"/>
                </a:lnTo>
                <a:lnTo>
                  <a:pt x="778" y="5583"/>
                </a:lnTo>
                <a:lnTo>
                  <a:pt x="1004" y="5583"/>
                </a:lnTo>
                <a:lnTo>
                  <a:pt x="1180" y="5537"/>
                </a:lnTo>
                <a:lnTo>
                  <a:pt x="1406" y="5489"/>
                </a:lnTo>
                <a:lnTo>
                  <a:pt x="1594" y="5489"/>
                </a:lnTo>
                <a:lnTo>
                  <a:pt x="1783" y="5443"/>
                </a:lnTo>
                <a:lnTo>
                  <a:pt x="1921" y="5443"/>
                </a:lnTo>
                <a:lnTo>
                  <a:pt x="2097" y="5395"/>
                </a:lnTo>
                <a:lnTo>
                  <a:pt x="2285" y="5349"/>
                </a:lnTo>
                <a:lnTo>
                  <a:pt x="2423" y="5349"/>
                </a:lnTo>
                <a:lnTo>
                  <a:pt x="2599" y="5303"/>
                </a:lnTo>
                <a:lnTo>
                  <a:pt x="2787" y="5255"/>
                </a:lnTo>
                <a:lnTo>
                  <a:pt x="2925" y="5255"/>
                </a:lnTo>
                <a:lnTo>
                  <a:pt x="3101" y="5209"/>
                </a:lnTo>
                <a:lnTo>
                  <a:pt x="3290" y="5209"/>
                </a:lnTo>
                <a:lnTo>
                  <a:pt x="3428" y="5161"/>
                </a:lnTo>
                <a:lnTo>
                  <a:pt x="3603" y="5115"/>
                </a:lnTo>
                <a:lnTo>
                  <a:pt x="3792" y="5115"/>
                </a:lnTo>
                <a:lnTo>
                  <a:pt x="3930" y="5067"/>
                </a:lnTo>
                <a:lnTo>
                  <a:pt x="4106" y="5021"/>
                </a:lnTo>
                <a:lnTo>
                  <a:pt x="4294" y="4973"/>
                </a:lnTo>
                <a:lnTo>
                  <a:pt x="4432" y="4973"/>
                </a:lnTo>
                <a:lnTo>
                  <a:pt x="4608" y="4927"/>
                </a:lnTo>
                <a:lnTo>
                  <a:pt x="4796" y="4880"/>
                </a:lnTo>
                <a:lnTo>
                  <a:pt x="4935" y="4880"/>
                </a:lnTo>
                <a:lnTo>
                  <a:pt x="5110" y="4833"/>
                </a:lnTo>
                <a:lnTo>
                  <a:pt x="5299" y="4786"/>
                </a:lnTo>
                <a:lnTo>
                  <a:pt x="5437" y="4786"/>
                </a:lnTo>
                <a:lnTo>
                  <a:pt x="5613" y="4739"/>
                </a:lnTo>
                <a:lnTo>
                  <a:pt x="5801" y="4692"/>
                </a:lnTo>
                <a:lnTo>
                  <a:pt x="5939" y="4645"/>
                </a:lnTo>
                <a:lnTo>
                  <a:pt x="6115" y="4598"/>
                </a:lnTo>
                <a:lnTo>
                  <a:pt x="6303" y="4551"/>
                </a:lnTo>
                <a:lnTo>
                  <a:pt x="6441" y="4551"/>
                </a:lnTo>
                <a:lnTo>
                  <a:pt x="6617" y="4504"/>
                </a:lnTo>
                <a:lnTo>
                  <a:pt x="6806" y="4458"/>
                </a:lnTo>
                <a:lnTo>
                  <a:pt x="6944" y="4410"/>
                </a:lnTo>
                <a:lnTo>
                  <a:pt x="7120" y="4364"/>
                </a:lnTo>
                <a:lnTo>
                  <a:pt x="7308" y="4316"/>
                </a:lnTo>
                <a:lnTo>
                  <a:pt x="7446" y="4316"/>
                </a:lnTo>
                <a:lnTo>
                  <a:pt x="7622" y="4270"/>
                </a:lnTo>
                <a:lnTo>
                  <a:pt x="7810" y="4222"/>
                </a:lnTo>
                <a:lnTo>
                  <a:pt x="7948" y="4176"/>
                </a:lnTo>
                <a:lnTo>
                  <a:pt x="8137" y="4129"/>
                </a:lnTo>
                <a:lnTo>
                  <a:pt x="8313" y="4082"/>
                </a:lnTo>
                <a:lnTo>
                  <a:pt x="8451" y="4036"/>
                </a:lnTo>
                <a:lnTo>
                  <a:pt x="8639" y="3988"/>
                </a:lnTo>
                <a:lnTo>
                  <a:pt x="8815" y="3942"/>
                </a:lnTo>
                <a:lnTo>
                  <a:pt x="8953" y="3894"/>
                </a:lnTo>
                <a:lnTo>
                  <a:pt x="9141" y="3848"/>
                </a:lnTo>
                <a:lnTo>
                  <a:pt x="9317" y="3800"/>
                </a:lnTo>
                <a:lnTo>
                  <a:pt x="9455" y="3754"/>
                </a:lnTo>
                <a:lnTo>
                  <a:pt x="9644" y="3706"/>
                </a:lnTo>
                <a:lnTo>
                  <a:pt x="9819" y="3660"/>
                </a:lnTo>
                <a:lnTo>
                  <a:pt x="9958" y="3614"/>
                </a:lnTo>
                <a:lnTo>
                  <a:pt x="10146" y="3566"/>
                </a:lnTo>
                <a:lnTo>
                  <a:pt x="10322" y="3520"/>
                </a:lnTo>
                <a:lnTo>
                  <a:pt x="10460" y="3472"/>
                </a:lnTo>
                <a:lnTo>
                  <a:pt x="10648" y="3426"/>
                </a:lnTo>
                <a:lnTo>
                  <a:pt x="10824" y="3378"/>
                </a:lnTo>
                <a:lnTo>
                  <a:pt x="10962" y="3332"/>
                </a:lnTo>
                <a:lnTo>
                  <a:pt x="11150" y="3284"/>
                </a:lnTo>
                <a:lnTo>
                  <a:pt x="11326" y="3238"/>
                </a:lnTo>
                <a:lnTo>
                  <a:pt x="11464" y="3191"/>
                </a:lnTo>
                <a:lnTo>
                  <a:pt x="11653" y="3144"/>
                </a:lnTo>
                <a:lnTo>
                  <a:pt x="11829" y="3050"/>
                </a:lnTo>
                <a:lnTo>
                  <a:pt x="11967" y="3050"/>
                </a:lnTo>
                <a:lnTo>
                  <a:pt x="12155" y="2956"/>
                </a:lnTo>
                <a:lnTo>
                  <a:pt x="12331" y="2909"/>
                </a:lnTo>
                <a:lnTo>
                  <a:pt x="12469" y="2862"/>
                </a:lnTo>
                <a:lnTo>
                  <a:pt x="12657" y="2815"/>
                </a:lnTo>
                <a:lnTo>
                  <a:pt x="12833" y="2721"/>
                </a:lnTo>
                <a:lnTo>
                  <a:pt x="12971" y="2721"/>
                </a:lnTo>
                <a:lnTo>
                  <a:pt x="13160" y="2627"/>
                </a:lnTo>
                <a:lnTo>
                  <a:pt x="13335" y="2581"/>
                </a:lnTo>
                <a:lnTo>
                  <a:pt x="13474" y="2533"/>
                </a:lnTo>
                <a:lnTo>
                  <a:pt x="13662" y="2487"/>
                </a:lnTo>
                <a:lnTo>
                  <a:pt x="13838" y="2393"/>
                </a:lnTo>
                <a:lnTo>
                  <a:pt x="13976" y="2347"/>
                </a:lnTo>
                <a:lnTo>
                  <a:pt x="14164" y="2299"/>
                </a:lnTo>
                <a:lnTo>
                  <a:pt x="14353" y="2205"/>
                </a:lnTo>
                <a:lnTo>
                  <a:pt x="14579" y="2159"/>
                </a:lnTo>
                <a:lnTo>
                  <a:pt x="14754" y="2065"/>
                </a:lnTo>
                <a:lnTo>
                  <a:pt x="14981" y="2017"/>
                </a:lnTo>
                <a:lnTo>
                  <a:pt x="15169" y="1924"/>
                </a:lnTo>
                <a:lnTo>
                  <a:pt x="15357" y="1877"/>
                </a:lnTo>
                <a:lnTo>
                  <a:pt x="15583" y="1783"/>
                </a:lnTo>
                <a:lnTo>
                  <a:pt x="15759" y="1736"/>
                </a:lnTo>
                <a:lnTo>
                  <a:pt x="15998" y="1642"/>
                </a:lnTo>
                <a:lnTo>
                  <a:pt x="16173" y="1548"/>
                </a:lnTo>
                <a:lnTo>
                  <a:pt x="16362" y="1502"/>
                </a:lnTo>
                <a:lnTo>
                  <a:pt x="16500" y="1454"/>
                </a:lnTo>
                <a:lnTo>
                  <a:pt x="16676" y="1360"/>
                </a:lnTo>
                <a:lnTo>
                  <a:pt x="16864" y="1314"/>
                </a:lnTo>
                <a:lnTo>
                  <a:pt x="17002" y="1266"/>
                </a:lnTo>
                <a:lnTo>
                  <a:pt x="17178" y="1172"/>
                </a:lnTo>
                <a:lnTo>
                  <a:pt x="17366" y="1080"/>
                </a:lnTo>
                <a:lnTo>
                  <a:pt x="17505" y="1032"/>
                </a:lnTo>
                <a:lnTo>
                  <a:pt x="17680" y="986"/>
                </a:lnTo>
                <a:lnTo>
                  <a:pt x="17869" y="892"/>
                </a:lnTo>
                <a:lnTo>
                  <a:pt x="18007" y="844"/>
                </a:lnTo>
                <a:lnTo>
                  <a:pt x="18183" y="750"/>
                </a:lnTo>
                <a:lnTo>
                  <a:pt x="18371" y="704"/>
                </a:lnTo>
                <a:lnTo>
                  <a:pt x="18509" y="657"/>
                </a:lnTo>
                <a:lnTo>
                  <a:pt x="18685" y="563"/>
                </a:lnTo>
                <a:lnTo>
                  <a:pt x="18873" y="469"/>
                </a:lnTo>
                <a:lnTo>
                  <a:pt x="19011" y="422"/>
                </a:lnTo>
                <a:lnTo>
                  <a:pt x="19187" y="328"/>
                </a:lnTo>
                <a:lnTo>
                  <a:pt x="19376" y="281"/>
                </a:lnTo>
                <a:lnTo>
                  <a:pt x="19514" y="235"/>
                </a:lnTo>
                <a:lnTo>
                  <a:pt x="19690" y="141"/>
                </a:lnTo>
                <a:lnTo>
                  <a:pt x="19878" y="47"/>
                </a:lnTo>
                <a:lnTo>
                  <a:pt x="20016" y="0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5641501" y="4568402"/>
            <a:ext cx="19966" cy="11730"/>
          </a:xfrm>
          <a:custGeom>
            <a:avLst/>
            <a:gdLst/>
            <a:ahLst/>
            <a:cxnLst/>
            <a:rect l="l" t="t" r="r" b="b"/>
            <a:pathLst>
              <a:path w="19966" h="11730">
                <a:moveTo>
                  <a:pt x="0" y="11730"/>
                </a:moveTo>
                <a:lnTo>
                  <a:pt x="175" y="11636"/>
                </a:lnTo>
                <a:lnTo>
                  <a:pt x="364" y="11543"/>
                </a:lnTo>
                <a:lnTo>
                  <a:pt x="502" y="11496"/>
                </a:lnTo>
                <a:lnTo>
                  <a:pt x="678" y="11402"/>
                </a:lnTo>
                <a:lnTo>
                  <a:pt x="866" y="11308"/>
                </a:lnTo>
                <a:lnTo>
                  <a:pt x="1004" y="11308"/>
                </a:lnTo>
                <a:lnTo>
                  <a:pt x="1180" y="11214"/>
                </a:lnTo>
                <a:lnTo>
                  <a:pt x="1368" y="11121"/>
                </a:lnTo>
                <a:lnTo>
                  <a:pt x="1506" y="11073"/>
                </a:lnTo>
                <a:lnTo>
                  <a:pt x="1682" y="10979"/>
                </a:lnTo>
                <a:lnTo>
                  <a:pt x="1871" y="10885"/>
                </a:lnTo>
                <a:lnTo>
                  <a:pt x="2009" y="10839"/>
                </a:lnTo>
                <a:lnTo>
                  <a:pt x="2197" y="10745"/>
                </a:lnTo>
                <a:lnTo>
                  <a:pt x="2373" y="10651"/>
                </a:lnTo>
                <a:lnTo>
                  <a:pt x="2511" y="10605"/>
                </a:lnTo>
                <a:lnTo>
                  <a:pt x="2699" y="10511"/>
                </a:lnTo>
                <a:lnTo>
                  <a:pt x="2875" y="10417"/>
                </a:lnTo>
                <a:lnTo>
                  <a:pt x="3013" y="10369"/>
                </a:lnTo>
                <a:lnTo>
                  <a:pt x="3202" y="10229"/>
                </a:lnTo>
                <a:lnTo>
                  <a:pt x="3377" y="10135"/>
                </a:lnTo>
                <a:lnTo>
                  <a:pt x="3516" y="10088"/>
                </a:lnTo>
                <a:lnTo>
                  <a:pt x="3704" y="9994"/>
                </a:lnTo>
                <a:lnTo>
                  <a:pt x="3880" y="9900"/>
                </a:lnTo>
                <a:lnTo>
                  <a:pt x="4018" y="9854"/>
                </a:lnTo>
                <a:lnTo>
                  <a:pt x="4206" y="9760"/>
                </a:lnTo>
                <a:lnTo>
                  <a:pt x="4382" y="9666"/>
                </a:lnTo>
                <a:lnTo>
                  <a:pt x="4520" y="9618"/>
                </a:lnTo>
                <a:lnTo>
                  <a:pt x="4709" y="9478"/>
                </a:lnTo>
                <a:lnTo>
                  <a:pt x="4884" y="9384"/>
                </a:lnTo>
                <a:lnTo>
                  <a:pt x="5022" y="9338"/>
                </a:lnTo>
                <a:lnTo>
                  <a:pt x="5211" y="9244"/>
                </a:lnTo>
                <a:lnTo>
                  <a:pt x="5387" y="9150"/>
                </a:lnTo>
                <a:lnTo>
                  <a:pt x="5525" y="9102"/>
                </a:lnTo>
                <a:lnTo>
                  <a:pt x="5713" y="8962"/>
                </a:lnTo>
                <a:lnTo>
                  <a:pt x="5889" y="8868"/>
                </a:lnTo>
                <a:lnTo>
                  <a:pt x="6027" y="8821"/>
                </a:lnTo>
                <a:lnTo>
                  <a:pt x="6215" y="8727"/>
                </a:lnTo>
                <a:lnTo>
                  <a:pt x="6391" y="8587"/>
                </a:lnTo>
                <a:lnTo>
                  <a:pt x="6529" y="8539"/>
                </a:lnTo>
                <a:lnTo>
                  <a:pt x="6718" y="8445"/>
                </a:lnTo>
                <a:lnTo>
                  <a:pt x="6894" y="8351"/>
                </a:lnTo>
                <a:lnTo>
                  <a:pt x="7032" y="8305"/>
                </a:lnTo>
                <a:lnTo>
                  <a:pt x="7220" y="8165"/>
                </a:lnTo>
                <a:lnTo>
                  <a:pt x="7396" y="8071"/>
                </a:lnTo>
                <a:lnTo>
                  <a:pt x="7534" y="8023"/>
                </a:lnTo>
                <a:lnTo>
                  <a:pt x="7722" y="7883"/>
                </a:lnTo>
                <a:lnTo>
                  <a:pt x="7898" y="7789"/>
                </a:lnTo>
                <a:lnTo>
                  <a:pt x="8036" y="7743"/>
                </a:lnTo>
                <a:lnTo>
                  <a:pt x="8225" y="7601"/>
                </a:lnTo>
                <a:lnTo>
                  <a:pt x="8413" y="7507"/>
                </a:lnTo>
                <a:lnTo>
                  <a:pt x="8639" y="7413"/>
                </a:lnTo>
                <a:lnTo>
                  <a:pt x="8815" y="7273"/>
                </a:lnTo>
                <a:lnTo>
                  <a:pt x="9041" y="7179"/>
                </a:lnTo>
                <a:lnTo>
                  <a:pt x="9229" y="7038"/>
                </a:lnTo>
                <a:lnTo>
                  <a:pt x="9418" y="6944"/>
                </a:lnTo>
                <a:lnTo>
                  <a:pt x="9556" y="6850"/>
                </a:lnTo>
                <a:lnTo>
                  <a:pt x="9731" y="6756"/>
                </a:lnTo>
                <a:lnTo>
                  <a:pt x="9920" y="6616"/>
                </a:lnTo>
                <a:lnTo>
                  <a:pt x="10058" y="6568"/>
                </a:lnTo>
                <a:lnTo>
                  <a:pt x="10234" y="6476"/>
                </a:lnTo>
                <a:lnTo>
                  <a:pt x="10422" y="6334"/>
                </a:lnTo>
                <a:lnTo>
                  <a:pt x="10560" y="6288"/>
                </a:lnTo>
                <a:lnTo>
                  <a:pt x="10736" y="6146"/>
                </a:lnTo>
                <a:lnTo>
                  <a:pt x="10924" y="6053"/>
                </a:lnTo>
                <a:lnTo>
                  <a:pt x="11063" y="5959"/>
                </a:lnTo>
                <a:lnTo>
                  <a:pt x="11238" y="5865"/>
                </a:lnTo>
                <a:lnTo>
                  <a:pt x="11427" y="5724"/>
                </a:lnTo>
                <a:lnTo>
                  <a:pt x="11565" y="5677"/>
                </a:lnTo>
                <a:lnTo>
                  <a:pt x="11741" y="5537"/>
                </a:lnTo>
                <a:lnTo>
                  <a:pt x="11929" y="5443"/>
                </a:lnTo>
                <a:lnTo>
                  <a:pt x="12067" y="5349"/>
                </a:lnTo>
                <a:lnTo>
                  <a:pt x="12243" y="5255"/>
                </a:lnTo>
                <a:lnTo>
                  <a:pt x="12431" y="5115"/>
                </a:lnTo>
                <a:lnTo>
                  <a:pt x="12569" y="5067"/>
                </a:lnTo>
                <a:lnTo>
                  <a:pt x="12745" y="4927"/>
                </a:lnTo>
                <a:lnTo>
                  <a:pt x="12934" y="4786"/>
                </a:lnTo>
                <a:lnTo>
                  <a:pt x="13072" y="4739"/>
                </a:lnTo>
                <a:lnTo>
                  <a:pt x="13248" y="4598"/>
                </a:lnTo>
                <a:lnTo>
                  <a:pt x="13436" y="4504"/>
                </a:lnTo>
                <a:lnTo>
                  <a:pt x="13574" y="4410"/>
                </a:lnTo>
                <a:lnTo>
                  <a:pt x="13750" y="4270"/>
                </a:lnTo>
                <a:lnTo>
                  <a:pt x="13938" y="4176"/>
                </a:lnTo>
                <a:lnTo>
                  <a:pt x="14076" y="4082"/>
                </a:lnTo>
                <a:lnTo>
                  <a:pt x="14252" y="3988"/>
                </a:lnTo>
                <a:lnTo>
                  <a:pt x="14441" y="3848"/>
                </a:lnTo>
                <a:lnTo>
                  <a:pt x="14579" y="3754"/>
                </a:lnTo>
                <a:lnTo>
                  <a:pt x="14754" y="3660"/>
                </a:lnTo>
                <a:lnTo>
                  <a:pt x="14943" y="3520"/>
                </a:lnTo>
                <a:lnTo>
                  <a:pt x="15081" y="3426"/>
                </a:lnTo>
                <a:lnTo>
                  <a:pt x="15257" y="3284"/>
                </a:lnTo>
                <a:lnTo>
                  <a:pt x="15445" y="3190"/>
                </a:lnTo>
                <a:lnTo>
                  <a:pt x="15583" y="3097"/>
                </a:lnTo>
                <a:lnTo>
                  <a:pt x="15772" y="2956"/>
                </a:lnTo>
                <a:lnTo>
                  <a:pt x="15947" y="2815"/>
                </a:lnTo>
                <a:lnTo>
                  <a:pt x="16086" y="2768"/>
                </a:lnTo>
                <a:lnTo>
                  <a:pt x="16274" y="2627"/>
                </a:lnTo>
                <a:lnTo>
                  <a:pt x="16450" y="2487"/>
                </a:lnTo>
                <a:lnTo>
                  <a:pt x="16588" y="2439"/>
                </a:lnTo>
                <a:lnTo>
                  <a:pt x="16776" y="2299"/>
                </a:lnTo>
                <a:lnTo>
                  <a:pt x="16952" y="2159"/>
                </a:lnTo>
                <a:lnTo>
                  <a:pt x="17090" y="2065"/>
                </a:lnTo>
                <a:lnTo>
                  <a:pt x="17279" y="1923"/>
                </a:lnTo>
                <a:lnTo>
                  <a:pt x="17454" y="1783"/>
                </a:lnTo>
                <a:lnTo>
                  <a:pt x="17592" y="1736"/>
                </a:lnTo>
                <a:lnTo>
                  <a:pt x="17781" y="1595"/>
                </a:lnTo>
                <a:lnTo>
                  <a:pt x="17957" y="1454"/>
                </a:lnTo>
                <a:lnTo>
                  <a:pt x="18095" y="1360"/>
                </a:lnTo>
                <a:lnTo>
                  <a:pt x="18283" y="1220"/>
                </a:lnTo>
                <a:lnTo>
                  <a:pt x="18459" y="1078"/>
                </a:lnTo>
                <a:lnTo>
                  <a:pt x="18597" y="1032"/>
                </a:lnTo>
                <a:lnTo>
                  <a:pt x="18785" y="892"/>
                </a:lnTo>
                <a:lnTo>
                  <a:pt x="18961" y="750"/>
                </a:lnTo>
                <a:lnTo>
                  <a:pt x="19099" y="656"/>
                </a:lnTo>
                <a:lnTo>
                  <a:pt x="19288" y="516"/>
                </a:lnTo>
                <a:lnTo>
                  <a:pt x="19463" y="375"/>
                </a:lnTo>
                <a:lnTo>
                  <a:pt x="19602" y="281"/>
                </a:lnTo>
                <a:lnTo>
                  <a:pt x="19790" y="141"/>
                </a:lnTo>
                <a:lnTo>
                  <a:pt x="19966" y="0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5661468" y="4550807"/>
            <a:ext cx="20029" cy="17594"/>
          </a:xfrm>
          <a:custGeom>
            <a:avLst/>
            <a:gdLst/>
            <a:ahLst/>
            <a:cxnLst/>
            <a:rect l="l" t="t" r="r" b="b"/>
            <a:pathLst>
              <a:path w="20029" h="17594">
                <a:moveTo>
                  <a:pt x="0" y="17594"/>
                </a:moveTo>
                <a:lnTo>
                  <a:pt x="138" y="17500"/>
                </a:lnTo>
                <a:lnTo>
                  <a:pt x="326" y="17360"/>
                </a:lnTo>
                <a:lnTo>
                  <a:pt x="502" y="17220"/>
                </a:lnTo>
                <a:lnTo>
                  <a:pt x="640" y="17126"/>
                </a:lnTo>
                <a:lnTo>
                  <a:pt x="828" y="16984"/>
                </a:lnTo>
                <a:lnTo>
                  <a:pt x="1004" y="16844"/>
                </a:lnTo>
                <a:lnTo>
                  <a:pt x="1142" y="16750"/>
                </a:lnTo>
                <a:lnTo>
                  <a:pt x="1331" y="16609"/>
                </a:lnTo>
                <a:lnTo>
                  <a:pt x="1506" y="16469"/>
                </a:lnTo>
                <a:lnTo>
                  <a:pt x="1645" y="16375"/>
                </a:lnTo>
                <a:lnTo>
                  <a:pt x="1833" y="16234"/>
                </a:lnTo>
                <a:lnTo>
                  <a:pt x="2021" y="16093"/>
                </a:lnTo>
                <a:lnTo>
                  <a:pt x="2247" y="15953"/>
                </a:lnTo>
                <a:lnTo>
                  <a:pt x="2423" y="15765"/>
                </a:lnTo>
                <a:lnTo>
                  <a:pt x="2649" y="15625"/>
                </a:lnTo>
                <a:lnTo>
                  <a:pt x="2837" y="15483"/>
                </a:lnTo>
                <a:lnTo>
                  <a:pt x="3026" y="15295"/>
                </a:lnTo>
                <a:lnTo>
                  <a:pt x="3164" y="15249"/>
                </a:lnTo>
                <a:lnTo>
                  <a:pt x="3340" y="15061"/>
                </a:lnTo>
                <a:lnTo>
                  <a:pt x="3528" y="14920"/>
                </a:lnTo>
                <a:lnTo>
                  <a:pt x="3666" y="14826"/>
                </a:lnTo>
                <a:lnTo>
                  <a:pt x="3842" y="14686"/>
                </a:lnTo>
                <a:lnTo>
                  <a:pt x="4030" y="14498"/>
                </a:lnTo>
                <a:lnTo>
                  <a:pt x="4169" y="14450"/>
                </a:lnTo>
                <a:lnTo>
                  <a:pt x="4344" y="14264"/>
                </a:lnTo>
                <a:lnTo>
                  <a:pt x="4533" y="14122"/>
                </a:lnTo>
                <a:lnTo>
                  <a:pt x="4671" y="14028"/>
                </a:lnTo>
                <a:lnTo>
                  <a:pt x="4847" y="13888"/>
                </a:lnTo>
                <a:lnTo>
                  <a:pt x="5035" y="13700"/>
                </a:lnTo>
                <a:lnTo>
                  <a:pt x="5173" y="13653"/>
                </a:lnTo>
                <a:lnTo>
                  <a:pt x="5349" y="13465"/>
                </a:lnTo>
                <a:lnTo>
                  <a:pt x="5537" y="13325"/>
                </a:lnTo>
                <a:lnTo>
                  <a:pt x="5675" y="13231"/>
                </a:lnTo>
                <a:lnTo>
                  <a:pt x="5851" y="13043"/>
                </a:lnTo>
                <a:lnTo>
                  <a:pt x="6040" y="12903"/>
                </a:lnTo>
                <a:lnTo>
                  <a:pt x="6178" y="12809"/>
                </a:lnTo>
                <a:lnTo>
                  <a:pt x="6354" y="12668"/>
                </a:lnTo>
                <a:lnTo>
                  <a:pt x="6542" y="12480"/>
                </a:lnTo>
                <a:lnTo>
                  <a:pt x="6680" y="12387"/>
                </a:lnTo>
                <a:lnTo>
                  <a:pt x="6856" y="12246"/>
                </a:lnTo>
                <a:lnTo>
                  <a:pt x="7044" y="12058"/>
                </a:lnTo>
                <a:lnTo>
                  <a:pt x="7182" y="11964"/>
                </a:lnTo>
                <a:lnTo>
                  <a:pt x="7358" y="11824"/>
                </a:lnTo>
                <a:lnTo>
                  <a:pt x="7547" y="11636"/>
                </a:lnTo>
                <a:lnTo>
                  <a:pt x="7685" y="11542"/>
                </a:lnTo>
                <a:lnTo>
                  <a:pt x="7860" y="11402"/>
                </a:lnTo>
                <a:lnTo>
                  <a:pt x="8049" y="11214"/>
                </a:lnTo>
                <a:lnTo>
                  <a:pt x="8187" y="11120"/>
                </a:lnTo>
                <a:lnTo>
                  <a:pt x="8363" y="10979"/>
                </a:lnTo>
                <a:lnTo>
                  <a:pt x="8551" y="10791"/>
                </a:lnTo>
                <a:lnTo>
                  <a:pt x="8689" y="10697"/>
                </a:lnTo>
                <a:lnTo>
                  <a:pt x="8865" y="10509"/>
                </a:lnTo>
                <a:lnTo>
                  <a:pt x="9053" y="10369"/>
                </a:lnTo>
                <a:lnTo>
                  <a:pt x="9192" y="10275"/>
                </a:lnTo>
                <a:lnTo>
                  <a:pt x="9380" y="10087"/>
                </a:lnTo>
                <a:lnTo>
                  <a:pt x="9556" y="9899"/>
                </a:lnTo>
                <a:lnTo>
                  <a:pt x="9694" y="9805"/>
                </a:lnTo>
                <a:lnTo>
                  <a:pt x="9882" y="9665"/>
                </a:lnTo>
                <a:lnTo>
                  <a:pt x="10058" y="9477"/>
                </a:lnTo>
                <a:lnTo>
                  <a:pt x="10196" y="9383"/>
                </a:lnTo>
                <a:lnTo>
                  <a:pt x="10384" y="9196"/>
                </a:lnTo>
                <a:lnTo>
                  <a:pt x="10560" y="9008"/>
                </a:lnTo>
                <a:lnTo>
                  <a:pt x="10698" y="8960"/>
                </a:lnTo>
                <a:lnTo>
                  <a:pt x="10887" y="8774"/>
                </a:lnTo>
                <a:lnTo>
                  <a:pt x="11063" y="8586"/>
                </a:lnTo>
                <a:lnTo>
                  <a:pt x="11201" y="8492"/>
                </a:lnTo>
                <a:lnTo>
                  <a:pt x="11389" y="8304"/>
                </a:lnTo>
                <a:lnTo>
                  <a:pt x="11565" y="8116"/>
                </a:lnTo>
                <a:lnTo>
                  <a:pt x="11703" y="8023"/>
                </a:lnTo>
                <a:lnTo>
                  <a:pt x="11891" y="7835"/>
                </a:lnTo>
                <a:lnTo>
                  <a:pt x="12067" y="7694"/>
                </a:lnTo>
                <a:lnTo>
                  <a:pt x="12205" y="7601"/>
                </a:lnTo>
                <a:lnTo>
                  <a:pt x="12394" y="7413"/>
                </a:lnTo>
                <a:lnTo>
                  <a:pt x="12569" y="7225"/>
                </a:lnTo>
                <a:lnTo>
                  <a:pt x="12708" y="7131"/>
                </a:lnTo>
                <a:lnTo>
                  <a:pt x="12896" y="6943"/>
                </a:lnTo>
                <a:lnTo>
                  <a:pt x="13072" y="6756"/>
                </a:lnTo>
                <a:lnTo>
                  <a:pt x="13210" y="6662"/>
                </a:lnTo>
                <a:lnTo>
                  <a:pt x="13398" y="6474"/>
                </a:lnTo>
                <a:lnTo>
                  <a:pt x="13574" y="6286"/>
                </a:lnTo>
                <a:lnTo>
                  <a:pt x="13712" y="6192"/>
                </a:lnTo>
                <a:lnTo>
                  <a:pt x="13901" y="6004"/>
                </a:lnTo>
                <a:lnTo>
                  <a:pt x="14076" y="5818"/>
                </a:lnTo>
                <a:lnTo>
                  <a:pt x="14214" y="5724"/>
                </a:lnTo>
                <a:lnTo>
                  <a:pt x="14403" y="5536"/>
                </a:lnTo>
                <a:lnTo>
                  <a:pt x="14579" y="5348"/>
                </a:lnTo>
                <a:lnTo>
                  <a:pt x="14717" y="5254"/>
                </a:lnTo>
                <a:lnTo>
                  <a:pt x="14817" y="5160"/>
                </a:lnTo>
                <a:lnTo>
                  <a:pt x="14905" y="5067"/>
                </a:lnTo>
                <a:lnTo>
                  <a:pt x="14993" y="4973"/>
                </a:lnTo>
                <a:lnTo>
                  <a:pt x="15081" y="4879"/>
                </a:lnTo>
                <a:lnTo>
                  <a:pt x="15219" y="4785"/>
                </a:lnTo>
                <a:lnTo>
                  <a:pt x="15407" y="4597"/>
                </a:lnTo>
                <a:lnTo>
                  <a:pt x="15596" y="4409"/>
                </a:lnTo>
                <a:lnTo>
                  <a:pt x="15721" y="4269"/>
                </a:lnTo>
                <a:lnTo>
                  <a:pt x="15910" y="4081"/>
                </a:lnTo>
                <a:lnTo>
                  <a:pt x="16098" y="3893"/>
                </a:lnTo>
                <a:lnTo>
                  <a:pt x="16324" y="3706"/>
                </a:lnTo>
                <a:lnTo>
                  <a:pt x="16500" y="3518"/>
                </a:lnTo>
                <a:lnTo>
                  <a:pt x="16739" y="3330"/>
                </a:lnTo>
                <a:lnTo>
                  <a:pt x="16914" y="3142"/>
                </a:lnTo>
                <a:lnTo>
                  <a:pt x="17002" y="3002"/>
                </a:lnTo>
                <a:lnTo>
                  <a:pt x="17241" y="2814"/>
                </a:lnTo>
                <a:lnTo>
                  <a:pt x="17417" y="2626"/>
                </a:lnTo>
                <a:lnTo>
                  <a:pt x="17605" y="2439"/>
                </a:lnTo>
                <a:lnTo>
                  <a:pt x="17743" y="2345"/>
                </a:lnTo>
                <a:lnTo>
                  <a:pt x="17919" y="2157"/>
                </a:lnTo>
                <a:lnTo>
                  <a:pt x="18007" y="2017"/>
                </a:lnTo>
                <a:lnTo>
                  <a:pt x="18245" y="1829"/>
                </a:lnTo>
                <a:lnTo>
                  <a:pt x="18421" y="1641"/>
                </a:lnTo>
                <a:lnTo>
                  <a:pt x="18610" y="1453"/>
                </a:lnTo>
                <a:lnTo>
                  <a:pt x="18748" y="1313"/>
                </a:lnTo>
                <a:lnTo>
                  <a:pt x="18924" y="1125"/>
                </a:lnTo>
                <a:lnTo>
                  <a:pt x="19112" y="937"/>
                </a:lnTo>
                <a:lnTo>
                  <a:pt x="19250" y="844"/>
                </a:lnTo>
                <a:lnTo>
                  <a:pt x="19338" y="702"/>
                </a:lnTo>
                <a:lnTo>
                  <a:pt x="19526" y="514"/>
                </a:lnTo>
                <a:lnTo>
                  <a:pt x="19752" y="328"/>
                </a:lnTo>
                <a:lnTo>
                  <a:pt x="19928" y="9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5681497" y="4527673"/>
            <a:ext cx="20016" cy="23133"/>
          </a:xfrm>
          <a:custGeom>
            <a:avLst/>
            <a:gdLst/>
            <a:ahLst/>
            <a:cxnLst/>
            <a:rect l="l" t="t" r="r" b="b"/>
            <a:pathLst>
              <a:path w="20016" h="23133">
                <a:moveTo>
                  <a:pt x="0" y="23133"/>
                </a:moveTo>
                <a:lnTo>
                  <a:pt x="226" y="22945"/>
                </a:lnTo>
                <a:lnTo>
                  <a:pt x="401" y="22711"/>
                </a:lnTo>
                <a:lnTo>
                  <a:pt x="640" y="22523"/>
                </a:lnTo>
                <a:lnTo>
                  <a:pt x="816" y="22335"/>
                </a:lnTo>
                <a:lnTo>
                  <a:pt x="904" y="22195"/>
                </a:lnTo>
                <a:lnTo>
                  <a:pt x="1142" y="22007"/>
                </a:lnTo>
                <a:lnTo>
                  <a:pt x="1318" y="21819"/>
                </a:lnTo>
                <a:lnTo>
                  <a:pt x="1406" y="21678"/>
                </a:lnTo>
                <a:lnTo>
                  <a:pt x="1645" y="21490"/>
                </a:lnTo>
                <a:lnTo>
                  <a:pt x="1820" y="21256"/>
                </a:lnTo>
                <a:lnTo>
                  <a:pt x="2009" y="21068"/>
                </a:lnTo>
                <a:lnTo>
                  <a:pt x="2147" y="20974"/>
                </a:lnTo>
                <a:lnTo>
                  <a:pt x="2235" y="20834"/>
                </a:lnTo>
                <a:lnTo>
                  <a:pt x="2411" y="20646"/>
                </a:lnTo>
                <a:lnTo>
                  <a:pt x="2649" y="20411"/>
                </a:lnTo>
                <a:lnTo>
                  <a:pt x="2825" y="20223"/>
                </a:lnTo>
                <a:lnTo>
                  <a:pt x="3013" y="19989"/>
                </a:lnTo>
                <a:lnTo>
                  <a:pt x="3151" y="19895"/>
                </a:lnTo>
                <a:lnTo>
                  <a:pt x="3327" y="19661"/>
                </a:lnTo>
                <a:lnTo>
                  <a:pt x="3516" y="19473"/>
                </a:lnTo>
                <a:lnTo>
                  <a:pt x="3654" y="19379"/>
                </a:lnTo>
                <a:lnTo>
                  <a:pt x="3742" y="19239"/>
                </a:lnTo>
                <a:lnTo>
                  <a:pt x="3930" y="19051"/>
                </a:lnTo>
                <a:lnTo>
                  <a:pt x="4018" y="18910"/>
                </a:lnTo>
                <a:lnTo>
                  <a:pt x="4156" y="18816"/>
                </a:lnTo>
                <a:lnTo>
                  <a:pt x="4332" y="18581"/>
                </a:lnTo>
                <a:lnTo>
                  <a:pt x="4520" y="18394"/>
                </a:lnTo>
                <a:lnTo>
                  <a:pt x="4658" y="18252"/>
                </a:lnTo>
                <a:lnTo>
                  <a:pt x="4834" y="18066"/>
                </a:lnTo>
                <a:lnTo>
                  <a:pt x="5022" y="17830"/>
                </a:lnTo>
                <a:lnTo>
                  <a:pt x="5161" y="17736"/>
                </a:lnTo>
                <a:lnTo>
                  <a:pt x="5249" y="17596"/>
                </a:lnTo>
                <a:lnTo>
                  <a:pt x="5437" y="17408"/>
                </a:lnTo>
                <a:lnTo>
                  <a:pt x="5525" y="17267"/>
                </a:lnTo>
                <a:lnTo>
                  <a:pt x="5663" y="17173"/>
                </a:lnTo>
                <a:lnTo>
                  <a:pt x="5839" y="16939"/>
                </a:lnTo>
                <a:lnTo>
                  <a:pt x="6027" y="16751"/>
                </a:lnTo>
                <a:lnTo>
                  <a:pt x="6165" y="16611"/>
                </a:lnTo>
                <a:lnTo>
                  <a:pt x="6341" y="16423"/>
                </a:lnTo>
                <a:lnTo>
                  <a:pt x="6441" y="16282"/>
                </a:lnTo>
                <a:lnTo>
                  <a:pt x="6667" y="16047"/>
                </a:lnTo>
                <a:lnTo>
                  <a:pt x="6856" y="15860"/>
                </a:lnTo>
                <a:lnTo>
                  <a:pt x="6944" y="15719"/>
                </a:lnTo>
                <a:lnTo>
                  <a:pt x="7170" y="15484"/>
                </a:lnTo>
                <a:lnTo>
                  <a:pt x="7358" y="15296"/>
                </a:lnTo>
                <a:lnTo>
                  <a:pt x="7446" y="15156"/>
                </a:lnTo>
                <a:lnTo>
                  <a:pt x="7672" y="14922"/>
                </a:lnTo>
                <a:lnTo>
                  <a:pt x="7860" y="14734"/>
                </a:lnTo>
                <a:lnTo>
                  <a:pt x="7948" y="14593"/>
                </a:lnTo>
                <a:lnTo>
                  <a:pt x="8174" y="14358"/>
                </a:lnTo>
                <a:lnTo>
                  <a:pt x="8363" y="14123"/>
                </a:lnTo>
                <a:lnTo>
                  <a:pt x="8539" y="13935"/>
                </a:lnTo>
                <a:lnTo>
                  <a:pt x="8677" y="13795"/>
                </a:lnTo>
                <a:lnTo>
                  <a:pt x="8865" y="13561"/>
                </a:lnTo>
                <a:lnTo>
                  <a:pt x="9041" y="13326"/>
                </a:lnTo>
                <a:lnTo>
                  <a:pt x="9179" y="13232"/>
                </a:lnTo>
                <a:lnTo>
                  <a:pt x="9267" y="13091"/>
                </a:lnTo>
                <a:lnTo>
                  <a:pt x="9455" y="12904"/>
                </a:lnTo>
                <a:lnTo>
                  <a:pt x="9543" y="12762"/>
                </a:lnTo>
                <a:lnTo>
                  <a:pt x="9681" y="12668"/>
                </a:lnTo>
                <a:lnTo>
                  <a:pt x="9769" y="12528"/>
                </a:lnTo>
                <a:lnTo>
                  <a:pt x="9958" y="12294"/>
                </a:lnTo>
                <a:lnTo>
                  <a:pt x="10184" y="12059"/>
                </a:lnTo>
                <a:lnTo>
                  <a:pt x="10372" y="11824"/>
                </a:lnTo>
                <a:lnTo>
                  <a:pt x="10548" y="11590"/>
                </a:lnTo>
                <a:lnTo>
                  <a:pt x="10686" y="11496"/>
                </a:lnTo>
                <a:lnTo>
                  <a:pt x="10786" y="11355"/>
                </a:lnTo>
                <a:lnTo>
                  <a:pt x="10962" y="11121"/>
                </a:lnTo>
                <a:lnTo>
                  <a:pt x="11188" y="10887"/>
                </a:lnTo>
                <a:lnTo>
                  <a:pt x="11377" y="10651"/>
                </a:lnTo>
                <a:lnTo>
                  <a:pt x="11552" y="10417"/>
                </a:lnTo>
                <a:lnTo>
                  <a:pt x="11690" y="10323"/>
                </a:lnTo>
                <a:lnTo>
                  <a:pt x="11791" y="10182"/>
                </a:lnTo>
                <a:lnTo>
                  <a:pt x="11967" y="9948"/>
                </a:lnTo>
                <a:lnTo>
                  <a:pt x="12055" y="9806"/>
                </a:lnTo>
                <a:lnTo>
                  <a:pt x="12193" y="9712"/>
                </a:lnTo>
                <a:lnTo>
                  <a:pt x="12293" y="9572"/>
                </a:lnTo>
                <a:lnTo>
                  <a:pt x="12469" y="9338"/>
                </a:lnTo>
                <a:lnTo>
                  <a:pt x="12695" y="9103"/>
                </a:lnTo>
                <a:lnTo>
                  <a:pt x="12883" y="8868"/>
                </a:lnTo>
                <a:lnTo>
                  <a:pt x="12971" y="8727"/>
                </a:lnTo>
                <a:lnTo>
                  <a:pt x="13197" y="8493"/>
                </a:lnTo>
                <a:lnTo>
                  <a:pt x="13386" y="8259"/>
                </a:lnTo>
                <a:lnTo>
                  <a:pt x="13574" y="8023"/>
                </a:lnTo>
                <a:lnTo>
                  <a:pt x="13700" y="7883"/>
                </a:lnTo>
                <a:lnTo>
                  <a:pt x="13888" y="7649"/>
                </a:lnTo>
                <a:lnTo>
                  <a:pt x="14076" y="7414"/>
                </a:lnTo>
                <a:lnTo>
                  <a:pt x="14214" y="7273"/>
                </a:lnTo>
                <a:lnTo>
                  <a:pt x="14390" y="7038"/>
                </a:lnTo>
                <a:lnTo>
                  <a:pt x="14579" y="6804"/>
                </a:lnTo>
                <a:lnTo>
                  <a:pt x="14717" y="6664"/>
                </a:lnTo>
                <a:lnTo>
                  <a:pt x="14893" y="6428"/>
                </a:lnTo>
                <a:lnTo>
                  <a:pt x="15081" y="6194"/>
                </a:lnTo>
                <a:lnTo>
                  <a:pt x="15219" y="6053"/>
                </a:lnTo>
                <a:lnTo>
                  <a:pt x="15395" y="5819"/>
                </a:lnTo>
                <a:lnTo>
                  <a:pt x="15483" y="5677"/>
                </a:lnTo>
                <a:lnTo>
                  <a:pt x="15721" y="5443"/>
                </a:lnTo>
                <a:lnTo>
                  <a:pt x="15897" y="5209"/>
                </a:lnTo>
                <a:lnTo>
                  <a:pt x="15985" y="5067"/>
                </a:lnTo>
                <a:lnTo>
                  <a:pt x="16224" y="4833"/>
                </a:lnTo>
                <a:lnTo>
                  <a:pt x="16312" y="4692"/>
                </a:lnTo>
                <a:lnTo>
                  <a:pt x="16500" y="4458"/>
                </a:lnTo>
                <a:lnTo>
                  <a:pt x="16588" y="4316"/>
                </a:lnTo>
                <a:lnTo>
                  <a:pt x="16726" y="4222"/>
                </a:lnTo>
                <a:lnTo>
                  <a:pt x="16814" y="4082"/>
                </a:lnTo>
                <a:lnTo>
                  <a:pt x="16902" y="3942"/>
                </a:lnTo>
                <a:lnTo>
                  <a:pt x="17090" y="3707"/>
                </a:lnTo>
                <a:lnTo>
                  <a:pt x="17228" y="3566"/>
                </a:lnTo>
                <a:lnTo>
                  <a:pt x="17316" y="3426"/>
                </a:lnTo>
                <a:lnTo>
                  <a:pt x="17505" y="3191"/>
                </a:lnTo>
                <a:lnTo>
                  <a:pt x="17592" y="3050"/>
                </a:lnTo>
                <a:lnTo>
                  <a:pt x="17731" y="2956"/>
                </a:lnTo>
                <a:lnTo>
                  <a:pt x="17818" y="2815"/>
                </a:lnTo>
                <a:lnTo>
                  <a:pt x="17906" y="2675"/>
                </a:lnTo>
                <a:lnTo>
                  <a:pt x="18095" y="2441"/>
                </a:lnTo>
                <a:lnTo>
                  <a:pt x="18233" y="2299"/>
                </a:lnTo>
                <a:lnTo>
                  <a:pt x="18321" y="2159"/>
                </a:lnTo>
                <a:lnTo>
                  <a:pt x="18509" y="1924"/>
                </a:lnTo>
                <a:lnTo>
                  <a:pt x="18597" y="1783"/>
                </a:lnTo>
                <a:lnTo>
                  <a:pt x="18735" y="1689"/>
                </a:lnTo>
                <a:lnTo>
                  <a:pt x="18823" y="1548"/>
                </a:lnTo>
                <a:lnTo>
                  <a:pt x="18911" y="1408"/>
                </a:lnTo>
                <a:lnTo>
                  <a:pt x="19011" y="1266"/>
                </a:lnTo>
                <a:lnTo>
                  <a:pt x="19237" y="1032"/>
                </a:lnTo>
                <a:lnTo>
                  <a:pt x="19325" y="892"/>
                </a:lnTo>
                <a:lnTo>
                  <a:pt x="19413" y="751"/>
                </a:lnTo>
                <a:lnTo>
                  <a:pt x="19602" y="516"/>
                </a:lnTo>
                <a:lnTo>
                  <a:pt x="19740" y="375"/>
                </a:lnTo>
                <a:lnTo>
                  <a:pt x="19828" y="235"/>
                </a:lnTo>
                <a:lnTo>
                  <a:pt x="20016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5701513" y="4499286"/>
            <a:ext cx="20016" cy="28386"/>
          </a:xfrm>
          <a:custGeom>
            <a:avLst/>
            <a:gdLst/>
            <a:ahLst/>
            <a:cxnLst/>
            <a:rect l="l" t="t" r="r" b="b"/>
            <a:pathLst>
              <a:path w="20016" h="28386">
                <a:moveTo>
                  <a:pt x="0" y="28386"/>
                </a:moveTo>
                <a:lnTo>
                  <a:pt x="87" y="28246"/>
                </a:lnTo>
                <a:lnTo>
                  <a:pt x="226" y="28106"/>
                </a:lnTo>
                <a:lnTo>
                  <a:pt x="414" y="27871"/>
                </a:lnTo>
                <a:lnTo>
                  <a:pt x="502" y="27730"/>
                </a:lnTo>
                <a:lnTo>
                  <a:pt x="590" y="27589"/>
                </a:lnTo>
                <a:lnTo>
                  <a:pt x="728" y="27449"/>
                </a:lnTo>
                <a:lnTo>
                  <a:pt x="816" y="27355"/>
                </a:lnTo>
                <a:lnTo>
                  <a:pt x="916" y="27213"/>
                </a:lnTo>
                <a:lnTo>
                  <a:pt x="1004" y="27073"/>
                </a:lnTo>
                <a:lnTo>
                  <a:pt x="1092" y="26933"/>
                </a:lnTo>
                <a:lnTo>
                  <a:pt x="1230" y="26791"/>
                </a:lnTo>
                <a:lnTo>
                  <a:pt x="1418" y="26557"/>
                </a:lnTo>
                <a:lnTo>
                  <a:pt x="1506" y="26416"/>
                </a:lnTo>
                <a:lnTo>
                  <a:pt x="1594" y="26275"/>
                </a:lnTo>
                <a:lnTo>
                  <a:pt x="1732" y="26134"/>
                </a:lnTo>
                <a:lnTo>
                  <a:pt x="1921" y="25900"/>
                </a:lnTo>
                <a:lnTo>
                  <a:pt x="2009" y="25760"/>
                </a:lnTo>
                <a:lnTo>
                  <a:pt x="2097" y="25618"/>
                </a:lnTo>
                <a:lnTo>
                  <a:pt x="2235" y="25478"/>
                </a:lnTo>
                <a:lnTo>
                  <a:pt x="2423" y="25243"/>
                </a:lnTo>
                <a:lnTo>
                  <a:pt x="2511" y="25102"/>
                </a:lnTo>
                <a:lnTo>
                  <a:pt x="2599" y="24961"/>
                </a:lnTo>
                <a:lnTo>
                  <a:pt x="2737" y="24821"/>
                </a:lnTo>
                <a:lnTo>
                  <a:pt x="2825" y="24680"/>
                </a:lnTo>
                <a:lnTo>
                  <a:pt x="2925" y="24539"/>
                </a:lnTo>
                <a:lnTo>
                  <a:pt x="3101" y="24305"/>
                </a:lnTo>
                <a:lnTo>
                  <a:pt x="3239" y="24163"/>
                </a:lnTo>
                <a:lnTo>
                  <a:pt x="3327" y="24023"/>
                </a:lnTo>
                <a:lnTo>
                  <a:pt x="3428" y="23883"/>
                </a:lnTo>
                <a:lnTo>
                  <a:pt x="3516" y="23741"/>
                </a:lnTo>
                <a:lnTo>
                  <a:pt x="3603" y="23601"/>
                </a:lnTo>
                <a:lnTo>
                  <a:pt x="3742" y="23507"/>
                </a:lnTo>
                <a:lnTo>
                  <a:pt x="3830" y="23366"/>
                </a:lnTo>
                <a:lnTo>
                  <a:pt x="3930" y="23226"/>
                </a:lnTo>
                <a:lnTo>
                  <a:pt x="4018" y="23084"/>
                </a:lnTo>
                <a:lnTo>
                  <a:pt x="4106" y="22944"/>
                </a:lnTo>
                <a:lnTo>
                  <a:pt x="4244" y="22804"/>
                </a:lnTo>
                <a:lnTo>
                  <a:pt x="4344" y="22662"/>
                </a:lnTo>
                <a:lnTo>
                  <a:pt x="4432" y="22522"/>
                </a:lnTo>
                <a:lnTo>
                  <a:pt x="4608" y="22287"/>
                </a:lnTo>
                <a:lnTo>
                  <a:pt x="4746" y="22146"/>
                </a:lnTo>
                <a:lnTo>
                  <a:pt x="4847" y="22005"/>
                </a:lnTo>
                <a:lnTo>
                  <a:pt x="4935" y="21865"/>
                </a:lnTo>
                <a:lnTo>
                  <a:pt x="5022" y="21723"/>
                </a:lnTo>
                <a:lnTo>
                  <a:pt x="5110" y="21583"/>
                </a:lnTo>
                <a:lnTo>
                  <a:pt x="5248" y="21443"/>
                </a:lnTo>
                <a:lnTo>
                  <a:pt x="5349" y="21301"/>
                </a:lnTo>
                <a:lnTo>
                  <a:pt x="5437" y="21161"/>
                </a:lnTo>
                <a:lnTo>
                  <a:pt x="5613" y="20926"/>
                </a:lnTo>
                <a:lnTo>
                  <a:pt x="5751" y="20785"/>
                </a:lnTo>
                <a:lnTo>
                  <a:pt x="5851" y="20645"/>
                </a:lnTo>
                <a:lnTo>
                  <a:pt x="5939" y="20504"/>
                </a:lnTo>
                <a:lnTo>
                  <a:pt x="6027" y="20363"/>
                </a:lnTo>
                <a:lnTo>
                  <a:pt x="6115" y="20222"/>
                </a:lnTo>
                <a:lnTo>
                  <a:pt x="6253" y="20082"/>
                </a:lnTo>
                <a:lnTo>
                  <a:pt x="6354" y="19940"/>
                </a:lnTo>
                <a:lnTo>
                  <a:pt x="6441" y="19800"/>
                </a:lnTo>
                <a:lnTo>
                  <a:pt x="6529" y="19660"/>
                </a:lnTo>
                <a:lnTo>
                  <a:pt x="6630" y="19518"/>
                </a:lnTo>
                <a:lnTo>
                  <a:pt x="6755" y="19378"/>
                </a:lnTo>
                <a:lnTo>
                  <a:pt x="6856" y="19237"/>
                </a:lnTo>
                <a:lnTo>
                  <a:pt x="6944" y="19096"/>
                </a:lnTo>
                <a:lnTo>
                  <a:pt x="7032" y="18955"/>
                </a:lnTo>
                <a:lnTo>
                  <a:pt x="7258" y="18721"/>
                </a:lnTo>
                <a:lnTo>
                  <a:pt x="7358" y="18581"/>
                </a:lnTo>
                <a:lnTo>
                  <a:pt x="7446" y="18439"/>
                </a:lnTo>
                <a:lnTo>
                  <a:pt x="7534" y="18299"/>
                </a:lnTo>
                <a:lnTo>
                  <a:pt x="7634" y="18158"/>
                </a:lnTo>
                <a:lnTo>
                  <a:pt x="7773" y="18017"/>
                </a:lnTo>
                <a:lnTo>
                  <a:pt x="7860" y="17876"/>
                </a:lnTo>
                <a:lnTo>
                  <a:pt x="7948" y="17736"/>
                </a:lnTo>
                <a:lnTo>
                  <a:pt x="8036" y="17594"/>
                </a:lnTo>
                <a:lnTo>
                  <a:pt x="8137" y="17454"/>
                </a:lnTo>
                <a:lnTo>
                  <a:pt x="8275" y="17314"/>
                </a:lnTo>
                <a:lnTo>
                  <a:pt x="8363" y="17172"/>
                </a:lnTo>
                <a:lnTo>
                  <a:pt x="8451" y="17032"/>
                </a:lnTo>
                <a:lnTo>
                  <a:pt x="8539" y="16891"/>
                </a:lnTo>
                <a:lnTo>
                  <a:pt x="8639" y="16750"/>
                </a:lnTo>
                <a:lnTo>
                  <a:pt x="8777" y="16609"/>
                </a:lnTo>
                <a:lnTo>
                  <a:pt x="8865" y="16469"/>
                </a:lnTo>
                <a:lnTo>
                  <a:pt x="8953" y="16328"/>
                </a:lnTo>
                <a:lnTo>
                  <a:pt x="9041" y="16187"/>
                </a:lnTo>
                <a:lnTo>
                  <a:pt x="9141" y="16047"/>
                </a:lnTo>
                <a:lnTo>
                  <a:pt x="9279" y="15905"/>
                </a:lnTo>
                <a:lnTo>
                  <a:pt x="9367" y="15765"/>
                </a:lnTo>
                <a:lnTo>
                  <a:pt x="9455" y="15625"/>
                </a:lnTo>
                <a:lnTo>
                  <a:pt x="9543" y="15483"/>
                </a:lnTo>
                <a:lnTo>
                  <a:pt x="9644" y="15343"/>
                </a:lnTo>
                <a:lnTo>
                  <a:pt x="9782" y="15202"/>
                </a:lnTo>
                <a:lnTo>
                  <a:pt x="9870" y="15061"/>
                </a:lnTo>
                <a:lnTo>
                  <a:pt x="9958" y="14920"/>
                </a:lnTo>
                <a:lnTo>
                  <a:pt x="10045" y="14732"/>
                </a:lnTo>
                <a:lnTo>
                  <a:pt x="10146" y="14592"/>
                </a:lnTo>
                <a:lnTo>
                  <a:pt x="10284" y="14450"/>
                </a:lnTo>
                <a:lnTo>
                  <a:pt x="10372" y="14310"/>
                </a:lnTo>
                <a:lnTo>
                  <a:pt x="10460" y="14170"/>
                </a:lnTo>
                <a:lnTo>
                  <a:pt x="10560" y="14028"/>
                </a:lnTo>
                <a:lnTo>
                  <a:pt x="10648" y="13888"/>
                </a:lnTo>
                <a:lnTo>
                  <a:pt x="10786" y="13747"/>
                </a:lnTo>
                <a:lnTo>
                  <a:pt x="10874" y="13606"/>
                </a:lnTo>
                <a:lnTo>
                  <a:pt x="10962" y="13465"/>
                </a:lnTo>
                <a:lnTo>
                  <a:pt x="11063" y="13325"/>
                </a:lnTo>
                <a:lnTo>
                  <a:pt x="11150" y="13183"/>
                </a:lnTo>
                <a:lnTo>
                  <a:pt x="11289" y="13043"/>
                </a:lnTo>
                <a:lnTo>
                  <a:pt x="11377" y="12903"/>
                </a:lnTo>
                <a:lnTo>
                  <a:pt x="11464" y="12761"/>
                </a:lnTo>
                <a:lnTo>
                  <a:pt x="11565" y="12621"/>
                </a:lnTo>
                <a:lnTo>
                  <a:pt x="11653" y="12433"/>
                </a:lnTo>
                <a:lnTo>
                  <a:pt x="11791" y="12293"/>
                </a:lnTo>
                <a:lnTo>
                  <a:pt x="11879" y="12152"/>
                </a:lnTo>
                <a:lnTo>
                  <a:pt x="11967" y="12011"/>
                </a:lnTo>
                <a:lnTo>
                  <a:pt x="12067" y="11870"/>
                </a:lnTo>
                <a:lnTo>
                  <a:pt x="12155" y="11730"/>
                </a:lnTo>
                <a:lnTo>
                  <a:pt x="12293" y="11588"/>
                </a:lnTo>
                <a:lnTo>
                  <a:pt x="12381" y="11448"/>
                </a:lnTo>
                <a:lnTo>
                  <a:pt x="12469" y="11308"/>
                </a:lnTo>
                <a:lnTo>
                  <a:pt x="12569" y="11166"/>
                </a:lnTo>
                <a:lnTo>
                  <a:pt x="12657" y="11026"/>
                </a:lnTo>
                <a:lnTo>
                  <a:pt x="12796" y="10838"/>
                </a:lnTo>
                <a:lnTo>
                  <a:pt x="12883" y="10697"/>
                </a:lnTo>
                <a:lnTo>
                  <a:pt x="12971" y="10557"/>
                </a:lnTo>
                <a:lnTo>
                  <a:pt x="13072" y="10415"/>
                </a:lnTo>
                <a:lnTo>
                  <a:pt x="13160" y="10275"/>
                </a:lnTo>
                <a:lnTo>
                  <a:pt x="13298" y="10135"/>
                </a:lnTo>
                <a:lnTo>
                  <a:pt x="13386" y="9993"/>
                </a:lnTo>
                <a:lnTo>
                  <a:pt x="13474" y="9853"/>
                </a:lnTo>
                <a:lnTo>
                  <a:pt x="13574" y="9665"/>
                </a:lnTo>
                <a:lnTo>
                  <a:pt x="13662" y="9524"/>
                </a:lnTo>
                <a:lnTo>
                  <a:pt x="13800" y="9383"/>
                </a:lnTo>
                <a:lnTo>
                  <a:pt x="13888" y="9242"/>
                </a:lnTo>
                <a:lnTo>
                  <a:pt x="13988" y="9102"/>
                </a:lnTo>
                <a:lnTo>
                  <a:pt x="14076" y="8960"/>
                </a:lnTo>
                <a:lnTo>
                  <a:pt x="14164" y="8820"/>
                </a:lnTo>
                <a:lnTo>
                  <a:pt x="14302" y="8632"/>
                </a:lnTo>
                <a:lnTo>
                  <a:pt x="14390" y="8492"/>
                </a:lnTo>
                <a:lnTo>
                  <a:pt x="14491" y="8351"/>
                </a:lnTo>
                <a:lnTo>
                  <a:pt x="14579" y="8210"/>
                </a:lnTo>
                <a:lnTo>
                  <a:pt x="14667" y="8070"/>
                </a:lnTo>
                <a:lnTo>
                  <a:pt x="14805" y="7929"/>
                </a:lnTo>
                <a:lnTo>
                  <a:pt x="14893" y="7741"/>
                </a:lnTo>
                <a:lnTo>
                  <a:pt x="14993" y="7601"/>
                </a:lnTo>
                <a:lnTo>
                  <a:pt x="15081" y="7459"/>
                </a:lnTo>
                <a:lnTo>
                  <a:pt x="15169" y="7319"/>
                </a:lnTo>
                <a:lnTo>
                  <a:pt x="15307" y="7179"/>
                </a:lnTo>
                <a:lnTo>
                  <a:pt x="15395" y="7037"/>
                </a:lnTo>
                <a:lnTo>
                  <a:pt x="15495" y="6849"/>
                </a:lnTo>
                <a:lnTo>
                  <a:pt x="15583" y="6709"/>
                </a:lnTo>
                <a:lnTo>
                  <a:pt x="15671" y="6568"/>
                </a:lnTo>
                <a:lnTo>
                  <a:pt x="15809" y="6427"/>
                </a:lnTo>
                <a:lnTo>
                  <a:pt x="15897" y="6286"/>
                </a:lnTo>
                <a:lnTo>
                  <a:pt x="15998" y="6098"/>
                </a:lnTo>
                <a:lnTo>
                  <a:pt x="16086" y="5958"/>
                </a:lnTo>
                <a:lnTo>
                  <a:pt x="16173" y="5818"/>
                </a:lnTo>
                <a:lnTo>
                  <a:pt x="16312" y="5676"/>
                </a:lnTo>
                <a:lnTo>
                  <a:pt x="16399" y="5536"/>
                </a:lnTo>
                <a:lnTo>
                  <a:pt x="16500" y="5348"/>
                </a:lnTo>
                <a:lnTo>
                  <a:pt x="16588" y="5207"/>
                </a:lnTo>
                <a:lnTo>
                  <a:pt x="16676" y="5067"/>
                </a:lnTo>
                <a:lnTo>
                  <a:pt x="16814" y="4925"/>
                </a:lnTo>
                <a:lnTo>
                  <a:pt x="16902" y="4785"/>
                </a:lnTo>
                <a:lnTo>
                  <a:pt x="17002" y="4597"/>
                </a:lnTo>
                <a:lnTo>
                  <a:pt x="17090" y="4457"/>
                </a:lnTo>
                <a:lnTo>
                  <a:pt x="17178" y="4315"/>
                </a:lnTo>
                <a:lnTo>
                  <a:pt x="17316" y="4175"/>
                </a:lnTo>
                <a:lnTo>
                  <a:pt x="17404" y="3987"/>
                </a:lnTo>
                <a:lnTo>
                  <a:pt x="17505" y="3847"/>
                </a:lnTo>
                <a:lnTo>
                  <a:pt x="17592" y="3706"/>
                </a:lnTo>
                <a:lnTo>
                  <a:pt x="17680" y="3565"/>
                </a:lnTo>
                <a:lnTo>
                  <a:pt x="17818" y="3378"/>
                </a:lnTo>
                <a:lnTo>
                  <a:pt x="17919" y="3236"/>
                </a:lnTo>
                <a:lnTo>
                  <a:pt x="18007" y="3096"/>
                </a:lnTo>
                <a:lnTo>
                  <a:pt x="18095" y="2956"/>
                </a:lnTo>
                <a:lnTo>
                  <a:pt x="18183" y="2768"/>
                </a:lnTo>
                <a:lnTo>
                  <a:pt x="18321" y="2626"/>
                </a:lnTo>
                <a:lnTo>
                  <a:pt x="18421" y="2486"/>
                </a:lnTo>
                <a:lnTo>
                  <a:pt x="18509" y="2345"/>
                </a:lnTo>
                <a:lnTo>
                  <a:pt x="18597" y="2157"/>
                </a:lnTo>
                <a:lnTo>
                  <a:pt x="18685" y="2017"/>
                </a:lnTo>
                <a:lnTo>
                  <a:pt x="18823" y="1875"/>
                </a:lnTo>
                <a:lnTo>
                  <a:pt x="18924" y="1735"/>
                </a:lnTo>
                <a:lnTo>
                  <a:pt x="19011" y="1547"/>
                </a:lnTo>
                <a:lnTo>
                  <a:pt x="19099" y="1407"/>
                </a:lnTo>
                <a:lnTo>
                  <a:pt x="19187" y="1266"/>
                </a:lnTo>
                <a:lnTo>
                  <a:pt x="19325" y="1125"/>
                </a:lnTo>
                <a:lnTo>
                  <a:pt x="19426" y="937"/>
                </a:lnTo>
                <a:lnTo>
                  <a:pt x="19514" y="796"/>
                </a:lnTo>
                <a:lnTo>
                  <a:pt x="19602" y="656"/>
                </a:lnTo>
                <a:lnTo>
                  <a:pt x="19690" y="468"/>
                </a:lnTo>
                <a:lnTo>
                  <a:pt x="19828" y="328"/>
                </a:lnTo>
                <a:lnTo>
                  <a:pt x="19928" y="186"/>
                </a:lnTo>
                <a:lnTo>
                  <a:pt x="20016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5721530" y="4466212"/>
            <a:ext cx="20016" cy="33074"/>
          </a:xfrm>
          <a:custGeom>
            <a:avLst/>
            <a:gdLst/>
            <a:ahLst/>
            <a:cxnLst/>
            <a:rect l="l" t="t" r="r" b="b"/>
            <a:pathLst>
              <a:path w="20016" h="33074">
                <a:moveTo>
                  <a:pt x="0" y="33074"/>
                </a:moveTo>
                <a:lnTo>
                  <a:pt x="87" y="32932"/>
                </a:lnTo>
                <a:lnTo>
                  <a:pt x="188" y="32792"/>
                </a:lnTo>
                <a:lnTo>
                  <a:pt x="313" y="32652"/>
                </a:lnTo>
                <a:lnTo>
                  <a:pt x="414" y="32464"/>
                </a:lnTo>
                <a:lnTo>
                  <a:pt x="502" y="32322"/>
                </a:lnTo>
                <a:lnTo>
                  <a:pt x="590" y="32182"/>
                </a:lnTo>
                <a:lnTo>
                  <a:pt x="690" y="31994"/>
                </a:lnTo>
                <a:lnTo>
                  <a:pt x="816" y="31853"/>
                </a:lnTo>
                <a:lnTo>
                  <a:pt x="916" y="31713"/>
                </a:lnTo>
                <a:lnTo>
                  <a:pt x="1004" y="31525"/>
                </a:lnTo>
                <a:lnTo>
                  <a:pt x="1092" y="31385"/>
                </a:lnTo>
                <a:lnTo>
                  <a:pt x="1192" y="31243"/>
                </a:lnTo>
                <a:lnTo>
                  <a:pt x="1331" y="31055"/>
                </a:lnTo>
                <a:lnTo>
                  <a:pt x="1418" y="30915"/>
                </a:lnTo>
                <a:lnTo>
                  <a:pt x="1506" y="30775"/>
                </a:lnTo>
                <a:lnTo>
                  <a:pt x="1594" y="30587"/>
                </a:lnTo>
                <a:lnTo>
                  <a:pt x="1695" y="30446"/>
                </a:lnTo>
                <a:lnTo>
                  <a:pt x="1833" y="30305"/>
                </a:lnTo>
                <a:lnTo>
                  <a:pt x="1921" y="30118"/>
                </a:lnTo>
                <a:lnTo>
                  <a:pt x="2009" y="29976"/>
                </a:lnTo>
                <a:lnTo>
                  <a:pt x="2097" y="29836"/>
                </a:lnTo>
                <a:lnTo>
                  <a:pt x="2197" y="29648"/>
                </a:lnTo>
                <a:lnTo>
                  <a:pt x="2335" y="29508"/>
                </a:lnTo>
                <a:lnTo>
                  <a:pt x="2423" y="29366"/>
                </a:lnTo>
                <a:lnTo>
                  <a:pt x="2511" y="29179"/>
                </a:lnTo>
                <a:lnTo>
                  <a:pt x="2599" y="29038"/>
                </a:lnTo>
                <a:lnTo>
                  <a:pt x="2699" y="28851"/>
                </a:lnTo>
                <a:lnTo>
                  <a:pt x="2837" y="28709"/>
                </a:lnTo>
                <a:lnTo>
                  <a:pt x="2925" y="28569"/>
                </a:lnTo>
                <a:lnTo>
                  <a:pt x="3013" y="28381"/>
                </a:lnTo>
                <a:lnTo>
                  <a:pt x="3101" y="28241"/>
                </a:lnTo>
                <a:lnTo>
                  <a:pt x="3202" y="28099"/>
                </a:lnTo>
                <a:lnTo>
                  <a:pt x="3340" y="27912"/>
                </a:lnTo>
                <a:lnTo>
                  <a:pt x="3428" y="27771"/>
                </a:lnTo>
                <a:lnTo>
                  <a:pt x="3516" y="27584"/>
                </a:lnTo>
                <a:lnTo>
                  <a:pt x="3603" y="27442"/>
                </a:lnTo>
                <a:lnTo>
                  <a:pt x="3704" y="27302"/>
                </a:lnTo>
                <a:lnTo>
                  <a:pt x="3842" y="27114"/>
                </a:lnTo>
                <a:lnTo>
                  <a:pt x="3930" y="26974"/>
                </a:lnTo>
                <a:lnTo>
                  <a:pt x="4018" y="26786"/>
                </a:lnTo>
                <a:lnTo>
                  <a:pt x="4118" y="26646"/>
                </a:lnTo>
                <a:lnTo>
                  <a:pt x="4206" y="26504"/>
                </a:lnTo>
                <a:lnTo>
                  <a:pt x="4344" y="26317"/>
                </a:lnTo>
                <a:lnTo>
                  <a:pt x="4432" y="26176"/>
                </a:lnTo>
                <a:lnTo>
                  <a:pt x="4520" y="25988"/>
                </a:lnTo>
                <a:lnTo>
                  <a:pt x="4621" y="25847"/>
                </a:lnTo>
                <a:lnTo>
                  <a:pt x="4709" y="25707"/>
                </a:lnTo>
                <a:lnTo>
                  <a:pt x="4847" y="25519"/>
                </a:lnTo>
                <a:lnTo>
                  <a:pt x="4935" y="25379"/>
                </a:lnTo>
                <a:lnTo>
                  <a:pt x="5022" y="25191"/>
                </a:lnTo>
                <a:lnTo>
                  <a:pt x="5123" y="25050"/>
                </a:lnTo>
                <a:lnTo>
                  <a:pt x="5211" y="24862"/>
                </a:lnTo>
                <a:lnTo>
                  <a:pt x="5349" y="24721"/>
                </a:lnTo>
                <a:lnTo>
                  <a:pt x="5437" y="24580"/>
                </a:lnTo>
                <a:lnTo>
                  <a:pt x="5525" y="24392"/>
                </a:lnTo>
                <a:lnTo>
                  <a:pt x="5625" y="24256"/>
                </a:lnTo>
                <a:lnTo>
                  <a:pt x="5713" y="24063"/>
                </a:lnTo>
                <a:lnTo>
                  <a:pt x="5851" y="23921"/>
                </a:lnTo>
                <a:lnTo>
                  <a:pt x="5939" y="23741"/>
                </a:lnTo>
                <a:lnTo>
                  <a:pt x="6027" y="23599"/>
                </a:lnTo>
                <a:lnTo>
                  <a:pt x="6128" y="23406"/>
                </a:lnTo>
                <a:lnTo>
                  <a:pt x="6215" y="23265"/>
                </a:lnTo>
                <a:lnTo>
                  <a:pt x="6354" y="23084"/>
                </a:lnTo>
                <a:lnTo>
                  <a:pt x="6441" y="22943"/>
                </a:lnTo>
                <a:lnTo>
                  <a:pt x="6529" y="22801"/>
                </a:lnTo>
                <a:lnTo>
                  <a:pt x="6630" y="22608"/>
                </a:lnTo>
                <a:lnTo>
                  <a:pt x="6718" y="22466"/>
                </a:lnTo>
                <a:lnTo>
                  <a:pt x="6856" y="22286"/>
                </a:lnTo>
                <a:lnTo>
                  <a:pt x="6944" y="22144"/>
                </a:lnTo>
                <a:lnTo>
                  <a:pt x="7032" y="21951"/>
                </a:lnTo>
                <a:lnTo>
                  <a:pt x="7132" y="21810"/>
                </a:lnTo>
                <a:lnTo>
                  <a:pt x="7220" y="21629"/>
                </a:lnTo>
                <a:lnTo>
                  <a:pt x="7358" y="21488"/>
                </a:lnTo>
                <a:lnTo>
                  <a:pt x="7446" y="21295"/>
                </a:lnTo>
                <a:lnTo>
                  <a:pt x="7534" y="21153"/>
                </a:lnTo>
                <a:lnTo>
                  <a:pt x="7634" y="20973"/>
                </a:lnTo>
                <a:lnTo>
                  <a:pt x="7722" y="20831"/>
                </a:lnTo>
                <a:lnTo>
                  <a:pt x="7860" y="20638"/>
                </a:lnTo>
                <a:lnTo>
                  <a:pt x="7948" y="20496"/>
                </a:lnTo>
                <a:lnTo>
                  <a:pt x="8049" y="20316"/>
                </a:lnTo>
                <a:lnTo>
                  <a:pt x="8137" y="20175"/>
                </a:lnTo>
                <a:lnTo>
                  <a:pt x="8225" y="19981"/>
                </a:lnTo>
                <a:lnTo>
                  <a:pt x="8363" y="19840"/>
                </a:lnTo>
                <a:lnTo>
                  <a:pt x="8451" y="19660"/>
                </a:lnTo>
                <a:lnTo>
                  <a:pt x="8551" y="19518"/>
                </a:lnTo>
                <a:lnTo>
                  <a:pt x="8639" y="19325"/>
                </a:lnTo>
                <a:lnTo>
                  <a:pt x="8727" y="19183"/>
                </a:lnTo>
                <a:lnTo>
                  <a:pt x="8865" y="19003"/>
                </a:lnTo>
                <a:lnTo>
                  <a:pt x="8953" y="18861"/>
                </a:lnTo>
                <a:lnTo>
                  <a:pt x="9053" y="18668"/>
                </a:lnTo>
                <a:lnTo>
                  <a:pt x="9141" y="18527"/>
                </a:lnTo>
                <a:lnTo>
                  <a:pt x="9229" y="18346"/>
                </a:lnTo>
                <a:lnTo>
                  <a:pt x="9367" y="18205"/>
                </a:lnTo>
                <a:lnTo>
                  <a:pt x="9455" y="18012"/>
                </a:lnTo>
                <a:lnTo>
                  <a:pt x="9556" y="17818"/>
                </a:lnTo>
                <a:lnTo>
                  <a:pt x="9644" y="17677"/>
                </a:lnTo>
                <a:lnTo>
                  <a:pt x="9731" y="17497"/>
                </a:lnTo>
                <a:lnTo>
                  <a:pt x="9870" y="17355"/>
                </a:lnTo>
                <a:lnTo>
                  <a:pt x="9958" y="17162"/>
                </a:lnTo>
                <a:lnTo>
                  <a:pt x="10058" y="17020"/>
                </a:lnTo>
                <a:lnTo>
                  <a:pt x="10146" y="16840"/>
                </a:lnTo>
                <a:lnTo>
                  <a:pt x="10234" y="16698"/>
                </a:lnTo>
                <a:lnTo>
                  <a:pt x="10372" y="16505"/>
                </a:lnTo>
                <a:lnTo>
                  <a:pt x="10460" y="16364"/>
                </a:lnTo>
                <a:lnTo>
                  <a:pt x="10560" y="16183"/>
                </a:lnTo>
                <a:lnTo>
                  <a:pt x="10648" y="15990"/>
                </a:lnTo>
                <a:lnTo>
                  <a:pt x="10736" y="15849"/>
                </a:lnTo>
                <a:lnTo>
                  <a:pt x="10874" y="15668"/>
                </a:lnTo>
                <a:lnTo>
                  <a:pt x="10962" y="15527"/>
                </a:lnTo>
                <a:lnTo>
                  <a:pt x="11063" y="15334"/>
                </a:lnTo>
                <a:lnTo>
                  <a:pt x="11150" y="15192"/>
                </a:lnTo>
                <a:lnTo>
                  <a:pt x="11238" y="15012"/>
                </a:lnTo>
                <a:lnTo>
                  <a:pt x="11377" y="14819"/>
                </a:lnTo>
                <a:lnTo>
                  <a:pt x="11477" y="14677"/>
                </a:lnTo>
                <a:lnTo>
                  <a:pt x="11565" y="14497"/>
                </a:lnTo>
                <a:lnTo>
                  <a:pt x="11653" y="14355"/>
                </a:lnTo>
                <a:lnTo>
                  <a:pt x="11741" y="14162"/>
                </a:lnTo>
                <a:lnTo>
                  <a:pt x="11879" y="13982"/>
                </a:lnTo>
                <a:lnTo>
                  <a:pt x="11979" y="13840"/>
                </a:lnTo>
                <a:lnTo>
                  <a:pt x="12067" y="13647"/>
                </a:lnTo>
                <a:lnTo>
                  <a:pt x="12155" y="13505"/>
                </a:lnTo>
                <a:lnTo>
                  <a:pt x="12243" y="13325"/>
                </a:lnTo>
                <a:lnTo>
                  <a:pt x="12381" y="13132"/>
                </a:lnTo>
                <a:lnTo>
                  <a:pt x="12482" y="12990"/>
                </a:lnTo>
                <a:lnTo>
                  <a:pt x="12569" y="12797"/>
                </a:lnTo>
                <a:lnTo>
                  <a:pt x="12657" y="12668"/>
                </a:lnTo>
                <a:lnTo>
                  <a:pt x="12745" y="12475"/>
                </a:lnTo>
                <a:lnTo>
                  <a:pt x="12883" y="12282"/>
                </a:lnTo>
                <a:lnTo>
                  <a:pt x="12984" y="12141"/>
                </a:lnTo>
                <a:lnTo>
                  <a:pt x="13072" y="11960"/>
                </a:lnTo>
                <a:lnTo>
                  <a:pt x="13160" y="11819"/>
                </a:lnTo>
                <a:lnTo>
                  <a:pt x="13248" y="11626"/>
                </a:lnTo>
                <a:lnTo>
                  <a:pt x="13386" y="11445"/>
                </a:lnTo>
                <a:lnTo>
                  <a:pt x="13486" y="11304"/>
                </a:lnTo>
                <a:lnTo>
                  <a:pt x="13574" y="11111"/>
                </a:lnTo>
                <a:lnTo>
                  <a:pt x="13662" y="10930"/>
                </a:lnTo>
                <a:lnTo>
                  <a:pt x="13762" y="10789"/>
                </a:lnTo>
                <a:lnTo>
                  <a:pt x="13888" y="10596"/>
                </a:lnTo>
                <a:lnTo>
                  <a:pt x="13988" y="10415"/>
                </a:lnTo>
                <a:lnTo>
                  <a:pt x="14076" y="10274"/>
                </a:lnTo>
                <a:lnTo>
                  <a:pt x="14164" y="10081"/>
                </a:lnTo>
                <a:lnTo>
                  <a:pt x="14265" y="9900"/>
                </a:lnTo>
                <a:lnTo>
                  <a:pt x="14390" y="9759"/>
                </a:lnTo>
                <a:lnTo>
                  <a:pt x="14491" y="9566"/>
                </a:lnTo>
                <a:lnTo>
                  <a:pt x="14579" y="9424"/>
                </a:lnTo>
                <a:lnTo>
                  <a:pt x="14667" y="9231"/>
                </a:lnTo>
                <a:lnTo>
                  <a:pt x="14767" y="9051"/>
                </a:lnTo>
                <a:lnTo>
                  <a:pt x="14893" y="8909"/>
                </a:lnTo>
                <a:lnTo>
                  <a:pt x="14993" y="8716"/>
                </a:lnTo>
                <a:lnTo>
                  <a:pt x="15081" y="8536"/>
                </a:lnTo>
                <a:lnTo>
                  <a:pt x="15169" y="8394"/>
                </a:lnTo>
                <a:lnTo>
                  <a:pt x="15269" y="8201"/>
                </a:lnTo>
                <a:lnTo>
                  <a:pt x="15407" y="8021"/>
                </a:lnTo>
                <a:lnTo>
                  <a:pt x="15495" y="7827"/>
                </a:lnTo>
                <a:lnTo>
                  <a:pt x="15583" y="7686"/>
                </a:lnTo>
                <a:lnTo>
                  <a:pt x="15671" y="7506"/>
                </a:lnTo>
                <a:lnTo>
                  <a:pt x="15772" y="7312"/>
                </a:lnTo>
                <a:lnTo>
                  <a:pt x="15910" y="7171"/>
                </a:lnTo>
                <a:lnTo>
                  <a:pt x="15998" y="6991"/>
                </a:lnTo>
                <a:lnTo>
                  <a:pt x="16086" y="6797"/>
                </a:lnTo>
                <a:lnTo>
                  <a:pt x="16173" y="6656"/>
                </a:lnTo>
                <a:lnTo>
                  <a:pt x="16274" y="6463"/>
                </a:lnTo>
                <a:lnTo>
                  <a:pt x="16412" y="6282"/>
                </a:lnTo>
                <a:lnTo>
                  <a:pt x="16500" y="6141"/>
                </a:lnTo>
                <a:lnTo>
                  <a:pt x="16588" y="5948"/>
                </a:lnTo>
                <a:lnTo>
                  <a:pt x="16676" y="5767"/>
                </a:lnTo>
                <a:lnTo>
                  <a:pt x="16776" y="5574"/>
                </a:lnTo>
                <a:lnTo>
                  <a:pt x="16914" y="5433"/>
                </a:lnTo>
                <a:lnTo>
                  <a:pt x="17002" y="5252"/>
                </a:lnTo>
                <a:lnTo>
                  <a:pt x="17090" y="5059"/>
                </a:lnTo>
                <a:lnTo>
                  <a:pt x="17178" y="4918"/>
                </a:lnTo>
                <a:lnTo>
                  <a:pt x="17279" y="4737"/>
                </a:lnTo>
                <a:lnTo>
                  <a:pt x="17417" y="4544"/>
                </a:lnTo>
                <a:lnTo>
                  <a:pt x="17505" y="4351"/>
                </a:lnTo>
                <a:lnTo>
                  <a:pt x="17592" y="4222"/>
                </a:lnTo>
                <a:lnTo>
                  <a:pt x="17693" y="4029"/>
                </a:lnTo>
                <a:lnTo>
                  <a:pt x="17781" y="3836"/>
                </a:lnTo>
                <a:lnTo>
                  <a:pt x="17919" y="3656"/>
                </a:lnTo>
                <a:lnTo>
                  <a:pt x="18007" y="3514"/>
                </a:lnTo>
                <a:lnTo>
                  <a:pt x="18095" y="3321"/>
                </a:lnTo>
                <a:lnTo>
                  <a:pt x="18195" y="3141"/>
                </a:lnTo>
                <a:lnTo>
                  <a:pt x="18283" y="2999"/>
                </a:lnTo>
                <a:lnTo>
                  <a:pt x="18421" y="2806"/>
                </a:lnTo>
                <a:lnTo>
                  <a:pt x="18509" y="2626"/>
                </a:lnTo>
                <a:lnTo>
                  <a:pt x="18597" y="2433"/>
                </a:lnTo>
                <a:lnTo>
                  <a:pt x="18697" y="2291"/>
                </a:lnTo>
                <a:lnTo>
                  <a:pt x="18785" y="2111"/>
                </a:lnTo>
                <a:lnTo>
                  <a:pt x="18924" y="1918"/>
                </a:lnTo>
                <a:lnTo>
                  <a:pt x="19011" y="1725"/>
                </a:lnTo>
                <a:lnTo>
                  <a:pt x="19099" y="1544"/>
                </a:lnTo>
                <a:lnTo>
                  <a:pt x="19200" y="1403"/>
                </a:lnTo>
                <a:lnTo>
                  <a:pt x="19288" y="1210"/>
                </a:lnTo>
                <a:lnTo>
                  <a:pt x="19426" y="1029"/>
                </a:lnTo>
                <a:lnTo>
                  <a:pt x="19514" y="836"/>
                </a:lnTo>
                <a:lnTo>
                  <a:pt x="19602" y="695"/>
                </a:lnTo>
                <a:lnTo>
                  <a:pt x="19702" y="514"/>
                </a:lnTo>
                <a:lnTo>
                  <a:pt x="19790" y="321"/>
                </a:lnTo>
                <a:lnTo>
                  <a:pt x="19928" y="128"/>
                </a:lnTo>
                <a:lnTo>
                  <a:pt x="20016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5741546" y="4428810"/>
            <a:ext cx="20016" cy="37401"/>
          </a:xfrm>
          <a:custGeom>
            <a:avLst/>
            <a:gdLst/>
            <a:ahLst/>
            <a:cxnLst/>
            <a:rect l="l" t="t" r="r" b="b"/>
            <a:pathLst>
              <a:path w="20016" h="37401">
                <a:moveTo>
                  <a:pt x="0" y="37401"/>
                </a:moveTo>
                <a:lnTo>
                  <a:pt x="87" y="37208"/>
                </a:lnTo>
                <a:lnTo>
                  <a:pt x="188" y="37015"/>
                </a:lnTo>
                <a:lnTo>
                  <a:pt x="276" y="36835"/>
                </a:lnTo>
                <a:lnTo>
                  <a:pt x="414" y="36642"/>
                </a:lnTo>
                <a:lnTo>
                  <a:pt x="502" y="36500"/>
                </a:lnTo>
                <a:lnTo>
                  <a:pt x="590" y="36320"/>
                </a:lnTo>
                <a:lnTo>
                  <a:pt x="690" y="36127"/>
                </a:lnTo>
                <a:lnTo>
                  <a:pt x="778" y="35946"/>
                </a:lnTo>
                <a:lnTo>
                  <a:pt x="916" y="35753"/>
                </a:lnTo>
                <a:lnTo>
                  <a:pt x="1004" y="35612"/>
                </a:lnTo>
                <a:lnTo>
                  <a:pt x="1092" y="35419"/>
                </a:lnTo>
                <a:lnTo>
                  <a:pt x="1192" y="35238"/>
                </a:lnTo>
                <a:lnTo>
                  <a:pt x="1280" y="35045"/>
                </a:lnTo>
                <a:lnTo>
                  <a:pt x="1418" y="34865"/>
                </a:lnTo>
                <a:lnTo>
                  <a:pt x="1506" y="34672"/>
                </a:lnTo>
                <a:lnTo>
                  <a:pt x="1607" y="34530"/>
                </a:lnTo>
                <a:lnTo>
                  <a:pt x="1695" y="34350"/>
                </a:lnTo>
                <a:lnTo>
                  <a:pt x="1783" y="34157"/>
                </a:lnTo>
                <a:lnTo>
                  <a:pt x="1921" y="33964"/>
                </a:lnTo>
                <a:lnTo>
                  <a:pt x="2009" y="33783"/>
                </a:lnTo>
                <a:lnTo>
                  <a:pt x="2109" y="33642"/>
                </a:lnTo>
                <a:lnTo>
                  <a:pt x="2197" y="33449"/>
                </a:lnTo>
                <a:lnTo>
                  <a:pt x="2285" y="33268"/>
                </a:lnTo>
                <a:lnTo>
                  <a:pt x="2423" y="33075"/>
                </a:lnTo>
                <a:lnTo>
                  <a:pt x="2511" y="32895"/>
                </a:lnTo>
                <a:lnTo>
                  <a:pt x="2611" y="32702"/>
                </a:lnTo>
                <a:lnTo>
                  <a:pt x="2699" y="32522"/>
                </a:lnTo>
                <a:lnTo>
                  <a:pt x="2787" y="32380"/>
                </a:lnTo>
                <a:lnTo>
                  <a:pt x="2925" y="32187"/>
                </a:lnTo>
                <a:lnTo>
                  <a:pt x="3013" y="31994"/>
                </a:lnTo>
                <a:lnTo>
                  <a:pt x="3114" y="31814"/>
                </a:lnTo>
                <a:lnTo>
                  <a:pt x="3202" y="31620"/>
                </a:lnTo>
                <a:lnTo>
                  <a:pt x="3290" y="31440"/>
                </a:lnTo>
                <a:lnTo>
                  <a:pt x="3428" y="31299"/>
                </a:lnTo>
                <a:lnTo>
                  <a:pt x="3516" y="31105"/>
                </a:lnTo>
                <a:lnTo>
                  <a:pt x="3616" y="30925"/>
                </a:lnTo>
                <a:lnTo>
                  <a:pt x="3704" y="30732"/>
                </a:lnTo>
                <a:lnTo>
                  <a:pt x="3792" y="30539"/>
                </a:lnTo>
                <a:lnTo>
                  <a:pt x="3930" y="30359"/>
                </a:lnTo>
                <a:lnTo>
                  <a:pt x="4018" y="30166"/>
                </a:lnTo>
                <a:lnTo>
                  <a:pt x="4118" y="29985"/>
                </a:lnTo>
                <a:lnTo>
                  <a:pt x="4206" y="29844"/>
                </a:lnTo>
                <a:lnTo>
                  <a:pt x="4294" y="29651"/>
                </a:lnTo>
                <a:lnTo>
                  <a:pt x="4432" y="29470"/>
                </a:lnTo>
                <a:lnTo>
                  <a:pt x="4520" y="29277"/>
                </a:lnTo>
                <a:lnTo>
                  <a:pt x="4621" y="29084"/>
                </a:lnTo>
                <a:lnTo>
                  <a:pt x="4709" y="28904"/>
                </a:lnTo>
                <a:lnTo>
                  <a:pt x="4796" y="28711"/>
                </a:lnTo>
                <a:lnTo>
                  <a:pt x="4935" y="28530"/>
                </a:lnTo>
                <a:lnTo>
                  <a:pt x="5035" y="28337"/>
                </a:lnTo>
                <a:lnTo>
                  <a:pt x="5123" y="28196"/>
                </a:lnTo>
                <a:lnTo>
                  <a:pt x="5211" y="28015"/>
                </a:lnTo>
                <a:lnTo>
                  <a:pt x="5299" y="27822"/>
                </a:lnTo>
                <a:lnTo>
                  <a:pt x="5437" y="27629"/>
                </a:lnTo>
                <a:lnTo>
                  <a:pt x="5537" y="27449"/>
                </a:lnTo>
                <a:lnTo>
                  <a:pt x="5625" y="27256"/>
                </a:lnTo>
                <a:lnTo>
                  <a:pt x="5713" y="27076"/>
                </a:lnTo>
                <a:lnTo>
                  <a:pt x="5801" y="26882"/>
                </a:lnTo>
                <a:lnTo>
                  <a:pt x="5939" y="26702"/>
                </a:lnTo>
                <a:lnTo>
                  <a:pt x="6040" y="26509"/>
                </a:lnTo>
                <a:lnTo>
                  <a:pt x="6128" y="26316"/>
                </a:lnTo>
                <a:lnTo>
                  <a:pt x="6215" y="26187"/>
                </a:lnTo>
                <a:lnTo>
                  <a:pt x="6303" y="25994"/>
                </a:lnTo>
                <a:lnTo>
                  <a:pt x="6441" y="25801"/>
                </a:lnTo>
                <a:lnTo>
                  <a:pt x="6542" y="25621"/>
                </a:lnTo>
                <a:lnTo>
                  <a:pt x="6630" y="25428"/>
                </a:lnTo>
                <a:lnTo>
                  <a:pt x="6718" y="25247"/>
                </a:lnTo>
                <a:lnTo>
                  <a:pt x="6806" y="25054"/>
                </a:lnTo>
                <a:lnTo>
                  <a:pt x="6944" y="24861"/>
                </a:lnTo>
                <a:lnTo>
                  <a:pt x="7044" y="24681"/>
                </a:lnTo>
                <a:lnTo>
                  <a:pt x="7132" y="24488"/>
                </a:lnTo>
                <a:lnTo>
                  <a:pt x="7220" y="24307"/>
                </a:lnTo>
                <a:lnTo>
                  <a:pt x="7308" y="24114"/>
                </a:lnTo>
                <a:lnTo>
                  <a:pt x="7446" y="23934"/>
                </a:lnTo>
                <a:lnTo>
                  <a:pt x="7547" y="23741"/>
                </a:lnTo>
                <a:lnTo>
                  <a:pt x="7634" y="23548"/>
                </a:lnTo>
                <a:lnTo>
                  <a:pt x="7722" y="23368"/>
                </a:lnTo>
                <a:lnTo>
                  <a:pt x="7823" y="23174"/>
                </a:lnTo>
                <a:lnTo>
                  <a:pt x="7948" y="22994"/>
                </a:lnTo>
                <a:lnTo>
                  <a:pt x="8049" y="22853"/>
                </a:lnTo>
                <a:lnTo>
                  <a:pt x="8137" y="22659"/>
                </a:lnTo>
                <a:lnTo>
                  <a:pt x="8225" y="22479"/>
                </a:lnTo>
                <a:lnTo>
                  <a:pt x="8325" y="22286"/>
                </a:lnTo>
                <a:lnTo>
                  <a:pt x="8451" y="22093"/>
                </a:lnTo>
                <a:lnTo>
                  <a:pt x="8551" y="21913"/>
                </a:lnTo>
                <a:lnTo>
                  <a:pt x="8639" y="21720"/>
                </a:lnTo>
                <a:lnTo>
                  <a:pt x="8727" y="21539"/>
                </a:lnTo>
                <a:lnTo>
                  <a:pt x="8827" y="21346"/>
                </a:lnTo>
                <a:lnTo>
                  <a:pt x="8965" y="21166"/>
                </a:lnTo>
                <a:lnTo>
                  <a:pt x="9053" y="20973"/>
                </a:lnTo>
                <a:lnTo>
                  <a:pt x="9141" y="20780"/>
                </a:lnTo>
                <a:lnTo>
                  <a:pt x="9229" y="20599"/>
                </a:lnTo>
                <a:lnTo>
                  <a:pt x="9330" y="20406"/>
                </a:lnTo>
                <a:lnTo>
                  <a:pt x="9468" y="20226"/>
                </a:lnTo>
                <a:lnTo>
                  <a:pt x="9556" y="20033"/>
                </a:lnTo>
                <a:lnTo>
                  <a:pt x="9644" y="19853"/>
                </a:lnTo>
                <a:lnTo>
                  <a:pt x="9731" y="19660"/>
                </a:lnTo>
                <a:lnTo>
                  <a:pt x="9832" y="19466"/>
                </a:lnTo>
                <a:lnTo>
                  <a:pt x="9970" y="19286"/>
                </a:lnTo>
                <a:lnTo>
                  <a:pt x="10058" y="19093"/>
                </a:lnTo>
                <a:lnTo>
                  <a:pt x="10146" y="18913"/>
                </a:lnTo>
                <a:lnTo>
                  <a:pt x="10234" y="18720"/>
                </a:lnTo>
                <a:lnTo>
                  <a:pt x="10334" y="18527"/>
                </a:lnTo>
                <a:lnTo>
                  <a:pt x="10472" y="18346"/>
                </a:lnTo>
                <a:lnTo>
                  <a:pt x="10560" y="18153"/>
                </a:lnTo>
                <a:lnTo>
                  <a:pt x="10648" y="17973"/>
                </a:lnTo>
                <a:lnTo>
                  <a:pt x="10736" y="17780"/>
                </a:lnTo>
                <a:lnTo>
                  <a:pt x="10837" y="17600"/>
                </a:lnTo>
                <a:lnTo>
                  <a:pt x="10975" y="17406"/>
                </a:lnTo>
                <a:lnTo>
                  <a:pt x="11063" y="17213"/>
                </a:lnTo>
                <a:lnTo>
                  <a:pt x="11150" y="17033"/>
                </a:lnTo>
                <a:lnTo>
                  <a:pt x="11251" y="16840"/>
                </a:lnTo>
                <a:lnTo>
                  <a:pt x="11339" y="16660"/>
                </a:lnTo>
                <a:lnTo>
                  <a:pt x="11477" y="16467"/>
                </a:lnTo>
                <a:lnTo>
                  <a:pt x="11565" y="16286"/>
                </a:lnTo>
                <a:lnTo>
                  <a:pt x="11653" y="16042"/>
                </a:lnTo>
                <a:lnTo>
                  <a:pt x="11753" y="15861"/>
                </a:lnTo>
                <a:lnTo>
                  <a:pt x="11841" y="15668"/>
                </a:lnTo>
                <a:lnTo>
                  <a:pt x="11979" y="15488"/>
                </a:lnTo>
                <a:lnTo>
                  <a:pt x="12067" y="15295"/>
                </a:lnTo>
                <a:lnTo>
                  <a:pt x="12155" y="15102"/>
                </a:lnTo>
                <a:lnTo>
                  <a:pt x="12256" y="14922"/>
                </a:lnTo>
                <a:lnTo>
                  <a:pt x="12343" y="14728"/>
                </a:lnTo>
                <a:lnTo>
                  <a:pt x="12482" y="14548"/>
                </a:lnTo>
                <a:lnTo>
                  <a:pt x="12569" y="14355"/>
                </a:lnTo>
                <a:lnTo>
                  <a:pt x="12657" y="14175"/>
                </a:lnTo>
                <a:lnTo>
                  <a:pt x="12758" y="13982"/>
                </a:lnTo>
                <a:lnTo>
                  <a:pt x="12846" y="13789"/>
                </a:lnTo>
                <a:lnTo>
                  <a:pt x="12984" y="13608"/>
                </a:lnTo>
                <a:lnTo>
                  <a:pt x="13072" y="13415"/>
                </a:lnTo>
                <a:lnTo>
                  <a:pt x="13160" y="13235"/>
                </a:lnTo>
                <a:lnTo>
                  <a:pt x="13260" y="13042"/>
                </a:lnTo>
                <a:lnTo>
                  <a:pt x="13348" y="12810"/>
                </a:lnTo>
                <a:lnTo>
                  <a:pt x="13486" y="12617"/>
                </a:lnTo>
                <a:lnTo>
                  <a:pt x="13574" y="12437"/>
                </a:lnTo>
                <a:lnTo>
                  <a:pt x="13662" y="12244"/>
                </a:lnTo>
                <a:lnTo>
                  <a:pt x="13762" y="12063"/>
                </a:lnTo>
                <a:lnTo>
                  <a:pt x="13850" y="11870"/>
                </a:lnTo>
                <a:lnTo>
                  <a:pt x="13988" y="11677"/>
                </a:lnTo>
                <a:lnTo>
                  <a:pt x="14076" y="11497"/>
                </a:lnTo>
                <a:lnTo>
                  <a:pt x="14164" y="11304"/>
                </a:lnTo>
                <a:lnTo>
                  <a:pt x="14265" y="11123"/>
                </a:lnTo>
                <a:lnTo>
                  <a:pt x="14353" y="10930"/>
                </a:lnTo>
                <a:lnTo>
                  <a:pt x="14491" y="10737"/>
                </a:lnTo>
                <a:lnTo>
                  <a:pt x="14579" y="10505"/>
                </a:lnTo>
                <a:lnTo>
                  <a:pt x="14667" y="10325"/>
                </a:lnTo>
                <a:lnTo>
                  <a:pt x="14767" y="10132"/>
                </a:lnTo>
                <a:lnTo>
                  <a:pt x="14855" y="9952"/>
                </a:lnTo>
                <a:lnTo>
                  <a:pt x="14993" y="9759"/>
                </a:lnTo>
                <a:lnTo>
                  <a:pt x="15081" y="9566"/>
                </a:lnTo>
                <a:lnTo>
                  <a:pt x="15181" y="9385"/>
                </a:lnTo>
                <a:lnTo>
                  <a:pt x="15269" y="9192"/>
                </a:lnTo>
                <a:lnTo>
                  <a:pt x="15357" y="9012"/>
                </a:lnTo>
                <a:lnTo>
                  <a:pt x="15495" y="8767"/>
                </a:lnTo>
                <a:lnTo>
                  <a:pt x="15583" y="8587"/>
                </a:lnTo>
                <a:lnTo>
                  <a:pt x="15684" y="8394"/>
                </a:lnTo>
                <a:lnTo>
                  <a:pt x="15772" y="8214"/>
                </a:lnTo>
                <a:lnTo>
                  <a:pt x="15860" y="8021"/>
                </a:lnTo>
                <a:lnTo>
                  <a:pt x="15998" y="7840"/>
                </a:lnTo>
                <a:lnTo>
                  <a:pt x="16086" y="7647"/>
                </a:lnTo>
                <a:lnTo>
                  <a:pt x="16186" y="7454"/>
                </a:lnTo>
                <a:lnTo>
                  <a:pt x="16274" y="7222"/>
                </a:lnTo>
                <a:lnTo>
                  <a:pt x="16362" y="7042"/>
                </a:lnTo>
                <a:lnTo>
                  <a:pt x="16500" y="6849"/>
                </a:lnTo>
                <a:lnTo>
                  <a:pt x="16588" y="6656"/>
                </a:lnTo>
                <a:lnTo>
                  <a:pt x="16688" y="6476"/>
                </a:lnTo>
                <a:lnTo>
                  <a:pt x="16776" y="6282"/>
                </a:lnTo>
                <a:lnTo>
                  <a:pt x="16864" y="6102"/>
                </a:lnTo>
                <a:lnTo>
                  <a:pt x="17002" y="5858"/>
                </a:lnTo>
                <a:lnTo>
                  <a:pt x="17090" y="5677"/>
                </a:lnTo>
                <a:lnTo>
                  <a:pt x="17191" y="5484"/>
                </a:lnTo>
                <a:lnTo>
                  <a:pt x="17278" y="5304"/>
                </a:lnTo>
                <a:lnTo>
                  <a:pt x="17366" y="5111"/>
                </a:lnTo>
                <a:lnTo>
                  <a:pt x="17505" y="4931"/>
                </a:lnTo>
                <a:lnTo>
                  <a:pt x="17592" y="4686"/>
                </a:lnTo>
                <a:lnTo>
                  <a:pt x="17693" y="4506"/>
                </a:lnTo>
                <a:lnTo>
                  <a:pt x="17781" y="4313"/>
                </a:lnTo>
                <a:lnTo>
                  <a:pt x="17869" y="4132"/>
                </a:lnTo>
                <a:lnTo>
                  <a:pt x="18007" y="3939"/>
                </a:lnTo>
                <a:lnTo>
                  <a:pt x="18095" y="3746"/>
                </a:lnTo>
                <a:lnTo>
                  <a:pt x="18195" y="3514"/>
                </a:lnTo>
                <a:lnTo>
                  <a:pt x="18283" y="3334"/>
                </a:lnTo>
                <a:lnTo>
                  <a:pt x="18371" y="3141"/>
                </a:lnTo>
                <a:lnTo>
                  <a:pt x="18509" y="2961"/>
                </a:lnTo>
                <a:lnTo>
                  <a:pt x="18610" y="2768"/>
                </a:lnTo>
                <a:lnTo>
                  <a:pt x="18697" y="2574"/>
                </a:lnTo>
                <a:lnTo>
                  <a:pt x="18785" y="2343"/>
                </a:lnTo>
                <a:lnTo>
                  <a:pt x="18873" y="2162"/>
                </a:lnTo>
                <a:lnTo>
                  <a:pt x="19011" y="1969"/>
                </a:lnTo>
                <a:lnTo>
                  <a:pt x="19112" y="1776"/>
                </a:lnTo>
                <a:lnTo>
                  <a:pt x="19200" y="1596"/>
                </a:lnTo>
                <a:lnTo>
                  <a:pt x="19288" y="1364"/>
                </a:lnTo>
                <a:lnTo>
                  <a:pt x="19376" y="1171"/>
                </a:lnTo>
                <a:lnTo>
                  <a:pt x="19514" y="978"/>
                </a:lnTo>
                <a:lnTo>
                  <a:pt x="19614" y="798"/>
                </a:lnTo>
                <a:lnTo>
                  <a:pt x="19702" y="605"/>
                </a:lnTo>
                <a:lnTo>
                  <a:pt x="19790" y="373"/>
                </a:lnTo>
                <a:lnTo>
                  <a:pt x="19878" y="180"/>
                </a:lnTo>
                <a:lnTo>
                  <a:pt x="20016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5761563" y="4387752"/>
            <a:ext cx="20029" cy="41058"/>
          </a:xfrm>
          <a:custGeom>
            <a:avLst/>
            <a:gdLst/>
            <a:ahLst/>
            <a:cxnLst/>
            <a:rect l="l" t="t" r="r" b="b"/>
            <a:pathLst>
              <a:path w="20029" h="41058">
                <a:moveTo>
                  <a:pt x="0" y="41058"/>
                </a:moveTo>
                <a:lnTo>
                  <a:pt x="100" y="40865"/>
                </a:lnTo>
                <a:lnTo>
                  <a:pt x="188" y="40684"/>
                </a:lnTo>
                <a:lnTo>
                  <a:pt x="276" y="40453"/>
                </a:lnTo>
                <a:lnTo>
                  <a:pt x="364" y="40260"/>
                </a:lnTo>
                <a:lnTo>
                  <a:pt x="502" y="40066"/>
                </a:lnTo>
                <a:lnTo>
                  <a:pt x="602" y="39886"/>
                </a:lnTo>
                <a:lnTo>
                  <a:pt x="690" y="39693"/>
                </a:lnTo>
                <a:lnTo>
                  <a:pt x="778" y="39461"/>
                </a:lnTo>
                <a:lnTo>
                  <a:pt x="866" y="39268"/>
                </a:lnTo>
                <a:lnTo>
                  <a:pt x="1004" y="39088"/>
                </a:lnTo>
                <a:lnTo>
                  <a:pt x="1105" y="38895"/>
                </a:lnTo>
                <a:lnTo>
                  <a:pt x="1192" y="38663"/>
                </a:lnTo>
                <a:lnTo>
                  <a:pt x="1280" y="38470"/>
                </a:lnTo>
                <a:lnTo>
                  <a:pt x="1381" y="38290"/>
                </a:lnTo>
                <a:lnTo>
                  <a:pt x="1506" y="38097"/>
                </a:lnTo>
                <a:lnTo>
                  <a:pt x="1607" y="37865"/>
                </a:lnTo>
                <a:lnTo>
                  <a:pt x="1695" y="37685"/>
                </a:lnTo>
                <a:lnTo>
                  <a:pt x="1783" y="37491"/>
                </a:lnTo>
                <a:lnTo>
                  <a:pt x="1883" y="37298"/>
                </a:lnTo>
                <a:lnTo>
                  <a:pt x="2009" y="37067"/>
                </a:lnTo>
                <a:lnTo>
                  <a:pt x="2109" y="36886"/>
                </a:lnTo>
                <a:lnTo>
                  <a:pt x="2197" y="36693"/>
                </a:lnTo>
                <a:lnTo>
                  <a:pt x="2285" y="36500"/>
                </a:lnTo>
                <a:lnTo>
                  <a:pt x="2385" y="36268"/>
                </a:lnTo>
                <a:lnTo>
                  <a:pt x="2524" y="36088"/>
                </a:lnTo>
                <a:lnTo>
                  <a:pt x="2611" y="35895"/>
                </a:lnTo>
                <a:lnTo>
                  <a:pt x="2699" y="35702"/>
                </a:lnTo>
                <a:lnTo>
                  <a:pt x="2787" y="35470"/>
                </a:lnTo>
                <a:lnTo>
                  <a:pt x="2888" y="35290"/>
                </a:lnTo>
                <a:lnTo>
                  <a:pt x="3026" y="35097"/>
                </a:lnTo>
                <a:lnTo>
                  <a:pt x="3114" y="34904"/>
                </a:lnTo>
                <a:lnTo>
                  <a:pt x="3202" y="34672"/>
                </a:lnTo>
                <a:lnTo>
                  <a:pt x="3290" y="34492"/>
                </a:lnTo>
                <a:lnTo>
                  <a:pt x="3390" y="34298"/>
                </a:lnTo>
                <a:lnTo>
                  <a:pt x="3528" y="34067"/>
                </a:lnTo>
                <a:lnTo>
                  <a:pt x="3616" y="33874"/>
                </a:lnTo>
                <a:lnTo>
                  <a:pt x="3704" y="33693"/>
                </a:lnTo>
                <a:lnTo>
                  <a:pt x="3792" y="33500"/>
                </a:lnTo>
                <a:lnTo>
                  <a:pt x="3892" y="33268"/>
                </a:lnTo>
                <a:lnTo>
                  <a:pt x="4030" y="33075"/>
                </a:lnTo>
                <a:lnTo>
                  <a:pt x="4118" y="32895"/>
                </a:lnTo>
                <a:lnTo>
                  <a:pt x="4206" y="32663"/>
                </a:lnTo>
                <a:lnTo>
                  <a:pt x="4294" y="32470"/>
                </a:lnTo>
                <a:lnTo>
                  <a:pt x="4395" y="32277"/>
                </a:lnTo>
                <a:lnTo>
                  <a:pt x="4533" y="32097"/>
                </a:lnTo>
                <a:lnTo>
                  <a:pt x="4621" y="31865"/>
                </a:lnTo>
                <a:lnTo>
                  <a:pt x="4709" y="31672"/>
                </a:lnTo>
                <a:lnTo>
                  <a:pt x="4809" y="31479"/>
                </a:lnTo>
                <a:lnTo>
                  <a:pt x="4897" y="31247"/>
                </a:lnTo>
                <a:lnTo>
                  <a:pt x="5035" y="31067"/>
                </a:lnTo>
                <a:lnTo>
                  <a:pt x="5123" y="30874"/>
                </a:lnTo>
                <a:lnTo>
                  <a:pt x="5211" y="30642"/>
                </a:lnTo>
                <a:lnTo>
                  <a:pt x="5311" y="30449"/>
                </a:lnTo>
                <a:lnTo>
                  <a:pt x="5399" y="30269"/>
                </a:lnTo>
                <a:lnTo>
                  <a:pt x="5537" y="30075"/>
                </a:lnTo>
                <a:lnTo>
                  <a:pt x="5625" y="29844"/>
                </a:lnTo>
                <a:lnTo>
                  <a:pt x="5713" y="29651"/>
                </a:lnTo>
                <a:lnTo>
                  <a:pt x="5814" y="29470"/>
                </a:lnTo>
                <a:lnTo>
                  <a:pt x="5901" y="29239"/>
                </a:lnTo>
                <a:lnTo>
                  <a:pt x="6040" y="29045"/>
                </a:lnTo>
                <a:lnTo>
                  <a:pt x="6128" y="28852"/>
                </a:lnTo>
                <a:lnTo>
                  <a:pt x="6215" y="28621"/>
                </a:lnTo>
                <a:lnTo>
                  <a:pt x="6316" y="28440"/>
                </a:lnTo>
                <a:lnTo>
                  <a:pt x="6404" y="28247"/>
                </a:lnTo>
                <a:lnTo>
                  <a:pt x="6542" y="28015"/>
                </a:lnTo>
                <a:lnTo>
                  <a:pt x="6630" y="27822"/>
                </a:lnTo>
                <a:lnTo>
                  <a:pt x="6718" y="27642"/>
                </a:lnTo>
                <a:lnTo>
                  <a:pt x="6818" y="27397"/>
                </a:lnTo>
                <a:lnTo>
                  <a:pt x="6906" y="27217"/>
                </a:lnTo>
                <a:lnTo>
                  <a:pt x="7044" y="27024"/>
                </a:lnTo>
                <a:lnTo>
                  <a:pt x="7132" y="26792"/>
                </a:lnTo>
                <a:lnTo>
                  <a:pt x="7220" y="26599"/>
                </a:lnTo>
                <a:lnTo>
                  <a:pt x="7320" y="26419"/>
                </a:lnTo>
                <a:lnTo>
                  <a:pt x="7408" y="26187"/>
                </a:lnTo>
                <a:lnTo>
                  <a:pt x="7547" y="25994"/>
                </a:lnTo>
                <a:lnTo>
                  <a:pt x="7634" y="25801"/>
                </a:lnTo>
                <a:lnTo>
                  <a:pt x="7722" y="25569"/>
                </a:lnTo>
                <a:lnTo>
                  <a:pt x="7823" y="25389"/>
                </a:lnTo>
                <a:lnTo>
                  <a:pt x="7911" y="25144"/>
                </a:lnTo>
                <a:lnTo>
                  <a:pt x="8049" y="24964"/>
                </a:lnTo>
                <a:lnTo>
                  <a:pt x="8137" y="24771"/>
                </a:lnTo>
                <a:lnTo>
                  <a:pt x="8225" y="24539"/>
                </a:lnTo>
                <a:lnTo>
                  <a:pt x="8325" y="24346"/>
                </a:lnTo>
                <a:lnTo>
                  <a:pt x="8413" y="24166"/>
                </a:lnTo>
                <a:lnTo>
                  <a:pt x="8551" y="23934"/>
                </a:lnTo>
                <a:lnTo>
                  <a:pt x="8639" y="23741"/>
                </a:lnTo>
                <a:lnTo>
                  <a:pt x="8739" y="23509"/>
                </a:lnTo>
                <a:lnTo>
                  <a:pt x="8827" y="23316"/>
                </a:lnTo>
                <a:lnTo>
                  <a:pt x="8915" y="23136"/>
                </a:lnTo>
                <a:lnTo>
                  <a:pt x="9053" y="22904"/>
                </a:lnTo>
                <a:lnTo>
                  <a:pt x="9141" y="22711"/>
                </a:lnTo>
                <a:lnTo>
                  <a:pt x="9242" y="22518"/>
                </a:lnTo>
                <a:lnTo>
                  <a:pt x="9330" y="22286"/>
                </a:lnTo>
                <a:lnTo>
                  <a:pt x="9418" y="22106"/>
                </a:lnTo>
                <a:lnTo>
                  <a:pt x="9556" y="21861"/>
                </a:lnTo>
                <a:lnTo>
                  <a:pt x="9644" y="21681"/>
                </a:lnTo>
                <a:lnTo>
                  <a:pt x="9744" y="21488"/>
                </a:lnTo>
                <a:lnTo>
                  <a:pt x="9832" y="21256"/>
                </a:lnTo>
                <a:lnTo>
                  <a:pt x="9920" y="21063"/>
                </a:lnTo>
                <a:lnTo>
                  <a:pt x="10058" y="20831"/>
                </a:lnTo>
                <a:lnTo>
                  <a:pt x="10146" y="20651"/>
                </a:lnTo>
                <a:lnTo>
                  <a:pt x="10246" y="20458"/>
                </a:lnTo>
                <a:lnTo>
                  <a:pt x="10334" y="20226"/>
                </a:lnTo>
                <a:lnTo>
                  <a:pt x="10422" y="20033"/>
                </a:lnTo>
                <a:lnTo>
                  <a:pt x="10560" y="19801"/>
                </a:lnTo>
                <a:lnTo>
                  <a:pt x="10648" y="19608"/>
                </a:lnTo>
                <a:lnTo>
                  <a:pt x="10749" y="19428"/>
                </a:lnTo>
                <a:lnTo>
                  <a:pt x="10837" y="19196"/>
                </a:lnTo>
                <a:lnTo>
                  <a:pt x="10924" y="19003"/>
                </a:lnTo>
                <a:lnTo>
                  <a:pt x="11063" y="18771"/>
                </a:lnTo>
                <a:lnTo>
                  <a:pt x="11150" y="18578"/>
                </a:lnTo>
                <a:lnTo>
                  <a:pt x="11251" y="18398"/>
                </a:lnTo>
                <a:lnTo>
                  <a:pt x="11339" y="18153"/>
                </a:lnTo>
                <a:lnTo>
                  <a:pt x="11477" y="17973"/>
                </a:lnTo>
                <a:lnTo>
                  <a:pt x="11565" y="17741"/>
                </a:lnTo>
                <a:lnTo>
                  <a:pt x="11653" y="17548"/>
                </a:lnTo>
                <a:lnTo>
                  <a:pt x="11753" y="17316"/>
                </a:lnTo>
                <a:lnTo>
                  <a:pt x="11841" y="17123"/>
                </a:lnTo>
                <a:lnTo>
                  <a:pt x="11979" y="16943"/>
                </a:lnTo>
                <a:lnTo>
                  <a:pt x="12067" y="16698"/>
                </a:lnTo>
                <a:lnTo>
                  <a:pt x="12155" y="16518"/>
                </a:lnTo>
                <a:lnTo>
                  <a:pt x="12256" y="16286"/>
                </a:lnTo>
                <a:lnTo>
                  <a:pt x="12343" y="16093"/>
                </a:lnTo>
                <a:lnTo>
                  <a:pt x="12482" y="15861"/>
                </a:lnTo>
                <a:lnTo>
                  <a:pt x="12569" y="15668"/>
                </a:lnTo>
                <a:lnTo>
                  <a:pt x="12670" y="15437"/>
                </a:lnTo>
                <a:lnTo>
                  <a:pt x="12758" y="15243"/>
                </a:lnTo>
                <a:lnTo>
                  <a:pt x="12846" y="15063"/>
                </a:lnTo>
                <a:lnTo>
                  <a:pt x="12984" y="14831"/>
                </a:lnTo>
                <a:lnTo>
                  <a:pt x="13072" y="14638"/>
                </a:lnTo>
                <a:lnTo>
                  <a:pt x="13172" y="14407"/>
                </a:lnTo>
                <a:lnTo>
                  <a:pt x="13260" y="14213"/>
                </a:lnTo>
                <a:lnTo>
                  <a:pt x="13348" y="13982"/>
                </a:lnTo>
                <a:lnTo>
                  <a:pt x="13486" y="13789"/>
                </a:lnTo>
                <a:lnTo>
                  <a:pt x="13574" y="13557"/>
                </a:lnTo>
                <a:lnTo>
                  <a:pt x="13675" y="13377"/>
                </a:lnTo>
                <a:lnTo>
                  <a:pt x="13762" y="13132"/>
                </a:lnTo>
                <a:lnTo>
                  <a:pt x="13850" y="12952"/>
                </a:lnTo>
                <a:lnTo>
                  <a:pt x="13988" y="12759"/>
                </a:lnTo>
                <a:lnTo>
                  <a:pt x="14076" y="12527"/>
                </a:lnTo>
                <a:lnTo>
                  <a:pt x="14177" y="12347"/>
                </a:lnTo>
                <a:lnTo>
                  <a:pt x="14265" y="12102"/>
                </a:lnTo>
                <a:lnTo>
                  <a:pt x="14353" y="11922"/>
                </a:lnTo>
                <a:lnTo>
                  <a:pt x="14491" y="11677"/>
                </a:lnTo>
                <a:lnTo>
                  <a:pt x="14579" y="11497"/>
                </a:lnTo>
                <a:lnTo>
                  <a:pt x="14679" y="11265"/>
                </a:lnTo>
                <a:lnTo>
                  <a:pt x="14767" y="11072"/>
                </a:lnTo>
                <a:lnTo>
                  <a:pt x="14855" y="10840"/>
                </a:lnTo>
                <a:lnTo>
                  <a:pt x="14993" y="10647"/>
                </a:lnTo>
                <a:lnTo>
                  <a:pt x="15081" y="10415"/>
                </a:lnTo>
                <a:lnTo>
                  <a:pt x="15181" y="10235"/>
                </a:lnTo>
                <a:lnTo>
                  <a:pt x="15269" y="9990"/>
                </a:lnTo>
                <a:lnTo>
                  <a:pt x="15357" y="9810"/>
                </a:lnTo>
                <a:lnTo>
                  <a:pt x="15495" y="9566"/>
                </a:lnTo>
                <a:lnTo>
                  <a:pt x="15583" y="9385"/>
                </a:lnTo>
                <a:lnTo>
                  <a:pt x="15684" y="9154"/>
                </a:lnTo>
                <a:lnTo>
                  <a:pt x="15772" y="8960"/>
                </a:lnTo>
                <a:lnTo>
                  <a:pt x="15860" y="8729"/>
                </a:lnTo>
                <a:lnTo>
                  <a:pt x="15998" y="8536"/>
                </a:lnTo>
                <a:lnTo>
                  <a:pt x="16098" y="8304"/>
                </a:lnTo>
                <a:lnTo>
                  <a:pt x="16186" y="8124"/>
                </a:lnTo>
                <a:lnTo>
                  <a:pt x="16274" y="7879"/>
                </a:lnTo>
                <a:lnTo>
                  <a:pt x="16362" y="7699"/>
                </a:lnTo>
                <a:lnTo>
                  <a:pt x="16500" y="7454"/>
                </a:lnTo>
                <a:lnTo>
                  <a:pt x="16600" y="7274"/>
                </a:lnTo>
                <a:lnTo>
                  <a:pt x="16688" y="7042"/>
                </a:lnTo>
                <a:lnTo>
                  <a:pt x="16776" y="6849"/>
                </a:lnTo>
                <a:lnTo>
                  <a:pt x="16864" y="6617"/>
                </a:lnTo>
                <a:lnTo>
                  <a:pt x="17002" y="6424"/>
                </a:lnTo>
                <a:lnTo>
                  <a:pt x="17103" y="6192"/>
                </a:lnTo>
                <a:lnTo>
                  <a:pt x="17191" y="6012"/>
                </a:lnTo>
                <a:lnTo>
                  <a:pt x="17278" y="5767"/>
                </a:lnTo>
                <a:lnTo>
                  <a:pt x="17366" y="5587"/>
                </a:lnTo>
                <a:lnTo>
                  <a:pt x="17505" y="5343"/>
                </a:lnTo>
                <a:lnTo>
                  <a:pt x="17605" y="5162"/>
                </a:lnTo>
                <a:lnTo>
                  <a:pt x="17693" y="4931"/>
                </a:lnTo>
                <a:lnTo>
                  <a:pt x="17781" y="4737"/>
                </a:lnTo>
                <a:lnTo>
                  <a:pt x="17869" y="4506"/>
                </a:lnTo>
                <a:lnTo>
                  <a:pt x="18007" y="4274"/>
                </a:lnTo>
                <a:lnTo>
                  <a:pt x="18107" y="4081"/>
                </a:lnTo>
                <a:lnTo>
                  <a:pt x="18195" y="3849"/>
                </a:lnTo>
                <a:lnTo>
                  <a:pt x="18283" y="3656"/>
                </a:lnTo>
                <a:lnTo>
                  <a:pt x="18371" y="3424"/>
                </a:lnTo>
                <a:lnTo>
                  <a:pt x="18509" y="3231"/>
                </a:lnTo>
                <a:lnTo>
                  <a:pt x="18610" y="2999"/>
                </a:lnTo>
                <a:lnTo>
                  <a:pt x="18697" y="2819"/>
                </a:lnTo>
                <a:lnTo>
                  <a:pt x="18785" y="2574"/>
                </a:lnTo>
                <a:lnTo>
                  <a:pt x="18886" y="2394"/>
                </a:lnTo>
                <a:lnTo>
                  <a:pt x="19011" y="2162"/>
                </a:lnTo>
                <a:lnTo>
                  <a:pt x="19112" y="1918"/>
                </a:lnTo>
                <a:lnTo>
                  <a:pt x="19200" y="1738"/>
                </a:lnTo>
                <a:lnTo>
                  <a:pt x="19288" y="1506"/>
                </a:lnTo>
                <a:lnTo>
                  <a:pt x="19388" y="1313"/>
                </a:lnTo>
                <a:lnTo>
                  <a:pt x="19514" y="1081"/>
                </a:lnTo>
                <a:lnTo>
                  <a:pt x="19614" y="888"/>
                </a:lnTo>
                <a:lnTo>
                  <a:pt x="19702" y="656"/>
                </a:lnTo>
                <a:lnTo>
                  <a:pt x="19790" y="463"/>
                </a:lnTo>
                <a:lnTo>
                  <a:pt x="19890" y="231"/>
                </a:lnTo>
                <a:lnTo>
                  <a:pt x="20029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5781592" y="4343694"/>
            <a:ext cx="19966" cy="44058"/>
          </a:xfrm>
          <a:custGeom>
            <a:avLst/>
            <a:gdLst/>
            <a:ahLst/>
            <a:cxnLst/>
            <a:rect l="l" t="t" r="r" b="b"/>
            <a:pathLst>
              <a:path w="19966" h="44058">
                <a:moveTo>
                  <a:pt x="0" y="44058"/>
                </a:moveTo>
                <a:lnTo>
                  <a:pt x="87" y="43865"/>
                </a:lnTo>
                <a:lnTo>
                  <a:pt x="175" y="43633"/>
                </a:lnTo>
                <a:lnTo>
                  <a:pt x="263" y="43453"/>
                </a:lnTo>
                <a:lnTo>
                  <a:pt x="364" y="43208"/>
                </a:lnTo>
                <a:lnTo>
                  <a:pt x="502" y="43028"/>
                </a:lnTo>
                <a:lnTo>
                  <a:pt x="590" y="42796"/>
                </a:lnTo>
                <a:lnTo>
                  <a:pt x="678" y="42551"/>
                </a:lnTo>
                <a:lnTo>
                  <a:pt x="766" y="42371"/>
                </a:lnTo>
                <a:lnTo>
                  <a:pt x="866" y="42139"/>
                </a:lnTo>
                <a:lnTo>
                  <a:pt x="1004" y="41946"/>
                </a:lnTo>
                <a:lnTo>
                  <a:pt x="1092" y="41714"/>
                </a:lnTo>
                <a:lnTo>
                  <a:pt x="1180" y="41483"/>
                </a:lnTo>
                <a:lnTo>
                  <a:pt x="1268" y="41290"/>
                </a:lnTo>
                <a:lnTo>
                  <a:pt x="1368" y="41058"/>
                </a:lnTo>
                <a:lnTo>
                  <a:pt x="1506" y="40865"/>
                </a:lnTo>
                <a:lnTo>
                  <a:pt x="1594" y="40633"/>
                </a:lnTo>
                <a:lnTo>
                  <a:pt x="1682" y="40440"/>
                </a:lnTo>
                <a:lnTo>
                  <a:pt x="1770" y="40208"/>
                </a:lnTo>
                <a:lnTo>
                  <a:pt x="1871" y="39976"/>
                </a:lnTo>
                <a:lnTo>
                  <a:pt x="2009" y="39783"/>
                </a:lnTo>
                <a:lnTo>
                  <a:pt x="2097" y="39551"/>
                </a:lnTo>
                <a:lnTo>
                  <a:pt x="2184" y="39371"/>
                </a:lnTo>
                <a:lnTo>
                  <a:pt x="2285" y="39127"/>
                </a:lnTo>
                <a:lnTo>
                  <a:pt x="2373" y="38895"/>
                </a:lnTo>
                <a:lnTo>
                  <a:pt x="2511" y="38715"/>
                </a:lnTo>
                <a:lnTo>
                  <a:pt x="2599" y="38470"/>
                </a:lnTo>
                <a:lnTo>
                  <a:pt x="2687" y="38238"/>
                </a:lnTo>
                <a:lnTo>
                  <a:pt x="2787" y="38058"/>
                </a:lnTo>
                <a:lnTo>
                  <a:pt x="2875" y="37813"/>
                </a:lnTo>
                <a:lnTo>
                  <a:pt x="3013" y="37633"/>
                </a:lnTo>
                <a:lnTo>
                  <a:pt x="3101" y="37401"/>
                </a:lnTo>
                <a:lnTo>
                  <a:pt x="3189" y="37157"/>
                </a:lnTo>
                <a:lnTo>
                  <a:pt x="3290" y="36976"/>
                </a:lnTo>
                <a:lnTo>
                  <a:pt x="3377" y="36732"/>
                </a:lnTo>
                <a:lnTo>
                  <a:pt x="3516" y="36552"/>
                </a:lnTo>
                <a:lnTo>
                  <a:pt x="3603" y="36320"/>
                </a:lnTo>
                <a:lnTo>
                  <a:pt x="3691" y="36075"/>
                </a:lnTo>
                <a:lnTo>
                  <a:pt x="3792" y="35895"/>
                </a:lnTo>
                <a:lnTo>
                  <a:pt x="3880" y="35663"/>
                </a:lnTo>
                <a:lnTo>
                  <a:pt x="4018" y="35419"/>
                </a:lnTo>
                <a:lnTo>
                  <a:pt x="4106" y="35238"/>
                </a:lnTo>
                <a:lnTo>
                  <a:pt x="4194" y="35007"/>
                </a:lnTo>
                <a:lnTo>
                  <a:pt x="4294" y="34762"/>
                </a:lnTo>
                <a:lnTo>
                  <a:pt x="4382" y="34582"/>
                </a:lnTo>
                <a:lnTo>
                  <a:pt x="4520" y="34350"/>
                </a:lnTo>
                <a:lnTo>
                  <a:pt x="4608" y="34157"/>
                </a:lnTo>
                <a:lnTo>
                  <a:pt x="4696" y="33925"/>
                </a:lnTo>
                <a:lnTo>
                  <a:pt x="4796" y="33693"/>
                </a:lnTo>
                <a:lnTo>
                  <a:pt x="4884" y="33500"/>
                </a:lnTo>
                <a:lnTo>
                  <a:pt x="5022" y="33268"/>
                </a:lnTo>
                <a:lnTo>
                  <a:pt x="5110" y="33037"/>
                </a:lnTo>
                <a:lnTo>
                  <a:pt x="5198" y="32844"/>
                </a:lnTo>
                <a:lnTo>
                  <a:pt x="5299" y="32612"/>
                </a:lnTo>
                <a:lnTo>
                  <a:pt x="5387" y="32380"/>
                </a:lnTo>
                <a:lnTo>
                  <a:pt x="5525" y="32187"/>
                </a:lnTo>
                <a:lnTo>
                  <a:pt x="5613" y="31955"/>
                </a:lnTo>
                <a:lnTo>
                  <a:pt x="5701" y="31723"/>
                </a:lnTo>
                <a:lnTo>
                  <a:pt x="5801" y="31530"/>
                </a:lnTo>
                <a:lnTo>
                  <a:pt x="5889" y="31299"/>
                </a:lnTo>
                <a:lnTo>
                  <a:pt x="6027" y="31067"/>
                </a:lnTo>
                <a:lnTo>
                  <a:pt x="6115" y="30874"/>
                </a:lnTo>
                <a:lnTo>
                  <a:pt x="6215" y="30642"/>
                </a:lnTo>
                <a:lnTo>
                  <a:pt x="6303" y="30397"/>
                </a:lnTo>
                <a:lnTo>
                  <a:pt x="6391" y="30217"/>
                </a:lnTo>
                <a:lnTo>
                  <a:pt x="6529" y="29985"/>
                </a:lnTo>
                <a:lnTo>
                  <a:pt x="6617" y="29741"/>
                </a:lnTo>
                <a:lnTo>
                  <a:pt x="6718" y="29560"/>
                </a:lnTo>
                <a:lnTo>
                  <a:pt x="6806" y="29329"/>
                </a:lnTo>
                <a:lnTo>
                  <a:pt x="6894" y="29084"/>
                </a:lnTo>
                <a:lnTo>
                  <a:pt x="7032" y="28904"/>
                </a:lnTo>
                <a:lnTo>
                  <a:pt x="7120" y="28672"/>
                </a:lnTo>
                <a:lnTo>
                  <a:pt x="7220" y="28427"/>
                </a:lnTo>
                <a:lnTo>
                  <a:pt x="7308" y="28247"/>
                </a:lnTo>
                <a:lnTo>
                  <a:pt x="7396" y="28015"/>
                </a:lnTo>
                <a:lnTo>
                  <a:pt x="7534" y="27771"/>
                </a:lnTo>
                <a:lnTo>
                  <a:pt x="7622" y="27591"/>
                </a:lnTo>
                <a:lnTo>
                  <a:pt x="7722" y="27359"/>
                </a:lnTo>
                <a:lnTo>
                  <a:pt x="7810" y="27114"/>
                </a:lnTo>
                <a:lnTo>
                  <a:pt x="7898" y="26934"/>
                </a:lnTo>
                <a:lnTo>
                  <a:pt x="8036" y="26702"/>
                </a:lnTo>
                <a:lnTo>
                  <a:pt x="8124" y="26458"/>
                </a:lnTo>
                <a:lnTo>
                  <a:pt x="8225" y="26226"/>
                </a:lnTo>
                <a:lnTo>
                  <a:pt x="8313" y="26046"/>
                </a:lnTo>
                <a:lnTo>
                  <a:pt x="8400" y="25801"/>
                </a:lnTo>
                <a:lnTo>
                  <a:pt x="8539" y="25569"/>
                </a:lnTo>
                <a:lnTo>
                  <a:pt x="8626" y="25389"/>
                </a:lnTo>
                <a:lnTo>
                  <a:pt x="8727" y="25144"/>
                </a:lnTo>
                <a:lnTo>
                  <a:pt x="8815" y="24913"/>
                </a:lnTo>
                <a:lnTo>
                  <a:pt x="8903" y="24732"/>
                </a:lnTo>
                <a:lnTo>
                  <a:pt x="9041" y="24488"/>
                </a:lnTo>
                <a:lnTo>
                  <a:pt x="9129" y="24256"/>
                </a:lnTo>
                <a:lnTo>
                  <a:pt x="9229" y="24024"/>
                </a:lnTo>
                <a:lnTo>
                  <a:pt x="9317" y="23831"/>
                </a:lnTo>
                <a:lnTo>
                  <a:pt x="9405" y="23599"/>
                </a:lnTo>
                <a:lnTo>
                  <a:pt x="9543" y="23368"/>
                </a:lnTo>
                <a:lnTo>
                  <a:pt x="9644" y="23174"/>
                </a:lnTo>
                <a:lnTo>
                  <a:pt x="9731" y="22943"/>
                </a:lnTo>
                <a:lnTo>
                  <a:pt x="9819" y="22711"/>
                </a:lnTo>
                <a:lnTo>
                  <a:pt x="9907" y="22479"/>
                </a:lnTo>
                <a:lnTo>
                  <a:pt x="10045" y="22286"/>
                </a:lnTo>
                <a:lnTo>
                  <a:pt x="10146" y="22054"/>
                </a:lnTo>
                <a:lnTo>
                  <a:pt x="10234" y="21823"/>
                </a:lnTo>
                <a:lnTo>
                  <a:pt x="10322" y="21629"/>
                </a:lnTo>
                <a:lnTo>
                  <a:pt x="10410" y="21398"/>
                </a:lnTo>
                <a:lnTo>
                  <a:pt x="10548" y="21166"/>
                </a:lnTo>
                <a:lnTo>
                  <a:pt x="10648" y="20921"/>
                </a:lnTo>
                <a:lnTo>
                  <a:pt x="10736" y="20741"/>
                </a:lnTo>
                <a:lnTo>
                  <a:pt x="10824" y="20509"/>
                </a:lnTo>
                <a:lnTo>
                  <a:pt x="10912" y="20265"/>
                </a:lnTo>
                <a:lnTo>
                  <a:pt x="11050" y="20033"/>
                </a:lnTo>
                <a:lnTo>
                  <a:pt x="11150" y="19840"/>
                </a:lnTo>
                <a:lnTo>
                  <a:pt x="11238" y="19608"/>
                </a:lnTo>
                <a:lnTo>
                  <a:pt x="11326" y="19376"/>
                </a:lnTo>
                <a:lnTo>
                  <a:pt x="11414" y="19145"/>
                </a:lnTo>
                <a:lnTo>
                  <a:pt x="11552" y="18951"/>
                </a:lnTo>
                <a:lnTo>
                  <a:pt x="11653" y="18720"/>
                </a:lnTo>
                <a:lnTo>
                  <a:pt x="11741" y="18488"/>
                </a:lnTo>
                <a:lnTo>
                  <a:pt x="11829" y="18256"/>
                </a:lnTo>
                <a:lnTo>
                  <a:pt x="11916" y="18063"/>
                </a:lnTo>
                <a:lnTo>
                  <a:pt x="12055" y="17831"/>
                </a:lnTo>
                <a:lnTo>
                  <a:pt x="12155" y="17600"/>
                </a:lnTo>
                <a:lnTo>
                  <a:pt x="12243" y="17355"/>
                </a:lnTo>
                <a:lnTo>
                  <a:pt x="12331" y="17175"/>
                </a:lnTo>
                <a:lnTo>
                  <a:pt x="12431" y="16943"/>
                </a:lnTo>
                <a:lnTo>
                  <a:pt x="12557" y="16698"/>
                </a:lnTo>
                <a:lnTo>
                  <a:pt x="12657" y="16467"/>
                </a:lnTo>
                <a:lnTo>
                  <a:pt x="12745" y="16286"/>
                </a:lnTo>
                <a:lnTo>
                  <a:pt x="12833" y="16042"/>
                </a:lnTo>
                <a:lnTo>
                  <a:pt x="12934" y="15810"/>
                </a:lnTo>
                <a:lnTo>
                  <a:pt x="13059" y="15578"/>
                </a:lnTo>
                <a:lnTo>
                  <a:pt x="13160" y="15385"/>
                </a:lnTo>
                <a:lnTo>
                  <a:pt x="13248" y="15153"/>
                </a:lnTo>
                <a:lnTo>
                  <a:pt x="13335" y="14922"/>
                </a:lnTo>
                <a:lnTo>
                  <a:pt x="13436" y="14690"/>
                </a:lnTo>
                <a:lnTo>
                  <a:pt x="13574" y="14497"/>
                </a:lnTo>
                <a:lnTo>
                  <a:pt x="13662" y="14265"/>
                </a:lnTo>
                <a:lnTo>
                  <a:pt x="13750" y="14033"/>
                </a:lnTo>
                <a:lnTo>
                  <a:pt x="13838" y="13789"/>
                </a:lnTo>
                <a:lnTo>
                  <a:pt x="13938" y="13557"/>
                </a:lnTo>
                <a:lnTo>
                  <a:pt x="14076" y="13377"/>
                </a:lnTo>
                <a:lnTo>
                  <a:pt x="14164" y="13132"/>
                </a:lnTo>
                <a:lnTo>
                  <a:pt x="14252" y="12900"/>
                </a:lnTo>
                <a:lnTo>
                  <a:pt x="14340" y="12668"/>
                </a:lnTo>
                <a:lnTo>
                  <a:pt x="14441" y="12475"/>
                </a:lnTo>
                <a:lnTo>
                  <a:pt x="14579" y="12244"/>
                </a:lnTo>
                <a:lnTo>
                  <a:pt x="14667" y="12012"/>
                </a:lnTo>
                <a:lnTo>
                  <a:pt x="14754" y="11780"/>
                </a:lnTo>
                <a:lnTo>
                  <a:pt x="14842" y="11535"/>
                </a:lnTo>
                <a:lnTo>
                  <a:pt x="14943" y="11355"/>
                </a:lnTo>
                <a:lnTo>
                  <a:pt x="15081" y="11123"/>
                </a:lnTo>
                <a:lnTo>
                  <a:pt x="15169" y="10879"/>
                </a:lnTo>
                <a:lnTo>
                  <a:pt x="15257" y="10647"/>
                </a:lnTo>
                <a:lnTo>
                  <a:pt x="15345" y="10415"/>
                </a:lnTo>
                <a:lnTo>
                  <a:pt x="15445" y="10222"/>
                </a:lnTo>
                <a:lnTo>
                  <a:pt x="15583" y="9990"/>
                </a:lnTo>
                <a:lnTo>
                  <a:pt x="15671" y="9759"/>
                </a:lnTo>
                <a:lnTo>
                  <a:pt x="15759" y="9527"/>
                </a:lnTo>
                <a:lnTo>
                  <a:pt x="15847" y="9282"/>
                </a:lnTo>
                <a:lnTo>
                  <a:pt x="15947" y="9102"/>
                </a:lnTo>
                <a:lnTo>
                  <a:pt x="16086" y="8870"/>
                </a:lnTo>
                <a:lnTo>
                  <a:pt x="16173" y="8626"/>
                </a:lnTo>
                <a:lnTo>
                  <a:pt x="16261" y="8394"/>
                </a:lnTo>
                <a:lnTo>
                  <a:pt x="16362" y="8162"/>
                </a:lnTo>
                <a:lnTo>
                  <a:pt x="16450" y="7969"/>
                </a:lnTo>
                <a:lnTo>
                  <a:pt x="16588" y="7737"/>
                </a:lnTo>
                <a:lnTo>
                  <a:pt x="16676" y="7506"/>
                </a:lnTo>
                <a:lnTo>
                  <a:pt x="16764" y="7274"/>
                </a:lnTo>
                <a:lnTo>
                  <a:pt x="16864" y="7042"/>
                </a:lnTo>
                <a:lnTo>
                  <a:pt x="16952" y="6849"/>
                </a:lnTo>
                <a:lnTo>
                  <a:pt x="17090" y="6617"/>
                </a:lnTo>
                <a:lnTo>
                  <a:pt x="17178" y="6385"/>
                </a:lnTo>
                <a:lnTo>
                  <a:pt x="17266" y="6141"/>
                </a:lnTo>
                <a:lnTo>
                  <a:pt x="17366" y="5909"/>
                </a:lnTo>
                <a:lnTo>
                  <a:pt x="17454" y="5677"/>
                </a:lnTo>
                <a:lnTo>
                  <a:pt x="17592" y="5484"/>
                </a:lnTo>
                <a:lnTo>
                  <a:pt x="17680" y="5252"/>
                </a:lnTo>
                <a:lnTo>
                  <a:pt x="17768" y="5021"/>
                </a:lnTo>
                <a:lnTo>
                  <a:pt x="17869" y="4789"/>
                </a:lnTo>
                <a:lnTo>
                  <a:pt x="17957" y="4544"/>
                </a:lnTo>
                <a:lnTo>
                  <a:pt x="18095" y="4313"/>
                </a:lnTo>
                <a:lnTo>
                  <a:pt x="18183" y="4132"/>
                </a:lnTo>
                <a:lnTo>
                  <a:pt x="18271" y="3888"/>
                </a:lnTo>
                <a:lnTo>
                  <a:pt x="18371" y="3656"/>
                </a:lnTo>
                <a:lnTo>
                  <a:pt x="18459" y="3424"/>
                </a:lnTo>
                <a:lnTo>
                  <a:pt x="18597" y="3192"/>
                </a:lnTo>
                <a:lnTo>
                  <a:pt x="18685" y="2948"/>
                </a:lnTo>
                <a:lnTo>
                  <a:pt x="18773" y="2768"/>
                </a:lnTo>
                <a:lnTo>
                  <a:pt x="18873" y="2536"/>
                </a:lnTo>
                <a:lnTo>
                  <a:pt x="18961" y="2291"/>
                </a:lnTo>
                <a:lnTo>
                  <a:pt x="19099" y="2059"/>
                </a:lnTo>
                <a:lnTo>
                  <a:pt x="19187" y="1828"/>
                </a:lnTo>
                <a:lnTo>
                  <a:pt x="19275" y="1596"/>
                </a:lnTo>
                <a:lnTo>
                  <a:pt x="19376" y="1403"/>
                </a:lnTo>
                <a:lnTo>
                  <a:pt x="19463" y="1171"/>
                </a:lnTo>
                <a:lnTo>
                  <a:pt x="19602" y="939"/>
                </a:lnTo>
                <a:lnTo>
                  <a:pt x="19690" y="708"/>
                </a:lnTo>
                <a:lnTo>
                  <a:pt x="19790" y="463"/>
                </a:lnTo>
                <a:lnTo>
                  <a:pt x="19878" y="231"/>
                </a:lnTo>
                <a:lnTo>
                  <a:pt x="1996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5801558" y="4297331"/>
            <a:ext cx="20016" cy="46362"/>
          </a:xfrm>
          <a:custGeom>
            <a:avLst/>
            <a:gdLst/>
            <a:ahLst/>
            <a:cxnLst/>
            <a:rect l="l" t="t" r="r" b="b"/>
            <a:pathLst>
              <a:path w="20016" h="46362">
                <a:moveTo>
                  <a:pt x="0" y="46362"/>
                </a:moveTo>
                <a:lnTo>
                  <a:pt x="138" y="46169"/>
                </a:lnTo>
                <a:lnTo>
                  <a:pt x="226" y="45937"/>
                </a:lnTo>
                <a:lnTo>
                  <a:pt x="326" y="45706"/>
                </a:lnTo>
                <a:lnTo>
                  <a:pt x="414" y="45474"/>
                </a:lnTo>
                <a:lnTo>
                  <a:pt x="502" y="45229"/>
                </a:lnTo>
                <a:lnTo>
                  <a:pt x="640" y="44998"/>
                </a:lnTo>
                <a:lnTo>
                  <a:pt x="728" y="44766"/>
                </a:lnTo>
                <a:lnTo>
                  <a:pt x="828" y="44573"/>
                </a:lnTo>
                <a:lnTo>
                  <a:pt x="916" y="44341"/>
                </a:lnTo>
                <a:lnTo>
                  <a:pt x="1004" y="44109"/>
                </a:lnTo>
                <a:lnTo>
                  <a:pt x="1142" y="43877"/>
                </a:lnTo>
                <a:lnTo>
                  <a:pt x="1230" y="43646"/>
                </a:lnTo>
                <a:lnTo>
                  <a:pt x="1331" y="43401"/>
                </a:lnTo>
                <a:lnTo>
                  <a:pt x="1418" y="43169"/>
                </a:lnTo>
                <a:lnTo>
                  <a:pt x="1506" y="42938"/>
                </a:lnTo>
                <a:lnTo>
                  <a:pt x="1645" y="42744"/>
                </a:lnTo>
                <a:lnTo>
                  <a:pt x="1732" y="42513"/>
                </a:lnTo>
                <a:lnTo>
                  <a:pt x="1833" y="42281"/>
                </a:lnTo>
                <a:lnTo>
                  <a:pt x="1921" y="42049"/>
                </a:lnTo>
                <a:lnTo>
                  <a:pt x="2009" y="41805"/>
                </a:lnTo>
                <a:lnTo>
                  <a:pt x="2147" y="41573"/>
                </a:lnTo>
                <a:lnTo>
                  <a:pt x="2235" y="41341"/>
                </a:lnTo>
                <a:lnTo>
                  <a:pt x="2335" y="41109"/>
                </a:lnTo>
                <a:lnTo>
                  <a:pt x="2423" y="40865"/>
                </a:lnTo>
                <a:lnTo>
                  <a:pt x="2511" y="40684"/>
                </a:lnTo>
                <a:lnTo>
                  <a:pt x="2649" y="40453"/>
                </a:lnTo>
                <a:lnTo>
                  <a:pt x="2737" y="40208"/>
                </a:lnTo>
                <a:lnTo>
                  <a:pt x="2837" y="39976"/>
                </a:lnTo>
                <a:lnTo>
                  <a:pt x="2925" y="39745"/>
                </a:lnTo>
                <a:lnTo>
                  <a:pt x="3013" y="39513"/>
                </a:lnTo>
                <a:lnTo>
                  <a:pt x="3151" y="39281"/>
                </a:lnTo>
                <a:lnTo>
                  <a:pt x="3239" y="39036"/>
                </a:lnTo>
                <a:lnTo>
                  <a:pt x="3340" y="38805"/>
                </a:lnTo>
                <a:lnTo>
                  <a:pt x="3428" y="38624"/>
                </a:lnTo>
                <a:lnTo>
                  <a:pt x="3516" y="38380"/>
                </a:lnTo>
                <a:lnTo>
                  <a:pt x="3654" y="38148"/>
                </a:lnTo>
                <a:lnTo>
                  <a:pt x="3754" y="37916"/>
                </a:lnTo>
                <a:lnTo>
                  <a:pt x="3842" y="37685"/>
                </a:lnTo>
                <a:lnTo>
                  <a:pt x="3930" y="37440"/>
                </a:lnTo>
                <a:lnTo>
                  <a:pt x="4018" y="37208"/>
                </a:lnTo>
                <a:lnTo>
                  <a:pt x="4156" y="36976"/>
                </a:lnTo>
                <a:lnTo>
                  <a:pt x="4256" y="36745"/>
                </a:lnTo>
                <a:lnTo>
                  <a:pt x="4344" y="36513"/>
                </a:lnTo>
                <a:lnTo>
                  <a:pt x="4432" y="36320"/>
                </a:lnTo>
                <a:lnTo>
                  <a:pt x="4520" y="36088"/>
                </a:lnTo>
                <a:lnTo>
                  <a:pt x="4658" y="35856"/>
                </a:lnTo>
                <a:lnTo>
                  <a:pt x="4759" y="35612"/>
                </a:lnTo>
                <a:lnTo>
                  <a:pt x="4847" y="35380"/>
                </a:lnTo>
                <a:lnTo>
                  <a:pt x="4935" y="35148"/>
                </a:lnTo>
                <a:lnTo>
                  <a:pt x="5022" y="34916"/>
                </a:lnTo>
                <a:lnTo>
                  <a:pt x="5161" y="34672"/>
                </a:lnTo>
                <a:lnTo>
                  <a:pt x="5261" y="34440"/>
                </a:lnTo>
                <a:lnTo>
                  <a:pt x="5349" y="34208"/>
                </a:lnTo>
                <a:lnTo>
                  <a:pt x="5437" y="33977"/>
                </a:lnTo>
                <a:lnTo>
                  <a:pt x="5525" y="33745"/>
                </a:lnTo>
                <a:lnTo>
                  <a:pt x="5663" y="33552"/>
                </a:lnTo>
                <a:lnTo>
                  <a:pt x="5763" y="33320"/>
                </a:lnTo>
                <a:lnTo>
                  <a:pt x="5851" y="33088"/>
                </a:lnTo>
                <a:lnTo>
                  <a:pt x="5939" y="32844"/>
                </a:lnTo>
                <a:lnTo>
                  <a:pt x="6040" y="32612"/>
                </a:lnTo>
                <a:lnTo>
                  <a:pt x="6165" y="32380"/>
                </a:lnTo>
                <a:lnTo>
                  <a:pt x="6266" y="32148"/>
                </a:lnTo>
                <a:lnTo>
                  <a:pt x="6354" y="31904"/>
                </a:lnTo>
                <a:lnTo>
                  <a:pt x="6441" y="31672"/>
                </a:lnTo>
                <a:lnTo>
                  <a:pt x="6542" y="31440"/>
                </a:lnTo>
                <a:lnTo>
                  <a:pt x="6667" y="31208"/>
                </a:lnTo>
                <a:lnTo>
                  <a:pt x="6768" y="30977"/>
                </a:lnTo>
                <a:lnTo>
                  <a:pt x="6856" y="30732"/>
                </a:lnTo>
                <a:lnTo>
                  <a:pt x="6944" y="30500"/>
                </a:lnTo>
                <a:lnTo>
                  <a:pt x="7044" y="30269"/>
                </a:lnTo>
                <a:lnTo>
                  <a:pt x="7182" y="30075"/>
                </a:lnTo>
                <a:lnTo>
                  <a:pt x="7270" y="29844"/>
                </a:lnTo>
                <a:lnTo>
                  <a:pt x="7358" y="29612"/>
                </a:lnTo>
                <a:lnTo>
                  <a:pt x="7446" y="29380"/>
                </a:lnTo>
                <a:lnTo>
                  <a:pt x="7547" y="29136"/>
                </a:lnTo>
                <a:lnTo>
                  <a:pt x="7685" y="28904"/>
                </a:lnTo>
                <a:lnTo>
                  <a:pt x="7773" y="28672"/>
                </a:lnTo>
                <a:lnTo>
                  <a:pt x="7860" y="28440"/>
                </a:lnTo>
                <a:lnTo>
                  <a:pt x="7948" y="28196"/>
                </a:lnTo>
                <a:lnTo>
                  <a:pt x="8049" y="27964"/>
                </a:lnTo>
                <a:lnTo>
                  <a:pt x="8187" y="27732"/>
                </a:lnTo>
                <a:lnTo>
                  <a:pt x="8275" y="27500"/>
                </a:lnTo>
                <a:lnTo>
                  <a:pt x="8363" y="27269"/>
                </a:lnTo>
                <a:lnTo>
                  <a:pt x="8451" y="27024"/>
                </a:lnTo>
                <a:lnTo>
                  <a:pt x="8551" y="26792"/>
                </a:lnTo>
                <a:lnTo>
                  <a:pt x="8689" y="26561"/>
                </a:lnTo>
                <a:lnTo>
                  <a:pt x="8777" y="26329"/>
                </a:lnTo>
                <a:lnTo>
                  <a:pt x="8865" y="26084"/>
                </a:lnTo>
                <a:lnTo>
                  <a:pt x="8953" y="25852"/>
                </a:lnTo>
                <a:lnTo>
                  <a:pt x="9053" y="25621"/>
                </a:lnTo>
                <a:lnTo>
                  <a:pt x="9192" y="25389"/>
                </a:lnTo>
                <a:lnTo>
                  <a:pt x="9279" y="25196"/>
                </a:lnTo>
                <a:lnTo>
                  <a:pt x="9367" y="24964"/>
                </a:lnTo>
                <a:lnTo>
                  <a:pt x="9455" y="24732"/>
                </a:lnTo>
                <a:lnTo>
                  <a:pt x="9556" y="24501"/>
                </a:lnTo>
                <a:lnTo>
                  <a:pt x="9694" y="24256"/>
                </a:lnTo>
                <a:lnTo>
                  <a:pt x="9782" y="24024"/>
                </a:lnTo>
                <a:lnTo>
                  <a:pt x="9870" y="23792"/>
                </a:lnTo>
                <a:lnTo>
                  <a:pt x="9970" y="23561"/>
                </a:lnTo>
                <a:lnTo>
                  <a:pt x="10058" y="23316"/>
                </a:lnTo>
                <a:lnTo>
                  <a:pt x="10196" y="23084"/>
                </a:lnTo>
                <a:lnTo>
                  <a:pt x="10284" y="22853"/>
                </a:lnTo>
                <a:lnTo>
                  <a:pt x="10372" y="22621"/>
                </a:lnTo>
                <a:lnTo>
                  <a:pt x="10472" y="22389"/>
                </a:lnTo>
                <a:lnTo>
                  <a:pt x="10560" y="22144"/>
                </a:lnTo>
                <a:lnTo>
                  <a:pt x="10698" y="21913"/>
                </a:lnTo>
                <a:lnTo>
                  <a:pt x="10786" y="21681"/>
                </a:lnTo>
                <a:lnTo>
                  <a:pt x="10874" y="21449"/>
                </a:lnTo>
                <a:lnTo>
                  <a:pt x="10975" y="21205"/>
                </a:lnTo>
                <a:lnTo>
                  <a:pt x="11063" y="20973"/>
                </a:lnTo>
                <a:lnTo>
                  <a:pt x="11201" y="20741"/>
                </a:lnTo>
                <a:lnTo>
                  <a:pt x="11289" y="20509"/>
                </a:lnTo>
                <a:lnTo>
                  <a:pt x="11377" y="20278"/>
                </a:lnTo>
                <a:lnTo>
                  <a:pt x="11477" y="20033"/>
                </a:lnTo>
                <a:lnTo>
                  <a:pt x="11565" y="19801"/>
                </a:lnTo>
                <a:lnTo>
                  <a:pt x="11703" y="19569"/>
                </a:lnTo>
                <a:lnTo>
                  <a:pt x="11791" y="19338"/>
                </a:lnTo>
                <a:lnTo>
                  <a:pt x="11879" y="19093"/>
                </a:lnTo>
                <a:lnTo>
                  <a:pt x="11979" y="18861"/>
                </a:lnTo>
                <a:lnTo>
                  <a:pt x="12067" y="18630"/>
                </a:lnTo>
                <a:lnTo>
                  <a:pt x="12205" y="18398"/>
                </a:lnTo>
                <a:lnTo>
                  <a:pt x="12293" y="18166"/>
                </a:lnTo>
                <a:lnTo>
                  <a:pt x="12381" y="17921"/>
                </a:lnTo>
                <a:lnTo>
                  <a:pt x="12482" y="17690"/>
                </a:lnTo>
                <a:lnTo>
                  <a:pt x="12569" y="17458"/>
                </a:lnTo>
                <a:lnTo>
                  <a:pt x="12708" y="17226"/>
                </a:lnTo>
                <a:lnTo>
                  <a:pt x="12796" y="16982"/>
                </a:lnTo>
                <a:lnTo>
                  <a:pt x="12883" y="16750"/>
                </a:lnTo>
                <a:lnTo>
                  <a:pt x="12984" y="16518"/>
                </a:lnTo>
                <a:lnTo>
                  <a:pt x="13072" y="16286"/>
                </a:lnTo>
                <a:lnTo>
                  <a:pt x="13210" y="16055"/>
                </a:lnTo>
                <a:lnTo>
                  <a:pt x="13298" y="15810"/>
                </a:lnTo>
                <a:lnTo>
                  <a:pt x="13398" y="15578"/>
                </a:lnTo>
                <a:lnTo>
                  <a:pt x="13486" y="15346"/>
                </a:lnTo>
                <a:lnTo>
                  <a:pt x="13574" y="15115"/>
                </a:lnTo>
                <a:lnTo>
                  <a:pt x="13712" y="14870"/>
                </a:lnTo>
                <a:lnTo>
                  <a:pt x="13800" y="14638"/>
                </a:lnTo>
                <a:lnTo>
                  <a:pt x="13901" y="14407"/>
                </a:lnTo>
                <a:lnTo>
                  <a:pt x="13988" y="14175"/>
                </a:lnTo>
                <a:lnTo>
                  <a:pt x="14076" y="13943"/>
                </a:lnTo>
                <a:lnTo>
                  <a:pt x="14214" y="13698"/>
                </a:lnTo>
                <a:lnTo>
                  <a:pt x="14302" y="13467"/>
                </a:lnTo>
                <a:lnTo>
                  <a:pt x="14403" y="13235"/>
                </a:lnTo>
                <a:lnTo>
                  <a:pt x="14491" y="13003"/>
                </a:lnTo>
                <a:lnTo>
                  <a:pt x="14579" y="12759"/>
                </a:lnTo>
                <a:lnTo>
                  <a:pt x="14717" y="12527"/>
                </a:lnTo>
                <a:lnTo>
                  <a:pt x="14805" y="12295"/>
                </a:lnTo>
                <a:lnTo>
                  <a:pt x="14905" y="12063"/>
                </a:lnTo>
                <a:lnTo>
                  <a:pt x="14993" y="11832"/>
                </a:lnTo>
                <a:lnTo>
                  <a:pt x="15081" y="11587"/>
                </a:lnTo>
                <a:lnTo>
                  <a:pt x="15219" y="11355"/>
                </a:lnTo>
                <a:lnTo>
                  <a:pt x="15307" y="11123"/>
                </a:lnTo>
                <a:lnTo>
                  <a:pt x="15407" y="10892"/>
                </a:lnTo>
                <a:lnTo>
                  <a:pt x="15495" y="10647"/>
                </a:lnTo>
                <a:lnTo>
                  <a:pt x="15583" y="10415"/>
                </a:lnTo>
                <a:lnTo>
                  <a:pt x="15721" y="10184"/>
                </a:lnTo>
                <a:lnTo>
                  <a:pt x="15809" y="9952"/>
                </a:lnTo>
                <a:lnTo>
                  <a:pt x="15910" y="9720"/>
                </a:lnTo>
                <a:lnTo>
                  <a:pt x="15998" y="9475"/>
                </a:lnTo>
                <a:lnTo>
                  <a:pt x="16086" y="9244"/>
                </a:lnTo>
                <a:lnTo>
                  <a:pt x="16224" y="9012"/>
                </a:lnTo>
                <a:lnTo>
                  <a:pt x="16312" y="8780"/>
                </a:lnTo>
                <a:lnTo>
                  <a:pt x="16412" y="8497"/>
                </a:lnTo>
                <a:lnTo>
                  <a:pt x="16500" y="8265"/>
                </a:lnTo>
                <a:lnTo>
                  <a:pt x="16588" y="8021"/>
                </a:lnTo>
                <a:lnTo>
                  <a:pt x="16726" y="7789"/>
                </a:lnTo>
                <a:lnTo>
                  <a:pt x="16814" y="7557"/>
                </a:lnTo>
                <a:lnTo>
                  <a:pt x="16914" y="7325"/>
                </a:lnTo>
                <a:lnTo>
                  <a:pt x="17002" y="7081"/>
                </a:lnTo>
                <a:lnTo>
                  <a:pt x="17090" y="6849"/>
                </a:lnTo>
                <a:lnTo>
                  <a:pt x="17228" y="6617"/>
                </a:lnTo>
                <a:lnTo>
                  <a:pt x="17329" y="6385"/>
                </a:lnTo>
                <a:lnTo>
                  <a:pt x="17417" y="6154"/>
                </a:lnTo>
                <a:lnTo>
                  <a:pt x="17505" y="5909"/>
                </a:lnTo>
                <a:lnTo>
                  <a:pt x="17592" y="5677"/>
                </a:lnTo>
                <a:lnTo>
                  <a:pt x="17731" y="5446"/>
                </a:lnTo>
                <a:lnTo>
                  <a:pt x="17831" y="5214"/>
                </a:lnTo>
                <a:lnTo>
                  <a:pt x="17919" y="4969"/>
                </a:lnTo>
                <a:lnTo>
                  <a:pt x="18007" y="4737"/>
                </a:lnTo>
                <a:lnTo>
                  <a:pt x="18095" y="4506"/>
                </a:lnTo>
                <a:lnTo>
                  <a:pt x="18233" y="4274"/>
                </a:lnTo>
                <a:lnTo>
                  <a:pt x="18333" y="4042"/>
                </a:lnTo>
                <a:lnTo>
                  <a:pt x="18421" y="3798"/>
                </a:lnTo>
                <a:lnTo>
                  <a:pt x="18509" y="3566"/>
                </a:lnTo>
                <a:lnTo>
                  <a:pt x="18597" y="3283"/>
                </a:lnTo>
                <a:lnTo>
                  <a:pt x="18735" y="3051"/>
                </a:lnTo>
                <a:lnTo>
                  <a:pt x="18836" y="2819"/>
                </a:lnTo>
                <a:lnTo>
                  <a:pt x="18924" y="2587"/>
                </a:lnTo>
                <a:lnTo>
                  <a:pt x="19011" y="2343"/>
                </a:lnTo>
                <a:lnTo>
                  <a:pt x="19099" y="2111"/>
                </a:lnTo>
                <a:lnTo>
                  <a:pt x="19237" y="1879"/>
                </a:lnTo>
                <a:lnTo>
                  <a:pt x="19338" y="1647"/>
                </a:lnTo>
                <a:lnTo>
                  <a:pt x="19426" y="1416"/>
                </a:lnTo>
                <a:lnTo>
                  <a:pt x="19514" y="1171"/>
                </a:lnTo>
                <a:lnTo>
                  <a:pt x="19614" y="939"/>
                </a:lnTo>
                <a:lnTo>
                  <a:pt x="19740" y="708"/>
                </a:lnTo>
                <a:lnTo>
                  <a:pt x="19840" y="476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5821575" y="4249281"/>
            <a:ext cx="20016" cy="48049"/>
          </a:xfrm>
          <a:custGeom>
            <a:avLst/>
            <a:gdLst/>
            <a:ahLst/>
            <a:cxnLst/>
            <a:rect l="l" t="t" r="r" b="b"/>
            <a:pathLst>
              <a:path w="20016" h="48049">
                <a:moveTo>
                  <a:pt x="0" y="48049"/>
                </a:moveTo>
                <a:lnTo>
                  <a:pt x="100" y="47817"/>
                </a:lnTo>
                <a:lnTo>
                  <a:pt x="226" y="47534"/>
                </a:lnTo>
                <a:lnTo>
                  <a:pt x="326" y="47302"/>
                </a:lnTo>
                <a:lnTo>
                  <a:pt x="414" y="47070"/>
                </a:lnTo>
                <a:lnTo>
                  <a:pt x="502" y="46826"/>
                </a:lnTo>
                <a:lnTo>
                  <a:pt x="602" y="46594"/>
                </a:lnTo>
                <a:lnTo>
                  <a:pt x="740" y="46362"/>
                </a:lnTo>
                <a:lnTo>
                  <a:pt x="828" y="46131"/>
                </a:lnTo>
                <a:lnTo>
                  <a:pt x="916" y="45899"/>
                </a:lnTo>
                <a:lnTo>
                  <a:pt x="1004" y="45654"/>
                </a:lnTo>
                <a:lnTo>
                  <a:pt x="1105" y="45422"/>
                </a:lnTo>
                <a:lnTo>
                  <a:pt x="1243" y="45191"/>
                </a:lnTo>
                <a:lnTo>
                  <a:pt x="1331" y="44959"/>
                </a:lnTo>
                <a:lnTo>
                  <a:pt x="1418" y="44714"/>
                </a:lnTo>
                <a:lnTo>
                  <a:pt x="1506" y="44444"/>
                </a:lnTo>
                <a:lnTo>
                  <a:pt x="1607" y="44199"/>
                </a:lnTo>
                <a:lnTo>
                  <a:pt x="1745" y="43968"/>
                </a:lnTo>
                <a:lnTo>
                  <a:pt x="1833" y="43736"/>
                </a:lnTo>
                <a:lnTo>
                  <a:pt x="1921" y="43504"/>
                </a:lnTo>
                <a:lnTo>
                  <a:pt x="2009" y="43259"/>
                </a:lnTo>
                <a:lnTo>
                  <a:pt x="2109" y="43028"/>
                </a:lnTo>
                <a:lnTo>
                  <a:pt x="2247" y="42796"/>
                </a:lnTo>
                <a:lnTo>
                  <a:pt x="2335" y="42564"/>
                </a:lnTo>
                <a:lnTo>
                  <a:pt x="2423" y="42332"/>
                </a:lnTo>
                <a:lnTo>
                  <a:pt x="2511" y="42088"/>
                </a:lnTo>
                <a:lnTo>
                  <a:pt x="2611" y="41856"/>
                </a:lnTo>
                <a:lnTo>
                  <a:pt x="2750" y="41573"/>
                </a:lnTo>
                <a:lnTo>
                  <a:pt x="2837" y="41341"/>
                </a:lnTo>
                <a:lnTo>
                  <a:pt x="2925" y="41109"/>
                </a:lnTo>
                <a:lnTo>
                  <a:pt x="3013" y="40878"/>
                </a:lnTo>
                <a:lnTo>
                  <a:pt x="3114" y="40633"/>
                </a:lnTo>
                <a:lnTo>
                  <a:pt x="3252" y="40401"/>
                </a:lnTo>
                <a:lnTo>
                  <a:pt x="3340" y="40169"/>
                </a:lnTo>
                <a:lnTo>
                  <a:pt x="3428" y="39938"/>
                </a:lnTo>
                <a:lnTo>
                  <a:pt x="3528" y="39693"/>
                </a:lnTo>
                <a:lnTo>
                  <a:pt x="3616" y="39461"/>
                </a:lnTo>
                <a:lnTo>
                  <a:pt x="3754" y="39178"/>
                </a:lnTo>
                <a:lnTo>
                  <a:pt x="3842" y="38946"/>
                </a:lnTo>
                <a:lnTo>
                  <a:pt x="3930" y="38715"/>
                </a:lnTo>
                <a:lnTo>
                  <a:pt x="4030" y="38483"/>
                </a:lnTo>
                <a:lnTo>
                  <a:pt x="4118" y="38238"/>
                </a:lnTo>
                <a:lnTo>
                  <a:pt x="4256" y="38006"/>
                </a:lnTo>
                <a:lnTo>
                  <a:pt x="4344" y="37775"/>
                </a:lnTo>
                <a:lnTo>
                  <a:pt x="4432" y="37543"/>
                </a:lnTo>
                <a:lnTo>
                  <a:pt x="4533" y="37311"/>
                </a:lnTo>
                <a:lnTo>
                  <a:pt x="4621" y="37067"/>
                </a:lnTo>
                <a:lnTo>
                  <a:pt x="4759" y="36796"/>
                </a:lnTo>
                <a:lnTo>
                  <a:pt x="4847" y="36552"/>
                </a:lnTo>
                <a:lnTo>
                  <a:pt x="4935" y="36320"/>
                </a:lnTo>
                <a:lnTo>
                  <a:pt x="5035" y="36088"/>
                </a:lnTo>
                <a:lnTo>
                  <a:pt x="5123" y="35856"/>
                </a:lnTo>
                <a:lnTo>
                  <a:pt x="5261" y="35612"/>
                </a:lnTo>
                <a:lnTo>
                  <a:pt x="5349" y="35380"/>
                </a:lnTo>
                <a:lnTo>
                  <a:pt x="5437" y="35148"/>
                </a:lnTo>
                <a:lnTo>
                  <a:pt x="5537" y="34916"/>
                </a:lnTo>
                <a:lnTo>
                  <a:pt x="5625" y="34633"/>
                </a:lnTo>
                <a:lnTo>
                  <a:pt x="5763" y="34401"/>
                </a:lnTo>
                <a:lnTo>
                  <a:pt x="5851" y="34157"/>
                </a:lnTo>
                <a:lnTo>
                  <a:pt x="5939" y="33925"/>
                </a:lnTo>
                <a:lnTo>
                  <a:pt x="6040" y="33693"/>
                </a:lnTo>
                <a:lnTo>
                  <a:pt x="6128" y="33462"/>
                </a:lnTo>
                <a:lnTo>
                  <a:pt x="6266" y="33230"/>
                </a:lnTo>
                <a:lnTo>
                  <a:pt x="6354" y="32985"/>
                </a:lnTo>
                <a:lnTo>
                  <a:pt x="6441" y="32753"/>
                </a:lnTo>
                <a:lnTo>
                  <a:pt x="6542" y="32470"/>
                </a:lnTo>
                <a:lnTo>
                  <a:pt x="6630" y="32238"/>
                </a:lnTo>
                <a:lnTo>
                  <a:pt x="6768" y="32007"/>
                </a:lnTo>
                <a:lnTo>
                  <a:pt x="6856" y="31775"/>
                </a:lnTo>
                <a:lnTo>
                  <a:pt x="6956" y="31530"/>
                </a:lnTo>
                <a:lnTo>
                  <a:pt x="7044" y="31299"/>
                </a:lnTo>
                <a:lnTo>
                  <a:pt x="7132" y="31067"/>
                </a:lnTo>
                <a:lnTo>
                  <a:pt x="7270" y="30835"/>
                </a:lnTo>
                <a:lnTo>
                  <a:pt x="7358" y="30552"/>
                </a:lnTo>
                <a:lnTo>
                  <a:pt x="7459" y="30320"/>
                </a:lnTo>
                <a:lnTo>
                  <a:pt x="7547" y="30075"/>
                </a:lnTo>
                <a:lnTo>
                  <a:pt x="7634" y="29844"/>
                </a:lnTo>
                <a:lnTo>
                  <a:pt x="7773" y="29612"/>
                </a:lnTo>
                <a:lnTo>
                  <a:pt x="7860" y="29380"/>
                </a:lnTo>
                <a:lnTo>
                  <a:pt x="7961" y="29136"/>
                </a:lnTo>
                <a:lnTo>
                  <a:pt x="8049" y="28904"/>
                </a:lnTo>
                <a:lnTo>
                  <a:pt x="8137" y="28621"/>
                </a:lnTo>
                <a:lnTo>
                  <a:pt x="8275" y="28389"/>
                </a:lnTo>
                <a:lnTo>
                  <a:pt x="8363" y="28157"/>
                </a:lnTo>
                <a:lnTo>
                  <a:pt x="8463" y="27925"/>
                </a:lnTo>
                <a:lnTo>
                  <a:pt x="8551" y="27681"/>
                </a:lnTo>
                <a:lnTo>
                  <a:pt x="8639" y="27449"/>
                </a:lnTo>
                <a:lnTo>
                  <a:pt x="8777" y="27217"/>
                </a:lnTo>
                <a:lnTo>
                  <a:pt x="8865" y="26934"/>
                </a:lnTo>
                <a:lnTo>
                  <a:pt x="8965" y="26702"/>
                </a:lnTo>
                <a:lnTo>
                  <a:pt x="9053" y="26470"/>
                </a:lnTo>
                <a:lnTo>
                  <a:pt x="9141" y="26239"/>
                </a:lnTo>
                <a:lnTo>
                  <a:pt x="9279" y="25994"/>
                </a:lnTo>
                <a:lnTo>
                  <a:pt x="9367" y="25762"/>
                </a:lnTo>
                <a:lnTo>
                  <a:pt x="9468" y="25531"/>
                </a:lnTo>
                <a:lnTo>
                  <a:pt x="9556" y="25247"/>
                </a:lnTo>
                <a:lnTo>
                  <a:pt x="9644" y="25016"/>
                </a:lnTo>
                <a:lnTo>
                  <a:pt x="9782" y="24784"/>
                </a:lnTo>
                <a:lnTo>
                  <a:pt x="9870" y="24539"/>
                </a:lnTo>
                <a:lnTo>
                  <a:pt x="9970" y="24307"/>
                </a:lnTo>
                <a:lnTo>
                  <a:pt x="10058" y="24076"/>
                </a:lnTo>
                <a:lnTo>
                  <a:pt x="10146" y="23844"/>
                </a:lnTo>
                <a:lnTo>
                  <a:pt x="10284" y="23561"/>
                </a:lnTo>
                <a:lnTo>
                  <a:pt x="10372" y="23329"/>
                </a:lnTo>
                <a:lnTo>
                  <a:pt x="10472" y="23084"/>
                </a:lnTo>
                <a:lnTo>
                  <a:pt x="10560" y="22853"/>
                </a:lnTo>
                <a:lnTo>
                  <a:pt x="10648" y="22621"/>
                </a:lnTo>
                <a:lnTo>
                  <a:pt x="10786" y="22389"/>
                </a:lnTo>
                <a:lnTo>
                  <a:pt x="10887" y="22144"/>
                </a:lnTo>
                <a:lnTo>
                  <a:pt x="10975" y="21874"/>
                </a:lnTo>
                <a:lnTo>
                  <a:pt x="11063" y="21629"/>
                </a:lnTo>
                <a:lnTo>
                  <a:pt x="11150" y="21398"/>
                </a:lnTo>
                <a:lnTo>
                  <a:pt x="11289" y="21166"/>
                </a:lnTo>
                <a:lnTo>
                  <a:pt x="11389" y="20934"/>
                </a:lnTo>
                <a:lnTo>
                  <a:pt x="11477" y="20690"/>
                </a:lnTo>
                <a:lnTo>
                  <a:pt x="11565" y="20458"/>
                </a:lnTo>
                <a:lnTo>
                  <a:pt x="11653" y="20175"/>
                </a:lnTo>
                <a:lnTo>
                  <a:pt x="11791" y="19943"/>
                </a:lnTo>
                <a:lnTo>
                  <a:pt x="11891" y="19711"/>
                </a:lnTo>
                <a:lnTo>
                  <a:pt x="11979" y="19479"/>
                </a:lnTo>
                <a:lnTo>
                  <a:pt x="12067" y="19235"/>
                </a:lnTo>
                <a:lnTo>
                  <a:pt x="12155" y="19003"/>
                </a:lnTo>
                <a:lnTo>
                  <a:pt x="12293" y="18720"/>
                </a:lnTo>
                <a:lnTo>
                  <a:pt x="12394" y="18488"/>
                </a:lnTo>
                <a:lnTo>
                  <a:pt x="12482" y="18256"/>
                </a:lnTo>
                <a:lnTo>
                  <a:pt x="12569" y="18024"/>
                </a:lnTo>
                <a:lnTo>
                  <a:pt x="12657" y="17793"/>
                </a:lnTo>
                <a:lnTo>
                  <a:pt x="12796" y="17548"/>
                </a:lnTo>
                <a:lnTo>
                  <a:pt x="12896" y="17265"/>
                </a:lnTo>
                <a:lnTo>
                  <a:pt x="12984" y="17033"/>
                </a:lnTo>
                <a:lnTo>
                  <a:pt x="13072" y="16801"/>
                </a:lnTo>
                <a:lnTo>
                  <a:pt x="13172" y="16570"/>
                </a:lnTo>
                <a:lnTo>
                  <a:pt x="13298" y="16338"/>
                </a:lnTo>
                <a:lnTo>
                  <a:pt x="13398" y="16093"/>
                </a:lnTo>
                <a:lnTo>
                  <a:pt x="13486" y="15810"/>
                </a:lnTo>
                <a:lnTo>
                  <a:pt x="13574" y="15578"/>
                </a:lnTo>
                <a:lnTo>
                  <a:pt x="13675" y="15346"/>
                </a:lnTo>
                <a:lnTo>
                  <a:pt x="13800" y="15115"/>
                </a:lnTo>
                <a:lnTo>
                  <a:pt x="13901" y="14883"/>
                </a:lnTo>
                <a:lnTo>
                  <a:pt x="13988" y="14638"/>
                </a:lnTo>
                <a:lnTo>
                  <a:pt x="14076" y="14355"/>
                </a:lnTo>
                <a:lnTo>
                  <a:pt x="14177" y="14123"/>
                </a:lnTo>
                <a:lnTo>
                  <a:pt x="14302" y="13892"/>
                </a:lnTo>
                <a:lnTo>
                  <a:pt x="14403" y="13660"/>
                </a:lnTo>
                <a:lnTo>
                  <a:pt x="14491" y="13428"/>
                </a:lnTo>
                <a:lnTo>
                  <a:pt x="14579" y="13183"/>
                </a:lnTo>
                <a:lnTo>
                  <a:pt x="14679" y="12900"/>
                </a:lnTo>
                <a:lnTo>
                  <a:pt x="14817" y="12668"/>
                </a:lnTo>
                <a:lnTo>
                  <a:pt x="14905" y="12437"/>
                </a:lnTo>
                <a:lnTo>
                  <a:pt x="14993" y="12205"/>
                </a:lnTo>
                <a:lnTo>
                  <a:pt x="15081" y="11973"/>
                </a:lnTo>
                <a:lnTo>
                  <a:pt x="15181" y="11729"/>
                </a:lnTo>
                <a:lnTo>
                  <a:pt x="15320" y="11458"/>
                </a:lnTo>
                <a:lnTo>
                  <a:pt x="15407" y="11214"/>
                </a:lnTo>
                <a:lnTo>
                  <a:pt x="15495" y="10982"/>
                </a:lnTo>
                <a:lnTo>
                  <a:pt x="15583" y="10750"/>
                </a:lnTo>
                <a:lnTo>
                  <a:pt x="15684" y="10518"/>
                </a:lnTo>
                <a:lnTo>
                  <a:pt x="15822" y="10235"/>
                </a:lnTo>
                <a:lnTo>
                  <a:pt x="15910" y="10003"/>
                </a:lnTo>
                <a:lnTo>
                  <a:pt x="15998" y="9759"/>
                </a:lnTo>
                <a:lnTo>
                  <a:pt x="16086" y="9527"/>
                </a:lnTo>
                <a:lnTo>
                  <a:pt x="16186" y="9295"/>
                </a:lnTo>
                <a:lnTo>
                  <a:pt x="16324" y="9063"/>
                </a:lnTo>
                <a:lnTo>
                  <a:pt x="16412" y="8780"/>
                </a:lnTo>
                <a:lnTo>
                  <a:pt x="16500" y="8548"/>
                </a:lnTo>
                <a:lnTo>
                  <a:pt x="16588" y="8304"/>
                </a:lnTo>
                <a:lnTo>
                  <a:pt x="16688" y="8072"/>
                </a:lnTo>
                <a:lnTo>
                  <a:pt x="16826" y="7840"/>
                </a:lnTo>
                <a:lnTo>
                  <a:pt x="16914" y="7557"/>
                </a:lnTo>
                <a:lnTo>
                  <a:pt x="17002" y="7325"/>
                </a:lnTo>
                <a:lnTo>
                  <a:pt x="17103" y="7094"/>
                </a:lnTo>
                <a:lnTo>
                  <a:pt x="17191" y="6849"/>
                </a:lnTo>
                <a:lnTo>
                  <a:pt x="17329" y="6617"/>
                </a:lnTo>
                <a:lnTo>
                  <a:pt x="17417" y="6385"/>
                </a:lnTo>
                <a:lnTo>
                  <a:pt x="17505" y="6102"/>
                </a:lnTo>
                <a:lnTo>
                  <a:pt x="17605" y="5870"/>
                </a:lnTo>
                <a:lnTo>
                  <a:pt x="17693" y="5639"/>
                </a:lnTo>
                <a:lnTo>
                  <a:pt x="17831" y="5394"/>
                </a:lnTo>
                <a:lnTo>
                  <a:pt x="17919" y="5162"/>
                </a:lnTo>
                <a:lnTo>
                  <a:pt x="18007" y="4879"/>
                </a:lnTo>
                <a:lnTo>
                  <a:pt x="18107" y="4647"/>
                </a:lnTo>
                <a:lnTo>
                  <a:pt x="18195" y="4416"/>
                </a:lnTo>
                <a:lnTo>
                  <a:pt x="18333" y="4184"/>
                </a:lnTo>
                <a:lnTo>
                  <a:pt x="18421" y="3939"/>
                </a:lnTo>
                <a:lnTo>
                  <a:pt x="18509" y="3669"/>
                </a:lnTo>
                <a:lnTo>
                  <a:pt x="18610" y="3424"/>
                </a:lnTo>
                <a:lnTo>
                  <a:pt x="18697" y="3192"/>
                </a:lnTo>
                <a:lnTo>
                  <a:pt x="18836" y="2961"/>
                </a:lnTo>
                <a:lnTo>
                  <a:pt x="18924" y="2729"/>
                </a:lnTo>
                <a:lnTo>
                  <a:pt x="19011" y="2446"/>
                </a:lnTo>
                <a:lnTo>
                  <a:pt x="19112" y="2214"/>
                </a:lnTo>
                <a:lnTo>
                  <a:pt x="19200" y="1969"/>
                </a:lnTo>
                <a:lnTo>
                  <a:pt x="19338" y="1738"/>
                </a:lnTo>
                <a:lnTo>
                  <a:pt x="19426" y="1506"/>
                </a:lnTo>
                <a:lnTo>
                  <a:pt x="19514" y="1223"/>
                </a:lnTo>
                <a:lnTo>
                  <a:pt x="19614" y="991"/>
                </a:lnTo>
                <a:lnTo>
                  <a:pt x="19702" y="759"/>
                </a:lnTo>
                <a:lnTo>
                  <a:pt x="19840" y="514"/>
                </a:lnTo>
                <a:lnTo>
                  <a:pt x="19928" y="283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5841591" y="4200434"/>
            <a:ext cx="20029" cy="48847"/>
          </a:xfrm>
          <a:custGeom>
            <a:avLst/>
            <a:gdLst/>
            <a:ahLst/>
            <a:cxnLst/>
            <a:rect l="l" t="t" r="r" b="b"/>
            <a:pathLst>
              <a:path w="20029" h="48847">
                <a:moveTo>
                  <a:pt x="0" y="48847"/>
                </a:moveTo>
                <a:lnTo>
                  <a:pt x="100" y="48615"/>
                </a:lnTo>
                <a:lnTo>
                  <a:pt x="188" y="48384"/>
                </a:lnTo>
                <a:lnTo>
                  <a:pt x="326" y="48152"/>
                </a:lnTo>
                <a:lnTo>
                  <a:pt x="414" y="47907"/>
                </a:lnTo>
                <a:lnTo>
                  <a:pt x="502" y="47637"/>
                </a:lnTo>
                <a:lnTo>
                  <a:pt x="602" y="47392"/>
                </a:lnTo>
                <a:lnTo>
                  <a:pt x="690" y="47161"/>
                </a:lnTo>
                <a:lnTo>
                  <a:pt x="828" y="46929"/>
                </a:lnTo>
                <a:lnTo>
                  <a:pt x="916" y="46697"/>
                </a:lnTo>
                <a:lnTo>
                  <a:pt x="1017" y="46414"/>
                </a:lnTo>
                <a:lnTo>
                  <a:pt x="1105" y="46182"/>
                </a:lnTo>
                <a:lnTo>
                  <a:pt x="1192" y="45937"/>
                </a:lnTo>
                <a:lnTo>
                  <a:pt x="1331" y="45706"/>
                </a:lnTo>
                <a:lnTo>
                  <a:pt x="1418" y="45474"/>
                </a:lnTo>
                <a:lnTo>
                  <a:pt x="1519" y="45191"/>
                </a:lnTo>
                <a:lnTo>
                  <a:pt x="1607" y="44959"/>
                </a:lnTo>
                <a:lnTo>
                  <a:pt x="1695" y="44727"/>
                </a:lnTo>
                <a:lnTo>
                  <a:pt x="1833" y="44483"/>
                </a:lnTo>
                <a:lnTo>
                  <a:pt x="1921" y="44251"/>
                </a:lnTo>
                <a:lnTo>
                  <a:pt x="2021" y="43968"/>
                </a:lnTo>
                <a:lnTo>
                  <a:pt x="2109" y="43736"/>
                </a:lnTo>
                <a:lnTo>
                  <a:pt x="2197" y="43504"/>
                </a:lnTo>
                <a:lnTo>
                  <a:pt x="2335" y="43272"/>
                </a:lnTo>
                <a:lnTo>
                  <a:pt x="2423" y="42989"/>
                </a:lnTo>
                <a:lnTo>
                  <a:pt x="2524" y="42744"/>
                </a:lnTo>
                <a:lnTo>
                  <a:pt x="2611" y="42513"/>
                </a:lnTo>
                <a:lnTo>
                  <a:pt x="2699" y="42281"/>
                </a:lnTo>
                <a:lnTo>
                  <a:pt x="2837" y="42049"/>
                </a:lnTo>
                <a:lnTo>
                  <a:pt x="2925" y="41766"/>
                </a:lnTo>
                <a:lnTo>
                  <a:pt x="3026" y="41534"/>
                </a:lnTo>
                <a:lnTo>
                  <a:pt x="3114" y="41302"/>
                </a:lnTo>
                <a:lnTo>
                  <a:pt x="3202" y="41058"/>
                </a:lnTo>
                <a:lnTo>
                  <a:pt x="3340" y="40826"/>
                </a:lnTo>
                <a:lnTo>
                  <a:pt x="3428" y="40543"/>
                </a:lnTo>
                <a:lnTo>
                  <a:pt x="3528" y="40311"/>
                </a:lnTo>
                <a:lnTo>
                  <a:pt x="3616" y="40079"/>
                </a:lnTo>
                <a:lnTo>
                  <a:pt x="3704" y="39848"/>
                </a:lnTo>
                <a:lnTo>
                  <a:pt x="3842" y="39564"/>
                </a:lnTo>
                <a:lnTo>
                  <a:pt x="3930" y="39320"/>
                </a:lnTo>
                <a:lnTo>
                  <a:pt x="4030" y="39088"/>
                </a:lnTo>
                <a:lnTo>
                  <a:pt x="4118" y="38856"/>
                </a:lnTo>
                <a:lnTo>
                  <a:pt x="4206" y="38624"/>
                </a:lnTo>
                <a:lnTo>
                  <a:pt x="4344" y="38341"/>
                </a:lnTo>
                <a:lnTo>
                  <a:pt x="4445" y="38109"/>
                </a:lnTo>
                <a:lnTo>
                  <a:pt x="4533" y="37865"/>
                </a:lnTo>
                <a:lnTo>
                  <a:pt x="4621" y="37633"/>
                </a:lnTo>
                <a:lnTo>
                  <a:pt x="4709" y="37401"/>
                </a:lnTo>
                <a:lnTo>
                  <a:pt x="4847" y="37118"/>
                </a:lnTo>
                <a:lnTo>
                  <a:pt x="4947" y="36886"/>
                </a:lnTo>
                <a:lnTo>
                  <a:pt x="5035" y="36655"/>
                </a:lnTo>
                <a:lnTo>
                  <a:pt x="5123" y="36410"/>
                </a:lnTo>
                <a:lnTo>
                  <a:pt x="5211" y="36140"/>
                </a:lnTo>
                <a:lnTo>
                  <a:pt x="5349" y="35895"/>
                </a:lnTo>
                <a:lnTo>
                  <a:pt x="5449" y="35663"/>
                </a:lnTo>
                <a:lnTo>
                  <a:pt x="5537" y="35431"/>
                </a:lnTo>
                <a:lnTo>
                  <a:pt x="5625" y="35200"/>
                </a:lnTo>
                <a:lnTo>
                  <a:pt x="5713" y="34916"/>
                </a:lnTo>
                <a:lnTo>
                  <a:pt x="5851" y="34685"/>
                </a:lnTo>
                <a:lnTo>
                  <a:pt x="5952" y="34440"/>
                </a:lnTo>
                <a:lnTo>
                  <a:pt x="6040" y="34208"/>
                </a:lnTo>
                <a:lnTo>
                  <a:pt x="6128" y="33925"/>
                </a:lnTo>
                <a:lnTo>
                  <a:pt x="6215" y="33693"/>
                </a:lnTo>
                <a:lnTo>
                  <a:pt x="6354" y="33462"/>
                </a:lnTo>
                <a:lnTo>
                  <a:pt x="6454" y="33230"/>
                </a:lnTo>
                <a:lnTo>
                  <a:pt x="6542" y="32947"/>
                </a:lnTo>
                <a:lnTo>
                  <a:pt x="6630" y="32715"/>
                </a:lnTo>
                <a:lnTo>
                  <a:pt x="6718" y="32470"/>
                </a:lnTo>
                <a:lnTo>
                  <a:pt x="6856" y="32238"/>
                </a:lnTo>
                <a:lnTo>
                  <a:pt x="6956" y="32007"/>
                </a:lnTo>
                <a:lnTo>
                  <a:pt x="7044" y="31723"/>
                </a:lnTo>
                <a:lnTo>
                  <a:pt x="7132" y="31492"/>
                </a:lnTo>
                <a:lnTo>
                  <a:pt x="7233" y="31260"/>
                </a:lnTo>
                <a:lnTo>
                  <a:pt x="7358" y="31015"/>
                </a:lnTo>
                <a:lnTo>
                  <a:pt x="7459" y="30745"/>
                </a:lnTo>
                <a:lnTo>
                  <a:pt x="7547" y="30500"/>
                </a:lnTo>
                <a:lnTo>
                  <a:pt x="7634" y="30269"/>
                </a:lnTo>
                <a:lnTo>
                  <a:pt x="7735" y="30037"/>
                </a:lnTo>
                <a:lnTo>
                  <a:pt x="7860" y="29805"/>
                </a:lnTo>
                <a:lnTo>
                  <a:pt x="7961" y="29522"/>
                </a:lnTo>
                <a:lnTo>
                  <a:pt x="8049" y="29290"/>
                </a:lnTo>
                <a:lnTo>
                  <a:pt x="8137" y="29045"/>
                </a:lnTo>
                <a:lnTo>
                  <a:pt x="8237" y="28814"/>
                </a:lnTo>
                <a:lnTo>
                  <a:pt x="8375" y="28530"/>
                </a:lnTo>
                <a:lnTo>
                  <a:pt x="8463" y="28299"/>
                </a:lnTo>
                <a:lnTo>
                  <a:pt x="8551" y="28067"/>
                </a:lnTo>
                <a:lnTo>
                  <a:pt x="8639" y="27835"/>
                </a:lnTo>
                <a:lnTo>
                  <a:pt x="8739" y="27552"/>
                </a:lnTo>
                <a:lnTo>
                  <a:pt x="8878" y="27307"/>
                </a:lnTo>
                <a:lnTo>
                  <a:pt x="8965" y="27076"/>
                </a:lnTo>
                <a:lnTo>
                  <a:pt x="9053" y="26844"/>
                </a:lnTo>
                <a:lnTo>
                  <a:pt x="9141" y="26561"/>
                </a:lnTo>
                <a:lnTo>
                  <a:pt x="9242" y="26329"/>
                </a:lnTo>
                <a:lnTo>
                  <a:pt x="9380" y="26097"/>
                </a:lnTo>
                <a:lnTo>
                  <a:pt x="9468" y="25852"/>
                </a:lnTo>
                <a:lnTo>
                  <a:pt x="9556" y="25621"/>
                </a:lnTo>
                <a:lnTo>
                  <a:pt x="9644" y="25337"/>
                </a:lnTo>
                <a:lnTo>
                  <a:pt x="9744" y="25106"/>
                </a:lnTo>
                <a:lnTo>
                  <a:pt x="9882" y="24874"/>
                </a:lnTo>
                <a:lnTo>
                  <a:pt x="9970" y="24642"/>
                </a:lnTo>
                <a:lnTo>
                  <a:pt x="10058" y="24359"/>
                </a:lnTo>
                <a:lnTo>
                  <a:pt x="10146" y="24127"/>
                </a:lnTo>
                <a:lnTo>
                  <a:pt x="10246" y="23883"/>
                </a:lnTo>
                <a:lnTo>
                  <a:pt x="10384" y="23651"/>
                </a:lnTo>
                <a:lnTo>
                  <a:pt x="10472" y="23368"/>
                </a:lnTo>
                <a:lnTo>
                  <a:pt x="10560" y="23136"/>
                </a:lnTo>
                <a:lnTo>
                  <a:pt x="10661" y="22904"/>
                </a:lnTo>
                <a:lnTo>
                  <a:pt x="10749" y="22672"/>
                </a:lnTo>
                <a:lnTo>
                  <a:pt x="10887" y="22389"/>
                </a:lnTo>
                <a:lnTo>
                  <a:pt x="10975" y="22157"/>
                </a:lnTo>
                <a:lnTo>
                  <a:pt x="11063" y="21913"/>
                </a:lnTo>
                <a:lnTo>
                  <a:pt x="11163" y="21681"/>
                </a:lnTo>
                <a:lnTo>
                  <a:pt x="11251" y="21449"/>
                </a:lnTo>
                <a:lnTo>
                  <a:pt x="11389" y="21166"/>
                </a:lnTo>
                <a:lnTo>
                  <a:pt x="11477" y="20934"/>
                </a:lnTo>
                <a:lnTo>
                  <a:pt x="11565" y="20702"/>
                </a:lnTo>
                <a:lnTo>
                  <a:pt x="11665" y="20458"/>
                </a:lnTo>
                <a:lnTo>
                  <a:pt x="11753" y="20187"/>
                </a:lnTo>
                <a:lnTo>
                  <a:pt x="11891" y="19943"/>
                </a:lnTo>
                <a:lnTo>
                  <a:pt x="11979" y="19711"/>
                </a:lnTo>
                <a:lnTo>
                  <a:pt x="12067" y="19479"/>
                </a:lnTo>
                <a:lnTo>
                  <a:pt x="12168" y="19196"/>
                </a:lnTo>
                <a:lnTo>
                  <a:pt x="12256" y="18964"/>
                </a:lnTo>
                <a:lnTo>
                  <a:pt x="12394" y="18733"/>
                </a:lnTo>
                <a:lnTo>
                  <a:pt x="12482" y="18488"/>
                </a:lnTo>
                <a:lnTo>
                  <a:pt x="12569" y="18205"/>
                </a:lnTo>
                <a:lnTo>
                  <a:pt x="12670" y="17973"/>
                </a:lnTo>
                <a:lnTo>
                  <a:pt x="12758" y="17741"/>
                </a:lnTo>
                <a:lnTo>
                  <a:pt x="12896" y="17509"/>
                </a:lnTo>
                <a:lnTo>
                  <a:pt x="12984" y="17226"/>
                </a:lnTo>
                <a:lnTo>
                  <a:pt x="13072" y="16994"/>
                </a:lnTo>
                <a:lnTo>
                  <a:pt x="13172" y="16750"/>
                </a:lnTo>
                <a:lnTo>
                  <a:pt x="13260" y="16518"/>
                </a:lnTo>
                <a:lnTo>
                  <a:pt x="13398" y="16235"/>
                </a:lnTo>
                <a:lnTo>
                  <a:pt x="13486" y="16003"/>
                </a:lnTo>
                <a:lnTo>
                  <a:pt x="13574" y="15771"/>
                </a:lnTo>
                <a:lnTo>
                  <a:pt x="13675" y="15540"/>
                </a:lnTo>
                <a:lnTo>
                  <a:pt x="13762" y="15256"/>
                </a:lnTo>
                <a:lnTo>
                  <a:pt x="13901" y="15025"/>
                </a:lnTo>
                <a:lnTo>
                  <a:pt x="13988" y="14780"/>
                </a:lnTo>
                <a:lnTo>
                  <a:pt x="14076" y="14548"/>
                </a:lnTo>
                <a:lnTo>
                  <a:pt x="14177" y="14265"/>
                </a:lnTo>
                <a:lnTo>
                  <a:pt x="14265" y="14033"/>
                </a:lnTo>
                <a:lnTo>
                  <a:pt x="14403" y="13801"/>
                </a:lnTo>
                <a:lnTo>
                  <a:pt x="14491" y="13570"/>
                </a:lnTo>
                <a:lnTo>
                  <a:pt x="14591" y="13286"/>
                </a:lnTo>
                <a:lnTo>
                  <a:pt x="14679" y="13055"/>
                </a:lnTo>
                <a:lnTo>
                  <a:pt x="14767" y="12810"/>
                </a:lnTo>
                <a:lnTo>
                  <a:pt x="14905" y="12578"/>
                </a:lnTo>
                <a:lnTo>
                  <a:pt x="14993" y="12295"/>
                </a:lnTo>
                <a:lnTo>
                  <a:pt x="15094" y="12063"/>
                </a:lnTo>
                <a:lnTo>
                  <a:pt x="15181" y="11832"/>
                </a:lnTo>
                <a:lnTo>
                  <a:pt x="15269" y="11600"/>
                </a:lnTo>
                <a:lnTo>
                  <a:pt x="15407" y="11317"/>
                </a:lnTo>
                <a:lnTo>
                  <a:pt x="15495" y="11072"/>
                </a:lnTo>
                <a:lnTo>
                  <a:pt x="15596" y="10840"/>
                </a:lnTo>
                <a:lnTo>
                  <a:pt x="15684" y="10608"/>
                </a:lnTo>
                <a:lnTo>
                  <a:pt x="15772" y="10325"/>
                </a:lnTo>
                <a:lnTo>
                  <a:pt x="15910" y="10093"/>
                </a:lnTo>
                <a:lnTo>
                  <a:pt x="15998" y="9862"/>
                </a:lnTo>
                <a:lnTo>
                  <a:pt x="16098" y="9630"/>
                </a:lnTo>
                <a:lnTo>
                  <a:pt x="16186" y="9347"/>
                </a:lnTo>
                <a:lnTo>
                  <a:pt x="16274" y="9102"/>
                </a:lnTo>
                <a:lnTo>
                  <a:pt x="16412" y="8870"/>
                </a:lnTo>
                <a:lnTo>
                  <a:pt x="16500" y="8639"/>
                </a:lnTo>
                <a:lnTo>
                  <a:pt x="16600" y="8355"/>
                </a:lnTo>
                <a:lnTo>
                  <a:pt x="16688" y="8124"/>
                </a:lnTo>
                <a:lnTo>
                  <a:pt x="16776" y="7892"/>
                </a:lnTo>
                <a:lnTo>
                  <a:pt x="16914" y="7647"/>
                </a:lnTo>
                <a:lnTo>
                  <a:pt x="17002" y="7377"/>
                </a:lnTo>
                <a:lnTo>
                  <a:pt x="17103" y="7132"/>
                </a:lnTo>
                <a:lnTo>
                  <a:pt x="17191" y="6900"/>
                </a:lnTo>
                <a:lnTo>
                  <a:pt x="17278" y="6669"/>
                </a:lnTo>
                <a:lnTo>
                  <a:pt x="17417" y="6385"/>
                </a:lnTo>
                <a:lnTo>
                  <a:pt x="17505" y="6154"/>
                </a:lnTo>
                <a:lnTo>
                  <a:pt x="17605" y="5922"/>
                </a:lnTo>
                <a:lnTo>
                  <a:pt x="17693" y="5677"/>
                </a:lnTo>
                <a:lnTo>
                  <a:pt x="17781" y="5407"/>
                </a:lnTo>
                <a:lnTo>
                  <a:pt x="17919" y="5162"/>
                </a:lnTo>
                <a:lnTo>
                  <a:pt x="18007" y="4931"/>
                </a:lnTo>
                <a:lnTo>
                  <a:pt x="18107" y="4699"/>
                </a:lnTo>
                <a:lnTo>
                  <a:pt x="18195" y="4416"/>
                </a:lnTo>
                <a:lnTo>
                  <a:pt x="18283" y="4184"/>
                </a:lnTo>
                <a:lnTo>
                  <a:pt x="18421" y="3952"/>
                </a:lnTo>
                <a:lnTo>
                  <a:pt x="18522" y="3707"/>
                </a:lnTo>
                <a:lnTo>
                  <a:pt x="18610" y="3424"/>
                </a:lnTo>
                <a:lnTo>
                  <a:pt x="18697" y="3192"/>
                </a:lnTo>
                <a:lnTo>
                  <a:pt x="18785" y="2961"/>
                </a:lnTo>
                <a:lnTo>
                  <a:pt x="18924" y="2729"/>
                </a:lnTo>
                <a:lnTo>
                  <a:pt x="19024" y="2446"/>
                </a:lnTo>
                <a:lnTo>
                  <a:pt x="19112" y="2214"/>
                </a:lnTo>
                <a:lnTo>
                  <a:pt x="19200" y="1969"/>
                </a:lnTo>
                <a:lnTo>
                  <a:pt x="19288" y="1738"/>
                </a:lnTo>
                <a:lnTo>
                  <a:pt x="19426" y="1454"/>
                </a:lnTo>
                <a:lnTo>
                  <a:pt x="19526" y="1223"/>
                </a:lnTo>
                <a:lnTo>
                  <a:pt x="19614" y="991"/>
                </a:lnTo>
                <a:lnTo>
                  <a:pt x="19702" y="759"/>
                </a:lnTo>
                <a:lnTo>
                  <a:pt x="19790" y="476"/>
                </a:lnTo>
                <a:lnTo>
                  <a:pt x="19928" y="244"/>
                </a:lnTo>
                <a:lnTo>
                  <a:pt x="20029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5861620" y="4151496"/>
            <a:ext cx="19966" cy="48937"/>
          </a:xfrm>
          <a:custGeom>
            <a:avLst/>
            <a:gdLst/>
            <a:ahLst/>
            <a:cxnLst/>
            <a:rect l="l" t="t" r="r" b="b"/>
            <a:pathLst>
              <a:path w="19966" h="48937">
                <a:moveTo>
                  <a:pt x="0" y="48937"/>
                </a:moveTo>
                <a:lnTo>
                  <a:pt x="87" y="48705"/>
                </a:lnTo>
                <a:lnTo>
                  <a:pt x="175" y="48422"/>
                </a:lnTo>
                <a:lnTo>
                  <a:pt x="263" y="48191"/>
                </a:lnTo>
                <a:lnTo>
                  <a:pt x="401" y="47959"/>
                </a:lnTo>
                <a:lnTo>
                  <a:pt x="502" y="47727"/>
                </a:lnTo>
                <a:lnTo>
                  <a:pt x="590" y="47444"/>
                </a:lnTo>
                <a:lnTo>
                  <a:pt x="678" y="47212"/>
                </a:lnTo>
                <a:lnTo>
                  <a:pt x="778" y="46967"/>
                </a:lnTo>
                <a:lnTo>
                  <a:pt x="904" y="46736"/>
                </a:lnTo>
                <a:lnTo>
                  <a:pt x="1004" y="46452"/>
                </a:lnTo>
                <a:lnTo>
                  <a:pt x="1092" y="46221"/>
                </a:lnTo>
                <a:lnTo>
                  <a:pt x="1180" y="45989"/>
                </a:lnTo>
                <a:lnTo>
                  <a:pt x="1280" y="45757"/>
                </a:lnTo>
                <a:lnTo>
                  <a:pt x="1406" y="45474"/>
                </a:lnTo>
                <a:lnTo>
                  <a:pt x="1506" y="45229"/>
                </a:lnTo>
                <a:lnTo>
                  <a:pt x="1594" y="44998"/>
                </a:lnTo>
                <a:lnTo>
                  <a:pt x="1682" y="44766"/>
                </a:lnTo>
                <a:lnTo>
                  <a:pt x="1783" y="44483"/>
                </a:lnTo>
                <a:lnTo>
                  <a:pt x="1921" y="44251"/>
                </a:lnTo>
                <a:lnTo>
                  <a:pt x="2009" y="44019"/>
                </a:lnTo>
                <a:lnTo>
                  <a:pt x="2097" y="43787"/>
                </a:lnTo>
                <a:lnTo>
                  <a:pt x="2184" y="43504"/>
                </a:lnTo>
                <a:lnTo>
                  <a:pt x="2285" y="43259"/>
                </a:lnTo>
                <a:lnTo>
                  <a:pt x="2423" y="43028"/>
                </a:lnTo>
                <a:lnTo>
                  <a:pt x="2511" y="42796"/>
                </a:lnTo>
                <a:lnTo>
                  <a:pt x="2549" y="42564"/>
                </a:lnTo>
                <a:lnTo>
                  <a:pt x="2649" y="42332"/>
                </a:lnTo>
                <a:lnTo>
                  <a:pt x="2787" y="42088"/>
                </a:lnTo>
                <a:lnTo>
                  <a:pt x="2875" y="41856"/>
                </a:lnTo>
                <a:lnTo>
                  <a:pt x="2963" y="41573"/>
                </a:lnTo>
                <a:lnTo>
                  <a:pt x="3064" y="41341"/>
                </a:lnTo>
                <a:lnTo>
                  <a:pt x="3151" y="41109"/>
                </a:lnTo>
                <a:lnTo>
                  <a:pt x="3290" y="40878"/>
                </a:lnTo>
                <a:lnTo>
                  <a:pt x="3377" y="40594"/>
                </a:lnTo>
                <a:lnTo>
                  <a:pt x="3465" y="40350"/>
                </a:lnTo>
                <a:lnTo>
                  <a:pt x="3566" y="40118"/>
                </a:lnTo>
                <a:lnTo>
                  <a:pt x="3654" y="39886"/>
                </a:lnTo>
                <a:lnTo>
                  <a:pt x="3792" y="39603"/>
                </a:lnTo>
                <a:lnTo>
                  <a:pt x="3880" y="39371"/>
                </a:lnTo>
                <a:lnTo>
                  <a:pt x="3968" y="39139"/>
                </a:lnTo>
                <a:lnTo>
                  <a:pt x="4068" y="38895"/>
                </a:lnTo>
                <a:lnTo>
                  <a:pt x="4156" y="38624"/>
                </a:lnTo>
                <a:lnTo>
                  <a:pt x="4294" y="38380"/>
                </a:lnTo>
                <a:lnTo>
                  <a:pt x="4382" y="38148"/>
                </a:lnTo>
                <a:lnTo>
                  <a:pt x="4470" y="37916"/>
                </a:lnTo>
                <a:lnTo>
                  <a:pt x="4570" y="37633"/>
                </a:lnTo>
                <a:lnTo>
                  <a:pt x="4658" y="37401"/>
                </a:lnTo>
                <a:lnTo>
                  <a:pt x="4796" y="37170"/>
                </a:lnTo>
                <a:lnTo>
                  <a:pt x="4884" y="36925"/>
                </a:lnTo>
                <a:lnTo>
                  <a:pt x="4972" y="36655"/>
                </a:lnTo>
                <a:lnTo>
                  <a:pt x="5073" y="36410"/>
                </a:lnTo>
                <a:lnTo>
                  <a:pt x="5161" y="36178"/>
                </a:lnTo>
                <a:lnTo>
                  <a:pt x="5299" y="35946"/>
                </a:lnTo>
                <a:lnTo>
                  <a:pt x="5387" y="35663"/>
                </a:lnTo>
                <a:lnTo>
                  <a:pt x="5475" y="35431"/>
                </a:lnTo>
                <a:lnTo>
                  <a:pt x="5575" y="35200"/>
                </a:lnTo>
                <a:lnTo>
                  <a:pt x="5663" y="34955"/>
                </a:lnTo>
                <a:lnTo>
                  <a:pt x="5801" y="34672"/>
                </a:lnTo>
                <a:lnTo>
                  <a:pt x="5889" y="34440"/>
                </a:lnTo>
                <a:lnTo>
                  <a:pt x="5977" y="34208"/>
                </a:lnTo>
                <a:lnTo>
                  <a:pt x="6077" y="33977"/>
                </a:lnTo>
                <a:lnTo>
                  <a:pt x="6165" y="33693"/>
                </a:lnTo>
                <a:lnTo>
                  <a:pt x="6303" y="33462"/>
                </a:lnTo>
                <a:lnTo>
                  <a:pt x="6391" y="33230"/>
                </a:lnTo>
                <a:lnTo>
                  <a:pt x="6479" y="32985"/>
                </a:lnTo>
                <a:lnTo>
                  <a:pt x="6580" y="32702"/>
                </a:lnTo>
                <a:lnTo>
                  <a:pt x="6667" y="32470"/>
                </a:lnTo>
                <a:lnTo>
                  <a:pt x="6806" y="32238"/>
                </a:lnTo>
                <a:lnTo>
                  <a:pt x="6894" y="32007"/>
                </a:lnTo>
                <a:lnTo>
                  <a:pt x="6994" y="31723"/>
                </a:lnTo>
                <a:lnTo>
                  <a:pt x="7082" y="31492"/>
                </a:lnTo>
                <a:lnTo>
                  <a:pt x="7170" y="31247"/>
                </a:lnTo>
                <a:lnTo>
                  <a:pt x="7308" y="31015"/>
                </a:lnTo>
                <a:lnTo>
                  <a:pt x="7396" y="30732"/>
                </a:lnTo>
                <a:lnTo>
                  <a:pt x="7496" y="30500"/>
                </a:lnTo>
                <a:lnTo>
                  <a:pt x="7584" y="30269"/>
                </a:lnTo>
                <a:lnTo>
                  <a:pt x="7672" y="30037"/>
                </a:lnTo>
                <a:lnTo>
                  <a:pt x="7810" y="29754"/>
                </a:lnTo>
                <a:lnTo>
                  <a:pt x="7898" y="29522"/>
                </a:lnTo>
                <a:lnTo>
                  <a:pt x="7999" y="29277"/>
                </a:lnTo>
                <a:lnTo>
                  <a:pt x="8086" y="29045"/>
                </a:lnTo>
                <a:lnTo>
                  <a:pt x="8174" y="28762"/>
                </a:lnTo>
                <a:lnTo>
                  <a:pt x="8313" y="28530"/>
                </a:lnTo>
                <a:lnTo>
                  <a:pt x="8400" y="28299"/>
                </a:lnTo>
                <a:lnTo>
                  <a:pt x="8501" y="28067"/>
                </a:lnTo>
                <a:lnTo>
                  <a:pt x="8589" y="27784"/>
                </a:lnTo>
                <a:lnTo>
                  <a:pt x="8677" y="27552"/>
                </a:lnTo>
                <a:lnTo>
                  <a:pt x="8815" y="27307"/>
                </a:lnTo>
                <a:lnTo>
                  <a:pt x="8903" y="27076"/>
                </a:lnTo>
                <a:lnTo>
                  <a:pt x="9003" y="26792"/>
                </a:lnTo>
                <a:lnTo>
                  <a:pt x="9091" y="26561"/>
                </a:lnTo>
                <a:lnTo>
                  <a:pt x="9179" y="26329"/>
                </a:lnTo>
                <a:lnTo>
                  <a:pt x="9317" y="26097"/>
                </a:lnTo>
                <a:lnTo>
                  <a:pt x="9405" y="25814"/>
                </a:lnTo>
                <a:lnTo>
                  <a:pt x="9505" y="25569"/>
                </a:lnTo>
                <a:lnTo>
                  <a:pt x="9593" y="25337"/>
                </a:lnTo>
                <a:lnTo>
                  <a:pt x="9681" y="25106"/>
                </a:lnTo>
                <a:lnTo>
                  <a:pt x="9819" y="24822"/>
                </a:lnTo>
                <a:lnTo>
                  <a:pt x="9907" y="24591"/>
                </a:lnTo>
                <a:lnTo>
                  <a:pt x="10008" y="24359"/>
                </a:lnTo>
                <a:lnTo>
                  <a:pt x="10096" y="24114"/>
                </a:lnTo>
                <a:lnTo>
                  <a:pt x="10184" y="23844"/>
                </a:lnTo>
                <a:lnTo>
                  <a:pt x="10322" y="23599"/>
                </a:lnTo>
                <a:lnTo>
                  <a:pt x="10422" y="23368"/>
                </a:lnTo>
                <a:lnTo>
                  <a:pt x="10510" y="23136"/>
                </a:lnTo>
                <a:lnTo>
                  <a:pt x="10598" y="22853"/>
                </a:lnTo>
                <a:lnTo>
                  <a:pt x="10686" y="22621"/>
                </a:lnTo>
                <a:lnTo>
                  <a:pt x="10824" y="22389"/>
                </a:lnTo>
                <a:lnTo>
                  <a:pt x="10924" y="22144"/>
                </a:lnTo>
                <a:lnTo>
                  <a:pt x="11012" y="21874"/>
                </a:lnTo>
                <a:lnTo>
                  <a:pt x="11100" y="21629"/>
                </a:lnTo>
                <a:lnTo>
                  <a:pt x="11188" y="21398"/>
                </a:lnTo>
                <a:lnTo>
                  <a:pt x="11326" y="21166"/>
                </a:lnTo>
                <a:lnTo>
                  <a:pt x="11427" y="20883"/>
                </a:lnTo>
                <a:lnTo>
                  <a:pt x="11515" y="20651"/>
                </a:lnTo>
                <a:lnTo>
                  <a:pt x="11603" y="20419"/>
                </a:lnTo>
                <a:lnTo>
                  <a:pt x="11690" y="20175"/>
                </a:lnTo>
                <a:lnTo>
                  <a:pt x="11829" y="19891"/>
                </a:lnTo>
                <a:lnTo>
                  <a:pt x="11929" y="19660"/>
                </a:lnTo>
                <a:lnTo>
                  <a:pt x="12017" y="19428"/>
                </a:lnTo>
                <a:lnTo>
                  <a:pt x="12105" y="19196"/>
                </a:lnTo>
                <a:lnTo>
                  <a:pt x="12193" y="18913"/>
                </a:lnTo>
                <a:lnTo>
                  <a:pt x="12331" y="18681"/>
                </a:lnTo>
                <a:lnTo>
                  <a:pt x="12431" y="18449"/>
                </a:lnTo>
                <a:lnTo>
                  <a:pt x="12519" y="18205"/>
                </a:lnTo>
                <a:lnTo>
                  <a:pt x="12607" y="17921"/>
                </a:lnTo>
                <a:lnTo>
                  <a:pt x="12695" y="17690"/>
                </a:lnTo>
                <a:lnTo>
                  <a:pt x="12833" y="17458"/>
                </a:lnTo>
                <a:lnTo>
                  <a:pt x="12934" y="17226"/>
                </a:lnTo>
                <a:lnTo>
                  <a:pt x="13022" y="16943"/>
                </a:lnTo>
                <a:lnTo>
                  <a:pt x="13109" y="16711"/>
                </a:lnTo>
                <a:lnTo>
                  <a:pt x="13210" y="16467"/>
                </a:lnTo>
                <a:lnTo>
                  <a:pt x="13335" y="16235"/>
                </a:lnTo>
                <a:lnTo>
                  <a:pt x="13436" y="15952"/>
                </a:lnTo>
                <a:lnTo>
                  <a:pt x="13524" y="15720"/>
                </a:lnTo>
                <a:lnTo>
                  <a:pt x="13612" y="15488"/>
                </a:lnTo>
                <a:lnTo>
                  <a:pt x="13712" y="15256"/>
                </a:lnTo>
                <a:lnTo>
                  <a:pt x="13838" y="14973"/>
                </a:lnTo>
                <a:lnTo>
                  <a:pt x="13938" y="14741"/>
                </a:lnTo>
                <a:lnTo>
                  <a:pt x="14026" y="14497"/>
                </a:lnTo>
                <a:lnTo>
                  <a:pt x="14114" y="14265"/>
                </a:lnTo>
                <a:lnTo>
                  <a:pt x="14214" y="14033"/>
                </a:lnTo>
                <a:lnTo>
                  <a:pt x="14353" y="13750"/>
                </a:lnTo>
                <a:lnTo>
                  <a:pt x="14441" y="13518"/>
                </a:lnTo>
                <a:lnTo>
                  <a:pt x="14528" y="13286"/>
                </a:lnTo>
                <a:lnTo>
                  <a:pt x="14616" y="13042"/>
                </a:lnTo>
                <a:lnTo>
                  <a:pt x="14717" y="12771"/>
                </a:lnTo>
                <a:lnTo>
                  <a:pt x="14855" y="12527"/>
                </a:lnTo>
                <a:lnTo>
                  <a:pt x="14943" y="12295"/>
                </a:lnTo>
                <a:lnTo>
                  <a:pt x="15031" y="12063"/>
                </a:lnTo>
                <a:lnTo>
                  <a:pt x="15119" y="11780"/>
                </a:lnTo>
                <a:lnTo>
                  <a:pt x="15219" y="11548"/>
                </a:lnTo>
                <a:lnTo>
                  <a:pt x="15357" y="11317"/>
                </a:lnTo>
                <a:lnTo>
                  <a:pt x="15445" y="11072"/>
                </a:lnTo>
                <a:lnTo>
                  <a:pt x="15533" y="10789"/>
                </a:lnTo>
                <a:lnTo>
                  <a:pt x="15621" y="10557"/>
                </a:lnTo>
                <a:lnTo>
                  <a:pt x="15721" y="10325"/>
                </a:lnTo>
                <a:lnTo>
                  <a:pt x="15860" y="10093"/>
                </a:lnTo>
                <a:lnTo>
                  <a:pt x="15947" y="9862"/>
                </a:lnTo>
                <a:lnTo>
                  <a:pt x="16035" y="9578"/>
                </a:lnTo>
                <a:lnTo>
                  <a:pt x="16123" y="9334"/>
                </a:lnTo>
                <a:lnTo>
                  <a:pt x="16224" y="9102"/>
                </a:lnTo>
                <a:lnTo>
                  <a:pt x="16362" y="8870"/>
                </a:lnTo>
                <a:lnTo>
                  <a:pt x="16450" y="8587"/>
                </a:lnTo>
                <a:lnTo>
                  <a:pt x="16538" y="8355"/>
                </a:lnTo>
                <a:lnTo>
                  <a:pt x="16638" y="8124"/>
                </a:lnTo>
                <a:lnTo>
                  <a:pt x="16726" y="7892"/>
                </a:lnTo>
                <a:lnTo>
                  <a:pt x="16864" y="7609"/>
                </a:lnTo>
                <a:lnTo>
                  <a:pt x="16952" y="7364"/>
                </a:lnTo>
                <a:lnTo>
                  <a:pt x="17040" y="7132"/>
                </a:lnTo>
                <a:lnTo>
                  <a:pt x="17140" y="6900"/>
                </a:lnTo>
                <a:lnTo>
                  <a:pt x="17228" y="6617"/>
                </a:lnTo>
                <a:lnTo>
                  <a:pt x="17366" y="6385"/>
                </a:lnTo>
                <a:lnTo>
                  <a:pt x="17454" y="6154"/>
                </a:lnTo>
                <a:lnTo>
                  <a:pt x="17542" y="5909"/>
                </a:lnTo>
                <a:lnTo>
                  <a:pt x="17643" y="5677"/>
                </a:lnTo>
                <a:lnTo>
                  <a:pt x="17731" y="5394"/>
                </a:lnTo>
                <a:lnTo>
                  <a:pt x="17869" y="5162"/>
                </a:lnTo>
                <a:lnTo>
                  <a:pt x="17957" y="4931"/>
                </a:lnTo>
                <a:lnTo>
                  <a:pt x="18044" y="4699"/>
                </a:lnTo>
                <a:lnTo>
                  <a:pt x="18145" y="4416"/>
                </a:lnTo>
                <a:lnTo>
                  <a:pt x="18233" y="4184"/>
                </a:lnTo>
                <a:lnTo>
                  <a:pt x="18371" y="3939"/>
                </a:lnTo>
                <a:lnTo>
                  <a:pt x="18459" y="3707"/>
                </a:lnTo>
                <a:lnTo>
                  <a:pt x="18547" y="3476"/>
                </a:lnTo>
                <a:lnTo>
                  <a:pt x="18647" y="3192"/>
                </a:lnTo>
                <a:lnTo>
                  <a:pt x="18735" y="2961"/>
                </a:lnTo>
                <a:lnTo>
                  <a:pt x="18873" y="2729"/>
                </a:lnTo>
                <a:lnTo>
                  <a:pt x="18961" y="2484"/>
                </a:lnTo>
                <a:lnTo>
                  <a:pt x="19049" y="2214"/>
                </a:lnTo>
                <a:lnTo>
                  <a:pt x="19150" y="1969"/>
                </a:lnTo>
                <a:lnTo>
                  <a:pt x="19237" y="1738"/>
                </a:lnTo>
                <a:lnTo>
                  <a:pt x="19376" y="1506"/>
                </a:lnTo>
                <a:lnTo>
                  <a:pt x="19463" y="1223"/>
                </a:lnTo>
                <a:lnTo>
                  <a:pt x="19551" y="991"/>
                </a:lnTo>
                <a:lnTo>
                  <a:pt x="19652" y="759"/>
                </a:lnTo>
                <a:lnTo>
                  <a:pt x="19740" y="514"/>
                </a:lnTo>
                <a:lnTo>
                  <a:pt x="19878" y="283"/>
                </a:lnTo>
                <a:lnTo>
                  <a:pt x="1996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5881586" y="4103215"/>
            <a:ext cx="20016" cy="48281"/>
          </a:xfrm>
          <a:custGeom>
            <a:avLst/>
            <a:gdLst/>
            <a:ahLst/>
            <a:cxnLst/>
            <a:rect l="l" t="t" r="r" b="b"/>
            <a:pathLst>
              <a:path w="20016" h="48281">
                <a:moveTo>
                  <a:pt x="0" y="48281"/>
                </a:moveTo>
                <a:lnTo>
                  <a:pt x="87" y="48049"/>
                </a:lnTo>
                <a:lnTo>
                  <a:pt x="188" y="47817"/>
                </a:lnTo>
                <a:lnTo>
                  <a:pt x="276" y="47585"/>
                </a:lnTo>
                <a:lnTo>
                  <a:pt x="414" y="47302"/>
                </a:lnTo>
                <a:lnTo>
                  <a:pt x="502" y="47058"/>
                </a:lnTo>
                <a:lnTo>
                  <a:pt x="602" y="46826"/>
                </a:lnTo>
                <a:lnTo>
                  <a:pt x="690" y="46594"/>
                </a:lnTo>
                <a:lnTo>
                  <a:pt x="778" y="46362"/>
                </a:lnTo>
                <a:lnTo>
                  <a:pt x="916" y="46079"/>
                </a:lnTo>
                <a:lnTo>
                  <a:pt x="1004" y="45847"/>
                </a:lnTo>
                <a:lnTo>
                  <a:pt x="1105" y="45616"/>
                </a:lnTo>
                <a:lnTo>
                  <a:pt x="1192" y="45371"/>
                </a:lnTo>
                <a:lnTo>
                  <a:pt x="1280" y="45139"/>
                </a:lnTo>
                <a:lnTo>
                  <a:pt x="1418" y="44856"/>
                </a:lnTo>
                <a:lnTo>
                  <a:pt x="1506" y="44624"/>
                </a:lnTo>
                <a:lnTo>
                  <a:pt x="1607" y="44392"/>
                </a:lnTo>
                <a:lnTo>
                  <a:pt x="1695" y="44161"/>
                </a:lnTo>
                <a:lnTo>
                  <a:pt x="1783" y="43877"/>
                </a:lnTo>
                <a:lnTo>
                  <a:pt x="1921" y="43633"/>
                </a:lnTo>
                <a:lnTo>
                  <a:pt x="2009" y="43401"/>
                </a:lnTo>
                <a:lnTo>
                  <a:pt x="2109" y="43169"/>
                </a:lnTo>
                <a:lnTo>
                  <a:pt x="2197" y="42938"/>
                </a:lnTo>
                <a:lnTo>
                  <a:pt x="2285" y="42654"/>
                </a:lnTo>
                <a:lnTo>
                  <a:pt x="2423" y="42423"/>
                </a:lnTo>
                <a:lnTo>
                  <a:pt x="2511" y="42178"/>
                </a:lnTo>
                <a:lnTo>
                  <a:pt x="2611" y="41946"/>
                </a:lnTo>
                <a:lnTo>
                  <a:pt x="2699" y="41714"/>
                </a:lnTo>
                <a:lnTo>
                  <a:pt x="2787" y="41431"/>
                </a:lnTo>
                <a:lnTo>
                  <a:pt x="2925" y="41199"/>
                </a:lnTo>
                <a:lnTo>
                  <a:pt x="3013" y="40968"/>
                </a:lnTo>
                <a:lnTo>
                  <a:pt x="3114" y="40723"/>
                </a:lnTo>
                <a:lnTo>
                  <a:pt x="3202" y="40453"/>
                </a:lnTo>
                <a:lnTo>
                  <a:pt x="3290" y="40208"/>
                </a:lnTo>
                <a:lnTo>
                  <a:pt x="3428" y="39976"/>
                </a:lnTo>
                <a:lnTo>
                  <a:pt x="3516" y="39745"/>
                </a:lnTo>
                <a:lnTo>
                  <a:pt x="3616" y="39513"/>
                </a:lnTo>
                <a:lnTo>
                  <a:pt x="3704" y="39230"/>
                </a:lnTo>
                <a:lnTo>
                  <a:pt x="3792" y="38998"/>
                </a:lnTo>
                <a:lnTo>
                  <a:pt x="3930" y="38753"/>
                </a:lnTo>
                <a:lnTo>
                  <a:pt x="4018" y="38521"/>
                </a:lnTo>
                <a:lnTo>
                  <a:pt x="4118" y="38290"/>
                </a:lnTo>
                <a:lnTo>
                  <a:pt x="4206" y="38006"/>
                </a:lnTo>
                <a:lnTo>
                  <a:pt x="4294" y="37775"/>
                </a:lnTo>
                <a:lnTo>
                  <a:pt x="4432" y="37543"/>
                </a:lnTo>
                <a:lnTo>
                  <a:pt x="4533" y="37298"/>
                </a:lnTo>
                <a:lnTo>
                  <a:pt x="4621" y="37067"/>
                </a:lnTo>
                <a:lnTo>
                  <a:pt x="4709" y="36783"/>
                </a:lnTo>
                <a:lnTo>
                  <a:pt x="4796" y="36552"/>
                </a:lnTo>
                <a:lnTo>
                  <a:pt x="4935" y="36320"/>
                </a:lnTo>
                <a:lnTo>
                  <a:pt x="5035" y="36088"/>
                </a:lnTo>
                <a:lnTo>
                  <a:pt x="5123" y="35843"/>
                </a:lnTo>
                <a:lnTo>
                  <a:pt x="5211" y="35573"/>
                </a:lnTo>
                <a:lnTo>
                  <a:pt x="5299" y="35328"/>
                </a:lnTo>
                <a:lnTo>
                  <a:pt x="5437" y="35097"/>
                </a:lnTo>
                <a:lnTo>
                  <a:pt x="5537" y="34865"/>
                </a:lnTo>
                <a:lnTo>
                  <a:pt x="5625" y="34633"/>
                </a:lnTo>
                <a:lnTo>
                  <a:pt x="5713" y="34350"/>
                </a:lnTo>
                <a:lnTo>
                  <a:pt x="5801" y="34118"/>
                </a:lnTo>
                <a:lnTo>
                  <a:pt x="5939" y="33874"/>
                </a:lnTo>
                <a:lnTo>
                  <a:pt x="6040" y="33642"/>
                </a:lnTo>
                <a:lnTo>
                  <a:pt x="6128" y="33410"/>
                </a:lnTo>
                <a:lnTo>
                  <a:pt x="6215" y="33127"/>
                </a:lnTo>
                <a:lnTo>
                  <a:pt x="6303" y="32895"/>
                </a:lnTo>
                <a:lnTo>
                  <a:pt x="6441" y="32663"/>
                </a:lnTo>
                <a:lnTo>
                  <a:pt x="6542" y="32419"/>
                </a:lnTo>
                <a:lnTo>
                  <a:pt x="6630" y="32187"/>
                </a:lnTo>
                <a:lnTo>
                  <a:pt x="6718" y="31904"/>
                </a:lnTo>
                <a:lnTo>
                  <a:pt x="6818" y="31672"/>
                </a:lnTo>
                <a:lnTo>
                  <a:pt x="6944" y="31440"/>
                </a:lnTo>
                <a:lnTo>
                  <a:pt x="7044" y="31208"/>
                </a:lnTo>
                <a:lnTo>
                  <a:pt x="7132" y="30964"/>
                </a:lnTo>
                <a:lnTo>
                  <a:pt x="7220" y="30693"/>
                </a:lnTo>
                <a:lnTo>
                  <a:pt x="7320" y="30449"/>
                </a:lnTo>
                <a:lnTo>
                  <a:pt x="7446" y="30217"/>
                </a:lnTo>
                <a:lnTo>
                  <a:pt x="7547" y="29985"/>
                </a:lnTo>
                <a:lnTo>
                  <a:pt x="7634" y="29754"/>
                </a:lnTo>
                <a:lnTo>
                  <a:pt x="7722" y="29470"/>
                </a:lnTo>
                <a:lnTo>
                  <a:pt x="7823" y="29239"/>
                </a:lnTo>
                <a:lnTo>
                  <a:pt x="7961" y="28994"/>
                </a:lnTo>
                <a:lnTo>
                  <a:pt x="8049" y="28762"/>
                </a:lnTo>
                <a:lnTo>
                  <a:pt x="8137" y="28530"/>
                </a:lnTo>
                <a:lnTo>
                  <a:pt x="8225" y="28299"/>
                </a:lnTo>
                <a:lnTo>
                  <a:pt x="8325" y="28015"/>
                </a:lnTo>
                <a:lnTo>
                  <a:pt x="8463" y="27784"/>
                </a:lnTo>
                <a:lnTo>
                  <a:pt x="8551" y="27539"/>
                </a:lnTo>
                <a:lnTo>
                  <a:pt x="8639" y="27307"/>
                </a:lnTo>
                <a:lnTo>
                  <a:pt x="8727" y="27076"/>
                </a:lnTo>
                <a:lnTo>
                  <a:pt x="8827" y="26792"/>
                </a:lnTo>
                <a:lnTo>
                  <a:pt x="8965" y="26561"/>
                </a:lnTo>
                <a:lnTo>
                  <a:pt x="9053" y="26329"/>
                </a:lnTo>
                <a:lnTo>
                  <a:pt x="9141" y="26084"/>
                </a:lnTo>
                <a:lnTo>
                  <a:pt x="9229" y="25852"/>
                </a:lnTo>
                <a:lnTo>
                  <a:pt x="9330" y="25621"/>
                </a:lnTo>
                <a:lnTo>
                  <a:pt x="9468" y="25337"/>
                </a:lnTo>
                <a:lnTo>
                  <a:pt x="9556" y="25106"/>
                </a:lnTo>
                <a:lnTo>
                  <a:pt x="9644" y="24874"/>
                </a:lnTo>
                <a:lnTo>
                  <a:pt x="9731" y="24629"/>
                </a:lnTo>
                <a:lnTo>
                  <a:pt x="9832" y="24398"/>
                </a:lnTo>
                <a:lnTo>
                  <a:pt x="9970" y="24114"/>
                </a:lnTo>
                <a:lnTo>
                  <a:pt x="10058" y="23883"/>
                </a:lnTo>
                <a:lnTo>
                  <a:pt x="10146" y="23651"/>
                </a:lnTo>
                <a:lnTo>
                  <a:pt x="10234" y="23419"/>
                </a:lnTo>
                <a:lnTo>
                  <a:pt x="10334" y="23174"/>
                </a:lnTo>
                <a:lnTo>
                  <a:pt x="10472" y="22943"/>
                </a:lnTo>
                <a:lnTo>
                  <a:pt x="10560" y="22659"/>
                </a:lnTo>
                <a:lnTo>
                  <a:pt x="10648" y="22428"/>
                </a:lnTo>
                <a:lnTo>
                  <a:pt x="10749" y="22196"/>
                </a:lnTo>
                <a:lnTo>
                  <a:pt x="10837" y="21964"/>
                </a:lnTo>
                <a:lnTo>
                  <a:pt x="10975" y="21720"/>
                </a:lnTo>
                <a:lnTo>
                  <a:pt x="11063" y="21488"/>
                </a:lnTo>
                <a:lnTo>
                  <a:pt x="11150" y="21205"/>
                </a:lnTo>
                <a:lnTo>
                  <a:pt x="11251" y="20973"/>
                </a:lnTo>
                <a:lnTo>
                  <a:pt x="11339" y="20741"/>
                </a:lnTo>
                <a:lnTo>
                  <a:pt x="11477" y="20509"/>
                </a:lnTo>
                <a:lnTo>
                  <a:pt x="11565" y="20278"/>
                </a:lnTo>
                <a:lnTo>
                  <a:pt x="11653" y="20033"/>
                </a:lnTo>
                <a:lnTo>
                  <a:pt x="11753" y="19750"/>
                </a:lnTo>
                <a:lnTo>
                  <a:pt x="11841" y="19518"/>
                </a:lnTo>
                <a:lnTo>
                  <a:pt x="11979" y="19286"/>
                </a:lnTo>
                <a:lnTo>
                  <a:pt x="12067" y="19054"/>
                </a:lnTo>
                <a:lnTo>
                  <a:pt x="12155" y="18823"/>
                </a:lnTo>
                <a:lnTo>
                  <a:pt x="12256" y="18578"/>
                </a:lnTo>
                <a:lnTo>
                  <a:pt x="12343" y="18295"/>
                </a:lnTo>
                <a:lnTo>
                  <a:pt x="12482" y="18063"/>
                </a:lnTo>
                <a:lnTo>
                  <a:pt x="12569" y="17831"/>
                </a:lnTo>
                <a:lnTo>
                  <a:pt x="12657" y="17600"/>
                </a:lnTo>
                <a:lnTo>
                  <a:pt x="12758" y="17368"/>
                </a:lnTo>
                <a:lnTo>
                  <a:pt x="12846" y="17123"/>
                </a:lnTo>
                <a:lnTo>
                  <a:pt x="12984" y="16840"/>
                </a:lnTo>
                <a:lnTo>
                  <a:pt x="13072" y="16608"/>
                </a:lnTo>
                <a:lnTo>
                  <a:pt x="13160" y="16376"/>
                </a:lnTo>
                <a:lnTo>
                  <a:pt x="13260" y="16145"/>
                </a:lnTo>
                <a:lnTo>
                  <a:pt x="13348" y="15913"/>
                </a:lnTo>
                <a:lnTo>
                  <a:pt x="13486" y="15668"/>
                </a:lnTo>
                <a:lnTo>
                  <a:pt x="13574" y="15385"/>
                </a:lnTo>
                <a:lnTo>
                  <a:pt x="13662" y="15153"/>
                </a:lnTo>
                <a:lnTo>
                  <a:pt x="13762" y="14922"/>
                </a:lnTo>
                <a:lnTo>
                  <a:pt x="13850" y="14690"/>
                </a:lnTo>
                <a:lnTo>
                  <a:pt x="13988" y="14458"/>
                </a:lnTo>
                <a:lnTo>
                  <a:pt x="14076" y="14213"/>
                </a:lnTo>
                <a:lnTo>
                  <a:pt x="14177" y="13982"/>
                </a:lnTo>
                <a:lnTo>
                  <a:pt x="14265" y="13698"/>
                </a:lnTo>
                <a:lnTo>
                  <a:pt x="14353" y="13467"/>
                </a:lnTo>
                <a:lnTo>
                  <a:pt x="14491" y="13235"/>
                </a:lnTo>
                <a:lnTo>
                  <a:pt x="14579" y="13003"/>
                </a:lnTo>
                <a:lnTo>
                  <a:pt x="14679" y="12759"/>
                </a:lnTo>
                <a:lnTo>
                  <a:pt x="14767" y="12527"/>
                </a:lnTo>
                <a:lnTo>
                  <a:pt x="14855" y="12295"/>
                </a:lnTo>
                <a:lnTo>
                  <a:pt x="14993" y="12012"/>
                </a:lnTo>
                <a:lnTo>
                  <a:pt x="15081" y="11780"/>
                </a:lnTo>
                <a:lnTo>
                  <a:pt x="15181" y="11548"/>
                </a:lnTo>
                <a:lnTo>
                  <a:pt x="15269" y="11304"/>
                </a:lnTo>
                <a:lnTo>
                  <a:pt x="15357" y="11072"/>
                </a:lnTo>
                <a:lnTo>
                  <a:pt x="15495" y="10840"/>
                </a:lnTo>
                <a:lnTo>
                  <a:pt x="15583" y="10608"/>
                </a:lnTo>
                <a:lnTo>
                  <a:pt x="15684" y="10325"/>
                </a:lnTo>
                <a:lnTo>
                  <a:pt x="15772" y="10093"/>
                </a:lnTo>
                <a:lnTo>
                  <a:pt x="15860" y="9849"/>
                </a:lnTo>
                <a:lnTo>
                  <a:pt x="15998" y="9617"/>
                </a:lnTo>
                <a:lnTo>
                  <a:pt x="16086" y="9385"/>
                </a:lnTo>
                <a:lnTo>
                  <a:pt x="16186" y="9154"/>
                </a:lnTo>
                <a:lnTo>
                  <a:pt x="16274" y="8922"/>
                </a:lnTo>
                <a:lnTo>
                  <a:pt x="16362" y="8639"/>
                </a:lnTo>
                <a:lnTo>
                  <a:pt x="16500" y="8394"/>
                </a:lnTo>
                <a:lnTo>
                  <a:pt x="16588" y="8162"/>
                </a:lnTo>
                <a:lnTo>
                  <a:pt x="16688" y="7930"/>
                </a:lnTo>
                <a:lnTo>
                  <a:pt x="16776" y="7699"/>
                </a:lnTo>
                <a:lnTo>
                  <a:pt x="16864" y="7467"/>
                </a:lnTo>
                <a:lnTo>
                  <a:pt x="17002" y="7222"/>
                </a:lnTo>
                <a:lnTo>
                  <a:pt x="17090" y="6939"/>
                </a:lnTo>
                <a:lnTo>
                  <a:pt x="17191" y="6707"/>
                </a:lnTo>
                <a:lnTo>
                  <a:pt x="17278" y="6476"/>
                </a:lnTo>
                <a:lnTo>
                  <a:pt x="17366" y="6244"/>
                </a:lnTo>
                <a:lnTo>
                  <a:pt x="17505" y="6012"/>
                </a:lnTo>
                <a:lnTo>
                  <a:pt x="17592" y="5767"/>
                </a:lnTo>
                <a:lnTo>
                  <a:pt x="17693" y="5536"/>
                </a:lnTo>
                <a:lnTo>
                  <a:pt x="17781" y="5304"/>
                </a:lnTo>
                <a:lnTo>
                  <a:pt x="17869" y="5021"/>
                </a:lnTo>
                <a:lnTo>
                  <a:pt x="18007" y="4789"/>
                </a:lnTo>
                <a:lnTo>
                  <a:pt x="18107" y="4557"/>
                </a:lnTo>
                <a:lnTo>
                  <a:pt x="18195" y="4313"/>
                </a:lnTo>
                <a:lnTo>
                  <a:pt x="18283" y="4081"/>
                </a:lnTo>
                <a:lnTo>
                  <a:pt x="18371" y="3849"/>
                </a:lnTo>
                <a:lnTo>
                  <a:pt x="18509" y="3617"/>
                </a:lnTo>
                <a:lnTo>
                  <a:pt x="18610" y="3386"/>
                </a:lnTo>
                <a:lnTo>
                  <a:pt x="18697" y="3102"/>
                </a:lnTo>
                <a:lnTo>
                  <a:pt x="18785" y="2858"/>
                </a:lnTo>
                <a:lnTo>
                  <a:pt x="18873" y="2626"/>
                </a:lnTo>
                <a:lnTo>
                  <a:pt x="19011" y="2394"/>
                </a:lnTo>
                <a:lnTo>
                  <a:pt x="19112" y="2162"/>
                </a:lnTo>
                <a:lnTo>
                  <a:pt x="19200" y="1931"/>
                </a:lnTo>
                <a:lnTo>
                  <a:pt x="19288" y="1686"/>
                </a:lnTo>
                <a:lnTo>
                  <a:pt x="19376" y="1454"/>
                </a:lnTo>
                <a:lnTo>
                  <a:pt x="19514" y="1223"/>
                </a:lnTo>
                <a:lnTo>
                  <a:pt x="19614" y="939"/>
                </a:lnTo>
                <a:lnTo>
                  <a:pt x="19702" y="708"/>
                </a:lnTo>
                <a:lnTo>
                  <a:pt x="19790" y="476"/>
                </a:lnTo>
                <a:lnTo>
                  <a:pt x="19878" y="231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5901603" y="4056337"/>
            <a:ext cx="19978" cy="46877"/>
          </a:xfrm>
          <a:custGeom>
            <a:avLst/>
            <a:gdLst/>
            <a:ahLst/>
            <a:cxnLst/>
            <a:rect l="l" t="t" r="r" b="b"/>
            <a:pathLst>
              <a:path w="19978" h="46877">
                <a:moveTo>
                  <a:pt x="0" y="46877"/>
                </a:moveTo>
                <a:lnTo>
                  <a:pt x="100" y="46646"/>
                </a:lnTo>
                <a:lnTo>
                  <a:pt x="188" y="46414"/>
                </a:lnTo>
                <a:lnTo>
                  <a:pt x="276" y="46169"/>
                </a:lnTo>
                <a:lnTo>
                  <a:pt x="376" y="45937"/>
                </a:lnTo>
                <a:lnTo>
                  <a:pt x="502" y="45654"/>
                </a:lnTo>
                <a:lnTo>
                  <a:pt x="602" y="45422"/>
                </a:lnTo>
                <a:lnTo>
                  <a:pt x="690" y="45191"/>
                </a:lnTo>
                <a:lnTo>
                  <a:pt x="778" y="44959"/>
                </a:lnTo>
                <a:lnTo>
                  <a:pt x="879" y="44714"/>
                </a:lnTo>
                <a:lnTo>
                  <a:pt x="1004" y="44483"/>
                </a:lnTo>
                <a:lnTo>
                  <a:pt x="1105" y="44251"/>
                </a:lnTo>
                <a:lnTo>
                  <a:pt x="1192" y="44019"/>
                </a:lnTo>
                <a:lnTo>
                  <a:pt x="1280" y="43787"/>
                </a:lnTo>
                <a:lnTo>
                  <a:pt x="1381" y="43543"/>
                </a:lnTo>
                <a:lnTo>
                  <a:pt x="1506" y="43259"/>
                </a:lnTo>
                <a:lnTo>
                  <a:pt x="1607" y="43028"/>
                </a:lnTo>
                <a:lnTo>
                  <a:pt x="1695" y="42796"/>
                </a:lnTo>
                <a:lnTo>
                  <a:pt x="1783" y="42564"/>
                </a:lnTo>
                <a:lnTo>
                  <a:pt x="1883" y="42332"/>
                </a:lnTo>
                <a:lnTo>
                  <a:pt x="2021" y="42088"/>
                </a:lnTo>
                <a:lnTo>
                  <a:pt x="2109" y="41856"/>
                </a:lnTo>
                <a:lnTo>
                  <a:pt x="2197" y="41624"/>
                </a:lnTo>
                <a:lnTo>
                  <a:pt x="2285" y="41393"/>
                </a:lnTo>
                <a:lnTo>
                  <a:pt x="2385" y="41148"/>
                </a:lnTo>
                <a:lnTo>
                  <a:pt x="2524" y="40878"/>
                </a:lnTo>
                <a:lnTo>
                  <a:pt x="2611" y="40633"/>
                </a:lnTo>
                <a:lnTo>
                  <a:pt x="2699" y="40401"/>
                </a:lnTo>
                <a:lnTo>
                  <a:pt x="2787" y="40169"/>
                </a:lnTo>
                <a:lnTo>
                  <a:pt x="2888" y="39938"/>
                </a:lnTo>
                <a:lnTo>
                  <a:pt x="3026" y="39706"/>
                </a:lnTo>
                <a:lnTo>
                  <a:pt x="3114" y="39461"/>
                </a:lnTo>
                <a:lnTo>
                  <a:pt x="3202" y="39230"/>
                </a:lnTo>
                <a:lnTo>
                  <a:pt x="3290" y="38998"/>
                </a:lnTo>
                <a:lnTo>
                  <a:pt x="3390" y="38766"/>
                </a:lnTo>
                <a:lnTo>
                  <a:pt x="3528" y="38521"/>
                </a:lnTo>
                <a:lnTo>
                  <a:pt x="3616" y="38290"/>
                </a:lnTo>
                <a:lnTo>
                  <a:pt x="3704" y="38006"/>
                </a:lnTo>
                <a:lnTo>
                  <a:pt x="3792" y="37775"/>
                </a:lnTo>
                <a:lnTo>
                  <a:pt x="3892" y="37543"/>
                </a:lnTo>
                <a:lnTo>
                  <a:pt x="4030" y="37311"/>
                </a:lnTo>
                <a:lnTo>
                  <a:pt x="4118" y="37067"/>
                </a:lnTo>
                <a:lnTo>
                  <a:pt x="4206" y="36835"/>
                </a:lnTo>
                <a:lnTo>
                  <a:pt x="4307" y="36603"/>
                </a:lnTo>
                <a:lnTo>
                  <a:pt x="4395" y="36371"/>
                </a:lnTo>
                <a:lnTo>
                  <a:pt x="4533" y="36140"/>
                </a:lnTo>
                <a:lnTo>
                  <a:pt x="4621" y="35895"/>
                </a:lnTo>
                <a:lnTo>
                  <a:pt x="4709" y="35663"/>
                </a:lnTo>
                <a:lnTo>
                  <a:pt x="4809" y="35431"/>
                </a:lnTo>
                <a:lnTo>
                  <a:pt x="4897" y="35200"/>
                </a:lnTo>
                <a:lnTo>
                  <a:pt x="5035" y="34916"/>
                </a:lnTo>
                <a:lnTo>
                  <a:pt x="5123" y="34685"/>
                </a:lnTo>
                <a:lnTo>
                  <a:pt x="5211" y="34440"/>
                </a:lnTo>
                <a:lnTo>
                  <a:pt x="5311" y="34208"/>
                </a:lnTo>
                <a:lnTo>
                  <a:pt x="5399" y="33977"/>
                </a:lnTo>
                <a:lnTo>
                  <a:pt x="5537" y="33745"/>
                </a:lnTo>
                <a:lnTo>
                  <a:pt x="5625" y="33500"/>
                </a:lnTo>
                <a:lnTo>
                  <a:pt x="5713" y="33268"/>
                </a:lnTo>
                <a:lnTo>
                  <a:pt x="5814" y="33037"/>
                </a:lnTo>
                <a:lnTo>
                  <a:pt x="5901" y="32805"/>
                </a:lnTo>
                <a:lnTo>
                  <a:pt x="6040" y="32573"/>
                </a:lnTo>
                <a:lnTo>
                  <a:pt x="6128" y="32329"/>
                </a:lnTo>
                <a:lnTo>
                  <a:pt x="6215" y="32097"/>
                </a:lnTo>
                <a:lnTo>
                  <a:pt x="6316" y="31865"/>
                </a:lnTo>
                <a:lnTo>
                  <a:pt x="6404" y="31633"/>
                </a:lnTo>
                <a:lnTo>
                  <a:pt x="6542" y="31389"/>
                </a:lnTo>
                <a:lnTo>
                  <a:pt x="6630" y="31118"/>
                </a:lnTo>
                <a:lnTo>
                  <a:pt x="6718" y="30874"/>
                </a:lnTo>
                <a:lnTo>
                  <a:pt x="6818" y="30642"/>
                </a:lnTo>
                <a:lnTo>
                  <a:pt x="6906" y="30410"/>
                </a:lnTo>
                <a:lnTo>
                  <a:pt x="7044" y="30178"/>
                </a:lnTo>
                <a:lnTo>
                  <a:pt x="7132" y="29934"/>
                </a:lnTo>
                <a:lnTo>
                  <a:pt x="7220" y="29702"/>
                </a:lnTo>
                <a:lnTo>
                  <a:pt x="7320" y="29470"/>
                </a:lnTo>
                <a:lnTo>
                  <a:pt x="7408" y="29239"/>
                </a:lnTo>
                <a:lnTo>
                  <a:pt x="7547" y="29007"/>
                </a:lnTo>
                <a:lnTo>
                  <a:pt x="7634" y="28762"/>
                </a:lnTo>
                <a:lnTo>
                  <a:pt x="7722" y="28530"/>
                </a:lnTo>
                <a:lnTo>
                  <a:pt x="7823" y="28299"/>
                </a:lnTo>
                <a:lnTo>
                  <a:pt x="7911" y="28067"/>
                </a:lnTo>
                <a:lnTo>
                  <a:pt x="8049" y="27822"/>
                </a:lnTo>
                <a:lnTo>
                  <a:pt x="8137" y="27591"/>
                </a:lnTo>
                <a:lnTo>
                  <a:pt x="8237" y="27359"/>
                </a:lnTo>
                <a:lnTo>
                  <a:pt x="8325" y="27127"/>
                </a:lnTo>
                <a:lnTo>
                  <a:pt x="8413" y="26895"/>
                </a:lnTo>
                <a:lnTo>
                  <a:pt x="8551" y="26651"/>
                </a:lnTo>
                <a:lnTo>
                  <a:pt x="8639" y="26419"/>
                </a:lnTo>
                <a:lnTo>
                  <a:pt x="8739" y="26187"/>
                </a:lnTo>
                <a:lnTo>
                  <a:pt x="8827" y="25904"/>
                </a:lnTo>
                <a:lnTo>
                  <a:pt x="8915" y="25672"/>
                </a:lnTo>
                <a:lnTo>
                  <a:pt x="9053" y="25440"/>
                </a:lnTo>
                <a:lnTo>
                  <a:pt x="9141" y="25196"/>
                </a:lnTo>
                <a:lnTo>
                  <a:pt x="9242" y="24964"/>
                </a:lnTo>
                <a:lnTo>
                  <a:pt x="9330" y="24732"/>
                </a:lnTo>
                <a:lnTo>
                  <a:pt x="9418" y="24501"/>
                </a:lnTo>
                <a:lnTo>
                  <a:pt x="9556" y="24256"/>
                </a:lnTo>
                <a:lnTo>
                  <a:pt x="9644" y="24024"/>
                </a:lnTo>
                <a:lnTo>
                  <a:pt x="9744" y="23792"/>
                </a:lnTo>
                <a:lnTo>
                  <a:pt x="9832" y="23561"/>
                </a:lnTo>
                <a:lnTo>
                  <a:pt x="9920" y="23329"/>
                </a:lnTo>
                <a:lnTo>
                  <a:pt x="10058" y="23084"/>
                </a:lnTo>
                <a:lnTo>
                  <a:pt x="10146" y="22853"/>
                </a:lnTo>
                <a:lnTo>
                  <a:pt x="10246" y="22621"/>
                </a:lnTo>
                <a:lnTo>
                  <a:pt x="10334" y="22389"/>
                </a:lnTo>
                <a:lnTo>
                  <a:pt x="10422" y="22144"/>
                </a:lnTo>
                <a:lnTo>
                  <a:pt x="10560" y="21913"/>
                </a:lnTo>
                <a:lnTo>
                  <a:pt x="10648" y="21681"/>
                </a:lnTo>
                <a:lnTo>
                  <a:pt x="10749" y="21449"/>
                </a:lnTo>
                <a:lnTo>
                  <a:pt x="10837" y="21217"/>
                </a:lnTo>
                <a:lnTo>
                  <a:pt x="10924" y="20973"/>
                </a:lnTo>
                <a:lnTo>
                  <a:pt x="11063" y="20741"/>
                </a:lnTo>
                <a:lnTo>
                  <a:pt x="11150" y="20509"/>
                </a:lnTo>
                <a:lnTo>
                  <a:pt x="11251" y="20278"/>
                </a:lnTo>
                <a:lnTo>
                  <a:pt x="11339" y="20033"/>
                </a:lnTo>
                <a:lnTo>
                  <a:pt x="11427" y="19801"/>
                </a:lnTo>
                <a:lnTo>
                  <a:pt x="11565" y="19569"/>
                </a:lnTo>
                <a:lnTo>
                  <a:pt x="11665" y="19338"/>
                </a:lnTo>
                <a:lnTo>
                  <a:pt x="11753" y="19106"/>
                </a:lnTo>
                <a:lnTo>
                  <a:pt x="11841" y="18861"/>
                </a:lnTo>
                <a:lnTo>
                  <a:pt x="11929" y="18630"/>
                </a:lnTo>
                <a:lnTo>
                  <a:pt x="12067" y="18398"/>
                </a:lnTo>
                <a:lnTo>
                  <a:pt x="12168" y="18166"/>
                </a:lnTo>
                <a:lnTo>
                  <a:pt x="12256" y="17921"/>
                </a:lnTo>
                <a:lnTo>
                  <a:pt x="12343" y="17690"/>
                </a:lnTo>
                <a:lnTo>
                  <a:pt x="12431" y="17458"/>
                </a:lnTo>
                <a:lnTo>
                  <a:pt x="12569" y="17226"/>
                </a:lnTo>
                <a:lnTo>
                  <a:pt x="12670" y="16994"/>
                </a:lnTo>
                <a:lnTo>
                  <a:pt x="12758" y="16750"/>
                </a:lnTo>
                <a:lnTo>
                  <a:pt x="12846" y="16518"/>
                </a:lnTo>
                <a:lnTo>
                  <a:pt x="12934" y="16286"/>
                </a:lnTo>
                <a:lnTo>
                  <a:pt x="13072" y="16055"/>
                </a:lnTo>
                <a:lnTo>
                  <a:pt x="13172" y="15810"/>
                </a:lnTo>
                <a:lnTo>
                  <a:pt x="13260" y="15578"/>
                </a:lnTo>
                <a:lnTo>
                  <a:pt x="13348" y="15346"/>
                </a:lnTo>
                <a:lnTo>
                  <a:pt x="13436" y="15115"/>
                </a:lnTo>
                <a:lnTo>
                  <a:pt x="13574" y="14883"/>
                </a:lnTo>
                <a:lnTo>
                  <a:pt x="13675" y="14638"/>
                </a:lnTo>
                <a:lnTo>
                  <a:pt x="13762" y="14407"/>
                </a:lnTo>
                <a:lnTo>
                  <a:pt x="13850" y="14175"/>
                </a:lnTo>
                <a:lnTo>
                  <a:pt x="13951" y="13943"/>
                </a:lnTo>
                <a:lnTo>
                  <a:pt x="14076" y="13698"/>
                </a:lnTo>
                <a:lnTo>
                  <a:pt x="14177" y="13467"/>
                </a:lnTo>
                <a:lnTo>
                  <a:pt x="14265" y="13235"/>
                </a:lnTo>
                <a:lnTo>
                  <a:pt x="14353" y="13003"/>
                </a:lnTo>
                <a:lnTo>
                  <a:pt x="14453" y="12771"/>
                </a:lnTo>
                <a:lnTo>
                  <a:pt x="14579" y="12527"/>
                </a:lnTo>
                <a:lnTo>
                  <a:pt x="14679" y="12295"/>
                </a:lnTo>
                <a:lnTo>
                  <a:pt x="14767" y="12063"/>
                </a:lnTo>
                <a:lnTo>
                  <a:pt x="14855" y="11832"/>
                </a:lnTo>
                <a:lnTo>
                  <a:pt x="14955" y="11587"/>
                </a:lnTo>
                <a:lnTo>
                  <a:pt x="15081" y="11355"/>
                </a:lnTo>
                <a:lnTo>
                  <a:pt x="15181" y="11123"/>
                </a:lnTo>
                <a:lnTo>
                  <a:pt x="15269" y="10892"/>
                </a:lnTo>
                <a:lnTo>
                  <a:pt x="15357" y="10660"/>
                </a:lnTo>
                <a:lnTo>
                  <a:pt x="15458" y="10415"/>
                </a:lnTo>
                <a:lnTo>
                  <a:pt x="15596" y="10184"/>
                </a:lnTo>
                <a:lnTo>
                  <a:pt x="15684" y="9952"/>
                </a:lnTo>
                <a:lnTo>
                  <a:pt x="15772" y="9720"/>
                </a:lnTo>
                <a:lnTo>
                  <a:pt x="15860" y="9475"/>
                </a:lnTo>
                <a:lnTo>
                  <a:pt x="15960" y="9295"/>
                </a:lnTo>
                <a:lnTo>
                  <a:pt x="16098" y="9063"/>
                </a:lnTo>
                <a:lnTo>
                  <a:pt x="16186" y="8819"/>
                </a:lnTo>
                <a:lnTo>
                  <a:pt x="16274" y="8587"/>
                </a:lnTo>
                <a:lnTo>
                  <a:pt x="16362" y="8355"/>
                </a:lnTo>
                <a:lnTo>
                  <a:pt x="16462" y="8124"/>
                </a:lnTo>
                <a:lnTo>
                  <a:pt x="16600" y="7892"/>
                </a:lnTo>
                <a:lnTo>
                  <a:pt x="16688" y="7647"/>
                </a:lnTo>
                <a:lnTo>
                  <a:pt x="16776" y="7415"/>
                </a:lnTo>
                <a:lnTo>
                  <a:pt x="16864" y="7184"/>
                </a:lnTo>
                <a:lnTo>
                  <a:pt x="16965" y="6952"/>
                </a:lnTo>
                <a:lnTo>
                  <a:pt x="17103" y="6707"/>
                </a:lnTo>
                <a:lnTo>
                  <a:pt x="17191" y="6476"/>
                </a:lnTo>
                <a:lnTo>
                  <a:pt x="17278" y="6244"/>
                </a:lnTo>
                <a:lnTo>
                  <a:pt x="17366" y="6012"/>
                </a:lnTo>
                <a:lnTo>
                  <a:pt x="17467" y="5780"/>
                </a:lnTo>
                <a:lnTo>
                  <a:pt x="17605" y="5536"/>
                </a:lnTo>
                <a:lnTo>
                  <a:pt x="17693" y="5304"/>
                </a:lnTo>
                <a:lnTo>
                  <a:pt x="17781" y="5072"/>
                </a:lnTo>
                <a:lnTo>
                  <a:pt x="17881" y="4840"/>
                </a:lnTo>
                <a:lnTo>
                  <a:pt x="17969" y="4596"/>
                </a:lnTo>
                <a:lnTo>
                  <a:pt x="18107" y="4416"/>
                </a:lnTo>
                <a:lnTo>
                  <a:pt x="18195" y="4184"/>
                </a:lnTo>
                <a:lnTo>
                  <a:pt x="18283" y="3939"/>
                </a:lnTo>
                <a:lnTo>
                  <a:pt x="18384" y="3707"/>
                </a:lnTo>
                <a:lnTo>
                  <a:pt x="18471" y="3476"/>
                </a:lnTo>
                <a:lnTo>
                  <a:pt x="18610" y="3244"/>
                </a:lnTo>
                <a:lnTo>
                  <a:pt x="18697" y="3012"/>
                </a:lnTo>
                <a:lnTo>
                  <a:pt x="18785" y="2768"/>
                </a:lnTo>
                <a:lnTo>
                  <a:pt x="18886" y="2536"/>
                </a:lnTo>
                <a:lnTo>
                  <a:pt x="18974" y="2304"/>
                </a:lnTo>
                <a:lnTo>
                  <a:pt x="19112" y="2072"/>
                </a:lnTo>
                <a:lnTo>
                  <a:pt x="19200" y="1828"/>
                </a:lnTo>
                <a:lnTo>
                  <a:pt x="19288" y="1596"/>
                </a:lnTo>
                <a:lnTo>
                  <a:pt x="19388" y="1364"/>
                </a:lnTo>
                <a:lnTo>
                  <a:pt x="19476" y="1132"/>
                </a:lnTo>
                <a:lnTo>
                  <a:pt x="19614" y="939"/>
                </a:lnTo>
                <a:lnTo>
                  <a:pt x="19702" y="708"/>
                </a:lnTo>
                <a:lnTo>
                  <a:pt x="19790" y="476"/>
                </a:lnTo>
                <a:lnTo>
                  <a:pt x="19890" y="244"/>
                </a:lnTo>
                <a:lnTo>
                  <a:pt x="19978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5921582" y="4011622"/>
            <a:ext cx="20016" cy="44714"/>
          </a:xfrm>
          <a:custGeom>
            <a:avLst/>
            <a:gdLst/>
            <a:ahLst/>
            <a:cxnLst/>
            <a:rect l="l" t="t" r="r" b="b"/>
            <a:pathLst>
              <a:path w="20016" h="44714">
                <a:moveTo>
                  <a:pt x="0" y="44714"/>
                </a:moveTo>
                <a:lnTo>
                  <a:pt x="138" y="44483"/>
                </a:lnTo>
                <a:lnTo>
                  <a:pt x="226" y="44251"/>
                </a:lnTo>
                <a:lnTo>
                  <a:pt x="313" y="44019"/>
                </a:lnTo>
                <a:lnTo>
                  <a:pt x="414" y="43774"/>
                </a:lnTo>
                <a:lnTo>
                  <a:pt x="502" y="43543"/>
                </a:lnTo>
                <a:lnTo>
                  <a:pt x="640" y="43311"/>
                </a:lnTo>
                <a:lnTo>
                  <a:pt x="728" y="43079"/>
                </a:lnTo>
                <a:lnTo>
                  <a:pt x="816" y="42886"/>
                </a:lnTo>
                <a:lnTo>
                  <a:pt x="916" y="42654"/>
                </a:lnTo>
                <a:lnTo>
                  <a:pt x="1004" y="42423"/>
                </a:lnTo>
                <a:lnTo>
                  <a:pt x="1142" y="42191"/>
                </a:lnTo>
                <a:lnTo>
                  <a:pt x="1230" y="41946"/>
                </a:lnTo>
                <a:lnTo>
                  <a:pt x="1318" y="41714"/>
                </a:lnTo>
                <a:lnTo>
                  <a:pt x="1418" y="41483"/>
                </a:lnTo>
                <a:lnTo>
                  <a:pt x="1506" y="41251"/>
                </a:lnTo>
                <a:lnTo>
                  <a:pt x="1645" y="41006"/>
                </a:lnTo>
                <a:lnTo>
                  <a:pt x="1732" y="40775"/>
                </a:lnTo>
                <a:lnTo>
                  <a:pt x="1833" y="40594"/>
                </a:lnTo>
                <a:lnTo>
                  <a:pt x="1921" y="40350"/>
                </a:lnTo>
                <a:lnTo>
                  <a:pt x="2009" y="40118"/>
                </a:lnTo>
                <a:lnTo>
                  <a:pt x="2147" y="39886"/>
                </a:lnTo>
                <a:lnTo>
                  <a:pt x="2235" y="39654"/>
                </a:lnTo>
                <a:lnTo>
                  <a:pt x="2335" y="39410"/>
                </a:lnTo>
                <a:lnTo>
                  <a:pt x="2423" y="39178"/>
                </a:lnTo>
                <a:lnTo>
                  <a:pt x="2511" y="38946"/>
                </a:lnTo>
                <a:lnTo>
                  <a:pt x="2649" y="38715"/>
                </a:lnTo>
                <a:lnTo>
                  <a:pt x="2737" y="38521"/>
                </a:lnTo>
                <a:lnTo>
                  <a:pt x="2837" y="38290"/>
                </a:lnTo>
                <a:lnTo>
                  <a:pt x="2925" y="38058"/>
                </a:lnTo>
                <a:lnTo>
                  <a:pt x="3013" y="37826"/>
                </a:lnTo>
                <a:lnTo>
                  <a:pt x="3151" y="37582"/>
                </a:lnTo>
                <a:lnTo>
                  <a:pt x="3239" y="37350"/>
                </a:lnTo>
                <a:lnTo>
                  <a:pt x="3340" y="37118"/>
                </a:lnTo>
                <a:lnTo>
                  <a:pt x="3428" y="36886"/>
                </a:lnTo>
                <a:lnTo>
                  <a:pt x="3516" y="36642"/>
                </a:lnTo>
                <a:lnTo>
                  <a:pt x="3654" y="36461"/>
                </a:lnTo>
                <a:lnTo>
                  <a:pt x="3742" y="36230"/>
                </a:lnTo>
                <a:lnTo>
                  <a:pt x="3842" y="35985"/>
                </a:lnTo>
                <a:lnTo>
                  <a:pt x="3930" y="35753"/>
                </a:lnTo>
                <a:lnTo>
                  <a:pt x="4018" y="35522"/>
                </a:lnTo>
                <a:lnTo>
                  <a:pt x="4156" y="35290"/>
                </a:lnTo>
                <a:lnTo>
                  <a:pt x="4244" y="35058"/>
                </a:lnTo>
                <a:lnTo>
                  <a:pt x="4344" y="34813"/>
                </a:lnTo>
                <a:lnTo>
                  <a:pt x="4432" y="34633"/>
                </a:lnTo>
                <a:lnTo>
                  <a:pt x="4520" y="34401"/>
                </a:lnTo>
                <a:lnTo>
                  <a:pt x="4658" y="34157"/>
                </a:lnTo>
                <a:lnTo>
                  <a:pt x="4746" y="33925"/>
                </a:lnTo>
                <a:lnTo>
                  <a:pt x="4847" y="33693"/>
                </a:lnTo>
                <a:lnTo>
                  <a:pt x="4935" y="33462"/>
                </a:lnTo>
                <a:lnTo>
                  <a:pt x="5022" y="33217"/>
                </a:lnTo>
                <a:lnTo>
                  <a:pt x="5161" y="33037"/>
                </a:lnTo>
                <a:lnTo>
                  <a:pt x="5261" y="32805"/>
                </a:lnTo>
                <a:lnTo>
                  <a:pt x="5349" y="32560"/>
                </a:lnTo>
                <a:lnTo>
                  <a:pt x="5437" y="32329"/>
                </a:lnTo>
                <a:lnTo>
                  <a:pt x="5525" y="32097"/>
                </a:lnTo>
                <a:lnTo>
                  <a:pt x="5663" y="31865"/>
                </a:lnTo>
                <a:lnTo>
                  <a:pt x="5763" y="31633"/>
                </a:lnTo>
                <a:lnTo>
                  <a:pt x="5851" y="31440"/>
                </a:lnTo>
                <a:lnTo>
                  <a:pt x="5939" y="31208"/>
                </a:lnTo>
                <a:lnTo>
                  <a:pt x="6027" y="30964"/>
                </a:lnTo>
                <a:lnTo>
                  <a:pt x="6165" y="30732"/>
                </a:lnTo>
                <a:lnTo>
                  <a:pt x="6266" y="30500"/>
                </a:lnTo>
                <a:lnTo>
                  <a:pt x="6354" y="30269"/>
                </a:lnTo>
                <a:lnTo>
                  <a:pt x="6441" y="30075"/>
                </a:lnTo>
                <a:lnTo>
                  <a:pt x="6529" y="29844"/>
                </a:lnTo>
                <a:lnTo>
                  <a:pt x="6667" y="29612"/>
                </a:lnTo>
                <a:lnTo>
                  <a:pt x="6768" y="29380"/>
                </a:lnTo>
                <a:lnTo>
                  <a:pt x="6856" y="29136"/>
                </a:lnTo>
                <a:lnTo>
                  <a:pt x="6944" y="28904"/>
                </a:lnTo>
                <a:lnTo>
                  <a:pt x="7032" y="28724"/>
                </a:lnTo>
                <a:lnTo>
                  <a:pt x="7170" y="28479"/>
                </a:lnTo>
                <a:lnTo>
                  <a:pt x="7270" y="28247"/>
                </a:lnTo>
                <a:lnTo>
                  <a:pt x="7358" y="28015"/>
                </a:lnTo>
                <a:lnTo>
                  <a:pt x="7446" y="27784"/>
                </a:lnTo>
                <a:lnTo>
                  <a:pt x="7534" y="27539"/>
                </a:lnTo>
                <a:lnTo>
                  <a:pt x="7672" y="27359"/>
                </a:lnTo>
                <a:lnTo>
                  <a:pt x="7773" y="27127"/>
                </a:lnTo>
                <a:lnTo>
                  <a:pt x="7860" y="26882"/>
                </a:lnTo>
                <a:lnTo>
                  <a:pt x="7948" y="26651"/>
                </a:lnTo>
                <a:lnTo>
                  <a:pt x="8049" y="26419"/>
                </a:lnTo>
                <a:lnTo>
                  <a:pt x="8174" y="26187"/>
                </a:lnTo>
                <a:lnTo>
                  <a:pt x="8275" y="25994"/>
                </a:lnTo>
                <a:lnTo>
                  <a:pt x="8363" y="25762"/>
                </a:lnTo>
                <a:lnTo>
                  <a:pt x="8451" y="25531"/>
                </a:lnTo>
                <a:lnTo>
                  <a:pt x="8551" y="25299"/>
                </a:lnTo>
                <a:lnTo>
                  <a:pt x="8677" y="25054"/>
                </a:lnTo>
                <a:lnTo>
                  <a:pt x="8777" y="24874"/>
                </a:lnTo>
                <a:lnTo>
                  <a:pt x="8865" y="24629"/>
                </a:lnTo>
                <a:lnTo>
                  <a:pt x="8953" y="24398"/>
                </a:lnTo>
                <a:lnTo>
                  <a:pt x="9053" y="24166"/>
                </a:lnTo>
                <a:lnTo>
                  <a:pt x="9192" y="23934"/>
                </a:lnTo>
                <a:lnTo>
                  <a:pt x="9279" y="23741"/>
                </a:lnTo>
                <a:lnTo>
                  <a:pt x="9367" y="23509"/>
                </a:lnTo>
                <a:lnTo>
                  <a:pt x="9455" y="23277"/>
                </a:lnTo>
                <a:lnTo>
                  <a:pt x="9556" y="23046"/>
                </a:lnTo>
                <a:lnTo>
                  <a:pt x="9694" y="22801"/>
                </a:lnTo>
                <a:lnTo>
                  <a:pt x="9782" y="22621"/>
                </a:lnTo>
                <a:lnTo>
                  <a:pt x="9870" y="22389"/>
                </a:lnTo>
                <a:lnTo>
                  <a:pt x="9958" y="22144"/>
                </a:lnTo>
                <a:lnTo>
                  <a:pt x="10058" y="21913"/>
                </a:lnTo>
                <a:lnTo>
                  <a:pt x="10196" y="21681"/>
                </a:lnTo>
                <a:lnTo>
                  <a:pt x="10284" y="21488"/>
                </a:lnTo>
                <a:lnTo>
                  <a:pt x="10372" y="21256"/>
                </a:lnTo>
                <a:lnTo>
                  <a:pt x="10460" y="21024"/>
                </a:lnTo>
                <a:lnTo>
                  <a:pt x="10560" y="20793"/>
                </a:lnTo>
                <a:lnTo>
                  <a:pt x="10698" y="20548"/>
                </a:lnTo>
                <a:lnTo>
                  <a:pt x="10786" y="20368"/>
                </a:lnTo>
                <a:lnTo>
                  <a:pt x="10874" y="20136"/>
                </a:lnTo>
                <a:lnTo>
                  <a:pt x="10962" y="19891"/>
                </a:lnTo>
                <a:lnTo>
                  <a:pt x="11063" y="19660"/>
                </a:lnTo>
                <a:lnTo>
                  <a:pt x="11201" y="19479"/>
                </a:lnTo>
                <a:lnTo>
                  <a:pt x="11289" y="19235"/>
                </a:lnTo>
                <a:lnTo>
                  <a:pt x="11377" y="19003"/>
                </a:lnTo>
                <a:lnTo>
                  <a:pt x="11477" y="18771"/>
                </a:lnTo>
                <a:lnTo>
                  <a:pt x="11565" y="18539"/>
                </a:lnTo>
                <a:lnTo>
                  <a:pt x="11703" y="18346"/>
                </a:lnTo>
                <a:lnTo>
                  <a:pt x="11791" y="18115"/>
                </a:lnTo>
                <a:lnTo>
                  <a:pt x="11879" y="17883"/>
                </a:lnTo>
                <a:lnTo>
                  <a:pt x="11979" y="17638"/>
                </a:lnTo>
                <a:lnTo>
                  <a:pt x="12067" y="17458"/>
                </a:lnTo>
                <a:lnTo>
                  <a:pt x="12205" y="17226"/>
                </a:lnTo>
                <a:lnTo>
                  <a:pt x="12293" y="16982"/>
                </a:lnTo>
                <a:lnTo>
                  <a:pt x="12381" y="16750"/>
                </a:lnTo>
                <a:lnTo>
                  <a:pt x="12482" y="16570"/>
                </a:lnTo>
                <a:lnTo>
                  <a:pt x="12569" y="16325"/>
                </a:lnTo>
                <a:lnTo>
                  <a:pt x="12708" y="16093"/>
                </a:lnTo>
                <a:lnTo>
                  <a:pt x="12796" y="15861"/>
                </a:lnTo>
                <a:lnTo>
                  <a:pt x="12883" y="15668"/>
                </a:lnTo>
                <a:lnTo>
                  <a:pt x="12984" y="15437"/>
                </a:lnTo>
                <a:lnTo>
                  <a:pt x="13072" y="15205"/>
                </a:lnTo>
                <a:lnTo>
                  <a:pt x="13210" y="14973"/>
                </a:lnTo>
                <a:lnTo>
                  <a:pt x="13298" y="14780"/>
                </a:lnTo>
                <a:lnTo>
                  <a:pt x="13386" y="14548"/>
                </a:lnTo>
                <a:lnTo>
                  <a:pt x="13486" y="14316"/>
                </a:lnTo>
                <a:lnTo>
                  <a:pt x="13574" y="14072"/>
                </a:lnTo>
                <a:lnTo>
                  <a:pt x="13712" y="13892"/>
                </a:lnTo>
                <a:lnTo>
                  <a:pt x="13800" y="13660"/>
                </a:lnTo>
                <a:lnTo>
                  <a:pt x="13888" y="13415"/>
                </a:lnTo>
                <a:lnTo>
                  <a:pt x="13988" y="13183"/>
                </a:lnTo>
                <a:lnTo>
                  <a:pt x="14076" y="13003"/>
                </a:lnTo>
                <a:lnTo>
                  <a:pt x="14214" y="12759"/>
                </a:lnTo>
                <a:lnTo>
                  <a:pt x="14302" y="12527"/>
                </a:lnTo>
                <a:lnTo>
                  <a:pt x="14390" y="12295"/>
                </a:lnTo>
                <a:lnTo>
                  <a:pt x="14491" y="12102"/>
                </a:lnTo>
                <a:lnTo>
                  <a:pt x="14579" y="11870"/>
                </a:lnTo>
                <a:lnTo>
                  <a:pt x="14717" y="11638"/>
                </a:lnTo>
                <a:lnTo>
                  <a:pt x="14805" y="11407"/>
                </a:lnTo>
                <a:lnTo>
                  <a:pt x="14893" y="11214"/>
                </a:lnTo>
                <a:lnTo>
                  <a:pt x="14993" y="10982"/>
                </a:lnTo>
                <a:lnTo>
                  <a:pt x="15081" y="10750"/>
                </a:lnTo>
                <a:lnTo>
                  <a:pt x="15219" y="10557"/>
                </a:lnTo>
                <a:lnTo>
                  <a:pt x="15307" y="10325"/>
                </a:lnTo>
                <a:lnTo>
                  <a:pt x="15407" y="10093"/>
                </a:lnTo>
                <a:lnTo>
                  <a:pt x="15495" y="9849"/>
                </a:lnTo>
                <a:lnTo>
                  <a:pt x="15583" y="9669"/>
                </a:lnTo>
                <a:lnTo>
                  <a:pt x="15721" y="9437"/>
                </a:lnTo>
                <a:lnTo>
                  <a:pt x="15809" y="9192"/>
                </a:lnTo>
                <a:lnTo>
                  <a:pt x="15910" y="9012"/>
                </a:lnTo>
                <a:lnTo>
                  <a:pt x="15998" y="8780"/>
                </a:lnTo>
                <a:lnTo>
                  <a:pt x="16086" y="8536"/>
                </a:lnTo>
                <a:lnTo>
                  <a:pt x="16224" y="8304"/>
                </a:lnTo>
                <a:lnTo>
                  <a:pt x="16312" y="8124"/>
                </a:lnTo>
                <a:lnTo>
                  <a:pt x="16412" y="7879"/>
                </a:lnTo>
                <a:lnTo>
                  <a:pt x="16500" y="7647"/>
                </a:lnTo>
                <a:lnTo>
                  <a:pt x="16588" y="7467"/>
                </a:lnTo>
                <a:lnTo>
                  <a:pt x="16726" y="7222"/>
                </a:lnTo>
                <a:lnTo>
                  <a:pt x="16814" y="6991"/>
                </a:lnTo>
                <a:lnTo>
                  <a:pt x="16914" y="6810"/>
                </a:lnTo>
                <a:lnTo>
                  <a:pt x="17002" y="6566"/>
                </a:lnTo>
                <a:lnTo>
                  <a:pt x="17090" y="6334"/>
                </a:lnTo>
                <a:lnTo>
                  <a:pt x="17228" y="6102"/>
                </a:lnTo>
                <a:lnTo>
                  <a:pt x="17316" y="5909"/>
                </a:lnTo>
                <a:lnTo>
                  <a:pt x="17417" y="5677"/>
                </a:lnTo>
                <a:lnTo>
                  <a:pt x="17505" y="5446"/>
                </a:lnTo>
                <a:lnTo>
                  <a:pt x="17592" y="5252"/>
                </a:lnTo>
                <a:lnTo>
                  <a:pt x="17731" y="5021"/>
                </a:lnTo>
                <a:lnTo>
                  <a:pt x="17818" y="4789"/>
                </a:lnTo>
                <a:lnTo>
                  <a:pt x="17919" y="4596"/>
                </a:lnTo>
                <a:lnTo>
                  <a:pt x="18007" y="4364"/>
                </a:lnTo>
                <a:lnTo>
                  <a:pt x="18095" y="4132"/>
                </a:lnTo>
                <a:lnTo>
                  <a:pt x="18233" y="3939"/>
                </a:lnTo>
                <a:lnTo>
                  <a:pt x="18321" y="3707"/>
                </a:lnTo>
                <a:lnTo>
                  <a:pt x="18421" y="3476"/>
                </a:lnTo>
                <a:lnTo>
                  <a:pt x="18509" y="3283"/>
                </a:lnTo>
                <a:lnTo>
                  <a:pt x="18597" y="3051"/>
                </a:lnTo>
                <a:lnTo>
                  <a:pt x="18735" y="2819"/>
                </a:lnTo>
                <a:lnTo>
                  <a:pt x="18836" y="2626"/>
                </a:lnTo>
                <a:lnTo>
                  <a:pt x="18924" y="2394"/>
                </a:lnTo>
                <a:lnTo>
                  <a:pt x="19011" y="2162"/>
                </a:lnTo>
                <a:lnTo>
                  <a:pt x="19099" y="1969"/>
                </a:lnTo>
                <a:lnTo>
                  <a:pt x="19237" y="1738"/>
                </a:lnTo>
                <a:lnTo>
                  <a:pt x="19338" y="1506"/>
                </a:lnTo>
                <a:lnTo>
                  <a:pt x="19426" y="1313"/>
                </a:lnTo>
                <a:lnTo>
                  <a:pt x="19514" y="1081"/>
                </a:lnTo>
                <a:lnTo>
                  <a:pt x="19602" y="849"/>
                </a:lnTo>
                <a:lnTo>
                  <a:pt x="19740" y="656"/>
                </a:lnTo>
                <a:lnTo>
                  <a:pt x="19840" y="424"/>
                </a:lnTo>
                <a:lnTo>
                  <a:pt x="19928" y="193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5941598" y="3969727"/>
            <a:ext cx="20016" cy="41895"/>
          </a:xfrm>
          <a:custGeom>
            <a:avLst/>
            <a:gdLst/>
            <a:ahLst/>
            <a:cxnLst/>
            <a:rect l="l" t="t" r="r" b="b"/>
            <a:pathLst>
              <a:path w="20016" h="41895">
                <a:moveTo>
                  <a:pt x="0" y="41895"/>
                </a:moveTo>
                <a:lnTo>
                  <a:pt x="87" y="41663"/>
                </a:lnTo>
                <a:lnTo>
                  <a:pt x="226" y="41431"/>
                </a:lnTo>
                <a:lnTo>
                  <a:pt x="326" y="41238"/>
                </a:lnTo>
                <a:lnTo>
                  <a:pt x="414" y="41006"/>
                </a:lnTo>
                <a:lnTo>
                  <a:pt x="502" y="40775"/>
                </a:lnTo>
                <a:lnTo>
                  <a:pt x="590" y="40581"/>
                </a:lnTo>
                <a:lnTo>
                  <a:pt x="728" y="40350"/>
                </a:lnTo>
                <a:lnTo>
                  <a:pt x="828" y="40157"/>
                </a:lnTo>
                <a:lnTo>
                  <a:pt x="916" y="39925"/>
                </a:lnTo>
                <a:lnTo>
                  <a:pt x="1004" y="39693"/>
                </a:lnTo>
                <a:lnTo>
                  <a:pt x="1092" y="39500"/>
                </a:lnTo>
                <a:lnTo>
                  <a:pt x="1230" y="39268"/>
                </a:lnTo>
                <a:lnTo>
                  <a:pt x="1331" y="39036"/>
                </a:lnTo>
                <a:lnTo>
                  <a:pt x="1418" y="38843"/>
                </a:lnTo>
                <a:lnTo>
                  <a:pt x="1506" y="38612"/>
                </a:lnTo>
                <a:lnTo>
                  <a:pt x="1607" y="38380"/>
                </a:lnTo>
                <a:lnTo>
                  <a:pt x="1732" y="38187"/>
                </a:lnTo>
                <a:lnTo>
                  <a:pt x="1833" y="37955"/>
                </a:lnTo>
                <a:lnTo>
                  <a:pt x="1921" y="37762"/>
                </a:lnTo>
                <a:lnTo>
                  <a:pt x="2009" y="37530"/>
                </a:lnTo>
                <a:lnTo>
                  <a:pt x="2109" y="37298"/>
                </a:lnTo>
                <a:lnTo>
                  <a:pt x="2235" y="37105"/>
                </a:lnTo>
                <a:lnTo>
                  <a:pt x="2335" y="36873"/>
                </a:lnTo>
                <a:lnTo>
                  <a:pt x="2423" y="36693"/>
                </a:lnTo>
                <a:lnTo>
                  <a:pt x="2511" y="36449"/>
                </a:lnTo>
                <a:lnTo>
                  <a:pt x="2611" y="36217"/>
                </a:lnTo>
                <a:lnTo>
                  <a:pt x="2750" y="36037"/>
                </a:lnTo>
                <a:lnTo>
                  <a:pt x="2837" y="35792"/>
                </a:lnTo>
                <a:lnTo>
                  <a:pt x="2925" y="35560"/>
                </a:lnTo>
                <a:lnTo>
                  <a:pt x="3013" y="35380"/>
                </a:lnTo>
                <a:lnTo>
                  <a:pt x="3114" y="35135"/>
                </a:lnTo>
                <a:lnTo>
                  <a:pt x="3252" y="34955"/>
                </a:lnTo>
                <a:lnTo>
                  <a:pt x="3340" y="34723"/>
                </a:lnTo>
                <a:lnTo>
                  <a:pt x="3428" y="34479"/>
                </a:lnTo>
                <a:lnTo>
                  <a:pt x="3516" y="34298"/>
                </a:lnTo>
                <a:lnTo>
                  <a:pt x="3616" y="34067"/>
                </a:lnTo>
                <a:lnTo>
                  <a:pt x="3754" y="33874"/>
                </a:lnTo>
                <a:lnTo>
                  <a:pt x="3842" y="33642"/>
                </a:lnTo>
                <a:lnTo>
                  <a:pt x="3930" y="33449"/>
                </a:lnTo>
                <a:lnTo>
                  <a:pt x="4018" y="33217"/>
                </a:lnTo>
                <a:lnTo>
                  <a:pt x="4118" y="32985"/>
                </a:lnTo>
                <a:lnTo>
                  <a:pt x="4256" y="32792"/>
                </a:lnTo>
                <a:lnTo>
                  <a:pt x="4344" y="32560"/>
                </a:lnTo>
                <a:lnTo>
                  <a:pt x="4432" y="32367"/>
                </a:lnTo>
                <a:lnTo>
                  <a:pt x="4520" y="32135"/>
                </a:lnTo>
                <a:lnTo>
                  <a:pt x="4621" y="31904"/>
                </a:lnTo>
                <a:lnTo>
                  <a:pt x="4759" y="31711"/>
                </a:lnTo>
                <a:lnTo>
                  <a:pt x="4847" y="31479"/>
                </a:lnTo>
                <a:lnTo>
                  <a:pt x="4935" y="31299"/>
                </a:lnTo>
                <a:lnTo>
                  <a:pt x="5035" y="31054"/>
                </a:lnTo>
                <a:lnTo>
                  <a:pt x="5123" y="30874"/>
                </a:lnTo>
                <a:lnTo>
                  <a:pt x="5261" y="30629"/>
                </a:lnTo>
                <a:lnTo>
                  <a:pt x="5349" y="30397"/>
                </a:lnTo>
                <a:lnTo>
                  <a:pt x="5437" y="30217"/>
                </a:lnTo>
                <a:lnTo>
                  <a:pt x="5537" y="29972"/>
                </a:lnTo>
                <a:lnTo>
                  <a:pt x="5625" y="29792"/>
                </a:lnTo>
                <a:lnTo>
                  <a:pt x="5763" y="29560"/>
                </a:lnTo>
                <a:lnTo>
                  <a:pt x="5851" y="29367"/>
                </a:lnTo>
                <a:lnTo>
                  <a:pt x="5939" y="29136"/>
                </a:lnTo>
                <a:lnTo>
                  <a:pt x="6040" y="28942"/>
                </a:lnTo>
                <a:lnTo>
                  <a:pt x="6128" y="28711"/>
                </a:lnTo>
                <a:lnTo>
                  <a:pt x="6266" y="28479"/>
                </a:lnTo>
                <a:lnTo>
                  <a:pt x="6354" y="28286"/>
                </a:lnTo>
                <a:lnTo>
                  <a:pt x="6441" y="28054"/>
                </a:lnTo>
                <a:lnTo>
                  <a:pt x="6542" y="27861"/>
                </a:lnTo>
                <a:lnTo>
                  <a:pt x="6630" y="27629"/>
                </a:lnTo>
                <a:lnTo>
                  <a:pt x="6768" y="27449"/>
                </a:lnTo>
                <a:lnTo>
                  <a:pt x="6856" y="27204"/>
                </a:lnTo>
                <a:lnTo>
                  <a:pt x="6944" y="27024"/>
                </a:lnTo>
                <a:lnTo>
                  <a:pt x="7044" y="26792"/>
                </a:lnTo>
                <a:lnTo>
                  <a:pt x="7132" y="26599"/>
                </a:lnTo>
                <a:lnTo>
                  <a:pt x="7270" y="26367"/>
                </a:lnTo>
                <a:lnTo>
                  <a:pt x="7358" y="26136"/>
                </a:lnTo>
                <a:lnTo>
                  <a:pt x="7446" y="25943"/>
                </a:lnTo>
                <a:lnTo>
                  <a:pt x="7547" y="25711"/>
                </a:lnTo>
                <a:lnTo>
                  <a:pt x="7634" y="25518"/>
                </a:lnTo>
                <a:lnTo>
                  <a:pt x="7773" y="25286"/>
                </a:lnTo>
                <a:lnTo>
                  <a:pt x="7860" y="25093"/>
                </a:lnTo>
                <a:lnTo>
                  <a:pt x="7948" y="24861"/>
                </a:lnTo>
                <a:lnTo>
                  <a:pt x="8049" y="24681"/>
                </a:lnTo>
                <a:lnTo>
                  <a:pt x="8137" y="24436"/>
                </a:lnTo>
                <a:lnTo>
                  <a:pt x="8275" y="24256"/>
                </a:lnTo>
                <a:lnTo>
                  <a:pt x="8363" y="24024"/>
                </a:lnTo>
                <a:lnTo>
                  <a:pt x="8451" y="23831"/>
                </a:lnTo>
                <a:lnTo>
                  <a:pt x="8551" y="23599"/>
                </a:lnTo>
                <a:lnTo>
                  <a:pt x="8639" y="23406"/>
                </a:lnTo>
                <a:lnTo>
                  <a:pt x="8777" y="23174"/>
                </a:lnTo>
                <a:lnTo>
                  <a:pt x="8865" y="22981"/>
                </a:lnTo>
                <a:lnTo>
                  <a:pt x="8965" y="22750"/>
                </a:lnTo>
                <a:lnTo>
                  <a:pt x="9053" y="22569"/>
                </a:lnTo>
                <a:lnTo>
                  <a:pt x="9141" y="22325"/>
                </a:lnTo>
                <a:lnTo>
                  <a:pt x="9279" y="22144"/>
                </a:lnTo>
                <a:lnTo>
                  <a:pt x="9367" y="21913"/>
                </a:lnTo>
                <a:lnTo>
                  <a:pt x="9468" y="21720"/>
                </a:lnTo>
                <a:lnTo>
                  <a:pt x="9556" y="21488"/>
                </a:lnTo>
                <a:lnTo>
                  <a:pt x="9644" y="21295"/>
                </a:lnTo>
                <a:lnTo>
                  <a:pt x="9782" y="21063"/>
                </a:lnTo>
                <a:lnTo>
                  <a:pt x="9870" y="20870"/>
                </a:lnTo>
                <a:lnTo>
                  <a:pt x="9970" y="20638"/>
                </a:lnTo>
                <a:lnTo>
                  <a:pt x="10058" y="20458"/>
                </a:lnTo>
                <a:lnTo>
                  <a:pt x="10146" y="20213"/>
                </a:lnTo>
                <a:lnTo>
                  <a:pt x="10284" y="20033"/>
                </a:lnTo>
                <a:lnTo>
                  <a:pt x="10372" y="19801"/>
                </a:lnTo>
                <a:lnTo>
                  <a:pt x="10472" y="19608"/>
                </a:lnTo>
                <a:lnTo>
                  <a:pt x="10560" y="19376"/>
                </a:lnTo>
                <a:lnTo>
                  <a:pt x="10648" y="19183"/>
                </a:lnTo>
                <a:lnTo>
                  <a:pt x="10786" y="18951"/>
                </a:lnTo>
                <a:lnTo>
                  <a:pt x="10874" y="18758"/>
                </a:lnTo>
                <a:lnTo>
                  <a:pt x="10975" y="18527"/>
                </a:lnTo>
                <a:lnTo>
                  <a:pt x="11063" y="18346"/>
                </a:lnTo>
                <a:lnTo>
                  <a:pt x="11150" y="18102"/>
                </a:lnTo>
                <a:lnTo>
                  <a:pt x="11289" y="17921"/>
                </a:lnTo>
                <a:lnTo>
                  <a:pt x="11377" y="17728"/>
                </a:lnTo>
                <a:lnTo>
                  <a:pt x="11477" y="17497"/>
                </a:lnTo>
                <a:lnTo>
                  <a:pt x="11565" y="17303"/>
                </a:lnTo>
                <a:lnTo>
                  <a:pt x="11653" y="17072"/>
                </a:lnTo>
                <a:lnTo>
                  <a:pt x="11791" y="16891"/>
                </a:lnTo>
                <a:lnTo>
                  <a:pt x="11879" y="16647"/>
                </a:lnTo>
                <a:lnTo>
                  <a:pt x="11979" y="16467"/>
                </a:lnTo>
                <a:lnTo>
                  <a:pt x="12067" y="16235"/>
                </a:lnTo>
                <a:lnTo>
                  <a:pt x="12155" y="16042"/>
                </a:lnTo>
                <a:lnTo>
                  <a:pt x="12293" y="15810"/>
                </a:lnTo>
                <a:lnTo>
                  <a:pt x="12381" y="15617"/>
                </a:lnTo>
                <a:lnTo>
                  <a:pt x="12482" y="15437"/>
                </a:lnTo>
                <a:lnTo>
                  <a:pt x="12569" y="15192"/>
                </a:lnTo>
                <a:lnTo>
                  <a:pt x="12657" y="15012"/>
                </a:lnTo>
                <a:lnTo>
                  <a:pt x="12796" y="14780"/>
                </a:lnTo>
                <a:lnTo>
                  <a:pt x="12896" y="14587"/>
                </a:lnTo>
                <a:lnTo>
                  <a:pt x="12984" y="14355"/>
                </a:lnTo>
                <a:lnTo>
                  <a:pt x="13072" y="14162"/>
                </a:lnTo>
                <a:lnTo>
                  <a:pt x="13160" y="13930"/>
                </a:lnTo>
                <a:lnTo>
                  <a:pt x="13298" y="13737"/>
                </a:lnTo>
                <a:lnTo>
                  <a:pt x="13398" y="13557"/>
                </a:lnTo>
                <a:lnTo>
                  <a:pt x="13486" y="13325"/>
                </a:lnTo>
                <a:lnTo>
                  <a:pt x="13574" y="13132"/>
                </a:lnTo>
                <a:lnTo>
                  <a:pt x="13662" y="12900"/>
                </a:lnTo>
                <a:lnTo>
                  <a:pt x="13800" y="12707"/>
                </a:lnTo>
                <a:lnTo>
                  <a:pt x="13901" y="12475"/>
                </a:lnTo>
                <a:lnTo>
                  <a:pt x="13988" y="12295"/>
                </a:lnTo>
                <a:lnTo>
                  <a:pt x="14076" y="12102"/>
                </a:lnTo>
                <a:lnTo>
                  <a:pt x="14214" y="11870"/>
                </a:lnTo>
                <a:lnTo>
                  <a:pt x="14302" y="11677"/>
                </a:lnTo>
                <a:lnTo>
                  <a:pt x="14403" y="11445"/>
                </a:lnTo>
                <a:lnTo>
                  <a:pt x="14491" y="11252"/>
                </a:lnTo>
                <a:lnTo>
                  <a:pt x="14579" y="11072"/>
                </a:lnTo>
                <a:lnTo>
                  <a:pt x="14717" y="10840"/>
                </a:lnTo>
                <a:lnTo>
                  <a:pt x="14805" y="10647"/>
                </a:lnTo>
                <a:lnTo>
                  <a:pt x="14905" y="10415"/>
                </a:lnTo>
                <a:lnTo>
                  <a:pt x="14993" y="10222"/>
                </a:lnTo>
                <a:lnTo>
                  <a:pt x="15081" y="10042"/>
                </a:lnTo>
                <a:lnTo>
                  <a:pt x="15219" y="9797"/>
                </a:lnTo>
                <a:lnTo>
                  <a:pt x="15307" y="9617"/>
                </a:lnTo>
                <a:lnTo>
                  <a:pt x="15407" y="9385"/>
                </a:lnTo>
                <a:lnTo>
                  <a:pt x="15495" y="9192"/>
                </a:lnTo>
                <a:lnTo>
                  <a:pt x="15583" y="8999"/>
                </a:lnTo>
                <a:lnTo>
                  <a:pt x="15721" y="8767"/>
                </a:lnTo>
                <a:lnTo>
                  <a:pt x="15809" y="8587"/>
                </a:lnTo>
                <a:lnTo>
                  <a:pt x="15910" y="8342"/>
                </a:lnTo>
                <a:lnTo>
                  <a:pt x="15998" y="8162"/>
                </a:lnTo>
                <a:lnTo>
                  <a:pt x="16086" y="7969"/>
                </a:lnTo>
                <a:lnTo>
                  <a:pt x="16224" y="7737"/>
                </a:lnTo>
                <a:lnTo>
                  <a:pt x="16324" y="7544"/>
                </a:lnTo>
                <a:lnTo>
                  <a:pt x="16412" y="7364"/>
                </a:lnTo>
                <a:lnTo>
                  <a:pt x="16500" y="7132"/>
                </a:lnTo>
                <a:lnTo>
                  <a:pt x="16588" y="6939"/>
                </a:lnTo>
                <a:lnTo>
                  <a:pt x="16726" y="6707"/>
                </a:lnTo>
                <a:lnTo>
                  <a:pt x="16826" y="6514"/>
                </a:lnTo>
                <a:lnTo>
                  <a:pt x="16914" y="6334"/>
                </a:lnTo>
                <a:lnTo>
                  <a:pt x="17002" y="6089"/>
                </a:lnTo>
                <a:lnTo>
                  <a:pt x="17090" y="5909"/>
                </a:lnTo>
                <a:lnTo>
                  <a:pt x="17228" y="5716"/>
                </a:lnTo>
                <a:lnTo>
                  <a:pt x="17329" y="5484"/>
                </a:lnTo>
                <a:lnTo>
                  <a:pt x="17417" y="5291"/>
                </a:lnTo>
                <a:lnTo>
                  <a:pt x="17505" y="5059"/>
                </a:lnTo>
                <a:lnTo>
                  <a:pt x="17592" y="4879"/>
                </a:lnTo>
                <a:lnTo>
                  <a:pt x="17731" y="4686"/>
                </a:lnTo>
                <a:lnTo>
                  <a:pt x="17831" y="4454"/>
                </a:lnTo>
                <a:lnTo>
                  <a:pt x="17919" y="4261"/>
                </a:lnTo>
                <a:lnTo>
                  <a:pt x="18007" y="4081"/>
                </a:lnTo>
                <a:lnTo>
                  <a:pt x="18095" y="3849"/>
                </a:lnTo>
                <a:lnTo>
                  <a:pt x="18233" y="3656"/>
                </a:lnTo>
                <a:lnTo>
                  <a:pt x="18333" y="3463"/>
                </a:lnTo>
                <a:lnTo>
                  <a:pt x="18421" y="3231"/>
                </a:lnTo>
                <a:lnTo>
                  <a:pt x="18509" y="3051"/>
                </a:lnTo>
                <a:lnTo>
                  <a:pt x="18597" y="2858"/>
                </a:lnTo>
                <a:lnTo>
                  <a:pt x="18735" y="2626"/>
                </a:lnTo>
                <a:lnTo>
                  <a:pt x="18836" y="2433"/>
                </a:lnTo>
                <a:lnTo>
                  <a:pt x="18924" y="2253"/>
                </a:lnTo>
                <a:lnTo>
                  <a:pt x="19011" y="2008"/>
                </a:lnTo>
                <a:lnTo>
                  <a:pt x="19112" y="1828"/>
                </a:lnTo>
                <a:lnTo>
                  <a:pt x="19237" y="1635"/>
                </a:lnTo>
                <a:lnTo>
                  <a:pt x="19338" y="1403"/>
                </a:lnTo>
                <a:lnTo>
                  <a:pt x="19426" y="1210"/>
                </a:lnTo>
                <a:lnTo>
                  <a:pt x="19514" y="1029"/>
                </a:lnTo>
                <a:lnTo>
                  <a:pt x="19614" y="798"/>
                </a:lnTo>
                <a:lnTo>
                  <a:pt x="19740" y="605"/>
                </a:lnTo>
                <a:lnTo>
                  <a:pt x="19840" y="411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5961615" y="3931347"/>
            <a:ext cx="20029" cy="38380"/>
          </a:xfrm>
          <a:custGeom>
            <a:avLst/>
            <a:gdLst/>
            <a:ahLst/>
            <a:cxnLst/>
            <a:rect l="l" t="t" r="r" b="b"/>
            <a:pathLst>
              <a:path w="20029" h="38380">
                <a:moveTo>
                  <a:pt x="0" y="38380"/>
                </a:moveTo>
                <a:lnTo>
                  <a:pt x="100" y="38187"/>
                </a:lnTo>
                <a:lnTo>
                  <a:pt x="238" y="38006"/>
                </a:lnTo>
                <a:lnTo>
                  <a:pt x="326" y="37762"/>
                </a:lnTo>
                <a:lnTo>
                  <a:pt x="414" y="37582"/>
                </a:lnTo>
                <a:lnTo>
                  <a:pt x="502" y="37388"/>
                </a:lnTo>
                <a:lnTo>
                  <a:pt x="602" y="37157"/>
                </a:lnTo>
                <a:lnTo>
                  <a:pt x="740" y="36964"/>
                </a:lnTo>
                <a:lnTo>
                  <a:pt x="828" y="36783"/>
                </a:lnTo>
                <a:lnTo>
                  <a:pt x="916" y="36590"/>
                </a:lnTo>
                <a:lnTo>
                  <a:pt x="1004" y="36358"/>
                </a:lnTo>
                <a:lnTo>
                  <a:pt x="1105" y="36165"/>
                </a:lnTo>
                <a:lnTo>
                  <a:pt x="1243" y="35985"/>
                </a:lnTo>
                <a:lnTo>
                  <a:pt x="1331" y="35753"/>
                </a:lnTo>
                <a:lnTo>
                  <a:pt x="1418" y="35560"/>
                </a:lnTo>
                <a:lnTo>
                  <a:pt x="1506" y="35367"/>
                </a:lnTo>
                <a:lnTo>
                  <a:pt x="1607" y="35187"/>
                </a:lnTo>
                <a:lnTo>
                  <a:pt x="1745" y="34955"/>
                </a:lnTo>
                <a:lnTo>
                  <a:pt x="1833" y="34762"/>
                </a:lnTo>
                <a:lnTo>
                  <a:pt x="1921" y="34569"/>
                </a:lnTo>
                <a:lnTo>
                  <a:pt x="2009" y="34337"/>
                </a:lnTo>
                <a:lnTo>
                  <a:pt x="2109" y="34157"/>
                </a:lnTo>
                <a:lnTo>
                  <a:pt x="2247" y="33964"/>
                </a:lnTo>
                <a:lnTo>
                  <a:pt x="2335" y="33783"/>
                </a:lnTo>
                <a:lnTo>
                  <a:pt x="2423" y="33539"/>
                </a:lnTo>
                <a:lnTo>
                  <a:pt x="2524" y="33359"/>
                </a:lnTo>
                <a:lnTo>
                  <a:pt x="2611" y="33165"/>
                </a:lnTo>
                <a:lnTo>
                  <a:pt x="2750" y="32985"/>
                </a:lnTo>
                <a:lnTo>
                  <a:pt x="2837" y="32741"/>
                </a:lnTo>
                <a:lnTo>
                  <a:pt x="2925" y="32560"/>
                </a:lnTo>
                <a:lnTo>
                  <a:pt x="3026" y="32367"/>
                </a:lnTo>
                <a:lnTo>
                  <a:pt x="3114" y="32187"/>
                </a:lnTo>
                <a:lnTo>
                  <a:pt x="3252" y="31942"/>
                </a:lnTo>
                <a:lnTo>
                  <a:pt x="3340" y="31762"/>
                </a:lnTo>
                <a:lnTo>
                  <a:pt x="3428" y="31569"/>
                </a:lnTo>
                <a:lnTo>
                  <a:pt x="3528" y="31389"/>
                </a:lnTo>
                <a:lnTo>
                  <a:pt x="3616" y="31144"/>
                </a:lnTo>
                <a:lnTo>
                  <a:pt x="3754" y="30964"/>
                </a:lnTo>
                <a:lnTo>
                  <a:pt x="3842" y="30771"/>
                </a:lnTo>
                <a:lnTo>
                  <a:pt x="3930" y="30590"/>
                </a:lnTo>
                <a:lnTo>
                  <a:pt x="4030" y="30346"/>
                </a:lnTo>
                <a:lnTo>
                  <a:pt x="4118" y="30166"/>
                </a:lnTo>
                <a:lnTo>
                  <a:pt x="4256" y="29972"/>
                </a:lnTo>
                <a:lnTo>
                  <a:pt x="4344" y="29792"/>
                </a:lnTo>
                <a:lnTo>
                  <a:pt x="4432" y="29560"/>
                </a:lnTo>
                <a:lnTo>
                  <a:pt x="4533" y="29367"/>
                </a:lnTo>
                <a:lnTo>
                  <a:pt x="4621" y="29174"/>
                </a:lnTo>
                <a:lnTo>
                  <a:pt x="4759" y="28994"/>
                </a:lnTo>
                <a:lnTo>
                  <a:pt x="4847" y="28801"/>
                </a:lnTo>
                <a:lnTo>
                  <a:pt x="4935" y="28569"/>
                </a:lnTo>
                <a:lnTo>
                  <a:pt x="5035" y="28376"/>
                </a:lnTo>
                <a:lnTo>
                  <a:pt x="5123" y="28196"/>
                </a:lnTo>
                <a:lnTo>
                  <a:pt x="5261" y="28003"/>
                </a:lnTo>
                <a:lnTo>
                  <a:pt x="5349" y="27822"/>
                </a:lnTo>
                <a:lnTo>
                  <a:pt x="5437" y="27578"/>
                </a:lnTo>
                <a:lnTo>
                  <a:pt x="5537" y="27397"/>
                </a:lnTo>
                <a:lnTo>
                  <a:pt x="5625" y="27204"/>
                </a:lnTo>
                <a:lnTo>
                  <a:pt x="5763" y="27024"/>
                </a:lnTo>
                <a:lnTo>
                  <a:pt x="5851" y="26831"/>
                </a:lnTo>
                <a:lnTo>
                  <a:pt x="5939" y="26599"/>
                </a:lnTo>
                <a:lnTo>
                  <a:pt x="6040" y="26406"/>
                </a:lnTo>
                <a:lnTo>
                  <a:pt x="6128" y="26226"/>
                </a:lnTo>
                <a:lnTo>
                  <a:pt x="6266" y="26033"/>
                </a:lnTo>
                <a:lnTo>
                  <a:pt x="6354" y="25852"/>
                </a:lnTo>
                <a:lnTo>
                  <a:pt x="6454" y="25608"/>
                </a:lnTo>
                <a:lnTo>
                  <a:pt x="6542" y="25428"/>
                </a:lnTo>
                <a:lnTo>
                  <a:pt x="6630" y="25234"/>
                </a:lnTo>
                <a:lnTo>
                  <a:pt x="6768" y="25054"/>
                </a:lnTo>
                <a:lnTo>
                  <a:pt x="6856" y="24861"/>
                </a:lnTo>
                <a:lnTo>
                  <a:pt x="6956" y="24668"/>
                </a:lnTo>
                <a:lnTo>
                  <a:pt x="7044" y="24436"/>
                </a:lnTo>
                <a:lnTo>
                  <a:pt x="7132" y="24256"/>
                </a:lnTo>
                <a:lnTo>
                  <a:pt x="7270" y="24063"/>
                </a:lnTo>
                <a:lnTo>
                  <a:pt x="7358" y="23883"/>
                </a:lnTo>
                <a:lnTo>
                  <a:pt x="7459" y="23689"/>
                </a:lnTo>
                <a:lnTo>
                  <a:pt x="7547" y="23496"/>
                </a:lnTo>
                <a:lnTo>
                  <a:pt x="7634" y="23265"/>
                </a:lnTo>
                <a:lnTo>
                  <a:pt x="7773" y="23084"/>
                </a:lnTo>
                <a:lnTo>
                  <a:pt x="7860" y="22891"/>
                </a:lnTo>
                <a:lnTo>
                  <a:pt x="7961" y="22698"/>
                </a:lnTo>
                <a:lnTo>
                  <a:pt x="8049" y="22518"/>
                </a:lnTo>
                <a:lnTo>
                  <a:pt x="8137" y="22325"/>
                </a:lnTo>
                <a:lnTo>
                  <a:pt x="8275" y="22093"/>
                </a:lnTo>
                <a:lnTo>
                  <a:pt x="8363" y="21900"/>
                </a:lnTo>
                <a:lnTo>
                  <a:pt x="8463" y="21720"/>
                </a:lnTo>
                <a:lnTo>
                  <a:pt x="8551" y="21526"/>
                </a:lnTo>
                <a:lnTo>
                  <a:pt x="8639" y="21346"/>
                </a:lnTo>
                <a:lnTo>
                  <a:pt x="8777" y="21153"/>
                </a:lnTo>
                <a:lnTo>
                  <a:pt x="8865" y="20973"/>
                </a:lnTo>
                <a:lnTo>
                  <a:pt x="8965" y="20728"/>
                </a:lnTo>
                <a:lnTo>
                  <a:pt x="9053" y="20548"/>
                </a:lnTo>
                <a:lnTo>
                  <a:pt x="9141" y="20355"/>
                </a:lnTo>
                <a:lnTo>
                  <a:pt x="9279" y="20175"/>
                </a:lnTo>
                <a:lnTo>
                  <a:pt x="9367" y="19981"/>
                </a:lnTo>
                <a:lnTo>
                  <a:pt x="9468" y="19788"/>
                </a:lnTo>
                <a:lnTo>
                  <a:pt x="9556" y="19608"/>
                </a:lnTo>
                <a:lnTo>
                  <a:pt x="9644" y="19415"/>
                </a:lnTo>
                <a:lnTo>
                  <a:pt x="9782" y="19183"/>
                </a:lnTo>
                <a:lnTo>
                  <a:pt x="9870" y="19003"/>
                </a:lnTo>
                <a:lnTo>
                  <a:pt x="9970" y="18810"/>
                </a:lnTo>
                <a:lnTo>
                  <a:pt x="10058" y="18617"/>
                </a:lnTo>
                <a:lnTo>
                  <a:pt x="10146" y="18436"/>
                </a:lnTo>
                <a:lnTo>
                  <a:pt x="10284" y="18243"/>
                </a:lnTo>
                <a:lnTo>
                  <a:pt x="10384" y="18063"/>
                </a:lnTo>
                <a:lnTo>
                  <a:pt x="10472" y="17870"/>
                </a:lnTo>
                <a:lnTo>
                  <a:pt x="10560" y="17677"/>
                </a:lnTo>
                <a:lnTo>
                  <a:pt x="10648" y="17445"/>
                </a:lnTo>
                <a:lnTo>
                  <a:pt x="10786" y="17265"/>
                </a:lnTo>
                <a:lnTo>
                  <a:pt x="10887" y="17072"/>
                </a:lnTo>
                <a:lnTo>
                  <a:pt x="10975" y="16891"/>
                </a:lnTo>
                <a:lnTo>
                  <a:pt x="11063" y="16698"/>
                </a:lnTo>
                <a:lnTo>
                  <a:pt x="11150" y="16505"/>
                </a:lnTo>
                <a:lnTo>
                  <a:pt x="11289" y="16325"/>
                </a:lnTo>
                <a:lnTo>
                  <a:pt x="11389" y="16132"/>
                </a:lnTo>
                <a:lnTo>
                  <a:pt x="11477" y="15952"/>
                </a:lnTo>
                <a:lnTo>
                  <a:pt x="11565" y="15758"/>
                </a:lnTo>
                <a:lnTo>
                  <a:pt x="11653" y="15565"/>
                </a:lnTo>
                <a:lnTo>
                  <a:pt x="11791" y="15385"/>
                </a:lnTo>
                <a:lnTo>
                  <a:pt x="11891" y="15153"/>
                </a:lnTo>
                <a:lnTo>
                  <a:pt x="11979" y="14960"/>
                </a:lnTo>
                <a:lnTo>
                  <a:pt x="12067" y="14780"/>
                </a:lnTo>
                <a:lnTo>
                  <a:pt x="12155" y="14587"/>
                </a:lnTo>
                <a:lnTo>
                  <a:pt x="12293" y="14394"/>
                </a:lnTo>
                <a:lnTo>
                  <a:pt x="12394" y="14213"/>
                </a:lnTo>
                <a:lnTo>
                  <a:pt x="12482" y="14020"/>
                </a:lnTo>
                <a:lnTo>
                  <a:pt x="12569" y="13840"/>
                </a:lnTo>
                <a:lnTo>
                  <a:pt x="12670" y="13647"/>
                </a:lnTo>
                <a:lnTo>
                  <a:pt x="12796" y="13454"/>
                </a:lnTo>
                <a:lnTo>
                  <a:pt x="12896" y="13274"/>
                </a:lnTo>
                <a:lnTo>
                  <a:pt x="12984" y="13080"/>
                </a:lnTo>
                <a:lnTo>
                  <a:pt x="13072" y="12900"/>
                </a:lnTo>
                <a:lnTo>
                  <a:pt x="13172" y="12707"/>
                </a:lnTo>
                <a:lnTo>
                  <a:pt x="13298" y="12527"/>
                </a:lnTo>
                <a:lnTo>
                  <a:pt x="13398" y="12334"/>
                </a:lnTo>
                <a:lnTo>
                  <a:pt x="13486" y="12141"/>
                </a:lnTo>
                <a:lnTo>
                  <a:pt x="13574" y="11909"/>
                </a:lnTo>
                <a:lnTo>
                  <a:pt x="13675" y="11729"/>
                </a:lnTo>
                <a:lnTo>
                  <a:pt x="13813" y="11535"/>
                </a:lnTo>
                <a:lnTo>
                  <a:pt x="13901" y="11342"/>
                </a:lnTo>
                <a:lnTo>
                  <a:pt x="13988" y="11162"/>
                </a:lnTo>
                <a:lnTo>
                  <a:pt x="14076" y="10969"/>
                </a:lnTo>
                <a:lnTo>
                  <a:pt x="14177" y="10789"/>
                </a:lnTo>
                <a:lnTo>
                  <a:pt x="14315" y="10596"/>
                </a:lnTo>
                <a:lnTo>
                  <a:pt x="14403" y="10415"/>
                </a:lnTo>
                <a:lnTo>
                  <a:pt x="14491" y="10222"/>
                </a:lnTo>
                <a:lnTo>
                  <a:pt x="14579" y="10029"/>
                </a:lnTo>
                <a:lnTo>
                  <a:pt x="14679" y="9849"/>
                </a:lnTo>
                <a:lnTo>
                  <a:pt x="14817" y="9656"/>
                </a:lnTo>
                <a:lnTo>
                  <a:pt x="14905" y="9475"/>
                </a:lnTo>
                <a:lnTo>
                  <a:pt x="14993" y="9282"/>
                </a:lnTo>
                <a:lnTo>
                  <a:pt x="15081" y="9102"/>
                </a:lnTo>
                <a:lnTo>
                  <a:pt x="15181" y="8909"/>
                </a:lnTo>
                <a:lnTo>
                  <a:pt x="15320" y="8716"/>
                </a:lnTo>
                <a:lnTo>
                  <a:pt x="15407" y="8536"/>
                </a:lnTo>
                <a:lnTo>
                  <a:pt x="15495" y="8342"/>
                </a:lnTo>
                <a:lnTo>
                  <a:pt x="15583" y="8162"/>
                </a:lnTo>
                <a:lnTo>
                  <a:pt x="15684" y="7969"/>
                </a:lnTo>
                <a:lnTo>
                  <a:pt x="15822" y="7776"/>
                </a:lnTo>
                <a:lnTo>
                  <a:pt x="15910" y="7596"/>
                </a:lnTo>
                <a:lnTo>
                  <a:pt x="15998" y="7403"/>
                </a:lnTo>
                <a:lnTo>
                  <a:pt x="16098" y="7222"/>
                </a:lnTo>
                <a:lnTo>
                  <a:pt x="16186" y="7029"/>
                </a:lnTo>
                <a:lnTo>
                  <a:pt x="16324" y="6849"/>
                </a:lnTo>
                <a:lnTo>
                  <a:pt x="16412" y="6656"/>
                </a:lnTo>
                <a:lnTo>
                  <a:pt x="16500" y="6463"/>
                </a:lnTo>
                <a:lnTo>
                  <a:pt x="16600" y="6282"/>
                </a:lnTo>
                <a:lnTo>
                  <a:pt x="16688" y="6089"/>
                </a:lnTo>
                <a:lnTo>
                  <a:pt x="16826" y="5909"/>
                </a:lnTo>
                <a:lnTo>
                  <a:pt x="16914" y="5716"/>
                </a:lnTo>
                <a:lnTo>
                  <a:pt x="17002" y="5536"/>
                </a:lnTo>
                <a:lnTo>
                  <a:pt x="17103" y="5343"/>
                </a:lnTo>
                <a:lnTo>
                  <a:pt x="17191" y="5201"/>
                </a:lnTo>
                <a:lnTo>
                  <a:pt x="17329" y="5008"/>
                </a:lnTo>
                <a:lnTo>
                  <a:pt x="17417" y="4828"/>
                </a:lnTo>
                <a:lnTo>
                  <a:pt x="17505" y="4634"/>
                </a:lnTo>
                <a:lnTo>
                  <a:pt x="17605" y="4454"/>
                </a:lnTo>
                <a:lnTo>
                  <a:pt x="17693" y="4261"/>
                </a:lnTo>
                <a:lnTo>
                  <a:pt x="17831" y="4081"/>
                </a:lnTo>
                <a:lnTo>
                  <a:pt x="17919" y="3888"/>
                </a:lnTo>
                <a:lnTo>
                  <a:pt x="18007" y="3695"/>
                </a:lnTo>
                <a:lnTo>
                  <a:pt x="18107" y="3514"/>
                </a:lnTo>
                <a:lnTo>
                  <a:pt x="18195" y="3321"/>
                </a:lnTo>
                <a:lnTo>
                  <a:pt x="18333" y="3141"/>
                </a:lnTo>
                <a:lnTo>
                  <a:pt x="18421" y="2948"/>
                </a:lnTo>
                <a:lnTo>
                  <a:pt x="18509" y="2768"/>
                </a:lnTo>
                <a:lnTo>
                  <a:pt x="18610" y="2574"/>
                </a:lnTo>
                <a:lnTo>
                  <a:pt x="18697" y="2381"/>
                </a:lnTo>
                <a:lnTo>
                  <a:pt x="18836" y="2201"/>
                </a:lnTo>
                <a:lnTo>
                  <a:pt x="18924" y="2008"/>
                </a:lnTo>
                <a:lnTo>
                  <a:pt x="19011" y="1866"/>
                </a:lnTo>
                <a:lnTo>
                  <a:pt x="19112" y="1686"/>
                </a:lnTo>
                <a:lnTo>
                  <a:pt x="19200" y="1493"/>
                </a:lnTo>
                <a:lnTo>
                  <a:pt x="19338" y="1313"/>
                </a:lnTo>
                <a:lnTo>
                  <a:pt x="19426" y="1120"/>
                </a:lnTo>
                <a:lnTo>
                  <a:pt x="19514" y="926"/>
                </a:lnTo>
                <a:lnTo>
                  <a:pt x="19614" y="746"/>
                </a:lnTo>
                <a:lnTo>
                  <a:pt x="19702" y="553"/>
                </a:lnTo>
                <a:lnTo>
                  <a:pt x="19840" y="373"/>
                </a:lnTo>
                <a:lnTo>
                  <a:pt x="19928" y="180"/>
                </a:lnTo>
                <a:lnTo>
                  <a:pt x="20029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5981644" y="3897087"/>
            <a:ext cx="20016" cy="34260"/>
          </a:xfrm>
          <a:custGeom>
            <a:avLst/>
            <a:gdLst/>
            <a:ahLst/>
            <a:cxnLst/>
            <a:rect l="l" t="t" r="r" b="b"/>
            <a:pathLst>
              <a:path w="20016" h="34260">
                <a:moveTo>
                  <a:pt x="0" y="34260"/>
                </a:moveTo>
                <a:lnTo>
                  <a:pt x="87" y="34118"/>
                </a:lnTo>
                <a:lnTo>
                  <a:pt x="175" y="33925"/>
                </a:lnTo>
                <a:lnTo>
                  <a:pt x="313" y="33732"/>
                </a:lnTo>
                <a:lnTo>
                  <a:pt x="401" y="33552"/>
                </a:lnTo>
                <a:lnTo>
                  <a:pt x="502" y="33359"/>
                </a:lnTo>
                <a:lnTo>
                  <a:pt x="590" y="33178"/>
                </a:lnTo>
                <a:lnTo>
                  <a:pt x="678" y="32985"/>
                </a:lnTo>
                <a:lnTo>
                  <a:pt x="816" y="32805"/>
                </a:lnTo>
                <a:lnTo>
                  <a:pt x="904" y="32612"/>
                </a:lnTo>
                <a:lnTo>
                  <a:pt x="1004" y="32470"/>
                </a:lnTo>
                <a:lnTo>
                  <a:pt x="1092" y="32277"/>
                </a:lnTo>
                <a:lnTo>
                  <a:pt x="1180" y="32097"/>
                </a:lnTo>
                <a:lnTo>
                  <a:pt x="1318" y="31904"/>
                </a:lnTo>
                <a:lnTo>
                  <a:pt x="1406" y="31723"/>
                </a:lnTo>
                <a:lnTo>
                  <a:pt x="1506" y="31530"/>
                </a:lnTo>
                <a:lnTo>
                  <a:pt x="1594" y="31350"/>
                </a:lnTo>
                <a:lnTo>
                  <a:pt x="1682" y="31157"/>
                </a:lnTo>
                <a:lnTo>
                  <a:pt x="1820" y="31015"/>
                </a:lnTo>
                <a:lnTo>
                  <a:pt x="1908" y="30822"/>
                </a:lnTo>
                <a:lnTo>
                  <a:pt x="2009" y="30642"/>
                </a:lnTo>
                <a:lnTo>
                  <a:pt x="2097" y="30449"/>
                </a:lnTo>
                <a:lnTo>
                  <a:pt x="2184" y="30269"/>
                </a:lnTo>
                <a:lnTo>
                  <a:pt x="2323" y="30075"/>
                </a:lnTo>
                <a:lnTo>
                  <a:pt x="2411" y="29934"/>
                </a:lnTo>
                <a:lnTo>
                  <a:pt x="2511" y="29754"/>
                </a:lnTo>
                <a:lnTo>
                  <a:pt x="2599" y="29560"/>
                </a:lnTo>
                <a:lnTo>
                  <a:pt x="2687" y="29367"/>
                </a:lnTo>
                <a:lnTo>
                  <a:pt x="2825" y="29187"/>
                </a:lnTo>
                <a:lnTo>
                  <a:pt x="2913" y="28994"/>
                </a:lnTo>
                <a:lnTo>
                  <a:pt x="3013" y="28814"/>
                </a:lnTo>
                <a:lnTo>
                  <a:pt x="3101" y="28672"/>
                </a:lnTo>
                <a:lnTo>
                  <a:pt x="3189" y="28479"/>
                </a:lnTo>
                <a:lnTo>
                  <a:pt x="3327" y="28299"/>
                </a:lnTo>
                <a:lnTo>
                  <a:pt x="3415" y="28106"/>
                </a:lnTo>
                <a:lnTo>
                  <a:pt x="3516" y="27925"/>
                </a:lnTo>
                <a:lnTo>
                  <a:pt x="3603" y="27784"/>
                </a:lnTo>
                <a:lnTo>
                  <a:pt x="3691" y="27591"/>
                </a:lnTo>
                <a:lnTo>
                  <a:pt x="3830" y="27397"/>
                </a:lnTo>
                <a:lnTo>
                  <a:pt x="3930" y="27217"/>
                </a:lnTo>
                <a:lnTo>
                  <a:pt x="4018" y="27024"/>
                </a:lnTo>
                <a:lnTo>
                  <a:pt x="4106" y="26844"/>
                </a:lnTo>
                <a:lnTo>
                  <a:pt x="4194" y="26702"/>
                </a:lnTo>
                <a:lnTo>
                  <a:pt x="4332" y="26509"/>
                </a:lnTo>
                <a:lnTo>
                  <a:pt x="4432" y="26329"/>
                </a:lnTo>
                <a:lnTo>
                  <a:pt x="4520" y="26136"/>
                </a:lnTo>
                <a:lnTo>
                  <a:pt x="4608" y="25943"/>
                </a:lnTo>
                <a:lnTo>
                  <a:pt x="4696" y="25814"/>
                </a:lnTo>
                <a:lnTo>
                  <a:pt x="4834" y="25621"/>
                </a:lnTo>
                <a:lnTo>
                  <a:pt x="4935" y="25428"/>
                </a:lnTo>
                <a:lnTo>
                  <a:pt x="5022" y="25247"/>
                </a:lnTo>
                <a:lnTo>
                  <a:pt x="5110" y="25054"/>
                </a:lnTo>
                <a:lnTo>
                  <a:pt x="5198" y="24913"/>
                </a:lnTo>
                <a:lnTo>
                  <a:pt x="5336" y="24732"/>
                </a:lnTo>
                <a:lnTo>
                  <a:pt x="5437" y="24539"/>
                </a:lnTo>
                <a:lnTo>
                  <a:pt x="5525" y="24359"/>
                </a:lnTo>
                <a:lnTo>
                  <a:pt x="5613" y="24217"/>
                </a:lnTo>
                <a:lnTo>
                  <a:pt x="5701" y="24024"/>
                </a:lnTo>
                <a:lnTo>
                  <a:pt x="5839" y="23831"/>
                </a:lnTo>
                <a:lnTo>
                  <a:pt x="5939" y="23651"/>
                </a:lnTo>
                <a:lnTo>
                  <a:pt x="6027" y="23509"/>
                </a:lnTo>
                <a:lnTo>
                  <a:pt x="6115" y="23316"/>
                </a:lnTo>
                <a:lnTo>
                  <a:pt x="6215" y="23136"/>
                </a:lnTo>
                <a:lnTo>
                  <a:pt x="6341" y="22943"/>
                </a:lnTo>
                <a:lnTo>
                  <a:pt x="6441" y="22762"/>
                </a:lnTo>
                <a:lnTo>
                  <a:pt x="6529" y="22621"/>
                </a:lnTo>
                <a:lnTo>
                  <a:pt x="6617" y="22428"/>
                </a:lnTo>
                <a:lnTo>
                  <a:pt x="6718" y="22247"/>
                </a:lnTo>
                <a:lnTo>
                  <a:pt x="6843" y="22054"/>
                </a:lnTo>
                <a:lnTo>
                  <a:pt x="6944" y="21913"/>
                </a:lnTo>
                <a:lnTo>
                  <a:pt x="7032" y="21720"/>
                </a:lnTo>
                <a:lnTo>
                  <a:pt x="7120" y="21539"/>
                </a:lnTo>
                <a:lnTo>
                  <a:pt x="7220" y="21398"/>
                </a:lnTo>
                <a:lnTo>
                  <a:pt x="7358" y="21205"/>
                </a:lnTo>
                <a:lnTo>
                  <a:pt x="7446" y="21024"/>
                </a:lnTo>
                <a:lnTo>
                  <a:pt x="7534" y="20831"/>
                </a:lnTo>
                <a:lnTo>
                  <a:pt x="7622" y="20690"/>
                </a:lnTo>
                <a:lnTo>
                  <a:pt x="7722" y="20509"/>
                </a:lnTo>
                <a:lnTo>
                  <a:pt x="7860" y="20316"/>
                </a:lnTo>
                <a:lnTo>
                  <a:pt x="7948" y="20136"/>
                </a:lnTo>
                <a:lnTo>
                  <a:pt x="8036" y="19994"/>
                </a:lnTo>
                <a:lnTo>
                  <a:pt x="8124" y="19801"/>
                </a:lnTo>
                <a:lnTo>
                  <a:pt x="8225" y="19608"/>
                </a:lnTo>
                <a:lnTo>
                  <a:pt x="8363" y="19479"/>
                </a:lnTo>
                <a:lnTo>
                  <a:pt x="8451" y="19286"/>
                </a:lnTo>
                <a:lnTo>
                  <a:pt x="8539" y="19093"/>
                </a:lnTo>
                <a:lnTo>
                  <a:pt x="8626" y="18913"/>
                </a:lnTo>
                <a:lnTo>
                  <a:pt x="8727" y="18771"/>
                </a:lnTo>
                <a:lnTo>
                  <a:pt x="8865" y="18578"/>
                </a:lnTo>
                <a:lnTo>
                  <a:pt x="8953" y="18398"/>
                </a:lnTo>
                <a:lnTo>
                  <a:pt x="9041" y="18256"/>
                </a:lnTo>
                <a:lnTo>
                  <a:pt x="9129" y="18063"/>
                </a:lnTo>
                <a:lnTo>
                  <a:pt x="9229" y="17883"/>
                </a:lnTo>
                <a:lnTo>
                  <a:pt x="9367" y="17741"/>
                </a:lnTo>
                <a:lnTo>
                  <a:pt x="9455" y="17548"/>
                </a:lnTo>
                <a:lnTo>
                  <a:pt x="9543" y="17368"/>
                </a:lnTo>
                <a:lnTo>
                  <a:pt x="9631" y="17226"/>
                </a:lnTo>
                <a:lnTo>
                  <a:pt x="9731" y="17033"/>
                </a:lnTo>
                <a:lnTo>
                  <a:pt x="9870" y="16840"/>
                </a:lnTo>
                <a:lnTo>
                  <a:pt x="9958" y="16660"/>
                </a:lnTo>
                <a:lnTo>
                  <a:pt x="10045" y="16518"/>
                </a:lnTo>
                <a:lnTo>
                  <a:pt x="10146" y="16325"/>
                </a:lnTo>
                <a:lnTo>
                  <a:pt x="10234" y="16145"/>
                </a:lnTo>
                <a:lnTo>
                  <a:pt x="10372" y="16003"/>
                </a:lnTo>
                <a:lnTo>
                  <a:pt x="10460" y="15810"/>
                </a:lnTo>
                <a:lnTo>
                  <a:pt x="10548" y="15630"/>
                </a:lnTo>
                <a:lnTo>
                  <a:pt x="10648" y="15488"/>
                </a:lnTo>
                <a:lnTo>
                  <a:pt x="10736" y="15295"/>
                </a:lnTo>
                <a:lnTo>
                  <a:pt x="10874" y="15153"/>
                </a:lnTo>
                <a:lnTo>
                  <a:pt x="10962" y="14973"/>
                </a:lnTo>
                <a:lnTo>
                  <a:pt x="11050" y="14780"/>
                </a:lnTo>
                <a:lnTo>
                  <a:pt x="11150" y="14638"/>
                </a:lnTo>
                <a:lnTo>
                  <a:pt x="11238" y="14458"/>
                </a:lnTo>
                <a:lnTo>
                  <a:pt x="11377" y="14265"/>
                </a:lnTo>
                <a:lnTo>
                  <a:pt x="11464" y="14123"/>
                </a:lnTo>
                <a:lnTo>
                  <a:pt x="11552" y="13930"/>
                </a:lnTo>
                <a:lnTo>
                  <a:pt x="11653" y="13750"/>
                </a:lnTo>
                <a:lnTo>
                  <a:pt x="11741" y="13608"/>
                </a:lnTo>
                <a:lnTo>
                  <a:pt x="11879" y="13415"/>
                </a:lnTo>
                <a:lnTo>
                  <a:pt x="11967" y="13235"/>
                </a:lnTo>
                <a:lnTo>
                  <a:pt x="12055" y="13093"/>
                </a:lnTo>
                <a:lnTo>
                  <a:pt x="12155" y="12900"/>
                </a:lnTo>
                <a:lnTo>
                  <a:pt x="12243" y="12759"/>
                </a:lnTo>
                <a:lnTo>
                  <a:pt x="12381" y="12578"/>
                </a:lnTo>
                <a:lnTo>
                  <a:pt x="12469" y="12385"/>
                </a:lnTo>
                <a:lnTo>
                  <a:pt x="12557" y="12244"/>
                </a:lnTo>
                <a:lnTo>
                  <a:pt x="12657" y="12063"/>
                </a:lnTo>
                <a:lnTo>
                  <a:pt x="12745" y="11922"/>
                </a:lnTo>
                <a:lnTo>
                  <a:pt x="12883" y="11729"/>
                </a:lnTo>
                <a:lnTo>
                  <a:pt x="12971" y="11548"/>
                </a:lnTo>
                <a:lnTo>
                  <a:pt x="13059" y="11407"/>
                </a:lnTo>
                <a:lnTo>
                  <a:pt x="13160" y="11214"/>
                </a:lnTo>
                <a:lnTo>
                  <a:pt x="13248" y="11072"/>
                </a:lnTo>
                <a:lnTo>
                  <a:pt x="13386" y="10892"/>
                </a:lnTo>
                <a:lnTo>
                  <a:pt x="13474" y="10699"/>
                </a:lnTo>
                <a:lnTo>
                  <a:pt x="13574" y="10557"/>
                </a:lnTo>
                <a:lnTo>
                  <a:pt x="13662" y="10364"/>
                </a:lnTo>
                <a:lnTo>
                  <a:pt x="13750" y="10235"/>
                </a:lnTo>
                <a:lnTo>
                  <a:pt x="13888" y="10042"/>
                </a:lnTo>
                <a:lnTo>
                  <a:pt x="13976" y="9849"/>
                </a:lnTo>
                <a:lnTo>
                  <a:pt x="14076" y="9707"/>
                </a:lnTo>
                <a:lnTo>
                  <a:pt x="14164" y="9527"/>
                </a:lnTo>
                <a:lnTo>
                  <a:pt x="14252" y="9385"/>
                </a:lnTo>
                <a:lnTo>
                  <a:pt x="14390" y="9192"/>
                </a:lnTo>
                <a:lnTo>
                  <a:pt x="14478" y="9051"/>
                </a:lnTo>
                <a:lnTo>
                  <a:pt x="14579" y="8870"/>
                </a:lnTo>
                <a:lnTo>
                  <a:pt x="14667" y="8677"/>
                </a:lnTo>
                <a:lnTo>
                  <a:pt x="14754" y="8536"/>
                </a:lnTo>
                <a:lnTo>
                  <a:pt x="14893" y="8355"/>
                </a:lnTo>
                <a:lnTo>
                  <a:pt x="14980" y="8214"/>
                </a:lnTo>
                <a:lnTo>
                  <a:pt x="15081" y="8021"/>
                </a:lnTo>
                <a:lnTo>
                  <a:pt x="15169" y="7879"/>
                </a:lnTo>
                <a:lnTo>
                  <a:pt x="15257" y="7699"/>
                </a:lnTo>
                <a:lnTo>
                  <a:pt x="15395" y="7557"/>
                </a:lnTo>
                <a:lnTo>
                  <a:pt x="15483" y="7364"/>
                </a:lnTo>
                <a:lnTo>
                  <a:pt x="15583" y="7222"/>
                </a:lnTo>
                <a:lnTo>
                  <a:pt x="15671" y="7042"/>
                </a:lnTo>
                <a:lnTo>
                  <a:pt x="15759" y="6849"/>
                </a:lnTo>
                <a:lnTo>
                  <a:pt x="15897" y="6707"/>
                </a:lnTo>
                <a:lnTo>
                  <a:pt x="15985" y="6527"/>
                </a:lnTo>
                <a:lnTo>
                  <a:pt x="16086" y="6385"/>
                </a:lnTo>
                <a:lnTo>
                  <a:pt x="16173" y="6192"/>
                </a:lnTo>
                <a:lnTo>
                  <a:pt x="16261" y="6051"/>
                </a:lnTo>
                <a:lnTo>
                  <a:pt x="16399" y="5870"/>
                </a:lnTo>
                <a:lnTo>
                  <a:pt x="16487" y="5729"/>
                </a:lnTo>
                <a:lnTo>
                  <a:pt x="16588" y="5536"/>
                </a:lnTo>
                <a:lnTo>
                  <a:pt x="16676" y="5394"/>
                </a:lnTo>
                <a:lnTo>
                  <a:pt x="16764" y="5214"/>
                </a:lnTo>
                <a:lnTo>
                  <a:pt x="16902" y="5072"/>
                </a:lnTo>
                <a:lnTo>
                  <a:pt x="16990" y="4879"/>
                </a:lnTo>
                <a:lnTo>
                  <a:pt x="17090" y="4737"/>
                </a:lnTo>
                <a:lnTo>
                  <a:pt x="17178" y="4557"/>
                </a:lnTo>
                <a:lnTo>
                  <a:pt x="17266" y="4416"/>
                </a:lnTo>
                <a:lnTo>
                  <a:pt x="17404" y="4222"/>
                </a:lnTo>
                <a:lnTo>
                  <a:pt x="17505" y="4081"/>
                </a:lnTo>
                <a:lnTo>
                  <a:pt x="17592" y="3901"/>
                </a:lnTo>
                <a:lnTo>
                  <a:pt x="17680" y="3759"/>
                </a:lnTo>
                <a:lnTo>
                  <a:pt x="17768" y="3566"/>
                </a:lnTo>
                <a:lnTo>
                  <a:pt x="17906" y="3424"/>
                </a:lnTo>
                <a:lnTo>
                  <a:pt x="18007" y="3244"/>
                </a:lnTo>
                <a:lnTo>
                  <a:pt x="18095" y="3102"/>
                </a:lnTo>
                <a:lnTo>
                  <a:pt x="18183" y="2909"/>
                </a:lnTo>
                <a:lnTo>
                  <a:pt x="18271" y="2768"/>
                </a:lnTo>
                <a:lnTo>
                  <a:pt x="18409" y="2587"/>
                </a:lnTo>
                <a:lnTo>
                  <a:pt x="18509" y="2446"/>
                </a:lnTo>
                <a:lnTo>
                  <a:pt x="18597" y="2253"/>
                </a:lnTo>
                <a:lnTo>
                  <a:pt x="18685" y="2111"/>
                </a:lnTo>
                <a:lnTo>
                  <a:pt x="18773" y="1969"/>
                </a:lnTo>
                <a:lnTo>
                  <a:pt x="18911" y="1789"/>
                </a:lnTo>
                <a:lnTo>
                  <a:pt x="19011" y="1647"/>
                </a:lnTo>
                <a:lnTo>
                  <a:pt x="19099" y="1454"/>
                </a:lnTo>
                <a:lnTo>
                  <a:pt x="19187" y="1313"/>
                </a:lnTo>
                <a:lnTo>
                  <a:pt x="19275" y="1132"/>
                </a:lnTo>
                <a:lnTo>
                  <a:pt x="19413" y="991"/>
                </a:lnTo>
                <a:lnTo>
                  <a:pt x="19514" y="798"/>
                </a:lnTo>
                <a:lnTo>
                  <a:pt x="19602" y="656"/>
                </a:lnTo>
                <a:lnTo>
                  <a:pt x="19690" y="476"/>
                </a:lnTo>
                <a:lnTo>
                  <a:pt x="19790" y="334"/>
                </a:lnTo>
                <a:lnTo>
                  <a:pt x="19916" y="193"/>
                </a:lnTo>
                <a:lnTo>
                  <a:pt x="20016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6001660" y="3867474"/>
            <a:ext cx="20016" cy="29612"/>
          </a:xfrm>
          <a:custGeom>
            <a:avLst/>
            <a:gdLst/>
            <a:ahLst/>
            <a:cxnLst/>
            <a:rect l="l" t="t" r="r" b="b"/>
            <a:pathLst>
              <a:path w="20016" h="29612">
                <a:moveTo>
                  <a:pt x="0" y="29612"/>
                </a:moveTo>
                <a:lnTo>
                  <a:pt x="87" y="29470"/>
                </a:lnTo>
                <a:lnTo>
                  <a:pt x="175" y="29290"/>
                </a:lnTo>
                <a:lnTo>
                  <a:pt x="276" y="29148"/>
                </a:lnTo>
                <a:lnTo>
                  <a:pt x="401" y="28955"/>
                </a:lnTo>
                <a:lnTo>
                  <a:pt x="502" y="28814"/>
                </a:lnTo>
                <a:lnTo>
                  <a:pt x="590" y="28672"/>
                </a:lnTo>
                <a:lnTo>
                  <a:pt x="678" y="28492"/>
                </a:lnTo>
                <a:lnTo>
                  <a:pt x="778" y="28350"/>
                </a:lnTo>
                <a:lnTo>
                  <a:pt x="916" y="28157"/>
                </a:lnTo>
                <a:lnTo>
                  <a:pt x="1004" y="28015"/>
                </a:lnTo>
                <a:lnTo>
                  <a:pt x="1092" y="27874"/>
                </a:lnTo>
                <a:lnTo>
                  <a:pt x="1180" y="27694"/>
                </a:lnTo>
                <a:lnTo>
                  <a:pt x="1280" y="27552"/>
                </a:lnTo>
                <a:lnTo>
                  <a:pt x="1418" y="27359"/>
                </a:lnTo>
                <a:lnTo>
                  <a:pt x="1506" y="27217"/>
                </a:lnTo>
                <a:lnTo>
                  <a:pt x="1594" y="27076"/>
                </a:lnTo>
                <a:lnTo>
                  <a:pt x="1682" y="26895"/>
                </a:lnTo>
                <a:lnTo>
                  <a:pt x="1783" y="26754"/>
                </a:lnTo>
                <a:lnTo>
                  <a:pt x="1921" y="26561"/>
                </a:lnTo>
                <a:lnTo>
                  <a:pt x="2009" y="26419"/>
                </a:lnTo>
                <a:lnTo>
                  <a:pt x="2097" y="26277"/>
                </a:lnTo>
                <a:lnTo>
                  <a:pt x="2184" y="26097"/>
                </a:lnTo>
                <a:lnTo>
                  <a:pt x="2285" y="25955"/>
                </a:lnTo>
                <a:lnTo>
                  <a:pt x="2423" y="25814"/>
                </a:lnTo>
                <a:lnTo>
                  <a:pt x="2511" y="25621"/>
                </a:lnTo>
                <a:lnTo>
                  <a:pt x="2599" y="25479"/>
                </a:lnTo>
                <a:lnTo>
                  <a:pt x="2687" y="25299"/>
                </a:lnTo>
                <a:lnTo>
                  <a:pt x="2787" y="25157"/>
                </a:lnTo>
                <a:lnTo>
                  <a:pt x="2925" y="25016"/>
                </a:lnTo>
                <a:lnTo>
                  <a:pt x="3013" y="24822"/>
                </a:lnTo>
                <a:lnTo>
                  <a:pt x="3101" y="24681"/>
                </a:lnTo>
                <a:lnTo>
                  <a:pt x="3189" y="24539"/>
                </a:lnTo>
                <a:lnTo>
                  <a:pt x="3290" y="24359"/>
                </a:lnTo>
                <a:lnTo>
                  <a:pt x="3428" y="24217"/>
                </a:lnTo>
                <a:lnTo>
                  <a:pt x="3516" y="24076"/>
                </a:lnTo>
                <a:lnTo>
                  <a:pt x="3603" y="23883"/>
                </a:lnTo>
                <a:lnTo>
                  <a:pt x="3704" y="23754"/>
                </a:lnTo>
                <a:lnTo>
                  <a:pt x="3792" y="23612"/>
                </a:lnTo>
                <a:lnTo>
                  <a:pt x="3930" y="23419"/>
                </a:lnTo>
                <a:lnTo>
                  <a:pt x="4018" y="23277"/>
                </a:lnTo>
                <a:lnTo>
                  <a:pt x="4106" y="23136"/>
                </a:lnTo>
                <a:lnTo>
                  <a:pt x="4206" y="22956"/>
                </a:lnTo>
                <a:lnTo>
                  <a:pt x="4294" y="22814"/>
                </a:lnTo>
                <a:lnTo>
                  <a:pt x="4432" y="22672"/>
                </a:lnTo>
                <a:lnTo>
                  <a:pt x="4520" y="22479"/>
                </a:lnTo>
                <a:lnTo>
                  <a:pt x="4608" y="22338"/>
                </a:lnTo>
                <a:lnTo>
                  <a:pt x="4709" y="22196"/>
                </a:lnTo>
                <a:lnTo>
                  <a:pt x="4796" y="22016"/>
                </a:lnTo>
                <a:lnTo>
                  <a:pt x="4935" y="21874"/>
                </a:lnTo>
                <a:lnTo>
                  <a:pt x="5022" y="21732"/>
                </a:lnTo>
                <a:lnTo>
                  <a:pt x="5110" y="21591"/>
                </a:lnTo>
                <a:lnTo>
                  <a:pt x="5211" y="21398"/>
                </a:lnTo>
                <a:lnTo>
                  <a:pt x="5299" y="21256"/>
                </a:lnTo>
                <a:lnTo>
                  <a:pt x="5437" y="21114"/>
                </a:lnTo>
                <a:lnTo>
                  <a:pt x="5525" y="20934"/>
                </a:lnTo>
                <a:lnTo>
                  <a:pt x="5613" y="20793"/>
                </a:lnTo>
                <a:lnTo>
                  <a:pt x="5713" y="20651"/>
                </a:lnTo>
                <a:lnTo>
                  <a:pt x="5801" y="20458"/>
                </a:lnTo>
                <a:lnTo>
                  <a:pt x="5939" y="20316"/>
                </a:lnTo>
                <a:lnTo>
                  <a:pt x="6027" y="20187"/>
                </a:lnTo>
                <a:lnTo>
                  <a:pt x="6115" y="20046"/>
                </a:lnTo>
                <a:lnTo>
                  <a:pt x="6215" y="19853"/>
                </a:lnTo>
                <a:lnTo>
                  <a:pt x="6303" y="19711"/>
                </a:lnTo>
                <a:lnTo>
                  <a:pt x="6441" y="19569"/>
                </a:lnTo>
                <a:lnTo>
                  <a:pt x="6529" y="19428"/>
                </a:lnTo>
                <a:lnTo>
                  <a:pt x="6617" y="19248"/>
                </a:lnTo>
                <a:lnTo>
                  <a:pt x="6718" y="19106"/>
                </a:lnTo>
                <a:lnTo>
                  <a:pt x="6806" y="18964"/>
                </a:lnTo>
                <a:lnTo>
                  <a:pt x="6944" y="18823"/>
                </a:lnTo>
                <a:lnTo>
                  <a:pt x="7032" y="18630"/>
                </a:lnTo>
                <a:lnTo>
                  <a:pt x="7132" y="18488"/>
                </a:lnTo>
                <a:lnTo>
                  <a:pt x="7220" y="18346"/>
                </a:lnTo>
                <a:lnTo>
                  <a:pt x="7308" y="18205"/>
                </a:lnTo>
                <a:lnTo>
                  <a:pt x="7446" y="18024"/>
                </a:lnTo>
                <a:lnTo>
                  <a:pt x="7534" y="17883"/>
                </a:lnTo>
                <a:lnTo>
                  <a:pt x="7634" y="17741"/>
                </a:lnTo>
                <a:lnTo>
                  <a:pt x="7722" y="17600"/>
                </a:lnTo>
                <a:lnTo>
                  <a:pt x="7810" y="17419"/>
                </a:lnTo>
                <a:lnTo>
                  <a:pt x="7948" y="17278"/>
                </a:lnTo>
                <a:lnTo>
                  <a:pt x="8036" y="17136"/>
                </a:lnTo>
                <a:lnTo>
                  <a:pt x="8137" y="16994"/>
                </a:lnTo>
                <a:lnTo>
                  <a:pt x="8225" y="16801"/>
                </a:lnTo>
                <a:lnTo>
                  <a:pt x="8313" y="16660"/>
                </a:lnTo>
                <a:lnTo>
                  <a:pt x="8451" y="16518"/>
                </a:lnTo>
                <a:lnTo>
                  <a:pt x="8539" y="16376"/>
                </a:lnTo>
                <a:lnTo>
                  <a:pt x="8639" y="16235"/>
                </a:lnTo>
                <a:lnTo>
                  <a:pt x="8727" y="16055"/>
                </a:lnTo>
                <a:lnTo>
                  <a:pt x="8815" y="15913"/>
                </a:lnTo>
                <a:lnTo>
                  <a:pt x="8953" y="15771"/>
                </a:lnTo>
                <a:lnTo>
                  <a:pt x="9041" y="15630"/>
                </a:lnTo>
                <a:lnTo>
                  <a:pt x="9141" y="15488"/>
                </a:lnTo>
                <a:lnTo>
                  <a:pt x="9229" y="15308"/>
                </a:lnTo>
                <a:lnTo>
                  <a:pt x="9317" y="15166"/>
                </a:lnTo>
                <a:lnTo>
                  <a:pt x="9455" y="15025"/>
                </a:lnTo>
                <a:lnTo>
                  <a:pt x="9543" y="14883"/>
                </a:lnTo>
                <a:lnTo>
                  <a:pt x="9644" y="14741"/>
                </a:lnTo>
                <a:lnTo>
                  <a:pt x="9731" y="14548"/>
                </a:lnTo>
                <a:lnTo>
                  <a:pt x="9819" y="14407"/>
                </a:lnTo>
                <a:lnTo>
                  <a:pt x="9958" y="14265"/>
                </a:lnTo>
                <a:lnTo>
                  <a:pt x="10045" y="14123"/>
                </a:lnTo>
                <a:lnTo>
                  <a:pt x="10146" y="13982"/>
                </a:lnTo>
                <a:lnTo>
                  <a:pt x="10234" y="13853"/>
                </a:lnTo>
                <a:lnTo>
                  <a:pt x="10322" y="13660"/>
                </a:lnTo>
                <a:lnTo>
                  <a:pt x="10460" y="13518"/>
                </a:lnTo>
                <a:lnTo>
                  <a:pt x="10548" y="13377"/>
                </a:lnTo>
                <a:lnTo>
                  <a:pt x="10648" y="13235"/>
                </a:lnTo>
                <a:lnTo>
                  <a:pt x="10736" y="13093"/>
                </a:lnTo>
                <a:lnTo>
                  <a:pt x="10824" y="12952"/>
                </a:lnTo>
                <a:lnTo>
                  <a:pt x="10962" y="12771"/>
                </a:lnTo>
                <a:lnTo>
                  <a:pt x="11063" y="12630"/>
                </a:lnTo>
                <a:lnTo>
                  <a:pt x="11150" y="12488"/>
                </a:lnTo>
                <a:lnTo>
                  <a:pt x="11238" y="12347"/>
                </a:lnTo>
                <a:lnTo>
                  <a:pt x="11326" y="12205"/>
                </a:lnTo>
                <a:lnTo>
                  <a:pt x="11464" y="12063"/>
                </a:lnTo>
                <a:lnTo>
                  <a:pt x="11565" y="11922"/>
                </a:lnTo>
                <a:lnTo>
                  <a:pt x="11653" y="11741"/>
                </a:lnTo>
                <a:lnTo>
                  <a:pt x="11741" y="11600"/>
                </a:lnTo>
                <a:lnTo>
                  <a:pt x="11829" y="11458"/>
                </a:lnTo>
                <a:lnTo>
                  <a:pt x="11967" y="11317"/>
                </a:lnTo>
                <a:lnTo>
                  <a:pt x="12067" y="11175"/>
                </a:lnTo>
                <a:lnTo>
                  <a:pt x="12155" y="11033"/>
                </a:lnTo>
                <a:lnTo>
                  <a:pt x="12243" y="10892"/>
                </a:lnTo>
                <a:lnTo>
                  <a:pt x="12331" y="10750"/>
                </a:lnTo>
                <a:lnTo>
                  <a:pt x="12469" y="10557"/>
                </a:lnTo>
                <a:lnTo>
                  <a:pt x="12569" y="10415"/>
                </a:lnTo>
                <a:lnTo>
                  <a:pt x="12657" y="10287"/>
                </a:lnTo>
                <a:lnTo>
                  <a:pt x="12745" y="10145"/>
                </a:lnTo>
                <a:lnTo>
                  <a:pt x="12833" y="10003"/>
                </a:lnTo>
                <a:lnTo>
                  <a:pt x="12971" y="9862"/>
                </a:lnTo>
                <a:lnTo>
                  <a:pt x="13072" y="9720"/>
                </a:lnTo>
                <a:lnTo>
                  <a:pt x="13160" y="9578"/>
                </a:lnTo>
                <a:lnTo>
                  <a:pt x="13248" y="9437"/>
                </a:lnTo>
                <a:lnTo>
                  <a:pt x="13335" y="9295"/>
                </a:lnTo>
                <a:lnTo>
                  <a:pt x="13474" y="9154"/>
                </a:lnTo>
                <a:lnTo>
                  <a:pt x="13574" y="8973"/>
                </a:lnTo>
                <a:lnTo>
                  <a:pt x="13662" y="8832"/>
                </a:lnTo>
                <a:lnTo>
                  <a:pt x="13750" y="8690"/>
                </a:lnTo>
                <a:lnTo>
                  <a:pt x="13850" y="8548"/>
                </a:lnTo>
                <a:lnTo>
                  <a:pt x="13976" y="8407"/>
                </a:lnTo>
                <a:lnTo>
                  <a:pt x="14076" y="8265"/>
                </a:lnTo>
                <a:lnTo>
                  <a:pt x="14164" y="8124"/>
                </a:lnTo>
                <a:lnTo>
                  <a:pt x="14252" y="7982"/>
                </a:lnTo>
                <a:lnTo>
                  <a:pt x="14353" y="7840"/>
                </a:lnTo>
                <a:lnTo>
                  <a:pt x="14478" y="7699"/>
                </a:lnTo>
                <a:lnTo>
                  <a:pt x="14579" y="7557"/>
                </a:lnTo>
                <a:lnTo>
                  <a:pt x="14667" y="7415"/>
                </a:lnTo>
                <a:lnTo>
                  <a:pt x="14754" y="7274"/>
                </a:lnTo>
                <a:lnTo>
                  <a:pt x="14855" y="7132"/>
                </a:lnTo>
                <a:lnTo>
                  <a:pt x="14993" y="6991"/>
                </a:lnTo>
                <a:lnTo>
                  <a:pt x="15081" y="6862"/>
                </a:lnTo>
                <a:lnTo>
                  <a:pt x="15169" y="6669"/>
                </a:lnTo>
                <a:lnTo>
                  <a:pt x="15257" y="6527"/>
                </a:lnTo>
                <a:lnTo>
                  <a:pt x="15357" y="6385"/>
                </a:lnTo>
                <a:lnTo>
                  <a:pt x="15495" y="6244"/>
                </a:lnTo>
                <a:lnTo>
                  <a:pt x="15583" y="6102"/>
                </a:lnTo>
                <a:lnTo>
                  <a:pt x="15671" y="5961"/>
                </a:lnTo>
                <a:lnTo>
                  <a:pt x="15759" y="5819"/>
                </a:lnTo>
                <a:lnTo>
                  <a:pt x="15860" y="5677"/>
                </a:lnTo>
                <a:lnTo>
                  <a:pt x="15998" y="5536"/>
                </a:lnTo>
                <a:lnTo>
                  <a:pt x="16086" y="5407"/>
                </a:lnTo>
                <a:lnTo>
                  <a:pt x="16173" y="5265"/>
                </a:lnTo>
                <a:lnTo>
                  <a:pt x="16261" y="5124"/>
                </a:lnTo>
                <a:lnTo>
                  <a:pt x="16362" y="4982"/>
                </a:lnTo>
                <a:lnTo>
                  <a:pt x="16500" y="4840"/>
                </a:lnTo>
                <a:lnTo>
                  <a:pt x="16588" y="4699"/>
                </a:lnTo>
                <a:lnTo>
                  <a:pt x="16676" y="4557"/>
                </a:lnTo>
                <a:lnTo>
                  <a:pt x="16764" y="4416"/>
                </a:lnTo>
                <a:lnTo>
                  <a:pt x="16864" y="4274"/>
                </a:lnTo>
                <a:lnTo>
                  <a:pt x="17002" y="4132"/>
                </a:lnTo>
                <a:lnTo>
                  <a:pt x="17090" y="3991"/>
                </a:lnTo>
                <a:lnTo>
                  <a:pt x="17178" y="3849"/>
                </a:lnTo>
                <a:lnTo>
                  <a:pt x="17279" y="3707"/>
                </a:lnTo>
                <a:lnTo>
                  <a:pt x="17366" y="3566"/>
                </a:lnTo>
                <a:lnTo>
                  <a:pt x="17505" y="3424"/>
                </a:lnTo>
                <a:lnTo>
                  <a:pt x="17592" y="3295"/>
                </a:lnTo>
                <a:lnTo>
                  <a:pt x="17680" y="3154"/>
                </a:lnTo>
                <a:lnTo>
                  <a:pt x="17781" y="3012"/>
                </a:lnTo>
                <a:lnTo>
                  <a:pt x="17869" y="2871"/>
                </a:lnTo>
                <a:lnTo>
                  <a:pt x="18007" y="2729"/>
                </a:lnTo>
                <a:lnTo>
                  <a:pt x="18183" y="2497"/>
                </a:lnTo>
                <a:lnTo>
                  <a:pt x="18283" y="2356"/>
                </a:lnTo>
                <a:lnTo>
                  <a:pt x="18371" y="2214"/>
                </a:lnTo>
                <a:lnTo>
                  <a:pt x="18509" y="2072"/>
                </a:lnTo>
                <a:lnTo>
                  <a:pt x="18597" y="1931"/>
                </a:lnTo>
                <a:lnTo>
                  <a:pt x="18685" y="1789"/>
                </a:lnTo>
                <a:lnTo>
                  <a:pt x="18785" y="1647"/>
                </a:lnTo>
                <a:lnTo>
                  <a:pt x="18873" y="1506"/>
                </a:lnTo>
                <a:lnTo>
                  <a:pt x="19011" y="1364"/>
                </a:lnTo>
                <a:lnTo>
                  <a:pt x="19099" y="1223"/>
                </a:lnTo>
                <a:lnTo>
                  <a:pt x="19187" y="1081"/>
                </a:lnTo>
                <a:lnTo>
                  <a:pt x="19288" y="939"/>
                </a:lnTo>
                <a:lnTo>
                  <a:pt x="19376" y="798"/>
                </a:lnTo>
                <a:lnTo>
                  <a:pt x="19514" y="656"/>
                </a:lnTo>
                <a:lnTo>
                  <a:pt x="19602" y="527"/>
                </a:lnTo>
                <a:lnTo>
                  <a:pt x="19790" y="283"/>
                </a:lnTo>
                <a:lnTo>
                  <a:pt x="19878" y="141"/>
                </a:lnTo>
                <a:lnTo>
                  <a:pt x="20016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6021677" y="3842935"/>
            <a:ext cx="19966" cy="24539"/>
          </a:xfrm>
          <a:custGeom>
            <a:avLst/>
            <a:gdLst/>
            <a:ahLst/>
            <a:cxnLst/>
            <a:rect l="l" t="t" r="r" b="b"/>
            <a:pathLst>
              <a:path w="19966" h="24539">
                <a:moveTo>
                  <a:pt x="0" y="24539"/>
                </a:moveTo>
                <a:lnTo>
                  <a:pt x="87" y="24398"/>
                </a:lnTo>
                <a:lnTo>
                  <a:pt x="175" y="24269"/>
                </a:lnTo>
                <a:lnTo>
                  <a:pt x="276" y="24127"/>
                </a:lnTo>
                <a:lnTo>
                  <a:pt x="364" y="23986"/>
                </a:lnTo>
                <a:lnTo>
                  <a:pt x="502" y="23844"/>
                </a:lnTo>
                <a:lnTo>
                  <a:pt x="590" y="23702"/>
                </a:lnTo>
                <a:lnTo>
                  <a:pt x="778" y="23471"/>
                </a:lnTo>
                <a:lnTo>
                  <a:pt x="866" y="23329"/>
                </a:lnTo>
                <a:lnTo>
                  <a:pt x="1004" y="23187"/>
                </a:lnTo>
                <a:lnTo>
                  <a:pt x="1092" y="23046"/>
                </a:lnTo>
                <a:lnTo>
                  <a:pt x="1192" y="22904"/>
                </a:lnTo>
                <a:lnTo>
                  <a:pt x="1280" y="22762"/>
                </a:lnTo>
                <a:lnTo>
                  <a:pt x="1368" y="22621"/>
                </a:lnTo>
                <a:lnTo>
                  <a:pt x="1506" y="22531"/>
                </a:lnTo>
                <a:lnTo>
                  <a:pt x="1594" y="22389"/>
                </a:lnTo>
                <a:lnTo>
                  <a:pt x="1695" y="22247"/>
                </a:lnTo>
                <a:lnTo>
                  <a:pt x="1783" y="22106"/>
                </a:lnTo>
                <a:lnTo>
                  <a:pt x="1871" y="21964"/>
                </a:lnTo>
                <a:lnTo>
                  <a:pt x="2009" y="21823"/>
                </a:lnTo>
                <a:lnTo>
                  <a:pt x="2097" y="21681"/>
                </a:lnTo>
                <a:lnTo>
                  <a:pt x="2285" y="21449"/>
                </a:lnTo>
                <a:lnTo>
                  <a:pt x="2373" y="21308"/>
                </a:lnTo>
                <a:lnTo>
                  <a:pt x="2511" y="21166"/>
                </a:lnTo>
                <a:lnTo>
                  <a:pt x="2599" y="21024"/>
                </a:lnTo>
                <a:lnTo>
                  <a:pt x="2699" y="20883"/>
                </a:lnTo>
                <a:lnTo>
                  <a:pt x="2787" y="20741"/>
                </a:lnTo>
                <a:lnTo>
                  <a:pt x="3013" y="20509"/>
                </a:lnTo>
                <a:lnTo>
                  <a:pt x="3101" y="20368"/>
                </a:lnTo>
                <a:lnTo>
                  <a:pt x="3202" y="20226"/>
                </a:lnTo>
                <a:lnTo>
                  <a:pt x="3290" y="20084"/>
                </a:lnTo>
                <a:lnTo>
                  <a:pt x="3516" y="19853"/>
                </a:lnTo>
                <a:lnTo>
                  <a:pt x="3603" y="19711"/>
                </a:lnTo>
                <a:lnTo>
                  <a:pt x="3704" y="19569"/>
                </a:lnTo>
                <a:lnTo>
                  <a:pt x="3792" y="19428"/>
                </a:lnTo>
                <a:lnTo>
                  <a:pt x="4018" y="19196"/>
                </a:lnTo>
                <a:lnTo>
                  <a:pt x="4106" y="19054"/>
                </a:lnTo>
                <a:lnTo>
                  <a:pt x="4206" y="18913"/>
                </a:lnTo>
                <a:lnTo>
                  <a:pt x="4294" y="18771"/>
                </a:lnTo>
                <a:lnTo>
                  <a:pt x="4520" y="18539"/>
                </a:lnTo>
                <a:lnTo>
                  <a:pt x="4621" y="18398"/>
                </a:lnTo>
                <a:lnTo>
                  <a:pt x="4709" y="18256"/>
                </a:lnTo>
                <a:lnTo>
                  <a:pt x="4796" y="18115"/>
                </a:lnTo>
                <a:lnTo>
                  <a:pt x="5022" y="17883"/>
                </a:lnTo>
                <a:lnTo>
                  <a:pt x="5123" y="17741"/>
                </a:lnTo>
                <a:lnTo>
                  <a:pt x="5211" y="17600"/>
                </a:lnTo>
                <a:lnTo>
                  <a:pt x="5387" y="17368"/>
                </a:lnTo>
                <a:lnTo>
                  <a:pt x="5525" y="17226"/>
                </a:lnTo>
                <a:lnTo>
                  <a:pt x="5625" y="17085"/>
                </a:lnTo>
                <a:lnTo>
                  <a:pt x="5801" y="16853"/>
                </a:lnTo>
                <a:lnTo>
                  <a:pt x="5889" y="16711"/>
                </a:lnTo>
                <a:lnTo>
                  <a:pt x="6027" y="16570"/>
                </a:lnTo>
                <a:lnTo>
                  <a:pt x="6215" y="16338"/>
                </a:lnTo>
                <a:lnTo>
                  <a:pt x="6303" y="16196"/>
                </a:lnTo>
                <a:lnTo>
                  <a:pt x="6391" y="16055"/>
                </a:lnTo>
                <a:lnTo>
                  <a:pt x="6529" y="15952"/>
                </a:lnTo>
                <a:lnTo>
                  <a:pt x="6630" y="15823"/>
                </a:lnTo>
                <a:lnTo>
                  <a:pt x="6718" y="15681"/>
                </a:lnTo>
                <a:lnTo>
                  <a:pt x="6894" y="15437"/>
                </a:lnTo>
                <a:lnTo>
                  <a:pt x="7032" y="15295"/>
                </a:lnTo>
                <a:lnTo>
                  <a:pt x="7132" y="15166"/>
                </a:lnTo>
                <a:lnTo>
                  <a:pt x="7308" y="14922"/>
                </a:lnTo>
                <a:lnTo>
                  <a:pt x="7408" y="14780"/>
                </a:lnTo>
                <a:lnTo>
                  <a:pt x="7634" y="14548"/>
                </a:lnTo>
                <a:lnTo>
                  <a:pt x="7722" y="14407"/>
                </a:lnTo>
                <a:lnTo>
                  <a:pt x="7911" y="14175"/>
                </a:lnTo>
                <a:lnTo>
                  <a:pt x="8036" y="14033"/>
                </a:lnTo>
                <a:lnTo>
                  <a:pt x="8137" y="13892"/>
                </a:lnTo>
                <a:lnTo>
                  <a:pt x="8313" y="13660"/>
                </a:lnTo>
                <a:lnTo>
                  <a:pt x="8413" y="13518"/>
                </a:lnTo>
                <a:lnTo>
                  <a:pt x="8551" y="13428"/>
                </a:lnTo>
                <a:lnTo>
                  <a:pt x="8639" y="13286"/>
                </a:lnTo>
                <a:lnTo>
                  <a:pt x="8727" y="13145"/>
                </a:lnTo>
                <a:lnTo>
                  <a:pt x="8915" y="12913"/>
                </a:lnTo>
                <a:lnTo>
                  <a:pt x="9053" y="12771"/>
                </a:lnTo>
                <a:lnTo>
                  <a:pt x="9229" y="12527"/>
                </a:lnTo>
                <a:lnTo>
                  <a:pt x="9317" y="12398"/>
                </a:lnTo>
                <a:lnTo>
                  <a:pt x="9556" y="12153"/>
                </a:lnTo>
                <a:lnTo>
                  <a:pt x="9731" y="11922"/>
                </a:lnTo>
                <a:lnTo>
                  <a:pt x="9819" y="11780"/>
                </a:lnTo>
                <a:lnTo>
                  <a:pt x="10058" y="11548"/>
                </a:lnTo>
                <a:lnTo>
                  <a:pt x="10146" y="11407"/>
                </a:lnTo>
                <a:lnTo>
                  <a:pt x="10322" y="11175"/>
                </a:lnTo>
                <a:lnTo>
                  <a:pt x="10560" y="10943"/>
                </a:lnTo>
                <a:lnTo>
                  <a:pt x="10648" y="10802"/>
                </a:lnTo>
                <a:lnTo>
                  <a:pt x="10837" y="10557"/>
                </a:lnTo>
                <a:lnTo>
                  <a:pt x="11063" y="10325"/>
                </a:lnTo>
                <a:lnTo>
                  <a:pt x="11150" y="10184"/>
                </a:lnTo>
                <a:lnTo>
                  <a:pt x="11339" y="9952"/>
                </a:lnTo>
                <a:lnTo>
                  <a:pt x="11565" y="9720"/>
                </a:lnTo>
                <a:lnTo>
                  <a:pt x="11653" y="9578"/>
                </a:lnTo>
                <a:lnTo>
                  <a:pt x="11841" y="9347"/>
                </a:lnTo>
                <a:lnTo>
                  <a:pt x="12067" y="9102"/>
                </a:lnTo>
                <a:lnTo>
                  <a:pt x="12243" y="8870"/>
                </a:lnTo>
                <a:lnTo>
                  <a:pt x="12343" y="8729"/>
                </a:lnTo>
                <a:lnTo>
                  <a:pt x="12569" y="8497"/>
                </a:lnTo>
                <a:lnTo>
                  <a:pt x="12745" y="8265"/>
                </a:lnTo>
                <a:lnTo>
                  <a:pt x="12934" y="8033"/>
                </a:lnTo>
                <a:lnTo>
                  <a:pt x="13072" y="7930"/>
                </a:lnTo>
                <a:lnTo>
                  <a:pt x="13160" y="7789"/>
                </a:lnTo>
                <a:lnTo>
                  <a:pt x="13248" y="7647"/>
                </a:lnTo>
                <a:lnTo>
                  <a:pt x="13436" y="7415"/>
                </a:lnTo>
                <a:lnTo>
                  <a:pt x="13574" y="7325"/>
                </a:lnTo>
                <a:lnTo>
                  <a:pt x="13662" y="7184"/>
                </a:lnTo>
                <a:lnTo>
                  <a:pt x="13850" y="6952"/>
                </a:lnTo>
                <a:lnTo>
                  <a:pt x="14076" y="6720"/>
                </a:lnTo>
                <a:lnTo>
                  <a:pt x="14252" y="6476"/>
                </a:lnTo>
                <a:lnTo>
                  <a:pt x="14441" y="6244"/>
                </a:lnTo>
                <a:lnTo>
                  <a:pt x="14579" y="6154"/>
                </a:lnTo>
                <a:lnTo>
                  <a:pt x="14667" y="6012"/>
                </a:lnTo>
                <a:lnTo>
                  <a:pt x="14855" y="5780"/>
                </a:lnTo>
                <a:lnTo>
                  <a:pt x="15081" y="5536"/>
                </a:lnTo>
                <a:lnTo>
                  <a:pt x="15269" y="5304"/>
                </a:lnTo>
                <a:lnTo>
                  <a:pt x="15445" y="5072"/>
                </a:lnTo>
                <a:lnTo>
                  <a:pt x="15583" y="4982"/>
                </a:lnTo>
                <a:lnTo>
                  <a:pt x="15671" y="4840"/>
                </a:lnTo>
                <a:lnTo>
                  <a:pt x="15860" y="4647"/>
                </a:lnTo>
                <a:lnTo>
                  <a:pt x="15947" y="4506"/>
                </a:lnTo>
                <a:lnTo>
                  <a:pt x="16086" y="4416"/>
                </a:lnTo>
                <a:lnTo>
                  <a:pt x="16173" y="4274"/>
                </a:lnTo>
                <a:lnTo>
                  <a:pt x="16362" y="4042"/>
                </a:lnTo>
                <a:lnTo>
                  <a:pt x="16588" y="3810"/>
                </a:lnTo>
                <a:lnTo>
                  <a:pt x="16776" y="3617"/>
                </a:lnTo>
                <a:lnTo>
                  <a:pt x="16864" y="3476"/>
                </a:lnTo>
                <a:lnTo>
                  <a:pt x="17090" y="3244"/>
                </a:lnTo>
                <a:lnTo>
                  <a:pt x="17279" y="3012"/>
                </a:lnTo>
                <a:lnTo>
                  <a:pt x="17454" y="2819"/>
                </a:lnTo>
                <a:lnTo>
                  <a:pt x="17592" y="2677"/>
                </a:lnTo>
                <a:lnTo>
                  <a:pt x="17781" y="2446"/>
                </a:lnTo>
                <a:lnTo>
                  <a:pt x="17957" y="2253"/>
                </a:lnTo>
                <a:lnTo>
                  <a:pt x="18095" y="2111"/>
                </a:lnTo>
                <a:lnTo>
                  <a:pt x="18283" y="1879"/>
                </a:lnTo>
                <a:lnTo>
                  <a:pt x="18459" y="1699"/>
                </a:lnTo>
                <a:lnTo>
                  <a:pt x="18597" y="1557"/>
                </a:lnTo>
                <a:lnTo>
                  <a:pt x="18785" y="1313"/>
                </a:lnTo>
                <a:lnTo>
                  <a:pt x="18961" y="1132"/>
                </a:lnTo>
                <a:lnTo>
                  <a:pt x="19099" y="991"/>
                </a:lnTo>
                <a:lnTo>
                  <a:pt x="19288" y="798"/>
                </a:lnTo>
                <a:lnTo>
                  <a:pt x="19376" y="656"/>
                </a:lnTo>
                <a:lnTo>
                  <a:pt x="19602" y="476"/>
                </a:lnTo>
                <a:lnTo>
                  <a:pt x="19702" y="334"/>
                </a:lnTo>
                <a:lnTo>
                  <a:pt x="19878" y="141"/>
                </a:lnTo>
                <a:lnTo>
                  <a:pt x="19966" y="0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6041643" y="3823892"/>
            <a:ext cx="20029" cy="19042"/>
          </a:xfrm>
          <a:custGeom>
            <a:avLst/>
            <a:gdLst/>
            <a:ahLst/>
            <a:cxnLst/>
            <a:rect l="l" t="t" r="r" b="b"/>
            <a:pathLst>
              <a:path w="20029" h="19042">
                <a:moveTo>
                  <a:pt x="0" y="19042"/>
                </a:moveTo>
                <a:lnTo>
                  <a:pt x="138" y="18951"/>
                </a:lnTo>
                <a:lnTo>
                  <a:pt x="238" y="18810"/>
                </a:lnTo>
                <a:lnTo>
                  <a:pt x="414" y="18630"/>
                </a:lnTo>
                <a:lnTo>
                  <a:pt x="640" y="18385"/>
                </a:lnTo>
                <a:lnTo>
                  <a:pt x="828" y="18205"/>
                </a:lnTo>
                <a:lnTo>
                  <a:pt x="916" y="18063"/>
                </a:lnTo>
                <a:lnTo>
                  <a:pt x="1142" y="17870"/>
                </a:lnTo>
                <a:lnTo>
                  <a:pt x="1243" y="17728"/>
                </a:lnTo>
                <a:lnTo>
                  <a:pt x="1418" y="17548"/>
                </a:lnTo>
                <a:lnTo>
                  <a:pt x="1519" y="17406"/>
                </a:lnTo>
                <a:lnTo>
                  <a:pt x="1745" y="17213"/>
                </a:lnTo>
                <a:lnTo>
                  <a:pt x="1921" y="16982"/>
                </a:lnTo>
                <a:lnTo>
                  <a:pt x="2159" y="16788"/>
                </a:lnTo>
                <a:lnTo>
                  <a:pt x="2247" y="16660"/>
                </a:lnTo>
                <a:lnTo>
                  <a:pt x="2423" y="16467"/>
                </a:lnTo>
                <a:lnTo>
                  <a:pt x="2662" y="16235"/>
                </a:lnTo>
                <a:lnTo>
                  <a:pt x="2837" y="16042"/>
                </a:lnTo>
                <a:lnTo>
                  <a:pt x="3026" y="15810"/>
                </a:lnTo>
                <a:lnTo>
                  <a:pt x="3164" y="15720"/>
                </a:lnTo>
                <a:lnTo>
                  <a:pt x="3340" y="15527"/>
                </a:lnTo>
                <a:lnTo>
                  <a:pt x="3428" y="15385"/>
                </a:lnTo>
                <a:lnTo>
                  <a:pt x="3666" y="15205"/>
                </a:lnTo>
                <a:lnTo>
                  <a:pt x="3842" y="14960"/>
                </a:lnTo>
                <a:lnTo>
                  <a:pt x="4030" y="14780"/>
                </a:lnTo>
                <a:lnTo>
                  <a:pt x="4169" y="14677"/>
                </a:lnTo>
                <a:lnTo>
                  <a:pt x="4344" y="14445"/>
                </a:lnTo>
                <a:lnTo>
                  <a:pt x="4533" y="14265"/>
                </a:lnTo>
                <a:lnTo>
                  <a:pt x="4671" y="14162"/>
                </a:lnTo>
                <a:lnTo>
                  <a:pt x="4847" y="13930"/>
                </a:lnTo>
                <a:lnTo>
                  <a:pt x="5035" y="13750"/>
                </a:lnTo>
                <a:lnTo>
                  <a:pt x="5173" y="13647"/>
                </a:lnTo>
                <a:lnTo>
                  <a:pt x="5349" y="13415"/>
                </a:lnTo>
                <a:lnTo>
                  <a:pt x="5575" y="13222"/>
                </a:lnTo>
                <a:lnTo>
                  <a:pt x="5763" y="13042"/>
                </a:lnTo>
                <a:lnTo>
                  <a:pt x="5952" y="12810"/>
                </a:lnTo>
                <a:lnTo>
                  <a:pt x="6090" y="12707"/>
                </a:lnTo>
                <a:lnTo>
                  <a:pt x="6266" y="12527"/>
                </a:lnTo>
                <a:lnTo>
                  <a:pt x="6454" y="12334"/>
                </a:lnTo>
                <a:lnTo>
                  <a:pt x="6592" y="12192"/>
                </a:lnTo>
                <a:lnTo>
                  <a:pt x="6768" y="12012"/>
                </a:lnTo>
                <a:lnTo>
                  <a:pt x="6956" y="11819"/>
                </a:lnTo>
                <a:lnTo>
                  <a:pt x="7094" y="11729"/>
                </a:lnTo>
                <a:lnTo>
                  <a:pt x="7270" y="11497"/>
                </a:lnTo>
                <a:lnTo>
                  <a:pt x="7459" y="11304"/>
                </a:lnTo>
                <a:lnTo>
                  <a:pt x="7597" y="11214"/>
                </a:lnTo>
                <a:lnTo>
                  <a:pt x="7773" y="11020"/>
                </a:lnTo>
                <a:lnTo>
                  <a:pt x="7961" y="10840"/>
                </a:lnTo>
                <a:lnTo>
                  <a:pt x="8099" y="10737"/>
                </a:lnTo>
                <a:lnTo>
                  <a:pt x="8275" y="10505"/>
                </a:lnTo>
                <a:lnTo>
                  <a:pt x="8463" y="10325"/>
                </a:lnTo>
                <a:lnTo>
                  <a:pt x="8601" y="10222"/>
                </a:lnTo>
                <a:lnTo>
                  <a:pt x="8777" y="10042"/>
                </a:lnTo>
                <a:lnTo>
                  <a:pt x="8965" y="9849"/>
                </a:lnTo>
                <a:lnTo>
                  <a:pt x="9104" y="9759"/>
                </a:lnTo>
                <a:lnTo>
                  <a:pt x="9279" y="9566"/>
                </a:lnTo>
                <a:lnTo>
                  <a:pt x="9468" y="9385"/>
                </a:lnTo>
                <a:lnTo>
                  <a:pt x="9606" y="9244"/>
                </a:lnTo>
                <a:lnTo>
                  <a:pt x="9782" y="9051"/>
                </a:lnTo>
                <a:lnTo>
                  <a:pt x="9970" y="8870"/>
                </a:lnTo>
                <a:lnTo>
                  <a:pt x="10108" y="8767"/>
                </a:lnTo>
                <a:lnTo>
                  <a:pt x="10284" y="8587"/>
                </a:lnTo>
                <a:lnTo>
                  <a:pt x="10472" y="8394"/>
                </a:lnTo>
                <a:lnTo>
                  <a:pt x="10611" y="8304"/>
                </a:lnTo>
                <a:lnTo>
                  <a:pt x="10786" y="8111"/>
                </a:lnTo>
                <a:lnTo>
                  <a:pt x="10975" y="7930"/>
                </a:lnTo>
                <a:lnTo>
                  <a:pt x="11113" y="7827"/>
                </a:lnTo>
                <a:lnTo>
                  <a:pt x="11289" y="7647"/>
                </a:lnTo>
                <a:lnTo>
                  <a:pt x="11477" y="7454"/>
                </a:lnTo>
                <a:lnTo>
                  <a:pt x="11615" y="7364"/>
                </a:lnTo>
                <a:lnTo>
                  <a:pt x="11791" y="7171"/>
                </a:lnTo>
                <a:lnTo>
                  <a:pt x="11979" y="6991"/>
                </a:lnTo>
                <a:lnTo>
                  <a:pt x="12117" y="6888"/>
                </a:lnTo>
                <a:lnTo>
                  <a:pt x="12306" y="6707"/>
                </a:lnTo>
                <a:lnTo>
                  <a:pt x="12482" y="6514"/>
                </a:lnTo>
                <a:lnTo>
                  <a:pt x="12620" y="6424"/>
                </a:lnTo>
                <a:lnTo>
                  <a:pt x="12808" y="6231"/>
                </a:lnTo>
                <a:lnTo>
                  <a:pt x="12984" y="6051"/>
                </a:lnTo>
                <a:lnTo>
                  <a:pt x="13122" y="5961"/>
                </a:lnTo>
                <a:lnTo>
                  <a:pt x="13310" y="5819"/>
                </a:lnTo>
                <a:lnTo>
                  <a:pt x="13486" y="5626"/>
                </a:lnTo>
                <a:lnTo>
                  <a:pt x="13624" y="5536"/>
                </a:lnTo>
                <a:lnTo>
                  <a:pt x="13813" y="5343"/>
                </a:lnTo>
                <a:lnTo>
                  <a:pt x="13988" y="5162"/>
                </a:lnTo>
                <a:lnTo>
                  <a:pt x="14127" y="5059"/>
                </a:lnTo>
                <a:lnTo>
                  <a:pt x="14315" y="4879"/>
                </a:lnTo>
                <a:lnTo>
                  <a:pt x="14491" y="4686"/>
                </a:lnTo>
                <a:lnTo>
                  <a:pt x="14629" y="4647"/>
                </a:lnTo>
                <a:lnTo>
                  <a:pt x="14817" y="4454"/>
                </a:lnTo>
                <a:lnTo>
                  <a:pt x="14993" y="4261"/>
                </a:lnTo>
                <a:lnTo>
                  <a:pt x="15131" y="4171"/>
                </a:lnTo>
                <a:lnTo>
                  <a:pt x="15320" y="3991"/>
                </a:lnTo>
                <a:lnTo>
                  <a:pt x="15495" y="3849"/>
                </a:lnTo>
                <a:lnTo>
                  <a:pt x="15633" y="3746"/>
                </a:lnTo>
                <a:lnTo>
                  <a:pt x="15734" y="3656"/>
                </a:lnTo>
                <a:lnTo>
                  <a:pt x="15822" y="3566"/>
                </a:lnTo>
                <a:lnTo>
                  <a:pt x="15910" y="3463"/>
                </a:lnTo>
                <a:lnTo>
                  <a:pt x="16136" y="3283"/>
                </a:lnTo>
                <a:lnTo>
                  <a:pt x="16324" y="3141"/>
                </a:lnTo>
                <a:lnTo>
                  <a:pt x="16500" y="2948"/>
                </a:lnTo>
                <a:lnTo>
                  <a:pt x="16638" y="2858"/>
                </a:lnTo>
                <a:lnTo>
                  <a:pt x="16826" y="2665"/>
                </a:lnTo>
                <a:lnTo>
                  <a:pt x="17002" y="2536"/>
                </a:lnTo>
                <a:lnTo>
                  <a:pt x="17140" y="2433"/>
                </a:lnTo>
                <a:lnTo>
                  <a:pt x="17329" y="2253"/>
                </a:lnTo>
                <a:lnTo>
                  <a:pt x="17505" y="2111"/>
                </a:lnTo>
                <a:lnTo>
                  <a:pt x="17643" y="2008"/>
                </a:lnTo>
                <a:lnTo>
                  <a:pt x="17831" y="1828"/>
                </a:lnTo>
                <a:lnTo>
                  <a:pt x="18007" y="1686"/>
                </a:lnTo>
                <a:lnTo>
                  <a:pt x="18145" y="1596"/>
                </a:lnTo>
                <a:lnTo>
                  <a:pt x="18333" y="1403"/>
                </a:lnTo>
                <a:lnTo>
                  <a:pt x="18522" y="1261"/>
                </a:lnTo>
                <a:lnTo>
                  <a:pt x="18748" y="1081"/>
                </a:lnTo>
                <a:lnTo>
                  <a:pt x="18924" y="939"/>
                </a:lnTo>
                <a:lnTo>
                  <a:pt x="19150" y="746"/>
                </a:lnTo>
                <a:lnTo>
                  <a:pt x="19338" y="605"/>
                </a:lnTo>
                <a:lnTo>
                  <a:pt x="19526" y="424"/>
                </a:lnTo>
                <a:lnTo>
                  <a:pt x="19664" y="321"/>
                </a:lnTo>
                <a:lnTo>
                  <a:pt x="19840" y="180"/>
                </a:lnTo>
                <a:lnTo>
                  <a:pt x="20029" y="0"/>
                </a:lnTo>
              </a:path>
            </a:pathLst>
          </a:custGeom>
          <a:ln w="17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6061672" y="3810657"/>
            <a:ext cx="20016" cy="13235"/>
          </a:xfrm>
          <a:custGeom>
            <a:avLst/>
            <a:gdLst/>
            <a:ahLst/>
            <a:cxnLst/>
            <a:rect l="l" t="t" r="r" b="b"/>
            <a:pathLst>
              <a:path w="20016" h="13235">
                <a:moveTo>
                  <a:pt x="0" y="13235"/>
                </a:moveTo>
                <a:lnTo>
                  <a:pt x="138" y="13183"/>
                </a:lnTo>
                <a:lnTo>
                  <a:pt x="313" y="13003"/>
                </a:lnTo>
                <a:lnTo>
                  <a:pt x="502" y="12862"/>
                </a:lnTo>
                <a:lnTo>
                  <a:pt x="640" y="12759"/>
                </a:lnTo>
                <a:lnTo>
                  <a:pt x="816" y="12617"/>
                </a:lnTo>
                <a:lnTo>
                  <a:pt x="1004" y="12437"/>
                </a:lnTo>
                <a:lnTo>
                  <a:pt x="1142" y="12385"/>
                </a:lnTo>
                <a:lnTo>
                  <a:pt x="1318" y="12205"/>
                </a:lnTo>
                <a:lnTo>
                  <a:pt x="1506" y="12063"/>
                </a:lnTo>
                <a:lnTo>
                  <a:pt x="1645" y="11960"/>
                </a:lnTo>
                <a:lnTo>
                  <a:pt x="1820" y="11819"/>
                </a:lnTo>
                <a:lnTo>
                  <a:pt x="2009" y="11638"/>
                </a:lnTo>
                <a:lnTo>
                  <a:pt x="2147" y="11587"/>
                </a:lnTo>
                <a:lnTo>
                  <a:pt x="2323" y="11407"/>
                </a:lnTo>
                <a:lnTo>
                  <a:pt x="2511" y="11265"/>
                </a:lnTo>
                <a:lnTo>
                  <a:pt x="2649" y="11162"/>
                </a:lnTo>
                <a:lnTo>
                  <a:pt x="2825" y="11020"/>
                </a:lnTo>
                <a:lnTo>
                  <a:pt x="3013" y="10892"/>
                </a:lnTo>
                <a:lnTo>
                  <a:pt x="3151" y="10789"/>
                </a:lnTo>
                <a:lnTo>
                  <a:pt x="3327" y="10647"/>
                </a:lnTo>
                <a:lnTo>
                  <a:pt x="3516" y="10505"/>
                </a:lnTo>
                <a:lnTo>
                  <a:pt x="3654" y="10415"/>
                </a:lnTo>
                <a:lnTo>
                  <a:pt x="3830" y="10274"/>
                </a:lnTo>
                <a:lnTo>
                  <a:pt x="4018" y="10132"/>
                </a:lnTo>
                <a:lnTo>
                  <a:pt x="4156" y="10042"/>
                </a:lnTo>
                <a:lnTo>
                  <a:pt x="4332" y="9900"/>
                </a:lnTo>
                <a:lnTo>
                  <a:pt x="4520" y="9759"/>
                </a:lnTo>
                <a:lnTo>
                  <a:pt x="4658" y="9669"/>
                </a:lnTo>
                <a:lnTo>
                  <a:pt x="4834" y="9527"/>
                </a:lnTo>
                <a:lnTo>
                  <a:pt x="5022" y="9385"/>
                </a:lnTo>
                <a:lnTo>
                  <a:pt x="5161" y="9295"/>
                </a:lnTo>
                <a:lnTo>
                  <a:pt x="5336" y="9154"/>
                </a:lnTo>
                <a:lnTo>
                  <a:pt x="5525" y="9012"/>
                </a:lnTo>
                <a:lnTo>
                  <a:pt x="5663" y="8909"/>
                </a:lnTo>
                <a:lnTo>
                  <a:pt x="5851" y="8780"/>
                </a:lnTo>
                <a:lnTo>
                  <a:pt x="6027" y="8639"/>
                </a:lnTo>
                <a:lnTo>
                  <a:pt x="6165" y="8536"/>
                </a:lnTo>
                <a:lnTo>
                  <a:pt x="6354" y="8394"/>
                </a:lnTo>
                <a:lnTo>
                  <a:pt x="6529" y="8252"/>
                </a:lnTo>
                <a:lnTo>
                  <a:pt x="6667" y="8214"/>
                </a:lnTo>
                <a:lnTo>
                  <a:pt x="6856" y="8072"/>
                </a:lnTo>
                <a:lnTo>
                  <a:pt x="7032" y="7930"/>
                </a:lnTo>
                <a:lnTo>
                  <a:pt x="7170" y="7840"/>
                </a:lnTo>
                <a:lnTo>
                  <a:pt x="7358" y="7699"/>
                </a:lnTo>
                <a:lnTo>
                  <a:pt x="7534" y="7557"/>
                </a:lnTo>
                <a:lnTo>
                  <a:pt x="7672" y="7506"/>
                </a:lnTo>
                <a:lnTo>
                  <a:pt x="7860" y="7364"/>
                </a:lnTo>
                <a:lnTo>
                  <a:pt x="8036" y="7222"/>
                </a:lnTo>
                <a:lnTo>
                  <a:pt x="8174" y="7132"/>
                </a:lnTo>
                <a:lnTo>
                  <a:pt x="8363" y="6991"/>
                </a:lnTo>
                <a:lnTo>
                  <a:pt x="8539" y="6849"/>
                </a:lnTo>
                <a:lnTo>
                  <a:pt x="8677" y="6797"/>
                </a:lnTo>
                <a:lnTo>
                  <a:pt x="8865" y="6669"/>
                </a:lnTo>
                <a:lnTo>
                  <a:pt x="9041" y="6527"/>
                </a:lnTo>
                <a:lnTo>
                  <a:pt x="9179" y="6476"/>
                </a:lnTo>
                <a:lnTo>
                  <a:pt x="9367" y="6334"/>
                </a:lnTo>
                <a:lnTo>
                  <a:pt x="9543" y="6192"/>
                </a:lnTo>
                <a:lnTo>
                  <a:pt x="9681" y="6102"/>
                </a:lnTo>
                <a:lnTo>
                  <a:pt x="9870" y="5999"/>
                </a:lnTo>
                <a:lnTo>
                  <a:pt x="10045" y="5870"/>
                </a:lnTo>
                <a:lnTo>
                  <a:pt x="10184" y="5767"/>
                </a:lnTo>
                <a:lnTo>
                  <a:pt x="10372" y="5626"/>
                </a:lnTo>
                <a:lnTo>
                  <a:pt x="10548" y="5536"/>
                </a:lnTo>
                <a:lnTo>
                  <a:pt x="10686" y="5446"/>
                </a:lnTo>
                <a:lnTo>
                  <a:pt x="10874" y="5304"/>
                </a:lnTo>
                <a:lnTo>
                  <a:pt x="11050" y="5214"/>
                </a:lnTo>
                <a:lnTo>
                  <a:pt x="11188" y="5111"/>
                </a:lnTo>
                <a:lnTo>
                  <a:pt x="11377" y="5021"/>
                </a:lnTo>
                <a:lnTo>
                  <a:pt x="11552" y="4879"/>
                </a:lnTo>
                <a:lnTo>
                  <a:pt x="11690" y="4789"/>
                </a:lnTo>
                <a:lnTo>
                  <a:pt x="11879" y="4686"/>
                </a:lnTo>
                <a:lnTo>
                  <a:pt x="12067" y="4557"/>
                </a:lnTo>
                <a:lnTo>
                  <a:pt x="12293" y="4416"/>
                </a:lnTo>
                <a:lnTo>
                  <a:pt x="12469" y="4313"/>
                </a:lnTo>
                <a:lnTo>
                  <a:pt x="12695" y="4171"/>
                </a:lnTo>
                <a:lnTo>
                  <a:pt x="12883" y="4029"/>
                </a:lnTo>
                <a:lnTo>
                  <a:pt x="13072" y="3939"/>
                </a:lnTo>
                <a:lnTo>
                  <a:pt x="13210" y="3849"/>
                </a:lnTo>
                <a:lnTo>
                  <a:pt x="13386" y="3759"/>
                </a:lnTo>
                <a:lnTo>
                  <a:pt x="13574" y="3617"/>
                </a:lnTo>
                <a:lnTo>
                  <a:pt x="13712" y="3566"/>
                </a:lnTo>
                <a:lnTo>
                  <a:pt x="13888" y="3424"/>
                </a:lnTo>
                <a:lnTo>
                  <a:pt x="14076" y="3334"/>
                </a:lnTo>
                <a:lnTo>
                  <a:pt x="14214" y="3231"/>
                </a:lnTo>
                <a:lnTo>
                  <a:pt x="14390" y="3141"/>
                </a:lnTo>
                <a:lnTo>
                  <a:pt x="14579" y="2999"/>
                </a:lnTo>
                <a:lnTo>
                  <a:pt x="14717" y="2961"/>
                </a:lnTo>
                <a:lnTo>
                  <a:pt x="14893" y="2819"/>
                </a:lnTo>
                <a:lnTo>
                  <a:pt x="15081" y="2716"/>
                </a:lnTo>
                <a:lnTo>
                  <a:pt x="15219" y="2677"/>
                </a:lnTo>
                <a:lnTo>
                  <a:pt x="15395" y="2536"/>
                </a:lnTo>
                <a:lnTo>
                  <a:pt x="15583" y="2446"/>
                </a:lnTo>
                <a:lnTo>
                  <a:pt x="15721" y="2343"/>
                </a:lnTo>
                <a:lnTo>
                  <a:pt x="15897" y="2253"/>
                </a:lnTo>
                <a:lnTo>
                  <a:pt x="16086" y="2111"/>
                </a:lnTo>
                <a:lnTo>
                  <a:pt x="16224" y="2059"/>
                </a:lnTo>
                <a:lnTo>
                  <a:pt x="16399" y="1969"/>
                </a:lnTo>
                <a:lnTo>
                  <a:pt x="16588" y="1828"/>
                </a:lnTo>
                <a:lnTo>
                  <a:pt x="16726" y="1776"/>
                </a:lnTo>
                <a:lnTo>
                  <a:pt x="16902" y="1686"/>
                </a:lnTo>
                <a:lnTo>
                  <a:pt x="17090" y="1544"/>
                </a:lnTo>
                <a:lnTo>
                  <a:pt x="17228" y="1506"/>
                </a:lnTo>
                <a:lnTo>
                  <a:pt x="17404" y="1403"/>
                </a:lnTo>
                <a:lnTo>
                  <a:pt x="17592" y="1261"/>
                </a:lnTo>
                <a:lnTo>
                  <a:pt x="17731" y="1223"/>
                </a:lnTo>
                <a:lnTo>
                  <a:pt x="17906" y="1120"/>
                </a:lnTo>
                <a:lnTo>
                  <a:pt x="18095" y="991"/>
                </a:lnTo>
                <a:lnTo>
                  <a:pt x="18233" y="939"/>
                </a:lnTo>
                <a:lnTo>
                  <a:pt x="18409" y="849"/>
                </a:lnTo>
                <a:lnTo>
                  <a:pt x="18597" y="746"/>
                </a:lnTo>
                <a:lnTo>
                  <a:pt x="18735" y="708"/>
                </a:lnTo>
                <a:lnTo>
                  <a:pt x="18911" y="566"/>
                </a:lnTo>
                <a:lnTo>
                  <a:pt x="19099" y="463"/>
                </a:lnTo>
                <a:lnTo>
                  <a:pt x="19237" y="424"/>
                </a:lnTo>
                <a:lnTo>
                  <a:pt x="19426" y="334"/>
                </a:lnTo>
                <a:lnTo>
                  <a:pt x="19602" y="193"/>
                </a:lnTo>
                <a:lnTo>
                  <a:pt x="19740" y="141"/>
                </a:lnTo>
                <a:lnTo>
                  <a:pt x="19928" y="51"/>
                </a:lnTo>
              </a:path>
            </a:pathLst>
          </a:custGeom>
          <a:ln w="17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6081689" y="3803383"/>
            <a:ext cx="20016" cy="7274"/>
          </a:xfrm>
          <a:custGeom>
            <a:avLst/>
            <a:gdLst/>
            <a:ahLst/>
            <a:cxnLst/>
            <a:rect l="l" t="t" r="r" b="b"/>
            <a:pathLst>
              <a:path w="20016" h="7274">
                <a:moveTo>
                  <a:pt x="0" y="7274"/>
                </a:moveTo>
                <a:lnTo>
                  <a:pt x="226" y="7184"/>
                </a:lnTo>
                <a:lnTo>
                  <a:pt x="414" y="7081"/>
                </a:lnTo>
                <a:lnTo>
                  <a:pt x="590" y="6939"/>
                </a:lnTo>
                <a:lnTo>
                  <a:pt x="728" y="6900"/>
                </a:lnTo>
                <a:lnTo>
                  <a:pt x="916" y="6810"/>
                </a:lnTo>
                <a:lnTo>
                  <a:pt x="1092" y="6707"/>
                </a:lnTo>
                <a:lnTo>
                  <a:pt x="1230" y="6669"/>
                </a:lnTo>
                <a:lnTo>
                  <a:pt x="1418" y="6566"/>
                </a:lnTo>
                <a:lnTo>
                  <a:pt x="1594" y="6476"/>
                </a:lnTo>
                <a:lnTo>
                  <a:pt x="1732" y="6424"/>
                </a:lnTo>
                <a:lnTo>
                  <a:pt x="1820" y="6385"/>
                </a:lnTo>
                <a:lnTo>
                  <a:pt x="1921" y="6334"/>
                </a:lnTo>
                <a:lnTo>
                  <a:pt x="2009" y="6282"/>
                </a:lnTo>
                <a:lnTo>
                  <a:pt x="2097" y="6192"/>
                </a:lnTo>
                <a:lnTo>
                  <a:pt x="2235" y="6154"/>
                </a:lnTo>
                <a:lnTo>
                  <a:pt x="2423" y="6051"/>
                </a:lnTo>
                <a:lnTo>
                  <a:pt x="2599" y="5961"/>
                </a:lnTo>
                <a:lnTo>
                  <a:pt x="2737" y="5909"/>
                </a:lnTo>
                <a:lnTo>
                  <a:pt x="2925" y="5819"/>
                </a:lnTo>
                <a:lnTo>
                  <a:pt x="3101" y="5729"/>
                </a:lnTo>
                <a:lnTo>
                  <a:pt x="3239" y="5677"/>
                </a:lnTo>
                <a:lnTo>
                  <a:pt x="3428" y="5587"/>
                </a:lnTo>
                <a:lnTo>
                  <a:pt x="3603" y="5497"/>
                </a:lnTo>
                <a:lnTo>
                  <a:pt x="3742" y="5446"/>
                </a:lnTo>
                <a:lnTo>
                  <a:pt x="3930" y="5355"/>
                </a:lnTo>
                <a:lnTo>
                  <a:pt x="4106" y="5252"/>
                </a:lnTo>
                <a:lnTo>
                  <a:pt x="4244" y="5252"/>
                </a:lnTo>
                <a:lnTo>
                  <a:pt x="4432" y="5162"/>
                </a:lnTo>
                <a:lnTo>
                  <a:pt x="4608" y="5072"/>
                </a:lnTo>
                <a:lnTo>
                  <a:pt x="4746" y="5021"/>
                </a:lnTo>
                <a:lnTo>
                  <a:pt x="4935" y="4931"/>
                </a:lnTo>
                <a:lnTo>
                  <a:pt x="5110" y="4828"/>
                </a:lnTo>
                <a:lnTo>
                  <a:pt x="5249" y="4789"/>
                </a:lnTo>
                <a:lnTo>
                  <a:pt x="5437" y="4699"/>
                </a:lnTo>
                <a:lnTo>
                  <a:pt x="5625" y="4596"/>
                </a:lnTo>
                <a:lnTo>
                  <a:pt x="5851" y="4506"/>
                </a:lnTo>
                <a:lnTo>
                  <a:pt x="6027" y="4454"/>
                </a:lnTo>
                <a:lnTo>
                  <a:pt x="6253" y="4364"/>
                </a:lnTo>
                <a:lnTo>
                  <a:pt x="6441" y="4274"/>
                </a:lnTo>
                <a:lnTo>
                  <a:pt x="6630" y="4171"/>
                </a:lnTo>
                <a:lnTo>
                  <a:pt x="6768" y="4132"/>
                </a:lnTo>
                <a:lnTo>
                  <a:pt x="6944" y="4081"/>
                </a:lnTo>
                <a:lnTo>
                  <a:pt x="7132" y="3991"/>
                </a:lnTo>
                <a:lnTo>
                  <a:pt x="7270" y="3939"/>
                </a:lnTo>
                <a:lnTo>
                  <a:pt x="7446" y="3849"/>
                </a:lnTo>
                <a:lnTo>
                  <a:pt x="7634" y="3798"/>
                </a:lnTo>
                <a:lnTo>
                  <a:pt x="7773" y="3759"/>
                </a:lnTo>
                <a:lnTo>
                  <a:pt x="7948" y="3656"/>
                </a:lnTo>
                <a:lnTo>
                  <a:pt x="8137" y="3566"/>
                </a:lnTo>
                <a:lnTo>
                  <a:pt x="8275" y="3514"/>
                </a:lnTo>
                <a:lnTo>
                  <a:pt x="8451" y="3476"/>
                </a:lnTo>
                <a:lnTo>
                  <a:pt x="8639" y="3386"/>
                </a:lnTo>
                <a:lnTo>
                  <a:pt x="8777" y="3334"/>
                </a:lnTo>
                <a:lnTo>
                  <a:pt x="8953" y="3283"/>
                </a:lnTo>
                <a:lnTo>
                  <a:pt x="9141" y="3192"/>
                </a:lnTo>
                <a:lnTo>
                  <a:pt x="9279" y="3141"/>
                </a:lnTo>
                <a:lnTo>
                  <a:pt x="9455" y="3102"/>
                </a:lnTo>
                <a:lnTo>
                  <a:pt x="9644" y="2999"/>
                </a:lnTo>
                <a:lnTo>
                  <a:pt x="9782" y="2961"/>
                </a:lnTo>
                <a:lnTo>
                  <a:pt x="9958" y="2909"/>
                </a:lnTo>
                <a:lnTo>
                  <a:pt x="10146" y="2819"/>
                </a:lnTo>
                <a:lnTo>
                  <a:pt x="10284" y="2768"/>
                </a:lnTo>
                <a:lnTo>
                  <a:pt x="10460" y="2716"/>
                </a:lnTo>
                <a:lnTo>
                  <a:pt x="10648" y="2626"/>
                </a:lnTo>
                <a:lnTo>
                  <a:pt x="10786" y="2626"/>
                </a:lnTo>
                <a:lnTo>
                  <a:pt x="10962" y="2536"/>
                </a:lnTo>
                <a:lnTo>
                  <a:pt x="11150" y="2484"/>
                </a:lnTo>
                <a:lnTo>
                  <a:pt x="11289" y="2446"/>
                </a:lnTo>
                <a:lnTo>
                  <a:pt x="11464" y="2343"/>
                </a:lnTo>
                <a:lnTo>
                  <a:pt x="11653" y="2304"/>
                </a:lnTo>
                <a:lnTo>
                  <a:pt x="11791" y="2253"/>
                </a:lnTo>
                <a:lnTo>
                  <a:pt x="11967" y="2201"/>
                </a:lnTo>
                <a:lnTo>
                  <a:pt x="12155" y="2111"/>
                </a:lnTo>
                <a:lnTo>
                  <a:pt x="12293" y="2111"/>
                </a:lnTo>
                <a:lnTo>
                  <a:pt x="12469" y="2021"/>
                </a:lnTo>
                <a:lnTo>
                  <a:pt x="12657" y="1969"/>
                </a:lnTo>
                <a:lnTo>
                  <a:pt x="12796" y="1931"/>
                </a:lnTo>
                <a:lnTo>
                  <a:pt x="12984" y="1879"/>
                </a:lnTo>
                <a:lnTo>
                  <a:pt x="13160" y="1789"/>
                </a:lnTo>
                <a:lnTo>
                  <a:pt x="13298" y="1789"/>
                </a:lnTo>
                <a:lnTo>
                  <a:pt x="13486" y="1686"/>
                </a:lnTo>
                <a:lnTo>
                  <a:pt x="13662" y="1647"/>
                </a:lnTo>
                <a:lnTo>
                  <a:pt x="13800" y="1596"/>
                </a:lnTo>
                <a:lnTo>
                  <a:pt x="13988" y="1544"/>
                </a:lnTo>
                <a:lnTo>
                  <a:pt x="14164" y="1506"/>
                </a:lnTo>
                <a:lnTo>
                  <a:pt x="14302" y="1454"/>
                </a:lnTo>
                <a:lnTo>
                  <a:pt x="14491" y="1403"/>
                </a:lnTo>
                <a:lnTo>
                  <a:pt x="14667" y="1364"/>
                </a:lnTo>
                <a:lnTo>
                  <a:pt x="14805" y="1313"/>
                </a:lnTo>
                <a:lnTo>
                  <a:pt x="14993" y="1274"/>
                </a:lnTo>
                <a:lnTo>
                  <a:pt x="15169" y="1223"/>
                </a:lnTo>
                <a:lnTo>
                  <a:pt x="15307" y="1171"/>
                </a:lnTo>
                <a:lnTo>
                  <a:pt x="15495" y="1132"/>
                </a:lnTo>
                <a:lnTo>
                  <a:pt x="15671" y="1081"/>
                </a:lnTo>
                <a:lnTo>
                  <a:pt x="15809" y="1029"/>
                </a:lnTo>
                <a:lnTo>
                  <a:pt x="15998" y="991"/>
                </a:lnTo>
                <a:lnTo>
                  <a:pt x="16173" y="939"/>
                </a:lnTo>
                <a:lnTo>
                  <a:pt x="16312" y="888"/>
                </a:lnTo>
                <a:lnTo>
                  <a:pt x="16500" y="849"/>
                </a:lnTo>
                <a:lnTo>
                  <a:pt x="16676" y="798"/>
                </a:lnTo>
                <a:lnTo>
                  <a:pt x="16814" y="746"/>
                </a:lnTo>
                <a:lnTo>
                  <a:pt x="17002" y="708"/>
                </a:lnTo>
                <a:lnTo>
                  <a:pt x="17178" y="656"/>
                </a:lnTo>
                <a:lnTo>
                  <a:pt x="17316" y="605"/>
                </a:lnTo>
                <a:lnTo>
                  <a:pt x="17505" y="566"/>
                </a:lnTo>
                <a:lnTo>
                  <a:pt x="17680" y="514"/>
                </a:lnTo>
                <a:lnTo>
                  <a:pt x="17818" y="514"/>
                </a:lnTo>
                <a:lnTo>
                  <a:pt x="18007" y="476"/>
                </a:lnTo>
                <a:lnTo>
                  <a:pt x="18183" y="424"/>
                </a:lnTo>
                <a:lnTo>
                  <a:pt x="18321" y="373"/>
                </a:lnTo>
                <a:lnTo>
                  <a:pt x="18509" y="334"/>
                </a:lnTo>
                <a:lnTo>
                  <a:pt x="18685" y="283"/>
                </a:lnTo>
                <a:lnTo>
                  <a:pt x="18823" y="283"/>
                </a:lnTo>
                <a:lnTo>
                  <a:pt x="19011" y="231"/>
                </a:lnTo>
                <a:lnTo>
                  <a:pt x="19200" y="193"/>
                </a:lnTo>
                <a:lnTo>
                  <a:pt x="19426" y="141"/>
                </a:lnTo>
                <a:lnTo>
                  <a:pt x="19602" y="90"/>
                </a:lnTo>
                <a:lnTo>
                  <a:pt x="19828" y="51"/>
                </a:lnTo>
                <a:lnTo>
                  <a:pt x="20016" y="0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6101705" y="3801928"/>
            <a:ext cx="20016" cy="1454"/>
          </a:xfrm>
          <a:custGeom>
            <a:avLst/>
            <a:gdLst/>
            <a:ahLst/>
            <a:cxnLst/>
            <a:rect l="l" t="t" r="r" b="b"/>
            <a:pathLst>
              <a:path w="20016" h="1454">
                <a:moveTo>
                  <a:pt x="0" y="1454"/>
                </a:moveTo>
                <a:lnTo>
                  <a:pt x="188" y="1403"/>
                </a:lnTo>
                <a:lnTo>
                  <a:pt x="326" y="1403"/>
                </a:lnTo>
                <a:lnTo>
                  <a:pt x="502" y="1364"/>
                </a:lnTo>
                <a:lnTo>
                  <a:pt x="690" y="1313"/>
                </a:lnTo>
                <a:lnTo>
                  <a:pt x="828" y="1313"/>
                </a:lnTo>
                <a:lnTo>
                  <a:pt x="1004" y="1274"/>
                </a:lnTo>
                <a:lnTo>
                  <a:pt x="1192" y="1223"/>
                </a:lnTo>
                <a:lnTo>
                  <a:pt x="1331" y="1171"/>
                </a:lnTo>
                <a:lnTo>
                  <a:pt x="1506" y="1171"/>
                </a:lnTo>
                <a:lnTo>
                  <a:pt x="1695" y="1132"/>
                </a:lnTo>
                <a:lnTo>
                  <a:pt x="1833" y="1081"/>
                </a:lnTo>
                <a:lnTo>
                  <a:pt x="2009" y="1081"/>
                </a:lnTo>
                <a:lnTo>
                  <a:pt x="2197" y="1029"/>
                </a:lnTo>
                <a:lnTo>
                  <a:pt x="2335" y="1029"/>
                </a:lnTo>
                <a:lnTo>
                  <a:pt x="2511" y="991"/>
                </a:lnTo>
                <a:lnTo>
                  <a:pt x="2699" y="939"/>
                </a:lnTo>
                <a:lnTo>
                  <a:pt x="2837" y="939"/>
                </a:lnTo>
                <a:lnTo>
                  <a:pt x="3013" y="888"/>
                </a:lnTo>
                <a:lnTo>
                  <a:pt x="3202" y="849"/>
                </a:lnTo>
                <a:lnTo>
                  <a:pt x="3340" y="849"/>
                </a:lnTo>
                <a:lnTo>
                  <a:pt x="3516" y="798"/>
                </a:lnTo>
                <a:lnTo>
                  <a:pt x="3704" y="798"/>
                </a:lnTo>
                <a:lnTo>
                  <a:pt x="3842" y="746"/>
                </a:lnTo>
                <a:lnTo>
                  <a:pt x="4018" y="746"/>
                </a:lnTo>
                <a:lnTo>
                  <a:pt x="4206" y="708"/>
                </a:lnTo>
                <a:lnTo>
                  <a:pt x="4344" y="708"/>
                </a:lnTo>
                <a:lnTo>
                  <a:pt x="4520" y="656"/>
                </a:lnTo>
                <a:lnTo>
                  <a:pt x="4709" y="617"/>
                </a:lnTo>
                <a:lnTo>
                  <a:pt x="4847" y="617"/>
                </a:lnTo>
                <a:lnTo>
                  <a:pt x="5022" y="617"/>
                </a:lnTo>
                <a:lnTo>
                  <a:pt x="5211" y="566"/>
                </a:lnTo>
                <a:lnTo>
                  <a:pt x="5349" y="566"/>
                </a:lnTo>
                <a:lnTo>
                  <a:pt x="5525" y="514"/>
                </a:lnTo>
                <a:lnTo>
                  <a:pt x="5713" y="514"/>
                </a:lnTo>
                <a:lnTo>
                  <a:pt x="5851" y="476"/>
                </a:lnTo>
                <a:lnTo>
                  <a:pt x="6027" y="476"/>
                </a:lnTo>
                <a:lnTo>
                  <a:pt x="6215" y="424"/>
                </a:lnTo>
                <a:lnTo>
                  <a:pt x="6354" y="424"/>
                </a:lnTo>
                <a:lnTo>
                  <a:pt x="6529" y="424"/>
                </a:lnTo>
                <a:lnTo>
                  <a:pt x="6718" y="373"/>
                </a:lnTo>
                <a:lnTo>
                  <a:pt x="6856" y="373"/>
                </a:lnTo>
                <a:lnTo>
                  <a:pt x="7044" y="334"/>
                </a:lnTo>
                <a:lnTo>
                  <a:pt x="7220" y="334"/>
                </a:lnTo>
                <a:lnTo>
                  <a:pt x="7358" y="334"/>
                </a:lnTo>
                <a:lnTo>
                  <a:pt x="7547" y="283"/>
                </a:lnTo>
                <a:lnTo>
                  <a:pt x="7722" y="283"/>
                </a:lnTo>
                <a:lnTo>
                  <a:pt x="7860" y="283"/>
                </a:lnTo>
                <a:lnTo>
                  <a:pt x="8049" y="231"/>
                </a:lnTo>
                <a:lnTo>
                  <a:pt x="8225" y="231"/>
                </a:lnTo>
                <a:lnTo>
                  <a:pt x="8363" y="231"/>
                </a:lnTo>
                <a:lnTo>
                  <a:pt x="8551" y="231"/>
                </a:lnTo>
                <a:lnTo>
                  <a:pt x="8727" y="193"/>
                </a:lnTo>
                <a:lnTo>
                  <a:pt x="8865" y="193"/>
                </a:lnTo>
                <a:lnTo>
                  <a:pt x="9053" y="193"/>
                </a:lnTo>
                <a:lnTo>
                  <a:pt x="9229" y="141"/>
                </a:lnTo>
                <a:lnTo>
                  <a:pt x="9367" y="141"/>
                </a:lnTo>
                <a:lnTo>
                  <a:pt x="9556" y="141"/>
                </a:lnTo>
                <a:lnTo>
                  <a:pt x="9732" y="141"/>
                </a:lnTo>
                <a:lnTo>
                  <a:pt x="9870" y="141"/>
                </a:lnTo>
                <a:lnTo>
                  <a:pt x="10058" y="90"/>
                </a:lnTo>
                <a:lnTo>
                  <a:pt x="10234" y="90"/>
                </a:lnTo>
                <a:lnTo>
                  <a:pt x="10372" y="90"/>
                </a:lnTo>
                <a:lnTo>
                  <a:pt x="10560" y="90"/>
                </a:lnTo>
                <a:lnTo>
                  <a:pt x="10736" y="90"/>
                </a:lnTo>
                <a:lnTo>
                  <a:pt x="10874" y="51"/>
                </a:lnTo>
                <a:lnTo>
                  <a:pt x="11063" y="51"/>
                </a:lnTo>
                <a:lnTo>
                  <a:pt x="11238" y="51"/>
                </a:lnTo>
                <a:lnTo>
                  <a:pt x="11377" y="51"/>
                </a:lnTo>
                <a:lnTo>
                  <a:pt x="11565" y="51"/>
                </a:lnTo>
                <a:lnTo>
                  <a:pt x="11741" y="51"/>
                </a:lnTo>
                <a:lnTo>
                  <a:pt x="11879" y="51"/>
                </a:lnTo>
                <a:lnTo>
                  <a:pt x="12067" y="0"/>
                </a:lnTo>
                <a:lnTo>
                  <a:pt x="12243" y="0"/>
                </a:lnTo>
                <a:lnTo>
                  <a:pt x="12381" y="0"/>
                </a:lnTo>
                <a:lnTo>
                  <a:pt x="12569" y="0"/>
                </a:lnTo>
                <a:lnTo>
                  <a:pt x="12758" y="0"/>
                </a:lnTo>
                <a:lnTo>
                  <a:pt x="12984" y="0"/>
                </a:lnTo>
                <a:lnTo>
                  <a:pt x="13160" y="0"/>
                </a:lnTo>
                <a:lnTo>
                  <a:pt x="13386" y="0"/>
                </a:lnTo>
                <a:lnTo>
                  <a:pt x="13574" y="0"/>
                </a:lnTo>
                <a:lnTo>
                  <a:pt x="13762" y="0"/>
                </a:lnTo>
                <a:lnTo>
                  <a:pt x="13988" y="0"/>
                </a:lnTo>
                <a:lnTo>
                  <a:pt x="14164" y="0"/>
                </a:lnTo>
                <a:lnTo>
                  <a:pt x="14403" y="0"/>
                </a:lnTo>
                <a:lnTo>
                  <a:pt x="14579" y="0"/>
                </a:lnTo>
                <a:lnTo>
                  <a:pt x="14767" y="0"/>
                </a:lnTo>
                <a:lnTo>
                  <a:pt x="14905" y="0"/>
                </a:lnTo>
                <a:lnTo>
                  <a:pt x="15081" y="0"/>
                </a:lnTo>
                <a:lnTo>
                  <a:pt x="15269" y="0"/>
                </a:lnTo>
                <a:lnTo>
                  <a:pt x="15407" y="0"/>
                </a:lnTo>
                <a:lnTo>
                  <a:pt x="15583" y="51"/>
                </a:lnTo>
                <a:lnTo>
                  <a:pt x="15772" y="51"/>
                </a:lnTo>
                <a:lnTo>
                  <a:pt x="15910" y="51"/>
                </a:lnTo>
                <a:lnTo>
                  <a:pt x="16086" y="51"/>
                </a:lnTo>
                <a:lnTo>
                  <a:pt x="16274" y="51"/>
                </a:lnTo>
                <a:lnTo>
                  <a:pt x="16412" y="51"/>
                </a:lnTo>
                <a:lnTo>
                  <a:pt x="16588" y="51"/>
                </a:lnTo>
                <a:lnTo>
                  <a:pt x="16776" y="51"/>
                </a:lnTo>
                <a:lnTo>
                  <a:pt x="16914" y="90"/>
                </a:lnTo>
                <a:lnTo>
                  <a:pt x="17090" y="90"/>
                </a:lnTo>
                <a:lnTo>
                  <a:pt x="17279" y="90"/>
                </a:lnTo>
                <a:lnTo>
                  <a:pt x="17417" y="90"/>
                </a:lnTo>
                <a:lnTo>
                  <a:pt x="17592" y="90"/>
                </a:lnTo>
                <a:lnTo>
                  <a:pt x="17781" y="141"/>
                </a:lnTo>
                <a:lnTo>
                  <a:pt x="17919" y="141"/>
                </a:lnTo>
                <a:lnTo>
                  <a:pt x="18095" y="141"/>
                </a:lnTo>
                <a:lnTo>
                  <a:pt x="18283" y="141"/>
                </a:lnTo>
                <a:lnTo>
                  <a:pt x="18421" y="141"/>
                </a:lnTo>
                <a:lnTo>
                  <a:pt x="18597" y="193"/>
                </a:lnTo>
                <a:lnTo>
                  <a:pt x="18785" y="193"/>
                </a:lnTo>
                <a:lnTo>
                  <a:pt x="18924" y="193"/>
                </a:lnTo>
                <a:lnTo>
                  <a:pt x="19099" y="231"/>
                </a:lnTo>
                <a:lnTo>
                  <a:pt x="19288" y="231"/>
                </a:lnTo>
                <a:lnTo>
                  <a:pt x="19426" y="231"/>
                </a:lnTo>
                <a:lnTo>
                  <a:pt x="19602" y="283"/>
                </a:lnTo>
                <a:lnTo>
                  <a:pt x="19790" y="283"/>
                </a:lnTo>
                <a:lnTo>
                  <a:pt x="19928" y="283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6121722" y="3802211"/>
            <a:ext cx="20016" cy="4969"/>
          </a:xfrm>
          <a:custGeom>
            <a:avLst/>
            <a:gdLst/>
            <a:ahLst/>
            <a:cxnLst/>
            <a:rect l="l" t="t" r="r" b="b"/>
            <a:pathLst>
              <a:path w="20016" h="4969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2" y="90"/>
                </a:lnTo>
                <a:lnTo>
                  <a:pt x="778" y="90"/>
                </a:lnTo>
                <a:lnTo>
                  <a:pt x="916" y="90"/>
                </a:lnTo>
                <a:lnTo>
                  <a:pt x="1105" y="141"/>
                </a:lnTo>
                <a:lnTo>
                  <a:pt x="1280" y="141"/>
                </a:lnTo>
                <a:lnTo>
                  <a:pt x="1418" y="141"/>
                </a:lnTo>
                <a:lnTo>
                  <a:pt x="1607" y="193"/>
                </a:lnTo>
                <a:lnTo>
                  <a:pt x="1783" y="193"/>
                </a:lnTo>
                <a:lnTo>
                  <a:pt x="1921" y="231"/>
                </a:lnTo>
                <a:lnTo>
                  <a:pt x="2109" y="231"/>
                </a:lnTo>
                <a:lnTo>
                  <a:pt x="2285" y="283"/>
                </a:lnTo>
                <a:lnTo>
                  <a:pt x="2423" y="283"/>
                </a:lnTo>
                <a:lnTo>
                  <a:pt x="2611" y="334"/>
                </a:lnTo>
                <a:lnTo>
                  <a:pt x="2787" y="334"/>
                </a:lnTo>
                <a:lnTo>
                  <a:pt x="2925" y="373"/>
                </a:lnTo>
                <a:lnTo>
                  <a:pt x="3114" y="373"/>
                </a:lnTo>
                <a:lnTo>
                  <a:pt x="3290" y="424"/>
                </a:lnTo>
                <a:lnTo>
                  <a:pt x="3428" y="424"/>
                </a:lnTo>
                <a:lnTo>
                  <a:pt x="3616" y="463"/>
                </a:lnTo>
                <a:lnTo>
                  <a:pt x="3792" y="463"/>
                </a:lnTo>
                <a:lnTo>
                  <a:pt x="3930" y="514"/>
                </a:lnTo>
                <a:lnTo>
                  <a:pt x="4118" y="514"/>
                </a:lnTo>
                <a:lnTo>
                  <a:pt x="4294" y="566"/>
                </a:lnTo>
                <a:lnTo>
                  <a:pt x="4432" y="566"/>
                </a:lnTo>
                <a:lnTo>
                  <a:pt x="4621" y="605"/>
                </a:lnTo>
                <a:lnTo>
                  <a:pt x="4796" y="656"/>
                </a:lnTo>
                <a:lnTo>
                  <a:pt x="4935" y="656"/>
                </a:lnTo>
                <a:lnTo>
                  <a:pt x="5123" y="708"/>
                </a:lnTo>
                <a:lnTo>
                  <a:pt x="5299" y="746"/>
                </a:lnTo>
                <a:lnTo>
                  <a:pt x="5437" y="746"/>
                </a:lnTo>
                <a:lnTo>
                  <a:pt x="5625" y="798"/>
                </a:lnTo>
                <a:lnTo>
                  <a:pt x="5801" y="849"/>
                </a:lnTo>
                <a:lnTo>
                  <a:pt x="5939" y="849"/>
                </a:lnTo>
                <a:lnTo>
                  <a:pt x="6128" y="888"/>
                </a:lnTo>
                <a:lnTo>
                  <a:pt x="6303" y="939"/>
                </a:lnTo>
                <a:lnTo>
                  <a:pt x="6441" y="939"/>
                </a:lnTo>
                <a:lnTo>
                  <a:pt x="6630" y="991"/>
                </a:lnTo>
                <a:lnTo>
                  <a:pt x="6818" y="1029"/>
                </a:lnTo>
                <a:lnTo>
                  <a:pt x="7044" y="1081"/>
                </a:lnTo>
                <a:lnTo>
                  <a:pt x="7220" y="1120"/>
                </a:lnTo>
                <a:lnTo>
                  <a:pt x="7446" y="1120"/>
                </a:lnTo>
                <a:lnTo>
                  <a:pt x="7634" y="1171"/>
                </a:lnTo>
                <a:lnTo>
                  <a:pt x="7823" y="1223"/>
                </a:lnTo>
                <a:lnTo>
                  <a:pt x="7961" y="1261"/>
                </a:lnTo>
                <a:lnTo>
                  <a:pt x="8137" y="1313"/>
                </a:lnTo>
                <a:lnTo>
                  <a:pt x="8325" y="1364"/>
                </a:lnTo>
                <a:lnTo>
                  <a:pt x="8463" y="1364"/>
                </a:lnTo>
                <a:lnTo>
                  <a:pt x="8639" y="1403"/>
                </a:lnTo>
                <a:lnTo>
                  <a:pt x="8827" y="1454"/>
                </a:lnTo>
                <a:lnTo>
                  <a:pt x="8965" y="1454"/>
                </a:lnTo>
                <a:lnTo>
                  <a:pt x="9141" y="1506"/>
                </a:lnTo>
                <a:lnTo>
                  <a:pt x="9330" y="1544"/>
                </a:lnTo>
                <a:lnTo>
                  <a:pt x="9468" y="1596"/>
                </a:lnTo>
                <a:lnTo>
                  <a:pt x="9644" y="1647"/>
                </a:lnTo>
                <a:lnTo>
                  <a:pt x="9832" y="1686"/>
                </a:lnTo>
                <a:lnTo>
                  <a:pt x="9970" y="1738"/>
                </a:lnTo>
                <a:lnTo>
                  <a:pt x="10146" y="1776"/>
                </a:lnTo>
                <a:lnTo>
                  <a:pt x="10334" y="1828"/>
                </a:lnTo>
                <a:lnTo>
                  <a:pt x="10472" y="1828"/>
                </a:lnTo>
                <a:lnTo>
                  <a:pt x="10648" y="1879"/>
                </a:lnTo>
                <a:lnTo>
                  <a:pt x="10837" y="1969"/>
                </a:lnTo>
                <a:lnTo>
                  <a:pt x="10975" y="1969"/>
                </a:lnTo>
                <a:lnTo>
                  <a:pt x="11150" y="2021"/>
                </a:lnTo>
                <a:lnTo>
                  <a:pt x="11339" y="2059"/>
                </a:lnTo>
                <a:lnTo>
                  <a:pt x="11477" y="2111"/>
                </a:lnTo>
                <a:lnTo>
                  <a:pt x="11653" y="2162"/>
                </a:lnTo>
                <a:lnTo>
                  <a:pt x="11841" y="2201"/>
                </a:lnTo>
                <a:lnTo>
                  <a:pt x="11979" y="2253"/>
                </a:lnTo>
                <a:lnTo>
                  <a:pt x="12155" y="2304"/>
                </a:lnTo>
                <a:lnTo>
                  <a:pt x="12343" y="2343"/>
                </a:lnTo>
                <a:lnTo>
                  <a:pt x="12482" y="2394"/>
                </a:lnTo>
                <a:lnTo>
                  <a:pt x="12657" y="2446"/>
                </a:lnTo>
                <a:lnTo>
                  <a:pt x="12846" y="2484"/>
                </a:lnTo>
                <a:lnTo>
                  <a:pt x="12984" y="2536"/>
                </a:lnTo>
                <a:lnTo>
                  <a:pt x="13160" y="2574"/>
                </a:lnTo>
                <a:lnTo>
                  <a:pt x="13348" y="2677"/>
                </a:lnTo>
                <a:lnTo>
                  <a:pt x="13486" y="2677"/>
                </a:lnTo>
                <a:lnTo>
                  <a:pt x="13662" y="2716"/>
                </a:lnTo>
                <a:lnTo>
                  <a:pt x="13850" y="2819"/>
                </a:lnTo>
                <a:lnTo>
                  <a:pt x="13988" y="2819"/>
                </a:lnTo>
                <a:lnTo>
                  <a:pt x="14177" y="2909"/>
                </a:lnTo>
                <a:lnTo>
                  <a:pt x="14353" y="2961"/>
                </a:lnTo>
                <a:lnTo>
                  <a:pt x="14491" y="2999"/>
                </a:lnTo>
                <a:lnTo>
                  <a:pt x="14679" y="3051"/>
                </a:lnTo>
                <a:lnTo>
                  <a:pt x="14855" y="3141"/>
                </a:lnTo>
                <a:lnTo>
                  <a:pt x="14993" y="3141"/>
                </a:lnTo>
                <a:lnTo>
                  <a:pt x="15181" y="3231"/>
                </a:lnTo>
                <a:lnTo>
                  <a:pt x="15357" y="3283"/>
                </a:lnTo>
                <a:lnTo>
                  <a:pt x="15495" y="3334"/>
                </a:lnTo>
                <a:lnTo>
                  <a:pt x="15684" y="3373"/>
                </a:lnTo>
                <a:lnTo>
                  <a:pt x="15860" y="3476"/>
                </a:lnTo>
                <a:lnTo>
                  <a:pt x="15998" y="3476"/>
                </a:lnTo>
                <a:lnTo>
                  <a:pt x="16186" y="3566"/>
                </a:lnTo>
                <a:lnTo>
                  <a:pt x="16362" y="3617"/>
                </a:lnTo>
                <a:lnTo>
                  <a:pt x="16500" y="3656"/>
                </a:lnTo>
                <a:lnTo>
                  <a:pt x="16688" y="3707"/>
                </a:lnTo>
                <a:lnTo>
                  <a:pt x="16914" y="3798"/>
                </a:lnTo>
                <a:lnTo>
                  <a:pt x="17090" y="3849"/>
                </a:lnTo>
                <a:lnTo>
                  <a:pt x="17279" y="3939"/>
                </a:lnTo>
                <a:lnTo>
                  <a:pt x="17417" y="3991"/>
                </a:lnTo>
                <a:lnTo>
                  <a:pt x="17605" y="4029"/>
                </a:lnTo>
                <a:lnTo>
                  <a:pt x="17781" y="4132"/>
                </a:lnTo>
                <a:lnTo>
                  <a:pt x="17919" y="4171"/>
                </a:lnTo>
                <a:lnTo>
                  <a:pt x="18107" y="4222"/>
                </a:lnTo>
                <a:lnTo>
                  <a:pt x="18283" y="4313"/>
                </a:lnTo>
                <a:lnTo>
                  <a:pt x="18421" y="4364"/>
                </a:lnTo>
                <a:lnTo>
                  <a:pt x="18610" y="4416"/>
                </a:lnTo>
                <a:lnTo>
                  <a:pt x="18785" y="4506"/>
                </a:lnTo>
                <a:lnTo>
                  <a:pt x="18924" y="4557"/>
                </a:lnTo>
                <a:lnTo>
                  <a:pt x="19112" y="4596"/>
                </a:lnTo>
                <a:lnTo>
                  <a:pt x="19288" y="4686"/>
                </a:lnTo>
                <a:lnTo>
                  <a:pt x="19426" y="4737"/>
                </a:lnTo>
                <a:lnTo>
                  <a:pt x="19614" y="4828"/>
                </a:lnTo>
                <a:lnTo>
                  <a:pt x="19790" y="4879"/>
                </a:lnTo>
                <a:lnTo>
                  <a:pt x="19928" y="4931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6141738" y="3807181"/>
            <a:ext cx="20029" cy="10982"/>
          </a:xfrm>
          <a:custGeom>
            <a:avLst/>
            <a:gdLst/>
            <a:ahLst/>
            <a:cxnLst/>
            <a:rect l="l" t="t" r="r" b="b"/>
            <a:pathLst>
              <a:path w="20029" h="10982">
                <a:moveTo>
                  <a:pt x="0" y="0"/>
                </a:moveTo>
                <a:lnTo>
                  <a:pt x="188" y="102"/>
                </a:lnTo>
                <a:lnTo>
                  <a:pt x="414" y="141"/>
                </a:lnTo>
                <a:lnTo>
                  <a:pt x="602" y="244"/>
                </a:lnTo>
                <a:lnTo>
                  <a:pt x="778" y="334"/>
                </a:lnTo>
                <a:lnTo>
                  <a:pt x="916" y="373"/>
                </a:lnTo>
                <a:lnTo>
                  <a:pt x="1105" y="476"/>
                </a:lnTo>
                <a:lnTo>
                  <a:pt x="1280" y="514"/>
                </a:lnTo>
                <a:lnTo>
                  <a:pt x="1418" y="566"/>
                </a:lnTo>
                <a:lnTo>
                  <a:pt x="1607" y="656"/>
                </a:lnTo>
                <a:lnTo>
                  <a:pt x="1783" y="759"/>
                </a:lnTo>
                <a:lnTo>
                  <a:pt x="1921" y="798"/>
                </a:lnTo>
                <a:lnTo>
                  <a:pt x="2109" y="901"/>
                </a:lnTo>
                <a:lnTo>
                  <a:pt x="2285" y="991"/>
                </a:lnTo>
                <a:lnTo>
                  <a:pt x="2423" y="991"/>
                </a:lnTo>
                <a:lnTo>
                  <a:pt x="2611" y="1081"/>
                </a:lnTo>
                <a:lnTo>
                  <a:pt x="2787" y="1171"/>
                </a:lnTo>
                <a:lnTo>
                  <a:pt x="2925" y="1223"/>
                </a:lnTo>
                <a:lnTo>
                  <a:pt x="3114" y="1313"/>
                </a:lnTo>
                <a:lnTo>
                  <a:pt x="3290" y="1416"/>
                </a:lnTo>
                <a:lnTo>
                  <a:pt x="3428" y="1454"/>
                </a:lnTo>
                <a:lnTo>
                  <a:pt x="3616" y="1557"/>
                </a:lnTo>
                <a:lnTo>
                  <a:pt x="3804" y="1647"/>
                </a:lnTo>
                <a:lnTo>
                  <a:pt x="4030" y="1738"/>
                </a:lnTo>
                <a:lnTo>
                  <a:pt x="4206" y="1828"/>
                </a:lnTo>
                <a:lnTo>
                  <a:pt x="4432" y="1931"/>
                </a:lnTo>
                <a:lnTo>
                  <a:pt x="4621" y="2021"/>
                </a:lnTo>
                <a:lnTo>
                  <a:pt x="4809" y="2111"/>
                </a:lnTo>
                <a:lnTo>
                  <a:pt x="5035" y="2214"/>
                </a:lnTo>
                <a:lnTo>
                  <a:pt x="5211" y="2304"/>
                </a:lnTo>
                <a:lnTo>
                  <a:pt x="5449" y="2394"/>
                </a:lnTo>
                <a:lnTo>
                  <a:pt x="5625" y="2484"/>
                </a:lnTo>
                <a:lnTo>
                  <a:pt x="5814" y="2587"/>
                </a:lnTo>
                <a:lnTo>
                  <a:pt x="5952" y="2626"/>
                </a:lnTo>
                <a:lnTo>
                  <a:pt x="6128" y="2729"/>
                </a:lnTo>
                <a:lnTo>
                  <a:pt x="6316" y="2819"/>
                </a:lnTo>
                <a:lnTo>
                  <a:pt x="6454" y="2871"/>
                </a:lnTo>
                <a:lnTo>
                  <a:pt x="6630" y="3012"/>
                </a:lnTo>
                <a:lnTo>
                  <a:pt x="6818" y="3102"/>
                </a:lnTo>
                <a:lnTo>
                  <a:pt x="6956" y="3141"/>
                </a:lnTo>
                <a:lnTo>
                  <a:pt x="7132" y="3244"/>
                </a:lnTo>
                <a:lnTo>
                  <a:pt x="7320" y="3334"/>
                </a:lnTo>
                <a:lnTo>
                  <a:pt x="7459" y="3386"/>
                </a:lnTo>
                <a:lnTo>
                  <a:pt x="7634" y="3476"/>
                </a:lnTo>
                <a:lnTo>
                  <a:pt x="7823" y="3617"/>
                </a:lnTo>
                <a:lnTo>
                  <a:pt x="7961" y="3669"/>
                </a:lnTo>
                <a:lnTo>
                  <a:pt x="8137" y="3759"/>
                </a:lnTo>
                <a:lnTo>
                  <a:pt x="8325" y="3849"/>
                </a:lnTo>
                <a:lnTo>
                  <a:pt x="8463" y="3901"/>
                </a:lnTo>
                <a:lnTo>
                  <a:pt x="8639" y="4042"/>
                </a:lnTo>
                <a:lnTo>
                  <a:pt x="8827" y="4132"/>
                </a:lnTo>
                <a:lnTo>
                  <a:pt x="8966" y="4184"/>
                </a:lnTo>
                <a:lnTo>
                  <a:pt x="9141" y="4274"/>
                </a:lnTo>
                <a:lnTo>
                  <a:pt x="9330" y="4416"/>
                </a:lnTo>
                <a:lnTo>
                  <a:pt x="9468" y="4467"/>
                </a:lnTo>
                <a:lnTo>
                  <a:pt x="9644" y="4557"/>
                </a:lnTo>
                <a:lnTo>
                  <a:pt x="9832" y="4699"/>
                </a:lnTo>
                <a:lnTo>
                  <a:pt x="9970" y="4737"/>
                </a:lnTo>
                <a:lnTo>
                  <a:pt x="10146" y="4840"/>
                </a:lnTo>
                <a:lnTo>
                  <a:pt x="10334" y="4931"/>
                </a:lnTo>
                <a:lnTo>
                  <a:pt x="10472" y="5021"/>
                </a:lnTo>
                <a:lnTo>
                  <a:pt x="10648" y="5124"/>
                </a:lnTo>
                <a:lnTo>
                  <a:pt x="10837" y="5214"/>
                </a:lnTo>
                <a:lnTo>
                  <a:pt x="10975" y="5304"/>
                </a:lnTo>
                <a:lnTo>
                  <a:pt x="11150" y="5394"/>
                </a:lnTo>
                <a:lnTo>
                  <a:pt x="11339" y="5536"/>
                </a:lnTo>
                <a:lnTo>
                  <a:pt x="11477" y="5587"/>
                </a:lnTo>
                <a:lnTo>
                  <a:pt x="11665" y="5677"/>
                </a:lnTo>
                <a:lnTo>
                  <a:pt x="11841" y="5819"/>
                </a:lnTo>
                <a:lnTo>
                  <a:pt x="11979" y="5870"/>
                </a:lnTo>
                <a:lnTo>
                  <a:pt x="12168" y="5961"/>
                </a:lnTo>
                <a:lnTo>
                  <a:pt x="12343" y="6102"/>
                </a:lnTo>
                <a:lnTo>
                  <a:pt x="12482" y="6154"/>
                </a:lnTo>
                <a:lnTo>
                  <a:pt x="12670" y="6295"/>
                </a:lnTo>
                <a:lnTo>
                  <a:pt x="12846" y="6385"/>
                </a:lnTo>
                <a:lnTo>
                  <a:pt x="12984" y="6437"/>
                </a:lnTo>
                <a:lnTo>
                  <a:pt x="13172" y="6579"/>
                </a:lnTo>
                <a:lnTo>
                  <a:pt x="13348" y="6707"/>
                </a:lnTo>
                <a:lnTo>
                  <a:pt x="13486" y="6759"/>
                </a:lnTo>
                <a:lnTo>
                  <a:pt x="13675" y="6849"/>
                </a:lnTo>
                <a:lnTo>
                  <a:pt x="13850" y="6991"/>
                </a:lnTo>
                <a:lnTo>
                  <a:pt x="13988" y="7042"/>
                </a:lnTo>
                <a:lnTo>
                  <a:pt x="14177" y="7184"/>
                </a:lnTo>
                <a:lnTo>
                  <a:pt x="14353" y="7325"/>
                </a:lnTo>
                <a:lnTo>
                  <a:pt x="14491" y="7364"/>
                </a:lnTo>
                <a:lnTo>
                  <a:pt x="14679" y="7506"/>
                </a:lnTo>
                <a:lnTo>
                  <a:pt x="14855" y="7609"/>
                </a:lnTo>
                <a:lnTo>
                  <a:pt x="14993" y="7699"/>
                </a:lnTo>
                <a:lnTo>
                  <a:pt x="15181" y="7789"/>
                </a:lnTo>
                <a:lnTo>
                  <a:pt x="15357" y="7930"/>
                </a:lnTo>
                <a:lnTo>
                  <a:pt x="15495" y="7982"/>
                </a:lnTo>
                <a:lnTo>
                  <a:pt x="15684" y="8124"/>
                </a:lnTo>
                <a:lnTo>
                  <a:pt x="15860" y="8265"/>
                </a:lnTo>
                <a:lnTo>
                  <a:pt x="15998" y="8304"/>
                </a:lnTo>
                <a:lnTo>
                  <a:pt x="16186" y="8445"/>
                </a:lnTo>
                <a:lnTo>
                  <a:pt x="16362" y="8587"/>
                </a:lnTo>
                <a:lnTo>
                  <a:pt x="16500" y="8639"/>
                </a:lnTo>
                <a:lnTo>
                  <a:pt x="16688" y="8780"/>
                </a:lnTo>
                <a:lnTo>
                  <a:pt x="16864" y="8922"/>
                </a:lnTo>
                <a:lnTo>
                  <a:pt x="17002" y="8960"/>
                </a:lnTo>
                <a:lnTo>
                  <a:pt x="17191" y="9102"/>
                </a:lnTo>
                <a:lnTo>
                  <a:pt x="17366" y="9244"/>
                </a:lnTo>
                <a:lnTo>
                  <a:pt x="17505" y="9295"/>
                </a:lnTo>
                <a:lnTo>
                  <a:pt x="17693" y="9437"/>
                </a:lnTo>
                <a:lnTo>
                  <a:pt x="17881" y="9578"/>
                </a:lnTo>
                <a:lnTo>
                  <a:pt x="18107" y="9720"/>
                </a:lnTo>
                <a:lnTo>
                  <a:pt x="18283" y="9810"/>
                </a:lnTo>
                <a:lnTo>
                  <a:pt x="18509" y="9952"/>
                </a:lnTo>
                <a:lnTo>
                  <a:pt x="18698" y="10093"/>
                </a:lnTo>
                <a:lnTo>
                  <a:pt x="18886" y="10235"/>
                </a:lnTo>
                <a:lnTo>
                  <a:pt x="19024" y="10325"/>
                </a:lnTo>
                <a:lnTo>
                  <a:pt x="19200" y="10467"/>
                </a:lnTo>
                <a:lnTo>
                  <a:pt x="19388" y="10608"/>
                </a:lnTo>
                <a:lnTo>
                  <a:pt x="19526" y="10660"/>
                </a:lnTo>
                <a:lnTo>
                  <a:pt x="19702" y="10802"/>
                </a:lnTo>
                <a:lnTo>
                  <a:pt x="19890" y="10930"/>
                </a:lnTo>
                <a:lnTo>
                  <a:pt x="20029" y="10982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6161767" y="3818163"/>
            <a:ext cx="19966" cy="16891"/>
          </a:xfrm>
          <a:custGeom>
            <a:avLst/>
            <a:gdLst/>
            <a:ahLst/>
            <a:cxnLst/>
            <a:rect l="l" t="t" r="r" b="b"/>
            <a:pathLst>
              <a:path w="19966" h="16891">
                <a:moveTo>
                  <a:pt x="0" y="0"/>
                </a:moveTo>
                <a:lnTo>
                  <a:pt x="175" y="141"/>
                </a:lnTo>
                <a:lnTo>
                  <a:pt x="364" y="283"/>
                </a:lnTo>
                <a:lnTo>
                  <a:pt x="502" y="373"/>
                </a:lnTo>
                <a:lnTo>
                  <a:pt x="678" y="514"/>
                </a:lnTo>
                <a:lnTo>
                  <a:pt x="866" y="656"/>
                </a:lnTo>
                <a:lnTo>
                  <a:pt x="1004" y="746"/>
                </a:lnTo>
                <a:lnTo>
                  <a:pt x="1180" y="888"/>
                </a:lnTo>
                <a:lnTo>
                  <a:pt x="1368" y="1029"/>
                </a:lnTo>
                <a:lnTo>
                  <a:pt x="1506" y="1081"/>
                </a:lnTo>
                <a:lnTo>
                  <a:pt x="1682" y="1223"/>
                </a:lnTo>
                <a:lnTo>
                  <a:pt x="1871" y="1364"/>
                </a:lnTo>
                <a:lnTo>
                  <a:pt x="2009" y="1454"/>
                </a:lnTo>
                <a:lnTo>
                  <a:pt x="2184" y="1596"/>
                </a:lnTo>
                <a:lnTo>
                  <a:pt x="2373" y="1738"/>
                </a:lnTo>
                <a:lnTo>
                  <a:pt x="2511" y="1828"/>
                </a:lnTo>
                <a:lnTo>
                  <a:pt x="2687" y="1969"/>
                </a:lnTo>
                <a:lnTo>
                  <a:pt x="2875" y="2111"/>
                </a:lnTo>
                <a:lnTo>
                  <a:pt x="3013" y="2201"/>
                </a:lnTo>
                <a:lnTo>
                  <a:pt x="3189" y="2343"/>
                </a:lnTo>
                <a:lnTo>
                  <a:pt x="3377" y="2484"/>
                </a:lnTo>
                <a:lnTo>
                  <a:pt x="3516" y="2587"/>
                </a:lnTo>
                <a:lnTo>
                  <a:pt x="3691" y="2716"/>
                </a:lnTo>
                <a:lnTo>
                  <a:pt x="3880" y="2858"/>
                </a:lnTo>
                <a:lnTo>
                  <a:pt x="4018" y="2961"/>
                </a:lnTo>
                <a:lnTo>
                  <a:pt x="4194" y="3102"/>
                </a:lnTo>
                <a:lnTo>
                  <a:pt x="4382" y="3244"/>
                </a:lnTo>
                <a:lnTo>
                  <a:pt x="4520" y="3334"/>
                </a:lnTo>
                <a:lnTo>
                  <a:pt x="4696" y="3476"/>
                </a:lnTo>
                <a:lnTo>
                  <a:pt x="4884" y="3656"/>
                </a:lnTo>
                <a:lnTo>
                  <a:pt x="5022" y="3707"/>
                </a:lnTo>
                <a:lnTo>
                  <a:pt x="5211" y="3901"/>
                </a:lnTo>
                <a:lnTo>
                  <a:pt x="5387" y="4042"/>
                </a:lnTo>
                <a:lnTo>
                  <a:pt x="5525" y="4132"/>
                </a:lnTo>
                <a:lnTo>
                  <a:pt x="5713" y="4274"/>
                </a:lnTo>
                <a:lnTo>
                  <a:pt x="5889" y="4416"/>
                </a:lnTo>
                <a:lnTo>
                  <a:pt x="6027" y="4506"/>
                </a:lnTo>
                <a:lnTo>
                  <a:pt x="6215" y="4647"/>
                </a:lnTo>
                <a:lnTo>
                  <a:pt x="6391" y="4828"/>
                </a:lnTo>
                <a:lnTo>
                  <a:pt x="6529" y="4879"/>
                </a:lnTo>
                <a:lnTo>
                  <a:pt x="6718" y="5072"/>
                </a:lnTo>
                <a:lnTo>
                  <a:pt x="6894" y="5214"/>
                </a:lnTo>
                <a:lnTo>
                  <a:pt x="7032" y="5304"/>
                </a:lnTo>
                <a:lnTo>
                  <a:pt x="7220" y="5446"/>
                </a:lnTo>
                <a:lnTo>
                  <a:pt x="7396" y="5626"/>
                </a:lnTo>
                <a:lnTo>
                  <a:pt x="7534" y="5729"/>
                </a:lnTo>
                <a:lnTo>
                  <a:pt x="7722" y="5870"/>
                </a:lnTo>
                <a:lnTo>
                  <a:pt x="7898" y="6051"/>
                </a:lnTo>
                <a:lnTo>
                  <a:pt x="8036" y="6102"/>
                </a:lnTo>
                <a:lnTo>
                  <a:pt x="8225" y="6282"/>
                </a:lnTo>
                <a:lnTo>
                  <a:pt x="8400" y="6424"/>
                </a:lnTo>
                <a:lnTo>
                  <a:pt x="8539" y="6527"/>
                </a:lnTo>
                <a:lnTo>
                  <a:pt x="8727" y="6707"/>
                </a:lnTo>
                <a:lnTo>
                  <a:pt x="8903" y="6849"/>
                </a:lnTo>
                <a:lnTo>
                  <a:pt x="9041" y="6939"/>
                </a:lnTo>
                <a:lnTo>
                  <a:pt x="9229" y="7081"/>
                </a:lnTo>
                <a:lnTo>
                  <a:pt x="9405" y="7274"/>
                </a:lnTo>
                <a:lnTo>
                  <a:pt x="9543" y="7364"/>
                </a:lnTo>
                <a:lnTo>
                  <a:pt x="9732" y="7506"/>
                </a:lnTo>
                <a:lnTo>
                  <a:pt x="9907" y="7699"/>
                </a:lnTo>
                <a:lnTo>
                  <a:pt x="10045" y="7789"/>
                </a:lnTo>
                <a:lnTo>
                  <a:pt x="10234" y="7930"/>
                </a:lnTo>
                <a:lnTo>
                  <a:pt x="10410" y="8124"/>
                </a:lnTo>
                <a:lnTo>
                  <a:pt x="10548" y="8214"/>
                </a:lnTo>
                <a:lnTo>
                  <a:pt x="10736" y="8394"/>
                </a:lnTo>
                <a:lnTo>
                  <a:pt x="10912" y="8536"/>
                </a:lnTo>
                <a:lnTo>
                  <a:pt x="11050" y="8639"/>
                </a:lnTo>
                <a:lnTo>
                  <a:pt x="11238" y="8819"/>
                </a:lnTo>
                <a:lnTo>
                  <a:pt x="11427" y="8960"/>
                </a:lnTo>
                <a:lnTo>
                  <a:pt x="11653" y="9154"/>
                </a:lnTo>
                <a:lnTo>
                  <a:pt x="11829" y="9334"/>
                </a:lnTo>
                <a:lnTo>
                  <a:pt x="12055" y="9527"/>
                </a:lnTo>
                <a:lnTo>
                  <a:pt x="12243" y="9669"/>
                </a:lnTo>
                <a:lnTo>
                  <a:pt x="12431" y="9849"/>
                </a:lnTo>
                <a:lnTo>
                  <a:pt x="12569" y="9952"/>
                </a:lnTo>
                <a:lnTo>
                  <a:pt x="12745" y="10132"/>
                </a:lnTo>
                <a:lnTo>
                  <a:pt x="12934" y="10325"/>
                </a:lnTo>
                <a:lnTo>
                  <a:pt x="13072" y="10415"/>
                </a:lnTo>
                <a:lnTo>
                  <a:pt x="13248" y="10557"/>
                </a:lnTo>
                <a:lnTo>
                  <a:pt x="13436" y="10750"/>
                </a:lnTo>
                <a:lnTo>
                  <a:pt x="13574" y="10840"/>
                </a:lnTo>
                <a:lnTo>
                  <a:pt x="13750" y="11033"/>
                </a:lnTo>
                <a:lnTo>
                  <a:pt x="13938" y="11214"/>
                </a:lnTo>
                <a:lnTo>
                  <a:pt x="14076" y="11304"/>
                </a:lnTo>
                <a:lnTo>
                  <a:pt x="14252" y="11497"/>
                </a:lnTo>
                <a:lnTo>
                  <a:pt x="14441" y="11638"/>
                </a:lnTo>
                <a:lnTo>
                  <a:pt x="14579" y="11729"/>
                </a:lnTo>
                <a:lnTo>
                  <a:pt x="14754" y="11922"/>
                </a:lnTo>
                <a:lnTo>
                  <a:pt x="14943" y="12102"/>
                </a:lnTo>
                <a:lnTo>
                  <a:pt x="15081" y="12205"/>
                </a:lnTo>
                <a:lnTo>
                  <a:pt x="15257" y="12385"/>
                </a:lnTo>
                <a:lnTo>
                  <a:pt x="15445" y="12578"/>
                </a:lnTo>
                <a:lnTo>
                  <a:pt x="15583" y="12668"/>
                </a:lnTo>
                <a:lnTo>
                  <a:pt x="15759" y="12862"/>
                </a:lnTo>
                <a:lnTo>
                  <a:pt x="15947" y="13042"/>
                </a:lnTo>
                <a:lnTo>
                  <a:pt x="16086" y="13145"/>
                </a:lnTo>
                <a:lnTo>
                  <a:pt x="16261" y="13325"/>
                </a:lnTo>
                <a:lnTo>
                  <a:pt x="16450" y="13518"/>
                </a:lnTo>
                <a:lnTo>
                  <a:pt x="16588" y="13608"/>
                </a:lnTo>
                <a:lnTo>
                  <a:pt x="16764" y="13801"/>
                </a:lnTo>
                <a:lnTo>
                  <a:pt x="16952" y="13982"/>
                </a:lnTo>
                <a:lnTo>
                  <a:pt x="17090" y="14072"/>
                </a:lnTo>
                <a:lnTo>
                  <a:pt x="17266" y="14265"/>
                </a:lnTo>
                <a:lnTo>
                  <a:pt x="17454" y="14458"/>
                </a:lnTo>
                <a:lnTo>
                  <a:pt x="17592" y="14548"/>
                </a:lnTo>
                <a:lnTo>
                  <a:pt x="17768" y="14728"/>
                </a:lnTo>
                <a:lnTo>
                  <a:pt x="17957" y="14922"/>
                </a:lnTo>
                <a:lnTo>
                  <a:pt x="18095" y="15012"/>
                </a:lnTo>
                <a:lnTo>
                  <a:pt x="18183" y="15153"/>
                </a:lnTo>
                <a:lnTo>
                  <a:pt x="18371" y="15346"/>
                </a:lnTo>
                <a:lnTo>
                  <a:pt x="18597" y="15527"/>
                </a:lnTo>
                <a:lnTo>
                  <a:pt x="18785" y="15720"/>
                </a:lnTo>
                <a:lnTo>
                  <a:pt x="18961" y="15913"/>
                </a:lnTo>
                <a:lnTo>
                  <a:pt x="19099" y="16003"/>
                </a:lnTo>
                <a:lnTo>
                  <a:pt x="19288" y="16183"/>
                </a:lnTo>
                <a:lnTo>
                  <a:pt x="19464" y="16428"/>
                </a:lnTo>
                <a:lnTo>
                  <a:pt x="19602" y="16518"/>
                </a:lnTo>
                <a:lnTo>
                  <a:pt x="19790" y="16711"/>
                </a:lnTo>
                <a:lnTo>
                  <a:pt x="19966" y="16891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6181734" y="3835055"/>
            <a:ext cx="20016" cy="22479"/>
          </a:xfrm>
          <a:custGeom>
            <a:avLst/>
            <a:gdLst/>
            <a:ahLst/>
            <a:cxnLst/>
            <a:rect l="l" t="t" r="r" b="b"/>
            <a:pathLst>
              <a:path w="20016" h="2247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4"/>
                </a:lnTo>
                <a:lnTo>
                  <a:pt x="640" y="605"/>
                </a:lnTo>
                <a:lnTo>
                  <a:pt x="828" y="798"/>
                </a:lnTo>
                <a:lnTo>
                  <a:pt x="1004" y="991"/>
                </a:lnTo>
                <a:lnTo>
                  <a:pt x="1142" y="1132"/>
                </a:lnTo>
                <a:lnTo>
                  <a:pt x="1331" y="1313"/>
                </a:lnTo>
                <a:lnTo>
                  <a:pt x="1506" y="1506"/>
                </a:lnTo>
                <a:lnTo>
                  <a:pt x="1645" y="1596"/>
                </a:lnTo>
                <a:lnTo>
                  <a:pt x="1833" y="1828"/>
                </a:lnTo>
                <a:lnTo>
                  <a:pt x="2009" y="2021"/>
                </a:lnTo>
                <a:lnTo>
                  <a:pt x="2147" y="2111"/>
                </a:lnTo>
                <a:lnTo>
                  <a:pt x="2335" y="2304"/>
                </a:lnTo>
                <a:lnTo>
                  <a:pt x="2423" y="2446"/>
                </a:lnTo>
                <a:lnTo>
                  <a:pt x="2649" y="2626"/>
                </a:lnTo>
                <a:lnTo>
                  <a:pt x="2837" y="2819"/>
                </a:lnTo>
                <a:lnTo>
                  <a:pt x="2925" y="2961"/>
                </a:lnTo>
                <a:lnTo>
                  <a:pt x="3151" y="3141"/>
                </a:lnTo>
                <a:lnTo>
                  <a:pt x="3340" y="3334"/>
                </a:lnTo>
                <a:lnTo>
                  <a:pt x="3428" y="3476"/>
                </a:lnTo>
                <a:lnTo>
                  <a:pt x="3654" y="3656"/>
                </a:lnTo>
                <a:lnTo>
                  <a:pt x="3842" y="3901"/>
                </a:lnTo>
                <a:lnTo>
                  <a:pt x="4018" y="4081"/>
                </a:lnTo>
                <a:lnTo>
                  <a:pt x="4156" y="4171"/>
                </a:lnTo>
                <a:lnTo>
                  <a:pt x="4344" y="4416"/>
                </a:lnTo>
                <a:lnTo>
                  <a:pt x="4520" y="4596"/>
                </a:lnTo>
                <a:lnTo>
                  <a:pt x="4658" y="4699"/>
                </a:lnTo>
                <a:lnTo>
                  <a:pt x="4759" y="4828"/>
                </a:lnTo>
                <a:lnTo>
                  <a:pt x="4935" y="5021"/>
                </a:lnTo>
                <a:lnTo>
                  <a:pt x="5161" y="5252"/>
                </a:lnTo>
                <a:lnTo>
                  <a:pt x="5349" y="5446"/>
                </a:lnTo>
                <a:lnTo>
                  <a:pt x="5437" y="5587"/>
                </a:lnTo>
                <a:lnTo>
                  <a:pt x="5663" y="5767"/>
                </a:lnTo>
                <a:lnTo>
                  <a:pt x="5851" y="6012"/>
                </a:lnTo>
                <a:lnTo>
                  <a:pt x="6040" y="6192"/>
                </a:lnTo>
                <a:lnTo>
                  <a:pt x="6178" y="6334"/>
                </a:lnTo>
                <a:lnTo>
                  <a:pt x="6354" y="6527"/>
                </a:lnTo>
                <a:lnTo>
                  <a:pt x="6542" y="6759"/>
                </a:lnTo>
                <a:lnTo>
                  <a:pt x="6680" y="6849"/>
                </a:lnTo>
                <a:lnTo>
                  <a:pt x="6856" y="7081"/>
                </a:lnTo>
                <a:lnTo>
                  <a:pt x="7044" y="7274"/>
                </a:lnTo>
                <a:lnTo>
                  <a:pt x="7182" y="7415"/>
                </a:lnTo>
                <a:lnTo>
                  <a:pt x="7358" y="7609"/>
                </a:lnTo>
                <a:lnTo>
                  <a:pt x="7446" y="7737"/>
                </a:lnTo>
                <a:lnTo>
                  <a:pt x="7685" y="7930"/>
                </a:lnTo>
                <a:lnTo>
                  <a:pt x="7773" y="8072"/>
                </a:lnTo>
                <a:lnTo>
                  <a:pt x="7948" y="8265"/>
                </a:lnTo>
                <a:lnTo>
                  <a:pt x="8049" y="8394"/>
                </a:lnTo>
                <a:lnTo>
                  <a:pt x="8187" y="8497"/>
                </a:lnTo>
                <a:lnTo>
                  <a:pt x="8363" y="8729"/>
                </a:lnTo>
                <a:lnTo>
                  <a:pt x="8551" y="8960"/>
                </a:lnTo>
                <a:lnTo>
                  <a:pt x="8689" y="9051"/>
                </a:lnTo>
                <a:lnTo>
                  <a:pt x="8865" y="9295"/>
                </a:lnTo>
                <a:lnTo>
                  <a:pt x="9053" y="9475"/>
                </a:lnTo>
                <a:lnTo>
                  <a:pt x="9192" y="9617"/>
                </a:lnTo>
                <a:lnTo>
                  <a:pt x="9367" y="9849"/>
                </a:lnTo>
                <a:lnTo>
                  <a:pt x="9556" y="10042"/>
                </a:lnTo>
                <a:lnTo>
                  <a:pt x="9694" y="10184"/>
                </a:lnTo>
                <a:lnTo>
                  <a:pt x="9870" y="10415"/>
                </a:lnTo>
                <a:lnTo>
                  <a:pt x="10058" y="10608"/>
                </a:lnTo>
                <a:lnTo>
                  <a:pt x="10196" y="10750"/>
                </a:lnTo>
                <a:lnTo>
                  <a:pt x="10372" y="10982"/>
                </a:lnTo>
                <a:lnTo>
                  <a:pt x="10560" y="11162"/>
                </a:lnTo>
                <a:lnTo>
                  <a:pt x="10698" y="11304"/>
                </a:lnTo>
                <a:lnTo>
                  <a:pt x="10874" y="11548"/>
                </a:lnTo>
                <a:lnTo>
                  <a:pt x="11063" y="11780"/>
                </a:lnTo>
                <a:lnTo>
                  <a:pt x="11201" y="11870"/>
                </a:lnTo>
                <a:lnTo>
                  <a:pt x="11377" y="12102"/>
                </a:lnTo>
                <a:lnTo>
                  <a:pt x="11565" y="12347"/>
                </a:lnTo>
                <a:lnTo>
                  <a:pt x="11703" y="12437"/>
                </a:lnTo>
                <a:lnTo>
                  <a:pt x="11791" y="12578"/>
                </a:lnTo>
                <a:lnTo>
                  <a:pt x="11979" y="12810"/>
                </a:lnTo>
                <a:lnTo>
                  <a:pt x="12205" y="13042"/>
                </a:lnTo>
                <a:lnTo>
                  <a:pt x="12394" y="13274"/>
                </a:lnTo>
                <a:lnTo>
                  <a:pt x="12569" y="13518"/>
                </a:lnTo>
                <a:lnTo>
                  <a:pt x="12708" y="13608"/>
                </a:lnTo>
                <a:lnTo>
                  <a:pt x="12796" y="13750"/>
                </a:lnTo>
                <a:lnTo>
                  <a:pt x="12984" y="13943"/>
                </a:lnTo>
                <a:lnTo>
                  <a:pt x="13072" y="14072"/>
                </a:lnTo>
                <a:lnTo>
                  <a:pt x="13210" y="14175"/>
                </a:lnTo>
                <a:lnTo>
                  <a:pt x="13298" y="14316"/>
                </a:lnTo>
                <a:lnTo>
                  <a:pt x="13486" y="14548"/>
                </a:lnTo>
                <a:lnTo>
                  <a:pt x="13574" y="14690"/>
                </a:lnTo>
                <a:lnTo>
                  <a:pt x="13712" y="14780"/>
                </a:lnTo>
                <a:lnTo>
                  <a:pt x="13800" y="14922"/>
                </a:lnTo>
                <a:lnTo>
                  <a:pt x="13988" y="15153"/>
                </a:lnTo>
                <a:lnTo>
                  <a:pt x="14215" y="15385"/>
                </a:lnTo>
                <a:lnTo>
                  <a:pt x="14403" y="15630"/>
                </a:lnTo>
                <a:lnTo>
                  <a:pt x="14579" y="15861"/>
                </a:lnTo>
                <a:lnTo>
                  <a:pt x="14717" y="15952"/>
                </a:lnTo>
                <a:lnTo>
                  <a:pt x="14805" y="16093"/>
                </a:lnTo>
                <a:lnTo>
                  <a:pt x="14993" y="16325"/>
                </a:lnTo>
                <a:lnTo>
                  <a:pt x="15081" y="16467"/>
                </a:lnTo>
                <a:lnTo>
                  <a:pt x="15219" y="16570"/>
                </a:lnTo>
                <a:lnTo>
                  <a:pt x="15307" y="16711"/>
                </a:lnTo>
                <a:lnTo>
                  <a:pt x="15495" y="16943"/>
                </a:lnTo>
                <a:lnTo>
                  <a:pt x="15721" y="17175"/>
                </a:lnTo>
                <a:lnTo>
                  <a:pt x="15809" y="17316"/>
                </a:lnTo>
                <a:lnTo>
                  <a:pt x="15998" y="17548"/>
                </a:lnTo>
                <a:lnTo>
                  <a:pt x="16224" y="17780"/>
                </a:lnTo>
                <a:lnTo>
                  <a:pt x="16412" y="18024"/>
                </a:lnTo>
                <a:lnTo>
                  <a:pt x="16500" y="18166"/>
                </a:lnTo>
                <a:lnTo>
                  <a:pt x="16726" y="18398"/>
                </a:lnTo>
                <a:lnTo>
                  <a:pt x="16914" y="18630"/>
                </a:lnTo>
                <a:lnTo>
                  <a:pt x="17002" y="18771"/>
                </a:lnTo>
                <a:lnTo>
                  <a:pt x="17228" y="19003"/>
                </a:lnTo>
                <a:lnTo>
                  <a:pt x="17417" y="19235"/>
                </a:lnTo>
                <a:lnTo>
                  <a:pt x="17505" y="19376"/>
                </a:lnTo>
                <a:lnTo>
                  <a:pt x="17731" y="19608"/>
                </a:lnTo>
                <a:lnTo>
                  <a:pt x="17831" y="19750"/>
                </a:lnTo>
                <a:lnTo>
                  <a:pt x="18007" y="19994"/>
                </a:lnTo>
                <a:lnTo>
                  <a:pt x="18095" y="20136"/>
                </a:lnTo>
                <a:lnTo>
                  <a:pt x="18233" y="20226"/>
                </a:lnTo>
                <a:lnTo>
                  <a:pt x="18333" y="20368"/>
                </a:lnTo>
                <a:lnTo>
                  <a:pt x="18509" y="20599"/>
                </a:lnTo>
                <a:lnTo>
                  <a:pt x="18610" y="20741"/>
                </a:lnTo>
                <a:lnTo>
                  <a:pt x="18836" y="20973"/>
                </a:lnTo>
                <a:lnTo>
                  <a:pt x="18924" y="21114"/>
                </a:lnTo>
                <a:lnTo>
                  <a:pt x="19112" y="21346"/>
                </a:lnTo>
                <a:lnTo>
                  <a:pt x="19237" y="21488"/>
                </a:lnTo>
                <a:lnTo>
                  <a:pt x="19426" y="21720"/>
                </a:lnTo>
                <a:lnTo>
                  <a:pt x="19514" y="21861"/>
                </a:lnTo>
                <a:lnTo>
                  <a:pt x="19752" y="22106"/>
                </a:lnTo>
                <a:lnTo>
                  <a:pt x="19840" y="22247"/>
                </a:lnTo>
                <a:lnTo>
                  <a:pt x="19928" y="2238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6201750" y="3857535"/>
            <a:ext cx="20029" cy="27732"/>
          </a:xfrm>
          <a:custGeom>
            <a:avLst/>
            <a:gdLst/>
            <a:ahLst/>
            <a:cxnLst/>
            <a:rect l="l" t="t" r="r" b="b"/>
            <a:pathLst>
              <a:path w="20029" h="2773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4"/>
                </a:lnTo>
                <a:lnTo>
                  <a:pt x="502" y="656"/>
                </a:lnTo>
                <a:lnTo>
                  <a:pt x="740" y="888"/>
                </a:lnTo>
                <a:lnTo>
                  <a:pt x="828" y="1029"/>
                </a:lnTo>
                <a:lnTo>
                  <a:pt x="916" y="1171"/>
                </a:lnTo>
                <a:lnTo>
                  <a:pt x="1105" y="1403"/>
                </a:lnTo>
                <a:lnTo>
                  <a:pt x="1243" y="1544"/>
                </a:lnTo>
                <a:lnTo>
                  <a:pt x="1331" y="1686"/>
                </a:lnTo>
                <a:lnTo>
                  <a:pt x="1506" y="1918"/>
                </a:lnTo>
                <a:lnTo>
                  <a:pt x="1607" y="2059"/>
                </a:lnTo>
                <a:lnTo>
                  <a:pt x="1745" y="2150"/>
                </a:lnTo>
                <a:lnTo>
                  <a:pt x="1833" y="2291"/>
                </a:lnTo>
                <a:lnTo>
                  <a:pt x="1921" y="2433"/>
                </a:lnTo>
                <a:lnTo>
                  <a:pt x="2009" y="2574"/>
                </a:lnTo>
                <a:lnTo>
                  <a:pt x="2247" y="2806"/>
                </a:lnTo>
                <a:lnTo>
                  <a:pt x="2335" y="2948"/>
                </a:lnTo>
                <a:lnTo>
                  <a:pt x="2423" y="3089"/>
                </a:lnTo>
                <a:lnTo>
                  <a:pt x="2524" y="3231"/>
                </a:lnTo>
                <a:lnTo>
                  <a:pt x="2750" y="3463"/>
                </a:lnTo>
                <a:lnTo>
                  <a:pt x="2837" y="3604"/>
                </a:lnTo>
                <a:lnTo>
                  <a:pt x="2925" y="3746"/>
                </a:lnTo>
                <a:lnTo>
                  <a:pt x="3114" y="3991"/>
                </a:lnTo>
                <a:lnTo>
                  <a:pt x="3252" y="4132"/>
                </a:lnTo>
                <a:lnTo>
                  <a:pt x="3340" y="4261"/>
                </a:lnTo>
                <a:lnTo>
                  <a:pt x="3428" y="4403"/>
                </a:lnTo>
                <a:lnTo>
                  <a:pt x="3616" y="4647"/>
                </a:lnTo>
                <a:lnTo>
                  <a:pt x="3754" y="4789"/>
                </a:lnTo>
                <a:lnTo>
                  <a:pt x="3842" y="4918"/>
                </a:lnTo>
                <a:lnTo>
                  <a:pt x="3930" y="5059"/>
                </a:lnTo>
                <a:lnTo>
                  <a:pt x="4118" y="5304"/>
                </a:lnTo>
                <a:lnTo>
                  <a:pt x="4256" y="5446"/>
                </a:lnTo>
                <a:lnTo>
                  <a:pt x="4344" y="5574"/>
                </a:lnTo>
                <a:lnTo>
                  <a:pt x="4432" y="5716"/>
                </a:lnTo>
                <a:lnTo>
                  <a:pt x="4621" y="5961"/>
                </a:lnTo>
                <a:lnTo>
                  <a:pt x="4759" y="6102"/>
                </a:lnTo>
                <a:lnTo>
                  <a:pt x="4847" y="6244"/>
                </a:lnTo>
                <a:lnTo>
                  <a:pt x="4935" y="6373"/>
                </a:lnTo>
                <a:lnTo>
                  <a:pt x="5035" y="6514"/>
                </a:lnTo>
                <a:lnTo>
                  <a:pt x="5261" y="6759"/>
                </a:lnTo>
                <a:lnTo>
                  <a:pt x="5349" y="6900"/>
                </a:lnTo>
                <a:lnTo>
                  <a:pt x="5437" y="7029"/>
                </a:lnTo>
                <a:lnTo>
                  <a:pt x="5537" y="7171"/>
                </a:lnTo>
                <a:lnTo>
                  <a:pt x="5625" y="7312"/>
                </a:lnTo>
                <a:lnTo>
                  <a:pt x="5763" y="7415"/>
                </a:lnTo>
                <a:lnTo>
                  <a:pt x="5851" y="7557"/>
                </a:lnTo>
                <a:lnTo>
                  <a:pt x="5952" y="7686"/>
                </a:lnTo>
                <a:lnTo>
                  <a:pt x="6040" y="7827"/>
                </a:lnTo>
                <a:lnTo>
                  <a:pt x="6128" y="7969"/>
                </a:lnTo>
                <a:lnTo>
                  <a:pt x="6266" y="8111"/>
                </a:lnTo>
                <a:lnTo>
                  <a:pt x="6354" y="8252"/>
                </a:lnTo>
                <a:lnTo>
                  <a:pt x="6454" y="8394"/>
                </a:lnTo>
                <a:lnTo>
                  <a:pt x="6630" y="8626"/>
                </a:lnTo>
                <a:lnTo>
                  <a:pt x="6768" y="8767"/>
                </a:lnTo>
                <a:lnTo>
                  <a:pt x="6856" y="8909"/>
                </a:lnTo>
                <a:lnTo>
                  <a:pt x="6956" y="9051"/>
                </a:lnTo>
                <a:lnTo>
                  <a:pt x="7044" y="9192"/>
                </a:lnTo>
                <a:lnTo>
                  <a:pt x="7132" y="9334"/>
                </a:lnTo>
                <a:lnTo>
                  <a:pt x="7270" y="9475"/>
                </a:lnTo>
                <a:lnTo>
                  <a:pt x="7358" y="9617"/>
                </a:lnTo>
                <a:lnTo>
                  <a:pt x="7547" y="9849"/>
                </a:lnTo>
                <a:lnTo>
                  <a:pt x="7634" y="9990"/>
                </a:lnTo>
                <a:lnTo>
                  <a:pt x="7773" y="10132"/>
                </a:lnTo>
                <a:lnTo>
                  <a:pt x="7860" y="10274"/>
                </a:lnTo>
                <a:lnTo>
                  <a:pt x="7961" y="10415"/>
                </a:lnTo>
                <a:lnTo>
                  <a:pt x="8049" y="10557"/>
                </a:lnTo>
                <a:lnTo>
                  <a:pt x="8137" y="10699"/>
                </a:lnTo>
                <a:lnTo>
                  <a:pt x="8275" y="10840"/>
                </a:lnTo>
                <a:lnTo>
                  <a:pt x="8363" y="10982"/>
                </a:lnTo>
                <a:lnTo>
                  <a:pt x="8463" y="11123"/>
                </a:lnTo>
                <a:lnTo>
                  <a:pt x="8551" y="11252"/>
                </a:lnTo>
                <a:lnTo>
                  <a:pt x="8777" y="11497"/>
                </a:lnTo>
                <a:lnTo>
                  <a:pt x="8865" y="11638"/>
                </a:lnTo>
                <a:lnTo>
                  <a:pt x="8966" y="11780"/>
                </a:lnTo>
                <a:lnTo>
                  <a:pt x="9053" y="11909"/>
                </a:lnTo>
                <a:lnTo>
                  <a:pt x="9141" y="12050"/>
                </a:lnTo>
                <a:lnTo>
                  <a:pt x="9279" y="12192"/>
                </a:lnTo>
                <a:lnTo>
                  <a:pt x="9367" y="12334"/>
                </a:lnTo>
                <a:lnTo>
                  <a:pt x="9468" y="12475"/>
                </a:lnTo>
                <a:lnTo>
                  <a:pt x="9556" y="12617"/>
                </a:lnTo>
                <a:lnTo>
                  <a:pt x="9644" y="12759"/>
                </a:lnTo>
                <a:lnTo>
                  <a:pt x="9782" y="12900"/>
                </a:lnTo>
                <a:lnTo>
                  <a:pt x="9882" y="13042"/>
                </a:lnTo>
                <a:lnTo>
                  <a:pt x="9970" y="13183"/>
                </a:lnTo>
                <a:lnTo>
                  <a:pt x="10058" y="13325"/>
                </a:lnTo>
                <a:lnTo>
                  <a:pt x="10146" y="13467"/>
                </a:lnTo>
                <a:lnTo>
                  <a:pt x="10284" y="13608"/>
                </a:lnTo>
                <a:lnTo>
                  <a:pt x="10384" y="13750"/>
                </a:lnTo>
                <a:lnTo>
                  <a:pt x="10472" y="13892"/>
                </a:lnTo>
                <a:lnTo>
                  <a:pt x="10560" y="14020"/>
                </a:lnTo>
                <a:lnTo>
                  <a:pt x="10648" y="14162"/>
                </a:lnTo>
                <a:lnTo>
                  <a:pt x="10786" y="14304"/>
                </a:lnTo>
                <a:lnTo>
                  <a:pt x="10887" y="14445"/>
                </a:lnTo>
                <a:lnTo>
                  <a:pt x="10975" y="14587"/>
                </a:lnTo>
                <a:lnTo>
                  <a:pt x="11063" y="14728"/>
                </a:lnTo>
                <a:lnTo>
                  <a:pt x="11150" y="14870"/>
                </a:lnTo>
                <a:lnTo>
                  <a:pt x="11289" y="15012"/>
                </a:lnTo>
                <a:lnTo>
                  <a:pt x="11389" y="15153"/>
                </a:lnTo>
                <a:lnTo>
                  <a:pt x="11477" y="15295"/>
                </a:lnTo>
                <a:lnTo>
                  <a:pt x="11565" y="15437"/>
                </a:lnTo>
                <a:lnTo>
                  <a:pt x="11653" y="15578"/>
                </a:lnTo>
                <a:lnTo>
                  <a:pt x="11791" y="15720"/>
                </a:lnTo>
                <a:lnTo>
                  <a:pt x="11891" y="15861"/>
                </a:lnTo>
                <a:lnTo>
                  <a:pt x="11979" y="16003"/>
                </a:lnTo>
                <a:lnTo>
                  <a:pt x="12067" y="16132"/>
                </a:lnTo>
                <a:lnTo>
                  <a:pt x="12168" y="16273"/>
                </a:lnTo>
                <a:lnTo>
                  <a:pt x="12293" y="16415"/>
                </a:lnTo>
                <a:lnTo>
                  <a:pt x="12394" y="16557"/>
                </a:lnTo>
                <a:lnTo>
                  <a:pt x="12482" y="16698"/>
                </a:lnTo>
                <a:lnTo>
                  <a:pt x="12569" y="16840"/>
                </a:lnTo>
                <a:lnTo>
                  <a:pt x="12670" y="16982"/>
                </a:lnTo>
                <a:lnTo>
                  <a:pt x="12796" y="17123"/>
                </a:lnTo>
                <a:lnTo>
                  <a:pt x="12896" y="17265"/>
                </a:lnTo>
                <a:lnTo>
                  <a:pt x="12984" y="17406"/>
                </a:lnTo>
                <a:lnTo>
                  <a:pt x="13072" y="17548"/>
                </a:lnTo>
                <a:lnTo>
                  <a:pt x="13172" y="17690"/>
                </a:lnTo>
                <a:lnTo>
                  <a:pt x="13298" y="17831"/>
                </a:lnTo>
                <a:lnTo>
                  <a:pt x="13398" y="17973"/>
                </a:lnTo>
                <a:lnTo>
                  <a:pt x="13486" y="18153"/>
                </a:lnTo>
                <a:lnTo>
                  <a:pt x="13574" y="18295"/>
                </a:lnTo>
                <a:lnTo>
                  <a:pt x="13675" y="18436"/>
                </a:lnTo>
                <a:lnTo>
                  <a:pt x="13813" y="18578"/>
                </a:lnTo>
                <a:lnTo>
                  <a:pt x="13901" y="18720"/>
                </a:lnTo>
                <a:lnTo>
                  <a:pt x="13988" y="18861"/>
                </a:lnTo>
                <a:lnTo>
                  <a:pt x="14076" y="19003"/>
                </a:lnTo>
                <a:lnTo>
                  <a:pt x="14177" y="19145"/>
                </a:lnTo>
                <a:lnTo>
                  <a:pt x="14315" y="19286"/>
                </a:lnTo>
                <a:lnTo>
                  <a:pt x="14403" y="19428"/>
                </a:lnTo>
                <a:lnTo>
                  <a:pt x="14491" y="19569"/>
                </a:lnTo>
                <a:lnTo>
                  <a:pt x="14579" y="19698"/>
                </a:lnTo>
                <a:lnTo>
                  <a:pt x="14679" y="19891"/>
                </a:lnTo>
                <a:lnTo>
                  <a:pt x="14817" y="20033"/>
                </a:lnTo>
                <a:lnTo>
                  <a:pt x="14905" y="20175"/>
                </a:lnTo>
                <a:lnTo>
                  <a:pt x="14993" y="20316"/>
                </a:lnTo>
                <a:lnTo>
                  <a:pt x="15081" y="20458"/>
                </a:lnTo>
                <a:lnTo>
                  <a:pt x="15181" y="20599"/>
                </a:lnTo>
                <a:lnTo>
                  <a:pt x="15320" y="20741"/>
                </a:lnTo>
                <a:lnTo>
                  <a:pt x="15407" y="20883"/>
                </a:lnTo>
                <a:lnTo>
                  <a:pt x="15495" y="21024"/>
                </a:lnTo>
                <a:lnTo>
                  <a:pt x="15583" y="21205"/>
                </a:lnTo>
                <a:lnTo>
                  <a:pt x="15684" y="21346"/>
                </a:lnTo>
                <a:lnTo>
                  <a:pt x="15822" y="21488"/>
                </a:lnTo>
                <a:lnTo>
                  <a:pt x="15910" y="21629"/>
                </a:lnTo>
                <a:lnTo>
                  <a:pt x="15998" y="21771"/>
                </a:lnTo>
                <a:lnTo>
                  <a:pt x="16098" y="21913"/>
                </a:lnTo>
                <a:lnTo>
                  <a:pt x="16186" y="22054"/>
                </a:lnTo>
                <a:lnTo>
                  <a:pt x="16324" y="22196"/>
                </a:lnTo>
                <a:lnTo>
                  <a:pt x="16412" y="22376"/>
                </a:lnTo>
                <a:lnTo>
                  <a:pt x="16500" y="22518"/>
                </a:lnTo>
                <a:lnTo>
                  <a:pt x="16600" y="22659"/>
                </a:lnTo>
                <a:lnTo>
                  <a:pt x="16688" y="22801"/>
                </a:lnTo>
                <a:lnTo>
                  <a:pt x="16826" y="22943"/>
                </a:lnTo>
                <a:lnTo>
                  <a:pt x="16914" y="23084"/>
                </a:lnTo>
                <a:lnTo>
                  <a:pt x="17002" y="23226"/>
                </a:lnTo>
                <a:lnTo>
                  <a:pt x="17103" y="23406"/>
                </a:lnTo>
                <a:lnTo>
                  <a:pt x="17191" y="23548"/>
                </a:lnTo>
                <a:lnTo>
                  <a:pt x="17329" y="23689"/>
                </a:lnTo>
                <a:lnTo>
                  <a:pt x="17417" y="23831"/>
                </a:lnTo>
                <a:lnTo>
                  <a:pt x="17505" y="23973"/>
                </a:lnTo>
                <a:lnTo>
                  <a:pt x="17605" y="24114"/>
                </a:lnTo>
                <a:lnTo>
                  <a:pt x="17693" y="24307"/>
                </a:lnTo>
                <a:lnTo>
                  <a:pt x="17831" y="24449"/>
                </a:lnTo>
                <a:lnTo>
                  <a:pt x="17919" y="24578"/>
                </a:lnTo>
                <a:lnTo>
                  <a:pt x="18007" y="24719"/>
                </a:lnTo>
                <a:lnTo>
                  <a:pt x="18107" y="24861"/>
                </a:lnTo>
                <a:lnTo>
                  <a:pt x="18195" y="25054"/>
                </a:lnTo>
                <a:lnTo>
                  <a:pt x="18333" y="25196"/>
                </a:lnTo>
                <a:lnTo>
                  <a:pt x="18421" y="25337"/>
                </a:lnTo>
                <a:lnTo>
                  <a:pt x="18509" y="25479"/>
                </a:lnTo>
                <a:lnTo>
                  <a:pt x="18610" y="25621"/>
                </a:lnTo>
                <a:lnTo>
                  <a:pt x="18698" y="25801"/>
                </a:lnTo>
                <a:lnTo>
                  <a:pt x="18836" y="25943"/>
                </a:lnTo>
                <a:lnTo>
                  <a:pt x="18924" y="26084"/>
                </a:lnTo>
                <a:lnTo>
                  <a:pt x="19011" y="26226"/>
                </a:lnTo>
                <a:lnTo>
                  <a:pt x="19112" y="26367"/>
                </a:lnTo>
                <a:lnTo>
                  <a:pt x="19200" y="26561"/>
                </a:lnTo>
                <a:lnTo>
                  <a:pt x="19338" y="26689"/>
                </a:lnTo>
                <a:lnTo>
                  <a:pt x="19426" y="26831"/>
                </a:lnTo>
                <a:lnTo>
                  <a:pt x="19514" y="26973"/>
                </a:lnTo>
                <a:lnTo>
                  <a:pt x="19614" y="27166"/>
                </a:lnTo>
                <a:lnTo>
                  <a:pt x="19702" y="27307"/>
                </a:lnTo>
                <a:lnTo>
                  <a:pt x="19840" y="27449"/>
                </a:lnTo>
                <a:lnTo>
                  <a:pt x="19928" y="27591"/>
                </a:lnTo>
                <a:lnTo>
                  <a:pt x="20029" y="27732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6221779" y="3885267"/>
            <a:ext cx="20016" cy="32560"/>
          </a:xfrm>
          <a:custGeom>
            <a:avLst/>
            <a:gdLst/>
            <a:ahLst/>
            <a:cxnLst/>
            <a:rect l="l" t="t" r="r" b="b"/>
            <a:pathLst>
              <a:path w="20016" h="32560">
                <a:moveTo>
                  <a:pt x="0" y="0"/>
                </a:moveTo>
                <a:lnTo>
                  <a:pt x="87" y="180"/>
                </a:lnTo>
                <a:lnTo>
                  <a:pt x="175" y="321"/>
                </a:lnTo>
                <a:lnTo>
                  <a:pt x="313" y="463"/>
                </a:lnTo>
                <a:lnTo>
                  <a:pt x="401" y="605"/>
                </a:lnTo>
                <a:lnTo>
                  <a:pt x="502" y="798"/>
                </a:lnTo>
                <a:lnTo>
                  <a:pt x="590" y="939"/>
                </a:lnTo>
                <a:lnTo>
                  <a:pt x="678" y="1068"/>
                </a:lnTo>
                <a:lnTo>
                  <a:pt x="816" y="1210"/>
                </a:lnTo>
                <a:lnTo>
                  <a:pt x="904" y="1403"/>
                </a:lnTo>
                <a:lnTo>
                  <a:pt x="1004" y="1544"/>
                </a:lnTo>
                <a:lnTo>
                  <a:pt x="1092" y="1686"/>
                </a:lnTo>
                <a:lnTo>
                  <a:pt x="1180" y="1828"/>
                </a:lnTo>
                <a:lnTo>
                  <a:pt x="1318" y="2008"/>
                </a:lnTo>
                <a:lnTo>
                  <a:pt x="1406" y="2150"/>
                </a:lnTo>
                <a:lnTo>
                  <a:pt x="1506" y="2291"/>
                </a:lnTo>
                <a:lnTo>
                  <a:pt x="1594" y="2484"/>
                </a:lnTo>
                <a:lnTo>
                  <a:pt x="1682" y="2626"/>
                </a:lnTo>
                <a:lnTo>
                  <a:pt x="1820" y="2768"/>
                </a:lnTo>
                <a:lnTo>
                  <a:pt x="1908" y="2909"/>
                </a:lnTo>
                <a:lnTo>
                  <a:pt x="2009" y="3089"/>
                </a:lnTo>
                <a:lnTo>
                  <a:pt x="2097" y="3231"/>
                </a:lnTo>
                <a:lnTo>
                  <a:pt x="2184" y="3373"/>
                </a:lnTo>
                <a:lnTo>
                  <a:pt x="2323" y="3566"/>
                </a:lnTo>
                <a:lnTo>
                  <a:pt x="2411" y="3707"/>
                </a:lnTo>
                <a:lnTo>
                  <a:pt x="2511" y="3849"/>
                </a:lnTo>
                <a:lnTo>
                  <a:pt x="2599" y="3978"/>
                </a:lnTo>
                <a:lnTo>
                  <a:pt x="2687" y="4171"/>
                </a:lnTo>
                <a:lnTo>
                  <a:pt x="2825" y="4313"/>
                </a:lnTo>
                <a:lnTo>
                  <a:pt x="2913" y="4454"/>
                </a:lnTo>
                <a:lnTo>
                  <a:pt x="3013" y="4634"/>
                </a:lnTo>
                <a:lnTo>
                  <a:pt x="3101" y="4776"/>
                </a:lnTo>
                <a:lnTo>
                  <a:pt x="3189" y="4918"/>
                </a:lnTo>
                <a:lnTo>
                  <a:pt x="3327" y="5111"/>
                </a:lnTo>
                <a:lnTo>
                  <a:pt x="3428" y="5252"/>
                </a:lnTo>
                <a:lnTo>
                  <a:pt x="3516" y="5394"/>
                </a:lnTo>
                <a:lnTo>
                  <a:pt x="3603" y="5574"/>
                </a:lnTo>
                <a:lnTo>
                  <a:pt x="3691" y="5716"/>
                </a:lnTo>
                <a:lnTo>
                  <a:pt x="3830" y="5858"/>
                </a:lnTo>
                <a:lnTo>
                  <a:pt x="3930" y="6051"/>
                </a:lnTo>
                <a:lnTo>
                  <a:pt x="4018" y="6192"/>
                </a:lnTo>
                <a:lnTo>
                  <a:pt x="4106" y="6334"/>
                </a:lnTo>
                <a:lnTo>
                  <a:pt x="4194" y="6514"/>
                </a:lnTo>
                <a:lnTo>
                  <a:pt x="4332" y="6656"/>
                </a:lnTo>
                <a:lnTo>
                  <a:pt x="4432" y="6797"/>
                </a:lnTo>
                <a:lnTo>
                  <a:pt x="4520" y="6991"/>
                </a:lnTo>
                <a:lnTo>
                  <a:pt x="4608" y="7132"/>
                </a:lnTo>
                <a:lnTo>
                  <a:pt x="4696" y="7274"/>
                </a:lnTo>
                <a:lnTo>
                  <a:pt x="4834" y="7454"/>
                </a:lnTo>
                <a:lnTo>
                  <a:pt x="4935" y="7596"/>
                </a:lnTo>
                <a:lnTo>
                  <a:pt x="5022" y="7789"/>
                </a:lnTo>
                <a:lnTo>
                  <a:pt x="5110" y="7930"/>
                </a:lnTo>
                <a:lnTo>
                  <a:pt x="5198" y="8072"/>
                </a:lnTo>
                <a:lnTo>
                  <a:pt x="5336" y="8252"/>
                </a:lnTo>
                <a:lnTo>
                  <a:pt x="5437" y="8394"/>
                </a:lnTo>
                <a:lnTo>
                  <a:pt x="5525" y="8536"/>
                </a:lnTo>
                <a:lnTo>
                  <a:pt x="5613" y="8729"/>
                </a:lnTo>
                <a:lnTo>
                  <a:pt x="5713" y="8857"/>
                </a:lnTo>
                <a:lnTo>
                  <a:pt x="5839" y="9051"/>
                </a:lnTo>
                <a:lnTo>
                  <a:pt x="5939" y="9192"/>
                </a:lnTo>
                <a:lnTo>
                  <a:pt x="6027" y="9334"/>
                </a:lnTo>
                <a:lnTo>
                  <a:pt x="6115" y="9514"/>
                </a:lnTo>
                <a:lnTo>
                  <a:pt x="6215" y="9656"/>
                </a:lnTo>
                <a:lnTo>
                  <a:pt x="6341" y="9849"/>
                </a:lnTo>
                <a:lnTo>
                  <a:pt x="6441" y="9990"/>
                </a:lnTo>
                <a:lnTo>
                  <a:pt x="6529" y="10132"/>
                </a:lnTo>
                <a:lnTo>
                  <a:pt x="6617" y="10312"/>
                </a:lnTo>
                <a:lnTo>
                  <a:pt x="6718" y="10454"/>
                </a:lnTo>
                <a:lnTo>
                  <a:pt x="6843" y="10647"/>
                </a:lnTo>
                <a:lnTo>
                  <a:pt x="6944" y="10789"/>
                </a:lnTo>
                <a:lnTo>
                  <a:pt x="7032" y="10930"/>
                </a:lnTo>
                <a:lnTo>
                  <a:pt x="7120" y="11111"/>
                </a:lnTo>
                <a:lnTo>
                  <a:pt x="7220" y="11252"/>
                </a:lnTo>
                <a:lnTo>
                  <a:pt x="7358" y="11445"/>
                </a:lnTo>
                <a:lnTo>
                  <a:pt x="7446" y="11587"/>
                </a:lnTo>
                <a:lnTo>
                  <a:pt x="7534" y="11729"/>
                </a:lnTo>
                <a:lnTo>
                  <a:pt x="7622" y="11909"/>
                </a:lnTo>
                <a:lnTo>
                  <a:pt x="7722" y="12050"/>
                </a:lnTo>
                <a:lnTo>
                  <a:pt x="7860" y="12244"/>
                </a:lnTo>
                <a:lnTo>
                  <a:pt x="7948" y="12385"/>
                </a:lnTo>
                <a:lnTo>
                  <a:pt x="8036" y="12565"/>
                </a:lnTo>
                <a:lnTo>
                  <a:pt x="8124" y="12707"/>
                </a:lnTo>
                <a:lnTo>
                  <a:pt x="8262" y="12900"/>
                </a:lnTo>
                <a:lnTo>
                  <a:pt x="8363" y="13042"/>
                </a:lnTo>
                <a:lnTo>
                  <a:pt x="8451" y="13183"/>
                </a:lnTo>
                <a:lnTo>
                  <a:pt x="8539" y="13364"/>
                </a:lnTo>
                <a:lnTo>
                  <a:pt x="8626" y="13505"/>
                </a:lnTo>
                <a:lnTo>
                  <a:pt x="8765" y="13698"/>
                </a:lnTo>
                <a:lnTo>
                  <a:pt x="8865" y="13840"/>
                </a:lnTo>
                <a:lnTo>
                  <a:pt x="8953" y="14020"/>
                </a:lnTo>
                <a:lnTo>
                  <a:pt x="9041" y="14162"/>
                </a:lnTo>
                <a:lnTo>
                  <a:pt x="9129" y="14355"/>
                </a:lnTo>
                <a:lnTo>
                  <a:pt x="9267" y="14497"/>
                </a:lnTo>
                <a:lnTo>
                  <a:pt x="9367" y="14677"/>
                </a:lnTo>
                <a:lnTo>
                  <a:pt x="9455" y="14819"/>
                </a:lnTo>
                <a:lnTo>
                  <a:pt x="9543" y="15012"/>
                </a:lnTo>
                <a:lnTo>
                  <a:pt x="9644" y="15153"/>
                </a:lnTo>
                <a:lnTo>
                  <a:pt x="9769" y="15334"/>
                </a:lnTo>
                <a:lnTo>
                  <a:pt x="9870" y="15475"/>
                </a:lnTo>
                <a:lnTo>
                  <a:pt x="9958" y="15617"/>
                </a:lnTo>
                <a:lnTo>
                  <a:pt x="10045" y="15810"/>
                </a:lnTo>
                <a:lnTo>
                  <a:pt x="10146" y="15952"/>
                </a:lnTo>
                <a:lnTo>
                  <a:pt x="10271" y="16132"/>
                </a:lnTo>
                <a:lnTo>
                  <a:pt x="10372" y="16273"/>
                </a:lnTo>
                <a:lnTo>
                  <a:pt x="10460" y="16467"/>
                </a:lnTo>
                <a:lnTo>
                  <a:pt x="10548" y="16608"/>
                </a:lnTo>
                <a:lnTo>
                  <a:pt x="10648" y="16788"/>
                </a:lnTo>
                <a:lnTo>
                  <a:pt x="10786" y="16930"/>
                </a:lnTo>
                <a:lnTo>
                  <a:pt x="10874" y="17123"/>
                </a:lnTo>
                <a:lnTo>
                  <a:pt x="10962" y="17265"/>
                </a:lnTo>
                <a:lnTo>
                  <a:pt x="11050" y="17445"/>
                </a:lnTo>
                <a:lnTo>
                  <a:pt x="11150" y="17638"/>
                </a:lnTo>
                <a:lnTo>
                  <a:pt x="11289" y="17780"/>
                </a:lnTo>
                <a:lnTo>
                  <a:pt x="11377" y="17960"/>
                </a:lnTo>
                <a:lnTo>
                  <a:pt x="11464" y="18102"/>
                </a:lnTo>
                <a:lnTo>
                  <a:pt x="11552" y="18295"/>
                </a:lnTo>
                <a:lnTo>
                  <a:pt x="11653" y="18436"/>
                </a:lnTo>
                <a:lnTo>
                  <a:pt x="11791" y="18630"/>
                </a:lnTo>
                <a:lnTo>
                  <a:pt x="11879" y="18758"/>
                </a:lnTo>
                <a:lnTo>
                  <a:pt x="11967" y="18951"/>
                </a:lnTo>
                <a:lnTo>
                  <a:pt x="12055" y="19093"/>
                </a:lnTo>
                <a:lnTo>
                  <a:pt x="12155" y="19286"/>
                </a:lnTo>
                <a:lnTo>
                  <a:pt x="12293" y="19415"/>
                </a:lnTo>
                <a:lnTo>
                  <a:pt x="12381" y="19608"/>
                </a:lnTo>
                <a:lnTo>
                  <a:pt x="12469" y="19750"/>
                </a:lnTo>
                <a:lnTo>
                  <a:pt x="12557" y="19943"/>
                </a:lnTo>
                <a:lnTo>
                  <a:pt x="12657" y="20123"/>
                </a:lnTo>
                <a:lnTo>
                  <a:pt x="12796" y="20265"/>
                </a:lnTo>
                <a:lnTo>
                  <a:pt x="12883" y="20458"/>
                </a:lnTo>
                <a:lnTo>
                  <a:pt x="12971" y="20599"/>
                </a:lnTo>
                <a:lnTo>
                  <a:pt x="13059" y="20780"/>
                </a:lnTo>
                <a:lnTo>
                  <a:pt x="13160" y="20921"/>
                </a:lnTo>
                <a:lnTo>
                  <a:pt x="13298" y="21114"/>
                </a:lnTo>
                <a:lnTo>
                  <a:pt x="13386" y="21295"/>
                </a:lnTo>
                <a:lnTo>
                  <a:pt x="13474" y="21436"/>
                </a:lnTo>
                <a:lnTo>
                  <a:pt x="13574" y="21629"/>
                </a:lnTo>
                <a:lnTo>
                  <a:pt x="13662" y="21771"/>
                </a:lnTo>
                <a:lnTo>
                  <a:pt x="13800" y="21951"/>
                </a:lnTo>
                <a:lnTo>
                  <a:pt x="13888" y="22093"/>
                </a:lnTo>
                <a:lnTo>
                  <a:pt x="13976" y="22286"/>
                </a:lnTo>
                <a:lnTo>
                  <a:pt x="14076" y="22466"/>
                </a:lnTo>
                <a:lnTo>
                  <a:pt x="14164" y="22608"/>
                </a:lnTo>
                <a:lnTo>
                  <a:pt x="14302" y="22801"/>
                </a:lnTo>
                <a:lnTo>
                  <a:pt x="14390" y="22943"/>
                </a:lnTo>
                <a:lnTo>
                  <a:pt x="14478" y="23123"/>
                </a:lnTo>
                <a:lnTo>
                  <a:pt x="14579" y="23316"/>
                </a:lnTo>
                <a:lnTo>
                  <a:pt x="14667" y="23458"/>
                </a:lnTo>
                <a:lnTo>
                  <a:pt x="14805" y="23638"/>
                </a:lnTo>
                <a:lnTo>
                  <a:pt x="14893" y="23780"/>
                </a:lnTo>
                <a:lnTo>
                  <a:pt x="14981" y="23973"/>
                </a:lnTo>
                <a:lnTo>
                  <a:pt x="15081" y="24166"/>
                </a:lnTo>
                <a:lnTo>
                  <a:pt x="15169" y="24295"/>
                </a:lnTo>
                <a:lnTo>
                  <a:pt x="15307" y="24488"/>
                </a:lnTo>
                <a:lnTo>
                  <a:pt x="15395" y="24629"/>
                </a:lnTo>
                <a:lnTo>
                  <a:pt x="15483" y="24822"/>
                </a:lnTo>
                <a:lnTo>
                  <a:pt x="15583" y="25003"/>
                </a:lnTo>
                <a:lnTo>
                  <a:pt x="15671" y="25144"/>
                </a:lnTo>
                <a:lnTo>
                  <a:pt x="15809" y="25337"/>
                </a:lnTo>
                <a:lnTo>
                  <a:pt x="15897" y="25518"/>
                </a:lnTo>
                <a:lnTo>
                  <a:pt x="15985" y="25659"/>
                </a:lnTo>
                <a:lnTo>
                  <a:pt x="16086" y="25852"/>
                </a:lnTo>
                <a:lnTo>
                  <a:pt x="16173" y="25994"/>
                </a:lnTo>
                <a:lnTo>
                  <a:pt x="16312" y="26174"/>
                </a:lnTo>
                <a:lnTo>
                  <a:pt x="16400" y="26367"/>
                </a:lnTo>
                <a:lnTo>
                  <a:pt x="16487" y="26509"/>
                </a:lnTo>
                <a:lnTo>
                  <a:pt x="16588" y="26689"/>
                </a:lnTo>
                <a:lnTo>
                  <a:pt x="16676" y="26882"/>
                </a:lnTo>
                <a:lnTo>
                  <a:pt x="16814" y="27024"/>
                </a:lnTo>
                <a:lnTo>
                  <a:pt x="16902" y="27204"/>
                </a:lnTo>
                <a:lnTo>
                  <a:pt x="17002" y="27397"/>
                </a:lnTo>
                <a:lnTo>
                  <a:pt x="17090" y="27539"/>
                </a:lnTo>
                <a:lnTo>
                  <a:pt x="17178" y="27732"/>
                </a:lnTo>
                <a:lnTo>
                  <a:pt x="17316" y="27912"/>
                </a:lnTo>
                <a:lnTo>
                  <a:pt x="17404" y="28054"/>
                </a:lnTo>
                <a:lnTo>
                  <a:pt x="17505" y="28247"/>
                </a:lnTo>
                <a:lnTo>
                  <a:pt x="17592" y="28427"/>
                </a:lnTo>
                <a:lnTo>
                  <a:pt x="17680" y="28569"/>
                </a:lnTo>
                <a:lnTo>
                  <a:pt x="17818" y="28762"/>
                </a:lnTo>
                <a:lnTo>
                  <a:pt x="17906" y="28942"/>
                </a:lnTo>
                <a:lnTo>
                  <a:pt x="18007" y="29084"/>
                </a:lnTo>
                <a:lnTo>
                  <a:pt x="18095" y="29277"/>
                </a:lnTo>
                <a:lnTo>
                  <a:pt x="18183" y="29457"/>
                </a:lnTo>
                <a:lnTo>
                  <a:pt x="18321" y="29599"/>
                </a:lnTo>
                <a:lnTo>
                  <a:pt x="18409" y="29792"/>
                </a:lnTo>
                <a:lnTo>
                  <a:pt x="18509" y="29972"/>
                </a:lnTo>
                <a:lnTo>
                  <a:pt x="18597" y="30114"/>
                </a:lnTo>
                <a:lnTo>
                  <a:pt x="18685" y="30307"/>
                </a:lnTo>
                <a:lnTo>
                  <a:pt x="18823" y="30500"/>
                </a:lnTo>
                <a:lnTo>
                  <a:pt x="18911" y="30681"/>
                </a:lnTo>
                <a:lnTo>
                  <a:pt x="19011" y="30822"/>
                </a:lnTo>
                <a:lnTo>
                  <a:pt x="19099" y="31015"/>
                </a:lnTo>
                <a:lnTo>
                  <a:pt x="19187" y="31196"/>
                </a:lnTo>
                <a:lnTo>
                  <a:pt x="19325" y="31337"/>
                </a:lnTo>
                <a:lnTo>
                  <a:pt x="19413" y="31530"/>
                </a:lnTo>
                <a:lnTo>
                  <a:pt x="19514" y="31711"/>
                </a:lnTo>
                <a:lnTo>
                  <a:pt x="19602" y="31904"/>
                </a:lnTo>
                <a:lnTo>
                  <a:pt x="19690" y="32045"/>
                </a:lnTo>
                <a:lnTo>
                  <a:pt x="19828" y="32226"/>
                </a:lnTo>
                <a:lnTo>
                  <a:pt x="19916" y="32419"/>
                </a:lnTo>
                <a:lnTo>
                  <a:pt x="20016" y="3256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6241796" y="3917828"/>
            <a:ext cx="20016" cy="36873"/>
          </a:xfrm>
          <a:custGeom>
            <a:avLst/>
            <a:gdLst/>
            <a:ahLst/>
            <a:cxnLst/>
            <a:rect l="l" t="t" r="r" b="b"/>
            <a:pathLst>
              <a:path w="20016" h="36873">
                <a:moveTo>
                  <a:pt x="0" y="0"/>
                </a:moveTo>
                <a:lnTo>
                  <a:pt x="87" y="180"/>
                </a:lnTo>
                <a:lnTo>
                  <a:pt x="175" y="373"/>
                </a:lnTo>
                <a:lnTo>
                  <a:pt x="313" y="566"/>
                </a:lnTo>
                <a:lnTo>
                  <a:pt x="401" y="708"/>
                </a:lnTo>
                <a:lnTo>
                  <a:pt x="502" y="888"/>
                </a:lnTo>
                <a:lnTo>
                  <a:pt x="590" y="1081"/>
                </a:lnTo>
                <a:lnTo>
                  <a:pt x="678" y="1261"/>
                </a:lnTo>
                <a:lnTo>
                  <a:pt x="816" y="1403"/>
                </a:lnTo>
                <a:lnTo>
                  <a:pt x="916" y="1596"/>
                </a:lnTo>
                <a:lnTo>
                  <a:pt x="1004" y="1776"/>
                </a:lnTo>
                <a:lnTo>
                  <a:pt x="1092" y="1969"/>
                </a:lnTo>
                <a:lnTo>
                  <a:pt x="1180" y="2111"/>
                </a:lnTo>
                <a:lnTo>
                  <a:pt x="1318" y="2291"/>
                </a:lnTo>
                <a:lnTo>
                  <a:pt x="1418" y="2484"/>
                </a:lnTo>
                <a:lnTo>
                  <a:pt x="1506" y="2677"/>
                </a:lnTo>
                <a:lnTo>
                  <a:pt x="1594" y="2819"/>
                </a:lnTo>
                <a:lnTo>
                  <a:pt x="1682" y="2999"/>
                </a:lnTo>
                <a:lnTo>
                  <a:pt x="1820" y="3192"/>
                </a:lnTo>
                <a:lnTo>
                  <a:pt x="1921" y="3373"/>
                </a:lnTo>
                <a:lnTo>
                  <a:pt x="2009" y="3514"/>
                </a:lnTo>
                <a:lnTo>
                  <a:pt x="2097" y="3707"/>
                </a:lnTo>
                <a:lnTo>
                  <a:pt x="2184" y="3888"/>
                </a:lnTo>
                <a:lnTo>
                  <a:pt x="2323" y="4081"/>
                </a:lnTo>
                <a:lnTo>
                  <a:pt x="2423" y="4274"/>
                </a:lnTo>
                <a:lnTo>
                  <a:pt x="2511" y="4403"/>
                </a:lnTo>
                <a:lnTo>
                  <a:pt x="2599" y="4596"/>
                </a:lnTo>
                <a:lnTo>
                  <a:pt x="2687" y="4789"/>
                </a:lnTo>
                <a:lnTo>
                  <a:pt x="2825" y="4969"/>
                </a:lnTo>
                <a:lnTo>
                  <a:pt x="2925" y="5162"/>
                </a:lnTo>
                <a:lnTo>
                  <a:pt x="3013" y="5304"/>
                </a:lnTo>
                <a:lnTo>
                  <a:pt x="3101" y="5484"/>
                </a:lnTo>
                <a:lnTo>
                  <a:pt x="3202" y="5677"/>
                </a:lnTo>
                <a:lnTo>
                  <a:pt x="3327" y="5858"/>
                </a:lnTo>
                <a:lnTo>
                  <a:pt x="3428" y="6051"/>
                </a:lnTo>
                <a:lnTo>
                  <a:pt x="3516" y="6192"/>
                </a:lnTo>
                <a:lnTo>
                  <a:pt x="3603" y="6385"/>
                </a:lnTo>
                <a:lnTo>
                  <a:pt x="3704" y="6566"/>
                </a:lnTo>
                <a:lnTo>
                  <a:pt x="3830" y="6759"/>
                </a:lnTo>
                <a:lnTo>
                  <a:pt x="3930" y="6939"/>
                </a:lnTo>
                <a:lnTo>
                  <a:pt x="4018" y="7081"/>
                </a:lnTo>
                <a:lnTo>
                  <a:pt x="4106" y="7274"/>
                </a:lnTo>
                <a:lnTo>
                  <a:pt x="4206" y="7454"/>
                </a:lnTo>
                <a:lnTo>
                  <a:pt x="4332" y="7647"/>
                </a:lnTo>
                <a:lnTo>
                  <a:pt x="4432" y="7840"/>
                </a:lnTo>
                <a:lnTo>
                  <a:pt x="4520" y="8021"/>
                </a:lnTo>
                <a:lnTo>
                  <a:pt x="4608" y="8162"/>
                </a:lnTo>
                <a:lnTo>
                  <a:pt x="4709" y="8355"/>
                </a:lnTo>
                <a:lnTo>
                  <a:pt x="4847" y="8536"/>
                </a:lnTo>
                <a:lnTo>
                  <a:pt x="4935" y="8729"/>
                </a:lnTo>
                <a:lnTo>
                  <a:pt x="5022" y="8909"/>
                </a:lnTo>
                <a:lnTo>
                  <a:pt x="5110" y="9102"/>
                </a:lnTo>
                <a:lnTo>
                  <a:pt x="5211" y="9244"/>
                </a:lnTo>
                <a:lnTo>
                  <a:pt x="5349" y="9424"/>
                </a:lnTo>
                <a:lnTo>
                  <a:pt x="5437" y="9617"/>
                </a:lnTo>
                <a:lnTo>
                  <a:pt x="5525" y="9810"/>
                </a:lnTo>
                <a:lnTo>
                  <a:pt x="5613" y="9990"/>
                </a:lnTo>
                <a:lnTo>
                  <a:pt x="5713" y="10184"/>
                </a:lnTo>
                <a:lnTo>
                  <a:pt x="5851" y="10364"/>
                </a:lnTo>
                <a:lnTo>
                  <a:pt x="5939" y="10505"/>
                </a:lnTo>
                <a:lnTo>
                  <a:pt x="6027" y="10699"/>
                </a:lnTo>
                <a:lnTo>
                  <a:pt x="6115" y="10879"/>
                </a:lnTo>
                <a:lnTo>
                  <a:pt x="6215" y="11072"/>
                </a:lnTo>
                <a:lnTo>
                  <a:pt x="6354" y="11265"/>
                </a:lnTo>
                <a:lnTo>
                  <a:pt x="6441" y="11445"/>
                </a:lnTo>
                <a:lnTo>
                  <a:pt x="6529" y="11638"/>
                </a:lnTo>
                <a:lnTo>
                  <a:pt x="6617" y="11819"/>
                </a:lnTo>
                <a:lnTo>
                  <a:pt x="6718" y="11960"/>
                </a:lnTo>
                <a:lnTo>
                  <a:pt x="6856" y="12153"/>
                </a:lnTo>
                <a:lnTo>
                  <a:pt x="6944" y="12334"/>
                </a:lnTo>
                <a:lnTo>
                  <a:pt x="7032" y="12527"/>
                </a:lnTo>
                <a:lnTo>
                  <a:pt x="7132" y="12720"/>
                </a:lnTo>
                <a:lnTo>
                  <a:pt x="7220" y="12900"/>
                </a:lnTo>
                <a:lnTo>
                  <a:pt x="7358" y="13093"/>
                </a:lnTo>
                <a:lnTo>
                  <a:pt x="7446" y="13274"/>
                </a:lnTo>
                <a:lnTo>
                  <a:pt x="7534" y="13467"/>
                </a:lnTo>
                <a:lnTo>
                  <a:pt x="7634" y="13608"/>
                </a:lnTo>
                <a:lnTo>
                  <a:pt x="7722" y="13789"/>
                </a:lnTo>
                <a:lnTo>
                  <a:pt x="7860" y="13982"/>
                </a:lnTo>
                <a:lnTo>
                  <a:pt x="7948" y="14175"/>
                </a:lnTo>
                <a:lnTo>
                  <a:pt x="8036" y="14355"/>
                </a:lnTo>
                <a:lnTo>
                  <a:pt x="8137" y="14548"/>
                </a:lnTo>
                <a:lnTo>
                  <a:pt x="8225" y="14728"/>
                </a:lnTo>
                <a:lnTo>
                  <a:pt x="8363" y="14922"/>
                </a:lnTo>
                <a:lnTo>
                  <a:pt x="8451" y="15102"/>
                </a:lnTo>
                <a:lnTo>
                  <a:pt x="8539" y="15295"/>
                </a:lnTo>
                <a:lnTo>
                  <a:pt x="8639" y="15488"/>
                </a:lnTo>
                <a:lnTo>
                  <a:pt x="8727" y="15630"/>
                </a:lnTo>
                <a:lnTo>
                  <a:pt x="8865" y="15810"/>
                </a:lnTo>
                <a:lnTo>
                  <a:pt x="8953" y="16003"/>
                </a:lnTo>
                <a:lnTo>
                  <a:pt x="9041" y="16183"/>
                </a:lnTo>
                <a:lnTo>
                  <a:pt x="9141" y="16376"/>
                </a:lnTo>
                <a:lnTo>
                  <a:pt x="9229" y="16557"/>
                </a:lnTo>
                <a:lnTo>
                  <a:pt x="9367" y="16750"/>
                </a:lnTo>
                <a:lnTo>
                  <a:pt x="9455" y="16943"/>
                </a:lnTo>
                <a:lnTo>
                  <a:pt x="9543" y="17123"/>
                </a:lnTo>
                <a:lnTo>
                  <a:pt x="9644" y="17316"/>
                </a:lnTo>
                <a:lnTo>
                  <a:pt x="9732" y="17497"/>
                </a:lnTo>
                <a:lnTo>
                  <a:pt x="9870" y="17690"/>
                </a:lnTo>
                <a:lnTo>
                  <a:pt x="9958" y="17870"/>
                </a:lnTo>
                <a:lnTo>
                  <a:pt x="10045" y="18063"/>
                </a:lnTo>
                <a:lnTo>
                  <a:pt x="10146" y="18256"/>
                </a:lnTo>
                <a:lnTo>
                  <a:pt x="10234" y="18436"/>
                </a:lnTo>
                <a:lnTo>
                  <a:pt x="10372" y="18630"/>
                </a:lnTo>
                <a:lnTo>
                  <a:pt x="10460" y="18771"/>
                </a:lnTo>
                <a:lnTo>
                  <a:pt x="10548" y="18951"/>
                </a:lnTo>
                <a:lnTo>
                  <a:pt x="10648" y="19145"/>
                </a:lnTo>
                <a:lnTo>
                  <a:pt x="10736" y="19325"/>
                </a:lnTo>
                <a:lnTo>
                  <a:pt x="10874" y="19518"/>
                </a:lnTo>
                <a:lnTo>
                  <a:pt x="10962" y="19711"/>
                </a:lnTo>
                <a:lnTo>
                  <a:pt x="11063" y="19891"/>
                </a:lnTo>
                <a:lnTo>
                  <a:pt x="11150" y="20084"/>
                </a:lnTo>
                <a:lnTo>
                  <a:pt x="11238" y="20265"/>
                </a:lnTo>
                <a:lnTo>
                  <a:pt x="11377" y="20458"/>
                </a:lnTo>
                <a:lnTo>
                  <a:pt x="11464" y="20638"/>
                </a:lnTo>
                <a:lnTo>
                  <a:pt x="11565" y="20831"/>
                </a:lnTo>
                <a:lnTo>
                  <a:pt x="11653" y="21024"/>
                </a:lnTo>
                <a:lnTo>
                  <a:pt x="11741" y="21205"/>
                </a:lnTo>
                <a:lnTo>
                  <a:pt x="11879" y="21398"/>
                </a:lnTo>
                <a:lnTo>
                  <a:pt x="11967" y="21578"/>
                </a:lnTo>
                <a:lnTo>
                  <a:pt x="12067" y="21771"/>
                </a:lnTo>
                <a:lnTo>
                  <a:pt x="12155" y="21964"/>
                </a:lnTo>
                <a:lnTo>
                  <a:pt x="12243" y="22144"/>
                </a:lnTo>
                <a:lnTo>
                  <a:pt x="12381" y="22338"/>
                </a:lnTo>
                <a:lnTo>
                  <a:pt x="12469" y="22518"/>
                </a:lnTo>
                <a:lnTo>
                  <a:pt x="12569" y="22711"/>
                </a:lnTo>
                <a:lnTo>
                  <a:pt x="12657" y="22891"/>
                </a:lnTo>
                <a:lnTo>
                  <a:pt x="12745" y="23084"/>
                </a:lnTo>
                <a:lnTo>
                  <a:pt x="12883" y="23277"/>
                </a:lnTo>
                <a:lnTo>
                  <a:pt x="12971" y="23458"/>
                </a:lnTo>
                <a:lnTo>
                  <a:pt x="13072" y="23651"/>
                </a:lnTo>
                <a:lnTo>
                  <a:pt x="13160" y="23831"/>
                </a:lnTo>
                <a:lnTo>
                  <a:pt x="13248" y="24024"/>
                </a:lnTo>
                <a:lnTo>
                  <a:pt x="13386" y="24204"/>
                </a:lnTo>
                <a:lnTo>
                  <a:pt x="13474" y="24398"/>
                </a:lnTo>
                <a:lnTo>
                  <a:pt x="13574" y="24591"/>
                </a:lnTo>
                <a:lnTo>
                  <a:pt x="13662" y="24771"/>
                </a:lnTo>
                <a:lnTo>
                  <a:pt x="13750" y="24964"/>
                </a:lnTo>
                <a:lnTo>
                  <a:pt x="13888" y="25144"/>
                </a:lnTo>
                <a:lnTo>
                  <a:pt x="13976" y="25337"/>
                </a:lnTo>
                <a:lnTo>
                  <a:pt x="14076" y="25569"/>
                </a:lnTo>
                <a:lnTo>
                  <a:pt x="14164" y="25762"/>
                </a:lnTo>
                <a:lnTo>
                  <a:pt x="14252" y="25943"/>
                </a:lnTo>
                <a:lnTo>
                  <a:pt x="14390" y="26136"/>
                </a:lnTo>
                <a:lnTo>
                  <a:pt x="14491" y="26316"/>
                </a:lnTo>
                <a:lnTo>
                  <a:pt x="14579" y="26509"/>
                </a:lnTo>
                <a:lnTo>
                  <a:pt x="14667" y="26702"/>
                </a:lnTo>
                <a:lnTo>
                  <a:pt x="14754" y="26882"/>
                </a:lnTo>
                <a:lnTo>
                  <a:pt x="14893" y="27076"/>
                </a:lnTo>
                <a:lnTo>
                  <a:pt x="14993" y="27256"/>
                </a:lnTo>
                <a:lnTo>
                  <a:pt x="15081" y="27449"/>
                </a:lnTo>
                <a:lnTo>
                  <a:pt x="15169" y="27629"/>
                </a:lnTo>
                <a:lnTo>
                  <a:pt x="15257" y="27822"/>
                </a:lnTo>
                <a:lnTo>
                  <a:pt x="15395" y="28015"/>
                </a:lnTo>
                <a:lnTo>
                  <a:pt x="15495" y="28196"/>
                </a:lnTo>
                <a:lnTo>
                  <a:pt x="15583" y="28389"/>
                </a:lnTo>
                <a:lnTo>
                  <a:pt x="15671" y="28569"/>
                </a:lnTo>
                <a:lnTo>
                  <a:pt x="15759" y="28762"/>
                </a:lnTo>
                <a:lnTo>
                  <a:pt x="15897" y="28994"/>
                </a:lnTo>
                <a:lnTo>
                  <a:pt x="15998" y="29187"/>
                </a:lnTo>
                <a:lnTo>
                  <a:pt x="16086" y="29367"/>
                </a:lnTo>
                <a:lnTo>
                  <a:pt x="16173" y="29560"/>
                </a:lnTo>
                <a:lnTo>
                  <a:pt x="16261" y="29741"/>
                </a:lnTo>
                <a:lnTo>
                  <a:pt x="16400" y="29934"/>
                </a:lnTo>
                <a:lnTo>
                  <a:pt x="16500" y="30127"/>
                </a:lnTo>
                <a:lnTo>
                  <a:pt x="16588" y="30307"/>
                </a:lnTo>
                <a:lnTo>
                  <a:pt x="16676" y="30500"/>
                </a:lnTo>
                <a:lnTo>
                  <a:pt x="16764" y="30681"/>
                </a:lnTo>
                <a:lnTo>
                  <a:pt x="16902" y="30874"/>
                </a:lnTo>
                <a:lnTo>
                  <a:pt x="17002" y="31105"/>
                </a:lnTo>
                <a:lnTo>
                  <a:pt x="17090" y="31299"/>
                </a:lnTo>
                <a:lnTo>
                  <a:pt x="17178" y="31479"/>
                </a:lnTo>
                <a:lnTo>
                  <a:pt x="17279" y="31672"/>
                </a:lnTo>
                <a:lnTo>
                  <a:pt x="17404" y="31852"/>
                </a:lnTo>
                <a:lnTo>
                  <a:pt x="17505" y="32045"/>
                </a:lnTo>
                <a:lnTo>
                  <a:pt x="17592" y="32238"/>
                </a:lnTo>
                <a:lnTo>
                  <a:pt x="17680" y="32419"/>
                </a:lnTo>
                <a:lnTo>
                  <a:pt x="17781" y="32612"/>
                </a:lnTo>
                <a:lnTo>
                  <a:pt x="17906" y="32844"/>
                </a:lnTo>
                <a:lnTo>
                  <a:pt x="18007" y="33037"/>
                </a:lnTo>
                <a:lnTo>
                  <a:pt x="18095" y="33217"/>
                </a:lnTo>
                <a:lnTo>
                  <a:pt x="18183" y="33410"/>
                </a:lnTo>
                <a:lnTo>
                  <a:pt x="18283" y="33590"/>
                </a:lnTo>
                <a:lnTo>
                  <a:pt x="18421" y="33783"/>
                </a:lnTo>
                <a:lnTo>
                  <a:pt x="18509" y="33964"/>
                </a:lnTo>
                <a:lnTo>
                  <a:pt x="18597" y="34157"/>
                </a:lnTo>
                <a:lnTo>
                  <a:pt x="18685" y="34389"/>
                </a:lnTo>
                <a:lnTo>
                  <a:pt x="18785" y="34582"/>
                </a:lnTo>
                <a:lnTo>
                  <a:pt x="18924" y="34762"/>
                </a:lnTo>
                <a:lnTo>
                  <a:pt x="19011" y="34955"/>
                </a:lnTo>
                <a:lnTo>
                  <a:pt x="19099" y="35148"/>
                </a:lnTo>
                <a:lnTo>
                  <a:pt x="19187" y="35328"/>
                </a:lnTo>
                <a:lnTo>
                  <a:pt x="19288" y="35522"/>
                </a:lnTo>
                <a:lnTo>
                  <a:pt x="19426" y="35753"/>
                </a:lnTo>
                <a:lnTo>
                  <a:pt x="19514" y="35946"/>
                </a:lnTo>
                <a:lnTo>
                  <a:pt x="19602" y="36127"/>
                </a:lnTo>
                <a:lnTo>
                  <a:pt x="19690" y="36320"/>
                </a:lnTo>
                <a:lnTo>
                  <a:pt x="19790" y="36500"/>
                </a:lnTo>
                <a:lnTo>
                  <a:pt x="19928" y="36693"/>
                </a:lnTo>
                <a:lnTo>
                  <a:pt x="20016" y="3687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6261813" y="3954702"/>
            <a:ext cx="20016" cy="40646"/>
          </a:xfrm>
          <a:custGeom>
            <a:avLst/>
            <a:gdLst/>
            <a:ahLst/>
            <a:cxnLst/>
            <a:rect l="l" t="t" r="r" b="b"/>
            <a:pathLst>
              <a:path w="20016" h="40646">
                <a:moveTo>
                  <a:pt x="0" y="0"/>
                </a:moveTo>
                <a:lnTo>
                  <a:pt x="87" y="244"/>
                </a:lnTo>
                <a:lnTo>
                  <a:pt x="175" y="424"/>
                </a:lnTo>
                <a:lnTo>
                  <a:pt x="276" y="617"/>
                </a:lnTo>
                <a:lnTo>
                  <a:pt x="414" y="798"/>
                </a:lnTo>
                <a:lnTo>
                  <a:pt x="502" y="991"/>
                </a:lnTo>
                <a:lnTo>
                  <a:pt x="590" y="1184"/>
                </a:lnTo>
                <a:lnTo>
                  <a:pt x="690" y="1416"/>
                </a:lnTo>
                <a:lnTo>
                  <a:pt x="778" y="1596"/>
                </a:lnTo>
                <a:lnTo>
                  <a:pt x="916" y="1789"/>
                </a:lnTo>
                <a:lnTo>
                  <a:pt x="1004" y="1982"/>
                </a:lnTo>
                <a:lnTo>
                  <a:pt x="1092" y="2162"/>
                </a:lnTo>
                <a:lnTo>
                  <a:pt x="1192" y="2394"/>
                </a:lnTo>
                <a:lnTo>
                  <a:pt x="1280" y="2587"/>
                </a:lnTo>
                <a:lnTo>
                  <a:pt x="1418" y="2768"/>
                </a:lnTo>
                <a:lnTo>
                  <a:pt x="1506" y="2961"/>
                </a:lnTo>
                <a:lnTo>
                  <a:pt x="1594" y="3154"/>
                </a:lnTo>
                <a:lnTo>
                  <a:pt x="1695" y="3334"/>
                </a:lnTo>
                <a:lnTo>
                  <a:pt x="1783" y="3566"/>
                </a:lnTo>
                <a:lnTo>
                  <a:pt x="1921" y="3759"/>
                </a:lnTo>
                <a:lnTo>
                  <a:pt x="2009" y="3952"/>
                </a:lnTo>
                <a:lnTo>
                  <a:pt x="2097" y="4132"/>
                </a:lnTo>
                <a:lnTo>
                  <a:pt x="2197" y="4325"/>
                </a:lnTo>
                <a:lnTo>
                  <a:pt x="2285" y="4557"/>
                </a:lnTo>
                <a:lnTo>
                  <a:pt x="2423" y="4750"/>
                </a:lnTo>
                <a:lnTo>
                  <a:pt x="2511" y="4931"/>
                </a:lnTo>
                <a:lnTo>
                  <a:pt x="2599" y="5124"/>
                </a:lnTo>
                <a:lnTo>
                  <a:pt x="2699" y="5355"/>
                </a:lnTo>
                <a:lnTo>
                  <a:pt x="2787" y="5536"/>
                </a:lnTo>
                <a:lnTo>
                  <a:pt x="2925" y="5729"/>
                </a:lnTo>
                <a:lnTo>
                  <a:pt x="3013" y="5922"/>
                </a:lnTo>
                <a:lnTo>
                  <a:pt x="3101" y="6102"/>
                </a:lnTo>
                <a:lnTo>
                  <a:pt x="3202" y="6334"/>
                </a:lnTo>
                <a:lnTo>
                  <a:pt x="3290" y="6527"/>
                </a:lnTo>
                <a:lnTo>
                  <a:pt x="3428" y="6720"/>
                </a:lnTo>
                <a:lnTo>
                  <a:pt x="3516" y="6900"/>
                </a:lnTo>
                <a:lnTo>
                  <a:pt x="3603" y="7132"/>
                </a:lnTo>
                <a:lnTo>
                  <a:pt x="3704" y="7325"/>
                </a:lnTo>
                <a:lnTo>
                  <a:pt x="3792" y="7518"/>
                </a:lnTo>
                <a:lnTo>
                  <a:pt x="3930" y="7699"/>
                </a:lnTo>
                <a:lnTo>
                  <a:pt x="4018" y="7892"/>
                </a:lnTo>
                <a:lnTo>
                  <a:pt x="4106" y="8124"/>
                </a:lnTo>
                <a:lnTo>
                  <a:pt x="4206" y="8317"/>
                </a:lnTo>
                <a:lnTo>
                  <a:pt x="4294" y="8497"/>
                </a:lnTo>
                <a:lnTo>
                  <a:pt x="4432" y="8690"/>
                </a:lnTo>
                <a:lnTo>
                  <a:pt x="4520" y="8922"/>
                </a:lnTo>
                <a:lnTo>
                  <a:pt x="4621" y="9102"/>
                </a:lnTo>
                <a:lnTo>
                  <a:pt x="4709" y="9295"/>
                </a:lnTo>
                <a:lnTo>
                  <a:pt x="4796" y="9488"/>
                </a:lnTo>
                <a:lnTo>
                  <a:pt x="4935" y="9720"/>
                </a:lnTo>
                <a:lnTo>
                  <a:pt x="5022" y="9900"/>
                </a:lnTo>
                <a:lnTo>
                  <a:pt x="5123" y="10093"/>
                </a:lnTo>
                <a:lnTo>
                  <a:pt x="5211" y="10287"/>
                </a:lnTo>
                <a:lnTo>
                  <a:pt x="5299" y="10518"/>
                </a:lnTo>
                <a:lnTo>
                  <a:pt x="5437" y="10699"/>
                </a:lnTo>
                <a:lnTo>
                  <a:pt x="5525" y="10892"/>
                </a:lnTo>
                <a:lnTo>
                  <a:pt x="5625" y="11123"/>
                </a:lnTo>
                <a:lnTo>
                  <a:pt x="5713" y="11317"/>
                </a:lnTo>
                <a:lnTo>
                  <a:pt x="5801" y="11497"/>
                </a:lnTo>
                <a:lnTo>
                  <a:pt x="5939" y="11690"/>
                </a:lnTo>
                <a:lnTo>
                  <a:pt x="6027" y="11922"/>
                </a:lnTo>
                <a:lnTo>
                  <a:pt x="6128" y="12115"/>
                </a:lnTo>
                <a:lnTo>
                  <a:pt x="6215" y="12295"/>
                </a:lnTo>
                <a:lnTo>
                  <a:pt x="6303" y="12488"/>
                </a:lnTo>
                <a:lnTo>
                  <a:pt x="6441" y="12720"/>
                </a:lnTo>
                <a:lnTo>
                  <a:pt x="6529" y="12913"/>
                </a:lnTo>
                <a:lnTo>
                  <a:pt x="6630" y="13093"/>
                </a:lnTo>
                <a:lnTo>
                  <a:pt x="6718" y="13325"/>
                </a:lnTo>
                <a:lnTo>
                  <a:pt x="6806" y="13518"/>
                </a:lnTo>
                <a:lnTo>
                  <a:pt x="6944" y="13711"/>
                </a:lnTo>
                <a:lnTo>
                  <a:pt x="7032" y="13943"/>
                </a:lnTo>
                <a:lnTo>
                  <a:pt x="7132" y="14123"/>
                </a:lnTo>
                <a:lnTo>
                  <a:pt x="7220" y="14316"/>
                </a:lnTo>
                <a:lnTo>
                  <a:pt x="7308" y="14510"/>
                </a:lnTo>
                <a:lnTo>
                  <a:pt x="7446" y="14741"/>
                </a:lnTo>
                <a:lnTo>
                  <a:pt x="7534" y="14922"/>
                </a:lnTo>
                <a:lnTo>
                  <a:pt x="7634" y="15115"/>
                </a:lnTo>
                <a:lnTo>
                  <a:pt x="7722" y="15346"/>
                </a:lnTo>
                <a:lnTo>
                  <a:pt x="7810" y="15540"/>
                </a:lnTo>
                <a:lnTo>
                  <a:pt x="7948" y="15720"/>
                </a:lnTo>
                <a:lnTo>
                  <a:pt x="8049" y="15964"/>
                </a:lnTo>
                <a:lnTo>
                  <a:pt x="8137" y="16145"/>
                </a:lnTo>
                <a:lnTo>
                  <a:pt x="8225" y="16338"/>
                </a:lnTo>
                <a:lnTo>
                  <a:pt x="8313" y="16570"/>
                </a:lnTo>
                <a:lnTo>
                  <a:pt x="8451" y="16763"/>
                </a:lnTo>
                <a:lnTo>
                  <a:pt x="8551" y="16943"/>
                </a:lnTo>
                <a:lnTo>
                  <a:pt x="8639" y="17175"/>
                </a:lnTo>
                <a:lnTo>
                  <a:pt x="8727" y="17368"/>
                </a:lnTo>
                <a:lnTo>
                  <a:pt x="8815" y="17548"/>
                </a:lnTo>
                <a:lnTo>
                  <a:pt x="8953" y="17793"/>
                </a:lnTo>
                <a:lnTo>
                  <a:pt x="9053" y="17973"/>
                </a:lnTo>
                <a:lnTo>
                  <a:pt x="9141" y="18166"/>
                </a:lnTo>
                <a:lnTo>
                  <a:pt x="9229" y="18398"/>
                </a:lnTo>
                <a:lnTo>
                  <a:pt x="9317" y="18591"/>
                </a:lnTo>
                <a:lnTo>
                  <a:pt x="9455" y="18771"/>
                </a:lnTo>
                <a:lnTo>
                  <a:pt x="9556" y="19003"/>
                </a:lnTo>
                <a:lnTo>
                  <a:pt x="9644" y="19196"/>
                </a:lnTo>
                <a:lnTo>
                  <a:pt x="9732" y="19389"/>
                </a:lnTo>
                <a:lnTo>
                  <a:pt x="9819" y="19621"/>
                </a:lnTo>
                <a:lnTo>
                  <a:pt x="9958" y="19801"/>
                </a:lnTo>
                <a:lnTo>
                  <a:pt x="10058" y="19994"/>
                </a:lnTo>
                <a:lnTo>
                  <a:pt x="10146" y="20226"/>
                </a:lnTo>
                <a:lnTo>
                  <a:pt x="10234" y="20419"/>
                </a:lnTo>
                <a:lnTo>
                  <a:pt x="10322" y="20599"/>
                </a:lnTo>
                <a:lnTo>
                  <a:pt x="10460" y="20844"/>
                </a:lnTo>
                <a:lnTo>
                  <a:pt x="10560" y="21024"/>
                </a:lnTo>
                <a:lnTo>
                  <a:pt x="10648" y="21217"/>
                </a:lnTo>
                <a:lnTo>
                  <a:pt x="10736" y="21449"/>
                </a:lnTo>
                <a:lnTo>
                  <a:pt x="10837" y="21642"/>
                </a:lnTo>
                <a:lnTo>
                  <a:pt x="10962" y="21874"/>
                </a:lnTo>
                <a:lnTo>
                  <a:pt x="11063" y="22054"/>
                </a:lnTo>
                <a:lnTo>
                  <a:pt x="11150" y="22247"/>
                </a:lnTo>
                <a:lnTo>
                  <a:pt x="11238" y="22479"/>
                </a:lnTo>
                <a:lnTo>
                  <a:pt x="11339" y="22672"/>
                </a:lnTo>
                <a:lnTo>
                  <a:pt x="11464" y="22853"/>
                </a:lnTo>
                <a:lnTo>
                  <a:pt x="11565" y="23097"/>
                </a:lnTo>
                <a:lnTo>
                  <a:pt x="11653" y="23277"/>
                </a:lnTo>
                <a:lnTo>
                  <a:pt x="11741" y="23509"/>
                </a:lnTo>
                <a:lnTo>
                  <a:pt x="11841" y="23702"/>
                </a:lnTo>
                <a:lnTo>
                  <a:pt x="11979" y="23883"/>
                </a:lnTo>
                <a:lnTo>
                  <a:pt x="12067" y="24127"/>
                </a:lnTo>
                <a:lnTo>
                  <a:pt x="12155" y="24307"/>
                </a:lnTo>
                <a:lnTo>
                  <a:pt x="12243" y="24539"/>
                </a:lnTo>
                <a:lnTo>
                  <a:pt x="12343" y="24732"/>
                </a:lnTo>
                <a:lnTo>
                  <a:pt x="12482" y="24925"/>
                </a:lnTo>
                <a:lnTo>
                  <a:pt x="12569" y="25157"/>
                </a:lnTo>
                <a:lnTo>
                  <a:pt x="12657" y="25337"/>
                </a:lnTo>
                <a:lnTo>
                  <a:pt x="12745" y="25582"/>
                </a:lnTo>
                <a:lnTo>
                  <a:pt x="12846" y="25762"/>
                </a:lnTo>
                <a:lnTo>
                  <a:pt x="12984" y="25955"/>
                </a:lnTo>
                <a:lnTo>
                  <a:pt x="13072" y="26187"/>
                </a:lnTo>
                <a:lnTo>
                  <a:pt x="13160" y="26380"/>
                </a:lnTo>
                <a:lnTo>
                  <a:pt x="13248" y="26612"/>
                </a:lnTo>
                <a:lnTo>
                  <a:pt x="13348" y="26792"/>
                </a:lnTo>
                <a:lnTo>
                  <a:pt x="13486" y="26985"/>
                </a:lnTo>
                <a:lnTo>
                  <a:pt x="13574" y="27217"/>
                </a:lnTo>
                <a:lnTo>
                  <a:pt x="13662" y="27410"/>
                </a:lnTo>
                <a:lnTo>
                  <a:pt x="13750" y="27642"/>
                </a:lnTo>
                <a:lnTo>
                  <a:pt x="13850" y="27835"/>
                </a:lnTo>
                <a:lnTo>
                  <a:pt x="13988" y="28067"/>
                </a:lnTo>
                <a:lnTo>
                  <a:pt x="14076" y="28247"/>
                </a:lnTo>
                <a:lnTo>
                  <a:pt x="14164" y="28440"/>
                </a:lnTo>
                <a:lnTo>
                  <a:pt x="14265" y="28672"/>
                </a:lnTo>
                <a:lnTo>
                  <a:pt x="14353" y="28865"/>
                </a:lnTo>
                <a:lnTo>
                  <a:pt x="14491" y="29097"/>
                </a:lnTo>
                <a:lnTo>
                  <a:pt x="14579" y="29290"/>
                </a:lnTo>
                <a:lnTo>
                  <a:pt x="14667" y="29522"/>
                </a:lnTo>
                <a:lnTo>
                  <a:pt x="14767" y="29702"/>
                </a:lnTo>
                <a:lnTo>
                  <a:pt x="14855" y="29895"/>
                </a:lnTo>
                <a:lnTo>
                  <a:pt x="14993" y="30127"/>
                </a:lnTo>
                <a:lnTo>
                  <a:pt x="15081" y="30320"/>
                </a:lnTo>
                <a:lnTo>
                  <a:pt x="15169" y="30552"/>
                </a:lnTo>
                <a:lnTo>
                  <a:pt x="15269" y="30745"/>
                </a:lnTo>
                <a:lnTo>
                  <a:pt x="15357" y="30977"/>
                </a:lnTo>
                <a:lnTo>
                  <a:pt x="15495" y="31157"/>
                </a:lnTo>
                <a:lnTo>
                  <a:pt x="15583" y="31402"/>
                </a:lnTo>
                <a:lnTo>
                  <a:pt x="15671" y="31582"/>
                </a:lnTo>
                <a:lnTo>
                  <a:pt x="15772" y="31775"/>
                </a:lnTo>
                <a:lnTo>
                  <a:pt x="15860" y="32007"/>
                </a:lnTo>
                <a:lnTo>
                  <a:pt x="15998" y="32200"/>
                </a:lnTo>
                <a:lnTo>
                  <a:pt x="16086" y="32432"/>
                </a:lnTo>
                <a:lnTo>
                  <a:pt x="16173" y="32612"/>
                </a:lnTo>
                <a:lnTo>
                  <a:pt x="16274" y="32856"/>
                </a:lnTo>
                <a:lnTo>
                  <a:pt x="16362" y="33037"/>
                </a:lnTo>
                <a:lnTo>
                  <a:pt x="16500" y="33268"/>
                </a:lnTo>
                <a:lnTo>
                  <a:pt x="16588" y="33462"/>
                </a:lnTo>
                <a:lnTo>
                  <a:pt x="16676" y="33693"/>
                </a:lnTo>
                <a:lnTo>
                  <a:pt x="16776" y="33886"/>
                </a:lnTo>
                <a:lnTo>
                  <a:pt x="16864" y="34118"/>
                </a:lnTo>
                <a:lnTo>
                  <a:pt x="17002" y="34311"/>
                </a:lnTo>
                <a:lnTo>
                  <a:pt x="17090" y="34543"/>
                </a:lnTo>
                <a:lnTo>
                  <a:pt x="17178" y="34723"/>
                </a:lnTo>
                <a:lnTo>
                  <a:pt x="17279" y="34916"/>
                </a:lnTo>
                <a:lnTo>
                  <a:pt x="17366" y="35148"/>
                </a:lnTo>
                <a:lnTo>
                  <a:pt x="17505" y="35341"/>
                </a:lnTo>
                <a:lnTo>
                  <a:pt x="17592" y="35573"/>
                </a:lnTo>
                <a:lnTo>
                  <a:pt x="17680" y="35766"/>
                </a:lnTo>
                <a:lnTo>
                  <a:pt x="17781" y="35998"/>
                </a:lnTo>
                <a:lnTo>
                  <a:pt x="17869" y="36178"/>
                </a:lnTo>
                <a:lnTo>
                  <a:pt x="18007" y="36423"/>
                </a:lnTo>
                <a:lnTo>
                  <a:pt x="18095" y="36603"/>
                </a:lnTo>
                <a:lnTo>
                  <a:pt x="18195" y="36835"/>
                </a:lnTo>
                <a:lnTo>
                  <a:pt x="18283" y="37028"/>
                </a:lnTo>
                <a:lnTo>
                  <a:pt x="18371" y="37260"/>
                </a:lnTo>
                <a:lnTo>
                  <a:pt x="18509" y="37453"/>
                </a:lnTo>
                <a:lnTo>
                  <a:pt x="18597" y="37685"/>
                </a:lnTo>
                <a:lnTo>
                  <a:pt x="18698" y="37878"/>
                </a:lnTo>
                <a:lnTo>
                  <a:pt x="18785" y="38109"/>
                </a:lnTo>
                <a:lnTo>
                  <a:pt x="18873" y="38290"/>
                </a:lnTo>
                <a:lnTo>
                  <a:pt x="19011" y="38534"/>
                </a:lnTo>
                <a:lnTo>
                  <a:pt x="19099" y="38715"/>
                </a:lnTo>
                <a:lnTo>
                  <a:pt x="19200" y="38946"/>
                </a:lnTo>
                <a:lnTo>
                  <a:pt x="19288" y="39139"/>
                </a:lnTo>
                <a:lnTo>
                  <a:pt x="19376" y="39371"/>
                </a:lnTo>
                <a:lnTo>
                  <a:pt x="19514" y="39603"/>
                </a:lnTo>
                <a:lnTo>
                  <a:pt x="19602" y="39796"/>
                </a:lnTo>
                <a:lnTo>
                  <a:pt x="19702" y="40028"/>
                </a:lnTo>
                <a:lnTo>
                  <a:pt x="19790" y="40221"/>
                </a:lnTo>
                <a:lnTo>
                  <a:pt x="19878" y="40453"/>
                </a:lnTo>
                <a:lnTo>
                  <a:pt x="20016" y="4064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6281829" y="3995348"/>
            <a:ext cx="19978" cy="43723"/>
          </a:xfrm>
          <a:custGeom>
            <a:avLst/>
            <a:gdLst/>
            <a:ahLst/>
            <a:cxnLst/>
            <a:rect l="l" t="t" r="r" b="b"/>
            <a:pathLst>
              <a:path w="19978" h="43723">
                <a:moveTo>
                  <a:pt x="0" y="0"/>
                </a:moveTo>
                <a:lnTo>
                  <a:pt x="87" y="231"/>
                </a:lnTo>
                <a:lnTo>
                  <a:pt x="188" y="411"/>
                </a:lnTo>
                <a:lnTo>
                  <a:pt x="276" y="656"/>
                </a:lnTo>
                <a:lnTo>
                  <a:pt x="364" y="836"/>
                </a:lnTo>
                <a:lnTo>
                  <a:pt x="502" y="1068"/>
                </a:lnTo>
                <a:lnTo>
                  <a:pt x="590" y="1261"/>
                </a:lnTo>
                <a:lnTo>
                  <a:pt x="690" y="1493"/>
                </a:lnTo>
                <a:lnTo>
                  <a:pt x="778" y="1686"/>
                </a:lnTo>
                <a:lnTo>
                  <a:pt x="866" y="1918"/>
                </a:lnTo>
                <a:lnTo>
                  <a:pt x="1004" y="2111"/>
                </a:lnTo>
                <a:lnTo>
                  <a:pt x="1092" y="2343"/>
                </a:lnTo>
                <a:lnTo>
                  <a:pt x="1192" y="2574"/>
                </a:lnTo>
                <a:lnTo>
                  <a:pt x="1280" y="2768"/>
                </a:lnTo>
                <a:lnTo>
                  <a:pt x="1368" y="2999"/>
                </a:lnTo>
                <a:lnTo>
                  <a:pt x="1506" y="3180"/>
                </a:lnTo>
                <a:lnTo>
                  <a:pt x="1594" y="3424"/>
                </a:lnTo>
                <a:lnTo>
                  <a:pt x="1695" y="3604"/>
                </a:lnTo>
                <a:lnTo>
                  <a:pt x="1783" y="3836"/>
                </a:lnTo>
                <a:lnTo>
                  <a:pt x="1871" y="4029"/>
                </a:lnTo>
                <a:lnTo>
                  <a:pt x="2009" y="4261"/>
                </a:lnTo>
                <a:lnTo>
                  <a:pt x="2109" y="4493"/>
                </a:lnTo>
                <a:lnTo>
                  <a:pt x="2197" y="4686"/>
                </a:lnTo>
                <a:lnTo>
                  <a:pt x="2285" y="4918"/>
                </a:lnTo>
                <a:lnTo>
                  <a:pt x="2373" y="5111"/>
                </a:lnTo>
                <a:lnTo>
                  <a:pt x="2511" y="5343"/>
                </a:lnTo>
                <a:lnTo>
                  <a:pt x="2611" y="5536"/>
                </a:lnTo>
                <a:lnTo>
                  <a:pt x="2699" y="5767"/>
                </a:lnTo>
                <a:lnTo>
                  <a:pt x="2787" y="5999"/>
                </a:lnTo>
                <a:lnTo>
                  <a:pt x="2875" y="6192"/>
                </a:lnTo>
                <a:lnTo>
                  <a:pt x="3013" y="6424"/>
                </a:lnTo>
                <a:lnTo>
                  <a:pt x="3114" y="6604"/>
                </a:lnTo>
                <a:lnTo>
                  <a:pt x="3202" y="6849"/>
                </a:lnTo>
                <a:lnTo>
                  <a:pt x="3290" y="7029"/>
                </a:lnTo>
                <a:lnTo>
                  <a:pt x="3377" y="7261"/>
                </a:lnTo>
                <a:lnTo>
                  <a:pt x="3516" y="7506"/>
                </a:lnTo>
                <a:lnTo>
                  <a:pt x="3616" y="7686"/>
                </a:lnTo>
                <a:lnTo>
                  <a:pt x="3704" y="7918"/>
                </a:lnTo>
                <a:lnTo>
                  <a:pt x="3792" y="8111"/>
                </a:lnTo>
                <a:lnTo>
                  <a:pt x="3880" y="8342"/>
                </a:lnTo>
                <a:lnTo>
                  <a:pt x="4018" y="8574"/>
                </a:lnTo>
                <a:lnTo>
                  <a:pt x="4118" y="8767"/>
                </a:lnTo>
                <a:lnTo>
                  <a:pt x="4206" y="8999"/>
                </a:lnTo>
                <a:lnTo>
                  <a:pt x="4294" y="9192"/>
                </a:lnTo>
                <a:lnTo>
                  <a:pt x="4395" y="9424"/>
                </a:lnTo>
                <a:lnTo>
                  <a:pt x="4520" y="9656"/>
                </a:lnTo>
                <a:lnTo>
                  <a:pt x="4621" y="9849"/>
                </a:lnTo>
                <a:lnTo>
                  <a:pt x="4709" y="10081"/>
                </a:lnTo>
                <a:lnTo>
                  <a:pt x="4796" y="10274"/>
                </a:lnTo>
                <a:lnTo>
                  <a:pt x="4897" y="10505"/>
                </a:lnTo>
                <a:lnTo>
                  <a:pt x="5022" y="10737"/>
                </a:lnTo>
                <a:lnTo>
                  <a:pt x="5123" y="10930"/>
                </a:lnTo>
                <a:lnTo>
                  <a:pt x="5211" y="11162"/>
                </a:lnTo>
                <a:lnTo>
                  <a:pt x="5299" y="11342"/>
                </a:lnTo>
                <a:lnTo>
                  <a:pt x="5399" y="11587"/>
                </a:lnTo>
                <a:lnTo>
                  <a:pt x="5537" y="11819"/>
                </a:lnTo>
                <a:lnTo>
                  <a:pt x="5625" y="12012"/>
                </a:lnTo>
                <a:lnTo>
                  <a:pt x="5713" y="12244"/>
                </a:lnTo>
                <a:lnTo>
                  <a:pt x="5801" y="12475"/>
                </a:lnTo>
                <a:lnTo>
                  <a:pt x="5901" y="12668"/>
                </a:lnTo>
                <a:lnTo>
                  <a:pt x="6040" y="12900"/>
                </a:lnTo>
                <a:lnTo>
                  <a:pt x="6128" y="13080"/>
                </a:lnTo>
                <a:lnTo>
                  <a:pt x="6215" y="13325"/>
                </a:lnTo>
                <a:lnTo>
                  <a:pt x="6303" y="13557"/>
                </a:lnTo>
                <a:lnTo>
                  <a:pt x="6404" y="13737"/>
                </a:lnTo>
                <a:lnTo>
                  <a:pt x="6542" y="13982"/>
                </a:lnTo>
                <a:lnTo>
                  <a:pt x="6630" y="14213"/>
                </a:lnTo>
                <a:lnTo>
                  <a:pt x="6718" y="14394"/>
                </a:lnTo>
                <a:lnTo>
                  <a:pt x="6806" y="14638"/>
                </a:lnTo>
                <a:lnTo>
                  <a:pt x="6906" y="14819"/>
                </a:lnTo>
                <a:lnTo>
                  <a:pt x="7044" y="15050"/>
                </a:lnTo>
                <a:lnTo>
                  <a:pt x="7132" y="15295"/>
                </a:lnTo>
                <a:lnTo>
                  <a:pt x="7220" y="15475"/>
                </a:lnTo>
                <a:lnTo>
                  <a:pt x="7308" y="15707"/>
                </a:lnTo>
                <a:lnTo>
                  <a:pt x="7408" y="15952"/>
                </a:lnTo>
                <a:lnTo>
                  <a:pt x="7547" y="16132"/>
                </a:lnTo>
                <a:lnTo>
                  <a:pt x="7634" y="16364"/>
                </a:lnTo>
                <a:lnTo>
                  <a:pt x="7722" y="16608"/>
                </a:lnTo>
                <a:lnTo>
                  <a:pt x="7810" y="16788"/>
                </a:lnTo>
                <a:lnTo>
                  <a:pt x="7911" y="17020"/>
                </a:lnTo>
                <a:lnTo>
                  <a:pt x="8049" y="17265"/>
                </a:lnTo>
                <a:lnTo>
                  <a:pt x="8137" y="17445"/>
                </a:lnTo>
                <a:lnTo>
                  <a:pt x="8225" y="17677"/>
                </a:lnTo>
                <a:lnTo>
                  <a:pt x="8325" y="17921"/>
                </a:lnTo>
                <a:lnTo>
                  <a:pt x="8413" y="18102"/>
                </a:lnTo>
                <a:lnTo>
                  <a:pt x="8551" y="18346"/>
                </a:lnTo>
                <a:lnTo>
                  <a:pt x="8639" y="18578"/>
                </a:lnTo>
                <a:lnTo>
                  <a:pt x="8727" y="18758"/>
                </a:lnTo>
                <a:lnTo>
                  <a:pt x="8827" y="19003"/>
                </a:lnTo>
                <a:lnTo>
                  <a:pt x="8915" y="19235"/>
                </a:lnTo>
                <a:lnTo>
                  <a:pt x="9053" y="19415"/>
                </a:lnTo>
                <a:lnTo>
                  <a:pt x="9141" y="19660"/>
                </a:lnTo>
                <a:lnTo>
                  <a:pt x="9229" y="19891"/>
                </a:lnTo>
                <a:lnTo>
                  <a:pt x="9330" y="20072"/>
                </a:lnTo>
                <a:lnTo>
                  <a:pt x="9418" y="20316"/>
                </a:lnTo>
                <a:lnTo>
                  <a:pt x="9556" y="20548"/>
                </a:lnTo>
                <a:lnTo>
                  <a:pt x="9644" y="20728"/>
                </a:lnTo>
                <a:lnTo>
                  <a:pt x="9732" y="20973"/>
                </a:lnTo>
                <a:lnTo>
                  <a:pt x="9832" y="21205"/>
                </a:lnTo>
                <a:lnTo>
                  <a:pt x="9920" y="21385"/>
                </a:lnTo>
                <a:lnTo>
                  <a:pt x="10058" y="21629"/>
                </a:lnTo>
                <a:lnTo>
                  <a:pt x="10146" y="21861"/>
                </a:lnTo>
                <a:lnTo>
                  <a:pt x="10234" y="22041"/>
                </a:lnTo>
                <a:lnTo>
                  <a:pt x="10334" y="22286"/>
                </a:lnTo>
                <a:lnTo>
                  <a:pt x="10422" y="22518"/>
                </a:lnTo>
                <a:lnTo>
                  <a:pt x="10560" y="22698"/>
                </a:lnTo>
                <a:lnTo>
                  <a:pt x="10648" y="22943"/>
                </a:lnTo>
                <a:lnTo>
                  <a:pt x="10736" y="23174"/>
                </a:lnTo>
                <a:lnTo>
                  <a:pt x="10837" y="23406"/>
                </a:lnTo>
                <a:lnTo>
                  <a:pt x="10924" y="23599"/>
                </a:lnTo>
                <a:lnTo>
                  <a:pt x="11063" y="23831"/>
                </a:lnTo>
                <a:lnTo>
                  <a:pt x="11151" y="24063"/>
                </a:lnTo>
                <a:lnTo>
                  <a:pt x="11238" y="24256"/>
                </a:lnTo>
                <a:lnTo>
                  <a:pt x="11339" y="24488"/>
                </a:lnTo>
                <a:lnTo>
                  <a:pt x="11427" y="24719"/>
                </a:lnTo>
                <a:lnTo>
                  <a:pt x="11565" y="24913"/>
                </a:lnTo>
                <a:lnTo>
                  <a:pt x="11653" y="25144"/>
                </a:lnTo>
                <a:lnTo>
                  <a:pt x="11753" y="25376"/>
                </a:lnTo>
                <a:lnTo>
                  <a:pt x="11841" y="25608"/>
                </a:lnTo>
                <a:lnTo>
                  <a:pt x="11929" y="25801"/>
                </a:lnTo>
                <a:lnTo>
                  <a:pt x="12067" y="26033"/>
                </a:lnTo>
                <a:lnTo>
                  <a:pt x="12155" y="26264"/>
                </a:lnTo>
                <a:lnTo>
                  <a:pt x="12256" y="26458"/>
                </a:lnTo>
                <a:lnTo>
                  <a:pt x="12343" y="26689"/>
                </a:lnTo>
                <a:lnTo>
                  <a:pt x="12431" y="26921"/>
                </a:lnTo>
                <a:lnTo>
                  <a:pt x="12569" y="27166"/>
                </a:lnTo>
                <a:lnTo>
                  <a:pt x="12657" y="27346"/>
                </a:lnTo>
                <a:lnTo>
                  <a:pt x="12758" y="27578"/>
                </a:lnTo>
                <a:lnTo>
                  <a:pt x="12846" y="27822"/>
                </a:lnTo>
                <a:lnTo>
                  <a:pt x="12934" y="28054"/>
                </a:lnTo>
                <a:lnTo>
                  <a:pt x="13072" y="28234"/>
                </a:lnTo>
                <a:lnTo>
                  <a:pt x="13160" y="28479"/>
                </a:lnTo>
                <a:lnTo>
                  <a:pt x="13260" y="28711"/>
                </a:lnTo>
                <a:lnTo>
                  <a:pt x="13348" y="28904"/>
                </a:lnTo>
                <a:lnTo>
                  <a:pt x="13436" y="29136"/>
                </a:lnTo>
                <a:lnTo>
                  <a:pt x="13574" y="29367"/>
                </a:lnTo>
                <a:lnTo>
                  <a:pt x="13662" y="29599"/>
                </a:lnTo>
                <a:lnTo>
                  <a:pt x="13762" y="29792"/>
                </a:lnTo>
                <a:lnTo>
                  <a:pt x="13850" y="30024"/>
                </a:lnTo>
                <a:lnTo>
                  <a:pt x="13938" y="30256"/>
                </a:lnTo>
                <a:lnTo>
                  <a:pt x="14076" y="30487"/>
                </a:lnTo>
                <a:lnTo>
                  <a:pt x="14164" y="30681"/>
                </a:lnTo>
                <a:lnTo>
                  <a:pt x="14265" y="30912"/>
                </a:lnTo>
                <a:lnTo>
                  <a:pt x="14353" y="31144"/>
                </a:lnTo>
                <a:lnTo>
                  <a:pt x="14441" y="31389"/>
                </a:lnTo>
                <a:lnTo>
                  <a:pt x="14579" y="31569"/>
                </a:lnTo>
                <a:lnTo>
                  <a:pt x="14667" y="31801"/>
                </a:lnTo>
                <a:lnTo>
                  <a:pt x="14767" y="32045"/>
                </a:lnTo>
                <a:lnTo>
                  <a:pt x="14855" y="32277"/>
                </a:lnTo>
                <a:lnTo>
                  <a:pt x="14943" y="32457"/>
                </a:lnTo>
                <a:lnTo>
                  <a:pt x="15081" y="32702"/>
                </a:lnTo>
                <a:lnTo>
                  <a:pt x="15169" y="32934"/>
                </a:lnTo>
                <a:lnTo>
                  <a:pt x="15269" y="33165"/>
                </a:lnTo>
                <a:lnTo>
                  <a:pt x="15357" y="33359"/>
                </a:lnTo>
                <a:lnTo>
                  <a:pt x="15445" y="33590"/>
                </a:lnTo>
                <a:lnTo>
                  <a:pt x="15583" y="33822"/>
                </a:lnTo>
                <a:lnTo>
                  <a:pt x="15684" y="34054"/>
                </a:lnTo>
                <a:lnTo>
                  <a:pt x="15772" y="34298"/>
                </a:lnTo>
                <a:lnTo>
                  <a:pt x="15860" y="34479"/>
                </a:lnTo>
                <a:lnTo>
                  <a:pt x="15947" y="34710"/>
                </a:lnTo>
                <a:lnTo>
                  <a:pt x="16086" y="34955"/>
                </a:lnTo>
                <a:lnTo>
                  <a:pt x="16186" y="35187"/>
                </a:lnTo>
                <a:lnTo>
                  <a:pt x="16274" y="35367"/>
                </a:lnTo>
                <a:lnTo>
                  <a:pt x="16362" y="35612"/>
                </a:lnTo>
                <a:lnTo>
                  <a:pt x="16450" y="35843"/>
                </a:lnTo>
                <a:lnTo>
                  <a:pt x="16588" y="36075"/>
                </a:lnTo>
                <a:lnTo>
                  <a:pt x="16688" y="36268"/>
                </a:lnTo>
                <a:lnTo>
                  <a:pt x="16776" y="36500"/>
                </a:lnTo>
                <a:lnTo>
                  <a:pt x="16864" y="36732"/>
                </a:lnTo>
                <a:lnTo>
                  <a:pt x="16952" y="36964"/>
                </a:lnTo>
                <a:lnTo>
                  <a:pt x="17090" y="37208"/>
                </a:lnTo>
                <a:lnTo>
                  <a:pt x="17191" y="37388"/>
                </a:lnTo>
                <a:lnTo>
                  <a:pt x="17279" y="37620"/>
                </a:lnTo>
                <a:lnTo>
                  <a:pt x="17366" y="37865"/>
                </a:lnTo>
                <a:lnTo>
                  <a:pt x="17454" y="38097"/>
                </a:lnTo>
                <a:lnTo>
                  <a:pt x="17592" y="38328"/>
                </a:lnTo>
                <a:lnTo>
                  <a:pt x="17693" y="38521"/>
                </a:lnTo>
                <a:lnTo>
                  <a:pt x="17781" y="38753"/>
                </a:lnTo>
                <a:lnTo>
                  <a:pt x="17869" y="38985"/>
                </a:lnTo>
                <a:lnTo>
                  <a:pt x="17969" y="39217"/>
                </a:lnTo>
                <a:lnTo>
                  <a:pt x="18095" y="39461"/>
                </a:lnTo>
                <a:lnTo>
                  <a:pt x="18195" y="39642"/>
                </a:lnTo>
                <a:lnTo>
                  <a:pt x="18283" y="39873"/>
                </a:lnTo>
                <a:lnTo>
                  <a:pt x="18371" y="40118"/>
                </a:lnTo>
                <a:lnTo>
                  <a:pt x="18471" y="40350"/>
                </a:lnTo>
                <a:lnTo>
                  <a:pt x="18597" y="40581"/>
                </a:lnTo>
                <a:lnTo>
                  <a:pt x="18698" y="40775"/>
                </a:lnTo>
                <a:lnTo>
                  <a:pt x="18785" y="41006"/>
                </a:lnTo>
                <a:lnTo>
                  <a:pt x="18873" y="41238"/>
                </a:lnTo>
                <a:lnTo>
                  <a:pt x="18974" y="41470"/>
                </a:lnTo>
                <a:lnTo>
                  <a:pt x="19112" y="41702"/>
                </a:lnTo>
                <a:lnTo>
                  <a:pt x="19200" y="41895"/>
                </a:lnTo>
                <a:lnTo>
                  <a:pt x="19288" y="42126"/>
                </a:lnTo>
                <a:lnTo>
                  <a:pt x="19376" y="42358"/>
                </a:lnTo>
                <a:lnTo>
                  <a:pt x="19476" y="42603"/>
                </a:lnTo>
                <a:lnTo>
                  <a:pt x="19614" y="42835"/>
                </a:lnTo>
                <a:lnTo>
                  <a:pt x="19702" y="43066"/>
                </a:lnTo>
                <a:lnTo>
                  <a:pt x="19790" y="43259"/>
                </a:lnTo>
                <a:lnTo>
                  <a:pt x="19878" y="43491"/>
                </a:lnTo>
                <a:lnTo>
                  <a:pt x="19978" y="43723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6301808" y="4039072"/>
            <a:ext cx="20016" cy="46131"/>
          </a:xfrm>
          <a:custGeom>
            <a:avLst/>
            <a:gdLst/>
            <a:ahLst/>
            <a:cxnLst/>
            <a:rect l="l" t="t" r="r" b="b"/>
            <a:pathLst>
              <a:path w="20016" h="46131">
                <a:moveTo>
                  <a:pt x="0" y="0"/>
                </a:moveTo>
                <a:lnTo>
                  <a:pt x="138" y="231"/>
                </a:lnTo>
                <a:lnTo>
                  <a:pt x="226" y="476"/>
                </a:lnTo>
                <a:lnTo>
                  <a:pt x="313" y="656"/>
                </a:lnTo>
                <a:lnTo>
                  <a:pt x="401" y="888"/>
                </a:lnTo>
                <a:lnTo>
                  <a:pt x="502" y="1132"/>
                </a:lnTo>
                <a:lnTo>
                  <a:pt x="640" y="1364"/>
                </a:lnTo>
                <a:lnTo>
                  <a:pt x="728" y="1596"/>
                </a:lnTo>
                <a:lnTo>
                  <a:pt x="816" y="1828"/>
                </a:lnTo>
                <a:lnTo>
                  <a:pt x="904" y="2021"/>
                </a:lnTo>
                <a:lnTo>
                  <a:pt x="1004" y="2253"/>
                </a:lnTo>
                <a:lnTo>
                  <a:pt x="1142" y="2484"/>
                </a:lnTo>
                <a:lnTo>
                  <a:pt x="1230" y="2729"/>
                </a:lnTo>
                <a:lnTo>
                  <a:pt x="1318" y="2961"/>
                </a:lnTo>
                <a:lnTo>
                  <a:pt x="1406" y="3192"/>
                </a:lnTo>
                <a:lnTo>
                  <a:pt x="1506" y="3424"/>
                </a:lnTo>
                <a:lnTo>
                  <a:pt x="1645" y="3617"/>
                </a:lnTo>
                <a:lnTo>
                  <a:pt x="1732" y="3849"/>
                </a:lnTo>
                <a:lnTo>
                  <a:pt x="1820" y="4081"/>
                </a:lnTo>
                <a:lnTo>
                  <a:pt x="1921" y="4313"/>
                </a:lnTo>
                <a:lnTo>
                  <a:pt x="2009" y="4557"/>
                </a:lnTo>
                <a:lnTo>
                  <a:pt x="2147" y="4789"/>
                </a:lnTo>
                <a:lnTo>
                  <a:pt x="2235" y="4969"/>
                </a:lnTo>
                <a:lnTo>
                  <a:pt x="2323" y="5214"/>
                </a:lnTo>
                <a:lnTo>
                  <a:pt x="2423" y="5446"/>
                </a:lnTo>
                <a:lnTo>
                  <a:pt x="2511" y="5677"/>
                </a:lnTo>
                <a:lnTo>
                  <a:pt x="2649" y="5909"/>
                </a:lnTo>
                <a:lnTo>
                  <a:pt x="2737" y="6154"/>
                </a:lnTo>
                <a:lnTo>
                  <a:pt x="2825" y="6385"/>
                </a:lnTo>
                <a:lnTo>
                  <a:pt x="2925" y="6566"/>
                </a:lnTo>
                <a:lnTo>
                  <a:pt x="3013" y="6810"/>
                </a:lnTo>
                <a:lnTo>
                  <a:pt x="3151" y="7042"/>
                </a:lnTo>
                <a:lnTo>
                  <a:pt x="3239" y="7274"/>
                </a:lnTo>
                <a:lnTo>
                  <a:pt x="3327" y="7506"/>
                </a:lnTo>
                <a:lnTo>
                  <a:pt x="3428" y="7737"/>
                </a:lnTo>
                <a:lnTo>
                  <a:pt x="3516" y="7982"/>
                </a:lnTo>
                <a:lnTo>
                  <a:pt x="3654" y="8214"/>
                </a:lnTo>
                <a:lnTo>
                  <a:pt x="3742" y="8407"/>
                </a:lnTo>
                <a:lnTo>
                  <a:pt x="3830" y="8639"/>
                </a:lnTo>
                <a:lnTo>
                  <a:pt x="3930" y="8870"/>
                </a:lnTo>
                <a:lnTo>
                  <a:pt x="4018" y="9102"/>
                </a:lnTo>
                <a:lnTo>
                  <a:pt x="4156" y="9334"/>
                </a:lnTo>
                <a:lnTo>
                  <a:pt x="4244" y="9578"/>
                </a:lnTo>
                <a:lnTo>
                  <a:pt x="4332" y="9810"/>
                </a:lnTo>
                <a:lnTo>
                  <a:pt x="4432" y="10042"/>
                </a:lnTo>
                <a:lnTo>
                  <a:pt x="4520" y="10235"/>
                </a:lnTo>
                <a:lnTo>
                  <a:pt x="4658" y="10467"/>
                </a:lnTo>
                <a:lnTo>
                  <a:pt x="4746" y="10699"/>
                </a:lnTo>
                <a:lnTo>
                  <a:pt x="4834" y="10930"/>
                </a:lnTo>
                <a:lnTo>
                  <a:pt x="4935" y="11175"/>
                </a:lnTo>
                <a:lnTo>
                  <a:pt x="5022" y="11407"/>
                </a:lnTo>
                <a:lnTo>
                  <a:pt x="5161" y="11638"/>
                </a:lnTo>
                <a:lnTo>
                  <a:pt x="5249" y="11870"/>
                </a:lnTo>
                <a:lnTo>
                  <a:pt x="5349" y="12102"/>
                </a:lnTo>
                <a:lnTo>
                  <a:pt x="5437" y="12295"/>
                </a:lnTo>
                <a:lnTo>
                  <a:pt x="5525" y="12527"/>
                </a:lnTo>
                <a:lnTo>
                  <a:pt x="5663" y="12759"/>
                </a:lnTo>
                <a:lnTo>
                  <a:pt x="5751" y="13003"/>
                </a:lnTo>
                <a:lnTo>
                  <a:pt x="5851" y="13235"/>
                </a:lnTo>
                <a:lnTo>
                  <a:pt x="5939" y="13467"/>
                </a:lnTo>
                <a:lnTo>
                  <a:pt x="6027" y="13698"/>
                </a:lnTo>
                <a:lnTo>
                  <a:pt x="6165" y="13943"/>
                </a:lnTo>
                <a:lnTo>
                  <a:pt x="6253" y="14175"/>
                </a:lnTo>
                <a:lnTo>
                  <a:pt x="6354" y="14355"/>
                </a:lnTo>
                <a:lnTo>
                  <a:pt x="6441" y="14600"/>
                </a:lnTo>
                <a:lnTo>
                  <a:pt x="6529" y="14831"/>
                </a:lnTo>
                <a:lnTo>
                  <a:pt x="6667" y="15063"/>
                </a:lnTo>
                <a:lnTo>
                  <a:pt x="6755" y="15295"/>
                </a:lnTo>
                <a:lnTo>
                  <a:pt x="6856" y="15527"/>
                </a:lnTo>
                <a:lnTo>
                  <a:pt x="6944" y="15771"/>
                </a:lnTo>
                <a:lnTo>
                  <a:pt x="7032" y="16003"/>
                </a:lnTo>
                <a:lnTo>
                  <a:pt x="7170" y="16235"/>
                </a:lnTo>
                <a:lnTo>
                  <a:pt x="7258" y="16467"/>
                </a:lnTo>
                <a:lnTo>
                  <a:pt x="7358" y="16711"/>
                </a:lnTo>
                <a:lnTo>
                  <a:pt x="7446" y="16891"/>
                </a:lnTo>
                <a:lnTo>
                  <a:pt x="7534" y="17123"/>
                </a:lnTo>
                <a:lnTo>
                  <a:pt x="7672" y="17368"/>
                </a:lnTo>
                <a:lnTo>
                  <a:pt x="7760" y="17600"/>
                </a:lnTo>
                <a:lnTo>
                  <a:pt x="7860" y="17831"/>
                </a:lnTo>
                <a:lnTo>
                  <a:pt x="7948" y="18063"/>
                </a:lnTo>
                <a:lnTo>
                  <a:pt x="8036" y="18295"/>
                </a:lnTo>
                <a:lnTo>
                  <a:pt x="8174" y="18539"/>
                </a:lnTo>
                <a:lnTo>
                  <a:pt x="8262" y="18771"/>
                </a:lnTo>
                <a:lnTo>
                  <a:pt x="8363" y="19003"/>
                </a:lnTo>
                <a:lnTo>
                  <a:pt x="8451" y="19235"/>
                </a:lnTo>
                <a:lnTo>
                  <a:pt x="8539" y="19479"/>
                </a:lnTo>
                <a:lnTo>
                  <a:pt x="8677" y="19711"/>
                </a:lnTo>
                <a:lnTo>
                  <a:pt x="8765" y="19943"/>
                </a:lnTo>
                <a:lnTo>
                  <a:pt x="8865" y="20136"/>
                </a:lnTo>
                <a:lnTo>
                  <a:pt x="8953" y="20368"/>
                </a:lnTo>
                <a:lnTo>
                  <a:pt x="9041" y="20599"/>
                </a:lnTo>
                <a:lnTo>
                  <a:pt x="9179" y="20831"/>
                </a:lnTo>
                <a:lnTo>
                  <a:pt x="9279" y="21076"/>
                </a:lnTo>
                <a:lnTo>
                  <a:pt x="9367" y="21308"/>
                </a:lnTo>
                <a:lnTo>
                  <a:pt x="9455" y="21539"/>
                </a:lnTo>
                <a:lnTo>
                  <a:pt x="9543" y="21771"/>
                </a:lnTo>
                <a:lnTo>
                  <a:pt x="9681" y="22003"/>
                </a:lnTo>
                <a:lnTo>
                  <a:pt x="9782" y="22247"/>
                </a:lnTo>
                <a:lnTo>
                  <a:pt x="9870" y="22479"/>
                </a:lnTo>
                <a:lnTo>
                  <a:pt x="9958" y="22711"/>
                </a:lnTo>
                <a:lnTo>
                  <a:pt x="10045" y="22943"/>
                </a:lnTo>
                <a:lnTo>
                  <a:pt x="10184" y="23187"/>
                </a:lnTo>
                <a:lnTo>
                  <a:pt x="10284" y="23419"/>
                </a:lnTo>
                <a:lnTo>
                  <a:pt x="10372" y="23651"/>
                </a:lnTo>
                <a:lnTo>
                  <a:pt x="10460" y="23883"/>
                </a:lnTo>
                <a:lnTo>
                  <a:pt x="10548" y="24076"/>
                </a:lnTo>
                <a:lnTo>
                  <a:pt x="10686" y="24307"/>
                </a:lnTo>
                <a:lnTo>
                  <a:pt x="10786" y="24539"/>
                </a:lnTo>
                <a:lnTo>
                  <a:pt x="10874" y="24771"/>
                </a:lnTo>
                <a:lnTo>
                  <a:pt x="10962" y="25016"/>
                </a:lnTo>
                <a:lnTo>
                  <a:pt x="11050" y="25247"/>
                </a:lnTo>
                <a:lnTo>
                  <a:pt x="11188" y="25479"/>
                </a:lnTo>
                <a:lnTo>
                  <a:pt x="11289" y="25711"/>
                </a:lnTo>
                <a:lnTo>
                  <a:pt x="11377" y="25955"/>
                </a:lnTo>
                <a:lnTo>
                  <a:pt x="11464" y="26187"/>
                </a:lnTo>
                <a:lnTo>
                  <a:pt x="11565" y="26419"/>
                </a:lnTo>
                <a:lnTo>
                  <a:pt x="11690" y="26651"/>
                </a:lnTo>
                <a:lnTo>
                  <a:pt x="11791" y="26882"/>
                </a:lnTo>
                <a:lnTo>
                  <a:pt x="11879" y="27127"/>
                </a:lnTo>
                <a:lnTo>
                  <a:pt x="11967" y="27359"/>
                </a:lnTo>
                <a:lnTo>
                  <a:pt x="12067" y="27591"/>
                </a:lnTo>
                <a:lnTo>
                  <a:pt x="12193" y="27822"/>
                </a:lnTo>
                <a:lnTo>
                  <a:pt x="12293" y="28067"/>
                </a:lnTo>
                <a:lnTo>
                  <a:pt x="12381" y="28299"/>
                </a:lnTo>
                <a:lnTo>
                  <a:pt x="12469" y="28530"/>
                </a:lnTo>
                <a:lnTo>
                  <a:pt x="12569" y="28762"/>
                </a:lnTo>
                <a:lnTo>
                  <a:pt x="12695" y="28994"/>
                </a:lnTo>
                <a:lnTo>
                  <a:pt x="12796" y="29239"/>
                </a:lnTo>
                <a:lnTo>
                  <a:pt x="12883" y="29470"/>
                </a:lnTo>
                <a:lnTo>
                  <a:pt x="12971" y="29702"/>
                </a:lnTo>
                <a:lnTo>
                  <a:pt x="13072" y="29934"/>
                </a:lnTo>
                <a:lnTo>
                  <a:pt x="13210" y="30178"/>
                </a:lnTo>
                <a:lnTo>
                  <a:pt x="13298" y="30410"/>
                </a:lnTo>
                <a:lnTo>
                  <a:pt x="13386" y="30642"/>
                </a:lnTo>
                <a:lnTo>
                  <a:pt x="13474" y="30874"/>
                </a:lnTo>
                <a:lnTo>
                  <a:pt x="13574" y="31067"/>
                </a:lnTo>
                <a:lnTo>
                  <a:pt x="13712" y="31299"/>
                </a:lnTo>
                <a:lnTo>
                  <a:pt x="13800" y="31530"/>
                </a:lnTo>
                <a:lnTo>
                  <a:pt x="13888" y="31762"/>
                </a:lnTo>
                <a:lnTo>
                  <a:pt x="13976" y="32007"/>
                </a:lnTo>
                <a:lnTo>
                  <a:pt x="14076" y="32238"/>
                </a:lnTo>
                <a:lnTo>
                  <a:pt x="14215" y="32470"/>
                </a:lnTo>
                <a:lnTo>
                  <a:pt x="14302" y="32702"/>
                </a:lnTo>
                <a:lnTo>
                  <a:pt x="14390" y="32947"/>
                </a:lnTo>
                <a:lnTo>
                  <a:pt x="14478" y="33178"/>
                </a:lnTo>
                <a:lnTo>
                  <a:pt x="14579" y="33410"/>
                </a:lnTo>
                <a:lnTo>
                  <a:pt x="14717" y="33642"/>
                </a:lnTo>
                <a:lnTo>
                  <a:pt x="14805" y="33874"/>
                </a:lnTo>
                <a:lnTo>
                  <a:pt x="14893" y="34118"/>
                </a:lnTo>
                <a:lnTo>
                  <a:pt x="14981" y="34350"/>
                </a:lnTo>
                <a:lnTo>
                  <a:pt x="15081" y="34582"/>
                </a:lnTo>
                <a:lnTo>
                  <a:pt x="15219" y="34813"/>
                </a:lnTo>
                <a:lnTo>
                  <a:pt x="15307" y="35058"/>
                </a:lnTo>
                <a:lnTo>
                  <a:pt x="15395" y="35290"/>
                </a:lnTo>
                <a:lnTo>
                  <a:pt x="15495" y="35522"/>
                </a:lnTo>
                <a:lnTo>
                  <a:pt x="15583" y="35753"/>
                </a:lnTo>
                <a:lnTo>
                  <a:pt x="15721" y="35985"/>
                </a:lnTo>
                <a:lnTo>
                  <a:pt x="15809" y="36230"/>
                </a:lnTo>
                <a:lnTo>
                  <a:pt x="15897" y="36461"/>
                </a:lnTo>
                <a:lnTo>
                  <a:pt x="15998" y="36693"/>
                </a:lnTo>
                <a:lnTo>
                  <a:pt x="16086" y="36925"/>
                </a:lnTo>
                <a:lnTo>
                  <a:pt x="16224" y="37170"/>
                </a:lnTo>
                <a:lnTo>
                  <a:pt x="16312" y="37401"/>
                </a:lnTo>
                <a:lnTo>
                  <a:pt x="16400" y="37633"/>
                </a:lnTo>
                <a:lnTo>
                  <a:pt x="16500" y="37865"/>
                </a:lnTo>
                <a:lnTo>
                  <a:pt x="16588" y="38097"/>
                </a:lnTo>
                <a:lnTo>
                  <a:pt x="16726" y="38341"/>
                </a:lnTo>
                <a:lnTo>
                  <a:pt x="16814" y="38573"/>
                </a:lnTo>
                <a:lnTo>
                  <a:pt x="16902" y="38856"/>
                </a:lnTo>
                <a:lnTo>
                  <a:pt x="17002" y="39088"/>
                </a:lnTo>
                <a:lnTo>
                  <a:pt x="17090" y="39320"/>
                </a:lnTo>
                <a:lnTo>
                  <a:pt x="17228" y="39551"/>
                </a:lnTo>
                <a:lnTo>
                  <a:pt x="17316" y="39796"/>
                </a:lnTo>
                <a:lnTo>
                  <a:pt x="17404" y="40028"/>
                </a:lnTo>
                <a:lnTo>
                  <a:pt x="17505" y="40260"/>
                </a:lnTo>
                <a:lnTo>
                  <a:pt x="17592" y="40491"/>
                </a:lnTo>
                <a:lnTo>
                  <a:pt x="17731" y="40736"/>
                </a:lnTo>
                <a:lnTo>
                  <a:pt x="17818" y="40968"/>
                </a:lnTo>
                <a:lnTo>
                  <a:pt x="17906" y="41199"/>
                </a:lnTo>
                <a:lnTo>
                  <a:pt x="18007" y="41431"/>
                </a:lnTo>
                <a:lnTo>
                  <a:pt x="18095" y="41663"/>
                </a:lnTo>
                <a:lnTo>
                  <a:pt x="18233" y="41908"/>
                </a:lnTo>
                <a:lnTo>
                  <a:pt x="18321" y="42139"/>
                </a:lnTo>
                <a:lnTo>
                  <a:pt x="18409" y="42371"/>
                </a:lnTo>
                <a:lnTo>
                  <a:pt x="18509" y="42603"/>
                </a:lnTo>
                <a:lnTo>
                  <a:pt x="18597" y="42847"/>
                </a:lnTo>
                <a:lnTo>
                  <a:pt x="18735" y="43079"/>
                </a:lnTo>
                <a:lnTo>
                  <a:pt x="18823" y="43311"/>
                </a:lnTo>
                <a:lnTo>
                  <a:pt x="18911" y="43543"/>
                </a:lnTo>
                <a:lnTo>
                  <a:pt x="19011" y="43774"/>
                </a:lnTo>
                <a:lnTo>
                  <a:pt x="19099" y="44019"/>
                </a:lnTo>
                <a:lnTo>
                  <a:pt x="19237" y="44251"/>
                </a:lnTo>
                <a:lnTo>
                  <a:pt x="19325" y="44483"/>
                </a:lnTo>
                <a:lnTo>
                  <a:pt x="19426" y="44714"/>
                </a:lnTo>
                <a:lnTo>
                  <a:pt x="19514" y="44959"/>
                </a:lnTo>
                <a:lnTo>
                  <a:pt x="19652" y="45191"/>
                </a:lnTo>
                <a:lnTo>
                  <a:pt x="19740" y="45422"/>
                </a:lnTo>
                <a:lnTo>
                  <a:pt x="19828" y="45654"/>
                </a:lnTo>
                <a:lnTo>
                  <a:pt x="19928" y="45886"/>
                </a:lnTo>
                <a:lnTo>
                  <a:pt x="20016" y="46131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6321824" y="4085203"/>
            <a:ext cx="20016" cy="47856"/>
          </a:xfrm>
          <a:custGeom>
            <a:avLst/>
            <a:gdLst/>
            <a:ahLst/>
            <a:cxnLst/>
            <a:rect l="l" t="t" r="r" b="b"/>
            <a:pathLst>
              <a:path w="20016" h="47856">
                <a:moveTo>
                  <a:pt x="0" y="0"/>
                </a:moveTo>
                <a:lnTo>
                  <a:pt x="138" y="283"/>
                </a:lnTo>
                <a:lnTo>
                  <a:pt x="226" y="514"/>
                </a:lnTo>
                <a:lnTo>
                  <a:pt x="313" y="746"/>
                </a:lnTo>
                <a:lnTo>
                  <a:pt x="414" y="978"/>
                </a:lnTo>
                <a:lnTo>
                  <a:pt x="502" y="1210"/>
                </a:lnTo>
                <a:lnTo>
                  <a:pt x="640" y="1454"/>
                </a:lnTo>
                <a:lnTo>
                  <a:pt x="728" y="1686"/>
                </a:lnTo>
                <a:lnTo>
                  <a:pt x="816" y="1918"/>
                </a:lnTo>
                <a:lnTo>
                  <a:pt x="916" y="2150"/>
                </a:lnTo>
                <a:lnTo>
                  <a:pt x="1004" y="2394"/>
                </a:lnTo>
                <a:lnTo>
                  <a:pt x="1142" y="2626"/>
                </a:lnTo>
                <a:lnTo>
                  <a:pt x="1230" y="2858"/>
                </a:lnTo>
                <a:lnTo>
                  <a:pt x="1318" y="3089"/>
                </a:lnTo>
                <a:lnTo>
                  <a:pt x="1418" y="3321"/>
                </a:lnTo>
                <a:lnTo>
                  <a:pt x="1506" y="3566"/>
                </a:lnTo>
                <a:lnTo>
                  <a:pt x="1645" y="3798"/>
                </a:lnTo>
                <a:lnTo>
                  <a:pt x="1732" y="4029"/>
                </a:lnTo>
                <a:lnTo>
                  <a:pt x="1820" y="4261"/>
                </a:lnTo>
                <a:lnTo>
                  <a:pt x="1921" y="4544"/>
                </a:lnTo>
                <a:lnTo>
                  <a:pt x="2009" y="4776"/>
                </a:lnTo>
                <a:lnTo>
                  <a:pt x="2147" y="5021"/>
                </a:lnTo>
                <a:lnTo>
                  <a:pt x="2235" y="5252"/>
                </a:lnTo>
                <a:lnTo>
                  <a:pt x="2323" y="5484"/>
                </a:lnTo>
                <a:lnTo>
                  <a:pt x="2423" y="5716"/>
                </a:lnTo>
                <a:lnTo>
                  <a:pt x="2511" y="5948"/>
                </a:lnTo>
                <a:lnTo>
                  <a:pt x="2649" y="6192"/>
                </a:lnTo>
                <a:lnTo>
                  <a:pt x="2737" y="6424"/>
                </a:lnTo>
                <a:lnTo>
                  <a:pt x="2837" y="6656"/>
                </a:lnTo>
                <a:lnTo>
                  <a:pt x="2925" y="6888"/>
                </a:lnTo>
                <a:lnTo>
                  <a:pt x="3013" y="7132"/>
                </a:lnTo>
                <a:lnTo>
                  <a:pt x="3151" y="7364"/>
                </a:lnTo>
                <a:lnTo>
                  <a:pt x="3239" y="7596"/>
                </a:lnTo>
                <a:lnTo>
                  <a:pt x="3340" y="7879"/>
                </a:lnTo>
                <a:lnTo>
                  <a:pt x="3428" y="8111"/>
                </a:lnTo>
                <a:lnTo>
                  <a:pt x="3516" y="8342"/>
                </a:lnTo>
                <a:lnTo>
                  <a:pt x="3654" y="8587"/>
                </a:lnTo>
                <a:lnTo>
                  <a:pt x="3742" y="8819"/>
                </a:lnTo>
                <a:lnTo>
                  <a:pt x="3842" y="9051"/>
                </a:lnTo>
                <a:lnTo>
                  <a:pt x="3930" y="9282"/>
                </a:lnTo>
                <a:lnTo>
                  <a:pt x="4018" y="9514"/>
                </a:lnTo>
                <a:lnTo>
                  <a:pt x="4156" y="9759"/>
                </a:lnTo>
                <a:lnTo>
                  <a:pt x="4244" y="9990"/>
                </a:lnTo>
                <a:lnTo>
                  <a:pt x="4344" y="10222"/>
                </a:lnTo>
                <a:lnTo>
                  <a:pt x="4432" y="10454"/>
                </a:lnTo>
                <a:lnTo>
                  <a:pt x="4520" y="10699"/>
                </a:lnTo>
                <a:lnTo>
                  <a:pt x="4658" y="10969"/>
                </a:lnTo>
                <a:lnTo>
                  <a:pt x="4746" y="11214"/>
                </a:lnTo>
                <a:lnTo>
                  <a:pt x="4847" y="11445"/>
                </a:lnTo>
                <a:lnTo>
                  <a:pt x="4935" y="11677"/>
                </a:lnTo>
                <a:lnTo>
                  <a:pt x="5022" y="11909"/>
                </a:lnTo>
                <a:lnTo>
                  <a:pt x="5161" y="12153"/>
                </a:lnTo>
                <a:lnTo>
                  <a:pt x="5249" y="12385"/>
                </a:lnTo>
                <a:lnTo>
                  <a:pt x="5349" y="12617"/>
                </a:lnTo>
                <a:lnTo>
                  <a:pt x="5437" y="12849"/>
                </a:lnTo>
                <a:lnTo>
                  <a:pt x="5525" y="13080"/>
                </a:lnTo>
                <a:lnTo>
                  <a:pt x="5663" y="13325"/>
                </a:lnTo>
                <a:lnTo>
                  <a:pt x="5751" y="13608"/>
                </a:lnTo>
                <a:lnTo>
                  <a:pt x="5851" y="13840"/>
                </a:lnTo>
                <a:lnTo>
                  <a:pt x="5939" y="14072"/>
                </a:lnTo>
                <a:lnTo>
                  <a:pt x="6027" y="14304"/>
                </a:lnTo>
                <a:lnTo>
                  <a:pt x="6165" y="14535"/>
                </a:lnTo>
                <a:lnTo>
                  <a:pt x="6253" y="14780"/>
                </a:lnTo>
                <a:lnTo>
                  <a:pt x="6354" y="15012"/>
                </a:lnTo>
                <a:lnTo>
                  <a:pt x="6441" y="15243"/>
                </a:lnTo>
                <a:lnTo>
                  <a:pt x="6529" y="15475"/>
                </a:lnTo>
                <a:lnTo>
                  <a:pt x="6667" y="15720"/>
                </a:lnTo>
                <a:lnTo>
                  <a:pt x="6768" y="15990"/>
                </a:lnTo>
                <a:lnTo>
                  <a:pt x="6856" y="16235"/>
                </a:lnTo>
                <a:lnTo>
                  <a:pt x="6944" y="16467"/>
                </a:lnTo>
                <a:lnTo>
                  <a:pt x="7032" y="16698"/>
                </a:lnTo>
                <a:lnTo>
                  <a:pt x="7170" y="16930"/>
                </a:lnTo>
                <a:lnTo>
                  <a:pt x="7270" y="17175"/>
                </a:lnTo>
                <a:lnTo>
                  <a:pt x="7358" y="17406"/>
                </a:lnTo>
                <a:lnTo>
                  <a:pt x="7446" y="17638"/>
                </a:lnTo>
                <a:lnTo>
                  <a:pt x="7534" y="17870"/>
                </a:lnTo>
                <a:lnTo>
                  <a:pt x="7672" y="18153"/>
                </a:lnTo>
                <a:lnTo>
                  <a:pt x="7773" y="18385"/>
                </a:lnTo>
                <a:lnTo>
                  <a:pt x="7860" y="18617"/>
                </a:lnTo>
                <a:lnTo>
                  <a:pt x="7948" y="18861"/>
                </a:lnTo>
                <a:lnTo>
                  <a:pt x="8036" y="19093"/>
                </a:lnTo>
                <a:lnTo>
                  <a:pt x="8174" y="19325"/>
                </a:lnTo>
                <a:lnTo>
                  <a:pt x="8275" y="19557"/>
                </a:lnTo>
                <a:lnTo>
                  <a:pt x="8363" y="19801"/>
                </a:lnTo>
                <a:lnTo>
                  <a:pt x="8451" y="20033"/>
                </a:lnTo>
                <a:lnTo>
                  <a:pt x="8539" y="20316"/>
                </a:lnTo>
                <a:lnTo>
                  <a:pt x="8677" y="20548"/>
                </a:lnTo>
                <a:lnTo>
                  <a:pt x="8777" y="20780"/>
                </a:lnTo>
                <a:lnTo>
                  <a:pt x="8865" y="21011"/>
                </a:lnTo>
                <a:lnTo>
                  <a:pt x="8953" y="21256"/>
                </a:lnTo>
                <a:lnTo>
                  <a:pt x="9053" y="21488"/>
                </a:lnTo>
                <a:lnTo>
                  <a:pt x="9179" y="21720"/>
                </a:lnTo>
                <a:lnTo>
                  <a:pt x="9279" y="21951"/>
                </a:lnTo>
                <a:lnTo>
                  <a:pt x="9367" y="22235"/>
                </a:lnTo>
                <a:lnTo>
                  <a:pt x="9455" y="22466"/>
                </a:lnTo>
                <a:lnTo>
                  <a:pt x="9556" y="22711"/>
                </a:lnTo>
                <a:lnTo>
                  <a:pt x="9681" y="22943"/>
                </a:lnTo>
                <a:lnTo>
                  <a:pt x="9782" y="23174"/>
                </a:lnTo>
                <a:lnTo>
                  <a:pt x="9870" y="23406"/>
                </a:lnTo>
                <a:lnTo>
                  <a:pt x="9958" y="23638"/>
                </a:lnTo>
                <a:lnTo>
                  <a:pt x="10058" y="23883"/>
                </a:lnTo>
                <a:lnTo>
                  <a:pt x="10196" y="24166"/>
                </a:lnTo>
                <a:lnTo>
                  <a:pt x="10284" y="24398"/>
                </a:lnTo>
                <a:lnTo>
                  <a:pt x="10372" y="24629"/>
                </a:lnTo>
                <a:lnTo>
                  <a:pt x="10460" y="24861"/>
                </a:lnTo>
                <a:lnTo>
                  <a:pt x="10560" y="25093"/>
                </a:lnTo>
                <a:lnTo>
                  <a:pt x="10698" y="25337"/>
                </a:lnTo>
                <a:lnTo>
                  <a:pt x="10786" y="25569"/>
                </a:lnTo>
                <a:lnTo>
                  <a:pt x="10874" y="25801"/>
                </a:lnTo>
                <a:lnTo>
                  <a:pt x="10962" y="26084"/>
                </a:lnTo>
                <a:lnTo>
                  <a:pt x="11063" y="26316"/>
                </a:lnTo>
                <a:lnTo>
                  <a:pt x="11201" y="26548"/>
                </a:lnTo>
                <a:lnTo>
                  <a:pt x="11289" y="26792"/>
                </a:lnTo>
                <a:lnTo>
                  <a:pt x="11377" y="27024"/>
                </a:lnTo>
                <a:lnTo>
                  <a:pt x="11464" y="27256"/>
                </a:lnTo>
                <a:lnTo>
                  <a:pt x="11565" y="27488"/>
                </a:lnTo>
                <a:lnTo>
                  <a:pt x="11703" y="27771"/>
                </a:lnTo>
                <a:lnTo>
                  <a:pt x="11791" y="28003"/>
                </a:lnTo>
                <a:lnTo>
                  <a:pt x="11879" y="28247"/>
                </a:lnTo>
                <a:lnTo>
                  <a:pt x="11967" y="28479"/>
                </a:lnTo>
                <a:lnTo>
                  <a:pt x="12067" y="28711"/>
                </a:lnTo>
                <a:lnTo>
                  <a:pt x="12205" y="28942"/>
                </a:lnTo>
                <a:lnTo>
                  <a:pt x="12293" y="29174"/>
                </a:lnTo>
                <a:lnTo>
                  <a:pt x="12381" y="29457"/>
                </a:lnTo>
                <a:lnTo>
                  <a:pt x="12469" y="29702"/>
                </a:lnTo>
                <a:lnTo>
                  <a:pt x="12569" y="29934"/>
                </a:lnTo>
                <a:lnTo>
                  <a:pt x="12708" y="30166"/>
                </a:lnTo>
                <a:lnTo>
                  <a:pt x="12796" y="30397"/>
                </a:lnTo>
                <a:lnTo>
                  <a:pt x="12883" y="30629"/>
                </a:lnTo>
                <a:lnTo>
                  <a:pt x="12984" y="30874"/>
                </a:lnTo>
                <a:lnTo>
                  <a:pt x="13072" y="31157"/>
                </a:lnTo>
                <a:lnTo>
                  <a:pt x="13210" y="31389"/>
                </a:lnTo>
                <a:lnTo>
                  <a:pt x="13298" y="31620"/>
                </a:lnTo>
                <a:lnTo>
                  <a:pt x="13386" y="31852"/>
                </a:lnTo>
                <a:lnTo>
                  <a:pt x="13486" y="32084"/>
                </a:lnTo>
                <a:lnTo>
                  <a:pt x="13574" y="32329"/>
                </a:lnTo>
                <a:lnTo>
                  <a:pt x="13712" y="32560"/>
                </a:lnTo>
                <a:lnTo>
                  <a:pt x="13800" y="32844"/>
                </a:lnTo>
                <a:lnTo>
                  <a:pt x="13888" y="33075"/>
                </a:lnTo>
                <a:lnTo>
                  <a:pt x="13988" y="33307"/>
                </a:lnTo>
                <a:lnTo>
                  <a:pt x="14076" y="33539"/>
                </a:lnTo>
                <a:lnTo>
                  <a:pt x="14215" y="33783"/>
                </a:lnTo>
                <a:lnTo>
                  <a:pt x="14302" y="34015"/>
                </a:lnTo>
                <a:lnTo>
                  <a:pt x="14390" y="34298"/>
                </a:lnTo>
                <a:lnTo>
                  <a:pt x="14491" y="34530"/>
                </a:lnTo>
                <a:lnTo>
                  <a:pt x="14579" y="34762"/>
                </a:lnTo>
                <a:lnTo>
                  <a:pt x="14717" y="34994"/>
                </a:lnTo>
                <a:lnTo>
                  <a:pt x="14805" y="35238"/>
                </a:lnTo>
                <a:lnTo>
                  <a:pt x="14893" y="35470"/>
                </a:lnTo>
                <a:lnTo>
                  <a:pt x="14993" y="35702"/>
                </a:lnTo>
                <a:lnTo>
                  <a:pt x="15081" y="35985"/>
                </a:lnTo>
                <a:lnTo>
                  <a:pt x="15219" y="36217"/>
                </a:lnTo>
                <a:lnTo>
                  <a:pt x="15307" y="36449"/>
                </a:lnTo>
                <a:lnTo>
                  <a:pt x="15395" y="36693"/>
                </a:lnTo>
                <a:lnTo>
                  <a:pt x="15495" y="36925"/>
                </a:lnTo>
                <a:lnTo>
                  <a:pt x="15583" y="37157"/>
                </a:lnTo>
                <a:lnTo>
                  <a:pt x="15721" y="37440"/>
                </a:lnTo>
                <a:lnTo>
                  <a:pt x="15809" y="37672"/>
                </a:lnTo>
                <a:lnTo>
                  <a:pt x="15897" y="37903"/>
                </a:lnTo>
                <a:lnTo>
                  <a:pt x="15998" y="38148"/>
                </a:lnTo>
                <a:lnTo>
                  <a:pt x="16086" y="38380"/>
                </a:lnTo>
                <a:lnTo>
                  <a:pt x="16224" y="38612"/>
                </a:lnTo>
                <a:lnTo>
                  <a:pt x="16312" y="38895"/>
                </a:lnTo>
                <a:lnTo>
                  <a:pt x="16412" y="39127"/>
                </a:lnTo>
                <a:lnTo>
                  <a:pt x="16500" y="39358"/>
                </a:lnTo>
                <a:lnTo>
                  <a:pt x="16588" y="39603"/>
                </a:lnTo>
                <a:lnTo>
                  <a:pt x="16726" y="39835"/>
                </a:lnTo>
                <a:lnTo>
                  <a:pt x="16814" y="40066"/>
                </a:lnTo>
                <a:lnTo>
                  <a:pt x="16914" y="40350"/>
                </a:lnTo>
                <a:lnTo>
                  <a:pt x="17002" y="40581"/>
                </a:lnTo>
                <a:lnTo>
                  <a:pt x="17090" y="40813"/>
                </a:lnTo>
                <a:lnTo>
                  <a:pt x="17228" y="41058"/>
                </a:lnTo>
                <a:lnTo>
                  <a:pt x="17316" y="41290"/>
                </a:lnTo>
                <a:lnTo>
                  <a:pt x="17417" y="41573"/>
                </a:lnTo>
                <a:lnTo>
                  <a:pt x="17505" y="41805"/>
                </a:lnTo>
                <a:lnTo>
                  <a:pt x="17592" y="42036"/>
                </a:lnTo>
                <a:lnTo>
                  <a:pt x="17731" y="42268"/>
                </a:lnTo>
                <a:lnTo>
                  <a:pt x="17818" y="42513"/>
                </a:lnTo>
                <a:lnTo>
                  <a:pt x="17919" y="42744"/>
                </a:lnTo>
                <a:lnTo>
                  <a:pt x="18007" y="43028"/>
                </a:lnTo>
                <a:lnTo>
                  <a:pt x="18095" y="43259"/>
                </a:lnTo>
                <a:lnTo>
                  <a:pt x="18233" y="43491"/>
                </a:lnTo>
                <a:lnTo>
                  <a:pt x="18321" y="43723"/>
                </a:lnTo>
                <a:lnTo>
                  <a:pt x="18421" y="43955"/>
                </a:lnTo>
                <a:lnTo>
                  <a:pt x="18509" y="44199"/>
                </a:lnTo>
                <a:lnTo>
                  <a:pt x="18597" y="44483"/>
                </a:lnTo>
                <a:lnTo>
                  <a:pt x="18735" y="44714"/>
                </a:lnTo>
                <a:lnTo>
                  <a:pt x="18823" y="44946"/>
                </a:lnTo>
                <a:lnTo>
                  <a:pt x="18924" y="45178"/>
                </a:lnTo>
                <a:lnTo>
                  <a:pt x="19011" y="45410"/>
                </a:lnTo>
                <a:lnTo>
                  <a:pt x="19099" y="45693"/>
                </a:lnTo>
                <a:lnTo>
                  <a:pt x="19237" y="45937"/>
                </a:lnTo>
                <a:lnTo>
                  <a:pt x="19325" y="46169"/>
                </a:lnTo>
                <a:lnTo>
                  <a:pt x="19426" y="46401"/>
                </a:lnTo>
                <a:lnTo>
                  <a:pt x="19514" y="46633"/>
                </a:lnTo>
                <a:lnTo>
                  <a:pt x="19602" y="46916"/>
                </a:lnTo>
                <a:lnTo>
                  <a:pt x="19740" y="47148"/>
                </a:lnTo>
                <a:lnTo>
                  <a:pt x="19828" y="47392"/>
                </a:lnTo>
                <a:lnTo>
                  <a:pt x="19928" y="47624"/>
                </a:lnTo>
                <a:lnTo>
                  <a:pt x="20016" y="47856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6341841" y="4133059"/>
            <a:ext cx="20016" cy="48796"/>
          </a:xfrm>
          <a:custGeom>
            <a:avLst/>
            <a:gdLst/>
            <a:ahLst/>
            <a:cxnLst/>
            <a:rect l="l" t="t" r="r" b="b"/>
            <a:pathLst>
              <a:path w="20016" h="48796">
                <a:moveTo>
                  <a:pt x="0" y="0"/>
                </a:moveTo>
                <a:lnTo>
                  <a:pt x="87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91"/>
                </a:lnTo>
                <a:lnTo>
                  <a:pt x="502" y="1223"/>
                </a:lnTo>
                <a:lnTo>
                  <a:pt x="590" y="1454"/>
                </a:lnTo>
                <a:lnTo>
                  <a:pt x="728" y="1738"/>
                </a:lnTo>
                <a:lnTo>
                  <a:pt x="828" y="1969"/>
                </a:lnTo>
                <a:lnTo>
                  <a:pt x="916" y="2201"/>
                </a:lnTo>
                <a:lnTo>
                  <a:pt x="1004" y="2433"/>
                </a:lnTo>
                <a:lnTo>
                  <a:pt x="1092" y="2677"/>
                </a:lnTo>
                <a:lnTo>
                  <a:pt x="1230" y="2961"/>
                </a:lnTo>
                <a:lnTo>
                  <a:pt x="1331" y="3192"/>
                </a:lnTo>
                <a:lnTo>
                  <a:pt x="1418" y="3424"/>
                </a:lnTo>
                <a:lnTo>
                  <a:pt x="1506" y="3656"/>
                </a:lnTo>
                <a:lnTo>
                  <a:pt x="1594" y="3888"/>
                </a:lnTo>
                <a:lnTo>
                  <a:pt x="1732" y="4171"/>
                </a:lnTo>
                <a:lnTo>
                  <a:pt x="1833" y="4416"/>
                </a:lnTo>
                <a:lnTo>
                  <a:pt x="1921" y="4647"/>
                </a:lnTo>
                <a:lnTo>
                  <a:pt x="2009" y="4879"/>
                </a:lnTo>
                <a:lnTo>
                  <a:pt x="2097" y="5111"/>
                </a:lnTo>
                <a:lnTo>
                  <a:pt x="2235" y="5394"/>
                </a:lnTo>
                <a:lnTo>
                  <a:pt x="2335" y="5626"/>
                </a:lnTo>
                <a:lnTo>
                  <a:pt x="2423" y="5870"/>
                </a:lnTo>
                <a:lnTo>
                  <a:pt x="2511" y="6102"/>
                </a:lnTo>
                <a:lnTo>
                  <a:pt x="2611" y="6334"/>
                </a:lnTo>
                <a:lnTo>
                  <a:pt x="2737" y="6617"/>
                </a:lnTo>
                <a:lnTo>
                  <a:pt x="2837" y="6849"/>
                </a:lnTo>
                <a:lnTo>
                  <a:pt x="2925" y="7081"/>
                </a:lnTo>
                <a:lnTo>
                  <a:pt x="3013" y="7325"/>
                </a:lnTo>
                <a:lnTo>
                  <a:pt x="3114" y="7557"/>
                </a:lnTo>
                <a:lnTo>
                  <a:pt x="3239" y="7840"/>
                </a:lnTo>
                <a:lnTo>
                  <a:pt x="3340" y="8072"/>
                </a:lnTo>
                <a:lnTo>
                  <a:pt x="3428" y="8304"/>
                </a:lnTo>
                <a:lnTo>
                  <a:pt x="3516" y="8536"/>
                </a:lnTo>
                <a:lnTo>
                  <a:pt x="3616" y="8767"/>
                </a:lnTo>
                <a:lnTo>
                  <a:pt x="3742" y="9051"/>
                </a:lnTo>
                <a:lnTo>
                  <a:pt x="3842" y="9295"/>
                </a:lnTo>
                <a:lnTo>
                  <a:pt x="3930" y="9527"/>
                </a:lnTo>
                <a:lnTo>
                  <a:pt x="4018" y="9759"/>
                </a:lnTo>
                <a:lnTo>
                  <a:pt x="4118" y="9990"/>
                </a:lnTo>
                <a:lnTo>
                  <a:pt x="4256" y="10274"/>
                </a:lnTo>
                <a:lnTo>
                  <a:pt x="4344" y="10505"/>
                </a:lnTo>
                <a:lnTo>
                  <a:pt x="4432" y="10750"/>
                </a:lnTo>
                <a:lnTo>
                  <a:pt x="4520" y="10982"/>
                </a:lnTo>
                <a:lnTo>
                  <a:pt x="4621" y="11214"/>
                </a:lnTo>
                <a:lnTo>
                  <a:pt x="4759" y="11497"/>
                </a:lnTo>
                <a:lnTo>
                  <a:pt x="4847" y="11729"/>
                </a:lnTo>
                <a:lnTo>
                  <a:pt x="4935" y="11960"/>
                </a:lnTo>
                <a:lnTo>
                  <a:pt x="5022" y="12205"/>
                </a:lnTo>
                <a:lnTo>
                  <a:pt x="5123" y="12475"/>
                </a:lnTo>
                <a:lnTo>
                  <a:pt x="5261" y="12720"/>
                </a:lnTo>
                <a:lnTo>
                  <a:pt x="5349" y="12952"/>
                </a:lnTo>
                <a:lnTo>
                  <a:pt x="5437" y="13183"/>
                </a:lnTo>
                <a:lnTo>
                  <a:pt x="5525" y="13415"/>
                </a:lnTo>
                <a:lnTo>
                  <a:pt x="5625" y="13698"/>
                </a:lnTo>
                <a:lnTo>
                  <a:pt x="5763" y="13930"/>
                </a:lnTo>
                <a:lnTo>
                  <a:pt x="5851" y="14175"/>
                </a:lnTo>
                <a:lnTo>
                  <a:pt x="5939" y="14407"/>
                </a:lnTo>
                <a:lnTo>
                  <a:pt x="6027" y="14638"/>
                </a:lnTo>
                <a:lnTo>
                  <a:pt x="6128" y="14922"/>
                </a:lnTo>
                <a:lnTo>
                  <a:pt x="6266" y="15153"/>
                </a:lnTo>
                <a:lnTo>
                  <a:pt x="6354" y="15385"/>
                </a:lnTo>
                <a:lnTo>
                  <a:pt x="6441" y="15630"/>
                </a:lnTo>
                <a:lnTo>
                  <a:pt x="6542" y="15900"/>
                </a:lnTo>
                <a:lnTo>
                  <a:pt x="6630" y="16145"/>
                </a:lnTo>
                <a:lnTo>
                  <a:pt x="6768" y="16376"/>
                </a:lnTo>
                <a:lnTo>
                  <a:pt x="6856" y="16608"/>
                </a:lnTo>
                <a:lnTo>
                  <a:pt x="6944" y="16840"/>
                </a:lnTo>
                <a:lnTo>
                  <a:pt x="7044" y="17123"/>
                </a:lnTo>
                <a:lnTo>
                  <a:pt x="7132" y="17355"/>
                </a:lnTo>
                <a:lnTo>
                  <a:pt x="7270" y="17600"/>
                </a:lnTo>
                <a:lnTo>
                  <a:pt x="7358" y="17831"/>
                </a:lnTo>
                <a:lnTo>
                  <a:pt x="7446" y="18115"/>
                </a:lnTo>
                <a:lnTo>
                  <a:pt x="7547" y="18346"/>
                </a:lnTo>
                <a:lnTo>
                  <a:pt x="7634" y="18578"/>
                </a:lnTo>
                <a:lnTo>
                  <a:pt x="7773" y="18810"/>
                </a:lnTo>
                <a:lnTo>
                  <a:pt x="7860" y="19054"/>
                </a:lnTo>
                <a:lnTo>
                  <a:pt x="7948" y="19325"/>
                </a:lnTo>
                <a:lnTo>
                  <a:pt x="8049" y="19569"/>
                </a:lnTo>
                <a:lnTo>
                  <a:pt x="8137" y="19801"/>
                </a:lnTo>
                <a:lnTo>
                  <a:pt x="8275" y="20033"/>
                </a:lnTo>
                <a:lnTo>
                  <a:pt x="8363" y="20316"/>
                </a:lnTo>
                <a:lnTo>
                  <a:pt x="8451" y="20548"/>
                </a:lnTo>
                <a:lnTo>
                  <a:pt x="8551" y="20780"/>
                </a:lnTo>
                <a:lnTo>
                  <a:pt x="8639" y="21024"/>
                </a:lnTo>
                <a:lnTo>
                  <a:pt x="8777" y="21256"/>
                </a:lnTo>
                <a:lnTo>
                  <a:pt x="8865" y="21539"/>
                </a:lnTo>
                <a:lnTo>
                  <a:pt x="8953" y="21771"/>
                </a:lnTo>
                <a:lnTo>
                  <a:pt x="9053" y="22003"/>
                </a:lnTo>
                <a:lnTo>
                  <a:pt x="9141" y="22235"/>
                </a:lnTo>
                <a:lnTo>
                  <a:pt x="9279" y="22518"/>
                </a:lnTo>
                <a:lnTo>
                  <a:pt x="9367" y="22762"/>
                </a:lnTo>
                <a:lnTo>
                  <a:pt x="9455" y="22994"/>
                </a:lnTo>
                <a:lnTo>
                  <a:pt x="9556" y="23226"/>
                </a:lnTo>
                <a:lnTo>
                  <a:pt x="9644" y="23458"/>
                </a:lnTo>
                <a:lnTo>
                  <a:pt x="9782" y="23741"/>
                </a:lnTo>
                <a:lnTo>
                  <a:pt x="9870" y="23973"/>
                </a:lnTo>
                <a:lnTo>
                  <a:pt x="9958" y="24217"/>
                </a:lnTo>
                <a:lnTo>
                  <a:pt x="10058" y="24449"/>
                </a:lnTo>
                <a:lnTo>
                  <a:pt x="10146" y="24732"/>
                </a:lnTo>
                <a:lnTo>
                  <a:pt x="10284" y="24964"/>
                </a:lnTo>
                <a:lnTo>
                  <a:pt x="10372" y="25196"/>
                </a:lnTo>
                <a:lnTo>
                  <a:pt x="10472" y="25428"/>
                </a:lnTo>
                <a:lnTo>
                  <a:pt x="10560" y="25711"/>
                </a:lnTo>
                <a:lnTo>
                  <a:pt x="10648" y="25943"/>
                </a:lnTo>
                <a:lnTo>
                  <a:pt x="10786" y="26187"/>
                </a:lnTo>
                <a:lnTo>
                  <a:pt x="10874" y="26419"/>
                </a:lnTo>
                <a:lnTo>
                  <a:pt x="10975" y="26651"/>
                </a:lnTo>
                <a:lnTo>
                  <a:pt x="11063" y="26934"/>
                </a:lnTo>
                <a:lnTo>
                  <a:pt x="11151" y="27166"/>
                </a:lnTo>
                <a:lnTo>
                  <a:pt x="11289" y="27397"/>
                </a:lnTo>
                <a:lnTo>
                  <a:pt x="11377" y="27642"/>
                </a:lnTo>
                <a:lnTo>
                  <a:pt x="11477" y="27912"/>
                </a:lnTo>
                <a:lnTo>
                  <a:pt x="11565" y="28157"/>
                </a:lnTo>
                <a:lnTo>
                  <a:pt x="11653" y="28389"/>
                </a:lnTo>
                <a:lnTo>
                  <a:pt x="11791" y="28621"/>
                </a:lnTo>
                <a:lnTo>
                  <a:pt x="11879" y="28904"/>
                </a:lnTo>
                <a:lnTo>
                  <a:pt x="11979" y="29136"/>
                </a:lnTo>
                <a:lnTo>
                  <a:pt x="12067" y="29367"/>
                </a:lnTo>
                <a:lnTo>
                  <a:pt x="12155" y="29612"/>
                </a:lnTo>
                <a:lnTo>
                  <a:pt x="12293" y="29882"/>
                </a:lnTo>
                <a:lnTo>
                  <a:pt x="12381" y="30127"/>
                </a:lnTo>
                <a:lnTo>
                  <a:pt x="12482" y="30359"/>
                </a:lnTo>
                <a:lnTo>
                  <a:pt x="12569" y="30590"/>
                </a:lnTo>
                <a:lnTo>
                  <a:pt x="12657" y="30822"/>
                </a:lnTo>
                <a:lnTo>
                  <a:pt x="12796" y="31105"/>
                </a:lnTo>
                <a:lnTo>
                  <a:pt x="12883" y="31337"/>
                </a:lnTo>
                <a:lnTo>
                  <a:pt x="12984" y="31582"/>
                </a:lnTo>
                <a:lnTo>
                  <a:pt x="13072" y="31814"/>
                </a:lnTo>
                <a:lnTo>
                  <a:pt x="13160" y="32097"/>
                </a:lnTo>
                <a:lnTo>
                  <a:pt x="13298" y="32329"/>
                </a:lnTo>
                <a:lnTo>
                  <a:pt x="13386" y="32560"/>
                </a:lnTo>
                <a:lnTo>
                  <a:pt x="13486" y="32792"/>
                </a:lnTo>
                <a:lnTo>
                  <a:pt x="13574" y="33075"/>
                </a:lnTo>
                <a:lnTo>
                  <a:pt x="13662" y="33320"/>
                </a:lnTo>
                <a:lnTo>
                  <a:pt x="13800" y="33552"/>
                </a:lnTo>
                <a:lnTo>
                  <a:pt x="13901" y="33783"/>
                </a:lnTo>
                <a:lnTo>
                  <a:pt x="13988" y="34067"/>
                </a:lnTo>
                <a:lnTo>
                  <a:pt x="14076" y="34298"/>
                </a:lnTo>
                <a:lnTo>
                  <a:pt x="14164" y="34530"/>
                </a:lnTo>
                <a:lnTo>
                  <a:pt x="14302" y="34775"/>
                </a:lnTo>
                <a:lnTo>
                  <a:pt x="14403" y="35045"/>
                </a:lnTo>
                <a:lnTo>
                  <a:pt x="14491" y="35290"/>
                </a:lnTo>
                <a:lnTo>
                  <a:pt x="14579" y="35522"/>
                </a:lnTo>
                <a:lnTo>
                  <a:pt x="14667" y="35753"/>
                </a:lnTo>
                <a:lnTo>
                  <a:pt x="14805" y="36037"/>
                </a:lnTo>
                <a:lnTo>
                  <a:pt x="14905" y="36268"/>
                </a:lnTo>
                <a:lnTo>
                  <a:pt x="14993" y="36500"/>
                </a:lnTo>
                <a:lnTo>
                  <a:pt x="15081" y="36745"/>
                </a:lnTo>
                <a:lnTo>
                  <a:pt x="15169" y="37015"/>
                </a:lnTo>
                <a:lnTo>
                  <a:pt x="15307" y="37260"/>
                </a:lnTo>
                <a:lnTo>
                  <a:pt x="15407" y="37491"/>
                </a:lnTo>
                <a:lnTo>
                  <a:pt x="15495" y="37723"/>
                </a:lnTo>
                <a:lnTo>
                  <a:pt x="15583" y="37955"/>
                </a:lnTo>
                <a:lnTo>
                  <a:pt x="15671" y="38238"/>
                </a:lnTo>
                <a:lnTo>
                  <a:pt x="15809" y="38470"/>
                </a:lnTo>
                <a:lnTo>
                  <a:pt x="15910" y="38715"/>
                </a:lnTo>
                <a:lnTo>
                  <a:pt x="15998" y="38946"/>
                </a:lnTo>
                <a:lnTo>
                  <a:pt x="16086" y="39230"/>
                </a:lnTo>
                <a:lnTo>
                  <a:pt x="16173" y="39461"/>
                </a:lnTo>
                <a:lnTo>
                  <a:pt x="16312" y="39693"/>
                </a:lnTo>
                <a:lnTo>
                  <a:pt x="16412" y="39925"/>
                </a:lnTo>
                <a:lnTo>
                  <a:pt x="16500" y="40208"/>
                </a:lnTo>
                <a:lnTo>
                  <a:pt x="16588" y="40440"/>
                </a:lnTo>
                <a:lnTo>
                  <a:pt x="16688" y="40684"/>
                </a:lnTo>
                <a:lnTo>
                  <a:pt x="16814" y="40916"/>
                </a:lnTo>
                <a:lnTo>
                  <a:pt x="16914" y="41199"/>
                </a:lnTo>
                <a:lnTo>
                  <a:pt x="17002" y="41431"/>
                </a:lnTo>
                <a:lnTo>
                  <a:pt x="17090" y="41663"/>
                </a:lnTo>
                <a:lnTo>
                  <a:pt x="17191" y="41895"/>
                </a:lnTo>
                <a:lnTo>
                  <a:pt x="17316" y="42178"/>
                </a:lnTo>
                <a:lnTo>
                  <a:pt x="17417" y="42423"/>
                </a:lnTo>
                <a:lnTo>
                  <a:pt x="17505" y="42654"/>
                </a:lnTo>
                <a:lnTo>
                  <a:pt x="17592" y="42886"/>
                </a:lnTo>
                <a:lnTo>
                  <a:pt x="17693" y="43169"/>
                </a:lnTo>
                <a:lnTo>
                  <a:pt x="17831" y="43401"/>
                </a:lnTo>
                <a:lnTo>
                  <a:pt x="17919" y="43633"/>
                </a:lnTo>
                <a:lnTo>
                  <a:pt x="18007" y="43877"/>
                </a:lnTo>
                <a:lnTo>
                  <a:pt x="18095" y="44148"/>
                </a:lnTo>
                <a:lnTo>
                  <a:pt x="18195" y="44392"/>
                </a:lnTo>
                <a:lnTo>
                  <a:pt x="18333" y="44624"/>
                </a:lnTo>
                <a:lnTo>
                  <a:pt x="18421" y="44856"/>
                </a:lnTo>
                <a:lnTo>
                  <a:pt x="18509" y="45139"/>
                </a:lnTo>
                <a:lnTo>
                  <a:pt x="18597" y="45371"/>
                </a:lnTo>
                <a:lnTo>
                  <a:pt x="18698" y="45603"/>
                </a:lnTo>
                <a:lnTo>
                  <a:pt x="18836" y="45847"/>
                </a:lnTo>
                <a:lnTo>
                  <a:pt x="18924" y="46118"/>
                </a:lnTo>
                <a:lnTo>
                  <a:pt x="19011" y="46362"/>
                </a:lnTo>
                <a:lnTo>
                  <a:pt x="19099" y="46594"/>
                </a:lnTo>
                <a:lnTo>
                  <a:pt x="19200" y="46826"/>
                </a:lnTo>
                <a:lnTo>
                  <a:pt x="19338" y="47109"/>
                </a:lnTo>
                <a:lnTo>
                  <a:pt x="19426" y="47341"/>
                </a:lnTo>
                <a:lnTo>
                  <a:pt x="19514" y="47573"/>
                </a:lnTo>
                <a:lnTo>
                  <a:pt x="19602" y="47817"/>
                </a:lnTo>
                <a:lnTo>
                  <a:pt x="19702" y="48100"/>
                </a:lnTo>
                <a:lnTo>
                  <a:pt x="19840" y="48332"/>
                </a:lnTo>
                <a:lnTo>
                  <a:pt x="19928" y="48564"/>
                </a:lnTo>
                <a:lnTo>
                  <a:pt x="20016" y="48796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6361858" y="4181855"/>
            <a:ext cx="5035" cy="12295"/>
          </a:xfrm>
          <a:custGeom>
            <a:avLst/>
            <a:gdLst/>
            <a:ahLst/>
            <a:cxnLst/>
            <a:rect l="l" t="t" r="r" b="b"/>
            <a:pathLst>
              <a:path w="5035" h="12295">
                <a:moveTo>
                  <a:pt x="0" y="0"/>
                </a:moveTo>
                <a:lnTo>
                  <a:pt x="100" y="283"/>
                </a:lnTo>
                <a:lnTo>
                  <a:pt x="188" y="514"/>
                </a:lnTo>
                <a:lnTo>
                  <a:pt x="326" y="759"/>
                </a:lnTo>
                <a:lnTo>
                  <a:pt x="414" y="991"/>
                </a:lnTo>
                <a:lnTo>
                  <a:pt x="502" y="1274"/>
                </a:lnTo>
                <a:lnTo>
                  <a:pt x="602" y="1506"/>
                </a:lnTo>
                <a:lnTo>
                  <a:pt x="690" y="1738"/>
                </a:lnTo>
                <a:lnTo>
                  <a:pt x="828" y="1969"/>
                </a:lnTo>
                <a:lnTo>
                  <a:pt x="916" y="2253"/>
                </a:lnTo>
                <a:lnTo>
                  <a:pt x="1004" y="2484"/>
                </a:lnTo>
                <a:lnTo>
                  <a:pt x="1105" y="2729"/>
                </a:lnTo>
                <a:lnTo>
                  <a:pt x="1192" y="2961"/>
                </a:lnTo>
                <a:lnTo>
                  <a:pt x="1331" y="3244"/>
                </a:lnTo>
                <a:lnTo>
                  <a:pt x="1418" y="3476"/>
                </a:lnTo>
                <a:lnTo>
                  <a:pt x="1506" y="3707"/>
                </a:lnTo>
                <a:lnTo>
                  <a:pt x="1607" y="3939"/>
                </a:lnTo>
                <a:lnTo>
                  <a:pt x="1695" y="4222"/>
                </a:lnTo>
                <a:lnTo>
                  <a:pt x="1833" y="4454"/>
                </a:lnTo>
                <a:lnTo>
                  <a:pt x="1921" y="4699"/>
                </a:lnTo>
                <a:lnTo>
                  <a:pt x="2009" y="4931"/>
                </a:lnTo>
                <a:lnTo>
                  <a:pt x="2109" y="5214"/>
                </a:lnTo>
                <a:lnTo>
                  <a:pt x="2197" y="5446"/>
                </a:lnTo>
                <a:lnTo>
                  <a:pt x="2335" y="5677"/>
                </a:lnTo>
                <a:lnTo>
                  <a:pt x="2423" y="5909"/>
                </a:lnTo>
                <a:lnTo>
                  <a:pt x="2511" y="6192"/>
                </a:lnTo>
                <a:lnTo>
                  <a:pt x="2611" y="6424"/>
                </a:lnTo>
                <a:lnTo>
                  <a:pt x="2699" y="6669"/>
                </a:lnTo>
                <a:lnTo>
                  <a:pt x="2837" y="6900"/>
                </a:lnTo>
                <a:lnTo>
                  <a:pt x="2925" y="7184"/>
                </a:lnTo>
                <a:lnTo>
                  <a:pt x="3013" y="7415"/>
                </a:lnTo>
                <a:lnTo>
                  <a:pt x="3114" y="7647"/>
                </a:lnTo>
                <a:lnTo>
                  <a:pt x="3202" y="7879"/>
                </a:lnTo>
                <a:lnTo>
                  <a:pt x="3340" y="8162"/>
                </a:lnTo>
                <a:lnTo>
                  <a:pt x="3428" y="8407"/>
                </a:lnTo>
                <a:lnTo>
                  <a:pt x="3516" y="8639"/>
                </a:lnTo>
                <a:lnTo>
                  <a:pt x="3616" y="8870"/>
                </a:lnTo>
                <a:lnTo>
                  <a:pt x="3704" y="9154"/>
                </a:lnTo>
                <a:lnTo>
                  <a:pt x="3842" y="9385"/>
                </a:lnTo>
                <a:lnTo>
                  <a:pt x="3930" y="9617"/>
                </a:lnTo>
                <a:lnTo>
                  <a:pt x="4030" y="9862"/>
                </a:lnTo>
                <a:lnTo>
                  <a:pt x="4118" y="10132"/>
                </a:lnTo>
                <a:lnTo>
                  <a:pt x="4206" y="10377"/>
                </a:lnTo>
                <a:lnTo>
                  <a:pt x="4344" y="10608"/>
                </a:lnTo>
                <a:lnTo>
                  <a:pt x="4432" y="10840"/>
                </a:lnTo>
                <a:lnTo>
                  <a:pt x="4533" y="11123"/>
                </a:lnTo>
                <a:lnTo>
                  <a:pt x="4621" y="11355"/>
                </a:lnTo>
                <a:lnTo>
                  <a:pt x="4709" y="11587"/>
                </a:lnTo>
                <a:lnTo>
                  <a:pt x="4847" y="11832"/>
                </a:lnTo>
                <a:lnTo>
                  <a:pt x="4935" y="12102"/>
                </a:lnTo>
                <a:lnTo>
                  <a:pt x="5035" y="12295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356860" y="1905000"/>
            <a:ext cx="0" cy="4114800"/>
          </a:xfrm>
          <a:custGeom>
            <a:avLst/>
            <a:gdLst/>
            <a:ahLst/>
            <a:cxnLst/>
            <a:rect l="l" t="t" r="r" b="b"/>
            <a:pathLst>
              <a:path w="0" h="4114800">
                <a:moveTo>
                  <a:pt x="0" y="0"/>
                </a:moveTo>
                <a:lnTo>
                  <a:pt x="0" y="41148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6367318" y="2825599"/>
            <a:ext cx="1006820" cy="0"/>
          </a:xfrm>
          <a:custGeom>
            <a:avLst/>
            <a:gdLst/>
            <a:ahLst/>
            <a:cxnLst/>
            <a:rect l="l" t="t" r="r" b="b"/>
            <a:pathLst>
              <a:path w="1006820" h="0">
                <a:moveTo>
                  <a:pt x="0" y="0"/>
                </a:moveTo>
                <a:lnTo>
                  <a:pt x="1006820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6367318" y="2776983"/>
            <a:ext cx="19953" cy="48615"/>
          </a:xfrm>
          <a:custGeom>
            <a:avLst/>
            <a:gdLst/>
            <a:ahLst/>
            <a:cxnLst/>
            <a:rect l="l" t="t" r="r" b="b"/>
            <a:pathLst>
              <a:path w="19953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2" y="47676"/>
                </a:lnTo>
                <a:lnTo>
                  <a:pt x="502" y="47444"/>
                </a:lnTo>
                <a:lnTo>
                  <a:pt x="594" y="47161"/>
                </a:lnTo>
                <a:lnTo>
                  <a:pt x="686" y="46929"/>
                </a:lnTo>
                <a:lnTo>
                  <a:pt x="823" y="46697"/>
                </a:lnTo>
                <a:lnTo>
                  <a:pt x="915" y="46452"/>
                </a:lnTo>
                <a:lnTo>
                  <a:pt x="1007" y="46182"/>
                </a:lnTo>
                <a:lnTo>
                  <a:pt x="1098" y="45937"/>
                </a:lnTo>
                <a:lnTo>
                  <a:pt x="1189" y="45706"/>
                </a:lnTo>
                <a:lnTo>
                  <a:pt x="1327" y="45474"/>
                </a:lnTo>
                <a:lnTo>
                  <a:pt x="1418" y="45191"/>
                </a:lnTo>
                <a:lnTo>
                  <a:pt x="1510" y="44959"/>
                </a:lnTo>
                <a:lnTo>
                  <a:pt x="1601" y="44727"/>
                </a:lnTo>
                <a:lnTo>
                  <a:pt x="1693" y="44483"/>
                </a:lnTo>
                <a:lnTo>
                  <a:pt x="1830" y="44199"/>
                </a:lnTo>
                <a:lnTo>
                  <a:pt x="1922" y="43968"/>
                </a:lnTo>
                <a:lnTo>
                  <a:pt x="2014" y="43736"/>
                </a:lnTo>
                <a:lnTo>
                  <a:pt x="2104" y="43504"/>
                </a:lnTo>
                <a:lnTo>
                  <a:pt x="2196" y="43221"/>
                </a:lnTo>
                <a:lnTo>
                  <a:pt x="2333" y="42989"/>
                </a:lnTo>
                <a:lnTo>
                  <a:pt x="2425" y="42744"/>
                </a:lnTo>
                <a:lnTo>
                  <a:pt x="2517" y="42513"/>
                </a:lnTo>
                <a:lnTo>
                  <a:pt x="2609" y="42229"/>
                </a:lnTo>
                <a:lnTo>
                  <a:pt x="2699" y="41998"/>
                </a:lnTo>
                <a:lnTo>
                  <a:pt x="2837" y="41766"/>
                </a:lnTo>
                <a:lnTo>
                  <a:pt x="2928" y="41534"/>
                </a:lnTo>
                <a:lnTo>
                  <a:pt x="3020" y="41251"/>
                </a:lnTo>
                <a:lnTo>
                  <a:pt x="3112" y="41019"/>
                </a:lnTo>
                <a:lnTo>
                  <a:pt x="3203" y="40775"/>
                </a:lnTo>
                <a:lnTo>
                  <a:pt x="3340" y="40543"/>
                </a:lnTo>
                <a:lnTo>
                  <a:pt x="3432" y="40260"/>
                </a:lnTo>
                <a:lnTo>
                  <a:pt x="3524" y="40028"/>
                </a:lnTo>
                <a:lnTo>
                  <a:pt x="3615" y="39796"/>
                </a:lnTo>
                <a:lnTo>
                  <a:pt x="3706" y="39564"/>
                </a:lnTo>
                <a:lnTo>
                  <a:pt x="3843" y="39281"/>
                </a:lnTo>
                <a:lnTo>
                  <a:pt x="3935" y="39049"/>
                </a:lnTo>
                <a:lnTo>
                  <a:pt x="4027" y="38805"/>
                </a:lnTo>
                <a:lnTo>
                  <a:pt x="4119" y="38573"/>
                </a:lnTo>
                <a:lnTo>
                  <a:pt x="4211" y="38290"/>
                </a:lnTo>
                <a:lnTo>
                  <a:pt x="4348" y="38058"/>
                </a:lnTo>
                <a:lnTo>
                  <a:pt x="4439" y="37826"/>
                </a:lnTo>
                <a:lnTo>
                  <a:pt x="4530" y="37594"/>
                </a:lnTo>
                <a:lnTo>
                  <a:pt x="4622" y="37311"/>
                </a:lnTo>
                <a:lnTo>
                  <a:pt x="4714" y="37079"/>
                </a:lnTo>
                <a:lnTo>
                  <a:pt x="4851" y="36835"/>
                </a:lnTo>
                <a:lnTo>
                  <a:pt x="4942" y="36603"/>
                </a:lnTo>
                <a:lnTo>
                  <a:pt x="5034" y="36320"/>
                </a:lnTo>
                <a:lnTo>
                  <a:pt x="5126" y="36088"/>
                </a:lnTo>
                <a:lnTo>
                  <a:pt x="5217" y="35856"/>
                </a:lnTo>
                <a:lnTo>
                  <a:pt x="5355" y="35625"/>
                </a:lnTo>
                <a:lnTo>
                  <a:pt x="5445" y="35341"/>
                </a:lnTo>
                <a:lnTo>
                  <a:pt x="5537" y="35097"/>
                </a:lnTo>
                <a:lnTo>
                  <a:pt x="5629" y="34865"/>
                </a:lnTo>
                <a:lnTo>
                  <a:pt x="5721" y="34633"/>
                </a:lnTo>
                <a:lnTo>
                  <a:pt x="5858" y="34350"/>
                </a:lnTo>
                <a:lnTo>
                  <a:pt x="5950" y="34118"/>
                </a:lnTo>
                <a:lnTo>
                  <a:pt x="6040" y="33886"/>
                </a:lnTo>
                <a:lnTo>
                  <a:pt x="6132" y="33642"/>
                </a:lnTo>
                <a:lnTo>
                  <a:pt x="6224" y="33371"/>
                </a:lnTo>
                <a:lnTo>
                  <a:pt x="6361" y="33127"/>
                </a:lnTo>
                <a:lnTo>
                  <a:pt x="6453" y="32895"/>
                </a:lnTo>
                <a:lnTo>
                  <a:pt x="6544" y="32663"/>
                </a:lnTo>
                <a:lnTo>
                  <a:pt x="6636" y="32380"/>
                </a:lnTo>
                <a:lnTo>
                  <a:pt x="6727" y="32148"/>
                </a:lnTo>
                <a:lnTo>
                  <a:pt x="6865" y="31917"/>
                </a:lnTo>
                <a:lnTo>
                  <a:pt x="6956" y="31672"/>
                </a:lnTo>
                <a:lnTo>
                  <a:pt x="7047" y="31402"/>
                </a:lnTo>
                <a:lnTo>
                  <a:pt x="7139" y="31157"/>
                </a:lnTo>
                <a:lnTo>
                  <a:pt x="7231" y="30925"/>
                </a:lnTo>
                <a:lnTo>
                  <a:pt x="7368" y="30693"/>
                </a:lnTo>
                <a:lnTo>
                  <a:pt x="7460" y="30410"/>
                </a:lnTo>
                <a:lnTo>
                  <a:pt x="7552" y="30178"/>
                </a:lnTo>
                <a:lnTo>
                  <a:pt x="7642" y="29947"/>
                </a:lnTo>
                <a:lnTo>
                  <a:pt x="7734" y="29702"/>
                </a:lnTo>
                <a:lnTo>
                  <a:pt x="7871" y="29419"/>
                </a:lnTo>
                <a:lnTo>
                  <a:pt x="7963" y="29187"/>
                </a:lnTo>
                <a:lnTo>
                  <a:pt x="8055" y="28955"/>
                </a:lnTo>
                <a:lnTo>
                  <a:pt x="8146" y="28724"/>
                </a:lnTo>
                <a:lnTo>
                  <a:pt x="8238" y="28440"/>
                </a:lnTo>
                <a:lnTo>
                  <a:pt x="8375" y="28209"/>
                </a:lnTo>
                <a:lnTo>
                  <a:pt x="8467" y="27964"/>
                </a:lnTo>
                <a:lnTo>
                  <a:pt x="8557" y="27732"/>
                </a:lnTo>
                <a:lnTo>
                  <a:pt x="8649" y="27449"/>
                </a:lnTo>
                <a:lnTo>
                  <a:pt x="8741" y="27217"/>
                </a:lnTo>
                <a:lnTo>
                  <a:pt x="8878" y="26985"/>
                </a:lnTo>
                <a:lnTo>
                  <a:pt x="8970" y="26754"/>
                </a:lnTo>
                <a:lnTo>
                  <a:pt x="9062" y="26470"/>
                </a:lnTo>
                <a:lnTo>
                  <a:pt x="9152" y="26239"/>
                </a:lnTo>
                <a:lnTo>
                  <a:pt x="9244" y="25994"/>
                </a:lnTo>
                <a:lnTo>
                  <a:pt x="9381" y="25762"/>
                </a:lnTo>
                <a:lnTo>
                  <a:pt x="9473" y="25479"/>
                </a:lnTo>
                <a:lnTo>
                  <a:pt x="9565" y="25247"/>
                </a:lnTo>
                <a:lnTo>
                  <a:pt x="9656" y="25016"/>
                </a:lnTo>
                <a:lnTo>
                  <a:pt x="9748" y="24784"/>
                </a:lnTo>
                <a:lnTo>
                  <a:pt x="9885" y="24539"/>
                </a:lnTo>
                <a:lnTo>
                  <a:pt x="9977" y="24269"/>
                </a:lnTo>
                <a:lnTo>
                  <a:pt x="10068" y="24024"/>
                </a:lnTo>
                <a:lnTo>
                  <a:pt x="10159" y="23792"/>
                </a:lnTo>
                <a:lnTo>
                  <a:pt x="10251" y="23561"/>
                </a:lnTo>
                <a:lnTo>
                  <a:pt x="10388" y="23277"/>
                </a:lnTo>
                <a:lnTo>
                  <a:pt x="10480" y="23046"/>
                </a:lnTo>
                <a:lnTo>
                  <a:pt x="10572" y="22814"/>
                </a:lnTo>
                <a:lnTo>
                  <a:pt x="10664" y="22569"/>
                </a:lnTo>
                <a:lnTo>
                  <a:pt x="10754" y="22299"/>
                </a:lnTo>
                <a:lnTo>
                  <a:pt x="10893" y="22054"/>
                </a:lnTo>
                <a:lnTo>
                  <a:pt x="10983" y="21823"/>
                </a:lnTo>
                <a:lnTo>
                  <a:pt x="11075" y="21591"/>
                </a:lnTo>
                <a:lnTo>
                  <a:pt x="11167" y="21308"/>
                </a:lnTo>
                <a:lnTo>
                  <a:pt x="11258" y="21076"/>
                </a:lnTo>
                <a:lnTo>
                  <a:pt x="11395" y="20844"/>
                </a:lnTo>
                <a:lnTo>
                  <a:pt x="11487" y="20599"/>
                </a:lnTo>
                <a:lnTo>
                  <a:pt x="11579" y="20316"/>
                </a:lnTo>
                <a:lnTo>
                  <a:pt x="11670" y="20084"/>
                </a:lnTo>
                <a:lnTo>
                  <a:pt x="11761" y="19853"/>
                </a:lnTo>
                <a:lnTo>
                  <a:pt x="11898" y="19621"/>
                </a:lnTo>
                <a:lnTo>
                  <a:pt x="11990" y="19338"/>
                </a:lnTo>
                <a:lnTo>
                  <a:pt x="12082" y="19106"/>
                </a:lnTo>
                <a:lnTo>
                  <a:pt x="12174" y="18861"/>
                </a:lnTo>
                <a:lnTo>
                  <a:pt x="12264" y="18630"/>
                </a:lnTo>
                <a:lnTo>
                  <a:pt x="12403" y="18346"/>
                </a:lnTo>
                <a:lnTo>
                  <a:pt x="12493" y="18115"/>
                </a:lnTo>
                <a:lnTo>
                  <a:pt x="12585" y="17883"/>
                </a:lnTo>
                <a:lnTo>
                  <a:pt x="12677" y="17651"/>
                </a:lnTo>
                <a:lnTo>
                  <a:pt x="12769" y="17406"/>
                </a:lnTo>
                <a:lnTo>
                  <a:pt x="12906" y="17136"/>
                </a:lnTo>
                <a:lnTo>
                  <a:pt x="12997" y="16891"/>
                </a:lnTo>
                <a:lnTo>
                  <a:pt x="13089" y="16660"/>
                </a:lnTo>
                <a:lnTo>
                  <a:pt x="13180" y="16428"/>
                </a:lnTo>
                <a:lnTo>
                  <a:pt x="13272" y="16145"/>
                </a:lnTo>
                <a:lnTo>
                  <a:pt x="13409" y="15913"/>
                </a:lnTo>
                <a:lnTo>
                  <a:pt x="13500" y="15681"/>
                </a:lnTo>
                <a:lnTo>
                  <a:pt x="13592" y="15437"/>
                </a:lnTo>
                <a:lnTo>
                  <a:pt x="13684" y="15166"/>
                </a:lnTo>
                <a:lnTo>
                  <a:pt x="13776" y="14922"/>
                </a:lnTo>
                <a:lnTo>
                  <a:pt x="13913" y="14690"/>
                </a:lnTo>
                <a:lnTo>
                  <a:pt x="14005" y="14458"/>
                </a:lnTo>
                <a:lnTo>
                  <a:pt x="14095" y="14175"/>
                </a:lnTo>
                <a:lnTo>
                  <a:pt x="14187" y="13943"/>
                </a:lnTo>
                <a:lnTo>
                  <a:pt x="14279" y="13711"/>
                </a:lnTo>
                <a:lnTo>
                  <a:pt x="14416" y="13467"/>
                </a:lnTo>
                <a:lnTo>
                  <a:pt x="14508" y="13235"/>
                </a:lnTo>
                <a:lnTo>
                  <a:pt x="14599" y="12952"/>
                </a:lnTo>
                <a:lnTo>
                  <a:pt x="14691" y="12720"/>
                </a:lnTo>
                <a:lnTo>
                  <a:pt x="14782" y="12488"/>
                </a:lnTo>
                <a:lnTo>
                  <a:pt x="14920" y="12256"/>
                </a:lnTo>
                <a:lnTo>
                  <a:pt x="15011" y="11973"/>
                </a:lnTo>
                <a:lnTo>
                  <a:pt x="15102" y="11741"/>
                </a:lnTo>
                <a:lnTo>
                  <a:pt x="15194" y="11497"/>
                </a:lnTo>
                <a:lnTo>
                  <a:pt x="15286" y="11265"/>
                </a:lnTo>
                <a:lnTo>
                  <a:pt x="15423" y="10982"/>
                </a:lnTo>
                <a:lnTo>
                  <a:pt x="15515" y="10750"/>
                </a:lnTo>
                <a:lnTo>
                  <a:pt x="15605" y="10518"/>
                </a:lnTo>
                <a:lnTo>
                  <a:pt x="15697" y="10287"/>
                </a:lnTo>
                <a:lnTo>
                  <a:pt x="15789" y="10042"/>
                </a:lnTo>
                <a:lnTo>
                  <a:pt x="15926" y="9759"/>
                </a:lnTo>
                <a:lnTo>
                  <a:pt x="16018" y="9527"/>
                </a:lnTo>
                <a:lnTo>
                  <a:pt x="16110" y="9295"/>
                </a:lnTo>
                <a:lnTo>
                  <a:pt x="16201" y="9063"/>
                </a:lnTo>
                <a:lnTo>
                  <a:pt x="16292" y="8780"/>
                </a:lnTo>
                <a:lnTo>
                  <a:pt x="16430" y="8548"/>
                </a:lnTo>
                <a:lnTo>
                  <a:pt x="16521" y="8304"/>
                </a:lnTo>
                <a:lnTo>
                  <a:pt x="16613" y="8072"/>
                </a:lnTo>
                <a:lnTo>
                  <a:pt x="16704" y="7840"/>
                </a:lnTo>
                <a:lnTo>
                  <a:pt x="16796" y="7557"/>
                </a:lnTo>
                <a:lnTo>
                  <a:pt x="16933" y="7325"/>
                </a:lnTo>
                <a:lnTo>
                  <a:pt x="17025" y="7094"/>
                </a:lnTo>
                <a:lnTo>
                  <a:pt x="17117" y="6849"/>
                </a:lnTo>
                <a:lnTo>
                  <a:pt x="17207" y="6579"/>
                </a:lnTo>
                <a:lnTo>
                  <a:pt x="17299" y="6334"/>
                </a:lnTo>
                <a:lnTo>
                  <a:pt x="17436" y="6102"/>
                </a:lnTo>
                <a:lnTo>
                  <a:pt x="17528" y="5870"/>
                </a:lnTo>
                <a:lnTo>
                  <a:pt x="17620" y="5639"/>
                </a:lnTo>
                <a:lnTo>
                  <a:pt x="17711" y="5355"/>
                </a:lnTo>
                <a:lnTo>
                  <a:pt x="17803" y="5124"/>
                </a:lnTo>
                <a:lnTo>
                  <a:pt x="17940" y="4879"/>
                </a:lnTo>
                <a:lnTo>
                  <a:pt x="18032" y="4647"/>
                </a:lnTo>
                <a:lnTo>
                  <a:pt x="18123" y="4364"/>
                </a:lnTo>
                <a:lnTo>
                  <a:pt x="18214" y="4132"/>
                </a:lnTo>
                <a:lnTo>
                  <a:pt x="18306" y="3901"/>
                </a:lnTo>
                <a:lnTo>
                  <a:pt x="18443" y="3669"/>
                </a:lnTo>
                <a:lnTo>
                  <a:pt x="18535" y="3424"/>
                </a:lnTo>
                <a:lnTo>
                  <a:pt x="18627" y="3154"/>
                </a:lnTo>
                <a:lnTo>
                  <a:pt x="18717" y="2909"/>
                </a:lnTo>
                <a:lnTo>
                  <a:pt x="18809" y="2677"/>
                </a:lnTo>
                <a:lnTo>
                  <a:pt x="18946" y="2446"/>
                </a:lnTo>
                <a:lnTo>
                  <a:pt x="19038" y="2162"/>
                </a:lnTo>
                <a:lnTo>
                  <a:pt x="19130" y="1931"/>
                </a:lnTo>
                <a:lnTo>
                  <a:pt x="19222" y="1699"/>
                </a:lnTo>
                <a:lnTo>
                  <a:pt x="19313" y="1454"/>
                </a:lnTo>
                <a:lnTo>
                  <a:pt x="19451" y="1223"/>
                </a:lnTo>
                <a:lnTo>
                  <a:pt x="19542" y="939"/>
                </a:lnTo>
                <a:lnTo>
                  <a:pt x="19633" y="708"/>
                </a:lnTo>
                <a:lnTo>
                  <a:pt x="19725" y="476"/>
                </a:lnTo>
                <a:lnTo>
                  <a:pt x="19816" y="244"/>
                </a:lnTo>
                <a:lnTo>
                  <a:pt x="1995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6387271" y="2728805"/>
            <a:ext cx="20000" cy="48178"/>
          </a:xfrm>
          <a:custGeom>
            <a:avLst/>
            <a:gdLst/>
            <a:ahLst/>
            <a:cxnLst/>
            <a:rect l="l" t="t" r="r" b="b"/>
            <a:pathLst>
              <a:path w="20000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4" y="46916"/>
                </a:lnTo>
                <a:lnTo>
                  <a:pt x="594" y="46684"/>
                </a:lnTo>
                <a:lnTo>
                  <a:pt x="686" y="46452"/>
                </a:lnTo>
                <a:lnTo>
                  <a:pt x="778" y="46208"/>
                </a:lnTo>
                <a:lnTo>
                  <a:pt x="870" y="45976"/>
                </a:lnTo>
                <a:lnTo>
                  <a:pt x="1007" y="45693"/>
                </a:lnTo>
                <a:lnTo>
                  <a:pt x="1098" y="45461"/>
                </a:lnTo>
                <a:lnTo>
                  <a:pt x="1190" y="45229"/>
                </a:lnTo>
                <a:lnTo>
                  <a:pt x="1281" y="44998"/>
                </a:lnTo>
                <a:lnTo>
                  <a:pt x="1373" y="44753"/>
                </a:lnTo>
                <a:lnTo>
                  <a:pt x="1510" y="44470"/>
                </a:lnTo>
                <a:lnTo>
                  <a:pt x="1601" y="44238"/>
                </a:lnTo>
                <a:lnTo>
                  <a:pt x="1693" y="44006"/>
                </a:lnTo>
                <a:lnTo>
                  <a:pt x="1785" y="43774"/>
                </a:lnTo>
                <a:lnTo>
                  <a:pt x="1876" y="43543"/>
                </a:lnTo>
                <a:lnTo>
                  <a:pt x="2014" y="43259"/>
                </a:lnTo>
                <a:lnTo>
                  <a:pt x="2104" y="43028"/>
                </a:lnTo>
                <a:lnTo>
                  <a:pt x="2196" y="42783"/>
                </a:lnTo>
                <a:lnTo>
                  <a:pt x="2288" y="42551"/>
                </a:lnTo>
                <a:lnTo>
                  <a:pt x="2380" y="42320"/>
                </a:lnTo>
                <a:lnTo>
                  <a:pt x="2517" y="42036"/>
                </a:lnTo>
                <a:lnTo>
                  <a:pt x="2609" y="41805"/>
                </a:lnTo>
                <a:lnTo>
                  <a:pt x="2700" y="41573"/>
                </a:lnTo>
                <a:lnTo>
                  <a:pt x="2791" y="41328"/>
                </a:lnTo>
                <a:lnTo>
                  <a:pt x="2883" y="41096"/>
                </a:lnTo>
                <a:lnTo>
                  <a:pt x="3020" y="40813"/>
                </a:lnTo>
                <a:lnTo>
                  <a:pt x="3112" y="40581"/>
                </a:lnTo>
                <a:lnTo>
                  <a:pt x="3203" y="40350"/>
                </a:lnTo>
                <a:lnTo>
                  <a:pt x="3295" y="40118"/>
                </a:lnTo>
                <a:lnTo>
                  <a:pt x="3387" y="39873"/>
                </a:lnTo>
                <a:lnTo>
                  <a:pt x="3524" y="39590"/>
                </a:lnTo>
                <a:lnTo>
                  <a:pt x="3616" y="39358"/>
                </a:lnTo>
                <a:lnTo>
                  <a:pt x="3706" y="39127"/>
                </a:lnTo>
                <a:lnTo>
                  <a:pt x="3798" y="38895"/>
                </a:lnTo>
                <a:lnTo>
                  <a:pt x="3890" y="38663"/>
                </a:lnTo>
                <a:lnTo>
                  <a:pt x="4027" y="38380"/>
                </a:lnTo>
                <a:lnTo>
                  <a:pt x="4119" y="38135"/>
                </a:lnTo>
                <a:lnTo>
                  <a:pt x="4211" y="37903"/>
                </a:lnTo>
                <a:lnTo>
                  <a:pt x="4301" y="37672"/>
                </a:lnTo>
                <a:lnTo>
                  <a:pt x="4393" y="37440"/>
                </a:lnTo>
                <a:lnTo>
                  <a:pt x="4530" y="37157"/>
                </a:lnTo>
                <a:lnTo>
                  <a:pt x="4622" y="36925"/>
                </a:lnTo>
                <a:lnTo>
                  <a:pt x="4714" y="36693"/>
                </a:lnTo>
                <a:lnTo>
                  <a:pt x="4805" y="36449"/>
                </a:lnTo>
                <a:lnTo>
                  <a:pt x="4897" y="36217"/>
                </a:lnTo>
                <a:lnTo>
                  <a:pt x="5034" y="35934"/>
                </a:lnTo>
                <a:lnTo>
                  <a:pt x="5126" y="35702"/>
                </a:lnTo>
                <a:lnTo>
                  <a:pt x="5217" y="35470"/>
                </a:lnTo>
                <a:lnTo>
                  <a:pt x="5308" y="35238"/>
                </a:lnTo>
                <a:lnTo>
                  <a:pt x="5400" y="34994"/>
                </a:lnTo>
                <a:lnTo>
                  <a:pt x="5537" y="34762"/>
                </a:lnTo>
                <a:lnTo>
                  <a:pt x="5629" y="34479"/>
                </a:lnTo>
                <a:lnTo>
                  <a:pt x="5721" y="34247"/>
                </a:lnTo>
                <a:lnTo>
                  <a:pt x="5813" y="34015"/>
                </a:lnTo>
                <a:lnTo>
                  <a:pt x="5903" y="33783"/>
                </a:lnTo>
                <a:lnTo>
                  <a:pt x="6041" y="33539"/>
                </a:lnTo>
                <a:lnTo>
                  <a:pt x="6132" y="33256"/>
                </a:lnTo>
                <a:lnTo>
                  <a:pt x="6224" y="33024"/>
                </a:lnTo>
                <a:lnTo>
                  <a:pt x="6316" y="32792"/>
                </a:lnTo>
                <a:lnTo>
                  <a:pt x="6407" y="32560"/>
                </a:lnTo>
                <a:lnTo>
                  <a:pt x="6544" y="32329"/>
                </a:lnTo>
                <a:lnTo>
                  <a:pt x="6636" y="32045"/>
                </a:lnTo>
                <a:lnTo>
                  <a:pt x="6728" y="31801"/>
                </a:lnTo>
                <a:lnTo>
                  <a:pt x="6818" y="31569"/>
                </a:lnTo>
                <a:lnTo>
                  <a:pt x="6910" y="31337"/>
                </a:lnTo>
                <a:lnTo>
                  <a:pt x="7047" y="31105"/>
                </a:lnTo>
                <a:lnTo>
                  <a:pt x="7139" y="30874"/>
                </a:lnTo>
                <a:lnTo>
                  <a:pt x="7231" y="30590"/>
                </a:lnTo>
                <a:lnTo>
                  <a:pt x="7323" y="30359"/>
                </a:lnTo>
                <a:lnTo>
                  <a:pt x="7414" y="30114"/>
                </a:lnTo>
                <a:lnTo>
                  <a:pt x="7552" y="29882"/>
                </a:lnTo>
                <a:lnTo>
                  <a:pt x="7642" y="29651"/>
                </a:lnTo>
                <a:lnTo>
                  <a:pt x="7734" y="29419"/>
                </a:lnTo>
                <a:lnTo>
                  <a:pt x="7826" y="29136"/>
                </a:lnTo>
                <a:lnTo>
                  <a:pt x="7917" y="28904"/>
                </a:lnTo>
                <a:lnTo>
                  <a:pt x="8055" y="28659"/>
                </a:lnTo>
                <a:lnTo>
                  <a:pt x="8146" y="28427"/>
                </a:lnTo>
                <a:lnTo>
                  <a:pt x="8238" y="28196"/>
                </a:lnTo>
                <a:lnTo>
                  <a:pt x="8329" y="27912"/>
                </a:lnTo>
                <a:lnTo>
                  <a:pt x="8420" y="27681"/>
                </a:lnTo>
                <a:lnTo>
                  <a:pt x="8557" y="27449"/>
                </a:lnTo>
                <a:lnTo>
                  <a:pt x="8649" y="27204"/>
                </a:lnTo>
                <a:lnTo>
                  <a:pt x="8741" y="26973"/>
                </a:lnTo>
                <a:lnTo>
                  <a:pt x="8833" y="26741"/>
                </a:lnTo>
                <a:lnTo>
                  <a:pt x="8925" y="26458"/>
                </a:lnTo>
                <a:lnTo>
                  <a:pt x="9062" y="26226"/>
                </a:lnTo>
                <a:lnTo>
                  <a:pt x="9154" y="25994"/>
                </a:lnTo>
                <a:lnTo>
                  <a:pt x="9244" y="25749"/>
                </a:lnTo>
                <a:lnTo>
                  <a:pt x="9336" y="25518"/>
                </a:lnTo>
                <a:lnTo>
                  <a:pt x="9428" y="25286"/>
                </a:lnTo>
                <a:lnTo>
                  <a:pt x="9565" y="25003"/>
                </a:lnTo>
                <a:lnTo>
                  <a:pt x="9656" y="24771"/>
                </a:lnTo>
                <a:lnTo>
                  <a:pt x="9748" y="24539"/>
                </a:lnTo>
                <a:lnTo>
                  <a:pt x="9840" y="24295"/>
                </a:lnTo>
                <a:lnTo>
                  <a:pt x="9931" y="24063"/>
                </a:lnTo>
                <a:lnTo>
                  <a:pt x="10069" y="23831"/>
                </a:lnTo>
                <a:lnTo>
                  <a:pt x="10159" y="23548"/>
                </a:lnTo>
                <a:lnTo>
                  <a:pt x="10251" y="23316"/>
                </a:lnTo>
                <a:lnTo>
                  <a:pt x="10343" y="23084"/>
                </a:lnTo>
                <a:lnTo>
                  <a:pt x="10435" y="22840"/>
                </a:lnTo>
                <a:lnTo>
                  <a:pt x="10572" y="22608"/>
                </a:lnTo>
                <a:lnTo>
                  <a:pt x="10664" y="22376"/>
                </a:lnTo>
                <a:lnTo>
                  <a:pt x="10754" y="22144"/>
                </a:lnTo>
                <a:lnTo>
                  <a:pt x="10846" y="21861"/>
                </a:lnTo>
                <a:lnTo>
                  <a:pt x="10938" y="21629"/>
                </a:lnTo>
                <a:lnTo>
                  <a:pt x="11075" y="21385"/>
                </a:lnTo>
                <a:lnTo>
                  <a:pt x="11167" y="21153"/>
                </a:lnTo>
                <a:lnTo>
                  <a:pt x="11258" y="20921"/>
                </a:lnTo>
                <a:lnTo>
                  <a:pt x="11350" y="20690"/>
                </a:lnTo>
                <a:lnTo>
                  <a:pt x="11441" y="20406"/>
                </a:lnTo>
                <a:lnTo>
                  <a:pt x="11579" y="20175"/>
                </a:lnTo>
                <a:lnTo>
                  <a:pt x="11670" y="19930"/>
                </a:lnTo>
                <a:lnTo>
                  <a:pt x="11761" y="19698"/>
                </a:lnTo>
                <a:lnTo>
                  <a:pt x="11853" y="19466"/>
                </a:lnTo>
                <a:lnTo>
                  <a:pt x="11945" y="19235"/>
                </a:lnTo>
                <a:lnTo>
                  <a:pt x="12082" y="19003"/>
                </a:lnTo>
                <a:lnTo>
                  <a:pt x="12174" y="18720"/>
                </a:lnTo>
                <a:lnTo>
                  <a:pt x="12266" y="18475"/>
                </a:lnTo>
                <a:lnTo>
                  <a:pt x="12356" y="18243"/>
                </a:lnTo>
                <a:lnTo>
                  <a:pt x="12448" y="18012"/>
                </a:lnTo>
                <a:lnTo>
                  <a:pt x="12585" y="17780"/>
                </a:lnTo>
                <a:lnTo>
                  <a:pt x="12677" y="17548"/>
                </a:lnTo>
                <a:lnTo>
                  <a:pt x="12769" y="17303"/>
                </a:lnTo>
                <a:lnTo>
                  <a:pt x="12860" y="17020"/>
                </a:lnTo>
                <a:lnTo>
                  <a:pt x="12952" y="16788"/>
                </a:lnTo>
                <a:lnTo>
                  <a:pt x="13089" y="16557"/>
                </a:lnTo>
                <a:lnTo>
                  <a:pt x="13181" y="16325"/>
                </a:lnTo>
                <a:lnTo>
                  <a:pt x="13272" y="16093"/>
                </a:lnTo>
                <a:lnTo>
                  <a:pt x="13363" y="15849"/>
                </a:lnTo>
                <a:lnTo>
                  <a:pt x="13455" y="15617"/>
                </a:lnTo>
                <a:lnTo>
                  <a:pt x="13592" y="15334"/>
                </a:lnTo>
                <a:lnTo>
                  <a:pt x="13684" y="15102"/>
                </a:lnTo>
                <a:lnTo>
                  <a:pt x="13776" y="14870"/>
                </a:lnTo>
                <a:lnTo>
                  <a:pt x="13866" y="14638"/>
                </a:lnTo>
                <a:lnTo>
                  <a:pt x="13958" y="14394"/>
                </a:lnTo>
                <a:lnTo>
                  <a:pt x="14095" y="14162"/>
                </a:lnTo>
                <a:lnTo>
                  <a:pt x="14187" y="13930"/>
                </a:lnTo>
                <a:lnTo>
                  <a:pt x="14279" y="13647"/>
                </a:lnTo>
                <a:lnTo>
                  <a:pt x="14371" y="13415"/>
                </a:lnTo>
                <a:lnTo>
                  <a:pt x="14462" y="13183"/>
                </a:lnTo>
                <a:lnTo>
                  <a:pt x="14599" y="12939"/>
                </a:lnTo>
                <a:lnTo>
                  <a:pt x="14691" y="12707"/>
                </a:lnTo>
                <a:lnTo>
                  <a:pt x="14782" y="12475"/>
                </a:lnTo>
                <a:lnTo>
                  <a:pt x="14874" y="12244"/>
                </a:lnTo>
                <a:lnTo>
                  <a:pt x="14965" y="12012"/>
                </a:lnTo>
                <a:lnTo>
                  <a:pt x="15102" y="11729"/>
                </a:lnTo>
                <a:lnTo>
                  <a:pt x="15194" y="11484"/>
                </a:lnTo>
                <a:lnTo>
                  <a:pt x="15286" y="11252"/>
                </a:lnTo>
                <a:lnTo>
                  <a:pt x="15378" y="11020"/>
                </a:lnTo>
                <a:lnTo>
                  <a:pt x="15468" y="10789"/>
                </a:lnTo>
                <a:lnTo>
                  <a:pt x="15607" y="10557"/>
                </a:lnTo>
                <a:lnTo>
                  <a:pt x="15697" y="10312"/>
                </a:lnTo>
                <a:lnTo>
                  <a:pt x="15789" y="10081"/>
                </a:lnTo>
                <a:lnTo>
                  <a:pt x="15881" y="9797"/>
                </a:lnTo>
                <a:lnTo>
                  <a:pt x="15972" y="9566"/>
                </a:lnTo>
                <a:lnTo>
                  <a:pt x="16110" y="9334"/>
                </a:lnTo>
                <a:lnTo>
                  <a:pt x="16201" y="9102"/>
                </a:lnTo>
                <a:lnTo>
                  <a:pt x="16293" y="8857"/>
                </a:lnTo>
                <a:lnTo>
                  <a:pt x="16384" y="8626"/>
                </a:lnTo>
                <a:lnTo>
                  <a:pt x="16475" y="8394"/>
                </a:lnTo>
                <a:lnTo>
                  <a:pt x="16613" y="8162"/>
                </a:lnTo>
                <a:lnTo>
                  <a:pt x="16704" y="7879"/>
                </a:lnTo>
                <a:lnTo>
                  <a:pt x="16796" y="7647"/>
                </a:lnTo>
                <a:lnTo>
                  <a:pt x="16888" y="7403"/>
                </a:lnTo>
                <a:lnTo>
                  <a:pt x="16978" y="7171"/>
                </a:lnTo>
                <a:lnTo>
                  <a:pt x="17117" y="6939"/>
                </a:lnTo>
                <a:lnTo>
                  <a:pt x="17207" y="6707"/>
                </a:lnTo>
                <a:lnTo>
                  <a:pt x="17299" y="6463"/>
                </a:lnTo>
                <a:lnTo>
                  <a:pt x="17391" y="6231"/>
                </a:lnTo>
                <a:lnTo>
                  <a:pt x="17483" y="5999"/>
                </a:lnTo>
                <a:lnTo>
                  <a:pt x="17620" y="5716"/>
                </a:lnTo>
                <a:lnTo>
                  <a:pt x="17711" y="5484"/>
                </a:lnTo>
                <a:lnTo>
                  <a:pt x="17803" y="5252"/>
                </a:lnTo>
                <a:lnTo>
                  <a:pt x="17894" y="5021"/>
                </a:lnTo>
                <a:lnTo>
                  <a:pt x="17986" y="4776"/>
                </a:lnTo>
                <a:lnTo>
                  <a:pt x="18123" y="4544"/>
                </a:lnTo>
                <a:lnTo>
                  <a:pt x="18214" y="4313"/>
                </a:lnTo>
                <a:lnTo>
                  <a:pt x="18306" y="4081"/>
                </a:lnTo>
                <a:lnTo>
                  <a:pt x="18398" y="3836"/>
                </a:lnTo>
                <a:lnTo>
                  <a:pt x="18490" y="3566"/>
                </a:lnTo>
                <a:lnTo>
                  <a:pt x="18627" y="3321"/>
                </a:lnTo>
                <a:lnTo>
                  <a:pt x="18719" y="3089"/>
                </a:lnTo>
                <a:lnTo>
                  <a:pt x="18809" y="2858"/>
                </a:lnTo>
                <a:lnTo>
                  <a:pt x="18901" y="2626"/>
                </a:lnTo>
                <a:lnTo>
                  <a:pt x="18993" y="2381"/>
                </a:lnTo>
                <a:lnTo>
                  <a:pt x="19130" y="2150"/>
                </a:lnTo>
                <a:lnTo>
                  <a:pt x="19222" y="1918"/>
                </a:lnTo>
                <a:lnTo>
                  <a:pt x="19313" y="1686"/>
                </a:lnTo>
                <a:lnTo>
                  <a:pt x="19405" y="1454"/>
                </a:lnTo>
                <a:lnTo>
                  <a:pt x="19496" y="1171"/>
                </a:lnTo>
                <a:lnTo>
                  <a:pt x="19634" y="926"/>
                </a:lnTo>
                <a:lnTo>
                  <a:pt x="19725" y="695"/>
                </a:lnTo>
                <a:lnTo>
                  <a:pt x="19816" y="463"/>
                </a:lnTo>
                <a:lnTo>
                  <a:pt x="19908" y="231"/>
                </a:lnTo>
                <a:lnTo>
                  <a:pt x="20000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6407272" y="2682159"/>
            <a:ext cx="20045" cy="46646"/>
          </a:xfrm>
          <a:custGeom>
            <a:avLst/>
            <a:gdLst/>
            <a:ahLst/>
            <a:cxnLst/>
            <a:rect l="l" t="t" r="r" b="b"/>
            <a:pathLst>
              <a:path w="20045" h="46646">
                <a:moveTo>
                  <a:pt x="0" y="46646"/>
                </a:moveTo>
                <a:lnTo>
                  <a:pt x="137" y="46401"/>
                </a:lnTo>
                <a:lnTo>
                  <a:pt x="228" y="46169"/>
                </a:lnTo>
                <a:lnTo>
                  <a:pt x="319" y="45937"/>
                </a:lnTo>
                <a:lnTo>
                  <a:pt x="411" y="45706"/>
                </a:lnTo>
                <a:lnTo>
                  <a:pt x="502" y="45461"/>
                </a:lnTo>
                <a:lnTo>
                  <a:pt x="640" y="45191"/>
                </a:lnTo>
                <a:lnTo>
                  <a:pt x="731" y="44946"/>
                </a:lnTo>
                <a:lnTo>
                  <a:pt x="823" y="44714"/>
                </a:lnTo>
                <a:lnTo>
                  <a:pt x="915" y="44483"/>
                </a:lnTo>
                <a:lnTo>
                  <a:pt x="1005" y="44251"/>
                </a:lnTo>
                <a:lnTo>
                  <a:pt x="1144" y="44006"/>
                </a:lnTo>
                <a:lnTo>
                  <a:pt x="1234" y="43774"/>
                </a:lnTo>
                <a:lnTo>
                  <a:pt x="1326" y="43543"/>
                </a:lnTo>
                <a:lnTo>
                  <a:pt x="1418" y="43311"/>
                </a:lnTo>
                <a:lnTo>
                  <a:pt x="1510" y="43079"/>
                </a:lnTo>
                <a:lnTo>
                  <a:pt x="1647" y="42835"/>
                </a:lnTo>
                <a:lnTo>
                  <a:pt x="1739" y="42603"/>
                </a:lnTo>
                <a:lnTo>
                  <a:pt x="1830" y="42371"/>
                </a:lnTo>
                <a:lnTo>
                  <a:pt x="1921" y="42088"/>
                </a:lnTo>
                <a:lnTo>
                  <a:pt x="2013" y="41856"/>
                </a:lnTo>
                <a:lnTo>
                  <a:pt x="2150" y="41624"/>
                </a:lnTo>
                <a:lnTo>
                  <a:pt x="2241" y="41380"/>
                </a:lnTo>
                <a:lnTo>
                  <a:pt x="2333" y="41148"/>
                </a:lnTo>
                <a:lnTo>
                  <a:pt x="2425" y="40916"/>
                </a:lnTo>
                <a:lnTo>
                  <a:pt x="2517" y="40684"/>
                </a:lnTo>
                <a:lnTo>
                  <a:pt x="2654" y="40440"/>
                </a:lnTo>
                <a:lnTo>
                  <a:pt x="2746" y="40208"/>
                </a:lnTo>
                <a:lnTo>
                  <a:pt x="2836" y="39976"/>
                </a:lnTo>
                <a:lnTo>
                  <a:pt x="2928" y="39745"/>
                </a:lnTo>
                <a:lnTo>
                  <a:pt x="3020" y="39513"/>
                </a:lnTo>
                <a:lnTo>
                  <a:pt x="3157" y="39268"/>
                </a:lnTo>
                <a:lnTo>
                  <a:pt x="3249" y="39036"/>
                </a:lnTo>
                <a:lnTo>
                  <a:pt x="3340" y="38753"/>
                </a:lnTo>
                <a:lnTo>
                  <a:pt x="3431" y="38521"/>
                </a:lnTo>
                <a:lnTo>
                  <a:pt x="3523" y="38290"/>
                </a:lnTo>
                <a:lnTo>
                  <a:pt x="3660" y="38058"/>
                </a:lnTo>
                <a:lnTo>
                  <a:pt x="3752" y="37813"/>
                </a:lnTo>
                <a:lnTo>
                  <a:pt x="3843" y="37582"/>
                </a:lnTo>
                <a:lnTo>
                  <a:pt x="3935" y="37350"/>
                </a:lnTo>
                <a:lnTo>
                  <a:pt x="4027" y="37118"/>
                </a:lnTo>
                <a:lnTo>
                  <a:pt x="4164" y="36886"/>
                </a:lnTo>
                <a:lnTo>
                  <a:pt x="4256" y="36642"/>
                </a:lnTo>
                <a:lnTo>
                  <a:pt x="4346" y="36410"/>
                </a:lnTo>
                <a:lnTo>
                  <a:pt x="4438" y="36178"/>
                </a:lnTo>
                <a:lnTo>
                  <a:pt x="4530" y="35946"/>
                </a:lnTo>
                <a:lnTo>
                  <a:pt x="4667" y="35702"/>
                </a:lnTo>
                <a:lnTo>
                  <a:pt x="4759" y="35470"/>
                </a:lnTo>
                <a:lnTo>
                  <a:pt x="4851" y="35238"/>
                </a:lnTo>
                <a:lnTo>
                  <a:pt x="4942" y="35007"/>
                </a:lnTo>
                <a:lnTo>
                  <a:pt x="5033" y="34775"/>
                </a:lnTo>
                <a:lnTo>
                  <a:pt x="5171" y="34492"/>
                </a:lnTo>
                <a:lnTo>
                  <a:pt x="5262" y="34247"/>
                </a:lnTo>
                <a:lnTo>
                  <a:pt x="5354" y="34015"/>
                </a:lnTo>
                <a:lnTo>
                  <a:pt x="5445" y="33783"/>
                </a:lnTo>
                <a:lnTo>
                  <a:pt x="5537" y="33552"/>
                </a:lnTo>
                <a:lnTo>
                  <a:pt x="5674" y="33320"/>
                </a:lnTo>
                <a:lnTo>
                  <a:pt x="5766" y="33075"/>
                </a:lnTo>
                <a:lnTo>
                  <a:pt x="5858" y="32844"/>
                </a:lnTo>
                <a:lnTo>
                  <a:pt x="5948" y="32612"/>
                </a:lnTo>
                <a:lnTo>
                  <a:pt x="6087" y="32380"/>
                </a:lnTo>
                <a:lnTo>
                  <a:pt x="6177" y="32135"/>
                </a:lnTo>
                <a:lnTo>
                  <a:pt x="6269" y="31904"/>
                </a:lnTo>
                <a:lnTo>
                  <a:pt x="6361" y="31672"/>
                </a:lnTo>
                <a:lnTo>
                  <a:pt x="6453" y="31440"/>
                </a:lnTo>
                <a:lnTo>
                  <a:pt x="6590" y="31208"/>
                </a:lnTo>
                <a:lnTo>
                  <a:pt x="6681" y="30964"/>
                </a:lnTo>
                <a:lnTo>
                  <a:pt x="6772" y="30732"/>
                </a:lnTo>
                <a:lnTo>
                  <a:pt x="6864" y="30500"/>
                </a:lnTo>
                <a:lnTo>
                  <a:pt x="6956" y="30269"/>
                </a:lnTo>
                <a:lnTo>
                  <a:pt x="7093" y="30024"/>
                </a:lnTo>
                <a:lnTo>
                  <a:pt x="7184" y="29792"/>
                </a:lnTo>
                <a:lnTo>
                  <a:pt x="7276" y="29560"/>
                </a:lnTo>
                <a:lnTo>
                  <a:pt x="7368" y="29329"/>
                </a:lnTo>
                <a:lnTo>
                  <a:pt x="7459" y="29097"/>
                </a:lnTo>
                <a:lnTo>
                  <a:pt x="7597" y="28852"/>
                </a:lnTo>
                <a:lnTo>
                  <a:pt x="7687" y="28621"/>
                </a:lnTo>
                <a:lnTo>
                  <a:pt x="7779" y="28389"/>
                </a:lnTo>
                <a:lnTo>
                  <a:pt x="7871" y="28157"/>
                </a:lnTo>
                <a:lnTo>
                  <a:pt x="7963" y="27912"/>
                </a:lnTo>
                <a:lnTo>
                  <a:pt x="8100" y="27681"/>
                </a:lnTo>
                <a:lnTo>
                  <a:pt x="8192" y="27449"/>
                </a:lnTo>
                <a:lnTo>
                  <a:pt x="8283" y="27217"/>
                </a:lnTo>
                <a:lnTo>
                  <a:pt x="8374" y="26934"/>
                </a:lnTo>
                <a:lnTo>
                  <a:pt x="8466" y="26702"/>
                </a:lnTo>
                <a:lnTo>
                  <a:pt x="8603" y="26458"/>
                </a:lnTo>
                <a:lnTo>
                  <a:pt x="8695" y="26226"/>
                </a:lnTo>
                <a:lnTo>
                  <a:pt x="8786" y="25994"/>
                </a:lnTo>
                <a:lnTo>
                  <a:pt x="8878" y="25762"/>
                </a:lnTo>
                <a:lnTo>
                  <a:pt x="8970" y="25531"/>
                </a:lnTo>
                <a:lnTo>
                  <a:pt x="9107" y="25286"/>
                </a:lnTo>
                <a:lnTo>
                  <a:pt x="9199" y="25054"/>
                </a:lnTo>
                <a:lnTo>
                  <a:pt x="9289" y="24822"/>
                </a:lnTo>
                <a:lnTo>
                  <a:pt x="9381" y="24591"/>
                </a:lnTo>
                <a:lnTo>
                  <a:pt x="9473" y="24346"/>
                </a:lnTo>
                <a:lnTo>
                  <a:pt x="9610" y="24114"/>
                </a:lnTo>
                <a:lnTo>
                  <a:pt x="9702" y="23883"/>
                </a:lnTo>
                <a:lnTo>
                  <a:pt x="9794" y="23651"/>
                </a:lnTo>
                <a:lnTo>
                  <a:pt x="9884" y="23419"/>
                </a:lnTo>
                <a:lnTo>
                  <a:pt x="9976" y="23174"/>
                </a:lnTo>
                <a:lnTo>
                  <a:pt x="10113" y="22943"/>
                </a:lnTo>
                <a:lnTo>
                  <a:pt x="10205" y="22711"/>
                </a:lnTo>
                <a:lnTo>
                  <a:pt x="10297" y="22479"/>
                </a:lnTo>
                <a:lnTo>
                  <a:pt x="10388" y="22235"/>
                </a:lnTo>
                <a:lnTo>
                  <a:pt x="10480" y="22003"/>
                </a:lnTo>
                <a:lnTo>
                  <a:pt x="10617" y="21771"/>
                </a:lnTo>
                <a:lnTo>
                  <a:pt x="10709" y="21539"/>
                </a:lnTo>
                <a:lnTo>
                  <a:pt x="10799" y="21308"/>
                </a:lnTo>
                <a:lnTo>
                  <a:pt x="10891" y="21063"/>
                </a:lnTo>
                <a:lnTo>
                  <a:pt x="10983" y="20831"/>
                </a:lnTo>
                <a:lnTo>
                  <a:pt x="11120" y="20599"/>
                </a:lnTo>
                <a:lnTo>
                  <a:pt x="11212" y="20368"/>
                </a:lnTo>
                <a:lnTo>
                  <a:pt x="11304" y="20123"/>
                </a:lnTo>
                <a:lnTo>
                  <a:pt x="11395" y="19891"/>
                </a:lnTo>
                <a:lnTo>
                  <a:pt x="11486" y="19660"/>
                </a:lnTo>
                <a:lnTo>
                  <a:pt x="11624" y="19428"/>
                </a:lnTo>
                <a:lnTo>
                  <a:pt x="11715" y="19235"/>
                </a:lnTo>
                <a:lnTo>
                  <a:pt x="11807" y="19003"/>
                </a:lnTo>
                <a:lnTo>
                  <a:pt x="11898" y="18771"/>
                </a:lnTo>
                <a:lnTo>
                  <a:pt x="11990" y="18539"/>
                </a:lnTo>
                <a:lnTo>
                  <a:pt x="12127" y="18295"/>
                </a:lnTo>
                <a:lnTo>
                  <a:pt x="12219" y="18063"/>
                </a:lnTo>
                <a:lnTo>
                  <a:pt x="12311" y="17831"/>
                </a:lnTo>
                <a:lnTo>
                  <a:pt x="12401" y="17600"/>
                </a:lnTo>
                <a:lnTo>
                  <a:pt x="12493" y="17355"/>
                </a:lnTo>
                <a:lnTo>
                  <a:pt x="12630" y="17123"/>
                </a:lnTo>
                <a:lnTo>
                  <a:pt x="12722" y="16891"/>
                </a:lnTo>
                <a:lnTo>
                  <a:pt x="12814" y="16660"/>
                </a:lnTo>
                <a:lnTo>
                  <a:pt x="12906" y="16428"/>
                </a:lnTo>
                <a:lnTo>
                  <a:pt x="12996" y="16183"/>
                </a:lnTo>
                <a:lnTo>
                  <a:pt x="13134" y="15952"/>
                </a:lnTo>
                <a:lnTo>
                  <a:pt x="13225" y="15720"/>
                </a:lnTo>
                <a:lnTo>
                  <a:pt x="13317" y="15488"/>
                </a:lnTo>
                <a:lnTo>
                  <a:pt x="13409" y="15243"/>
                </a:lnTo>
                <a:lnTo>
                  <a:pt x="13500" y="15012"/>
                </a:lnTo>
                <a:lnTo>
                  <a:pt x="13637" y="14780"/>
                </a:lnTo>
                <a:lnTo>
                  <a:pt x="13729" y="14548"/>
                </a:lnTo>
                <a:lnTo>
                  <a:pt x="13821" y="14316"/>
                </a:lnTo>
                <a:lnTo>
                  <a:pt x="13912" y="14072"/>
                </a:lnTo>
                <a:lnTo>
                  <a:pt x="14003" y="13840"/>
                </a:lnTo>
                <a:lnTo>
                  <a:pt x="14140" y="13608"/>
                </a:lnTo>
                <a:lnTo>
                  <a:pt x="14232" y="13377"/>
                </a:lnTo>
                <a:lnTo>
                  <a:pt x="14324" y="13132"/>
                </a:lnTo>
                <a:lnTo>
                  <a:pt x="14416" y="12900"/>
                </a:lnTo>
                <a:lnTo>
                  <a:pt x="14508" y="12668"/>
                </a:lnTo>
                <a:lnTo>
                  <a:pt x="14645" y="12437"/>
                </a:lnTo>
                <a:lnTo>
                  <a:pt x="14736" y="12244"/>
                </a:lnTo>
                <a:lnTo>
                  <a:pt x="14827" y="12012"/>
                </a:lnTo>
                <a:lnTo>
                  <a:pt x="14919" y="11780"/>
                </a:lnTo>
                <a:lnTo>
                  <a:pt x="15011" y="11548"/>
                </a:lnTo>
                <a:lnTo>
                  <a:pt x="15148" y="11304"/>
                </a:lnTo>
                <a:lnTo>
                  <a:pt x="15239" y="11072"/>
                </a:lnTo>
                <a:lnTo>
                  <a:pt x="15331" y="10840"/>
                </a:lnTo>
                <a:lnTo>
                  <a:pt x="15422" y="10608"/>
                </a:lnTo>
                <a:lnTo>
                  <a:pt x="15514" y="10364"/>
                </a:lnTo>
                <a:lnTo>
                  <a:pt x="15651" y="10132"/>
                </a:lnTo>
                <a:lnTo>
                  <a:pt x="15742" y="9900"/>
                </a:lnTo>
                <a:lnTo>
                  <a:pt x="15834" y="9669"/>
                </a:lnTo>
                <a:lnTo>
                  <a:pt x="15926" y="9437"/>
                </a:lnTo>
                <a:lnTo>
                  <a:pt x="16018" y="9192"/>
                </a:lnTo>
                <a:lnTo>
                  <a:pt x="16155" y="8960"/>
                </a:lnTo>
                <a:lnTo>
                  <a:pt x="16247" y="8729"/>
                </a:lnTo>
                <a:lnTo>
                  <a:pt x="16337" y="8497"/>
                </a:lnTo>
                <a:lnTo>
                  <a:pt x="16429" y="8304"/>
                </a:lnTo>
                <a:lnTo>
                  <a:pt x="16521" y="8072"/>
                </a:lnTo>
                <a:lnTo>
                  <a:pt x="16658" y="7840"/>
                </a:lnTo>
                <a:lnTo>
                  <a:pt x="16750" y="7596"/>
                </a:lnTo>
                <a:lnTo>
                  <a:pt x="16841" y="7364"/>
                </a:lnTo>
                <a:lnTo>
                  <a:pt x="16933" y="7132"/>
                </a:lnTo>
                <a:lnTo>
                  <a:pt x="17024" y="6900"/>
                </a:lnTo>
                <a:lnTo>
                  <a:pt x="17162" y="6656"/>
                </a:lnTo>
                <a:lnTo>
                  <a:pt x="17253" y="6424"/>
                </a:lnTo>
                <a:lnTo>
                  <a:pt x="17344" y="6192"/>
                </a:lnTo>
                <a:lnTo>
                  <a:pt x="17436" y="5961"/>
                </a:lnTo>
                <a:lnTo>
                  <a:pt x="17528" y="5729"/>
                </a:lnTo>
                <a:lnTo>
                  <a:pt x="17665" y="5484"/>
                </a:lnTo>
                <a:lnTo>
                  <a:pt x="17757" y="5252"/>
                </a:lnTo>
                <a:lnTo>
                  <a:pt x="17849" y="5072"/>
                </a:lnTo>
                <a:lnTo>
                  <a:pt x="17939" y="4828"/>
                </a:lnTo>
                <a:lnTo>
                  <a:pt x="18031" y="4596"/>
                </a:lnTo>
                <a:lnTo>
                  <a:pt x="18168" y="4364"/>
                </a:lnTo>
                <a:lnTo>
                  <a:pt x="18260" y="4132"/>
                </a:lnTo>
                <a:lnTo>
                  <a:pt x="18352" y="3888"/>
                </a:lnTo>
                <a:lnTo>
                  <a:pt x="18443" y="3656"/>
                </a:lnTo>
                <a:lnTo>
                  <a:pt x="18534" y="3424"/>
                </a:lnTo>
                <a:lnTo>
                  <a:pt x="18672" y="3192"/>
                </a:lnTo>
                <a:lnTo>
                  <a:pt x="18763" y="2961"/>
                </a:lnTo>
                <a:lnTo>
                  <a:pt x="18854" y="2716"/>
                </a:lnTo>
                <a:lnTo>
                  <a:pt x="18946" y="2536"/>
                </a:lnTo>
                <a:lnTo>
                  <a:pt x="19038" y="2304"/>
                </a:lnTo>
                <a:lnTo>
                  <a:pt x="19175" y="2059"/>
                </a:lnTo>
                <a:lnTo>
                  <a:pt x="19267" y="1828"/>
                </a:lnTo>
                <a:lnTo>
                  <a:pt x="19359" y="1596"/>
                </a:lnTo>
                <a:lnTo>
                  <a:pt x="19449" y="1364"/>
                </a:lnTo>
                <a:lnTo>
                  <a:pt x="19541" y="1120"/>
                </a:lnTo>
                <a:lnTo>
                  <a:pt x="19678" y="888"/>
                </a:lnTo>
                <a:lnTo>
                  <a:pt x="19770" y="656"/>
                </a:lnTo>
                <a:lnTo>
                  <a:pt x="19862" y="463"/>
                </a:lnTo>
                <a:lnTo>
                  <a:pt x="19953" y="231"/>
                </a:lnTo>
                <a:lnTo>
                  <a:pt x="20045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6427318" y="2637727"/>
            <a:ext cx="20050" cy="44431"/>
          </a:xfrm>
          <a:custGeom>
            <a:avLst/>
            <a:gdLst/>
            <a:ahLst/>
            <a:cxnLst/>
            <a:rect l="l" t="t" r="r" b="b"/>
            <a:pathLst>
              <a:path w="20050" h="44431">
                <a:moveTo>
                  <a:pt x="0" y="44431"/>
                </a:moveTo>
                <a:lnTo>
                  <a:pt x="137" y="44199"/>
                </a:lnTo>
                <a:lnTo>
                  <a:pt x="228" y="43968"/>
                </a:lnTo>
                <a:lnTo>
                  <a:pt x="319" y="43723"/>
                </a:lnTo>
                <a:lnTo>
                  <a:pt x="411" y="43491"/>
                </a:lnTo>
                <a:lnTo>
                  <a:pt x="502" y="43259"/>
                </a:lnTo>
                <a:lnTo>
                  <a:pt x="640" y="43028"/>
                </a:lnTo>
                <a:lnTo>
                  <a:pt x="731" y="42835"/>
                </a:lnTo>
                <a:lnTo>
                  <a:pt x="823" y="42603"/>
                </a:lnTo>
                <a:lnTo>
                  <a:pt x="915" y="42371"/>
                </a:lnTo>
                <a:lnTo>
                  <a:pt x="1005" y="42126"/>
                </a:lnTo>
                <a:lnTo>
                  <a:pt x="1144" y="41895"/>
                </a:lnTo>
                <a:lnTo>
                  <a:pt x="1234" y="41663"/>
                </a:lnTo>
                <a:lnTo>
                  <a:pt x="1326" y="41431"/>
                </a:lnTo>
                <a:lnTo>
                  <a:pt x="1418" y="41199"/>
                </a:lnTo>
                <a:lnTo>
                  <a:pt x="1510" y="41006"/>
                </a:lnTo>
                <a:lnTo>
                  <a:pt x="1647" y="40775"/>
                </a:lnTo>
                <a:lnTo>
                  <a:pt x="1739" y="40530"/>
                </a:lnTo>
                <a:lnTo>
                  <a:pt x="1829" y="40298"/>
                </a:lnTo>
                <a:lnTo>
                  <a:pt x="1921" y="40066"/>
                </a:lnTo>
                <a:lnTo>
                  <a:pt x="2013" y="39835"/>
                </a:lnTo>
                <a:lnTo>
                  <a:pt x="2150" y="39603"/>
                </a:lnTo>
                <a:lnTo>
                  <a:pt x="2241" y="39358"/>
                </a:lnTo>
                <a:lnTo>
                  <a:pt x="2333" y="39178"/>
                </a:lnTo>
                <a:lnTo>
                  <a:pt x="2425" y="38946"/>
                </a:lnTo>
                <a:lnTo>
                  <a:pt x="2516" y="38702"/>
                </a:lnTo>
                <a:lnTo>
                  <a:pt x="2654" y="38470"/>
                </a:lnTo>
                <a:lnTo>
                  <a:pt x="2744" y="38238"/>
                </a:lnTo>
                <a:lnTo>
                  <a:pt x="2836" y="38006"/>
                </a:lnTo>
                <a:lnTo>
                  <a:pt x="2928" y="37762"/>
                </a:lnTo>
                <a:lnTo>
                  <a:pt x="3020" y="37582"/>
                </a:lnTo>
                <a:lnTo>
                  <a:pt x="3157" y="37350"/>
                </a:lnTo>
                <a:lnTo>
                  <a:pt x="3249" y="37105"/>
                </a:lnTo>
                <a:lnTo>
                  <a:pt x="3340" y="36873"/>
                </a:lnTo>
                <a:lnTo>
                  <a:pt x="3431" y="36642"/>
                </a:lnTo>
                <a:lnTo>
                  <a:pt x="3523" y="36410"/>
                </a:lnTo>
                <a:lnTo>
                  <a:pt x="3660" y="36217"/>
                </a:lnTo>
                <a:lnTo>
                  <a:pt x="3752" y="35985"/>
                </a:lnTo>
                <a:lnTo>
                  <a:pt x="3843" y="35753"/>
                </a:lnTo>
                <a:lnTo>
                  <a:pt x="3935" y="35522"/>
                </a:lnTo>
                <a:lnTo>
                  <a:pt x="4027" y="35277"/>
                </a:lnTo>
                <a:lnTo>
                  <a:pt x="4164" y="35045"/>
                </a:lnTo>
                <a:lnTo>
                  <a:pt x="4256" y="34813"/>
                </a:lnTo>
                <a:lnTo>
                  <a:pt x="4346" y="34620"/>
                </a:lnTo>
                <a:lnTo>
                  <a:pt x="4438" y="34389"/>
                </a:lnTo>
                <a:lnTo>
                  <a:pt x="4530" y="34157"/>
                </a:lnTo>
                <a:lnTo>
                  <a:pt x="4667" y="33925"/>
                </a:lnTo>
                <a:lnTo>
                  <a:pt x="4759" y="33680"/>
                </a:lnTo>
                <a:lnTo>
                  <a:pt x="4851" y="33449"/>
                </a:lnTo>
                <a:lnTo>
                  <a:pt x="4941" y="33268"/>
                </a:lnTo>
                <a:lnTo>
                  <a:pt x="5033" y="33024"/>
                </a:lnTo>
                <a:lnTo>
                  <a:pt x="5170" y="32792"/>
                </a:lnTo>
                <a:lnTo>
                  <a:pt x="5262" y="32560"/>
                </a:lnTo>
                <a:lnTo>
                  <a:pt x="5354" y="32329"/>
                </a:lnTo>
                <a:lnTo>
                  <a:pt x="5445" y="32135"/>
                </a:lnTo>
                <a:lnTo>
                  <a:pt x="5537" y="31904"/>
                </a:lnTo>
                <a:lnTo>
                  <a:pt x="5674" y="31672"/>
                </a:lnTo>
                <a:lnTo>
                  <a:pt x="5766" y="31427"/>
                </a:lnTo>
                <a:lnTo>
                  <a:pt x="5857" y="31196"/>
                </a:lnTo>
                <a:lnTo>
                  <a:pt x="5948" y="30964"/>
                </a:lnTo>
                <a:lnTo>
                  <a:pt x="6040" y="30771"/>
                </a:lnTo>
                <a:lnTo>
                  <a:pt x="6177" y="30539"/>
                </a:lnTo>
                <a:lnTo>
                  <a:pt x="6269" y="30307"/>
                </a:lnTo>
                <a:lnTo>
                  <a:pt x="6361" y="30075"/>
                </a:lnTo>
                <a:lnTo>
                  <a:pt x="6453" y="29844"/>
                </a:lnTo>
                <a:lnTo>
                  <a:pt x="6543" y="29651"/>
                </a:lnTo>
                <a:lnTo>
                  <a:pt x="6681" y="29419"/>
                </a:lnTo>
                <a:lnTo>
                  <a:pt x="6772" y="29187"/>
                </a:lnTo>
                <a:lnTo>
                  <a:pt x="6864" y="28942"/>
                </a:lnTo>
                <a:lnTo>
                  <a:pt x="6956" y="28711"/>
                </a:lnTo>
                <a:lnTo>
                  <a:pt x="7047" y="28530"/>
                </a:lnTo>
                <a:lnTo>
                  <a:pt x="7184" y="28286"/>
                </a:lnTo>
                <a:lnTo>
                  <a:pt x="7276" y="28054"/>
                </a:lnTo>
                <a:lnTo>
                  <a:pt x="7368" y="27822"/>
                </a:lnTo>
                <a:lnTo>
                  <a:pt x="7459" y="27591"/>
                </a:lnTo>
                <a:lnTo>
                  <a:pt x="7550" y="27397"/>
                </a:lnTo>
                <a:lnTo>
                  <a:pt x="7687" y="27166"/>
                </a:lnTo>
                <a:lnTo>
                  <a:pt x="7779" y="26934"/>
                </a:lnTo>
                <a:lnTo>
                  <a:pt x="7871" y="26689"/>
                </a:lnTo>
                <a:lnTo>
                  <a:pt x="7963" y="26458"/>
                </a:lnTo>
                <a:lnTo>
                  <a:pt x="8053" y="26277"/>
                </a:lnTo>
                <a:lnTo>
                  <a:pt x="8192" y="26033"/>
                </a:lnTo>
                <a:lnTo>
                  <a:pt x="8282" y="25801"/>
                </a:lnTo>
                <a:lnTo>
                  <a:pt x="8374" y="25569"/>
                </a:lnTo>
                <a:lnTo>
                  <a:pt x="8466" y="25337"/>
                </a:lnTo>
                <a:lnTo>
                  <a:pt x="8557" y="25144"/>
                </a:lnTo>
                <a:lnTo>
                  <a:pt x="8695" y="24913"/>
                </a:lnTo>
                <a:lnTo>
                  <a:pt x="8786" y="24681"/>
                </a:lnTo>
                <a:lnTo>
                  <a:pt x="8878" y="24436"/>
                </a:lnTo>
                <a:lnTo>
                  <a:pt x="8969" y="24256"/>
                </a:lnTo>
                <a:lnTo>
                  <a:pt x="9060" y="24024"/>
                </a:lnTo>
                <a:lnTo>
                  <a:pt x="9198" y="23780"/>
                </a:lnTo>
                <a:lnTo>
                  <a:pt x="9289" y="23548"/>
                </a:lnTo>
                <a:lnTo>
                  <a:pt x="9381" y="23368"/>
                </a:lnTo>
                <a:lnTo>
                  <a:pt x="9473" y="23123"/>
                </a:lnTo>
                <a:lnTo>
                  <a:pt x="9565" y="22891"/>
                </a:lnTo>
                <a:lnTo>
                  <a:pt x="9702" y="22659"/>
                </a:lnTo>
                <a:lnTo>
                  <a:pt x="9794" y="22428"/>
                </a:lnTo>
                <a:lnTo>
                  <a:pt x="9884" y="22235"/>
                </a:lnTo>
                <a:lnTo>
                  <a:pt x="9976" y="22003"/>
                </a:lnTo>
                <a:lnTo>
                  <a:pt x="10068" y="21771"/>
                </a:lnTo>
                <a:lnTo>
                  <a:pt x="10205" y="21526"/>
                </a:lnTo>
                <a:lnTo>
                  <a:pt x="10297" y="21346"/>
                </a:lnTo>
                <a:lnTo>
                  <a:pt x="10388" y="21114"/>
                </a:lnTo>
                <a:lnTo>
                  <a:pt x="10480" y="20870"/>
                </a:lnTo>
                <a:lnTo>
                  <a:pt x="10571" y="20638"/>
                </a:lnTo>
                <a:lnTo>
                  <a:pt x="10709" y="20458"/>
                </a:lnTo>
                <a:lnTo>
                  <a:pt x="10799" y="20213"/>
                </a:lnTo>
                <a:lnTo>
                  <a:pt x="10891" y="19981"/>
                </a:lnTo>
                <a:lnTo>
                  <a:pt x="10983" y="19750"/>
                </a:lnTo>
                <a:lnTo>
                  <a:pt x="11075" y="19557"/>
                </a:lnTo>
                <a:lnTo>
                  <a:pt x="11212" y="19325"/>
                </a:lnTo>
                <a:lnTo>
                  <a:pt x="11304" y="19093"/>
                </a:lnTo>
                <a:lnTo>
                  <a:pt x="11394" y="18861"/>
                </a:lnTo>
                <a:lnTo>
                  <a:pt x="11486" y="18668"/>
                </a:lnTo>
                <a:lnTo>
                  <a:pt x="11578" y="18436"/>
                </a:lnTo>
                <a:lnTo>
                  <a:pt x="11715" y="18205"/>
                </a:lnTo>
                <a:lnTo>
                  <a:pt x="11807" y="17973"/>
                </a:lnTo>
                <a:lnTo>
                  <a:pt x="11898" y="17780"/>
                </a:lnTo>
                <a:lnTo>
                  <a:pt x="11990" y="17548"/>
                </a:lnTo>
                <a:lnTo>
                  <a:pt x="12081" y="17303"/>
                </a:lnTo>
                <a:lnTo>
                  <a:pt x="12219" y="17123"/>
                </a:lnTo>
                <a:lnTo>
                  <a:pt x="12310" y="16891"/>
                </a:lnTo>
                <a:lnTo>
                  <a:pt x="12401" y="16647"/>
                </a:lnTo>
                <a:lnTo>
                  <a:pt x="12493" y="16415"/>
                </a:lnTo>
                <a:lnTo>
                  <a:pt x="12585" y="16235"/>
                </a:lnTo>
                <a:lnTo>
                  <a:pt x="12722" y="15990"/>
                </a:lnTo>
                <a:lnTo>
                  <a:pt x="12814" y="15758"/>
                </a:lnTo>
                <a:lnTo>
                  <a:pt x="12906" y="15527"/>
                </a:lnTo>
                <a:lnTo>
                  <a:pt x="12996" y="15334"/>
                </a:lnTo>
                <a:lnTo>
                  <a:pt x="13088" y="15102"/>
                </a:lnTo>
                <a:lnTo>
                  <a:pt x="13225" y="14870"/>
                </a:lnTo>
                <a:lnTo>
                  <a:pt x="13317" y="14677"/>
                </a:lnTo>
                <a:lnTo>
                  <a:pt x="13409" y="14445"/>
                </a:lnTo>
                <a:lnTo>
                  <a:pt x="13500" y="14213"/>
                </a:lnTo>
                <a:lnTo>
                  <a:pt x="13592" y="13982"/>
                </a:lnTo>
                <a:lnTo>
                  <a:pt x="13729" y="13789"/>
                </a:lnTo>
                <a:lnTo>
                  <a:pt x="13821" y="13557"/>
                </a:lnTo>
                <a:lnTo>
                  <a:pt x="13912" y="13325"/>
                </a:lnTo>
                <a:lnTo>
                  <a:pt x="14003" y="13132"/>
                </a:lnTo>
                <a:lnTo>
                  <a:pt x="14095" y="12900"/>
                </a:lnTo>
                <a:lnTo>
                  <a:pt x="14232" y="12668"/>
                </a:lnTo>
                <a:lnTo>
                  <a:pt x="14324" y="12475"/>
                </a:lnTo>
                <a:lnTo>
                  <a:pt x="14416" y="12244"/>
                </a:lnTo>
                <a:lnTo>
                  <a:pt x="14506" y="12012"/>
                </a:lnTo>
                <a:lnTo>
                  <a:pt x="14598" y="11767"/>
                </a:lnTo>
                <a:lnTo>
                  <a:pt x="14735" y="11587"/>
                </a:lnTo>
                <a:lnTo>
                  <a:pt x="14827" y="11355"/>
                </a:lnTo>
                <a:lnTo>
                  <a:pt x="14919" y="11111"/>
                </a:lnTo>
                <a:lnTo>
                  <a:pt x="15011" y="10930"/>
                </a:lnTo>
                <a:lnTo>
                  <a:pt x="15102" y="10699"/>
                </a:lnTo>
                <a:lnTo>
                  <a:pt x="15239" y="10454"/>
                </a:lnTo>
                <a:lnTo>
                  <a:pt x="15331" y="10274"/>
                </a:lnTo>
                <a:lnTo>
                  <a:pt x="15422" y="10042"/>
                </a:lnTo>
                <a:lnTo>
                  <a:pt x="15514" y="9797"/>
                </a:lnTo>
                <a:lnTo>
                  <a:pt x="15605" y="9617"/>
                </a:lnTo>
                <a:lnTo>
                  <a:pt x="15742" y="9385"/>
                </a:lnTo>
                <a:lnTo>
                  <a:pt x="15834" y="9141"/>
                </a:lnTo>
                <a:lnTo>
                  <a:pt x="15926" y="8960"/>
                </a:lnTo>
                <a:lnTo>
                  <a:pt x="16018" y="8729"/>
                </a:lnTo>
                <a:lnTo>
                  <a:pt x="16108" y="8484"/>
                </a:lnTo>
                <a:lnTo>
                  <a:pt x="16247" y="8304"/>
                </a:lnTo>
                <a:lnTo>
                  <a:pt x="16337" y="8072"/>
                </a:lnTo>
                <a:lnTo>
                  <a:pt x="16429" y="7827"/>
                </a:lnTo>
                <a:lnTo>
                  <a:pt x="16521" y="7647"/>
                </a:lnTo>
                <a:lnTo>
                  <a:pt x="16613" y="7415"/>
                </a:lnTo>
                <a:lnTo>
                  <a:pt x="16750" y="7171"/>
                </a:lnTo>
                <a:lnTo>
                  <a:pt x="16841" y="6991"/>
                </a:lnTo>
                <a:lnTo>
                  <a:pt x="16933" y="6746"/>
                </a:lnTo>
                <a:lnTo>
                  <a:pt x="17024" y="6514"/>
                </a:lnTo>
                <a:lnTo>
                  <a:pt x="17115" y="6334"/>
                </a:lnTo>
                <a:lnTo>
                  <a:pt x="17253" y="6089"/>
                </a:lnTo>
                <a:lnTo>
                  <a:pt x="17344" y="5858"/>
                </a:lnTo>
                <a:lnTo>
                  <a:pt x="17436" y="5677"/>
                </a:lnTo>
                <a:lnTo>
                  <a:pt x="17528" y="5433"/>
                </a:lnTo>
                <a:lnTo>
                  <a:pt x="17618" y="5201"/>
                </a:lnTo>
                <a:lnTo>
                  <a:pt x="17757" y="5021"/>
                </a:lnTo>
                <a:lnTo>
                  <a:pt x="17847" y="4776"/>
                </a:lnTo>
                <a:lnTo>
                  <a:pt x="17939" y="4544"/>
                </a:lnTo>
                <a:lnTo>
                  <a:pt x="18031" y="4364"/>
                </a:lnTo>
                <a:lnTo>
                  <a:pt x="18123" y="4119"/>
                </a:lnTo>
                <a:lnTo>
                  <a:pt x="18260" y="3888"/>
                </a:lnTo>
                <a:lnTo>
                  <a:pt x="18352" y="3707"/>
                </a:lnTo>
                <a:lnTo>
                  <a:pt x="18443" y="3463"/>
                </a:lnTo>
                <a:lnTo>
                  <a:pt x="18534" y="3283"/>
                </a:lnTo>
                <a:lnTo>
                  <a:pt x="18626" y="3051"/>
                </a:lnTo>
                <a:lnTo>
                  <a:pt x="18763" y="2806"/>
                </a:lnTo>
                <a:lnTo>
                  <a:pt x="18854" y="2626"/>
                </a:lnTo>
                <a:lnTo>
                  <a:pt x="18946" y="2394"/>
                </a:lnTo>
                <a:lnTo>
                  <a:pt x="19038" y="2150"/>
                </a:lnTo>
                <a:lnTo>
                  <a:pt x="19130" y="1969"/>
                </a:lnTo>
                <a:lnTo>
                  <a:pt x="19267" y="1738"/>
                </a:lnTo>
                <a:lnTo>
                  <a:pt x="19359" y="1544"/>
                </a:lnTo>
                <a:lnTo>
                  <a:pt x="19449" y="1313"/>
                </a:lnTo>
                <a:lnTo>
                  <a:pt x="19541" y="1081"/>
                </a:lnTo>
                <a:lnTo>
                  <a:pt x="19633" y="888"/>
                </a:lnTo>
                <a:lnTo>
                  <a:pt x="19770" y="656"/>
                </a:lnTo>
                <a:lnTo>
                  <a:pt x="19862" y="411"/>
                </a:lnTo>
                <a:lnTo>
                  <a:pt x="19953" y="231"/>
                </a:lnTo>
                <a:lnTo>
                  <a:pt x="20050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6447369" y="2596244"/>
            <a:ext cx="20043" cy="41483"/>
          </a:xfrm>
          <a:custGeom>
            <a:avLst/>
            <a:gdLst/>
            <a:ahLst/>
            <a:cxnLst/>
            <a:rect l="l" t="t" r="r" b="b"/>
            <a:pathLst>
              <a:path w="20043" h="41483">
                <a:moveTo>
                  <a:pt x="0" y="41483"/>
                </a:moveTo>
                <a:lnTo>
                  <a:pt x="88" y="41290"/>
                </a:lnTo>
                <a:lnTo>
                  <a:pt x="226" y="41058"/>
                </a:lnTo>
                <a:lnTo>
                  <a:pt x="314" y="40826"/>
                </a:lnTo>
                <a:lnTo>
                  <a:pt x="402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9" y="39976"/>
                </a:lnTo>
                <a:lnTo>
                  <a:pt x="817" y="39745"/>
                </a:lnTo>
                <a:lnTo>
                  <a:pt x="905" y="39551"/>
                </a:lnTo>
                <a:lnTo>
                  <a:pt x="1005" y="39320"/>
                </a:lnTo>
                <a:lnTo>
                  <a:pt x="1093" y="39127"/>
                </a:lnTo>
                <a:lnTo>
                  <a:pt x="1232" y="38895"/>
                </a:lnTo>
                <a:lnTo>
                  <a:pt x="1320" y="38663"/>
                </a:lnTo>
                <a:lnTo>
                  <a:pt x="1408" y="38470"/>
                </a:lnTo>
                <a:lnTo>
                  <a:pt x="1508" y="38238"/>
                </a:lnTo>
                <a:lnTo>
                  <a:pt x="1596" y="38058"/>
                </a:lnTo>
                <a:lnTo>
                  <a:pt x="1735" y="37813"/>
                </a:lnTo>
                <a:lnTo>
                  <a:pt x="1823" y="37582"/>
                </a:lnTo>
                <a:lnTo>
                  <a:pt x="1911" y="37401"/>
                </a:lnTo>
                <a:lnTo>
                  <a:pt x="2011" y="37157"/>
                </a:lnTo>
                <a:lnTo>
                  <a:pt x="2099" y="36976"/>
                </a:lnTo>
                <a:lnTo>
                  <a:pt x="2238" y="36745"/>
                </a:lnTo>
                <a:lnTo>
                  <a:pt x="2326" y="36552"/>
                </a:lnTo>
                <a:lnTo>
                  <a:pt x="2414" y="36320"/>
                </a:lnTo>
                <a:lnTo>
                  <a:pt x="2514" y="36088"/>
                </a:lnTo>
                <a:lnTo>
                  <a:pt x="2602" y="35895"/>
                </a:lnTo>
                <a:lnTo>
                  <a:pt x="2741" y="35663"/>
                </a:lnTo>
                <a:lnTo>
                  <a:pt x="2829" y="35470"/>
                </a:lnTo>
                <a:lnTo>
                  <a:pt x="2917" y="35238"/>
                </a:lnTo>
                <a:lnTo>
                  <a:pt x="3017" y="35045"/>
                </a:lnTo>
                <a:lnTo>
                  <a:pt x="3105" y="34813"/>
                </a:lnTo>
                <a:lnTo>
                  <a:pt x="3244" y="34582"/>
                </a:lnTo>
                <a:lnTo>
                  <a:pt x="3332" y="34389"/>
                </a:lnTo>
                <a:lnTo>
                  <a:pt x="3432" y="34157"/>
                </a:lnTo>
                <a:lnTo>
                  <a:pt x="3520" y="33977"/>
                </a:lnTo>
                <a:lnTo>
                  <a:pt x="3608" y="33732"/>
                </a:lnTo>
                <a:lnTo>
                  <a:pt x="3747" y="33552"/>
                </a:lnTo>
                <a:lnTo>
                  <a:pt x="3835" y="33320"/>
                </a:lnTo>
                <a:lnTo>
                  <a:pt x="3935" y="33127"/>
                </a:lnTo>
                <a:lnTo>
                  <a:pt x="4023" y="32895"/>
                </a:lnTo>
                <a:lnTo>
                  <a:pt x="4111" y="32663"/>
                </a:lnTo>
                <a:lnTo>
                  <a:pt x="4250" y="32470"/>
                </a:lnTo>
                <a:lnTo>
                  <a:pt x="4338" y="32238"/>
                </a:lnTo>
                <a:lnTo>
                  <a:pt x="4438" y="32045"/>
                </a:lnTo>
                <a:lnTo>
                  <a:pt x="4526" y="31814"/>
                </a:lnTo>
                <a:lnTo>
                  <a:pt x="4614" y="31620"/>
                </a:lnTo>
                <a:lnTo>
                  <a:pt x="4753" y="31389"/>
                </a:lnTo>
                <a:lnTo>
                  <a:pt x="4841" y="31208"/>
                </a:lnTo>
                <a:lnTo>
                  <a:pt x="4941" y="30964"/>
                </a:lnTo>
                <a:lnTo>
                  <a:pt x="5029" y="30784"/>
                </a:lnTo>
                <a:lnTo>
                  <a:pt x="5117" y="30552"/>
                </a:lnTo>
                <a:lnTo>
                  <a:pt x="5256" y="30359"/>
                </a:lnTo>
                <a:lnTo>
                  <a:pt x="5344" y="30127"/>
                </a:lnTo>
                <a:lnTo>
                  <a:pt x="5444" y="29934"/>
                </a:lnTo>
                <a:lnTo>
                  <a:pt x="5532" y="29702"/>
                </a:lnTo>
                <a:lnTo>
                  <a:pt x="5620" y="29509"/>
                </a:lnTo>
                <a:lnTo>
                  <a:pt x="5758" y="29277"/>
                </a:lnTo>
                <a:lnTo>
                  <a:pt x="5846" y="29045"/>
                </a:lnTo>
                <a:lnTo>
                  <a:pt x="5947" y="28852"/>
                </a:lnTo>
                <a:lnTo>
                  <a:pt x="6035" y="28621"/>
                </a:lnTo>
                <a:lnTo>
                  <a:pt x="6123" y="28440"/>
                </a:lnTo>
                <a:lnTo>
                  <a:pt x="6261" y="28196"/>
                </a:lnTo>
                <a:lnTo>
                  <a:pt x="6349" y="28015"/>
                </a:lnTo>
                <a:lnTo>
                  <a:pt x="6450" y="27784"/>
                </a:lnTo>
                <a:lnTo>
                  <a:pt x="6538" y="27591"/>
                </a:lnTo>
                <a:lnTo>
                  <a:pt x="6626" y="27359"/>
                </a:lnTo>
                <a:lnTo>
                  <a:pt x="6764" y="27166"/>
                </a:lnTo>
                <a:lnTo>
                  <a:pt x="6865" y="26934"/>
                </a:lnTo>
                <a:lnTo>
                  <a:pt x="6953" y="26741"/>
                </a:lnTo>
                <a:lnTo>
                  <a:pt x="7041" y="26509"/>
                </a:lnTo>
                <a:lnTo>
                  <a:pt x="7129" y="26329"/>
                </a:lnTo>
                <a:lnTo>
                  <a:pt x="7267" y="26084"/>
                </a:lnTo>
                <a:lnTo>
                  <a:pt x="7368" y="25904"/>
                </a:lnTo>
                <a:lnTo>
                  <a:pt x="7456" y="25672"/>
                </a:lnTo>
                <a:lnTo>
                  <a:pt x="7544" y="25479"/>
                </a:lnTo>
                <a:lnTo>
                  <a:pt x="7632" y="25247"/>
                </a:lnTo>
                <a:lnTo>
                  <a:pt x="7770" y="25054"/>
                </a:lnTo>
                <a:lnTo>
                  <a:pt x="7871" y="24822"/>
                </a:lnTo>
                <a:lnTo>
                  <a:pt x="7959" y="24629"/>
                </a:lnTo>
                <a:lnTo>
                  <a:pt x="8047" y="24449"/>
                </a:lnTo>
                <a:lnTo>
                  <a:pt x="8135" y="24217"/>
                </a:lnTo>
                <a:lnTo>
                  <a:pt x="8273" y="24024"/>
                </a:lnTo>
                <a:lnTo>
                  <a:pt x="8374" y="23792"/>
                </a:lnTo>
                <a:lnTo>
                  <a:pt x="8462" y="23599"/>
                </a:lnTo>
                <a:lnTo>
                  <a:pt x="8550" y="23368"/>
                </a:lnTo>
                <a:lnTo>
                  <a:pt x="8638" y="23174"/>
                </a:lnTo>
                <a:lnTo>
                  <a:pt x="8776" y="22943"/>
                </a:lnTo>
                <a:lnTo>
                  <a:pt x="8877" y="22762"/>
                </a:lnTo>
                <a:lnTo>
                  <a:pt x="8965" y="22518"/>
                </a:lnTo>
                <a:lnTo>
                  <a:pt x="9053" y="22338"/>
                </a:lnTo>
                <a:lnTo>
                  <a:pt x="9141" y="22106"/>
                </a:lnTo>
                <a:lnTo>
                  <a:pt x="9279" y="21913"/>
                </a:lnTo>
                <a:lnTo>
                  <a:pt x="9380" y="21681"/>
                </a:lnTo>
                <a:lnTo>
                  <a:pt x="9468" y="21488"/>
                </a:lnTo>
                <a:lnTo>
                  <a:pt x="9556" y="21308"/>
                </a:lnTo>
                <a:lnTo>
                  <a:pt x="9656" y="21063"/>
                </a:lnTo>
                <a:lnTo>
                  <a:pt x="9782" y="20883"/>
                </a:lnTo>
                <a:lnTo>
                  <a:pt x="9883" y="20651"/>
                </a:lnTo>
                <a:lnTo>
                  <a:pt x="9971" y="20458"/>
                </a:lnTo>
                <a:lnTo>
                  <a:pt x="10059" y="20226"/>
                </a:lnTo>
                <a:lnTo>
                  <a:pt x="10159" y="20033"/>
                </a:lnTo>
                <a:lnTo>
                  <a:pt x="10285" y="19801"/>
                </a:lnTo>
                <a:lnTo>
                  <a:pt x="10386" y="19608"/>
                </a:lnTo>
                <a:lnTo>
                  <a:pt x="10474" y="19428"/>
                </a:lnTo>
                <a:lnTo>
                  <a:pt x="10562" y="19196"/>
                </a:lnTo>
                <a:lnTo>
                  <a:pt x="10662" y="19003"/>
                </a:lnTo>
                <a:lnTo>
                  <a:pt x="10801" y="18771"/>
                </a:lnTo>
                <a:lnTo>
                  <a:pt x="10889" y="18578"/>
                </a:lnTo>
                <a:lnTo>
                  <a:pt x="10977" y="18346"/>
                </a:lnTo>
                <a:lnTo>
                  <a:pt x="11065" y="18153"/>
                </a:lnTo>
                <a:lnTo>
                  <a:pt x="11165" y="17973"/>
                </a:lnTo>
                <a:lnTo>
                  <a:pt x="11304" y="17741"/>
                </a:lnTo>
                <a:lnTo>
                  <a:pt x="11392" y="17548"/>
                </a:lnTo>
                <a:lnTo>
                  <a:pt x="11480" y="17316"/>
                </a:lnTo>
                <a:lnTo>
                  <a:pt x="11568" y="17123"/>
                </a:lnTo>
                <a:lnTo>
                  <a:pt x="11668" y="16891"/>
                </a:lnTo>
                <a:lnTo>
                  <a:pt x="11807" y="16698"/>
                </a:lnTo>
                <a:lnTo>
                  <a:pt x="11895" y="16518"/>
                </a:lnTo>
                <a:lnTo>
                  <a:pt x="11983" y="16286"/>
                </a:lnTo>
                <a:lnTo>
                  <a:pt x="12071" y="16093"/>
                </a:lnTo>
                <a:lnTo>
                  <a:pt x="12171" y="15861"/>
                </a:lnTo>
                <a:lnTo>
                  <a:pt x="12310" y="15668"/>
                </a:lnTo>
                <a:lnTo>
                  <a:pt x="12398" y="15488"/>
                </a:lnTo>
                <a:lnTo>
                  <a:pt x="12486" y="15243"/>
                </a:lnTo>
                <a:lnTo>
                  <a:pt x="12574" y="15063"/>
                </a:lnTo>
                <a:lnTo>
                  <a:pt x="12674" y="14831"/>
                </a:lnTo>
                <a:lnTo>
                  <a:pt x="12813" y="14638"/>
                </a:lnTo>
                <a:lnTo>
                  <a:pt x="12901" y="14445"/>
                </a:lnTo>
                <a:lnTo>
                  <a:pt x="12989" y="14213"/>
                </a:lnTo>
                <a:lnTo>
                  <a:pt x="13089" y="14033"/>
                </a:lnTo>
                <a:lnTo>
                  <a:pt x="13177" y="13789"/>
                </a:lnTo>
                <a:lnTo>
                  <a:pt x="13316" y="13608"/>
                </a:lnTo>
                <a:lnTo>
                  <a:pt x="13404" y="13415"/>
                </a:lnTo>
                <a:lnTo>
                  <a:pt x="13492" y="13183"/>
                </a:lnTo>
                <a:lnTo>
                  <a:pt x="13592" y="13003"/>
                </a:lnTo>
                <a:lnTo>
                  <a:pt x="13680" y="12759"/>
                </a:lnTo>
                <a:lnTo>
                  <a:pt x="13819" y="12578"/>
                </a:lnTo>
                <a:lnTo>
                  <a:pt x="13907" y="12385"/>
                </a:lnTo>
                <a:lnTo>
                  <a:pt x="13995" y="12153"/>
                </a:lnTo>
                <a:lnTo>
                  <a:pt x="14095" y="11960"/>
                </a:lnTo>
                <a:lnTo>
                  <a:pt x="14183" y="11780"/>
                </a:lnTo>
                <a:lnTo>
                  <a:pt x="14322" y="11548"/>
                </a:lnTo>
                <a:lnTo>
                  <a:pt x="14410" y="11355"/>
                </a:lnTo>
                <a:lnTo>
                  <a:pt x="14498" y="11123"/>
                </a:lnTo>
                <a:lnTo>
                  <a:pt x="14598" y="10930"/>
                </a:lnTo>
                <a:lnTo>
                  <a:pt x="14686" y="10750"/>
                </a:lnTo>
                <a:lnTo>
                  <a:pt x="14824" y="10505"/>
                </a:lnTo>
                <a:lnTo>
                  <a:pt x="14912" y="10325"/>
                </a:lnTo>
                <a:lnTo>
                  <a:pt x="15001" y="10132"/>
                </a:lnTo>
                <a:lnTo>
                  <a:pt x="15101" y="9900"/>
                </a:lnTo>
                <a:lnTo>
                  <a:pt x="15189" y="9707"/>
                </a:lnTo>
                <a:lnTo>
                  <a:pt x="15327" y="9527"/>
                </a:lnTo>
                <a:lnTo>
                  <a:pt x="15415" y="9295"/>
                </a:lnTo>
                <a:lnTo>
                  <a:pt x="15503" y="9102"/>
                </a:lnTo>
                <a:lnTo>
                  <a:pt x="15604" y="8909"/>
                </a:lnTo>
                <a:lnTo>
                  <a:pt x="15692" y="8677"/>
                </a:lnTo>
                <a:lnTo>
                  <a:pt x="15830" y="8497"/>
                </a:lnTo>
                <a:lnTo>
                  <a:pt x="15918" y="8304"/>
                </a:lnTo>
                <a:lnTo>
                  <a:pt x="16006" y="8072"/>
                </a:lnTo>
                <a:lnTo>
                  <a:pt x="16107" y="7879"/>
                </a:lnTo>
                <a:lnTo>
                  <a:pt x="16195" y="7699"/>
                </a:lnTo>
                <a:lnTo>
                  <a:pt x="16333" y="7454"/>
                </a:lnTo>
                <a:lnTo>
                  <a:pt x="16421" y="7274"/>
                </a:lnTo>
                <a:lnTo>
                  <a:pt x="16509" y="7081"/>
                </a:lnTo>
                <a:lnTo>
                  <a:pt x="16610" y="6849"/>
                </a:lnTo>
                <a:lnTo>
                  <a:pt x="16698" y="6669"/>
                </a:lnTo>
                <a:lnTo>
                  <a:pt x="16836" y="6476"/>
                </a:lnTo>
                <a:lnTo>
                  <a:pt x="16924" y="6244"/>
                </a:lnTo>
                <a:lnTo>
                  <a:pt x="17025" y="6051"/>
                </a:lnTo>
                <a:lnTo>
                  <a:pt x="17113" y="5870"/>
                </a:lnTo>
                <a:lnTo>
                  <a:pt x="17201" y="5626"/>
                </a:lnTo>
                <a:lnTo>
                  <a:pt x="17339" y="5446"/>
                </a:lnTo>
                <a:lnTo>
                  <a:pt x="17427" y="5252"/>
                </a:lnTo>
                <a:lnTo>
                  <a:pt x="17528" y="5021"/>
                </a:lnTo>
                <a:lnTo>
                  <a:pt x="17616" y="4828"/>
                </a:lnTo>
                <a:lnTo>
                  <a:pt x="17704" y="4647"/>
                </a:lnTo>
                <a:lnTo>
                  <a:pt x="17842" y="4416"/>
                </a:lnTo>
                <a:lnTo>
                  <a:pt x="17930" y="4222"/>
                </a:lnTo>
                <a:lnTo>
                  <a:pt x="18031" y="4029"/>
                </a:lnTo>
                <a:lnTo>
                  <a:pt x="18119" y="3849"/>
                </a:lnTo>
                <a:lnTo>
                  <a:pt x="18207" y="3617"/>
                </a:lnTo>
                <a:lnTo>
                  <a:pt x="18345" y="3424"/>
                </a:lnTo>
                <a:lnTo>
                  <a:pt x="18433" y="3231"/>
                </a:lnTo>
                <a:lnTo>
                  <a:pt x="18534" y="2999"/>
                </a:lnTo>
                <a:lnTo>
                  <a:pt x="18622" y="2819"/>
                </a:lnTo>
                <a:lnTo>
                  <a:pt x="18710" y="2626"/>
                </a:lnTo>
                <a:lnTo>
                  <a:pt x="18848" y="2394"/>
                </a:lnTo>
                <a:lnTo>
                  <a:pt x="18936" y="2201"/>
                </a:lnTo>
                <a:lnTo>
                  <a:pt x="19037" y="2021"/>
                </a:lnTo>
                <a:lnTo>
                  <a:pt x="19125" y="1828"/>
                </a:lnTo>
                <a:lnTo>
                  <a:pt x="19213" y="1596"/>
                </a:lnTo>
                <a:lnTo>
                  <a:pt x="19351" y="1403"/>
                </a:lnTo>
                <a:lnTo>
                  <a:pt x="19439" y="1223"/>
                </a:lnTo>
                <a:lnTo>
                  <a:pt x="19540" y="1029"/>
                </a:lnTo>
                <a:lnTo>
                  <a:pt x="19628" y="798"/>
                </a:lnTo>
                <a:lnTo>
                  <a:pt x="19716" y="605"/>
                </a:lnTo>
                <a:lnTo>
                  <a:pt x="19854" y="424"/>
                </a:lnTo>
                <a:lnTo>
                  <a:pt x="19942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6467412" y="2558379"/>
            <a:ext cx="20043" cy="37865"/>
          </a:xfrm>
          <a:custGeom>
            <a:avLst/>
            <a:gdLst/>
            <a:ahLst/>
            <a:cxnLst/>
            <a:rect l="l" t="t" r="r" b="b"/>
            <a:pathLst>
              <a:path w="20043" h="37865">
                <a:moveTo>
                  <a:pt x="0" y="37865"/>
                </a:moveTo>
                <a:lnTo>
                  <a:pt x="88" y="37672"/>
                </a:lnTo>
                <a:lnTo>
                  <a:pt x="176" y="37491"/>
                </a:lnTo>
                <a:lnTo>
                  <a:pt x="314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9" y="36461"/>
                </a:lnTo>
                <a:lnTo>
                  <a:pt x="817" y="36268"/>
                </a:lnTo>
                <a:lnTo>
                  <a:pt x="917" y="36088"/>
                </a:lnTo>
                <a:lnTo>
                  <a:pt x="1005" y="35895"/>
                </a:lnTo>
                <a:lnTo>
                  <a:pt x="1093" y="35663"/>
                </a:lnTo>
                <a:lnTo>
                  <a:pt x="1181" y="35470"/>
                </a:lnTo>
                <a:lnTo>
                  <a:pt x="1320" y="35290"/>
                </a:lnTo>
                <a:lnTo>
                  <a:pt x="1420" y="35097"/>
                </a:lnTo>
                <a:lnTo>
                  <a:pt x="1508" y="34904"/>
                </a:lnTo>
                <a:lnTo>
                  <a:pt x="1596" y="34672"/>
                </a:lnTo>
                <a:lnTo>
                  <a:pt x="1684" y="34492"/>
                </a:lnTo>
                <a:lnTo>
                  <a:pt x="1823" y="34298"/>
                </a:lnTo>
                <a:lnTo>
                  <a:pt x="1923" y="34105"/>
                </a:lnTo>
                <a:lnTo>
                  <a:pt x="2011" y="33874"/>
                </a:lnTo>
                <a:lnTo>
                  <a:pt x="2099" y="33693"/>
                </a:lnTo>
                <a:lnTo>
                  <a:pt x="2187" y="33500"/>
                </a:lnTo>
                <a:lnTo>
                  <a:pt x="2326" y="33307"/>
                </a:lnTo>
                <a:lnTo>
                  <a:pt x="2426" y="33127"/>
                </a:lnTo>
                <a:lnTo>
                  <a:pt x="2514" y="32895"/>
                </a:lnTo>
                <a:lnTo>
                  <a:pt x="2602" y="32702"/>
                </a:lnTo>
                <a:lnTo>
                  <a:pt x="2690" y="32522"/>
                </a:lnTo>
                <a:lnTo>
                  <a:pt x="2829" y="32329"/>
                </a:lnTo>
                <a:lnTo>
                  <a:pt x="2929" y="32097"/>
                </a:lnTo>
                <a:lnTo>
                  <a:pt x="3017" y="31904"/>
                </a:lnTo>
                <a:lnTo>
                  <a:pt x="3105" y="31723"/>
                </a:lnTo>
                <a:lnTo>
                  <a:pt x="3206" y="31530"/>
                </a:lnTo>
                <a:lnTo>
                  <a:pt x="3332" y="31337"/>
                </a:lnTo>
                <a:lnTo>
                  <a:pt x="3432" y="31105"/>
                </a:lnTo>
                <a:lnTo>
                  <a:pt x="3520" y="30925"/>
                </a:lnTo>
                <a:lnTo>
                  <a:pt x="3608" y="30732"/>
                </a:lnTo>
                <a:lnTo>
                  <a:pt x="3709" y="30539"/>
                </a:lnTo>
                <a:lnTo>
                  <a:pt x="3835" y="30359"/>
                </a:lnTo>
                <a:lnTo>
                  <a:pt x="3935" y="30166"/>
                </a:lnTo>
                <a:lnTo>
                  <a:pt x="4023" y="29934"/>
                </a:lnTo>
                <a:lnTo>
                  <a:pt x="4111" y="29754"/>
                </a:lnTo>
                <a:lnTo>
                  <a:pt x="4212" y="29560"/>
                </a:lnTo>
                <a:lnTo>
                  <a:pt x="4350" y="29367"/>
                </a:lnTo>
                <a:lnTo>
                  <a:pt x="4438" y="29187"/>
                </a:lnTo>
                <a:lnTo>
                  <a:pt x="4526" y="28955"/>
                </a:lnTo>
                <a:lnTo>
                  <a:pt x="4614" y="28762"/>
                </a:lnTo>
                <a:lnTo>
                  <a:pt x="4715" y="28569"/>
                </a:lnTo>
                <a:lnTo>
                  <a:pt x="4853" y="28389"/>
                </a:lnTo>
                <a:lnTo>
                  <a:pt x="4941" y="28196"/>
                </a:lnTo>
                <a:lnTo>
                  <a:pt x="5029" y="28015"/>
                </a:lnTo>
                <a:lnTo>
                  <a:pt x="5117" y="27771"/>
                </a:lnTo>
                <a:lnTo>
                  <a:pt x="5218" y="27591"/>
                </a:lnTo>
                <a:lnTo>
                  <a:pt x="5356" y="27397"/>
                </a:lnTo>
                <a:lnTo>
                  <a:pt x="5444" y="27217"/>
                </a:lnTo>
                <a:lnTo>
                  <a:pt x="5532" y="27024"/>
                </a:lnTo>
                <a:lnTo>
                  <a:pt x="5620" y="26844"/>
                </a:lnTo>
                <a:lnTo>
                  <a:pt x="5721" y="26651"/>
                </a:lnTo>
                <a:lnTo>
                  <a:pt x="5859" y="26419"/>
                </a:lnTo>
                <a:lnTo>
                  <a:pt x="5947" y="26226"/>
                </a:lnTo>
                <a:lnTo>
                  <a:pt x="6035" y="26046"/>
                </a:lnTo>
                <a:lnTo>
                  <a:pt x="6123" y="25852"/>
                </a:lnTo>
                <a:lnTo>
                  <a:pt x="6224" y="25659"/>
                </a:lnTo>
                <a:lnTo>
                  <a:pt x="6362" y="25479"/>
                </a:lnTo>
                <a:lnTo>
                  <a:pt x="6450" y="25286"/>
                </a:lnTo>
                <a:lnTo>
                  <a:pt x="6538" y="25054"/>
                </a:lnTo>
                <a:lnTo>
                  <a:pt x="6639" y="24861"/>
                </a:lnTo>
                <a:lnTo>
                  <a:pt x="6727" y="24681"/>
                </a:lnTo>
                <a:lnTo>
                  <a:pt x="6865" y="24488"/>
                </a:lnTo>
                <a:lnTo>
                  <a:pt x="6953" y="24307"/>
                </a:lnTo>
                <a:lnTo>
                  <a:pt x="7041" y="24114"/>
                </a:lnTo>
                <a:lnTo>
                  <a:pt x="7142" y="23934"/>
                </a:lnTo>
                <a:lnTo>
                  <a:pt x="7230" y="23741"/>
                </a:lnTo>
                <a:lnTo>
                  <a:pt x="7368" y="23509"/>
                </a:lnTo>
                <a:lnTo>
                  <a:pt x="7456" y="23316"/>
                </a:lnTo>
                <a:lnTo>
                  <a:pt x="7544" y="23136"/>
                </a:lnTo>
                <a:lnTo>
                  <a:pt x="7645" y="22943"/>
                </a:lnTo>
                <a:lnTo>
                  <a:pt x="7733" y="22750"/>
                </a:lnTo>
                <a:lnTo>
                  <a:pt x="7871" y="22569"/>
                </a:lnTo>
                <a:lnTo>
                  <a:pt x="7959" y="22376"/>
                </a:lnTo>
                <a:lnTo>
                  <a:pt x="8047" y="22196"/>
                </a:lnTo>
                <a:lnTo>
                  <a:pt x="8148" y="22003"/>
                </a:lnTo>
                <a:lnTo>
                  <a:pt x="8236" y="21771"/>
                </a:lnTo>
                <a:lnTo>
                  <a:pt x="8374" y="21578"/>
                </a:lnTo>
                <a:lnTo>
                  <a:pt x="8462" y="21398"/>
                </a:lnTo>
                <a:lnTo>
                  <a:pt x="8550" y="21205"/>
                </a:lnTo>
                <a:lnTo>
                  <a:pt x="8651" y="21024"/>
                </a:lnTo>
                <a:lnTo>
                  <a:pt x="8739" y="20831"/>
                </a:lnTo>
                <a:lnTo>
                  <a:pt x="8877" y="20638"/>
                </a:lnTo>
                <a:lnTo>
                  <a:pt x="8965" y="20458"/>
                </a:lnTo>
                <a:lnTo>
                  <a:pt x="9053" y="20265"/>
                </a:lnTo>
                <a:lnTo>
                  <a:pt x="9154" y="20084"/>
                </a:lnTo>
                <a:lnTo>
                  <a:pt x="9242" y="19891"/>
                </a:lnTo>
                <a:lnTo>
                  <a:pt x="9380" y="19660"/>
                </a:lnTo>
                <a:lnTo>
                  <a:pt x="9468" y="19466"/>
                </a:lnTo>
                <a:lnTo>
                  <a:pt x="9556" y="19286"/>
                </a:lnTo>
                <a:lnTo>
                  <a:pt x="9656" y="19093"/>
                </a:lnTo>
                <a:lnTo>
                  <a:pt x="9744" y="18913"/>
                </a:lnTo>
                <a:lnTo>
                  <a:pt x="9883" y="18720"/>
                </a:lnTo>
                <a:lnTo>
                  <a:pt x="9971" y="18527"/>
                </a:lnTo>
                <a:lnTo>
                  <a:pt x="10059" y="18346"/>
                </a:lnTo>
                <a:lnTo>
                  <a:pt x="10159" y="18153"/>
                </a:lnTo>
                <a:lnTo>
                  <a:pt x="10247" y="17973"/>
                </a:lnTo>
                <a:lnTo>
                  <a:pt x="10386" y="17780"/>
                </a:lnTo>
                <a:lnTo>
                  <a:pt x="10474" y="17600"/>
                </a:lnTo>
                <a:lnTo>
                  <a:pt x="10574" y="17406"/>
                </a:lnTo>
                <a:lnTo>
                  <a:pt x="10662" y="17213"/>
                </a:lnTo>
                <a:lnTo>
                  <a:pt x="10750" y="17033"/>
                </a:lnTo>
                <a:lnTo>
                  <a:pt x="10889" y="16840"/>
                </a:lnTo>
                <a:lnTo>
                  <a:pt x="10977" y="16660"/>
                </a:lnTo>
                <a:lnTo>
                  <a:pt x="11077" y="16467"/>
                </a:lnTo>
                <a:lnTo>
                  <a:pt x="11165" y="16235"/>
                </a:lnTo>
                <a:lnTo>
                  <a:pt x="11253" y="16042"/>
                </a:lnTo>
                <a:lnTo>
                  <a:pt x="11392" y="15861"/>
                </a:lnTo>
                <a:lnTo>
                  <a:pt x="11480" y="15668"/>
                </a:lnTo>
                <a:lnTo>
                  <a:pt x="11580" y="15488"/>
                </a:lnTo>
                <a:lnTo>
                  <a:pt x="11668" y="15295"/>
                </a:lnTo>
                <a:lnTo>
                  <a:pt x="11756" y="15102"/>
                </a:lnTo>
                <a:lnTo>
                  <a:pt x="11895" y="14922"/>
                </a:lnTo>
                <a:lnTo>
                  <a:pt x="11983" y="14728"/>
                </a:lnTo>
                <a:lnTo>
                  <a:pt x="12083" y="14548"/>
                </a:lnTo>
                <a:lnTo>
                  <a:pt x="12171" y="14355"/>
                </a:lnTo>
                <a:lnTo>
                  <a:pt x="12259" y="14175"/>
                </a:lnTo>
                <a:lnTo>
                  <a:pt x="12398" y="13982"/>
                </a:lnTo>
                <a:lnTo>
                  <a:pt x="12486" y="13789"/>
                </a:lnTo>
                <a:lnTo>
                  <a:pt x="12586" y="13608"/>
                </a:lnTo>
                <a:lnTo>
                  <a:pt x="12674" y="13415"/>
                </a:lnTo>
                <a:lnTo>
                  <a:pt x="12762" y="13235"/>
                </a:lnTo>
                <a:lnTo>
                  <a:pt x="12901" y="13042"/>
                </a:lnTo>
                <a:lnTo>
                  <a:pt x="12989" y="12862"/>
                </a:lnTo>
                <a:lnTo>
                  <a:pt x="13089" y="12668"/>
                </a:lnTo>
                <a:lnTo>
                  <a:pt x="13177" y="12475"/>
                </a:lnTo>
                <a:lnTo>
                  <a:pt x="13265" y="12295"/>
                </a:lnTo>
                <a:lnTo>
                  <a:pt x="13404" y="12102"/>
                </a:lnTo>
                <a:lnTo>
                  <a:pt x="13492" y="11922"/>
                </a:lnTo>
                <a:lnTo>
                  <a:pt x="13592" y="11729"/>
                </a:lnTo>
                <a:lnTo>
                  <a:pt x="13680" y="11535"/>
                </a:lnTo>
                <a:lnTo>
                  <a:pt x="13768" y="11355"/>
                </a:lnTo>
                <a:lnTo>
                  <a:pt x="13907" y="11162"/>
                </a:lnTo>
                <a:lnTo>
                  <a:pt x="13995" y="10982"/>
                </a:lnTo>
                <a:lnTo>
                  <a:pt x="14095" y="10789"/>
                </a:lnTo>
                <a:lnTo>
                  <a:pt x="14183" y="10608"/>
                </a:lnTo>
                <a:lnTo>
                  <a:pt x="14271" y="10415"/>
                </a:lnTo>
                <a:lnTo>
                  <a:pt x="14410" y="10222"/>
                </a:lnTo>
                <a:lnTo>
                  <a:pt x="14510" y="10042"/>
                </a:lnTo>
                <a:lnTo>
                  <a:pt x="14598" y="9849"/>
                </a:lnTo>
                <a:lnTo>
                  <a:pt x="14686" y="9669"/>
                </a:lnTo>
                <a:lnTo>
                  <a:pt x="14774" y="9527"/>
                </a:lnTo>
                <a:lnTo>
                  <a:pt x="14912" y="9334"/>
                </a:lnTo>
                <a:lnTo>
                  <a:pt x="15013" y="9154"/>
                </a:lnTo>
                <a:lnTo>
                  <a:pt x="15101" y="8960"/>
                </a:lnTo>
                <a:lnTo>
                  <a:pt x="15189" y="8767"/>
                </a:lnTo>
                <a:lnTo>
                  <a:pt x="15277" y="8587"/>
                </a:lnTo>
                <a:lnTo>
                  <a:pt x="15415" y="8394"/>
                </a:lnTo>
                <a:lnTo>
                  <a:pt x="15516" y="8214"/>
                </a:lnTo>
                <a:lnTo>
                  <a:pt x="15604" y="8021"/>
                </a:lnTo>
                <a:lnTo>
                  <a:pt x="15692" y="7840"/>
                </a:lnTo>
                <a:lnTo>
                  <a:pt x="15780" y="7647"/>
                </a:lnTo>
                <a:lnTo>
                  <a:pt x="15918" y="7454"/>
                </a:lnTo>
                <a:lnTo>
                  <a:pt x="16019" y="7274"/>
                </a:lnTo>
                <a:lnTo>
                  <a:pt x="16107" y="7081"/>
                </a:lnTo>
                <a:lnTo>
                  <a:pt x="16195" y="6900"/>
                </a:lnTo>
                <a:lnTo>
                  <a:pt x="16283" y="6707"/>
                </a:lnTo>
                <a:lnTo>
                  <a:pt x="16421" y="6527"/>
                </a:lnTo>
                <a:lnTo>
                  <a:pt x="16522" y="6385"/>
                </a:lnTo>
                <a:lnTo>
                  <a:pt x="16610" y="6192"/>
                </a:lnTo>
                <a:lnTo>
                  <a:pt x="16698" y="5999"/>
                </a:lnTo>
                <a:lnTo>
                  <a:pt x="16799" y="5819"/>
                </a:lnTo>
                <a:lnTo>
                  <a:pt x="16924" y="5626"/>
                </a:lnTo>
                <a:lnTo>
                  <a:pt x="17025" y="5446"/>
                </a:lnTo>
                <a:lnTo>
                  <a:pt x="17113" y="5252"/>
                </a:lnTo>
                <a:lnTo>
                  <a:pt x="17201" y="5072"/>
                </a:lnTo>
                <a:lnTo>
                  <a:pt x="17302" y="4879"/>
                </a:lnTo>
                <a:lnTo>
                  <a:pt x="17427" y="4686"/>
                </a:lnTo>
                <a:lnTo>
                  <a:pt x="17528" y="4506"/>
                </a:lnTo>
                <a:lnTo>
                  <a:pt x="17616" y="4364"/>
                </a:lnTo>
                <a:lnTo>
                  <a:pt x="17704" y="4171"/>
                </a:lnTo>
                <a:lnTo>
                  <a:pt x="17805" y="3991"/>
                </a:lnTo>
                <a:lnTo>
                  <a:pt x="17943" y="3798"/>
                </a:lnTo>
                <a:lnTo>
                  <a:pt x="18031" y="3617"/>
                </a:lnTo>
                <a:lnTo>
                  <a:pt x="18119" y="3424"/>
                </a:lnTo>
                <a:lnTo>
                  <a:pt x="18207" y="3231"/>
                </a:lnTo>
                <a:lnTo>
                  <a:pt x="18308" y="3051"/>
                </a:lnTo>
                <a:lnTo>
                  <a:pt x="18446" y="2858"/>
                </a:lnTo>
                <a:lnTo>
                  <a:pt x="18534" y="2716"/>
                </a:lnTo>
                <a:lnTo>
                  <a:pt x="18622" y="2536"/>
                </a:lnTo>
                <a:lnTo>
                  <a:pt x="18710" y="2343"/>
                </a:lnTo>
                <a:lnTo>
                  <a:pt x="18810" y="2162"/>
                </a:lnTo>
                <a:lnTo>
                  <a:pt x="18949" y="1969"/>
                </a:lnTo>
                <a:lnTo>
                  <a:pt x="19037" y="1776"/>
                </a:lnTo>
                <a:lnTo>
                  <a:pt x="19125" y="1596"/>
                </a:lnTo>
                <a:lnTo>
                  <a:pt x="19213" y="1403"/>
                </a:lnTo>
                <a:lnTo>
                  <a:pt x="19313" y="1261"/>
                </a:lnTo>
                <a:lnTo>
                  <a:pt x="19452" y="1081"/>
                </a:lnTo>
                <a:lnTo>
                  <a:pt x="19540" y="888"/>
                </a:lnTo>
                <a:lnTo>
                  <a:pt x="19628" y="708"/>
                </a:lnTo>
                <a:lnTo>
                  <a:pt x="19716" y="514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6487455" y="2524646"/>
            <a:ext cx="20043" cy="33732"/>
          </a:xfrm>
          <a:custGeom>
            <a:avLst/>
            <a:gdLst/>
            <a:ahLst/>
            <a:cxnLst/>
            <a:rect l="l" t="t" r="r" b="b"/>
            <a:pathLst>
              <a:path w="20043" h="33732">
                <a:moveTo>
                  <a:pt x="0" y="33732"/>
                </a:moveTo>
                <a:lnTo>
                  <a:pt x="88" y="33539"/>
                </a:lnTo>
                <a:lnTo>
                  <a:pt x="176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1" y="32470"/>
                </a:lnTo>
                <a:lnTo>
                  <a:pt x="779" y="32277"/>
                </a:lnTo>
                <a:lnTo>
                  <a:pt x="917" y="32084"/>
                </a:lnTo>
                <a:lnTo>
                  <a:pt x="1005" y="31904"/>
                </a:lnTo>
                <a:lnTo>
                  <a:pt x="1093" y="31711"/>
                </a:lnTo>
                <a:lnTo>
                  <a:pt x="1194" y="31569"/>
                </a:lnTo>
                <a:lnTo>
                  <a:pt x="1282" y="31389"/>
                </a:lnTo>
                <a:lnTo>
                  <a:pt x="1420" y="31196"/>
                </a:lnTo>
                <a:lnTo>
                  <a:pt x="1508" y="31015"/>
                </a:lnTo>
                <a:lnTo>
                  <a:pt x="1596" y="30822"/>
                </a:lnTo>
                <a:lnTo>
                  <a:pt x="1697" y="30681"/>
                </a:lnTo>
                <a:lnTo>
                  <a:pt x="1785" y="30487"/>
                </a:lnTo>
                <a:lnTo>
                  <a:pt x="1923" y="30307"/>
                </a:lnTo>
                <a:lnTo>
                  <a:pt x="2011" y="30114"/>
                </a:lnTo>
                <a:lnTo>
                  <a:pt x="2099" y="29934"/>
                </a:lnTo>
                <a:lnTo>
                  <a:pt x="2200" y="29792"/>
                </a:lnTo>
                <a:lnTo>
                  <a:pt x="2288" y="29599"/>
                </a:lnTo>
                <a:lnTo>
                  <a:pt x="2426" y="29419"/>
                </a:lnTo>
                <a:lnTo>
                  <a:pt x="2514" y="29226"/>
                </a:lnTo>
                <a:lnTo>
                  <a:pt x="2602" y="29033"/>
                </a:lnTo>
                <a:lnTo>
                  <a:pt x="2703" y="28904"/>
                </a:lnTo>
                <a:lnTo>
                  <a:pt x="2791" y="28711"/>
                </a:lnTo>
                <a:lnTo>
                  <a:pt x="2929" y="28518"/>
                </a:lnTo>
                <a:lnTo>
                  <a:pt x="3017" y="28337"/>
                </a:lnTo>
                <a:lnTo>
                  <a:pt x="3105" y="28144"/>
                </a:lnTo>
                <a:lnTo>
                  <a:pt x="3206" y="28003"/>
                </a:lnTo>
                <a:lnTo>
                  <a:pt x="3294" y="27822"/>
                </a:lnTo>
                <a:lnTo>
                  <a:pt x="3432" y="27629"/>
                </a:lnTo>
                <a:lnTo>
                  <a:pt x="3520" y="27449"/>
                </a:lnTo>
                <a:lnTo>
                  <a:pt x="3608" y="27307"/>
                </a:lnTo>
                <a:lnTo>
                  <a:pt x="3709" y="27114"/>
                </a:lnTo>
                <a:lnTo>
                  <a:pt x="3797" y="26921"/>
                </a:lnTo>
                <a:lnTo>
                  <a:pt x="3935" y="26741"/>
                </a:lnTo>
                <a:lnTo>
                  <a:pt x="4023" y="26599"/>
                </a:lnTo>
                <a:lnTo>
                  <a:pt x="4124" y="26406"/>
                </a:lnTo>
                <a:lnTo>
                  <a:pt x="4212" y="26226"/>
                </a:lnTo>
                <a:lnTo>
                  <a:pt x="4300" y="26033"/>
                </a:lnTo>
                <a:lnTo>
                  <a:pt x="4438" y="25891"/>
                </a:lnTo>
                <a:lnTo>
                  <a:pt x="4526" y="25711"/>
                </a:lnTo>
                <a:lnTo>
                  <a:pt x="4627" y="25518"/>
                </a:lnTo>
                <a:lnTo>
                  <a:pt x="4715" y="25337"/>
                </a:lnTo>
                <a:lnTo>
                  <a:pt x="4803" y="25196"/>
                </a:lnTo>
                <a:lnTo>
                  <a:pt x="4941" y="25003"/>
                </a:lnTo>
                <a:lnTo>
                  <a:pt x="5029" y="24810"/>
                </a:lnTo>
                <a:lnTo>
                  <a:pt x="5130" y="24629"/>
                </a:lnTo>
                <a:lnTo>
                  <a:pt x="5218" y="24488"/>
                </a:lnTo>
                <a:lnTo>
                  <a:pt x="5306" y="24295"/>
                </a:lnTo>
                <a:lnTo>
                  <a:pt x="5444" y="24114"/>
                </a:lnTo>
                <a:lnTo>
                  <a:pt x="5532" y="23973"/>
                </a:lnTo>
                <a:lnTo>
                  <a:pt x="5633" y="23780"/>
                </a:lnTo>
                <a:lnTo>
                  <a:pt x="5721" y="23599"/>
                </a:lnTo>
                <a:lnTo>
                  <a:pt x="5809" y="23406"/>
                </a:lnTo>
                <a:lnTo>
                  <a:pt x="5947" y="23265"/>
                </a:lnTo>
                <a:lnTo>
                  <a:pt x="6035" y="23084"/>
                </a:lnTo>
                <a:lnTo>
                  <a:pt x="6136" y="22891"/>
                </a:lnTo>
                <a:lnTo>
                  <a:pt x="6224" y="22750"/>
                </a:lnTo>
                <a:lnTo>
                  <a:pt x="6312" y="22569"/>
                </a:lnTo>
                <a:lnTo>
                  <a:pt x="6450" y="22376"/>
                </a:lnTo>
                <a:lnTo>
                  <a:pt x="6538" y="22183"/>
                </a:lnTo>
                <a:lnTo>
                  <a:pt x="6639" y="22041"/>
                </a:lnTo>
                <a:lnTo>
                  <a:pt x="6727" y="21861"/>
                </a:lnTo>
                <a:lnTo>
                  <a:pt x="6815" y="21668"/>
                </a:lnTo>
                <a:lnTo>
                  <a:pt x="6953" y="21526"/>
                </a:lnTo>
                <a:lnTo>
                  <a:pt x="7041" y="21346"/>
                </a:lnTo>
                <a:lnTo>
                  <a:pt x="7142" y="21153"/>
                </a:lnTo>
                <a:lnTo>
                  <a:pt x="7230" y="21011"/>
                </a:lnTo>
                <a:lnTo>
                  <a:pt x="7318" y="20831"/>
                </a:lnTo>
                <a:lnTo>
                  <a:pt x="7456" y="20638"/>
                </a:lnTo>
                <a:lnTo>
                  <a:pt x="7544" y="20496"/>
                </a:lnTo>
                <a:lnTo>
                  <a:pt x="7645" y="20316"/>
                </a:lnTo>
                <a:lnTo>
                  <a:pt x="7733" y="20123"/>
                </a:lnTo>
                <a:lnTo>
                  <a:pt x="7821" y="19981"/>
                </a:lnTo>
                <a:lnTo>
                  <a:pt x="7959" y="19801"/>
                </a:lnTo>
                <a:lnTo>
                  <a:pt x="8060" y="19608"/>
                </a:lnTo>
                <a:lnTo>
                  <a:pt x="8148" y="19466"/>
                </a:lnTo>
                <a:lnTo>
                  <a:pt x="8236" y="19273"/>
                </a:lnTo>
                <a:lnTo>
                  <a:pt x="8324" y="19093"/>
                </a:lnTo>
                <a:lnTo>
                  <a:pt x="8462" y="18951"/>
                </a:lnTo>
                <a:lnTo>
                  <a:pt x="8563" y="18758"/>
                </a:lnTo>
                <a:lnTo>
                  <a:pt x="8651" y="18578"/>
                </a:lnTo>
                <a:lnTo>
                  <a:pt x="8739" y="18436"/>
                </a:lnTo>
                <a:lnTo>
                  <a:pt x="8827" y="18243"/>
                </a:lnTo>
                <a:lnTo>
                  <a:pt x="8965" y="18063"/>
                </a:lnTo>
                <a:lnTo>
                  <a:pt x="9065" y="17921"/>
                </a:lnTo>
                <a:lnTo>
                  <a:pt x="9154" y="17728"/>
                </a:lnTo>
                <a:lnTo>
                  <a:pt x="9242" y="17587"/>
                </a:lnTo>
                <a:lnTo>
                  <a:pt x="9330" y="17406"/>
                </a:lnTo>
                <a:lnTo>
                  <a:pt x="9468" y="17213"/>
                </a:lnTo>
                <a:lnTo>
                  <a:pt x="9568" y="17072"/>
                </a:lnTo>
                <a:lnTo>
                  <a:pt x="9656" y="16891"/>
                </a:lnTo>
                <a:lnTo>
                  <a:pt x="9744" y="16698"/>
                </a:lnTo>
                <a:lnTo>
                  <a:pt x="9833" y="16557"/>
                </a:lnTo>
                <a:lnTo>
                  <a:pt x="9971" y="16364"/>
                </a:lnTo>
                <a:lnTo>
                  <a:pt x="10071" y="16235"/>
                </a:lnTo>
                <a:lnTo>
                  <a:pt x="10159" y="16042"/>
                </a:lnTo>
                <a:lnTo>
                  <a:pt x="10247" y="15849"/>
                </a:lnTo>
                <a:lnTo>
                  <a:pt x="10348" y="15707"/>
                </a:lnTo>
                <a:lnTo>
                  <a:pt x="10474" y="15527"/>
                </a:lnTo>
                <a:lnTo>
                  <a:pt x="10574" y="15385"/>
                </a:lnTo>
                <a:lnTo>
                  <a:pt x="10662" y="15192"/>
                </a:lnTo>
                <a:lnTo>
                  <a:pt x="10750" y="15012"/>
                </a:lnTo>
                <a:lnTo>
                  <a:pt x="10851" y="14870"/>
                </a:lnTo>
                <a:lnTo>
                  <a:pt x="10977" y="14677"/>
                </a:lnTo>
                <a:lnTo>
                  <a:pt x="11077" y="14535"/>
                </a:lnTo>
                <a:lnTo>
                  <a:pt x="11165" y="14355"/>
                </a:lnTo>
                <a:lnTo>
                  <a:pt x="11253" y="14162"/>
                </a:lnTo>
                <a:lnTo>
                  <a:pt x="11354" y="14020"/>
                </a:lnTo>
                <a:lnTo>
                  <a:pt x="11480" y="13840"/>
                </a:lnTo>
                <a:lnTo>
                  <a:pt x="11580" y="13698"/>
                </a:lnTo>
                <a:lnTo>
                  <a:pt x="11668" y="13505"/>
                </a:lnTo>
                <a:lnTo>
                  <a:pt x="11756" y="13364"/>
                </a:lnTo>
                <a:lnTo>
                  <a:pt x="11857" y="13183"/>
                </a:lnTo>
                <a:lnTo>
                  <a:pt x="11995" y="12990"/>
                </a:lnTo>
                <a:lnTo>
                  <a:pt x="12083" y="12849"/>
                </a:lnTo>
                <a:lnTo>
                  <a:pt x="12171" y="12668"/>
                </a:lnTo>
                <a:lnTo>
                  <a:pt x="12259" y="12527"/>
                </a:lnTo>
                <a:lnTo>
                  <a:pt x="12360" y="12334"/>
                </a:lnTo>
                <a:lnTo>
                  <a:pt x="12498" y="12192"/>
                </a:lnTo>
                <a:lnTo>
                  <a:pt x="12586" y="12012"/>
                </a:lnTo>
                <a:lnTo>
                  <a:pt x="12674" y="11819"/>
                </a:lnTo>
                <a:lnTo>
                  <a:pt x="12762" y="11677"/>
                </a:lnTo>
                <a:lnTo>
                  <a:pt x="12863" y="11484"/>
                </a:lnTo>
                <a:lnTo>
                  <a:pt x="13001" y="11355"/>
                </a:lnTo>
                <a:lnTo>
                  <a:pt x="13089" y="11162"/>
                </a:lnTo>
                <a:lnTo>
                  <a:pt x="13177" y="11020"/>
                </a:lnTo>
                <a:lnTo>
                  <a:pt x="13265" y="10827"/>
                </a:lnTo>
                <a:lnTo>
                  <a:pt x="13366" y="10699"/>
                </a:lnTo>
                <a:lnTo>
                  <a:pt x="13504" y="10505"/>
                </a:lnTo>
                <a:lnTo>
                  <a:pt x="13592" y="10364"/>
                </a:lnTo>
                <a:lnTo>
                  <a:pt x="13680" y="10171"/>
                </a:lnTo>
                <a:lnTo>
                  <a:pt x="13768" y="10029"/>
                </a:lnTo>
                <a:lnTo>
                  <a:pt x="13869" y="9849"/>
                </a:lnTo>
                <a:lnTo>
                  <a:pt x="14007" y="9707"/>
                </a:lnTo>
                <a:lnTo>
                  <a:pt x="14095" y="9514"/>
                </a:lnTo>
                <a:lnTo>
                  <a:pt x="14183" y="9334"/>
                </a:lnTo>
                <a:lnTo>
                  <a:pt x="14284" y="9192"/>
                </a:lnTo>
                <a:lnTo>
                  <a:pt x="14372" y="8999"/>
                </a:lnTo>
                <a:lnTo>
                  <a:pt x="14510" y="8857"/>
                </a:lnTo>
                <a:lnTo>
                  <a:pt x="14598" y="8677"/>
                </a:lnTo>
                <a:lnTo>
                  <a:pt x="14686" y="8536"/>
                </a:lnTo>
                <a:lnTo>
                  <a:pt x="14787" y="8342"/>
                </a:lnTo>
                <a:lnTo>
                  <a:pt x="14875" y="8201"/>
                </a:lnTo>
                <a:lnTo>
                  <a:pt x="15013" y="8021"/>
                </a:lnTo>
                <a:lnTo>
                  <a:pt x="15101" y="7879"/>
                </a:lnTo>
                <a:lnTo>
                  <a:pt x="15189" y="7686"/>
                </a:lnTo>
                <a:lnTo>
                  <a:pt x="15290" y="7544"/>
                </a:lnTo>
                <a:lnTo>
                  <a:pt x="15378" y="7403"/>
                </a:lnTo>
                <a:lnTo>
                  <a:pt x="15516" y="7222"/>
                </a:lnTo>
                <a:lnTo>
                  <a:pt x="15604" y="7081"/>
                </a:lnTo>
                <a:lnTo>
                  <a:pt x="15692" y="6888"/>
                </a:lnTo>
                <a:lnTo>
                  <a:pt x="15793" y="6746"/>
                </a:lnTo>
                <a:lnTo>
                  <a:pt x="15881" y="6566"/>
                </a:lnTo>
                <a:lnTo>
                  <a:pt x="16019" y="6424"/>
                </a:lnTo>
                <a:lnTo>
                  <a:pt x="16107" y="6231"/>
                </a:lnTo>
                <a:lnTo>
                  <a:pt x="16195" y="6089"/>
                </a:lnTo>
                <a:lnTo>
                  <a:pt x="16296" y="5909"/>
                </a:lnTo>
                <a:lnTo>
                  <a:pt x="16384" y="5767"/>
                </a:lnTo>
                <a:lnTo>
                  <a:pt x="16522" y="5574"/>
                </a:lnTo>
                <a:lnTo>
                  <a:pt x="16610" y="5433"/>
                </a:lnTo>
                <a:lnTo>
                  <a:pt x="16698" y="5252"/>
                </a:lnTo>
                <a:lnTo>
                  <a:pt x="16799" y="5111"/>
                </a:lnTo>
                <a:lnTo>
                  <a:pt x="16887" y="4969"/>
                </a:lnTo>
                <a:lnTo>
                  <a:pt x="17025" y="4776"/>
                </a:lnTo>
                <a:lnTo>
                  <a:pt x="17113" y="4634"/>
                </a:lnTo>
                <a:lnTo>
                  <a:pt x="17201" y="4454"/>
                </a:lnTo>
                <a:lnTo>
                  <a:pt x="17302" y="4313"/>
                </a:lnTo>
                <a:lnTo>
                  <a:pt x="17440" y="4119"/>
                </a:lnTo>
                <a:lnTo>
                  <a:pt x="17528" y="3978"/>
                </a:lnTo>
                <a:lnTo>
                  <a:pt x="17616" y="3798"/>
                </a:lnTo>
                <a:lnTo>
                  <a:pt x="17704" y="3656"/>
                </a:lnTo>
                <a:lnTo>
                  <a:pt x="17805" y="3514"/>
                </a:lnTo>
                <a:lnTo>
                  <a:pt x="17943" y="3321"/>
                </a:lnTo>
                <a:lnTo>
                  <a:pt x="18031" y="3180"/>
                </a:lnTo>
                <a:lnTo>
                  <a:pt x="18119" y="2999"/>
                </a:lnTo>
                <a:lnTo>
                  <a:pt x="18220" y="2858"/>
                </a:lnTo>
                <a:lnTo>
                  <a:pt x="18308" y="2716"/>
                </a:lnTo>
                <a:lnTo>
                  <a:pt x="18446" y="2523"/>
                </a:lnTo>
                <a:lnTo>
                  <a:pt x="18534" y="2381"/>
                </a:lnTo>
                <a:lnTo>
                  <a:pt x="18622" y="2201"/>
                </a:lnTo>
                <a:lnTo>
                  <a:pt x="18722" y="2059"/>
                </a:lnTo>
                <a:lnTo>
                  <a:pt x="18810" y="1918"/>
                </a:lnTo>
                <a:lnTo>
                  <a:pt x="18949" y="1725"/>
                </a:lnTo>
                <a:lnTo>
                  <a:pt x="19037" y="1583"/>
                </a:lnTo>
                <a:lnTo>
                  <a:pt x="19125" y="1403"/>
                </a:lnTo>
                <a:lnTo>
                  <a:pt x="19225" y="1261"/>
                </a:lnTo>
                <a:lnTo>
                  <a:pt x="19313" y="1120"/>
                </a:lnTo>
                <a:lnTo>
                  <a:pt x="19452" y="926"/>
                </a:lnTo>
                <a:lnTo>
                  <a:pt x="19540" y="798"/>
                </a:lnTo>
                <a:lnTo>
                  <a:pt x="19628" y="605"/>
                </a:lnTo>
                <a:lnTo>
                  <a:pt x="19728" y="463"/>
                </a:lnTo>
                <a:lnTo>
                  <a:pt x="19816" y="321"/>
                </a:lnTo>
                <a:lnTo>
                  <a:pt x="19955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6507498" y="2495600"/>
            <a:ext cx="20043" cy="29045"/>
          </a:xfrm>
          <a:custGeom>
            <a:avLst/>
            <a:gdLst/>
            <a:ahLst/>
            <a:cxnLst/>
            <a:rect l="l" t="t" r="r" b="b"/>
            <a:pathLst>
              <a:path w="20043" h="29045">
                <a:moveTo>
                  <a:pt x="0" y="29045"/>
                </a:moveTo>
                <a:lnTo>
                  <a:pt x="88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1" y="27912"/>
                </a:lnTo>
                <a:lnTo>
                  <a:pt x="779" y="27771"/>
                </a:lnTo>
                <a:lnTo>
                  <a:pt x="917" y="27629"/>
                </a:lnTo>
                <a:lnTo>
                  <a:pt x="1005" y="27449"/>
                </a:lnTo>
                <a:lnTo>
                  <a:pt x="1093" y="27307"/>
                </a:lnTo>
                <a:lnTo>
                  <a:pt x="1194" y="27166"/>
                </a:lnTo>
                <a:lnTo>
                  <a:pt x="1282" y="26973"/>
                </a:lnTo>
                <a:lnTo>
                  <a:pt x="1420" y="26831"/>
                </a:lnTo>
                <a:lnTo>
                  <a:pt x="1508" y="26689"/>
                </a:lnTo>
                <a:lnTo>
                  <a:pt x="1609" y="26509"/>
                </a:lnTo>
                <a:lnTo>
                  <a:pt x="1697" y="26367"/>
                </a:lnTo>
                <a:lnTo>
                  <a:pt x="1785" y="26226"/>
                </a:lnTo>
                <a:lnTo>
                  <a:pt x="1923" y="26033"/>
                </a:lnTo>
                <a:lnTo>
                  <a:pt x="2011" y="25891"/>
                </a:lnTo>
                <a:lnTo>
                  <a:pt x="2112" y="25749"/>
                </a:lnTo>
                <a:lnTo>
                  <a:pt x="2200" y="25569"/>
                </a:lnTo>
                <a:lnTo>
                  <a:pt x="2288" y="25428"/>
                </a:lnTo>
                <a:lnTo>
                  <a:pt x="2426" y="25286"/>
                </a:lnTo>
                <a:lnTo>
                  <a:pt x="2514" y="25093"/>
                </a:lnTo>
                <a:lnTo>
                  <a:pt x="2615" y="24964"/>
                </a:lnTo>
                <a:lnTo>
                  <a:pt x="2703" y="24822"/>
                </a:lnTo>
                <a:lnTo>
                  <a:pt x="2791" y="24681"/>
                </a:lnTo>
                <a:lnTo>
                  <a:pt x="2929" y="24488"/>
                </a:lnTo>
                <a:lnTo>
                  <a:pt x="3017" y="24346"/>
                </a:lnTo>
                <a:lnTo>
                  <a:pt x="3118" y="24204"/>
                </a:lnTo>
                <a:lnTo>
                  <a:pt x="3206" y="24024"/>
                </a:lnTo>
                <a:lnTo>
                  <a:pt x="3294" y="23883"/>
                </a:lnTo>
                <a:lnTo>
                  <a:pt x="3432" y="23741"/>
                </a:lnTo>
                <a:lnTo>
                  <a:pt x="3520" y="23599"/>
                </a:lnTo>
                <a:lnTo>
                  <a:pt x="3621" y="23406"/>
                </a:lnTo>
                <a:lnTo>
                  <a:pt x="3709" y="23265"/>
                </a:lnTo>
                <a:lnTo>
                  <a:pt x="3797" y="23123"/>
                </a:lnTo>
                <a:lnTo>
                  <a:pt x="3935" y="22943"/>
                </a:lnTo>
                <a:lnTo>
                  <a:pt x="4023" y="22801"/>
                </a:lnTo>
                <a:lnTo>
                  <a:pt x="4124" y="22659"/>
                </a:lnTo>
                <a:lnTo>
                  <a:pt x="4212" y="22518"/>
                </a:lnTo>
                <a:lnTo>
                  <a:pt x="4300" y="22325"/>
                </a:lnTo>
                <a:lnTo>
                  <a:pt x="4438" y="22183"/>
                </a:lnTo>
                <a:lnTo>
                  <a:pt x="4526" y="22054"/>
                </a:lnTo>
                <a:lnTo>
                  <a:pt x="4627" y="21913"/>
                </a:lnTo>
                <a:lnTo>
                  <a:pt x="4715" y="21720"/>
                </a:lnTo>
                <a:lnTo>
                  <a:pt x="4803" y="21578"/>
                </a:lnTo>
                <a:lnTo>
                  <a:pt x="4941" y="21436"/>
                </a:lnTo>
                <a:lnTo>
                  <a:pt x="5029" y="21295"/>
                </a:lnTo>
                <a:lnTo>
                  <a:pt x="5130" y="21114"/>
                </a:lnTo>
                <a:lnTo>
                  <a:pt x="5218" y="20973"/>
                </a:lnTo>
                <a:lnTo>
                  <a:pt x="5306" y="20831"/>
                </a:lnTo>
                <a:lnTo>
                  <a:pt x="5444" y="20690"/>
                </a:lnTo>
                <a:lnTo>
                  <a:pt x="5545" y="20548"/>
                </a:lnTo>
                <a:lnTo>
                  <a:pt x="5633" y="20355"/>
                </a:lnTo>
                <a:lnTo>
                  <a:pt x="5721" y="20213"/>
                </a:lnTo>
                <a:lnTo>
                  <a:pt x="5809" y="20072"/>
                </a:lnTo>
                <a:lnTo>
                  <a:pt x="5947" y="19943"/>
                </a:lnTo>
                <a:lnTo>
                  <a:pt x="6048" y="19750"/>
                </a:lnTo>
                <a:lnTo>
                  <a:pt x="6136" y="19608"/>
                </a:lnTo>
                <a:lnTo>
                  <a:pt x="6224" y="19466"/>
                </a:lnTo>
                <a:lnTo>
                  <a:pt x="6312" y="19325"/>
                </a:lnTo>
                <a:lnTo>
                  <a:pt x="6450" y="19183"/>
                </a:lnTo>
                <a:lnTo>
                  <a:pt x="6551" y="19003"/>
                </a:lnTo>
                <a:lnTo>
                  <a:pt x="6639" y="18861"/>
                </a:lnTo>
                <a:lnTo>
                  <a:pt x="6727" y="18720"/>
                </a:lnTo>
                <a:lnTo>
                  <a:pt x="6815" y="18578"/>
                </a:lnTo>
                <a:lnTo>
                  <a:pt x="6953" y="18436"/>
                </a:lnTo>
                <a:lnTo>
                  <a:pt x="7054" y="18243"/>
                </a:lnTo>
                <a:lnTo>
                  <a:pt x="7142" y="18102"/>
                </a:lnTo>
                <a:lnTo>
                  <a:pt x="7230" y="17960"/>
                </a:lnTo>
                <a:lnTo>
                  <a:pt x="7318" y="17831"/>
                </a:lnTo>
                <a:lnTo>
                  <a:pt x="7456" y="17690"/>
                </a:lnTo>
                <a:lnTo>
                  <a:pt x="7557" y="17497"/>
                </a:lnTo>
                <a:lnTo>
                  <a:pt x="7645" y="17355"/>
                </a:lnTo>
                <a:lnTo>
                  <a:pt x="7733" y="17213"/>
                </a:lnTo>
                <a:lnTo>
                  <a:pt x="7833" y="17072"/>
                </a:lnTo>
                <a:lnTo>
                  <a:pt x="7959" y="16930"/>
                </a:lnTo>
                <a:lnTo>
                  <a:pt x="8060" y="16788"/>
                </a:lnTo>
                <a:lnTo>
                  <a:pt x="8148" y="16608"/>
                </a:lnTo>
                <a:lnTo>
                  <a:pt x="8236" y="16467"/>
                </a:lnTo>
                <a:lnTo>
                  <a:pt x="8336" y="16325"/>
                </a:lnTo>
                <a:lnTo>
                  <a:pt x="8462" y="16183"/>
                </a:lnTo>
                <a:lnTo>
                  <a:pt x="8563" y="16042"/>
                </a:lnTo>
                <a:lnTo>
                  <a:pt x="8651" y="15900"/>
                </a:lnTo>
                <a:lnTo>
                  <a:pt x="8739" y="15758"/>
                </a:lnTo>
                <a:lnTo>
                  <a:pt x="8839" y="15578"/>
                </a:lnTo>
                <a:lnTo>
                  <a:pt x="8977" y="15437"/>
                </a:lnTo>
                <a:lnTo>
                  <a:pt x="9065" y="15295"/>
                </a:lnTo>
                <a:lnTo>
                  <a:pt x="9154" y="15153"/>
                </a:lnTo>
                <a:lnTo>
                  <a:pt x="9242" y="15012"/>
                </a:lnTo>
                <a:lnTo>
                  <a:pt x="9342" y="14870"/>
                </a:lnTo>
                <a:lnTo>
                  <a:pt x="9480" y="14728"/>
                </a:lnTo>
                <a:lnTo>
                  <a:pt x="9568" y="14587"/>
                </a:lnTo>
                <a:lnTo>
                  <a:pt x="9656" y="14407"/>
                </a:lnTo>
                <a:lnTo>
                  <a:pt x="9745" y="14265"/>
                </a:lnTo>
                <a:lnTo>
                  <a:pt x="9845" y="14123"/>
                </a:lnTo>
                <a:lnTo>
                  <a:pt x="9983" y="13982"/>
                </a:lnTo>
                <a:lnTo>
                  <a:pt x="10071" y="13840"/>
                </a:lnTo>
                <a:lnTo>
                  <a:pt x="10159" y="13698"/>
                </a:lnTo>
                <a:lnTo>
                  <a:pt x="10247" y="13557"/>
                </a:lnTo>
                <a:lnTo>
                  <a:pt x="10348" y="13415"/>
                </a:lnTo>
                <a:lnTo>
                  <a:pt x="10486" y="13274"/>
                </a:lnTo>
                <a:lnTo>
                  <a:pt x="10574" y="13080"/>
                </a:lnTo>
                <a:lnTo>
                  <a:pt x="10662" y="12952"/>
                </a:lnTo>
                <a:lnTo>
                  <a:pt x="10750" y="12810"/>
                </a:lnTo>
                <a:lnTo>
                  <a:pt x="10851" y="12668"/>
                </a:lnTo>
                <a:lnTo>
                  <a:pt x="10989" y="12527"/>
                </a:lnTo>
                <a:lnTo>
                  <a:pt x="11077" y="12385"/>
                </a:lnTo>
                <a:lnTo>
                  <a:pt x="11165" y="12244"/>
                </a:lnTo>
                <a:lnTo>
                  <a:pt x="11253" y="12102"/>
                </a:lnTo>
                <a:lnTo>
                  <a:pt x="11354" y="11960"/>
                </a:lnTo>
                <a:lnTo>
                  <a:pt x="11492" y="11819"/>
                </a:lnTo>
                <a:lnTo>
                  <a:pt x="11580" y="11677"/>
                </a:lnTo>
                <a:lnTo>
                  <a:pt x="11668" y="11535"/>
                </a:lnTo>
                <a:lnTo>
                  <a:pt x="11769" y="11355"/>
                </a:lnTo>
                <a:lnTo>
                  <a:pt x="11857" y="11214"/>
                </a:lnTo>
                <a:lnTo>
                  <a:pt x="11995" y="11072"/>
                </a:lnTo>
                <a:lnTo>
                  <a:pt x="12083" y="10930"/>
                </a:lnTo>
                <a:lnTo>
                  <a:pt x="12171" y="10789"/>
                </a:lnTo>
                <a:lnTo>
                  <a:pt x="12272" y="10647"/>
                </a:lnTo>
                <a:lnTo>
                  <a:pt x="12360" y="10505"/>
                </a:lnTo>
                <a:lnTo>
                  <a:pt x="12498" y="10364"/>
                </a:lnTo>
                <a:lnTo>
                  <a:pt x="12586" y="10222"/>
                </a:lnTo>
                <a:lnTo>
                  <a:pt x="12674" y="10081"/>
                </a:lnTo>
                <a:lnTo>
                  <a:pt x="12775" y="9939"/>
                </a:lnTo>
                <a:lnTo>
                  <a:pt x="12863" y="9797"/>
                </a:lnTo>
                <a:lnTo>
                  <a:pt x="13001" y="9656"/>
                </a:lnTo>
                <a:lnTo>
                  <a:pt x="13089" y="9514"/>
                </a:lnTo>
                <a:lnTo>
                  <a:pt x="13177" y="9385"/>
                </a:lnTo>
                <a:lnTo>
                  <a:pt x="13278" y="9244"/>
                </a:lnTo>
                <a:lnTo>
                  <a:pt x="13366" y="9102"/>
                </a:lnTo>
                <a:lnTo>
                  <a:pt x="13504" y="8960"/>
                </a:lnTo>
                <a:lnTo>
                  <a:pt x="13592" y="8819"/>
                </a:lnTo>
                <a:lnTo>
                  <a:pt x="13680" y="8677"/>
                </a:lnTo>
                <a:lnTo>
                  <a:pt x="13781" y="8536"/>
                </a:lnTo>
                <a:lnTo>
                  <a:pt x="13869" y="8394"/>
                </a:lnTo>
                <a:lnTo>
                  <a:pt x="14007" y="8252"/>
                </a:lnTo>
                <a:lnTo>
                  <a:pt x="14095" y="8111"/>
                </a:lnTo>
                <a:lnTo>
                  <a:pt x="14183" y="7969"/>
                </a:lnTo>
                <a:lnTo>
                  <a:pt x="14284" y="7827"/>
                </a:lnTo>
                <a:lnTo>
                  <a:pt x="14372" y="7686"/>
                </a:lnTo>
                <a:lnTo>
                  <a:pt x="14510" y="7544"/>
                </a:lnTo>
                <a:lnTo>
                  <a:pt x="14598" y="7403"/>
                </a:lnTo>
                <a:lnTo>
                  <a:pt x="14686" y="7274"/>
                </a:lnTo>
                <a:lnTo>
                  <a:pt x="14787" y="7132"/>
                </a:lnTo>
                <a:lnTo>
                  <a:pt x="14875" y="6991"/>
                </a:lnTo>
                <a:lnTo>
                  <a:pt x="15013" y="6849"/>
                </a:lnTo>
                <a:lnTo>
                  <a:pt x="15101" y="6707"/>
                </a:lnTo>
                <a:lnTo>
                  <a:pt x="15202" y="6566"/>
                </a:lnTo>
                <a:lnTo>
                  <a:pt x="15290" y="6424"/>
                </a:lnTo>
                <a:lnTo>
                  <a:pt x="15378" y="6282"/>
                </a:lnTo>
                <a:lnTo>
                  <a:pt x="15516" y="6141"/>
                </a:lnTo>
                <a:lnTo>
                  <a:pt x="15604" y="5999"/>
                </a:lnTo>
                <a:lnTo>
                  <a:pt x="15705" y="5858"/>
                </a:lnTo>
                <a:lnTo>
                  <a:pt x="15793" y="5716"/>
                </a:lnTo>
                <a:lnTo>
                  <a:pt x="15881" y="5574"/>
                </a:lnTo>
                <a:lnTo>
                  <a:pt x="16019" y="5433"/>
                </a:lnTo>
                <a:lnTo>
                  <a:pt x="16107" y="5291"/>
                </a:lnTo>
                <a:lnTo>
                  <a:pt x="16208" y="5162"/>
                </a:lnTo>
                <a:lnTo>
                  <a:pt x="16296" y="5021"/>
                </a:lnTo>
                <a:lnTo>
                  <a:pt x="16384" y="4879"/>
                </a:lnTo>
                <a:lnTo>
                  <a:pt x="16522" y="4737"/>
                </a:lnTo>
                <a:lnTo>
                  <a:pt x="16711" y="4506"/>
                </a:lnTo>
                <a:lnTo>
                  <a:pt x="16799" y="4364"/>
                </a:lnTo>
                <a:lnTo>
                  <a:pt x="16887" y="4222"/>
                </a:lnTo>
                <a:lnTo>
                  <a:pt x="17025" y="4081"/>
                </a:lnTo>
                <a:lnTo>
                  <a:pt x="17113" y="3939"/>
                </a:lnTo>
                <a:lnTo>
                  <a:pt x="17214" y="3798"/>
                </a:lnTo>
                <a:lnTo>
                  <a:pt x="17302" y="3656"/>
                </a:lnTo>
                <a:lnTo>
                  <a:pt x="17390" y="3514"/>
                </a:lnTo>
                <a:lnTo>
                  <a:pt x="17528" y="3373"/>
                </a:lnTo>
                <a:lnTo>
                  <a:pt x="17616" y="3231"/>
                </a:lnTo>
                <a:lnTo>
                  <a:pt x="17717" y="3089"/>
                </a:lnTo>
                <a:lnTo>
                  <a:pt x="17893" y="2858"/>
                </a:lnTo>
                <a:lnTo>
                  <a:pt x="18031" y="2716"/>
                </a:lnTo>
                <a:lnTo>
                  <a:pt x="18119" y="2574"/>
                </a:lnTo>
                <a:lnTo>
                  <a:pt x="18220" y="2433"/>
                </a:lnTo>
                <a:lnTo>
                  <a:pt x="18308" y="2291"/>
                </a:lnTo>
                <a:lnTo>
                  <a:pt x="18396" y="2150"/>
                </a:lnTo>
                <a:lnTo>
                  <a:pt x="18534" y="2008"/>
                </a:lnTo>
                <a:lnTo>
                  <a:pt x="18622" y="1866"/>
                </a:lnTo>
                <a:lnTo>
                  <a:pt x="18810" y="1635"/>
                </a:lnTo>
                <a:lnTo>
                  <a:pt x="18899" y="1493"/>
                </a:lnTo>
                <a:lnTo>
                  <a:pt x="19037" y="1351"/>
                </a:lnTo>
                <a:lnTo>
                  <a:pt x="19137" y="1210"/>
                </a:lnTo>
                <a:lnTo>
                  <a:pt x="19225" y="1068"/>
                </a:lnTo>
                <a:lnTo>
                  <a:pt x="19313" y="939"/>
                </a:lnTo>
                <a:lnTo>
                  <a:pt x="19401" y="798"/>
                </a:lnTo>
                <a:lnTo>
                  <a:pt x="19540" y="695"/>
                </a:lnTo>
                <a:lnTo>
                  <a:pt x="19640" y="553"/>
                </a:lnTo>
                <a:lnTo>
                  <a:pt x="19728" y="411"/>
                </a:lnTo>
                <a:lnTo>
                  <a:pt x="19816" y="283"/>
                </a:lnTo>
                <a:lnTo>
                  <a:pt x="19904" y="141"/>
                </a:lnTo>
                <a:lnTo>
                  <a:pt x="20043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6527542" y="2471756"/>
            <a:ext cx="20005" cy="23844"/>
          </a:xfrm>
          <a:custGeom>
            <a:avLst/>
            <a:gdLst/>
            <a:ahLst/>
            <a:cxnLst/>
            <a:rect l="l" t="t" r="r" b="b"/>
            <a:pathLst>
              <a:path w="20005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3" y="23046"/>
                </a:lnTo>
                <a:lnTo>
                  <a:pt x="779" y="22801"/>
                </a:lnTo>
                <a:lnTo>
                  <a:pt x="867" y="22672"/>
                </a:lnTo>
                <a:lnTo>
                  <a:pt x="1005" y="22531"/>
                </a:lnTo>
                <a:lnTo>
                  <a:pt x="1106" y="22389"/>
                </a:lnTo>
                <a:lnTo>
                  <a:pt x="1282" y="22144"/>
                </a:lnTo>
                <a:lnTo>
                  <a:pt x="1383" y="22016"/>
                </a:lnTo>
                <a:lnTo>
                  <a:pt x="1508" y="21874"/>
                </a:lnTo>
                <a:lnTo>
                  <a:pt x="1609" y="21732"/>
                </a:lnTo>
                <a:lnTo>
                  <a:pt x="1785" y="21488"/>
                </a:lnTo>
                <a:lnTo>
                  <a:pt x="1886" y="21359"/>
                </a:lnTo>
                <a:lnTo>
                  <a:pt x="2011" y="21217"/>
                </a:lnTo>
                <a:lnTo>
                  <a:pt x="2112" y="21076"/>
                </a:lnTo>
                <a:lnTo>
                  <a:pt x="2288" y="20831"/>
                </a:lnTo>
                <a:lnTo>
                  <a:pt x="2389" y="20690"/>
                </a:lnTo>
                <a:lnTo>
                  <a:pt x="2527" y="20561"/>
                </a:lnTo>
                <a:lnTo>
                  <a:pt x="2703" y="20316"/>
                </a:lnTo>
                <a:lnTo>
                  <a:pt x="2791" y="20175"/>
                </a:lnTo>
                <a:lnTo>
                  <a:pt x="2892" y="20033"/>
                </a:lnTo>
                <a:lnTo>
                  <a:pt x="3030" y="19904"/>
                </a:lnTo>
                <a:lnTo>
                  <a:pt x="3206" y="19660"/>
                </a:lnTo>
                <a:lnTo>
                  <a:pt x="3294" y="19518"/>
                </a:lnTo>
                <a:lnTo>
                  <a:pt x="3395" y="19376"/>
                </a:lnTo>
                <a:lnTo>
                  <a:pt x="3533" y="19286"/>
                </a:lnTo>
                <a:lnTo>
                  <a:pt x="3621" y="19145"/>
                </a:lnTo>
                <a:lnTo>
                  <a:pt x="3709" y="19003"/>
                </a:lnTo>
                <a:lnTo>
                  <a:pt x="3898" y="18771"/>
                </a:lnTo>
                <a:lnTo>
                  <a:pt x="4036" y="18630"/>
                </a:lnTo>
                <a:lnTo>
                  <a:pt x="4124" y="18488"/>
                </a:lnTo>
                <a:lnTo>
                  <a:pt x="4300" y="18256"/>
                </a:lnTo>
                <a:lnTo>
                  <a:pt x="4400" y="18115"/>
                </a:lnTo>
                <a:lnTo>
                  <a:pt x="4539" y="17973"/>
                </a:lnTo>
                <a:lnTo>
                  <a:pt x="4715" y="17741"/>
                </a:lnTo>
                <a:lnTo>
                  <a:pt x="4803" y="17600"/>
                </a:lnTo>
                <a:lnTo>
                  <a:pt x="5042" y="17368"/>
                </a:lnTo>
                <a:lnTo>
                  <a:pt x="5130" y="17226"/>
                </a:lnTo>
                <a:lnTo>
                  <a:pt x="5318" y="16994"/>
                </a:lnTo>
                <a:lnTo>
                  <a:pt x="5406" y="16853"/>
                </a:lnTo>
                <a:lnTo>
                  <a:pt x="5545" y="16711"/>
                </a:lnTo>
                <a:lnTo>
                  <a:pt x="5721" y="16467"/>
                </a:lnTo>
                <a:lnTo>
                  <a:pt x="5821" y="16338"/>
                </a:lnTo>
                <a:lnTo>
                  <a:pt x="6048" y="16093"/>
                </a:lnTo>
                <a:lnTo>
                  <a:pt x="6136" y="15952"/>
                </a:lnTo>
                <a:lnTo>
                  <a:pt x="6324" y="15720"/>
                </a:lnTo>
                <a:lnTo>
                  <a:pt x="6412" y="15578"/>
                </a:lnTo>
                <a:lnTo>
                  <a:pt x="6551" y="15488"/>
                </a:lnTo>
                <a:lnTo>
                  <a:pt x="6639" y="15346"/>
                </a:lnTo>
                <a:lnTo>
                  <a:pt x="6727" y="15205"/>
                </a:lnTo>
                <a:lnTo>
                  <a:pt x="6915" y="14973"/>
                </a:lnTo>
                <a:lnTo>
                  <a:pt x="7054" y="14883"/>
                </a:lnTo>
                <a:lnTo>
                  <a:pt x="7142" y="14741"/>
                </a:lnTo>
                <a:lnTo>
                  <a:pt x="7230" y="14600"/>
                </a:lnTo>
                <a:lnTo>
                  <a:pt x="7418" y="14355"/>
                </a:lnTo>
                <a:lnTo>
                  <a:pt x="7557" y="14226"/>
                </a:lnTo>
                <a:lnTo>
                  <a:pt x="7733" y="13982"/>
                </a:lnTo>
                <a:lnTo>
                  <a:pt x="7833" y="13840"/>
                </a:lnTo>
                <a:lnTo>
                  <a:pt x="8060" y="13608"/>
                </a:lnTo>
                <a:lnTo>
                  <a:pt x="8236" y="13377"/>
                </a:lnTo>
                <a:lnTo>
                  <a:pt x="8336" y="13235"/>
                </a:lnTo>
                <a:lnTo>
                  <a:pt x="8563" y="13003"/>
                </a:lnTo>
                <a:lnTo>
                  <a:pt x="8739" y="12771"/>
                </a:lnTo>
                <a:lnTo>
                  <a:pt x="8839" y="12630"/>
                </a:lnTo>
                <a:lnTo>
                  <a:pt x="9065" y="12385"/>
                </a:lnTo>
                <a:lnTo>
                  <a:pt x="9254" y="12153"/>
                </a:lnTo>
                <a:lnTo>
                  <a:pt x="9430" y="11922"/>
                </a:lnTo>
                <a:lnTo>
                  <a:pt x="9568" y="11780"/>
                </a:lnTo>
                <a:lnTo>
                  <a:pt x="9757" y="11548"/>
                </a:lnTo>
                <a:lnTo>
                  <a:pt x="9933" y="11317"/>
                </a:lnTo>
                <a:lnTo>
                  <a:pt x="10071" y="11214"/>
                </a:lnTo>
                <a:lnTo>
                  <a:pt x="10159" y="11072"/>
                </a:lnTo>
                <a:lnTo>
                  <a:pt x="10260" y="10930"/>
                </a:lnTo>
                <a:lnTo>
                  <a:pt x="10436" y="10699"/>
                </a:lnTo>
                <a:lnTo>
                  <a:pt x="10574" y="10608"/>
                </a:lnTo>
                <a:lnTo>
                  <a:pt x="10662" y="10467"/>
                </a:lnTo>
                <a:lnTo>
                  <a:pt x="10851" y="10235"/>
                </a:lnTo>
                <a:lnTo>
                  <a:pt x="11077" y="10003"/>
                </a:lnTo>
                <a:lnTo>
                  <a:pt x="11266" y="9759"/>
                </a:lnTo>
                <a:lnTo>
                  <a:pt x="11442" y="9527"/>
                </a:lnTo>
                <a:lnTo>
                  <a:pt x="11580" y="9437"/>
                </a:lnTo>
                <a:lnTo>
                  <a:pt x="11668" y="9295"/>
                </a:lnTo>
                <a:lnTo>
                  <a:pt x="11769" y="9154"/>
                </a:lnTo>
                <a:lnTo>
                  <a:pt x="11945" y="8922"/>
                </a:lnTo>
                <a:lnTo>
                  <a:pt x="12083" y="8819"/>
                </a:lnTo>
                <a:lnTo>
                  <a:pt x="12171" y="8690"/>
                </a:lnTo>
                <a:lnTo>
                  <a:pt x="12360" y="8497"/>
                </a:lnTo>
                <a:lnTo>
                  <a:pt x="12448" y="8355"/>
                </a:lnTo>
                <a:lnTo>
                  <a:pt x="12586" y="8265"/>
                </a:lnTo>
                <a:lnTo>
                  <a:pt x="12687" y="8124"/>
                </a:lnTo>
                <a:lnTo>
                  <a:pt x="12863" y="7892"/>
                </a:lnTo>
                <a:lnTo>
                  <a:pt x="13089" y="7647"/>
                </a:lnTo>
                <a:lnTo>
                  <a:pt x="13278" y="7415"/>
                </a:lnTo>
                <a:lnTo>
                  <a:pt x="13454" y="7184"/>
                </a:lnTo>
                <a:lnTo>
                  <a:pt x="13592" y="7094"/>
                </a:lnTo>
                <a:lnTo>
                  <a:pt x="13693" y="6952"/>
                </a:lnTo>
                <a:lnTo>
                  <a:pt x="13869" y="6707"/>
                </a:lnTo>
                <a:lnTo>
                  <a:pt x="14095" y="6527"/>
                </a:lnTo>
                <a:lnTo>
                  <a:pt x="14196" y="6385"/>
                </a:lnTo>
                <a:lnTo>
                  <a:pt x="14372" y="6154"/>
                </a:lnTo>
                <a:lnTo>
                  <a:pt x="14598" y="5909"/>
                </a:lnTo>
                <a:lnTo>
                  <a:pt x="14787" y="5729"/>
                </a:lnTo>
                <a:lnTo>
                  <a:pt x="14875" y="5587"/>
                </a:lnTo>
                <a:lnTo>
                  <a:pt x="15101" y="5355"/>
                </a:lnTo>
                <a:lnTo>
                  <a:pt x="15290" y="5162"/>
                </a:lnTo>
                <a:lnTo>
                  <a:pt x="15378" y="5021"/>
                </a:lnTo>
                <a:lnTo>
                  <a:pt x="15604" y="4789"/>
                </a:lnTo>
                <a:lnTo>
                  <a:pt x="15793" y="4596"/>
                </a:lnTo>
                <a:lnTo>
                  <a:pt x="15881" y="4467"/>
                </a:lnTo>
                <a:lnTo>
                  <a:pt x="16107" y="4222"/>
                </a:lnTo>
                <a:lnTo>
                  <a:pt x="16296" y="4042"/>
                </a:lnTo>
                <a:lnTo>
                  <a:pt x="16384" y="3901"/>
                </a:lnTo>
                <a:lnTo>
                  <a:pt x="16623" y="3707"/>
                </a:lnTo>
                <a:lnTo>
                  <a:pt x="16711" y="3566"/>
                </a:lnTo>
                <a:lnTo>
                  <a:pt x="16887" y="3334"/>
                </a:lnTo>
                <a:lnTo>
                  <a:pt x="17126" y="3141"/>
                </a:lnTo>
                <a:lnTo>
                  <a:pt x="17214" y="3012"/>
                </a:lnTo>
                <a:lnTo>
                  <a:pt x="17390" y="2819"/>
                </a:lnTo>
                <a:lnTo>
                  <a:pt x="17490" y="2677"/>
                </a:lnTo>
                <a:lnTo>
                  <a:pt x="17629" y="2587"/>
                </a:lnTo>
                <a:lnTo>
                  <a:pt x="17805" y="2356"/>
                </a:lnTo>
                <a:lnTo>
                  <a:pt x="17993" y="2162"/>
                </a:lnTo>
                <a:lnTo>
                  <a:pt x="18131" y="2021"/>
                </a:lnTo>
                <a:lnTo>
                  <a:pt x="18220" y="1931"/>
                </a:lnTo>
                <a:lnTo>
                  <a:pt x="18308" y="1828"/>
                </a:lnTo>
                <a:lnTo>
                  <a:pt x="18396" y="1686"/>
                </a:lnTo>
                <a:lnTo>
                  <a:pt x="18634" y="1506"/>
                </a:lnTo>
                <a:lnTo>
                  <a:pt x="18722" y="1364"/>
                </a:lnTo>
                <a:lnTo>
                  <a:pt x="18911" y="1171"/>
                </a:lnTo>
                <a:lnTo>
                  <a:pt x="19137" y="939"/>
                </a:lnTo>
                <a:lnTo>
                  <a:pt x="19313" y="759"/>
                </a:lnTo>
                <a:lnTo>
                  <a:pt x="19414" y="617"/>
                </a:lnTo>
                <a:lnTo>
                  <a:pt x="19640" y="424"/>
                </a:lnTo>
                <a:lnTo>
                  <a:pt x="19816" y="193"/>
                </a:lnTo>
                <a:lnTo>
                  <a:pt x="20005" y="0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6547547" y="2453409"/>
            <a:ext cx="20043" cy="18346"/>
          </a:xfrm>
          <a:custGeom>
            <a:avLst/>
            <a:gdLst/>
            <a:ahLst/>
            <a:cxnLst/>
            <a:rect l="l" t="t" r="r" b="b"/>
            <a:pathLst>
              <a:path w="20043" h="18346">
                <a:moveTo>
                  <a:pt x="0" y="18346"/>
                </a:moveTo>
                <a:lnTo>
                  <a:pt x="138" y="18205"/>
                </a:lnTo>
                <a:lnTo>
                  <a:pt x="314" y="18024"/>
                </a:lnTo>
                <a:lnTo>
                  <a:pt x="502" y="17793"/>
                </a:lnTo>
                <a:lnTo>
                  <a:pt x="641" y="17690"/>
                </a:lnTo>
                <a:lnTo>
                  <a:pt x="817" y="17509"/>
                </a:lnTo>
                <a:lnTo>
                  <a:pt x="917" y="17368"/>
                </a:lnTo>
                <a:lnTo>
                  <a:pt x="1144" y="17175"/>
                </a:lnTo>
                <a:lnTo>
                  <a:pt x="1320" y="16994"/>
                </a:lnTo>
                <a:lnTo>
                  <a:pt x="1420" y="16853"/>
                </a:lnTo>
                <a:lnTo>
                  <a:pt x="1647" y="16660"/>
                </a:lnTo>
                <a:lnTo>
                  <a:pt x="1823" y="16428"/>
                </a:lnTo>
                <a:lnTo>
                  <a:pt x="2011" y="16235"/>
                </a:lnTo>
                <a:lnTo>
                  <a:pt x="2150" y="16145"/>
                </a:lnTo>
                <a:lnTo>
                  <a:pt x="2326" y="15913"/>
                </a:lnTo>
                <a:lnTo>
                  <a:pt x="2514" y="15720"/>
                </a:lnTo>
                <a:lnTo>
                  <a:pt x="2653" y="15630"/>
                </a:lnTo>
                <a:lnTo>
                  <a:pt x="2841" y="15398"/>
                </a:lnTo>
                <a:lnTo>
                  <a:pt x="3017" y="15205"/>
                </a:lnTo>
                <a:lnTo>
                  <a:pt x="3156" y="15115"/>
                </a:lnTo>
                <a:lnTo>
                  <a:pt x="3344" y="14922"/>
                </a:lnTo>
                <a:lnTo>
                  <a:pt x="3432" y="14780"/>
                </a:lnTo>
                <a:lnTo>
                  <a:pt x="3659" y="14600"/>
                </a:lnTo>
                <a:lnTo>
                  <a:pt x="3847" y="14407"/>
                </a:lnTo>
                <a:lnTo>
                  <a:pt x="4023" y="14226"/>
                </a:lnTo>
                <a:lnTo>
                  <a:pt x="4162" y="14085"/>
                </a:lnTo>
                <a:lnTo>
                  <a:pt x="4350" y="13892"/>
                </a:lnTo>
                <a:lnTo>
                  <a:pt x="4526" y="13698"/>
                </a:lnTo>
                <a:lnTo>
                  <a:pt x="4665" y="13608"/>
                </a:lnTo>
                <a:lnTo>
                  <a:pt x="4853" y="13377"/>
                </a:lnTo>
                <a:lnTo>
                  <a:pt x="5029" y="13183"/>
                </a:lnTo>
                <a:lnTo>
                  <a:pt x="5167" y="13093"/>
                </a:lnTo>
                <a:lnTo>
                  <a:pt x="5356" y="12913"/>
                </a:lnTo>
                <a:lnTo>
                  <a:pt x="5532" y="12720"/>
                </a:lnTo>
                <a:lnTo>
                  <a:pt x="5670" y="12630"/>
                </a:lnTo>
                <a:lnTo>
                  <a:pt x="5758" y="12488"/>
                </a:lnTo>
                <a:lnTo>
                  <a:pt x="5947" y="12295"/>
                </a:lnTo>
                <a:lnTo>
                  <a:pt x="6173" y="12115"/>
                </a:lnTo>
                <a:lnTo>
                  <a:pt x="6362" y="11922"/>
                </a:lnTo>
                <a:lnTo>
                  <a:pt x="6538" y="11729"/>
                </a:lnTo>
                <a:lnTo>
                  <a:pt x="6676" y="11638"/>
                </a:lnTo>
                <a:lnTo>
                  <a:pt x="6865" y="11458"/>
                </a:lnTo>
                <a:lnTo>
                  <a:pt x="7041" y="11214"/>
                </a:lnTo>
                <a:lnTo>
                  <a:pt x="7179" y="11123"/>
                </a:lnTo>
                <a:lnTo>
                  <a:pt x="7368" y="10930"/>
                </a:lnTo>
                <a:lnTo>
                  <a:pt x="7544" y="10750"/>
                </a:lnTo>
                <a:lnTo>
                  <a:pt x="7682" y="10660"/>
                </a:lnTo>
                <a:lnTo>
                  <a:pt x="7871" y="10467"/>
                </a:lnTo>
                <a:lnTo>
                  <a:pt x="8047" y="10274"/>
                </a:lnTo>
                <a:lnTo>
                  <a:pt x="8185" y="10184"/>
                </a:lnTo>
                <a:lnTo>
                  <a:pt x="8374" y="10003"/>
                </a:lnTo>
                <a:lnTo>
                  <a:pt x="8550" y="9810"/>
                </a:lnTo>
                <a:lnTo>
                  <a:pt x="8688" y="9720"/>
                </a:lnTo>
                <a:lnTo>
                  <a:pt x="8877" y="9527"/>
                </a:lnTo>
                <a:lnTo>
                  <a:pt x="9065" y="9347"/>
                </a:lnTo>
                <a:lnTo>
                  <a:pt x="9292" y="9154"/>
                </a:lnTo>
                <a:lnTo>
                  <a:pt x="9468" y="8960"/>
                </a:lnTo>
                <a:lnTo>
                  <a:pt x="9694" y="8780"/>
                </a:lnTo>
                <a:lnTo>
                  <a:pt x="9883" y="8587"/>
                </a:lnTo>
                <a:lnTo>
                  <a:pt x="10071" y="8407"/>
                </a:lnTo>
                <a:lnTo>
                  <a:pt x="10210" y="8304"/>
                </a:lnTo>
                <a:lnTo>
                  <a:pt x="10386" y="8124"/>
                </a:lnTo>
                <a:lnTo>
                  <a:pt x="10574" y="7930"/>
                </a:lnTo>
                <a:lnTo>
                  <a:pt x="10713" y="7840"/>
                </a:lnTo>
                <a:lnTo>
                  <a:pt x="10889" y="7699"/>
                </a:lnTo>
                <a:lnTo>
                  <a:pt x="11077" y="7506"/>
                </a:lnTo>
                <a:lnTo>
                  <a:pt x="11216" y="7415"/>
                </a:lnTo>
                <a:lnTo>
                  <a:pt x="11392" y="7235"/>
                </a:lnTo>
                <a:lnTo>
                  <a:pt x="11580" y="7042"/>
                </a:lnTo>
                <a:lnTo>
                  <a:pt x="11719" y="6952"/>
                </a:lnTo>
                <a:lnTo>
                  <a:pt x="11895" y="6759"/>
                </a:lnTo>
                <a:lnTo>
                  <a:pt x="12083" y="6617"/>
                </a:lnTo>
                <a:lnTo>
                  <a:pt x="12222" y="6527"/>
                </a:lnTo>
                <a:lnTo>
                  <a:pt x="12398" y="6334"/>
                </a:lnTo>
                <a:lnTo>
                  <a:pt x="12586" y="6154"/>
                </a:lnTo>
                <a:lnTo>
                  <a:pt x="12725" y="6051"/>
                </a:lnTo>
                <a:lnTo>
                  <a:pt x="12901" y="5870"/>
                </a:lnTo>
                <a:lnTo>
                  <a:pt x="13089" y="5729"/>
                </a:lnTo>
                <a:lnTo>
                  <a:pt x="13228" y="5639"/>
                </a:lnTo>
                <a:lnTo>
                  <a:pt x="13404" y="5446"/>
                </a:lnTo>
                <a:lnTo>
                  <a:pt x="13592" y="5252"/>
                </a:lnTo>
                <a:lnTo>
                  <a:pt x="13731" y="5162"/>
                </a:lnTo>
                <a:lnTo>
                  <a:pt x="13907" y="5021"/>
                </a:lnTo>
                <a:lnTo>
                  <a:pt x="14095" y="4840"/>
                </a:lnTo>
                <a:lnTo>
                  <a:pt x="14233" y="4737"/>
                </a:lnTo>
                <a:lnTo>
                  <a:pt x="14410" y="4596"/>
                </a:lnTo>
                <a:lnTo>
                  <a:pt x="14598" y="4416"/>
                </a:lnTo>
                <a:lnTo>
                  <a:pt x="14736" y="4325"/>
                </a:lnTo>
                <a:lnTo>
                  <a:pt x="14913" y="4132"/>
                </a:lnTo>
                <a:lnTo>
                  <a:pt x="15101" y="3991"/>
                </a:lnTo>
                <a:lnTo>
                  <a:pt x="15239" y="3901"/>
                </a:lnTo>
                <a:lnTo>
                  <a:pt x="15415" y="3707"/>
                </a:lnTo>
                <a:lnTo>
                  <a:pt x="15604" y="3566"/>
                </a:lnTo>
                <a:lnTo>
                  <a:pt x="15742" y="3476"/>
                </a:lnTo>
                <a:lnTo>
                  <a:pt x="15918" y="3283"/>
                </a:lnTo>
                <a:lnTo>
                  <a:pt x="16107" y="3141"/>
                </a:lnTo>
                <a:lnTo>
                  <a:pt x="16245" y="3051"/>
                </a:lnTo>
                <a:lnTo>
                  <a:pt x="16434" y="2909"/>
                </a:lnTo>
                <a:lnTo>
                  <a:pt x="16610" y="2729"/>
                </a:lnTo>
                <a:lnTo>
                  <a:pt x="16748" y="2626"/>
                </a:lnTo>
                <a:lnTo>
                  <a:pt x="16937" y="2484"/>
                </a:lnTo>
                <a:lnTo>
                  <a:pt x="17113" y="2304"/>
                </a:lnTo>
                <a:lnTo>
                  <a:pt x="17251" y="2253"/>
                </a:lnTo>
                <a:lnTo>
                  <a:pt x="17440" y="2072"/>
                </a:lnTo>
                <a:lnTo>
                  <a:pt x="17616" y="1931"/>
                </a:lnTo>
                <a:lnTo>
                  <a:pt x="17754" y="1828"/>
                </a:lnTo>
                <a:lnTo>
                  <a:pt x="17943" y="1647"/>
                </a:lnTo>
                <a:lnTo>
                  <a:pt x="18119" y="1506"/>
                </a:lnTo>
                <a:lnTo>
                  <a:pt x="18257" y="1416"/>
                </a:lnTo>
                <a:lnTo>
                  <a:pt x="18446" y="1274"/>
                </a:lnTo>
                <a:lnTo>
                  <a:pt x="18622" y="1081"/>
                </a:lnTo>
                <a:lnTo>
                  <a:pt x="18760" y="1029"/>
                </a:lnTo>
                <a:lnTo>
                  <a:pt x="18949" y="849"/>
                </a:lnTo>
                <a:lnTo>
                  <a:pt x="19125" y="708"/>
                </a:lnTo>
                <a:lnTo>
                  <a:pt x="19263" y="617"/>
                </a:lnTo>
                <a:lnTo>
                  <a:pt x="19452" y="476"/>
                </a:lnTo>
                <a:lnTo>
                  <a:pt x="19628" y="334"/>
                </a:lnTo>
                <a:lnTo>
                  <a:pt x="19766" y="244"/>
                </a:lnTo>
                <a:lnTo>
                  <a:pt x="19955" y="102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6567590" y="2440882"/>
            <a:ext cx="20043" cy="12527"/>
          </a:xfrm>
          <a:custGeom>
            <a:avLst/>
            <a:gdLst/>
            <a:ahLst/>
            <a:cxnLst/>
            <a:rect l="l" t="t" r="r" b="b"/>
            <a:pathLst>
              <a:path w="20043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9" y="11973"/>
                </a:lnTo>
                <a:lnTo>
                  <a:pt x="917" y="11832"/>
                </a:lnTo>
                <a:lnTo>
                  <a:pt x="1093" y="11690"/>
                </a:lnTo>
                <a:lnTo>
                  <a:pt x="1232" y="11587"/>
                </a:lnTo>
                <a:lnTo>
                  <a:pt x="1420" y="11445"/>
                </a:lnTo>
                <a:lnTo>
                  <a:pt x="1596" y="11317"/>
                </a:lnTo>
                <a:lnTo>
                  <a:pt x="1735" y="11214"/>
                </a:lnTo>
                <a:lnTo>
                  <a:pt x="1923" y="11072"/>
                </a:lnTo>
                <a:lnTo>
                  <a:pt x="2099" y="10930"/>
                </a:lnTo>
                <a:lnTo>
                  <a:pt x="2238" y="10840"/>
                </a:lnTo>
                <a:lnTo>
                  <a:pt x="2426" y="10699"/>
                </a:lnTo>
                <a:lnTo>
                  <a:pt x="2615" y="10557"/>
                </a:lnTo>
                <a:lnTo>
                  <a:pt x="2841" y="10415"/>
                </a:lnTo>
                <a:lnTo>
                  <a:pt x="3017" y="10274"/>
                </a:lnTo>
                <a:lnTo>
                  <a:pt x="3244" y="10093"/>
                </a:lnTo>
                <a:lnTo>
                  <a:pt x="3432" y="9952"/>
                </a:lnTo>
                <a:lnTo>
                  <a:pt x="3621" y="9810"/>
                </a:lnTo>
                <a:lnTo>
                  <a:pt x="3759" y="9759"/>
                </a:lnTo>
                <a:lnTo>
                  <a:pt x="3935" y="9617"/>
                </a:lnTo>
                <a:lnTo>
                  <a:pt x="4124" y="9475"/>
                </a:lnTo>
                <a:lnTo>
                  <a:pt x="4262" y="9385"/>
                </a:lnTo>
                <a:lnTo>
                  <a:pt x="4438" y="9244"/>
                </a:lnTo>
                <a:lnTo>
                  <a:pt x="4627" y="9102"/>
                </a:lnTo>
                <a:lnTo>
                  <a:pt x="4765" y="9012"/>
                </a:lnTo>
                <a:lnTo>
                  <a:pt x="4941" y="8870"/>
                </a:lnTo>
                <a:lnTo>
                  <a:pt x="5130" y="8729"/>
                </a:lnTo>
                <a:lnTo>
                  <a:pt x="5268" y="8677"/>
                </a:lnTo>
                <a:lnTo>
                  <a:pt x="5444" y="8548"/>
                </a:lnTo>
                <a:lnTo>
                  <a:pt x="5633" y="8407"/>
                </a:lnTo>
                <a:lnTo>
                  <a:pt x="5771" y="8355"/>
                </a:lnTo>
                <a:lnTo>
                  <a:pt x="5947" y="8214"/>
                </a:lnTo>
                <a:lnTo>
                  <a:pt x="6136" y="8072"/>
                </a:lnTo>
                <a:lnTo>
                  <a:pt x="6274" y="7982"/>
                </a:lnTo>
                <a:lnTo>
                  <a:pt x="6450" y="7840"/>
                </a:lnTo>
                <a:lnTo>
                  <a:pt x="6639" y="7699"/>
                </a:lnTo>
                <a:lnTo>
                  <a:pt x="6777" y="7647"/>
                </a:lnTo>
                <a:lnTo>
                  <a:pt x="6953" y="7506"/>
                </a:lnTo>
                <a:lnTo>
                  <a:pt x="7142" y="7364"/>
                </a:lnTo>
                <a:lnTo>
                  <a:pt x="7280" y="7325"/>
                </a:lnTo>
                <a:lnTo>
                  <a:pt x="7456" y="7184"/>
                </a:lnTo>
                <a:lnTo>
                  <a:pt x="7645" y="7042"/>
                </a:lnTo>
                <a:lnTo>
                  <a:pt x="7783" y="6991"/>
                </a:lnTo>
                <a:lnTo>
                  <a:pt x="7959" y="6849"/>
                </a:lnTo>
                <a:lnTo>
                  <a:pt x="8148" y="6707"/>
                </a:lnTo>
                <a:lnTo>
                  <a:pt x="8286" y="6669"/>
                </a:lnTo>
                <a:lnTo>
                  <a:pt x="8462" y="6527"/>
                </a:lnTo>
                <a:lnTo>
                  <a:pt x="8651" y="6385"/>
                </a:lnTo>
                <a:lnTo>
                  <a:pt x="8789" y="6334"/>
                </a:lnTo>
                <a:lnTo>
                  <a:pt x="8965" y="6192"/>
                </a:lnTo>
                <a:lnTo>
                  <a:pt x="9154" y="6051"/>
                </a:lnTo>
                <a:lnTo>
                  <a:pt x="9292" y="6012"/>
                </a:lnTo>
                <a:lnTo>
                  <a:pt x="9468" y="5870"/>
                </a:lnTo>
                <a:lnTo>
                  <a:pt x="9656" y="5729"/>
                </a:lnTo>
                <a:lnTo>
                  <a:pt x="9795" y="5677"/>
                </a:lnTo>
                <a:lnTo>
                  <a:pt x="9983" y="5536"/>
                </a:lnTo>
                <a:lnTo>
                  <a:pt x="10159" y="5446"/>
                </a:lnTo>
                <a:lnTo>
                  <a:pt x="10298" y="5355"/>
                </a:lnTo>
                <a:lnTo>
                  <a:pt x="10486" y="5252"/>
                </a:lnTo>
                <a:lnTo>
                  <a:pt x="10662" y="5111"/>
                </a:lnTo>
                <a:lnTo>
                  <a:pt x="10801" y="5072"/>
                </a:lnTo>
                <a:lnTo>
                  <a:pt x="10989" y="4931"/>
                </a:lnTo>
                <a:lnTo>
                  <a:pt x="11165" y="4789"/>
                </a:lnTo>
                <a:lnTo>
                  <a:pt x="11304" y="4737"/>
                </a:lnTo>
                <a:lnTo>
                  <a:pt x="11492" y="4596"/>
                </a:lnTo>
                <a:lnTo>
                  <a:pt x="11668" y="4506"/>
                </a:lnTo>
                <a:lnTo>
                  <a:pt x="11807" y="4454"/>
                </a:lnTo>
                <a:lnTo>
                  <a:pt x="11995" y="4325"/>
                </a:lnTo>
                <a:lnTo>
                  <a:pt x="12171" y="4184"/>
                </a:lnTo>
                <a:lnTo>
                  <a:pt x="12310" y="4132"/>
                </a:lnTo>
                <a:lnTo>
                  <a:pt x="12498" y="4042"/>
                </a:lnTo>
                <a:lnTo>
                  <a:pt x="12674" y="3901"/>
                </a:lnTo>
                <a:lnTo>
                  <a:pt x="12813" y="3849"/>
                </a:lnTo>
                <a:lnTo>
                  <a:pt x="13001" y="3707"/>
                </a:lnTo>
                <a:lnTo>
                  <a:pt x="13177" y="3617"/>
                </a:lnTo>
                <a:lnTo>
                  <a:pt x="13316" y="3566"/>
                </a:lnTo>
                <a:lnTo>
                  <a:pt x="13504" y="3424"/>
                </a:lnTo>
                <a:lnTo>
                  <a:pt x="13680" y="3334"/>
                </a:lnTo>
                <a:lnTo>
                  <a:pt x="13819" y="3283"/>
                </a:lnTo>
                <a:lnTo>
                  <a:pt x="14007" y="3141"/>
                </a:lnTo>
                <a:lnTo>
                  <a:pt x="14183" y="3051"/>
                </a:lnTo>
                <a:lnTo>
                  <a:pt x="14322" y="2961"/>
                </a:lnTo>
                <a:lnTo>
                  <a:pt x="14510" y="2871"/>
                </a:lnTo>
                <a:lnTo>
                  <a:pt x="14686" y="2768"/>
                </a:lnTo>
                <a:lnTo>
                  <a:pt x="14824" y="2677"/>
                </a:lnTo>
                <a:lnTo>
                  <a:pt x="15013" y="2587"/>
                </a:lnTo>
                <a:lnTo>
                  <a:pt x="15189" y="2484"/>
                </a:lnTo>
                <a:lnTo>
                  <a:pt x="15327" y="2446"/>
                </a:lnTo>
                <a:lnTo>
                  <a:pt x="15516" y="2304"/>
                </a:lnTo>
                <a:lnTo>
                  <a:pt x="15692" y="2214"/>
                </a:lnTo>
                <a:lnTo>
                  <a:pt x="15830" y="2162"/>
                </a:lnTo>
                <a:lnTo>
                  <a:pt x="16019" y="2021"/>
                </a:lnTo>
                <a:lnTo>
                  <a:pt x="16208" y="1931"/>
                </a:lnTo>
                <a:lnTo>
                  <a:pt x="16434" y="1828"/>
                </a:lnTo>
                <a:lnTo>
                  <a:pt x="16610" y="1738"/>
                </a:lnTo>
                <a:lnTo>
                  <a:pt x="16836" y="1596"/>
                </a:lnTo>
                <a:lnTo>
                  <a:pt x="17025" y="1506"/>
                </a:lnTo>
                <a:lnTo>
                  <a:pt x="17214" y="1416"/>
                </a:lnTo>
                <a:lnTo>
                  <a:pt x="17352" y="1364"/>
                </a:lnTo>
                <a:lnTo>
                  <a:pt x="17528" y="1223"/>
                </a:lnTo>
                <a:lnTo>
                  <a:pt x="17717" y="1132"/>
                </a:lnTo>
                <a:lnTo>
                  <a:pt x="17855" y="1081"/>
                </a:lnTo>
                <a:lnTo>
                  <a:pt x="18031" y="991"/>
                </a:lnTo>
                <a:lnTo>
                  <a:pt x="18220" y="888"/>
                </a:lnTo>
                <a:lnTo>
                  <a:pt x="18358" y="849"/>
                </a:lnTo>
                <a:lnTo>
                  <a:pt x="18534" y="759"/>
                </a:lnTo>
                <a:lnTo>
                  <a:pt x="18722" y="617"/>
                </a:lnTo>
                <a:lnTo>
                  <a:pt x="18861" y="566"/>
                </a:lnTo>
                <a:lnTo>
                  <a:pt x="19037" y="476"/>
                </a:lnTo>
                <a:lnTo>
                  <a:pt x="19225" y="373"/>
                </a:lnTo>
                <a:lnTo>
                  <a:pt x="19364" y="334"/>
                </a:lnTo>
                <a:lnTo>
                  <a:pt x="19540" y="231"/>
                </a:lnTo>
                <a:lnTo>
                  <a:pt x="19728" y="141"/>
                </a:lnTo>
                <a:lnTo>
                  <a:pt x="19867" y="102"/>
                </a:lnTo>
                <a:lnTo>
                  <a:pt x="20043" y="0"/>
                </a:lnTo>
              </a:path>
            </a:pathLst>
          </a:custGeom>
          <a:ln w="179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6587634" y="2434367"/>
            <a:ext cx="20043" cy="6514"/>
          </a:xfrm>
          <a:custGeom>
            <a:avLst/>
            <a:gdLst/>
            <a:ahLst/>
            <a:cxnLst/>
            <a:rect l="l" t="t" r="r" b="b"/>
            <a:pathLst>
              <a:path w="20043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1" y="6192"/>
                </a:lnTo>
                <a:lnTo>
                  <a:pt x="829" y="6141"/>
                </a:lnTo>
                <a:lnTo>
                  <a:pt x="1005" y="6051"/>
                </a:lnTo>
                <a:lnTo>
                  <a:pt x="1194" y="5961"/>
                </a:lnTo>
                <a:lnTo>
                  <a:pt x="1332" y="5909"/>
                </a:lnTo>
                <a:lnTo>
                  <a:pt x="1508" y="5819"/>
                </a:lnTo>
                <a:lnTo>
                  <a:pt x="1697" y="5716"/>
                </a:lnTo>
                <a:lnTo>
                  <a:pt x="1835" y="5677"/>
                </a:lnTo>
                <a:lnTo>
                  <a:pt x="2011" y="5574"/>
                </a:lnTo>
                <a:lnTo>
                  <a:pt x="2200" y="5484"/>
                </a:lnTo>
                <a:lnTo>
                  <a:pt x="2338" y="5433"/>
                </a:lnTo>
                <a:lnTo>
                  <a:pt x="2514" y="5343"/>
                </a:lnTo>
                <a:lnTo>
                  <a:pt x="2703" y="5252"/>
                </a:lnTo>
                <a:lnTo>
                  <a:pt x="2841" y="5252"/>
                </a:lnTo>
                <a:lnTo>
                  <a:pt x="3017" y="5162"/>
                </a:lnTo>
                <a:lnTo>
                  <a:pt x="3206" y="5059"/>
                </a:lnTo>
                <a:lnTo>
                  <a:pt x="3344" y="5021"/>
                </a:lnTo>
                <a:lnTo>
                  <a:pt x="3533" y="4918"/>
                </a:lnTo>
                <a:lnTo>
                  <a:pt x="3709" y="4828"/>
                </a:lnTo>
                <a:lnTo>
                  <a:pt x="3847" y="4776"/>
                </a:lnTo>
                <a:lnTo>
                  <a:pt x="4036" y="4737"/>
                </a:lnTo>
                <a:lnTo>
                  <a:pt x="4212" y="4634"/>
                </a:lnTo>
                <a:lnTo>
                  <a:pt x="4350" y="4596"/>
                </a:lnTo>
                <a:lnTo>
                  <a:pt x="4539" y="4506"/>
                </a:lnTo>
                <a:lnTo>
                  <a:pt x="4715" y="4403"/>
                </a:lnTo>
                <a:lnTo>
                  <a:pt x="4853" y="4403"/>
                </a:lnTo>
                <a:lnTo>
                  <a:pt x="5042" y="4313"/>
                </a:lnTo>
                <a:lnTo>
                  <a:pt x="5218" y="4222"/>
                </a:lnTo>
                <a:lnTo>
                  <a:pt x="5356" y="4171"/>
                </a:lnTo>
                <a:lnTo>
                  <a:pt x="5545" y="4119"/>
                </a:lnTo>
                <a:lnTo>
                  <a:pt x="5721" y="4029"/>
                </a:lnTo>
                <a:lnTo>
                  <a:pt x="5859" y="3978"/>
                </a:lnTo>
                <a:lnTo>
                  <a:pt x="6048" y="3888"/>
                </a:lnTo>
                <a:lnTo>
                  <a:pt x="6224" y="3849"/>
                </a:lnTo>
                <a:lnTo>
                  <a:pt x="6362" y="3798"/>
                </a:lnTo>
                <a:lnTo>
                  <a:pt x="6551" y="3707"/>
                </a:lnTo>
                <a:lnTo>
                  <a:pt x="6727" y="3656"/>
                </a:lnTo>
                <a:lnTo>
                  <a:pt x="6865" y="3604"/>
                </a:lnTo>
                <a:lnTo>
                  <a:pt x="7054" y="3514"/>
                </a:lnTo>
                <a:lnTo>
                  <a:pt x="7230" y="3463"/>
                </a:lnTo>
                <a:lnTo>
                  <a:pt x="7368" y="3424"/>
                </a:lnTo>
                <a:lnTo>
                  <a:pt x="7557" y="3321"/>
                </a:lnTo>
                <a:lnTo>
                  <a:pt x="7733" y="3283"/>
                </a:lnTo>
                <a:lnTo>
                  <a:pt x="7871" y="3231"/>
                </a:lnTo>
                <a:lnTo>
                  <a:pt x="8060" y="3141"/>
                </a:lnTo>
                <a:lnTo>
                  <a:pt x="8236" y="3089"/>
                </a:lnTo>
                <a:lnTo>
                  <a:pt x="8374" y="3051"/>
                </a:lnTo>
                <a:lnTo>
                  <a:pt x="8563" y="2999"/>
                </a:lnTo>
                <a:lnTo>
                  <a:pt x="8789" y="2909"/>
                </a:lnTo>
                <a:lnTo>
                  <a:pt x="8977" y="2858"/>
                </a:lnTo>
                <a:lnTo>
                  <a:pt x="9154" y="2768"/>
                </a:lnTo>
                <a:lnTo>
                  <a:pt x="9292" y="2768"/>
                </a:lnTo>
                <a:lnTo>
                  <a:pt x="9480" y="2665"/>
                </a:lnTo>
                <a:lnTo>
                  <a:pt x="9656" y="2626"/>
                </a:lnTo>
                <a:lnTo>
                  <a:pt x="9795" y="2574"/>
                </a:lnTo>
                <a:lnTo>
                  <a:pt x="9983" y="2523"/>
                </a:lnTo>
                <a:lnTo>
                  <a:pt x="10159" y="2433"/>
                </a:lnTo>
                <a:lnTo>
                  <a:pt x="10298" y="2433"/>
                </a:lnTo>
                <a:lnTo>
                  <a:pt x="10486" y="2343"/>
                </a:lnTo>
                <a:lnTo>
                  <a:pt x="10662" y="2291"/>
                </a:lnTo>
                <a:lnTo>
                  <a:pt x="10801" y="2253"/>
                </a:lnTo>
                <a:lnTo>
                  <a:pt x="10989" y="2201"/>
                </a:lnTo>
                <a:lnTo>
                  <a:pt x="11165" y="2111"/>
                </a:lnTo>
                <a:lnTo>
                  <a:pt x="11304" y="2111"/>
                </a:lnTo>
                <a:lnTo>
                  <a:pt x="11492" y="2008"/>
                </a:lnTo>
                <a:lnTo>
                  <a:pt x="11668" y="1969"/>
                </a:lnTo>
                <a:lnTo>
                  <a:pt x="11807" y="1969"/>
                </a:lnTo>
                <a:lnTo>
                  <a:pt x="11995" y="1866"/>
                </a:lnTo>
                <a:lnTo>
                  <a:pt x="12171" y="1828"/>
                </a:lnTo>
                <a:lnTo>
                  <a:pt x="12310" y="1776"/>
                </a:lnTo>
                <a:lnTo>
                  <a:pt x="12498" y="1738"/>
                </a:lnTo>
                <a:lnTo>
                  <a:pt x="12674" y="1686"/>
                </a:lnTo>
                <a:lnTo>
                  <a:pt x="12813" y="1635"/>
                </a:lnTo>
                <a:lnTo>
                  <a:pt x="13001" y="1596"/>
                </a:lnTo>
                <a:lnTo>
                  <a:pt x="13177" y="1544"/>
                </a:lnTo>
                <a:lnTo>
                  <a:pt x="13316" y="1493"/>
                </a:lnTo>
                <a:lnTo>
                  <a:pt x="13504" y="1454"/>
                </a:lnTo>
                <a:lnTo>
                  <a:pt x="13693" y="1403"/>
                </a:lnTo>
                <a:lnTo>
                  <a:pt x="13919" y="1351"/>
                </a:lnTo>
                <a:lnTo>
                  <a:pt x="14095" y="1313"/>
                </a:lnTo>
                <a:lnTo>
                  <a:pt x="14322" y="1261"/>
                </a:lnTo>
                <a:lnTo>
                  <a:pt x="14510" y="1171"/>
                </a:lnTo>
                <a:lnTo>
                  <a:pt x="14699" y="1120"/>
                </a:lnTo>
                <a:lnTo>
                  <a:pt x="14837" y="1120"/>
                </a:lnTo>
                <a:lnTo>
                  <a:pt x="15013" y="1068"/>
                </a:lnTo>
                <a:lnTo>
                  <a:pt x="15202" y="1029"/>
                </a:lnTo>
                <a:lnTo>
                  <a:pt x="15340" y="978"/>
                </a:lnTo>
                <a:lnTo>
                  <a:pt x="15516" y="939"/>
                </a:lnTo>
                <a:lnTo>
                  <a:pt x="15705" y="888"/>
                </a:lnTo>
                <a:lnTo>
                  <a:pt x="15843" y="836"/>
                </a:lnTo>
                <a:lnTo>
                  <a:pt x="16019" y="798"/>
                </a:lnTo>
                <a:lnTo>
                  <a:pt x="16208" y="746"/>
                </a:lnTo>
                <a:lnTo>
                  <a:pt x="16346" y="746"/>
                </a:lnTo>
                <a:lnTo>
                  <a:pt x="16522" y="695"/>
                </a:lnTo>
                <a:lnTo>
                  <a:pt x="16711" y="656"/>
                </a:lnTo>
                <a:lnTo>
                  <a:pt x="16849" y="656"/>
                </a:lnTo>
                <a:lnTo>
                  <a:pt x="17025" y="605"/>
                </a:lnTo>
                <a:lnTo>
                  <a:pt x="17214" y="553"/>
                </a:lnTo>
                <a:lnTo>
                  <a:pt x="17352" y="514"/>
                </a:lnTo>
                <a:lnTo>
                  <a:pt x="17528" y="463"/>
                </a:lnTo>
                <a:lnTo>
                  <a:pt x="17717" y="411"/>
                </a:lnTo>
                <a:lnTo>
                  <a:pt x="17855" y="411"/>
                </a:lnTo>
                <a:lnTo>
                  <a:pt x="18031" y="373"/>
                </a:lnTo>
                <a:lnTo>
                  <a:pt x="18220" y="321"/>
                </a:lnTo>
                <a:lnTo>
                  <a:pt x="18358" y="321"/>
                </a:lnTo>
                <a:lnTo>
                  <a:pt x="18534" y="283"/>
                </a:lnTo>
                <a:lnTo>
                  <a:pt x="18722" y="231"/>
                </a:lnTo>
                <a:lnTo>
                  <a:pt x="18861" y="231"/>
                </a:lnTo>
                <a:lnTo>
                  <a:pt x="19037" y="180"/>
                </a:lnTo>
                <a:lnTo>
                  <a:pt x="19225" y="141"/>
                </a:lnTo>
                <a:lnTo>
                  <a:pt x="19364" y="141"/>
                </a:lnTo>
                <a:lnTo>
                  <a:pt x="19540" y="90"/>
                </a:lnTo>
                <a:lnTo>
                  <a:pt x="19728" y="38"/>
                </a:lnTo>
                <a:lnTo>
                  <a:pt x="19867" y="38"/>
                </a:lnTo>
                <a:lnTo>
                  <a:pt x="20043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6607677" y="2433376"/>
            <a:ext cx="20055" cy="991"/>
          </a:xfrm>
          <a:custGeom>
            <a:avLst/>
            <a:gdLst/>
            <a:ahLst/>
            <a:cxnLst/>
            <a:rect l="l" t="t" r="r" b="b"/>
            <a:pathLst>
              <a:path w="20055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1" y="849"/>
                </a:lnTo>
                <a:lnTo>
                  <a:pt x="829" y="849"/>
                </a:lnTo>
                <a:lnTo>
                  <a:pt x="1018" y="798"/>
                </a:lnTo>
                <a:lnTo>
                  <a:pt x="1194" y="798"/>
                </a:lnTo>
                <a:lnTo>
                  <a:pt x="1332" y="746"/>
                </a:lnTo>
                <a:lnTo>
                  <a:pt x="1521" y="746"/>
                </a:lnTo>
                <a:lnTo>
                  <a:pt x="1697" y="708"/>
                </a:lnTo>
                <a:lnTo>
                  <a:pt x="1835" y="708"/>
                </a:lnTo>
                <a:lnTo>
                  <a:pt x="2024" y="656"/>
                </a:lnTo>
                <a:lnTo>
                  <a:pt x="2200" y="656"/>
                </a:lnTo>
                <a:lnTo>
                  <a:pt x="2338" y="617"/>
                </a:lnTo>
                <a:lnTo>
                  <a:pt x="2527" y="617"/>
                </a:lnTo>
                <a:lnTo>
                  <a:pt x="2703" y="566"/>
                </a:lnTo>
                <a:lnTo>
                  <a:pt x="2841" y="566"/>
                </a:lnTo>
                <a:lnTo>
                  <a:pt x="3030" y="514"/>
                </a:lnTo>
                <a:lnTo>
                  <a:pt x="3206" y="514"/>
                </a:lnTo>
                <a:lnTo>
                  <a:pt x="3344" y="476"/>
                </a:lnTo>
                <a:lnTo>
                  <a:pt x="3533" y="476"/>
                </a:lnTo>
                <a:lnTo>
                  <a:pt x="3709" y="424"/>
                </a:lnTo>
                <a:lnTo>
                  <a:pt x="3847" y="424"/>
                </a:lnTo>
                <a:lnTo>
                  <a:pt x="4036" y="424"/>
                </a:lnTo>
                <a:lnTo>
                  <a:pt x="4212" y="373"/>
                </a:lnTo>
                <a:lnTo>
                  <a:pt x="4350" y="373"/>
                </a:lnTo>
                <a:lnTo>
                  <a:pt x="4539" y="373"/>
                </a:lnTo>
                <a:lnTo>
                  <a:pt x="4715" y="334"/>
                </a:lnTo>
                <a:lnTo>
                  <a:pt x="4853" y="334"/>
                </a:lnTo>
                <a:lnTo>
                  <a:pt x="5042" y="283"/>
                </a:lnTo>
                <a:lnTo>
                  <a:pt x="5218" y="283"/>
                </a:lnTo>
                <a:lnTo>
                  <a:pt x="5356" y="283"/>
                </a:lnTo>
                <a:lnTo>
                  <a:pt x="5545" y="283"/>
                </a:lnTo>
                <a:lnTo>
                  <a:pt x="5721" y="231"/>
                </a:lnTo>
                <a:lnTo>
                  <a:pt x="5859" y="231"/>
                </a:lnTo>
                <a:lnTo>
                  <a:pt x="6048" y="231"/>
                </a:lnTo>
                <a:lnTo>
                  <a:pt x="6224" y="193"/>
                </a:lnTo>
                <a:lnTo>
                  <a:pt x="6362" y="193"/>
                </a:lnTo>
                <a:lnTo>
                  <a:pt x="6551" y="193"/>
                </a:lnTo>
                <a:lnTo>
                  <a:pt x="6727" y="141"/>
                </a:lnTo>
                <a:lnTo>
                  <a:pt x="6865" y="141"/>
                </a:lnTo>
                <a:lnTo>
                  <a:pt x="7054" y="141"/>
                </a:lnTo>
                <a:lnTo>
                  <a:pt x="7242" y="141"/>
                </a:lnTo>
                <a:lnTo>
                  <a:pt x="7469" y="90"/>
                </a:lnTo>
                <a:lnTo>
                  <a:pt x="7645" y="90"/>
                </a:lnTo>
                <a:lnTo>
                  <a:pt x="7871" y="90"/>
                </a:lnTo>
                <a:lnTo>
                  <a:pt x="8060" y="90"/>
                </a:lnTo>
                <a:lnTo>
                  <a:pt x="8248" y="90"/>
                </a:lnTo>
                <a:lnTo>
                  <a:pt x="8386" y="51"/>
                </a:lnTo>
                <a:lnTo>
                  <a:pt x="8563" y="51"/>
                </a:lnTo>
                <a:lnTo>
                  <a:pt x="8751" y="51"/>
                </a:lnTo>
                <a:lnTo>
                  <a:pt x="8889" y="51"/>
                </a:lnTo>
                <a:lnTo>
                  <a:pt x="9066" y="51"/>
                </a:lnTo>
                <a:lnTo>
                  <a:pt x="9254" y="51"/>
                </a:lnTo>
                <a:lnTo>
                  <a:pt x="9392" y="51"/>
                </a:lnTo>
                <a:lnTo>
                  <a:pt x="9568" y="51"/>
                </a:lnTo>
                <a:lnTo>
                  <a:pt x="9757" y="0"/>
                </a:lnTo>
                <a:lnTo>
                  <a:pt x="9895" y="0"/>
                </a:lnTo>
                <a:lnTo>
                  <a:pt x="10071" y="0"/>
                </a:lnTo>
                <a:lnTo>
                  <a:pt x="10260" y="0"/>
                </a:lnTo>
                <a:lnTo>
                  <a:pt x="10398" y="0"/>
                </a:lnTo>
                <a:lnTo>
                  <a:pt x="10574" y="0"/>
                </a:lnTo>
                <a:lnTo>
                  <a:pt x="10763" y="0"/>
                </a:lnTo>
                <a:lnTo>
                  <a:pt x="10901" y="0"/>
                </a:lnTo>
                <a:lnTo>
                  <a:pt x="11077" y="0"/>
                </a:lnTo>
                <a:lnTo>
                  <a:pt x="11266" y="0"/>
                </a:lnTo>
                <a:lnTo>
                  <a:pt x="11404" y="0"/>
                </a:lnTo>
                <a:lnTo>
                  <a:pt x="11580" y="0"/>
                </a:lnTo>
                <a:lnTo>
                  <a:pt x="11769" y="0"/>
                </a:lnTo>
                <a:lnTo>
                  <a:pt x="11907" y="0"/>
                </a:lnTo>
                <a:lnTo>
                  <a:pt x="12083" y="0"/>
                </a:lnTo>
                <a:lnTo>
                  <a:pt x="12272" y="0"/>
                </a:lnTo>
                <a:lnTo>
                  <a:pt x="12410" y="0"/>
                </a:lnTo>
                <a:lnTo>
                  <a:pt x="12586" y="0"/>
                </a:lnTo>
                <a:lnTo>
                  <a:pt x="12775" y="0"/>
                </a:lnTo>
                <a:lnTo>
                  <a:pt x="12913" y="0"/>
                </a:lnTo>
                <a:lnTo>
                  <a:pt x="13089" y="0"/>
                </a:lnTo>
                <a:lnTo>
                  <a:pt x="13278" y="51"/>
                </a:lnTo>
                <a:lnTo>
                  <a:pt x="13416" y="51"/>
                </a:lnTo>
                <a:lnTo>
                  <a:pt x="13592" y="51"/>
                </a:lnTo>
                <a:lnTo>
                  <a:pt x="13781" y="51"/>
                </a:lnTo>
                <a:lnTo>
                  <a:pt x="13919" y="51"/>
                </a:lnTo>
                <a:lnTo>
                  <a:pt x="14095" y="51"/>
                </a:lnTo>
                <a:lnTo>
                  <a:pt x="14284" y="51"/>
                </a:lnTo>
                <a:lnTo>
                  <a:pt x="14422" y="90"/>
                </a:lnTo>
                <a:lnTo>
                  <a:pt x="14611" y="90"/>
                </a:lnTo>
                <a:lnTo>
                  <a:pt x="14787" y="90"/>
                </a:lnTo>
                <a:lnTo>
                  <a:pt x="14925" y="90"/>
                </a:lnTo>
                <a:lnTo>
                  <a:pt x="15114" y="90"/>
                </a:lnTo>
                <a:lnTo>
                  <a:pt x="15290" y="141"/>
                </a:lnTo>
                <a:lnTo>
                  <a:pt x="15428" y="141"/>
                </a:lnTo>
                <a:lnTo>
                  <a:pt x="15617" y="141"/>
                </a:lnTo>
                <a:lnTo>
                  <a:pt x="15793" y="141"/>
                </a:lnTo>
                <a:lnTo>
                  <a:pt x="15931" y="141"/>
                </a:lnTo>
                <a:lnTo>
                  <a:pt x="16120" y="193"/>
                </a:lnTo>
                <a:lnTo>
                  <a:pt x="16296" y="193"/>
                </a:lnTo>
                <a:lnTo>
                  <a:pt x="16434" y="193"/>
                </a:lnTo>
                <a:lnTo>
                  <a:pt x="16623" y="231"/>
                </a:lnTo>
                <a:lnTo>
                  <a:pt x="16799" y="231"/>
                </a:lnTo>
                <a:lnTo>
                  <a:pt x="16937" y="231"/>
                </a:lnTo>
                <a:lnTo>
                  <a:pt x="17126" y="231"/>
                </a:lnTo>
                <a:lnTo>
                  <a:pt x="17302" y="283"/>
                </a:lnTo>
                <a:lnTo>
                  <a:pt x="17440" y="283"/>
                </a:lnTo>
                <a:lnTo>
                  <a:pt x="17629" y="283"/>
                </a:lnTo>
                <a:lnTo>
                  <a:pt x="17805" y="334"/>
                </a:lnTo>
                <a:lnTo>
                  <a:pt x="17943" y="334"/>
                </a:lnTo>
                <a:lnTo>
                  <a:pt x="18132" y="334"/>
                </a:lnTo>
                <a:lnTo>
                  <a:pt x="18308" y="373"/>
                </a:lnTo>
                <a:lnTo>
                  <a:pt x="18446" y="373"/>
                </a:lnTo>
                <a:lnTo>
                  <a:pt x="18634" y="424"/>
                </a:lnTo>
                <a:lnTo>
                  <a:pt x="18811" y="424"/>
                </a:lnTo>
                <a:lnTo>
                  <a:pt x="18949" y="424"/>
                </a:lnTo>
                <a:lnTo>
                  <a:pt x="19137" y="476"/>
                </a:lnTo>
                <a:lnTo>
                  <a:pt x="19313" y="476"/>
                </a:lnTo>
                <a:lnTo>
                  <a:pt x="19452" y="514"/>
                </a:lnTo>
                <a:lnTo>
                  <a:pt x="19640" y="514"/>
                </a:lnTo>
                <a:lnTo>
                  <a:pt x="19816" y="566"/>
                </a:lnTo>
                <a:lnTo>
                  <a:pt x="19955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6627733" y="2433942"/>
            <a:ext cx="20043" cy="5716"/>
          </a:xfrm>
          <a:custGeom>
            <a:avLst/>
            <a:gdLst/>
            <a:ahLst/>
            <a:cxnLst/>
            <a:rect l="l" t="t" r="r" b="b"/>
            <a:pathLst>
              <a:path w="20043" h="5716">
                <a:moveTo>
                  <a:pt x="0" y="0"/>
                </a:moveTo>
                <a:lnTo>
                  <a:pt x="176" y="51"/>
                </a:lnTo>
                <a:lnTo>
                  <a:pt x="402" y="51"/>
                </a:lnTo>
                <a:lnTo>
                  <a:pt x="590" y="90"/>
                </a:lnTo>
                <a:lnTo>
                  <a:pt x="779" y="141"/>
                </a:lnTo>
                <a:lnTo>
                  <a:pt x="1005" y="141"/>
                </a:lnTo>
                <a:lnTo>
                  <a:pt x="1181" y="180"/>
                </a:lnTo>
                <a:lnTo>
                  <a:pt x="1408" y="231"/>
                </a:lnTo>
                <a:lnTo>
                  <a:pt x="1596" y="231"/>
                </a:lnTo>
                <a:lnTo>
                  <a:pt x="1785" y="283"/>
                </a:lnTo>
                <a:lnTo>
                  <a:pt x="1923" y="283"/>
                </a:lnTo>
                <a:lnTo>
                  <a:pt x="2099" y="321"/>
                </a:lnTo>
                <a:lnTo>
                  <a:pt x="2288" y="373"/>
                </a:lnTo>
                <a:lnTo>
                  <a:pt x="2426" y="373"/>
                </a:lnTo>
                <a:lnTo>
                  <a:pt x="2602" y="424"/>
                </a:lnTo>
                <a:lnTo>
                  <a:pt x="2791" y="463"/>
                </a:lnTo>
                <a:lnTo>
                  <a:pt x="2929" y="463"/>
                </a:lnTo>
                <a:lnTo>
                  <a:pt x="3105" y="514"/>
                </a:lnTo>
                <a:lnTo>
                  <a:pt x="3294" y="514"/>
                </a:lnTo>
                <a:lnTo>
                  <a:pt x="3432" y="566"/>
                </a:lnTo>
                <a:lnTo>
                  <a:pt x="3608" y="605"/>
                </a:lnTo>
                <a:lnTo>
                  <a:pt x="3797" y="605"/>
                </a:lnTo>
                <a:lnTo>
                  <a:pt x="3935" y="656"/>
                </a:lnTo>
                <a:lnTo>
                  <a:pt x="4111" y="708"/>
                </a:lnTo>
                <a:lnTo>
                  <a:pt x="4300" y="746"/>
                </a:lnTo>
                <a:lnTo>
                  <a:pt x="4438" y="746"/>
                </a:lnTo>
                <a:lnTo>
                  <a:pt x="4614" y="798"/>
                </a:lnTo>
                <a:lnTo>
                  <a:pt x="4803" y="836"/>
                </a:lnTo>
                <a:lnTo>
                  <a:pt x="4941" y="836"/>
                </a:lnTo>
                <a:lnTo>
                  <a:pt x="5117" y="888"/>
                </a:lnTo>
                <a:lnTo>
                  <a:pt x="5306" y="939"/>
                </a:lnTo>
                <a:lnTo>
                  <a:pt x="5444" y="939"/>
                </a:lnTo>
                <a:lnTo>
                  <a:pt x="5620" y="978"/>
                </a:lnTo>
                <a:lnTo>
                  <a:pt x="5809" y="1029"/>
                </a:lnTo>
                <a:lnTo>
                  <a:pt x="5947" y="1081"/>
                </a:lnTo>
                <a:lnTo>
                  <a:pt x="6123" y="1120"/>
                </a:lnTo>
                <a:lnTo>
                  <a:pt x="6312" y="1171"/>
                </a:lnTo>
                <a:lnTo>
                  <a:pt x="6450" y="1171"/>
                </a:lnTo>
                <a:lnTo>
                  <a:pt x="6626" y="1223"/>
                </a:lnTo>
                <a:lnTo>
                  <a:pt x="6815" y="1261"/>
                </a:lnTo>
                <a:lnTo>
                  <a:pt x="6953" y="1313"/>
                </a:lnTo>
                <a:lnTo>
                  <a:pt x="7129" y="1364"/>
                </a:lnTo>
                <a:lnTo>
                  <a:pt x="7318" y="1403"/>
                </a:lnTo>
                <a:lnTo>
                  <a:pt x="7456" y="1403"/>
                </a:lnTo>
                <a:lnTo>
                  <a:pt x="7632" y="1454"/>
                </a:lnTo>
                <a:lnTo>
                  <a:pt x="7821" y="1493"/>
                </a:lnTo>
                <a:lnTo>
                  <a:pt x="7959" y="1544"/>
                </a:lnTo>
                <a:lnTo>
                  <a:pt x="8148" y="1596"/>
                </a:lnTo>
                <a:lnTo>
                  <a:pt x="8324" y="1635"/>
                </a:lnTo>
                <a:lnTo>
                  <a:pt x="8462" y="1686"/>
                </a:lnTo>
                <a:lnTo>
                  <a:pt x="8651" y="1738"/>
                </a:lnTo>
                <a:lnTo>
                  <a:pt x="8827" y="1776"/>
                </a:lnTo>
                <a:lnTo>
                  <a:pt x="8965" y="1828"/>
                </a:lnTo>
                <a:lnTo>
                  <a:pt x="9154" y="1879"/>
                </a:lnTo>
                <a:lnTo>
                  <a:pt x="9330" y="1918"/>
                </a:lnTo>
                <a:lnTo>
                  <a:pt x="9468" y="1969"/>
                </a:lnTo>
                <a:lnTo>
                  <a:pt x="9656" y="2021"/>
                </a:lnTo>
                <a:lnTo>
                  <a:pt x="9833" y="2059"/>
                </a:lnTo>
                <a:lnTo>
                  <a:pt x="9971" y="2111"/>
                </a:lnTo>
                <a:lnTo>
                  <a:pt x="10159" y="2162"/>
                </a:lnTo>
                <a:lnTo>
                  <a:pt x="10336" y="2201"/>
                </a:lnTo>
                <a:lnTo>
                  <a:pt x="10474" y="2253"/>
                </a:lnTo>
                <a:lnTo>
                  <a:pt x="10662" y="2291"/>
                </a:lnTo>
                <a:lnTo>
                  <a:pt x="10838" y="2343"/>
                </a:lnTo>
                <a:lnTo>
                  <a:pt x="10977" y="2394"/>
                </a:lnTo>
                <a:lnTo>
                  <a:pt x="11165" y="2433"/>
                </a:lnTo>
                <a:lnTo>
                  <a:pt x="11341" y="2484"/>
                </a:lnTo>
                <a:lnTo>
                  <a:pt x="11480" y="2536"/>
                </a:lnTo>
                <a:lnTo>
                  <a:pt x="11668" y="2574"/>
                </a:lnTo>
                <a:lnTo>
                  <a:pt x="11844" y="2677"/>
                </a:lnTo>
                <a:lnTo>
                  <a:pt x="11983" y="2677"/>
                </a:lnTo>
                <a:lnTo>
                  <a:pt x="12171" y="2768"/>
                </a:lnTo>
                <a:lnTo>
                  <a:pt x="12347" y="2819"/>
                </a:lnTo>
                <a:lnTo>
                  <a:pt x="12486" y="2858"/>
                </a:lnTo>
                <a:lnTo>
                  <a:pt x="12674" y="2909"/>
                </a:lnTo>
                <a:lnTo>
                  <a:pt x="12850" y="2999"/>
                </a:lnTo>
                <a:lnTo>
                  <a:pt x="12989" y="2999"/>
                </a:lnTo>
                <a:lnTo>
                  <a:pt x="13177" y="3089"/>
                </a:lnTo>
                <a:lnTo>
                  <a:pt x="13353" y="3141"/>
                </a:lnTo>
                <a:lnTo>
                  <a:pt x="13492" y="3192"/>
                </a:lnTo>
                <a:lnTo>
                  <a:pt x="13680" y="3231"/>
                </a:lnTo>
                <a:lnTo>
                  <a:pt x="13856" y="3334"/>
                </a:lnTo>
                <a:lnTo>
                  <a:pt x="13995" y="3373"/>
                </a:lnTo>
                <a:lnTo>
                  <a:pt x="14183" y="3424"/>
                </a:lnTo>
                <a:lnTo>
                  <a:pt x="14372" y="3514"/>
                </a:lnTo>
                <a:lnTo>
                  <a:pt x="14598" y="3566"/>
                </a:lnTo>
                <a:lnTo>
                  <a:pt x="14774" y="3656"/>
                </a:lnTo>
                <a:lnTo>
                  <a:pt x="15001" y="3707"/>
                </a:lnTo>
                <a:lnTo>
                  <a:pt x="15189" y="3798"/>
                </a:lnTo>
                <a:lnTo>
                  <a:pt x="15378" y="3849"/>
                </a:lnTo>
                <a:lnTo>
                  <a:pt x="15604" y="3939"/>
                </a:lnTo>
                <a:lnTo>
                  <a:pt x="15780" y="3991"/>
                </a:lnTo>
                <a:lnTo>
                  <a:pt x="16019" y="4081"/>
                </a:lnTo>
                <a:lnTo>
                  <a:pt x="16195" y="4171"/>
                </a:lnTo>
                <a:lnTo>
                  <a:pt x="16384" y="4222"/>
                </a:lnTo>
                <a:lnTo>
                  <a:pt x="16522" y="4274"/>
                </a:lnTo>
                <a:lnTo>
                  <a:pt x="16698" y="4364"/>
                </a:lnTo>
                <a:lnTo>
                  <a:pt x="16887" y="4403"/>
                </a:lnTo>
                <a:lnTo>
                  <a:pt x="17025" y="4454"/>
                </a:lnTo>
                <a:lnTo>
                  <a:pt x="17201" y="4544"/>
                </a:lnTo>
                <a:lnTo>
                  <a:pt x="17390" y="4647"/>
                </a:lnTo>
                <a:lnTo>
                  <a:pt x="17528" y="4686"/>
                </a:lnTo>
                <a:lnTo>
                  <a:pt x="17704" y="4737"/>
                </a:lnTo>
                <a:lnTo>
                  <a:pt x="17893" y="4828"/>
                </a:lnTo>
                <a:lnTo>
                  <a:pt x="18031" y="4879"/>
                </a:lnTo>
                <a:lnTo>
                  <a:pt x="18207" y="4969"/>
                </a:lnTo>
                <a:lnTo>
                  <a:pt x="18396" y="5021"/>
                </a:lnTo>
                <a:lnTo>
                  <a:pt x="18534" y="5059"/>
                </a:lnTo>
                <a:lnTo>
                  <a:pt x="18710" y="5162"/>
                </a:lnTo>
                <a:lnTo>
                  <a:pt x="18899" y="5252"/>
                </a:lnTo>
                <a:lnTo>
                  <a:pt x="19037" y="5304"/>
                </a:lnTo>
                <a:lnTo>
                  <a:pt x="19213" y="5394"/>
                </a:lnTo>
                <a:lnTo>
                  <a:pt x="19402" y="5446"/>
                </a:lnTo>
                <a:lnTo>
                  <a:pt x="19540" y="5484"/>
                </a:lnTo>
                <a:lnTo>
                  <a:pt x="19716" y="5587"/>
                </a:lnTo>
                <a:lnTo>
                  <a:pt x="19904" y="5677"/>
                </a:lnTo>
                <a:lnTo>
                  <a:pt x="20043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6647776" y="2439659"/>
            <a:ext cx="19993" cy="11741"/>
          </a:xfrm>
          <a:custGeom>
            <a:avLst/>
            <a:gdLst/>
            <a:ahLst/>
            <a:cxnLst/>
            <a:rect l="l" t="t" r="r" b="b"/>
            <a:pathLst>
              <a:path w="19993" h="11741">
                <a:moveTo>
                  <a:pt x="0" y="0"/>
                </a:moveTo>
                <a:lnTo>
                  <a:pt x="176" y="102"/>
                </a:lnTo>
                <a:lnTo>
                  <a:pt x="364" y="193"/>
                </a:lnTo>
                <a:lnTo>
                  <a:pt x="502" y="244"/>
                </a:lnTo>
                <a:lnTo>
                  <a:pt x="679" y="334"/>
                </a:lnTo>
                <a:lnTo>
                  <a:pt x="867" y="424"/>
                </a:lnTo>
                <a:lnTo>
                  <a:pt x="1005" y="424"/>
                </a:lnTo>
                <a:lnTo>
                  <a:pt x="1181" y="527"/>
                </a:lnTo>
                <a:lnTo>
                  <a:pt x="1370" y="617"/>
                </a:lnTo>
                <a:lnTo>
                  <a:pt x="1508" y="669"/>
                </a:lnTo>
                <a:lnTo>
                  <a:pt x="1684" y="759"/>
                </a:lnTo>
                <a:lnTo>
                  <a:pt x="1873" y="849"/>
                </a:lnTo>
                <a:lnTo>
                  <a:pt x="2011" y="901"/>
                </a:lnTo>
                <a:lnTo>
                  <a:pt x="2200" y="991"/>
                </a:lnTo>
                <a:lnTo>
                  <a:pt x="2376" y="1081"/>
                </a:lnTo>
                <a:lnTo>
                  <a:pt x="2514" y="1132"/>
                </a:lnTo>
                <a:lnTo>
                  <a:pt x="2703" y="1223"/>
                </a:lnTo>
                <a:lnTo>
                  <a:pt x="2879" y="1326"/>
                </a:lnTo>
                <a:lnTo>
                  <a:pt x="3017" y="1364"/>
                </a:lnTo>
                <a:lnTo>
                  <a:pt x="3206" y="1506"/>
                </a:lnTo>
                <a:lnTo>
                  <a:pt x="3382" y="1596"/>
                </a:lnTo>
                <a:lnTo>
                  <a:pt x="3520" y="1647"/>
                </a:lnTo>
                <a:lnTo>
                  <a:pt x="3709" y="1738"/>
                </a:lnTo>
                <a:lnTo>
                  <a:pt x="3885" y="1841"/>
                </a:lnTo>
                <a:lnTo>
                  <a:pt x="4023" y="1879"/>
                </a:lnTo>
                <a:lnTo>
                  <a:pt x="4212" y="1982"/>
                </a:lnTo>
                <a:lnTo>
                  <a:pt x="4388" y="2072"/>
                </a:lnTo>
                <a:lnTo>
                  <a:pt x="4526" y="2111"/>
                </a:lnTo>
                <a:lnTo>
                  <a:pt x="4715" y="2253"/>
                </a:lnTo>
                <a:lnTo>
                  <a:pt x="4891" y="2356"/>
                </a:lnTo>
                <a:lnTo>
                  <a:pt x="5029" y="2394"/>
                </a:lnTo>
                <a:lnTo>
                  <a:pt x="5218" y="2497"/>
                </a:lnTo>
                <a:lnTo>
                  <a:pt x="5394" y="2587"/>
                </a:lnTo>
                <a:lnTo>
                  <a:pt x="5532" y="2639"/>
                </a:lnTo>
                <a:lnTo>
                  <a:pt x="5721" y="2780"/>
                </a:lnTo>
                <a:lnTo>
                  <a:pt x="5897" y="2871"/>
                </a:lnTo>
                <a:lnTo>
                  <a:pt x="6035" y="2909"/>
                </a:lnTo>
                <a:lnTo>
                  <a:pt x="6224" y="3012"/>
                </a:lnTo>
                <a:lnTo>
                  <a:pt x="6400" y="3154"/>
                </a:lnTo>
                <a:lnTo>
                  <a:pt x="6538" y="3192"/>
                </a:lnTo>
                <a:lnTo>
                  <a:pt x="6727" y="3295"/>
                </a:lnTo>
                <a:lnTo>
                  <a:pt x="6903" y="3386"/>
                </a:lnTo>
                <a:lnTo>
                  <a:pt x="7041" y="3437"/>
                </a:lnTo>
                <a:lnTo>
                  <a:pt x="7230" y="3566"/>
                </a:lnTo>
                <a:lnTo>
                  <a:pt x="7406" y="3669"/>
                </a:lnTo>
                <a:lnTo>
                  <a:pt x="7544" y="3707"/>
                </a:lnTo>
                <a:lnTo>
                  <a:pt x="7733" y="3849"/>
                </a:lnTo>
                <a:lnTo>
                  <a:pt x="7909" y="3952"/>
                </a:lnTo>
                <a:lnTo>
                  <a:pt x="8047" y="3991"/>
                </a:lnTo>
                <a:lnTo>
                  <a:pt x="8236" y="4132"/>
                </a:lnTo>
                <a:lnTo>
                  <a:pt x="8424" y="4222"/>
                </a:lnTo>
                <a:lnTo>
                  <a:pt x="8651" y="4325"/>
                </a:lnTo>
                <a:lnTo>
                  <a:pt x="8827" y="4467"/>
                </a:lnTo>
                <a:lnTo>
                  <a:pt x="9053" y="4557"/>
                </a:lnTo>
                <a:lnTo>
                  <a:pt x="9242" y="4699"/>
                </a:lnTo>
                <a:lnTo>
                  <a:pt x="9430" y="4789"/>
                </a:lnTo>
                <a:lnTo>
                  <a:pt x="9568" y="4892"/>
                </a:lnTo>
                <a:lnTo>
                  <a:pt x="9745" y="4982"/>
                </a:lnTo>
                <a:lnTo>
                  <a:pt x="9933" y="5124"/>
                </a:lnTo>
                <a:lnTo>
                  <a:pt x="10071" y="5162"/>
                </a:lnTo>
                <a:lnTo>
                  <a:pt x="10247" y="5265"/>
                </a:lnTo>
                <a:lnTo>
                  <a:pt x="10436" y="5407"/>
                </a:lnTo>
                <a:lnTo>
                  <a:pt x="10574" y="5446"/>
                </a:lnTo>
                <a:lnTo>
                  <a:pt x="10750" y="5587"/>
                </a:lnTo>
                <a:lnTo>
                  <a:pt x="10939" y="5677"/>
                </a:lnTo>
                <a:lnTo>
                  <a:pt x="11077" y="5780"/>
                </a:lnTo>
                <a:lnTo>
                  <a:pt x="11253" y="5870"/>
                </a:lnTo>
                <a:lnTo>
                  <a:pt x="11442" y="6012"/>
                </a:lnTo>
                <a:lnTo>
                  <a:pt x="11580" y="6064"/>
                </a:lnTo>
                <a:lnTo>
                  <a:pt x="11756" y="6205"/>
                </a:lnTo>
                <a:lnTo>
                  <a:pt x="11945" y="6295"/>
                </a:lnTo>
                <a:lnTo>
                  <a:pt x="12083" y="6385"/>
                </a:lnTo>
                <a:lnTo>
                  <a:pt x="12259" y="6476"/>
                </a:lnTo>
                <a:lnTo>
                  <a:pt x="12448" y="6617"/>
                </a:lnTo>
                <a:lnTo>
                  <a:pt x="12586" y="6669"/>
                </a:lnTo>
                <a:lnTo>
                  <a:pt x="12762" y="6810"/>
                </a:lnTo>
                <a:lnTo>
                  <a:pt x="12951" y="6952"/>
                </a:lnTo>
                <a:lnTo>
                  <a:pt x="13089" y="7003"/>
                </a:lnTo>
                <a:lnTo>
                  <a:pt x="13265" y="7132"/>
                </a:lnTo>
                <a:lnTo>
                  <a:pt x="13454" y="7235"/>
                </a:lnTo>
                <a:lnTo>
                  <a:pt x="13592" y="7325"/>
                </a:lnTo>
                <a:lnTo>
                  <a:pt x="13768" y="7467"/>
                </a:lnTo>
                <a:lnTo>
                  <a:pt x="13957" y="7557"/>
                </a:lnTo>
                <a:lnTo>
                  <a:pt x="14095" y="7660"/>
                </a:lnTo>
                <a:lnTo>
                  <a:pt x="14271" y="7750"/>
                </a:lnTo>
                <a:lnTo>
                  <a:pt x="14460" y="7892"/>
                </a:lnTo>
                <a:lnTo>
                  <a:pt x="14598" y="7982"/>
                </a:lnTo>
                <a:lnTo>
                  <a:pt x="14774" y="8072"/>
                </a:lnTo>
                <a:lnTo>
                  <a:pt x="14963" y="8214"/>
                </a:lnTo>
                <a:lnTo>
                  <a:pt x="15101" y="8317"/>
                </a:lnTo>
                <a:lnTo>
                  <a:pt x="15277" y="8445"/>
                </a:lnTo>
                <a:lnTo>
                  <a:pt x="15466" y="8548"/>
                </a:lnTo>
                <a:lnTo>
                  <a:pt x="15604" y="8639"/>
                </a:lnTo>
                <a:lnTo>
                  <a:pt x="15793" y="8780"/>
                </a:lnTo>
                <a:lnTo>
                  <a:pt x="15969" y="8922"/>
                </a:lnTo>
                <a:lnTo>
                  <a:pt x="16107" y="8973"/>
                </a:lnTo>
                <a:lnTo>
                  <a:pt x="16296" y="9115"/>
                </a:lnTo>
                <a:lnTo>
                  <a:pt x="16472" y="9244"/>
                </a:lnTo>
                <a:lnTo>
                  <a:pt x="16610" y="9295"/>
                </a:lnTo>
                <a:lnTo>
                  <a:pt x="16799" y="9437"/>
                </a:lnTo>
                <a:lnTo>
                  <a:pt x="16975" y="9578"/>
                </a:lnTo>
                <a:lnTo>
                  <a:pt x="17113" y="9669"/>
                </a:lnTo>
                <a:lnTo>
                  <a:pt x="17302" y="9810"/>
                </a:lnTo>
                <a:lnTo>
                  <a:pt x="17478" y="9952"/>
                </a:lnTo>
                <a:lnTo>
                  <a:pt x="17616" y="10003"/>
                </a:lnTo>
                <a:lnTo>
                  <a:pt x="17805" y="10145"/>
                </a:lnTo>
                <a:lnTo>
                  <a:pt x="17981" y="10287"/>
                </a:lnTo>
                <a:lnTo>
                  <a:pt x="18119" y="10377"/>
                </a:lnTo>
                <a:lnTo>
                  <a:pt x="18308" y="10518"/>
                </a:lnTo>
                <a:lnTo>
                  <a:pt x="18484" y="10660"/>
                </a:lnTo>
                <a:lnTo>
                  <a:pt x="18622" y="10699"/>
                </a:lnTo>
                <a:lnTo>
                  <a:pt x="18811" y="10840"/>
                </a:lnTo>
                <a:lnTo>
                  <a:pt x="18987" y="10982"/>
                </a:lnTo>
                <a:lnTo>
                  <a:pt x="19125" y="11085"/>
                </a:lnTo>
                <a:lnTo>
                  <a:pt x="19313" y="11226"/>
                </a:lnTo>
                <a:lnTo>
                  <a:pt x="19490" y="11355"/>
                </a:lnTo>
                <a:lnTo>
                  <a:pt x="19628" y="11458"/>
                </a:lnTo>
                <a:lnTo>
                  <a:pt x="19816" y="11600"/>
                </a:lnTo>
                <a:lnTo>
                  <a:pt x="19993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6667769" y="2451401"/>
            <a:ext cx="20055" cy="17587"/>
          </a:xfrm>
          <a:custGeom>
            <a:avLst/>
            <a:gdLst/>
            <a:ahLst/>
            <a:cxnLst/>
            <a:rect l="l" t="t" r="r" b="b"/>
            <a:pathLst>
              <a:path w="20055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1" y="463"/>
                </a:lnTo>
                <a:lnTo>
                  <a:pt x="829" y="605"/>
                </a:lnTo>
                <a:lnTo>
                  <a:pt x="1005" y="746"/>
                </a:lnTo>
                <a:lnTo>
                  <a:pt x="1144" y="836"/>
                </a:lnTo>
                <a:lnTo>
                  <a:pt x="1332" y="978"/>
                </a:lnTo>
                <a:lnTo>
                  <a:pt x="1508" y="1120"/>
                </a:lnTo>
                <a:lnTo>
                  <a:pt x="1647" y="1210"/>
                </a:lnTo>
                <a:lnTo>
                  <a:pt x="1835" y="1351"/>
                </a:lnTo>
                <a:lnTo>
                  <a:pt x="2024" y="1493"/>
                </a:lnTo>
                <a:lnTo>
                  <a:pt x="2250" y="1635"/>
                </a:lnTo>
                <a:lnTo>
                  <a:pt x="2426" y="1828"/>
                </a:lnTo>
                <a:lnTo>
                  <a:pt x="2653" y="1969"/>
                </a:lnTo>
                <a:lnTo>
                  <a:pt x="2841" y="2111"/>
                </a:lnTo>
                <a:lnTo>
                  <a:pt x="3030" y="2291"/>
                </a:lnTo>
                <a:lnTo>
                  <a:pt x="3168" y="2343"/>
                </a:lnTo>
                <a:lnTo>
                  <a:pt x="3344" y="2523"/>
                </a:lnTo>
                <a:lnTo>
                  <a:pt x="3533" y="2665"/>
                </a:lnTo>
                <a:lnTo>
                  <a:pt x="3671" y="2768"/>
                </a:lnTo>
                <a:lnTo>
                  <a:pt x="3847" y="2909"/>
                </a:lnTo>
                <a:lnTo>
                  <a:pt x="4036" y="3089"/>
                </a:lnTo>
                <a:lnTo>
                  <a:pt x="4174" y="3141"/>
                </a:lnTo>
                <a:lnTo>
                  <a:pt x="4350" y="3321"/>
                </a:lnTo>
                <a:lnTo>
                  <a:pt x="4539" y="3463"/>
                </a:lnTo>
                <a:lnTo>
                  <a:pt x="4677" y="3566"/>
                </a:lnTo>
                <a:lnTo>
                  <a:pt x="4853" y="3707"/>
                </a:lnTo>
                <a:lnTo>
                  <a:pt x="5042" y="3888"/>
                </a:lnTo>
                <a:lnTo>
                  <a:pt x="5180" y="3939"/>
                </a:lnTo>
                <a:lnTo>
                  <a:pt x="5356" y="4119"/>
                </a:lnTo>
                <a:lnTo>
                  <a:pt x="5545" y="4261"/>
                </a:lnTo>
                <a:lnTo>
                  <a:pt x="5683" y="4364"/>
                </a:lnTo>
                <a:lnTo>
                  <a:pt x="5859" y="4544"/>
                </a:lnTo>
                <a:lnTo>
                  <a:pt x="6048" y="4686"/>
                </a:lnTo>
                <a:lnTo>
                  <a:pt x="6186" y="4776"/>
                </a:lnTo>
                <a:lnTo>
                  <a:pt x="6362" y="4918"/>
                </a:lnTo>
                <a:lnTo>
                  <a:pt x="6551" y="5111"/>
                </a:lnTo>
                <a:lnTo>
                  <a:pt x="6689" y="5201"/>
                </a:lnTo>
                <a:lnTo>
                  <a:pt x="6865" y="5343"/>
                </a:lnTo>
                <a:lnTo>
                  <a:pt x="7054" y="5536"/>
                </a:lnTo>
                <a:lnTo>
                  <a:pt x="7192" y="5626"/>
                </a:lnTo>
                <a:lnTo>
                  <a:pt x="7368" y="5767"/>
                </a:lnTo>
                <a:lnTo>
                  <a:pt x="7557" y="5948"/>
                </a:lnTo>
                <a:lnTo>
                  <a:pt x="7695" y="6051"/>
                </a:lnTo>
                <a:lnTo>
                  <a:pt x="7871" y="6192"/>
                </a:lnTo>
                <a:lnTo>
                  <a:pt x="8060" y="6373"/>
                </a:lnTo>
                <a:lnTo>
                  <a:pt x="8198" y="6476"/>
                </a:lnTo>
                <a:lnTo>
                  <a:pt x="8374" y="6604"/>
                </a:lnTo>
                <a:lnTo>
                  <a:pt x="8563" y="6797"/>
                </a:lnTo>
                <a:lnTo>
                  <a:pt x="8701" y="6888"/>
                </a:lnTo>
                <a:lnTo>
                  <a:pt x="8877" y="7081"/>
                </a:lnTo>
                <a:lnTo>
                  <a:pt x="9066" y="7222"/>
                </a:lnTo>
                <a:lnTo>
                  <a:pt x="9204" y="7312"/>
                </a:lnTo>
                <a:lnTo>
                  <a:pt x="9392" y="7506"/>
                </a:lnTo>
                <a:lnTo>
                  <a:pt x="9568" y="7686"/>
                </a:lnTo>
                <a:lnTo>
                  <a:pt x="9707" y="7789"/>
                </a:lnTo>
                <a:lnTo>
                  <a:pt x="9895" y="7930"/>
                </a:lnTo>
                <a:lnTo>
                  <a:pt x="10071" y="8111"/>
                </a:lnTo>
                <a:lnTo>
                  <a:pt x="10210" y="8201"/>
                </a:lnTo>
                <a:lnTo>
                  <a:pt x="10398" y="8394"/>
                </a:lnTo>
                <a:lnTo>
                  <a:pt x="10574" y="8587"/>
                </a:lnTo>
                <a:lnTo>
                  <a:pt x="10713" y="8626"/>
                </a:lnTo>
                <a:lnTo>
                  <a:pt x="10901" y="8819"/>
                </a:lnTo>
                <a:lnTo>
                  <a:pt x="11077" y="8999"/>
                </a:lnTo>
                <a:lnTo>
                  <a:pt x="11216" y="9102"/>
                </a:lnTo>
                <a:lnTo>
                  <a:pt x="11404" y="9282"/>
                </a:lnTo>
                <a:lnTo>
                  <a:pt x="11580" y="9475"/>
                </a:lnTo>
                <a:lnTo>
                  <a:pt x="11719" y="9566"/>
                </a:lnTo>
                <a:lnTo>
                  <a:pt x="11907" y="9759"/>
                </a:lnTo>
                <a:lnTo>
                  <a:pt x="12083" y="9900"/>
                </a:lnTo>
                <a:lnTo>
                  <a:pt x="12222" y="9990"/>
                </a:lnTo>
                <a:lnTo>
                  <a:pt x="12410" y="10171"/>
                </a:lnTo>
                <a:lnTo>
                  <a:pt x="12586" y="10364"/>
                </a:lnTo>
                <a:lnTo>
                  <a:pt x="12725" y="10454"/>
                </a:lnTo>
                <a:lnTo>
                  <a:pt x="12913" y="10647"/>
                </a:lnTo>
                <a:lnTo>
                  <a:pt x="13089" y="10827"/>
                </a:lnTo>
                <a:lnTo>
                  <a:pt x="13228" y="10930"/>
                </a:lnTo>
                <a:lnTo>
                  <a:pt x="13416" y="11111"/>
                </a:lnTo>
                <a:lnTo>
                  <a:pt x="13592" y="11304"/>
                </a:lnTo>
                <a:lnTo>
                  <a:pt x="13731" y="11394"/>
                </a:lnTo>
                <a:lnTo>
                  <a:pt x="13919" y="11587"/>
                </a:lnTo>
                <a:lnTo>
                  <a:pt x="14095" y="11767"/>
                </a:lnTo>
                <a:lnTo>
                  <a:pt x="14234" y="11870"/>
                </a:lnTo>
                <a:lnTo>
                  <a:pt x="14422" y="12050"/>
                </a:lnTo>
                <a:lnTo>
                  <a:pt x="14598" y="12244"/>
                </a:lnTo>
                <a:lnTo>
                  <a:pt x="14736" y="12334"/>
                </a:lnTo>
                <a:lnTo>
                  <a:pt x="14925" y="12527"/>
                </a:lnTo>
                <a:lnTo>
                  <a:pt x="15101" y="12707"/>
                </a:lnTo>
                <a:lnTo>
                  <a:pt x="15239" y="12810"/>
                </a:lnTo>
                <a:lnTo>
                  <a:pt x="15428" y="12990"/>
                </a:lnTo>
                <a:lnTo>
                  <a:pt x="15617" y="13183"/>
                </a:lnTo>
                <a:lnTo>
                  <a:pt x="15742" y="13325"/>
                </a:lnTo>
                <a:lnTo>
                  <a:pt x="15931" y="13505"/>
                </a:lnTo>
                <a:lnTo>
                  <a:pt x="16120" y="13698"/>
                </a:lnTo>
                <a:lnTo>
                  <a:pt x="16346" y="13879"/>
                </a:lnTo>
                <a:lnTo>
                  <a:pt x="16522" y="14072"/>
                </a:lnTo>
                <a:lnTo>
                  <a:pt x="16761" y="14265"/>
                </a:lnTo>
                <a:lnTo>
                  <a:pt x="16937" y="14445"/>
                </a:lnTo>
                <a:lnTo>
                  <a:pt x="17025" y="14587"/>
                </a:lnTo>
                <a:lnTo>
                  <a:pt x="17264" y="14780"/>
                </a:lnTo>
                <a:lnTo>
                  <a:pt x="17440" y="14960"/>
                </a:lnTo>
                <a:lnTo>
                  <a:pt x="17629" y="15153"/>
                </a:lnTo>
                <a:lnTo>
                  <a:pt x="17767" y="15243"/>
                </a:lnTo>
                <a:lnTo>
                  <a:pt x="17943" y="15437"/>
                </a:lnTo>
                <a:lnTo>
                  <a:pt x="18031" y="15578"/>
                </a:lnTo>
                <a:lnTo>
                  <a:pt x="18270" y="15758"/>
                </a:lnTo>
                <a:lnTo>
                  <a:pt x="18446" y="15952"/>
                </a:lnTo>
                <a:lnTo>
                  <a:pt x="18634" y="16132"/>
                </a:lnTo>
                <a:lnTo>
                  <a:pt x="18773" y="16273"/>
                </a:lnTo>
                <a:lnTo>
                  <a:pt x="18949" y="16467"/>
                </a:lnTo>
                <a:lnTo>
                  <a:pt x="19137" y="16647"/>
                </a:lnTo>
                <a:lnTo>
                  <a:pt x="19276" y="16750"/>
                </a:lnTo>
                <a:lnTo>
                  <a:pt x="19364" y="16891"/>
                </a:lnTo>
                <a:lnTo>
                  <a:pt x="19552" y="17072"/>
                </a:lnTo>
                <a:lnTo>
                  <a:pt x="19779" y="17265"/>
                </a:lnTo>
                <a:lnTo>
                  <a:pt x="19955" y="17497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6687825" y="2468988"/>
            <a:ext cx="20043" cy="23136"/>
          </a:xfrm>
          <a:custGeom>
            <a:avLst/>
            <a:gdLst/>
            <a:ahLst/>
            <a:cxnLst/>
            <a:rect l="l" t="t" r="r" b="b"/>
            <a:pathLst>
              <a:path w="20043" h="23136">
                <a:moveTo>
                  <a:pt x="0" y="0"/>
                </a:moveTo>
                <a:lnTo>
                  <a:pt x="226" y="193"/>
                </a:lnTo>
                <a:lnTo>
                  <a:pt x="402" y="424"/>
                </a:lnTo>
                <a:lnTo>
                  <a:pt x="641" y="617"/>
                </a:lnTo>
                <a:lnTo>
                  <a:pt x="817" y="798"/>
                </a:lnTo>
                <a:lnTo>
                  <a:pt x="905" y="939"/>
                </a:lnTo>
                <a:lnTo>
                  <a:pt x="1144" y="1132"/>
                </a:lnTo>
                <a:lnTo>
                  <a:pt x="1320" y="1313"/>
                </a:lnTo>
                <a:lnTo>
                  <a:pt x="1408" y="1454"/>
                </a:lnTo>
                <a:lnTo>
                  <a:pt x="1647" y="1647"/>
                </a:lnTo>
                <a:lnTo>
                  <a:pt x="1823" y="1879"/>
                </a:lnTo>
                <a:lnTo>
                  <a:pt x="2011" y="2072"/>
                </a:lnTo>
                <a:lnTo>
                  <a:pt x="2150" y="2162"/>
                </a:lnTo>
                <a:lnTo>
                  <a:pt x="2238" y="2304"/>
                </a:lnTo>
                <a:lnTo>
                  <a:pt x="2414" y="2484"/>
                </a:lnTo>
                <a:lnTo>
                  <a:pt x="2653" y="2729"/>
                </a:lnTo>
                <a:lnTo>
                  <a:pt x="2829" y="2909"/>
                </a:lnTo>
                <a:lnTo>
                  <a:pt x="3017" y="3141"/>
                </a:lnTo>
                <a:lnTo>
                  <a:pt x="3156" y="3244"/>
                </a:lnTo>
                <a:lnTo>
                  <a:pt x="3332" y="3476"/>
                </a:lnTo>
                <a:lnTo>
                  <a:pt x="3520" y="3669"/>
                </a:lnTo>
                <a:lnTo>
                  <a:pt x="3659" y="3759"/>
                </a:lnTo>
                <a:lnTo>
                  <a:pt x="3747" y="3901"/>
                </a:lnTo>
                <a:lnTo>
                  <a:pt x="3935" y="4081"/>
                </a:lnTo>
                <a:lnTo>
                  <a:pt x="4023" y="4222"/>
                </a:lnTo>
                <a:lnTo>
                  <a:pt x="4162" y="4325"/>
                </a:lnTo>
                <a:lnTo>
                  <a:pt x="4338" y="4557"/>
                </a:lnTo>
                <a:lnTo>
                  <a:pt x="4526" y="4737"/>
                </a:lnTo>
                <a:lnTo>
                  <a:pt x="4665" y="4879"/>
                </a:lnTo>
                <a:lnTo>
                  <a:pt x="4841" y="5072"/>
                </a:lnTo>
                <a:lnTo>
                  <a:pt x="5029" y="5304"/>
                </a:lnTo>
                <a:lnTo>
                  <a:pt x="5168" y="5394"/>
                </a:lnTo>
                <a:lnTo>
                  <a:pt x="5256" y="5536"/>
                </a:lnTo>
                <a:lnTo>
                  <a:pt x="5444" y="5729"/>
                </a:lnTo>
                <a:lnTo>
                  <a:pt x="5532" y="5870"/>
                </a:lnTo>
                <a:lnTo>
                  <a:pt x="5670" y="5961"/>
                </a:lnTo>
                <a:lnTo>
                  <a:pt x="5847" y="6192"/>
                </a:lnTo>
                <a:lnTo>
                  <a:pt x="6035" y="6385"/>
                </a:lnTo>
                <a:lnTo>
                  <a:pt x="6173" y="6527"/>
                </a:lnTo>
                <a:lnTo>
                  <a:pt x="6349" y="6707"/>
                </a:lnTo>
                <a:lnTo>
                  <a:pt x="6450" y="6849"/>
                </a:lnTo>
                <a:lnTo>
                  <a:pt x="6676" y="7094"/>
                </a:lnTo>
                <a:lnTo>
                  <a:pt x="6865" y="7274"/>
                </a:lnTo>
                <a:lnTo>
                  <a:pt x="6953" y="7415"/>
                </a:lnTo>
                <a:lnTo>
                  <a:pt x="7179" y="7647"/>
                </a:lnTo>
                <a:lnTo>
                  <a:pt x="7368" y="7840"/>
                </a:lnTo>
                <a:lnTo>
                  <a:pt x="7456" y="7982"/>
                </a:lnTo>
                <a:lnTo>
                  <a:pt x="7682" y="8214"/>
                </a:lnTo>
                <a:lnTo>
                  <a:pt x="7871" y="8407"/>
                </a:lnTo>
                <a:lnTo>
                  <a:pt x="7959" y="8548"/>
                </a:lnTo>
                <a:lnTo>
                  <a:pt x="8185" y="8780"/>
                </a:lnTo>
                <a:lnTo>
                  <a:pt x="8374" y="9012"/>
                </a:lnTo>
                <a:lnTo>
                  <a:pt x="8550" y="9205"/>
                </a:lnTo>
                <a:lnTo>
                  <a:pt x="8688" y="9347"/>
                </a:lnTo>
                <a:lnTo>
                  <a:pt x="8877" y="9578"/>
                </a:lnTo>
                <a:lnTo>
                  <a:pt x="9053" y="9810"/>
                </a:lnTo>
                <a:lnTo>
                  <a:pt x="9191" y="9900"/>
                </a:lnTo>
                <a:lnTo>
                  <a:pt x="9279" y="10042"/>
                </a:lnTo>
                <a:lnTo>
                  <a:pt x="9468" y="10235"/>
                </a:lnTo>
                <a:lnTo>
                  <a:pt x="9556" y="10377"/>
                </a:lnTo>
                <a:lnTo>
                  <a:pt x="9694" y="10467"/>
                </a:lnTo>
                <a:lnTo>
                  <a:pt x="9782" y="10608"/>
                </a:lnTo>
                <a:lnTo>
                  <a:pt x="9971" y="10840"/>
                </a:lnTo>
                <a:lnTo>
                  <a:pt x="10197" y="11072"/>
                </a:lnTo>
                <a:lnTo>
                  <a:pt x="10386" y="11317"/>
                </a:lnTo>
                <a:lnTo>
                  <a:pt x="10562" y="11548"/>
                </a:lnTo>
                <a:lnTo>
                  <a:pt x="10700" y="11638"/>
                </a:lnTo>
                <a:lnTo>
                  <a:pt x="10801" y="11780"/>
                </a:lnTo>
                <a:lnTo>
                  <a:pt x="10977" y="12012"/>
                </a:lnTo>
                <a:lnTo>
                  <a:pt x="11203" y="12244"/>
                </a:lnTo>
                <a:lnTo>
                  <a:pt x="11392" y="12488"/>
                </a:lnTo>
                <a:lnTo>
                  <a:pt x="11568" y="12720"/>
                </a:lnTo>
                <a:lnTo>
                  <a:pt x="11706" y="12810"/>
                </a:lnTo>
                <a:lnTo>
                  <a:pt x="11807" y="12952"/>
                </a:lnTo>
                <a:lnTo>
                  <a:pt x="11983" y="13183"/>
                </a:lnTo>
                <a:lnTo>
                  <a:pt x="12071" y="13325"/>
                </a:lnTo>
                <a:lnTo>
                  <a:pt x="12209" y="13428"/>
                </a:lnTo>
                <a:lnTo>
                  <a:pt x="12310" y="13570"/>
                </a:lnTo>
                <a:lnTo>
                  <a:pt x="12486" y="13801"/>
                </a:lnTo>
                <a:lnTo>
                  <a:pt x="12712" y="14033"/>
                </a:lnTo>
                <a:lnTo>
                  <a:pt x="12901" y="14265"/>
                </a:lnTo>
                <a:lnTo>
                  <a:pt x="12989" y="14407"/>
                </a:lnTo>
                <a:lnTo>
                  <a:pt x="13215" y="14638"/>
                </a:lnTo>
                <a:lnTo>
                  <a:pt x="13404" y="14883"/>
                </a:lnTo>
                <a:lnTo>
                  <a:pt x="13592" y="15115"/>
                </a:lnTo>
                <a:lnTo>
                  <a:pt x="13718" y="15256"/>
                </a:lnTo>
                <a:lnTo>
                  <a:pt x="13907" y="15488"/>
                </a:lnTo>
                <a:lnTo>
                  <a:pt x="14095" y="15720"/>
                </a:lnTo>
                <a:lnTo>
                  <a:pt x="14234" y="15861"/>
                </a:lnTo>
                <a:lnTo>
                  <a:pt x="14410" y="16093"/>
                </a:lnTo>
                <a:lnTo>
                  <a:pt x="14598" y="16338"/>
                </a:lnTo>
                <a:lnTo>
                  <a:pt x="14736" y="16467"/>
                </a:lnTo>
                <a:lnTo>
                  <a:pt x="14913" y="16711"/>
                </a:lnTo>
                <a:lnTo>
                  <a:pt x="15101" y="16943"/>
                </a:lnTo>
                <a:lnTo>
                  <a:pt x="15239" y="17085"/>
                </a:lnTo>
                <a:lnTo>
                  <a:pt x="15415" y="17316"/>
                </a:lnTo>
                <a:lnTo>
                  <a:pt x="15504" y="17458"/>
                </a:lnTo>
                <a:lnTo>
                  <a:pt x="15742" y="17690"/>
                </a:lnTo>
                <a:lnTo>
                  <a:pt x="15918" y="17921"/>
                </a:lnTo>
                <a:lnTo>
                  <a:pt x="16006" y="18063"/>
                </a:lnTo>
                <a:lnTo>
                  <a:pt x="16245" y="18308"/>
                </a:lnTo>
                <a:lnTo>
                  <a:pt x="16333" y="18449"/>
                </a:lnTo>
                <a:lnTo>
                  <a:pt x="16522" y="18681"/>
                </a:lnTo>
                <a:lnTo>
                  <a:pt x="16610" y="18823"/>
                </a:lnTo>
                <a:lnTo>
                  <a:pt x="16748" y="18913"/>
                </a:lnTo>
                <a:lnTo>
                  <a:pt x="16836" y="19054"/>
                </a:lnTo>
                <a:lnTo>
                  <a:pt x="16924" y="19196"/>
                </a:lnTo>
                <a:lnTo>
                  <a:pt x="17113" y="19428"/>
                </a:lnTo>
                <a:lnTo>
                  <a:pt x="17251" y="19569"/>
                </a:lnTo>
                <a:lnTo>
                  <a:pt x="17339" y="19711"/>
                </a:lnTo>
                <a:lnTo>
                  <a:pt x="17528" y="19943"/>
                </a:lnTo>
                <a:lnTo>
                  <a:pt x="17616" y="20084"/>
                </a:lnTo>
                <a:lnTo>
                  <a:pt x="17754" y="20175"/>
                </a:lnTo>
                <a:lnTo>
                  <a:pt x="17842" y="20316"/>
                </a:lnTo>
                <a:lnTo>
                  <a:pt x="17930" y="20458"/>
                </a:lnTo>
                <a:lnTo>
                  <a:pt x="18119" y="20690"/>
                </a:lnTo>
                <a:lnTo>
                  <a:pt x="18257" y="20831"/>
                </a:lnTo>
                <a:lnTo>
                  <a:pt x="18345" y="20973"/>
                </a:lnTo>
                <a:lnTo>
                  <a:pt x="18534" y="21217"/>
                </a:lnTo>
                <a:lnTo>
                  <a:pt x="18622" y="21346"/>
                </a:lnTo>
                <a:lnTo>
                  <a:pt x="18760" y="21449"/>
                </a:lnTo>
                <a:lnTo>
                  <a:pt x="18848" y="21591"/>
                </a:lnTo>
                <a:lnTo>
                  <a:pt x="18936" y="21732"/>
                </a:lnTo>
                <a:lnTo>
                  <a:pt x="19037" y="21874"/>
                </a:lnTo>
                <a:lnTo>
                  <a:pt x="19263" y="22106"/>
                </a:lnTo>
                <a:lnTo>
                  <a:pt x="19351" y="22247"/>
                </a:lnTo>
                <a:lnTo>
                  <a:pt x="19439" y="22389"/>
                </a:lnTo>
                <a:lnTo>
                  <a:pt x="19628" y="22621"/>
                </a:lnTo>
                <a:lnTo>
                  <a:pt x="19766" y="22762"/>
                </a:lnTo>
                <a:lnTo>
                  <a:pt x="19854" y="22904"/>
                </a:lnTo>
                <a:lnTo>
                  <a:pt x="20043" y="23136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6707868" y="2492124"/>
            <a:ext cx="20043" cy="28389"/>
          </a:xfrm>
          <a:custGeom>
            <a:avLst/>
            <a:gdLst/>
            <a:ahLst/>
            <a:cxnLst/>
            <a:rect l="l" t="t" r="r" b="b"/>
            <a:pathLst>
              <a:path w="20043" h="28389">
                <a:moveTo>
                  <a:pt x="0" y="0"/>
                </a:moveTo>
                <a:lnTo>
                  <a:pt x="88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9" y="939"/>
                </a:lnTo>
                <a:lnTo>
                  <a:pt x="917" y="1171"/>
                </a:lnTo>
                <a:lnTo>
                  <a:pt x="1005" y="1313"/>
                </a:lnTo>
                <a:lnTo>
                  <a:pt x="1093" y="1454"/>
                </a:lnTo>
                <a:lnTo>
                  <a:pt x="1232" y="1596"/>
                </a:lnTo>
                <a:lnTo>
                  <a:pt x="1420" y="1828"/>
                </a:lnTo>
                <a:lnTo>
                  <a:pt x="1508" y="1969"/>
                </a:lnTo>
                <a:lnTo>
                  <a:pt x="1596" y="2111"/>
                </a:lnTo>
                <a:lnTo>
                  <a:pt x="1735" y="2253"/>
                </a:lnTo>
                <a:lnTo>
                  <a:pt x="1923" y="2484"/>
                </a:lnTo>
                <a:lnTo>
                  <a:pt x="2011" y="2626"/>
                </a:lnTo>
                <a:lnTo>
                  <a:pt x="2099" y="2768"/>
                </a:lnTo>
                <a:lnTo>
                  <a:pt x="2238" y="2909"/>
                </a:lnTo>
                <a:lnTo>
                  <a:pt x="2426" y="3141"/>
                </a:lnTo>
                <a:lnTo>
                  <a:pt x="2514" y="3283"/>
                </a:lnTo>
                <a:lnTo>
                  <a:pt x="2602" y="3424"/>
                </a:lnTo>
                <a:lnTo>
                  <a:pt x="2741" y="3566"/>
                </a:lnTo>
                <a:lnTo>
                  <a:pt x="2829" y="3707"/>
                </a:lnTo>
                <a:lnTo>
                  <a:pt x="2929" y="3849"/>
                </a:lnTo>
                <a:lnTo>
                  <a:pt x="3105" y="4081"/>
                </a:lnTo>
                <a:lnTo>
                  <a:pt x="3244" y="4222"/>
                </a:lnTo>
                <a:lnTo>
                  <a:pt x="3332" y="4364"/>
                </a:lnTo>
                <a:lnTo>
                  <a:pt x="3432" y="4506"/>
                </a:lnTo>
                <a:lnTo>
                  <a:pt x="3520" y="4647"/>
                </a:lnTo>
                <a:lnTo>
                  <a:pt x="3608" y="4789"/>
                </a:lnTo>
                <a:lnTo>
                  <a:pt x="3747" y="4879"/>
                </a:lnTo>
                <a:lnTo>
                  <a:pt x="3835" y="5021"/>
                </a:lnTo>
                <a:lnTo>
                  <a:pt x="3935" y="5162"/>
                </a:lnTo>
                <a:lnTo>
                  <a:pt x="4023" y="5304"/>
                </a:lnTo>
                <a:lnTo>
                  <a:pt x="4111" y="5446"/>
                </a:lnTo>
                <a:lnTo>
                  <a:pt x="4250" y="5587"/>
                </a:lnTo>
                <a:lnTo>
                  <a:pt x="4350" y="5729"/>
                </a:lnTo>
                <a:lnTo>
                  <a:pt x="4438" y="5870"/>
                </a:lnTo>
                <a:lnTo>
                  <a:pt x="4614" y="6102"/>
                </a:lnTo>
                <a:lnTo>
                  <a:pt x="4753" y="6244"/>
                </a:lnTo>
                <a:lnTo>
                  <a:pt x="4853" y="6385"/>
                </a:lnTo>
                <a:lnTo>
                  <a:pt x="4941" y="6527"/>
                </a:lnTo>
                <a:lnTo>
                  <a:pt x="5029" y="6656"/>
                </a:lnTo>
                <a:lnTo>
                  <a:pt x="5117" y="6797"/>
                </a:lnTo>
                <a:lnTo>
                  <a:pt x="5256" y="6939"/>
                </a:lnTo>
                <a:lnTo>
                  <a:pt x="5356" y="7081"/>
                </a:lnTo>
                <a:lnTo>
                  <a:pt x="5444" y="7222"/>
                </a:lnTo>
                <a:lnTo>
                  <a:pt x="5620" y="7454"/>
                </a:lnTo>
                <a:lnTo>
                  <a:pt x="5758" y="7596"/>
                </a:lnTo>
                <a:lnTo>
                  <a:pt x="5859" y="7737"/>
                </a:lnTo>
                <a:lnTo>
                  <a:pt x="5947" y="7879"/>
                </a:lnTo>
                <a:lnTo>
                  <a:pt x="6035" y="8021"/>
                </a:lnTo>
                <a:lnTo>
                  <a:pt x="6123" y="8162"/>
                </a:lnTo>
                <a:lnTo>
                  <a:pt x="6261" y="8304"/>
                </a:lnTo>
                <a:lnTo>
                  <a:pt x="6362" y="8445"/>
                </a:lnTo>
                <a:lnTo>
                  <a:pt x="6450" y="8587"/>
                </a:lnTo>
                <a:lnTo>
                  <a:pt x="6538" y="8729"/>
                </a:lnTo>
                <a:lnTo>
                  <a:pt x="6639" y="8870"/>
                </a:lnTo>
                <a:lnTo>
                  <a:pt x="6764" y="9012"/>
                </a:lnTo>
                <a:lnTo>
                  <a:pt x="6865" y="9154"/>
                </a:lnTo>
                <a:lnTo>
                  <a:pt x="6953" y="9295"/>
                </a:lnTo>
                <a:lnTo>
                  <a:pt x="7041" y="9437"/>
                </a:lnTo>
                <a:lnTo>
                  <a:pt x="7267" y="9669"/>
                </a:lnTo>
                <a:lnTo>
                  <a:pt x="7368" y="9810"/>
                </a:lnTo>
                <a:lnTo>
                  <a:pt x="7456" y="9952"/>
                </a:lnTo>
                <a:lnTo>
                  <a:pt x="7544" y="10093"/>
                </a:lnTo>
                <a:lnTo>
                  <a:pt x="7645" y="10222"/>
                </a:lnTo>
                <a:lnTo>
                  <a:pt x="7783" y="10364"/>
                </a:lnTo>
                <a:lnTo>
                  <a:pt x="7871" y="10505"/>
                </a:lnTo>
                <a:lnTo>
                  <a:pt x="7959" y="10647"/>
                </a:lnTo>
                <a:lnTo>
                  <a:pt x="8047" y="10789"/>
                </a:lnTo>
                <a:lnTo>
                  <a:pt x="8148" y="10930"/>
                </a:lnTo>
                <a:lnTo>
                  <a:pt x="8286" y="11072"/>
                </a:lnTo>
                <a:lnTo>
                  <a:pt x="8374" y="11214"/>
                </a:lnTo>
                <a:lnTo>
                  <a:pt x="8462" y="11355"/>
                </a:lnTo>
                <a:lnTo>
                  <a:pt x="8550" y="11497"/>
                </a:lnTo>
                <a:lnTo>
                  <a:pt x="8651" y="11638"/>
                </a:lnTo>
                <a:lnTo>
                  <a:pt x="8789" y="11780"/>
                </a:lnTo>
                <a:lnTo>
                  <a:pt x="8877" y="11922"/>
                </a:lnTo>
                <a:lnTo>
                  <a:pt x="8965" y="12063"/>
                </a:lnTo>
                <a:lnTo>
                  <a:pt x="9053" y="12205"/>
                </a:lnTo>
                <a:lnTo>
                  <a:pt x="9154" y="12334"/>
                </a:lnTo>
                <a:lnTo>
                  <a:pt x="9292" y="12475"/>
                </a:lnTo>
                <a:lnTo>
                  <a:pt x="9380" y="12617"/>
                </a:lnTo>
                <a:lnTo>
                  <a:pt x="9468" y="12759"/>
                </a:lnTo>
                <a:lnTo>
                  <a:pt x="9556" y="12900"/>
                </a:lnTo>
                <a:lnTo>
                  <a:pt x="9657" y="13042"/>
                </a:lnTo>
                <a:lnTo>
                  <a:pt x="9795" y="13183"/>
                </a:lnTo>
                <a:lnTo>
                  <a:pt x="9883" y="13325"/>
                </a:lnTo>
                <a:lnTo>
                  <a:pt x="9971" y="13467"/>
                </a:lnTo>
                <a:lnTo>
                  <a:pt x="10059" y="13660"/>
                </a:lnTo>
                <a:lnTo>
                  <a:pt x="10159" y="13789"/>
                </a:lnTo>
                <a:lnTo>
                  <a:pt x="10298" y="13930"/>
                </a:lnTo>
                <a:lnTo>
                  <a:pt x="10386" y="14072"/>
                </a:lnTo>
                <a:lnTo>
                  <a:pt x="10474" y="14213"/>
                </a:lnTo>
                <a:lnTo>
                  <a:pt x="10574" y="14355"/>
                </a:lnTo>
                <a:lnTo>
                  <a:pt x="10662" y="14497"/>
                </a:lnTo>
                <a:lnTo>
                  <a:pt x="10801" y="14638"/>
                </a:lnTo>
                <a:lnTo>
                  <a:pt x="10889" y="14780"/>
                </a:lnTo>
                <a:lnTo>
                  <a:pt x="10977" y="14922"/>
                </a:lnTo>
                <a:lnTo>
                  <a:pt x="11077" y="15063"/>
                </a:lnTo>
                <a:lnTo>
                  <a:pt x="11165" y="15205"/>
                </a:lnTo>
                <a:lnTo>
                  <a:pt x="11304" y="15346"/>
                </a:lnTo>
                <a:lnTo>
                  <a:pt x="11392" y="15488"/>
                </a:lnTo>
                <a:lnTo>
                  <a:pt x="11480" y="15630"/>
                </a:lnTo>
                <a:lnTo>
                  <a:pt x="11580" y="15771"/>
                </a:lnTo>
                <a:lnTo>
                  <a:pt x="11668" y="15952"/>
                </a:lnTo>
                <a:lnTo>
                  <a:pt x="11807" y="16093"/>
                </a:lnTo>
                <a:lnTo>
                  <a:pt x="11895" y="16235"/>
                </a:lnTo>
                <a:lnTo>
                  <a:pt x="11983" y="16376"/>
                </a:lnTo>
                <a:lnTo>
                  <a:pt x="12083" y="16518"/>
                </a:lnTo>
                <a:lnTo>
                  <a:pt x="12171" y="16660"/>
                </a:lnTo>
                <a:lnTo>
                  <a:pt x="12310" y="16801"/>
                </a:lnTo>
                <a:lnTo>
                  <a:pt x="12398" y="16943"/>
                </a:lnTo>
                <a:lnTo>
                  <a:pt x="12486" y="17085"/>
                </a:lnTo>
                <a:lnTo>
                  <a:pt x="12586" y="17213"/>
                </a:lnTo>
                <a:lnTo>
                  <a:pt x="12674" y="17355"/>
                </a:lnTo>
                <a:lnTo>
                  <a:pt x="12813" y="17548"/>
                </a:lnTo>
                <a:lnTo>
                  <a:pt x="12901" y="17690"/>
                </a:lnTo>
                <a:lnTo>
                  <a:pt x="12989" y="17831"/>
                </a:lnTo>
                <a:lnTo>
                  <a:pt x="13089" y="17973"/>
                </a:lnTo>
                <a:lnTo>
                  <a:pt x="13177" y="18115"/>
                </a:lnTo>
                <a:lnTo>
                  <a:pt x="13316" y="18256"/>
                </a:lnTo>
                <a:lnTo>
                  <a:pt x="13404" y="18398"/>
                </a:lnTo>
                <a:lnTo>
                  <a:pt x="13492" y="18539"/>
                </a:lnTo>
                <a:lnTo>
                  <a:pt x="13592" y="18720"/>
                </a:lnTo>
                <a:lnTo>
                  <a:pt x="13680" y="18861"/>
                </a:lnTo>
                <a:lnTo>
                  <a:pt x="13819" y="19003"/>
                </a:lnTo>
                <a:lnTo>
                  <a:pt x="13907" y="19145"/>
                </a:lnTo>
                <a:lnTo>
                  <a:pt x="14007" y="19286"/>
                </a:lnTo>
                <a:lnTo>
                  <a:pt x="14095" y="19428"/>
                </a:lnTo>
                <a:lnTo>
                  <a:pt x="14183" y="19569"/>
                </a:lnTo>
                <a:lnTo>
                  <a:pt x="14322" y="19750"/>
                </a:lnTo>
                <a:lnTo>
                  <a:pt x="14410" y="19891"/>
                </a:lnTo>
                <a:lnTo>
                  <a:pt x="14510" y="20033"/>
                </a:lnTo>
                <a:lnTo>
                  <a:pt x="14598" y="20175"/>
                </a:lnTo>
                <a:lnTo>
                  <a:pt x="14686" y="20316"/>
                </a:lnTo>
                <a:lnTo>
                  <a:pt x="14825" y="20458"/>
                </a:lnTo>
                <a:lnTo>
                  <a:pt x="14913" y="20651"/>
                </a:lnTo>
                <a:lnTo>
                  <a:pt x="15013" y="20780"/>
                </a:lnTo>
                <a:lnTo>
                  <a:pt x="15101" y="20921"/>
                </a:lnTo>
                <a:lnTo>
                  <a:pt x="15189" y="21063"/>
                </a:lnTo>
                <a:lnTo>
                  <a:pt x="15327" y="21205"/>
                </a:lnTo>
                <a:lnTo>
                  <a:pt x="15416" y="21346"/>
                </a:lnTo>
                <a:lnTo>
                  <a:pt x="15516" y="21539"/>
                </a:lnTo>
                <a:lnTo>
                  <a:pt x="15604" y="21681"/>
                </a:lnTo>
                <a:lnTo>
                  <a:pt x="15692" y="21823"/>
                </a:lnTo>
                <a:lnTo>
                  <a:pt x="15830" y="21964"/>
                </a:lnTo>
                <a:lnTo>
                  <a:pt x="15918" y="22106"/>
                </a:lnTo>
                <a:lnTo>
                  <a:pt x="16019" y="22286"/>
                </a:lnTo>
                <a:lnTo>
                  <a:pt x="16107" y="22428"/>
                </a:lnTo>
                <a:lnTo>
                  <a:pt x="16195" y="22569"/>
                </a:lnTo>
                <a:lnTo>
                  <a:pt x="16333" y="22711"/>
                </a:lnTo>
                <a:lnTo>
                  <a:pt x="16421" y="22853"/>
                </a:lnTo>
                <a:lnTo>
                  <a:pt x="16522" y="23033"/>
                </a:lnTo>
                <a:lnTo>
                  <a:pt x="16610" y="23174"/>
                </a:lnTo>
                <a:lnTo>
                  <a:pt x="16698" y="23316"/>
                </a:lnTo>
                <a:lnTo>
                  <a:pt x="16836" y="23458"/>
                </a:lnTo>
                <a:lnTo>
                  <a:pt x="16924" y="23599"/>
                </a:lnTo>
                <a:lnTo>
                  <a:pt x="17025" y="23792"/>
                </a:lnTo>
                <a:lnTo>
                  <a:pt x="17113" y="23934"/>
                </a:lnTo>
                <a:lnTo>
                  <a:pt x="17201" y="24076"/>
                </a:lnTo>
                <a:lnTo>
                  <a:pt x="17339" y="24217"/>
                </a:lnTo>
                <a:lnTo>
                  <a:pt x="17427" y="24398"/>
                </a:lnTo>
                <a:lnTo>
                  <a:pt x="17528" y="24539"/>
                </a:lnTo>
                <a:lnTo>
                  <a:pt x="17616" y="24681"/>
                </a:lnTo>
                <a:lnTo>
                  <a:pt x="17704" y="24822"/>
                </a:lnTo>
                <a:lnTo>
                  <a:pt x="17842" y="25003"/>
                </a:lnTo>
                <a:lnTo>
                  <a:pt x="17943" y="25144"/>
                </a:lnTo>
                <a:lnTo>
                  <a:pt x="18031" y="25286"/>
                </a:lnTo>
                <a:lnTo>
                  <a:pt x="18119" y="25428"/>
                </a:lnTo>
                <a:lnTo>
                  <a:pt x="18207" y="25621"/>
                </a:lnTo>
                <a:lnTo>
                  <a:pt x="18345" y="25762"/>
                </a:lnTo>
                <a:lnTo>
                  <a:pt x="18446" y="25904"/>
                </a:lnTo>
                <a:lnTo>
                  <a:pt x="18534" y="26046"/>
                </a:lnTo>
                <a:lnTo>
                  <a:pt x="18622" y="26226"/>
                </a:lnTo>
                <a:lnTo>
                  <a:pt x="18710" y="26367"/>
                </a:lnTo>
                <a:lnTo>
                  <a:pt x="18848" y="26509"/>
                </a:lnTo>
                <a:lnTo>
                  <a:pt x="18949" y="26651"/>
                </a:lnTo>
                <a:lnTo>
                  <a:pt x="19037" y="26844"/>
                </a:lnTo>
                <a:lnTo>
                  <a:pt x="19125" y="26985"/>
                </a:lnTo>
                <a:lnTo>
                  <a:pt x="19213" y="27114"/>
                </a:lnTo>
                <a:lnTo>
                  <a:pt x="19351" y="27256"/>
                </a:lnTo>
                <a:lnTo>
                  <a:pt x="19452" y="27449"/>
                </a:lnTo>
                <a:lnTo>
                  <a:pt x="19540" y="27591"/>
                </a:lnTo>
                <a:lnTo>
                  <a:pt x="19628" y="27732"/>
                </a:lnTo>
                <a:lnTo>
                  <a:pt x="19716" y="27912"/>
                </a:lnTo>
                <a:lnTo>
                  <a:pt x="19854" y="28054"/>
                </a:lnTo>
                <a:lnTo>
                  <a:pt x="19955" y="28196"/>
                </a:lnTo>
                <a:lnTo>
                  <a:pt x="20043" y="28389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6727912" y="2520513"/>
            <a:ext cx="20043" cy="33075"/>
          </a:xfrm>
          <a:custGeom>
            <a:avLst/>
            <a:gdLst/>
            <a:ahLst/>
            <a:cxnLst/>
            <a:rect l="l" t="t" r="r" b="b"/>
            <a:pathLst>
              <a:path w="20043" h="33075">
                <a:moveTo>
                  <a:pt x="0" y="0"/>
                </a:moveTo>
                <a:lnTo>
                  <a:pt x="88" y="141"/>
                </a:lnTo>
                <a:lnTo>
                  <a:pt x="188" y="283"/>
                </a:lnTo>
                <a:lnTo>
                  <a:pt x="314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1" y="1081"/>
                </a:lnTo>
                <a:lnTo>
                  <a:pt x="817" y="1223"/>
                </a:lnTo>
                <a:lnTo>
                  <a:pt x="917" y="1364"/>
                </a:lnTo>
                <a:lnTo>
                  <a:pt x="1005" y="1544"/>
                </a:lnTo>
                <a:lnTo>
                  <a:pt x="1093" y="1686"/>
                </a:lnTo>
                <a:lnTo>
                  <a:pt x="1194" y="1828"/>
                </a:lnTo>
                <a:lnTo>
                  <a:pt x="1332" y="2021"/>
                </a:lnTo>
                <a:lnTo>
                  <a:pt x="1420" y="2162"/>
                </a:lnTo>
                <a:lnTo>
                  <a:pt x="1508" y="2291"/>
                </a:lnTo>
                <a:lnTo>
                  <a:pt x="1596" y="2484"/>
                </a:lnTo>
                <a:lnTo>
                  <a:pt x="1697" y="2626"/>
                </a:lnTo>
                <a:lnTo>
                  <a:pt x="1835" y="2768"/>
                </a:lnTo>
                <a:lnTo>
                  <a:pt x="1923" y="2948"/>
                </a:lnTo>
                <a:lnTo>
                  <a:pt x="2011" y="3089"/>
                </a:lnTo>
                <a:lnTo>
                  <a:pt x="2099" y="3231"/>
                </a:lnTo>
                <a:lnTo>
                  <a:pt x="2200" y="3424"/>
                </a:lnTo>
                <a:lnTo>
                  <a:pt x="2338" y="3566"/>
                </a:lnTo>
                <a:lnTo>
                  <a:pt x="2426" y="3707"/>
                </a:lnTo>
                <a:lnTo>
                  <a:pt x="2514" y="3888"/>
                </a:lnTo>
                <a:lnTo>
                  <a:pt x="2602" y="4029"/>
                </a:lnTo>
                <a:lnTo>
                  <a:pt x="2703" y="4222"/>
                </a:lnTo>
                <a:lnTo>
                  <a:pt x="2841" y="4364"/>
                </a:lnTo>
                <a:lnTo>
                  <a:pt x="2929" y="4506"/>
                </a:lnTo>
                <a:lnTo>
                  <a:pt x="3017" y="4686"/>
                </a:lnTo>
                <a:lnTo>
                  <a:pt x="3105" y="4828"/>
                </a:lnTo>
                <a:lnTo>
                  <a:pt x="3206" y="4969"/>
                </a:lnTo>
                <a:lnTo>
                  <a:pt x="3344" y="5162"/>
                </a:lnTo>
                <a:lnTo>
                  <a:pt x="3432" y="5304"/>
                </a:lnTo>
                <a:lnTo>
                  <a:pt x="3520" y="5484"/>
                </a:lnTo>
                <a:lnTo>
                  <a:pt x="3608" y="5626"/>
                </a:lnTo>
                <a:lnTo>
                  <a:pt x="3709" y="5767"/>
                </a:lnTo>
                <a:lnTo>
                  <a:pt x="3847" y="5961"/>
                </a:lnTo>
                <a:lnTo>
                  <a:pt x="3935" y="6102"/>
                </a:lnTo>
                <a:lnTo>
                  <a:pt x="4023" y="6282"/>
                </a:lnTo>
                <a:lnTo>
                  <a:pt x="4124" y="6424"/>
                </a:lnTo>
                <a:lnTo>
                  <a:pt x="4212" y="6566"/>
                </a:lnTo>
                <a:lnTo>
                  <a:pt x="4350" y="6759"/>
                </a:lnTo>
                <a:lnTo>
                  <a:pt x="4438" y="6900"/>
                </a:lnTo>
                <a:lnTo>
                  <a:pt x="4526" y="7081"/>
                </a:lnTo>
                <a:lnTo>
                  <a:pt x="4627" y="7222"/>
                </a:lnTo>
                <a:lnTo>
                  <a:pt x="4715" y="7364"/>
                </a:lnTo>
                <a:lnTo>
                  <a:pt x="4853" y="7557"/>
                </a:lnTo>
                <a:lnTo>
                  <a:pt x="4941" y="7699"/>
                </a:lnTo>
                <a:lnTo>
                  <a:pt x="5029" y="7879"/>
                </a:lnTo>
                <a:lnTo>
                  <a:pt x="5130" y="8021"/>
                </a:lnTo>
                <a:lnTo>
                  <a:pt x="5218" y="8214"/>
                </a:lnTo>
                <a:lnTo>
                  <a:pt x="5356" y="8355"/>
                </a:lnTo>
                <a:lnTo>
                  <a:pt x="5444" y="8497"/>
                </a:lnTo>
                <a:lnTo>
                  <a:pt x="5532" y="8677"/>
                </a:lnTo>
                <a:lnTo>
                  <a:pt x="5633" y="8819"/>
                </a:lnTo>
                <a:lnTo>
                  <a:pt x="5721" y="9012"/>
                </a:lnTo>
                <a:lnTo>
                  <a:pt x="5859" y="9154"/>
                </a:lnTo>
                <a:lnTo>
                  <a:pt x="5947" y="9334"/>
                </a:lnTo>
                <a:lnTo>
                  <a:pt x="6035" y="9475"/>
                </a:lnTo>
                <a:lnTo>
                  <a:pt x="6136" y="9669"/>
                </a:lnTo>
                <a:lnTo>
                  <a:pt x="6224" y="9810"/>
                </a:lnTo>
                <a:lnTo>
                  <a:pt x="6362" y="9990"/>
                </a:lnTo>
                <a:lnTo>
                  <a:pt x="6450" y="10132"/>
                </a:lnTo>
                <a:lnTo>
                  <a:pt x="6538" y="10274"/>
                </a:lnTo>
                <a:lnTo>
                  <a:pt x="6639" y="10467"/>
                </a:lnTo>
                <a:lnTo>
                  <a:pt x="6727" y="10608"/>
                </a:lnTo>
                <a:lnTo>
                  <a:pt x="6865" y="10789"/>
                </a:lnTo>
                <a:lnTo>
                  <a:pt x="6953" y="10930"/>
                </a:lnTo>
                <a:lnTo>
                  <a:pt x="7041" y="11123"/>
                </a:lnTo>
                <a:lnTo>
                  <a:pt x="7142" y="11265"/>
                </a:lnTo>
                <a:lnTo>
                  <a:pt x="7230" y="11445"/>
                </a:lnTo>
                <a:lnTo>
                  <a:pt x="7368" y="11587"/>
                </a:lnTo>
                <a:lnTo>
                  <a:pt x="7456" y="11780"/>
                </a:lnTo>
                <a:lnTo>
                  <a:pt x="7544" y="11922"/>
                </a:lnTo>
                <a:lnTo>
                  <a:pt x="7645" y="12102"/>
                </a:lnTo>
                <a:lnTo>
                  <a:pt x="7733" y="12244"/>
                </a:lnTo>
                <a:lnTo>
                  <a:pt x="7871" y="12437"/>
                </a:lnTo>
                <a:lnTo>
                  <a:pt x="7959" y="12578"/>
                </a:lnTo>
                <a:lnTo>
                  <a:pt x="8060" y="12759"/>
                </a:lnTo>
                <a:lnTo>
                  <a:pt x="8148" y="12900"/>
                </a:lnTo>
                <a:lnTo>
                  <a:pt x="8236" y="13093"/>
                </a:lnTo>
                <a:lnTo>
                  <a:pt x="8374" y="13235"/>
                </a:lnTo>
                <a:lnTo>
                  <a:pt x="8462" y="13415"/>
                </a:lnTo>
                <a:lnTo>
                  <a:pt x="8563" y="13557"/>
                </a:lnTo>
                <a:lnTo>
                  <a:pt x="8651" y="13750"/>
                </a:lnTo>
                <a:lnTo>
                  <a:pt x="8739" y="13892"/>
                </a:lnTo>
                <a:lnTo>
                  <a:pt x="8877" y="14072"/>
                </a:lnTo>
                <a:lnTo>
                  <a:pt x="8965" y="14213"/>
                </a:lnTo>
                <a:lnTo>
                  <a:pt x="9066" y="14407"/>
                </a:lnTo>
                <a:lnTo>
                  <a:pt x="9154" y="14548"/>
                </a:lnTo>
                <a:lnTo>
                  <a:pt x="9242" y="14728"/>
                </a:lnTo>
                <a:lnTo>
                  <a:pt x="9380" y="14870"/>
                </a:lnTo>
                <a:lnTo>
                  <a:pt x="9468" y="15063"/>
                </a:lnTo>
                <a:lnTo>
                  <a:pt x="9568" y="15243"/>
                </a:lnTo>
                <a:lnTo>
                  <a:pt x="9657" y="15385"/>
                </a:lnTo>
                <a:lnTo>
                  <a:pt x="9745" y="15578"/>
                </a:lnTo>
                <a:lnTo>
                  <a:pt x="9883" y="15720"/>
                </a:lnTo>
                <a:lnTo>
                  <a:pt x="9971" y="15900"/>
                </a:lnTo>
                <a:lnTo>
                  <a:pt x="10071" y="16042"/>
                </a:lnTo>
                <a:lnTo>
                  <a:pt x="10159" y="16235"/>
                </a:lnTo>
                <a:lnTo>
                  <a:pt x="10247" y="16376"/>
                </a:lnTo>
                <a:lnTo>
                  <a:pt x="10386" y="16557"/>
                </a:lnTo>
                <a:lnTo>
                  <a:pt x="10474" y="16698"/>
                </a:lnTo>
                <a:lnTo>
                  <a:pt x="10574" y="16891"/>
                </a:lnTo>
                <a:lnTo>
                  <a:pt x="10662" y="17072"/>
                </a:lnTo>
                <a:lnTo>
                  <a:pt x="10750" y="17213"/>
                </a:lnTo>
                <a:lnTo>
                  <a:pt x="10889" y="17406"/>
                </a:lnTo>
                <a:lnTo>
                  <a:pt x="10977" y="17548"/>
                </a:lnTo>
                <a:lnTo>
                  <a:pt x="11077" y="17728"/>
                </a:lnTo>
                <a:lnTo>
                  <a:pt x="11165" y="17870"/>
                </a:lnTo>
                <a:lnTo>
                  <a:pt x="11253" y="18063"/>
                </a:lnTo>
                <a:lnTo>
                  <a:pt x="11392" y="18256"/>
                </a:lnTo>
                <a:lnTo>
                  <a:pt x="11492" y="18385"/>
                </a:lnTo>
                <a:lnTo>
                  <a:pt x="11580" y="18578"/>
                </a:lnTo>
                <a:lnTo>
                  <a:pt x="11668" y="18720"/>
                </a:lnTo>
                <a:lnTo>
                  <a:pt x="11756" y="18913"/>
                </a:lnTo>
                <a:lnTo>
                  <a:pt x="11895" y="19093"/>
                </a:lnTo>
                <a:lnTo>
                  <a:pt x="11995" y="19235"/>
                </a:lnTo>
                <a:lnTo>
                  <a:pt x="12083" y="19428"/>
                </a:lnTo>
                <a:lnTo>
                  <a:pt x="12171" y="19569"/>
                </a:lnTo>
                <a:lnTo>
                  <a:pt x="12259" y="19750"/>
                </a:lnTo>
                <a:lnTo>
                  <a:pt x="12398" y="19943"/>
                </a:lnTo>
                <a:lnTo>
                  <a:pt x="12498" y="20084"/>
                </a:lnTo>
                <a:lnTo>
                  <a:pt x="12586" y="20265"/>
                </a:lnTo>
                <a:lnTo>
                  <a:pt x="12674" y="20406"/>
                </a:lnTo>
                <a:lnTo>
                  <a:pt x="12762" y="20599"/>
                </a:lnTo>
                <a:lnTo>
                  <a:pt x="12901" y="20780"/>
                </a:lnTo>
                <a:lnTo>
                  <a:pt x="13001" y="20921"/>
                </a:lnTo>
                <a:lnTo>
                  <a:pt x="13089" y="21114"/>
                </a:lnTo>
                <a:lnTo>
                  <a:pt x="13177" y="21256"/>
                </a:lnTo>
                <a:lnTo>
                  <a:pt x="13265" y="21436"/>
                </a:lnTo>
                <a:lnTo>
                  <a:pt x="13404" y="21629"/>
                </a:lnTo>
                <a:lnTo>
                  <a:pt x="13504" y="21771"/>
                </a:lnTo>
                <a:lnTo>
                  <a:pt x="13592" y="21951"/>
                </a:lnTo>
                <a:lnTo>
                  <a:pt x="13680" y="22144"/>
                </a:lnTo>
                <a:lnTo>
                  <a:pt x="13781" y="22286"/>
                </a:lnTo>
                <a:lnTo>
                  <a:pt x="13907" y="22479"/>
                </a:lnTo>
                <a:lnTo>
                  <a:pt x="14007" y="22659"/>
                </a:lnTo>
                <a:lnTo>
                  <a:pt x="14095" y="22801"/>
                </a:lnTo>
                <a:lnTo>
                  <a:pt x="14183" y="22994"/>
                </a:lnTo>
                <a:lnTo>
                  <a:pt x="14284" y="23174"/>
                </a:lnTo>
                <a:lnTo>
                  <a:pt x="14410" y="23316"/>
                </a:lnTo>
                <a:lnTo>
                  <a:pt x="14510" y="23509"/>
                </a:lnTo>
                <a:lnTo>
                  <a:pt x="14598" y="23651"/>
                </a:lnTo>
                <a:lnTo>
                  <a:pt x="14686" y="23831"/>
                </a:lnTo>
                <a:lnTo>
                  <a:pt x="14787" y="24024"/>
                </a:lnTo>
                <a:lnTo>
                  <a:pt x="14913" y="24166"/>
                </a:lnTo>
                <a:lnTo>
                  <a:pt x="15013" y="24346"/>
                </a:lnTo>
                <a:lnTo>
                  <a:pt x="15101" y="24539"/>
                </a:lnTo>
                <a:lnTo>
                  <a:pt x="15189" y="24681"/>
                </a:lnTo>
                <a:lnTo>
                  <a:pt x="15290" y="24861"/>
                </a:lnTo>
                <a:lnTo>
                  <a:pt x="15428" y="25054"/>
                </a:lnTo>
                <a:lnTo>
                  <a:pt x="15516" y="25247"/>
                </a:lnTo>
                <a:lnTo>
                  <a:pt x="15604" y="25389"/>
                </a:lnTo>
                <a:lnTo>
                  <a:pt x="15692" y="25569"/>
                </a:lnTo>
                <a:lnTo>
                  <a:pt x="15793" y="25762"/>
                </a:lnTo>
                <a:lnTo>
                  <a:pt x="15931" y="25904"/>
                </a:lnTo>
                <a:lnTo>
                  <a:pt x="16019" y="26084"/>
                </a:lnTo>
                <a:lnTo>
                  <a:pt x="16107" y="26277"/>
                </a:lnTo>
                <a:lnTo>
                  <a:pt x="16195" y="26419"/>
                </a:lnTo>
                <a:lnTo>
                  <a:pt x="16296" y="26599"/>
                </a:lnTo>
                <a:lnTo>
                  <a:pt x="16434" y="26792"/>
                </a:lnTo>
                <a:lnTo>
                  <a:pt x="16522" y="26934"/>
                </a:lnTo>
                <a:lnTo>
                  <a:pt x="16610" y="27114"/>
                </a:lnTo>
                <a:lnTo>
                  <a:pt x="16698" y="27307"/>
                </a:lnTo>
                <a:lnTo>
                  <a:pt x="16799" y="27500"/>
                </a:lnTo>
                <a:lnTo>
                  <a:pt x="16937" y="27629"/>
                </a:lnTo>
                <a:lnTo>
                  <a:pt x="17025" y="27822"/>
                </a:lnTo>
                <a:lnTo>
                  <a:pt x="17113" y="28015"/>
                </a:lnTo>
                <a:lnTo>
                  <a:pt x="17201" y="28157"/>
                </a:lnTo>
                <a:lnTo>
                  <a:pt x="17302" y="28337"/>
                </a:lnTo>
                <a:lnTo>
                  <a:pt x="17440" y="28530"/>
                </a:lnTo>
                <a:lnTo>
                  <a:pt x="17528" y="28711"/>
                </a:lnTo>
                <a:lnTo>
                  <a:pt x="17616" y="28852"/>
                </a:lnTo>
                <a:lnTo>
                  <a:pt x="17717" y="29045"/>
                </a:lnTo>
                <a:lnTo>
                  <a:pt x="17805" y="29226"/>
                </a:lnTo>
                <a:lnTo>
                  <a:pt x="17943" y="29419"/>
                </a:lnTo>
                <a:lnTo>
                  <a:pt x="18031" y="29560"/>
                </a:lnTo>
                <a:lnTo>
                  <a:pt x="18119" y="29741"/>
                </a:lnTo>
                <a:lnTo>
                  <a:pt x="18220" y="29934"/>
                </a:lnTo>
                <a:lnTo>
                  <a:pt x="18308" y="30075"/>
                </a:lnTo>
                <a:lnTo>
                  <a:pt x="18446" y="30269"/>
                </a:lnTo>
                <a:lnTo>
                  <a:pt x="18534" y="30449"/>
                </a:lnTo>
                <a:lnTo>
                  <a:pt x="18622" y="30642"/>
                </a:lnTo>
                <a:lnTo>
                  <a:pt x="18723" y="30784"/>
                </a:lnTo>
                <a:lnTo>
                  <a:pt x="18811" y="30964"/>
                </a:lnTo>
                <a:lnTo>
                  <a:pt x="18949" y="31157"/>
                </a:lnTo>
                <a:lnTo>
                  <a:pt x="19037" y="31337"/>
                </a:lnTo>
                <a:lnTo>
                  <a:pt x="19125" y="31530"/>
                </a:lnTo>
                <a:lnTo>
                  <a:pt x="19225" y="31672"/>
                </a:lnTo>
                <a:lnTo>
                  <a:pt x="19314" y="31852"/>
                </a:lnTo>
                <a:lnTo>
                  <a:pt x="19452" y="32045"/>
                </a:lnTo>
                <a:lnTo>
                  <a:pt x="19540" y="32238"/>
                </a:lnTo>
                <a:lnTo>
                  <a:pt x="19628" y="32380"/>
                </a:lnTo>
                <a:lnTo>
                  <a:pt x="19728" y="32560"/>
                </a:lnTo>
                <a:lnTo>
                  <a:pt x="19816" y="32753"/>
                </a:lnTo>
                <a:lnTo>
                  <a:pt x="19955" y="32934"/>
                </a:lnTo>
                <a:lnTo>
                  <a:pt x="20043" y="33075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6747955" y="2553589"/>
            <a:ext cx="20043" cy="37401"/>
          </a:xfrm>
          <a:custGeom>
            <a:avLst/>
            <a:gdLst/>
            <a:ahLst/>
            <a:cxnLst/>
            <a:rect l="l" t="t" r="r" b="b"/>
            <a:pathLst>
              <a:path w="20043" h="37401">
                <a:moveTo>
                  <a:pt x="0" y="0"/>
                </a:moveTo>
                <a:lnTo>
                  <a:pt x="88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1" y="1274"/>
                </a:lnTo>
                <a:lnTo>
                  <a:pt x="779" y="1454"/>
                </a:lnTo>
                <a:lnTo>
                  <a:pt x="917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94" y="2162"/>
                </a:lnTo>
                <a:lnTo>
                  <a:pt x="1282" y="2343"/>
                </a:lnTo>
                <a:lnTo>
                  <a:pt x="1420" y="2536"/>
                </a:lnTo>
                <a:lnTo>
                  <a:pt x="1508" y="2729"/>
                </a:lnTo>
                <a:lnTo>
                  <a:pt x="1609" y="2871"/>
                </a:lnTo>
                <a:lnTo>
                  <a:pt x="1697" y="3051"/>
                </a:lnTo>
                <a:lnTo>
                  <a:pt x="1785" y="3244"/>
                </a:lnTo>
                <a:lnTo>
                  <a:pt x="1923" y="3424"/>
                </a:lnTo>
                <a:lnTo>
                  <a:pt x="2011" y="3617"/>
                </a:lnTo>
                <a:lnTo>
                  <a:pt x="2112" y="3759"/>
                </a:lnTo>
                <a:lnTo>
                  <a:pt x="2200" y="3939"/>
                </a:lnTo>
                <a:lnTo>
                  <a:pt x="2288" y="4132"/>
                </a:lnTo>
                <a:lnTo>
                  <a:pt x="2426" y="4313"/>
                </a:lnTo>
                <a:lnTo>
                  <a:pt x="2514" y="4506"/>
                </a:lnTo>
                <a:lnTo>
                  <a:pt x="2615" y="4699"/>
                </a:lnTo>
                <a:lnTo>
                  <a:pt x="2703" y="4879"/>
                </a:lnTo>
                <a:lnTo>
                  <a:pt x="2791" y="5021"/>
                </a:lnTo>
                <a:lnTo>
                  <a:pt x="2929" y="5214"/>
                </a:lnTo>
                <a:lnTo>
                  <a:pt x="3017" y="5394"/>
                </a:lnTo>
                <a:lnTo>
                  <a:pt x="3118" y="5587"/>
                </a:lnTo>
                <a:lnTo>
                  <a:pt x="3206" y="5767"/>
                </a:lnTo>
                <a:lnTo>
                  <a:pt x="3294" y="5961"/>
                </a:lnTo>
                <a:lnTo>
                  <a:pt x="3432" y="6102"/>
                </a:lnTo>
                <a:lnTo>
                  <a:pt x="3520" y="6295"/>
                </a:lnTo>
                <a:lnTo>
                  <a:pt x="3621" y="6476"/>
                </a:lnTo>
                <a:lnTo>
                  <a:pt x="3709" y="6669"/>
                </a:lnTo>
                <a:lnTo>
                  <a:pt x="3797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24" y="7415"/>
                </a:lnTo>
                <a:lnTo>
                  <a:pt x="4212" y="7557"/>
                </a:lnTo>
                <a:lnTo>
                  <a:pt x="4300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27" y="8304"/>
                </a:lnTo>
                <a:lnTo>
                  <a:pt x="4715" y="8497"/>
                </a:lnTo>
                <a:lnTo>
                  <a:pt x="4803" y="8677"/>
                </a:lnTo>
                <a:lnTo>
                  <a:pt x="4941" y="8870"/>
                </a:lnTo>
                <a:lnTo>
                  <a:pt x="5042" y="9063"/>
                </a:lnTo>
                <a:lnTo>
                  <a:pt x="5130" y="9205"/>
                </a:lnTo>
                <a:lnTo>
                  <a:pt x="5218" y="9385"/>
                </a:lnTo>
                <a:lnTo>
                  <a:pt x="5306" y="9578"/>
                </a:lnTo>
                <a:lnTo>
                  <a:pt x="5444" y="9759"/>
                </a:lnTo>
                <a:lnTo>
                  <a:pt x="5545" y="9952"/>
                </a:lnTo>
                <a:lnTo>
                  <a:pt x="5633" y="10132"/>
                </a:lnTo>
                <a:lnTo>
                  <a:pt x="5721" y="10325"/>
                </a:lnTo>
                <a:lnTo>
                  <a:pt x="5809" y="10518"/>
                </a:lnTo>
                <a:lnTo>
                  <a:pt x="5947" y="10699"/>
                </a:lnTo>
                <a:lnTo>
                  <a:pt x="6048" y="10892"/>
                </a:lnTo>
                <a:lnTo>
                  <a:pt x="6136" y="11072"/>
                </a:lnTo>
                <a:lnTo>
                  <a:pt x="6224" y="11214"/>
                </a:lnTo>
                <a:lnTo>
                  <a:pt x="6312" y="11407"/>
                </a:lnTo>
                <a:lnTo>
                  <a:pt x="6450" y="11587"/>
                </a:lnTo>
                <a:lnTo>
                  <a:pt x="6551" y="11780"/>
                </a:lnTo>
                <a:lnTo>
                  <a:pt x="6639" y="11973"/>
                </a:lnTo>
                <a:lnTo>
                  <a:pt x="6727" y="12153"/>
                </a:lnTo>
                <a:lnTo>
                  <a:pt x="6815" y="12347"/>
                </a:lnTo>
                <a:lnTo>
                  <a:pt x="6953" y="12527"/>
                </a:lnTo>
                <a:lnTo>
                  <a:pt x="7054" y="12720"/>
                </a:lnTo>
                <a:lnTo>
                  <a:pt x="7142" y="12900"/>
                </a:lnTo>
                <a:lnTo>
                  <a:pt x="7230" y="13093"/>
                </a:lnTo>
                <a:lnTo>
                  <a:pt x="7318" y="13286"/>
                </a:lnTo>
                <a:lnTo>
                  <a:pt x="7456" y="13467"/>
                </a:lnTo>
                <a:lnTo>
                  <a:pt x="7557" y="13660"/>
                </a:lnTo>
                <a:lnTo>
                  <a:pt x="7645" y="13840"/>
                </a:lnTo>
                <a:lnTo>
                  <a:pt x="7733" y="14033"/>
                </a:lnTo>
                <a:lnTo>
                  <a:pt x="7833" y="14213"/>
                </a:lnTo>
                <a:lnTo>
                  <a:pt x="7959" y="14407"/>
                </a:lnTo>
                <a:lnTo>
                  <a:pt x="8060" y="14548"/>
                </a:lnTo>
                <a:lnTo>
                  <a:pt x="8148" y="14741"/>
                </a:lnTo>
                <a:lnTo>
                  <a:pt x="8236" y="14922"/>
                </a:lnTo>
                <a:lnTo>
                  <a:pt x="8336" y="15115"/>
                </a:lnTo>
                <a:lnTo>
                  <a:pt x="8462" y="15295"/>
                </a:lnTo>
                <a:lnTo>
                  <a:pt x="8563" y="15488"/>
                </a:lnTo>
                <a:lnTo>
                  <a:pt x="8651" y="15668"/>
                </a:lnTo>
                <a:lnTo>
                  <a:pt x="8739" y="15861"/>
                </a:lnTo>
                <a:lnTo>
                  <a:pt x="8839" y="16055"/>
                </a:lnTo>
                <a:lnTo>
                  <a:pt x="8978" y="16235"/>
                </a:lnTo>
                <a:lnTo>
                  <a:pt x="9066" y="16428"/>
                </a:lnTo>
                <a:lnTo>
                  <a:pt x="9154" y="16608"/>
                </a:lnTo>
                <a:lnTo>
                  <a:pt x="9242" y="16801"/>
                </a:lnTo>
                <a:lnTo>
                  <a:pt x="9342" y="16982"/>
                </a:lnTo>
                <a:lnTo>
                  <a:pt x="9480" y="17175"/>
                </a:lnTo>
                <a:lnTo>
                  <a:pt x="9568" y="17368"/>
                </a:lnTo>
                <a:lnTo>
                  <a:pt x="9657" y="17548"/>
                </a:lnTo>
                <a:lnTo>
                  <a:pt x="9745" y="17741"/>
                </a:lnTo>
                <a:lnTo>
                  <a:pt x="9845" y="17921"/>
                </a:lnTo>
                <a:lnTo>
                  <a:pt x="9983" y="18115"/>
                </a:lnTo>
                <a:lnTo>
                  <a:pt x="10071" y="18308"/>
                </a:lnTo>
                <a:lnTo>
                  <a:pt x="10159" y="18488"/>
                </a:lnTo>
                <a:lnTo>
                  <a:pt x="10247" y="18681"/>
                </a:lnTo>
                <a:lnTo>
                  <a:pt x="10348" y="18861"/>
                </a:lnTo>
                <a:lnTo>
                  <a:pt x="10486" y="19054"/>
                </a:lnTo>
                <a:lnTo>
                  <a:pt x="10574" y="19235"/>
                </a:lnTo>
                <a:lnTo>
                  <a:pt x="10662" y="19428"/>
                </a:lnTo>
                <a:lnTo>
                  <a:pt x="10750" y="19621"/>
                </a:lnTo>
                <a:lnTo>
                  <a:pt x="10851" y="19801"/>
                </a:lnTo>
                <a:lnTo>
                  <a:pt x="10989" y="19994"/>
                </a:lnTo>
                <a:lnTo>
                  <a:pt x="11077" y="20175"/>
                </a:lnTo>
                <a:lnTo>
                  <a:pt x="11165" y="20368"/>
                </a:lnTo>
                <a:lnTo>
                  <a:pt x="11266" y="20548"/>
                </a:lnTo>
                <a:lnTo>
                  <a:pt x="11354" y="20741"/>
                </a:lnTo>
                <a:lnTo>
                  <a:pt x="11492" y="20934"/>
                </a:lnTo>
                <a:lnTo>
                  <a:pt x="11580" y="21114"/>
                </a:lnTo>
                <a:lnTo>
                  <a:pt x="11668" y="21346"/>
                </a:lnTo>
                <a:lnTo>
                  <a:pt x="11769" y="21539"/>
                </a:lnTo>
                <a:lnTo>
                  <a:pt x="11857" y="21732"/>
                </a:lnTo>
                <a:lnTo>
                  <a:pt x="11995" y="21913"/>
                </a:lnTo>
                <a:lnTo>
                  <a:pt x="12083" y="22106"/>
                </a:lnTo>
                <a:lnTo>
                  <a:pt x="12171" y="22286"/>
                </a:lnTo>
                <a:lnTo>
                  <a:pt x="12272" y="22479"/>
                </a:lnTo>
                <a:lnTo>
                  <a:pt x="12360" y="22659"/>
                </a:lnTo>
                <a:lnTo>
                  <a:pt x="12498" y="22853"/>
                </a:lnTo>
                <a:lnTo>
                  <a:pt x="12586" y="23046"/>
                </a:lnTo>
                <a:lnTo>
                  <a:pt x="12674" y="23226"/>
                </a:lnTo>
                <a:lnTo>
                  <a:pt x="12775" y="23419"/>
                </a:lnTo>
                <a:lnTo>
                  <a:pt x="12863" y="23599"/>
                </a:lnTo>
                <a:lnTo>
                  <a:pt x="13001" y="23792"/>
                </a:lnTo>
                <a:lnTo>
                  <a:pt x="13089" y="23986"/>
                </a:lnTo>
                <a:lnTo>
                  <a:pt x="13177" y="24166"/>
                </a:lnTo>
                <a:lnTo>
                  <a:pt x="13278" y="24359"/>
                </a:lnTo>
                <a:lnTo>
                  <a:pt x="13366" y="24591"/>
                </a:lnTo>
                <a:lnTo>
                  <a:pt x="13504" y="24771"/>
                </a:lnTo>
                <a:lnTo>
                  <a:pt x="13592" y="24964"/>
                </a:lnTo>
                <a:lnTo>
                  <a:pt x="13680" y="25157"/>
                </a:lnTo>
                <a:lnTo>
                  <a:pt x="13781" y="25337"/>
                </a:lnTo>
                <a:lnTo>
                  <a:pt x="13869" y="25531"/>
                </a:lnTo>
                <a:lnTo>
                  <a:pt x="14007" y="25711"/>
                </a:lnTo>
                <a:lnTo>
                  <a:pt x="14095" y="25904"/>
                </a:lnTo>
                <a:lnTo>
                  <a:pt x="14183" y="26097"/>
                </a:lnTo>
                <a:lnTo>
                  <a:pt x="14284" y="26277"/>
                </a:lnTo>
                <a:lnTo>
                  <a:pt x="14372" y="26470"/>
                </a:lnTo>
                <a:lnTo>
                  <a:pt x="14510" y="26651"/>
                </a:lnTo>
                <a:lnTo>
                  <a:pt x="14598" y="26882"/>
                </a:lnTo>
                <a:lnTo>
                  <a:pt x="14686" y="27076"/>
                </a:lnTo>
                <a:lnTo>
                  <a:pt x="14787" y="27269"/>
                </a:lnTo>
                <a:lnTo>
                  <a:pt x="14875" y="27449"/>
                </a:lnTo>
                <a:lnTo>
                  <a:pt x="15013" y="27642"/>
                </a:lnTo>
                <a:lnTo>
                  <a:pt x="15101" y="27822"/>
                </a:lnTo>
                <a:lnTo>
                  <a:pt x="15202" y="28015"/>
                </a:lnTo>
                <a:lnTo>
                  <a:pt x="15290" y="28209"/>
                </a:lnTo>
                <a:lnTo>
                  <a:pt x="15378" y="28389"/>
                </a:lnTo>
                <a:lnTo>
                  <a:pt x="15516" y="28621"/>
                </a:lnTo>
                <a:lnTo>
                  <a:pt x="15604" y="28814"/>
                </a:lnTo>
                <a:lnTo>
                  <a:pt x="15705" y="28994"/>
                </a:lnTo>
                <a:lnTo>
                  <a:pt x="15793" y="29187"/>
                </a:lnTo>
                <a:lnTo>
                  <a:pt x="15881" y="29380"/>
                </a:lnTo>
                <a:lnTo>
                  <a:pt x="16019" y="29560"/>
                </a:lnTo>
                <a:lnTo>
                  <a:pt x="16107" y="29754"/>
                </a:lnTo>
                <a:lnTo>
                  <a:pt x="16208" y="29934"/>
                </a:lnTo>
                <a:lnTo>
                  <a:pt x="16296" y="30178"/>
                </a:lnTo>
                <a:lnTo>
                  <a:pt x="16384" y="30359"/>
                </a:lnTo>
                <a:lnTo>
                  <a:pt x="16522" y="30552"/>
                </a:lnTo>
                <a:lnTo>
                  <a:pt x="16610" y="30732"/>
                </a:lnTo>
                <a:lnTo>
                  <a:pt x="16711" y="30925"/>
                </a:lnTo>
                <a:lnTo>
                  <a:pt x="16799" y="31105"/>
                </a:lnTo>
                <a:lnTo>
                  <a:pt x="16887" y="31299"/>
                </a:lnTo>
                <a:lnTo>
                  <a:pt x="17025" y="31530"/>
                </a:lnTo>
                <a:lnTo>
                  <a:pt x="17113" y="31723"/>
                </a:lnTo>
                <a:lnTo>
                  <a:pt x="17214" y="31904"/>
                </a:lnTo>
                <a:lnTo>
                  <a:pt x="17302" y="32097"/>
                </a:lnTo>
                <a:lnTo>
                  <a:pt x="17390" y="32290"/>
                </a:lnTo>
                <a:lnTo>
                  <a:pt x="17528" y="32470"/>
                </a:lnTo>
                <a:lnTo>
                  <a:pt x="17616" y="32702"/>
                </a:lnTo>
                <a:lnTo>
                  <a:pt x="17717" y="32895"/>
                </a:lnTo>
                <a:lnTo>
                  <a:pt x="17805" y="33088"/>
                </a:lnTo>
                <a:lnTo>
                  <a:pt x="17893" y="33268"/>
                </a:lnTo>
                <a:lnTo>
                  <a:pt x="18031" y="33462"/>
                </a:lnTo>
                <a:lnTo>
                  <a:pt x="18119" y="33642"/>
                </a:lnTo>
                <a:lnTo>
                  <a:pt x="18220" y="33874"/>
                </a:lnTo>
                <a:lnTo>
                  <a:pt x="18308" y="34067"/>
                </a:lnTo>
                <a:lnTo>
                  <a:pt x="18396" y="34260"/>
                </a:lnTo>
                <a:lnTo>
                  <a:pt x="18534" y="34440"/>
                </a:lnTo>
                <a:lnTo>
                  <a:pt x="18635" y="34633"/>
                </a:lnTo>
                <a:lnTo>
                  <a:pt x="18723" y="34813"/>
                </a:lnTo>
                <a:lnTo>
                  <a:pt x="18811" y="35058"/>
                </a:lnTo>
                <a:lnTo>
                  <a:pt x="18899" y="35238"/>
                </a:lnTo>
                <a:lnTo>
                  <a:pt x="19037" y="35431"/>
                </a:lnTo>
                <a:lnTo>
                  <a:pt x="19137" y="35612"/>
                </a:lnTo>
                <a:lnTo>
                  <a:pt x="19225" y="35805"/>
                </a:lnTo>
                <a:lnTo>
                  <a:pt x="19314" y="36037"/>
                </a:lnTo>
                <a:lnTo>
                  <a:pt x="19402" y="36230"/>
                </a:lnTo>
                <a:lnTo>
                  <a:pt x="19540" y="36410"/>
                </a:lnTo>
                <a:lnTo>
                  <a:pt x="19640" y="36603"/>
                </a:lnTo>
                <a:lnTo>
                  <a:pt x="19728" y="36783"/>
                </a:lnTo>
                <a:lnTo>
                  <a:pt x="19816" y="37028"/>
                </a:lnTo>
                <a:lnTo>
                  <a:pt x="19905" y="37208"/>
                </a:lnTo>
                <a:lnTo>
                  <a:pt x="20043" y="37401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6767998" y="2590991"/>
            <a:ext cx="20055" cy="41058"/>
          </a:xfrm>
          <a:custGeom>
            <a:avLst/>
            <a:gdLst/>
            <a:ahLst/>
            <a:cxnLst/>
            <a:rect l="l" t="t" r="r" b="b"/>
            <a:pathLst>
              <a:path w="20055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3" y="1171"/>
                </a:lnTo>
                <a:lnTo>
                  <a:pt x="691" y="1364"/>
                </a:lnTo>
                <a:lnTo>
                  <a:pt x="779" y="1596"/>
                </a:lnTo>
                <a:lnTo>
                  <a:pt x="867" y="1776"/>
                </a:lnTo>
                <a:lnTo>
                  <a:pt x="1005" y="1969"/>
                </a:lnTo>
                <a:lnTo>
                  <a:pt x="1106" y="2150"/>
                </a:lnTo>
                <a:lnTo>
                  <a:pt x="1194" y="2394"/>
                </a:lnTo>
                <a:lnTo>
                  <a:pt x="1282" y="2574"/>
                </a:lnTo>
                <a:lnTo>
                  <a:pt x="1383" y="2768"/>
                </a:lnTo>
                <a:lnTo>
                  <a:pt x="1508" y="2948"/>
                </a:lnTo>
                <a:lnTo>
                  <a:pt x="1609" y="3192"/>
                </a:lnTo>
                <a:lnTo>
                  <a:pt x="1697" y="3373"/>
                </a:lnTo>
                <a:lnTo>
                  <a:pt x="1785" y="3566"/>
                </a:lnTo>
                <a:lnTo>
                  <a:pt x="1886" y="3746"/>
                </a:lnTo>
                <a:lnTo>
                  <a:pt x="2011" y="3991"/>
                </a:lnTo>
                <a:lnTo>
                  <a:pt x="2112" y="4171"/>
                </a:lnTo>
                <a:lnTo>
                  <a:pt x="2200" y="4364"/>
                </a:lnTo>
                <a:lnTo>
                  <a:pt x="2288" y="4544"/>
                </a:lnTo>
                <a:lnTo>
                  <a:pt x="2389" y="4789"/>
                </a:lnTo>
                <a:lnTo>
                  <a:pt x="2527" y="4969"/>
                </a:lnTo>
                <a:lnTo>
                  <a:pt x="2615" y="5162"/>
                </a:lnTo>
                <a:lnTo>
                  <a:pt x="2703" y="5343"/>
                </a:lnTo>
                <a:lnTo>
                  <a:pt x="2791" y="5587"/>
                </a:lnTo>
                <a:lnTo>
                  <a:pt x="2892" y="5767"/>
                </a:lnTo>
                <a:lnTo>
                  <a:pt x="3030" y="5961"/>
                </a:lnTo>
                <a:lnTo>
                  <a:pt x="3118" y="6141"/>
                </a:lnTo>
                <a:lnTo>
                  <a:pt x="3206" y="6373"/>
                </a:lnTo>
                <a:lnTo>
                  <a:pt x="3294" y="6566"/>
                </a:lnTo>
                <a:lnTo>
                  <a:pt x="3395" y="6759"/>
                </a:lnTo>
                <a:lnTo>
                  <a:pt x="3533" y="6991"/>
                </a:lnTo>
                <a:lnTo>
                  <a:pt x="3621" y="7171"/>
                </a:lnTo>
                <a:lnTo>
                  <a:pt x="3709" y="7364"/>
                </a:lnTo>
                <a:lnTo>
                  <a:pt x="3797" y="7557"/>
                </a:lnTo>
                <a:lnTo>
                  <a:pt x="3898" y="7789"/>
                </a:lnTo>
                <a:lnTo>
                  <a:pt x="4036" y="7969"/>
                </a:lnTo>
                <a:lnTo>
                  <a:pt x="4124" y="8162"/>
                </a:lnTo>
                <a:lnTo>
                  <a:pt x="4212" y="8394"/>
                </a:lnTo>
                <a:lnTo>
                  <a:pt x="4300" y="8587"/>
                </a:lnTo>
                <a:lnTo>
                  <a:pt x="4400" y="8767"/>
                </a:lnTo>
                <a:lnTo>
                  <a:pt x="4539" y="8960"/>
                </a:lnTo>
                <a:lnTo>
                  <a:pt x="4627" y="9192"/>
                </a:lnTo>
                <a:lnTo>
                  <a:pt x="4715" y="9385"/>
                </a:lnTo>
                <a:lnTo>
                  <a:pt x="4815" y="9566"/>
                </a:lnTo>
                <a:lnTo>
                  <a:pt x="4903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18" y="10415"/>
                </a:lnTo>
                <a:lnTo>
                  <a:pt x="5318" y="10596"/>
                </a:lnTo>
                <a:lnTo>
                  <a:pt x="5406" y="10789"/>
                </a:lnTo>
                <a:lnTo>
                  <a:pt x="5545" y="10982"/>
                </a:lnTo>
                <a:lnTo>
                  <a:pt x="5633" y="11214"/>
                </a:lnTo>
                <a:lnTo>
                  <a:pt x="5721" y="11394"/>
                </a:lnTo>
                <a:lnTo>
                  <a:pt x="5821" y="11587"/>
                </a:lnTo>
                <a:lnTo>
                  <a:pt x="5909" y="11819"/>
                </a:lnTo>
                <a:lnTo>
                  <a:pt x="6048" y="12012"/>
                </a:lnTo>
                <a:lnTo>
                  <a:pt x="6136" y="12192"/>
                </a:lnTo>
                <a:lnTo>
                  <a:pt x="6224" y="12437"/>
                </a:lnTo>
                <a:lnTo>
                  <a:pt x="6324" y="12617"/>
                </a:lnTo>
                <a:lnTo>
                  <a:pt x="6412" y="12810"/>
                </a:lnTo>
                <a:lnTo>
                  <a:pt x="6551" y="13042"/>
                </a:lnTo>
                <a:lnTo>
                  <a:pt x="6639" y="13235"/>
                </a:lnTo>
                <a:lnTo>
                  <a:pt x="6727" y="13415"/>
                </a:lnTo>
                <a:lnTo>
                  <a:pt x="6827" y="13647"/>
                </a:lnTo>
                <a:lnTo>
                  <a:pt x="6915" y="13840"/>
                </a:lnTo>
                <a:lnTo>
                  <a:pt x="7054" y="14033"/>
                </a:lnTo>
                <a:lnTo>
                  <a:pt x="7142" y="14265"/>
                </a:lnTo>
                <a:lnTo>
                  <a:pt x="7230" y="14445"/>
                </a:lnTo>
                <a:lnTo>
                  <a:pt x="7330" y="14638"/>
                </a:lnTo>
                <a:lnTo>
                  <a:pt x="7418" y="14870"/>
                </a:lnTo>
                <a:lnTo>
                  <a:pt x="7557" y="15063"/>
                </a:lnTo>
                <a:lnTo>
                  <a:pt x="7645" y="15243"/>
                </a:lnTo>
                <a:lnTo>
                  <a:pt x="7733" y="15475"/>
                </a:lnTo>
                <a:lnTo>
                  <a:pt x="7833" y="15668"/>
                </a:lnTo>
                <a:lnTo>
                  <a:pt x="7921" y="15900"/>
                </a:lnTo>
                <a:lnTo>
                  <a:pt x="8060" y="16093"/>
                </a:lnTo>
                <a:lnTo>
                  <a:pt x="8148" y="16273"/>
                </a:lnTo>
                <a:lnTo>
                  <a:pt x="8236" y="16518"/>
                </a:lnTo>
                <a:lnTo>
                  <a:pt x="8336" y="16698"/>
                </a:lnTo>
                <a:lnTo>
                  <a:pt x="8424" y="16891"/>
                </a:lnTo>
                <a:lnTo>
                  <a:pt x="8563" y="17123"/>
                </a:lnTo>
                <a:lnTo>
                  <a:pt x="8651" y="17316"/>
                </a:lnTo>
                <a:lnTo>
                  <a:pt x="8751" y="17548"/>
                </a:lnTo>
                <a:lnTo>
                  <a:pt x="8839" y="17728"/>
                </a:lnTo>
                <a:lnTo>
                  <a:pt x="8927" y="17921"/>
                </a:lnTo>
                <a:lnTo>
                  <a:pt x="9066" y="18153"/>
                </a:lnTo>
                <a:lnTo>
                  <a:pt x="9154" y="18346"/>
                </a:lnTo>
                <a:lnTo>
                  <a:pt x="9254" y="18527"/>
                </a:lnTo>
                <a:lnTo>
                  <a:pt x="9342" y="18771"/>
                </a:lnTo>
                <a:lnTo>
                  <a:pt x="9430" y="18951"/>
                </a:lnTo>
                <a:lnTo>
                  <a:pt x="9568" y="19183"/>
                </a:lnTo>
                <a:lnTo>
                  <a:pt x="9657" y="19376"/>
                </a:lnTo>
                <a:lnTo>
                  <a:pt x="9757" y="19569"/>
                </a:lnTo>
                <a:lnTo>
                  <a:pt x="9845" y="19801"/>
                </a:lnTo>
                <a:lnTo>
                  <a:pt x="9933" y="19981"/>
                </a:lnTo>
                <a:lnTo>
                  <a:pt x="10071" y="20226"/>
                </a:lnTo>
                <a:lnTo>
                  <a:pt x="10159" y="20406"/>
                </a:lnTo>
                <a:lnTo>
                  <a:pt x="10260" y="20599"/>
                </a:lnTo>
                <a:lnTo>
                  <a:pt x="10348" y="20831"/>
                </a:lnTo>
                <a:lnTo>
                  <a:pt x="10436" y="21024"/>
                </a:lnTo>
                <a:lnTo>
                  <a:pt x="10574" y="21256"/>
                </a:lnTo>
                <a:lnTo>
                  <a:pt x="10662" y="21436"/>
                </a:lnTo>
                <a:lnTo>
                  <a:pt x="10763" y="21629"/>
                </a:lnTo>
                <a:lnTo>
                  <a:pt x="10851" y="21861"/>
                </a:lnTo>
                <a:lnTo>
                  <a:pt x="10939" y="22054"/>
                </a:lnTo>
                <a:lnTo>
                  <a:pt x="11077" y="22286"/>
                </a:lnTo>
                <a:lnTo>
                  <a:pt x="11165" y="22479"/>
                </a:lnTo>
                <a:lnTo>
                  <a:pt x="11266" y="22659"/>
                </a:lnTo>
                <a:lnTo>
                  <a:pt x="11354" y="22891"/>
                </a:lnTo>
                <a:lnTo>
                  <a:pt x="11492" y="23084"/>
                </a:lnTo>
                <a:lnTo>
                  <a:pt x="11580" y="23316"/>
                </a:lnTo>
                <a:lnTo>
                  <a:pt x="11668" y="23509"/>
                </a:lnTo>
                <a:lnTo>
                  <a:pt x="11769" y="23741"/>
                </a:lnTo>
                <a:lnTo>
                  <a:pt x="11857" y="23921"/>
                </a:lnTo>
                <a:lnTo>
                  <a:pt x="11995" y="24114"/>
                </a:lnTo>
                <a:lnTo>
                  <a:pt x="12083" y="24346"/>
                </a:lnTo>
                <a:lnTo>
                  <a:pt x="12171" y="24539"/>
                </a:lnTo>
                <a:lnTo>
                  <a:pt x="12272" y="24771"/>
                </a:lnTo>
                <a:lnTo>
                  <a:pt x="12360" y="24964"/>
                </a:lnTo>
                <a:lnTo>
                  <a:pt x="12498" y="25196"/>
                </a:lnTo>
                <a:lnTo>
                  <a:pt x="12586" y="25376"/>
                </a:lnTo>
                <a:lnTo>
                  <a:pt x="12687" y="25621"/>
                </a:lnTo>
                <a:lnTo>
                  <a:pt x="12775" y="25801"/>
                </a:lnTo>
                <a:lnTo>
                  <a:pt x="12863" y="25994"/>
                </a:lnTo>
                <a:lnTo>
                  <a:pt x="13001" y="26226"/>
                </a:lnTo>
                <a:lnTo>
                  <a:pt x="13089" y="26419"/>
                </a:lnTo>
                <a:lnTo>
                  <a:pt x="13190" y="26651"/>
                </a:lnTo>
                <a:lnTo>
                  <a:pt x="13278" y="26831"/>
                </a:lnTo>
                <a:lnTo>
                  <a:pt x="13366" y="27076"/>
                </a:lnTo>
                <a:lnTo>
                  <a:pt x="13504" y="27256"/>
                </a:lnTo>
                <a:lnTo>
                  <a:pt x="13592" y="27488"/>
                </a:lnTo>
                <a:lnTo>
                  <a:pt x="13693" y="27681"/>
                </a:lnTo>
                <a:lnTo>
                  <a:pt x="13781" y="27912"/>
                </a:lnTo>
                <a:lnTo>
                  <a:pt x="13869" y="28106"/>
                </a:lnTo>
                <a:lnTo>
                  <a:pt x="14007" y="28286"/>
                </a:lnTo>
                <a:lnTo>
                  <a:pt x="14095" y="28530"/>
                </a:lnTo>
                <a:lnTo>
                  <a:pt x="14196" y="28711"/>
                </a:lnTo>
                <a:lnTo>
                  <a:pt x="14284" y="28942"/>
                </a:lnTo>
                <a:lnTo>
                  <a:pt x="14372" y="29136"/>
                </a:lnTo>
                <a:lnTo>
                  <a:pt x="14510" y="29367"/>
                </a:lnTo>
                <a:lnTo>
                  <a:pt x="14598" y="29560"/>
                </a:lnTo>
                <a:lnTo>
                  <a:pt x="14699" y="29792"/>
                </a:lnTo>
                <a:lnTo>
                  <a:pt x="14787" y="29985"/>
                </a:lnTo>
                <a:lnTo>
                  <a:pt x="14875" y="30217"/>
                </a:lnTo>
                <a:lnTo>
                  <a:pt x="15013" y="30397"/>
                </a:lnTo>
                <a:lnTo>
                  <a:pt x="15101" y="30642"/>
                </a:lnTo>
                <a:lnTo>
                  <a:pt x="15202" y="30822"/>
                </a:lnTo>
                <a:lnTo>
                  <a:pt x="15290" y="31054"/>
                </a:lnTo>
                <a:lnTo>
                  <a:pt x="15378" y="31247"/>
                </a:lnTo>
                <a:lnTo>
                  <a:pt x="15516" y="31479"/>
                </a:lnTo>
                <a:lnTo>
                  <a:pt x="15604" y="31672"/>
                </a:lnTo>
                <a:lnTo>
                  <a:pt x="15705" y="31904"/>
                </a:lnTo>
                <a:lnTo>
                  <a:pt x="15793" y="32097"/>
                </a:lnTo>
                <a:lnTo>
                  <a:pt x="15881" y="32329"/>
                </a:lnTo>
                <a:lnTo>
                  <a:pt x="16019" y="32509"/>
                </a:lnTo>
                <a:lnTo>
                  <a:pt x="16120" y="32753"/>
                </a:lnTo>
                <a:lnTo>
                  <a:pt x="16208" y="32934"/>
                </a:lnTo>
                <a:lnTo>
                  <a:pt x="16296" y="33165"/>
                </a:lnTo>
                <a:lnTo>
                  <a:pt x="16384" y="33359"/>
                </a:lnTo>
                <a:lnTo>
                  <a:pt x="16522" y="33590"/>
                </a:lnTo>
                <a:lnTo>
                  <a:pt x="16623" y="33783"/>
                </a:lnTo>
                <a:lnTo>
                  <a:pt x="16711" y="34015"/>
                </a:lnTo>
                <a:lnTo>
                  <a:pt x="16799" y="34208"/>
                </a:lnTo>
                <a:lnTo>
                  <a:pt x="16887" y="34440"/>
                </a:lnTo>
                <a:lnTo>
                  <a:pt x="17025" y="34620"/>
                </a:lnTo>
                <a:lnTo>
                  <a:pt x="17126" y="34865"/>
                </a:lnTo>
                <a:lnTo>
                  <a:pt x="17214" y="35045"/>
                </a:lnTo>
                <a:lnTo>
                  <a:pt x="17302" y="35277"/>
                </a:lnTo>
                <a:lnTo>
                  <a:pt x="17390" y="35470"/>
                </a:lnTo>
                <a:lnTo>
                  <a:pt x="17528" y="35702"/>
                </a:lnTo>
                <a:lnTo>
                  <a:pt x="17629" y="35895"/>
                </a:lnTo>
                <a:lnTo>
                  <a:pt x="17717" y="36127"/>
                </a:lnTo>
                <a:lnTo>
                  <a:pt x="17805" y="36320"/>
                </a:lnTo>
                <a:lnTo>
                  <a:pt x="17893" y="36552"/>
                </a:lnTo>
                <a:lnTo>
                  <a:pt x="18031" y="36783"/>
                </a:lnTo>
                <a:lnTo>
                  <a:pt x="18132" y="36976"/>
                </a:lnTo>
                <a:lnTo>
                  <a:pt x="18220" y="37208"/>
                </a:lnTo>
                <a:lnTo>
                  <a:pt x="18308" y="37388"/>
                </a:lnTo>
                <a:lnTo>
                  <a:pt x="18396" y="37633"/>
                </a:lnTo>
                <a:lnTo>
                  <a:pt x="18534" y="37813"/>
                </a:lnTo>
                <a:lnTo>
                  <a:pt x="18635" y="38045"/>
                </a:lnTo>
                <a:lnTo>
                  <a:pt x="18723" y="38238"/>
                </a:lnTo>
                <a:lnTo>
                  <a:pt x="18811" y="38470"/>
                </a:lnTo>
                <a:lnTo>
                  <a:pt x="18911" y="38663"/>
                </a:lnTo>
                <a:lnTo>
                  <a:pt x="19037" y="38895"/>
                </a:lnTo>
                <a:lnTo>
                  <a:pt x="19137" y="39127"/>
                </a:lnTo>
                <a:lnTo>
                  <a:pt x="19226" y="39320"/>
                </a:lnTo>
                <a:lnTo>
                  <a:pt x="19314" y="39551"/>
                </a:lnTo>
                <a:lnTo>
                  <a:pt x="19414" y="39745"/>
                </a:lnTo>
                <a:lnTo>
                  <a:pt x="19540" y="39976"/>
                </a:lnTo>
                <a:lnTo>
                  <a:pt x="19640" y="40157"/>
                </a:lnTo>
                <a:lnTo>
                  <a:pt x="19728" y="40401"/>
                </a:lnTo>
                <a:lnTo>
                  <a:pt x="19816" y="40581"/>
                </a:lnTo>
                <a:lnTo>
                  <a:pt x="19917" y="40813"/>
                </a:lnTo>
                <a:lnTo>
                  <a:pt x="20055" y="41058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6788054" y="2632049"/>
            <a:ext cx="19993" cy="44058"/>
          </a:xfrm>
          <a:custGeom>
            <a:avLst/>
            <a:gdLst/>
            <a:ahLst/>
            <a:cxnLst/>
            <a:rect l="l" t="t" r="r" b="b"/>
            <a:pathLst>
              <a:path w="19993" h="44058">
                <a:moveTo>
                  <a:pt x="0" y="0"/>
                </a:moveTo>
                <a:lnTo>
                  <a:pt x="88" y="180"/>
                </a:lnTo>
                <a:lnTo>
                  <a:pt x="176" y="424"/>
                </a:lnTo>
                <a:lnTo>
                  <a:pt x="264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9" y="1493"/>
                </a:lnTo>
                <a:lnTo>
                  <a:pt x="767" y="1686"/>
                </a:lnTo>
                <a:lnTo>
                  <a:pt x="867" y="1918"/>
                </a:lnTo>
                <a:lnTo>
                  <a:pt x="1005" y="2111"/>
                </a:lnTo>
                <a:lnTo>
                  <a:pt x="1093" y="2343"/>
                </a:lnTo>
                <a:lnTo>
                  <a:pt x="1181" y="2574"/>
                </a:lnTo>
                <a:lnTo>
                  <a:pt x="1269" y="2768"/>
                </a:lnTo>
                <a:lnTo>
                  <a:pt x="1370" y="2999"/>
                </a:lnTo>
                <a:lnTo>
                  <a:pt x="1508" y="3192"/>
                </a:lnTo>
                <a:lnTo>
                  <a:pt x="1596" y="3424"/>
                </a:lnTo>
                <a:lnTo>
                  <a:pt x="1684" y="3604"/>
                </a:lnTo>
                <a:lnTo>
                  <a:pt x="1772" y="3849"/>
                </a:lnTo>
                <a:lnTo>
                  <a:pt x="1873" y="4081"/>
                </a:lnTo>
                <a:lnTo>
                  <a:pt x="2011" y="4261"/>
                </a:lnTo>
                <a:lnTo>
                  <a:pt x="2099" y="4506"/>
                </a:lnTo>
                <a:lnTo>
                  <a:pt x="2187" y="4686"/>
                </a:lnTo>
                <a:lnTo>
                  <a:pt x="2288" y="4918"/>
                </a:lnTo>
                <a:lnTo>
                  <a:pt x="2376" y="5162"/>
                </a:lnTo>
                <a:lnTo>
                  <a:pt x="2514" y="5343"/>
                </a:lnTo>
                <a:lnTo>
                  <a:pt x="2602" y="5574"/>
                </a:lnTo>
                <a:lnTo>
                  <a:pt x="2690" y="5819"/>
                </a:lnTo>
                <a:lnTo>
                  <a:pt x="2791" y="5999"/>
                </a:lnTo>
                <a:lnTo>
                  <a:pt x="2879" y="6231"/>
                </a:lnTo>
                <a:lnTo>
                  <a:pt x="3017" y="6424"/>
                </a:lnTo>
                <a:lnTo>
                  <a:pt x="3105" y="6656"/>
                </a:lnTo>
                <a:lnTo>
                  <a:pt x="3193" y="6888"/>
                </a:lnTo>
                <a:lnTo>
                  <a:pt x="3294" y="7081"/>
                </a:lnTo>
                <a:lnTo>
                  <a:pt x="3382" y="7312"/>
                </a:lnTo>
                <a:lnTo>
                  <a:pt x="3520" y="7506"/>
                </a:lnTo>
                <a:lnTo>
                  <a:pt x="3608" y="7737"/>
                </a:lnTo>
                <a:lnTo>
                  <a:pt x="3696" y="7969"/>
                </a:lnTo>
                <a:lnTo>
                  <a:pt x="3797" y="8162"/>
                </a:lnTo>
                <a:lnTo>
                  <a:pt x="3885" y="8394"/>
                </a:lnTo>
                <a:lnTo>
                  <a:pt x="4023" y="8626"/>
                </a:lnTo>
                <a:lnTo>
                  <a:pt x="4111" y="8819"/>
                </a:lnTo>
                <a:lnTo>
                  <a:pt x="4199" y="9051"/>
                </a:lnTo>
                <a:lnTo>
                  <a:pt x="4300" y="9282"/>
                </a:lnTo>
                <a:lnTo>
                  <a:pt x="4388" y="9475"/>
                </a:lnTo>
                <a:lnTo>
                  <a:pt x="4526" y="9707"/>
                </a:lnTo>
                <a:lnTo>
                  <a:pt x="4614" y="9900"/>
                </a:lnTo>
                <a:lnTo>
                  <a:pt x="4702" y="10132"/>
                </a:lnTo>
                <a:lnTo>
                  <a:pt x="4803" y="10364"/>
                </a:lnTo>
                <a:lnTo>
                  <a:pt x="4891" y="10557"/>
                </a:lnTo>
                <a:lnTo>
                  <a:pt x="5029" y="10789"/>
                </a:lnTo>
                <a:lnTo>
                  <a:pt x="5117" y="11020"/>
                </a:lnTo>
                <a:lnTo>
                  <a:pt x="5205" y="11214"/>
                </a:lnTo>
                <a:lnTo>
                  <a:pt x="5306" y="11445"/>
                </a:lnTo>
                <a:lnTo>
                  <a:pt x="5394" y="11677"/>
                </a:lnTo>
                <a:lnTo>
                  <a:pt x="5532" y="11870"/>
                </a:lnTo>
                <a:lnTo>
                  <a:pt x="5620" y="12102"/>
                </a:lnTo>
                <a:lnTo>
                  <a:pt x="5708" y="12334"/>
                </a:lnTo>
                <a:lnTo>
                  <a:pt x="5809" y="12527"/>
                </a:lnTo>
                <a:lnTo>
                  <a:pt x="5897" y="12759"/>
                </a:lnTo>
                <a:lnTo>
                  <a:pt x="6035" y="12990"/>
                </a:lnTo>
                <a:lnTo>
                  <a:pt x="6123" y="13183"/>
                </a:lnTo>
                <a:lnTo>
                  <a:pt x="6224" y="13415"/>
                </a:lnTo>
                <a:lnTo>
                  <a:pt x="6312" y="13647"/>
                </a:lnTo>
                <a:lnTo>
                  <a:pt x="6400" y="13840"/>
                </a:lnTo>
                <a:lnTo>
                  <a:pt x="6538" y="14072"/>
                </a:lnTo>
                <a:lnTo>
                  <a:pt x="6626" y="14304"/>
                </a:lnTo>
                <a:lnTo>
                  <a:pt x="6727" y="14497"/>
                </a:lnTo>
                <a:lnTo>
                  <a:pt x="6815" y="14728"/>
                </a:lnTo>
                <a:lnTo>
                  <a:pt x="6903" y="14960"/>
                </a:lnTo>
                <a:lnTo>
                  <a:pt x="7041" y="15153"/>
                </a:lnTo>
                <a:lnTo>
                  <a:pt x="7129" y="15385"/>
                </a:lnTo>
                <a:lnTo>
                  <a:pt x="7230" y="15617"/>
                </a:lnTo>
                <a:lnTo>
                  <a:pt x="7318" y="15810"/>
                </a:lnTo>
                <a:lnTo>
                  <a:pt x="7406" y="16042"/>
                </a:lnTo>
                <a:lnTo>
                  <a:pt x="7544" y="16273"/>
                </a:lnTo>
                <a:lnTo>
                  <a:pt x="7632" y="16467"/>
                </a:lnTo>
                <a:lnTo>
                  <a:pt x="7733" y="16698"/>
                </a:lnTo>
                <a:lnTo>
                  <a:pt x="7821" y="16930"/>
                </a:lnTo>
                <a:lnTo>
                  <a:pt x="7909" y="17123"/>
                </a:lnTo>
                <a:lnTo>
                  <a:pt x="8047" y="17355"/>
                </a:lnTo>
                <a:lnTo>
                  <a:pt x="8135" y="17587"/>
                </a:lnTo>
                <a:lnTo>
                  <a:pt x="8236" y="17831"/>
                </a:lnTo>
                <a:lnTo>
                  <a:pt x="8324" y="18012"/>
                </a:lnTo>
                <a:lnTo>
                  <a:pt x="8412" y="18243"/>
                </a:lnTo>
                <a:lnTo>
                  <a:pt x="8550" y="18488"/>
                </a:lnTo>
                <a:lnTo>
                  <a:pt x="8638" y="18668"/>
                </a:lnTo>
                <a:lnTo>
                  <a:pt x="8739" y="18900"/>
                </a:lnTo>
                <a:lnTo>
                  <a:pt x="8827" y="19145"/>
                </a:lnTo>
                <a:lnTo>
                  <a:pt x="8915" y="19325"/>
                </a:lnTo>
                <a:lnTo>
                  <a:pt x="9053" y="19557"/>
                </a:lnTo>
                <a:lnTo>
                  <a:pt x="9141" y="19801"/>
                </a:lnTo>
                <a:lnTo>
                  <a:pt x="9242" y="20033"/>
                </a:lnTo>
                <a:lnTo>
                  <a:pt x="9330" y="20213"/>
                </a:lnTo>
                <a:lnTo>
                  <a:pt x="9418" y="20458"/>
                </a:lnTo>
                <a:lnTo>
                  <a:pt x="9556" y="20690"/>
                </a:lnTo>
                <a:lnTo>
                  <a:pt x="9657" y="20870"/>
                </a:lnTo>
                <a:lnTo>
                  <a:pt x="9745" y="21114"/>
                </a:lnTo>
                <a:lnTo>
                  <a:pt x="9833" y="21346"/>
                </a:lnTo>
                <a:lnTo>
                  <a:pt x="9921" y="21578"/>
                </a:lnTo>
                <a:lnTo>
                  <a:pt x="10059" y="21771"/>
                </a:lnTo>
                <a:lnTo>
                  <a:pt x="10159" y="22003"/>
                </a:lnTo>
                <a:lnTo>
                  <a:pt x="10248" y="22235"/>
                </a:lnTo>
                <a:lnTo>
                  <a:pt x="10336" y="22428"/>
                </a:lnTo>
                <a:lnTo>
                  <a:pt x="10424" y="22659"/>
                </a:lnTo>
                <a:lnTo>
                  <a:pt x="10562" y="22891"/>
                </a:lnTo>
                <a:lnTo>
                  <a:pt x="10662" y="23123"/>
                </a:lnTo>
                <a:lnTo>
                  <a:pt x="10750" y="23316"/>
                </a:lnTo>
                <a:lnTo>
                  <a:pt x="10838" y="23548"/>
                </a:lnTo>
                <a:lnTo>
                  <a:pt x="10927" y="23780"/>
                </a:lnTo>
                <a:lnTo>
                  <a:pt x="11065" y="24024"/>
                </a:lnTo>
                <a:lnTo>
                  <a:pt x="11165" y="24204"/>
                </a:lnTo>
                <a:lnTo>
                  <a:pt x="11253" y="24436"/>
                </a:lnTo>
                <a:lnTo>
                  <a:pt x="11341" y="24681"/>
                </a:lnTo>
                <a:lnTo>
                  <a:pt x="11429" y="24913"/>
                </a:lnTo>
                <a:lnTo>
                  <a:pt x="11568" y="25093"/>
                </a:lnTo>
                <a:lnTo>
                  <a:pt x="11668" y="25337"/>
                </a:lnTo>
                <a:lnTo>
                  <a:pt x="11756" y="25569"/>
                </a:lnTo>
                <a:lnTo>
                  <a:pt x="11844" y="25801"/>
                </a:lnTo>
                <a:lnTo>
                  <a:pt x="11932" y="25994"/>
                </a:lnTo>
                <a:lnTo>
                  <a:pt x="12071" y="26226"/>
                </a:lnTo>
                <a:lnTo>
                  <a:pt x="12171" y="26458"/>
                </a:lnTo>
                <a:lnTo>
                  <a:pt x="12259" y="26689"/>
                </a:lnTo>
                <a:lnTo>
                  <a:pt x="12347" y="26882"/>
                </a:lnTo>
                <a:lnTo>
                  <a:pt x="12448" y="27114"/>
                </a:lnTo>
                <a:lnTo>
                  <a:pt x="12574" y="27346"/>
                </a:lnTo>
                <a:lnTo>
                  <a:pt x="12674" y="27591"/>
                </a:lnTo>
                <a:lnTo>
                  <a:pt x="12762" y="27771"/>
                </a:lnTo>
                <a:lnTo>
                  <a:pt x="12850" y="28003"/>
                </a:lnTo>
                <a:lnTo>
                  <a:pt x="12951" y="28247"/>
                </a:lnTo>
                <a:lnTo>
                  <a:pt x="13077" y="28479"/>
                </a:lnTo>
                <a:lnTo>
                  <a:pt x="13177" y="28659"/>
                </a:lnTo>
                <a:lnTo>
                  <a:pt x="13265" y="28904"/>
                </a:lnTo>
                <a:lnTo>
                  <a:pt x="13353" y="29136"/>
                </a:lnTo>
                <a:lnTo>
                  <a:pt x="13454" y="29367"/>
                </a:lnTo>
                <a:lnTo>
                  <a:pt x="13592" y="29560"/>
                </a:lnTo>
                <a:lnTo>
                  <a:pt x="13680" y="29792"/>
                </a:lnTo>
                <a:lnTo>
                  <a:pt x="13768" y="30024"/>
                </a:lnTo>
                <a:lnTo>
                  <a:pt x="13856" y="30256"/>
                </a:lnTo>
                <a:lnTo>
                  <a:pt x="13957" y="30500"/>
                </a:lnTo>
                <a:lnTo>
                  <a:pt x="14095" y="30681"/>
                </a:lnTo>
                <a:lnTo>
                  <a:pt x="14183" y="30912"/>
                </a:lnTo>
                <a:lnTo>
                  <a:pt x="14271" y="31157"/>
                </a:lnTo>
                <a:lnTo>
                  <a:pt x="14359" y="31389"/>
                </a:lnTo>
                <a:lnTo>
                  <a:pt x="14460" y="31569"/>
                </a:lnTo>
                <a:lnTo>
                  <a:pt x="14598" y="31814"/>
                </a:lnTo>
                <a:lnTo>
                  <a:pt x="14686" y="32045"/>
                </a:lnTo>
                <a:lnTo>
                  <a:pt x="14774" y="32277"/>
                </a:lnTo>
                <a:lnTo>
                  <a:pt x="14862" y="32509"/>
                </a:lnTo>
                <a:lnTo>
                  <a:pt x="14963" y="32702"/>
                </a:lnTo>
                <a:lnTo>
                  <a:pt x="15101" y="32934"/>
                </a:lnTo>
                <a:lnTo>
                  <a:pt x="15189" y="33165"/>
                </a:lnTo>
                <a:lnTo>
                  <a:pt x="15277" y="33410"/>
                </a:lnTo>
                <a:lnTo>
                  <a:pt x="15365" y="33642"/>
                </a:lnTo>
                <a:lnTo>
                  <a:pt x="15466" y="33822"/>
                </a:lnTo>
                <a:lnTo>
                  <a:pt x="15604" y="34067"/>
                </a:lnTo>
                <a:lnTo>
                  <a:pt x="15692" y="34298"/>
                </a:lnTo>
                <a:lnTo>
                  <a:pt x="15780" y="34530"/>
                </a:lnTo>
                <a:lnTo>
                  <a:pt x="15868" y="34762"/>
                </a:lnTo>
                <a:lnTo>
                  <a:pt x="15969" y="34955"/>
                </a:lnTo>
                <a:lnTo>
                  <a:pt x="16107" y="35187"/>
                </a:lnTo>
                <a:lnTo>
                  <a:pt x="16195" y="35419"/>
                </a:lnTo>
                <a:lnTo>
                  <a:pt x="16283" y="35650"/>
                </a:lnTo>
                <a:lnTo>
                  <a:pt x="16384" y="35895"/>
                </a:lnTo>
                <a:lnTo>
                  <a:pt x="16472" y="36075"/>
                </a:lnTo>
                <a:lnTo>
                  <a:pt x="16610" y="36320"/>
                </a:lnTo>
                <a:lnTo>
                  <a:pt x="16698" y="36552"/>
                </a:lnTo>
                <a:lnTo>
                  <a:pt x="16786" y="36783"/>
                </a:lnTo>
                <a:lnTo>
                  <a:pt x="16887" y="37015"/>
                </a:lnTo>
                <a:lnTo>
                  <a:pt x="16975" y="37208"/>
                </a:lnTo>
                <a:lnTo>
                  <a:pt x="17113" y="37440"/>
                </a:lnTo>
                <a:lnTo>
                  <a:pt x="17201" y="37672"/>
                </a:lnTo>
                <a:lnTo>
                  <a:pt x="17289" y="37903"/>
                </a:lnTo>
                <a:lnTo>
                  <a:pt x="17390" y="38148"/>
                </a:lnTo>
                <a:lnTo>
                  <a:pt x="17478" y="38380"/>
                </a:lnTo>
                <a:lnTo>
                  <a:pt x="17616" y="38560"/>
                </a:lnTo>
                <a:lnTo>
                  <a:pt x="17704" y="38805"/>
                </a:lnTo>
                <a:lnTo>
                  <a:pt x="17792" y="39036"/>
                </a:lnTo>
                <a:lnTo>
                  <a:pt x="17893" y="39268"/>
                </a:lnTo>
                <a:lnTo>
                  <a:pt x="17981" y="39500"/>
                </a:lnTo>
                <a:lnTo>
                  <a:pt x="18119" y="39745"/>
                </a:lnTo>
                <a:lnTo>
                  <a:pt x="18207" y="39925"/>
                </a:lnTo>
                <a:lnTo>
                  <a:pt x="18295" y="40157"/>
                </a:lnTo>
                <a:lnTo>
                  <a:pt x="18396" y="40401"/>
                </a:lnTo>
                <a:lnTo>
                  <a:pt x="18484" y="40633"/>
                </a:lnTo>
                <a:lnTo>
                  <a:pt x="18622" y="40865"/>
                </a:lnTo>
                <a:lnTo>
                  <a:pt x="18710" y="41096"/>
                </a:lnTo>
                <a:lnTo>
                  <a:pt x="18798" y="41290"/>
                </a:lnTo>
                <a:lnTo>
                  <a:pt x="18899" y="41521"/>
                </a:lnTo>
                <a:lnTo>
                  <a:pt x="18987" y="41753"/>
                </a:lnTo>
                <a:lnTo>
                  <a:pt x="19125" y="41985"/>
                </a:lnTo>
                <a:lnTo>
                  <a:pt x="19213" y="42229"/>
                </a:lnTo>
                <a:lnTo>
                  <a:pt x="19301" y="42461"/>
                </a:lnTo>
                <a:lnTo>
                  <a:pt x="19402" y="42654"/>
                </a:lnTo>
                <a:lnTo>
                  <a:pt x="19490" y="42886"/>
                </a:lnTo>
                <a:lnTo>
                  <a:pt x="19628" y="43118"/>
                </a:lnTo>
                <a:lnTo>
                  <a:pt x="19716" y="43350"/>
                </a:lnTo>
                <a:lnTo>
                  <a:pt x="19816" y="43581"/>
                </a:lnTo>
                <a:lnTo>
                  <a:pt x="19905" y="43826"/>
                </a:lnTo>
                <a:lnTo>
                  <a:pt x="19993" y="44058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6808047" y="2676107"/>
            <a:ext cx="20043" cy="46362"/>
          </a:xfrm>
          <a:custGeom>
            <a:avLst/>
            <a:gdLst/>
            <a:ahLst/>
            <a:cxnLst/>
            <a:rect l="l" t="t" r="r" b="b"/>
            <a:pathLst>
              <a:path w="20043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1" y="1364"/>
                </a:lnTo>
                <a:lnTo>
                  <a:pt x="729" y="1596"/>
                </a:lnTo>
                <a:lnTo>
                  <a:pt x="829" y="1776"/>
                </a:lnTo>
                <a:lnTo>
                  <a:pt x="917" y="2021"/>
                </a:lnTo>
                <a:lnTo>
                  <a:pt x="1005" y="2253"/>
                </a:lnTo>
                <a:lnTo>
                  <a:pt x="1144" y="2484"/>
                </a:lnTo>
                <a:lnTo>
                  <a:pt x="1232" y="2716"/>
                </a:lnTo>
                <a:lnTo>
                  <a:pt x="1332" y="2948"/>
                </a:lnTo>
                <a:lnTo>
                  <a:pt x="1420" y="3192"/>
                </a:lnTo>
                <a:lnTo>
                  <a:pt x="1508" y="3424"/>
                </a:lnTo>
                <a:lnTo>
                  <a:pt x="1647" y="3604"/>
                </a:lnTo>
                <a:lnTo>
                  <a:pt x="1735" y="3849"/>
                </a:lnTo>
                <a:lnTo>
                  <a:pt x="1835" y="4081"/>
                </a:lnTo>
                <a:lnTo>
                  <a:pt x="1923" y="4313"/>
                </a:lnTo>
                <a:lnTo>
                  <a:pt x="2011" y="4544"/>
                </a:lnTo>
                <a:lnTo>
                  <a:pt x="2150" y="4789"/>
                </a:lnTo>
                <a:lnTo>
                  <a:pt x="2238" y="5021"/>
                </a:lnTo>
                <a:lnTo>
                  <a:pt x="2338" y="5252"/>
                </a:lnTo>
                <a:lnTo>
                  <a:pt x="2426" y="5484"/>
                </a:lnTo>
                <a:lnTo>
                  <a:pt x="2514" y="5677"/>
                </a:lnTo>
                <a:lnTo>
                  <a:pt x="2653" y="5909"/>
                </a:lnTo>
                <a:lnTo>
                  <a:pt x="2741" y="6141"/>
                </a:lnTo>
                <a:lnTo>
                  <a:pt x="2841" y="6373"/>
                </a:lnTo>
                <a:lnTo>
                  <a:pt x="2929" y="6617"/>
                </a:lnTo>
                <a:lnTo>
                  <a:pt x="3017" y="6849"/>
                </a:lnTo>
                <a:lnTo>
                  <a:pt x="3156" y="7081"/>
                </a:lnTo>
                <a:lnTo>
                  <a:pt x="3244" y="7312"/>
                </a:lnTo>
                <a:lnTo>
                  <a:pt x="3344" y="7557"/>
                </a:lnTo>
                <a:lnTo>
                  <a:pt x="3432" y="7737"/>
                </a:lnTo>
                <a:lnTo>
                  <a:pt x="3520" y="7969"/>
                </a:lnTo>
                <a:lnTo>
                  <a:pt x="3659" y="8214"/>
                </a:lnTo>
                <a:lnTo>
                  <a:pt x="3759" y="8445"/>
                </a:lnTo>
                <a:lnTo>
                  <a:pt x="3847" y="8677"/>
                </a:lnTo>
                <a:lnTo>
                  <a:pt x="3935" y="8909"/>
                </a:lnTo>
                <a:lnTo>
                  <a:pt x="4023" y="9154"/>
                </a:lnTo>
                <a:lnTo>
                  <a:pt x="4162" y="9385"/>
                </a:lnTo>
                <a:lnTo>
                  <a:pt x="4262" y="9617"/>
                </a:lnTo>
                <a:lnTo>
                  <a:pt x="4350" y="9849"/>
                </a:lnTo>
                <a:lnTo>
                  <a:pt x="4438" y="10042"/>
                </a:lnTo>
                <a:lnTo>
                  <a:pt x="4526" y="10274"/>
                </a:lnTo>
                <a:lnTo>
                  <a:pt x="4665" y="10505"/>
                </a:lnTo>
                <a:lnTo>
                  <a:pt x="4765" y="10737"/>
                </a:lnTo>
                <a:lnTo>
                  <a:pt x="4853" y="10982"/>
                </a:lnTo>
                <a:lnTo>
                  <a:pt x="4941" y="11214"/>
                </a:lnTo>
                <a:lnTo>
                  <a:pt x="5029" y="11445"/>
                </a:lnTo>
                <a:lnTo>
                  <a:pt x="5168" y="11677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85"/>
                </a:lnTo>
                <a:lnTo>
                  <a:pt x="5532" y="12617"/>
                </a:lnTo>
                <a:lnTo>
                  <a:pt x="5670" y="12810"/>
                </a:lnTo>
                <a:lnTo>
                  <a:pt x="5771" y="13042"/>
                </a:lnTo>
                <a:lnTo>
                  <a:pt x="5859" y="13274"/>
                </a:lnTo>
                <a:lnTo>
                  <a:pt x="5947" y="13505"/>
                </a:lnTo>
                <a:lnTo>
                  <a:pt x="6048" y="13750"/>
                </a:lnTo>
                <a:lnTo>
                  <a:pt x="6173" y="13982"/>
                </a:lnTo>
                <a:lnTo>
                  <a:pt x="6274" y="14213"/>
                </a:lnTo>
                <a:lnTo>
                  <a:pt x="6362" y="14445"/>
                </a:lnTo>
                <a:lnTo>
                  <a:pt x="6450" y="14690"/>
                </a:lnTo>
                <a:lnTo>
                  <a:pt x="6551" y="14922"/>
                </a:lnTo>
                <a:lnTo>
                  <a:pt x="6676" y="15153"/>
                </a:lnTo>
                <a:lnTo>
                  <a:pt x="6777" y="15385"/>
                </a:lnTo>
                <a:lnTo>
                  <a:pt x="6865" y="15617"/>
                </a:lnTo>
                <a:lnTo>
                  <a:pt x="6953" y="15861"/>
                </a:lnTo>
                <a:lnTo>
                  <a:pt x="7054" y="16093"/>
                </a:lnTo>
                <a:lnTo>
                  <a:pt x="7192" y="16273"/>
                </a:lnTo>
                <a:lnTo>
                  <a:pt x="7280" y="16518"/>
                </a:lnTo>
                <a:lnTo>
                  <a:pt x="7368" y="16750"/>
                </a:lnTo>
                <a:lnTo>
                  <a:pt x="7456" y="16982"/>
                </a:lnTo>
                <a:lnTo>
                  <a:pt x="7557" y="17213"/>
                </a:lnTo>
                <a:lnTo>
                  <a:pt x="7695" y="17458"/>
                </a:lnTo>
                <a:lnTo>
                  <a:pt x="7783" y="17690"/>
                </a:lnTo>
                <a:lnTo>
                  <a:pt x="7871" y="17921"/>
                </a:lnTo>
                <a:lnTo>
                  <a:pt x="7959" y="18153"/>
                </a:lnTo>
                <a:lnTo>
                  <a:pt x="8060" y="18385"/>
                </a:lnTo>
                <a:lnTo>
                  <a:pt x="8198" y="18630"/>
                </a:lnTo>
                <a:lnTo>
                  <a:pt x="8286" y="18861"/>
                </a:lnTo>
                <a:lnTo>
                  <a:pt x="8374" y="19093"/>
                </a:lnTo>
                <a:lnTo>
                  <a:pt x="8462" y="19325"/>
                </a:lnTo>
                <a:lnTo>
                  <a:pt x="8563" y="19569"/>
                </a:lnTo>
                <a:lnTo>
                  <a:pt x="8701" y="19801"/>
                </a:lnTo>
                <a:lnTo>
                  <a:pt x="8789" y="20033"/>
                </a:lnTo>
                <a:lnTo>
                  <a:pt x="8877" y="20265"/>
                </a:lnTo>
                <a:lnTo>
                  <a:pt x="8965" y="20496"/>
                </a:lnTo>
                <a:lnTo>
                  <a:pt x="9066" y="20741"/>
                </a:lnTo>
                <a:lnTo>
                  <a:pt x="9204" y="20973"/>
                </a:lnTo>
                <a:lnTo>
                  <a:pt x="9292" y="21153"/>
                </a:lnTo>
                <a:lnTo>
                  <a:pt x="9380" y="21398"/>
                </a:lnTo>
                <a:lnTo>
                  <a:pt x="9468" y="21629"/>
                </a:lnTo>
                <a:lnTo>
                  <a:pt x="9568" y="21861"/>
                </a:lnTo>
                <a:lnTo>
                  <a:pt x="9707" y="22093"/>
                </a:lnTo>
                <a:lnTo>
                  <a:pt x="9795" y="22338"/>
                </a:lnTo>
                <a:lnTo>
                  <a:pt x="9883" y="22569"/>
                </a:lnTo>
                <a:lnTo>
                  <a:pt x="9983" y="22801"/>
                </a:lnTo>
                <a:lnTo>
                  <a:pt x="10071" y="23033"/>
                </a:lnTo>
                <a:lnTo>
                  <a:pt x="10210" y="23265"/>
                </a:lnTo>
                <a:lnTo>
                  <a:pt x="10298" y="23509"/>
                </a:lnTo>
                <a:lnTo>
                  <a:pt x="10386" y="23741"/>
                </a:lnTo>
                <a:lnTo>
                  <a:pt x="10486" y="23973"/>
                </a:lnTo>
                <a:lnTo>
                  <a:pt x="10574" y="24204"/>
                </a:lnTo>
                <a:lnTo>
                  <a:pt x="10713" y="24449"/>
                </a:lnTo>
                <a:lnTo>
                  <a:pt x="10801" y="24681"/>
                </a:lnTo>
                <a:lnTo>
                  <a:pt x="10889" y="24913"/>
                </a:lnTo>
                <a:lnTo>
                  <a:pt x="10989" y="25144"/>
                </a:lnTo>
                <a:lnTo>
                  <a:pt x="11077" y="25376"/>
                </a:lnTo>
                <a:lnTo>
                  <a:pt x="11216" y="25621"/>
                </a:lnTo>
                <a:lnTo>
                  <a:pt x="11304" y="25852"/>
                </a:lnTo>
                <a:lnTo>
                  <a:pt x="11392" y="26084"/>
                </a:lnTo>
                <a:lnTo>
                  <a:pt x="11492" y="26316"/>
                </a:lnTo>
                <a:lnTo>
                  <a:pt x="11580" y="26561"/>
                </a:lnTo>
                <a:lnTo>
                  <a:pt x="11719" y="26792"/>
                </a:lnTo>
                <a:lnTo>
                  <a:pt x="11807" y="27024"/>
                </a:lnTo>
                <a:lnTo>
                  <a:pt x="11895" y="27256"/>
                </a:lnTo>
                <a:lnTo>
                  <a:pt x="11995" y="27488"/>
                </a:lnTo>
                <a:lnTo>
                  <a:pt x="12083" y="27732"/>
                </a:lnTo>
                <a:lnTo>
                  <a:pt x="12222" y="27964"/>
                </a:lnTo>
                <a:lnTo>
                  <a:pt x="12310" y="28196"/>
                </a:lnTo>
                <a:lnTo>
                  <a:pt x="12398" y="28427"/>
                </a:lnTo>
                <a:lnTo>
                  <a:pt x="12498" y="28672"/>
                </a:lnTo>
                <a:lnTo>
                  <a:pt x="12586" y="28904"/>
                </a:lnTo>
                <a:lnTo>
                  <a:pt x="12725" y="29136"/>
                </a:lnTo>
                <a:lnTo>
                  <a:pt x="12813" y="29367"/>
                </a:lnTo>
                <a:lnTo>
                  <a:pt x="12901" y="29599"/>
                </a:lnTo>
                <a:lnTo>
                  <a:pt x="13001" y="29844"/>
                </a:lnTo>
                <a:lnTo>
                  <a:pt x="13089" y="30075"/>
                </a:lnTo>
                <a:lnTo>
                  <a:pt x="13228" y="30307"/>
                </a:lnTo>
                <a:lnTo>
                  <a:pt x="13316" y="30539"/>
                </a:lnTo>
                <a:lnTo>
                  <a:pt x="13416" y="30784"/>
                </a:lnTo>
                <a:lnTo>
                  <a:pt x="13504" y="31015"/>
                </a:lnTo>
                <a:lnTo>
                  <a:pt x="13592" y="31247"/>
                </a:lnTo>
                <a:lnTo>
                  <a:pt x="13731" y="31479"/>
                </a:lnTo>
                <a:lnTo>
                  <a:pt x="13819" y="31711"/>
                </a:lnTo>
                <a:lnTo>
                  <a:pt x="13919" y="31955"/>
                </a:lnTo>
                <a:lnTo>
                  <a:pt x="14007" y="32187"/>
                </a:lnTo>
                <a:lnTo>
                  <a:pt x="14095" y="32419"/>
                </a:lnTo>
                <a:lnTo>
                  <a:pt x="14234" y="32650"/>
                </a:lnTo>
                <a:lnTo>
                  <a:pt x="14322" y="32895"/>
                </a:lnTo>
                <a:lnTo>
                  <a:pt x="14422" y="33127"/>
                </a:lnTo>
                <a:lnTo>
                  <a:pt x="14510" y="33359"/>
                </a:lnTo>
                <a:lnTo>
                  <a:pt x="14598" y="33590"/>
                </a:lnTo>
                <a:lnTo>
                  <a:pt x="14737" y="33822"/>
                </a:lnTo>
                <a:lnTo>
                  <a:pt x="14825" y="34067"/>
                </a:lnTo>
                <a:lnTo>
                  <a:pt x="14925" y="34298"/>
                </a:lnTo>
                <a:lnTo>
                  <a:pt x="15013" y="34530"/>
                </a:lnTo>
                <a:lnTo>
                  <a:pt x="15101" y="34762"/>
                </a:lnTo>
                <a:lnTo>
                  <a:pt x="15239" y="35007"/>
                </a:lnTo>
                <a:lnTo>
                  <a:pt x="15327" y="35238"/>
                </a:lnTo>
                <a:lnTo>
                  <a:pt x="15428" y="35470"/>
                </a:lnTo>
                <a:lnTo>
                  <a:pt x="15516" y="35702"/>
                </a:lnTo>
                <a:lnTo>
                  <a:pt x="15604" y="35934"/>
                </a:lnTo>
                <a:lnTo>
                  <a:pt x="15742" y="36178"/>
                </a:lnTo>
                <a:lnTo>
                  <a:pt x="15830" y="36410"/>
                </a:lnTo>
                <a:lnTo>
                  <a:pt x="15931" y="36642"/>
                </a:lnTo>
                <a:lnTo>
                  <a:pt x="16019" y="36873"/>
                </a:lnTo>
                <a:lnTo>
                  <a:pt x="16107" y="37118"/>
                </a:lnTo>
                <a:lnTo>
                  <a:pt x="16245" y="37350"/>
                </a:lnTo>
                <a:lnTo>
                  <a:pt x="16333" y="37582"/>
                </a:lnTo>
                <a:lnTo>
                  <a:pt x="16434" y="37865"/>
                </a:lnTo>
                <a:lnTo>
                  <a:pt x="16522" y="38097"/>
                </a:lnTo>
                <a:lnTo>
                  <a:pt x="16610" y="38328"/>
                </a:lnTo>
                <a:lnTo>
                  <a:pt x="16748" y="38573"/>
                </a:lnTo>
                <a:lnTo>
                  <a:pt x="16836" y="38805"/>
                </a:lnTo>
                <a:lnTo>
                  <a:pt x="16937" y="39036"/>
                </a:lnTo>
                <a:lnTo>
                  <a:pt x="17025" y="39268"/>
                </a:lnTo>
                <a:lnTo>
                  <a:pt x="17113" y="39500"/>
                </a:lnTo>
                <a:lnTo>
                  <a:pt x="17251" y="39745"/>
                </a:lnTo>
                <a:lnTo>
                  <a:pt x="17352" y="39976"/>
                </a:lnTo>
                <a:lnTo>
                  <a:pt x="17440" y="40208"/>
                </a:lnTo>
                <a:lnTo>
                  <a:pt x="17528" y="40440"/>
                </a:lnTo>
                <a:lnTo>
                  <a:pt x="17616" y="40684"/>
                </a:lnTo>
                <a:lnTo>
                  <a:pt x="17754" y="40916"/>
                </a:lnTo>
                <a:lnTo>
                  <a:pt x="17855" y="41148"/>
                </a:lnTo>
                <a:lnTo>
                  <a:pt x="17943" y="41380"/>
                </a:lnTo>
                <a:lnTo>
                  <a:pt x="18031" y="41611"/>
                </a:lnTo>
                <a:lnTo>
                  <a:pt x="18119" y="41856"/>
                </a:lnTo>
                <a:lnTo>
                  <a:pt x="18257" y="42088"/>
                </a:lnTo>
                <a:lnTo>
                  <a:pt x="18358" y="42320"/>
                </a:lnTo>
                <a:lnTo>
                  <a:pt x="18446" y="42551"/>
                </a:lnTo>
                <a:lnTo>
                  <a:pt x="18534" y="42796"/>
                </a:lnTo>
                <a:lnTo>
                  <a:pt x="18622" y="43066"/>
                </a:lnTo>
                <a:lnTo>
                  <a:pt x="18760" y="43311"/>
                </a:lnTo>
                <a:lnTo>
                  <a:pt x="18861" y="43543"/>
                </a:lnTo>
                <a:lnTo>
                  <a:pt x="18949" y="43774"/>
                </a:lnTo>
                <a:lnTo>
                  <a:pt x="19037" y="44006"/>
                </a:lnTo>
                <a:lnTo>
                  <a:pt x="19125" y="44251"/>
                </a:lnTo>
                <a:lnTo>
                  <a:pt x="19263" y="44483"/>
                </a:lnTo>
                <a:lnTo>
                  <a:pt x="19364" y="44714"/>
                </a:lnTo>
                <a:lnTo>
                  <a:pt x="19452" y="44946"/>
                </a:lnTo>
                <a:lnTo>
                  <a:pt x="19540" y="45178"/>
                </a:lnTo>
                <a:lnTo>
                  <a:pt x="19640" y="45422"/>
                </a:lnTo>
                <a:lnTo>
                  <a:pt x="19766" y="45654"/>
                </a:lnTo>
                <a:lnTo>
                  <a:pt x="19867" y="45886"/>
                </a:lnTo>
                <a:lnTo>
                  <a:pt x="19955" y="46118"/>
                </a:lnTo>
                <a:lnTo>
                  <a:pt x="20043" y="46362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6828091" y="2722470"/>
            <a:ext cx="20043" cy="48036"/>
          </a:xfrm>
          <a:custGeom>
            <a:avLst/>
            <a:gdLst/>
            <a:ahLst/>
            <a:cxnLst/>
            <a:rect l="l" t="t" r="r" b="b"/>
            <a:pathLst>
              <a:path w="20043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3" y="1454"/>
                </a:lnTo>
                <a:lnTo>
                  <a:pt x="741" y="1686"/>
                </a:lnTo>
                <a:lnTo>
                  <a:pt x="829" y="1918"/>
                </a:lnTo>
                <a:lnTo>
                  <a:pt x="917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244" y="2858"/>
                </a:lnTo>
                <a:lnTo>
                  <a:pt x="1332" y="3089"/>
                </a:lnTo>
                <a:lnTo>
                  <a:pt x="1420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747" y="4081"/>
                </a:lnTo>
                <a:lnTo>
                  <a:pt x="1835" y="4313"/>
                </a:lnTo>
                <a:lnTo>
                  <a:pt x="1923" y="4544"/>
                </a:lnTo>
                <a:lnTo>
                  <a:pt x="2011" y="4776"/>
                </a:lnTo>
                <a:lnTo>
                  <a:pt x="2112" y="5021"/>
                </a:lnTo>
                <a:lnTo>
                  <a:pt x="2250" y="5252"/>
                </a:lnTo>
                <a:lnTo>
                  <a:pt x="2338" y="5484"/>
                </a:lnTo>
                <a:lnTo>
                  <a:pt x="2426" y="5716"/>
                </a:lnTo>
                <a:lnTo>
                  <a:pt x="2514" y="5948"/>
                </a:lnTo>
                <a:lnTo>
                  <a:pt x="2615" y="6192"/>
                </a:lnTo>
                <a:lnTo>
                  <a:pt x="2753" y="6463"/>
                </a:lnTo>
                <a:lnTo>
                  <a:pt x="2841" y="6707"/>
                </a:lnTo>
                <a:lnTo>
                  <a:pt x="2929" y="6939"/>
                </a:lnTo>
                <a:lnTo>
                  <a:pt x="3017" y="7171"/>
                </a:lnTo>
                <a:lnTo>
                  <a:pt x="3118" y="7403"/>
                </a:lnTo>
                <a:lnTo>
                  <a:pt x="3256" y="7647"/>
                </a:lnTo>
                <a:lnTo>
                  <a:pt x="3344" y="7879"/>
                </a:lnTo>
                <a:lnTo>
                  <a:pt x="3432" y="8111"/>
                </a:lnTo>
                <a:lnTo>
                  <a:pt x="3533" y="8342"/>
                </a:lnTo>
                <a:lnTo>
                  <a:pt x="3621" y="8574"/>
                </a:lnTo>
                <a:lnTo>
                  <a:pt x="3759" y="8857"/>
                </a:lnTo>
                <a:lnTo>
                  <a:pt x="3847" y="9102"/>
                </a:lnTo>
                <a:lnTo>
                  <a:pt x="3935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62" y="10029"/>
                </a:lnTo>
                <a:lnTo>
                  <a:pt x="4350" y="10274"/>
                </a:lnTo>
                <a:lnTo>
                  <a:pt x="4438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65" y="11252"/>
                </a:lnTo>
                <a:lnTo>
                  <a:pt x="4853" y="11484"/>
                </a:lnTo>
                <a:lnTo>
                  <a:pt x="4941" y="11729"/>
                </a:lnTo>
                <a:lnTo>
                  <a:pt x="5042" y="11960"/>
                </a:lnTo>
                <a:lnTo>
                  <a:pt x="5130" y="12192"/>
                </a:lnTo>
                <a:lnTo>
                  <a:pt x="5268" y="12424"/>
                </a:lnTo>
                <a:lnTo>
                  <a:pt x="5356" y="12668"/>
                </a:lnTo>
                <a:lnTo>
                  <a:pt x="5444" y="12900"/>
                </a:lnTo>
                <a:lnTo>
                  <a:pt x="5545" y="13132"/>
                </a:lnTo>
                <a:lnTo>
                  <a:pt x="5633" y="13415"/>
                </a:lnTo>
                <a:lnTo>
                  <a:pt x="5771" y="13647"/>
                </a:lnTo>
                <a:lnTo>
                  <a:pt x="5859" y="13879"/>
                </a:lnTo>
                <a:lnTo>
                  <a:pt x="5947" y="14123"/>
                </a:lnTo>
                <a:lnTo>
                  <a:pt x="6048" y="14355"/>
                </a:lnTo>
                <a:lnTo>
                  <a:pt x="6136" y="14587"/>
                </a:lnTo>
                <a:lnTo>
                  <a:pt x="6274" y="14819"/>
                </a:lnTo>
                <a:lnTo>
                  <a:pt x="6362" y="15050"/>
                </a:lnTo>
                <a:lnTo>
                  <a:pt x="6450" y="15295"/>
                </a:lnTo>
                <a:lnTo>
                  <a:pt x="6551" y="15578"/>
                </a:lnTo>
                <a:lnTo>
                  <a:pt x="6639" y="15810"/>
                </a:lnTo>
                <a:lnTo>
                  <a:pt x="6777" y="16042"/>
                </a:lnTo>
                <a:lnTo>
                  <a:pt x="6865" y="16273"/>
                </a:lnTo>
                <a:lnTo>
                  <a:pt x="6966" y="16505"/>
                </a:lnTo>
                <a:lnTo>
                  <a:pt x="7054" y="16750"/>
                </a:lnTo>
                <a:lnTo>
                  <a:pt x="7142" y="16982"/>
                </a:lnTo>
                <a:lnTo>
                  <a:pt x="7280" y="17213"/>
                </a:lnTo>
                <a:lnTo>
                  <a:pt x="7368" y="17497"/>
                </a:lnTo>
                <a:lnTo>
                  <a:pt x="7469" y="17728"/>
                </a:lnTo>
                <a:lnTo>
                  <a:pt x="7557" y="17960"/>
                </a:lnTo>
                <a:lnTo>
                  <a:pt x="7645" y="18205"/>
                </a:lnTo>
                <a:lnTo>
                  <a:pt x="7783" y="18436"/>
                </a:lnTo>
                <a:lnTo>
                  <a:pt x="7871" y="18668"/>
                </a:lnTo>
                <a:lnTo>
                  <a:pt x="7972" y="18900"/>
                </a:lnTo>
                <a:lnTo>
                  <a:pt x="8060" y="19132"/>
                </a:lnTo>
                <a:lnTo>
                  <a:pt x="8148" y="19415"/>
                </a:lnTo>
                <a:lnTo>
                  <a:pt x="8286" y="19660"/>
                </a:lnTo>
                <a:lnTo>
                  <a:pt x="8374" y="19891"/>
                </a:lnTo>
                <a:lnTo>
                  <a:pt x="8475" y="20123"/>
                </a:lnTo>
                <a:lnTo>
                  <a:pt x="8563" y="20355"/>
                </a:lnTo>
                <a:lnTo>
                  <a:pt x="8651" y="20587"/>
                </a:lnTo>
                <a:lnTo>
                  <a:pt x="8789" y="20831"/>
                </a:lnTo>
                <a:lnTo>
                  <a:pt x="8877" y="21114"/>
                </a:lnTo>
                <a:lnTo>
                  <a:pt x="8978" y="21346"/>
                </a:lnTo>
                <a:lnTo>
                  <a:pt x="9066" y="21578"/>
                </a:lnTo>
                <a:lnTo>
                  <a:pt x="9154" y="21810"/>
                </a:lnTo>
                <a:lnTo>
                  <a:pt x="9292" y="22041"/>
                </a:lnTo>
                <a:lnTo>
                  <a:pt x="9380" y="22286"/>
                </a:lnTo>
                <a:lnTo>
                  <a:pt x="9480" y="22518"/>
                </a:lnTo>
                <a:lnTo>
                  <a:pt x="9568" y="22801"/>
                </a:lnTo>
                <a:lnTo>
                  <a:pt x="9657" y="23033"/>
                </a:lnTo>
                <a:lnTo>
                  <a:pt x="9795" y="23265"/>
                </a:lnTo>
                <a:lnTo>
                  <a:pt x="9883" y="23496"/>
                </a:lnTo>
                <a:lnTo>
                  <a:pt x="9983" y="23741"/>
                </a:lnTo>
                <a:lnTo>
                  <a:pt x="10071" y="23973"/>
                </a:lnTo>
                <a:lnTo>
                  <a:pt x="10159" y="24204"/>
                </a:lnTo>
                <a:lnTo>
                  <a:pt x="10298" y="24488"/>
                </a:lnTo>
                <a:lnTo>
                  <a:pt x="10386" y="24719"/>
                </a:lnTo>
                <a:lnTo>
                  <a:pt x="10486" y="24951"/>
                </a:lnTo>
                <a:lnTo>
                  <a:pt x="10574" y="25196"/>
                </a:lnTo>
                <a:lnTo>
                  <a:pt x="10662" y="25428"/>
                </a:lnTo>
                <a:lnTo>
                  <a:pt x="10801" y="25659"/>
                </a:lnTo>
                <a:lnTo>
                  <a:pt x="10901" y="25891"/>
                </a:lnTo>
                <a:lnTo>
                  <a:pt x="10989" y="26174"/>
                </a:lnTo>
                <a:lnTo>
                  <a:pt x="11077" y="26406"/>
                </a:lnTo>
                <a:lnTo>
                  <a:pt x="11165" y="26651"/>
                </a:lnTo>
                <a:lnTo>
                  <a:pt x="11304" y="26882"/>
                </a:lnTo>
                <a:lnTo>
                  <a:pt x="11404" y="27114"/>
                </a:lnTo>
                <a:lnTo>
                  <a:pt x="11492" y="27346"/>
                </a:lnTo>
                <a:lnTo>
                  <a:pt x="11580" y="27578"/>
                </a:lnTo>
                <a:lnTo>
                  <a:pt x="11668" y="27861"/>
                </a:lnTo>
                <a:lnTo>
                  <a:pt x="11807" y="28106"/>
                </a:lnTo>
                <a:lnTo>
                  <a:pt x="11907" y="28337"/>
                </a:lnTo>
                <a:lnTo>
                  <a:pt x="11995" y="28569"/>
                </a:lnTo>
                <a:lnTo>
                  <a:pt x="12083" y="28801"/>
                </a:lnTo>
                <a:lnTo>
                  <a:pt x="12171" y="29033"/>
                </a:lnTo>
                <a:lnTo>
                  <a:pt x="12310" y="29316"/>
                </a:lnTo>
                <a:lnTo>
                  <a:pt x="12410" y="29560"/>
                </a:lnTo>
                <a:lnTo>
                  <a:pt x="12498" y="29792"/>
                </a:lnTo>
                <a:lnTo>
                  <a:pt x="12586" y="30024"/>
                </a:lnTo>
                <a:lnTo>
                  <a:pt x="12674" y="30256"/>
                </a:lnTo>
                <a:lnTo>
                  <a:pt x="12813" y="30487"/>
                </a:lnTo>
                <a:lnTo>
                  <a:pt x="12913" y="30771"/>
                </a:lnTo>
                <a:lnTo>
                  <a:pt x="13001" y="31015"/>
                </a:lnTo>
                <a:lnTo>
                  <a:pt x="13089" y="31247"/>
                </a:lnTo>
                <a:lnTo>
                  <a:pt x="13190" y="31479"/>
                </a:lnTo>
                <a:lnTo>
                  <a:pt x="13316" y="31711"/>
                </a:lnTo>
                <a:lnTo>
                  <a:pt x="13416" y="31942"/>
                </a:lnTo>
                <a:lnTo>
                  <a:pt x="13504" y="32226"/>
                </a:lnTo>
                <a:lnTo>
                  <a:pt x="13592" y="32470"/>
                </a:lnTo>
                <a:lnTo>
                  <a:pt x="13693" y="32702"/>
                </a:lnTo>
                <a:lnTo>
                  <a:pt x="13819" y="32934"/>
                </a:lnTo>
                <a:lnTo>
                  <a:pt x="13919" y="33165"/>
                </a:lnTo>
                <a:lnTo>
                  <a:pt x="14007" y="33397"/>
                </a:lnTo>
                <a:lnTo>
                  <a:pt x="14095" y="33680"/>
                </a:lnTo>
                <a:lnTo>
                  <a:pt x="14196" y="33912"/>
                </a:lnTo>
                <a:lnTo>
                  <a:pt x="14322" y="34157"/>
                </a:lnTo>
                <a:lnTo>
                  <a:pt x="14422" y="34389"/>
                </a:lnTo>
                <a:lnTo>
                  <a:pt x="14510" y="34620"/>
                </a:lnTo>
                <a:lnTo>
                  <a:pt x="14598" y="34852"/>
                </a:lnTo>
                <a:lnTo>
                  <a:pt x="14699" y="35135"/>
                </a:lnTo>
                <a:lnTo>
                  <a:pt x="14837" y="35367"/>
                </a:lnTo>
                <a:lnTo>
                  <a:pt x="14925" y="35612"/>
                </a:lnTo>
                <a:lnTo>
                  <a:pt x="15013" y="35843"/>
                </a:lnTo>
                <a:lnTo>
                  <a:pt x="15101" y="36075"/>
                </a:lnTo>
                <a:lnTo>
                  <a:pt x="15202" y="36307"/>
                </a:lnTo>
                <a:lnTo>
                  <a:pt x="15340" y="36590"/>
                </a:lnTo>
                <a:lnTo>
                  <a:pt x="15428" y="36822"/>
                </a:lnTo>
                <a:lnTo>
                  <a:pt x="15516" y="37067"/>
                </a:lnTo>
                <a:lnTo>
                  <a:pt x="15604" y="37298"/>
                </a:lnTo>
                <a:lnTo>
                  <a:pt x="15705" y="37530"/>
                </a:lnTo>
                <a:lnTo>
                  <a:pt x="15843" y="37813"/>
                </a:lnTo>
                <a:lnTo>
                  <a:pt x="15931" y="38045"/>
                </a:lnTo>
                <a:lnTo>
                  <a:pt x="16019" y="38277"/>
                </a:lnTo>
                <a:lnTo>
                  <a:pt x="16107" y="38521"/>
                </a:lnTo>
                <a:lnTo>
                  <a:pt x="16208" y="38753"/>
                </a:lnTo>
                <a:lnTo>
                  <a:pt x="16346" y="38985"/>
                </a:lnTo>
                <a:lnTo>
                  <a:pt x="16434" y="39268"/>
                </a:lnTo>
                <a:lnTo>
                  <a:pt x="16522" y="39500"/>
                </a:lnTo>
                <a:lnTo>
                  <a:pt x="16610" y="39732"/>
                </a:lnTo>
                <a:lnTo>
                  <a:pt x="16711" y="39976"/>
                </a:lnTo>
                <a:lnTo>
                  <a:pt x="16849" y="40208"/>
                </a:lnTo>
                <a:lnTo>
                  <a:pt x="16937" y="40491"/>
                </a:lnTo>
                <a:lnTo>
                  <a:pt x="17025" y="40723"/>
                </a:lnTo>
                <a:lnTo>
                  <a:pt x="17126" y="40955"/>
                </a:lnTo>
                <a:lnTo>
                  <a:pt x="17214" y="41187"/>
                </a:lnTo>
                <a:lnTo>
                  <a:pt x="17352" y="41431"/>
                </a:lnTo>
                <a:lnTo>
                  <a:pt x="17440" y="41663"/>
                </a:lnTo>
                <a:lnTo>
                  <a:pt x="17528" y="41946"/>
                </a:lnTo>
                <a:lnTo>
                  <a:pt x="17629" y="42178"/>
                </a:lnTo>
                <a:lnTo>
                  <a:pt x="17717" y="42410"/>
                </a:lnTo>
                <a:lnTo>
                  <a:pt x="17855" y="42641"/>
                </a:lnTo>
                <a:lnTo>
                  <a:pt x="17943" y="42886"/>
                </a:lnTo>
                <a:lnTo>
                  <a:pt x="18031" y="43156"/>
                </a:lnTo>
                <a:lnTo>
                  <a:pt x="18132" y="43401"/>
                </a:lnTo>
                <a:lnTo>
                  <a:pt x="18220" y="43633"/>
                </a:lnTo>
                <a:lnTo>
                  <a:pt x="18358" y="43865"/>
                </a:lnTo>
                <a:lnTo>
                  <a:pt x="18446" y="44096"/>
                </a:lnTo>
                <a:lnTo>
                  <a:pt x="18534" y="44380"/>
                </a:lnTo>
                <a:lnTo>
                  <a:pt x="18635" y="44611"/>
                </a:lnTo>
                <a:lnTo>
                  <a:pt x="18723" y="44856"/>
                </a:lnTo>
                <a:lnTo>
                  <a:pt x="18861" y="45088"/>
                </a:lnTo>
                <a:lnTo>
                  <a:pt x="18949" y="45319"/>
                </a:lnTo>
                <a:lnTo>
                  <a:pt x="19037" y="45603"/>
                </a:lnTo>
                <a:lnTo>
                  <a:pt x="19137" y="45834"/>
                </a:lnTo>
                <a:lnTo>
                  <a:pt x="19226" y="46066"/>
                </a:lnTo>
                <a:lnTo>
                  <a:pt x="19364" y="46311"/>
                </a:lnTo>
                <a:lnTo>
                  <a:pt x="19452" y="46543"/>
                </a:lnTo>
                <a:lnTo>
                  <a:pt x="19540" y="46826"/>
                </a:lnTo>
                <a:lnTo>
                  <a:pt x="19640" y="47058"/>
                </a:lnTo>
                <a:lnTo>
                  <a:pt x="19728" y="47289"/>
                </a:lnTo>
                <a:lnTo>
                  <a:pt x="19867" y="47521"/>
                </a:lnTo>
                <a:lnTo>
                  <a:pt x="19955" y="47766"/>
                </a:lnTo>
                <a:lnTo>
                  <a:pt x="20043" y="48036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6848134" y="2770507"/>
            <a:ext cx="20055" cy="48847"/>
          </a:xfrm>
          <a:custGeom>
            <a:avLst/>
            <a:gdLst/>
            <a:ahLst/>
            <a:cxnLst/>
            <a:rect l="l" t="t" r="r" b="b"/>
            <a:pathLst>
              <a:path w="20055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829" y="1931"/>
                </a:lnTo>
                <a:lnTo>
                  <a:pt x="917" y="2162"/>
                </a:lnTo>
                <a:lnTo>
                  <a:pt x="1018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332" y="3154"/>
                </a:lnTo>
                <a:lnTo>
                  <a:pt x="1420" y="3386"/>
                </a:lnTo>
                <a:lnTo>
                  <a:pt x="1521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835" y="4364"/>
                </a:lnTo>
                <a:lnTo>
                  <a:pt x="1923" y="4609"/>
                </a:lnTo>
                <a:lnTo>
                  <a:pt x="2024" y="4879"/>
                </a:lnTo>
                <a:lnTo>
                  <a:pt x="2112" y="5124"/>
                </a:lnTo>
                <a:lnTo>
                  <a:pt x="2200" y="5355"/>
                </a:lnTo>
                <a:lnTo>
                  <a:pt x="2338" y="5587"/>
                </a:lnTo>
                <a:lnTo>
                  <a:pt x="2426" y="5870"/>
                </a:lnTo>
                <a:lnTo>
                  <a:pt x="2527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841" y="6810"/>
                </a:lnTo>
                <a:lnTo>
                  <a:pt x="2929" y="7094"/>
                </a:lnTo>
                <a:lnTo>
                  <a:pt x="3030" y="7325"/>
                </a:lnTo>
                <a:lnTo>
                  <a:pt x="3118" y="7557"/>
                </a:lnTo>
                <a:lnTo>
                  <a:pt x="3206" y="7789"/>
                </a:lnTo>
                <a:lnTo>
                  <a:pt x="3344" y="8033"/>
                </a:lnTo>
                <a:lnTo>
                  <a:pt x="3432" y="8317"/>
                </a:lnTo>
                <a:lnTo>
                  <a:pt x="3533" y="8548"/>
                </a:lnTo>
                <a:lnTo>
                  <a:pt x="3621" y="8780"/>
                </a:lnTo>
                <a:lnTo>
                  <a:pt x="3709" y="9012"/>
                </a:lnTo>
                <a:lnTo>
                  <a:pt x="3847" y="9295"/>
                </a:lnTo>
                <a:lnTo>
                  <a:pt x="3935" y="9527"/>
                </a:lnTo>
                <a:lnTo>
                  <a:pt x="4036" y="9772"/>
                </a:lnTo>
                <a:lnTo>
                  <a:pt x="4124" y="10003"/>
                </a:lnTo>
                <a:lnTo>
                  <a:pt x="4212" y="10235"/>
                </a:lnTo>
                <a:lnTo>
                  <a:pt x="4350" y="10518"/>
                </a:lnTo>
                <a:lnTo>
                  <a:pt x="4451" y="10750"/>
                </a:lnTo>
                <a:lnTo>
                  <a:pt x="4539" y="10982"/>
                </a:lnTo>
                <a:lnTo>
                  <a:pt x="4627" y="11214"/>
                </a:lnTo>
                <a:lnTo>
                  <a:pt x="4715" y="11458"/>
                </a:lnTo>
                <a:lnTo>
                  <a:pt x="4853" y="11741"/>
                </a:lnTo>
                <a:lnTo>
                  <a:pt x="4954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56" y="12952"/>
                </a:lnTo>
                <a:lnTo>
                  <a:pt x="5457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59" y="14175"/>
                </a:lnTo>
                <a:lnTo>
                  <a:pt x="5960" y="14407"/>
                </a:lnTo>
                <a:lnTo>
                  <a:pt x="6048" y="14651"/>
                </a:lnTo>
                <a:lnTo>
                  <a:pt x="6136" y="14922"/>
                </a:lnTo>
                <a:lnTo>
                  <a:pt x="6224" y="15166"/>
                </a:lnTo>
                <a:lnTo>
                  <a:pt x="6362" y="15398"/>
                </a:lnTo>
                <a:lnTo>
                  <a:pt x="6463" y="15630"/>
                </a:lnTo>
                <a:lnTo>
                  <a:pt x="6551" y="15913"/>
                </a:lnTo>
                <a:lnTo>
                  <a:pt x="6639" y="16145"/>
                </a:lnTo>
                <a:lnTo>
                  <a:pt x="6727" y="16376"/>
                </a:lnTo>
                <a:lnTo>
                  <a:pt x="6865" y="16621"/>
                </a:lnTo>
                <a:lnTo>
                  <a:pt x="6966" y="16853"/>
                </a:lnTo>
                <a:lnTo>
                  <a:pt x="7054" y="17136"/>
                </a:lnTo>
                <a:lnTo>
                  <a:pt x="7142" y="17368"/>
                </a:lnTo>
                <a:lnTo>
                  <a:pt x="7242" y="17600"/>
                </a:lnTo>
                <a:lnTo>
                  <a:pt x="7368" y="17831"/>
                </a:lnTo>
                <a:lnTo>
                  <a:pt x="7469" y="18115"/>
                </a:lnTo>
                <a:lnTo>
                  <a:pt x="7557" y="18346"/>
                </a:lnTo>
                <a:lnTo>
                  <a:pt x="7645" y="18591"/>
                </a:lnTo>
                <a:lnTo>
                  <a:pt x="7745" y="18823"/>
                </a:lnTo>
                <a:lnTo>
                  <a:pt x="7871" y="19054"/>
                </a:lnTo>
                <a:lnTo>
                  <a:pt x="7972" y="19338"/>
                </a:lnTo>
                <a:lnTo>
                  <a:pt x="8060" y="19569"/>
                </a:lnTo>
                <a:lnTo>
                  <a:pt x="8148" y="19801"/>
                </a:lnTo>
                <a:lnTo>
                  <a:pt x="8248" y="20046"/>
                </a:lnTo>
                <a:lnTo>
                  <a:pt x="8387" y="20329"/>
                </a:lnTo>
                <a:lnTo>
                  <a:pt x="8475" y="20561"/>
                </a:lnTo>
                <a:lnTo>
                  <a:pt x="8563" y="20793"/>
                </a:lnTo>
                <a:lnTo>
                  <a:pt x="8651" y="21024"/>
                </a:lnTo>
                <a:lnTo>
                  <a:pt x="8751" y="21308"/>
                </a:lnTo>
                <a:lnTo>
                  <a:pt x="8889" y="21539"/>
                </a:lnTo>
                <a:lnTo>
                  <a:pt x="8978" y="21771"/>
                </a:lnTo>
                <a:lnTo>
                  <a:pt x="9066" y="22016"/>
                </a:lnTo>
                <a:lnTo>
                  <a:pt x="9154" y="22299"/>
                </a:lnTo>
                <a:lnTo>
                  <a:pt x="9254" y="22531"/>
                </a:lnTo>
                <a:lnTo>
                  <a:pt x="9392" y="22762"/>
                </a:lnTo>
                <a:lnTo>
                  <a:pt x="9480" y="22994"/>
                </a:lnTo>
                <a:lnTo>
                  <a:pt x="9568" y="23226"/>
                </a:lnTo>
                <a:lnTo>
                  <a:pt x="9657" y="23509"/>
                </a:lnTo>
                <a:lnTo>
                  <a:pt x="9757" y="23754"/>
                </a:lnTo>
                <a:lnTo>
                  <a:pt x="9895" y="23986"/>
                </a:lnTo>
                <a:lnTo>
                  <a:pt x="9983" y="24217"/>
                </a:lnTo>
                <a:lnTo>
                  <a:pt x="10071" y="24501"/>
                </a:lnTo>
                <a:lnTo>
                  <a:pt x="10159" y="24732"/>
                </a:lnTo>
                <a:lnTo>
                  <a:pt x="10260" y="24964"/>
                </a:lnTo>
                <a:lnTo>
                  <a:pt x="10398" y="25209"/>
                </a:lnTo>
                <a:lnTo>
                  <a:pt x="10486" y="25479"/>
                </a:lnTo>
                <a:lnTo>
                  <a:pt x="10574" y="25724"/>
                </a:lnTo>
                <a:lnTo>
                  <a:pt x="10675" y="25955"/>
                </a:lnTo>
                <a:lnTo>
                  <a:pt x="10763" y="26187"/>
                </a:lnTo>
                <a:lnTo>
                  <a:pt x="10901" y="26470"/>
                </a:lnTo>
                <a:lnTo>
                  <a:pt x="10989" y="26702"/>
                </a:lnTo>
                <a:lnTo>
                  <a:pt x="11077" y="26934"/>
                </a:lnTo>
                <a:lnTo>
                  <a:pt x="11178" y="27179"/>
                </a:lnTo>
                <a:lnTo>
                  <a:pt x="11266" y="27410"/>
                </a:lnTo>
                <a:lnTo>
                  <a:pt x="11404" y="27694"/>
                </a:lnTo>
                <a:lnTo>
                  <a:pt x="11492" y="27925"/>
                </a:lnTo>
                <a:lnTo>
                  <a:pt x="11580" y="28157"/>
                </a:lnTo>
                <a:lnTo>
                  <a:pt x="11681" y="28389"/>
                </a:lnTo>
                <a:lnTo>
                  <a:pt x="11769" y="28672"/>
                </a:lnTo>
                <a:lnTo>
                  <a:pt x="11907" y="28904"/>
                </a:lnTo>
                <a:lnTo>
                  <a:pt x="11995" y="29148"/>
                </a:lnTo>
                <a:lnTo>
                  <a:pt x="12083" y="29380"/>
                </a:lnTo>
                <a:lnTo>
                  <a:pt x="12184" y="29663"/>
                </a:lnTo>
                <a:lnTo>
                  <a:pt x="12272" y="29895"/>
                </a:lnTo>
                <a:lnTo>
                  <a:pt x="12410" y="30127"/>
                </a:lnTo>
                <a:lnTo>
                  <a:pt x="12498" y="30359"/>
                </a:lnTo>
                <a:lnTo>
                  <a:pt x="12586" y="30642"/>
                </a:lnTo>
                <a:lnTo>
                  <a:pt x="12687" y="30887"/>
                </a:lnTo>
                <a:lnTo>
                  <a:pt x="12775" y="31118"/>
                </a:lnTo>
                <a:lnTo>
                  <a:pt x="12913" y="31350"/>
                </a:lnTo>
                <a:lnTo>
                  <a:pt x="13001" y="31633"/>
                </a:lnTo>
                <a:lnTo>
                  <a:pt x="13089" y="31865"/>
                </a:lnTo>
                <a:lnTo>
                  <a:pt x="13190" y="32097"/>
                </a:lnTo>
                <a:lnTo>
                  <a:pt x="13278" y="32329"/>
                </a:lnTo>
                <a:lnTo>
                  <a:pt x="13416" y="32612"/>
                </a:lnTo>
                <a:lnTo>
                  <a:pt x="13504" y="32856"/>
                </a:lnTo>
                <a:lnTo>
                  <a:pt x="13592" y="33088"/>
                </a:lnTo>
                <a:lnTo>
                  <a:pt x="13693" y="33320"/>
                </a:lnTo>
                <a:lnTo>
                  <a:pt x="13781" y="33603"/>
                </a:lnTo>
                <a:lnTo>
                  <a:pt x="13919" y="33835"/>
                </a:lnTo>
                <a:lnTo>
                  <a:pt x="14007" y="34067"/>
                </a:lnTo>
                <a:lnTo>
                  <a:pt x="14095" y="34311"/>
                </a:lnTo>
                <a:lnTo>
                  <a:pt x="14196" y="34582"/>
                </a:lnTo>
                <a:lnTo>
                  <a:pt x="14284" y="34826"/>
                </a:lnTo>
                <a:lnTo>
                  <a:pt x="14422" y="35058"/>
                </a:lnTo>
                <a:lnTo>
                  <a:pt x="14510" y="35290"/>
                </a:lnTo>
                <a:lnTo>
                  <a:pt x="14611" y="35573"/>
                </a:lnTo>
                <a:lnTo>
                  <a:pt x="14699" y="35805"/>
                </a:lnTo>
                <a:lnTo>
                  <a:pt x="14787" y="36037"/>
                </a:lnTo>
                <a:lnTo>
                  <a:pt x="14925" y="36281"/>
                </a:lnTo>
                <a:lnTo>
                  <a:pt x="15013" y="36552"/>
                </a:lnTo>
                <a:lnTo>
                  <a:pt x="15114" y="36796"/>
                </a:lnTo>
                <a:lnTo>
                  <a:pt x="15202" y="37028"/>
                </a:lnTo>
                <a:lnTo>
                  <a:pt x="15290" y="37260"/>
                </a:lnTo>
                <a:lnTo>
                  <a:pt x="15428" y="37543"/>
                </a:lnTo>
                <a:lnTo>
                  <a:pt x="15516" y="37775"/>
                </a:lnTo>
                <a:lnTo>
                  <a:pt x="15617" y="38006"/>
                </a:lnTo>
                <a:lnTo>
                  <a:pt x="15705" y="38251"/>
                </a:lnTo>
                <a:lnTo>
                  <a:pt x="15793" y="38534"/>
                </a:lnTo>
                <a:lnTo>
                  <a:pt x="15931" y="38766"/>
                </a:lnTo>
                <a:lnTo>
                  <a:pt x="16019" y="38998"/>
                </a:lnTo>
                <a:lnTo>
                  <a:pt x="16120" y="39230"/>
                </a:lnTo>
                <a:lnTo>
                  <a:pt x="16208" y="39513"/>
                </a:lnTo>
                <a:lnTo>
                  <a:pt x="16296" y="39745"/>
                </a:lnTo>
                <a:lnTo>
                  <a:pt x="16434" y="39989"/>
                </a:lnTo>
                <a:lnTo>
                  <a:pt x="16522" y="40221"/>
                </a:lnTo>
                <a:lnTo>
                  <a:pt x="16623" y="40504"/>
                </a:lnTo>
                <a:lnTo>
                  <a:pt x="16711" y="40736"/>
                </a:lnTo>
                <a:lnTo>
                  <a:pt x="16799" y="40968"/>
                </a:lnTo>
                <a:lnTo>
                  <a:pt x="16937" y="41199"/>
                </a:lnTo>
                <a:lnTo>
                  <a:pt x="17025" y="41483"/>
                </a:lnTo>
                <a:lnTo>
                  <a:pt x="17126" y="41714"/>
                </a:lnTo>
                <a:lnTo>
                  <a:pt x="17214" y="41959"/>
                </a:lnTo>
                <a:lnTo>
                  <a:pt x="17302" y="42191"/>
                </a:lnTo>
                <a:lnTo>
                  <a:pt x="17440" y="42474"/>
                </a:lnTo>
                <a:lnTo>
                  <a:pt x="17528" y="42706"/>
                </a:lnTo>
                <a:lnTo>
                  <a:pt x="17629" y="42938"/>
                </a:lnTo>
                <a:lnTo>
                  <a:pt x="17717" y="43169"/>
                </a:lnTo>
                <a:lnTo>
                  <a:pt x="17805" y="43453"/>
                </a:lnTo>
                <a:lnTo>
                  <a:pt x="17943" y="43684"/>
                </a:lnTo>
                <a:lnTo>
                  <a:pt x="18031" y="43929"/>
                </a:lnTo>
                <a:lnTo>
                  <a:pt x="18132" y="44161"/>
                </a:lnTo>
                <a:lnTo>
                  <a:pt x="18220" y="44444"/>
                </a:lnTo>
                <a:lnTo>
                  <a:pt x="18308" y="44676"/>
                </a:lnTo>
                <a:lnTo>
                  <a:pt x="18446" y="44907"/>
                </a:lnTo>
                <a:lnTo>
                  <a:pt x="18546" y="45139"/>
                </a:lnTo>
                <a:lnTo>
                  <a:pt x="18635" y="45422"/>
                </a:lnTo>
                <a:lnTo>
                  <a:pt x="18723" y="45667"/>
                </a:lnTo>
                <a:lnTo>
                  <a:pt x="18811" y="45899"/>
                </a:lnTo>
                <a:lnTo>
                  <a:pt x="18949" y="46131"/>
                </a:lnTo>
                <a:lnTo>
                  <a:pt x="19049" y="46414"/>
                </a:lnTo>
                <a:lnTo>
                  <a:pt x="19137" y="46646"/>
                </a:lnTo>
                <a:lnTo>
                  <a:pt x="19226" y="46877"/>
                </a:lnTo>
                <a:lnTo>
                  <a:pt x="19314" y="47109"/>
                </a:lnTo>
                <a:lnTo>
                  <a:pt x="19452" y="47392"/>
                </a:lnTo>
                <a:lnTo>
                  <a:pt x="19552" y="47637"/>
                </a:lnTo>
                <a:lnTo>
                  <a:pt x="19640" y="47869"/>
                </a:lnTo>
                <a:lnTo>
                  <a:pt x="19728" y="48100"/>
                </a:lnTo>
                <a:lnTo>
                  <a:pt x="19816" y="48384"/>
                </a:lnTo>
                <a:lnTo>
                  <a:pt x="19955" y="48615"/>
                </a:lnTo>
                <a:lnTo>
                  <a:pt x="20055" y="4884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6868190" y="2819354"/>
            <a:ext cx="19993" cy="48937"/>
          </a:xfrm>
          <a:custGeom>
            <a:avLst/>
            <a:gdLst/>
            <a:ahLst/>
            <a:cxnLst/>
            <a:rect l="l" t="t" r="r" b="b"/>
            <a:pathLst>
              <a:path w="19993" h="48937">
                <a:moveTo>
                  <a:pt x="0" y="0"/>
                </a:moveTo>
                <a:lnTo>
                  <a:pt x="88" y="244"/>
                </a:lnTo>
                <a:lnTo>
                  <a:pt x="176" y="514"/>
                </a:lnTo>
                <a:lnTo>
                  <a:pt x="264" y="759"/>
                </a:lnTo>
                <a:lnTo>
                  <a:pt x="402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9" y="1738"/>
                </a:lnTo>
                <a:lnTo>
                  <a:pt x="779" y="1969"/>
                </a:lnTo>
                <a:lnTo>
                  <a:pt x="905" y="2214"/>
                </a:lnTo>
                <a:lnTo>
                  <a:pt x="1005" y="2484"/>
                </a:lnTo>
                <a:lnTo>
                  <a:pt x="1093" y="2729"/>
                </a:lnTo>
                <a:lnTo>
                  <a:pt x="1181" y="2961"/>
                </a:lnTo>
                <a:lnTo>
                  <a:pt x="1282" y="3192"/>
                </a:lnTo>
                <a:lnTo>
                  <a:pt x="1408" y="3476"/>
                </a:lnTo>
                <a:lnTo>
                  <a:pt x="1508" y="3707"/>
                </a:lnTo>
                <a:lnTo>
                  <a:pt x="1596" y="3939"/>
                </a:lnTo>
                <a:lnTo>
                  <a:pt x="1684" y="4184"/>
                </a:lnTo>
                <a:lnTo>
                  <a:pt x="1785" y="4467"/>
                </a:lnTo>
                <a:lnTo>
                  <a:pt x="1923" y="4699"/>
                </a:lnTo>
                <a:lnTo>
                  <a:pt x="2011" y="4931"/>
                </a:lnTo>
                <a:lnTo>
                  <a:pt x="2099" y="5162"/>
                </a:lnTo>
                <a:lnTo>
                  <a:pt x="2187" y="5446"/>
                </a:lnTo>
                <a:lnTo>
                  <a:pt x="2288" y="5677"/>
                </a:lnTo>
                <a:lnTo>
                  <a:pt x="2426" y="5922"/>
                </a:lnTo>
                <a:lnTo>
                  <a:pt x="2514" y="6154"/>
                </a:lnTo>
                <a:lnTo>
                  <a:pt x="2552" y="6385"/>
                </a:lnTo>
                <a:lnTo>
                  <a:pt x="2653" y="6617"/>
                </a:lnTo>
                <a:lnTo>
                  <a:pt x="2791" y="6849"/>
                </a:lnTo>
                <a:lnTo>
                  <a:pt x="2879" y="7094"/>
                </a:lnTo>
                <a:lnTo>
                  <a:pt x="2967" y="7377"/>
                </a:lnTo>
                <a:lnTo>
                  <a:pt x="3068" y="7609"/>
                </a:lnTo>
                <a:lnTo>
                  <a:pt x="3156" y="7840"/>
                </a:lnTo>
                <a:lnTo>
                  <a:pt x="3294" y="8072"/>
                </a:lnTo>
                <a:lnTo>
                  <a:pt x="3382" y="8355"/>
                </a:lnTo>
                <a:lnTo>
                  <a:pt x="3470" y="8587"/>
                </a:lnTo>
                <a:lnTo>
                  <a:pt x="3571" y="8819"/>
                </a:lnTo>
                <a:lnTo>
                  <a:pt x="3659" y="9063"/>
                </a:lnTo>
                <a:lnTo>
                  <a:pt x="3797" y="9347"/>
                </a:lnTo>
                <a:lnTo>
                  <a:pt x="3885" y="9578"/>
                </a:lnTo>
                <a:lnTo>
                  <a:pt x="3973" y="9810"/>
                </a:lnTo>
                <a:lnTo>
                  <a:pt x="4074" y="10042"/>
                </a:lnTo>
                <a:lnTo>
                  <a:pt x="4162" y="10325"/>
                </a:lnTo>
                <a:lnTo>
                  <a:pt x="4300" y="10557"/>
                </a:lnTo>
                <a:lnTo>
                  <a:pt x="4388" y="10802"/>
                </a:lnTo>
                <a:lnTo>
                  <a:pt x="4476" y="11033"/>
                </a:lnTo>
                <a:lnTo>
                  <a:pt x="4577" y="11317"/>
                </a:lnTo>
                <a:lnTo>
                  <a:pt x="4665" y="11548"/>
                </a:lnTo>
                <a:lnTo>
                  <a:pt x="4803" y="11780"/>
                </a:lnTo>
                <a:lnTo>
                  <a:pt x="4891" y="12012"/>
                </a:lnTo>
                <a:lnTo>
                  <a:pt x="4979" y="12295"/>
                </a:lnTo>
                <a:lnTo>
                  <a:pt x="5079" y="12527"/>
                </a:lnTo>
                <a:lnTo>
                  <a:pt x="5168" y="12771"/>
                </a:lnTo>
                <a:lnTo>
                  <a:pt x="5306" y="13003"/>
                </a:lnTo>
                <a:lnTo>
                  <a:pt x="5394" y="13286"/>
                </a:lnTo>
                <a:lnTo>
                  <a:pt x="5482" y="13518"/>
                </a:lnTo>
                <a:lnTo>
                  <a:pt x="5582" y="13750"/>
                </a:lnTo>
                <a:lnTo>
                  <a:pt x="5670" y="13982"/>
                </a:lnTo>
                <a:lnTo>
                  <a:pt x="5809" y="14265"/>
                </a:lnTo>
                <a:lnTo>
                  <a:pt x="5897" y="14497"/>
                </a:lnTo>
                <a:lnTo>
                  <a:pt x="5985" y="14741"/>
                </a:lnTo>
                <a:lnTo>
                  <a:pt x="6085" y="14973"/>
                </a:lnTo>
                <a:lnTo>
                  <a:pt x="6173" y="15256"/>
                </a:lnTo>
                <a:lnTo>
                  <a:pt x="6312" y="15488"/>
                </a:lnTo>
                <a:lnTo>
                  <a:pt x="6400" y="15720"/>
                </a:lnTo>
                <a:lnTo>
                  <a:pt x="6488" y="15952"/>
                </a:lnTo>
                <a:lnTo>
                  <a:pt x="6588" y="16235"/>
                </a:lnTo>
                <a:lnTo>
                  <a:pt x="6676" y="16479"/>
                </a:lnTo>
                <a:lnTo>
                  <a:pt x="6815" y="16711"/>
                </a:lnTo>
                <a:lnTo>
                  <a:pt x="6903" y="16943"/>
                </a:lnTo>
                <a:lnTo>
                  <a:pt x="7003" y="17226"/>
                </a:lnTo>
                <a:lnTo>
                  <a:pt x="7091" y="17458"/>
                </a:lnTo>
                <a:lnTo>
                  <a:pt x="7179" y="17690"/>
                </a:lnTo>
                <a:lnTo>
                  <a:pt x="7318" y="17934"/>
                </a:lnTo>
                <a:lnTo>
                  <a:pt x="7406" y="18205"/>
                </a:lnTo>
                <a:lnTo>
                  <a:pt x="7506" y="18449"/>
                </a:lnTo>
                <a:lnTo>
                  <a:pt x="7594" y="18681"/>
                </a:lnTo>
                <a:lnTo>
                  <a:pt x="7682" y="18913"/>
                </a:lnTo>
                <a:lnTo>
                  <a:pt x="7821" y="19196"/>
                </a:lnTo>
                <a:lnTo>
                  <a:pt x="7909" y="19428"/>
                </a:lnTo>
                <a:lnTo>
                  <a:pt x="8009" y="19660"/>
                </a:lnTo>
                <a:lnTo>
                  <a:pt x="8097" y="19904"/>
                </a:lnTo>
                <a:lnTo>
                  <a:pt x="8185" y="20175"/>
                </a:lnTo>
                <a:lnTo>
                  <a:pt x="8324" y="20419"/>
                </a:lnTo>
                <a:lnTo>
                  <a:pt x="8412" y="20651"/>
                </a:lnTo>
                <a:lnTo>
                  <a:pt x="8512" y="20883"/>
                </a:lnTo>
                <a:lnTo>
                  <a:pt x="8600" y="21166"/>
                </a:lnTo>
                <a:lnTo>
                  <a:pt x="8688" y="21398"/>
                </a:lnTo>
                <a:lnTo>
                  <a:pt x="8827" y="21629"/>
                </a:lnTo>
                <a:lnTo>
                  <a:pt x="8915" y="21874"/>
                </a:lnTo>
                <a:lnTo>
                  <a:pt x="9015" y="22157"/>
                </a:lnTo>
                <a:lnTo>
                  <a:pt x="9103" y="22389"/>
                </a:lnTo>
                <a:lnTo>
                  <a:pt x="9191" y="22621"/>
                </a:lnTo>
                <a:lnTo>
                  <a:pt x="9330" y="22853"/>
                </a:lnTo>
                <a:lnTo>
                  <a:pt x="9418" y="23136"/>
                </a:lnTo>
                <a:lnTo>
                  <a:pt x="9518" y="23368"/>
                </a:lnTo>
                <a:lnTo>
                  <a:pt x="9606" y="23599"/>
                </a:lnTo>
                <a:lnTo>
                  <a:pt x="9694" y="23844"/>
                </a:lnTo>
                <a:lnTo>
                  <a:pt x="9833" y="24127"/>
                </a:lnTo>
                <a:lnTo>
                  <a:pt x="9921" y="24359"/>
                </a:lnTo>
                <a:lnTo>
                  <a:pt x="10021" y="24591"/>
                </a:lnTo>
                <a:lnTo>
                  <a:pt x="10109" y="24822"/>
                </a:lnTo>
                <a:lnTo>
                  <a:pt x="10197" y="25106"/>
                </a:lnTo>
                <a:lnTo>
                  <a:pt x="10336" y="25337"/>
                </a:lnTo>
                <a:lnTo>
                  <a:pt x="10436" y="25582"/>
                </a:lnTo>
                <a:lnTo>
                  <a:pt x="10524" y="25814"/>
                </a:lnTo>
                <a:lnTo>
                  <a:pt x="10612" y="26097"/>
                </a:lnTo>
                <a:lnTo>
                  <a:pt x="10700" y="26329"/>
                </a:lnTo>
                <a:lnTo>
                  <a:pt x="10838" y="26561"/>
                </a:lnTo>
                <a:lnTo>
                  <a:pt x="10939" y="26792"/>
                </a:lnTo>
                <a:lnTo>
                  <a:pt x="11027" y="27076"/>
                </a:lnTo>
                <a:lnTo>
                  <a:pt x="11115" y="27307"/>
                </a:lnTo>
                <a:lnTo>
                  <a:pt x="11203" y="27552"/>
                </a:lnTo>
                <a:lnTo>
                  <a:pt x="11341" y="27784"/>
                </a:lnTo>
                <a:lnTo>
                  <a:pt x="11442" y="28067"/>
                </a:lnTo>
                <a:lnTo>
                  <a:pt x="11530" y="28299"/>
                </a:lnTo>
                <a:lnTo>
                  <a:pt x="11618" y="28530"/>
                </a:lnTo>
                <a:lnTo>
                  <a:pt x="11706" y="28762"/>
                </a:lnTo>
                <a:lnTo>
                  <a:pt x="11844" y="29045"/>
                </a:lnTo>
                <a:lnTo>
                  <a:pt x="11945" y="29277"/>
                </a:lnTo>
                <a:lnTo>
                  <a:pt x="12033" y="29522"/>
                </a:lnTo>
                <a:lnTo>
                  <a:pt x="12121" y="29754"/>
                </a:lnTo>
                <a:lnTo>
                  <a:pt x="12209" y="30037"/>
                </a:lnTo>
                <a:lnTo>
                  <a:pt x="12347" y="30269"/>
                </a:lnTo>
                <a:lnTo>
                  <a:pt x="12448" y="30500"/>
                </a:lnTo>
                <a:lnTo>
                  <a:pt x="12536" y="30732"/>
                </a:lnTo>
                <a:lnTo>
                  <a:pt x="12624" y="31015"/>
                </a:lnTo>
                <a:lnTo>
                  <a:pt x="12712" y="31260"/>
                </a:lnTo>
                <a:lnTo>
                  <a:pt x="12850" y="31492"/>
                </a:lnTo>
                <a:lnTo>
                  <a:pt x="12951" y="31723"/>
                </a:lnTo>
                <a:lnTo>
                  <a:pt x="13039" y="32007"/>
                </a:lnTo>
                <a:lnTo>
                  <a:pt x="13127" y="32238"/>
                </a:lnTo>
                <a:lnTo>
                  <a:pt x="13228" y="32470"/>
                </a:lnTo>
                <a:lnTo>
                  <a:pt x="13353" y="32715"/>
                </a:lnTo>
                <a:lnTo>
                  <a:pt x="13454" y="32985"/>
                </a:lnTo>
                <a:lnTo>
                  <a:pt x="13542" y="33230"/>
                </a:lnTo>
                <a:lnTo>
                  <a:pt x="13630" y="33462"/>
                </a:lnTo>
                <a:lnTo>
                  <a:pt x="13731" y="33693"/>
                </a:lnTo>
                <a:lnTo>
                  <a:pt x="13856" y="33977"/>
                </a:lnTo>
                <a:lnTo>
                  <a:pt x="13957" y="34208"/>
                </a:lnTo>
                <a:lnTo>
                  <a:pt x="14045" y="34440"/>
                </a:lnTo>
                <a:lnTo>
                  <a:pt x="14133" y="34685"/>
                </a:lnTo>
                <a:lnTo>
                  <a:pt x="14234" y="34916"/>
                </a:lnTo>
                <a:lnTo>
                  <a:pt x="14372" y="35200"/>
                </a:lnTo>
                <a:lnTo>
                  <a:pt x="14460" y="35431"/>
                </a:lnTo>
                <a:lnTo>
                  <a:pt x="14548" y="35663"/>
                </a:lnTo>
                <a:lnTo>
                  <a:pt x="14636" y="35895"/>
                </a:lnTo>
                <a:lnTo>
                  <a:pt x="14737" y="36178"/>
                </a:lnTo>
                <a:lnTo>
                  <a:pt x="14875" y="36410"/>
                </a:lnTo>
                <a:lnTo>
                  <a:pt x="14963" y="36655"/>
                </a:lnTo>
                <a:lnTo>
                  <a:pt x="15051" y="36886"/>
                </a:lnTo>
                <a:lnTo>
                  <a:pt x="15139" y="37170"/>
                </a:lnTo>
                <a:lnTo>
                  <a:pt x="15239" y="37401"/>
                </a:lnTo>
                <a:lnTo>
                  <a:pt x="15378" y="37633"/>
                </a:lnTo>
                <a:lnTo>
                  <a:pt x="15466" y="37865"/>
                </a:lnTo>
                <a:lnTo>
                  <a:pt x="15554" y="38148"/>
                </a:lnTo>
                <a:lnTo>
                  <a:pt x="15642" y="38380"/>
                </a:lnTo>
                <a:lnTo>
                  <a:pt x="15742" y="38624"/>
                </a:lnTo>
                <a:lnTo>
                  <a:pt x="15881" y="38856"/>
                </a:lnTo>
                <a:lnTo>
                  <a:pt x="15969" y="39088"/>
                </a:lnTo>
                <a:lnTo>
                  <a:pt x="16057" y="39371"/>
                </a:lnTo>
                <a:lnTo>
                  <a:pt x="16145" y="39603"/>
                </a:lnTo>
                <a:lnTo>
                  <a:pt x="16245" y="39835"/>
                </a:lnTo>
                <a:lnTo>
                  <a:pt x="16384" y="40079"/>
                </a:lnTo>
                <a:lnTo>
                  <a:pt x="16472" y="40363"/>
                </a:lnTo>
                <a:lnTo>
                  <a:pt x="16560" y="40594"/>
                </a:lnTo>
                <a:lnTo>
                  <a:pt x="16660" y="40826"/>
                </a:lnTo>
                <a:lnTo>
                  <a:pt x="16748" y="41058"/>
                </a:lnTo>
                <a:lnTo>
                  <a:pt x="16887" y="41341"/>
                </a:lnTo>
                <a:lnTo>
                  <a:pt x="16975" y="41573"/>
                </a:lnTo>
                <a:lnTo>
                  <a:pt x="17063" y="41817"/>
                </a:lnTo>
                <a:lnTo>
                  <a:pt x="17163" y="42049"/>
                </a:lnTo>
                <a:lnTo>
                  <a:pt x="17251" y="42332"/>
                </a:lnTo>
                <a:lnTo>
                  <a:pt x="17390" y="42564"/>
                </a:lnTo>
                <a:lnTo>
                  <a:pt x="17478" y="42796"/>
                </a:lnTo>
                <a:lnTo>
                  <a:pt x="17566" y="43028"/>
                </a:lnTo>
                <a:lnTo>
                  <a:pt x="17666" y="43272"/>
                </a:lnTo>
                <a:lnTo>
                  <a:pt x="17754" y="43543"/>
                </a:lnTo>
                <a:lnTo>
                  <a:pt x="17893" y="43787"/>
                </a:lnTo>
                <a:lnTo>
                  <a:pt x="17981" y="44019"/>
                </a:lnTo>
                <a:lnTo>
                  <a:pt x="18069" y="44251"/>
                </a:lnTo>
                <a:lnTo>
                  <a:pt x="18169" y="44534"/>
                </a:lnTo>
                <a:lnTo>
                  <a:pt x="18257" y="44766"/>
                </a:lnTo>
                <a:lnTo>
                  <a:pt x="18396" y="44998"/>
                </a:lnTo>
                <a:lnTo>
                  <a:pt x="18484" y="45242"/>
                </a:lnTo>
                <a:lnTo>
                  <a:pt x="18572" y="45474"/>
                </a:lnTo>
                <a:lnTo>
                  <a:pt x="18672" y="45757"/>
                </a:lnTo>
                <a:lnTo>
                  <a:pt x="18760" y="45989"/>
                </a:lnTo>
                <a:lnTo>
                  <a:pt x="18899" y="46221"/>
                </a:lnTo>
                <a:lnTo>
                  <a:pt x="18987" y="46452"/>
                </a:lnTo>
                <a:lnTo>
                  <a:pt x="19075" y="46736"/>
                </a:lnTo>
                <a:lnTo>
                  <a:pt x="19175" y="46967"/>
                </a:lnTo>
                <a:lnTo>
                  <a:pt x="19263" y="47212"/>
                </a:lnTo>
                <a:lnTo>
                  <a:pt x="19402" y="47444"/>
                </a:lnTo>
                <a:lnTo>
                  <a:pt x="19490" y="47727"/>
                </a:lnTo>
                <a:lnTo>
                  <a:pt x="19578" y="47959"/>
                </a:lnTo>
                <a:lnTo>
                  <a:pt x="19678" y="48191"/>
                </a:lnTo>
                <a:lnTo>
                  <a:pt x="19766" y="48422"/>
                </a:lnTo>
                <a:lnTo>
                  <a:pt x="19905" y="48667"/>
                </a:lnTo>
                <a:lnTo>
                  <a:pt x="19993" y="48937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6888183" y="2868292"/>
            <a:ext cx="20043" cy="48294"/>
          </a:xfrm>
          <a:custGeom>
            <a:avLst/>
            <a:gdLst/>
            <a:ahLst/>
            <a:cxnLst/>
            <a:rect l="l" t="t" r="r" b="b"/>
            <a:pathLst>
              <a:path w="20043" h="48294">
                <a:moveTo>
                  <a:pt x="0" y="0"/>
                </a:moveTo>
                <a:lnTo>
                  <a:pt x="88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3" y="1454"/>
                </a:lnTo>
                <a:lnTo>
                  <a:pt x="691" y="1699"/>
                </a:lnTo>
                <a:lnTo>
                  <a:pt x="779" y="1931"/>
                </a:lnTo>
                <a:lnTo>
                  <a:pt x="917" y="2214"/>
                </a:lnTo>
                <a:lnTo>
                  <a:pt x="1005" y="2446"/>
                </a:lnTo>
                <a:lnTo>
                  <a:pt x="1106" y="2677"/>
                </a:lnTo>
                <a:lnTo>
                  <a:pt x="1194" y="2909"/>
                </a:lnTo>
                <a:lnTo>
                  <a:pt x="1282" y="3154"/>
                </a:lnTo>
                <a:lnTo>
                  <a:pt x="1420" y="3437"/>
                </a:lnTo>
                <a:lnTo>
                  <a:pt x="1508" y="3669"/>
                </a:lnTo>
                <a:lnTo>
                  <a:pt x="1609" y="3901"/>
                </a:lnTo>
                <a:lnTo>
                  <a:pt x="1697" y="4132"/>
                </a:lnTo>
                <a:lnTo>
                  <a:pt x="1785" y="4416"/>
                </a:lnTo>
                <a:lnTo>
                  <a:pt x="1923" y="4647"/>
                </a:lnTo>
                <a:lnTo>
                  <a:pt x="2011" y="4892"/>
                </a:lnTo>
                <a:lnTo>
                  <a:pt x="2112" y="5124"/>
                </a:lnTo>
                <a:lnTo>
                  <a:pt x="2200" y="5355"/>
                </a:lnTo>
                <a:lnTo>
                  <a:pt x="2288" y="5639"/>
                </a:lnTo>
                <a:lnTo>
                  <a:pt x="2426" y="5870"/>
                </a:lnTo>
                <a:lnTo>
                  <a:pt x="2514" y="6102"/>
                </a:lnTo>
                <a:lnTo>
                  <a:pt x="2615" y="6334"/>
                </a:lnTo>
                <a:lnTo>
                  <a:pt x="2703" y="6579"/>
                </a:lnTo>
                <a:lnTo>
                  <a:pt x="2791" y="6862"/>
                </a:lnTo>
                <a:lnTo>
                  <a:pt x="2929" y="7094"/>
                </a:lnTo>
                <a:lnTo>
                  <a:pt x="3017" y="7325"/>
                </a:lnTo>
                <a:lnTo>
                  <a:pt x="3118" y="7557"/>
                </a:lnTo>
                <a:lnTo>
                  <a:pt x="3206" y="7840"/>
                </a:lnTo>
                <a:lnTo>
                  <a:pt x="3294" y="8072"/>
                </a:lnTo>
                <a:lnTo>
                  <a:pt x="3432" y="8317"/>
                </a:lnTo>
                <a:lnTo>
                  <a:pt x="3520" y="8548"/>
                </a:lnTo>
                <a:lnTo>
                  <a:pt x="3621" y="8780"/>
                </a:lnTo>
                <a:lnTo>
                  <a:pt x="3709" y="9063"/>
                </a:lnTo>
                <a:lnTo>
                  <a:pt x="3797" y="9295"/>
                </a:lnTo>
                <a:lnTo>
                  <a:pt x="3935" y="9527"/>
                </a:lnTo>
                <a:lnTo>
                  <a:pt x="4023" y="9772"/>
                </a:lnTo>
                <a:lnTo>
                  <a:pt x="4124" y="10003"/>
                </a:lnTo>
                <a:lnTo>
                  <a:pt x="4212" y="10287"/>
                </a:lnTo>
                <a:lnTo>
                  <a:pt x="4300" y="10518"/>
                </a:lnTo>
                <a:lnTo>
                  <a:pt x="4438" y="10750"/>
                </a:lnTo>
                <a:lnTo>
                  <a:pt x="4539" y="10982"/>
                </a:lnTo>
                <a:lnTo>
                  <a:pt x="4627" y="11226"/>
                </a:lnTo>
                <a:lnTo>
                  <a:pt x="4715" y="11497"/>
                </a:lnTo>
                <a:lnTo>
                  <a:pt x="4803" y="11741"/>
                </a:lnTo>
                <a:lnTo>
                  <a:pt x="4941" y="11973"/>
                </a:lnTo>
                <a:lnTo>
                  <a:pt x="5042" y="12205"/>
                </a:lnTo>
                <a:lnTo>
                  <a:pt x="5130" y="12437"/>
                </a:lnTo>
                <a:lnTo>
                  <a:pt x="5218" y="12720"/>
                </a:lnTo>
                <a:lnTo>
                  <a:pt x="5306" y="12952"/>
                </a:lnTo>
                <a:lnTo>
                  <a:pt x="5444" y="13196"/>
                </a:lnTo>
                <a:lnTo>
                  <a:pt x="5545" y="13428"/>
                </a:lnTo>
                <a:lnTo>
                  <a:pt x="5633" y="13660"/>
                </a:lnTo>
                <a:lnTo>
                  <a:pt x="5721" y="13943"/>
                </a:lnTo>
                <a:lnTo>
                  <a:pt x="5809" y="14175"/>
                </a:lnTo>
                <a:lnTo>
                  <a:pt x="5947" y="14407"/>
                </a:lnTo>
                <a:lnTo>
                  <a:pt x="6048" y="14651"/>
                </a:lnTo>
                <a:lnTo>
                  <a:pt x="6136" y="14883"/>
                </a:lnTo>
                <a:lnTo>
                  <a:pt x="6224" y="15166"/>
                </a:lnTo>
                <a:lnTo>
                  <a:pt x="6312" y="15398"/>
                </a:lnTo>
                <a:lnTo>
                  <a:pt x="6450" y="15630"/>
                </a:lnTo>
                <a:lnTo>
                  <a:pt x="6551" y="15861"/>
                </a:lnTo>
                <a:lnTo>
                  <a:pt x="6639" y="16106"/>
                </a:lnTo>
                <a:lnTo>
                  <a:pt x="6727" y="16376"/>
                </a:lnTo>
                <a:lnTo>
                  <a:pt x="6827" y="16621"/>
                </a:lnTo>
                <a:lnTo>
                  <a:pt x="6953" y="16853"/>
                </a:lnTo>
                <a:lnTo>
                  <a:pt x="7054" y="17085"/>
                </a:lnTo>
                <a:lnTo>
                  <a:pt x="7142" y="17316"/>
                </a:lnTo>
                <a:lnTo>
                  <a:pt x="7230" y="17600"/>
                </a:lnTo>
                <a:lnTo>
                  <a:pt x="7330" y="17831"/>
                </a:lnTo>
                <a:lnTo>
                  <a:pt x="7456" y="18076"/>
                </a:lnTo>
                <a:lnTo>
                  <a:pt x="7557" y="18308"/>
                </a:lnTo>
                <a:lnTo>
                  <a:pt x="7645" y="18539"/>
                </a:lnTo>
                <a:lnTo>
                  <a:pt x="7733" y="18823"/>
                </a:lnTo>
                <a:lnTo>
                  <a:pt x="7833" y="19054"/>
                </a:lnTo>
                <a:lnTo>
                  <a:pt x="7972" y="19286"/>
                </a:lnTo>
                <a:lnTo>
                  <a:pt x="8060" y="19531"/>
                </a:lnTo>
                <a:lnTo>
                  <a:pt x="8148" y="19763"/>
                </a:lnTo>
                <a:lnTo>
                  <a:pt x="8236" y="19994"/>
                </a:lnTo>
                <a:lnTo>
                  <a:pt x="8336" y="20278"/>
                </a:lnTo>
                <a:lnTo>
                  <a:pt x="8475" y="20509"/>
                </a:lnTo>
                <a:lnTo>
                  <a:pt x="8563" y="20741"/>
                </a:lnTo>
                <a:lnTo>
                  <a:pt x="8651" y="20986"/>
                </a:lnTo>
                <a:lnTo>
                  <a:pt x="8739" y="21217"/>
                </a:lnTo>
                <a:lnTo>
                  <a:pt x="8839" y="21501"/>
                </a:lnTo>
                <a:lnTo>
                  <a:pt x="8978" y="21732"/>
                </a:lnTo>
                <a:lnTo>
                  <a:pt x="9066" y="21964"/>
                </a:lnTo>
                <a:lnTo>
                  <a:pt x="9154" y="22196"/>
                </a:lnTo>
                <a:lnTo>
                  <a:pt x="9242" y="22441"/>
                </a:lnTo>
                <a:lnTo>
                  <a:pt x="9342" y="22672"/>
                </a:lnTo>
                <a:lnTo>
                  <a:pt x="9480" y="22956"/>
                </a:lnTo>
                <a:lnTo>
                  <a:pt x="9568" y="23187"/>
                </a:lnTo>
                <a:lnTo>
                  <a:pt x="9657" y="23419"/>
                </a:lnTo>
                <a:lnTo>
                  <a:pt x="9745" y="23651"/>
                </a:lnTo>
                <a:lnTo>
                  <a:pt x="9845" y="23895"/>
                </a:lnTo>
                <a:lnTo>
                  <a:pt x="9983" y="24166"/>
                </a:lnTo>
                <a:lnTo>
                  <a:pt x="10071" y="24410"/>
                </a:lnTo>
                <a:lnTo>
                  <a:pt x="10159" y="24642"/>
                </a:lnTo>
                <a:lnTo>
                  <a:pt x="10248" y="24874"/>
                </a:lnTo>
                <a:lnTo>
                  <a:pt x="10348" y="25106"/>
                </a:lnTo>
                <a:lnTo>
                  <a:pt x="10486" y="25337"/>
                </a:lnTo>
                <a:lnTo>
                  <a:pt x="10574" y="25621"/>
                </a:lnTo>
                <a:lnTo>
                  <a:pt x="10662" y="25865"/>
                </a:lnTo>
                <a:lnTo>
                  <a:pt x="10763" y="26097"/>
                </a:lnTo>
                <a:lnTo>
                  <a:pt x="10851" y="26329"/>
                </a:lnTo>
                <a:lnTo>
                  <a:pt x="10989" y="26561"/>
                </a:lnTo>
                <a:lnTo>
                  <a:pt x="11077" y="26792"/>
                </a:lnTo>
                <a:lnTo>
                  <a:pt x="11165" y="27076"/>
                </a:lnTo>
                <a:lnTo>
                  <a:pt x="11266" y="27320"/>
                </a:lnTo>
                <a:lnTo>
                  <a:pt x="11354" y="27552"/>
                </a:lnTo>
                <a:lnTo>
                  <a:pt x="11492" y="27784"/>
                </a:lnTo>
                <a:lnTo>
                  <a:pt x="11580" y="28015"/>
                </a:lnTo>
                <a:lnTo>
                  <a:pt x="11668" y="28247"/>
                </a:lnTo>
                <a:lnTo>
                  <a:pt x="11769" y="28530"/>
                </a:lnTo>
                <a:lnTo>
                  <a:pt x="11857" y="28775"/>
                </a:lnTo>
                <a:lnTo>
                  <a:pt x="11995" y="29007"/>
                </a:lnTo>
                <a:lnTo>
                  <a:pt x="12083" y="29239"/>
                </a:lnTo>
                <a:lnTo>
                  <a:pt x="12171" y="29470"/>
                </a:lnTo>
                <a:lnTo>
                  <a:pt x="12272" y="29702"/>
                </a:lnTo>
                <a:lnTo>
                  <a:pt x="12360" y="29985"/>
                </a:lnTo>
                <a:lnTo>
                  <a:pt x="12498" y="30230"/>
                </a:lnTo>
                <a:lnTo>
                  <a:pt x="12586" y="30462"/>
                </a:lnTo>
                <a:lnTo>
                  <a:pt x="12674" y="30693"/>
                </a:lnTo>
                <a:lnTo>
                  <a:pt x="12775" y="30925"/>
                </a:lnTo>
                <a:lnTo>
                  <a:pt x="12863" y="31157"/>
                </a:lnTo>
                <a:lnTo>
                  <a:pt x="13001" y="31440"/>
                </a:lnTo>
                <a:lnTo>
                  <a:pt x="13089" y="31672"/>
                </a:lnTo>
                <a:lnTo>
                  <a:pt x="13177" y="31917"/>
                </a:lnTo>
                <a:lnTo>
                  <a:pt x="13278" y="32148"/>
                </a:lnTo>
                <a:lnTo>
                  <a:pt x="13366" y="32380"/>
                </a:lnTo>
                <a:lnTo>
                  <a:pt x="13504" y="32612"/>
                </a:lnTo>
                <a:lnTo>
                  <a:pt x="13592" y="32895"/>
                </a:lnTo>
                <a:lnTo>
                  <a:pt x="13680" y="33127"/>
                </a:lnTo>
                <a:lnTo>
                  <a:pt x="13781" y="33371"/>
                </a:lnTo>
                <a:lnTo>
                  <a:pt x="13869" y="33603"/>
                </a:lnTo>
                <a:lnTo>
                  <a:pt x="14007" y="33835"/>
                </a:lnTo>
                <a:lnTo>
                  <a:pt x="14095" y="34067"/>
                </a:lnTo>
                <a:lnTo>
                  <a:pt x="14196" y="34311"/>
                </a:lnTo>
                <a:lnTo>
                  <a:pt x="14284" y="34582"/>
                </a:lnTo>
                <a:lnTo>
                  <a:pt x="14372" y="34826"/>
                </a:lnTo>
                <a:lnTo>
                  <a:pt x="14510" y="35058"/>
                </a:lnTo>
                <a:lnTo>
                  <a:pt x="14598" y="35290"/>
                </a:lnTo>
                <a:lnTo>
                  <a:pt x="14699" y="35522"/>
                </a:lnTo>
                <a:lnTo>
                  <a:pt x="14787" y="35766"/>
                </a:lnTo>
                <a:lnTo>
                  <a:pt x="14875" y="35998"/>
                </a:lnTo>
                <a:lnTo>
                  <a:pt x="15013" y="36281"/>
                </a:lnTo>
                <a:lnTo>
                  <a:pt x="15101" y="36513"/>
                </a:lnTo>
                <a:lnTo>
                  <a:pt x="15202" y="36745"/>
                </a:lnTo>
                <a:lnTo>
                  <a:pt x="15290" y="36976"/>
                </a:lnTo>
                <a:lnTo>
                  <a:pt x="15378" y="37221"/>
                </a:lnTo>
                <a:lnTo>
                  <a:pt x="15516" y="37453"/>
                </a:lnTo>
                <a:lnTo>
                  <a:pt x="15604" y="37685"/>
                </a:lnTo>
                <a:lnTo>
                  <a:pt x="15705" y="37968"/>
                </a:lnTo>
                <a:lnTo>
                  <a:pt x="15793" y="38200"/>
                </a:lnTo>
                <a:lnTo>
                  <a:pt x="15881" y="38431"/>
                </a:lnTo>
                <a:lnTo>
                  <a:pt x="16019" y="38676"/>
                </a:lnTo>
                <a:lnTo>
                  <a:pt x="16107" y="38908"/>
                </a:lnTo>
                <a:lnTo>
                  <a:pt x="16208" y="39139"/>
                </a:lnTo>
                <a:lnTo>
                  <a:pt x="16296" y="39371"/>
                </a:lnTo>
                <a:lnTo>
                  <a:pt x="16384" y="39654"/>
                </a:lnTo>
                <a:lnTo>
                  <a:pt x="16522" y="39886"/>
                </a:lnTo>
                <a:lnTo>
                  <a:pt x="16610" y="40118"/>
                </a:lnTo>
                <a:lnTo>
                  <a:pt x="16711" y="40363"/>
                </a:lnTo>
                <a:lnTo>
                  <a:pt x="16799" y="40594"/>
                </a:lnTo>
                <a:lnTo>
                  <a:pt x="16887" y="40826"/>
                </a:lnTo>
                <a:lnTo>
                  <a:pt x="17025" y="41058"/>
                </a:lnTo>
                <a:lnTo>
                  <a:pt x="17113" y="41341"/>
                </a:lnTo>
                <a:lnTo>
                  <a:pt x="17214" y="41573"/>
                </a:lnTo>
                <a:lnTo>
                  <a:pt x="17302" y="41817"/>
                </a:lnTo>
                <a:lnTo>
                  <a:pt x="17390" y="42049"/>
                </a:lnTo>
                <a:lnTo>
                  <a:pt x="17528" y="42281"/>
                </a:lnTo>
                <a:lnTo>
                  <a:pt x="17616" y="42513"/>
                </a:lnTo>
                <a:lnTo>
                  <a:pt x="17717" y="42757"/>
                </a:lnTo>
                <a:lnTo>
                  <a:pt x="17805" y="42989"/>
                </a:lnTo>
                <a:lnTo>
                  <a:pt x="17893" y="43272"/>
                </a:lnTo>
                <a:lnTo>
                  <a:pt x="18031" y="43504"/>
                </a:lnTo>
                <a:lnTo>
                  <a:pt x="18132" y="43736"/>
                </a:lnTo>
                <a:lnTo>
                  <a:pt x="18220" y="43968"/>
                </a:lnTo>
                <a:lnTo>
                  <a:pt x="18308" y="44212"/>
                </a:lnTo>
                <a:lnTo>
                  <a:pt x="18396" y="44444"/>
                </a:lnTo>
                <a:lnTo>
                  <a:pt x="18534" y="44676"/>
                </a:lnTo>
                <a:lnTo>
                  <a:pt x="18635" y="44907"/>
                </a:lnTo>
                <a:lnTo>
                  <a:pt x="18723" y="45191"/>
                </a:lnTo>
                <a:lnTo>
                  <a:pt x="18811" y="45422"/>
                </a:lnTo>
                <a:lnTo>
                  <a:pt x="18899" y="45667"/>
                </a:lnTo>
                <a:lnTo>
                  <a:pt x="19037" y="45899"/>
                </a:lnTo>
                <a:lnTo>
                  <a:pt x="19137" y="46131"/>
                </a:lnTo>
                <a:lnTo>
                  <a:pt x="19226" y="46362"/>
                </a:lnTo>
                <a:lnTo>
                  <a:pt x="19314" y="46594"/>
                </a:lnTo>
                <a:lnTo>
                  <a:pt x="19402" y="46839"/>
                </a:lnTo>
                <a:lnTo>
                  <a:pt x="19540" y="47070"/>
                </a:lnTo>
                <a:lnTo>
                  <a:pt x="19640" y="47354"/>
                </a:lnTo>
                <a:lnTo>
                  <a:pt x="19728" y="47585"/>
                </a:lnTo>
                <a:lnTo>
                  <a:pt x="19816" y="47817"/>
                </a:lnTo>
                <a:lnTo>
                  <a:pt x="19905" y="48049"/>
                </a:lnTo>
                <a:lnTo>
                  <a:pt x="20043" y="4829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6908226" y="2916586"/>
            <a:ext cx="20005" cy="46864"/>
          </a:xfrm>
          <a:custGeom>
            <a:avLst/>
            <a:gdLst/>
            <a:ahLst/>
            <a:cxnLst/>
            <a:rect l="l" t="t" r="r" b="b"/>
            <a:pathLst>
              <a:path w="20005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7" y="939"/>
                </a:lnTo>
                <a:lnTo>
                  <a:pt x="502" y="1210"/>
                </a:lnTo>
                <a:lnTo>
                  <a:pt x="603" y="1454"/>
                </a:lnTo>
                <a:lnTo>
                  <a:pt x="691" y="1686"/>
                </a:lnTo>
                <a:lnTo>
                  <a:pt x="779" y="1918"/>
                </a:lnTo>
                <a:lnTo>
                  <a:pt x="880" y="2150"/>
                </a:lnTo>
                <a:lnTo>
                  <a:pt x="1005" y="2381"/>
                </a:lnTo>
                <a:lnTo>
                  <a:pt x="1106" y="2626"/>
                </a:lnTo>
                <a:lnTo>
                  <a:pt x="1194" y="2858"/>
                </a:lnTo>
                <a:lnTo>
                  <a:pt x="1282" y="3089"/>
                </a:lnTo>
                <a:lnTo>
                  <a:pt x="1383" y="3321"/>
                </a:lnTo>
                <a:lnTo>
                  <a:pt x="1508" y="3604"/>
                </a:lnTo>
                <a:lnTo>
                  <a:pt x="1609" y="3836"/>
                </a:lnTo>
                <a:lnTo>
                  <a:pt x="1697" y="4081"/>
                </a:lnTo>
                <a:lnTo>
                  <a:pt x="1785" y="4313"/>
                </a:lnTo>
                <a:lnTo>
                  <a:pt x="1886" y="4544"/>
                </a:lnTo>
                <a:lnTo>
                  <a:pt x="2024" y="4776"/>
                </a:lnTo>
                <a:lnTo>
                  <a:pt x="2112" y="5021"/>
                </a:lnTo>
                <a:lnTo>
                  <a:pt x="2200" y="5252"/>
                </a:lnTo>
                <a:lnTo>
                  <a:pt x="2288" y="5484"/>
                </a:lnTo>
                <a:lnTo>
                  <a:pt x="2389" y="5716"/>
                </a:lnTo>
                <a:lnTo>
                  <a:pt x="2527" y="5999"/>
                </a:lnTo>
                <a:lnTo>
                  <a:pt x="2615" y="6231"/>
                </a:lnTo>
                <a:lnTo>
                  <a:pt x="2703" y="6476"/>
                </a:lnTo>
                <a:lnTo>
                  <a:pt x="2791" y="6707"/>
                </a:lnTo>
                <a:lnTo>
                  <a:pt x="2892" y="6939"/>
                </a:lnTo>
                <a:lnTo>
                  <a:pt x="3030" y="7171"/>
                </a:lnTo>
                <a:lnTo>
                  <a:pt x="3118" y="7403"/>
                </a:lnTo>
                <a:lnTo>
                  <a:pt x="3206" y="7647"/>
                </a:lnTo>
                <a:lnTo>
                  <a:pt x="3294" y="7879"/>
                </a:lnTo>
                <a:lnTo>
                  <a:pt x="3395" y="8111"/>
                </a:lnTo>
                <a:lnTo>
                  <a:pt x="3533" y="8342"/>
                </a:lnTo>
                <a:lnTo>
                  <a:pt x="3621" y="8587"/>
                </a:lnTo>
                <a:lnTo>
                  <a:pt x="3709" y="8857"/>
                </a:lnTo>
                <a:lnTo>
                  <a:pt x="3797" y="9102"/>
                </a:lnTo>
                <a:lnTo>
                  <a:pt x="3898" y="9334"/>
                </a:lnTo>
                <a:lnTo>
                  <a:pt x="4036" y="9566"/>
                </a:lnTo>
                <a:lnTo>
                  <a:pt x="4124" y="9797"/>
                </a:lnTo>
                <a:lnTo>
                  <a:pt x="4212" y="10042"/>
                </a:lnTo>
                <a:lnTo>
                  <a:pt x="4312" y="10274"/>
                </a:lnTo>
                <a:lnTo>
                  <a:pt x="4400" y="10505"/>
                </a:lnTo>
                <a:lnTo>
                  <a:pt x="4539" y="10737"/>
                </a:lnTo>
                <a:lnTo>
                  <a:pt x="4627" y="10969"/>
                </a:lnTo>
                <a:lnTo>
                  <a:pt x="4715" y="11214"/>
                </a:lnTo>
                <a:lnTo>
                  <a:pt x="4815" y="11445"/>
                </a:lnTo>
                <a:lnTo>
                  <a:pt x="4903" y="11677"/>
                </a:lnTo>
                <a:lnTo>
                  <a:pt x="5042" y="11960"/>
                </a:lnTo>
                <a:lnTo>
                  <a:pt x="5130" y="12192"/>
                </a:lnTo>
                <a:lnTo>
                  <a:pt x="5218" y="12424"/>
                </a:lnTo>
                <a:lnTo>
                  <a:pt x="5318" y="12668"/>
                </a:lnTo>
                <a:lnTo>
                  <a:pt x="5406" y="12900"/>
                </a:lnTo>
                <a:lnTo>
                  <a:pt x="5545" y="13132"/>
                </a:lnTo>
                <a:lnTo>
                  <a:pt x="5633" y="13364"/>
                </a:lnTo>
                <a:lnTo>
                  <a:pt x="5721" y="13608"/>
                </a:lnTo>
                <a:lnTo>
                  <a:pt x="5821" y="13840"/>
                </a:lnTo>
                <a:lnTo>
                  <a:pt x="5909" y="14072"/>
                </a:lnTo>
                <a:lnTo>
                  <a:pt x="6048" y="14304"/>
                </a:lnTo>
                <a:lnTo>
                  <a:pt x="6136" y="14535"/>
                </a:lnTo>
                <a:lnTo>
                  <a:pt x="6224" y="14780"/>
                </a:lnTo>
                <a:lnTo>
                  <a:pt x="6324" y="15012"/>
                </a:lnTo>
                <a:lnTo>
                  <a:pt x="6412" y="15243"/>
                </a:lnTo>
                <a:lnTo>
                  <a:pt x="6551" y="15475"/>
                </a:lnTo>
                <a:lnTo>
                  <a:pt x="6639" y="15758"/>
                </a:lnTo>
                <a:lnTo>
                  <a:pt x="6727" y="15990"/>
                </a:lnTo>
                <a:lnTo>
                  <a:pt x="6827" y="16235"/>
                </a:lnTo>
                <a:lnTo>
                  <a:pt x="6915" y="16467"/>
                </a:lnTo>
                <a:lnTo>
                  <a:pt x="7054" y="16698"/>
                </a:lnTo>
                <a:lnTo>
                  <a:pt x="7142" y="16930"/>
                </a:lnTo>
                <a:lnTo>
                  <a:pt x="7230" y="17162"/>
                </a:lnTo>
                <a:lnTo>
                  <a:pt x="7330" y="17406"/>
                </a:lnTo>
                <a:lnTo>
                  <a:pt x="7418" y="17638"/>
                </a:lnTo>
                <a:lnTo>
                  <a:pt x="7557" y="17870"/>
                </a:lnTo>
                <a:lnTo>
                  <a:pt x="7645" y="18102"/>
                </a:lnTo>
                <a:lnTo>
                  <a:pt x="7733" y="18346"/>
                </a:lnTo>
                <a:lnTo>
                  <a:pt x="7833" y="18578"/>
                </a:lnTo>
                <a:lnTo>
                  <a:pt x="7921" y="18810"/>
                </a:lnTo>
                <a:lnTo>
                  <a:pt x="8060" y="19042"/>
                </a:lnTo>
                <a:lnTo>
                  <a:pt x="8148" y="19273"/>
                </a:lnTo>
                <a:lnTo>
                  <a:pt x="8248" y="19518"/>
                </a:lnTo>
                <a:lnTo>
                  <a:pt x="8336" y="19750"/>
                </a:lnTo>
                <a:lnTo>
                  <a:pt x="8424" y="19981"/>
                </a:lnTo>
                <a:lnTo>
                  <a:pt x="8563" y="20213"/>
                </a:lnTo>
                <a:lnTo>
                  <a:pt x="8651" y="20458"/>
                </a:lnTo>
                <a:lnTo>
                  <a:pt x="8751" y="20690"/>
                </a:lnTo>
                <a:lnTo>
                  <a:pt x="8839" y="20973"/>
                </a:lnTo>
                <a:lnTo>
                  <a:pt x="8927" y="21205"/>
                </a:lnTo>
                <a:lnTo>
                  <a:pt x="9066" y="21436"/>
                </a:lnTo>
                <a:lnTo>
                  <a:pt x="9154" y="21668"/>
                </a:lnTo>
                <a:lnTo>
                  <a:pt x="9254" y="21913"/>
                </a:lnTo>
                <a:lnTo>
                  <a:pt x="9342" y="22144"/>
                </a:lnTo>
                <a:lnTo>
                  <a:pt x="9430" y="22376"/>
                </a:lnTo>
                <a:lnTo>
                  <a:pt x="9568" y="22608"/>
                </a:lnTo>
                <a:lnTo>
                  <a:pt x="9657" y="22840"/>
                </a:lnTo>
                <a:lnTo>
                  <a:pt x="9757" y="23084"/>
                </a:lnTo>
                <a:lnTo>
                  <a:pt x="9845" y="23316"/>
                </a:lnTo>
                <a:lnTo>
                  <a:pt x="9933" y="23548"/>
                </a:lnTo>
                <a:lnTo>
                  <a:pt x="10071" y="23780"/>
                </a:lnTo>
                <a:lnTo>
                  <a:pt x="10159" y="24024"/>
                </a:lnTo>
                <a:lnTo>
                  <a:pt x="10260" y="24256"/>
                </a:lnTo>
                <a:lnTo>
                  <a:pt x="10348" y="24488"/>
                </a:lnTo>
                <a:lnTo>
                  <a:pt x="10436" y="24719"/>
                </a:lnTo>
                <a:lnTo>
                  <a:pt x="10574" y="24951"/>
                </a:lnTo>
                <a:lnTo>
                  <a:pt x="10662" y="25196"/>
                </a:lnTo>
                <a:lnTo>
                  <a:pt x="10763" y="25428"/>
                </a:lnTo>
                <a:lnTo>
                  <a:pt x="10851" y="25659"/>
                </a:lnTo>
                <a:lnTo>
                  <a:pt x="10939" y="25891"/>
                </a:lnTo>
                <a:lnTo>
                  <a:pt x="11077" y="26136"/>
                </a:lnTo>
                <a:lnTo>
                  <a:pt x="11165" y="26367"/>
                </a:lnTo>
                <a:lnTo>
                  <a:pt x="11266" y="26599"/>
                </a:lnTo>
                <a:lnTo>
                  <a:pt x="11354" y="26831"/>
                </a:lnTo>
                <a:lnTo>
                  <a:pt x="11442" y="27063"/>
                </a:lnTo>
                <a:lnTo>
                  <a:pt x="11580" y="27307"/>
                </a:lnTo>
                <a:lnTo>
                  <a:pt x="11681" y="27539"/>
                </a:lnTo>
                <a:lnTo>
                  <a:pt x="11769" y="27771"/>
                </a:lnTo>
                <a:lnTo>
                  <a:pt x="11857" y="28003"/>
                </a:lnTo>
                <a:lnTo>
                  <a:pt x="11945" y="28247"/>
                </a:lnTo>
                <a:lnTo>
                  <a:pt x="12083" y="28479"/>
                </a:lnTo>
                <a:lnTo>
                  <a:pt x="12184" y="28711"/>
                </a:lnTo>
                <a:lnTo>
                  <a:pt x="12272" y="28942"/>
                </a:lnTo>
                <a:lnTo>
                  <a:pt x="12360" y="29174"/>
                </a:lnTo>
                <a:lnTo>
                  <a:pt x="12448" y="29419"/>
                </a:lnTo>
                <a:lnTo>
                  <a:pt x="12586" y="29651"/>
                </a:lnTo>
                <a:lnTo>
                  <a:pt x="12687" y="29882"/>
                </a:lnTo>
                <a:lnTo>
                  <a:pt x="12775" y="30114"/>
                </a:lnTo>
                <a:lnTo>
                  <a:pt x="12863" y="30359"/>
                </a:lnTo>
                <a:lnTo>
                  <a:pt x="12951" y="30590"/>
                </a:lnTo>
                <a:lnTo>
                  <a:pt x="13089" y="30822"/>
                </a:lnTo>
                <a:lnTo>
                  <a:pt x="13190" y="31054"/>
                </a:lnTo>
                <a:lnTo>
                  <a:pt x="13278" y="31286"/>
                </a:lnTo>
                <a:lnTo>
                  <a:pt x="13366" y="31530"/>
                </a:lnTo>
                <a:lnTo>
                  <a:pt x="13454" y="31762"/>
                </a:lnTo>
                <a:lnTo>
                  <a:pt x="13592" y="31994"/>
                </a:lnTo>
                <a:lnTo>
                  <a:pt x="13693" y="32226"/>
                </a:lnTo>
                <a:lnTo>
                  <a:pt x="13781" y="32470"/>
                </a:lnTo>
                <a:lnTo>
                  <a:pt x="13869" y="32702"/>
                </a:lnTo>
                <a:lnTo>
                  <a:pt x="13969" y="32934"/>
                </a:lnTo>
                <a:lnTo>
                  <a:pt x="14095" y="33165"/>
                </a:lnTo>
                <a:lnTo>
                  <a:pt x="14196" y="33397"/>
                </a:lnTo>
                <a:lnTo>
                  <a:pt x="14284" y="33642"/>
                </a:lnTo>
                <a:lnTo>
                  <a:pt x="14372" y="33874"/>
                </a:lnTo>
                <a:lnTo>
                  <a:pt x="14472" y="34105"/>
                </a:lnTo>
                <a:lnTo>
                  <a:pt x="14598" y="34337"/>
                </a:lnTo>
                <a:lnTo>
                  <a:pt x="14699" y="34582"/>
                </a:lnTo>
                <a:lnTo>
                  <a:pt x="14787" y="34813"/>
                </a:lnTo>
                <a:lnTo>
                  <a:pt x="14875" y="35045"/>
                </a:lnTo>
                <a:lnTo>
                  <a:pt x="14975" y="35277"/>
                </a:lnTo>
                <a:lnTo>
                  <a:pt x="15101" y="35509"/>
                </a:lnTo>
                <a:lnTo>
                  <a:pt x="15202" y="35753"/>
                </a:lnTo>
                <a:lnTo>
                  <a:pt x="15290" y="35985"/>
                </a:lnTo>
                <a:lnTo>
                  <a:pt x="15378" y="36217"/>
                </a:lnTo>
                <a:lnTo>
                  <a:pt x="15478" y="36449"/>
                </a:lnTo>
                <a:lnTo>
                  <a:pt x="15617" y="36693"/>
                </a:lnTo>
                <a:lnTo>
                  <a:pt x="15705" y="36925"/>
                </a:lnTo>
                <a:lnTo>
                  <a:pt x="15793" y="37157"/>
                </a:lnTo>
                <a:lnTo>
                  <a:pt x="15881" y="37388"/>
                </a:lnTo>
                <a:lnTo>
                  <a:pt x="15981" y="37582"/>
                </a:lnTo>
                <a:lnTo>
                  <a:pt x="16120" y="37813"/>
                </a:lnTo>
                <a:lnTo>
                  <a:pt x="16208" y="38045"/>
                </a:lnTo>
                <a:lnTo>
                  <a:pt x="16296" y="38277"/>
                </a:lnTo>
                <a:lnTo>
                  <a:pt x="16384" y="38521"/>
                </a:lnTo>
                <a:lnTo>
                  <a:pt x="16484" y="38753"/>
                </a:lnTo>
                <a:lnTo>
                  <a:pt x="16623" y="38985"/>
                </a:lnTo>
                <a:lnTo>
                  <a:pt x="16711" y="39217"/>
                </a:lnTo>
                <a:lnTo>
                  <a:pt x="16799" y="39461"/>
                </a:lnTo>
                <a:lnTo>
                  <a:pt x="16887" y="39693"/>
                </a:lnTo>
                <a:lnTo>
                  <a:pt x="16987" y="39925"/>
                </a:lnTo>
                <a:lnTo>
                  <a:pt x="17126" y="40157"/>
                </a:lnTo>
                <a:lnTo>
                  <a:pt x="17214" y="40388"/>
                </a:lnTo>
                <a:lnTo>
                  <a:pt x="17302" y="40633"/>
                </a:lnTo>
                <a:lnTo>
                  <a:pt x="17390" y="40865"/>
                </a:lnTo>
                <a:lnTo>
                  <a:pt x="17490" y="41096"/>
                </a:lnTo>
                <a:lnTo>
                  <a:pt x="17629" y="41328"/>
                </a:lnTo>
                <a:lnTo>
                  <a:pt x="17717" y="41573"/>
                </a:lnTo>
                <a:lnTo>
                  <a:pt x="17805" y="41805"/>
                </a:lnTo>
                <a:lnTo>
                  <a:pt x="17905" y="42036"/>
                </a:lnTo>
                <a:lnTo>
                  <a:pt x="17993" y="42268"/>
                </a:lnTo>
                <a:lnTo>
                  <a:pt x="18132" y="42461"/>
                </a:lnTo>
                <a:lnTo>
                  <a:pt x="18220" y="42693"/>
                </a:lnTo>
                <a:lnTo>
                  <a:pt x="18308" y="42925"/>
                </a:lnTo>
                <a:lnTo>
                  <a:pt x="18408" y="43169"/>
                </a:lnTo>
                <a:lnTo>
                  <a:pt x="18496" y="43401"/>
                </a:lnTo>
                <a:lnTo>
                  <a:pt x="18635" y="43633"/>
                </a:lnTo>
                <a:lnTo>
                  <a:pt x="18723" y="43865"/>
                </a:lnTo>
                <a:lnTo>
                  <a:pt x="18811" y="44096"/>
                </a:lnTo>
                <a:lnTo>
                  <a:pt x="18911" y="44341"/>
                </a:lnTo>
                <a:lnTo>
                  <a:pt x="18999" y="44573"/>
                </a:lnTo>
                <a:lnTo>
                  <a:pt x="19137" y="44804"/>
                </a:lnTo>
                <a:lnTo>
                  <a:pt x="19226" y="45036"/>
                </a:lnTo>
                <a:lnTo>
                  <a:pt x="19314" y="45281"/>
                </a:lnTo>
                <a:lnTo>
                  <a:pt x="19414" y="45513"/>
                </a:lnTo>
                <a:lnTo>
                  <a:pt x="19502" y="45744"/>
                </a:lnTo>
                <a:lnTo>
                  <a:pt x="19640" y="45937"/>
                </a:lnTo>
                <a:lnTo>
                  <a:pt x="19728" y="46169"/>
                </a:lnTo>
                <a:lnTo>
                  <a:pt x="19816" y="46401"/>
                </a:lnTo>
                <a:lnTo>
                  <a:pt x="19917" y="46633"/>
                </a:lnTo>
                <a:lnTo>
                  <a:pt x="20005" y="46864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6928232" y="2963451"/>
            <a:ext cx="20043" cy="44727"/>
          </a:xfrm>
          <a:custGeom>
            <a:avLst/>
            <a:gdLst/>
            <a:ahLst/>
            <a:cxnLst/>
            <a:rect l="l" t="t" r="r" b="b"/>
            <a:pathLst>
              <a:path w="20043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4" y="708"/>
                </a:lnTo>
                <a:lnTo>
                  <a:pt x="414" y="939"/>
                </a:lnTo>
                <a:lnTo>
                  <a:pt x="502" y="1184"/>
                </a:lnTo>
                <a:lnTo>
                  <a:pt x="641" y="1416"/>
                </a:lnTo>
                <a:lnTo>
                  <a:pt x="729" y="1647"/>
                </a:lnTo>
                <a:lnTo>
                  <a:pt x="817" y="1841"/>
                </a:lnTo>
                <a:lnTo>
                  <a:pt x="917" y="2072"/>
                </a:lnTo>
                <a:lnTo>
                  <a:pt x="1005" y="2304"/>
                </a:lnTo>
                <a:lnTo>
                  <a:pt x="1144" y="2536"/>
                </a:lnTo>
                <a:lnTo>
                  <a:pt x="1232" y="2768"/>
                </a:lnTo>
                <a:lnTo>
                  <a:pt x="1320" y="3012"/>
                </a:lnTo>
                <a:lnTo>
                  <a:pt x="1420" y="3244"/>
                </a:lnTo>
                <a:lnTo>
                  <a:pt x="1508" y="3476"/>
                </a:lnTo>
                <a:lnTo>
                  <a:pt x="1647" y="3707"/>
                </a:lnTo>
                <a:lnTo>
                  <a:pt x="1735" y="3952"/>
                </a:lnTo>
                <a:lnTo>
                  <a:pt x="1835" y="4132"/>
                </a:lnTo>
                <a:lnTo>
                  <a:pt x="1923" y="4364"/>
                </a:lnTo>
                <a:lnTo>
                  <a:pt x="2011" y="4609"/>
                </a:lnTo>
                <a:lnTo>
                  <a:pt x="2150" y="4840"/>
                </a:lnTo>
                <a:lnTo>
                  <a:pt x="2238" y="5072"/>
                </a:lnTo>
                <a:lnTo>
                  <a:pt x="2338" y="5304"/>
                </a:lnTo>
                <a:lnTo>
                  <a:pt x="2426" y="5536"/>
                </a:lnTo>
                <a:lnTo>
                  <a:pt x="2514" y="5780"/>
                </a:lnTo>
                <a:lnTo>
                  <a:pt x="2653" y="6012"/>
                </a:lnTo>
                <a:lnTo>
                  <a:pt x="2741" y="6192"/>
                </a:lnTo>
                <a:lnTo>
                  <a:pt x="2841" y="6437"/>
                </a:lnTo>
                <a:lnTo>
                  <a:pt x="2929" y="6669"/>
                </a:lnTo>
                <a:lnTo>
                  <a:pt x="3017" y="6900"/>
                </a:lnTo>
                <a:lnTo>
                  <a:pt x="3156" y="7132"/>
                </a:lnTo>
                <a:lnTo>
                  <a:pt x="3244" y="7377"/>
                </a:lnTo>
                <a:lnTo>
                  <a:pt x="3344" y="7609"/>
                </a:lnTo>
                <a:lnTo>
                  <a:pt x="3432" y="7840"/>
                </a:lnTo>
                <a:lnTo>
                  <a:pt x="3520" y="8072"/>
                </a:lnTo>
                <a:lnTo>
                  <a:pt x="3659" y="8265"/>
                </a:lnTo>
                <a:lnTo>
                  <a:pt x="3747" y="8497"/>
                </a:lnTo>
                <a:lnTo>
                  <a:pt x="3847" y="8729"/>
                </a:lnTo>
                <a:lnTo>
                  <a:pt x="3935" y="8973"/>
                </a:lnTo>
                <a:lnTo>
                  <a:pt x="4023" y="9205"/>
                </a:lnTo>
                <a:lnTo>
                  <a:pt x="4162" y="9437"/>
                </a:lnTo>
                <a:lnTo>
                  <a:pt x="4250" y="9669"/>
                </a:lnTo>
                <a:lnTo>
                  <a:pt x="4350" y="9900"/>
                </a:lnTo>
                <a:lnTo>
                  <a:pt x="4438" y="10093"/>
                </a:lnTo>
                <a:lnTo>
                  <a:pt x="4526" y="10325"/>
                </a:lnTo>
                <a:lnTo>
                  <a:pt x="4665" y="10557"/>
                </a:lnTo>
                <a:lnTo>
                  <a:pt x="4753" y="10802"/>
                </a:lnTo>
                <a:lnTo>
                  <a:pt x="4853" y="11033"/>
                </a:lnTo>
                <a:lnTo>
                  <a:pt x="4941" y="11265"/>
                </a:lnTo>
                <a:lnTo>
                  <a:pt x="5029" y="11497"/>
                </a:lnTo>
                <a:lnTo>
                  <a:pt x="5168" y="11690"/>
                </a:lnTo>
                <a:lnTo>
                  <a:pt x="5268" y="11922"/>
                </a:lnTo>
                <a:lnTo>
                  <a:pt x="5356" y="12153"/>
                </a:lnTo>
                <a:lnTo>
                  <a:pt x="5444" y="12398"/>
                </a:lnTo>
                <a:lnTo>
                  <a:pt x="5532" y="12630"/>
                </a:lnTo>
                <a:lnTo>
                  <a:pt x="5670" y="12862"/>
                </a:lnTo>
                <a:lnTo>
                  <a:pt x="5771" y="13093"/>
                </a:lnTo>
                <a:lnTo>
                  <a:pt x="5859" y="13286"/>
                </a:lnTo>
                <a:lnTo>
                  <a:pt x="5947" y="13518"/>
                </a:lnTo>
                <a:lnTo>
                  <a:pt x="6035" y="13750"/>
                </a:lnTo>
                <a:lnTo>
                  <a:pt x="6173" y="13982"/>
                </a:lnTo>
                <a:lnTo>
                  <a:pt x="6274" y="14226"/>
                </a:lnTo>
                <a:lnTo>
                  <a:pt x="6362" y="14458"/>
                </a:lnTo>
                <a:lnTo>
                  <a:pt x="6450" y="14638"/>
                </a:lnTo>
                <a:lnTo>
                  <a:pt x="6538" y="14883"/>
                </a:lnTo>
                <a:lnTo>
                  <a:pt x="6676" y="15115"/>
                </a:lnTo>
                <a:lnTo>
                  <a:pt x="6777" y="15346"/>
                </a:lnTo>
                <a:lnTo>
                  <a:pt x="6865" y="15578"/>
                </a:lnTo>
                <a:lnTo>
                  <a:pt x="6953" y="15823"/>
                </a:lnTo>
                <a:lnTo>
                  <a:pt x="7041" y="16003"/>
                </a:lnTo>
                <a:lnTo>
                  <a:pt x="7179" y="16235"/>
                </a:lnTo>
                <a:lnTo>
                  <a:pt x="7280" y="16479"/>
                </a:lnTo>
                <a:lnTo>
                  <a:pt x="7368" y="16711"/>
                </a:lnTo>
                <a:lnTo>
                  <a:pt x="7456" y="16943"/>
                </a:lnTo>
                <a:lnTo>
                  <a:pt x="7544" y="17175"/>
                </a:lnTo>
                <a:lnTo>
                  <a:pt x="7682" y="17368"/>
                </a:lnTo>
                <a:lnTo>
                  <a:pt x="7783" y="17600"/>
                </a:lnTo>
                <a:lnTo>
                  <a:pt x="7871" y="17831"/>
                </a:lnTo>
                <a:lnTo>
                  <a:pt x="7959" y="18076"/>
                </a:lnTo>
                <a:lnTo>
                  <a:pt x="8060" y="18308"/>
                </a:lnTo>
                <a:lnTo>
                  <a:pt x="8185" y="18539"/>
                </a:lnTo>
                <a:lnTo>
                  <a:pt x="8286" y="18733"/>
                </a:lnTo>
                <a:lnTo>
                  <a:pt x="8374" y="18964"/>
                </a:lnTo>
                <a:lnTo>
                  <a:pt x="8462" y="19196"/>
                </a:lnTo>
                <a:lnTo>
                  <a:pt x="8563" y="19428"/>
                </a:lnTo>
                <a:lnTo>
                  <a:pt x="8688" y="19660"/>
                </a:lnTo>
                <a:lnTo>
                  <a:pt x="8789" y="19853"/>
                </a:lnTo>
                <a:lnTo>
                  <a:pt x="8877" y="20084"/>
                </a:lnTo>
                <a:lnTo>
                  <a:pt x="8965" y="20316"/>
                </a:lnTo>
                <a:lnTo>
                  <a:pt x="9066" y="20561"/>
                </a:lnTo>
                <a:lnTo>
                  <a:pt x="9204" y="20793"/>
                </a:lnTo>
                <a:lnTo>
                  <a:pt x="9292" y="20973"/>
                </a:lnTo>
                <a:lnTo>
                  <a:pt x="9380" y="21217"/>
                </a:lnTo>
                <a:lnTo>
                  <a:pt x="9468" y="21449"/>
                </a:lnTo>
                <a:lnTo>
                  <a:pt x="9568" y="21681"/>
                </a:lnTo>
                <a:lnTo>
                  <a:pt x="9707" y="21913"/>
                </a:lnTo>
                <a:lnTo>
                  <a:pt x="9795" y="22106"/>
                </a:lnTo>
                <a:lnTo>
                  <a:pt x="9883" y="22338"/>
                </a:lnTo>
                <a:lnTo>
                  <a:pt x="9971" y="22569"/>
                </a:lnTo>
                <a:lnTo>
                  <a:pt x="10071" y="22814"/>
                </a:lnTo>
                <a:lnTo>
                  <a:pt x="10210" y="23046"/>
                </a:lnTo>
                <a:lnTo>
                  <a:pt x="10298" y="23226"/>
                </a:lnTo>
                <a:lnTo>
                  <a:pt x="10386" y="23471"/>
                </a:lnTo>
                <a:lnTo>
                  <a:pt x="10474" y="23702"/>
                </a:lnTo>
                <a:lnTo>
                  <a:pt x="10574" y="23934"/>
                </a:lnTo>
                <a:lnTo>
                  <a:pt x="10713" y="24166"/>
                </a:lnTo>
                <a:lnTo>
                  <a:pt x="10801" y="24359"/>
                </a:lnTo>
                <a:lnTo>
                  <a:pt x="10889" y="24591"/>
                </a:lnTo>
                <a:lnTo>
                  <a:pt x="10977" y="24822"/>
                </a:lnTo>
                <a:lnTo>
                  <a:pt x="11077" y="25067"/>
                </a:lnTo>
                <a:lnTo>
                  <a:pt x="11216" y="25247"/>
                </a:lnTo>
                <a:lnTo>
                  <a:pt x="11304" y="25479"/>
                </a:lnTo>
                <a:lnTo>
                  <a:pt x="11392" y="25724"/>
                </a:lnTo>
                <a:lnTo>
                  <a:pt x="11492" y="25955"/>
                </a:lnTo>
                <a:lnTo>
                  <a:pt x="11580" y="26187"/>
                </a:lnTo>
                <a:lnTo>
                  <a:pt x="11719" y="26380"/>
                </a:lnTo>
                <a:lnTo>
                  <a:pt x="11807" y="26612"/>
                </a:lnTo>
                <a:lnTo>
                  <a:pt x="11895" y="26844"/>
                </a:lnTo>
                <a:lnTo>
                  <a:pt x="11995" y="27076"/>
                </a:lnTo>
                <a:lnTo>
                  <a:pt x="12083" y="27269"/>
                </a:lnTo>
                <a:lnTo>
                  <a:pt x="12222" y="27500"/>
                </a:lnTo>
                <a:lnTo>
                  <a:pt x="12310" y="27732"/>
                </a:lnTo>
                <a:lnTo>
                  <a:pt x="12398" y="27977"/>
                </a:lnTo>
                <a:lnTo>
                  <a:pt x="12498" y="28157"/>
                </a:lnTo>
                <a:lnTo>
                  <a:pt x="12586" y="28389"/>
                </a:lnTo>
                <a:lnTo>
                  <a:pt x="12725" y="28633"/>
                </a:lnTo>
                <a:lnTo>
                  <a:pt x="12813" y="28865"/>
                </a:lnTo>
                <a:lnTo>
                  <a:pt x="12901" y="29045"/>
                </a:lnTo>
                <a:lnTo>
                  <a:pt x="13001" y="29290"/>
                </a:lnTo>
                <a:lnTo>
                  <a:pt x="13089" y="29522"/>
                </a:lnTo>
                <a:lnTo>
                  <a:pt x="13228" y="29754"/>
                </a:lnTo>
                <a:lnTo>
                  <a:pt x="13316" y="29947"/>
                </a:lnTo>
                <a:lnTo>
                  <a:pt x="13404" y="30178"/>
                </a:lnTo>
                <a:lnTo>
                  <a:pt x="13504" y="30410"/>
                </a:lnTo>
                <a:lnTo>
                  <a:pt x="13592" y="30642"/>
                </a:lnTo>
                <a:lnTo>
                  <a:pt x="13731" y="30835"/>
                </a:lnTo>
                <a:lnTo>
                  <a:pt x="13819" y="31067"/>
                </a:lnTo>
                <a:lnTo>
                  <a:pt x="13907" y="31299"/>
                </a:lnTo>
                <a:lnTo>
                  <a:pt x="14007" y="31530"/>
                </a:lnTo>
                <a:lnTo>
                  <a:pt x="14095" y="31723"/>
                </a:lnTo>
                <a:lnTo>
                  <a:pt x="14234" y="31955"/>
                </a:lnTo>
                <a:lnTo>
                  <a:pt x="14322" y="32200"/>
                </a:lnTo>
                <a:lnTo>
                  <a:pt x="14410" y="32432"/>
                </a:lnTo>
                <a:lnTo>
                  <a:pt x="14510" y="32612"/>
                </a:lnTo>
                <a:lnTo>
                  <a:pt x="14598" y="32856"/>
                </a:lnTo>
                <a:lnTo>
                  <a:pt x="14737" y="33088"/>
                </a:lnTo>
                <a:lnTo>
                  <a:pt x="14825" y="33320"/>
                </a:lnTo>
                <a:lnTo>
                  <a:pt x="14913" y="33513"/>
                </a:lnTo>
                <a:lnTo>
                  <a:pt x="15013" y="33745"/>
                </a:lnTo>
                <a:lnTo>
                  <a:pt x="15101" y="33977"/>
                </a:lnTo>
                <a:lnTo>
                  <a:pt x="15239" y="34170"/>
                </a:lnTo>
                <a:lnTo>
                  <a:pt x="15327" y="34401"/>
                </a:lnTo>
                <a:lnTo>
                  <a:pt x="15428" y="34633"/>
                </a:lnTo>
                <a:lnTo>
                  <a:pt x="15516" y="34865"/>
                </a:lnTo>
                <a:lnTo>
                  <a:pt x="15604" y="35058"/>
                </a:lnTo>
                <a:lnTo>
                  <a:pt x="15742" y="35290"/>
                </a:lnTo>
                <a:lnTo>
                  <a:pt x="15830" y="35522"/>
                </a:lnTo>
                <a:lnTo>
                  <a:pt x="15931" y="35715"/>
                </a:lnTo>
                <a:lnTo>
                  <a:pt x="16019" y="35946"/>
                </a:lnTo>
                <a:lnTo>
                  <a:pt x="16107" y="36178"/>
                </a:lnTo>
                <a:lnTo>
                  <a:pt x="16245" y="36423"/>
                </a:lnTo>
                <a:lnTo>
                  <a:pt x="16333" y="36603"/>
                </a:lnTo>
                <a:lnTo>
                  <a:pt x="16434" y="36835"/>
                </a:lnTo>
                <a:lnTo>
                  <a:pt x="16522" y="37079"/>
                </a:lnTo>
                <a:lnTo>
                  <a:pt x="16610" y="37260"/>
                </a:lnTo>
                <a:lnTo>
                  <a:pt x="16748" y="37491"/>
                </a:lnTo>
                <a:lnTo>
                  <a:pt x="16836" y="37736"/>
                </a:lnTo>
                <a:lnTo>
                  <a:pt x="16937" y="37916"/>
                </a:lnTo>
                <a:lnTo>
                  <a:pt x="17025" y="38148"/>
                </a:lnTo>
                <a:lnTo>
                  <a:pt x="17113" y="38393"/>
                </a:lnTo>
                <a:lnTo>
                  <a:pt x="17251" y="38624"/>
                </a:lnTo>
                <a:lnTo>
                  <a:pt x="17339" y="38805"/>
                </a:lnTo>
                <a:lnTo>
                  <a:pt x="17440" y="39049"/>
                </a:lnTo>
                <a:lnTo>
                  <a:pt x="17528" y="39281"/>
                </a:lnTo>
                <a:lnTo>
                  <a:pt x="17616" y="39461"/>
                </a:lnTo>
                <a:lnTo>
                  <a:pt x="17754" y="39706"/>
                </a:lnTo>
                <a:lnTo>
                  <a:pt x="17842" y="39938"/>
                </a:lnTo>
                <a:lnTo>
                  <a:pt x="17943" y="40118"/>
                </a:lnTo>
                <a:lnTo>
                  <a:pt x="18031" y="40363"/>
                </a:lnTo>
                <a:lnTo>
                  <a:pt x="18119" y="40594"/>
                </a:lnTo>
                <a:lnTo>
                  <a:pt x="18257" y="40775"/>
                </a:lnTo>
                <a:lnTo>
                  <a:pt x="18345" y="41019"/>
                </a:lnTo>
                <a:lnTo>
                  <a:pt x="18446" y="41251"/>
                </a:lnTo>
                <a:lnTo>
                  <a:pt x="18534" y="41431"/>
                </a:lnTo>
                <a:lnTo>
                  <a:pt x="18622" y="41676"/>
                </a:lnTo>
                <a:lnTo>
                  <a:pt x="18760" y="41908"/>
                </a:lnTo>
                <a:lnTo>
                  <a:pt x="18861" y="42088"/>
                </a:lnTo>
                <a:lnTo>
                  <a:pt x="18949" y="42332"/>
                </a:lnTo>
                <a:lnTo>
                  <a:pt x="19037" y="42564"/>
                </a:lnTo>
                <a:lnTo>
                  <a:pt x="19125" y="42757"/>
                </a:lnTo>
                <a:lnTo>
                  <a:pt x="19263" y="42989"/>
                </a:lnTo>
                <a:lnTo>
                  <a:pt x="19364" y="43221"/>
                </a:lnTo>
                <a:lnTo>
                  <a:pt x="19452" y="43414"/>
                </a:lnTo>
                <a:lnTo>
                  <a:pt x="19540" y="43646"/>
                </a:lnTo>
                <a:lnTo>
                  <a:pt x="19628" y="43877"/>
                </a:lnTo>
                <a:lnTo>
                  <a:pt x="19766" y="44071"/>
                </a:lnTo>
                <a:lnTo>
                  <a:pt x="19867" y="44302"/>
                </a:lnTo>
                <a:lnTo>
                  <a:pt x="19955" y="44534"/>
                </a:lnTo>
                <a:lnTo>
                  <a:pt x="20043" y="4472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6948275" y="3008179"/>
            <a:ext cx="20043" cy="41895"/>
          </a:xfrm>
          <a:custGeom>
            <a:avLst/>
            <a:gdLst/>
            <a:ahLst/>
            <a:cxnLst/>
            <a:rect l="l" t="t" r="r" b="b"/>
            <a:pathLst>
              <a:path w="20043" h="41895">
                <a:moveTo>
                  <a:pt x="0" y="0"/>
                </a:moveTo>
                <a:lnTo>
                  <a:pt x="88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9" y="1544"/>
                </a:lnTo>
                <a:lnTo>
                  <a:pt x="829" y="1725"/>
                </a:lnTo>
                <a:lnTo>
                  <a:pt x="917" y="1969"/>
                </a:lnTo>
                <a:lnTo>
                  <a:pt x="1005" y="2201"/>
                </a:lnTo>
                <a:lnTo>
                  <a:pt x="1093" y="2381"/>
                </a:lnTo>
                <a:lnTo>
                  <a:pt x="1232" y="2626"/>
                </a:lnTo>
                <a:lnTo>
                  <a:pt x="1332" y="2858"/>
                </a:lnTo>
                <a:lnTo>
                  <a:pt x="1420" y="3038"/>
                </a:lnTo>
                <a:lnTo>
                  <a:pt x="1508" y="3283"/>
                </a:lnTo>
                <a:lnTo>
                  <a:pt x="1609" y="3514"/>
                </a:lnTo>
                <a:lnTo>
                  <a:pt x="1735" y="3695"/>
                </a:lnTo>
                <a:lnTo>
                  <a:pt x="1835" y="3939"/>
                </a:lnTo>
                <a:lnTo>
                  <a:pt x="1923" y="4119"/>
                </a:lnTo>
                <a:lnTo>
                  <a:pt x="2011" y="4364"/>
                </a:lnTo>
                <a:lnTo>
                  <a:pt x="2112" y="4596"/>
                </a:lnTo>
                <a:lnTo>
                  <a:pt x="2238" y="4776"/>
                </a:lnTo>
                <a:lnTo>
                  <a:pt x="2338" y="5021"/>
                </a:lnTo>
                <a:lnTo>
                  <a:pt x="2426" y="5201"/>
                </a:lnTo>
                <a:lnTo>
                  <a:pt x="2514" y="5433"/>
                </a:lnTo>
                <a:lnTo>
                  <a:pt x="2615" y="5677"/>
                </a:lnTo>
                <a:lnTo>
                  <a:pt x="2753" y="5858"/>
                </a:lnTo>
                <a:lnTo>
                  <a:pt x="2841" y="6089"/>
                </a:lnTo>
                <a:lnTo>
                  <a:pt x="2929" y="6334"/>
                </a:lnTo>
                <a:lnTo>
                  <a:pt x="3017" y="6514"/>
                </a:lnTo>
                <a:lnTo>
                  <a:pt x="3118" y="6746"/>
                </a:lnTo>
                <a:lnTo>
                  <a:pt x="3256" y="6939"/>
                </a:lnTo>
                <a:lnTo>
                  <a:pt x="3344" y="7171"/>
                </a:lnTo>
                <a:lnTo>
                  <a:pt x="3432" y="7403"/>
                </a:lnTo>
                <a:lnTo>
                  <a:pt x="3520" y="7596"/>
                </a:lnTo>
                <a:lnTo>
                  <a:pt x="3621" y="7827"/>
                </a:lnTo>
                <a:lnTo>
                  <a:pt x="3759" y="8021"/>
                </a:lnTo>
                <a:lnTo>
                  <a:pt x="3847" y="8252"/>
                </a:lnTo>
                <a:lnTo>
                  <a:pt x="3935" y="8445"/>
                </a:lnTo>
                <a:lnTo>
                  <a:pt x="4023" y="8677"/>
                </a:lnTo>
                <a:lnTo>
                  <a:pt x="4124" y="8909"/>
                </a:lnTo>
                <a:lnTo>
                  <a:pt x="4262" y="9102"/>
                </a:lnTo>
                <a:lnTo>
                  <a:pt x="4350" y="9334"/>
                </a:lnTo>
                <a:lnTo>
                  <a:pt x="4438" y="9514"/>
                </a:lnTo>
                <a:lnTo>
                  <a:pt x="4526" y="9759"/>
                </a:lnTo>
                <a:lnTo>
                  <a:pt x="4627" y="9990"/>
                </a:lnTo>
                <a:lnTo>
                  <a:pt x="4765" y="10171"/>
                </a:lnTo>
                <a:lnTo>
                  <a:pt x="4853" y="10415"/>
                </a:lnTo>
                <a:lnTo>
                  <a:pt x="4941" y="10596"/>
                </a:lnTo>
                <a:lnTo>
                  <a:pt x="5042" y="10827"/>
                </a:lnTo>
                <a:lnTo>
                  <a:pt x="5130" y="11020"/>
                </a:lnTo>
                <a:lnTo>
                  <a:pt x="5268" y="11252"/>
                </a:lnTo>
                <a:lnTo>
                  <a:pt x="5356" y="11484"/>
                </a:lnTo>
                <a:lnTo>
                  <a:pt x="5444" y="11677"/>
                </a:lnTo>
                <a:lnTo>
                  <a:pt x="5545" y="11909"/>
                </a:lnTo>
                <a:lnTo>
                  <a:pt x="5633" y="12102"/>
                </a:lnTo>
                <a:lnTo>
                  <a:pt x="5771" y="12334"/>
                </a:lnTo>
                <a:lnTo>
                  <a:pt x="5859" y="12527"/>
                </a:lnTo>
                <a:lnTo>
                  <a:pt x="5947" y="12759"/>
                </a:lnTo>
                <a:lnTo>
                  <a:pt x="6048" y="12939"/>
                </a:lnTo>
                <a:lnTo>
                  <a:pt x="6136" y="13183"/>
                </a:lnTo>
                <a:lnTo>
                  <a:pt x="6274" y="13415"/>
                </a:lnTo>
                <a:lnTo>
                  <a:pt x="6362" y="13595"/>
                </a:lnTo>
                <a:lnTo>
                  <a:pt x="6450" y="13840"/>
                </a:lnTo>
                <a:lnTo>
                  <a:pt x="6551" y="14020"/>
                </a:lnTo>
                <a:lnTo>
                  <a:pt x="6639" y="14252"/>
                </a:lnTo>
                <a:lnTo>
                  <a:pt x="6777" y="14445"/>
                </a:lnTo>
                <a:lnTo>
                  <a:pt x="6865" y="14677"/>
                </a:lnTo>
                <a:lnTo>
                  <a:pt x="6953" y="14870"/>
                </a:lnTo>
                <a:lnTo>
                  <a:pt x="7054" y="15102"/>
                </a:lnTo>
                <a:lnTo>
                  <a:pt x="7142" y="15295"/>
                </a:lnTo>
                <a:lnTo>
                  <a:pt x="7280" y="15527"/>
                </a:lnTo>
                <a:lnTo>
                  <a:pt x="7368" y="15758"/>
                </a:lnTo>
                <a:lnTo>
                  <a:pt x="7456" y="15952"/>
                </a:lnTo>
                <a:lnTo>
                  <a:pt x="7557" y="16183"/>
                </a:lnTo>
                <a:lnTo>
                  <a:pt x="7645" y="16364"/>
                </a:lnTo>
                <a:lnTo>
                  <a:pt x="7783" y="16608"/>
                </a:lnTo>
                <a:lnTo>
                  <a:pt x="7871" y="16788"/>
                </a:lnTo>
                <a:lnTo>
                  <a:pt x="7959" y="17033"/>
                </a:lnTo>
                <a:lnTo>
                  <a:pt x="8060" y="17213"/>
                </a:lnTo>
                <a:lnTo>
                  <a:pt x="8148" y="17445"/>
                </a:lnTo>
                <a:lnTo>
                  <a:pt x="8286" y="17638"/>
                </a:lnTo>
                <a:lnTo>
                  <a:pt x="8374" y="17870"/>
                </a:lnTo>
                <a:lnTo>
                  <a:pt x="8462" y="18063"/>
                </a:lnTo>
                <a:lnTo>
                  <a:pt x="8563" y="18295"/>
                </a:lnTo>
                <a:lnTo>
                  <a:pt x="8651" y="18475"/>
                </a:lnTo>
                <a:lnTo>
                  <a:pt x="8789" y="18720"/>
                </a:lnTo>
                <a:lnTo>
                  <a:pt x="8877" y="18900"/>
                </a:lnTo>
                <a:lnTo>
                  <a:pt x="8978" y="19145"/>
                </a:lnTo>
                <a:lnTo>
                  <a:pt x="9066" y="19325"/>
                </a:lnTo>
                <a:lnTo>
                  <a:pt x="9154" y="19557"/>
                </a:lnTo>
                <a:lnTo>
                  <a:pt x="9292" y="19750"/>
                </a:lnTo>
                <a:lnTo>
                  <a:pt x="9380" y="19981"/>
                </a:lnTo>
                <a:lnTo>
                  <a:pt x="9480" y="20175"/>
                </a:lnTo>
                <a:lnTo>
                  <a:pt x="9568" y="20406"/>
                </a:lnTo>
                <a:lnTo>
                  <a:pt x="9657" y="20587"/>
                </a:lnTo>
                <a:lnTo>
                  <a:pt x="9795" y="20831"/>
                </a:lnTo>
                <a:lnTo>
                  <a:pt x="9883" y="21011"/>
                </a:lnTo>
                <a:lnTo>
                  <a:pt x="9983" y="21256"/>
                </a:lnTo>
                <a:lnTo>
                  <a:pt x="10071" y="21436"/>
                </a:lnTo>
                <a:lnTo>
                  <a:pt x="10159" y="21668"/>
                </a:lnTo>
                <a:lnTo>
                  <a:pt x="10298" y="21861"/>
                </a:lnTo>
                <a:lnTo>
                  <a:pt x="10386" y="22093"/>
                </a:lnTo>
                <a:lnTo>
                  <a:pt x="10486" y="22286"/>
                </a:lnTo>
                <a:lnTo>
                  <a:pt x="10574" y="22518"/>
                </a:lnTo>
                <a:lnTo>
                  <a:pt x="10662" y="22698"/>
                </a:lnTo>
                <a:lnTo>
                  <a:pt x="10801" y="22943"/>
                </a:lnTo>
                <a:lnTo>
                  <a:pt x="10889" y="23123"/>
                </a:lnTo>
                <a:lnTo>
                  <a:pt x="10989" y="23368"/>
                </a:lnTo>
                <a:lnTo>
                  <a:pt x="11077" y="23548"/>
                </a:lnTo>
                <a:lnTo>
                  <a:pt x="11165" y="23780"/>
                </a:lnTo>
                <a:lnTo>
                  <a:pt x="11304" y="23973"/>
                </a:lnTo>
                <a:lnTo>
                  <a:pt x="11392" y="24153"/>
                </a:lnTo>
                <a:lnTo>
                  <a:pt x="11492" y="24398"/>
                </a:lnTo>
                <a:lnTo>
                  <a:pt x="11580" y="24578"/>
                </a:lnTo>
                <a:lnTo>
                  <a:pt x="11668" y="24810"/>
                </a:lnTo>
                <a:lnTo>
                  <a:pt x="11807" y="25003"/>
                </a:lnTo>
                <a:lnTo>
                  <a:pt x="11895" y="25234"/>
                </a:lnTo>
                <a:lnTo>
                  <a:pt x="11995" y="25428"/>
                </a:lnTo>
                <a:lnTo>
                  <a:pt x="12083" y="25659"/>
                </a:lnTo>
                <a:lnTo>
                  <a:pt x="12171" y="25852"/>
                </a:lnTo>
                <a:lnTo>
                  <a:pt x="12310" y="26084"/>
                </a:lnTo>
                <a:lnTo>
                  <a:pt x="12398" y="26264"/>
                </a:lnTo>
                <a:lnTo>
                  <a:pt x="12498" y="26458"/>
                </a:lnTo>
                <a:lnTo>
                  <a:pt x="12586" y="26689"/>
                </a:lnTo>
                <a:lnTo>
                  <a:pt x="12674" y="26882"/>
                </a:lnTo>
                <a:lnTo>
                  <a:pt x="12813" y="27114"/>
                </a:lnTo>
                <a:lnTo>
                  <a:pt x="12913" y="27307"/>
                </a:lnTo>
                <a:lnTo>
                  <a:pt x="13001" y="27539"/>
                </a:lnTo>
                <a:lnTo>
                  <a:pt x="13089" y="27719"/>
                </a:lnTo>
                <a:lnTo>
                  <a:pt x="13177" y="27964"/>
                </a:lnTo>
                <a:lnTo>
                  <a:pt x="13316" y="28144"/>
                </a:lnTo>
                <a:lnTo>
                  <a:pt x="13416" y="28337"/>
                </a:lnTo>
                <a:lnTo>
                  <a:pt x="13504" y="28569"/>
                </a:lnTo>
                <a:lnTo>
                  <a:pt x="13592" y="28762"/>
                </a:lnTo>
                <a:lnTo>
                  <a:pt x="13680" y="28994"/>
                </a:lnTo>
                <a:lnTo>
                  <a:pt x="13819" y="29174"/>
                </a:lnTo>
                <a:lnTo>
                  <a:pt x="13919" y="29419"/>
                </a:lnTo>
                <a:lnTo>
                  <a:pt x="14007" y="29599"/>
                </a:lnTo>
                <a:lnTo>
                  <a:pt x="14095" y="29792"/>
                </a:lnTo>
                <a:lnTo>
                  <a:pt x="14234" y="30024"/>
                </a:lnTo>
                <a:lnTo>
                  <a:pt x="14322" y="30217"/>
                </a:lnTo>
                <a:lnTo>
                  <a:pt x="14422" y="30449"/>
                </a:lnTo>
                <a:lnTo>
                  <a:pt x="14510" y="30629"/>
                </a:lnTo>
                <a:lnTo>
                  <a:pt x="14598" y="30822"/>
                </a:lnTo>
                <a:lnTo>
                  <a:pt x="14737" y="31054"/>
                </a:lnTo>
                <a:lnTo>
                  <a:pt x="14825" y="31247"/>
                </a:lnTo>
                <a:lnTo>
                  <a:pt x="14925" y="31479"/>
                </a:lnTo>
                <a:lnTo>
                  <a:pt x="15013" y="31672"/>
                </a:lnTo>
                <a:lnTo>
                  <a:pt x="15101" y="31852"/>
                </a:lnTo>
                <a:lnTo>
                  <a:pt x="15239" y="32084"/>
                </a:lnTo>
                <a:lnTo>
                  <a:pt x="15327" y="32277"/>
                </a:lnTo>
                <a:lnTo>
                  <a:pt x="15428" y="32509"/>
                </a:lnTo>
                <a:lnTo>
                  <a:pt x="15516" y="32702"/>
                </a:lnTo>
                <a:lnTo>
                  <a:pt x="15604" y="32882"/>
                </a:lnTo>
                <a:lnTo>
                  <a:pt x="15742" y="33127"/>
                </a:lnTo>
                <a:lnTo>
                  <a:pt x="15830" y="33307"/>
                </a:lnTo>
                <a:lnTo>
                  <a:pt x="15931" y="33539"/>
                </a:lnTo>
                <a:lnTo>
                  <a:pt x="16019" y="33732"/>
                </a:lnTo>
                <a:lnTo>
                  <a:pt x="16107" y="33925"/>
                </a:lnTo>
                <a:lnTo>
                  <a:pt x="16245" y="34157"/>
                </a:lnTo>
                <a:lnTo>
                  <a:pt x="16346" y="34337"/>
                </a:lnTo>
                <a:lnTo>
                  <a:pt x="16434" y="34530"/>
                </a:lnTo>
                <a:lnTo>
                  <a:pt x="16522" y="34762"/>
                </a:lnTo>
                <a:lnTo>
                  <a:pt x="16610" y="34955"/>
                </a:lnTo>
                <a:lnTo>
                  <a:pt x="16748" y="35187"/>
                </a:lnTo>
                <a:lnTo>
                  <a:pt x="16849" y="35367"/>
                </a:lnTo>
                <a:lnTo>
                  <a:pt x="16937" y="35560"/>
                </a:lnTo>
                <a:lnTo>
                  <a:pt x="17025" y="35792"/>
                </a:lnTo>
                <a:lnTo>
                  <a:pt x="17113" y="35985"/>
                </a:lnTo>
                <a:lnTo>
                  <a:pt x="17251" y="36165"/>
                </a:lnTo>
                <a:lnTo>
                  <a:pt x="17352" y="36410"/>
                </a:lnTo>
                <a:lnTo>
                  <a:pt x="17440" y="36590"/>
                </a:lnTo>
                <a:lnTo>
                  <a:pt x="17528" y="36822"/>
                </a:lnTo>
                <a:lnTo>
                  <a:pt x="17616" y="37015"/>
                </a:lnTo>
                <a:lnTo>
                  <a:pt x="17754" y="37208"/>
                </a:lnTo>
                <a:lnTo>
                  <a:pt x="17855" y="37440"/>
                </a:lnTo>
                <a:lnTo>
                  <a:pt x="17943" y="37620"/>
                </a:lnTo>
                <a:lnTo>
                  <a:pt x="18031" y="37813"/>
                </a:lnTo>
                <a:lnTo>
                  <a:pt x="18119" y="38045"/>
                </a:lnTo>
                <a:lnTo>
                  <a:pt x="18257" y="38238"/>
                </a:lnTo>
                <a:lnTo>
                  <a:pt x="18358" y="38418"/>
                </a:lnTo>
                <a:lnTo>
                  <a:pt x="18446" y="38663"/>
                </a:lnTo>
                <a:lnTo>
                  <a:pt x="18534" y="38843"/>
                </a:lnTo>
                <a:lnTo>
                  <a:pt x="18622" y="39036"/>
                </a:lnTo>
                <a:lnTo>
                  <a:pt x="18760" y="39268"/>
                </a:lnTo>
                <a:lnTo>
                  <a:pt x="18861" y="39461"/>
                </a:lnTo>
                <a:lnTo>
                  <a:pt x="18949" y="39642"/>
                </a:lnTo>
                <a:lnTo>
                  <a:pt x="19037" y="39873"/>
                </a:lnTo>
                <a:lnTo>
                  <a:pt x="19137" y="40066"/>
                </a:lnTo>
                <a:lnTo>
                  <a:pt x="19263" y="40260"/>
                </a:lnTo>
                <a:lnTo>
                  <a:pt x="19364" y="40491"/>
                </a:lnTo>
                <a:lnTo>
                  <a:pt x="19452" y="40672"/>
                </a:lnTo>
                <a:lnTo>
                  <a:pt x="19540" y="40865"/>
                </a:lnTo>
                <a:lnTo>
                  <a:pt x="19640" y="41096"/>
                </a:lnTo>
                <a:lnTo>
                  <a:pt x="19766" y="41290"/>
                </a:lnTo>
                <a:lnTo>
                  <a:pt x="19867" y="41470"/>
                </a:lnTo>
                <a:lnTo>
                  <a:pt x="19955" y="41663"/>
                </a:lnTo>
                <a:lnTo>
                  <a:pt x="20043" y="41895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6968318" y="3050074"/>
            <a:ext cx="20055" cy="38380"/>
          </a:xfrm>
          <a:custGeom>
            <a:avLst/>
            <a:gdLst/>
            <a:ahLst/>
            <a:cxnLst/>
            <a:rect l="l" t="t" r="r" b="b"/>
            <a:pathLst>
              <a:path w="20055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3" y="1223"/>
                </a:lnTo>
                <a:lnTo>
                  <a:pt x="741" y="1403"/>
                </a:lnTo>
                <a:lnTo>
                  <a:pt x="829" y="1596"/>
                </a:lnTo>
                <a:lnTo>
                  <a:pt x="917" y="1789"/>
                </a:lnTo>
                <a:lnTo>
                  <a:pt x="1005" y="2021"/>
                </a:lnTo>
                <a:lnTo>
                  <a:pt x="1106" y="2201"/>
                </a:lnTo>
                <a:lnTo>
                  <a:pt x="1244" y="2394"/>
                </a:lnTo>
                <a:lnTo>
                  <a:pt x="1332" y="2626"/>
                </a:lnTo>
                <a:lnTo>
                  <a:pt x="1420" y="2819"/>
                </a:lnTo>
                <a:lnTo>
                  <a:pt x="1508" y="2999"/>
                </a:lnTo>
                <a:lnTo>
                  <a:pt x="1609" y="3192"/>
                </a:lnTo>
                <a:lnTo>
                  <a:pt x="1747" y="3424"/>
                </a:lnTo>
                <a:lnTo>
                  <a:pt x="1835" y="3617"/>
                </a:lnTo>
                <a:lnTo>
                  <a:pt x="1923" y="3798"/>
                </a:lnTo>
                <a:lnTo>
                  <a:pt x="2011" y="4029"/>
                </a:lnTo>
                <a:lnTo>
                  <a:pt x="2112" y="4222"/>
                </a:lnTo>
                <a:lnTo>
                  <a:pt x="2250" y="4416"/>
                </a:lnTo>
                <a:lnTo>
                  <a:pt x="2338" y="4596"/>
                </a:lnTo>
                <a:lnTo>
                  <a:pt x="2426" y="4828"/>
                </a:lnTo>
                <a:lnTo>
                  <a:pt x="2527" y="5021"/>
                </a:lnTo>
                <a:lnTo>
                  <a:pt x="2615" y="5214"/>
                </a:lnTo>
                <a:lnTo>
                  <a:pt x="2753" y="5394"/>
                </a:lnTo>
                <a:lnTo>
                  <a:pt x="2841" y="5626"/>
                </a:lnTo>
                <a:lnTo>
                  <a:pt x="2929" y="5819"/>
                </a:lnTo>
                <a:lnTo>
                  <a:pt x="3030" y="6012"/>
                </a:lnTo>
                <a:lnTo>
                  <a:pt x="3118" y="6192"/>
                </a:lnTo>
                <a:lnTo>
                  <a:pt x="3256" y="6424"/>
                </a:lnTo>
                <a:lnTo>
                  <a:pt x="3344" y="6617"/>
                </a:lnTo>
                <a:lnTo>
                  <a:pt x="3432" y="6810"/>
                </a:lnTo>
                <a:lnTo>
                  <a:pt x="3533" y="6991"/>
                </a:lnTo>
                <a:lnTo>
                  <a:pt x="3621" y="7222"/>
                </a:lnTo>
                <a:lnTo>
                  <a:pt x="3759" y="7415"/>
                </a:lnTo>
                <a:lnTo>
                  <a:pt x="3847" y="7596"/>
                </a:lnTo>
                <a:lnTo>
                  <a:pt x="3935" y="7789"/>
                </a:lnTo>
                <a:lnTo>
                  <a:pt x="4036" y="8021"/>
                </a:lnTo>
                <a:lnTo>
                  <a:pt x="4124" y="8214"/>
                </a:lnTo>
                <a:lnTo>
                  <a:pt x="4262" y="8394"/>
                </a:lnTo>
                <a:lnTo>
                  <a:pt x="4350" y="8587"/>
                </a:lnTo>
                <a:lnTo>
                  <a:pt x="4438" y="8819"/>
                </a:lnTo>
                <a:lnTo>
                  <a:pt x="4539" y="9012"/>
                </a:lnTo>
                <a:lnTo>
                  <a:pt x="4627" y="9192"/>
                </a:lnTo>
                <a:lnTo>
                  <a:pt x="4765" y="9385"/>
                </a:lnTo>
                <a:lnTo>
                  <a:pt x="4853" y="9578"/>
                </a:lnTo>
                <a:lnTo>
                  <a:pt x="4941" y="9810"/>
                </a:lnTo>
                <a:lnTo>
                  <a:pt x="5042" y="9990"/>
                </a:lnTo>
                <a:lnTo>
                  <a:pt x="5130" y="10184"/>
                </a:lnTo>
                <a:lnTo>
                  <a:pt x="5268" y="10364"/>
                </a:lnTo>
                <a:lnTo>
                  <a:pt x="5356" y="10557"/>
                </a:lnTo>
                <a:lnTo>
                  <a:pt x="5444" y="10789"/>
                </a:lnTo>
                <a:lnTo>
                  <a:pt x="5545" y="10982"/>
                </a:lnTo>
                <a:lnTo>
                  <a:pt x="5633" y="11162"/>
                </a:lnTo>
                <a:lnTo>
                  <a:pt x="5771" y="11355"/>
                </a:lnTo>
                <a:lnTo>
                  <a:pt x="5859" y="11548"/>
                </a:lnTo>
                <a:lnTo>
                  <a:pt x="5947" y="11780"/>
                </a:lnTo>
                <a:lnTo>
                  <a:pt x="6048" y="11960"/>
                </a:lnTo>
                <a:lnTo>
                  <a:pt x="6136" y="12153"/>
                </a:lnTo>
                <a:lnTo>
                  <a:pt x="6274" y="12347"/>
                </a:lnTo>
                <a:lnTo>
                  <a:pt x="6362" y="12527"/>
                </a:lnTo>
                <a:lnTo>
                  <a:pt x="6463" y="12759"/>
                </a:lnTo>
                <a:lnTo>
                  <a:pt x="6551" y="12952"/>
                </a:lnTo>
                <a:lnTo>
                  <a:pt x="6639" y="13145"/>
                </a:lnTo>
                <a:lnTo>
                  <a:pt x="6777" y="13325"/>
                </a:lnTo>
                <a:lnTo>
                  <a:pt x="6865" y="13518"/>
                </a:lnTo>
                <a:lnTo>
                  <a:pt x="6966" y="13698"/>
                </a:lnTo>
                <a:lnTo>
                  <a:pt x="7054" y="13930"/>
                </a:lnTo>
                <a:lnTo>
                  <a:pt x="7142" y="14123"/>
                </a:lnTo>
                <a:lnTo>
                  <a:pt x="7280" y="14316"/>
                </a:lnTo>
                <a:lnTo>
                  <a:pt x="7368" y="14497"/>
                </a:lnTo>
                <a:lnTo>
                  <a:pt x="7469" y="14690"/>
                </a:lnTo>
                <a:lnTo>
                  <a:pt x="7557" y="14870"/>
                </a:lnTo>
                <a:lnTo>
                  <a:pt x="7645" y="15115"/>
                </a:lnTo>
                <a:lnTo>
                  <a:pt x="7783" y="15295"/>
                </a:lnTo>
                <a:lnTo>
                  <a:pt x="7871" y="15488"/>
                </a:lnTo>
                <a:lnTo>
                  <a:pt x="7972" y="15668"/>
                </a:lnTo>
                <a:lnTo>
                  <a:pt x="8060" y="15861"/>
                </a:lnTo>
                <a:lnTo>
                  <a:pt x="8148" y="16042"/>
                </a:lnTo>
                <a:lnTo>
                  <a:pt x="8286" y="16286"/>
                </a:lnTo>
                <a:lnTo>
                  <a:pt x="8374" y="16467"/>
                </a:lnTo>
                <a:lnTo>
                  <a:pt x="8475" y="16660"/>
                </a:lnTo>
                <a:lnTo>
                  <a:pt x="8563" y="16840"/>
                </a:lnTo>
                <a:lnTo>
                  <a:pt x="8651" y="17033"/>
                </a:lnTo>
                <a:lnTo>
                  <a:pt x="8789" y="17226"/>
                </a:lnTo>
                <a:lnTo>
                  <a:pt x="8877" y="17406"/>
                </a:lnTo>
                <a:lnTo>
                  <a:pt x="8978" y="17638"/>
                </a:lnTo>
                <a:lnTo>
                  <a:pt x="9066" y="17831"/>
                </a:lnTo>
                <a:lnTo>
                  <a:pt x="9154" y="18024"/>
                </a:lnTo>
                <a:lnTo>
                  <a:pt x="9292" y="18205"/>
                </a:lnTo>
                <a:lnTo>
                  <a:pt x="9380" y="18398"/>
                </a:lnTo>
                <a:lnTo>
                  <a:pt x="9480" y="18578"/>
                </a:lnTo>
                <a:lnTo>
                  <a:pt x="9568" y="18771"/>
                </a:lnTo>
                <a:lnTo>
                  <a:pt x="9657" y="18951"/>
                </a:lnTo>
                <a:lnTo>
                  <a:pt x="9795" y="19196"/>
                </a:lnTo>
                <a:lnTo>
                  <a:pt x="9883" y="19376"/>
                </a:lnTo>
                <a:lnTo>
                  <a:pt x="9983" y="19569"/>
                </a:lnTo>
                <a:lnTo>
                  <a:pt x="10071" y="19750"/>
                </a:lnTo>
                <a:lnTo>
                  <a:pt x="10159" y="19943"/>
                </a:lnTo>
                <a:lnTo>
                  <a:pt x="10298" y="20136"/>
                </a:lnTo>
                <a:lnTo>
                  <a:pt x="10398" y="20316"/>
                </a:lnTo>
                <a:lnTo>
                  <a:pt x="10486" y="20509"/>
                </a:lnTo>
                <a:lnTo>
                  <a:pt x="10574" y="20690"/>
                </a:lnTo>
                <a:lnTo>
                  <a:pt x="10662" y="20921"/>
                </a:lnTo>
                <a:lnTo>
                  <a:pt x="10801" y="21114"/>
                </a:lnTo>
                <a:lnTo>
                  <a:pt x="10901" y="21308"/>
                </a:lnTo>
                <a:lnTo>
                  <a:pt x="10989" y="21488"/>
                </a:lnTo>
                <a:lnTo>
                  <a:pt x="11077" y="21681"/>
                </a:lnTo>
                <a:lnTo>
                  <a:pt x="11165" y="21861"/>
                </a:lnTo>
                <a:lnTo>
                  <a:pt x="11304" y="22054"/>
                </a:lnTo>
                <a:lnTo>
                  <a:pt x="11404" y="22247"/>
                </a:lnTo>
                <a:lnTo>
                  <a:pt x="11492" y="22428"/>
                </a:lnTo>
                <a:lnTo>
                  <a:pt x="11580" y="22621"/>
                </a:lnTo>
                <a:lnTo>
                  <a:pt x="11668" y="22801"/>
                </a:lnTo>
                <a:lnTo>
                  <a:pt x="11807" y="22994"/>
                </a:lnTo>
                <a:lnTo>
                  <a:pt x="11907" y="23226"/>
                </a:lnTo>
                <a:lnTo>
                  <a:pt x="11995" y="23419"/>
                </a:lnTo>
                <a:lnTo>
                  <a:pt x="12083" y="23599"/>
                </a:lnTo>
                <a:lnTo>
                  <a:pt x="12171" y="23792"/>
                </a:lnTo>
                <a:lnTo>
                  <a:pt x="12310" y="23973"/>
                </a:lnTo>
                <a:lnTo>
                  <a:pt x="12410" y="24166"/>
                </a:lnTo>
                <a:lnTo>
                  <a:pt x="12498" y="24359"/>
                </a:lnTo>
                <a:lnTo>
                  <a:pt x="12586" y="24539"/>
                </a:lnTo>
                <a:lnTo>
                  <a:pt x="12687" y="24732"/>
                </a:lnTo>
                <a:lnTo>
                  <a:pt x="12813" y="24913"/>
                </a:lnTo>
                <a:lnTo>
                  <a:pt x="12913" y="25106"/>
                </a:lnTo>
                <a:lnTo>
                  <a:pt x="13001" y="25286"/>
                </a:lnTo>
                <a:lnTo>
                  <a:pt x="13089" y="25479"/>
                </a:lnTo>
                <a:lnTo>
                  <a:pt x="13190" y="25672"/>
                </a:lnTo>
                <a:lnTo>
                  <a:pt x="13316" y="25852"/>
                </a:lnTo>
                <a:lnTo>
                  <a:pt x="13416" y="26046"/>
                </a:lnTo>
                <a:lnTo>
                  <a:pt x="13504" y="26226"/>
                </a:lnTo>
                <a:lnTo>
                  <a:pt x="13592" y="26470"/>
                </a:lnTo>
                <a:lnTo>
                  <a:pt x="13693" y="26651"/>
                </a:lnTo>
                <a:lnTo>
                  <a:pt x="13831" y="26844"/>
                </a:lnTo>
                <a:lnTo>
                  <a:pt x="13919" y="27024"/>
                </a:lnTo>
                <a:lnTo>
                  <a:pt x="14007" y="27217"/>
                </a:lnTo>
                <a:lnTo>
                  <a:pt x="14095" y="27397"/>
                </a:lnTo>
                <a:lnTo>
                  <a:pt x="14196" y="27591"/>
                </a:lnTo>
                <a:lnTo>
                  <a:pt x="14334" y="27784"/>
                </a:lnTo>
                <a:lnTo>
                  <a:pt x="14422" y="27964"/>
                </a:lnTo>
                <a:lnTo>
                  <a:pt x="14510" y="28157"/>
                </a:lnTo>
                <a:lnTo>
                  <a:pt x="14598" y="28337"/>
                </a:lnTo>
                <a:lnTo>
                  <a:pt x="14699" y="28530"/>
                </a:lnTo>
                <a:lnTo>
                  <a:pt x="14837" y="28711"/>
                </a:lnTo>
                <a:lnTo>
                  <a:pt x="14925" y="28904"/>
                </a:lnTo>
                <a:lnTo>
                  <a:pt x="15013" y="29097"/>
                </a:lnTo>
                <a:lnTo>
                  <a:pt x="15101" y="29277"/>
                </a:lnTo>
                <a:lnTo>
                  <a:pt x="15202" y="29470"/>
                </a:lnTo>
                <a:lnTo>
                  <a:pt x="15340" y="29651"/>
                </a:lnTo>
                <a:lnTo>
                  <a:pt x="15428" y="29844"/>
                </a:lnTo>
                <a:lnTo>
                  <a:pt x="15516" y="30037"/>
                </a:lnTo>
                <a:lnTo>
                  <a:pt x="15604" y="30217"/>
                </a:lnTo>
                <a:lnTo>
                  <a:pt x="15705" y="30410"/>
                </a:lnTo>
                <a:lnTo>
                  <a:pt x="15843" y="30590"/>
                </a:lnTo>
                <a:lnTo>
                  <a:pt x="15931" y="30784"/>
                </a:lnTo>
                <a:lnTo>
                  <a:pt x="16019" y="30964"/>
                </a:lnTo>
                <a:lnTo>
                  <a:pt x="16120" y="31157"/>
                </a:lnTo>
                <a:lnTo>
                  <a:pt x="16208" y="31350"/>
                </a:lnTo>
                <a:lnTo>
                  <a:pt x="16346" y="31530"/>
                </a:lnTo>
                <a:lnTo>
                  <a:pt x="16434" y="31723"/>
                </a:lnTo>
                <a:lnTo>
                  <a:pt x="16522" y="31904"/>
                </a:lnTo>
                <a:lnTo>
                  <a:pt x="16623" y="32097"/>
                </a:lnTo>
                <a:lnTo>
                  <a:pt x="16711" y="32277"/>
                </a:lnTo>
                <a:lnTo>
                  <a:pt x="16849" y="32470"/>
                </a:lnTo>
                <a:lnTo>
                  <a:pt x="16937" y="32663"/>
                </a:lnTo>
                <a:lnTo>
                  <a:pt x="17025" y="32844"/>
                </a:lnTo>
                <a:lnTo>
                  <a:pt x="17126" y="33037"/>
                </a:lnTo>
                <a:lnTo>
                  <a:pt x="17214" y="33178"/>
                </a:lnTo>
                <a:lnTo>
                  <a:pt x="17352" y="33359"/>
                </a:lnTo>
                <a:lnTo>
                  <a:pt x="17440" y="33552"/>
                </a:lnTo>
                <a:lnTo>
                  <a:pt x="17528" y="33732"/>
                </a:lnTo>
                <a:lnTo>
                  <a:pt x="17629" y="33925"/>
                </a:lnTo>
                <a:lnTo>
                  <a:pt x="17717" y="34118"/>
                </a:lnTo>
                <a:lnTo>
                  <a:pt x="17855" y="34298"/>
                </a:lnTo>
                <a:lnTo>
                  <a:pt x="17943" y="34492"/>
                </a:lnTo>
                <a:lnTo>
                  <a:pt x="18031" y="34672"/>
                </a:lnTo>
                <a:lnTo>
                  <a:pt x="18132" y="34865"/>
                </a:lnTo>
                <a:lnTo>
                  <a:pt x="18220" y="35045"/>
                </a:lnTo>
                <a:lnTo>
                  <a:pt x="18358" y="35238"/>
                </a:lnTo>
                <a:lnTo>
                  <a:pt x="18446" y="35431"/>
                </a:lnTo>
                <a:lnTo>
                  <a:pt x="18534" y="35612"/>
                </a:lnTo>
                <a:lnTo>
                  <a:pt x="18635" y="35805"/>
                </a:lnTo>
                <a:lnTo>
                  <a:pt x="18723" y="35985"/>
                </a:lnTo>
                <a:lnTo>
                  <a:pt x="18861" y="36178"/>
                </a:lnTo>
                <a:lnTo>
                  <a:pt x="18949" y="36371"/>
                </a:lnTo>
                <a:lnTo>
                  <a:pt x="19037" y="36500"/>
                </a:lnTo>
                <a:lnTo>
                  <a:pt x="19137" y="36693"/>
                </a:lnTo>
                <a:lnTo>
                  <a:pt x="19225" y="36886"/>
                </a:lnTo>
                <a:lnTo>
                  <a:pt x="19364" y="37067"/>
                </a:lnTo>
                <a:lnTo>
                  <a:pt x="19452" y="37260"/>
                </a:lnTo>
                <a:lnTo>
                  <a:pt x="19540" y="37440"/>
                </a:lnTo>
                <a:lnTo>
                  <a:pt x="19640" y="37633"/>
                </a:lnTo>
                <a:lnTo>
                  <a:pt x="19728" y="37813"/>
                </a:lnTo>
                <a:lnTo>
                  <a:pt x="19867" y="38006"/>
                </a:lnTo>
                <a:lnTo>
                  <a:pt x="19955" y="38200"/>
                </a:lnTo>
                <a:lnTo>
                  <a:pt x="20055" y="3838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6988374" y="3088454"/>
            <a:ext cx="20043" cy="34256"/>
          </a:xfrm>
          <a:custGeom>
            <a:avLst/>
            <a:gdLst/>
            <a:ahLst/>
            <a:cxnLst/>
            <a:rect l="l" t="t" r="r" b="b"/>
            <a:pathLst>
              <a:path w="20043" h="34256">
                <a:moveTo>
                  <a:pt x="0" y="0"/>
                </a:moveTo>
                <a:lnTo>
                  <a:pt x="88" y="141"/>
                </a:lnTo>
                <a:lnTo>
                  <a:pt x="176" y="334"/>
                </a:lnTo>
                <a:lnTo>
                  <a:pt x="314" y="514"/>
                </a:lnTo>
                <a:lnTo>
                  <a:pt x="402" y="708"/>
                </a:lnTo>
                <a:lnTo>
                  <a:pt x="502" y="888"/>
                </a:lnTo>
                <a:lnTo>
                  <a:pt x="590" y="1081"/>
                </a:lnTo>
                <a:lnTo>
                  <a:pt x="679" y="1274"/>
                </a:lnTo>
                <a:lnTo>
                  <a:pt x="817" y="1454"/>
                </a:lnTo>
                <a:lnTo>
                  <a:pt x="905" y="1647"/>
                </a:lnTo>
                <a:lnTo>
                  <a:pt x="1005" y="1789"/>
                </a:lnTo>
                <a:lnTo>
                  <a:pt x="1093" y="1969"/>
                </a:lnTo>
                <a:lnTo>
                  <a:pt x="1181" y="2162"/>
                </a:lnTo>
                <a:lnTo>
                  <a:pt x="1320" y="2343"/>
                </a:lnTo>
                <a:lnTo>
                  <a:pt x="1408" y="2536"/>
                </a:lnTo>
                <a:lnTo>
                  <a:pt x="1508" y="2729"/>
                </a:lnTo>
                <a:lnTo>
                  <a:pt x="1596" y="2909"/>
                </a:lnTo>
                <a:lnTo>
                  <a:pt x="1684" y="3102"/>
                </a:lnTo>
                <a:lnTo>
                  <a:pt x="1823" y="3244"/>
                </a:lnTo>
                <a:lnTo>
                  <a:pt x="1911" y="3424"/>
                </a:lnTo>
                <a:lnTo>
                  <a:pt x="2011" y="3617"/>
                </a:lnTo>
                <a:lnTo>
                  <a:pt x="2099" y="3798"/>
                </a:lnTo>
                <a:lnTo>
                  <a:pt x="2187" y="3991"/>
                </a:lnTo>
                <a:lnTo>
                  <a:pt x="2326" y="4184"/>
                </a:lnTo>
                <a:lnTo>
                  <a:pt x="2414" y="4325"/>
                </a:lnTo>
                <a:lnTo>
                  <a:pt x="2514" y="4506"/>
                </a:lnTo>
                <a:lnTo>
                  <a:pt x="2602" y="4699"/>
                </a:lnTo>
                <a:lnTo>
                  <a:pt x="2690" y="4879"/>
                </a:lnTo>
                <a:lnTo>
                  <a:pt x="2829" y="5072"/>
                </a:lnTo>
                <a:lnTo>
                  <a:pt x="2917" y="5252"/>
                </a:lnTo>
                <a:lnTo>
                  <a:pt x="3017" y="5446"/>
                </a:lnTo>
                <a:lnTo>
                  <a:pt x="3105" y="5587"/>
                </a:lnTo>
                <a:lnTo>
                  <a:pt x="3193" y="5767"/>
                </a:lnTo>
                <a:lnTo>
                  <a:pt x="3332" y="5961"/>
                </a:lnTo>
                <a:lnTo>
                  <a:pt x="3420" y="6154"/>
                </a:lnTo>
                <a:lnTo>
                  <a:pt x="3520" y="6334"/>
                </a:lnTo>
                <a:lnTo>
                  <a:pt x="3608" y="6476"/>
                </a:lnTo>
                <a:lnTo>
                  <a:pt x="3696" y="6669"/>
                </a:lnTo>
                <a:lnTo>
                  <a:pt x="3835" y="6849"/>
                </a:lnTo>
                <a:lnTo>
                  <a:pt x="3935" y="7042"/>
                </a:lnTo>
                <a:lnTo>
                  <a:pt x="4023" y="7222"/>
                </a:lnTo>
                <a:lnTo>
                  <a:pt x="4111" y="7415"/>
                </a:lnTo>
                <a:lnTo>
                  <a:pt x="4199" y="7557"/>
                </a:lnTo>
                <a:lnTo>
                  <a:pt x="4338" y="7750"/>
                </a:lnTo>
                <a:lnTo>
                  <a:pt x="4438" y="7930"/>
                </a:lnTo>
                <a:lnTo>
                  <a:pt x="4526" y="8124"/>
                </a:lnTo>
                <a:lnTo>
                  <a:pt x="4614" y="8304"/>
                </a:lnTo>
                <a:lnTo>
                  <a:pt x="4702" y="8445"/>
                </a:lnTo>
                <a:lnTo>
                  <a:pt x="4841" y="8639"/>
                </a:lnTo>
                <a:lnTo>
                  <a:pt x="4941" y="8819"/>
                </a:lnTo>
                <a:lnTo>
                  <a:pt x="5029" y="9012"/>
                </a:lnTo>
                <a:lnTo>
                  <a:pt x="5117" y="9205"/>
                </a:lnTo>
                <a:lnTo>
                  <a:pt x="5205" y="9334"/>
                </a:lnTo>
                <a:lnTo>
                  <a:pt x="5344" y="9527"/>
                </a:lnTo>
                <a:lnTo>
                  <a:pt x="5444" y="9720"/>
                </a:lnTo>
                <a:lnTo>
                  <a:pt x="5532" y="9900"/>
                </a:lnTo>
                <a:lnTo>
                  <a:pt x="5620" y="10042"/>
                </a:lnTo>
                <a:lnTo>
                  <a:pt x="5708" y="10235"/>
                </a:lnTo>
                <a:lnTo>
                  <a:pt x="5847" y="10415"/>
                </a:lnTo>
                <a:lnTo>
                  <a:pt x="5947" y="10608"/>
                </a:lnTo>
                <a:lnTo>
                  <a:pt x="6035" y="10750"/>
                </a:lnTo>
                <a:lnTo>
                  <a:pt x="6123" y="10930"/>
                </a:lnTo>
                <a:lnTo>
                  <a:pt x="6224" y="11123"/>
                </a:lnTo>
                <a:lnTo>
                  <a:pt x="6349" y="11317"/>
                </a:lnTo>
                <a:lnTo>
                  <a:pt x="6450" y="11497"/>
                </a:lnTo>
                <a:lnTo>
                  <a:pt x="6538" y="11638"/>
                </a:lnTo>
                <a:lnTo>
                  <a:pt x="6626" y="11832"/>
                </a:lnTo>
                <a:lnTo>
                  <a:pt x="6727" y="12012"/>
                </a:lnTo>
                <a:lnTo>
                  <a:pt x="6852" y="12205"/>
                </a:lnTo>
                <a:lnTo>
                  <a:pt x="6953" y="12347"/>
                </a:lnTo>
                <a:lnTo>
                  <a:pt x="7041" y="12527"/>
                </a:lnTo>
                <a:lnTo>
                  <a:pt x="7129" y="12720"/>
                </a:lnTo>
                <a:lnTo>
                  <a:pt x="7230" y="12862"/>
                </a:lnTo>
                <a:lnTo>
                  <a:pt x="7368" y="13042"/>
                </a:lnTo>
                <a:lnTo>
                  <a:pt x="7456" y="13235"/>
                </a:lnTo>
                <a:lnTo>
                  <a:pt x="7544" y="13428"/>
                </a:lnTo>
                <a:lnTo>
                  <a:pt x="7632" y="13557"/>
                </a:lnTo>
                <a:lnTo>
                  <a:pt x="7733" y="13750"/>
                </a:lnTo>
                <a:lnTo>
                  <a:pt x="7871" y="13943"/>
                </a:lnTo>
                <a:lnTo>
                  <a:pt x="7959" y="14123"/>
                </a:lnTo>
                <a:lnTo>
                  <a:pt x="8047" y="14265"/>
                </a:lnTo>
                <a:lnTo>
                  <a:pt x="8135" y="14458"/>
                </a:lnTo>
                <a:lnTo>
                  <a:pt x="8236" y="14638"/>
                </a:lnTo>
                <a:lnTo>
                  <a:pt x="8374" y="14780"/>
                </a:lnTo>
                <a:lnTo>
                  <a:pt x="8462" y="14973"/>
                </a:lnTo>
                <a:lnTo>
                  <a:pt x="8550" y="15153"/>
                </a:lnTo>
                <a:lnTo>
                  <a:pt x="8638" y="15346"/>
                </a:lnTo>
                <a:lnTo>
                  <a:pt x="8739" y="15488"/>
                </a:lnTo>
                <a:lnTo>
                  <a:pt x="8877" y="15668"/>
                </a:lnTo>
                <a:lnTo>
                  <a:pt x="8965" y="15861"/>
                </a:lnTo>
                <a:lnTo>
                  <a:pt x="9053" y="16003"/>
                </a:lnTo>
                <a:lnTo>
                  <a:pt x="9141" y="16196"/>
                </a:lnTo>
                <a:lnTo>
                  <a:pt x="9242" y="16376"/>
                </a:lnTo>
                <a:lnTo>
                  <a:pt x="9380" y="16518"/>
                </a:lnTo>
                <a:lnTo>
                  <a:pt x="9468" y="16711"/>
                </a:lnTo>
                <a:lnTo>
                  <a:pt x="9556" y="16891"/>
                </a:lnTo>
                <a:lnTo>
                  <a:pt x="9644" y="17033"/>
                </a:lnTo>
                <a:lnTo>
                  <a:pt x="9745" y="17226"/>
                </a:lnTo>
                <a:lnTo>
                  <a:pt x="9883" y="17406"/>
                </a:lnTo>
                <a:lnTo>
                  <a:pt x="9971" y="17600"/>
                </a:lnTo>
                <a:lnTo>
                  <a:pt x="10059" y="17741"/>
                </a:lnTo>
                <a:lnTo>
                  <a:pt x="10159" y="17921"/>
                </a:lnTo>
                <a:lnTo>
                  <a:pt x="10247" y="18115"/>
                </a:lnTo>
                <a:lnTo>
                  <a:pt x="10386" y="18256"/>
                </a:lnTo>
                <a:lnTo>
                  <a:pt x="10474" y="18436"/>
                </a:lnTo>
                <a:lnTo>
                  <a:pt x="10562" y="18630"/>
                </a:lnTo>
                <a:lnTo>
                  <a:pt x="10662" y="18771"/>
                </a:lnTo>
                <a:lnTo>
                  <a:pt x="10750" y="18964"/>
                </a:lnTo>
                <a:lnTo>
                  <a:pt x="10889" y="19106"/>
                </a:lnTo>
                <a:lnTo>
                  <a:pt x="10977" y="19286"/>
                </a:lnTo>
                <a:lnTo>
                  <a:pt x="11065" y="19479"/>
                </a:lnTo>
                <a:lnTo>
                  <a:pt x="11165" y="19621"/>
                </a:lnTo>
                <a:lnTo>
                  <a:pt x="11253" y="19801"/>
                </a:lnTo>
                <a:lnTo>
                  <a:pt x="11392" y="19994"/>
                </a:lnTo>
                <a:lnTo>
                  <a:pt x="11480" y="20136"/>
                </a:lnTo>
                <a:lnTo>
                  <a:pt x="11568" y="20316"/>
                </a:lnTo>
                <a:lnTo>
                  <a:pt x="11668" y="20509"/>
                </a:lnTo>
                <a:lnTo>
                  <a:pt x="11756" y="20651"/>
                </a:lnTo>
                <a:lnTo>
                  <a:pt x="11895" y="20831"/>
                </a:lnTo>
                <a:lnTo>
                  <a:pt x="11983" y="21024"/>
                </a:lnTo>
                <a:lnTo>
                  <a:pt x="12071" y="21166"/>
                </a:lnTo>
                <a:lnTo>
                  <a:pt x="12171" y="21346"/>
                </a:lnTo>
                <a:lnTo>
                  <a:pt x="12259" y="21488"/>
                </a:lnTo>
                <a:lnTo>
                  <a:pt x="12398" y="21681"/>
                </a:lnTo>
                <a:lnTo>
                  <a:pt x="12486" y="21874"/>
                </a:lnTo>
                <a:lnTo>
                  <a:pt x="12574" y="22003"/>
                </a:lnTo>
                <a:lnTo>
                  <a:pt x="12674" y="22196"/>
                </a:lnTo>
                <a:lnTo>
                  <a:pt x="12762" y="22338"/>
                </a:lnTo>
                <a:lnTo>
                  <a:pt x="12901" y="22531"/>
                </a:lnTo>
                <a:lnTo>
                  <a:pt x="12989" y="22711"/>
                </a:lnTo>
                <a:lnTo>
                  <a:pt x="13077" y="22853"/>
                </a:lnTo>
                <a:lnTo>
                  <a:pt x="13177" y="23046"/>
                </a:lnTo>
                <a:lnTo>
                  <a:pt x="13265" y="23187"/>
                </a:lnTo>
                <a:lnTo>
                  <a:pt x="13404" y="23368"/>
                </a:lnTo>
                <a:lnTo>
                  <a:pt x="13492" y="23561"/>
                </a:lnTo>
                <a:lnTo>
                  <a:pt x="13592" y="23702"/>
                </a:lnTo>
                <a:lnTo>
                  <a:pt x="13680" y="23883"/>
                </a:lnTo>
                <a:lnTo>
                  <a:pt x="13768" y="24024"/>
                </a:lnTo>
                <a:lnTo>
                  <a:pt x="13907" y="24217"/>
                </a:lnTo>
                <a:lnTo>
                  <a:pt x="13995" y="24398"/>
                </a:lnTo>
                <a:lnTo>
                  <a:pt x="14095" y="24539"/>
                </a:lnTo>
                <a:lnTo>
                  <a:pt x="14183" y="24732"/>
                </a:lnTo>
                <a:lnTo>
                  <a:pt x="14271" y="24874"/>
                </a:lnTo>
                <a:lnTo>
                  <a:pt x="14410" y="25054"/>
                </a:lnTo>
                <a:lnTo>
                  <a:pt x="14498" y="25196"/>
                </a:lnTo>
                <a:lnTo>
                  <a:pt x="14598" y="25389"/>
                </a:lnTo>
                <a:lnTo>
                  <a:pt x="14686" y="25569"/>
                </a:lnTo>
                <a:lnTo>
                  <a:pt x="14774" y="25711"/>
                </a:lnTo>
                <a:lnTo>
                  <a:pt x="14913" y="25904"/>
                </a:lnTo>
                <a:lnTo>
                  <a:pt x="15001" y="26046"/>
                </a:lnTo>
                <a:lnTo>
                  <a:pt x="15101" y="26226"/>
                </a:lnTo>
                <a:lnTo>
                  <a:pt x="15189" y="26367"/>
                </a:lnTo>
                <a:lnTo>
                  <a:pt x="15277" y="26561"/>
                </a:lnTo>
                <a:lnTo>
                  <a:pt x="15416" y="26702"/>
                </a:lnTo>
                <a:lnTo>
                  <a:pt x="15504" y="26882"/>
                </a:lnTo>
                <a:lnTo>
                  <a:pt x="15604" y="27024"/>
                </a:lnTo>
                <a:lnTo>
                  <a:pt x="15692" y="27217"/>
                </a:lnTo>
                <a:lnTo>
                  <a:pt x="15780" y="27410"/>
                </a:lnTo>
                <a:lnTo>
                  <a:pt x="15918" y="27552"/>
                </a:lnTo>
                <a:lnTo>
                  <a:pt x="16006" y="27732"/>
                </a:lnTo>
                <a:lnTo>
                  <a:pt x="16107" y="27874"/>
                </a:lnTo>
                <a:lnTo>
                  <a:pt x="16195" y="28067"/>
                </a:lnTo>
                <a:lnTo>
                  <a:pt x="16283" y="28209"/>
                </a:lnTo>
                <a:lnTo>
                  <a:pt x="16421" y="28389"/>
                </a:lnTo>
                <a:lnTo>
                  <a:pt x="16509" y="28530"/>
                </a:lnTo>
                <a:lnTo>
                  <a:pt x="16610" y="28724"/>
                </a:lnTo>
                <a:lnTo>
                  <a:pt x="16698" y="28865"/>
                </a:lnTo>
                <a:lnTo>
                  <a:pt x="16786" y="29045"/>
                </a:lnTo>
                <a:lnTo>
                  <a:pt x="16924" y="29187"/>
                </a:lnTo>
                <a:lnTo>
                  <a:pt x="17012" y="29380"/>
                </a:lnTo>
                <a:lnTo>
                  <a:pt x="17113" y="29522"/>
                </a:lnTo>
                <a:lnTo>
                  <a:pt x="17201" y="29702"/>
                </a:lnTo>
                <a:lnTo>
                  <a:pt x="17289" y="29844"/>
                </a:lnTo>
                <a:lnTo>
                  <a:pt x="17427" y="30037"/>
                </a:lnTo>
                <a:lnTo>
                  <a:pt x="17528" y="30178"/>
                </a:lnTo>
                <a:lnTo>
                  <a:pt x="17616" y="30359"/>
                </a:lnTo>
                <a:lnTo>
                  <a:pt x="17704" y="30500"/>
                </a:lnTo>
                <a:lnTo>
                  <a:pt x="17792" y="30693"/>
                </a:lnTo>
                <a:lnTo>
                  <a:pt x="17930" y="30835"/>
                </a:lnTo>
                <a:lnTo>
                  <a:pt x="18031" y="31015"/>
                </a:lnTo>
                <a:lnTo>
                  <a:pt x="18119" y="31157"/>
                </a:lnTo>
                <a:lnTo>
                  <a:pt x="18207" y="31350"/>
                </a:lnTo>
                <a:lnTo>
                  <a:pt x="18295" y="31492"/>
                </a:lnTo>
                <a:lnTo>
                  <a:pt x="18433" y="31672"/>
                </a:lnTo>
                <a:lnTo>
                  <a:pt x="18534" y="31814"/>
                </a:lnTo>
                <a:lnTo>
                  <a:pt x="18622" y="32007"/>
                </a:lnTo>
                <a:lnTo>
                  <a:pt x="18710" y="32148"/>
                </a:lnTo>
                <a:lnTo>
                  <a:pt x="18798" y="32290"/>
                </a:lnTo>
                <a:lnTo>
                  <a:pt x="18936" y="32470"/>
                </a:lnTo>
                <a:lnTo>
                  <a:pt x="19037" y="32612"/>
                </a:lnTo>
                <a:lnTo>
                  <a:pt x="19125" y="32805"/>
                </a:lnTo>
                <a:lnTo>
                  <a:pt x="19213" y="32947"/>
                </a:lnTo>
                <a:lnTo>
                  <a:pt x="19301" y="33127"/>
                </a:lnTo>
                <a:lnTo>
                  <a:pt x="19439" y="33268"/>
                </a:lnTo>
                <a:lnTo>
                  <a:pt x="19540" y="33462"/>
                </a:lnTo>
                <a:lnTo>
                  <a:pt x="19628" y="33598"/>
                </a:lnTo>
                <a:lnTo>
                  <a:pt x="19716" y="33786"/>
                </a:lnTo>
                <a:lnTo>
                  <a:pt x="19816" y="33926"/>
                </a:lnTo>
                <a:lnTo>
                  <a:pt x="19942" y="34068"/>
                </a:lnTo>
                <a:lnTo>
                  <a:pt x="20043" y="34256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7008418" y="3122710"/>
            <a:ext cx="20043" cy="29607"/>
          </a:xfrm>
          <a:custGeom>
            <a:avLst/>
            <a:gdLst/>
            <a:ahLst/>
            <a:cxnLst/>
            <a:rect l="l" t="t" r="r" b="b"/>
            <a:pathLst>
              <a:path w="20043" h="29607">
                <a:moveTo>
                  <a:pt x="0" y="0"/>
                </a:moveTo>
                <a:lnTo>
                  <a:pt x="88" y="140"/>
                </a:lnTo>
                <a:lnTo>
                  <a:pt x="176" y="328"/>
                </a:lnTo>
                <a:lnTo>
                  <a:pt x="276" y="468"/>
                </a:lnTo>
                <a:lnTo>
                  <a:pt x="402" y="656"/>
                </a:lnTo>
                <a:lnTo>
                  <a:pt x="502" y="796"/>
                </a:lnTo>
                <a:lnTo>
                  <a:pt x="590" y="937"/>
                </a:lnTo>
                <a:lnTo>
                  <a:pt x="679" y="1125"/>
                </a:lnTo>
                <a:lnTo>
                  <a:pt x="779" y="1266"/>
                </a:lnTo>
                <a:lnTo>
                  <a:pt x="917" y="1453"/>
                </a:lnTo>
                <a:lnTo>
                  <a:pt x="1005" y="1595"/>
                </a:lnTo>
                <a:lnTo>
                  <a:pt x="1093" y="1735"/>
                </a:lnTo>
                <a:lnTo>
                  <a:pt x="1181" y="1923"/>
                </a:lnTo>
                <a:lnTo>
                  <a:pt x="1282" y="2063"/>
                </a:lnTo>
                <a:lnTo>
                  <a:pt x="1420" y="2251"/>
                </a:lnTo>
                <a:lnTo>
                  <a:pt x="1508" y="2392"/>
                </a:lnTo>
                <a:lnTo>
                  <a:pt x="1596" y="2533"/>
                </a:lnTo>
                <a:lnTo>
                  <a:pt x="1684" y="2720"/>
                </a:lnTo>
                <a:lnTo>
                  <a:pt x="1785" y="2862"/>
                </a:lnTo>
                <a:lnTo>
                  <a:pt x="1923" y="3048"/>
                </a:lnTo>
                <a:lnTo>
                  <a:pt x="2011" y="3190"/>
                </a:lnTo>
                <a:lnTo>
                  <a:pt x="2099" y="3330"/>
                </a:lnTo>
                <a:lnTo>
                  <a:pt x="2187" y="3518"/>
                </a:lnTo>
                <a:lnTo>
                  <a:pt x="2288" y="3659"/>
                </a:lnTo>
                <a:lnTo>
                  <a:pt x="2426" y="3800"/>
                </a:lnTo>
                <a:lnTo>
                  <a:pt x="2514" y="3987"/>
                </a:lnTo>
                <a:lnTo>
                  <a:pt x="2602" y="4129"/>
                </a:lnTo>
                <a:lnTo>
                  <a:pt x="2690" y="4315"/>
                </a:lnTo>
                <a:lnTo>
                  <a:pt x="2791" y="4457"/>
                </a:lnTo>
                <a:lnTo>
                  <a:pt x="2929" y="4597"/>
                </a:lnTo>
                <a:lnTo>
                  <a:pt x="3017" y="4785"/>
                </a:lnTo>
                <a:lnTo>
                  <a:pt x="3105" y="4925"/>
                </a:lnTo>
                <a:lnTo>
                  <a:pt x="3193" y="5067"/>
                </a:lnTo>
                <a:lnTo>
                  <a:pt x="3294" y="5254"/>
                </a:lnTo>
                <a:lnTo>
                  <a:pt x="3432" y="5395"/>
                </a:lnTo>
                <a:lnTo>
                  <a:pt x="3520" y="5536"/>
                </a:lnTo>
                <a:lnTo>
                  <a:pt x="3608" y="5724"/>
                </a:lnTo>
                <a:lnTo>
                  <a:pt x="3709" y="5864"/>
                </a:lnTo>
                <a:lnTo>
                  <a:pt x="3797" y="6004"/>
                </a:lnTo>
                <a:lnTo>
                  <a:pt x="3935" y="6192"/>
                </a:lnTo>
                <a:lnTo>
                  <a:pt x="4023" y="6334"/>
                </a:lnTo>
                <a:lnTo>
                  <a:pt x="4111" y="6474"/>
                </a:lnTo>
                <a:lnTo>
                  <a:pt x="4212" y="6662"/>
                </a:lnTo>
                <a:lnTo>
                  <a:pt x="4300" y="6803"/>
                </a:lnTo>
                <a:lnTo>
                  <a:pt x="4438" y="6943"/>
                </a:lnTo>
                <a:lnTo>
                  <a:pt x="4526" y="7131"/>
                </a:lnTo>
                <a:lnTo>
                  <a:pt x="4614" y="7271"/>
                </a:lnTo>
                <a:lnTo>
                  <a:pt x="4715" y="7413"/>
                </a:lnTo>
                <a:lnTo>
                  <a:pt x="4803" y="7601"/>
                </a:lnTo>
                <a:lnTo>
                  <a:pt x="4941" y="7741"/>
                </a:lnTo>
                <a:lnTo>
                  <a:pt x="5029" y="7882"/>
                </a:lnTo>
                <a:lnTo>
                  <a:pt x="5117" y="8023"/>
                </a:lnTo>
                <a:lnTo>
                  <a:pt x="5218" y="8210"/>
                </a:lnTo>
                <a:lnTo>
                  <a:pt x="5306" y="8351"/>
                </a:lnTo>
                <a:lnTo>
                  <a:pt x="5444" y="8492"/>
                </a:lnTo>
                <a:lnTo>
                  <a:pt x="5532" y="8680"/>
                </a:lnTo>
                <a:lnTo>
                  <a:pt x="5620" y="8820"/>
                </a:lnTo>
                <a:lnTo>
                  <a:pt x="5721" y="8960"/>
                </a:lnTo>
                <a:lnTo>
                  <a:pt x="5809" y="9148"/>
                </a:lnTo>
                <a:lnTo>
                  <a:pt x="5947" y="9290"/>
                </a:lnTo>
                <a:lnTo>
                  <a:pt x="6035" y="9430"/>
                </a:lnTo>
                <a:lnTo>
                  <a:pt x="6123" y="9571"/>
                </a:lnTo>
                <a:lnTo>
                  <a:pt x="6224" y="9759"/>
                </a:lnTo>
                <a:lnTo>
                  <a:pt x="6312" y="9899"/>
                </a:lnTo>
                <a:lnTo>
                  <a:pt x="6450" y="10041"/>
                </a:lnTo>
                <a:lnTo>
                  <a:pt x="6538" y="10181"/>
                </a:lnTo>
                <a:lnTo>
                  <a:pt x="6626" y="10369"/>
                </a:lnTo>
                <a:lnTo>
                  <a:pt x="6727" y="10509"/>
                </a:lnTo>
                <a:lnTo>
                  <a:pt x="6815" y="10650"/>
                </a:lnTo>
                <a:lnTo>
                  <a:pt x="6953" y="10791"/>
                </a:lnTo>
                <a:lnTo>
                  <a:pt x="7041" y="10979"/>
                </a:lnTo>
                <a:lnTo>
                  <a:pt x="7142" y="11120"/>
                </a:lnTo>
                <a:lnTo>
                  <a:pt x="7230" y="11260"/>
                </a:lnTo>
                <a:lnTo>
                  <a:pt x="7318" y="11402"/>
                </a:lnTo>
                <a:lnTo>
                  <a:pt x="7456" y="11588"/>
                </a:lnTo>
                <a:lnTo>
                  <a:pt x="7544" y="11730"/>
                </a:lnTo>
                <a:lnTo>
                  <a:pt x="7645" y="11870"/>
                </a:lnTo>
                <a:lnTo>
                  <a:pt x="7733" y="12011"/>
                </a:lnTo>
                <a:lnTo>
                  <a:pt x="7821" y="12199"/>
                </a:lnTo>
                <a:lnTo>
                  <a:pt x="7959" y="12339"/>
                </a:lnTo>
                <a:lnTo>
                  <a:pt x="8047" y="12480"/>
                </a:lnTo>
                <a:lnTo>
                  <a:pt x="8148" y="12621"/>
                </a:lnTo>
                <a:lnTo>
                  <a:pt x="8236" y="12809"/>
                </a:lnTo>
                <a:lnTo>
                  <a:pt x="8324" y="12949"/>
                </a:lnTo>
                <a:lnTo>
                  <a:pt x="8462" y="13091"/>
                </a:lnTo>
                <a:lnTo>
                  <a:pt x="8550" y="13231"/>
                </a:lnTo>
                <a:lnTo>
                  <a:pt x="8651" y="13371"/>
                </a:lnTo>
                <a:lnTo>
                  <a:pt x="8739" y="13559"/>
                </a:lnTo>
                <a:lnTo>
                  <a:pt x="8827" y="13700"/>
                </a:lnTo>
                <a:lnTo>
                  <a:pt x="8965" y="13841"/>
                </a:lnTo>
                <a:lnTo>
                  <a:pt x="9053" y="13982"/>
                </a:lnTo>
                <a:lnTo>
                  <a:pt x="9154" y="14122"/>
                </a:lnTo>
                <a:lnTo>
                  <a:pt x="9242" y="14310"/>
                </a:lnTo>
                <a:lnTo>
                  <a:pt x="9330" y="14450"/>
                </a:lnTo>
                <a:lnTo>
                  <a:pt x="9468" y="14592"/>
                </a:lnTo>
                <a:lnTo>
                  <a:pt x="9556" y="14732"/>
                </a:lnTo>
                <a:lnTo>
                  <a:pt x="9657" y="14873"/>
                </a:lnTo>
                <a:lnTo>
                  <a:pt x="9745" y="15061"/>
                </a:lnTo>
                <a:lnTo>
                  <a:pt x="9833" y="15202"/>
                </a:lnTo>
                <a:lnTo>
                  <a:pt x="9971" y="15343"/>
                </a:lnTo>
                <a:lnTo>
                  <a:pt x="10059" y="15483"/>
                </a:lnTo>
                <a:lnTo>
                  <a:pt x="10159" y="15625"/>
                </a:lnTo>
                <a:lnTo>
                  <a:pt x="10247" y="15765"/>
                </a:lnTo>
                <a:lnTo>
                  <a:pt x="10336" y="15953"/>
                </a:lnTo>
                <a:lnTo>
                  <a:pt x="10474" y="16093"/>
                </a:lnTo>
                <a:lnTo>
                  <a:pt x="10562" y="16234"/>
                </a:lnTo>
                <a:lnTo>
                  <a:pt x="10662" y="16375"/>
                </a:lnTo>
                <a:lnTo>
                  <a:pt x="10750" y="16516"/>
                </a:lnTo>
                <a:lnTo>
                  <a:pt x="10838" y="16656"/>
                </a:lnTo>
                <a:lnTo>
                  <a:pt x="10977" y="16844"/>
                </a:lnTo>
                <a:lnTo>
                  <a:pt x="11077" y="16984"/>
                </a:lnTo>
                <a:lnTo>
                  <a:pt x="11165" y="17126"/>
                </a:lnTo>
                <a:lnTo>
                  <a:pt x="11253" y="17266"/>
                </a:lnTo>
                <a:lnTo>
                  <a:pt x="11341" y="17406"/>
                </a:lnTo>
                <a:lnTo>
                  <a:pt x="11480" y="17548"/>
                </a:lnTo>
                <a:lnTo>
                  <a:pt x="11580" y="17688"/>
                </a:lnTo>
                <a:lnTo>
                  <a:pt x="11668" y="17876"/>
                </a:lnTo>
                <a:lnTo>
                  <a:pt x="11756" y="18017"/>
                </a:lnTo>
                <a:lnTo>
                  <a:pt x="11844" y="18158"/>
                </a:lnTo>
                <a:lnTo>
                  <a:pt x="11983" y="18299"/>
                </a:lnTo>
                <a:lnTo>
                  <a:pt x="12083" y="18439"/>
                </a:lnTo>
                <a:lnTo>
                  <a:pt x="12171" y="18581"/>
                </a:lnTo>
                <a:lnTo>
                  <a:pt x="12259" y="18721"/>
                </a:lnTo>
                <a:lnTo>
                  <a:pt x="12347" y="18861"/>
                </a:lnTo>
                <a:lnTo>
                  <a:pt x="12486" y="19049"/>
                </a:lnTo>
                <a:lnTo>
                  <a:pt x="12586" y="19190"/>
                </a:lnTo>
                <a:lnTo>
                  <a:pt x="12674" y="19331"/>
                </a:lnTo>
                <a:lnTo>
                  <a:pt x="12762" y="19472"/>
                </a:lnTo>
                <a:lnTo>
                  <a:pt x="12850" y="19612"/>
                </a:lnTo>
                <a:lnTo>
                  <a:pt x="12989" y="19754"/>
                </a:lnTo>
                <a:lnTo>
                  <a:pt x="13089" y="19894"/>
                </a:lnTo>
                <a:lnTo>
                  <a:pt x="13177" y="20034"/>
                </a:lnTo>
                <a:lnTo>
                  <a:pt x="13265" y="20176"/>
                </a:lnTo>
                <a:lnTo>
                  <a:pt x="13353" y="20316"/>
                </a:lnTo>
                <a:lnTo>
                  <a:pt x="13492" y="20457"/>
                </a:lnTo>
                <a:lnTo>
                  <a:pt x="13592" y="20645"/>
                </a:lnTo>
                <a:lnTo>
                  <a:pt x="13680" y="20785"/>
                </a:lnTo>
                <a:lnTo>
                  <a:pt x="13768" y="20926"/>
                </a:lnTo>
                <a:lnTo>
                  <a:pt x="13869" y="21067"/>
                </a:lnTo>
                <a:lnTo>
                  <a:pt x="13995" y="21207"/>
                </a:lnTo>
                <a:lnTo>
                  <a:pt x="14095" y="21349"/>
                </a:lnTo>
                <a:lnTo>
                  <a:pt x="14183" y="21489"/>
                </a:lnTo>
                <a:lnTo>
                  <a:pt x="14271" y="21629"/>
                </a:lnTo>
                <a:lnTo>
                  <a:pt x="14372" y="21771"/>
                </a:lnTo>
                <a:lnTo>
                  <a:pt x="14498" y="21911"/>
                </a:lnTo>
                <a:lnTo>
                  <a:pt x="14598" y="22052"/>
                </a:lnTo>
                <a:lnTo>
                  <a:pt x="14686" y="22193"/>
                </a:lnTo>
                <a:lnTo>
                  <a:pt x="14774" y="22334"/>
                </a:lnTo>
                <a:lnTo>
                  <a:pt x="14875" y="22474"/>
                </a:lnTo>
                <a:lnTo>
                  <a:pt x="15013" y="22616"/>
                </a:lnTo>
                <a:lnTo>
                  <a:pt x="15101" y="22756"/>
                </a:lnTo>
                <a:lnTo>
                  <a:pt x="15189" y="22944"/>
                </a:lnTo>
                <a:lnTo>
                  <a:pt x="15277" y="23084"/>
                </a:lnTo>
                <a:lnTo>
                  <a:pt x="15378" y="23226"/>
                </a:lnTo>
                <a:lnTo>
                  <a:pt x="15516" y="23366"/>
                </a:lnTo>
                <a:lnTo>
                  <a:pt x="15604" y="23507"/>
                </a:lnTo>
                <a:lnTo>
                  <a:pt x="15692" y="23648"/>
                </a:lnTo>
                <a:lnTo>
                  <a:pt x="15780" y="23789"/>
                </a:lnTo>
                <a:lnTo>
                  <a:pt x="15881" y="23929"/>
                </a:lnTo>
                <a:lnTo>
                  <a:pt x="16019" y="24071"/>
                </a:lnTo>
                <a:lnTo>
                  <a:pt x="16107" y="24211"/>
                </a:lnTo>
                <a:lnTo>
                  <a:pt x="16195" y="24351"/>
                </a:lnTo>
                <a:lnTo>
                  <a:pt x="16283" y="24493"/>
                </a:lnTo>
                <a:lnTo>
                  <a:pt x="16384" y="24633"/>
                </a:lnTo>
                <a:lnTo>
                  <a:pt x="16522" y="24774"/>
                </a:lnTo>
                <a:lnTo>
                  <a:pt x="16610" y="24915"/>
                </a:lnTo>
                <a:lnTo>
                  <a:pt x="16698" y="25055"/>
                </a:lnTo>
                <a:lnTo>
                  <a:pt x="16786" y="25196"/>
                </a:lnTo>
                <a:lnTo>
                  <a:pt x="16887" y="25337"/>
                </a:lnTo>
                <a:lnTo>
                  <a:pt x="17025" y="25478"/>
                </a:lnTo>
                <a:lnTo>
                  <a:pt x="17113" y="25618"/>
                </a:lnTo>
                <a:lnTo>
                  <a:pt x="17201" y="25760"/>
                </a:lnTo>
                <a:lnTo>
                  <a:pt x="17302" y="25900"/>
                </a:lnTo>
                <a:lnTo>
                  <a:pt x="17390" y="26040"/>
                </a:lnTo>
                <a:lnTo>
                  <a:pt x="17528" y="26182"/>
                </a:lnTo>
                <a:lnTo>
                  <a:pt x="17616" y="26322"/>
                </a:lnTo>
                <a:lnTo>
                  <a:pt x="17704" y="26463"/>
                </a:lnTo>
                <a:lnTo>
                  <a:pt x="17805" y="26604"/>
                </a:lnTo>
                <a:lnTo>
                  <a:pt x="17893" y="26745"/>
                </a:lnTo>
                <a:lnTo>
                  <a:pt x="18031" y="26885"/>
                </a:lnTo>
                <a:lnTo>
                  <a:pt x="18207" y="27119"/>
                </a:lnTo>
                <a:lnTo>
                  <a:pt x="18308" y="27261"/>
                </a:lnTo>
                <a:lnTo>
                  <a:pt x="18396" y="27401"/>
                </a:lnTo>
                <a:lnTo>
                  <a:pt x="18534" y="27542"/>
                </a:lnTo>
                <a:lnTo>
                  <a:pt x="18622" y="27683"/>
                </a:lnTo>
                <a:lnTo>
                  <a:pt x="18710" y="27824"/>
                </a:lnTo>
                <a:lnTo>
                  <a:pt x="18811" y="27964"/>
                </a:lnTo>
                <a:lnTo>
                  <a:pt x="18899" y="28106"/>
                </a:lnTo>
                <a:lnTo>
                  <a:pt x="19037" y="28246"/>
                </a:lnTo>
                <a:lnTo>
                  <a:pt x="19125" y="28386"/>
                </a:lnTo>
                <a:lnTo>
                  <a:pt x="19213" y="28528"/>
                </a:lnTo>
                <a:lnTo>
                  <a:pt x="19314" y="28668"/>
                </a:lnTo>
                <a:lnTo>
                  <a:pt x="19402" y="28809"/>
                </a:lnTo>
                <a:lnTo>
                  <a:pt x="19540" y="28950"/>
                </a:lnTo>
                <a:lnTo>
                  <a:pt x="19628" y="29090"/>
                </a:lnTo>
                <a:lnTo>
                  <a:pt x="19816" y="29325"/>
                </a:lnTo>
                <a:lnTo>
                  <a:pt x="19905" y="29466"/>
                </a:lnTo>
                <a:lnTo>
                  <a:pt x="20043" y="2960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7028461" y="3152318"/>
            <a:ext cx="19993" cy="24539"/>
          </a:xfrm>
          <a:custGeom>
            <a:avLst/>
            <a:gdLst/>
            <a:ahLst/>
            <a:cxnLst/>
            <a:rect l="l" t="t" r="r" b="b"/>
            <a:pathLst>
              <a:path w="19993" h="24539">
                <a:moveTo>
                  <a:pt x="0" y="0"/>
                </a:moveTo>
                <a:lnTo>
                  <a:pt x="88" y="140"/>
                </a:lnTo>
                <a:lnTo>
                  <a:pt x="176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9" y="1078"/>
                </a:lnTo>
                <a:lnTo>
                  <a:pt x="867" y="1220"/>
                </a:lnTo>
                <a:lnTo>
                  <a:pt x="1005" y="1360"/>
                </a:lnTo>
                <a:lnTo>
                  <a:pt x="1093" y="1501"/>
                </a:lnTo>
                <a:lnTo>
                  <a:pt x="1194" y="1642"/>
                </a:lnTo>
                <a:lnTo>
                  <a:pt x="1282" y="1783"/>
                </a:lnTo>
                <a:lnTo>
                  <a:pt x="1370" y="1923"/>
                </a:lnTo>
                <a:lnTo>
                  <a:pt x="1508" y="2017"/>
                </a:lnTo>
                <a:lnTo>
                  <a:pt x="1596" y="2157"/>
                </a:lnTo>
                <a:lnTo>
                  <a:pt x="1697" y="2299"/>
                </a:lnTo>
                <a:lnTo>
                  <a:pt x="1785" y="2439"/>
                </a:lnTo>
                <a:lnTo>
                  <a:pt x="1873" y="2580"/>
                </a:lnTo>
                <a:lnTo>
                  <a:pt x="2011" y="2721"/>
                </a:lnTo>
                <a:lnTo>
                  <a:pt x="2099" y="2862"/>
                </a:lnTo>
                <a:lnTo>
                  <a:pt x="2288" y="3096"/>
                </a:lnTo>
                <a:lnTo>
                  <a:pt x="2376" y="3238"/>
                </a:lnTo>
                <a:lnTo>
                  <a:pt x="2514" y="3378"/>
                </a:lnTo>
                <a:lnTo>
                  <a:pt x="2602" y="3518"/>
                </a:lnTo>
                <a:lnTo>
                  <a:pt x="2703" y="3660"/>
                </a:lnTo>
                <a:lnTo>
                  <a:pt x="2791" y="3800"/>
                </a:lnTo>
                <a:lnTo>
                  <a:pt x="3017" y="4035"/>
                </a:lnTo>
                <a:lnTo>
                  <a:pt x="3105" y="4176"/>
                </a:lnTo>
                <a:lnTo>
                  <a:pt x="3206" y="4316"/>
                </a:lnTo>
                <a:lnTo>
                  <a:pt x="3294" y="4457"/>
                </a:lnTo>
                <a:lnTo>
                  <a:pt x="3520" y="4691"/>
                </a:lnTo>
                <a:lnTo>
                  <a:pt x="3608" y="4833"/>
                </a:lnTo>
                <a:lnTo>
                  <a:pt x="3709" y="4973"/>
                </a:lnTo>
                <a:lnTo>
                  <a:pt x="3797" y="5113"/>
                </a:lnTo>
                <a:lnTo>
                  <a:pt x="4023" y="5349"/>
                </a:lnTo>
                <a:lnTo>
                  <a:pt x="4111" y="5489"/>
                </a:lnTo>
                <a:lnTo>
                  <a:pt x="4212" y="5630"/>
                </a:lnTo>
                <a:lnTo>
                  <a:pt x="4300" y="5771"/>
                </a:lnTo>
                <a:lnTo>
                  <a:pt x="4526" y="6006"/>
                </a:lnTo>
                <a:lnTo>
                  <a:pt x="4627" y="6146"/>
                </a:lnTo>
                <a:lnTo>
                  <a:pt x="4715" y="6288"/>
                </a:lnTo>
                <a:lnTo>
                  <a:pt x="4803" y="6428"/>
                </a:lnTo>
                <a:lnTo>
                  <a:pt x="5029" y="6662"/>
                </a:lnTo>
                <a:lnTo>
                  <a:pt x="5130" y="6803"/>
                </a:lnTo>
                <a:lnTo>
                  <a:pt x="5218" y="6944"/>
                </a:lnTo>
                <a:lnTo>
                  <a:pt x="5394" y="7179"/>
                </a:lnTo>
                <a:lnTo>
                  <a:pt x="5532" y="7319"/>
                </a:lnTo>
                <a:lnTo>
                  <a:pt x="5633" y="7461"/>
                </a:lnTo>
                <a:lnTo>
                  <a:pt x="5809" y="7695"/>
                </a:lnTo>
                <a:lnTo>
                  <a:pt x="5897" y="7835"/>
                </a:lnTo>
                <a:lnTo>
                  <a:pt x="6035" y="7977"/>
                </a:lnTo>
                <a:lnTo>
                  <a:pt x="6224" y="8211"/>
                </a:lnTo>
                <a:lnTo>
                  <a:pt x="6312" y="8351"/>
                </a:lnTo>
                <a:lnTo>
                  <a:pt x="6400" y="8492"/>
                </a:lnTo>
                <a:lnTo>
                  <a:pt x="6538" y="8586"/>
                </a:lnTo>
                <a:lnTo>
                  <a:pt x="6639" y="8727"/>
                </a:lnTo>
                <a:lnTo>
                  <a:pt x="6727" y="8868"/>
                </a:lnTo>
                <a:lnTo>
                  <a:pt x="6903" y="9102"/>
                </a:lnTo>
                <a:lnTo>
                  <a:pt x="7041" y="9244"/>
                </a:lnTo>
                <a:lnTo>
                  <a:pt x="7142" y="9384"/>
                </a:lnTo>
                <a:lnTo>
                  <a:pt x="7318" y="9618"/>
                </a:lnTo>
                <a:lnTo>
                  <a:pt x="7418" y="9759"/>
                </a:lnTo>
                <a:lnTo>
                  <a:pt x="7645" y="9994"/>
                </a:lnTo>
                <a:lnTo>
                  <a:pt x="7733" y="10135"/>
                </a:lnTo>
                <a:lnTo>
                  <a:pt x="7921" y="10369"/>
                </a:lnTo>
                <a:lnTo>
                  <a:pt x="8047" y="10511"/>
                </a:lnTo>
                <a:lnTo>
                  <a:pt x="8148" y="10651"/>
                </a:lnTo>
                <a:lnTo>
                  <a:pt x="8324" y="10885"/>
                </a:lnTo>
                <a:lnTo>
                  <a:pt x="8424" y="11026"/>
                </a:lnTo>
                <a:lnTo>
                  <a:pt x="8563" y="11120"/>
                </a:lnTo>
                <a:lnTo>
                  <a:pt x="8651" y="11261"/>
                </a:lnTo>
                <a:lnTo>
                  <a:pt x="8739" y="11402"/>
                </a:lnTo>
                <a:lnTo>
                  <a:pt x="8927" y="11636"/>
                </a:lnTo>
                <a:lnTo>
                  <a:pt x="9066" y="11778"/>
                </a:lnTo>
                <a:lnTo>
                  <a:pt x="9242" y="12012"/>
                </a:lnTo>
                <a:lnTo>
                  <a:pt x="9330" y="12152"/>
                </a:lnTo>
                <a:lnTo>
                  <a:pt x="9568" y="12387"/>
                </a:lnTo>
                <a:lnTo>
                  <a:pt x="9745" y="12622"/>
                </a:lnTo>
                <a:lnTo>
                  <a:pt x="9833" y="12762"/>
                </a:lnTo>
                <a:lnTo>
                  <a:pt x="10071" y="12997"/>
                </a:lnTo>
                <a:lnTo>
                  <a:pt x="10159" y="13137"/>
                </a:lnTo>
                <a:lnTo>
                  <a:pt x="10336" y="13373"/>
                </a:lnTo>
                <a:lnTo>
                  <a:pt x="10574" y="13607"/>
                </a:lnTo>
                <a:lnTo>
                  <a:pt x="10662" y="13747"/>
                </a:lnTo>
                <a:lnTo>
                  <a:pt x="10851" y="13982"/>
                </a:lnTo>
                <a:lnTo>
                  <a:pt x="11077" y="14217"/>
                </a:lnTo>
                <a:lnTo>
                  <a:pt x="11165" y="14358"/>
                </a:lnTo>
                <a:lnTo>
                  <a:pt x="11354" y="14592"/>
                </a:lnTo>
                <a:lnTo>
                  <a:pt x="11580" y="14826"/>
                </a:lnTo>
                <a:lnTo>
                  <a:pt x="11668" y="14968"/>
                </a:lnTo>
                <a:lnTo>
                  <a:pt x="11857" y="15202"/>
                </a:lnTo>
                <a:lnTo>
                  <a:pt x="12083" y="15437"/>
                </a:lnTo>
                <a:lnTo>
                  <a:pt x="12259" y="15671"/>
                </a:lnTo>
                <a:lnTo>
                  <a:pt x="12360" y="15813"/>
                </a:lnTo>
                <a:lnTo>
                  <a:pt x="12586" y="16047"/>
                </a:lnTo>
                <a:lnTo>
                  <a:pt x="12762" y="16281"/>
                </a:lnTo>
                <a:lnTo>
                  <a:pt x="12951" y="16516"/>
                </a:lnTo>
                <a:lnTo>
                  <a:pt x="13089" y="16609"/>
                </a:lnTo>
                <a:lnTo>
                  <a:pt x="13177" y="16751"/>
                </a:lnTo>
                <a:lnTo>
                  <a:pt x="13265" y="16891"/>
                </a:lnTo>
                <a:lnTo>
                  <a:pt x="13454" y="17126"/>
                </a:lnTo>
                <a:lnTo>
                  <a:pt x="13592" y="17220"/>
                </a:lnTo>
                <a:lnTo>
                  <a:pt x="13680" y="17360"/>
                </a:lnTo>
                <a:lnTo>
                  <a:pt x="13869" y="17596"/>
                </a:lnTo>
                <a:lnTo>
                  <a:pt x="14095" y="17830"/>
                </a:lnTo>
                <a:lnTo>
                  <a:pt x="14271" y="18064"/>
                </a:lnTo>
                <a:lnTo>
                  <a:pt x="14460" y="18299"/>
                </a:lnTo>
                <a:lnTo>
                  <a:pt x="14598" y="18393"/>
                </a:lnTo>
                <a:lnTo>
                  <a:pt x="14686" y="18534"/>
                </a:lnTo>
                <a:lnTo>
                  <a:pt x="14875" y="18769"/>
                </a:lnTo>
                <a:lnTo>
                  <a:pt x="15101" y="19003"/>
                </a:lnTo>
                <a:lnTo>
                  <a:pt x="15290" y="19237"/>
                </a:lnTo>
                <a:lnTo>
                  <a:pt x="15466" y="19472"/>
                </a:lnTo>
                <a:lnTo>
                  <a:pt x="15604" y="19566"/>
                </a:lnTo>
                <a:lnTo>
                  <a:pt x="15692" y="19707"/>
                </a:lnTo>
                <a:lnTo>
                  <a:pt x="15881" y="19894"/>
                </a:lnTo>
                <a:lnTo>
                  <a:pt x="15969" y="20036"/>
                </a:lnTo>
                <a:lnTo>
                  <a:pt x="16107" y="20130"/>
                </a:lnTo>
                <a:lnTo>
                  <a:pt x="16195" y="20270"/>
                </a:lnTo>
                <a:lnTo>
                  <a:pt x="16384" y="20504"/>
                </a:lnTo>
                <a:lnTo>
                  <a:pt x="16610" y="20738"/>
                </a:lnTo>
                <a:lnTo>
                  <a:pt x="16799" y="20926"/>
                </a:lnTo>
                <a:lnTo>
                  <a:pt x="16887" y="21068"/>
                </a:lnTo>
                <a:lnTo>
                  <a:pt x="17113" y="21302"/>
                </a:lnTo>
                <a:lnTo>
                  <a:pt x="17302" y="21537"/>
                </a:lnTo>
                <a:lnTo>
                  <a:pt x="17478" y="21725"/>
                </a:lnTo>
                <a:lnTo>
                  <a:pt x="17616" y="21865"/>
                </a:lnTo>
                <a:lnTo>
                  <a:pt x="17805" y="22099"/>
                </a:lnTo>
                <a:lnTo>
                  <a:pt x="17981" y="22287"/>
                </a:lnTo>
                <a:lnTo>
                  <a:pt x="18119" y="22428"/>
                </a:lnTo>
                <a:lnTo>
                  <a:pt x="18308" y="22663"/>
                </a:lnTo>
                <a:lnTo>
                  <a:pt x="18484" y="22850"/>
                </a:lnTo>
                <a:lnTo>
                  <a:pt x="18622" y="22992"/>
                </a:lnTo>
                <a:lnTo>
                  <a:pt x="18811" y="23226"/>
                </a:lnTo>
                <a:lnTo>
                  <a:pt x="18987" y="23414"/>
                </a:lnTo>
                <a:lnTo>
                  <a:pt x="19125" y="23554"/>
                </a:lnTo>
                <a:lnTo>
                  <a:pt x="19314" y="23742"/>
                </a:lnTo>
                <a:lnTo>
                  <a:pt x="19402" y="23883"/>
                </a:lnTo>
                <a:lnTo>
                  <a:pt x="19628" y="24071"/>
                </a:lnTo>
                <a:lnTo>
                  <a:pt x="19728" y="24211"/>
                </a:lnTo>
                <a:lnTo>
                  <a:pt x="19904" y="24399"/>
                </a:lnTo>
                <a:lnTo>
                  <a:pt x="19993" y="24539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7048454" y="3176857"/>
            <a:ext cx="20055" cy="19051"/>
          </a:xfrm>
          <a:custGeom>
            <a:avLst/>
            <a:gdLst/>
            <a:ahLst/>
            <a:cxnLst/>
            <a:rect l="l" t="t" r="r" b="b"/>
            <a:pathLst>
              <a:path w="20055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1" y="657"/>
                </a:lnTo>
                <a:lnTo>
                  <a:pt x="829" y="844"/>
                </a:lnTo>
                <a:lnTo>
                  <a:pt x="917" y="986"/>
                </a:lnTo>
                <a:lnTo>
                  <a:pt x="1144" y="1174"/>
                </a:lnTo>
                <a:lnTo>
                  <a:pt x="1244" y="1314"/>
                </a:lnTo>
                <a:lnTo>
                  <a:pt x="1420" y="1502"/>
                </a:lnTo>
                <a:lnTo>
                  <a:pt x="1521" y="1642"/>
                </a:lnTo>
                <a:lnTo>
                  <a:pt x="1747" y="1830"/>
                </a:lnTo>
                <a:lnTo>
                  <a:pt x="1923" y="2065"/>
                </a:lnTo>
                <a:lnTo>
                  <a:pt x="2162" y="2253"/>
                </a:lnTo>
                <a:lnTo>
                  <a:pt x="2250" y="2393"/>
                </a:lnTo>
                <a:lnTo>
                  <a:pt x="2426" y="2581"/>
                </a:lnTo>
                <a:lnTo>
                  <a:pt x="2665" y="2815"/>
                </a:lnTo>
                <a:lnTo>
                  <a:pt x="2841" y="3003"/>
                </a:lnTo>
                <a:lnTo>
                  <a:pt x="3030" y="3238"/>
                </a:lnTo>
                <a:lnTo>
                  <a:pt x="3168" y="3332"/>
                </a:lnTo>
                <a:lnTo>
                  <a:pt x="3344" y="3520"/>
                </a:lnTo>
                <a:lnTo>
                  <a:pt x="3432" y="3660"/>
                </a:lnTo>
                <a:lnTo>
                  <a:pt x="3671" y="3848"/>
                </a:lnTo>
                <a:lnTo>
                  <a:pt x="3847" y="4082"/>
                </a:lnTo>
                <a:lnTo>
                  <a:pt x="4036" y="4270"/>
                </a:lnTo>
                <a:lnTo>
                  <a:pt x="4174" y="4364"/>
                </a:lnTo>
                <a:lnTo>
                  <a:pt x="4350" y="4598"/>
                </a:lnTo>
                <a:lnTo>
                  <a:pt x="4539" y="4786"/>
                </a:lnTo>
                <a:lnTo>
                  <a:pt x="4677" y="4880"/>
                </a:lnTo>
                <a:lnTo>
                  <a:pt x="4853" y="5115"/>
                </a:lnTo>
                <a:lnTo>
                  <a:pt x="5042" y="5303"/>
                </a:lnTo>
                <a:lnTo>
                  <a:pt x="5180" y="5397"/>
                </a:lnTo>
                <a:lnTo>
                  <a:pt x="5356" y="5631"/>
                </a:lnTo>
                <a:lnTo>
                  <a:pt x="5582" y="5819"/>
                </a:lnTo>
                <a:lnTo>
                  <a:pt x="5771" y="6006"/>
                </a:lnTo>
                <a:lnTo>
                  <a:pt x="5960" y="6241"/>
                </a:lnTo>
                <a:lnTo>
                  <a:pt x="6098" y="6334"/>
                </a:lnTo>
                <a:lnTo>
                  <a:pt x="6274" y="6522"/>
                </a:lnTo>
                <a:lnTo>
                  <a:pt x="6463" y="6710"/>
                </a:lnTo>
                <a:lnTo>
                  <a:pt x="6601" y="6850"/>
                </a:lnTo>
                <a:lnTo>
                  <a:pt x="6777" y="7038"/>
                </a:lnTo>
                <a:lnTo>
                  <a:pt x="6966" y="7226"/>
                </a:lnTo>
                <a:lnTo>
                  <a:pt x="7104" y="7320"/>
                </a:lnTo>
                <a:lnTo>
                  <a:pt x="7280" y="7555"/>
                </a:lnTo>
                <a:lnTo>
                  <a:pt x="7469" y="7743"/>
                </a:lnTo>
                <a:lnTo>
                  <a:pt x="7607" y="7836"/>
                </a:lnTo>
                <a:lnTo>
                  <a:pt x="7783" y="8023"/>
                </a:lnTo>
                <a:lnTo>
                  <a:pt x="7972" y="8211"/>
                </a:lnTo>
                <a:lnTo>
                  <a:pt x="8110" y="8305"/>
                </a:lnTo>
                <a:lnTo>
                  <a:pt x="8286" y="8539"/>
                </a:lnTo>
                <a:lnTo>
                  <a:pt x="8475" y="8727"/>
                </a:lnTo>
                <a:lnTo>
                  <a:pt x="8613" y="8821"/>
                </a:lnTo>
                <a:lnTo>
                  <a:pt x="8789" y="9009"/>
                </a:lnTo>
                <a:lnTo>
                  <a:pt x="8977" y="9197"/>
                </a:lnTo>
                <a:lnTo>
                  <a:pt x="9116" y="9290"/>
                </a:lnTo>
                <a:lnTo>
                  <a:pt x="9292" y="9478"/>
                </a:lnTo>
                <a:lnTo>
                  <a:pt x="9480" y="9666"/>
                </a:lnTo>
                <a:lnTo>
                  <a:pt x="9619" y="9806"/>
                </a:lnTo>
                <a:lnTo>
                  <a:pt x="9795" y="9994"/>
                </a:lnTo>
                <a:lnTo>
                  <a:pt x="9983" y="10182"/>
                </a:lnTo>
                <a:lnTo>
                  <a:pt x="10122" y="10276"/>
                </a:lnTo>
                <a:lnTo>
                  <a:pt x="10298" y="10464"/>
                </a:lnTo>
                <a:lnTo>
                  <a:pt x="10486" y="10651"/>
                </a:lnTo>
                <a:lnTo>
                  <a:pt x="10625" y="10745"/>
                </a:lnTo>
                <a:lnTo>
                  <a:pt x="10801" y="10933"/>
                </a:lnTo>
                <a:lnTo>
                  <a:pt x="10989" y="11121"/>
                </a:lnTo>
                <a:lnTo>
                  <a:pt x="11128" y="11215"/>
                </a:lnTo>
                <a:lnTo>
                  <a:pt x="11304" y="11402"/>
                </a:lnTo>
                <a:lnTo>
                  <a:pt x="11492" y="11590"/>
                </a:lnTo>
                <a:lnTo>
                  <a:pt x="11631" y="11684"/>
                </a:lnTo>
                <a:lnTo>
                  <a:pt x="11807" y="11872"/>
                </a:lnTo>
                <a:lnTo>
                  <a:pt x="11995" y="12059"/>
                </a:lnTo>
                <a:lnTo>
                  <a:pt x="12134" y="12153"/>
                </a:lnTo>
                <a:lnTo>
                  <a:pt x="12322" y="12340"/>
                </a:lnTo>
                <a:lnTo>
                  <a:pt x="12498" y="12528"/>
                </a:lnTo>
                <a:lnTo>
                  <a:pt x="12637" y="12622"/>
                </a:lnTo>
                <a:lnTo>
                  <a:pt x="12825" y="12810"/>
                </a:lnTo>
                <a:lnTo>
                  <a:pt x="13001" y="12998"/>
                </a:lnTo>
                <a:lnTo>
                  <a:pt x="13140" y="13091"/>
                </a:lnTo>
                <a:lnTo>
                  <a:pt x="13328" y="13232"/>
                </a:lnTo>
                <a:lnTo>
                  <a:pt x="13504" y="13420"/>
                </a:lnTo>
                <a:lnTo>
                  <a:pt x="13643" y="13513"/>
                </a:lnTo>
                <a:lnTo>
                  <a:pt x="13831" y="13701"/>
                </a:lnTo>
                <a:lnTo>
                  <a:pt x="14007" y="13889"/>
                </a:lnTo>
                <a:lnTo>
                  <a:pt x="14145" y="13983"/>
                </a:lnTo>
                <a:lnTo>
                  <a:pt x="14334" y="14171"/>
                </a:lnTo>
                <a:lnTo>
                  <a:pt x="14510" y="14358"/>
                </a:lnTo>
                <a:lnTo>
                  <a:pt x="14648" y="14405"/>
                </a:lnTo>
                <a:lnTo>
                  <a:pt x="14837" y="14593"/>
                </a:lnTo>
                <a:lnTo>
                  <a:pt x="15013" y="14780"/>
                </a:lnTo>
                <a:lnTo>
                  <a:pt x="15151" y="14874"/>
                </a:lnTo>
                <a:lnTo>
                  <a:pt x="15340" y="15062"/>
                </a:lnTo>
                <a:lnTo>
                  <a:pt x="15516" y="15202"/>
                </a:lnTo>
                <a:lnTo>
                  <a:pt x="15654" y="15296"/>
                </a:lnTo>
                <a:lnTo>
                  <a:pt x="15843" y="15484"/>
                </a:lnTo>
                <a:lnTo>
                  <a:pt x="16019" y="15672"/>
                </a:lnTo>
                <a:lnTo>
                  <a:pt x="16157" y="15766"/>
                </a:lnTo>
                <a:lnTo>
                  <a:pt x="16346" y="15907"/>
                </a:lnTo>
                <a:lnTo>
                  <a:pt x="16522" y="16094"/>
                </a:lnTo>
                <a:lnTo>
                  <a:pt x="16660" y="16188"/>
                </a:lnTo>
                <a:lnTo>
                  <a:pt x="16849" y="16376"/>
                </a:lnTo>
                <a:lnTo>
                  <a:pt x="17025" y="16517"/>
                </a:lnTo>
                <a:lnTo>
                  <a:pt x="17163" y="16611"/>
                </a:lnTo>
                <a:lnTo>
                  <a:pt x="17352" y="16799"/>
                </a:lnTo>
                <a:lnTo>
                  <a:pt x="17528" y="16939"/>
                </a:lnTo>
                <a:lnTo>
                  <a:pt x="17666" y="17033"/>
                </a:lnTo>
                <a:lnTo>
                  <a:pt x="17855" y="17221"/>
                </a:lnTo>
                <a:lnTo>
                  <a:pt x="18031" y="17361"/>
                </a:lnTo>
                <a:lnTo>
                  <a:pt x="18169" y="17455"/>
                </a:lnTo>
                <a:lnTo>
                  <a:pt x="18358" y="17643"/>
                </a:lnTo>
                <a:lnTo>
                  <a:pt x="18546" y="17784"/>
                </a:lnTo>
                <a:lnTo>
                  <a:pt x="18773" y="17972"/>
                </a:lnTo>
                <a:lnTo>
                  <a:pt x="18949" y="18112"/>
                </a:lnTo>
                <a:lnTo>
                  <a:pt x="19175" y="18300"/>
                </a:lnTo>
                <a:lnTo>
                  <a:pt x="19364" y="18440"/>
                </a:lnTo>
                <a:lnTo>
                  <a:pt x="19552" y="18628"/>
                </a:lnTo>
                <a:lnTo>
                  <a:pt x="19691" y="18722"/>
                </a:lnTo>
                <a:lnTo>
                  <a:pt x="19867" y="18863"/>
                </a:lnTo>
                <a:lnTo>
                  <a:pt x="20055" y="19051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7068510" y="3195909"/>
            <a:ext cx="20043" cy="13231"/>
          </a:xfrm>
          <a:custGeom>
            <a:avLst/>
            <a:gdLst/>
            <a:ahLst/>
            <a:cxnLst/>
            <a:rect l="l" t="t" r="r" b="b"/>
            <a:pathLst>
              <a:path w="20043" h="13231">
                <a:moveTo>
                  <a:pt x="0" y="0"/>
                </a:moveTo>
                <a:lnTo>
                  <a:pt x="138" y="46"/>
                </a:lnTo>
                <a:lnTo>
                  <a:pt x="314" y="234"/>
                </a:lnTo>
                <a:lnTo>
                  <a:pt x="502" y="374"/>
                </a:lnTo>
                <a:lnTo>
                  <a:pt x="641" y="468"/>
                </a:lnTo>
                <a:lnTo>
                  <a:pt x="817" y="610"/>
                </a:lnTo>
                <a:lnTo>
                  <a:pt x="1005" y="796"/>
                </a:lnTo>
                <a:lnTo>
                  <a:pt x="1144" y="844"/>
                </a:lnTo>
                <a:lnTo>
                  <a:pt x="1320" y="1032"/>
                </a:lnTo>
                <a:lnTo>
                  <a:pt x="1508" y="1172"/>
                </a:lnTo>
                <a:lnTo>
                  <a:pt x="1647" y="1266"/>
                </a:lnTo>
                <a:lnTo>
                  <a:pt x="1823" y="1407"/>
                </a:lnTo>
                <a:lnTo>
                  <a:pt x="2011" y="1595"/>
                </a:lnTo>
                <a:lnTo>
                  <a:pt x="2150" y="1641"/>
                </a:lnTo>
                <a:lnTo>
                  <a:pt x="2326" y="1829"/>
                </a:lnTo>
                <a:lnTo>
                  <a:pt x="2514" y="1971"/>
                </a:lnTo>
                <a:lnTo>
                  <a:pt x="2653" y="2063"/>
                </a:lnTo>
                <a:lnTo>
                  <a:pt x="2829" y="2205"/>
                </a:lnTo>
                <a:lnTo>
                  <a:pt x="3017" y="2345"/>
                </a:lnTo>
                <a:lnTo>
                  <a:pt x="3156" y="2439"/>
                </a:lnTo>
                <a:lnTo>
                  <a:pt x="3332" y="2580"/>
                </a:lnTo>
                <a:lnTo>
                  <a:pt x="3520" y="2721"/>
                </a:lnTo>
                <a:lnTo>
                  <a:pt x="3659" y="2815"/>
                </a:lnTo>
                <a:lnTo>
                  <a:pt x="3835" y="2956"/>
                </a:lnTo>
                <a:lnTo>
                  <a:pt x="4023" y="3096"/>
                </a:lnTo>
                <a:lnTo>
                  <a:pt x="4162" y="3190"/>
                </a:lnTo>
                <a:lnTo>
                  <a:pt x="4338" y="3330"/>
                </a:lnTo>
                <a:lnTo>
                  <a:pt x="4526" y="3472"/>
                </a:lnTo>
                <a:lnTo>
                  <a:pt x="4665" y="3566"/>
                </a:lnTo>
                <a:lnTo>
                  <a:pt x="4841" y="3706"/>
                </a:lnTo>
                <a:lnTo>
                  <a:pt x="5029" y="3847"/>
                </a:lnTo>
                <a:lnTo>
                  <a:pt x="5168" y="3941"/>
                </a:lnTo>
                <a:lnTo>
                  <a:pt x="5344" y="4082"/>
                </a:lnTo>
                <a:lnTo>
                  <a:pt x="5532" y="4222"/>
                </a:lnTo>
                <a:lnTo>
                  <a:pt x="5670" y="4316"/>
                </a:lnTo>
                <a:lnTo>
                  <a:pt x="5859" y="4457"/>
                </a:lnTo>
                <a:lnTo>
                  <a:pt x="6035" y="4597"/>
                </a:lnTo>
                <a:lnTo>
                  <a:pt x="6173" y="4691"/>
                </a:lnTo>
                <a:lnTo>
                  <a:pt x="6362" y="4833"/>
                </a:lnTo>
                <a:lnTo>
                  <a:pt x="6538" y="4973"/>
                </a:lnTo>
                <a:lnTo>
                  <a:pt x="6676" y="5019"/>
                </a:lnTo>
                <a:lnTo>
                  <a:pt x="6865" y="5161"/>
                </a:lnTo>
                <a:lnTo>
                  <a:pt x="7041" y="5301"/>
                </a:lnTo>
                <a:lnTo>
                  <a:pt x="7179" y="5395"/>
                </a:lnTo>
                <a:lnTo>
                  <a:pt x="7368" y="5536"/>
                </a:lnTo>
                <a:lnTo>
                  <a:pt x="7544" y="5677"/>
                </a:lnTo>
                <a:lnTo>
                  <a:pt x="7682" y="5724"/>
                </a:lnTo>
                <a:lnTo>
                  <a:pt x="7871" y="5864"/>
                </a:lnTo>
                <a:lnTo>
                  <a:pt x="8047" y="6006"/>
                </a:lnTo>
                <a:lnTo>
                  <a:pt x="8185" y="6100"/>
                </a:lnTo>
                <a:lnTo>
                  <a:pt x="8374" y="6240"/>
                </a:lnTo>
                <a:lnTo>
                  <a:pt x="8550" y="6380"/>
                </a:lnTo>
                <a:lnTo>
                  <a:pt x="8688" y="6428"/>
                </a:lnTo>
                <a:lnTo>
                  <a:pt x="8877" y="6568"/>
                </a:lnTo>
                <a:lnTo>
                  <a:pt x="9053" y="6709"/>
                </a:lnTo>
                <a:lnTo>
                  <a:pt x="9191" y="6756"/>
                </a:lnTo>
                <a:lnTo>
                  <a:pt x="9380" y="6897"/>
                </a:lnTo>
                <a:lnTo>
                  <a:pt x="9556" y="7038"/>
                </a:lnTo>
                <a:lnTo>
                  <a:pt x="9694" y="7131"/>
                </a:lnTo>
                <a:lnTo>
                  <a:pt x="9883" y="7225"/>
                </a:lnTo>
                <a:lnTo>
                  <a:pt x="10059" y="7367"/>
                </a:lnTo>
                <a:lnTo>
                  <a:pt x="10197" y="7461"/>
                </a:lnTo>
                <a:lnTo>
                  <a:pt x="10386" y="7601"/>
                </a:lnTo>
                <a:lnTo>
                  <a:pt x="10562" y="7695"/>
                </a:lnTo>
                <a:lnTo>
                  <a:pt x="10700" y="7789"/>
                </a:lnTo>
                <a:lnTo>
                  <a:pt x="10889" y="7929"/>
                </a:lnTo>
                <a:lnTo>
                  <a:pt x="11065" y="8023"/>
                </a:lnTo>
                <a:lnTo>
                  <a:pt x="11203" y="8117"/>
                </a:lnTo>
                <a:lnTo>
                  <a:pt x="11392" y="8211"/>
                </a:lnTo>
                <a:lnTo>
                  <a:pt x="11568" y="8351"/>
                </a:lnTo>
                <a:lnTo>
                  <a:pt x="11706" y="8445"/>
                </a:lnTo>
                <a:lnTo>
                  <a:pt x="11895" y="8539"/>
                </a:lnTo>
                <a:lnTo>
                  <a:pt x="12083" y="8680"/>
                </a:lnTo>
                <a:lnTo>
                  <a:pt x="12310" y="8820"/>
                </a:lnTo>
                <a:lnTo>
                  <a:pt x="12486" y="8914"/>
                </a:lnTo>
                <a:lnTo>
                  <a:pt x="12712" y="9056"/>
                </a:lnTo>
                <a:lnTo>
                  <a:pt x="12901" y="9196"/>
                </a:lnTo>
                <a:lnTo>
                  <a:pt x="13089" y="9290"/>
                </a:lnTo>
                <a:lnTo>
                  <a:pt x="13228" y="9384"/>
                </a:lnTo>
                <a:lnTo>
                  <a:pt x="13404" y="9478"/>
                </a:lnTo>
                <a:lnTo>
                  <a:pt x="13592" y="9618"/>
                </a:lnTo>
                <a:lnTo>
                  <a:pt x="13731" y="9665"/>
                </a:lnTo>
                <a:lnTo>
                  <a:pt x="13907" y="9806"/>
                </a:lnTo>
                <a:lnTo>
                  <a:pt x="14095" y="9900"/>
                </a:lnTo>
                <a:lnTo>
                  <a:pt x="14234" y="9994"/>
                </a:lnTo>
                <a:lnTo>
                  <a:pt x="14410" y="10087"/>
                </a:lnTo>
                <a:lnTo>
                  <a:pt x="14598" y="10229"/>
                </a:lnTo>
                <a:lnTo>
                  <a:pt x="14736" y="10275"/>
                </a:lnTo>
                <a:lnTo>
                  <a:pt x="14913" y="10417"/>
                </a:lnTo>
                <a:lnTo>
                  <a:pt x="15101" y="10509"/>
                </a:lnTo>
                <a:lnTo>
                  <a:pt x="15239" y="10557"/>
                </a:lnTo>
                <a:lnTo>
                  <a:pt x="15415" y="10697"/>
                </a:lnTo>
                <a:lnTo>
                  <a:pt x="15604" y="10791"/>
                </a:lnTo>
                <a:lnTo>
                  <a:pt x="15742" y="10885"/>
                </a:lnTo>
                <a:lnTo>
                  <a:pt x="15918" y="10979"/>
                </a:lnTo>
                <a:lnTo>
                  <a:pt x="16107" y="11120"/>
                </a:lnTo>
                <a:lnTo>
                  <a:pt x="16245" y="11167"/>
                </a:lnTo>
                <a:lnTo>
                  <a:pt x="16421" y="11261"/>
                </a:lnTo>
                <a:lnTo>
                  <a:pt x="16610" y="11402"/>
                </a:lnTo>
                <a:lnTo>
                  <a:pt x="16748" y="11448"/>
                </a:lnTo>
                <a:lnTo>
                  <a:pt x="16924" y="11542"/>
                </a:lnTo>
                <a:lnTo>
                  <a:pt x="17113" y="11684"/>
                </a:lnTo>
                <a:lnTo>
                  <a:pt x="17251" y="11730"/>
                </a:lnTo>
                <a:lnTo>
                  <a:pt x="17427" y="11824"/>
                </a:lnTo>
                <a:lnTo>
                  <a:pt x="17616" y="11964"/>
                </a:lnTo>
                <a:lnTo>
                  <a:pt x="17754" y="12012"/>
                </a:lnTo>
                <a:lnTo>
                  <a:pt x="17930" y="12106"/>
                </a:lnTo>
                <a:lnTo>
                  <a:pt x="18119" y="12246"/>
                </a:lnTo>
                <a:lnTo>
                  <a:pt x="18257" y="12293"/>
                </a:lnTo>
                <a:lnTo>
                  <a:pt x="18433" y="12387"/>
                </a:lnTo>
                <a:lnTo>
                  <a:pt x="18622" y="12480"/>
                </a:lnTo>
                <a:lnTo>
                  <a:pt x="18760" y="12528"/>
                </a:lnTo>
                <a:lnTo>
                  <a:pt x="18936" y="12668"/>
                </a:lnTo>
                <a:lnTo>
                  <a:pt x="19125" y="12762"/>
                </a:lnTo>
                <a:lnTo>
                  <a:pt x="19263" y="12809"/>
                </a:lnTo>
                <a:lnTo>
                  <a:pt x="19452" y="12903"/>
                </a:lnTo>
                <a:lnTo>
                  <a:pt x="19628" y="13043"/>
                </a:lnTo>
                <a:lnTo>
                  <a:pt x="19766" y="13091"/>
                </a:lnTo>
                <a:lnTo>
                  <a:pt x="19955" y="13185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7088553" y="3209140"/>
            <a:ext cx="20043" cy="7273"/>
          </a:xfrm>
          <a:custGeom>
            <a:avLst/>
            <a:gdLst/>
            <a:ahLst/>
            <a:cxnLst/>
            <a:rect l="l" t="t" r="r" b="b"/>
            <a:pathLst>
              <a:path w="20043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9" y="375"/>
                </a:lnTo>
                <a:lnTo>
                  <a:pt x="917" y="469"/>
                </a:lnTo>
                <a:lnTo>
                  <a:pt x="1093" y="563"/>
                </a:lnTo>
                <a:lnTo>
                  <a:pt x="1232" y="610"/>
                </a:lnTo>
                <a:lnTo>
                  <a:pt x="1420" y="704"/>
                </a:lnTo>
                <a:lnTo>
                  <a:pt x="1596" y="798"/>
                </a:lnTo>
                <a:lnTo>
                  <a:pt x="1735" y="844"/>
                </a:lnTo>
                <a:lnTo>
                  <a:pt x="1923" y="938"/>
                </a:lnTo>
                <a:lnTo>
                  <a:pt x="2099" y="1078"/>
                </a:lnTo>
                <a:lnTo>
                  <a:pt x="2238" y="1126"/>
                </a:lnTo>
                <a:lnTo>
                  <a:pt x="2426" y="1220"/>
                </a:lnTo>
                <a:lnTo>
                  <a:pt x="2602" y="1314"/>
                </a:lnTo>
                <a:lnTo>
                  <a:pt x="2741" y="1360"/>
                </a:lnTo>
                <a:lnTo>
                  <a:pt x="2929" y="1454"/>
                </a:lnTo>
                <a:lnTo>
                  <a:pt x="3105" y="1548"/>
                </a:lnTo>
                <a:lnTo>
                  <a:pt x="3244" y="1595"/>
                </a:lnTo>
                <a:lnTo>
                  <a:pt x="3432" y="1689"/>
                </a:lnTo>
                <a:lnTo>
                  <a:pt x="3608" y="1783"/>
                </a:lnTo>
                <a:lnTo>
                  <a:pt x="3747" y="1830"/>
                </a:lnTo>
                <a:lnTo>
                  <a:pt x="3935" y="1923"/>
                </a:lnTo>
                <a:lnTo>
                  <a:pt x="4111" y="2017"/>
                </a:lnTo>
                <a:lnTo>
                  <a:pt x="4250" y="2017"/>
                </a:lnTo>
                <a:lnTo>
                  <a:pt x="4438" y="2111"/>
                </a:lnTo>
                <a:lnTo>
                  <a:pt x="4614" y="2205"/>
                </a:lnTo>
                <a:lnTo>
                  <a:pt x="4753" y="2253"/>
                </a:lnTo>
                <a:lnTo>
                  <a:pt x="4941" y="2345"/>
                </a:lnTo>
                <a:lnTo>
                  <a:pt x="5117" y="2439"/>
                </a:lnTo>
                <a:lnTo>
                  <a:pt x="5256" y="2487"/>
                </a:lnTo>
                <a:lnTo>
                  <a:pt x="5444" y="2581"/>
                </a:lnTo>
                <a:lnTo>
                  <a:pt x="5633" y="2675"/>
                </a:lnTo>
                <a:lnTo>
                  <a:pt x="5859" y="2768"/>
                </a:lnTo>
                <a:lnTo>
                  <a:pt x="6035" y="2815"/>
                </a:lnTo>
                <a:lnTo>
                  <a:pt x="6261" y="2909"/>
                </a:lnTo>
                <a:lnTo>
                  <a:pt x="6450" y="3003"/>
                </a:lnTo>
                <a:lnTo>
                  <a:pt x="6639" y="3097"/>
                </a:lnTo>
                <a:lnTo>
                  <a:pt x="6777" y="3144"/>
                </a:lnTo>
                <a:lnTo>
                  <a:pt x="6953" y="3190"/>
                </a:lnTo>
                <a:lnTo>
                  <a:pt x="7142" y="3284"/>
                </a:lnTo>
                <a:lnTo>
                  <a:pt x="7280" y="3332"/>
                </a:lnTo>
                <a:lnTo>
                  <a:pt x="7456" y="3426"/>
                </a:lnTo>
                <a:lnTo>
                  <a:pt x="7645" y="3472"/>
                </a:lnTo>
                <a:lnTo>
                  <a:pt x="7783" y="3520"/>
                </a:lnTo>
                <a:lnTo>
                  <a:pt x="7959" y="3612"/>
                </a:lnTo>
                <a:lnTo>
                  <a:pt x="8148" y="3706"/>
                </a:lnTo>
                <a:lnTo>
                  <a:pt x="8286" y="3754"/>
                </a:lnTo>
                <a:lnTo>
                  <a:pt x="8462" y="3800"/>
                </a:lnTo>
                <a:lnTo>
                  <a:pt x="8651" y="3894"/>
                </a:lnTo>
                <a:lnTo>
                  <a:pt x="8789" y="3942"/>
                </a:lnTo>
                <a:lnTo>
                  <a:pt x="8965" y="3988"/>
                </a:lnTo>
                <a:lnTo>
                  <a:pt x="9154" y="4082"/>
                </a:lnTo>
                <a:lnTo>
                  <a:pt x="9292" y="4129"/>
                </a:lnTo>
                <a:lnTo>
                  <a:pt x="9468" y="4176"/>
                </a:lnTo>
                <a:lnTo>
                  <a:pt x="9656" y="4270"/>
                </a:lnTo>
                <a:lnTo>
                  <a:pt x="9795" y="4316"/>
                </a:lnTo>
                <a:lnTo>
                  <a:pt x="9971" y="4364"/>
                </a:lnTo>
                <a:lnTo>
                  <a:pt x="10159" y="4457"/>
                </a:lnTo>
                <a:lnTo>
                  <a:pt x="10298" y="4504"/>
                </a:lnTo>
                <a:lnTo>
                  <a:pt x="10474" y="4551"/>
                </a:lnTo>
                <a:lnTo>
                  <a:pt x="10662" y="4645"/>
                </a:lnTo>
                <a:lnTo>
                  <a:pt x="10801" y="4645"/>
                </a:lnTo>
                <a:lnTo>
                  <a:pt x="10977" y="4739"/>
                </a:lnTo>
                <a:lnTo>
                  <a:pt x="11165" y="4786"/>
                </a:lnTo>
                <a:lnTo>
                  <a:pt x="11304" y="4833"/>
                </a:lnTo>
                <a:lnTo>
                  <a:pt x="11480" y="4927"/>
                </a:lnTo>
                <a:lnTo>
                  <a:pt x="11668" y="4973"/>
                </a:lnTo>
                <a:lnTo>
                  <a:pt x="11807" y="5021"/>
                </a:lnTo>
                <a:lnTo>
                  <a:pt x="11983" y="5067"/>
                </a:lnTo>
                <a:lnTo>
                  <a:pt x="12171" y="5161"/>
                </a:lnTo>
                <a:lnTo>
                  <a:pt x="12310" y="5161"/>
                </a:lnTo>
                <a:lnTo>
                  <a:pt x="12486" y="5255"/>
                </a:lnTo>
                <a:lnTo>
                  <a:pt x="12674" y="5301"/>
                </a:lnTo>
                <a:lnTo>
                  <a:pt x="12813" y="5349"/>
                </a:lnTo>
                <a:lnTo>
                  <a:pt x="13001" y="5395"/>
                </a:lnTo>
                <a:lnTo>
                  <a:pt x="13177" y="5489"/>
                </a:lnTo>
                <a:lnTo>
                  <a:pt x="13316" y="5489"/>
                </a:lnTo>
                <a:lnTo>
                  <a:pt x="13504" y="5583"/>
                </a:lnTo>
                <a:lnTo>
                  <a:pt x="13680" y="5631"/>
                </a:lnTo>
                <a:lnTo>
                  <a:pt x="13819" y="5677"/>
                </a:lnTo>
                <a:lnTo>
                  <a:pt x="14007" y="5724"/>
                </a:lnTo>
                <a:lnTo>
                  <a:pt x="14183" y="5771"/>
                </a:lnTo>
                <a:lnTo>
                  <a:pt x="14322" y="5818"/>
                </a:lnTo>
                <a:lnTo>
                  <a:pt x="14510" y="5865"/>
                </a:lnTo>
                <a:lnTo>
                  <a:pt x="14686" y="5912"/>
                </a:lnTo>
                <a:lnTo>
                  <a:pt x="14824" y="5959"/>
                </a:lnTo>
                <a:lnTo>
                  <a:pt x="15013" y="6006"/>
                </a:lnTo>
                <a:lnTo>
                  <a:pt x="15189" y="6053"/>
                </a:lnTo>
                <a:lnTo>
                  <a:pt x="15327" y="6100"/>
                </a:lnTo>
                <a:lnTo>
                  <a:pt x="15516" y="6146"/>
                </a:lnTo>
                <a:lnTo>
                  <a:pt x="15692" y="6194"/>
                </a:lnTo>
                <a:lnTo>
                  <a:pt x="15830" y="6240"/>
                </a:lnTo>
                <a:lnTo>
                  <a:pt x="16019" y="6288"/>
                </a:lnTo>
                <a:lnTo>
                  <a:pt x="16195" y="6334"/>
                </a:lnTo>
                <a:lnTo>
                  <a:pt x="16333" y="6382"/>
                </a:lnTo>
                <a:lnTo>
                  <a:pt x="16522" y="6428"/>
                </a:lnTo>
                <a:lnTo>
                  <a:pt x="16698" y="6476"/>
                </a:lnTo>
                <a:lnTo>
                  <a:pt x="16836" y="6522"/>
                </a:lnTo>
                <a:lnTo>
                  <a:pt x="17025" y="6568"/>
                </a:lnTo>
                <a:lnTo>
                  <a:pt x="17201" y="6616"/>
                </a:lnTo>
                <a:lnTo>
                  <a:pt x="17339" y="6662"/>
                </a:lnTo>
                <a:lnTo>
                  <a:pt x="17528" y="6710"/>
                </a:lnTo>
                <a:lnTo>
                  <a:pt x="17704" y="6756"/>
                </a:lnTo>
                <a:lnTo>
                  <a:pt x="17842" y="6756"/>
                </a:lnTo>
                <a:lnTo>
                  <a:pt x="18031" y="6804"/>
                </a:lnTo>
                <a:lnTo>
                  <a:pt x="18207" y="6850"/>
                </a:lnTo>
                <a:lnTo>
                  <a:pt x="18345" y="6898"/>
                </a:lnTo>
                <a:lnTo>
                  <a:pt x="18534" y="6944"/>
                </a:lnTo>
                <a:lnTo>
                  <a:pt x="18710" y="6991"/>
                </a:lnTo>
                <a:lnTo>
                  <a:pt x="18848" y="6991"/>
                </a:lnTo>
                <a:lnTo>
                  <a:pt x="19037" y="7038"/>
                </a:lnTo>
                <a:lnTo>
                  <a:pt x="19225" y="7085"/>
                </a:lnTo>
                <a:lnTo>
                  <a:pt x="19452" y="7132"/>
                </a:lnTo>
                <a:lnTo>
                  <a:pt x="19628" y="7179"/>
                </a:lnTo>
                <a:lnTo>
                  <a:pt x="19854" y="7226"/>
                </a:lnTo>
                <a:lnTo>
                  <a:pt x="20043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7108597" y="3216413"/>
            <a:ext cx="20043" cy="1454"/>
          </a:xfrm>
          <a:custGeom>
            <a:avLst/>
            <a:gdLst/>
            <a:ahLst/>
            <a:cxnLst/>
            <a:rect l="l" t="t" r="r" b="b"/>
            <a:pathLst>
              <a:path w="20043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1" y="140"/>
                </a:lnTo>
                <a:lnTo>
                  <a:pt x="829" y="140"/>
                </a:lnTo>
                <a:lnTo>
                  <a:pt x="1005" y="187"/>
                </a:lnTo>
                <a:lnTo>
                  <a:pt x="1194" y="234"/>
                </a:lnTo>
                <a:lnTo>
                  <a:pt x="1332" y="281"/>
                </a:lnTo>
                <a:lnTo>
                  <a:pt x="1508" y="281"/>
                </a:lnTo>
                <a:lnTo>
                  <a:pt x="1697" y="328"/>
                </a:lnTo>
                <a:lnTo>
                  <a:pt x="1835" y="375"/>
                </a:lnTo>
                <a:lnTo>
                  <a:pt x="2011" y="375"/>
                </a:lnTo>
                <a:lnTo>
                  <a:pt x="2200" y="422"/>
                </a:lnTo>
                <a:lnTo>
                  <a:pt x="2338" y="422"/>
                </a:lnTo>
                <a:lnTo>
                  <a:pt x="2514" y="469"/>
                </a:lnTo>
                <a:lnTo>
                  <a:pt x="2703" y="516"/>
                </a:lnTo>
                <a:lnTo>
                  <a:pt x="2841" y="516"/>
                </a:lnTo>
                <a:lnTo>
                  <a:pt x="3017" y="562"/>
                </a:lnTo>
                <a:lnTo>
                  <a:pt x="3206" y="610"/>
                </a:lnTo>
                <a:lnTo>
                  <a:pt x="3344" y="610"/>
                </a:lnTo>
                <a:lnTo>
                  <a:pt x="3520" y="656"/>
                </a:lnTo>
                <a:lnTo>
                  <a:pt x="3709" y="656"/>
                </a:lnTo>
                <a:lnTo>
                  <a:pt x="3847" y="704"/>
                </a:lnTo>
                <a:lnTo>
                  <a:pt x="4023" y="704"/>
                </a:lnTo>
                <a:lnTo>
                  <a:pt x="4212" y="750"/>
                </a:lnTo>
                <a:lnTo>
                  <a:pt x="4350" y="750"/>
                </a:lnTo>
                <a:lnTo>
                  <a:pt x="4526" y="798"/>
                </a:lnTo>
                <a:lnTo>
                  <a:pt x="4715" y="844"/>
                </a:lnTo>
                <a:lnTo>
                  <a:pt x="4853" y="844"/>
                </a:lnTo>
                <a:lnTo>
                  <a:pt x="5029" y="844"/>
                </a:lnTo>
                <a:lnTo>
                  <a:pt x="5218" y="892"/>
                </a:lnTo>
                <a:lnTo>
                  <a:pt x="5356" y="892"/>
                </a:lnTo>
                <a:lnTo>
                  <a:pt x="5532" y="938"/>
                </a:lnTo>
                <a:lnTo>
                  <a:pt x="5721" y="938"/>
                </a:lnTo>
                <a:lnTo>
                  <a:pt x="5859" y="984"/>
                </a:lnTo>
                <a:lnTo>
                  <a:pt x="6035" y="984"/>
                </a:lnTo>
                <a:lnTo>
                  <a:pt x="6224" y="1032"/>
                </a:lnTo>
                <a:lnTo>
                  <a:pt x="6362" y="1032"/>
                </a:lnTo>
                <a:lnTo>
                  <a:pt x="6538" y="1032"/>
                </a:lnTo>
                <a:lnTo>
                  <a:pt x="6727" y="1078"/>
                </a:lnTo>
                <a:lnTo>
                  <a:pt x="6865" y="1078"/>
                </a:lnTo>
                <a:lnTo>
                  <a:pt x="7054" y="1126"/>
                </a:lnTo>
                <a:lnTo>
                  <a:pt x="7230" y="1126"/>
                </a:lnTo>
                <a:lnTo>
                  <a:pt x="7368" y="1126"/>
                </a:lnTo>
                <a:lnTo>
                  <a:pt x="7557" y="1172"/>
                </a:lnTo>
                <a:lnTo>
                  <a:pt x="7733" y="1172"/>
                </a:lnTo>
                <a:lnTo>
                  <a:pt x="7871" y="1172"/>
                </a:lnTo>
                <a:lnTo>
                  <a:pt x="8060" y="1220"/>
                </a:lnTo>
                <a:lnTo>
                  <a:pt x="8236" y="1220"/>
                </a:lnTo>
                <a:lnTo>
                  <a:pt x="8374" y="1220"/>
                </a:lnTo>
                <a:lnTo>
                  <a:pt x="8563" y="1220"/>
                </a:lnTo>
                <a:lnTo>
                  <a:pt x="8739" y="1266"/>
                </a:lnTo>
                <a:lnTo>
                  <a:pt x="8877" y="1266"/>
                </a:lnTo>
                <a:lnTo>
                  <a:pt x="9066" y="1266"/>
                </a:lnTo>
                <a:lnTo>
                  <a:pt x="9242" y="1314"/>
                </a:lnTo>
                <a:lnTo>
                  <a:pt x="9380" y="1314"/>
                </a:lnTo>
                <a:lnTo>
                  <a:pt x="9568" y="1314"/>
                </a:lnTo>
                <a:lnTo>
                  <a:pt x="9745" y="1314"/>
                </a:lnTo>
                <a:lnTo>
                  <a:pt x="9883" y="1314"/>
                </a:lnTo>
                <a:lnTo>
                  <a:pt x="10071" y="1360"/>
                </a:lnTo>
                <a:lnTo>
                  <a:pt x="10247" y="1360"/>
                </a:lnTo>
                <a:lnTo>
                  <a:pt x="10386" y="1360"/>
                </a:lnTo>
                <a:lnTo>
                  <a:pt x="10574" y="1360"/>
                </a:lnTo>
                <a:lnTo>
                  <a:pt x="10750" y="1360"/>
                </a:lnTo>
                <a:lnTo>
                  <a:pt x="10889" y="1407"/>
                </a:lnTo>
                <a:lnTo>
                  <a:pt x="11077" y="1407"/>
                </a:lnTo>
                <a:lnTo>
                  <a:pt x="11253" y="1407"/>
                </a:lnTo>
                <a:lnTo>
                  <a:pt x="11392" y="1407"/>
                </a:lnTo>
                <a:lnTo>
                  <a:pt x="11580" y="1407"/>
                </a:lnTo>
                <a:lnTo>
                  <a:pt x="11756" y="1407"/>
                </a:lnTo>
                <a:lnTo>
                  <a:pt x="11895" y="1407"/>
                </a:lnTo>
                <a:lnTo>
                  <a:pt x="12083" y="1454"/>
                </a:lnTo>
                <a:lnTo>
                  <a:pt x="12259" y="1454"/>
                </a:lnTo>
                <a:lnTo>
                  <a:pt x="12398" y="1454"/>
                </a:lnTo>
                <a:lnTo>
                  <a:pt x="12586" y="1454"/>
                </a:lnTo>
                <a:lnTo>
                  <a:pt x="12775" y="1454"/>
                </a:lnTo>
                <a:lnTo>
                  <a:pt x="13001" y="1454"/>
                </a:lnTo>
                <a:lnTo>
                  <a:pt x="13177" y="1454"/>
                </a:lnTo>
                <a:lnTo>
                  <a:pt x="13404" y="1454"/>
                </a:lnTo>
                <a:lnTo>
                  <a:pt x="13592" y="1454"/>
                </a:lnTo>
                <a:lnTo>
                  <a:pt x="13781" y="1454"/>
                </a:lnTo>
                <a:lnTo>
                  <a:pt x="14007" y="1454"/>
                </a:lnTo>
                <a:lnTo>
                  <a:pt x="14183" y="1454"/>
                </a:lnTo>
                <a:lnTo>
                  <a:pt x="14422" y="1454"/>
                </a:lnTo>
                <a:lnTo>
                  <a:pt x="14598" y="1454"/>
                </a:lnTo>
                <a:lnTo>
                  <a:pt x="14787" y="1454"/>
                </a:lnTo>
                <a:lnTo>
                  <a:pt x="14925" y="1454"/>
                </a:lnTo>
                <a:lnTo>
                  <a:pt x="15101" y="1454"/>
                </a:lnTo>
                <a:lnTo>
                  <a:pt x="15290" y="1454"/>
                </a:lnTo>
                <a:lnTo>
                  <a:pt x="15428" y="1454"/>
                </a:lnTo>
                <a:lnTo>
                  <a:pt x="15604" y="1407"/>
                </a:lnTo>
                <a:lnTo>
                  <a:pt x="15793" y="1407"/>
                </a:lnTo>
                <a:lnTo>
                  <a:pt x="15931" y="1407"/>
                </a:lnTo>
                <a:lnTo>
                  <a:pt x="16107" y="1407"/>
                </a:lnTo>
                <a:lnTo>
                  <a:pt x="16296" y="1407"/>
                </a:lnTo>
                <a:lnTo>
                  <a:pt x="16434" y="1407"/>
                </a:lnTo>
                <a:lnTo>
                  <a:pt x="16610" y="1407"/>
                </a:lnTo>
                <a:lnTo>
                  <a:pt x="16799" y="1407"/>
                </a:lnTo>
                <a:lnTo>
                  <a:pt x="16937" y="1360"/>
                </a:lnTo>
                <a:lnTo>
                  <a:pt x="17113" y="1360"/>
                </a:lnTo>
                <a:lnTo>
                  <a:pt x="17302" y="1360"/>
                </a:lnTo>
                <a:lnTo>
                  <a:pt x="17440" y="1360"/>
                </a:lnTo>
                <a:lnTo>
                  <a:pt x="17616" y="1360"/>
                </a:lnTo>
                <a:lnTo>
                  <a:pt x="17805" y="1314"/>
                </a:lnTo>
                <a:lnTo>
                  <a:pt x="17943" y="1314"/>
                </a:lnTo>
                <a:lnTo>
                  <a:pt x="18119" y="1314"/>
                </a:lnTo>
                <a:lnTo>
                  <a:pt x="18308" y="1314"/>
                </a:lnTo>
                <a:lnTo>
                  <a:pt x="18446" y="1314"/>
                </a:lnTo>
                <a:lnTo>
                  <a:pt x="18622" y="1266"/>
                </a:lnTo>
                <a:lnTo>
                  <a:pt x="18811" y="1266"/>
                </a:lnTo>
                <a:lnTo>
                  <a:pt x="18949" y="1266"/>
                </a:lnTo>
                <a:lnTo>
                  <a:pt x="19125" y="1220"/>
                </a:lnTo>
                <a:lnTo>
                  <a:pt x="19313" y="1220"/>
                </a:lnTo>
                <a:lnTo>
                  <a:pt x="19452" y="1220"/>
                </a:lnTo>
                <a:lnTo>
                  <a:pt x="19628" y="1172"/>
                </a:lnTo>
                <a:lnTo>
                  <a:pt x="19816" y="1172"/>
                </a:lnTo>
                <a:lnTo>
                  <a:pt x="19955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7128640" y="3212612"/>
            <a:ext cx="20043" cy="4973"/>
          </a:xfrm>
          <a:custGeom>
            <a:avLst/>
            <a:gdLst/>
            <a:ahLst/>
            <a:cxnLst/>
            <a:rect l="l" t="t" r="r" b="b"/>
            <a:pathLst>
              <a:path w="20043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3" y="4879"/>
                </a:lnTo>
                <a:lnTo>
                  <a:pt x="779" y="4879"/>
                </a:lnTo>
                <a:lnTo>
                  <a:pt x="917" y="4879"/>
                </a:lnTo>
                <a:lnTo>
                  <a:pt x="1106" y="4833"/>
                </a:lnTo>
                <a:lnTo>
                  <a:pt x="1282" y="4833"/>
                </a:lnTo>
                <a:lnTo>
                  <a:pt x="1420" y="4833"/>
                </a:lnTo>
                <a:lnTo>
                  <a:pt x="1609" y="4785"/>
                </a:lnTo>
                <a:lnTo>
                  <a:pt x="1785" y="4785"/>
                </a:lnTo>
                <a:lnTo>
                  <a:pt x="1923" y="4739"/>
                </a:lnTo>
                <a:lnTo>
                  <a:pt x="2112" y="4739"/>
                </a:lnTo>
                <a:lnTo>
                  <a:pt x="2288" y="4692"/>
                </a:lnTo>
                <a:lnTo>
                  <a:pt x="2426" y="4692"/>
                </a:lnTo>
                <a:lnTo>
                  <a:pt x="2615" y="4645"/>
                </a:lnTo>
                <a:lnTo>
                  <a:pt x="2791" y="4645"/>
                </a:lnTo>
                <a:lnTo>
                  <a:pt x="2929" y="4598"/>
                </a:lnTo>
                <a:lnTo>
                  <a:pt x="3118" y="4598"/>
                </a:lnTo>
                <a:lnTo>
                  <a:pt x="3294" y="4551"/>
                </a:lnTo>
                <a:lnTo>
                  <a:pt x="3432" y="4551"/>
                </a:lnTo>
                <a:lnTo>
                  <a:pt x="3621" y="4504"/>
                </a:lnTo>
                <a:lnTo>
                  <a:pt x="3797" y="4504"/>
                </a:lnTo>
                <a:lnTo>
                  <a:pt x="3935" y="4457"/>
                </a:lnTo>
                <a:lnTo>
                  <a:pt x="4124" y="4457"/>
                </a:lnTo>
                <a:lnTo>
                  <a:pt x="4300" y="4410"/>
                </a:lnTo>
                <a:lnTo>
                  <a:pt x="4438" y="4410"/>
                </a:lnTo>
                <a:lnTo>
                  <a:pt x="4627" y="4363"/>
                </a:lnTo>
                <a:lnTo>
                  <a:pt x="4803" y="4316"/>
                </a:lnTo>
                <a:lnTo>
                  <a:pt x="4941" y="4316"/>
                </a:lnTo>
                <a:lnTo>
                  <a:pt x="5130" y="4270"/>
                </a:lnTo>
                <a:lnTo>
                  <a:pt x="5306" y="4222"/>
                </a:lnTo>
                <a:lnTo>
                  <a:pt x="5444" y="4222"/>
                </a:lnTo>
                <a:lnTo>
                  <a:pt x="5633" y="4176"/>
                </a:lnTo>
                <a:lnTo>
                  <a:pt x="5809" y="4129"/>
                </a:lnTo>
                <a:lnTo>
                  <a:pt x="5947" y="4129"/>
                </a:lnTo>
                <a:lnTo>
                  <a:pt x="6136" y="4082"/>
                </a:lnTo>
                <a:lnTo>
                  <a:pt x="6312" y="4035"/>
                </a:lnTo>
                <a:lnTo>
                  <a:pt x="6450" y="4035"/>
                </a:lnTo>
                <a:lnTo>
                  <a:pt x="6639" y="3988"/>
                </a:lnTo>
                <a:lnTo>
                  <a:pt x="6827" y="3941"/>
                </a:lnTo>
                <a:lnTo>
                  <a:pt x="7054" y="3894"/>
                </a:lnTo>
                <a:lnTo>
                  <a:pt x="7230" y="3848"/>
                </a:lnTo>
                <a:lnTo>
                  <a:pt x="7456" y="3848"/>
                </a:lnTo>
                <a:lnTo>
                  <a:pt x="7645" y="3800"/>
                </a:lnTo>
                <a:lnTo>
                  <a:pt x="7833" y="3754"/>
                </a:lnTo>
                <a:lnTo>
                  <a:pt x="7972" y="3706"/>
                </a:lnTo>
                <a:lnTo>
                  <a:pt x="8148" y="3660"/>
                </a:lnTo>
                <a:lnTo>
                  <a:pt x="8336" y="3612"/>
                </a:lnTo>
                <a:lnTo>
                  <a:pt x="8475" y="3612"/>
                </a:lnTo>
                <a:lnTo>
                  <a:pt x="8651" y="3566"/>
                </a:lnTo>
                <a:lnTo>
                  <a:pt x="8839" y="3518"/>
                </a:lnTo>
                <a:lnTo>
                  <a:pt x="8977" y="3518"/>
                </a:lnTo>
                <a:lnTo>
                  <a:pt x="9154" y="3472"/>
                </a:lnTo>
                <a:lnTo>
                  <a:pt x="9342" y="3426"/>
                </a:lnTo>
                <a:lnTo>
                  <a:pt x="9480" y="3378"/>
                </a:lnTo>
                <a:lnTo>
                  <a:pt x="9656" y="3332"/>
                </a:lnTo>
                <a:lnTo>
                  <a:pt x="9845" y="3284"/>
                </a:lnTo>
                <a:lnTo>
                  <a:pt x="9983" y="3238"/>
                </a:lnTo>
                <a:lnTo>
                  <a:pt x="10159" y="3190"/>
                </a:lnTo>
                <a:lnTo>
                  <a:pt x="10348" y="3144"/>
                </a:lnTo>
                <a:lnTo>
                  <a:pt x="10486" y="3144"/>
                </a:lnTo>
                <a:lnTo>
                  <a:pt x="10662" y="3096"/>
                </a:lnTo>
                <a:lnTo>
                  <a:pt x="10851" y="3003"/>
                </a:lnTo>
                <a:lnTo>
                  <a:pt x="10989" y="3003"/>
                </a:lnTo>
                <a:lnTo>
                  <a:pt x="11165" y="2956"/>
                </a:lnTo>
                <a:lnTo>
                  <a:pt x="11354" y="2909"/>
                </a:lnTo>
                <a:lnTo>
                  <a:pt x="11492" y="2862"/>
                </a:lnTo>
                <a:lnTo>
                  <a:pt x="11668" y="2815"/>
                </a:lnTo>
                <a:lnTo>
                  <a:pt x="11857" y="2768"/>
                </a:lnTo>
                <a:lnTo>
                  <a:pt x="11995" y="2721"/>
                </a:lnTo>
                <a:lnTo>
                  <a:pt x="12171" y="2674"/>
                </a:lnTo>
                <a:lnTo>
                  <a:pt x="12360" y="2627"/>
                </a:lnTo>
                <a:lnTo>
                  <a:pt x="12498" y="2581"/>
                </a:lnTo>
                <a:lnTo>
                  <a:pt x="12674" y="2533"/>
                </a:lnTo>
                <a:lnTo>
                  <a:pt x="12863" y="2487"/>
                </a:lnTo>
                <a:lnTo>
                  <a:pt x="13001" y="2439"/>
                </a:lnTo>
                <a:lnTo>
                  <a:pt x="13177" y="2393"/>
                </a:lnTo>
                <a:lnTo>
                  <a:pt x="13366" y="2299"/>
                </a:lnTo>
                <a:lnTo>
                  <a:pt x="13504" y="2299"/>
                </a:lnTo>
                <a:lnTo>
                  <a:pt x="13680" y="2251"/>
                </a:lnTo>
                <a:lnTo>
                  <a:pt x="13869" y="2159"/>
                </a:lnTo>
                <a:lnTo>
                  <a:pt x="14007" y="2159"/>
                </a:lnTo>
                <a:lnTo>
                  <a:pt x="14196" y="2065"/>
                </a:lnTo>
                <a:lnTo>
                  <a:pt x="14372" y="2017"/>
                </a:lnTo>
                <a:lnTo>
                  <a:pt x="14510" y="1971"/>
                </a:lnTo>
                <a:lnTo>
                  <a:pt x="14699" y="1923"/>
                </a:lnTo>
                <a:lnTo>
                  <a:pt x="14875" y="1829"/>
                </a:lnTo>
                <a:lnTo>
                  <a:pt x="15013" y="1829"/>
                </a:lnTo>
                <a:lnTo>
                  <a:pt x="15202" y="1736"/>
                </a:lnTo>
                <a:lnTo>
                  <a:pt x="15378" y="1689"/>
                </a:lnTo>
                <a:lnTo>
                  <a:pt x="15516" y="1642"/>
                </a:lnTo>
                <a:lnTo>
                  <a:pt x="15705" y="1595"/>
                </a:lnTo>
                <a:lnTo>
                  <a:pt x="15881" y="1501"/>
                </a:lnTo>
                <a:lnTo>
                  <a:pt x="16019" y="1501"/>
                </a:lnTo>
                <a:lnTo>
                  <a:pt x="16208" y="1407"/>
                </a:lnTo>
                <a:lnTo>
                  <a:pt x="16384" y="1360"/>
                </a:lnTo>
                <a:lnTo>
                  <a:pt x="16522" y="1314"/>
                </a:lnTo>
                <a:lnTo>
                  <a:pt x="16711" y="1266"/>
                </a:lnTo>
                <a:lnTo>
                  <a:pt x="16937" y="1172"/>
                </a:lnTo>
                <a:lnTo>
                  <a:pt x="17113" y="1126"/>
                </a:lnTo>
                <a:lnTo>
                  <a:pt x="17302" y="1032"/>
                </a:lnTo>
                <a:lnTo>
                  <a:pt x="17440" y="984"/>
                </a:lnTo>
                <a:lnTo>
                  <a:pt x="17629" y="938"/>
                </a:lnTo>
                <a:lnTo>
                  <a:pt x="17805" y="844"/>
                </a:lnTo>
                <a:lnTo>
                  <a:pt x="17943" y="798"/>
                </a:lnTo>
                <a:lnTo>
                  <a:pt x="18132" y="750"/>
                </a:lnTo>
                <a:lnTo>
                  <a:pt x="18308" y="656"/>
                </a:lnTo>
                <a:lnTo>
                  <a:pt x="18446" y="610"/>
                </a:lnTo>
                <a:lnTo>
                  <a:pt x="18634" y="562"/>
                </a:lnTo>
                <a:lnTo>
                  <a:pt x="18811" y="469"/>
                </a:lnTo>
                <a:lnTo>
                  <a:pt x="18949" y="422"/>
                </a:lnTo>
                <a:lnTo>
                  <a:pt x="19137" y="375"/>
                </a:lnTo>
                <a:lnTo>
                  <a:pt x="19313" y="281"/>
                </a:lnTo>
                <a:lnTo>
                  <a:pt x="19452" y="234"/>
                </a:lnTo>
                <a:lnTo>
                  <a:pt x="19640" y="140"/>
                </a:lnTo>
                <a:lnTo>
                  <a:pt x="19816" y="93"/>
                </a:lnTo>
                <a:lnTo>
                  <a:pt x="19955" y="47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7148683" y="3201633"/>
            <a:ext cx="20055" cy="10979"/>
          </a:xfrm>
          <a:custGeom>
            <a:avLst/>
            <a:gdLst/>
            <a:ahLst/>
            <a:cxnLst/>
            <a:rect l="l" t="t" r="r" b="b"/>
            <a:pathLst>
              <a:path w="20055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3" y="10745"/>
                </a:lnTo>
                <a:lnTo>
                  <a:pt x="779" y="10651"/>
                </a:lnTo>
                <a:lnTo>
                  <a:pt x="917" y="10605"/>
                </a:lnTo>
                <a:lnTo>
                  <a:pt x="1106" y="10511"/>
                </a:lnTo>
                <a:lnTo>
                  <a:pt x="1282" y="10463"/>
                </a:lnTo>
                <a:lnTo>
                  <a:pt x="1420" y="10417"/>
                </a:lnTo>
                <a:lnTo>
                  <a:pt x="1609" y="10323"/>
                </a:lnTo>
                <a:lnTo>
                  <a:pt x="1785" y="10229"/>
                </a:lnTo>
                <a:lnTo>
                  <a:pt x="1923" y="10182"/>
                </a:lnTo>
                <a:lnTo>
                  <a:pt x="2112" y="10088"/>
                </a:lnTo>
                <a:lnTo>
                  <a:pt x="2288" y="9994"/>
                </a:lnTo>
                <a:lnTo>
                  <a:pt x="2426" y="9994"/>
                </a:lnTo>
                <a:lnTo>
                  <a:pt x="2615" y="9900"/>
                </a:lnTo>
                <a:lnTo>
                  <a:pt x="2791" y="9806"/>
                </a:lnTo>
                <a:lnTo>
                  <a:pt x="2929" y="9760"/>
                </a:lnTo>
                <a:lnTo>
                  <a:pt x="3118" y="9666"/>
                </a:lnTo>
                <a:lnTo>
                  <a:pt x="3294" y="9572"/>
                </a:lnTo>
                <a:lnTo>
                  <a:pt x="3432" y="9524"/>
                </a:lnTo>
                <a:lnTo>
                  <a:pt x="3621" y="9430"/>
                </a:lnTo>
                <a:lnTo>
                  <a:pt x="3809" y="9338"/>
                </a:lnTo>
                <a:lnTo>
                  <a:pt x="4036" y="9244"/>
                </a:lnTo>
                <a:lnTo>
                  <a:pt x="4212" y="9150"/>
                </a:lnTo>
                <a:lnTo>
                  <a:pt x="4438" y="9056"/>
                </a:lnTo>
                <a:lnTo>
                  <a:pt x="4627" y="8962"/>
                </a:lnTo>
                <a:lnTo>
                  <a:pt x="4815" y="8868"/>
                </a:lnTo>
                <a:lnTo>
                  <a:pt x="5042" y="8774"/>
                </a:lnTo>
                <a:lnTo>
                  <a:pt x="5218" y="8680"/>
                </a:lnTo>
                <a:lnTo>
                  <a:pt x="5457" y="8586"/>
                </a:lnTo>
                <a:lnTo>
                  <a:pt x="5633" y="8493"/>
                </a:lnTo>
                <a:lnTo>
                  <a:pt x="5821" y="8399"/>
                </a:lnTo>
                <a:lnTo>
                  <a:pt x="5960" y="8351"/>
                </a:lnTo>
                <a:lnTo>
                  <a:pt x="6136" y="8258"/>
                </a:lnTo>
                <a:lnTo>
                  <a:pt x="6324" y="8164"/>
                </a:lnTo>
                <a:lnTo>
                  <a:pt x="6463" y="8117"/>
                </a:lnTo>
                <a:lnTo>
                  <a:pt x="6639" y="7977"/>
                </a:lnTo>
                <a:lnTo>
                  <a:pt x="6827" y="7883"/>
                </a:lnTo>
                <a:lnTo>
                  <a:pt x="6966" y="7835"/>
                </a:lnTo>
                <a:lnTo>
                  <a:pt x="7142" y="7741"/>
                </a:lnTo>
                <a:lnTo>
                  <a:pt x="7330" y="7649"/>
                </a:lnTo>
                <a:lnTo>
                  <a:pt x="7469" y="7601"/>
                </a:lnTo>
                <a:lnTo>
                  <a:pt x="7645" y="7507"/>
                </a:lnTo>
                <a:lnTo>
                  <a:pt x="7833" y="7367"/>
                </a:lnTo>
                <a:lnTo>
                  <a:pt x="7972" y="7319"/>
                </a:lnTo>
                <a:lnTo>
                  <a:pt x="8148" y="7226"/>
                </a:lnTo>
                <a:lnTo>
                  <a:pt x="8336" y="7132"/>
                </a:lnTo>
                <a:lnTo>
                  <a:pt x="8475" y="7085"/>
                </a:lnTo>
                <a:lnTo>
                  <a:pt x="8651" y="6944"/>
                </a:lnTo>
                <a:lnTo>
                  <a:pt x="8839" y="6850"/>
                </a:lnTo>
                <a:lnTo>
                  <a:pt x="8977" y="6804"/>
                </a:lnTo>
                <a:lnTo>
                  <a:pt x="9154" y="6710"/>
                </a:lnTo>
                <a:lnTo>
                  <a:pt x="9342" y="6568"/>
                </a:lnTo>
                <a:lnTo>
                  <a:pt x="9480" y="6522"/>
                </a:lnTo>
                <a:lnTo>
                  <a:pt x="9656" y="6428"/>
                </a:lnTo>
                <a:lnTo>
                  <a:pt x="9845" y="6288"/>
                </a:lnTo>
                <a:lnTo>
                  <a:pt x="9983" y="6240"/>
                </a:lnTo>
                <a:lnTo>
                  <a:pt x="10159" y="6146"/>
                </a:lnTo>
                <a:lnTo>
                  <a:pt x="10348" y="6052"/>
                </a:lnTo>
                <a:lnTo>
                  <a:pt x="10486" y="5959"/>
                </a:lnTo>
                <a:lnTo>
                  <a:pt x="10662" y="5865"/>
                </a:lnTo>
                <a:lnTo>
                  <a:pt x="10851" y="5771"/>
                </a:lnTo>
                <a:lnTo>
                  <a:pt x="10989" y="5677"/>
                </a:lnTo>
                <a:lnTo>
                  <a:pt x="11165" y="5583"/>
                </a:lnTo>
                <a:lnTo>
                  <a:pt x="11354" y="5443"/>
                </a:lnTo>
                <a:lnTo>
                  <a:pt x="11492" y="5395"/>
                </a:lnTo>
                <a:lnTo>
                  <a:pt x="11681" y="5301"/>
                </a:lnTo>
                <a:lnTo>
                  <a:pt x="11857" y="5161"/>
                </a:lnTo>
                <a:lnTo>
                  <a:pt x="11995" y="5115"/>
                </a:lnTo>
                <a:lnTo>
                  <a:pt x="12184" y="5021"/>
                </a:lnTo>
                <a:lnTo>
                  <a:pt x="12360" y="4879"/>
                </a:lnTo>
                <a:lnTo>
                  <a:pt x="12498" y="4833"/>
                </a:lnTo>
                <a:lnTo>
                  <a:pt x="12687" y="4692"/>
                </a:lnTo>
                <a:lnTo>
                  <a:pt x="12863" y="4598"/>
                </a:lnTo>
                <a:lnTo>
                  <a:pt x="13001" y="4551"/>
                </a:lnTo>
                <a:lnTo>
                  <a:pt x="13190" y="4410"/>
                </a:lnTo>
                <a:lnTo>
                  <a:pt x="13366" y="4270"/>
                </a:lnTo>
                <a:lnTo>
                  <a:pt x="13504" y="4222"/>
                </a:lnTo>
                <a:lnTo>
                  <a:pt x="13693" y="4129"/>
                </a:lnTo>
                <a:lnTo>
                  <a:pt x="13869" y="3988"/>
                </a:lnTo>
                <a:lnTo>
                  <a:pt x="14007" y="3941"/>
                </a:lnTo>
                <a:lnTo>
                  <a:pt x="14196" y="3800"/>
                </a:lnTo>
                <a:lnTo>
                  <a:pt x="14372" y="3660"/>
                </a:lnTo>
                <a:lnTo>
                  <a:pt x="14510" y="3612"/>
                </a:lnTo>
                <a:lnTo>
                  <a:pt x="14699" y="3472"/>
                </a:lnTo>
                <a:lnTo>
                  <a:pt x="14875" y="3378"/>
                </a:lnTo>
                <a:lnTo>
                  <a:pt x="15013" y="3284"/>
                </a:lnTo>
                <a:lnTo>
                  <a:pt x="15202" y="3190"/>
                </a:lnTo>
                <a:lnTo>
                  <a:pt x="15378" y="3050"/>
                </a:lnTo>
                <a:lnTo>
                  <a:pt x="15516" y="3003"/>
                </a:lnTo>
                <a:lnTo>
                  <a:pt x="15705" y="2862"/>
                </a:lnTo>
                <a:lnTo>
                  <a:pt x="15881" y="2721"/>
                </a:lnTo>
                <a:lnTo>
                  <a:pt x="16019" y="2674"/>
                </a:lnTo>
                <a:lnTo>
                  <a:pt x="16208" y="2533"/>
                </a:lnTo>
                <a:lnTo>
                  <a:pt x="16384" y="2393"/>
                </a:lnTo>
                <a:lnTo>
                  <a:pt x="16522" y="2345"/>
                </a:lnTo>
                <a:lnTo>
                  <a:pt x="16711" y="2205"/>
                </a:lnTo>
                <a:lnTo>
                  <a:pt x="16887" y="2065"/>
                </a:lnTo>
                <a:lnTo>
                  <a:pt x="17025" y="2017"/>
                </a:lnTo>
                <a:lnTo>
                  <a:pt x="17214" y="1877"/>
                </a:lnTo>
                <a:lnTo>
                  <a:pt x="17390" y="1736"/>
                </a:lnTo>
                <a:lnTo>
                  <a:pt x="17528" y="1689"/>
                </a:lnTo>
                <a:lnTo>
                  <a:pt x="17717" y="1548"/>
                </a:lnTo>
                <a:lnTo>
                  <a:pt x="17905" y="1407"/>
                </a:lnTo>
                <a:lnTo>
                  <a:pt x="18132" y="1266"/>
                </a:lnTo>
                <a:lnTo>
                  <a:pt x="18308" y="1172"/>
                </a:lnTo>
                <a:lnTo>
                  <a:pt x="18534" y="1032"/>
                </a:lnTo>
                <a:lnTo>
                  <a:pt x="18722" y="892"/>
                </a:lnTo>
                <a:lnTo>
                  <a:pt x="18911" y="750"/>
                </a:lnTo>
                <a:lnTo>
                  <a:pt x="19049" y="656"/>
                </a:lnTo>
                <a:lnTo>
                  <a:pt x="19225" y="516"/>
                </a:lnTo>
                <a:lnTo>
                  <a:pt x="19414" y="375"/>
                </a:lnTo>
                <a:lnTo>
                  <a:pt x="19552" y="328"/>
                </a:lnTo>
                <a:lnTo>
                  <a:pt x="19728" y="187"/>
                </a:lnTo>
                <a:lnTo>
                  <a:pt x="19917" y="47"/>
                </a:lnTo>
                <a:lnTo>
                  <a:pt x="20055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7168739" y="3184741"/>
            <a:ext cx="19992" cy="16891"/>
          </a:xfrm>
          <a:custGeom>
            <a:avLst/>
            <a:gdLst/>
            <a:ahLst/>
            <a:cxnLst/>
            <a:rect l="l" t="t" r="r" b="b"/>
            <a:pathLst>
              <a:path w="19992" h="16891">
                <a:moveTo>
                  <a:pt x="0" y="16891"/>
                </a:moveTo>
                <a:lnTo>
                  <a:pt x="176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9" y="16375"/>
                </a:lnTo>
                <a:lnTo>
                  <a:pt x="867" y="16235"/>
                </a:lnTo>
                <a:lnTo>
                  <a:pt x="1005" y="16141"/>
                </a:lnTo>
                <a:lnTo>
                  <a:pt x="1181" y="16001"/>
                </a:lnTo>
                <a:lnTo>
                  <a:pt x="1370" y="15859"/>
                </a:lnTo>
                <a:lnTo>
                  <a:pt x="1508" y="15813"/>
                </a:lnTo>
                <a:lnTo>
                  <a:pt x="1684" y="15672"/>
                </a:lnTo>
                <a:lnTo>
                  <a:pt x="1873" y="15531"/>
                </a:lnTo>
                <a:lnTo>
                  <a:pt x="2011" y="15437"/>
                </a:lnTo>
                <a:lnTo>
                  <a:pt x="2187" y="15296"/>
                </a:lnTo>
                <a:lnTo>
                  <a:pt x="2376" y="15156"/>
                </a:lnTo>
                <a:lnTo>
                  <a:pt x="2514" y="15062"/>
                </a:lnTo>
                <a:lnTo>
                  <a:pt x="2690" y="14920"/>
                </a:lnTo>
                <a:lnTo>
                  <a:pt x="2879" y="14780"/>
                </a:lnTo>
                <a:lnTo>
                  <a:pt x="3017" y="14686"/>
                </a:lnTo>
                <a:lnTo>
                  <a:pt x="3193" y="14546"/>
                </a:lnTo>
                <a:lnTo>
                  <a:pt x="3382" y="14405"/>
                </a:lnTo>
                <a:lnTo>
                  <a:pt x="3520" y="14311"/>
                </a:lnTo>
                <a:lnTo>
                  <a:pt x="3696" y="14170"/>
                </a:lnTo>
                <a:lnTo>
                  <a:pt x="3885" y="14029"/>
                </a:lnTo>
                <a:lnTo>
                  <a:pt x="4023" y="13935"/>
                </a:lnTo>
                <a:lnTo>
                  <a:pt x="4199" y="13795"/>
                </a:lnTo>
                <a:lnTo>
                  <a:pt x="4388" y="13653"/>
                </a:lnTo>
                <a:lnTo>
                  <a:pt x="4526" y="13561"/>
                </a:lnTo>
                <a:lnTo>
                  <a:pt x="4702" y="13419"/>
                </a:lnTo>
                <a:lnTo>
                  <a:pt x="4891" y="13231"/>
                </a:lnTo>
                <a:lnTo>
                  <a:pt x="5029" y="13185"/>
                </a:lnTo>
                <a:lnTo>
                  <a:pt x="5218" y="12997"/>
                </a:lnTo>
                <a:lnTo>
                  <a:pt x="5394" y="12856"/>
                </a:lnTo>
                <a:lnTo>
                  <a:pt x="5532" y="12762"/>
                </a:lnTo>
                <a:lnTo>
                  <a:pt x="5721" y="12622"/>
                </a:lnTo>
                <a:lnTo>
                  <a:pt x="5897" y="12480"/>
                </a:lnTo>
                <a:lnTo>
                  <a:pt x="6035" y="12387"/>
                </a:lnTo>
                <a:lnTo>
                  <a:pt x="6224" y="12246"/>
                </a:lnTo>
                <a:lnTo>
                  <a:pt x="6400" y="12058"/>
                </a:lnTo>
                <a:lnTo>
                  <a:pt x="6538" y="12012"/>
                </a:lnTo>
                <a:lnTo>
                  <a:pt x="6727" y="11824"/>
                </a:lnTo>
                <a:lnTo>
                  <a:pt x="6903" y="11684"/>
                </a:lnTo>
                <a:lnTo>
                  <a:pt x="7041" y="11590"/>
                </a:lnTo>
                <a:lnTo>
                  <a:pt x="7230" y="11449"/>
                </a:lnTo>
                <a:lnTo>
                  <a:pt x="7406" y="11261"/>
                </a:lnTo>
                <a:lnTo>
                  <a:pt x="7544" y="11167"/>
                </a:lnTo>
                <a:lnTo>
                  <a:pt x="7733" y="11027"/>
                </a:lnTo>
                <a:lnTo>
                  <a:pt x="7909" y="10839"/>
                </a:lnTo>
                <a:lnTo>
                  <a:pt x="8047" y="10791"/>
                </a:lnTo>
                <a:lnTo>
                  <a:pt x="8236" y="10605"/>
                </a:lnTo>
                <a:lnTo>
                  <a:pt x="8412" y="10463"/>
                </a:lnTo>
                <a:lnTo>
                  <a:pt x="8550" y="10369"/>
                </a:lnTo>
                <a:lnTo>
                  <a:pt x="8739" y="10182"/>
                </a:lnTo>
                <a:lnTo>
                  <a:pt x="8915" y="10041"/>
                </a:lnTo>
                <a:lnTo>
                  <a:pt x="9053" y="9947"/>
                </a:lnTo>
                <a:lnTo>
                  <a:pt x="9242" y="9806"/>
                </a:lnTo>
                <a:lnTo>
                  <a:pt x="9418" y="9618"/>
                </a:lnTo>
                <a:lnTo>
                  <a:pt x="9556" y="9524"/>
                </a:lnTo>
                <a:lnTo>
                  <a:pt x="9745" y="9384"/>
                </a:lnTo>
                <a:lnTo>
                  <a:pt x="9921" y="9196"/>
                </a:lnTo>
                <a:lnTo>
                  <a:pt x="10059" y="9102"/>
                </a:lnTo>
                <a:lnTo>
                  <a:pt x="10247" y="8962"/>
                </a:lnTo>
                <a:lnTo>
                  <a:pt x="10424" y="8774"/>
                </a:lnTo>
                <a:lnTo>
                  <a:pt x="10562" y="8680"/>
                </a:lnTo>
                <a:lnTo>
                  <a:pt x="10750" y="8493"/>
                </a:lnTo>
                <a:lnTo>
                  <a:pt x="10926" y="8351"/>
                </a:lnTo>
                <a:lnTo>
                  <a:pt x="11065" y="8258"/>
                </a:lnTo>
                <a:lnTo>
                  <a:pt x="11253" y="8071"/>
                </a:lnTo>
                <a:lnTo>
                  <a:pt x="11442" y="7929"/>
                </a:lnTo>
                <a:lnTo>
                  <a:pt x="11668" y="7741"/>
                </a:lnTo>
                <a:lnTo>
                  <a:pt x="11844" y="7555"/>
                </a:lnTo>
                <a:lnTo>
                  <a:pt x="12071" y="7367"/>
                </a:lnTo>
                <a:lnTo>
                  <a:pt x="12259" y="7226"/>
                </a:lnTo>
                <a:lnTo>
                  <a:pt x="12448" y="7038"/>
                </a:lnTo>
                <a:lnTo>
                  <a:pt x="12586" y="6944"/>
                </a:lnTo>
                <a:lnTo>
                  <a:pt x="12762" y="6756"/>
                </a:lnTo>
                <a:lnTo>
                  <a:pt x="12850" y="6662"/>
                </a:lnTo>
                <a:lnTo>
                  <a:pt x="12951" y="6568"/>
                </a:lnTo>
                <a:lnTo>
                  <a:pt x="13089" y="6474"/>
                </a:lnTo>
                <a:lnTo>
                  <a:pt x="13177" y="6428"/>
                </a:lnTo>
                <a:lnTo>
                  <a:pt x="13353" y="6240"/>
                </a:lnTo>
                <a:lnTo>
                  <a:pt x="13592" y="6052"/>
                </a:lnTo>
                <a:lnTo>
                  <a:pt x="13768" y="5865"/>
                </a:lnTo>
                <a:lnTo>
                  <a:pt x="13957" y="5677"/>
                </a:lnTo>
                <a:lnTo>
                  <a:pt x="14095" y="5583"/>
                </a:lnTo>
                <a:lnTo>
                  <a:pt x="14271" y="5395"/>
                </a:lnTo>
                <a:lnTo>
                  <a:pt x="14460" y="5255"/>
                </a:lnTo>
                <a:lnTo>
                  <a:pt x="14598" y="5161"/>
                </a:lnTo>
                <a:lnTo>
                  <a:pt x="14774" y="4973"/>
                </a:lnTo>
                <a:lnTo>
                  <a:pt x="14963" y="4785"/>
                </a:lnTo>
                <a:lnTo>
                  <a:pt x="15101" y="4692"/>
                </a:lnTo>
                <a:lnTo>
                  <a:pt x="15277" y="4504"/>
                </a:lnTo>
                <a:lnTo>
                  <a:pt x="15466" y="4316"/>
                </a:lnTo>
                <a:lnTo>
                  <a:pt x="15604" y="4222"/>
                </a:lnTo>
                <a:lnTo>
                  <a:pt x="15780" y="4035"/>
                </a:lnTo>
                <a:lnTo>
                  <a:pt x="15969" y="3848"/>
                </a:lnTo>
                <a:lnTo>
                  <a:pt x="16107" y="3754"/>
                </a:lnTo>
                <a:lnTo>
                  <a:pt x="16283" y="3566"/>
                </a:lnTo>
                <a:lnTo>
                  <a:pt x="16472" y="3378"/>
                </a:lnTo>
                <a:lnTo>
                  <a:pt x="16610" y="3284"/>
                </a:lnTo>
                <a:lnTo>
                  <a:pt x="16786" y="3096"/>
                </a:lnTo>
                <a:lnTo>
                  <a:pt x="16975" y="2909"/>
                </a:lnTo>
                <a:lnTo>
                  <a:pt x="17113" y="2815"/>
                </a:lnTo>
                <a:lnTo>
                  <a:pt x="17289" y="2627"/>
                </a:lnTo>
                <a:lnTo>
                  <a:pt x="17478" y="2439"/>
                </a:lnTo>
                <a:lnTo>
                  <a:pt x="17616" y="2345"/>
                </a:lnTo>
                <a:lnTo>
                  <a:pt x="17792" y="2159"/>
                </a:lnTo>
                <a:lnTo>
                  <a:pt x="17981" y="1971"/>
                </a:lnTo>
                <a:lnTo>
                  <a:pt x="18119" y="1877"/>
                </a:lnTo>
                <a:lnTo>
                  <a:pt x="18207" y="1736"/>
                </a:lnTo>
                <a:lnTo>
                  <a:pt x="18396" y="1548"/>
                </a:lnTo>
                <a:lnTo>
                  <a:pt x="18622" y="1360"/>
                </a:lnTo>
                <a:lnTo>
                  <a:pt x="18811" y="1172"/>
                </a:lnTo>
                <a:lnTo>
                  <a:pt x="18987" y="984"/>
                </a:lnTo>
                <a:lnTo>
                  <a:pt x="19125" y="892"/>
                </a:lnTo>
                <a:lnTo>
                  <a:pt x="19313" y="704"/>
                </a:lnTo>
                <a:lnTo>
                  <a:pt x="19490" y="469"/>
                </a:lnTo>
                <a:lnTo>
                  <a:pt x="19628" y="375"/>
                </a:lnTo>
                <a:lnTo>
                  <a:pt x="19816" y="187"/>
                </a:lnTo>
                <a:lnTo>
                  <a:pt x="19992" y="0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7188732" y="3162265"/>
            <a:ext cx="20043" cy="22475"/>
          </a:xfrm>
          <a:custGeom>
            <a:avLst/>
            <a:gdLst/>
            <a:ahLst/>
            <a:cxnLst/>
            <a:rect l="l" t="t" r="r" b="b"/>
            <a:pathLst>
              <a:path w="20043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1" y="21865"/>
                </a:lnTo>
                <a:lnTo>
                  <a:pt x="829" y="21678"/>
                </a:lnTo>
                <a:lnTo>
                  <a:pt x="1005" y="21490"/>
                </a:lnTo>
                <a:lnTo>
                  <a:pt x="1144" y="21349"/>
                </a:lnTo>
                <a:lnTo>
                  <a:pt x="1332" y="21162"/>
                </a:lnTo>
                <a:lnTo>
                  <a:pt x="1508" y="20974"/>
                </a:lnTo>
                <a:lnTo>
                  <a:pt x="1647" y="20880"/>
                </a:lnTo>
                <a:lnTo>
                  <a:pt x="1835" y="20646"/>
                </a:lnTo>
                <a:lnTo>
                  <a:pt x="2011" y="20458"/>
                </a:lnTo>
                <a:lnTo>
                  <a:pt x="2150" y="20364"/>
                </a:lnTo>
                <a:lnTo>
                  <a:pt x="2338" y="20176"/>
                </a:lnTo>
                <a:lnTo>
                  <a:pt x="2426" y="20036"/>
                </a:lnTo>
                <a:lnTo>
                  <a:pt x="2653" y="19848"/>
                </a:lnTo>
                <a:lnTo>
                  <a:pt x="2841" y="19660"/>
                </a:lnTo>
                <a:lnTo>
                  <a:pt x="2929" y="19519"/>
                </a:lnTo>
                <a:lnTo>
                  <a:pt x="3156" y="19331"/>
                </a:lnTo>
                <a:lnTo>
                  <a:pt x="3344" y="19145"/>
                </a:lnTo>
                <a:lnTo>
                  <a:pt x="3432" y="19003"/>
                </a:lnTo>
                <a:lnTo>
                  <a:pt x="3659" y="18815"/>
                </a:lnTo>
                <a:lnTo>
                  <a:pt x="3847" y="18581"/>
                </a:lnTo>
                <a:lnTo>
                  <a:pt x="4023" y="18393"/>
                </a:lnTo>
                <a:lnTo>
                  <a:pt x="4162" y="18300"/>
                </a:lnTo>
                <a:lnTo>
                  <a:pt x="4350" y="18064"/>
                </a:lnTo>
                <a:lnTo>
                  <a:pt x="4526" y="17878"/>
                </a:lnTo>
                <a:lnTo>
                  <a:pt x="4665" y="17784"/>
                </a:lnTo>
                <a:lnTo>
                  <a:pt x="4765" y="17642"/>
                </a:lnTo>
                <a:lnTo>
                  <a:pt x="4941" y="17455"/>
                </a:lnTo>
                <a:lnTo>
                  <a:pt x="5167" y="17220"/>
                </a:lnTo>
                <a:lnTo>
                  <a:pt x="5356" y="17033"/>
                </a:lnTo>
                <a:lnTo>
                  <a:pt x="5444" y="16891"/>
                </a:lnTo>
                <a:lnTo>
                  <a:pt x="5670" y="16703"/>
                </a:lnTo>
                <a:lnTo>
                  <a:pt x="5859" y="16469"/>
                </a:lnTo>
                <a:lnTo>
                  <a:pt x="6048" y="16281"/>
                </a:lnTo>
                <a:lnTo>
                  <a:pt x="6186" y="16141"/>
                </a:lnTo>
                <a:lnTo>
                  <a:pt x="6274" y="16047"/>
                </a:lnTo>
                <a:lnTo>
                  <a:pt x="6362" y="15953"/>
                </a:lnTo>
                <a:lnTo>
                  <a:pt x="6450" y="15859"/>
                </a:lnTo>
                <a:lnTo>
                  <a:pt x="6551" y="15719"/>
                </a:lnTo>
                <a:lnTo>
                  <a:pt x="6689" y="15625"/>
                </a:lnTo>
                <a:lnTo>
                  <a:pt x="6865" y="15390"/>
                </a:lnTo>
                <a:lnTo>
                  <a:pt x="7054" y="15202"/>
                </a:lnTo>
                <a:lnTo>
                  <a:pt x="7192" y="15062"/>
                </a:lnTo>
                <a:lnTo>
                  <a:pt x="7368" y="14874"/>
                </a:lnTo>
                <a:lnTo>
                  <a:pt x="7456" y="14734"/>
                </a:lnTo>
                <a:lnTo>
                  <a:pt x="7695" y="14546"/>
                </a:lnTo>
                <a:lnTo>
                  <a:pt x="7783" y="14405"/>
                </a:lnTo>
                <a:lnTo>
                  <a:pt x="7959" y="14217"/>
                </a:lnTo>
                <a:lnTo>
                  <a:pt x="8060" y="14077"/>
                </a:lnTo>
                <a:lnTo>
                  <a:pt x="8198" y="13983"/>
                </a:lnTo>
                <a:lnTo>
                  <a:pt x="8374" y="13747"/>
                </a:lnTo>
                <a:lnTo>
                  <a:pt x="8563" y="13513"/>
                </a:lnTo>
                <a:lnTo>
                  <a:pt x="8701" y="13419"/>
                </a:lnTo>
                <a:lnTo>
                  <a:pt x="8877" y="13185"/>
                </a:lnTo>
                <a:lnTo>
                  <a:pt x="9065" y="12997"/>
                </a:lnTo>
                <a:lnTo>
                  <a:pt x="9204" y="12856"/>
                </a:lnTo>
                <a:lnTo>
                  <a:pt x="9380" y="12622"/>
                </a:lnTo>
                <a:lnTo>
                  <a:pt x="9568" y="12434"/>
                </a:lnTo>
                <a:lnTo>
                  <a:pt x="9707" y="12294"/>
                </a:lnTo>
                <a:lnTo>
                  <a:pt x="9883" y="12058"/>
                </a:lnTo>
                <a:lnTo>
                  <a:pt x="10071" y="11872"/>
                </a:lnTo>
                <a:lnTo>
                  <a:pt x="10210" y="11730"/>
                </a:lnTo>
                <a:lnTo>
                  <a:pt x="10386" y="11496"/>
                </a:lnTo>
                <a:lnTo>
                  <a:pt x="10574" y="11308"/>
                </a:lnTo>
                <a:lnTo>
                  <a:pt x="10713" y="11167"/>
                </a:lnTo>
                <a:lnTo>
                  <a:pt x="10889" y="10933"/>
                </a:lnTo>
                <a:lnTo>
                  <a:pt x="11077" y="10699"/>
                </a:lnTo>
                <a:lnTo>
                  <a:pt x="11216" y="10605"/>
                </a:lnTo>
                <a:lnTo>
                  <a:pt x="11392" y="10369"/>
                </a:lnTo>
                <a:lnTo>
                  <a:pt x="11580" y="10135"/>
                </a:lnTo>
                <a:lnTo>
                  <a:pt x="11719" y="10041"/>
                </a:lnTo>
                <a:lnTo>
                  <a:pt x="11807" y="9900"/>
                </a:lnTo>
                <a:lnTo>
                  <a:pt x="11995" y="9666"/>
                </a:lnTo>
                <a:lnTo>
                  <a:pt x="12222" y="9432"/>
                </a:lnTo>
                <a:lnTo>
                  <a:pt x="12410" y="9196"/>
                </a:lnTo>
                <a:lnTo>
                  <a:pt x="12586" y="8962"/>
                </a:lnTo>
                <a:lnTo>
                  <a:pt x="12725" y="8868"/>
                </a:lnTo>
                <a:lnTo>
                  <a:pt x="12813" y="8727"/>
                </a:lnTo>
                <a:lnTo>
                  <a:pt x="13001" y="8539"/>
                </a:lnTo>
                <a:lnTo>
                  <a:pt x="13089" y="8399"/>
                </a:lnTo>
                <a:lnTo>
                  <a:pt x="13228" y="8305"/>
                </a:lnTo>
                <a:lnTo>
                  <a:pt x="13316" y="8165"/>
                </a:lnTo>
                <a:lnTo>
                  <a:pt x="13504" y="7929"/>
                </a:lnTo>
                <a:lnTo>
                  <a:pt x="13592" y="7789"/>
                </a:lnTo>
                <a:lnTo>
                  <a:pt x="13731" y="7695"/>
                </a:lnTo>
                <a:lnTo>
                  <a:pt x="13819" y="7555"/>
                </a:lnTo>
                <a:lnTo>
                  <a:pt x="14007" y="7320"/>
                </a:lnTo>
                <a:lnTo>
                  <a:pt x="14233" y="7085"/>
                </a:lnTo>
                <a:lnTo>
                  <a:pt x="14422" y="6850"/>
                </a:lnTo>
                <a:lnTo>
                  <a:pt x="14598" y="6616"/>
                </a:lnTo>
                <a:lnTo>
                  <a:pt x="14736" y="6522"/>
                </a:lnTo>
                <a:lnTo>
                  <a:pt x="14824" y="6382"/>
                </a:lnTo>
                <a:lnTo>
                  <a:pt x="15013" y="6146"/>
                </a:lnTo>
                <a:lnTo>
                  <a:pt x="15101" y="6006"/>
                </a:lnTo>
                <a:lnTo>
                  <a:pt x="15239" y="5912"/>
                </a:lnTo>
                <a:lnTo>
                  <a:pt x="15327" y="5771"/>
                </a:lnTo>
                <a:lnTo>
                  <a:pt x="15516" y="5537"/>
                </a:lnTo>
                <a:lnTo>
                  <a:pt x="15742" y="5301"/>
                </a:lnTo>
                <a:lnTo>
                  <a:pt x="15830" y="5161"/>
                </a:lnTo>
                <a:lnTo>
                  <a:pt x="16019" y="4927"/>
                </a:lnTo>
                <a:lnTo>
                  <a:pt x="16245" y="4692"/>
                </a:lnTo>
                <a:lnTo>
                  <a:pt x="16434" y="4457"/>
                </a:lnTo>
                <a:lnTo>
                  <a:pt x="16522" y="4316"/>
                </a:lnTo>
                <a:lnTo>
                  <a:pt x="16748" y="4082"/>
                </a:lnTo>
                <a:lnTo>
                  <a:pt x="16937" y="3848"/>
                </a:lnTo>
                <a:lnTo>
                  <a:pt x="17025" y="3706"/>
                </a:lnTo>
                <a:lnTo>
                  <a:pt x="17251" y="3472"/>
                </a:lnTo>
                <a:lnTo>
                  <a:pt x="17440" y="3238"/>
                </a:lnTo>
                <a:lnTo>
                  <a:pt x="17528" y="3097"/>
                </a:lnTo>
                <a:lnTo>
                  <a:pt x="17754" y="2862"/>
                </a:lnTo>
                <a:lnTo>
                  <a:pt x="17855" y="2721"/>
                </a:lnTo>
                <a:lnTo>
                  <a:pt x="18031" y="2487"/>
                </a:lnTo>
                <a:lnTo>
                  <a:pt x="18119" y="2345"/>
                </a:lnTo>
                <a:lnTo>
                  <a:pt x="18257" y="2253"/>
                </a:lnTo>
                <a:lnTo>
                  <a:pt x="18358" y="2111"/>
                </a:lnTo>
                <a:lnTo>
                  <a:pt x="18534" y="1877"/>
                </a:lnTo>
                <a:lnTo>
                  <a:pt x="18634" y="1736"/>
                </a:lnTo>
                <a:lnTo>
                  <a:pt x="18861" y="1501"/>
                </a:lnTo>
                <a:lnTo>
                  <a:pt x="18949" y="1360"/>
                </a:lnTo>
                <a:lnTo>
                  <a:pt x="19137" y="1126"/>
                </a:lnTo>
                <a:lnTo>
                  <a:pt x="19263" y="986"/>
                </a:lnTo>
                <a:lnTo>
                  <a:pt x="19452" y="750"/>
                </a:lnTo>
                <a:lnTo>
                  <a:pt x="19540" y="610"/>
                </a:lnTo>
                <a:lnTo>
                  <a:pt x="19779" y="375"/>
                </a:lnTo>
                <a:lnTo>
                  <a:pt x="19867" y="234"/>
                </a:lnTo>
                <a:lnTo>
                  <a:pt x="19955" y="93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7208775" y="3134535"/>
            <a:ext cx="20055" cy="27730"/>
          </a:xfrm>
          <a:custGeom>
            <a:avLst/>
            <a:gdLst/>
            <a:ahLst/>
            <a:cxnLst/>
            <a:rect l="l" t="t" r="r" b="b"/>
            <a:pathLst>
              <a:path w="20055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1" y="26839"/>
                </a:lnTo>
                <a:lnTo>
                  <a:pt x="829" y="26697"/>
                </a:lnTo>
                <a:lnTo>
                  <a:pt x="917" y="26557"/>
                </a:lnTo>
                <a:lnTo>
                  <a:pt x="1106" y="26322"/>
                </a:lnTo>
                <a:lnTo>
                  <a:pt x="1244" y="26182"/>
                </a:lnTo>
                <a:lnTo>
                  <a:pt x="1332" y="26040"/>
                </a:lnTo>
                <a:lnTo>
                  <a:pt x="1508" y="25806"/>
                </a:lnTo>
                <a:lnTo>
                  <a:pt x="1609" y="25666"/>
                </a:lnTo>
                <a:lnTo>
                  <a:pt x="1747" y="25572"/>
                </a:lnTo>
                <a:lnTo>
                  <a:pt x="1835" y="25430"/>
                </a:lnTo>
                <a:lnTo>
                  <a:pt x="1923" y="25290"/>
                </a:lnTo>
                <a:lnTo>
                  <a:pt x="2011" y="25149"/>
                </a:lnTo>
                <a:lnTo>
                  <a:pt x="2250" y="24915"/>
                </a:lnTo>
                <a:lnTo>
                  <a:pt x="2338" y="24774"/>
                </a:lnTo>
                <a:lnTo>
                  <a:pt x="2426" y="24633"/>
                </a:lnTo>
                <a:lnTo>
                  <a:pt x="2527" y="24493"/>
                </a:lnTo>
                <a:lnTo>
                  <a:pt x="2615" y="24399"/>
                </a:lnTo>
                <a:lnTo>
                  <a:pt x="2753" y="24257"/>
                </a:lnTo>
                <a:lnTo>
                  <a:pt x="2841" y="24117"/>
                </a:lnTo>
                <a:lnTo>
                  <a:pt x="2929" y="23977"/>
                </a:lnTo>
                <a:lnTo>
                  <a:pt x="3118" y="23741"/>
                </a:lnTo>
                <a:lnTo>
                  <a:pt x="3256" y="23601"/>
                </a:lnTo>
                <a:lnTo>
                  <a:pt x="3344" y="23460"/>
                </a:lnTo>
                <a:lnTo>
                  <a:pt x="3432" y="23319"/>
                </a:lnTo>
                <a:lnTo>
                  <a:pt x="3621" y="23084"/>
                </a:lnTo>
                <a:lnTo>
                  <a:pt x="3759" y="22944"/>
                </a:lnTo>
                <a:lnTo>
                  <a:pt x="3847" y="22804"/>
                </a:lnTo>
                <a:lnTo>
                  <a:pt x="3935" y="22662"/>
                </a:lnTo>
                <a:lnTo>
                  <a:pt x="4124" y="22428"/>
                </a:lnTo>
                <a:lnTo>
                  <a:pt x="4262" y="22287"/>
                </a:lnTo>
                <a:lnTo>
                  <a:pt x="4350" y="22146"/>
                </a:lnTo>
                <a:lnTo>
                  <a:pt x="4438" y="22005"/>
                </a:lnTo>
                <a:lnTo>
                  <a:pt x="4627" y="21771"/>
                </a:lnTo>
                <a:lnTo>
                  <a:pt x="4765" y="21629"/>
                </a:lnTo>
                <a:lnTo>
                  <a:pt x="4853" y="21489"/>
                </a:lnTo>
                <a:lnTo>
                  <a:pt x="4941" y="21349"/>
                </a:lnTo>
                <a:lnTo>
                  <a:pt x="5042" y="21207"/>
                </a:lnTo>
                <a:lnTo>
                  <a:pt x="5130" y="21114"/>
                </a:lnTo>
                <a:lnTo>
                  <a:pt x="5268" y="20973"/>
                </a:lnTo>
                <a:lnTo>
                  <a:pt x="5356" y="20832"/>
                </a:lnTo>
                <a:lnTo>
                  <a:pt x="5444" y="20692"/>
                </a:lnTo>
                <a:lnTo>
                  <a:pt x="5545" y="20551"/>
                </a:lnTo>
                <a:lnTo>
                  <a:pt x="5633" y="20410"/>
                </a:lnTo>
                <a:lnTo>
                  <a:pt x="5771" y="20316"/>
                </a:lnTo>
                <a:lnTo>
                  <a:pt x="5859" y="20176"/>
                </a:lnTo>
                <a:lnTo>
                  <a:pt x="5960" y="20034"/>
                </a:lnTo>
                <a:lnTo>
                  <a:pt x="6048" y="19894"/>
                </a:lnTo>
                <a:lnTo>
                  <a:pt x="6136" y="19754"/>
                </a:lnTo>
                <a:lnTo>
                  <a:pt x="6274" y="19612"/>
                </a:lnTo>
                <a:lnTo>
                  <a:pt x="6362" y="19472"/>
                </a:lnTo>
                <a:lnTo>
                  <a:pt x="6463" y="19331"/>
                </a:lnTo>
                <a:lnTo>
                  <a:pt x="6639" y="19096"/>
                </a:lnTo>
                <a:lnTo>
                  <a:pt x="6777" y="18955"/>
                </a:lnTo>
                <a:lnTo>
                  <a:pt x="6865" y="18815"/>
                </a:lnTo>
                <a:lnTo>
                  <a:pt x="6966" y="18673"/>
                </a:lnTo>
                <a:lnTo>
                  <a:pt x="7054" y="18533"/>
                </a:lnTo>
                <a:lnTo>
                  <a:pt x="7142" y="18393"/>
                </a:lnTo>
                <a:lnTo>
                  <a:pt x="7280" y="18251"/>
                </a:lnTo>
                <a:lnTo>
                  <a:pt x="7368" y="18111"/>
                </a:lnTo>
                <a:lnTo>
                  <a:pt x="7557" y="17876"/>
                </a:lnTo>
                <a:lnTo>
                  <a:pt x="7645" y="17736"/>
                </a:lnTo>
                <a:lnTo>
                  <a:pt x="7783" y="17594"/>
                </a:lnTo>
                <a:lnTo>
                  <a:pt x="7871" y="17454"/>
                </a:lnTo>
                <a:lnTo>
                  <a:pt x="7972" y="17314"/>
                </a:lnTo>
                <a:lnTo>
                  <a:pt x="8060" y="17172"/>
                </a:lnTo>
                <a:lnTo>
                  <a:pt x="8148" y="17032"/>
                </a:lnTo>
                <a:lnTo>
                  <a:pt x="8286" y="16891"/>
                </a:lnTo>
                <a:lnTo>
                  <a:pt x="8374" y="16750"/>
                </a:lnTo>
                <a:lnTo>
                  <a:pt x="8475" y="16609"/>
                </a:lnTo>
                <a:lnTo>
                  <a:pt x="8563" y="16469"/>
                </a:lnTo>
                <a:lnTo>
                  <a:pt x="8789" y="16234"/>
                </a:lnTo>
                <a:lnTo>
                  <a:pt x="8877" y="16093"/>
                </a:lnTo>
                <a:lnTo>
                  <a:pt x="8977" y="15953"/>
                </a:lnTo>
                <a:lnTo>
                  <a:pt x="9065" y="15811"/>
                </a:lnTo>
                <a:lnTo>
                  <a:pt x="9154" y="15671"/>
                </a:lnTo>
                <a:lnTo>
                  <a:pt x="9292" y="15531"/>
                </a:lnTo>
                <a:lnTo>
                  <a:pt x="9380" y="15389"/>
                </a:lnTo>
                <a:lnTo>
                  <a:pt x="9480" y="15249"/>
                </a:lnTo>
                <a:lnTo>
                  <a:pt x="9568" y="15108"/>
                </a:lnTo>
                <a:lnTo>
                  <a:pt x="9656" y="14967"/>
                </a:lnTo>
                <a:lnTo>
                  <a:pt x="9795" y="14826"/>
                </a:lnTo>
                <a:lnTo>
                  <a:pt x="9895" y="14686"/>
                </a:lnTo>
                <a:lnTo>
                  <a:pt x="9983" y="14544"/>
                </a:lnTo>
                <a:lnTo>
                  <a:pt x="10071" y="14404"/>
                </a:lnTo>
                <a:lnTo>
                  <a:pt x="10159" y="14264"/>
                </a:lnTo>
                <a:lnTo>
                  <a:pt x="10298" y="14122"/>
                </a:lnTo>
                <a:lnTo>
                  <a:pt x="10398" y="13982"/>
                </a:lnTo>
                <a:lnTo>
                  <a:pt x="10486" y="13841"/>
                </a:lnTo>
                <a:lnTo>
                  <a:pt x="10574" y="13700"/>
                </a:lnTo>
                <a:lnTo>
                  <a:pt x="10662" y="13559"/>
                </a:lnTo>
                <a:lnTo>
                  <a:pt x="10801" y="13419"/>
                </a:lnTo>
                <a:lnTo>
                  <a:pt x="10901" y="13277"/>
                </a:lnTo>
                <a:lnTo>
                  <a:pt x="10989" y="13137"/>
                </a:lnTo>
                <a:lnTo>
                  <a:pt x="11077" y="12997"/>
                </a:lnTo>
                <a:lnTo>
                  <a:pt x="11165" y="12855"/>
                </a:lnTo>
                <a:lnTo>
                  <a:pt x="11304" y="12715"/>
                </a:lnTo>
                <a:lnTo>
                  <a:pt x="11404" y="12574"/>
                </a:lnTo>
                <a:lnTo>
                  <a:pt x="11492" y="12433"/>
                </a:lnTo>
                <a:lnTo>
                  <a:pt x="11580" y="12293"/>
                </a:lnTo>
                <a:lnTo>
                  <a:pt x="11668" y="12152"/>
                </a:lnTo>
                <a:lnTo>
                  <a:pt x="11807" y="12011"/>
                </a:lnTo>
                <a:lnTo>
                  <a:pt x="11907" y="11870"/>
                </a:lnTo>
                <a:lnTo>
                  <a:pt x="11995" y="11730"/>
                </a:lnTo>
                <a:lnTo>
                  <a:pt x="12083" y="11588"/>
                </a:lnTo>
                <a:lnTo>
                  <a:pt x="12184" y="11448"/>
                </a:lnTo>
                <a:lnTo>
                  <a:pt x="12310" y="11308"/>
                </a:lnTo>
                <a:lnTo>
                  <a:pt x="12410" y="11166"/>
                </a:lnTo>
                <a:lnTo>
                  <a:pt x="12498" y="11026"/>
                </a:lnTo>
                <a:lnTo>
                  <a:pt x="12586" y="10885"/>
                </a:lnTo>
                <a:lnTo>
                  <a:pt x="12687" y="10744"/>
                </a:lnTo>
                <a:lnTo>
                  <a:pt x="12813" y="10603"/>
                </a:lnTo>
                <a:lnTo>
                  <a:pt x="12913" y="10463"/>
                </a:lnTo>
                <a:lnTo>
                  <a:pt x="13001" y="10321"/>
                </a:lnTo>
                <a:lnTo>
                  <a:pt x="13089" y="10181"/>
                </a:lnTo>
                <a:lnTo>
                  <a:pt x="13190" y="10041"/>
                </a:lnTo>
                <a:lnTo>
                  <a:pt x="13316" y="9899"/>
                </a:lnTo>
                <a:lnTo>
                  <a:pt x="13416" y="9759"/>
                </a:lnTo>
                <a:lnTo>
                  <a:pt x="13504" y="9571"/>
                </a:lnTo>
                <a:lnTo>
                  <a:pt x="13592" y="9430"/>
                </a:lnTo>
                <a:lnTo>
                  <a:pt x="13693" y="9290"/>
                </a:lnTo>
                <a:lnTo>
                  <a:pt x="13831" y="9148"/>
                </a:lnTo>
                <a:lnTo>
                  <a:pt x="13919" y="9008"/>
                </a:lnTo>
                <a:lnTo>
                  <a:pt x="14007" y="8868"/>
                </a:lnTo>
                <a:lnTo>
                  <a:pt x="14095" y="8726"/>
                </a:lnTo>
                <a:lnTo>
                  <a:pt x="14196" y="8586"/>
                </a:lnTo>
                <a:lnTo>
                  <a:pt x="14334" y="8445"/>
                </a:lnTo>
                <a:lnTo>
                  <a:pt x="14422" y="8304"/>
                </a:lnTo>
                <a:lnTo>
                  <a:pt x="14510" y="8164"/>
                </a:lnTo>
                <a:lnTo>
                  <a:pt x="14598" y="8023"/>
                </a:lnTo>
                <a:lnTo>
                  <a:pt x="14699" y="7835"/>
                </a:lnTo>
                <a:lnTo>
                  <a:pt x="14837" y="7694"/>
                </a:lnTo>
                <a:lnTo>
                  <a:pt x="14925" y="7553"/>
                </a:lnTo>
                <a:lnTo>
                  <a:pt x="15013" y="7413"/>
                </a:lnTo>
                <a:lnTo>
                  <a:pt x="15101" y="7271"/>
                </a:lnTo>
                <a:lnTo>
                  <a:pt x="15202" y="7131"/>
                </a:lnTo>
                <a:lnTo>
                  <a:pt x="15340" y="6991"/>
                </a:lnTo>
                <a:lnTo>
                  <a:pt x="15428" y="6849"/>
                </a:lnTo>
                <a:lnTo>
                  <a:pt x="15516" y="6709"/>
                </a:lnTo>
                <a:lnTo>
                  <a:pt x="15604" y="6521"/>
                </a:lnTo>
                <a:lnTo>
                  <a:pt x="15705" y="6380"/>
                </a:lnTo>
                <a:lnTo>
                  <a:pt x="15843" y="6240"/>
                </a:lnTo>
                <a:lnTo>
                  <a:pt x="15931" y="6098"/>
                </a:lnTo>
                <a:lnTo>
                  <a:pt x="16019" y="5958"/>
                </a:lnTo>
                <a:lnTo>
                  <a:pt x="16120" y="5818"/>
                </a:lnTo>
                <a:lnTo>
                  <a:pt x="16208" y="5676"/>
                </a:lnTo>
                <a:lnTo>
                  <a:pt x="16346" y="5536"/>
                </a:lnTo>
                <a:lnTo>
                  <a:pt x="16434" y="5348"/>
                </a:lnTo>
                <a:lnTo>
                  <a:pt x="16522" y="5207"/>
                </a:lnTo>
                <a:lnTo>
                  <a:pt x="16623" y="5067"/>
                </a:lnTo>
                <a:lnTo>
                  <a:pt x="16711" y="4925"/>
                </a:lnTo>
                <a:lnTo>
                  <a:pt x="16849" y="4785"/>
                </a:lnTo>
                <a:lnTo>
                  <a:pt x="16937" y="4645"/>
                </a:lnTo>
                <a:lnTo>
                  <a:pt x="17025" y="4503"/>
                </a:lnTo>
                <a:lnTo>
                  <a:pt x="17126" y="4315"/>
                </a:lnTo>
                <a:lnTo>
                  <a:pt x="17214" y="4175"/>
                </a:lnTo>
                <a:lnTo>
                  <a:pt x="17352" y="4035"/>
                </a:lnTo>
                <a:lnTo>
                  <a:pt x="17440" y="3893"/>
                </a:lnTo>
                <a:lnTo>
                  <a:pt x="17528" y="3753"/>
                </a:lnTo>
                <a:lnTo>
                  <a:pt x="17629" y="3612"/>
                </a:lnTo>
                <a:lnTo>
                  <a:pt x="17717" y="3424"/>
                </a:lnTo>
                <a:lnTo>
                  <a:pt x="17855" y="3284"/>
                </a:lnTo>
                <a:lnTo>
                  <a:pt x="17943" y="3142"/>
                </a:lnTo>
                <a:lnTo>
                  <a:pt x="18031" y="3002"/>
                </a:lnTo>
                <a:lnTo>
                  <a:pt x="18131" y="2862"/>
                </a:lnTo>
                <a:lnTo>
                  <a:pt x="18220" y="2674"/>
                </a:lnTo>
                <a:lnTo>
                  <a:pt x="18358" y="2533"/>
                </a:lnTo>
                <a:lnTo>
                  <a:pt x="18446" y="2392"/>
                </a:lnTo>
                <a:lnTo>
                  <a:pt x="18534" y="2251"/>
                </a:lnTo>
                <a:lnTo>
                  <a:pt x="18634" y="2111"/>
                </a:lnTo>
                <a:lnTo>
                  <a:pt x="18722" y="1923"/>
                </a:lnTo>
                <a:lnTo>
                  <a:pt x="18861" y="1781"/>
                </a:lnTo>
                <a:lnTo>
                  <a:pt x="18949" y="1641"/>
                </a:lnTo>
                <a:lnTo>
                  <a:pt x="19037" y="1501"/>
                </a:lnTo>
                <a:lnTo>
                  <a:pt x="19137" y="1359"/>
                </a:lnTo>
                <a:lnTo>
                  <a:pt x="19225" y="1172"/>
                </a:lnTo>
                <a:lnTo>
                  <a:pt x="19364" y="1031"/>
                </a:lnTo>
                <a:lnTo>
                  <a:pt x="19452" y="890"/>
                </a:lnTo>
                <a:lnTo>
                  <a:pt x="19540" y="750"/>
                </a:lnTo>
                <a:lnTo>
                  <a:pt x="19640" y="562"/>
                </a:lnTo>
                <a:lnTo>
                  <a:pt x="19728" y="422"/>
                </a:lnTo>
                <a:lnTo>
                  <a:pt x="19867" y="280"/>
                </a:lnTo>
                <a:lnTo>
                  <a:pt x="19955" y="140"/>
                </a:lnTo>
                <a:lnTo>
                  <a:pt x="20055" y="0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7228831" y="3101973"/>
            <a:ext cx="20043" cy="32562"/>
          </a:xfrm>
          <a:custGeom>
            <a:avLst/>
            <a:gdLst/>
            <a:ahLst/>
            <a:cxnLst/>
            <a:rect l="l" t="t" r="r" b="b"/>
            <a:pathLst>
              <a:path w="20043" h="32562">
                <a:moveTo>
                  <a:pt x="0" y="32562"/>
                </a:moveTo>
                <a:lnTo>
                  <a:pt x="88" y="32374"/>
                </a:lnTo>
                <a:lnTo>
                  <a:pt x="176" y="32232"/>
                </a:lnTo>
                <a:lnTo>
                  <a:pt x="314" y="32092"/>
                </a:lnTo>
                <a:lnTo>
                  <a:pt x="402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9" y="31481"/>
                </a:lnTo>
                <a:lnTo>
                  <a:pt x="817" y="31341"/>
                </a:lnTo>
                <a:lnTo>
                  <a:pt x="905" y="31153"/>
                </a:lnTo>
                <a:lnTo>
                  <a:pt x="1005" y="31013"/>
                </a:lnTo>
                <a:lnTo>
                  <a:pt x="1093" y="30872"/>
                </a:lnTo>
                <a:lnTo>
                  <a:pt x="1181" y="30731"/>
                </a:lnTo>
                <a:lnTo>
                  <a:pt x="1320" y="30543"/>
                </a:lnTo>
                <a:lnTo>
                  <a:pt x="1408" y="30402"/>
                </a:lnTo>
                <a:lnTo>
                  <a:pt x="1508" y="30262"/>
                </a:lnTo>
                <a:lnTo>
                  <a:pt x="1596" y="30074"/>
                </a:lnTo>
                <a:lnTo>
                  <a:pt x="1684" y="29934"/>
                </a:lnTo>
                <a:lnTo>
                  <a:pt x="1823" y="29792"/>
                </a:lnTo>
                <a:lnTo>
                  <a:pt x="1911" y="29652"/>
                </a:lnTo>
                <a:lnTo>
                  <a:pt x="2011" y="29464"/>
                </a:lnTo>
                <a:lnTo>
                  <a:pt x="2099" y="29324"/>
                </a:lnTo>
                <a:lnTo>
                  <a:pt x="2187" y="29183"/>
                </a:lnTo>
                <a:lnTo>
                  <a:pt x="2326" y="28995"/>
                </a:lnTo>
                <a:lnTo>
                  <a:pt x="2414" y="28854"/>
                </a:lnTo>
                <a:lnTo>
                  <a:pt x="2514" y="28713"/>
                </a:lnTo>
                <a:lnTo>
                  <a:pt x="2602" y="28573"/>
                </a:lnTo>
                <a:lnTo>
                  <a:pt x="2690" y="28385"/>
                </a:lnTo>
                <a:lnTo>
                  <a:pt x="2829" y="28245"/>
                </a:lnTo>
                <a:lnTo>
                  <a:pt x="2917" y="28103"/>
                </a:lnTo>
                <a:lnTo>
                  <a:pt x="3017" y="27916"/>
                </a:lnTo>
                <a:lnTo>
                  <a:pt x="3105" y="27775"/>
                </a:lnTo>
                <a:lnTo>
                  <a:pt x="3193" y="27634"/>
                </a:lnTo>
                <a:lnTo>
                  <a:pt x="3332" y="27446"/>
                </a:lnTo>
                <a:lnTo>
                  <a:pt x="3432" y="27306"/>
                </a:lnTo>
                <a:lnTo>
                  <a:pt x="3520" y="27164"/>
                </a:lnTo>
                <a:lnTo>
                  <a:pt x="3608" y="26978"/>
                </a:lnTo>
                <a:lnTo>
                  <a:pt x="3696" y="26836"/>
                </a:lnTo>
                <a:lnTo>
                  <a:pt x="3835" y="26696"/>
                </a:lnTo>
                <a:lnTo>
                  <a:pt x="3935" y="26508"/>
                </a:lnTo>
                <a:lnTo>
                  <a:pt x="4023" y="26367"/>
                </a:lnTo>
                <a:lnTo>
                  <a:pt x="4111" y="26227"/>
                </a:lnTo>
                <a:lnTo>
                  <a:pt x="4199" y="26039"/>
                </a:lnTo>
                <a:lnTo>
                  <a:pt x="4338" y="25897"/>
                </a:lnTo>
                <a:lnTo>
                  <a:pt x="4438" y="25757"/>
                </a:lnTo>
                <a:lnTo>
                  <a:pt x="4526" y="25569"/>
                </a:lnTo>
                <a:lnTo>
                  <a:pt x="4614" y="25429"/>
                </a:lnTo>
                <a:lnTo>
                  <a:pt x="4702" y="25289"/>
                </a:lnTo>
                <a:lnTo>
                  <a:pt x="4841" y="25101"/>
                </a:lnTo>
                <a:lnTo>
                  <a:pt x="4941" y="24960"/>
                </a:lnTo>
                <a:lnTo>
                  <a:pt x="5029" y="24772"/>
                </a:lnTo>
                <a:lnTo>
                  <a:pt x="5117" y="24631"/>
                </a:lnTo>
                <a:lnTo>
                  <a:pt x="5205" y="24490"/>
                </a:lnTo>
                <a:lnTo>
                  <a:pt x="5344" y="24302"/>
                </a:lnTo>
                <a:lnTo>
                  <a:pt x="5444" y="24162"/>
                </a:lnTo>
                <a:lnTo>
                  <a:pt x="5532" y="24022"/>
                </a:lnTo>
                <a:lnTo>
                  <a:pt x="5620" y="23834"/>
                </a:lnTo>
                <a:lnTo>
                  <a:pt x="5721" y="23693"/>
                </a:lnTo>
                <a:lnTo>
                  <a:pt x="5847" y="23505"/>
                </a:lnTo>
                <a:lnTo>
                  <a:pt x="5947" y="23364"/>
                </a:lnTo>
                <a:lnTo>
                  <a:pt x="6035" y="23223"/>
                </a:lnTo>
                <a:lnTo>
                  <a:pt x="6123" y="23035"/>
                </a:lnTo>
                <a:lnTo>
                  <a:pt x="6224" y="22895"/>
                </a:lnTo>
                <a:lnTo>
                  <a:pt x="6349" y="22707"/>
                </a:lnTo>
                <a:lnTo>
                  <a:pt x="6450" y="22567"/>
                </a:lnTo>
                <a:lnTo>
                  <a:pt x="6538" y="22426"/>
                </a:lnTo>
                <a:lnTo>
                  <a:pt x="6626" y="22238"/>
                </a:lnTo>
                <a:lnTo>
                  <a:pt x="6727" y="22097"/>
                </a:lnTo>
                <a:lnTo>
                  <a:pt x="6852" y="21910"/>
                </a:lnTo>
                <a:lnTo>
                  <a:pt x="6953" y="21768"/>
                </a:lnTo>
                <a:lnTo>
                  <a:pt x="7041" y="21628"/>
                </a:lnTo>
                <a:lnTo>
                  <a:pt x="7129" y="21440"/>
                </a:lnTo>
                <a:lnTo>
                  <a:pt x="7230" y="21300"/>
                </a:lnTo>
                <a:lnTo>
                  <a:pt x="7368" y="21112"/>
                </a:lnTo>
                <a:lnTo>
                  <a:pt x="7456" y="20972"/>
                </a:lnTo>
                <a:lnTo>
                  <a:pt x="7544" y="20830"/>
                </a:lnTo>
                <a:lnTo>
                  <a:pt x="7632" y="20643"/>
                </a:lnTo>
                <a:lnTo>
                  <a:pt x="7733" y="20502"/>
                </a:lnTo>
                <a:lnTo>
                  <a:pt x="7871" y="20315"/>
                </a:lnTo>
                <a:lnTo>
                  <a:pt x="7959" y="20173"/>
                </a:lnTo>
                <a:lnTo>
                  <a:pt x="8047" y="19985"/>
                </a:lnTo>
                <a:lnTo>
                  <a:pt x="8135" y="19840"/>
                </a:lnTo>
                <a:lnTo>
                  <a:pt x="8273" y="19660"/>
                </a:lnTo>
                <a:lnTo>
                  <a:pt x="8374" y="19518"/>
                </a:lnTo>
                <a:lnTo>
                  <a:pt x="8462" y="19376"/>
                </a:lnTo>
                <a:lnTo>
                  <a:pt x="8550" y="19183"/>
                </a:lnTo>
                <a:lnTo>
                  <a:pt x="8638" y="19042"/>
                </a:lnTo>
                <a:lnTo>
                  <a:pt x="8776" y="18861"/>
                </a:lnTo>
                <a:lnTo>
                  <a:pt x="8877" y="18720"/>
                </a:lnTo>
                <a:lnTo>
                  <a:pt x="8965" y="18527"/>
                </a:lnTo>
                <a:lnTo>
                  <a:pt x="9053" y="18385"/>
                </a:lnTo>
                <a:lnTo>
                  <a:pt x="9141" y="18205"/>
                </a:lnTo>
                <a:lnTo>
                  <a:pt x="9279" y="18063"/>
                </a:lnTo>
                <a:lnTo>
                  <a:pt x="9380" y="17870"/>
                </a:lnTo>
                <a:lnTo>
                  <a:pt x="9468" y="17728"/>
                </a:lnTo>
                <a:lnTo>
                  <a:pt x="9556" y="17548"/>
                </a:lnTo>
                <a:lnTo>
                  <a:pt x="9656" y="17406"/>
                </a:lnTo>
                <a:lnTo>
                  <a:pt x="9782" y="17213"/>
                </a:lnTo>
                <a:lnTo>
                  <a:pt x="9883" y="17072"/>
                </a:lnTo>
                <a:lnTo>
                  <a:pt x="9971" y="16930"/>
                </a:lnTo>
                <a:lnTo>
                  <a:pt x="10059" y="16750"/>
                </a:lnTo>
                <a:lnTo>
                  <a:pt x="10159" y="16608"/>
                </a:lnTo>
                <a:lnTo>
                  <a:pt x="10285" y="16415"/>
                </a:lnTo>
                <a:lnTo>
                  <a:pt x="10386" y="16273"/>
                </a:lnTo>
                <a:lnTo>
                  <a:pt x="10474" y="16093"/>
                </a:lnTo>
                <a:lnTo>
                  <a:pt x="10562" y="15952"/>
                </a:lnTo>
                <a:lnTo>
                  <a:pt x="10662" y="15758"/>
                </a:lnTo>
                <a:lnTo>
                  <a:pt x="10801" y="15617"/>
                </a:lnTo>
                <a:lnTo>
                  <a:pt x="10889" y="15437"/>
                </a:lnTo>
                <a:lnTo>
                  <a:pt x="10977" y="15295"/>
                </a:lnTo>
                <a:lnTo>
                  <a:pt x="11065" y="15102"/>
                </a:lnTo>
                <a:lnTo>
                  <a:pt x="11165" y="14922"/>
                </a:lnTo>
                <a:lnTo>
                  <a:pt x="11304" y="14780"/>
                </a:lnTo>
                <a:lnTo>
                  <a:pt x="11392" y="14587"/>
                </a:lnTo>
                <a:lnTo>
                  <a:pt x="11480" y="14445"/>
                </a:lnTo>
                <a:lnTo>
                  <a:pt x="11568" y="14265"/>
                </a:lnTo>
                <a:lnTo>
                  <a:pt x="11668" y="14123"/>
                </a:lnTo>
                <a:lnTo>
                  <a:pt x="11807" y="13930"/>
                </a:lnTo>
                <a:lnTo>
                  <a:pt x="11895" y="13789"/>
                </a:lnTo>
                <a:lnTo>
                  <a:pt x="11983" y="13608"/>
                </a:lnTo>
                <a:lnTo>
                  <a:pt x="12071" y="13467"/>
                </a:lnTo>
                <a:lnTo>
                  <a:pt x="12171" y="13274"/>
                </a:lnTo>
                <a:lnTo>
                  <a:pt x="12310" y="13132"/>
                </a:lnTo>
                <a:lnTo>
                  <a:pt x="12398" y="12952"/>
                </a:lnTo>
                <a:lnTo>
                  <a:pt x="12486" y="12810"/>
                </a:lnTo>
                <a:lnTo>
                  <a:pt x="12574" y="12617"/>
                </a:lnTo>
                <a:lnTo>
                  <a:pt x="12674" y="12437"/>
                </a:lnTo>
                <a:lnTo>
                  <a:pt x="12813" y="12295"/>
                </a:lnTo>
                <a:lnTo>
                  <a:pt x="12901" y="12102"/>
                </a:lnTo>
                <a:lnTo>
                  <a:pt x="12989" y="11960"/>
                </a:lnTo>
                <a:lnTo>
                  <a:pt x="13077" y="11780"/>
                </a:lnTo>
                <a:lnTo>
                  <a:pt x="13177" y="11638"/>
                </a:lnTo>
                <a:lnTo>
                  <a:pt x="13316" y="11445"/>
                </a:lnTo>
                <a:lnTo>
                  <a:pt x="13404" y="11252"/>
                </a:lnTo>
                <a:lnTo>
                  <a:pt x="13492" y="11123"/>
                </a:lnTo>
                <a:lnTo>
                  <a:pt x="13592" y="10930"/>
                </a:lnTo>
                <a:lnTo>
                  <a:pt x="13680" y="10789"/>
                </a:lnTo>
                <a:lnTo>
                  <a:pt x="13819" y="10596"/>
                </a:lnTo>
                <a:lnTo>
                  <a:pt x="13907" y="10467"/>
                </a:lnTo>
                <a:lnTo>
                  <a:pt x="13995" y="10274"/>
                </a:lnTo>
                <a:lnTo>
                  <a:pt x="14095" y="10081"/>
                </a:lnTo>
                <a:lnTo>
                  <a:pt x="14183" y="9939"/>
                </a:lnTo>
                <a:lnTo>
                  <a:pt x="14322" y="9759"/>
                </a:lnTo>
                <a:lnTo>
                  <a:pt x="14410" y="9617"/>
                </a:lnTo>
                <a:lnTo>
                  <a:pt x="14498" y="9424"/>
                </a:lnTo>
                <a:lnTo>
                  <a:pt x="14598" y="9244"/>
                </a:lnTo>
                <a:lnTo>
                  <a:pt x="14686" y="9102"/>
                </a:lnTo>
                <a:lnTo>
                  <a:pt x="14824" y="8909"/>
                </a:lnTo>
                <a:lnTo>
                  <a:pt x="14912" y="8767"/>
                </a:lnTo>
                <a:lnTo>
                  <a:pt x="15001" y="8587"/>
                </a:lnTo>
                <a:lnTo>
                  <a:pt x="15101" y="8394"/>
                </a:lnTo>
                <a:lnTo>
                  <a:pt x="15189" y="8252"/>
                </a:lnTo>
                <a:lnTo>
                  <a:pt x="15327" y="8072"/>
                </a:lnTo>
                <a:lnTo>
                  <a:pt x="15415" y="7930"/>
                </a:lnTo>
                <a:lnTo>
                  <a:pt x="15503" y="7737"/>
                </a:lnTo>
                <a:lnTo>
                  <a:pt x="15604" y="7557"/>
                </a:lnTo>
                <a:lnTo>
                  <a:pt x="15692" y="7415"/>
                </a:lnTo>
                <a:lnTo>
                  <a:pt x="15830" y="7222"/>
                </a:lnTo>
                <a:lnTo>
                  <a:pt x="15918" y="7029"/>
                </a:lnTo>
                <a:lnTo>
                  <a:pt x="16006" y="6900"/>
                </a:lnTo>
                <a:lnTo>
                  <a:pt x="16107" y="6707"/>
                </a:lnTo>
                <a:lnTo>
                  <a:pt x="16195" y="6566"/>
                </a:lnTo>
                <a:lnTo>
                  <a:pt x="16333" y="6373"/>
                </a:lnTo>
                <a:lnTo>
                  <a:pt x="16421" y="6192"/>
                </a:lnTo>
                <a:lnTo>
                  <a:pt x="16509" y="6051"/>
                </a:lnTo>
                <a:lnTo>
                  <a:pt x="16610" y="5858"/>
                </a:lnTo>
                <a:lnTo>
                  <a:pt x="16698" y="5677"/>
                </a:lnTo>
                <a:lnTo>
                  <a:pt x="16836" y="5536"/>
                </a:lnTo>
                <a:lnTo>
                  <a:pt x="16924" y="5343"/>
                </a:lnTo>
                <a:lnTo>
                  <a:pt x="17025" y="5162"/>
                </a:lnTo>
                <a:lnTo>
                  <a:pt x="17113" y="5021"/>
                </a:lnTo>
                <a:lnTo>
                  <a:pt x="17201" y="4828"/>
                </a:lnTo>
                <a:lnTo>
                  <a:pt x="17339" y="4647"/>
                </a:lnTo>
                <a:lnTo>
                  <a:pt x="17427" y="4506"/>
                </a:lnTo>
                <a:lnTo>
                  <a:pt x="17528" y="4313"/>
                </a:lnTo>
                <a:lnTo>
                  <a:pt x="17616" y="4132"/>
                </a:lnTo>
                <a:lnTo>
                  <a:pt x="17704" y="3991"/>
                </a:lnTo>
                <a:lnTo>
                  <a:pt x="17842" y="3798"/>
                </a:lnTo>
                <a:lnTo>
                  <a:pt x="17930" y="3604"/>
                </a:lnTo>
                <a:lnTo>
                  <a:pt x="18031" y="3476"/>
                </a:lnTo>
                <a:lnTo>
                  <a:pt x="18119" y="3283"/>
                </a:lnTo>
                <a:lnTo>
                  <a:pt x="18207" y="3089"/>
                </a:lnTo>
                <a:lnTo>
                  <a:pt x="18345" y="2948"/>
                </a:lnTo>
                <a:lnTo>
                  <a:pt x="18433" y="2768"/>
                </a:lnTo>
                <a:lnTo>
                  <a:pt x="18534" y="2574"/>
                </a:lnTo>
                <a:lnTo>
                  <a:pt x="18622" y="2433"/>
                </a:lnTo>
                <a:lnTo>
                  <a:pt x="18710" y="2253"/>
                </a:lnTo>
                <a:lnTo>
                  <a:pt x="18848" y="2059"/>
                </a:lnTo>
                <a:lnTo>
                  <a:pt x="18936" y="1879"/>
                </a:lnTo>
                <a:lnTo>
                  <a:pt x="19037" y="1738"/>
                </a:lnTo>
                <a:lnTo>
                  <a:pt x="19125" y="1544"/>
                </a:lnTo>
                <a:lnTo>
                  <a:pt x="19213" y="1364"/>
                </a:lnTo>
                <a:lnTo>
                  <a:pt x="19351" y="1223"/>
                </a:lnTo>
                <a:lnTo>
                  <a:pt x="19439" y="1029"/>
                </a:lnTo>
                <a:lnTo>
                  <a:pt x="19540" y="836"/>
                </a:lnTo>
                <a:lnTo>
                  <a:pt x="19628" y="656"/>
                </a:lnTo>
                <a:lnTo>
                  <a:pt x="19716" y="514"/>
                </a:lnTo>
                <a:lnTo>
                  <a:pt x="19854" y="321"/>
                </a:lnTo>
                <a:lnTo>
                  <a:pt x="19942" y="141"/>
                </a:lnTo>
                <a:lnTo>
                  <a:pt x="20043" y="0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7248874" y="3065086"/>
            <a:ext cx="20043" cy="36886"/>
          </a:xfrm>
          <a:custGeom>
            <a:avLst/>
            <a:gdLst/>
            <a:ahLst/>
            <a:cxnLst/>
            <a:rect l="l" t="t" r="r" b="b"/>
            <a:pathLst>
              <a:path w="20043" h="36886">
                <a:moveTo>
                  <a:pt x="0" y="36886"/>
                </a:moveTo>
                <a:lnTo>
                  <a:pt x="88" y="36693"/>
                </a:lnTo>
                <a:lnTo>
                  <a:pt x="176" y="36513"/>
                </a:lnTo>
                <a:lnTo>
                  <a:pt x="314" y="36320"/>
                </a:lnTo>
                <a:lnTo>
                  <a:pt x="402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9" y="35612"/>
                </a:lnTo>
                <a:lnTo>
                  <a:pt x="817" y="35470"/>
                </a:lnTo>
                <a:lnTo>
                  <a:pt x="917" y="35290"/>
                </a:lnTo>
                <a:lnTo>
                  <a:pt x="1005" y="35097"/>
                </a:lnTo>
                <a:lnTo>
                  <a:pt x="1093" y="34916"/>
                </a:lnTo>
                <a:lnTo>
                  <a:pt x="1181" y="34775"/>
                </a:lnTo>
                <a:lnTo>
                  <a:pt x="1320" y="34582"/>
                </a:lnTo>
                <a:lnTo>
                  <a:pt x="1420" y="34401"/>
                </a:lnTo>
                <a:lnTo>
                  <a:pt x="1508" y="34208"/>
                </a:lnTo>
                <a:lnTo>
                  <a:pt x="1596" y="34067"/>
                </a:lnTo>
                <a:lnTo>
                  <a:pt x="1684" y="33886"/>
                </a:lnTo>
                <a:lnTo>
                  <a:pt x="1823" y="33693"/>
                </a:lnTo>
                <a:lnTo>
                  <a:pt x="1923" y="33500"/>
                </a:lnTo>
                <a:lnTo>
                  <a:pt x="2011" y="33359"/>
                </a:lnTo>
                <a:lnTo>
                  <a:pt x="2099" y="33178"/>
                </a:lnTo>
                <a:lnTo>
                  <a:pt x="2187" y="32985"/>
                </a:lnTo>
                <a:lnTo>
                  <a:pt x="2326" y="32805"/>
                </a:lnTo>
                <a:lnTo>
                  <a:pt x="2426" y="32612"/>
                </a:lnTo>
                <a:lnTo>
                  <a:pt x="2514" y="32470"/>
                </a:lnTo>
                <a:lnTo>
                  <a:pt x="2602" y="32290"/>
                </a:lnTo>
                <a:lnTo>
                  <a:pt x="2690" y="32097"/>
                </a:lnTo>
                <a:lnTo>
                  <a:pt x="2829" y="31917"/>
                </a:lnTo>
                <a:lnTo>
                  <a:pt x="2929" y="31723"/>
                </a:lnTo>
                <a:lnTo>
                  <a:pt x="3017" y="31582"/>
                </a:lnTo>
                <a:lnTo>
                  <a:pt x="3105" y="31389"/>
                </a:lnTo>
                <a:lnTo>
                  <a:pt x="3206" y="31208"/>
                </a:lnTo>
                <a:lnTo>
                  <a:pt x="3332" y="31015"/>
                </a:lnTo>
                <a:lnTo>
                  <a:pt x="3432" y="30835"/>
                </a:lnTo>
                <a:lnTo>
                  <a:pt x="3520" y="30693"/>
                </a:lnTo>
                <a:lnTo>
                  <a:pt x="3608" y="30500"/>
                </a:lnTo>
                <a:lnTo>
                  <a:pt x="3709" y="30320"/>
                </a:lnTo>
                <a:lnTo>
                  <a:pt x="3835" y="30127"/>
                </a:lnTo>
                <a:lnTo>
                  <a:pt x="3935" y="29934"/>
                </a:lnTo>
                <a:lnTo>
                  <a:pt x="4023" y="29805"/>
                </a:lnTo>
                <a:lnTo>
                  <a:pt x="4111" y="29612"/>
                </a:lnTo>
                <a:lnTo>
                  <a:pt x="4212" y="29419"/>
                </a:lnTo>
                <a:lnTo>
                  <a:pt x="4338" y="29239"/>
                </a:lnTo>
                <a:lnTo>
                  <a:pt x="4438" y="29045"/>
                </a:lnTo>
                <a:lnTo>
                  <a:pt x="4526" y="28865"/>
                </a:lnTo>
                <a:lnTo>
                  <a:pt x="4614" y="28724"/>
                </a:lnTo>
                <a:lnTo>
                  <a:pt x="4715" y="28530"/>
                </a:lnTo>
                <a:lnTo>
                  <a:pt x="4853" y="28350"/>
                </a:lnTo>
                <a:lnTo>
                  <a:pt x="4941" y="28157"/>
                </a:lnTo>
                <a:lnTo>
                  <a:pt x="5029" y="27964"/>
                </a:lnTo>
                <a:lnTo>
                  <a:pt x="5117" y="27784"/>
                </a:lnTo>
                <a:lnTo>
                  <a:pt x="5218" y="27642"/>
                </a:lnTo>
                <a:lnTo>
                  <a:pt x="5356" y="27449"/>
                </a:lnTo>
                <a:lnTo>
                  <a:pt x="5444" y="27269"/>
                </a:lnTo>
                <a:lnTo>
                  <a:pt x="5532" y="27076"/>
                </a:lnTo>
                <a:lnTo>
                  <a:pt x="5620" y="26895"/>
                </a:lnTo>
                <a:lnTo>
                  <a:pt x="5721" y="26702"/>
                </a:lnTo>
                <a:lnTo>
                  <a:pt x="5859" y="26509"/>
                </a:lnTo>
                <a:lnTo>
                  <a:pt x="5947" y="26367"/>
                </a:lnTo>
                <a:lnTo>
                  <a:pt x="6035" y="26187"/>
                </a:lnTo>
                <a:lnTo>
                  <a:pt x="6123" y="25994"/>
                </a:lnTo>
                <a:lnTo>
                  <a:pt x="6224" y="25814"/>
                </a:lnTo>
                <a:lnTo>
                  <a:pt x="6362" y="25621"/>
                </a:lnTo>
                <a:lnTo>
                  <a:pt x="6450" y="25440"/>
                </a:lnTo>
                <a:lnTo>
                  <a:pt x="6538" y="25247"/>
                </a:lnTo>
                <a:lnTo>
                  <a:pt x="6626" y="25054"/>
                </a:lnTo>
                <a:lnTo>
                  <a:pt x="6727" y="24913"/>
                </a:lnTo>
                <a:lnTo>
                  <a:pt x="6865" y="24732"/>
                </a:lnTo>
                <a:lnTo>
                  <a:pt x="6953" y="24539"/>
                </a:lnTo>
                <a:lnTo>
                  <a:pt x="7041" y="24359"/>
                </a:lnTo>
                <a:lnTo>
                  <a:pt x="7142" y="24166"/>
                </a:lnTo>
                <a:lnTo>
                  <a:pt x="7230" y="23986"/>
                </a:lnTo>
                <a:lnTo>
                  <a:pt x="7368" y="23792"/>
                </a:lnTo>
                <a:lnTo>
                  <a:pt x="7456" y="23599"/>
                </a:lnTo>
                <a:lnTo>
                  <a:pt x="7544" y="23419"/>
                </a:lnTo>
                <a:lnTo>
                  <a:pt x="7645" y="23277"/>
                </a:lnTo>
                <a:lnTo>
                  <a:pt x="7733" y="23084"/>
                </a:lnTo>
                <a:lnTo>
                  <a:pt x="7871" y="22904"/>
                </a:lnTo>
                <a:lnTo>
                  <a:pt x="7959" y="22711"/>
                </a:lnTo>
                <a:lnTo>
                  <a:pt x="8047" y="22531"/>
                </a:lnTo>
                <a:lnTo>
                  <a:pt x="8148" y="22338"/>
                </a:lnTo>
                <a:lnTo>
                  <a:pt x="8236" y="22144"/>
                </a:lnTo>
                <a:lnTo>
                  <a:pt x="8374" y="21964"/>
                </a:lnTo>
                <a:lnTo>
                  <a:pt x="8462" y="21771"/>
                </a:lnTo>
                <a:lnTo>
                  <a:pt x="8550" y="21591"/>
                </a:lnTo>
                <a:lnTo>
                  <a:pt x="8651" y="21398"/>
                </a:lnTo>
                <a:lnTo>
                  <a:pt x="8739" y="21256"/>
                </a:lnTo>
                <a:lnTo>
                  <a:pt x="8877" y="21076"/>
                </a:lnTo>
                <a:lnTo>
                  <a:pt x="8965" y="20883"/>
                </a:lnTo>
                <a:lnTo>
                  <a:pt x="9053" y="20690"/>
                </a:lnTo>
                <a:lnTo>
                  <a:pt x="9154" y="20509"/>
                </a:lnTo>
                <a:lnTo>
                  <a:pt x="9242" y="20316"/>
                </a:lnTo>
                <a:lnTo>
                  <a:pt x="9380" y="20136"/>
                </a:lnTo>
                <a:lnTo>
                  <a:pt x="9468" y="19943"/>
                </a:lnTo>
                <a:lnTo>
                  <a:pt x="9556" y="19763"/>
                </a:lnTo>
                <a:lnTo>
                  <a:pt x="9656" y="19569"/>
                </a:lnTo>
                <a:lnTo>
                  <a:pt x="9744" y="19376"/>
                </a:lnTo>
                <a:lnTo>
                  <a:pt x="9883" y="19196"/>
                </a:lnTo>
                <a:lnTo>
                  <a:pt x="9971" y="19003"/>
                </a:lnTo>
                <a:lnTo>
                  <a:pt x="10059" y="18823"/>
                </a:lnTo>
                <a:lnTo>
                  <a:pt x="10159" y="18630"/>
                </a:lnTo>
                <a:lnTo>
                  <a:pt x="10247" y="18449"/>
                </a:lnTo>
                <a:lnTo>
                  <a:pt x="10386" y="18256"/>
                </a:lnTo>
                <a:lnTo>
                  <a:pt x="10474" y="18115"/>
                </a:lnTo>
                <a:lnTo>
                  <a:pt x="10562" y="17921"/>
                </a:lnTo>
                <a:lnTo>
                  <a:pt x="10662" y="17741"/>
                </a:lnTo>
                <a:lnTo>
                  <a:pt x="10750" y="17548"/>
                </a:lnTo>
                <a:lnTo>
                  <a:pt x="10889" y="17368"/>
                </a:lnTo>
                <a:lnTo>
                  <a:pt x="10977" y="17175"/>
                </a:lnTo>
                <a:lnTo>
                  <a:pt x="11077" y="16994"/>
                </a:lnTo>
                <a:lnTo>
                  <a:pt x="11165" y="16801"/>
                </a:lnTo>
                <a:lnTo>
                  <a:pt x="11253" y="16608"/>
                </a:lnTo>
                <a:lnTo>
                  <a:pt x="11392" y="16428"/>
                </a:lnTo>
                <a:lnTo>
                  <a:pt x="11480" y="16235"/>
                </a:lnTo>
                <a:lnTo>
                  <a:pt x="11580" y="16055"/>
                </a:lnTo>
                <a:lnTo>
                  <a:pt x="11668" y="15861"/>
                </a:lnTo>
                <a:lnTo>
                  <a:pt x="11756" y="15681"/>
                </a:lnTo>
                <a:lnTo>
                  <a:pt x="11895" y="15488"/>
                </a:lnTo>
                <a:lnTo>
                  <a:pt x="11983" y="15295"/>
                </a:lnTo>
                <a:lnTo>
                  <a:pt x="12083" y="15115"/>
                </a:lnTo>
                <a:lnTo>
                  <a:pt x="12171" y="14922"/>
                </a:lnTo>
                <a:lnTo>
                  <a:pt x="12259" y="14741"/>
                </a:lnTo>
                <a:lnTo>
                  <a:pt x="12398" y="14548"/>
                </a:lnTo>
                <a:lnTo>
                  <a:pt x="12486" y="14355"/>
                </a:lnTo>
                <a:lnTo>
                  <a:pt x="12586" y="14175"/>
                </a:lnTo>
                <a:lnTo>
                  <a:pt x="12674" y="13982"/>
                </a:lnTo>
                <a:lnTo>
                  <a:pt x="12762" y="13801"/>
                </a:lnTo>
                <a:lnTo>
                  <a:pt x="12901" y="13608"/>
                </a:lnTo>
                <a:lnTo>
                  <a:pt x="12989" y="13428"/>
                </a:lnTo>
                <a:lnTo>
                  <a:pt x="13089" y="13235"/>
                </a:lnTo>
                <a:lnTo>
                  <a:pt x="13177" y="13042"/>
                </a:lnTo>
                <a:lnTo>
                  <a:pt x="13265" y="12862"/>
                </a:lnTo>
                <a:lnTo>
                  <a:pt x="13404" y="12668"/>
                </a:lnTo>
                <a:lnTo>
                  <a:pt x="13492" y="12488"/>
                </a:lnTo>
                <a:lnTo>
                  <a:pt x="13592" y="12295"/>
                </a:lnTo>
                <a:lnTo>
                  <a:pt x="13680" y="12115"/>
                </a:lnTo>
                <a:lnTo>
                  <a:pt x="13768" y="11922"/>
                </a:lnTo>
                <a:lnTo>
                  <a:pt x="13907" y="11729"/>
                </a:lnTo>
                <a:lnTo>
                  <a:pt x="13995" y="11548"/>
                </a:lnTo>
                <a:lnTo>
                  <a:pt x="14095" y="11317"/>
                </a:lnTo>
                <a:lnTo>
                  <a:pt x="14183" y="11123"/>
                </a:lnTo>
                <a:lnTo>
                  <a:pt x="14271" y="10930"/>
                </a:lnTo>
                <a:lnTo>
                  <a:pt x="14410" y="10750"/>
                </a:lnTo>
                <a:lnTo>
                  <a:pt x="14510" y="10557"/>
                </a:lnTo>
                <a:lnTo>
                  <a:pt x="14598" y="10377"/>
                </a:lnTo>
                <a:lnTo>
                  <a:pt x="14686" y="10184"/>
                </a:lnTo>
                <a:lnTo>
                  <a:pt x="14774" y="10003"/>
                </a:lnTo>
                <a:lnTo>
                  <a:pt x="14912" y="9810"/>
                </a:lnTo>
                <a:lnTo>
                  <a:pt x="15013" y="9617"/>
                </a:lnTo>
                <a:lnTo>
                  <a:pt x="15101" y="9437"/>
                </a:lnTo>
                <a:lnTo>
                  <a:pt x="15189" y="9244"/>
                </a:lnTo>
                <a:lnTo>
                  <a:pt x="15277" y="9063"/>
                </a:lnTo>
                <a:lnTo>
                  <a:pt x="15415" y="8870"/>
                </a:lnTo>
                <a:lnTo>
                  <a:pt x="15516" y="8690"/>
                </a:lnTo>
                <a:lnTo>
                  <a:pt x="15604" y="8497"/>
                </a:lnTo>
                <a:lnTo>
                  <a:pt x="15692" y="8304"/>
                </a:lnTo>
                <a:lnTo>
                  <a:pt x="15780" y="8124"/>
                </a:lnTo>
                <a:lnTo>
                  <a:pt x="15918" y="7892"/>
                </a:lnTo>
                <a:lnTo>
                  <a:pt x="16019" y="7699"/>
                </a:lnTo>
                <a:lnTo>
                  <a:pt x="16107" y="7506"/>
                </a:lnTo>
                <a:lnTo>
                  <a:pt x="16195" y="7325"/>
                </a:lnTo>
                <a:lnTo>
                  <a:pt x="16283" y="7132"/>
                </a:lnTo>
                <a:lnTo>
                  <a:pt x="16421" y="6952"/>
                </a:lnTo>
                <a:lnTo>
                  <a:pt x="16522" y="6759"/>
                </a:lnTo>
                <a:lnTo>
                  <a:pt x="16610" y="6579"/>
                </a:lnTo>
                <a:lnTo>
                  <a:pt x="16698" y="6385"/>
                </a:lnTo>
                <a:lnTo>
                  <a:pt x="16786" y="6192"/>
                </a:lnTo>
                <a:lnTo>
                  <a:pt x="16924" y="6012"/>
                </a:lnTo>
                <a:lnTo>
                  <a:pt x="17025" y="5780"/>
                </a:lnTo>
                <a:lnTo>
                  <a:pt x="17113" y="5587"/>
                </a:lnTo>
                <a:lnTo>
                  <a:pt x="17201" y="5394"/>
                </a:lnTo>
                <a:lnTo>
                  <a:pt x="17302" y="5214"/>
                </a:lnTo>
                <a:lnTo>
                  <a:pt x="17427" y="5021"/>
                </a:lnTo>
                <a:lnTo>
                  <a:pt x="17528" y="4840"/>
                </a:lnTo>
                <a:lnTo>
                  <a:pt x="17616" y="4647"/>
                </a:lnTo>
                <a:lnTo>
                  <a:pt x="17704" y="4467"/>
                </a:lnTo>
                <a:lnTo>
                  <a:pt x="17805" y="4274"/>
                </a:lnTo>
                <a:lnTo>
                  <a:pt x="17930" y="4042"/>
                </a:lnTo>
                <a:lnTo>
                  <a:pt x="18031" y="3849"/>
                </a:lnTo>
                <a:lnTo>
                  <a:pt x="18119" y="3669"/>
                </a:lnTo>
                <a:lnTo>
                  <a:pt x="18207" y="3476"/>
                </a:lnTo>
                <a:lnTo>
                  <a:pt x="18308" y="3283"/>
                </a:lnTo>
                <a:lnTo>
                  <a:pt x="18446" y="3102"/>
                </a:lnTo>
                <a:lnTo>
                  <a:pt x="18534" y="2909"/>
                </a:lnTo>
                <a:lnTo>
                  <a:pt x="18622" y="2729"/>
                </a:lnTo>
                <a:lnTo>
                  <a:pt x="18710" y="2484"/>
                </a:lnTo>
                <a:lnTo>
                  <a:pt x="18810" y="2304"/>
                </a:lnTo>
                <a:lnTo>
                  <a:pt x="18949" y="2111"/>
                </a:lnTo>
                <a:lnTo>
                  <a:pt x="19037" y="1931"/>
                </a:lnTo>
                <a:lnTo>
                  <a:pt x="19125" y="1738"/>
                </a:lnTo>
                <a:lnTo>
                  <a:pt x="19213" y="1557"/>
                </a:lnTo>
                <a:lnTo>
                  <a:pt x="19313" y="1364"/>
                </a:lnTo>
                <a:lnTo>
                  <a:pt x="19452" y="1132"/>
                </a:lnTo>
                <a:lnTo>
                  <a:pt x="19540" y="939"/>
                </a:lnTo>
                <a:lnTo>
                  <a:pt x="19628" y="759"/>
                </a:lnTo>
                <a:lnTo>
                  <a:pt x="19716" y="566"/>
                </a:lnTo>
                <a:lnTo>
                  <a:pt x="19816" y="373"/>
                </a:lnTo>
                <a:lnTo>
                  <a:pt x="19955" y="193"/>
                </a:lnTo>
                <a:lnTo>
                  <a:pt x="20043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7268918" y="3024453"/>
            <a:ext cx="20043" cy="40633"/>
          </a:xfrm>
          <a:custGeom>
            <a:avLst/>
            <a:gdLst/>
            <a:ahLst/>
            <a:cxnLst/>
            <a:rect l="l" t="t" r="r" b="b"/>
            <a:pathLst>
              <a:path w="20043" h="40633">
                <a:moveTo>
                  <a:pt x="0" y="40633"/>
                </a:moveTo>
                <a:lnTo>
                  <a:pt x="88" y="40401"/>
                </a:lnTo>
                <a:lnTo>
                  <a:pt x="176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1" y="39230"/>
                </a:lnTo>
                <a:lnTo>
                  <a:pt x="779" y="39036"/>
                </a:lnTo>
                <a:lnTo>
                  <a:pt x="917" y="38856"/>
                </a:lnTo>
                <a:lnTo>
                  <a:pt x="1005" y="38663"/>
                </a:lnTo>
                <a:lnTo>
                  <a:pt x="1093" y="38483"/>
                </a:lnTo>
                <a:lnTo>
                  <a:pt x="1194" y="38238"/>
                </a:lnTo>
                <a:lnTo>
                  <a:pt x="1282" y="38058"/>
                </a:lnTo>
                <a:lnTo>
                  <a:pt x="1420" y="37865"/>
                </a:lnTo>
                <a:lnTo>
                  <a:pt x="1508" y="37685"/>
                </a:lnTo>
                <a:lnTo>
                  <a:pt x="1596" y="37491"/>
                </a:lnTo>
                <a:lnTo>
                  <a:pt x="1697" y="37311"/>
                </a:lnTo>
                <a:lnTo>
                  <a:pt x="1785" y="37067"/>
                </a:lnTo>
                <a:lnTo>
                  <a:pt x="1923" y="36886"/>
                </a:lnTo>
                <a:lnTo>
                  <a:pt x="2011" y="36693"/>
                </a:lnTo>
                <a:lnTo>
                  <a:pt x="2099" y="36513"/>
                </a:lnTo>
                <a:lnTo>
                  <a:pt x="2200" y="36320"/>
                </a:lnTo>
                <a:lnTo>
                  <a:pt x="2288" y="36088"/>
                </a:lnTo>
                <a:lnTo>
                  <a:pt x="2426" y="35895"/>
                </a:lnTo>
                <a:lnTo>
                  <a:pt x="2514" y="35715"/>
                </a:lnTo>
                <a:lnTo>
                  <a:pt x="2602" y="35522"/>
                </a:lnTo>
                <a:lnTo>
                  <a:pt x="2703" y="35290"/>
                </a:lnTo>
                <a:lnTo>
                  <a:pt x="2791" y="35097"/>
                </a:lnTo>
                <a:lnTo>
                  <a:pt x="2929" y="34916"/>
                </a:lnTo>
                <a:lnTo>
                  <a:pt x="3017" y="34723"/>
                </a:lnTo>
                <a:lnTo>
                  <a:pt x="3105" y="34543"/>
                </a:lnTo>
                <a:lnTo>
                  <a:pt x="3206" y="34298"/>
                </a:lnTo>
                <a:lnTo>
                  <a:pt x="3294" y="34118"/>
                </a:lnTo>
                <a:lnTo>
                  <a:pt x="3432" y="33925"/>
                </a:lnTo>
                <a:lnTo>
                  <a:pt x="3520" y="33745"/>
                </a:lnTo>
                <a:lnTo>
                  <a:pt x="3608" y="33500"/>
                </a:lnTo>
                <a:lnTo>
                  <a:pt x="3709" y="33320"/>
                </a:lnTo>
                <a:lnTo>
                  <a:pt x="3797" y="33127"/>
                </a:lnTo>
                <a:lnTo>
                  <a:pt x="3935" y="32947"/>
                </a:lnTo>
                <a:lnTo>
                  <a:pt x="4023" y="32753"/>
                </a:lnTo>
                <a:lnTo>
                  <a:pt x="4111" y="32522"/>
                </a:lnTo>
                <a:lnTo>
                  <a:pt x="4212" y="32329"/>
                </a:lnTo>
                <a:lnTo>
                  <a:pt x="4300" y="32148"/>
                </a:lnTo>
                <a:lnTo>
                  <a:pt x="4438" y="31955"/>
                </a:lnTo>
                <a:lnTo>
                  <a:pt x="4526" y="31723"/>
                </a:lnTo>
                <a:lnTo>
                  <a:pt x="4627" y="31530"/>
                </a:lnTo>
                <a:lnTo>
                  <a:pt x="4715" y="31350"/>
                </a:lnTo>
                <a:lnTo>
                  <a:pt x="4803" y="31157"/>
                </a:lnTo>
                <a:lnTo>
                  <a:pt x="4941" y="30925"/>
                </a:lnTo>
                <a:lnTo>
                  <a:pt x="5029" y="30732"/>
                </a:lnTo>
                <a:lnTo>
                  <a:pt x="5130" y="30552"/>
                </a:lnTo>
                <a:lnTo>
                  <a:pt x="5218" y="30359"/>
                </a:lnTo>
                <a:lnTo>
                  <a:pt x="5306" y="30127"/>
                </a:lnTo>
                <a:lnTo>
                  <a:pt x="5444" y="29934"/>
                </a:lnTo>
                <a:lnTo>
                  <a:pt x="5532" y="29754"/>
                </a:lnTo>
                <a:lnTo>
                  <a:pt x="5633" y="29522"/>
                </a:lnTo>
                <a:lnTo>
                  <a:pt x="5721" y="29329"/>
                </a:lnTo>
                <a:lnTo>
                  <a:pt x="5809" y="29136"/>
                </a:lnTo>
                <a:lnTo>
                  <a:pt x="5947" y="28955"/>
                </a:lnTo>
                <a:lnTo>
                  <a:pt x="6035" y="28724"/>
                </a:lnTo>
                <a:lnTo>
                  <a:pt x="6136" y="28530"/>
                </a:lnTo>
                <a:lnTo>
                  <a:pt x="6224" y="28337"/>
                </a:lnTo>
                <a:lnTo>
                  <a:pt x="6312" y="28157"/>
                </a:lnTo>
                <a:lnTo>
                  <a:pt x="6450" y="27925"/>
                </a:lnTo>
                <a:lnTo>
                  <a:pt x="6538" y="27732"/>
                </a:lnTo>
                <a:lnTo>
                  <a:pt x="6639" y="27539"/>
                </a:lnTo>
                <a:lnTo>
                  <a:pt x="6727" y="27307"/>
                </a:lnTo>
                <a:lnTo>
                  <a:pt x="6815" y="27127"/>
                </a:lnTo>
                <a:lnTo>
                  <a:pt x="6953" y="26934"/>
                </a:lnTo>
                <a:lnTo>
                  <a:pt x="7041" y="26702"/>
                </a:lnTo>
                <a:lnTo>
                  <a:pt x="7142" y="26509"/>
                </a:lnTo>
                <a:lnTo>
                  <a:pt x="7230" y="26329"/>
                </a:lnTo>
                <a:lnTo>
                  <a:pt x="7318" y="26136"/>
                </a:lnTo>
                <a:lnTo>
                  <a:pt x="7456" y="25904"/>
                </a:lnTo>
                <a:lnTo>
                  <a:pt x="7544" y="25711"/>
                </a:lnTo>
                <a:lnTo>
                  <a:pt x="7645" y="25531"/>
                </a:lnTo>
                <a:lnTo>
                  <a:pt x="7733" y="25299"/>
                </a:lnTo>
                <a:lnTo>
                  <a:pt x="7821" y="25106"/>
                </a:lnTo>
                <a:lnTo>
                  <a:pt x="7959" y="24913"/>
                </a:lnTo>
                <a:lnTo>
                  <a:pt x="8060" y="24681"/>
                </a:lnTo>
                <a:lnTo>
                  <a:pt x="8148" y="24501"/>
                </a:lnTo>
                <a:lnTo>
                  <a:pt x="8236" y="24307"/>
                </a:lnTo>
                <a:lnTo>
                  <a:pt x="8324" y="24076"/>
                </a:lnTo>
                <a:lnTo>
                  <a:pt x="8462" y="23883"/>
                </a:lnTo>
                <a:lnTo>
                  <a:pt x="8563" y="23702"/>
                </a:lnTo>
                <a:lnTo>
                  <a:pt x="8651" y="23458"/>
                </a:lnTo>
                <a:lnTo>
                  <a:pt x="8739" y="23277"/>
                </a:lnTo>
                <a:lnTo>
                  <a:pt x="8827" y="23084"/>
                </a:lnTo>
                <a:lnTo>
                  <a:pt x="8965" y="22853"/>
                </a:lnTo>
                <a:lnTo>
                  <a:pt x="9065" y="22659"/>
                </a:lnTo>
                <a:lnTo>
                  <a:pt x="9154" y="22479"/>
                </a:lnTo>
                <a:lnTo>
                  <a:pt x="9242" y="22247"/>
                </a:lnTo>
                <a:lnTo>
                  <a:pt x="9330" y="22054"/>
                </a:lnTo>
                <a:lnTo>
                  <a:pt x="9468" y="21874"/>
                </a:lnTo>
                <a:lnTo>
                  <a:pt x="9568" y="21629"/>
                </a:lnTo>
                <a:lnTo>
                  <a:pt x="9656" y="21449"/>
                </a:lnTo>
                <a:lnTo>
                  <a:pt x="9744" y="21256"/>
                </a:lnTo>
                <a:lnTo>
                  <a:pt x="9833" y="21024"/>
                </a:lnTo>
                <a:lnTo>
                  <a:pt x="9971" y="20831"/>
                </a:lnTo>
                <a:lnTo>
                  <a:pt x="10071" y="20651"/>
                </a:lnTo>
                <a:lnTo>
                  <a:pt x="10159" y="20419"/>
                </a:lnTo>
                <a:lnTo>
                  <a:pt x="10247" y="20226"/>
                </a:lnTo>
                <a:lnTo>
                  <a:pt x="10335" y="20033"/>
                </a:lnTo>
                <a:lnTo>
                  <a:pt x="10474" y="19801"/>
                </a:lnTo>
                <a:lnTo>
                  <a:pt x="10574" y="19621"/>
                </a:lnTo>
                <a:lnTo>
                  <a:pt x="10662" y="19428"/>
                </a:lnTo>
                <a:lnTo>
                  <a:pt x="10750" y="19196"/>
                </a:lnTo>
                <a:lnTo>
                  <a:pt x="10851" y="19003"/>
                </a:lnTo>
                <a:lnTo>
                  <a:pt x="10977" y="18771"/>
                </a:lnTo>
                <a:lnTo>
                  <a:pt x="11077" y="18578"/>
                </a:lnTo>
                <a:lnTo>
                  <a:pt x="11165" y="18398"/>
                </a:lnTo>
                <a:lnTo>
                  <a:pt x="11253" y="18166"/>
                </a:lnTo>
                <a:lnTo>
                  <a:pt x="11354" y="17973"/>
                </a:lnTo>
                <a:lnTo>
                  <a:pt x="11480" y="17780"/>
                </a:lnTo>
                <a:lnTo>
                  <a:pt x="11580" y="17548"/>
                </a:lnTo>
                <a:lnTo>
                  <a:pt x="11668" y="17368"/>
                </a:lnTo>
                <a:lnTo>
                  <a:pt x="11756" y="17123"/>
                </a:lnTo>
                <a:lnTo>
                  <a:pt x="11857" y="16943"/>
                </a:lnTo>
                <a:lnTo>
                  <a:pt x="11995" y="16750"/>
                </a:lnTo>
                <a:lnTo>
                  <a:pt x="12083" y="16518"/>
                </a:lnTo>
                <a:lnTo>
                  <a:pt x="12171" y="16325"/>
                </a:lnTo>
                <a:lnTo>
                  <a:pt x="12259" y="16093"/>
                </a:lnTo>
                <a:lnTo>
                  <a:pt x="12360" y="15913"/>
                </a:lnTo>
                <a:lnTo>
                  <a:pt x="12498" y="15720"/>
                </a:lnTo>
                <a:lnTo>
                  <a:pt x="12586" y="15488"/>
                </a:lnTo>
                <a:lnTo>
                  <a:pt x="12674" y="15295"/>
                </a:lnTo>
                <a:lnTo>
                  <a:pt x="12762" y="15063"/>
                </a:lnTo>
                <a:lnTo>
                  <a:pt x="12863" y="14870"/>
                </a:lnTo>
                <a:lnTo>
                  <a:pt x="13001" y="14690"/>
                </a:lnTo>
                <a:lnTo>
                  <a:pt x="13089" y="14458"/>
                </a:lnTo>
                <a:lnTo>
                  <a:pt x="13177" y="14265"/>
                </a:lnTo>
                <a:lnTo>
                  <a:pt x="13265" y="14033"/>
                </a:lnTo>
                <a:lnTo>
                  <a:pt x="13366" y="13840"/>
                </a:lnTo>
                <a:lnTo>
                  <a:pt x="13504" y="13660"/>
                </a:lnTo>
                <a:lnTo>
                  <a:pt x="13592" y="13428"/>
                </a:lnTo>
                <a:lnTo>
                  <a:pt x="13680" y="13235"/>
                </a:lnTo>
                <a:lnTo>
                  <a:pt x="13768" y="13003"/>
                </a:lnTo>
                <a:lnTo>
                  <a:pt x="13869" y="12810"/>
                </a:lnTo>
                <a:lnTo>
                  <a:pt x="14007" y="12578"/>
                </a:lnTo>
                <a:lnTo>
                  <a:pt x="14095" y="12385"/>
                </a:lnTo>
                <a:lnTo>
                  <a:pt x="14183" y="12205"/>
                </a:lnTo>
                <a:lnTo>
                  <a:pt x="14284" y="11973"/>
                </a:lnTo>
                <a:lnTo>
                  <a:pt x="14372" y="11780"/>
                </a:lnTo>
                <a:lnTo>
                  <a:pt x="14510" y="11548"/>
                </a:lnTo>
                <a:lnTo>
                  <a:pt x="14598" y="11355"/>
                </a:lnTo>
                <a:lnTo>
                  <a:pt x="14686" y="11123"/>
                </a:lnTo>
                <a:lnTo>
                  <a:pt x="14787" y="10930"/>
                </a:lnTo>
                <a:lnTo>
                  <a:pt x="14875" y="10750"/>
                </a:lnTo>
                <a:lnTo>
                  <a:pt x="15013" y="10518"/>
                </a:lnTo>
                <a:lnTo>
                  <a:pt x="15101" y="10325"/>
                </a:lnTo>
                <a:lnTo>
                  <a:pt x="15189" y="10093"/>
                </a:lnTo>
                <a:lnTo>
                  <a:pt x="15290" y="9900"/>
                </a:lnTo>
                <a:lnTo>
                  <a:pt x="15378" y="9669"/>
                </a:lnTo>
                <a:lnTo>
                  <a:pt x="15516" y="9475"/>
                </a:lnTo>
                <a:lnTo>
                  <a:pt x="15604" y="9244"/>
                </a:lnTo>
                <a:lnTo>
                  <a:pt x="15692" y="9063"/>
                </a:lnTo>
                <a:lnTo>
                  <a:pt x="15793" y="8870"/>
                </a:lnTo>
                <a:lnTo>
                  <a:pt x="15881" y="8639"/>
                </a:lnTo>
                <a:lnTo>
                  <a:pt x="16019" y="8445"/>
                </a:lnTo>
                <a:lnTo>
                  <a:pt x="16107" y="8214"/>
                </a:lnTo>
                <a:lnTo>
                  <a:pt x="16195" y="8021"/>
                </a:lnTo>
                <a:lnTo>
                  <a:pt x="16296" y="7789"/>
                </a:lnTo>
                <a:lnTo>
                  <a:pt x="16384" y="7609"/>
                </a:lnTo>
                <a:lnTo>
                  <a:pt x="16522" y="7364"/>
                </a:lnTo>
                <a:lnTo>
                  <a:pt x="16610" y="7184"/>
                </a:lnTo>
                <a:lnTo>
                  <a:pt x="16698" y="6952"/>
                </a:lnTo>
                <a:lnTo>
                  <a:pt x="16799" y="6759"/>
                </a:lnTo>
                <a:lnTo>
                  <a:pt x="16887" y="6527"/>
                </a:lnTo>
                <a:lnTo>
                  <a:pt x="17025" y="6334"/>
                </a:lnTo>
                <a:lnTo>
                  <a:pt x="17113" y="6102"/>
                </a:lnTo>
                <a:lnTo>
                  <a:pt x="17201" y="5909"/>
                </a:lnTo>
                <a:lnTo>
                  <a:pt x="17302" y="5729"/>
                </a:lnTo>
                <a:lnTo>
                  <a:pt x="17390" y="5497"/>
                </a:lnTo>
                <a:lnTo>
                  <a:pt x="17528" y="5304"/>
                </a:lnTo>
                <a:lnTo>
                  <a:pt x="17616" y="5072"/>
                </a:lnTo>
                <a:lnTo>
                  <a:pt x="17704" y="4879"/>
                </a:lnTo>
                <a:lnTo>
                  <a:pt x="17805" y="4647"/>
                </a:lnTo>
                <a:lnTo>
                  <a:pt x="17893" y="4454"/>
                </a:lnTo>
                <a:lnTo>
                  <a:pt x="18031" y="4222"/>
                </a:lnTo>
                <a:lnTo>
                  <a:pt x="18119" y="4042"/>
                </a:lnTo>
                <a:lnTo>
                  <a:pt x="18220" y="3798"/>
                </a:lnTo>
                <a:lnTo>
                  <a:pt x="18308" y="3617"/>
                </a:lnTo>
                <a:lnTo>
                  <a:pt x="18396" y="3386"/>
                </a:lnTo>
                <a:lnTo>
                  <a:pt x="18534" y="3192"/>
                </a:lnTo>
                <a:lnTo>
                  <a:pt x="18622" y="2961"/>
                </a:lnTo>
                <a:lnTo>
                  <a:pt x="18722" y="2768"/>
                </a:lnTo>
                <a:lnTo>
                  <a:pt x="18810" y="2536"/>
                </a:lnTo>
                <a:lnTo>
                  <a:pt x="18899" y="2343"/>
                </a:lnTo>
                <a:lnTo>
                  <a:pt x="19037" y="2111"/>
                </a:lnTo>
                <a:lnTo>
                  <a:pt x="19125" y="1931"/>
                </a:lnTo>
                <a:lnTo>
                  <a:pt x="19225" y="1686"/>
                </a:lnTo>
                <a:lnTo>
                  <a:pt x="19313" y="1506"/>
                </a:lnTo>
                <a:lnTo>
                  <a:pt x="19401" y="1274"/>
                </a:lnTo>
                <a:lnTo>
                  <a:pt x="19540" y="1029"/>
                </a:lnTo>
                <a:lnTo>
                  <a:pt x="19628" y="849"/>
                </a:lnTo>
                <a:lnTo>
                  <a:pt x="19728" y="617"/>
                </a:lnTo>
                <a:lnTo>
                  <a:pt x="19816" y="424"/>
                </a:lnTo>
                <a:lnTo>
                  <a:pt x="19904" y="193"/>
                </a:lnTo>
                <a:lnTo>
                  <a:pt x="20043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7288961" y="2980729"/>
            <a:ext cx="20005" cy="43723"/>
          </a:xfrm>
          <a:custGeom>
            <a:avLst/>
            <a:gdLst/>
            <a:ahLst/>
            <a:cxnLst/>
            <a:rect l="l" t="t" r="r" b="b"/>
            <a:pathLst>
              <a:path w="20005" h="43723">
                <a:moveTo>
                  <a:pt x="0" y="43723"/>
                </a:moveTo>
                <a:lnTo>
                  <a:pt x="88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1" y="42229"/>
                </a:lnTo>
                <a:lnTo>
                  <a:pt x="779" y="42036"/>
                </a:lnTo>
                <a:lnTo>
                  <a:pt x="867" y="41805"/>
                </a:lnTo>
                <a:lnTo>
                  <a:pt x="1005" y="41611"/>
                </a:lnTo>
                <a:lnTo>
                  <a:pt x="1093" y="41380"/>
                </a:lnTo>
                <a:lnTo>
                  <a:pt x="1194" y="41148"/>
                </a:lnTo>
                <a:lnTo>
                  <a:pt x="1282" y="40955"/>
                </a:lnTo>
                <a:lnTo>
                  <a:pt x="1370" y="40723"/>
                </a:lnTo>
                <a:lnTo>
                  <a:pt x="1508" y="40530"/>
                </a:lnTo>
                <a:lnTo>
                  <a:pt x="1596" y="40298"/>
                </a:lnTo>
                <a:lnTo>
                  <a:pt x="1697" y="40118"/>
                </a:lnTo>
                <a:lnTo>
                  <a:pt x="1785" y="39873"/>
                </a:lnTo>
                <a:lnTo>
                  <a:pt x="1873" y="39693"/>
                </a:lnTo>
                <a:lnTo>
                  <a:pt x="2011" y="39461"/>
                </a:lnTo>
                <a:lnTo>
                  <a:pt x="2112" y="39217"/>
                </a:lnTo>
                <a:lnTo>
                  <a:pt x="2200" y="39036"/>
                </a:lnTo>
                <a:lnTo>
                  <a:pt x="2288" y="38805"/>
                </a:lnTo>
                <a:lnTo>
                  <a:pt x="2376" y="38612"/>
                </a:lnTo>
                <a:lnTo>
                  <a:pt x="2514" y="38380"/>
                </a:lnTo>
                <a:lnTo>
                  <a:pt x="2615" y="38187"/>
                </a:lnTo>
                <a:lnTo>
                  <a:pt x="2703" y="37955"/>
                </a:lnTo>
                <a:lnTo>
                  <a:pt x="2791" y="37723"/>
                </a:lnTo>
                <a:lnTo>
                  <a:pt x="2879" y="37530"/>
                </a:lnTo>
                <a:lnTo>
                  <a:pt x="3017" y="37298"/>
                </a:lnTo>
                <a:lnTo>
                  <a:pt x="3118" y="37105"/>
                </a:lnTo>
                <a:lnTo>
                  <a:pt x="3206" y="36873"/>
                </a:lnTo>
                <a:lnTo>
                  <a:pt x="3294" y="36693"/>
                </a:lnTo>
                <a:lnTo>
                  <a:pt x="3382" y="36449"/>
                </a:lnTo>
                <a:lnTo>
                  <a:pt x="3520" y="36217"/>
                </a:lnTo>
                <a:lnTo>
                  <a:pt x="3621" y="36037"/>
                </a:lnTo>
                <a:lnTo>
                  <a:pt x="3709" y="35792"/>
                </a:lnTo>
                <a:lnTo>
                  <a:pt x="3797" y="35612"/>
                </a:lnTo>
                <a:lnTo>
                  <a:pt x="3885" y="35367"/>
                </a:lnTo>
                <a:lnTo>
                  <a:pt x="4023" y="35135"/>
                </a:lnTo>
                <a:lnTo>
                  <a:pt x="4124" y="34955"/>
                </a:lnTo>
                <a:lnTo>
                  <a:pt x="4212" y="34710"/>
                </a:lnTo>
                <a:lnTo>
                  <a:pt x="4300" y="34530"/>
                </a:lnTo>
                <a:lnTo>
                  <a:pt x="4400" y="34298"/>
                </a:lnTo>
                <a:lnTo>
                  <a:pt x="4526" y="34054"/>
                </a:lnTo>
                <a:lnTo>
                  <a:pt x="4627" y="33874"/>
                </a:lnTo>
                <a:lnTo>
                  <a:pt x="4715" y="33642"/>
                </a:lnTo>
                <a:lnTo>
                  <a:pt x="4803" y="33449"/>
                </a:lnTo>
                <a:lnTo>
                  <a:pt x="4903" y="33217"/>
                </a:lnTo>
                <a:lnTo>
                  <a:pt x="5029" y="32985"/>
                </a:lnTo>
                <a:lnTo>
                  <a:pt x="5130" y="32792"/>
                </a:lnTo>
                <a:lnTo>
                  <a:pt x="5218" y="32560"/>
                </a:lnTo>
                <a:lnTo>
                  <a:pt x="5306" y="32367"/>
                </a:lnTo>
                <a:lnTo>
                  <a:pt x="5406" y="32135"/>
                </a:lnTo>
                <a:lnTo>
                  <a:pt x="5545" y="31904"/>
                </a:lnTo>
                <a:lnTo>
                  <a:pt x="5633" y="31711"/>
                </a:lnTo>
                <a:lnTo>
                  <a:pt x="5721" y="31479"/>
                </a:lnTo>
                <a:lnTo>
                  <a:pt x="5809" y="31247"/>
                </a:lnTo>
                <a:lnTo>
                  <a:pt x="5909" y="31054"/>
                </a:lnTo>
                <a:lnTo>
                  <a:pt x="6048" y="30822"/>
                </a:lnTo>
                <a:lnTo>
                  <a:pt x="6136" y="30629"/>
                </a:lnTo>
                <a:lnTo>
                  <a:pt x="6224" y="30397"/>
                </a:lnTo>
                <a:lnTo>
                  <a:pt x="6312" y="30166"/>
                </a:lnTo>
                <a:lnTo>
                  <a:pt x="6412" y="29972"/>
                </a:lnTo>
                <a:lnTo>
                  <a:pt x="6551" y="29741"/>
                </a:lnTo>
                <a:lnTo>
                  <a:pt x="6639" y="29509"/>
                </a:lnTo>
                <a:lnTo>
                  <a:pt x="6727" y="29316"/>
                </a:lnTo>
                <a:lnTo>
                  <a:pt x="6815" y="29084"/>
                </a:lnTo>
                <a:lnTo>
                  <a:pt x="6915" y="28904"/>
                </a:lnTo>
                <a:lnTo>
                  <a:pt x="7054" y="28659"/>
                </a:lnTo>
                <a:lnTo>
                  <a:pt x="7142" y="28427"/>
                </a:lnTo>
                <a:lnTo>
                  <a:pt x="7230" y="28247"/>
                </a:lnTo>
                <a:lnTo>
                  <a:pt x="7318" y="28003"/>
                </a:lnTo>
                <a:lnTo>
                  <a:pt x="7418" y="27771"/>
                </a:lnTo>
                <a:lnTo>
                  <a:pt x="7557" y="27591"/>
                </a:lnTo>
                <a:lnTo>
                  <a:pt x="7645" y="27346"/>
                </a:lnTo>
                <a:lnTo>
                  <a:pt x="7733" y="27114"/>
                </a:lnTo>
                <a:lnTo>
                  <a:pt x="7821" y="26921"/>
                </a:lnTo>
                <a:lnTo>
                  <a:pt x="7921" y="26689"/>
                </a:lnTo>
                <a:lnTo>
                  <a:pt x="8060" y="26458"/>
                </a:lnTo>
                <a:lnTo>
                  <a:pt x="8148" y="26264"/>
                </a:lnTo>
                <a:lnTo>
                  <a:pt x="8236" y="26033"/>
                </a:lnTo>
                <a:lnTo>
                  <a:pt x="8336" y="25801"/>
                </a:lnTo>
                <a:lnTo>
                  <a:pt x="8424" y="25608"/>
                </a:lnTo>
                <a:lnTo>
                  <a:pt x="8563" y="25376"/>
                </a:lnTo>
                <a:lnTo>
                  <a:pt x="8651" y="25144"/>
                </a:lnTo>
                <a:lnTo>
                  <a:pt x="8739" y="24951"/>
                </a:lnTo>
                <a:lnTo>
                  <a:pt x="8839" y="24719"/>
                </a:lnTo>
                <a:lnTo>
                  <a:pt x="8927" y="24488"/>
                </a:lnTo>
                <a:lnTo>
                  <a:pt x="9065" y="24295"/>
                </a:lnTo>
                <a:lnTo>
                  <a:pt x="9154" y="24063"/>
                </a:lnTo>
                <a:lnTo>
                  <a:pt x="9242" y="23831"/>
                </a:lnTo>
                <a:lnTo>
                  <a:pt x="9342" y="23638"/>
                </a:lnTo>
                <a:lnTo>
                  <a:pt x="9430" y="23406"/>
                </a:lnTo>
                <a:lnTo>
                  <a:pt x="9568" y="23174"/>
                </a:lnTo>
                <a:lnTo>
                  <a:pt x="9656" y="22981"/>
                </a:lnTo>
                <a:lnTo>
                  <a:pt x="9744" y="22750"/>
                </a:lnTo>
                <a:lnTo>
                  <a:pt x="9845" y="22518"/>
                </a:lnTo>
                <a:lnTo>
                  <a:pt x="9933" y="22325"/>
                </a:lnTo>
                <a:lnTo>
                  <a:pt x="10071" y="22093"/>
                </a:lnTo>
                <a:lnTo>
                  <a:pt x="10159" y="21861"/>
                </a:lnTo>
                <a:lnTo>
                  <a:pt x="10247" y="21668"/>
                </a:lnTo>
                <a:lnTo>
                  <a:pt x="10348" y="21436"/>
                </a:lnTo>
                <a:lnTo>
                  <a:pt x="10436" y="21205"/>
                </a:lnTo>
                <a:lnTo>
                  <a:pt x="10574" y="21011"/>
                </a:lnTo>
                <a:lnTo>
                  <a:pt x="10662" y="20780"/>
                </a:lnTo>
                <a:lnTo>
                  <a:pt x="10750" y="20548"/>
                </a:lnTo>
                <a:lnTo>
                  <a:pt x="10851" y="20316"/>
                </a:lnTo>
                <a:lnTo>
                  <a:pt x="10939" y="20123"/>
                </a:lnTo>
                <a:lnTo>
                  <a:pt x="11077" y="19891"/>
                </a:lnTo>
                <a:lnTo>
                  <a:pt x="11165" y="19660"/>
                </a:lnTo>
                <a:lnTo>
                  <a:pt x="11253" y="19466"/>
                </a:lnTo>
                <a:lnTo>
                  <a:pt x="11354" y="19235"/>
                </a:lnTo>
                <a:lnTo>
                  <a:pt x="11442" y="19003"/>
                </a:lnTo>
                <a:lnTo>
                  <a:pt x="11580" y="18810"/>
                </a:lnTo>
                <a:lnTo>
                  <a:pt x="11668" y="18578"/>
                </a:lnTo>
                <a:lnTo>
                  <a:pt x="11769" y="18346"/>
                </a:lnTo>
                <a:lnTo>
                  <a:pt x="11857" y="18102"/>
                </a:lnTo>
                <a:lnTo>
                  <a:pt x="11945" y="17921"/>
                </a:lnTo>
                <a:lnTo>
                  <a:pt x="12083" y="17690"/>
                </a:lnTo>
                <a:lnTo>
                  <a:pt x="12171" y="17445"/>
                </a:lnTo>
                <a:lnTo>
                  <a:pt x="12272" y="17265"/>
                </a:lnTo>
                <a:lnTo>
                  <a:pt x="12360" y="17033"/>
                </a:lnTo>
                <a:lnTo>
                  <a:pt x="12448" y="16788"/>
                </a:lnTo>
                <a:lnTo>
                  <a:pt x="12586" y="16557"/>
                </a:lnTo>
                <a:lnTo>
                  <a:pt x="12674" y="16364"/>
                </a:lnTo>
                <a:lnTo>
                  <a:pt x="12775" y="16132"/>
                </a:lnTo>
                <a:lnTo>
                  <a:pt x="12863" y="15900"/>
                </a:lnTo>
                <a:lnTo>
                  <a:pt x="12951" y="15668"/>
                </a:lnTo>
                <a:lnTo>
                  <a:pt x="13089" y="15475"/>
                </a:lnTo>
                <a:lnTo>
                  <a:pt x="13177" y="15243"/>
                </a:lnTo>
                <a:lnTo>
                  <a:pt x="13278" y="15012"/>
                </a:lnTo>
                <a:lnTo>
                  <a:pt x="13366" y="14819"/>
                </a:lnTo>
                <a:lnTo>
                  <a:pt x="13454" y="14587"/>
                </a:lnTo>
                <a:lnTo>
                  <a:pt x="13592" y="14355"/>
                </a:lnTo>
                <a:lnTo>
                  <a:pt x="13680" y="14123"/>
                </a:lnTo>
                <a:lnTo>
                  <a:pt x="13781" y="13930"/>
                </a:lnTo>
                <a:lnTo>
                  <a:pt x="13869" y="13698"/>
                </a:lnTo>
                <a:lnTo>
                  <a:pt x="13957" y="13467"/>
                </a:lnTo>
                <a:lnTo>
                  <a:pt x="14095" y="13222"/>
                </a:lnTo>
                <a:lnTo>
                  <a:pt x="14183" y="13042"/>
                </a:lnTo>
                <a:lnTo>
                  <a:pt x="14284" y="12810"/>
                </a:lnTo>
                <a:lnTo>
                  <a:pt x="14372" y="12565"/>
                </a:lnTo>
                <a:lnTo>
                  <a:pt x="14460" y="12334"/>
                </a:lnTo>
                <a:lnTo>
                  <a:pt x="14598" y="12141"/>
                </a:lnTo>
                <a:lnTo>
                  <a:pt x="14686" y="11909"/>
                </a:lnTo>
                <a:lnTo>
                  <a:pt x="14787" y="11677"/>
                </a:lnTo>
                <a:lnTo>
                  <a:pt x="14875" y="11445"/>
                </a:lnTo>
                <a:lnTo>
                  <a:pt x="14963" y="11252"/>
                </a:lnTo>
                <a:lnTo>
                  <a:pt x="15101" y="11020"/>
                </a:lnTo>
                <a:lnTo>
                  <a:pt x="15189" y="10789"/>
                </a:lnTo>
                <a:lnTo>
                  <a:pt x="15290" y="10557"/>
                </a:lnTo>
                <a:lnTo>
                  <a:pt x="15378" y="10364"/>
                </a:lnTo>
                <a:lnTo>
                  <a:pt x="15466" y="10132"/>
                </a:lnTo>
                <a:lnTo>
                  <a:pt x="15604" y="9900"/>
                </a:lnTo>
                <a:lnTo>
                  <a:pt x="15705" y="9656"/>
                </a:lnTo>
                <a:lnTo>
                  <a:pt x="15793" y="9424"/>
                </a:lnTo>
                <a:lnTo>
                  <a:pt x="15881" y="9244"/>
                </a:lnTo>
                <a:lnTo>
                  <a:pt x="15969" y="8999"/>
                </a:lnTo>
                <a:lnTo>
                  <a:pt x="16107" y="8767"/>
                </a:lnTo>
                <a:lnTo>
                  <a:pt x="16208" y="8536"/>
                </a:lnTo>
                <a:lnTo>
                  <a:pt x="16296" y="8342"/>
                </a:lnTo>
                <a:lnTo>
                  <a:pt x="16384" y="8111"/>
                </a:lnTo>
                <a:lnTo>
                  <a:pt x="16472" y="7879"/>
                </a:lnTo>
                <a:lnTo>
                  <a:pt x="16610" y="7647"/>
                </a:lnTo>
                <a:lnTo>
                  <a:pt x="16711" y="7454"/>
                </a:lnTo>
                <a:lnTo>
                  <a:pt x="16799" y="7222"/>
                </a:lnTo>
                <a:lnTo>
                  <a:pt x="16887" y="6991"/>
                </a:lnTo>
                <a:lnTo>
                  <a:pt x="16975" y="6746"/>
                </a:lnTo>
                <a:lnTo>
                  <a:pt x="17113" y="6514"/>
                </a:lnTo>
                <a:lnTo>
                  <a:pt x="17214" y="6334"/>
                </a:lnTo>
                <a:lnTo>
                  <a:pt x="17302" y="6089"/>
                </a:lnTo>
                <a:lnTo>
                  <a:pt x="17390" y="5858"/>
                </a:lnTo>
                <a:lnTo>
                  <a:pt x="17478" y="5626"/>
                </a:lnTo>
                <a:lnTo>
                  <a:pt x="17616" y="5394"/>
                </a:lnTo>
                <a:lnTo>
                  <a:pt x="17717" y="5201"/>
                </a:lnTo>
                <a:lnTo>
                  <a:pt x="17805" y="4969"/>
                </a:lnTo>
                <a:lnTo>
                  <a:pt x="17893" y="4737"/>
                </a:lnTo>
                <a:lnTo>
                  <a:pt x="17993" y="4493"/>
                </a:lnTo>
                <a:lnTo>
                  <a:pt x="18119" y="4261"/>
                </a:lnTo>
                <a:lnTo>
                  <a:pt x="18219" y="4081"/>
                </a:lnTo>
                <a:lnTo>
                  <a:pt x="18308" y="3836"/>
                </a:lnTo>
                <a:lnTo>
                  <a:pt x="18396" y="3604"/>
                </a:lnTo>
                <a:lnTo>
                  <a:pt x="18496" y="3373"/>
                </a:lnTo>
                <a:lnTo>
                  <a:pt x="18622" y="3141"/>
                </a:lnTo>
                <a:lnTo>
                  <a:pt x="18722" y="2948"/>
                </a:lnTo>
                <a:lnTo>
                  <a:pt x="18810" y="2716"/>
                </a:lnTo>
                <a:lnTo>
                  <a:pt x="18899" y="2484"/>
                </a:lnTo>
                <a:lnTo>
                  <a:pt x="18999" y="2253"/>
                </a:lnTo>
                <a:lnTo>
                  <a:pt x="19137" y="2008"/>
                </a:lnTo>
                <a:lnTo>
                  <a:pt x="19225" y="1828"/>
                </a:lnTo>
                <a:lnTo>
                  <a:pt x="19313" y="1583"/>
                </a:lnTo>
                <a:lnTo>
                  <a:pt x="19401" y="1351"/>
                </a:lnTo>
                <a:lnTo>
                  <a:pt x="19502" y="1120"/>
                </a:lnTo>
                <a:lnTo>
                  <a:pt x="19640" y="888"/>
                </a:lnTo>
                <a:lnTo>
                  <a:pt x="19728" y="656"/>
                </a:lnTo>
                <a:lnTo>
                  <a:pt x="19816" y="463"/>
                </a:lnTo>
                <a:lnTo>
                  <a:pt x="19904" y="231"/>
                </a:lnTo>
                <a:lnTo>
                  <a:pt x="20005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7308966" y="2934598"/>
            <a:ext cx="20043" cy="46131"/>
          </a:xfrm>
          <a:custGeom>
            <a:avLst/>
            <a:gdLst/>
            <a:ahLst/>
            <a:cxnLst/>
            <a:rect l="l" t="t" r="r" b="b"/>
            <a:pathLst>
              <a:path w="20043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4" y="45474"/>
                </a:lnTo>
                <a:lnTo>
                  <a:pt x="402" y="45229"/>
                </a:lnTo>
                <a:lnTo>
                  <a:pt x="502" y="44998"/>
                </a:lnTo>
                <a:lnTo>
                  <a:pt x="641" y="44766"/>
                </a:lnTo>
                <a:lnTo>
                  <a:pt x="729" y="44534"/>
                </a:lnTo>
                <a:lnTo>
                  <a:pt x="817" y="44289"/>
                </a:lnTo>
                <a:lnTo>
                  <a:pt x="905" y="44109"/>
                </a:lnTo>
                <a:lnTo>
                  <a:pt x="1005" y="43877"/>
                </a:lnTo>
                <a:lnTo>
                  <a:pt x="1144" y="43633"/>
                </a:lnTo>
                <a:lnTo>
                  <a:pt x="1232" y="43401"/>
                </a:lnTo>
                <a:lnTo>
                  <a:pt x="1320" y="43169"/>
                </a:lnTo>
                <a:lnTo>
                  <a:pt x="1408" y="42938"/>
                </a:lnTo>
                <a:lnTo>
                  <a:pt x="1508" y="42706"/>
                </a:lnTo>
                <a:lnTo>
                  <a:pt x="1647" y="42513"/>
                </a:lnTo>
                <a:lnTo>
                  <a:pt x="1735" y="42281"/>
                </a:lnTo>
                <a:lnTo>
                  <a:pt x="1823" y="42049"/>
                </a:lnTo>
                <a:lnTo>
                  <a:pt x="1923" y="41805"/>
                </a:lnTo>
                <a:lnTo>
                  <a:pt x="2011" y="41573"/>
                </a:lnTo>
                <a:lnTo>
                  <a:pt x="2150" y="41341"/>
                </a:lnTo>
                <a:lnTo>
                  <a:pt x="2238" y="41148"/>
                </a:lnTo>
                <a:lnTo>
                  <a:pt x="2326" y="40916"/>
                </a:lnTo>
                <a:lnTo>
                  <a:pt x="2426" y="40684"/>
                </a:lnTo>
                <a:lnTo>
                  <a:pt x="2514" y="40453"/>
                </a:lnTo>
                <a:lnTo>
                  <a:pt x="2653" y="40208"/>
                </a:lnTo>
                <a:lnTo>
                  <a:pt x="2741" y="39976"/>
                </a:lnTo>
                <a:lnTo>
                  <a:pt x="2829" y="39745"/>
                </a:lnTo>
                <a:lnTo>
                  <a:pt x="2929" y="39551"/>
                </a:lnTo>
                <a:lnTo>
                  <a:pt x="3017" y="39320"/>
                </a:lnTo>
                <a:lnTo>
                  <a:pt x="3156" y="39088"/>
                </a:lnTo>
                <a:lnTo>
                  <a:pt x="3244" y="38856"/>
                </a:lnTo>
                <a:lnTo>
                  <a:pt x="3332" y="38612"/>
                </a:lnTo>
                <a:lnTo>
                  <a:pt x="3432" y="38380"/>
                </a:lnTo>
                <a:lnTo>
                  <a:pt x="3520" y="38148"/>
                </a:lnTo>
                <a:lnTo>
                  <a:pt x="3659" y="37916"/>
                </a:lnTo>
                <a:lnTo>
                  <a:pt x="3747" y="37723"/>
                </a:lnTo>
                <a:lnTo>
                  <a:pt x="3835" y="37491"/>
                </a:lnTo>
                <a:lnTo>
                  <a:pt x="3935" y="37260"/>
                </a:lnTo>
                <a:lnTo>
                  <a:pt x="4023" y="37028"/>
                </a:lnTo>
                <a:lnTo>
                  <a:pt x="4162" y="36783"/>
                </a:lnTo>
                <a:lnTo>
                  <a:pt x="4250" y="36552"/>
                </a:lnTo>
                <a:lnTo>
                  <a:pt x="4338" y="36320"/>
                </a:lnTo>
                <a:lnTo>
                  <a:pt x="4438" y="36088"/>
                </a:lnTo>
                <a:lnTo>
                  <a:pt x="4526" y="35895"/>
                </a:lnTo>
                <a:lnTo>
                  <a:pt x="4665" y="35663"/>
                </a:lnTo>
                <a:lnTo>
                  <a:pt x="4753" y="35431"/>
                </a:lnTo>
                <a:lnTo>
                  <a:pt x="4841" y="35187"/>
                </a:lnTo>
                <a:lnTo>
                  <a:pt x="4941" y="34955"/>
                </a:lnTo>
                <a:lnTo>
                  <a:pt x="5029" y="34723"/>
                </a:lnTo>
                <a:lnTo>
                  <a:pt x="5167" y="34492"/>
                </a:lnTo>
                <a:lnTo>
                  <a:pt x="5256" y="34260"/>
                </a:lnTo>
                <a:lnTo>
                  <a:pt x="5356" y="34015"/>
                </a:lnTo>
                <a:lnTo>
                  <a:pt x="5444" y="33835"/>
                </a:lnTo>
                <a:lnTo>
                  <a:pt x="5532" y="33603"/>
                </a:lnTo>
                <a:lnTo>
                  <a:pt x="5670" y="33359"/>
                </a:lnTo>
                <a:lnTo>
                  <a:pt x="5758" y="33127"/>
                </a:lnTo>
                <a:lnTo>
                  <a:pt x="5859" y="32895"/>
                </a:lnTo>
                <a:lnTo>
                  <a:pt x="5947" y="32663"/>
                </a:lnTo>
                <a:lnTo>
                  <a:pt x="6035" y="32419"/>
                </a:lnTo>
                <a:lnTo>
                  <a:pt x="6173" y="32187"/>
                </a:lnTo>
                <a:lnTo>
                  <a:pt x="6261" y="31955"/>
                </a:lnTo>
                <a:lnTo>
                  <a:pt x="6362" y="31762"/>
                </a:lnTo>
                <a:lnTo>
                  <a:pt x="6450" y="31530"/>
                </a:lnTo>
                <a:lnTo>
                  <a:pt x="6538" y="31299"/>
                </a:lnTo>
                <a:lnTo>
                  <a:pt x="6676" y="31067"/>
                </a:lnTo>
                <a:lnTo>
                  <a:pt x="6764" y="30822"/>
                </a:lnTo>
                <a:lnTo>
                  <a:pt x="6865" y="30590"/>
                </a:lnTo>
                <a:lnTo>
                  <a:pt x="6953" y="30359"/>
                </a:lnTo>
                <a:lnTo>
                  <a:pt x="7041" y="30127"/>
                </a:lnTo>
                <a:lnTo>
                  <a:pt x="7179" y="29895"/>
                </a:lnTo>
                <a:lnTo>
                  <a:pt x="7267" y="29651"/>
                </a:lnTo>
                <a:lnTo>
                  <a:pt x="7368" y="29419"/>
                </a:lnTo>
                <a:lnTo>
                  <a:pt x="7456" y="29239"/>
                </a:lnTo>
                <a:lnTo>
                  <a:pt x="7544" y="28994"/>
                </a:lnTo>
                <a:lnTo>
                  <a:pt x="7682" y="28762"/>
                </a:lnTo>
                <a:lnTo>
                  <a:pt x="7770" y="28530"/>
                </a:lnTo>
                <a:lnTo>
                  <a:pt x="7871" y="28299"/>
                </a:lnTo>
                <a:lnTo>
                  <a:pt x="7959" y="28054"/>
                </a:lnTo>
                <a:lnTo>
                  <a:pt x="8047" y="27822"/>
                </a:lnTo>
                <a:lnTo>
                  <a:pt x="8185" y="27591"/>
                </a:lnTo>
                <a:lnTo>
                  <a:pt x="8273" y="27359"/>
                </a:lnTo>
                <a:lnTo>
                  <a:pt x="8374" y="27127"/>
                </a:lnTo>
                <a:lnTo>
                  <a:pt x="8462" y="26882"/>
                </a:lnTo>
                <a:lnTo>
                  <a:pt x="8550" y="26651"/>
                </a:lnTo>
                <a:lnTo>
                  <a:pt x="8688" y="26419"/>
                </a:lnTo>
                <a:lnTo>
                  <a:pt x="8776" y="26187"/>
                </a:lnTo>
                <a:lnTo>
                  <a:pt x="8877" y="25994"/>
                </a:lnTo>
                <a:lnTo>
                  <a:pt x="8965" y="25762"/>
                </a:lnTo>
                <a:lnTo>
                  <a:pt x="9053" y="25531"/>
                </a:lnTo>
                <a:lnTo>
                  <a:pt x="9191" y="25286"/>
                </a:lnTo>
                <a:lnTo>
                  <a:pt x="9292" y="25054"/>
                </a:lnTo>
                <a:lnTo>
                  <a:pt x="9380" y="24822"/>
                </a:lnTo>
                <a:lnTo>
                  <a:pt x="9468" y="24591"/>
                </a:lnTo>
                <a:lnTo>
                  <a:pt x="9556" y="24359"/>
                </a:lnTo>
                <a:lnTo>
                  <a:pt x="9694" y="24114"/>
                </a:lnTo>
                <a:lnTo>
                  <a:pt x="9795" y="23883"/>
                </a:lnTo>
                <a:lnTo>
                  <a:pt x="9883" y="23651"/>
                </a:lnTo>
                <a:lnTo>
                  <a:pt x="9971" y="23419"/>
                </a:lnTo>
                <a:lnTo>
                  <a:pt x="10059" y="23174"/>
                </a:lnTo>
                <a:lnTo>
                  <a:pt x="10197" y="22943"/>
                </a:lnTo>
                <a:lnTo>
                  <a:pt x="10298" y="22711"/>
                </a:lnTo>
                <a:lnTo>
                  <a:pt x="10386" y="22479"/>
                </a:lnTo>
                <a:lnTo>
                  <a:pt x="10474" y="22247"/>
                </a:lnTo>
                <a:lnTo>
                  <a:pt x="10562" y="22054"/>
                </a:lnTo>
                <a:lnTo>
                  <a:pt x="10700" y="21823"/>
                </a:lnTo>
                <a:lnTo>
                  <a:pt x="10801" y="21591"/>
                </a:lnTo>
                <a:lnTo>
                  <a:pt x="10889" y="21346"/>
                </a:lnTo>
                <a:lnTo>
                  <a:pt x="10977" y="21114"/>
                </a:lnTo>
                <a:lnTo>
                  <a:pt x="11065" y="20883"/>
                </a:lnTo>
                <a:lnTo>
                  <a:pt x="11203" y="20651"/>
                </a:lnTo>
                <a:lnTo>
                  <a:pt x="11304" y="20406"/>
                </a:lnTo>
                <a:lnTo>
                  <a:pt x="11392" y="20175"/>
                </a:lnTo>
                <a:lnTo>
                  <a:pt x="11480" y="19943"/>
                </a:lnTo>
                <a:lnTo>
                  <a:pt x="11580" y="19711"/>
                </a:lnTo>
                <a:lnTo>
                  <a:pt x="11706" y="19479"/>
                </a:lnTo>
                <a:lnTo>
                  <a:pt x="11807" y="19235"/>
                </a:lnTo>
                <a:lnTo>
                  <a:pt x="11895" y="19003"/>
                </a:lnTo>
                <a:lnTo>
                  <a:pt x="11983" y="18771"/>
                </a:lnTo>
                <a:lnTo>
                  <a:pt x="12083" y="18539"/>
                </a:lnTo>
                <a:lnTo>
                  <a:pt x="12209" y="18295"/>
                </a:lnTo>
                <a:lnTo>
                  <a:pt x="12310" y="18063"/>
                </a:lnTo>
                <a:lnTo>
                  <a:pt x="12398" y="17831"/>
                </a:lnTo>
                <a:lnTo>
                  <a:pt x="12486" y="17600"/>
                </a:lnTo>
                <a:lnTo>
                  <a:pt x="12586" y="17368"/>
                </a:lnTo>
                <a:lnTo>
                  <a:pt x="12712" y="17123"/>
                </a:lnTo>
                <a:lnTo>
                  <a:pt x="12813" y="16891"/>
                </a:lnTo>
                <a:lnTo>
                  <a:pt x="12901" y="16660"/>
                </a:lnTo>
                <a:lnTo>
                  <a:pt x="12989" y="16428"/>
                </a:lnTo>
                <a:lnTo>
                  <a:pt x="13089" y="16183"/>
                </a:lnTo>
                <a:lnTo>
                  <a:pt x="13228" y="15952"/>
                </a:lnTo>
                <a:lnTo>
                  <a:pt x="13316" y="15720"/>
                </a:lnTo>
                <a:lnTo>
                  <a:pt x="13404" y="15488"/>
                </a:lnTo>
                <a:lnTo>
                  <a:pt x="13492" y="15256"/>
                </a:lnTo>
                <a:lnTo>
                  <a:pt x="13592" y="15063"/>
                </a:lnTo>
                <a:lnTo>
                  <a:pt x="13731" y="14831"/>
                </a:lnTo>
                <a:lnTo>
                  <a:pt x="13819" y="14600"/>
                </a:lnTo>
                <a:lnTo>
                  <a:pt x="13907" y="14355"/>
                </a:lnTo>
                <a:lnTo>
                  <a:pt x="13995" y="14123"/>
                </a:lnTo>
                <a:lnTo>
                  <a:pt x="14095" y="13892"/>
                </a:lnTo>
                <a:lnTo>
                  <a:pt x="14233" y="13660"/>
                </a:lnTo>
                <a:lnTo>
                  <a:pt x="14322" y="13415"/>
                </a:lnTo>
                <a:lnTo>
                  <a:pt x="14410" y="13183"/>
                </a:lnTo>
                <a:lnTo>
                  <a:pt x="14498" y="12952"/>
                </a:lnTo>
                <a:lnTo>
                  <a:pt x="14598" y="12720"/>
                </a:lnTo>
                <a:lnTo>
                  <a:pt x="14736" y="12488"/>
                </a:lnTo>
                <a:lnTo>
                  <a:pt x="14824" y="12244"/>
                </a:lnTo>
                <a:lnTo>
                  <a:pt x="14912" y="12012"/>
                </a:lnTo>
                <a:lnTo>
                  <a:pt x="15001" y="11780"/>
                </a:lnTo>
                <a:lnTo>
                  <a:pt x="15101" y="11548"/>
                </a:lnTo>
                <a:lnTo>
                  <a:pt x="15239" y="11304"/>
                </a:lnTo>
                <a:lnTo>
                  <a:pt x="15327" y="11072"/>
                </a:lnTo>
                <a:lnTo>
                  <a:pt x="15415" y="10840"/>
                </a:lnTo>
                <a:lnTo>
                  <a:pt x="15516" y="10608"/>
                </a:lnTo>
                <a:lnTo>
                  <a:pt x="15604" y="10377"/>
                </a:lnTo>
                <a:lnTo>
                  <a:pt x="15742" y="10132"/>
                </a:lnTo>
                <a:lnTo>
                  <a:pt x="15830" y="9900"/>
                </a:lnTo>
                <a:lnTo>
                  <a:pt x="15918" y="9669"/>
                </a:lnTo>
                <a:lnTo>
                  <a:pt x="16019" y="9437"/>
                </a:lnTo>
                <a:lnTo>
                  <a:pt x="16107" y="9192"/>
                </a:lnTo>
                <a:lnTo>
                  <a:pt x="16245" y="8960"/>
                </a:lnTo>
                <a:lnTo>
                  <a:pt x="16333" y="8729"/>
                </a:lnTo>
                <a:lnTo>
                  <a:pt x="16421" y="8497"/>
                </a:lnTo>
                <a:lnTo>
                  <a:pt x="16522" y="8265"/>
                </a:lnTo>
                <a:lnTo>
                  <a:pt x="16610" y="8021"/>
                </a:lnTo>
                <a:lnTo>
                  <a:pt x="16748" y="7789"/>
                </a:lnTo>
                <a:lnTo>
                  <a:pt x="16836" y="7557"/>
                </a:lnTo>
                <a:lnTo>
                  <a:pt x="16924" y="7274"/>
                </a:lnTo>
                <a:lnTo>
                  <a:pt x="17025" y="7042"/>
                </a:lnTo>
                <a:lnTo>
                  <a:pt x="17113" y="6810"/>
                </a:lnTo>
                <a:lnTo>
                  <a:pt x="17251" y="6566"/>
                </a:lnTo>
                <a:lnTo>
                  <a:pt x="17339" y="6334"/>
                </a:lnTo>
                <a:lnTo>
                  <a:pt x="17427" y="6102"/>
                </a:lnTo>
                <a:lnTo>
                  <a:pt x="17528" y="5870"/>
                </a:lnTo>
                <a:lnTo>
                  <a:pt x="17616" y="5626"/>
                </a:lnTo>
                <a:lnTo>
                  <a:pt x="17754" y="5394"/>
                </a:lnTo>
                <a:lnTo>
                  <a:pt x="17842" y="5162"/>
                </a:lnTo>
                <a:lnTo>
                  <a:pt x="17930" y="4931"/>
                </a:lnTo>
                <a:lnTo>
                  <a:pt x="18031" y="4699"/>
                </a:lnTo>
                <a:lnTo>
                  <a:pt x="18119" y="4454"/>
                </a:lnTo>
                <a:lnTo>
                  <a:pt x="18257" y="4222"/>
                </a:lnTo>
                <a:lnTo>
                  <a:pt x="18345" y="3991"/>
                </a:lnTo>
                <a:lnTo>
                  <a:pt x="18433" y="3759"/>
                </a:lnTo>
                <a:lnTo>
                  <a:pt x="18534" y="3514"/>
                </a:lnTo>
                <a:lnTo>
                  <a:pt x="18622" y="3283"/>
                </a:lnTo>
                <a:lnTo>
                  <a:pt x="18760" y="3051"/>
                </a:lnTo>
                <a:lnTo>
                  <a:pt x="18848" y="2819"/>
                </a:lnTo>
                <a:lnTo>
                  <a:pt x="18936" y="2587"/>
                </a:lnTo>
                <a:lnTo>
                  <a:pt x="19037" y="2343"/>
                </a:lnTo>
                <a:lnTo>
                  <a:pt x="19125" y="2111"/>
                </a:lnTo>
                <a:lnTo>
                  <a:pt x="19263" y="1879"/>
                </a:lnTo>
                <a:lnTo>
                  <a:pt x="19351" y="1647"/>
                </a:lnTo>
                <a:lnTo>
                  <a:pt x="19452" y="1403"/>
                </a:lnTo>
                <a:lnTo>
                  <a:pt x="19540" y="1171"/>
                </a:lnTo>
                <a:lnTo>
                  <a:pt x="19678" y="939"/>
                </a:lnTo>
                <a:lnTo>
                  <a:pt x="19766" y="708"/>
                </a:lnTo>
                <a:lnTo>
                  <a:pt x="19854" y="476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7329010" y="2886742"/>
            <a:ext cx="20043" cy="47856"/>
          </a:xfrm>
          <a:custGeom>
            <a:avLst/>
            <a:gdLst/>
            <a:ahLst/>
            <a:cxnLst/>
            <a:rect l="l" t="t" r="r" b="b"/>
            <a:pathLst>
              <a:path w="20043" h="47856">
                <a:moveTo>
                  <a:pt x="0" y="47856"/>
                </a:moveTo>
                <a:lnTo>
                  <a:pt x="138" y="47573"/>
                </a:lnTo>
                <a:lnTo>
                  <a:pt x="226" y="47341"/>
                </a:lnTo>
                <a:lnTo>
                  <a:pt x="314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1" y="46401"/>
                </a:lnTo>
                <a:lnTo>
                  <a:pt x="729" y="46169"/>
                </a:lnTo>
                <a:lnTo>
                  <a:pt x="817" y="45937"/>
                </a:lnTo>
                <a:lnTo>
                  <a:pt x="917" y="45693"/>
                </a:lnTo>
                <a:lnTo>
                  <a:pt x="1005" y="45461"/>
                </a:lnTo>
                <a:lnTo>
                  <a:pt x="1144" y="45229"/>
                </a:lnTo>
                <a:lnTo>
                  <a:pt x="1232" y="44998"/>
                </a:lnTo>
                <a:lnTo>
                  <a:pt x="1320" y="44766"/>
                </a:lnTo>
                <a:lnTo>
                  <a:pt x="1420" y="44521"/>
                </a:lnTo>
                <a:lnTo>
                  <a:pt x="1508" y="44289"/>
                </a:lnTo>
                <a:lnTo>
                  <a:pt x="1647" y="44058"/>
                </a:lnTo>
                <a:lnTo>
                  <a:pt x="1735" y="43826"/>
                </a:lnTo>
                <a:lnTo>
                  <a:pt x="1823" y="43581"/>
                </a:lnTo>
                <a:lnTo>
                  <a:pt x="1923" y="43311"/>
                </a:lnTo>
                <a:lnTo>
                  <a:pt x="2011" y="43066"/>
                </a:lnTo>
                <a:lnTo>
                  <a:pt x="2150" y="42835"/>
                </a:lnTo>
                <a:lnTo>
                  <a:pt x="2238" y="42603"/>
                </a:lnTo>
                <a:lnTo>
                  <a:pt x="2326" y="42371"/>
                </a:lnTo>
                <a:lnTo>
                  <a:pt x="2426" y="42126"/>
                </a:lnTo>
                <a:lnTo>
                  <a:pt x="2514" y="41895"/>
                </a:lnTo>
                <a:lnTo>
                  <a:pt x="2653" y="41663"/>
                </a:lnTo>
                <a:lnTo>
                  <a:pt x="2741" y="41431"/>
                </a:lnTo>
                <a:lnTo>
                  <a:pt x="2841" y="41199"/>
                </a:lnTo>
                <a:lnTo>
                  <a:pt x="2929" y="40955"/>
                </a:lnTo>
                <a:lnTo>
                  <a:pt x="3017" y="40723"/>
                </a:lnTo>
                <a:lnTo>
                  <a:pt x="3156" y="40491"/>
                </a:lnTo>
                <a:lnTo>
                  <a:pt x="3244" y="40260"/>
                </a:lnTo>
                <a:lnTo>
                  <a:pt x="3344" y="39976"/>
                </a:lnTo>
                <a:lnTo>
                  <a:pt x="3432" y="39745"/>
                </a:lnTo>
                <a:lnTo>
                  <a:pt x="3520" y="39500"/>
                </a:lnTo>
                <a:lnTo>
                  <a:pt x="3659" y="39268"/>
                </a:lnTo>
                <a:lnTo>
                  <a:pt x="3747" y="39036"/>
                </a:lnTo>
                <a:lnTo>
                  <a:pt x="3847" y="38805"/>
                </a:lnTo>
                <a:lnTo>
                  <a:pt x="3935" y="38560"/>
                </a:lnTo>
                <a:lnTo>
                  <a:pt x="4023" y="38328"/>
                </a:lnTo>
                <a:lnTo>
                  <a:pt x="4162" y="38097"/>
                </a:lnTo>
                <a:lnTo>
                  <a:pt x="4250" y="37865"/>
                </a:lnTo>
                <a:lnTo>
                  <a:pt x="4350" y="37633"/>
                </a:lnTo>
                <a:lnTo>
                  <a:pt x="4438" y="37388"/>
                </a:lnTo>
                <a:lnTo>
                  <a:pt x="4526" y="37157"/>
                </a:lnTo>
                <a:lnTo>
                  <a:pt x="4665" y="36873"/>
                </a:lnTo>
                <a:lnTo>
                  <a:pt x="4753" y="36642"/>
                </a:lnTo>
                <a:lnTo>
                  <a:pt x="4853" y="36410"/>
                </a:lnTo>
                <a:lnTo>
                  <a:pt x="4941" y="36178"/>
                </a:lnTo>
                <a:lnTo>
                  <a:pt x="5029" y="35934"/>
                </a:lnTo>
                <a:lnTo>
                  <a:pt x="5167" y="35702"/>
                </a:lnTo>
                <a:lnTo>
                  <a:pt x="5256" y="35470"/>
                </a:lnTo>
                <a:lnTo>
                  <a:pt x="5356" y="35238"/>
                </a:lnTo>
                <a:lnTo>
                  <a:pt x="5444" y="35007"/>
                </a:lnTo>
                <a:lnTo>
                  <a:pt x="5532" y="34762"/>
                </a:lnTo>
                <a:lnTo>
                  <a:pt x="5670" y="34530"/>
                </a:lnTo>
                <a:lnTo>
                  <a:pt x="5758" y="34247"/>
                </a:lnTo>
                <a:lnTo>
                  <a:pt x="5859" y="34015"/>
                </a:lnTo>
                <a:lnTo>
                  <a:pt x="5947" y="33783"/>
                </a:lnTo>
                <a:lnTo>
                  <a:pt x="6035" y="33552"/>
                </a:lnTo>
                <a:lnTo>
                  <a:pt x="6173" y="33307"/>
                </a:lnTo>
                <a:lnTo>
                  <a:pt x="6261" y="33075"/>
                </a:lnTo>
                <a:lnTo>
                  <a:pt x="6362" y="32844"/>
                </a:lnTo>
                <a:lnTo>
                  <a:pt x="6450" y="32612"/>
                </a:lnTo>
                <a:lnTo>
                  <a:pt x="6538" y="32367"/>
                </a:lnTo>
                <a:lnTo>
                  <a:pt x="6676" y="32135"/>
                </a:lnTo>
                <a:lnTo>
                  <a:pt x="6777" y="31852"/>
                </a:lnTo>
                <a:lnTo>
                  <a:pt x="6865" y="31620"/>
                </a:lnTo>
                <a:lnTo>
                  <a:pt x="6953" y="31389"/>
                </a:lnTo>
                <a:lnTo>
                  <a:pt x="7041" y="31157"/>
                </a:lnTo>
                <a:lnTo>
                  <a:pt x="7179" y="30912"/>
                </a:lnTo>
                <a:lnTo>
                  <a:pt x="7280" y="30681"/>
                </a:lnTo>
                <a:lnTo>
                  <a:pt x="7368" y="30449"/>
                </a:lnTo>
                <a:lnTo>
                  <a:pt x="7456" y="30217"/>
                </a:lnTo>
                <a:lnTo>
                  <a:pt x="7544" y="29985"/>
                </a:lnTo>
                <a:lnTo>
                  <a:pt x="7682" y="29702"/>
                </a:lnTo>
                <a:lnTo>
                  <a:pt x="7783" y="29457"/>
                </a:lnTo>
                <a:lnTo>
                  <a:pt x="7871" y="29226"/>
                </a:lnTo>
                <a:lnTo>
                  <a:pt x="7959" y="28994"/>
                </a:lnTo>
                <a:lnTo>
                  <a:pt x="8047" y="28762"/>
                </a:lnTo>
                <a:lnTo>
                  <a:pt x="8185" y="28530"/>
                </a:lnTo>
                <a:lnTo>
                  <a:pt x="8286" y="28286"/>
                </a:lnTo>
                <a:lnTo>
                  <a:pt x="8374" y="28054"/>
                </a:lnTo>
                <a:lnTo>
                  <a:pt x="8462" y="27822"/>
                </a:lnTo>
                <a:lnTo>
                  <a:pt x="8550" y="27539"/>
                </a:lnTo>
                <a:lnTo>
                  <a:pt x="8688" y="27307"/>
                </a:lnTo>
                <a:lnTo>
                  <a:pt x="8789" y="27076"/>
                </a:lnTo>
                <a:lnTo>
                  <a:pt x="8877" y="26831"/>
                </a:lnTo>
                <a:lnTo>
                  <a:pt x="8965" y="26599"/>
                </a:lnTo>
                <a:lnTo>
                  <a:pt x="9065" y="26367"/>
                </a:lnTo>
                <a:lnTo>
                  <a:pt x="9191" y="26136"/>
                </a:lnTo>
                <a:lnTo>
                  <a:pt x="9292" y="25891"/>
                </a:lnTo>
                <a:lnTo>
                  <a:pt x="9380" y="25621"/>
                </a:lnTo>
                <a:lnTo>
                  <a:pt x="9468" y="25376"/>
                </a:lnTo>
                <a:lnTo>
                  <a:pt x="9568" y="25144"/>
                </a:lnTo>
                <a:lnTo>
                  <a:pt x="9694" y="24913"/>
                </a:lnTo>
                <a:lnTo>
                  <a:pt x="9795" y="24681"/>
                </a:lnTo>
                <a:lnTo>
                  <a:pt x="9883" y="24449"/>
                </a:lnTo>
                <a:lnTo>
                  <a:pt x="9971" y="24204"/>
                </a:lnTo>
                <a:lnTo>
                  <a:pt x="10071" y="23973"/>
                </a:lnTo>
                <a:lnTo>
                  <a:pt x="10210" y="23689"/>
                </a:lnTo>
                <a:lnTo>
                  <a:pt x="10298" y="23458"/>
                </a:lnTo>
                <a:lnTo>
                  <a:pt x="10386" y="23226"/>
                </a:lnTo>
                <a:lnTo>
                  <a:pt x="10474" y="22994"/>
                </a:lnTo>
                <a:lnTo>
                  <a:pt x="10574" y="22750"/>
                </a:lnTo>
                <a:lnTo>
                  <a:pt x="10713" y="22518"/>
                </a:lnTo>
                <a:lnTo>
                  <a:pt x="10801" y="22286"/>
                </a:lnTo>
                <a:lnTo>
                  <a:pt x="10889" y="22054"/>
                </a:lnTo>
                <a:lnTo>
                  <a:pt x="10977" y="21771"/>
                </a:lnTo>
                <a:lnTo>
                  <a:pt x="11077" y="21539"/>
                </a:lnTo>
                <a:lnTo>
                  <a:pt x="11216" y="21295"/>
                </a:lnTo>
                <a:lnTo>
                  <a:pt x="11304" y="21063"/>
                </a:lnTo>
                <a:lnTo>
                  <a:pt x="11392" y="20831"/>
                </a:lnTo>
                <a:lnTo>
                  <a:pt x="11480" y="20599"/>
                </a:lnTo>
                <a:lnTo>
                  <a:pt x="11580" y="20355"/>
                </a:lnTo>
                <a:lnTo>
                  <a:pt x="11719" y="20084"/>
                </a:lnTo>
                <a:lnTo>
                  <a:pt x="11807" y="19840"/>
                </a:lnTo>
                <a:lnTo>
                  <a:pt x="11895" y="19608"/>
                </a:lnTo>
                <a:lnTo>
                  <a:pt x="11983" y="19376"/>
                </a:lnTo>
                <a:lnTo>
                  <a:pt x="12083" y="19145"/>
                </a:lnTo>
                <a:lnTo>
                  <a:pt x="12222" y="18900"/>
                </a:lnTo>
                <a:lnTo>
                  <a:pt x="12310" y="18668"/>
                </a:lnTo>
                <a:lnTo>
                  <a:pt x="12398" y="18385"/>
                </a:lnTo>
                <a:lnTo>
                  <a:pt x="12486" y="18153"/>
                </a:lnTo>
                <a:lnTo>
                  <a:pt x="12586" y="17921"/>
                </a:lnTo>
                <a:lnTo>
                  <a:pt x="12725" y="17690"/>
                </a:lnTo>
                <a:lnTo>
                  <a:pt x="12813" y="17445"/>
                </a:lnTo>
                <a:lnTo>
                  <a:pt x="12901" y="17213"/>
                </a:lnTo>
                <a:lnTo>
                  <a:pt x="13001" y="16982"/>
                </a:lnTo>
                <a:lnTo>
                  <a:pt x="13089" y="16698"/>
                </a:lnTo>
                <a:lnTo>
                  <a:pt x="13228" y="16467"/>
                </a:lnTo>
                <a:lnTo>
                  <a:pt x="13316" y="16235"/>
                </a:lnTo>
                <a:lnTo>
                  <a:pt x="13404" y="16003"/>
                </a:lnTo>
                <a:lnTo>
                  <a:pt x="13504" y="15758"/>
                </a:lnTo>
                <a:lnTo>
                  <a:pt x="13592" y="15527"/>
                </a:lnTo>
                <a:lnTo>
                  <a:pt x="13731" y="15295"/>
                </a:lnTo>
                <a:lnTo>
                  <a:pt x="13819" y="15012"/>
                </a:lnTo>
                <a:lnTo>
                  <a:pt x="13907" y="14780"/>
                </a:lnTo>
                <a:lnTo>
                  <a:pt x="14007" y="14548"/>
                </a:lnTo>
                <a:lnTo>
                  <a:pt x="14095" y="14304"/>
                </a:lnTo>
                <a:lnTo>
                  <a:pt x="14233" y="14072"/>
                </a:lnTo>
                <a:lnTo>
                  <a:pt x="14321" y="13840"/>
                </a:lnTo>
                <a:lnTo>
                  <a:pt x="14410" y="13557"/>
                </a:lnTo>
                <a:lnTo>
                  <a:pt x="14510" y="13325"/>
                </a:lnTo>
                <a:lnTo>
                  <a:pt x="14598" y="13093"/>
                </a:lnTo>
                <a:lnTo>
                  <a:pt x="14736" y="12849"/>
                </a:lnTo>
                <a:lnTo>
                  <a:pt x="14824" y="12617"/>
                </a:lnTo>
                <a:lnTo>
                  <a:pt x="14912" y="12385"/>
                </a:lnTo>
                <a:lnTo>
                  <a:pt x="15013" y="12153"/>
                </a:lnTo>
                <a:lnTo>
                  <a:pt x="15101" y="11870"/>
                </a:lnTo>
                <a:lnTo>
                  <a:pt x="15239" y="11638"/>
                </a:lnTo>
                <a:lnTo>
                  <a:pt x="15327" y="11394"/>
                </a:lnTo>
                <a:lnTo>
                  <a:pt x="15415" y="11162"/>
                </a:lnTo>
                <a:lnTo>
                  <a:pt x="15516" y="10930"/>
                </a:lnTo>
                <a:lnTo>
                  <a:pt x="15604" y="10699"/>
                </a:lnTo>
                <a:lnTo>
                  <a:pt x="15742" y="10415"/>
                </a:lnTo>
                <a:lnTo>
                  <a:pt x="15830" y="10184"/>
                </a:lnTo>
                <a:lnTo>
                  <a:pt x="15918" y="9939"/>
                </a:lnTo>
                <a:lnTo>
                  <a:pt x="16019" y="9707"/>
                </a:lnTo>
                <a:lnTo>
                  <a:pt x="16107" y="9475"/>
                </a:lnTo>
                <a:lnTo>
                  <a:pt x="16245" y="9244"/>
                </a:lnTo>
                <a:lnTo>
                  <a:pt x="16333" y="8960"/>
                </a:lnTo>
                <a:lnTo>
                  <a:pt x="16434" y="8729"/>
                </a:lnTo>
                <a:lnTo>
                  <a:pt x="16522" y="8484"/>
                </a:lnTo>
                <a:lnTo>
                  <a:pt x="16610" y="8252"/>
                </a:lnTo>
                <a:lnTo>
                  <a:pt x="16748" y="8021"/>
                </a:lnTo>
                <a:lnTo>
                  <a:pt x="16836" y="7789"/>
                </a:lnTo>
                <a:lnTo>
                  <a:pt x="16937" y="7506"/>
                </a:lnTo>
                <a:lnTo>
                  <a:pt x="17025" y="7274"/>
                </a:lnTo>
                <a:lnTo>
                  <a:pt x="17113" y="7029"/>
                </a:lnTo>
                <a:lnTo>
                  <a:pt x="17251" y="6797"/>
                </a:lnTo>
                <a:lnTo>
                  <a:pt x="17339" y="6566"/>
                </a:lnTo>
                <a:lnTo>
                  <a:pt x="17440" y="6282"/>
                </a:lnTo>
                <a:lnTo>
                  <a:pt x="17528" y="6051"/>
                </a:lnTo>
                <a:lnTo>
                  <a:pt x="17616" y="5819"/>
                </a:lnTo>
                <a:lnTo>
                  <a:pt x="17754" y="5574"/>
                </a:lnTo>
                <a:lnTo>
                  <a:pt x="17842" y="5343"/>
                </a:lnTo>
                <a:lnTo>
                  <a:pt x="17943" y="5111"/>
                </a:lnTo>
                <a:lnTo>
                  <a:pt x="18031" y="4828"/>
                </a:lnTo>
                <a:lnTo>
                  <a:pt x="18119" y="4596"/>
                </a:lnTo>
                <a:lnTo>
                  <a:pt x="18257" y="4364"/>
                </a:lnTo>
                <a:lnTo>
                  <a:pt x="18345" y="4119"/>
                </a:lnTo>
                <a:lnTo>
                  <a:pt x="18446" y="3888"/>
                </a:lnTo>
                <a:lnTo>
                  <a:pt x="18534" y="3656"/>
                </a:lnTo>
                <a:lnTo>
                  <a:pt x="18622" y="3373"/>
                </a:lnTo>
                <a:lnTo>
                  <a:pt x="18760" y="3141"/>
                </a:lnTo>
                <a:lnTo>
                  <a:pt x="18848" y="2909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150"/>
                </a:lnTo>
                <a:lnTo>
                  <a:pt x="19263" y="1918"/>
                </a:lnTo>
                <a:lnTo>
                  <a:pt x="19351" y="1686"/>
                </a:lnTo>
                <a:lnTo>
                  <a:pt x="19452" y="1454"/>
                </a:lnTo>
                <a:lnTo>
                  <a:pt x="19540" y="1223"/>
                </a:lnTo>
                <a:lnTo>
                  <a:pt x="19628" y="939"/>
                </a:lnTo>
                <a:lnTo>
                  <a:pt x="19766" y="695"/>
                </a:lnTo>
                <a:lnTo>
                  <a:pt x="19854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7349053" y="2837946"/>
            <a:ext cx="20043" cy="48796"/>
          </a:xfrm>
          <a:custGeom>
            <a:avLst/>
            <a:gdLst/>
            <a:ahLst/>
            <a:cxnLst/>
            <a:rect l="l" t="t" r="r" b="b"/>
            <a:pathLst>
              <a:path w="20043" h="48796">
                <a:moveTo>
                  <a:pt x="0" y="48796"/>
                </a:moveTo>
                <a:lnTo>
                  <a:pt x="88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3"/>
                </a:lnTo>
                <a:lnTo>
                  <a:pt x="590" y="47341"/>
                </a:lnTo>
                <a:lnTo>
                  <a:pt x="729" y="47058"/>
                </a:lnTo>
                <a:lnTo>
                  <a:pt x="829" y="46826"/>
                </a:lnTo>
                <a:lnTo>
                  <a:pt x="917" y="46581"/>
                </a:lnTo>
                <a:lnTo>
                  <a:pt x="1005" y="46349"/>
                </a:lnTo>
                <a:lnTo>
                  <a:pt x="1093" y="46118"/>
                </a:lnTo>
                <a:lnTo>
                  <a:pt x="1232" y="45834"/>
                </a:lnTo>
                <a:lnTo>
                  <a:pt x="1332" y="45603"/>
                </a:lnTo>
                <a:lnTo>
                  <a:pt x="1420" y="45371"/>
                </a:lnTo>
                <a:lnTo>
                  <a:pt x="1508" y="45126"/>
                </a:lnTo>
                <a:lnTo>
                  <a:pt x="1596" y="44895"/>
                </a:lnTo>
                <a:lnTo>
                  <a:pt x="1735" y="44611"/>
                </a:lnTo>
                <a:lnTo>
                  <a:pt x="1835" y="44380"/>
                </a:lnTo>
                <a:lnTo>
                  <a:pt x="1923" y="44148"/>
                </a:lnTo>
                <a:lnTo>
                  <a:pt x="2011" y="43916"/>
                </a:lnTo>
                <a:lnTo>
                  <a:pt x="2099" y="43684"/>
                </a:lnTo>
                <a:lnTo>
                  <a:pt x="2238" y="43401"/>
                </a:lnTo>
                <a:lnTo>
                  <a:pt x="2338" y="43156"/>
                </a:lnTo>
                <a:lnTo>
                  <a:pt x="2426" y="42925"/>
                </a:lnTo>
                <a:lnTo>
                  <a:pt x="2514" y="42693"/>
                </a:lnTo>
                <a:lnTo>
                  <a:pt x="2615" y="42461"/>
                </a:lnTo>
                <a:lnTo>
                  <a:pt x="2741" y="42178"/>
                </a:lnTo>
                <a:lnTo>
                  <a:pt x="2841" y="41946"/>
                </a:lnTo>
                <a:lnTo>
                  <a:pt x="2929" y="41702"/>
                </a:lnTo>
                <a:lnTo>
                  <a:pt x="3017" y="41470"/>
                </a:lnTo>
                <a:lnTo>
                  <a:pt x="3118" y="41238"/>
                </a:lnTo>
                <a:lnTo>
                  <a:pt x="3244" y="40955"/>
                </a:lnTo>
                <a:lnTo>
                  <a:pt x="3344" y="40723"/>
                </a:lnTo>
                <a:lnTo>
                  <a:pt x="3432" y="40491"/>
                </a:lnTo>
                <a:lnTo>
                  <a:pt x="3520" y="40247"/>
                </a:lnTo>
                <a:lnTo>
                  <a:pt x="3621" y="40015"/>
                </a:lnTo>
                <a:lnTo>
                  <a:pt x="3747" y="39732"/>
                </a:lnTo>
                <a:lnTo>
                  <a:pt x="3847" y="39500"/>
                </a:lnTo>
                <a:lnTo>
                  <a:pt x="3935" y="39268"/>
                </a:lnTo>
                <a:lnTo>
                  <a:pt x="4023" y="39036"/>
                </a:lnTo>
                <a:lnTo>
                  <a:pt x="4124" y="38792"/>
                </a:lnTo>
                <a:lnTo>
                  <a:pt x="4262" y="38521"/>
                </a:lnTo>
                <a:lnTo>
                  <a:pt x="4350" y="38277"/>
                </a:lnTo>
                <a:lnTo>
                  <a:pt x="4438" y="38045"/>
                </a:lnTo>
                <a:lnTo>
                  <a:pt x="4526" y="37813"/>
                </a:lnTo>
                <a:lnTo>
                  <a:pt x="4627" y="37582"/>
                </a:lnTo>
                <a:lnTo>
                  <a:pt x="4765" y="37298"/>
                </a:lnTo>
                <a:lnTo>
                  <a:pt x="4853" y="37067"/>
                </a:lnTo>
                <a:lnTo>
                  <a:pt x="4941" y="36822"/>
                </a:lnTo>
                <a:lnTo>
                  <a:pt x="5029" y="36590"/>
                </a:lnTo>
                <a:lnTo>
                  <a:pt x="5130" y="36307"/>
                </a:lnTo>
                <a:lnTo>
                  <a:pt x="5268" y="36075"/>
                </a:lnTo>
                <a:lnTo>
                  <a:pt x="5356" y="35843"/>
                </a:lnTo>
                <a:lnTo>
                  <a:pt x="5444" y="35612"/>
                </a:lnTo>
                <a:lnTo>
                  <a:pt x="5532" y="35367"/>
                </a:lnTo>
                <a:lnTo>
                  <a:pt x="5633" y="35097"/>
                </a:lnTo>
                <a:lnTo>
                  <a:pt x="5771" y="34852"/>
                </a:lnTo>
                <a:lnTo>
                  <a:pt x="5859" y="34620"/>
                </a:lnTo>
                <a:lnTo>
                  <a:pt x="5947" y="34389"/>
                </a:lnTo>
                <a:lnTo>
                  <a:pt x="6035" y="34157"/>
                </a:lnTo>
                <a:lnTo>
                  <a:pt x="6136" y="33874"/>
                </a:lnTo>
                <a:lnTo>
                  <a:pt x="6274" y="33642"/>
                </a:lnTo>
                <a:lnTo>
                  <a:pt x="6362" y="33397"/>
                </a:lnTo>
                <a:lnTo>
                  <a:pt x="6450" y="33165"/>
                </a:lnTo>
                <a:lnTo>
                  <a:pt x="6551" y="32882"/>
                </a:lnTo>
                <a:lnTo>
                  <a:pt x="6639" y="32650"/>
                </a:lnTo>
                <a:lnTo>
                  <a:pt x="6777" y="32419"/>
                </a:lnTo>
                <a:lnTo>
                  <a:pt x="6865" y="32187"/>
                </a:lnTo>
                <a:lnTo>
                  <a:pt x="6953" y="31942"/>
                </a:lnTo>
                <a:lnTo>
                  <a:pt x="7054" y="31672"/>
                </a:lnTo>
                <a:lnTo>
                  <a:pt x="7142" y="31427"/>
                </a:lnTo>
                <a:lnTo>
                  <a:pt x="7280" y="31196"/>
                </a:lnTo>
                <a:lnTo>
                  <a:pt x="7368" y="30964"/>
                </a:lnTo>
                <a:lnTo>
                  <a:pt x="7456" y="30681"/>
                </a:lnTo>
                <a:lnTo>
                  <a:pt x="7557" y="30449"/>
                </a:lnTo>
                <a:lnTo>
                  <a:pt x="7645" y="30217"/>
                </a:lnTo>
                <a:lnTo>
                  <a:pt x="7783" y="29972"/>
                </a:lnTo>
                <a:lnTo>
                  <a:pt x="7871" y="29741"/>
                </a:lnTo>
                <a:lnTo>
                  <a:pt x="7959" y="29457"/>
                </a:lnTo>
                <a:lnTo>
                  <a:pt x="8060" y="29226"/>
                </a:lnTo>
                <a:lnTo>
                  <a:pt x="8148" y="28994"/>
                </a:lnTo>
                <a:lnTo>
                  <a:pt x="8286" y="28762"/>
                </a:lnTo>
                <a:lnTo>
                  <a:pt x="8374" y="28479"/>
                </a:lnTo>
                <a:lnTo>
                  <a:pt x="8462" y="28234"/>
                </a:lnTo>
                <a:lnTo>
                  <a:pt x="8563" y="28003"/>
                </a:lnTo>
                <a:lnTo>
                  <a:pt x="8651" y="27771"/>
                </a:lnTo>
                <a:lnTo>
                  <a:pt x="8789" y="27539"/>
                </a:lnTo>
                <a:lnTo>
                  <a:pt x="8877" y="27256"/>
                </a:lnTo>
                <a:lnTo>
                  <a:pt x="8965" y="27024"/>
                </a:lnTo>
                <a:lnTo>
                  <a:pt x="9065" y="26792"/>
                </a:lnTo>
                <a:lnTo>
                  <a:pt x="9154" y="26548"/>
                </a:lnTo>
                <a:lnTo>
                  <a:pt x="9292" y="26264"/>
                </a:lnTo>
                <a:lnTo>
                  <a:pt x="9380" y="26033"/>
                </a:lnTo>
                <a:lnTo>
                  <a:pt x="9468" y="25801"/>
                </a:lnTo>
                <a:lnTo>
                  <a:pt x="9568" y="25569"/>
                </a:lnTo>
                <a:lnTo>
                  <a:pt x="9656" y="25337"/>
                </a:lnTo>
                <a:lnTo>
                  <a:pt x="9795" y="25054"/>
                </a:lnTo>
                <a:lnTo>
                  <a:pt x="9883" y="24810"/>
                </a:lnTo>
                <a:lnTo>
                  <a:pt x="9971" y="24578"/>
                </a:lnTo>
                <a:lnTo>
                  <a:pt x="10071" y="24346"/>
                </a:lnTo>
                <a:lnTo>
                  <a:pt x="10159" y="24063"/>
                </a:lnTo>
                <a:lnTo>
                  <a:pt x="10298" y="23831"/>
                </a:lnTo>
                <a:lnTo>
                  <a:pt x="10386" y="23599"/>
                </a:lnTo>
                <a:lnTo>
                  <a:pt x="10486" y="23355"/>
                </a:lnTo>
                <a:lnTo>
                  <a:pt x="10574" y="23084"/>
                </a:lnTo>
                <a:lnTo>
                  <a:pt x="10662" y="22840"/>
                </a:lnTo>
                <a:lnTo>
                  <a:pt x="10801" y="22608"/>
                </a:lnTo>
                <a:lnTo>
                  <a:pt x="10889" y="22376"/>
                </a:lnTo>
                <a:lnTo>
                  <a:pt x="10989" y="22144"/>
                </a:lnTo>
                <a:lnTo>
                  <a:pt x="11077" y="21861"/>
                </a:lnTo>
                <a:lnTo>
                  <a:pt x="11165" y="21629"/>
                </a:lnTo>
                <a:lnTo>
                  <a:pt x="11304" y="21385"/>
                </a:lnTo>
                <a:lnTo>
                  <a:pt x="11392" y="21153"/>
                </a:lnTo>
                <a:lnTo>
                  <a:pt x="11492" y="20870"/>
                </a:lnTo>
                <a:lnTo>
                  <a:pt x="11580" y="20638"/>
                </a:lnTo>
                <a:lnTo>
                  <a:pt x="11668" y="20406"/>
                </a:lnTo>
                <a:lnTo>
                  <a:pt x="11807" y="20175"/>
                </a:lnTo>
                <a:lnTo>
                  <a:pt x="11895" y="19891"/>
                </a:lnTo>
                <a:lnTo>
                  <a:pt x="11995" y="19660"/>
                </a:lnTo>
                <a:lnTo>
                  <a:pt x="12083" y="19415"/>
                </a:lnTo>
                <a:lnTo>
                  <a:pt x="12171" y="19183"/>
                </a:lnTo>
                <a:lnTo>
                  <a:pt x="12310" y="18900"/>
                </a:lnTo>
                <a:lnTo>
                  <a:pt x="12398" y="18668"/>
                </a:lnTo>
                <a:lnTo>
                  <a:pt x="12498" y="18436"/>
                </a:lnTo>
                <a:lnTo>
                  <a:pt x="12586" y="18205"/>
                </a:lnTo>
                <a:lnTo>
                  <a:pt x="12674" y="17960"/>
                </a:lnTo>
                <a:lnTo>
                  <a:pt x="12813" y="17677"/>
                </a:lnTo>
                <a:lnTo>
                  <a:pt x="12901" y="17445"/>
                </a:lnTo>
                <a:lnTo>
                  <a:pt x="13001" y="17213"/>
                </a:lnTo>
                <a:lnTo>
                  <a:pt x="13089" y="16982"/>
                </a:lnTo>
                <a:lnTo>
                  <a:pt x="13177" y="16698"/>
                </a:lnTo>
                <a:lnTo>
                  <a:pt x="13316" y="16467"/>
                </a:lnTo>
                <a:lnTo>
                  <a:pt x="13404" y="16235"/>
                </a:lnTo>
                <a:lnTo>
                  <a:pt x="13504" y="15990"/>
                </a:lnTo>
                <a:lnTo>
                  <a:pt x="13592" y="15707"/>
                </a:lnTo>
                <a:lnTo>
                  <a:pt x="13680" y="15475"/>
                </a:lnTo>
                <a:lnTo>
                  <a:pt x="13819" y="15243"/>
                </a:lnTo>
                <a:lnTo>
                  <a:pt x="13919" y="15012"/>
                </a:lnTo>
                <a:lnTo>
                  <a:pt x="14007" y="14728"/>
                </a:lnTo>
                <a:lnTo>
                  <a:pt x="14095" y="14497"/>
                </a:lnTo>
                <a:lnTo>
                  <a:pt x="14183" y="14252"/>
                </a:lnTo>
                <a:lnTo>
                  <a:pt x="14321" y="14020"/>
                </a:lnTo>
                <a:lnTo>
                  <a:pt x="14422" y="13737"/>
                </a:lnTo>
                <a:lnTo>
                  <a:pt x="14510" y="13505"/>
                </a:lnTo>
                <a:lnTo>
                  <a:pt x="14598" y="13274"/>
                </a:lnTo>
                <a:lnTo>
                  <a:pt x="14686" y="13042"/>
                </a:lnTo>
                <a:lnTo>
                  <a:pt x="14824" y="12759"/>
                </a:lnTo>
                <a:lnTo>
                  <a:pt x="14925" y="12527"/>
                </a:lnTo>
                <a:lnTo>
                  <a:pt x="15013" y="12282"/>
                </a:lnTo>
                <a:lnTo>
                  <a:pt x="15101" y="12050"/>
                </a:lnTo>
                <a:lnTo>
                  <a:pt x="15189" y="11767"/>
                </a:lnTo>
                <a:lnTo>
                  <a:pt x="15327" y="11535"/>
                </a:lnTo>
                <a:lnTo>
                  <a:pt x="15428" y="11304"/>
                </a:lnTo>
                <a:lnTo>
                  <a:pt x="15516" y="11072"/>
                </a:lnTo>
                <a:lnTo>
                  <a:pt x="15604" y="10827"/>
                </a:lnTo>
                <a:lnTo>
                  <a:pt x="15692" y="10557"/>
                </a:lnTo>
                <a:lnTo>
                  <a:pt x="15830" y="10312"/>
                </a:lnTo>
                <a:lnTo>
                  <a:pt x="15931" y="10081"/>
                </a:lnTo>
                <a:lnTo>
                  <a:pt x="16019" y="9849"/>
                </a:lnTo>
                <a:lnTo>
                  <a:pt x="16107" y="9566"/>
                </a:lnTo>
                <a:lnTo>
                  <a:pt x="16195" y="9334"/>
                </a:lnTo>
                <a:lnTo>
                  <a:pt x="16333" y="9102"/>
                </a:lnTo>
                <a:lnTo>
                  <a:pt x="16434" y="8857"/>
                </a:lnTo>
                <a:lnTo>
                  <a:pt x="16522" y="8574"/>
                </a:lnTo>
                <a:lnTo>
                  <a:pt x="16610" y="8342"/>
                </a:lnTo>
                <a:lnTo>
                  <a:pt x="16711" y="8111"/>
                </a:lnTo>
                <a:lnTo>
                  <a:pt x="16836" y="7879"/>
                </a:lnTo>
                <a:lnTo>
                  <a:pt x="16937" y="7596"/>
                </a:lnTo>
                <a:lnTo>
                  <a:pt x="17025" y="7364"/>
                </a:lnTo>
                <a:lnTo>
                  <a:pt x="17113" y="7119"/>
                </a:lnTo>
                <a:lnTo>
                  <a:pt x="17214" y="6888"/>
                </a:lnTo>
                <a:lnTo>
                  <a:pt x="17339" y="6604"/>
                </a:lnTo>
                <a:lnTo>
                  <a:pt x="17440" y="6373"/>
                </a:lnTo>
                <a:lnTo>
                  <a:pt x="17528" y="6141"/>
                </a:lnTo>
                <a:lnTo>
                  <a:pt x="17616" y="5909"/>
                </a:lnTo>
                <a:lnTo>
                  <a:pt x="17717" y="5626"/>
                </a:lnTo>
                <a:lnTo>
                  <a:pt x="17855" y="5394"/>
                </a:lnTo>
                <a:lnTo>
                  <a:pt x="17943" y="5149"/>
                </a:lnTo>
                <a:lnTo>
                  <a:pt x="18031" y="4918"/>
                </a:lnTo>
                <a:lnTo>
                  <a:pt x="18119" y="4634"/>
                </a:lnTo>
                <a:lnTo>
                  <a:pt x="18219" y="4403"/>
                </a:lnTo>
                <a:lnTo>
                  <a:pt x="18358" y="4171"/>
                </a:lnTo>
                <a:lnTo>
                  <a:pt x="18446" y="3939"/>
                </a:lnTo>
                <a:lnTo>
                  <a:pt x="18534" y="3656"/>
                </a:lnTo>
                <a:lnTo>
                  <a:pt x="18622" y="3424"/>
                </a:lnTo>
                <a:lnTo>
                  <a:pt x="18722" y="3180"/>
                </a:lnTo>
                <a:lnTo>
                  <a:pt x="18861" y="2948"/>
                </a:lnTo>
                <a:lnTo>
                  <a:pt x="18949" y="2665"/>
                </a:lnTo>
                <a:lnTo>
                  <a:pt x="19037" y="2433"/>
                </a:lnTo>
                <a:lnTo>
                  <a:pt x="19125" y="2201"/>
                </a:lnTo>
                <a:lnTo>
                  <a:pt x="19225" y="1969"/>
                </a:lnTo>
                <a:lnTo>
                  <a:pt x="19364" y="1686"/>
                </a:lnTo>
                <a:lnTo>
                  <a:pt x="19452" y="1454"/>
                </a:lnTo>
                <a:lnTo>
                  <a:pt x="19540" y="1210"/>
                </a:lnTo>
                <a:lnTo>
                  <a:pt x="19628" y="978"/>
                </a:lnTo>
                <a:lnTo>
                  <a:pt x="19728" y="695"/>
                </a:lnTo>
                <a:lnTo>
                  <a:pt x="19867" y="463"/>
                </a:lnTo>
                <a:lnTo>
                  <a:pt x="19955" y="231"/>
                </a:lnTo>
                <a:lnTo>
                  <a:pt x="20043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7369096" y="2825599"/>
            <a:ext cx="5042" cy="12347"/>
          </a:xfrm>
          <a:custGeom>
            <a:avLst/>
            <a:gdLst/>
            <a:ahLst/>
            <a:cxnLst/>
            <a:rect l="l" t="t" r="r" b="b"/>
            <a:pathLst>
              <a:path w="5042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3" y="10840"/>
                </a:lnTo>
                <a:lnTo>
                  <a:pt x="691" y="10608"/>
                </a:lnTo>
                <a:lnTo>
                  <a:pt x="829" y="10364"/>
                </a:lnTo>
                <a:lnTo>
                  <a:pt x="917" y="10093"/>
                </a:lnTo>
                <a:lnTo>
                  <a:pt x="1005" y="9849"/>
                </a:lnTo>
                <a:lnTo>
                  <a:pt x="1106" y="9617"/>
                </a:lnTo>
                <a:lnTo>
                  <a:pt x="1194" y="9385"/>
                </a:lnTo>
                <a:lnTo>
                  <a:pt x="1332" y="9102"/>
                </a:lnTo>
                <a:lnTo>
                  <a:pt x="1420" y="8870"/>
                </a:lnTo>
                <a:lnTo>
                  <a:pt x="1508" y="8639"/>
                </a:lnTo>
                <a:lnTo>
                  <a:pt x="1609" y="8394"/>
                </a:lnTo>
                <a:lnTo>
                  <a:pt x="1697" y="8124"/>
                </a:lnTo>
                <a:lnTo>
                  <a:pt x="1835" y="7879"/>
                </a:lnTo>
                <a:lnTo>
                  <a:pt x="1923" y="7647"/>
                </a:lnTo>
                <a:lnTo>
                  <a:pt x="2011" y="7415"/>
                </a:lnTo>
                <a:lnTo>
                  <a:pt x="2112" y="7132"/>
                </a:lnTo>
                <a:lnTo>
                  <a:pt x="2200" y="6900"/>
                </a:lnTo>
                <a:lnTo>
                  <a:pt x="2338" y="6669"/>
                </a:lnTo>
                <a:lnTo>
                  <a:pt x="2426" y="6424"/>
                </a:lnTo>
                <a:lnTo>
                  <a:pt x="2514" y="6141"/>
                </a:lnTo>
                <a:lnTo>
                  <a:pt x="2615" y="5909"/>
                </a:lnTo>
                <a:lnTo>
                  <a:pt x="2703" y="5677"/>
                </a:lnTo>
                <a:lnTo>
                  <a:pt x="2841" y="5446"/>
                </a:lnTo>
                <a:lnTo>
                  <a:pt x="2929" y="5162"/>
                </a:lnTo>
                <a:lnTo>
                  <a:pt x="3017" y="4931"/>
                </a:lnTo>
                <a:lnTo>
                  <a:pt x="3118" y="4686"/>
                </a:lnTo>
                <a:lnTo>
                  <a:pt x="3206" y="4454"/>
                </a:lnTo>
                <a:lnTo>
                  <a:pt x="3344" y="4171"/>
                </a:lnTo>
                <a:lnTo>
                  <a:pt x="3432" y="3939"/>
                </a:lnTo>
                <a:lnTo>
                  <a:pt x="3520" y="3707"/>
                </a:lnTo>
                <a:lnTo>
                  <a:pt x="3621" y="3476"/>
                </a:lnTo>
                <a:lnTo>
                  <a:pt x="3709" y="3192"/>
                </a:lnTo>
                <a:lnTo>
                  <a:pt x="3847" y="2961"/>
                </a:lnTo>
                <a:lnTo>
                  <a:pt x="3935" y="2716"/>
                </a:lnTo>
                <a:lnTo>
                  <a:pt x="4036" y="2484"/>
                </a:lnTo>
                <a:lnTo>
                  <a:pt x="4124" y="2201"/>
                </a:lnTo>
                <a:lnTo>
                  <a:pt x="4212" y="1969"/>
                </a:lnTo>
                <a:lnTo>
                  <a:pt x="4350" y="1738"/>
                </a:lnTo>
                <a:lnTo>
                  <a:pt x="4438" y="1506"/>
                </a:lnTo>
                <a:lnTo>
                  <a:pt x="4539" y="1223"/>
                </a:lnTo>
                <a:lnTo>
                  <a:pt x="4627" y="991"/>
                </a:lnTo>
                <a:lnTo>
                  <a:pt x="4715" y="746"/>
                </a:lnTo>
                <a:lnTo>
                  <a:pt x="4853" y="514"/>
                </a:lnTo>
                <a:lnTo>
                  <a:pt x="4941" y="231"/>
                </a:lnTo>
                <a:lnTo>
                  <a:pt x="5042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6359652" y="2113787"/>
            <a:ext cx="0" cy="3906012"/>
          </a:xfrm>
          <a:custGeom>
            <a:avLst/>
            <a:gdLst/>
            <a:ahLst/>
            <a:cxnLst/>
            <a:rect l="l" t="t" r="r" b="b"/>
            <a:pathLst>
              <a:path w="0" h="3906012">
                <a:moveTo>
                  <a:pt x="0" y="0"/>
                </a:moveTo>
                <a:lnTo>
                  <a:pt x="0" y="3906012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7380716" y="2813407"/>
            <a:ext cx="1005476" cy="0"/>
          </a:xfrm>
          <a:custGeom>
            <a:avLst/>
            <a:gdLst/>
            <a:ahLst/>
            <a:cxnLst/>
            <a:rect l="l" t="t" r="r" b="b"/>
            <a:pathLst>
              <a:path w="1005476" h="0">
                <a:moveTo>
                  <a:pt x="0" y="0"/>
                </a:moveTo>
                <a:lnTo>
                  <a:pt x="1005476" y="0"/>
                </a:lnTo>
              </a:path>
            </a:pathLst>
          </a:custGeom>
          <a:ln w="180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7380716" y="2764791"/>
            <a:ext cx="19927" cy="48615"/>
          </a:xfrm>
          <a:custGeom>
            <a:avLst/>
            <a:gdLst/>
            <a:ahLst/>
            <a:cxnLst/>
            <a:rect l="l" t="t" r="r" b="b"/>
            <a:pathLst>
              <a:path w="19927" h="48615">
                <a:moveTo>
                  <a:pt x="0" y="48615"/>
                </a:moveTo>
                <a:lnTo>
                  <a:pt x="91" y="48422"/>
                </a:lnTo>
                <a:lnTo>
                  <a:pt x="183" y="48152"/>
                </a:lnTo>
                <a:lnTo>
                  <a:pt x="320" y="47907"/>
                </a:lnTo>
                <a:lnTo>
                  <a:pt x="411" y="47675"/>
                </a:lnTo>
                <a:lnTo>
                  <a:pt x="502" y="47444"/>
                </a:lnTo>
                <a:lnTo>
                  <a:pt x="593" y="47161"/>
                </a:lnTo>
                <a:lnTo>
                  <a:pt x="685" y="46929"/>
                </a:lnTo>
                <a:lnTo>
                  <a:pt x="822" y="46697"/>
                </a:lnTo>
                <a:lnTo>
                  <a:pt x="914" y="46452"/>
                </a:lnTo>
                <a:lnTo>
                  <a:pt x="1005" y="46182"/>
                </a:lnTo>
                <a:lnTo>
                  <a:pt x="1097" y="45937"/>
                </a:lnTo>
                <a:lnTo>
                  <a:pt x="1187" y="45706"/>
                </a:lnTo>
                <a:lnTo>
                  <a:pt x="1326" y="45474"/>
                </a:lnTo>
                <a:lnTo>
                  <a:pt x="1416" y="45191"/>
                </a:lnTo>
                <a:lnTo>
                  <a:pt x="1508" y="44959"/>
                </a:lnTo>
                <a:lnTo>
                  <a:pt x="1599" y="44727"/>
                </a:lnTo>
                <a:lnTo>
                  <a:pt x="1691" y="44483"/>
                </a:lnTo>
                <a:lnTo>
                  <a:pt x="1828" y="44199"/>
                </a:lnTo>
                <a:lnTo>
                  <a:pt x="1920" y="43968"/>
                </a:lnTo>
                <a:lnTo>
                  <a:pt x="2011" y="43736"/>
                </a:lnTo>
                <a:lnTo>
                  <a:pt x="2102" y="43504"/>
                </a:lnTo>
                <a:lnTo>
                  <a:pt x="2193" y="43221"/>
                </a:lnTo>
                <a:lnTo>
                  <a:pt x="2330" y="42989"/>
                </a:lnTo>
                <a:lnTo>
                  <a:pt x="2422" y="42744"/>
                </a:lnTo>
                <a:lnTo>
                  <a:pt x="2513" y="42513"/>
                </a:lnTo>
                <a:lnTo>
                  <a:pt x="2605" y="42229"/>
                </a:lnTo>
                <a:lnTo>
                  <a:pt x="2696" y="41998"/>
                </a:lnTo>
                <a:lnTo>
                  <a:pt x="2834" y="41766"/>
                </a:lnTo>
                <a:lnTo>
                  <a:pt x="2924" y="41534"/>
                </a:lnTo>
                <a:lnTo>
                  <a:pt x="3016" y="41251"/>
                </a:lnTo>
                <a:lnTo>
                  <a:pt x="3107" y="41019"/>
                </a:lnTo>
                <a:lnTo>
                  <a:pt x="3199" y="40775"/>
                </a:lnTo>
                <a:lnTo>
                  <a:pt x="3336" y="40543"/>
                </a:lnTo>
                <a:lnTo>
                  <a:pt x="3428" y="40260"/>
                </a:lnTo>
                <a:lnTo>
                  <a:pt x="3519" y="40028"/>
                </a:lnTo>
                <a:lnTo>
                  <a:pt x="3610" y="39796"/>
                </a:lnTo>
                <a:lnTo>
                  <a:pt x="3701" y="39564"/>
                </a:lnTo>
                <a:lnTo>
                  <a:pt x="3838" y="39281"/>
                </a:lnTo>
                <a:lnTo>
                  <a:pt x="3930" y="39049"/>
                </a:lnTo>
                <a:lnTo>
                  <a:pt x="4022" y="38805"/>
                </a:lnTo>
                <a:lnTo>
                  <a:pt x="4113" y="38573"/>
                </a:lnTo>
                <a:lnTo>
                  <a:pt x="4205" y="38290"/>
                </a:lnTo>
                <a:lnTo>
                  <a:pt x="4342" y="38058"/>
                </a:lnTo>
                <a:lnTo>
                  <a:pt x="4434" y="37826"/>
                </a:lnTo>
                <a:lnTo>
                  <a:pt x="4524" y="37594"/>
                </a:lnTo>
                <a:lnTo>
                  <a:pt x="4616" y="37311"/>
                </a:lnTo>
                <a:lnTo>
                  <a:pt x="4707" y="37079"/>
                </a:lnTo>
                <a:lnTo>
                  <a:pt x="4844" y="36835"/>
                </a:lnTo>
                <a:lnTo>
                  <a:pt x="4936" y="36603"/>
                </a:lnTo>
                <a:lnTo>
                  <a:pt x="5027" y="36320"/>
                </a:lnTo>
                <a:lnTo>
                  <a:pt x="5119" y="36088"/>
                </a:lnTo>
                <a:lnTo>
                  <a:pt x="5210" y="35856"/>
                </a:lnTo>
                <a:lnTo>
                  <a:pt x="5348" y="35625"/>
                </a:lnTo>
                <a:lnTo>
                  <a:pt x="5438" y="35341"/>
                </a:lnTo>
                <a:lnTo>
                  <a:pt x="5530" y="35097"/>
                </a:lnTo>
                <a:lnTo>
                  <a:pt x="5621" y="34865"/>
                </a:lnTo>
                <a:lnTo>
                  <a:pt x="5713" y="34633"/>
                </a:lnTo>
                <a:lnTo>
                  <a:pt x="5850" y="34350"/>
                </a:lnTo>
                <a:lnTo>
                  <a:pt x="5942" y="34118"/>
                </a:lnTo>
                <a:lnTo>
                  <a:pt x="6032" y="33886"/>
                </a:lnTo>
                <a:lnTo>
                  <a:pt x="6124" y="33642"/>
                </a:lnTo>
                <a:lnTo>
                  <a:pt x="6215" y="33371"/>
                </a:lnTo>
                <a:lnTo>
                  <a:pt x="6352" y="33127"/>
                </a:lnTo>
                <a:lnTo>
                  <a:pt x="6444" y="32895"/>
                </a:lnTo>
                <a:lnTo>
                  <a:pt x="6536" y="32663"/>
                </a:lnTo>
                <a:lnTo>
                  <a:pt x="6627" y="32380"/>
                </a:lnTo>
                <a:lnTo>
                  <a:pt x="6718" y="32148"/>
                </a:lnTo>
                <a:lnTo>
                  <a:pt x="6856" y="31917"/>
                </a:lnTo>
                <a:lnTo>
                  <a:pt x="6946" y="31672"/>
                </a:lnTo>
                <a:lnTo>
                  <a:pt x="7038" y="31402"/>
                </a:lnTo>
                <a:lnTo>
                  <a:pt x="7130" y="31157"/>
                </a:lnTo>
                <a:lnTo>
                  <a:pt x="7221" y="30925"/>
                </a:lnTo>
                <a:lnTo>
                  <a:pt x="7358" y="30693"/>
                </a:lnTo>
                <a:lnTo>
                  <a:pt x="7450" y="30410"/>
                </a:lnTo>
                <a:lnTo>
                  <a:pt x="7541" y="30178"/>
                </a:lnTo>
                <a:lnTo>
                  <a:pt x="7632" y="29947"/>
                </a:lnTo>
                <a:lnTo>
                  <a:pt x="7724" y="29702"/>
                </a:lnTo>
                <a:lnTo>
                  <a:pt x="7860" y="29419"/>
                </a:lnTo>
                <a:lnTo>
                  <a:pt x="7952" y="29187"/>
                </a:lnTo>
                <a:lnTo>
                  <a:pt x="8044" y="28955"/>
                </a:lnTo>
                <a:lnTo>
                  <a:pt x="8135" y="28724"/>
                </a:lnTo>
                <a:lnTo>
                  <a:pt x="8227" y="28440"/>
                </a:lnTo>
                <a:lnTo>
                  <a:pt x="8364" y="28209"/>
                </a:lnTo>
                <a:lnTo>
                  <a:pt x="8456" y="27964"/>
                </a:lnTo>
                <a:lnTo>
                  <a:pt x="8546" y="27732"/>
                </a:lnTo>
                <a:lnTo>
                  <a:pt x="8638" y="27449"/>
                </a:lnTo>
                <a:lnTo>
                  <a:pt x="8729" y="27217"/>
                </a:lnTo>
                <a:lnTo>
                  <a:pt x="8866" y="26985"/>
                </a:lnTo>
                <a:lnTo>
                  <a:pt x="8958" y="26754"/>
                </a:lnTo>
                <a:lnTo>
                  <a:pt x="9050" y="26470"/>
                </a:lnTo>
                <a:lnTo>
                  <a:pt x="9140" y="26239"/>
                </a:lnTo>
                <a:lnTo>
                  <a:pt x="9232" y="25994"/>
                </a:lnTo>
                <a:lnTo>
                  <a:pt x="9369" y="25762"/>
                </a:lnTo>
                <a:lnTo>
                  <a:pt x="9460" y="25479"/>
                </a:lnTo>
                <a:lnTo>
                  <a:pt x="9552" y="25247"/>
                </a:lnTo>
                <a:lnTo>
                  <a:pt x="9644" y="25016"/>
                </a:lnTo>
                <a:lnTo>
                  <a:pt x="9735" y="24784"/>
                </a:lnTo>
                <a:lnTo>
                  <a:pt x="9872" y="24539"/>
                </a:lnTo>
                <a:lnTo>
                  <a:pt x="9964" y="24269"/>
                </a:lnTo>
                <a:lnTo>
                  <a:pt x="10054" y="24024"/>
                </a:lnTo>
                <a:lnTo>
                  <a:pt x="10146" y="23792"/>
                </a:lnTo>
                <a:lnTo>
                  <a:pt x="10238" y="23561"/>
                </a:lnTo>
                <a:lnTo>
                  <a:pt x="10374" y="23277"/>
                </a:lnTo>
                <a:lnTo>
                  <a:pt x="10466" y="23046"/>
                </a:lnTo>
                <a:lnTo>
                  <a:pt x="10558" y="22814"/>
                </a:lnTo>
                <a:lnTo>
                  <a:pt x="10649" y="22569"/>
                </a:lnTo>
                <a:lnTo>
                  <a:pt x="10740" y="22299"/>
                </a:lnTo>
                <a:lnTo>
                  <a:pt x="10878" y="22054"/>
                </a:lnTo>
                <a:lnTo>
                  <a:pt x="10968" y="21823"/>
                </a:lnTo>
                <a:lnTo>
                  <a:pt x="11060" y="21591"/>
                </a:lnTo>
                <a:lnTo>
                  <a:pt x="11152" y="21308"/>
                </a:lnTo>
                <a:lnTo>
                  <a:pt x="11243" y="21076"/>
                </a:lnTo>
                <a:lnTo>
                  <a:pt x="11380" y="20844"/>
                </a:lnTo>
                <a:lnTo>
                  <a:pt x="11472" y="20599"/>
                </a:lnTo>
                <a:lnTo>
                  <a:pt x="11564" y="20316"/>
                </a:lnTo>
                <a:lnTo>
                  <a:pt x="11654" y="20084"/>
                </a:lnTo>
                <a:lnTo>
                  <a:pt x="11746" y="19853"/>
                </a:lnTo>
                <a:lnTo>
                  <a:pt x="11883" y="19621"/>
                </a:lnTo>
                <a:lnTo>
                  <a:pt x="11974" y="19338"/>
                </a:lnTo>
                <a:lnTo>
                  <a:pt x="12066" y="19106"/>
                </a:lnTo>
                <a:lnTo>
                  <a:pt x="12158" y="18861"/>
                </a:lnTo>
                <a:lnTo>
                  <a:pt x="12248" y="18630"/>
                </a:lnTo>
                <a:lnTo>
                  <a:pt x="12386" y="18346"/>
                </a:lnTo>
                <a:lnTo>
                  <a:pt x="12477" y="18115"/>
                </a:lnTo>
                <a:lnTo>
                  <a:pt x="12568" y="17883"/>
                </a:lnTo>
                <a:lnTo>
                  <a:pt x="12660" y="17651"/>
                </a:lnTo>
                <a:lnTo>
                  <a:pt x="12752" y="17406"/>
                </a:lnTo>
                <a:lnTo>
                  <a:pt x="12888" y="17136"/>
                </a:lnTo>
                <a:lnTo>
                  <a:pt x="12980" y="16891"/>
                </a:lnTo>
                <a:lnTo>
                  <a:pt x="13072" y="16660"/>
                </a:lnTo>
                <a:lnTo>
                  <a:pt x="13162" y="16428"/>
                </a:lnTo>
                <a:lnTo>
                  <a:pt x="13254" y="16145"/>
                </a:lnTo>
                <a:lnTo>
                  <a:pt x="13391" y="15913"/>
                </a:lnTo>
                <a:lnTo>
                  <a:pt x="13482" y="15681"/>
                </a:lnTo>
                <a:lnTo>
                  <a:pt x="13574" y="15437"/>
                </a:lnTo>
                <a:lnTo>
                  <a:pt x="13666" y="15166"/>
                </a:lnTo>
                <a:lnTo>
                  <a:pt x="13757" y="14922"/>
                </a:lnTo>
                <a:lnTo>
                  <a:pt x="13894" y="14690"/>
                </a:lnTo>
                <a:lnTo>
                  <a:pt x="13986" y="14458"/>
                </a:lnTo>
                <a:lnTo>
                  <a:pt x="14076" y="14175"/>
                </a:lnTo>
                <a:lnTo>
                  <a:pt x="14168" y="13943"/>
                </a:lnTo>
                <a:lnTo>
                  <a:pt x="14260" y="13711"/>
                </a:lnTo>
                <a:lnTo>
                  <a:pt x="14397" y="13467"/>
                </a:lnTo>
                <a:lnTo>
                  <a:pt x="14488" y="13235"/>
                </a:lnTo>
                <a:lnTo>
                  <a:pt x="14580" y="12952"/>
                </a:lnTo>
                <a:lnTo>
                  <a:pt x="14672" y="12720"/>
                </a:lnTo>
                <a:lnTo>
                  <a:pt x="14762" y="12488"/>
                </a:lnTo>
                <a:lnTo>
                  <a:pt x="14900" y="12256"/>
                </a:lnTo>
                <a:lnTo>
                  <a:pt x="14991" y="11973"/>
                </a:lnTo>
                <a:lnTo>
                  <a:pt x="15082" y="11741"/>
                </a:lnTo>
                <a:lnTo>
                  <a:pt x="15174" y="11497"/>
                </a:lnTo>
                <a:lnTo>
                  <a:pt x="15266" y="11265"/>
                </a:lnTo>
                <a:lnTo>
                  <a:pt x="15402" y="10982"/>
                </a:lnTo>
                <a:lnTo>
                  <a:pt x="15494" y="10750"/>
                </a:lnTo>
                <a:lnTo>
                  <a:pt x="15584" y="10518"/>
                </a:lnTo>
                <a:lnTo>
                  <a:pt x="15676" y="10287"/>
                </a:lnTo>
                <a:lnTo>
                  <a:pt x="15768" y="10042"/>
                </a:lnTo>
                <a:lnTo>
                  <a:pt x="15905" y="9759"/>
                </a:lnTo>
                <a:lnTo>
                  <a:pt x="15996" y="9527"/>
                </a:lnTo>
                <a:lnTo>
                  <a:pt x="16088" y="9295"/>
                </a:lnTo>
                <a:lnTo>
                  <a:pt x="16180" y="9063"/>
                </a:lnTo>
                <a:lnTo>
                  <a:pt x="16270" y="8780"/>
                </a:lnTo>
                <a:lnTo>
                  <a:pt x="16408" y="8548"/>
                </a:lnTo>
                <a:lnTo>
                  <a:pt x="16499" y="8304"/>
                </a:lnTo>
                <a:lnTo>
                  <a:pt x="16590" y="8072"/>
                </a:lnTo>
                <a:lnTo>
                  <a:pt x="16682" y="7840"/>
                </a:lnTo>
                <a:lnTo>
                  <a:pt x="16774" y="7557"/>
                </a:lnTo>
                <a:lnTo>
                  <a:pt x="16911" y="7325"/>
                </a:lnTo>
                <a:lnTo>
                  <a:pt x="17002" y="7094"/>
                </a:lnTo>
                <a:lnTo>
                  <a:pt x="17094" y="6849"/>
                </a:lnTo>
                <a:lnTo>
                  <a:pt x="17184" y="6579"/>
                </a:lnTo>
                <a:lnTo>
                  <a:pt x="17276" y="6334"/>
                </a:lnTo>
                <a:lnTo>
                  <a:pt x="17413" y="6102"/>
                </a:lnTo>
                <a:lnTo>
                  <a:pt x="17505" y="5870"/>
                </a:lnTo>
                <a:lnTo>
                  <a:pt x="17596" y="5639"/>
                </a:lnTo>
                <a:lnTo>
                  <a:pt x="17688" y="5355"/>
                </a:lnTo>
                <a:lnTo>
                  <a:pt x="17780" y="5124"/>
                </a:lnTo>
                <a:lnTo>
                  <a:pt x="17916" y="4879"/>
                </a:lnTo>
                <a:lnTo>
                  <a:pt x="18008" y="4647"/>
                </a:lnTo>
                <a:lnTo>
                  <a:pt x="18098" y="4364"/>
                </a:lnTo>
                <a:lnTo>
                  <a:pt x="18190" y="4132"/>
                </a:lnTo>
                <a:lnTo>
                  <a:pt x="18282" y="3901"/>
                </a:lnTo>
                <a:lnTo>
                  <a:pt x="18419" y="3669"/>
                </a:lnTo>
                <a:lnTo>
                  <a:pt x="18510" y="3424"/>
                </a:lnTo>
                <a:lnTo>
                  <a:pt x="18602" y="3154"/>
                </a:lnTo>
                <a:lnTo>
                  <a:pt x="18692" y="2909"/>
                </a:lnTo>
                <a:lnTo>
                  <a:pt x="18784" y="2677"/>
                </a:lnTo>
                <a:lnTo>
                  <a:pt x="18921" y="2446"/>
                </a:lnTo>
                <a:lnTo>
                  <a:pt x="19013" y="2162"/>
                </a:lnTo>
                <a:lnTo>
                  <a:pt x="19104" y="1931"/>
                </a:lnTo>
                <a:lnTo>
                  <a:pt x="19196" y="1699"/>
                </a:lnTo>
                <a:lnTo>
                  <a:pt x="19288" y="1454"/>
                </a:lnTo>
                <a:lnTo>
                  <a:pt x="19425" y="1223"/>
                </a:lnTo>
                <a:lnTo>
                  <a:pt x="19516" y="939"/>
                </a:lnTo>
                <a:lnTo>
                  <a:pt x="19607" y="708"/>
                </a:lnTo>
                <a:lnTo>
                  <a:pt x="19698" y="476"/>
                </a:lnTo>
                <a:lnTo>
                  <a:pt x="19790" y="244"/>
                </a:lnTo>
                <a:lnTo>
                  <a:pt x="19927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7400644" y="2716613"/>
            <a:ext cx="19973" cy="48178"/>
          </a:xfrm>
          <a:custGeom>
            <a:avLst/>
            <a:gdLst/>
            <a:ahLst/>
            <a:cxnLst/>
            <a:rect l="l" t="t" r="r" b="b"/>
            <a:pathLst>
              <a:path w="19973" h="48178">
                <a:moveTo>
                  <a:pt x="0" y="48178"/>
                </a:moveTo>
                <a:lnTo>
                  <a:pt x="91" y="47907"/>
                </a:lnTo>
                <a:lnTo>
                  <a:pt x="183" y="47663"/>
                </a:lnTo>
                <a:lnTo>
                  <a:pt x="275" y="47431"/>
                </a:lnTo>
                <a:lnTo>
                  <a:pt x="365" y="47199"/>
                </a:lnTo>
                <a:lnTo>
                  <a:pt x="503" y="46916"/>
                </a:lnTo>
                <a:lnTo>
                  <a:pt x="593" y="46684"/>
                </a:lnTo>
                <a:lnTo>
                  <a:pt x="685" y="46452"/>
                </a:lnTo>
                <a:lnTo>
                  <a:pt x="777" y="46208"/>
                </a:lnTo>
                <a:lnTo>
                  <a:pt x="868" y="45976"/>
                </a:lnTo>
                <a:lnTo>
                  <a:pt x="1005" y="45693"/>
                </a:lnTo>
                <a:lnTo>
                  <a:pt x="1097" y="45461"/>
                </a:lnTo>
                <a:lnTo>
                  <a:pt x="1189" y="45229"/>
                </a:lnTo>
                <a:lnTo>
                  <a:pt x="1279" y="44998"/>
                </a:lnTo>
                <a:lnTo>
                  <a:pt x="1371" y="44753"/>
                </a:lnTo>
                <a:lnTo>
                  <a:pt x="1508" y="44470"/>
                </a:lnTo>
                <a:lnTo>
                  <a:pt x="1599" y="44238"/>
                </a:lnTo>
                <a:lnTo>
                  <a:pt x="1691" y="44006"/>
                </a:lnTo>
                <a:lnTo>
                  <a:pt x="1783" y="43774"/>
                </a:lnTo>
                <a:lnTo>
                  <a:pt x="1873" y="43543"/>
                </a:lnTo>
                <a:lnTo>
                  <a:pt x="2011" y="43259"/>
                </a:lnTo>
                <a:lnTo>
                  <a:pt x="2102" y="43028"/>
                </a:lnTo>
                <a:lnTo>
                  <a:pt x="2193" y="42783"/>
                </a:lnTo>
                <a:lnTo>
                  <a:pt x="2285" y="42551"/>
                </a:lnTo>
                <a:lnTo>
                  <a:pt x="2377" y="42320"/>
                </a:lnTo>
                <a:lnTo>
                  <a:pt x="2513" y="42036"/>
                </a:lnTo>
                <a:lnTo>
                  <a:pt x="2605" y="41805"/>
                </a:lnTo>
                <a:lnTo>
                  <a:pt x="2697" y="41573"/>
                </a:lnTo>
                <a:lnTo>
                  <a:pt x="2787" y="41328"/>
                </a:lnTo>
                <a:lnTo>
                  <a:pt x="2879" y="41096"/>
                </a:lnTo>
                <a:lnTo>
                  <a:pt x="3016" y="40813"/>
                </a:lnTo>
                <a:lnTo>
                  <a:pt x="3107" y="40581"/>
                </a:lnTo>
                <a:lnTo>
                  <a:pt x="3199" y="40350"/>
                </a:lnTo>
                <a:lnTo>
                  <a:pt x="3291" y="40118"/>
                </a:lnTo>
                <a:lnTo>
                  <a:pt x="3382" y="39873"/>
                </a:lnTo>
                <a:lnTo>
                  <a:pt x="3519" y="39590"/>
                </a:lnTo>
                <a:lnTo>
                  <a:pt x="3611" y="39358"/>
                </a:lnTo>
                <a:lnTo>
                  <a:pt x="3701" y="39127"/>
                </a:lnTo>
                <a:lnTo>
                  <a:pt x="3793" y="38895"/>
                </a:lnTo>
                <a:lnTo>
                  <a:pt x="3885" y="38663"/>
                </a:lnTo>
                <a:lnTo>
                  <a:pt x="4022" y="38380"/>
                </a:lnTo>
                <a:lnTo>
                  <a:pt x="4113" y="38135"/>
                </a:lnTo>
                <a:lnTo>
                  <a:pt x="4205" y="37903"/>
                </a:lnTo>
                <a:lnTo>
                  <a:pt x="4295" y="37672"/>
                </a:lnTo>
                <a:lnTo>
                  <a:pt x="4387" y="37440"/>
                </a:lnTo>
                <a:lnTo>
                  <a:pt x="4524" y="37157"/>
                </a:lnTo>
                <a:lnTo>
                  <a:pt x="4616" y="36925"/>
                </a:lnTo>
                <a:lnTo>
                  <a:pt x="4707" y="36693"/>
                </a:lnTo>
                <a:lnTo>
                  <a:pt x="4799" y="36449"/>
                </a:lnTo>
                <a:lnTo>
                  <a:pt x="4891" y="36217"/>
                </a:lnTo>
                <a:lnTo>
                  <a:pt x="5027" y="35934"/>
                </a:lnTo>
                <a:lnTo>
                  <a:pt x="5119" y="35702"/>
                </a:lnTo>
                <a:lnTo>
                  <a:pt x="5210" y="35470"/>
                </a:lnTo>
                <a:lnTo>
                  <a:pt x="5301" y="35238"/>
                </a:lnTo>
                <a:lnTo>
                  <a:pt x="5393" y="34994"/>
                </a:lnTo>
                <a:lnTo>
                  <a:pt x="5530" y="34762"/>
                </a:lnTo>
                <a:lnTo>
                  <a:pt x="5621" y="34479"/>
                </a:lnTo>
                <a:lnTo>
                  <a:pt x="5713" y="34247"/>
                </a:lnTo>
                <a:lnTo>
                  <a:pt x="5805" y="34015"/>
                </a:lnTo>
                <a:lnTo>
                  <a:pt x="5895" y="33783"/>
                </a:lnTo>
                <a:lnTo>
                  <a:pt x="6033" y="33539"/>
                </a:lnTo>
                <a:lnTo>
                  <a:pt x="6124" y="33256"/>
                </a:lnTo>
                <a:lnTo>
                  <a:pt x="6215" y="33024"/>
                </a:lnTo>
                <a:lnTo>
                  <a:pt x="6307" y="32792"/>
                </a:lnTo>
                <a:lnTo>
                  <a:pt x="6399" y="32560"/>
                </a:lnTo>
                <a:lnTo>
                  <a:pt x="6536" y="32329"/>
                </a:lnTo>
                <a:lnTo>
                  <a:pt x="6627" y="32045"/>
                </a:lnTo>
                <a:lnTo>
                  <a:pt x="6719" y="31801"/>
                </a:lnTo>
                <a:lnTo>
                  <a:pt x="6809" y="31569"/>
                </a:lnTo>
                <a:lnTo>
                  <a:pt x="6901" y="31337"/>
                </a:lnTo>
                <a:lnTo>
                  <a:pt x="7038" y="31105"/>
                </a:lnTo>
                <a:lnTo>
                  <a:pt x="7130" y="30874"/>
                </a:lnTo>
                <a:lnTo>
                  <a:pt x="7221" y="30590"/>
                </a:lnTo>
                <a:lnTo>
                  <a:pt x="7313" y="30359"/>
                </a:lnTo>
                <a:lnTo>
                  <a:pt x="7405" y="30114"/>
                </a:lnTo>
                <a:lnTo>
                  <a:pt x="7541" y="29882"/>
                </a:lnTo>
                <a:lnTo>
                  <a:pt x="7632" y="29651"/>
                </a:lnTo>
                <a:lnTo>
                  <a:pt x="7724" y="29419"/>
                </a:lnTo>
                <a:lnTo>
                  <a:pt x="7815" y="29136"/>
                </a:lnTo>
                <a:lnTo>
                  <a:pt x="7907" y="28904"/>
                </a:lnTo>
                <a:lnTo>
                  <a:pt x="8044" y="28659"/>
                </a:lnTo>
                <a:lnTo>
                  <a:pt x="8135" y="28427"/>
                </a:lnTo>
                <a:lnTo>
                  <a:pt x="8227" y="28196"/>
                </a:lnTo>
                <a:lnTo>
                  <a:pt x="8318" y="27912"/>
                </a:lnTo>
                <a:lnTo>
                  <a:pt x="8409" y="27681"/>
                </a:lnTo>
                <a:lnTo>
                  <a:pt x="8546" y="27449"/>
                </a:lnTo>
                <a:lnTo>
                  <a:pt x="8638" y="27204"/>
                </a:lnTo>
                <a:lnTo>
                  <a:pt x="8729" y="26973"/>
                </a:lnTo>
                <a:lnTo>
                  <a:pt x="8821" y="26741"/>
                </a:lnTo>
                <a:lnTo>
                  <a:pt x="8913" y="26458"/>
                </a:lnTo>
                <a:lnTo>
                  <a:pt x="9050" y="26226"/>
                </a:lnTo>
                <a:lnTo>
                  <a:pt x="9141" y="25994"/>
                </a:lnTo>
                <a:lnTo>
                  <a:pt x="9232" y="25749"/>
                </a:lnTo>
                <a:lnTo>
                  <a:pt x="9323" y="25518"/>
                </a:lnTo>
                <a:lnTo>
                  <a:pt x="9415" y="25286"/>
                </a:lnTo>
                <a:lnTo>
                  <a:pt x="9552" y="25003"/>
                </a:lnTo>
                <a:lnTo>
                  <a:pt x="9644" y="24771"/>
                </a:lnTo>
                <a:lnTo>
                  <a:pt x="9735" y="24539"/>
                </a:lnTo>
                <a:lnTo>
                  <a:pt x="9827" y="24295"/>
                </a:lnTo>
                <a:lnTo>
                  <a:pt x="9917" y="24063"/>
                </a:lnTo>
                <a:lnTo>
                  <a:pt x="10055" y="23831"/>
                </a:lnTo>
                <a:lnTo>
                  <a:pt x="10146" y="23548"/>
                </a:lnTo>
                <a:lnTo>
                  <a:pt x="10238" y="23316"/>
                </a:lnTo>
                <a:lnTo>
                  <a:pt x="10329" y="23084"/>
                </a:lnTo>
                <a:lnTo>
                  <a:pt x="10421" y="22840"/>
                </a:lnTo>
                <a:lnTo>
                  <a:pt x="10558" y="22608"/>
                </a:lnTo>
                <a:lnTo>
                  <a:pt x="10649" y="22376"/>
                </a:lnTo>
                <a:lnTo>
                  <a:pt x="10740" y="22144"/>
                </a:lnTo>
                <a:lnTo>
                  <a:pt x="10832" y="21861"/>
                </a:lnTo>
                <a:lnTo>
                  <a:pt x="10923" y="21629"/>
                </a:lnTo>
                <a:lnTo>
                  <a:pt x="11060" y="21385"/>
                </a:lnTo>
                <a:lnTo>
                  <a:pt x="11152" y="21153"/>
                </a:lnTo>
                <a:lnTo>
                  <a:pt x="11243" y="20921"/>
                </a:lnTo>
                <a:lnTo>
                  <a:pt x="11335" y="20690"/>
                </a:lnTo>
                <a:lnTo>
                  <a:pt x="11425" y="20406"/>
                </a:lnTo>
                <a:lnTo>
                  <a:pt x="11564" y="20175"/>
                </a:lnTo>
                <a:lnTo>
                  <a:pt x="11654" y="19930"/>
                </a:lnTo>
                <a:lnTo>
                  <a:pt x="11746" y="19698"/>
                </a:lnTo>
                <a:lnTo>
                  <a:pt x="11837" y="19466"/>
                </a:lnTo>
                <a:lnTo>
                  <a:pt x="11929" y="19235"/>
                </a:lnTo>
                <a:lnTo>
                  <a:pt x="12066" y="19003"/>
                </a:lnTo>
                <a:lnTo>
                  <a:pt x="12158" y="18720"/>
                </a:lnTo>
                <a:lnTo>
                  <a:pt x="12249" y="18475"/>
                </a:lnTo>
                <a:lnTo>
                  <a:pt x="12340" y="18243"/>
                </a:lnTo>
                <a:lnTo>
                  <a:pt x="12431" y="18012"/>
                </a:lnTo>
                <a:lnTo>
                  <a:pt x="12568" y="17780"/>
                </a:lnTo>
                <a:lnTo>
                  <a:pt x="12660" y="17548"/>
                </a:lnTo>
                <a:lnTo>
                  <a:pt x="12752" y="17303"/>
                </a:lnTo>
                <a:lnTo>
                  <a:pt x="12843" y="17020"/>
                </a:lnTo>
                <a:lnTo>
                  <a:pt x="12935" y="16788"/>
                </a:lnTo>
                <a:lnTo>
                  <a:pt x="13072" y="16557"/>
                </a:lnTo>
                <a:lnTo>
                  <a:pt x="13163" y="16325"/>
                </a:lnTo>
                <a:lnTo>
                  <a:pt x="13254" y="16093"/>
                </a:lnTo>
                <a:lnTo>
                  <a:pt x="13346" y="15849"/>
                </a:lnTo>
                <a:lnTo>
                  <a:pt x="13437" y="15617"/>
                </a:lnTo>
                <a:lnTo>
                  <a:pt x="13574" y="15334"/>
                </a:lnTo>
                <a:lnTo>
                  <a:pt x="13666" y="15102"/>
                </a:lnTo>
                <a:lnTo>
                  <a:pt x="13757" y="14870"/>
                </a:lnTo>
                <a:lnTo>
                  <a:pt x="13848" y="14638"/>
                </a:lnTo>
                <a:lnTo>
                  <a:pt x="13939" y="14394"/>
                </a:lnTo>
                <a:lnTo>
                  <a:pt x="14076" y="14162"/>
                </a:lnTo>
                <a:lnTo>
                  <a:pt x="14168" y="13930"/>
                </a:lnTo>
                <a:lnTo>
                  <a:pt x="14260" y="13647"/>
                </a:lnTo>
                <a:lnTo>
                  <a:pt x="14351" y="13415"/>
                </a:lnTo>
                <a:lnTo>
                  <a:pt x="14443" y="13183"/>
                </a:lnTo>
                <a:lnTo>
                  <a:pt x="14580" y="12939"/>
                </a:lnTo>
                <a:lnTo>
                  <a:pt x="14672" y="12707"/>
                </a:lnTo>
                <a:lnTo>
                  <a:pt x="14762" y="12475"/>
                </a:lnTo>
                <a:lnTo>
                  <a:pt x="14854" y="12244"/>
                </a:lnTo>
                <a:lnTo>
                  <a:pt x="14945" y="12012"/>
                </a:lnTo>
                <a:lnTo>
                  <a:pt x="15082" y="11729"/>
                </a:lnTo>
                <a:lnTo>
                  <a:pt x="15174" y="11484"/>
                </a:lnTo>
                <a:lnTo>
                  <a:pt x="15266" y="11252"/>
                </a:lnTo>
                <a:lnTo>
                  <a:pt x="15357" y="11020"/>
                </a:lnTo>
                <a:lnTo>
                  <a:pt x="15448" y="10789"/>
                </a:lnTo>
                <a:lnTo>
                  <a:pt x="15586" y="10557"/>
                </a:lnTo>
                <a:lnTo>
                  <a:pt x="15676" y="10312"/>
                </a:lnTo>
                <a:lnTo>
                  <a:pt x="15768" y="10081"/>
                </a:lnTo>
                <a:lnTo>
                  <a:pt x="15859" y="9797"/>
                </a:lnTo>
                <a:lnTo>
                  <a:pt x="15951" y="9566"/>
                </a:lnTo>
                <a:lnTo>
                  <a:pt x="16088" y="9334"/>
                </a:lnTo>
                <a:lnTo>
                  <a:pt x="16180" y="9102"/>
                </a:lnTo>
                <a:lnTo>
                  <a:pt x="16271" y="8857"/>
                </a:lnTo>
                <a:lnTo>
                  <a:pt x="16362" y="8626"/>
                </a:lnTo>
                <a:lnTo>
                  <a:pt x="16453" y="8394"/>
                </a:lnTo>
                <a:lnTo>
                  <a:pt x="16590" y="8162"/>
                </a:lnTo>
                <a:lnTo>
                  <a:pt x="16682" y="7879"/>
                </a:lnTo>
                <a:lnTo>
                  <a:pt x="16774" y="7647"/>
                </a:lnTo>
                <a:lnTo>
                  <a:pt x="16865" y="7403"/>
                </a:lnTo>
                <a:lnTo>
                  <a:pt x="16956" y="7171"/>
                </a:lnTo>
                <a:lnTo>
                  <a:pt x="17094" y="6939"/>
                </a:lnTo>
                <a:lnTo>
                  <a:pt x="17184" y="6707"/>
                </a:lnTo>
                <a:lnTo>
                  <a:pt x="17276" y="6463"/>
                </a:lnTo>
                <a:lnTo>
                  <a:pt x="17368" y="6231"/>
                </a:lnTo>
                <a:lnTo>
                  <a:pt x="17459" y="5999"/>
                </a:lnTo>
                <a:lnTo>
                  <a:pt x="17596" y="5716"/>
                </a:lnTo>
                <a:lnTo>
                  <a:pt x="17688" y="5484"/>
                </a:lnTo>
                <a:lnTo>
                  <a:pt x="17780" y="5252"/>
                </a:lnTo>
                <a:lnTo>
                  <a:pt x="17870" y="5021"/>
                </a:lnTo>
                <a:lnTo>
                  <a:pt x="17962" y="4776"/>
                </a:lnTo>
                <a:lnTo>
                  <a:pt x="18098" y="4544"/>
                </a:lnTo>
                <a:lnTo>
                  <a:pt x="18190" y="4313"/>
                </a:lnTo>
                <a:lnTo>
                  <a:pt x="18282" y="4081"/>
                </a:lnTo>
                <a:lnTo>
                  <a:pt x="18373" y="3836"/>
                </a:lnTo>
                <a:lnTo>
                  <a:pt x="18465" y="3566"/>
                </a:lnTo>
                <a:lnTo>
                  <a:pt x="18602" y="3321"/>
                </a:lnTo>
                <a:lnTo>
                  <a:pt x="18694" y="3089"/>
                </a:lnTo>
                <a:lnTo>
                  <a:pt x="18784" y="2858"/>
                </a:lnTo>
                <a:lnTo>
                  <a:pt x="18876" y="2626"/>
                </a:lnTo>
                <a:lnTo>
                  <a:pt x="18967" y="2381"/>
                </a:lnTo>
                <a:lnTo>
                  <a:pt x="19104" y="2150"/>
                </a:lnTo>
                <a:lnTo>
                  <a:pt x="19196" y="1918"/>
                </a:lnTo>
                <a:lnTo>
                  <a:pt x="19288" y="1686"/>
                </a:lnTo>
                <a:lnTo>
                  <a:pt x="19379" y="1454"/>
                </a:lnTo>
                <a:lnTo>
                  <a:pt x="19470" y="1171"/>
                </a:lnTo>
                <a:lnTo>
                  <a:pt x="19608" y="926"/>
                </a:lnTo>
                <a:lnTo>
                  <a:pt x="19698" y="695"/>
                </a:lnTo>
                <a:lnTo>
                  <a:pt x="19790" y="463"/>
                </a:lnTo>
                <a:lnTo>
                  <a:pt x="19882" y="231"/>
                </a:lnTo>
                <a:lnTo>
                  <a:pt x="19973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7420618" y="2669967"/>
            <a:ext cx="20019" cy="46646"/>
          </a:xfrm>
          <a:custGeom>
            <a:avLst/>
            <a:gdLst/>
            <a:ahLst/>
            <a:cxnLst/>
            <a:rect l="l" t="t" r="r" b="b"/>
            <a:pathLst>
              <a:path w="20019" h="46646">
                <a:moveTo>
                  <a:pt x="0" y="46646"/>
                </a:moveTo>
                <a:lnTo>
                  <a:pt x="136" y="46401"/>
                </a:lnTo>
                <a:lnTo>
                  <a:pt x="228" y="46169"/>
                </a:lnTo>
                <a:lnTo>
                  <a:pt x="318" y="45937"/>
                </a:lnTo>
                <a:lnTo>
                  <a:pt x="410" y="45706"/>
                </a:lnTo>
                <a:lnTo>
                  <a:pt x="502" y="45461"/>
                </a:lnTo>
                <a:lnTo>
                  <a:pt x="639" y="45191"/>
                </a:lnTo>
                <a:lnTo>
                  <a:pt x="730" y="44946"/>
                </a:lnTo>
                <a:lnTo>
                  <a:pt x="822" y="44714"/>
                </a:lnTo>
                <a:lnTo>
                  <a:pt x="914" y="44483"/>
                </a:lnTo>
                <a:lnTo>
                  <a:pt x="1004" y="44251"/>
                </a:lnTo>
                <a:lnTo>
                  <a:pt x="1142" y="44006"/>
                </a:lnTo>
                <a:lnTo>
                  <a:pt x="1233" y="43774"/>
                </a:lnTo>
                <a:lnTo>
                  <a:pt x="1324" y="43543"/>
                </a:lnTo>
                <a:lnTo>
                  <a:pt x="1416" y="43311"/>
                </a:lnTo>
                <a:lnTo>
                  <a:pt x="1508" y="43079"/>
                </a:lnTo>
                <a:lnTo>
                  <a:pt x="1645" y="42835"/>
                </a:lnTo>
                <a:lnTo>
                  <a:pt x="1736" y="42603"/>
                </a:lnTo>
                <a:lnTo>
                  <a:pt x="1828" y="42371"/>
                </a:lnTo>
                <a:lnTo>
                  <a:pt x="1918" y="42088"/>
                </a:lnTo>
                <a:lnTo>
                  <a:pt x="2010" y="41856"/>
                </a:lnTo>
                <a:lnTo>
                  <a:pt x="2147" y="41624"/>
                </a:lnTo>
                <a:lnTo>
                  <a:pt x="2238" y="41380"/>
                </a:lnTo>
                <a:lnTo>
                  <a:pt x="2330" y="41148"/>
                </a:lnTo>
                <a:lnTo>
                  <a:pt x="2422" y="40916"/>
                </a:lnTo>
                <a:lnTo>
                  <a:pt x="2513" y="40684"/>
                </a:lnTo>
                <a:lnTo>
                  <a:pt x="2650" y="40440"/>
                </a:lnTo>
                <a:lnTo>
                  <a:pt x="2742" y="40208"/>
                </a:lnTo>
                <a:lnTo>
                  <a:pt x="2832" y="39976"/>
                </a:lnTo>
                <a:lnTo>
                  <a:pt x="2924" y="39745"/>
                </a:lnTo>
                <a:lnTo>
                  <a:pt x="3016" y="39513"/>
                </a:lnTo>
                <a:lnTo>
                  <a:pt x="3153" y="39268"/>
                </a:lnTo>
                <a:lnTo>
                  <a:pt x="3244" y="39036"/>
                </a:lnTo>
                <a:lnTo>
                  <a:pt x="3336" y="38753"/>
                </a:lnTo>
                <a:lnTo>
                  <a:pt x="3426" y="38521"/>
                </a:lnTo>
                <a:lnTo>
                  <a:pt x="3518" y="38290"/>
                </a:lnTo>
                <a:lnTo>
                  <a:pt x="3655" y="38058"/>
                </a:lnTo>
                <a:lnTo>
                  <a:pt x="3747" y="37813"/>
                </a:lnTo>
                <a:lnTo>
                  <a:pt x="3838" y="37582"/>
                </a:lnTo>
                <a:lnTo>
                  <a:pt x="3930" y="37350"/>
                </a:lnTo>
                <a:lnTo>
                  <a:pt x="4022" y="37118"/>
                </a:lnTo>
                <a:lnTo>
                  <a:pt x="4159" y="36886"/>
                </a:lnTo>
                <a:lnTo>
                  <a:pt x="4250" y="36642"/>
                </a:lnTo>
                <a:lnTo>
                  <a:pt x="4341" y="36410"/>
                </a:lnTo>
                <a:lnTo>
                  <a:pt x="4432" y="36178"/>
                </a:lnTo>
                <a:lnTo>
                  <a:pt x="4524" y="35946"/>
                </a:lnTo>
                <a:lnTo>
                  <a:pt x="4661" y="35702"/>
                </a:lnTo>
                <a:lnTo>
                  <a:pt x="4752" y="35470"/>
                </a:lnTo>
                <a:lnTo>
                  <a:pt x="4844" y="35238"/>
                </a:lnTo>
                <a:lnTo>
                  <a:pt x="4936" y="35007"/>
                </a:lnTo>
                <a:lnTo>
                  <a:pt x="5026" y="34775"/>
                </a:lnTo>
                <a:lnTo>
                  <a:pt x="5164" y="34492"/>
                </a:lnTo>
                <a:lnTo>
                  <a:pt x="5255" y="34247"/>
                </a:lnTo>
                <a:lnTo>
                  <a:pt x="5346" y="34015"/>
                </a:lnTo>
                <a:lnTo>
                  <a:pt x="5438" y="33783"/>
                </a:lnTo>
                <a:lnTo>
                  <a:pt x="5530" y="33552"/>
                </a:lnTo>
                <a:lnTo>
                  <a:pt x="5667" y="33320"/>
                </a:lnTo>
                <a:lnTo>
                  <a:pt x="5758" y="33075"/>
                </a:lnTo>
                <a:lnTo>
                  <a:pt x="5850" y="32844"/>
                </a:lnTo>
                <a:lnTo>
                  <a:pt x="5940" y="32612"/>
                </a:lnTo>
                <a:lnTo>
                  <a:pt x="6079" y="32380"/>
                </a:lnTo>
                <a:lnTo>
                  <a:pt x="6169" y="32135"/>
                </a:lnTo>
                <a:lnTo>
                  <a:pt x="6261" y="31904"/>
                </a:lnTo>
                <a:lnTo>
                  <a:pt x="6352" y="31672"/>
                </a:lnTo>
                <a:lnTo>
                  <a:pt x="6444" y="31440"/>
                </a:lnTo>
                <a:lnTo>
                  <a:pt x="6581" y="31208"/>
                </a:lnTo>
                <a:lnTo>
                  <a:pt x="6673" y="30964"/>
                </a:lnTo>
                <a:lnTo>
                  <a:pt x="6763" y="30732"/>
                </a:lnTo>
                <a:lnTo>
                  <a:pt x="6855" y="30500"/>
                </a:lnTo>
                <a:lnTo>
                  <a:pt x="6946" y="30269"/>
                </a:lnTo>
                <a:lnTo>
                  <a:pt x="7083" y="30024"/>
                </a:lnTo>
                <a:lnTo>
                  <a:pt x="7175" y="29792"/>
                </a:lnTo>
                <a:lnTo>
                  <a:pt x="7266" y="29560"/>
                </a:lnTo>
                <a:lnTo>
                  <a:pt x="7358" y="29329"/>
                </a:lnTo>
                <a:lnTo>
                  <a:pt x="7449" y="29097"/>
                </a:lnTo>
                <a:lnTo>
                  <a:pt x="7587" y="28852"/>
                </a:lnTo>
                <a:lnTo>
                  <a:pt x="7677" y="28621"/>
                </a:lnTo>
                <a:lnTo>
                  <a:pt x="7769" y="28389"/>
                </a:lnTo>
                <a:lnTo>
                  <a:pt x="7860" y="28157"/>
                </a:lnTo>
                <a:lnTo>
                  <a:pt x="7952" y="27912"/>
                </a:lnTo>
                <a:lnTo>
                  <a:pt x="8089" y="27681"/>
                </a:lnTo>
                <a:lnTo>
                  <a:pt x="8181" y="27449"/>
                </a:lnTo>
                <a:lnTo>
                  <a:pt x="8272" y="27217"/>
                </a:lnTo>
                <a:lnTo>
                  <a:pt x="8363" y="26934"/>
                </a:lnTo>
                <a:lnTo>
                  <a:pt x="8454" y="26702"/>
                </a:lnTo>
                <a:lnTo>
                  <a:pt x="8591" y="26458"/>
                </a:lnTo>
                <a:lnTo>
                  <a:pt x="8683" y="26226"/>
                </a:lnTo>
                <a:lnTo>
                  <a:pt x="8775" y="25994"/>
                </a:lnTo>
                <a:lnTo>
                  <a:pt x="8866" y="25762"/>
                </a:lnTo>
                <a:lnTo>
                  <a:pt x="8958" y="25531"/>
                </a:lnTo>
                <a:lnTo>
                  <a:pt x="9095" y="25286"/>
                </a:lnTo>
                <a:lnTo>
                  <a:pt x="9186" y="25054"/>
                </a:lnTo>
                <a:lnTo>
                  <a:pt x="9277" y="24822"/>
                </a:lnTo>
                <a:lnTo>
                  <a:pt x="9369" y="24591"/>
                </a:lnTo>
                <a:lnTo>
                  <a:pt x="9460" y="24346"/>
                </a:lnTo>
                <a:lnTo>
                  <a:pt x="9597" y="24114"/>
                </a:lnTo>
                <a:lnTo>
                  <a:pt x="9689" y="23883"/>
                </a:lnTo>
                <a:lnTo>
                  <a:pt x="9780" y="23651"/>
                </a:lnTo>
                <a:lnTo>
                  <a:pt x="9871" y="23419"/>
                </a:lnTo>
                <a:lnTo>
                  <a:pt x="9963" y="23174"/>
                </a:lnTo>
                <a:lnTo>
                  <a:pt x="10099" y="22943"/>
                </a:lnTo>
                <a:lnTo>
                  <a:pt x="10191" y="22711"/>
                </a:lnTo>
                <a:lnTo>
                  <a:pt x="10283" y="22479"/>
                </a:lnTo>
                <a:lnTo>
                  <a:pt x="10374" y="22235"/>
                </a:lnTo>
                <a:lnTo>
                  <a:pt x="10466" y="22003"/>
                </a:lnTo>
                <a:lnTo>
                  <a:pt x="10603" y="21771"/>
                </a:lnTo>
                <a:lnTo>
                  <a:pt x="10695" y="21539"/>
                </a:lnTo>
                <a:lnTo>
                  <a:pt x="10785" y="21308"/>
                </a:lnTo>
                <a:lnTo>
                  <a:pt x="10877" y="21063"/>
                </a:lnTo>
                <a:lnTo>
                  <a:pt x="10968" y="20831"/>
                </a:lnTo>
                <a:lnTo>
                  <a:pt x="11105" y="20599"/>
                </a:lnTo>
                <a:lnTo>
                  <a:pt x="11197" y="20368"/>
                </a:lnTo>
                <a:lnTo>
                  <a:pt x="11289" y="20123"/>
                </a:lnTo>
                <a:lnTo>
                  <a:pt x="11380" y="19891"/>
                </a:lnTo>
                <a:lnTo>
                  <a:pt x="11471" y="19660"/>
                </a:lnTo>
                <a:lnTo>
                  <a:pt x="11609" y="19428"/>
                </a:lnTo>
                <a:lnTo>
                  <a:pt x="11699" y="19235"/>
                </a:lnTo>
                <a:lnTo>
                  <a:pt x="11791" y="19003"/>
                </a:lnTo>
                <a:lnTo>
                  <a:pt x="11883" y="18771"/>
                </a:lnTo>
                <a:lnTo>
                  <a:pt x="11974" y="18539"/>
                </a:lnTo>
                <a:lnTo>
                  <a:pt x="12111" y="18295"/>
                </a:lnTo>
                <a:lnTo>
                  <a:pt x="12203" y="18063"/>
                </a:lnTo>
                <a:lnTo>
                  <a:pt x="12294" y="17831"/>
                </a:lnTo>
                <a:lnTo>
                  <a:pt x="12385" y="17600"/>
                </a:lnTo>
                <a:lnTo>
                  <a:pt x="12477" y="17355"/>
                </a:lnTo>
                <a:lnTo>
                  <a:pt x="12613" y="17123"/>
                </a:lnTo>
                <a:lnTo>
                  <a:pt x="12705" y="16891"/>
                </a:lnTo>
                <a:lnTo>
                  <a:pt x="12797" y="16660"/>
                </a:lnTo>
                <a:lnTo>
                  <a:pt x="12888" y="16428"/>
                </a:lnTo>
                <a:lnTo>
                  <a:pt x="12979" y="16183"/>
                </a:lnTo>
                <a:lnTo>
                  <a:pt x="13117" y="15952"/>
                </a:lnTo>
                <a:lnTo>
                  <a:pt x="13207" y="15720"/>
                </a:lnTo>
                <a:lnTo>
                  <a:pt x="13299" y="15488"/>
                </a:lnTo>
                <a:lnTo>
                  <a:pt x="13391" y="15243"/>
                </a:lnTo>
                <a:lnTo>
                  <a:pt x="13482" y="15012"/>
                </a:lnTo>
                <a:lnTo>
                  <a:pt x="13619" y="14780"/>
                </a:lnTo>
                <a:lnTo>
                  <a:pt x="13711" y="14548"/>
                </a:lnTo>
                <a:lnTo>
                  <a:pt x="13803" y="14316"/>
                </a:lnTo>
                <a:lnTo>
                  <a:pt x="13893" y="14072"/>
                </a:lnTo>
                <a:lnTo>
                  <a:pt x="13985" y="13840"/>
                </a:lnTo>
                <a:lnTo>
                  <a:pt x="14122" y="13608"/>
                </a:lnTo>
                <a:lnTo>
                  <a:pt x="14213" y="13377"/>
                </a:lnTo>
                <a:lnTo>
                  <a:pt x="14305" y="13132"/>
                </a:lnTo>
                <a:lnTo>
                  <a:pt x="14397" y="12900"/>
                </a:lnTo>
                <a:lnTo>
                  <a:pt x="14488" y="12668"/>
                </a:lnTo>
                <a:lnTo>
                  <a:pt x="14625" y="12437"/>
                </a:lnTo>
                <a:lnTo>
                  <a:pt x="14717" y="12244"/>
                </a:lnTo>
                <a:lnTo>
                  <a:pt x="14807" y="12012"/>
                </a:lnTo>
                <a:lnTo>
                  <a:pt x="14899" y="11780"/>
                </a:lnTo>
                <a:lnTo>
                  <a:pt x="14991" y="11548"/>
                </a:lnTo>
                <a:lnTo>
                  <a:pt x="15127" y="11304"/>
                </a:lnTo>
                <a:lnTo>
                  <a:pt x="15219" y="11072"/>
                </a:lnTo>
                <a:lnTo>
                  <a:pt x="15311" y="10840"/>
                </a:lnTo>
                <a:lnTo>
                  <a:pt x="15401" y="10608"/>
                </a:lnTo>
                <a:lnTo>
                  <a:pt x="15493" y="10364"/>
                </a:lnTo>
                <a:lnTo>
                  <a:pt x="15630" y="10132"/>
                </a:lnTo>
                <a:lnTo>
                  <a:pt x="15721" y="9900"/>
                </a:lnTo>
                <a:lnTo>
                  <a:pt x="15813" y="9669"/>
                </a:lnTo>
                <a:lnTo>
                  <a:pt x="15905" y="9437"/>
                </a:lnTo>
                <a:lnTo>
                  <a:pt x="15996" y="9192"/>
                </a:lnTo>
                <a:lnTo>
                  <a:pt x="16133" y="8960"/>
                </a:lnTo>
                <a:lnTo>
                  <a:pt x="16225" y="8729"/>
                </a:lnTo>
                <a:lnTo>
                  <a:pt x="16315" y="8497"/>
                </a:lnTo>
                <a:lnTo>
                  <a:pt x="16407" y="8304"/>
                </a:lnTo>
                <a:lnTo>
                  <a:pt x="16499" y="8072"/>
                </a:lnTo>
                <a:lnTo>
                  <a:pt x="16636" y="7840"/>
                </a:lnTo>
                <a:lnTo>
                  <a:pt x="16727" y="7596"/>
                </a:lnTo>
                <a:lnTo>
                  <a:pt x="16819" y="7364"/>
                </a:lnTo>
                <a:lnTo>
                  <a:pt x="16911" y="7132"/>
                </a:lnTo>
                <a:lnTo>
                  <a:pt x="17001" y="6900"/>
                </a:lnTo>
                <a:lnTo>
                  <a:pt x="17139" y="6656"/>
                </a:lnTo>
                <a:lnTo>
                  <a:pt x="17230" y="6424"/>
                </a:lnTo>
                <a:lnTo>
                  <a:pt x="17321" y="6192"/>
                </a:lnTo>
                <a:lnTo>
                  <a:pt x="17413" y="5961"/>
                </a:lnTo>
                <a:lnTo>
                  <a:pt x="17505" y="5729"/>
                </a:lnTo>
                <a:lnTo>
                  <a:pt x="17641" y="5484"/>
                </a:lnTo>
                <a:lnTo>
                  <a:pt x="17733" y="5252"/>
                </a:lnTo>
                <a:lnTo>
                  <a:pt x="17825" y="5072"/>
                </a:lnTo>
                <a:lnTo>
                  <a:pt x="17915" y="4828"/>
                </a:lnTo>
                <a:lnTo>
                  <a:pt x="18007" y="4596"/>
                </a:lnTo>
                <a:lnTo>
                  <a:pt x="18144" y="4364"/>
                </a:lnTo>
                <a:lnTo>
                  <a:pt x="18235" y="4132"/>
                </a:lnTo>
                <a:lnTo>
                  <a:pt x="18327" y="3888"/>
                </a:lnTo>
                <a:lnTo>
                  <a:pt x="18419" y="3656"/>
                </a:lnTo>
                <a:lnTo>
                  <a:pt x="18509" y="3424"/>
                </a:lnTo>
                <a:lnTo>
                  <a:pt x="18647" y="3192"/>
                </a:lnTo>
                <a:lnTo>
                  <a:pt x="18738" y="2961"/>
                </a:lnTo>
                <a:lnTo>
                  <a:pt x="18829" y="2716"/>
                </a:lnTo>
                <a:lnTo>
                  <a:pt x="18921" y="2536"/>
                </a:lnTo>
                <a:lnTo>
                  <a:pt x="19013" y="2304"/>
                </a:lnTo>
                <a:lnTo>
                  <a:pt x="19150" y="2059"/>
                </a:lnTo>
                <a:lnTo>
                  <a:pt x="19241" y="1828"/>
                </a:lnTo>
                <a:lnTo>
                  <a:pt x="19333" y="1596"/>
                </a:lnTo>
                <a:lnTo>
                  <a:pt x="19423" y="1364"/>
                </a:lnTo>
                <a:lnTo>
                  <a:pt x="19515" y="1120"/>
                </a:lnTo>
                <a:lnTo>
                  <a:pt x="19652" y="888"/>
                </a:lnTo>
                <a:lnTo>
                  <a:pt x="19743" y="656"/>
                </a:lnTo>
                <a:lnTo>
                  <a:pt x="19835" y="463"/>
                </a:lnTo>
                <a:lnTo>
                  <a:pt x="19927" y="231"/>
                </a:lnTo>
                <a:lnTo>
                  <a:pt x="20019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7440637" y="2625535"/>
            <a:ext cx="20024" cy="44431"/>
          </a:xfrm>
          <a:custGeom>
            <a:avLst/>
            <a:gdLst/>
            <a:ahLst/>
            <a:cxnLst/>
            <a:rect l="l" t="t" r="r" b="b"/>
            <a:pathLst>
              <a:path w="20024" h="44431">
                <a:moveTo>
                  <a:pt x="0" y="44431"/>
                </a:moveTo>
                <a:lnTo>
                  <a:pt x="136" y="44199"/>
                </a:lnTo>
                <a:lnTo>
                  <a:pt x="228" y="43968"/>
                </a:lnTo>
                <a:lnTo>
                  <a:pt x="318" y="43723"/>
                </a:lnTo>
                <a:lnTo>
                  <a:pt x="410" y="43491"/>
                </a:lnTo>
                <a:lnTo>
                  <a:pt x="502" y="43259"/>
                </a:lnTo>
                <a:lnTo>
                  <a:pt x="639" y="43028"/>
                </a:lnTo>
                <a:lnTo>
                  <a:pt x="730" y="42835"/>
                </a:lnTo>
                <a:lnTo>
                  <a:pt x="822" y="42603"/>
                </a:lnTo>
                <a:lnTo>
                  <a:pt x="914" y="42371"/>
                </a:lnTo>
                <a:lnTo>
                  <a:pt x="1004" y="42126"/>
                </a:lnTo>
                <a:lnTo>
                  <a:pt x="1142" y="41895"/>
                </a:lnTo>
                <a:lnTo>
                  <a:pt x="1233" y="41663"/>
                </a:lnTo>
                <a:lnTo>
                  <a:pt x="1324" y="41431"/>
                </a:lnTo>
                <a:lnTo>
                  <a:pt x="1416" y="41199"/>
                </a:lnTo>
                <a:lnTo>
                  <a:pt x="1508" y="41006"/>
                </a:lnTo>
                <a:lnTo>
                  <a:pt x="1645" y="40775"/>
                </a:lnTo>
                <a:lnTo>
                  <a:pt x="1736" y="40530"/>
                </a:lnTo>
                <a:lnTo>
                  <a:pt x="1827" y="40298"/>
                </a:lnTo>
                <a:lnTo>
                  <a:pt x="1918" y="40066"/>
                </a:lnTo>
                <a:lnTo>
                  <a:pt x="2010" y="39835"/>
                </a:lnTo>
                <a:lnTo>
                  <a:pt x="2147" y="39603"/>
                </a:lnTo>
                <a:lnTo>
                  <a:pt x="2238" y="39358"/>
                </a:lnTo>
                <a:lnTo>
                  <a:pt x="2330" y="39178"/>
                </a:lnTo>
                <a:lnTo>
                  <a:pt x="2422" y="38946"/>
                </a:lnTo>
                <a:lnTo>
                  <a:pt x="2512" y="38702"/>
                </a:lnTo>
                <a:lnTo>
                  <a:pt x="2650" y="38470"/>
                </a:lnTo>
                <a:lnTo>
                  <a:pt x="2741" y="38238"/>
                </a:lnTo>
                <a:lnTo>
                  <a:pt x="2832" y="38006"/>
                </a:lnTo>
                <a:lnTo>
                  <a:pt x="2924" y="37762"/>
                </a:lnTo>
                <a:lnTo>
                  <a:pt x="3016" y="37582"/>
                </a:lnTo>
                <a:lnTo>
                  <a:pt x="3153" y="37350"/>
                </a:lnTo>
                <a:lnTo>
                  <a:pt x="3244" y="37105"/>
                </a:lnTo>
                <a:lnTo>
                  <a:pt x="3336" y="36873"/>
                </a:lnTo>
                <a:lnTo>
                  <a:pt x="3426" y="36642"/>
                </a:lnTo>
                <a:lnTo>
                  <a:pt x="3518" y="36410"/>
                </a:lnTo>
                <a:lnTo>
                  <a:pt x="3655" y="36217"/>
                </a:lnTo>
                <a:lnTo>
                  <a:pt x="3747" y="35985"/>
                </a:lnTo>
                <a:lnTo>
                  <a:pt x="3838" y="35753"/>
                </a:lnTo>
                <a:lnTo>
                  <a:pt x="3930" y="35522"/>
                </a:lnTo>
                <a:lnTo>
                  <a:pt x="4022" y="35277"/>
                </a:lnTo>
                <a:lnTo>
                  <a:pt x="4159" y="35045"/>
                </a:lnTo>
                <a:lnTo>
                  <a:pt x="4250" y="34813"/>
                </a:lnTo>
                <a:lnTo>
                  <a:pt x="4341" y="34620"/>
                </a:lnTo>
                <a:lnTo>
                  <a:pt x="4432" y="34389"/>
                </a:lnTo>
                <a:lnTo>
                  <a:pt x="4524" y="34157"/>
                </a:lnTo>
                <a:lnTo>
                  <a:pt x="4661" y="33925"/>
                </a:lnTo>
                <a:lnTo>
                  <a:pt x="4752" y="33680"/>
                </a:lnTo>
                <a:lnTo>
                  <a:pt x="4844" y="33449"/>
                </a:lnTo>
                <a:lnTo>
                  <a:pt x="4935" y="33268"/>
                </a:lnTo>
                <a:lnTo>
                  <a:pt x="5026" y="33024"/>
                </a:lnTo>
                <a:lnTo>
                  <a:pt x="5163" y="32792"/>
                </a:lnTo>
                <a:lnTo>
                  <a:pt x="5255" y="32560"/>
                </a:lnTo>
                <a:lnTo>
                  <a:pt x="5346" y="32329"/>
                </a:lnTo>
                <a:lnTo>
                  <a:pt x="5438" y="32135"/>
                </a:lnTo>
                <a:lnTo>
                  <a:pt x="5530" y="31904"/>
                </a:lnTo>
                <a:lnTo>
                  <a:pt x="5667" y="31672"/>
                </a:lnTo>
                <a:lnTo>
                  <a:pt x="5758" y="31427"/>
                </a:lnTo>
                <a:lnTo>
                  <a:pt x="5849" y="31196"/>
                </a:lnTo>
                <a:lnTo>
                  <a:pt x="5940" y="30964"/>
                </a:lnTo>
                <a:lnTo>
                  <a:pt x="6032" y="30771"/>
                </a:lnTo>
                <a:lnTo>
                  <a:pt x="6169" y="30539"/>
                </a:lnTo>
                <a:lnTo>
                  <a:pt x="6261" y="30307"/>
                </a:lnTo>
                <a:lnTo>
                  <a:pt x="6352" y="30075"/>
                </a:lnTo>
                <a:lnTo>
                  <a:pt x="6444" y="29844"/>
                </a:lnTo>
                <a:lnTo>
                  <a:pt x="6534" y="29651"/>
                </a:lnTo>
                <a:lnTo>
                  <a:pt x="6673" y="29419"/>
                </a:lnTo>
                <a:lnTo>
                  <a:pt x="6763" y="29187"/>
                </a:lnTo>
                <a:lnTo>
                  <a:pt x="6855" y="28942"/>
                </a:lnTo>
                <a:lnTo>
                  <a:pt x="6946" y="28711"/>
                </a:lnTo>
                <a:lnTo>
                  <a:pt x="7038" y="28530"/>
                </a:lnTo>
                <a:lnTo>
                  <a:pt x="7175" y="28286"/>
                </a:lnTo>
                <a:lnTo>
                  <a:pt x="7266" y="28054"/>
                </a:lnTo>
                <a:lnTo>
                  <a:pt x="7358" y="27822"/>
                </a:lnTo>
                <a:lnTo>
                  <a:pt x="7449" y="27591"/>
                </a:lnTo>
                <a:lnTo>
                  <a:pt x="7540" y="27397"/>
                </a:lnTo>
                <a:lnTo>
                  <a:pt x="7677" y="27166"/>
                </a:lnTo>
                <a:lnTo>
                  <a:pt x="7769" y="26934"/>
                </a:lnTo>
                <a:lnTo>
                  <a:pt x="7860" y="26689"/>
                </a:lnTo>
                <a:lnTo>
                  <a:pt x="7952" y="26458"/>
                </a:lnTo>
                <a:lnTo>
                  <a:pt x="8043" y="26277"/>
                </a:lnTo>
                <a:lnTo>
                  <a:pt x="8181" y="26033"/>
                </a:lnTo>
                <a:lnTo>
                  <a:pt x="8271" y="25801"/>
                </a:lnTo>
                <a:lnTo>
                  <a:pt x="8363" y="25569"/>
                </a:lnTo>
                <a:lnTo>
                  <a:pt x="8454" y="25337"/>
                </a:lnTo>
                <a:lnTo>
                  <a:pt x="8546" y="25144"/>
                </a:lnTo>
                <a:lnTo>
                  <a:pt x="8683" y="24913"/>
                </a:lnTo>
                <a:lnTo>
                  <a:pt x="8775" y="24681"/>
                </a:lnTo>
                <a:lnTo>
                  <a:pt x="8866" y="24436"/>
                </a:lnTo>
                <a:lnTo>
                  <a:pt x="8957" y="24256"/>
                </a:lnTo>
                <a:lnTo>
                  <a:pt x="9048" y="24024"/>
                </a:lnTo>
                <a:lnTo>
                  <a:pt x="9185" y="23780"/>
                </a:lnTo>
                <a:lnTo>
                  <a:pt x="9277" y="23548"/>
                </a:lnTo>
                <a:lnTo>
                  <a:pt x="9369" y="23368"/>
                </a:lnTo>
                <a:lnTo>
                  <a:pt x="9460" y="23123"/>
                </a:lnTo>
                <a:lnTo>
                  <a:pt x="9552" y="22891"/>
                </a:lnTo>
                <a:lnTo>
                  <a:pt x="9689" y="22659"/>
                </a:lnTo>
                <a:lnTo>
                  <a:pt x="9780" y="22428"/>
                </a:lnTo>
                <a:lnTo>
                  <a:pt x="9871" y="22235"/>
                </a:lnTo>
                <a:lnTo>
                  <a:pt x="9963" y="22003"/>
                </a:lnTo>
                <a:lnTo>
                  <a:pt x="10054" y="21771"/>
                </a:lnTo>
                <a:lnTo>
                  <a:pt x="10191" y="21526"/>
                </a:lnTo>
                <a:lnTo>
                  <a:pt x="10283" y="21346"/>
                </a:lnTo>
                <a:lnTo>
                  <a:pt x="10374" y="21114"/>
                </a:lnTo>
                <a:lnTo>
                  <a:pt x="10466" y="20870"/>
                </a:lnTo>
                <a:lnTo>
                  <a:pt x="10557" y="20638"/>
                </a:lnTo>
                <a:lnTo>
                  <a:pt x="10695" y="20458"/>
                </a:lnTo>
                <a:lnTo>
                  <a:pt x="10785" y="20213"/>
                </a:lnTo>
                <a:lnTo>
                  <a:pt x="10877" y="19981"/>
                </a:lnTo>
                <a:lnTo>
                  <a:pt x="10968" y="19750"/>
                </a:lnTo>
                <a:lnTo>
                  <a:pt x="11060" y="19557"/>
                </a:lnTo>
                <a:lnTo>
                  <a:pt x="11197" y="19325"/>
                </a:lnTo>
                <a:lnTo>
                  <a:pt x="11289" y="19093"/>
                </a:lnTo>
                <a:lnTo>
                  <a:pt x="11379" y="18861"/>
                </a:lnTo>
                <a:lnTo>
                  <a:pt x="11471" y="18668"/>
                </a:lnTo>
                <a:lnTo>
                  <a:pt x="11562" y="18436"/>
                </a:lnTo>
                <a:lnTo>
                  <a:pt x="11699" y="18205"/>
                </a:lnTo>
                <a:lnTo>
                  <a:pt x="11791" y="17973"/>
                </a:lnTo>
                <a:lnTo>
                  <a:pt x="11883" y="17780"/>
                </a:lnTo>
                <a:lnTo>
                  <a:pt x="11974" y="17548"/>
                </a:lnTo>
                <a:lnTo>
                  <a:pt x="12065" y="17303"/>
                </a:lnTo>
                <a:lnTo>
                  <a:pt x="12203" y="17123"/>
                </a:lnTo>
                <a:lnTo>
                  <a:pt x="12293" y="16891"/>
                </a:lnTo>
                <a:lnTo>
                  <a:pt x="12385" y="16647"/>
                </a:lnTo>
                <a:lnTo>
                  <a:pt x="12477" y="16415"/>
                </a:lnTo>
                <a:lnTo>
                  <a:pt x="12568" y="16235"/>
                </a:lnTo>
                <a:lnTo>
                  <a:pt x="12705" y="15990"/>
                </a:lnTo>
                <a:lnTo>
                  <a:pt x="12797" y="15758"/>
                </a:lnTo>
                <a:lnTo>
                  <a:pt x="12888" y="15527"/>
                </a:lnTo>
                <a:lnTo>
                  <a:pt x="12979" y="15334"/>
                </a:lnTo>
                <a:lnTo>
                  <a:pt x="13070" y="15102"/>
                </a:lnTo>
                <a:lnTo>
                  <a:pt x="13207" y="14870"/>
                </a:lnTo>
                <a:lnTo>
                  <a:pt x="13299" y="14677"/>
                </a:lnTo>
                <a:lnTo>
                  <a:pt x="13391" y="14445"/>
                </a:lnTo>
                <a:lnTo>
                  <a:pt x="13482" y="14213"/>
                </a:lnTo>
                <a:lnTo>
                  <a:pt x="13574" y="13982"/>
                </a:lnTo>
                <a:lnTo>
                  <a:pt x="13711" y="13789"/>
                </a:lnTo>
                <a:lnTo>
                  <a:pt x="13803" y="13557"/>
                </a:lnTo>
                <a:lnTo>
                  <a:pt x="13893" y="13325"/>
                </a:lnTo>
                <a:lnTo>
                  <a:pt x="13985" y="13132"/>
                </a:lnTo>
                <a:lnTo>
                  <a:pt x="14076" y="12900"/>
                </a:lnTo>
                <a:lnTo>
                  <a:pt x="14213" y="12668"/>
                </a:lnTo>
                <a:lnTo>
                  <a:pt x="14305" y="12475"/>
                </a:lnTo>
                <a:lnTo>
                  <a:pt x="14397" y="12244"/>
                </a:lnTo>
                <a:lnTo>
                  <a:pt x="14487" y="12012"/>
                </a:lnTo>
                <a:lnTo>
                  <a:pt x="14579" y="11767"/>
                </a:lnTo>
                <a:lnTo>
                  <a:pt x="14716" y="11587"/>
                </a:lnTo>
                <a:lnTo>
                  <a:pt x="14807" y="11355"/>
                </a:lnTo>
                <a:lnTo>
                  <a:pt x="14899" y="11111"/>
                </a:lnTo>
                <a:lnTo>
                  <a:pt x="14991" y="10930"/>
                </a:lnTo>
                <a:lnTo>
                  <a:pt x="15082" y="10699"/>
                </a:lnTo>
                <a:lnTo>
                  <a:pt x="15219" y="10454"/>
                </a:lnTo>
                <a:lnTo>
                  <a:pt x="15311" y="10274"/>
                </a:lnTo>
                <a:lnTo>
                  <a:pt x="15401" y="10042"/>
                </a:lnTo>
                <a:lnTo>
                  <a:pt x="15493" y="9797"/>
                </a:lnTo>
                <a:lnTo>
                  <a:pt x="15584" y="9617"/>
                </a:lnTo>
                <a:lnTo>
                  <a:pt x="15721" y="9385"/>
                </a:lnTo>
                <a:lnTo>
                  <a:pt x="15813" y="9141"/>
                </a:lnTo>
                <a:lnTo>
                  <a:pt x="15905" y="8960"/>
                </a:lnTo>
                <a:lnTo>
                  <a:pt x="15996" y="8729"/>
                </a:lnTo>
                <a:lnTo>
                  <a:pt x="16087" y="8484"/>
                </a:lnTo>
                <a:lnTo>
                  <a:pt x="16225" y="8304"/>
                </a:lnTo>
                <a:lnTo>
                  <a:pt x="16315" y="8072"/>
                </a:lnTo>
                <a:lnTo>
                  <a:pt x="16407" y="7827"/>
                </a:lnTo>
                <a:lnTo>
                  <a:pt x="16499" y="7647"/>
                </a:lnTo>
                <a:lnTo>
                  <a:pt x="16590" y="7415"/>
                </a:lnTo>
                <a:lnTo>
                  <a:pt x="16727" y="7171"/>
                </a:lnTo>
                <a:lnTo>
                  <a:pt x="16819" y="6991"/>
                </a:lnTo>
                <a:lnTo>
                  <a:pt x="16911" y="6746"/>
                </a:lnTo>
                <a:lnTo>
                  <a:pt x="17001" y="6514"/>
                </a:lnTo>
                <a:lnTo>
                  <a:pt x="17093" y="6334"/>
                </a:lnTo>
                <a:lnTo>
                  <a:pt x="17230" y="6089"/>
                </a:lnTo>
                <a:lnTo>
                  <a:pt x="17321" y="5858"/>
                </a:lnTo>
                <a:lnTo>
                  <a:pt x="17413" y="5677"/>
                </a:lnTo>
                <a:lnTo>
                  <a:pt x="17505" y="5433"/>
                </a:lnTo>
                <a:lnTo>
                  <a:pt x="17595" y="5201"/>
                </a:lnTo>
                <a:lnTo>
                  <a:pt x="17733" y="5021"/>
                </a:lnTo>
                <a:lnTo>
                  <a:pt x="17823" y="4776"/>
                </a:lnTo>
                <a:lnTo>
                  <a:pt x="17915" y="4544"/>
                </a:lnTo>
                <a:lnTo>
                  <a:pt x="18007" y="4364"/>
                </a:lnTo>
                <a:lnTo>
                  <a:pt x="18098" y="4119"/>
                </a:lnTo>
                <a:lnTo>
                  <a:pt x="18235" y="3888"/>
                </a:lnTo>
                <a:lnTo>
                  <a:pt x="18327" y="3707"/>
                </a:lnTo>
                <a:lnTo>
                  <a:pt x="18419" y="3463"/>
                </a:lnTo>
                <a:lnTo>
                  <a:pt x="18509" y="3283"/>
                </a:lnTo>
                <a:lnTo>
                  <a:pt x="18601" y="3051"/>
                </a:lnTo>
                <a:lnTo>
                  <a:pt x="18738" y="2806"/>
                </a:lnTo>
                <a:lnTo>
                  <a:pt x="18829" y="2626"/>
                </a:lnTo>
                <a:lnTo>
                  <a:pt x="18921" y="2394"/>
                </a:lnTo>
                <a:lnTo>
                  <a:pt x="19013" y="2150"/>
                </a:lnTo>
                <a:lnTo>
                  <a:pt x="19104" y="1969"/>
                </a:lnTo>
                <a:lnTo>
                  <a:pt x="19241" y="1738"/>
                </a:lnTo>
                <a:lnTo>
                  <a:pt x="19333" y="1544"/>
                </a:lnTo>
                <a:lnTo>
                  <a:pt x="19423" y="1313"/>
                </a:lnTo>
                <a:lnTo>
                  <a:pt x="19515" y="1081"/>
                </a:lnTo>
                <a:lnTo>
                  <a:pt x="19607" y="888"/>
                </a:lnTo>
                <a:lnTo>
                  <a:pt x="19743" y="656"/>
                </a:lnTo>
                <a:lnTo>
                  <a:pt x="19835" y="411"/>
                </a:lnTo>
                <a:lnTo>
                  <a:pt x="19927" y="231"/>
                </a:lnTo>
                <a:lnTo>
                  <a:pt x="20024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7460661" y="2584052"/>
            <a:ext cx="20016" cy="41483"/>
          </a:xfrm>
          <a:custGeom>
            <a:avLst/>
            <a:gdLst/>
            <a:ahLst/>
            <a:cxnLst/>
            <a:rect l="l" t="t" r="r" b="b"/>
            <a:pathLst>
              <a:path w="20016" h="41483">
                <a:moveTo>
                  <a:pt x="0" y="41483"/>
                </a:moveTo>
                <a:lnTo>
                  <a:pt x="87" y="41290"/>
                </a:lnTo>
                <a:lnTo>
                  <a:pt x="226" y="41058"/>
                </a:lnTo>
                <a:lnTo>
                  <a:pt x="313" y="40826"/>
                </a:lnTo>
                <a:lnTo>
                  <a:pt x="401" y="40633"/>
                </a:lnTo>
                <a:lnTo>
                  <a:pt x="502" y="40401"/>
                </a:lnTo>
                <a:lnTo>
                  <a:pt x="590" y="40208"/>
                </a:lnTo>
                <a:lnTo>
                  <a:pt x="728" y="39976"/>
                </a:lnTo>
                <a:lnTo>
                  <a:pt x="816" y="39745"/>
                </a:lnTo>
                <a:lnTo>
                  <a:pt x="904" y="39551"/>
                </a:lnTo>
                <a:lnTo>
                  <a:pt x="1004" y="39320"/>
                </a:lnTo>
                <a:lnTo>
                  <a:pt x="1092" y="39127"/>
                </a:lnTo>
                <a:lnTo>
                  <a:pt x="1230" y="38895"/>
                </a:lnTo>
                <a:lnTo>
                  <a:pt x="1318" y="38663"/>
                </a:lnTo>
                <a:lnTo>
                  <a:pt x="1406" y="38470"/>
                </a:lnTo>
                <a:lnTo>
                  <a:pt x="1506" y="38238"/>
                </a:lnTo>
                <a:lnTo>
                  <a:pt x="1594" y="38058"/>
                </a:lnTo>
                <a:lnTo>
                  <a:pt x="1732" y="37813"/>
                </a:lnTo>
                <a:lnTo>
                  <a:pt x="1820" y="37582"/>
                </a:lnTo>
                <a:lnTo>
                  <a:pt x="1908" y="37401"/>
                </a:lnTo>
                <a:lnTo>
                  <a:pt x="2009" y="37157"/>
                </a:lnTo>
                <a:lnTo>
                  <a:pt x="2097" y="36976"/>
                </a:lnTo>
                <a:lnTo>
                  <a:pt x="2235" y="36745"/>
                </a:lnTo>
                <a:lnTo>
                  <a:pt x="2323" y="36552"/>
                </a:lnTo>
                <a:lnTo>
                  <a:pt x="2411" y="36320"/>
                </a:lnTo>
                <a:lnTo>
                  <a:pt x="2511" y="36088"/>
                </a:lnTo>
                <a:lnTo>
                  <a:pt x="2599" y="35895"/>
                </a:lnTo>
                <a:lnTo>
                  <a:pt x="2737" y="35663"/>
                </a:lnTo>
                <a:lnTo>
                  <a:pt x="2825" y="35470"/>
                </a:lnTo>
                <a:lnTo>
                  <a:pt x="2913" y="35238"/>
                </a:lnTo>
                <a:lnTo>
                  <a:pt x="3013" y="35045"/>
                </a:lnTo>
                <a:lnTo>
                  <a:pt x="3101" y="34813"/>
                </a:lnTo>
                <a:lnTo>
                  <a:pt x="3239" y="34582"/>
                </a:lnTo>
                <a:lnTo>
                  <a:pt x="3327" y="34389"/>
                </a:lnTo>
                <a:lnTo>
                  <a:pt x="3428" y="34157"/>
                </a:lnTo>
                <a:lnTo>
                  <a:pt x="3516" y="33977"/>
                </a:lnTo>
                <a:lnTo>
                  <a:pt x="3603" y="33732"/>
                </a:lnTo>
                <a:lnTo>
                  <a:pt x="3742" y="33552"/>
                </a:lnTo>
                <a:lnTo>
                  <a:pt x="3830" y="33320"/>
                </a:lnTo>
                <a:lnTo>
                  <a:pt x="3930" y="33127"/>
                </a:lnTo>
                <a:lnTo>
                  <a:pt x="4018" y="32895"/>
                </a:lnTo>
                <a:lnTo>
                  <a:pt x="4106" y="32663"/>
                </a:lnTo>
                <a:lnTo>
                  <a:pt x="4244" y="32470"/>
                </a:lnTo>
                <a:lnTo>
                  <a:pt x="4332" y="32238"/>
                </a:lnTo>
                <a:lnTo>
                  <a:pt x="4432" y="32045"/>
                </a:lnTo>
                <a:lnTo>
                  <a:pt x="4520" y="31814"/>
                </a:lnTo>
                <a:lnTo>
                  <a:pt x="4608" y="31620"/>
                </a:lnTo>
                <a:lnTo>
                  <a:pt x="4746" y="31389"/>
                </a:lnTo>
                <a:lnTo>
                  <a:pt x="4834" y="31208"/>
                </a:lnTo>
                <a:lnTo>
                  <a:pt x="4935" y="30964"/>
                </a:lnTo>
                <a:lnTo>
                  <a:pt x="5022" y="30784"/>
                </a:lnTo>
                <a:lnTo>
                  <a:pt x="5110" y="30552"/>
                </a:lnTo>
                <a:lnTo>
                  <a:pt x="5248" y="30359"/>
                </a:lnTo>
                <a:lnTo>
                  <a:pt x="5336" y="30127"/>
                </a:lnTo>
                <a:lnTo>
                  <a:pt x="5437" y="29934"/>
                </a:lnTo>
                <a:lnTo>
                  <a:pt x="5525" y="29702"/>
                </a:lnTo>
                <a:lnTo>
                  <a:pt x="5613" y="29509"/>
                </a:lnTo>
                <a:lnTo>
                  <a:pt x="5751" y="29277"/>
                </a:lnTo>
                <a:lnTo>
                  <a:pt x="5839" y="29045"/>
                </a:lnTo>
                <a:lnTo>
                  <a:pt x="5939" y="28852"/>
                </a:lnTo>
                <a:lnTo>
                  <a:pt x="6027" y="28621"/>
                </a:lnTo>
                <a:lnTo>
                  <a:pt x="6115" y="28440"/>
                </a:lnTo>
                <a:lnTo>
                  <a:pt x="6253" y="28196"/>
                </a:lnTo>
                <a:lnTo>
                  <a:pt x="6341" y="28015"/>
                </a:lnTo>
                <a:lnTo>
                  <a:pt x="6441" y="27784"/>
                </a:lnTo>
                <a:lnTo>
                  <a:pt x="6529" y="27591"/>
                </a:lnTo>
                <a:lnTo>
                  <a:pt x="6617" y="27359"/>
                </a:lnTo>
                <a:lnTo>
                  <a:pt x="6755" y="27166"/>
                </a:lnTo>
                <a:lnTo>
                  <a:pt x="6856" y="26934"/>
                </a:lnTo>
                <a:lnTo>
                  <a:pt x="6944" y="26741"/>
                </a:lnTo>
                <a:lnTo>
                  <a:pt x="7032" y="26509"/>
                </a:lnTo>
                <a:lnTo>
                  <a:pt x="7120" y="26329"/>
                </a:lnTo>
                <a:lnTo>
                  <a:pt x="7258" y="26084"/>
                </a:lnTo>
                <a:lnTo>
                  <a:pt x="7358" y="25904"/>
                </a:lnTo>
                <a:lnTo>
                  <a:pt x="7446" y="25672"/>
                </a:lnTo>
                <a:lnTo>
                  <a:pt x="7534" y="25479"/>
                </a:lnTo>
                <a:lnTo>
                  <a:pt x="7622" y="25247"/>
                </a:lnTo>
                <a:lnTo>
                  <a:pt x="7760" y="25054"/>
                </a:lnTo>
                <a:lnTo>
                  <a:pt x="7860" y="24822"/>
                </a:lnTo>
                <a:lnTo>
                  <a:pt x="7948" y="24629"/>
                </a:lnTo>
                <a:lnTo>
                  <a:pt x="8036" y="24449"/>
                </a:lnTo>
                <a:lnTo>
                  <a:pt x="8124" y="24217"/>
                </a:lnTo>
                <a:lnTo>
                  <a:pt x="8262" y="24024"/>
                </a:lnTo>
                <a:lnTo>
                  <a:pt x="8363" y="23792"/>
                </a:lnTo>
                <a:lnTo>
                  <a:pt x="8451" y="23599"/>
                </a:lnTo>
                <a:lnTo>
                  <a:pt x="8539" y="23368"/>
                </a:lnTo>
                <a:lnTo>
                  <a:pt x="8626" y="23174"/>
                </a:lnTo>
                <a:lnTo>
                  <a:pt x="8765" y="22943"/>
                </a:lnTo>
                <a:lnTo>
                  <a:pt x="8865" y="22762"/>
                </a:lnTo>
                <a:lnTo>
                  <a:pt x="8953" y="22518"/>
                </a:lnTo>
                <a:lnTo>
                  <a:pt x="9041" y="22338"/>
                </a:lnTo>
                <a:lnTo>
                  <a:pt x="9129" y="22106"/>
                </a:lnTo>
                <a:lnTo>
                  <a:pt x="9267" y="21913"/>
                </a:lnTo>
                <a:lnTo>
                  <a:pt x="9367" y="21681"/>
                </a:lnTo>
                <a:lnTo>
                  <a:pt x="9455" y="21488"/>
                </a:lnTo>
                <a:lnTo>
                  <a:pt x="9543" y="21308"/>
                </a:lnTo>
                <a:lnTo>
                  <a:pt x="9644" y="21063"/>
                </a:lnTo>
                <a:lnTo>
                  <a:pt x="9769" y="20883"/>
                </a:lnTo>
                <a:lnTo>
                  <a:pt x="9870" y="20651"/>
                </a:lnTo>
                <a:lnTo>
                  <a:pt x="9958" y="20458"/>
                </a:lnTo>
                <a:lnTo>
                  <a:pt x="10045" y="20226"/>
                </a:lnTo>
                <a:lnTo>
                  <a:pt x="10146" y="20033"/>
                </a:lnTo>
                <a:lnTo>
                  <a:pt x="10271" y="19801"/>
                </a:lnTo>
                <a:lnTo>
                  <a:pt x="10372" y="19608"/>
                </a:lnTo>
                <a:lnTo>
                  <a:pt x="10460" y="19428"/>
                </a:lnTo>
                <a:lnTo>
                  <a:pt x="10548" y="19196"/>
                </a:lnTo>
                <a:lnTo>
                  <a:pt x="10648" y="19003"/>
                </a:lnTo>
                <a:lnTo>
                  <a:pt x="10786" y="18771"/>
                </a:lnTo>
                <a:lnTo>
                  <a:pt x="10874" y="18578"/>
                </a:lnTo>
                <a:lnTo>
                  <a:pt x="10962" y="18346"/>
                </a:lnTo>
                <a:lnTo>
                  <a:pt x="11050" y="18153"/>
                </a:lnTo>
                <a:lnTo>
                  <a:pt x="11150" y="17973"/>
                </a:lnTo>
                <a:lnTo>
                  <a:pt x="11289" y="17741"/>
                </a:lnTo>
                <a:lnTo>
                  <a:pt x="11377" y="17548"/>
                </a:lnTo>
                <a:lnTo>
                  <a:pt x="11464" y="17316"/>
                </a:lnTo>
                <a:lnTo>
                  <a:pt x="11552" y="17123"/>
                </a:lnTo>
                <a:lnTo>
                  <a:pt x="11653" y="16891"/>
                </a:lnTo>
                <a:lnTo>
                  <a:pt x="11791" y="16698"/>
                </a:lnTo>
                <a:lnTo>
                  <a:pt x="11879" y="16518"/>
                </a:lnTo>
                <a:lnTo>
                  <a:pt x="11967" y="16286"/>
                </a:lnTo>
                <a:lnTo>
                  <a:pt x="12055" y="16093"/>
                </a:lnTo>
                <a:lnTo>
                  <a:pt x="12155" y="15861"/>
                </a:lnTo>
                <a:lnTo>
                  <a:pt x="12293" y="15668"/>
                </a:lnTo>
                <a:lnTo>
                  <a:pt x="12381" y="15488"/>
                </a:lnTo>
                <a:lnTo>
                  <a:pt x="12469" y="15243"/>
                </a:lnTo>
                <a:lnTo>
                  <a:pt x="12557" y="15063"/>
                </a:lnTo>
                <a:lnTo>
                  <a:pt x="12657" y="14831"/>
                </a:lnTo>
                <a:lnTo>
                  <a:pt x="12795" y="14638"/>
                </a:lnTo>
                <a:lnTo>
                  <a:pt x="12883" y="14445"/>
                </a:lnTo>
                <a:lnTo>
                  <a:pt x="12971" y="14213"/>
                </a:lnTo>
                <a:lnTo>
                  <a:pt x="13072" y="14033"/>
                </a:lnTo>
                <a:lnTo>
                  <a:pt x="13160" y="13789"/>
                </a:lnTo>
                <a:lnTo>
                  <a:pt x="13298" y="13608"/>
                </a:lnTo>
                <a:lnTo>
                  <a:pt x="13386" y="13415"/>
                </a:lnTo>
                <a:lnTo>
                  <a:pt x="13474" y="13183"/>
                </a:lnTo>
                <a:lnTo>
                  <a:pt x="13574" y="13003"/>
                </a:lnTo>
                <a:lnTo>
                  <a:pt x="13662" y="12759"/>
                </a:lnTo>
                <a:lnTo>
                  <a:pt x="13800" y="12578"/>
                </a:lnTo>
                <a:lnTo>
                  <a:pt x="13888" y="12385"/>
                </a:lnTo>
                <a:lnTo>
                  <a:pt x="13976" y="12153"/>
                </a:lnTo>
                <a:lnTo>
                  <a:pt x="14076" y="11960"/>
                </a:lnTo>
                <a:lnTo>
                  <a:pt x="14164" y="11780"/>
                </a:lnTo>
                <a:lnTo>
                  <a:pt x="14302" y="11548"/>
                </a:lnTo>
                <a:lnTo>
                  <a:pt x="14390" y="11355"/>
                </a:lnTo>
                <a:lnTo>
                  <a:pt x="14478" y="11123"/>
                </a:lnTo>
                <a:lnTo>
                  <a:pt x="14579" y="10930"/>
                </a:lnTo>
                <a:lnTo>
                  <a:pt x="14667" y="10750"/>
                </a:lnTo>
                <a:lnTo>
                  <a:pt x="14805" y="10505"/>
                </a:lnTo>
                <a:lnTo>
                  <a:pt x="14893" y="10325"/>
                </a:lnTo>
                <a:lnTo>
                  <a:pt x="14980" y="10132"/>
                </a:lnTo>
                <a:lnTo>
                  <a:pt x="15081" y="9900"/>
                </a:lnTo>
                <a:lnTo>
                  <a:pt x="15169" y="9707"/>
                </a:lnTo>
                <a:lnTo>
                  <a:pt x="15307" y="9527"/>
                </a:lnTo>
                <a:lnTo>
                  <a:pt x="15395" y="9295"/>
                </a:lnTo>
                <a:lnTo>
                  <a:pt x="15483" y="9102"/>
                </a:lnTo>
                <a:lnTo>
                  <a:pt x="15583" y="8909"/>
                </a:lnTo>
                <a:lnTo>
                  <a:pt x="15671" y="8677"/>
                </a:lnTo>
                <a:lnTo>
                  <a:pt x="15809" y="8497"/>
                </a:lnTo>
                <a:lnTo>
                  <a:pt x="15897" y="8304"/>
                </a:lnTo>
                <a:lnTo>
                  <a:pt x="15985" y="8072"/>
                </a:lnTo>
                <a:lnTo>
                  <a:pt x="16086" y="7879"/>
                </a:lnTo>
                <a:lnTo>
                  <a:pt x="16173" y="7699"/>
                </a:lnTo>
                <a:lnTo>
                  <a:pt x="16312" y="7454"/>
                </a:lnTo>
                <a:lnTo>
                  <a:pt x="16399" y="7274"/>
                </a:lnTo>
                <a:lnTo>
                  <a:pt x="16487" y="7081"/>
                </a:lnTo>
                <a:lnTo>
                  <a:pt x="16588" y="6849"/>
                </a:lnTo>
                <a:lnTo>
                  <a:pt x="16676" y="6669"/>
                </a:lnTo>
                <a:lnTo>
                  <a:pt x="16814" y="6476"/>
                </a:lnTo>
                <a:lnTo>
                  <a:pt x="16902" y="6244"/>
                </a:lnTo>
                <a:lnTo>
                  <a:pt x="17002" y="6051"/>
                </a:lnTo>
                <a:lnTo>
                  <a:pt x="17090" y="5870"/>
                </a:lnTo>
                <a:lnTo>
                  <a:pt x="17178" y="5626"/>
                </a:lnTo>
                <a:lnTo>
                  <a:pt x="17316" y="5446"/>
                </a:lnTo>
                <a:lnTo>
                  <a:pt x="17404" y="5252"/>
                </a:lnTo>
                <a:lnTo>
                  <a:pt x="17505" y="5021"/>
                </a:lnTo>
                <a:lnTo>
                  <a:pt x="17592" y="4828"/>
                </a:lnTo>
                <a:lnTo>
                  <a:pt x="17680" y="4647"/>
                </a:lnTo>
                <a:lnTo>
                  <a:pt x="17818" y="4416"/>
                </a:lnTo>
                <a:lnTo>
                  <a:pt x="17906" y="4222"/>
                </a:lnTo>
                <a:lnTo>
                  <a:pt x="18007" y="4029"/>
                </a:lnTo>
                <a:lnTo>
                  <a:pt x="18095" y="3849"/>
                </a:lnTo>
                <a:lnTo>
                  <a:pt x="18183" y="3617"/>
                </a:lnTo>
                <a:lnTo>
                  <a:pt x="18321" y="3424"/>
                </a:lnTo>
                <a:lnTo>
                  <a:pt x="18409" y="3231"/>
                </a:lnTo>
                <a:lnTo>
                  <a:pt x="18509" y="2999"/>
                </a:lnTo>
                <a:lnTo>
                  <a:pt x="18597" y="2819"/>
                </a:lnTo>
                <a:lnTo>
                  <a:pt x="18685" y="2626"/>
                </a:lnTo>
                <a:lnTo>
                  <a:pt x="18823" y="2394"/>
                </a:lnTo>
                <a:lnTo>
                  <a:pt x="18911" y="2201"/>
                </a:lnTo>
                <a:lnTo>
                  <a:pt x="19011" y="2021"/>
                </a:lnTo>
                <a:lnTo>
                  <a:pt x="19099" y="1828"/>
                </a:lnTo>
                <a:lnTo>
                  <a:pt x="19187" y="1596"/>
                </a:lnTo>
                <a:lnTo>
                  <a:pt x="19325" y="1403"/>
                </a:lnTo>
                <a:lnTo>
                  <a:pt x="19413" y="1223"/>
                </a:lnTo>
                <a:lnTo>
                  <a:pt x="19514" y="1029"/>
                </a:lnTo>
                <a:lnTo>
                  <a:pt x="19602" y="798"/>
                </a:lnTo>
                <a:lnTo>
                  <a:pt x="19690" y="605"/>
                </a:lnTo>
                <a:lnTo>
                  <a:pt x="19828" y="424"/>
                </a:lnTo>
                <a:lnTo>
                  <a:pt x="19916" y="193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7480677" y="2546187"/>
            <a:ext cx="20016" cy="37865"/>
          </a:xfrm>
          <a:custGeom>
            <a:avLst/>
            <a:gdLst/>
            <a:ahLst/>
            <a:cxnLst/>
            <a:rect l="l" t="t" r="r" b="b"/>
            <a:pathLst>
              <a:path w="20016" h="37865">
                <a:moveTo>
                  <a:pt x="0" y="37865"/>
                </a:moveTo>
                <a:lnTo>
                  <a:pt x="87" y="37672"/>
                </a:lnTo>
                <a:lnTo>
                  <a:pt x="175" y="37491"/>
                </a:lnTo>
                <a:lnTo>
                  <a:pt x="313" y="37260"/>
                </a:lnTo>
                <a:lnTo>
                  <a:pt x="414" y="37067"/>
                </a:lnTo>
                <a:lnTo>
                  <a:pt x="502" y="36873"/>
                </a:lnTo>
                <a:lnTo>
                  <a:pt x="590" y="36693"/>
                </a:lnTo>
                <a:lnTo>
                  <a:pt x="678" y="36461"/>
                </a:lnTo>
                <a:lnTo>
                  <a:pt x="816" y="36268"/>
                </a:lnTo>
                <a:lnTo>
                  <a:pt x="916" y="36088"/>
                </a:lnTo>
                <a:lnTo>
                  <a:pt x="1004" y="35895"/>
                </a:lnTo>
                <a:lnTo>
                  <a:pt x="1092" y="35663"/>
                </a:lnTo>
                <a:lnTo>
                  <a:pt x="1180" y="35470"/>
                </a:lnTo>
                <a:lnTo>
                  <a:pt x="1318" y="35290"/>
                </a:lnTo>
                <a:lnTo>
                  <a:pt x="1418" y="35097"/>
                </a:lnTo>
                <a:lnTo>
                  <a:pt x="1506" y="34904"/>
                </a:lnTo>
                <a:lnTo>
                  <a:pt x="1594" y="34672"/>
                </a:lnTo>
                <a:lnTo>
                  <a:pt x="1682" y="34492"/>
                </a:lnTo>
                <a:lnTo>
                  <a:pt x="1820" y="34298"/>
                </a:lnTo>
                <a:lnTo>
                  <a:pt x="1921" y="34105"/>
                </a:lnTo>
                <a:lnTo>
                  <a:pt x="2009" y="33874"/>
                </a:lnTo>
                <a:lnTo>
                  <a:pt x="2097" y="33693"/>
                </a:lnTo>
                <a:lnTo>
                  <a:pt x="2184" y="33500"/>
                </a:lnTo>
                <a:lnTo>
                  <a:pt x="2323" y="33307"/>
                </a:lnTo>
                <a:lnTo>
                  <a:pt x="2423" y="33127"/>
                </a:lnTo>
                <a:lnTo>
                  <a:pt x="2511" y="32895"/>
                </a:lnTo>
                <a:lnTo>
                  <a:pt x="2599" y="32702"/>
                </a:lnTo>
                <a:lnTo>
                  <a:pt x="2687" y="32522"/>
                </a:lnTo>
                <a:lnTo>
                  <a:pt x="2825" y="32329"/>
                </a:lnTo>
                <a:lnTo>
                  <a:pt x="2925" y="32097"/>
                </a:lnTo>
                <a:lnTo>
                  <a:pt x="3013" y="31904"/>
                </a:lnTo>
                <a:lnTo>
                  <a:pt x="3101" y="31723"/>
                </a:lnTo>
                <a:lnTo>
                  <a:pt x="3202" y="31530"/>
                </a:lnTo>
                <a:lnTo>
                  <a:pt x="3327" y="31337"/>
                </a:lnTo>
                <a:lnTo>
                  <a:pt x="3428" y="31105"/>
                </a:lnTo>
                <a:lnTo>
                  <a:pt x="3516" y="30925"/>
                </a:lnTo>
                <a:lnTo>
                  <a:pt x="3603" y="30732"/>
                </a:lnTo>
                <a:lnTo>
                  <a:pt x="3704" y="30539"/>
                </a:lnTo>
                <a:lnTo>
                  <a:pt x="3830" y="30359"/>
                </a:lnTo>
                <a:lnTo>
                  <a:pt x="3930" y="30166"/>
                </a:lnTo>
                <a:lnTo>
                  <a:pt x="4018" y="29934"/>
                </a:lnTo>
                <a:lnTo>
                  <a:pt x="4106" y="29754"/>
                </a:lnTo>
                <a:lnTo>
                  <a:pt x="4206" y="29560"/>
                </a:lnTo>
                <a:lnTo>
                  <a:pt x="4344" y="29367"/>
                </a:lnTo>
                <a:lnTo>
                  <a:pt x="4432" y="29187"/>
                </a:lnTo>
                <a:lnTo>
                  <a:pt x="4520" y="28955"/>
                </a:lnTo>
                <a:lnTo>
                  <a:pt x="4608" y="28762"/>
                </a:lnTo>
                <a:lnTo>
                  <a:pt x="4709" y="28569"/>
                </a:lnTo>
                <a:lnTo>
                  <a:pt x="4847" y="28389"/>
                </a:lnTo>
                <a:lnTo>
                  <a:pt x="4935" y="28196"/>
                </a:lnTo>
                <a:lnTo>
                  <a:pt x="5022" y="28015"/>
                </a:lnTo>
                <a:lnTo>
                  <a:pt x="5110" y="27771"/>
                </a:lnTo>
                <a:lnTo>
                  <a:pt x="5211" y="27591"/>
                </a:lnTo>
                <a:lnTo>
                  <a:pt x="5349" y="27397"/>
                </a:lnTo>
                <a:lnTo>
                  <a:pt x="5437" y="27217"/>
                </a:lnTo>
                <a:lnTo>
                  <a:pt x="5525" y="27024"/>
                </a:lnTo>
                <a:lnTo>
                  <a:pt x="5613" y="26844"/>
                </a:lnTo>
                <a:lnTo>
                  <a:pt x="5713" y="26651"/>
                </a:lnTo>
                <a:lnTo>
                  <a:pt x="5851" y="26419"/>
                </a:lnTo>
                <a:lnTo>
                  <a:pt x="5939" y="26226"/>
                </a:lnTo>
                <a:lnTo>
                  <a:pt x="6027" y="26046"/>
                </a:lnTo>
                <a:lnTo>
                  <a:pt x="6115" y="25852"/>
                </a:lnTo>
                <a:lnTo>
                  <a:pt x="6215" y="25659"/>
                </a:lnTo>
                <a:lnTo>
                  <a:pt x="6354" y="25479"/>
                </a:lnTo>
                <a:lnTo>
                  <a:pt x="6441" y="25286"/>
                </a:lnTo>
                <a:lnTo>
                  <a:pt x="6529" y="25054"/>
                </a:lnTo>
                <a:lnTo>
                  <a:pt x="6630" y="24861"/>
                </a:lnTo>
                <a:lnTo>
                  <a:pt x="6718" y="24681"/>
                </a:lnTo>
                <a:lnTo>
                  <a:pt x="6856" y="24488"/>
                </a:lnTo>
                <a:lnTo>
                  <a:pt x="6944" y="24307"/>
                </a:lnTo>
                <a:lnTo>
                  <a:pt x="7032" y="24114"/>
                </a:lnTo>
                <a:lnTo>
                  <a:pt x="7132" y="23934"/>
                </a:lnTo>
                <a:lnTo>
                  <a:pt x="7220" y="23741"/>
                </a:lnTo>
                <a:lnTo>
                  <a:pt x="7358" y="23509"/>
                </a:lnTo>
                <a:lnTo>
                  <a:pt x="7446" y="23316"/>
                </a:lnTo>
                <a:lnTo>
                  <a:pt x="7534" y="23136"/>
                </a:lnTo>
                <a:lnTo>
                  <a:pt x="7634" y="22943"/>
                </a:lnTo>
                <a:lnTo>
                  <a:pt x="7722" y="22750"/>
                </a:lnTo>
                <a:lnTo>
                  <a:pt x="7860" y="22569"/>
                </a:lnTo>
                <a:lnTo>
                  <a:pt x="7948" y="22376"/>
                </a:lnTo>
                <a:lnTo>
                  <a:pt x="8036" y="22196"/>
                </a:lnTo>
                <a:lnTo>
                  <a:pt x="8137" y="22003"/>
                </a:lnTo>
                <a:lnTo>
                  <a:pt x="8225" y="21771"/>
                </a:lnTo>
                <a:lnTo>
                  <a:pt x="8363" y="21578"/>
                </a:lnTo>
                <a:lnTo>
                  <a:pt x="8451" y="21398"/>
                </a:lnTo>
                <a:lnTo>
                  <a:pt x="8539" y="21205"/>
                </a:lnTo>
                <a:lnTo>
                  <a:pt x="8639" y="21024"/>
                </a:lnTo>
                <a:lnTo>
                  <a:pt x="8727" y="20831"/>
                </a:lnTo>
                <a:lnTo>
                  <a:pt x="8865" y="20638"/>
                </a:lnTo>
                <a:lnTo>
                  <a:pt x="8953" y="20458"/>
                </a:lnTo>
                <a:lnTo>
                  <a:pt x="9041" y="20265"/>
                </a:lnTo>
                <a:lnTo>
                  <a:pt x="9141" y="20084"/>
                </a:lnTo>
                <a:lnTo>
                  <a:pt x="9229" y="19891"/>
                </a:lnTo>
                <a:lnTo>
                  <a:pt x="9367" y="19660"/>
                </a:lnTo>
                <a:lnTo>
                  <a:pt x="9455" y="19466"/>
                </a:lnTo>
                <a:lnTo>
                  <a:pt x="9543" y="19286"/>
                </a:lnTo>
                <a:lnTo>
                  <a:pt x="9644" y="19093"/>
                </a:lnTo>
                <a:lnTo>
                  <a:pt x="9731" y="18913"/>
                </a:lnTo>
                <a:lnTo>
                  <a:pt x="9870" y="18720"/>
                </a:lnTo>
                <a:lnTo>
                  <a:pt x="9958" y="18527"/>
                </a:lnTo>
                <a:lnTo>
                  <a:pt x="10045" y="18346"/>
                </a:lnTo>
                <a:lnTo>
                  <a:pt x="10146" y="18153"/>
                </a:lnTo>
                <a:lnTo>
                  <a:pt x="10234" y="17973"/>
                </a:lnTo>
                <a:lnTo>
                  <a:pt x="10372" y="17780"/>
                </a:lnTo>
                <a:lnTo>
                  <a:pt x="10460" y="17600"/>
                </a:lnTo>
                <a:lnTo>
                  <a:pt x="10560" y="17406"/>
                </a:lnTo>
                <a:lnTo>
                  <a:pt x="10648" y="17213"/>
                </a:lnTo>
                <a:lnTo>
                  <a:pt x="10736" y="17033"/>
                </a:lnTo>
                <a:lnTo>
                  <a:pt x="10874" y="16840"/>
                </a:lnTo>
                <a:lnTo>
                  <a:pt x="10962" y="16660"/>
                </a:lnTo>
                <a:lnTo>
                  <a:pt x="11063" y="16467"/>
                </a:lnTo>
                <a:lnTo>
                  <a:pt x="11150" y="16235"/>
                </a:lnTo>
                <a:lnTo>
                  <a:pt x="11238" y="16042"/>
                </a:lnTo>
                <a:lnTo>
                  <a:pt x="11377" y="15861"/>
                </a:lnTo>
                <a:lnTo>
                  <a:pt x="11464" y="15668"/>
                </a:lnTo>
                <a:lnTo>
                  <a:pt x="11565" y="15488"/>
                </a:lnTo>
                <a:lnTo>
                  <a:pt x="11653" y="15295"/>
                </a:lnTo>
                <a:lnTo>
                  <a:pt x="11741" y="15102"/>
                </a:lnTo>
                <a:lnTo>
                  <a:pt x="11879" y="14922"/>
                </a:lnTo>
                <a:lnTo>
                  <a:pt x="11967" y="14728"/>
                </a:lnTo>
                <a:lnTo>
                  <a:pt x="12067" y="14548"/>
                </a:lnTo>
                <a:lnTo>
                  <a:pt x="12155" y="14355"/>
                </a:lnTo>
                <a:lnTo>
                  <a:pt x="12243" y="14175"/>
                </a:lnTo>
                <a:lnTo>
                  <a:pt x="12381" y="13982"/>
                </a:lnTo>
                <a:lnTo>
                  <a:pt x="12469" y="13789"/>
                </a:lnTo>
                <a:lnTo>
                  <a:pt x="12569" y="13608"/>
                </a:lnTo>
                <a:lnTo>
                  <a:pt x="12657" y="13415"/>
                </a:lnTo>
                <a:lnTo>
                  <a:pt x="12745" y="13235"/>
                </a:lnTo>
                <a:lnTo>
                  <a:pt x="12883" y="13042"/>
                </a:lnTo>
                <a:lnTo>
                  <a:pt x="12971" y="12862"/>
                </a:lnTo>
                <a:lnTo>
                  <a:pt x="13072" y="12668"/>
                </a:lnTo>
                <a:lnTo>
                  <a:pt x="13160" y="12475"/>
                </a:lnTo>
                <a:lnTo>
                  <a:pt x="13248" y="12295"/>
                </a:lnTo>
                <a:lnTo>
                  <a:pt x="13386" y="12102"/>
                </a:lnTo>
                <a:lnTo>
                  <a:pt x="13474" y="11922"/>
                </a:lnTo>
                <a:lnTo>
                  <a:pt x="13574" y="11729"/>
                </a:lnTo>
                <a:lnTo>
                  <a:pt x="13662" y="11535"/>
                </a:lnTo>
                <a:lnTo>
                  <a:pt x="13750" y="11355"/>
                </a:lnTo>
                <a:lnTo>
                  <a:pt x="13888" y="11162"/>
                </a:lnTo>
                <a:lnTo>
                  <a:pt x="13976" y="10982"/>
                </a:lnTo>
                <a:lnTo>
                  <a:pt x="14076" y="10789"/>
                </a:lnTo>
                <a:lnTo>
                  <a:pt x="14164" y="10608"/>
                </a:lnTo>
                <a:lnTo>
                  <a:pt x="14252" y="10415"/>
                </a:lnTo>
                <a:lnTo>
                  <a:pt x="14390" y="10222"/>
                </a:lnTo>
                <a:lnTo>
                  <a:pt x="14491" y="10042"/>
                </a:lnTo>
                <a:lnTo>
                  <a:pt x="14579" y="9849"/>
                </a:lnTo>
                <a:lnTo>
                  <a:pt x="14667" y="9669"/>
                </a:lnTo>
                <a:lnTo>
                  <a:pt x="14754" y="9527"/>
                </a:lnTo>
                <a:lnTo>
                  <a:pt x="14893" y="9334"/>
                </a:lnTo>
                <a:lnTo>
                  <a:pt x="14993" y="9154"/>
                </a:lnTo>
                <a:lnTo>
                  <a:pt x="15081" y="8960"/>
                </a:lnTo>
                <a:lnTo>
                  <a:pt x="15169" y="8767"/>
                </a:lnTo>
                <a:lnTo>
                  <a:pt x="15257" y="8587"/>
                </a:lnTo>
                <a:lnTo>
                  <a:pt x="15395" y="8394"/>
                </a:lnTo>
                <a:lnTo>
                  <a:pt x="15495" y="8214"/>
                </a:lnTo>
                <a:lnTo>
                  <a:pt x="15583" y="8021"/>
                </a:lnTo>
                <a:lnTo>
                  <a:pt x="15671" y="7840"/>
                </a:lnTo>
                <a:lnTo>
                  <a:pt x="15759" y="7647"/>
                </a:lnTo>
                <a:lnTo>
                  <a:pt x="15897" y="7454"/>
                </a:lnTo>
                <a:lnTo>
                  <a:pt x="15998" y="7274"/>
                </a:lnTo>
                <a:lnTo>
                  <a:pt x="16086" y="7081"/>
                </a:lnTo>
                <a:lnTo>
                  <a:pt x="16173" y="6900"/>
                </a:lnTo>
                <a:lnTo>
                  <a:pt x="16261" y="6707"/>
                </a:lnTo>
                <a:lnTo>
                  <a:pt x="16399" y="6527"/>
                </a:lnTo>
                <a:lnTo>
                  <a:pt x="16500" y="6385"/>
                </a:lnTo>
                <a:lnTo>
                  <a:pt x="16588" y="6192"/>
                </a:lnTo>
                <a:lnTo>
                  <a:pt x="16676" y="5999"/>
                </a:lnTo>
                <a:lnTo>
                  <a:pt x="16776" y="5819"/>
                </a:lnTo>
                <a:lnTo>
                  <a:pt x="16902" y="5626"/>
                </a:lnTo>
                <a:lnTo>
                  <a:pt x="17002" y="5446"/>
                </a:lnTo>
                <a:lnTo>
                  <a:pt x="17090" y="5252"/>
                </a:lnTo>
                <a:lnTo>
                  <a:pt x="17178" y="5072"/>
                </a:lnTo>
                <a:lnTo>
                  <a:pt x="17278" y="4879"/>
                </a:lnTo>
                <a:lnTo>
                  <a:pt x="17404" y="4686"/>
                </a:lnTo>
                <a:lnTo>
                  <a:pt x="17505" y="4506"/>
                </a:lnTo>
                <a:lnTo>
                  <a:pt x="17592" y="4364"/>
                </a:lnTo>
                <a:lnTo>
                  <a:pt x="17680" y="4171"/>
                </a:lnTo>
                <a:lnTo>
                  <a:pt x="17781" y="3991"/>
                </a:lnTo>
                <a:lnTo>
                  <a:pt x="17919" y="3798"/>
                </a:lnTo>
                <a:lnTo>
                  <a:pt x="18007" y="3617"/>
                </a:lnTo>
                <a:lnTo>
                  <a:pt x="18095" y="3424"/>
                </a:lnTo>
                <a:lnTo>
                  <a:pt x="18183" y="3231"/>
                </a:lnTo>
                <a:lnTo>
                  <a:pt x="18283" y="3051"/>
                </a:lnTo>
                <a:lnTo>
                  <a:pt x="18421" y="2858"/>
                </a:lnTo>
                <a:lnTo>
                  <a:pt x="18509" y="2716"/>
                </a:lnTo>
                <a:lnTo>
                  <a:pt x="18597" y="2536"/>
                </a:lnTo>
                <a:lnTo>
                  <a:pt x="18685" y="2343"/>
                </a:lnTo>
                <a:lnTo>
                  <a:pt x="18785" y="2162"/>
                </a:lnTo>
                <a:lnTo>
                  <a:pt x="18924" y="1969"/>
                </a:lnTo>
                <a:lnTo>
                  <a:pt x="19011" y="1776"/>
                </a:lnTo>
                <a:lnTo>
                  <a:pt x="19099" y="1596"/>
                </a:lnTo>
                <a:lnTo>
                  <a:pt x="19187" y="1403"/>
                </a:lnTo>
                <a:lnTo>
                  <a:pt x="19288" y="1261"/>
                </a:lnTo>
                <a:lnTo>
                  <a:pt x="19426" y="1081"/>
                </a:lnTo>
                <a:lnTo>
                  <a:pt x="19514" y="888"/>
                </a:lnTo>
                <a:lnTo>
                  <a:pt x="19602" y="708"/>
                </a:lnTo>
                <a:lnTo>
                  <a:pt x="19690" y="514"/>
                </a:lnTo>
                <a:lnTo>
                  <a:pt x="19790" y="321"/>
                </a:lnTo>
                <a:lnTo>
                  <a:pt x="19928" y="141"/>
                </a:lnTo>
                <a:lnTo>
                  <a:pt x="20016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7500694" y="2512454"/>
            <a:ext cx="20016" cy="33732"/>
          </a:xfrm>
          <a:custGeom>
            <a:avLst/>
            <a:gdLst/>
            <a:ahLst/>
            <a:cxnLst/>
            <a:rect l="l" t="t" r="r" b="b"/>
            <a:pathLst>
              <a:path w="20016" h="33732">
                <a:moveTo>
                  <a:pt x="0" y="33732"/>
                </a:moveTo>
                <a:lnTo>
                  <a:pt x="87" y="33539"/>
                </a:lnTo>
                <a:lnTo>
                  <a:pt x="175" y="33359"/>
                </a:lnTo>
                <a:lnTo>
                  <a:pt x="276" y="33165"/>
                </a:lnTo>
                <a:lnTo>
                  <a:pt x="414" y="32985"/>
                </a:lnTo>
                <a:lnTo>
                  <a:pt x="502" y="32792"/>
                </a:lnTo>
                <a:lnTo>
                  <a:pt x="590" y="32650"/>
                </a:lnTo>
                <a:lnTo>
                  <a:pt x="690" y="32470"/>
                </a:lnTo>
                <a:lnTo>
                  <a:pt x="778" y="32277"/>
                </a:lnTo>
                <a:lnTo>
                  <a:pt x="916" y="32084"/>
                </a:lnTo>
                <a:lnTo>
                  <a:pt x="1004" y="31904"/>
                </a:lnTo>
                <a:lnTo>
                  <a:pt x="1092" y="31711"/>
                </a:lnTo>
                <a:lnTo>
                  <a:pt x="1192" y="31569"/>
                </a:lnTo>
                <a:lnTo>
                  <a:pt x="1280" y="31389"/>
                </a:lnTo>
                <a:lnTo>
                  <a:pt x="1418" y="31196"/>
                </a:lnTo>
                <a:lnTo>
                  <a:pt x="1506" y="31015"/>
                </a:lnTo>
                <a:lnTo>
                  <a:pt x="1594" y="30822"/>
                </a:lnTo>
                <a:lnTo>
                  <a:pt x="1695" y="30681"/>
                </a:lnTo>
                <a:lnTo>
                  <a:pt x="1783" y="30487"/>
                </a:lnTo>
                <a:lnTo>
                  <a:pt x="1921" y="30307"/>
                </a:lnTo>
                <a:lnTo>
                  <a:pt x="2009" y="30114"/>
                </a:lnTo>
                <a:lnTo>
                  <a:pt x="2097" y="29934"/>
                </a:lnTo>
                <a:lnTo>
                  <a:pt x="2197" y="29792"/>
                </a:lnTo>
                <a:lnTo>
                  <a:pt x="2285" y="29599"/>
                </a:lnTo>
                <a:lnTo>
                  <a:pt x="2423" y="29419"/>
                </a:lnTo>
                <a:lnTo>
                  <a:pt x="2511" y="29226"/>
                </a:lnTo>
                <a:lnTo>
                  <a:pt x="2599" y="29033"/>
                </a:lnTo>
                <a:lnTo>
                  <a:pt x="2699" y="28904"/>
                </a:lnTo>
                <a:lnTo>
                  <a:pt x="2787" y="28711"/>
                </a:lnTo>
                <a:lnTo>
                  <a:pt x="2925" y="28518"/>
                </a:lnTo>
                <a:lnTo>
                  <a:pt x="3013" y="28337"/>
                </a:lnTo>
                <a:lnTo>
                  <a:pt x="3101" y="28144"/>
                </a:lnTo>
                <a:lnTo>
                  <a:pt x="3202" y="28003"/>
                </a:lnTo>
                <a:lnTo>
                  <a:pt x="3290" y="27822"/>
                </a:lnTo>
                <a:lnTo>
                  <a:pt x="3428" y="27629"/>
                </a:lnTo>
                <a:lnTo>
                  <a:pt x="3516" y="27449"/>
                </a:lnTo>
                <a:lnTo>
                  <a:pt x="3603" y="27307"/>
                </a:lnTo>
                <a:lnTo>
                  <a:pt x="3704" y="27114"/>
                </a:lnTo>
                <a:lnTo>
                  <a:pt x="3792" y="26921"/>
                </a:lnTo>
                <a:lnTo>
                  <a:pt x="3930" y="26741"/>
                </a:lnTo>
                <a:lnTo>
                  <a:pt x="4018" y="26599"/>
                </a:lnTo>
                <a:lnTo>
                  <a:pt x="4118" y="26406"/>
                </a:lnTo>
                <a:lnTo>
                  <a:pt x="4206" y="26226"/>
                </a:lnTo>
                <a:lnTo>
                  <a:pt x="4294" y="26033"/>
                </a:lnTo>
                <a:lnTo>
                  <a:pt x="4432" y="25891"/>
                </a:lnTo>
                <a:lnTo>
                  <a:pt x="4520" y="25711"/>
                </a:lnTo>
                <a:lnTo>
                  <a:pt x="4621" y="25518"/>
                </a:lnTo>
                <a:lnTo>
                  <a:pt x="4709" y="25337"/>
                </a:lnTo>
                <a:lnTo>
                  <a:pt x="4796" y="25196"/>
                </a:lnTo>
                <a:lnTo>
                  <a:pt x="4935" y="25003"/>
                </a:lnTo>
                <a:lnTo>
                  <a:pt x="5022" y="24810"/>
                </a:lnTo>
                <a:lnTo>
                  <a:pt x="5123" y="24629"/>
                </a:lnTo>
                <a:lnTo>
                  <a:pt x="5211" y="24488"/>
                </a:lnTo>
                <a:lnTo>
                  <a:pt x="5299" y="24295"/>
                </a:lnTo>
                <a:lnTo>
                  <a:pt x="5437" y="24114"/>
                </a:lnTo>
                <a:lnTo>
                  <a:pt x="5525" y="23973"/>
                </a:lnTo>
                <a:lnTo>
                  <a:pt x="5625" y="23780"/>
                </a:lnTo>
                <a:lnTo>
                  <a:pt x="5713" y="23599"/>
                </a:lnTo>
                <a:lnTo>
                  <a:pt x="5801" y="23406"/>
                </a:lnTo>
                <a:lnTo>
                  <a:pt x="5939" y="23265"/>
                </a:lnTo>
                <a:lnTo>
                  <a:pt x="6027" y="23084"/>
                </a:lnTo>
                <a:lnTo>
                  <a:pt x="6128" y="22891"/>
                </a:lnTo>
                <a:lnTo>
                  <a:pt x="6215" y="22750"/>
                </a:lnTo>
                <a:lnTo>
                  <a:pt x="6303" y="22569"/>
                </a:lnTo>
                <a:lnTo>
                  <a:pt x="6441" y="22376"/>
                </a:lnTo>
                <a:lnTo>
                  <a:pt x="6529" y="22183"/>
                </a:lnTo>
                <a:lnTo>
                  <a:pt x="6630" y="22041"/>
                </a:lnTo>
                <a:lnTo>
                  <a:pt x="6718" y="21861"/>
                </a:lnTo>
                <a:lnTo>
                  <a:pt x="6806" y="21668"/>
                </a:lnTo>
                <a:lnTo>
                  <a:pt x="6944" y="21526"/>
                </a:lnTo>
                <a:lnTo>
                  <a:pt x="7032" y="21346"/>
                </a:lnTo>
                <a:lnTo>
                  <a:pt x="7132" y="21153"/>
                </a:lnTo>
                <a:lnTo>
                  <a:pt x="7220" y="21011"/>
                </a:lnTo>
                <a:lnTo>
                  <a:pt x="7308" y="20831"/>
                </a:lnTo>
                <a:lnTo>
                  <a:pt x="7446" y="20638"/>
                </a:lnTo>
                <a:lnTo>
                  <a:pt x="7534" y="20496"/>
                </a:lnTo>
                <a:lnTo>
                  <a:pt x="7634" y="20316"/>
                </a:lnTo>
                <a:lnTo>
                  <a:pt x="7722" y="20123"/>
                </a:lnTo>
                <a:lnTo>
                  <a:pt x="7810" y="19981"/>
                </a:lnTo>
                <a:lnTo>
                  <a:pt x="7948" y="19801"/>
                </a:lnTo>
                <a:lnTo>
                  <a:pt x="8049" y="19608"/>
                </a:lnTo>
                <a:lnTo>
                  <a:pt x="8137" y="19466"/>
                </a:lnTo>
                <a:lnTo>
                  <a:pt x="8225" y="19273"/>
                </a:lnTo>
                <a:lnTo>
                  <a:pt x="8313" y="19093"/>
                </a:lnTo>
                <a:lnTo>
                  <a:pt x="8451" y="18951"/>
                </a:lnTo>
                <a:lnTo>
                  <a:pt x="8551" y="18758"/>
                </a:lnTo>
                <a:lnTo>
                  <a:pt x="8639" y="18578"/>
                </a:lnTo>
                <a:lnTo>
                  <a:pt x="8727" y="18436"/>
                </a:lnTo>
                <a:lnTo>
                  <a:pt x="8815" y="18243"/>
                </a:lnTo>
                <a:lnTo>
                  <a:pt x="8953" y="18063"/>
                </a:lnTo>
                <a:lnTo>
                  <a:pt x="9053" y="17921"/>
                </a:lnTo>
                <a:lnTo>
                  <a:pt x="9141" y="17728"/>
                </a:lnTo>
                <a:lnTo>
                  <a:pt x="9229" y="17587"/>
                </a:lnTo>
                <a:lnTo>
                  <a:pt x="9317" y="17406"/>
                </a:lnTo>
                <a:lnTo>
                  <a:pt x="9455" y="17213"/>
                </a:lnTo>
                <a:lnTo>
                  <a:pt x="9556" y="17072"/>
                </a:lnTo>
                <a:lnTo>
                  <a:pt x="9644" y="16891"/>
                </a:lnTo>
                <a:lnTo>
                  <a:pt x="9731" y="16698"/>
                </a:lnTo>
                <a:lnTo>
                  <a:pt x="9819" y="16557"/>
                </a:lnTo>
                <a:lnTo>
                  <a:pt x="9958" y="16364"/>
                </a:lnTo>
                <a:lnTo>
                  <a:pt x="10058" y="16235"/>
                </a:lnTo>
                <a:lnTo>
                  <a:pt x="10146" y="16042"/>
                </a:lnTo>
                <a:lnTo>
                  <a:pt x="10234" y="15849"/>
                </a:lnTo>
                <a:lnTo>
                  <a:pt x="10334" y="15707"/>
                </a:lnTo>
                <a:lnTo>
                  <a:pt x="10460" y="15527"/>
                </a:lnTo>
                <a:lnTo>
                  <a:pt x="10560" y="15385"/>
                </a:lnTo>
                <a:lnTo>
                  <a:pt x="10648" y="15192"/>
                </a:lnTo>
                <a:lnTo>
                  <a:pt x="10736" y="15012"/>
                </a:lnTo>
                <a:lnTo>
                  <a:pt x="10837" y="14870"/>
                </a:lnTo>
                <a:lnTo>
                  <a:pt x="10962" y="14677"/>
                </a:lnTo>
                <a:lnTo>
                  <a:pt x="11063" y="14535"/>
                </a:lnTo>
                <a:lnTo>
                  <a:pt x="11150" y="14355"/>
                </a:lnTo>
                <a:lnTo>
                  <a:pt x="11238" y="14162"/>
                </a:lnTo>
                <a:lnTo>
                  <a:pt x="11339" y="14020"/>
                </a:lnTo>
                <a:lnTo>
                  <a:pt x="11464" y="13840"/>
                </a:lnTo>
                <a:lnTo>
                  <a:pt x="11565" y="13698"/>
                </a:lnTo>
                <a:lnTo>
                  <a:pt x="11653" y="13505"/>
                </a:lnTo>
                <a:lnTo>
                  <a:pt x="11741" y="13364"/>
                </a:lnTo>
                <a:lnTo>
                  <a:pt x="11841" y="13183"/>
                </a:lnTo>
                <a:lnTo>
                  <a:pt x="11979" y="12990"/>
                </a:lnTo>
                <a:lnTo>
                  <a:pt x="12067" y="12849"/>
                </a:lnTo>
                <a:lnTo>
                  <a:pt x="12155" y="12668"/>
                </a:lnTo>
                <a:lnTo>
                  <a:pt x="12243" y="12527"/>
                </a:lnTo>
                <a:lnTo>
                  <a:pt x="12343" y="12334"/>
                </a:lnTo>
                <a:lnTo>
                  <a:pt x="12482" y="12192"/>
                </a:lnTo>
                <a:lnTo>
                  <a:pt x="12569" y="12012"/>
                </a:lnTo>
                <a:lnTo>
                  <a:pt x="12657" y="11819"/>
                </a:lnTo>
                <a:lnTo>
                  <a:pt x="12745" y="11677"/>
                </a:lnTo>
                <a:lnTo>
                  <a:pt x="12846" y="11484"/>
                </a:lnTo>
                <a:lnTo>
                  <a:pt x="12984" y="11355"/>
                </a:lnTo>
                <a:lnTo>
                  <a:pt x="13072" y="11162"/>
                </a:lnTo>
                <a:lnTo>
                  <a:pt x="13160" y="11020"/>
                </a:lnTo>
                <a:lnTo>
                  <a:pt x="13248" y="10827"/>
                </a:lnTo>
                <a:lnTo>
                  <a:pt x="13348" y="10699"/>
                </a:lnTo>
                <a:lnTo>
                  <a:pt x="13486" y="10505"/>
                </a:lnTo>
                <a:lnTo>
                  <a:pt x="13574" y="10364"/>
                </a:lnTo>
                <a:lnTo>
                  <a:pt x="13662" y="10171"/>
                </a:lnTo>
                <a:lnTo>
                  <a:pt x="13750" y="10029"/>
                </a:lnTo>
                <a:lnTo>
                  <a:pt x="13850" y="9849"/>
                </a:lnTo>
                <a:lnTo>
                  <a:pt x="13988" y="9707"/>
                </a:lnTo>
                <a:lnTo>
                  <a:pt x="14076" y="9514"/>
                </a:lnTo>
                <a:lnTo>
                  <a:pt x="14164" y="9334"/>
                </a:lnTo>
                <a:lnTo>
                  <a:pt x="14265" y="9192"/>
                </a:lnTo>
                <a:lnTo>
                  <a:pt x="14353" y="8999"/>
                </a:lnTo>
                <a:lnTo>
                  <a:pt x="14491" y="8857"/>
                </a:lnTo>
                <a:lnTo>
                  <a:pt x="14579" y="8677"/>
                </a:lnTo>
                <a:lnTo>
                  <a:pt x="14667" y="8536"/>
                </a:lnTo>
                <a:lnTo>
                  <a:pt x="14767" y="8342"/>
                </a:lnTo>
                <a:lnTo>
                  <a:pt x="14855" y="8201"/>
                </a:lnTo>
                <a:lnTo>
                  <a:pt x="14993" y="8021"/>
                </a:lnTo>
                <a:lnTo>
                  <a:pt x="15081" y="7879"/>
                </a:lnTo>
                <a:lnTo>
                  <a:pt x="15169" y="7686"/>
                </a:lnTo>
                <a:lnTo>
                  <a:pt x="15269" y="7544"/>
                </a:lnTo>
                <a:lnTo>
                  <a:pt x="15357" y="7403"/>
                </a:lnTo>
                <a:lnTo>
                  <a:pt x="15495" y="7222"/>
                </a:lnTo>
                <a:lnTo>
                  <a:pt x="15583" y="7081"/>
                </a:lnTo>
                <a:lnTo>
                  <a:pt x="15671" y="6888"/>
                </a:lnTo>
                <a:lnTo>
                  <a:pt x="15772" y="6746"/>
                </a:lnTo>
                <a:lnTo>
                  <a:pt x="15860" y="6566"/>
                </a:lnTo>
                <a:lnTo>
                  <a:pt x="15998" y="6424"/>
                </a:lnTo>
                <a:lnTo>
                  <a:pt x="16086" y="6231"/>
                </a:lnTo>
                <a:lnTo>
                  <a:pt x="16173" y="6089"/>
                </a:lnTo>
                <a:lnTo>
                  <a:pt x="16274" y="5909"/>
                </a:lnTo>
                <a:lnTo>
                  <a:pt x="16362" y="5767"/>
                </a:lnTo>
                <a:lnTo>
                  <a:pt x="16500" y="5574"/>
                </a:lnTo>
                <a:lnTo>
                  <a:pt x="16588" y="5433"/>
                </a:lnTo>
                <a:lnTo>
                  <a:pt x="16676" y="5252"/>
                </a:lnTo>
                <a:lnTo>
                  <a:pt x="16776" y="5111"/>
                </a:lnTo>
                <a:lnTo>
                  <a:pt x="16864" y="4969"/>
                </a:lnTo>
                <a:lnTo>
                  <a:pt x="17002" y="4776"/>
                </a:lnTo>
                <a:lnTo>
                  <a:pt x="17090" y="4634"/>
                </a:lnTo>
                <a:lnTo>
                  <a:pt x="17178" y="4454"/>
                </a:lnTo>
                <a:lnTo>
                  <a:pt x="17278" y="4313"/>
                </a:lnTo>
                <a:lnTo>
                  <a:pt x="17417" y="4119"/>
                </a:lnTo>
                <a:lnTo>
                  <a:pt x="17505" y="3978"/>
                </a:lnTo>
                <a:lnTo>
                  <a:pt x="17592" y="3798"/>
                </a:lnTo>
                <a:lnTo>
                  <a:pt x="17680" y="3656"/>
                </a:lnTo>
                <a:lnTo>
                  <a:pt x="17781" y="3514"/>
                </a:lnTo>
                <a:lnTo>
                  <a:pt x="17919" y="3321"/>
                </a:lnTo>
                <a:lnTo>
                  <a:pt x="18007" y="3180"/>
                </a:lnTo>
                <a:lnTo>
                  <a:pt x="18095" y="2999"/>
                </a:lnTo>
                <a:lnTo>
                  <a:pt x="18195" y="2858"/>
                </a:lnTo>
                <a:lnTo>
                  <a:pt x="18283" y="2716"/>
                </a:lnTo>
                <a:lnTo>
                  <a:pt x="18421" y="2523"/>
                </a:lnTo>
                <a:lnTo>
                  <a:pt x="18509" y="2381"/>
                </a:lnTo>
                <a:lnTo>
                  <a:pt x="18597" y="2201"/>
                </a:lnTo>
                <a:lnTo>
                  <a:pt x="18697" y="2059"/>
                </a:lnTo>
                <a:lnTo>
                  <a:pt x="18785" y="1918"/>
                </a:lnTo>
                <a:lnTo>
                  <a:pt x="18924" y="1725"/>
                </a:lnTo>
                <a:lnTo>
                  <a:pt x="19011" y="1583"/>
                </a:lnTo>
                <a:lnTo>
                  <a:pt x="19099" y="1403"/>
                </a:lnTo>
                <a:lnTo>
                  <a:pt x="19200" y="1261"/>
                </a:lnTo>
                <a:lnTo>
                  <a:pt x="19288" y="1120"/>
                </a:lnTo>
                <a:lnTo>
                  <a:pt x="19426" y="926"/>
                </a:lnTo>
                <a:lnTo>
                  <a:pt x="19514" y="798"/>
                </a:lnTo>
                <a:lnTo>
                  <a:pt x="19602" y="605"/>
                </a:lnTo>
                <a:lnTo>
                  <a:pt x="19702" y="463"/>
                </a:lnTo>
                <a:lnTo>
                  <a:pt x="19790" y="321"/>
                </a:lnTo>
                <a:lnTo>
                  <a:pt x="19928" y="141"/>
                </a:lnTo>
                <a:lnTo>
                  <a:pt x="20016" y="0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7520710" y="2483408"/>
            <a:ext cx="20016" cy="29045"/>
          </a:xfrm>
          <a:custGeom>
            <a:avLst/>
            <a:gdLst/>
            <a:ahLst/>
            <a:cxnLst/>
            <a:rect l="l" t="t" r="r" b="b"/>
            <a:pathLst>
              <a:path w="20016" h="29045">
                <a:moveTo>
                  <a:pt x="0" y="29045"/>
                </a:moveTo>
                <a:lnTo>
                  <a:pt x="87" y="28904"/>
                </a:lnTo>
                <a:lnTo>
                  <a:pt x="188" y="28711"/>
                </a:lnTo>
                <a:lnTo>
                  <a:pt x="276" y="28569"/>
                </a:lnTo>
                <a:lnTo>
                  <a:pt x="414" y="28389"/>
                </a:lnTo>
                <a:lnTo>
                  <a:pt x="502" y="28247"/>
                </a:lnTo>
                <a:lnTo>
                  <a:pt x="590" y="28106"/>
                </a:lnTo>
                <a:lnTo>
                  <a:pt x="690" y="27912"/>
                </a:lnTo>
                <a:lnTo>
                  <a:pt x="778" y="27771"/>
                </a:lnTo>
                <a:lnTo>
                  <a:pt x="916" y="27629"/>
                </a:lnTo>
                <a:lnTo>
                  <a:pt x="1004" y="27449"/>
                </a:lnTo>
                <a:lnTo>
                  <a:pt x="1092" y="27307"/>
                </a:lnTo>
                <a:lnTo>
                  <a:pt x="1192" y="27166"/>
                </a:lnTo>
                <a:lnTo>
                  <a:pt x="1280" y="26973"/>
                </a:lnTo>
                <a:lnTo>
                  <a:pt x="1418" y="26831"/>
                </a:lnTo>
                <a:lnTo>
                  <a:pt x="1506" y="26689"/>
                </a:lnTo>
                <a:lnTo>
                  <a:pt x="1607" y="26509"/>
                </a:lnTo>
                <a:lnTo>
                  <a:pt x="1695" y="26367"/>
                </a:lnTo>
                <a:lnTo>
                  <a:pt x="1783" y="26226"/>
                </a:lnTo>
                <a:lnTo>
                  <a:pt x="1921" y="26033"/>
                </a:lnTo>
                <a:lnTo>
                  <a:pt x="2009" y="25891"/>
                </a:lnTo>
                <a:lnTo>
                  <a:pt x="2109" y="25749"/>
                </a:lnTo>
                <a:lnTo>
                  <a:pt x="2197" y="25569"/>
                </a:lnTo>
                <a:lnTo>
                  <a:pt x="2285" y="25428"/>
                </a:lnTo>
                <a:lnTo>
                  <a:pt x="2423" y="25286"/>
                </a:lnTo>
                <a:lnTo>
                  <a:pt x="2511" y="25093"/>
                </a:lnTo>
                <a:lnTo>
                  <a:pt x="2611" y="24964"/>
                </a:lnTo>
                <a:lnTo>
                  <a:pt x="2699" y="24822"/>
                </a:lnTo>
                <a:lnTo>
                  <a:pt x="2787" y="24681"/>
                </a:lnTo>
                <a:lnTo>
                  <a:pt x="2925" y="24488"/>
                </a:lnTo>
                <a:lnTo>
                  <a:pt x="3013" y="24346"/>
                </a:lnTo>
                <a:lnTo>
                  <a:pt x="3114" y="24204"/>
                </a:lnTo>
                <a:lnTo>
                  <a:pt x="3202" y="24024"/>
                </a:lnTo>
                <a:lnTo>
                  <a:pt x="3290" y="23883"/>
                </a:lnTo>
                <a:lnTo>
                  <a:pt x="3428" y="23741"/>
                </a:lnTo>
                <a:lnTo>
                  <a:pt x="3516" y="23599"/>
                </a:lnTo>
                <a:lnTo>
                  <a:pt x="3616" y="23406"/>
                </a:lnTo>
                <a:lnTo>
                  <a:pt x="3704" y="23265"/>
                </a:lnTo>
                <a:lnTo>
                  <a:pt x="3792" y="23123"/>
                </a:lnTo>
                <a:lnTo>
                  <a:pt x="3930" y="22943"/>
                </a:lnTo>
                <a:lnTo>
                  <a:pt x="4018" y="22801"/>
                </a:lnTo>
                <a:lnTo>
                  <a:pt x="4118" y="22659"/>
                </a:lnTo>
                <a:lnTo>
                  <a:pt x="4206" y="22518"/>
                </a:lnTo>
                <a:lnTo>
                  <a:pt x="4294" y="22325"/>
                </a:lnTo>
                <a:lnTo>
                  <a:pt x="4432" y="22183"/>
                </a:lnTo>
                <a:lnTo>
                  <a:pt x="4520" y="22054"/>
                </a:lnTo>
                <a:lnTo>
                  <a:pt x="4621" y="21913"/>
                </a:lnTo>
                <a:lnTo>
                  <a:pt x="4709" y="21720"/>
                </a:lnTo>
                <a:lnTo>
                  <a:pt x="4796" y="21578"/>
                </a:lnTo>
                <a:lnTo>
                  <a:pt x="4935" y="21436"/>
                </a:lnTo>
                <a:lnTo>
                  <a:pt x="5022" y="21295"/>
                </a:lnTo>
                <a:lnTo>
                  <a:pt x="5123" y="21114"/>
                </a:lnTo>
                <a:lnTo>
                  <a:pt x="5211" y="20973"/>
                </a:lnTo>
                <a:lnTo>
                  <a:pt x="5299" y="20831"/>
                </a:lnTo>
                <a:lnTo>
                  <a:pt x="5437" y="20690"/>
                </a:lnTo>
                <a:lnTo>
                  <a:pt x="5537" y="20548"/>
                </a:lnTo>
                <a:lnTo>
                  <a:pt x="5625" y="20355"/>
                </a:lnTo>
                <a:lnTo>
                  <a:pt x="5713" y="20213"/>
                </a:lnTo>
                <a:lnTo>
                  <a:pt x="5801" y="20072"/>
                </a:lnTo>
                <a:lnTo>
                  <a:pt x="5939" y="19943"/>
                </a:lnTo>
                <a:lnTo>
                  <a:pt x="6040" y="19750"/>
                </a:lnTo>
                <a:lnTo>
                  <a:pt x="6128" y="19608"/>
                </a:lnTo>
                <a:lnTo>
                  <a:pt x="6215" y="19466"/>
                </a:lnTo>
                <a:lnTo>
                  <a:pt x="6303" y="19325"/>
                </a:lnTo>
                <a:lnTo>
                  <a:pt x="6441" y="19183"/>
                </a:lnTo>
                <a:lnTo>
                  <a:pt x="6542" y="19003"/>
                </a:lnTo>
                <a:lnTo>
                  <a:pt x="6630" y="18861"/>
                </a:lnTo>
                <a:lnTo>
                  <a:pt x="6718" y="18720"/>
                </a:lnTo>
                <a:lnTo>
                  <a:pt x="6806" y="18578"/>
                </a:lnTo>
                <a:lnTo>
                  <a:pt x="6944" y="18436"/>
                </a:lnTo>
                <a:lnTo>
                  <a:pt x="7044" y="18243"/>
                </a:lnTo>
                <a:lnTo>
                  <a:pt x="7132" y="18102"/>
                </a:lnTo>
                <a:lnTo>
                  <a:pt x="7220" y="17960"/>
                </a:lnTo>
                <a:lnTo>
                  <a:pt x="7308" y="17831"/>
                </a:lnTo>
                <a:lnTo>
                  <a:pt x="7446" y="17690"/>
                </a:lnTo>
                <a:lnTo>
                  <a:pt x="7547" y="17497"/>
                </a:lnTo>
                <a:lnTo>
                  <a:pt x="7634" y="17355"/>
                </a:lnTo>
                <a:lnTo>
                  <a:pt x="7722" y="17213"/>
                </a:lnTo>
                <a:lnTo>
                  <a:pt x="7823" y="17072"/>
                </a:lnTo>
                <a:lnTo>
                  <a:pt x="7948" y="16930"/>
                </a:lnTo>
                <a:lnTo>
                  <a:pt x="8049" y="16788"/>
                </a:lnTo>
                <a:lnTo>
                  <a:pt x="8137" y="16608"/>
                </a:lnTo>
                <a:lnTo>
                  <a:pt x="8225" y="16467"/>
                </a:lnTo>
                <a:lnTo>
                  <a:pt x="8325" y="16325"/>
                </a:lnTo>
                <a:lnTo>
                  <a:pt x="8451" y="16183"/>
                </a:lnTo>
                <a:lnTo>
                  <a:pt x="8551" y="16042"/>
                </a:lnTo>
                <a:lnTo>
                  <a:pt x="8639" y="15900"/>
                </a:lnTo>
                <a:lnTo>
                  <a:pt x="8727" y="15758"/>
                </a:lnTo>
                <a:lnTo>
                  <a:pt x="8827" y="15578"/>
                </a:lnTo>
                <a:lnTo>
                  <a:pt x="8965" y="15437"/>
                </a:lnTo>
                <a:lnTo>
                  <a:pt x="9053" y="15295"/>
                </a:lnTo>
                <a:lnTo>
                  <a:pt x="9141" y="15153"/>
                </a:lnTo>
                <a:lnTo>
                  <a:pt x="9229" y="15012"/>
                </a:lnTo>
                <a:lnTo>
                  <a:pt x="9330" y="14870"/>
                </a:lnTo>
                <a:lnTo>
                  <a:pt x="9468" y="14728"/>
                </a:lnTo>
                <a:lnTo>
                  <a:pt x="9556" y="14587"/>
                </a:lnTo>
                <a:lnTo>
                  <a:pt x="9644" y="14407"/>
                </a:lnTo>
                <a:lnTo>
                  <a:pt x="9731" y="14265"/>
                </a:lnTo>
                <a:lnTo>
                  <a:pt x="9832" y="14123"/>
                </a:lnTo>
                <a:lnTo>
                  <a:pt x="9970" y="13982"/>
                </a:lnTo>
                <a:lnTo>
                  <a:pt x="10058" y="13840"/>
                </a:lnTo>
                <a:lnTo>
                  <a:pt x="10146" y="13698"/>
                </a:lnTo>
                <a:lnTo>
                  <a:pt x="10234" y="13557"/>
                </a:lnTo>
                <a:lnTo>
                  <a:pt x="10334" y="13415"/>
                </a:lnTo>
                <a:lnTo>
                  <a:pt x="10472" y="13274"/>
                </a:lnTo>
                <a:lnTo>
                  <a:pt x="10560" y="13080"/>
                </a:lnTo>
                <a:lnTo>
                  <a:pt x="10648" y="12952"/>
                </a:lnTo>
                <a:lnTo>
                  <a:pt x="10736" y="12810"/>
                </a:lnTo>
                <a:lnTo>
                  <a:pt x="10837" y="12668"/>
                </a:lnTo>
                <a:lnTo>
                  <a:pt x="10975" y="12527"/>
                </a:lnTo>
                <a:lnTo>
                  <a:pt x="11063" y="12385"/>
                </a:lnTo>
                <a:lnTo>
                  <a:pt x="11150" y="12244"/>
                </a:lnTo>
                <a:lnTo>
                  <a:pt x="11238" y="12102"/>
                </a:lnTo>
                <a:lnTo>
                  <a:pt x="11339" y="11960"/>
                </a:lnTo>
                <a:lnTo>
                  <a:pt x="11477" y="11819"/>
                </a:lnTo>
                <a:lnTo>
                  <a:pt x="11565" y="11677"/>
                </a:lnTo>
                <a:lnTo>
                  <a:pt x="11653" y="11535"/>
                </a:lnTo>
                <a:lnTo>
                  <a:pt x="11753" y="11355"/>
                </a:lnTo>
                <a:lnTo>
                  <a:pt x="11841" y="11214"/>
                </a:lnTo>
                <a:lnTo>
                  <a:pt x="11979" y="11072"/>
                </a:lnTo>
                <a:lnTo>
                  <a:pt x="12067" y="10930"/>
                </a:lnTo>
                <a:lnTo>
                  <a:pt x="12155" y="10789"/>
                </a:lnTo>
                <a:lnTo>
                  <a:pt x="12256" y="10647"/>
                </a:lnTo>
                <a:lnTo>
                  <a:pt x="12343" y="10505"/>
                </a:lnTo>
                <a:lnTo>
                  <a:pt x="12482" y="10364"/>
                </a:lnTo>
                <a:lnTo>
                  <a:pt x="12569" y="10222"/>
                </a:lnTo>
                <a:lnTo>
                  <a:pt x="12657" y="10081"/>
                </a:lnTo>
                <a:lnTo>
                  <a:pt x="12758" y="9939"/>
                </a:lnTo>
                <a:lnTo>
                  <a:pt x="12846" y="9797"/>
                </a:lnTo>
                <a:lnTo>
                  <a:pt x="12984" y="9656"/>
                </a:lnTo>
                <a:lnTo>
                  <a:pt x="13072" y="9514"/>
                </a:lnTo>
                <a:lnTo>
                  <a:pt x="13160" y="9385"/>
                </a:lnTo>
                <a:lnTo>
                  <a:pt x="13260" y="9244"/>
                </a:lnTo>
                <a:lnTo>
                  <a:pt x="13348" y="9102"/>
                </a:lnTo>
                <a:lnTo>
                  <a:pt x="13486" y="8960"/>
                </a:lnTo>
                <a:lnTo>
                  <a:pt x="13574" y="8819"/>
                </a:lnTo>
                <a:lnTo>
                  <a:pt x="13662" y="8677"/>
                </a:lnTo>
                <a:lnTo>
                  <a:pt x="13762" y="8536"/>
                </a:lnTo>
                <a:lnTo>
                  <a:pt x="13850" y="8394"/>
                </a:lnTo>
                <a:lnTo>
                  <a:pt x="13988" y="8252"/>
                </a:lnTo>
                <a:lnTo>
                  <a:pt x="14076" y="8111"/>
                </a:lnTo>
                <a:lnTo>
                  <a:pt x="14164" y="7969"/>
                </a:lnTo>
                <a:lnTo>
                  <a:pt x="14265" y="7827"/>
                </a:lnTo>
                <a:lnTo>
                  <a:pt x="14353" y="7686"/>
                </a:lnTo>
                <a:lnTo>
                  <a:pt x="14491" y="7544"/>
                </a:lnTo>
                <a:lnTo>
                  <a:pt x="14579" y="7403"/>
                </a:lnTo>
                <a:lnTo>
                  <a:pt x="14667" y="7274"/>
                </a:lnTo>
                <a:lnTo>
                  <a:pt x="14767" y="7132"/>
                </a:lnTo>
                <a:lnTo>
                  <a:pt x="14855" y="6991"/>
                </a:lnTo>
                <a:lnTo>
                  <a:pt x="14993" y="6849"/>
                </a:lnTo>
                <a:lnTo>
                  <a:pt x="15081" y="6707"/>
                </a:lnTo>
                <a:lnTo>
                  <a:pt x="15181" y="6566"/>
                </a:lnTo>
                <a:lnTo>
                  <a:pt x="15269" y="6424"/>
                </a:lnTo>
                <a:lnTo>
                  <a:pt x="15357" y="6282"/>
                </a:lnTo>
                <a:lnTo>
                  <a:pt x="15495" y="6141"/>
                </a:lnTo>
                <a:lnTo>
                  <a:pt x="15583" y="5999"/>
                </a:lnTo>
                <a:lnTo>
                  <a:pt x="15684" y="5858"/>
                </a:lnTo>
                <a:lnTo>
                  <a:pt x="15772" y="5716"/>
                </a:lnTo>
                <a:lnTo>
                  <a:pt x="15860" y="5574"/>
                </a:lnTo>
                <a:lnTo>
                  <a:pt x="15998" y="5433"/>
                </a:lnTo>
                <a:lnTo>
                  <a:pt x="16086" y="5291"/>
                </a:lnTo>
                <a:lnTo>
                  <a:pt x="16186" y="5162"/>
                </a:lnTo>
                <a:lnTo>
                  <a:pt x="16274" y="5021"/>
                </a:lnTo>
                <a:lnTo>
                  <a:pt x="16362" y="4879"/>
                </a:lnTo>
                <a:lnTo>
                  <a:pt x="16500" y="4737"/>
                </a:lnTo>
                <a:lnTo>
                  <a:pt x="16688" y="4506"/>
                </a:lnTo>
                <a:lnTo>
                  <a:pt x="16776" y="4364"/>
                </a:lnTo>
                <a:lnTo>
                  <a:pt x="16864" y="4222"/>
                </a:lnTo>
                <a:lnTo>
                  <a:pt x="17002" y="4081"/>
                </a:lnTo>
                <a:lnTo>
                  <a:pt x="17090" y="3939"/>
                </a:lnTo>
                <a:lnTo>
                  <a:pt x="17191" y="3798"/>
                </a:lnTo>
                <a:lnTo>
                  <a:pt x="17278" y="3656"/>
                </a:lnTo>
                <a:lnTo>
                  <a:pt x="17366" y="3514"/>
                </a:lnTo>
                <a:lnTo>
                  <a:pt x="17505" y="3373"/>
                </a:lnTo>
                <a:lnTo>
                  <a:pt x="17592" y="3231"/>
                </a:lnTo>
                <a:lnTo>
                  <a:pt x="17693" y="3089"/>
                </a:lnTo>
                <a:lnTo>
                  <a:pt x="17869" y="2858"/>
                </a:lnTo>
                <a:lnTo>
                  <a:pt x="18007" y="2716"/>
                </a:lnTo>
                <a:lnTo>
                  <a:pt x="18095" y="2574"/>
                </a:lnTo>
                <a:lnTo>
                  <a:pt x="18195" y="2433"/>
                </a:lnTo>
                <a:lnTo>
                  <a:pt x="18283" y="2291"/>
                </a:lnTo>
                <a:lnTo>
                  <a:pt x="18371" y="2150"/>
                </a:lnTo>
                <a:lnTo>
                  <a:pt x="18509" y="2008"/>
                </a:lnTo>
                <a:lnTo>
                  <a:pt x="18597" y="1866"/>
                </a:lnTo>
                <a:lnTo>
                  <a:pt x="18785" y="1635"/>
                </a:lnTo>
                <a:lnTo>
                  <a:pt x="18873" y="1493"/>
                </a:lnTo>
                <a:lnTo>
                  <a:pt x="19011" y="1351"/>
                </a:lnTo>
                <a:lnTo>
                  <a:pt x="19112" y="1210"/>
                </a:lnTo>
                <a:lnTo>
                  <a:pt x="19200" y="1068"/>
                </a:lnTo>
                <a:lnTo>
                  <a:pt x="19288" y="939"/>
                </a:lnTo>
                <a:lnTo>
                  <a:pt x="19376" y="798"/>
                </a:lnTo>
                <a:lnTo>
                  <a:pt x="19514" y="695"/>
                </a:lnTo>
                <a:lnTo>
                  <a:pt x="19614" y="553"/>
                </a:lnTo>
                <a:lnTo>
                  <a:pt x="19702" y="411"/>
                </a:lnTo>
                <a:lnTo>
                  <a:pt x="19790" y="283"/>
                </a:lnTo>
                <a:lnTo>
                  <a:pt x="19878" y="141"/>
                </a:lnTo>
                <a:lnTo>
                  <a:pt x="20016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7540727" y="2459564"/>
            <a:ext cx="19978" cy="23844"/>
          </a:xfrm>
          <a:custGeom>
            <a:avLst/>
            <a:gdLst/>
            <a:ahLst/>
            <a:cxnLst/>
            <a:rect l="l" t="t" r="r" b="b"/>
            <a:pathLst>
              <a:path w="19978" h="23844">
                <a:moveTo>
                  <a:pt x="0" y="23844"/>
                </a:moveTo>
                <a:lnTo>
                  <a:pt x="188" y="23599"/>
                </a:lnTo>
                <a:lnTo>
                  <a:pt x="276" y="23471"/>
                </a:lnTo>
                <a:lnTo>
                  <a:pt x="364" y="23329"/>
                </a:lnTo>
                <a:lnTo>
                  <a:pt x="502" y="23187"/>
                </a:lnTo>
                <a:lnTo>
                  <a:pt x="602" y="23046"/>
                </a:lnTo>
                <a:lnTo>
                  <a:pt x="778" y="22801"/>
                </a:lnTo>
                <a:lnTo>
                  <a:pt x="866" y="22672"/>
                </a:lnTo>
                <a:lnTo>
                  <a:pt x="1004" y="22531"/>
                </a:lnTo>
                <a:lnTo>
                  <a:pt x="1105" y="22389"/>
                </a:lnTo>
                <a:lnTo>
                  <a:pt x="1280" y="22144"/>
                </a:lnTo>
                <a:lnTo>
                  <a:pt x="1381" y="22016"/>
                </a:lnTo>
                <a:lnTo>
                  <a:pt x="1506" y="21874"/>
                </a:lnTo>
                <a:lnTo>
                  <a:pt x="1607" y="21732"/>
                </a:lnTo>
                <a:lnTo>
                  <a:pt x="1783" y="21488"/>
                </a:lnTo>
                <a:lnTo>
                  <a:pt x="1883" y="21359"/>
                </a:lnTo>
                <a:lnTo>
                  <a:pt x="2009" y="21217"/>
                </a:lnTo>
                <a:lnTo>
                  <a:pt x="2109" y="21076"/>
                </a:lnTo>
                <a:lnTo>
                  <a:pt x="2285" y="20831"/>
                </a:lnTo>
                <a:lnTo>
                  <a:pt x="2385" y="20690"/>
                </a:lnTo>
                <a:lnTo>
                  <a:pt x="2524" y="20561"/>
                </a:lnTo>
                <a:lnTo>
                  <a:pt x="2699" y="20316"/>
                </a:lnTo>
                <a:lnTo>
                  <a:pt x="2787" y="20175"/>
                </a:lnTo>
                <a:lnTo>
                  <a:pt x="2888" y="20033"/>
                </a:lnTo>
                <a:lnTo>
                  <a:pt x="3026" y="19904"/>
                </a:lnTo>
                <a:lnTo>
                  <a:pt x="3202" y="19660"/>
                </a:lnTo>
                <a:lnTo>
                  <a:pt x="3290" y="19518"/>
                </a:lnTo>
                <a:lnTo>
                  <a:pt x="3390" y="19376"/>
                </a:lnTo>
                <a:lnTo>
                  <a:pt x="3528" y="19286"/>
                </a:lnTo>
                <a:lnTo>
                  <a:pt x="3616" y="19145"/>
                </a:lnTo>
                <a:lnTo>
                  <a:pt x="3704" y="19003"/>
                </a:lnTo>
                <a:lnTo>
                  <a:pt x="3892" y="18771"/>
                </a:lnTo>
                <a:lnTo>
                  <a:pt x="4030" y="18630"/>
                </a:lnTo>
                <a:lnTo>
                  <a:pt x="4118" y="18488"/>
                </a:lnTo>
                <a:lnTo>
                  <a:pt x="4294" y="18256"/>
                </a:lnTo>
                <a:lnTo>
                  <a:pt x="4395" y="18115"/>
                </a:lnTo>
                <a:lnTo>
                  <a:pt x="4533" y="17973"/>
                </a:lnTo>
                <a:lnTo>
                  <a:pt x="4709" y="17741"/>
                </a:lnTo>
                <a:lnTo>
                  <a:pt x="4796" y="17600"/>
                </a:lnTo>
                <a:lnTo>
                  <a:pt x="5035" y="17368"/>
                </a:lnTo>
                <a:lnTo>
                  <a:pt x="5123" y="17226"/>
                </a:lnTo>
                <a:lnTo>
                  <a:pt x="5311" y="16994"/>
                </a:lnTo>
                <a:lnTo>
                  <a:pt x="5399" y="16853"/>
                </a:lnTo>
                <a:lnTo>
                  <a:pt x="5537" y="16711"/>
                </a:lnTo>
                <a:lnTo>
                  <a:pt x="5713" y="16467"/>
                </a:lnTo>
                <a:lnTo>
                  <a:pt x="5814" y="16338"/>
                </a:lnTo>
                <a:lnTo>
                  <a:pt x="6040" y="16093"/>
                </a:lnTo>
                <a:lnTo>
                  <a:pt x="6128" y="15952"/>
                </a:lnTo>
                <a:lnTo>
                  <a:pt x="6316" y="15720"/>
                </a:lnTo>
                <a:lnTo>
                  <a:pt x="6404" y="15578"/>
                </a:lnTo>
                <a:lnTo>
                  <a:pt x="6542" y="15488"/>
                </a:lnTo>
                <a:lnTo>
                  <a:pt x="6630" y="15346"/>
                </a:lnTo>
                <a:lnTo>
                  <a:pt x="6718" y="15205"/>
                </a:lnTo>
                <a:lnTo>
                  <a:pt x="6906" y="14973"/>
                </a:lnTo>
                <a:lnTo>
                  <a:pt x="7044" y="14883"/>
                </a:lnTo>
                <a:lnTo>
                  <a:pt x="7132" y="14741"/>
                </a:lnTo>
                <a:lnTo>
                  <a:pt x="7220" y="14600"/>
                </a:lnTo>
                <a:lnTo>
                  <a:pt x="7408" y="14355"/>
                </a:lnTo>
                <a:lnTo>
                  <a:pt x="7547" y="14226"/>
                </a:lnTo>
                <a:lnTo>
                  <a:pt x="7722" y="13982"/>
                </a:lnTo>
                <a:lnTo>
                  <a:pt x="7823" y="13840"/>
                </a:lnTo>
                <a:lnTo>
                  <a:pt x="8049" y="13608"/>
                </a:lnTo>
                <a:lnTo>
                  <a:pt x="8225" y="13377"/>
                </a:lnTo>
                <a:lnTo>
                  <a:pt x="8325" y="13235"/>
                </a:lnTo>
                <a:lnTo>
                  <a:pt x="8551" y="13003"/>
                </a:lnTo>
                <a:lnTo>
                  <a:pt x="8727" y="12771"/>
                </a:lnTo>
                <a:lnTo>
                  <a:pt x="8827" y="12630"/>
                </a:lnTo>
                <a:lnTo>
                  <a:pt x="9053" y="12385"/>
                </a:lnTo>
                <a:lnTo>
                  <a:pt x="9242" y="12153"/>
                </a:lnTo>
                <a:lnTo>
                  <a:pt x="9418" y="11922"/>
                </a:lnTo>
                <a:lnTo>
                  <a:pt x="9556" y="11780"/>
                </a:lnTo>
                <a:lnTo>
                  <a:pt x="9744" y="11548"/>
                </a:lnTo>
                <a:lnTo>
                  <a:pt x="9920" y="11317"/>
                </a:lnTo>
                <a:lnTo>
                  <a:pt x="10058" y="11214"/>
                </a:lnTo>
                <a:lnTo>
                  <a:pt x="10146" y="11072"/>
                </a:lnTo>
                <a:lnTo>
                  <a:pt x="10246" y="10930"/>
                </a:lnTo>
                <a:lnTo>
                  <a:pt x="10422" y="10699"/>
                </a:lnTo>
                <a:lnTo>
                  <a:pt x="10560" y="10608"/>
                </a:lnTo>
                <a:lnTo>
                  <a:pt x="10648" y="10467"/>
                </a:lnTo>
                <a:lnTo>
                  <a:pt x="10837" y="10235"/>
                </a:lnTo>
                <a:lnTo>
                  <a:pt x="11063" y="10003"/>
                </a:lnTo>
                <a:lnTo>
                  <a:pt x="11251" y="9759"/>
                </a:lnTo>
                <a:lnTo>
                  <a:pt x="11427" y="9527"/>
                </a:lnTo>
                <a:lnTo>
                  <a:pt x="11565" y="9437"/>
                </a:lnTo>
                <a:lnTo>
                  <a:pt x="11653" y="9295"/>
                </a:lnTo>
                <a:lnTo>
                  <a:pt x="11753" y="9154"/>
                </a:lnTo>
                <a:lnTo>
                  <a:pt x="11929" y="8922"/>
                </a:lnTo>
                <a:lnTo>
                  <a:pt x="12067" y="8819"/>
                </a:lnTo>
                <a:lnTo>
                  <a:pt x="12155" y="8690"/>
                </a:lnTo>
                <a:lnTo>
                  <a:pt x="12343" y="8497"/>
                </a:lnTo>
                <a:lnTo>
                  <a:pt x="12431" y="8355"/>
                </a:lnTo>
                <a:lnTo>
                  <a:pt x="12569" y="8265"/>
                </a:lnTo>
                <a:lnTo>
                  <a:pt x="12670" y="8124"/>
                </a:lnTo>
                <a:lnTo>
                  <a:pt x="12846" y="7892"/>
                </a:lnTo>
                <a:lnTo>
                  <a:pt x="13072" y="7647"/>
                </a:lnTo>
                <a:lnTo>
                  <a:pt x="13260" y="7415"/>
                </a:lnTo>
                <a:lnTo>
                  <a:pt x="13436" y="7184"/>
                </a:lnTo>
                <a:lnTo>
                  <a:pt x="13574" y="7094"/>
                </a:lnTo>
                <a:lnTo>
                  <a:pt x="13675" y="6952"/>
                </a:lnTo>
                <a:lnTo>
                  <a:pt x="13850" y="6707"/>
                </a:lnTo>
                <a:lnTo>
                  <a:pt x="14076" y="6527"/>
                </a:lnTo>
                <a:lnTo>
                  <a:pt x="14177" y="6385"/>
                </a:lnTo>
                <a:lnTo>
                  <a:pt x="14353" y="6154"/>
                </a:lnTo>
                <a:lnTo>
                  <a:pt x="14579" y="5909"/>
                </a:lnTo>
                <a:lnTo>
                  <a:pt x="14767" y="5729"/>
                </a:lnTo>
                <a:lnTo>
                  <a:pt x="14855" y="5587"/>
                </a:lnTo>
                <a:lnTo>
                  <a:pt x="15081" y="5355"/>
                </a:lnTo>
                <a:lnTo>
                  <a:pt x="15269" y="5162"/>
                </a:lnTo>
                <a:lnTo>
                  <a:pt x="15357" y="5021"/>
                </a:lnTo>
                <a:lnTo>
                  <a:pt x="15583" y="4789"/>
                </a:lnTo>
                <a:lnTo>
                  <a:pt x="15772" y="4596"/>
                </a:lnTo>
                <a:lnTo>
                  <a:pt x="15860" y="4467"/>
                </a:lnTo>
                <a:lnTo>
                  <a:pt x="16086" y="4222"/>
                </a:lnTo>
                <a:lnTo>
                  <a:pt x="16274" y="4042"/>
                </a:lnTo>
                <a:lnTo>
                  <a:pt x="16362" y="3901"/>
                </a:lnTo>
                <a:lnTo>
                  <a:pt x="16600" y="3707"/>
                </a:lnTo>
                <a:lnTo>
                  <a:pt x="16688" y="3566"/>
                </a:lnTo>
                <a:lnTo>
                  <a:pt x="16864" y="3334"/>
                </a:lnTo>
                <a:lnTo>
                  <a:pt x="17103" y="3141"/>
                </a:lnTo>
                <a:lnTo>
                  <a:pt x="17191" y="3012"/>
                </a:lnTo>
                <a:lnTo>
                  <a:pt x="17366" y="2819"/>
                </a:lnTo>
                <a:lnTo>
                  <a:pt x="17467" y="2677"/>
                </a:lnTo>
                <a:lnTo>
                  <a:pt x="17605" y="2587"/>
                </a:lnTo>
                <a:lnTo>
                  <a:pt x="17781" y="2356"/>
                </a:lnTo>
                <a:lnTo>
                  <a:pt x="17969" y="2162"/>
                </a:lnTo>
                <a:lnTo>
                  <a:pt x="18107" y="2021"/>
                </a:lnTo>
                <a:lnTo>
                  <a:pt x="18283" y="1828"/>
                </a:lnTo>
                <a:lnTo>
                  <a:pt x="18371" y="1686"/>
                </a:lnTo>
                <a:lnTo>
                  <a:pt x="18610" y="1506"/>
                </a:lnTo>
                <a:lnTo>
                  <a:pt x="18697" y="1364"/>
                </a:lnTo>
                <a:lnTo>
                  <a:pt x="18886" y="1171"/>
                </a:lnTo>
                <a:lnTo>
                  <a:pt x="19112" y="939"/>
                </a:lnTo>
                <a:lnTo>
                  <a:pt x="19288" y="759"/>
                </a:lnTo>
                <a:lnTo>
                  <a:pt x="19388" y="617"/>
                </a:lnTo>
                <a:lnTo>
                  <a:pt x="19614" y="424"/>
                </a:lnTo>
                <a:lnTo>
                  <a:pt x="19790" y="193"/>
                </a:lnTo>
                <a:lnTo>
                  <a:pt x="19978" y="0"/>
                </a:lnTo>
              </a:path>
            </a:pathLst>
          </a:custGeom>
          <a:ln w="17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7560705" y="2441217"/>
            <a:ext cx="20016" cy="18346"/>
          </a:xfrm>
          <a:custGeom>
            <a:avLst/>
            <a:gdLst/>
            <a:ahLst/>
            <a:cxnLst/>
            <a:rect l="l" t="t" r="r" b="b"/>
            <a:pathLst>
              <a:path w="20016" h="18346">
                <a:moveTo>
                  <a:pt x="0" y="18346"/>
                </a:moveTo>
                <a:lnTo>
                  <a:pt x="138" y="18205"/>
                </a:lnTo>
                <a:lnTo>
                  <a:pt x="313" y="18024"/>
                </a:lnTo>
                <a:lnTo>
                  <a:pt x="502" y="17793"/>
                </a:lnTo>
                <a:lnTo>
                  <a:pt x="640" y="17690"/>
                </a:lnTo>
                <a:lnTo>
                  <a:pt x="816" y="17509"/>
                </a:lnTo>
                <a:lnTo>
                  <a:pt x="916" y="17368"/>
                </a:lnTo>
                <a:lnTo>
                  <a:pt x="1142" y="17175"/>
                </a:lnTo>
                <a:lnTo>
                  <a:pt x="1318" y="16994"/>
                </a:lnTo>
                <a:lnTo>
                  <a:pt x="1418" y="16853"/>
                </a:lnTo>
                <a:lnTo>
                  <a:pt x="1645" y="16660"/>
                </a:lnTo>
                <a:lnTo>
                  <a:pt x="1820" y="16428"/>
                </a:lnTo>
                <a:lnTo>
                  <a:pt x="2009" y="16235"/>
                </a:lnTo>
                <a:lnTo>
                  <a:pt x="2147" y="16145"/>
                </a:lnTo>
                <a:lnTo>
                  <a:pt x="2323" y="15913"/>
                </a:lnTo>
                <a:lnTo>
                  <a:pt x="2511" y="15720"/>
                </a:lnTo>
                <a:lnTo>
                  <a:pt x="2649" y="15630"/>
                </a:lnTo>
                <a:lnTo>
                  <a:pt x="2837" y="15398"/>
                </a:lnTo>
                <a:lnTo>
                  <a:pt x="3013" y="15205"/>
                </a:lnTo>
                <a:lnTo>
                  <a:pt x="3151" y="15115"/>
                </a:lnTo>
                <a:lnTo>
                  <a:pt x="3340" y="14922"/>
                </a:lnTo>
                <a:lnTo>
                  <a:pt x="3428" y="14780"/>
                </a:lnTo>
                <a:lnTo>
                  <a:pt x="3654" y="14600"/>
                </a:lnTo>
                <a:lnTo>
                  <a:pt x="3842" y="14407"/>
                </a:lnTo>
                <a:lnTo>
                  <a:pt x="4018" y="14226"/>
                </a:lnTo>
                <a:lnTo>
                  <a:pt x="4156" y="14085"/>
                </a:lnTo>
                <a:lnTo>
                  <a:pt x="4344" y="13892"/>
                </a:lnTo>
                <a:lnTo>
                  <a:pt x="4520" y="13698"/>
                </a:lnTo>
                <a:lnTo>
                  <a:pt x="4658" y="13608"/>
                </a:lnTo>
                <a:lnTo>
                  <a:pt x="4847" y="13377"/>
                </a:lnTo>
                <a:lnTo>
                  <a:pt x="5022" y="13183"/>
                </a:lnTo>
                <a:lnTo>
                  <a:pt x="5161" y="13093"/>
                </a:lnTo>
                <a:lnTo>
                  <a:pt x="5349" y="12913"/>
                </a:lnTo>
                <a:lnTo>
                  <a:pt x="5525" y="12720"/>
                </a:lnTo>
                <a:lnTo>
                  <a:pt x="5663" y="12630"/>
                </a:lnTo>
                <a:lnTo>
                  <a:pt x="5751" y="12488"/>
                </a:lnTo>
                <a:lnTo>
                  <a:pt x="5939" y="12295"/>
                </a:lnTo>
                <a:lnTo>
                  <a:pt x="6165" y="12115"/>
                </a:lnTo>
                <a:lnTo>
                  <a:pt x="6354" y="11922"/>
                </a:lnTo>
                <a:lnTo>
                  <a:pt x="6529" y="11729"/>
                </a:lnTo>
                <a:lnTo>
                  <a:pt x="6667" y="11638"/>
                </a:lnTo>
                <a:lnTo>
                  <a:pt x="6856" y="11458"/>
                </a:lnTo>
                <a:lnTo>
                  <a:pt x="7032" y="11214"/>
                </a:lnTo>
                <a:lnTo>
                  <a:pt x="7170" y="11123"/>
                </a:lnTo>
                <a:lnTo>
                  <a:pt x="7358" y="10930"/>
                </a:lnTo>
                <a:lnTo>
                  <a:pt x="7534" y="10750"/>
                </a:lnTo>
                <a:lnTo>
                  <a:pt x="7672" y="10660"/>
                </a:lnTo>
                <a:lnTo>
                  <a:pt x="7860" y="10467"/>
                </a:lnTo>
                <a:lnTo>
                  <a:pt x="8036" y="10274"/>
                </a:lnTo>
                <a:lnTo>
                  <a:pt x="8174" y="10184"/>
                </a:lnTo>
                <a:lnTo>
                  <a:pt x="8363" y="10003"/>
                </a:lnTo>
                <a:lnTo>
                  <a:pt x="8539" y="9810"/>
                </a:lnTo>
                <a:lnTo>
                  <a:pt x="8677" y="9720"/>
                </a:lnTo>
                <a:lnTo>
                  <a:pt x="8865" y="9527"/>
                </a:lnTo>
                <a:lnTo>
                  <a:pt x="9053" y="9347"/>
                </a:lnTo>
                <a:lnTo>
                  <a:pt x="9279" y="9154"/>
                </a:lnTo>
                <a:lnTo>
                  <a:pt x="9455" y="8960"/>
                </a:lnTo>
                <a:lnTo>
                  <a:pt x="9681" y="8780"/>
                </a:lnTo>
                <a:lnTo>
                  <a:pt x="9870" y="8587"/>
                </a:lnTo>
                <a:lnTo>
                  <a:pt x="10058" y="8407"/>
                </a:lnTo>
                <a:lnTo>
                  <a:pt x="10196" y="8304"/>
                </a:lnTo>
                <a:lnTo>
                  <a:pt x="10372" y="8124"/>
                </a:lnTo>
                <a:lnTo>
                  <a:pt x="10560" y="7930"/>
                </a:lnTo>
                <a:lnTo>
                  <a:pt x="10698" y="7840"/>
                </a:lnTo>
                <a:lnTo>
                  <a:pt x="10874" y="7699"/>
                </a:lnTo>
                <a:lnTo>
                  <a:pt x="11063" y="7506"/>
                </a:lnTo>
                <a:lnTo>
                  <a:pt x="11201" y="7415"/>
                </a:lnTo>
                <a:lnTo>
                  <a:pt x="11377" y="7235"/>
                </a:lnTo>
                <a:lnTo>
                  <a:pt x="11565" y="7042"/>
                </a:lnTo>
                <a:lnTo>
                  <a:pt x="11703" y="6952"/>
                </a:lnTo>
                <a:lnTo>
                  <a:pt x="11879" y="6759"/>
                </a:lnTo>
                <a:lnTo>
                  <a:pt x="12067" y="6617"/>
                </a:lnTo>
                <a:lnTo>
                  <a:pt x="12205" y="6527"/>
                </a:lnTo>
                <a:lnTo>
                  <a:pt x="12381" y="6334"/>
                </a:lnTo>
                <a:lnTo>
                  <a:pt x="12569" y="6154"/>
                </a:lnTo>
                <a:lnTo>
                  <a:pt x="12708" y="6051"/>
                </a:lnTo>
                <a:lnTo>
                  <a:pt x="12883" y="5870"/>
                </a:lnTo>
                <a:lnTo>
                  <a:pt x="13072" y="5729"/>
                </a:lnTo>
                <a:lnTo>
                  <a:pt x="13210" y="5639"/>
                </a:lnTo>
                <a:lnTo>
                  <a:pt x="13386" y="5446"/>
                </a:lnTo>
                <a:lnTo>
                  <a:pt x="13574" y="5252"/>
                </a:lnTo>
                <a:lnTo>
                  <a:pt x="13712" y="5162"/>
                </a:lnTo>
                <a:lnTo>
                  <a:pt x="13888" y="5021"/>
                </a:lnTo>
                <a:lnTo>
                  <a:pt x="14076" y="4840"/>
                </a:lnTo>
                <a:lnTo>
                  <a:pt x="14214" y="4737"/>
                </a:lnTo>
                <a:lnTo>
                  <a:pt x="14390" y="4596"/>
                </a:lnTo>
                <a:lnTo>
                  <a:pt x="14579" y="4416"/>
                </a:lnTo>
                <a:lnTo>
                  <a:pt x="14717" y="4325"/>
                </a:lnTo>
                <a:lnTo>
                  <a:pt x="14893" y="4132"/>
                </a:lnTo>
                <a:lnTo>
                  <a:pt x="15081" y="3991"/>
                </a:lnTo>
                <a:lnTo>
                  <a:pt x="15219" y="3901"/>
                </a:lnTo>
                <a:lnTo>
                  <a:pt x="15395" y="3707"/>
                </a:lnTo>
                <a:lnTo>
                  <a:pt x="15583" y="3566"/>
                </a:lnTo>
                <a:lnTo>
                  <a:pt x="15721" y="3476"/>
                </a:lnTo>
                <a:lnTo>
                  <a:pt x="15897" y="3283"/>
                </a:lnTo>
                <a:lnTo>
                  <a:pt x="16086" y="3141"/>
                </a:lnTo>
                <a:lnTo>
                  <a:pt x="16224" y="3051"/>
                </a:lnTo>
                <a:lnTo>
                  <a:pt x="16412" y="2909"/>
                </a:lnTo>
                <a:lnTo>
                  <a:pt x="16588" y="2729"/>
                </a:lnTo>
                <a:lnTo>
                  <a:pt x="16726" y="2626"/>
                </a:lnTo>
                <a:lnTo>
                  <a:pt x="16914" y="2484"/>
                </a:lnTo>
                <a:lnTo>
                  <a:pt x="17090" y="2304"/>
                </a:lnTo>
                <a:lnTo>
                  <a:pt x="17228" y="2253"/>
                </a:lnTo>
                <a:lnTo>
                  <a:pt x="17417" y="2072"/>
                </a:lnTo>
                <a:lnTo>
                  <a:pt x="17592" y="1931"/>
                </a:lnTo>
                <a:lnTo>
                  <a:pt x="17731" y="1828"/>
                </a:lnTo>
                <a:lnTo>
                  <a:pt x="17919" y="1647"/>
                </a:lnTo>
                <a:lnTo>
                  <a:pt x="18095" y="1506"/>
                </a:lnTo>
                <a:lnTo>
                  <a:pt x="18233" y="1416"/>
                </a:lnTo>
                <a:lnTo>
                  <a:pt x="18421" y="1274"/>
                </a:lnTo>
                <a:lnTo>
                  <a:pt x="18597" y="1081"/>
                </a:lnTo>
                <a:lnTo>
                  <a:pt x="18735" y="1029"/>
                </a:lnTo>
                <a:lnTo>
                  <a:pt x="18924" y="849"/>
                </a:lnTo>
                <a:lnTo>
                  <a:pt x="19099" y="708"/>
                </a:lnTo>
                <a:lnTo>
                  <a:pt x="19237" y="617"/>
                </a:lnTo>
                <a:lnTo>
                  <a:pt x="19426" y="476"/>
                </a:lnTo>
                <a:lnTo>
                  <a:pt x="19602" y="334"/>
                </a:lnTo>
                <a:lnTo>
                  <a:pt x="19740" y="244"/>
                </a:lnTo>
                <a:lnTo>
                  <a:pt x="19928" y="102"/>
                </a:lnTo>
              </a:path>
            </a:pathLst>
          </a:custGeom>
          <a:ln w="17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7580722" y="2428690"/>
            <a:ext cx="20016" cy="12527"/>
          </a:xfrm>
          <a:custGeom>
            <a:avLst/>
            <a:gdLst/>
            <a:ahLst/>
            <a:cxnLst/>
            <a:rect l="l" t="t" r="r" b="b"/>
            <a:pathLst>
              <a:path w="20016" h="12527">
                <a:moveTo>
                  <a:pt x="0" y="12527"/>
                </a:moveTo>
                <a:lnTo>
                  <a:pt x="226" y="12385"/>
                </a:lnTo>
                <a:lnTo>
                  <a:pt x="414" y="12205"/>
                </a:lnTo>
                <a:lnTo>
                  <a:pt x="590" y="12063"/>
                </a:lnTo>
                <a:lnTo>
                  <a:pt x="728" y="11973"/>
                </a:lnTo>
                <a:lnTo>
                  <a:pt x="916" y="11832"/>
                </a:lnTo>
                <a:lnTo>
                  <a:pt x="1092" y="11690"/>
                </a:lnTo>
                <a:lnTo>
                  <a:pt x="1230" y="11587"/>
                </a:lnTo>
                <a:lnTo>
                  <a:pt x="1418" y="11445"/>
                </a:lnTo>
                <a:lnTo>
                  <a:pt x="1594" y="11317"/>
                </a:lnTo>
                <a:lnTo>
                  <a:pt x="1732" y="11214"/>
                </a:lnTo>
                <a:lnTo>
                  <a:pt x="1921" y="11072"/>
                </a:lnTo>
                <a:lnTo>
                  <a:pt x="2097" y="10930"/>
                </a:lnTo>
                <a:lnTo>
                  <a:pt x="2235" y="10840"/>
                </a:lnTo>
                <a:lnTo>
                  <a:pt x="2423" y="10699"/>
                </a:lnTo>
                <a:lnTo>
                  <a:pt x="2611" y="10557"/>
                </a:lnTo>
                <a:lnTo>
                  <a:pt x="2837" y="10415"/>
                </a:lnTo>
                <a:lnTo>
                  <a:pt x="3013" y="10274"/>
                </a:lnTo>
                <a:lnTo>
                  <a:pt x="3239" y="10093"/>
                </a:lnTo>
                <a:lnTo>
                  <a:pt x="3428" y="9952"/>
                </a:lnTo>
                <a:lnTo>
                  <a:pt x="3616" y="9810"/>
                </a:lnTo>
                <a:lnTo>
                  <a:pt x="3754" y="9759"/>
                </a:lnTo>
                <a:lnTo>
                  <a:pt x="3930" y="9617"/>
                </a:lnTo>
                <a:lnTo>
                  <a:pt x="4118" y="9475"/>
                </a:lnTo>
                <a:lnTo>
                  <a:pt x="4256" y="9385"/>
                </a:lnTo>
                <a:lnTo>
                  <a:pt x="4432" y="9244"/>
                </a:lnTo>
                <a:lnTo>
                  <a:pt x="4621" y="9102"/>
                </a:lnTo>
                <a:lnTo>
                  <a:pt x="4759" y="9012"/>
                </a:lnTo>
                <a:lnTo>
                  <a:pt x="4935" y="8870"/>
                </a:lnTo>
                <a:lnTo>
                  <a:pt x="5123" y="8729"/>
                </a:lnTo>
                <a:lnTo>
                  <a:pt x="5261" y="8677"/>
                </a:lnTo>
                <a:lnTo>
                  <a:pt x="5437" y="8548"/>
                </a:lnTo>
                <a:lnTo>
                  <a:pt x="5625" y="8407"/>
                </a:lnTo>
                <a:lnTo>
                  <a:pt x="5763" y="8355"/>
                </a:lnTo>
                <a:lnTo>
                  <a:pt x="5939" y="8214"/>
                </a:lnTo>
                <a:lnTo>
                  <a:pt x="6128" y="8072"/>
                </a:lnTo>
                <a:lnTo>
                  <a:pt x="6266" y="7982"/>
                </a:lnTo>
                <a:lnTo>
                  <a:pt x="6441" y="7840"/>
                </a:lnTo>
                <a:lnTo>
                  <a:pt x="6630" y="7699"/>
                </a:lnTo>
                <a:lnTo>
                  <a:pt x="6768" y="7647"/>
                </a:lnTo>
                <a:lnTo>
                  <a:pt x="6944" y="7506"/>
                </a:lnTo>
                <a:lnTo>
                  <a:pt x="7132" y="7364"/>
                </a:lnTo>
                <a:lnTo>
                  <a:pt x="7270" y="7325"/>
                </a:lnTo>
                <a:lnTo>
                  <a:pt x="7446" y="7184"/>
                </a:lnTo>
                <a:lnTo>
                  <a:pt x="7634" y="7042"/>
                </a:lnTo>
                <a:lnTo>
                  <a:pt x="7773" y="6991"/>
                </a:lnTo>
                <a:lnTo>
                  <a:pt x="7948" y="6849"/>
                </a:lnTo>
                <a:lnTo>
                  <a:pt x="8137" y="6707"/>
                </a:lnTo>
                <a:lnTo>
                  <a:pt x="8275" y="6669"/>
                </a:lnTo>
                <a:lnTo>
                  <a:pt x="8451" y="6527"/>
                </a:lnTo>
                <a:lnTo>
                  <a:pt x="8639" y="6385"/>
                </a:lnTo>
                <a:lnTo>
                  <a:pt x="8777" y="6334"/>
                </a:lnTo>
                <a:lnTo>
                  <a:pt x="8953" y="6192"/>
                </a:lnTo>
                <a:lnTo>
                  <a:pt x="9141" y="6051"/>
                </a:lnTo>
                <a:lnTo>
                  <a:pt x="9279" y="6012"/>
                </a:lnTo>
                <a:lnTo>
                  <a:pt x="9455" y="5870"/>
                </a:lnTo>
                <a:lnTo>
                  <a:pt x="9644" y="5729"/>
                </a:lnTo>
                <a:lnTo>
                  <a:pt x="9782" y="5677"/>
                </a:lnTo>
                <a:lnTo>
                  <a:pt x="9970" y="5536"/>
                </a:lnTo>
                <a:lnTo>
                  <a:pt x="10146" y="5446"/>
                </a:lnTo>
                <a:lnTo>
                  <a:pt x="10284" y="5355"/>
                </a:lnTo>
                <a:lnTo>
                  <a:pt x="10472" y="5252"/>
                </a:lnTo>
                <a:lnTo>
                  <a:pt x="10648" y="5111"/>
                </a:lnTo>
                <a:lnTo>
                  <a:pt x="10786" y="5072"/>
                </a:lnTo>
                <a:lnTo>
                  <a:pt x="10975" y="4931"/>
                </a:lnTo>
                <a:lnTo>
                  <a:pt x="11150" y="4789"/>
                </a:lnTo>
                <a:lnTo>
                  <a:pt x="11289" y="4737"/>
                </a:lnTo>
                <a:lnTo>
                  <a:pt x="11477" y="4596"/>
                </a:lnTo>
                <a:lnTo>
                  <a:pt x="11653" y="4506"/>
                </a:lnTo>
                <a:lnTo>
                  <a:pt x="11791" y="4454"/>
                </a:lnTo>
                <a:lnTo>
                  <a:pt x="11979" y="4325"/>
                </a:lnTo>
                <a:lnTo>
                  <a:pt x="12155" y="4184"/>
                </a:lnTo>
                <a:lnTo>
                  <a:pt x="12293" y="4132"/>
                </a:lnTo>
                <a:lnTo>
                  <a:pt x="12482" y="4042"/>
                </a:lnTo>
                <a:lnTo>
                  <a:pt x="12657" y="3901"/>
                </a:lnTo>
                <a:lnTo>
                  <a:pt x="12796" y="3849"/>
                </a:lnTo>
                <a:lnTo>
                  <a:pt x="12984" y="3707"/>
                </a:lnTo>
                <a:lnTo>
                  <a:pt x="13160" y="3617"/>
                </a:lnTo>
                <a:lnTo>
                  <a:pt x="13298" y="3566"/>
                </a:lnTo>
                <a:lnTo>
                  <a:pt x="13486" y="3424"/>
                </a:lnTo>
                <a:lnTo>
                  <a:pt x="13662" y="3334"/>
                </a:lnTo>
                <a:lnTo>
                  <a:pt x="13800" y="3283"/>
                </a:lnTo>
                <a:lnTo>
                  <a:pt x="13988" y="3141"/>
                </a:lnTo>
                <a:lnTo>
                  <a:pt x="14164" y="3051"/>
                </a:lnTo>
                <a:lnTo>
                  <a:pt x="14302" y="2961"/>
                </a:lnTo>
                <a:lnTo>
                  <a:pt x="14491" y="2871"/>
                </a:lnTo>
                <a:lnTo>
                  <a:pt x="14667" y="2768"/>
                </a:lnTo>
                <a:lnTo>
                  <a:pt x="14805" y="2677"/>
                </a:lnTo>
                <a:lnTo>
                  <a:pt x="14993" y="2587"/>
                </a:lnTo>
                <a:lnTo>
                  <a:pt x="15169" y="2484"/>
                </a:lnTo>
                <a:lnTo>
                  <a:pt x="15307" y="2446"/>
                </a:lnTo>
                <a:lnTo>
                  <a:pt x="15495" y="2304"/>
                </a:lnTo>
                <a:lnTo>
                  <a:pt x="15671" y="2214"/>
                </a:lnTo>
                <a:lnTo>
                  <a:pt x="15809" y="2162"/>
                </a:lnTo>
                <a:lnTo>
                  <a:pt x="15998" y="2021"/>
                </a:lnTo>
                <a:lnTo>
                  <a:pt x="16186" y="1931"/>
                </a:lnTo>
                <a:lnTo>
                  <a:pt x="16412" y="1828"/>
                </a:lnTo>
                <a:lnTo>
                  <a:pt x="16588" y="1738"/>
                </a:lnTo>
                <a:lnTo>
                  <a:pt x="16814" y="1596"/>
                </a:lnTo>
                <a:lnTo>
                  <a:pt x="17002" y="1506"/>
                </a:lnTo>
                <a:lnTo>
                  <a:pt x="17191" y="1416"/>
                </a:lnTo>
                <a:lnTo>
                  <a:pt x="17329" y="1364"/>
                </a:lnTo>
                <a:lnTo>
                  <a:pt x="17505" y="1223"/>
                </a:lnTo>
                <a:lnTo>
                  <a:pt x="17693" y="1132"/>
                </a:lnTo>
                <a:lnTo>
                  <a:pt x="17831" y="1081"/>
                </a:lnTo>
                <a:lnTo>
                  <a:pt x="18007" y="991"/>
                </a:lnTo>
                <a:lnTo>
                  <a:pt x="18195" y="888"/>
                </a:lnTo>
                <a:lnTo>
                  <a:pt x="18333" y="849"/>
                </a:lnTo>
                <a:lnTo>
                  <a:pt x="18509" y="759"/>
                </a:lnTo>
                <a:lnTo>
                  <a:pt x="18697" y="617"/>
                </a:lnTo>
                <a:lnTo>
                  <a:pt x="18836" y="566"/>
                </a:lnTo>
                <a:lnTo>
                  <a:pt x="19011" y="476"/>
                </a:lnTo>
                <a:lnTo>
                  <a:pt x="19200" y="373"/>
                </a:lnTo>
                <a:lnTo>
                  <a:pt x="19338" y="334"/>
                </a:lnTo>
                <a:lnTo>
                  <a:pt x="19514" y="231"/>
                </a:lnTo>
                <a:lnTo>
                  <a:pt x="19702" y="141"/>
                </a:lnTo>
                <a:lnTo>
                  <a:pt x="19840" y="102"/>
                </a:lnTo>
                <a:lnTo>
                  <a:pt x="20016" y="0"/>
                </a:lnTo>
              </a:path>
            </a:pathLst>
          </a:custGeom>
          <a:ln w="1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7600738" y="2422175"/>
            <a:ext cx="20016" cy="6514"/>
          </a:xfrm>
          <a:custGeom>
            <a:avLst/>
            <a:gdLst/>
            <a:ahLst/>
            <a:cxnLst/>
            <a:rect l="l" t="t" r="r" b="b"/>
            <a:pathLst>
              <a:path w="20016" h="6514">
                <a:moveTo>
                  <a:pt x="0" y="6514"/>
                </a:moveTo>
                <a:lnTo>
                  <a:pt x="188" y="6424"/>
                </a:lnTo>
                <a:lnTo>
                  <a:pt x="326" y="6373"/>
                </a:lnTo>
                <a:lnTo>
                  <a:pt x="502" y="6282"/>
                </a:lnTo>
                <a:lnTo>
                  <a:pt x="690" y="6192"/>
                </a:lnTo>
                <a:lnTo>
                  <a:pt x="828" y="6141"/>
                </a:lnTo>
                <a:lnTo>
                  <a:pt x="1004" y="6051"/>
                </a:lnTo>
                <a:lnTo>
                  <a:pt x="1192" y="5961"/>
                </a:lnTo>
                <a:lnTo>
                  <a:pt x="1331" y="5909"/>
                </a:lnTo>
                <a:lnTo>
                  <a:pt x="1506" y="5819"/>
                </a:lnTo>
                <a:lnTo>
                  <a:pt x="1695" y="5716"/>
                </a:lnTo>
                <a:lnTo>
                  <a:pt x="1833" y="5677"/>
                </a:lnTo>
                <a:lnTo>
                  <a:pt x="2009" y="5574"/>
                </a:lnTo>
                <a:lnTo>
                  <a:pt x="2197" y="5484"/>
                </a:lnTo>
                <a:lnTo>
                  <a:pt x="2335" y="5433"/>
                </a:lnTo>
                <a:lnTo>
                  <a:pt x="2511" y="5343"/>
                </a:lnTo>
                <a:lnTo>
                  <a:pt x="2699" y="5252"/>
                </a:lnTo>
                <a:lnTo>
                  <a:pt x="2837" y="5252"/>
                </a:lnTo>
                <a:lnTo>
                  <a:pt x="3013" y="5162"/>
                </a:lnTo>
                <a:lnTo>
                  <a:pt x="3202" y="5059"/>
                </a:lnTo>
                <a:lnTo>
                  <a:pt x="3340" y="5021"/>
                </a:lnTo>
                <a:lnTo>
                  <a:pt x="3528" y="4918"/>
                </a:lnTo>
                <a:lnTo>
                  <a:pt x="3704" y="4828"/>
                </a:lnTo>
                <a:lnTo>
                  <a:pt x="3842" y="4776"/>
                </a:lnTo>
                <a:lnTo>
                  <a:pt x="4030" y="4737"/>
                </a:lnTo>
                <a:lnTo>
                  <a:pt x="4206" y="4634"/>
                </a:lnTo>
                <a:lnTo>
                  <a:pt x="4344" y="4596"/>
                </a:lnTo>
                <a:lnTo>
                  <a:pt x="4533" y="4506"/>
                </a:lnTo>
                <a:lnTo>
                  <a:pt x="4709" y="4403"/>
                </a:lnTo>
                <a:lnTo>
                  <a:pt x="4847" y="4403"/>
                </a:lnTo>
                <a:lnTo>
                  <a:pt x="5035" y="4313"/>
                </a:lnTo>
                <a:lnTo>
                  <a:pt x="5211" y="4222"/>
                </a:lnTo>
                <a:lnTo>
                  <a:pt x="5349" y="4171"/>
                </a:lnTo>
                <a:lnTo>
                  <a:pt x="5537" y="4119"/>
                </a:lnTo>
                <a:lnTo>
                  <a:pt x="5713" y="4029"/>
                </a:lnTo>
                <a:lnTo>
                  <a:pt x="5851" y="3978"/>
                </a:lnTo>
                <a:lnTo>
                  <a:pt x="6040" y="3888"/>
                </a:lnTo>
                <a:lnTo>
                  <a:pt x="6215" y="3849"/>
                </a:lnTo>
                <a:lnTo>
                  <a:pt x="6354" y="3798"/>
                </a:lnTo>
                <a:lnTo>
                  <a:pt x="6542" y="3707"/>
                </a:lnTo>
                <a:lnTo>
                  <a:pt x="6718" y="3656"/>
                </a:lnTo>
                <a:lnTo>
                  <a:pt x="6856" y="3604"/>
                </a:lnTo>
                <a:lnTo>
                  <a:pt x="7044" y="3514"/>
                </a:lnTo>
                <a:lnTo>
                  <a:pt x="7220" y="3463"/>
                </a:lnTo>
                <a:lnTo>
                  <a:pt x="7358" y="3424"/>
                </a:lnTo>
                <a:lnTo>
                  <a:pt x="7547" y="3321"/>
                </a:lnTo>
                <a:lnTo>
                  <a:pt x="7722" y="3283"/>
                </a:lnTo>
                <a:lnTo>
                  <a:pt x="7860" y="3231"/>
                </a:lnTo>
                <a:lnTo>
                  <a:pt x="8049" y="3141"/>
                </a:lnTo>
                <a:lnTo>
                  <a:pt x="8225" y="3089"/>
                </a:lnTo>
                <a:lnTo>
                  <a:pt x="8363" y="3051"/>
                </a:lnTo>
                <a:lnTo>
                  <a:pt x="8551" y="2999"/>
                </a:lnTo>
                <a:lnTo>
                  <a:pt x="8777" y="2909"/>
                </a:lnTo>
                <a:lnTo>
                  <a:pt x="8965" y="2858"/>
                </a:lnTo>
                <a:lnTo>
                  <a:pt x="9141" y="2768"/>
                </a:lnTo>
                <a:lnTo>
                  <a:pt x="9279" y="2768"/>
                </a:lnTo>
                <a:lnTo>
                  <a:pt x="9468" y="2665"/>
                </a:lnTo>
                <a:lnTo>
                  <a:pt x="9644" y="2626"/>
                </a:lnTo>
                <a:lnTo>
                  <a:pt x="9782" y="2574"/>
                </a:lnTo>
                <a:lnTo>
                  <a:pt x="9970" y="2523"/>
                </a:lnTo>
                <a:lnTo>
                  <a:pt x="10146" y="2433"/>
                </a:lnTo>
                <a:lnTo>
                  <a:pt x="10284" y="2433"/>
                </a:lnTo>
                <a:lnTo>
                  <a:pt x="10472" y="2343"/>
                </a:lnTo>
                <a:lnTo>
                  <a:pt x="10648" y="2291"/>
                </a:lnTo>
                <a:lnTo>
                  <a:pt x="10786" y="2253"/>
                </a:lnTo>
                <a:lnTo>
                  <a:pt x="10975" y="2201"/>
                </a:lnTo>
                <a:lnTo>
                  <a:pt x="11150" y="2111"/>
                </a:lnTo>
                <a:lnTo>
                  <a:pt x="11289" y="2111"/>
                </a:lnTo>
                <a:lnTo>
                  <a:pt x="11477" y="2008"/>
                </a:lnTo>
                <a:lnTo>
                  <a:pt x="11653" y="1969"/>
                </a:lnTo>
                <a:lnTo>
                  <a:pt x="11791" y="1969"/>
                </a:lnTo>
                <a:lnTo>
                  <a:pt x="11979" y="1866"/>
                </a:lnTo>
                <a:lnTo>
                  <a:pt x="12155" y="1828"/>
                </a:lnTo>
                <a:lnTo>
                  <a:pt x="12293" y="1776"/>
                </a:lnTo>
                <a:lnTo>
                  <a:pt x="12482" y="1738"/>
                </a:lnTo>
                <a:lnTo>
                  <a:pt x="12657" y="1686"/>
                </a:lnTo>
                <a:lnTo>
                  <a:pt x="12796" y="1635"/>
                </a:lnTo>
                <a:lnTo>
                  <a:pt x="12984" y="1596"/>
                </a:lnTo>
                <a:lnTo>
                  <a:pt x="13160" y="1544"/>
                </a:lnTo>
                <a:lnTo>
                  <a:pt x="13298" y="1493"/>
                </a:lnTo>
                <a:lnTo>
                  <a:pt x="13486" y="1454"/>
                </a:lnTo>
                <a:lnTo>
                  <a:pt x="13675" y="1403"/>
                </a:lnTo>
                <a:lnTo>
                  <a:pt x="13901" y="1351"/>
                </a:lnTo>
                <a:lnTo>
                  <a:pt x="14076" y="1313"/>
                </a:lnTo>
                <a:lnTo>
                  <a:pt x="14302" y="1261"/>
                </a:lnTo>
                <a:lnTo>
                  <a:pt x="14491" y="1171"/>
                </a:lnTo>
                <a:lnTo>
                  <a:pt x="14679" y="1120"/>
                </a:lnTo>
                <a:lnTo>
                  <a:pt x="14817" y="1120"/>
                </a:lnTo>
                <a:lnTo>
                  <a:pt x="14993" y="1068"/>
                </a:lnTo>
                <a:lnTo>
                  <a:pt x="15181" y="1029"/>
                </a:lnTo>
                <a:lnTo>
                  <a:pt x="15320" y="978"/>
                </a:lnTo>
                <a:lnTo>
                  <a:pt x="15495" y="939"/>
                </a:lnTo>
                <a:lnTo>
                  <a:pt x="15684" y="888"/>
                </a:lnTo>
                <a:lnTo>
                  <a:pt x="15822" y="836"/>
                </a:lnTo>
                <a:lnTo>
                  <a:pt x="15998" y="798"/>
                </a:lnTo>
                <a:lnTo>
                  <a:pt x="16186" y="746"/>
                </a:lnTo>
                <a:lnTo>
                  <a:pt x="16324" y="746"/>
                </a:lnTo>
                <a:lnTo>
                  <a:pt x="16500" y="695"/>
                </a:lnTo>
                <a:lnTo>
                  <a:pt x="16688" y="656"/>
                </a:lnTo>
                <a:lnTo>
                  <a:pt x="16826" y="656"/>
                </a:lnTo>
                <a:lnTo>
                  <a:pt x="17002" y="605"/>
                </a:lnTo>
                <a:lnTo>
                  <a:pt x="17191" y="553"/>
                </a:lnTo>
                <a:lnTo>
                  <a:pt x="17329" y="514"/>
                </a:lnTo>
                <a:lnTo>
                  <a:pt x="17505" y="463"/>
                </a:lnTo>
                <a:lnTo>
                  <a:pt x="17693" y="411"/>
                </a:lnTo>
                <a:lnTo>
                  <a:pt x="17831" y="411"/>
                </a:lnTo>
                <a:lnTo>
                  <a:pt x="18007" y="373"/>
                </a:lnTo>
                <a:lnTo>
                  <a:pt x="18195" y="321"/>
                </a:lnTo>
                <a:lnTo>
                  <a:pt x="18333" y="321"/>
                </a:lnTo>
                <a:lnTo>
                  <a:pt x="18509" y="283"/>
                </a:lnTo>
                <a:lnTo>
                  <a:pt x="18697" y="231"/>
                </a:lnTo>
                <a:lnTo>
                  <a:pt x="18836" y="231"/>
                </a:lnTo>
                <a:lnTo>
                  <a:pt x="19011" y="180"/>
                </a:lnTo>
                <a:lnTo>
                  <a:pt x="19200" y="141"/>
                </a:lnTo>
                <a:lnTo>
                  <a:pt x="19338" y="141"/>
                </a:lnTo>
                <a:lnTo>
                  <a:pt x="19514" y="90"/>
                </a:lnTo>
                <a:lnTo>
                  <a:pt x="19702" y="38"/>
                </a:lnTo>
                <a:lnTo>
                  <a:pt x="19840" y="38"/>
                </a:lnTo>
                <a:lnTo>
                  <a:pt x="20016" y="0"/>
                </a:lnTo>
              </a:path>
            </a:pathLst>
          </a:custGeom>
          <a:ln w="17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7620755" y="2421184"/>
            <a:ext cx="20029" cy="991"/>
          </a:xfrm>
          <a:custGeom>
            <a:avLst/>
            <a:gdLst/>
            <a:ahLst/>
            <a:cxnLst/>
            <a:rect l="l" t="t" r="r" b="b"/>
            <a:pathLst>
              <a:path w="20029" h="991">
                <a:moveTo>
                  <a:pt x="0" y="991"/>
                </a:moveTo>
                <a:lnTo>
                  <a:pt x="188" y="939"/>
                </a:lnTo>
                <a:lnTo>
                  <a:pt x="326" y="939"/>
                </a:lnTo>
                <a:lnTo>
                  <a:pt x="502" y="888"/>
                </a:lnTo>
                <a:lnTo>
                  <a:pt x="690" y="849"/>
                </a:lnTo>
                <a:lnTo>
                  <a:pt x="828" y="849"/>
                </a:lnTo>
                <a:lnTo>
                  <a:pt x="1017" y="798"/>
                </a:lnTo>
                <a:lnTo>
                  <a:pt x="1192" y="798"/>
                </a:lnTo>
                <a:lnTo>
                  <a:pt x="1331" y="746"/>
                </a:lnTo>
                <a:lnTo>
                  <a:pt x="1519" y="746"/>
                </a:lnTo>
                <a:lnTo>
                  <a:pt x="1695" y="708"/>
                </a:lnTo>
                <a:lnTo>
                  <a:pt x="1833" y="708"/>
                </a:lnTo>
                <a:lnTo>
                  <a:pt x="2021" y="656"/>
                </a:lnTo>
                <a:lnTo>
                  <a:pt x="2197" y="656"/>
                </a:lnTo>
                <a:lnTo>
                  <a:pt x="2335" y="617"/>
                </a:lnTo>
                <a:lnTo>
                  <a:pt x="2524" y="617"/>
                </a:lnTo>
                <a:lnTo>
                  <a:pt x="2699" y="566"/>
                </a:lnTo>
                <a:lnTo>
                  <a:pt x="2837" y="566"/>
                </a:lnTo>
                <a:lnTo>
                  <a:pt x="3026" y="514"/>
                </a:lnTo>
                <a:lnTo>
                  <a:pt x="3202" y="514"/>
                </a:lnTo>
                <a:lnTo>
                  <a:pt x="3340" y="476"/>
                </a:lnTo>
                <a:lnTo>
                  <a:pt x="3528" y="476"/>
                </a:lnTo>
                <a:lnTo>
                  <a:pt x="3704" y="424"/>
                </a:lnTo>
                <a:lnTo>
                  <a:pt x="3842" y="424"/>
                </a:lnTo>
                <a:lnTo>
                  <a:pt x="4030" y="424"/>
                </a:lnTo>
                <a:lnTo>
                  <a:pt x="4206" y="373"/>
                </a:lnTo>
                <a:lnTo>
                  <a:pt x="4344" y="373"/>
                </a:lnTo>
                <a:lnTo>
                  <a:pt x="4533" y="373"/>
                </a:lnTo>
                <a:lnTo>
                  <a:pt x="4709" y="334"/>
                </a:lnTo>
                <a:lnTo>
                  <a:pt x="4847" y="334"/>
                </a:lnTo>
                <a:lnTo>
                  <a:pt x="5035" y="283"/>
                </a:lnTo>
                <a:lnTo>
                  <a:pt x="5211" y="283"/>
                </a:lnTo>
                <a:lnTo>
                  <a:pt x="5349" y="283"/>
                </a:lnTo>
                <a:lnTo>
                  <a:pt x="5537" y="283"/>
                </a:lnTo>
                <a:lnTo>
                  <a:pt x="5713" y="231"/>
                </a:lnTo>
                <a:lnTo>
                  <a:pt x="5851" y="231"/>
                </a:lnTo>
                <a:lnTo>
                  <a:pt x="6040" y="231"/>
                </a:lnTo>
                <a:lnTo>
                  <a:pt x="6215" y="193"/>
                </a:lnTo>
                <a:lnTo>
                  <a:pt x="6354" y="193"/>
                </a:lnTo>
                <a:lnTo>
                  <a:pt x="6542" y="193"/>
                </a:lnTo>
                <a:lnTo>
                  <a:pt x="6718" y="141"/>
                </a:lnTo>
                <a:lnTo>
                  <a:pt x="6856" y="141"/>
                </a:lnTo>
                <a:lnTo>
                  <a:pt x="7044" y="141"/>
                </a:lnTo>
                <a:lnTo>
                  <a:pt x="7233" y="141"/>
                </a:lnTo>
                <a:lnTo>
                  <a:pt x="7459" y="90"/>
                </a:lnTo>
                <a:lnTo>
                  <a:pt x="7634" y="90"/>
                </a:lnTo>
                <a:lnTo>
                  <a:pt x="7860" y="90"/>
                </a:lnTo>
                <a:lnTo>
                  <a:pt x="8049" y="90"/>
                </a:lnTo>
                <a:lnTo>
                  <a:pt x="8237" y="90"/>
                </a:lnTo>
                <a:lnTo>
                  <a:pt x="8375" y="51"/>
                </a:lnTo>
                <a:lnTo>
                  <a:pt x="8551" y="51"/>
                </a:lnTo>
                <a:lnTo>
                  <a:pt x="8739" y="51"/>
                </a:lnTo>
                <a:lnTo>
                  <a:pt x="8878" y="51"/>
                </a:lnTo>
                <a:lnTo>
                  <a:pt x="9053" y="51"/>
                </a:lnTo>
                <a:lnTo>
                  <a:pt x="9242" y="51"/>
                </a:lnTo>
                <a:lnTo>
                  <a:pt x="9380" y="51"/>
                </a:lnTo>
                <a:lnTo>
                  <a:pt x="9556" y="51"/>
                </a:lnTo>
                <a:lnTo>
                  <a:pt x="9744" y="0"/>
                </a:lnTo>
                <a:lnTo>
                  <a:pt x="9882" y="0"/>
                </a:lnTo>
                <a:lnTo>
                  <a:pt x="10058" y="0"/>
                </a:lnTo>
                <a:lnTo>
                  <a:pt x="10246" y="0"/>
                </a:lnTo>
                <a:lnTo>
                  <a:pt x="10384" y="0"/>
                </a:lnTo>
                <a:lnTo>
                  <a:pt x="10560" y="0"/>
                </a:lnTo>
                <a:lnTo>
                  <a:pt x="10749" y="0"/>
                </a:lnTo>
                <a:lnTo>
                  <a:pt x="10887" y="0"/>
                </a:lnTo>
                <a:lnTo>
                  <a:pt x="11063" y="0"/>
                </a:lnTo>
                <a:lnTo>
                  <a:pt x="11251" y="0"/>
                </a:lnTo>
                <a:lnTo>
                  <a:pt x="11389" y="0"/>
                </a:lnTo>
                <a:lnTo>
                  <a:pt x="11565" y="0"/>
                </a:lnTo>
                <a:lnTo>
                  <a:pt x="11753" y="0"/>
                </a:lnTo>
                <a:lnTo>
                  <a:pt x="11891" y="0"/>
                </a:lnTo>
                <a:lnTo>
                  <a:pt x="12067" y="0"/>
                </a:lnTo>
                <a:lnTo>
                  <a:pt x="12256" y="0"/>
                </a:lnTo>
                <a:lnTo>
                  <a:pt x="12394" y="0"/>
                </a:lnTo>
                <a:lnTo>
                  <a:pt x="12569" y="0"/>
                </a:lnTo>
                <a:lnTo>
                  <a:pt x="12758" y="0"/>
                </a:lnTo>
                <a:lnTo>
                  <a:pt x="12896" y="0"/>
                </a:lnTo>
                <a:lnTo>
                  <a:pt x="13072" y="0"/>
                </a:lnTo>
                <a:lnTo>
                  <a:pt x="13260" y="51"/>
                </a:lnTo>
                <a:lnTo>
                  <a:pt x="13398" y="51"/>
                </a:lnTo>
                <a:lnTo>
                  <a:pt x="13574" y="51"/>
                </a:lnTo>
                <a:lnTo>
                  <a:pt x="13762" y="51"/>
                </a:lnTo>
                <a:lnTo>
                  <a:pt x="13901" y="51"/>
                </a:lnTo>
                <a:lnTo>
                  <a:pt x="14076" y="51"/>
                </a:lnTo>
                <a:lnTo>
                  <a:pt x="14265" y="51"/>
                </a:lnTo>
                <a:lnTo>
                  <a:pt x="14403" y="90"/>
                </a:lnTo>
                <a:lnTo>
                  <a:pt x="14591" y="90"/>
                </a:lnTo>
                <a:lnTo>
                  <a:pt x="14767" y="90"/>
                </a:lnTo>
                <a:lnTo>
                  <a:pt x="14905" y="90"/>
                </a:lnTo>
                <a:lnTo>
                  <a:pt x="15094" y="90"/>
                </a:lnTo>
                <a:lnTo>
                  <a:pt x="15269" y="141"/>
                </a:lnTo>
                <a:lnTo>
                  <a:pt x="15407" y="141"/>
                </a:lnTo>
                <a:lnTo>
                  <a:pt x="15596" y="141"/>
                </a:lnTo>
                <a:lnTo>
                  <a:pt x="15772" y="141"/>
                </a:lnTo>
                <a:lnTo>
                  <a:pt x="15910" y="141"/>
                </a:lnTo>
                <a:lnTo>
                  <a:pt x="16098" y="193"/>
                </a:lnTo>
                <a:lnTo>
                  <a:pt x="16274" y="193"/>
                </a:lnTo>
                <a:lnTo>
                  <a:pt x="16412" y="193"/>
                </a:lnTo>
                <a:lnTo>
                  <a:pt x="16600" y="231"/>
                </a:lnTo>
                <a:lnTo>
                  <a:pt x="16776" y="231"/>
                </a:lnTo>
                <a:lnTo>
                  <a:pt x="16914" y="231"/>
                </a:lnTo>
                <a:lnTo>
                  <a:pt x="17103" y="231"/>
                </a:lnTo>
                <a:lnTo>
                  <a:pt x="17279" y="283"/>
                </a:lnTo>
                <a:lnTo>
                  <a:pt x="17417" y="283"/>
                </a:lnTo>
                <a:lnTo>
                  <a:pt x="17605" y="283"/>
                </a:lnTo>
                <a:lnTo>
                  <a:pt x="17781" y="334"/>
                </a:lnTo>
                <a:lnTo>
                  <a:pt x="17919" y="334"/>
                </a:lnTo>
                <a:lnTo>
                  <a:pt x="18107" y="334"/>
                </a:lnTo>
                <a:lnTo>
                  <a:pt x="18283" y="373"/>
                </a:lnTo>
                <a:lnTo>
                  <a:pt x="18421" y="373"/>
                </a:lnTo>
                <a:lnTo>
                  <a:pt x="18610" y="424"/>
                </a:lnTo>
                <a:lnTo>
                  <a:pt x="18785" y="424"/>
                </a:lnTo>
                <a:lnTo>
                  <a:pt x="18924" y="424"/>
                </a:lnTo>
                <a:lnTo>
                  <a:pt x="19112" y="476"/>
                </a:lnTo>
                <a:lnTo>
                  <a:pt x="19288" y="476"/>
                </a:lnTo>
                <a:lnTo>
                  <a:pt x="19426" y="515"/>
                </a:lnTo>
                <a:lnTo>
                  <a:pt x="19614" y="515"/>
                </a:lnTo>
                <a:lnTo>
                  <a:pt x="19790" y="566"/>
                </a:lnTo>
                <a:lnTo>
                  <a:pt x="19928" y="566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7640784" y="2421750"/>
            <a:ext cx="20016" cy="5716"/>
          </a:xfrm>
          <a:custGeom>
            <a:avLst/>
            <a:gdLst/>
            <a:ahLst/>
            <a:cxnLst/>
            <a:rect l="l" t="t" r="r" b="b"/>
            <a:pathLst>
              <a:path w="20016" h="5716">
                <a:moveTo>
                  <a:pt x="0" y="0"/>
                </a:moveTo>
                <a:lnTo>
                  <a:pt x="175" y="51"/>
                </a:lnTo>
                <a:lnTo>
                  <a:pt x="401" y="51"/>
                </a:lnTo>
                <a:lnTo>
                  <a:pt x="590" y="90"/>
                </a:lnTo>
                <a:lnTo>
                  <a:pt x="778" y="141"/>
                </a:lnTo>
                <a:lnTo>
                  <a:pt x="1004" y="141"/>
                </a:lnTo>
                <a:lnTo>
                  <a:pt x="1180" y="180"/>
                </a:lnTo>
                <a:lnTo>
                  <a:pt x="1406" y="231"/>
                </a:lnTo>
                <a:lnTo>
                  <a:pt x="1594" y="231"/>
                </a:lnTo>
                <a:lnTo>
                  <a:pt x="1783" y="283"/>
                </a:lnTo>
                <a:lnTo>
                  <a:pt x="1921" y="283"/>
                </a:lnTo>
                <a:lnTo>
                  <a:pt x="2097" y="321"/>
                </a:lnTo>
                <a:lnTo>
                  <a:pt x="2285" y="373"/>
                </a:lnTo>
                <a:lnTo>
                  <a:pt x="2423" y="373"/>
                </a:lnTo>
                <a:lnTo>
                  <a:pt x="2599" y="424"/>
                </a:lnTo>
                <a:lnTo>
                  <a:pt x="2787" y="463"/>
                </a:lnTo>
                <a:lnTo>
                  <a:pt x="2925" y="463"/>
                </a:lnTo>
                <a:lnTo>
                  <a:pt x="3101" y="514"/>
                </a:lnTo>
                <a:lnTo>
                  <a:pt x="3290" y="514"/>
                </a:lnTo>
                <a:lnTo>
                  <a:pt x="3428" y="566"/>
                </a:lnTo>
                <a:lnTo>
                  <a:pt x="3603" y="605"/>
                </a:lnTo>
                <a:lnTo>
                  <a:pt x="3792" y="605"/>
                </a:lnTo>
                <a:lnTo>
                  <a:pt x="3930" y="656"/>
                </a:lnTo>
                <a:lnTo>
                  <a:pt x="4106" y="708"/>
                </a:lnTo>
                <a:lnTo>
                  <a:pt x="4294" y="746"/>
                </a:lnTo>
                <a:lnTo>
                  <a:pt x="4432" y="746"/>
                </a:lnTo>
                <a:lnTo>
                  <a:pt x="4608" y="798"/>
                </a:lnTo>
                <a:lnTo>
                  <a:pt x="4796" y="836"/>
                </a:lnTo>
                <a:lnTo>
                  <a:pt x="4935" y="836"/>
                </a:lnTo>
                <a:lnTo>
                  <a:pt x="5110" y="888"/>
                </a:lnTo>
                <a:lnTo>
                  <a:pt x="5299" y="939"/>
                </a:lnTo>
                <a:lnTo>
                  <a:pt x="5437" y="939"/>
                </a:lnTo>
                <a:lnTo>
                  <a:pt x="5613" y="978"/>
                </a:lnTo>
                <a:lnTo>
                  <a:pt x="5801" y="1029"/>
                </a:lnTo>
                <a:lnTo>
                  <a:pt x="5939" y="1081"/>
                </a:lnTo>
                <a:lnTo>
                  <a:pt x="6115" y="1120"/>
                </a:lnTo>
                <a:lnTo>
                  <a:pt x="6303" y="1171"/>
                </a:lnTo>
                <a:lnTo>
                  <a:pt x="6441" y="1171"/>
                </a:lnTo>
                <a:lnTo>
                  <a:pt x="6617" y="1223"/>
                </a:lnTo>
                <a:lnTo>
                  <a:pt x="6806" y="1261"/>
                </a:lnTo>
                <a:lnTo>
                  <a:pt x="6944" y="1313"/>
                </a:lnTo>
                <a:lnTo>
                  <a:pt x="7120" y="1364"/>
                </a:lnTo>
                <a:lnTo>
                  <a:pt x="7308" y="1403"/>
                </a:lnTo>
                <a:lnTo>
                  <a:pt x="7446" y="1403"/>
                </a:lnTo>
                <a:lnTo>
                  <a:pt x="7622" y="1454"/>
                </a:lnTo>
                <a:lnTo>
                  <a:pt x="7810" y="1493"/>
                </a:lnTo>
                <a:lnTo>
                  <a:pt x="7948" y="1544"/>
                </a:lnTo>
                <a:lnTo>
                  <a:pt x="8137" y="1596"/>
                </a:lnTo>
                <a:lnTo>
                  <a:pt x="8313" y="1635"/>
                </a:lnTo>
                <a:lnTo>
                  <a:pt x="8451" y="1686"/>
                </a:lnTo>
                <a:lnTo>
                  <a:pt x="8639" y="1738"/>
                </a:lnTo>
                <a:lnTo>
                  <a:pt x="8815" y="1776"/>
                </a:lnTo>
                <a:lnTo>
                  <a:pt x="8953" y="1828"/>
                </a:lnTo>
                <a:lnTo>
                  <a:pt x="9141" y="1879"/>
                </a:lnTo>
                <a:lnTo>
                  <a:pt x="9317" y="1918"/>
                </a:lnTo>
                <a:lnTo>
                  <a:pt x="9455" y="1969"/>
                </a:lnTo>
                <a:lnTo>
                  <a:pt x="9644" y="2021"/>
                </a:lnTo>
                <a:lnTo>
                  <a:pt x="9819" y="2059"/>
                </a:lnTo>
                <a:lnTo>
                  <a:pt x="9958" y="2111"/>
                </a:lnTo>
                <a:lnTo>
                  <a:pt x="10146" y="2162"/>
                </a:lnTo>
                <a:lnTo>
                  <a:pt x="10322" y="2201"/>
                </a:lnTo>
                <a:lnTo>
                  <a:pt x="10460" y="2253"/>
                </a:lnTo>
                <a:lnTo>
                  <a:pt x="10648" y="2291"/>
                </a:lnTo>
                <a:lnTo>
                  <a:pt x="10824" y="2343"/>
                </a:lnTo>
                <a:lnTo>
                  <a:pt x="10962" y="2394"/>
                </a:lnTo>
                <a:lnTo>
                  <a:pt x="11150" y="2433"/>
                </a:lnTo>
                <a:lnTo>
                  <a:pt x="11326" y="2484"/>
                </a:lnTo>
                <a:lnTo>
                  <a:pt x="11464" y="2536"/>
                </a:lnTo>
                <a:lnTo>
                  <a:pt x="11653" y="2574"/>
                </a:lnTo>
                <a:lnTo>
                  <a:pt x="11829" y="2677"/>
                </a:lnTo>
                <a:lnTo>
                  <a:pt x="11967" y="2677"/>
                </a:lnTo>
                <a:lnTo>
                  <a:pt x="12155" y="2768"/>
                </a:lnTo>
                <a:lnTo>
                  <a:pt x="12331" y="2819"/>
                </a:lnTo>
                <a:lnTo>
                  <a:pt x="12469" y="2858"/>
                </a:lnTo>
                <a:lnTo>
                  <a:pt x="12657" y="2909"/>
                </a:lnTo>
                <a:lnTo>
                  <a:pt x="12833" y="2999"/>
                </a:lnTo>
                <a:lnTo>
                  <a:pt x="12971" y="2999"/>
                </a:lnTo>
                <a:lnTo>
                  <a:pt x="13160" y="3089"/>
                </a:lnTo>
                <a:lnTo>
                  <a:pt x="13335" y="3141"/>
                </a:lnTo>
                <a:lnTo>
                  <a:pt x="13474" y="3192"/>
                </a:lnTo>
                <a:lnTo>
                  <a:pt x="13662" y="3231"/>
                </a:lnTo>
                <a:lnTo>
                  <a:pt x="13838" y="3334"/>
                </a:lnTo>
                <a:lnTo>
                  <a:pt x="13976" y="3373"/>
                </a:lnTo>
                <a:lnTo>
                  <a:pt x="14164" y="3424"/>
                </a:lnTo>
                <a:lnTo>
                  <a:pt x="14353" y="3514"/>
                </a:lnTo>
                <a:lnTo>
                  <a:pt x="14579" y="3566"/>
                </a:lnTo>
                <a:lnTo>
                  <a:pt x="14754" y="3656"/>
                </a:lnTo>
                <a:lnTo>
                  <a:pt x="14981" y="3707"/>
                </a:lnTo>
                <a:lnTo>
                  <a:pt x="15169" y="3798"/>
                </a:lnTo>
                <a:lnTo>
                  <a:pt x="15357" y="3849"/>
                </a:lnTo>
                <a:lnTo>
                  <a:pt x="15583" y="3939"/>
                </a:lnTo>
                <a:lnTo>
                  <a:pt x="15759" y="3991"/>
                </a:lnTo>
                <a:lnTo>
                  <a:pt x="15998" y="4081"/>
                </a:lnTo>
                <a:lnTo>
                  <a:pt x="16173" y="4171"/>
                </a:lnTo>
                <a:lnTo>
                  <a:pt x="16362" y="4222"/>
                </a:lnTo>
                <a:lnTo>
                  <a:pt x="16500" y="4274"/>
                </a:lnTo>
                <a:lnTo>
                  <a:pt x="16676" y="4364"/>
                </a:lnTo>
                <a:lnTo>
                  <a:pt x="16864" y="4403"/>
                </a:lnTo>
                <a:lnTo>
                  <a:pt x="17002" y="4454"/>
                </a:lnTo>
                <a:lnTo>
                  <a:pt x="17178" y="4544"/>
                </a:lnTo>
                <a:lnTo>
                  <a:pt x="17366" y="4647"/>
                </a:lnTo>
                <a:lnTo>
                  <a:pt x="17505" y="4686"/>
                </a:lnTo>
                <a:lnTo>
                  <a:pt x="17680" y="4737"/>
                </a:lnTo>
                <a:lnTo>
                  <a:pt x="17869" y="4828"/>
                </a:lnTo>
                <a:lnTo>
                  <a:pt x="18007" y="4879"/>
                </a:lnTo>
                <a:lnTo>
                  <a:pt x="18183" y="4969"/>
                </a:lnTo>
                <a:lnTo>
                  <a:pt x="18371" y="5021"/>
                </a:lnTo>
                <a:lnTo>
                  <a:pt x="18509" y="5059"/>
                </a:lnTo>
                <a:lnTo>
                  <a:pt x="18685" y="5162"/>
                </a:lnTo>
                <a:lnTo>
                  <a:pt x="18873" y="5252"/>
                </a:lnTo>
                <a:lnTo>
                  <a:pt x="19011" y="5304"/>
                </a:lnTo>
                <a:lnTo>
                  <a:pt x="19187" y="5394"/>
                </a:lnTo>
                <a:lnTo>
                  <a:pt x="19376" y="5446"/>
                </a:lnTo>
                <a:lnTo>
                  <a:pt x="19514" y="5484"/>
                </a:lnTo>
                <a:lnTo>
                  <a:pt x="19690" y="5587"/>
                </a:lnTo>
                <a:lnTo>
                  <a:pt x="19878" y="5677"/>
                </a:lnTo>
                <a:lnTo>
                  <a:pt x="20016" y="5716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7660801" y="2427467"/>
            <a:ext cx="19966" cy="11741"/>
          </a:xfrm>
          <a:custGeom>
            <a:avLst/>
            <a:gdLst/>
            <a:ahLst/>
            <a:cxnLst/>
            <a:rect l="l" t="t" r="r" b="b"/>
            <a:pathLst>
              <a:path w="19966" h="11741">
                <a:moveTo>
                  <a:pt x="0" y="0"/>
                </a:moveTo>
                <a:lnTo>
                  <a:pt x="175" y="102"/>
                </a:lnTo>
                <a:lnTo>
                  <a:pt x="364" y="193"/>
                </a:lnTo>
                <a:lnTo>
                  <a:pt x="502" y="244"/>
                </a:lnTo>
                <a:lnTo>
                  <a:pt x="678" y="334"/>
                </a:lnTo>
                <a:lnTo>
                  <a:pt x="866" y="424"/>
                </a:lnTo>
                <a:lnTo>
                  <a:pt x="1004" y="424"/>
                </a:lnTo>
                <a:lnTo>
                  <a:pt x="1180" y="527"/>
                </a:lnTo>
                <a:lnTo>
                  <a:pt x="1368" y="617"/>
                </a:lnTo>
                <a:lnTo>
                  <a:pt x="1506" y="669"/>
                </a:lnTo>
                <a:lnTo>
                  <a:pt x="1682" y="759"/>
                </a:lnTo>
                <a:lnTo>
                  <a:pt x="1871" y="849"/>
                </a:lnTo>
                <a:lnTo>
                  <a:pt x="2009" y="901"/>
                </a:lnTo>
                <a:lnTo>
                  <a:pt x="2197" y="991"/>
                </a:lnTo>
                <a:lnTo>
                  <a:pt x="2373" y="1081"/>
                </a:lnTo>
                <a:lnTo>
                  <a:pt x="2511" y="1132"/>
                </a:lnTo>
                <a:lnTo>
                  <a:pt x="2699" y="1223"/>
                </a:lnTo>
                <a:lnTo>
                  <a:pt x="2875" y="1326"/>
                </a:lnTo>
                <a:lnTo>
                  <a:pt x="3013" y="1364"/>
                </a:lnTo>
                <a:lnTo>
                  <a:pt x="3202" y="1506"/>
                </a:lnTo>
                <a:lnTo>
                  <a:pt x="3377" y="1596"/>
                </a:lnTo>
                <a:lnTo>
                  <a:pt x="3516" y="1647"/>
                </a:lnTo>
                <a:lnTo>
                  <a:pt x="3704" y="1738"/>
                </a:lnTo>
                <a:lnTo>
                  <a:pt x="3880" y="1841"/>
                </a:lnTo>
                <a:lnTo>
                  <a:pt x="4018" y="1879"/>
                </a:lnTo>
                <a:lnTo>
                  <a:pt x="4206" y="1982"/>
                </a:lnTo>
                <a:lnTo>
                  <a:pt x="4382" y="2072"/>
                </a:lnTo>
                <a:lnTo>
                  <a:pt x="4520" y="2111"/>
                </a:lnTo>
                <a:lnTo>
                  <a:pt x="4709" y="2253"/>
                </a:lnTo>
                <a:lnTo>
                  <a:pt x="4884" y="2356"/>
                </a:lnTo>
                <a:lnTo>
                  <a:pt x="5022" y="2394"/>
                </a:lnTo>
                <a:lnTo>
                  <a:pt x="5211" y="2497"/>
                </a:lnTo>
                <a:lnTo>
                  <a:pt x="5387" y="2587"/>
                </a:lnTo>
                <a:lnTo>
                  <a:pt x="5525" y="2639"/>
                </a:lnTo>
                <a:lnTo>
                  <a:pt x="5713" y="2780"/>
                </a:lnTo>
                <a:lnTo>
                  <a:pt x="5889" y="2871"/>
                </a:lnTo>
                <a:lnTo>
                  <a:pt x="6027" y="2909"/>
                </a:lnTo>
                <a:lnTo>
                  <a:pt x="6215" y="3012"/>
                </a:lnTo>
                <a:lnTo>
                  <a:pt x="6391" y="3154"/>
                </a:lnTo>
                <a:lnTo>
                  <a:pt x="6529" y="3192"/>
                </a:lnTo>
                <a:lnTo>
                  <a:pt x="6718" y="3295"/>
                </a:lnTo>
                <a:lnTo>
                  <a:pt x="6894" y="3386"/>
                </a:lnTo>
                <a:lnTo>
                  <a:pt x="7032" y="3437"/>
                </a:lnTo>
                <a:lnTo>
                  <a:pt x="7220" y="3566"/>
                </a:lnTo>
                <a:lnTo>
                  <a:pt x="7396" y="3669"/>
                </a:lnTo>
                <a:lnTo>
                  <a:pt x="7534" y="3707"/>
                </a:lnTo>
                <a:lnTo>
                  <a:pt x="7722" y="3849"/>
                </a:lnTo>
                <a:lnTo>
                  <a:pt x="7898" y="3952"/>
                </a:lnTo>
                <a:lnTo>
                  <a:pt x="8036" y="3991"/>
                </a:lnTo>
                <a:lnTo>
                  <a:pt x="8225" y="4132"/>
                </a:lnTo>
                <a:lnTo>
                  <a:pt x="8413" y="4222"/>
                </a:lnTo>
                <a:lnTo>
                  <a:pt x="8639" y="4325"/>
                </a:lnTo>
                <a:lnTo>
                  <a:pt x="8815" y="4467"/>
                </a:lnTo>
                <a:lnTo>
                  <a:pt x="9041" y="4557"/>
                </a:lnTo>
                <a:lnTo>
                  <a:pt x="9229" y="4699"/>
                </a:lnTo>
                <a:lnTo>
                  <a:pt x="9418" y="4789"/>
                </a:lnTo>
                <a:lnTo>
                  <a:pt x="9556" y="4892"/>
                </a:lnTo>
                <a:lnTo>
                  <a:pt x="9732" y="4982"/>
                </a:lnTo>
                <a:lnTo>
                  <a:pt x="9920" y="5124"/>
                </a:lnTo>
                <a:lnTo>
                  <a:pt x="10058" y="5162"/>
                </a:lnTo>
                <a:lnTo>
                  <a:pt x="10234" y="5265"/>
                </a:lnTo>
                <a:lnTo>
                  <a:pt x="10422" y="5407"/>
                </a:lnTo>
                <a:lnTo>
                  <a:pt x="10560" y="5446"/>
                </a:lnTo>
                <a:lnTo>
                  <a:pt x="10736" y="5587"/>
                </a:lnTo>
                <a:lnTo>
                  <a:pt x="10924" y="5677"/>
                </a:lnTo>
                <a:lnTo>
                  <a:pt x="11063" y="5780"/>
                </a:lnTo>
                <a:lnTo>
                  <a:pt x="11238" y="5870"/>
                </a:lnTo>
                <a:lnTo>
                  <a:pt x="11427" y="6012"/>
                </a:lnTo>
                <a:lnTo>
                  <a:pt x="11565" y="6064"/>
                </a:lnTo>
                <a:lnTo>
                  <a:pt x="11741" y="6205"/>
                </a:lnTo>
                <a:lnTo>
                  <a:pt x="11929" y="6295"/>
                </a:lnTo>
                <a:lnTo>
                  <a:pt x="12067" y="6385"/>
                </a:lnTo>
                <a:lnTo>
                  <a:pt x="12243" y="6476"/>
                </a:lnTo>
                <a:lnTo>
                  <a:pt x="12431" y="6617"/>
                </a:lnTo>
                <a:lnTo>
                  <a:pt x="12569" y="6669"/>
                </a:lnTo>
                <a:lnTo>
                  <a:pt x="12745" y="6810"/>
                </a:lnTo>
                <a:lnTo>
                  <a:pt x="12934" y="6952"/>
                </a:lnTo>
                <a:lnTo>
                  <a:pt x="13072" y="7003"/>
                </a:lnTo>
                <a:lnTo>
                  <a:pt x="13248" y="7132"/>
                </a:lnTo>
                <a:lnTo>
                  <a:pt x="13436" y="7235"/>
                </a:lnTo>
                <a:lnTo>
                  <a:pt x="13574" y="7325"/>
                </a:lnTo>
                <a:lnTo>
                  <a:pt x="13750" y="7467"/>
                </a:lnTo>
                <a:lnTo>
                  <a:pt x="13938" y="7557"/>
                </a:lnTo>
                <a:lnTo>
                  <a:pt x="14076" y="7660"/>
                </a:lnTo>
                <a:lnTo>
                  <a:pt x="14252" y="7750"/>
                </a:lnTo>
                <a:lnTo>
                  <a:pt x="14441" y="7892"/>
                </a:lnTo>
                <a:lnTo>
                  <a:pt x="14579" y="7982"/>
                </a:lnTo>
                <a:lnTo>
                  <a:pt x="14754" y="8072"/>
                </a:lnTo>
                <a:lnTo>
                  <a:pt x="14943" y="8214"/>
                </a:lnTo>
                <a:lnTo>
                  <a:pt x="15081" y="8317"/>
                </a:lnTo>
                <a:lnTo>
                  <a:pt x="15257" y="8445"/>
                </a:lnTo>
                <a:lnTo>
                  <a:pt x="15445" y="8548"/>
                </a:lnTo>
                <a:lnTo>
                  <a:pt x="15583" y="8639"/>
                </a:lnTo>
                <a:lnTo>
                  <a:pt x="15772" y="8780"/>
                </a:lnTo>
                <a:lnTo>
                  <a:pt x="15947" y="8922"/>
                </a:lnTo>
                <a:lnTo>
                  <a:pt x="16086" y="8973"/>
                </a:lnTo>
                <a:lnTo>
                  <a:pt x="16274" y="9115"/>
                </a:lnTo>
                <a:lnTo>
                  <a:pt x="16450" y="9244"/>
                </a:lnTo>
                <a:lnTo>
                  <a:pt x="16588" y="9295"/>
                </a:lnTo>
                <a:lnTo>
                  <a:pt x="16776" y="9437"/>
                </a:lnTo>
                <a:lnTo>
                  <a:pt x="16952" y="9578"/>
                </a:lnTo>
                <a:lnTo>
                  <a:pt x="17090" y="9669"/>
                </a:lnTo>
                <a:lnTo>
                  <a:pt x="17279" y="9810"/>
                </a:lnTo>
                <a:lnTo>
                  <a:pt x="17454" y="9952"/>
                </a:lnTo>
                <a:lnTo>
                  <a:pt x="17592" y="10003"/>
                </a:lnTo>
                <a:lnTo>
                  <a:pt x="17781" y="10145"/>
                </a:lnTo>
                <a:lnTo>
                  <a:pt x="17957" y="10287"/>
                </a:lnTo>
                <a:lnTo>
                  <a:pt x="18095" y="10377"/>
                </a:lnTo>
                <a:lnTo>
                  <a:pt x="18283" y="10518"/>
                </a:lnTo>
                <a:lnTo>
                  <a:pt x="18459" y="10660"/>
                </a:lnTo>
                <a:lnTo>
                  <a:pt x="18597" y="10699"/>
                </a:lnTo>
                <a:lnTo>
                  <a:pt x="18785" y="10840"/>
                </a:lnTo>
                <a:lnTo>
                  <a:pt x="18961" y="10982"/>
                </a:lnTo>
                <a:lnTo>
                  <a:pt x="19099" y="11085"/>
                </a:lnTo>
                <a:lnTo>
                  <a:pt x="19288" y="11226"/>
                </a:lnTo>
                <a:lnTo>
                  <a:pt x="19464" y="11355"/>
                </a:lnTo>
                <a:lnTo>
                  <a:pt x="19602" y="11458"/>
                </a:lnTo>
                <a:lnTo>
                  <a:pt x="19790" y="11600"/>
                </a:lnTo>
                <a:lnTo>
                  <a:pt x="19966" y="1174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7680767" y="2439209"/>
            <a:ext cx="20029" cy="17587"/>
          </a:xfrm>
          <a:custGeom>
            <a:avLst/>
            <a:gdLst/>
            <a:ahLst/>
            <a:cxnLst/>
            <a:rect l="l" t="t" r="r" b="b"/>
            <a:pathLst>
              <a:path w="20029" h="17587">
                <a:moveTo>
                  <a:pt x="0" y="0"/>
                </a:moveTo>
                <a:lnTo>
                  <a:pt x="138" y="90"/>
                </a:lnTo>
                <a:lnTo>
                  <a:pt x="326" y="231"/>
                </a:lnTo>
                <a:lnTo>
                  <a:pt x="502" y="373"/>
                </a:lnTo>
                <a:lnTo>
                  <a:pt x="640" y="463"/>
                </a:lnTo>
                <a:lnTo>
                  <a:pt x="828" y="605"/>
                </a:lnTo>
                <a:lnTo>
                  <a:pt x="1004" y="746"/>
                </a:lnTo>
                <a:lnTo>
                  <a:pt x="1142" y="836"/>
                </a:lnTo>
                <a:lnTo>
                  <a:pt x="1331" y="978"/>
                </a:lnTo>
                <a:lnTo>
                  <a:pt x="1506" y="1120"/>
                </a:lnTo>
                <a:lnTo>
                  <a:pt x="1645" y="1210"/>
                </a:lnTo>
                <a:lnTo>
                  <a:pt x="1833" y="1351"/>
                </a:lnTo>
                <a:lnTo>
                  <a:pt x="2021" y="1493"/>
                </a:lnTo>
                <a:lnTo>
                  <a:pt x="2247" y="1635"/>
                </a:lnTo>
                <a:lnTo>
                  <a:pt x="2423" y="1828"/>
                </a:lnTo>
                <a:lnTo>
                  <a:pt x="2649" y="1969"/>
                </a:lnTo>
                <a:lnTo>
                  <a:pt x="2837" y="2111"/>
                </a:lnTo>
                <a:lnTo>
                  <a:pt x="3026" y="2291"/>
                </a:lnTo>
                <a:lnTo>
                  <a:pt x="3164" y="2343"/>
                </a:lnTo>
                <a:lnTo>
                  <a:pt x="3340" y="2523"/>
                </a:lnTo>
                <a:lnTo>
                  <a:pt x="3528" y="2665"/>
                </a:lnTo>
                <a:lnTo>
                  <a:pt x="3666" y="2768"/>
                </a:lnTo>
                <a:lnTo>
                  <a:pt x="3842" y="2909"/>
                </a:lnTo>
                <a:lnTo>
                  <a:pt x="4030" y="3089"/>
                </a:lnTo>
                <a:lnTo>
                  <a:pt x="4169" y="3141"/>
                </a:lnTo>
                <a:lnTo>
                  <a:pt x="4344" y="3321"/>
                </a:lnTo>
                <a:lnTo>
                  <a:pt x="4533" y="3463"/>
                </a:lnTo>
                <a:lnTo>
                  <a:pt x="4671" y="3566"/>
                </a:lnTo>
                <a:lnTo>
                  <a:pt x="4847" y="3707"/>
                </a:lnTo>
                <a:lnTo>
                  <a:pt x="5035" y="3888"/>
                </a:lnTo>
                <a:lnTo>
                  <a:pt x="5173" y="3939"/>
                </a:lnTo>
                <a:lnTo>
                  <a:pt x="5349" y="4119"/>
                </a:lnTo>
                <a:lnTo>
                  <a:pt x="5537" y="4261"/>
                </a:lnTo>
                <a:lnTo>
                  <a:pt x="5675" y="4364"/>
                </a:lnTo>
                <a:lnTo>
                  <a:pt x="5851" y="4544"/>
                </a:lnTo>
                <a:lnTo>
                  <a:pt x="6040" y="4686"/>
                </a:lnTo>
                <a:lnTo>
                  <a:pt x="6178" y="4776"/>
                </a:lnTo>
                <a:lnTo>
                  <a:pt x="6354" y="4918"/>
                </a:lnTo>
                <a:lnTo>
                  <a:pt x="6542" y="5111"/>
                </a:lnTo>
                <a:lnTo>
                  <a:pt x="6680" y="5201"/>
                </a:lnTo>
                <a:lnTo>
                  <a:pt x="6856" y="5343"/>
                </a:lnTo>
                <a:lnTo>
                  <a:pt x="7044" y="5536"/>
                </a:lnTo>
                <a:lnTo>
                  <a:pt x="7182" y="5626"/>
                </a:lnTo>
                <a:lnTo>
                  <a:pt x="7358" y="5767"/>
                </a:lnTo>
                <a:lnTo>
                  <a:pt x="7547" y="5948"/>
                </a:lnTo>
                <a:lnTo>
                  <a:pt x="7685" y="6051"/>
                </a:lnTo>
                <a:lnTo>
                  <a:pt x="7860" y="6192"/>
                </a:lnTo>
                <a:lnTo>
                  <a:pt x="8049" y="6373"/>
                </a:lnTo>
                <a:lnTo>
                  <a:pt x="8187" y="6476"/>
                </a:lnTo>
                <a:lnTo>
                  <a:pt x="8363" y="6604"/>
                </a:lnTo>
                <a:lnTo>
                  <a:pt x="8551" y="6797"/>
                </a:lnTo>
                <a:lnTo>
                  <a:pt x="8689" y="6888"/>
                </a:lnTo>
                <a:lnTo>
                  <a:pt x="8865" y="7081"/>
                </a:lnTo>
                <a:lnTo>
                  <a:pt x="9053" y="7222"/>
                </a:lnTo>
                <a:lnTo>
                  <a:pt x="9192" y="7312"/>
                </a:lnTo>
                <a:lnTo>
                  <a:pt x="9380" y="7506"/>
                </a:lnTo>
                <a:lnTo>
                  <a:pt x="9556" y="7686"/>
                </a:lnTo>
                <a:lnTo>
                  <a:pt x="9694" y="7789"/>
                </a:lnTo>
                <a:lnTo>
                  <a:pt x="9882" y="7930"/>
                </a:lnTo>
                <a:lnTo>
                  <a:pt x="10058" y="8111"/>
                </a:lnTo>
                <a:lnTo>
                  <a:pt x="10196" y="8201"/>
                </a:lnTo>
                <a:lnTo>
                  <a:pt x="10384" y="8394"/>
                </a:lnTo>
                <a:lnTo>
                  <a:pt x="10560" y="8587"/>
                </a:lnTo>
                <a:lnTo>
                  <a:pt x="10698" y="8626"/>
                </a:lnTo>
                <a:lnTo>
                  <a:pt x="10887" y="8819"/>
                </a:lnTo>
                <a:lnTo>
                  <a:pt x="11063" y="8999"/>
                </a:lnTo>
                <a:lnTo>
                  <a:pt x="11201" y="9102"/>
                </a:lnTo>
                <a:lnTo>
                  <a:pt x="11389" y="9282"/>
                </a:lnTo>
                <a:lnTo>
                  <a:pt x="11565" y="9475"/>
                </a:lnTo>
                <a:lnTo>
                  <a:pt x="11703" y="9566"/>
                </a:lnTo>
                <a:lnTo>
                  <a:pt x="11891" y="9759"/>
                </a:lnTo>
                <a:lnTo>
                  <a:pt x="12067" y="9900"/>
                </a:lnTo>
                <a:lnTo>
                  <a:pt x="12205" y="9990"/>
                </a:lnTo>
                <a:lnTo>
                  <a:pt x="12394" y="10171"/>
                </a:lnTo>
                <a:lnTo>
                  <a:pt x="12569" y="10364"/>
                </a:lnTo>
                <a:lnTo>
                  <a:pt x="12708" y="10454"/>
                </a:lnTo>
                <a:lnTo>
                  <a:pt x="12896" y="10647"/>
                </a:lnTo>
                <a:lnTo>
                  <a:pt x="13072" y="10827"/>
                </a:lnTo>
                <a:lnTo>
                  <a:pt x="13210" y="10930"/>
                </a:lnTo>
                <a:lnTo>
                  <a:pt x="13398" y="11111"/>
                </a:lnTo>
                <a:lnTo>
                  <a:pt x="13574" y="11304"/>
                </a:lnTo>
                <a:lnTo>
                  <a:pt x="13712" y="11394"/>
                </a:lnTo>
                <a:lnTo>
                  <a:pt x="13901" y="11587"/>
                </a:lnTo>
                <a:lnTo>
                  <a:pt x="14076" y="11767"/>
                </a:lnTo>
                <a:lnTo>
                  <a:pt x="14215" y="11870"/>
                </a:lnTo>
                <a:lnTo>
                  <a:pt x="14403" y="12050"/>
                </a:lnTo>
                <a:lnTo>
                  <a:pt x="14579" y="12244"/>
                </a:lnTo>
                <a:lnTo>
                  <a:pt x="14717" y="12334"/>
                </a:lnTo>
                <a:lnTo>
                  <a:pt x="14905" y="12527"/>
                </a:lnTo>
                <a:lnTo>
                  <a:pt x="15081" y="12707"/>
                </a:lnTo>
                <a:lnTo>
                  <a:pt x="15219" y="12810"/>
                </a:lnTo>
                <a:lnTo>
                  <a:pt x="15407" y="12990"/>
                </a:lnTo>
                <a:lnTo>
                  <a:pt x="15596" y="13183"/>
                </a:lnTo>
                <a:lnTo>
                  <a:pt x="15721" y="13325"/>
                </a:lnTo>
                <a:lnTo>
                  <a:pt x="15910" y="13505"/>
                </a:lnTo>
                <a:lnTo>
                  <a:pt x="16098" y="13698"/>
                </a:lnTo>
                <a:lnTo>
                  <a:pt x="16324" y="13879"/>
                </a:lnTo>
                <a:lnTo>
                  <a:pt x="16500" y="14072"/>
                </a:lnTo>
                <a:lnTo>
                  <a:pt x="16739" y="14265"/>
                </a:lnTo>
                <a:lnTo>
                  <a:pt x="16914" y="14445"/>
                </a:lnTo>
                <a:lnTo>
                  <a:pt x="17002" y="14587"/>
                </a:lnTo>
                <a:lnTo>
                  <a:pt x="17241" y="14780"/>
                </a:lnTo>
                <a:lnTo>
                  <a:pt x="17417" y="14960"/>
                </a:lnTo>
                <a:lnTo>
                  <a:pt x="17605" y="15153"/>
                </a:lnTo>
                <a:lnTo>
                  <a:pt x="17743" y="15243"/>
                </a:lnTo>
                <a:lnTo>
                  <a:pt x="17919" y="15437"/>
                </a:lnTo>
                <a:lnTo>
                  <a:pt x="18007" y="15578"/>
                </a:lnTo>
                <a:lnTo>
                  <a:pt x="18245" y="15758"/>
                </a:lnTo>
                <a:lnTo>
                  <a:pt x="18421" y="15952"/>
                </a:lnTo>
                <a:lnTo>
                  <a:pt x="18610" y="16132"/>
                </a:lnTo>
                <a:lnTo>
                  <a:pt x="18748" y="16273"/>
                </a:lnTo>
                <a:lnTo>
                  <a:pt x="18924" y="16467"/>
                </a:lnTo>
                <a:lnTo>
                  <a:pt x="19112" y="16647"/>
                </a:lnTo>
                <a:lnTo>
                  <a:pt x="19250" y="16750"/>
                </a:lnTo>
                <a:lnTo>
                  <a:pt x="19338" y="16891"/>
                </a:lnTo>
                <a:lnTo>
                  <a:pt x="19526" y="17072"/>
                </a:lnTo>
                <a:lnTo>
                  <a:pt x="19752" y="17265"/>
                </a:lnTo>
                <a:lnTo>
                  <a:pt x="19928" y="17497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7700796" y="2456796"/>
            <a:ext cx="20016" cy="23136"/>
          </a:xfrm>
          <a:custGeom>
            <a:avLst/>
            <a:gdLst/>
            <a:ahLst/>
            <a:cxnLst/>
            <a:rect l="l" t="t" r="r" b="b"/>
            <a:pathLst>
              <a:path w="20016" h="23136">
                <a:moveTo>
                  <a:pt x="0" y="0"/>
                </a:moveTo>
                <a:lnTo>
                  <a:pt x="226" y="193"/>
                </a:lnTo>
                <a:lnTo>
                  <a:pt x="401" y="424"/>
                </a:lnTo>
                <a:lnTo>
                  <a:pt x="640" y="617"/>
                </a:lnTo>
                <a:lnTo>
                  <a:pt x="816" y="798"/>
                </a:lnTo>
                <a:lnTo>
                  <a:pt x="904" y="939"/>
                </a:lnTo>
                <a:lnTo>
                  <a:pt x="1142" y="1132"/>
                </a:lnTo>
                <a:lnTo>
                  <a:pt x="1318" y="1313"/>
                </a:lnTo>
                <a:lnTo>
                  <a:pt x="1406" y="1454"/>
                </a:lnTo>
                <a:lnTo>
                  <a:pt x="1645" y="1647"/>
                </a:lnTo>
                <a:lnTo>
                  <a:pt x="1820" y="1879"/>
                </a:lnTo>
                <a:lnTo>
                  <a:pt x="2009" y="2072"/>
                </a:lnTo>
                <a:lnTo>
                  <a:pt x="2147" y="2162"/>
                </a:lnTo>
                <a:lnTo>
                  <a:pt x="2235" y="2304"/>
                </a:lnTo>
                <a:lnTo>
                  <a:pt x="2411" y="2484"/>
                </a:lnTo>
                <a:lnTo>
                  <a:pt x="2649" y="2729"/>
                </a:lnTo>
                <a:lnTo>
                  <a:pt x="2825" y="2909"/>
                </a:lnTo>
                <a:lnTo>
                  <a:pt x="3013" y="3141"/>
                </a:lnTo>
                <a:lnTo>
                  <a:pt x="3151" y="3244"/>
                </a:lnTo>
                <a:lnTo>
                  <a:pt x="3327" y="3476"/>
                </a:lnTo>
                <a:lnTo>
                  <a:pt x="3516" y="3669"/>
                </a:lnTo>
                <a:lnTo>
                  <a:pt x="3654" y="3759"/>
                </a:lnTo>
                <a:lnTo>
                  <a:pt x="3742" y="3901"/>
                </a:lnTo>
                <a:lnTo>
                  <a:pt x="3930" y="4081"/>
                </a:lnTo>
                <a:lnTo>
                  <a:pt x="4018" y="4222"/>
                </a:lnTo>
                <a:lnTo>
                  <a:pt x="4156" y="4325"/>
                </a:lnTo>
                <a:lnTo>
                  <a:pt x="4332" y="4557"/>
                </a:lnTo>
                <a:lnTo>
                  <a:pt x="4520" y="4737"/>
                </a:lnTo>
                <a:lnTo>
                  <a:pt x="4658" y="4879"/>
                </a:lnTo>
                <a:lnTo>
                  <a:pt x="4834" y="5072"/>
                </a:lnTo>
                <a:lnTo>
                  <a:pt x="5022" y="5304"/>
                </a:lnTo>
                <a:lnTo>
                  <a:pt x="5161" y="5394"/>
                </a:lnTo>
                <a:lnTo>
                  <a:pt x="5249" y="5536"/>
                </a:lnTo>
                <a:lnTo>
                  <a:pt x="5437" y="5729"/>
                </a:lnTo>
                <a:lnTo>
                  <a:pt x="5525" y="5870"/>
                </a:lnTo>
                <a:lnTo>
                  <a:pt x="5663" y="5961"/>
                </a:lnTo>
                <a:lnTo>
                  <a:pt x="5839" y="6192"/>
                </a:lnTo>
                <a:lnTo>
                  <a:pt x="6027" y="6385"/>
                </a:lnTo>
                <a:lnTo>
                  <a:pt x="6165" y="6527"/>
                </a:lnTo>
                <a:lnTo>
                  <a:pt x="6341" y="6707"/>
                </a:lnTo>
                <a:lnTo>
                  <a:pt x="6441" y="6849"/>
                </a:lnTo>
                <a:lnTo>
                  <a:pt x="6529" y="6952"/>
                </a:lnTo>
                <a:lnTo>
                  <a:pt x="6667" y="7094"/>
                </a:lnTo>
                <a:lnTo>
                  <a:pt x="6755" y="7184"/>
                </a:lnTo>
                <a:lnTo>
                  <a:pt x="6856" y="7274"/>
                </a:lnTo>
                <a:lnTo>
                  <a:pt x="6944" y="7415"/>
                </a:lnTo>
                <a:lnTo>
                  <a:pt x="7170" y="7647"/>
                </a:lnTo>
                <a:lnTo>
                  <a:pt x="7358" y="7840"/>
                </a:lnTo>
                <a:lnTo>
                  <a:pt x="7446" y="7982"/>
                </a:lnTo>
                <a:lnTo>
                  <a:pt x="7672" y="8214"/>
                </a:lnTo>
                <a:lnTo>
                  <a:pt x="7860" y="8407"/>
                </a:lnTo>
                <a:lnTo>
                  <a:pt x="7948" y="8548"/>
                </a:lnTo>
                <a:lnTo>
                  <a:pt x="8174" y="8780"/>
                </a:lnTo>
                <a:lnTo>
                  <a:pt x="8363" y="9012"/>
                </a:lnTo>
                <a:lnTo>
                  <a:pt x="8539" y="9205"/>
                </a:lnTo>
                <a:lnTo>
                  <a:pt x="8677" y="9347"/>
                </a:lnTo>
                <a:lnTo>
                  <a:pt x="8865" y="9578"/>
                </a:lnTo>
                <a:lnTo>
                  <a:pt x="9041" y="9810"/>
                </a:lnTo>
                <a:lnTo>
                  <a:pt x="9179" y="9900"/>
                </a:lnTo>
                <a:lnTo>
                  <a:pt x="9267" y="10042"/>
                </a:lnTo>
                <a:lnTo>
                  <a:pt x="9455" y="10235"/>
                </a:lnTo>
                <a:lnTo>
                  <a:pt x="9543" y="10377"/>
                </a:lnTo>
                <a:lnTo>
                  <a:pt x="9681" y="10467"/>
                </a:lnTo>
                <a:lnTo>
                  <a:pt x="9769" y="10608"/>
                </a:lnTo>
                <a:lnTo>
                  <a:pt x="9958" y="10840"/>
                </a:lnTo>
                <a:lnTo>
                  <a:pt x="10184" y="11072"/>
                </a:lnTo>
                <a:lnTo>
                  <a:pt x="10372" y="11317"/>
                </a:lnTo>
                <a:lnTo>
                  <a:pt x="10548" y="11548"/>
                </a:lnTo>
                <a:lnTo>
                  <a:pt x="10686" y="11638"/>
                </a:lnTo>
                <a:lnTo>
                  <a:pt x="10786" y="11780"/>
                </a:lnTo>
                <a:lnTo>
                  <a:pt x="10962" y="12012"/>
                </a:lnTo>
                <a:lnTo>
                  <a:pt x="11188" y="12244"/>
                </a:lnTo>
                <a:lnTo>
                  <a:pt x="11377" y="12488"/>
                </a:lnTo>
                <a:lnTo>
                  <a:pt x="11552" y="12720"/>
                </a:lnTo>
                <a:lnTo>
                  <a:pt x="11690" y="12810"/>
                </a:lnTo>
                <a:lnTo>
                  <a:pt x="11791" y="12952"/>
                </a:lnTo>
                <a:lnTo>
                  <a:pt x="11967" y="13183"/>
                </a:lnTo>
                <a:lnTo>
                  <a:pt x="12055" y="13325"/>
                </a:lnTo>
                <a:lnTo>
                  <a:pt x="12193" y="13428"/>
                </a:lnTo>
                <a:lnTo>
                  <a:pt x="12293" y="13570"/>
                </a:lnTo>
                <a:lnTo>
                  <a:pt x="12469" y="13801"/>
                </a:lnTo>
                <a:lnTo>
                  <a:pt x="12695" y="14033"/>
                </a:lnTo>
                <a:lnTo>
                  <a:pt x="12883" y="14265"/>
                </a:lnTo>
                <a:lnTo>
                  <a:pt x="12971" y="14407"/>
                </a:lnTo>
                <a:lnTo>
                  <a:pt x="13197" y="14638"/>
                </a:lnTo>
                <a:lnTo>
                  <a:pt x="13386" y="14883"/>
                </a:lnTo>
                <a:lnTo>
                  <a:pt x="13574" y="15115"/>
                </a:lnTo>
                <a:lnTo>
                  <a:pt x="13700" y="15256"/>
                </a:lnTo>
                <a:lnTo>
                  <a:pt x="13888" y="15488"/>
                </a:lnTo>
                <a:lnTo>
                  <a:pt x="14076" y="15720"/>
                </a:lnTo>
                <a:lnTo>
                  <a:pt x="14215" y="15861"/>
                </a:lnTo>
                <a:lnTo>
                  <a:pt x="14390" y="16093"/>
                </a:lnTo>
                <a:lnTo>
                  <a:pt x="14579" y="16338"/>
                </a:lnTo>
                <a:lnTo>
                  <a:pt x="14717" y="16467"/>
                </a:lnTo>
                <a:lnTo>
                  <a:pt x="14893" y="16711"/>
                </a:lnTo>
                <a:lnTo>
                  <a:pt x="15081" y="16943"/>
                </a:lnTo>
                <a:lnTo>
                  <a:pt x="15219" y="17085"/>
                </a:lnTo>
                <a:lnTo>
                  <a:pt x="15395" y="17316"/>
                </a:lnTo>
                <a:lnTo>
                  <a:pt x="15483" y="17458"/>
                </a:lnTo>
                <a:lnTo>
                  <a:pt x="15583" y="17548"/>
                </a:lnTo>
                <a:lnTo>
                  <a:pt x="15721" y="17690"/>
                </a:lnTo>
                <a:lnTo>
                  <a:pt x="15809" y="17793"/>
                </a:lnTo>
                <a:lnTo>
                  <a:pt x="15897" y="17921"/>
                </a:lnTo>
                <a:lnTo>
                  <a:pt x="15985" y="18063"/>
                </a:lnTo>
                <a:lnTo>
                  <a:pt x="16224" y="18308"/>
                </a:lnTo>
                <a:lnTo>
                  <a:pt x="16312" y="18449"/>
                </a:lnTo>
                <a:lnTo>
                  <a:pt x="16500" y="18681"/>
                </a:lnTo>
                <a:lnTo>
                  <a:pt x="16588" y="18823"/>
                </a:lnTo>
                <a:lnTo>
                  <a:pt x="16726" y="18913"/>
                </a:lnTo>
                <a:lnTo>
                  <a:pt x="16814" y="19054"/>
                </a:lnTo>
                <a:lnTo>
                  <a:pt x="16902" y="19196"/>
                </a:lnTo>
                <a:lnTo>
                  <a:pt x="17090" y="19428"/>
                </a:lnTo>
                <a:lnTo>
                  <a:pt x="17228" y="19569"/>
                </a:lnTo>
                <a:lnTo>
                  <a:pt x="17316" y="19711"/>
                </a:lnTo>
                <a:lnTo>
                  <a:pt x="17505" y="19943"/>
                </a:lnTo>
                <a:lnTo>
                  <a:pt x="17592" y="20084"/>
                </a:lnTo>
                <a:lnTo>
                  <a:pt x="17731" y="20175"/>
                </a:lnTo>
                <a:lnTo>
                  <a:pt x="17818" y="20316"/>
                </a:lnTo>
                <a:lnTo>
                  <a:pt x="17906" y="20458"/>
                </a:lnTo>
                <a:lnTo>
                  <a:pt x="18095" y="20690"/>
                </a:lnTo>
                <a:lnTo>
                  <a:pt x="18233" y="20831"/>
                </a:lnTo>
                <a:lnTo>
                  <a:pt x="18321" y="20973"/>
                </a:lnTo>
                <a:lnTo>
                  <a:pt x="18509" y="21217"/>
                </a:lnTo>
                <a:lnTo>
                  <a:pt x="18597" y="21346"/>
                </a:lnTo>
                <a:lnTo>
                  <a:pt x="18735" y="21449"/>
                </a:lnTo>
                <a:lnTo>
                  <a:pt x="18823" y="21591"/>
                </a:lnTo>
                <a:lnTo>
                  <a:pt x="18911" y="21732"/>
                </a:lnTo>
                <a:lnTo>
                  <a:pt x="19011" y="21874"/>
                </a:lnTo>
                <a:lnTo>
                  <a:pt x="19099" y="21964"/>
                </a:lnTo>
                <a:lnTo>
                  <a:pt x="19237" y="22106"/>
                </a:lnTo>
                <a:lnTo>
                  <a:pt x="19325" y="22247"/>
                </a:lnTo>
                <a:lnTo>
                  <a:pt x="19413" y="22389"/>
                </a:lnTo>
                <a:lnTo>
                  <a:pt x="19602" y="22621"/>
                </a:lnTo>
                <a:lnTo>
                  <a:pt x="19740" y="22762"/>
                </a:lnTo>
                <a:lnTo>
                  <a:pt x="19828" y="22904"/>
                </a:lnTo>
                <a:lnTo>
                  <a:pt x="20016" y="23136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7720813" y="2479932"/>
            <a:ext cx="20016" cy="28389"/>
          </a:xfrm>
          <a:custGeom>
            <a:avLst/>
            <a:gdLst/>
            <a:ahLst/>
            <a:cxnLst/>
            <a:rect l="l" t="t" r="r" b="b"/>
            <a:pathLst>
              <a:path w="20016" h="28389">
                <a:moveTo>
                  <a:pt x="0" y="0"/>
                </a:moveTo>
                <a:lnTo>
                  <a:pt x="87" y="141"/>
                </a:lnTo>
                <a:lnTo>
                  <a:pt x="226" y="283"/>
                </a:lnTo>
                <a:lnTo>
                  <a:pt x="414" y="514"/>
                </a:lnTo>
                <a:lnTo>
                  <a:pt x="502" y="656"/>
                </a:lnTo>
                <a:lnTo>
                  <a:pt x="590" y="798"/>
                </a:lnTo>
                <a:lnTo>
                  <a:pt x="728" y="939"/>
                </a:lnTo>
                <a:lnTo>
                  <a:pt x="916" y="1171"/>
                </a:lnTo>
                <a:lnTo>
                  <a:pt x="1004" y="1313"/>
                </a:lnTo>
                <a:lnTo>
                  <a:pt x="1092" y="1454"/>
                </a:lnTo>
                <a:lnTo>
                  <a:pt x="1230" y="1596"/>
                </a:lnTo>
                <a:lnTo>
                  <a:pt x="1418" y="1828"/>
                </a:lnTo>
                <a:lnTo>
                  <a:pt x="1506" y="1969"/>
                </a:lnTo>
                <a:lnTo>
                  <a:pt x="1594" y="2111"/>
                </a:lnTo>
                <a:lnTo>
                  <a:pt x="1732" y="2253"/>
                </a:lnTo>
                <a:lnTo>
                  <a:pt x="1921" y="2484"/>
                </a:lnTo>
                <a:lnTo>
                  <a:pt x="2009" y="2626"/>
                </a:lnTo>
                <a:lnTo>
                  <a:pt x="2097" y="2768"/>
                </a:lnTo>
                <a:lnTo>
                  <a:pt x="2235" y="2909"/>
                </a:lnTo>
                <a:lnTo>
                  <a:pt x="2423" y="3141"/>
                </a:lnTo>
                <a:lnTo>
                  <a:pt x="2511" y="3283"/>
                </a:lnTo>
                <a:lnTo>
                  <a:pt x="2599" y="3424"/>
                </a:lnTo>
                <a:lnTo>
                  <a:pt x="2737" y="3566"/>
                </a:lnTo>
                <a:lnTo>
                  <a:pt x="2825" y="3707"/>
                </a:lnTo>
                <a:lnTo>
                  <a:pt x="2925" y="3849"/>
                </a:lnTo>
                <a:lnTo>
                  <a:pt x="3101" y="4081"/>
                </a:lnTo>
                <a:lnTo>
                  <a:pt x="3239" y="4222"/>
                </a:lnTo>
                <a:lnTo>
                  <a:pt x="3327" y="4364"/>
                </a:lnTo>
                <a:lnTo>
                  <a:pt x="3428" y="4506"/>
                </a:lnTo>
                <a:lnTo>
                  <a:pt x="3516" y="4647"/>
                </a:lnTo>
                <a:lnTo>
                  <a:pt x="3603" y="4789"/>
                </a:lnTo>
                <a:lnTo>
                  <a:pt x="3742" y="4879"/>
                </a:lnTo>
                <a:lnTo>
                  <a:pt x="3830" y="5021"/>
                </a:lnTo>
                <a:lnTo>
                  <a:pt x="3930" y="5162"/>
                </a:lnTo>
                <a:lnTo>
                  <a:pt x="4018" y="5304"/>
                </a:lnTo>
                <a:lnTo>
                  <a:pt x="4106" y="5446"/>
                </a:lnTo>
                <a:lnTo>
                  <a:pt x="4244" y="5587"/>
                </a:lnTo>
                <a:lnTo>
                  <a:pt x="4344" y="5729"/>
                </a:lnTo>
                <a:lnTo>
                  <a:pt x="4432" y="5870"/>
                </a:lnTo>
                <a:lnTo>
                  <a:pt x="4608" y="6102"/>
                </a:lnTo>
                <a:lnTo>
                  <a:pt x="4746" y="6244"/>
                </a:lnTo>
                <a:lnTo>
                  <a:pt x="4847" y="6385"/>
                </a:lnTo>
                <a:lnTo>
                  <a:pt x="4935" y="6527"/>
                </a:lnTo>
                <a:lnTo>
                  <a:pt x="5022" y="6656"/>
                </a:lnTo>
                <a:lnTo>
                  <a:pt x="5110" y="6797"/>
                </a:lnTo>
                <a:lnTo>
                  <a:pt x="5249" y="6939"/>
                </a:lnTo>
                <a:lnTo>
                  <a:pt x="5349" y="7081"/>
                </a:lnTo>
                <a:lnTo>
                  <a:pt x="5437" y="7222"/>
                </a:lnTo>
                <a:lnTo>
                  <a:pt x="5613" y="7454"/>
                </a:lnTo>
                <a:lnTo>
                  <a:pt x="5751" y="7596"/>
                </a:lnTo>
                <a:lnTo>
                  <a:pt x="5851" y="7737"/>
                </a:lnTo>
                <a:lnTo>
                  <a:pt x="5939" y="7879"/>
                </a:lnTo>
                <a:lnTo>
                  <a:pt x="6027" y="8021"/>
                </a:lnTo>
                <a:lnTo>
                  <a:pt x="6115" y="8162"/>
                </a:lnTo>
                <a:lnTo>
                  <a:pt x="6253" y="8304"/>
                </a:lnTo>
                <a:lnTo>
                  <a:pt x="6354" y="8445"/>
                </a:lnTo>
                <a:lnTo>
                  <a:pt x="6441" y="8587"/>
                </a:lnTo>
                <a:lnTo>
                  <a:pt x="6529" y="8729"/>
                </a:lnTo>
                <a:lnTo>
                  <a:pt x="6630" y="8870"/>
                </a:lnTo>
                <a:lnTo>
                  <a:pt x="6755" y="9012"/>
                </a:lnTo>
                <a:lnTo>
                  <a:pt x="6856" y="9154"/>
                </a:lnTo>
                <a:lnTo>
                  <a:pt x="6944" y="9295"/>
                </a:lnTo>
                <a:lnTo>
                  <a:pt x="7032" y="9437"/>
                </a:lnTo>
                <a:lnTo>
                  <a:pt x="7258" y="9669"/>
                </a:lnTo>
                <a:lnTo>
                  <a:pt x="7358" y="9810"/>
                </a:lnTo>
                <a:lnTo>
                  <a:pt x="7446" y="9952"/>
                </a:lnTo>
                <a:lnTo>
                  <a:pt x="7534" y="10093"/>
                </a:lnTo>
                <a:lnTo>
                  <a:pt x="7634" y="10222"/>
                </a:lnTo>
                <a:lnTo>
                  <a:pt x="7773" y="10364"/>
                </a:lnTo>
                <a:lnTo>
                  <a:pt x="7860" y="10505"/>
                </a:lnTo>
                <a:lnTo>
                  <a:pt x="7948" y="10647"/>
                </a:lnTo>
                <a:lnTo>
                  <a:pt x="8036" y="10789"/>
                </a:lnTo>
                <a:lnTo>
                  <a:pt x="8137" y="10930"/>
                </a:lnTo>
                <a:lnTo>
                  <a:pt x="8275" y="11072"/>
                </a:lnTo>
                <a:lnTo>
                  <a:pt x="8363" y="11214"/>
                </a:lnTo>
                <a:lnTo>
                  <a:pt x="8451" y="11355"/>
                </a:lnTo>
                <a:lnTo>
                  <a:pt x="8539" y="11497"/>
                </a:lnTo>
                <a:lnTo>
                  <a:pt x="8639" y="11638"/>
                </a:lnTo>
                <a:lnTo>
                  <a:pt x="8777" y="11780"/>
                </a:lnTo>
                <a:lnTo>
                  <a:pt x="8865" y="11922"/>
                </a:lnTo>
                <a:lnTo>
                  <a:pt x="8953" y="12063"/>
                </a:lnTo>
                <a:lnTo>
                  <a:pt x="9041" y="12205"/>
                </a:lnTo>
                <a:lnTo>
                  <a:pt x="9141" y="12334"/>
                </a:lnTo>
                <a:lnTo>
                  <a:pt x="9279" y="12475"/>
                </a:lnTo>
                <a:lnTo>
                  <a:pt x="9367" y="12617"/>
                </a:lnTo>
                <a:lnTo>
                  <a:pt x="9455" y="12759"/>
                </a:lnTo>
                <a:lnTo>
                  <a:pt x="9543" y="12900"/>
                </a:lnTo>
                <a:lnTo>
                  <a:pt x="9644" y="13042"/>
                </a:lnTo>
                <a:lnTo>
                  <a:pt x="9782" y="13183"/>
                </a:lnTo>
                <a:lnTo>
                  <a:pt x="9870" y="13325"/>
                </a:lnTo>
                <a:lnTo>
                  <a:pt x="9958" y="13467"/>
                </a:lnTo>
                <a:lnTo>
                  <a:pt x="10045" y="13660"/>
                </a:lnTo>
                <a:lnTo>
                  <a:pt x="10146" y="13789"/>
                </a:lnTo>
                <a:lnTo>
                  <a:pt x="10284" y="13930"/>
                </a:lnTo>
                <a:lnTo>
                  <a:pt x="10372" y="14072"/>
                </a:lnTo>
                <a:lnTo>
                  <a:pt x="10460" y="14213"/>
                </a:lnTo>
                <a:lnTo>
                  <a:pt x="10560" y="14355"/>
                </a:lnTo>
                <a:lnTo>
                  <a:pt x="10648" y="14497"/>
                </a:lnTo>
                <a:lnTo>
                  <a:pt x="10786" y="14638"/>
                </a:lnTo>
                <a:lnTo>
                  <a:pt x="10874" y="14780"/>
                </a:lnTo>
                <a:lnTo>
                  <a:pt x="10962" y="14922"/>
                </a:lnTo>
                <a:lnTo>
                  <a:pt x="11063" y="15063"/>
                </a:lnTo>
                <a:lnTo>
                  <a:pt x="11151" y="15205"/>
                </a:lnTo>
                <a:lnTo>
                  <a:pt x="11289" y="15346"/>
                </a:lnTo>
                <a:lnTo>
                  <a:pt x="11377" y="15488"/>
                </a:lnTo>
                <a:lnTo>
                  <a:pt x="11464" y="15630"/>
                </a:lnTo>
                <a:lnTo>
                  <a:pt x="11565" y="15771"/>
                </a:lnTo>
                <a:lnTo>
                  <a:pt x="11653" y="15952"/>
                </a:lnTo>
                <a:lnTo>
                  <a:pt x="11791" y="16093"/>
                </a:lnTo>
                <a:lnTo>
                  <a:pt x="11879" y="16235"/>
                </a:lnTo>
                <a:lnTo>
                  <a:pt x="11967" y="16376"/>
                </a:lnTo>
                <a:lnTo>
                  <a:pt x="12067" y="16518"/>
                </a:lnTo>
                <a:lnTo>
                  <a:pt x="12155" y="16660"/>
                </a:lnTo>
                <a:lnTo>
                  <a:pt x="12293" y="16801"/>
                </a:lnTo>
                <a:lnTo>
                  <a:pt x="12381" y="16943"/>
                </a:lnTo>
                <a:lnTo>
                  <a:pt x="12469" y="17085"/>
                </a:lnTo>
                <a:lnTo>
                  <a:pt x="12569" y="17213"/>
                </a:lnTo>
                <a:lnTo>
                  <a:pt x="12657" y="17355"/>
                </a:lnTo>
                <a:lnTo>
                  <a:pt x="12796" y="17548"/>
                </a:lnTo>
                <a:lnTo>
                  <a:pt x="12883" y="17690"/>
                </a:lnTo>
                <a:lnTo>
                  <a:pt x="12971" y="17831"/>
                </a:lnTo>
                <a:lnTo>
                  <a:pt x="13072" y="17973"/>
                </a:lnTo>
                <a:lnTo>
                  <a:pt x="13160" y="18115"/>
                </a:lnTo>
                <a:lnTo>
                  <a:pt x="13298" y="18256"/>
                </a:lnTo>
                <a:lnTo>
                  <a:pt x="13386" y="18398"/>
                </a:lnTo>
                <a:lnTo>
                  <a:pt x="13474" y="18539"/>
                </a:lnTo>
                <a:lnTo>
                  <a:pt x="13574" y="18720"/>
                </a:lnTo>
                <a:lnTo>
                  <a:pt x="13662" y="18861"/>
                </a:lnTo>
                <a:lnTo>
                  <a:pt x="13800" y="19003"/>
                </a:lnTo>
                <a:lnTo>
                  <a:pt x="13888" y="19145"/>
                </a:lnTo>
                <a:lnTo>
                  <a:pt x="13988" y="19286"/>
                </a:lnTo>
                <a:lnTo>
                  <a:pt x="14076" y="19428"/>
                </a:lnTo>
                <a:lnTo>
                  <a:pt x="14164" y="19569"/>
                </a:lnTo>
                <a:lnTo>
                  <a:pt x="14302" y="19750"/>
                </a:lnTo>
                <a:lnTo>
                  <a:pt x="14390" y="19891"/>
                </a:lnTo>
                <a:lnTo>
                  <a:pt x="14491" y="20033"/>
                </a:lnTo>
                <a:lnTo>
                  <a:pt x="14579" y="20175"/>
                </a:lnTo>
                <a:lnTo>
                  <a:pt x="14667" y="20316"/>
                </a:lnTo>
                <a:lnTo>
                  <a:pt x="14805" y="20458"/>
                </a:lnTo>
                <a:lnTo>
                  <a:pt x="14893" y="20651"/>
                </a:lnTo>
                <a:lnTo>
                  <a:pt x="14993" y="20780"/>
                </a:lnTo>
                <a:lnTo>
                  <a:pt x="15081" y="20921"/>
                </a:lnTo>
                <a:lnTo>
                  <a:pt x="15169" y="21063"/>
                </a:lnTo>
                <a:lnTo>
                  <a:pt x="15307" y="21205"/>
                </a:lnTo>
                <a:lnTo>
                  <a:pt x="15395" y="21346"/>
                </a:lnTo>
                <a:lnTo>
                  <a:pt x="15495" y="21539"/>
                </a:lnTo>
                <a:lnTo>
                  <a:pt x="15583" y="21681"/>
                </a:lnTo>
                <a:lnTo>
                  <a:pt x="15671" y="21823"/>
                </a:lnTo>
                <a:lnTo>
                  <a:pt x="15809" y="21964"/>
                </a:lnTo>
                <a:lnTo>
                  <a:pt x="15897" y="22106"/>
                </a:lnTo>
                <a:lnTo>
                  <a:pt x="15998" y="22286"/>
                </a:lnTo>
                <a:lnTo>
                  <a:pt x="16086" y="22428"/>
                </a:lnTo>
                <a:lnTo>
                  <a:pt x="16173" y="22569"/>
                </a:lnTo>
                <a:lnTo>
                  <a:pt x="16312" y="22711"/>
                </a:lnTo>
                <a:lnTo>
                  <a:pt x="16400" y="22853"/>
                </a:lnTo>
                <a:lnTo>
                  <a:pt x="16500" y="23033"/>
                </a:lnTo>
                <a:lnTo>
                  <a:pt x="16588" y="23174"/>
                </a:lnTo>
                <a:lnTo>
                  <a:pt x="16676" y="23316"/>
                </a:lnTo>
                <a:lnTo>
                  <a:pt x="16814" y="23458"/>
                </a:lnTo>
                <a:lnTo>
                  <a:pt x="16902" y="23599"/>
                </a:lnTo>
                <a:lnTo>
                  <a:pt x="17002" y="23792"/>
                </a:lnTo>
                <a:lnTo>
                  <a:pt x="17090" y="23934"/>
                </a:lnTo>
                <a:lnTo>
                  <a:pt x="17178" y="24076"/>
                </a:lnTo>
                <a:lnTo>
                  <a:pt x="17316" y="24217"/>
                </a:lnTo>
                <a:lnTo>
                  <a:pt x="17404" y="24398"/>
                </a:lnTo>
                <a:lnTo>
                  <a:pt x="17505" y="24539"/>
                </a:lnTo>
                <a:lnTo>
                  <a:pt x="17592" y="24681"/>
                </a:lnTo>
                <a:lnTo>
                  <a:pt x="17680" y="24822"/>
                </a:lnTo>
                <a:lnTo>
                  <a:pt x="17819" y="25003"/>
                </a:lnTo>
                <a:lnTo>
                  <a:pt x="17919" y="25144"/>
                </a:lnTo>
                <a:lnTo>
                  <a:pt x="18007" y="25286"/>
                </a:lnTo>
                <a:lnTo>
                  <a:pt x="18095" y="25428"/>
                </a:lnTo>
                <a:lnTo>
                  <a:pt x="18183" y="25621"/>
                </a:lnTo>
                <a:lnTo>
                  <a:pt x="18321" y="25762"/>
                </a:lnTo>
                <a:lnTo>
                  <a:pt x="18421" y="25904"/>
                </a:lnTo>
                <a:lnTo>
                  <a:pt x="18509" y="26046"/>
                </a:lnTo>
                <a:lnTo>
                  <a:pt x="18597" y="26226"/>
                </a:lnTo>
                <a:lnTo>
                  <a:pt x="18685" y="26367"/>
                </a:lnTo>
                <a:lnTo>
                  <a:pt x="18823" y="26509"/>
                </a:lnTo>
                <a:lnTo>
                  <a:pt x="18924" y="26651"/>
                </a:lnTo>
                <a:lnTo>
                  <a:pt x="19011" y="26844"/>
                </a:lnTo>
                <a:lnTo>
                  <a:pt x="19099" y="26985"/>
                </a:lnTo>
                <a:lnTo>
                  <a:pt x="19187" y="27114"/>
                </a:lnTo>
                <a:lnTo>
                  <a:pt x="19325" y="27256"/>
                </a:lnTo>
                <a:lnTo>
                  <a:pt x="19426" y="27449"/>
                </a:lnTo>
                <a:lnTo>
                  <a:pt x="19514" y="27591"/>
                </a:lnTo>
                <a:lnTo>
                  <a:pt x="19602" y="27732"/>
                </a:lnTo>
                <a:lnTo>
                  <a:pt x="19690" y="27912"/>
                </a:lnTo>
                <a:lnTo>
                  <a:pt x="19828" y="28054"/>
                </a:lnTo>
                <a:lnTo>
                  <a:pt x="19928" y="28196"/>
                </a:lnTo>
                <a:lnTo>
                  <a:pt x="20016" y="28389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7740829" y="2508322"/>
            <a:ext cx="20016" cy="33075"/>
          </a:xfrm>
          <a:custGeom>
            <a:avLst/>
            <a:gdLst/>
            <a:ahLst/>
            <a:cxnLst/>
            <a:rect l="l" t="t" r="r" b="b"/>
            <a:pathLst>
              <a:path w="20016" h="33075">
                <a:moveTo>
                  <a:pt x="0" y="0"/>
                </a:moveTo>
                <a:lnTo>
                  <a:pt x="87" y="141"/>
                </a:lnTo>
                <a:lnTo>
                  <a:pt x="188" y="283"/>
                </a:lnTo>
                <a:lnTo>
                  <a:pt x="313" y="424"/>
                </a:lnTo>
                <a:lnTo>
                  <a:pt x="414" y="605"/>
                </a:lnTo>
                <a:lnTo>
                  <a:pt x="502" y="746"/>
                </a:lnTo>
                <a:lnTo>
                  <a:pt x="590" y="888"/>
                </a:lnTo>
                <a:lnTo>
                  <a:pt x="690" y="1081"/>
                </a:lnTo>
                <a:lnTo>
                  <a:pt x="816" y="1223"/>
                </a:lnTo>
                <a:lnTo>
                  <a:pt x="916" y="1364"/>
                </a:lnTo>
                <a:lnTo>
                  <a:pt x="1004" y="1544"/>
                </a:lnTo>
                <a:lnTo>
                  <a:pt x="1092" y="1686"/>
                </a:lnTo>
                <a:lnTo>
                  <a:pt x="1192" y="1828"/>
                </a:lnTo>
                <a:lnTo>
                  <a:pt x="1331" y="2021"/>
                </a:lnTo>
                <a:lnTo>
                  <a:pt x="1418" y="2162"/>
                </a:lnTo>
                <a:lnTo>
                  <a:pt x="1506" y="2291"/>
                </a:lnTo>
                <a:lnTo>
                  <a:pt x="1594" y="2484"/>
                </a:lnTo>
                <a:lnTo>
                  <a:pt x="1695" y="2626"/>
                </a:lnTo>
                <a:lnTo>
                  <a:pt x="1833" y="2768"/>
                </a:lnTo>
                <a:lnTo>
                  <a:pt x="1921" y="2948"/>
                </a:lnTo>
                <a:lnTo>
                  <a:pt x="2009" y="3089"/>
                </a:lnTo>
                <a:lnTo>
                  <a:pt x="2097" y="3231"/>
                </a:lnTo>
                <a:lnTo>
                  <a:pt x="2197" y="3424"/>
                </a:lnTo>
                <a:lnTo>
                  <a:pt x="2335" y="3566"/>
                </a:lnTo>
                <a:lnTo>
                  <a:pt x="2423" y="3707"/>
                </a:lnTo>
                <a:lnTo>
                  <a:pt x="2511" y="3888"/>
                </a:lnTo>
                <a:lnTo>
                  <a:pt x="2599" y="4029"/>
                </a:lnTo>
                <a:lnTo>
                  <a:pt x="2699" y="4222"/>
                </a:lnTo>
                <a:lnTo>
                  <a:pt x="2837" y="4364"/>
                </a:lnTo>
                <a:lnTo>
                  <a:pt x="2925" y="4506"/>
                </a:lnTo>
                <a:lnTo>
                  <a:pt x="3013" y="4686"/>
                </a:lnTo>
                <a:lnTo>
                  <a:pt x="3101" y="4828"/>
                </a:lnTo>
                <a:lnTo>
                  <a:pt x="3202" y="4969"/>
                </a:lnTo>
                <a:lnTo>
                  <a:pt x="3340" y="5162"/>
                </a:lnTo>
                <a:lnTo>
                  <a:pt x="3428" y="5304"/>
                </a:lnTo>
                <a:lnTo>
                  <a:pt x="3516" y="5484"/>
                </a:lnTo>
                <a:lnTo>
                  <a:pt x="3603" y="5626"/>
                </a:lnTo>
                <a:lnTo>
                  <a:pt x="3704" y="5767"/>
                </a:lnTo>
                <a:lnTo>
                  <a:pt x="3842" y="5961"/>
                </a:lnTo>
                <a:lnTo>
                  <a:pt x="3930" y="6102"/>
                </a:lnTo>
                <a:lnTo>
                  <a:pt x="4018" y="6282"/>
                </a:lnTo>
                <a:lnTo>
                  <a:pt x="4118" y="6424"/>
                </a:lnTo>
                <a:lnTo>
                  <a:pt x="4206" y="6566"/>
                </a:lnTo>
                <a:lnTo>
                  <a:pt x="4344" y="6759"/>
                </a:lnTo>
                <a:lnTo>
                  <a:pt x="4432" y="6900"/>
                </a:lnTo>
                <a:lnTo>
                  <a:pt x="4520" y="7081"/>
                </a:lnTo>
                <a:lnTo>
                  <a:pt x="4621" y="7222"/>
                </a:lnTo>
                <a:lnTo>
                  <a:pt x="4709" y="7364"/>
                </a:lnTo>
                <a:lnTo>
                  <a:pt x="4847" y="7557"/>
                </a:lnTo>
                <a:lnTo>
                  <a:pt x="4935" y="7699"/>
                </a:lnTo>
                <a:lnTo>
                  <a:pt x="5022" y="7879"/>
                </a:lnTo>
                <a:lnTo>
                  <a:pt x="5123" y="8021"/>
                </a:lnTo>
                <a:lnTo>
                  <a:pt x="5211" y="8214"/>
                </a:lnTo>
                <a:lnTo>
                  <a:pt x="5349" y="8355"/>
                </a:lnTo>
                <a:lnTo>
                  <a:pt x="5437" y="8497"/>
                </a:lnTo>
                <a:lnTo>
                  <a:pt x="5525" y="8677"/>
                </a:lnTo>
                <a:lnTo>
                  <a:pt x="5625" y="8819"/>
                </a:lnTo>
                <a:lnTo>
                  <a:pt x="5713" y="9012"/>
                </a:lnTo>
                <a:lnTo>
                  <a:pt x="5851" y="9154"/>
                </a:lnTo>
                <a:lnTo>
                  <a:pt x="5939" y="9334"/>
                </a:lnTo>
                <a:lnTo>
                  <a:pt x="6027" y="9475"/>
                </a:lnTo>
                <a:lnTo>
                  <a:pt x="6128" y="9669"/>
                </a:lnTo>
                <a:lnTo>
                  <a:pt x="6215" y="9810"/>
                </a:lnTo>
                <a:lnTo>
                  <a:pt x="6354" y="9990"/>
                </a:lnTo>
                <a:lnTo>
                  <a:pt x="6441" y="10132"/>
                </a:lnTo>
                <a:lnTo>
                  <a:pt x="6529" y="10274"/>
                </a:lnTo>
                <a:lnTo>
                  <a:pt x="6630" y="10467"/>
                </a:lnTo>
                <a:lnTo>
                  <a:pt x="6718" y="10608"/>
                </a:lnTo>
                <a:lnTo>
                  <a:pt x="6856" y="10789"/>
                </a:lnTo>
                <a:lnTo>
                  <a:pt x="6944" y="10930"/>
                </a:lnTo>
                <a:lnTo>
                  <a:pt x="7032" y="11123"/>
                </a:lnTo>
                <a:lnTo>
                  <a:pt x="7132" y="11265"/>
                </a:lnTo>
                <a:lnTo>
                  <a:pt x="7220" y="11445"/>
                </a:lnTo>
                <a:lnTo>
                  <a:pt x="7358" y="11587"/>
                </a:lnTo>
                <a:lnTo>
                  <a:pt x="7446" y="11780"/>
                </a:lnTo>
                <a:lnTo>
                  <a:pt x="7534" y="11922"/>
                </a:lnTo>
                <a:lnTo>
                  <a:pt x="7634" y="12102"/>
                </a:lnTo>
                <a:lnTo>
                  <a:pt x="7722" y="12244"/>
                </a:lnTo>
                <a:lnTo>
                  <a:pt x="7860" y="12437"/>
                </a:lnTo>
                <a:lnTo>
                  <a:pt x="7948" y="12578"/>
                </a:lnTo>
                <a:lnTo>
                  <a:pt x="8049" y="12759"/>
                </a:lnTo>
                <a:lnTo>
                  <a:pt x="8137" y="12900"/>
                </a:lnTo>
                <a:lnTo>
                  <a:pt x="8225" y="13093"/>
                </a:lnTo>
                <a:lnTo>
                  <a:pt x="8363" y="13235"/>
                </a:lnTo>
                <a:lnTo>
                  <a:pt x="8451" y="13415"/>
                </a:lnTo>
                <a:lnTo>
                  <a:pt x="8551" y="13557"/>
                </a:lnTo>
                <a:lnTo>
                  <a:pt x="8639" y="13750"/>
                </a:lnTo>
                <a:lnTo>
                  <a:pt x="8727" y="13892"/>
                </a:lnTo>
                <a:lnTo>
                  <a:pt x="8865" y="14072"/>
                </a:lnTo>
                <a:lnTo>
                  <a:pt x="8953" y="14213"/>
                </a:lnTo>
                <a:lnTo>
                  <a:pt x="9053" y="14407"/>
                </a:lnTo>
                <a:lnTo>
                  <a:pt x="9141" y="14548"/>
                </a:lnTo>
                <a:lnTo>
                  <a:pt x="9229" y="14728"/>
                </a:lnTo>
                <a:lnTo>
                  <a:pt x="9367" y="14870"/>
                </a:lnTo>
                <a:lnTo>
                  <a:pt x="9455" y="15063"/>
                </a:lnTo>
                <a:lnTo>
                  <a:pt x="9556" y="15243"/>
                </a:lnTo>
                <a:lnTo>
                  <a:pt x="9644" y="15385"/>
                </a:lnTo>
                <a:lnTo>
                  <a:pt x="9732" y="15578"/>
                </a:lnTo>
                <a:lnTo>
                  <a:pt x="9870" y="15720"/>
                </a:lnTo>
                <a:lnTo>
                  <a:pt x="9958" y="15900"/>
                </a:lnTo>
                <a:lnTo>
                  <a:pt x="10058" y="16042"/>
                </a:lnTo>
                <a:lnTo>
                  <a:pt x="10146" y="16235"/>
                </a:lnTo>
                <a:lnTo>
                  <a:pt x="10234" y="16376"/>
                </a:lnTo>
                <a:lnTo>
                  <a:pt x="10372" y="16557"/>
                </a:lnTo>
                <a:lnTo>
                  <a:pt x="10460" y="16698"/>
                </a:lnTo>
                <a:lnTo>
                  <a:pt x="10560" y="16891"/>
                </a:lnTo>
                <a:lnTo>
                  <a:pt x="10648" y="17072"/>
                </a:lnTo>
                <a:lnTo>
                  <a:pt x="10736" y="17213"/>
                </a:lnTo>
                <a:lnTo>
                  <a:pt x="10874" y="17406"/>
                </a:lnTo>
                <a:lnTo>
                  <a:pt x="10962" y="17548"/>
                </a:lnTo>
                <a:lnTo>
                  <a:pt x="11063" y="17728"/>
                </a:lnTo>
                <a:lnTo>
                  <a:pt x="11151" y="17870"/>
                </a:lnTo>
                <a:lnTo>
                  <a:pt x="11238" y="18063"/>
                </a:lnTo>
                <a:lnTo>
                  <a:pt x="11377" y="18256"/>
                </a:lnTo>
                <a:lnTo>
                  <a:pt x="11477" y="18385"/>
                </a:lnTo>
                <a:lnTo>
                  <a:pt x="11565" y="18578"/>
                </a:lnTo>
                <a:lnTo>
                  <a:pt x="11653" y="18720"/>
                </a:lnTo>
                <a:lnTo>
                  <a:pt x="11741" y="18913"/>
                </a:lnTo>
                <a:lnTo>
                  <a:pt x="11879" y="19093"/>
                </a:lnTo>
                <a:lnTo>
                  <a:pt x="11979" y="19235"/>
                </a:lnTo>
                <a:lnTo>
                  <a:pt x="12067" y="19428"/>
                </a:lnTo>
                <a:lnTo>
                  <a:pt x="12155" y="19569"/>
                </a:lnTo>
                <a:lnTo>
                  <a:pt x="12243" y="19750"/>
                </a:lnTo>
                <a:lnTo>
                  <a:pt x="12381" y="19943"/>
                </a:lnTo>
                <a:lnTo>
                  <a:pt x="12482" y="20084"/>
                </a:lnTo>
                <a:lnTo>
                  <a:pt x="12569" y="20265"/>
                </a:lnTo>
                <a:lnTo>
                  <a:pt x="12657" y="20406"/>
                </a:lnTo>
                <a:lnTo>
                  <a:pt x="12745" y="20599"/>
                </a:lnTo>
                <a:lnTo>
                  <a:pt x="12883" y="20780"/>
                </a:lnTo>
                <a:lnTo>
                  <a:pt x="12984" y="20921"/>
                </a:lnTo>
                <a:lnTo>
                  <a:pt x="13072" y="21114"/>
                </a:lnTo>
                <a:lnTo>
                  <a:pt x="13160" y="21256"/>
                </a:lnTo>
                <a:lnTo>
                  <a:pt x="13248" y="21436"/>
                </a:lnTo>
                <a:lnTo>
                  <a:pt x="13386" y="21629"/>
                </a:lnTo>
                <a:lnTo>
                  <a:pt x="13486" y="21771"/>
                </a:lnTo>
                <a:lnTo>
                  <a:pt x="13574" y="21951"/>
                </a:lnTo>
                <a:lnTo>
                  <a:pt x="13662" y="22144"/>
                </a:lnTo>
                <a:lnTo>
                  <a:pt x="13762" y="22286"/>
                </a:lnTo>
                <a:lnTo>
                  <a:pt x="13888" y="22479"/>
                </a:lnTo>
                <a:lnTo>
                  <a:pt x="13988" y="22659"/>
                </a:lnTo>
                <a:lnTo>
                  <a:pt x="14076" y="22801"/>
                </a:lnTo>
                <a:lnTo>
                  <a:pt x="14164" y="22994"/>
                </a:lnTo>
                <a:lnTo>
                  <a:pt x="14265" y="23174"/>
                </a:lnTo>
                <a:lnTo>
                  <a:pt x="14390" y="23316"/>
                </a:lnTo>
                <a:lnTo>
                  <a:pt x="14491" y="23509"/>
                </a:lnTo>
                <a:lnTo>
                  <a:pt x="14579" y="23651"/>
                </a:lnTo>
                <a:lnTo>
                  <a:pt x="14667" y="23831"/>
                </a:lnTo>
                <a:lnTo>
                  <a:pt x="14767" y="24024"/>
                </a:lnTo>
                <a:lnTo>
                  <a:pt x="14893" y="24166"/>
                </a:lnTo>
                <a:lnTo>
                  <a:pt x="14993" y="24346"/>
                </a:lnTo>
                <a:lnTo>
                  <a:pt x="15081" y="24539"/>
                </a:lnTo>
                <a:lnTo>
                  <a:pt x="15169" y="24681"/>
                </a:lnTo>
                <a:lnTo>
                  <a:pt x="15269" y="24861"/>
                </a:lnTo>
                <a:lnTo>
                  <a:pt x="15407" y="25054"/>
                </a:lnTo>
                <a:lnTo>
                  <a:pt x="15495" y="25247"/>
                </a:lnTo>
                <a:lnTo>
                  <a:pt x="15583" y="25389"/>
                </a:lnTo>
                <a:lnTo>
                  <a:pt x="15671" y="25569"/>
                </a:lnTo>
                <a:lnTo>
                  <a:pt x="15772" y="25762"/>
                </a:lnTo>
                <a:lnTo>
                  <a:pt x="15910" y="25904"/>
                </a:lnTo>
                <a:lnTo>
                  <a:pt x="15998" y="26084"/>
                </a:lnTo>
                <a:lnTo>
                  <a:pt x="16086" y="26277"/>
                </a:lnTo>
                <a:lnTo>
                  <a:pt x="16173" y="26419"/>
                </a:lnTo>
                <a:lnTo>
                  <a:pt x="16274" y="26599"/>
                </a:lnTo>
                <a:lnTo>
                  <a:pt x="16412" y="26792"/>
                </a:lnTo>
                <a:lnTo>
                  <a:pt x="16500" y="26934"/>
                </a:lnTo>
                <a:lnTo>
                  <a:pt x="16588" y="27114"/>
                </a:lnTo>
                <a:lnTo>
                  <a:pt x="16676" y="27307"/>
                </a:lnTo>
                <a:lnTo>
                  <a:pt x="16776" y="27500"/>
                </a:lnTo>
                <a:lnTo>
                  <a:pt x="16914" y="27629"/>
                </a:lnTo>
                <a:lnTo>
                  <a:pt x="17002" y="27822"/>
                </a:lnTo>
                <a:lnTo>
                  <a:pt x="17090" y="28015"/>
                </a:lnTo>
                <a:lnTo>
                  <a:pt x="17178" y="28157"/>
                </a:lnTo>
                <a:lnTo>
                  <a:pt x="17279" y="28337"/>
                </a:lnTo>
                <a:lnTo>
                  <a:pt x="17417" y="28530"/>
                </a:lnTo>
                <a:lnTo>
                  <a:pt x="17505" y="28711"/>
                </a:lnTo>
                <a:lnTo>
                  <a:pt x="17592" y="28852"/>
                </a:lnTo>
                <a:lnTo>
                  <a:pt x="17693" y="29045"/>
                </a:lnTo>
                <a:lnTo>
                  <a:pt x="17781" y="29226"/>
                </a:lnTo>
                <a:lnTo>
                  <a:pt x="17919" y="29419"/>
                </a:lnTo>
                <a:lnTo>
                  <a:pt x="18007" y="29560"/>
                </a:lnTo>
                <a:lnTo>
                  <a:pt x="18095" y="29741"/>
                </a:lnTo>
                <a:lnTo>
                  <a:pt x="18195" y="29934"/>
                </a:lnTo>
                <a:lnTo>
                  <a:pt x="18283" y="30075"/>
                </a:lnTo>
                <a:lnTo>
                  <a:pt x="18421" y="30269"/>
                </a:lnTo>
                <a:lnTo>
                  <a:pt x="18509" y="30449"/>
                </a:lnTo>
                <a:lnTo>
                  <a:pt x="18597" y="30642"/>
                </a:lnTo>
                <a:lnTo>
                  <a:pt x="18698" y="30784"/>
                </a:lnTo>
                <a:lnTo>
                  <a:pt x="18785" y="30964"/>
                </a:lnTo>
                <a:lnTo>
                  <a:pt x="18924" y="31157"/>
                </a:lnTo>
                <a:lnTo>
                  <a:pt x="19011" y="31337"/>
                </a:lnTo>
                <a:lnTo>
                  <a:pt x="19099" y="31530"/>
                </a:lnTo>
                <a:lnTo>
                  <a:pt x="19200" y="31672"/>
                </a:lnTo>
                <a:lnTo>
                  <a:pt x="19288" y="31852"/>
                </a:lnTo>
                <a:lnTo>
                  <a:pt x="19426" y="32045"/>
                </a:lnTo>
                <a:lnTo>
                  <a:pt x="19514" y="32238"/>
                </a:lnTo>
                <a:lnTo>
                  <a:pt x="19602" y="32380"/>
                </a:lnTo>
                <a:lnTo>
                  <a:pt x="19702" y="32560"/>
                </a:lnTo>
                <a:lnTo>
                  <a:pt x="19790" y="32753"/>
                </a:lnTo>
                <a:lnTo>
                  <a:pt x="19928" y="32934"/>
                </a:lnTo>
                <a:lnTo>
                  <a:pt x="20016" y="33075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7760846" y="2541397"/>
            <a:ext cx="20016" cy="37401"/>
          </a:xfrm>
          <a:custGeom>
            <a:avLst/>
            <a:gdLst/>
            <a:ahLst/>
            <a:cxnLst/>
            <a:rect l="l" t="t" r="r" b="b"/>
            <a:pathLst>
              <a:path w="20016" h="37401">
                <a:moveTo>
                  <a:pt x="0" y="0"/>
                </a:moveTo>
                <a:lnTo>
                  <a:pt x="87" y="193"/>
                </a:lnTo>
                <a:lnTo>
                  <a:pt x="188" y="373"/>
                </a:lnTo>
                <a:lnTo>
                  <a:pt x="276" y="566"/>
                </a:lnTo>
                <a:lnTo>
                  <a:pt x="414" y="759"/>
                </a:lnTo>
                <a:lnTo>
                  <a:pt x="502" y="888"/>
                </a:lnTo>
                <a:lnTo>
                  <a:pt x="590" y="1081"/>
                </a:lnTo>
                <a:lnTo>
                  <a:pt x="690" y="1274"/>
                </a:lnTo>
                <a:lnTo>
                  <a:pt x="778" y="1454"/>
                </a:lnTo>
                <a:lnTo>
                  <a:pt x="916" y="1647"/>
                </a:lnTo>
                <a:lnTo>
                  <a:pt x="1004" y="1789"/>
                </a:lnTo>
                <a:lnTo>
                  <a:pt x="1092" y="1969"/>
                </a:lnTo>
                <a:lnTo>
                  <a:pt x="1192" y="2162"/>
                </a:lnTo>
                <a:lnTo>
                  <a:pt x="1280" y="2343"/>
                </a:lnTo>
                <a:lnTo>
                  <a:pt x="1418" y="2536"/>
                </a:lnTo>
                <a:lnTo>
                  <a:pt x="1506" y="2729"/>
                </a:lnTo>
                <a:lnTo>
                  <a:pt x="1607" y="2871"/>
                </a:lnTo>
                <a:lnTo>
                  <a:pt x="1695" y="3051"/>
                </a:lnTo>
                <a:lnTo>
                  <a:pt x="1783" y="3244"/>
                </a:lnTo>
                <a:lnTo>
                  <a:pt x="1921" y="3424"/>
                </a:lnTo>
                <a:lnTo>
                  <a:pt x="2009" y="3617"/>
                </a:lnTo>
                <a:lnTo>
                  <a:pt x="2109" y="3759"/>
                </a:lnTo>
                <a:lnTo>
                  <a:pt x="2197" y="3939"/>
                </a:lnTo>
                <a:lnTo>
                  <a:pt x="2285" y="4132"/>
                </a:lnTo>
                <a:lnTo>
                  <a:pt x="2423" y="4313"/>
                </a:lnTo>
                <a:lnTo>
                  <a:pt x="2511" y="4506"/>
                </a:lnTo>
                <a:lnTo>
                  <a:pt x="2611" y="4699"/>
                </a:lnTo>
                <a:lnTo>
                  <a:pt x="2699" y="4879"/>
                </a:lnTo>
                <a:lnTo>
                  <a:pt x="2787" y="5021"/>
                </a:lnTo>
                <a:lnTo>
                  <a:pt x="2925" y="5214"/>
                </a:lnTo>
                <a:lnTo>
                  <a:pt x="3013" y="5394"/>
                </a:lnTo>
                <a:lnTo>
                  <a:pt x="3114" y="5587"/>
                </a:lnTo>
                <a:lnTo>
                  <a:pt x="3202" y="5767"/>
                </a:lnTo>
                <a:lnTo>
                  <a:pt x="3290" y="5961"/>
                </a:lnTo>
                <a:lnTo>
                  <a:pt x="3428" y="6102"/>
                </a:lnTo>
                <a:lnTo>
                  <a:pt x="3516" y="6295"/>
                </a:lnTo>
                <a:lnTo>
                  <a:pt x="3616" y="6476"/>
                </a:lnTo>
                <a:lnTo>
                  <a:pt x="3704" y="6669"/>
                </a:lnTo>
                <a:lnTo>
                  <a:pt x="3792" y="6849"/>
                </a:lnTo>
                <a:lnTo>
                  <a:pt x="3930" y="7042"/>
                </a:lnTo>
                <a:lnTo>
                  <a:pt x="4018" y="7222"/>
                </a:lnTo>
                <a:lnTo>
                  <a:pt x="4118" y="7415"/>
                </a:lnTo>
                <a:lnTo>
                  <a:pt x="4206" y="7557"/>
                </a:lnTo>
                <a:lnTo>
                  <a:pt x="4294" y="7750"/>
                </a:lnTo>
                <a:lnTo>
                  <a:pt x="4432" y="7930"/>
                </a:lnTo>
                <a:lnTo>
                  <a:pt x="4520" y="8124"/>
                </a:lnTo>
                <a:lnTo>
                  <a:pt x="4621" y="8304"/>
                </a:lnTo>
                <a:lnTo>
                  <a:pt x="4709" y="8497"/>
                </a:lnTo>
                <a:lnTo>
                  <a:pt x="4796" y="8677"/>
                </a:lnTo>
                <a:lnTo>
                  <a:pt x="4935" y="8870"/>
                </a:lnTo>
                <a:lnTo>
                  <a:pt x="5035" y="9063"/>
                </a:lnTo>
                <a:lnTo>
                  <a:pt x="5123" y="9205"/>
                </a:lnTo>
                <a:lnTo>
                  <a:pt x="5211" y="9385"/>
                </a:lnTo>
                <a:lnTo>
                  <a:pt x="5299" y="9578"/>
                </a:lnTo>
                <a:lnTo>
                  <a:pt x="5437" y="9759"/>
                </a:lnTo>
                <a:lnTo>
                  <a:pt x="5537" y="9952"/>
                </a:lnTo>
                <a:lnTo>
                  <a:pt x="5625" y="10132"/>
                </a:lnTo>
                <a:lnTo>
                  <a:pt x="5713" y="10325"/>
                </a:lnTo>
                <a:lnTo>
                  <a:pt x="5801" y="10518"/>
                </a:lnTo>
                <a:lnTo>
                  <a:pt x="5939" y="10699"/>
                </a:lnTo>
                <a:lnTo>
                  <a:pt x="6040" y="10892"/>
                </a:lnTo>
                <a:lnTo>
                  <a:pt x="6128" y="11072"/>
                </a:lnTo>
                <a:lnTo>
                  <a:pt x="6215" y="11214"/>
                </a:lnTo>
                <a:lnTo>
                  <a:pt x="6303" y="11407"/>
                </a:lnTo>
                <a:lnTo>
                  <a:pt x="6441" y="11587"/>
                </a:lnTo>
                <a:lnTo>
                  <a:pt x="6542" y="11780"/>
                </a:lnTo>
                <a:lnTo>
                  <a:pt x="6630" y="11973"/>
                </a:lnTo>
                <a:lnTo>
                  <a:pt x="6718" y="12153"/>
                </a:lnTo>
                <a:lnTo>
                  <a:pt x="6806" y="12347"/>
                </a:lnTo>
                <a:lnTo>
                  <a:pt x="6944" y="12527"/>
                </a:lnTo>
                <a:lnTo>
                  <a:pt x="7044" y="12720"/>
                </a:lnTo>
                <a:lnTo>
                  <a:pt x="7132" y="12900"/>
                </a:lnTo>
                <a:lnTo>
                  <a:pt x="7220" y="13093"/>
                </a:lnTo>
                <a:lnTo>
                  <a:pt x="7308" y="13286"/>
                </a:lnTo>
                <a:lnTo>
                  <a:pt x="7446" y="13467"/>
                </a:lnTo>
                <a:lnTo>
                  <a:pt x="7547" y="13660"/>
                </a:lnTo>
                <a:lnTo>
                  <a:pt x="7634" y="13840"/>
                </a:lnTo>
                <a:lnTo>
                  <a:pt x="7722" y="14033"/>
                </a:lnTo>
                <a:lnTo>
                  <a:pt x="7823" y="14213"/>
                </a:lnTo>
                <a:lnTo>
                  <a:pt x="7948" y="14407"/>
                </a:lnTo>
                <a:lnTo>
                  <a:pt x="8049" y="14548"/>
                </a:lnTo>
                <a:lnTo>
                  <a:pt x="8137" y="14741"/>
                </a:lnTo>
                <a:lnTo>
                  <a:pt x="8225" y="14922"/>
                </a:lnTo>
                <a:lnTo>
                  <a:pt x="8325" y="15115"/>
                </a:lnTo>
                <a:lnTo>
                  <a:pt x="8451" y="15295"/>
                </a:lnTo>
                <a:lnTo>
                  <a:pt x="8551" y="15488"/>
                </a:lnTo>
                <a:lnTo>
                  <a:pt x="8639" y="15668"/>
                </a:lnTo>
                <a:lnTo>
                  <a:pt x="8727" y="15861"/>
                </a:lnTo>
                <a:lnTo>
                  <a:pt x="8827" y="16055"/>
                </a:lnTo>
                <a:lnTo>
                  <a:pt x="8966" y="16235"/>
                </a:lnTo>
                <a:lnTo>
                  <a:pt x="9053" y="16428"/>
                </a:lnTo>
                <a:lnTo>
                  <a:pt x="9141" y="16608"/>
                </a:lnTo>
                <a:lnTo>
                  <a:pt x="9229" y="16801"/>
                </a:lnTo>
                <a:lnTo>
                  <a:pt x="9330" y="16982"/>
                </a:lnTo>
                <a:lnTo>
                  <a:pt x="9468" y="17175"/>
                </a:lnTo>
                <a:lnTo>
                  <a:pt x="9556" y="17368"/>
                </a:lnTo>
                <a:lnTo>
                  <a:pt x="9644" y="17548"/>
                </a:lnTo>
                <a:lnTo>
                  <a:pt x="9732" y="17741"/>
                </a:lnTo>
                <a:lnTo>
                  <a:pt x="9832" y="17921"/>
                </a:lnTo>
                <a:lnTo>
                  <a:pt x="9970" y="18115"/>
                </a:lnTo>
                <a:lnTo>
                  <a:pt x="10058" y="18308"/>
                </a:lnTo>
                <a:lnTo>
                  <a:pt x="10146" y="18488"/>
                </a:lnTo>
                <a:lnTo>
                  <a:pt x="10234" y="18681"/>
                </a:lnTo>
                <a:lnTo>
                  <a:pt x="10334" y="18861"/>
                </a:lnTo>
                <a:lnTo>
                  <a:pt x="10472" y="19054"/>
                </a:lnTo>
                <a:lnTo>
                  <a:pt x="10560" y="19235"/>
                </a:lnTo>
                <a:lnTo>
                  <a:pt x="10648" y="19428"/>
                </a:lnTo>
                <a:lnTo>
                  <a:pt x="10736" y="19621"/>
                </a:lnTo>
                <a:lnTo>
                  <a:pt x="10837" y="19801"/>
                </a:lnTo>
                <a:lnTo>
                  <a:pt x="10975" y="19994"/>
                </a:lnTo>
                <a:lnTo>
                  <a:pt x="11063" y="20175"/>
                </a:lnTo>
                <a:lnTo>
                  <a:pt x="11151" y="20368"/>
                </a:lnTo>
                <a:lnTo>
                  <a:pt x="11251" y="20548"/>
                </a:lnTo>
                <a:lnTo>
                  <a:pt x="11339" y="20741"/>
                </a:lnTo>
                <a:lnTo>
                  <a:pt x="11477" y="20934"/>
                </a:lnTo>
                <a:lnTo>
                  <a:pt x="11565" y="21114"/>
                </a:lnTo>
                <a:lnTo>
                  <a:pt x="11653" y="21346"/>
                </a:lnTo>
                <a:lnTo>
                  <a:pt x="11753" y="21539"/>
                </a:lnTo>
                <a:lnTo>
                  <a:pt x="11841" y="21732"/>
                </a:lnTo>
                <a:lnTo>
                  <a:pt x="11979" y="21913"/>
                </a:lnTo>
                <a:lnTo>
                  <a:pt x="12067" y="22106"/>
                </a:lnTo>
                <a:lnTo>
                  <a:pt x="12155" y="22286"/>
                </a:lnTo>
                <a:lnTo>
                  <a:pt x="12256" y="22479"/>
                </a:lnTo>
                <a:lnTo>
                  <a:pt x="12343" y="22659"/>
                </a:lnTo>
                <a:lnTo>
                  <a:pt x="12482" y="22853"/>
                </a:lnTo>
                <a:lnTo>
                  <a:pt x="12569" y="23046"/>
                </a:lnTo>
                <a:lnTo>
                  <a:pt x="12657" y="23226"/>
                </a:lnTo>
                <a:lnTo>
                  <a:pt x="12758" y="23419"/>
                </a:lnTo>
                <a:lnTo>
                  <a:pt x="12846" y="23599"/>
                </a:lnTo>
                <a:lnTo>
                  <a:pt x="12984" y="23792"/>
                </a:lnTo>
                <a:lnTo>
                  <a:pt x="13072" y="23986"/>
                </a:lnTo>
                <a:lnTo>
                  <a:pt x="13160" y="24166"/>
                </a:lnTo>
                <a:lnTo>
                  <a:pt x="13260" y="24359"/>
                </a:lnTo>
                <a:lnTo>
                  <a:pt x="13348" y="24591"/>
                </a:lnTo>
                <a:lnTo>
                  <a:pt x="13486" y="24771"/>
                </a:lnTo>
                <a:lnTo>
                  <a:pt x="13574" y="24964"/>
                </a:lnTo>
                <a:lnTo>
                  <a:pt x="13662" y="25157"/>
                </a:lnTo>
                <a:lnTo>
                  <a:pt x="13762" y="25337"/>
                </a:lnTo>
                <a:lnTo>
                  <a:pt x="13850" y="25531"/>
                </a:lnTo>
                <a:lnTo>
                  <a:pt x="13988" y="25711"/>
                </a:lnTo>
                <a:lnTo>
                  <a:pt x="14076" y="25904"/>
                </a:lnTo>
                <a:lnTo>
                  <a:pt x="14164" y="26097"/>
                </a:lnTo>
                <a:lnTo>
                  <a:pt x="14265" y="26277"/>
                </a:lnTo>
                <a:lnTo>
                  <a:pt x="14353" y="26470"/>
                </a:lnTo>
                <a:lnTo>
                  <a:pt x="14491" y="26651"/>
                </a:lnTo>
                <a:lnTo>
                  <a:pt x="14579" y="26882"/>
                </a:lnTo>
                <a:lnTo>
                  <a:pt x="14667" y="27076"/>
                </a:lnTo>
                <a:lnTo>
                  <a:pt x="14767" y="27269"/>
                </a:lnTo>
                <a:lnTo>
                  <a:pt x="14855" y="27449"/>
                </a:lnTo>
                <a:lnTo>
                  <a:pt x="14993" y="27642"/>
                </a:lnTo>
                <a:lnTo>
                  <a:pt x="15081" y="27822"/>
                </a:lnTo>
                <a:lnTo>
                  <a:pt x="15181" y="28015"/>
                </a:lnTo>
                <a:lnTo>
                  <a:pt x="15269" y="28209"/>
                </a:lnTo>
                <a:lnTo>
                  <a:pt x="15357" y="28389"/>
                </a:lnTo>
                <a:lnTo>
                  <a:pt x="15495" y="28621"/>
                </a:lnTo>
                <a:lnTo>
                  <a:pt x="15583" y="28814"/>
                </a:lnTo>
                <a:lnTo>
                  <a:pt x="15684" y="28994"/>
                </a:lnTo>
                <a:lnTo>
                  <a:pt x="15772" y="29187"/>
                </a:lnTo>
                <a:lnTo>
                  <a:pt x="15860" y="29380"/>
                </a:lnTo>
                <a:lnTo>
                  <a:pt x="15998" y="29560"/>
                </a:lnTo>
                <a:lnTo>
                  <a:pt x="16086" y="29754"/>
                </a:lnTo>
                <a:lnTo>
                  <a:pt x="16186" y="29934"/>
                </a:lnTo>
                <a:lnTo>
                  <a:pt x="16274" y="30178"/>
                </a:lnTo>
                <a:lnTo>
                  <a:pt x="16362" y="30359"/>
                </a:lnTo>
                <a:lnTo>
                  <a:pt x="16500" y="30552"/>
                </a:lnTo>
                <a:lnTo>
                  <a:pt x="16588" y="30732"/>
                </a:lnTo>
                <a:lnTo>
                  <a:pt x="16688" y="30925"/>
                </a:lnTo>
                <a:lnTo>
                  <a:pt x="16776" y="31105"/>
                </a:lnTo>
                <a:lnTo>
                  <a:pt x="16864" y="31299"/>
                </a:lnTo>
                <a:lnTo>
                  <a:pt x="17002" y="31530"/>
                </a:lnTo>
                <a:lnTo>
                  <a:pt x="17090" y="31723"/>
                </a:lnTo>
                <a:lnTo>
                  <a:pt x="17191" y="31904"/>
                </a:lnTo>
                <a:lnTo>
                  <a:pt x="17279" y="32097"/>
                </a:lnTo>
                <a:lnTo>
                  <a:pt x="17366" y="32290"/>
                </a:lnTo>
                <a:lnTo>
                  <a:pt x="17505" y="32470"/>
                </a:lnTo>
                <a:lnTo>
                  <a:pt x="17592" y="32702"/>
                </a:lnTo>
                <a:lnTo>
                  <a:pt x="17693" y="32895"/>
                </a:lnTo>
                <a:lnTo>
                  <a:pt x="17781" y="33088"/>
                </a:lnTo>
                <a:lnTo>
                  <a:pt x="17869" y="33268"/>
                </a:lnTo>
                <a:lnTo>
                  <a:pt x="18007" y="33462"/>
                </a:lnTo>
                <a:lnTo>
                  <a:pt x="18095" y="33642"/>
                </a:lnTo>
                <a:lnTo>
                  <a:pt x="18195" y="33874"/>
                </a:lnTo>
                <a:lnTo>
                  <a:pt x="18283" y="34067"/>
                </a:lnTo>
                <a:lnTo>
                  <a:pt x="18371" y="34260"/>
                </a:lnTo>
                <a:lnTo>
                  <a:pt x="18509" y="34440"/>
                </a:lnTo>
                <a:lnTo>
                  <a:pt x="18610" y="34633"/>
                </a:lnTo>
                <a:lnTo>
                  <a:pt x="18698" y="34813"/>
                </a:lnTo>
                <a:lnTo>
                  <a:pt x="18785" y="35058"/>
                </a:lnTo>
                <a:lnTo>
                  <a:pt x="18873" y="35238"/>
                </a:lnTo>
                <a:lnTo>
                  <a:pt x="19011" y="35431"/>
                </a:lnTo>
                <a:lnTo>
                  <a:pt x="19112" y="35612"/>
                </a:lnTo>
                <a:lnTo>
                  <a:pt x="19200" y="35805"/>
                </a:lnTo>
                <a:lnTo>
                  <a:pt x="19288" y="36037"/>
                </a:lnTo>
                <a:lnTo>
                  <a:pt x="19376" y="36230"/>
                </a:lnTo>
                <a:lnTo>
                  <a:pt x="19514" y="36410"/>
                </a:lnTo>
                <a:lnTo>
                  <a:pt x="19614" y="36603"/>
                </a:lnTo>
                <a:lnTo>
                  <a:pt x="19702" y="36783"/>
                </a:lnTo>
                <a:lnTo>
                  <a:pt x="19790" y="37028"/>
                </a:lnTo>
                <a:lnTo>
                  <a:pt x="19878" y="37208"/>
                </a:lnTo>
                <a:lnTo>
                  <a:pt x="20016" y="37401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7780862" y="2578799"/>
            <a:ext cx="20029" cy="41058"/>
          </a:xfrm>
          <a:custGeom>
            <a:avLst/>
            <a:gdLst/>
            <a:ahLst/>
            <a:cxnLst/>
            <a:rect l="l" t="t" r="r" b="b"/>
            <a:pathLst>
              <a:path w="20029" h="41058">
                <a:moveTo>
                  <a:pt x="0" y="0"/>
                </a:moveTo>
                <a:lnTo>
                  <a:pt x="100" y="180"/>
                </a:lnTo>
                <a:lnTo>
                  <a:pt x="188" y="373"/>
                </a:lnTo>
                <a:lnTo>
                  <a:pt x="276" y="605"/>
                </a:lnTo>
                <a:lnTo>
                  <a:pt x="364" y="798"/>
                </a:lnTo>
                <a:lnTo>
                  <a:pt x="502" y="978"/>
                </a:lnTo>
                <a:lnTo>
                  <a:pt x="602" y="1171"/>
                </a:lnTo>
                <a:lnTo>
                  <a:pt x="690" y="1364"/>
                </a:lnTo>
                <a:lnTo>
                  <a:pt x="778" y="1596"/>
                </a:lnTo>
                <a:lnTo>
                  <a:pt x="866" y="1776"/>
                </a:lnTo>
                <a:lnTo>
                  <a:pt x="1004" y="1969"/>
                </a:lnTo>
                <a:lnTo>
                  <a:pt x="1105" y="2150"/>
                </a:lnTo>
                <a:lnTo>
                  <a:pt x="1192" y="2394"/>
                </a:lnTo>
                <a:lnTo>
                  <a:pt x="1280" y="2574"/>
                </a:lnTo>
                <a:lnTo>
                  <a:pt x="1381" y="2768"/>
                </a:lnTo>
                <a:lnTo>
                  <a:pt x="1506" y="2948"/>
                </a:lnTo>
                <a:lnTo>
                  <a:pt x="1607" y="3192"/>
                </a:lnTo>
                <a:lnTo>
                  <a:pt x="1695" y="3373"/>
                </a:lnTo>
                <a:lnTo>
                  <a:pt x="1783" y="3566"/>
                </a:lnTo>
                <a:lnTo>
                  <a:pt x="1883" y="3746"/>
                </a:lnTo>
                <a:lnTo>
                  <a:pt x="2009" y="3991"/>
                </a:lnTo>
                <a:lnTo>
                  <a:pt x="2109" y="4171"/>
                </a:lnTo>
                <a:lnTo>
                  <a:pt x="2197" y="4364"/>
                </a:lnTo>
                <a:lnTo>
                  <a:pt x="2285" y="4544"/>
                </a:lnTo>
                <a:lnTo>
                  <a:pt x="2385" y="4789"/>
                </a:lnTo>
                <a:lnTo>
                  <a:pt x="2524" y="4969"/>
                </a:lnTo>
                <a:lnTo>
                  <a:pt x="2611" y="5162"/>
                </a:lnTo>
                <a:lnTo>
                  <a:pt x="2699" y="5343"/>
                </a:lnTo>
                <a:lnTo>
                  <a:pt x="2787" y="5587"/>
                </a:lnTo>
                <a:lnTo>
                  <a:pt x="2888" y="5767"/>
                </a:lnTo>
                <a:lnTo>
                  <a:pt x="3026" y="5961"/>
                </a:lnTo>
                <a:lnTo>
                  <a:pt x="3114" y="6141"/>
                </a:lnTo>
                <a:lnTo>
                  <a:pt x="3202" y="6373"/>
                </a:lnTo>
                <a:lnTo>
                  <a:pt x="3290" y="6566"/>
                </a:lnTo>
                <a:lnTo>
                  <a:pt x="3390" y="6759"/>
                </a:lnTo>
                <a:lnTo>
                  <a:pt x="3528" y="6991"/>
                </a:lnTo>
                <a:lnTo>
                  <a:pt x="3616" y="7171"/>
                </a:lnTo>
                <a:lnTo>
                  <a:pt x="3704" y="7364"/>
                </a:lnTo>
                <a:lnTo>
                  <a:pt x="3792" y="7557"/>
                </a:lnTo>
                <a:lnTo>
                  <a:pt x="3892" y="7789"/>
                </a:lnTo>
                <a:lnTo>
                  <a:pt x="4030" y="7969"/>
                </a:lnTo>
                <a:lnTo>
                  <a:pt x="4118" y="8162"/>
                </a:lnTo>
                <a:lnTo>
                  <a:pt x="4206" y="8394"/>
                </a:lnTo>
                <a:lnTo>
                  <a:pt x="4294" y="8587"/>
                </a:lnTo>
                <a:lnTo>
                  <a:pt x="4395" y="8767"/>
                </a:lnTo>
                <a:lnTo>
                  <a:pt x="4533" y="8960"/>
                </a:lnTo>
                <a:lnTo>
                  <a:pt x="4621" y="9192"/>
                </a:lnTo>
                <a:lnTo>
                  <a:pt x="4709" y="9385"/>
                </a:lnTo>
                <a:lnTo>
                  <a:pt x="4809" y="9566"/>
                </a:lnTo>
                <a:lnTo>
                  <a:pt x="4897" y="9810"/>
                </a:lnTo>
                <a:lnTo>
                  <a:pt x="5035" y="9990"/>
                </a:lnTo>
                <a:lnTo>
                  <a:pt x="5123" y="10184"/>
                </a:lnTo>
                <a:lnTo>
                  <a:pt x="5211" y="10415"/>
                </a:lnTo>
                <a:lnTo>
                  <a:pt x="5311" y="10596"/>
                </a:lnTo>
                <a:lnTo>
                  <a:pt x="5399" y="10789"/>
                </a:lnTo>
                <a:lnTo>
                  <a:pt x="5537" y="10982"/>
                </a:lnTo>
                <a:lnTo>
                  <a:pt x="5625" y="11214"/>
                </a:lnTo>
                <a:lnTo>
                  <a:pt x="5713" y="11394"/>
                </a:lnTo>
                <a:lnTo>
                  <a:pt x="5814" y="11587"/>
                </a:lnTo>
                <a:lnTo>
                  <a:pt x="5901" y="11819"/>
                </a:lnTo>
                <a:lnTo>
                  <a:pt x="6040" y="12012"/>
                </a:lnTo>
                <a:lnTo>
                  <a:pt x="6128" y="12192"/>
                </a:lnTo>
                <a:lnTo>
                  <a:pt x="6215" y="12437"/>
                </a:lnTo>
                <a:lnTo>
                  <a:pt x="6316" y="12617"/>
                </a:lnTo>
                <a:lnTo>
                  <a:pt x="6404" y="12810"/>
                </a:lnTo>
                <a:lnTo>
                  <a:pt x="6542" y="13042"/>
                </a:lnTo>
                <a:lnTo>
                  <a:pt x="6630" y="13235"/>
                </a:lnTo>
                <a:lnTo>
                  <a:pt x="6718" y="13415"/>
                </a:lnTo>
                <a:lnTo>
                  <a:pt x="6818" y="13647"/>
                </a:lnTo>
                <a:lnTo>
                  <a:pt x="6906" y="13840"/>
                </a:lnTo>
                <a:lnTo>
                  <a:pt x="7044" y="14033"/>
                </a:lnTo>
                <a:lnTo>
                  <a:pt x="7132" y="14265"/>
                </a:lnTo>
                <a:lnTo>
                  <a:pt x="7220" y="14445"/>
                </a:lnTo>
                <a:lnTo>
                  <a:pt x="7320" y="14638"/>
                </a:lnTo>
                <a:lnTo>
                  <a:pt x="7408" y="14870"/>
                </a:lnTo>
                <a:lnTo>
                  <a:pt x="7547" y="15063"/>
                </a:lnTo>
                <a:lnTo>
                  <a:pt x="7634" y="15243"/>
                </a:lnTo>
                <a:lnTo>
                  <a:pt x="7722" y="15475"/>
                </a:lnTo>
                <a:lnTo>
                  <a:pt x="7823" y="15668"/>
                </a:lnTo>
                <a:lnTo>
                  <a:pt x="7911" y="15900"/>
                </a:lnTo>
                <a:lnTo>
                  <a:pt x="8049" y="16093"/>
                </a:lnTo>
                <a:lnTo>
                  <a:pt x="8137" y="16273"/>
                </a:lnTo>
                <a:lnTo>
                  <a:pt x="8225" y="16518"/>
                </a:lnTo>
                <a:lnTo>
                  <a:pt x="8325" y="16698"/>
                </a:lnTo>
                <a:lnTo>
                  <a:pt x="8413" y="16891"/>
                </a:lnTo>
                <a:lnTo>
                  <a:pt x="8551" y="17123"/>
                </a:lnTo>
                <a:lnTo>
                  <a:pt x="8639" y="17316"/>
                </a:lnTo>
                <a:lnTo>
                  <a:pt x="8739" y="17548"/>
                </a:lnTo>
                <a:lnTo>
                  <a:pt x="8827" y="17728"/>
                </a:lnTo>
                <a:lnTo>
                  <a:pt x="8915" y="17921"/>
                </a:lnTo>
                <a:lnTo>
                  <a:pt x="9053" y="18153"/>
                </a:lnTo>
                <a:lnTo>
                  <a:pt x="9141" y="18346"/>
                </a:lnTo>
                <a:lnTo>
                  <a:pt x="9242" y="18527"/>
                </a:lnTo>
                <a:lnTo>
                  <a:pt x="9330" y="18771"/>
                </a:lnTo>
                <a:lnTo>
                  <a:pt x="9418" y="18951"/>
                </a:lnTo>
                <a:lnTo>
                  <a:pt x="9556" y="19183"/>
                </a:lnTo>
                <a:lnTo>
                  <a:pt x="9644" y="19376"/>
                </a:lnTo>
                <a:lnTo>
                  <a:pt x="9744" y="19569"/>
                </a:lnTo>
                <a:lnTo>
                  <a:pt x="9832" y="19801"/>
                </a:lnTo>
                <a:lnTo>
                  <a:pt x="9920" y="19981"/>
                </a:lnTo>
                <a:lnTo>
                  <a:pt x="10058" y="20226"/>
                </a:lnTo>
                <a:lnTo>
                  <a:pt x="10146" y="20406"/>
                </a:lnTo>
                <a:lnTo>
                  <a:pt x="10246" y="20599"/>
                </a:lnTo>
                <a:lnTo>
                  <a:pt x="10334" y="20831"/>
                </a:lnTo>
                <a:lnTo>
                  <a:pt x="10422" y="21024"/>
                </a:lnTo>
                <a:lnTo>
                  <a:pt x="10560" y="21256"/>
                </a:lnTo>
                <a:lnTo>
                  <a:pt x="10648" y="21436"/>
                </a:lnTo>
                <a:lnTo>
                  <a:pt x="10749" y="21629"/>
                </a:lnTo>
                <a:lnTo>
                  <a:pt x="10837" y="21861"/>
                </a:lnTo>
                <a:lnTo>
                  <a:pt x="10924" y="22054"/>
                </a:lnTo>
                <a:lnTo>
                  <a:pt x="11063" y="22286"/>
                </a:lnTo>
                <a:lnTo>
                  <a:pt x="11151" y="22479"/>
                </a:lnTo>
                <a:lnTo>
                  <a:pt x="11251" y="22659"/>
                </a:lnTo>
                <a:lnTo>
                  <a:pt x="11339" y="22891"/>
                </a:lnTo>
                <a:lnTo>
                  <a:pt x="11477" y="23084"/>
                </a:lnTo>
                <a:lnTo>
                  <a:pt x="11565" y="23316"/>
                </a:lnTo>
                <a:lnTo>
                  <a:pt x="11653" y="23509"/>
                </a:lnTo>
                <a:lnTo>
                  <a:pt x="11753" y="23741"/>
                </a:lnTo>
                <a:lnTo>
                  <a:pt x="11841" y="23921"/>
                </a:lnTo>
                <a:lnTo>
                  <a:pt x="11979" y="24114"/>
                </a:lnTo>
                <a:lnTo>
                  <a:pt x="12067" y="24346"/>
                </a:lnTo>
                <a:lnTo>
                  <a:pt x="12155" y="24539"/>
                </a:lnTo>
                <a:lnTo>
                  <a:pt x="12256" y="24771"/>
                </a:lnTo>
                <a:lnTo>
                  <a:pt x="12343" y="24964"/>
                </a:lnTo>
                <a:lnTo>
                  <a:pt x="12482" y="25196"/>
                </a:lnTo>
                <a:lnTo>
                  <a:pt x="12569" y="25376"/>
                </a:lnTo>
                <a:lnTo>
                  <a:pt x="12670" y="25621"/>
                </a:lnTo>
                <a:lnTo>
                  <a:pt x="12758" y="25801"/>
                </a:lnTo>
                <a:lnTo>
                  <a:pt x="12846" y="25994"/>
                </a:lnTo>
                <a:lnTo>
                  <a:pt x="12984" y="26226"/>
                </a:lnTo>
                <a:lnTo>
                  <a:pt x="13072" y="26419"/>
                </a:lnTo>
                <a:lnTo>
                  <a:pt x="13172" y="26651"/>
                </a:lnTo>
                <a:lnTo>
                  <a:pt x="13260" y="26831"/>
                </a:lnTo>
                <a:lnTo>
                  <a:pt x="13348" y="27076"/>
                </a:lnTo>
                <a:lnTo>
                  <a:pt x="13486" y="27256"/>
                </a:lnTo>
                <a:lnTo>
                  <a:pt x="13574" y="27488"/>
                </a:lnTo>
                <a:lnTo>
                  <a:pt x="13675" y="27681"/>
                </a:lnTo>
                <a:lnTo>
                  <a:pt x="13762" y="27912"/>
                </a:lnTo>
                <a:lnTo>
                  <a:pt x="13850" y="28106"/>
                </a:lnTo>
                <a:lnTo>
                  <a:pt x="13988" y="28286"/>
                </a:lnTo>
                <a:lnTo>
                  <a:pt x="14076" y="28530"/>
                </a:lnTo>
                <a:lnTo>
                  <a:pt x="14177" y="28711"/>
                </a:lnTo>
                <a:lnTo>
                  <a:pt x="14265" y="28942"/>
                </a:lnTo>
                <a:lnTo>
                  <a:pt x="14353" y="29136"/>
                </a:lnTo>
                <a:lnTo>
                  <a:pt x="14491" y="29367"/>
                </a:lnTo>
                <a:lnTo>
                  <a:pt x="14579" y="29560"/>
                </a:lnTo>
                <a:lnTo>
                  <a:pt x="14679" y="29792"/>
                </a:lnTo>
                <a:lnTo>
                  <a:pt x="14767" y="29985"/>
                </a:lnTo>
                <a:lnTo>
                  <a:pt x="14855" y="30217"/>
                </a:lnTo>
                <a:lnTo>
                  <a:pt x="14993" y="30397"/>
                </a:lnTo>
                <a:lnTo>
                  <a:pt x="15081" y="30642"/>
                </a:lnTo>
                <a:lnTo>
                  <a:pt x="15181" y="30822"/>
                </a:lnTo>
                <a:lnTo>
                  <a:pt x="15269" y="31054"/>
                </a:lnTo>
                <a:lnTo>
                  <a:pt x="15357" y="31247"/>
                </a:lnTo>
                <a:lnTo>
                  <a:pt x="15495" y="31479"/>
                </a:lnTo>
                <a:lnTo>
                  <a:pt x="15583" y="31672"/>
                </a:lnTo>
                <a:lnTo>
                  <a:pt x="15684" y="31904"/>
                </a:lnTo>
                <a:lnTo>
                  <a:pt x="15772" y="32097"/>
                </a:lnTo>
                <a:lnTo>
                  <a:pt x="15860" y="32329"/>
                </a:lnTo>
                <a:lnTo>
                  <a:pt x="15998" y="32509"/>
                </a:lnTo>
                <a:lnTo>
                  <a:pt x="16098" y="32753"/>
                </a:lnTo>
                <a:lnTo>
                  <a:pt x="16186" y="32934"/>
                </a:lnTo>
                <a:lnTo>
                  <a:pt x="16274" y="33165"/>
                </a:lnTo>
                <a:lnTo>
                  <a:pt x="16362" y="33359"/>
                </a:lnTo>
                <a:lnTo>
                  <a:pt x="16500" y="33590"/>
                </a:lnTo>
                <a:lnTo>
                  <a:pt x="16600" y="33783"/>
                </a:lnTo>
                <a:lnTo>
                  <a:pt x="16688" y="34015"/>
                </a:lnTo>
                <a:lnTo>
                  <a:pt x="16776" y="34208"/>
                </a:lnTo>
                <a:lnTo>
                  <a:pt x="16864" y="34440"/>
                </a:lnTo>
                <a:lnTo>
                  <a:pt x="17002" y="34620"/>
                </a:lnTo>
                <a:lnTo>
                  <a:pt x="17103" y="34865"/>
                </a:lnTo>
                <a:lnTo>
                  <a:pt x="17191" y="35045"/>
                </a:lnTo>
                <a:lnTo>
                  <a:pt x="17279" y="35277"/>
                </a:lnTo>
                <a:lnTo>
                  <a:pt x="17366" y="35470"/>
                </a:lnTo>
                <a:lnTo>
                  <a:pt x="17505" y="35702"/>
                </a:lnTo>
                <a:lnTo>
                  <a:pt x="17605" y="35895"/>
                </a:lnTo>
                <a:lnTo>
                  <a:pt x="17693" y="36127"/>
                </a:lnTo>
                <a:lnTo>
                  <a:pt x="17781" y="36320"/>
                </a:lnTo>
                <a:lnTo>
                  <a:pt x="17869" y="36552"/>
                </a:lnTo>
                <a:lnTo>
                  <a:pt x="18007" y="36783"/>
                </a:lnTo>
                <a:lnTo>
                  <a:pt x="18107" y="36976"/>
                </a:lnTo>
                <a:lnTo>
                  <a:pt x="18195" y="37208"/>
                </a:lnTo>
                <a:lnTo>
                  <a:pt x="18283" y="37388"/>
                </a:lnTo>
                <a:lnTo>
                  <a:pt x="18371" y="37633"/>
                </a:lnTo>
                <a:lnTo>
                  <a:pt x="18509" y="37813"/>
                </a:lnTo>
                <a:lnTo>
                  <a:pt x="18610" y="38045"/>
                </a:lnTo>
                <a:lnTo>
                  <a:pt x="18698" y="38238"/>
                </a:lnTo>
                <a:lnTo>
                  <a:pt x="18785" y="38470"/>
                </a:lnTo>
                <a:lnTo>
                  <a:pt x="18886" y="38663"/>
                </a:lnTo>
                <a:lnTo>
                  <a:pt x="19011" y="38895"/>
                </a:lnTo>
                <a:lnTo>
                  <a:pt x="19112" y="39127"/>
                </a:lnTo>
                <a:lnTo>
                  <a:pt x="19200" y="39320"/>
                </a:lnTo>
                <a:lnTo>
                  <a:pt x="19288" y="39551"/>
                </a:lnTo>
                <a:lnTo>
                  <a:pt x="19388" y="39745"/>
                </a:lnTo>
                <a:lnTo>
                  <a:pt x="19514" y="39976"/>
                </a:lnTo>
                <a:lnTo>
                  <a:pt x="19614" y="40157"/>
                </a:lnTo>
                <a:lnTo>
                  <a:pt x="19702" y="40401"/>
                </a:lnTo>
                <a:lnTo>
                  <a:pt x="19790" y="40581"/>
                </a:lnTo>
                <a:lnTo>
                  <a:pt x="19890" y="40813"/>
                </a:lnTo>
                <a:lnTo>
                  <a:pt x="20029" y="41058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7800891" y="2619857"/>
            <a:ext cx="19966" cy="44058"/>
          </a:xfrm>
          <a:custGeom>
            <a:avLst/>
            <a:gdLst/>
            <a:ahLst/>
            <a:cxnLst/>
            <a:rect l="l" t="t" r="r" b="b"/>
            <a:pathLst>
              <a:path w="19966" h="44058">
                <a:moveTo>
                  <a:pt x="0" y="0"/>
                </a:moveTo>
                <a:lnTo>
                  <a:pt x="87" y="180"/>
                </a:lnTo>
                <a:lnTo>
                  <a:pt x="175" y="424"/>
                </a:lnTo>
                <a:lnTo>
                  <a:pt x="263" y="605"/>
                </a:lnTo>
                <a:lnTo>
                  <a:pt x="364" y="836"/>
                </a:lnTo>
                <a:lnTo>
                  <a:pt x="502" y="1029"/>
                </a:lnTo>
                <a:lnTo>
                  <a:pt x="590" y="1261"/>
                </a:lnTo>
                <a:lnTo>
                  <a:pt x="678" y="1493"/>
                </a:lnTo>
                <a:lnTo>
                  <a:pt x="766" y="1686"/>
                </a:lnTo>
                <a:lnTo>
                  <a:pt x="866" y="1918"/>
                </a:lnTo>
                <a:lnTo>
                  <a:pt x="1004" y="2111"/>
                </a:lnTo>
                <a:lnTo>
                  <a:pt x="1092" y="2343"/>
                </a:lnTo>
                <a:lnTo>
                  <a:pt x="1180" y="2574"/>
                </a:lnTo>
                <a:lnTo>
                  <a:pt x="1268" y="2768"/>
                </a:lnTo>
                <a:lnTo>
                  <a:pt x="1368" y="2999"/>
                </a:lnTo>
                <a:lnTo>
                  <a:pt x="1506" y="3192"/>
                </a:lnTo>
                <a:lnTo>
                  <a:pt x="1594" y="3424"/>
                </a:lnTo>
                <a:lnTo>
                  <a:pt x="1682" y="3604"/>
                </a:lnTo>
                <a:lnTo>
                  <a:pt x="1770" y="3849"/>
                </a:lnTo>
                <a:lnTo>
                  <a:pt x="1871" y="4081"/>
                </a:lnTo>
                <a:lnTo>
                  <a:pt x="2009" y="4261"/>
                </a:lnTo>
                <a:lnTo>
                  <a:pt x="2097" y="4506"/>
                </a:lnTo>
                <a:lnTo>
                  <a:pt x="2184" y="4686"/>
                </a:lnTo>
                <a:lnTo>
                  <a:pt x="2285" y="4918"/>
                </a:lnTo>
                <a:lnTo>
                  <a:pt x="2373" y="5162"/>
                </a:lnTo>
                <a:lnTo>
                  <a:pt x="2511" y="5343"/>
                </a:lnTo>
                <a:lnTo>
                  <a:pt x="2599" y="5574"/>
                </a:lnTo>
                <a:lnTo>
                  <a:pt x="2687" y="5819"/>
                </a:lnTo>
                <a:lnTo>
                  <a:pt x="2787" y="5999"/>
                </a:lnTo>
                <a:lnTo>
                  <a:pt x="2875" y="6231"/>
                </a:lnTo>
                <a:lnTo>
                  <a:pt x="3013" y="6424"/>
                </a:lnTo>
                <a:lnTo>
                  <a:pt x="3101" y="6656"/>
                </a:lnTo>
                <a:lnTo>
                  <a:pt x="3189" y="6888"/>
                </a:lnTo>
                <a:lnTo>
                  <a:pt x="3290" y="7081"/>
                </a:lnTo>
                <a:lnTo>
                  <a:pt x="3377" y="7312"/>
                </a:lnTo>
                <a:lnTo>
                  <a:pt x="3516" y="7506"/>
                </a:lnTo>
                <a:lnTo>
                  <a:pt x="3603" y="7737"/>
                </a:lnTo>
                <a:lnTo>
                  <a:pt x="3691" y="7969"/>
                </a:lnTo>
                <a:lnTo>
                  <a:pt x="3792" y="8162"/>
                </a:lnTo>
                <a:lnTo>
                  <a:pt x="3880" y="8394"/>
                </a:lnTo>
                <a:lnTo>
                  <a:pt x="4018" y="8626"/>
                </a:lnTo>
                <a:lnTo>
                  <a:pt x="4106" y="8819"/>
                </a:lnTo>
                <a:lnTo>
                  <a:pt x="4194" y="9051"/>
                </a:lnTo>
                <a:lnTo>
                  <a:pt x="4294" y="9282"/>
                </a:lnTo>
                <a:lnTo>
                  <a:pt x="4382" y="9475"/>
                </a:lnTo>
                <a:lnTo>
                  <a:pt x="4520" y="9707"/>
                </a:lnTo>
                <a:lnTo>
                  <a:pt x="4608" y="9900"/>
                </a:lnTo>
                <a:lnTo>
                  <a:pt x="4696" y="10132"/>
                </a:lnTo>
                <a:lnTo>
                  <a:pt x="4796" y="10364"/>
                </a:lnTo>
                <a:lnTo>
                  <a:pt x="4884" y="10557"/>
                </a:lnTo>
                <a:lnTo>
                  <a:pt x="5022" y="10789"/>
                </a:lnTo>
                <a:lnTo>
                  <a:pt x="5110" y="11020"/>
                </a:lnTo>
                <a:lnTo>
                  <a:pt x="5198" y="11214"/>
                </a:lnTo>
                <a:lnTo>
                  <a:pt x="5299" y="11445"/>
                </a:lnTo>
                <a:lnTo>
                  <a:pt x="5387" y="11677"/>
                </a:lnTo>
                <a:lnTo>
                  <a:pt x="5525" y="11870"/>
                </a:lnTo>
                <a:lnTo>
                  <a:pt x="5613" y="12102"/>
                </a:lnTo>
                <a:lnTo>
                  <a:pt x="5701" y="12334"/>
                </a:lnTo>
                <a:lnTo>
                  <a:pt x="5801" y="12527"/>
                </a:lnTo>
                <a:lnTo>
                  <a:pt x="5889" y="12759"/>
                </a:lnTo>
                <a:lnTo>
                  <a:pt x="6027" y="12990"/>
                </a:lnTo>
                <a:lnTo>
                  <a:pt x="6115" y="13183"/>
                </a:lnTo>
                <a:lnTo>
                  <a:pt x="6215" y="13415"/>
                </a:lnTo>
                <a:lnTo>
                  <a:pt x="6303" y="13647"/>
                </a:lnTo>
                <a:lnTo>
                  <a:pt x="6391" y="13840"/>
                </a:lnTo>
                <a:lnTo>
                  <a:pt x="6529" y="14072"/>
                </a:lnTo>
                <a:lnTo>
                  <a:pt x="6617" y="14304"/>
                </a:lnTo>
                <a:lnTo>
                  <a:pt x="6718" y="14497"/>
                </a:lnTo>
                <a:lnTo>
                  <a:pt x="6806" y="14728"/>
                </a:lnTo>
                <a:lnTo>
                  <a:pt x="6894" y="14960"/>
                </a:lnTo>
                <a:lnTo>
                  <a:pt x="7032" y="15153"/>
                </a:lnTo>
                <a:lnTo>
                  <a:pt x="7120" y="15385"/>
                </a:lnTo>
                <a:lnTo>
                  <a:pt x="7220" y="15617"/>
                </a:lnTo>
                <a:lnTo>
                  <a:pt x="7308" y="15810"/>
                </a:lnTo>
                <a:lnTo>
                  <a:pt x="7396" y="16042"/>
                </a:lnTo>
                <a:lnTo>
                  <a:pt x="7534" y="16273"/>
                </a:lnTo>
                <a:lnTo>
                  <a:pt x="7622" y="16467"/>
                </a:lnTo>
                <a:lnTo>
                  <a:pt x="7722" y="16698"/>
                </a:lnTo>
                <a:lnTo>
                  <a:pt x="7810" y="16930"/>
                </a:lnTo>
                <a:lnTo>
                  <a:pt x="7898" y="17123"/>
                </a:lnTo>
                <a:lnTo>
                  <a:pt x="8036" y="17355"/>
                </a:lnTo>
                <a:lnTo>
                  <a:pt x="8124" y="17587"/>
                </a:lnTo>
                <a:lnTo>
                  <a:pt x="8225" y="17831"/>
                </a:lnTo>
                <a:lnTo>
                  <a:pt x="8313" y="18012"/>
                </a:lnTo>
                <a:lnTo>
                  <a:pt x="8400" y="18243"/>
                </a:lnTo>
                <a:lnTo>
                  <a:pt x="8539" y="18488"/>
                </a:lnTo>
                <a:lnTo>
                  <a:pt x="8626" y="18668"/>
                </a:lnTo>
                <a:lnTo>
                  <a:pt x="8727" y="18900"/>
                </a:lnTo>
                <a:lnTo>
                  <a:pt x="8815" y="19145"/>
                </a:lnTo>
                <a:lnTo>
                  <a:pt x="8903" y="19325"/>
                </a:lnTo>
                <a:lnTo>
                  <a:pt x="9041" y="19557"/>
                </a:lnTo>
                <a:lnTo>
                  <a:pt x="9129" y="19801"/>
                </a:lnTo>
                <a:lnTo>
                  <a:pt x="9229" y="20033"/>
                </a:lnTo>
                <a:lnTo>
                  <a:pt x="9317" y="20213"/>
                </a:lnTo>
                <a:lnTo>
                  <a:pt x="9405" y="20458"/>
                </a:lnTo>
                <a:lnTo>
                  <a:pt x="9543" y="20690"/>
                </a:lnTo>
                <a:lnTo>
                  <a:pt x="9644" y="20870"/>
                </a:lnTo>
                <a:lnTo>
                  <a:pt x="9732" y="21114"/>
                </a:lnTo>
                <a:lnTo>
                  <a:pt x="9819" y="21346"/>
                </a:lnTo>
                <a:lnTo>
                  <a:pt x="9907" y="21578"/>
                </a:lnTo>
                <a:lnTo>
                  <a:pt x="10045" y="21771"/>
                </a:lnTo>
                <a:lnTo>
                  <a:pt x="10146" y="22003"/>
                </a:lnTo>
                <a:lnTo>
                  <a:pt x="10234" y="22235"/>
                </a:lnTo>
                <a:lnTo>
                  <a:pt x="10322" y="22428"/>
                </a:lnTo>
                <a:lnTo>
                  <a:pt x="10410" y="22659"/>
                </a:lnTo>
                <a:lnTo>
                  <a:pt x="10548" y="22891"/>
                </a:lnTo>
                <a:lnTo>
                  <a:pt x="10648" y="23123"/>
                </a:lnTo>
                <a:lnTo>
                  <a:pt x="10736" y="23316"/>
                </a:lnTo>
                <a:lnTo>
                  <a:pt x="10824" y="23548"/>
                </a:lnTo>
                <a:lnTo>
                  <a:pt x="10912" y="23780"/>
                </a:lnTo>
                <a:lnTo>
                  <a:pt x="11050" y="24024"/>
                </a:lnTo>
                <a:lnTo>
                  <a:pt x="11151" y="24204"/>
                </a:lnTo>
                <a:lnTo>
                  <a:pt x="11238" y="24436"/>
                </a:lnTo>
                <a:lnTo>
                  <a:pt x="11326" y="24681"/>
                </a:lnTo>
                <a:lnTo>
                  <a:pt x="11414" y="24913"/>
                </a:lnTo>
                <a:lnTo>
                  <a:pt x="11552" y="25093"/>
                </a:lnTo>
                <a:lnTo>
                  <a:pt x="11653" y="25337"/>
                </a:lnTo>
                <a:lnTo>
                  <a:pt x="11741" y="25569"/>
                </a:lnTo>
                <a:lnTo>
                  <a:pt x="11829" y="25801"/>
                </a:lnTo>
                <a:lnTo>
                  <a:pt x="11917" y="25994"/>
                </a:lnTo>
                <a:lnTo>
                  <a:pt x="12055" y="26226"/>
                </a:lnTo>
                <a:lnTo>
                  <a:pt x="12155" y="26458"/>
                </a:lnTo>
                <a:lnTo>
                  <a:pt x="12243" y="26689"/>
                </a:lnTo>
                <a:lnTo>
                  <a:pt x="12331" y="26882"/>
                </a:lnTo>
                <a:lnTo>
                  <a:pt x="12431" y="27114"/>
                </a:lnTo>
                <a:lnTo>
                  <a:pt x="12557" y="27346"/>
                </a:lnTo>
                <a:lnTo>
                  <a:pt x="12657" y="27591"/>
                </a:lnTo>
                <a:lnTo>
                  <a:pt x="12745" y="27771"/>
                </a:lnTo>
                <a:lnTo>
                  <a:pt x="12833" y="28003"/>
                </a:lnTo>
                <a:lnTo>
                  <a:pt x="12934" y="28247"/>
                </a:lnTo>
                <a:lnTo>
                  <a:pt x="13059" y="28479"/>
                </a:lnTo>
                <a:lnTo>
                  <a:pt x="13160" y="28659"/>
                </a:lnTo>
                <a:lnTo>
                  <a:pt x="13248" y="28904"/>
                </a:lnTo>
                <a:lnTo>
                  <a:pt x="13336" y="29136"/>
                </a:lnTo>
                <a:lnTo>
                  <a:pt x="13436" y="29367"/>
                </a:lnTo>
                <a:lnTo>
                  <a:pt x="13574" y="29560"/>
                </a:lnTo>
                <a:lnTo>
                  <a:pt x="13662" y="29792"/>
                </a:lnTo>
                <a:lnTo>
                  <a:pt x="13750" y="30024"/>
                </a:lnTo>
                <a:lnTo>
                  <a:pt x="13838" y="30256"/>
                </a:lnTo>
                <a:lnTo>
                  <a:pt x="13938" y="30500"/>
                </a:lnTo>
                <a:lnTo>
                  <a:pt x="14076" y="30681"/>
                </a:lnTo>
                <a:lnTo>
                  <a:pt x="14164" y="30912"/>
                </a:lnTo>
                <a:lnTo>
                  <a:pt x="14252" y="31157"/>
                </a:lnTo>
                <a:lnTo>
                  <a:pt x="14340" y="31389"/>
                </a:lnTo>
                <a:lnTo>
                  <a:pt x="14441" y="31569"/>
                </a:lnTo>
                <a:lnTo>
                  <a:pt x="14579" y="31814"/>
                </a:lnTo>
                <a:lnTo>
                  <a:pt x="14667" y="32045"/>
                </a:lnTo>
                <a:lnTo>
                  <a:pt x="14754" y="32277"/>
                </a:lnTo>
                <a:lnTo>
                  <a:pt x="14842" y="32509"/>
                </a:lnTo>
                <a:lnTo>
                  <a:pt x="14943" y="32702"/>
                </a:lnTo>
                <a:lnTo>
                  <a:pt x="15081" y="32934"/>
                </a:lnTo>
                <a:lnTo>
                  <a:pt x="15169" y="33165"/>
                </a:lnTo>
                <a:lnTo>
                  <a:pt x="15257" y="33410"/>
                </a:lnTo>
                <a:lnTo>
                  <a:pt x="15345" y="33642"/>
                </a:lnTo>
                <a:lnTo>
                  <a:pt x="15445" y="33822"/>
                </a:lnTo>
                <a:lnTo>
                  <a:pt x="15583" y="34067"/>
                </a:lnTo>
                <a:lnTo>
                  <a:pt x="15671" y="34298"/>
                </a:lnTo>
                <a:lnTo>
                  <a:pt x="15759" y="34530"/>
                </a:lnTo>
                <a:lnTo>
                  <a:pt x="15847" y="34762"/>
                </a:lnTo>
                <a:lnTo>
                  <a:pt x="15947" y="34955"/>
                </a:lnTo>
                <a:lnTo>
                  <a:pt x="16086" y="35187"/>
                </a:lnTo>
                <a:lnTo>
                  <a:pt x="16173" y="35419"/>
                </a:lnTo>
                <a:lnTo>
                  <a:pt x="16261" y="35650"/>
                </a:lnTo>
                <a:lnTo>
                  <a:pt x="16362" y="35895"/>
                </a:lnTo>
                <a:lnTo>
                  <a:pt x="16450" y="36075"/>
                </a:lnTo>
                <a:lnTo>
                  <a:pt x="16588" y="36320"/>
                </a:lnTo>
                <a:lnTo>
                  <a:pt x="16676" y="36552"/>
                </a:lnTo>
                <a:lnTo>
                  <a:pt x="16764" y="36783"/>
                </a:lnTo>
                <a:lnTo>
                  <a:pt x="16864" y="37015"/>
                </a:lnTo>
                <a:lnTo>
                  <a:pt x="16952" y="37208"/>
                </a:lnTo>
                <a:lnTo>
                  <a:pt x="17090" y="37440"/>
                </a:lnTo>
                <a:lnTo>
                  <a:pt x="17178" y="37672"/>
                </a:lnTo>
                <a:lnTo>
                  <a:pt x="17266" y="37903"/>
                </a:lnTo>
                <a:lnTo>
                  <a:pt x="17366" y="38148"/>
                </a:lnTo>
                <a:lnTo>
                  <a:pt x="17454" y="38380"/>
                </a:lnTo>
                <a:lnTo>
                  <a:pt x="17592" y="38560"/>
                </a:lnTo>
                <a:lnTo>
                  <a:pt x="17680" y="38805"/>
                </a:lnTo>
                <a:lnTo>
                  <a:pt x="17768" y="39036"/>
                </a:lnTo>
                <a:lnTo>
                  <a:pt x="17869" y="39268"/>
                </a:lnTo>
                <a:lnTo>
                  <a:pt x="17957" y="39500"/>
                </a:lnTo>
                <a:lnTo>
                  <a:pt x="18095" y="39745"/>
                </a:lnTo>
                <a:lnTo>
                  <a:pt x="18183" y="39925"/>
                </a:lnTo>
                <a:lnTo>
                  <a:pt x="18271" y="40157"/>
                </a:lnTo>
                <a:lnTo>
                  <a:pt x="18371" y="40401"/>
                </a:lnTo>
                <a:lnTo>
                  <a:pt x="18459" y="40633"/>
                </a:lnTo>
                <a:lnTo>
                  <a:pt x="18597" y="40865"/>
                </a:lnTo>
                <a:lnTo>
                  <a:pt x="18685" y="41096"/>
                </a:lnTo>
                <a:lnTo>
                  <a:pt x="18773" y="41290"/>
                </a:lnTo>
                <a:lnTo>
                  <a:pt x="18873" y="41521"/>
                </a:lnTo>
                <a:lnTo>
                  <a:pt x="18961" y="41753"/>
                </a:lnTo>
                <a:lnTo>
                  <a:pt x="19099" y="41985"/>
                </a:lnTo>
                <a:lnTo>
                  <a:pt x="19187" y="42229"/>
                </a:lnTo>
                <a:lnTo>
                  <a:pt x="19275" y="42461"/>
                </a:lnTo>
                <a:lnTo>
                  <a:pt x="19376" y="42654"/>
                </a:lnTo>
                <a:lnTo>
                  <a:pt x="19464" y="42886"/>
                </a:lnTo>
                <a:lnTo>
                  <a:pt x="19602" y="43118"/>
                </a:lnTo>
                <a:lnTo>
                  <a:pt x="19690" y="43350"/>
                </a:lnTo>
                <a:lnTo>
                  <a:pt x="19790" y="43581"/>
                </a:lnTo>
                <a:lnTo>
                  <a:pt x="19878" y="43826"/>
                </a:lnTo>
                <a:lnTo>
                  <a:pt x="19966" y="44058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7820858" y="2663916"/>
            <a:ext cx="20016" cy="46362"/>
          </a:xfrm>
          <a:custGeom>
            <a:avLst/>
            <a:gdLst/>
            <a:ahLst/>
            <a:cxnLst/>
            <a:rect l="l" t="t" r="r" b="b"/>
            <a:pathLst>
              <a:path w="20016" h="46362">
                <a:moveTo>
                  <a:pt x="0" y="0"/>
                </a:moveTo>
                <a:lnTo>
                  <a:pt x="138" y="180"/>
                </a:lnTo>
                <a:lnTo>
                  <a:pt x="226" y="424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640" y="1364"/>
                </a:lnTo>
                <a:lnTo>
                  <a:pt x="728" y="1596"/>
                </a:lnTo>
                <a:lnTo>
                  <a:pt x="828" y="1776"/>
                </a:lnTo>
                <a:lnTo>
                  <a:pt x="916" y="2021"/>
                </a:lnTo>
                <a:lnTo>
                  <a:pt x="1004" y="2253"/>
                </a:lnTo>
                <a:lnTo>
                  <a:pt x="1142" y="2484"/>
                </a:lnTo>
                <a:lnTo>
                  <a:pt x="1230" y="2716"/>
                </a:lnTo>
                <a:lnTo>
                  <a:pt x="1331" y="2948"/>
                </a:lnTo>
                <a:lnTo>
                  <a:pt x="1418" y="3192"/>
                </a:lnTo>
                <a:lnTo>
                  <a:pt x="1506" y="3424"/>
                </a:lnTo>
                <a:lnTo>
                  <a:pt x="1645" y="3604"/>
                </a:lnTo>
                <a:lnTo>
                  <a:pt x="1732" y="3849"/>
                </a:lnTo>
                <a:lnTo>
                  <a:pt x="1833" y="4081"/>
                </a:lnTo>
                <a:lnTo>
                  <a:pt x="1921" y="4313"/>
                </a:lnTo>
                <a:lnTo>
                  <a:pt x="2009" y="4544"/>
                </a:lnTo>
                <a:lnTo>
                  <a:pt x="2147" y="4789"/>
                </a:lnTo>
                <a:lnTo>
                  <a:pt x="2235" y="5021"/>
                </a:lnTo>
                <a:lnTo>
                  <a:pt x="2335" y="5252"/>
                </a:lnTo>
                <a:lnTo>
                  <a:pt x="2423" y="5484"/>
                </a:lnTo>
                <a:lnTo>
                  <a:pt x="2511" y="5677"/>
                </a:lnTo>
                <a:lnTo>
                  <a:pt x="2649" y="5909"/>
                </a:lnTo>
                <a:lnTo>
                  <a:pt x="2737" y="6141"/>
                </a:lnTo>
                <a:lnTo>
                  <a:pt x="2837" y="6373"/>
                </a:lnTo>
                <a:lnTo>
                  <a:pt x="2925" y="6617"/>
                </a:lnTo>
                <a:lnTo>
                  <a:pt x="3013" y="6849"/>
                </a:lnTo>
                <a:lnTo>
                  <a:pt x="3151" y="7081"/>
                </a:lnTo>
                <a:lnTo>
                  <a:pt x="3239" y="7312"/>
                </a:lnTo>
                <a:lnTo>
                  <a:pt x="3340" y="7557"/>
                </a:lnTo>
                <a:lnTo>
                  <a:pt x="3428" y="7737"/>
                </a:lnTo>
                <a:lnTo>
                  <a:pt x="3516" y="7969"/>
                </a:lnTo>
                <a:lnTo>
                  <a:pt x="3654" y="8214"/>
                </a:lnTo>
                <a:lnTo>
                  <a:pt x="3754" y="8445"/>
                </a:lnTo>
                <a:lnTo>
                  <a:pt x="3842" y="8677"/>
                </a:lnTo>
                <a:lnTo>
                  <a:pt x="3930" y="8909"/>
                </a:lnTo>
                <a:lnTo>
                  <a:pt x="4018" y="9154"/>
                </a:lnTo>
                <a:lnTo>
                  <a:pt x="4156" y="9385"/>
                </a:lnTo>
                <a:lnTo>
                  <a:pt x="4256" y="9617"/>
                </a:lnTo>
                <a:lnTo>
                  <a:pt x="4344" y="9849"/>
                </a:lnTo>
                <a:lnTo>
                  <a:pt x="4432" y="10042"/>
                </a:lnTo>
                <a:lnTo>
                  <a:pt x="4520" y="10274"/>
                </a:lnTo>
                <a:lnTo>
                  <a:pt x="4658" y="10505"/>
                </a:lnTo>
                <a:lnTo>
                  <a:pt x="4759" y="10737"/>
                </a:lnTo>
                <a:lnTo>
                  <a:pt x="4847" y="10982"/>
                </a:lnTo>
                <a:lnTo>
                  <a:pt x="4935" y="11214"/>
                </a:lnTo>
                <a:lnTo>
                  <a:pt x="5022" y="11445"/>
                </a:lnTo>
                <a:lnTo>
                  <a:pt x="5161" y="11677"/>
                </a:lnTo>
                <a:lnTo>
                  <a:pt x="5261" y="11922"/>
                </a:lnTo>
                <a:lnTo>
                  <a:pt x="5349" y="12153"/>
                </a:lnTo>
                <a:lnTo>
                  <a:pt x="5437" y="12385"/>
                </a:lnTo>
                <a:lnTo>
                  <a:pt x="5525" y="12617"/>
                </a:lnTo>
                <a:lnTo>
                  <a:pt x="5663" y="12810"/>
                </a:lnTo>
                <a:lnTo>
                  <a:pt x="5763" y="13042"/>
                </a:lnTo>
                <a:lnTo>
                  <a:pt x="5851" y="13274"/>
                </a:lnTo>
                <a:lnTo>
                  <a:pt x="5939" y="13505"/>
                </a:lnTo>
                <a:lnTo>
                  <a:pt x="6040" y="13750"/>
                </a:lnTo>
                <a:lnTo>
                  <a:pt x="6165" y="13982"/>
                </a:lnTo>
                <a:lnTo>
                  <a:pt x="6266" y="14213"/>
                </a:lnTo>
                <a:lnTo>
                  <a:pt x="6354" y="14445"/>
                </a:lnTo>
                <a:lnTo>
                  <a:pt x="6441" y="14690"/>
                </a:lnTo>
                <a:lnTo>
                  <a:pt x="6542" y="14922"/>
                </a:lnTo>
                <a:lnTo>
                  <a:pt x="6668" y="15153"/>
                </a:lnTo>
                <a:lnTo>
                  <a:pt x="6768" y="15385"/>
                </a:lnTo>
                <a:lnTo>
                  <a:pt x="6856" y="15617"/>
                </a:lnTo>
                <a:lnTo>
                  <a:pt x="6944" y="15861"/>
                </a:lnTo>
                <a:lnTo>
                  <a:pt x="7044" y="16093"/>
                </a:lnTo>
                <a:lnTo>
                  <a:pt x="7182" y="16273"/>
                </a:lnTo>
                <a:lnTo>
                  <a:pt x="7270" y="16518"/>
                </a:lnTo>
                <a:lnTo>
                  <a:pt x="7358" y="16750"/>
                </a:lnTo>
                <a:lnTo>
                  <a:pt x="7446" y="16982"/>
                </a:lnTo>
                <a:lnTo>
                  <a:pt x="7547" y="17213"/>
                </a:lnTo>
                <a:lnTo>
                  <a:pt x="7685" y="17458"/>
                </a:lnTo>
                <a:lnTo>
                  <a:pt x="7773" y="17690"/>
                </a:lnTo>
                <a:lnTo>
                  <a:pt x="7860" y="17921"/>
                </a:lnTo>
                <a:lnTo>
                  <a:pt x="7948" y="18153"/>
                </a:lnTo>
                <a:lnTo>
                  <a:pt x="8049" y="18385"/>
                </a:lnTo>
                <a:lnTo>
                  <a:pt x="8187" y="18630"/>
                </a:lnTo>
                <a:lnTo>
                  <a:pt x="8275" y="18861"/>
                </a:lnTo>
                <a:lnTo>
                  <a:pt x="8363" y="19093"/>
                </a:lnTo>
                <a:lnTo>
                  <a:pt x="8451" y="19325"/>
                </a:lnTo>
                <a:lnTo>
                  <a:pt x="8551" y="19569"/>
                </a:lnTo>
                <a:lnTo>
                  <a:pt x="8689" y="19801"/>
                </a:lnTo>
                <a:lnTo>
                  <a:pt x="8777" y="20033"/>
                </a:lnTo>
                <a:lnTo>
                  <a:pt x="8865" y="20265"/>
                </a:lnTo>
                <a:lnTo>
                  <a:pt x="8953" y="20496"/>
                </a:lnTo>
                <a:lnTo>
                  <a:pt x="9053" y="20741"/>
                </a:lnTo>
                <a:lnTo>
                  <a:pt x="9192" y="20973"/>
                </a:lnTo>
                <a:lnTo>
                  <a:pt x="9279" y="21153"/>
                </a:lnTo>
                <a:lnTo>
                  <a:pt x="9367" y="21398"/>
                </a:lnTo>
                <a:lnTo>
                  <a:pt x="9455" y="21629"/>
                </a:lnTo>
                <a:lnTo>
                  <a:pt x="9556" y="21861"/>
                </a:lnTo>
                <a:lnTo>
                  <a:pt x="9694" y="22093"/>
                </a:lnTo>
                <a:lnTo>
                  <a:pt x="9782" y="22338"/>
                </a:lnTo>
                <a:lnTo>
                  <a:pt x="9870" y="22569"/>
                </a:lnTo>
                <a:lnTo>
                  <a:pt x="9970" y="22801"/>
                </a:lnTo>
                <a:lnTo>
                  <a:pt x="10058" y="23033"/>
                </a:lnTo>
                <a:lnTo>
                  <a:pt x="10196" y="23265"/>
                </a:lnTo>
                <a:lnTo>
                  <a:pt x="10284" y="23509"/>
                </a:lnTo>
                <a:lnTo>
                  <a:pt x="10372" y="23741"/>
                </a:lnTo>
                <a:lnTo>
                  <a:pt x="10472" y="23973"/>
                </a:lnTo>
                <a:lnTo>
                  <a:pt x="10560" y="24204"/>
                </a:lnTo>
                <a:lnTo>
                  <a:pt x="10698" y="24449"/>
                </a:lnTo>
                <a:lnTo>
                  <a:pt x="10786" y="24681"/>
                </a:lnTo>
                <a:lnTo>
                  <a:pt x="10874" y="24913"/>
                </a:lnTo>
                <a:lnTo>
                  <a:pt x="10975" y="25144"/>
                </a:lnTo>
                <a:lnTo>
                  <a:pt x="11063" y="25376"/>
                </a:lnTo>
                <a:lnTo>
                  <a:pt x="11201" y="25621"/>
                </a:lnTo>
                <a:lnTo>
                  <a:pt x="11289" y="25852"/>
                </a:lnTo>
                <a:lnTo>
                  <a:pt x="11377" y="26084"/>
                </a:lnTo>
                <a:lnTo>
                  <a:pt x="11477" y="26316"/>
                </a:lnTo>
                <a:lnTo>
                  <a:pt x="11565" y="26561"/>
                </a:lnTo>
                <a:lnTo>
                  <a:pt x="11703" y="26792"/>
                </a:lnTo>
                <a:lnTo>
                  <a:pt x="11791" y="27024"/>
                </a:lnTo>
                <a:lnTo>
                  <a:pt x="11879" y="27256"/>
                </a:lnTo>
                <a:lnTo>
                  <a:pt x="11979" y="27488"/>
                </a:lnTo>
                <a:lnTo>
                  <a:pt x="12067" y="27732"/>
                </a:lnTo>
                <a:lnTo>
                  <a:pt x="12205" y="27964"/>
                </a:lnTo>
                <a:lnTo>
                  <a:pt x="12293" y="28196"/>
                </a:lnTo>
                <a:lnTo>
                  <a:pt x="12381" y="28427"/>
                </a:lnTo>
                <a:lnTo>
                  <a:pt x="12482" y="28672"/>
                </a:lnTo>
                <a:lnTo>
                  <a:pt x="12570" y="28904"/>
                </a:lnTo>
                <a:lnTo>
                  <a:pt x="12708" y="29136"/>
                </a:lnTo>
                <a:lnTo>
                  <a:pt x="12796" y="29367"/>
                </a:lnTo>
                <a:lnTo>
                  <a:pt x="12883" y="29599"/>
                </a:lnTo>
                <a:lnTo>
                  <a:pt x="12984" y="29844"/>
                </a:lnTo>
                <a:lnTo>
                  <a:pt x="13072" y="30075"/>
                </a:lnTo>
                <a:lnTo>
                  <a:pt x="13210" y="30307"/>
                </a:lnTo>
                <a:lnTo>
                  <a:pt x="13298" y="30539"/>
                </a:lnTo>
                <a:lnTo>
                  <a:pt x="13398" y="30784"/>
                </a:lnTo>
                <a:lnTo>
                  <a:pt x="13486" y="31015"/>
                </a:lnTo>
                <a:lnTo>
                  <a:pt x="13574" y="31247"/>
                </a:lnTo>
                <a:lnTo>
                  <a:pt x="13712" y="31479"/>
                </a:lnTo>
                <a:lnTo>
                  <a:pt x="13800" y="31711"/>
                </a:lnTo>
                <a:lnTo>
                  <a:pt x="13901" y="31955"/>
                </a:lnTo>
                <a:lnTo>
                  <a:pt x="13988" y="32187"/>
                </a:lnTo>
                <a:lnTo>
                  <a:pt x="14076" y="32419"/>
                </a:lnTo>
                <a:lnTo>
                  <a:pt x="14215" y="32650"/>
                </a:lnTo>
                <a:lnTo>
                  <a:pt x="14302" y="32895"/>
                </a:lnTo>
                <a:lnTo>
                  <a:pt x="14403" y="33127"/>
                </a:lnTo>
                <a:lnTo>
                  <a:pt x="14491" y="33359"/>
                </a:lnTo>
                <a:lnTo>
                  <a:pt x="14579" y="33590"/>
                </a:lnTo>
                <a:lnTo>
                  <a:pt x="14717" y="33822"/>
                </a:lnTo>
                <a:lnTo>
                  <a:pt x="14805" y="34067"/>
                </a:lnTo>
                <a:lnTo>
                  <a:pt x="14905" y="34298"/>
                </a:lnTo>
                <a:lnTo>
                  <a:pt x="14993" y="34530"/>
                </a:lnTo>
                <a:lnTo>
                  <a:pt x="15081" y="34762"/>
                </a:lnTo>
                <a:lnTo>
                  <a:pt x="15219" y="35007"/>
                </a:lnTo>
                <a:lnTo>
                  <a:pt x="15307" y="35238"/>
                </a:lnTo>
                <a:lnTo>
                  <a:pt x="15407" y="35470"/>
                </a:lnTo>
                <a:lnTo>
                  <a:pt x="15495" y="35702"/>
                </a:lnTo>
                <a:lnTo>
                  <a:pt x="15583" y="35934"/>
                </a:lnTo>
                <a:lnTo>
                  <a:pt x="15721" y="36178"/>
                </a:lnTo>
                <a:lnTo>
                  <a:pt x="15809" y="36410"/>
                </a:lnTo>
                <a:lnTo>
                  <a:pt x="15910" y="36642"/>
                </a:lnTo>
                <a:lnTo>
                  <a:pt x="15998" y="36873"/>
                </a:lnTo>
                <a:lnTo>
                  <a:pt x="16086" y="37118"/>
                </a:lnTo>
                <a:lnTo>
                  <a:pt x="16224" y="37350"/>
                </a:lnTo>
                <a:lnTo>
                  <a:pt x="16312" y="37582"/>
                </a:lnTo>
                <a:lnTo>
                  <a:pt x="16412" y="37865"/>
                </a:lnTo>
                <a:lnTo>
                  <a:pt x="16500" y="38097"/>
                </a:lnTo>
                <a:lnTo>
                  <a:pt x="16588" y="38328"/>
                </a:lnTo>
                <a:lnTo>
                  <a:pt x="16726" y="38573"/>
                </a:lnTo>
                <a:lnTo>
                  <a:pt x="16814" y="38805"/>
                </a:lnTo>
                <a:lnTo>
                  <a:pt x="16914" y="39036"/>
                </a:lnTo>
                <a:lnTo>
                  <a:pt x="17002" y="39268"/>
                </a:lnTo>
                <a:lnTo>
                  <a:pt x="17090" y="39500"/>
                </a:lnTo>
                <a:lnTo>
                  <a:pt x="17228" y="39745"/>
                </a:lnTo>
                <a:lnTo>
                  <a:pt x="17329" y="39976"/>
                </a:lnTo>
                <a:lnTo>
                  <a:pt x="17417" y="40208"/>
                </a:lnTo>
                <a:lnTo>
                  <a:pt x="17505" y="40440"/>
                </a:lnTo>
                <a:lnTo>
                  <a:pt x="17592" y="40684"/>
                </a:lnTo>
                <a:lnTo>
                  <a:pt x="17731" y="40916"/>
                </a:lnTo>
                <a:lnTo>
                  <a:pt x="17831" y="41148"/>
                </a:lnTo>
                <a:lnTo>
                  <a:pt x="17919" y="41380"/>
                </a:lnTo>
                <a:lnTo>
                  <a:pt x="18007" y="41611"/>
                </a:lnTo>
                <a:lnTo>
                  <a:pt x="18095" y="41856"/>
                </a:lnTo>
                <a:lnTo>
                  <a:pt x="18233" y="42088"/>
                </a:lnTo>
                <a:lnTo>
                  <a:pt x="18333" y="42320"/>
                </a:lnTo>
                <a:lnTo>
                  <a:pt x="18421" y="42551"/>
                </a:lnTo>
                <a:lnTo>
                  <a:pt x="18509" y="42796"/>
                </a:lnTo>
                <a:lnTo>
                  <a:pt x="18597" y="43066"/>
                </a:lnTo>
                <a:lnTo>
                  <a:pt x="18735" y="43311"/>
                </a:lnTo>
                <a:lnTo>
                  <a:pt x="18836" y="43543"/>
                </a:lnTo>
                <a:lnTo>
                  <a:pt x="18924" y="43774"/>
                </a:lnTo>
                <a:lnTo>
                  <a:pt x="19011" y="44006"/>
                </a:lnTo>
                <a:lnTo>
                  <a:pt x="19099" y="44251"/>
                </a:lnTo>
                <a:lnTo>
                  <a:pt x="19238" y="44483"/>
                </a:lnTo>
                <a:lnTo>
                  <a:pt x="19338" y="44714"/>
                </a:lnTo>
                <a:lnTo>
                  <a:pt x="19426" y="44946"/>
                </a:lnTo>
                <a:lnTo>
                  <a:pt x="19514" y="45178"/>
                </a:lnTo>
                <a:lnTo>
                  <a:pt x="19614" y="45422"/>
                </a:lnTo>
                <a:lnTo>
                  <a:pt x="19740" y="45654"/>
                </a:lnTo>
                <a:lnTo>
                  <a:pt x="19840" y="45886"/>
                </a:lnTo>
                <a:lnTo>
                  <a:pt x="19928" y="46118"/>
                </a:lnTo>
                <a:lnTo>
                  <a:pt x="20016" y="46362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7840874" y="2710278"/>
            <a:ext cx="20016" cy="48036"/>
          </a:xfrm>
          <a:custGeom>
            <a:avLst/>
            <a:gdLst/>
            <a:ahLst/>
            <a:cxnLst/>
            <a:rect l="l" t="t" r="r" b="b"/>
            <a:pathLst>
              <a:path w="20016" h="48036">
                <a:moveTo>
                  <a:pt x="0" y="0"/>
                </a:moveTo>
                <a:lnTo>
                  <a:pt x="100" y="231"/>
                </a:lnTo>
                <a:lnTo>
                  <a:pt x="226" y="514"/>
                </a:lnTo>
                <a:lnTo>
                  <a:pt x="326" y="746"/>
                </a:lnTo>
                <a:lnTo>
                  <a:pt x="414" y="978"/>
                </a:lnTo>
                <a:lnTo>
                  <a:pt x="502" y="1210"/>
                </a:lnTo>
                <a:lnTo>
                  <a:pt x="602" y="1454"/>
                </a:lnTo>
                <a:lnTo>
                  <a:pt x="740" y="1686"/>
                </a:lnTo>
                <a:lnTo>
                  <a:pt x="828" y="1918"/>
                </a:lnTo>
                <a:lnTo>
                  <a:pt x="916" y="2150"/>
                </a:lnTo>
                <a:lnTo>
                  <a:pt x="1004" y="2381"/>
                </a:lnTo>
                <a:lnTo>
                  <a:pt x="1105" y="2626"/>
                </a:lnTo>
                <a:lnTo>
                  <a:pt x="1243" y="2858"/>
                </a:lnTo>
                <a:lnTo>
                  <a:pt x="1331" y="3089"/>
                </a:lnTo>
                <a:lnTo>
                  <a:pt x="1418" y="3321"/>
                </a:lnTo>
                <a:lnTo>
                  <a:pt x="1506" y="3604"/>
                </a:lnTo>
                <a:lnTo>
                  <a:pt x="1607" y="3836"/>
                </a:lnTo>
                <a:lnTo>
                  <a:pt x="1745" y="4081"/>
                </a:lnTo>
                <a:lnTo>
                  <a:pt x="1833" y="4313"/>
                </a:lnTo>
                <a:lnTo>
                  <a:pt x="1921" y="4544"/>
                </a:lnTo>
                <a:lnTo>
                  <a:pt x="2009" y="4776"/>
                </a:lnTo>
                <a:lnTo>
                  <a:pt x="2109" y="5021"/>
                </a:lnTo>
                <a:lnTo>
                  <a:pt x="2247" y="5252"/>
                </a:lnTo>
                <a:lnTo>
                  <a:pt x="2335" y="5484"/>
                </a:lnTo>
                <a:lnTo>
                  <a:pt x="2423" y="5716"/>
                </a:lnTo>
                <a:lnTo>
                  <a:pt x="2511" y="5948"/>
                </a:lnTo>
                <a:lnTo>
                  <a:pt x="2611" y="6192"/>
                </a:lnTo>
                <a:lnTo>
                  <a:pt x="2750" y="6463"/>
                </a:lnTo>
                <a:lnTo>
                  <a:pt x="2837" y="6707"/>
                </a:lnTo>
                <a:lnTo>
                  <a:pt x="2925" y="6939"/>
                </a:lnTo>
                <a:lnTo>
                  <a:pt x="3013" y="7171"/>
                </a:lnTo>
                <a:lnTo>
                  <a:pt x="3114" y="7403"/>
                </a:lnTo>
                <a:lnTo>
                  <a:pt x="3252" y="7647"/>
                </a:lnTo>
                <a:lnTo>
                  <a:pt x="3340" y="7879"/>
                </a:lnTo>
                <a:lnTo>
                  <a:pt x="3428" y="8111"/>
                </a:lnTo>
                <a:lnTo>
                  <a:pt x="3528" y="8342"/>
                </a:lnTo>
                <a:lnTo>
                  <a:pt x="3616" y="8574"/>
                </a:lnTo>
                <a:lnTo>
                  <a:pt x="3754" y="8857"/>
                </a:lnTo>
                <a:lnTo>
                  <a:pt x="3842" y="9102"/>
                </a:lnTo>
                <a:lnTo>
                  <a:pt x="3930" y="9334"/>
                </a:lnTo>
                <a:lnTo>
                  <a:pt x="4030" y="9566"/>
                </a:lnTo>
                <a:lnTo>
                  <a:pt x="4118" y="9797"/>
                </a:lnTo>
                <a:lnTo>
                  <a:pt x="4256" y="10029"/>
                </a:lnTo>
                <a:lnTo>
                  <a:pt x="4344" y="10274"/>
                </a:lnTo>
                <a:lnTo>
                  <a:pt x="4432" y="10505"/>
                </a:lnTo>
                <a:lnTo>
                  <a:pt x="4533" y="10737"/>
                </a:lnTo>
                <a:lnTo>
                  <a:pt x="4621" y="10969"/>
                </a:lnTo>
                <a:lnTo>
                  <a:pt x="4759" y="11252"/>
                </a:lnTo>
                <a:lnTo>
                  <a:pt x="4847" y="11484"/>
                </a:lnTo>
                <a:lnTo>
                  <a:pt x="4935" y="11729"/>
                </a:lnTo>
                <a:lnTo>
                  <a:pt x="5035" y="11960"/>
                </a:lnTo>
                <a:lnTo>
                  <a:pt x="5123" y="12192"/>
                </a:lnTo>
                <a:lnTo>
                  <a:pt x="5261" y="12424"/>
                </a:lnTo>
                <a:lnTo>
                  <a:pt x="5349" y="12668"/>
                </a:lnTo>
                <a:lnTo>
                  <a:pt x="5437" y="12900"/>
                </a:lnTo>
                <a:lnTo>
                  <a:pt x="5537" y="13132"/>
                </a:lnTo>
                <a:lnTo>
                  <a:pt x="5625" y="13415"/>
                </a:lnTo>
                <a:lnTo>
                  <a:pt x="5763" y="13647"/>
                </a:lnTo>
                <a:lnTo>
                  <a:pt x="5851" y="13879"/>
                </a:lnTo>
                <a:lnTo>
                  <a:pt x="5939" y="14123"/>
                </a:lnTo>
                <a:lnTo>
                  <a:pt x="6040" y="14355"/>
                </a:lnTo>
                <a:lnTo>
                  <a:pt x="6128" y="14587"/>
                </a:lnTo>
                <a:lnTo>
                  <a:pt x="6266" y="14819"/>
                </a:lnTo>
                <a:lnTo>
                  <a:pt x="6354" y="15050"/>
                </a:lnTo>
                <a:lnTo>
                  <a:pt x="6441" y="15295"/>
                </a:lnTo>
                <a:lnTo>
                  <a:pt x="6542" y="15578"/>
                </a:lnTo>
                <a:lnTo>
                  <a:pt x="6630" y="15810"/>
                </a:lnTo>
                <a:lnTo>
                  <a:pt x="6768" y="16042"/>
                </a:lnTo>
                <a:lnTo>
                  <a:pt x="6856" y="16273"/>
                </a:lnTo>
                <a:lnTo>
                  <a:pt x="6956" y="16505"/>
                </a:lnTo>
                <a:lnTo>
                  <a:pt x="7044" y="16750"/>
                </a:lnTo>
                <a:lnTo>
                  <a:pt x="7132" y="16982"/>
                </a:lnTo>
                <a:lnTo>
                  <a:pt x="7270" y="17213"/>
                </a:lnTo>
                <a:lnTo>
                  <a:pt x="7358" y="17497"/>
                </a:lnTo>
                <a:lnTo>
                  <a:pt x="7459" y="17728"/>
                </a:lnTo>
                <a:lnTo>
                  <a:pt x="7547" y="17960"/>
                </a:lnTo>
                <a:lnTo>
                  <a:pt x="7634" y="18205"/>
                </a:lnTo>
                <a:lnTo>
                  <a:pt x="7773" y="18436"/>
                </a:lnTo>
                <a:lnTo>
                  <a:pt x="7860" y="18668"/>
                </a:lnTo>
                <a:lnTo>
                  <a:pt x="7961" y="18900"/>
                </a:lnTo>
                <a:lnTo>
                  <a:pt x="8049" y="19132"/>
                </a:lnTo>
                <a:lnTo>
                  <a:pt x="8137" y="19415"/>
                </a:lnTo>
                <a:lnTo>
                  <a:pt x="8275" y="19660"/>
                </a:lnTo>
                <a:lnTo>
                  <a:pt x="8363" y="19891"/>
                </a:lnTo>
                <a:lnTo>
                  <a:pt x="8463" y="20123"/>
                </a:lnTo>
                <a:lnTo>
                  <a:pt x="8551" y="20355"/>
                </a:lnTo>
                <a:lnTo>
                  <a:pt x="8639" y="20587"/>
                </a:lnTo>
                <a:lnTo>
                  <a:pt x="8777" y="20831"/>
                </a:lnTo>
                <a:lnTo>
                  <a:pt x="8865" y="21114"/>
                </a:lnTo>
                <a:lnTo>
                  <a:pt x="8966" y="21346"/>
                </a:lnTo>
                <a:lnTo>
                  <a:pt x="9053" y="21578"/>
                </a:lnTo>
                <a:lnTo>
                  <a:pt x="9141" y="21810"/>
                </a:lnTo>
                <a:lnTo>
                  <a:pt x="9279" y="22041"/>
                </a:lnTo>
                <a:lnTo>
                  <a:pt x="9367" y="22286"/>
                </a:lnTo>
                <a:lnTo>
                  <a:pt x="9468" y="22518"/>
                </a:lnTo>
                <a:lnTo>
                  <a:pt x="9556" y="22801"/>
                </a:lnTo>
                <a:lnTo>
                  <a:pt x="9644" y="23033"/>
                </a:lnTo>
                <a:lnTo>
                  <a:pt x="9782" y="23265"/>
                </a:lnTo>
                <a:lnTo>
                  <a:pt x="9870" y="23496"/>
                </a:lnTo>
                <a:lnTo>
                  <a:pt x="9970" y="23741"/>
                </a:lnTo>
                <a:lnTo>
                  <a:pt x="10058" y="23973"/>
                </a:lnTo>
                <a:lnTo>
                  <a:pt x="10146" y="24204"/>
                </a:lnTo>
                <a:lnTo>
                  <a:pt x="10284" y="24488"/>
                </a:lnTo>
                <a:lnTo>
                  <a:pt x="10372" y="24719"/>
                </a:lnTo>
                <a:lnTo>
                  <a:pt x="10472" y="24951"/>
                </a:lnTo>
                <a:lnTo>
                  <a:pt x="10560" y="25196"/>
                </a:lnTo>
                <a:lnTo>
                  <a:pt x="10648" y="25428"/>
                </a:lnTo>
                <a:lnTo>
                  <a:pt x="10786" y="25659"/>
                </a:lnTo>
                <a:lnTo>
                  <a:pt x="10887" y="25891"/>
                </a:lnTo>
                <a:lnTo>
                  <a:pt x="10975" y="26174"/>
                </a:lnTo>
                <a:lnTo>
                  <a:pt x="11063" y="26406"/>
                </a:lnTo>
                <a:lnTo>
                  <a:pt x="11151" y="26651"/>
                </a:lnTo>
                <a:lnTo>
                  <a:pt x="11289" y="26882"/>
                </a:lnTo>
                <a:lnTo>
                  <a:pt x="11389" y="27114"/>
                </a:lnTo>
                <a:lnTo>
                  <a:pt x="11477" y="27346"/>
                </a:lnTo>
                <a:lnTo>
                  <a:pt x="11565" y="27578"/>
                </a:lnTo>
                <a:lnTo>
                  <a:pt x="11653" y="27861"/>
                </a:lnTo>
                <a:lnTo>
                  <a:pt x="11791" y="28106"/>
                </a:lnTo>
                <a:lnTo>
                  <a:pt x="11891" y="28337"/>
                </a:lnTo>
                <a:lnTo>
                  <a:pt x="11979" y="28569"/>
                </a:lnTo>
                <a:lnTo>
                  <a:pt x="12067" y="28801"/>
                </a:lnTo>
                <a:lnTo>
                  <a:pt x="12155" y="29033"/>
                </a:lnTo>
                <a:lnTo>
                  <a:pt x="12293" y="29316"/>
                </a:lnTo>
                <a:lnTo>
                  <a:pt x="12394" y="29560"/>
                </a:lnTo>
                <a:lnTo>
                  <a:pt x="12482" y="29792"/>
                </a:lnTo>
                <a:lnTo>
                  <a:pt x="12570" y="30024"/>
                </a:lnTo>
                <a:lnTo>
                  <a:pt x="12657" y="30256"/>
                </a:lnTo>
                <a:lnTo>
                  <a:pt x="12796" y="30487"/>
                </a:lnTo>
                <a:lnTo>
                  <a:pt x="12896" y="30771"/>
                </a:lnTo>
                <a:lnTo>
                  <a:pt x="12984" y="31015"/>
                </a:lnTo>
                <a:lnTo>
                  <a:pt x="13072" y="31247"/>
                </a:lnTo>
                <a:lnTo>
                  <a:pt x="13172" y="31479"/>
                </a:lnTo>
                <a:lnTo>
                  <a:pt x="13298" y="31711"/>
                </a:lnTo>
                <a:lnTo>
                  <a:pt x="13398" y="31942"/>
                </a:lnTo>
                <a:lnTo>
                  <a:pt x="13486" y="32226"/>
                </a:lnTo>
                <a:lnTo>
                  <a:pt x="13574" y="32470"/>
                </a:lnTo>
                <a:lnTo>
                  <a:pt x="13675" y="32702"/>
                </a:lnTo>
                <a:lnTo>
                  <a:pt x="13800" y="32934"/>
                </a:lnTo>
                <a:lnTo>
                  <a:pt x="13901" y="33165"/>
                </a:lnTo>
                <a:lnTo>
                  <a:pt x="13988" y="33397"/>
                </a:lnTo>
                <a:lnTo>
                  <a:pt x="14076" y="33680"/>
                </a:lnTo>
                <a:lnTo>
                  <a:pt x="14177" y="33912"/>
                </a:lnTo>
                <a:lnTo>
                  <a:pt x="14302" y="34157"/>
                </a:lnTo>
                <a:lnTo>
                  <a:pt x="14403" y="34389"/>
                </a:lnTo>
                <a:lnTo>
                  <a:pt x="14491" y="34620"/>
                </a:lnTo>
                <a:lnTo>
                  <a:pt x="14579" y="34852"/>
                </a:lnTo>
                <a:lnTo>
                  <a:pt x="14679" y="35135"/>
                </a:lnTo>
                <a:lnTo>
                  <a:pt x="14817" y="35367"/>
                </a:lnTo>
                <a:lnTo>
                  <a:pt x="14905" y="35612"/>
                </a:lnTo>
                <a:lnTo>
                  <a:pt x="14993" y="35843"/>
                </a:lnTo>
                <a:lnTo>
                  <a:pt x="15081" y="36075"/>
                </a:lnTo>
                <a:lnTo>
                  <a:pt x="15181" y="36307"/>
                </a:lnTo>
                <a:lnTo>
                  <a:pt x="15320" y="36590"/>
                </a:lnTo>
                <a:lnTo>
                  <a:pt x="15407" y="36822"/>
                </a:lnTo>
                <a:lnTo>
                  <a:pt x="15495" y="37067"/>
                </a:lnTo>
                <a:lnTo>
                  <a:pt x="15583" y="37298"/>
                </a:lnTo>
                <a:lnTo>
                  <a:pt x="15684" y="37530"/>
                </a:lnTo>
                <a:lnTo>
                  <a:pt x="15822" y="37813"/>
                </a:lnTo>
                <a:lnTo>
                  <a:pt x="15910" y="38045"/>
                </a:lnTo>
                <a:lnTo>
                  <a:pt x="15998" y="38277"/>
                </a:lnTo>
                <a:lnTo>
                  <a:pt x="16086" y="38521"/>
                </a:lnTo>
                <a:lnTo>
                  <a:pt x="16186" y="38753"/>
                </a:lnTo>
                <a:lnTo>
                  <a:pt x="16324" y="38985"/>
                </a:lnTo>
                <a:lnTo>
                  <a:pt x="16412" y="39268"/>
                </a:lnTo>
                <a:lnTo>
                  <a:pt x="16500" y="39500"/>
                </a:lnTo>
                <a:lnTo>
                  <a:pt x="16588" y="39732"/>
                </a:lnTo>
                <a:lnTo>
                  <a:pt x="16688" y="39976"/>
                </a:lnTo>
                <a:lnTo>
                  <a:pt x="16826" y="40208"/>
                </a:lnTo>
                <a:lnTo>
                  <a:pt x="16914" y="40491"/>
                </a:lnTo>
                <a:lnTo>
                  <a:pt x="17002" y="40723"/>
                </a:lnTo>
                <a:lnTo>
                  <a:pt x="17103" y="40955"/>
                </a:lnTo>
                <a:lnTo>
                  <a:pt x="17191" y="41187"/>
                </a:lnTo>
                <a:lnTo>
                  <a:pt x="17329" y="41431"/>
                </a:lnTo>
                <a:lnTo>
                  <a:pt x="17417" y="41663"/>
                </a:lnTo>
                <a:lnTo>
                  <a:pt x="17505" y="41946"/>
                </a:lnTo>
                <a:lnTo>
                  <a:pt x="17605" y="42178"/>
                </a:lnTo>
                <a:lnTo>
                  <a:pt x="17693" y="42410"/>
                </a:lnTo>
                <a:lnTo>
                  <a:pt x="17831" y="42641"/>
                </a:lnTo>
                <a:lnTo>
                  <a:pt x="17919" y="42886"/>
                </a:lnTo>
                <a:lnTo>
                  <a:pt x="18007" y="43156"/>
                </a:lnTo>
                <a:lnTo>
                  <a:pt x="18107" y="43401"/>
                </a:lnTo>
                <a:lnTo>
                  <a:pt x="18195" y="43633"/>
                </a:lnTo>
                <a:lnTo>
                  <a:pt x="18333" y="43865"/>
                </a:lnTo>
                <a:lnTo>
                  <a:pt x="18421" y="44096"/>
                </a:lnTo>
                <a:lnTo>
                  <a:pt x="18509" y="44380"/>
                </a:lnTo>
                <a:lnTo>
                  <a:pt x="18610" y="44611"/>
                </a:lnTo>
                <a:lnTo>
                  <a:pt x="18698" y="44856"/>
                </a:lnTo>
                <a:lnTo>
                  <a:pt x="18836" y="45088"/>
                </a:lnTo>
                <a:lnTo>
                  <a:pt x="18924" y="45319"/>
                </a:lnTo>
                <a:lnTo>
                  <a:pt x="19011" y="45603"/>
                </a:lnTo>
                <a:lnTo>
                  <a:pt x="19112" y="45834"/>
                </a:lnTo>
                <a:lnTo>
                  <a:pt x="19200" y="46066"/>
                </a:lnTo>
                <a:lnTo>
                  <a:pt x="19338" y="46311"/>
                </a:lnTo>
                <a:lnTo>
                  <a:pt x="19426" y="46543"/>
                </a:lnTo>
                <a:lnTo>
                  <a:pt x="19514" y="46826"/>
                </a:lnTo>
                <a:lnTo>
                  <a:pt x="19614" y="47058"/>
                </a:lnTo>
                <a:lnTo>
                  <a:pt x="19702" y="47289"/>
                </a:lnTo>
                <a:lnTo>
                  <a:pt x="19840" y="47521"/>
                </a:lnTo>
                <a:lnTo>
                  <a:pt x="19928" y="47766"/>
                </a:lnTo>
                <a:lnTo>
                  <a:pt x="20016" y="48036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7860891" y="2758315"/>
            <a:ext cx="20029" cy="48847"/>
          </a:xfrm>
          <a:custGeom>
            <a:avLst/>
            <a:gdLst/>
            <a:ahLst/>
            <a:cxnLst/>
            <a:rect l="l" t="t" r="r" b="b"/>
            <a:pathLst>
              <a:path w="20029" h="48847">
                <a:moveTo>
                  <a:pt x="0" y="0"/>
                </a:moveTo>
                <a:lnTo>
                  <a:pt x="100" y="244"/>
                </a:lnTo>
                <a:lnTo>
                  <a:pt x="188" y="476"/>
                </a:lnTo>
                <a:lnTo>
                  <a:pt x="326" y="708"/>
                </a:lnTo>
                <a:lnTo>
                  <a:pt x="414" y="939"/>
                </a:lnTo>
                <a:lnTo>
                  <a:pt x="502" y="1223"/>
                </a:lnTo>
                <a:lnTo>
                  <a:pt x="602" y="1454"/>
                </a:lnTo>
                <a:lnTo>
                  <a:pt x="690" y="1699"/>
                </a:lnTo>
                <a:lnTo>
                  <a:pt x="828" y="1931"/>
                </a:lnTo>
                <a:lnTo>
                  <a:pt x="916" y="2162"/>
                </a:lnTo>
                <a:lnTo>
                  <a:pt x="1017" y="2446"/>
                </a:lnTo>
                <a:lnTo>
                  <a:pt x="1105" y="2677"/>
                </a:lnTo>
                <a:lnTo>
                  <a:pt x="1192" y="2909"/>
                </a:lnTo>
                <a:lnTo>
                  <a:pt x="1331" y="3154"/>
                </a:lnTo>
                <a:lnTo>
                  <a:pt x="1418" y="3386"/>
                </a:lnTo>
                <a:lnTo>
                  <a:pt x="1519" y="3669"/>
                </a:lnTo>
                <a:lnTo>
                  <a:pt x="1607" y="3901"/>
                </a:lnTo>
                <a:lnTo>
                  <a:pt x="1695" y="4132"/>
                </a:lnTo>
                <a:lnTo>
                  <a:pt x="1833" y="4364"/>
                </a:lnTo>
                <a:lnTo>
                  <a:pt x="1921" y="4609"/>
                </a:lnTo>
                <a:lnTo>
                  <a:pt x="2021" y="4879"/>
                </a:lnTo>
                <a:lnTo>
                  <a:pt x="2109" y="5124"/>
                </a:lnTo>
                <a:lnTo>
                  <a:pt x="2197" y="5355"/>
                </a:lnTo>
                <a:lnTo>
                  <a:pt x="2335" y="5587"/>
                </a:lnTo>
                <a:lnTo>
                  <a:pt x="2423" y="5870"/>
                </a:lnTo>
                <a:lnTo>
                  <a:pt x="2524" y="6102"/>
                </a:lnTo>
                <a:lnTo>
                  <a:pt x="2611" y="6334"/>
                </a:lnTo>
                <a:lnTo>
                  <a:pt x="2699" y="6579"/>
                </a:lnTo>
                <a:lnTo>
                  <a:pt x="2837" y="6810"/>
                </a:lnTo>
                <a:lnTo>
                  <a:pt x="2925" y="7094"/>
                </a:lnTo>
                <a:lnTo>
                  <a:pt x="3026" y="7325"/>
                </a:lnTo>
                <a:lnTo>
                  <a:pt x="3114" y="7557"/>
                </a:lnTo>
                <a:lnTo>
                  <a:pt x="3202" y="7789"/>
                </a:lnTo>
                <a:lnTo>
                  <a:pt x="3340" y="8033"/>
                </a:lnTo>
                <a:lnTo>
                  <a:pt x="3428" y="8317"/>
                </a:lnTo>
                <a:lnTo>
                  <a:pt x="3528" y="8548"/>
                </a:lnTo>
                <a:lnTo>
                  <a:pt x="3616" y="8780"/>
                </a:lnTo>
                <a:lnTo>
                  <a:pt x="3704" y="9012"/>
                </a:lnTo>
                <a:lnTo>
                  <a:pt x="3842" y="9295"/>
                </a:lnTo>
                <a:lnTo>
                  <a:pt x="3930" y="9527"/>
                </a:lnTo>
                <a:lnTo>
                  <a:pt x="4030" y="9772"/>
                </a:lnTo>
                <a:lnTo>
                  <a:pt x="4118" y="10003"/>
                </a:lnTo>
                <a:lnTo>
                  <a:pt x="4206" y="10235"/>
                </a:lnTo>
                <a:lnTo>
                  <a:pt x="4344" y="10518"/>
                </a:lnTo>
                <a:lnTo>
                  <a:pt x="4445" y="10750"/>
                </a:lnTo>
                <a:lnTo>
                  <a:pt x="4533" y="10982"/>
                </a:lnTo>
                <a:lnTo>
                  <a:pt x="4621" y="11214"/>
                </a:lnTo>
                <a:lnTo>
                  <a:pt x="4709" y="11458"/>
                </a:lnTo>
                <a:lnTo>
                  <a:pt x="4847" y="11741"/>
                </a:lnTo>
                <a:lnTo>
                  <a:pt x="4947" y="11973"/>
                </a:lnTo>
                <a:lnTo>
                  <a:pt x="5035" y="12205"/>
                </a:lnTo>
                <a:lnTo>
                  <a:pt x="5123" y="12437"/>
                </a:lnTo>
                <a:lnTo>
                  <a:pt x="5211" y="12720"/>
                </a:lnTo>
                <a:lnTo>
                  <a:pt x="5349" y="12952"/>
                </a:lnTo>
                <a:lnTo>
                  <a:pt x="5449" y="13196"/>
                </a:lnTo>
                <a:lnTo>
                  <a:pt x="5537" y="13428"/>
                </a:lnTo>
                <a:lnTo>
                  <a:pt x="5625" y="13660"/>
                </a:lnTo>
                <a:lnTo>
                  <a:pt x="5713" y="13943"/>
                </a:lnTo>
                <a:lnTo>
                  <a:pt x="5851" y="14175"/>
                </a:lnTo>
                <a:lnTo>
                  <a:pt x="5952" y="14407"/>
                </a:lnTo>
                <a:lnTo>
                  <a:pt x="6040" y="14651"/>
                </a:lnTo>
                <a:lnTo>
                  <a:pt x="6128" y="14922"/>
                </a:lnTo>
                <a:lnTo>
                  <a:pt x="6215" y="15166"/>
                </a:lnTo>
                <a:lnTo>
                  <a:pt x="6354" y="15398"/>
                </a:lnTo>
                <a:lnTo>
                  <a:pt x="6454" y="15630"/>
                </a:lnTo>
                <a:lnTo>
                  <a:pt x="6542" y="15913"/>
                </a:lnTo>
                <a:lnTo>
                  <a:pt x="6630" y="16145"/>
                </a:lnTo>
                <a:lnTo>
                  <a:pt x="6718" y="16376"/>
                </a:lnTo>
                <a:lnTo>
                  <a:pt x="6856" y="16621"/>
                </a:lnTo>
                <a:lnTo>
                  <a:pt x="6956" y="16853"/>
                </a:lnTo>
                <a:lnTo>
                  <a:pt x="7044" y="17136"/>
                </a:lnTo>
                <a:lnTo>
                  <a:pt x="7132" y="17368"/>
                </a:lnTo>
                <a:lnTo>
                  <a:pt x="7233" y="17600"/>
                </a:lnTo>
                <a:lnTo>
                  <a:pt x="7358" y="17831"/>
                </a:lnTo>
                <a:lnTo>
                  <a:pt x="7459" y="18115"/>
                </a:lnTo>
                <a:lnTo>
                  <a:pt x="7547" y="18346"/>
                </a:lnTo>
                <a:lnTo>
                  <a:pt x="7634" y="18591"/>
                </a:lnTo>
                <a:lnTo>
                  <a:pt x="7735" y="18823"/>
                </a:lnTo>
                <a:lnTo>
                  <a:pt x="7860" y="19054"/>
                </a:lnTo>
                <a:lnTo>
                  <a:pt x="7961" y="19338"/>
                </a:lnTo>
                <a:lnTo>
                  <a:pt x="8049" y="19569"/>
                </a:lnTo>
                <a:lnTo>
                  <a:pt x="8137" y="19801"/>
                </a:lnTo>
                <a:lnTo>
                  <a:pt x="8237" y="20046"/>
                </a:lnTo>
                <a:lnTo>
                  <a:pt x="8375" y="20329"/>
                </a:lnTo>
                <a:lnTo>
                  <a:pt x="8463" y="20561"/>
                </a:lnTo>
                <a:lnTo>
                  <a:pt x="8551" y="20793"/>
                </a:lnTo>
                <a:lnTo>
                  <a:pt x="8639" y="21024"/>
                </a:lnTo>
                <a:lnTo>
                  <a:pt x="8739" y="21308"/>
                </a:lnTo>
                <a:lnTo>
                  <a:pt x="8878" y="21539"/>
                </a:lnTo>
                <a:lnTo>
                  <a:pt x="8966" y="21771"/>
                </a:lnTo>
                <a:lnTo>
                  <a:pt x="9053" y="22016"/>
                </a:lnTo>
                <a:lnTo>
                  <a:pt x="9141" y="22299"/>
                </a:lnTo>
                <a:lnTo>
                  <a:pt x="9242" y="22531"/>
                </a:lnTo>
                <a:lnTo>
                  <a:pt x="9380" y="22762"/>
                </a:lnTo>
                <a:lnTo>
                  <a:pt x="9468" y="22994"/>
                </a:lnTo>
                <a:lnTo>
                  <a:pt x="9556" y="23226"/>
                </a:lnTo>
                <a:lnTo>
                  <a:pt x="9644" y="23509"/>
                </a:lnTo>
                <a:lnTo>
                  <a:pt x="9744" y="23754"/>
                </a:lnTo>
                <a:lnTo>
                  <a:pt x="9882" y="23986"/>
                </a:lnTo>
                <a:lnTo>
                  <a:pt x="9970" y="24217"/>
                </a:lnTo>
                <a:lnTo>
                  <a:pt x="10058" y="24501"/>
                </a:lnTo>
                <a:lnTo>
                  <a:pt x="10146" y="24732"/>
                </a:lnTo>
                <a:lnTo>
                  <a:pt x="10246" y="24964"/>
                </a:lnTo>
                <a:lnTo>
                  <a:pt x="10385" y="25209"/>
                </a:lnTo>
                <a:lnTo>
                  <a:pt x="10472" y="25479"/>
                </a:lnTo>
                <a:lnTo>
                  <a:pt x="10560" y="25724"/>
                </a:lnTo>
                <a:lnTo>
                  <a:pt x="10661" y="25955"/>
                </a:lnTo>
                <a:lnTo>
                  <a:pt x="10749" y="26187"/>
                </a:lnTo>
                <a:lnTo>
                  <a:pt x="10887" y="26470"/>
                </a:lnTo>
                <a:lnTo>
                  <a:pt x="10975" y="26702"/>
                </a:lnTo>
                <a:lnTo>
                  <a:pt x="11063" y="26934"/>
                </a:lnTo>
                <a:lnTo>
                  <a:pt x="11163" y="27179"/>
                </a:lnTo>
                <a:lnTo>
                  <a:pt x="11251" y="27410"/>
                </a:lnTo>
                <a:lnTo>
                  <a:pt x="11389" y="27694"/>
                </a:lnTo>
                <a:lnTo>
                  <a:pt x="11477" y="27925"/>
                </a:lnTo>
                <a:lnTo>
                  <a:pt x="11565" y="28157"/>
                </a:lnTo>
                <a:lnTo>
                  <a:pt x="11665" y="28389"/>
                </a:lnTo>
                <a:lnTo>
                  <a:pt x="11753" y="28672"/>
                </a:lnTo>
                <a:lnTo>
                  <a:pt x="11891" y="28904"/>
                </a:lnTo>
                <a:lnTo>
                  <a:pt x="11979" y="29148"/>
                </a:lnTo>
                <a:lnTo>
                  <a:pt x="12067" y="29380"/>
                </a:lnTo>
                <a:lnTo>
                  <a:pt x="12168" y="29663"/>
                </a:lnTo>
                <a:lnTo>
                  <a:pt x="12256" y="29895"/>
                </a:lnTo>
                <a:lnTo>
                  <a:pt x="12394" y="30127"/>
                </a:lnTo>
                <a:lnTo>
                  <a:pt x="12482" y="30359"/>
                </a:lnTo>
                <a:lnTo>
                  <a:pt x="12570" y="30642"/>
                </a:lnTo>
                <a:lnTo>
                  <a:pt x="12670" y="30887"/>
                </a:lnTo>
                <a:lnTo>
                  <a:pt x="12758" y="31118"/>
                </a:lnTo>
                <a:lnTo>
                  <a:pt x="12896" y="31350"/>
                </a:lnTo>
                <a:lnTo>
                  <a:pt x="12984" y="31633"/>
                </a:lnTo>
                <a:lnTo>
                  <a:pt x="13072" y="31865"/>
                </a:lnTo>
                <a:lnTo>
                  <a:pt x="13172" y="32097"/>
                </a:lnTo>
                <a:lnTo>
                  <a:pt x="13260" y="32329"/>
                </a:lnTo>
                <a:lnTo>
                  <a:pt x="13398" y="32612"/>
                </a:lnTo>
                <a:lnTo>
                  <a:pt x="13486" y="32856"/>
                </a:lnTo>
                <a:lnTo>
                  <a:pt x="13574" y="33088"/>
                </a:lnTo>
                <a:lnTo>
                  <a:pt x="13675" y="33320"/>
                </a:lnTo>
                <a:lnTo>
                  <a:pt x="13762" y="33603"/>
                </a:lnTo>
                <a:lnTo>
                  <a:pt x="13901" y="33835"/>
                </a:lnTo>
                <a:lnTo>
                  <a:pt x="13988" y="34067"/>
                </a:lnTo>
                <a:lnTo>
                  <a:pt x="14076" y="34311"/>
                </a:lnTo>
                <a:lnTo>
                  <a:pt x="14177" y="34582"/>
                </a:lnTo>
                <a:lnTo>
                  <a:pt x="14265" y="34826"/>
                </a:lnTo>
                <a:lnTo>
                  <a:pt x="14403" y="35058"/>
                </a:lnTo>
                <a:lnTo>
                  <a:pt x="14491" y="35290"/>
                </a:lnTo>
                <a:lnTo>
                  <a:pt x="14591" y="35573"/>
                </a:lnTo>
                <a:lnTo>
                  <a:pt x="14679" y="35805"/>
                </a:lnTo>
                <a:lnTo>
                  <a:pt x="14767" y="36037"/>
                </a:lnTo>
                <a:lnTo>
                  <a:pt x="14905" y="36281"/>
                </a:lnTo>
                <a:lnTo>
                  <a:pt x="14993" y="36552"/>
                </a:lnTo>
                <a:lnTo>
                  <a:pt x="15094" y="36796"/>
                </a:lnTo>
                <a:lnTo>
                  <a:pt x="15181" y="37028"/>
                </a:lnTo>
                <a:lnTo>
                  <a:pt x="15269" y="37260"/>
                </a:lnTo>
                <a:lnTo>
                  <a:pt x="15407" y="37543"/>
                </a:lnTo>
                <a:lnTo>
                  <a:pt x="15495" y="37775"/>
                </a:lnTo>
                <a:lnTo>
                  <a:pt x="15596" y="38006"/>
                </a:lnTo>
                <a:lnTo>
                  <a:pt x="15684" y="38251"/>
                </a:lnTo>
                <a:lnTo>
                  <a:pt x="15772" y="38534"/>
                </a:lnTo>
                <a:lnTo>
                  <a:pt x="15910" y="38766"/>
                </a:lnTo>
                <a:lnTo>
                  <a:pt x="15998" y="38998"/>
                </a:lnTo>
                <a:lnTo>
                  <a:pt x="16098" y="39230"/>
                </a:lnTo>
                <a:lnTo>
                  <a:pt x="16186" y="39513"/>
                </a:lnTo>
                <a:lnTo>
                  <a:pt x="16274" y="39745"/>
                </a:lnTo>
                <a:lnTo>
                  <a:pt x="16412" y="39989"/>
                </a:lnTo>
                <a:lnTo>
                  <a:pt x="16500" y="40221"/>
                </a:lnTo>
                <a:lnTo>
                  <a:pt x="16600" y="40504"/>
                </a:lnTo>
                <a:lnTo>
                  <a:pt x="16688" y="40736"/>
                </a:lnTo>
                <a:lnTo>
                  <a:pt x="16776" y="40968"/>
                </a:lnTo>
                <a:lnTo>
                  <a:pt x="16914" y="41199"/>
                </a:lnTo>
                <a:lnTo>
                  <a:pt x="17002" y="41483"/>
                </a:lnTo>
                <a:lnTo>
                  <a:pt x="17103" y="41714"/>
                </a:lnTo>
                <a:lnTo>
                  <a:pt x="17191" y="41959"/>
                </a:lnTo>
                <a:lnTo>
                  <a:pt x="17279" y="42191"/>
                </a:lnTo>
                <a:lnTo>
                  <a:pt x="17417" y="42474"/>
                </a:lnTo>
                <a:lnTo>
                  <a:pt x="17505" y="42706"/>
                </a:lnTo>
                <a:lnTo>
                  <a:pt x="17605" y="42938"/>
                </a:lnTo>
                <a:lnTo>
                  <a:pt x="17693" y="43169"/>
                </a:lnTo>
                <a:lnTo>
                  <a:pt x="17781" y="43453"/>
                </a:lnTo>
                <a:lnTo>
                  <a:pt x="17919" y="43684"/>
                </a:lnTo>
                <a:lnTo>
                  <a:pt x="18007" y="43929"/>
                </a:lnTo>
                <a:lnTo>
                  <a:pt x="18107" y="44161"/>
                </a:lnTo>
                <a:lnTo>
                  <a:pt x="18195" y="44444"/>
                </a:lnTo>
                <a:lnTo>
                  <a:pt x="18283" y="44676"/>
                </a:lnTo>
                <a:lnTo>
                  <a:pt x="18421" y="44907"/>
                </a:lnTo>
                <a:lnTo>
                  <a:pt x="18522" y="45139"/>
                </a:lnTo>
                <a:lnTo>
                  <a:pt x="18610" y="45422"/>
                </a:lnTo>
                <a:lnTo>
                  <a:pt x="18698" y="45667"/>
                </a:lnTo>
                <a:lnTo>
                  <a:pt x="18785" y="45899"/>
                </a:lnTo>
                <a:lnTo>
                  <a:pt x="18924" y="46131"/>
                </a:lnTo>
                <a:lnTo>
                  <a:pt x="19024" y="46414"/>
                </a:lnTo>
                <a:lnTo>
                  <a:pt x="19112" y="46646"/>
                </a:lnTo>
                <a:lnTo>
                  <a:pt x="19200" y="46877"/>
                </a:lnTo>
                <a:lnTo>
                  <a:pt x="19288" y="47109"/>
                </a:lnTo>
                <a:lnTo>
                  <a:pt x="19426" y="47392"/>
                </a:lnTo>
                <a:lnTo>
                  <a:pt x="19526" y="47637"/>
                </a:lnTo>
                <a:lnTo>
                  <a:pt x="19614" y="47869"/>
                </a:lnTo>
                <a:lnTo>
                  <a:pt x="19702" y="48100"/>
                </a:lnTo>
                <a:lnTo>
                  <a:pt x="19790" y="48384"/>
                </a:lnTo>
                <a:lnTo>
                  <a:pt x="19928" y="48615"/>
                </a:lnTo>
                <a:lnTo>
                  <a:pt x="20029" y="4884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7880920" y="2807163"/>
            <a:ext cx="19966" cy="48937"/>
          </a:xfrm>
          <a:custGeom>
            <a:avLst/>
            <a:gdLst/>
            <a:ahLst/>
            <a:cxnLst/>
            <a:rect l="l" t="t" r="r" b="b"/>
            <a:pathLst>
              <a:path w="19966" h="48937">
                <a:moveTo>
                  <a:pt x="0" y="0"/>
                </a:moveTo>
                <a:lnTo>
                  <a:pt x="87" y="244"/>
                </a:lnTo>
                <a:lnTo>
                  <a:pt x="175" y="514"/>
                </a:lnTo>
                <a:lnTo>
                  <a:pt x="263" y="759"/>
                </a:lnTo>
                <a:lnTo>
                  <a:pt x="401" y="991"/>
                </a:lnTo>
                <a:lnTo>
                  <a:pt x="502" y="1223"/>
                </a:lnTo>
                <a:lnTo>
                  <a:pt x="590" y="1506"/>
                </a:lnTo>
                <a:lnTo>
                  <a:pt x="678" y="1738"/>
                </a:lnTo>
                <a:lnTo>
                  <a:pt x="778" y="1969"/>
                </a:lnTo>
                <a:lnTo>
                  <a:pt x="904" y="2214"/>
                </a:lnTo>
                <a:lnTo>
                  <a:pt x="1004" y="2484"/>
                </a:lnTo>
                <a:lnTo>
                  <a:pt x="1092" y="2729"/>
                </a:lnTo>
                <a:lnTo>
                  <a:pt x="1180" y="2961"/>
                </a:lnTo>
                <a:lnTo>
                  <a:pt x="1280" y="3192"/>
                </a:lnTo>
                <a:lnTo>
                  <a:pt x="1406" y="3476"/>
                </a:lnTo>
                <a:lnTo>
                  <a:pt x="1506" y="3707"/>
                </a:lnTo>
                <a:lnTo>
                  <a:pt x="1594" y="3939"/>
                </a:lnTo>
                <a:lnTo>
                  <a:pt x="1682" y="4184"/>
                </a:lnTo>
                <a:lnTo>
                  <a:pt x="1783" y="4467"/>
                </a:lnTo>
                <a:lnTo>
                  <a:pt x="1921" y="4699"/>
                </a:lnTo>
                <a:lnTo>
                  <a:pt x="2009" y="4931"/>
                </a:lnTo>
                <a:lnTo>
                  <a:pt x="2097" y="5162"/>
                </a:lnTo>
                <a:lnTo>
                  <a:pt x="2184" y="5446"/>
                </a:lnTo>
                <a:lnTo>
                  <a:pt x="2285" y="5677"/>
                </a:lnTo>
                <a:lnTo>
                  <a:pt x="2423" y="5922"/>
                </a:lnTo>
                <a:lnTo>
                  <a:pt x="2511" y="6154"/>
                </a:lnTo>
                <a:lnTo>
                  <a:pt x="2549" y="6385"/>
                </a:lnTo>
                <a:lnTo>
                  <a:pt x="2649" y="6617"/>
                </a:lnTo>
                <a:lnTo>
                  <a:pt x="2787" y="6849"/>
                </a:lnTo>
                <a:lnTo>
                  <a:pt x="2875" y="7094"/>
                </a:lnTo>
                <a:lnTo>
                  <a:pt x="2963" y="7377"/>
                </a:lnTo>
                <a:lnTo>
                  <a:pt x="3064" y="7609"/>
                </a:lnTo>
                <a:lnTo>
                  <a:pt x="3151" y="7840"/>
                </a:lnTo>
                <a:lnTo>
                  <a:pt x="3290" y="8072"/>
                </a:lnTo>
                <a:lnTo>
                  <a:pt x="3377" y="8355"/>
                </a:lnTo>
                <a:lnTo>
                  <a:pt x="3465" y="8587"/>
                </a:lnTo>
                <a:lnTo>
                  <a:pt x="3566" y="8819"/>
                </a:lnTo>
                <a:lnTo>
                  <a:pt x="3654" y="9063"/>
                </a:lnTo>
                <a:lnTo>
                  <a:pt x="3792" y="9347"/>
                </a:lnTo>
                <a:lnTo>
                  <a:pt x="3880" y="9578"/>
                </a:lnTo>
                <a:lnTo>
                  <a:pt x="3968" y="9810"/>
                </a:lnTo>
                <a:lnTo>
                  <a:pt x="4068" y="10042"/>
                </a:lnTo>
                <a:lnTo>
                  <a:pt x="4156" y="10325"/>
                </a:lnTo>
                <a:lnTo>
                  <a:pt x="4294" y="10557"/>
                </a:lnTo>
                <a:lnTo>
                  <a:pt x="4382" y="10802"/>
                </a:lnTo>
                <a:lnTo>
                  <a:pt x="4470" y="11033"/>
                </a:lnTo>
                <a:lnTo>
                  <a:pt x="4570" y="11317"/>
                </a:lnTo>
                <a:lnTo>
                  <a:pt x="4658" y="11548"/>
                </a:lnTo>
                <a:lnTo>
                  <a:pt x="4796" y="11780"/>
                </a:lnTo>
                <a:lnTo>
                  <a:pt x="4884" y="12012"/>
                </a:lnTo>
                <a:lnTo>
                  <a:pt x="4972" y="12295"/>
                </a:lnTo>
                <a:lnTo>
                  <a:pt x="5073" y="12527"/>
                </a:lnTo>
                <a:lnTo>
                  <a:pt x="5161" y="12771"/>
                </a:lnTo>
                <a:lnTo>
                  <a:pt x="5299" y="13003"/>
                </a:lnTo>
                <a:lnTo>
                  <a:pt x="5387" y="13286"/>
                </a:lnTo>
                <a:lnTo>
                  <a:pt x="5475" y="13518"/>
                </a:lnTo>
                <a:lnTo>
                  <a:pt x="5575" y="13750"/>
                </a:lnTo>
                <a:lnTo>
                  <a:pt x="5663" y="13982"/>
                </a:lnTo>
                <a:lnTo>
                  <a:pt x="5801" y="14265"/>
                </a:lnTo>
                <a:lnTo>
                  <a:pt x="5889" y="14497"/>
                </a:lnTo>
                <a:lnTo>
                  <a:pt x="5977" y="14741"/>
                </a:lnTo>
                <a:lnTo>
                  <a:pt x="6077" y="14973"/>
                </a:lnTo>
                <a:lnTo>
                  <a:pt x="6165" y="15256"/>
                </a:lnTo>
                <a:lnTo>
                  <a:pt x="6303" y="15488"/>
                </a:lnTo>
                <a:lnTo>
                  <a:pt x="6391" y="15720"/>
                </a:lnTo>
                <a:lnTo>
                  <a:pt x="6479" y="15952"/>
                </a:lnTo>
                <a:lnTo>
                  <a:pt x="6580" y="16235"/>
                </a:lnTo>
                <a:lnTo>
                  <a:pt x="6668" y="16479"/>
                </a:lnTo>
                <a:lnTo>
                  <a:pt x="6806" y="16711"/>
                </a:lnTo>
                <a:lnTo>
                  <a:pt x="6894" y="16943"/>
                </a:lnTo>
                <a:lnTo>
                  <a:pt x="6994" y="17226"/>
                </a:lnTo>
                <a:lnTo>
                  <a:pt x="7082" y="17458"/>
                </a:lnTo>
                <a:lnTo>
                  <a:pt x="7170" y="17690"/>
                </a:lnTo>
                <a:lnTo>
                  <a:pt x="7308" y="17934"/>
                </a:lnTo>
                <a:lnTo>
                  <a:pt x="7396" y="18205"/>
                </a:lnTo>
                <a:lnTo>
                  <a:pt x="7496" y="18449"/>
                </a:lnTo>
                <a:lnTo>
                  <a:pt x="7584" y="18681"/>
                </a:lnTo>
                <a:lnTo>
                  <a:pt x="7672" y="18913"/>
                </a:lnTo>
                <a:lnTo>
                  <a:pt x="7810" y="19196"/>
                </a:lnTo>
                <a:lnTo>
                  <a:pt x="7898" y="19428"/>
                </a:lnTo>
                <a:lnTo>
                  <a:pt x="7999" y="19660"/>
                </a:lnTo>
                <a:lnTo>
                  <a:pt x="8086" y="19904"/>
                </a:lnTo>
                <a:lnTo>
                  <a:pt x="8174" y="20175"/>
                </a:lnTo>
                <a:lnTo>
                  <a:pt x="8313" y="20419"/>
                </a:lnTo>
                <a:lnTo>
                  <a:pt x="8400" y="20651"/>
                </a:lnTo>
                <a:lnTo>
                  <a:pt x="8501" y="20883"/>
                </a:lnTo>
                <a:lnTo>
                  <a:pt x="8589" y="21166"/>
                </a:lnTo>
                <a:lnTo>
                  <a:pt x="8677" y="21398"/>
                </a:lnTo>
                <a:lnTo>
                  <a:pt x="8815" y="21629"/>
                </a:lnTo>
                <a:lnTo>
                  <a:pt x="8903" y="21874"/>
                </a:lnTo>
                <a:lnTo>
                  <a:pt x="9003" y="22157"/>
                </a:lnTo>
                <a:lnTo>
                  <a:pt x="9091" y="22389"/>
                </a:lnTo>
                <a:lnTo>
                  <a:pt x="9179" y="22621"/>
                </a:lnTo>
                <a:lnTo>
                  <a:pt x="9317" y="22853"/>
                </a:lnTo>
                <a:lnTo>
                  <a:pt x="9405" y="23136"/>
                </a:lnTo>
                <a:lnTo>
                  <a:pt x="9505" y="23368"/>
                </a:lnTo>
                <a:lnTo>
                  <a:pt x="9593" y="23599"/>
                </a:lnTo>
                <a:lnTo>
                  <a:pt x="9681" y="23844"/>
                </a:lnTo>
                <a:lnTo>
                  <a:pt x="9819" y="24127"/>
                </a:lnTo>
                <a:lnTo>
                  <a:pt x="9907" y="24359"/>
                </a:lnTo>
                <a:lnTo>
                  <a:pt x="10008" y="24591"/>
                </a:lnTo>
                <a:lnTo>
                  <a:pt x="10096" y="24822"/>
                </a:lnTo>
                <a:lnTo>
                  <a:pt x="10184" y="25106"/>
                </a:lnTo>
                <a:lnTo>
                  <a:pt x="10322" y="25337"/>
                </a:lnTo>
                <a:lnTo>
                  <a:pt x="10422" y="25582"/>
                </a:lnTo>
                <a:lnTo>
                  <a:pt x="10510" y="25814"/>
                </a:lnTo>
                <a:lnTo>
                  <a:pt x="10598" y="26097"/>
                </a:lnTo>
                <a:lnTo>
                  <a:pt x="10686" y="26329"/>
                </a:lnTo>
                <a:lnTo>
                  <a:pt x="10824" y="26561"/>
                </a:lnTo>
                <a:lnTo>
                  <a:pt x="10924" y="26792"/>
                </a:lnTo>
                <a:lnTo>
                  <a:pt x="11012" y="27076"/>
                </a:lnTo>
                <a:lnTo>
                  <a:pt x="11100" y="27307"/>
                </a:lnTo>
                <a:lnTo>
                  <a:pt x="11188" y="27552"/>
                </a:lnTo>
                <a:lnTo>
                  <a:pt x="11326" y="27784"/>
                </a:lnTo>
                <a:lnTo>
                  <a:pt x="11427" y="28067"/>
                </a:lnTo>
                <a:lnTo>
                  <a:pt x="11515" y="28299"/>
                </a:lnTo>
                <a:lnTo>
                  <a:pt x="11603" y="28530"/>
                </a:lnTo>
                <a:lnTo>
                  <a:pt x="11690" y="28762"/>
                </a:lnTo>
                <a:lnTo>
                  <a:pt x="11829" y="29045"/>
                </a:lnTo>
                <a:lnTo>
                  <a:pt x="11929" y="29277"/>
                </a:lnTo>
                <a:lnTo>
                  <a:pt x="12017" y="29522"/>
                </a:lnTo>
                <a:lnTo>
                  <a:pt x="12105" y="29754"/>
                </a:lnTo>
                <a:lnTo>
                  <a:pt x="12193" y="30037"/>
                </a:lnTo>
                <a:lnTo>
                  <a:pt x="12331" y="30269"/>
                </a:lnTo>
                <a:lnTo>
                  <a:pt x="12431" y="30500"/>
                </a:lnTo>
                <a:lnTo>
                  <a:pt x="12519" y="30732"/>
                </a:lnTo>
                <a:lnTo>
                  <a:pt x="12607" y="31015"/>
                </a:lnTo>
                <a:lnTo>
                  <a:pt x="12695" y="31260"/>
                </a:lnTo>
                <a:lnTo>
                  <a:pt x="12833" y="31492"/>
                </a:lnTo>
                <a:lnTo>
                  <a:pt x="12934" y="31723"/>
                </a:lnTo>
                <a:lnTo>
                  <a:pt x="13022" y="32007"/>
                </a:lnTo>
                <a:lnTo>
                  <a:pt x="13109" y="32238"/>
                </a:lnTo>
                <a:lnTo>
                  <a:pt x="13210" y="32470"/>
                </a:lnTo>
                <a:lnTo>
                  <a:pt x="13336" y="32715"/>
                </a:lnTo>
                <a:lnTo>
                  <a:pt x="13436" y="32985"/>
                </a:lnTo>
                <a:lnTo>
                  <a:pt x="13524" y="33230"/>
                </a:lnTo>
                <a:lnTo>
                  <a:pt x="13612" y="33462"/>
                </a:lnTo>
                <a:lnTo>
                  <a:pt x="13712" y="33693"/>
                </a:lnTo>
                <a:lnTo>
                  <a:pt x="13838" y="33977"/>
                </a:lnTo>
                <a:lnTo>
                  <a:pt x="13938" y="34208"/>
                </a:lnTo>
                <a:lnTo>
                  <a:pt x="14026" y="34440"/>
                </a:lnTo>
                <a:lnTo>
                  <a:pt x="14114" y="34685"/>
                </a:lnTo>
                <a:lnTo>
                  <a:pt x="14215" y="34916"/>
                </a:lnTo>
                <a:lnTo>
                  <a:pt x="14353" y="35200"/>
                </a:lnTo>
                <a:lnTo>
                  <a:pt x="14441" y="35431"/>
                </a:lnTo>
                <a:lnTo>
                  <a:pt x="14528" y="35663"/>
                </a:lnTo>
                <a:lnTo>
                  <a:pt x="14616" y="35895"/>
                </a:lnTo>
                <a:lnTo>
                  <a:pt x="14717" y="36178"/>
                </a:lnTo>
                <a:lnTo>
                  <a:pt x="14855" y="36410"/>
                </a:lnTo>
                <a:lnTo>
                  <a:pt x="14943" y="36655"/>
                </a:lnTo>
                <a:lnTo>
                  <a:pt x="15031" y="36886"/>
                </a:lnTo>
                <a:lnTo>
                  <a:pt x="15119" y="37170"/>
                </a:lnTo>
                <a:lnTo>
                  <a:pt x="15219" y="37401"/>
                </a:lnTo>
                <a:lnTo>
                  <a:pt x="15357" y="37633"/>
                </a:lnTo>
                <a:lnTo>
                  <a:pt x="15445" y="37865"/>
                </a:lnTo>
                <a:lnTo>
                  <a:pt x="15533" y="38148"/>
                </a:lnTo>
                <a:lnTo>
                  <a:pt x="15621" y="38380"/>
                </a:lnTo>
                <a:lnTo>
                  <a:pt x="15721" y="38624"/>
                </a:lnTo>
                <a:lnTo>
                  <a:pt x="15860" y="38856"/>
                </a:lnTo>
                <a:lnTo>
                  <a:pt x="15947" y="39088"/>
                </a:lnTo>
                <a:lnTo>
                  <a:pt x="16035" y="39371"/>
                </a:lnTo>
                <a:lnTo>
                  <a:pt x="16123" y="39603"/>
                </a:lnTo>
                <a:lnTo>
                  <a:pt x="16224" y="39835"/>
                </a:lnTo>
                <a:lnTo>
                  <a:pt x="16362" y="40079"/>
                </a:lnTo>
                <a:lnTo>
                  <a:pt x="16450" y="40363"/>
                </a:lnTo>
                <a:lnTo>
                  <a:pt x="16538" y="40594"/>
                </a:lnTo>
                <a:lnTo>
                  <a:pt x="16638" y="40826"/>
                </a:lnTo>
                <a:lnTo>
                  <a:pt x="16726" y="41058"/>
                </a:lnTo>
                <a:lnTo>
                  <a:pt x="16864" y="41341"/>
                </a:lnTo>
                <a:lnTo>
                  <a:pt x="16952" y="41573"/>
                </a:lnTo>
                <a:lnTo>
                  <a:pt x="17040" y="41817"/>
                </a:lnTo>
                <a:lnTo>
                  <a:pt x="17140" y="42049"/>
                </a:lnTo>
                <a:lnTo>
                  <a:pt x="17228" y="42332"/>
                </a:lnTo>
                <a:lnTo>
                  <a:pt x="17366" y="42564"/>
                </a:lnTo>
                <a:lnTo>
                  <a:pt x="17454" y="42796"/>
                </a:lnTo>
                <a:lnTo>
                  <a:pt x="17542" y="43028"/>
                </a:lnTo>
                <a:lnTo>
                  <a:pt x="17643" y="43272"/>
                </a:lnTo>
                <a:lnTo>
                  <a:pt x="17731" y="43543"/>
                </a:lnTo>
                <a:lnTo>
                  <a:pt x="17869" y="43787"/>
                </a:lnTo>
                <a:lnTo>
                  <a:pt x="17957" y="44019"/>
                </a:lnTo>
                <a:lnTo>
                  <a:pt x="18045" y="44251"/>
                </a:lnTo>
                <a:lnTo>
                  <a:pt x="18145" y="44534"/>
                </a:lnTo>
                <a:lnTo>
                  <a:pt x="18233" y="44766"/>
                </a:lnTo>
                <a:lnTo>
                  <a:pt x="18371" y="44998"/>
                </a:lnTo>
                <a:lnTo>
                  <a:pt x="18459" y="45242"/>
                </a:lnTo>
                <a:lnTo>
                  <a:pt x="18547" y="45474"/>
                </a:lnTo>
                <a:lnTo>
                  <a:pt x="18647" y="45757"/>
                </a:lnTo>
                <a:lnTo>
                  <a:pt x="18735" y="45989"/>
                </a:lnTo>
                <a:lnTo>
                  <a:pt x="18873" y="46221"/>
                </a:lnTo>
                <a:lnTo>
                  <a:pt x="18961" y="46452"/>
                </a:lnTo>
                <a:lnTo>
                  <a:pt x="19049" y="46736"/>
                </a:lnTo>
                <a:lnTo>
                  <a:pt x="19150" y="46967"/>
                </a:lnTo>
                <a:lnTo>
                  <a:pt x="19238" y="47212"/>
                </a:lnTo>
                <a:lnTo>
                  <a:pt x="19376" y="47444"/>
                </a:lnTo>
                <a:lnTo>
                  <a:pt x="19464" y="47727"/>
                </a:lnTo>
                <a:lnTo>
                  <a:pt x="19551" y="47959"/>
                </a:lnTo>
                <a:lnTo>
                  <a:pt x="19652" y="48191"/>
                </a:lnTo>
                <a:lnTo>
                  <a:pt x="19740" y="48422"/>
                </a:lnTo>
                <a:lnTo>
                  <a:pt x="19878" y="48667"/>
                </a:lnTo>
                <a:lnTo>
                  <a:pt x="19966" y="4893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7900886" y="2856100"/>
            <a:ext cx="20016" cy="48294"/>
          </a:xfrm>
          <a:custGeom>
            <a:avLst/>
            <a:gdLst/>
            <a:ahLst/>
            <a:cxnLst/>
            <a:rect l="l" t="t" r="r" b="b"/>
            <a:pathLst>
              <a:path w="20016" h="48294">
                <a:moveTo>
                  <a:pt x="0" y="0"/>
                </a:moveTo>
                <a:lnTo>
                  <a:pt x="87" y="244"/>
                </a:lnTo>
                <a:lnTo>
                  <a:pt x="188" y="476"/>
                </a:lnTo>
                <a:lnTo>
                  <a:pt x="276" y="708"/>
                </a:lnTo>
                <a:lnTo>
                  <a:pt x="414" y="991"/>
                </a:lnTo>
                <a:lnTo>
                  <a:pt x="502" y="1223"/>
                </a:lnTo>
                <a:lnTo>
                  <a:pt x="602" y="1454"/>
                </a:lnTo>
                <a:lnTo>
                  <a:pt x="690" y="1699"/>
                </a:lnTo>
                <a:lnTo>
                  <a:pt x="778" y="1931"/>
                </a:lnTo>
                <a:lnTo>
                  <a:pt x="916" y="2214"/>
                </a:lnTo>
                <a:lnTo>
                  <a:pt x="1004" y="2446"/>
                </a:lnTo>
                <a:lnTo>
                  <a:pt x="1105" y="2677"/>
                </a:lnTo>
                <a:lnTo>
                  <a:pt x="1192" y="2909"/>
                </a:lnTo>
                <a:lnTo>
                  <a:pt x="1280" y="3154"/>
                </a:lnTo>
                <a:lnTo>
                  <a:pt x="1418" y="3437"/>
                </a:lnTo>
                <a:lnTo>
                  <a:pt x="1506" y="3669"/>
                </a:lnTo>
                <a:lnTo>
                  <a:pt x="1607" y="3901"/>
                </a:lnTo>
                <a:lnTo>
                  <a:pt x="1695" y="4132"/>
                </a:lnTo>
                <a:lnTo>
                  <a:pt x="1783" y="4416"/>
                </a:lnTo>
                <a:lnTo>
                  <a:pt x="1921" y="4647"/>
                </a:lnTo>
                <a:lnTo>
                  <a:pt x="2009" y="4892"/>
                </a:lnTo>
                <a:lnTo>
                  <a:pt x="2109" y="5124"/>
                </a:lnTo>
                <a:lnTo>
                  <a:pt x="2197" y="5355"/>
                </a:lnTo>
                <a:lnTo>
                  <a:pt x="2285" y="5639"/>
                </a:lnTo>
                <a:lnTo>
                  <a:pt x="2423" y="5870"/>
                </a:lnTo>
                <a:lnTo>
                  <a:pt x="2511" y="6102"/>
                </a:lnTo>
                <a:lnTo>
                  <a:pt x="2611" y="6334"/>
                </a:lnTo>
                <a:lnTo>
                  <a:pt x="2699" y="6579"/>
                </a:lnTo>
                <a:lnTo>
                  <a:pt x="2787" y="6862"/>
                </a:lnTo>
                <a:lnTo>
                  <a:pt x="2925" y="7094"/>
                </a:lnTo>
                <a:lnTo>
                  <a:pt x="3013" y="7325"/>
                </a:lnTo>
                <a:lnTo>
                  <a:pt x="3114" y="7557"/>
                </a:lnTo>
                <a:lnTo>
                  <a:pt x="3202" y="7840"/>
                </a:lnTo>
                <a:lnTo>
                  <a:pt x="3290" y="8072"/>
                </a:lnTo>
                <a:lnTo>
                  <a:pt x="3428" y="8317"/>
                </a:lnTo>
                <a:lnTo>
                  <a:pt x="3516" y="8548"/>
                </a:lnTo>
                <a:lnTo>
                  <a:pt x="3616" y="8780"/>
                </a:lnTo>
                <a:lnTo>
                  <a:pt x="3704" y="9063"/>
                </a:lnTo>
                <a:lnTo>
                  <a:pt x="3792" y="9295"/>
                </a:lnTo>
                <a:lnTo>
                  <a:pt x="3930" y="9527"/>
                </a:lnTo>
                <a:lnTo>
                  <a:pt x="4018" y="9772"/>
                </a:lnTo>
                <a:lnTo>
                  <a:pt x="4118" y="10003"/>
                </a:lnTo>
                <a:lnTo>
                  <a:pt x="4206" y="10287"/>
                </a:lnTo>
                <a:lnTo>
                  <a:pt x="4294" y="10518"/>
                </a:lnTo>
                <a:lnTo>
                  <a:pt x="4432" y="10750"/>
                </a:lnTo>
                <a:lnTo>
                  <a:pt x="4533" y="10982"/>
                </a:lnTo>
                <a:lnTo>
                  <a:pt x="4621" y="11226"/>
                </a:lnTo>
                <a:lnTo>
                  <a:pt x="4709" y="11497"/>
                </a:lnTo>
                <a:lnTo>
                  <a:pt x="4796" y="11741"/>
                </a:lnTo>
                <a:lnTo>
                  <a:pt x="4935" y="11973"/>
                </a:lnTo>
                <a:lnTo>
                  <a:pt x="5035" y="12205"/>
                </a:lnTo>
                <a:lnTo>
                  <a:pt x="5123" y="12437"/>
                </a:lnTo>
                <a:lnTo>
                  <a:pt x="5211" y="12720"/>
                </a:lnTo>
                <a:lnTo>
                  <a:pt x="5299" y="12952"/>
                </a:lnTo>
                <a:lnTo>
                  <a:pt x="5437" y="13196"/>
                </a:lnTo>
                <a:lnTo>
                  <a:pt x="5537" y="13428"/>
                </a:lnTo>
                <a:lnTo>
                  <a:pt x="5625" y="13660"/>
                </a:lnTo>
                <a:lnTo>
                  <a:pt x="5713" y="13943"/>
                </a:lnTo>
                <a:lnTo>
                  <a:pt x="5801" y="14175"/>
                </a:lnTo>
                <a:lnTo>
                  <a:pt x="5939" y="14407"/>
                </a:lnTo>
                <a:lnTo>
                  <a:pt x="6040" y="14651"/>
                </a:lnTo>
                <a:lnTo>
                  <a:pt x="6128" y="14883"/>
                </a:lnTo>
                <a:lnTo>
                  <a:pt x="6215" y="15166"/>
                </a:lnTo>
                <a:lnTo>
                  <a:pt x="6303" y="15398"/>
                </a:lnTo>
                <a:lnTo>
                  <a:pt x="6441" y="15630"/>
                </a:lnTo>
                <a:lnTo>
                  <a:pt x="6542" y="15861"/>
                </a:lnTo>
                <a:lnTo>
                  <a:pt x="6630" y="16106"/>
                </a:lnTo>
                <a:lnTo>
                  <a:pt x="6718" y="16376"/>
                </a:lnTo>
                <a:lnTo>
                  <a:pt x="6818" y="16621"/>
                </a:lnTo>
                <a:lnTo>
                  <a:pt x="6944" y="16853"/>
                </a:lnTo>
                <a:lnTo>
                  <a:pt x="7044" y="17085"/>
                </a:lnTo>
                <a:lnTo>
                  <a:pt x="7132" y="17316"/>
                </a:lnTo>
                <a:lnTo>
                  <a:pt x="7220" y="17600"/>
                </a:lnTo>
                <a:lnTo>
                  <a:pt x="7320" y="17831"/>
                </a:lnTo>
                <a:lnTo>
                  <a:pt x="7446" y="18076"/>
                </a:lnTo>
                <a:lnTo>
                  <a:pt x="7547" y="18308"/>
                </a:lnTo>
                <a:lnTo>
                  <a:pt x="7634" y="18539"/>
                </a:lnTo>
                <a:lnTo>
                  <a:pt x="7722" y="18823"/>
                </a:lnTo>
                <a:lnTo>
                  <a:pt x="7823" y="19054"/>
                </a:lnTo>
                <a:lnTo>
                  <a:pt x="7961" y="19286"/>
                </a:lnTo>
                <a:lnTo>
                  <a:pt x="8049" y="19531"/>
                </a:lnTo>
                <a:lnTo>
                  <a:pt x="8137" y="19763"/>
                </a:lnTo>
                <a:lnTo>
                  <a:pt x="8225" y="19994"/>
                </a:lnTo>
                <a:lnTo>
                  <a:pt x="8325" y="20278"/>
                </a:lnTo>
                <a:lnTo>
                  <a:pt x="8463" y="20509"/>
                </a:lnTo>
                <a:lnTo>
                  <a:pt x="8551" y="20741"/>
                </a:lnTo>
                <a:lnTo>
                  <a:pt x="8639" y="20986"/>
                </a:lnTo>
                <a:lnTo>
                  <a:pt x="8727" y="21217"/>
                </a:lnTo>
                <a:lnTo>
                  <a:pt x="8827" y="21501"/>
                </a:lnTo>
                <a:lnTo>
                  <a:pt x="8966" y="21732"/>
                </a:lnTo>
                <a:lnTo>
                  <a:pt x="9053" y="21964"/>
                </a:lnTo>
                <a:lnTo>
                  <a:pt x="9141" y="22196"/>
                </a:lnTo>
                <a:lnTo>
                  <a:pt x="9229" y="22441"/>
                </a:lnTo>
                <a:lnTo>
                  <a:pt x="9330" y="22672"/>
                </a:lnTo>
                <a:lnTo>
                  <a:pt x="9468" y="22956"/>
                </a:lnTo>
                <a:lnTo>
                  <a:pt x="9556" y="23187"/>
                </a:lnTo>
                <a:lnTo>
                  <a:pt x="9644" y="23419"/>
                </a:lnTo>
                <a:lnTo>
                  <a:pt x="9732" y="23651"/>
                </a:lnTo>
                <a:lnTo>
                  <a:pt x="9832" y="23895"/>
                </a:lnTo>
                <a:lnTo>
                  <a:pt x="9970" y="24166"/>
                </a:lnTo>
                <a:lnTo>
                  <a:pt x="10058" y="24410"/>
                </a:lnTo>
                <a:lnTo>
                  <a:pt x="10146" y="24642"/>
                </a:lnTo>
                <a:lnTo>
                  <a:pt x="10234" y="24874"/>
                </a:lnTo>
                <a:lnTo>
                  <a:pt x="10334" y="25106"/>
                </a:lnTo>
                <a:lnTo>
                  <a:pt x="10472" y="25337"/>
                </a:lnTo>
                <a:lnTo>
                  <a:pt x="10560" y="25621"/>
                </a:lnTo>
                <a:lnTo>
                  <a:pt x="10648" y="25865"/>
                </a:lnTo>
                <a:lnTo>
                  <a:pt x="10749" y="26097"/>
                </a:lnTo>
                <a:lnTo>
                  <a:pt x="10837" y="26329"/>
                </a:lnTo>
                <a:lnTo>
                  <a:pt x="10975" y="26561"/>
                </a:lnTo>
                <a:lnTo>
                  <a:pt x="11063" y="26792"/>
                </a:lnTo>
                <a:lnTo>
                  <a:pt x="11151" y="27076"/>
                </a:lnTo>
                <a:lnTo>
                  <a:pt x="11251" y="27320"/>
                </a:lnTo>
                <a:lnTo>
                  <a:pt x="11339" y="27552"/>
                </a:lnTo>
                <a:lnTo>
                  <a:pt x="11477" y="27784"/>
                </a:lnTo>
                <a:lnTo>
                  <a:pt x="11565" y="28015"/>
                </a:lnTo>
                <a:lnTo>
                  <a:pt x="11653" y="28247"/>
                </a:lnTo>
                <a:lnTo>
                  <a:pt x="11753" y="28530"/>
                </a:lnTo>
                <a:lnTo>
                  <a:pt x="11841" y="28775"/>
                </a:lnTo>
                <a:lnTo>
                  <a:pt x="11979" y="29007"/>
                </a:lnTo>
                <a:lnTo>
                  <a:pt x="12067" y="29239"/>
                </a:lnTo>
                <a:lnTo>
                  <a:pt x="12155" y="29470"/>
                </a:lnTo>
                <a:lnTo>
                  <a:pt x="12256" y="29702"/>
                </a:lnTo>
                <a:lnTo>
                  <a:pt x="12343" y="29985"/>
                </a:lnTo>
                <a:lnTo>
                  <a:pt x="12482" y="30230"/>
                </a:lnTo>
                <a:lnTo>
                  <a:pt x="12570" y="30462"/>
                </a:lnTo>
                <a:lnTo>
                  <a:pt x="12657" y="30693"/>
                </a:lnTo>
                <a:lnTo>
                  <a:pt x="12758" y="30925"/>
                </a:lnTo>
                <a:lnTo>
                  <a:pt x="12846" y="31157"/>
                </a:lnTo>
                <a:lnTo>
                  <a:pt x="12984" y="31440"/>
                </a:lnTo>
                <a:lnTo>
                  <a:pt x="13072" y="31672"/>
                </a:lnTo>
                <a:lnTo>
                  <a:pt x="13160" y="31917"/>
                </a:lnTo>
                <a:lnTo>
                  <a:pt x="13260" y="32148"/>
                </a:lnTo>
                <a:lnTo>
                  <a:pt x="13348" y="32380"/>
                </a:lnTo>
                <a:lnTo>
                  <a:pt x="13486" y="32612"/>
                </a:lnTo>
                <a:lnTo>
                  <a:pt x="13574" y="32895"/>
                </a:lnTo>
                <a:lnTo>
                  <a:pt x="13662" y="33127"/>
                </a:lnTo>
                <a:lnTo>
                  <a:pt x="13762" y="33371"/>
                </a:lnTo>
                <a:lnTo>
                  <a:pt x="13850" y="33603"/>
                </a:lnTo>
                <a:lnTo>
                  <a:pt x="13988" y="33835"/>
                </a:lnTo>
                <a:lnTo>
                  <a:pt x="14076" y="34067"/>
                </a:lnTo>
                <a:lnTo>
                  <a:pt x="14177" y="34311"/>
                </a:lnTo>
                <a:lnTo>
                  <a:pt x="14265" y="34582"/>
                </a:lnTo>
                <a:lnTo>
                  <a:pt x="14353" y="34826"/>
                </a:lnTo>
                <a:lnTo>
                  <a:pt x="14491" y="35058"/>
                </a:lnTo>
                <a:lnTo>
                  <a:pt x="14579" y="35290"/>
                </a:lnTo>
                <a:lnTo>
                  <a:pt x="14679" y="35522"/>
                </a:lnTo>
                <a:lnTo>
                  <a:pt x="14767" y="35766"/>
                </a:lnTo>
                <a:lnTo>
                  <a:pt x="14855" y="35998"/>
                </a:lnTo>
                <a:lnTo>
                  <a:pt x="14993" y="36281"/>
                </a:lnTo>
                <a:lnTo>
                  <a:pt x="15081" y="36513"/>
                </a:lnTo>
                <a:lnTo>
                  <a:pt x="15181" y="36745"/>
                </a:lnTo>
                <a:lnTo>
                  <a:pt x="15269" y="36976"/>
                </a:lnTo>
                <a:lnTo>
                  <a:pt x="15357" y="37221"/>
                </a:lnTo>
                <a:lnTo>
                  <a:pt x="15495" y="37453"/>
                </a:lnTo>
                <a:lnTo>
                  <a:pt x="15583" y="37685"/>
                </a:lnTo>
                <a:lnTo>
                  <a:pt x="15684" y="37968"/>
                </a:lnTo>
                <a:lnTo>
                  <a:pt x="15772" y="38200"/>
                </a:lnTo>
                <a:lnTo>
                  <a:pt x="15860" y="38431"/>
                </a:lnTo>
                <a:lnTo>
                  <a:pt x="15998" y="38676"/>
                </a:lnTo>
                <a:lnTo>
                  <a:pt x="16086" y="38908"/>
                </a:lnTo>
                <a:lnTo>
                  <a:pt x="16186" y="39139"/>
                </a:lnTo>
                <a:lnTo>
                  <a:pt x="16274" y="39371"/>
                </a:lnTo>
                <a:lnTo>
                  <a:pt x="16362" y="39654"/>
                </a:lnTo>
                <a:lnTo>
                  <a:pt x="16500" y="39886"/>
                </a:lnTo>
                <a:lnTo>
                  <a:pt x="16588" y="40118"/>
                </a:lnTo>
                <a:lnTo>
                  <a:pt x="16688" y="40363"/>
                </a:lnTo>
                <a:lnTo>
                  <a:pt x="16776" y="40594"/>
                </a:lnTo>
                <a:lnTo>
                  <a:pt x="16864" y="40826"/>
                </a:lnTo>
                <a:lnTo>
                  <a:pt x="17002" y="41058"/>
                </a:lnTo>
                <a:lnTo>
                  <a:pt x="17090" y="41341"/>
                </a:lnTo>
                <a:lnTo>
                  <a:pt x="17191" y="41573"/>
                </a:lnTo>
                <a:lnTo>
                  <a:pt x="17279" y="41817"/>
                </a:lnTo>
                <a:lnTo>
                  <a:pt x="17366" y="42049"/>
                </a:lnTo>
                <a:lnTo>
                  <a:pt x="17505" y="42281"/>
                </a:lnTo>
                <a:lnTo>
                  <a:pt x="17592" y="42513"/>
                </a:lnTo>
                <a:lnTo>
                  <a:pt x="17693" y="42757"/>
                </a:lnTo>
                <a:lnTo>
                  <a:pt x="17781" y="42989"/>
                </a:lnTo>
                <a:lnTo>
                  <a:pt x="17869" y="43272"/>
                </a:lnTo>
                <a:lnTo>
                  <a:pt x="18007" y="43504"/>
                </a:lnTo>
                <a:lnTo>
                  <a:pt x="18107" y="43736"/>
                </a:lnTo>
                <a:lnTo>
                  <a:pt x="18195" y="43968"/>
                </a:lnTo>
                <a:lnTo>
                  <a:pt x="18283" y="44212"/>
                </a:lnTo>
                <a:lnTo>
                  <a:pt x="18371" y="44444"/>
                </a:lnTo>
                <a:lnTo>
                  <a:pt x="18509" y="44676"/>
                </a:lnTo>
                <a:lnTo>
                  <a:pt x="18610" y="44907"/>
                </a:lnTo>
                <a:lnTo>
                  <a:pt x="18698" y="45191"/>
                </a:lnTo>
                <a:lnTo>
                  <a:pt x="18785" y="45422"/>
                </a:lnTo>
                <a:lnTo>
                  <a:pt x="18873" y="45667"/>
                </a:lnTo>
                <a:lnTo>
                  <a:pt x="19011" y="45899"/>
                </a:lnTo>
                <a:lnTo>
                  <a:pt x="19112" y="46131"/>
                </a:lnTo>
                <a:lnTo>
                  <a:pt x="19200" y="46362"/>
                </a:lnTo>
                <a:lnTo>
                  <a:pt x="19288" y="46594"/>
                </a:lnTo>
                <a:lnTo>
                  <a:pt x="19376" y="46839"/>
                </a:lnTo>
                <a:lnTo>
                  <a:pt x="19514" y="47070"/>
                </a:lnTo>
                <a:lnTo>
                  <a:pt x="19614" y="47354"/>
                </a:lnTo>
                <a:lnTo>
                  <a:pt x="19702" y="47585"/>
                </a:lnTo>
                <a:lnTo>
                  <a:pt x="19790" y="47817"/>
                </a:lnTo>
                <a:lnTo>
                  <a:pt x="19878" y="48049"/>
                </a:lnTo>
                <a:lnTo>
                  <a:pt x="20016" y="48294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7920903" y="2904394"/>
            <a:ext cx="19978" cy="46864"/>
          </a:xfrm>
          <a:custGeom>
            <a:avLst/>
            <a:gdLst/>
            <a:ahLst/>
            <a:cxnLst/>
            <a:rect l="l" t="t" r="r" b="b"/>
            <a:pathLst>
              <a:path w="19978" h="46864">
                <a:moveTo>
                  <a:pt x="0" y="0"/>
                </a:moveTo>
                <a:lnTo>
                  <a:pt x="100" y="231"/>
                </a:lnTo>
                <a:lnTo>
                  <a:pt x="188" y="463"/>
                </a:lnTo>
                <a:lnTo>
                  <a:pt x="276" y="695"/>
                </a:lnTo>
                <a:lnTo>
                  <a:pt x="376" y="939"/>
                </a:lnTo>
                <a:lnTo>
                  <a:pt x="502" y="1210"/>
                </a:lnTo>
                <a:lnTo>
                  <a:pt x="602" y="1454"/>
                </a:lnTo>
                <a:lnTo>
                  <a:pt x="690" y="1686"/>
                </a:lnTo>
                <a:lnTo>
                  <a:pt x="778" y="1918"/>
                </a:lnTo>
                <a:lnTo>
                  <a:pt x="879" y="2150"/>
                </a:lnTo>
                <a:lnTo>
                  <a:pt x="1004" y="2381"/>
                </a:lnTo>
                <a:lnTo>
                  <a:pt x="1105" y="2626"/>
                </a:lnTo>
                <a:lnTo>
                  <a:pt x="1192" y="2858"/>
                </a:lnTo>
                <a:lnTo>
                  <a:pt x="1280" y="3089"/>
                </a:lnTo>
                <a:lnTo>
                  <a:pt x="1381" y="3321"/>
                </a:lnTo>
                <a:lnTo>
                  <a:pt x="1506" y="3604"/>
                </a:lnTo>
                <a:lnTo>
                  <a:pt x="1607" y="3836"/>
                </a:lnTo>
                <a:lnTo>
                  <a:pt x="1695" y="4081"/>
                </a:lnTo>
                <a:lnTo>
                  <a:pt x="1783" y="4313"/>
                </a:lnTo>
                <a:lnTo>
                  <a:pt x="1883" y="4544"/>
                </a:lnTo>
                <a:lnTo>
                  <a:pt x="2021" y="4776"/>
                </a:lnTo>
                <a:lnTo>
                  <a:pt x="2109" y="5021"/>
                </a:lnTo>
                <a:lnTo>
                  <a:pt x="2197" y="5252"/>
                </a:lnTo>
                <a:lnTo>
                  <a:pt x="2285" y="5484"/>
                </a:lnTo>
                <a:lnTo>
                  <a:pt x="2385" y="5716"/>
                </a:lnTo>
                <a:lnTo>
                  <a:pt x="2524" y="5999"/>
                </a:lnTo>
                <a:lnTo>
                  <a:pt x="2611" y="6231"/>
                </a:lnTo>
                <a:lnTo>
                  <a:pt x="2699" y="6476"/>
                </a:lnTo>
                <a:lnTo>
                  <a:pt x="2787" y="6707"/>
                </a:lnTo>
                <a:lnTo>
                  <a:pt x="2888" y="6939"/>
                </a:lnTo>
                <a:lnTo>
                  <a:pt x="3026" y="7171"/>
                </a:lnTo>
                <a:lnTo>
                  <a:pt x="3114" y="7403"/>
                </a:lnTo>
                <a:lnTo>
                  <a:pt x="3202" y="7647"/>
                </a:lnTo>
                <a:lnTo>
                  <a:pt x="3290" y="7879"/>
                </a:lnTo>
                <a:lnTo>
                  <a:pt x="3390" y="8111"/>
                </a:lnTo>
                <a:lnTo>
                  <a:pt x="3528" y="8342"/>
                </a:lnTo>
                <a:lnTo>
                  <a:pt x="3616" y="8587"/>
                </a:lnTo>
                <a:lnTo>
                  <a:pt x="3704" y="8857"/>
                </a:lnTo>
                <a:lnTo>
                  <a:pt x="3792" y="9102"/>
                </a:lnTo>
                <a:lnTo>
                  <a:pt x="3892" y="9334"/>
                </a:lnTo>
                <a:lnTo>
                  <a:pt x="4030" y="9566"/>
                </a:lnTo>
                <a:lnTo>
                  <a:pt x="4118" y="9797"/>
                </a:lnTo>
                <a:lnTo>
                  <a:pt x="4206" y="10042"/>
                </a:lnTo>
                <a:lnTo>
                  <a:pt x="4307" y="10274"/>
                </a:lnTo>
                <a:lnTo>
                  <a:pt x="4395" y="10505"/>
                </a:lnTo>
                <a:lnTo>
                  <a:pt x="4533" y="10737"/>
                </a:lnTo>
                <a:lnTo>
                  <a:pt x="4621" y="10969"/>
                </a:lnTo>
                <a:lnTo>
                  <a:pt x="4709" y="11214"/>
                </a:lnTo>
                <a:lnTo>
                  <a:pt x="4809" y="11445"/>
                </a:lnTo>
                <a:lnTo>
                  <a:pt x="4897" y="11677"/>
                </a:lnTo>
                <a:lnTo>
                  <a:pt x="5035" y="11960"/>
                </a:lnTo>
                <a:lnTo>
                  <a:pt x="5123" y="12192"/>
                </a:lnTo>
                <a:lnTo>
                  <a:pt x="5211" y="12424"/>
                </a:lnTo>
                <a:lnTo>
                  <a:pt x="5311" y="12668"/>
                </a:lnTo>
                <a:lnTo>
                  <a:pt x="5399" y="12900"/>
                </a:lnTo>
                <a:lnTo>
                  <a:pt x="5537" y="13132"/>
                </a:lnTo>
                <a:lnTo>
                  <a:pt x="5625" y="13364"/>
                </a:lnTo>
                <a:lnTo>
                  <a:pt x="5713" y="13608"/>
                </a:lnTo>
                <a:lnTo>
                  <a:pt x="5814" y="13840"/>
                </a:lnTo>
                <a:lnTo>
                  <a:pt x="5901" y="14072"/>
                </a:lnTo>
                <a:lnTo>
                  <a:pt x="6040" y="14304"/>
                </a:lnTo>
                <a:lnTo>
                  <a:pt x="6128" y="14535"/>
                </a:lnTo>
                <a:lnTo>
                  <a:pt x="6215" y="14780"/>
                </a:lnTo>
                <a:lnTo>
                  <a:pt x="6316" y="15012"/>
                </a:lnTo>
                <a:lnTo>
                  <a:pt x="6404" y="15243"/>
                </a:lnTo>
                <a:lnTo>
                  <a:pt x="6542" y="15475"/>
                </a:lnTo>
                <a:lnTo>
                  <a:pt x="6630" y="15758"/>
                </a:lnTo>
                <a:lnTo>
                  <a:pt x="6718" y="15990"/>
                </a:lnTo>
                <a:lnTo>
                  <a:pt x="6818" y="16235"/>
                </a:lnTo>
                <a:lnTo>
                  <a:pt x="6906" y="16467"/>
                </a:lnTo>
                <a:lnTo>
                  <a:pt x="7044" y="16698"/>
                </a:lnTo>
                <a:lnTo>
                  <a:pt x="7132" y="16930"/>
                </a:lnTo>
                <a:lnTo>
                  <a:pt x="7220" y="17162"/>
                </a:lnTo>
                <a:lnTo>
                  <a:pt x="7320" y="17406"/>
                </a:lnTo>
                <a:lnTo>
                  <a:pt x="7408" y="17638"/>
                </a:lnTo>
                <a:lnTo>
                  <a:pt x="7547" y="17870"/>
                </a:lnTo>
                <a:lnTo>
                  <a:pt x="7634" y="18102"/>
                </a:lnTo>
                <a:lnTo>
                  <a:pt x="7722" y="18346"/>
                </a:lnTo>
                <a:lnTo>
                  <a:pt x="7823" y="18578"/>
                </a:lnTo>
                <a:lnTo>
                  <a:pt x="7911" y="18810"/>
                </a:lnTo>
                <a:lnTo>
                  <a:pt x="8049" y="19042"/>
                </a:lnTo>
                <a:lnTo>
                  <a:pt x="8137" y="19273"/>
                </a:lnTo>
                <a:lnTo>
                  <a:pt x="8237" y="19518"/>
                </a:lnTo>
                <a:lnTo>
                  <a:pt x="8325" y="19750"/>
                </a:lnTo>
                <a:lnTo>
                  <a:pt x="8413" y="19981"/>
                </a:lnTo>
                <a:lnTo>
                  <a:pt x="8551" y="20213"/>
                </a:lnTo>
                <a:lnTo>
                  <a:pt x="8639" y="20458"/>
                </a:lnTo>
                <a:lnTo>
                  <a:pt x="8739" y="20690"/>
                </a:lnTo>
                <a:lnTo>
                  <a:pt x="8827" y="20973"/>
                </a:lnTo>
                <a:lnTo>
                  <a:pt x="8915" y="21205"/>
                </a:lnTo>
                <a:lnTo>
                  <a:pt x="9053" y="21436"/>
                </a:lnTo>
                <a:lnTo>
                  <a:pt x="9141" y="21668"/>
                </a:lnTo>
                <a:lnTo>
                  <a:pt x="9242" y="21913"/>
                </a:lnTo>
                <a:lnTo>
                  <a:pt x="9330" y="22144"/>
                </a:lnTo>
                <a:lnTo>
                  <a:pt x="9418" y="22376"/>
                </a:lnTo>
                <a:lnTo>
                  <a:pt x="9556" y="22608"/>
                </a:lnTo>
                <a:lnTo>
                  <a:pt x="9644" y="22840"/>
                </a:lnTo>
                <a:lnTo>
                  <a:pt x="9744" y="23084"/>
                </a:lnTo>
                <a:lnTo>
                  <a:pt x="9832" y="23316"/>
                </a:lnTo>
                <a:lnTo>
                  <a:pt x="9920" y="23548"/>
                </a:lnTo>
                <a:lnTo>
                  <a:pt x="10058" y="23780"/>
                </a:lnTo>
                <a:lnTo>
                  <a:pt x="10146" y="24024"/>
                </a:lnTo>
                <a:lnTo>
                  <a:pt x="10246" y="24256"/>
                </a:lnTo>
                <a:lnTo>
                  <a:pt x="10334" y="24488"/>
                </a:lnTo>
                <a:lnTo>
                  <a:pt x="10422" y="24719"/>
                </a:lnTo>
                <a:lnTo>
                  <a:pt x="10560" y="24951"/>
                </a:lnTo>
                <a:lnTo>
                  <a:pt x="10648" y="25196"/>
                </a:lnTo>
                <a:lnTo>
                  <a:pt x="10749" y="25428"/>
                </a:lnTo>
                <a:lnTo>
                  <a:pt x="10837" y="25659"/>
                </a:lnTo>
                <a:lnTo>
                  <a:pt x="10924" y="25891"/>
                </a:lnTo>
                <a:lnTo>
                  <a:pt x="11063" y="26136"/>
                </a:lnTo>
                <a:lnTo>
                  <a:pt x="11151" y="26367"/>
                </a:lnTo>
                <a:lnTo>
                  <a:pt x="11251" y="26599"/>
                </a:lnTo>
                <a:lnTo>
                  <a:pt x="11339" y="26831"/>
                </a:lnTo>
                <a:lnTo>
                  <a:pt x="11427" y="27063"/>
                </a:lnTo>
                <a:lnTo>
                  <a:pt x="11565" y="27307"/>
                </a:lnTo>
                <a:lnTo>
                  <a:pt x="11665" y="27539"/>
                </a:lnTo>
                <a:lnTo>
                  <a:pt x="11753" y="27771"/>
                </a:lnTo>
                <a:lnTo>
                  <a:pt x="11841" y="28003"/>
                </a:lnTo>
                <a:lnTo>
                  <a:pt x="11929" y="28247"/>
                </a:lnTo>
                <a:lnTo>
                  <a:pt x="12067" y="28479"/>
                </a:lnTo>
                <a:lnTo>
                  <a:pt x="12168" y="28711"/>
                </a:lnTo>
                <a:lnTo>
                  <a:pt x="12256" y="28942"/>
                </a:lnTo>
                <a:lnTo>
                  <a:pt x="12343" y="29174"/>
                </a:lnTo>
                <a:lnTo>
                  <a:pt x="12431" y="29419"/>
                </a:lnTo>
                <a:lnTo>
                  <a:pt x="12570" y="29651"/>
                </a:lnTo>
                <a:lnTo>
                  <a:pt x="12670" y="29882"/>
                </a:lnTo>
                <a:lnTo>
                  <a:pt x="12758" y="30114"/>
                </a:lnTo>
                <a:lnTo>
                  <a:pt x="12846" y="30359"/>
                </a:lnTo>
                <a:lnTo>
                  <a:pt x="12934" y="30590"/>
                </a:lnTo>
                <a:lnTo>
                  <a:pt x="13072" y="30822"/>
                </a:lnTo>
                <a:lnTo>
                  <a:pt x="13172" y="31054"/>
                </a:lnTo>
                <a:lnTo>
                  <a:pt x="13260" y="31286"/>
                </a:lnTo>
                <a:lnTo>
                  <a:pt x="13348" y="31530"/>
                </a:lnTo>
                <a:lnTo>
                  <a:pt x="13436" y="31762"/>
                </a:lnTo>
                <a:lnTo>
                  <a:pt x="13574" y="31994"/>
                </a:lnTo>
                <a:lnTo>
                  <a:pt x="13675" y="32226"/>
                </a:lnTo>
                <a:lnTo>
                  <a:pt x="13762" y="32470"/>
                </a:lnTo>
                <a:lnTo>
                  <a:pt x="13850" y="32702"/>
                </a:lnTo>
                <a:lnTo>
                  <a:pt x="13951" y="32934"/>
                </a:lnTo>
                <a:lnTo>
                  <a:pt x="14076" y="33165"/>
                </a:lnTo>
                <a:lnTo>
                  <a:pt x="14177" y="33397"/>
                </a:lnTo>
                <a:lnTo>
                  <a:pt x="14265" y="33642"/>
                </a:lnTo>
                <a:lnTo>
                  <a:pt x="14353" y="33874"/>
                </a:lnTo>
                <a:lnTo>
                  <a:pt x="14453" y="34105"/>
                </a:lnTo>
                <a:lnTo>
                  <a:pt x="14579" y="34337"/>
                </a:lnTo>
                <a:lnTo>
                  <a:pt x="14679" y="34582"/>
                </a:lnTo>
                <a:lnTo>
                  <a:pt x="14767" y="34813"/>
                </a:lnTo>
                <a:lnTo>
                  <a:pt x="14855" y="35045"/>
                </a:lnTo>
                <a:lnTo>
                  <a:pt x="14955" y="35277"/>
                </a:lnTo>
                <a:lnTo>
                  <a:pt x="15081" y="35509"/>
                </a:lnTo>
                <a:lnTo>
                  <a:pt x="15181" y="35753"/>
                </a:lnTo>
                <a:lnTo>
                  <a:pt x="15269" y="35985"/>
                </a:lnTo>
                <a:lnTo>
                  <a:pt x="15357" y="36217"/>
                </a:lnTo>
                <a:lnTo>
                  <a:pt x="15458" y="36449"/>
                </a:lnTo>
                <a:lnTo>
                  <a:pt x="15596" y="36693"/>
                </a:lnTo>
                <a:lnTo>
                  <a:pt x="15684" y="36925"/>
                </a:lnTo>
                <a:lnTo>
                  <a:pt x="15772" y="37157"/>
                </a:lnTo>
                <a:lnTo>
                  <a:pt x="15860" y="37388"/>
                </a:lnTo>
                <a:lnTo>
                  <a:pt x="15960" y="37582"/>
                </a:lnTo>
                <a:lnTo>
                  <a:pt x="16098" y="37813"/>
                </a:lnTo>
                <a:lnTo>
                  <a:pt x="16186" y="38045"/>
                </a:lnTo>
                <a:lnTo>
                  <a:pt x="16274" y="38277"/>
                </a:lnTo>
                <a:lnTo>
                  <a:pt x="16362" y="38521"/>
                </a:lnTo>
                <a:lnTo>
                  <a:pt x="16462" y="38753"/>
                </a:lnTo>
                <a:lnTo>
                  <a:pt x="16600" y="38985"/>
                </a:lnTo>
                <a:lnTo>
                  <a:pt x="16688" y="39217"/>
                </a:lnTo>
                <a:lnTo>
                  <a:pt x="16776" y="39461"/>
                </a:lnTo>
                <a:lnTo>
                  <a:pt x="16864" y="39693"/>
                </a:lnTo>
                <a:lnTo>
                  <a:pt x="16965" y="39925"/>
                </a:lnTo>
                <a:lnTo>
                  <a:pt x="17103" y="40157"/>
                </a:lnTo>
                <a:lnTo>
                  <a:pt x="17191" y="40388"/>
                </a:lnTo>
                <a:lnTo>
                  <a:pt x="17279" y="40633"/>
                </a:lnTo>
                <a:lnTo>
                  <a:pt x="17366" y="40865"/>
                </a:lnTo>
                <a:lnTo>
                  <a:pt x="17467" y="41096"/>
                </a:lnTo>
                <a:lnTo>
                  <a:pt x="17605" y="41328"/>
                </a:lnTo>
                <a:lnTo>
                  <a:pt x="17693" y="41573"/>
                </a:lnTo>
                <a:lnTo>
                  <a:pt x="17781" y="41805"/>
                </a:lnTo>
                <a:lnTo>
                  <a:pt x="17881" y="42036"/>
                </a:lnTo>
                <a:lnTo>
                  <a:pt x="17969" y="42268"/>
                </a:lnTo>
                <a:lnTo>
                  <a:pt x="18107" y="42461"/>
                </a:lnTo>
                <a:lnTo>
                  <a:pt x="18195" y="42693"/>
                </a:lnTo>
                <a:lnTo>
                  <a:pt x="18283" y="42925"/>
                </a:lnTo>
                <a:lnTo>
                  <a:pt x="18384" y="43169"/>
                </a:lnTo>
                <a:lnTo>
                  <a:pt x="18472" y="43401"/>
                </a:lnTo>
                <a:lnTo>
                  <a:pt x="18610" y="43633"/>
                </a:lnTo>
                <a:lnTo>
                  <a:pt x="18698" y="43865"/>
                </a:lnTo>
                <a:lnTo>
                  <a:pt x="18785" y="44096"/>
                </a:lnTo>
                <a:lnTo>
                  <a:pt x="18886" y="44341"/>
                </a:lnTo>
                <a:lnTo>
                  <a:pt x="18974" y="44573"/>
                </a:lnTo>
                <a:lnTo>
                  <a:pt x="19112" y="44804"/>
                </a:lnTo>
                <a:lnTo>
                  <a:pt x="19200" y="45036"/>
                </a:lnTo>
                <a:lnTo>
                  <a:pt x="19288" y="45281"/>
                </a:lnTo>
                <a:lnTo>
                  <a:pt x="19388" y="45513"/>
                </a:lnTo>
                <a:lnTo>
                  <a:pt x="19476" y="45744"/>
                </a:lnTo>
                <a:lnTo>
                  <a:pt x="19614" y="45937"/>
                </a:lnTo>
                <a:lnTo>
                  <a:pt x="19702" y="46169"/>
                </a:lnTo>
                <a:lnTo>
                  <a:pt x="19790" y="46401"/>
                </a:lnTo>
                <a:lnTo>
                  <a:pt x="19890" y="46633"/>
                </a:lnTo>
                <a:lnTo>
                  <a:pt x="19978" y="46864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7940882" y="2951259"/>
            <a:ext cx="20016" cy="44727"/>
          </a:xfrm>
          <a:custGeom>
            <a:avLst/>
            <a:gdLst/>
            <a:ahLst/>
            <a:cxnLst/>
            <a:rect l="l" t="t" r="r" b="b"/>
            <a:pathLst>
              <a:path w="20016" h="44727">
                <a:moveTo>
                  <a:pt x="0" y="0"/>
                </a:moveTo>
                <a:lnTo>
                  <a:pt x="138" y="244"/>
                </a:lnTo>
                <a:lnTo>
                  <a:pt x="226" y="476"/>
                </a:lnTo>
                <a:lnTo>
                  <a:pt x="313" y="708"/>
                </a:lnTo>
                <a:lnTo>
                  <a:pt x="414" y="939"/>
                </a:lnTo>
                <a:lnTo>
                  <a:pt x="502" y="1184"/>
                </a:lnTo>
                <a:lnTo>
                  <a:pt x="640" y="1416"/>
                </a:lnTo>
                <a:lnTo>
                  <a:pt x="728" y="1647"/>
                </a:lnTo>
                <a:lnTo>
                  <a:pt x="816" y="1841"/>
                </a:lnTo>
                <a:lnTo>
                  <a:pt x="916" y="2072"/>
                </a:lnTo>
                <a:lnTo>
                  <a:pt x="1004" y="2304"/>
                </a:lnTo>
                <a:lnTo>
                  <a:pt x="1142" y="2536"/>
                </a:lnTo>
                <a:lnTo>
                  <a:pt x="1230" y="2768"/>
                </a:lnTo>
                <a:lnTo>
                  <a:pt x="1318" y="3012"/>
                </a:lnTo>
                <a:lnTo>
                  <a:pt x="1418" y="3244"/>
                </a:lnTo>
                <a:lnTo>
                  <a:pt x="1506" y="3476"/>
                </a:lnTo>
                <a:lnTo>
                  <a:pt x="1645" y="3707"/>
                </a:lnTo>
                <a:lnTo>
                  <a:pt x="1732" y="3952"/>
                </a:lnTo>
                <a:lnTo>
                  <a:pt x="1833" y="4132"/>
                </a:lnTo>
                <a:lnTo>
                  <a:pt x="1921" y="4364"/>
                </a:lnTo>
                <a:lnTo>
                  <a:pt x="2009" y="4609"/>
                </a:lnTo>
                <a:lnTo>
                  <a:pt x="2147" y="4840"/>
                </a:lnTo>
                <a:lnTo>
                  <a:pt x="2235" y="5072"/>
                </a:lnTo>
                <a:lnTo>
                  <a:pt x="2335" y="5304"/>
                </a:lnTo>
                <a:lnTo>
                  <a:pt x="2423" y="5536"/>
                </a:lnTo>
                <a:lnTo>
                  <a:pt x="2511" y="5780"/>
                </a:lnTo>
                <a:lnTo>
                  <a:pt x="2649" y="6012"/>
                </a:lnTo>
                <a:lnTo>
                  <a:pt x="2737" y="6192"/>
                </a:lnTo>
                <a:lnTo>
                  <a:pt x="2837" y="6437"/>
                </a:lnTo>
                <a:lnTo>
                  <a:pt x="2925" y="6669"/>
                </a:lnTo>
                <a:lnTo>
                  <a:pt x="3013" y="6900"/>
                </a:lnTo>
                <a:lnTo>
                  <a:pt x="3151" y="7132"/>
                </a:lnTo>
                <a:lnTo>
                  <a:pt x="3239" y="7377"/>
                </a:lnTo>
                <a:lnTo>
                  <a:pt x="3340" y="7609"/>
                </a:lnTo>
                <a:lnTo>
                  <a:pt x="3428" y="7840"/>
                </a:lnTo>
                <a:lnTo>
                  <a:pt x="3516" y="8072"/>
                </a:lnTo>
                <a:lnTo>
                  <a:pt x="3654" y="8265"/>
                </a:lnTo>
                <a:lnTo>
                  <a:pt x="3742" y="8497"/>
                </a:lnTo>
                <a:lnTo>
                  <a:pt x="3842" y="8729"/>
                </a:lnTo>
                <a:lnTo>
                  <a:pt x="3930" y="8973"/>
                </a:lnTo>
                <a:lnTo>
                  <a:pt x="4018" y="9205"/>
                </a:lnTo>
                <a:lnTo>
                  <a:pt x="4156" y="9437"/>
                </a:lnTo>
                <a:lnTo>
                  <a:pt x="4244" y="9669"/>
                </a:lnTo>
                <a:lnTo>
                  <a:pt x="4344" y="9900"/>
                </a:lnTo>
                <a:lnTo>
                  <a:pt x="4432" y="10093"/>
                </a:lnTo>
                <a:lnTo>
                  <a:pt x="4520" y="10325"/>
                </a:lnTo>
                <a:lnTo>
                  <a:pt x="4658" y="10557"/>
                </a:lnTo>
                <a:lnTo>
                  <a:pt x="4746" y="10802"/>
                </a:lnTo>
                <a:lnTo>
                  <a:pt x="4847" y="11033"/>
                </a:lnTo>
                <a:lnTo>
                  <a:pt x="4935" y="11265"/>
                </a:lnTo>
                <a:lnTo>
                  <a:pt x="5022" y="11497"/>
                </a:lnTo>
                <a:lnTo>
                  <a:pt x="5161" y="11690"/>
                </a:lnTo>
                <a:lnTo>
                  <a:pt x="5261" y="11922"/>
                </a:lnTo>
                <a:lnTo>
                  <a:pt x="5349" y="12153"/>
                </a:lnTo>
                <a:lnTo>
                  <a:pt x="5437" y="12398"/>
                </a:lnTo>
                <a:lnTo>
                  <a:pt x="5525" y="12630"/>
                </a:lnTo>
                <a:lnTo>
                  <a:pt x="5663" y="12862"/>
                </a:lnTo>
                <a:lnTo>
                  <a:pt x="5763" y="13093"/>
                </a:lnTo>
                <a:lnTo>
                  <a:pt x="5851" y="13286"/>
                </a:lnTo>
                <a:lnTo>
                  <a:pt x="5939" y="13518"/>
                </a:lnTo>
                <a:lnTo>
                  <a:pt x="6027" y="13750"/>
                </a:lnTo>
                <a:lnTo>
                  <a:pt x="6165" y="13982"/>
                </a:lnTo>
                <a:lnTo>
                  <a:pt x="6266" y="14226"/>
                </a:lnTo>
                <a:lnTo>
                  <a:pt x="6354" y="14458"/>
                </a:lnTo>
                <a:lnTo>
                  <a:pt x="6441" y="14638"/>
                </a:lnTo>
                <a:lnTo>
                  <a:pt x="6529" y="14883"/>
                </a:lnTo>
                <a:lnTo>
                  <a:pt x="6668" y="15115"/>
                </a:lnTo>
                <a:lnTo>
                  <a:pt x="6768" y="15346"/>
                </a:lnTo>
                <a:lnTo>
                  <a:pt x="6856" y="15578"/>
                </a:lnTo>
                <a:lnTo>
                  <a:pt x="6944" y="15823"/>
                </a:lnTo>
                <a:lnTo>
                  <a:pt x="7032" y="16003"/>
                </a:lnTo>
                <a:lnTo>
                  <a:pt x="7170" y="16235"/>
                </a:lnTo>
                <a:lnTo>
                  <a:pt x="7270" y="16479"/>
                </a:lnTo>
                <a:lnTo>
                  <a:pt x="7358" y="16711"/>
                </a:lnTo>
                <a:lnTo>
                  <a:pt x="7446" y="16943"/>
                </a:lnTo>
                <a:lnTo>
                  <a:pt x="7534" y="17175"/>
                </a:lnTo>
                <a:lnTo>
                  <a:pt x="7672" y="17368"/>
                </a:lnTo>
                <a:lnTo>
                  <a:pt x="7773" y="17600"/>
                </a:lnTo>
                <a:lnTo>
                  <a:pt x="7860" y="17831"/>
                </a:lnTo>
                <a:lnTo>
                  <a:pt x="7948" y="18076"/>
                </a:lnTo>
                <a:lnTo>
                  <a:pt x="8049" y="18308"/>
                </a:lnTo>
                <a:lnTo>
                  <a:pt x="8174" y="18539"/>
                </a:lnTo>
                <a:lnTo>
                  <a:pt x="8275" y="18733"/>
                </a:lnTo>
                <a:lnTo>
                  <a:pt x="8363" y="18964"/>
                </a:lnTo>
                <a:lnTo>
                  <a:pt x="8451" y="19196"/>
                </a:lnTo>
                <a:lnTo>
                  <a:pt x="8551" y="19428"/>
                </a:lnTo>
                <a:lnTo>
                  <a:pt x="8677" y="19660"/>
                </a:lnTo>
                <a:lnTo>
                  <a:pt x="8777" y="19853"/>
                </a:lnTo>
                <a:lnTo>
                  <a:pt x="8865" y="20084"/>
                </a:lnTo>
                <a:lnTo>
                  <a:pt x="8953" y="20316"/>
                </a:lnTo>
                <a:lnTo>
                  <a:pt x="9053" y="20561"/>
                </a:lnTo>
                <a:lnTo>
                  <a:pt x="9192" y="20793"/>
                </a:lnTo>
                <a:lnTo>
                  <a:pt x="9279" y="20973"/>
                </a:lnTo>
                <a:lnTo>
                  <a:pt x="9367" y="21217"/>
                </a:lnTo>
                <a:lnTo>
                  <a:pt x="9455" y="21449"/>
                </a:lnTo>
                <a:lnTo>
                  <a:pt x="9556" y="21681"/>
                </a:lnTo>
                <a:lnTo>
                  <a:pt x="9694" y="21913"/>
                </a:lnTo>
                <a:lnTo>
                  <a:pt x="9782" y="22106"/>
                </a:lnTo>
                <a:lnTo>
                  <a:pt x="9870" y="22338"/>
                </a:lnTo>
                <a:lnTo>
                  <a:pt x="9958" y="22569"/>
                </a:lnTo>
                <a:lnTo>
                  <a:pt x="10058" y="22814"/>
                </a:lnTo>
                <a:lnTo>
                  <a:pt x="10196" y="23046"/>
                </a:lnTo>
                <a:lnTo>
                  <a:pt x="10284" y="23226"/>
                </a:lnTo>
                <a:lnTo>
                  <a:pt x="10372" y="23471"/>
                </a:lnTo>
                <a:lnTo>
                  <a:pt x="10460" y="23702"/>
                </a:lnTo>
                <a:lnTo>
                  <a:pt x="10560" y="23934"/>
                </a:lnTo>
                <a:lnTo>
                  <a:pt x="10698" y="24166"/>
                </a:lnTo>
                <a:lnTo>
                  <a:pt x="10786" y="24359"/>
                </a:lnTo>
                <a:lnTo>
                  <a:pt x="10874" y="24591"/>
                </a:lnTo>
                <a:lnTo>
                  <a:pt x="10962" y="24822"/>
                </a:lnTo>
                <a:lnTo>
                  <a:pt x="11063" y="25067"/>
                </a:lnTo>
                <a:lnTo>
                  <a:pt x="11201" y="25247"/>
                </a:lnTo>
                <a:lnTo>
                  <a:pt x="11289" y="25479"/>
                </a:lnTo>
                <a:lnTo>
                  <a:pt x="11377" y="25724"/>
                </a:lnTo>
                <a:lnTo>
                  <a:pt x="11477" y="25955"/>
                </a:lnTo>
                <a:lnTo>
                  <a:pt x="11565" y="26187"/>
                </a:lnTo>
                <a:lnTo>
                  <a:pt x="11703" y="26380"/>
                </a:lnTo>
                <a:lnTo>
                  <a:pt x="11791" y="26612"/>
                </a:lnTo>
                <a:lnTo>
                  <a:pt x="11879" y="26844"/>
                </a:lnTo>
                <a:lnTo>
                  <a:pt x="11979" y="27076"/>
                </a:lnTo>
                <a:lnTo>
                  <a:pt x="12067" y="27269"/>
                </a:lnTo>
                <a:lnTo>
                  <a:pt x="12205" y="27500"/>
                </a:lnTo>
                <a:lnTo>
                  <a:pt x="12293" y="27732"/>
                </a:lnTo>
                <a:lnTo>
                  <a:pt x="12381" y="27977"/>
                </a:lnTo>
                <a:lnTo>
                  <a:pt x="12482" y="28157"/>
                </a:lnTo>
                <a:lnTo>
                  <a:pt x="12570" y="28389"/>
                </a:lnTo>
                <a:lnTo>
                  <a:pt x="12708" y="28633"/>
                </a:lnTo>
                <a:lnTo>
                  <a:pt x="12796" y="28865"/>
                </a:lnTo>
                <a:lnTo>
                  <a:pt x="12883" y="29045"/>
                </a:lnTo>
                <a:lnTo>
                  <a:pt x="12984" y="29290"/>
                </a:lnTo>
                <a:lnTo>
                  <a:pt x="13072" y="29522"/>
                </a:lnTo>
                <a:lnTo>
                  <a:pt x="13210" y="29754"/>
                </a:lnTo>
                <a:lnTo>
                  <a:pt x="13298" y="29947"/>
                </a:lnTo>
                <a:lnTo>
                  <a:pt x="13386" y="30178"/>
                </a:lnTo>
                <a:lnTo>
                  <a:pt x="13486" y="30410"/>
                </a:lnTo>
                <a:lnTo>
                  <a:pt x="13574" y="30642"/>
                </a:lnTo>
                <a:lnTo>
                  <a:pt x="13712" y="30835"/>
                </a:lnTo>
                <a:lnTo>
                  <a:pt x="13800" y="31067"/>
                </a:lnTo>
                <a:lnTo>
                  <a:pt x="13888" y="31299"/>
                </a:lnTo>
                <a:lnTo>
                  <a:pt x="13988" y="31530"/>
                </a:lnTo>
                <a:lnTo>
                  <a:pt x="14076" y="31723"/>
                </a:lnTo>
                <a:lnTo>
                  <a:pt x="14215" y="31955"/>
                </a:lnTo>
                <a:lnTo>
                  <a:pt x="14302" y="32200"/>
                </a:lnTo>
                <a:lnTo>
                  <a:pt x="14390" y="32432"/>
                </a:lnTo>
                <a:lnTo>
                  <a:pt x="14491" y="32612"/>
                </a:lnTo>
                <a:lnTo>
                  <a:pt x="14579" y="32856"/>
                </a:lnTo>
                <a:lnTo>
                  <a:pt x="14717" y="33088"/>
                </a:lnTo>
                <a:lnTo>
                  <a:pt x="14805" y="33320"/>
                </a:lnTo>
                <a:lnTo>
                  <a:pt x="14893" y="33513"/>
                </a:lnTo>
                <a:lnTo>
                  <a:pt x="14993" y="33745"/>
                </a:lnTo>
                <a:lnTo>
                  <a:pt x="15081" y="33977"/>
                </a:lnTo>
                <a:lnTo>
                  <a:pt x="15219" y="34170"/>
                </a:lnTo>
                <a:lnTo>
                  <a:pt x="15307" y="34401"/>
                </a:lnTo>
                <a:lnTo>
                  <a:pt x="15407" y="34633"/>
                </a:lnTo>
                <a:lnTo>
                  <a:pt x="15495" y="34865"/>
                </a:lnTo>
                <a:lnTo>
                  <a:pt x="15583" y="35058"/>
                </a:lnTo>
                <a:lnTo>
                  <a:pt x="15721" y="35290"/>
                </a:lnTo>
                <a:lnTo>
                  <a:pt x="15809" y="35522"/>
                </a:lnTo>
                <a:lnTo>
                  <a:pt x="15910" y="35715"/>
                </a:lnTo>
                <a:lnTo>
                  <a:pt x="15998" y="35946"/>
                </a:lnTo>
                <a:lnTo>
                  <a:pt x="16086" y="36178"/>
                </a:lnTo>
                <a:lnTo>
                  <a:pt x="16224" y="36423"/>
                </a:lnTo>
                <a:lnTo>
                  <a:pt x="16312" y="36603"/>
                </a:lnTo>
                <a:lnTo>
                  <a:pt x="16412" y="36835"/>
                </a:lnTo>
                <a:lnTo>
                  <a:pt x="16500" y="37079"/>
                </a:lnTo>
                <a:lnTo>
                  <a:pt x="16588" y="37260"/>
                </a:lnTo>
                <a:lnTo>
                  <a:pt x="16726" y="37491"/>
                </a:lnTo>
                <a:lnTo>
                  <a:pt x="16814" y="37736"/>
                </a:lnTo>
                <a:lnTo>
                  <a:pt x="16914" y="37916"/>
                </a:lnTo>
                <a:lnTo>
                  <a:pt x="17002" y="38148"/>
                </a:lnTo>
                <a:lnTo>
                  <a:pt x="17090" y="38393"/>
                </a:lnTo>
                <a:lnTo>
                  <a:pt x="17228" y="38624"/>
                </a:lnTo>
                <a:lnTo>
                  <a:pt x="17316" y="38805"/>
                </a:lnTo>
                <a:lnTo>
                  <a:pt x="17417" y="39049"/>
                </a:lnTo>
                <a:lnTo>
                  <a:pt x="17505" y="39281"/>
                </a:lnTo>
                <a:lnTo>
                  <a:pt x="17592" y="39461"/>
                </a:lnTo>
                <a:lnTo>
                  <a:pt x="17731" y="39706"/>
                </a:lnTo>
                <a:lnTo>
                  <a:pt x="17819" y="39938"/>
                </a:lnTo>
                <a:lnTo>
                  <a:pt x="17919" y="40118"/>
                </a:lnTo>
                <a:lnTo>
                  <a:pt x="18007" y="40363"/>
                </a:lnTo>
                <a:lnTo>
                  <a:pt x="18095" y="40594"/>
                </a:lnTo>
                <a:lnTo>
                  <a:pt x="18233" y="40775"/>
                </a:lnTo>
                <a:lnTo>
                  <a:pt x="18321" y="41019"/>
                </a:lnTo>
                <a:lnTo>
                  <a:pt x="18421" y="41251"/>
                </a:lnTo>
                <a:lnTo>
                  <a:pt x="18509" y="41431"/>
                </a:lnTo>
                <a:lnTo>
                  <a:pt x="18597" y="41676"/>
                </a:lnTo>
                <a:lnTo>
                  <a:pt x="18735" y="41908"/>
                </a:lnTo>
                <a:lnTo>
                  <a:pt x="18836" y="42088"/>
                </a:lnTo>
                <a:lnTo>
                  <a:pt x="18924" y="42332"/>
                </a:lnTo>
                <a:lnTo>
                  <a:pt x="19011" y="42564"/>
                </a:lnTo>
                <a:lnTo>
                  <a:pt x="19099" y="42757"/>
                </a:lnTo>
                <a:lnTo>
                  <a:pt x="19238" y="42989"/>
                </a:lnTo>
                <a:lnTo>
                  <a:pt x="19338" y="43221"/>
                </a:lnTo>
                <a:lnTo>
                  <a:pt x="19426" y="43414"/>
                </a:lnTo>
                <a:lnTo>
                  <a:pt x="19514" y="43646"/>
                </a:lnTo>
                <a:lnTo>
                  <a:pt x="19602" y="43877"/>
                </a:lnTo>
                <a:lnTo>
                  <a:pt x="19740" y="44071"/>
                </a:lnTo>
                <a:lnTo>
                  <a:pt x="19840" y="44302"/>
                </a:lnTo>
                <a:lnTo>
                  <a:pt x="19928" y="44534"/>
                </a:lnTo>
                <a:lnTo>
                  <a:pt x="20016" y="44727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7960898" y="2995987"/>
            <a:ext cx="20016" cy="41895"/>
          </a:xfrm>
          <a:custGeom>
            <a:avLst/>
            <a:gdLst/>
            <a:ahLst/>
            <a:cxnLst/>
            <a:rect l="l" t="t" r="r" b="b"/>
            <a:pathLst>
              <a:path w="20016" h="41895">
                <a:moveTo>
                  <a:pt x="0" y="0"/>
                </a:moveTo>
                <a:lnTo>
                  <a:pt x="87" y="231"/>
                </a:lnTo>
                <a:lnTo>
                  <a:pt x="226" y="463"/>
                </a:lnTo>
                <a:lnTo>
                  <a:pt x="326" y="656"/>
                </a:lnTo>
                <a:lnTo>
                  <a:pt x="414" y="888"/>
                </a:lnTo>
                <a:lnTo>
                  <a:pt x="502" y="1120"/>
                </a:lnTo>
                <a:lnTo>
                  <a:pt x="590" y="1313"/>
                </a:lnTo>
                <a:lnTo>
                  <a:pt x="728" y="1544"/>
                </a:lnTo>
                <a:lnTo>
                  <a:pt x="828" y="1725"/>
                </a:lnTo>
                <a:lnTo>
                  <a:pt x="916" y="1969"/>
                </a:lnTo>
                <a:lnTo>
                  <a:pt x="1004" y="2201"/>
                </a:lnTo>
                <a:lnTo>
                  <a:pt x="1092" y="2381"/>
                </a:lnTo>
                <a:lnTo>
                  <a:pt x="1230" y="2626"/>
                </a:lnTo>
                <a:lnTo>
                  <a:pt x="1331" y="2858"/>
                </a:lnTo>
                <a:lnTo>
                  <a:pt x="1418" y="3038"/>
                </a:lnTo>
                <a:lnTo>
                  <a:pt x="1506" y="3283"/>
                </a:lnTo>
                <a:lnTo>
                  <a:pt x="1607" y="3514"/>
                </a:lnTo>
                <a:lnTo>
                  <a:pt x="1732" y="3695"/>
                </a:lnTo>
                <a:lnTo>
                  <a:pt x="1833" y="3939"/>
                </a:lnTo>
                <a:lnTo>
                  <a:pt x="1921" y="4119"/>
                </a:lnTo>
                <a:lnTo>
                  <a:pt x="2009" y="4364"/>
                </a:lnTo>
                <a:lnTo>
                  <a:pt x="2109" y="4596"/>
                </a:lnTo>
                <a:lnTo>
                  <a:pt x="2235" y="4776"/>
                </a:lnTo>
                <a:lnTo>
                  <a:pt x="2335" y="5021"/>
                </a:lnTo>
                <a:lnTo>
                  <a:pt x="2423" y="5201"/>
                </a:lnTo>
                <a:lnTo>
                  <a:pt x="2511" y="5433"/>
                </a:lnTo>
                <a:lnTo>
                  <a:pt x="2611" y="5677"/>
                </a:lnTo>
                <a:lnTo>
                  <a:pt x="2750" y="5858"/>
                </a:lnTo>
                <a:lnTo>
                  <a:pt x="2837" y="6089"/>
                </a:lnTo>
                <a:lnTo>
                  <a:pt x="2925" y="6334"/>
                </a:lnTo>
                <a:lnTo>
                  <a:pt x="3013" y="6514"/>
                </a:lnTo>
                <a:lnTo>
                  <a:pt x="3114" y="6746"/>
                </a:lnTo>
                <a:lnTo>
                  <a:pt x="3252" y="6939"/>
                </a:lnTo>
                <a:lnTo>
                  <a:pt x="3340" y="7171"/>
                </a:lnTo>
                <a:lnTo>
                  <a:pt x="3428" y="7403"/>
                </a:lnTo>
                <a:lnTo>
                  <a:pt x="3516" y="7596"/>
                </a:lnTo>
                <a:lnTo>
                  <a:pt x="3616" y="7827"/>
                </a:lnTo>
                <a:lnTo>
                  <a:pt x="3754" y="8021"/>
                </a:lnTo>
                <a:lnTo>
                  <a:pt x="3842" y="8252"/>
                </a:lnTo>
                <a:lnTo>
                  <a:pt x="3930" y="8445"/>
                </a:lnTo>
                <a:lnTo>
                  <a:pt x="4018" y="8677"/>
                </a:lnTo>
                <a:lnTo>
                  <a:pt x="4118" y="8909"/>
                </a:lnTo>
                <a:lnTo>
                  <a:pt x="4256" y="9102"/>
                </a:lnTo>
                <a:lnTo>
                  <a:pt x="4344" y="9334"/>
                </a:lnTo>
                <a:lnTo>
                  <a:pt x="4432" y="9514"/>
                </a:lnTo>
                <a:lnTo>
                  <a:pt x="4520" y="9759"/>
                </a:lnTo>
                <a:lnTo>
                  <a:pt x="4621" y="9990"/>
                </a:lnTo>
                <a:lnTo>
                  <a:pt x="4759" y="10171"/>
                </a:lnTo>
                <a:lnTo>
                  <a:pt x="4847" y="10415"/>
                </a:lnTo>
                <a:lnTo>
                  <a:pt x="4935" y="10596"/>
                </a:lnTo>
                <a:lnTo>
                  <a:pt x="5035" y="10827"/>
                </a:lnTo>
                <a:lnTo>
                  <a:pt x="5123" y="11020"/>
                </a:lnTo>
                <a:lnTo>
                  <a:pt x="5261" y="11252"/>
                </a:lnTo>
                <a:lnTo>
                  <a:pt x="5349" y="11484"/>
                </a:lnTo>
                <a:lnTo>
                  <a:pt x="5437" y="11677"/>
                </a:lnTo>
                <a:lnTo>
                  <a:pt x="5537" y="11909"/>
                </a:lnTo>
                <a:lnTo>
                  <a:pt x="5625" y="12102"/>
                </a:lnTo>
                <a:lnTo>
                  <a:pt x="5763" y="12334"/>
                </a:lnTo>
                <a:lnTo>
                  <a:pt x="5851" y="12527"/>
                </a:lnTo>
                <a:lnTo>
                  <a:pt x="5939" y="12759"/>
                </a:lnTo>
                <a:lnTo>
                  <a:pt x="6040" y="12939"/>
                </a:lnTo>
                <a:lnTo>
                  <a:pt x="6128" y="13183"/>
                </a:lnTo>
                <a:lnTo>
                  <a:pt x="6266" y="13415"/>
                </a:lnTo>
                <a:lnTo>
                  <a:pt x="6354" y="13595"/>
                </a:lnTo>
                <a:lnTo>
                  <a:pt x="6441" y="13840"/>
                </a:lnTo>
                <a:lnTo>
                  <a:pt x="6542" y="14020"/>
                </a:lnTo>
                <a:lnTo>
                  <a:pt x="6630" y="14252"/>
                </a:lnTo>
                <a:lnTo>
                  <a:pt x="6768" y="14445"/>
                </a:lnTo>
                <a:lnTo>
                  <a:pt x="6856" y="14677"/>
                </a:lnTo>
                <a:lnTo>
                  <a:pt x="6944" y="14870"/>
                </a:lnTo>
                <a:lnTo>
                  <a:pt x="7044" y="15102"/>
                </a:lnTo>
                <a:lnTo>
                  <a:pt x="7132" y="15295"/>
                </a:lnTo>
                <a:lnTo>
                  <a:pt x="7270" y="15527"/>
                </a:lnTo>
                <a:lnTo>
                  <a:pt x="7358" y="15758"/>
                </a:lnTo>
                <a:lnTo>
                  <a:pt x="7446" y="15952"/>
                </a:lnTo>
                <a:lnTo>
                  <a:pt x="7547" y="16183"/>
                </a:lnTo>
                <a:lnTo>
                  <a:pt x="7634" y="16364"/>
                </a:lnTo>
                <a:lnTo>
                  <a:pt x="7773" y="16608"/>
                </a:lnTo>
                <a:lnTo>
                  <a:pt x="7860" y="16788"/>
                </a:lnTo>
                <a:lnTo>
                  <a:pt x="7948" y="17033"/>
                </a:lnTo>
                <a:lnTo>
                  <a:pt x="8049" y="17213"/>
                </a:lnTo>
                <a:lnTo>
                  <a:pt x="8137" y="17445"/>
                </a:lnTo>
                <a:lnTo>
                  <a:pt x="8275" y="17638"/>
                </a:lnTo>
                <a:lnTo>
                  <a:pt x="8363" y="17870"/>
                </a:lnTo>
                <a:lnTo>
                  <a:pt x="8451" y="18063"/>
                </a:lnTo>
                <a:lnTo>
                  <a:pt x="8551" y="18295"/>
                </a:lnTo>
                <a:lnTo>
                  <a:pt x="8639" y="18475"/>
                </a:lnTo>
                <a:lnTo>
                  <a:pt x="8777" y="18720"/>
                </a:lnTo>
                <a:lnTo>
                  <a:pt x="8865" y="18900"/>
                </a:lnTo>
                <a:lnTo>
                  <a:pt x="8966" y="19145"/>
                </a:lnTo>
                <a:lnTo>
                  <a:pt x="9053" y="19325"/>
                </a:lnTo>
                <a:lnTo>
                  <a:pt x="9141" y="19557"/>
                </a:lnTo>
                <a:lnTo>
                  <a:pt x="9279" y="19750"/>
                </a:lnTo>
                <a:lnTo>
                  <a:pt x="9367" y="19981"/>
                </a:lnTo>
                <a:lnTo>
                  <a:pt x="9468" y="20175"/>
                </a:lnTo>
                <a:lnTo>
                  <a:pt x="9556" y="20406"/>
                </a:lnTo>
                <a:lnTo>
                  <a:pt x="9644" y="20587"/>
                </a:lnTo>
                <a:lnTo>
                  <a:pt x="9782" y="20831"/>
                </a:lnTo>
                <a:lnTo>
                  <a:pt x="9870" y="21011"/>
                </a:lnTo>
                <a:lnTo>
                  <a:pt x="9970" y="21256"/>
                </a:lnTo>
                <a:lnTo>
                  <a:pt x="10058" y="21436"/>
                </a:lnTo>
                <a:lnTo>
                  <a:pt x="10146" y="21668"/>
                </a:lnTo>
                <a:lnTo>
                  <a:pt x="10284" y="21861"/>
                </a:lnTo>
                <a:lnTo>
                  <a:pt x="10372" y="22093"/>
                </a:lnTo>
                <a:lnTo>
                  <a:pt x="10472" y="22286"/>
                </a:lnTo>
                <a:lnTo>
                  <a:pt x="10560" y="22518"/>
                </a:lnTo>
                <a:lnTo>
                  <a:pt x="10648" y="22698"/>
                </a:lnTo>
                <a:lnTo>
                  <a:pt x="10786" y="22943"/>
                </a:lnTo>
                <a:lnTo>
                  <a:pt x="10874" y="23123"/>
                </a:lnTo>
                <a:lnTo>
                  <a:pt x="10975" y="23368"/>
                </a:lnTo>
                <a:lnTo>
                  <a:pt x="11063" y="23548"/>
                </a:lnTo>
                <a:lnTo>
                  <a:pt x="11151" y="23780"/>
                </a:lnTo>
                <a:lnTo>
                  <a:pt x="11289" y="23973"/>
                </a:lnTo>
                <a:lnTo>
                  <a:pt x="11377" y="24153"/>
                </a:lnTo>
                <a:lnTo>
                  <a:pt x="11477" y="24398"/>
                </a:lnTo>
                <a:lnTo>
                  <a:pt x="11565" y="24578"/>
                </a:lnTo>
                <a:lnTo>
                  <a:pt x="11653" y="24810"/>
                </a:lnTo>
                <a:lnTo>
                  <a:pt x="11791" y="25003"/>
                </a:lnTo>
                <a:lnTo>
                  <a:pt x="11879" y="25234"/>
                </a:lnTo>
                <a:lnTo>
                  <a:pt x="11979" y="25428"/>
                </a:lnTo>
                <a:lnTo>
                  <a:pt x="12067" y="25659"/>
                </a:lnTo>
                <a:lnTo>
                  <a:pt x="12155" y="25852"/>
                </a:lnTo>
                <a:lnTo>
                  <a:pt x="12293" y="26084"/>
                </a:lnTo>
                <a:lnTo>
                  <a:pt x="12381" y="26264"/>
                </a:lnTo>
                <a:lnTo>
                  <a:pt x="12482" y="26458"/>
                </a:lnTo>
                <a:lnTo>
                  <a:pt x="12570" y="26689"/>
                </a:lnTo>
                <a:lnTo>
                  <a:pt x="12657" y="26882"/>
                </a:lnTo>
                <a:lnTo>
                  <a:pt x="12796" y="27114"/>
                </a:lnTo>
                <a:lnTo>
                  <a:pt x="12896" y="27307"/>
                </a:lnTo>
                <a:lnTo>
                  <a:pt x="12984" y="27539"/>
                </a:lnTo>
                <a:lnTo>
                  <a:pt x="13072" y="27719"/>
                </a:lnTo>
                <a:lnTo>
                  <a:pt x="13160" y="27964"/>
                </a:lnTo>
                <a:lnTo>
                  <a:pt x="13298" y="28144"/>
                </a:lnTo>
                <a:lnTo>
                  <a:pt x="13398" y="28337"/>
                </a:lnTo>
                <a:lnTo>
                  <a:pt x="13486" y="28569"/>
                </a:lnTo>
                <a:lnTo>
                  <a:pt x="13574" y="28762"/>
                </a:lnTo>
                <a:lnTo>
                  <a:pt x="13662" y="28994"/>
                </a:lnTo>
                <a:lnTo>
                  <a:pt x="13800" y="29174"/>
                </a:lnTo>
                <a:lnTo>
                  <a:pt x="13901" y="29419"/>
                </a:lnTo>
                <a:lnTo>
                  <a:pt x="13988" y="29599"/>
                </a:lnTo>
                <a:lnTo>
                  <a:pt x="14076" y="29792"/>
                </a:lnTo>
                <a:lnTo>
                  <a:pt x="14215" y="30024"/>
                </a:lnTo>
                <a:lnTo>
                  <a:pt x="14302" y="30217"/>
                </a:lnTo>
                <a:lnTo>
                  <a:pt x="14403" y="30449"/>
                </a:lnTo>
                <a:lnTo>
                  <a:pt x="14491" y="30629"/>
                </a:lnTo>
                <a:lnTo>
                  <a:pt x="14579" y="30822"/>
                </a:lnTo>
                <a:lnTo>
                  <a:pt x="14717" y="31054"/>
                </a:lnTo>
                <a:lnTo>
                  <a:pt x="14805" y="31247"/>
                </a:lnTo>
                <a:lnTo>
                  <a:pt x="14905" y="31479"/>
                </a:lnTo>
                <a:lnTo>
                  <a:pt x="14993" y="31672"/>
                </a:lnTo>
                <a:lnTo>
                  <a:pt x="15081" y="31852"/>
                </a:lnTo>
                <a:lnTo>
                  <a:pt x="15219" y="32084"/>
                </a:lnTo>
                <a:lnTo>
                  <a:pt x="15307" y="32277"/>
                </a:lnTo>
                <a:lnTo>
                  <a:pt x="15407" y="32509"/>
                </a:lnTo>
                <a:lnTo>
                  <a:pt x="15495" y="32702"/>
                </a:lnTo>
                <a:lnTo>
                  <a:pt x="15583" y="32882"/>
                </a:lnTo>
                <a:lnTo>
                  <a:pt x="15721" y="33127"/>
                </a:lnTo>
                <a:lnTo>
                  <a:pt x="15809" y="33307"/>
                </a:lnTo>
                <a:lnTo>
                  <a:pt x="15910" y="33539"/>
                </a:lnTo>
                <a:lnTo>
                  <a:pt x="15998" y="33732"/>
                </a:lnTo>
                <a:lnTo>
                  <a:pt x="16086" y="33925"/>
                </a:lnTo>
                <a:lnTo>
                  <a:pt x="16224" y="34157"/>
                </a:lnTo>
                <a:lnTo>
                  <a:pt x="16324" y="34337"/>
                </a:lnTo>
                <a:lnTo>
                  <a:pt x="16412" y="34530"/>
                </a:lnTo>
                <a:lnTo>
                  <a:pt x="16500" y="34762"/>
                </a:lnTo>
                <a:lnTo>
                  <a:pt x="16588" y="34955"/>
                </a:lnTo>
                <a:lnTo>
                  <a:pt x="16726" y="35187"/>
                </a:lnTo>
                <a:lnTo>
                  <a:pt x="16826" y="35367"/>
                </a:lnTo>
                <a:lnTo>
                  <a:pt x="16914" y="35560"/>
                </a:lnTo>
                <a:lnTo>
                  <a:pt x="17002" y="35792"/>
                </a:lnTo>
                <a:lnTo>
                  <a:pt x="17090" y="35985"/>
                </a:lnTo>
                <a:lnTo>
                  <a:pt x="17228" y="36165"/>
                </a:lnTo>
                <a:lnTo>
                  <a:pt x="17329" y="36410"/>
                </a:lnTo>
                <a:lnTo>
                  <a:pt x="17417" y="36590"/>
                </a:lnTo>
                <a:lnTo>
                  <a:pt x="17505" y="36822"/>
                </a:lnTo>
                <a:lnTo>
                  <a:pt x="17592" y="37015"/>
                </a:lnTo>
                <a:lnTo>
                  <a:pt x="17731" y="37208"/>
                </a:lnTo>
                <a:lnTo>
                  <a:pt x="17831" y="37440"/>
                </a:lnTo>
                <a:lnTo>
                  <a:pt x="17919" y="37620"/>
                </a:lnTo>
                <a:lnTo>
                  <a:pt x="18007" y="37813"/>
                </a:lnTo>
                <a:lnTo>
                  <a:pt x="18095" y="38045"/>
                </a:lnTo>
                <a:lnTo>
                  <a:pt x="18233" y="38238"/>
                </a:lnTo>
                <a:lnTo>
                  <a:pt x="18333" y="38418"/>
                </a:lnTo>
                <a:lnTo>
                  <a:pt x="18421" y="38663"/>
                </a:lnTo>
                <a:lnTo>
                  <a:pt x="18509" y="38843"/>
                </a:lnTo>
                <a:lnTo>
                  <a:pt x="18597" y="39036"/>
                </a:lnTo>
                <a:lnTo>
                  <a:pt x="18735" y="39268"/>
                </a:lnTo>
                <a:lnTo>
                  <a:pt x="18836" y="39461"/>
                </a:lnTo>
                <a:lnTo>
                  <a:pt x="18924" y="39642"/>
                </a:lnTo>
                <a:lnTo>
                  <a:pt x="19011" y="39873"/>
                </a:lnTo>
                <a:lnTo>
                  <a:pt x="19112" y="40066"/>
                </a:lnTo>
                <a:lnTo>
                  <a:pt x="19238" y="40260"/>
                </a:lnTo>
                <a:lnTo>
                  <a:pt x="19338" y="40491"/>
                </a:lnTo>
                <a:lnTo>
                  <a:pt x="19426" y="40672"/>
                </a:lnTo>
                <a:lnTo>
                  <a:pt x="19514" y="40865"/>
                </a:lnTo>
                <a:lnTo>
                  <a:pt x="19614" y="41096"/>
                </a:lnTo>
                <a:lnTo>
                  <a:pt x="19740" y="41290"/>
                </a:lnTo>
                <a:lnTo>
                  <a:pt x="19840" y="41470"/>
                </a:lnTo>
                <a:lnTo>
                  <a:pt x="19928" y="41663"/>
                </a:lnTo>
                <a:lnTo>
                  <a:pt x="20016" y="41895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7980915" y="3037882"/>
            <a:ext cx="20029" cy="38380"/>
          </a:xfrm>
          <a:custGeom>
            <a:avLst/>
            <a:gdLst/>
            <a:ahLst/>
            <a:cxnLst/>
            <a:rect l="l" t="t" r="r" b="b"/>
            <a:pathLst>
              <a:path w="20029" h="38380">
                <a:moveTo>
                  <a:pt x="0" y="0"/>
                </a:moveTo>
                <a:lnTo>
                  <a:pt x="100" y="193"/>
                </a:lnTo>
                <a:lnTo>
                  <a:pt x="238" y="373"/>
                </a:lnTo>
                <a:lnTo>
                  <a:pt x="326" y="605"/>
                </a:lnTo>
                <a:lnTo>
                  <a:pt x="414" y="798"/>
                </a:lnTo>
                <a:lnTo>
                  <a:pt x="502" y="991"/>
                </a:lnTo>
                <a:lnTo>
                  <a:pt x="602" y="1223"/>
                </a:lnTo>
                <a:lnTo>
                  <a:pt x="740" y="1403"/>
                </a:lnTo>
                <a:lnTo>
                  <a:pt x="828" y="1596"/>
                </a:lnTo>
                <a:lnTo>
                  <a:pt x="916" y="1789"/>
                </a:lnTo>
                <a:lnTo>
                  <a:pt x="1004" y="2021"/>
                </a:lnTo>
                <a:lnTo>
                  <a:pt x="1105" y="2201"/>
                </a:lnTo>
                <a:lnTo>
                  <a:pt x="1243" y="2394"/>
                </a:lnTo>
                <a:lnTo>
                  <a:pt x="1331" y="2626"/>
                </a:lnTo>
                <a:lnTo>
                  <a:pt x="1418" y="2819"/>
                </a:lnTo>
                <a:lnTo>
                  <a:pt x="1506" y="2999"/>
                </a:lnTo>
                <a:lnTo>
                  <a:pt x="1607" y="3192"/>
                </a:lnTo>
                <a:lnTo>
                  <a:pt x="1745" y="3424"/>
                </a:lnTo>
                <a:lnTo>
                  <a:pt x="1833" y="3617"/>
                </a:lnTo>
                <a:lnTo>
                  <a:pt x="1921" y="3798"/>
                </a:lnTo>
                <a:lnTo>
                  <a:pt x="2009" y="4029"/>
                </a:lnTo>
                <a:lnTo>
                  <a:pt x="2109" y="4222"/>
                </a:lnTo>
                <a:lnTo>
                  <a:pt x="2247" y="4416"/>
                </a:lnTo>
                <a:lnTo>
                  <a:pt x="2335" y="4596"/>
                </a:lnTo>
                <a:lnTo>
                  <a:pt x="2423" y="4828"/>
                </a:lnTo>
                <a:lnTo>
                  <a:pt x="2524" y="5021"/>
                </a:lnTo>
                <a:lnTo>
                  <a:pt x="2611" y="5214"/>
                </a:lnTo>
                <a:lnTo>
                  <a:pt x="2750" y="5394"/>
                </a:lnTo>
                <a:lnTo>
                  <a:pt x="2837" y="5626"/>
                </a:lnTo>
                <a:lnTo>
                  <a:pt x="2925" y="5819"/>
                </a:lnTo>
                <a:lnTo>
                  <a:pt x="3026" y="6012"/>
                </a:lnTo>
                <a:lnTo>
                  <a:pt x="3114" y="6192"/>
                </a:lnTo>
                <a:lnTo>
                  <a:pt x="3252" y="6424"/>
                </a:lnTo>
                <a:lnTo>
                  <a:pt x="3340" y="6617"/>
                </a:lnTo>
                <a:lnTo>
                  <a:pt x="3428" y="6810"/>
                </a:lnTo>
                <a:lnTo>
                  <a:pt x="3528" y="6991"/>
                </a:lnTo>
                <a:lnTo>
                  <a:pt x="3616" y="7222"/>
                </a:lnTo>
                <a:lnTo>
                  <a:pt x="3754" y="7415"/>
                </a:lnTo>
                <a:lnTo>
                  <a:pt x="3842" y="7596"/>
                </a:lnTo>
                <a:lnTo>
                  <a:pt x="3930" y="7789"/>
                </a:lnTo>
                <a:lnTo>
                  <a:pt x="4030" y="8021"/>
                </a:lnTo>
                <a:lnTo>
                  <a:pt x="4118" y="8214"/>
                </a:lnTo>
                <a:lnTo>
                  <a:pt x="4256" y="8394"/>
                </a:lnTo>
                <a:lnTo>
                  <a:pt x="4344" y="8587"/>
                </a:lnTo>
                <a:lnTo>
                  <a:pt x="4432" y="8819"/>
                </a:lnTo>
                <a:lnTo>
                  <a:pt x="4533" y="9012"/>
                </a:lnTo>
                <a:lnTo>
                  <a:pt x="4621" y="9192"/>
                </a:lnTo>
                <a:lnTo>
                  <a:pt x="4759" y="9385"/>
                </a:lnTo>
                <a:lnTo>
                  <a:pt x="4847" y="9578"/>
                </a:lnTo>
                <a:lnTo>
                  <a:pt x="4935" y="9810"/>
                </a:lnTo>
                <a:lnTo>
                  <a:pt x="5035" y="9990"/>
                </a:lnTo>
                <a:lnTo>
                  <a:pt x="5123" y="10184"/>
                </a:lnTo>
                <a:lnTo>
                  <a:pt x="5261" y="10364"/>
                </a:lnTo>
                <a:lnTo>
                  <a:pt x="5349" y="10557"/>
                </a:lnTo>
                <a:lnTo>
                  <a:pt x="5437" y="10789"/>
                </a:lnTo>
                <a:lnTo>
                  <a:pt x="5537" y="10982"/>
                </a:lnTo>
                <a:lnTo>
                  <a:pt x="5625" y="11162"/>
                </a:lnTo>
                <a:lnTo>
                  <a:pt x="5763" y="11355"/>
                </a:lnTo>
                <a:lnTo>
                  <a:pt x="5851" y="11548"/>
                </a:lnTo>
                <a:lnTo>
                  <a:pt x="5939" y="11780"/>
                </a:lnTo>
                <a:lnTo>
                  <a:pt x="6040" y="11960"/>
                </a:lnTo>
                <a:lnTo>
                  <a:pt x="6128" y="12153"/>
                </a:lnTo>
                <a:lnTo>
                  <a:pt x="6266" y="12347"/>
                </a:lnTo>
                <a:lnTo>
                  <a:pt x="6354" y="12527"/>
                </a:lnTo>
                <a:lnTo>
                  <a:pt x="6454" y="12759"/>
                </a:lnTo>
                <a:lnTo>
                  <a:pt x="6542" y="12952"/>
                </a:lnTo>
                <a:lnTo>
                  <a:pt x="6630" y="13145"/>
                </a:lnTo>
                <a:lnTo>
                  <a:pt x="6768" y="13325"/>
                </a:lnTo>
                <a:lnTo>
                  <a:pt x="6856" y="13518"/>
                </a:lnTo>
                <a:lnTo>
                  <a:pt x="6956" y="13698"/>
                </a:lnTo>
                <a:lnTo>
                  <a:pt x="7044" y="13930"/>
                </a:lnTo>
                <a:lnTo>
                  <a:pt x="7132" y="14123"/>
                </a:lnTo>
                <a:lnTo>
                  <a:pt x="7270" y="14316"/>
                </a:lnTo>
                <a:lnTo>
                  <a:pt x="7358" y="14497"/>
                </a:lnTo>
                <a:lnTo>
                  <a:pt x="7459" y="14690"/>
                </a:lnTo>
                <a:lnTo>
                  <a:pt x="7547" y="14870"/>
                </a:lnTo>
                <a:lnTo>
                  <a:pt x="7634" y="15115"/>
                </a:lnTo>
                <a:lnTo>
                  <a:pt x="7773" y="15295"/>
                </a:lnTo>
                <a:lnTo>
                  <a:pt x="7860" y="15488"/>
                </a:lnTo>
                <a:lnTo>
                  <a:pt x="7961" y="15668"/>
                </a:lnTo>
                <a:lnTo>
                  <a:pt x="8049" y="15861"/>
                </a:lnTo>
                <a:lnTo>
                  <a:pt x="8137" y="16042"/>
                </a:lnTo>
                <a:lnTo>
                  <a:pt x="8275" y="16286"/>
                </a:lnTo>
                <a:lnTo>
                  <a:pt x="8363" y="16467"/>
                </a:lnTo>
                <a:lnTo>
                  <a:pt x="8463" y="16660"/>
                </a:lnTo>
                <a:lnTo>
                  <a:pt x="8551" y="16840"/>
                </a:lnTo>
                <a:lnTo>
                  <a:pt x="8639" y="17033"/>
                </a:lnTo>
                <a:lnTo>
                  <a:pt x="8777" y="17226"/>
                </a:lnTo>
                <a:lnTo>
                  <a:pt x="8865" y="17406"/>
                </a:lnTo>
                <a:lnTo>
                  <a:pt x="8966" y="17638"/>
                </a:lnTo>
                <a:lnTo>
                  <a:pt x="9053" y="17831"/>
                </a:lnTo>
                <a:lnTo>
                  <a:pt x="9141" y="18024"/>
                </a:lnTo>
                <a:lnTo>
                  <a:pt x="9279" y="18205"/>
                </a:lnTo>
                <a:lnTo>
                  <a:pt x="9367" y="18398"/>
                </a:lnTo>
                <a:lnTo>
                  <a:pt x="9468" y="18578"/>
                </a:lnTo>
                <a:lnTo>
                  <a:pt x="9556" y="18771"/>
                </a:lnTo>
                <a:lnTo>
                  <a:pt x="9644" y="18951"/>
                </a:lnTo>
                <a:lnTo>
                  <a:pt x="9782" y="19196"/>
                </a:lnTo>
                <a:lnTo>
                  <a:pt x="9870" y="19376"/>
                </a:lnTo>
                <a:lnTo>
                  <a:pt x="9970" y="19569"/>
                </a:lnTo>
                <a:lnTo>
                  <a:pt x="10058" y="19750"/>
                </a:lnTo>
                <a:lnTo>
                  <a:pt x="10146" y="19943"/>
                </a:lnTo>
                <a:lnTo>
                  <a:pt x="10284" y="20136"/>
                </a:lnTo>
                <a:lnTo>
                  <a:pt x="10385" y="20316"/>
                </a:lnTo>
                <a:lnTo>
                  <a:pt x="10472" y="20509"/>
                </a:lnTo>
                <a:lnTo>
                  <a:pt x="10560" y="20690"/>
                </a:lnTo>
                <a:lnTo>
                  <a:pt x="10648" y="20921"/>
                </a:lnTo>
                <a:lnTo>
                  <a:pt x="10786" y="21114"/>
                </a:lnTo>
                <a:lnTo>
                  <a:pt x="10887" y="21308"/>
                </a:lnTo>
                <a:lnTo>
                  <a:pt x="10975" y="21488"/>
                </a:lnTo>
                <a:lnTo>
                  <a:pt x="11063" y="21681"/>
                </a:lnTo>
                <a:lnTo>
                  <a:pt x="11151" y="21861"/>
                </a:lnTo>
                <a:lnTo>
                  <a:pt x="11289" y="22054"/>
                </a:lnTo>
                <a:lnTo>
                  <a:pt x="11389" y="22247"/>
                </a:lnTo>
                <a:lnTo>
                  <a:pt x="11477" y="22428"/>
                </a:lnTo>
                <a:lnTo>
                  <a:pt x="11565" y="22621"/>
                </a:lnTo>
                <a:lnTo>
                  <a:pt x="11653" y="22801"/>
                </a:lnTo>
                <a:lnTo>
                  <a:pt x="11791" y="22994"/>
                </a:lnTo>
                <a:lnTo>
                  <a:pt x="11891" y="23226"/>
                </a:lnTo>
                <a:lnTo>
                  <a:pt x="11979" y="23419"/>
                </a:lnTo>
                <a:lnTo>
                  <a:pt x="12067" y="23599"/>
                </a:lnTo>
                <a:lnTo>
                  <a:pt x="12155" y="23792"/>
                </a:lnTo>
                <a:lnTo>
                  <a:pt x="12293" y="23973"/>
                </a:lnTo>
                <a:lnTo>
                  <a:pt x="12394" y="24166"/>
                </a:lnTo>
                <a:lnTo>
                  <a:pt x="12482" y="24359"/>
                </a:lnTo>
                <a:lnTo>
                  <a:pt x="12569" y="24539"/>
                </a:lnTo>
                <a:lnTo>
                  <a:pt x="12670" y="24732"/>
                </a:lnTo>
                <a:lnTo>
                  <a:pt x="12796" y="24913"/>
                </a:lnTo>
                <a:lnTo>
                  <a:pt x="12896" y="25106"/>
                </a:lnTo>
                <a:lnTo>
                  <a:pt x="12984" y="25286"/>
                </a:lnTo>
                <a:lnTo>
                  <a:pt x="13072" y="25479"/>
                </a:lnTo>
                <a:lnTo>
                  <a:pt x="13172" y="25672"/>
                </a:lnTo>
                <a:lnTo>
                  <a:pt x="13298" y="25852"/>
                </a:lnTo>
                <a:lnTo>
                  <a:pt x="13398" y="26046"/>
                </a:lnTo>
                <a:lnTo>
                  <a:pt x="13486" y="26226"/>
                </a:lnTo>
                <a:lnTo>
                  <a:pt x="13574" y="26470"/>
                </a:lnTo>
                <a:lnTo>
                  <a:pt x="13675" y="26651"/>
                </a:lnTo>
                <a:lnTo>
                  <a:pt x="13813" y="26844"/>
                </a:lnTo>
                <a:lnTo>
                  <a:pt x="13901" y="27024"/>
                </a:lnTo>
                <a:lnTo>
                  <a:pt x="13988" y="27217"/>
                </a:lnTo>
                <a:lnTo>
                  <a:pt x="14076" y="27397"/>
                </a:lnTo>
                <a:lnTo>
                  <a:pt x="14177" y="27591"/>
                </a:lnTo>
                <a:lnTo>
                  <a:pt x="14315" y="27784"/>
                </a:lnTo>
                <a:lnTo>
                  <a:pt x="14403" y="27964"/>
                </a:lnTo>
                <a:lnTo>
                  <a:pt x="14491" y="28157"/>
                </a:lnTo>
                <a:lnTo>
                  <a:pt x="14579" y="28337"/>
                </a:lnTo>
                <a:lnTo>
                  <a:pt x="14679" y="28530"/>
                </a:lnTo>
                <a:lnTo>
                  <a:pt x="14817" y="28711"/>
                </a:lnTo>
                <a:lnTo>
                  <a:pt x="14905" y="28904"/>
                </a:lnTo>
                <a:lnTo>
                  <a:pt x="14993" y="29097"/>
                </a:lnTo>
                <a:lnTo>
                  <a:pt x="15081" y="29277"/>
                </a:lnTo>
                <a:lnTo>
                  <a:pt x="15181" y="29470"/>
                </a:lnTo>
                <a:lnTo>
                  <a:pt x="15320" y="29651"/>
                </a:lnTo>
                <a:lnTo>
                  <a:pt x="15407" y="29844"/>
                </a:lnTo>
                <a:lnTo>
                  <a:pt x="15495" y="30037"/>
                </a:lnTo>
                <a:lnTo>
                  <a:pt x="15583" y="30217"/>
                </a:lnTo>
                <a:lnTo>
                  <a:pt x="15684" y="30410"/>
                </a:lnTo>
                <a:lnTo>
                  <a:pt x="15822" y="30590"/>
                </a:lnTo>
                <a:lnTo>
                  <a:pt x="15910" y="30784"/>
                </a:lnTo>
                <a:lnTo>
                  <a:pt x="15998" y="30964"/>
                </a:lnTo>
                <a:lnTo>
                  <a:pt x="16098" y="31157"/>
                </a:lnTo>
                <a:lnTo>
                  <a:pt x="16186" y="31350"/>
                </a:lnTo>
                <a:lnTo>
                  <a:pt x="16324" y="31530"/>
                </a:lnTo>
                <a:lnTo>
                  <a:pt x="16412" y="31723"/>
                </a:lnTo>
                <a:lnTo>
                  <a:pt x="16500" y="31904"/>
                </a:lnTo>
                <a:lnTo>
                  <a:pt x="16600" y="32097"/>
                </a:lnTo>
                <a:lnTo>
                  <a:pt x="16688" y="32277"/>
                </a:lnTo>
                <a:lnTo>
                  <a:pt x="16826" y="32470"/>
                </a:lnTo>
                <a:lnTo>
                  <a:pt x="16914" y="32663"/>
                </a:lnTo>
                <a:lnTo>
                  <a:pt x="17002" y="32844"/>
                </a:lnTo>
                <a:lnTo>
                  <a:pt x="17103" y="33037"/>
                </a:lnTo>
                <a:lnTo>
                  <a:pt x="17191" y="33178"/>
                </a:lnTo>
                <a:lnTo>
                  <a:pt x="17329" y="33359"/>
                </a:lnTo>
                <a:lnTo>
                  <a:pt x="17417" y="33552"/>
                </a:lnTo>
                <a:lnTo>
                  <a:pt x="17505" y="33732"/>
                </a:lnTo>
                <a:lnTo>
                  <a:pt x="17605" y="33925"/>
                </a:lnTo>
                <a:lnTo>
                  <a:pt x="17693" y="34118"/>
                </a:lnTo>
                <a:lnTo>
                  <a:pt x="17831" y="34298"/>
                </a:lnTo>
                <a:lnTo>
                  <a:pt x="17919" y="34492"/>
                </a:lnTo>
                <a:lnTo>
                  <a:pt x="18007" y="34672"/>
                </a:lnTo>
                <a:lnTo>
                  <a:pt x="18107" y="34865"/>
                </a:lnTo>
                <a:lnTo>
                  <a:pt x="18195" y="35045"/>
                </a:lnTo>
                <a:lnTo>
                  <a:pt x="18333" y="35238"/>
                </a:lnTo>
                <a:lnTo>
                  <a:pt x="18421" y="35431"/>
                </a:lnTo>
                <a:lnTo>
                  <a:pt x="18509" y="35612"/>
                </a:lnTo>
                <a:lnTo>
                  <a:pt x="18610" y="35805"/>
                </a:lnTo>
                <a:lnTo>
                  <a:pt x="18698" y="35985"/>
                </a:lnTo>
                <a:lnTo>
                  <a:pt x="18836" y="36178"/>
                </a:lnTo>
                <a:lnTo>
                  <a:pt x="18924" y="36371"/>
                </a:lnTo>
                <a:lnTo>
                  <a:pt x="19011" y="36500"/>
                </a:lnTo>
                <a:lnTo>
                  <a:pt x="19112" y="36693"/>
                </a:lnTo>
                <a:lnTo>
                  <a:pt x="19200" y="36886"/>
                </a:lnTo>
                <a:lnTo>
                  <a:pt x="19338" y="37067"/>
                </a:lnTo>
                <a:lnTo>
                  <a:pt x="19426" y="37260"/>
                </a:lnTo>
                <a:lnTo>
                  <a:pt x="19514" y="37440"/>
                </a:lnTo>
                <a:lnTo>
                  <a:pt x="19614" y="37633"/>
                </a:lnTo>
                <a:lnTo>
                  <a:pt x="19702" y="37813"/>
                </a:lnTo>
                <a:lnTo>
                  <a:pt x="19840" y="38006"/>
                </a:lnTo>
                <a:lnTo>
                  <a:pt x="19928" y="38200"/>
                </a:lnTo>
                <a:lnTo>
                  <a:pt x="20029" y="3838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8000944" y="3076262"/>
            <a:ext cx="20016" cy="34256"/>
          </a:xfrm>
          <a:custGeom>
            <a:avLst/>
            <a:gdLst/>
            <a:ahLst/>
            <a:cxnLst/>
            <a:rect l="l" t="t" r="r" b="b"/>
            <a:pathLst>
              <a:path w="20016" h="34256">
                <a:moveTo>
                  <a:pt x="0" y="0"/>
                </a:moveTo>
                <a:lnTo>
                  <a:pt x="87" y="141"/>
                </a:lnTo>
                <a:lnTo>
                  <a:pt x="175" y="334"/>
                </a:lnTo>
                <a:lnTo>
                  <a:pt x="313" y="514"/>
                </a:lnTo>
                <a:lnTo>
                  <a:pt x="401" y="708"/>
                </a:lnTo>
                <a:lnTo>
                  <a:pt x="502" y="888"/>
                </a:lnTo>
                <a:lnTo>
                  <a:pt x="590" y="1081"/>
                </a:lnTo>
                <a:lnTo>
                  <a:pt x="678" y="1274"/>
                </a:lnTo>
                <a:lnTo>
                  <a:pt x="816" y="1454"/>
                </a:lnTo>
                <a:lnTo>
                  <a:pt x="904" y="1647"/>
                </a:lnTo>
                <a:lnTo>
                  <a:pt x="1004" y="1789"/>
                </a:lnTo>
                <a:lnTo>
                  <a:pt x="1092" y="1969"/>
                </a:lnTo>
                <a:lnTo>
                  <a:pt x="1180" y="2162"/>
                </a:lnTo>
                <a:lnTo>
                  <a:pt x="1318" y="2343"/>
                </a:lnTo>
                <a:lnTo>
                  <a:pt x="1406" y="2536"/>
                </a:lnTo>
                <a:lnTo>
                  <a:pt x="1506" y="2729"/>
                </a:lnTo>
                <a:lnTo>
                  <a:pt x="1594" y="2909"/>
                </a:lnTo>
                <a:lnTo>
                  <a:pt x="1682" y="3102"/>
                </a:lnTo>
                <a:lnTo>
                  <a:pt x="1820" y="3244"/>
                </a:lnTo>
                <a:lnTo>
                  <a:pt x="1908" y="3424"/>
                </a:lnTo>
                <a:lnTo>
                  <a:pt x="2009" y="3617"/>
                </a:lnTo>
                <a:lnTo>
                  <a:pt x="2097" y="3798"/>
                </a:lnTo>
                <a:lnTo>
                  <a:pt x="2184" y="3991"/>
                </a:lnTo>
                <a:lnTo>
                  <a:pt x="2323" y="4184"/>
                </a:lnTo>
                <a:lnTo>
                  <a:pt x="2411" y="4325"/>
                </a:lnTo>
                <a:lnTo>
                  <a:pt x="2511" y="4506"/>
                </a:lnTo>
                <a:lnTo>
                  <a:pt x="2599" y="4699"/>
                </a:lnTo>
                <a:lnTo>
                  <a:pt x="2687" y="4879"/>
                </a:lnTo>
                <a:lnTo>
                  <a:pt x="2825" y="5072"/>
                </a:lnTo>
                <a:lnTo>
                  <a:pt x="2913" y="5252"/>
                </a:lnTo>
                <a:lnTo>
                  <a:pt x="3013" y="5446"/>
                </a:lnTo>
                <a:lnTo>
                  <a:pt x="3101" y="5587"/>
                </a:lnTo>
                <a:lnTo>
                  <a:pt x="3189" y="5767"/>
                </a:lnTo>
                <a:lnTo>
                  <a:pt x="3327" y="5961"/>
                </a:lnTo>
                <a:lnTo>
                  <a:pt x="3415" y="6154"/>
                </a:lnTo>
                <a:lnTo>
                  <a:pt x="3516" y="6334"/>
                </a:lnTo>
                <a:lnTo>
                  <a:pt x="3603" y="6476"/>
                </a:lnTo>
                <a:lnTo>
                  <a:pt x="3691" y="6669"/>
                </a:lnTo>
                <a:lnTo>
                  <a:pt x="3830" y="6849"/>
                </a:lnTo>
                <a:lnTo>
                  <a:pt x="3930" y="7042"/>
                </a:lnTo>
                <a:lnTo>
                  <a:pt x="4018" y="7222"/>
                </a:lnTo>
                <a:lnTo>
                  <a:pt x="4106" y="7415"/>
                </a:lnTo>
                <a:lnTo>
                  <a:pt x="4194" y="7557"/>
                </a:lnTo>
                <a:lnTo>
                  <a:pt x="4332" y="7750"/>
                </a:lnTo>
                <a:lnTo>
                  <a:pt x="4432" y="7930"/>
                </a:lnTo>
                <a:lnTo>
                  <a:pt x="4520" y="8124"/>
                </a:lnTo>
                <a:lnTo>
                  <a:pt x="4608" y="8304"/>
                </a:lnTo>
                <a:lnTo>
                  <a:pt x="4696" y="8445"/>
                </a:lnTo>
                <a:lnTo>
                  <a:pt x="4834" y="8639"/>
                </a:lnTo>
                <a:lnTo>
                  <a:pt x="4935" y="8819"/>
                </a:lnTo>
                <a:lnTo>
                  <a:pt x="5022" y="9012"/>
                </a:lnTo>
                <a:lnTo>
                  <a:pt x="5110" y="9205"/>
                </a:lnTo>
                <a:lnTo>
                  <a:pt x="5198" y="9334"/>
                </a:lnTo>
                <a:lnTo>
                  <a:pt x="5336" y="9527"/>
                </a:lnTo>
                <a:lnTo>
                  <a:pt x="5437" y="9720"/>
                </a:lnTo>
                <a:lnTo>
                  <a:pt x="5525" y="9900"/>
                </a:lnTo>
                <a:lnTo>
                  <a:pt x="5613" y="10042"/>
                </a:lnTo>
                <a:lnTo>
                  <a:pt x="5701" y="10235"/>
                </a:lnTo>
                <a:lnTo>
                  <a:pt x="5839" y="10415"/>
                </a:lnTo>
                <a:lnTo>
                  <a:pt x="5939" y="10608"/>
                </a:lnTo>
                <a:lnTo>
                  <a:pt x="6027" y="10750"/>
                </a:lnTo>
                <a:lnTo>
                  <a:pt x="6115" y="10930"/>
                </a:lnTo>
                <a:lnTo>
                  <a:pt x="6215" y="11123"/>
                </a:lnTo>
                <a:lnTo>
                  <a:pt x="6341" y="11317"/>
                </a:lnTo>
                <a:lnTo>
                  <a:pt x="6441" y="11497"/>
                </a:lnTo>
                <a:lnTo>
                  <a:pt x="6529" y="11638"/>
                </a:lnTo>
                <a:lnTo>
                  <a:pt x="6617" y="11832"/>
                </a:lnTo>
                <a:lnTo>
                  <a:pt x="6718" y="12012"/>
                </a:lnTo>
                <a:lnTo>
                  <a:pt x="6843" y="12205"/>
                </a:lnTo>
                <a:lnTo>
                  <a:pt x="6944" y="12347"/>
                </a:lnTo>
                <a:lnTo>
                  <a:pt x="7032" y="12527"/>
                </a:lnTo>
                <a:lnTo>
                  <a:pt x="7120" y="12720"/>
                </a:lnTo>
                <a:lnTo>
                  <a:pt x="7220" y="12862"/>
                </a:lnTo>
                <a:lnTo>
                  <a:pt x="7358" y="13042"/>
                </a:lnTo>
                <a:lnTo>
                  <a:pt x="7446" y="13235"/>
                </a:lnTo>
                <a:lnTo>
                  <a:pt x="7534" y="13428"/>
                </a:lnTo>
                <a:lnTo>
                  <a:pt x="7622" y="13557"/>
                </a:lnTo>
                <a:lnTo>
                  <a:pt x="7722" y="13750"/>
                </a:lnTo>
                <a:lnTo>
                  <a:pt x="7860" y="13943"/>
                </a:lnTo>
                <a:lnTo>
                  <a:pt x="7948" y="14123"/>
                </a:lnTo>
                <a:lnTo>
                  <a:pt x="8036" y="14265"/>
                </a:lnTo>
                <a:lnTo>
                  <a:pt x="8124" y="14458"/>
                </a:lnTo>
                <a:lnTo>
                  <a:pt x="8225" y="14638"/>
                </a:lnTo>
                <a:lnTo>
                  <a:pt x="8363" y="14780"/>
                </a:lnTo>
                <a:lnTo>
                  <a:pt x="8451" y="14973"/>
                </a:lnTo>
                <a:lnTo>
                  <a:pt x="8539" y="15153"/>
                </a:lnTo>
                <a:lnTo>
                  <a:pt x="8626" y="15346"/>
                </a:lnTo>
                <a:lnTo>
                  <a:pt x="8727" y="15488"/>
                </a:lnTo>
                <a:lnTo>
                  <a:pt x="8865" y="15668"/>
                </a:lnTo>
                <a:lnTo>
                  <a:pt x="8953" y="15861"/>
                </a:lnTo>
                <a:lnTo>
                  <a:pt x="9041" y="16003"/>
                </a:lnTo>
                <a:lnTo>
                  <a:pt x="9129" y="16196"/>
                </a:lnTo>
                <a:lnTo>
                  <a:pt x="9229" y="16376"/>
                </a:lnTo>
                <a:lnTo>
                  <a:pt x="9367" y="16518"/>
                </a:lnTo>
                <a:lnTo>
                  <a:pt x="9455" y="16711"/>
                </a:lnTo>
                <a:lnTo>
                  <a:pt x="9543" y="16891"/>
                </a:lnTo>
                <a:lnTo>
                  <a:pt x="9631" y="17033"/>
                </a:lnTo>
                <a:lnTo>
                  <a:pt x="9732" y="17226"/>
                </a:lnTo>
                <a:lnTo>
                  <a:pt x="9870" y="17406"/>
                </a:lnTo>
                <a:lnTo>
                  <a:pt x="9958" y="17600"/>
                </a:lnTo>
                <a:lnTo>
                  <a:pt x="10045" y="17741"/>
                </a:lnTo>
                <a:lnTo>
                  <a:pt x="10146" y="17921"/>
                </a:lnTo>
                <a:lnTo>
                  <a:pt x="10234" y="18115"/>
                </a:lnTo>
                <a:lnTo>
                  <a:pt x="10372" y="18256"/>
                </a:lnTo>
                <a:lnTo>
                  <a:pt x="10460" y="18436"/>
                </a:lnTo>
                <a:lnTo>
                  <a:pt x="10548" y="18630"/>
                </a:lnTo>
                <a:lnTo>
                  <a:pt x="10648" y="18771"/>
                </a:lnTo>
                <a:lnTo>
                  <a:pt x="10736" y="18964"/>
                </a:lnTo>
                <a:lnTo>
                  <a:pt x="10874" y="19106"/>
                </a:lnTo>
                <a:lnTo>
                  <a:pt x="10962" y="19286"/>
                </a:lnTo>
                <a:lnTo>
                  <a:pt x="11050" y="19479"/>
                </a:lnTo>
                <a:lnTo>
                  <a:pt x="11151" y="19621"/>
                </a:lnTo>
                <a:lnTo>
                  <a:pt x="11238" y="19801"/>
                </a:lnTo>
                <a:lnTo>
                  <a:pt x="11377" y="19994"/>
                </a:lnTo>
                <a:lnTo>
                  <a:pt x="11464" y="20136"/>
                </a:lnTo>
                <a:lnTo>
                  <a:pt x="11552" y="20316"/>
                </a:lnTo>
                <a:lnTo>
                  <a:pt x="11653" y="20509"/>
                </a:lnTo>
                <a:lnTo>
                  <a:pt x="11741" y="20651"/>
                </a:lnTo>
                <a:lnTo>
                  <a:pt x="11879" y="20831"/>
                </a:lnTo>
                <a:lnTo>
                  <a:pt x="11967" y="21024"/>
                </a:lnTo>
                <a:lnTo>
                  <a:pt x="12055" y="21166"/>
                </a:lnTo>
                <a:lnTo>
                  <a:pt x="12155" y="21346"/>
                </a:lnTo>
                <a:lnTo>
                  <a:pt x="12243" y="21488"/>
                </a:lnTo>
                <a:lnTo>
                  <a:pt x="12381" y="21681"/>
                </a:lnTo>
                <a:lnTo>
                  <a:pt x="12469" y="21874"/>
                </a:lnTo>
                <a:lnTo>
                  <a:pt x="12557" y="22003"/>
                </a:lnTo>
                <a:lnTo>
                  <a:pt x="12657" y="22196"/>
                </a:lnTo>
                <a:lnTo>
                  <a:pt x="12745" y="22338"/>
                </a:lnTo>
                <a:lnTo>
                  <a:pt x="12883" y="22531"/>
                </a:lnTo>
                <a:lnTo>
                  <a:pt x="12971" y="22711"/>
                </a:lnTo>
                <a:lnTo>
                  <a:pt x="13059" y="22853"/>
                </a:lnTo>
                <a:lnTo>
                  <a:pt x="13160" y="23046"/>
                </a:lnTo>
                <a:lnTo>
                  <a:pt x="13248" y="23187"/>
                </a:lnTo>
                <a:lnTo>
                  <a:pt x="13386" y="23368"/>
                </a:lnTo>
                <a:lnTo>
                  <a:pt x="13474" y="23561"/>
                </a:lnTo>
                <a:lnTo>
                  <a:pt x="13574" y="23702"/>
                </a:lnTo>
                <a:lnTo>
                  <a:pt x="13662" y="23883"/>
                </a:lnTo>
                <a:lnTo>
                  <a:pt x="13750" y="24024"/>
                </a:lnTo>
                <a:lnTo>
                  <a:pt x="13888" y="24217"/>
                </a:lnTo>
                <a:lnTo>
                  <a:pt x="13976" y="24398"/>
                </a:lnTo>
                <a:lnTo>
                  <a:pt x="14076" y="24539"/>
                </a:lnTo>
                <a:lnTo>
                  <a:pt x="14164" y="24732"/>
                </a:lnTo>
                <a:lnTo>
                  <a:pt x="14252" y="24874"/>
                </a:lnTo>
                <a:lnTo>
                  <a:pt x="14390" y="25054"/>
                </a:lnTo>
                <a:lnTo>
                  <a:pt x="14478" y="25196"/>
                </a:lnTo>
                <a:lnTo>
                  <a:pt x="14579" y="25389"/>
                </a:lnTo>
                <a:lnTo>
                  <a:pt x="14667" y="25569"/>
                </a:lnTo>
                <a:lnTo>
                  <a:pt x="14754" y="25711"/>
                </a:lnTo>
                <a:lnTo>
                  <a:pt x="14893" y="25904"/>
                </a:lnTo>
                <a:lnTo>
                  <a:pt x="14981" y="26046"/>
                </a:lnTo>
                <a:lnTo>
                  <a:pt x="15081" y="26226"/>
                </a:lnTo>
                <a:lnTo>
                  <a:pt x="15169" y="26367"/>
                </a:lnTo>
                <a:lnTo>
                  <a:pt x="15257" y="26561"/>
                </a:lnTo>
                <a:lnTo>
                  <a:pt x="15395" y="26702"/>
                </a:lnTo>
                <a:lnTo>
                  <a:pt x="15483" y="26882"/>
                </a:lnTo>
                <a:lnTo>
                  <a:pt x="15583" y="27024"/>
                </a:lnTo>
                <a:lnTo>
                  <a:pt x="15671" y="27217"/>
                </a:lnTo>
                <a:lnTo>
                  <a:pt x="15759" y="27410"/>
                </a:lnTo>
                <a:lnTo>
                  <a:pt x="15897" y="27552"/>
                </a:lnTo>
                <a:lnTo>
                  <a:pt x="15985" y="27732"/>
                </a:lnTo>
                <a:lnTo>
                  <a:pt x="16086" y="27874"/>
                </a:lnTo>
                <a:lnTo>
                  <a:pt x="16173" y="28067"/>
                </a:lnTo>
                <a:lnTo>
                  <a:pt x="16261" y="28209"/>
                </a:lnTo>
                <a:lnTo>
                  <a:pt x="16400" y="28389"/>
                </a:lnTo>
                <a:lnTo>
                  <a:pt x="16487" y="28530"/>
                </a:lnTo>
                <a:lnTo>
                  <a:pt x="16588" y="28724"/>
                </a:lnTo>
                <a:lnTo>
                  <a:pt x="16676" y="28865"/>
                </a:lnTo>
                <a:lnTo>
                  <a:pt x="16764" y="29045"/>
                </a:lnTo>
                <a:lnTo>
                  <a:pt x="16902" y="29187"/>
                </a:lnTo>
                <a:lnTo>
                  <a:pt x="16990" y="29380"/>
                </a:lnTo>
                <a:lnTo>
                  <a:pt x="17090" y="29522"/>
                </a:lnTo>
                <a:lnTo>
                  <a:pt x="17178" y="29702"/>
                </a:lnTo>
                <a:lnTo>
                  <a:pt x="17266" y="29844"/>
                </a:lnTo>
                <a:lnTo>
                  <a:pt x="17404" y="30037"/>
                </a:lnTo>
                <a:lnTo>
                  <a:pt x="17505" y="30178"/>
                </a:lnTo>
                <a:lnTo>
                  <a:pt x="17592" y="30359"/>
                </a:lnTo>
                <a:lnTo>
                  <a:pt x="17680" y="30500"/>
                </a:lnTo>
                <a:lnTo>
                  <a:pt x="17768" y="30693"/>
                </a:lnTo>
                <a:lnTo>
                  <a:pt x="17906" y="30835"/>
                </a:lnTo>
                <a:lnTo>
                  <a:pt x="18007" y="31015"/>
                </a:lnTo>
                <a:lnTo>
                  <a:pt x="18095" y="31157"/>
                </a:lnTo>
                <a:lnTo>
                  <a:pt x="18183" y="31350"/>
                </a:lnTo>
                <a:lnTo>
                  <a:pt x="18271" y="31492"/>
                </a:lnTo>
                <a:lnTo>
                  <a:pt x="18409" y="31672"/>
                </a:lnTo>
                <a:lnTo>
                  <a:pt x="18509" y="31814"/>
                </a:lnTo>
                <a:lnTo>
                  <a:pt x="18597" y="32007"/>
                </a:lnTo>
                <a:lnTo>
                  <a:pt x="18685" y="32148"/>
                </a:lnTo>
                <a:lnTo>
                  <a:pt x="18773" y="32290"/>
                </a:lnTo>
                <a:lnTo>
                  <a:pt x="18911" y="32470"/>
                </a:lnTo>
                <a:lnTo>
                  <a:pt x="19011" y="32612"/>
                </a:lnTo>
                <a:lnTo>
                  <a:pt x="19099" y="32805"/>
                </a:lnTo>
                <a:lnTo>
                  <a:pt x="19187" y="32947"/>
                </a:lnTo>
                <a:lnTo>
                  <a:pt x="19275" y="33127"/>
                </a:lnTo>
                <a:lnTo>
                  <a:pt x="19413" y="33268"/>
                </a:lnTo>
                <a:lnTo>
                  <a:pt x="19514" y="33462"/>
                </a:lnTo>
                <a:lnTo>
                  <a:pt x="19602" y="33598"/>
                </a:lnTo>
                <a:lnTo>
                  <a:pt x="19690" y="33786"/>
                </a:lnTo>
                <a:lnTo>
                  <a:pt x="19790" y="33926"/>
                </a:lnTo>
                <a:lnTo>
                  <a:pt x="19916" y="34068"/>
                </a:lnTo>
                <a:lnTo>
                  <a:pt x="20016" y="34256"/>
                </a:lnTo>
              </a:path>
            </a:pathLst>
          </a:custGeom>
          <a:ln w="17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8020961" y="3110519"/>
            <a:ext cx="20016" cy="29607"/>
          </a:xfrm>
          <a:custGeom>
            <a:avLst/>
            <a:gdLst/>
            <a:ahLst/>
            <a:cxnLst/>
            <a:rect l="l" t="t" r="r" b="b"/>
            <a:pathLst>
              <a:path w="20016" h="29607">
                <a:moveTo>
                  <a:pt x="0" y="0"/>
                </a:moveTo>
                <a:lnTo>
                  <a:pt x="87" y="140"/>
                </a:lnTo>
                <a:lnTo>
                  <a:pt x="175" y="328"/>
                </a:lnTo>
                <a:lnTo>
                  <a:pt x="276" y="468"/>
                </a:lnTo>
                <a:lnTo>
                  <a:pt x="401" y="656"/>
                </a:lnTo>
                <a:lnTo>
                  <a:pt x="502" y="796"/>
                </a:lnTo>
                <a:lnTo>
                  <a:pt x="590" y="937"/>
                </a:lnTo>
                <a:lnTo>
                  <a:pt x="678" y="1125"/>
                </a:lnTo>
                <a:lnTo>
                  <a:pt x="778" y="1266"/>
                </a:lnTo>
                <a:lnTo>
                  <a:pt x="916" y="1453"/>
                </a:lnTo>
                <a:lnTo>
                  <a:pt x="1004" y="1595"/>
                </a:lnTo>
                <a:lnTo>
                  <a:pt x="1092" y="1735"/>
                </a:lnTo>
                <a:lnTo>
                  <a:pt x="1180" y="1923"/>
                </a:lnTo>
                <a:lnTo>
                  <a:pt x="1280" y="2063"/>
                </a:lnTo>
                <a:lnTo>
                  <a:pt x="1418" y="2251"/>
                </a:lnTo>
                <a:lnTo>
                  <a:pt x="1506" y="2392"/>
                </a:lnTo>
                <a:lnTo>
                  <a:pt x="1594" y="2533"/>
                </a:lnTo>
                <a:lnTo>
                  <a:pt x="1682" y="2720"/>
                </a:lnTo>
                <a:lnTo>
                  <a:pt x="1783" y="2862"/>
                </a:lnTo>
                <a:lnTo>
                  <a:pt x="1921" y="3048"/>
                </a:lnTo>
                <a:lnTo>
                  <a:pt x="2009" y="3190"/>
                </a:lnTo>
                <a:lnTo>
                  <a:pt x="2097" y="3330"/>
                </a:lnTo>
                <a:lnTo>
                  <a:pt x="2184" y="3518"/>
                </a:lnTo>
                <a:lnTo>
                  <a:pt x="2285" y="3659"/>
                </a:lnTo>
                <a:lnTo>
                  <a:pt x="2423" y="3800"/>
                </a:lnTo>
                <a:lnTo>
                  <a:pt x="2511" y="3987"/>
                </a:lnTo>
                <a:lnTo>
                  <a:pt x="2599" y="4129"/>
                </a:lnTo>
                <a:lnTo>
                  <a:pt x="2687" y="4315"/>
                </a:lnTo>
                <a:lnTo>
                  <a:pt x="2787" y="4457"/>
                </a:lnTo>
                <a:lnTo>
                  <a:pt x="2925" y="4597"/>
                </a:lnTo>
                <a:lnTo>
                  <a:pt x="3013" y="4785"/>
                </a:lnTo>
                <a:lnTo>
                  <a:pt x="3101" y="4925"/>
                </a:lnTo>
                <a:lnTo>
                  <a:pt x="3189" y="5067"/>
                </a:lnTo>
                <a:lnTo>
                  <a:pt x="3290" y="5254"/>
                </a:lnTo>
                <a:lnTo>
                  <a:pt x="3428" y="5395"/>
                </a:lnTo>
                <a:lnTo>
                  <a:pt x="3516" y="5536"/>
                </a:lnTo>
                <a:lnTo>
                  <a:pt x="3603" y="5724"/>
                </a:lnTo>
                <a:lnTo>
                  <a:pt x="3704" y="5864"/>
                </a:lnTo>
                <a:lnTo>
                  <a:pt x="3792" y="6004"/>
                </a:lnTo>
                <a:lnTo>
                  <a:pt x="3930" y="6192"/>
                </a:lnTo>
                <a:lnTo>
                  <a:pt x="4018" y="6334"/>
                </a:lnTo>
                <a:lnTo>
                  <a:pt x="4106" y="6474"/>
                </a:lnTo>
                <a:lnTo>
                  <a:pt x="4206" y="6662"/>
                </a:lnTo>
                <a:lnTo>
                  <a:pt x="4294" y="6803"/>
                </a:lnTo>
                <a:lnTo>
                  <a:pt x="4432" y="6943"/>
                </a:lnTo>
                <a:lnTo>
                  <a:pt x="4520" y="7131"/>
                </a:lnTo>
                <a:lnTo>
                  <a:pt x="4608" y="7271"/>
                </a:lnTo>
                <a:lnTo>
                  <a:pt x="4709" y="7413"/>
                </a:lnTo>
                <a:lnTo>
                  <a:pt x="4796" y="7601"/>
                </a:lnTo>
                <a:lnTo>
                  <a:pt x="4935" y="7741"/>
                </a:lnTo>
                <a:lnTo>
                  <a:pt x="5022" y="7882"/>
                </a:lnTo>
                <a:lnTo>
                  <a:pt x="5110" y="8023"/>
                </a:lnTo>
                <a:lnTo>
                  <a:pt x="5211" y="8210"/>
                </a:lnTo>
                <a:lnTo>
                  <a:pt x="5299" y="8351"/>
                </a:lnTo>
                <a:lnTo>
                  <a:pt x="5437" y="8492"/>
                </a:lnTo>
                <a:lnTo>
                  <a:pt x="5525" y="8680"/>
                </a:lnTo>
                <a:lnTo>
                  <a:pt x="5613" y="8820"/>
                </a:lnTo>
                <a:lnTo>
                  <a:pt x="5713" y="8960"/>
                </a:lnTo>
                <a:lnTo>
                  <a:pt x="5801" y="9148"/>
                </a:lnTo>
                <a:lnTo>
                  <a:pt x="5939" y="9290"/>
                </a:lnTo>
                <a:lnTo>
                  <a:pt x="6027" y="9430"/>
                </a:lnTo>
                <a:lnTo>
                  <a:pt x="6115" y="9571"/>
                </a:lnTo>
                <a:lnTo>
                  <a:pt x="6215" y="9759"/>
                </a:lnTo>
                <a:lnTo>
                  <a:pt x="6303" y="9899"/>
                </a:lnTo>
                <a:lnTo>
                  <a:pt x="6441" y="10041"/>
                </a:lnTo>
                <a:lnTo>
                  <a:pt x="6529" y="10181"/>
                </a:lnTo>
                <a:lnTo>
                  <a:pt x="6617" y="10369"/>
                </a:lnTo>
                <a:lnTo>
                  <a:pt x="6718" y="10509"/>
                </a:lnTo>
                <a:lnTo>
                  <a:pt x="6806" y="10650"/>
                </a:lnTo>
                <a:lnTo>
                  <a:pt x="6944" y="10791"/>
                </a:lnTo>
                <a:lnTo>
                  <a:pt x="7032" y="10979"/>
                </a:lnTo>
                <a:lnTo>
                  <a:pt x="7132" y="11120"/>
                </a:lnTo>
                <a:lnTo>
                  <a:pt x="7220" y="11260"/>
                </a:lnTo>
                <a:lnTo>
                  <a:pt x="7308" y="11402"/>
                </a:lnTo>
                <a:lnTo>
                  <a:pt x="7446" y="11588"/>
                </a:lnTo>
                <a:lnTo>
                  <a:pt x="7534" y="11730"/>
                </a:lnTo>
                <a:lnTo>
                  <a:pt x="7634" y="11870"/>
                </a:lnTo>
                <a:lnTo>
                  <a:pt x="7722" y="12011"/>
                </a:lnTo>
                <a:lnTo>
                  <a:pt x="7810" y="12199"/>
                </a:lnTo>
                <a:lnTo>
                  <a:pt x="7948" y="12339"/>
                </a:lnTo>
                <a:lnTo>
                  <a:pt x="8036" y="12480"/>
                </a:lnTo>
                <a:lnTo>
                  <a:pt x="8137" y="12621"/>
                </a:lnTo>
                <a:lnTo>
                  <a:pt x="8225" y="12809"/>
                </a:lnTo>
                <a:lnTo>
                  <a:pt x="8313" y="12949"/>
                </a:lnTo>
                <a:lnTo>
                  <a:pt x="8451" y="13091"/>
                </a:lnTo>
                <a:lnTo>
                  <a:pt x="8539" y="13231"/>
                </a:lnTo>
                <a:lnTo>
                  <a:pt x="8639" y="13371"/>
                </a:lnTo>
                <a:lnTo>
                  <a:pt x="8727" y="13559"/>
                </a:lnTo>
                <a:lnTo>
                  <a:pt x="8815" y="13700"/>
                </a:lnTo>
                <a:lnTo>
                  <a:pt x="8953" y="13841"/>
                </a:lnTo>
                <a:lnTo>
                  <a:pt x="9041" y="13982"/>
                </a:lnTo>
                <a:lnTo>
                  <a:pt x="9141" y="14122"/>
                </a:lnTo>
                <a:lnTo>
                  <a:pt x="9229" y="14310"/>
                </a:lnTo>
                <a:lnTo>
                  <a:pt x="9317" y="14450"/>
                </a:lnTo>
                <a:lnTo>
                  <a:pt x="9455" y="14592"/>
                </a:lnTo>
                <a:lnTo>
                  <a:pt x="9543" y="14732"/>
                </a:lnTo>
                <a:lnTo>
                  <a:pt x="9644" y="14873"/>
                </a:lnTo>
                <a:lnTo>
                  <a:pt x="9732" y="15061"/>
                </a:lnTo>
                <a:lnTo>
                  <a:pt x="9819" y="15202"/>
                </a:lnTo>
                <a:lnTo>
                  <a:pt x="9958" y="15343"/>
                </a:lnTo>
                <a:lnTo>
                  <a:pt x="10045" y="15483"/>
                </a:lnTo>
                <a:lnTo>
                  <a:pt x="10146" y="15625"/>
                </a:lnTo>
                <a:lnTo>
                  <a:pt x="10234" y="15765"/>
                </a:lnTo>
                <a:lnTo>
                  <a:pt x="10322" y="15953"/>
                </a:lnTo>
                <a:lnTo>
                  <a:pt x="10460" y="16093"/>
                </a:lnTo>
                <a:lnTo>
                  <a:pt x="10548" y="16234"/>
                </a:lnTo>
                <a:lnTo>
                  <a:pt x="10648" y="16375"/>
                </a:lnTo>
                <a:lnTo>
                  <a:pt x="10736" y="16516"/>
                </a:lnTo>
                <a:lnTo>
                  <a:pt x="10824" y="16656"/>
                </a:lnTo>
                <a:lnTo>
                  <a:pt x="10962" y="16844"/>
                </a:lnTo>
                <a:lnTo>
                  <a:pt x="11063" y="16984"/>
                </a:lnTo>
                <a:lnTo>
                  <a:pt x="11151" y="17126"/>
                </a:lnTo>
                <a:lnTo>
                  <a:pt x="11238" y="17266"/>
                </a:lnTo>
                <a:lnTo>
                  <a:pt x="11326" y="17406"/>
                </a:lnTo>
                <a:lnTo>
                  <a:pt x="11464" y="17548"/>
                </a:lnTo>
                <a:lnTo>
                  <a:pt x="11565" y="17688"/>
                </a:lnTo>
                <a:lnTo>
                  <a:pt x="11653" y="17876"/>
                </a:lnTo>
                <a:lnTo>
                  <a:pt x="11741" y="18017"/>
                </a:lnTo>
                <a:lnTo>
                  <a:pt x="11829" y="18158"/>
                </a:lnTo>
                <a:lnTo>
                  <a:pt x="11967" y="18299"/>
                </a:lnTo>
                <a:lnTo>
                  <a:pt x="12067" y="18439"/>
                </a:lnTo>
                <a:lnTo>
                  <a:pt x="12155" y="18581"/>
                </a:lnTo>
                <a:lnTo>
                  <a:pt x="12243" y="18721"/>
                </a:lnTo>
                <a:lnTo>
                  <a:pt x="12331" y="18861"/>
                </a:lnTo>
                <a:lnTo>
                  <a:pt x="12469" y="19049"/>
                </a:lnTo>
                <a:lnTo>
                  <a:pt x="12569" y="19190"/>
                </a:lnTo>
                <a:lnTo>
                  <a:pt x="12657" y="19331"/>
                </a:lnTo>
                <a:lnTo>
                  <a:pt x="12745" y="19472"/>
                </a:lnTo>
                <a:lnTo>
                  <a:pt x="12833" y="19612"/>
                </a:lnTo>
                <a:lnTo>
                  <a:pt x="12971" y="19754"/>
                </a:lnTo>
                <a:lnTo>
                  <a:pt x="13072" y="19894"/>
                </a:lnTo>
                <a:lnTo>
                  <a:pt x="13160" y="20034"/>
                </a:lnTo>
                <a:lnTo>
                  <a:pt x="13248" y="20176"/>
                </a:lnTo>
                <a:lnTo>
                  <a:pt x="13335" y="20316"/>
                </a:lnTo>
                <a:lnTo>
                  <a:pt x="13474" y="20457"/>
                </a:lnTo>
                <a:lnTo>
                  <a:pt x="13574" y="20645"/>
                </a:lnTo>
                <a:lnTo>
                  <a:pt x="13662" y="20785"/>
                </a:lnTo>
                <a:lnTo>
                  <a:pt x="13750" y="20926"/>
                </a:lnTo>
                <a:lnTo>
                  <a:pt x="13850" y="21067"/>
                </a:lnTo>
                <a:lnTo>
                  <a:pt x="13976" y="21207"/>
                </a:lnTo>
                <a:lnTo>
                  <a:pt x="14076" y="21349"/>
                </a:lnTo>
                <a:lnTo>
                  <a:pt x="14164" y="21489"/>
                </a:lnTo>
                <a:lnTo>
                  <a:pt x="14252" y="21629"/>
                </a:lnTo>
                <a:lnTo>
                  <a:pt x="14353" y="21771"/>
                </a:lnTo>
                <a:lnTo>
                  <a:pt x="14478" y="21911"/>
                </a:lnTo>
                <a:lnTo>
                  <a:pt x="14579" y="22052"/>
                </a:lnTo>
                <a:lnTo>
                  <a:pt x="14667" y="22193"/>
                </a:lnTo>
                <a:lnTo>
                  <a:pt x="14754" y="22334"/>
                </a:lnTo>
                <a:lnTo>
                  <a:pt x="14855" y="22474"/>
                </a:lnTo>
                <a:lnTo>
                  <a:pt x="14993" y="22616"/>
                </a:lnTo>
                <a:lnTo>
                  <a:pt x="15081" y="22756"/>
                </a:lnTo>
                <a:lnTo>
                  <a:pt x="15169" y="22944"/>
                </a:lnTo>
                <a:lnTo>
                  <a:pt x="15257" y="23084"/>
                </a:lnTo>
                <a:lnTo>
                  <a:pt x="15357" y="23226"/>
                </a:lnTo>
                <a:lnTo>
                  <a:pt x="15495" y="23366"/>
                </a:lnTo>
                <a:lnTo>
                  <a:pt x="15583" y="23507"/>
                </a:lnTo>
                <a:lnTo>
                  <a:pt x="15671" y="23648"/>
                </a:lnTo>
                <a:lnTo>
                  <a:pt x="15759" y="23789"/>
                </a:lnTo>
                <a:lnTo>
                  <a:pt x="15860" y="23929"/>
                </a:lnTo>
                <a:lnTo>
                  <a:pt x="15998" y="24071"/>
                </a:lnTo>
                <a:lnTo>
                  <a:pt x="16086" y="24211"/>
                </a:lnTo>
                <a:lnTo>
                  <a:pt x="16173" y="24351"/>
                </a:lnTo>
                <a:lnTo>
                  <a:pt x="16261" y="24493"/>
                </a:lnTo>
                <a:lnTo>
                  <a:pt x="16362" y="24633"/>
                </a:lnTo>
                <a:lnTo>
                  <a:pt x="16500" y="24774"/>
                </a:lnTo>
                <a:lnTo>
                  <a:pt x="16588" y="24915"/>
                </a:lnTo>
                <a:lnTo>
                  <a:pt x="16676" y="25055"/>
                </a:lnTo>
                <a:lnTo>
                  <a:pt x="16764" y="25196"/>
                </a:lnTo>
                <a:lnTo>
                  <a:pt x="16864" y="25337"/>
                </a:lnTo>
                <a:lnTo>
                  <a:pt x="17002" y="25478"/>
                </a:lnTo>
                <a:lnTo>
                  <a:pt x="17090" y="25618"/>
                </a:lnTo>
                <a:lnTo>
                  <a:pt x="17178" y="25760"/>
                </a:lnTo>
                <a:lnTo>
                  <a:pt x="17279" y="25900"/>
                </a:lnTo>
                <a:lnTo>
                  <a:pt x="17366" y="26040"/>
                </a:lnTo>
                <a:lnTo>
                  <a:pt x="17505" y="26182"/>
                </a:lnTo>
                <a:lnTo>
                  <a:pt x="17592" y="26322"/>
                </a:lnTo>
                <a:lnTo>
                  <a:pt x="17680" y="26463"/>
                </a:lnTo>
                <a:lnTo>
                  <a:pt x="17781" y="26604"/>
                </a:lnTo>
                <a:lnTo>
                  <a:pt x="17869" y="26745"/>
                </a:lnTo>
                <a:lnTo>
                  <a:pt x="18007" y="26885"/>
                </a:lnTo>
                <a:lnTo>
                  <a:pt x="18183" y="27119"/>
                </a:lnTo>
                <a:lnTo>
                  <a:pt x="18283" y="27261"/>
                </a:lnTo>
                <a:lnTo>
                  <a:pt x="18371" y="27401"/>
                </a:lnTo>
                <a:lnTo>
                  <a:pt x="18509" y="27542"/>
                </a:lnTo>
                <a:lnTo>
                  <a:pt x="18597" y="27683"/>
                </a:lnTo>
                <a:lnTo>
                  <a:pt x="18685" y="27824"/>
                </a:lnTo>
                <a:lnTo>
                  <a:pt x="18785" y="27964"/>
                </a:lnTo>
                <a:lnTo>
                  <a:pt x="18873" y="28106"/>
                </a:lnTo>
                <a:lnTo>
                  <a:pt x="19011" y="28246"/>
                </a:lnTo>
                <a:lnTo>
                  <a:pt x="19099" y="28386"/>
                </a:lnTo>
                <a:lnTo>
                  <a:pt x="19187" y="28528"/>
                </a:lnTo>
                <a:lnTo>
                  <a:pt x="19288" y="28668"/>
                </a:lnTo>
                <a:lnTo>
                  <a:pt x="19376" y="28809"/>
                </a:lnTo>
                <a:lnTo>
                  <a:pt x="19514" y="28950"/>
                </a:lnTo>
                <a:lnTo>
                  <a:pt x="19602" y="29090"/>
                </a:lnTo>
                <a:lnTo>
                  <a:pt x="19790" y="29325"/>
                </a:lnTo>
                <a:lnTo>
                  <a:pt x="19878" y="29466"/>
                </a:lnTo>
                <a:lnTo>
                  <a:pt x="20016" y="29607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8040977" y="3140126"/>
            <a:ext cx="19966" cy="24539"/>
          </a:xfrm>
          <a:custGeom>
            <a:avLst/>
            <a:gdLst/>
            <a:ahLst/>
            <a:cxnLst/>
            <a:rect l="l" t="t" r="r" b="b"/>
            <a:pathLst>
              <a:path w="19966" h="24539">
                <a:moveTo>
                  <a:pt x="0" y="0"/>
                </a:moveTo>
                <a:lnTo>
                  <a:pt x="87" y="140"/>
                </a:lnTo>
                <a:lnTo>
                  <a:pt x="175" y="281"/>
                </a:lnTo>
                <a:lnTo>
                  <a:pt x="276" y="422"/>
                </a:lnTo>
                <a:lnTo>
                  <a:pt x="364" y="562"/>
                </a:lnTo>
                <a:lnTo>
                  <a:pt x="502" y="704"/>
                </a:lnTo>
                <a:lnTo>
                  <a:pt x="590" y="844"/>
                </a:lnTo>
                <a:lnTo>
                  <a:pt x="778" y="1078"/>
                </a:lnTo>
                <a:lnTo>
                  <a:pt x="866" y="1220"/>
                </a:lnTo>
                <a:lnTo>
                  <a:pt x="1004" y="1360"/>
                </a:lnTo>
                <a:lnTo>
                  <a:pt x="1092" y="1501"/>
                </a:lnTo>
                <a:lnTo>
                  <a:pt x="1192" y="1642"/>
                </a:lnTo>
                <a:lnTo>
                  <a:pt x="1280" y="1783"/>
                </a:lnTo>
                <a:lnTo>
                  <a:pt x="1368" y="1923"/>
                </a:lnTo>
                <a:lnTo>
                  <a:pt x="1506" y="2017"/>
                </a:lnTo>
                <a:lnTo>
                  <a:pt x="1594" y="2157"/>
                </a:lnTo>
                <a:lnTo>
                  <a:pt x="1695" y="2299"/>
                </a:lnTo>
                <a:lnTo>
                  <a:pt x="1783" y="2439"/>
                </a:lnTo>
                <a:lnTo>
                  <a:pt x="1871" y="2580"/>
                </a:lnTo>
                <a:lnTo>
                  <a:pt x="2009" y="2721"/>
                </a:lnTo>
                <a:lnTo>
                  <a:pt x="2097" y="2862"/>
                </a:lnTo>
                <a:lnTo>
                  <a:pt x="2285" y="3096"/>
                </a:lnTo>
                <a:lnTo>
                  <a:pt x="2373" y="3238"/>
                </a:lnTo>
                <a:lnTo>
                  <a:pt x="2511" y="3378"/>
                </a:lnTo>
                <a:lnTo>
                  <a:pt x="2599" y="3518"/>
                </a:lnTo>
                <a:lnTo>
                  <a:pt x="2699" y="3660"/>
                </a:lnTo>
                <a:lnTo>
                  <a:pt x="2787" y="3800"/>
                </a:lnTo>
                <a:lnTo>
                  <a:pt x="3013" y="4035"/>
                </a:lnTo>
                <a:lnTo>
                  <a:pt x="3101" y="4176"/>
                </a:lnTo>
                <a:lnTo>
                  <a:pt x="3202" y="4316"/>
                </a:lnTo>
                <a:lnTo>
                  <a:pt x="3290" y="4457"/>
                </a:lnTo>
                <a:lnTo>
                  <a:pt x="3516" y="4691"/>
                </a:lnTo>
                <a:lnTo>
                  <a:pt x="3603" y="4833"/>
                </a:lnTo>
                <a:lnTo>
                  <a:pt x="3704" y="4973"/>
                </a:lnTo>
                <a:lnTo>
                  <a:pt x="3792" y="5113"/>
                </a:lnTo>
                <a:lnTo>
                  <a:pt x="4018" y="5349"/>
                </a:lnTo>
                <a:lnTo>
                  <a:pt x="4106" y="5489"/>
                </a:lnTo>
                <a:lnTo>
                  <a:pt x="4206" y="5630"/>
                </a:lnTo>
                <a:lnTo>
                  <a:pt x="4294" y="5771"/>
                </a:lnTo>
                <a:lnTo>
                  <a:pt x="4520" y="6006"/>
                </a:lnTo>
                <a:lnTo>
                  <a:pt x="4621" y="6146"/>
                </a:lnTo>
                <a:lnTo>
                  <a:pt x="4709" y="6288"/>
                </a:lnTo>
                <a:lnTo>
                  <a:pt x="4796" y="6428"/>
                </a:lnTo>
                <a:lnTo>
                  <a:pt x="5022" y="6662"/>
                </a:lnTo>
                <a:lnTo>
                  <a:pt x="5123" y="6803"/>
                </a:lnTo>
                <a:lnTo>
                  <a:pt x="5211" y="6944"/>
                </a:lnTo>
                <a:lnTo>
                  <a:pt x="5387" y="7179"/>
                </a:lnTo>
                <a:lnTo>
                  <a:pt x="5525" y="7319"/>
                </a:lnTo>
                <a:lnTo>
                  <a:pt x="5625" y="7461"/>
                </a:lnTo>
                <a:lnTo>
                  <a:pt x="5801" y="7695"/>
                </a:lnTo>
                <a:lnTo>
                  <a:pt x="5889" y="7835"/>
                </a:lnTo>
                <a:lnTo>
                  <a:pt x="6027" y="7977"/>
                </a:lnTo>
                <a:lnTo>
                  <a:pt x="6215" y="8211"/>
                </a:lnTo>
                <a:lnTo>
                  <a:pt x="6303" y="8351"/>
                </a:lnTo>
                <a:lnTo>
                  <a:pt x="6391" y="8492"/>
                </a:lnTo>
                <a:lnTo>
                  <a:pt x="6529" y="8586"/>
                </a:lnTo>
                <a:lnTo>
                  <a:pt x="6630" y="8727"/>
                </a:lnTo>
                <a:lnTo>
                  <a:pt x="6718" y="8868"/>
                </a:lnTo>
                <a:lnTo>
                  <a:pt x="6894" y="9102"/>
                </a:lnTo>
                <a:lnTo>
                  <a:pt x="7032" y="9244"/>
                </a:lnTo>
                <a:lnTo>
                  <a:pt x="7132" y="9384"/>
                </a:lnTo>
                <a:lnTo>
                  <a:pt x="7308" y="9618"/>
                </a:lnTo>
                <a:lnTo>
                  <a:pt x="7408" y="9759"/>
                </a:lnTo>
                <a:lnTo>
                  <a:pt x="7634" y="9994"/>
                </a:lnTo>
                <a:lnTo>
                  <a:pt x="7722" y="10135"/>
                </a:lnTo>
                <a:lnTo>
                  <a:pt x="7911" y="10369"/>
                </a:lnTo>
                <a:lnTo>
                  <a:pt x="8036" y="10511"/>
                </a:lnTo>
                <a:lnTo>
                  <a:pt x="8137" y="10651"/>
                </a:lnTo>
                <a:lnTo>
                  <a:pt x="8313" y="10885"/>
                </a:lnTo>
                <a:lnTo>
                  <a:pt x="8413" y="11026"/>
                </a:lnTo>
                <a:lnTo>
                  <a:pt x="8551" y="11120"/>
                </a:lnTo>
                <a:lnTo>
                  <a:pt x="8639" y="11261"/>
                </a:lnTo>
                <a:lnTo>
                  <a:pt x="8727" y="11402"/>
                </a:lnTo>
                <a:lnTo>
                  <a:pt x="8915" y="11636"/>
                </a:lnTo>
                <a:lnTo>
                  <a:pt x="9053" y="11778"/>
                </a:lnTo>
                <a:lnTo>
                  <a:pt x="9229" y="12012"/>
                </a:lnTo>
                <a:lnTo>
                  <a:pt x="9317" y="12152"/>
                </a:lnTo>
                <a:lnTo>
                  <a:pt x="9556" y="12387"/>
                </a:lnTo>
                <a:lnTo>
                  <a:pt x="9732" y="12622"/>
                </a:lnTo>
                <a:lnTo>
                  <a:pt x="9819" y="12762"/>
                </a:lnTo>
                <a:lnTo>
                  <a:pt x="10058" y="12997"/>
                </a:lnTo>
                <a:lnTo>
                  <a:pt x="10146" y="13137"/>
                </a:lnTo>
                <a:lnTo>
                  <a:pt x="10322" y="13373"/>
                </a:lnTo>
                <a:lnTo>
                  <a:pt x="10560" y="13607"/>
                </a:lnTo>
                <a:lnTo>
                  <a:pt x="10648" y="13747"/>
                </a:lnTo>
                <a:lnTo>
                  <a:pt x="10837" y="13982"/>
                </a:lnTo>
                <a:lnTo>
                  <a:pt x="11063" y="14217"/>
                </a:lnTo>
                <a:lnTo>
                  <a:pt x="11151" y="14358"/>
                </a:lnTo>
                <a:lnTo>
                  <a:pt x="11339" y="14592"/>
                </a:lnTo>
                <a:lnTo>
                  <a:pt x="11565" y="14826"/>
                </a:lnTo>
                <a:lnTo>
                  <a:pt x="11653" y="14968"/>
                </a:lnTo>
                <a:lnTo>
                  <a:pt x="11841" y="15202"/>
                </a:lnTo>
                <a:lnTo>
                  <a:pt x="12067" y="15437"/>
                </a:lnTo>
                <a:lnTo>
                  <a:pt x="12243" y="15671"/>
                </a:lnTo>
                <a:lnTo>
                  <a:pt x="12343" y="15813"/>
                </a:lnTo>
                <a:lnTo>
                  <a:pt x="12569" y="16047"/>
                </a:lnTo>
                <a:lnTo>
                  <a:pt x="12745" y="16281"/>
                </a:lnTo>
                <a:lnTo>
                  <a:pt x="12934" y="16516"/>
                </a:lnTo>
                <a:lnTo>
                  <a:pt x="13072" y="16609"/>
                </a:lnTo>
                <a:lnTo>
                  <a:pt x="13160" y="16751"/>
                </a:lnTo>
                <a:lnTo>
                  <a:pt x="13248" y="16891"/>
                </a:lnTo>
                <a:lnTo>
                  <a:pt x="13436" y="17126"/>
                </a:lnTo>
                <a:lnTo>
                  <a:pt x="13574" y="17220"/>
                </a:lnTo>
                <a:lnTo>
                  <a:pt x="13662" y="17360"/>
                </a:lnTo>
                <a:lnTo>
                  <a:pt x="13850" y="17596"/>
                </a:lnTo>
                <a:lnTo>
                  <a:pt x="14076" y="17830"/>
                </a:lnTo>
                <a:lnTo>
                  <a:pt x="14252" y="18064"/>
                </a:lnTo>
                <a:lnTo>
                  <a:pt x="14441" y="18299"/>
                </a:lnTo>
                <a:lnTo>
                  <a:pt x="14579" y="18393"/>
                </a:lnTo>
                <a:lnTo>
                  <a:pt x="14667" y="18534"/>
                </a:lnTo>
                <a:lnTo>
                  <a:pt x="14855" y="18769"/>
                </a:lnTo>
                <a:lnTo>
                  <a:pt x="15081" y="19003"/>
                </a:lnTo>
                <a:lnTo>
                  <a:pt x="15269" y="19237"/>
                </a:lnTo>
                <a:lnTo>
                  <a:pt x="15445" y="19472"/>
                </a:lnTo>
                <a:lnTo>
                  <a:pt x="15583" y="19566"/>
                </a:lnTo>
                <a:lnTo>
                  <a:pt x="15671" y="19707"/>
                </a:lnTo>
                <a:lnTo>
                  <a:pt x="15860" y="19894"/>
                </a:lnTo>
                <a:lnTo>
                  <a:pt x="15947" y="20036"/>
                </a:lnTo>
                <a:lnTo>
                  <a:pt x="16086" y="20130"/>
                </a:lnTo>
                <a:lnTo>
                  <a:pt x="16173" y="20270"/>
                </a:lnTo>
                <a:lnTo>
                  <a:pt x="16362" y="20504"/>
                </a:lnTo>
                <a:lnTo>
                  <a:pt x="16588" y="20739"/>
                </a:lnTo>
                <a:lnTo>
                  <a:pt x="16776" y="20926"/>
                </a:lnTo>
                <a:lnTo>
                  <a:pt x="16864" y="21068"/>
                </a:lnTo>
                <a:lnTo>
                  <a:pt x="17090" y="21302"/>
                </a:lnTo>
                <a:lnTo>
                  <a:pt x="17279" y="21537"/>
                </a:lnTo>
                <a:lnTo>
                  <a:pt x="17454" y="21725"/>
                </a:lnTo>
                <a:lnTo>
                  <a:pt x="17592" y="21865"/>
                </a:lnTo>
                <a:lnTo>
                  <a:pt x="17781" y="22099"/>
                </a:lnTo>
                <a:lnTo>
                  <a:pt x="17957" y="22287"/>
                </a:lnTo>
                <a:lnTo>
                  <a:pt x="18095" y="22428"/>
                </a:lnTo>
                <a:lnTo>
                  <a:pt x="18283" y="22663"/>
                </a:lnTo>
                <a:lnTo>
                  <a:pt x="18459" y="22850"/>
                </a:lnTo>
                <a:lnTo>
                  <a:pt x="18597" y="22992"/>
                </a:lnTo>
                <a:lnTo>
                  <a:pt x="18785" y="23226"/>
                </a:lnTo>
                <a:lnTo>
                  <a:pt x="18961" y="23414"/>
                </a:lnTo>
                <a:lnTo>
                  <a:pt x="19099" y="23554"/>
                </a:lnTo>
                <a:lnTo>
                  <a:pt x="19288" y="23742"/>
                </a:lnTo>
                <a:lnTo>
                  <a:pt x="19376" y="23883"/>
                </a:lnTo>
                <a:lnTo>
                  <a:pt x="19602" y="24071"/>
                </a:lnTo>
                <a:lnTo>
                  <a:pt x="19702" y="24211"/>
                </a:lnTo>
                <a:lnTo>
                  <a:pt x="19878" y="24399"/>
                </a:lnTo>
                <a:lnTo>
                  <a:pt x="19966" y="24539"/>
                </a:lnTo>
              </a:path>
            </a:pathLst>
          </a:custGeom>
          <a:ln w="17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8060943" y="3164666"/>
            <a:ext cx="20029" cy="19051"/>
          </a:xfrm>
          <a:custGeom>
            <a:avLst/>
            <a:gdLst/>
            <a:ahLst/>
            <a:cxnLst/>
            <a:rect l="l" t="t" r="r" b="b"/>
            <a:pathLst>
              <a:path w="20029" h="19051">
                <a:moveTo>
                  <a:pt x="0" y="0"/>
                </a:moveTo>
                <a:lnTo>
                  <a:pt x="138" y="93"/>
                </a:lnTo>
                <a:lnTo>
                  <a:pt x="238" y="235"/>
                </a:lnTo>
                <a:lnTo>
                  <a:pt x="414" y="422"/>
                </a:lnTo>
                <a:lnTo>
                  <a:pt x="640" y="657"/>
                </a:lnTo>
                <a:lnTo>
                  <a:pt x="828" y="844"/>
                </a:lnTo>
                <a:lnTo>
                  <a:pt x="916" y="986"/>
                </a:lnTo>
                <a:lnTo>
                  <a:pt x="1142" y="1174"/>
                </a:lnTo>
                <a:lnTo>
                  <a:pt x="1243" y="1314"/>
                </a:lnTo>
                <a:lnTo>
                  <a:pt x="1418" y="1502"/>
                </a:lnTo>
                <a:lnTo>
                  <a:pt x="1519" y="1642"/>
                </a:lnTo>
                <a:lnTo>
                  <a:pt x="1745" y="1830"/>
                </a:lnTo>
                <a:lnTo>
                  <a:pt x="1921" y="2065"/>
                </a:lnTo>
                <a:lnTo>
                  <a:pt x="2159" y="2253"/>
                </a:lnTo>
                <a:lnTo>
                  <a:pt x="2247" y="2393"/>
                </a:lnTo>
                <a:lnTo>
                  <a:pt x="2423" y="2581"/>
                </a:lnTo>
                <a:lnTo>
                  <a:pt x="2662" y="2815"/>
                </a:lnTo>
                <a:lnTo>
                  <a:pt x="2837" y="3003"/>
                </a:lnTo>
                <a:lnTo>
                  <a:pt x="3026" y="3238"/>
                </a:lnTo>
                <a:lnTo>
                  <a:pt x="3164" y="3332"/>
                </a:lnTo>
                <a:lnTo>
                  <a:pt x="3340" y="3520"/>
                </a:lnTo>
                <a:lnTo>
                  <a:pt x="3428" y="3660"/>
                </a:lnTo>
                <a:lnTo>
                  <a:pt x="3666" y="3848"/>
                </a:lnTo>
                <a:lnTo>
                  <a:pt x="3842" y="4082"/>
                </a:lnTo>
                <a:lnTo>
                  <a:pt x="4030" y="4270"/>
                </a:lnTo>
                <a:lnTo>
                  <a:pt x="4169" y="4364"/>
                </a:lnTo>
                <a:lnTo>
                  <a:pt x="4344" y="4598"/>
                </a:lnTo>
                <a:lnTo>
                  <a:pt x="4533" y="4786"/>
                </a:lnTo>
                <a:lnTo>
                  <a:pt x="4671" y="4880"/>
                </a:lnTo>
                <a:lnTo>
                  <a:pt x="4847" y="5115"/>
                </a:lnTo>
                <a:lnTo>
                  <a:pt x="5035" y="5303"/>
                </a:lnTo>
                <a:lnTo>
                  <a:pt x="5173" y="5397"/>
                </a:lnTo>
                <a:lnTo>
                  <a:pt x="5349" y="5631"/>
                </a:lnTo>
                <a:lnTo>
                  <a:pt x="5575" y="5819"/>
                </a:lnTo>
                <a:lnTo>
                  <a:pt x="5763" y="6006"/>
                </a:lnTo>
                <a:lnTo>
                  <a:pt x="5952" y="6241"/>
                </a:lnTo>
                <a:lnTo>
                  <a:pt x="6090" y="6334"/>
                </a:lnTo>
                <a:lnTo>
                  <a:pt x="6266" y="6522"/>
                </a:lnTo>
                <a:lnTo>
                  <a:pt x="6454" y="6710"/>
                </a:lnTo>
                <a:lnTo>
                  <a:pt x="6592" y="6850"/>
                </a:lnTo>
                <a:lnTo>
                  <a:pt x="6768" y="7038"/>
                </a:lnTo>
                <a:lnTo>
                  <a:pt x="6956" y="7226"/>
                </a:lnTo>
                <a:lnTo>
                  <a:pt x="7094" y="7320"/>
                </a:lnTo>
                <a:lnTo>
                  <a:pt x="7270" y="7555"/>
                </a:lnTo>
                <a:lnTo>
                  <a:pt x="7459" y="7743"/>
                </a:lnTo>
                <a:lnTo>
                  <a:pt x="7597" y="7836"/>
                </a:lnTo>
                <a:lnTo>
                  <a:pt x="7773" y="8023"/>
                </a:lnTo>
                <a:lnTo>
                  <a:pt x="7961" y="8211"/>
                </a:lnTo>
                <a:lnTo>
                  <a:pt x="8099" y="8305"/>
                </a:lnTo>
                <a:lnTo>
                  <a:pt x="8275" y="8539"/>
                </a:lnTo>
                <a:lnTo>
                  <a:pt x="8463" y="8727"/>
                </a:lnTo>
                <a:lnTo>
                  <a:pt x="8601" y="8821"/>
                </a:lnTo>
                <a:lnTo>
                  <a:pt x="8777" y="9009"/>
                </a:lnTo>
                <a:lnTo>
                  <a:pt x="8966" y="9197"/>
                </a:lnTo>
                <a:lnTo>
                  <a:pt x="9104" y="9290"/>
                </a:lnTo>
                <a:lnTo>
                  <a:pt x="9279" y="9478"/>
                </a:lnTo>
                <a:lnTo>
                  <a:pt x="9468" y="9666"/>
                </a:lnTo>
                <a:lnTo>
                  <a:pt x="9606" y="9806"/>
                </a:lnTo>
                <a:lnTo>
                  <a:pt x="9782" y="9994"/>
                </a:lnTo>
                <a:lnTo>
                  <a:pt x="9970" y="10182"/>
                </a:lnTo>
                <a:lnTo>
                  <a:pt x="10108" y="10276"/>
                </a:lnTo>
                <a:lnTo>
                  <a:pt x="10284" y="10464"/>
                </a:lnTo>
                <a:lnTo>
                  <a:pt x="10472" y="10651"/>
                </a:lnTo>
                <a:lnTo>
                  <a:pt x="10611" y="10745"/>
                </a:lnTo>
                <a:lnTo>
                  <a:pt x="10786" y="10933"/>
                </a:lnTo>
                <a:lnTo>
                  <a:pt x="10975" y="11121"/>
                </a:lnTo>
                <a:lnTo>
                  <a:pt x="11113" y="11215"/>
                </a:lnTo>
                <a:lnTo>
                  <a:pt x="11289" y="11402"/>
                </a:lnTo>
                <a:lnTo>
                  <a:pt x="11477" y="11590"/>
                </a:lnTo>
                <a:lnTo>
                  <a:pt x="11615" y="11684"/>
                </a:lnTo>
                <a:lnTo>
                  <a:pt x="11791" y="11872"/>
                </a:lnTo>
                <a:lnTo>
                  <a:pt x="11979" y="12059"/>
                </a:lnTo>
                <a:lnTo>
                  <a:pt x="12117" y="12153"/>
                </a:lnTo>
                <a:lnTo>
                  <a:pt x="12306" y="12340"/>
                </a:lnTo>
                <a:lnTo>
                  <a:pt x="12482" y="12528"/>
                </a:lnTo>
                <a:lnTo>
                  <a:pt x="12620" y="12622"/>
                </a:lnTo>
                <a:lnTo>
                  <a:pt x="12808" y="12810"/>
                </a:lnTo>
                <a:lnTo>
                  <a:pt x="12984" y="12998"/>
                </a:lnTo>
                <a:lnTo>
                  <a:pt x="13122" y="13091"/>
                </a:lnTo>
                <a:lnTo>
                  <a:pt x="13310" y="13232"/>
                </a:lnTo>
                <a:lnTo>
                  <a:pt x="13486" y="13420"/>
                </a:lnTo>
                <a:lnTo>
                  <a:pt x="13624" y="13513"/>
                </a:lnTo>
                <a:lnTo>
                  <a:pt x="13813" y="13701"/>
                </a:lnTo>
                <a:lnTo>
                  <a:pt x="13988" y="13889"/>
                </a:lnTo>
                <a:lnTo>
                  <a:pt x="14127" y="13983"/>
                </a:lnTo>
                <a:lnTo>
                  <a:pt x="14315" y="14171"/>
                </a:lnTo>
                <a:lnTo>
                  <a:pt x="14491" y="14358"/>
                </a:lnTo>
                <a:lnTo>
                  <a:pt x="14629" y="14405"/>
                </a:lnTo>
                <a:lnTo>
                  <a:pt x="14817" y="14593"/>
                </a:lnTo>
                <a:lnTo>
                  <a:pt x="14993" y="14780"/>
                </a:lnTo>
                <a:lnTo>
                  <a:pt x="15131" y="14874"/>
                </a:lnTo>
                <a:lnTo>
                  <a:pt x="15320" y="15062"/>
                </a:lnTo>
                <a:lnTo>
                  <a:pt x="15495" y="15202"/>
                </a:lnTo>
                <a:lnTo>
                  <a:pt x="15634" y="15296"/>
                </a:lnTo>
                <a:lnTo>
                  <a:pt x="15822" y="15484"/>
                </a:lnTo>
                <a:lnTo>
                  <a:pt x="15998" y="15672"/>
                </a:lnTo>
                <a:lnTo>
                  <a:pt x="16136" y="15766"/>
                </a:lnTo>
                <a:lnTo>
                  <a:pt x="16324" y="15907"/>
                </a:lnTo>
                <a:lnTo>
                  <a:pt x="16500" y="16095"/>
                </a:lnTo>
                <a:lnTo>
                  <a:pt x="16638" y="16188"/>
                </a:lnTo>
                <a:lnTo>
                  <a:pt x="16826" y="16376"/>
                </a:lnTo>
                <a:lnTo>
                  <a:pt x="17002" y="16517"/>
                </a:lnTo>
                <a:lnTo>
                  <a:pt x="17140" y="16611"/>
                </a:lnTo>
                <a:lnTo>
                  <a:pt x="17329" y="16799"/>
                </a:lnTo>
                <a:lnTo>
                  <a:pt x="17505" y="16939"/>
                </a:lnTo>
                <a:lnTo>
                  <a:pt x="17643" y="17033"/>
                </a:lnTo>
                <a:lnTo>
                  <a:pt x="17831" y="17221"/>
                </a:lnTo>
                <a:lnTo>
                  <a:pt x="18007" y="17361"/>
                </a:lnTo>
                <a:lnTo>
                  <a:pt x="18145" y="17455"/>
                </a:lnTo>
                <a:lnTo>
                  <a:pt x="18333" y="17643"/>
                </a:lnTo>
                <a:lnTo>
                  <a:pt x="18522" y="17784"/>
                </a:lnTo>
                <a:lnTo>
                  <a:pt x="18748" y="17972"/>
                </a:lnTo>
                <a:lnTo>
                  <a:pt x="18924" y="18112"/>
                </a:lnTo>
                <a:lnTo>
                  <a:pt x="19150" y="18300"/>
                </a:lnTo>
                <a:lnTo>
                  <a:pt x="19338" y="18440"/>
                </a:lnTo>
                <a:lnTo>
                  <a:pt x="19526" y="18628"/>
                </a:lnTo>
                <a:lnTo>
                  <a:pt x="19664" y="18722"/>
                </a:lnTo>
                <a:lnTo>
                  <a:pt x="19840" y="18863"/>
                </a:lnTo>
                <a:lnTo>
                  <a:pt x="20029" y="19051"/>
                </a:lnTo>
              </a:path>
            </a:pathLst>
          </a:custGeom>
          <a:ln w="17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8080973" y="3183717"/>
            <a:ext cx="20016" cy="13231"/>
          </a:xfrm>
          <a:custGeom>
            <a:avLst/>
            <a:gdLst/>
            <a:ahLst/>
            <a:cxnLst/>
            <a:rect l="l" t="t" r="r" b="b"/>
            <a:pathLst>
              <a:path w="20016" h="13231">
                <a:moveTo>
                  <a:pt x="0" y="0"/>
                </a:moveTo>
                <a:lnTo>
                  <a:pt x="138" y="46"/>
                </a:lnTo>
                <a:lnTo>
                  <a:pt x="313" y="234"/>
                </a:lnTo>
                <a:lnTo>
                  <a:pt x="502" y="374"/>
                </a:lnTo>
                <a:lnTo>
                  <a:pt x="640" y="468"/>
                </a:lnTo>
                <a:lnTo>
                  <a:pt x="816" y="610"/>
                </a:lnTo>
                <a:lnTo>
                  <a:pt x="1004" y="796"/>
                </a:lnTo>
                <a:lnTo>
                  <a:pt x="1142" y="844"/>
                </a:lnTo>
                <a:lnTo>
                  <a:pt x="1318" y="1032"/>
                </a:lnTo>
                <a:lnTo>
                  <a:pt x="1506" y="1172"/>
                </a:lnTo>
                <a:lnTo>
                  <a:pt x="1645" y="1266"/>
                </a:lnTo>
                <a:lnTo>
                  <a:pt x="1820" y="1407"/>
                </a:lnTo>
                <a:lnTo>
                  <a:pt x="2009" y="1595"/>
                </a:lnTo>
                <a:lnTo>
                  <a:pt x="2147" y="1641"/>
                </a:lnTo>
                <a:lnTo>
                  <a:pt x="2323" y="1829"/>
                </a:lnTo>
                <a:lnTo>
                  <a:pt x="2511" y="1971"/>
                </a:lnTo>
                <a:lnTo>
                  <a:pt x="2649" y="2063"/>
                </a:lnTo>
                <a:lnTo>
                  <a:pt x="2825" y="2205"/>
                </a:lnTo>
                <a:lnTo>
                  <a:pt x="3013" y="2345"/>
                </a:lnTo>
                <a:lnTo>
                  <a:pt x="3151" y="2439"/>
                </a:lnTo>
                <a:lnTo>
                  <a:pt x="3327" y="2580"/>
                </a:lnTo>
                <a:lnTo>
                  <a:pt x="3516" y="2721"/>
                </a:lnTo>
                <a:lnTo>
                  <a:pt x="3654" y="2815"/>
                </a:lnTo>
                <a:lnTo>
                  <a:pt x="3830" y="2956"/>
                </a:lnTo>
                <a:lnTo>
                  <a:pt x="4018" y="3096"/>
                </a:lnTo>
                <a:lnTo>
                  <a:pt x="4156" y="3190"/>
                </a:lnTo>
                <a:lnTo>
                  <a:pt x="4332" y="3330"/>
                </a:lnTo>
                <a:lnTo>
                  <a:pt x="4520" y="3472"/>
                </a:lnTo>
                <a:lnTo>
                  <a:pt x="4658" y="3566"/>
                </a:lnTo>
                <a:lnTo>
                  <a:pt x="4834" y="3706"/>
                </a:lnTo>
                <a:lnTo>
                  <a:pt x="5022" y="3847"/>
                </a:lnTo>
                <a:lnTo>
                  <a:pt x="5161" y="3941"/>
                </a:lnTo>
                <a:lnTo>
                  <a:pt x="5336" y="4082"/>
                </a:lnTo>
                <a:lnTo>
                  <a:pt x="5525" y="4222"/>
                </a:lnTo>
                <a:lnTo>
                  <a:pt x="5663" y="4316"/>
                </a:lnTo>
                <a:lnTo>
                  <a:pt x="5851" y="4457"/>
                </a:lnTo>
                <a:lnTo>
                  <a:pt x="6027" y="4597"/>
                </a:lnTo>
                <a:lnTo>
                  <a:pt x="6165" y="4691"/>
                </a:lnTo>
                <a:lnTo>
                  <a:pt x="6354" y="4833"/>
                </a:lnTo>
                <a:lnTo>
                  <a:pt x="6529" y="4973"/>
                </a:lnTo>
                <a:lnTo>
                  <a:pt x="6667" y="5019"/>
                </a:lnTo>
                <a:lnTo>
                  <a:pt x="6856" y="5161"/>
                </a:lnTo>
                <a:lnTo>
                  <a:pt x="7032" y="5301"/>
                </a:lnTo>
                <a:lnTo>
                  <a:pt x="7170" y="5395"/>
                </a:lnTo>
                <a:lnTo>
                  <a:pt x="7358" y="5536"/>
                </a:lnTo>
                <a:lnTo>
                  <a:pt x="7534" y="5677"/>
                </a:lnTo>
                <a:lnTo>
                  <a:pt x="7672" y="5724"/>
                </a:lnTo>
                <a:lnTo>
                  <a:pt x="7860" y="5864"/>
                </a:lnTo>
                <a:lnTo>
                  <a:pt x="8036" y="6006"/>
                </a:lnTo>
                <a:lnTo>
                  <a:pt x="8174" y="6100"/>
                </a:lnTo>
                <a:lnTo>
                  <a:pt x="8363" y="6240"/>
                </a:lnTo>
                <a:lnTo>
                  <a:pt x="8539" y="6380"/>
                </a:lnTo>
                <a:lnTo>
                  <a:pt x="8677" y="6428"/>
                </a:lnTo>
                <a:lnTo>
                  <a:pt x="8865" y="6568"/>
                </a:lnTo>
                <a:lnTo>
                  <a:pt x="9041" y="6709"/>
                </a:lnTo>
                <a:lnTo>
                  <a:pt x="9179" y="6756"/>
                </a:lnTo>
                <a:lnTo>
                  <a:pt x="9367" y="6897"/>
                </a:lnTo>
                <a:lnTo>
                  <a:pt x="9543" y="7038"/>
                </a:lnTo>
                <a:lnTo>
                  <a:pt x="9681" y="7131"/>
                </a:lnTo>
                <a:lnTo>
                  <a:pt x="9870" y="7225"/>
                </a:lnTo>
                <a:lnTo>
                  <a:pt x="10045" y="7367"/>
                </a:lnTo>
                <a:lnTo>
                  <a:pt x="10184" y="7461"/>
                </a:lnTo>
                <a:lnTo>
                  <a:pt x="10372" y="7601"/>
                </a:lnTo>
                <a:lnTo>
                  <a:pt x="10548" y="7695"/>
                </a:lnTo>
                <a:lnTo>
                  <a:pt x="10686" y="7789"/>
                </a:lnTo>
                <a:lnTo>
                  <a:pt x="10874" y="7929"/>
                </a:lnTo>
                <a:lnTo>
                  <a:pt x="11050" y="8023"/>
                </a:lnTo>
                <a:lnTo>
                  <a:pt x="11188" y="8117"/>
                </a:lnTo>
                <a:lnTo>
                  <a:pt x="11377" y="8211"/>
                </a:lnTo>
                <a:lnTo>
                  <a:pt x="11552" y="8351"/>
                </a:lnTo>
                <a:lnTo>
                  <a:pt x="11690" y="8445"/>
                </a:lnTo>
                <a:lnTo>
                  <a:pt x="11879" y="8539"/>
                </a:lnTo>
                <a:lnTo>
                  <a:pt x="12067" y="8680"/>
                </a:lnTo>
                <a:lnTo>
                  <a:pt x="12293" y="8820"/>
                </a:lnTo>
                <a:lnTo>
                  <a:pt x="12469" y="8914"/>
                </a:lnTo>
                <a:lnTo>
                  <a:pt x="12695" y="9056"/>
                </a:lnTo>
                <a:lnTo>
                  <a:pt x="12883" y="9196"/>
                </a:lnTo>
                <a:lnTo>
                  <a:pt x="13072" y="9290"/>
                </a:lnTo>
                <a:lnTo>
                  <a:pt x="13210" y="9384"/>
                </a:lnTo>
                <a:lnTo>
                  <a:pt x="13386" y="9478"/>
                </a:lnTo>
                <a:lnTo>
                  <a:pt x="13574" y="9618"/>
                </a:lnTo>
                <a:lnTo>
                  <a:pt x="13712" y="9665"/>
                </a:lnTo>
                <a:lnTo>
                  <a:pt x="13888" y="9806"/>
                </a:lnTo>
                <a:lnTo>
                  <a:pt x="14076" y="9900"/>
                </a:lnTo>
                <a:lnTo>
                  <a:pt x="14215" y="9994"/>
                </a:lnTo>
                <a:lnTo>
                  <a:pt x="14390" y="10087"/>
                </a:lnTo>
                <a:lnTo>
                  <a:pt x="14579" y="10229"/>
                </a:lnTo>
                <a:lnTo>
                  <a:pt x="14717" y="10275"/>
                </a:lnTo>
                <a:lnTo>
                  <a:pt x="14893" y="10417"/>
                </a:lnTo>
                <a:lnTo>
                  <a:pt x="15081" y="10509"/>
                </a:lnTo>
                <a:lnTo>
                  <a:pt x="15219" y="10557"/>
                </a:lnTo>
                <a:lnTo>
                  <a:pt x="15395" y="10697"/>
                </a:lnTo>
                <a:lnTo>
                  <a:pt x="15583" y="10791"/>
                </a:lnTo>
                <a:lnTo>
                  <a:pt x="15721" y="10885"/>
                </a:lnTo>
                <a:lnTo>
                  <a:pt x="15897" y="10979"/>
                </a:lnTo>
                <a:lnTo>
                  <a:pt x="16086" y="11120"/>
                </a:lnTo>
                <a:lnTo>
                  <a:pt x="16224" y="11167"/>
                </a:lnTo>
                <a:lnTo>
                  <a:pt x="16400" y="11261"/>
                </a:lnTo>
                <a:lnTo>
                  <a:pt x="16588" y="11402"/>
                </a:lnTo>
                <a:lnTo>
                  <a:pt x="16726" y="11448"/>
                </a:lnTo>
                <a:lnTo>
                  <a:pt x="16902" y="11542"/>
                </a:lnTo>
                <a:lnTo>
                  <a:pt x="17090" y="11684"/>
                </a:lnTo>
                <a:lnTo>
                  <a:pt x="17228" y="11730"/>
                </a:lnTo>
                <a:lnTo>
                  <a:pt x="17404" y="11824"/>
                </a:lnTo>
                <a:lnTo>
                  <a:pt x="17592" y="11964"/>
                </a:lnTo>
                <a:lnTo>
                  <a:pt x="17731" y="12012"/>
                </a:lnTo>
                <a:lnTo>
                  <a:pt x="17906" y="12106"/>
                </a:lnTo>
                <a:lnTo>
                  <a:pt x="18095" y="12246"/>
                </a:lnTo>
                <a:lnTo>
                  <a:pt x="18233" y="12293"/>
                </a:lnTo>
                <a:lnTo>
                  <a:pt x="18409" y="12387"/>
                </a:lnTo>
                <a:lnTo>
                  <a:pt x="18597" y="12480"/>
                </a:lnTo>
                <a:lnTo>
                  <a:pt x="18735" y="12528"/>
                </a:lnTo>
                <a:lnTo>
                  <a:pt x="18911" y="12668"/>
                </a:lnTo>
                <a:lnTo>
                  <a:pt x="19099" y="12762"/>
                </a:lnTo>
                <a:lnTo>
                  <a:pt x="19237" y="12809"/>
                </a:lnTo>
                <a:lnTo>
                  <a:pt x="19426" y="12903"/>
                </a:lnTo>
                <a:lnTo>
                  <a:pt x="19602" y="13043"/>
                </a:lnTo>
                <a:lnTo>
                  <a:pt x="19740" y="13091"/>
                </a:lnTo>
                <a:lnTo>
                  <a:pt x="19928" y="13185"/>
                </a:lnTo>
              </a:path>
            </a:pathLst>
          </a:custGeom>
          <a:ln w="17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8100989" y="3196948"/>
            <a:ext cx="20016" cy="7273"/>
          </a:xfrm>
          <a:custGeom>
            <a:avLst/>
            <a:gdLst/>
            <a:ahLst/>
            <a:cxnLst/>
            <a:rect l="l" t="t" r="r" b="b"/>
            <a:pathLst>
              <a:path w="20016" h="7273">
                <a:moveTo>
                  <a:pt x="0" y="0"/>
                </a:moveTo>
                <a:lnTo>
                  <a:pt x="226" y="93"/>
                </a:lnTo>
                <a:lnTo>
                  <a:pt x="414" y="187"/>
                </a:lnTo>
                <a:lnTo>
                  <a:pt x="590" y="328"/>
                </a:lnTo>
                <a:lnTo>
                  <a:pt x="728" y="375"/>
                </a:lnTo>
                <a:lnTo>
                  <a:pt x="916" y="469"/>
                </a:lnTo>
                <a:lnTo>
                  <a:pt x="1092" y="563"/>
                </a:lnTo>
                <a:lnTo>
                  <a:pt x="1230" y="610"/>
                </a:lnTo>
                <a:lnTo>
                  <a:pt x="1418" y="704"/>
                </a:lnTo>
                <a:lnTo>
                  <a:pt x="1594" y="798"/>
                </a:lnTo>
                <a:lnTo>
                  <a:pt x="1732" y="844"/>
                </a:lnTo>
                <a:lnTo>
                  <a:pt x="1921" y="938"/>
                </a:lnTo>
                <a:lnTo>
                  <a:pt x="2097" y="1078"/>
                </a:lnTo>
                <a:lnTo>
                  <a:pt x="2235" y="1126"/>
                </a:lnTo>
                <a:lnTo>
                  <a:pt x="2423" y="1220"/>
                </a:lnTo>
                <a:lnTo>
                  <a:pt x="2599" y="1314"/>
                </a:lnTo>
                <a:lnTo>
                  <a:pt x="2737" y="1360"/>
                </a:lnTo>
                <a:lnTo>
                  <a:pt x="2925" y="1454"/>
                </a:lnTo>
                <a:lnTo>
                  <a:pt x="3101" y="1548"/>
                </a:lnTo>
                <a:lnTo>
                  <a:pt x="3239" y="1595"/>
                </a:lnTo>
                <a:lnTo>
                  <a:pt x="3428" y="1689"/>
                </a:lnTo>
                <a:lnTo>
                  <a:pt x="3603" y="1783"/>
                </a:lnTo>
                <a:lnTo>
                  <a:pt x="3742" y="1830"/>
                </a:lnTo>
                <a:lnTo>
                  <a:pt x="3930" y="1923"/>
                </a:lnTo>
                <a:lnTo>
                  <a:pt x="4106" y="2017"/>
                </a:lnTo>
                <a:lnTo>
                  <a:pt x="4244" y="2017"/>
                </a:lnTo>
                <a:lnTo>
                  <a:pt x="4432" y="2111"/>
                </a:lnTo>
                <a:lnTo>
                  <a:pt x="4608" y="2205"/>
                </a:lnTo>
                <a:lnTo>
                  <a:pt x="4746" y="2253"/>
                </a:lnTo>
                <a:lnTo>
                  <a:pt x="4935" y="2345"/>
                </a:lnTo>
                <a:lnTo>
                  <a:pt x="5110" y="2439"/>
                </a:lnTo>
                <a:lnTo>
                  <a:pt x="5249" y="2487"/>
                </a:lnTo>
                <a:lnTo>
                  <a:pt x="5437" y="2581"/>
                </a:lnTo>
                <a:lnTo>
                  <a:pt x="5625" y="2675"/>
                </a:lnTo>
                <a:lnTo>
                  <a:pt x="5851" y="2768"/>
                </a:lnTo>
                <a:lnTo>
                  <a:pt x="6027" y="2815"/>
                </a:lnTo>
                <a:lnTo>
                  <a:pt x="6253" y="2909"/>
                </a:lnTo>
                <a:lnTo>
                  <a:pt x="6441" y="3003"/>
                </a:lnTo>
                <a:lnTo>
                  <a:pt x="6630" y="3097"/>
                </a:lnTo>
                <a:lnTo>
                  <a:pt x="6768" y="3144"/>
                </a:lnTo>
                <a:lnTo>
                  <a:pt x="6944" y="3190"/>
                </a:lnTo>
                <a:lnTo>
                  <a:pt x="7132" y="3284"/>
                </a:lnTo>
                <a:lnTo>
                  <a:pt x="7270" y="3332"/>
                </a:lnTo>
                <a:lnTo>
                  <a:pt x="7446" y="3426"/>
                </a:lnTo>
                <a:lnTo>
                  <a:pt x="7634" y="3472"/>
                </a:lnTo>
                <a:lnTo>
                  <a:pt x="7773" y="3520"/>
                </a:lnTo>
                <a:lnTo>
                  <a:pt x="7948" y="3612"/>
                </a:lnTo>
                <a:lnTo>
                  <a:pt x="8137" y="3706"/>
                </a:lnTo>
                <a:lnTo>
                  <a:pt x="8275" y="3754"/>
                </a:lnTo>
                <a:lnTo>
                  <a:pt x="8451" y="3800"/>
                </a:lnTo>
                <a:lnTo>
                  <a:pt x="8639" y="3894"/>
                </a:lnTo>
                <a:lnTo>
                  <a:pt x="8777" y="3942"/>
                </a:lnTo>
                <a:lnTo>
                  <a:pt x="8953" y="3988"/>
                </a:lnTo>
                <a:lnTo>
                  <a:pt x="9141" y="4082"/>
                </a:lnTo>
                <a:lnTo>
                  <a:pt x="9279" y="4129"/>
                </a:lnTo>
                <a:lnTo>
                  <a:pt x="9455" y="4176"/>
                </a:lnTo>
                <a:lnTo>
                  <a:pt x="9644" y="4270"/>
                </a:lnTo>
                <a:lnTo>
                  <a:pt x="9782" y="4316"/>
                </a:lnTo>
                <a:lnTo>
                  <a:pt x="9958" y="4364"/>
                </a:lnTo>
                <a:lnTo>
                  <a:pt x="10146" y="4457"/>
                </a:lnTo>
                <a:lnTo>
                  <a:pt x="10284" y="4504"/>
                </a:lnTo>
                <a:lnTo>
                  <a:pt x="10460" y="4551"/>
                </a:lnTo>
                <a:lnTo>
                  <a:pt x="10648" y="4645"/>
                </a:lnTo>
                <a:lnTo>
                  <a:pt x="10786" y="4645"/>
                </a:lnTo>
                <a:lnTo>
                  <a:pt x="10962" y="4739"/>
                </a:lnTo>
                <a:lnTo>
                  <a:pt x="11150" y="4786"/>
                </a:lnTo>
                <a:lnTo>
                  <a:pt x="11289" y="4833"/>
                </a:lnTo>
                <a:lnTo>
                  <a:pt x="11464" y="4927"/>
                </a:lnTo>
                <a:lnTo>
                  <a:pt x="11653" y="4973"/>
                </a:lnTo>
                <a:lnTo>
                  <a:pt x="11791" y="5021"/>
                </a:lnTo>
                <a:lnTo>
                  <a:pt x="11967" y="5067"/>
                </a:lnTo>
                <a:lnTo>
                  <a:pt x="12155" y="5161"/>
                </a:lnTo>
                <a:lnTo>
                  <a:pt x="12293" y="5161"/>
                </a:lnTo>
                <a:lnTo>
                  <a:pt x="12469" y="5255"/>
                </a:lnTo>
                <a:lnTo>
                  <a:pt x="12657" y="5301"/>
                </a:lnTo>
                <a:lnTo>
                  <a:pt x="12796" y="5349"/>
                </a:lnTo>
                <a:lnTo>
                  <a:pt x="12984" y="5395"/>
                </a:lnTo>
                <a:lnTo>
                  <a:pt x="13160" y="5489"/>
                </a:lnTo>
                <a:lnTo>
                  <a:pt x="13298" y="5489"/>
                </a:lnTo>
                <a:lnTo>
                  <a:pt x="13486" y="5583"/>
                </a:lnTo>
                <a:lnTo>
                  <a:pt x="13662" y="5631"/>
                </a:lnTo>
                <a:lnTo>
                  <a:pt x="13800" y="5677"/>
                </a:lnTo>
                <a:lnTo>
                  <a:pt x="13988" y="5724"/>
                </a:lnTo>
                <a:lnTo>
                  <a:pt x="14164" y="5771"/>
                </a:lnTo>
                <a:lnTo>
                  <a:pt x="14302" y="5818"/>
                </a:lnTo>
                <a:lnTo>
                  <a:pt x="14491" y="5865"/>
                </a:lnTo>
                <a:lnTo>
                  <a:pt x="14667" y="5912"/>
                </a:lnTo>
                <a:lnTo>
                  <a:pt x="14805" y="5959"/>
                </a:lnTo>
                <a:lnTo>
                  <a:pt x="14993" y="6006"/>
                </a:lnTo>
                <a:lnTo>
                  <a:pt x="15169" y="6053"/>
                </a:lnTo>
                <a:lnTo>
                  <a:pt x="15307" y="6100"/>
                </a:lnTo>
                <a:lnTo>
                  <a:pt x="15495" y="6146"/>
                </a:lnTo>
                <a:lnTo>
                  <a:pt x="15671" y="6194"/>
                </a:lnTo>
                <a:lnTo>
                  <a:pt x="15809" y="6240"/>
                </a:lnTo>
                <a:lnTo>
                  <a:pt x="15998" y="6288"/>
                </a:lnTo>
                <a:lnTo>
                  <a:pt x="16173" y="6334"/>
                </a:lnTo>
                <a:lnTo>
                  <a:pt x="16312" y="6382"/>
                </a:lnTo>
                <a:lnTo>
                  <a:pt x="16500" y="6428"/>
                </a:lnTo>
                <a:lnTo>
                  <a:pt x="16676" y="6476"/>
                </a:lnTo>
                <a:lnTo>
                  <a:pt x="16814" y="6522"/>
                </a:lnTo>
                <a:lnTo>
                  <a:pt x="17002" y="6568"/>
                </a:lnTo>
                <a:lnTo>
                  <a:pt x="17178" y="6616"/>
                </a:lnTo>
                <a:lnTo>
                  <a:pt x="17316" y="6662"/>
                </a:lnTo>
                <a:lnTo>
                  <a:pt x="17505" y="6710"/>
                </a:lnTo>
                <a:lnTo>
                  <a:pt x="17680" y="6756"/>
                </a:lnTo>
                <a:lnTo>
                  <a:pt x="17818" y="6756"/>
                </a:lnTo>
                <a:lnTo>
                  <a:pt x="18007" y="6804"/>
                </a:lnTo>
                <a:lnTo>
                  <a:pt x="18183" y="6850"/>
                </a:lnTo>
                <a:lnTo>
                  <a:pt x="18321" y="6898"/>
                </a:lnTo>
                <a:lnTo>
                  <a:pt x="18509" y="6944"/>
                </a:lnTo>
                <a:lnTo>
                  <a:pt x="18685" y="6991"/>
                </a:lnTo>
                <a:lnTo>
                  <a:pt x="18823" y="6991"/>
                </a:lnTo>
                <a:lnTo>
                  <a:pt x="19011" y="7038"/>
                </a:lnTo>
                <a:lnTo>
                  <a:pt x="19200" y="7085"/>
                </a:lnTo>
                <a:lnTo>
                  <a:pt x="19426" y="7132"/>
                </a:lnTo>
                <a:lnTo>
                  <a:pt x="19602" y="7179"/>
                </a:lnTo>
                <a:lnTo>
                  <a:pt x="19828" y="7226"/>
                </a:lnTo>
                <a:lnTo>
                  <a:pt x="20016" y="7273"/>
                </a:lnTo>
              </a:path>
            </a:pathLst>
          </a:custGeom>
          <a:ln w="17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8121006" y="3204221"/>
            <a:ext cx="20016" cy="1454"/>
          </a:xfrm>
          <a:custGeom>
            <a:avLst/>
            <a:gdLst/>
            <a:ahLst/>
            <a:cxnLst/>
            <a:rect l="l" t="t" r="r" b="b"/>
            <a:pathLst>
              <a:path w="20016" h="1454">
                <a:moveTo>
                  <a:pt x="0" y="0"/>
                </a:moveTo>
                <a:lnTo>
                  <a:pt x="188" y="47"/>
                </a:lnTo>
                <a:lnTo>
                  <a:pt x="326" y="47"/>
                </a:lnTo>
                <a:lnTo>
                  <a:pt x="502" y="93"/>
                </a:lnTo>
                <a:lnTo>
                  <a:pt x="690" y="140"/>
                </a:lnTo>
                <a:lnTo>
                  <a:pt x="828" y="140"/>
                </a:lnTo>
                <a:lnTo>
                  <a:pt x="1004" y="187"/>
                </a:lnTo>
                <a:lnTo>
                  <a:pt x="1192" y="234"/>
                </a:lnTo>
                <a:lnTo>
                  <a:pt x="1331" y="281"/>
                </a:lnTo>
                <a:lnTo>
                  <a:pt x="1506" y="281"/>
                </a:lnTo>
                <a:lnTo>
                  <a:pt x="1695" y="328"/>
                </a:lnTo>
                <a:lnTo>
                  <a:pt x="1833" y="375"/>
                </a:lnTo>
                <a:lnTo>
                  <a:pt x="2009" y="375"/>
                </a:lnTo>
                <a:lnTo>
                  <a:pt x="2197" y="422"/>
                </a:lnTo>
                <a:lnTo>
                  <a:pt x="2335" y="422"/>
                </a:lnTo>
                <a:lnTo>
                  <a:pt x="2511" y="469"/>
                </a:lnTo>
                <a:lnTo>
                  <a:pt x="2699" y="516"/>
                </a:lnTo>
                <a:lnTo>
                  <a:pt x="2837" y="516"/>
                </a:lnTo>
                <a:lnTo>
                  <a:pt x="3013" y="562"/>
                </a:lnTo>
                <a:lnTo>
                  <a:pt x="3202" y="610"/>
                </a:lnTo>
                <a:lnTo>
                  <a:pt x="3340" y="610"/>
                </a:lnTo>
                <a:lnTo>
                  <a:pt x="3516" y="656"/>
                </a:lnTo>
                <a:lnTo>
                  <a:pt x="3704" y="656"/>
                </a:lnTo>
                <a:lnTo>
                  <a:pt x="3842" y="704"/>
                </a:lnTo>
                <a:lnTo>
                  <a:pt x="4018" y="704"/>
                </a:lnTo>
                <a:lnTo>
                  <a:pt x="4206" y="750"/>
                </a:lnTo>
                <a:lnTo>
                  <a:pt x="4344" y="750"/>
                </a:lnTo>
                <a:lnTo>
                  <a:pt x="4520" y="798"/>
                </a:lnTo>
                <a:lnTo>
                  <a:pt x="4709" y="844"/>
                </a:lnTo>
                <a:lnTo>
                  <a:pt x="4847" y="844"/>
                </a:lnTo>
                <a:lnTo>
                  <a:pt x="5022" y="844"/>
                </a:lnTo>
                <a:lnTo>
                  <a:pt x="5211" y="892"/>
                </a:lnTo>
                <a:lnTo>
                  <a:pt x="5349" y="892"/>
                </a:lnTo>
                <a:lnTo>
                  <a:pt x="5525" y="938"/>
                </a:lnTo>
                <a:lnTo>
                  <a:pt x="5713" y="938"/>
                </a:lnTo>
                <a:lnTo>
                  <a:pt x="5851" y="984"/>
                </a:lnTo>
                <a:lnTo>
                  <a:pt x="6027" y="984"/>
                </a:lnTo>
                <a:lnTo>
                  <a:pt x="6215" y="1032"/>
                </a:lnTo>
                <a:lnTo>
                  <a:pt x="6354" y="1032"/>
                </a:lnTo>
                <a:lnTo>
                  <a:pt x="6529" y="1032"/>
                </a:lnTo>
                <a:lnTo>
                  <a:pt x="6718" y="1078"/>
                </a:lnTo>
                <a:lnTo>
                  <a:pt x="6856" y="1078"/>
                </a:lnTo>
                <a:lnTo>
                  <a:pt x="7044" y="1126"/>
                </a:lnTo>
                <a:lnTo>
                  <a:pt x="7220" y="1126"/>
                </a:lnTo>
                <a:lnTo>
                  <a:pt x="7358" y="1126"/>
                </a:lnTo>
                <a:lnTo>
                  <a:pt x="7547" y="1172"/>
                </a:lnTo>
                <a:lnTo>
                  <a:pt x="7722" y="1172"/>
                </a:lnTo>
                <a:lnTo>
                  <a:pt x="7860" y="1172"/>
                </a:lnTo>
                <a:lnTo>
                  <a:pt x="8049" y="1220"/>
                </a:lnTo>
                <a:lnTo>
                  <a:pt x="8225" y="1220"/>
                </a:lnTo>
                <a:lnTo>
                  <a:pt x="8363" y="1220"/>
                </a:lnTo>
                <a:lnTo>
                  <a:pt x="8551" y="1220"/>
                </a:lnTo>
                <a:lnTo>
                  <a:pt x="8727" y="1266"/>
                </a:lnTo>
                <a:lnTo>
                  <a:pt x="8865" y="1266"/>
                </a:lnTo>
                <a:lnTo>
                  <a:pt x="9053" y="1266"/>
                </a:lnTo>
                <a:lnTo>
                  <a:pt x="9229" y="1314"/>
                </a:lnTo>
                <a:lnTo>
                  <a:pt x="9367" y="1314"/>
                </a:lnTo>
                <a:lnTo>
                  <a:pt x="9556" y="1314"/>
                </a:lnTo>
                <a:lnTo>
                  <a:pt x="9732" y="1314"/>
                </a:lnTo>
                <a:lnTo>
                  <a:pt x="9870" y="1314"/>
                </a:lnTo>
                <a:lnTo>
                  <a:pt x="10058" y="1360"/>
                </a:lnTo>
                <a:lnTo>
                  <a:pt x="10234" y="1360"/>
                </a:lnTo>
                <a:lnTo>
                  <a:pt x="10372" y="1360"/>
                </a:lnTo>
                <a:lnTo>
                  <a:pt x="10560" y="1360"/>
                </a:lnTo>
                <a:lnTo>
                  <a:pt x="10736" y="1360"/>
                </a:lnTo>
                <a:lnTo>
                  <a:pt x="10874" y="1407"/>
                </a:lnTo>
                <a:lnTo>
                  <a:pt x="11063" y="1407"/>
                </a:lnTo>
                <a:lnTo>
                  <a:pt x="11238" y="1407"/>
                </a:lnTo>
                <a:lnTo>
                  <a:pt x="11377" y="1407"/>
                </a:lnTo>
                <a:lnTo>
                  <a:pt x="11565" y="1407"/>
                </a:lnTo>
                <a:lnTo>
                  <a:pt x="11741" y="1407"/>
                </a:lnTo>
                <a:lnTo>
                  <a:pt x="11879" y="1407"/>
                </a:lnTo>
                <a:lnTo>
                  <a:pt x="12067" y="1454"/>
                </a:lnTo>
                <a:lnTo>
                  <a:pt x="12243" y="1454"/>
                </a:lnTo>
                <a:lnTo>
                  <a:pt x="12381" y="1454"/>
                </a:lnTo>
                <a:lnTo>
                  <a:pt x="12569" y="1454"/>
                </a:lnTo>
                <a:lnTo>
                  <a:pt x="12758" y="1454"/>
                </a:lnTo>
                <a:lnTo>
                  <a:pt x="12984" y="1454"/>
                </a:lnTo>
                <a:lnTo>
                  <a:pt x="13160" y="1454"/>
                </a:lnTo>
                <a:lnTo>
                  <a:pt x="13386" y="1454"/>
                </a:lnTo>
                <a:lnTo>
                  <a:pt x="13574" y="1454"/>
                </a:lnTo>
                <a:lnTo>
                  <a:pt x="13762" y="1454"/>
                </a:lnTo>
                <a:lnTo>
                  <a:pt x="13988" y="1454"/>
                </a:lnTo>
                <a:lnTo>
                  <a:pt x="14164" y="1454"/>
                </a:lnTo>
                <a:lnTo>
                  <a:pt x="14403" y="1454"/>
                </a:lnTo>
                <a:lnTo>
                  <a:pt x="14579" y="1454"/>
                </a:lnTo>
                <a:lnTo>
                  <a:pt x="14767" y="1454"/>
                </a:lnTo>
                <a:lnTo>
                  <a:pt x="14905" y="1454"/>
                </a:lnTo>
                <a:lnTo>
                  <a:pt x="15081" y="1454"/>
                </a:lnTo>
                <a:lnTo>
                  <a:pt x="15269" y="1454"/>
                </a:lnTo>
                <a:lnTo>
                  <a:pt x="15407" y="1454"/>
                </a:lnTo>
                <a:lnTo>
                  <a:pt x="15583" y="1407"/>
                </a:lnTo>
                <a:lnTo>
                  <a:pt x="15772" y="1407"/>
                </a:lnTo>
                <a:lnTo>
                  <a:pt x="15910" y="1407"/>
                </a:lnTo>
                <a:lnTo>
                  <a:pt x="16086" y="1407"/>
                </a:lnTo>
                <a:lnTo>
                  <a:pt x="16274" y="1407"/>
                </a:lnTo>
                <a:lnTo>
                  <a:pt x="16412" y="1407"/>
                </a:lnTo>
                <a:lnTo>
                  <a:pt x="16588" y="1407"/>
                </a:lnTo>
                <a:lnTo>
                  <a:pt x="16776" y="1407"/>
                </a:lnTo>
                <a:lnTo>
                  <a:pt x="16914" y="1360"/>
                </a:lnTo>
                <a:lnTo>
                  <a:pt x="17090" y="1360"/>
                </a:lnTo>
                <a:lnTo>
                  <a:pt x="17279" y="1360"/>
                </a:lnTo>
                <a:lnTo>
                  <a:pt x="17417" y="1360"/>
                </a:lnTo>
                <a:lnTo>
                  <a:pt x="17592" y="1360"/>
                </a:lnTo>
                <a:lnTo>
                  <a:pt x="17781" y="1314"/>
                </a:lnTo>
                <a:lnTo>
                  <a:pt x="17919" y="1314"/>
                </a:lnTo>
                <a:lnTo>
                  <a:pt x="18095" y="1314"/>
                </a:lnTo>
                <a:lnTo>
                  <a:pt x="18283" y="1314"/>
                </a:lnTo>
                <a:lnTo>
                  <a:pt x="18421" y="1314"/>
                </a:lnTo>
                <a:lnTo>
                  <a:pt x="18597" y="1266"/>
                </a:lnTo>
                <a:lnTo>
                  <a:pt x="18785" y="1266"/>
                </a:lnTo>
                <a:lnTo>
                  <a:pt x="18924" y="1266"/>
                </a:lnTo>
                <a:lnTo>
                  <a:pt x="19099" y="1220"/>
                </a:lnTo>
                <a:lnTo>
                  <a:pt x="19288" y="1220"/>
                </a:lnTo>
                <a:lnTo>
                  <a:pt x="19426" y="1220"/>
                </a:lnTo>
                <a:lnTo>
                  <a:pt x="19602" y="1172"/>
                </a:lnTo>
                <a:lnTo>
                  <a:pt x="19790" y="1172"/>
                </a:lnTo>
                <a:lnTo>
                  <a:pt x="19928" y="1172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8141022" y="3200421"/>
            <a:ext cx="20016" cy="4973"/>
          </a:xfrm>
          <a:custGeom>
            <a:avLst/>
            <a:gdLst/>
            <a:ahLst/>
            <a:cxnLst/>
            <a:rect l="l" t="t" r="r" b="b"/>
            <a:pathLst>
              <a:path w="20016" h="4973">
                <a:moveTo>
                  <a:pt x="0" y="4973"/>
                </a:moveTo>
                <a:lnTo>
                  <a:pt x="188" y="4927"/>
                </a:lnTo>
                <a:lnTo>
                  <a:pt x="414" y="4927"/>
                </a:lnTo>
                <a:lnTo>
                  <a:pt x="602" y="4879"/>
                </a:lnTo>
                <a:lnTo>
                  <a:pt x="778" y="4879"/>
                </a:lnTo>
                <a:lnTo>
                  <a:pt x="916" y="4879"/>
                </a:lnTo>
                <a:lnTo>
                  <a:pt x="1105" y="4833"/>
                </a:lnTo>
                <a:lnTo>
                  <a:pt x="1280" y="4833"/>
                </a:lnTo>
                <a:lnTo>
                  <a:pt x="1418" y="4833"/>
                </a:lnTo>
                <a:lnTo>
                  <a:pt x="1607" y="4785"/>
                </a:lnTo>
                <a:lnTo>
                  <a:pt x="1783" y="4785"/>
                </a:lnTo>
                <a:lnTo>
                  <a:pt x="1921" y="4739"/>
                </a:lnTo>
                <a:lnTo>
                  <a:pt x="2109" y="4739"/>
                </a:lnTo>
                <a:lnTo>
                  <a:pt x="2285" y="4692"/>
                </a:lnTo>
                <a:lnTo>
                  <a:pt x="2423" y="4692"/>
                </a:lnTo>
                <a:lnTo>
                  <a:pt x="2611" y="4645"/>
                </a:lnTo>
                <a:lnTo>
                  <a:pt x="2787" y="4645"/>
                </a:lnTo>
                <a:lnTo>
                  <a:pt x="2925" y="4598"/>
                </a:lnTo>
                <a:lnTo>
                  <a:pt x="3114" y="4598"/>
                </a:lnTo>
                <a:lnTo>
                  <a:pt x="3290" y="4551"/>
                </a:lnTo>
                <a:lnTo>
                  <a:pt x="3428" y="4551"/>
                </a:lnTo>
                <a:lnTo>
                  <a:pt x="3616" y="4504"/>
                </a:lnTo>
                <a:lnTo>
                  <a:pt x="3792" y="4504"/>
                </a:lnTo>
                <a:lnTo>
                  <a:pt x="3930" y="4457"/>
                </a:lnTo>
                <a:lnTo>
                  <a:pt x="4118" y="4457"/>
                </a:lnTo>
                <a:lnTo>
                  <a:pt x="4294" y="4410"/>
                </a:lnTo>
                <a:lnTo>
                  <a:pt x="4432" y="4410"/>
                </a:lnTo>
                <a:lnTo>
                  <a:pt x="4621" y="4363"/>
                </a:lnTo>
                <a:lnTo>
                  <a:pt x="4796" y="4316"/>
                </a:lnTo>
                <a:lnTo>
                  <a:pt x="4935" y="4316"/>
                </a:lnTo>
                <a:lnTo>
                  <a:pt x="5123" y="4270"/>
                </a:lnTo>
                <a:lnTo>
                  <a:pt x="5299" y="4222"/>
                </a:lnTo>
                <a:lnTo>
                  <a:pt x="5437" y="4222"/>
                </a:lnTo>
                <a:lnTo>
                  <a:pt x="5625" y="4176"/>
                </a:lnTo>
                <a:lnTo>
                  <a:pt x="5801" y="4128"/>
                </a:lnTo>
                <a:lnTo>
                  <a:pt x="5939" y="4128"/>
                </a:lnTo>
                <a:lnTo>
                  <a:pt x="6128" y="4082"/>
                </a:lnTo>
                <a:lnTo>
                  <a:pt x="6303" y="4035"/>
                </a:lnTo>
                <a:lnTo>
                  <a:pt x="6441" y="4035"/>
                </a:lnTo>
                <a:lnTo>
                  <a:pt x="6630" y="3988"/>
                </a:lnTo>
                <a:lnTo>
                  <a:pt x="6818" y="3941"/>
                </a:lnTo>
                <a:lnTo>
                  <a:pt x="7044" y="3894"/>
                </a:lnTo>
                <a:lnTo>
                  <a:pt x="7220" y="3848"/>
                </a:lnTo>
                <a:lnTo>
                  <a:pt x="7446" y="3848"/>
                </a:lnTo>
                <a:lnTo>
                  <a:pt x="7634" y="3800"/>
                </a:lnTo>
                <a:lnTo>
                  <a:pt x="7823" y="3754"/>
                </a:lnTo>
                <a:lnTo>
                  <a:pt x="7961" y="3706"/>
                </a:lnTo>
                <a:lnTo>
                  <a:pt x="8137" y="3660"/>
                </a:lnTo>
                <a:lnTo>
                  <a:pt x="8325" y="3612"/>
                </a:lnTo>
                <a:lnTo>
                  <a:pt x="8463" y="3612"/>
                </a:lnTo>
                <a:lnTo>
                  <a:pt x="8639" y="3566"/>
                </a:lnTo>
                <a:lnTo>
                  <a:pt x="8827" y="3518"/>
                </a:lnTo>
                <a:lnTo>
                  <a:pt x="8965" y="3518"/>
                </a:lnTo>
                <a:lnTo>
                  <a:pt x="9141" y="3472"/>
                </a:lnTo>
                <a:lnTo>
                  <a:pt x="9330" y="3426"/>
                </a:lnTo>
                <a:lnTo>
                  <a:pt x="9468" y="3378"/>
                </a:lnTo>
                <a:lnTo>
                  <a:pt x="9644" y="3332"/>
                </a:lnTo>
                <a:lnTo>
                  <a:pt x="9832" y="3284"/>
                </a:lnTo>
                <a:lnTo>
                  <a:pt x="9970" y="3238"/>
                </a:lnTo>
                <a:lnTo>
                  <a:pt x="10146" y="3190"/>
                </a:lnTo>
                <a:lnTo>
                  <a:pt x="10334" y="3144"/>
                </a:lnTo>
                <a:lnTo>
                  <a:pt x="10472" y="3144"/>
                </a:lnTo>
                <a:lnTo>
                  <a:pt x="10648" y="3096"/>
                </a:lnTo>
                <a:lnTo>
                  <a:pt x="10837" y="3003"/>
                </a:lnTo>
                <a:lnTo>
                  <a:pt x="10975" y="3003"/>
                </a:lnTo>
                <a:lnTo>
                  <a:pt x="11150" y="2956"/>
                </a:lnTo>
                <a:lnTo>
                  <a:pt x="11339" y="2909"/>
                </a:lnTo>
                <a:lnTo>
                  <a:pt x="11477" y="2862"/>
                </a:lnTo>
                <a:lnTo>
                  <a:pt x="11653" y="2815"/>
                </a:lnTo>
                <a:lnTo>
                  <a:pt x="11841" y="2768"/>
                </a:lnTo>
                <a:lnTo>
                  <a:pt x="11979" y="2721"/>
                </a:lnTo>
                <a:lnTo>
                  <a:pt x="12155" y="2674"/>
                </a:lnTo>
                <a:lnTo>
                  <a:pt x="12343" y="2627"/>
                </a:lnTo>
                <a:lnTo>
                  <a:pt x="12482" y="2581"/>
                </a:lnTo>
                <a:lnTo>
                  <a:pt x="12657" y="2533"/>
                </a:lnTo>
                <a:lnTo>
                  <a:pt x="12846" y="2487"/>
                </a:lnTo>
                <a:lnTo>
                  <a:pt x="12984" y="2439"/>
                </a:lnTo>
                <a:lnTo>
                  <a:pt x="13160" y="2393"/>
                </a:lnTo>
                <a:lnTo>
                  <a:pt x="13348" y="2299"/>
                </a:lnTo>
                <a:lnTo>
                  <a:pt x="13486" y="2299"/>
                </a:lnTo>
                <a:lnTo>
                  <a:pt x="13662" y="2251"/>
                </a:lnTo>
                <a:lnTo>
                  <a:pt x="13850" y="2159"/>
                </a:lnTo>
                <a:lnTo>
                  <a:pt x="13988" y="2159"/>
                </a:lnTo>
                <a:lnTo>
                  <a:pt x="14177" y="2065"/>
                </a:lnTo>
                <a:lnTo>
                  <a:pt x="14353" y="2017"/>
                </a:lnTo>
                <a:lnTo>
                  <a:pt x="14491" y="1971"/>
                </a:lnTo>
                <a:lnTo>
                  <a:pt x="14679" y="1923"/>
                </a:lnTo>
                <a:lnTo>
                  <a:pt x="14855" y="1829"/>
                </a:lnTo>
                <a:lnTo>
                  <a:pt x="14993" y="1829"/>
                </a:lnTo>
                <a:lnTo>
                  <a:pt x="15181" y="1736"/>
                </a:lnTo>
                <a:lnTo>
                  <a:pt x="15357" y="1689"/>
                </a:lnTo>
                <a:lnTo>
                  <a:pt x="15495" y="1642"/>
                </a:lnTo>
                <a:lnTo>
                  <a:pt x="15684" y="1595"/>
                </a:lnTo>
                <a:lnTo>
                  <a:pt x="15860" y="1501"/>
                </a:lnTo>
                <a:lnTo>
                  <a:pt x="15998" y="1501"/>
                </a:lnTo>
                <a:lnTo>
                  <a:pt x="16186" y="1407"/>
                </a:lnTo>
                <a:lnTo>
                  <a:pt x="16362" y="1360"/>
                </a:lnTo>
                <a:lnTo>
                  <a:pt x="16500" y="1314"/>
                </a:lnTo>
                <a:lnTo>
                  <a:pt x="16688" y="1266"/>
                </a:lnTo>
                <a:lnTo>
                  <a:pt x="16914" y="1172"/>
                </a:lnTo>
                <a:lnTo>
                  <a:pt x="17090" y="1126"/>
                </a:lnTo>
                <a:lnTo>
                  <a:pt x="17279" y="1032"/>
                </a:lnTo>
                <a:lnTo>
                  <a:pt x="17417" y="984"/>
                </a:lnTo>
                <a:lnTo>
                  <a:pt x="17605" y="938"/>
                </a:lnTo>
                <a:lnTo>
                  <a:pt x="17781" y="844"/>
                </a:lnTo>
                <a:lnTo>
                  <a:pt x="17919" y="798"/>
                </a:lnTo>
                <a:lnTo>
                  <a:pt x="18107" y="750"/>
                </a:lnTo>
                <a:lnTo>
                  <a:pt x="18283" y="656"/>
                </a:lnTo>
                <a:lnTo>
                  <a:pt x="18421" y="610"/>
                </a:lnTo>
                <a:lnTo>
                  <a:pt x="18610" y="562"/>
                </a:lnTo>
                <a:lnTo>
                  <a:pt x="18785" y="469"/>
                </a:lnTo>
                <a:lnTo>
                  <a:pt x="18924" y="422"/>
                </a:lnTo>
                <a:lnTo>
                  <a:pt x="19112" y="375"/>
                </a:lnTo>
                <a:lnTo>
                  <a:pt x="19288" y="281"/>
                </a:lnTo>
                <a:lnTo>
                  <a:pt x="19426" y="234"/>
                </a:lnTo>
                <a:lnTo>
                  <a:pt x="19614" y="140"/>
                </a:lnTo>
                <a:lnTo>
                  <a:pt x="19790" y="93"/>
                </a:lnTo>
                <a:lnTo>
                  <a:pt x="19928" y="47"/>
                </a:lnTo>
              </a:path>
            </a:pathLst>
          </a:custGeom>
          <a:ln w="179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8161039" y="3189441"/>
            <a:ext cx="20029" cy="10979"/>
          </a:xfrm>
          <a:custGeom>
            <a:avLst/>
            <a:gdLst/>
            <a:ahLst/>
            <a:cxnLst/>
            <a:rect l="l" t="t" r="r" b="b"/>
            <a:pathLst>
              <a:path w="20029" h="10979">
                <a:moveTo>
                  <a:pt x="0" y="10979"/>
                </a:moveTo>
                <a:lnTo>
                  <a:pt x="188" y="10885"/>
                </a:lnTo>
                <a:lnTo>
                  <a:pt x="414" y="10839"/>
                </a:lnTo>
                <a:lnTo>
                  <a:pt x="602" y="10745"/>
                </a:lnTo>
                <a:lnTo>
                  <a:pt x="778" y="10651"/>
                </a:lnTo>
                <a:lnTo>
                  <a:pt x="916" y="10605"/>
                </a:lnTo>
                <a:lnTo>
                  <a:pt x="1105" y="10511"/>
                </a:lnTo>
                <a:lnTo>
                  <a:pt x="1280" y="10463"/>
                </a:lnTo>
                <a:lnTo>
                  <a:pt x="1418" y="10417"/>
                </a:lnTo>
                <a:lnTo>
                  <a:pt x="1607" y="10323"/>
                </a:lnTo>
                <a:lnTo>
                  <a:pt x="1783" y="10229"/>
                </a:lnTo>
                <a:lnTo>
                  <a:pt x="1921" y="10182"/>
                </a:lnTo>
                <a:lnTo>
                  <a:pt x="2109" y="10088"/>
                </a:lnTo>
                <a:lnTo>
                  <a:pt x="2285" y="9994"/>
                </a:lnTo>
                <a:lnTo>
                  <a:pt x="2423" y="9994"/>
                </a:lnTo>
                <a:lnTo>
                  <a:pt x="2611" y="9900"/>
                </a:lnTo>
                <a:lnTo>
                  <a:pt x="2787" y="9806"/>
                </a:lnTo>
                <a:lnTo>
                  <a:pt x="2925" y="9760"/>
                </a:lnTo>
                <a:lnTo>
                  <a:pt x="3114" y="9666"/>
                </a:lnTo>
                <a:lnTo>
                  <a:pt x="3290" y="9572"/>
                </a:lnTo>
                <a:lnTo>
                  <a:pt x="3428" y="9524"/>
                </a:lnTo>
                <a:lnTo>
                  <a:pt x="3616" y="9430"/>
                </a:lnTo>
                <a:lnTo>
                  <a:pt x="3804" y="9338"/>
                </a:lnTo>
                <a:lnTo>
                  <a:pt x="4030" y="9244"/>
                </a:lnTo>
                <a:lnTo>
                  <a:pt x="4206" y="9150"/>
                </a:lnTo>
                <a:lnTo>
                  <a:pt x="4432" y="9056"/>
                </a:lnTo>
                <a:lnTo>
                  <a:pt x="4621" y="8962"/>
                </a:lnTo>
                <a:lnTo>
                  <a:pt x="4809" y="8868"/>
                </a:lnTo>
                <a:lnTo>
                  <a:pt x="5035" y="8774"/>
                </a:lnTo>
                <a:lnTo>
                  <a:pt x="5211" y="8680"/>
                </a:lnTo>
                <a:lnTo>
                  <a:pt x="5449" y="8586"/>
                </a:lnTo>
                <a:lnTo>
                  <a:pt x="5625" y="8493"/>
                </a:lnTo>
                <a:lnTo>
                  <a:pt x="5814" y="8399"/>
                </a:lnTo>
                <a:lnTo>
                  <a:pt x="5952" y="8351"/>
                </a:lnTo>
                <a:lnTo>
                  <a:pt x="6128" y="8257"/>
                </a:lnTo>
                <a:lnTo>
                  <a:pt x="6316" y="8164"/>
                </a:lnTo>
                <a:lnTo>
                  <a:pt x="6454" y="8117"/>
                </a:lnTo>
                <a:lnTo>
                  <a:pt x="6630" y="7977"/>
                </a:lnTo>
                <a:lnTo>
                  <a:pt x="6818" y="7883"/>
                </a:lnTo>
                <a:lnTo>
                  <a:pt x="6956" y="7835"/>
                </a:lnTo>
                <a:lnTo>
                  <a:pt x="7132" y="7741"/>
                </a:lnTo>
                <a:lnTo>
                  <a:pt x="7320" y="7649"/>
                </a:lnTo>
                <a:lnTo>
                  <a:pt x="7459" y="7601"/>
                </a:lnTo>
                <a:lnTo>
                  <a:pt x="7634" y="7507"/>
                </a:lnTo>
                <a:lnTo>
                  <a:pt x="7823" y="7367"/>
                </a:lnTo>
                <a:lnTo>
                  <a:pt x="7961" y="7319"/>
                </a:lnTo>
                <a:lnTo>
                  <a:pt x="8137" y="7226"/>
                </a:lnTo>
                <a:lnTo>
                  <a:pt x="8325" y="7132"/>
                </a:lnTo>
                <a:lnTo>
                  <a:pt x="8463" y="7085"/>
                </a:lnTo>
                <a:lnTo>
                  <a:pt x="8639" y="6944"/>
                </a:lnTo>
                <a:lnTo>
                  <a:pt x="8827" y="6850"/>
                </a:lnTo>
                <a:lnTo>
                  <a:pt x="8965" y="6804"/>
                </a:lnTo>
                <a:lnTo>
                  <a:pt x="9141" y="6710"/>
                </a:lnTo>
                <a:lnTo>
                  <a:pt x="9330" y="6568"/>
                </a:lnTo>
                <a:lnTo>
                  <a:pt x="9468" y="6522"/>
                </a:lnTo>
                <a:lnTo>
                  <a:pt x="9644" y="6428"/>
                </a:lnTo>
                <a:lnTo>
                  <a:pt x="9832" y="6288"/>
                </a:lnTo>
                <a:lnTo>
                  <a:pt x="9970" y="6240"/>
                </a:lnTo>
                <a:lnTo>
                  <a:pt x="10146" y="6146"/>
                </a:lnTo>
                <a:lnTo>
                  <a:pt x="10334" y="6052"/>
                </a:lnTo>
                <a:lnTo>
                  <a:pt x="10472" y="5959"/>
                </a:lnTo>
                <a:lnTo>
                  <a:pt x="10648" y="5865"/>
                </a:lnTo>
                <a:lnTo>
                  <a:pt x="10837" y="5771"/>
                </a:lnTo>
                <a:lnTo>
                  <a:pt x="10975" y="5677"/>
                </a:lnTo>
                <a:lnTo>
                  <a:pt x="11150" y="5583"/>
                </a:lnTo>
                <a:lnTo>
                  <a:pt x="11339" y="5443"/>
                </a:lnTo>
                <a:lnTo>
                  <a:pt x="11477" y="5395"/>
                </a:lnTo>
                <a:lnTo>
                  <a:pt x="11665" y="5301"/>
                </a:lnTo>
                <a:lnTo>
                  <a:pt x="11841" y="5161"/>
                </a:lnTo>
                <a:lnTo>
                  <a:pt x="11979" y="5115"/>
                </a:lnTo>
                <a:lnTo>
                  <a:pt x="12168" y="5021"/>
                </a:lnTo>
                <a:lnTo>
                  <a:pt x="12343" y="4879"/>
                </a:lnTo>
                <a:lnTo>
                  <a:pt x="12482" y="4833"/>
                </a:lnTo>
                <a:lnTo>
                  <a:pt x="12670" y="4692"/>
                </a:lnTo>
                <a:lnTo>
                  <a:pt x="12846" y="4598"/>
                </a:lnTo>
                <a:lnTo>
                  <a:pt x="12984" y="4551"/>
                </a:lnTo>
                <a:lnTo>
                  <a:pt x="13172" y="4410"/>
                </a:lnTo>
                <a:lnTo>
                  <a:pt x="13348" y="4270"/>
                </a:lnTo>
                <a:lnTo>
                  <a:pt x="13486" y="4222"/>
                </a:lnTo>
                <a:lnTo>
                  <a:pt x="13675" y="4129"/>
                </a:lnTo>
                <a:lnTo>
                  <a:pt x="13850" y="3988"/>
                </a:lnTo>
                <a:lnTo>
                  <a:pt x="13988" y="3941"/>
                </a:lnTo>
                <a:lnTo>
                  <a:pt x="14177" y="3800"/>
                </a:lnTo>
                <a:lnTo>
                  <a:pt x="14353" y="3660"/>
                </a:lnTo>
                <a:lnTo>
                  <a:pt x="14491" y="3612"/>
                </a:lnTo>
                <a:lnTo>
                  <a:pt x="14679" y="3472"/>
                </a:lnTo>
                <a:lnTo>
                  <a:pt x="14855" y="3378"/>
                </a:lnTo>
                <a:lnTo>
                  <a:pt x="14993" y="3284"/>
                </a:lnTo>
                <a:lnTo>
                  <a:pt x="15181" y="3190"/>
                </a:lnTo>
                <a:lnTo>
                  <a:pt x="15357" y="3050"/>
                </a:lnTo>
                <a:lnTo>
                  <a:pt x="15495" y="3003"/>
                </a:lnTo>
                <a:lnTo>
                  <a:pt x="15684" y="2862"/>
                </a:lnTo>
                <a:lnTo>
                  <a:pt x="15860" y="2721"/>
                </a:lnTo>
                <a:lnTo>
                  <a:pt x="15998" y="2674"/>
                </a:lnTo>
                <a:lnTo>
                  <a:pt x="16186" y="2533"/>
                </a:lnTo>
                <a:lnTo>
                  <a:pt x="16362" y="2393"/>
                </a:lnTo>
                <a:lnTo>
                  <a:pt x="16500" y="2345"/>
                </a:lnTo>
                <a:lnTo>
                  <a:pt x="16688" y="2205"/>
                </a:lnTo>
                <a:lnTo>
                  <a:pt x="16864" y="2065"/>
                </a:lnTo>
                <a:lnTo>
                  <a:pt x="17002" y="2017"/>
                </a:lnTo>
                <a:lnTo>
                  <a:pt x="17191" y="1877"/>
                </a:lnTo>
                <a:lnTo>
                  <a:pt x="17366" y="1736"/>
                </a:lnTo>
                <a:lnTo>
                  <a:pt x="17505" y="1689"/>
                </a:lnTo>
                <a:lnTo>
                  <a:pt x="17693" y="1548"/>
                </a:lnTo>
                <a:lnTo>
                  <a:pt x="17881" y="1407"/>
                </a:lnTo>
                <a:lnTo>
                  <a:pt x="18107" y="1266"/>
                </a:lnTo>
                <a:lnTo>
                  <a:pt x="18283" y="1172"/>
                </a:lnTo>
                <a:lnTo>
                  <a:pt x="18509" y="1032"/>
                </a:lnTo>
                <a:lnTo>
                  <a:pt x="18697" y="892"/>
                </a:lnTo>
                <a:lnTo>
                  <a:pt x="18886" y="750"/>
                </a:lnTo>
                <a:lnTo>
                  <a:pt x="19024" y="656"/>
                </a:lnTo>
                <a:lnTo>
                  <a:pt x="19200" y="516"/>
                </a:lnTo>
                <a:lnTo>
                  <a:pt x="19388" y="375"/>
                </a:lnTo>
                <a:lnTo>
                  <a:pt x="19526" y="328"/>
                </a:lnTo>
                <a:lnTo>
                  <a:pt x="19702" y="187"/>
                </a:lnTo>
                <a:lnTo>
                  <a:pt x="19890" y="47"/>
                </a:lnTo>
                <a:lnTo>
                  <a:pt x="20029" y="0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8181068" y="3172549"/>
            <a:ext cx="19966" cy="16891"/>
          </a:xfrm>
          <a:custGeom>
            <a:avLst/>
            <a:gdLst/>
            <a:ahLst/>
            <a:cxnLst/>
            <a:rect l="l" t="t" r="r" b="b"/>
            <a:pathLst>
              <a:path w="19966" h="16891">
                <a:moveTo>
                  <a:pt x="0" y="16891"/>
                </a:moveTo>
                <a:lnTo>
                  <a:pt x="175" y="16751"/>
                </a:lnTo>
                <a:lnTo>
                  <a:pt x="364" y="16609"/>
                </a:lnTo>
                <a:lnTo>
                  <a:pt x="502" y="16517"/>
                </a:lnTo>
                <a:lnTo>
                  <a:pt x="678" y="16375"/>
                </a:lnTo>
                <a:lnTo>
                  <a:pt x="866" y="16235"/>
                </a:lnTo>
                <a:lnTo>
                  <a:pt x="1004" y="16141"/>
                </a:lnTo>
                <a:lnTo>
                  <a:pt x="1180" y="16001"/>
                </a:lnTo>
                <a:lnTo>
                  <a:pt x="1368" y="15859"/>
                </a:lnTo>
                <a:lnTo>
                  <a:pt x="1506" y="15813"/>
                </a:lnTo>
                <a:lnTo>
                  <a:pt x="1682" y="15672"/>
                </a:lnTo>
                <a:lnTo>
                  <a:pt x="1871" y="15531"/>
                </a:lnTo>
                <a:lnTo>
                  <a:pt x="2009" y="15437"/>
                </a:lnTo>
                <a:lnTo>
                  <a:pt x="2184" y="15296"/>
                </a:lnTo>
                <a:lnTo>
                  <a:pt x="2373" y="15156"/>
                </a:lnTo>
                <a:lnTo>
                  <a:pt x="2511" y="15062"/>
                </a:lnTo>
                <a:lnTo>
                  <a:pt x="2687" y="14920"/>
                </a:lnTo>
                <a:lnTo>
                  <a:pt x="2875" y="14780"/>
                </a:lnTo>
                <a:lnTo>
                  <a:pt x="3013" y="14686"/>
                </a:lnTo>
                <a:lnTo>
                  <a:pt x="3189" y="14546"/>
                </a:lnTo>
                <a:lnTo>
                  <a:pt x="3377" y="14405"/>
                </a:lnTo>
                <a:lnTo>
                  <a:pt x="3516" y="14311"/>
                </a:lnTo>
                <a:lnTo>
                  <a:pt x="3691" y="14170"/>
                </a:lnTo>
                <a:lnTo>
                  <a:pt x="3880" y="14029"/>
                </a:lnTo>
                <a:lnTo>
                  <a:pt x="4018" y="13935"/>
                </a:lnTo>
                <a:lnTo>
                  <a:pt x="4194" y="13795"/>
                </a:lnTo>
                <a:lnTo>
                  <a:pt x="4382" y="13653"/>
                </a:lnTo>
                <a:lnTo>
                  <a:pt x="4520" y="13561"/>
                </a:lnTo>
                <a:lnTo>
                  <a:pt x="4696" y="13419"/>
                </a:lnTo>
                <a:lnTo>
                  <a:pt x="4884" y="13231"/>
                </a:lnTo>
                <a:lnTo>
                  <a:pt x="5022" y="13185"/>
                </a:lnTo>
                <a:lnTo>
                  <a:pt x="5211" y="12997"/>
                </a:lnTo>
                <a:lnTo>
                  <a:pt x="5387" y="12856"/>
                </a:lnTo>
                <a:lnTo>
                  <a:pt x="5525" y="12762"/>
                </a:lnTo>
                <a:lnTo>
                  <a:pt x="5713" y="12622"/>
                </a:lnTo>
                <a:lnTo>
                  <a:pt x="5889" y="12480"/>
                </a:lnTo>
                <a:lnTo>
                  <a:pt x="6027" y="12387"/>
                </a:lnTo>
                <a:lnTo>
                  <a:pt x="6215" y="12246"/>
                </a:lnTo>
                <a:lnTo>
                  <a:pt x="6391" y="12058"/>
                </a:lnTo>
                <a:lnTo>
                  <a:pt x="6529" y="12012"/>
                </a:lnTo>
                <a:lnTo>
                  <a:pt x="6718" y="11824"/>
                </a:lnTo>
                <a:lnTo>
                  <a:pt x="6894" y="11684"/>
                </a:lnTo>
                <a:lnTo>
                  <a:pt x="7032" y="11590"/>
                </a:lnTo>
                <a:lnTo>
                  <a:pt x="7220" y="11449"/>
                </a:lnTo>
                <a:lnTo>
                  <a:pt x="7396" y="11261"/>
                </a:lnTo>
                <a:lnTo>
                  <a:pt x="7534" y="11167"/>
                </a:lnTo>
                <a:lnTo>
                  <a:pt x="7722" y="11027"/>
                </a:lnTo>
                <a:lnTo>
                  <a:pt x="7898" y="10839"/>
                </a:lnTo>
                <a:lnTo>
                  <a:pt x="8036" y="10791"/>
                </a:lnTo>
                <a:lnTo>
                  <a:pt x="8225" y="10605"/>
                </a:lnTo>
                <a:lnTo>
                  <a:pt x="8400" y="10463"/>
                </a:lnTo>
                <a:lnTo>
                  <a:pt x="8539" y="10369"/>
                </a:lnTo>
                <a:lnTo>
                  <a:pt x="8727" y="10182"/>
                </a:lnTo>
                <a:lnTo>
                  <a:pt x="8903" y="10041"/>
                </a:lnTo>
                <a:lnTo>
                  <a:pt x="9041" y="9947"/>
                </a:lnTo>
                <a:lnTo>
                  <a:pt x="9229" y="9806"/>
                </a:lnTo>
                <a:lnTo>
                  <a:pt x="9405" y="9618"/>
                </a:lnTo>
                <a:lnTo>
                  <a:pt x="9543" y="9524"/>
                </a:lnTo>
                <a:lnTo>
                  <a:pt x="9731" y="9384"/>
                </a:lnTo>
                <a:lnTo>
                  <a:pt x="9907" y="9196"/>
                </a:lnTo>
                <a:lnTo>
                  <a:pt x="10045" y="9102"/>
                </a:lnTo>
                <a:lnTo>
                  <a:pt x="10234" y="8962"/>
                </a:lnTo>
                <a:lnTo>
                  <a:pt x="10410" y="8774"/>
                </a:lnTo>
                <a:lnTo>
                  <a:pt x="10548" y="8680"/>
                </a:lnTo>
                <a:lnTo>
                  <a:pt x="10736" y="8493"/>
                </a:lnTo>
                <a:lnTo>
                  <a:pt x="10912" y="8351"/>
                </a:lnTo>
                <a:lnTo>
                  <a:pt x="11050" y="8258"/>
                </a:lnTo>
                <a:lnTo>
                  <a:pt x="11238" y="8071"/>
                </a:lnTo>
                <a:lnTo>
                  <a:pt x="11427" y="7929"/>
                </a:lnTo>
                <a:lnTo>
                  <a:pt x="11653" y="7741"/>
                </a:lnTo>
                <a:lnTo>
                  <a:pt x="11829" y="7555"/>
                </a:lnTo>
                <a:lnTo>
                  <a:pt x="12055" y="7367"/>
                </a:lnTo>
                <a:lnTo>
                  <a:pt x="12243" y="7226"/>
                </a:lnTo>
                <a:lnTo>
                  <a:pt x="12431" y="7038"/>
                </a:lnTo>
                <a:lnTo>
                  <a:pt x="12569" y="6944"/>
                </a:lnTo>
                <a:lnTo>
                  <a:pt x="12745" y="6756"/>
                </a:lnTo>
                <a:lnTo>
                  <a:pt x="12934" y="6568"/>
                </a:lnTo>
                <a:lnTo>
                  <a:pt x="13072" y="6474"/>
                </a:lnTo>
                <a:lnTo>
                  <a:pt x="13248" y="6334"/>
                </a:lnTo>
                <a:lnTo>
                  <a:pt x="13436" y="6146"/>
                </a:lnTo>
                <a:lnTo>
                  <a:pt x="13574" y="6052"/>
                </a:lnTo>
                <a:lnTo>
                  <a:pt x="13750" y="5865"/>
                </a:lnTo>
                <a:lnTo>
                  <a:pt x="13938" y="5677"/>
                </a:lnTo>
                <a:lnTo>
                  <a:pt x="14076" y="5583"/>
                </a:lnTo>
                <a:lnTo>
                  <a:pt x="14252" y="5395"/>
                </a:lnTo>
                <a:lnTo>
                  <a:pt x="14441" y="5255"/>
                </a:lnTo>
                <a:lnTo>
                  <a:pt x="14579" y="5161"/>
                </a:lnTo>
                <a:lnTo>
                  <a:pt x="14754" y="4973"/>
                </a:lnTo>
                <a:lnTo>
                  <a:pt x="14943" y="4785"/>
                </a:lnTo>
                <a:lnTo>
                  <a:pt x="15081" y="4692"/>
                </a:lnTo>
                <a:lnTo>
                  <a:pt x="15257" y="4504"/>
                </a:lnTo>
                <a:lnTo>
                  <a:pt x="15445" y="4316"/>
                </a:lnTo>
                <a:lnTo>
                  <a:pt x="15583" y="4222"/>
                </a:lnTo>
                <a:lnTo>
                  <a:pt x="15759" y="4035"/>
                </a:lnTo>
                <a:lnTo>
                  <a:pt x="15947" y="3848"/>
                </a:lnTo>
                <a:lnTo>
                  <a:pt x="16086" y="3754"/>
                </a:lnTo>
                <a:lnTo>
                  <a:pt x="16261" y="3566"/>
                </a:lnTo>
                <a:lnTo>
                  <a:pt x="16450" y="3378"/>
                </a:lnTo>
                <a:lnTo>
                  <a:pt x="16588" y="3284"/>
                </a:lnTo>
                <a:lnTo>
                  <a:pt x="16764" y="3096"/>
                </a:lnTo>
                <a:lnTo>
                  <a:pt x="16952" y="2909"/>
                </a:lnTo>
                <a:lnTo>
                  <a:pt x="17090" y="2815"/>
                </a:lnTo>
                <a:lnTo>
                  <a:pt x="17266" y="2627"/>
                </a:lnTo>
                <a:lnTo>
                  <a:pt x="17454" y="2439"/>
                </a:lnTo>
                <a:lnTo>
                  <a:pt x="17592" y="2345"/>
                </a:lnTo>
                <a:lnTo>
                  <a:pt x="17768" y="2159"/>
                </a:lnTo>
                <a:lnTo>
                  <a:pt x="17957" y="1971"/>
                </a:lnTo>
                <a:lnTo>
                  <a:pt x="18095" y="1877"/>
                </a:lnTo>
                <a:lnTo>
                  <a:pt x="18183" y="1736"/>
                </a:lnTo>
                <a:lnTo>
                  <a:pt x="18371" y="1548"/>
                </a:lnTo>
                <a:lnTo>
                  <a:pt x="18597" y="1360"/>
                </a:lnTo>
                <a:lnTo>
                  <a:pt x="18785" y="1172"/>
                </a:lnTo>
                <a:lnTo>
                  <a:pt x="18961" y="984"/>
                </a:lnTo>
                <a:lnTo>
                  <a:pt x="19099" y="892"/>
                </a:lnTo>
                <a:lnTo>
                  <a:pt x="19288" y="704"/>
                </a:lnTo>
                <a:lnTo>
                  <a:pt x="19463" y="469"/>
                </a:lnTo>
                <a:lnTo>
                  <a:pt x="19602" y="375"/>
                </a:lnTo>
                <a:lnTo>
                  <a:pt x="19790" y="187"/>
                </a:lnTo>
                <a:lnTo>
                  <a:pt x="19966" y="0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8201034" y="3150073"/>
            <a:ext cx="20016" cy="22475"/>
          </a:xfrm>
          <a:custGeom>
            <a:avLst/>
            <a:gdLst/>
            <a:ahLst/>
            <a:cxnLst/>
            <a:rect l="l" t="t" r="r" b="b"/>
            <a:pathLst>
              <a:path w="20016" h="22475">
                <a:moveTo>
                  <a:pt x="0" y="22475"/>
                </a:moveTo>
                <a:lnTo>
                  <a:pt x="138" y="22381"/>
                </a:lnTo>
                <a:lnTo>
                  <a:pt x="326" y="22193"/>
                </a:lnTo>
                <a:lnTo>
                  <a:pt x="414" y="22053"/>
                </a:lnTo>
                <a:lnTo>
                  <a:pt x="640" y="21865"/>
                </a:lnTo>
                <a:lnTo>
                  <a:pt x="828" y="21678"/>
                </a:lnTo>
                <a:lnTo>
                  <a:pt x="1004" y="21490"/>
                </a:lnTo>
                <a:lnTo>
                  <a:pt x="1142" y="21349"/>
                </a:lnTo>
                <a:lnTo>
                  <a:pt x="1331" y="21162"/>
                </a:lnTo>
                <a:lnTo>
                  <a:pt x="1506" y="20974"/>
                </a:lnTo>
                <a:lnTo>
                  <a:pt x="1645" y="20880"/>
                </a:lnTo>
                <a:lnTo>
                  <a:pt x="1833" y="20646"/>
                </a:lnTo>
                <a:lnTo>
                  <a:pt x="2009" y="20458"/>
                </a:lnTo>
                <a:lnTo>
                  <a:pt x="2147" y="20364"/>
                </a:lnTo>
                <a:lnTo>
                  <a:pt x="2335" y="20176"/>
                </a:lnTo>
                <a:lnTo>
                  <a:pt x="2423" y="20036"/>
                </a:lnTo>
                <a:lnTo>
                  <a:pt x="2649" y="19848"/>
                </a:lnTo>
                <a:lnTo>
                  <a:pt x="2837" y="19660"/>
                </a:lnTo>
                <a:lnTo>
                  <a:pt x="2925" y="19519"/>
                </a:lnTo>
                <a:lnTo>
                  <a:pt x="3151" y="19331"/>
                </a:lnTo>
                <a:lnTo>
                  <a:pt x="3340" y="19145"/>
                </a:lnTo>
                <a:lnTo>
                  <a:pt x="3428" y="19003"/>
                </a:lnTo>
                <a:lnTo>
                  <a:pt x="3654" y="18815"/>
                </a:lnTo>
                <a:lnTo>
                  <a:pt x="3842" y="18581"/>
                </a:lnTo>
                <a:lnTo>
                  <a:pt x="4018" y="18393"/>
                </a:lnTo>
                <a:lnTo>
                  <a:pt x="4156" y="18300"/>
                </a:lnTo>
                <a:lnTo>
                  <a:pt x="4344" y="18064"/>
                </a:lnTo>
                <a:lnTo>
                  <a:pt x="4520" y="17878"/>
                </a:lnTo>
                <a:lnTo>
                  <a:pt x="4658" y="17784"/>
                </a:lnTo>
                <a:lnTo>
                  <a:pt x="4759" y="17642"/>
                </a:lnTo>
                <a:lnTo>
                  <a:pt x="4935" y="17455"/>
                </a:lnTo>
                <a:lnTo>
                  <a:pt x="5161" y="17220"/>
                </a:lnTo>
                <a:lnTo>
                  <a:pt x="5349" y="17033"/>
                </a:lnTo>
                <a:lnTo>
                  <a:pt x="5437" y="16891"/>
                </a:lnTo>
                <a:lnTo>
                  <a:pt x="5663" y="16703"/>
                </a:lnTo>
                <a:lnTo>
                  <a:pt x="5851" y="16469"/>
                </a:lnTo>
                <a:lnTo>
                  <a:pt x="6040" y="16281"/>
                </a:lnTo>
                <a:lnTo>
                  <a:pt x="6178" y="16141"/>
                </a:lnTo>
                <a:lnTo>
                  <a:pt x="6266" y="16047"/>
                </a:lnTo>
                <a:lnTo>
                  <a:pt x="6354" y="15953"/>
                </a:lnTo>
                <a:lnTo>
                  <a:pt x="6441" y="15859"/>
                </a:lnTo>
                <a:lnTo>
                  <a:pt x="6542" y="15719"/>
                </a:lnTo>
                <a:lnTo>
                  <a:pt x="6680" y="15625"/>
                </a:lnTo>
                <a:lnTo>
                  <a:pt x="6856" y="15390"/>
                </a:lnTo>
                <a:lnTo>
                  <a:pt x="7044" y="15202"/>
                </a:lnTo>
                <a:lnTo>
                  <a:pt x="7182" y="15062"/>
                </a:lnTo>
                <a:lnTo>
                  <a:pt x="7358" y="14874"/>
                </a:lnTo>
                <a:lnTo>
                  <a:pt x="7446" y="14734"/>
                </a:lnTo>
                <a:lnTo>
                  <a:pt x="7685" y="14546"/>
                </a:lnTo>
                <a:lnTo>
                  <a:pt x="7773" y="14405"/>
                </a:lnTo>
                <a:lnTo>
                  <a:pt x="7948" y="14217"/>
                </a:lnTo>
                <a:lnTo>
                  <a:pt x="8049" y="14077"/>
                </a:lnTo>
                <a:lnTo>
                  <a:pt x="8187" y="13983"/>
                </a:lnTo>
                <a:lnTo>
                  <a:pt x="8363" y="13747"/>
                </a:lnTo>
                <a:lnTo>
                  <a:pt x="8551" y="13513"/>
                </a:lnTo>
                <a:lnTo>
                  <a:pt x="8689" y="13419"/>
                </a:lnTo>
                <a:lnTo>
                  <a:pt x="8865" y="13185"/>
                </a:lnTo>
                <a:lnTo>
                  <a:pt x="9053" y="12997"/>
                </a:lnTo>
                <a:lnTo>
                  <a:pt x="9192" y="12856"/>
                </a:lnTo>
                <a:lnTo>
                  <a:pt x="9367" y="12622"/>
                </a:lnTo>
                <a:lnTo>
                  <a:pt x="9556" y="12434"/>
                </a:lnTo>
                <a:lnTo>
                  <a:pt x="9694" y="12294"/>
                </a:lnTo>
                <a:lnTo>
                  <a:pt x="9870" y="12058"/>
                </a:lnTo>
                <a:lnTo>
                  <a:pt x="10058" y="11872"/>
                </a:lnTo>
                <a:lnTo>
                  <a:pt x="10196" y="11730"/>
                </a:lnTo>
                <a:lnTo>
                  <a:pt x="10372" y="11496"/>
                </a:lnTo>
                <a:lnTo>
                  <a:pt x="10560" y="11308"/>
                </a:lnTo>
                <a:lnTo>
                  <a:pt x="10698" y="11167"/>
                </a:lnTo>
                <a:lnTo>
                  <a:pt x="10874" y="10933"/>
                </a:lnTo>
                <a:lnTo>
                  <a:pt x="11063" y="10699"/>
                </a:lnTo>
                <a:lnTo>
                  <a:pt x="11201" y="10605"/>
                </a:lnTo>
                <a:lnTo>
                  <a:pt x="11377" y="10369"/>
                </a:lnTo>
                <a:lnTo>
                  <a:pt x="11565" y="10135"/>
                </a:lnTo>
                <a:lnTo>
                  <a:pt x="11703" y="10041"/>
                </a:lnTo>
                <a:lnTo>
                  <a:pt x="11791" y="9900"/>
                </a:lnTo>
                <a:lnTo>
                  <a:pt x="11979" y="9666"/>
                </a:lnTo>
                <a:lnTo>
                  <a:pt x="12205" y="9432"/>
                </a:lnTo>
                <a:lnTo>
                  <a:pt x="12394" y="9196"/>
                </a:lnTo>
                <a:lnTo>
                  <a:pt x="12569" y="8962"/>
                </a:lnTo>
                <a:lnTo>
                  <a:pt x="12708" y="8868"/>
                </a:lnTo>
                <a:lnTo>
                  <a:pt x="12796" y="8727"/>
                </a:lnTo>
                <a:lnTo>
                  <a:pt x="12984" y="8539"/>
                </a:lnTo>
                <a:lnTo>
                  <a:pt x="13072" y="8399"/>
                </a:lnTo>
                <a:lnTo>
                  <a:pt x="13210" y="8305"/>
                </a:lnTo>
                <a:lnTo>
                  <a:pt x="13298" y="8165"/>
                </a:lnTo>
                <a:lnTo>
                  <a:pt x="13486" y="7929"/>
                </a:lnTo>
                <a:lnTo>
                  <a:pt x="13574" y="7789"/>
                </a:lnTo>
                <a:lnTo>
                  <a:pt x="13712" y="7695"/>
                </a:lnTo>
                <a:lnTo>
                  <a:pt x="13800" y="7555"/>
                </a:lnTo>
                <a:lnTo>
                  <a:pt x="13988" y="7320"/>
                </a:lnTo>
                <a:lnTo>
                  <a:pt x="14214" y="7085"/>
                </a:lnTo>
                <a:lnTo>
                  <a:pt x="14403" y="6850"/>
                </a:lnTo>
                <a:lnTo>
                  <a:pt x="14579" y="6616"/>
                </a:lnTo>
                <a:lnTo>
                  <a:pt x="14717" y="6522"/>
                </a:lnTo>
                <a:lnTo>
                  <a:pt x="14805" y="6382"/>
                </a:lnTo>
                <a:lnTo>
                  <a:pt x="14993" y="6146"/>
                </a:lnTo>
                <a:lnTo>
                  <a:pt x="15081" y="6006"/>
                </a:lnTo>
                <a:lnTo>
                  <a:pt x="15219" y="5912"/>
                </a:lnTo>
                <a:lnTo>
                  <a:pt x="15307" y="5771"/>
                </a:lnTo>
                <a:lnTo>
                  <a:pt x="15495" y="5537"/>
                </a:lnTo>
                <a:lnTo>
                  <a:pt x="15721" y="5301"/>
                </a:lnTo>
                <a:lnTo>
                  <a:pt x="15809" y="5161"/>
                </a:lnTo>
                <a:lnTo>
                  <a:pt x="15998" y="4927"/>
                </a:lnTo>
                <a:lnTo>
                  <a:pt x="16224" y="4692"/>
                </a:lnTo>
                <a:lnTo>
                  <a:pt x="16412" y="4457"/>
                </a:lnTo>
                <a:lnTo>
                  <a:pt x="16500" y="4316"/>
                </a:lnTo>
                <a:lnTo>
                  <a:pt x="16726" y="4082"/>
                </a:lnTo>
                <a:lnTo>
                  <a:pt x="16914" y="3848"/>
                </a:lnTo>
                <a:lnTo>
                  <a:pt x="17002" y="3706"/>
                </a:lnTo>
                <a:lnTo>
                  <a:pt x="17228" y="3472"/>
                </a:lnTo>
                <a:lnTo>
                  <a:pt x="17417" y="3238"/>
                </a:lnTo>
                <a:lnTo>
                  <a:pt x="17505" y="3097"/>
                </a:lnTo>
                <a:lnTo>
                  <a:pt x="17731" y="2862"/>
                </a:lnTo>
                <a:lnTo>
                  <a:pt x="17831" y="2721"/>
                </a:lnTo>
                <a:lnTo>
                  <a:pt x="18007" y="2487"/>
                </a:lnTo>
                <a:lnTo>
                  <a:pt x="18095" y="2345"/>
                </a:lnTo>
                <a:lnTo>
                  <a:pt x="18233" y="2253"/>
                </a:lnTo>
                <a:lnTo>
                  <a:pt x="18333" y="2111"/>
                </a:lnTo>
                <a:lnTo>
                  <a:pt x="18509" y="1877"/>
                </a:lnTo>
                <a:lnTo>
                  <a:pt x="18610" y="1736"/>
                </a:lnTo>
                <a:lnTo>
                  <a:pt x="18836" y="1501"/>
                </a:lnTo>
                <a:lnTo>
                  <a:pt x="18924" y="1360"/>
                </a:lnTo>
                <a:lnTo>
                  <a:pt x="19112" y="1126"/>
                </a:lnTo>
                <a:lnTo>
                  <a:pt x="19237" y="986"/>
                </a:lnTo>
                <a:lnTo>
                  <a:pt x="19426" y="750"/>
                </a:lnTo>
                <a:lnTo>
                  <a:pt x="19514" y="610"/>
                </a:lnTo>
                <a:lnTo>
                  <a:pt x="19752" y="375"/>
                </a:lnTo>
                <a:lnTo>
                  <a:pt x="19840" y="234"/>
                </a:lnTo>
                <a:lnTo>
                  <a:pt x="19928" y="93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8221051" y="3122343"/>
            <a:ext cx="20029" cy="27730"/>
          </a:xfrm>
          <a:custGeom>
            <a:avLst/>
            <a:gdLst/>
            <a:ahLst/>
            <a:cxnLst/>
            <a:rect l="l" t="t" r="r" b="b"/>
            <a:pathLst>
              <a:path w="20029" h="27730">
                <a:moveTo>
                  <a:pt x="0" y="27730"/>
                </a:moveTo>
                <a:lnTo>
                  <a:pt x="100" y="27589"/>
                </a:lnTo>
                <a:lnTo>
                  <a:pt x="238" y="27449"/>
                </a:lnTo>
                <a:lnTo>
                  <a:pt x="414" y="27213"/>
                </a:lnTo>
                <a:lnTo>
                  <a:pt x="502" y="27073"/>
                </a:lnTo>
                <a:lnTo>
                  <a:pt x="740" y="26839"/>
                </a:lnTo>
                <a:lnTo>
                  <a:pt x="828" y="26697"/>
                </a:lnTo>
                <a:lnTo>
                  <a:pt x="916" y="26557"/>
                </a:lnTo>
                <a:lnTo>
                  <a:pt x="1105" y="26322"/>
                </a:lnTo>
                <a:lnTo>
                  <a:pt x="1243" y="26182"/>
                </a:lnTo>
                <a:lnTo>
                  <a:pt x="1331" y="26040"/>
                </a:lnTo>
                <a:lnTo>
                  <a:pt x="1506" y="25806"/>
                </a:lnTo>
                <a:lnTo>
                  <a:pt x="1607" y="25666"/>
                </a:lnTo>
                <a:lnTo>
                  <a:pt x="1745" y="25572"/>
                </a:lnTo>
                <a:lnTo>
                  <a:pt x="1833" y="25430"/>
                </a:lnTo>
                <a:lnTo>
                  <a:pt x="1921" y="25290"/>
                </a:lnTo>
                <a:lnTo>
                  <a:pt x="2009" y="25149"/>
                </a:lnTo>
                <a:lnTo>
                  <a:pt x="2247" y="24915"/>
                </a:lnTo>
                <a:lnTo>
                  <a:pt x="2335" y="24774"/>
                </a:lnTo>
                <a:lnTo>
                  <a:pt x="2423" y="24633"/>
                </a:lnTo>
                <a:lnTo>
                  <a:pt x="2524" y="24493"/>
                </a:lnTo>
                <a:lnTo>
                  <a:pt x="2611" y="24399"/>
                </a:lnTo>
                <a:lnTo>
                  <a:pt x="2750" y="24257"/>
                </a:lnTo>
                <a:lnTo>
                  <a:pt x="2837" y="24117"/>
                </a:lnTo>
                <a:lnTo>
                  <a:pt x="2925" y="23977"/>
                </a:lnTo>
                <a:lnTo>
                  <a:pt x="3114" y="23741"/>
                </a:lnTo>
                <a:lnTo>
                  <a:pt x="3252" y="23601"/>
                </a:lnTo>
                <a:lnTo>
                  <a:pt x="3340" y="23460"/>
                </a:lnTo>
                <a:lnTo>
                  <a:pt x="3428" y="23319"/>
                </a:lnTo>
                <a:lnTo>
                  <a:pt x="3616" y="23084"/>
                </a:lnTo>
                <a:lnTo>
                  <a:pt x="3754" y="22944"/>
                </a:lnTo>
                <a:lnTo>
                  <a:pt x="3842" y="22804"/>
                </a:lnTo>
                <a:lnTo>
                  <a:pt x="3930" y="22662"/>
                </a:lnTo>
                <a:lnTo>
                  <a:pt x="4118" y="22428"/>
                </a:lnTo>
                <a:lnTo>
                  <a:pt x="4256" y="22287"/>
                </a:lnTo>
                <a:lnTo>
                  <a:pt x="4344" y="22146"/>
                </a:lnTo>
                <a:lnTo>
                  <a:pt x="4432" y="22005"/>
                </a:lnTo>
                <a:lnTo>
                  <a:pt x="4621" y="21771"/>
                </a:lnTo>
                <a:lnTo>
                  <a:pt x="4759" y="21629"/>
                </a:lnTo>
                <a:lnTo>
                  <a:pt x="4847" y="21489"/>
                </a:lnTo>
                <a:lnTo>
                  <a:pt x="4935" y="21349"/>
                </a:lnTo>
                <a:lnTo>
                  <a:pt x="5035" y="21207"/>
                </a:lnTo>
                <a:lnTo>
                  <a:pt x="5123" y="21114"/>
                </a:lnTo>
                <a:lnTo>
                  <a:pt x="5261" y="20973"/>
                </a:lnTo>
                <a:lnTo>
                  <a:pt x="5349" y="20832"/>
                </a:lnTo>
                <a:lnTo>
                  <a:pt x="5437" y="20692"/>
                </a:lnTo>
                <a:lnTo>
                  <a:pt x="5537" y="20551"/>
                </a:lnTo>
                <a:lnTo>
                  <a:pt x="5625" y="20410"/>
                </a:lnTo>
                <a:lnTo>
                  <a:pt x="5763" y="20316"/>
                </a:lnTo>
                <a:lnTo>
                  <a:pt x="5851" y="20176"/>
                </a:lnTo>
                <a:lnTo>
                  <a:pt x="5952" y="20034"/>
                </a:lnTo>
                <a:lnTo>
                  <a:pt x="6040" y="19894"/>
                </a:lnTo>
                <a:lnTo>
                  <a:pt x="6128" y="19754"/>
                </a:lnTo>
                <a:lnTo>
                  <a:pt x="6266" y="19612"/>
                </a:lnTo>
                <a:lnTo>
                  <a:pt x="6354" y="19472"/>
                </a:lnTo>
                <a:lnTo>
                  <a:pt x="6454" y="19331"/>
                </a:lnTo>
                <a:lnTo>
                  <a:pt x="6630" y="19096"/>
                </a:lnTo>
                <a:lnTo>
                  <a:pt x="6768" y="18955"/>
                </a:lnTo>
                <a:lnTo>
                  <a:pt x="6856" y="18815"/>
                </a:lnTo>
                <a:lnTo>
                  <a:pt x="6956" y="18673"/>
                </a:lnTo>
                <a:lnTo>
                  <a:pt x="7044" y="18533"/>
                </a:lnTo>
                <a:lnTo>
                  <a:pt x="7132" y="18393"/>
                </a:lnTo>
                <a:lnTo>
                  <a:pt x="7270" y="18251"/>
                </a:lnTo>
                <a:lnTo>
                  <a:pt x="7358" y="18111"/>
                </a:lnTo>
                <a:lnTo>
                  <a:pt x="7547" y="17876"/>
                </a:lnTo>
                <a:lnTo>
                  <a:pt x="7634" y="17736"/>
                </a:lnTo>
                <a:lnTo>
                  <a:pt x="7773" y="17594"/>
                </a:lnTo>
                <a:lnTo>
                  <a:pt x="7860" y="17454"/>
                </a:lnTo>
                <a:lnTo>
                  <a:pt x="7961" y="17314"/>
                </a:lnTo>
                <a:lnTo>
                  <a:pt x="8049" y="17172"/>
                </a:lnTo>
                <a:lnTo>
                  <a:pt x="8137" y="17032"/>
                </a:lnTo>
                <a:lnTo>
                  <a:pt x="8275" y="16891"/>
                </a:lnTo>
                <a:lnTo>
                  <a:pt x="8363" y="16750"/>
                </a:lnTo>
                <a:lnTo>
                  <a:pt x="8463" y="16609"/>
                </a:lnTo>
                <a:lnTo>
                  <a:pt x="8551" y="16469"/>
                </a:lnTo>
                <a:lnTo>
                  <a:pt x="8777" y="16234"/>
                </a:lnTo>
                <a:lnTo>
                  <a:pt x="8865" y="16093"/>
                </a:lnTo>
                <a:lnTo>
                  <a:pt x="8965" y="15953"/>
                </a:lnTo>
                <a:lnTo>
                  <a:pt x="9053" y="15811"/>
                </a:lnTo>
                <a:lnTo>
                  <a:pt x="9141" y="15671"/>
                </a:lnTo>
                <a:lnTo>
                  <a:pt x="9279" y="15531"/>
                </a:lnTo>
                <a:lnTo>
                  <a:pt x="9367" y="15389"/>
                </a:lnTo>
                <a:lnTo>
                  <a:pt x="9468" y="15249"/>
                </a:lnTo>
                <a:lnTo>
                  <a:pt x="9556" y="15108"/>
                </a:lnTo>
                <a:lnTo>
                  <a:pt x="9644" y="14967"/>
                </a:lnTo>
                <a:lnTo>
                  <a:pt x="9782" y="14826"/>
                </a:lnTo>
                <a:lnTo>
                  <a:pt x="9882" y="14686"/>
                </a:lnTo>
                <a:lnTo>
                  <a:pt x="9970" y="14544"/>
                </a:lnTo>
                <a:lnTo>
                  <a:pt x="10058" y="14404"/>
                </a:lnTo>
                <a:lnTo>
                  <a:pt x="10146" y="14264"/>
                </a:lnTo>
                <a:lnTo>
                  <a:pt x="10284" y="14122"/>
                </a:lnTo>
                <a:lnTo>
                  <a:pt x="10384" y="13982"/>
                </a:lnTo>
                <a:lnTo>
                  <a:pt x="10472" y="13841"/>
                </a:lnTo>
                <a:lnTo>
                  <a:pt x="10560" y="13700"/>
                </a:lnTo>
                <a:lnTo>
                  <a:pt x="10648" y="13559"/>
                </a:lnTo>
                <a:lnTo>
                  <a:pt x="10786" y="13419"/>
                </a:lnTo>
                <a:lnTo>
                  <a:pt x="10887" y="13277"/>
                </a:lnTo>
                <a:lnTo>
                  <a:pt x="10975" y="13137"/>
                </a:lnTo>
                <a:lnTo>
                  <a:pt x="11063" y="12997"/>
                </a:lnTo>
                <a:lnTo>
                  <a:pt x="11150" y="12855"/>
                </a:lnTo>
                <a:lnTo>
                  <a:pt x="11289" y="12715"/>
                </a:lnTo>
                <a:lnTo>
                  <a:pt x="11389" y="12574"/>
                </a:lnTo>
                <a:lnTo>
                  <a:pt x="11477" y="12433"/>
                </a:lnTo>
                <a:lnTo>
                  <a:pt x="11565" y="12293"/>
                </a:lnTo>
                <a:lnTo>
                  <a:pt x="11653" y="12152"/>
                </a:lnTo>
                <a:lnTo>
                  <a:pt x="11791" y="12011"/>
                </a:lnTo>
                <a:lnTo>
                  <a:pt x="11891" y="11870"/>
                </a:lnTo>
                <a:lnTo>
                  <a:pt x="11979" y="11730"/>
                </a:lnTo>
                <a:lnTo>
                  <a:pt x="12067" y="11588"/>
                </a:lnTo>
                <a:lnTo>
                  <a:pt x="12168" y="11448"/>
                </a:lnTo>
                <a:lnTo>
                  <a:pt x="12293" y="11308"/>
                </a:lnTo>
                <a:lnTo>
                  <a:pt x="12394" y="11166"/>
                </a:lnTo>
                <a:lnTo>
                  <a:pt x="12482" y="11026"/>
                </a:lnTo>
                <a:lnTo>
                  <a:pt x="12569" y="10885"/>
                </a:lnTo>
                <a:lnTo>
                  <a:pt x="12670" y="10744"/>
                </a:lnTo>
                <a:lnTo>
                  <a:pt x="12795" y="10603"/>
                </a:lnTo>
                <a:lnTo>
                  <a:pt x="12896" y="10463"/>
                </a:lnTo>
                <a:lnTo>
                  <a:pt x="12984" y="10321"/>
                </a:lnTo>
                <a:lnTo>
                  <a:pt x="13072" y="10181"/>
                </a:lnTo>
                <a:lnTo>
                  <a:pt x="13172" y="10041"/>
                </a:lnTo>
                <a:lnTo>
                  <a:pt x="13298" y="9899"/>
                </a:lnTo>
                <a:lnTo>
                  <a:pt x="13398" y="9759"/>
                </a:lnTo>
                <a:lnTo>
                  <a:pt x="13486" y="9571"/>
                </a:lnTo>
                <a:lnTo>
                  <a:pt x="13574" y="9430"/>
                </a:lnTo>
                <a:lnTo>
                  <a:pt x="13675" y="9290"/>
                </a:lnTo>
                <a:lnTo>
                  <a:pt x="13813" y="9148"/>
                </a:lnTo>
                <a:lnTo>
                  <a:pt x="13901" y="9008"/>
                </a:lnTo>
                <a:lnTo>
                  <a:pt x="13988" y="8868"/>
                </a:lnTo>
                <a:lnTo>
                  <a:pt x="14076" y="8726"/>
                </a:lnTo>
                <a:lnTo>
                  <a:pt x="14177" y="8586"/>
                </a:lnTo>
                <a:lnTo>
                  <a:pt x="14315" y="8445"/>
                </a:lnTo>
                <a:lnTo>
                  <a:pt x="14403" y="8304"/>
                </a:lnTo>
                <a:lnTo>
                  <a:pt x="14491" y="8164"/>
                </a:lnTo>
                <a:lnTo>
                  <a:pt x="14579" y="8023"/>
                </a:lnTo>
                <a:lnTo>
                  <a:pt x="14679" y="7835"/>
                </a:lnTo>
                <a:lnTo>
                  <a:pt x="14817" y="7694"/>
                </a:lnTo>
                <a:lnTo>
                  <a:pt x="14905" y="7553"/>
                </a:lnTo>
                <a:lnTo>
                  <a:pt x="14993" y="7413"/>
                </a:lnTo>
                <a:lnTo>
                  <a:pt x="15081" y="7271"/>
                </a:lnTo>
                <a:lnTo>
                  <a:pt x="15181" y="7131"/>
                </a:lnTo>
                <a:lnTo>
                  <a:pt x="15320" y="6991"/>
                </a:lnTo>
                <a:lnTo>
                  <a:pt x="15407" y="6849"/>
                </a:lnTo>
                <a:lnTo>
                  <a:pt x="15495" y="6709"/>
                </a:lnTo>
                <a:lnTo>
                  <a:pt x="15583" y="6521"/>
                </a:lnTo>
                <a:lnTo>
                  <a:pt x="15684" y="6380"/>
                </a:lnTo>
                <a:lnTo>
                  <a:pt x="15822" y="6240"/>
                </a:lnTo>
                <a:lnTo>
                  <a:pt x="15910" y="6098"/>
                </a:lnTo>
                <a:lnTo>
                  <a:pt x="15998" y="5958"/>
                </a:lnTo>
                <a:lnTo>
                  <a:pt x="16098" y="5818"/>
                </a:lnTo>
                <a:lnTo>
                  <a:pt x="16186" y="5676"/>
                </a:lnTo>
                <a:lnTo>
                  <a:pt x="16324" y="5536"/>
                </a:lnTo>
                <a:lnTo>
                  <a:pt x="16412" y="5348"/>
                </a:lnTo>
                <a:lnTo>
                  <a:pt x="16500" y="5207"/>
                </a:lnTo>
                <a:lnTo>
                  <a:pt x="16600" y="5067"/>
                </a:lnTo>
                <a:lnTo>
                  <a:pt x="16688" y="4925"/>
                </a:lnTo>
                <a:lnTo>
                  <a:pt x="16826" y="4785"/>
                </a:lnTo>
                <a:lnTo>
                  <a:pt x="16914" y="4645"/>
                </a:lnTo>
                <a:lnTo>
                  <a:pt x="17002" y="4503"/>
                </a:lnTo>
                <a:lnTo>
                  <a:pt x="17103" y="4315"/>
                </a:lnTo>
                <a:lnTo>
                  <a:pt x="17191" y="4175"/>
                </a:lnTo>
                <a:lnTo>
                  <a:pt x="17329" y="4035"/>
                </a:lnTo>
                <a:lnTo>
                  <a:pt x="17417" y="3893"/>
                </a:lnTo>
                <a:lnTo>
                  <a:pt x="17505" y="3753"/>
                </a:lnTo>
                <a:lnTo>
                  <a:pt x="17605" y="3612"/>
                </a:lnTo>
                <a:lnTo>
                  <a:pt x="17693" y="3424"/>
                </a:lnTo>
                <a:lnTo>
                  <a:pt x="17831" y="3284"/>
                </a:lnTo>
                <a:lnTo>
                  <a:pt x="17919" y="3142"/>
                </a:lnTo>
                <a:lnTo>
                  <a:pt x="18007" y="3002"/>
                </a:lnTo>
                <a:lnTo>
                  <a:pt x="18107" y="2862"/>
                </a:lnTo>
                <a:lnTo>
                  <a:pt x="18195" y="2674"/>
                </a:lnTo>
                <a:lnTo>
                  <a:pt x="18333" y="2533"/>
                </a:lnTo>
                <a:lnTo>
                  <a:pt x="18421" y="2392"/>
                </a:lnTo>
                <a:lnTo>
                  <a:pt x="18509" y="2251"/>
                </a:lnTo>
                <a:lnTo>
                  <a:pt x="18610" y="2111"/>
                </a:lnTo>
                <a:lnTo>
                  <a:pt x="18697" y="1923"/>
                </a:lnTo>
                <a:lnTo>
                  <a:pt x="18836" y="1781"/>
                </a:lnTo>
                <a:lnTo>
                  <a:pt x="18924" y="1641"/>
                </a:lnTo>
                <a:lnTo>
                  <a:pt x="19011" y="1501"/>
                </a:lnTo>
                <a:lnTo>
                  <a:pt x="19112" y="1359"/>
                </a:lnTo>
                <a:lnTo>
                  <a:pt x="19200" y="1172"/>
                </a:lnTo>
                <a:lnTo>
                  <a:pt x="19338" y="1031"/>
                </a:lnTo>
                <a:lnTo>
                  <a:pt x="19426" y="890"/>
                </a:lnTo>
                <a:lnTo>
                  <a:pt x="19514" y="750"/>
                </a:lnTo>
                <a:lnTo>
                  <a:pt x="19614" y="562"/>
                </a:lnTo>
                <a:lnTo>
                  <a:pt x="19702" y="422"/>
                </a:lnTo>
                <a:lnTo>
                  <a:pt x="19840" y="280"/>
                </a:lnTo>
                <a:lnTo>
                  <a:pt x="19928" y="140"/>
                </a:lnTo>
                <a:lnTo>
                  <a:pt x="20029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8241080" y="3089781"/>
            <a:ext cx="20016" cy="32562"/>
          </a:xfrm>
          <a:custGeom>
            <a:avLst/>
            <a:gdLst/>
            <a:ahLst/>
            <a:cxnLst/>
            <a:rect l="l" t="t" r="r" b="b"/>
            <a:pathLst>
              <a:path w="20016" h="32562">
                <a:moveTo>
                  <a:pt x="0" y="32562"/>
                </a:moveTo>
                <a:lnTo>
                  <a:pt x="87" y="32374"/>
                </a:lnTo>
                <a:lnTo>
                  <a:pt x="175" y="32232"/>
                </a:lnTo>
                <a:lnTo>
                  <a:pt x="313" y="32092"/>
                </a:lnTo>
                <a:lnTo>
                  <a:pt x="401" y="31951"/>
                </a:lnTo>
                <a:lnTo>
                  <a:pt x="502" y="31763"/>
                </a:lnTo>
                <a:lnTo>
                  <a:pt x="590" y="31623"/>
                </a:lnTo>
                <a:lnTo>
                  <a:pt x="678" y="31481"/>
                </a:lnTo>
                <a:lnTo>
                  <a:pt x="816" y="31341"/>
                </a:lnTo>
                <a:lnTo>
                  <a:pt x="904" y="31153"/>
                </a:lnTo>
                <a:lnTo>
                  <a:pt x="1004" y="31013"/>
                </a:lnTo>
                <a:lnTo>
                  <a:pt x="1092" y="30872"/>
                </a:lnTo>
                <a:lnTo>
                  <a:pt x="1180" y="30731"/>
                </a:lnTo>
                <a:lnTo>
                  <a:pt x="1318" y="30543"/>
                </a:lnTo>
                <a:lnTo>
                  <a:pt x="1406" y="30402"/>
                </a:lnTo>
                <a:lnTo>
                  <a:pt x="1506" y="30262"/>
                </a:lnTo>
                <a:lnTo>
                  <a:pt x="1594" y="30074"/>
                </a:lnTo>
                <a:lnTo>
                  <a:pt x="1682" y="29934"/>
                </a:lnTo>
                <a:lnTo>
                  <a:pt x="1820" y="29792"/>
                </a:lnTo>
                <a:lnTo>
                  <a:pt x="1908" y="29652"/>
                </a:lnTo>
                <a:lnTo>
                  <a:pt x="2009" y="29464"/>
                </a:lnTo>
                <a:lnTo>
                  <a:pt x="2097" y="29324"/>
                </a:lnTo>
                <a:lnTo>
                  <a:pt x="2184" y="29183"/>
                </a:lnTo>
                <a:lnTo>
                  <a:pt x="2323" y="28995"/>
                </a:lnTo>
                <a:lnTo>
                  <a:pt x="2411" y="28854"/>
                </a:lnTo>
                <a:lnTo>
                  <a:pt x="2511" y="28713"/>
                </a:lnTo>
                <a:lnTo>
                  <a:pt x="2599" y="28573"/>
                </a:lnTo>
                <a:lnTo>
                  <a:pt x="2687" y="28385"/>
                </a:lnTo>
                <a:lnTo>
                  <a:pt x="2825" y="28245"/>
                </a:lnTo>
                <a:lnTo>
                  <a:pt x="2913" y="28103"/>
                </a:lnTo>
                <a:lnTo>
                  <a:pt x="3013" y="27916"/>
                </a:lnTo>
                <a:lnTo>
                  <a:pt x="3101" y="27775"/>
                </a:lnTo>
                <a:lnTo>
                  <a:pt x="3189" y="27634"/>
                </a:lnTo>
                <a:lnTo>
                  <a:pt x="3327" y="27446"/>
                </a:lnTo>
                <a:lnTo>
                  <a:pt x="3428" y="27306"/>
                </a:lnTo>
                <a:lnTo>
                  <a:pt x="3516" y="27164"/>
                </a:lnTo>
                <a:lnTo>
                  <a:pt x="3603" y="26978"/>
                </a:lnTo>
                <a:lnTo>
                  <a:pt x="3691" y="26836"/>
                </a:lnTo>
                <a:lnTo>
                  <a:pt x="3830" y="26696"/>
                </a:lnTo>
                <a:lnTo>
                  <a:pt x="3930" y="26508"/>
                </a:lnTo>
                <a:lnTo>
                  <a:pt x="4018" y="26367"/>
                </a:lnTo>
                <a:lnTo>
                  <a:pt x="4106" y="26227"/>
                </a:lnTo>
                <a:lnTo>
                  <a:pt x="4194" y="26039"/>
                </a:lnTo>
                <a:lnTo>
                  <a:pt x="4332" y="25897"/>
                </a:lnTo>
                <a:lnTo>
                  <a:pt x="4432" y="25757"/>
                </a:lnTo>
                <a:lnTo>
                  <a:pt x="4520" y="25569"/>
                </a:lnTo>
                <a:lnTo>
                  <a:pt x="4608" y="25429"/>
                </a:lnTo>
                <a:lnTo>
                  <a:pt x="4696" y="25289"/>
                </a:lnTo>
                <a:lnTo>
                  <a:pt x="4834" y="25101"/>
                </a:lnTo>
                <a:lnTo>
                  <a:pt x="4935" y="24960"/>
                </a:lnTo>
                <a:lnTo>
                  <a:pt x="5022" y="24772"/>
                </a:lnTo>
                <a:lnTo>
                  <a:pt x="5110" y="24631"/>
                </a:lnTo>
                <a:lnTo>
                  <a:pt x="5198" y="24490"/>
                </a:lnTo>
                <a:lnTo>
                  <a:pt x="5336" y="24302"/>
                </a:lnTo>
                <a:lnTo>
                  <a:pt x="5437" y="24162"/>
                </a:lnTo>
                <a:lnTo>
                  <a:pt x="5525" y="24022"/>
                </a:lnTo>
                <a:lnTo>
                  <a:pt x="5613" y="23834"/>
                </a:lnTo>
                <a:lnTo>
                  <a:pt x="5713" y="23693"/>
                </a:lnTo>
                <a:lnTo>
                  <a:pt x="5839" y="23505"/>
                </a:lnTo>
                <a:lnTo>
                  <a:pt x="5939" y="23364"/>
                </a:lnTo>
                <a:lnTo>
                  <a:pt x="6027" y="23223"/>
                </a:lnTo>
                <a:lnTo>
                  <a:pt x="6115" y="23035"/>
                </a:lnTo>
                <a:lnTo>
                  <a:pt x="6215" y="22895"/>
                </a:lnTo>
                <a:lnTo>
                  <a:pt x="6341" y="22707"/>
                </a:lnTo>
                <a:lnTo>
                  <a:pt x="6441" y="22567"/>
                </a:lnTo>
                <a:lnTo>
                  <a:pt x="6529" y="22426"/>
                </a:lnTo>
                <a:lnTo>
                  <a:pt x="6617" y="22238"/>
                </a:lnTo>
                <a:lnTo>
                  <a:pt x="6718" y="22097"/>
                </a:lnTo>
                <a:lnTo>
                  <a:pt x="6843" y="21910"/>
                </a:lnTo>
                <a:lnTo>
                  <a:pt x="6944" y="21768"/>
                </a:lnTo>
                <a:lnTo>
                  <a:pt x="7032" y="21628"/>
                </a:lnTo>
                <a:lnTo>
                  <a:pt x="7120" y="21440"/>
                </a:lnTo>
                <a:lnTo>
                  <a:pt x="7220" y="21300"/>
                </a:lnTo>
                <a:lnTo>
                  <a:pt x="7358" y="21112"/>
                </a:lnTo>
                <a:lnTo>
                  <a:pt x="7446" y="20972"/>
                </a:lnTo>
                <a:lnTo>
                  <a:pt x="7534" y="20830"/>
                </a:lnTo>
                <a:lnTo>
                  <a:pt x="7622" y="20643"/>
                </a:lnTo>
                <a:lnTo>
                  <a:pt x="7722" y="20502"/>
                </a:lnTo>
                <a:lnTo>
                  <a:pt x="7860" y="20315"/>
                </a:lnTo>
                <a:lnTo>
                  <a:pt x="7948" y="20173"/>
                </a:lnTo>
                <a:lnTo>
                  <a:pt x="8036" y="19985"/>
                </a:lnTo>
                <a:lnTo>
                  <a:pt x="8124" y="19840"/>
                </a:lnTo>
                <a:lnTo>
                  <a:pt x="8262" y="19660"/>
                </a:lnTo>
                <a:lnTo>
                  <a:pt x="8363" y="19518"/>
                </a:lnTo>
                <a:lnTo>
                  <a:pt x="8451" y="19376"/>
                </a:lnTo>
                <a:lnTo>
                  <a:pt x="8539" y="19183"/>
                </a:lnTo>
                <a:lnTo>
                  <a:pt x="8626" y="19042"/>
                </a:lnTo>
                <a:lnTo>
                  <a:pt x="8765" y="18861"/>
                </a:lnTo>
                <a:lnTo>
                  <a:pt x="8865" y="18720"/>
                </a:lnTo>
                <a:lnTo>
                  <a:pt x="8953" y="18527"/>
                </a:lnTo>
                <a:lnTo>
                  <a:pt x="9041" y="18385"/>
                </a:lnTo>
                <a:lnTo>
                  <a:pt x="9129" y="18205"/>
                </a:lnTo>
                <a:lnTo>
                  <a:pt x="9267" y="18063"/>
                </a:lnTo>
                <a:lnTo>
                  <a:pt x="9367" y="17870"/>
                </a:lnTo>
                <a:lnTo>
                  <a:pt x="9455" y="17728"/>
                </a:lnTo>
                <a:lnTo>
                  <a:pt x="9543" y="17548"/>
                </a:lnTo>
                <a:lnTo>
                  <a:pt x="9644" y="17406"/>
                </a:lnTo>
                <a:lnTo>
                  <a:pt x="9769" y="17213"/>
                </a:lnTo>
                <a:lnTo>
                  <a:pt x="9870" y="17072"/>
                </a:lnTo>
                <a:lnTo>
                  <a:pt x="9958" y="16930"/>
                </a:lnTo>
                <a:lnTo>
                  <a:pt x="10045" y="16750"/>
                </a:lnTo>
                <a:lnTo>
                  <a:pt x="10146" y="16608"/>
                </a:lnTo>
                <a:lnTo>
                  <a:pt x="10271" y="16415"/>
                </a:lnTo>
                <a:lnTo>
                  <a:pt x="10372" y="16273"/>
                </a:lnTo>
                <a:lnTo>
                  <a:pt x="10460" y="16093"/>
                </a:lnTo>
                <a:lnTo>
                  <a:pt x="10548" y="15952"/>
                </a:lnTo>
                <a:lnTo>
                  <a:pt x="10648" y="15758"/>
                </a:lnTo>
                <a:lnTo>
                  <a:pt x="10786" y="15617"/>
                </a:lnTo>
                <a:lnTo>
                  <a:pt x="10874" y="15437"/>
                </a:lnTo>
                <a:lnTo>
                  <a:pt x="10962" y="15295"/>
                </a:lnTo>
                <a:lnTo>
                  <a:pt x="11050" y="15102"/>
                </a:lnTo>
                <a:lnTo>
                  <a:pt x="11150" y="14922"/>
                </a:lnTo>
                <a:lnTo>
                  <a:pt x="11289" y="14780"/>
                </a:lnTo>
                <a:lnTo>
                  <a:pt x="11377" y="14587"/>
                </a:lnTo>
                <a:lnTo>
                  <a:pt x="11464" y="14445"/>
                </a:lnTo>
                <a:lnTo>
                  <a:pt x="11552" y="14265"/>
                </a:lnTo>
                <a:lnTo>
                  <a:pt x="11653" y="14123"/>
                </a:lnTo>
                <a:lnTo>
                  <a:pt x="11791" y="13930"/>
                </a:lnTo>
                <a:lnTo>
                  <a:pt x="11879" y="13789"/>
                </a:lnTo>
                <a:lnTo>
                  <a:pt x="11967" y="13608"/>
                </a:lnTo>
                <a:lnTo>
                  <a:pt x="12055" y="13467"/>
                </a:lnTo>
                <a:lnTo>
                  <a:pt x="12155" y="13274"/>
                </a:lnTo>
                <a:lnTo>
                  <a:pt x="12293" y="13132"/>
                </a:lnTo>
                <a:lnTo>
                  <a:pt x="12381" y="12952"/>
                </a:lnTo>
                <a:lnTo>
                  <a:pt x="12469" y="12810"/>
                </a:lnTo>
                <a:lnTo>
                  <a:pt x="12557" y="12617"/>
                </a:lnTo>
                <a:lnTo>
                  <a:pt x="12657" y="12437"/>
                </a:lnTo>
                <a:lnTo>
                  <a:pt x="12795" y="12295"/>
                </a:lnTo>
                <a:lnTo>
                  <a:pt x="12883" y="12102"/>
                </a:lnTo>
                <a:lnTo>
                  <a:pt x="12971" y="11960"/>
                </a:lnTo>
                <a:lnTo>
                  <a:pt x="13059" y="11780"/>
                </a:lnTo>
                <a:lnTo>
                  <a:pt x="13160" y="11638"/>
                </a:lnTo>
                <a:lnTo>
                  <a:pt x="13298" y="11445"/>
                </a:lnTo>
                <a:lnTo>
                  <a:pt x="13386" y="11252"/>
                </a:lnTo>
                <a:lnTo>
                  <a:pt x="13474" y="11123"/>
                </a:lnTo>
                <a:lnTo>
                  <a:pt x="13574" y="10930"/>
                </a:lnTo>
                <a:lnTo>
                  <a:pt x="13662" y="10789"/>
                </a:lnTo>
                <a:lnTo>
                  <a:pt x="13800" y="10596"/>
                </a:lnTo>
                <a:lnTo>
                  <a:pt x="13888" y="10467"/>
                </a:lnTo>
                <a:lnTo>
                  <a:pt x="13976" y="10274"/>
                </a:lnTo>
                <a:lnTo>
                  <a:pt x="14076" y="10081"/>
                </a:lnTo>
                <a:lnTo>
                  <a:pt x="14164" y="9939"/>
                </a:lnTo>
                <a:lnTo>
                  <a:pt x="14302" y="9759"/>
                </a:lnTo>
                <a:lnTo>
                  <a:pt x="14390" y="9617"/>
                </a:lnTo>
                <a:lnTo>
                  <a:pt x="14478" y="9424"/>
                </a:lnTo>
                <a:lnTo>
                  <a:pt x="14579" y="9244"/>
                </a:lnTo>
                <a:lnTo>
                  <a:pt x="14667" y="9102"/>
                </a:lnTo>
                <a:lnTo>
                  <a:pt x="14805" y="8909"/>
                </a:lnTo>
                <a:lnTo>
                  <a:pt x="14893" y="8767"/>
                </a:lnTo>
                <a:lnTo>
                  <a:pt x="14980" y="8587"/>
                </a:lnTo>
                <a:lnTo>
                  <a:pt x="15081" y="8394"/>
                </a:lnTo>
                <a:lnTo>
                  <a:pt x="15169" y="8252"/>
                </a:lnTo>
                <a:lnTo>
                  <a:pt x="15307" y="8072"/>
                </a:lnTo>
                <a:lnTo>
                  <a:pt x="15395" y="7930"/>
                </a:lnTo>
                <a:lnTo>
                  <a:pt x="15483" y="7737"/>
                </a:lnTo>
                <a:lnTo>
                  <a:pt x="15583" y="7557"/>
                </a:lnTo>
                <a:lnTo>
                  <a:pt x="15671" y="7415"/>
                </a:lnTo>
                <a:lnTo>
                  <a:pt x="15809" y="7222"/>
                </a:lnTo>
                <a:lnTo>
                  <a:pt x="15897" y="7029"/>
                </a:lnTo>
                <a:lnTo>
                  <a:pt x="15985" y="6900"/>
                </a:lnTo>
                <a:lnTo>
                  <a:pt x="16086" y="6707"/>
                </a:lnTo>
                <a:lnTo>
                  <a:pt x="16173" y="6566"/>
                </a:lnTo>
                <a:lnTo>
                  <a:pt x="16312" y="6373"/>
                </a:lnTo>
                <a:lnTo>
                  <a:pt x="16399" y="6192"/>
                </a:lnTo>
                <a:lnTo>
                  <a:pt x="16487" y="6051"/>
                </a:lnTo>
                <a:lnTo>
                  <a:pt x="16588" y="5858"/>
                </a:lnTo>
                <a:lnTo>
                  <a:pt x="16676" y="5677"/>
                </a:lnTo>
                <a:lnTo>
                  <a:pt x="16814" y="5536"/>
                </a:lnTo>
                <a:lnTo>
                  <a:pt x="16902" y="5343"/>
                </a:lnTo>
                <a:lnTo>
                  <a:pt x="17002" y="5162"/>
                </a:lnTo>
                <a:lnTo>
                  <a:pt x="17090" y="5021"/>
                </a:lnTo>
                <a:lnTo>
                  <a:pt x="17178" y="4828"/>
                </a:lnTo>
                <a:lnTo>
                  <a:pt x="17316" y="4647"/>
                </a:lnTo>
                <a:lnTo>
                  <a:pt x="17404" y="4506"/>
                </a:lnTo>
                <a:lnTo>
                  <a:pt x="17505" y="4313"/>
                </a:lnTo>
                <a:lnTo>
                  <a:pt x="17592" y="4132"/>
                </a:lnTo>
                <a:lnTo>
                  <a:pt x="17680" y="3991"/>
                </a:lnTo>
                <a:lnTo>
                  <a:pt x="17818" y="3798"/>
                </a:lnTo>
                <a:lnTo>
                  <a:pt x="17906" y="3604"/>
                </a:lnTo>
                <a:lnTo>
                  <a:pt x="18007" y="3476"/>
                </a:lnTo>
                <a:lnTo>
                  <a:pt x="18095" y="3283"/>
                </a:lnTo>
                <a:lnTo>
                  <a:pt x="18183" y="3089"/>
                </a:lnTo>
                <a:lnTo>
                  <a:pt x="18321" y="2948"/>
                </a:lnTo>
                <a:lnTo>
                  <a:pt x="18409" y="2768"/>
                </a:lnTo>
                <a:lnTo>
                  <a:pt x="18509" y="2574"/>
                </a:lnTo>
                <a:lnTo>
                  <a:pt x="18597" y="2433"/>
                </a:lnTo>
                <a:lnTo>
                  <a:pt x="18685" y="2253"/>
                </a:lnTo>
                <a:lnTo>
                  <a:pt x="18823" y="2059"/>
                </a:lnTo>
                <a:lnTo>
                  <a:pt x="18911" y="1879"/>
                </a:lnTo>
                <a:lnTo>
                  <a:pt x="19011" y="1738"/>
                </a:lnTo>
                <a:lnTo>
                  <a:pt x="19099" y="1544"/>
                </a:lnTo>
                <a:lnTo>
                  <a:pt x="19187" y="1364"/>
                </a:lnTo>
                <a:lnTo>
                  <a:pt x="19325" y="1223"/>
                </a:lnTo>
                <a:lnTo>
                  <a:pt x="19413" y="1029"/>
                </a:lnTo>
                <a:lnTo>
                  <a:pt x="19514" y="836"/>
                </a:lnTo>
                <a:lnTo>
                  <a:pt x="19602" y="656"/>
                </a:lnTo>
                <a:lnTo>
                  <a:pt x="19690" y="514"/>
                </a:lnTo>
                <a:lnTo>
                  <a:pt x="19828" y="321"/>
                </a:lnTo>
                <a:lnTo>
                  <a:pt x="19916" y="141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8261096" y="3052894"/>
            <a:ext cx="20016" cy="36886"/>
          </a:xfrm>
          <a:custGeom>
            <a:avLst/>
            <a:gdLst/>
            <a:ahLst/>
            <a:cxnLst/>
            <a:rect l="l" t="t" r="r" b="b"/>
            <a:pathLst>
              <a:path w="20016" h="36886">
                <a:moveTo>
                  <a:pt x="0" y="36886"/>
                </a:moveTo>
                <a:lnTo>
                  <a:pt x="87" y="36693"/>
                </a:lnTo>
                <a:lnTo>
                  <a:pt x="175" y="36513"/>
                </a:lnTo>
                <a:lnTo>
                  <a:pt x="313" y="36320"/>
                </a:lnTo>
                <a:lnTo>
                  <a:pt x="401" y="36178"/>
                </a:lnTo>
                <a:lnTo>
                  <a:pt x="502" y="35998"/>
                </a:lnTo>
                <a:lnTo>
                  <a:pt x="590" y="35805"/>
                </a:lnTo>
                <a:lnTo>
                  <a:pt x="678" y="35612"/>
                </a:lnTo>
                <a:lnTo>
                  <a:pt x="816" y="35470"/>
                </a:lnTo>
                <a:lnTo>
                  <a:pt x="916" y="35290"/>
                </a:lnTo>
                <a:lnTo>
                  <a:pt x="1004" y="35097"/>
                </a:lnTo>
                <a:lnTo>
                  <a:pt x="1092" y="34916"/>
                </a:lnTo>
                <a:lnTo>
                  <a:pt x="1180" y="34775"/>
                </a:lnTo>
                <a:lnTo>
                  <a:pt x="1318" y="34582"/>
                </a:lnTo>
                <a:lnTo>
                  <a:pt x="1418" y="34401"/>
                </a:lnTo>
                <a:lnTo>
                  <a:pt x="1506" y="34208"/>
                </a:lnTo>
                <a:lnTo>
                  <a:pt x="1594" y="34067"/>
                </a:lnTo>
                <a:lnTo>
                  <a:pt x="1682" y="33886"/>
                </a:lnTo>
                <a:lnTo>
                  <a:pt x="1820" y="33693"/>
                </a:lnTo>
                <a:lnTo>
                  <a:pt x="1921" y="33500"/>
                </a:lnTo>
                <a:lnTo>
                  <a:pt x="2009" y="33359"/>
                </a:lnTo>
                <a:lnTo>
                  <a:pt x="2097" y="33178"/>
                </a:lnTo>
                <a:lnTo>
                  <a:pt x="2184" y="32985"/>
                </a:lnTo>
                <a:lnTo>
                  <a:pt x="2323" y="32805"/>
                </a:lnTo>
                <a:lnTo>
                  <a:pt x="2423" y="32612"/>
                </a:lnTo>
                <a:lnTo>
                  <a:pt x="2511" y="32470"/>
                </a:lnTo>
                <a:lnTo>
                  <a:pt x="2599" y="32290"/>
                </a:lnTo>
                <a:lnTo>
                  <a:pt x="2687" y="32097"/>
                </a:lnTo>
                <a:lnTo>
                  <a:pt x="2825" y="31917"/>
                </a:lnTo>
                <a:lnTo>
                  <a:pt x="2925" y="31723"/>
                </a:lnTo>
                <a:lnTo>
                  <a:pt x="3013" y="31582"/>
                </a:lnTo>
                <a:lnTo>
                  <a:pt x="3101" y="31389"/>
                </a:lnTo>
                <a:lnTo>
                  <a:pt x="3202" y="31208"/>
                </a:lnTo>
                <a:lnTo>
                  <a:pt x="3327" y="31015"/>
                </a:lnTo>
                <a:lnTo>
                  <a:pt x="3428" y="30835"/>
                </a:lnTo>
                <a:lnTo>
                  <a:pt x="3516" y="30693"/>
                </a:lnTo>
                <a:lnTo>
                  <a:pt x="3603" y="30500"/>
                </a:lnTo>
                <a:lnTo>
                  <a:pt x="3704" y="30320"/>
                </a:lnTo>
                <a:lnTo>
                  <a:pt x="3830" y="30127"/>
                </a:lnTo>
                <a:lnTo>
                  <a:pt x="3930" y="29934"/>
                </a:lnTo>
                <a:lnTo>
                  <a:pt x="4018" y="29805"/>
                </a:lnTo>
                <a:lnTo>
                  <a:pt x="4106" y="29612"/>
                </a:lnTo>
                <a:lnTo>
                  <a:pt x="4206" y="29419"/>
                </a:lnTo>
                <a:lnTo>
                  <a:pt x="4332" y="29239"/>
                </a:lnTo>
                <a:lnTo>
                  <a:pt x="4432" y="29045"/>
                </a:lnTo>
                <a:lnTo>
                  <a:pt x="4520" y="28865"/>
                </a:lnTo>
                <a:lnTo>
                  <a:pt x="4608" y="28724"/>
                </a:lnTo>
                <a:lnTo>
                  <a:pt x="4709" y="28530"/>
                </a:lnTo>
                <a:lnTo>
                  <a:pt x="4847" y="28350"/>
                </a:lnTo>
                <a:lnTo>
                  <a:pt x="4935" y="28157"/>
                </a:lnTo>
                <a:lnTo>
                  <a:pt x="5022" y="27964"/>
                </a:lnTo>
                <a:lnTo>
                  <a:pt x="5110" y="27784"/>
                </a:lnTo>
                <a:lnTo>
                  <a:pt x="5211" y="27642"/>
                </a:lnTo>
                <a:lnTo>
                  <a:pt x="5349" y="27449"/>
                </a:lnTo>
                <a:lnTo>
                  <a:pt x="5437" y="27269"/>
                </a:lnTo>
                <a:lnTo>
                  <a:pt x="5525" y="27076"/>
                </a:lnTo>
                <a:lnTo>
                  <a:pt x="5613" y="26895"/>
                </a:lnTo>
                <a:lnTo>
                  <a:pt x="5713" y="26702"/>
                </a:lnTo>
                <a:lnTo>
                  <a:pt x="5851" y="26509"/>
                </a:lnTo>
                <a:lnTo>
                  <a:pt x="5939" y="26367"/>
                </a:lnTo>
                <a:lnTo>
                  <a:pt x="6027" y="26187"/>
                </a:lnTo>
                <a:lnTo>
                  <a:pt x="6115" y="25994"/>
                </a:lnTo>
                <a:lnTo>
                  <a:pt x="6215" y="25814"/>
                </a:lnTo>
                <a:lnTo>
                  <a:pt x="6354" y="25621"/>
                </a:lnTo>
                <a:lnTo>
                  <a:pt x="6441" y="25440"/>
                </a:lnTo>
                <a:lnTo>
                  <a:pt x="6529" y="25247"/>
                </a:lnTo>
                <a:lnTo>
                  <a:pt x="6617" y="25054"/>
                </a:lnTo>
                <a:lnTo>
                  <a:pt x="6718" y="24913"/>
                </a:lnTo>
                <a:lnTo>
                  <a:pt x="6856" y="24732"/>
                </a:lnTo>
                <a:lnTo>
                  <a:pt x="6944" y="24539"/>
                </a:lnTo>
                <a:lnTo>
                  <a:pt x="7032" y="24359"/>
                </a:lnTo>
                <a:lnTo>
                  <a:pt x="7132" y="24166"/>
                </a:lnTo>
                <a:lnTo>
                  <a:pt x="7220" y="23986"/>
                </a:lnTo>
                <a:lnTo>
                  <a:pt x="7358" y="23792"/>
                </a:lnTo>
                <a:lnTo>
                  <a:pt x="7446" y="23599"/>
                </a:lnTo>
                <a:lnTo>
                  <a:pt x="7534" y="23419"/>
                </a:lnTo>
                <a:lnTo>
                  <a:pt x="7634" y="23277"/>
                </a:lnTo>
                <a:lnTo>
                  <a:pt x="7722" y="23084"/>
                </a:lnTo>
                <a:lnTo>
                  <a:pt x="7860" y="22904"/>
                </a:lnTo>
                <a:lnTo>
                  <a:pt x="7948" y="22711"/>
                </a:lnTo>
                <a:lnTo>
                  <a:pt x="8036" y="22531"/>
                </a:lnTo>
                <a:lnTo>
                  <a:pt x="8137" y="22338"/>
                </a:lnTo>
                <a:lnTo>
                  <a:pt x="8225" y="22144"/>
                </a:lnTo>
                <a:lnTo>
                  <a:pt x="8363" y="21964"/>
                </a:lnTo>
                <a:lnTo>
                  <a:pt x="8451" y="21771"/>
                </a:lnTo>
                <a:lnTo>
                  <a:pt x="8539" y="21591"/>
                </a:lnTo>
                <a:lnTo>
                  <a:pt x="8639" y="21398"/>
                </a:lnTo>
                <a:lnTo>
                  <a:pt x="8727" y="21256"/>
                </a:lnTo>
                <a:lnTo>
                  <a:pt x="8865" y="21076"/>
                </a:lnTo>
                <a:lnTo>
                  <a:pt x="8953" y="20883"/>
                </a:lnTo>
                <a:lnTo>
                  <a:pt x="9041" y="20690"/>
                </a:lnTo>
                <a:lnTo>
                  <a:pt x="9141" y="20509"/>
                </a:lnTo>
                <a:lnTo>
                  <a:pt x="9229" y="20316"/>
                </a:lnTo>
                <a:lnTo>
                  <a:pt x="9367" y="20136"/>
                </a:lnTo>
                <a:lnTo>
                  <a:pt x="9455" y="19943"/>
                </a:lnTo>
                <a:lnTo>
                  <a:pt x="9543" y="19763"/>
                </a:lnTo>
                <a:lnTo>
                  <a:pt x="9644" y="19569"/>
                </a:lnTo>
                <a:lnTo>
                  <a:pt x="9731" y="19376"/>
                </a:lnTo>
                <a:lnTo>
                  <a:pt x="9870" y="19196"/>
                </a:lnTo>
                <a:lnTo>
                  <a:pt x="9958" y="19003"/>
                </a:lnTo>
                <a:lnTo>
                  <a:pt x="10045" y="18823"/>
                </a:lnTo>
                <a:lnTo>
                  <a:pt x="10146" y="18630"/>
                </a:lnTo>
                <a:lnTo>
                  <a:pt x="10234" y="18449"/>
                </a:lnTo>
                <a:lnTo>
                  <a:pt x="10372" y="18256"/>
                </a:lnTo>
                <a:lnTo>
                  <a:pt x="10460" y="18115"/>
                </a:lnTo>
                <a:lnTo>
                  <a:pt x="10548" y="17921"/>
                </a:lnTo>
                <a:lnTo>
                  <a:pt x="10648" y="17741"/>
                </a:lnTo>
                <a:lnTo>
                  <a:pt x="10736" y="17548"/>
                </a:lnTo>
                <a:lnTo>
                  <a:pt x="10874" y="17368"/>
                </a:lnTo>
                <a:lnTo>
                  <a:pt x="10962" y="17175"/>
                </a:lnTo>
                <a:lnTo>
                  <a:pt x="11063" y="16994"/>
                </a:lnTo>
                <a:lnTo>
                  <a:pt x="11150" y="16801"/>
                </a:lnTo>
                <a:lnTo>
                  <a:pt x="11238" y="16608"/>
                </a:lnTo>
                <a:lnTo>
                  <a:pt x="11377" y="16428"/>
                </a:lnTo>
                <a:lnTo>
                  <a:pt x="11464" y="16235"/>
                </a:lnTo>
                <a:lnTo>
                  <a:pt x="11565" y="16055"/>
                </a:lnTo>
                <a:lnTo>
                  <a:pt x="11653" y="15861"/>
                </a:lnTo>
                <a:lnTo>
                  <a:pt x="11741" y="15681"/>
                </a:lnTo>
                <a:lnTo>
                  <a:pt x="11879" y="15488"/>
                </a:lnTo>
                <a:lnTo>
                  <a:pt x="11967" y="15295"/>
                </a:lnTo>
                <a:lnTo>
                  <a:pt x="12067" y="15115"/>
                </a:lnTo>
                <a:lnTo>
                  <a:pt x="12155" y="14922"/>
                </a:lnTo>
                <a:lnTo>
                  <a:pt x="12243" y="14741"/>
                </a:lnTo>
                <a:lnTo>
                  <a:pt x="12381" y="14548"/>
                </a:lnTo>
                <a:lnTo>
                  <a:pt x="12469" y="14355"/>
                </a:lnTo>
                <a:lnTo>
                  <a:pt x="12569" y="14175"/>
                </a:lnTo>
                <a:lnTo>
                  <a:pt x="12657" y="13982"/>
                </a:lnTo>
                <a:lnTo>
                  <a:pt x="12745" y="13801"/>
                </a:lnTo>
                <a:lnTo>
                  <a:pt x="12883" y="13608"/>
                </a:lnTo>
                <a:lnTo>
                  <a:pt x="12971" y="13428"/>
                </a:lnTo>
                <a:lnTo>
                  <a:pt x="13072" y="13235"/>
                </a:lnTo>
                <a:lnTo>
                  <a:pt x="13160" y="13042"/>
                </a:lnTo>
                <a:lnTo>
                  <a:pt x="13248" y="12862"/>
                </a:lnTo>
                <a:lnTo>
                  <a:pt x="13386" y="12668"/>
                </a:lnTo>
                <a:lnTo>
                  <a:pt x="13474" y="12488"/>
                </a:lnTo>
                <a:lnTo>
                  <a:pt x="13574" y="12295"/>
                </a:lnTo>
                <a:lnTo>
                  <a:pt x="13662" y="12115"/>
                </a:lnTo>
                <a:lnTo>
                  <a:pt x="13750" y="11922"/>
                </a:lnTo>
                <a:lnTo>
                  <a:pt x="13888" y="11729"/>
                </a:lnTo>
                <a:lnTo>
                  <a:pt x="13976" y="11548"/>
                </a:lnTo>
                <a:lnTo>
                  <a:pt x="14076" y="11317"/>
                </a:lnTo>
                <a:lnTo>
                  <a:pt x="14164" y="11123"/>
                </a:lnTo>
                <a:lnTo>
                  <a:pt x="14252" y="10930"/>
                </a:lnTo>
                <a:lnTo>
                  <a:pt x="14390" y="10750"/>
                </a:lnTo>
                <a:lnTo>
                  <a:pt x="14491" y="10557"/>
                </a:lnTo>
                <a:lnTo>
                  <a:pt x="14579" y="10377"/>
                </a:lnTo>
                <a:lnTo>
                  <a:pt x="14667" y="10184"/>
                </a:lnTo>
                <a:lnTo>
                  <a:pt x="14754" y="10003"/>
                </a:lnTo>
                <a:lnTo>
                  <a:pt x="14893" y="9810"/>
                </a:lnTo>
                <a:lnTo>
                  <a:pt x="14993" y="9617"/>
                </a:lnTo>
                <a:lnTo>
                  <a:pt x="15081" y="9437"/>
                </a:lnTo>
                <a:lnTo>
                  <a:pt x="15169" y="9244"/>
                </a:lnTo>
                <a:lnTo>
                  <a:pt x="15257" y="9063"/>
                </a:lnTo>
                <a:lnTo>
                  <a:pt x="15395" y="8870"/>
                </a:lnTo>
                <a:lnTo>
                  <a:pt x="15495" y="8690"/>
                </a:lnTo>
                <a:lnTo>
                  <a:pt x="15583" y="8497"/>
                </a:lnTo>
                <a:lnTo>
                  <a:pt x="15671" y="8304"/>
                </a:lnTo>
                <a:lnTo>
                  <a:pt x="15759" y="8124"/>
                </a:lnTo>
                <a:lnTo>
                  <a:pt x="15897" y="7892"/>
                </a:lnTo>
                <a:lnTo>
                  <a:pt x="15998" y="7699"/>
                </a:lnTo>
                <a:lnTo>
                  <a:pt x="16086" y="7506"/>
                </a:lnTo>
                <a:lnTo>
                  <a:pt x="16173" y="7325"/>
                </a:lnTo>
                <a:lnTo>
                  <a:pt x="16261" y="7132"/>
                </a:lnTo>
                <a:lnTo>
                  <a:pt x="16399" y="6952"/>
                </a:lnTo>
                <a:lnTo>
                  <a:pt x="16500" y="6759"/>
                </a:lnTo>
                <a:lnTo>
                  <a:pt x="16588" y="6579"/>
                </a:lnTo>
                <a:lnTo>
                  <a:pt x="16676" y="6385"/>
                </a:lnTo>
                <a:lnTo>
                  <a:pt x="16764" y="6192"/>
                </a:lnTo>
                <a:lnTo>
                  <a:pt x="16902" y="6012"/>
                </a:lnTo>
                <a:lnTo>
                  <a:pt x="17002" y="5780"/>
                </a:lnTo>
                <a:lnTo>
                  <a:pt x="17090" y="5587"/>
                </a:lnTo>
                <a:lnTo>
                  <a:pt x="17178" y="5394"/>
                </a:lnTo>
                <a:lnTo>
                  <a:pt x="17278" y="5214"/>
                </a:lnTo>
                <a:lnTo>
                  <a:pt x="17404" y="5021"/>
                </a:lnTo>
                <a:lnTo>
                  <a:pt x="17505" y="4840"/>
                </a:lnTo>
                <a:lnTo>
                  <a:pt x="17592" y="4647"/>
                </a:lnTo>
                <a:lnTo>
                  <a:pt x="17680" y="4467"/>
                </a:lnTo>
                <a:lnTo>
                  <a:pt x="17781" y="4274"/>
                </a:lnTo>
                <a:lnTo>
                  <a:pt x="17906" y="4042"/>
                </a:lnTo>
                <a:lnTo>
                  <a:pt x="18007" y="3849"/>
                </a:lnTo>
                <a:lnTo>
                  <a:pt x="18095" y="3669"/>
                </a:lnTo>
                <a:lnTo>
                  <a:pt x="18183" y="3476"/>
                </a:lnTo>
                <a:lnTo>
                  <a:pt x="18283" y="3283"/>
                </a:lnTo>
                <a:lnTo>
                  <a:pt x="18421" y="3102"/>
                </a:lnTo>
                <a:lnTo>
                  <a:pt x="18509" y="2909"/>
                </a:lnTo>
                <a:lnTo>
                  <a:pt x="18597" y="2729"/>
                </a:lnTo>
                <a:lnTo>
                  <a:pt x="18685" y="2484"/>
                </a:lnTo>
                <a:lnTo>
                  <a:pt x="18785" y="2304"/>
                </a:lnTo>
                <a:lnTo>
                  <a:pt x="18924" y="2111"/>
                </a:lnTo>
                <a:lnTo>
                  <a:pt x="19011" y="1931"/>
                </a:lnTo>
                <a:lnTo>
                  <a:pt x="19099" y="1738"/>
                </a:lnTo>
                <a:lnTo>
                  <a:pt x="19187" y="1557"/>
                </a:lnTo>
                <a:lnTo>
                  <a:pt x="19288" y="1364"/>
                </a:lnTo>
                <a:lnTo>
                  <a:pt x="19426" y="1132"/>
                </a:lnTo>
                <a:lnTo>
                  <a:pt x="19514" y="939"/>
                </a:lnTo>
                <a:lnTo>
                  <a:pt x="19602" y="759"/>
                </a:lnTo>
                <a:lnTo>
                  <a:pt x="19690" y="566"/>
                </a:lnTo>
                <a:lnTo>
                  <a:pt x="19790" y="373"/>
                </a:lnTo>
                <a:lnTo>
                  <a:pt x="19928" y="193"/>
                </a:lnTo>
                <a:lnTo>
                  <a:pt x="20016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8281113" y="3012261"/>
            <a:ext cx="20016" cy="40633"/>
          </a:xfrm>
          <a:custGeom>
            <a:avLst/>
            <a:gdLst/>
            <a:ahLst/>
            <a:cxnLst/>
            <a:rect l="l" t="t" r="r" b="b"/>
            <a:pathLst>
              <a:path w="20016" h="40633">
                <a:moveTo>
                  <a:pt x="0" y="40633"/>
                </a:moveTo>
                <a:lnTo>
                  <a:pt x="87" y="40401"/>
                </a:lnTo>
                <a:lnTo>
                  <a:pt x="175" y="40208"/>
                </a:lnTo>
                <a:lnTo>
                  <a:pt x="276" y="40028"/>
                </a:lnTo>
                <a:lnTo>
                  <a:pt x="414" y="39835"/>
                </a:lnTo>
                <a:lnTo>
                  <a:pt x="502" y="39654"/>
                </a:lnTo>
                <a:lnTo>
                  <a:pt x="590" y="39461"/>
                </a:lnTo>
                <a:lnTo>
                  <a:pt x="690" y="39230"/>
                </a:lnTo>
                <a:lnTo>
                  <a:pt x="778" y="39036"/>
                </a:lnTo>
                <a:lnTo>
                  <a:pt x="916" y="38856"/>
                </a:lnTo>
                <a:lnTo>
                  <a:pt x="1004" y="38663"/>
                </a:lnTo>
                <a:lnTo>
                  <a:pt x="1092" y="38483"/>
                </a:lnTo>
                <a:lnTo>
                  <a:pt x="1192" y="38238"/>
                </a:lnTo>
                <a:lnTo>
                  <a:pt x="1280" y="38058"/>
                </a:lnTo>
                <a:lnTo>
                  <a:pt x="1418" y="37865"/>
                </a:lnTo>
                <a:lnTo>
                  <a:pt x="1506" y="37685"/>
                </a:lnTo>
                <a:lnTo>
                  <a:pt x="1594" y="37491"/>
                </a:lnTo>
                <a:lnTo>
                  <a:pt x="1695" y="37311"/>
                </a:lnTo>
                <a:lnTo>
                  <a:pt x="1783" y="37067"/>
                </a:lnTo>
                <a:lnTo>
                  <a:pt x="1921" y="36886"/>
                </a:lnTo>
                <a:lnTo>
                  <a:pt x="2009" y="36693"/>
                </a:lnTo>
                <a:lnTo>
                  <a:pt x="2097" y="36513"/>
                </a:lnTo>
                <a:lnTo>
                  <a:pt x="2197" y="36320"/>
                </a:lnTo>
                <a:lnTo>
                  <a:pt x="2285" y="36088"/>
                </a:lnTo>
                <a:lnTo>
                  <a:pt x="2423" y="35895"/>
                </a:lnTo>
                <a:lnTo>
                  <a:pt x="2511" y="35715"/>
                </a:lnTo>
                <a:lnTo>
                  <a:pt x="2599" y="35522"/>
                </a:lnTo>
                <a:lnTo>
                  <a:pt x="2699" y="35290"/>
                </a:lnTo>
                <a:lnTo>
                  <a:pt x="2787" y="35097"/>
                </a:lnTo>
                <a:lnTo>
                  <a:pt x="2925" y="34916"/>
                </a:lnTo>
                <a:lnTo>
                  <a:pt x="3013" y="34723"/>
                </a:lnTo>
                <a:lnTo>
                  <a:pt x="3101" y="34543"/>
                </a:lnTo>
                <a:lnTo>
                  <a:pt x="3202" y="34298"/>
                </a:lnTo>
                <a:lnTo>
                  <a:pt x="3290" y="34118"/>
                </a:lnTo>
                <a:lnTo>
                  <a:pt x="3428" y="33925"/>
                </a:lnTo>
                <a:lnTo>
                  <a:pt x="3516" y="33745"/>
                </a:lnTo>
                <a:lnTo>
                  <a:pt x="3603" y="33500"/>
                </a:lnTo>
                <a:lnTo>
                  <a:pt x="3704" y="33320"/>
                </a:lnTo>
                <a:lnTo>
                  <a:pt x="3792" y="33127"/>
                </a:lnTo>
                <a:lnTo>
                  <a:pt x="3930" y="32947"/>
                </a:lnTo>
                <a:lnTo>
                  <a:pt x="4018" y="32753"/>
                </a:lnTo>
                <a:lnTo>
                  <a:pt x="4106" y="32522"/>
                </a:lnTo>
                <a:lnTo>
                  <a:pt x="4206" y="32329"/>
                </a:lnTo>
                <a:lnTo>
                  <a:pt x="4294" y="32148"/>
                </a:lnTo>
                <a:lnTo>
                  <a:pt x="4432" y="31955"/>
                </a:lnTo>
                <a:lnTo>
                  <a:pt x="4520" y="31723"/>
                </a:lnTo>
                <a:lnTo>
                  <a:pt x="4621" y="31530"/>
                </a:lnTo>
                <a:lnTo>
                  <a:pt x="4709" y="31350"/>
                </a:lnTo>
                <a:lnTo>
                  <a:pt x="4796" y="31157"/>
                </a:lnTo>
                <a:lnTo>
                  <a:pt x="4935" y="30925"/>
                </a:lnTo>
                <a:lnTo>
                  <a:pt x="5022" y="30732"/>
                </a:lnTo>
                <a:lnTo>
                  <a:pt x="5123" y="30552"/>
                </a:lnTo>
                <a:lnTo>
                  <a:pt x="5211" y="30359"/>
                </a:lnTo>
                <a:lnTo>
                  <a:pt x="5299" y="30127"/>
                </a:lnTo>
                <a:lnTo>
                  <a:pt x="5437" y="29934"/>
                </a:lnTo>
                <a:lnTo>
                  <a:pt x="5525" y="29754"/>
                </a:lnTo>
                <a:lnTo>
                  <a:pt x="5625" y="29522"/>
                </a:lnTo>
                <a:lnTo>
                  <a:pt x="5713" y="29329"/>
                </a:lnTo>
                <a:lnTo>
                  <a:pt x="5801" y="29136"/>
                </a:lnTo>
                <a:lnTo>
                  <a:pt x="5939" y="28955"/>
                </a:lnTo>
                <a:lnTo>
                  <a:pt x="6027" y="28724"/>
                </a:lnTo>
                <a:lnTo>
                  <a:pt x="6128" y="28530"/>
                </a:lnTo>
                <a:lnTo>
                  <a:pt x="6215" y="28337"/>
                </a:lnTo>
                <a:lnTo>
                  <a:pt x="6303" y="28157"/>
                </a:lnTo>
                <a:lnTo>
                  <a:pt x="6441" y="27925"/>
                </a:lnTo>
                <a:lnTo>
                  <a:pt x="6529" y="27732"/>
                </a:lnTo>
                <a:lnTo>
                  <a:pt x="6630" y="27539"/>
                </a:lnTo>
                <a:lnTo>
                  <a:pt x="6718" y="27307"/>
                </a:lnTo>
                <a:lnTo>
                  <a:pt x="6806" y="27127"/>
                </a:lnTo>
                <a:lnTo>
                  <a:pt x="6944" y="26934"/>
                </a:lnTo>
                <a:lnTo>
                  <a:pt x="7032" y="26702"/>
                </a:lnTo>
                <a:lnTo>
                  <a:pt x="7132" y="26509"/>
                </a:lnTo>
                <a:lnTo>
                  <a:pt x="7220" y="26329"/>
                </a:lnTo>
                <a:lnTo>
                  <a:pt x="7308" y="26136"/>
                </a:lnTo>
                <a:lnTo>
                  <a:pt x="7446" y="25904"/>
                </a:lnTo>
                <a:lnTo>
                  <a:pt x="7534" y="25711"/>
                </a:lnTo>
                <a:lnTo>
                  <a:pt x="7634" y="25531"/>
                </a:lnTo>
                <a:lnTo>
                  <a:pt x="7722" y="25299"/>
                </a:lnTo>
                <a:lnTo>
                  <a:pt x="7810" y="25106"/>
                </a:lnTo>
                <a:lnTo>
                  <a:pt x="7948" y="24913"/>
                </a:lnTo>
                <a:lnTo>
                  <a:pt x="8049" y="24681"/>
                </a:lnTo>
                <a:lnTo>
                  <a:pt x="8137" y="24501"/>
                </a:lnTo>
                <a:lnTo>
                  <a:pt x="8225" y="24307"/>
                </a:lnTo>
                <a:lnTo>
                  <a:pt x="8312" y="24076"/>
                </a:lnTo>
                <a:lnTo>
                  <a:pt x="8451" y="23883"/>
                </a:lnTo>
                <a:lnTo>
                  <a:pt x="8551" y="23702"/>
                </a:lnTo>
                <a:lnTo>
                  <a:pt x="8639" y="23458"/>
                </a:lnTo>
                <a:lnTo>
                  <a:pt x="8727" y="23277"/>
                </a:lnTo>
                <a:lnTo>
                  <a:pt x="8815" y="23084"/>
                </a:lnTo>
                <a:lnTo>
                  <a:pt x="8953" y="22853"/>
                </a:lnTo>
                <a:lnTo>
                  <a:pt x="9053" y="22659"/>
                </a:lnTo>
                <a:lnTo>
                  <a:pt x="9141" y="22479"/>
                </a:lnTo>
                <a:lnTo>
                  <a:pt x="9229" y="22247"/>
                </a:lnTo>
                <a:lnTo>
                  <a:pt x="9317" y="22054"/>
                </a:lnTo>
                <a:lnTo>
                  <a:pt x="9455" y="21874"/>
                </a:lnTo>
                <a:lnTo>
                  <a:pt x="9556" y="21629"/>
                </a:lnTo>
                <a:lnTo>
                  <a:pt x="9644" y="21449"/>
                </a:lnTo>
                <a:lnTo>
                  <a:pt x="9731" y="21256"/>
                </a:lnTo>
                <a:lnTo>
                  <a:pt x="9819" y="21024"/>
                </a:lnTo>
                <a:lnTo>
                  <a:pt x="9958" y="20831"/>
                </a:lnTo>
                <a:lnTo>
                  <a:pt x="10058" y="20651"/>
                </a:lnTo>
                <a:lnTo>
                  <a:pt x="10146" y="20419"/>
                </a:lnTo>
                <a:lnTo>
                  <a:pt x="10234" y="20226"/>
                </a:lnTo>
                <a:lnTo>
                  <a:pt x="10322" y="20033"/>
                </a:lnTo>
                <a:lnTo>
                  <a:pt x="10460" y="19801"/>
                </a:lnTo>
                <a:lnTo>
                  <a:pt x="10560" y="19621"/>
                </a:lnTo>
                <a:lnTo>
                  <a:pt x="10648" y="19428"/>
                </a:lnTo>
                <a:lnTo>
                  <a:pt x="10736" y="19196"/>
                </a:lnTo>
                <a:lnTo>
                  <a:pt x="10837" y="19003"/>
                </a:lnTo>
                <a:lnTo>
                  <a:pt x="10962" y="18771"/>
                </a:lnTo>
                <a:lnTo>
                  <a:pt x="11063" y="18578"/>
                </a:lnTo>
                <a:lnTo>
                  <a:pt x="11150" y="18398"/>
                </a:lnTo>
                <a:lnTo>
                  <a:pt x="11238" y="18166"/>
                </a:lnTo>
                <a:lnTo>
                  <a:pt x="11339" y="17973"/>
                </a:lnTo>
                <a:lnTo>
                  <a:pt x="11464" y="17780"/>
                </a:lnTo>
                <a:lnTo>
                  <a:pt x="11565" y="17548"/>
                </a:lnTo>
                <a:lnTo>
                  <a:pt x="11653" y="17368"/>
                </a:lnTo>
                <a:lnTo>
                  <a:pt x="11741" y="17123"/>
                </a:lnTo>
                <a:lnTo>
                  <a:pt x="11841" y="16943"/>
                </a:lnTo>
                <a:lnTo>
                  <a:pt x="11979" y="16750"/>
                </a:lnTo>
                <a:lnTo>
                  <a:pt x="12067" y="16518"/>
                </a:lnTo>
                <a:lnTo>
                  <a:pt x="12155" y="16325"/>
                </a:lnTo>
                <a:lnTo>
                  <a:pt x="12243" y="16093"/>
                </a:lnTo>
                <a:lnTo>
                  <a:pt x="12343" y="15913"/>
                </a:lnTo>
                <a:lnTo>
                  <a:pt x="12482" y="15720"/>
                </a:lnTo>
                <a:lnTo>
                  <a:pt x="12569" y="15488"/>
                </a:lnTo>
                <a:lnTo>
                  <a:pt x="12657" y="15295"/>
                </a:lnTo>
                <a:lnTo>
                  <a:pt x="12745" y="15063"/>
                </a:lnTo>
                <a:lnTo>
                  <a:pt x="12846" y="14870"/>
                </a:lnTo>
                <a:lnTo>
                  <a:pt x="12984" y="14690"/>
                </a:lnTo>
                <a:lnTo>
                  <a:pt x="13072" y="14458"/>
                </a:lnTo>
                <a:lnTo>
                  <a:pt x="13160" y="14265"/>
                </a:lnTo>
                <a:lnTo>
                  <a:pt x="13248" y="14033"/>
                </a:lnTo>
                <a:lnTo>
                  <a:pt x="13348" y="13840"/>
                </a:lnTo>
                <a:lnTo>
                  <a:pt x="13486" y="13660"/>
                </a:lnTo>
                <a:lnTo>
                  <a:pt x="13574" y="13428"/>
                </a:lnTo>
                <a:lnTo>
                  <a:pt x="13662" y="13235"/>
                </a:lnTo>
                <a:lnTo>
                  <a:pt x="13750" y="13003"/>
                </a:lnTo>
                <a:lnTo>
                  <a:pt x="13850" y="12810"/>
                </a:lnTo>
                <a:lnTo>
                  <a:pt x="13988" y="12578"/>
                </a:lnTo>
                <a:lnTo>
                  <a:pt x="14076" y="12385"/>
                </a:lnTo>
                <a:lnTo>
                  <a:pt x="14164" y="12205"/>
                </a:lnTo>
                <a:lnTo>
                  <a:pt x="14265" y="11973"/>
                </a:lnTo>
                <a:lnTo>
                  <a:pt x="14353" y="11780"/>
                </a:lnTo>
                <a:lnTo>
                  <a:pt x="14491" y="11548"/>
                </a:lnTo>
                <a:lnTo>
                  <a:pt x="14579" y="11355"/>
                </a:lnTo>
                <a:lnTo>
                  <a:pt x="14667" y="11123"/>
                </a:lnTo>
                <a:lnTo>
                  <a:pt x="14767" y="10930"/>
                </a:lnTo>
                <a:lnTo>
                  <a:pt x="14855" y="10750"/>
                </a:lnTo>
                <a:lnTo>
                  <a:pt x="14993" y="10518"/>
                </a:lnTo>
                <a:lnTo>
                  <a:pt x="15081" y="10325"/>
                </a:lnTo>
                <a:lnTo>
                  <a:pt x="15169" y="10093"/>
                </a:lnTo>
                <a:lnTo>
                  <a:pt x="15269" y="9900"/>
                </a:lnTo>
                <a:lnTo>
                  <a:pt x="15357" y="9669"/>
                </a:lnTo>
                <a:lnTo>
                  <a:pt x="15495" y="9475"/>
                </a:lnTo>
                <a:lnTo>
                  <a:pt x="15583" y="9244"/>
                </a:lnTo>
                <a:lnTo>
                  <a:pt x="15671" y="9063"/>
                </a:lnTo>
                <a:lnTo>
                  <a:pt x="15772" y="8870"/>
                </a:lnTo>
                <a:lnTo>
                  <a:pt x="15859" y="8639"/>
                </a:lnTo>
                <a:lnTo>
                  <a:pt x="15998" y="8445"/>
                </a:lnTo>
                <a:lnTo>
                  <a:pt x="16086" y="8214"/>
                </a:lnTo>
                <a:lnTo>
                  <a:pt x="16173" y="8021"/>
                </a:lnTo>
                <a:lnTo>
                  <a:pt x="16274" y="7789"/>
                </a:lnTo>
                <a:lnTo>
                  <a:pt x="16362" y="7609"/>
                </a:lnTo>
                <a:lnTo>
                  <a:pt x="16500" y="7364"/>
                </a:lnTo>
                <a:lnTo>
                  <a:pt x="16588" y="7184"/>
                </a:lnTo>
                <a:lnTo>
                  <a:pt x="16676" y="6952"/>
                </a:lnTo>
                <a:lnTo>
                  <a:pt x="16776" y="6759"/>
                </a:lnTo>
                <a:lnTo>
                  <a:pt x="16864" y="6527"/>
                </a:lnTo>
                <a:lnTo>
                  <a:pt x="17002" y="6334"/>
                </a:lnTo>
                <a:lnTo>
                  <a:pt x="17090" y="6102"/>
                </a:lnTo>
                <a:lnTo>
                  <a:pt x="17178" y="5909"/>
                </a:lnTo>
                <a:lnTo>
                  <a:pt x="17278" y="5729"/>
                </a:lnTo>
                <a:lnTo>
                  <a:pt x="17366" y="5497"/>
                </a:lnTo>
                <a:lnTo>
                  <a:pt x="17505" y="5304"/>
                </a:lnTo>
                <a:lnTo>
                  <a:pt x="17592" y="5072"/>
                </a:lnTo>
                <a:lnTo>
                  <a:pt x="17680" y="4879"/>
                </a:lnTo>
                <a:lnTo>
                  <a:pt x="17781" y="4647"/>
                </a:lnTo>
                <a:lnTo>
                  <a:pt x="17869" y="4454"/>
                </a:lnTo>
                <a:lnTo>
                  <a:pt x="18007" y="4222"/>
                </a:lnTo>
                <a:lnTo>
                  <a:pt x="18095" y="4042"/>
                </a:lnTo>
                <a:lnTo>
                  <a:pt x="18195" y="3798"/>
                </a:lnTo>
                <a:lnTo>
                  <a:pt x="18283" y="3617"/>
                </a:lnTo>
                <a:lnTo>
                  <a:pt x="18371" y="3386"/>
                </a:lnTo>
                <a:lnTo>
                  <a:pt x="18509" y="3192"/>
                </a:lnTo>
                <a:lnTo>
                  <a:pt x="18597" y="2961"/>
                </a:lnTo>
                <a:lnTo>
                  <a:pt x="18697" y="2768"/>
                </a:lnTo>
                <a:lnTo>
                  <a:pt x="18785" y="2536"/>
                </a:lnTo>
                <a:lnTo>
                  <a:pt x="18873" y="2343"/>
                </a:lnTo>
                <a:lnTo>
                  <a:pt x="19011" y="2111"/>
                </a:lnTo>
                <a:lnTo>
                  <a:pt x="19099" y="1931"/>
                </a:lnTo>
                <a:lnTo>
                  <a:pt x="19200" y="1686"/>
                </a:lnTo>
                <a:lnTo>
                  <a:pt x="19288" y="1506"/>
                </a:lnTo>
                <a:lnTo>
                  <a:pt x="19376" y="1274"/>
                </a:lnTo>
                <a:lnTo>
                  <a:pt x="19514" y="1029"/>
                </a:lnTo>
                <a:lnTo>
                  <a:pt x="19602" y="849"/>
                </a:lnTo>
                <a:lnTo>
                  <a:pt x="19702" y="617"/>
                </a:lnTo>
                <a:lnTo>
                  <a:pt x="19790" y="424"/>
                </a:lnTo>
                <a:lnTo>
                  <a:pt x="19878" y="193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8301129" y="2968537"/>
            <a:ext cx="19978" cy="43723"/>
          </a:xfrm>
          <a:custGeom>
            <a:avLst/>
            <a:gdLst/>
            <a:ahLst/>
            <a:cxnLst/>
            <a:rect l="l" t="t" r="r" b="b"/>
            <a:pathLst>
              <a:path w="19978" h="43723">
                <a:moveTo>
                  <a:pt x="0" y="43723"/>
                </a:moveTo>
                <a:lnTo>
                  <a:pt x="87" y="43491"/>
                </a:lnTo>
                <a:lnTo>
                  <a:pt x="188" y="43298"/>
                </a:lnTo>
                <a:lnTo>
                  <a:pt x="276" y="43066"/>
                </a:lnTo>
                <a:lnTo>
                  <a:pt x="364" y="42886"/>
                </a:lnTo>
                <a:lnTo>
                  <a:pt x="502" y="42641"/>
                </a:lnTo>
                <a:lnTo>
                  <a:pt x="590" y="42461"/>
                </a:lnTo>
                <a:lnTo>
                  <a:pt x="690" y="42229"/>
                </a:lnTo>
                <a:lnTo>
                  <a:pt x="778" y="42036"/>
                </a:lnTo>
                <a:lnTo>
                  <a:pt x="866" y="41805"/>
                </a:lnTo>
                <a:lnTo>
                  <a:pt x="1004" y="41611"/>
                </a:lnTo>
                <a:lnTo>
                  <a:pt x="1092" y="41380"/>
                </a:lnTo>
                <a:lnTo>
                  <a:pt x="1192" y="41148"/>
                </a:lnTo>
                <a:lnTo>
                  <a:pt x="1280" y="40955"/>
                </a:lnTo>
                <a:lnTo>
                  <a:pt x="1368" y="40723"/>
                </a:lnTo>
                <a:lnTo>
                  <a:pt x="1506" y="40530"/>
                </a:lnTo>
                <a:lnTo>
                  <a:pt x="1594" y="40298"/>
                </a:lnTo>
                <a:lnTo>
                  <a:pt x="1695" y="40118"/>
                </a:lnTo>
                <a:lnTo>
                  <a:pt x="1783" y="39873"/>
                </a:lnTo>
                <a:lnTo>
                  <a:pt x="1871" y="39693"/>
                </a:lnTo>
                <a:lnTo>
                  <a:pt x="2009" y="39461"/>
                </a:lnTo>
                <a:lnTo>
                  <a:pt x="2109" y="39217"/>
                </a:lnTo>
                <a:lnTo>
                  <a:pt x="2197" y="39036"/>
                </a:lnTo>
                <a:lnTo>
                  <a:pt x="2285" y="38805"/>
                </a:lnTo>
                <a:lnTo>
                  <a:pt x="2373" y="38612"/>
                </a:lnTo>
                <a:lnTo>
                  <a:pt x="2511" y="38380"/>
                </a:lnTo>
                <a:lnTo>
                  <a:pt x="2611" y="38187"/>
                </a:lnTo>
                <a:lnTo>
                  <a:pt x="2699" y="37955"/>
                </a:lnTo>
                <a:lnTo>
                  <a:pt x="2787" y="37723"/>
                </a:lnTo>
                <a:lnTo>
                  <a:pt x="2875" y="37530"/>
                </a:lnTo>
                <a:lnTo>
                  <a:pt x="3013" y="37298"/>
                </a:lnTo>
                <a:lnTo>
                  <a:pt x="3114" y="37105"/>
                </a:lnTo>
                <a:lnTo>
                  <a:pt x="3202" y="36873"/>
                </a:lnTo>
                <a:lnTo>
                  <a:pt x="3290" y="36693"/>
                </a:lnTo>
                <a:lnTo>
                  <a:pt x="3377" y="36449"/>
                </a:lnTo>
                <a:lnTo>
                  <a:pt x="3516" y="36217"/>
                </a:lnTo>
                <a:lnTo>
                  <a:pt x="3616" y="36037"/>
                </a:lnTo>
                <a:lnTo>
                  <a:pt x="3704" y="35792"/>
                </a:lnTo>
                <a:lnTo>
                  <a:pt x="3792" y="35612"/>
                </a:lnTo>
                <a:lnTo>
                  <a:pt x="3880" y="35367"/>
                </a:lnTo>
                <a:lnTo>
                  <a:pt x="4018" y="35135"/>
                </a:lnTo>
                <a:lnTo>
                  <a:pt x="4118" y="34955"/>
                </a:lnTo>
                <a:lnTo>
                  <a:pt x="4206" y="34710"/>
                </a:lnTo>
                <a:lnTo>
                  <a:pt x="4294" y="34530"/>
                </a:lnTo>
                <a:lnTo>
                  <a:pt x="4395" y="34298"/>
                </a:lnTo>
                <a:lnTo>
                  <a:pt x="4520" y="34054"/>
                </a:lnTo>
                <a:lnTo>
                  <a:pt x="4621" y="33874"/>
                </a:lnTo>
                <a:lnTo>
                  <a:pt x="4709" y="33642"/>
                </a:lnTo>
                <a:lnTo>
                  <a:pt x="4796" y="33449"/>
                </a:lnTo>
                <a:lnTo>
                  <a:pt x="4897" y="33217"/>
                </a:lnTo>
                <a:lnTo>
                  <a:pt x="5022" y="32985"/>
                </a:lnTo>
                <a:lnTo>
                  <a:pt x="5123" y="32792"/>
                </a:lnTo>
                <a:lnTo>
                  <a:pt x="5211" y="32560"/>
                </a:lnTo>
                <a:lnTo>
                  <a:pt x="5299" y="32367"/>
                </a:lnTo>
                <a:lnTo>
                  <a:pt x="5399" y="32135"/>
                </a:lnTo>
                <a:lnTo>
                  <a:pt x="5537" y="31904"/>
                </a:lnTo>
                <a:lnTo>
                  <a:pt x="5625" y="31711"/>
                </a:lnTo>
                <a:lnTo>
                  <a:pt x="5713" y="31479"/>
                </a:lnTo>
                <a:lnTo>
                  <a:pt x="5801" y="31247"/>
                </a:lnTo>
                <a:lnTo>
                  <a:pt x="5901" y="31054"/>
                </a:lnTo>
                <a:lnTo>
                  <a:pt x="6040" y="30822"/>
                </a:lnTo>
                <a:lnTo>
                  <a:pt x="6128" y="30629"/>
                </a:lnTo>
                <a:lnTo>
                  <a:pt x="6215" y="30397"/>
                </a:lnTo>
                <a:lnTo>
                  <a:pt x="6303" y="30166"/>
                </a:lnTo>
                <a:lnTo>
                  <a:pt x="6404" y="29972"/>
                </a:lnTo>
                <a:lnTo>
                  <a:pt x="6542" y="29741"/>
                </a:lnTo>
                <a:lnTo>
                  <a:pt x="6630" y="29509"/>
                </a:lnTo>
                <a:lnTo>
                  <a:pt x="6718" y="29316"/>
                </a:lnTo>
                <a:lnTo>
                  <a:pt x="6806" y="29084"/>
                </a:lnTo>
                <a:lnTo>
                  <a:pt x="6906" y="28904"/>
                </a:lnTo>
                <a:lnTo>
                  <a:pt x="7044" y="28659"/>
                </a:lnTo>
                <a:lnTo>
                  <a:pt x="7132" y="28427"/>
                </a:lnTo>
                <a:lnTo>
                  <a:pt x="7220" y="28247"/>
                </a:lnTo>
                <a:lnTo>
                  <a:pt x="7308" y="28003"/>
                </a:lnTo>
                <a:lnTo>
                  <a:pt x="7408" y="27771"/>
                </a:lnTo>
                <a:lnTo>
                  <a:pt x="7546" y="27591"/>
                </a:lnTo>
                <a:lnTo>
                  <a:pt x="7634" y="27346"/>
                </a:lnTo>
                <a:lnTo>
                  <a:pt x="7722" y="27114"/>
                </a:lnTo>
                <a:lnTo>
                  <a:pt x="7810" y="26921"/>
                </a:lnTo>
                <a:lnTo>
                  <a:pt x="7911" y="26689"/>
                </a:lnTo>
                <a:lnTo>
                  <a:pt x="8049" y="26458"/>
                </a:lnTo>
                <a:lnTo>
                  <a:pt x="8137" y="26264"/>
                </a:lnTo>
                <a:lnTo>
                  <a:pt x="8225" y="26033"/>
                </a:lnTo>
                <a:lnTo>
                  <a:pt x="8325" y="25801"/>
                </a:lnTo>
                <a:lnTo>
                  <a:pt x="8413" y="25608"/>
                </a:lnTo>
                <a:lnTo>
                  <a:pt x="8551" y="25376"/>
                </a:lnTo>
                <a:lnTo>
                  <a:pt x="8639" y="25144"/>
                </a:lnTo>
                <a:lnTo>
                  <a:pt x="8727" y="24951"/>
                </a:lnTo>
                <a:lnTo>
                  <a:pt x="8827" y="24719"/>
                </a:lnTo>
                <a:lnTo>
                  <a:pt x="8915" y="24488"/>
                </a:lnTo>
                <a:lnTo>
                  <a:pt x="9053" y="24295"/>
                </a:lnTo>
                <a:lnTo>
                  <a:pt x="9141" y="24063"/>
                </a:lnTo>
                <a:lnTo>
                  <a:pt x="9229" y="23831"/>
                </a:lnTo>
                <a:lnTo>
                  <a:pt x="9330" y="23638"/>
                </a:lnTo>
                <a:lnTo>
                  <a:pt x="9418" y="23406"/>
                </a:lnTo>
                <a:lnTo>
                  <a:pt x="9556" y="23174"/>
                </a:lnTo>
                <a:lnTo>
                  <a:pt x="9644" y="22981"/>
                </a:lnTo>
                <a:lnTo>
                  <a:pt x="9731" y="22750"/>
                </a:lnTo>
                <a:lnTo>
                  <a:pt x="9832" y="22518"/>
                </a:lnTo>
                <a:lnTo>
                  <a:pt x="9920" y="22325"/>
                </a:lnTo>
                <a:lnTo>
                  <a:pt x="10058" y="22093"/>
                </a:lnTo>
                <a:lnTo>
                  <a:pt x="10146" y="21861"/>
                </a:lnTo>
                <a:lnTo>
                  <a:pt x="10234" y="21668"/>
                </a:lnTo>
                <a:lnTo>
                  <a:pt x="10334" y="21436"/>
                </a:lnTo>
                <a:lnTo>
                  <a:pt x="10422" y="21205"/>
                </a:lnTo>
                <a:lnTo>
                  <a:pt x="10560" y="21011"/>
                </a:lnTo>
                <a:lnTo>
                  <a:pt x="10648" y="20780"/>
                </a:lnTo>
                <a:lnTo>
                  <a:pt x="10736" y="20548"/>
                </a:lnTo>
                <a:lnTo>
                  <a:pt x="10837" y="20316"/>
                </a:lnTo>
                <a:lnTo>
                  <a:pt x="10924" y="20123"/>
                </a:lnTo>
                <a:lnTo>
                  <a:pt x="11063" y="19891"/>
                </a:lnTo>
                <a:lnTo>
                  <a:pt x="11150" y="19660"/>
                </a:lnTo>
                <a:lnTo>
                  <a:pt x="11238" y="19466"/>
                </a:lnTo>
                <a:lnTo>
                  <a:pt x="11339" y="19235"/>
                </a:lnTo>
                <a:lnTo>
                  <a:pt x="11427" y="19003"/>
                </a:lnTo>
                <a:lnTo>
                  <a:pt x="11565" y="18810"/>
                </a:lnTo>
                <a:lnTo>
                  <a:pt x="11653" y="18578"/>
                </a:lnTo>
                <a:lnTo>
                  <a:pt x="11753" y="18346"/>
                </a:lnTo>
                <a:lnTo>
                  <a:pt x="11841" y="18102"/>
                </a:lnTo>
                <a:lnTo>
                  <a:pt x="11929" y="17921"/>
                </a:lnTo>
                <a:lnTo>
                  <a:pt x="12067" y="17690"/>
                </a:lnTo>
                <a:lnTo>
                  <a:pt x="12155" y="17445"/>
                </a:lnTo>
                <a:lnTo>
                  <a:pt x="12256" y="17265"/>
                </a:lnTo>
                <a:lnTo>
                  <a:pt x="12343" y="17033"/>
                </a:lnTo>
                <a:lnTo>
                  <a:pt x="12431" y="16788"/>
                </a:lnTo>
                <a:lnTo>
                  <a:pt x="12569" y="16557"/>
                </a:lnTo>
                <a:lnTo>
                  <a:pt x="12657" y="16364"/>
                </a:lnTo>
                <a:lnTo>
                  <a:pt x="12758" y="16132"/>
                </a:lnTo>
                <a:lnTo>
                  <a:pt x="12846" y="15900"/>
                </a:lnTo>
                <a:lnTo>
                  <a:pt x="12934" y="15668"/>
                </a:lnTo>
                <a:lnTo>
                  <a:pt x="13072" y="15475"/>
                </a:lnTo>
                <a:lnTo>
                  <a:pt x="13160" y="15243"/>
                </a:lnTo>
                <a:lnTo>
                  <a:pt x="13260" y="15012"/>
                </a:lnTo>
                <a:lnTo>
                  <a:pt x="13348" y="14819"/>
                </a:lnTo>
                <a:lnTo>
                  <a:pt x="13436" y="14587"/>
                </a:lnTo>
                <a:lnTo>
                  <a:pt x="13574" y="14355"/>
                </a:lnTo>
                <a:lnTo>
                  <a:pt x="13662" y="14123"/>
                </a:lnTo>
                <a:lnTo>
                  <a:pt x="13762" y="13930"/>
                </a:lnTo>
                <a:lnTo>
                  <a:pt x="13850" y="13698"/>
                </a:lnTo>
                <a:lnTo>
                  <a:pt x="13938" y="13467"/>
                </a:lnTo>
                <a:lnTo>
                  <a:pt x="14076" y="13222"/>
                </a:lnTo>
                <a:lnTo>
                  <a:pt x="14164" y="13042"/>
                </a:lnTo>
                <a:lnTo>
                  <a:pt x="14265" y="12810"/>
                </a:lnTo>
                <a:lnTo>
                  <a:pt x="14353" y="12565"/>
                </a:lnTo>
                <a:lnTo>
                  <a:pt x="14441" y="12334"/>
                </a:lnTo>
                <a:lnTo>
                  <a:pt x="14579" y="12141"/>
                </a:lnTo>
                <a:lnTo>
                  <a:pt x="14667" y="11909"/>
                </a:lnTo>
                <a:lnTo>
                  <a:pt x="14767" y="11677"/>
                </a:lnTo>
                <a:lnTo>
                  <a:pt x="14855" y="11445"/>
                </a:lnTo>
                <a:lnTo>
                  <a:pt x="14943" y="11252"/>
                </a:lnTo>
                <a:lnTo>
                  <a:pt x="15081" y="11020"/>
                </a:lnTo>
                <a:lnTo>
                  <a:pt x="15169" y="10789"/>
                </a:lnTo>
                <a:lnTo>
                  <a:pt x="15269" y="10557"/>
                </a:lnTo>
                <a:lnTo>
                  <a:pt x="15357" y="10364"/>
                </a:lnTo>
                <a:lnTo>
                  <a:pt x="15445" y="10132"/>
                </a:lnTo>
                <a:lnTo>
                  <a:pt x="15583" y="9900"/>
                </a:lnTo>
                <a:lnTo>
                  <a:pt x="15684" y="9656"/>
                </a:lnTo>
                <a:lnTo>
                  <a:pt x="15772" y="9424"/>
                </a:lnTo>
                <a:lnTo>
                  <a:pt x="15859" y="9244"/>
                </a:lnTo>
                <a:lnTo>
                  <a:pt x="15947" y="8999"/>
                </a:lnTo>
                <a:lnTo>
                  <a:pt x="16086" y="8767"/>
                </a:lnTo>
                <a:lnTo>
                  <a:pt x="16186" y="8536"/>
                </a:lnTo>
                <a:lnTo>
                  <a:pt x="16274" y="8342"/>
                </a:lnTo>
                <a:lnTo>
                  <a:pt x="16362" y="8111"/>
                </a:lnTo>
                <a:lnTo>
                  <a:pt x="16450" y="7879"/>
                </a:lnTo>
                <a:lnTo>
                  <a:pt x="16588" y="7647"/>
                </a:lnTo>
                <a:lnTo>
                  <a:pt x="16688" y="7454"/>
                </a:lnTo>
                <a:lnTo>
                  <a:pt x="16776" y="7222"/>
                </a:lnTo>
                <a:lnTo>
                  <a:pt x="16864" y="6991"/>
                </a:lnTo>
                <a:lnTo>
                  <a:pt x="16952" y="6746"/>
                </a:lnTo>
                <a:lnTo>
                  <a:pt x="17090" y="6514"/>
                </a:lnTo>
                <a:lnTo>
                  <a:pt x="17191" y="6334"/>
                </a:lnTo>
                <a:lnTo>
                  <a:pt x="17278" y="6089"/>
                </a:lnTo>
                <a:lnTo>
                  <a:pt x="17366" y="5858"/>
                </a:lnTo>
                <a:lnTo>
                  <a:pt x="17454" y="5626"/>
                </a:lnTo>
                <a:lnTo>
                  <a:pt x="17592" y="5394"/>
                </a:lnTo>
                <a:lnTo>
                  <a:pt x="17693" y="5201"/>
                </a:lnTo>
                <a:lnTo>
                  <a:pt x="17781" y="4969"/>
                </a:lnTo>
                <a:lnTo>
                  <a:pt x="17869" y="4737"/>
                </a:lnTo>
                <a:lnTo>
                  <a:pt x="17969" y="4493"/>
                </a:lnTo>
                <a:lnTo>
                  <a:pt x="18095" y="4261"/>
                </a:lnTo>
                <a:lnTo>
                  <a:pt x="18195" y="4081"/>
                </a:lnTo>
                <a:lnTo>
                  <a:pt x="18283" y="3836"/>
                </a:lnTo>
                <a:lnTo>
                  <a:pt x="18371" y="3604"/>
                </a:lnTo>
                <a:lnTo>
                  <a:pt x="18471" y="3373"/>
                </a:lnTo>
                <a:lnTo>
                  <a:pt x="18597" y="3141"/>
                </a:lnTo>
                <a:lnTo>
                  <a:pt x="18697" y="2948"/>
                </a:lnTo>
                <a:lnTo>
                  <a:pt x="18785" y="2716"/>
                </a:lnTo>
                <a:lnTo>
                  <a:pt x="18873" y="2484"/>
                </a:lnTo>
                <a:lnTo>
                  <a:pt x="18974" y="2253"/>
                </a:lnTo>
                <a:lnTo>
                  <a:pt x="19112" y="2008"/>
                </a:lnTo>
                <a:lnTo>
                  <a:pt x="19200" y="1828"/>
                </a:lnTo>
                <a:lnTo>
                  <a:pt x="19288" y="1583"/>
                </a:lnTo>
                <a:lnTo>
                  <a:pt x="19376" y="1351"/>
                </a:lnTo>
                <a:lnTo>
                  <a:pt x="19476" y="1120"/>
                </a:lnTo>
                <a:lnTo>
                  <a:pt x="19614" y="888"/>
                </a:lnTo>
                <a:lnTo>
                  <a:pt x="19702" y="656"/>
                </a:lnTo>
                <a:lnTo>
                  <a:pt x="19790" y="463"/>
                </a:lnTo>
                <a:lnTo>
                  <a:pt x="19878" y="231"/>
                </a:lnTo>
                <a:lnTo>
                  <a:pt x="19978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8321108" y="2922406"/>
            <a:ext cx="20016" cy="46131"/>
          </a:xfrm>
          <a:custGeom>
            <a:avLst/>
            <a:gdLst/>
            <a:ahLst/>
            <a:cxnLst/>
            <a:rect l="l" t="t" r="r" b="b"/>
            <a:pathLst>
              <a:path w="20016" h="46131">
                <a:moveTo>
                  <a:pt x="0" y="46131"/>
                </a:moveTo>
                <a:lnTo>
                  <a:pt x="138" y="45886"/>
                </a:lnTo>
                <a:lnTo>
                  <a:pt x="226" y="45654"/>
                </a:lnTo>
                <a:lnTo>
                  <a:pt x="313" y="45474"/>
                </a:lnTo>
                <a:lnTo>
                  <a:pt x="401" y="45229"/>
                </a:lnTo>
                <a:lnTo>
                  <a:pt x="502" y="44998"/>
                </a:lnTo>
                <a:lnTo>
                  <a:pt x="640" y="44766"/>
                </a:lnTo>
                <a:lnTo>
                  <a:pt x="728" y="44534"/>
                </a:lnTo>
                <a:lnTo>
                  <a:pt x="816" y="44289"/>
                </a:lnTo>
                <a:lnTo>
                  <a:pt x="904" y="44109"/>
                </a:lnTo>
                <a:lnTo>
                  <a:pt x="1004" y="43877"/>
                </a:lnTo>
                <a:lnTo>
                  <a:pt x="1142" y="43633"/>
                </a:lnTo>
                <a:lnTo>
                  <a:pt x="1230" y="43401"/>
                </a:lnTo>
                <a:lnTo>
                  <a:pt x="1318" y="43169"/>
                </a:lnTo>
                <a:lnTo>
                  <a:pt x="1406" y="42938"/>
                </a:lnTo>
                <a:lnTo>
                  <a:pt x="1506" y="42706"/>
                </a:lnTo>
                <a:lnTo>
                  <a:pt x="1645" y="42513"/>
                </a:lnTo>
                <a:lnTo>
                  <a:pt x="1732" y="42281"/>
                </a:lnTo>
                <a:lnTo>
                  <a:pt x="1820" y="42049"/>
                </a:lnTo>
                <a:lnTo>
                  <a:pt x="1921" y="41805"/>
                </a:lnTo>
                <a:lnTo>
                  <a:pt x="2009" y="41573"/>
                </a:lnTo>
                <a:lnTo>
                  <a:pt x="2147" y="41341"/>
                </a:lnTo>
                <a:lnTo>
                  <a:pt x="2235" y="41148"/>
                </a:lnTo>
                <a:lnTo>
                  <a:pt x="2323" y="40916"/>
                </a:lnTo>
                <a:lnTo>
                  <a:pt x="2423" y="40684"/>
                </a:lnTo>
                <a:lnTo>
                  <a:pt x="2511" y="40453"/>
                </a:lnTo>
                <a:lnTo>
                  <a:pt x="2649" y="40208"/>
                </a:lnTo>
                <a:lnTo>
                  <a:pt x="2737" y="39976"/>
                </a:lnTo>
                <a:lnTo>
                  <a:pt x="2825" y="39745"/>
                </a:lnTo>
                <a:lnTo>
                  <a:pt x="2925" y="39551"/>
                </a:lnTo>
                <a:lnTo>
                  <a:pt x="3013" y="39320"/>
                </a:lnTo>
                <a:lnTo>
                  <a:pt x="3151" y="39088"/>
                </a:lnTo>
                <a:lnTo>
                  <a:pt x="3239" y="38856"/>
                </a:lnTo>
                <a:lnTo>
                  <a:pt x="3327" y="38612"/>
                </a:lnTo>
                <a:lnTo>
                  <a:pt x="3428" y="38380"/>
                </a:lnTo>
                <a:lnTo>
                  <a:pt x="3516" y="38148"/>
                </a:lnTo>
                <a:lnTo>
                  <a:pt x="3654" y="37916"/>
                </a:lnTo>
                <a:lnTo>
                  <a:pt x="3742" y="37723"/>
                </a:lnTo>
                <a:lnTo>
                  <a:pt x="3830" y="37491"/>
                </a:lnTo>
                <a:lnTo>
                  <a:pt x="3930" y="37260"/>
                </a:lnTo>
                <a:lnTo>
                  <a:pt x="4018" y="37028"/>
                </a:lnTo>
                <a:lnTo>
                  <a:pt x="4156" y="36783"/>
                </a:lnTo>
                <a:lnTo>
                  <a:pt x="4244" y="36552"/>
                </a:lnTo>
                <a:lnTo>
                  <a:pt x="4332" y="36320"/>
                </a:lnTo>
                <a:lnTo>
                  <a:pt x="4432" y="36088"/>
                </a:lnTo>
                <a:lnTo>
                  <a:pt x="4520" y="35895"/>
                </a:lnTo>
                <a:lnTo>
                  <a:pt x="4658" y="35663"/>
                </a:lnTo>
                <a:lnTo>
                  <a:pt x="4746" y="35431"/>
                </a:lnTo>
                <a:lnTo>
                  <a:pt x="4834" y="35187"/>
                </a:lnTo>
                <a:lnTo>
                  <a:pt x="4935" y="34955"/>
                </a:lnTo>
                <a:lnTo>
                  <a:pt x="5022" y="34723"/>
                </a:lnTo>
                <a:lnTo>
                  <a:pt x="5161" y="34492"/>
                </a:lnTo>
                <a:lnTo>
                  <a:pt x="5248" y="34260"/>
                </a:lnTo>
                <a:lnTo>
                  <a:pt x="5349" y="34015"/>
                </a:lnTo>
                <a:lnTo>
                  <a:pt x="5437" y="33835"/>
                </a:lnTo>
                <a:lnTo>
                  <a:pt x="5525" y="33603"/>
                </a:lnTo>
                <a:lnTo>
                  <a:pt x="5663" y="33359"/>
                </a:lnTo>
                <a:lnTo>
                  <a:pt x="5751" y="33127"/>
                </a:lnTo>
                <a:lnTo>
                  <a:pt x="5851" y="32895"/>
                </a:lnTo>
                <a:lnTo>
                  <a:pt x="5939" y="32663"/>
                </a:lnTo>
                <a:lnTo>
                  <a:pt x="6027" y="32419"/>
                </a:lnTo>
                <a:lnTo>
                  <a:pt x="6165" y="32187"/>
                </a:lnTo>
                <a:lnTo>
                  <a:pt x="6253" y="31955"/>
                </a:lnTo>
                <a:lnTo>
                  <a:pt x="6354" y="31762"/>
                </a:lnTo>
                <a:lnTo>
                  <a:pt x="6441" y="31530"/>
                </a:lnTo>
                <a:lnTo>
                  <a:pt x="6529" y="31299"/>
                </a:lnTo>
                <a:lnTo>
                  <a:pt x="6667" y="31067"/>
                </a:lnTo>
                <a:lnTo>
                  <a:pt x="6755" y="30822"/>
                </a:lnTo>
                <a:lnTo>
                  <a:pt x="6856" y="30590"/>
                </a:lnTo>
                <a:lnTo>
                  <a:pt x="6944" y="30359"/>
                </a:lnTo>
                <a:lnTo>
                  <a:pt x="7032" y="30127"/>
                </a:lnTo>
                <a:lnTo>
                  <a:pt x="7170" y="29895"/>
                </a:lnTo>
                <a:lnTo>
                  <a:pt x="7258" y="29651"/>
                </a:lnTo>
                <a:lnTo>
                  <a:pt x="7358" y="29419"/>
                </a:lnTo>
                <a:lnTo>
                  <a:pt x="7446" y="29239"/>
                </a:lnTo>
                <a:lnTo>
                  <a:pt x="7534" y="28994"/>
                </a:lnTo>
                <a:lnTo>
                  <a:pt x="7672" y="28762"/>
                </a:lnTo>
                <a:lnTo>
                  <a:pt x="7760" y="28530"/>
                </a:lnTo>
                <a:lnTo>
                  <a:pt x="7860" y="28299"/>
                </a:lnTo>
                <a:lnTo>
                  <a:pt x="7948" y="28054"/>
                </a:lnTo>
                <a:lnTo>
                  <a:pt x="8036" y="27822"/>
                </a:lnTo>
                <a:lnTo>
                  <a:pt x="8174" y="27591"/>
                </a:lnTo>
                <a:lnTo>
                  <a:pt x="8262" y="27359"/>
                </a:lnTo>
                <a:lnTo>
                  <a:pt x="8363" y="27127"/>
                </a:lnTo>
                <a:lnTo>
                  <a:pt x="8451" y="26882"/>
                </a:lnTo>
                <a:lnTo>
                  <a:pt x="8539" y="26651"/>
                </a:lnTo>
                <a:lnTo>
                  <a:pt x="8677" y="26419"/>
                </a:lnTo>
                <a:lnTo>
                  <a:pt x="8765" y="26187"/>
                </a:lnTo>
                <a:lnTo>
                  <a:pt x="8865" y="25994"/>
                </a:lnTo>
                <a:lnTo>
                  <a:pt x="8953" y="25762"/>
                </a:lnTo>
                <a:lnTo>
                  <a:pt x="9041" y="25531"/>
                </a:lnTo>
                <a:lnTo>
                  <a:pt x="9179" y="25286"/>
                </a:lnTo>
                <a:lnTo>
                  <a:pt x="9279" y="25054"/>
                </a:lnTo>
                <a:lnTo>
                  <a:pt x="9367" y="24822"/>
                </a:lnTo>
                <a:lnTo>
                  <a:pt x="9455" y="24591"/>
                </a:lnTo>
                <a:lnTo>
                  <a:pt x="9543" y="24359"/>
                </a:lnTo>
                <a:lnTo>
                  <a:pt x="9681" y="24114"/>
                </a:lnTo>
                <a:lnTo>
                  <a:pt x="9782" y="23883"/>
                </a:lnTo>
                <a:lnTo>
                  <a:pt x="9870" y="23651"/>
                </a:lnTo>
                <a:lnTo>
                  <a:pt x="9958" y="23419"/>
                </a:lnTo>
                <a:lnTo>
                  <a:pt x="10045" y="23174"/>
                </a:lnTo>
                <a:lnTo>
                  <a:pt x="10184" y="22943"/>
                </a:lnTo>
                <a:lnTo>
                  <a:pt x="10284" y="22711"/>
                </a:lnTo>
                <a:lnTo>
                  <a:pt x="10372" y="22479"/>
                </a:lnTo>
                <a:lnTo>
                  <a:pt x="10460" y="22247"/>
                </a:lnTo>
                <a:lnTo>
                  <a:pt x="10548" y="22054"/>
                </a:lnTo>
                <a:lnTo>
                  <a:pt x="10686" y="21823"/>
                </a:lnTo>
                <a:lnTo>
                  <a:pt x="10786" y="21591"/>
                </a:lnTo>
                <a:lnTo>
                  <a:pt x="10874" y="21346"/>
                </a:lnTo>
                <a:lnTo>
                  <a:pt x="10962" y="21114"/>
                </a:lnTo>
                <a:lnTo>
                  <a:pt x="11050" y="20883"/>
                </a:lnTo>
                <a:lnTo>
                  <a:pt x="11188" y="20651"/>
                </a:lnTo>
                <a:lnTo>
                  <a:pt x="11289" y="20406"/>
                </a:lnTo>
                <a:lnTo>
                  <a:pt x="11377" y="20175"/>
                </a:lnTo>
                <a:lnTo>
                  <a:pt x="11464" y="19943"/>
                </a:lnTo>
                <a:lnTo>
                  <a:pt x="11565" y="19711"/>
                </a:lnTo>
                <a:lnTo>
                  <a:pt x="11690" y="19479"/>
                </a:lnTo>
                <a:lnTo>
                  <a:pt x="11791" y="19235"/>
                </a:lnTo>
                <a:lnTo>
                  <a:pt x="11879" y="19003"/>
                </a:lnTo>
                <a:lnTo>
                  <a:pt x="11967" y="18771"/>
                </a:lnTo>
                <a:lnTo>
                  <a:pt x="12067" y="18539"/>
                </a:lnTo>
                <a:lnTo>
                  <a:pt x="12193" y="18295"/>
                </a:lnTo>
                <a:lnTo>
                  <a:pt x="12293" y="18063"/>
                </a:lnTo>
                <a:lnTo>
                  <a:pt x="12381" y="17831"/>
                </a:lnTo>
                <a:lnTo>
                  <a:pt x="12469" y="17600"/>
                </a:lnTo>
                <a:lnTo>
                  <a:pt x="12569" y="17368"/>
                </a:lnTo>
                <a:lnTo>
                  <a:pt x="12695" y="17123"/>
                </a:lnTo>
                <a:lnTo>
                  <a:pt x="12795" y="16891"/>
                </a:lnTo>
                <a:lnTo>
                  <a:pt x="12883" y="16660"/>
                </a:lnTo>
                <a:lnTo>
                  <a:pt x="12971" y="16428"/>
                </a:lnTo>
                <a:lnTo>
                  <a:pt x="13072" y="16183"/>
                </a:lnTo>
                <a:lnTo>
                  <a:pt x="13210" y="15952"/>
                </a:lnTo>
                <a:lnTo>
                  <a:pt x="13298" y="15720"/>
                </a:lnTo>
                <a:lnTo>
                  <a:pt x="13386" y="15488"/>
                </a:lnTo>
                <a:lnTo>
                  <a:pt x="13474" y="15256"/>
                </a:lnTo>
                <a:lnTo>
                  <a:pt x="13574" y="15063"/>
                </a:lnTo>
                <a:lnTo>
                  <a:pt x="13712" y="14831"/>
                </a:lnTo>
                <a:lnTo>
                  <a:pt x="13800" y="14600"/>
                </a:lnTo>
                <a:lnTo>
                  <a:pt x="13888" y="14355"/>
                </a:lnTo>
                <a:lnTo>
                  <a:pt x="13976" y="14123"/>
                </a:lnTo>
                <a:lnTo>
                  <a:pt x="14076" y="13892"/>
                </a:lnTo>
                <a:lnTo>
                  <a:pt x="14214" y="13660"/>
                </a:lnTo>
                <a:lnTo>
                  <a:pt x="14302" y="13415"/>
                </a:lnTo>
                <a:lnTo>
                  <a:pt x="14390" y="13183"/>
                </a:lnTo>
                <a:lnTo>
                  <a:pt x="14478" y="12952"/>
                </a:lnTo>
                <a:lnTo>
                  <a:pt x="14579" y="12720"/>
                </a:lnTo>
                <a:lnTo>
                  <a:pt x="14717" y="12488"/>
                </a:lnTo>
                <a:lnTo>
                  <a:pt x="14805" y="12244"/>
                </a:lnTo>
                <a:lnTo>
                  <a:pt x="14893" y="12012"/>
                </a:lnTo>
                <a:lnTo>
                  <a:pt x="14980" y="11780"/>
                </a:lnTo>
                <a:lnTo>
                  <a:pt x="15081" y="11548"/>
                </a:lnTo>
                <a:lnTo>
                  <a:pt x="15219" y="11304"/>
                </a:lnTo>
                <a:lnTo>
                  <a:pt x="15307" y="11072"/>
                </a:lnTo>
                <a:lnTo>
                  <a:pt x="15395" y="10840"/>
                </a:lnTo>
                <a:lnTo>
                  <a:pt x="15495" y="10608"/>
                </a:lnTo>
                <a:lnTo>
                  <a:pt x="15583" y="10377"/>
                </a:lnTo>
                <a:lnTo>
                  <a:pt x="15721" y="10132"/>
                </a:lnTo>
                <a:lnTo>
                  <a:pt x="15809" y="9900"/>
                </a:lnTo>
                <a:lnTo>
                  <a:pt x="15897" y="9669"/>
                </a:lnTo>
                <a:lnTo>
                  <a:pt x="15998" y="9437"/>
                </a:lnTo>
                <a:lnTo>
                  <a:pt x="16086" y="9192"/>
                </a:lnTo>
                <a:lnTo>
                  <a:pt x="16224" y="8960"/>
                </a:lnTo>
                <a:lnTo>
                  <a:pt x="16312" y="8729"/>
                </a:lnTo>
                <a:lnTo>
                  <a:pt x="16399" y="8497"/>
                </a:lnTo>
                <a:lnTo>
                  <a:pt x="16500" y="8265"/>
                </a:lnTo>
                <a:lnTo>
                  <a:pt x="16588" y="8021"/>
                </a:lnTo>
                <a:lnTo>
                  <a:pt x="16726" y="7789"/>
                </a:lnTo>
                <a:lnTo>
                  <a:pt x="16814" y="7557"/>
                </a:lnTo>
                <a:lnTo>
                  <a:pt x="16902" y="7274"/>
                </a:lnTo>
                <a:lnTo>
                  <a:pt x="17002" y="7042"/>
                </a:lnTo>
                <a:lnTo>
                  <a:pt x="17090" y="6810"/>
                </a:lnTo>
                <a:lnTo>
                  <a:pt x="17228" y="6566"/>
                </a:lnTo>
                <a:lnTo>
                  <a:pt x="17316" y="6334"/>
                </a:lnTo>
                <a:lnTo>
                  <a:pt x="17404" y="6102"/>
                </a:lnTo>
                <a:lnTo>
                  <a:pt x="17505" y="5870"/>
                </a:lnTo>
                <a:lnTo>
                  <a:pt x="17592" y="5626"/>
                </a:lnTo>
                <a:lnTo>
                  <a:pt x="17731" y="5394"/>
                </a:lnTo>
                <a:lnTo>
                  <a:pt x="17818" y="5162"/>
                </a:lnTo>
                <a:lnTo>
                  <a:pt x="17906" y="4931"/>
                </a:lnTo>
                <a:lnTo>
                  <a:pt x="18007" y="4699"/>
                </a:lnTo>
                <a:lnTo>
                  <a:pt x="18095" y="4454"/>
                </a:lnTo>
                <a:lnTo>
                  <a:pt x="18233" y="4222"/>
                </a:lnTo>
                <a:lnTo>
                  <a:pt x="18321" y="3991"/>
                </a:lnTo>
                <a:lnTo>
                  <a:pt x="18409" y="3759"/>
                </a:lnTo>
                <a:lnTo>
                  <a:pt x="18509" y="3514"/>
                </a:lnTo>
                <a:lnTo>
                  <a:pt x="18597" y="3283"/>
                </a:lnTo>
                <a:lnTo>
                  <a:pt x="18735" y="3051"/>
                </a:lnTo>
                <a:lnTo>
                  <a:pt x="18823" y="2819"/>
                </a:lnTo>
                <a:lnTo>
                  <a:pt x="18911" y="2587"/>
                </a:lnTo>
                <a:lnTo>
                  <a:pt x="19011" y="2343"/>
                </a:lnTo>
                <a:lnTo>
                  <a:pt x="19099" y="2111"/>
                </a:lnTo>
                <a:lnTo>
                  <a:pt x="19237" y="1879"/>
                </a:lnTo>
                <a:lnTo>
                  <a:pt x="19325" y="1647"/>
                </a:lnTo>
                <a:lnTo>
                  <a:pt x="19426" y="1403"/>
                </a:lnTo>
                <a:lnTo>
                  <a:pt x="19514" y="1171"/>
                </a:lnTo>
                <a:lnTo>
                  <a:pt x="19652" y="939"/>
                </a:lnTo>
                <a:lnTo>
                  <a:pt x="19740" y="708"/>
                </a:lnTo>
                <a:lnTo>
                  <a:pt x="19828" y="476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8341124" y="2874550"/>
            <a:ext cx="20016" cy="47856"/>
          </a:xfrm>
          <a:custGeom>
            <a:avLst/>
            <a:gdLst/>
            <a:ahLst/>
            <a:cxnLst/>
            <a:rect l="l" t="t" r="r" b="b"/>
            <a:pathLst>
              <a:path w="20016" h="47856">
                <a:moveTo>
                  <a:pt x="0" y="47856"/>
                </a:moveTo>
                <a:lnTo>
                  <a:pt x="138" y="47572"/>
                </a:lnTo>
                <a:lnTo>
                  <a:pt x="226" y="47341"/>
                </a:lnTo>
                <a:lnTo>
                  <a:pt x="313" y="47109"/>
                </a:lnTo>
                <a:lnTo>
                  <a:pt x="414" y="46877"/>
                </a:lnTo>
                <a:lnTo>
                  <a:pt x="502" y="46633"/>
                </a:lnTo>
                <a:lnTo>
                  <a:pt x="640" y="46401"/>
                </a:lnTo>
                <a:lnTo>
                  <a:pt x="728" y="46169"/>
                </a:lnTo>
                <a:lnTo>
                  <a:pt x="816" y="45937"/>
                </a:lnTo>
                <a:lnTo>
                  <a:pt x="916" y="45693"/>
                </a:lnTo>
                <a:lnTo>
                  <a:pt x="1004" y="45461"/>
                </a:lnTo>
                <a:lnTo>
                  <a:pt x="1142" y="45229"/>
                </a:lnTo>
                <a:lnTo>
                  <a:pt x="1230" y="44998"/>
                </a:lnTo>
                <a:lnTo>
                  <a:pt x="1318" y="44766"/>
                </a:lnTo>
                <a:lnTo>
                  <a:pt x="1418" y="44521"/>
                </a:lnTo>
                <a:lnTo>
                  <a:pt x="1506" y="44289"/>
                </a:lnTo>
                <a:lnTo>
                  <a:pt x="1645" y="44058"/>
                </a:lnTo>
                <a:lnTo>
                  <a:pt x="1732" y="43826"/>
                </a:lnTo>
                <a:lnTo>
                  <a:pt x="1820" y="43581"/>
                </a:lnTo>
                <a:lnTo>
                  <a:pt x="1921" y="43311"/>
                </a:lnTo>
                <a:lnTo>
                  <a:pt x="2009" y="43066"/>
                </a:lnTo>
                <a:lnTo>
                  <a:pt x="2147" y="42835"/>
                </a:lnTo>
                <a:lnTo>
                  <a:pt x="2235" y="42603"/>
                </a:lnTo>
                <a:lnTo>
                  <a:pt x="2323" y="42371"/>
                </a:lnTo>
                <a:lnTo>
                  <a:pt x="2423" y="42126"/>
                </a:lnTo>
                <a:lnTo>
                  <a:pt x="2511" y="41895"/>
                </a:lnTo>
                <a:lnTo>
                  <a:pt x="2649" y="41663"/>
                </a:lnTo>
                <a:lnTo>
                  <a:pt x="2737" y="41431"/>
                </a:lnTo>
                <a:lnTo>
                  <a:pt x="2837" y="41199"/>
                </a:lnTo>
                <a:lnTo>
                  <a:pt x="2925" y="40955"/>
                </a:lnTo>
                <a:lnTo>
                  <a:pt x="3013" y="40723"/>
                </a:lnTo>
                <a:lnTo>
                  <a:pt x="3151" y="40491"/>
                </a:lnTo>
                <a:lnTo>
                  <a:pt x="3239" y="40260"/>
                </a:lnTo>
                <a:lnTo>
                  <a:pt x="3340" y="39976"/>
                </a:lnTo>
                <a:lnTo>
                  <a:pt x="3428" y="39745"/>
                </a:lnTo>
                <a:lnTo>
                  <a:pt x="3516" y="39500"/>
                </a:lnTo>
                <a:lnTo>
                  <a:pt x="3654" y="39268"/>
                </a:lnTo>
                <a:lnTo>
                  <a:pt x="3742" y="39036"/>
                </a:lnTo>
                <a:lnTo>
                  <a:pt x="3842" y="38805"/>
                </a:lnTo>
                <a:lnTo>
                  <a:pt x="3930" y="38560"/>
                </a:lnTo>
                <a:lnTo>
                  <a:pt x="4018" y="38328"/>
                </a:lnTo>
                <a:lnTo>
                  <a:pt x="4156" y="38097"/>
                </a:lnTo>
                <a:lnTo>
                  <a:pt x="4244" y="37865"/>
                </a:lnTo>
                <a:lnTo>
                  <a:pt x="4344" y="37633"/>
                </a:lnTo>
                <a:lnTo>
                  <a:pt x="4432" y="37388"/>
                </a:lnTo>
                <a:lnTo>
                  <a:pt x="4520" y="37157"/>
                </a:lnTo>
                <a:lnTo>
                  <a:pt x="4658" y="36873"/>
                </a:lnTo>
                <a:lnTo>
                  <a:pt x="4746" y="36642"/>
                </a:lnTo>
                <a:lnTo>
                  <a:pt x="4847" y="36410"/>
                </a:lnTo>
                <a:lnTo>
                  <a:pt x="4935" y="36178"/>
                </a:lnTo>
                <a:lnTo>
                  <a:pt x="5022" y="35934"/>
                </a:lnTo>
                <a:lnTo>
                  <a:pt x="5161" y="35702"/>
                </a:lnTo>
                <a:lnTo>
                  <a:pt x="5248" y="35470"/>
                </a:lnTo>
                <a:lnTo>
                  <a:pt x="5349" y="35238"/>
                </a:lnTo>
                <a:lnTo>
                  <a:pt x="5437" y="35007"/>
                </a:lnTo>
                <a:lnTo>
                  <a:pt x="5525" y="34762"/>
                </a:lnTo>
                <a:lnTo>
                  <a:pt x="5663" y="34530"/>
                </a:lnTo>
                <a:lnTo>
                  <a:pt x="5751" y="34247"/>
                </a:lnTo>
                <a:lnTo>
                  <a:pt x="5851" y="34015"/>
                </a:lnTo>
                <a:lnTo>
                  <a:pt x="5939" y="33783"/>
                </a:lnTo>
                <a:lnTo>
                  <a:pt x="6027" y="33552"/>
                </a:lnTo>
                <a:lnTo>
                  <a:pt x="6165" y="33307"/>
                </a:lnTo>
                <a:lnTo>
                  <a:pt x="6253" y="33075"/>
                </a:lnTo>
                <a:lnTo>
                  <a:pt x="6354" y="32844"/>
                </a:lnTo>
                <a:lnTo>
                  <a:pt x="6441" y="32612"/>
                </a:lnTo>
                <a:lnTo>
                  <a:pt x="6529" y="32367"/>
                </a:lnTo>
                <a:lnTo>
                  <a:pt x="6667" y="32135"/>
                </a:lnTo>
                <a:lnTo>
                  <a:pt x="6768" y="31852"/>
                </a:lnTo>
                <a:lnTo>
                  <a:pt x="6856" y="31620"/>
                </a:lnTo>
                <a:lnTo>
                  <a:pt x="6944" y="31389"/>
                </a:lnTo>
                <a:lnTo>
                  <a:pt x="7032" y="31157"/>
                </a:lnTo>
                <a:lnTo>
                  <a:pt x="7170" y="30912"/>
                </a:lnTo>
                <a:lnTo>
                  <a:pt x="7270" y="30681"/>
                </a:lnTo>
                <a:lnTo>
                  <a:pt x="7358" y="30449"/>
                </a:lnTo>
                <a:lnTo>
                  <a:pt x="7446" y="30217"/>
                </a:lnTo>
                <a:lnTo>
                  <a:pt x="7534" y="29985"/>
                </a:lnTo>
                <a:lnTo>
                  <a:pt x="7672" y="29702"/>
                </a:lnTo>
                <a:lnTo>
                  <a:pt x="7773" y="29457"/>
                </a:lnTo>
                <a:lnTo>
                  <a:pt x="7860" y="29226"/>
                </a:lnTo>
                <a:lnTo>
                  <a:pt x="7948" y="28994"/>
                </a:lnTo>
                <a:lnTo>
                  <a:pt x="8036" y="28762"/>
                </a:lnTo>
                <a:lnTo>
                  <a:pt x="8174" y="28530"/>
                </a:lnTo>
                <a:lnTo>
                  <a:pt x="8275" y="28286"/>
                </a:lnTo>
                <a:lnTo>
                  <a:pt x="8363" y="28054"/>
                </a:lnTo>
                <a:lnTo>
                  <a:pt x="8451" y="27822"/>
                </a:lnTo>
                <a:lnTo>
                  <a:pt x="8539" y="27539"/>
                </a:lnTo>
                <a:lnTo>
                  <a:pt x="8677" y="27307"/>
                </a:lnTo>
                <a:lnTo>
                  <a:pt x="8777" y="27076"/>
                </a:lnTo>
                <a:lnTo>
                  <a:pt x="8865" y="26831"/>
                </a:lnTo>
                <a:lnTo>
                  <a:pt x="8953" y="26599"/>
                </a:lnTo>
                <a:lnTo>
                  <a:pt x="9053" y="26367"/>
                </a:lnTo>
                <a:lnTo>
                  <a:pt x="9179" y="26136"/>
                </a:lnTo>
                <a:lnTo>
                  <a:pt x="9279" y="25891"/>
                </a:lnTo>
                <a:lnTo>
                  <a:pt x="9367" y="25621"/>
                </a:lnTo>
                <a:lnTo>
                  <a:pt x="9455" y="25376"/>
                </a:lnTo>
                <a:lnTo>
                  <a:pt x="9556" y="25144"/>
                </a:lnTo>
                <a:lnTo>
                  <a:pt x="9681" y="24913"/>
                </a:lnTo>
                <a:lnTo>
                  <a:pt x="9782" y="24681"/>
                </a:lnTo>
                <a:lnTo>
                  <a:pt x="9870" y="24449"/>
                </a:lnTo>
                <a:lnTo>
                  <a:pt x="9958" y="24204"/>
                </a:lnTo>
                <a:lnTo>
                  <a:pt x="10058" y="23973"/>
                </a:lnTo>
                <a:lnTo>
                  <a:pt x="10196" y="23689"/>
                </a:lnTo>
                <a:lnTo>
                  <a:pt x="10284" y="23458"/>
                </a:lnTo>
                <a:lnTo>
                  <a:pt x="10372" y="23226"/>
                </a:lnTo>
                <a:lnTo>
                  <a:pt x="10460" y="22994"/>
                </a:lnTo>
                <a:lnTo>
                  <a:pt x="10560" y="22750"/>
                </a:lnTo>
                <a:lnTo>
                  <a:pt x="10698" y="22518"/>
                </a:lnTo>
                <a:lnTo>
                  <a:pt x="10786" y="22286"/>
                </a:lnTo>
                <a:lnTo>
                  <a:pt x="10874" y="22054"/>
                </a:lnTo>
                <a:lnTo>
                  <a:pt x="10962" y="21771"/>
                </a:lnTo>
                <a:lnTo>
                  <a:pt x="11063" y="21539"/>
                </a:lnTo>
                <a:lnTo>
                  <a:pt x="11201" y="21295"/>
                </a:lnTo>
                <a:lnTo>
                  <a:pt x="11289" y="21063"/>
                </a:lnTo>
                <a:lnTo>
                  <a:pt x="11377" y="20831"/>
                </a:lnTo>
                <a:lnTo>
                  <a:pt x="11464" y="20599"/>
                </a:lnTo>
                <a:lnTo>
                  <a:pt x="11565" y="20355"/>
                </a:lnTo>
                <a:lnTo>
                  <a:pt x="11703" y="20084"/>
                </a:lnTo>
                <a:lnTo>
                  <a:pt x="11791" y="19840"/>
                </a:lnTo>
                <a:lnTo>
                  <a:pt x="11879" y="19608"/>
                </a:lnTo>
                <a:lnTo>
                  <a:pt x="11967" y="19376"/>
                </a:lnTo>
                <a:lnTo>
                  <a:pt x="12067" y="19145"/>
                </a:lnTo>
                <a:lnTo>
                  <a:pt x="12205" y="18900"/>
                </a:lnTo>
                <a:lnTo>
                  <a:pt x="12293" y="18668"/>
                </a:lnTo>
                <a:lnTo>
                  <a:pt x="12381" y="18385"/>
                </a:lnTo>
                <a:lnTo>
                  <a:pt x="12469" y="18153"/>
                </a:lnTo>
                <a:lnTo>
                  <a:pt x="12569" y="17921"/>
                </a:lnTo>
                <a:lnTo>
                  <a:pt x="12708" y="17690"/>
                </a:lnTo>
                <a:lnTo>
                  <a:pt x="12795" y="17445"/>
                </a:lnTo>
                <a:lnTo>
                  <a:pt x="12883" y="17213"/>
                </a:lnTo>
                <a:lnTo>
                  <a:pt x="12984" y="16982"/>
                </a:lnTo>
                <a:lnTo>
                  <a:pt x="13072" y="16698"/>
                </a:lnTo>
                <a:lnTo>
                  <a:pt x="13210" y="16467"/>
                </a:lnTo>
                <a:lnTo>
                  <a:pt x="13298" y="16235"/>
                </a:lnTo>
                <a:lnTo>
                  <a:pt x="13386" y="16003"/>
                </a:lnTo>
                <a:lnTo>
                  <a:pt x="13486" y="15758"/>
                </a:lnTo>
                <a:lnTo>
                  <a:pt x="13574" y="15527"/>
                </a:lnTo>
                <a:lnTo>
                  <a:pt x="13712" y="15295"/>
                </a:lnTo>
                <a:lnTo>
                  <a:pt x="13800" y="15012"/>
                </a:lnTo>
                <a:lnTo>
                  <a:pt x="13888" y="14780"/>
                </a:lnTo>
                <a:lnTo>
                  <a:pt x="13988" y="14548"/>
                </a:lnTo>
                <a:lnTo>
                  <a:pt x="14076" y="14304"/>
                </a:lnTo>
                <a:lnTo>
                  <a:pt x="14214" y="14072"/>
                </a:lnTo>
                <a:lnTo>
                  <a:pt x="14302" y="13840"/>
                </a:lnTo>
                <a:lnTo>
                  <a:pt x="14390" y="13557"/>
                </a:lnTo>
                <a:lnTo>
                  <a:pt x="14491" y="13325"/>
                </a:lnTo>
                <a:lnTo>
                  <a:pt x="14579" y="13093"/>
                </a:lnTo>
                <a:lnTo>
                  <a:pt x="14717" y="12849"/>
                </a:lnTo>
                <a:lnTo>
                  <a:pt x="14805" y="12617"/>
                </a:lnTo>
                <a:lnTo>
                  <a:pt x="14893" y="12385"/>
                </a:lnTo>
                <a:lnTo>
                  <a:pt x="14993" y="12153"/>
                </a:lnTo>
                <a:lnTo>
                  <a:pt x="15081" y="11870"/>
                </a:lnTo>
                <a:lnTo>
                  <a:pt x="15219" y="11638"/>
                </a:lnTo>
                <a:lnTo>
                  <a:pt x="15307" y="11394"/>
                </a:lnTo>
                <a:lnTo>
                  <a:pt x="15395" y="11162"/>
                </a:lnTo>
                <a:lnTo>
                  <a:pt x="15495" y="10930"/>
                </a:lnTo>
                <a:lnTo>
                  <a:pt x="15583" y="10699"/>
                </a:lnTo>
                <a:lnTo>
                  <a:pt x="15721" y="10415"/>
                </a:lnTo>
                <a:lnTo>
                  <a:pt x="15809" y="10184"/>
                </a:lnTo>
                <a:lnTo>
                  <a:pt x="15897" y="9939"/>
                </a:lnTo>
                <a:lnTo>
                  <a:pt x="15998" y="9707"/>
                </a:lnTo>
                <a:lnTo>
                  <a:pt x="16086" y="9475"/>
                </a:lnTo>
                <a:lnTo>
                  <a:pt x="16224" y="9244"/>
                </a:lnTo>
                <a:lnTo>
                  <a:pt x="16312" y="8960"/>
                </a:lnTo>
                <a:lnTo>
                  <a:pt x="16412" y="8729"/>
                </a:lnTo>
                <a:lnTo>
                  <a:pt x="16500" y="8484"/>
                </a:lnTo>
                <a:lnTo>
                  <a:pt x="16588" y="8252"/>
                </a:lnTo>
                <a:lnTo>
                  <a:pt x="16726" y="8021"/>
                </a:lnTo>
                <a:lnTo>
                  <a:pt x="16814" y="7789"/>
                </a:lnTo>
                <a:lnTo>
                  <a:pt x="16914" y="7506"/>
                </a:lnTo>
                <a:lnTo>
                  <a:pt x="17002" y="7274"/>
                </a:lnTo>
                <a:lnTo>
                  <a:pt x="17090" y="7029"/>
                </a:lnTo>
                <a:lnTo>
                  <a:pt x="17228" y="6797"/>
                </a:lnTo>
                <a:lnTo>
                  <a:pt x="17316" y="6566"/>
                </a:lnTo>
                <a:lnTo>
                  <a:pt x="17417" y="6282"/>
                </a:lnTo>
                <a:lnTo>
                  <a:pt x="17505" y="6051"/>
                </a:lnTo>
                <a:lnTo>
                  <a:pt x="17592" y="5819"/>
                </a:lnTo>
                <a:lnTo>
                  <a:pt x="17731" y="5574"/>
                </a:lnTo>
                <a:lnTo>
                  <a:pt x="17818" y="5343"/>
                </a:lnTo>
                <a:lnTo>
                  <a:pt x="17919" y="5111"/>
                </a:lnTo>
                <a:lnTo>
                  <a:pt x="18007" y="4828"/>
                </a:lnTo>
                <a:lnTo>
                  <a:pt x="18095" y="4596"/>
                </a:lnTo>
                <a:lnTo>
                  <a:pt x="18233" y="4364"/>
                </a:lnTo>
                <a:lnTo>
                  <a:pt x="18321" y="4119"/>
                </a:lnTo>
                <a:lnTo>
                  <a:pt x="18421" y="3888"/>
                </a:lnTo>
                <a:lnTo>
                  <a:pt x="18509" y="3656"/>
                </a:lnTo>
                <a:lnTo>
                  <a:pt x="18597" y="3373"/>
                </a:lnTo>
                <a:lnTo>
                  <a:pt x="18735" y="3141"/>
                </a:lnTo>
                <a:lnTo>
                  <a:pt x="18823" y="2909"/>
                </a:lnTo>
                <a:lnTo>
                  <a:pt x="18923" y="2665"/>
                </a:lnTo>
                <a:lnTo>
                  <a:pt x="19011" y="2433"/>
                </a:lnTo>
                <a:lnTo>
                  <a:pt x="19099" y="2150"/>
                </a:lnTo>
                <a:lnTo>
                  <a:pt x="19237" y="1918"/>
                </a:lnTo>
                <a:lnTo>
                  <a:pt x="19325" y="1686"/>
                </a:lnTo>
                <a:lnTo>
                  <a:pt x="19426" y="1454"/>
                </a:lnTo>
                <a:lnTo>
                  <a:pt x="19514" y="1223"/>
                </a:lnTo>
                <a:lnTo>
                  <a:pt x="19602" y="939"/>
                </a:lnTo>
                <a:lnTo>
                  <a:pt x="19740" y="695"/>
                </a:lnTo>
                <a:lnTo>
                  <a:pt x="19828" y="463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8361141" y="2825754"/>
            <a:ext cx="20016" cy="48796"/>
          </a:xfrm>
          <a:custGeom>
            <a:avLst/>
            <a:gdLst/>
            <a:ahLst/>
            <a:cxnLst/>
            <a:rect l="l" t="t" r="r" b="b"/>
            <a:pathLst>
              <a:path w="20016" h="48796">
                <a:moveTo>
                  <a:pt x="0" y="48796"/>
                </a:moveTo>
                <a:lnTo>
                  <a:pt x="87" y="48564"/>
                </a:lnTo>
                <a:lnTo>
                  <a:pt x="226" y="48281"/>
                </a:lnTo>
                <a:lnTo>
                  <a:pt x="326" y="48036"/>
                </a:lnTo>
                <a:lnTo>
                  <a:pt x="414" y="47804"/>
                </a:lnTo>
                <a:lnTo>
                  <a:pt x="502" y="47572"/>
                </a:lnTo>
                <a:lnTo>
                  <a:pt x="590" y="47341"/>
                </a:lnTo>
                <a:lnTo>
                  <a:pt x="728" y="47058"/>
                </a:lnTo>
                <a:lnTo>
                  <a:pt x="828" y="46826"/>
                </a:lnTo>
                <a:lnTo>
                  <a:pt x="916" y="46581"/>
                </a:lnTo>
                <a:lnTo>
                  <a:pt x="1004" y="46349"/>
                </a:lnTo>
                <a:lnTo>
                  <a:pt x="1092" y="46118"/>
                </a:lnTo>
                <a:lnTo>
                  <a:pt x="1230" y="45834"/>
                </a:lnTo>
                <a:lnTo>
                  <a:pt x="1331" y="45603"/>
                </a:lnTo>
                <a:lnTo>
                  <a:pt x="1418" y="45371"/>
                </a:lnTo>
                <a:lnTo>
                  <a:pt x="1506" y="45126"/>
                </a:lnTo>
                <a:lnTo>
                  <a:pt x="1594" y="44895"/>
                </a:lnTo>
                <a:lnTo>
                  <a:pt x="1732" y="44611"/>
                </a:lnTo>
                <a:lnTo>
                  <a:pt x="1833" y="44380"/>
                </a:lnTo>
                <a:lnTo>
                  <a:pt x="1921" y="44148"/>
                </a:lnTo>
                <a:lnTo>
                  <a:pt x="2009" y="43916"/>
                </a:lnTo>
                <a:lnTo>
                  <a:pt x="2097" y="43684"/>
                </a:lnTo>
                <a:lnTo>
                  <a:pt x="2235" y="43401"/>
                </a:lnTo>
                <a:lnTo>
                  <a:pt x="2335" y="43156"/>
                </a:lnTo>
                <a:lnTo>
                  <a:pt x="2423" y="42925"/>
                </a:lnTo>
                <a:lnTo>
                  <a:pt x="2511" y="42693"/>
                </a:lnTo>
                <a:lnTo>
                  <a:pt x="2611" y="42461"/>
                </a:lnTo>
                <a:lnTo>
                  <a:pt x="2737" y="42178"/>
                </a:lnTo>
                <a:lnTo>
                  <a:pt x="2837" y="41946"/>
                </a:lnTo>
                <a:lnTo>
                  <a:pt x="2925" y="41702"/>
                </a:lnTo>
                <a:lnTo>
                  <a:pt x="3013" y="41470"/>
                </a:lnTo>
                <a:lnTo>
                  <a:pt x="3114" y="41238"/>
                </a:lnTo>
                <a:lnTo>
                  <a:pt x="3239" y="40955"/>
                </a:lnTo>
                <a:lnTo>
                  <a:pt x="3340" y="40723"/>
                </a:lnTo>
                <a:lnTo>
                  <a:pt x="3428" y="40491"/>
                </a:lnTo>
                <a:lnTo>
                  <a:pt x="3516" y="40247"/>
                </a:lnTo>
                <a:lnTo>
                  <a:pt x="3616" y="40015"/>
                </a:lnTo>
                <a:lnTo>
                  <a:pt x="3742" y="39732"/>
                </a:lnTo>
                <a:lnTo>
                  <a:pt x="3842" y="39500"/>
                </a:lnTo>
                <a:lnTo>
                  <a:pt x="3930" y="39268"/>
                </a:lnTo>
                <a:lnTo>
                  <a:pt x="4018" y="39036"/>
                </a:lnTo>
                <a:lnTo>
                  <a:pt x="4118" y="38792"/>
                </a:lnTo>
                <a:lnTo>
                  <a:pt x="4256" y="38521"/>
                </a:lnTo>
                <a:lnTo>
                  <a:pt x="4344" y="38277"/>
                </a:lnTo>
                <a:lnTo>
                  <a:pt x="4432" y="38045"/>
                </a:lnTo>
                <a:lnTo>
                  <a:pt x="4520" y="37813"/>
                </a:lnTo>
                <a:lnTo>
                  <a:pt x="4621" y="37582"/>
                </a:lnTo>
                <a:lnTo>
                  <a:pt x="4759" y="37298"/>
                </a:lnTo>
                <a:lnTo>
                  <a:pt x="4847" y="37067"/>
                </a:lnTo>
                <a:lnTo>
                  <a:pt x="4935" y="36822"/>
                </a:lnTo>
                <a:lnTo>
                  <a:pt x="5022" y="36590"/>
                </a:lnTo>
                <a:lnTo>
                  <a:pt x="5123" y="36307"/>
                </a:lnTo>
                <a:lnTo>
                  <a:pt x="5261" y="36075"/>
                </a:lnTo>
                <a:lnTo>
                  <a:pt x="5349" y="35843"/>
                </a:lnTo>
                <a:lnTo>
                  <a:pt x="5437" y="35612"/>
                </a:lnTo>
                <a:lnTo>
                  <a:pt x="5525" y="35367"/>
                </a:lnTo>
                <a:lnTo>
                  <a:pt x="5625" y="35097"/>
                </a:lnTo>
                <a:lnTo>
                  <a:pt x="5763" y="34852"/>
                </a:lnTo>
                <a:lnTo>
                  <a:pt x="5851" y="34620"/>
                </a:lnTo>
                <a:lnTo>
                  <a:pt x="5939" y="34389"/>
                </a:lnTo>
                <a:lnTo>
                  <a:pt x="6027" y="34157"/>
                </a:lnTo>
                <a:lnTo>
                  <a:pt x="6128" y="33874"/>
                </a:lnTo>
                <a:lnTo>
                  <a:pt x="6266" y="33642"/>
                </a:lnTo>
                <a:lnTo>
                  <a:pt x="6354" y="33397"/>
                </a:lnTo>
                <a:lnTo>
                  <a:pt x="6441" y="33165"/>
                </a:lnTo>
                <a:lnTo>
                  <a:pt x="6542" y="32882"/>
                </a:lnTo>
                <a:lnTo>
                  <a:pt x="6630" y="32650"/>
                </a:lnTo>
                <a:lnTo>
                  <a:pt x="6768" y="32419"/>
                </a:lnTo>
                <a:lnTo>
                  <a:pt x="6856" y="32187"/>
                </a:lnTo>
                <a:lnTo>
                  <a:pt x="6944" y="31942"/>
                </a:lnTo>
                <a:lnTo>
                  <a:pt x="7044" y="31672"/>
                </a:lnTo>
                <a:lnTo>
                  <a:pt x="7132" y="31427"/>
                </a:lnTo>
                <a:lnTo>
                  <a:pt x="7270" y="31196"/>
                </a:lnTo>
                <a:lnTo>
                  <a:pt x="7358" y="30964"/>
                </a:lnTo>
                <a:lnTo>
                  <a:pt x="7446" y="30681"/>
                </a:lnTo>
                <a:lnTo>
                  <a:pt x="7546" y="30449"/>
                </a:lnTo>
                <a:lnTo>
                  <a:pt x="7634" y="30217"/>
                </a:lnTo>
                <a:lnTo>
                  <a:pt x="7773" y="29972"/>
                </a:lnTo>
                <a:lnTo>
                  <a:pt x="7860" y="29741"/>
                </a:lnTo>
                <a:lnTo>
                  <a:pt x="7948" y="29457"/>
                </a:lnTo>
                <a:lnTo>
                  <a:pt x="8049" y="29226"/>
                </a:lnTo>
                <a:lnTo>
                  <a:pt x="8137" y="28994"/>
                </a:lnTo>
                <a:lnTo>
                  <a:pt x="8275" y="28762"/>
                </a:lnTo>
                <a:lnTo>
                  <a:pt x="8363" y="28479"/>
                </a:lnTo>
                <a:lnTo>
                  <a:pt x="8451" y="28234"/>
                </a:lnTo>
                <a:lnTo>
                  <a:pt x="8551" y="28003"/>
                </a:lnTo>
                <a:lnTo>
                  <a:pt x="8639" y="27771"/>
                </a:lnTo>
                <a:lnTo>
                  <a:pt x="8777" y="27539"/>
                </a:lnTo>
                <a:lnTo>
                  <a:pt x="8865" y="27256"/>
                </a:lnTo>
                <a:lnTo>
                  <a:pt x="8953" y="27024"/>
                </a:lnTo>
                <a:lnTo>
                  <a:pt x="9053" y="26792"/>
                </a:lnTo>
                <a:lnTo>
                  <a:pt x="9141" y="26548"/>
                </a:lnTo>
                <a:lnTo>
                  <a:pt x="9279" y="26264"/>
                </a:lnTo>
                <a:lnTo>
                  <a:pt x="9367" y="26033"/>
                </a:lnTo>
                <a:lnTo>
                  <a:pt x="9455" y="25801"/>
                </a:lnTo>
                <a:lnTo>
                  <a:pt x="9556" y="25569"/>
                </a:lnTo>
                <a:lnTo>
                  <a:pt x="9644" y="25337"/>
                </a:lnTo>
                <a:lnTo>
                  <a:pt x="9782" y="25054"/>
                </a:lnTo>
                <a:lnTo>
                  <a:pt x="9870" y="24810"/>
                </a:lnTo>
                <a:lnTo>
                  <a:pt x="9958" y="24578"/>
                </a:lnTo>
                <a:lnTo>
                  <a:pt x="10058" y="24346"/>
                </a:lnTo>
                <a:lnTo>
                  <a:pt x="10146" y="24063"/>
                </a:lnTo>
                <a:lnTo>
                  <a:pt x="10284" y="23831"/>
                </a:lnTo>
                <a:lnTo>
                  <a:pt x="10372" y="23599"/>
                </a:lnTo>
                <a:lnTo>
                  <a:pt x="10472" y="23355"/>
                </a:lnTo>
                <a:lnTo>
                  <a:pt x="10560" y="23084"/>
                </a:lnTo>
                <a:lnTo>
                  <a:pt x="10648" y="22840"/>
                </a:lnTo>
                <a:lnTo>
                  <a:pt x="10786" y="22608"/>
                </a:lnTo>
                <a:lnTo>
                  <a:pt x="10874" y="22376"/>
                </a:lnTo>
                <a:lnTo>
                  <a:pt x="10975" y="22144"/>
                </a:lnTo>
                <a:lnTo>
                  <a:pt x="11063" y="21861"/>
                </a:lnTo>
                <a:lnTo>
                  <a:pt x="11150" y="21629"/>
                </a:lnTo>
                <a:lnTo>
                  <a:pt x="11289" y="21385"/>
                </a:lnTo>
                <a:lnTo>
                  <a:pt x="11377" y="21153"/>
                </a:lnTo>
                <a:lnTo>
                  <a:pt x="11477" y="20870"/>
                </a:lnTo>
                <a:lnTo>
                  <a:pt x="11565" y="20638"/>
                </a:lnTo>
                <a:lnTo>
                  <a:pt x="11653" y="20406"/>
                </a:lnTo>
                <a:lnTo>
                  <a:pt x="11791" y="20175"/>
                </a:lnTo>
                <a:lnTo>
                  <a:pt x="11879" y="19891"/>
                </a:lnTo>
                <a:lnTo>
                  <a:pt x="11979" y="19660"/>
                </a:lnTo>
                <a:lnTo>
                  <a:pt x="12067" y="19415"/>
                </a:lnTo>
                <a:lnTo>
                  <a:pt x="12155" y="19183"/>
                </a:lnTo>
                <a:lnTo>
                  <a:pt x="12293" y="18900"/>
                </a:lnTo>
                <a:lnTo>
                  <a:pt x="12381" y="18668"/>
                </a:lnTo>
                <a:lnTo>
                  <a:pt x="12482" y="18436"/>
                </a:lnTo>
                <a:lnTo>
                  <a:pt x="12569" y="18205"/>
                </a:lnTo>
                <a:lnTo>
                  <a:pt x="12657" y="17960"/>
                </a:lnTo>
                <a:lnTo>
                  <a:pt x="12795" y="17677"/>
                </a:lnTo>
                <a:lnTo>
                  <a:pt x="12883" y="17445"/>
                </a:lnTo>
                <a:lnTo>
                  <a:pt x="12984" y="17213"/>
                </a:lnTo>
                <a:lnTo>
                  <a:pt x="13072" y="16982"/>
                </a:lnTo>
                <a:lnTo>
                  <a:pt x="13160" y="16698"/>
                </a:lnTo>
                <a:lnTo>
                  <a:pt x="13298" y="16467"/>
                </a:lnTo>
                <a:lnTo>
                  <a:pt x="13386" y="16235"/>
                </a:lnTo>
                <a:lnTo>
                  <a:pt x="13486" y="15990"/>
                </a:lnTo>
                <a:lnTo>
                  <a:pt x="13574" y="15707"/>
                </a:lnTo>
                <a:lnTo>
                  <a:pt x="13662" y="15475"/>
                </a:lnTo>
                <a:lnTo>
                  <a:pt x="13800" y="15243"/>
                </a:lnTo>
                <a:lnTo>
                  <a:pt x="13901" y="15012"/>
                </a:lnTo>
                <a:lnTo>
                  <a:pt x="13988" y="14728"/>
                </a:lnTo>
                <a:lnTo>
                  <a:pt x="14076" y="14497"/>
                </a:lnTo>
                <a:lnTo>
                  <a:pt x="14164" y="14252"/>
                </a:lnTo>
                <a:lnTo>
                  <a:pt x="14302" y="14020"/>
                </a:lnTo>
                <a:lnTo>
                  <a:pt x="14403" y="13737"/>
                </a:lnTo>
                <a:lnTo>
                  <a:pt x="14491" y="13505"/>
                </a:lnTo>
                <a:lnTo>
                  <a:pt x="14579" y="13274"/>
                </a:lnTo>
                <a:lnTo>
                  <a:pt x="14667" y="13042"/>
                </a:lnTo>
                <a:lnTo>
                  <a:pt x="14805" y="12759"/>
                </a:lnTo>
                <a:lnTo>
                  <a:pt x="14905" y="12527"/>
                </a:lnTo>
                <a:lnTo>
                  <a:pt x="14993" y="12282"/>
                </a:lnTo>
                <a:lnTo>
                  <a:pt x="15081" y="12050"/>
                </a:lnTo>
                <a:lnTo>
                  <a:pt x="15169" y="11767"/>
                </a:lnTo>
                <a:lnTo>
                  <a:pt x="15307" y="11535"/>
                </a:lnTo>
                <a:lnTo>
                  <a:pt x="15407" y="11304"/>
                </a:lnTo>
                <a:lnTo>
                  <a:pt x="15495" y="11072"/>
                </a:lnTo>
                <a:lnTo>
                  <a:pt x="15583" y="10827"/>
                </a:lnTo>
                <a:lnTo>
                  <a:pt x="15671" y="10557"/>
                </a:lnTo>
                <a:lnTo>
                  <a:pt x="15809" y="10312"/>
                </a:lnTo>
                <a:lnTo>
                  <a:pt x="15910" y="10081"/>
                </a:lnTo>
                <a:lnTo>
                  <a:pt x="15998" y="9849"/>
                </a:lnTo>
                <a:lnTo>
                  <a:pt x="16086" y="9566"/>
                </a:lnTo>
                <a:lnTo>
                  <a:pt x="16173" y="9334"/>
                </a:lnTo>
                <a:lnTo>
                  <a:pt x="16312" y="9102"/>
                </a:lnTo>
                <a:lnTo>
                  <a:pt x="16412" y="8857"/>
                </a:lnTo>
                <a:lnTo>
                  <a:pt x="16500" y="8574"/>
                </a:lnTo>
                <a:lnTo>
                  <a:pt x="16588" y="8342"/>
                </a:lnTo>
                <a:lnTo>
                  <a:pt x="16688" y="8111"/>
                </a:lnTo>
                <a:lnTo>
                  <a:pt x="16814" y="7879"/>
                </a:lnTo>
                <a:lnTo>
                  <a:pt x="16914" y="7596"/>
                </a:lnTo>
                <a:lnTo>
                  <a:pt x="17002" y="7364"/>
                </a:lnTo>
                <a:lnTo>
                  <a:pt x="17090" y="7119"/>
                </a:lnTo>
                <a:lnTo>
                  <a:pt x="17191" y="6888"/>
                </a:lnTo>
                <a:lnTo>
                  <a:pt x="17316" y="6604"/>
                </a:lnTo>
                <a:lnTo>
                  <a:pt x="17417" y="6373"/>
                </a:lnTo>
                <a:lnTo>
                  <a:pt x="17505" y="6141"/>
                </a:lnTo>
                <a:lnTo>
                  <a:pt x="17592" y="5909"/>
                </a:lnTo>
                <a:lnTo>
                  <a:pt x="17693" y="5626"/>
                </a:lnTo>
                <a:lnTo>
                  <a:pt x="17831" y="5394"/>
                </a:lnTo>
                <a:lnTo>
                  <a:pt x="17919" y="5149"/>
                </a:lnTo>
                <a:lnTo>
                  <a:pt x="18007" y="4918"/>
                </a:lnTo>
                <a:lnTo>
                  <a:pt x="18095" y="4634"/>
                </a:lnTo>
                <a:lnTo>
                  <a:pt x="18195" y="4403"/>
                </a:lnTo>
                <a:lnTo>
                  <a:pt x="18333" y="4171"/>
                </a:lnTo>
                <a:lnTo>
                  <a:pt x="18421" y="3939"/>
                </a:lnTo>
                <a:lnTo>
                  <a:pt x="18509" y="3656"/>
                </a:lnTo>
                <a:lnTo>
                  <a:pt x="18597" y="3424"/>
                </a:lnTo>
                <a:lnTo>
                  <a:pt x="18697" y="3180"/>
                </a:lnTo>
                <a:lnTo>
                  <a:pt x="18836" y="2948"/>
                </a:lnTo>
                <a:lnTo>
                  <a:pt x="18923" y="2665"/>
                </a:lnTo>
                <a:lnTo>
                  <a:pt x="19011" y="2433"/>
                </a:lnTo>
                <a:lnTo>
                  <a:pt x="19099" y="2201"/>
                </a:lnTo>
                <a:lnTo>
                  <a:pt x="19200" y="1969"/>
                </a:lnTo>
                <a:lnTo>
                  <a:pt x="19338" y="1686"/>
                </a:lnTo>
                <a:lnTo>
                  <a:pt x="19426" y="1454"/>
                </a:lnTo>
                <a:lnTo>
                  <a:pt x="19514" y="1210"/>
                </a:lnTo>
                <a:lnTo>
                  <a:pt x="19602" y="978"/>
                </a:lnTo>
                <a:lnTo>
                  <a:pt x="19702" y="695"/>
                </a:lnTo>
                <a:lnTo>
                  <a:pt x="19840" y="463"/>
                </a:lnTo>
                <a:lnTo>
                  <a:pt x="19928" y="231"/>
                </a:lnTo>
                <a:lnTo>
                  <a:pt x="2001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8381157" y="2813407"/>
            <a:ext cx="5035" cy="12347"/>
          </a:xfrm>
          <a:custGeom>
            <a:avLst/>
            <a:gdLst/>
            <a:ahLst/>
            <a:cxnLst/>
            <a:rect l="l" t="t" r="r" b="b"/>
            <a:pathLst>
              <a:path w="5035" h="12347">
                <a:moveTo>
                  <a:pt x="0" y="12347"/>
                </a:moveTo>
                <a:lnTo>
                  <a:pt x="100" y="12063"/>
                </a:lnTo>
                <a:lnTo>
                  <a:pt x="188" y="11819"/>
                </a:lnTo>
                <a:lnTo>
                  <a:pt x="326" y="11587"/>
                </a:lnTo>
                <a:lnTo>
                  <a:pt x="414" y="11355"/>
                </a:lnTo>
                <a:lnTo>
                  <a:pt x="502" y="11072"/>
                </a:lnTo>
                <a:lnTo>
                  <a:pt x="602" y="10840"/>
                </a:lnTo>
                <a:lnTo>
                  <a:pt x="690" y="10608"/>
                </a:lnTo>
                <a:lnTo>
                  <a:pt x="828" y="10364"/>
                </a:lnTo>
                <a:lnTo>
                  <a:pt x="916" y="10093"/>
                </a:lnTo>
                <a:lnTo>
                  <a:pt x="1004" y="9849"/>
                </a:lnTo>
                <a:lnTo>
                  <a:pt x="1105" y="9617"/>
                </a:lnTo>
                <a:lnTo>
                  <a:pt x="1192" y="9385"/>
                </a:lnTo>
                <a:lnTo>
                  <a:pt x="1331" y="9102"/>
                </a:lnTo>
                <a:lnTo>
                  <a:pt x="1418" y="8870"/>
                </a:lnTo>
                <a:lnTo>
                  <a:pt x="1506" y="8639"/>
                </a:lnTo>
                <a:lnTo>
                  <a:pt x="1607" y="8394"/>
                </a:lnTo>
                <a:lnTo>
                  <a:pt x="1695" y="8124"/>
                </a:lnTo>
                <a:lnTo>
                  <a:pt x="1833" y="7879"/>
                </a:lnTo>
                <a:lnTo>
                  <a:pt x="1921" y="7647"/>
                </a:lnTo>
                <a:lnTo>
                  <a:pt x="2009" y="7415"/>
                </a:lnTo>
                <a:lnTo>
                  <a:pt x="2109" y="7132"/>
                </a:lnTo>
                <a:lnTo>
                  <a:pt x="2197" y="6900"/>
                </a:lnTo>
                <a:lnTo>
                  <a:pt x="2335" y="6669"/>
                </a:lnTo>
                <a:lnTo>
                  <a:pt x="2423" y="6424"/>
                </a:lnTo>
                <a:lnTo>
                  <a:pt x="2511" y="6141"/>
                </a:lnTo>
                <a:lnTo>
                  <a:pt x="2611" y="5909"/>
                </a:lnTo>
                <a:lnTo>
                  <a:pt x="2699" y="5677"/>
                </a:lnTo>
                <a:lnTo>
                  <a:pt x="2837" y="5446"/>
                </a:lnTo>
                <a:lnTo>
                  <a:pt x="2925" y="5162"/>
                </a:lnTo>
                <a:lnTo>
                  <a:pt x="3013" y="4931"/>
                </a:lnTo>
                <a:lnTo>
                  <a:pt x="3114" y="4686"/>
                </a:lnTo>
                <a:lnTo>
                  <a:pt x="3202" y="4454"/>
                </a:lnTo>
                <a:lnTo>
                  <a:pt x="3340" y="4171"/>
                </a:lnTo>
                <a:lnTo>
                  <a:pt x="3428" y="3939"/>
                </a:lnTo>
                <a:lnTo>
                  <a:pt x="3516" y="3707"/>
                </a:lnTo>
                <a:lnTo>
                  <a:pt x="3616" y="3476"/>
                </a:lnTo>
                <a:lnTo>
                  <a:pt x="3704" y="3192"/>
                </a:lnTo>
                <a:lnTo>
                  <a:pt x="3842" y="2961"/>
                </a:lnTo>
                <a:lnTo>
                  <a:pt x="3930" y="2716"/>
                </a:lnTo>
                <a:lnTo>
                  <a:pt x="4030" y="2484"/>
                </a:lnTo>
                <a:lnTo>
                  <a:pt x="4118" y="2201"/>
                </a:lnTo>
                <a:lnTo>
                  <a:pt x="4206" y="1969"/>
                </a:lnTo>
                <a:lnTo>
                  <a:pt x="4344" y="1738"/>
                </a:lnTo>
                <a:lnTo>
                  <a:pt x="4432" y="1506"/>
                </a:lnTo>
                <a:lnTo>
                  <a:pt x="4533" y="1223"/>
                </a:lnTo>
                <a:lnTo>
                  <a:pt x="4621" y="991"/>
                </a:lnTo>
                <a:lnTo>
                  <a:pt x="4709" y="746"/>
                </a:lnTo>
                <a:lnTo>
                  <a:pt x="4847" y="514"/>
                </a:lnTo>
                <a:lnTo>
                  <a:pt x="4935" y="231"/>
                </a:lnTo>
                <a:lnTo>
                  <a:pt x="5035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7380716" y="4207105"/>
            <a:ext cx="1005476" cy="0"/>
          </a:xfrm>
          <a:custGeom>
            <a:avLst/>
            <a:gdLst/>
            <a:ahLst/>
            <a:cxnLst/>
            <a:rect l="l" t="t" r="r" b="b"/>
            <a:pathLst>
              <a:path w="1005476" h="0">
                <a:moveTo>
                  <a:pt x="0" y="0"/>
                </a:moveTo>
                <a:lnTo>
                  <a:pt x="1005476" y="0"/>
                </a:lnTo>
              </a:path>
            </a:pathLst>
          </a:custGeom>
          <a:ln w="1805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7380716" y="4207105"/>
            <a:ext cx="19927" cy="48741"/>
          </a:xfrm>
          <a:custGeom>
            <a:avLst/>
            <a:gdLst/>
            <a:ahLst/>
            <a:cxnLst/>
            <a:rect l="l" t="t" r="r" b="b"/>
            <a:pathLst>
              <a:path w="19927" h="48741">
                <a:moveTo>
                  <a:pt x="0" y="0"/>
                </a:moveTo>
                <a:lnTo>
                  <a:pt x="91" y="232"/>
                </a:lnTo>
                <a:lnTo>
                  <a:pt x="183" y="515"/>
                </a:lnTo>
                <a:lnTo>
                  <a:pt x="320" y="748"/>
                </a:lnTo>
                <a:lnTo>
                  <a:pt x="411" y="993"/>
                </a:lnTo>
                <a:lnTo>
                  <a:pt x="502" y="1225"/>
                </a:lnTo>
                <a:lnTo>
                  <a:pt x="593" y="1509"/>
                </a:lnTo>
                <a:lnTo>
                  <a:pt x="685" y="1741"/>
                </a:lnTo>
                <a:lnTo>
                  <a:pt x="822" y="1973"/>
                </a:lnTo>
                <a:lnTo>
                  <a:pt x="914" y="2205"/>
                </a:lnTo>
                <a:lnTo>
                  <a:pt x="1005" y="2489"/>
                </a:lnTo>
                <a:lnTo>
                  <a:pt x="1097" y="2721"/>
                </a:lnTo>
                <a:lnTo>
                  <a:pt x="1187" y="2966"/>
                </a:lnTo>
                <a:lnTo>
                  <a:pt x="1326" y="3198"/>
                </a:lnTo>
                <a:lnTo>
                  <a:pt x="1416" y="3482"/>
                </a:lnTo>
                <a:lnTo>
                  <a:pt x="1508" y="3714"/>
                </a:lnTo>
                <a:lnTo>
                  <a:pt x="1599" y="3946"/>
                </a:lnTo>
                <a:lnTo>
                  <a:pt x="1691" y="4178"/>
                </a:lnTo>
                <a:lnTo>
                  <a:pt x="1828" y="4462"/>
                </a:lnTo>
                <a:lnTo>
                  <a:pt x="1920" y="4694"/>
                </a:lnTo>
                <a:lnTo>
                  <a:pt x="2011" y="4939"/>
                </a:lnTo>
                <a:lnTo>
                  <a:pt x="2102" y="5172"/>
                </a:lnTo>
                <a:lnTo>
                  <a:pt x="2193" y="5455"/>
                </a:lnTo>
                <a:lnTo>
                  <a:pt x="2330" y="5688"/>
                </a:lnTo>
                <a:lnTo>
                  <a:pt x="2422" y="5920"/>
                </a:lnTo>
                <a:lnTo>
                  <a:pt x="2514" y="6152"/>
                </a:lnTo>
                <a:lnTo>
                  <a:pt x="2605" y="6436"/>
                </a:lnTo>
                <a:lnTo>
                  <a:pt x="2696" y="6681"/>
                </a:lnTo>
                <a:lnTo>
                  <a:pt x="2834" y="6913"/>
                </a:lnTo>
                <a:lnTo>
                  <a:pt x="2924" y="7145"/>
                </a:lnTo>
                <a:lnTo>
                  <a:pt x="3016" y="7429"/>
                </a:lnTo>
                <a:lnTo>
                  <a:pt x="3107" y="7661"/>
                </a:lnTo>
                <a:lnTo>
                  <a:pt x="3199" y="7893"/>
                </a:lnTo>
                <a:lnTo>
                  <a:pt x="3336" y="8138"/>
                </a:lnTo>
                <a:lnTo>
                  <a:pt x="3428" y="8409"/>
                </a:lnTo>
                <a:lnTo>
                  <a:pt x="3519" y="8654"/>
                </a:lnTo>
                <a:lnTo>
                  <a:pt x="3610" y="8886"/>
                </a:lnTo>
                <a:lnTo>
                  <a:pt x="3701" y="9118"/>
                </a:lnTo>
                <a:lnTo>
                  <a:pt x="3838" y="9402"/>
                </a:lnTo>
                <a:lnTo>
                  <a:pt x="3930" y="9634"/>
                </a:lnTo>
                <a:lnTo>
                  <a:pt x="4022" y="9866"/>
                </a:lnTo>
                <a:lnTo>
                  <a:pt x="4113" y="10112"/>
                </a:lnTo>
                <a:lnTo>
                  <a:pt x="4205" y="10382"/>
                </a:lnTo>
                <a:lnTo>
                  <a:pt x="4342" y="10627"/>
                </a:lnTo>
                <a:lnTo>
                  <a:pt x="4434" y="10860"/>
                </a:lnTo>
                <a:lnTo>
                  <a:pt x="4524" y="11092"/>
                </a:lnTo>
                <a:lnTo>
                  <a:pt x="4616" y="11376"/>
                </a:lnTo>
                <a:lnTo>
                  <a:pt x="4707" y="11608"/>
                </a:lnTo>
                <a:lnTo>
                  <a:pt x="4844" y="11840"/>
                </a:lnTo>
                <a:lnTo>
                  <a:pt x="4936" y="12085"/>
                </a:lnTo>
                <a:lnTo>
                  <a:pt x="5028" y="12369"/>
                </a:lnTo>
                <a:lnTo>
                  <a:pt x="5119" y="12601"/>
                </a:lnTo>
                <a:lnTo>
                  <a:pt x="5210" y="12833"/>
                </a:lnTo>
                <a:lnTo>
                  <a:pt x="5348" y="13065"/>
                </a:lnTo>
                <a:lnTo>
                  <a:pt x="5438" y="13349"/>
                </a:lnTo>
                <a:lnTo>
                  <a:pt x="5530" y="13581"/>
                </a:lnTo>
                <a:lnTo>
                  <a:pt x="5621" y="13826"/>
                </a:lnTo>
                <a:lnTo>
                  <a:pt x="5713" y="14058"/>
                </a:lnTo>
                <a:lnTo>
                  <a:pt x="5850" y="14342"/>
                </a:lnTo>
                <a:lnTo>
                  <a:pt x="5942" y="14574"/>
                </a:lnTo>
                <a:lnTo>
                  <a:pt x="6032" y="14806"/>
                </a:lnTo>
                <a:lnTo>
                  <a:pt x="6124" y="15039"/>
                </a:lnTo>
                <a:lnTo>
                  <a:pt x="6215" y="15322"/>
                </a:lnTo>
                <a:lnTo>
                  <a:pt x="6352" y="15555"/>
                </a:lnTo>
                <a:lnTo>
                  <a:pt x="6444" y="15800"/>
                </a:lnTo>
                <a:lnTo>
                  <a:pt x="6536" y="16032"/>
                </a:lnTo>
                <a:lnTo>
                  <a:pt x="6627" y="16316"/>
                </a:lnTo>
                <a:lnTo>
                  <a:pt x="6718" y="16548"/>
                </a:lnTo>
                <a:lnTo>
                  <a:pt x="6856" y="16780"/>
                </a:lnTo>
                <a:lnTo>
                  <a:pt x="6946" y="17012"/>
                </a:lnTo>
                <a:lnTo>
                  <a:pt x="7038" y="17296"/>
                </a:lnTo>
                <a:lnTo>
                  <a:pt x="7130" y="17528"/>
                </a:lnTo>
                <a:lnTo>
                  <a:pt x="7221" y="17773"/>
                </a:lnTo>
                <a:lnTo>
                  <a:pt x="7358" y="18005"/>
                </a:lnTo>
                <a:lnTo>
                  <a:pt x="7450" y="18289"/>
                </a:lnTo>
                <a:lnTo>
                  <a:pt x="7542" y="18521"/>
                </a:lnTo>
                <a:lnTo>
                  <a:pt x="7632" y="18753"/>
                </a:lnTo>
                <a:lnTo>
                  <a:pt x="7724" y="18985"/>
                </a:lnTo>
                <a:lnTo>
                  <a:pt x="7860" y="19269"/>
                </a:lnTo>
                <a:lnTo>
                  <a:pt x="7952" y="19501"/>
                </a:lnTo>
                <a:lnTo>
                  <a:pt x="8044" y="19746"/>
                </a:lnTo>
                <a:lnTo>
                  <a:pt x="8135" y="19979"/>
                </a:lnTo>
                <a:lnTo>
                  <a:pt x="8227" y="20262"/>
                </a:lnTo>
                <a:lnTo>
                  <a:pt x="8364" y="20494"/>
                </a:lnTo>
                <a:lnTo>
                  <a:pt x="8456" y="20727"/>
                </a:lnTo>
                <a:lnTo>
                  <a:pt x="8546" y="20959"/>
                </a:lnTo>
                <a:lnTo>
                  <a:pt x="8638" y="21243"/>
                </a:lnTo>
                <a:lnTo>
                  <a:pt x="8729" y="21488"/>
                </a:lnTo>
                <a:lnTo>
                  <a:pt x="8866" y="21720"/>
                </a:lnTo>
                <a:lnTo>
                  <a:pt x="8958" y="21952"/>
                </a:lnTo>
                <a:lnTo>
                  <a:pt x="9050" y="22236"/>
                </a:lnTo>
                <a:lnTo>
                  <a:pt x="9140" y="22468"/>
                </a:lnTo>
                <a:lnTo>
                  <a:pt x="9232" y="22700"/>
                </a:lnTo>
                <a:lnTo>
                  <a:pt x="9369" y="22945"/>
                </a:lnTo>
                <a:lnTo>
                  <a:pt x="9460" y="23216"/>
                </a:lnTo>
                <a:lnTo>
                  <a:pt x="9552" y="23461"/>
                </a:lnTo>
                <a:lnTo>
                  <a:pt x="9644" y="23693"/>
                </a:lnTo>
                <a:lnTo>
                  <a:pt x="9735" y="23925"/>
                </a:lnTo>
                <a:lnTo>
                  <a:pt x="9872" y="24158"/>
                </a:lnTo>
                <a:lnTo>
                  <a:pt x="9964" y="24441"/>
                </a:lnTo>
                <a:lnTo>
                  <a:pt x="10054" y="24673"/>
                </a:lnTo>
                <a:lnTo>
                  <a:pt x="10146" y="24918"/>
                </a:lnTo>
                <a:lnTo>
                  <a:pt x="10238" y="25151"/>
                </a:lnTo>
                <a:lnTo>
                  <a:pt x="10374" y="25434"/>
                </a:lnTo>
                <a:lnTo>
                  <a:pt x="10466" y="25667"/>
                </a:lnTo>
                <a:lnTo>
                  <a:pt x="10558" y="25899"/>
                </a:lnTo>
                <a:lnTo>
                  <a:pt x="10649" y="26131"/>
                </a:lnTo>
                <a:lnTo>
                  <a:pt x="10740" y="26415"/>
                </a:lnTo>
                <a:lnTo>
                  <a:pt x="10878" y="26647"/>
                </a:lnTo>
                <a:lnTo>
                  <a:pt x="10968" y="26892"/>
                </a:lnTo>
                <a:lnTo>
                  <a:pt x="11060" y="27124"/>
                </a:lnTo>
                <a:lnTo>
                  <a:pt x="11152" y="27408"/>
                </a:lnTo>
                <a:lnTo>
                  <a:pt x="11243" y="27640"/>
                </a:lnTo>
                <a:lnTo>
                  <a:pt x="11380" y="27872"/>
                </a:lnTo>
                <a:lnTo>
                  <a:pt x="11472" y="28104"/>
                </a:lnTo>
                <a:lnTo>
                  <a:pt x="11564" y="28388"/>
                </a:lnTo>
                <a:lnTo>
                  <a:pt x="11654" y="28633"/>
                </a:lnTo>
                <a:lnTo>
                  <a:pt x="11746" y="28865"/>
                </a:lnTo>
                <a:lnTo>
                  <a:pt x="11883" y="29097"/>
                </a:lnTo>
                <a:lnTo>
                  <a:pt x="11974" y="29381"/>
                </a:lnTo>
                <a:lnTo>
                  <a:pt x="12066" y="29613"/>
                </a:lnTo>
                <a:lnTo>
                  <a:pt x="12158" y="29846"/>
                </a:lnTo>
                <a:lnTo>
                  <a:pt x="12248" y="30078"/>
                </a:lnTo>
                <a:lnTo>
                  <a:pt x="12386" y="30361"/>
                </a:lnTo>
                <a:lnTo>
                  <a:pt x="12477" y="30607"/>
                </a:lnTo>
                <a:lnTo>
                  <a:pt x="12568" y="30839"/>
                </a:lnTo>
                <a:lnTo>
                  <a:pt x="12660" y="31071"/>
                </a:lnTo>
                <a:lnTo>
                  <a:pt x="12752" y="31303"/>
                </a:lnTo>
                <a:lnTo>
                  <a:pt x="12888" y="31587"/>
                </a:lnTo>
                <a:lnTo>
                  <a:pt x="12980" y="31819"/>
                </a:lnTo>
                <a:lnTo>
                  <a:pt x="13072" y="32064"/>
                </a:lnTo>
                <a:lnTo>
                  <a:pt x="13162" y="32296"/>
                </a:lnTo>
                <a:lnTo>
                  <a:pt x="13254" y="32580"/>
                </a:lnTo>
                <a:lnTo>
                  <a:pt x="13391" y="32812"/>
                </a:lnTo>
                <a:lnTo>
                  <a:pt x="13482" y="33044"/>
                </a:lnTo>
                <a:lnTo>
                  <a:pt x="13574" y="33276"/>
                </a:lnTo>
                <a:lnTo>
                  <a:pt x="13666" y="33560"/>
                </a:lnTo>
                <a:lnTo>
                  <a:pt x="13757" y="33792"/>
                </a:lnTo>
                <a:lnTo>
                  <a:pt x="13894" y="34037"/>
                </a:lnTo>
                <a:lnTo>
                  <a:pt x="13986" y="34270"/>
                </a:lnTo>
                <a:lnTo>
                  <a:pt x="14076" y="34553"/>
                </a:lnTo>
                <a:lnTo>
                  <a:pt x="14168" y="34785"/>
                </a:lnTo>
                <a:lnTo>
                  <a:pt x="14260" y="35018"/>
                </a:lnTo>
                <a:lnTo>
                  <a:pt x="14397" y="35250"/>
                </a:lnTo>
                <a:lnTo>
                  <a:pt x="14488" y="35495"/>
                </a:lnTo>
                <a:lnTo>
                  <a:pt x="14580" y="35766"/>
                </a:lnTo>
                <a:lnTo>
                  <a:pt x="14672" y="36011"/>
                </a:lnTo>
                <a:lnTo>
                  <a:pt x="14762" y="36243"/>
                </a:lnTo>
                <a:lnTo>
                  <a:pt x="14900" y="36475"/>
                </a:lnTo>
                <a:lnTo>
                  <a:pt x="14991" y="36759"/>
                </a:lnTo>
                <a:lnTo>
                  <a:pt x="15082" y="36991"/>
                </a:lnTo>
                <a:lnTo>
                  <a:pt x="15174" y="37223"/>
                </a:lnTo>
                <a:lnTo>
                  <a:pt x="15266" y="37468"/>
                </a:lnTo>
                <a:lnTo>
                  <a:pt x="15402" y="37752"/>
                </a:lnTo>
                <a:lnTo>
                  <a:pt x="15494" y="37984"/>
                </a:lnTo>
                <a:lnTo>
                  <a:pt x="15585" y="38216"/>
                </a:lnTo>
                <a:lnTo>
                  <a:pt x="15676" y="38449"/>
                </a:lnTo>
                <a:lnTo>
                  <a:pt x="15768" y="38681"/>
                </a:lnTo>
                <a:lnTo>
                  <a:pt x="15905" y="38964"/>
                </a:lnTo>
                <a:lnTo>
                  <a:pt x="15996" y="39210"/>
                </a:lnTo>
                <a:lnTo>
                  <a:pt x="16088" y="39442"/>
                </a:lnTo>
                <a:lnTo>
                  <a:pt x="16180" y="39674"/>
                </a:lnTo>
                <a:lnTo>
                  <a:pt x="16270" y="39958"/>
                </a:lnTo>
                <a:lnTo>
                  <a:pt x="16408" y="40190"/>
                </a:lnTo>
                <a:lnTo>
                  <a:pt x="16499" y="40422"/>
                </a:lnTo>
                <a:lnTo>
                  <a:pt x="16590" y="40654"/>
                </a:lnTo>
                <a:lnTo>
                  <a:pt x="16682" y="40899"/>
                </a:lnTo>
                <a:lnTo>
                  <a:pt x="16774" y="41183"/>
                </a:lnTo>
                <a:lnTo>
                  <a:pt x="16911" y="41415"/>
                </a:lnTo>
                <a:lnTo>
                  <a:pt x="17002" y="41647"/>
                </a:lnTo>
                <a:lnTo>
                  <a:pt x="17094" y="41879"/>
                </a:lnTo>
                <a:lnTo>
                  <a:pt x="17184" y="42163"/>
                </a:lnTo>
                <a:lnTo>
                  <a:pt x="17276" y="42395"/>
                </a:lnTo>
                <a:lnTo>
                  <a:pt x="17413" y="42640"/>
                </a:lnTo>
                <a:lnTo>
                  <a:pt x="17505" y="42873"/>
                </a:lnTo>
                <a:lnTo>
                  <a:pt x="17596" y="43105"/>
                </a:lnTo>
                <a:lnTo>
                  <a:pt x="17688" y="43388"/>
                </a:lnTo>
                <a:lnTo>
                  <a:pt x="17780" y="43621"/>
                </a:lnTo>
                <a:lnTo>
                  <a:pt x="17916" y="43853"/>
                </a:lnTo>
                <a:lnTo>
                  <a:pt x="18008" y="44098"/>
                </a:lnTo>
                <a:lnTo>
                  <a:pt x="18099" y="44369"/>
                </a:lnTo>
                <a:lnTo>
                  <a:pt x="18190" y="44614"/>
                </a:lnTo>
                <a:lnTo>
                  <a:pt x="18282" y="44846"/>
                </a:lnTo>
                <a:lnTo>
                  <a:pt x="18419" y="45078"/>
                </a:lnTo>
                <a:lnTo>
                  <a:pt x="18510" y="45310"/>
                </a:lnTo>
                <a:lnTo>
                  <a:pt x="18602" y="45594"/>
                </a:lnTo>
                <a:lnTo>
                  <a:pt x="18693" y="45826"/>
                </a:lnTo>
                <a:lnTo>
                  <a:pt x="18784" y="46071"/>
                </a:lnTo>
                <a:lnTo>
                  <a:pt x="18921" y="46303"/>
                </a:lnTo>
                <a:lnTo>
                  <a:pt x="19013" y="46587"/>
                </a:lnTo>
                <a:lnTo>
                  <a:pt x="19104" y="46819"/>
                </a:lnTo>
                <a:lnTo>
                  <a:pt x="19196" y="47052"/>
                </a:lnTo>
                <a:lnTo>
                  <a:pt x="19288" y="47284"/>
                </a:lnTo>
                <a:lnTo>
                  <a:pt x="19425" y="47529"/>
                </a:lnTo>
                <a:lnTo>
                  <a:pt x="19516" y="47800"/>
                </a:lnTo>
                <a:lnTo>
                  <a:pt x="19607" y="48045"/>
                </a:lnTo>
                <a:lnTo>
                  <a:pt x="19698" y="48277"/>
                </a:lnTo>
                <a:lnTo>
                  <a:pt x="19790" y="48509"/>
                </a:lnTo>
                <a:lnTo>
                  <a:pt x="19927" y="48741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7400644" y="4255847"/>
            <a:ext cx="19973" cy="48277"/>
          </a:xfrm>
          <a:custGeom>
            <a:avLst/>
            <a:gdLst/>
            <a:ahLst/>
            <a:cxnLst/>
            <a:rect l="l" t="t" r="r" b="b"/>
            <a:pathLst>
              <a:path w="19973" h="48277">
                <a:moveTo>
                  <a:pt x="0" y="0"/>
                </a:moveTo>
                <a:lnTo>
                  <a:pt x="91" y="283"/>
                </a:lnTo>
                <a:lnTo>
                  <a:pt x="183" y="515"/>
                </a:lnTo>
                <a:lnTo>
                  <a:pt x="275" y="760"/>
                </a:lnTo>
                <a:lnTo>
                  <a:pt x="365" y="993"/>
                </a:lnTo>
                <a:lnTo>
                  <a:pt x="503" y="1276"/>
                </a:lnTo>
                <a:lnTo>
                  <a:pt x="593" y="1509"/>
                </a:lnTo>
                <a:lnTo>
                  <a:pt x="685" y="1741"/>
                </a:lnTo>
                <a:lnTo>
                  <a:pt x="777" y="1973"/>
                </a:lnTo>
                <a:lnTo>
                  <a:pt x="868" y="2218"/>
                </a:lnTo>
                <a:lnTo>
                  <a:pt x="1005" y="2489"/>
                </a:lnTo>
                <a:lnTo>
                  <a:pt x="1097" y="2734"/>
                </a:lnTo>
                <a:lnTo>
                  <a:pt x="1189" y="2966"/>
                </a:lnTo>
                <a:lnTo>
                  <a:pt x="1279" y="3198"/>
                </a:lnTo>
                <a:lnTo>
                  <a:pt x="1371" y="3430"/>
                </a:lnTo>
                <a:lnTo>
                  <a:pt x="1508" y="3714"/>
                </a:lnTo>
                <a:lnTo>
                  <a:pt x="1599" y="3946"/>
                </a:lnTo>
                <a:lnTo>
                  <a:pt x="1691" y="4191"/>
                </a:lnTo>
                <a:lnTo>
                  <a:pt x="1783" y="4424"/>
                </a:lnTo>
                <a:lnTo>
                  <a:pt x="1873" y="4656"/>
                </a:lnTo>
                <a:lnTo>
                  <a:pt x="2011" y="4939"/>
                </a:lnTo>
                <a:lnTo>
                  <a:pt x="2102" y="5172"/>
                </a:lnTo>
                <a:lnTo>
                  <a:pt x="2193" y="5404"/>
                </a:lnTo>
                <a:lnTo>
                  <a:pt x="2285" y="5649"/>
                </a:lnTo>
                <a:lnTo>
                  <a:pt x="2377" y="5881"/>
                </a:lnTo>
                <a:lnTo>
                  <a:pt x="2514" y="6165"/>
                </a:lnTo>
                <a:lnTo>
                  <a:pt x="2605" y="6397"/>
                </a:lnTo>
                <a:lnTo>
                  <a:pt x="2697" y="6629"/>
                </a:lnTo>
                <a:lnTo>
                  <a:pt x="2787" y="6861"/>
                </a:lnTo>
                <a:lnTo>
                  <a:pt x="2879" y="7106"/>
                </a:lnTo>
                <a:lnTo>
                  <a:pt x="3016" y="7390"/>
                </a:lnTo>
                <a:lnTo>
                  <a:pt x="3107" y="7622"/>
                </a:lnTo>
                <a:lnTo>
                  <a:pt x="3199" y="7854"/>
                </a:lnTo>
                <a:lnTo>
                  <a:pt x="3291" y="8087"/>
                </a:lnTo>
                <a:lnTo>
                  <a:pt x="3382" y="8319"/>
                </a:lnTo>
                <a:lnTo>
                  <a:pt x="3519" y="8602"/>
                </a:lnTo>
                <a:lnTo>
                  <a:pt x="3611" y="8835"/>
                </a:lnTo>
                <a:lnTo>
                  <a:pt x="3701" y="9080"/>
                </a:lnTo>
                <a:lnTo>
                  <a:pt x="3793" y="9312"/>
                </a:lnTo>
                <a:lnTo>
                  <a:pt x="3885" y="9544"/>
                </a:lnTo>
                <a:lnTo>
                  <a:pt x="4022" y="9828"/>
                </a:lnTo>
                <a:lnTo>
                  <a:pt x="4113" y="10060"/>
                </a:lnTo>
                <a:lnTo>
                  <a:pt x="4205" y="10292"/>
                </a:lnTo>
                <a:lnTo>
                  <a:pt x="4295" y="10537"/>
                </a:lnTo>
                <a:lnTo>
                  <a:pt x="4387" y="10769"/>
                </a:lnTo>
                <a:lnTo>
                  <a:pt x="4524" y="11053"/>
                </a:lnTo>
                <a:lnTo>
                  <a:pt x="4616" y="11285"/>
                </a:lnTo>
                <a:lnTo>
                  <a:pt x="4707" y="11517"/>
                </a:lnTo>
                <a:lnTo>
                  <a:pt x="4799" y="11750"/>
                </a:lnTo>
                <a:lnTo>
                  <a:pt x="4891" y="11995"/>
                </a:lnTo>
                <a:lnTo>
                  <a:pt x="5028" y="12278"/>
                </a:lnTo>
                <a:lnTo>
                  <a:pt x="5119" y="12511"/>
                </a:lnTo>
                <a:lnTo>
                  <a:pt x="5210" y="12743"/>
                </a:lnTo>
                <a:lnTo>
                  <a:pt x="5301" y="12975"/>
                </a:lnTo>
                <a:lnTo>
                  <a:pt x="5393" y="13207"/>
                </a:lnTo>
                <a:lnTo>
                  <a:pt x="5530" y="13452"/>
                </a:lnTo>
                <a:lnTo>
                  <a:pt x="5621" y="13736"/>
                </a:lnTo>
                <a:lnTo>
                  <a:pt x="5713" y="13968"/>
                </a:lnTo>
                <a:lnTo>
                  <a:pt x="5805" y="14200"/>
                </a:lnTo>
                <a:lnTo>
                  <a:pt x="5895" y="14432"/>
                </a:lnTo>
                <a:lnTo>
                  <a:pt x="6033" y="14665"/>
                </a:lnTo>
                <a:lnTo>
                  <a:pt x="6124" y="14948"/>
                </a:lnTo>
                <a:lnTo>
                  <a:pt x="6215" y="15180"/>
                </a:lnTo>
                <a:lnTo>
                  <a:pt x="6307" y="15426"/>
                </a:lnTo>
                <a:lnTo>
                  <a:pt x="6399" y="15658"/>
                </a:lnTo>
                <a:lnTo>
                  <a:pt x="6536" y="15890"/>
                </a:lnTo>
                <a:lnTo>
                  <a:pt x="6627" y="16174"/>
                </a:lnTo>
                <a:lnTo>
                  <a:pt x="6719" y="16406"/>
                </a:lnTo>
                <a:lnTo>
                  <a:pt x="6809" y="16638"/>
                </a:lnTo>
                <a:lnTo>
                  <a:pt x="6901" y="16883"/>
                </a:lnTo>
                <a:lnTo>
                  <a:pt x="7038" y="17115"/>
                </a:lnTo>
                <a:lnTo>
                  <a:pt x="7130" y="17347"/>
                </a:lnTo>
                <a:lnTo>
                  <a:pt x="7221" y="17631"/>
                </a:lnTo>
                <a:lnTo>
                  <a:pt x="7313" y="17863"/>
                </a:lnTo>
                <a:lnTo>
                  <a:pt x="7405" y="18095"/>
                </a:lnTo>
                <a:lnTo>
                  <a:pt x="7542" y="18341"/>
                </a:lnTo>
                <a:lnTo>
                  <a:pt x="7632" y="18573"/>
                </a:lnTo>
                <a:lnTo>
                  <a:pt x="7724" y="18805"/>
                </a:lnTo>
                <a:lnTo>
                  <a:pt x="7815" y="19089"/>
                </a:lnTo>
                <a:lnTo>
                  <a:pt x="7907" y="19321"/>
                </a:lnTo>
                <a:lnTo>
                  <a:pt x="8044" y="19553"/>
                </a:lnTo>
                <a:lnTo>
                  <a:pt x="8135" y="19798"/>
                </a:lnTo>
                <a:lnTo>
                  <a:pt x="8227" y="20030"/>
                </a:lnTo>
                <a:lnTo>
                  <a:pt x="8318" y="20314"/>
                </a:lnTo>
                <a:lnTo>
                  <a:pt x="8409" y="20546"/>
                </a:lnTo>
                <a:lnTo>
                  <a:pt x="8546" y="20778"/>
                </a:lnTo>
                <a:lnTo>
                  <a:pt x="8638" y="21010"/>
                </a:lnTo>
                <a:lnTo>
                  <a:pt x="8729" y="21255"/>
                </a:lnTo>
                <a:lnTo>
                  <a:pt x="8821" y="21488"/>
                </a:lnTo>
                <a:lnTo>
                  <a:pt x="8913" y="21771"/>
                </a:lnTo>
                <a:lnTo>
                  <a:pt x="9050" y="22004"/>
                </a:lnTo>
                <a:lnTo>
                  <a:pt x="9141" y="22236"/>
                </a:lnTo>
                <a:lnTo>
                  <a:pt x="9232" y="22468"/>
                </a:lnTo>
                <a:lnTo>
                  <a:pt x="9323" y="22713"/>
                </a:lnTo>
                <a:lnTo>
                  <a:pt x="9415" y="22945"/>
                </a:lnTo>
                <a:lnTo>
                  <a:pt x="9552" y="23229"/>
                </a:lnTo>
                <a:lnTo>
                  <a:pt x="9644" y="23461"/>
                </a:lnTo>
                <a:lnTo>
                  <a:pt x="9735" y="23693"/>
                </a:lnTo>
                <a:lnTo>
                  <a:pt x="9827" y="23925"/>
                </a:lnTo>
                <a:lnTo>
                  <a:pt x="9917" y="24170"/>
                </a:lnTo>
                <a:lnTo>
                  <a:pt x="10056" y="24403"/>
                </a:lnTo>
                <a:lnTo>
                  <a:pt x="10146" y="24686"/>
                </a:lnTo>
                <a:lnTo>
                  <a:pt x="10238" y="24918"/>
                </a:lnTo>
                <a:lnTo>
                  <a:pt x="10329" y="25151"/>
                </a:lnTo>
                <a:lnTo>
                  <a:pt x="10421" y="25383"/>
                </a:lnTo>
                <a:lnTo>
                  <a:pt x="10558" y="25628"/>
                </a:lnTo>
                <a:lnTo>
                  <a:pt x="10649" y="25860"/>
                </a:lnTo>
                <a:lnTo>
                  <a:pt x="10740" y="26092"/>
                </a:lnTo>
                <a:lnTo>
                  <a:pt x="10832" y="26376"/>
                </a:lnTo>
                <a:lnTo>
                  <a:pt x="10923" y="26608"/>
                </a:lnTo>
                <a:lnTo>
                  <a:pt x="11060" y="26840"/>
                </a:lnTo>
                <a:lnTo>
                  <a:pt x="11152" y="27085"/>
                </a:lnTo>
                <a:lnTo>
                  <a:pt x="11243" y="27318"/>
                </a:lnTo>
                <a:lnTo>
                  <a:pt x="11335" y="27550"/>
                </a:lnTo>
                <a:lnTo>
                  <a:pt x="11426" y="27833"/>
                </a:lnTo>
                <a:lnTo>
                  <a:pt x="11564" y="28066"/>
                </a:lnTo>
                <a:lnTo>
                  <a:pt x="11654" y="28298"/>
                </a:lnTo>
                <a:lnTo>
                  <a:pt x="11746" y="28543"/>
                </a:lnTo>
                <a:lnTo>
                  <a:pt x="11837" y="28775"/>
                </a:lnTo>
                <a:lnTo>
                  <a:pt x="11929" y="29007"/>
                </a:lnTo>
                <a:lnTo>
                  <a:pt x="12066" y="29239"/>
                </a:lnTo>
                <a:lnTo>
                  <a:pt x="12158" y="29523"/>
                </a:lnTo>
                <a:lnTo>
                  <a:pt x="12249" y="29755"/>
                </a:lnTo>
                <a:lnTo>
                  <a:pt x="12340" y="29987"/>
                </a:lnTo>
                <a:lnTo>
                  <a:pt x="12431" y="30232"/>
                </a:lnTo>
                <a:lnTo>
                  <a:pt x="12568" y="30465"/>
                </a:lnTo>
                <a:lnTo>
                  <a:pt x="12660" y="30697"/>
                </a:lnTo>
                <a:lnTo>
                  <a:pt x="12752" y="30929"/>
                </a:lnTo>
                <a:lnTo>
                  <a:pt x="12843" y="31213"/>
                </a:lnTo>
                <a:lnTo>
                  <a:pt x="12935" y="31445"/>
                </a:lnTo>
                <a:lnTo>
                  <a:pt x="13072" y="31690"/>
                </a:lnTo>
                <a:lnTo>
                  <a:pt x="13163" y="31922"/>
                </a:lnTo>
                <a:lnTo>
                  <a:pt x="13254" y="32154"/>
                </a:lnTo>
                <a:lnTo>
                  <a:pt x="13346" y="32386"/>
                </a:lnTo>
                <a:lnTo>
                  <a:pt x="13437" y="32632"/>
                </a:lnTo>
                <a:lnTo>
                  <a:pt x="13574" y="32902"/>
                </a:lnTo>
                <a:lnTo>
                  <a:pt x="13666" y="33147"/>
                </a:lnTo>
                <a:lnTo>
                  <a:pt x="13757" y="33380"/>
                </a:lnTo>
                <a:lnTo>
                  <a:pt x="13848" y="33612"/>
                </a:lnTo>
                <a:lnTo>
                  <a:pt x="13940" y="33844"/>
                </a:lnTo>
                <a:lnTo>
                  <a:pt x="14076" y="34089"/>
                </a:lnTo>
                <a:lnTo>
                  <a:pt x="14168" y="34321"/>
                </a:lnTo>
                <a:lnTo>
                  <a:pt x="14260" y="34605"/>
                </a:lnTo>
                <a:lnTo>
                  <a:pt x="14351" y="34837"/>
                </a:lnTo>
                <a:lnTo>
                  <a:pt x="14443" y="35069"/>
                </a:lnTo>
                <a:lnTo>
                  <a:pt x="14580" y="35301"/>
                </a:lnTo>
                <a:lnTo>
                  <a:pt x="14672" y="35546"/>
                </a:lnTo>
                <a:lnTo>
                  <a:pt x="14762" y="35779"/>
                </a:lnTo>
                <a:lnTo>
                  <a:pt x="14854" y="36011"/>
                </a:lnTo>
                <a:lnTo>
                  <a:pt x="14945" y="36243"/>
                </a:lnTo>
                <a:lnTo>
                  <a:pt x="15082" y="36527"/>
                </a:lnTo>
                <a:lnTo>
                  <a:pt x="15174" y="36759"/>
                </a:lnTo>
                <a:lnTo>
                  <a:pt x="15266" y="37004"/>
                </a:lnTo>
                <a:lnTo>
                  <a:pt x="15357" y="37236"/>
                </a:lnTo>
                <a:lnTo>
                  <a:pt x="15448" y="37468"/>
                </a:lnTo>
                <a:lnTo>
                  <a:pt x="15586" y="37700"/>
                </a:lnTo>
                <a:lnTo>
                  <a:pt x="15676" y="37933"/>
                </a:lnTo>
                <a:lnTo>
                  <a:pt x="15768" y="38178"/>
                </a:lnTo>
                <a:lnTo>
                  <a:pt x="15860" y="38449"/>
                </a:lnTo>
                <a:lnTo>
                  <a:pt x="15951" y="38694"/>
                </a:lnTo>
                <a:lnTo>
                  <a:pt x="16088" y="38926"/>
                </a:lnTo>
                <a:lnTo>
                  <a:pt x="16180" y="39158"/>
                </a:lnTo>
                <a:lnTo>
                  <a:pt x="16271" y="39390"/>
                </a:lnTo>
                <a:lnTo>
                  <a:pt x="16362" y="39635"/>
                </a:lnTo>
                <a:lnTo>
                  <a:pt x="16454" y="39867"/>
                </a:lnTo>
                <a:lnTo>
                  <a:pt x="16590" y="40099"/>
                </a:lnTo>
                <a:lnTo>
                  <a:pt x="16682" y="40383"/>
                </a:lnTo>
                <a:lnTo>
                  <a:pt x="16774" y="40615"/>
                </a:lnTo>
                <a:lnTo>
                  <a:pt x="16865" y="40848"/>
                </a:lnTo>
                <a:lnTo>
                  <a:pt x="16956" y="41093"/>
                </a:lnTo>
                <a:lnTo>
                  <a:pt x="17094" y="41325"/>
                </a:lnTo>
                <a:lnTo>
                  <a:pt x="17184" y="41557"/>
                </a:lnTo>
                <a:lnTo>
                  <a:pt x="17276" y="41789"/>
                </a:lnTo>
                <a:lnTo>
                  <a:pt x="17368" y="42021"/>
                </a:lnTo>
                <a:lnTo>
                  <a:pt x="17459" y="42266"/>
                </a:lnTo>
                <a:lnTo>
                  <a:pt x="17596" y="42550"/>
                </a:lnTo>
                <a:lnTo>
                  <a:pt x="17688" y="42782"/>
                </a:lnTo>
                <a:lnTo>
                  <a:pt x="17780" y="43014"/>
                </a:lnTo>
                <a:lnTo>
                  <a:pt x="17870" y="43247"/>
                </a:lnTo>
                <a:lnTo>
                  <a:pt x="17962" y="43479"/>
                </a:lnTo>
                <a:lnTo>
                  <a:pt x="18099" y="43724"/>
                </a:lnTo>
                <a:lnTo>
                  <a:pt x="18190" y="43956"/>
                </a:lnTo>
                <a:lnTo>
                  <a:pt x="18282" y="44188"/>
                </a:lnTo>
                <a:lnTo>
                  <a:pt x="18374" y="44420"/>
                </a:lnTo>
                <a:lnTo>
                  <a:pt x="18465" y="44704"/>
                </a:lnTo>
                <a:lnTo>
                  <a:pt x="18602" y="44936"/>
                </a:lnTo>
                <a:lnTo>
                  <a:pt x="18694" y="45181"/>
                </a:lnTo>
                <a:lnTo>
                  <a:pt x="18784" y="45413"/>
                </a:lnTo>
                <a:lnTo>
                  <a:pt x="18876" y="45646"/>
                </a:lnTo>
                <a:lnTo>
                  <a:pt x="18968" y="45878"/>
                </a:lnTo>
                <a:lnTo>
                  <a:pt x="19104" y="46123"/>
                </a:lnTo>
                <a:lnTo>
                  <a:pt x="19196" y="46355"/>
                </a:lnTo>
                <a:lnTo>
                  <a:pt x="19288" y="46587"/>
                </a:lnTo>
                <a:lnTo>
                  <a:pt x="19379" y="46819"/>
                </a:lnTo>
                <a:lnTo>
                  <a:pt x="19470" y="47103"/>
                </a:lnTo>
                <a:lnTo>
                  <a:pt x="19608" y="47335"/>
                </a:lnTo>
                <a:lnTo>
                  <a:pt x="19698" y="47580"/>
                </a:lnTo>
                <a:lnTo>
                  <a:pt x="19790" y="47813"/>
                </a:lnTo>
                <a:lnTo>
                  <a:pt x="19882" y="48045"/>
                </a:lnTo>
                <a:lnTo>
                  <a:pt x="19973" y="48277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7420618" y="4304124"/>
            <a:ext cx="20019" cy="46729"/>
          </a:xfrm>
          <a:custGeom>
            <a:avLst/>
            <a:gdLst/>
            <a:ahLst/>
            <a:cxnLst/>
            <a:rect l="l" t="t" r="r" b="b"/>
            <a:pathLst>
              <a:path w="20019" h="46729">
                <a:moveTo>
                  <a:pt x="0" y="0"/>
                </a:moveTo>
                <a:lnTo>
                  <a:pt x="136" y="232"/>
                </a:lnTo>
                <a:lnTo>
                  <a:pt x="228" y="477"/>
                </a:lnTo>
                <a:lnTo>
                  <a:pt x="318" y="709"/>
                </a:lnTo>
                <a:lnTo>
                  <a:pt x="410" y="941"/>
                </a:lnTo>
                <a:lnTo>
                  <a:pt x="502" y="1173"/>
                </a:lnTo>
                <a:lnTo>
                  <a:pt x="639" y="1457"/>
                </a:lnTo>
                <a:lnTo>
                  <a:pt x="730" y="1689"/>
                </a:lnTo>
                <a:lnTo>
                  <a:pt x="822" y="1934"/>
                </a:lnTo>
                <a:lnTo>
                  <a:pt x="914" y="2166"/>
                </a:lnTo>
                <a:lnTo>
                  <a:pt x="1004" y="2399"/>
                </a:lnTo>
                <a:lnTo>
                  <a:pt x="1142" y="2631"/>
                </a:lnTo>
                <a:lnTo>
                  <a:pt x="1233" y="2863"/>
                </a:lnTo>
                <a:lnTo>
                  <a:pt x="1324" y="3108"/>
                </a:lnTo>
                <a:lnTo>
                  <a:pt x="1416" y="3340"/>
                </a:lnTo>
                <a:lnTo>
                  <a:pt x="1508" y="3572"/>
                </a:lnTo>
                <a:lnTo>
                  <a:pt x="1645" y="3804"/>
                </a:lnTo>
                <a:lnTo>
                  <a:pt x="1736" y="4049"/>
                </a:lnTo>
                <a:lnTo>
                  <a:pt x="1828" y="4282"/>
                </a:lnTo>
                <a:lnTo>
                  <a:pt x="1918" y="4565"/>
                </a:lnTo>
                <a:lnTo>
                  <a:pt x="2010" y="4798"/>
                </a:lnTo>
                <a:lnTo>
                  <a:pt x="2147" y="5030"/>
                </a:lnTo>
                <a:lnTo>
                  <a:pt x="2238" y="5262"/>
                </a:lnTo>
                <a:lnTo>
                  <a:pt x="2330" y="5507"/>
                </a:lnTo>
                <a:lnTo>
                  <a:pt x="2422" y="5739"/>
                </a:lnTo>
                <a:lnTo>
                  <a:pt x="2514" y="5971"/>
                </a:lnTo>
                <a:lnTo>
                  <a:pt x="2650" y="6203"/>
                </a:lnTo>
                <a:lnTo>
                  <a:pt x="2742" y="6436"/>
                </a:lnTo>
                <a:lnTo>
                  <a:pt x="2832" y="6681"/>
                </a:lnTo>
                <a:lnTo>
                  <a:pt x="2924" y="6913"/>
                </a:lnTo>
                <a:lnTo>
                  <a:pt x="3016" y="7145"/>
                </a:lnTo>
                <a:lnTo>
                  <a:pt x="3153" y="7377"/>
                </a:lnTo>
                <a:lnTo>
                  <a:pt x="3244" y="7622"/>
                </a:lnTo>
                <a:lnTo>
                  <a:pt x="3336" y="7893"/>
                </a:lnTo>
                <a:lnTo>
                  <a:pt x="3426" y="8138"/>
                </a:lnTo>
                <a:lnTo>
                  <a:pt x="3518" y="8370"/>
                </a:lnTo>
                <a:lnTo>
                  <a:pt x="3655" y="8602"/>
                </a:lnTo>
                <a:lnTo>
                  <a:pt x="3747" y="8835"/>
                </a:lnTo>
                <a:lnTo>
                  <a:pt x="3838" y="9080"/>
                </a:lnTo>
                <a:lnTo>
                  <a:pt x="3930" y="9312"/>
                </a:lnTo>
                <a:lnTo>
                  <a:pt x="4022" y="9544"/>
                </a:lnTo>
                <a:lnTo>
                  <a:pt x="4159" y="9776"/>
                </a:lnTo>
                <a:lnTo>
                  <a:pt x="4250" y="10008"/>
                </a:lnTo>
                <a:lnTo>
                  <a:pt x="4341" y="10253"/>
                </a:lnTo>
                <a:lnTo>
                  <a:pt x="4432" y="10486"/>
                </a:lnTo>
                <a:lnTo>
                  <a:pt x="4524" y="10718"/>
                </a:lnTo>
                <a:lnTo>
                  <a:pt x="4661" y="10950"/>
                </a:lnTo>
                <a:lnTo>
                  <a:pt x="4752" y="11195"/>
                </a:lnTo>
                <a:lnTo>
                  <a:pt x="4844" y="11427"/>
                </a:lnTo>
                <a:lnTo>
                  <a:pt x="4936" y="11659"/>
                </a:lnTo>
                <a:lnTo>
                  <a:pt x="5026" y="11891"/>
                </a:lnTo>
                <a:lnTo>
                  <a:pt x="5164" y="12175"/>
                </a:lnTo>
                <a:lnTo>
                  <a:pt x="5255" y="12407"/>
                </a:lnTo>
                <a:lnTo>
                  <a:pt x="5346" y="12652"/>
                </a:lnTo>
                <a:lnTo>
                  <a:pt x="5438" y="12885"/>
                </a:lnTo>
                <a:lnTo>
                  <a:pt x="5530" y="13117"/>
                </a:lnTo>
                <a:lnTo>
                  <a:pt x="5667" y="13349"/>
                </a:lnTo>
                <a:lnTo>
                  <a:pt x="5758" y="13581"/>
                </a:lnTo>
                <a:lnTo>
                  <a:pt x="5850" y="13826"/>
                </a:lnTo>
                <a:lnTo>
                  <a:pt x="5940" y="14058"/>
                </a:lnTo>
                <a:lnTo>
                  <a:pt x="6079" y="14291"/>
                </a:lnTo>
                <a:lnTo>
                  <a:pt x="6169" y="14523"/>
                </a:lnTo>
                <a:lnTo>
                  <a:pt x="6261" y="14768"/>
                </a:lnTo>
                <a:lnTo>
                  <a:pt x="6352" y="15000"/>
                </a:lnTo>
                <a:lnTo>
                  <a:pt x="6444" y="15232"/>
                </a:lnTo>
                <a:lnTo>
                  <a:pt x="6581" y="15464"/>
                </a:lnTo>
                <a:lnTo>
                  <a:pt x="6673" y="15696"/>
                </a:lnTo>
                <a:lnTo>
                  <a:pt x="6763" y="15941"/>
                </a:lnTo>
                <a:lnTo>
                  <a:pt x="6855" y="16174"/>
                </a:lnTo>
                <a:lnTo>
                  <a:pt x="6946" y="16406"/>
                </a:lnTo>
                <a:lnTo>
                  <a:pt x="7083" y="16638"/>
                </a:lnTo>
                <a:lnTo>
                  <a:pt x="7175" y="16883"/>
                </a:lnTo>
                <a:lnTo>
                  <a:pt x="7266" y="17115"/>
                </a:lnTo>
                <a:lnTo>
                  <a:pt x="7358" y="17347"/>
                </a:lnTo>
                <a:lnTo>
                  <a:pt x="7449" y="17580"/>
                </a:lnTo>
                <a:lnTo>
                  <a:pt x="7587" y="17812"/>
                </a:lnTo>
                <a:lnTo>
                  <a:pt x="7677" y="18057"/>
                </a:lnTo>
                <a:lnTo>
                  <a:pt x="7769" y="18289"/>
                </a:lnTo>
                <a:lnTo>
                  <a:pt x="7860" y="18521"/>
                </a:lnTo>
                <a:lnTo>
                  <a:pt x="7952" y="18753"/>
                </a:lnTo>
                <a:lnTo>
                  <a:pt x="8089" y="18998"/>
                </a:lnTo>
                <a:lnTo>
                  <a:pt x="8181" y="19230"/>
                </a:lnTo>
                <a:lnTo>
                  <a:pt x="8272" y="19463"/>
                </a:lnTo>
                <a:lnTo>
                  <a:pt x="8363" y="19746"/>
                </a:lnTo>
                <a:lnTo>
                  <a:pt x="8454" y="19979"/>
                </a:lnTo>
                <a:lnTo>
                  <a:pt x="8591" y="20211"/>
                </a:lnTo>
                <a:lnTo>
                  <a:pt x="8683" y="20456"/>
                </a:lnTo>
                <a:lnTo>
                  <a:pt x="8775" y="20688"/>
                </a:lnTo>
                <a:lnTo>
                  <a:pt x="8866" y="20920"/>
                </a:lnTo>
                <a:lnTo>
                  <a:pt x="8958" y="21152"/>
                </a:lnTo>
                <a:lnTo>
                  <a:pt x="9095" y="21384"/>
                </a:lnTo>
                <a:lnTo>
                  <a:pt x="9187" y="21630"/>
                </a:lnTo>
                <a:lnTo>
                  <a:pt x="9277" y="21862"/>
                </a:lnTo>
                <a:lnTo>
                  <a:pt x="9369" y="22094"/>
                </a:lnTo>
                <a:lnTo>
                  <a:pt x="9460" y="22326"/>
                </a:lnTo>
                <a:lnTo>
                  <a:pt x="9597" y="22571"/>
                </a:lnTo>
                <a:lnTo>
                  <a:pt x="9689" y="22803"/>
                </a:lnTo>
                <a:lnTo>
                  <a:pt x="9780" y="23035"/>
                </a:lnTo>
                <a:lnTo>
                  <a:pt x="9871" y="23268"/>
                </a:lnTo>
                <a:lnTo>
                  <a:pt x="9963" y="23500"/>
                </a:lnTo>
                <a:lnTo>
                  <a:pt x="10099" y="23745"/>
                </a:lnTo>
                <a:lnTo>
                  <a:pt x="10191" y="23977"/>
                </a:lnTo>
                <a:lnTo>
                  <a:pt x="10283" y="24209"/>
                </a:lnTo>
                <a:lnTo>
                  <a:pt x="10374" y="24441"/>
                </a:lnTo>
                <a:lnTo>
                  <a:pt x="10466" y="24686"/>
                </a:lnTo>
                <a:lnTo>
                  <a:pt x="10603" y="24918"/>
                </a:lnTo>
                <a:lnTo>
                  <a:pt x="10695" y="25151"/>
                </a:lnTo>
                <a:lnTo>
                  <a:pt x="10785" y="25383"/>
                </a:lnTo>
                <a:lnTo>
                  <a:pt x="10877" y="25615"/>
                </a:lnTo>
                <a:lnTo>
                  <a:pt x="10968" y="25860"/>
                </a:lnTo>
                <a:lnTo>
                  <a:pt x="11105" y="26092"/>
                </a:lnTo>
                <a:lnTo>
                  <a:pt x="11197" y="26324"/>
                </a:lnTo>
                <a:lnTo>
                  <a:pt x="11289" y="26557"/>
                </a:lnTo>
                <a:lnTo>
                  <a:pt x="11380" y="26802"/>
                </a:lnTo>
                <a:lnTo>
                  <a:pt x="11471" y="27034"/>
                </a:lnTo>
                <a:lnTo>
                  <a:pt x="11609" y="27266"/>
                </a:lnTo>
                <a:lnTo>
                  <a:pt x="11699" y="27459"/>
                </a:lnTo>
                <a:lnTo>
                  <a:pt x="11791" y="27692"/>
                </a:lnTo>
                <a:lnTo>
                  <a:pt x="11883" y="27924"/>
                </a:lnTo>
                <a:lnTo>
                  <a:pt x="11974" y="28156"/>
                </a:lnTo>
                <a:lnTo>
                  <a:pt x="12111" y="28388"/>
                </a:lnTo>
                <a:lnTo>
                  <a:pt x="12203" y="28633"/>
                </a:lnTo>
                <a:lnTo>
                  <a:pt x="12294" y="28865"/>
                </a:lnTo>
                <a:lnTo>
                  <a:pt x="12385" y="29097"/>
                </a:lnTo>
                <a:lnTo>
                  <a:pt x="12477" y="29330"/>
                </a:lnTo>
                <a:lnTo>
                  <a:pt x="12613" y="29575"/>
                </a:lnTo>
                <a:lnTo>
                  <a:pt x="12705" y="29807"/>
                </a:lnTo>
                <a:lnTo>
                  <a:pt x="12797" y="30039"/>
                </a:lnTo>
                <a:lnTo>
                  <a:pt x="12888" y="30271"/>
                </a:lnTo>
                <a:lnTo>
                  <a:pt x="12979" y="30503"/>
                </a:lnTo>
                <a:lnTo>
                  <a:pt x="13117" y="30748"/>
                </a:lnTo>
                <a:lnTo>
                  <a:pt x="13207" y="30981"/>
                </a:lnTo>
                <a:lnTo>
                  <a:pt x="13299" y="31213"/>
                </a:lnTo>
                <a:lnTo>
                  <a:pt x="13391" y="31445"/>
                </a:lnTo>
                <a:lnTo>
                  <a:pt x="13482" y="31690"/>
                </a:lnTo>
                <a:lnTo>
                  <a:pt x="13619" y="31922"/>
                </a:lnTo>
                <a:lnTo>
                  <a:pt x="13711" y="32154"/>
                </a:lnTo>
                <a:lnTo>
                  <a:pt x="13803" y="32386"/>
                </a:lnTo>
                <a:lnTo>
                  <a:pt x="13893" y="32619"/>
                </a:lnTo>
                <a:lnTo>
                  <a:pt x="13985" y="32864"/>
                </a:lnTo>
                <a:lnTo>
                  <a:pt x="14122" y="33096"/>
                </a:lnTo>
                <a:lnTo>
                  <a:pt x="14213" y="33328"/>
                </a:lnTo>
                <a:lnTo>
                  <a:pt x="14305" y="33560"/>
                </a:lnTo>
                <a:lnTo>
                  <a:pt x="14397" y="33805"/>
                </a:lnTo>
                <a:lnTo>
                  <a:pt x="14488" y="34037"/>
                </a:lnTo>
                <a:lnTo>
                  <a:pt x="14625" y="34270"/>
                </a:lnTo>
                <a:lnTo>
                  <a:pt x="14717" y="34463"/>
                </a:lnTo>
                <a:lnTo>
                  <a:pt x="14807" y="34695"/>
                </a:lnTo>
                <a:lnTo>
                  <a:pt x="14899" y="34927"/>
                </a:lnTo>
                <a:lnTo>
                  <a:pt x="14991" y="35160"/>
                </a:lnTo>
                <a:lnTo>
                  <a:pt x="15127" y="35392"/>
                </a:lnTo>
                <a:lnTo>
                  <a:pt x="15219" y="35637"/>
                </a:lnTo>
                <a:lnTo>
                  <a:pt x="15311" y="35869"/>
                </a:lnTo>
                <a:lnTo>
                  <a:pt x="15401" y="36101"/>
                </a:lnTo>
                <a:lnTo>
                  <a:pt x="15493" y="36333"/>
                </a:lnTo>
                <a:lnTo>
                  <a:pt x="15630" y="36578"/>
                </a:lnTo>
                <a:lnTo>
                  <a:pt x="15721" y="36810"/>
                </a:lnTo>
                <a:lnTo>
                  <a:pt x="15813" y="37043"/>
                </a:lnTo>
                <a:lnTo>
                  <a:pt x="15905" y="37275"/>
                </a:lnTo>
                <a:lnTo>
                  <a:pt x="15996" y="37507"/>
                </a:lnTo>
                <a:lnTo>
                  <a:pt x="16133" y="37752"/>
                </a:lnTo>
                <a:lnTo>
                  <a:pt x="16225" y="37984"/>
                </a:lnTo>
                <a:lnTo>
                  <a:pt x="16315" y="38216"/>
                </a:lnTo>
                <a:lnTo>
                  <a:pt x="16407" y="38410"/>
                </a:lnTo>
                <a:lnTo>
                  <a:pt x="16499" y="38642"/>
                </a:lnTo>
                <a:lnTo>
                  <a:pt x="16636" y="38874"/>
                </a:lnTo>
                <a:lnTo>
                  <a:pt x="16727" y="39106"/>
                </a:lnTo>
                <a:lnTo>
                  <a:pt x="16819" y="39351"/>
                </a:lnTo>
                <a:lnTo>
                  <a:pt x="16911" y="39584"/>
                </a:lnTo>
                <a:lnTo>
                  <a:pt x="17001" y="39816"/>
                </a:lnTo>
                <a:lnTo>
                  <a:pt x="17139" y="40048"/>
                </a:lnTo>
                <a:lnTo>
                  <a:pt x="17230" y="40280"/>
                </a:lnTo>
                <a:lnTo>
                  <a:pt x="17321" y="40525"/>
                </a:lnTo>
                <a:lnTo>
                  <a:pt x="17413" y="40757"/>
                </a:lnTo>
                <a:lnTo>
                  <a:pt x="17505" y="40989"/>
                </a:lnTo>
                <a:lnTo>
                  <a:pt x="17641" y="41222"/>
                </a:lnTo>
                <a:lnTo>
                  <a:pt x="17733" y="41467"/>
                </a:lnTo>
                <a:lnTo>
                  <a:pt x="17825" y="41647"/>
                </a:lnTo>
                <a:lnTo>
                  <a:pt x="17915" y="41879"/>
                </a:lnTo>
                <a:lnTo>
                  <a:pt x="18007" y="42124"/>
                </a:lnTo>
                <a:lnTo>
                  <a:pt x="18144" y="42357"/>
                </a:lnTo>
                <a:lnTo>
                  <a:pt x="18235" y="42589"/>
                </a:lnTo>
                <a:lnTo>
                  <a:pt x="18327" y="42821"/>
                </a:lnTo>
                <a:lnTo>
                  <a:pt x="18419" y="43053"/>
                </a:lnTo>
                <a:lnTo>
                  <a:pt x="18509" y="43298"/>
                </a:lnTo>
                <a:lnTo>
                  <a:pt x="18647" y="43530"/>
                </a:lnTo>
                <a:lnTo>
                  <a:pt x="18738" y="43763"/>
                </a:lnTo>
                <a:lnTo>
                  <a:pt x="18829" y="43995"/>
                </a:lnTo>
                <a:lnTo>
                  <a:pt x="18921" y="44188"/>
                </a:lnTo>
                <a:lnTo>
                  <a:pt x="19013" y="44420"/>
                </a:lnTo>
                <a:lnTo>
                  <a:pt x="19150" y="44652"/>
                </a:lnTo>
                <a:lnTo>
                  <a:pt x="19241" y="44898"/>
                </a:lnTo>
                <a:lnTo>
                  <a:pt x="19333" y="45130"/>
                </a:lnTo>
                <a:lnTo>
                  <a:pt x="19423" y="45362"/>
                </a:lnTo>
                <a:lnTo>
                  <a:pt x="19515" y="45594"/>
                </a:lnTo>
                <a:lnTo>
                  <a:pt x="19652" y="45839"/>
                </a:lnTo>
                <a:lnTo>
                  <a:pt x="19744" y="46071"/>
                </a:lnTo>
                <a:lnTo>
                  <a:pt x="19835" y="46252"/>
                </a:lnTo>
                <a:lnTo>
                  <a:pt x="19927" y="46497"/>
                </a:lnTo>
                <a:lnTo>
                  <a:pt x="20019" y="46729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7440637" y="4350854"/>
            <a:ext cx="20024" cy="44511"/>
          </a:xfrm>
          <a:custGeom>
            <a:avLst/>
            <a:gdLst/>
            <a:ahLst/>
            <a:cxnLst/>
            <a:rect l="l" t="t" r="r" b="b"/>
            <a:pathLst>
              <a:path w="20024" h="44511">
                <a:moveTo>
                  <a:pt x="0" y="0"/>
                </a:moveTo>
                <a:lnTo>
                  <a:pt x="136" y="232"/>
                </a:lnTo>
                <a:lnTo>
                  <a:pt x="228" y="464"/>
                </a:lnTo>
                <a:lnTo>
                  <a:pt x="318" y="696"/>
                </a:lnTo>
                <a:lnTo>
                  <a:pt x="410" y="941"/>
                </a:lnTo>
                <a:lnTo>
                  <a:pt x="502" y="1173"/>
                </a:lnTo>
                <a:lnTo>
                  <a:pt x="639" y="1405"/>
                </a:lnTo>
                <a:lnTo>
                  <a:pt x="730" y="1599"/>
                </a:lnTo>
                <a:lnTo>
                  <a:pt x="822" y="1831"/>
                </a:lnTo>
                <a:lnTo>
                  <a:pt x="914" y="2063"/>
                </a:lnTo>
                <a:lnTo>
                  <a:pt x="1004" y="2295"/>
                </a:lnTo>
                <a:lnTo>
                  <a:pt x="1142" y="2540"/>
                </a:lnTo>
                <a:lnTo>
                  <a:pt x="1233" y="2773"/>
                </a:lnTo>
                <a:lnTo>
                  <a:pt x="1324" y="3005"/>
                </a:lnTo>
                <a:lnTo>
                  <a:pt x="1416" y="3237"/>
                </a:lnTo>
                <a:lnTo>
                  <a:pt x="1508" y="3430"/>
                </a:lnTo>
                <a:lnTo>
                  <a:pt x="1645" y="3663"/>
                </a:lnTo>
                <a:lnTo>
                  <a:pt x="1736" y="3895"/>
                </a:lnTo>
                <a:lnTo>
                  <a:pt x="1827" y="4127"/>
                </a:lnTo>
                <a:lnTo>
                  <a:pt x="1918" y="4372"/>
                </a:lnTo>
                <a:lnTo>
                  <a:pt x="2010" y="4604"/>
                </a:lnTo>
                <a:lnTo>
                  <a:pt x="2147" y="4836"/>
                </a:lnTo>
                <a:lnTo>
                  <a:pt x="2238" y="5068"/>
                </a:lnTo>
                <a:lnTo>
                  <a:pt x="2330" y="5262"/>
                </a:lnTo>
                <a:lnTo>
                  <a:pt x="2422" y="5494"/>
                </a:lnTo>
                <a:lnTo>
                  <a:pt x="2512" y="5726"/>
                </a:lnTo>
                <a:lnTo>
                  <a:pt x="2650" y="5971"/>
                </a:lnTo>
                <a:lnTo>
                  <a:pt x="2741" y="6203"/>
                </a:lnTo>
                <a:lnTo>
                  <a:pt x="2832" y="6436"/>
                </a:lnTo>
                <a:lnTo>
                  <a:pt x="2924" y="6668"/>
                </a:lnTo>
                <a:lnTo>
                  <a:pt x="3016" y="6861"/>
                </a:lnTo>
                <a:lnTo>
                  <a:pt x="3153" y="7093"/>
                </a:lnTo>
                <a:lnTo>
                  <a:pt x="3244" y="7326"/>
                </a:lnTo>
                <a:lnTo>
                  <a:pt x="3336" y="7571"/>
                </a:lnTo>
                <a:lnTo>
                  <a:pt x="3426" y="7803"/>
                </a:lnTo>
                <a:lnTo>
                  <a:pt x="3518" y="8035"/>
                </a:lnTo>
                <a:lnTo>
                  <a:pt x="3655" y="8228"/>
                </a:lnTo>
                <a:lnTo>
                  <a:pt x="3747" y="8461"/>
                </a:lnTo>
                <a:lnTo>
                  <a:pt x="3838" y="8693"/>
                </a:lnTo>
                <a:lnTo>
                  <a:pt x="3930" y="8925"/>
                </a:lnTo>
                <a:lnTo>
                  <a:pt x="4022" y="9157"/>
                </a:lnTo>
                <a:lnTo>
                  <a:pt x="4159" y="9402"/>
                </a:lnTo>
                <a:lnTo>
                  <a:pt x="4250" y="9634"/>
                </a:lnTo>
                <a:lnTo>
                  <a:pt x="4341" y="9815"/>
                </a:lnTo>
                <a:lnTo>
                  <a:pt x="4432" y="10060"/>
                </a:lnTo>
                <a:lnTo>
                  <a:pt x="4524" y="10292"/>
                </a:lnTo>
                <a:lnTo>
                  <a:pt x="4661" y="10524"/>
                </a:lnTo>
                <a:lnTo>
                  <a:pt x="4752" y="10756"/>
                </a:lnTo>
                <a:lnTo>
                  <a:pt x="4844" y="11002"/>
                </a:lnTo>
                <a:lnTo>
                  <a:pt x="4935" y="11182"/>
                </a:lnTo>
                <a:lnTo>
                  <a:pt x="5026" y="11414"/>
                </a:lnTo>
                <a:lnTo>
                  <a:pt x="5163" y="11659"/>
                </a:lnTo>
                <a:lnTo>
                  <a:pt x="5255" y="11891"/>
                </a:lnTo>
                <a:lnTo>
                  <a:pt x="5346" y="12124"/>
                </a:lnTo>
                <a:lnTo>
                  <a:pt x="5438" y="12317"/>
                </a:lnTo>
                <a:lnTo>
                  <a:pt x="5530" y="12549"/>
                </a:lnTo>
                <a:lnTo>
                  <a:pt x="5667" y="12781"/>
                </a:lnTo>
                <a:lnTo>
                  <a:pt x="5758" y="13014"/>
                </a:lnTo>
                <a:lnTo>
                  <a:pt x="5849" y="13246"/>
                </a:lnTo>
                <a:lnTo>
                  <a:pt x="5940" y="13491"/>
                </a:lnTo>
                <a:lnTo>
                  <a:pt x="6032" y="13671"/>
                </a:lnTo>
                <a:lnTo>
                  <a:pt x="6169" y="13916"/>
                </a:lnTo>
                <a:lnTo>
                  <a:pt x="6261" y="14149"/>
                </a:lnTo>
                <a:lnTo>
                  <a:pt x="6352" y="14381"/>
                </a:lnTo>
                <a:lnTo>
                  <a:pt x="6444" y="14613"/>
                </a:lnTo>
                <a:lnTo>
                  <a:pt x="6534" y="14806"/>
                </a:lnTo>
                <a:lnTo>
                  <a:pt x="6673" y="15039"/>
                </a:lnTo>
                <a:lnTo>
                  <a:pt x="6763" y="15271"/>
                </a:lnTo>
                <a:lnTo>
                  <a:pt x="6855" y="15503"/>
                </a:lnTo>
                <a:lnTo>
                  <a:pt x="6946" y="15748"/>
                </a:lnTo>
                <a:lnTo>
                  <a:pt x="7038" y="15929"/>
                </a:lnTo>
                <a:lnTo>
                  <a:pt x="7175" y="16161"/>
                </a:lnTo>
                <a:lnTo>
                  <a:pt x="7266" y="16406"/>
                </a:lnTo>
                <a:lnTo>
                  <a:pt x="7358" y="16638"/>
                </a:lnTo>
                <a:lnTo>
                  <a:pt x="7449" y="16870"/>
                </a:lnTo>
                <a:lnTo>
                  <a:pt x="7540" y="17064"/>
                </a:lnTo>
                <a:lnTo>
                  <a:pt x="7677" y="17296"/>
                </a:lnTo>
                <a:lnTo>
                  <a:pt x="7769" y="17528"/>
                </a:lnTo>
                <a:lnTo>
                  <a:pt x="7860" y="17760"/>
                </a:lnTo>
                <a:lnTo>
                  <a:pt x="7952" y="18005"/>
                </a:lnTo>
                <a:lnTo>
                  <a:pt x="8043" y="18186"/>
                </a:lnTo>
                <a:lnTo>
                  <a:pt x="8181" y="18418"/>
                </a:lnTo>
                <a:lnTo>
                  <a:pt x="8271" y="18663"/>
                </a:lnTo>
                <a:lnTo>
                  <a:pt x="8363" y="18895"/>
                </a:lnTo>
                <a:lnTo>
                  <a:pt x="8454" y="19127"/>
                </a:lnTo>
                <a:lnTo>
                  <a:pt x="8546" y="19321"/>
                </a:lnTo>
                <a:lnTo>
                  <a:pt x="8683" y="19553"/>
                </a:lnTo>
                <a:lnTo>
                  <a:pt x="8775" y="19785"/>
                </a:lnTo>
                <a:lnTo>
                  <a:pt x="8866" y="20017"/>
                </a:lnTo>
                <a:lnTo>
                  <a:pt x="8957" y="20211"/>
                </a:lnTo>
                <a:lnTo>
                  <a:pt x="9048" y="20443"/>
                </a:lnTo>
                <a:lnTo>
                  <a:pt x="9185" y="20675"/>
                </a:lnTo>
                <a:lnTo>
                  <a:pt x="9277" y="20920"/>
                </a:lnTo>
                <a:lnTo>
                  <a:pt x="9369" y="21101"/>
                </a:lnTo>
                <a:lnTo>
                  <a:pt x="9460" y="21333"/>
                </a:lnTo>
                <a:lnTo>
                  <a:pt x="9552" y="21578"/>
                </a:lnTo>
                <a:lnTo>
                  <a:pt x="9689" y="21810"/>
                </a:lnTo>
                <a:lnTo>
                  <a:pt x="9780" y="22042"/>
                </a:lnTo>
                <a:lnTo>
                  <a:pt x="9871" y="22236"/>
                </a:lnTo>
                <a:lnTo>
                  <a:pt x="9963" y="22468"/>
                </a:lnTo>
                <a:lnTo>
                  <a:pt x="10054" y="22700"/>
                </a:lnTo>
                <a:lnTo>
                  <a:pt x="10191" y="22932"/>
                </a:lnTo>
                <a:lnTo>
                  <a:pt x="10283" y="23126"/>
                </a:lnTo>
                <a:lnTo>
                  <a:pt x="10374" y="23358"/>
                </a:lnTo>
                <a:lnTo>
                  <a:pt x="10466" y="23590"/>
                </a:lnTo>
                <a:lnTo>
                  <a:pt x="10557" y="23822"/>
                </a:lnTo>
                <a:lnTo>
                  <a:pt x="10695" y="24016"/>
                </a:lnTo>
                <a:lnTo>
                  <a:pt x="10785" y="24248"/>
                </a:lnTo>
                <a:lnTo>
                  <a:pt x="10877" y="24493"/>
                </a:lnTo>
                <a:lnTo>
                  <a:pt x="10968" y="24725"/>
                </a:lnTo>
                <a:lnTo>
                  <a:pt x="11060" y="24906"/>
                </a:lnTo>
                <a:lnTo>
                  <a:pt x="11197" y="25151"/>
                </a:lnTo>
                <a:lnTo>
                  <a:pt x="11289" y="25383"/>
                </a:lnTo>
                <a:lnTo>
                  <a:pt x="11379" y="25615"/>
                </a:lnTo>
                <a:lnTo>
                  <a:pt x="11471" y="25808"/>
                </a:lnTo>
                <a:lnTo>
                  <a:pt x="11562" y="26041"/>
                </a:lnTo>
                <a:lnTo>
                  <a:pt x="11699" y="26273"/>
                </a:lnTo>
                <a:lnTo>
                  <a:pt x="11791" y="26505"/>
                </a:lnTo>
                <a:lnTo>
                  <a:pt x="11883" y="26698"/>
                </a:lnTo>
                <a:lnTo>
                  <a:pt x="11974" y="26931"/>
                </a:lnTo>
                <a:lnTo>
                  <a:pt x="12065" y="27163"/>
                </a:lnTo>
                <a:lnTo>
                  <a:pt x="12203" y="27356"/>
                </a:lnTo>
                <a:lnTo>
                  <a:pt x="12293" y="27588"/>
                </a:lnTo>
                <a:lnTo>
                  <a:pt x="12385" y="27821"/>
                </a:lnTo>
                <a:lnTo>
                  <a:pt x="12477" y="28053"/>
                </a:lnTo>
                <a:lnTo>
                  <a:pt x="12568" y="28246"/>
                </a:lnTo>
                <a:lnTo>
                  <a:pt x="12705" y="28478"/>
                </a:lnTo>
                <a:lnTo>
                  <a:pt x="12797" y="28723"/>
                </a:lnTo>
                <a:lnTo>
                  <a:pt x="12888" y="28956"/>
                </a:lnTo>
                <a:lnTo>
                  <a:pt x="12979" y="29136"/>
                </a:lnTo>
                <a:lnTo>
                  <a:pt x="13071" y="29381"/>
                </a:lnTo>
                <a:lnTo>
                  <a:pt x="13207" y="29613"/>
                </a:lnTo>
                <a:lnTo>
                  <a:pt x="13299" y="29794"/>
                </a:lnTo>
                <a:lnTo>
                  <a:pt x="13391" y="30039"/>
                </a:lnTo>
                <a:lnTo>
                  <a:pt x="13482" y="30271"/>
                </a:lnTo>
                <a:lnTo>
                  <a:pt x="13574" y="30503"/>
                </a:lnTo>
                <a:lnTo>
                  <a:pt x="13711" y="30697"/>
                </a:lnTo>
                <a:lnTo>
                  <a:pt x="13803" y="30929"/>
                </a:lnTo>
                <a:lnTo>
                  <a:pt x="13893" y="31161"/>
                </a:lnTo>
                <a:lnTo>
                  <a:pt x="13985" y="31355"/>
                </a:lnTo>
                <a:lnTo>
                  <a:pt x="14076" y="31587"/>
                </a:lnTo>
                <a:lnTo>
                  <a:pt x="14213" y="31819"/>
                </a:lnTo>
                <a:lnTo>
                  <a:pt x="14305" y="32012"/>
                </a:lnTo>
                <a:lnTo>
                  <a:pt x="14397" y="32245"/>
                </a:lnTo>
                <a:lnTo>
                  <a:pt x="14487" y="32477"/>
                </a:lnTo>
                <a:lnTo>
                  <a:pt x="14579" y="32709"/>
                </a:lnTo>
                <a:lnTo>
                  <a:pt x="14716" y="32902"/>
                </a:lnTo>
                <a:lnTo>
                  <a:pt x="14807" y="33135"/>
                </a:lnTo>
                <a:lnTo>
                  <a:pt x="14899" y="33367"/>
                </a:lnTo>
                <a:lnTo>
                  <a:pt x="14991" y="33560"/>
                </a:lnTo>
                <a:lnTo>
                  <a:pt x="15082" y="33792"/>
                </a:lnTo>
                <a:lnTo>
                  <a:pt x="15219" y="34025"/>
                </a:lnTo>
                <a:lnTo>
                  <a:pt x="15311" y="34218"/>
                </a:lnTo>
                <a:lnTo>
                  <a:pt x="15401" y="34450"/>
                </a:lnTo>
                <a:lnTo>
                  <a:pt x="15493" y="34682"/>
                </a:lnTo>
                <a:lnTo>
                  <a:pt x="15585" y="34876"/>
                </a:lnTo>
                <a:lnTo>
                  <a:pt x="15721" y="35108"/>
                </a:lnTo>
                <a:lnTo>
                  <a:pt x="15813" y="35340"/>
                </a:lnTo>
                <a:lnTo>
                  <a:pt x="15905" y="35534"/>
                </a:lnTo>
                <a:lnTo>
                  <a:pt x="15996" y="35766"/>
                </a:lnTo>
                <a:lnTo>
                  <a:pt x="16087" y="35998"/>
                </a:lnTo>
                <a:lnTo>
                  <a:pt x="16225" y="36191"/>
                </a:lnTo>
                <a:lnTo>
                  <a:pt x="16315" y="36424"/>
                </a:lnTo>
                <a:lnTo>
                  <a:pt x="16407" y="36656"/>
                </a:lnTo>
                <a:lnTo>
                  <a:pt x="16499" y="36849"/>
                </a:lnTo>
                <a:lnTo>
                  <a:pt x="16590" y="37081"/>
                </a:lnTo>
                <a:lnTo>
                  <a:pt x="16727" y="37314"/>
                </a:lnTo>
                <a:lnTo>
                  <a:pt x="16819" y="37507"/>
                </a:lnTo>
                <a:lnTo>
                  <a:pt x="16911" y="37739"/>
                </a:lnTo>
                <a:lnTo>
                  <a:pt x="17001" y="37971"/>
                </a:lnTo>
                <a:lnTo>
                  <a:pt x="17093" y="38165"/>
                </a:lnTo>
                <a:lnTo>
                  <a:pt x="17230" y="38397"/>
                </a:lnTo>
                <a:lnTo>
                  <a:pt x="17321" y="38629"/>
                </a:lnTo>
                <a:lnTo>
                  <a:pt x="17413" y="38823"/>
                </a:lnTo>
                <a:lnTo>
                  <a:pt x="17505" y="39055"/>
                </a:lnTo>
                <a:lnTo>
                  <a:pt x="17595" y="39300"/>
                </a:lnTo>
                <a:lnTo>
                  <a:pt x="17733" y="39480"/>
                </a:lnTo>
                <a:lnTo>
                  <a:pt x="17824" y="39713"/>
                </a:lnTo>
                <a:lnTo>
                  <a:pt x="17915" y="39958"/>
                </a:lnTo>
                <a:lnTo>
                  <a:pt x="18007" y="40138"/>
                </a:lnTo>
                <a:lnTo>
                  <a:pt x="18099" y="40370"/>
                </a:lnTo>
                <a:lnTo>
                  <a:pt x="18235" y="40615"/>
                </a:lnTo>
                <a:lnTo>
                  <a:pt x="18327" y="40796"/>
                </a:lnTo>
                <a:lnTo>
                  <a:pt x="18419" y="41028"/>
                </a:lnTo>
                <a:lnTo>
                  <a:pt x="18509" y="41222"/>
                </a:lnTo>
                <a:lnTo>
                  <a:pt x="18601" y="41454"/>
                </a:lnTo>
                <a:lnTo>
                  <a:pt x="18738" y="41686"/>
                </a:lnTo>
                <a:lnTo>
                  <a:pt x="18829" y="41879"/>
                </a:lnTo>
                <a:lnTo>
                  <a:pt x="18921" y="42112"/>
                </a:lnTo>
                <a:lnTo>
                  <a:pt x="19013" y="42344"/>
                </a:lnTo>
                <a:lnTo>
                  <a:pt x="19104" y="42537"/>
                </a:lnTo>
                <a:lnTo>
                  <a:pt x="19241" y="42769"/>
                </a:lnTo>
                <a:lnTo>
                  <a:pt x="19333" y="42963"/>
                </a:lnTo>
                <a:lnTo>
                  <a:pt x="19423" y="43195"/>
                </a:lnTo>
                <a:lnTo>
                  <a:pt x="19515" y="43427"/>
                </a:lnTo>
                <a:lnTo>
                  <a:pt x="19607" y="43621"/>
                </a:lnTo>
                <a:lnTo>
                  <a:pt x="19744" y="43853"/>
                </a:lnTo>
                <a:lnTo>
                  <a:pt x="19835" y="44085"/>
                </a:lnTo>
                <a:lnTo>
                  <a:pt x="19927" y="44278"/>
                </a:lnTo>
                <a:lnTo>
                  <a:pt x="20024" y="4451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7460661" y="4395365"/>
            <a:ext cx="20016" cy="41557"/>
          </a:xfrm>
          <a:custGeom>
            <a:avLst/>
            <a:gdLst/>
            <a:ahLst/>
            <a:cxnLst/>
            <a:rect l="l" t="t" r="r" b="b"/>
            <a:pathLst>
              <a:path w="20016" h="41557">
                <a:moveTo>
                  <a:pt x="0" y="0"/>
                </a:moveTo>
                <a:lnTo>
                  <a:pt x="87" y="193"/>
                </a:lnTo>
                <a:lnTo>
                  <a:pt x="226" y="425"/>
                </a:lnTo>
                <a:lnTo>
                  <a:pt x="313" y="657"/>
                </a:lnTo>
                <a:lnTo>
                  <a:pt x="401" y="851"/>
                </a:lnTo>
                <a:lnTo>
                  <a:pt x="502" y="1083"/>
                </a:lnTo>
                <a:lnTo>
                  <a:pt x="590" y="1264"/>
                </a:lnTo>
                <a:lnTo>
                  <a:pt x="728" y="1509"/>
                </a:lnTo>
                <a:lnTo>
                  <a:pt x="816" y="1741"/>
                </a:lnTo>
                <a:lnTo>
                  <a:pt x="904" y="1921"/>
                </a:lnTo>
                <a:lnTo>
                  <a:pt x="1004" y="2166"/>
                </a:lnTo>
                <a:lnTo>
                  <a:pt x="1092" y="2347"/>
                </a:lnTo>
                <a:lnTo>
                  <a:pt x="1230" y="2579"/>
                </a:lnTo>
                <a:lnTo>
                  <a:pt x="1318" y="2824"/>
                </a:lnTo>
                <a:lnTo>
                  <a:pt x="1406" y="3005"/>
                </a:lnTo>
                <a:lnTo>
                  <a:pt x="1506" y="3250"/>
                </a:lnTo>
                <a:lnTo>
                  <a:pt x="1594" y="3430"/>
                </a:lnTo>
                <a:lnTo>
                  <a:pt x="1732" y="3663"/>
                </a:lnTo>
                <a:lnTo>
                  <a:pt x="1820" y="3908"/>
                </a:lnTo>
                <a:lnTo>
                  <a:pt x="1908" y="4088"/>
                </a:lnTo>
                <a:lnTo>
                  <a:pt x="2009" y="4320"/>
                </a:lnTo>
                <a:lnTo>
                  <a:pt x="2097" y="4514"/>
                </a:lnTo>
                <a:lnTo>
                  <a:pt x="2235" y="4746"/>
                </a:lnTo>
                <a:lnTo>
                  <a:pt x="2323" y="4939"/>
                </a:lnTo>
                <a:lnTo>
                  <a:pt x="2411" y="5172"/>
                </a:lnTo>
                <a:lnTo>
                  <a:pt x="2511" y="5404"/>
                </a:lnTo>
                <a:lnTo>
                  <a:pt x="2599" y="5597"/>
                </a:lnTo>
                <a:lnTo>
                  <a:pt x="2737" y="5829"/>
                </a:lnTo>
                <a:lnTo>
                  <a:pt x="2825" y="6023"/>
                </a:lnTo>
                <a:lnTo>
                  <a:pt x="2913" y="6255"/>
                </a:lnTo>
                <a:lnTo>
                  <a:pt x="3013" y="6436"/>
                </a:lnTo>
                <a:lnTo>
                  <a:pt x="3101" y="6681"/>
                </a:lnTo>
                <a:lnTo>
                  <a:pt x="3239" y="6913"/>
                </a:lnTo>
                <a:lnTo>
                  <a:pt x="3327" y="7093"/>
                </a:lnTo>
                <a:lnTo>
                  <a:pt x="3428" y="7338"/>
                </a:lnTo>
                <a:lnTo>
                  <a:pt x="3516" y="7519"/>
                </a:lnTo>
                <a:lnTo>
                  <a:pt x="3603" y="7751"/>
                </a:lnTo>
                <a:lnTo>
                  <a:pt x="3742" y="7945"/>
                </a:lnTo>
                <a:lnTo>
                  <a:pt x="3830" y="8177"/>
                </a:lnTo>
                <a:lnTo>
                  <a:pt x="3930" y="8370"/>
                </a:lnTo>
                <a:lnTo>
                  <a:pt x="4018" y="8602"/>
                </a:lnTo>
                <a:lnTo>
                  <a:pt x="4106" y="8835"/>
                </a:lnTo>
                <a:lnTo>
                  <a:pt x="4244" y="9028"/>
                </a:lnTo>
                <a:lnTo>
                  <a:pt x="4332" y="9260"/>
                </a:lnTo>
                <a:lnTo>
                  <a:pt x="4432" y="9454"/>
                </a:lnTo>
                <a:lnTo>
                  <a:pt x="4520" y="9686"/>
                </a:lnTo>
                <a:lnTo>
                  <a:pt x="4608" y="9866"/>
                </a:lnTo>
                <a:lnTo>
                  <a:pt x="4746" y="10112"/>
                </a:lnTo>
                <a:lnTo>
                  <a:pt x="4834" y="10292"/>
                </a:lnTo>
                <a:lnTo>
                  <a:pt x="4935" y="10524"/>
                </a:lnTo>
                <a:lnTo>
                  <a:pt x="5022" y="10718"/>
                </a:lnTo>
                <a:lnTo>
                  <a:pt x="5110" y="10950"/>
                </a:lnTo>
                <a:lnTo>
                  <a:pt x="5249" y="11143"/>
                </a:lnTo>
                <a:lnTo>
                  <a:pt x="5336" y="11376"/>
                </a:lnTo>
                <a:lnTo>
                  <a:pt x="5437" y="11569"/>
                </a:lnTo>
                <a:lnTo>
                  <a:pt x="5525" y="11801"/>
                </a:lnTo>
                <a:lnTo>
                  <a:pt x="5613" y="11982"/>
                </a:lnTo>
                <a:lnTo>
                  <a:pt x="5751" y="12227"/>
                </a:lnTo>
                <a:lnTo>
                  <a:pt x="5839" y="12459"/>
                </a:lnTo>
                <a:lnTo>
                  <a:pt x="5939" y="12640"/>
                </a:lnTo>
                <a:lnTo>
                  <a:pt x="6027" y="12885"/>
                </a:lnTo>
                <a:lnTo>
                  <a:pt x="6115" y="13065"/>
                </a:lnTo>
                <a:lnTo>
                  <a:pt x="6253" y="13297"/>
                </a:lnTo>
                <a:lnTo>
                  <a:pt x="6341" y="13491"/>
                </a:lnTo>
                <a:lnTo>
                  <a:pt x="6441" y="13723"/>
                </a:lnTo>
                <a:lnTo>
                  <a:pt x="6529" y="13916"/>
                </a:lnTo>
                <a:lnTo>
                  <a:pt x="6617" y="14149"/>
                </a:lnTo>
                <a:lnTo>
                  <a:pt x="6755" y="14342"/>
                </a:lnTo>
                <a:lnTo>
                  <a:pt x="6856" y="14574"/>
                </a:lnTo>
                <a:lnTo>
                  <a:pt x="6944" y="14755"/>
                </a:lnTo>
                <a:lnTo>
                  <a:pt x="7032" y="15000"/>
                </a:lnTo>
                <a:lnTo>
                  <a:pt x="7120" y="15180"/>
                </a:lnTo>
                <a:lnTo>
                  <a:pt x="7258" y="15413"/>
                </a:lnTo>
                <a:lnTo>
                  <a:pt x="7358" y="15606"/>
                </a:lnTo>
                <a:lnTo>
                  <a:pt x="7446" y="15838"/>
                </a:lnTo>
                <a:lnTo>
                  <a:pt x="7534" y="16032"/>
                </a:lnTo>
                <a:lnTo>
                  <a:pt x="7622" y="16264"/>
                </a:lnTo>
                <a:lnTo>
                  <a:pt x="7760" y="16457"/>
                </a:lnTo>
                <a:lnTo>
                  <a:pt x="7860" y="16690"/>
                </a:lnTo>
                <a:lnTo>
                  <a:pt x="7948" y="16870"/>
                </a:lnTo>
                <a:lnTo>
                  <a:pt x="8036" y="17064"/>
                </a:lnTo>
                <a:lnTo>
                  <a:pt x="8124" y="17296"/>
                </a:lnTo>
                <a:lnTo>
                  <a:pt x="8262" y="17489"/>
                </a:lnTo>
                <a:lnTo>
                  <a:pt x="8363" y="17721"/>
                </a:lnTo>
                <a:lnTo>
                  <a:pt x="8451" y="17915"/>
                </a:lnTo>
                <a:lnTo>
                  <a:pt x="8539" y="18147"/>
                </a:lnTo>
                <a:lnTo>
                  <a:pt x="8626" y="18328"/>
                </a:lnTo>
                <a:lnTo>
                  <a:pt x="8765" y="18573"/>
                </a:lnTo>
                <a:lnTo>
                  <a:pt x="8865" y="18753"/>
                </a:lnTo>
                <a:lnTo>
                  <a:pt x="8953" y="18985"/>
                </a:lnTo>
                <a:lnTo>
                  <a:pt x="9041" y="19179"/>
                </a:lnTo>
                <a:lnTo>
                  <a:pt x="9129" y="19411"/>
                </a:lnTo>
                <a:lnTo>
                  <a:pt x="9267" y="19605"/>
                </a:lnTo>
                <a:lnTo>
                  <a:pt x="9367" y="19837"/>
                </a:lnTo>
                <a:lnTo>
                  <a:pt x="9455" y="20030"/>
                </a:lnTo>
                <a:lnTo>
                  <a:pt x="9543" y="20211"/>
                </a:lnTo>
                <a:lnTo>
                  <a:pt x="9644" y="20443"/>
                </a:lnTo>
                <a:lnTo>
                  <a:pt x="9769" y="20636"/>
                </a:lnTo>
                <a:lnTo>
                  <a:pt x="9870" y="20869"/>
                </a:lnTo>
                <a:lnTo>
                  <a:pt x="9958" y="21062"/>
                </a:lnTo>
                <a:lnTo>
                  <a:pt x="10045" y="21294"/>
                </a:lnTo>
                <a:lnTo>
                  <a:pt x="10146" y="21488"/>
                </a:lnTo>
                <a:lnTo>
                  <a:pt x="10271" y="21720"/>
                </a:lnTo>
                <a:lnTo>
                  <a:pt x="10372" y="21900"/>
                </a:lnTo>
                <a:lnTo>
                  <a:pt x="10460" y="22094"/>
                </a:lnTo>
                <a:lnTo>
                  <a:pt x="10548" y="22326"/>
                </a:lnTo>
                <a:lnTo>
                  <a:pt x="10648" y="22519"/>
                </a:lnTo>
                <a:lnTo>
                  <a:pt x="10786" y="22752"/>
                </a:lnTo>
                <a:lnTo>
                  <a:pt x="10874" y="22945"/>
                </a:lnTo>
                <a:lnTo>
                  <a:pt x="10962" y="23177"/>
                </a:lnTo>
                <a:lnTo>
                  <a:pt x="11050" y="23358"/>
                </a:lnTo>
                <a:lnTo>
                  <a:pt x="11151" y="23551"/>
                </a:lnTo>
                <a:lnTo>
                  <a:pt x="11289" y="23783"/>
                </a:lnTo>
                <a:lnTo>
                  <a:pt x="11377" y="23977"/>
                </a:lnTo>
                <a:lnTo>
                  <a:pt x="11464" y="24209"/>
                </a:lnTo>
                <a:lnTo>
                  <a:pt x="11552" y="24403"/>
                </a:lnTo>
                <a:lnTo>
                  <a:pt x="11653" y="24635"/>
                </a:lnTo>
                <a:lnTo>
                  <a:pt x="11791" y="24815"/>
                </a:lnTo>
                <a:lnTo>
                  <a:pt x="11879" y="25009"/>
                </a:lnTo>
                <a:lnTo>
                  <a:pt x="11967" y="25241"/>
                </a:lnTo>
                <a:lnTo>
                  <a:pt x="12055" y="25434"/>
                </a:lnTo>
                <a:lnTo>
                  <a:pt x="12155" y="25667"/>
                </a:lnTo>
                <a:lnTo>
                  <a:pt x="12293" y="25847"/>
                </a:lnTo>
                <a:lnTo>
                  <a:pt x="12381" y="26041"/>
                </a:lnTo>
                <a:lnTo>
                  <a:pt x="12469" y="26273"/>
                </a:lnTo>
                <a:lnTo>
                  <a:pt x="12557" y="26466"/>
                </a:lnTo>
                <a:lnTo>
                  <a:pt x="12657" y="26698"/>
                </a:lnTo>
                <a:lnTo>
                  <a:pt x="12796" y="26892"/>
                </a:lnTo>
                <a:lnTo>
                  <a:pt x="12883" y="27072"/>
                </a:lnTo>
                <a:lnTo>
                  <a:pt x="12971" y="27305"/>
                </a:lnTo>
                <a:lnTo>
                  <a:pt x="13072" y="27498"/>
                </a:lnTo>
                <a:lnTo>
                  <a:pt x="13160" y="27730"/>
                </a:lnTo>
                <a:lnTo>
                  <a:pt x="13298" y="27924"/>
                </a:lnTo>
                <a:lnTo>
                  <a:pt x="13386" y="28104"/>
                </a:lnTo>
                <a:lnTo>
                  <a:pt x="13474" y="28349"/>
                </a:lnTo>
                <a:lnTo>
                  <a:pt x="13574" y="28530"/>
                </a:lnTo>
                <a:lnTo>
                  <a:pt x="13662" y="28762"/>
                </a:lnTo>
                <a:lnTo>
                  <a:pt x="13800" y="28956"/>
                </a:lnTo>
                <a:lnTo>
                  <a:pt x="13888" y="29149"/>
                </a:lnTo>
                <a:lnTo>
                  <a:pt x="13976" y="29381"/>
                </a:lnTo>
                <a:lnTo>
                  <a:pt x="14076" y="29562"/>
                </a:lnTo>
                <a:lnTo>
                  <a:pt x="14164" y="29755"/>
                </a:lnTo>
                <a:lnTo>
                  <a:pt x="14302" y="29987"/>
                </a:lnTo>
                <a:lnTo>
                  <a:pt x="14390" y="30181"/>
                </a:lnTo>
                <a:lnTo>
                  <a:pt x="14478" y="30413"/>
                </a:lnTo>
                <a:lnTo>
                  <a:pt x="14579" y="30607"/>
                </a:lnTo>
                <a:lnTo>
                  <a:pt x="14667" y="30787"/>
                </a:lnTo>
                <a:lnTo>
                  <a:pt x="14805" y="31019"/>
                </a:lnTo>
                <a:lnTo>
                  <a:pt x="14893" y="31213"/>
                </a:lnTo>
                <a:lnTo>
                  <a:pt x="14981" y="31406"/>
                </a:lnTo>
                <a:lnTo>
                  <a:pt x="15081" y="31638"/>
                </a:lnTo>
                <a:lnTo>
                  <a:pt x="15169" y="31819"/>
                </a:lnTo>
                <a:lnTo>
                  <a:pt x="15307" y="32012"/>
                </a:lnTo>
                <a:lnTo>
                  <a:pt x="15395" y="32245"/>
                </a:lnTo>
                <a:lnTo>
                  <a:pt x="15483" y="32438"/>
                </a:lnTo>
                <a:lnTo>
                  <a:pt x="15583" y="32619"/>
                </a:lnTo>
                <a:lnTo>
                  <a:pt x="15671" y="32864"/>
                </a:lnTo>
                <a:lnTo>
                  <a:pt x="15809" y="33044"/>
                </a:lnTo>
                <a:lnTo>
                  <a:pt x="15897" y="33238"/>
                </a:lnTo>
                <a:lnTo>
                  <a:pt x="15985" y="33470"/>
                </a:lnTo>
                <a:lnTo>
                  <a:pt x="16086" y="33650"/>
                </a:lnTo>
                <a:lnTo>
                  <a:pt x="16173" y="33844"/>
                </a:lnTo>
                <a:lnTo>
                  <a:pt x="16312" y="34076"/>
                </a:lnTo>
                <a:lnTo>
                  <a:pt x="16400" y="34270"/>
                </a:lnTo>
                <a:lnTo>
                  <a:pt x="16487" y="34450"/>
                </a:lnTo>
                <a:lnTo>
                  <a:pt x="16588" y="34695"/>
                </a:lnTo>
                <a:lnTo>
                  <a:pt x="16676" y="34876"/>
                </a:lnTo>
                <a:lnTo>
                  <a:pt x="16814" y="35069"/>
                </a:lnTo>
                <a:lnTo>
                  <a:pt x="16902" y="35301"/>
                </a:lnTo>
                <a:lnTo>
                  <a:pt x="17002" y="35495"/>
                </a:lnTo>
                <a:lnTo>
                  <a:pt x="17090" y="35675"/>
                </a:lnTo>
                <a:lnTo>
                  <a:pt x="17178" y="35908"/>
                </a:lnTo>
                <a:lnTo>
                  <a:pt x="17316" y="36101"/>
                </a:lnTo>
                <a:lnTo>
                  <a:pt x="17404" y="36295"/>
                </a:lnTo>
                <a:lnTo>
                  <a:pt x="17505" y="36527"/>
                </a:lnTo>
                <a:lnTo>
                  <a:pt x="17592" y="36707"/>
                </a:lnTo>
                <a:lnTo>
                  <a:pt x="17680" y="36901"/>
                </a:lnTo>
                <a:lnTo>
                  <a:pt x="17819" y="37133"/>
                </a:lnTo>
                <a:lnTo>
                  <a:pt x="17906" y="37326"/>
                </a:lnTo>
                <a:lnTo>
                  <a:pt x="18007" y="37507"/>
                </a:lnTo>
                <a:lnTo>
                  <a:pt x="18095" y="37700"/>
                </a:lnTo>
                <a:lnTo>
                  <a:pt x="18183" y="37933"/>
                </a:lnTo>
                <a:lnTo>
                  <a:pt x="18321" y="38126"/>
                </a:lnTo>
                <a:lnTo>
                  <a:pt x="18409" y="38307"/>
                </a:lnTo>
                <a:lnTo>
                  <a:pt x="18509" y="38539"/>
                </a:lnTo>
                <a:lnTo>
                  <a:pt x="18597" y="38732"/>
                </a:lnTo>
                <a:lnTo>
                  <a:pt x="18685" y="38926"/>
                </a:lnTo>
                <a:lnTo>
                  <a:pt x="18823" y="39158"/>
                </a:lnTo>
                <a:lnTo>
                  <a:pt x="18911" y="39338"/>
                </a:lnTo>
                <a:lnTo>
                  <a:pt x="19011" y="39532"/>
                </a:lnTo>
                <a:lnTo>
                  <a:pt x="19099" y="39725"/>
                </a:lnTo>
                <a:lnTo>
                  <a:pt x="19187" y="39958"/>
                </a:lnTo>
                <a:lnTo>
                  <a:pt x="19325" y="40138"/>
                </a:lnTo>
                <a:lnTo>
                  <a:pt x="19413" y="40332"/>
                </a:lnTo>
                <a:lnTo>
                  <a:pt x="19514" y="40525"/>
                </a:lnTo>
                <a:lnTo>
                  <a:pt x="19602" y="40757"/>
                </a:lnTo>
                <a:lnTo>
                  <a:pt x="19690" y="40938"/>
                </a:lnTo>
                <a:lnTo>
                  <a:pt x="19828" y="41131"/>
                </a:lnTo>
                <a:lnTo>
                  <a:pt x="19916" y="41363"/>
                </a:lnTo>
                <a:lnTo>
                  <a:pt x="20016" y="41557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7480677" y="4436922"/>
            <a:ext cx="20016" cy="37933"/>
          </a:xfrm>
          <a:custGeom>
            <a:avLst/>
            <a:gdLst/>
            <a:ahLst/>
            <a:cxnLst/>
            <a:rect l="l" t="t" r="r" b="b"/>
            <a:pathLst>
              <a:path w="20016" h="37933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313" y="606"/>
                </a:lnTo>
                <a:lnTo>
                  <a:pt x="414" y="799"/>
                </a:lnTo>
                <a:lnTo>
                  <a:pt x="502" y="980"/>
                </a:lnTo>
                <a:lnTo>
                  <a:pt x="590" y="1173"/>
                </a:lnTo>
                <a:lnTo>
                  <a:pt x="678" y="1405"/>
                </a:lnTo>
                <a:lnTo>
                  <a:pt x="816" y="1599"/>
                </a:lnTo>
                <a:lnTo>
                  <a:pt x="916" y="1779"/>
                </a:lnTo>
                <a:lnTo>
                  <a:pt x="1004" y="1973"/>
                </a:lnTo>
                <a:lnTo>
                  <a:pt x="1092" y="2205"/>
                </a:lnTo>
                <a:lnTo>
                  <a:pt x="1180" y="2399"/>
                </a:lnTo>
                <a:lnTo>
                  <a:pt x="1318" y="2579"/>
                </a:lnTo>
                <a:lnTo>
                  <a:pt x="1418" y="2773"/>
                </a:lnTo>
                <a:lnTo>
                  <a:pt x="1506" y="2953"/>
                </a:lnTo>
                <a:lnTo>
                  <a:pt x="1594" y="3198"/>
                </a:lnTo>
                <a:lnTo>
                  <a:pt x="1682" y="3379"/>
                </a:lnTo>
                <a:lnTo>
                  <a:pt x="1820" y="3572"/>
                </a:lnTo>
                <a:lnTo>
                  <a:pt x="1921" y="3753"/>
                </a:lnTo>
                <a:lnTo>
                  <a:pt x="2009" y="3998"/>
                </a:lnTo>
                <a:lnTo>
                  <a:pt x="2097" y="4178"/>
                </a:lnTo>
                <a:lnTo>
                  <a:pt x="2184" y="4372"/>
                </a:lnTo>
                <a:lnTo>
                  <a:pt x="2323" y="4553"/>
                </a:lnTo>
                <a:lnTo>
                  <a:pt x="2423" y="4746"/>
                </a:lnTo>
                <a:lnTo>
                  <a:pt x="2511" y="4978"/>
                </a:lnTo>
                <a:lnTo>
                  <a:pt x="2599" y="5172"/>
                </a:lnTo>
                <a:lnTo>
                  <a:pt x="2687" y="5352"/>
                </a:lnTo>
                <a:lnTo>
                  <a:pt x="2825" y="5546"/>
                </a:lnTo>
                <a:lnTo>
                  <a:pt x="2925" y="5778"/>
                </a:lnTo>
                <a:lnTo>
                  <a:pt x="3013" y="5971"/>
                </a:lnTo>
                <a:lnTo>
                  <a:pt x="3101" y="6152"/>
                </a:lnTo>
                <a:lnTo>
                  <a:pt x="3202" y="6345"/>
                </a:lnTo>
                <a:lnTo>
                  <a:pt x="3327" y="6526"/>
                </a:lnTo>
                <a:lnTo>
                  <a:pt x="3428" y="6771"/>
                </a:lnTo>
                <a:lnTo>
                  <a:pt x="3516" y="6952"/>
                </a:lnTo>
                <a:lnTo>
                  <a:pt x="3603" y="7145"/>
                </a:lnTo>
                <a:lnTo>
                  <a:pt x="3704" y="7326"/>
                </a:lnTo>
                <a:lnTo>
                  <a:pt x="3830" y="7519"/>
                </a:lnTo>
                <a:lnTo>
                  <a:pt x="3930" y="7700"/>
                </a:lnTo>
                <a:lnTo>
                  <a:pt x="4018" y="7945"/>
                </a:lnTo>
                <a:lnTo>
                  <a:pt x="4106" y="8125"/>
                </a:lnTo>
                <a:lnTo>
                  <a:pt x="4206" y="8319"/>
                </a:lnTo>
                <a:lnTo>
                  <a:pt x="4344" y="8499"/>
                </a:lnTo>
                <a:lnTo>
                  <a:pt x="4432" y="8693"/>
                </a:lnTo>
                <a:lnTo>
                  <a:pt x="4520" y="8925"/>
                </a:lnTo>
                <a:lnTo>
                  <a:pt x="4608" y="9118"/>
                </a:lnTo>
                <a:lnTo>
                  <a:pt x="4709" y="9299"/>
                </a:lnTo>
                <a:lnTo>
                  <a:pt x="4847" y="9492"/>
                </a:lnTo>
                <a:lnTo>
                  <a:pt x="4935" y="9673"/>
                </a:lnTo>
                <a:lnTo>
                  <a:pt x="5022" y="9866"/>
                </a:lnTo>
                <a:lnTo>
                  <a:pt x="5110" y="10099"/>
                </a:lnTo>
                <a:lnTo>
                  <a:pt x="5211" y="10292"/>
                </a:lnTo>
                <a:lnTo>
                  <a:pt x="5349" y="10473"/>
                </a:lnTo>
                <a:lnTo>
                  <a:pt x="5437" y="10666"/>
                </a:lnTo>
                <a:lnTo>
                  <a:pt x="5525" y="10860"/>
                </a:lnTo>
                <a:lnTo>
                  <a:pt x="5613" y="11040"/>
                </a:lnTo>
                <a:lnTo>
                  <a:pt x="5713" y="11234"/>
                </a:lnTo>
                <a:lnTo>
                  <a:pt x="5851" y="11466"/>
                </a:lnTo>
                <a:lnTo>
                  <a:pt x="5939" y="11659"/>
                </a:lnTo>
                <a:lnTo>
                  <a:pt x="6027" y="11840"/>
                </a:lnTo>
                <a:lnTo>
                  <a:pt x="6115" y="12033"/>
                </a:lnTo>
                <a:lnTo>
                  <a:pt x="6215" y="12214"/>
                </a:lnTo>
                <a:lnTo>
                  <a:pt x="6354" y="12407"/>
                </a:lnTo>
                <a:lnTo>
                  <a:pt x="6441" y="12588"/>
                </a:lnTo>
                <a:lnTo>
                  <a:pt x="6529" y="12833"/>
                </a:lnTo>
                <a:lnTo>
                  <a:pt x="6630" y="13014"/>
                </a:lnTo>
                <a:lnTo>
                  <a:pt x="6718" y="13207"/>
                </a:lnTo>
                <a:lnTo>
                  <a:pt x="6856" y="13388"/>
                </a:lnTo>
                <a:lnTo>
                  <a:pt x="6944" y="13581"/>
                </a:lnTo>
                <a:lnTo>
                  <a:pt x="7032" y="13775"/>
                </a:lnTo>
                <a:lnTo>
                  <a:pt x="7132" y="13955"/>
                </a:lnTo>
                <a:lnTo>
                  <a:pt x="7220" y="14149"/>
                </a:lnTo>
                <a:lnTo>
                  <a:pt x="7358" y="14381"/>
                </a:lnTo>
                <a:lnTo>
                  <a:pt x="7446" y="14574"/>
                </a:lnTo>
                <a:lnTo>
                  <a:pt x="7534" y="14755"/>
                </a:lnTo>
                <a:lnTo>
                  <a:pt x="7634" y="14948"/>
                </a:lnTo>
                <a:lnTo>
                  <a:pt x="7722" y="15129"/>
                </a:lnTo>
                <a:lnTo>
                  <a:pt x="7860" y="15322"/>
                </a:lnTo>
                <a:lnTo>
                  <a:pt x="7948" y="15503"/>
                </a:lnTo>
                <a:lnTo>
                  <a:pt x="8036" y="15696"/>
                </a:lnTo>
                <a:lnTo>
                  <a:pt x="8137" y="15890"/>
                </a:lnTo>
                <a:lnTo>
                  <a:pt x="8225" y="16122"/>
                </a:lnTo>
                <a:lnTo>
                  <a:pt x="8363" y="16303"/>
                </a:lnTo>
                <a:lnTo>
                  <a:pt x="8451" y="16496"/>
                </a:lnTo>
                <a:lnTo>
                  <a:pt x="8539" y="16690"/>
                </a:lnTo>
                <a:lnTo>
                  <a:pt x="8639" y="16870"/>
                </a:lnTo>
                <a:lnTo>
                  <a:pt x="8727" y="17064"/>
                </a:lnTo>
                <a:lnTo>
                  <a:pt x="8865" y="17244"/>
                </a:lnTo>
                <a:lnTo>
                  <a:pt x="8953" y="17438"/>
                </a:lnTo>
                <a:lnTo>
                  <a:pt x="9041" y="17618"/>
                </a:lnTo>
                <a:lnTo>
                  <a:pt x="9141" y="17812"/>
                </a:lnTo>
                <a:lnTo>
                  <a:pt x="9229" y="18005"/>
                </a:lnTo>
                <a:lnTo>
                  <a:pt x="9367" y="18237"/>
                </a:lnTo>
                <a:lnTo>
                  <a:pt x="9455" y="18418"/>
                </a:lnTo>
                <a:lnTo>
                  <a:pt x="9543" y="18611"/>
                </a:lnTo>
                <a:lnTo>
                  <a:pt x="9644" y="18805"/>
                </a:lnTo>
                <a:lnTo>
                  <a:pt x="9732" y="18985"/>
                </a:lnTo>
                <a:lnTo>
                  <a:pt x="9870" y="19179"/>
                </a:lnTo>
                <a:lnTo>
                  <a:pt x="9958" y="19359"/>
                </a:lnTo>
                <a:lnTo>
                  <a:pt x="10045" y="19553"/>
                </a:lnTo>
                <a:lnTo>
                  <a:pt x="10146" y="19733"/>
                </a:lnTo>
                <a:lnTo>
                  <a:pt x="10234" y="19927"/>
                </a:lnTo>
                <a:lnTo>
                  <a:pt x="10372" y="20120"/>
                </a:lnTo>
                <a:lnTo>
                  <a:pt x="10460" y="20301"/>
                </a:lnTo>
                <a:lnTo>
                  <a:pt x="10560" y="20494"/>
                </a:lnTo>
                <a:lnTo>
                  <a:pt x="10648" y="20675"/>
                </a:lnTo>
                <a:lnTo>
                  <a:pt x="10736" y="20869"/>
                </a:lnTo>
                <a:lnTo>
                  <a:pt x="10874" y="21049"/>
                </a:lnTo>
                <a:lnTo>
                  <a:pt x="10962" y="21243"/>
                </a:lnTo>
                <a:lnTo>
                  <a:pt x="11063" y="21436"/>
                </a:lnTo>
                <a:lnTo>
                  <a:pt x="11151" y="21668"/>
                </a:lnTo>
                <a:lnTo>
                  <a:pt x="11238" y="21849"/>
                </a:lnTo>
                <a:lnTo>
                  <a:pt x="11377" y="22042"/>
                </a:lnTo>
                <a:lnTo>
                  <a:pt x="11464" y="22236"/>
                </a:lnTo>
                <a:lnTo>
                  <a:pt x="11565" y="22416"/>
                </a:lnTo>
                <a:lnTo>
                  <a:pt x="11653" y="22610"/>
                </a:lnTo>
                <a:lnTo>
                  <a:pt x="11741" y="22790"/>
                </a:lnTo>
                <a:lnTo>
                  <a:pt x="11879" y="22984"/>
                </a:lnTo>
                <a:lnTo>
                  <a:pt x="11967" y="23164"/>
                </a:lnTo>
                <a:lnTo>
                  <a:pt x="12067" y="23358"/>
                </a:lnTo>
                <a:lnTo>
                  <a:pt x="12155" y="23551"/>
                </a:lnTo>
                <a:lnTo>
                  <a:pt x="12243" y="23732"/>
                </a:lnTo>
                <a:lnTo>
                  <a:pt x="12381" y="23925"/>
                </a:lnTo>
                <a:lnTo>
                  <a:pt x="12469" y="24106"/>
                </a:lnTo>
                <a:lnTo>
                  <a:pt x="12569" y="24299"/>
                </a:lnTo>
                <a:lnTo>
                  <a:pt x="12657" y="24480"/>
                </a:lnTo>
                <a:lnTo>
                  <a:pt x="12745" y="24673"/>
                </a:lnTo>
                <a:lnTo>
                  <a:pt x="12883" y="24867"/>
                </a:lnTo>
                <a:lnTo>
                  <a:pt x="12971" y="25047"/>
                </a:lnTo>
                <a:lnTo>
                  <a:pt x="13072" y="25241"/>
                </a:lnTo>
                <a:lnTo>
                  <a:pt x="13160" y="25422"/>
                </a:lnTo>
                <a:lnTo>
                  <a:pt x="13248" y="25615"/>
                </a:lnTo>
                <a:lnTo>
                  <a:pt x="13386" y="25808"/>
                </a:lnTo>
                <a:lnTo>
                  <a:pt x="13474" y="25989"/>
                </a:lnTo>
                <a:lnTo>
                  <a:pt x="13574" y="26183"/>
                </a:lnTo>
                <a:lnTo>
                  <a:pt x="13662" y="26363"/>
                </a:lnTo>
                <a:lnTo>
                  <a:pt x="13750" y="26557"/>
                </a:lnTo>
                <a:lnTo>
                  <a:pt x="13888" y="26737"/>
                </a:lnTo>
                <a:lnTo>
                  <a:pt x="13976" y="26931"/>
                </a:lnTo>
                <a:lnTo>
                  <a:pt x="14076" y="27124"/>
                </a:lnTo>
                <a:lnTo>
                  <a:pt x="14164" y="27305"/>
                </a:lnTo>
                <a:lnTo>
                  <a:pt x="14252" y="27498"/>
                </a:lnTo>
                <a:lnTo>
                  <a:pt x="14390" y="27679"/>
                </a:lnTo>
                <a:lnTo>
                  <a:pt x="14491" y="27872"/>
                </a:lnTo>
                <a:lnTo>
                  <a:pt x="14579" y="28053"/>
                </a:lnTo>
                <a:lnTo>
                  <a:pt x="14667" y="28246"/>
                </a:lnTo>
                <a:lnTo>
                  <a:pt x="14754" y="28388"/>
                </a:lnTo>
                <a:lnTo>
                  <a:pt x="14893" y="28582"/>
                </a:lnTo>
                <a:lnTo>
                  <a:pt x="14993" y="28762"/>
                </a:lnTo>
                <a:lnTo>
                  <a:pt x="15081" y="28956"/>
                </a:lnTo>
                <a:lnTo>
                  <a:pt x="15169" y="29136"/>
                </a:lnTo>
                <a:lnTo>
                  <a:pt x="15257" y="29330"/>
                </a:lnTo>
                <a:lnTo>
                  <a:pt x="15395" y="29510"/>
                </a:lnTo>
                <a:lnTo>
                  <a:pt x="15495" y="29704"/>
                </a:lnTo>
                <a:lnTo>
                  <a:pt x="15583" y="29897"/>
                </a:lnTo>
                <a:lnTo>
                  <a:pt x="15671" y="30078"/>
                </a:lnTo>
                <a:lnTo>
                  <a:pt x="15759" y="30271"/>
                </a:lnTo>
                <a:lnTo>
                  <a:pt x="15897" y="30452"/>
                </a:lnTo>
                <a:lnTo>
                  <a:pt x="15998" y="30645"/>
                </a:lnTo>
                <a:lnTo>
                  <a:pt x="16086" y="30826"/>
                </a:lnTo>
                <a:lnTo>
                  <a:pt x="16173" y="31019"/>
                </a:lnTo>
                <a:lnTo>
                  <a:pt x="16261" y="31213"/>
                </a:lnTo>
                <a:lnTo>
                  <a:pt x="16400" y="31393"/>
                </a:lnTo>
                <a:lnTo>
                  <a:pt x="16500" y="31535"/>
                </a:lnTo>
                <a:lnTo>
                  <a:pt x="16588" y="31729"/>
                </a:lnTo>
                <a:lnTo>
                  <a:pt x="16676" y="31909"/>
                </a:lnTo>
                <a:lnTo>
                  <a:pt x="16776" y="32103"/>
                </a:lnTo>
                <a:lnTo>
                  <a:pt x="16902" y="32283"/>
                </a:lnTo>
                <a:lnTo>
                  <a:pt x="17002" y="32477"/>
                </a:lnTo>
                <a:lnTo>
                  <a:pt x="17090" y="32670"/>
                </a:lnTo>
                <a:lnTo>
                  <a:pt x="17178" y="32851"/>
                </a:lnTo>
                <a:lnTo>
                  <a:pt x="17279" y="33044"/>
                </a:lnTo>
                <a:lnTo>
                  <a:pt x="17404" y="33225"/>
                </a:lnTo>
                <a:lnTo>
                  <a:pt x="17505" y="33418"/>
                </a:lnTo>
                <a:lnTo>
                  <a:pt x="17592" y="33560"/>
                </a:lnTo>
                <a:lnTo>
                  <a:pt x="17680" y="33741"/>
                </a:lnTo>
                <a:lnTo>
                  <a:pt x="17781" y="33934"/>
                </a:lnTo>
                <a:lnTo>
                  <a:pt x="17919" y="34128"/>
                </a:lnTo>
                <a:lnTo>
                  <a:pt x="18007" y="34308"/>
                </a:lnTo>
                <a:lnTo>
                  <a:pt x="18095" y="34502"/>
                </a:lnTo>
                <a:lnTo>
                  <a:pt x="18183" y="34682"/>
                </a:lnTo>
                <a:lnTo>
                  <a:pt x="18283" y="34876"/>
                </a:lnTo>
                <a:lnTo>
                  <a:pt x="18421" y="35056"/>
                </a:lnTo>
                <a:lnTo>
                  <a:pt x="18509" y="35198"/>
                </a:lnTo>
                <a:lnTo>
                  <a:pt x="18597" y="35392"/>
                </a:lnTo>
                <a:lnTo>
                  <a:pt x="18685" y="35585"/>
                </a:lnTo>
                <a:lnTo>
                  <a:pt x="18785" y="35766"/>
                </a:lnTo>
                <a:lnTo>
                  <a:pt x="18924" y="35959"/>
                </a:lnTo>
                <a:lnTo>
                  <a:pt x="19011" y="36140"/>
                </a:lnTo>
                <a:lnTo>
                  <a:pt x="19099" y="36333"/>
                </a:lnTo>
                <a:lnTo>
                  <a:pt x="19187" y="36514"/>
                </a:lnTo>
                <a:lnTo>
                  <a:pt x="19288" y="36656"/>
                </a:lnTo>
                <a:lnTo>
                  <a:pt x="19426" y="36849"/>
                </a:lnTo>
                <a:lnTo>
                  <a:pt x="19514" y="37043"/>
                </a:lnTo>
                <a:lnTo>
                  <a:pt x="19602" y="37223"/>
                </a:lnTo>
                <a:lnTo>
                  <a:pt x="19690" y="37417"/>
                </a:lnTo>
                <a:lnTo>
                  <a:pt x="19790" y="37597"/>
                </a:lnTo>
                <a:lnTo>
                  <a:pt x="19928" y="37791"/>
                </a:lnTo>
                <a:lnTo>
                  <a:pt x="20016" y="37933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7500694" y="4474855"/>
            <a:ext cx="20016" cy="33794"/>
          </a:xfrm>
          <a:custGeom>
            <a:avLst/>
            <a:gdLst/>
            <a:ahLst/>
            <a:cxnLst/>
            <a:rect l="l" t="t" r="r" b="b"/>
            <a:pathLst>
              <a:path w="20016" h="33794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276" y="567"/>
                </a:lnTo>
                <a:lnTo>
                  <a:pt x="414" y="748"/>
                </a:lnTo>
                <a:lnTo>
                  <a:pt x="502" y="941"/>
                </a:lnTo>
                <a:lnTo>
                  <a:pt x="590" y="1083"/>
                </a:lnTo>
                <a:lnTo>
                  <a:pt x="690" y="1264"/>
                </a:lnTo>
                <a:lnTo>
                  <a:pt x="778" y="1457"/>
                </a:lnTo>
                <a:lnTo>
                  <a:pt x="916" y="1638"/>
                </a:lnTo>
                <a:lnTo>
                  <a:pt x="1004" y="1831"/>
                </a:lnTo>
                <a:lnTo>
                  <a:pt x="1092" y="2024"/>
                </a:lnTo>
                <a:lnTo>
                  <a:pt x="1192" y="2153"/>
                </a:lnTo>
                <a:lnTo>
                  <a:pt x="1280" y="2347"/>
                </a:lnTo>
                <a:lnTo>
                  <a:pt x="1418" y="2540"/>
                </a:lnTo>
                <a:lnTo>
                  <a:pt x="1506" y="2721"/>
                </a:lnTo>
                <a:lnTo>
                  <a:pt x="1594" y="2914"/>
                </a:lnTo>
                <a:lnTo>
                  <a:pt x="1695" y="3056"/>
                </a:lnTo>
                <a:lnTo>
                  <a:pt x="1783" y="3237"/>
                </a:lnTo>
                <a:lnTo>
                  <a:pt x="1921" y="3430"/>
                </a:lnTo>
                <a:lnTo>
                  <a:pt x="2009" y="3611"/>
                </a:lnTo>
                <a:lnTo>
                  <a:pt x="2097" y="3804"/>
                </a:lnTo>
                <a:lnTo>
                  <a:pt x="2197" y="3946"/>
                </a:lnTo>
                <a:lnTo>
                  <a:pt x="2285" y="4140"/>
                </a:lnTo>
                <a:lnTo>
                  <a:pt x="2423" y="4320"/>
                </a:lnTo>
                <a:lnTo>
                  <a:pt x="2511" y="4514"/>
                </a:lnTo>
                <a:lnTo>
                  <a:pt x="2599" y="4694"/>
                </a:lnTo>
                <a:lnTo>
                  <a:pt x="2699" y="4836"/>
                </a:lnTo>
                <a:lnTo>
                  <a:pt x="2787" y="5030"/>
                </a:lnTo>
                <a:lnTo>
                  <a:pt x="2925" y="5210"/>
                </a:lnTo>
                <a:lnTo>
                  <a:pt x="3013" y="5404"/>
                </a:lnTo>
                <a:lnTo>
                  <a:pt x="3101" y="5584"/>
                </a:lnTo>
                <a:lnTo>
                  <a:pt x="3202" y="5726"/>
                </a:lnTo>
                <a:lnTo>
                  <a:pt x="3290" y="5920"/>
                </a:lnTo>
                <a:lnTo>
                  <a:pt x="3428" y="6113"/>
                </a:lnTo>
                <a:lnTo>
                  <a:pt x="3516" y="6294"/>
                </a:lnTo>
                <a:lnTo>
                  <a:pt x="3603" y="6436"/>
                </a:lnTo>
                <a:lnTo>
                  <a:pt x="3704" y="6629"/>
                </a:lnTo>
                <a:lnTo>
                  <a:pt x="3792" y="6810"/>
                </a:lnTo>
                <a:lnTo>
                  <a:pt x="3930" y="7003"/>
                </a:lnTo>
                <a:lnTo>
                  <a:pt x="4018" y="7145"/>
                </a:lnTo>
                <a:lnTo>
                  <a:pt x="4118" y="7326"/>
                </a:lnTo>
                <a:lnTo>
                  <a:pt x="4206" y="7519"/>
                </a:lnTo>
                <a:lnTo>
                  <a:pt x="4294" y="7700"/>
                </a:lnTo>
                <a:lnTo>
                  <a:pt x="4432" y="7842"/>
                </a:lnTo>
                <a:lnTo>
                  <a:pt x="4520" y="8035"/>
                </a:lnTo>
                <a:lnTo>
                  <a:pt x="4621" y="8228"/>
                </a:lnTo>
                <a:lnTo>
                  <a:pt x="4709" y="8409"/>
                </a:lnTo>
                <a:lnTo>
                  <a:pt x="4796" y="8551"/>
                </a:lnTo>
                <a:lnTo>
                  <a:pt x="4935" y="8744"/>
                </a:lnTo>
                <a:lnTo>
                  <a:pt x="5022" y="8925"/>
                </a:lnTo>
                <a:lnTo>
                  <a:pt x="5123" y="9118"/>
                </a:lnTo>
                <a:lnTo>
                  <a:pt x="5211" y="9260"/>
                </a:lnTo>
                <a:lnTo>
                  <a:pt x="5299" y="9441"/>
                </a:lnTo>
                <a:lnTo>
                  <a:pt x="5437" y="9634"/>
                </a:lnTo>
                <a:lnTo>
                  <a:pt x="5525" y="9776"/>
                </a:lnTo>
                <a:lnTo>
                  <a:pt x="5625" y="9957"/>
                </a:lnTo>
                <a:lnTo>
                  <a:pt x="5713" y="10150"/>
                </a:lnTo>
                <a:lnTo>
                  <a:pt x="5801" y="10344"/>
                </a:lnTo>
                <a:lnTo>
                  <a:pt x="5939" y="10486"/>
                </a:lnTo>
                <a:lnTo>
                  <a:pt x="6027" y="10666"/>
                </a:lnTo>
                <a:lnTo>
                  <a:pt x="6128" y="10860"/>
                </a:lnTo>
                <a:lnTo>
                  <a:pt x="6215" y="11002"/>
                </a:lnTo>
                <a:lnTo>
                  <a:pt x="6303" y="11182"/>
                </a:lnTo>
                <a:lnTo>
                  <a:pt x="6441" y="11376"/>
                </a:lnTo>
                <a:lnTo>
                  <a:pt x="6529" y="11556"/>
                </a:lnTo>
                <a:lnTo>
                  <a:pt x="6630" y="11698"/>
                </a:lnTo>
                <a:lnTo>
                  <a:pt x="6718" y="11891"/>
                </a:lnTo>
                <a:lnTo>
                  <a:pt x="6806" y="12072"/>
                </a:lnTo>
                <a:lnTo>
                  <a:pt x="6944" y="12214"/>
                </a:lnTo>
                <a:lnTo>
                  <a:pt x="7032" y="12407"/>
                </a:lnTo>
                <a:lnTo>
                  <a:pt x="7132" y="12601"/>
                </a:lnTo>
                <a:lnTo>
                  <a:pt x="7220" y="12730"/>
                </a:lnTo>
                <a:lnTo>
                  <a:pt x="7308" y="12923"/>
                </a:lnTo>
                <a:lnTo>
                  <a:pt x="7446" y="13117"/>
                </a:lnTo>
                <a:lnTo>
                  <a:pt x="7534" y="13259"/>
                </a:lnTo>
                <a:lnTo>
                  <a:pt x="7634" y="13439"/>
                </a:lnTo>
                <a:lnTo>
                  <a:pt x="7722" y="13633"/>
                </a:lnTo>
                <a:lnTo>
                  <a:pt x="7810" y="13775"/>
                </a:lnTo>
                <a:lnTo>
                  <a:pt x="7948" y="13955"/>
                </a:lnTo>
                <a:lnTo>
                  <a:pt x="8049" y="14149"/>
                </a:lnTo>
                <a:lnTo>
                  <a:pt x="8137" y="14291"/>
                </a:lnTo>
                <a:lnTo>
                  <a:pt x="8225" y="14471"/>
                </a:lnTo>
                <a:lnTo>
                  <a:pt x="8313" y="14665"/>
                </a:lnTo>
                <a:lnTo>
                  <a:pt x="8451" y="14806"/>
                </a:lnTo>
                <a:lnTo>
                  <a:pt x="8551" y="14987"/>
                </a:lnTo>
                <a:lnTo>
                  <a:pt x="8639" y="15180"/>
                </a:lnTo>
                <a:lnTo>
                  <a:pt x="8727" y="15322"/>
                </a:lnTo>
                <a:lnTo>
                  <a:pt x="8815" y="15503"/>
                </a:lnTo>
                <a:lnTo>
                  <a:pt x="8953" y="15696"/>
                </a:lnTo>
                <a:lnTo>
                  <a:pt x="9053" y="15838"/>
                </a:lnTo>
                <a:lnTo>
                  <a:pt x="9141" y="16032"/>
                </a:lnTo>
                <a:lnTo>
                  <a:pt x="9229" y="16161"/>
                </a:lnTo>
                <a:lnTo>
                  <a:pt x="9317" y="16354"/>
                </a:lnTo>
                <a:lnTo>
                  <a:pt x="9455" y="16548"/>
                </a:lnTo>
                <a:lnTo>
                  <a:pt x="9556" y="16690"/>
                </a:lnTo>
                <a:lnTo>
                  <a:pt x="9644" y="16870"/>
                </a:lnTo>
                <a:lnTo>
                  <a:pt x="9732" y="17064"/>
                </a:lnTo>
                <a:lnTo>
                  <a:pt x="9819" y="17205"/>
                </a:lnTo>
                <a:lnTo>
                  <a:pt x="9958" y="17386"/>
                </a:lnTo>
                <a:lnTo>
                  <a:pt x="10058" y="17528"/>
                </a:lnTo>
                <a:lnTo>
                  <a:pt x="10146" y="17721"/>
                </a:lnTo>
                <a:lnTo>
                  <a:pt x="10234" y="17902"/>
                </a:lnTo>
                <a:lnTo>
                  <a:pt x="10334" y="18044"/>
                </a:lnTo>
                <a:lnTo>
                  <a:pt x="10460" y="18237"/>
                </a:lnTo>
                <a:lnTo>
                  <a:pt x="10560" y="18379"/>
                </a:lnTo>
                <a:lnTo>
                  <a:pt x="10648" y="18560"/>
                </a:lnTo>
                <a:lnTo>
                  <a:pt x="10736" y="18753"/>
                </a:lnTo>
                <a:lnTo>
                  <a:pt x="10837" y="18895"/>
                </a:lnTo>
                <a:lnTo>
                  <a:pt x="10962" y="19076"/>
                </a:lnTo>
                <a:lnTo>
                  <a:pt x="11063" y="19218"/>
                </a:lnTo>
                <a:lnTo>
                  <a:pt x="11151" y="19411"/>
                </a:lnTo>
                <a:lnTo>
                  <a:pt x="11238" y="19605"/>
                </a:lnTo>
                <a:lnTo>
                  <a:pt x="11339" y="19733"/>
                </a:lnTo>
                <a:lnTo>
                  <a:pt x="11464" y="19927"/>
                </a:lnTo>
                <a:lnTo>
                  <a:pt x="11565" y="20069"/>
                </a:lnTo>
                <a:lnTo>
                  <a:pt x="11653" y="20262"/>
                </a:lnTo>
                <a:lnTo>
                  <a:pt x="11741" y="20391"/>
                </a:lnTo>
                <a:lnTo>
                  <a:pt x="11841" y="20585"/>
                </a:lnTo>
                <a:lnTo>
                  <a:pt x="11979" y="20778"/>
                </a:lnTo>
                <a:lnTo>
                  <a:pt x="12067" y="20920"/>
                </a:lnTo>
                <a:lnTo>
                  <a:pt x="12155" y="21101"/>
                </a:lnTo>
                <a:lnTo>
                  <a:pt x="12243" y="21243"/>
                </a:lnTo>
                <a:lnTo>
                  <a:pt x="12343" y="21436"/>
                </a:lnTo>
                <a:lnTo>
                  <a:pt x="12482" y="21578"/>
                </a:lnTo>
                <a:lnTo>
                  <a:pt x="12569" y="21758"/>
                </a:lnTo>
                <a:lnTo>
                  <a:pt x="12657" y="21952"/>
                </a:lnTo>
                <a:lnTo>
                  <a:pt x="12745" y="22094"/>
                </a:lnTo>
                <a:lnTo>
                  <a:pt x="12846" y="22274"/>
                </a:lnTo>
                <a:lnTo>
                  <a:pt x="12984" y="22416"/>
                </a:lnTo>
                <a:lnTo>
                  <a:pt x="13072" y="22610"/>
                </a:lnTo>
                <a:lnTo>
                  <a:pt x="13160" y="22752"/>
                </a:lnTo>
                <a:lnTo>
                  <a:pt x="13248" y="22932"/>
                </a:lnTo>
                <a:lnTo>
                  <a:pt x="13348" y="23074"/>
                </a:lnTo>
                <a:lnTo>
                  <a:pt x="13486" y="23268"/>
                </a:lnTo>
                <a:lnTo>
                  <a:pt x="13574" y="23409"/>
                </a:lnTo>
                <a:lnTo>
                  <a:pt x="13662" y="23590"/>
                </a:lnTo>
                <a:lnTo>
                  <a:pt x="13750" y="23732"/>
                </a:lnTo>
                <a:lnTo>
                  <a:pt x="13850" y="23925"/>
                </a:lnTo>
                <a:lnTo>
                  <a:pt x="13988" y="24067"/>
                </a:lnTo>
                <a:lnTo>
                  <a:pt x="14076" y="24248"/>
                </a:lnTo>
                <a:lnTo>
                  <a:pt x="14164" y="24441"/>
                </a:lnTo>
                <a:lnTo>
                  <a:pt x="14265" y="24583"/>
                </a:lnTo>
                <a:lnTo>
                  <a:pt x="14353" y="24764"/>
                </a:lnTo>
                <a:lnTo>
                  <a:pt x="14491" y="24906"/>
                </a:lnTo>
                <a:lnTo>
                  <a:pt x="14579" y="25099"/>
                </a:lnTo>
                <a:lnTo>
                  <a:pt x="14667" y="25241"/>
                </a:lnTo>
                <a:lnTo>
                  <a:pt x="14767" y="25422"/>
                </a:lnTo>
                <a:lnTo>
                  <a:pt x="14855" y="25563"/>
                </a:lnTo>
                <a:lnTo>
                  <a:pt x="14993" y="25757"/>
                </a:lnTo>
                <a:lnTo>
                  <a:pt x="15081" y="25899"/>
                </a:lnTo>
                <a:lnTo>
                  <a:pt x="15169" y="26079"/>
                </a:lnTo>
                <a:lnTo>
                  <a:pt x="15269" y="26221"/>
                </a:lnTo>
                <a:lnTo>
                  <a:pt x="15357" y="26363"/>
                </a:lnTo>
                <a:lnTo>
                  <a:pt x="15495" y="26557"/>
                </a:lnTo>
                <a:lnTo>
                  <a:pt x="15583" y="26698"/>
                </a:lnTo>
                <a:lnTo>
                  <a:pt x="15671" y="26879"/>
                </a:lnTo>
                <a:lnTo>
                  <a:pt x="15772" y="27021"/>
                </a:lnTo>
                <a:lnTo>
                  <a:pt x="15860" y="27214"/>
                </a:lnTo>
                <a:lnTo>
                  <a:pt x="15998" y="27356"/>
                </a:lnTo>
                <a:lnTo>
                  <a:pt x="16086" y="27537"/>
                </a:lnTo>
                <a:lnTo>
                  <a:pt x="16173" y="27679"/>
                </a:lnTo>
                <a:lnTo>
                  <a:pt x="16274" y="27872"/>
                </a:lnTo>
                <a:lnTo>
                  <a:pt x="16362" y="28014"/>
                </a:lnTo>
                <a:lnTo>
                  <a:pt x="16500" y="28195"/>
                </a:lnTo>
                <a:lnTo>
                  <a:pt x="16588" y="28336"/>
                </a:lnTo>
                <a:lnTo>
                  <a:pt x="16676" y="28530"/>
                </a:lnTo>
                <a:lnTo>
                  <a:pt x="16776" y="28672"/>
                </a:lnTo>
                <a:lnTo>
                  <a:pt x="16864" y="28814"/>
                </a:lnTo>
                <a:lnTo>
                  <a:pt x="17002" y="28994"/>
                </a:lnTo>
                <a:lnTo>
                  <a:pt x="17090" y="29140"/>
                </a:lnTo>
                <a:lnTo>
                  <a:pt x="17178" y="29328"/>
                </a:lnTo>
                <a:lnTo>
                  <a:pt x="17279" y="29470"/>
                </a:lnTo>
                <a:lnTo>
                  <a:pt x="17417" y="29657"/>
                </a:lnTo>
                <a:lnTo>
                  <a:pt x="17505" y="29799"/>
                </a:lnTo>
                <a:lnTo>
                  <a:pt x="17592" y="29986"/>
                </a:lnTo>
                <a:lnTo>
                  <a:pt x="17680" y="30128"/>
                </a:lnTo>
                <a:lnTo>
                  <a:pt x="17781" y="30269"/>
                </a:lnTo>
                <a:lnTo>
                  <a:pt x="17919" y="30457"/>
                </a:lnTo>
                <a:lnTo>
                  <a:pt x="18007" y="30598"/>
                </a:lnTo>
                <a:lnTo>
                  <a:pt x="18095" y="30786"/>
                </a:lnTo>
                <a:lnTo>
                  <a:pt x="18195" y="30926"/>
                </a:lnTo>
                <a:lnTo>
                  <a:pt x="18283" y="31068"/>
                </a:lnTo>
                <a:lnTo>
                  <a:pt x="18421" y="31255"/>
                </a:lnTo>
                <a:lnTo>
                  <a:pt x="18509" y="31397"/>
                </a:lnTo>
                <a:lnTo>
                  <a:pt x="18597" y="31585"/>
                </a:lnTo>
                <a:lnTo>
                  <a:pt x="18698" y="31726"/>
                </a:lnTo>
                <a:lnTo>
                  <a:pt x="18785" y="31867"/>
                </a:lnTo>
                <a:lnTo>
                  <a:pt x="18924" y="32055"/>
                </a:lnTo>
                <a:lnTo>
                  <a:pt x="19011" y="32196"/>
                </a:lnTo>
                <a:lnTo>
                  <a:pt x="19099" y="32384"/>
                </a:lnTo>
                <a:lnTo>
                  <a:pt x="19200" y="32524"/>
                </a:lnTo>
                <a:lnTo>
                  <a:pt x="19288" y="32666"/>
                </a:lnTo>
                <a:lnTo>
                  <a:pt x="19426" y="32855"/>
                </a:lnTo>
                <a:lnTo>
                  <a:pt x="19514" y="32995"/>
                </a:lnTo>
                <a:lnTo>
                  <a:pt x="19602" y="33184"/>
                </a:lnTo>
                <a:lnTo>
                  <a:pt x="19702" y="33324"/>
                </a:lnTo>
                <a:lnTo>
                  <a:pt x="19790" y="33465"/>
                </a:lnTo>
                <a:lnTo>
                  <a:pt x="19928" y="33653"/>
                </a:lnTo>
                <a:lnTo>
                  <a:pt x="20016" y="33794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7520711" y="4508650"/>
            <a:ext cx="20016" cy="29097"/>
          </a:xfrm>
          <a:custGeom>
            <a:avLst/>
            <a:gdLst/>
            <a:ahLst/>
            <a:cxnLst/>
            <a:rect l="l" t="t" r="r" b="b"/>
            <a:pathLst>
              <a:path w="20016" h="29097">
                <a:moveTo>
                  <a:pt x="0" y="0"/>
                </a:moveTo>
                <a:lnTo>
                  <a:pt x="87" y="141"/>
                </a:lnTo>
                <a:lnTo>
                  <a:pt x="188" y="330"/>
                </a:lnTo>
                <a:lnTo>
                  <a:pt x="276" y="470"/>
                </a:lnTo>
                <a:lnTo>
                  <a:pt x="414" y="659"/>
                </a:lnTo>
                <a:lnTo>
                  <a:pt x="502" y="799"/>
                </a:lnTo>
                <a:lnTo>
                  <a:pt x="590" y="940"/>
                </a:lnTo>
                <a:lnTo>
                  <a:pt x="690" y="1128"/>
                </a:lnTo>
                <a:lnTo>
                  <a:pt x="778" y="1269"/>
                </a:lnTo>
                <a:lnTo>
                  <a:pt x="916" y="1411"/>
                </a:lnTo>
                <a:lnTo>
                  <a:pt x="1004" y="1599"/>
                </a:lnTo>
                <a:lnTo>
                  <a:pt x="1092" y="1739"/>
                </a:lnTo>
                <a:lnTo>
                  <a:pt x="1192" y="1880"/>
                </a:lnTo>
                <a:lnTo>
                  <a:pt x="1280" y="2068"/>
                </a:lnTo>
                <a:lnTo>
                  <a:pt x="1418" y="2209"/>
                </a:lnTo>
                <a:lnTo>
                  <a:pt x="1506" y="2351"/>
                </a:lnTo>
                <a:lnTo>
                  <a:pt x="1607" y="2538"/>
                </a:lnTo>
                <a:lnTo>
                  <a:pt x="1695" y="2680"/>
                </a:lnTo>
                <a:lnTo>
                  <a:pt x="1783" y="2820"/>
                </a:lnTo>
                <a:lnTo>
                  <a:pt x="1921" y="3009"/>
                </a:lnTo>
                <a:lnTo>
                  <a:pt x="2009" y="3149"/>
                </a:lnTo>
                <a:lnTo>
                  <a:pt x="2109" y="3291"/>
                </a:lnTo>
                <a:lnTo>
                  <a:pt x="2197" y="3478"/>
                </a:lnTo>
                <a:lnTo>
                  <a:pt x="2285" y="3620"/>
                </a:lnTo>
                <a:lnTo>
                  <a:pt x="2423" y="3761"/>
                </a:lnTo>
                <a:lnTo>
                  <a:pt x="2511" y="3949"/>
                </a:lnTo>
                <a:lnTo>
                  <a:pt x="2611" y="4089"/>
                </a:lnTo>
                <a:lnTo>
                  <a:pt x="2699" y="4230"/>
                </a:lnTo>
                <a:lnTo>
                  <a:pt x="2787" y="4372"/>
                </a:lnTo>
                <a:lnTo>
                  <a:pt x="2925" y="4560"/>
                </a:lnTo>
                <a:lnTo>
                  <a:pt x="3013" y="4701"/>
                </a:lnTo>
                <a:lnTo>
                  <a:pt x="3114" y="4841"/>
                </a:lnTo>
                <a:lnTo>
                  <a:pt x="3202" y="5030"/>
                </a:lnTo>
                <a:lnTo>
                  <a:pt x="3290" y="5170"/>
                </a:lnTo>
                <a:lnTo>
                  <a:pt x="3428" y="5312"/>
                </a:lnTo>
                <a:lnTo>
                  <a:pt x="3516" y="5453"/>
                </a:lnTo>
                <a:lnTo>
                  <a:pt x="3616" y="5641"/>
                </a:lnTo>
                <a:lnTo>
                  <a:pt x="3704" y="5782"/>
                </a:lnTo>
                <a:lnTo>
                  <a:pt x="3792" y="5922"/>
                </a:lnTo>
                <a:lnTo>
                  <a:pt x="3930" y="6111"/>
                </a:lnTo>
                <a:lnTo>
                  <a:pt x="4018" y="6252"/>
                </a:lnTo>
                <a:lnTo>
                  <a:pt x="4118" y="6393"/>
                </a:lnTo>
                <a:lnTo>
                  <a:pt x="4206" y="6534"/>
                </a:lnTo>
                <a:lnTo>
                  <a:pt x="4294" y="6722"/>
                </a:lnTo>
                <a:lnTo>
                  <a:pt x="4432" y="6863"/>
                </a:lnTo>
                <a:lnTo>
                  <a:pt x="4520" y="7004"/>
                </a:lnTo>
                <a:lnTo>
                  <a:pt x="4621" y="7145"/>
                </a:lnTo>
                <a:lnTo>
                  <a:pt x="4709" y="7333"/>
                </a:lnTo>
                <a:lnTo>
                  <a:pt x="4796" y="7474"/>
                </a:lnTo>
                <a:lnTo>
                  <a:pt x="4935" y="7614"/>
                </a:lnTo>
                <a:lnTo>
                  <a:pt x="5022" y="7756"/>
                </a:lnTo>
                <a:lnTo>
                  <a:pt x="5123" y="7945"/>
                </a:lnTo>
                <a:lnTo>
                  <a:pt x="5211" y="8085"/>
                </a:lnTo>
                <a:lnTo>
                  <a:pt x="5299" y="8226"/>
                </a:lnTo>
                <a:lnTo>
                  <a:pt x="5437" y="8368"/>
                </a:lnTo>
                <a:lnTo>
                  <a:pt x="5537" y="8508"/>
                </a:lnTo>
                <a:lnTo>
                  <a:pt x="5625" y="8697"/>
                </a:lnTo>
                <a:lnTo>
                  <a:pt x="5713" y="8837"/>
                </a:lnTo>
                <a:lnTo>
                  <a:pt x="5801" y="8978"/>
                </a:lnTo>
                <a:lnTo>
                  <a:pt x="5939" y="9120"/>
                </a:lnTo>
                <a:lnTo>
                  <a:pt x="6040" y="9307"/>
                </a:lnTo>
                <a:lnTo>
                  <a:pt x="6128" y="9449"/>
                </a:lnTo>
                <a:lnTo>
                  <a:pt x="6215" y="9589"/>
                </a:lnTo>
                <a:lnTo>
                  <a:pt x="6303" y="9730"/>
                </a:lnTo>
                <a:lnTo>
                  <a:pt x="6441" y="9872"/>
                </a:lnTo>
                <a:lnTo>
                  <a:pt x="6542" y="10060"/>
                </a:lnTo>
                <a:lnTo>
                  <a:pt x="6630" y="10201"/>
                </a:lnTo>
                <a:lnTo>
                  <a:pt x="6718" y="10341"/>
                </a:lnTo>
                <a:lnTo>
                  <a:pt x="6806" y="10483"/>
                </a:lnTo>
                <a:lnTo>
                  <a:pt x="6944" y="10624"/>
                </a:lnTo>
                <a:lnTo>
                  <a:pt x="7044" y="10812"/>
                </a:lnTo>
                <a:lnTo>
                  <a:pt x="7132" y="10953"/>
                </a:lnTo>
                <a:lnTo>
                  <a:pt x="7220" y="11093"/>
                </a:lnTo>
                <a:lnTo>
                  <a:pt x="7308" y="11235"/>
                </a:lnTo>
                <a:lnTo>
                  <a:pt x="7446" y="11376"/>
                </a:lnTo>
                <a:lnTo>
                  <a:pt x="7547" y="11564"/>
                </a:lnTo>
                <a:lnTo>
                  <a:pt x="7634" y="11704"/>
                </a:lnTo>
                <a:lnTo>
                  <a:pt x="7722" y="11845"/>
                </a:lnTo>
                <a:lnTo>
                  <a:pt x="7823" y="11987"/>
                </a:lnTo>
                <a:lnTo>
                  <a:pt x="7948" y="12128"/>
                </a:lnTo>
                <a:lnTo>
                  <a:pt x="8049" y="12268"/>
                </a:lnTo>
                <a:lnTo>
                  <a:pt x="8137" y="12456"/>
                </a:lnTo>
                <a:lnTo>
                  <a:pt x="8225" y="12598"/>
                </a:lnTo>
                <a:lnTo>
                  <a:pt x="8325" y="12739"/>
                </a:lnTo>
                <a:lnTo>
                  <a:pt x="8451" y="12879"/>
                </a:lnTo>
                <a:lnTo>
                  <a:pt x="8551" y="13021"/>
                </a:lnTo>
                <a:lnTo>
                  <a:pt x="8639" y="13162"/>
                </a:lnTo>
                <a:lnTo>
                  <a:pt x="8727" y="13303"/>
                </a:lnTo>
                <a:lnTo>
                  <a:pt x="8827" y="13491"/>
                </a:lnTo>
                <a:lnTo>
                  <a:pt x="8966" y="13631"/>
                </a:lnTo>
                <a:lnTo>
                  <a:pt x="9053" y="13773"/>
                </a:lnTo>
                <a:lnTo>
                  <a:pt x="9141" y="13914"/>
                </a:lnTo>
                <a:lnTo>
                  <a:pt x="9229" y="14054"/>
                </a:lnTo>
                <a:lnTo>
                  <a:pt x="9330" y="14196"/>
                </a:lnTo>
                <a:lnTo>
                  <a:pt x="9468" y="14337"/>
                </a:lnTo>
                <a:lnTo>
                  <a:pt x="9556" y="14478"/>
                </a:lnTo>
                <a:lnTo>
                  <a:pt x="9644" y="14666"/>
                </a:lnTo>
                <a:lnTo>
                  <a:pt x="9732" y="14806"/>
                </a:lnTo>
                <a:lnTo>
                  <a:pt x="9832" y="14948"/>
                </a:lnTo>
                <a:lnTo>
                  <a:pt x="9970" y="15089"/>
                </a:lnTo>
                <a:lnTo>
                  <a:pt x="10058" y="15229"/>
                </a:lnTo>
                <a:lnTo>
                  <a:pt x="10146" y="15371"/>
                </a:lnTo>
                <a:lnTo>
                  <a:pt x="10234" y="15512"/>
                </a:lnTo>
                <a:lnTo>
                  <a:pt x="10334" y="15653"/>
                </a:lnTo>
                <a:lnTo>
                  <a:pt x="10472" y="15794"/>
                </a:lnTo>
                <a:lnTo>
                  <a:pt x="10560" y="15983"/>
                </a:lnTo>
                <a:lnTo>
                  <a:pt x="10648" y="16123"/>
                </a:lnTo>
                <a:lnTo>
                  <a:pt x="10736" y="16264"/>
                </a:lnTo>
                <a:lnTo>
                  <a:pt x="10837" y="16406"/>
                </a:lnTo>
                <a:lnTo>
                  <a:pt x="10975" y="16546"/>
                </a:lnTo>
                <a:lnTo>
                  <a:pt x="11063" y="16687"/>
                </a:lnTo>
                <a:lnTo>
                  <a:pt x="11151" y="16829"/>
                </a:lnTo>
                <a:lnTo>
                  <a:pt x="11238" y="16969"/>
                </a:lnTo>
                <a:lnTo>
                  <a:pt x="11339" y="17110"/>
                </a:lnTo>
                <a:lnTo>
                  <a:pt x="11477" y="17252"/>
                </a:lnTo>
                <a:lnTo>
                  <a:pt x="11565" y="17392"/>
                </a:lnTo>
                <a:lnTo>
                  <a:pt x="11653" y="17533"/>
                </a:lnTo>
                <a:lnTo>
                  <a:pt x="11753" y="17721"/>
                </a:lnTo>
                <a:lnTo>
                  <a:pt x="11841" y="17862"/>
                </a:lnTo>
                <a:lnTo>
                  <a:pt x="11979" y="18004"/>
                </a:lnTo>
                <a:lnTo>
                  <a:pt x="12067" y="18144"/>
                </a:lnTo>
                <a:lnTo>
                  <a:pt x="12155" y="18285"/>
                </a:lnTo>
                <a:lnTo>
                  <a:pt x="12256" y="18427"/>
                </a:lnTo>
                <a:lnTo>
                  <a:pt x="12343" y="18568"/>
                </a:lnTo>
                <a:lnTo>
                  <a:pt x="12482" y="18708"/>
                </a:lnTo>
                <a:lnTo>
                  <a:pt x="12569" y="18850"/>
                </a:lnTo>
                <a:lnTo>
                  <a:pt x="12657" y="18991"/>
                </a:lnTo>
                <a:lnTo>
                  <a:pt x="12758" y="19131"/>
                </a:lnTo>
                <a:lnTo>
                  <a:pt x="12846" y="19273"/>
                </a:lnTo>
                <a:lnTo>
                  <a:pt x="12984" y="19414"/>
                </a:lnTo>
                <a:lnTo>
                  <a:pt x="13072" y="19554"/>
                </a:lnTo>
                <a:lnTo>
                  <a:pt x="13160" y="19696"/>
                </a:lnTo>
                <a:lnTo>
                  <a:pt x="13260" y="19837"/>
                </a:lnTo>
                <a:lnTo>
                  <a:pt x="13348" y="19977"/>
                </a:lnTo>
                <a:lnTo>
                  <a:pt x="13486" y="20119"/>
                </a:lnTo>
                <a:lnTo>
                  <a:pt x="13574" y="20260"/>
                </a:lnTo>
                <a:lnTo>
                  <a:pt x="13662" y="20400"/>
                </a:lnTo>
                <a:lnTo>
                  <a:pt x="13762" y="20542"/>
                </a:lnTo>
                <a:lnTo>
                  <a:pt x="13850" y="20683"/>
                </a:lnTo>
                <a:lnTo>
                  <a:pt x="13988" y="20823"/>
                </a:lnTo>
                <a:lnTo>
                  <a:pt x="14076" y="20965"/>
                </a:lnTo>
                <a:lnTo>
                  <a:pt x="14164" y="21106"/>
                </a:lnTo>
                <a:lnTo>
                  <a:pt x="14265" y="21246"/>
                </a:lnTo>
                <a:lnTo>
                  <a:pt x="14353" y="21388"/>
                </a:lnTo>
                <a:lnTo>
                  <a:pt x="14491" y="21529"/>
                </a:lnTo>
                <a:lnTo>
                  <a:pt x="14579" y="21669"/>
                </a:lnTo>
                <a:lnTo>
                  <a:pt x="14667" y="21811"/>
                </a:lnTo>
                <a:lnTo>
                  <a:pt x="14767" y="21952"/>
                </a:lnTo>
                <a:lnTo>
                  <a:pt x="14855" y="22093"/>
                </a:lnTo>
                <a:lnTo>
                  <a:pt x="14993" y="22234"/>
                </a:lnTo>
                <a:lnTo>
                  <a:pt x="15081" y="22375"/>
                </a:lnTo>
                <a:lnTo>
                  <a:pt x="15181" y="22516"/>
                </a:lnTo>
                <a:lnTo>
                  <a:pt x="15269" y="22657"/>
                </a:lnTo>
                <a:lnTo>
                  <a:pt x="15357" y="22798"/>
                </a:lnTo>
                <a:lnTo>
                  <a:pt x="15495" y="22939"/>
                </a:lnTo>
                <a:lnTo>
                  <a:pt x="15583" y="23081"/>
                </a:lnTo>
                <a:lnTo>
                  <a:pt x="15684" y="23221"/>
                </a:lnTo>
                <a:lnTo>
                  <a:pt x="15772" y="23362"/>
                </a:lnTo>
                <a:lnTo>
                  <a:pt x="15860" y="23504"/>
                </a:lnTo>
                <a:lnTo>
                  <a:pt x="15998" y="23644"/>
                </a:lnTo>
                <a:lnTo>
                  <a:pt x="16086" y="23785"/>
                </a:lnTo>
                <a:lnTo>
                  <a:pt x="16186" y="23927"/>
                </a:lnTo>
                <a:lnTo>
                  <a:pt x="16274" y="24067"/>
                </a:lnTo>
                <a:lnTo>
                  <a:pt x="16362" y="24208"/>
                </a:lnTo>
                <a:lnTo>
                  <a:pt x="16500" y="24350"/>
                </a:lnTo>
                <a:lnTo>
                  <a:pt x="16688" y="24584"/>
                </a:lnTo>
                <a:lnTo>
                  <a:pt x="16776" y="24725"/>
                </a:lnTo>
                <a:lnTo>
                  <a:pt x="16864" y="24867"/>
                </a:lnTo>
                <a:lnTo>
                  <a:pt x="17002" y="25007"/>
                </a:lnTo>
                <a:lnTo>
                  <a:pt x="17090" y="25148"/>
                </a:lnTo>
                <a:lnTo>
                  <a:pt x="17191" y="25290"/>
                </a:lnTo>
                <a:lnTo>
                  <a:pt x="17279" y="25431"/>
                </a:lnTo>
                <a:lnTo>
                  <a:pt x="17366" y="25571"/>
                </a:lnTo>
                <a:lnTo>
                  <a:pt x="17505" y="25713"/>
                </a:lnTo>
                <a:lnTo>
                  <a:pt x="17592" y="25854"/>
                </a:lnTo>
                <a:lnTo>
                  <a:pt x="17693" y="25994"/>
                </a:lnTo>
                <a:lnTo>
                  <a:pt x="17869" y="26229"/>
                </a:lnTo>
                <a:lnTo>
                  <a:pt x="18007" y="26371"/>
                </a:lnTo>
                <a:lnTo>
                  <a:pt x="18095" y="26511"/>
                </a:lnTo>
                <a:lnTo>
                  <a:pt x="18195" y="26652"/>
                </a:lnTo>
                <a:lnTo>
                  <a:pt x="18283" y="26794"/>
                </a:lnTo>
                <a:lnTo>
                  <a:pt x="18371" y="26934"/>
                </a:lnTo>
                <a:lnTo>
                  <a:pt x="18509" y="27075"/>
                </a:lnTo>
                <a:lnTo>
                  <a:pt x="18597" y="27217"/>
                </a:lnTo>
                <a:lnTo>
                  <a:pt x="18785" y="27452"/>
                </a:lnTo>
                <a:lnTo>
                  <a:pt x="18873" y="27592"/>
                </a:lnTo>
                <a:lnTo>
                  <a:pt x="19011" y="27734"/>
                </a:lnTo>
                <a:lnTo>
                  <a:pt x="19112" y="27875"/>
                </a:lnTo>
                <a:lnTo>
                  <a:pt x="19200" y="28015"/>
                </a:lnTo>
                <a:lnTo>
                  <a:pt x="19288" y="28157"/>
                </a:lnTo>
                <a:lnTo>
                  <a:pt x="19376" y="28298"/>
                </a:lnTo>
                <a:lnTo>
                  <a:pt x="19514" y="28392"/>
                </a:lnTo>
                <a:lnTo>
                  <a:pt x="19614" y="28533"/>
                </a:lnTo>
                <a:lnTo>
                  <a:pt x="19702" y="28674"/>
                </a:lnTo>
                <a:lnTo>
                  <a:pt x="19790" y="28815"/>
                </a:lnTo>
                <a:lnTo>
                  <a:pt x="19878" y="28956"/>
                </a:lnTo>
                <a:lnTo>
                  <a:pt x="20016" y="29097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7540727" y="4537748"/>
            <a:ext cx="19978" cy="23878"/>
          </a:xfrm>
          <a:custGeom>
            <a:avLst/>
            <a:gdLst/>
            <a:ahLst/>
            <a:cxnLst/>
            <a:rect l="l" t="t" r="r" b="b"/>
            <a:pathLst>
              <a:path w="19978" h="23878">
                <a:moveTo>
                  <a:pt x="0" y="0"/>
                </a:moveTo>
                <a:lnTo>
                  <a:pt x="188" y="234"/>
                </a:lnTo>
                <a:lnTo>
                  <a:pt x="276" y="375"/>
                </a:lnTo>
                <a:lnTo>
                  <a:pt x="364" y="515"/>
                </a:lnTo>
                <a:lnTo>
                  <a:pt x="502" y="657"/>
                </a:lnTo>
                <a:lnTo>
                  <a:pt x="602" y="798"/>
                </a:lnTo>
                <a:lnTo>
                  <a:pt x="778" y="1033"/>
                </a:lnTo>
                <a:lnTo>
                  <a:pt x="866" y="1175"/>
                </a:lnTo>
                <a:lnTo>
                  <a:pt x="1004" y="1315"/>
                </a:lnTo>
                <a:lnTo>
                  <a:pt x="1105" y="1456"/>
                </a:lnTo>
                <a:lnTo>
                  <a:pt x="1280" y="1692"/>
                </a:lnTo>
                <a:lnTo>
                  <a:pt x="1381" y="1832"/>
                </a:lnTo>
                <a:lnTo>
                  <a:pt x="1506" y="1973"/>
                </a:lnTo>
                <a:lnTo>
                  <a:pt x="1607" y="2115"/>
                </a:lnTo>
                <a:lnTo>
                  <a:pt x="1783" y="2350"/>
                </a:lnTo>
                <a:lnTo>
                  <a:pt x="1883" y="2490"/>
                </a:lnTo>
                <a:lnTo>
                  <a:pt x="2009" y="2631"/>
                </a:lnTo>
                <a:lnTo>
                  <a:pt x="2109" y="2773"/>
                </a:lnTo>
                <a:lnTo>
                  <a:pt x="2285" y="3007"/>
                </a:lnTo>
                <a:lnTo>
                  <a:pt x="2385" y="3148"/>
                </a:lnTo>
                <a:lnTo>
                  <a:pt x="2524" y="3290"/>
                </a:lnTo>
                <a:lnTo>
                  <a:pt x="2699" y="3525"/>
                </a:lnTo>
                <a:lnTo>
                  <a:pt x="2787" y="3665"/>
                </a:lnTo>
                <a:lnTo>
                  <a:pt x="2888" y="3807"/>
                </a:lnTo>
                <a:lnTo>
                  <a:pt x="3026" y="3948"/>
                </a:lnTo>
                <a:lnTo>
                  <a:pt x="3202" y="4182"/>
                </a:lnTo>
                <a:lnTo>
                  <a:pt x="3290" y="4323"/>
                </a:lnTo>
                <a:lnTo>
                  <a:pt x="3390" y="4465"/>
                </a:lnTo>
                <a:lnTo>
                  <a:pt x="3528" y="4559"/>
                </a:lnTo>
                <a:lnTo>
                  <a:pt x="3616" y="4700"/>
                </a:lnTo>
                <a:lnTo>
                  <a:pt x="3704" y="4840"/>
                </a:lnTo>
                <a:lnTo>
                  <a:pt x="3892" y="5076"/>
                </a:lnTo>
                <a:lnTo>
                  <a:pt x="4030" y="5217"/>
                </a:lnTo>
                <a:lnTo>
                  <a:pt x="4118" y="5357"/>
                </a:lnTo>
                <a:lnTo>
                  <a:pt x="4294" y="5592"/>
                </a:lnTo>
                <a:lnTo>
                  <a:pt x="4395" y="5734"/>
                </a:lnTo>
                <a:lnTo>
                  <a:pt x="4533" y="5875"/>
                </a:lnTo>
                <a:lnTo>
                  <a:pt x="4709" y="6109"/>
                </a:lnTo>
                <a:lnTo>
                  <a:pt x="4796" y="6251"/>
                </a:lnTo>
                <a:lnTo>
                  <a:pt x="5035" y="6486"/>
                </a:lnTo>
                <a:lnTo>
                  <a:pt x="5123" y="6627"/>
                </a:lnTo>
                <a:lnTo>
                  <a:pt x="5311" y="6861"/>
                </a:lnTo>
                <a:lnTo>
                  <a:pt x="5399" y="7003"/>
                </a:lnTo>
                <a:lnTo>
                  <a:pt x="5537" y="7144"/>
                </a:lnTo>
                <a:lnTo>
                  <a:pt x="5713" y="7378"/>
                </a:lnTo>
                <a:lnTo>
                  <a:pt x="5814" y="7520"/>
                </a:lnTo>
                <a:lnTo>
                  <a:pt x="6040" y="7755"/>
                </a:lnTo>
                <a:lnTo>
                  <a:pt x="6128" y="7896"/>
                </a:lnTo>
                <a:lnTo>
                  <a:pt x="6316" y="8130"/>
                </a:lnTo>
                <a:lnTo>
                  <a:pt x="6404" y="8272"/>
                </a:lnTo>
                <a:lnTo>
                  <a:pt x="6542" y="8366"/>
                </a:lnTo>
                <a:lnTo>
                  <a:pt x="6630" y="8507"/>
                </a:lnTo>
                <a:lnTo>
                  <a:pt x="6718" y="8648"/>
                </a:lnTo>
                <a:lnTo>
                  <a:pt x="6906" y="8884"/>
                </a:lnTo>
                <a:lnTo>
                  <a:pt x="7044" y="8977"/>
                </a:lnTo>
                <a:lnTo>
                  <a:pt x="7132" y="9118"/>
                </a:lnTo>
                <a:lnTo>
                  <a:pt x="7220" y="9259"/>
                </a:lnTo>
                <a:lnTo>
                  <a:pt x="7408" y="9494"/>
                </a:lnTo>
                <a:lnTo>
                  <a:pt x="7547" y="9636"/>
                </a:lnTo>
                <a:lnTo>
                  <a:pt x="7722" y="9870"/>
                </a:lnTo>
                <a:lnTo>
                  <a:pt x="7823" y="10011"/>
                </a:lnTo>
                <a:lnTo>
                  <a:pt x="8049" y="10246"/>
                </a:lnTo>
                <a:lnTo>
                  <a:pt x="8225" y="10482"/>
                </a:lnTo>
                <a:lnTo>
                  <a:pt x="8325" y="10622"/>
                </a:lnTo>
                <a:lnTo>
                  <a:pt x="8551" y="10857"/>
                </a:lnTo>
                <a:lnTo>
                  <a:pt x="8727" y="11092"/>
                </a:lnTo>
                <a:lnTo>
                  <a:pt x="8827" y="11234"/>
                </a:lnTo>
                <a:lnTo>
                  <a:pt x="9053" y="11468"/>
                </a:lnTo>
                <a:lnTo>
                  <a:pt x="9242" y="11703"/>
                </a:lnTo>
                <a:lnTo>
                  <a:pt x="9418" y="11938"/>
                </a:lnTo>
                <a:lnTo>
                  <a:pt x="9556" y="12080"/>
                </a:lnTo>
                <a:lnTo>
                  <a:pt x="9744" y="12315"/>
                </a:lnTo>
                <a:lnTo>
                  <a:pt x="9920" y="12549"/>
                </a:lnTo>
                <a:lnTo>
                  <a:pt x="10058" y="12643"/>
                </a:lnTo>
                <a:lnTo>
                  <a:pt x="10146" y="12784"/>
                </a:lnTo>
                <a:lnTo>
                  <a:pt x="10246" y="12926"/>
                </a:lnTo>
                <a:lnTo>
                  <a:pt x="10422" y="13161"/>
                </a:lnTo>
                <a:lnTo>
                  <a:pt x="10560" y="13255"/>
                </a:lnTo>
                <a:lnTo>
                  <a:pt x="10648" y="13395"/>
                </a:lnTo>
                <a:lnTo>
                  <a:pt x="10837" y="13630"/>
                </a:lnTo>
                <a:lnTo>
                  <a:pt x="11063" y="13866"/>
                </a:lnTo>
                <a:lnTo>
                  <a:pt x="11251" y="14101"/>
                </a:lnTo>
                <a:lnTo>
                  <a:pt x="11427" y="14336"/>
                </a:lnTo>
                <a:lnTo>
                  <a:pt x="11565" y="14430"/>
                </a:lnTo>
                <a:lnTo>
                  <a:pt x="11653" y="14570"/>
                </a:lnTo>
                <a:lnTo>
                  <a:pt x="11753" y="14712"/>
                </a:lnTo>
                <a:lnTo>
                  <a:pt x="11929" y="14947"/>
                </a:lnTo>
                <a:lnTo>
                  <a:pt x="12067" y="15041"/>
                </a:lnTo>
                <a:lnTo>
                  <a:pt x="12155" y="15182"/>
                </a:lnTo>
                <a:lnTo>
                  <a:pt x="12343" y="15370"/>
                </a:lnTo>
                <a:lnTo>
                  <a:pt x="12431" y="15511"/>
                </a:lnTo>
                <a:lnTo>
                  <a:pt x="12569" y="15605"/>
                </a:lnTo>
                <a:lnTo>
                  <a:pt x="12670" y="15745"/>
                </a:lnTo>
                <a:lnTo>
                  <a:pt x="12846" y="15981"/>
                </a:lnTo>
                <a:lnTo>
                  <a:pt x="13072" y="16216"/>
                </a:lnTo>
                <a:lnTo>
                  <a:pt x="13260" y="16451"/>
                </a:lnTo>
                <a:lnTo>
                  <a:pt x="13436" y="16686"/>
                </a:lnTo>
                <a:lnTo>
                  <a:pt x="13574" y="16780"/>
                </a:lnTo>
                <a:lnTo>
                  <a:pt x="13675" y="16922"/>
                </a:lnTo>
                <a:lnTo>
                  <a:pt x="13850" y="17156"/>
                </a:lnTo>
                <a:lnTo>
                  <a:pt x="14076" y="17345"/>
                </a:lnTo>
                <a:lnTo>
                  <a:pt x="14177" y="17485"/>
                </a:lnTo>
                <a:lnTo>
                  <a:pt x="14353" y="17720"/>
                </a:lnTo>
                <a:lnTo>
                  <a:pt x="14579" y="17955"/>
                </a:lnTo>
                <a:lnTo>
                  <a:pt x="14767" y="18143"/>
                </a:lnTo>
                <a:lnTo>
                  <a:pt x="14855" y="18284"/>
                </a:lnTo>
                <a:lnTo>
                  <a:pt x="15081" y="18520"/>
                </a:lnTo>
                <a:lnTo>
                  <a:pt x="15269" y="18707"/>
                </a:lnTo>
                <a:lnTo>
                  <a:pt x="15357" y="18849"/>
                </a:lnTo>
                <a:lnTo>
                  <a:pt x="15583" y="19083"/>
                </a:lnTo>
                <a:lnTo>
                  <a:pt x="15772" y="19272"/>
                </a:lnTo>
                <a:lnTo>
                  <a:pt x="15860" y="19412"/>
                </a:lnTo>
                <a:lnTo>
                  <a:pt x="16086" y="19647"/>
                </a:lnTo>
                <a:lnTo>
                  <a:pt x="16274" y="19835"/>
                </a:lnTo>
                <a:lnTo>
                  <a:pt x="16362" y="19976"/>
                </a:lnTo>
                <a:lnTo>
                  <a:pt x="16600" y="20164"/>
                </a:lnTo>
                <a:lnTo>
                  <a:pt x="16688" y="20306"/>
                </a:lnTo>
                <a:lnTo>
                  <a:pt x="16864" y="20541"/>
                </a:lnTo>
                <a:lnTo>
                  <a:pt x="17103" y="20729"/>
                </a:lnTo>
                <a:lnTo>
                  <a:pt x="17191" y="20870"/>
                </a:lnTo>
                <a:lnTo>
                  <a:pt x="17366" y="21058"/>
                </a:lnTo>
                <a:lnTo>
                  <a:pt x="17467" y="21199"/>
                </a:lnTo>
                <a:lnTo>
                  <a:pt x="17605" y="21293"/>
                </a:lnTo>
                <a:lnTo>
                  <a:pt x="17781" y="21528"/>
                </a:lnTo>
                <a:lnTo>
                  <a:pt x="17969" y="21716"/>
                </a:lnTo>
                <a:lnTo>
                  <a:pt x="18107" y="21857"/>
                </a:lnTo>
                <a:lnTo>
                  <a:pt x="18283" y="22045"/>
                </a:lnTo>
                <a:lnTo>
                  <a:pt x="18371" y="22185"/>
                </a:lnTo>
                <a:lnTo>
                  <a:pt x="18610" y="22374"/>
                </a:lnTo>
                <a:lnTo>
                  <a:pt x="18698" y="22514"/>
                </a:lnTo>
                <a:lnTo>
                  <a:pt x="18886" y="22703"/>
                </a:lnTo>
                <a:lnTo>
                  <a:pt x="19112" y="22937"/>
                </a:lnTo>
                <a:lnTo>
                  <a:pt x="19288" y="23126"/>
                </a:lnTo>
                <a:lnTo>
                  <a:pt x="19388" y="23268"/>
                </a:lnTo>
                <a:lnTo>
                  <a:pt x="19614" y="23455"/>
                </a:lnTo>
                <a:lnTo>
                  <a:pt x="19790" y="23691"/>
                </a:lnTo>
                <a:lnTo>
                  <a:pt x="19978" y="23878"/>
                </a:lnTo>
              </a:path>
            </a:pathLst>
          </a:custGeom>
          <a:ln w="17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7560706" y="4561626"/>
            <a:ext cx="20016" cy="18379"/>
          </a:xfrm>
          <a:custGeom>
            <a:avLst/>
            <a:gdLst/>
            <a:ahLst/>
            <a:cxnLst/>
            <a:rect l="l" t="t" r="r" b="b"/>
            <a:pathLst>
              <a:path w="20016" h="18379">
                <a:moveTo>
                  <a:pt x="0" y="0"/>
                </a:moveTo>
                <a:lnTo>
                  <a:pt x="138" y="141"/>
                </a:lnTo>
                <a:lnTo>
                  <a:pt x="313" y="328"/>
                </a:lnTo>
                <a:lnTo>
                  <a:pt x="502" y="564"/>
                </a:lnTo>
                <a:lnTo>
                  <a:pt x="640" y="659"/>
                </a:lnTo>
                <a:lnTo>
                  <a:pt x="816" y="846"/>
                </a:lnTo>
                <a:lnTo>
                  <a:pt x="916" y="987"/>
                </a:lnTo>
                <a:lnTo>
                  <a:pt x="1142" y="1175"/>
                </a:lnTo>
                <a:lnTo>
                  <a:pt x="1318" y="1363"/>
                </a:lnTo>
                <a:lnTo>
                  <a:pt x="1418" y="1505"/>
                </a:lnTo>
                <a:lnTo>
                  <a:pt x="1645" y="1692"/>
                </a:lnTo>
                <a:lnTo>
                  <a:pt x="1820" y="1928"/>
                </a:lnTo>
                <a:lnTo>
                  <a:pt x="2009" y="2115"/>
                </a:lnTo>
                <a:lnTo>
                  <a:pt x="2147" y="2209"/>
                </a:lnTo>
                <a:lnTo>
                  <a:pt x="2323" y="2444"/>
                </a:lnTo>
                <a:lnTo>
                  <a:pt x="2511" y="2632"/>
                </a:lnTo>
                <a:lnTo>
                  <a:pt x="2649" y="2726"/>
                </a:lnTo>
                <a:lnTo>
                  <a:pt x="2837" y="2961"/>
                </a:lnTo>
                <a:lnTo>
                  <a:pt x="3013" y="3149"/>
                </a:lnTo>
                <a:lnTo>
                  <a:pt x="3151" y="3243"/>
                </a:lnTo>
                <a:lnTo>
                  <a:pt x="3340" y="3432"/>
                </a:lnTo>
                <a:lnTo>
                  <a:pt x="3428" y="3572"/>
                </a:lnTo>
                <a:lnTo>
                  <a:pt x="3654" y="3761"/>
                </a:lnTo>
                <a:lnTo>
                  <a:pt x="3842" y="3949"/>
                </a:lnTo>
                <a:lnTo>
                  <a:pt x="4018" y="4136"/>
                </a:lnTo>
                <a:lnTo>
                  <a:pt x="4156" y="4278"/>
                </a:lnTo>
                <a:lnTo>
                  <a:pt x="4344" y="4466"/>
                </a:lnTo>
                <a:lnTo>
                  <a:pt x="4520" y="4653"/>
                </a:lnTo>
                <a:lnTo>
                  <a:pt x="4658" y="4747"/>
                </a:lnTo>
                <a:lnTo>
                  <a:pt x="4847" y="4982"/>
                </a:lnTo>
                <a:lnTo>
                  <a:pt x="5022" y="5170"/>
                </a:lnTo>
                <a:lnTo>
                  <a:pt x="5161" y="5264"/>
                </a:lnTo>
                <a:lnTo>
                  <a:pt x="5349" y="5453"/>
                </a:lnTo>
                <a:lnTo>
                  <a:pt x="5525" y="5641"/>
                </a:lnTo>
                <a:lnTo>
                  <a:pt x="5663" y="5735"/>
                </a:lnTo>
                <a:lnTo>
                  <a:pt x="5751" y="5876"/>
                </a:lnTo>
                <a:lnTo>
                  <a:pt x="5939" y="6064"/>
                </a:lnTo>
                <a:lnTo>
                  <a:pt x="6165" y="6251"/>
                </a:lnTo>
                <a:lnTo>
                  <a:pt x="6354" y="6439"/>
                </a:lnTo>
                <a:lnTo>
                  <a:pt x="6529" y="6628"/>
                </a:lnTo>
                <a:lnTo>
                  <a:pt x="6667" y="6722"/>
                </a:lnTo>
                <a:lnTo>
                  <a:pt x="6856" y="6910"/>
                </a:lnTo>
                <a:lnTo>
                  <a:pt x="7032" y="7145"/>
                </a:lnTo>
                <a:lnTo>
                  <a:pt x="7170" y="7239"/>
                </a:lnTo>
                <a:lnTo>
                  <a:pt x="7358" y="7427"/>
                </a:lnTo>
                <a:lnTo>
                  <a:pt x="7534" y="7614"/>
                </a:lnTo>
                <a:lnTo>
                  <a:pt x="7672" y="7709"/>
                </a:lnTo>
                <a:lnTo>
                  <a:pt x="7860" y="7897"/>
                </a:lnTo>
                <a:lnTo>
                  <a:pt x="8036" y="8085"/>
                </a:lnTo>
                <a:lnTo>
                  <a:pt x="8174" y="8179"/>
                </a:lnTo>
                <a:lnTo>
                  <a:pt x="8363" y="8366"/>
                </a:lnTo>
                <a:lnTo>
                  <a:pt x="8539" y="8555"/>
                </a:lnTo>
                <a:lnTo>
                  <a:pt x="8677" y="8649"/>
                </a:lnTo>
                <a:lnTo>
                  <a:pt x="8865" y="8837"/>
                </a:lnTo>
                <a:lnTo>
                  <a:pt x="9053" y="9026"/>
                </a:lnTo>
                <a:lnTo>
                  <a:pt x="9279" y="9213"/>
                </a:lnTo>
                <a:lnTo>
                  <a:pt x="9455" y="9401"/>
                </a:lnTo>
                <a:lnTo>
                  <a:pt x="9681" y="9589"/>
                </a:lnTo>
                <a:lnTo>
                  <a:pt x="9870" y="9777"/>
                </a:lnTo>
                <a:lnTo>
                  <a:pt x="10058" y="9966"/>
                </a:lnTo>
                <a:lnTo>
                  <a:pt x="10196" y="10059"/>
                </a:lnTo>
                <a:lnTo>
                  <a:pt x="10372" y="10247"/>
                </a:lnTo>
                <a:lnTo>
                  <a:pt x="10560" y="10435"/>
                </a:lnTo>
                <a:lnTo>
                  <a:pt x="10698" y="10529"/>
                </a:lnTo>
                <a:lnTo>
                  <a:pt x="10874" y="10670"/>
                </a:lnTo>
                <a:lnTo>
                  <a:pt x="11063" y="10858"/>
                </a:lnTo>
                <a:lnTo>
                  <a:pt x="11201" y="10953"/>
                </a:lnTo>
                <a:lnTo>
                  <a:pt x="11377" y="11141"/>
                </a:lnTo>
                <a:lnTo>
                  <a:pt x="11565" y="11328"/>
                </a:lnTo>
                <a:lnTo>
                  <a:pt x="11703" y="11422"/>
                </a:lnTo>
                <a:lnTo>
                  <a:pt x="11879" y="11610"/>
                </a:lnTo>
                <a:lnTo>
                  <a:pt x="12067" y="11751"/>
                </a:lnTo>
                <a:lnTo>
                  <a:pt x="12205" y="11845"/>
                </a:lnTo>
                <a:lnTo>
                  <a:pt x="12381" y="12033"/>
                </a:lnTo>
                <a:lnTo>
                  <a:pt x="12569" y="12222"/>
                </a:lnTo>
                <a:lnTo>
                  <a:pt x="12708" y="12316"/>
                </a:lnTo>
                <a:lnTo>
                  <a:pt x="12883" y="12504"/>
                </a:lnTo>
                <a:lnTo>
                  <a:pt x="13072" y="12645"/>
                </a:lnTo>
                <a:lnTo>
                  <a:pt x="13210" y="12739"/>
                </a:lnTo>
                <a:lnTo>
                  <a:pt x="13386" y="12927"/>
                </a:lnTo>
                <a:lnTo>
                  <a:pt x="13574" y="13114"/>
                </a:lnTo>
                <a:lnTo>
                  <a:pt x="13712" y="13208"/>
                </a:lnTo>
                <a:lnTo>
                  <a:pt x="13888" y="13350"/>
                </a:lnTo>
                <a:lnTo>
                  <a:pt x="14076" y="13537"/>
                </a:lnTo>
                <a:lnTo>
                  <a:pt x="14215" y="13631"/>
                </a:lnTo>
                <a:lnTo>
                  <a:pt x="14390" y="13773"/>
                </a:lnTo>
                <a:lnTo>
                  <a:pt x="14579" y="13960"/>
                </a:lnTo>
                <a:lnTo>
                  <a:pt x="14717" y="14054"/>
                </a:lnTo>
                <a:lnTo>
                  <a:pt x="14893" y="14243"/>
                </a:lnTo>
                <a:lnTo>
                  <a:pt x="15081" y="14383"/>
                </a:lnTo>
                <a:lnTo>
                  <a:pt x="15219" y="14478"/>
                </a:lnTo>
                <a:lnTo>
                  <a:pt x="15395" y="14666"/>
                </a:lnTo>
                <a:lnTo>
                  <a:pt x="15583" y="14806"/>
                </a:lnTo>
                <a:lnTo>
                  <a:pt x="15721" y="14901"/>
                </a:lnTo>
                <a:lnTo>
                  <a:pt x="15897" y="15089"/>
                </a:lnTo>
                <a:lnTo>
                  <a:pt x="16086" y="15229"/>
                </a:lnTo>
                <a:lnTo>
                  <a:pt x="16224" y="15324"/>
                </a:lnTo>
                <a:lnTo>
                  <a:pt x="16412" y="15466"/>
                </a:lnTo>
                <a:lnTo>
                  <a:pt x="16588" y="15653"/>
                </a:lnTo>
                <a:lnTo>
                  <a:pt x="16726" y="15747"/>
                </a:lnTo>
                <a:lnTo>
                  <a:pt x="16914" y="15889"/>
                </a:lnTo>
                <a:lnTo>
                  <a:pt x="17090" y="16076"/>
                </a:lnTo>
                <a:lnTo>
                  <a:pt x="17228" y="16123"/>
                </a:lnTo>
                <a:lnTo>
                  <a:pt x="17417" y="16312"/>
                </a:lnTo>
                <a:lnTo>
                  <a:pt x="17592" y="16452"/>
                </a:lnTo>
                <a:lnTo>
                  <a:pt x="17731" y="16546"/>
                </a:lnTo>
                <a:lnTo>
                  <a:pt x="17919" y="16735"/>
                </a:lnTo>
                <a:lnTo>
                  <a:pt x="18095" y="16875"/>
                </a:lnTo>
                <a:lnTo>
                  <a:pt x="18233" y="16969"/>
                </a:lnTo>
                <a:lnTo>
                  <a:pt x="18421" y="17110"/>
                </a:lnTo>
                <a:lnTo>
                  <a:pt x="18597" y="17298"/>
                </a:lnTo>
                <a:lnTo>
                  <a:pt x="18735" y="17345"/>
                </a:lnTo>
                <a:lnTo>
                  <a:pt x="18924" y="17533"/>
                </a:lnTo>
                <a:lnTo>
                  <a:pt x="19099" y="17674"/>
                </a:lnTo>
                <a:lnTo>
                  <a:pt x="19237" y="17768"/>
                </a:lnTo>
                <a:lnTo>
                  <a:pt x="19426" y="17910"/>
                </a:lnTo>
                <a:lnTo>
                  <a:pt x="19602" y="18050"/>
                </a:lnTo>
                <a:lnTo>
                  <a:pt x="19740" y="18144"/>
                </a:lnTo>
                <a:lnTo>
                  <a:pt x="19928" y="18285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7580723" y="4580005"/>
            <a:ext cx="20016" cy="12551"/>
          </a:xfrm>
          <a:custGeom>
            <a:avLst/>
            <a:gdLst/>
            <a:ahLst/>
            <a:cxnLst/>
            <a:rect l="l" t="t" r="r" b="b"/>
            <a:pathLst>
              <a:path w="20016" h="12551">
                <a:moveTo>
                  <a:pt x="0" y="0"/>
                </a:moveTo>
                <a:lnTo>
                  <a:pt x="226" y="140"/>
                </a:lnTo>
                <a:lnTo>
                  <a:pt x="414" y="328"/>
                </a:lnTo>
                <a:lnTo>
                  <a:pt x="590" y="470"/>
                </a:lnTo>
                <a:lnTo>
                  <a:pt x="728" y="563"/>
                </a:lnTo>
                <a:lnTo>
                  <a:pt x="916" y="705"/>
                </a:lnTo>
                <a:lnTo>
                  <a:pt x="1092" y="846"/>
                </a:lnTo>
                <a:lnTo>
                  <a:pt x="1230" y="940"/>
                </a:lnTo>
                <a:lnTo>
                  <a:pt x="1418" y="1080"/>
                </a:lnTo>
                <a:lnTo>
                  <a:pt x="1594" y="1222"/>
                </a:lnTo>
                <a:lnTo>
                  <a:pt x="1732" y="1316"/>
                </a:lnTo>
                <a:lnTo>
                  <a:pt x="1921" y="1457"/>
                </a:lnTo>
                <a:lnTo>
                  <a:pt x="2097" y="1598"/>
                </a:lnTo>
                <a:lnTo>
                  <a:pt x="2235" y="1692"/>
                </a:lnTo>
                <a:lnTo>
                  <a:pt x="2423" y="1832"/>
                </a:lnTo>
                <a:lnTo>
                  <a:pt x="2611" y="1974"/>
                </a:lnTo>
                <a:lnTo>
                  <a:pt x="2837" y="2115"/>
                </a:lnTo>
                <a:lnTo>
                  <a:pt x="3013" y="2255"/>
                </a:lnTo>
                <a:lnTo>
                  <a:pt x="3239" y="2444"/>
                </a:lnTo>
                <a:lnTo>
                  <a:pt x="3428" y="2586"/>
                </a:lnTo>
                <a:lnTo>
                  <a:pt x="3616" y="2726"/>
                </a:lnTo>
                <a:lnTo>
                  <a:pt x="3754" y="2773"/>
                </a:lnTo>
                <a:lnTo>
                  <a:pt x="3930" y="2914"/>
                </a:lnTo>
                <a:lnTo>
                  <a:pt x="4118" y="3055"/>
                </a:lnTo>
                <a:lnTo>
                  <a:pt x="4256" y="3149"/>
                </a:lnTo>
                <a:lnTo>
                  <a:pt x="4432" y="3290"/>
                </a:lnTo>
                <a:lnTo>
                  <a:pt x="4621" y="3432"/>
                </a:lnTo>
                <a:lnTo>
                  <a:pt x="4759" y="3525"/>
                </a:lnTo>
                <a:lnTo>
                  <a:pt x="4935" y="3666"/>
                </a:lnTo>
                <a:lnTo>
                  <a:pt x="5123" y="3807"/>
                </a:lnTo>
                <a:lnTo>
                  <a:pt x="5261" y="3855"/>
                </a:lnTo>
                <a:lnTo>
                  <a:pt x="5437" y="3995"/>
                </a:lnTo>
                <a:lnTo>
                  <a:pt x="5625" y="4136"/>
                </a:lnTo>
                <a:lnTo>
                  <a:pt x="5763" y="4184"/>
                </a:lnTo>
                <a:lnTo>
                  <a:pt x="5939" y="4324"/>
                </a:lnTo>
                <a:lnTo>
                  <a:pt x="6128" y="4465"/>
                </a:lnTo>
                <a:lnTo>
                  <a:pt x="6266" y="4559"/>
                </a:lnTo>
                <a:lnTo>
                  <a:pt x="6441" y="4701"/>
                </a:lnTo>
                <a:lnTo>
                  <a:pt x="6630" y="4841"/>
                </a:lnTo>
                <a:lnTo>
                  <a:pt x="6768" y="4888"/>
                </a:lnTo>
                <a:lnTo>
                  <a:pt x="6944" y="5030"/>
                </a:lnTo>
                <a:lnTo>
                  <a:pt x="7132" y="5170"/>
                </a:lnTo>
                <a:lnTo>
                  <a:pt x="7270" y="5217"/>
                </a:lnTo>
                <a:lnTo>
                  <a:pt x="7446" y="5359"/>
                </a:lnTo>
                <a:lnTo>
                  <a:pt x="7634" y="5499"/>
                </a:lnTo>
                <a:lnTo>
                  <a:pt x="7773" y="5547"/>
                </a:lnTo>
                <a:lnTo>
                  <a:pt x="7948" y="5688"/>
                </a:lnTo>
                <a:lnTo>
                  <a:pt x="8137" y="5828"/>
                </a:lnTo>
                <a:lnTo>
                  <a:pt x="8275" y="5876"/>
                </a:lnTo>
                <a:lnTo>
                  <a:pt x="8451" y="6016"/>
                </a:lnTo>
                <a:lnTo>
                  <a:pt x="8639" y="6157"/>
                </a:lnTo>
                <a:lnTo>
                  <a:pt x="8777" y="6205"/>
                </a:lnTo>
                <a:lnTo>
                  <a:pt x="8953" y="6345"/>
                </a:lnTo>
                <a:lnTo>
                  <a:pt x="9141" y="6486"/>
                </a:lnTo>
                <a:lnTo>
                  <a:pt x="9279" y="6534"/>
                </a:lnTo>
                <a:lnTo>
                  <a:pt x="9455" y="6674"/>
                </a:lnTo>
                <a:lnTo>
                  <a:pt x="9644" y="6816"/>
                </a:lnTo>
                <a:lnTo>
                  <a:pt x="9782" y="6863"/>
                </a:lnTo>
                <a:lnTo>
                  <a:pt x="9970" y="7003"/>
                </a:lnTo>
                <a:lnTo>
                  <a:pt x="10146" y="7097"/>
                </a:lnTo>
                <a:lnTo>
                  <a:pt x="10284" y="7191"/>
                </a:lnTo>
                <a:lnTo>
                  <a:pt x="10472" y="7286"/>
                </a:lnTo>
                <a:lnTo>
                  <a:pt x="10648" y="7426"/>
                </a:lnTo>
                <a:lnTo>
                  <a:pt x="10786" y="7474"/>
                </a:lnTo>
                <a:lnTo>
                  <a:pt x="10975" y="7614"/>
                </a:lnTo>
                <a:lnTo>
                  <a:pt x="11150" y="7755"/>
                </a:lnTo>
                <a:lnTo>
                  <a:pt x="11289" y="7803"/>
                </a:lnTo>
                <a:lnTo>
                  <a:pt x="11477" y="7943"/>
                </a:lnTo>
                <a:lnTo>
                  <a:pt x="11653" y="8038"/>
                </a:lnTo>
                <a:lnTo>
                  <a:pt x="11791" y="8085"/>
                </a:lnTo>
                <a:lnTo>
                  <a:pt x="11979" y="8226"/>
                </a:lnTo>
                <a:lnTo>
                  <a:pt x="12155" y="8366"/>
                </a:lnTo>
                <a:lnTo>
                  <a:pt x="12293" y="8414"/>
                </a:lnTo>
                <a:lnTo>
                  <a:pt x="12482" y="8508"/>
                </a:lnTo>
                <a:lnTo>
                  <a:pt x="12657" y="8649"/>
                </a:lnTo>
                <a:lnTo>
                  <a:pt x="12796" y="8695"/>
                </a:lnTo>
                <a:lnTo>
                  <a:pt x="12984" y="8837"/>
                </a:lnTo>
                <a:lnTo>
                  <a:pt x="13160" y="8931"/>
                </a:lnTo>
                <a:lnTo>
                  <a:pt x="13298" y="8978"/>
                </a:lnTo>
                <a:lnTo>
                  <a:pt x="13486" y="9118"/>
                </a:lnTo>
                <a:lnTo>
                  <a:pt x="13662" y="9213"/>
                </a:lnTo>
                <a:lnTo>
                  <a:pt x="13800" y="9260"/>
                </a:lnTo>
                <a:lnTo>
                  <a:pt x="13988" y="9401"/>
                </a:lnTo>
                <a:lnTo>
                  <a:pt x="14164" y="9495"/>
                </a:lnTo>
                <a:lnTo>
                  <a:pt x="14302" y="9589"/>
                </a:lnTo>
                <a:lnTo>
                  <a:pt x="14491" y="9683"/>
                </a:lnTo>
                <a:lnTo>
                  <a:pt x="14667" y="9777"/>
                </a:lnTo>
                <a:lnTo>
                  <a:pt x="14805" y="9870"/>
                </a:lnTo>
                <a:lnTo>
                  <a:pt x="14993" y="9965"/>
                </a:lnTo>
                <a:lnTo>
                  <a:pt x="15169" y="10059"/>
                </a:lnTo>
                <a:lnTo>
                  <a:pt x="15307" y="10106"/>
                </a:lnTo>
                <a:lnTo>
                  <a:pt x="15495" y="10247"/>
                </a:lnTo>
                <a:lnTo>
                  <a:pt x="15671" y="10341"/>
                </a:lnTo>
                <a:lnTo>
                  <a:pt x="15809" y="10388"/>
                </a:lnTo>
                <a:lnTo>
                  <a:pt x="15998" y="10529"/>
                </a:lnTo>
                <a:lnTo>
                  <a:pt x="16186" y="10624"/>
                </a:lnTo>
                <a:lnTo>
                  <a:pt x="16412" y="10716"/>
                </a:lnTo>
                <a:lnTo>
                  <a:pt x="16588" y="10811"/>
                </a:lnTo>
                <a:lnTo>
                  <a:pt x="16814" y="10953"/>
                </a:lnTo>
                <a:lnTo>
                  <a:pt x="17002" y="11047"/>
                </a:lnTo>
                <a:lnTo>
                  <a:pt x="17191" y="11140"/>
                </a:lnTo>
                <a:lnTo>
                  <a:pt x="17329" y="11187"/>
                </a:lnTo>
                <a:lnTo>
                  <a:pt x="17505" y="11328"/>
                </a:lnTo>
                <a:lnTo>
                  <a:pt x="17693" y="11422"/>
                </a:lnTo>
                <a:lnTo>
                  <a:pt x="17831" y="11470"/>
                </a:lnTo>
                <a:lnTo>
                  <a:pt x="18007" y="11563"/>
                </a:lnTo>
                <a:lnTo>
                  <a:pt x="18195" y="11657"/>
                </a:lnTo>
                <a:lnTo>
                  <a:pt x="18333" y="11704"/>
                </a:lnTo>
                <a:lnTo>
                  <a:pt x="18509" y="11799"/>
                </a:lnTo>
                <a:lnTo>
                  <a:pt x="18698" y="11939"/>
                </a:lnTo>
                <a:lnTo>
                  <a:pt x="18836" y="11986"/>
                </a:lnTo>
                <a:lnTo>
                  <a:pt x="19011" y="12080"/>
                </a:lnTo>
                <a:lnTo>
                  <a:pt x="19200" y="12174"/>
                </a:lnTo>
                <a:lnTo>
                  <a:pt x="19338" y="12222"/>
                </a:lnTo>
                <a:lnTo>
                  <a:pt x="19514" y="12316"/>
                </a:lnTo>
                <a:lnTo>
                  <a:pt x="19702" y="12409"/>
                </a:lnTo>
                <a:lnTo>
                  <a:pt x="19840" y="12456"/>
                </a:lnTo>
                <a:lnTo>
                  <a:pt x="20016" y="12551"/>
                </a:lnTo>
              </a:path>
            </a:pathLst>
          </a:custGeom>
          <a:ln w="17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7600739" y="4592556"/>
            <a:ext cx="20016" cy="6534"/>
          </a:xfrm>
          <a:custGeom>
            <a:avLst/>
            <a:gdLst/>
            <a:ahLst/>
            <a:cxnLst/>
            <a:rect l="l" t="t" r="r" b="b"/>
            <a:pathLst>
              <a:path w="20016" h="6534">
                <a:moveTo>
                  <a:pt x="0" y="0"/>
                </a:moveTo>
                <a:lnTo>
                  <a:pt x="188" y="94"/>
                </a:lnTo>
                <a:lnTo>
                  <a:pt x="326" y="140"/>
                </a:lnTo>
                <a:lnTo>
                  <a:pt x="502" y="234"/>
                </a:lnTo>
                <a:lnTo>
                  <a:pt x="690" y="328"/>
                </a:lnTo>
                <a:lnTo>
                  <a:pt x="828" y="375"/>
                </a:lnTo>
                <a:lnTo>
                  <a:pt x="1004" y="469"/>
                </a:lnTo>
                <a:lnTo>
                  <a:pt x="1192" y="563"/>
                </a:lnTo>
                <a:lnTo>
                  <a:pt x="1331" y="611"/>
                </a:lnTo>
                <a:lnTo>
                  <a:pt x="1506" y="704"/>
                </a:lnTo>
                <a:lnTo>
                  <a:pt x="1695" y="798"/>
                </a:lnTo>
                <a:lnTo>
                  <a:pt x="1833" y="846"/>
                </a:lnTo>
                <a:lnTo>
                  <a:pt x="2009" y="940"/>
                </a:lnTo>
                <a:lnTo>
                  <a:pt x="2197" y="1034"/>
                </a:lnTo>
                <a:lnTo>
                  <a:pt x="2335" y="1080"/>
                </a:lnTo>
                <a:lnTo>
                  <a:pt x="2511" y="1175"/>
                </a:lnTo>
                <a:lnTo>
                  <a:pt x="2699" y="1269"/>
                </a:lnTo>
                <a:lnTo>
                  <a:pt x="2837" y="1269"/>
                </a:lnTo>
                <a:lnTo>
                  <a:pt x="3013" y="1363"/>
                </a:lnTo>
                <a:lnTo>
                  <a:pt x="3202" y="1457"/>
                </a:lnTo>
                <a:lnTo>
                  <a:pt x="3340" y="1503"/>
                </a:lnTo>
                <a:lnTo>
                  <a:pt x="3528" y="1598"/>
                </a:lnTo>
                <a:lnTo>
                  <a:pt x="3704" y="1692"/>
                </a:lnTo>
                <a:lnTo>
                  <a:pt x="3842" y="1738"/>
                </a:lnTo>
                <a:lnTo>
                  <a:pt x="4030" y="1786"/>
                </a:lnTo>
                <a:lnTo>
                  <a:pt x="4206" y="1880"/>
                </a:lnTo>
                <a:lnTo>
                  <a:pt x="4344" y="1926"/>
                </a:lnTo>
                <a:lnTo>
                  <a:pt x="4533" y="2021"/>
                </a:lnTo>
                <a:lnTo>
                  <a:pt x="4709" y="2115"/>
                </a:lnTo>
                <a:lnTo>
                  <a:pt x="4847" y="2115"/>
                </a:lnTo>
                <a:lnTo>
                  <a:pt x="5035" y="2209"/>
                </a:lnTo>
                <a:lnTo>
                  <a:pt x="5211" y="2303"/>
                </a:lnTo>
                <a:lnTo>
                  <a:pt x="5349" y="2350"/>
                </a:lnTo>
                <a:lnTo>
                  <a:pt x="5537" y="2396"/>
                </a:lnTo>
                <a:lnTo>
                  <a:pt x="5713" y="2490"/>
                </a:lnTo>
                <a:lnTo>
                  <a:pt x="5851" y="2538"/>
                </a:lnTo>
                <a:lnTo>
                  <a:pt x="6040" y="2632"/>
                </a:lnTo>
                <a:lnTo>
                  <a:pt x="6215" y="2678"/>
                </a:lnTo>
                <a:lnTo>
                  <a:pt x="6354" y="2726"/>
                </a:lnTo>
                <a:lnTo>
                  <a:pt x="6542" y="2819"/>
                </a:lnTo>
                <a:lnTo>
                  <a:pt x="6718" y="2867"/>
                </a:lnTo>
                <a:lnTo>
                  <a:pt x="6856" y="2913"/>
                </a:lnTo>
                <a:lnTo>
                  <a:pt x="7044" y="3007"/>
                </a:lnTo>
                <a:lnTo>
                  <a:pt x="7220" y="3055"/>
                </a:lnTo>
                <a:lnTo>
                  <a:pt x="7358" y="3101"/>
                </a:lnTo>
                <a:lnTo>
                  <a:pt x="7547" y="3196"/>
                </a:lnTo>
                <a:lnTo>
                  <a:pt x="7722" y="3242"/>
                </a:lnTo>
                <a:lnTo>
                  <a:pt x="7860" y="3290"/>
                </a:lnTo>
                <a:lnTo>
                  <a:pt x="8049" y="3384"/>
                </a:lnTo>
                <a:lnTo>
                  <a:pt x="8225" y="3430"/>
                </a:lnTo>
                <a:lnTo>
                  <a:pt x="8363" y="3478"/>
                </a:lnTo>
                <a:lnTo>
                  <a:pt x="8551" y="3525"/>
                </a:lnTo>
                <a:lnTo>
                  <a:pt x="8777" y="3619"/>
                </a:lnTo>
                <a:lnTo>
                  <a:pt x="8966" y="3665"/>
                </a:lnTo>
                <a:lnTo>
                  <a:pt x="9141" y="3759"/>
                </a:lnTo>
                <a:lnTo>
                  <a:pt x="9279" y="3759"/>
                </a:lnTo>
                <a:lnTo>
                  <a:pt x="9468" y="3853"/>
                </a:lnTo>
                <a:lnTo>
                  <a:pt x="9644" y="3901"/>
                </a:lnTo>
                <a:lnTo>
                  <a:pt x="9782" y="3948"/>
                </a:lnTo>
                <a:lnTo>
                  <a:pt x="9970" y="3995"/>
                </a:lnTo>
                <a:lnTo>
                  <a:pt x="10146" y="4088"/>
                </a:lnTo>
                <a:lnTo>
                  <a:pt x="10284" y="4088"/>
                </a:lnTo>
                <a:lnTo>
                  <a:pt x="10472" y="4182"/>
                </a:lnTo>
                <a:lnTo>
                  <a:pt x="10648" y="4230"/>
                </a:lnTo>
                <a:lnTo>
                  <a:pt x="10786" y="4276"/>
                </a:lnTo>
                <a:lnTo>
                  <a:pt x="10975" y="4324"/>
                </a:lnTo>
                <a:lnTo>
                  <a:pt x="11150" y="4418"/>
                </a:lnTo>
                <a:lnTo>
                  <a:pt x="11289" y="4418"/>
                </a:lnTo>
                <a:lnTo>
                  <a:pt x="11477" y="4511"/>
                </a:lnTo>
                <a:lnTo>
                  <a:pt x="11653" y="4559"/>
                </a:lnTo>
                <a:lnTo>
                  <a:pt x="11791" y="4559"/>
                </a:lnTo>
                <a:lnTo>
                  <a:pt x="11979" y="4653"/>
                </a:lnTo>
                <a:lnTo>
                  <a:pt x="12155" y="4700"/>
                </a:lnTo>
                <a:lnTo>
                  <a:pt x="12293" y="4747"/>
                </a:lnTo>
                <a:lnTo>
                  <a:pt x="12482" y="4794"/>
                </a:lnTo>
                <a:lnTo>
                  <a:pt x="12657" y="4841"/>
                </a:lnTo>
                <a:lnTo>
                  <a:pt x="12796" y="4888"/>
                </a:lnTo>
                <a:lnTo>
                  <a:pt x="12984" y="4934"/>
                </a:lnTo>
                <a:lnTo>
                  <a:pt x="13160" y="4982"/>
                </a:lnTo>
                <a:lnTo>
                  <a:pt x="13298" y="5028"/>
                </a:lnTo>
                <a:lnTo>
                  <a:pt x="13486" y="5076"/>
                </a:lnTo>
                <a:lnTo>
                  <a:pt x="13675" y="5123"/>
                </a:lnTo>
                <a:lnTo>
                  <a:pt x="13901" y="5170"/>
                </a:lnTo>
                <a:lnTo>
                  <a:pt x="14076" y="5217"/>
                </a:lnTo>
                <a:lnTo>
                  <a:pt x="14302" y="5264"/>
                </a:lnTo>
                <a:lnTo>
                  <a:pt x="14491" y="5357"/>
                </a:lnTo>
                <a:lnTo>
                  <a:pt x="14679" y="5405"/>
                </a:lnTo>
                <a:lnTo>
                  <a:pt x="14817" y="5405"/>
                </a:lnTo>
                <a:lnTo>
                  <a:pt x="14993" y="5452"/>
                </a:lnTo>
                <a:lnTo>
                  <a:pt x="15181" y="5499"/>
                </a:lnTo>
                <a:lnTo>
                  <a:pt x="15320" y="5546"/>
                </a:lnTo>
                <a:lnTo>
                  <a:pt x="15495" y="5593"/>
                </a:lnTo>
                <a:lnTo>
                  <a:pt x="15684" y="5640"/>
                </a:lnTo>
                <a:lnTo>
                  <a:pt x="15822" y="5688"/>
                </a:lnTo>
                <a:lnTo>
                  <a:pt x="15998" y="5734"/>
                </a:lnTo>
                <a:lnTo>
                  <a:pt x="16186" y="5780"/>
                </a:lnTo>
                <a:lnTo>
                  <a:pt x="16324" y="5780"/>
                </a:lnTo>
                <a:lnTo>
                  <a:pt x="16500" y="5828"/>
                </a:lnTo>
                <a:lnTo>
                  <a:pt x="16688" y="5875"/>
                </a:lnTo>
                <a:lnTo>
                  <a:pt x="16826" y="5875"/>
                </a:lnTo>
                <a:lnTo>
                  <a:pt x="17002" y="5922"/>
                </a:lnTo>
                <a:lnTo>
                  <a:pt x="17191" y="5969"/>
                </a:lnTo>
                <a:lnTo>
                  <a:pt x="17329" y="6016"/>
                </a:lnTo>
                <a:lnTo>
                  <a:pt x="17505" y="6063"/>
                </a:lnTo>
                <a:lnTo>
                  <a:pt x="17693" y="6111"/>
                </a:lnTo>
                <a:lnTo>
                  <a:pt x="17831" y="6111"/>
                </a:lnTo>
                <a:lnTo>
                  <a:pt x="18007" y="6157"/>
                </a:lnTo>
                <a:lnTo>
                  <a:pt x="18195" y="6203"/>
                </a:lnTo>
                <a:lnTo>
                  <a:pt x="18333" y="6203"/>
                </a:lnTo>
                <a:lnTo>
                  <a:pt x="18509" y="6251"/>
                </a:lnTo>
                <a:lnTo>
                  <a:pt x="18698" y="6298"/>
                </a:lnTo>
                <a:lnTo>
                  <a:pt x="18836" y="6298"/>
                </a:lnTo>
                <a:lnTo>
                  <a:pt x="19011" y="6345"/>
                </a:lnTo>
                <a:lnTo>
                  <a:pt x="19200" y="6392"/>
                </a:lnTo>
                <a:lnTo>
                  <a:pt x="19338" y="6392"/>
                </a:lnTo>
                <a:lnTo>
                  <a:pt x="19514" y="6439"/>
                </a:lnTo>
                <a:lnTo>
                  <a:pt x="19702" y="6486"/>
                </a:lnTo>
                <a:lnTo>
                  <a:pt x="19840" y="6486"/>
                </a:lnTo>
                <a:lnTo>
                  <a:pt x="20016" y="6534"/>
                </a:lnTo>
              </a:path>
            </a:pathLst>
          </a:custGeom>
          <a:ln w="18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7620756" y="4599091"/>
            <a:ext cx="20029" cy="986"/>
          </a:xfrm>
          <a:custGeom>
            <a:avLst/>
            <a:gdLst/>
            <a:ahLst/>
            <a:cxnLst/>
            <a:rect l="l" t="t" r="r" b="b"/>
            <a:pathLst>
              <a:path w="20029" h="986">
                <a:moveTo>
                  <a:pt x="0" y="0"/>
                </a:moveTo>
                <a:lnTo>
                  <a:pt x="188" y="46"/>
                </a:lnTo>
                <a:lnTo>
                  <a:pt x="326" y="46"/>
                </a:lnTo>
                <a:lnTo>
                  <a:pt x="502" y="92"/>
                </a:lnTo>
                <a:lnTo>
                  <a:pt x="690" y="140"/>
                </a:lnTo>
                <a:lnTo>
                  <a:pt x="828" y="140"/>
                </a:lnTo>
                <a:lnTo>
                  <a:pt x="1017" y="187"/>
                </a:lnTo>
                <a:lnTo>
                  <a:pt x="1192" y="187"/>
                </a:lnTo>
                <a:lnTo>
                  <a:pt x="1331" y="234"/>
                </a:lnTo>
                <a:lnTo>
                  <a:pt x="1519" y="234"/>
                </a:lnTo>
                <a:lnTo>
                  <a:pt x="1695" y="281"/>
                </a:lnTo>
                <a:lnTo>
                  <a:pt x="1833" y="281"/>
                </a:lnTo>
                <a:lnTo>
                  <a:pt x="2021" y="328"/>
                </a:lnTo>
                <a:lnTo>
                  <a:pt x="2197" y="328"/>
                </a:lnTo>
                <a:lnTo>
                  <a:pt x="2335" y="375"/>
                </a:lnTo>
                <a:lnTo>
                  <a:pt x="2524" y="375"/>
                </a:lnTo>
                <a:lnTo>
                  <a:pt x="2699" y="423"/>
                </a:lnTo>
                <a:lnTo>
                  <a:pt x="2837" y="423"/>
                </a:lnTo>
                <a:lnTo>
                  <a:pt x="3026" y="469"/>
                </a:lnTo>
                <a:lnTo>
                  <a:pt x="3202" y="469"/>
                </a:lnTo>
                <a:lnTo>
                  <a:pt x="3340" y="515"/>
                </a:lnTo>
                <a:lnTo>
                  <a:pt x="3528" y="515"/>
                </a:lnTo>
                <a:lnTo>
                  <a:pt x="3704" y="563"/>
                </a:lnTo>
                <a:lnTo>
                  <a:pt x="3842" y="563"/>
                </a:lnTo>
                <a:lnTo>
                  <a:pt x="4030" y="563"/>
                </a:lnTo>
                <a:lnTo>
                  <a:pt x="4206" y="610"/>
                </a:lnTo>
                <a:lnTo>
                  <a:pt x="4344" y="610"/>
                </a:lnTo>
                <a:lnTo>
                  <a:pt x="4533" y="610"/>
                </a:lnTo>
                <a:lnTo>
                  <a:pt x="4709" y="657"/>
                </a:lnTo>
                <a:lnTo>
                  <a:pt x="4847" y="657"/>
                </a:lnTo>
                <a:lnTo>
                  <a:pt x="5035" y="704"/>
                </a:lnTo>
                <a:lnTo>
                  <a:pt x="5211" y="704"/>
                </a:lnTo>
                <a:lnTo>
                  <a:pt x="5349" y="704"/>
                </a:lnTo>
                <a:lnTo>
                  <a:pt x="5537" y="704"/>
                </a:lnTo>
                <a:lnTo>
                  <a:pt x="5713" y="751"/>
                </a:lnTo>
                <a:lnTo>
                  <a:pt x="5851" y="751"/>
                </a:lnTo>
                <a:lnTo>
                  <a:pt x="6040" y="751"/>
                </a:lnTo>
                <a:lnTo>
                  <a:pt x="6215" y="798"/>
                </a:lnTo>
                <a:lnTo>
                  <a:pt x="6354" y="798"/>
                </a:lnTo>
                <a:lnTo>
                  <a:pt x="6542" y="798"/>
                </a:lnTo>
                <a:lnTo>
                  <a:pt x="6718" y="846"/>
                </a:lnTo>
                <a:lnTo>
                  <a:pt x="6856" y="846"/>
                </a:lnTo>
                <a:lnTo>
                  <a:pt x="7044" y="846"/>
                </a:lnTo>
                <a:lnTo>
                  <a:pt x="7233" y="846"/>
                </a:lnTo>
                <a:lnTo>
                  <a:pt x="7459" y="892"/>
                </a:lnTo>
                <a:lnTo>
                  <a:pt x="7634" y="892"/>
                </a:lnTo>
                <a:lnTo>
                  <a:pt x="7860" y="892"/>
                </a:lnTo>
                <a:lnTo>
                  <a:pt x="8049" y="892"/>
                </a:lnTo>
                <a:lnTo>
                  <a:pt x="8237" y="892"/>
                </a:lnTo>
                <a:lnTo>
                  <a:pt x="8375" y="938"/>
                </a:lnTo>
                <a:lnTo>
                  <a:pt x="8551" y="938"/>
                </a:lnTo>
                <a:lnTo>
                  <a:pt x="8739" y="938"/>
                </a:lnTo>
                <a:lnTo>
                  <a:pt x="8878" y="938"/>
                </a:lnTo>
                <a:lnTo>
                  <a:pt x="9053" y="938"/>
                </a:lnTo>
                <a:lnTo>
                  <a:pt x="9242" y="938"/>
                </a:lnTo>
                <a:lnTo>
                  <a:pt x="9380" y="938"/>
                </a:lnTo>
                <a:lnTo>
                  <a:pt x="9556" y="938"/>
                </a:lnTo>
                <a:lnTo>
                  <a:pt x="9744" y="986"/>
                </a:lnTo>
                <a:lnTo>
                  <a:pt x="9882" y="986"/>
                </a:lnTo>
                <a:lnTo>
                  <a:pt x="10058" y="986"/>
                </a:lnTo>
                <a:lnTo>
                  <a:pt x="10246" y="986"/>
                </a:lnTo>
                <a:lnTo>
                  <a:pt x="10384" y="986"/>
                </a:lnTo>
                <a:lnTo>
                  <a:pt x="10560" y="986"/>
                </a:lnTo>
                <a:lnTo>
                  <a:pt x="10749" y="986"/>
                </a:lnTo>
                <a:lnTo>
                  <a:pt x="10887" y="986"/>
                </a:lnTo>
                <a:lnTo>
                  <a:pt x="11063" y="986"/>
                </a:lnTo>
                <a:lnTo>
                  <a:pt x="11251" y="986"/>
                </a:lnTo>
                <a:lnTo>
                  <a:pt x="11389" y="986"/>
                </a:lnTo>
                <a:lnTo>
                  <a:pt x="11565" y="986"/>
                </a:lnTo>
                <a:lnTo>
                  <a:pt x="11753" y="986"/>
                </a:lnTo>
                <a:lnTo>
                  <a:pt x="11891" y="986"/>
                </a:lnTo>
                <a:lnTo>
                  <a:pt x="12067" y="986"/>
                </a:lnTo>
                <a:lnTo>
                  <a:pt x="12256" y="986"/>
                </a:lnTo>
                <a:lnTo>
                  <a:pt x="12394" y="986"/>
                </a:lnTo>
                <a:lnTo>
                  <a:pt x="12569" y="986"/>
                </a:lnTo>
                <a:lnTo>
                  <a:pt x="12758" y="986"/>
                </a:lnTo>
                <a:lnTo>
                  <a:pt x="12896" y="986"/>
                </a:lnTo>
                <a:lnTo>
                  <a:pt x="13072" y="986"/>
                </a:lnTo>
                <a:lnTo>
                  <a:pt x="13260" y="938"/>
                </a:lnTo>
                <a:lnTo>
                  <a:pt x="13398" y="938"/>
                </a:lnTo>
                <a:lnTo>
                  <a:pt x="13574" y="938"/>
                </a:lnTo>
                <a:lnTo>
                  <a:pt x="13762" y="938"/>
                </a:lnTo>
                <a:lnTo>
                  <a:pt x="13901" y="938"/>
                </a:lnTo>
                <a:lnTo>
                  <a:pt x="14076" y="938"/>
                </a:lnTo>
                <a:lnTo>
                  <a:pt x="14265" y="938"/>
                </a:lnTo>
                <a:lnTo>
                  <a:pt x="14403" y="892"/>
                </a:lnTo>
                <a:lnTo>
                  <a:pt x="14591" y="892"/>
                </a:lnTo>
                <a:lnTo>
                  <a:pt x="14767" y="892"/>
                </a:lnTo>
                <a:lnTo>
                  <a:pt x="14905" y="892"/>
                </a:lnTo>
                <a:lnTo>
                  <a:pt x="15094" y="892"/>
                </a:lnTo>
                <a:lnTo>
                  <a:pt x="15269" y="846"/>
                </a:lnTo>
                <a:lnTo>
                  <a:pt x="15407" y="846"/>
                </a:lnTo>
                <a:lnTo>
                  <a:pt x="15596" y="846"/>
                </a:lnTo>
                <a:lnTo>
                  <a:pt x="15772" y="846"/>
                </a:lnTo>
                <a:lnTo>
                  <a:pt x="15910" y="846"/>
                </a:lnTo>
                <a:lnTo>
                  <a:pt x="16098" y="798"/>
                </a:lnTo>
                <a:lnTo>
                  <a:pt x="16274" y="798"/>
                </a:lnTo>
                <a:lnTo>
                  <a:pt x="16412" y="798"/>
                </a:lnTo>
                <a:lnTo>
                  <a:pt x="16600" y="751"/>
                </a:lnTo>
                <a:lnTo>
                  <a:pt x="16776" y="751"/>
                </a:lnTo>
                <a:lnTo>
                  <a:pt x="16914" y="751"/>
                </a:lnTo>
                <a:lnTo>
                  <a:pt x="17103" y="751"/>
                </a:lnTo>
                <a:lnTo>
                  <a:pt x="17279" y="704"/>
                </a:lnTo>
                <a:lnTo>
                  <a:pt x="17417" y="704"/>
                </a:lnTo>
                <a:lnTo>
                  <a:pt x="17605" y="704"/>
                </a:lnTo>
                <a:lnTo>
                  <a:pt x="17781" y="657"/>
                </a:lnTo>
                <a:lnTo>
                  <a:pt x="17919" y="657"/>
                </a:lnTo>
                <a:lnTo>
                  <a:pt x="18107" y="657"/>
                </a:lnTo>
                <a:lnTo>
                  <a:pt x="18283" y="610"/>
                </a:lnTo>
                <a:lnTo>
                  <a:pt x="18421" y="610"/>
                </a:lnTo>
                <a:lnTo>
                  <a:pt x="18610" y="563"/>
                </a:lnTo>
                <a:lnTo>
                  <a:pt x="18785" y="563"/>
                </a:lnTo>
                <a:lnTo>
                  <a:pt x="18924" y="563"/>
                </a:lnTo>
                <a:lnTo>
                  <a:pt x="19112" y="515"/>
                </a:lnTo>
                <a:lnTo>
                  <a:pt x="19288" y="515"/>
                </a:lnTo>
                <a:lnTo>
                  <a:pt x="19426" y="469"/>
                </a:lnTo>
                <a:lnTo>
                  <a:pt x="19614" y="469"/>
                </a:lnTo>
                <a:lnTo>
                  <a:pt x="19790" y="423"/>
                </a:lnTo>
                <a:lnTo>
                  <a:pt x="19928" y="42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7640785" y="4593778"/>
            <a:ext cx="20016" cy="5735"/>
          </a:xfrm>
          <a:custGeom>
            <a:avLst/>
            <a:gdLst/>
            <a:ahLst/>
            <a:cxnLst/>
            <a:rect l="l" t="t" r="r" b="b"/>
            <a:pathLst>
              <a:path w="20016" h="5735">
                <a:moveTo>
                  <a:pt x="0" y="5735"/>
                </a:moveTo>
                <a:lnTo>
                  <a:pt x="175" y="5688"/>
                </a:lnTo>
                <a:lnTo>
                  <a:pt x="401" y="5688"/>
                </a:lnTo>
                <a:lnTo>
                  <a:pt x="590" y="5641"/>
                </a:lnTo>
                <a:lnTo>
                  <a:pt x="778" y="5593"/>
                </a:lnTo>
                <a:lnTo>
                  <a:pt x="1004" y="5593"/>
                </a:lnTo>
                <a:lnTo>
                  <a:pt x="1180" y="5547"/>
                </a:lnTo>
                <a:lnTo>
                  <a:pt x="1406" y="5499"/>
                </a:lnTo>
                <a:lnTo>
                  <a:pt x="1594" y="5499"/>
                </a:lnTo>
                <a:lnTo>
                  <a:pt x="1783" y="5453"/>
                </a:lnTo>
                <a:lnTo>
                  <a:pt x="1921" y="5453"/>
                </a:lnTo>
                <a:lnTo>
                  <a:pt x="2097" y="5405"/>
                </a:lnTo>
                <a:lnTo>
                  <a:pt x="2285" y="5359"/>
                </a:lnTo>
                <a:lnTo>
                  <a:pt x="2423" y="5359"/>
                </a:lnTo>
                <a:lnTo>
                  <a:pt x="2599" y="5312"/>
                </a:lnTo>
                <a:lnTo>
                  <a:pt x="2787" y="5264"/>
                </a:lnTo>
                <a:lnTo>
                  <a:pt x="2925" y="5264"/>
                </a:lnTo>
                <a:lnTo>
                  <a:pt x="3101" y="5218"/>
                </a:lnTo>
                <a:lnTo>
                  <a:pt x="3290" y="5218"/>
                </a:lnTo>
                <a:lnTo>
                  <a:pt x="3428" y="5170"/>
                </a:lnTo>
                <a:lnTo>
                  <a:pt x="3603" y="5124"/>
                </a:lnTo>
                <a:lnTo>
                  <a:pt x="3792" y="5124"/>
                </a:lnTo>
                <a:lnTo>
                  <a:pt x="3930" y="5076"/>
                </a:lnTo>
                <a:lnTo>
                  <a:pt x="4106" y="5030"/>
                </a:lnTo>
                <a:lnTo>
                  <a:pt x="4294" y="4982"/>
                </a:lnTo>
                <a:lnTo>
                  <a:pt x="4432" y="4982"/>
                </a:lnTo>
                <a:lnTo>
                  <a:pt x="4608" y="4936"/>
                </a:lnTo>
                <a:lnTo>
                  <a:pt x="4796" y="4889"/>
                </a:lnTo>
                <a:lnTo>
                  <a:pt x="4935" y="4889"/>
                </a:lnTo>
                <a:lnTo>
                  <a:pt x="5110" y="4841"/>
                </a:lnTo>
                <a:lnTo>
                  <a:pt x="5299" y="4795"/>
                </a:lnTo>
                <a:lnTo>
                  <a:pt x="5437" y="4795"/>
                </a:lnTo>
                <a:lnTo>
                  <a:pt x="5613" y="4747"/>
                </a:lnTo>
                <a:lnTo>
                  <a:pt x="5801" y="4701"/>
                </a:lnTo>
                <a:lnTo>
                  <a:pt x="5939" y="4653"/>
                </a:lnTo>
                <a:lnTo>
                  <a:pt x="6115" y="4607"/>
                </a:lnTo>
                <a:lnTo>
                  <a:pt x="6303" y="4559"/>
                </a:lnTo>
                <a:lnTo>
                  <a:pt x="6441" y="4559"/>
                </a:lnTo>
                <a:lnTo>
                  <a:pt x="6617" y="4513"/>
                </a:lnTo>
                <a:lnTo>
                  <a:pt x="6806" y="4466"/>
                </a:lnTo>
                <a:lnTo>
                  <a:pt x="6944" y="4418"/>
                </a:lnTo>
                <a:lnTo>
                  <a:pt x="7120" y="4372"/>
                </a:lnTo>
                <a:lnTo>
                  <a:pt x="7308" y="4324"/>
                </a:lnTo>
                <a:lnTo>
                  <a:pt x="7446" y="4324"/>
                </a:lnTo>
                <a:lnTo>
                  <a:pt x="7622" y="4278"/>
                </a:lnTo>
                <a:lnTo>
                  <a:pt x="7810" y="4230"/>
                </a:lnTo>
                <a:lnTo>
                  <a:pt x="7948" y="4184"/>
                </a:lnTo>
                <a:lnTo>
                  <a:pt x="8137" y="4136"/>
                </a:lnTo>
                <a:lnTo>
                  <a:pt x="8313" y="4089"/>
                </a:lnTo>
                <a:lnTo>
                  <a:pt x="8451" y="4043"/>
                </a:lnTo>
                <a:lnTo>
                  <a:pt x="8639" y="3995"/>
                </a:lnTo>
                <a:lnTo>
                  <a:pt x="8815" y="3949"/>
                </a:lnTo>
                <a:lnTo>
                  <a:pt x="8953" y="3901"/>
                </a:lnTo>
                <a:lnTo>
                  <a:pt x="9141" y="3855"/>
                </a:lnTo>
                <a:lnTo>
                  <a:pt x="9317" y="3807"/>
                </a:lnTo>
                <a:lnTo>
                  <a:pt x="9455" y="3761"/>
                </a:lnTo>
                <a:lnTo>
                  <a:pt x="9644" y="3713"/>
                </a:lnTo>
                <a:lnTo>
                  <a:pt x="9819" y="3666"/>
                </a:lnTo>
                <a:lnTo>
                  <a:pt x="9958" y="3620"/>
                </a:lnTo>
                <a:lnTo>
                  <a:pt x="10146" y="3572"/>
                </a:lnTo>
                <a:lnTo>
                  <a:pt x="10322" y="3526"/>
                </a:lnTo>
                <a:lnTo>
                  <a:pt x="10460" y="3478"/>
                </a:lnTo>
                <a:lnTo>
                  <a:pt x="10648" y="3432"/>
                </a:lnTo>
                <a:lnTo>
                  <a:pt x="10824" y="3384"/>
                </a:lnTo>
                <a:lnTo>
                  <a:pt x="10962" y="3338"/>
                </a:lnTo>
                <a:lnTo>
                  <a:pt x="11150" y="3290"/>
                </a:lnTo>
                <a:lnTo>
                  <a:pt x="11326" y="3243"/>
                </a:lnTo>
                <a:lnTo>
                  <a:pt x="11464" y="3197"/>
                </a:lnTo>
                <a:lnTo>
                  <a:pt x="11653" y="3149"/>
                </a:lnTo>
                <a:lnTo>
                  <a:pt x="11829" y="3055"/>
                </a:lnTo>
                <a:lnTo>
                  <a:pt x="11967" y="3055"/>
                </a:lnTo>
                <a:lnTo>
                  <a:pt x="12155" y="2961"/>
                </a:lnTo>
                <a:lnTo>
                  <a:pt x="12331" y="2914"/>
                </a:lnTo>
                <a:lnTo>
                  <a:pt x="12469" y="2867"/>
                </a:lnTo>
                <a:lnTo>
                  <a:pt x="12657" y="2820"/>
                </a:lnTo>
                <a:lnTo>
                  <a:pt x="12833" y="2726"/>
                </a:lnTo>
                <a:lnTo>
                  <a:pt x="12971" y="2726"/>
                </a:lnTo>
                <a:lnTo>
                  <a:pt x="13160" y="2632"/>
                </a:lnTo>
                <a:lnTo>
                  <a:pt x="13335" y="2586"/>
                </a:lnTo>
                <a:lnTo>
                  <a:pt x="13474" y="2538"/>
                </a:lnTo>
                <a:lnTo>
                  <a:pt x="13662" y="2491"/>
                </a:lnTo>
                <a:lnTo>
                  <a:pt x="13838" y="2397"/>
                </a:lnTo>
                <a:lnTo>
                  <a:pt x="13976" y="2351"/>
                </a:lnTo>
                <a:lnTo>
                  <a:pt x="14164" y="2303"/>
                </a:lnTo>
                <a:lnTo>
                  <a:pt x="14353" y="2209"/>
                </a:lnTo>
                <a:lnTo>
                  <a:pt x="14579" y="2162"/>
                </a:lnTo>
                <a:lnTo>
                  <a:pt x="14754" y="2068"/>
                </a:lnTo>
                <a:lnTo>
                  <a:pt x="14981" y="2021"/>
                </a:lnTo>
                <a:lnTo>
                  <a:pt x="15169" y="1928"/>
                </a:lnTo>
                <a:lnTo>
                  <a:pt x="15357" y="1880"/>
                </a:lnTo>
                <a:lnTo>
                  <a:pt x="15583" y="1786"/>
                </a:lnTo>
                <a:lnTo>
                  <a:pt x="15759" y="1739"/>
                </a:lnTo>
                <a:lnTo>
                  <a:pt x="15998" y="1645"/>
                </a:lnTo>
                <a:lnTo>
                  <a:pt x="16173" y="1551"/>
                </a:lnTo>
                <a:lnTo>
                  <a:pt x="16362" y="1505"/>
                </a:lnTo>
                <a:lnTo>
                  <a:pt x="16500" y="1457"/>
                </a:lnTo>
                <a:lnTo>
                  <a:pt x="16676" y="1363"/>
                </a:lnTo>
                <a:lnTo>
                  <a:pt x="16864" y="1316"/>
                </a:lnTo>
                <a:lnTo>
                  <a:pt x="17002" y="1269"/>
                </a:lnTo>
                <a:lnTo>
                  <a:pt x="17178" y="1175"/>
                </a:lnTo>
                <a:lnTo>
                  <a:pt x="17366" y="1082"/>
                </a:lnTo>
                <a:lnTo>
                  <a:pt x="17505" y="1034"/>
                </a:lnTo>
                <a:lnTo>
                  <a:pt x="17680" y="987"/>
                </a:lnTo>
                <a:lnTo>
                  <a:pt x="17869" y="893"/>
                </a:lnTo>
                <a:lnTo>
                  <a:pt x="18007" y="846"/>
                </a:lnTo>
                <a:lnTo>
                  <a:pt x="18183" y="751"/>
                </a:lnTo>
                <a:lnTo>
                  <a:pt x="18371" y="705"/>
                </a:lnTo>
                <a:lnTo>
                  <a:pt x="18509" y="659"/>
                </a:lnTo>
                <a:lnTo>
                  <a:pt x="18685" y="564"/>
                </a:lnTo>
                <a:lnTo>
                  <a:pt x="18873" y="470"/>
                </a:lnTo>
                <a:lnTo>
                  <a:pt x="19011" y="423"/>
                </a:lnTo>
                <a:lnTo>
                  <a:pt x="19187" y="328"/>
                </a:lnTo>
                <a:lnTo>
                  <a:pt x="19376" y="282"/>
                </a:lnTo>
                <a:lnTo>
                  <a:pt x="19514" y="236"/>
                </a:lnTo>
                <a:lnTo>
                  <a:pt x="19690" y="141"/>
                </a:lnTo>
                <a:lnTo>
                  <a:pt x="19878" y="47"/>
                </a:lnTo>
                <a:lnTo>
                  <a:pt x="20016" y="0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7660801" y="4582027"/>
            <a:ext cx="19966" cy="11751"/>
          </a:xfrm>
          <a:custGeom>
            <a:avLst/>
            <a:gdLst/>
            <a:ahLst/>
            <a:cxnLst/>
            <a:rect l="l" t="t" r="r" b="b"/>
            <a:pathLst>
              <a:path w="19966" h="11751">
                <a:moveTo>
                  <a:pt x="0" y="11751"/>
                </a:moveTo>
                <a:lnTo>
                  <a:pt x="175" y="11657"/>
                </a:lnTo>
                <a:lnTo>
                  <a:pt x="364" y="11564"/>
                </a:lnTo>
                <a:lnTo>
                  <a:pt x="502" y="11516"/>
                </a:lnTo>
                <a:lnTo>
                  <a:pt x="678" y="11422"/>
                </a:lnTo>
                <a:lnTo>
                  <a:pt x="866" y="11328"/>
                </a:lnTo>
                <a:lnTo>
                  <a:pt x="1004" y="11328"/>
                </a:lnTo>
                <a:lnTo>
                  <a:pt x="1180" y="11234"/>
                </a:lnTo>
                <a:lnTo>
                  <a:pt x="1368" y="11141"/>
                </a:lnTo>
                <a:lnTo>
                  <a:pt x="1506" y="11093"/>
                </a:lnTo>
                <a:lnTo>
                  <a:pt x="1682" y="10999"/>
                </a:lnTo>
                <a:lnTo>
                  <a:pt x="1871" y="10905"/>
                </a:lnTo>
                <a:lnTo>
                  <a:pt x="2009" y="10858"/>
                </a:lnTo>
                <a:lnTo>
                  <a:pt x="2197" y="10764"/>
                </a:lnTo>
                <a:lnTo>
                  <a:pt x="2373" y="10670"/>
                </a:lnTo>
                <a:lnTo>
                  <a:pt x="2511" y="10624"/>
                </a:lnTo>
                <a:lnTo>
                  <a:pt x="2699" y="10529"/>
                </a:lnTo>
                <a:lnTo>
                  <a:pt x="2875" y="10435"/>
                </a:lnTo>
                <a:lnTo>
                  <a:pt x="3013" y="10388"/>
                </a:lnTo>
                <a:lnTo>
                  <a:pt x="3202" y="10247"/>
                </a:lnTo>
                <a:lnTo>
                  <a:pt x="3377" y="10153"/>
                </a:lnTo>
                <a:lnTo>
                  <a:pt x="3516" y="10106"/>
                </a:lnTo>
                <a:lnTo>
                  <a:pt x="3704" y="10012"/>
                </a:lnTo>
                <a:lnTo>
                  <a:pt x="3880" y="9918"/>
                </a:lnTo>
                <a:lnTo>
                  <a:pt x="4018" y="9872"/>
                </a:lnTo>
                <a:lnTo>
                  <a:pt x="4206" y="9777"/>
                </a:lnTo>
                <a:lnTo>
                  <a:pt x="4382" y="9683"/>
                </a:lnTo>
                <a:lnTo>
                  <a:pt x="4520" y="9636"/>
                </a:lnTo>
                <a:lnTo>
                  <a:pt x="4709" y="9495"/>
                </a:lnTo>
                <a:lnTo>
                  <a:pt x="4884" y="9401"/>
                </a:lnTo>
                <a:lnTo>
                  <a:pt x="5022" y="9354"/>
                </a:lnTo>
                <a:lnTo>
                  <a:pt x="5211" y="9260"/>
                </a:lnTo>
                <a:lnTo>
                  <a:pt x="5387" y="9166"/>
                </a:lnTo>
                <a:lnTo>
                  <a:pt x="5525" y="9118"/>
                </a:lnTo>
                <a:lnTo>
                  <a:pt x="5713" y="8978"/>
                </a:lnTo>
                <a:lnTo>
                  <a:pt x="5889" y="8884"/>
                </a:lnTo>
                <a:lnTo>
                  <a:pt x="6027" y="8837"/>
                </a:lnTo>
                <a:lnTo>
                  <a:pt x="6215" y="8743"/>
                </a:lnTo>
                <a:lnTo>
                  <a:pt x="6391" y="8602"/>
                </a:lnTo>
                <a:lnTo>
                  <a:pt x="6529" y="8555"/>
                </a:lnTo>
                <a:lnTo>
                  <a:pt x="6718" y="8461"/>
                </a:lnTo>
                <a:lnTo>
                  <a:pt x="6894" y="8366"/>
                </a:lnTo>
                <a:lnTo>
                  <a:pt x="7032" y="8320"/>
                </a:lnTo>
                <a:lnTo>
                  <a:pt x="7220" y="8179"/>
                </a:lnTo>
                <a:lnTo>
                  <a:pt x="7396" y="8085"/>
                </a:lnTo>
                <a:lnTo>
                  <a:pt x="7534" y="8038"/>
                </a:lnTo>
                <a:lnTo>
                  <a:pt x="7722" y="7897"/>
                </a:lnTo>
                <a:lnTo>
                  <a:pt x="7898" y="7803"/>
                </a:lnTo>
                <a:lnTo>
                  <a:pt x="8036" y="7756"/>
                </a:lnTo>
                <a:lnTo>
                  <a:pt x="8225" y="7614"/>
                </a:lnTo>
                <a:lnTo>
                  <a:pt x="8413" y="7520"/>
                </a:lnTo>
                <a:lnTo>
                  <a:pt x="8639" y="7426"/>
                </a:lnTo>
                <a:lnTo>
                  <a:pt x="8815" y="7286"/>
                </a:lnTo>
                <a:lnTo>
                  <a:pt x="9041" y="7191"/>
                </a:lnTo>
                <a:lnTo>
                  <a:pt x="9229" y="7051"/>
                </a:lnTo>
                <a:lnTo>
                  <a:pt x="9418" y="6957"/>
                </a:lnTo>
                <a:lnTo>
                  <a:pt x="9556" y="6863"/>
                </a:lnTo>
                <a:lnTo>
                  <a:pt x="9731" y="6768"/>
                </a:lnTo>
                <a:lnTo>
                  <a:pt x="9920" y="6628"/>
                </a:lnTo>
                <a:lnTo>
                  <a:pt x="10058" y="6580"/>
                </a:lnTo>
                <a:lnTo>
                  <a:pt x="10234" y="6487"/>
                </a:lnTo>
                <a:lnTo>
                  <a:pt x="10422" y="6345"/>
                </a:lnTo>
                <a:lnTo>
                  <a:pt x="10560" y="6299"/>
                </a:lnTo>
                <a:lnTo>
                  <a:pt x="10736" y="6157"/>
                </a:lnTo>
                <a:lnTo>
                  <a:pt x="10924" y="6064"/>
                </a:lnTo>
                <a:lnTo>
                  <a:pt x="11063" y="5970"/>
                </a:lnTo>
                <a:lnTo>
                  <a:pt x="11238" y="5876"/>
                </a:lnTo>
                <a:lnTo>
                  <a:pt x="11427" y="5734"/>
                </a:lnTo>
                <a:lnTo>
                  <a:pt x="11565" y="5688"/>
                </a:lnTo>
                <a:lnTo>
                  <a:pt x="11741" y="5547"/>
                </a:lnTo>
                <a:lnTo>
                  <a:pt x="11929" y="5453"/>
                </a:lnTo>
                <a:lnTo>
                  <a:pt x="12067" y="5359"/>
                </a:lnTo>
                <a:lnTo>
                  <a:pt x="12243" y="5264"/>
                </a:lnTo>
                <a:lnTo>
                  <a:pt x="12431" y="5124"/>
                </a:lnTo>
                <a:lnTo>
                  <a:pt x="12569" y="5076"/>
                </a:lnTo>
                <a:lnTo>
                  <a:pt x="12745" y="4936"/>
                </a:lnTo>
                <a:lnTo>
                  <a:pt x="12934" y="4795"/>
                </a:lnTo>
                <a:lnTo>
                  <a:pt x="13072" y="4747"/>
                </a:lnTo>
                <a:lnTo>
                  <a:pt x="13248" y="4607"/>
                </a:lnTo>
                <a:lnTo>
                  <a:pt x="13436" y="4513"/>
                </a:lnTo>
                <a:lnTo>
                  <a:pt x="13574" y="4418"/>
                </a:lnTo>
                <a:lnTo>
                  <a:pt x="13750" y="4278"/>
                </a:lnTo>
                <a:lnTo>
                  <a:pt x="13938" y="4184"/>
                </a:lnTo>
                <a:lnTo>
                  <a:pt x="14076" y="4089"/>
                </a:lnTo>
                <a:lnTo>
                  <a:pt x="14252" y="3995"/>
                </a:lnTo>
                <a:lnTo>
                  <a:pt x="14441" y="3855"/>
                </a:lnTo>
                <a:lnTo>
                  <a:pt x="14579" y="3761"/>
                </a:lnTo>
                <a:lnTo>
                  <a:pt x="14754" y="3666"/>
                </a:lnTo>
                <a:lnTo>
                  <a:pt x="14943" y="3526"/>
                </a:lnTo>
                <a:lnTo>
                  <a:pt x="15081" y="3432"/>
                </a:lnTo>
                <a:lnTo>
                  <a:pt x="15257" y="3290"/>
                </a:lnTo>
                <a:lnTo>
                  <a:pt x="15445" y="3196"/>
                </a:lnTo>
                <a:lnTo>
                  <a:pt x="15583" y="3103"/>
                </a:lnTo>
                <a:lnTo>
                  <a:pt x="15772" y="2961"/>
                </a:lnTo>
                <a:lnTo>
                  <a:pt x="15947" y="2820"/>
                </a:lnTo>
                <a:lnTo>
                  <a:pt x="16086" y="2773"/>
                </a:lnTo>
                <a:lnTo>
                  <a:pt x="16274" y="2632"/>
                </a:lnTo>
                <a:lnTo>
                  <a:pt x="16450" y="2491"/>
                </a:lnTo>
                <a:lnTo>
                  <a:pt x="16588" y="2444"/>
                </a:lnTo>
                <a:lnTo>
                  <a:pt x="16776" y="2303"/>
                </a:lnTo>
                <a:lnTo>
                  <a:pt x="16952" y="2162"/>
                </a:lnTo>
                <a:lnTo>
                  <a:pt x="17090" y="2068"/>
                </a:lnTo>
                <a:lnTo>
                  <a:pt x="17279" y="1926"/>
                </a:lnTo>
                <a:lnTo>
                  <a:pt x="17454" y="1786"/>
                </a:lnTo>
                <a:lnTo>
                  <a:pt x="17592" y="1739"/>
                </a:lnTo>
                <a:lnTo>
                  <a:pt x="17781" y="1598"/>
                </a:lnTo>
                <a:lnTo>
                  <a:pt x="17957" y="1457"/>
                </a:lnTo>
                <a:lnTo>
                  <a:pt x="18095" y="1363"/>
                </a:lnTo>
                <a:lnTo>
                  <a:pt x="18283" y="1222"/>
                </a:lnTo>
                <a:lnTo>
                  <a:pt x="18459" y="1080"/>
                </a:lnTo>
                <a:lnTo>
                  <a:pt x="18597" y="1034"/>
                </a:lnTo>
                <a:lnTo>
                  <a:pt x="18785" y="893"/>
                </a:lnTo>
                <a:lnTo>
                  <a:pt x="18961" y="751"/>
                </a:lnTo>
                <a:lnTo>
                  <a:pt x="19099" y="657"/>
                </a:lnTo>
                <a:lnTo>
                  <a:pt x="19288" y="517"/>
                </a:lnTo>
                <a:lnTo>
                  <a:pt x="19463" y="376"/>
                </a:lnTo>
                <a:lnTo>
                  <a:pt x="19602" y="282"/>
                </a:lnTo>
                <a:lnTo>
                  <a:pt x="19790" y="141"/>
                </a:lnTo>
                <a:lnTo>
                  <a:pt x="19966" y="0"/>
                </a:lnTo>
              </a:path>
            </a:pathLst>
          </a:custGeom>
          <a:ln w="179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7680768" y="4564400"/>
            <a:ext cx="20029" cy="17626"/>
          </a:xfrm>
          <a:custGeom>
            <a:avLst/>
            <a:gdLst/>
            <a:ahLst/>
            <a:cxnLst/>
            <a:rect l="l" t="t" r="r" b="b"/>
            <a:pathLst>
              <a:path w="20029" h="17626">
                <a:moveTo>
                  <a:pt x="0" y="17626"/>
                </a:moveTo>
                <a:lnTo>
                  <a:pt x="138" y="17532"/>
                </a:lnTo>
                <a:lnTo>
                  <a:pt x="326" y="17391"/>
                </a:lnTo>
                <a:lnTo>
                  <a:pt x="502" y="17251"/>
                </a:lnTo>
                <a:lnTo>
                  <a:pt x="640" y="17156"/>
                </a:lnTo>
                <a:lnTo>
                  <a:pt x="828" y="17015"/>
                </a:lnTo>
                <a:lnTo>
                  <a:pt x="1004" y="16874"/>
                </a:lnTo>
                <a:lnTo>
                  <a:pt x="1142" y="16780"/>
                </a:lnTo>
                <a:lnTo>
                  <a:pt x="1331" y="16639"/>
                </a:lnTo>
                <a:lnTo>
                  <a:pt x="1506" y="16499"/>
                </a:lnTo>
                <a:lnTo>
                  <a:pt x="1645" y="16405"/>
                </a:lnTo>
                <a:lnTo>
                  <a:pt x="1833" y="16263"/>
                </a:lnTo>
                <a:lnTo>
                  <a:pt x="2021" y="16122"/>
                </a:lnTo>
                <a:lnTo>
                  <a:pt x="2247" y="15981"/>
                </a:lnTo>
                <a:lnTo>
                  <a:pt x="2423" y="15793"/>
                </a:lnTo>
                <a:lnTo>
                  <a:pt x="2649" y="15653"/>
                </a:lnTo>
                <a:lnTo>
                  <a:pt x="2837" y="15511"/>
                </a:lnTo>
                <a:lnTo>
                  <a:pt x="3026" y="15322"/>
                </a:lnTo>
                <a:lnTo>
                  <a:pt x="3164" y="15276"/>
                </a:lnTo>
                <a:lnTo>
                  <a:pt x="3340" y="15088"/>
                </a:lnTo>
                <a:lnTo>
                  <a:pt x="3528" y="14947"/>
                </a:lnTo>
                <a:lnTo>
                  <a:pt x="3666" y="14853"/>
                </a:lnTo>
                <a:lnTo>
                  <a:pt x="3842" y="14712"/>
                </a:lnTo>
                <a:lnTo>
                  <a:pt x="4030" y="14524"/>
                </a:lnTo>
                <a:lnTo>
                  <a:pt x="4169" y="14476"/>
                </a:lnTo>
                <a:lnTo>
                  <a:pt x="4344" y="14289"/>
                </a:lnTo>
                <a:lnTo>
                  <a:pt x="4533" y="14147"/>
                </a:lnTo>
                <a:lnTo>
                  <a:pt x="4671" y="14053"/>
                </a:lnTo>
                <a:lnTo>
                  <a:pt x="4847" y="13913"/>
                </a:lnTo>
                <a:lnTo>
                  <a:pt x="5035" y="13724"/>
                </a:lnTo>
                <a:lnTo>
                  <a:pt x="5173" y="13678"/>
                </a:lnTo>
                <a:lnTo>
                  <a:pt x="5349" y="13490"/>
                </a:lnTo>
                <a:lnTo>
                  <a:pt x="5537" y="13349"/>
                </a:lnTo>
                <a:lnTo>
                  <a:pt x="5675" y="13255"/>
                </a:lnTo>
                <a:lnTo>
                  <a:pt x="5851" y="13066"/>
                </a:lnTo>
                <a:lnTo>
                  <a:pt x="6040" y="12926"/>
                </a:lnTo>
                <a:lnTo>
                  <a:pt x="6178" y="12832"/>
                </a:lnTo>
                <a:lnTo>
                  <a:pt x="6354" y="12691"/>
                </a:lnTo>
                <a:lnTo>
                  <a:pt x="6542" y="12503"/>
                </a:lnTo>
                <a:lnTo>
                  <a:pt x="6680" y="12409"/>
                </a:lnTo>
                <a:lnTo>
                  <a:pt x="6856" y="12268"/>
                </a:lnTo>
                <a:lnTo>
                  <a:pt x="7044" y="12080"/>
                </a:lnTo>
                <a:lnTo>
                  <a:pt x="7182" y="11986"/>
                </a:lnTo>
                <a:lnTo>
                  <a:pt x="7358" y="11845"/>
                </a:lnTo>
                <a:lnTo>
                  <a:pt x="7547" y="11657"/>
                </a:lnTo>
                <a:lnTo>
                  <a:pt x="7685" y="11563"/>
                </a:lnTo>
                <a:lnTo>
                  <a:pt x="7860" y="11422"/>
                </a:lnTo>
                <a:lnTo>
                  <a:pt x="8049" y="11234"/>
                </a:lnTo>
                <a:lnTo>
                  <a:pt x="8187" y="11140"/>
                </a:lnTo>
                <a:lnTo>
                  <a:pt x="8363" y="10999"/>
                </a:lnTo>
                <a:lnTo>
                  <a:pt x="8551" y="10811"/>
                </a:lnTo>
                <a:lnTo>
                  <a:pt x="8689" y="10716"/>
                </a:lnTo>
                <a:lnTo>
                  <a:pt x="8865" y="10528"/>
                </a:lnTo>
                <a:lnTo>
                  <a:pt x="9053" y="10388"/>
                </a:lnTo>
                <a:lnTo>
                  <a:pt x="9192" y="10293"/>
                </a:lnTo>
                <a:lnTo>
                  <a:pt x="9380" y="10105"/>
                </a:lnTo>
                <a:lnTo>
                  <a:pt x="9556" y="9917"/>
                </a:lnTo>
                <a:lnTo>
                  <a:pt x="9694" y="9823"/>
                </a:lnTo>
                <a:lnTo>
                  <a:pt x="9882" y="9682"/>
                </a:lnTo>
                <a:lnTo>
                  <a:pt x="10058" y="9494"/>
                </a:lnTo>
                <a:lnTo>
                  <a:pt x="10196" y="9400"/>
                </a:lnTo>
                <a:lnTo>
                  <a:pt x="10384" y="9213"/>
                </a:lnTo>
                <a:lnTo>
                  <a:pt x="10560" y="9024"/>
                </a:lnTo>
                <a:lnTo>
                  <a:pt x="10698" y="8977"/>
                </a:lnTo>
                <a:lnTo>
                  <a:pt x="10887" y="8790"/>
                </a:lnTo>
                <a:lnTo>
                  <a:pt x="11063" y="8601"/>
                </a:lnTo>
                <a:lnTo>
                  <a:pt x="11201" y="8507"/>
                </a:lnTo>
                <a:lnTo>
                  <a:pt x="11389" y="8319"/>
                </a:lnTo>
                <a:lnTo>
                  <a:pt x="11565" y="8130"/>
                </a:lnTo>
                <a:lnTo>
                  <a:pt x="11703" y="8038"/>
                </a:lnTo>
                <a:lnTo>
                  <a:pt x="11891" y="7849"/>
                </a:lnTo>
                <a:lnTo>
                  <a:pt x="12067" y="7707"/>
                </a:lnTo>
                <a:lnTo>
                  <a:pt x="12205" y="7614"/>
                </a:lnTo>
                <a:lnTo>
                  <a:pt x="12394" y="7426"/>
                </a:lnTo>
                <a:lnTo>
                  <a:pt x="12569" y="7238"/>
                </a:lnTo>
                <a:lnTo>
                  <a:pt x="12708" y="7144"/>
                </a:lnTo>
                <a:lnTo>
                  <a:pt x="12896" y="6955"/>
                </a:lnTo>
                <a:lnTo>
                  <a:pt x="13072" y="6768"/>
                </a:lnTo>
                <a:lnTo>
                  <a:pt x="13210" y="6674"/>
                </a:lnTo>
                <a:lnTo>
                  <a:pt x="13398" y="6486"/>
                </a:lnTo>
                <a:lnTo>
                  <a:pt x="13574" y="6298"/>
                </a:lnTo>
                <a:lnTo>
                  <a:pt x="13712" y="6203"/>
                </a:lnTo>
                <a:lnTo>
                  <a:pt x="13901" y="6015"/>
                </a:lnTo>
                <a:lnTo>
                  <a:pt x="14076" y="5828"/>
                </a:lnTo>
                <a:lnTo>
                  <a:pt x="14214" y="5734"/>
                </a:lnTo>
                <a:lnTo>
                  <a:pt x="14403" y="5546"/>
                </a:lnTo>
                <a:lnTo>
                  <a:pt x="14579" y="5357"/>
                </a:lnTo>
                <a:lnTo>
                  <a:pt x="14717" y="5263"/>
                </a:lnTo>
                <a:lnTo>
                  <a:pt x="14817" y="5169"/>
                </a:lnTo>
                <a:lnTo>
                  <a:pt x="14905" y="5076"/>
                </a:lnTo>
                <a:lnTo>
                  <a:pt x="14993" y="4982"/>
                </a:lnTo>
                <a:lnTo>
                  <a:pt x="15081" y="4888"/>
                </a:lnTo>
                <a:lnTo>
                  <a:pt x="15219" y="4794"/>
                </a:lnTo>
                <a:lnTo>
                  <a:pt x="15407" y="4605"/>
                </a:lnTo>
                <a:lnTo>
                  <a:pt x="15596" y="4417"/>
                </a:lnTo>
                <a:lnTo>
                  <a:pt x="15721" y="4276"/>
                </a:lnTo>
                <a:lnTo>
                  <a:pt x="15910" y="4088"/>
                </a:lnTo>
                <a:lnTo>
                  <a:pt x="16098" y="3900"/>
                </a:lnTo>
                <a:lnTo>
                  <a:pt x="16324" y="3713"/>
                </a:lnTo>
                <a:lnTo>
                  <a:pt x="16500" y="3525"/>
                </a:lnTo>
                <a:lnTo>
                  <a:pt x="16739" y="3336"/>
                </a:lnTo>
                <a:lnTo>
                  <a:pt x="16914" y="3148"/>
                </a:lnTo>
                <a:lnTo>
                  <a:pt x="17002" y="3007"/>
                </a:lnTo>
                <a:lnTo>
                  <a:pt x="17241" y="2819"/>
                </a:lnTo>
                <a:lnTo>
                  <a:pt x="17417" y="2631"/>
                </a:lnTo>
                <a:lnTo>
                  <a:pt x="17605" y="2444"/>
                </a:lnTo>
                <a:lnTo>
                  <a:pt x="17743" y="2350"/>
                </a:lnTo>
                <a:lnTo>
                  <a:pt x="17919" y="2161"/>
                </a:lnTo>
                <a:lnTo>
                  <a:pt x="18007" y="2021"/>
                </a:lnTo>
                <a:lnTo>
                  <a:pt x="18245" y="1832"/>
                </a:lnTo>
                <a:lnTo>
                  <a:pt x="18421" y="1644"/>
                </a:lnTo>
                <a:lnTo>
                  <a:pt x="18610" y="1456"/>
                </a:lnTo>
                <a:lnTo>
                  <a:pt x="18748" y="1315"/>
                </a:lnTo>
                <a:lnTo>
                  <a:pt x="18924" y="1127"/>
                </a:lnTo>
                <a:lnTo>
                  <a:pt x="19112" y="938"/>
                </a:lnTo>
                <a:lnTo>
                  <a:pt x="19250" y="846"/>
                </a:lnTo>
                <a:lnTo>
                  <a:pt x="19338" y="704"/>
                </a:lnTo>
                <a:lnTo>
                  <a:pt x="19526" y="515"/>
                </a:lnTo>
                <a:lnTo>
                  <a:pt x="19752" y="328"/>
                </a:lnTo>
                <a:lnTo>
                  <a:pt x="19928" y="92"/>
                </a:lnTo>
              </a:path>
            </a:pathLst>
          </a:custGeom>
          <a:ln w="17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7700797" y="4541225"/>
            <a:ext cx="20016" cy="23175"/>
          </a:xfrm>
          <a:custGeom>
            <a:avLst/>
            <a:gdLst/>
            <a:ahLst/>
            <a:cxnLst/>
            <a:rect l="l" t="t" r="r" b="b"/>
            <a:pathLst>
              <a:path w="20016" h="23175">
                <a:moveTo>
                  <a:pt x="0" y="23175"/>
                </a:moveTo>
                <a:lnTo>
                  <a:pt x="226" y="22986"/>
                </a:lnTo>
                <a:lnTo>
                  <a:pt x="401" y="22752"/>
                </a:lnTo>
                <a:lnTo>
                  <a:pt x="640" y="22563"/>
                </a:lnTo>
                <a:lnTo>
                  <a:pt x="816" y="22375"/>
                </a:lnTo>
                <a:lnTo>
                  <a:pt x="904" y="22234"/>
                </a:lnTo>
                <a:lnTo>
                  <a:pt x="1142" y="22046"/>
                </a:lnTo>
                <a:lnTo>
                  <a:pt x="1318" y="21858"/>
                </a:lnTo>
                <a:lnTo>
                  <a:pt x="1406" y="21717"/>
                </a:lnTo>
                <a:lnTo>
                  <a:pt x="1645" y="21529"/>
                </a:lnTo>
                <a:lnTo>
                  <a:pt x="1820" y="21294"/>
                </a:lnTo>
                <a:lnTo>
                  <a:pt x="2009" y="21106"/>
                </a:lnTo>
                <a:lnTo>
                  <a:pt x="2147" y="21012"/>
                </a:lnTo>
                <a:lnTo>
                  <a:pt x="2235" y="20871"/>
                </a:lnTo>
                <a:lnTo>
                  <a:pt x="2411" y="20683"/>
                </a:lnTo>
                <a:lnTo>
                  <a:pt x="2649" y="20448"/>
                </a:lnTo>
                <a:lnTo>
                  <a:pt x="2825" y="20260"/>
                </a:lnTo>
                <a:lnTo>
                  <a:pt x="3013" y="20025"/>
                </a:lnTo>
                <a:lnTo>
                  <a:pt x="3151" y="19931"/>
                </a:lnTo>
                <a:lnTo>
                  <a:pt x="3327" y="19696"/>
                </a:lnTo>
                <a:lnTo>
                  <a:pt x="3516" y="19508"/>
                </a:lnTo>
                <a:lnTo>
                  <a:pt x="3654" y="19414"/>
                </a:lnTo>
                <a:lnTo>
                  <a:pt x="3742" y="19273"/>
                </a:lnTo>
                <a:lnTo>
                  <a:pt x="3930" y="19085"/>
                </a:lnTo>
                <a:lnTo>
                  <a:pt x="4018" y="18944"/>
                </a:lnTo>
                <a:lnTo>
                  <a:pt x="4156" y="18850"/>
                </a:lnTo>
                <a:lnTo>
                  <a:pt x="4332" y="18614"/>
                </a:lnTo>
                <a:lnTo>
                  <a:pt x="4520" y="18427"/>
                </a:lnTo>
                <a:lnTo>
                  <a:pt x="4658" y="18285"/>
                </a:lnTo>
                <a:lnTo>
                  <a:pt x="4834" y="18098"/>
                </a:lnTo>
                <a:lnTo>
                  <a:pt x="5022" y="17862"/>
                </a:lnTo>
                <a:lnTo>
                  <a:pt x="5161" y="17768"/>
                </a:lnTo>
                <a:lnTo>
                  <a:pt x="5248" y="17627"/>
                </a:lnTo>
                <a:lnTo>
                  <a:pt x="5437" y="17439"/>
                </a:lnTo>
                <a:lnTo>
                  <a:pt x="5525" y="17298"/>
                </a:lnTo>
                <a:lnTo>
                  <a:pt x="5663" y="17204"/>
                </a:lnTo>
                <a:lnTo>
                  <a:pt x="5839" y="16969"/>
                </a:lnTo>
                <a:lnTo>
                  <a:pt x="6027" y="16781"/>
                </a:lnTo>
                <a:lnTo>
                  <a:pt x="6165" y="16641"/>
                </a:lnTo>
                <a:lnTo>
                  <a:pt x="6341" y="16452"/>
                </a:lnTo>
                <a:lnTo>
                  <a:pt x="6441" y="16312"/>
                </a:lnTo>
                <a:lnTo>
                  <a:pt x="6667" y="16076"/>
                </a:lnTo>
                <a:lnTo>
                  <a:pt x="6856" y="15889"/>
                </a:lnTo>
                <a:lnTo>
                  <a:pt x="6944" y="15747"/>
                </a:lnTo>
                <a:lnTo>
                  <a:pt x="7170" y="15512"/>
                </a:lnTo>
                <a:lnTo>
                  <a:pt x="7358" y="15324"/>
                </a:lnTo>
                <a:lnTo>
                  <a:pt x="7446" y="15183"/>
                </a:lnTo>
                <a:lnTo>
                  <a:pt x="7672" y="14948"/>
                </a:lnTo>
                <a:lnTo>
                  <a:pt x="7860" y="14760"/>
                </a:lnTo>
                <a:lnTo>
                  <a:pt x="7948" y="14619"/>
                </a:lnTo>
                <a:lnTo>
                  <a:pt x="8174" y="14383"/>
                </a:lnTo>
                <a:lnTo>
                  <a:pt x="8363" y="14149"/>
                </a:lnTo>
                <a:lnTo>
                  <a:pt x="8539" y="13960"/>
                </a:lnTo>
                <a:lnTo>
                  <a:pt x="8677" y="13820"/>
                </a:lnTo>
                <a:lnTo>
                  <a:pt x="8865" y="13585"/>
                </a:lnTo>
                <a:lnTo>
                  <a:pt x="9041" y="13350"/>
                </a:lnTo>
                <a:lnTo>
                  <a:pt x="9179" y="13256"/>
                </a:lnTo>
                <a:lnTo>
                  <a:pt x="9267" y="13114"/>
                </a:lnTo>
                <a:lnTo>
                  <a:pt x="9455" y="12927"/>
                </a:lnTo>
                <a:lnTo>
                  <a:pt x="9543" y="12785"/>
                </a:lnTo>
                <a:lnTo>
                  <a:pt x="9681" y="12691"/>
                </a:lnTo>
                <a:lnTo>
                  <a:pt x="9769" y="12551"/>
                </a:lnTo>
                <a:lnTo>
                  <a:pt x="9958" y="12316"/>
                </a:lnTo>
                <a:lnTo>
                  <a:pt x="10184" y="12081"/>
                </a:lnTo>
                <a:lnTo>
                  <a:pt x="10372" y="11845"/>
                </a:lnTo>
                <a:lnTo>
                  <a:pt x="10548" y="11610"/>
                </a:lnTo>
                <a:lnTo>
                  <a:pt x="10686" y="11516"/>
                </a:lnTo>
                <a:lnTo>
                  <a:pt x="10786" y="11376"/>
                </a:lnTo>
                <a:lnTo>
                  <a:pt x="10962" y="11141"/>
                </a:lnTo>
                <a:lnTo>
                  <a:pt x="11188" y="10906"/>
                </a:lnTo>
                <a:lnTo>
                  <a:pt x="11377" y="10670"/>
                </a:lnTo>
                <a:lnTo>
                  <a:pt x="11552" y="10435"/>
                </a:lnTo>
                <a:lnTo>
                  <a:pt x="11690" y="10341"/>
                </a:lnTo>
                <a:lnTo>
                  <a:pt x="11791" y="10201"/>
                </a:lnTo>
                <a:lnTo>
                  <a:pt x="11967" y="9966"/>
                </a:lnTo>
                <a:lnTo>
                  <a:pt x="12055" y="9824"/>
                </a:lnTo>
                <a:lnTo>
                  <a:pt x="12193" y="9730"/>
                </a:lnTo>
                <a:lnTo>
                  <a:pt x="12293" y="9589"/>
                </a:lnTo>
                <a:lnTo>
                  <a:pt x="12469" y="9354"/>
                </a:lnTo>
                <a:lnTo>
                  <a:pt x="12695" y="9120"/>
                </a:lnTo>
                <a:lnTo>
                  <a:pt x="12883" y="8884"/>
                </a:lnTo>
                <a:lnTo>
                  <a:pt x="12971" y="8743"/>
                </a:lnTo>
                <a:lnTo>
                  <a:pt x="13197" y="8508"/>
                </a:lnTo>
                <a:lnTo>
                  <a:pt x="13386" y="8274"/>
                </a:lnTo>
                <a:lnTo>
                  <a:pt x="13574" y="8038"/>
                </a:lnTo>
                <a:lnTo>
                  <a:pt x="13700" y="7897"/>
                </a:lnTo>
                <a:lnTo>
                  <a:pt x="13888" y="7662"/>
                </a:lnTo>
                <a:lnTo>
                  <a:pt x="14076" y="7427"/>
                </a:lnTo>
                <a:lnTo>
                  <a:pt x="14214" y="7286"/>
                </a:lnTo>
                <a:lnTo>
                  <a:pt x="14390" y="7051"/>
                </a:lnTo>
                <a:lnTo>
                  <a:pt x="14579" y="6816"/>
                </a:lnTo>
                <a:lnTo>
                  <a:pt x="14717" y="6676"/>
                </a:lnTo>
                <a:lnTo>
                  <a:pt x="14893" y="6439"/>
                </a:lnTo>
                <a:lnTo>
                  <a:pt x="15081" y="6205"/>
                </a:lnTo>
                <a:lnTo>
                  <a:pt x="15219" y="6064"/>
                </a:lnTo>
                <a:lnTo>
                  <a:pt x="15395" y="5829"/>
                </a:lnTo>
                <a:lnTo>
                  <a:pt x="15483" y="5688"/>
                </a:lnTo>
                <a:lnTo>
                  <a:pt x="15721" y="5453"/>
                </a:lnTo>
                <a:lnTo>
                  <a:pt x="15897" y="5218"/>
                </a:lnTo>
                <a:lnTo>
                  <a:pt x="15985" y="5076"/>
                </a:lnTo>
                <a:lnTo>
                  <a:pt x="16224" y="4841"/>
                </a:lnTo>
                <a:lnTo>
                  <a:pt x="16312" y="4701"/>
                </a:lnTo>
                <a:lnTo>
                  <a:pt x="16500" y="4466"/>
                </a:lnTo>
                <a:lnTo>
                  <a:pt x="16588" y="4324"/>
                </a:lnTo>
                <a:lnTo>
                  <a:pt x="16726" y="4230"/>
                </a:lnTo>
                <a:lnTo>
                  <a:pt x="16814" y="4089"/>
                </a:lnTo>
                <a:lnTo>
                  <a:pt x="16902" y="3949"/>
                </a:lnTo>
                <a:lnTo>
                  <a:pt x="17090" y="3714"/>
                </a:lnTo>
                <a:lnTo>
                  <a:pt x="17228" y="3572"/>
                </a:lnTo>
                <a:lnTo>
                  <a:pt x="17316" y="3432"/>
                </a:lnTo>
                <a:lnTo>
                  <a:pt x="17505" y="3197"/>
                </a:lnTo>
                <a:lnTo>
                  <a:pt x="17592" y="3055"/>
                </a:lnTo>
                <a:lnTo>
                  <a:pt x="17731" y="2961"/>
                </a:lnTo>
                <a:lnTo>
                  <a:pt x="17818" y="2820"/>
                </a:lnTo>
                <a:lnTo>
                  <a:pt x="17906" y="2680"/>
                </a:lnTo>
                <a:lnTo>
                  <a:pt x="18095" y="2445"/>
                </a:lnTo>
                <a:lnTo>
                  <a:pt x="18233" y="2303"/>
                </a:lnTo>
                <a:lnTo>
                  <a:pt x="18321" y="2162"/>
                </a:lnTo>
                <a:lnTo>
                  <a:pt x="18509" y="1928"/>
                </a:lnTo>
                <a:lnTo>
                  <a:pt x="18597" y="1786"/>
                </a:lnTo>
                <a:lnTo>
                  <a:pt x="18735" y="1692"/>
                </a:lnTo>
                <a:lnTo>
                  <a:pt x="18823" y="1551"/>
                </a:lnTo>
                <a:lnTo>
                  <a:pt x="18911" y="1411"/>
                </a:lnTo>
                <a:lnTo>
                  <a:pt x="19011" y="1269"/>
                </a:lnTo>
                <a:lnTo>
                  <a:pt x="19099" y="1176"/>
                </a:lnTo>
                <a:lnTo>
                  <a:pt x="19237" y="1034"/>
                </a:lnTo>
                <a:lnTo>
                  <a:pt x="19325" y="893"/>
                </a:lnTo>
                <a:lnTo>
                  <a:pt x="19413" y="753"/>
                </a:lnTo>
                <a:lnTo>
                  <a:pt x="19602" y="517"/>
                </a:lnTo>
                <a:lnTo>
                  <a:pt x="19740" y="376"/>
                </a:lnTo>
                <a:lnTo>
                  <a:pt x="19828" y="236"/>
                </a:lnTo>
                <a:lnTo>
                  <a:pt x="20016" y="0"/>
                </a:lnTo>
              </a:path>
            </a:pathLst>
          </a:custGeom>
          <a:ln w="17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7720813" y="4512787"/>
            <a:ext cx="20016" cy="28437"/>
          </a:xfrm>
          <a:custGeom>
            <a:avLst/>
            <a:gdLst/>
            <a:ahLst/>
            <a:cxnLst/>
            <a:rect l="l" t="t" r="r" b="b"/>
            <a:pathLst>
              <a:path w="20016" h="28437">
                <a:moveTo>
                  <a:pt x="0" y="28437"/>
                </a:moveTo>
                <a:lnTo>
                  <a:pt x="87" y="28296"/>
                </a:lnTo>
                <a:lnTo>
                  <a:pt x="226" y="28156"/>
                </a:lnTo>
                <a:lnTo>
                  <a:pt x="414" y="27921"/>
                </a:lnTo>
                <a:lnTo>
                  <a:pt x="502" y="27779"/>
                </a:lnTo>
                <a:lnTo>
                  <a:pt x="590" y="27639"/>
                </a:lnTo>
                <a:lnTo>
                  <a:pt x="728" y="27498"/>
                </a:lnTo>
                <a:lnTo>
                  <a:pt x="916" y="27262"/>
                </a:lnTo>
                <a:lnTo>
                  <a:pt x="1004" y="27121"/>
                </a:lnTo>
                <a:lnTo>
                  <a:pt x="1092" y="26981"/>
                </a:lnTo>
                <a:lnTo>
                  <a:pt x="1230" y="26839"/>
                </a:lnTo>
                <a:lnTo>
                  <a:pt x="1318" y="26745"/>
                </a:lnTo>
                <a:lnTo>
                  <a:pt x="1418" y="26604"/>
                </a:lnTo>
                <a:lnTo>
                  <a:pt x="1506" y="26464"/>
                </a:lnTo>
                <a:lnTo>
                  <a:pt x="1594" y="26322"/>
                </a:lnTo>
                <a:lnTo>
                  <a:pt x="1732" y="26181"/>
                </a:lnTo>
                <a:lnTo>
                  <a:pt x="1921" y="25946"/>
                </a:lnTo>
                <a:lnTo>
                  <a:pt x="2009" y="25806"/>
                </a:lnTo>
                <a:lnTo>
                  <a:pt x="2097" y="25664"/>
                </a:lnTo>
                <a:lnTo>
                  <a:pt x="2235" y="25523"/>
                </a:lnTo>
                <a:lnTo>
                  <a:pt x="2423" y="25289"/>
                </a:lnTo>
                <a:lnTo>
                  <a:pt x="2511" y="25147"/>
                </a:lnTo>
                <a:lnTo>
                  <a:pt x="2599" y="25006"/>
                </a:lnTo>
                <a:lnTo>
                  <a:pt x="2737" y="24866"/>
                </a:lnTo>
                <a:lnTo>
                  <a:pt x="2825" y="24724"/>
                </a:lnTo>
                <a:lnTo>
                  <a:pt x="2925" y="24583"/>
                </a:lnTo>
                <a:lnTo>
                  <a:pt x="3101" y="24348"/>
                </a:lnTo>
                <a:lnTo>
                  <a:pt x="3239" y="24207"/>
                </a:lnTo>
                <a:lnTo>
                  <a:pt x="3327" y="24066"/>
                </a:lnTo>
                <a:lnTo>
                  <a:pt x="3428" y="23925"/>
                </a:lnTo>
                <a:lnTo>
                  <a:pt x="3516" y="23783"/>
                </a:lnTo>
                <a:lnTo>
                  <a:pt x="3603" y="23643"/>
                </a:lnTo>
                <a:lnTo>
                  <a:pt x="3742" y="23549"/>
                </a:lnTo>
                <a:lnTo>
                  <a:pt x="3830" y="23408"/>
                </a:lnTo>
                <a:lnTo>
                  <a:pt x="3930" y="23268"/>
                </a:lnTo>
                <a:lnTo>
                  <a:pt x="4018" y="23126"/>
                </a:lnTo>
                <a:lnTo>
                  <a:pt x="4106" y="22985"/>
                </a:lnTo>
                <a:lnTo>
                  <a:pt x="4244" y="22844"/>
                </a:lnTo>
                <a:lnTo>
                  <a:pt x="4344" y="22703"/>
                </a:lnTo>
                <a:lnTo>
                  <a:pt x="4432" y="22562"/>
                </a:lnTo>
                <a:lnTo>
                  <a:pt x="4608" y="22327"/>
                </a:lnTo>
                <a:lnTo>
                  <a:pt x="4746" y="22185"/>
                </a:lnTo>
                <a:lnTo>
                  <a:pt x="4847" y="22045"/>
                </a:lnTo>
                <a:lnTo>
                  <a:pt x="4935" y="21904"/>
                </a:lnTo>
                <a:lnTo>
                  <a:pt x="5022" y="21762"/>
                </a:lnTo>
                <a:lnTo>
                  <a:pt x="5110" y="21622"/>
                </a:lnTo>
                <a:lnTo>
                  <a:pt x="5248" y="21481"/>
                </a:lnTo>
                <a:lnTo>
                  <a:pt x="5349" y="21339"/>
                </a:lnTo>
                <a:lnTo>
                  <a:pt x="5437" y="21199"/>
                </a:lnTo>
                <a:lnTo>
                  <a:pt x="5613" y="20964"/>
                </a:lnTo>
                <a:lnTo>
                  <a:pt x="5751" y="20822"/>
                </a:lnTo>
                <a:lnTo>
                  <a:pt x="5851" y="20681"/>
                </a:lnTo>
                <a:lnTo>
                  <a:pt x="5939" y="20541"/>
                </a:lnTo>
                <a:lnTo>
                  <a:pt x="6027" y="20399"/>
                </a:lnTo>
                <a:lnTo>
                  <a:pt x="6115" y="20258"/>
                </a:lnTo>
                <a:lnTo>
                  <a:pt x="6253" y="20118"/>
                </a:lnTo>
                <a:lnTo>
                  <a:pt x="6354" y="19976"/>
                </a:lnTo>
                <a:lnTo>
                  <a:pt x="6441" y="19835"/>
                </a:lnTo>
                <a:lnTo>
                  <a:pt x="6529" y="19695"/>
                </a:lnTo>
                <a:lnTo>
                  <a:pt x="6630" y="19553"/>
                </a:lnTo>
                <a:lnTo>
                  <a:pt x="6755" y="19412"/>
                </a:lnTo>
                <a:lnTo>
                  <a:pt x="6856" y="19272"/>
                </a:lnTo>
                <a:lnTo>
                  <a:pt x="6944" y="19130"/>
                </a:lnTo>
                <a:lnTo>
                  <a:pt x="7032" y="18989"/>
                </a:lnTo>
                <a:lnTo>
                  <a:pt x="7258" y="18755"/>
                </a:lnTo>
                <a:lnTo>
                  <a:pt x="7358" y="18614"/>
                </a:lnTo>
                <a:lnTo>
                  <a:pt x="7446" y="18472"/>
                </a:lnTo>
                <a:lnTo>
                  <a:pt x="7534" y="18331"/>
                </a:lnTo>
                <a:lnTo>
                  <a:pt x="7634" y="18191"/>
                </a:lnTo>
                <a:lnTo>
                  <a:pt x="7773" y="18049"/>
                </a:lnTo>
                <a:lnTo>
                  <a:pt x="7860" y="17908"/>
                </a:lnTo>
                <a:lnTo>
                  <a:pt x="7948" y="17768"/>
                </a:lnTo>
                <a:lnTo>
                  <a:pt x="8036" y="17626"/>
                </a:lnTo>
                <a:lnTo>
                  <a:pt x="8137" y="17485"/>
                </a:lnTo>
                <a:lnTo>
                  <a:pt x="8275" y="17345"/>
                </a:lnTo>
                <a:lnTo>
                  <a:pt x="8363" y="17203"/>
                </a:lnTo>
                <a:lnTo>
                  <a:pt x="8451" y="17062"/>
                </a:lnTo>
                <a:lnTo>
                  <a:pt x="8539" y="16922"/>
                </a:lnTo>
                <a:lnTo>
                  <a:pt x="8639" y="16780"/>
                </a:lnTo>
                <a:lnTo>
                  <a:pt x="8777" y="16639"/>
                </a:lnTo>
                <a:lnTo>
                  <a:pt x="8865" y="16499"/>
                </a:lnTo>
                <a:lnTo>
                  <a:pt x="8953" y="16357"/>
                </a:lnTo>
                <a:lnTo>
                  <a:pt x="9041" y="16216"/>
                </a:lnTo>
                <a:lnTo>
                  <a:pt x="9141" y="16076"/>
                </a:lnTo>
                <a:lnTo>
                  <a:pt x="9279" y="15934"/>
                </a:lnTo>
                <a:lnTo>
                  <a:pt x="9367" y="15793"/>
                </a:lnTo>
                <a:lnTo>
                  <a:pt x="9455" y="15653"/>
                </a:lnTo>
                <a:lnTo>
                  <a:pt x="9543" y="15511"/>
                </a:lnTo>
                <a:lnTo>
                  <a:pt x="9644" y="15370"/>
                </a:lnTo>
                <a:lnTo>
                  <a:pt x="9782" y="15229"/>
                </a:lnTo>
                <a:lnTo>
                  <a:pt x="9870" y="15088"/>
                </a:lnTo>
                <a:lnTo>
                  <a:pt x="9958" y="14947"/>
                </a:lnTo>
                <a:lnTo>
                  <a:pt x="10045" y="14759"/>
                </a:lnTo>
                <a:lnTo>
                  <a:pt x="10146" y="14618"/>
                </a:lnTo>
                <a:lnTo>
                  <a:pt x="10284" y="14476"/>
                </a:lnTo>
                <a:lnTo>
                  <a:pt x="10372" y="14336"/>
                </a:lnTo>
                <a:lnTo>
                  <a:pt x="10460" y="14195"/>
                </a:lnTo>
                <a:lnTo>
                  <a:pt x="10560" y="14053"/>
                </a:lnTo>
                <a:lnTo>
                  <a:pt x="10648" y="13913"/>
                </a:lnTo>
                <a:lnTo>
                  <a:pt x="10786" y="13772"/>
                </a:lnTo>
                <a:lnTo>
                  <a:pt x="10874" y="13630"/>
                </a:lnTo>
                <a:lnTo>
                  <a:pt x="10962" y="13490"/>
                </a:lnTo>
                <a:lnTo>
                  <a:pt x="11063" y="13349"/>
                </a:lnTo>
                <a:lnTo>
                  <a:pt x="11150" y="13207"/>
                </a:lnTo>
                <a:lnTo>
                  <a:pt x="11289" y="13066"/>
                </a:lnTo>
                <a:lnTo>
                  <a:pt x="11377" y="12926"/>
                </a:lnTo>
                <a:lnTo>
                  <a:pt x="11464" y="12784"/>
                </a:lnTo>
                <a:lnTo>
                  <a:pt x="11565" y="12643"/>
                </a:lnTo>
                <a:lnTo>
                  <a:pt x="11653" y="12455"/>
                </a:lnTo>
                <a:lnTo>
                  <a:pt x="11791" y="12315"/>
                </a:lnTo>
                <a:lnTo>
                  <a:pt x="11879" y="12174"/>
                </a:lnTo>
                <a:lnTo>
                  <a:pt x="11967" y="12032"/>
                </a:lnTo>
                <a:lnTo>
                  <a:pt x="12067" y="11891"/>
                </a:lnTo>
                <a:lnTo>
                  <a:pt x="12155" y="11751"/>
                </a:lnTo>
                <a:lnTo>
                  <a:pt x="12293" y="11609"/>
                </a:lnTo>
                <a:lnTo>
                  <a:pt x="12381" y="11468"/>
                </a:lnTo>
                <a:lnTo>
                  <a:pt x="12469" y="11328"/>
                </a:lnTo>
                <a:lnTo>
                  <a:pt x="12569" y="11186"/>
                </a:lnTo>
                <a:lnTo>
                  <a:pt x="12657" y="11045"/>
                </a:lnTo>
                <a:lnTo>
                  <a:pt x="12795" y="10857"/>
                </a:lnTo>
                <a:lnTo>
                  <a:pt x="12883" y="10716"/>
                </a:lnTo>
                <a:lnTo>
                  <a:pt x="12971" y="10576"/>
                </a:lnTo>
                <a:lnTo>
                  <a:pt x="13072" y="10434"/>
                </a:lnTo>
                <a:lnTo>
                  <a:pt x="13160" y="10293"/>
                </a:lnTo>
                <a:lnTo>
                  <a:pt x="13298" y="10153"/>
                </a:lnTo>
                <a:lnTo>
                  <a:pt x="13386" y="10011"/>
                </a:lnTo>
                <a:lnTo>
                  <a:pt x="13474" y="9870"/>
                </a:lnTo>
                <a:lnTo>
                  <a:pt x="13574" y="9682"/>
                </a:lnTo>
                <a:lnTo>
                  <a:pt x="13662" y="9541"/>
                </a:lnTo>
                <a:lnTo>
                  <a:pt x="13800" y="9400"/>
                </a:lnTo>
                <a:lnTo>
                  <a:pt x="13888" y="9259"/>
                </a:lnTo>
                <a:lnTo>
                  <a:pt x="13988" y="9118"/>
                </a:lnTo>
                <a:lnTo>
                  <a:pt x="14076" y="8977"/>
                </a:lnTo>
                <a:lnTo>
                  <a:pt x="14164" y="8836"/>
                </a:lnTo>
                <a:lnTo>
                  <a:pt x="14302" y="8648"/>
                </a:lnTo>
                <a:lnTo>
                  <a:pt x="14390" y="8507"/>
                </a:lnTo>
                <a:lnTo>
                  <a:pt x="14491" y="8366"/>
                </a:lnTo>
                <a:lnTo>
                  <a:pt x="14579" y="8225"/>
                </a:lnTo>
                <a:lnTo>
                  <a:pt x="14667" y="8084"/>
                </a:lnTo>
                <a:lnTo>
                  <a:pt x="14805" y="7943"/>
                </a:lnTo>
                <a:lnTo>
                  <a:pt x="14893" y="7755"/>
                </a:lnTo>
                <a:lnTo>
                  <a:pt x="14993" y="7614"/>
                </a:lnTo>
                <a:lnTo>
                  <a:pt x="15081" y="7473"/>
                </a:lnTo>
                <a:lnTo>
                  <a:pt x="15169" y="7332"/>
                </a:lnTo>
                <a:lnTo>
                  <a:pt x="15307" y="7191"/>
                </a:lnTo>
                <a:lnTo>
                  <a:pt x="15395" y="7050"/>
                </a:lnTo>
                <a:lnTo>
                  <a:pt x="15495" y="6861"/>
                </a:lnTo>
                <a:lnTo>
                  <a:pt x="15583" y="6721"/>
                </a:lnTo>
                <a:lnTo>
                  <a:pt x="15671" y="6580"/>
                </a:lnTo>
                <a:lnTo>
                  <a:pt x="15809" y="6438"/>
                </a:lnTo>
                <a:lnTo>
                  <a:pt x="15897" y="6298"/>
                </a:lnTo>
                <a:lnTo>
                  <a:pt x="15998" y="6109"/>
                </a:lnTo>
                <a:lnTo>
                  <a:pt x="16086" y="5969"/>
                </a:lnTo>
                <a:lnTo>
                  <a:pt x="16173" y="5828"/>
                </a:lnTo>
                <a:lnTo>
                  <a:pt x="16312" y="5686"/>
                </a:lnTo>
                <a:lnTo>
                  <a:pt x="16399" y="5546"/>
                </a:lnTo>
                <a:lnTo>
                  <a:pt x="16500" y="5357"/>
                </a:lnTo>
                <a:lnTo>
                  <a:pt x="16588" y="5217"/>
                </a:lnTo>
                <a:lnTo>
                  <a:pt x="16676" y="5076"/>
                </a:lnTo>
                <a:lnTo>
                  <a:pt x="16814" y="4934"/>
                </a:lnTo>
                <a:lnTo>
                  <a:pt x="16902" y="4794"/>
                </a:lnTo>
                <a:lnTo>
                  <a:pt x="17002" y="4605"/>
                </a:lnTo>
                <a:lnTo>
                  <a:pt x="17090" y="4465"/>
                </a:lnTo>
                <a:lnTo>
                  <a:pt x="17178" y="4323"/>
                </a:lnTo>
                <a:lnTo>
                  <a:pt x="17316" y="4182"/>
                </a:lnTo>
                <a:lnTo>
                  <a:pt x="17404" y="3994"/>
                </a:lnTo>
                <a:lnTo>
                  <a:pt x="17505" y="3853"/>
                </a:lnTo>
                <a:lnTo>
                  <a:pt x="17592" y="3713"/>
                </a:lnTo>
                <a:lnTo>
                  <a:pt x="17680" y="3571"/>
                </a:lnTo>
                <a:lnTo>
                  <a:pt x="17818" y="3384"/>
                </a:lnTo>
                <a:lnTo>
                  <a:pt x="17919" y="3242"/>
                </a:lnTo>
                <a:lnTo>
                  <a:pt x="18007" y="3101"/>
                </a:lnTo>
                <a:lnTo>
                  <a:pt x="18095" y="2961"/>
                </a:lnTo>
                <a:lnTo>
                  <a:pt x="18183" y="2773"/>
                </a:lnTo>
                <a:lnTo>
                  <a:pt x="18321" y="2631"/>
                </a:lnTo>
                <a:lnTo>
                  <a:pt x="18421" y="2490"/>
                </a:lnTo>
                <a:lnTo>
                  <a:pt x="18509" y="2350"/>
                </a:lnTo>
                <a:lnTo>
                  <a:pt x="18597" y="2161"/>
                </a:lnTo>
                <a:lnTo>
                  <a:pt x="18685" y="2021"/>
                </a:lnTo>
                <a:lnTo>
                  <a:pt x="18823" y="1879"/>
                </a:lnTo>
                <a:lnTo>
                  <a:pt x="18924" y="1738"/>
                </a:lnTo>
                <a:lnTo>
                  <a:pt x="19011" y="1550"/>
                </a:lnTo>
                <a:lnTo>
                  <a:pt x="19099" y="1409"/>
                </a:lnTo>
                <a:lnTo>
                  <a:pt x="19187" y="1269"/>
                </a:lnTo>
                <a:lnTo>
                  <a:pt x="19325" y="1127"/>
                </a:lnTo>
                <a:lnTo>
                  <a:pt x="19426" y="938"/>
                </a:lnTo>
                <a:lnTo>
                  <a:pt x="19514" y="798"/>
                </a:lnTo>
                <a:lnTo>
                  <a:pt x="19602" y="657"/>
                </a:lnTo>
                <a:lnTo>
                  <a:pt x="19690" y="469"/>
                </a:lnTo>
                <a:lnTo>
                  <a:pt x="19828" y="328"/>
                </a:lnTo>
                <a:lnTo>
                  <a:pt x="19928" y="187"/>
                </a:lnTo>
                <a:lnTo>
                  <a:pt x="20016" y="0"/>
                </a:lnTo>
              </a:path>
            </a:pathLst>
          </a:custGeom>
          <a:ln w="17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7740830" y="4479654"/>
            <a:ext cx="20016" cy="33133"/>
          </a:xfrm>
          <a:custGeom>
            <a:avLst/>
            <a:gdLst/>
            <a:ahLst/>
            <a:cxnLst/>
            <a:rect l="l" t="t" r="r" b="b"/>
            <a:pathLst>
              <a:path w="20016" h="33133">
                <a:moveTo>
                  <a:pt x="0" y="33133"/>
                </a:moveTo>
                <a:lnTo>
                  <a:pt x="87" y="32991"/>
                </a:lnTo>
                <a:lnTo>
                  <a:pt x="188" y="32851"/>
                </a:lnTo>
                <a:lnTo>
                  <a:pt x="313" y="32710"/>
                </a:lnTo>
                <a:lnTo>
                  <a:pt x="414" y="32522"/>
                </a:lnTo>
                <a:lnTo>
                  <a:pt x="502" y="32380"/>
                </a:lnTo>
                <a:lnTo>
                  <a:pt x="590" y="32239"/>
                </a:lnTo>
                <a:lnTo>
                  <a:pt x="690" y="32051"/>
                </a:lnTo>
                <a:lnTo>
                  <a:pt x="816" y="31911"/>
                </a:lnTo>
                <a:lnTo>
                  <a:pt x="916" y="31770"/>
                </a:lnTo>
                <a:lnTo>
                  <a:pt x="1004" y="31582"/>
                </a:lnTo>
                <a:lnTo>
                  <a:pt x="1092" y="31441"/>
                </a:lnTo>
                <a:lnTo>
                  <a:pt x="1192" y="31299"/>
                </a:lnTo>
                <a:lnTo>
                  <a:pt x="1331" y="31111"/>
                </a:lnTo>
                <a:lnTo>
                  <a:pt x="1418" y="30970"/>
                </a:lnTo>
                <a:lnTo>
                  <a:pt x="1506" y="30830"/>
                </a:lnTo>
                <a:lnTo>
                  <a:pt x="1594" y="30641"/>
                </a:lnTo>
                <a:lnTo>
                  <a:pt x="1695" y="30501"/>
                </a:lnTo>
                <a:lnTo>
                  <a:pt x="1833" y="30359"/>
                </a:lnTo>
                <a:lnTo>
                  <a:pt x="1921" y="30172"/>
                </a:lnTo>
                <a:lnTo>
                  <a:pt x="2009" y="30030"/>
                </a:lnTo>
                <a:lnTo>
                  <a:pt x="2097" y="29889"/>
                </a:lnTo>
                <a:lnTo>
                  <a:pt x="2197" y="29701"/>
                </a:lnTo>
                <a:lnTo>
                  <a:pt x="2335" y="29560"/>
                </a:lnTo>
                <a:lnTo>
                  <a:pt x="2423" y="29419"/>
                </a:lnTo>
                <a:lnTo>
                  <a:pt x="2511" y="29232"/>
                </a:lnTo>
                <a:lnTo>
                  <a:pt x="2599" y="29090"/>
                </a:lnTo>
                <a:lnTo>
                  <a:pt x="2699" y="28903"/>
                </a:lnTo>
                <a:lnTo>
                  <a:pt x="2837" y="28761"/>
                </a:lnTo>
                <a:lnTo>
                  <a:pt x="2925" y="28620"/>
                </a:lnTo>
                <a:lnTo>
                  <a:pt x="3013" y="28432"/>
                </a:lnTo>
                <a:lnTo>
                  <a:pt x="3101" y="28291"/>
                </a:lnTo>
                <a:lnTo>
                  <a:pt x="3202" y="28149"/>
                </a:lnTo>
                <a:lnTo>
                  <a:pt x="3340" y="27962"/>
                </a:lnTo>
                <a:lnTo>
                  <a:pt x="3428" y="27821"/>
                </a:lnTo>
                <a:lnTo>
                  <a:pt x="3516" y="27634"/>
                </a:lnTo>
                <a:lnTo>
                  <a:pt x="3603" y="27492"/>
                </a:lnTo>
                <a:lnTo>
                  <a:pt x="3704" y="27351"/>
                </a:lnTo>
                <a:lnTo>
                  <a:pt x="3842" y="27163"/>
                </a:lnTo>
                <a:lnTo>
                  <a:pt x="3930" y="27022"/>
                </a:lnTo>
                <a:lnTo>
                  <a:pt x="4018" y="26834"/>
                </a:lnTo>
                <a:lnTo>
                  <a:pt x="4118" y="26693"/>
                </a:lnTo>
                <a:lnTo>
                  <a:pt x="4206" y="26551"/>
                </a:lnTo>
                <a:lnTo>
                  <a:pt x="4344" y="26364"/>
                </a:lnTo>
                <a:lnTo>
                  <a:pt x="4432" y="26222"/>
                </a:lnTo>
                <a:lnTo>
                  <a:pt x="4520" y="26034"/>
                </a:lnTo>
                <a:lnTo>
                  <a:pt x="4621" y="25894"/>
                </a:lnTo>
                <a:lnTo>
                  <a:pt x="4709" y="25753"/>
                </a:lnTo>
                <a:lnTo>
                  <a:pt x="4847" y="25565"/>
                </a:lnTo>
                <a:lnTo>
                  <a:pt x="4935" y="25424"/>
                </a:lnTo>
                <a:lnTo>
                  <a:pt x="5022" y="25236"/>
                </a:lnTo>
                <a:lnTo>
                  <a:pt x="5123" y="25095"/>
                </a:lnTo>
                <a:lnTo>
                  <a:pt x="5211" y="24907"/>
                </a:lnTo>
                <a:lnTo>
                  <a:pt x="5349" y="24765"/>
                </a:lnTo>
                <a:lnTo>
                  <a:pt x="5437" y="24624"/>
                </a:lnTo>
                <a:lnTo>
                  <a:pt x="5525" y="24436"/>
                </a:lnTo>
                <a:lnTo>
                  <a:pt x="5625" y="24299"/>
                </a:lnTo>
                <a:lnTo>
                  <a:pt x="5713" y="24106"/>
                </a:lnTo>
                <a:lnTo>
                  <a:pt x="5851" y="23964"/>
                </a:lnTo>
                <a:lnTo>
                  <a:pt x="5939" y="23783"/>
                </a:lnTo>
                <a:lnTo>
                  <a:pt x="6027" y="23642"/>
                </a:lnTo>
                <a:lnTo>
                  <a:pt x="6128" y="23448"/>
                </a:lnTo>
                <a:lnTo>
                  <a:pt x="6215" y="23306"/>
                </a:lnTo>
                <a:lnTo>
                  <a:pt x="6354" y="23126"/>
                </a:lnTo>
                <a:lnTo>
                  <a:pt x="6441" y="22984"/>
                </a:lnTo>
                <a:lnTo>
                  <a:pt x="6529" y="22842"/>
                </a:lnTo>
                <a:lnTo>
                  <a:pt x="6630" y="22648"/>
                </a:lnTo>
                <a:lnTo>
                  <a:pt x="6718" y="22507"/>
                </a:lnTo>
                <a:lnTo>
                  <a:pt x="6856" y="22326"/>
                </a:lnTo>
                <a:lnTo>
                  <a:pt x="6944" y="22184"/>
                </a:lnTo>
                <a:lnTo>
                  <a:pt x="7032" y="21991"/>
                </a:lnTo>
                <a:lnTo>
                  <a:pt x="7132" y="21849"/>
                </a:lnTo>
                <a:lnTo>
                  <a:pt x="7220" y="21668"/>
                </a:lnTo>
                <a:lnTo>
                  <a:pt x="7358" y="21526"/>
                </a:lnTo>
                <a:lnTo>
                  <a:pt x="7446" y="21333"/>
                </a:lnTo>
                <a:lnTo>
                  <a:pt x="7534" y="21191"/>
                </a:lnTo>
                <a:lnTo>
                  <a:pt x="7634" y="21010"/>
                </a:lnTo>
                <a:lnTo>
                  <a:pt x="7722" y="20869"/>
                </a:lnTo>
                <a:lnTo>
                  <a:pt x="7860" y="20675"/>
                </a:lnTo>
                <a:lnTo>
                  <a:pt x="7948" y="20533"/>
                </a:lnTo>
                <a:lnTo>
                  <a:pt x="8049" y="20353"/>
                </a:lnTo>
                <a:lnTo>
                  <a:pt x="8137" y="20211"/>
                </a:lnTo>
                <a:lnTo>
                  <a:pt x="8225" y="20017"/>
                </a:lnTo>
                <a:lnTo>
                  <a:pt x="8363" y="19875"/>
                </a:lnTo>
                <a:lnTo>
                  <a:pt x="8451" y="19695"/>
                </a:lnTo>
                <a:lnTo>
                  <a:pt x="8551" y="19553"/>
                </a:lnTo>
                <a:lnTo>
                  <a:pt x="8639" y="19359"/>
                </a:lnTo>
                <a:lnTo>
                  <a:pt x="8727" y="19218"/>
                </a:lnTo>
                <a:lnTo>
                  <a:pt x="8865" y="19037"/>
                </a:lnTo>
                <a:lnTo>
                  <a:pt x="8953" y="18895"/>
                </a:lnTo>
                <a:lnTo>
                  <a:pt x="9053" y="18702"/>
                </a:lnTo>
                <a:lnTo>
                  <a:pt x="9141" y="18560"/>
                </a:lnTo>
                <a:lnTo>
                  <a:pt x="9229" y="18379"/>
                </a:lnTo>
                <a:lnTo>
                  <a:pt x="9367" y="18237"/>
                </a:lnTo>
                <a:lnTo>
                  <a:pt x="9455" y="18044"/>
                </a:lnTo>
                <a:lnTo>
                  <a:pt x="9556" y="17850"/>
                </a:lnTo>
                <a:lnTo>
                  <a:pt x="9644" y="17708"/>
                </a:lnTo>
                <a:lnTo>
                  <a:pt x="9731" y="17528"/>
                </a:lnTo>
                <a:lnTo>
                  <a:pt x="9870" y="17386"/>
                </a:lnTo>
                <a:lnTo>
                  <a:pt x="9958" y="17193"/>
                </a:lnTo>
                <a:lnTo>
                  <a:pt x="10058" y="17051"/>
                </a:lnTo>
                <a:lnTo>
                  <a:pt x="10146" y="16870"/>
                </a:lnTo>
                <a:lnTo>
                  <a:pt x="10234" y="16728"/>
                </a:lnTo>
                <a:lnTo>
                  <a:pt x="10372" y="16535"/>
                </a:lnTo>
                <a:lnTo>
                  <a:pt x="10460" y="16393"/>
                </a:lnTo>
                <a:lnTo>
                  <a:pt x="10560" y="16212"/>
                </a:lnTo>
                <a:lnTo>
                  <a:pt x="10648" y="16019"/>
                </a:lnTo>
                <a:lnTo>
                  <a:pt x="10736" y="15877"/>
                </a:lnTo>
                <a:lnTo>
                  <a:pt x="10874" y="15696"/>
                </a:lnTo>
                <a:lnTo>
                  <a:pt x="10962" y="15555"/>
                </a:lnTo>
                <a:lnTo>
                  <a:pt x="11063" y="15361"/>
                </a:lnTo>
                <a:lnTo>
                  <a:pt x="11150" y="15219"/>
                </a:lnTo>
                <a:lnTo>
                  <a:pt x="11238" y="15039"/>
                </a:lnTo>
                <a:lnTo>
                  <a:pt x="11377" y="14845"/>
                </a:lnTo>
                <a:lnTo>
                  <a:pt x="11477" y="14703"/>
                </a:lnTo>
                <a:lnTo>
                  <a:pt x="11565" y="14523"/>
                </a:lnTo>
                <a:lnTo>
                  <a:pt x="11653" y="14381"/>
                </a:lnTo>
                <a:lnTo>
                  <a:pt x="11741" y="14187"/>
                </a:lnTo>
                <a:lnTo>
                  <a:pt x="11879" y="14007"/>
                </a:lnTo>
                <a:lnTo>
                  <a:pt x="11979" y="13865"/>
                </a:lnTo>
                <a:lnTo>
                  <a:pt x="12067" y="13671"/>
                </a:lnTo>
                <a:lnTo>
                  <a:pt x="12155" y="13530"/>
                </a:lnTo>
                <a:lnTo>
                  <a:pt x="12243" y="13349"/>
                </a:lnTo>
                <a:lnTo>
                  <a:pt x="12381" y="13155"/>
                </a:lnTo>
                <a:lnTo>
                  <a:pt x="12482" y="13014"/>
                </a:lnTo>
                <a:lnTo>
                  <a:pt x="12569" y="12820"/>
                </a:lnTo>
                <a:lnTo>
                  <a:pt x="12657" y="12691"/>
                </a:lnTo>
                <a:lnTo>
                  <a:pt x="12745" y="12498"/>
                </a:lnTo>
                <a:lnTo>
                  <a:pt x="12883" y="12304"/>
                </a:lnTo>
                <a:lnTo>
                  <a:pt x="12984" y="12162"/>
                </a:lnTo>
                <a:lnTo>
                  <a:pt x="13072" y="11982"/>
                </a:lnTo>
                <a:lnTo>
                  <a:pt x="13160" y="11840"/>
                </a:lnTo>
                <a:lnTo>
                  <a:pt x="13248" y="11646"/>
                </a:lnTo>
                <a:lnTo>
                  <a:pt x="13386" y="11466"/>
                </a:lnTo>
                <a:lnTo>
                  <a:pt x="13486" y="11324"/>
                </a:lnTo>
                <a:lnTo>
                  <a:pt x="13574" y="11131"/>
                </a:lnTo>
                <a:lnTo>
                  <a:pt x="13662" y="10950"/>
                </a:lnTo>
                <a:lnTo>
                  <a:pt x="13762" y="10808"/>
                </a:lnTo>
                <a:lnTo>
                  <a:pt x="13888" y="10615"/>
                </a:lnTo>
                <a:lnTo>
                  <a:pt x="13988" y="10434"/>
                </a:lnTo>
                <a:lnTo>
                  <a:pt x="14076" y="10292"/>
                </a:lnTo>
                <a:lnTo>
                  <a:pt x="14164" y="10099"/>
                </a:lnTo>
                <a:lnTo>
                  <a:pt x="14265" y="9918"/>
                </a:lnTo>
                <a:lnTo>
                  <a:pt x="14390" y="9776"/>
                </a:lnTo>
                <a:lnTo>
                  <a:pt x="14491" y="9583"/>
                </a:lnTo>
                <a:lnTo>
                  <a:pt x="14579" y="9441"/>
                </a:lnTo>
                <a:lnTo>
                  <a:pt x="14667" y="9247"/>
                </a:lnTo>
                <a:lnTo>
                  <a:pt x="14767" y="9067"/>
                </a:lnTo>
                <a:lnTo>
                  <a:pt x="14893" y="8925"/>
                </a:lnTo>
                <a:lnTo>
                  <a:pt x="14993" y="8731"/>
                </a:lnTo>
                <a:lnTo>
                  <a:pt x="15081" y="8551"/>
                </a:lnTo>
                <a:lnTo>
                  <a:pt x="15169" y="8409"/>
                </a:lnTo>
                <a:lnTo>
                  <a:pt x="15269" y="8216"/>
                </a:lnTo>
                <a:lnTo>
                  <a:pt x="15407" y="8035"/>
                </a:lnTo>
                <a:lnTo>
                  <a:pt x="15495" y="7842"/>
                </a:lnTo>
                <a:lnTo>
                  <a:pt x="15583" y="7700"/>
                </a:lnTo>
                <a:lnTo>
                  <a:pt x="15671" y="7519"/>
                </a:lnTo>
                <a:lnTo>
                  <a:pt x="15772" y="7326"/>
                </a:lnTo>
                <a:lnTo>
                  <a:pt x="15910" y="7184"/>
                </a:lnTo>
                <a:lnTo>
                  <a:pt x="15998" y="7003"/>
                </a:lnTo>
                <a:lnTo>
                  <a:pt x="16086" y="6810"/>
                </a:lnTo>
                <a:lnTo>
                  <a:pt x="16173" y="6668"/>
                </a:lnTo>
                <a:lnTo>
                  <a:pt x="16274" y="6474"/>
                </a:lnTo>
                <a:lnTo>
                  <a:pt x="16412" y="6294"/>
                </a:lnTo>
                <a:lnTo>
                  <a:pt x="16500" y="6152"/>
                </a:lnTo>
                <a:lnTo>
                  <a:pt x="16588" y="5958"/>
                </a:lnTo>
                <a:lnTo>
                  <a:pt x="16676" y="5778"/>
                </a:lnTo>
                <a:lnTo>
                  <a:pt x="16776" y="5584"/>
                </a:lnTo>
                <a:lnTo>
                  <a:pt x="16914" y="5442"/>
                </a:lnTo>
                <a:lnTo>
                  <a:pt x="17002" y="5262"/>
                </a:lnTo>
                <a:lnTo>
                  <a:pt x="17090" y="5068"/>
                </a:lnTo>
                <a:lnTo>
                  <a:pt x="17178" y="4927"/>
                </a:lnTo>
                <a:lnTo>
                  <a:pt x="17278" y="4746"/>
                </a:lnTo>
                <a:lnTo>
                  <a:pt x="17417" y="4553"/>
                </a:lnTo>
                <a:lnTo>
                  <a:pt x="17505" y="4359"/>
                </a:lnTo>
                <a:lnTo>
                  <a:pt x="17592" y="4230"/>
                </a:lnTo>
                <a:lnTo>
                  <a:pt x="17693" y="4037"/>
                </a:lnTo>
                <a:lnTo>
                  <a:pt x="17781" y="3843"/>
                </a:lnTo>
                <a:lnTo>
                  <a:pt x="17919" y="3663"/>
                </a:lnTo>
                <a:lnTo>
                  <a:pt x="18007" y="3521"/>
                </a:lnTo>
                <a:lnTo>
                  <a:pt x="18095" y="3327"/>
                </a:lnTo>
                <a:lnTo>
                  <a:pt x="18195" y="3147"/>
                </a:lnTo>
                <a:lnTo>
                  <a:pt x="18283" y="3005"/>
                </a:lnTo>
                <a:lnTo>
                  <a:pt x="18421" y="2811"/>
                </a:lnTo>
                <a:lnTo>
                  <a:pt x="18509" y="2631"/>
                </a:lnTo>
                <a:lnTo>
                  <a:pt x="18597" y="2437"/>
                </a:lnTo>
                <a:lnTo>
                  <a:pt x="18697" y="2295"/>
                </a:lnTo>
                <a:lnTo>
                  <a:pt x="18785" y="2115"/>
                </a:lnTo>
                <a:lnTo>
                  <a:pt x="18924" y="1921"/>
                </a:lnTo>
                <a:lnTo>
                  <a:pt x="19011" y="1728"/>
                </a:lnTo>
                <a:lnTo>
                  <a:pt x="19099" y="1547"/>
                </a:lnTo>
                <a:lnTo>
                  <a:pt x="19200" y="1405"/>
                </a:lnTo>
                <a:lnTo>
                  <a:pt x="19288" y="1212"/>
                </a:lnTo>
                <a:lnTo>
                  <a:pt x="19426" y="1031"/>
                </a:lnTo>
                <a:lnTo>
                  <a:pt x="19514" y="838"/>
                </a:lnTo>
                <a:lnTo>
                  <a:pt x="19602" y="696"/>
                </a:lnTo>
                <a:lnTo>
                  <a:pt x="19702" y="515"/>
                </a:lnTo>
                <a:lnTo>
                  <a:pt x="19790" y="322"/>
                </a:lnTo>
                <a:lnTo>
                  <a:pt x="19928" y="128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7760846" y="4442185"/>
            <a:ext cx="20016" cy="37468"/>
          </a:xfrm>
          <a:custGeom>
            <a:avLst/>
            <a:gdLst/>
            <a:ahLst/>
            <a:cxnLst/>
            <a:rect l="l" t="t" r="r" b="b"/>
            <a:pathLst>
              <a:path w="20016" h="37468">
                <a:moveTo>
                  <a:pt x="0" y="37468"/>
                </a:moveTo>
                <a:lnTo>
                  <a:pt x="87" y="37275"/>
                </a:lnTo>
                <a:lnTo>
                  <a:pt x="188" y="37081"/>
                </a:lnTo>
                <a:lnTo>
                  <a:pt x="276" y="36901"/>
                </a:lnTo>
                <a:lnTo>
                  <a:pt x="414" y="36707"/>
                </a:lnTo>
                <a:lnTo>
                  <a:pt x="502" y="36565"/>
                </a:lnTo>
                <a:lnTo>
                  <a:pt x="590" y="36385"/>
                </a:lnTo>
                <a:lnTo>
                  <a:pt x="690" y="36191"/>
                </a:lnTo>
                <a:lnTo>
                  <a:pt x="778" y="36011"/>
                </a:lnTo>
                <a:lnTo>
                  <a:pt x="916" y="35817"/>
                </a:lnTo>
                <a:lnTo>
                  <a:pt x="1004" y="35675"/>
                </a:lnTo>
                <a:lnTo>
                  <a:pt x="1092" y="35482"/>
                </a:lnTo>
                <a:lnTo>
                  <a:pt x="1192" y="35301"/>
                </a:lnTo>
                <a:lnTo>
                  <a:pt x="1280" y="35108"/>
                </a:lnTo>
                <a:lnTo>
                  <a:pt x="1418" y="34927"/>
                </a:lnTo>
                <a:lnTo>
                  <a:pt x="1506" y="34734"/>
                </a:lnTo>
                <a:lnTo>
                  <a:pt x="1607" y="34592"/>
                </a:lnTo>
                <a:lnTo>
                  <a:pt x="1695" y="34411"/>
                </a:lnTo>
                <a:lnTo>
                  <a:pt x="1783" y="34218"/>
                </a:lnTo>
                <a:lnTo>
                  <a:pt x="1921" y="34025"/>
                </a:lnTo>
                <a:lnTo>
                  <a:pt x="2009" y="33844"/>
                </a:lnTo>
                <a:lnTo>
                  <a:pt x="2109" y="33702"/>
                </a:lnTo>
                <a:lnTo>
                  <a:pt x="2197" y="33509"/>
                </a:lnTo>
                <a:lnTo>
                  <a:pt x="2285" y="33328"/>
                </a:lnTo>
                <a:lnTo>
                  <a:pt x="2423" y="33135"/>
                </a:lnTo>
                <a:lnTo>
                  <a:pt x="2511" y="32954"/>
                </a:lnTo>
                <a:lnTo>
                  <a:pt x="2611" y="32760"/>
                </a:lnTo>
                <a:lnTo>
                  <a:pt x="2699" y="32580"/>
                </a:lnTo>
                <a:lnTo>
                  <a:pt x="2787" y="32438"/>
                </a:lnTo>
                <a:lnTo>
                  <a:pt x="2925" y="32245"/>
                </a:lnTo>
                <a:lnTo>
                  <a:pt x="3013" y="32051"/>
                </a:lnTo>
                <a:lnTo>
                  <a:pt x="3114" y="31871"/>
                </a:lnTo>
                <a:lnTo>
                  <a:pt x="3202" y="31677"/>
                </a:lnTo>
                <a:lnTo>
                  <a:pt x="3290" y="31496"/>
                </a:lnTo>
                <a:lnTo>
                  <a:pt x="3428" y="31355"/>
                </a:lnTo>
                <a:lnTo>
                  <a:pt x="3516" y="31161"/>
                </a:lnTo>
                <a:lnTo>
                  <a:pt x="3616" y="30981"/>
                </a:lnTo>
                <a:lnTo>
                  <a:pt x="3704" y="30787"/>
                </a:lnTo>
                <a:lnTo>
                  <a:pt x="3792" y="30594"/>
                </a:lnTo>
                <a:lnTo>
                  <a:pt x="3930" y="30413"/>
                </a:lnTo>
                <a:lnTo>
                  <a:pt x="4018" y="30220"/>
                </a:lnTo>
                <a:lnTo>
                  <a:pt x="4118" y="30039"/>
                </a:lnTo>
                <a:lnTo>
                  <a:pt x="4206" y="29897"/>
                </a:lnTo>
                <a:lnTo>
                  <a:pt x="4294" y="29704"/>
                </a:lnTo>
                <a:lnTo>
                  <a:pt x="4432" y="29523"/>
                </a:lnTo>
                <a:lnTo>
                  <a:pt x="4520" y="29330"/>
                </a:lnTo>
                <a:lnTo>
                  <a:pt x="4621" y="29136"/>
                </a:lnTo>
                <a:lnTo>
                  <a:pt x="4709" y="28956"/>
                </a:lnTo>
                <a:lnTo>
                  <a:pt x="4796" y="28762"/>
                </a:lnTo>
                <a:lnTo>
                  <a:pt x="4935" y="28582"/>
                </a:lnTo>
                <a:lnTo>
                  <a:pt x="5035" y="28388"/>
                </a:lnTo>
                <a:lnTo>
                  <a:pt x="5123" y="28246"/>
                </a:lnTo>
                <a:lnTo>
                  <a:pt x="5211" y="28066"/>
                </a:lnTo>
                <a:lnTo>
                  <a:pt x="5299" y="27872"/>
                </a:lnTo>
                <a:lnTo>
                  <a:pt x="5437" y="27679"/>
                </a:lnTo>
                <a:lnTo>
                  <a:pt x="5537" y="27498"/>
                </a:lnTo>
                <a:lnTo>
                  <a:pt x="5625" y="27305"/>
                </a:lnTo>
                <a:lnTo>
                  <a:pt x="5713" y="27124"/>
                </a:lnTo>
                <a:lnTo>
                  <a:pt x="5801" y="26931"/>
                </a:lnTo>
                <a:lnTo>
                  <a:pt x="5939" y="26750"/>
                </a:lnTo>
                <a:lnTo>
                  <a:pt x="6040" y="26557"/>
                </a:lnTo>
                <a:lnTo>
                  <a:pt x="6128" y="26363"/>
                </a:lnTo>
                <a:lnTo>
                  <a:pt x="6215" y="26234"/>
                </a:lnTo>
                <a:lnTo>
                  <a:pt x="6303" y="26041"/>
                </a:lnTo>
                <a:lnTo>
                  <a:pt x="6441" y="25847"/>
                </a:lnTo>
                <a:lnTo>
                  <a:pt x="6542" y="25667"/>
                </a:lnTo>
                <a:lnTo>
                  <a:pt x="6630" y="25473"/>
                </a:lnTo>
                <a:lnTo>
                  <a:pt x="6718" y="25293"/>
                </a:lnTo>
                <a:lnTo>
                  <a:pt x="6806" y="25099"/>
                </a:lnTo>
                <a:lnTo>
                  <a:pt x="6944" y="24906"/>
                </a:lnTo>
                <a:lnTo>
                  <a:pt x="7044" y="24725"/>
                </a:lnTo>
                <a:lnTo>
                  <a:pt x="7132" y="24532"/>
                </a:lnTo>
                <a:lnTo>
                  <a:pt x="7220" y="24351"/>
                </a:lnTo>
                <a:lnTo>
                  <a:pt x="7308" y="24158"/>
                </a:lnTo>
                <a:lnTo>
                  <a:pt x="7446" y="23977"/>
                </a:lnTo>
                <a:lnTo>
                  <a:pt x="7546" y="23783"/>
                </a:lnTo>
                <a:lnTo>
                  <a:pt x="7634" y="23590"/>
                </a:lnTo>
                <a:lnTo>
                  <a:pt x="7722" y="23409"/>
                </a:lnTo>
                <a:lnTo>
                  <a:pt x="7823" y="23216"/>
                </a:lnTo>
                <a:lnTo>
                  <a:pt x="7948" y="23035"/>
                </a:lnTo>
                <a:lnTo>
                  <a:pt x="8049" y="22894"/>
                </a:lnTo>
                <a:lnTo>
                  <a:pt x="8137" y="22700"/>
                </a:lnTo>
                <a:lnTo>
                  <a:pt x="8225" y="22519"/>
                </a:lnTo>
                <a:lnTo>
                  <a:pt x="8325" y="22326"/>
                </a:lnTo>
                <a:lnTo>
                  <a:pt x="8451" y="22133"/>
                </a:lnTo>
                <a:lnTo>
                  <a:pt x="8551" y="21952"/>
                </a:lnTo>
                <a:lnTo>
                  <a:pt x="8639" y="21758"/>
                </a:lnTo>
                <a:lnTo>
                  <a:pt x="8727" y="21578"/>
                </a:lnTo>
                <a:lnTo>
                  <a:pt x="8827" y="21384"/>
                </a:lnTo>
                <a:lnTo>
                  <a:pt x="8965" y="21204"/>
                </a:lnTo>
                <a:lnTo>
                  <a:pt x="9053" y="21010"/>
                </a:lnTo>
                <a:lnTo>
                  <a:pt x="9141" y="20817"/>
                </a:lnTo>
                <a:lnTo>
                  <a:pt x="9229" y="20636"/>
                </a:lnTo>
                <a:lnTo>
                  <a:pt x="9330" y="20443"/>
                </a:lnTo>
                <a:lnTo>
                  <a:pt x="9468" y="20262"/>
                </a:lnTo>
                <a:lnTo>
                  <a:pt x="9556" y="20069"/>
                </a:lnTo>
                <a:lnTo>
                  <a:pt x="9644" y="19888"/>
                </a:lnTo>
                <a:lnTo>
                  <a:pt x="9731" y="19695"/>
                </a:lnTo>
                <a:lnTo>
                  <a:pt x="9832" y="19501"/>
                </a:lnTo>
                <a:lnTo>
                  <a:pt x="9970" y="19321"/>
                </a:lnTo>
                <a:lnTo>
                  <a:pt x="10058" y="19127"/>
                </a:lnTo>
                <a:lnTo>
                  <a:pt x="10146" y="18947"/>
                </a:lnTo>
                <a:lnTo>
                  <a:pt x="10234" y="18753"/>
                </a:lnTo>
                <a:lnTo>
                  <a:pt x="10334" y="18560"/>
                </a:lnTo>
                <a:lnTo>
                  <a:pt x="10472" y="18379"/>
                </a:lnTo>
                <a:lnTo>
                  <a:pt x="10560" y="18186"/>
                </a:lnTo>
                <a:lnTo>
                  <a:pt x="10648" y="18005"/>
                </a:lnTo>
                <a:lnTo>
                  <a:pt x="10736" y="17812"/>
                </a:lnTo>
                <a:lnTo>
                  <a:pt x="10837" y="17631"/>
                </a:lnTo>
                <a:lnTo>
                  <a:pt x="10975" y="17438"/>
                </a:lnTo>
                <a:lnTo>
                  <a:pt x="11063" y="17244"/>
                </a:lnTo>
                <a:lnTo>
                  <a:pt x="11150" y="17064"/>
                </a:lnTo>
                <a:lnTo>
                  <a:pt x="11251" y="16870"/>
                </a:lnTo>
                <a:lnTo>
                  <a:pt x="11339" y="16690"/>
                </a:lnTo>
                <a:lnTo>
                  <a:pt x="11477" y="16496"/>
                </a:lnTo>
                <a:lnTo>
                  <a:pt x="11565" y="16316"/>
                </a:lnTo>
                <a:lnTo>
                  <a:pt x="11653" y="16070"/>
                </a:lnTo>
                <a:lnTo>
                  <a:pt x="11753" y="15890"/>
                </a:lnTo>
                <a:lnTo>
                  <a:pt x="11841" y="15696"/>
                </a:lnTo>
                <a:lnTo>
                  <a:pt x="11979" y="15516"/>
                </a:lnTo>
                <a:lnTo>
                  <a:pt x="12067" y="15322"/>
                </a:lnTo>
                <a:lnTo>
                  <a:pt x="12155" y="15129"/>
                </a:lnTo>
                <a:lnTo>
                  <a:pt x="12256" y="14948"/>
                </a:lnTo>
                <a:lnTo>
                  <a:pt x="12343" y="14755"/>
                </a:lnTo>
                <a:lnTo>
                  <a:pt x="12482" y="14574"/>
                </a:lnTo>
                <a:lnTo>
                  <a:pt x="12569" y="14381"/>
                </a:lnTo>
                <a:lnTo>
                  <a:pt x="12657" y="14200"/>
                </a:lnTo>
                <a:lnTo>
                  <a:pt x="12758" y="14007"/>
                </a:lnTo>
                <a:lnTo>
                  <a:pt x="12846" y="13813"/>
                </a:lnTo>
                <a:lnTo>
                  <a:pt x="12984" y="13633"/>
                </a:lnTo>
                <a:lnTo>
                  <a:pt x="13072" y="13439"/>
                </a:lnTo>
                <a:lnTo>
                  <a:pt x="13160" y="13259"/>
                </a:lnTo>
                <a:lnTo>
                  <a:pt x="13260" y="13065"/>
                </a:lnTo>
                <a:lnTo>
                  <a:pt x="13348" y="12833"/>
                </a:lnTo>
                <a:lnTo>
                  <a:pt x="13486" y="12640"/>
                </a:lnTo>
                <a:lnTo>
                  <a:pt x="13574" y="12459"/>
                </a:lnTo>
                <a:lnTo>
                  <a:pt x="13662" y="12266"/>
                </a:lnTo>
                <a:lnTo>
                  <a:pt x="13762" y="12085"/>
                </a:lnTo>
                <a:lnTo>
                  <a:pt x="13850" y="11891"/>
                </a:lnTo>
                <a:lnTo>
                  <a:pt x="13988" y="11698"/>
                </a:lnTo>
                <a:lnTo>
                  <a:pt x="14076" y="11517"/>
                </a:lnTo>
                <a:lnTo>
                  <a:pt x="14164" y="11324"/>
                </a:lnTo>
                <a:lnTo>
                  <a:pt x="14265" y="11143"/>
                </a:lnTo>
                <a:lnTo>
                  <a:pt x="14353" y="10950"/>
                </a:lnTo>
                <a:lnTo>
                  <a:pt x="14491" y="10756"/>
                </a:lnTo>
                <a:lnTo>
                  <a:pt x="14579" y="10524"/>
                </a:lnTo>
                <a:lnTo>
                  <a:pt x="14667" y="10344"/>
                </a:lnTo>
                <a:lnTo>
                  <a:pt x="14767" y="10150"/>
                </a:lnTo>
                <a:lnTo>
                  <a:pt x="14855" y="9970"/>
                </a:lnTo>
                <a:lnTo>
                  <a:pt x="14993" y="9776"/>
                </a:lnTo>
                <a:lnTo>
                  <a:pt x="15081" y="9583"/>
                </a:lnTo>
                <a:lnTo>
                  <a:pt x="15181" y="9402"/>
                </a:lnTo>
                <a:lnTo>
                  <a:pt x="15269" y="9209"/>
                </a:lnTo>
                <a:lnTo>
                  <a:pt x="15357" y="9028"/>
                </a:lnTo>
                <a:lnTo>
                  <a:pt x="15495" y="8783"/>
                </a:lnTo>
                <a:lnTo>
                  <a:pt x="15583" y="8602"/>
                </a:lnTo>
                <a:lnTo>
                  <a:pt x="15684" y="8409"/>
                </a:lnTo>
                <a:lnTo>
                  <a:pt x="15772" y="8228"/>
                </a:lnTo>
                <a:lnTo>
                  <a:pt x="15859" y="8035"/>
                </a:lnTo>
                <a:lnTo>
                  <a:pt x="15998" y="7854"/>
                </a:lnTo>
                <a:lnTo>
                  <a:pt x="16086" y="7661"/>
                </a:lnTo>
                <a:lnTo>
                  <a:pt x="16186" y="7467"/>
                </a:lnTo>
                <a:lnTo>
                  <a:pt x="16274" y="7235"/>
                </a:lnTo>
                <a:lnTo>
                  <a:pt x="16362" y="7055"/>
                </a:lnTo>
                <a:lnTo>
                  <a:pt x="16500" y="6861"/>
                </a:lnTo>
                <a:lnTo>
                  <a:pt x="16588" y="6668"/>
                </a:lnTo>
                <a:lnTo>
                  <a:pt x="16688" y="6487"/>
                </a:lnTo>
                <a:lnTo>
                  <a:pt x="16776" y="6294"/>
                </a:lnTo>
                <a:lnTo>
                  <a:pt x="16864" y="6113"/>
                </a:lnTo>
                <a:lnTo>
                  <a:pt x="17002" y="5868"/>
                </a:lnTo>
                <a:lnTo>
                  <a:pt x="17090" y="5688"/>
                </a:lnTo>
                <a:lnTo>
                  <a:pt x="17191" y="5494"/>
                </a:lnTo>
                <a:lnTo>
                  <a:pt x="17278" y="5313"/>
                </a:lnTo>
                <a:lnTo>
                  <a:pt x="17366" y="5120"/>
                </a:lnTo>
                <a:lnTo>
                  <a:pt x="17505" y="4939"/>
                </a:lnTo>
                <a:lnTo>
                  <a:pt x="17592" y="4694"/>
                </a:lnTo>
                <a:lnTo>
                  <a:pt x="17693" y="4514"/>
                </a:lnTo>
                <a:lnTo>
                  <a:pt x="17781" y="4320"/>
                </a:lnTo>
                <a:lnTo>
                  <a:pt x="17869" y="4140"/>
                </a:lnTo>
                <a:lnTo>
                  <a:pt x="18007" y="3946"/>
                </a:lnTo>
                <a:lnTo>
                  <a:pt x="18095" y="3753"/>
                </a:lnTo>
                <a:lnTo>
                  <a:pt x="18195" y="3521"/>
                </a:lnTo>
                <a:lnTo>
                  <a:pt x="18283" y="3340"/>
                </a:lnTo>
                <a:lnTo>
                  <a:pt x="18371" y="3147"/>
                </a:lnTo>
                <a:lnTo>
                  <a:pt x="18509" y="2966"/>
                </a:lnTo>
                <a:lnTo>
                  <a:pt x="18610" y="2773"/>
                </a:lnTo>
                <a:lnTo>
                  <a:pt x="18697" y="2579"/>
                </a:lnTo>
                <a:lnTo>
                  <a:pt x="18785" y="2347"/>
                </a:lnTo>
                <a:lnTo>
                  <a:pt x="18873" y="2166"/>
                </a:lnTo>
                <a:lnTo>
                  <a:pt x="19011" y="1973"/>
                </a:lnTo>
                <a:lnTo>
                  <a:pt x="19112" y="1779"/>
                </a:lnTo>
                <a:lnTo>
                  <a:pt x="19200" y="1599"/>
                </a:lnTo>
                <a:lnTo>
                  <a:pt x="19288" y="1367"/>
                </a:lnTo>
                <a:lnTo>
                  <a:pt x="19376" y="1173"/>
                </a:lnTo>
                <a:lnTo>
                  <a:pt x="19514" y="980"/>
                </a:lnTo>
                <a:lnTo>
                  <a:pt x="19614" y="799"/>
                </a:lnTo>
                <a:lnTo>
                  <a:pt x="19702" y="606"/>
                </a:lnTo>
                <a:lnTo>
                  <a:pt x="19790" y="374"/>
                </a:lnTo>
                <a:lnTo>
                  <a:pt x="19878" y="180"/>
                </a:lnTo>
                <a:lnTo>
                  <a:pt x="20016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7780863" y="4401053"/>
            <a:ext cx="20029" cy="41131"/>
          </a:xfrm>
          <a:custGeom>
            <a:avLst/>
            <a:gdLst/>
            <a:ahLst/>
            <a:cxnLst/>
            <a:rect l="l" t="t" r="r" b="b"/>
            <a:pathLst>
              <a:path w="20029" h="41131">
                <a:moveTo>
                  <a:pt x="0" y="41131"/>
                </a:moveTo>
                <a:lnTo>
                  <a:pt x="100" y="40938"/>
                </a:lnTo>
                <a:lnTo>
                  <a:pt x="188" y="40757"/>
                </a:lnTo>
                <a:lnTo>
                  <a:pt x="276" y="40525"/>
                </a:lnTo>
                <a:lnTo>
                  <a:pt x="364" y="40332"/>
                </a:lnTo>
                <a:lnTo>
                  <a:pt x="502" y="40138"/>
                </a:lnTo>
                <a:lnTo>
                  <a:pt x="602" y="39958"/>
                </a:lnTo>
                <a:lnTo>
                  <a:pt x="690" y="39764"/>
                </a:lnTo>
                <a:lnTo>
                  <a:pt x="778" y="39532"/>
                </a:lnTo>
                <a:lnTo>
                  <a:pt x="866" y="39338"/>
                </a:lnTo>
                <a:lnTo>
                  <a:pt x="1004" y="39158"/>
                </a:lnTo>
                <a:lnTo>
                  <a:pt x="1105" y="38964"/>
                </a:lnTo>
                <a:lnTo>
                  <a:pt x="1192" y="38732"/>
                </a:lnTo>
                <a:lnTo>
                  <a:pt x="1280" y="38539"/>
                </a:lnTo>
                <a:lnTo>
                  <a:pt x="1381" y="38358"/>
                </a:lnTo>
                <a:lnTo>
                  <a:pt x="1506" y="38165"/>
                </a:lnTo>
                <a:lnTo>
                  <a:pt x="1607" y="37933"/>
                </a:lnTo>
                <a:lnTo>
                  <a:pt x="1695" y="37752"/>
                </a:lnTo>
                <a:lnTo>
                  <a:pt x="1783" y="37559"/>
                </a:lnTo>
                <a:lnTo>
                  <a:pt x="1883" y="37365"/>
                </a:lnTo>
                <a:lnTo>
                  <a:pt x="2009" y="37133"/>
                </a:lnTo>
                <a:lnTo>
                  <a:pt x="2109" y="36952"/>
                </a:lnTo>
                <a:lnTo>
                  <a:pt x="2197" y="36759"/>
                </a:lnTo>
                <a:lnTo>
                  <a:pt x="2285" y="36565"/>
                </a:lnTo>
                <a:lnTo>
                  <a:pt x="2385" y="36333"/>
                </a:lnTo>
                <a:lnTo>
                  <a:pt x="2524" y="36153"/>
                </a:lnTo>
                <a:lnTo>
                  <a:pt x="2611" y="35959"/>
                </a:lnTo>
                <a:lnTo>
                  <a:pt x="2699" y="35766"/>
                </a:lnTo>
                <a:lnTo>
                  <a:pt x="2787" y="35534"/>
                </a:lnTo>
                <a:lnTo>
                  <a:pt x="2888" y="35353"/>
                </a:lnTo>
                <a:lnTo>
                  <a:pt x="3026" y="35160"/>
                </a:lnTo>
                <a:lnTo>
                  <a:pt x="3114" y="34966"/>
                </a:lnTo>
                <a:lnTo>
                  <a:pt x="3202" y="34734"/>
                </a:lnTo>
                <a:lnTo>
                  <a:pt x="3290" y="34553"/>
                </a:lnTo>
                <a:lnTo>
                  <a:pt x="3390" y="34360"/>
                </a:lnTo>
                <a:lnTo>
                  <a:pt x="3528" y="34128"/>
                </a:lnTo>
                <a:lnTo>
                  <a:pt x="3616" y="33934"/>
                </a:lnTo>
                <a:lnTo>
                  <a:pt x="3704" y="33754"/>
                </a:lnTo>
                <a:lnTo>
                  <a:pt x="3792" y="33560"/>
                </a:lnTo>
                <a:lnTo>
                  <a:pt x="3892" y="33328"/>
                </a:lnTo>
                <a:lnTo>
                  <a:pt x="4030" y="33135"/>
                </a:lnTo>
                <a:lnTo>
                  <a:pt x="4118" y="32954"/>
                </a:lnTo>
                <a:lnTo>
                  <a:pt x="4206" y="32722"/>
                </a:lnTo>
                <a:lnTo>
                  <a:pt x="4294" y="32528"/>
                </a:lnTo>
                <a:lnTo>
                  <a:pt x="4395" y="32335"/>
                </a:lnTo>
                <a:lnTo>
                  <a:pt x="4533" y="32154"/>
                </a:lnTo>
                <a:lnTo>
                  <a:pt x="4621" y="31922"/>
                </a:lnTo>
                <a:lnTo>
                  <a:pt x="4709" y="31729"/>
                </a:lnTo>
                <a:lnTo>
                  <a:pt x="4809" y="31535"/>
                </a:lnTo>
                <a:lnTo>
                  <a:pt x="4897" y="31303"/>
                </a:lnTo>
                <a:lnTo>
                  <a:pt x="5035" y="31122"/>
                </a:lnTo>
                <a:lnTo>
                  <a:pt x="5123" y="30929"/>
                </a:lnTo>
                <a:lnTo>
                  <a:pt x="5211" y="30697"/>
                </a:lnTo>
                <a:lnTo>
                  <a:pt x="5311" y="30503"/>
                </a:lnTo>
                <a:lnTo>
                  <a:pt x="5399" y="30323"/>
                </a:lnTo>
                <a:lnTo>
                  <a:pt x="5537" y="30129"/>
                </a:lnTo>
                <a:lnTo>
                  <a:pt x="5625" y="29897"/>
                </a:lnTo>
                <a:lnTo>
                  <a:pt x="5713" y="29704"/>
                </a:lnTo>
                <a:lnTo>
                  <a:pt x="5814" y="29523"/>
                </a:lnTo>
                <a:lnTo>
                  <a:pt x="5901" y="29291"/>
                </a:lnTo>
                <a:lnTo>
                  <a:pt x="6040" y="29097"/>
                </a:lnTo>
                <a:lnTo>
                  <a:pt x="6128" y="28904"/>
                </a:lnTo>
                <a:lnTo>
                  <a:pt x="6215" y="28672"/>
                </a:lnTo>
                <a:lnTo>
                  <a:pt x="6316" y="28491"/>
                </a:lnTo>
                <a:lnTo>
                  <a:pt x="6404" y="28298"/>
                </a:lnTo>
                <a:lnTo>
                  <a:pt x="6542" y="28066"/>
                </a:lnTo>
                <a:lnTo>
                  <a:pt x="6630" y="27872"/>
                </a:lnTo>
                <a:lnTo>
                  <a:pt x="6718" y="27692"/>
                </a:lnTo>
                <a:lnTo>
                  <a:pt x="6818" y="27447"/>
                </a:lnTo>
                <a:lnTo>
                  <a:pt x="6906" y="27266"/>
                </a:lnTo>
                <a:lnTo>
                  <a:pt x="7044" y="27072"/>
                </a:lnTo>
                <a:lnTo>
                  <a:pt x="7132" y="26840"/>
                </a:lnTo>
                <a:lnTo>
                  <a:pt x="7220" y="26647"/>
                </a:lnTo>
                <a:lnTo>
                  <a:pt x="7320" y="26466"/>
                </a:lnTo>
                <a:lnTo>
                  <a:pt x="7408" y="26234"/>
                </a:lnTo>
                <a:lnTo>
                  <a:pt x="7546" y="26041"/>
                </a:lnTo>
                <a:lnTo>
                  <a:pt x="7634" y="25847"/>
                </a:lnTo>
                <a:lnTo>
                  <a:pt x="7722" y="25615"/>
                </a:lnTo>
                <a:lnTo>
                  <a:pt x="7823" y="25434"/>
                </a:lnTo>
                <a:lnTo>
                  <a:pt x="7911" y="25189"/>
                </a:lnTo>
                <a:lnTo>
                  <a:pt x="8049" y="25009"/>
                </a:lnTo>
                <a:lnTo>
                  <a:pt x="8137" y="24815"/>
                </a:lnTo>
                <a:lnTo>
                  <a:pt x="8225" y="24583"/>
                </a:lnTo>
                <a:lnTo>
                  <a:pt x="8325" y="24390"/>
                </a:lnTo>
                <a:lnTo>
                  <a:pt x="8413" y="24209"/>
                </a:lnTo>
                <a:lnTo>
                  <a:pt x="8551" y="23977"/>
                </a:lnTo>
                <a:lnTo>
                  <a:pt x="8639" y="23783"/>
                </a:lnTo>
                <a:lnTo>
                  <a:pt x="8739" y="23551"/>
                </a:lnTo>
                <a:lnTo>
                  <a:pt x="8827" y="23358"/>
                </a:lnTo>
                <a:lnTo>
                  <a:pt x="8915" y="23177"/>
                </a:lnTo>
                <a:lnTo>
                  <a:pt x="9053" y="22945"/>
                </a:lnTo>
                <a:lnTo>
                  <a:pt x="9141" y="22752"/>
                </a:lnTo>
                <a:lnTo>
                  <a:pt x="9242" y="22558"/>
                </a:lnTo>
                <a:lnTo>
                  <a:pt x="9330" y="22326"/>
                </a:lnTo>
                <a:lnTo>
                  <a:pt x="9418" y="22145"/>
                </a:lnTo>
                <a:lnTo>
                  <a:pt x="9556" y="21900"/>
                </a:lnTo>
                <a:lnTo>
                  <a:pt x="9644" y="21720"/>
                </a:lnTo>
                <a:lnTo>
                  <a:pt x="9744" y="21526"/>
                </a:lnTo>
                <a:lnTo>
                  <a:pt x="9832" y="21294"/>
                </a:lnTo>
                <a:lnTo>
                  <a:pt x="9920" y="21101"/>
                </a:lnTo>
                <a:lnTo>
                  <a:pt x="10058" y="20869"/>
                </a:lnTo>
                <a:lnTo>
                  <a:pt x="10146" y="20688"/>
                </a:lnTo>
                <a:lnTo>
                  <a:pt x="10246" y="20494"/>
                </a:lnTo>
                <a:lnTo>
                  <a:pt x="10334" y="20262"/>
                </a:lnTo>
                <a:lnTo>
                  <a:pt x="10422" y="20069"/>
                </a:lnTo>
                <a:lnTo>
                  <a:pt x="10560" y="19837"/>
                </a:lnTo>
                <a:lnTo>
                  <a:pt x="10648" y="19643"/>
                </a:lnTo>
                <a:lnTo>
                  <a:pt x="10749" y="19463"/>
                </a:lnTo>
                <a:lnTo>
                  <a:pt x="10837" y="19230"/>
                </a:lnTo>
                <a:lnTo>
                  <a:pt x="10924" y="19037"/>
                </a:lnTo>
                <a:lnTo>
                  <a:pt x="11063" y="18805"/>
                </a:lnTo>
                <a:lnTo>
                  <a:pt x="11150" y="18611"/>
                </a:lnTo>
                <a:lnTo>
                  <a:pt x="11251" y="18431"/>
                </a:lnTo>
                <a:lnTo>
                  <a:pt x="11339" y="18186"/>
                </a:lnTo>
                <a:lnTo>
                  <a:pt x="11477" y="18005"/>
                </a:lnTo>
                <a:lnTo>
                  <a:pt x="11565" y="17773"/>
                </a:lnTo>
                <a:lnTo>
                  <a:pt x="11653" y="17580"/>
                </a:lnTo>
                <a:lnTo>
                  <a:pt x="11753" y="17347"/>
                </a:lnTo>
                <a:lnTo>
                  <a:pt x="11841" y="17154"/>
                </a:lnTo>
                <a:lnTo>
                  <a:pt x="11979" y="16973"/>
                </a:lnTo>
                <a:lnTo>
                  <a:pt x="12067" y="16728"/>
                </a:lnTo>
                <a:lnTo>
                  <a:pt x="12155" y="16548"/>
                </a:lnTo>
                <a:lnTo>
                  <a:pt x="12256" y="16316"/>
                </a:lnTo>
                <a:lnTo>
                  <a:pt x="12343" y="16122"/>
                </a:lnTo>
                <a:lnTo>
                  <a:pt x="12482" y="15890"/>
                </a:lnTo>
                <a:lnTo>
                  <a:pt x="12569" y="15696"/>
                </a:lnTo>
                <a:lnTo>
                  <a:pt x="12670" y="15464"/>
                </a:lnTo>
                <a:lnTo>
                  <a:pt x="12758" y="15271"/>
                </a:lnTo>
                <a:lnTo>
                  <a:pt x="12846" y="15090"/>
                </a:lnTo>
                <a:lnTo>
                  <a:pt x="12984" y="14858"/>
                </a:lnTo>
                <a:lnTo>
                  <a:pt x="13072" y="14665"/>
                </a:lnTo>
                <a:lnTo>
                  <a:pt x="13172" y="14432"/>
                </a:lnTo>
                <a:lnTo>
                  <a:pt x="13260" y="14239"/>
                </a:lnTo>
                <a:lnTo>
                  <a:pt x="13348" y="14007"/>
                </a:lnTo>
                <a:lnTo>
                  <a:pt x="13486" y="13813"/>
                </a:lnTo>
                <a:lnTo>
                  <a:pt x="13574" y="13581"/>
                </a:lnTo>
                <a:lnTo>
                  <a:pt x="13675" y="13401"/>
                </a:lnTo>
                <a:lnTo>
                  <a:pt x="13762" y="13155"/>
                </a:lnTo>
                <a:lnTo>
                  <a:pt x="13850" y="12975"/>
                </a:lnTo>
                <a:lnTo>
                  <a:pt x="13988" y="12781"/>
                </a:lnTo>
                <a:lnTo>
                  <a:pt x="14076" y="12549"/>
                </a:lnTo>
                <a:lnTo>
                  <a:pt x="14177" y="12369"/>
                </a:lnTo>
                <a:lnTo>
                  <a:pt x="14265" y="12124"/>
                </a:lnTo>
                <a:lnTo>
                  <a:pt x="14353" y="11943"/>
                </a:lnTo>
                <a:lnTo>
                  <a:pt x="14491" y="11698"/>
                </a:lnTo>
                <a:lnTo>
                  <a:pt x="14579" y="11517"/>
                </a:lnTo>
                <a:lnTo>
                  <a:pt x="14679" y="11285"/>
                </a:lnTo>
                <a:lnTo>
                  <a:pt x="14767" y="11092"/>
                </a:lnTo>
                <a:lnTo>
                  <a:pt x="14855" y="10860"/>
                </a:lnTo>
                <a:lnTo>
                  <a:pt x="14993" y="10666"/>
                </a:lnTo>
                <a:lnTo>
                  <a:pt x="15081" y="10434"/>
                </a:lnTo>
                <a:lnTo>
                  <a:pt x="15181" y="10253"/>
                </a:lnTo>
                <a:lnTo>
                  <a:pt x="15269" y="10008"/>
                </a:lnTo>
                <a:lnTo>
                  <a:pt x="15357" y="9828"/>
                </a:lnTo>
                <a:lnTo>
                  <a:pt x="15495" y="9583"/>
                </a:lnTo>
                <a:lnTo>
                  <a:pt x="15583" y="9402"/>
                </a:lnTo>
                <a:lnTo>
                  <a:pt x="15684" y="9170"/>
                </a:lnTo>
                <a:lnTo>
                  <a:pt x="15772" y="8977"/>
                </a:lnTo>
                <a:lnTo>
                  <a:pt x="15859" y="8744"/>
                </a:lnTo>
                <a:lnTo>
                  <a:pt x="15998" y="8551"/>
                </a:lnTo>
                <a:lnTo>
                  <a:pt x="16098" y="8319"/>
                </a:lnTo>
                <a:lnTo>
                  <a:pt x="16186" y="8138"/>
                </a:lnTo>
                <a:lnTo>
                  <a:pt x="16274" y="7893"/>
                </a:lnTo>
                <a:lnTo>
                  <a:pt x="16362" y="7713"/>
                </a:lnTo>
                <a:lnTo>
                  <a:pt x="16500" y="7467"/>
                </a:lnTo>
                <a:lnTo>
                  <a:pt x="16600" y="7287"/>
                </a:lnTo>
                <a:lnTo>
                  <a:pt x="16688" y="7055"/>
                </a:lnTo>
                <a:lnTo>
                  <a:pt x="16776" y="6861"/>
                </a:lnTo>
                <a:lnTo>
                  <a:pt x="16864" y="6629"/>
                </a:lnTo>
                <a:lnTo>
                  <a:pt x="17002" y="6436"/>
                </a:lnTo>
                <a:lnTo>
                  <a:pt x="17103" y="6203"/>
                </a:lnTo>
                <a:lnTo>
                  <a:pt x="17191" y="6023"/>
                </a:lnTo>
                <a:lnTo>
                  <a:pt x="17278" y="5778"/>
                </a:lnTo>
                <a:lnTo>
                  <a:pt x="17366" y="5597"/>
                </a:lnTo>
                <a:lnTo>
                  <a:pt x="17505" y="5352"/>
                </a:lnTo>
                <a:lnTo>
                  <a:pt x="17605" y="5172"/>
                </a:lnTo>
                <a:lnTo>
                  <a:pt x="17693" y="4939"/>
                </a:lnTo>
                <a:lnTo>
                  <a:pt x="17781" y="4746"/>
                </a:lnTo>
                <a:lnTo>
                  <a:pt x="17869" y="4514"/>
                </a:lnTo>
                <a:lnTo>
                  <a:pt x="18007" y="4282"/>
                </a:lnTo>
                <a:lnTo>
                  <a:pt x="18107" y="4088"/>
                </a:lnTo>
                <a:lnTo>
                  <a:pt x="18195" y="3856"/>
                </a:lnTo>
                <a:lnTo>
                  <a:pt x="18283" y="3663"/>
                </a:lnTo>
                <a:lnTo>
                  <a:pt x="18371" y="3430"/>
                </a:lnTo>
                <a:lnTo>
                  <a:pt x="18509" y="3237"/>
                </a:lnTo>
                <a:lnTo>
                  <a:pt x="18610" y="3005"/>
                </a:lnTo>
                <a:lnTo>
                  <a:pt x="18697" y="2824"/>
                </a:lnTo>
                <a:lnTo>
                  <a:pt x="18785" y="2579"/>
                </a:lnTo>
                <a:lnTo>
                  <a:pt x="18886" y="2399"/>
                </a:lnTo>
                <a:lnTo>
                  <a:pt x="19011" y="2166"/>
                </a:lnTo>
                <a:lnTo>
                  <a:pt x="19112" y="1921"/>
                </a:lnTo>
                <a:lnTo>
                  <a:pt x="19200" y="1741"/>
                </a:lnTo>
                <a:lnTo>
                  <a:pt x="19288" y="1509"/>
                </a:lnTo>
                <a:lnTo>
                  <a:pt x="19388" y="1315"/>
                </a:lnTo>
                <a:lnTo>
                  <a:pt x="19514" y="1083"/>
                </a:lnTo>
                <a:lnTo>
                  <a:pt x="19614" y="889"/>
                </a:lnTo>
                <a:lnTo>
                  <a:pt x="19702" y="657"/>
                </a:lnTo>
                <a:lnTo>
                  <a:pt x="19790" y="464"/>
                </a:lnTo>
                <a:lnTo>
                  <a:pt x="19890" y="232"/>
                </a:lnTo>
                <a:lnTo>
                  <a:pt x="20029" y="0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7800892" y="4356916"/>
            <a:ext cx="19966" cy="44137"/>
          </a:xfrm>
          <a:custGeom>
            <a:avLst/>
            <a:gdLst/>
            <a:ahLst/>
            <a:cxnLst/>
            <a:rect l="l" t="t" r="r" b="b"/>
            <a:pathLst>
              <a:path w="19966" h="44137">
                <a:moveTo>
                  <a:pt x="0" y="44137"/>
                </a:moveTo>
                <a:lnTo>
                  <a:pt x="87" y="43943"/>
                </a:lnTo>
                <a:lnTo>
                  <a:pt x="175" y="43711"/>
                </a:lnTo>
                <a:lnTo>
                  <a:pt x="263" y="43530"/>
                </a:lnTo>
                <a:lnTo>
                  <a:pt x="364" y="43285"/>
                </a:lnTo>
                <a:lnTo>
                  <a:pt x="502" y="43105"/>
                </a:lnTo>
                <a:lnTo>
                  <a:pt x="590" y="42873"/>
                </a:lnTo>
                <a:lnTo>
                  <a:pt x="678" y="42627"/>
                </a:lnTo>
                <a:lnTo>
                  <a:pt x="766" y="42447"/>
                </a:lnTo>
                <a:lnTo>
                  <a:pt x="866" y="42215"/>
                </a:lnTo>
                <a:lnTo>
                  <a:pt x="1004" y="42021"/>
                </a:lnTo>
                <a:lnTo>
                  <a:pt x="1092" y="41789"/>
                </a:lnTo>
                <a:lnTo>
                  <a:pt x="1180" y="41557"/>
                </a:lnTo>
                <a:lnTo>
                  <a:pt x="1268" y="41363"/>
                </a:lnTo>
                <a:lnTo>
                  <a:pt x="1368" y="41131"/>
                </a:lnTo>
                <a:lnTo>
                  <a:pt x="1506" y="40938"/>
                </a:lnTo>
                <a:lnTo>
                  <a:pt x="1594" y="40706"/>
                </a:lnTo>
                <a:lnTo>
                  <a:pt x="1682" y="40512"/>
                </a:lnTo>
                <a:lnTo>
                  <a:pt x="1770" y="40280"/>
                </a:lnTo>
                <a:lnTo>
                  <a:pt x="1871" y="40048"/>
                </a:lnTo>
                <a:lnTo>
                  <a:pt x="2009" y="39854"/>
                </a:lnTo>
                <a:lnTo>
                  <a:pt x="2097" y="39622"/>
                </a:lnTo>
                <a:lnTo>
                  <a:pt x="2184" y="39442"/>
                </a:lnTo>
                <a:lnTo>
                  <a:pt x="2285" y="39197"/>
                </a:lnTo>
                <a:lnTo>
                  <a:pt x="2373" y="38964"/>
                </a:lnTo>
                <a:lnTo>
                  <a:pt x="2511" y="38784"/>
                </a:lnTo>
                <a:lnTo>
                  <a:pt x="2599" y="38539"/>
                </a:lnTo>
                <a:lnTo>
                  <a:pt x="2687" y="38307"/>
                </a:lnTo>
                <a:lnTo>
                  <a:pt x="2787" y="38126"/>
                </a:lnTo>
                <a:lnTo>
                  <a:pt x="2875" y="37881"/>
                </a:lnTo>
                <a:lnTo>
                  <a:pt x="3013" y="37700"/>
                </a:lnTo>
                <a:lnTo>
                  <a:pt x="3101" y="37468"/>
                </a:lnTo>
                <a:lnTo>
                  <a:pt x="3189" y="37223"/>
                </a:lnTo>
                <a:lnTo>
                  <a:pt x="3290" y="37043"/>
                </a:lnTo>
                <a:lnTo>
                  <a:pt x="3377" y="36798"/>
                </a:lnTo>
                <a:lnTo>
                  <a:pt x="3516" y="36617"/>
                </a:lnTo>
                <a:lnTo>
                  <a:pt x="3603" y="36385"/>
                </a:lnTo>
                <a:lnTo>
                  <a:pt x="3691" y="36140"/>
                </a:lnTo>
                <a:lnTo>
                  <a:pt x="3792" y="35959"/>
                </a:lnTo>
                <a:lnTo>
                  <a:pt x="3880" y="35727"/>
                </a:lnTo>
                <a:lnTo>
                  <a:pt x="4018" y="35482"/>
                </a:lnTo>
                <a:lnTo>
                  <a:pt x="4106" y="35301"/>
                </a:lnTo>
                <a:lnTo>
                  <a:pt x="4194" y="35069"/>
                </a:lnTo>
                <a:lnTo>
                  <a:pt x="4294" y="34824"/>
                </a:lnTo>
                <a:lnTo>
                  <a:pt x="4382" y="34644"/>
                </a:lnTo>
                <a:lnTo>
                  <a:pt x="4520" y="34411"/>
                </a:lnTo>
                <a:lnTo>
                  <a:pt x="4608" y="34218"/>
                </a:lnTo>
                <a:lnTo>
                  <a:pt x="4696" y="33986"/>
                </a:lnTo>
                <a:lnTo>
                  <a:pt x="4796" y="33754"/>
                </a:lnTo>
                <a:lnTo>
                  <a:pt x="4884" y="33560"/>
                </a:lnTo>
                <a:lnTo>
                  <a:pt x="5022" y="33328"/>
                </a:lnTo>
                <a:lnTo>
                  <a:pt x="5110" y="33096"/>
                </a:lnTo>
                <a:lnTo>
                  <a:pt x="5198" y="32902"/>
                </a:lnTo>
                <a:lnTo>
                  <a:pt x="5299" y="32670"/>
                </a:lnTo>
                <a:lnTo>
                  <a:pt x="5387" y="32438"/>
                </a:lnTo>
                <a:lnTo>
                  <a:pt x="5525" y="32245"/>
                </a:lnTo>
                <a:lnTo>
                  <a:pt x="5613" y="32012"/>
                </a:lnTo>
                <a:lnTo>
                  <a:pt x="5701" y="31780"/>
                </a:lnTo>
                <a:lnTo>
                  <a:pt x="5801" y="31587"/>
                </a:lnTo>
                <a:lnTo>
                  <a:pt x="5889" y="31355"/>
                </a:lnTo>
                <a:lnTo>
                  <a:pt x="6027" y="31122"/>
                </a:lnTo>
                <a:lnTo>
                  <a:pt x="6115" y="30929"/>
                </a:lnTo>
                <a:lnTo>
                  <a:pt x="6215" y="30697"/>
                </a:lnTo>
                <a:lnTo>
                  <a:pt x="6303" y="30452"/>
                </a:lnTo>
                <a:lnTo>
                  <a:pt x="6391" y="30271"/>
                </a:lnTo>
                <a:lnTo>
                  <a:pt x="6529" y="30039"/>
                </a:lnTo>
                <a:lnTo>
                  <a:pt x="6617" y="29794"/>
                </a:lnTo>
                <a:lnTo>
                  <a:pt x="6718" y="29613"/>
                </a:lnTo>
                <a:lnTo>
                  <a:pt x="6806" y="29381"/>
                </a:lnTo>
                <a:lnTo>
                  <a:pt x="6894" y="29136"/>
                </a:lnTo>
                <a:lnTo>
                  <a:pt x="7032" y="28956"/>
                </a:lnTo>
                <a:lnTo>
                  <a:pt x="7120" y="28723"/>
                </a:lnTo>
                <a:lnTo>
                  <a:pt x="7220" y="28478"/>
                </a:lnTo>
                <a:lnTo>
                  <a:pt x="7308" y="28298"/>
                </a:lnTo>
                <a:lnTo>
                  <a:pt x="7396" y="28066"/>
                </a:lnTo>
                <a:lnTo>
                  <a:pt x="7534" y="27821"/>
                </a:lnTo>
                <a:lnTo>
                  <a:pt x="7622" y="27640"/>
                </a:lnTo>
                <a:lnTo>
                  <a:pt x="7722" y="27408"/>
                </a:lnTo>
                <a:lnTo>
                  <a:pt x="7810" y="27163"/>
                </a:lnTo>
                <a:lnTo>
                  <a:pt x="7898" y="26982"/>
                </a:lnTo>
                <a:lnTo>
                  <a:pt x="8036" y="26750"/>
                </a:lnTo>
                <a:lnTo>
                  <a:pt x="8124" y="26505"/>
                </a:lnTo>
                <a:lnTo>
                  <a:pt x="8225" y="26273"/>
                </a:lnTo>
                <a:lnTo>
                  <a:pt x="8312" y="26092"/>
                </a:lnTo>
                <a:lnTo>
                  <a:pt x="8400" y="25847"/>
                </a:lnTo>
                <a:lnTo>
                  <a:pt x="8539" y="25615"/>
                </a:lnTo>
                <a:lnTo>
                  <a:pt x="8626" y="25434"/>
                </a:lnTo>
                <a:lnTo>
                  <a:pt x="8727" y="25189"/>
                </a:lnTo>
                <a:lnTo>
                  <a:pt x="8815" y="24957"/>
                </a:lnTo>
                <a:lnTo>
                  <a:pt x="8903" y="24777"/>
                </a:lnTo>
                <a:lnTo>
                  <a:pt x="9041" y="24532"/>
                </a:lnTo>
                <a:lnTo>
                  <a:pt x="9129" y="24299"/>
                </a:lnTo>
                <a:lnTo>
                  <a:pt x="9229" y="24067"/>
                </a:lnTo>
                <a:lnTo>
                  <a:pt x="9317" y="23874"/>
                </a:lnTo>
                <a:lnTo>
                  <a:pt x="9405" y="23642"/>
                </a:lnTo>
                <a:lnTo>
                  <a:pt x="9543" y="23409"/>
                </a:lnTo>
                <a:lnTo>
                  <a:pt x="9644" y="23216"/>
                </a:lnTo>
                <a:lnTo>
                  <a:pt x="9731" y="22984"/>
                </a:lnTo>
                <a:lnTo>
                  <a:pt x="9819" y="22752"/>
                </a:lnTo>
                <a:lnTo>
                  <a:pt x="9907" y="22519"/>
                </a:lnTo>
                <a:lnTo>
                  <a:pt x="10045" y="22326"/>
                </a:lnTo>
                <a:lnTo>
                  <a:pt x="10146" y="22094"/>
                </a:lnTo>
                <a:lnTo>
                  <a:pt x="10234" y="21862"/>
                </a:lnTo>
                <a:lnTo>
                  <a:pt x="10322" y="21668"/>
                </a:lnTo>
                <a:lnTo>
                  <a:pt x="10410" y="21436"/>
                </a:lnTo>
                <a:lnTo>
                  <a:pt x="10548" y="21204"/>
                </a:lnTo>
                <a:lnTo>
                  <a:pt x="10648" y="20959"/>
                </a:lnTo>
                <a:lnTo>
                  <a:pt x="10736" y="20778"/>
                </a:lnTo>
                <a:lnTo>
                  <a:pt x="10824" y="20546"/>
                </a:lnTo>
                <a:lnTo>
                  <a:pt x="10912" y="20301"/>
                </a:lnTo>
                <a:lnTo>
                  <a:pt x="11050" y="20069"/>
                </a:lnTo>
                <a:lnTo>
                  <a:pt x="11150" y="19875"/>
                </a:lnTo>
                <a:lnTo>
                  <a:pt x="11238" y="19643"/>
                </a:lnTo>
                <a:lnTo>
                  <a:pt x="11326" y="19411"/>
                </a:lnTo>
                <a:lnTo>
                  <a:pt x="11414" y="19179"/>
                </a:lnTo>
                <a:lnTo>
                  <a:pt x="11552" y="18985"/>
                </a:lnTo>
                <a:lnTo>
                  <a:pt x="11653" y="18753"/>
                </a:lnTo>
                <a:lnTo>
                  <a:pt x="11741" y="18521"/>
                </a:lnTo>
                <a:lnTo>
                  <a:pt x="11829" y="18289"/>
                </a:lnTo>
                <a:lnTo>
                  <a:pt x="11916" y="18095"/>
                </a:lnTo>
                <a:lnTo>
                  <a:pt x="12055" y="17863"/>
                </a:lnTo>
                <a:lnTo>
                  <a:pt x="12155" y="17631"/>
                </a:lnTo>
                <a:lnTo>
                  <a:pt x="12243" y="17386"/>
                </a:lnTo>
                <a:lnTo>
                  <a:pt x="12331" y="17205"/>
                </a:lnTo>
                <a:lnTo>
                  <a:pt x="12431" y="16973"/>
                </a:lnTo>
                <a:lnTo>
                  <a:pt x="12557" y="16728"/>
                </a:lnTo>
                <a:lnTo>
                  <a:pt x="12657" y="16496"/>
                </a:lnTo>
                <a:lnTo>
                  <a:pt x="12745" y="16316"/>
                </a:lnTo>
                <a:lnTo>
                  <a:pt x="12833" y="16070"/>
                </a:lnTo>
                <a:lnTo>
                  <a:pt x="12934" y="15838"/>
                </a:lnTo>
                <a:lnTo>
                  <a:pt x="13059" y="15606"/>
                </a:lnTo>
                <a:lnTo>
                  <a:pt x="13160" y="15413"/>
                </a:lnTo>
                <a:lnTo>
                  <a:pt x="13248" y="15180"/>
                </a:lnTo>
                <a:lnTo>
                  <a:pt x="13335" y="14948"/>
                </a:lnTo>
                <a:lnTo>
                  <a:pt x="13436" y="14716"/>
                </a:lnTo>
                <a:lnTo>
                  <a:pt x="13574" y="14523"/>
                </a:lnTo>
                <a:lnTo>
                  <a:pt x="13662" y="14291"/>
                </a:lnTo>
                <a:lnTo>
                  <a:pt x="13750" y="14058"/>
                </a:lnTo>
                <a:lnTo>
                  <a:pt x="13838" y="13813"/>
                </a:lnTo>
                <a:lnTo>
                  <a:pt x="13938" y="13581"/>
                </a:lnTo>
                <a:lnTo>
                  <a:pt x="14076" y="13401"/>
                </a:lnTo>
                <a:lnTo>
                  <a:pt x="14164" y="13155"/>
                </a:lnTo>
                <a:lnTo>
                  <a:pt x="14252" y="12923"/>
                </a:lnTo>
                <a:lnTo>
                  <a:pt x="14340" y="12691"/>
                </a:lnTo>
                <a:lnTo>
                  <a:pt x="14441" y="12498"/>
                </a:lnTo>
                <a:lnTo>
                  <a:pt x="14579" y="12266"/>
                </a:lnTo>
                <a:lnTo>
                  <a:pt x="14667" y="12033"/>
                </a:lnTo>
                <a:lnTo>
                  <a:pt x="14754" y="11801"/>
                </a:lnTo>
                <a:lnTo>
                  <a:pt x="14842" y="11556"/>
                </a:lnTo>
                <a:lnTo>
                  <a:pt x="14943" y="11376"/>
                </a:lnTo>
                <a:lnTo>
                  <a:pt x="15081" y="11143"/>
                </a:lnTo>
                <a:lnTo>
                  <a:pt x="15169" y="10898"/>
                </a:lnTo>
                <a:lnTo>
                  <a:pt x="15257" y="10666"/>
                </a:lnTo>
                <a:lnTo>
                  <a:pt x="15345" y="10434"/>
                </a:lnTo>
                <a:lnTo>
                  <a:pt x="15445" y="10241"/>
                </a:lnTo>
                <a:lnTo>
                  <a:pt x="15583" y="10008"/>
                </a:lnTo>
                <a:lnTo>
                  <a:pt x="15671" y="9776"/>
                </a:lnTo>
                <a:lnTo>
                  <a:pt x="15759" y="9544"/>
                </a:lnTo>
                <a:lnTo>
                  <a:pt x="15847" y="9299"/>
                </a:lnTo>
                <a:lnTo>
                  <a:pt x="15947" y="9118"/>
                </a:lnTo>
                <a:lnTo>
                  <a:pt x="16086" y="8886"/>
                </a:lnTo>
                <a:lnTo>
                  <a:pt x="16173" y="8641"/>
                </a:lnTo>
                <a:lnTo>
                  <a:pt x="16261" y="8409"/>
                </a:lnTo>
                <a:lnTo>
                  <a:pt x="16362" y="8177"/>
                </a:lnTo>
                <a:lnTo>
                  <a:pt x="16450" y="7983"/>
                </a:lnTo>
                <a:lnTo>
                  <a:pt x="16588" y="7751"/>
                </a:lnTo>
                <a:lnTo>
                  <a:pt x="16676" y="7519"/>
                </a:lnTo>
                <a:lnTo>
                  <a:pt x="16764" y="7287"/>
                </a:lnTo>
                <a:lnTo>
                  <a:pt x="16864" y="7055"/>
                </a:lnTo>
                <a:lnTo>
                  <a:pt x="16952" y="6861"/>
                </a:lnTo>
                <a:lnTo>
                  <a:pt x="17090" y="6629"/>
                </a:lnTo>
                <a:lnTo>
                  <a:pt x="17178" y="6397"/>
                </a:lnTo>
                <a:lnTo>
                  <a:pt x="17266" y="6152"/>
                </a:lnTo>
                <a:lnTo>
                  <a:pt x="17366" y="5920"/>
                </a:lnTo>
                <a:lnTo>
                  <a:pt x="17454" y="5688"/>
                </a:lnTo>
                <a:lnTo>
                  <a:pt x="17592" y="5494"/>
                </a:lnTo>
                <a:lnTo>
                  <a:pt x="17680" y="5262"/>
                </a:lnTo>
                <a:lnTo>
                  <a:pt x="17768" y="5030"/>
                </a:lnTo>
                <a:lnTo>
                  <a:pt x="17869" y="4798"/>
                </a:lnTo>
                <a:lnTo>
                  <a:pt x="17957" y="4553"/>
                </a:lnTo>
                <a:lnTo>
                  <a:pt x="18095" y="4320"/>
                </a:lnTo>
                <a:lnTo>
                  <a:pt x="18183" y="4140"/>
                </a:lnTo>
                <a:lnTo>
                  <a:pt x="18271" y="3895"/>
                </a:lnTo>
                <a:lnTo>
                  <a:pt x="18371" y="3663"/>
                </a:lnTo>
                <a:lnTo>
                  <a:pt x="18459" y="3430"/>
                </a:lnTo>
                <a:lnTo>
                  <a:pt x="18597" y="3198"/>
                </a:lnTo>
                <a:lnTo>
                  <a:pt x="18685" y="2953"/>
                </a:lnTo>
                <a:lnTo>
                  <a:pt x="18773" y="2773"/>
                </a:lnTo>
                <a:lnTo>
                  <a:pt x="18873" y="2540"/>
                </a:lnTo>
                <a:lnTo>
                  <a:pt x="18961" y="2295"/>
                </a:lnTo>
                <a:lnTo>
                  <a:pt x="19099" y="2063"/>
                </a:lnTo>
                <a:lnTo>
                  <a:pt x="19187" y="1831"/>
                </a:lnTo>
                <a:lnTo>
                  <a:pt x="19275" y="1599"/>
                </a:lnTo>
                <a:lnTo>
                  <a:pt x="19376" y="1405"/>
                </a:lnTo>
                <a:lnTo>
                  <a:pt x="19463" y="1173"/>
                </a:lnTo>
                <a:lnTo>
                  <a:pt x="19602" y="941"/>
                </a:lnTo>
                <a:lnTo>
                  <a:pt x="19690" y="709"/>
                </a:lnTo>
                <a:lnTo>
                  <a:pt x="19790" y="464"/>
                </a:lnTo>
                <a:lnTo>
                  <a:pt x="19878" y="232"/>
                </a:lnTo>
                <a:lnTo>
                  <a:pt x="1996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7820858" y="4310470"/>
            <a:ext cx="20016" cy="46445"/>
          </a:xfrm>
          <a:custGeom>
            <a:avLst/>
            <a:gdLst/>
            <a:ahLst/>
            <a:cxnLst/>
            <a:rect l="l" t="t" r="r" b="b"/>
            <a:pathLst>
              <a:path w="20016" h="46445">
                <a:moveTo>
                  <a:pt x="0" y="46445"/>
                </a:moveTo>
                <a:lnTo>
                  <a:pt x="138" y="46252"/>
                </a:lnTo>
                <a:lnTo>
                  <a:pt x="226" y="46020"/>
                </a:lnTo>
                <a:lnTo>
                  <a:pt x="326" y="45788"/>
                </a:lnTo>
                <a:lnTo>
                  <a:pt x="414" y="45555"/>
                </a:lnTo>
                <a:lnTo>
                  <a:pt x="502" y="45310"/>
                </a:lnTo>
                <a:lnTo>
                  <a:pt x="640" y="45078"/>
                </a:lnTo>
                <a:lnTo>
                  <a:pt x="728" y="44846"/>
                </a:lnTo>
                <a:lnTo>
                  <a:pt x="828" y="44652"/>
                </a:lnTo>
                <a:lnTo>
                  <a:pt x="916" y="44420"/>
                </a:lnTo>
                <a:lnTo>
                  <a:pt x="1004" y="44188"/>
                </a:lnTo>
                <a:lnTo>
                  <a:pt x="1142" y="43956"/>
                </a:lnTo>
                <a:lnTo>
                  <a:pt x="1230" y="43724"/>
                </a:lnTo>
                <a:lnTo>
                  <a:pt x="1331" y="43479"/>
                </a:lnTo>
                <a:lnTo>
                  <a:pt x="1418" y="43247"/>
                </a:lnTo>
                <a:lnTo>
                  <a:pt x="1506" y="43014"/>
                </a:lnTo>
                <a:lnTo>
                  <a:pt x="1645" y="42821"/>
                </a:lnTo>
                <a:lnTo>
                  <a:pt x="1732" y="42589"/>
                </a:lnTo>
                <a:lnTo>
                  <a:pt x="1833" y="42357"/>
                </a:lnTo>
                <a:lnTo>
                  <a:pt x="1921" y="42124"/>
                </a:lnTo>
                <a:lnTo>
                  <a:pt x="2009" y="41879"/>
                </a:lnTo>
                <a:lnTo>
                  <a:pt x="2147" y="41647"/>
                </a:lnTo>
                <a:lnTo>
                  <a:pt x="2235" y="41415"/>
                </a:lnTo>
                <a:lnTo>
                  <a:pt x="2335" y="41183"/>
                </a:lnTo>
                <a:lnTo>
                  <a:pt x="2423" y="40938"/>
                </a:lnTo>
                <a:lnTo>
                  <a:pt x="2511" y="40757"/>
                </a:lnTo>
                <a:lnTo>
                  <a:pt x="2649" y="40525"/>
                </a:lnTo>
                <a:lnTo>
                  <a:pt x="2737" y="40280"/>
                </a:lnTo>
                <a:lnTo>
                  <a:pt x="2837" y="40048"/>
                </a:lnTo>
                <a:lnTo>
                  <a:pt x="2925" y="39816"/>
                </a:lnTo>
                <a:lnTo>
                  <a:pt x="3013" y="39584"/>
                </a:lnTo>
                <a:lnTo>
                  <a:pt x="3151" y="39351"/>
                </a:lnTo>
                <a:lnTo>
                  <a:pt x="3239" y="39106"/>
                </a:lnTo>
                <a:lnTo>
                  <a:pt x="3340" y="38874"/>
                </a:lnTo>
                <a:lnTo>
                  <a:pt x="3428" y="38694"/>
                </a:lnTo>
                <a:lnTo>
                  <a:pt x="3516" y="38449"/>
                </a:lnTo>
                <a:lnTo>
                  <a:pt x="3654" y="38216"/>
                </a:lnTo>
                <a:lnTo>
                  <a:pt x="3754" y="37984"/>
                </a:lnTo>
                <a:lnTo>
                  <a:pt x="3842" y="37752"/>
                </a:lnTo>
                <a:lnTo>
                  <a:pt x="3930" y="37507"/>
                </a:lnTo>
                <a:lnTo>
                  <a:pt x="4018" y="37275"/>
                </a:lnTo>
                <a:lnTo>
                  <a:pt x="4156" y="37043"/>
                </a:lnTo>
                <a:lnTo>
                  <a:pt x="4256" y="36810"/>
                </a:lnTo>
                <a:lnTo>
                  <a:pt x="4344" y="36578"/>
                </a:lnTo>
                <a:lnTo>
                  <a:pt x="4432" y="36385"/>
                </a:lnTo>
                <a:lnTo>
                  <a:pt x="4520" y="36153"/>
                </a:lnTo>
                <a:lnTo>
                  <a:pt x="4658" y="35921"/>
                </a:lnTo>
                <a:lnTo>
                  <a:pt x="4759" y="35675"/>
                </a:lnTo>
                <a:lnTo>
                  <a:pt x="4847" y="35443"/>
                </a:lnTo>
                <a:lnTo>
                  <a:pt x="4935" y="35211"/>
                </a:lnTo>
                <a:lnTo>
                  <a:pt x="5022" y="34979"/>
                </a:lnTo>
                <a:lnTo>
                  <a:pt x="5161" y="34734"/>
                </a:lnTo>
                <a:lnTo>
                  <a:pt x="5261" y="34502"/>
                </a:lnTo>
                <a:lnTo>
                  <a:pt x="5349" y="34270"/>
                </a:lnTo>
                <a:lnTo>
                  <a:pt x="5437" y="34037"/>
                </a:lnTo>
                <a:lnTo>
                  <a:pt x="5525" y="33805"/>
                </a:lnTo>
                <a:lnTo>
                  <a:pt x="5663" y="33612"/>
                </a:lnTo>
                <a:lnTo>
                  <a:pt x="5763" y="33380"/>
                </a:lnTo>
                <a:lnTo>
                  <a:pt x="5851" y="33147"/>
                </a:lnTo>
                <a:lnTo>
                  <a:pt x="5939" y="32902"/>
                </a:lnTo>
                <a:lnTo>
                  <a:pt x="6040" y="32670"/>
                </a:lnTo>
                <a:lnTo>
                  <a:pt x="6165" y="32438"/>
                </a:lnTo>
                <a:lnTo>
                  <a:pt x="6266" y="32206"/>
                </a:lnTo>
                <a:lnTo>
                  <a:pt x="6354" y="31961"/>
                </a:lnTo>
                <a:lnTo>
                  <a:pt x="6441" y="31729"/>
                </a:lnTo>
                <a:lnTo>
                  <a:pt x="6542" y="31496"/>
                </a:lnTo>
                <a:lnTo>
                  <a:pt x="6667" y="31264"/>
                </a:lnTo>
                <a:lnTo>
                  <a:pt x="6768" y="31032"/>
                </a:lnTo>
                <a:lnTo>
                  <a:pt x="6856" y="30787"/>
                </a:lnTo>
                <a:lnTo>
                  <a:pt x="6944" y="30555"/>
                </a:lnTo>
                <a:lnTo>
                  <a:pt x="7044" y="30323"/>
                </a:lnTo>
                <a:lnTo>
                  <a:pt x="7182" y="30129"/>
                </a:lnTo>
                <a:lnTo>
                  <a:pt x="7270" y="29897"/>
                </a:lnTo>
                <a:lnTo>
                  <a:pt x="7358" y="29665"/>
                </a:lnTo>
                <a:lnTo>
                  <a:pt x="7446" y="29433"/>
                </a:lnTo>
                <a:lnTo>
                  <a:pt x="7546" y="29188"/>
                </a:lnTo>
                <a:lnTo>
                  <a:pt x="7685" y="28956"/>
                </a:lnTo>
                <a:lnTo>
                  <a:pt x="7773" y="28723"/>
                </a:lnTo>
                <a:lnTo>
                  <a:pt x="7860" y="28491"/>
                </a:lnTo>
                <a:lnTo>
                  <a:pt x="7948" y="28246"/>
                </a:lnTo>
                <a:lnTo>
                  <a:pt x="8049" y="28014"/>
                </a:lnTo>
                <a:lnTo>
                  <a:pt x="8187" y="27782"/>
                </a:lnTo>
                <a:lnTo>
                  <a:pt x="8275" y="27550"/>
                </a:lnTo>
                <a:lnTo>
                  <a:pt x="8363" y="27318"/>
                </a:lnTo>
                <a:lnTo>
                  <a:pt x="8451" y="27072"/>
                </a:lnTo>
                <a:lnTo>
                  <a:pt x="8551" y="26840"/>
                </a:lnTo>
                <a:lnTo>
                  <a:pt x="8689" y="26608"/>
                </a:lnTo>
                <a:lnTo>
                  <a:pt x="8777" y="26376"/>
                </a:lnTo>
                <a:lnTo>
                  <a:pt x="8865" y="26131"/>
                </a:lnTo>
                <a:lnTo>
                  <a:pt x="8953" y="25899"/>
                </a:lnTo>
                <a:lnTo>
                  <a:pt x="9053" y="25667"/>
                </a:lnTo>
                <a:lnTo>
                  <a:pt x="9192" y="25434"/>
                </a:lnTo>
                <a:lnTo>
                  <a:pt x="9279" y="25241"/>
                </a:lnTo>
                <a:lnTo>
                  <a:pt x="9367" y="25009"/>
                </a:lnTo>
                <a:lnTo>
                  <a:pt x="9455" y="24777"/>
                </a:lnTo>
                <a:lnTo>
                  <a:pt x="9556" y="24544"/>
                </a:lnTo>
                <a:lnTo>
                  <a:pt x="9694" y="24299"/>
                </a:lnTo>
                <a:lnTo>
                  <a:pt x="9782" y="24067"/>
                </a:lnTo>
                <a:lnTo>
                  <a:pt x="9870" y="23835"/>
                </a:lnTo>
                <a:lnTo>
                  <a:pt x="9970" y="23603"/>
                </a:lnTo>
                <a:lnTo>
                  <a:pt x="10058" y="23358"/>
                </a:lnTo>
                <a:lnTo>
                  <a:pt x="10196" y="23126"/>
                </a:lnTo>
                <a:lnTo>
                  <a:pt x="10284" y="22894"/>
                </a:lnTo>
                <a:lnTo>
                  <a:pt x="10372" y="22661"/>
                </a:lnTo>
                <a:lnTo>
                  <a:pt x="10472" y="22429"/>
                </a:lnTo>
                <a:lnTo>
                  <a:pt x="10560" y="22184"/>
                </a:lnTo>
                <a:lnTo>
                  <a:pt x="10698" y="21952"/>
                </a:lnTo>
                <a:lnTo>
                  <a:pt x="10786" y="21720"/>
                </a:lnTo>
                <a:lnTo>
                  <a:pt x="10874" y="21488"/>
                </a:lnTo>
                <a:lnTo>
                  <a:pt x="10975" y="21243"/>
                </a:lnTo>
                <a:lnTo>
                  <a:pt x="11063" y="21010"/>
                </a:lnTo>
                <a:lnTo>
                  <a:pt x="11201" y="20778"/>
                </a:lnTo>
                <a:lnTo>
                  <a:pt x="11289" y="20546"/>
                </a:lnTo>
                <a:lnTo>
                  <a:pt x="11377" y="20314"/>
                </a:lnTo>
                <a:lnTo>
                  <a:pt x="11477" y="20069"/>
                </a:lnTo>
                <a:lnTo>
                  <a:pt x="11565" y="19837"/>
                </a:lnTo>
                <a:lnTo>
                  <a:pt x="11703" y="19605"/>
                </a:lnTo>
                <a:lnTo>
                  <a:pt x="11791" y="19372"/>
                </a:lnTo>
                <a:lnTo>
                  <a:pt x="11879" y="19127"/>
                </a:lnTo>
                <a:lnTo>
                  <a:pt x="11979" y="18895"/>
                </a:lnTo>
                <a:lnTo>
                  <a:pt x="12067" y="18663"/>
                </a:lnTo>
                <a:lnTo>
                  <a:pt x="12205" y="18431"/>
                </a:lnTo>
                <a:lnTo>
                  <a:pt x="12293" y="18199"/>
                </a:lnTo>
                <a:lnTo>
                  <a:pt x="12381" y="17954"/>
                </a:lnTo>
                <a:lnTo>
                  <a:pt x="12482" y="17721"/>
                </a:lnTo>
                <a:lnTo>
                  <a:pt x="12569" y="17489"/>
                </a:lnTo>
                <a:lnTo>
                  <a:pt x="12708" y="17257"/>
                </a:lnTo>
                <a:lnTo>
                  <a:pt x="12795" y="17012"/>
                </a:lnTo>
                <a:lnTo>
                  <a:pt x="12883" y="16780"/>
                </a:lnTo>
                <a:lnTo>
                  <a:pt x="12984" y="16548"/>
                </a:lnTo>
                <a:lnTo>
                  <a:pt x="13072" y="16316"/>
                </a:lnTo>
                <a:lnTo>
                  <a:pt x="13210" y="16083"/>
                </a:lnTo>
                <a:lnTo>
                  <a:pt x="13298" y="15838"/>
                </a:lnTo>
                <a:lnTo>
                  <a:pt x="13398" y="15606"/>
                </a:lnTo>
                <a:lnTo>
                  <a:pt x="13486" y="15374"/>
                </a:lnTo>
                <a:lnTo>
                  <a:pt x="13574" y="15142"/>
                </a:lnTo>
                <a:lnTo>
                  <a:pt x="13712" y="14897"/>
                </a:lnTo>
                <a:lnTo>
                  <a:pt x="13800" y="14665"/>
                </a:lnTo>
                <a:lnTo>
                  <a:pt x="13901" y="14432"/>
                </a:lnTo>
                <a:lnTo>
                  <a:pt x="13988" y="14200"/>
                </a:lnTo>
                <a:lnTo>
                  <a:pt x="14076" y="13968"/>
                </a:lnTo>
                <a:lnTo>
                  <a:pt x="14214" y="13723"/>
                </a:lnTo>
                <a:lnTo>
                  <a:pt x="14302" y="13491"/>
                </a:lnTo>
                <a:lnTo>
                  <a:pt x="14403" y="13259"/>
                </a:lnTo>
                <a:lnTo>
                  <a:pt x="14491" y="13027"/>
                </a:lnTo>
                <a:lnTo>
                  <a:pt x="14579" y="12781"/>
                </a:lnTo>
                <a:lnTo>
                  <a:pt x="14717" y="12549"/>
                </a:lnTo>
                <a:lnTo>
                  <a:pt x="14805" y="12317"/>
                </a:lnTo>
                <a:lnTo>
                  <a:pt x="14905" y="12085"/>
                </a:lnTo>
                <a:lnTo>
                  <a:pt x="14993" y="11853"/>
                </a:lnTo>
                <a:lnTo>
                  <a:pt x="15081" y="11608"/>
                </a:lnTo>
                <a:lnTo>
                  <a:pt x="15219" y="11376"/>
                </a:lnTo>
                <a:lnTo>
                  <a:pt x="15307" y="11143"/>
                </a:lnTo>
                <a:lnTo>
                  <a:pt x="15407" y="10911"/>
                </a:lnTo>
                <a:lnTo>
                  <a:pt x="15495" y="10666"/>
                </a:lnTo>
                <a:lnTo>
                  <a:pt x="15583" y="10434"/>
                </a:lnTo>
                <a:lnTo>
                  <a:pt x="15721" y="10202"/>
                </a:lnTo>
                <a:lnTo>
                  <a:pt x="15809" y="9970"/>
                </a:lnTo>
                <a:lnTo>
                  <a:pt x="15910" y="9738"/>
                </a:lnTo>
                <a:lnTo>
                  <a:pt x="15998" y="9492"/>
                </a:lnTo>
                <a:lnTo>
                  <a:pt x="16086" y="9260"/>
                </a:lnTo>
                <a:lnTo>
                  <a:pt x="16224" y="9028"/>
                </a:lnTo>
                <a:lnTo>
                  <a:pt x="16312" y="8796"/>
                </a:lnTo>
                <a:lnTo>
                  <a:pt x="16412" y="8512"/>
                </a:lnTo>
                <a:lnTo>
                  <a:pt x="16500" y="8280"/>
                </a:lnTo>
                <a:lnTo>
                  <a:pt x="16588" y="8035"/>
                </a:lnTo>
                <a:lnTo>
                  <a:pt x="16726" y="7803"/>
                </a:lnTo>
                <a:lnTo>
                  <a:pt x="16814" y="7571"/>
                </a:lnTo>
                <a:lnTo>
                  <a:pt x="16914" y="7338"/>
                </a:lnTo>
                <a:lnTo>
                  <a:pt x="17002" y="7093"/>
                </a:lnTo>
                <a:lnTo>
                  <a:pt x="17090" y="6861"/>
                </a:lnTo>
                <a:lnTo>
                  <a:pt x="17228" y="6629"/>
                </a:lnTo>
                <a:lnTo>
                  <a:pt x="17329" y="6397"/>
                </a:lnTo>
                <a:lnTo>
                  <a:pt x="17417" y="6165"/>
                </a:lnTo>
                <a:lnTo>
                  <a:pt x="17505" y="5920"/>
                </a:lnTo>
                <a:lnTo>
                  <a:pt x="17592" y="5688"/>
                </a:lnTo>
                <a:lnTo>
                  <a:pt x="17731" y="5455"/>
                </a:lnTo>
                <a:lnTo>
                  <a:pt x="17831" y="5223"/>
                </a:lnTo>
                <a:lnTo>
                  <a:pt x="17919" y="4978"/>
                </a:lnTo>
                <a:lnTo>
                  <a:pt x="18007" y="4746"/>
                </a:lnTo>
                <a:lnTo>
                  <a:pt x="18095" y="4514"/>
                </a:lnTo>
                <a:lnTo>
                  <a:pt x="18233" y="4282"/>
                </a:lnTo>
                <a:lnTo>
                  <a:pt x="18333" y="4049"/>
                </a:lnTo>
                <a:lnTo>
                  <a:pt x="18421" y="3804"/>
                </a:lnTo>
                <a:lnTo>
                  <a:pt x="18509" y="3572"/>
                </a:lnTo>
                <a:lnTo>
                  <a:pt x="18597" y="3288"/>
                </a:lnTo>
                <a:lnTo>
                  <a:pt x="18735" y="3056"/>
                </a:lnTo>
                <a:lnTo>
                  <a:pt x="18836" y="2824"/>
                </a:lnTo>
                <a:lnTo>
                  <a:pt x="18923" y="2592"/>
                </a:lnTo>
                <a:lnTo>
                  <a:pt x="19011" y="2347"/>
                </a:lnTo>
                <a:lnTo>
                  <a:pt x="19099" y="2115"/>
                </a:lnTo>
                <a:lnTo>
                  <a:pt x="19237" y="1883"/>
                </a:lnTo>
                <a:lnTo>
                  <a:pt x="19338" y="1650"/>
                </a:lnTo>
                <a:lnTo>
                  <a:pt x="19426" y="1418"/>
                </a:lnTo>
                <a:lnTo>
                  <a:pt x="19514" y="1173"/>
                </a:lnTo>
                <a:lnTo>
                  <a:pt x="19614" y="941"/>
                </a:lnTo>
                <a:lnTo>
                  <a:pt x="19740" y="709"/>
                </a:lnTo>
                <a:lnTo>
                  <a:pt x="19840" y="477"/>
                </a:lnTo>
                <a:lnTo>
                  <a:pt x="19928" y="232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7840874" y="4262335"/>
            <a:ext cx="20016" cy="48135"/>
          </a:xfrm>
          <a:custGeom>
            <a:avLst/>
            <a:gdLst/>
            <a:ahLst/>
            <a:cxnLst/>
            <a:rect l="l" t="t" r="r" b="b"/>
            <a:pathLst>
              <a:path w="20016" h="48135">
                <a:moveTo>
                  <a:pt x="0" y="48135"/>
                </a:moveTo>
                <a:lnTo>
                  <a:pt x="100" y="47903"/>
                </a:lnTo>
                <a:lnTo>
                  <a:pt x="226" y="47619"/>
                </a:lnTo>
                <a:lnTo>
                  <a:pt x="326" y="47387"/>
                </a:lnTo>
                <a:lnTo>
                  <a:pt x="414" y="47155"/>
                </a:lnTo>
                <a:lnTo>
                  <a:pt x="502" y="46910"/>
                </a:lnTo>
                <a:lnTo>
                  <a:pt x="602" y="46677"/>
                </a:lnTo>
                <a:lnTo>
                  <a:pt x="740" y="46445"/>
                </a:lnTo>
                <a:lnTo>
                  <a:pt x="828" y="46213"/>
                </a:lnTo>
                <a:lnTo>
                  <a:pt x="916" y="45981"/>
                </a:lnTo>
                <a:lnTo>
                  <a:pt x="1004" y="45736"/>
                </a:lnTo>
                <a:lnTo>
                  <a:pt x="1105" y="45504"/>
                </a:lnTo>
                <a:lnTo>
                  <a:pt x="1243" y="45272"/>
                </a:lnTo>
                <a:lnTo>
                  <a:pt x="1331" y="45039"/>
                </a:lnTo>
                <a:lnTo>
                  <a:pt x="1418" y="44794"/>
                </a:lnTo>
                <a:lnTo>
                  <a:pt x="1506" y="44524"/>
                </a:lnTo>
                <a:lnTo>
                  <a:pt x="1607" y="44278"/>
                </a:lnTo>
                <a:lnTo>
                  <a:pt x="1745" y="44046"/>
                </a:lnTo>
                <a:lnTo>
                  <a:pt x="1833" y="43814"/>
                </a:lnTo>
                <a:lnTo>
                  <a:pt x="1921" y="43582"/>
                </a:lnTo>
                <a:lnTo>
                  <a:pt x="2009" y="43337"/>
                </a:lnTo>
                <a:lnTo>
                  <a:pt x="2109" y="43105"/>
                </a:lnTo>
                <a:lnTo>
                  <a:pt x="2247" y="42873"/>
                </a:lnTo>
                <a:lnTo>
                  <a:pt x="2335" y="42640"/>
                </a:lnTo>
                <a:lnTo>
                  <a:pt x="2423" y="42408"/>
                </a:lnTo>
                <a:lnTo>
                  <a:pt x="2511" y="42163"/>
                </a:lnTo>
                <a:lnTo>
                  <a:pt x="2611" y="41931"/>
                </a:lnTo>
                <a:lnTo>
                  <a:pt x="2750" y="41647"/>
                </a:lnTo>
                <a:lnTo>
                  <a:pt x="2837" y="41415"/>
                </a:lnTo>
                <a:lnTo>
                  <a:pt x="2925" y="41183"/>
                </a:lnTo>
                <a:lnTo>
                  <a:pt x="3013" y="40951"/>
                </a:lnTo>
                <a:lnTo>
                  <a:pt x="3114" y="40706"/>
                </a:lnTo>
                <a:lnTo>
                  <a:pt x="3252" y="40474"/>
                </a:lnTo>
                <a:lnTo>
                  <a:pt x="3340" y="40241"/>
                </a:lnTo>
                <a:lnTo>
                  <a:pt x="3428" y="40009"/>
                </a:lnTo>
                <a:lnTo>
                  <a:pt x="3528" y="39764"/>
                </a:lnTo>
                <a:lnTo>
                  <a:pt x="3616" y="39532"/>
                </a:lnTo>
                <a:lnTo>
                  <a:pt x="3754" y="39248"/>
                </a:lnTo>
                <a:lnTo>
                  <a:pt x="3842" y="39016"/>
                </a:lnTo>
                <a:lnTo>
                  <a:pt x="3930" y="38784"/>
                </a:lnTo>
                <a:lnTo>
                  <a:pt x="4030" y="38552"/>
                </a:lnTo>
                <a:lnTo>
                  <a:pt x="4118" y="38307"/>
                </a:lnTo>
                <a:lnTo>
                  <a:pt x="4256" y="38074"/>
                </a:lnTo>
                <a:lnTo>
                  <a:pt x="4344" y="37842"/>
                </a:lnTo>
                <a:lnTo>
                  <a:pt x="4432" y="37610"/>
                </a:lnTo>
                <a:lnTo>
                  <a:pt x="4533" y="37378"/>
                </a:lnTo>
                <a:lnTo>
                  <a:pt x="4621" y="37133"/>
                </a:lnTo>
                <a:lnTo>
                  <a:pt x="4759" y="36862"/>
                </a:lnTo>
                <a:lnTo>
                  <a:pt x="4847" y="36617"/>
                </a:lnTo>
                <a:lnTo>
                  <a:pt x="4935" y="36385"/>
                </a:lnTo>
                <a:lnTo>
                  <a:pt x="5035" y="36153"/>
                </a:lnTo>
                <a:lnTo>
                  <a:pt x="5123" y="35921"/>
                </a:lnTo>
                <a:lnTo>
                  <a:pt x="5261" y="35675"/>
                </a:lnTo>
                <a:lnTo>
                  <a:pt x="5349" y="35443"/>
                </a:lnTo>
                <a:lnTo>
                  <a:pt x="5437" y="35211"/>
                </a:lnTo>
                <a:lnTo>
                  <a:pt x="5537" y="34979"/>
                </a:lnTo>
                <a:lnTo>
                  <a:pt x="5625" y="34695"/>
                </a:lnTo>
                <a:lnTo>
                  <a:pt x="5763" y="34463"/>
                </a:lnTo>
                <a:lnTo>
                  <a:pt x="5851" y="34218"/>
                </a:lnTo>
                <a:lnTo>
                  <a:pt x="5939" y="33986"/>
                </a:lnTo>
                <a:lnTo>
                  <a:pt x="6040" y="33754"/>
                </a:lnTo>
                <a:lnTo>
                  <a:pt x="6128" y="33521"/>
                </a:lnTo>
                <a:lnTo>
                  <a:pt x="6266" y="33289"/>
                </a:lnTo>
                <a:lnTo>
                  <a:pt x="6354" y="33044"/>
                </a:lnTo>
                <a:lnTo>
                  <a:pt x="6441" y="32812"/>
                </a:lnTo>
                <a:lnTo>
                  <a:pt x="6542" y="32528"/>
                </a:lnTo>
                <a:lnTo>
                  <a:pt x="6630" y="32296"/>
                </a:lnTo>
                <a:lnTo>
                  <a:pt x="6768" y="32064"/>
                </a:lnTo>
                <a:lnTo>
                  <a:pt x="6856" y="31832"/>
                </a:lnTo>
                <a:lnTo>
                  <a:pt x="6956" y="31587"/>
                </a:lnTo>
                <a:lnTo>
                  <a:pt x="7044" y="31355"/>
                </a:lnTo>
                <a:lnTo>
                  <a:pt x="7132" y="31122"/>
                </a:lnTo>
                <a:lnTo>
                  <a:pt x="7270" y="30890"/>
                </a:lnTo>
                <a:lnTo>
                  <a:pt x="7358" y="30607"/>
                </a:lnTo>
                <a:lnTo>
                  <a:pt x="7459" y="30374"/>
                </a:lnTo>
                <a:lnTo>
                  <a:pt x="7546" y="30129"/>
                </a:lnTo>
                <a:lnTo>
                  <a:pt x="7634" y="29897"/>
                </a:lnTo>
                <a:lnTo>
                  <a:pt x="7773" y="29665"/>
                </a:lnTo>
                <a:lnTo>
                  <a:pt x="7860" y="29433"/>
                </a:lnTo>
                <a:lnTo>
                  <a:pt x="7961" y="29188"/>
                </a:lnTo>
                <a:lnTo>
                  <a:pt x="8049" y="28956"/>
                </a:lnTo>
                <a:lnTo>
                  <a:pt x="8137" y="28672"/>
                </a:lnTo>
                <a:lnTo>
                  <a:pt x="8275" y="28440"/>
                </a:lnTo>
                <a:lnTo>
                  <a:pt x="8363" y="28207"/>
                </a:lnTo>
                <a:lnTo>
                  <a:pt x="8463" y="27975"/>
                </a:lnTo>
                <a:lnTo>
                  <a:pt x="8551" y="27730"/>
                </a:lnTo>
                <a:lnTo>
                  <a:pt x="8639" y="27498"/>
                </a:lnTo>
                <a:lnTo>
                  <a:pt x="8777" y="27266"/>
                </a:lnTo>
                <a:lnTo>
                  <a:pt x="8865" y="26982"/>
                </a:lnTo>
                <a:lnTo>
                  <a:pt x="8965" y="26750"/>
                </a:lnTo>
                <a:lnTo>
                  <a:pt x="9053" y="26518"/>
                </a:lnTo>
                <a:lnTo>
                  <a:pt x="9141" y="26286"/>
                </a:lnTo>
                <a:lnTo>
                  <a:pt x="9279" y="26041"/>
                </a:lnTo>
                <a:lnTo>
                  <a:pt x="9367" y="25808"/>
                </a:lnTo>
                <a:lnTo>
                  <a:pt x="9468" y="25576"/>
                </a:lnTo>
                <a:lnTo>
                  <a:pt x="9556" y="25293"/>
                </a:lnTo>
                <a:lnTo>
                  <a:pt x="9644" y="25060"/>
                </a:lnTo>
                <a:lnTo>
                  <a:pt x="9782" y="24828"/>
                </a:lnTo>
                <a:lnTo>
                  <a:pt x="9870" y="24583"/>
                </a:lnTo>
                <a:lnTo>
                  <a:pt x="9970" y="24351"/>
                </a:lnTo>
                <a:lnTo>
                  <a:pt x="10058" y="24119"/>
                </a:lnTo>
                <a:lnTo>
                  <a:pt x="10146" y="23887"/>
                </a:lnTo>
                <a:lnTo>
                  <a:pt x="10284" y="23603"/>
                </a:lnTo>
                <a:lnTo>
                  <a:pt x="10372" y="23371"/>
                </a:lnTo>
                <a:lnTo>
                  <a:pt x="10472" y="23126"/>
                </a:lnTo>
                <a:lnTo>
                  <a:pt x="10560" y="22894"/>
                </a:lnTo>
                <a:lnTo>
                  <a:pt x="10648" y="22661"/>
                </a:lnTo>
                <a:lnTo>
                  <a:pt x="10786" y="22429"/>
                </a:lnTo>
                <a:lnTo>
                  <a:pt x="10887" y="22184"/>
                </a:lnTo>
                <a:lnTo>
                  <a:pt x="10975" y="21913"/>
                </a:lnTo>
                <a:lnTo>
                  <a:pt x="11063" y="21668"/>
                </a:lnTo>
                <a:lnTo>
                  <a:pt x="11150" y="21436"/>
                </a:lnTo>
                <a:lnTo>
                  <a:pt x="11289" y="21204"/>
                </a:lnTo>
                <a:lnTo>
                  <a:pt x="11389" y="20972"/>
                </a:lnTo>
                <a:lnTo>
                  <a:pt x="11477" y="20727"/>
                </a:lnTo>
                <a:lnTo>
                  <a:pt x="11565" y="20494"/>
                </a:lnTo>
                <a:lnTo>
                  <a:pt x="11653" y="20211"/>
                </a:lnTo>
                <a:lnTo>
                  <a:pt x="11791" y="19979"/>
                </a:lnTo>
                <a:lnTo>
                  <a:pt x="11891" y="19746"/>
                </a:lnTo>
                <a:lnTo>
                  <a:pt x="11979" y="19514"/>
                </a:lnTo>
                <a:lnTo>
                  <a:pt x="12067" y="19269"/>
                </a:lnTo>
                <a:lnTo>
                  <a:pt x="12155" y="19037"/>
                </a:lnTo>
                <a:lnTo>
                  <a:pt x="12293" y="18753"/>
                </a:lnTo>
                <a:lnTo>
                  <a:pt x="12394" y="18521"/>
                </a:lnTo>
                <a:lnTo>
                  <a:pt x="12482" y="18289"/>
                </a:lnTo>
                <a:lnTo>
                  <a:pt x="12569" y="18057"/>
                </a:lnTo>
                <a:lnTo>
                  <a:pt x="12657" y="17825"/>
                </a:lnTo>
                <a:lnTo>
                  <a:pt x="12795" y="17580"/>
                </a:lnTo>
                <a:lnTo>
                  <a:pt x="12896" y="17296"/>
                </a:lnTo>
                <a:lnTo>
                  <a:pt x="12984" y="17064"/>
                </a:lnTo>
                <a:lnTo>
                  <a:pt x="13072" y="16831"/>
                </a:lnTo>
                <a:lnTo>
                  <a:pt x="13172" y="16599"/>
                </a:lnTo>
                <a:lnTo>
                  <a:pt x="13298" y="16367"/>
                </a:lnTo>
                <a:lnTo>
                  <a:pt x="13398" y="16122"/>
                </a:lnTo>
                <a:lnTo>
                  <a:pt x="13486" y="15838"/>
                </a:lnTo>
                <a:lnTo>
                  <a:pt x="13574" y="15606"/>
                </a:lnTo>
                <a:lnTo>
                  <a:pt x="13675" y="15374"/>
                </a:lnTo>
                <a:lnTo>
                  <a:pt x="13800" y="15142"/>
                </a:lnTo>
                <a:lnTo>
                  <a:pt x="13901" y="14910"/>
                </a:lnTo>
                <a:lnTo>
                  <a:pt x="13988" y="14665"/>
                </a:lnTo>
                <a:lnTo>
                  <a:pt x="14076" y="14381"/>
                </a:lnTo>
                <a:lnTo>
                  <a:pt x="14177" y="14149"/>
                </a:lnTo>
                <a:lnTo>
                  <a:pt x="14302" y="13916"/>
                </a:lnTo>
                <a:lnTo>
                  <a:pt x="14403" y="13684"/>
                </a:lnTo>
                <a:lnTo>
                  <a:pt x="14491" y="13452"/>
                </a:lnTo>
                <a:lnTo>
                  <a:pt x="14579" y="13207"/>
                </a:lnTo>
                <a:lnTo>
                  <a:pt x="14679" y="12923"/>
                </a:lnTo>
                <a:lnTo>
                  <a:pt x="14817" y="12691"/>
                </a:lnTo>
                <a:lnTo>
                  <a:pt x="14905" y="12459"/>
                </a:lnTo>
                <a:lnTo>
                  <a:pt x="14993" y="12227"/>
                </a:lnTo>
                <a:lnTo>
                  <a:pt x="15081" y="11995"/>
                </a:lnTo>
                <a:lnTo>
                  <a:pt x="15181" y="11750"/>
                </a:lnTo>
                <a:lnTo>
                  <a:pt x="15320" y="11479"/>
                </a:lnTo>
                <a:lnTo>
                  <a:pt x="15407" y="11234"/>
                </a:lnTo>
                <a:lnTo>
                  <a:pt x="15495" y="11002"/>
                </a:lnTo>
                <a:lnTo>
                  <a:pt x="15583" y="10769"/>
                </a:lnTo>
                <a:lnTo>
                  <a:pt x="15684" y="10537"/>
                </a:lnTo>
                <a:lnTo>
                  <a:pt x="15822" y="10253"/>
                </a:lnTo>
                <a:lnTo>
                  <a:pt x="15910" y="10021"/>
                </a:lnTo>
                <a:lnTo>
                  <a:pt x="15998" y="9776"/>
                </a:lnTo>
                <a:lnTo>
                  <a:pt x="16086" y="9544"/>
                </a:lnTo>
                <a:lnTo>
                  <a:pt x="16186" y="9312"/>
                </a:lnTo>
                <a:lnTo>
                  <a:pt x="16324" y="9080"/>
                </a:lnTo>
                <a:lnTo>
                  <a:pt x="16412" y="8796"/>
                </a:lnTo>
                <a:lnTo>
                  <a:pt x="16500" y="8564"/>
                </a:lnTo>
                <a:lnTo>
                  <a:pt x="16588" y="8319"/>
                </a:lnTo>
                <a:lnTo>
                  <a:pt x="16688" y="8087"/>
                </a:lnTo>
                <a:lnTo>
                  <a:pt x="16826" y="7854"/>
                </a:lnTo>
                <a:lnTo>
                  <a:pt x="16914" y="7571"/>
                </a:lnTo>
                <a:lnTo>
                  <a:pt x="17002" y="7338"/>
                </a:lnTo>
                <a:lnTo>
                  <a:pt x="17103" y="7106"/>
                </a:lnTo>
                <a:lnTo>
                  <a:pt x="17191" y="6861"/>
                </a:lnTo>
                <a:lnTo>
                  <a:pt x="17329" y="6629"/>
                </a:lnTo>
                <a:lnTo>
                  <a:pt x="17417" y="6397"/>
                </a:lnTo>
                <a:lnTo>
                  <a:pt x="17505" y="6113"/>
                </a:lnTo>
                <a:lnTo>
                  <a:pt x="17605" y="5881"/>
                </a:lnTo>
                <a:lnTo>
                  <a:pt x="17693" y="5649"/>
                </a:lnTo>
                <a:lnTo>
                  <a:pt x="17831" y="5404"/>
                </a:lnTo>
                <a:lnTo>
                  <a:pt x="17919" y="5172"/>
                </a:lnTo>
                <a:lnTo>
                  <a:pt x="18007" y="4888"/>
                </a:lnTo>
                <a:lnTo>
                  <a:pt x="18107" y="4656"/>
                </a:lnTo>
                <a:lnTo>
                  <a:pt x="18195" y="4424"/>
                </a:lnTo>
                <a:lnTo>
                  <a:pt x="18333" y="4191"/>
                </a:lnTo>
                <a:lnTo>
                  <a:pt x="18421" y="3946"/>
                </a:lnTo>
                <a:lnTo>
                  <a:pt x="18509" y="3675"/>
                </a:lnTo>
                <a:lnTo>
                  <a:pt x="18610" y="3430"/>
                </a:lnTo>
                <a:lnTo>
                  <a:pt x="18697" y="3198"/>
                </a:lnTo>
                <a:lnTo>
                  <a:pt x="18836" y="2966"/>
                </a:lnTo>
                <a:lnTo>
                  <a:pt x="18923" y="2734"/>
                </a:lnTo>
                <a:lnTo>
                  <a:pt x="19011" y="2450"/>
                </a:lnTo>
                <a:lnTo>
                  <a:pt x="19112" y="2218"/>
                </a:lnTo>
                <a:lnTo>
                  <a:pt x="19200" y="1973"/>
                </a:lnTo>
                <a:lnTo>
                  <a:pt x="19338" y="1741"/>
                </a:lnTo>
                <a:lnTo>
                  <a:pt x="19426" y="1509"/>
                </a:lnTo>
                <a:lnTo>
                  <a:pt x="19514" y="1225"/>
                </a:lnTo>
                <a:lnTo>
                  <a:pt x="19614" y="993"/>
                </a:lnTo>
                <a:lnTo>
                  <a:pt x="19702" y="760"/>
                </a:lnTo>
                <a:lnTo>
                  <a:pt x="19840" y="515"/>
                </a:lnTo>
                <a:lnTo>
                  <a:pt x="19928" y="283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7860891" y="4213400"/>
            <a:ext cx="20029" cy="48935"/>
          </a:xfrm>
          <a:custGeom>
            <a:avLst/>
            <a:gdLst/>
            <a:ahLst/>
            <a:cxnLst/>
            <a:rect l="l" t="t" r="r" b="b"/>
            <a:pathLst>
              <a:path w="20029" h="48935">
                <a:moveTo>
                  <a:pt x="0" y="48935"/>
                </a:moveTo>
                <a:lnTo>
                  <a:pt x="100" y="48702"/>
                </a:lnTo>
                <a:lnTo>
                  <a:pt x="188" y="48470"/>
                </a:lnTo>
                <a:lnTo>
                  <a:pt x="326" y="48238"/>
                </a:lnTo>
                <a:lnTo>
                  <a:pt x="414" y="47993"/>
                </a:lnTo>
                <a:lnTo>
                  <a:pt x="502" y="47722"/>
                </a:lnTo>
                <a:lnTo>
                  <a:pt x="602" y="47477"/>
                </a:lnTo>
                <a:lnTo>
                  <a:pt x="690" y="47245"/>
                </a:lnTo>
                <a:lnTo>
                  <a:pt x="828" y="47013"/>
                </a:lnTo>
                <a:lnTo>
                  <a:pt x="916" y="46781"/>
                </a:lnTo>
                <a:lnTo>
                  <a:pt x="1017" y="46497"/>
                </a:lnTo>
                <a:lnTo>
                  <a:pt x="1105" y="46265"/>
                </a:lnTo>
                <a:lnTo>
                  <a:pt x="1192" y="46020"/>
                </a:lnTo>
                <a:lnTo>
                  <a:pt x="1331" y="45788"/>
                </a:lnTo>
                <a:lnTo>
                  <a:pt x="1418" y="45555"/>
                </a:lnTo>
                <a:lnTo>
                  <a:pt x="1519" y="45272"/>
                </a:lnTo>
                <a:lnTo>
                  <a:pt x="1607" y="45039"/>
                </a:lnTo>
                <a:lnTo>
                  <a:pt x="1695" y="44807"/>
                </a:lnTo>
                <a:lnTo>
                  <a:pt x="1833" y="44562"/>
                </a:lnTo>
                <a:lnTo>
                  <a:pt x="1921" y="44330"/>
                </a:lnTo>
                <a:lnTo>
                  <a:pt x="2021" y="44046"/>
                </a:lnTo>
                <a:lnTo>
                  <a:pt x="2109" y="43814"/>
                </a:lnTo>
                <a:lnTo>
                  <a:pt x="2197" y="43582"/>
                </a:lnTo>
                <a:lnTo>
                  <a:pt x="2335" y="43350"/>
                </a:lnTo>
                <a:lnTo>
                  <a:pt x="2423" y="43066"/>
                </a:lnTo>
                <a:lnTo>
                  <a:pt x="2524" y="42821"/>
                </a:lnTo>
                <a:lnTo>
                  <a:pt x="2611" y="42589"/>
                </a:lnTo>
                <a:lnTo>
                  <a:pt x="2699" y="42357"/>
                </a:lnTo>
                <a:lnTo>
                  <a:pt x="2837" y="42124"/>
                </a:lnTo>
                <a:lnTo>
                  <a:pt x="2925" y="41841"/>
                </a:lnTo>
                <a:lnTo>
                  <a:pt x="3026" y="41609"/>
                </a:lnTo>
                <a:lnTo>
                  <a:pt x="3114" y="41376"/>
                </a:lnTo>
                <a:lnTo>
                  <a:pt x="3202" y="41131"/>
                </a:lnTo>
                <a:lnTo>
                  <a:pt x="3340" y="40899"/>
                </a:lnTo>
                <a:lnTo>
                  <a:pt x="3428" y="40615"/>
                </a:lnTo>
                <a:lnTo>
                  <a:pt x="3528" y="40383"/>
                </a:lnTo>
                <a:lnTo>
                  <a:pt x="3616" y="40151"/>
                </a:lnTo>
                <a:lnTo>
                  <a:pt x="3704" y="39919"/>
                </a:lnTo>
                <a:lnTo>
                  <a:pt x="3842" y="39635"/>
                </a:lnTo>
                <a:lnTo>
                  <a:pt x="3930" y="39390"/>
                </a:lnTo>
                <a:lnTo>
                  <a:pt x="4030" y="39158"/>
                </a:lnTo>
                <a:lnTo>
                  <a:pt x="4118" y="38926"/>
                </a:lnTo>
                <a:lnTo>
                  <a:pt x="4206" y="38694"/>
                </a:lnTo>
                <a:lnTo>
                  <a:pt x="4344" y="38410"/>
                </a:lnTo>
                <a:lnTo>
                  <a:pt x="4445" y="38178"/>
                </a:lnTo>
                <a:lnTo>
                  <a:pt x="4533" y="37933"/>
                </a:lnTo>
                <a:lnTo>
                  <a:pt x="4621" y="37700"/>
                </a:lnTo>
                <a:lnTo>
                  <a:pt x="4709" y="37468"/>
                </a:lnTo>
                <a:lnTo>
                  <a:pt x="4847" y="37185"/>
                </a:lnTo>
                <a:lnTo>
                  <a:pt x="4947" y="36952"/>
                </a:lnTo>
                <a:lnTo>
                  <a:pt x="5035" y="36720"/>
                </a:lnTo>
                <a:lnTo>
                  <a:pt x="5123" y="36475"/>
                </a:lnTo>
                <a:lnTo>
                  <a:pt x="5211" y="36204"/>
                </a:lnTo>
                <a:lnTo>
                  <a:pt x="5349" y="35959"/>
                </a:lnTo>
                <a:lnTo>
                  <a:pt x="5449" y="35727"/>
                </a:lnTo>
                <a:lnTo>
                  <a:pt x="5537" y="35495"/>
                </a:lnTo>
                <a:lnTo>
                  <a:pt x="5625" y="35263"/>
                </a:lnTo>
                <a:lnTo>
                  <a:pt x="5713" y="34979"/>
                </a:lnTo>
                <a:lnTo>
                  <a:pt x="5851" y="34747"/>
                </a:lnTo>
                <a:lnTo>
                  <a:pt x="5952" y="34502"/>
                </a:lnTo>
                <a:lnTo>
                  <a:pt x="6040" y="34270"/>
                </a:lnTo>
                <a:lnTo>
                  <a:pt x="6128" y="33986"/>
                </a:lnTo>
                <a:lnTo>
                  <a:pt x="6215" y="33754"/>
                </a:lnTo>
                <a:lnTo>
                  <a:pt x="6354" y="33521"/>
                </a:lnTo>
                <a:lnTo>
                  <a:pt x="6454" y="33289"/>
                </a:lnTo>
                <a:lnTo>
                  <a:pt x="6542" y="33006"/>
                </a:lnTo>
                <a:lnTo>
                  <a:pt x="6630" y="32773"/>
                </a:lnTo>
                <a:lnTo>
                  <a:pt x="6718" y="32528"/>
                </a:lnTo>
                <a:lnTo>
                  <a:pt x="6856" y="32296"/>
                </a:lnTo>
                <a:lnTo>
                  <a:pt x="6956" y="32064"/>
                </a:lnTo>
                <a:lnTo>
                  <a:pt x="7044" y="31780"/>
                </a:lnTo>
                <a:lnTo>
                  <a:pt x="7132" y="31548"/>
                </a:lnTo>
                <a:lnTo>
                  <a:pt x="7233" y="31316"/>
                </a:lnTo>
                <a:lnTo>
                  <a:pt x="7358" y="31071"/>
                </a:lnTo>
                <a:lnTo>
                  <a:pt x="7459" y="30800"/>
                </a:lnTo>
                <a:lnTo>
                  <a:pt x="7546" y="30555"/>
                </a:lnTo>
                <a:lnTo>
                  <a:pt x="7634" y="30323"/>
                </a:lnTo>
                <a:lnTo>
                  <a:pt x="7735" y="30091"/>
                </a:lnTo>
                <a:lnTo>
                  <a:pt x="7860" y="29858"/>
                </a:lnTo>
                <a:lnTo>
                  <a:pt x="7961" y="29575"/>
                </a:lnTo>
                <a:lnTo>
                  <a:pt x="8049" y="29343"/>
                </a:lnTo>
                <a:lnTo>
                  <a:pt x="8137" y="29097"/>
                </a:lnTo>
                <a:lnTo>
                  <a:pt x="8237" y="28865"/>
                </a:lnTo>
                <a:lnTo>
                  <a:pt x="8375" y="28582"/>
                </a:lnTo>
                <a:lnTo>
                  <a:pt x="8463" y="28349"/>
                </a:lnTo>
                <a:lnTo>
                  <a:pt x="8551" y="28117"/>
                </a:lnTo>
                <a:lnTo>
                  <a:pt x="8639" y="27885"/>
                </a:lnTo>
                <a:lnTo>
                  <a:pt x="8739" y="27601"/>
                </a:lnTo>
                <a:lnTo>
                  <a:pt x="8878" y="27356"/>
                </a:lnTo>
                <a:lnTo>
                  <a:pt x="8965" y="27124"/>
                </a:lnTo>
                <a:lnTo>
                  <a:pt x="9053" y="26892"/>
                </a:lnTo>
                <a:lnTo>
                  <a:pt x="9141" y="26608"/>
                </a:lnTo>
                <a:lnTo>
                  <a:pt x="9242" y="26376"/>
                </a:lnTo>
                <a:lnTo>
                  <a:pt x="9380" y="26144"/>
                </a:lnTo>
                <a:lnTo>
                  <a:pt x="9468" y="25899"/>
                </a:lnTo>
                <a:lnTo>
                  <a:pt x="9556" y="25667"/>
                </a:lnTo>
                <a:lnTo>
                  <a:pt x="9644" y="25383"/>
                </a:lnTo>
                <a:lnTo>
                  <a:pt x="9744" y="25151"/>
                </a:lnTo>
                <a:lnTo>
                  <a:pt x="9882" y="24918"/>
                </a:lnTo>
                <a:lnTo>
                  <a:pt x="9970" y="24686"/>
                </a:lnTo>
                <a:lnTo>
                  <a:pt x="10058" y="24403"/>
                </a:lnTo>
                <a:lnTo>
                  <a:pt x="10146" y="24170"/>
                </a:lnTo>
                <a:lnTo>
                  <a:pt x="10246" y="23925"/>
                </a:lnTo>
                <a:lnTo>
                  <a:pt x="10384" y="23693"/>
                </a:lnTo>
                <a:lnTo>
                  <a:pt x="10472" y="23409"/>
                </a:lnTo>
                <a:lnTo>
                  <a:pt x="10560" y="23177"/>
                </a:lnTo>
                <a:lnTo>
                  <a:pt x="10661" y="22945"/>
                </a:lnTo>
                <a:lnTo>
                  <a:pt x="10749" y="22713"/>
                </a:lnTo>
                <a:lnTo>
                  <a:pt x="10887" y="22429"/>
                </a:lnTo>
                <a:lnTo>
                  <a:pt x="10975" y="22197"/>
                </a:lnTo>
                <a:lnTo>
                  <a:pt x="11063" y="21952"/>
                </a:lnTo>
                <a:lnTo>
                  <a:pt x="11163" y="21720"/>
                </a:lnTo>
                <a:lnTo>
                  <a:pt x="11251" y="21488"/>
                </a:lnTo>
                <a:lnTo>
                  <a:pt x="11389" y="21204"/>
                </a:lnTo>
                <a:lnTo>
                  <a:pt x="11477" y="20972"/>
                </a:lnTo>
                <a:lnTo>
                  <a:pt x="11565" y="20740"/>
                </a:lnTo>
                <a:lnTo>
                  <a:pt x="11665" y="20494"/>
                </a:lnTo>
                <a:lnTo>
                  <a:pt x="11753" y="20224"/>
                </a:lnTo>
                <a:lnTo>
                  <a:pt x="11891" y="19979"/>
                </a:lnTo>
                <a:lnTo>
                  <a:pt x="11979" y="19746"/>
                </a:lnTo>
                <a:lnTo>
                  <a:pt x="12067" y="19514"/>
                </a:lnTo>
                <a:lnTo>
                  <a:pt x="12168" y="19230"/>
                </a:lnTo>
                <a:lnTo>
                  <a:pt x="12256" y="18998"/>
                </a:lnTo>
                <a:lnTo>
                  <a:pt x="12394" y="18766"/>
                </a:lnTo>
                <a:lnTo>
                  <a:pt x="12482" y="18521"/>
                </a:lnTo>
                <a:lnTo>
                  <a:pt x="12569" y="18237"/>
                </a:lnTo>
                <a:lnTo>
                  <a:pt x="12670" y="18005"/>
                </a:lnTo>
                <a:lnTo>
                  <a:pt x="12758" y="17773"/>
                </a:lnTo>
                <a:lnTo>
                  <a:pt x="12896" y="17541"/>
                </a:lnTo>
                <a:lnTo>
                  <a:pt x="12984" y="17257"/>
                </a:lnTo>
                <a:lnTo>
                  <a:pt x="13072" y="17025"/>
                </a:lnTo>
                <a:lnTo>
                  <a:pt x="13172" y="16780"/>
                </a:lnTo>
                <a:lnTo>
                  <a:pt x="13260" y="16548"/>
                </a:lnTo>
                <a:lnTo>
                  <a:pt x="13398" y="16264"/>
                </a:lnTo>
                <a:lnTo>
                  <a:pt x="13486" y="16032"/>
                </a:lnTo>
                <a:lnTo>
                  <a:pt x="13574" y="15800"/>
                </a:lnTo>
                <a:lnTo>
                  <a:pt x="13675" y="15567"/>
                </a:lnTo>
                <a:lnTo>
                  <a:pt x="13762" y="15284"/>
                </a:lnTo>
                <a:lnTo>
                  <a:pt x="13901" y="15052"/>
                </a:lnTo>
                <a:lnTo>
                  <a:pt x="13988" y="14806"/>
                </a:lnTo>
                <a:lnTo>
                  <a:pt x="14076" y="14574"/>
                </a:lnTo>
                <a:lnTo>
                  <a:pt x="14177" y="14291"/>
                </a:lnTo>
                <a:lnTo>
                  <a:pt x="14265" y="14058"/>
                </a:lnTo>
                <a:lnTo>
                  <a:pt x="14403" y="13826"/>
                </a:lnTo>
                <a:lnTo>
                  <a:pt x="14491" y="13594"/>
                </a:lnTo>
                <a:lnTo>
                  <a:pt x="14591" y="13310"/>
                </a:lnTo>
                <a:lnTo>
                  <a:pt x="14679" y="13078"/>
                </a:lnTo>
                <a:lnTo>
                  <a:pt x="14767" y="12833"/>
                </a:lnTo>
                <a:lnTo>
                  <a:pt x="14905" y="12601"/>
                </a:lnTo>
                <a:lnTo>
                  <a:pt x="14993" y="12317"/>
                </a:lnTo>
                <a:lnTo>
                  <a:pt x="15093" y="12085"/>
                </a:lnTo>
                <a:lnTo>
                  <a:pt x="15181" y="11853"/>
                </a:lnTo>
                <a:lnTo>
                  <a:pt x="15269" y="11621"/>
                </a:lnTo>
                <a:lnTo>
                  <a:pt x="15407" y="11337"/>
                </a:lnTo>
                <a:lnTo>
                  <a:pt x="15495" y="11092"/>
                </a:lnTo>
                <a:lnTo>
                  <a:pt x="15596" y="10860"/>
                </a:lnTo>
                <a:lnTo>
                  <a:pt x="15684" y="10627"/>
                </a:lnTo>
                <a:lnTo>
                  <a:pt x="15772" y="10344"/>
                </a:lnTo>
                <a:lnTo>
                  <a:pt x="15910" y="10112"/>
                </a:lnTo>
                <a:lnTo>
                  <a:pt x="15998" y="9879"/>
                </a:lnTo>
                <a:lnTo>
                  <a:pt x="16098" y="9647"/>
                </a:lnTo>
                <a:lnTo>
                  <a:pt x="16186" y="9363"/>
                </a:lnTo>
                <a:lnTo>
                  <a:pt x="16274" y="9118"/>
                </a:lnTo>
                <a:lnTo>
                  <a:pt x="16412" y="8886"/>
                </a:lnTo>
                <a:lnTo>
                  <a:pt x="16500" y="8654"/>
                </a:lnTo>
                <a:lnTo>
                  <a:pt x="16600" y="8370"/>
                </a:lnTo>
                <a:lnTo>
                  <a:pt x="16688" y="8138"/>
                </a:lnTo>
                <a:lnTo>
                  <a:pt x="16776" y="7906"/>
                </a:lnTo>
                <a:lnTo>
                  <a:pt x="16914" y="7661"/>
                </a:lnTo>
                <a:lnTo>
                  <a:pt x="17002" y="7390"/>
                </a:lnTo>
                <a:lnTo>
                  <a:pt x="17103" y="7145"/>
                </a:lnTo>
                <a:lnTo>
                  <a:pt x="17191" y="6913"/>
                </a:lnTo>
                <a:lnTo>
                  <a:pt x="17278" y="6681"/>
                </a:lnTo>
                <a:lnTo>
                  <a:pt x="17417" y="6397"/>
                </a:lnTo>
                <a:lnTo>
                  <a:pt x="17505" y="6165"/>
                </a:lnTo>
                <a:lnTo>
                  <a:pt x="17605" y="5933"/>
                </a:lnTo>
                <a:lnTo>
                  <a:pt x="17693" y="5688"/>
                </a:lnTo>
                <a:lnTo>
                  <a:pt x="17781" y="5417"/>
                </a:lnTo>
                <a:lnTo>
                  <a:pt x="17919" y="5172"/>
                </a:lnTo>
                <a:lnTo>
                  <a:pt x="18007" y="4939"/>
                </a:lnTo>
                <a:lnTo>
                  <a:pt x="18107" y="4707"/>
                </a:lnTo>
                <a:lnTo>
                  <a:pt x="18195" y="4424"/>
                </a:lnTo>
                <a:lnTo>
                  <a:pt x="18283" y="4191"/>
                </a:lnTo>
                <a:lnTo>
                  <a:pt x="18421" y="3959"/>
                </a:lnTo>
                <a:lnTo>
                  <a:pt x="18522" y="3714"/>
                </a:lnTo>
                <a:lnTo>
                  <a:pt x="18610" y="3430"/>
                </a:lnTo>
                <a:lnTo>
                  <a:pt x="18697" y="3198"/>
                </a:lnTo>
                <a:lnTo>
                  <a:pt x="18785" y="2966"/>
                </a:lnTo>
                <a:lnTo>
                  <a:pt x="18923" y="2734"/>
                </a:lnTo>
                <a:lnTo>
                  <a:pt x="19024" y="2450"/>
                </a:lnTo>
                <a:lnTo>
                  <a:pt x="19112" y="2218"/>
                </a:lnTo>
                <a:lnTo>
                  <a:pt x="19200" y="1973"/>
                </a:lnTo>
                <a:lnTo>
                  <a:pt x="19288" y="1741"/>
                </a:lnTo>
                <a:lnTo>
                  <a:pt x="19426" y="1457"/>
                </a:lnTo>
                <a:lnTo>
                  <a:pt x="19526" y="1225"/>
                </a:lnTo>
                <a:lnTo>
                  <a:pt x="19614" y="993"/>
                </a:lnTo>
                <a:lnTo>
                  <a:pt x="19702" y="760"/>
                </a:lnTo>
                <a:lnTo>
                  <a:pt x="19790" y="477"/>
                </a:lnTo>
                <a:lnTo>
                  <a:pt x="19928" y="245"/>
                </a:lnTo>
                <a:lnTo>
                  <a:pt x="20029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7880920" y="4164374"/>
            <a:ext cx="19966" cy="49025"/>
          </a:xfrm>
          <a:custGeom>
            <a:avLst/>
            <a:gdLst/>
            <a:ahLst/>
            <a:cxnLst/>
            <a:rect l="l" t="t" r="r" b="b"/>
            <a:pathLst>
              <a:path w="19966" h="49025">
                <a:moveTo>
                  <a:pt x="0" y="49025"/>
                </a:moveTo>
                <a:lnTo>
                  <a:pt x="87" y="48793"/>
                </a:lnTo>
                <a:lnTo>
                  <a:pt x="175" y="48509"/>
                </a:lnTo>
                <a:lnTo>
                  <a:pt x="263" y="48277"/>
                </a:lnTo>
                <a:lnTo>
                  <a:pt x="401" y="48045"/>
                </a:lnTo>
                <a:lnTo>
                  <a:pt x="502" y="47812"/>
                </a:lnTo>
                <a:lnTo>
                  <a:pt x="590" y="47529"/>
                </a:lnTo>
                <a:lnTo>
                  <a:pt x="678" y="47297"/>
                </a:lnTo>
                <a:lnTo>
                  <a:pt x="778" y="47052"/>
                </a:lnTo>
                <a:lnTo>
                  <a:pt x="904" y="46819"/>
                </a:lnTo>
                <a:lnTo>
                  <a:pt x="1004" y="46536"/>
                </a:lnTo>
                <a:lnTo>
                  <a:pt x="1092" y="46303"/>
                </a:lnTo>
                <a:lnTo>
                  <a:pt x="1180" y="46071"/>
                </a:lnTo>
                <a:lnTo>
                  <a:pt x="1280" y="45839"/>
                </a:lnTo>
                <a:lnTo>
                  <a:pt x="1406" y="45555"/>
                </a:lnTo>
                <a:lnTo>
                  <a:pt x="1506" y="45310"/>
                </a:lnTo>
                <a:lnTo>
                  <a:pt x="1594" y="45078"/>
                </a:lnTo>
                <a:lnTo>
                  <a:pt x="1682" y="44846"/>
                </a:lnTo>
                <a:lnTo>
                  <a:pt x="1783" y="44562"/>
                </a:lnTo>
                <a:lnTo>
                  <a:pt x="1921" y="44330"/>
                </a:lnTo>
                <a:lnTo>
                  <a:pt x="2009" y="44098"/>
                </a:lnTo>
                <a:lnTo>
                  <a:pt x="2097" y="43866"/>
                </a:lnTo>
                <a:lnTo>
                  <a:pt x="2184" y="43582"/>
                </a:lnTo>
                <a:lnTo>
                  <a:pt x="2285" y="43337"/>
                </a:lnTo>
                <a:lnTo>
                  <a:pt x="2423" y="43105"/>
                </a:lnTo>
                <a:lnTo>
                  <a:pt x="2511" y="42873"/>
                </a:lnTo>
                <a:lnTo>
                  <a:pt x="2549" y="42640"/>
                </a:lnTo>
                <a:lnTo>
                  <a:pt x="2649" y="42408"/>
                </a:lnTo>
                <a:lnTo>
                  <a:pt x="2787" y="42163"/>
                </a:lnTo>
                <a:lnTo>
                  <a:pt x="2875" y="41931"/>
                </a:lnTo>
                <a:lnTo>
                  <a:pt x="2963" y="41647"/>
                </a:lnTo>
                <a:lnTo>
                  <a:pt x="3064" y="41415"/>
                </a:lnTo>
                <a:lnTo>
                  <a:pt x="3151" y="41183"/>
                </a:lnTo>
                <a:lnTo>
                  <a:pt x="3290" y="40951"/>
                </a:lnTo>
                <a:lnTo>
                  <a:pt x="3377" y="40667"/>
                </a:lnTo>
                <a:lnTo>
                  <a:pt x="3465" y="40422"/>
                </a:lnTo>
                <a:lnTo>
                  <a:pt x="3566" y="40190"/>
                </a:lnTo>
                <a:lnTo>
                  <a:pt x="3654" y="39958"/>
                </a:lnTo>
                <a:lnTo>
                  <a:pt x="3792" y="39674"/>
                </a:lnTo>
                <a:lnTo>
                  <a:pt x="3880" y="39442"/>
                </a:lnTo>
                <a:lnTo>
                  <a:pt x="3968" y="39210"/>
                </a:lnTo>
                <a:lnTo>
                  <a:pt x="4068" y="38964"/>
                </a:lnTo>
                <a:lnTo>
                  <a:pt x="4156" y="38694"/>
                </a:lnTo>
                <a:lnTo>
                  <a:pt x="4294" y="38449"/>
                </a:lnTo>
                <a:lnTo>
                  <a:pt x="4382" y="38216"/>
                </a:lnTo>
                <a:lnTo>
                  <a:pt x="4470" y="37984"/>
                </a:lnTo>
                <a:lnTo>
                  <a:pt x="4570" y="37700"/>
                </a:lnTo>
                <a:lnTo>
                  <a:pt x="4658" y="37468"/>
                </a:lnTo>
                <a:lnTo>
                  <a:pt x="4796" y="37236"/>
                </a:lnTo>
                <a:lnTo>
                  <a:pt x="4884" y="36991"/>
                </a:lnTo>
                <a:lnTo>
                  <a:pt x="4972" y="36720"/>
                </a:lnTo>
                <a:lnTo>
                  <a:pt x="5073" y="36475"/>
                </a:lnTo>
                <a:lnTo>
                  <a:pt x="5161" y="36243"/>
                </a:lnTo>
                <a:lnTo>
                  <a:pt x="5299" y="36011"/>
                </a:lnTo>
                <a:lnTo>
                  <a:pt x="5387" y="35727"/>
                </a:lnTo>
                <a:lnTo>
                  <a:pt x="5475" y="35495"/>
                </a:lnTo>
                <a:lnTo>
                  <a:pt x="5575" y="35263"/>
                </a:lnTo>
                <a:lnTo>
                  <a:pt x="5663" y="35018"/>
                </a:lnTo>
                <a:lnTo>
                  <a:pt x="5801" y="34734"/>
                </a:lnTo>
                <a:lnTo>
                  <a:pt x="5889" y="34502"/>
                </a:lnTo>
                <a:lnTo>
                  <a:pt x="5977" y="34270"/>
                </a:lnTo>
                <a:lnTo>
                  <a:pt x="6077" y="34037"/>
                </a:lnTo>
                <a:lnTo>
                  <a:pt x="6165" y="33754"/>
                </a:lnTo>
                <a:lnTo>
                  <a:pt x="6303" y="33521"/>
                </a:lnTo>
                <a:lnTo>
                  <a:pt x="6391" y="33289"/>
                </a:lnTo>
                <a:lnTo>
                  <a:pt x="6479" y="33044"/>
                </a:lnTo>
                <a:lnTo>
                  <a:pt x="6580" y="32760"/>
                </a:lnTo>
                <a:lnTo>
                  <a:pt x="6667" y="32528"/>
                </a:lnTo>
                <a:lnTo>
                  <a:pt x="6806" y="32296"/>
                </a:lnTo>
                <a:lnTo>
                  <a:pt x="6894" y="32064"/>
                </a:lnTo>
                <a:lnTo>
                  <a:pt x="6994" y="31780"/>
                </a:lnTo>
                <a:lnTo>
                  <a:pt x="7082" y="31548"/>
                </a:lnTo>
                <a:lnTo>
                  <a:pt x="7170" y="31303"/>
                </a:lnTo>
                <a:lnTo>
                  <a:pt x="7308" y="31071"/>
                </a:lnTo>
                <a:lnTo>
                  <a:pt x="7396" y="30787"/>
                </a:lnTo>
                <a:lnTo>
                  <a:pt x="7496" y="30555"/>
                </a:lnTo>
                <a:lnTo>
                  <a:pt x="7584" y="30323"/>
                </a:lnTo>
                <a:lnTo>
                  <a:pt x="7672" y="30091"/>
                </a:lnTo>
                <a:lnTo>
                  <a:pt x="7810" y="29807"/>
                </a:lnTo>
                <a:lnTo>
                  <a:pt x="7898" y="29575"/>
                </a:lnTo>
                <a:lnTo>
                  <a:pt x="7999" y="29330"/>
                </a:lnTo>
                <a:lnTo>
                  <a:pt x="8086" y="29097"/>
                </a:lnTo>
                <a:lnTo>
                  <a:pt x="8174" y="28814"/>
                </a:lnTo>
                <a:lnTo>
                  <a:pt x="8312" y="28582"/>
                </a:lnTo>
                <a:lnTo>
                  <a:pt x="8400" y="28349"/>
                </a:lnTo>
                <a:lnTo>
                  <a:pt x="8501" y="28117"/>
                </a:lnTo>
                <a:lnTo>
                  <a:pt x="8589" y="27833"/>
                </a:lnTo>
                <a:lnTo>
                  <a:pt x="8677" y="27601"/>
                </a:lnTo>
                <a:lnTo>
                  <a:pt x="8815" y="27356"/>
                </a:lnTo>
                <a:lnTo>
                  <a:pt x="8903" y="27124"/>
                </a:lnTo>
                <a:lnTo>
                  <a:pt x="9003" y="26840"/>
                </a:lnTo>
                <a:lnTo>
                  <a:pt x="9091" y="26608"/>
                </a:lnTo>
                <a:lnTo>
                  <a:pt x="9179" y="26376"/>
                </a:lnTo>
                <a:lnTo>
                  <a:pt x="9317" y="26144"/>
                </a:lnTo>
                <a:lnTo>
                  <a:pt x="9405" y="25860"/>
                </a:lnTo>
                <a:lnTo>
                  <a:pt x="9505" y="25615"/>
                </a:lnTo>
                <a:lnTo>
                  <a:pt x="9593" y="25383"/>
                </a:lnTo>
                <a:lnTo>
                  <a:pt x="9681" y="25151"/>
                </a:lnTo>
                <a:lnTo>
                  <a:pt x="9819" y="24867"/>
                </a:lnTo>
                <a:lnTo>
                  <a:pt x="9907" y="24635"/>
                </a:lnTo>
                <a:lnTo>
                  <a:pt x="10008" y="24403"/>
                </a:lnTo>
                <a:lnTo>
                  <a:pt x="10096" y="24158"/>
                </a:lnTo>
                <a:lnTo>
                  <a:pt x="10184" y="23887"/>
                </a:lnTo>
                <a:lnTo>
                  <a:pt x="10322" y="23642"/>
                </a:lnTo>
                <a:lnTo>
                  <a:pt x="10422" y="23409"/>
                </a:lnTo>
                <a:lnTo>
                  <a:pt x="10510" y="23177"/>
                </a:lnTo>
                <a:lnTo>
                  <a:pt x="10598" y="22894"/>
                </a:lnTo>
                <a:lnTo>
                  <a:pt x="10686" y="22661"/>
                </a:lnTo>
                <a:lnTo>
                  <a:pt x="10824" y="22429"/>
                </a:lnTo>
                <a:lnTo>
                  <a:pt x="10924" y="22184"/>
                </a:lnTo>
                <a:lnTo>
                  <a:pt x="11012" y="21913"/>
                </a:lnTo>
                <a:lnTo>
                  <a:pt x="11100" y="21668"/>
                </a:lnTo>
                <a:lnTo>
                  <a:pt x="11188" y="21436"/>
                </a:lnTo>
                <a:lnTo>
                  <a:pt x="11326" y="21204"/>
                </a:lnTo>
                <a:lnTo>
                  <a:pt x="11427" y="20920"/>
                </a:lnTo>
                <a:lnTo>
                  <a:pt x="11515" y="20688"/>
                </a:lnTo>
                <a:lnTo>
                  <a:pt x="11603" y="20456"/>
                </a:lnTo>
                <a:lnTo>
                  <a:pt x="11690" y="20211"/>
                </a:lnTo>
                <a:lnTo>
                  <a:pt x="11829" y="19927"/>
                </a:lnTo>
                <a:lnTo>
                  <a:pt x="11929" y="19695"/>
                </a:lnTo>
                <a:lnTo>
                  <a:pt x="12017" y="19463"/>
                </a:lnTo>
                <a:lnTo>
                  <a:pt x="12105" y="19230"/>
                </a:lnTo>
                <a:lnTo>
                  <a:pt x="12193" y="18947"/>
                </a:lnTo>
                <a:lnTo>
                  <a:pt x="12331" y="18715"/>
                </a:lnTo>
                <a:lnTo>
                  <a:pt x="12431" y="18482"/>
                </a:lnTo>
                <a:lnTo>
                  <a:pt x="12519" y="18237"/>
                </a:lnTo>
                <a:lnTo>
                  <a:pt x="12607" y="17954"/>
                </a:lnTo>
                <a:lnTo>
                  <a:pt x="12695" y="17721"/>
                </a:lnTo>
                <a:lnTo>
                  <a:pt x="12833" y="17489"/>
                </a:lnTo>
                <a:lnTo>
                  <a:pt x="12934" y="17257"/>
                </a:lnTo>
                <a:lnTo>
                  <a:pt x="13022" y="16973"/>
                </a:lnTo>
                <a:lnTo>
                  <a:pt x="13109" y="16741"/>
                </a:lnTo>
                <a:lnTo>
                  <a:pt x="13210" y="16496"/>
                </a:lnTo>
                <a:lnTo>
                  <a:pt x="13335" y="16264"/>
                </a:lnTo>
                <a:lnTo>
                  <a:pt x="13436" y="15980"/>
                </a:lnTo>
                <a:lnTo>
                  <a:pt x="13524" y="15748"/>
                </a:lnTo>
                <a:lnTo>
                  <a:pt x="13612" y="15516"/>
                </a:lnTo>
                <a:lnTo>
                  <a:pt x="13712" y="15284"/>
                </a:lnTo>
                <a:lnTo>
                  <a:pt x="13838" y="15000"/>
                </a:lnTo>
                <a:lnTo>
                  <a:pt x="13938" y="14768"/>
                </a:lnTo>
                <a:lnTo>
                  <a:pt x="14026" y="14523"/>
                </a:lnTo>
                <a:lnTo>
                  <a:pt x="14114" y="14291"/>
                </a:lnTo>
                <a:lnTo>
                  <a:pt x="14214" y="14058"/>
                </a:lnTo>
                <a:lnTo>
                  <a:pt x="14353" y="13775"/>
                </a:lnTo>
                <a:lnTo>
                  <a:pt x="14441" y="13542"/>
                </a:lnTo>
                <a:lnTo>
                  <a:pt x="14528" y="13310"/>
                </a:lnTo>
                <a:lnTo>
                  <a:pt x="14616" y="13065"/>
                </a:lnTo>
                <a:lnTo>
                  <a:pt x="14717" y="12794"/>
                </a:lnTo>
                <a:lnTo>
                  <a:pt x="14855" y="12549"/>
                </a:lnTo>
                <a:lnTo>
                  <a:pt x="14943" y="12317"/>
                </a:lnTo>
                <a:lnTo>
                  <a:pt x="15031" y="12085"/>
                </a:lnTo>
                <a:lnTo>
                  <a:pt x="15119" y="11801"/>
                </a:lnTo>
                <a:lnTo>
                  <a:pt x="15219" y="11569"/>
                </a:lnTo>
                <a:lnTo>
                  <a:pt x="15357" y="11337"/>
                </a:lnTo>
                <a:lnTo>
                  <a:pt x="15445" y="11092"/>
                </a:lnTo>
                <a:lnTo>
                  <a:pt x="15533" y="10808"/>
                </a:lnTo>
                <a:lnTo>
                  <a:pt x="15621" y="10576"/>
                </a:lnTo>
                <a:lnTo>
                  <a:pt x="15721" y="10344"/>
                </a:lnTo>
                <a:lnTo>
                  <a:pt x="15859" y="10112"/>
                </a:lnTo>
                <a:lnTo>
                  <a:pt x="15947" y="9879"/>
                </a:lnTo>
                <a:lnTo>
                  <a:pt x="16035" y="9596"/>
                </a:lnTo>
                <a:lnTo>
                  <a:pt x="16123" y="9351"/>
                </a:lnTo>
                <a:lnTo>
                  <a:pt x="16224" y="9118"/>
                </a:lnTo>
                <a:lnTo>
                  <a:pt x="16362" y="8886"/>
                </a:lnTo>
                <a:lnTo>
                  <a:pt x="16450" y="8602"/>
                </a:lnTo>
                <a:lnTo>
                  <a:pt x="16538" y="8370"/>
                </a:lnTo>
                <a:lnTo>
                  <a:pt x="16638" y="8138"/>
                </a:lnTo>
                <a:lnTo>
                  <a:pt x="16726" y="7906"/>
                </a:lnTo>
                <a:lnTo>
                  <a:pt x="16864" y="7622"/>
                </a:lnTo>
                <a:lnTo>
                  <a:pt x="16952" y="7377"/>
                </a:lnTo>
                <a:lnTo>
                  <a:pt x="17040" y="7145"/>
                </a:lnTo>
                <a:lnTo>
                  <a:pt x="17140" y="6913"/>
                </a:lnTo>
                <a:lnTo>
                  <a:pt x="17228" y="6629"/>
                </a:lnTo>
                <a:lnTo>
                  <a:pt x="17366" y="6397"/>
                </a:lnTo>
                <a:lnTo>
                  <a:pt x="17454" y="6165"/>
                </a:lnTo>
                <a:lnTo>
                  <a:pt x="17542" y="5920"/>
                </a:lnTo>
                <a:lnTo>
                  <a:pt x="17643" y="5688"/>
                </a:lnTo>
                <a:lnTo>
                  <a:pt x="17731" y="5404"/>
                </a:lnTo>
                <a:lnTo>
                  <a:pt x="17869" y="5172"/>
                </a:lnTo>
                <a:lnTo>
                  <a:pt x="17957" y="4939"/>
                </a:lnTo>
                <a:lnTo>
                  <a:pt x="18044" y="4707"/>
                </a:lnTo>
                <a:lnTo>
                  <a:pt x="18145" y="4424"/>
                </a:lnTo>
                <a:lnTo>
                  <a:pt x="18233" y="4191"/>
                </a:lnTo>
                <a:lnTo>
                  <a:pt x="18371" y="3946"/>
                </a:lnTo>
                <a:lnTo>
                  <a:pt x="18459" y="3714"/>
                </a:lnTo>
                <a:lnTo>
                  <a:pt x="18547" y="3482"/>
                </a:lnTo>
                <a:lnTo>
                  <a:pt x="18647" y="3198"/>
                </a:lnTo>
                <a:lnTo>
                  <a:pt x="18735" y="2966"/>
                </a:lnTo>
                <a:lnTo>
                  <a:pt x="18873" y="2734"/>
                </a:lnTo>
                <a:lnTo>
                  <a:pt x="18961" y="2489"/>
                </a:lnTo>
                <a:lnTo>
                  <a:pt x="19049" y="2218"/>
                </a:lnTo>
                <a:lnTo>
                  <a:pt x="19150" y="1973"/>
                </a:lnTo>
                <a:lnTo>
                  <a:pt x="19237" y="1741"/>
                </a:lnTo>
                <a:lnTo>
                  <a:pt x="19376" y="1509"/>
                </a:lnTo>
                <a:lnTo>
                  <a:pt x="19463" y="1225"/>
                </a:lnTo>
                <a:lnTo>
                  <a:pt x="19551" y="993"/>
                </a:lnTo>
                <a:lnTo>
                  <a:pt x="19652" y="760"/>
                </a:lnTo>
                <a:lnTo>
                  <a:pt x="19740" y="515"/>
                </a:lnTo>
                <a:lnTo>
                  <a:pt x="19878" y="283"/>
                </a:lnTo>
                <a:lnTo>
                  <a:pt x="19966" y="0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7900886" y="4116006"/>
            <a:ext cx="20016" cy="48367"/>
          </a:xfrm>
          <a:custGeom>
            <a:avLst/>
            <a:gdLst/>
            <a:ahLst/>
            <a:cxnLst/>
            <a:rect l="l" t="t" r="r" b="b"/>
            <a:pathLst>
              <a:path w="20016" h="48367">
                <a:moveTo>
                  <a:pt x="0" y="48367"/>
                </a:moveTo>
                <a:lnTo>
                  <a:pt x="87" y="48135"/>
                </a:lnTo>
                <a:lnTo>
                  <a:pt x="188" y="47903"/>
                </a:lnTo>
                <a:lnTo>
                  <a:pt x="276" y="47671"/>
                </a:lnTo>
                <a:lnTo>
                  <a:pt x="414" y="47387"/>
                </a:lnTo>
                <a:lnTo>
                  <a:pt x="502" y="47142"/>
                </a:lnTo>
                <a:lnTo>
                  <a:pt x="602" y="46910"/>
                </a:lnTo>
                <a:lnTo>
                  <a:pt x="690" y="46677"/>
                </a:lnTo>
                <a:lnTo>
                  <a:pt x="778" y="46445"/>
                </a:lnTo>
                <a:lnTo>
                  <a:pt x="916" y="46162"/>
                </a:lnTo>
                <a:lnTo>
                  <a:pt x="1004" y="45929"/>
                </a:lnTo>
                <a:lnTo>
                  <a:pt x="1105" y="45697"/>
                </a:lnTo>
                <a:lnTo>
                  <a:pt x="1192" y="45452"/>
                </a:lnTo>
                <a:lnTo>
                  <a:pt x="1280" y="45220"/>
                </a:lnTo>
                <a:lnTo>
                  <a:pt x="1418" y="44936"/>
                </a:lnTo>
                <a:lnTo>
                  <a:pt x="1506" y="44704"/>
                </a:lnTo>
                <a:lnTo>
                  <a:pt x="1607" y="44472"/>
                </a:lnTo>
                <a:lnTo>
                  <a:pt x="1695" y="44240"/>
                </a:lnTo>
                <a:lnTo>
                  <a:pt x="1783" y="43956"/>
                </a:lnTo>
                <a:lnTo>
                  <a:pt x="1921" y="43711"/>
                </a:lnTo>
                <a:lnTo>
                  <a:pt x="2009" y="43479"/>
                </a:lnTo>
                <a:lnTo>
                  <a:pt x="2109" y="43247"/>
                </a:lnTo>
                <a:lnTo>
                  <a:pt x="2197" y="43014"/>
                </a:lnTo>
                <a:lnTo>
                  <a:pt x="2285" y="42731"/>
                </a:lnTo>
                <a:lnTo>
                  <a:pt x="2423" y="42499"/>
                </a:lnTo>
                <a:lnTo>
                  <a:pt x="2511" y="42253"/>
                </a:lnTo>
                <a:lnTo>
                  <a:pt x="2611" y="42021"/>
                </a:lnTo>
                <a:lnTo>
                  <a:pt x="2699" y="41789"/>
                </a:lnTo>
                <a:lnTo>
                  <a:pt x="2787" y="41505"/>
                </a:lnTo>
                <a:lnTo>
                  <a:pt x="2925" y="41273"/>
                </a:lnTo>
                <a:lnTo>
                  <a:pt x="3013" y="41041"/>
                </a:lnTo>
                <a:lnTo>
                  <a:pt x="3114" y="40796"/>
                </a:lnTo>
                <a:lnTo>
                  <a:pt x="3202" y="40525"/>
                </a:lnTo>
                <a:lnTo>
                  <a:pt x="3290" y="40280"/>
                </a:lnTo>
                <a:lnTo>
                  <a:pt x="3428" y="40048"/>
                </a:lnTo>
                <a:lnTo>
                  <a:pt x="3516" y="39816"/>
                </a:lnTo>
                <a:lnTo>
                  <a:pt x="3616" y="39584"/>
                </a:lnTo>
                <a:lnTo>
                  <a:pt x="3704" y="39300"/>
                </a:lnTo>
                <a:lnTo>
                  <a:pt x="3792" y="39068"/>
                </a:lnTo>
                <a:lnTo>
                  <a:pt x="3930" y="38823"/>
                </a:lnTo>
                <a:lnTo>
                  <a:pt x="4018" y="38590"/>
                </a:lnTo>
                <a:lnTo>
                  <a:pt x="4118" y="38358"/>
                </a:lnTo>
                <a:lnTo>
                  <a:pt x="4206" y="38074"/>
                </a:lnTo>
                <a:lnTo>
                  <a:pt x="4294" y="37842"/>
                </a:lnTo>
                <a:lnTo>
                  <a:pt x="4432" y="37610"/>
                </a:lnTo>
                <a:lnTo>
                  <a:pt x="4533" y="37365"/>
                </a:lnTo>
                <a:lnTo>
                  <a:pt x="4621" y="37133"/>
                </a:lnTo>
                <a:lnTo>
                  <a:pt x="4709" y="36849"/>
                </a:lnTo>
                <a:lnTo>
                  <a:pt x="4796" y="36617"/>
                </a:lnTo>
                <a:lnTo>
                  <a:pt x="4935" y="36385"/>
                </a:lnTo>
                <a:lnTo>
                  <a:pt x="5035" y="36153"/>
                </a:lnTo>
                <a:lnTo>
                  <a:pt x="5123" y="35908"/>
                </a:lnTo>
                <a:lnTo>
                  <a:pt x="5211" y="35637"/>
                </a:lnTo>
                <a:lnTo>
                  <a:pt x="5299" y="35392"/>
                </a:lnTo>
                <a:lnTo>
                  <a:pt x="5437" y="35160"/>
                </a:lnTo>
                <a:lnTo>
                  <a:pt x="5537" y="34927"/>
                </a:lnTo>
                <a:lnTo>
                  <a:pt x="5625" y="34695"/>
                </a:lnTo>
                <a:lnTo>
                  <a:pt x="5713" y="34411"/>
                </a:lnTo>
                <a:lnTo>
                  <a:pt x="5801" y="34179"/>
                </a:lnTo>
                <a:lnTo>
                  <a:pt x="5939" y="33934"/>
                </a:lnTo>
                <a:lnTo>
                  <a:pt x="6040" y="33702"/>
                </a:lnTo>
                <a:lnTo>
                  <a:pt x="6128" y="33470"/>
                </a:lnTo>
                <a:lnTo>
                  <a:pt x="6215" y="33186"/>
                </a:lnTo>
                <a:lnTo>
                  <a:pt x="6303" y="32954"/>
                </a:lnTo>
                <a:lnTo>
                  <a:pt x="6441" y="32722"/>
                </a:lnTo>
                <a:lnTo>
                  <a:pt x="6542" y="32477"/>
                </a:lnTo>
                <a:lnTo>
                  <a:pt x="6630" y="32245"/>
                </a:lnTo>
                <a:lnTo>
                  <a:pt x="6718" y="31961"/>
                </a:lnTo>
                <a:lnTo>
                  <a:pt x="6818" y="31729"/>
                </a:lnTo>
                <a:lnTo>
                  <a:pt x="6944" y="31496"/>
                </a:lnTo>
                <a:lnTo>
                  <a:pt x="7044" y="31264"/>
                </a:lnTo>
                <a:lnTo>
                  <a:pt x="7132" y="31019"/>
                </a:lnTo>
                <a:lnTo>
                  <a:pt x="7220" y="30748"/>
                </a:lnTo>
                <a:lnTo>
                  <a:pt x="7320" y="30503"/>
                </a:lnTo>
                <a:lnTo>
                  <a:pt x="7446" y="30271"/>
                </a:lnTo>
                <a:lnTo>
                  <a:pt x="7546" y="30039"/>
                </a:lnTo>
                <a:lnTo>
                  <a:pt x="7634" y="29807"/>
                </a:lnTo>
                <a:lnTo>
                  <a:pt x="7722" y="29523"/>
                </a:lnTo>
                <a:lnTo>
                  <a:pt x="7823" y="29291"/>
                </a:lnTo>
                <a:lnTo>
                  <a:pt x="7961" y="29046"/>
                </a:lnTo>
                <a:lnTo>
                  <a:pt x="8049" y="28814"/>
                </a:lnTo>
                <a:lnTo>
                  <a:pt x="8137" y="28582"/>
                </a:lnTo>
                <a:lnTo>
                  <a:pt x="8225" y="28349"/>
                </a:lnTo>
                <a:lnTo>
                  <a:pt x="8325" y="28066"/>
                </a:lnTo>
                <a:lnTo>
                  <a:pt x="8463" y="27833"/>
                </a:lnTo>
                <a:lnTo>
                  <a:pt x="8551" y="27588"/>
                </a:lnTo>
                <a:lnTo>
                  <a:pt x="8639" y="27356"/>
                </a:lnTo>
                <a:lnTo>
                  <a:pt x="8727" y="27124"/>
                </a:lnTo>
                <a:lnTo>
                  <a:pt x="8827" y="26840"/>
                </a:lnTo>
                <a:lnTo>
                  <a:pt x="8965" y="26608"/>
                </a:lnTo>
                <a:lnTo>
                  <a:pt x="9053" y="26376"/>
                </a:lnTo>
                <a:lnTo>
                  <a:pt x="9141" y="26131"/>
                </a:lnTo>
                <a:lnTo>
                  <a:pt x="9229" y="25899"/>
                </a:lnTo>
                <a:lnTo>
                  <a:pt x="9330" y="25667"/>
                </a:lnTo>
                <a:lnTo>
                  <a:pt x="9468" y="25383"/>
                </a:lnTo>
                <a:lnTo>
                  <a:pt x="9556" y="25151"/>
                </a:lnTo>
                <a:lnTo>
                  <a:pt x="9644" y="24918"/>
                </a:lnTo>
                <a:lnTo>
                  <a:pt x="9731" y="24673"/>
                </a:lnTo>
                <a:lnTo>
                  <a:pt x="9832" y="24441"/>
                </a:lnTo>
                <a:lnTo>
                  <a:pt x="9970" y="24158"/>
                </a:lnTo>
                <a:lnTo>
                  <a:pt x="10058" y="23925"/>
                </a:lnTo>
                <a:lnTo>
                  <a:pt x="10146" y="23693"/>
                </a:lnTo>
                <a:lnTo>
                  <a:pt x="10234" y="23461"/>
                </a:lnTo>
                <a:lnTo>
                  <a:pt x="10334" y="23216"/>
                </a:lnTo>
                <a:lnTo>
                  <a:pt x="10472" y="22984"/>
                </a:lnTo>
                <a:lnTo>
                  <a:pt x="10560" y="22700"/>
                </a:lnTo>
                <a:lnTo>
                  <a:pt x="10648" y="22468"/>
                </a:lnTo>
                <a:lnTo>
                  <a:pt x="10749" y="22236"/>
                </a:lnTo>
                <a:lnTo>
                  <a:pt x="10837" y="22004"/>
                </a:lnTo>
                <a:lnTo>
                  <a:pt x="10975" y="21758"/>
                </a:lnTo>
                <a:lnTo>
                  <a:pt x="11063" y="21526"/>
                </a:lnTo>
                <a:lnTo>
                  <a:pt x="11150" y="21243"/>
                </a:lnTo>
                <a:lnTo>
                  <a:pt x="11251" y="21010"/>
                </a:lnTo>
                <a:lnTo>
                  <a:pt x="11339" y="20778"/>
                </a:lnTo>
                <a:lnTo>
                  <a:pt x="11477" y="20546"/>
                </a:lnTo>
                <a:lnTo>
                  <a:pt x="11565" y="20314"/>
                </a:lnTo>
                <a:lnTo>
                  <a:pt x="11653" y="20069"/>
                </a:lnTo>
                <a:lnTo>
                  <a:pt x="11753" y="19785"/>
                </a:lnTo>
                <a:lnTo>
                  <a:pt x="11841" y="19553"/>
                </a:lnTo>
                <a:lnTo>
                  <a:pt x="11979" y="19321"/>
                </a:lnTo>
                <a:lnTo>
                  <a:pt x="12067" y="19089"/>
                </a:lnTo>
                <a:lnTo>
                  <a:pt x="12155" y="18856"/>
                </a:lnTo>
                <a:lnTo>
                  <a:pt x="12256" y="18611"/>
                </a:lnTo>
                <a:lnTo>
                  <a:pt x="12343" y="18328"/>
                </a:lnTo>
                <a:lnTo>
                  <a:pt x="12482" y="18095"/>
                </a:lnTo>
                <a:lnTo>
                  <a:pt x="12569" y="17863"/>
                </a:lnTo>
                <a:lnTo>
                  <a:pt x="12657" y="17631"/>
                </a:lnTo>
                <a:lnTo>
                  <a:pt x="12758" y="17399"/>
                </a:lnTo>
                <a:lnTo>
                  <a:pt x="12846" y="17154"/>
                </a:lnTo>
                <a:lnTo>
                  <a:pt x="12984" y="16870"/>
                </a:lnTo>
                <a:lnTo>
                  <a:pt x="13072" y="16638"/>
                </a:lnTo>
                <a:lnTo>
                  <a:pt x="13160" y="16406"/>
                </a:lnTo>
                <a:lnTo>
                  <a:pt x="13260" y="16174"/>
                </a:lnTo>
                <a:lnTo>
                  <a:pt x="13348" y="15941"/>
                </a:lnTo>
                <a:lnTo>
                  <a:pt x="13486" y="15696"/>
                </a:lnTo>
                <a:lnTo>
                  <a:pt x="13574" y="15413"/>
                </a:lnTo>
                <a:lnTo>
                  <a:pt x="13662" y="15180"/>
                </a:lnTo>
                <a:lnTo>
                  <a:pt x="13762" y="14948"/>
                </a:lnTo>
                <a:lnTo>
                  <a:pt x="13850" y="14716"/>
                </a:lnTo>
                <a:lnTo>
                  <a:pt x="13988" y="14484"/>
                </a:lnTo>
                <a:lnTo>
                  <a:pt x="14076" y="14239"/>
                </a:lnTo>
                <a:lnTo>
                  <a:pt x="14177" y="14007"/>
                </a:lnTo>
                <a:lnTo>
                  <a:pt x="14265" y="13723"/>
                </a:lnTo>
                <a:lnTo>
                  <a:pt x="14353" y="13491"/>
                </a:lnTo>
                <a:lnTo>
                  <a:pt x="14491" y="13259"/>
                </a:lnTo>
                <a:lnTo>
                  <a:pt x="14579" y="13027"/>
                </a:lnTo>
                <a:lnTo>
                  <a:pt x="14679" y="12781"/>
                </a:lnTo>
                <a:lnTo>
                  <a:pt x="14767" y="12549"/>
                </a:lnTo>
                <a:lnTo>
                  <a:pt x="14855" y="12317"/>
                </a:lnTo>
                <a:lnTo>
                  <a:pt x="14993" y="12033"/>
                </a:lnTo>
                <a:lnTo>
                  <a:pt x="15081" y="11801"/>
                </a:lnTo>
                <a:lnTo>
                  <a:pt x="15181" y="11569"/>
                </a:lnTo>
                <a:lnTo>
                  <a:pt x="15269" y="11324"/>
                </a:lnTo>
                <a:lnTo>
                  <a:pt x="15357" y="11092"/>
                </a:lnTo>
                <a:lnTo>
                  <a:pt x="15495" y="10860"/>
                </a:lnTo>
                <a:lnTo>
                  <a:pt x="15583" y="10627"/>
                </a:lnTo>
                <a:lnTo>
                  <a:pt x="15684" y="10344"/>
                </a:lnTo>
                <a:lnTo>
                  <a:pt x="15772" y="10112"/>
                </a:lnTo>
                <a:lnTo>
                  <a:pt x="15859" y="9866"/>
                </a:lnTo>
                <a:lnTo>
                  <a:pt x="15998" y="9634"/>
                </a:lnTo>
                <a:lnTo>
                  <a:pt x="16086" y="9402"/>
                </a:lnTo>
                <a:lnTo>
                  <a:pt x="16186" y="9170"/>
                </a:lnTo>
                <a:lnTo>
                  <a:pt x="16274" y="8938"/>
                </a:lnTo>
                <a:lnTo>
                  <a:pt x="16362" y="8654"/>
                </a:lnTo>
                <a:lnTo>
                  <a:pt x="16500" y="8409"/>
                </a:lnTo>
                <a:lnTo>
                  <a:pt x="16588" y="8177"/>
                </a:lnTo>
                <a:lnTo>
                  <a:pt x="16688" y="7945"/>
                </a:lnTo>
                <a:lnTo>
                  <a:pt x="16776" y="7713"/>
                </a:lnTo>
                <a:lnTo>
                  <a:pt x="16864" y="7480"/>
                </a:lnTo>
                <a:lnTo>
                  <a:pt x="17002" y="7235"/>
                </a:lnTo>
                <a:lnTo>
                  <a:pt x="17090" y="6952"/>
                </a:lnTo>
                <a:lnTo>
                  <a:pt x="17191" y="6719"/>
                </a:lnTo>
                <a:lnTo>
                  <a:pt x="17278" y="6487"/>
                </a:lnTo>
                <a:lnTo>
                  <a:pt x="17366" y="6255"/>
                </a:lnTo>
                <a:lnTo>
                  <a:pt x="17505" y="6023"/>
                </a:lnTo>
                <a:lnTo>
                  <a:pt x="17592" y="5778"/>
                </a:lnTo>
                <a:lnTo>
                  <a:pt x="17693" y="5546"/>
                </a:lnTo>
                <a:lnTo>
                  <a:pt x="17781" y="5313"/>
                </a:lnTo>
                <a:lnTo>
                  <a:pt x="17869" y="5030"/>
                </a:lnTo>
                <a:lnTo>
                  <a:pt x="18007" y="4798"/>
                </a:lnTo>
                <a:lnTo>
                  <a:pt x="18107" y="4565"/>
                </a:lnTo>
                <a:lnTo>
                  <a:pt x="18195" y="4320"/>
                </a:lnTo>
                <a:lnTo>
                  <a:pt x="18283" y="4088"/>
                </a:lnTo>
                <a:lnTo>
                  <a:pt x="18371" y="3856"/>
                </a:lnTo>
                <a:lnTo>
                  <a:pt x="18509" y="3624"/>
                </a:lnTo>
                <a:lnTo>
                  <a:pt x="18610" y="3392"/>
                </a:lnTo>
                <a:lnTo>
                  <a:pt x="18697" y="3108"/>
                </a:lnTo>
                <a:lnTo>
                  <a:pt x="18785" y="2863"/>
                </a:lnTo>
                <a:lnTo>
                  <a:pt x="18873" y="2631"/>
                </a:lnTo>
                <a:lnTo>
                  <a:pt x="19011" y="2399"/>
                </a:lnTo>
                <a:lnTo>
                  <a:pt x="19112" y="2166"/>
                </a:lnTo>
                <a:lnTo>
                  <a:pt x="19200" y="1934"/>
                </a:lnTo>
                <a:lnTo>
                  <a:pt x="19288" y="1689"/>
                </a:lnTo>
                <a:lnTo>
                  <a:pt x="19376" y="1457"/>
                </a:lnTo>
                <a:lnTo>
                  <a:pt x="19514" y="1225"/>
                </a:lnTo>
                <a:lnTo>
                  <a:pt x="19614" y="941"/>
                </a:lnTo>
                <a:lnTo>
                  <a:pt x="19702" y="709"/>
                </a:lnTo>
                <a:lnTo>
                  <a:pt x="19790" y="477"/>
                </a:lnTo>
                <a:lnTo>
                  <a:pt x="19878" y="232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7920903" y="4069045"/>
            <a:ext cx="19978" cy="46961"/>
          </a:xfrm>
          <a:custGeom>
            <a:avLst/>
            <a:gdLst/>
            <a:ahLst/>
            <a:cxnLst/>
            <a:rect l="l" t="t" r="r" b="b"/>
            <a:pathLst>
              <a:path w="19978" h="46961">
                <a:moveTo>
                  <a:pt x="0" y="46961"/>
                </a:moveTo>
                <a:lnTo>
                  <a:pt x="100" y="46729"/>
                </a:lnTo>
                <a:lnTo>
                  <a:pt x="188" y="46497"/>
                </a:lnTo>
                <a:lnTo>
                  <a:pt x="276" y="46252"/>
                </a:lnTo>
                <a:lnTo>
                  <a:pt x="376" y="46020"/>
                </a:lnTo>
                <a:lnTo>
                  <a:pt x="502" y="45736"/>
                </a:lnTo>
                <a:lnTo>
                  <a:pt x="602" y="45504"/>
                </a:lnTo>
                <a:lnTo>
                  <a:pt x="690" y="45272"/>
                </a:lnTo>
                <a:lnTo>
                  <a:pt x="778" y="45039"/>
                </a:lnTo>
                <a:lnTo>
                  <a:pt x="879" y="44794"/>
                </a:lnTo>
                <a:lnTo>
                  <a:pt x="1004" y="44562"/>
                </a:lnTo>
                <a:lnTo>
                  <a:pt x="1105" y="44330"/>
                </a:lnTo>
                <a:lnTo>
                  <a:pt x="1192" y="44098"/>
                </a:lnTo>
                <a:lnTo>
                  <a:pt x="1280" y="43866"/>
                </a:lnTo>
                <a:lnTo>
                  <a:pt x="1381" y="43621"/>
                </a:lnTo>
                <a:lnTo>
                  <a:pt x="1506" y="43337"/>
                </a:lnTo>
                <a:lnTo>
                  <a:pt x="1607" y="43105"/>
                </a:lnTo>
                <a:lnTo>
                  <a:pt x="1695" y="42873"/>
                </a:lnTo>
                <a:lnTo>
                  <a:pt x="1783" y="42640"/>
                </a:lnTo>
                <a:lnTo>
                  <a:pt x="1883" y="42408"/>
                </a:lnTo>
                <a:lnTo>
                  <a:pt x="2021" y="42163"/>
                </a:lnTo>
                <a:lnTo>
                  <a:pt x="2109" y="41931"/>
                </a:lnTo>
                <a:lnTo>
                  <a:pt x="2197" y="41699"/>
                </a:lnTo>
                <a:lnTo>
                  <a:pt x="2285" y="41467"/>
                </a:lnTo>
                <a:lnTo>
                  <a:pt x="2385" y="41222"/>
                </a:lnTo>
                <a:lnTo>
                  <a:pt x="2524" y="40951"/>
                </a:lnTo>
                <a:lnTo>
                  <a:pt x="2611" y="40706"/>
                </a:lnTo>
                <a:lnTo>
                  <a:pt x="2699" y="40474"/>
                </a:lnTo>
                <a:lnTo>
                  <a:pt x="2787" y="40241"/>
                </a:lnTo>
                <a:lnTo>
                  <a:pt x="2888" y="40009"/>
                </a:lnTo>
                <a:lnTo>
                  <a:pt x="3026" y="39777"/>
                </a:lnTo>
                <a:lnTo>
                  <a:pt x="3114" y="39532"/>
                </a:lnTo>
                <a:lnTo>
                  <a:pt x="3202" y="39300"/>
                </a:lnTo>
                <a:lnTo>
                  <a:pt x="3290" y="39068"/>
                </a:lnTo>
                <a:lnTo>
                  <a:pt x="3390" y="38835"/>
                </a:lnTo>
                <a:lnTo>
                  <a:pt x="3528" y="38590"/>
                </a:lnTo>
                <a:lnTo>
                  <a:pt x="3616" y="38358"/>
                </a:lnTo>
                <a:lnTo>
                  <a:pt x="3704" y="38074"/>
                </a:lnTo>
                <a:lnTo>
                  <a:pt x="3792" y="37842"/>
                </a:lnTo>
                <a:lnTo>
                  <a:pt x="3892" y="37610"/>
                </a:lnTo>
                <a:lnTo>
                  <a:pt x="4030" y="37378"/>
                </a:lnTo>
                <a:lnTo>
                  <a:pt x="4118" y="37133"/>
                </a:lnTo>
                <a:lnTo>
                  <a:pt x="4206" y="36901"/>
                </a:lnTo>
                <a:lnTo>
                  <a:pt x="4307" y="36669"/>
                </a:lnTo>
                <a:lnTo>
                  <a:pt x="4395" y="36436"/>
                </a:lnTo>
                <a:lnTo>
                  <a:pt x="4533" y="36204"/>
                </a:lnTo>
                <a:lnTo>
                  <a:pt x="4621" y="35959"/>
                </a:lnTo>
                <a:lnTo>
                  <a:pt x="4709" y="35727"/>
                </a:lnTo>
                <a:lnTo>
                  <a:pt x="4809" y="35495"/>
                </a:lnTo>
                <a:lnTo>
                  <a:pt x="4897" y="35263"/>
                </a:lnTo>
                <a:lnTo>
                  <a:pt x="5035" y="34979"/>
                </a:lnTo>
                <a:lnTo>
                  <a:pt x="5123" y="34747"/>
                </a:lnTo>
                <a:lnTo>
                  <a:pt x="5211" y="34502"/>
                </a:lnTo>
                <a:lnTo>
                  <a:pt x="5311" y="34270"/>
                </a:lnTo>
                <a:lnTo>
                  <a:pt x="5399" y="34037"/>
                </a:lnTo>
                <a:lnTo>
                  <a:pt x="5537" y="33805"/>
                </a:lnTo>
                <a:lnTo>
                  <a:pt x="5625" y="33560"/>
                </a:lnTo>
                <a:lnTo>
                  <a:pt x="5713" y="33328"/>
                </a:lnTo>
                <a:lnTo>
                  <a:pt x="5814" y="33096"/>
                </a:lnTo>
                <a:lnTo>
                  <a:pt x="5901" y="32864"/>
                </a:lnTo>
                <a:lnTo>
                  <a:pt x="6040" y="32632"/>
                </a:lnTo>
                <a:lnTo>
                  <a:pt x="6128" y="32386"/>
                </a:lnTo>
                <a:lnTo>
                  <a:pt x="6215" y="32154"/>
                </a:lnTo>
                <a:lnTo>
                  <a:pt x="6316" y="31922"/>
                </a:lnTo>
                <a:lnTo>
                  <a:pt x="6404" y="31690"/>
                </a:lnTo>
                <a:lnTo>
                  <a:pt x="6542" y="31445"/>
                </a:lnTo>
                <a:lnTo>
                  <a:pt x="6630" y="31174"/>
                </a:lnTo>
                <a:lnTo>
                  <a:pt x="6718" y="30929"/>
                </a:lnTo>
                <a:lnTo>
                  <a:pt x="6818" y="30697"/>
                </a:lnTo>
                <a:lnTo>
                  <a:pt x="6906" y="30465"/>
                </a:lnTo>
                <a:lnTo>
                  <a:pt x="7044" y="30232"/>
                </a:lnTo>
                <a:lnTo>
                  <a:pt x="7132" y="29987"/>
                </a:lnTo>
                <a:lnTo>
                  <a:pt x="7220" y="29755"/>
                </a:lnTo>
                <a:lnTo>
                  <a:pt x="7320" y="29523"/>
                </a:lnTo>
                <a:lnTo>
                  <a:pt x="7408" y="29291"/>
                </a:lnTo>
                <a:lnTo>
                  <a:pt x="7546" y="29059"/>
                </a:lnTo>
                <a:lnTo>
                  <a:pt x="7634" y="28814"/>
                </a:lnTo>
                <a:lnTo>
                  <a:pt x="7722" y="28582"/>
                </a:lnTo>
                <a:lnTo>
                  <a:pt x="7823" y="28349"/>
                </a:lnTo>
                <a:lnTo>
                  <a:pt x="7911" y="28117"/>
                </a:lnTo>
                <a:lnTo>
                  <a:pt x="8049" y="27872"/>
                </a:lnTo>
                <a:lnTo>
                  <a:pt x="8137" y="27640"/>
                </a:lnTo>
                <a:lnTo>
                  <a:pt x="8237" y="27408"/>
                </a:lnTo>
                <a:lnTo>
                  <a:pt x="8325" y="27176"/>
                </a:lnTo>
                <a:lnTo>
                  <a:pt x="8413" y="26943"/>
                </a:lnTo>
                <a:lnTo>
                  <a:pt x="8551" y="26698"/>
                </a:lnTo>
                <a:lnTo>
                  <a:pt x="8639" y="26466"/>
                </a:lnTo>
                <a:lnTo>
                  <a:pt x="8739" y="26234"/>
                </a:lnTo>
                <a:lnTo>
                  <a:pt x="8827" y="25950"/>
                </a:lnTo>
                <a:lnTo>
                  <a:pt x="8915" y="25718"/>
                </a:lnTo>
                <a:lnTo>
                  <a:pt x="9053" y="25486"/>
                </a:lnTo>
                <a:lnTo>
                  <a:pt x="9141" y="25241"/>
                </a:lnTo>
                <a:lnTo>
                  <a:pt x="9242" y="25009"/>
                </a:lnTo>
                <a:lnTo>
                  <a:pt x="9330" y="24777"/>
                </a:lnTo>
                <a:lnTo>
                  <a:pt x="9418" y="24544"/>
                </a:lnTo>
                <a:lnTo>
                  <a:pt x="9556" y="24299"/>
                </a:lnTo>
                <a:lnTo>
                  <a:pt x="9644" y="24067"/>
                </a:lnTo>
                <a:lnTo>
                  <a:pt x="9744" y="23835"/>
                </a:lnTo>
                <a:lnTo>
                  <a:pt x="9832" y="23603"/>
                </a:lnTo>
                <a:lnTo>
                  <a:pt x="9920" y="23371"/>
                </a:lnTo>
                <a:lnTo>
                  <a:pt x="10058" y="23126"/>
                </a:lnTo>
                <a:lnTo>
                  <a:pt x="10146" y="22894"/>
                </a:lnTo>
                <a:lnTo>
                  <a:pt x="10246" y="22661"/>
                </a:lnTo>
                <a:lnTo>
                  <a:pt x="10334" y="22429"/>
                </a:lnTo>
                <a:lnTo>
                  <a:pt x="10422" y="22184"/>
                </a:lnTo>
                <a:lnTo>
                  <a:pt x="10560" y="21952"/>
                </a:lnTo>
                <a:lnTo>
                  <a:pt x="10648" y="21720"/>
                </a:lnTo>
                <a:lnTo>
                  <a:pt x="10749" y="21488"/>
                </a:lnTo>
                <a:lnTo>
                  <a:pt x="10837" y="21255"/>
                </a:lnTo>
                <a:lnTo>
                  <a:pt x="10924" y="21010"/>
                </a:lnTo>
                <a:lnTo>
                  <a:pt x="11063" y="20778"/>
                </a:lnTo>
                <a:lnTo>
                  <a:pt x="11150" y="20546"/>
                </a:lnTo>
                <a:lnTo>
                  <a:pt x="11251" y="20314"/>
                </a:lnTo>
                <a:lnTo>
                  <a:pt x="11339" y="20069"/>
                </a:lnTo>
                <a:lnTo>
                  <a:pt x="11427" y="19837"/>
                </a:lnTo>
                <a:lnTo>
                  <a:pt x="11565" y="19605"/>
                </a:lnTo>
                <a:lnTo>
                  <a:pt x="11665" y="19372"/>
                </a:lnTo>
                <a:lnTo>
                  <a:pt x="11753" y="19140"/>
                </a:lnTo>
                <a:lnTo>
                  <a:pt x="11841" y="18895"/>
                </a:lnTo>
                <a:lnTo>
                  <a:pt x="11929" y="18663"/>
                </a:lnTo>
                <a:lnTo>
                  <a:pt x="12067" y="18431"/>
                </a:lnTo>
                <a:lnTo>
                  <a:pt x="12168" y="18199"/>
                </a:lnTo>
                <a:lnTo>
                  <a:pt x="12256" y="17954"/>
                </a:lnTo>
                <a:lnTo>
                  <a:pt x="12343" y="17721"/>
                </a:lnTo>
                <a:lnTo>
                  <a:pt x="12431" y="17489"/>
                </a:lnTo>
                <a:lnTo>
                  <a:pt x="12569" y="17257"/>
                </a:lnTo>
                <a:lnTo>
                  <a:pt x="12670" y="17025"/>
                </a:lnTo>
                <a:lnTo>
                  <a:pt x="12758" y="16780"/>
                </a:lnTo>
                <a:lnTo>
                  <a:pt x="12846" y="16548"/>
                </a:lnTo>
                <a:lnTo>
                  <a:pt x="12934" y="16316"/>
                </a:lnTo>
                <a:lnTo>
                  <a:pt x="13072" y="16083"/>
                </a:lnTo>
                <a:lnTo>
                  <a:pt x="13172" y="15838"/>
                </a:lnTo>
                <a:lnTo>
                  <a:pt x="13260" y="15606"/>
                </a:lnTo>
                <a:lnTo>
                  <a:pt x="13348" y="15374"/>
                </a:lnTo>
                <a:lnTo>
                  <a:pt x="13436" y="15142"/>
                </a:lnTo>
                <a:lnTo>
                  <a:pt x="13574" y="14910"/>
                </a:lnTo>
                <a:lnTo>
                  <a:pt x="13675" y="14665"/>
                </a:lnTo>
                <a:lnTo>
                  <a:pt x="13762" y="14432"/>
                </a:lnTo>
                <a:lnTo>
                  <a:pt x="13850" y="14200"/>
                </a:lnTo>
                <a:lnTo>
                  <a:pt x="13951" y="13968"/>
                </a:lnTo>
                <a:lnTo>
                  <a:pt x="14076" y="13723"/>
                </a:lnTo>
                <a:lnTo>
                  <a:pt x="14177" y="13491"/>
                </a:lnTo>
                <a:lnTo>
                  <a:pt x="14265" y="13259"/>
                </a:lnTo>
                <a:lnTo>
                  <a:pt x="14353" y="13027"/>
                </a:lnTo>
                <a:lnTo>
                  <a:pt x="14453" y="12794"/>
                </a:lnTo>
                <a:lnTo>
                  <a:pt x="14579" y="12549"/>
                </a:lnTo>
                <a:lnTo>
                  <a:pt x="14679" y="12317"/>
                </a:lnTo>
                <a:lnTo>
                  <a:pt x="14767" y="12085"/>
                </a:lnTo>
                <a:lnTo>
                  <a:pt x="14855" y="11853"/>
                </a:lnTo>
                <a:lnTo>
                  <a:pt x="14955" y="11608"/>
                </a:lnTo>
                <a:lnTo>
                  <a:pt x="15081" y="11376"/>
                </a:lnTo>
                <a:lnTo>
                  <a:pt x="15181" y="11143"/>
                </a:lnTo>
                <a:lnTo>
                  <a:pt x="15269" y="10911"/>
                </a:lnTo>
                <a:lnTo>
                  <a:pt x="15357" y="10679"/>
                </a:lnTo>
                <a:lnTo>
                  <a:pt x="15458" y="10434"/>
                </a:lnTo>
                <a:lnTo>
                  <a:pt x="15596" y="10202"/>
                </a:lnTo>
                <a:lnTo>
                  <a:pt x="15684" y="9970"/>
                </a:lnTo>
                <a:lnTo>
                  <a:pt x="15772" y="9738"/>
                </a:lnTo>
                <a:lnTo>
                  <a:pt x="15859" y="9492"/>
                </a:lnTo>
                <a:lnTo>
                  <a:pt x="15960" y="9312"/>
                </a:lnTo>
                <a:lnTo>
                  <a:pt x="16098" y="9080"/>
                </a:lnTo>
                <a:lnTo>
                  <a:pt x="16186" y="8835"/>
                </a:lnTo>
                <a:lnTo>
                  <a:pt x="16274" y="8602"/>
                </a:lnTo>
                <a:lnTo>
                  <a:pt x="16362" y="8370"/>
                </a:lnTo>
                <a:lnTo>
                  <a:pt x="16462" y="8138"/>
                </a:lnTo>
                <a:lnTo>
                  <a:pt x="16600" y="7906"/>
                </a:lnTo>
                <a:lnTo>
                  <a:pt x="16688" y="7661"/>
                </a:lnTo>
                <a:lnTo>
                  <a:pt x="16776" y="7429"/>
                </a:lnTo>
                <a:lnTo>
                  <a:pt x="16864" y="7197"/>
                </a:lnTo>
                <a:lnTo>
                  <a:pt x="16965" y="6964"/>
                </a:lnTo>
                <a:lnTo>
                  <a:pt x="17103" y="6719"/>
                </a:lnTo>
                <a:lnTo>
                  <a:pt x="17191" y="6487"/>
                </a:lnTo>
                <a:lnTo>
                  <a:pt x="17278" y="6255"/>
                </a:lnTo>
                <a:lnTo>
                  <a:pt x="17366" y="6023"/>
                </a:lnTo>
                <a:lnTo>
                  <a:pt x="17467" y="5791"/>
                </a:lnTo>
                <a:lnTo>
                  <a:pt x="17605" y="5546"/>
                </a:lnTo>
                <a:lnTo>
                  <a:pt x="17693" y="5313"/>
                </a:lnTo>
                <a:lnTo>
                  <a:pt x="17781" y="5081"/>
                </a:lnTo>
                <a:lnTo>
                  <a:pt x="17881" y="4849"/>
                </a:lnTo>
                <a:lnTo>
                  <a:pt x="17969" y="4604"/>
                </a:lnTo>
                <a:lnTo>
                  <a:pt x="18107" y="4424"/>
                </a:lnTo>
                <a:lnTo>
                  <a:pt x="18195" y="4191"/>
                </a:lnTo>
                <a:lnTo>
                  <a:pt x="18283" y="3946"/>
                </a:lnTo>
                <a:lnTo>
                  <a:pt x="18384" y="3714"/>
                </a:lnTo>
                <a:lnTo>
                  <a:pt x="18471" y="3482"/>
                </a:lnTo>
                <a:lnTo>
                  <a:pt x="18610" y="3250"/>
                </a:lnTo>
                <a:lnTo>
                  <a:pt x="18697" y="3018"/>
                </a:lnTo>
                <a:lnTo>
                  <a:pt x="18785" y="2773"/>
                </a:lnTo>
                <a:lnTo>
                  <a:pt x="18886" y="2540"/>
                </a:lnTo>
                <a:lnTo>
                  <a:pt x="18974" y="2308"/>
                </a:lnTo>
                <a:lnTo>
                  <a:pt x="19112" y="2076"/>
                </a:lnTo>
                <a:lnTo>
                  <a:pt x="19200" y="1831"/>
                </a:lnTo>
                <a:lnTo>
                  <a:pt x="19288" y="1599"/>
                </a:lnTo>
                <a:lnTo>
                  <a:pt x="19388" y="1367"/>
                </a:lnTo>
                <a:lnTo>
                  <a:pt x="19476" y="1135"/>
                </a:lnTo>
                <a:lnTo>
                  <a:pt x="19614" y="941"/>
                </a:lnTo>
                <a:lnTo>
                  <a:pt x="19702" y="709"/>
                </a:lnTo>
                <a:lnTo>
                  <a:pt x="19790" y="477"/>
                </a:lnTo>
                <a:lnTo>
                  <a:pt x="19890" y="245"/>
                </a:lnTo>
                <a:lnTo>
                  <a:pt x="19978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7940882" y="4024250"/>
            <a:ext cx="20016" cy="44794"/>
          </a:xfrm>
          <a:custGeom>
            <a:avLst/>
            <a:gdLst/>
            <a:ahLst/>
            <a:cxnLst/>
            <a:rect l="l" t="t" r="r" b="b"/>
            <a:pathLst>
              <a:path w="20016" h="44794">
                <a:moveTo>
                  <a:pt x="0" y="44794"/>
                </a:moveTo>
                <a:lnTo>
                  <a:pt x="138" y="44562"/>
                </a:lnTo>
                <a:lnTo>
                  <a:pt x="226" y="44330"/>
                </a:lnTo>
                <a:lnTo>
                  <a:pt x="313" y="44098"/>
                </a:lnTo>
                <a:lnTo>
                  <a:pt x="414" y="43853"/>
                </a:lnTo>
                <a:lnTo>
                  <a:pt x="502" y="43621"/>
                </a:lnTo>
                <a:lnTo>
                  <a:pt x="640" y="43388"/>
                </a:lnTo>
                <a:lnTo>
                  <a:pt x="728" y="43156"/>
                </a:lnTo>
                <a:lnTo>
                  <a:pt x="816" y="42963"/>
                </a:lnTo>
                <a:lnTo>
                  <a:pt x="916" y="42731"/>
                </a:lnTo>
                <a:lnTo>
                  <a:pt x="1004" y="42499"/>
                </a:lnTo>
                <a:lnTo>
                  <a:pt x="1142" y="42266"/>
                </a:lnTo>
                <a:lnTo>
                  <a:pt x="1230" y="42021"/>
                </a:lnTo>
                <a:lnTo>
                  <a:pt x="1318" y="41789"/>
                </a:lnTo>
                <a:lnTo>
                  <a:pt x="1418" y="41557"/>
                </a:lnTo>
                <a:lnTo>
                  <a:pt x="1506" y="41325"/>
                </a:lnTo>
                <a:lnTo>
                  <a:pt x="1645" y="41080"/>
                </a:lnTo>
                <a:lnTo>
                  <a:pt x="1732" y="40848"/>
                </a:lnTo>
                <a:lnTo>
                  <a:pt x="1833" y="40667"/>
                </a:lnTo>
                <a:lnTo>
                  <a:pt x="1921" y="40422"/>
                </a:lnTo>
                <a:lnTo>
                  <a:pt x="2009" y="40190"/>
                </a:lnTo>
                <a:lnTo>
                  <a:pt x="2147" y="39958"/>
                </a:lnTo>
                <a:lnTo>
                  <a:pt x="2235" y="39725"/>
                </a:lnTo>
                <a:lnTo>
                  <a:pt x="2335" y="39480"/>
                </a:lnTo>
                <a:lnTo>
                  <a:pt x="2423" y="39248"/>
                </a:lnTo>
                <a:lnTo>
                  <a:pt x="2511" y="39016"/>
                </a:lnTo>
                <a:lnTo>
                  <a:pt x="2649" y="38784"/>
                </a:lnTo>
                <a:lnTo>
                  <a:pt x="2737" y="38590"/>
                </a:lnTo>
                <a:lnTo>
                  <a:pt x="2837" y="38358"/>
                </a:lnTo>
                <a:lnTo>
                  <a:pt x="2925" y="38126"/>
                </a:lnTo>
                <a:lnTo>
                  <a:pt x="3013" y="37894"/>
                </a:lnTo>
                <a:lnTo>
                  <a:pt x="3151" y="37649"/>
                </a:lnTo>
                <a:lnTo>
                  <a:pt x="3239" y="37417"/>
                </a:lnTo>
                <a:lnTo>
                  <a:pt x="3340" y="37185"/>
                </a:lnTo>
                <a:lnTo>
                  <a:pt x="3428" y="36952"/>
                </a:lnTo>
                <a:lnTo>
                  <a:pt x="3516" y="36707"/>
                </a:lnTo>
                <a:lnTo>
                  <a:pt x="3654" y="36527"/>
                </a:lnTo>
                <a:lnTo>
                  <a:pt x="3742" y="36295"/>
                </a:lnTo>
                <a:lnTo>
                  <a:pt x="3842" y="36049"/>
                </a:lnTo>
                <a:lnTo>
                  <a:pt x="3930" y="35817"/>
                </a:lnTo>
                <a:lnTo>
                  <a:pt x="4018" y="35585"/>
                </a:lnTo>
                <a:lnTo>
                  <a:pt x="4156" y="35353"/>
                </a:lnTo>
                <a:lnTo>
                  <a:pt x="4244" y="35121"/>
                </a:lnTo>
                <a:lnTo>
                  <a:pt x="4344" y="34876"/>
                </a:lnTo>
                <a:lnTo>
                  <a:pt x="4432" y="34695"/>
                </a:lnTo>
                <a:lnTo>
                  <a:pt x="4520" y="34463"/>
                </a:lnTo>
                <a:lnTo>
                  <a:pt x="4658" y="34218"/>
                </a:lnTo>
                <a:lnTo>
                  <a:pt x="4746" y="33986"/>
                </a:lnTo>
                <a:lnTo>
                  <a:pt x="4847" y="33754"/>
                </a:lnTo>
                <a:lnTo>
                  <a:pt x="4935" y="33521"/>
                </a:lnTo>
                <a:lnTo>
                  <a:pt x="5022" y="33276"/>
                </a:lnTo>
                <a:lnTo>
                  <a:pt x="5161" y="33096"/>
                </a:lnTo>
                <a:lnTo>
                  <a:pt x="5261" y="32864"/>
                </a:lnTo>
                <a:lnTo>
                  <a:pt x="5349" y="32619"/>
                </a:lnTo>
                <a:lnTo>
                  <a:pt x="5437" y="32386"/>
                </a:lnTo>
                <a:lnTo>
                  <a:pt x="5525" y="32154"/>
                </a:lnTo>
                <a:lnTo>
                  <a:pt x="5663" y="31922"/>
                </a:lnTo>
                <a:lnTo>
                  <a:pt x="5763" y="31690"/>
                </a:lnTo>
                <a:lnTo>
                  <a:pt x="5851" y="31496"/>
                </a:lnTo>
                <a:lnTo>
                  <a:pt x="5939" y="31264"/>
                </a:lnTo>
                <a:lnTo>
                  <a:pt x="6027" y="31019"/>
                </a:lnTo>
                <a:lnTo>
                  <a:pt x="6165" y="30787"/>
                </a:lnTo>
                <a:lnTo>
                  <a:pt x="6266" y="30555"/>
                </a:lnTo>
                <a:lnTo>
                  <a:pt x="6354" y="30323"/>
                </a:lnTo>
                <a:lnTo>
                  <a:pt x="6441" y="30129"/>
                </a:lnTo>
                <a:lnTo>
                  <a:pt x="6529" y="29897"/>
                </a:lnTo>
                <a:lnTo>
                  <a:pt x="6667" y="29665"/>
                </a:lnTo>
                <a:lnTo>
                  <a:pt x="6768" y="29433"/>
                </a:lnTo>
                <a:lnTo>
                  <a:pt x="6856" y="29188"/>
                </a:lnTo>
                <a:lnTo>
                  <a:pt x="6944" y="28956"/>
                </a:lnTo>
                <a:lnTo>
                  <a:pt x="7032" y="28775"/>
                </a:lnTo>
                <a:lnTo>
                  <a:pt x="7170" y="28530"/>
                </a:lnTo>
                <a:lnTo>
                  <a:pt x="7270" y="28298"/>
                </a:lnTo>
                <a:lnTo>
                  <a:pt x="7358" y="28066"/>
                </a:lnTo>
                <a:lnTo>
                  <a:pt x="7446" y="27833"/>
                </a:lnTo>
                <a:lnTo>
                  <a:pt x="7534" y="27588"/>
                </a:lnTo>
                <a:lnTo>
                  <a:pt x="7672" y="27408"/>
                </a:lnTo>
                <a:lnTo>
                  <a:pt x="7773" y="27176"/>
                </a:lnTo>
                <a:lnTo>
                  <a:pt x="7860" y="26931"/>
                </a:lnTo>
                <a:lnTo>
                  <a:pt x="7948" y="26698"/>
                </a:lnTo>
                <a:lnTo>
                  <a:pt x="8049" y="26466"/>
                </a:lnTo>
                <a:lnTo>
                  <a:pt x="8174" y="26234"/>
                </a:lnTo>
                <a:lnTo>
                  <a:pt x="8275" y="26041"/>
                </a:lnTo>
                <a:lnTo>
                  <a:pt x="8363" y="25808"/>
                </a:lnTo>
                <a:lnTo>
                  <a:pt x="8451" y="25576"/>
                </a:lnTo>
                <a:lnTo>
                  <a:pt x="8551" y="25344"/>
                </a:lnTo>
                <a:lnTo>
                  <a:pt x="8677" y="25099"/>
                </a:lnTo>
                <a:lnTo>
                  <a:pt x="8777" y="24918"/>
                </a:lnTo>
                <a:lnTo>
                  <a:pt x="8865" y="24673"/>
                </a:lnTo>
                <a:lnTo>
                  <a:pt x="8953" y="24441"/>
                </a:lnTo>
                <a:lnTo>
                  <a:pt x="9053" y="24209"/>
                </a:lnTo>
                <a:lnTo>
                  <a:pt x="9192" y="23977"/>
                </a:lnTo>
                <a:lnTo>
                  <a:pt x="9279" y="23783"/>
                </a:lnTo>
                <a:lnTo>
                  <a:pt x="9367" y="23551"/>
                </a:lnTo>
                <a:lnTo>
                  <a:pt x="9455" y="23319"/>
                </a:lnTo>
                <a:lnTo>
                  <a:pt x="9556" y="23087"/>
                </a:lnTo>
                <a:lnTo>
                  <a:pt x="9694" y="22842"/>
                </a:lnTo>
                <a:lnTo>
                  <a:pt x="9782" y="22661"/>
                </a:lnTo>
                <a:lnTo>
                  <a:pt x="9870" y="22429"/>
                </a:lnTo>
                <a:lnTo>
                  <a:pt x="9958" y="22184"/>
                </a:lnTo>
                <a:lnTo>
                  <a:pt x="10058" y="21952"/>
                </a:lnTo>
                <a:lnTo>
                  <a:pt x="10196" y="21720"/>
                </a:lnTo>
                <a:lnTo>
                  <a:pt x="10284" y="21526"/>
                </a:lnTo>
                <a:lnTo>
                  <a:pt x="10372" y="21294"/>
                </a:lnTo>
                <a:lnTo>
                  <a:pt x="10460" y="21062"/>
                </a:lnTo>
                <a:lnTo>
                  <a:pt x="10560" y="20830"/>
                </a:lnTo>
                <a:lnTo>
                  <a:pt x="10698" y="20585"/>
                </a:lnTo>
                <a:lnTo>
                  <a:pt x="10786" y="20404"/>
                </a:lnTo>
                <a:lnTo>
                  <a:pt x="10874" y="20172"/>
                </a:lnTo>
                <a:lnTo>
                  <a:pt x="10962" y="19927"/>
                </a:lnTo>
                <a:lnTo>
                  <a:pt x="11063" y="19695"/>
                </a:lnTo>
                <a:lnTo>
                  <a:pt x="11201" y="19514"/>
                </a:lnTo>
                <a:lnTo>
                  <a:pt x="11289" y="19269"/>
                </a:lnTo>
                <a:lnTo>
                  <a:pt x="11377" y="19037"/>
                </a:lnTo>
                <a:lnTo>
                  <a:pt x="11477" y="18805"/>
                </a:lnTo>
                <a:lnTo>
                  <a:pt x="11565" y="18573"/>
                </a:lnTo>
                <a:lnTo>
                  <a:pt x="11703" y="18379"/>
                </a:lnTo>
                <a:lnTo>
                  <a:pt x="11791" y="18147"/>
                </a:lnTo>
                <a:lnTo>
                  <a:pt x="11879" y="17915"/>
                </a:lnTo>
                <a:lnTo>
                  <a:pt x="11979" y="17670"/>
                </a:lnTo>
                <a:lnTo>
                  <a:pt x="12067" y="17489"/>
                </a:lnTo>
                <a:lnTo>
                  <a:pt x="12205" y="17257"/>
                </a:lnTo>
                <a:lnTo>
                  <a:pt x="12293" y="17012"/>
                </a:lnTo>
                <a:lnTo>
                  <a:pt x="12381" y="16780"/>
                </a:lnTo>
                <a:lnTo>
                  <a:pt x="12482" y="16599"/>
                </a:lnTo>
                <a:lnTo>
                  <a:pt x="12569" y="16354"/>
                </a:lnTo>
                <a:lnTo>
                  <a:pt x="12708" y="16122"/>
                </a:lnTo>
                <a:lnTo>
                  <a:pt x="12795" y="15890"/>
                </a:lnTo>
                <a:lnTo>
                  <a:pt x="12883" y="15696"/>
                </a:lnTo>
                <a:lnTo>
                  <a:pt x="12984" y="15464"/>
                </a:lnTo>
                <a:lnTo>
                  <a:pt x="13072" y="15232"/>
                </a:lnTo>
                <a:lnTo>
                  <a:pt x="13210" y="15000"/>
                </a:lnTo>
                <a:lnTo>
                  <a:pt x="13298" y="14806"/>
                </a:lnTo>
                <a:lnTo>
                  <a:pt x="13386" y="14574"/>
                </a:lnTo>
                <a:lnTo>
                  <a:pt x="13486" y="14342"/>
                </a:lnTo>
                <a:lnTo>
                  <a:pt x="13574" y="14097"/>
                </a:lnTo>
                <a:lnTo>
                  <a:pt x="13712" y="13916"/>
                </a:lnTo>
                <a:lnTo>
                  <a:pt x="13800" y="13684"/>
                </a:lnTo>
                <a:lnTo>
                  <a:pt x="13888" y="13439"/>
                </a:lnTo>
                <a:lnTo>
                  <a:pt x="13988" y="13207"/>
                </a:lnTo>
                <a:lnTo>
                  <a:pt x="14076" y="13027"/>
                </a:lnTo>
                <a:lnTo>
                  <a:pt x="14214" y="12781"/>
                </a:lnTo>
                <a:lnTo>
                  <a:pt x="14302" y="12549"/>
                </a:lnTo>
                <a:lnTo>
                  <a:pt x="14390" y="12317"/>
                </a:lnTo>
                <a:lnTo>
                  <a:pt x="14491" y="12124"/>
                </a:lnTo>
                <a:lnTo>
                  <a:pt x="14579" y="11891"/>
                </a:lnTo>
                <a:lnTo>
                  <a:pt x="14717" y="11659"/>
                </a:lnTo>
                <a:lnTo>
                  <a:pt x="14805" y="11427"/>
                </a:lnTo>
                <a:lnTo>
                  <a:pt x="14893" y="11234"/>
                </a:lnTo>
                <a:lnTo>
                  <a:pt x="14993" y="11002"/>
                </a:lnTo>
                <a:lnTo>
                  <a:pt x="15081" y="10769"/>
                </a:lnTo>
                <a:lnTo>
                  <a:pt x="15219" y="10576"/>
                </a:lnTo>
                <a:lnTo>
                  <a:pt x="15307" y="10344"/>
                </a:lnTo>
                <a:lnTo>
                  <a:pt x="15407" y="10112"/>
                </a:lnTo>
                <a:lnTo>
                  <a:pt x="15495" y="9866"/>
                </a:lnTo>
                <a:lnTo>
                  <a:pt x="15583" y="9686"/>
                </a:lnTo>
                <a:lnTo>
                  <a:pt x="15721" y="9454"/>
                </a:lnTo>
                <a:lnTo>
                  <a:pt x="15809" y="9209"/>
                </a:lnTo>
                <a:lnTo>
                  <a:pt x="15910" y="9028"/>
                </a:lnTo>
                <a:lnTo>
                  <a:pt x="15998" y="8796"/>
                </a:lnTo>
                <a:lnTo>
                  <a:pt x="16086" y="8551"/>
                </a:lnTo>
                <a:lnTo>
                  <a:pt x="16224" y="8319"/>
                </a:lnTo>
                <a:lnTo>
                  <a:pt x="16312" y="8138"/>
                </a:lnTo>
                <a:lnTo>
                  <a:pt x="16412" y="7893"/>
                </a:lnTo>
                <a:lnTo>
                  <a:pt x="16500" y="7661"/>
                </a:lnTo>
                <a:lnTo>
                  <a:pt x="16588" y="7480"/>
                </a:lnTo>
                <a:lnTo>
                  <a:pt x="16726" y="7235"/>
                </a:lnTo>
                <a:lnTo>
                  <a:pt x="16814" y="7003"/>
                </a:lnTo>
                <a:lnTo>
                  <a:pt x="16914" y="6823"/>
                </a:lnTo>
                <a:lnTo>
                  <a:pt x="17002" y="6577"/>
                </a:lnTo>
                <a:lnTo>
                  <a:pt x="17090" y="6345"/>
                </a:lnTo>
                <a:lnTo>
                  <a:pt x="17228" y="6113"/>
                </a:lnTo>
                <a:lnTo>
                  <a:pt x="17316" y="5920"/>
                </a:lnTo>
                <a:lnTo>
                  <a:pt x="17417" y="5688"/>
                </a:lnTo>
                <a:lnTo>
                  <a:pt x="17505" y="5455"/>
                </a:lnTo>
                <a:lnTo>
                  <a:pt x="17592" y="5262"/>
                </a:lnTo>
                <a:lnTo>
                  <a:pt x="17731" y="5030"/>
                </a:lnTo>
                <a:lnTo>
                  <a:pt x="17818" y="4798"/>
                </a:lnTo>
                <a:lnTo>
                  <a:pt x="17919" y="4604"/>
                </a:lnTo>
                <a:lnTo>
                  <a:pt x="18007" y="4372"/>
                </a:lnTo>
                <a:lnTo>
                  <a:pt x="18095" y="4140"/>
                </a:lnTo>
                <a:lnTo>
                  <a:pt x="18233" y="3946"/>
                </a:lnTo>
                <a:lnTo>
                  <a:pt x="18321" y="3714"/>
                </a:lnTo>
                <a:lnTo>
                  <a:pt x="18421" y="3482"/>
                </a:lnTo>
                <a:lnTo>
                  <a:pt x="18509" y="3288"/>
                </a:lnTo>
                <a:lnTo>
                  <a:pt x="18597" y="3056"/>
                </a:lnTo>
                <a:lnTo>
                  <a:pt x="18735" y="2824"/>
                </a:lnTo>
                <a:lnTo>
                  <a:pt x="18836" y="2631"/>
                </a:lnTo>
                <a:lnTo>
                  <a:pt x="18924" y="2399"/>
                </a:lnTo>
                <a:lnTo>
                  <a:pt x="19011" y="2166"/>
                </a:lnTo>
                <a:lnTo>
                  <a:pt x="19099" y="1973"/>
                </a:lnTo>
                <a:lnTo>
                  <a:pt x="19237" y="1741"/>
                </a:lnTo>
                <a:lnTo>
                  <a:pt x="19338" y="1509"/>
                </a:lnTo>
                <a:lnTo>
                  <a:pt x="19426" y="1315"/>
                </a:lnTo>
                <a:lnTo>
                  <a:pt x="19514" y="1083"/>
                </a:lnTo>
                <a:lnTo>
                  <a:pt x="19602" y="851"/>
                </a:lnTo>
                <a:lnTo>
                  <a:pt x="19740" y="657"/>
                </a:lnTo>
                <a:lnTo>
                  <a:pt x="19840" y="425"/>
                </a:lnTo>
                <a:lnTo>
                  <a:pt x="19928" y="193"/>
                </a:lnTo>
                <a:lnTo>
                  <a:pt x="20016" y="0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7960898" y="3982280"/>
            <a:ext cx="20016" cy="41970"/>
          </a:xfrm>
          <a:custGeom>
            <a:avLst/>
            <a:gdLst/>
            <a:ahLst/>
            <a:cxnLst/>
            <a:rect l="l" t="t" r="r" b="b"/>
            <a:pathLst>
              <a:path w="20016" h="41970">
                <a:moveTo>
                  <a:pt x="0" y="41970"/>
                </a:moveTo>
                <a:lnTo>
                  <a:pt x="87" y="41738"/>
                </a:lnTo>
                <a:lnTo>
                  <a:pt x="226" y="41505"/>
                </a:lnTo>
                <a:lnTo>
                  <a:pt x="326" y="41312"/>
                </a:lnTo>
                <a:lnTo>
                  <a:pt x="414" y="41080"/>
                </a:lnTo>
                <a:lnTo>
                  <a:pt x="502" y="40848"/>
                </a:lnTo>
                <a:lnTo>
                  <a:pt x="590" y="40654"/>
                </a:lnTo>
                <a:lnTo>
                  <a:pt x="728" y="40422"/>
                </a:lnTo>
                <a:lnTo>
                  <a:pt x="828" y="40228"/>
                </a:lnTo>
                <a:lnTo>
                  <a:pt x="916" y="39996"/>
                </a:lnTo>
                <a:lnTo>
                  <a:pt x="1004" y="39764"/>
                </a:lnTo>
                <a:lnTo>
                  <a:pt x="1092" y="39571"/>
                </a:lnTo>
                <a:lnTo>
                  <a:pt x="1230" y="39338"/>
                </a:lnTo>
                <a:lnTo>
                  <a:pt x="1331" y="39106"/>
                </a:lnTo>
                <a:lnTo>
                  <a:pt x="1418" y="38913"/>
                </a:lnTo>
                <a:lnTo>
                  <a:pt x="1506" y="38681"/>
                </a:lnTo>
                <a:lnTo>
                  <a:pt x="1607" y="38449"/>
                </a:lnTo>
                <a:lnTo>
                  <a:pt x="1732" y="38255"/>
                </a:lnTo>
                <a:lnTo>
                  <a:pt x="1833" y="38023"/>
                </a:lnTo>
                <a:lnTo>
                  <a:pt x="1921" y="37829"/>
                </a:lnTo>
                <a:lnTo>
                  <a:pt x="2009" y="37597"/>
                </a:lnTo>
                <a:lnTo>
                  <a:pt x="2109" y="37365"/>
                </a:lnTo>
                <a:lnTo>
                  <a:pt x="2235" y="37172"/>
                </a:lnTo>
                <a:lnTo>
                  <a:pt x="2335" y="36939"/>
                </a:lnTo>
                <a:lnTo>
                  <a:pt x="2423" y="36759"/>
                </a:lnTo>
                <a:lnTo>
                  <a:pt x="2511" y="36514"/>
                </a:lnTo>
                <a:lnTo>
                  <a:pt x="2611" y="36282"/>
                </a:lnTo>
                <a:lnTo>
                  <a:pt x="2750" y="36101"/>
                </a:lnTo>
                <a:lnTo>
                  <a:pt x="2837" y="35856"/>
                </a:lnTo>
                <a:lnTo>
                  <a:pt x="2925" y="35624"/>
                </a:lnTo>
                <a:lnTo>
                  <a:pt x="3013" y="35443"/>
                </a:lnTo>
                <a:lnTo>
                  <a:pt x="3114" y="35198"/>
                </a:lnTo>
                <a:lnTo>
                  <a:pt x="3252" y="35018"/>
                </a:lnTo>
                <a:lnTo>
                  <a:pt x="3340" y="34785"/>
                </a:lnTo>
                <a:lnTo>
                  <a:pt x="3428" y="34540"/>
                </a:lnTo>
                <a:lnTo>
                  <a:pt x="3516" y="34360"/>
                </a:lnTo>
                <a:lnTo>
                  <a:pt x="3616" y="34128"/>
                </a:lnTo>
                <a:lnTo>
                  <a:pt x="3754" y="33934"/>
                </a:lnTo>
                <a:lnTo>
                  <a:pt x="3842" y="33702"/>
                </a:lnTo>
                <a:lnTo>
                  <a:pt x="3930" y="33509"/>
                </a:lnTo>
                <a:lnTo>
                  <a:pt x="4018" y="33276"/>
                </a:lnTo>
                <a:lnTo>
                  <a:pt x="4118" y="33044"/>
                </a:lnTo>
                <a:lnTo>
                  <a:pt x="4256" y="32851"/>
                </a:lnTo>
                <a:lnTo>
                  <a:pt x="4344" y="32619"/>
                </a:lnTo>
                <a:lnTo>
                  <a:pt x="4432" y="32425"/>
                </a:lnTo>
                <a:lnTo>
                  <a:pt x="4520" y="32193"/>
                </a:lnTo>
                <a:lnTo>
                  <a:pt x="4621" y="31961"/>
                </a:lnTo>
                <a:lnTo>
                  <a:pt x="4759" y="31767"/>
                </a:lnTo>
                <a:lnTo>
                  <a:pt x="4847" y="31535"/>
                </a:lnTo>
                <a:lnTo>
                  <a:pt x="4935" y="31355"/>
                </a:lnTo>
                <a:lnTo>
                  <a:pt x="5035" y="31110"/>
                </a:lnTo>
                <a:lnTo>
                  <a:pt x="5123" y="30929"/>
                </a:lnTo>
                <a:lnTo>
                  <a:pt x="5261" y="30684"/>
                </a:lnTo>
                <a:lnTo>
                  <a:pt x="5349" y="30452"/>
                </a:lnTo>
                <a:lnTo>
                  <a:pt x="5437" y="30271"/>
                </a:lnTo>
                <a:lnTo>
                  <a:pt x="5537" y="30026"/>
                </a:lnTo>
                <a:lnTo>
                  <a:pt x="5625" y="29846"/>
                </a:lnTo>
                <a:lnTo>
                  <a:pt x="5763" y="29613"/>
                </a:lnTo>
                <a:lnTo>
                  <a:pt x="5851" y="29420"/>
                </a:lnTo>
                <a:lnTo>
                  <a:pt x="5939" y="29188"/>
                </a:lnTo>
                <a:lnTo>
                  <a:pt x="6040" y="28994"/>
                </a:lnTo>
                <a:lnTo>
                  <a:pt x="6128" y="28762"/>
                </a:lnTo>
                <a:lnTo>
                  <a:pt x="6266" y="28530"/>
                </a:lnTo>
                <a:lnTo>
                  <a:pt x="6354" y="28336"/>
                </a:lnTo>
                <a:lnTo>
                  <a:pt x="6441" y="28104"/>
                </a:lnTo>
                <a:lnTo>
                  <a:pt x="6542" y="27911"/>
                </a:lnTo>
                <a:lnTo>
                  <a:pt x="6630" y="27679"/>
                </a:lnTo>
                <a:lnTo>
                  <a:pt x="6768" y="27498"/>
                </a:lnTo>
                <a:lnTo>
                  <a:pt x="6856" y="27253"/>
                </a:lnTo>
                <a:lnTo>
                  <a:pt x="6944" y="27072"/>
                </a:lnTo>
                <a:lnTo>
                  <a:pt x="7044" y="26840"/>
                </a:lnTo>
                <a:lnTo>
                  <a:pt x="7132" y="26647"/>
                </a:lnTo>
                <a:lnTo>
                  <a:pt x="7270" y="26415"/>
                </a:lnTo>
                <a:lnTo>
                  <a:pt x="7358" y="26183"/>
                </a:lnTo>
                <a:lnTo>
                  <a:pt x="7446" y="25989"/>
                </a:lnTo>
                <a:lnTo>
                  <a:pt x="7546" y="25757"/>
                </a:lnTo>
                <a:lnTo>
                  <a:pt x="7634" y="25563"/>
                </a:lnTo>
                <a:lnTo>
                  <a:pt x="7773" y="25331"/>
                </a:lnTo>
                <a:lnTo>
                  <a:pt x="7860" y="25138"/>
                </a:lnTo>
                <a:lnTo>
                  <a:pt x="7948" y="24906"/>
                </a:lnTo>
                <a:lnTo>
                  <a:pt x="8049" y="24725"/>
                </a:lnTo>
                <a:lnTo>
                  <a:pt x="8137" y="24480"/>
                </a:lnTo>
                <a:lnTo>
                  <a:pt x="8275" y="24299"/>
                </a:lnTo>
                <a:lnTo>
                  <a:pt x="8363" y="24067"/>
                </a:lnTo>
                <a:lnTo>
                  <a:pt x="8451" y="23874"/>
                </a:lnTo>
                <a:lnTo>
                  <a:pt x="8551" y="23642"/>
                </a:lnTo>
                <a:lnTo>
                  <a:pt x="8639" y="23448"/>
                </a:lnTo>
                <a:lnTo>
                  <a:pt x="8777" y="23216"/>
                </a:lnTo>
                <a:lnTo>
                  <a:pt x="8865" y="23022"/>
                </a:lnTo>
                <a:lnTo>
                  <a:pt x="8965" y="22790"/>
                </a:lnTo>
                <a:lnTo>
                  <a:pt x="9053" y="22610"/>
                </a:lnTo>
                <a:lnTo>
                  <a:pt x="9141" y="22365"/>
                </a:lnTo>
                <a:lnTo>
                  <a:pt x="9279" y="22184"/>
                </a:lnTo>
                <a:lnTo>
                  <a:pt x="9367" y="21952"/>
                </a:lnTo>
                <a:lnTo>
                  <a:pt x="9468" y="21758"/>
                </a:lnTo>
                <a:lnTo>
                  <a:pt x="9556" y="21526"/>
                </a:lnTo>
                <a:lnTo>
                  <a:pt x="9644" y="21333"/>
                </a:lnTo>
                <a:lnTo>
                  <a:pt x="9782" y="21101"/>
                </a:lnTo>
                <a:lnTo>
                  <a:pt x="9870" y="20907"/>
                </a:lnTo>
                <a:lnTo>
                  <a:pt x="9970" y="20675"/>
                </a:lnTo>
                <a:lnTo>
                  <a:pt x="10058" y="20494"/>
                </a:lnTo>
                <a:lnTo>
                  <a:pt x="10146" y="20249"/>
                </a:lnTo>
                <a:lnTo>
                  <a:pt x="10284" y="20069"/>
                </a:lnTo>
                <a:lnTo>
                  <a:pt x="10372" y="19837"/>
                </a:lnTo>
                <a:lnTo>
                  <a:pt x="10472" y="19643"/>
                </a:lnTo>
                <a:lnTo>
                  <a:pt x="10560" y="19411"/>
                </a:lnTo>
                <a:lnTo>
                  <a:pt x="10648" y="19218"/>
                </a:lnTo>
                <a:lnTo>
                  <a:pt x="10786" y="18985"/>
                </a:lnTo>
                <a:lnTo>
                  <a:pt x="10874" y="18792"/>
                </a:lnTo>
                <a:lnTo>
                  <a:pt x="10975" y="18560"/>
                </a:lnTo>
                <a:lnTo>
                  <a:pt x="11063" y="18379"/>
                </a:lnTo>
                <a:lnTo>
                  <a:pt x="11150" y="18134"/>
                </a:lnTo>
                <a:lnTo>
                  <a:pt x="11289" y="17954"/>
                </a:lnTo>
                <a:lnTo>
                  <a:pt x="11377" y="17760"/>
                </a:lnTo>
                <a:lnTo>
                  <a:pt x="11477" y="17528"/>
                </a:lnTo>
                <a:lnTo>
                  <a:pt x="11565" y="17334"/>
                </a:lnTo>
                <a:lnTo>
                  <a:pt x="11653" y="17102"/>
                </a:lnTo>
                <a:lnTo>
                  <a:pt x="11791" y="16922"/>
                </a:lnTo>
                <a:lnTo>
                  <a:pt x="11879" y="16677"/>
                </a:lnTo>
                <a:lnTo>
                  <a:pt x="11979" y="16496"/>
                </a:lnTo>
                <a:lnTo>
                  <a:pt x="12067" y="16264"/>
                </a:lnTo>
                <a:lnTo>
                  <a:pt x="12155" y="16070"/>
                </a:lnTo>
                <a:lnTo>
                  <a:pt x="12293" y="15838"/>
                </a:lnTo>
                <a:lnTo>
                  <a:pt x="12381" y="15645"/>
                </a:lnTo>
                <a:lnTo>
                  <a:pt x="12482" y="15464"/>
                </a:lnTo>
                <a:lnTo>
                  <a:pt x="12569" y="15219"/>
                </a:lnTo>
                <a:lnTo>
                  <a:pt x="12657" y="15039"/>
                </a:lnTo>
                <a:lnTo>
                  <a:pt x="12795" y="14806"/>
                </a:lnTo>
                <a:lnTo>
                  <a:pt x="12896" y="14613"/>
                </a:lnTo>
                <a:lnTo>
                  <a:pt x="12984" y="14381"/>
                </a:lnTo>
                <a:lnTo>
                  <a:pt x="13072" y="14187"/>
                </a:lnTo>
                <a:lnTo>
                  <a:pt x="13160" y="13955"/>
                </a:lnTo>
                <a:lnTo>
                  <a:pt x="13298" y="13762"/>
                </a:lnTo>
                <a:lnTo>
                  <a:pt x="13398" y="13581"/>
                </a:lnTo>
                <a:lnTo>
                  <a:pt x="13486" y="13349"/>
                </a:lnTo>
                <a:lnTo>
                  <a:pt x="13574" y="13155"/>
                </a:lnTo>
                <a:lnTo>
                  <a:pt x="13662" y="12923"/>
                </a:lnTo>
                <a:lnTo>
                  <a:pt x="13800" y="12730"/>
                </a:lnTo>
                <a:lnTo>
                  <a:pt x="13901" y="12498"/>
                </a:lnTo>
                <a:lnTo>
                  <a:pt x="13988" y="12317"/>
                </a:lnTo>
                <a:lnTo>
                  <a:pt x="14076" y="12124"/>
                </a:lnTo>
                <a:lnTo>
                  <a:pt x="14214" y="11891"/>
                </a:lnTo>
                <a:lnTo>
                  <a:pt x="14302" y="11698"/>
                </a:lnTo>
                <a:lnTo>
                  <a:pt x="14403" y="11466"/>
                </a:lnTo>
                <a:lnTo>
                  <a:pt x="14491" y="11272"/>
                </a:lnTo>
                <a:lnTo>
                  <a:pt x="14579" y="11092"/>
                </a:lnTo>
                <a:lnTo>
                  <a:pt x="14717" y="10860"/>
                </a:lnTo>
                <a:lnTo>
                  <a:pt x="14805" y="10666"/>
                </a:lnTo>
                <a:lnTo>
                  <a:pt x="14905" y="10434"/>
                </a:lnTo>
                <a:lnTo>
                  <a:pt x="14993" y="10241"/>
                </a:lnTo>
                <a:lnTo>
                  <a:pt x="15081" y="10060"/>
                </a:lnTo>
                <a:lnTo>
                  <a:pt x="15219" y="9815"/>
                </a:lnTo>
                <a:lnTo>
                  <a:pt x="15307" y="9634"/>
                </a:lnTo>
                <a:lnTo>
                  <a:pt x="15407" y="9402"/>
                </a:lnTo>
                <a:lnTo>
                  <a:pt x="15495" y="9209"/>
                </a:lnTo>
                <a:lnTo>
                  <a:pt x="15583" y="9015"/>
                </a:lnTo>
                <a:lnTo>
                  <a:pt x="15721" y="8783"/>
                </a:lnTo>
                <a:lnTo>
                  <a:pt x="15809" y="8602"/>
                </a:lnTo>
                <a:lnTo>
                  <a:pt x="15910" y="8357"/>
                </a:lnTo>
                <a:lnTo>
                  <a:pt x="15998" y="8177"/>
                </a:lnTo>
                <a:lnTo>
                  <a:pt x="16086" y="7983"/>
                </a:lnTo>
                <a:lnTo>
                  <a:pt x="16224" y="7751"/>
                </a:lnTo>
                <a:lnTo>
                  <a:pt x="16324" y="7558"/>
                </a:lnTo>
                <a:lnTo>
                  <a:pt x="16412" y="7377"/>
                </a:lnTo>
                <a:lnTo>
                  <a:pt x="16500" y="7145"/>
                </a:lnTo>
                <a:lnTo>
                  <a:pt x="16588" y="6952"/>
                </a:lnTo>
                <a:lnTo>
                  <a:pt x="16726" y="6719"/>
                </a:lnTo>
                <a:lnTo>
                  <a:pt x="16826" y="6526"/>
                </a:lnTo>
                <a:lnTo>
                  <a:pt x="16914" y="6345"/>
                </a:lnTo>
                <a:lnTo>
                  <a:pt x="17002" y="6100"/>
                </a:lnTo>
                <a:lnTo>
                  <a:pt x="17090" y="5920"/>
                </a:lnTo>
                <a:lnTo>
                  <a:pt x="17228" y="5726"/>
                </a:lnTo>
                <a:lnTo>
                  <a:pt x="17329" y="5494"/>
                </a:lnTo>
                <a:lnTo>
                  <a:pt x="17417" y="5301"/>
                </a:lnTo>
                <a:lnTo>
                  <a:pt x="17505" y="5068"/>
                </a:lnTo>
                <a:lnTo>
                  <a:pt x="17592" y="4888"/>
                </a:lnTo>
                <a:lnTo>
                  <a:pt x="17731" y="4694"/>
                </a:lnTo>
                <a:lnTo>
                  <a:pt x="17831" y="4462"/>
                </a:lnTo>
                <a:lnTo>
                  <a:pt x="17919" y="4269"/>
                </a:lnTo>
                <a:lnTo>
                  <a:pt x="18007" y="4088"/>
                </a:lnTo>
                <a:lnTo>
                  <a:pt x="18095" y="3856"/>
                </a:lnTo>
                <a:lnTo>
                  <a:pt x="18233" y="3663"/>
                </a:lnTo>
                <a:lnTo>
                  <a:pt x="18333" y="3469"/>
                </a:lnTo>
                <a:lnTo>
                  <a:pt x="18421" y="3237"/>
                </a:lnTo>
                <a:lnTo>
                  <a:pt x="18509" y="3056"/>
                </a:lnTo>
                <a:lnTo>
                  <a:pt x="18597" y="2863"/>
                </a:lnTo>
                <a:lnTo>
                  <a:pt x="18735" y="2631"/>
                </a:lnTo>
                <a:lnTo>
                  <a:pt x="18836" y="2437"/>
                </a:lnTo>
                <a:lnTo>
                  <a:pt x="18924" y="2257"/>
                </a:lnTo>
                <a:lnTo>
                  <a:pt x="19011" y="2012"/>
                </a:lnTo>
                <a:lnTo>
                  <a:pt x="19112" y="1831"/>
                </a:lnTo>
                <a:lnTo>
                  <a:pt x="19237" y="1638"/>
                </a:lnTo>
                <a:lnTo>
                  <a:pt x="19338" y="1405"/>
                </a:lnTo>
                <a:lnTo>
                  <a:pt x="19426" y="1212"/>
                </a:lnTo>
                <a:lnTo>
                  <a:pt x="19514" y="1031"/>
                </a:lnTo>
                <a:lnTo>
                  <a:pt x="19614" y="799"/>
                </a:lnTo>
                <a:lnTo>
                  <a:pt x="19740" y="606"/>
                </a:lnTo>
                <a:lnTo>
                  <a:pt x="19840" y="412"/>
                </a:lnTo>
                <a:lnTo>
                  <a:pt x="19928" y="232"/>
                </a:lnTo>
                <a:lnTo>
                  <a:pt x="20016" y="0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7980915" y="3943831"/>
            <a:ext cx="20029" cy="38449"/>
          </a:xfrm>
          <a:custGeom>
            <a:avLst/>
            <a:gdLst/>
            <a:ahLst/>
            <a:cxnLst/>
            <a:rect l="l" t="t" r="r" b="b"/>
            <a:pathLst>
              <a:path w="20029" h="38449">
                <a:moveTo>
                  <a:pt x="0" y="38449"/>
                </a:moveTo>
                <a:lnTo>
                  <a:pt x="100" y="38255"/>
                </a:lnTo>
                <a:lnTo>
                  <a:pt x="238" y="38074"/>
                </a:lnTo>
                <a:lnTo>
                  <a:pt x="326" y="37829"/>
                </a:lnTo>
                <a:lnTo>
                  <a:pt x="414" y="37649"/>
                </a:lnTo>
                <a:lnTo>
                  <a:pt x="502" y="37455"/>
                </a:lnTo>
                <a:lnTo>
                  <a:pt x="602" y="37223"/>
                </a:lnTo>
                <a:lnTo>
                  <a:pt x="740" y="37030"/>
                </a:lnTo>
                <a:lnTo>
                  <a:pt x="828" y="36849"/>
                </a:lnTo>
                <a:lnTo>
                  <a:pt x="916" y="36656"/>
                </a:lnTo>
                <a:lnTo>
                  <a:pt x="1004" y="36424"/>
                </a:lnTo>
                <a:lnTo>
                  <a:pt x="1105" y="36230"/>
                </a:lnTo>
                <a:lnTo>
                  <a:pt x="1243" y="36049"/>
                </a:lnTo>
                <a:lnTo>
                  <a:pt x="1331" y="35817"/>
                </a:lnTo>
                <a:lnTo>
                  <a:pt x="1418" y="35624"/>
                </a:lnTo>
                <a:lnTo>
                  <a:pt x="1506" y="35430"/>
                </a:lnTo>
                <a:lnTo>
                  <a:pt x="1607" y="35250"/>
                </a:lnTo>
                <a:lnTo>
                  <a:pt x="1745" y="35018"/>
                </a:lnTo>
                <a:lnTo>
                  <a:pt x="1833" y="34824"/>
                </a:lnTo>
                <a:lnTo>
                  <a:pt x="1921" y="34631"/>
                </a:lnTo>
                <a:lnTo>
                  <a:pt x="2009" y="34399"/>
                </a:lnTo>
                <a:lnTo>
                  <a:pt x="2109" y="34218"/>
                </a:lnTo>
                <a:lnTo>
                  <a:pt x="2247" y="34025"/>
                </a:lnTo>
                <a:lnTo>
                  <a:pt x="2335" y="33844"/>
                </a:lnTo>
                <a:lnTo>
                  <a:pt x="2423" y="33599"/>
                </a:lnTo>
                <a:lnTo>
                  <a:pt x="2524" y="33418"/>
                </a:lnTo>
                <a:lnTo>
                  <a:pt x="2611" y="33225"/>
                </a:lnTo>
                <a:lnTo>
                  <a:pt x="2750" y="33044"/>
                </a:lnTo>
                <a:lnTo>
                  <a:pt x="2837" y="32799"/>
                </a:lnTo>
                <a:lnTo>
                  <a:pt x="2925" y="32619"/>
                </a:lnTo>
                <a:lnTo>
                  <a:pt x="3026" y="32425"/>
                </a:lnTo>
                <a:lnTo>
                  <a:pt x="3114" y="32245"/>
                </a:lnTo>
                <a:lnTo>
                  <a:pt x="3252" y="32000"/>
                </a:lnTo>
                <a:lnTo>
                  <a:pt x="3340" y="31819"/>
                </a:lnTo>
                <a:lnTo>
                  <a:pt x="3428" y="31625"/>
                </a:lnTo>
                <a:lnTo>
                  <a:pt x="3528" y="31445"/>
                </a:lnTo>
                <a:lnTo>
                  <a:pt x="3616" y="31200"/>
                </a:lnTo>
                <a:lnTo>
                  <a:pt x="3754" y="31019"/>
                </a:lnTo>
                <a:lnTo>
                  <a:pt x="3842" y="30826"/>
                </a:lnTo>
                <a:lnTo>
                  <a:pt x="3930" y="30645"/>
                </a:lnTo>
                <a:lnTo>
                  <a:pt x="4030" y="30400"/>
                </a:lnTo>
                <a:lnTo>
                  <a:pt x="4118" y="30220"/>
                </a:lnTo>
                <a:lnTo>
                  <a:pt x="4256" y="30026"/>
                </a:lnTo>
                <a:lnTo>
                  <a:pt x="4344" y="29846"/>
                </a:lnTo>
                <a:lnTo>
                  <a:pt x="4432" y="29613"/>
                </a:lnTo>
                <a:lnTo>
                  <a:pt x="4533" y="29420"/>
                </a:lnTo>
                <a:lnTo>
                  <a:pt x="4621" y="29226"/>
                </a:lnTo>
                <a:lnTo>
                  <a:pt x="4759" y="29046"/>
                </a:lnTo>
                <a:lnTo>
                  <a:pt x="4847" y="28852"/>
                </a:lnTo>
                <a:lnTo>
                  <a:pt x="4935" y="28620"/>
                </a:lnTo>
                <a:lnTo>
                  <a:pt x="5035" y="28427"/>
                </a:lnTo>
                <a:lnTo>
                  <a:pt x="5123" y="28246"/>
                </a:lnTo>
                <a:lnTo>
                  <a:pt x="5261" y="28053"/>
                </a:lnTo>
                <a:lnTo>
                  <a:pt x="5349" y="27872"/>
                </a:lnTo>
                <a:lnTo>
                  <a:pt x="5437" y="27627"/>
                </a:lnTo>
                <a:lnTo>
                  <a:pt x="5537" y="27447"/>
                </a:lnTo>
                <a:lnTo>
                  <a:pt x="5625" y="27253"/>
                </a:lnTo>
                <a:lnTo>
                  <a:pt x="5763" y="27072"/>
                </a:lnTo>
                <a:lnTo>
                  <a:pt x="5851" y="26879"/>
                </a:lnTo>
                <a:lnTo>
                  <a:pt x="5939" y="26647"/>
                </a:lnTo>
                <a:lnTo>
                  <a:pt x="6040" y="26453"/>
                </a:lnTo>
                <a:lnTo>
                  <a:pt x="6128" y="26273"/>
                </a:lnTo>
                <a:lnTo>
                  <a:pt x="6266" y="26079"/>
                </a:lnTo>
                <a:lnTo>
                  <a:pt x="6354" y="25899"/>
                </a:lnTo>
                <a:lnTo>
                  <a:pt x="6454" y="25654"/>
                </a:lnTo>
                <a:lnTo>
                  <a:pt x="6542" y="25473"/>
                </a:lnTo>
                <a:lnTo>
                  <a:pt x="6630" y="25280"/>
                </a:lnTo>
                <a:lnTo>
                  <a:pt x="6768" y="25099"/>
                </a:lnTo>
                <a:lnTo>
                  <a:pt x="6856" y="24906"/>
                </a:lnTo>
                <a:lnTo>
                  <a:pt x="6956" y="24712"/>
                </a:lnTo>
                <a:lnTo>
                  <a:pt x="7044" y="24480"/>
                </a:lnTo>
                <a:lnTo>
                  <a:pt x="7132" y="24299"/>
                </a:lnTo>
                <a:lnTo>
                  <a:pt x="7270" y="24106"/>
                </a:lnTo>
                <a:lnTo>
                  <a:pt x="7358" y="23925"/>
                </a:lnTo>
                <a:lnTo>
                  <a:pt x="7459" y="23732"/>
                </a:lnTo>
                <a:lnTo>
                  <a:pt x="7546" y="23538"/>
                </a:lnTo>
                <a:lnTo>
                  <a:pt x="7634" y="23306"/>
                </a:lnTo>
                <a:lnTo>
                  <a:pt x="7773" y="23126"/>
                </a:lnTo>
                <a:lnTo>
                  <a:pt x="7860" y="22932"/>
                </a:lnTo>
                <a:lnTo>
                  <a:pt x="7961" y="22739"/>
                </a:lnTo>
                <a:lnTo>
                  <a:pt x="8049" y="22558"/>
                </a:lnTo>
                <a:lnTo>
                  <a:pt x="8137" y="22365"/>
                </a:lnTo>
                <a:lnTo>
                  <a:pt x="8275" y="22133"/>
                </a:lnTo>
                <a:lnTo>
                  <a:pt x="8363" y="21939"/>
                </a:lnTo>
                <a:lnTo>
                  <a:pt x="8463" y="21758"/>
                </a:lnTo>
                <a:lnTo>
                  <a:pt x="8551" y="21565"/>
                </a:lnTo>
                <a:lnTo>
                  <a:pt x="8639" y="21384"/>
                </a:lnTo>
                <a:lnTo>
                  <a:pt x="8777" y="21191"/>
                </a:lnTo>
                <a:lnTo>
                  <a:pt x="8865" y="21010"/>
                </a:lnTo>
                <a:lnTo>
                  <a:pt x="8965" y="20765"/>
                </a:lnTo>
                <a:lnTo>
                  <a:pt x="9053" y="20585"/>
                </a:lnTo>
                <a:lnTo>
                  <a:pt x="9141" y="20391"/>
                </a:lnTo>
                <a:lnTo>
                  <a:pt x="9279" y="20211"/>
                </a:lnTo>
                <a:lnTo>
                  <a:pt x="9367" y="20017"/>
                </a:lnTo>
                <a:lnTo>
                  <a:pt x="9468" y="19824"/>
                </a:lnTo>
                <a:lnTo>
                  <a:pt x="9556" y="19643"/>
                </a:lnTo>
                <a:lnTo>
                  <a:pt x="9644" y="19450"/>
                </a:lnTo>
                <a:lnTo>
                  <a:pt x="9782" y="19218"/>
                </a:lnTo>
                <a:lnTo>
                  <a:pt x="9870" y="19037"/>
                </a:lnTo>
                <a:lnTo>
                  <a:pt x="9970" y="18844"/>
                </a:lnTo>
                <a:lnTo>
                  <a:pt x="10058" y="18650"/>
                </a:lnTo>
                <a:lnTo>
                  <a:pt x="10146" y="18469"/>
                </a:lnTo>
                <a:lnTo>
                  <a:pt x="10284" y="18276"/>
                </a:lnTo>
                <a:lnTo>
                  <a:pt x="10384" y="18095"/>
                </a:lnTo>
                <a:lnTo>
                  <a:pt x="10472" y="17902"/>
                </a:lnTo>
                <a:lnTo>
                  <a:pt x="10560" y="17708"/>
                </a:lnTo>
                <a:lnTo>
                  <a:pt x="10648" y="17476"/>
                </a:lnTo>
                <a:lnTo>
                  <a:pt x="10786" y="17296"/>
                </a:lnTo>
                <a:lnTo>
                  <a:pt x="10887" y="17102"/>
                </a:lnTo>
                <a:lnTo>
                  <a:pt x="10975" y="16922"/>
                </a:lnTo>
                <a:lnTo>
                  <a:pt x="11063" y="16728"/>
                </a:lnTo>
                <a:lnTo>
                  <a:pt x="11150" y="16535"/>
                </a:lnTo>
                <a:lnTo>
                  <a:pt x="11289" y="16354"/>
                </a:lnTo>
                <a:lnTo>
                  <a:pt x="11389" y="16161"/>
                </a:lnTo>
                <a:lnTo>
                  <a:pt x="11477" y="15980"/>
                </a:lnTo>
                <a:lnTo>
                  <a:pt x="11565" y="15787"/>
                </a:lnTo>
                <a:lnTo>
                  <a:pt x="11653" y="15593"/>
                </a:lnTo>
                <a:lnTo>
                  <a:pt x="11791" y="15413"/>
                </a:lnTo>
                <a:lnTo>
                  <a:pt x="11891" y="15180"/>
                </a:lnTo>
                <a:lnTo>
                  <a:pt x="11979" y="14987"/>
                </a:lnTo>
                <a:lnTo>
                  <a:pt x="12067" y="14806"/>
                </a:lnTo>
                <a:lnTo>
                  <a:pt x="12155" y="14613"/>
                </a:lnTo>
                <a:lnTo>
                  <a:pt x="12293" y="14419"/>
                </a:lnTo>
                <a:lnTo>
                  <a:pt x="12394" y="14239"/>
                </a:lnTo>
                <a:lnTo>
                  <a:pt x="12482" y="14045"/>
                </a:lnTo>
                <a:lnTo>
                  <a:pt x="12569" y="13865"/>
                </a:lnTo>
                <a:lnTo>
                  <a:pt x="12670" y="13671"/>
                </a:lnTo>
                <a:lnTo>
                  <a:pt x="12795" y="13478"/>
                </a:lnTo>
                <a:lnTo>
                  <a:pt x="12896" y="13297"/>
                </a:lnTo>
                <a:lnTo>
                  <a:pt x="12984" y="13104"/>
                </a:lnTo>
                <a:lnTo>
                  <a:pt x="13072" y="12923"/>
                </a:lnTo>
                <a:lnTo>
                  <a:pt x="13172" y="12730"/>
                </a:lnTo>
                <a:lnTo>
                  <a:pt x="13298" y="12549"/>
                </a:lnTo>
                <a:lnTo>
                  <a:pt x="13398" y="12356"/>
                </a:lnTo>
                <a:lnTo>
                  <a:pt x="13486" y="12162"/>
                </a:lnTo>
                <a:lnTo>
                  <a:pt x="13574" y="11930"/>
                </a:lnTo>
                <a:lnTo>
                  <a:pt x="13675" y="11750"/>
                </a:lnTo>
                <a:lnTo>
                  <a:pt x="13813" y="11556"/>
                </a:lnTo>
                <a:lnTo>
                  <a:pt x="13901" y="11363"/>
                </a:lnTo>
                <a:lnTo>
                  <a:pt x="13988" y="11182"/>
                </a:lnTo>
                <a:lnTo>
                  <a:pt x="14076" y="10989"/>
                </a:lnTo>
                <a:lnTo>
                  <a:pt x="14177" y="10808"/>
                </a:lnTo>
                <a:lnTo>
                  <a:pt x="14315" y="10615"/>
                </a:lnTo>
                <a:lnTo>
                  <a:pt x="14403" y="10434"/>
                </a:lnTo>
                <a:lnTo>
                  <a:pt x="14491" y="10241"/>
                </a:lnTo>
                <a:lnTo>
                  <a:pt x="14579" y="10047"/>
                </a:lnTo>
                <a:lnTo>
                  <a:pt x="14679" y="9866"/>
                </a:lnTo>
                <a:lnTo>
                  <a:pt x="14817" y="9673"/>
                </a:lnTo>
                <a:lnTo>
                  <a:pt x="14905" y="9492"/>
                </a:lnTo>
                <a:lnTo>
                  <a:pt x="14993" y="9299"/>
                </a:lnTo>
                <a:lnTo>
                  <a:pt x="15081" y="9118"/>
                </a:lnTo>
                <a:lnTo>
                  <a:pt x="15181" y="8925"/>
                </a:lnTo>
                <a:lnTo>
                  <a:pt x="15320" y="8731"/>
                </a:lnTo>
                <a:lnTo>
                  <a:pt x="15407" y="8551"/>
                </a:lnTo>
                <a:lnTo>
                  <a:pt x="15495" y="8357"/>
                </a:lnTo>
                <a:lnTo>
                  <a:pt x="15583" y="8177"/>
                </a:lnTo>
                <a:lnTo>
                  <a:pt x="15684" y="7983"/>
                </a:lnTo>
                <a:lnTo>
                  <a:pt x="15822" y="7790"/>
                </a:lnTo>
                <a:lnTo>
                  <a:pt x="15910" y="7609"/>
                </a:lnTo>
                <a:lnTo>
                  <a:pt x="15998" y="7416"/>
                </a:lnTo>
                <a:lnTo>
                  <a:pt x="16098" y="7235"/>
                </a:lnTo>
                <a:lnTo>
                  <a:pt x="16186" y="7042"/>
                </a:lnTo>
                <a:lnTo>
                  <a:pt x="16324" y="6861"/>
                </a:lnTo>
                <a:lnTo>
                  <a:pt x="16412" y="6668"/>
                </a:lnTo>
                <a:lnTo>
                  <a:pt x="16500" y="6474"/>
                </a:lnTo>
                <a:lnTo>
                  <a:pt x="16600" y="6294"/>
                </a:lnTo>
                <a:lnTo>
                  <a:pt x="16688" y="6100"/>
                </a:lnTo>
                <a:lnTo>
                  <a:pt x="16826" y="5920"/>
                </a:lnTo>
                <a:lnTo>
                  <a:pt x="16914" y="5726"/>
                </a:lnTo>
                <a:lnTo>
                  <a:pt x="17002" y="5546"/>
                </a:lnTo>
                <a:lnTo>
                  <a:pt x="17103" y="5352"/>
                </a:lnTo>
                <a:lnTo>
                  <a:pt x="17191" y="5210"/>
                </a:lnTo>
                <a:lnTo>
                  <a:pt x="17329" y="5017"/>
                </a:lnTo>
                <a:lnTo>
                  <a:pt x="17417" y="4836"/>
                </a:lnTo>
                <a:lnTo>
                  <a:pt x="17505" y="4643"/>
                </a:lnTo>
                <a:lnTo>
                  <a:pt x="17605" y="4462"/>
                </a:lnTo>
                <a:lnTo>
                  <a:pt x="17693" y="4269"/>
                </a:lnTo>
                <a:lnTo>
                  <a:pt x="17831" y="4088"/>
                </a:lnTo>
                <a:lnTo>
                  <a:pt x="17919" y="3895"/>
                </a:lnTo>
                <a:lnTo>
                  <a:pt x="18007" y="3701"/>
                </a:lnTo>
                <a:lnTo>
                  <a:pt x="18107" y="3521"/>
                </a:lnTo>
                <a:lnTo>
                  <a:pt x="18195" y="3327"/>
                </a:lnTo>
                <a:lnTo>
                  <a:pt x="18333" y="3147"/>
                </a:lnTo>
                <a:lnTo>
                  <a:pt x="18421" y="2953"/>
                </a:lnTo>
                <a:lnTo>
                  <a:pt x="18509" y="2773"/>
                </a:lnTo>
                <a:lnTo>
                  <a:pt x="18610" y="2579"/>
                </a:lnTo>
                <a:lnTo>
                  <a:pt x="18697" y="2386"/>
                </a:lnTo>
                <a:lnTo>
                  <a:pt x="18836" y="2205"/>
                </a:lnTo>
                <a:lnTo>
                  <a:pt x="18924" y="2012"/>
                </a:lnTo>
                <a:lnTo>
                  <a:pt x="19011" y="1870"/>
                </a:lnTo>
                <a:lnTo>
                  <a:pt x="19112" y="1689"/>
                </a:lnTo>
                <a:lnTo>
                  <a:pt x="19200" y="1496"/>
                </a:lnTo>
                <a:lnTo>
                  <a:pt x="19338" y="1315"/>
                </a:lnTo>
                <a:lnTo>
                  <a:pt x="19426" y="1122"/>
                </a:lnTo>
                <a:lnTo>
                  <a:pt x="19514" y="928"/>
                </a:lnTo>
                <a:lnTo>
                  <a:pt x="19614" y="748"/>
                </a:lnTo>
                <a:lnTo>
                  <a:pt x="19702" y="554"/>
                </a:lnTo>
                <a:lnTo>
                  <a:pt x="19840" y="374"/>
                </a:lnTo>
                <a:lnTo>
                  <a:pt x="19928" y="180"/>
                </a:lnTo>
                <a:lnTo>
                  <a:pt x="20029" y="0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8000944" y="3909509"/>
            <a:ext cx="20016" cy="34321"/>
          </a:xfrm>
          <a:custGeom>
            <a:avLst/>
            <a:gdLst/>
            <a:ahLst/>
            <a:cxnLst/>
            <a:rect l="l" t="t" r="r" b="b"/>
            <a:pathLst>
              <a:path w="20016" h="34321">
                <a:moveTo>
                  <a:pt x="0" y="34321"/>
                </a:moveTo>
                <a:lnTo>
                  <a:pt x="87" y="34179"/>
                </a:lnTo>
                <a:lnTo>
                  <a:pt x="175" y="33986"/>
                </a:lnTo>
                <a:lnTo>
                  <a:pt x="313" y="33792"/>
                </a:lnTo>
                <a:lnTo>
                  <a:pt x="401" y="33612"/>
                </a:lnTo>
                <a:lnTo>
                  <a:pt x="502" y="33418"/>
                </a:lnTo>
                <a:lnTo>
                  <a:pt x="590" y="33238"/>
                </a:lnTo>
                <a:lnTo>
                  <a:pt x="678" y="33044"/>
                </a:lnTo>
                <a:lnTo>
                  <a:pt x="816" y="32864"/>
                </a:lnTo>
                <a:lnTo>
                  <a:pt x="904" y="32670"/>
                </a:lnTo>
                <a:lnTo>
                  <a:pt x="1004" y="32528"/>
                </a:lnTo>
                <a:lnTo>
                  <a:pt x="1092" y="32335"/>
                </a:lnTo>
                <a:lnTo>
                  <a:pt x="1180" y="32154"/>
                </a:lnTo>
                <a:lnTo>
                  <a:pt x="1318" y="31961"/>
                </a:lnTo>
                <a:lnTo>
                  <a:pt x="1406" y="31780"/>
                </a:lnTo>
                <a:lnTo>
                  <a:pt x="1506" y="31587"/>
                </a:lnTo>
                <a:lnTo>
                  <a:pt x="1594" y="31406"/>
                </a:lnTo>
                <a:lnTo>
                  <a:pt x="1682" y="31213"/>
                </a:lnTo>
                <a:lnTo>
                  <a:pt x="1820" y="31071"/>
                </a:lnTo>
                <a:lnTo>
                  <a:pt x="1908" y="30877"/>
                </a:lnTo>
                <a:lnTo>
                  <a:pt x="2009" y="30697"/>
                </a:lnTo>
                <a:lnTo>
                  <a:pt x="2097" y="30503"/>
                </a:lnTo>
                <a:lnTo>
                  <a:pt x="2184" y="30323"/>
                </a:lnTo>
                <a:lnTo>
                  <a:pt x="2323" y="30129"/>
                </a:lnTo>
                <a:lnTo>
                  <a:pt x="2411" y="29987"/>
                </a:lnTo>
                <a:lnTo>
                  <a:pt x="2511" y="29807"/>
                </a:lnTo>
                <a:lnTo>
                  <a:pt x="2599" y="29613"/>
                </a:lnTo>
                <a:lnTo>
                  <a:pt x="2687" y="29420"/>
                </a:lnTo>
                <a:lnTo>
                  <a:pt x="2825" y="29239"/>
                </a:lnTo>
                <a:lnTo>
                  <a:pt x="2913" y="29046"/>
                </a:lnTo>
                <a:lnTo>
                  <a:pt x="3013" y="28865"/>
                </a:lnTo>
                <a:lnTo>
                  <a:pt x="3101" y="28723"/>
                </a:lnTo>
                <a:lnTo>
                  <a:pt x="3189" y="28530"/>
                </a:lnTo>
                <a:lnTo>
                  <a:pt x="3327" y="28349"/>
                </a:lnTo>
                <a:lnTo>
                  <a:pt x="3415" y="28156"/>
                </a:lnTo>
                <a:lnTo>
                  <a:pt x="3516" y="27975"/>
                </a:lnTo>
                <a:lnTo>
                  <a:pt x="3603" y="27833"/>
                </a:lnTo>
                <a:lnTo>
                  <a:pt x="3691" y="27640"/>
                </a:lnTo>
                <a:lnTo>
                  <a:pt x="3830" y="27447"/>
                </a:lnTo>
                <a:lnTo>
                  <a:pt x="3930" y="27266"/>
                </a:lnTo>
                <a:lnTo>
                  <a:pt x="4018" y="27072"/>
                </a:lnTo>
                <a:lnTo>
                  <a:pt x="4106" y="26892"/>
                </a:lnTo>
                <a:lnTo>
                  <a:pt x="4194" y="26750"/>
                </a:lnTo>
                <a:lnTo>
                  <a:pt x="4332" y="26557"/>
                </a:lnTo>
                <a:lnTo>
                  <a:pt x="4432" y="26376"/>
                </a:lnTo>
                <a:lnTo>
                  <a:pt x="4520" y="26183"/>
                </a:lnTo>
                <a:lnTo>
                  <a:pt x="4608" y="25989"/>
                </a:lnTo>
                <a:lnTo>
                  <a:pt x="4696" y="25860"/>
                </a:lnTo>
                <a:lnTo>
                  <a:pt x="4834" y="25667"/>
                </a:lnTo>
                <a:lnTo>
                  <a:pt x="4935" y="25473"/>
                </a:lnTo>
                <a:lnTo>
                  <a:pt x="5022" y="25293"/>
                </a:lnTo>
                <a:lnTo>
                  <a:pt x="5110" y="25099"/>
                </a:lnTo>
                <a:lnTo>
                  <a:pt x="5198" y="24957"/>
                </a:lnTo>
                <a:lnTo>
                  <a:pt x="5336" y="24777"/>
                </a:lnTo>
                <a:lnTo>
                  <a:pt x="5437" y="24583"/>
                </a:lnTo>
                <a:lnTo>
                  <a:pt x="5525" y="24403"/>
                </a:lnTo>
                <a:lnTo>
                  <a:pt x="5613" y="24261"/>
                </a:lnTo>
                <a:lnTo>
                  <a:pt x="5701" y="24067"/>
                </a:lnTo>
                <a:lnTo>
                  <a:pt x="5839" y="23874"/>
                </a:lnTo>
                <a:lnTo>
                  <a:pt x="5939" y="23693"/>
                </a:lnTo>
                <a:lnTo>
                  <a:pt x="6027" y="23551"/>
                </a:lnTo>
                <a:lnTo>
                  <a:pt x="6115" y="23358"/>
                </a:lnTo>
                <a:lnTo>
                  <a:pt x="6215" y="23177"/>
                </a:lnTo>
                <a:lnTo>
                  <a:pt x="6341" y="22984"/>
                </a:lnTo>
                <a:lnTo>
                  <a:pt x="6441" y="22803"/>
                </a:lnTo>
                <a:lnTo>
                  <a:pt x="6529" y="22661"/>
                </a:lnTo>
                <a:lnTo>
                  <a:pt x="6617" y="22468"/>
                </a:lnTo>
                <a:lnTo>
                  <a:pt x="6718" y="22287"/>
                </a:lnTo>
                <a:lnTo>
                  <a:pt x="6843" y="22094"/>
                </a:lnTo>
                <a:lnTo>
                  <a:pt x="6944" y="21952"/>
                </a:lnTo>
                <a:lnTo>
                  <a:pt x="7032" y="21758"/>
                </a:lnTo>
                <a:lnTo>
                  <a:pt x="7120" y="21578"/>
                </a:lnTo>
                <a:lnTo>
                  <a:pt x="7220" y="21436"/>
                </a:lnTo>
                <a:lnTo>
                  <a:pt x="7358" y="21243"/>
                </a:lnTo>
                <a:lnTo>
                  <a:pt x="7446" y="21062"/>
                </a:lnTo>
                <a:lnTo>
                  <a:pt x="7534" y="20869"/>
                </a:lnTo>
                <a:lnTo>
                  <a:pt x="7622" y="20727"/>
                </a:lnTo>
                <a:lnTo>
                  <a:pt x="7722" y="20546"/>
                </a:lnTo>
                <a:lnTo>
                  <a:pt x="7860" y="20353"/>
                </a:lnTo>
                <a:lnTo>
                  <a:pt x="7948" y="20172"/>
                </a:lnTo>
                <a:lnTo>
                  <a:pt x="8036" y="20030"/>
                </a:lnTo>
                <a:lnTo>
                  <a:pt x="8124" y="19837"/>
                </a:lnTo>
                <a:lnTo>
                  <a:pt x="8225" y="19643"/>
                </a:lnTo>
                <a:lnTo>
                  <a:pt x="8363" y="19514"/>
                </a:lnTo>
                <a:lnTo>
                  <a:pt x="8451" y="19321"/>
                </a:lnTo>
                <a:lnTo>
                  <a:pt x="8539" y="19127"/>
                </a:lnTo>
                <a:lnTo>
                  <a:pt x="8626" y="18947"/>
                </a:lnTo>
                <a:lnTo>
                  <a:pt x="8727" y="18805"/>
                </a:lnTo>
                <a:lnTo>
                  <a:pt x="8865" y="18611"/>
                </a:lnTo>
                <a:lnTo>
                  <a:pt x="8953" y="18431"/>
                </a:lnTo>
                <a:lnTo>
                  <a:pt x="9041" y="18289"/>
                </a:lnTo>
                <a:lnTo>
                  <a:pt x="9129" y="18095"/>
                </a:lnTo>
                <a:lnTo>
                  <a:pt x="9229" y="17915"/>
                </a:lnTo>
                <a:lnTo>
                  <a:pt x="9367" y="17773"/>
                </a:lnTo>
                <a:lnTo>
                  <a:pt x="9455" y="17580"/>
                </a:lnTo>
                <a:lnTo>
                  <a:pt x="9543" y="17399"/>
                </a:lnTo>
                <a:lnTo>
                  <a:pt x="9631" y="17257"/>
                </a:lnTo>
                <a:lnTo>
                  <a:pt x="9731" y="17064"/>
                </a:lnTo>
                <a:lnTo>
                  <a:pt x="9870" y="16870"/>
                </a:lnTo>
                <a:lnTo>
                  <a:pt x="9958" y="16690"/>
                </a:lnTo>
                <a:lnTo>
                  <a:pt x="10045" y="16548"/>
                </a:lnTo>
                <a:lnTo>
                  <a:pt x="10146" y="16354"/>
                </a:lnTo>
                <a:lnTo>
                  <a:pt x="10234" y="16174"/>
                </a:lnTo>
                <a:lnTo>
                  <a:pt x="10372" y="16032"/>
                </a:lnTo>
                <a:lnTo>
                  <a:pt x="10460" y="15838"/>
                </a:lnTo>
                <a:lnTo>
                  <a:pt x="10548" y="15658"/>
                </a:lnTo>
                <a:lnTo>
                  <a:pt x="10648" y="15516"/>
                </a:lnTo>
                <a:lnTo>
                  <a:pt x="10736" y="15322"/>
                </a:lnTo>
                <a:lnTo>
                  <a:pt x="10874" y="15180"/>
                </a:lnTo>
                <a:lnTo>
                  <a:pt x="10962" y="15000"/>
                </a:lnTo>
                <a:lnTo>
                  <a:pt x="11050" y="14806"/>
                </a:lnTo>
                <a:lnTo>
                  <a:pt x="11150" y="14665"/>
                </a:lnTo>
                <a:lnTo>
                  <a:pt x="11238" y="14484"/>
                </a:lnTo>
                <a:lnTo>
                  <a:pt x="11377" y="14291"/>
                </a:lnTo>
                <a:lnTo>
                  <a:pt x="11464" y="14149"/>
                </a:lnTo>
                <a:lnTo>
                  <a:pt x="11552" y="13955"/>
                </a:lnTo>
                <a:lnTo>
                  <a:pt x="11653" y="13775"/>
                </a:lnTo>
                <a:lnTo>
                  <a:pt x="11741" y="13633"/>
                </a:lnTo>
                <a:lnTo>
                  <a:pt x="11879" y="13439"/>
                </a:lnTo>
                <a:lnTo>
                  <a:pt x="11967" y="13259"/>
                </a:lnTo>
                <a:lnTo>
                  <a:pt x="12055" y="13117"/>
                </a:lnTo>
                <a:lnTo>
                  <a:pt x="12155" y="12923"/>
                </a:lnTo>
                <a:lnTo>
                  <a:pt x="12243" y="12781"/>
                </a:lnTo>
                <a:lnTo>
                  <a:pt x="12381" y="12601"/>
                </a:lnTo>
                <a:lnTo>
                  <a:pt x="12469" y="12407"/>
                </a:lnTo>
                <a:lnTo>
                  <a:pt x="12557" y="12266"/>
                </a:lnTo>
                <a:lnTo>
                  <a:pt x="12657" y="12085"/>
                </a:lnTo>
                <a:lnTo>
                  <a:pt x="12745" y="11943"/>
                </a:lnTo>
                <a:lnTo>
                  <a:pt x="12883" y="11750"/>
                </a:lnTo>
                <a:lnTo>
                  <a:pt x="12971" y="11569"/>
                </a:lnTo>
                <a:lnTo>
                  <a:pt x="13059" y="11427"/>
                </a:lnTo>
                <a:lnTo>
                  <a:pt x="13160" y="11234"/>
                </a:lnTo>
                <a:lnTo>
                  <a:pt x="13248" y="11092"/>
                </a:lnTo>
                <a:lnTo>
                  <a:pt x="13386" y="10911"/>
                </a:lnTo>
                <a:lnTo>
                  <a:pt x="13474" y="10718"/>
                </a:lnTo>
                <a:lnTo>
                  <a:pt x="13574" y="10576"/>
                </a:lnTo>
                <a:lnTo>
                  <a:pt x="13662" y="10382"/>
                </a:lnTo>
                <a:lnTo>
                  <a:pt x="13750" y="10253"/>
                </a:lnTo>
                <a:lnTo>
                  <a:pt x="13888" y="10060"/>
                </a:lnTo>
                <a:lnTo>
                  <a:pt x="13976" y="9866"/>
                </a:lnTo>
                <a:lnTo>
                  <a:pt x="14076" y="9725"/>
                </a:lnTo>
                <a:lnTo>
                  <a:pt x="14164" y="9544"/>
                </a:lnTo>
                <a:lnTo>
                  <a:pt x="14252" y="9402"/>
                </a:lnTo>
                <a:lnTo>
                  <a:pt x="14390" y="9209"/>
                </a:lnTo>
                <a:lnTo>
                  <a:pt x="14478" y="9067"/>
                </a:lnTo>
                <a:lnTo>
                  <a:pt x="14579" y="8886"/>
                </a:lnTo>
                <a:lnTo>
                  <a:pt x="14667" y="8693"/>
                </a:lnTo>
                <a:lnTo>
                  <a:pt x="14754" y="8551"/>
                </a:lnTo>
                <a:lnTo>
                  <a:pt x="14893" y="8370"/>
                </a:lnTo>
                <a:lnTo>
                  <a:pt x="14980" y="8228"/>
                </a:lnTo>
                <a:lnTo>
                  <a:pt x="15081" y="8035"/>
                </a:lnTo>
                <a:lnTo>
                  <a:pt x="15169" y="7893"/>
                </a:lnTo>
                <a:lnTo>
                  <a:pt x="15257" y="7713"/>
                </a:lnTo>
                <a:lnTo>
                  <a:pt x="15395" y="7571"/>
                </a:lnTo>
                <a:lnTo>
                  <a:pt x="15483" y="7377"/>
                </a:lnTo>
                <a:lnTo>
                  <a:pt x="15583" y="7235"/>
                </a:lnTo>
                <a:lnTo>
                  <a:pt x="15671" y="7055"/>
                </a:lnTo>
                <a:lnTo>
                  <a:pt x="15759" y="6861"/>
                </a:lnTo>
                <a:lnTo>
                  <a:pt x="15897" y="6719"/>
                </a:lnTo>
                <a:lnTo>
                  <a:pt x="15985" y="6539"/>
                </a:lnTo>
                <a:lnTo>
                  <a:pt x="16086" y="6397"/>
                </a:lnTo>
                <a:lnTo>
                  <a:pt x="16173" y="6203"/>
                </a:lnTo>
                <a:lnTo>
                  <a:pt x="16261" y="6062"/>
                </a:lnTo>
                <a:lnTo>
                  <a:pt x="16399" y="5881"/>
                </a:lnTo>
                <a:lnTo>
                  <a:pt x="16487" y="5739"/>
                </a:lnTo>
                <a:lnTo>
                  <a:pt x="16588" y="5546"/>
                </a:lnTo>
                <a:lnTo>
                  <a:pt x="16676" y="5404"/>
                </a:lnTo>
                <a:lnTo>
                  <a:pt x="16764" y="5223"/>
                </a:lnTo>
                <a:lnTo>
                  <a:pt x="16902" y="5081"/>
                </a:lnTo>
                <a:lnTo>
                  <a:pt x="16990" y="4888"/>
                </a:lnTo>
                <a:lnTo>
                  <a:pt x="17090" y="4746"/>
                </a:lnTo>
                <a:lnTo>
                  <a:pt x="17178" y="4565"/>
                </a:lnTo>
                <a:lnTo>
                  <a:pt x="17266" y="4424"/>
                </a:lnTo>
                <a:lnTo>
                  <a:pt x="17404" y="4230"/>
                </a:lnTo>
                <a:lnTo>
                  <a:pt x="17505" y="4088"/>
                </a:lnTo>
                <a:lnTo>
                  <a:pt x="17592" y="3908"/>
                </a:lnTo>
                <a:lnTo>
                  <a:pt x="17680" y="3766"/>
                </a:lnTo>
                <a:lnTo>
                  <a:pt x="17768" y="3572"/>
                </a:lnTo>
                <a:lnTo>
                  <a:pt x="17906" y="3430"/>
                </a:lnTo>
                <a:lnTo>
                  <a:pt x="18007" y="3250"/>
                </a:lnTo>
                <a:lnTo>
                  <a:pt x="18095" y="3108"/>
                </a:lnTo>
                <a:lnTo>
                  <a:pt x="18183" y="2914"/>
                </a:lnTo>
                <a:lnTo>
                  <a:pt x="18271" y="2773"/>
                </a:lnTo>
                <a:lnTo>
                  <a:pt x="18409" y="2592"/>
                </a:lnTo>
                <a:lnTo>
                  <a:pt x="18509" y="2450"/>
                </a:lnTo>
                <a:lnTo>
                  <a:pt x="18597" y="2257"/>
                </a:lnTo>
                <a:lnTo>
                  <a:pt x="18685" y="2115"/>
                </a:lnTo>
                <a:lnTo>
                  <a:pt x="18773" y="1973"/>
                </a:lnTo>
                <a:lnTo>
                  <a:pt x="18911" y="1792"/>
                </a:lnTo>
                <a:lnTo>
                  <a:pt x="19011" y="1650"/>
                </a:lnTo>
                <a:lnTo>
                  <a:pt x="19099" y="1457"/>
                </a:lnTo>
                <a:lnTo>
                  <a:pt x="19187" y="1315"/>
                </a:lnTo>
                <a:lnTo>
                  <a:pt x="19275" y="1135"/>
                </a:lnTo>
                <a:lnTo>
                  <a:pt x="19413" y="993"/>
                </a:lnTo>
                <a:lnTo>
                  <a:pt x="19514" y="799"/>
                </a:lnTo>
                <a:lnTo>
                  <a:pt x="19602" y="657"/>
                </a:lnTo>
                <a:lnTo>
                  <a:pt x="19690" y="477"/>
                </a:lnTo>
                <a:lnTo>
                  <a:pt x="19790" y="335"/>
                </a:lnTo>
                <a:lnTo>
                  <a:pt x="19916" y="193"/>
                </a:lnTo>
                <a:lnTo>
                  <a:pt x="20016" y="0"/>
                </a:lnTo>
              </a:path>
            </a:pathLst>
          </a:custGeom>
          <a:ln w="17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8020960" y="3879844"/>
            <a:ext cx="20016" cy="29665"/>
          </a:xfrm>
          <a:custGeom>
            <a:avLst/>
            <a:gdLst/>
            <a:ahLst/>
            <a:cxnLst/>
            <a:rect l="l" t="t" r="r" b="b"/>
            <a:pathLst>
              <a:path w="20016" h="29665">
                <a:moveTo>
                  <a:pt x="0" y="29665"/>
                </a:moveTo>
                <a:lnTo>
                  <a:pt x="87" y="29523"/>
                </a:lnTo>
                <a:lnTo>
                  <a:pt x="175" y="29343"/>
                </a:lnTo>
                <a:lnTo>
                  <a:pt x="276" y="29201"/>
                </a:lnTo>
                <a:lnTo>
                  <a:pt x="401" y="29007"/>
                </a:lnTo>
                <a:lnTo>
                  <a:pt x="502" y="28865"/>
                </a:lnTo>
                <a:lnTo>
                  <a:pt x="590" y="28723"/>
                </a:lnTo>
                <a:lnTo>
                  <a:pt x="678" y="28543"/>
                </a:lnTo>
                <a:lnTo>
                  <a:pt x="778" y="28401"/>
                </a:lnTo>
                <a:lnTo>
                  <a:pt x="916" y="28207"/>
                </a:lnTo>
                <a:lnTo>
                  <a:pt x="1004" y="28066"/>
                </a:lnTo>
                <a:lnTo>
                  <a:pt x="1092" y="27924"/>
                </a:lnTo>
                <a:lnTo>
                  <a:pt x="1180" y="27743"/>
                </a:lnTo>
                <a:lnTo>
                  <a:pt x="1280" y="27601"/>
                </a:lnTo>
                <a:lnTo>
                  <a:pt x="1418" y="27408"/>
                </a:lnTo>
                <a:lnTo>
                  <a:pt x="1506" y="27266"/>
                </a:lnTo>
                <a:lnTo>
                  <a:pt x="1594" y="27124"/>
                </a:lnTo>
                <a:lnTo>
                  <a:pt x="1682" y="26943"/>
                </a:lnTo>
                <a:lnTo>
                  <a:pt x="1783" y="26802"/>
                </a:lnTo>
                <a:lnTo>
                  <a:pt x="1921" y="26608"/>
                </a:lnTo>
                <a:lnTo>
                  <a:pt x="2009" y="26466"/>
                </a:lnTo>
                <a:lnTo>
                  <a:pt x="2097" y="26324"/>
                </a:lnTo>
                <a:lnTo>
                  <a:pt x="2184" y="26144"/>
                </a:lnTo>
                <a:lnTo>
                  <a:pt x="2285" y="26002"/>
                </a:lnTo>
                <a:lnTo>
                  <a:pt x="2423" y="25860"/>
                </a:lnTo>
                <a:lnTo>
                  <a:pt x="2511" y="25667"/>
                </a:lnTo>
                <a:lnTo>
                  <a:pt x="2599" y="25525"/>
                </a:lnTo>
                <a:lnTo>
                  <a:pt x="2687" y="25344"/>
                </a:lnTo>
                <a:lnTo>
                  <a:pt x="2787" y="25202"/>
                </a:lnTo>
                <a:lnTo>
                  <a:pt x="2925" y="25060"/>
                </a:lnTo>
                <a:lnTo>
                  <a:pt x="3013" y="24867"/>
                </a:lnTo>
                <a:lnTo>
                  <a:pt x="3101" y="24725"/>
                </a:lnTo>
                <a:lnTo>
                  <a:pt x="3189" y="24583"/>
                </a:lnTo>
                <a:lnTo>
                  <a:pt x="3290" y="24403"/>
                </a:lnTo>
                <a:lnTo>
                  <a:pt x="3428" y="24261"/>
                </a:lnTo>
                <a:lnTo>
                  <a:pt x="3516" y="24119"/>
                </a:lnTo>
                <a:lnTo>
                  <a:pt x="3603" y="23925"/>
                </a:lnTo>
                <a:lnTo>
                  <a:pt x="3704" y="23796"/>
                </a:lnTo>
                <a:lnTo>
                  <a:pt x="3792" y="23654"/>
                </a:lnTo>
                <a:lnTo>
                  <a:pt x="3930" y="23461"/>
                </a:lnTo>
                <a:lnTo>
                  <a:pt x="4018" y="23319"/>
                </a:lnTo>
                <a:lnTo>
                  <a:pt x="4106" y="23177"/>
                </a:lnTo>
                <a:lnTo>
                  <a:pt x="4206" y="22997"/>
                </a:lnTo>
                <a:lnTo>
                  <a:pt x="4294" y="22855"/>
                </a:lnTo>
                <a:lnTo>
                  <a:pt x="4432" y="22713"/>
                </a:lnTo>
                <a:lnTo>
                  <a:pt x="4520" y="22519"/>
                </a:lnTo>
                <a:lnTo>
                  <a:pt x="4608" y="22378"/>
                </a:lnTo>
                <a:lnTo>
                  <a:pt x="4709" y="22236"/>
                </a:lnTo>
                <a:lnTo>
                  <a:pt x="4796" y="22055"/>
                </a:lnTo>
                <a:lnTo>
                  <a:pt x="4935" y="21913"/>
                </a:lnTo>
                <a:lnTo>
                  <a:pt x="5022" y="21771"/>
                </a:lnTo>
                <a:lnTo>
                  <a:pt x="5110" y="21629"/>
                </a:lnTo>
                <a:lnTo>
                  <a:pt x="5211" y="21436"/>
                </a:lnTo>
                <a:lnTo>
                  <a:pt x="5299" y="21294"/>
                </a:lnTo>
                <a:lnTo>
                  <a:pt x="5437" y="21152"/>
                </a:lnTo>
                <a:lnTo>
                  <a:pt x="5525" y="20972"/>
                </a:lnTo>
                <a:lnTo>
                  <a:pt x="5613" y="20830"/>
                </a:lnTo>
                <a:lnTo>
                  <a:pt x="5713" y="20688"/>
                </a:lnTo>
                <a:lnTo>
                  <a:pt x="5801" y="20494"/>
                </a:lnTo>
                <a:lnTo>
                  <a:pt x="5939" y="20353"/>
                </a:lnTo>
                <a:lnTo>
                  <a:pt x="6027" y="20224"/>
                </a:lnTo>
                <a:lnTo>
                  <a:pt x="6115" y="20082"/>
                </a:lnTo>
                <a:lnTo>
                  <a:pt x="6215" y="19888"/>
                </a:lnTo>
                <a:lnTo>
                  <a:pt x="6303" y="19746"/>
                </a:lnTo>
                <a:lnTo>
                  <a:pt x="6441" y="19605"/>
                </a:lnTo>
                <a:lnTo>
                  <a:pt x="6529" y="19463"/>
                </a:lnTo>
                <a:lnTo>
                  <a:pt x="6617" y="19282"/>
                </a:lnTo>
                <a:lnTo>
                  <a:pt x="6718" y="19140"/>
                </a:lnTo>
                <a:lnTo>
                  <a:pt x="6806" y="18998"/>
                </a:lnTo>
                <a:lnTo>
                  <a:pt x="6944" y="18856"/>
                </a:lnTo>
                <a:lnTo>
                  <a:pt x="7032" y="18663"/>
                </a:lnTo>
                <a:lnTo>
                  <a:pt x="7132" y="18521"/>
                </a:lnTo>
                <a:lnTo>
                  <a:pt x="7220" y="18379"/>
                </a:lnTo>
                <a:lnTo>
                  <a:pt x="7308" y="18237"/>
                </a:lnTo>
                <a:lnTo>
                  <a:pt x="7446" y="18057"/>
                </a:lnTo>
                <a:lnTo>
                  <a:pt x="7534" y="17915"/>
                </a:lnTo>
                <a:lnTo>
                  <a:pt x="7634" y="17773"/>
                </a:lnTo>
                <a:lnTo>
                  <a:pt x="7722" y="17631"/>
                </a:lnTo>
                <a:lnTo>
                  <a:pt x="7810" y="17451"/>
                </a:lnTo>
                <a:lnTo>
                  <a:pt x="7948" y="17309"/>
                </a:lnTo>
                <a:lnTo>
                  <a:pt x="8036" y="17167"/>
                </a:lnTo>
                <a:lnTo>
                  <a:pt x="8137" y="17025"/>
                </a:lnTo>
                <a:lnTo>
                  <a:pt x="8225" y="16831"/>
                </a:lnTo>
                <a:lnTo>
                  <a:pt x="8313" y="16690"/>
                </a:lnTo>
                <a:lnTo>
                  <a:pt x="8451" y="16548"/>
                </a:lnTo>
                <a:lnTo>
                  <a:pt x="8539" y="16406"/>
                </a:lnTo>
                <a:lnTo>
                  <a:pt x="8639" y="16264"/>
                </a:lnTo>
                <a:lnTo>
                  <a:pt x="8727" y="16083"/>
                </a:lnTo>
                <a:lnTo>
                  <a:pt x="8815" y="15941"/>
                </a:lnTo>
                <a:lnTo>
                  <a:pt x="8953" y="15800"/>
                </a:lnTo>
                <a:lnTo>
                  <a:pt x="9041" y="15658"/>
                </a:lnTo>
                <a:lnTo>
                  <a:pt x="9141" y="15516"/>
                </a:lnTo>
                <a:lnTo>
                  <a:pt x="9229" y="15335"/>
                </a:lnTo>
                <a:lnTo>
                  <a:pt x="9317" y="15193"/>
                </a:lnTo>
                <a:lnTo>
                  <a:pt x="9455" y="15052"/>
                </a:lnTo>
                <a:lnTo>
                  <a:pt x="9543" y="14910"/>
                </a:lnTo>
                <a:lnTo>
                  <a:pt x="9644" y="14768"/>
                </a:lnTo>
                <a:lnTo>
                  <a:pt x="9731" y="14574"/>
                </a:lnTo>
                <a:lnTo>
                  <a:pt x="9819" y="14432"/>
                </a:lnTo>
                <a:lnTo>
                  <a:pt x="9958" y="14291"/>
                </a:lnTo>
                <a:lnTo>
                  <a:pt x="10045" y="14149"/>
                </a:lnTo>
                <a:lnTo>
                  <a:pt x="10146" y="14007"/>
                </a:lnTo>
                <a:lnTo>
                  <a:pt x="10234" y="13878"/>
                </a:lnTo>
                <a:lnTo>
                  <a:pt x="10322" y="13684"/>
                </a:lnTo>
                <a:lnTo>
                  <a:pt x="10460" y="13542"/>
                </a:lnTo>
                <a:lnTo>
                  <a:pt x="10548" y="13401"/>
                </a:lnTo>
                <a:lnTo>
                  <a:pt x="10648" y="13259"/>
                </a:lnTo>
                <a:lnTo>
                  <a:pt x="10736" y="13117"/>
                </a:lnTo>
                <a:lnTo>
                  <a:pt x="10824" y="12975"/>
                </a:lnTo>
                <a:lnTo>
                  <a:pt x="10962" y="12794"/>
                </a:lnTo>
                <a:lnTo>
                  <a:pt x="11063" y="12652"/>
                </a:lnTo>
                <a:lnTo>
                  <a:pt x="11150" y="12511"/>
                </a:lnTo>
                <a:lnTo>
                  <a:pt x="11238" y="12369"/>
                </a:lnTo>
                <a:lnTo>
                  <a:pt x="11326" y="12227"/>
                </a:lnTo>
                <a:lnTo>
                  <a:pt x="11464" y="12085"/>
                </a:lnTo>
                <a:lnTo>
                  <a:pt x="11565" y="11943"/>
                </a:lnTo>
                <a:lnTo>
                  <a:pt x="11653" y="11763"/>
                </a:lnTo>
                <a:lnTo>
                  <a:pt x="11741" y="11621"/>
                </a:lnTo>
                <a:lnTo>
                  <a:pt x="11829" y="11479"/>
                </a:lnTo>
                <a:lnTo>
                  <a:pt x="11967" y="11337"/>
                </a:lnTo>
                <a:lnTo>
                  <a:pt x="12067" y="11195"/>
                </a:lnTo>
                <a:lnTo>
                  <a:pt x="12155" y="11053"/>
                </a:lnTo>
                <a:lnTo>
                  <a:pt x="12243" y="10911"/>
                </a:lnTo>
                <a:lnTo>
                  <a:pt x="12331" y="10769"/>
                </a:lnTo>
                <a:lnTo>
                  <a:pt x="12469" y="10576"/>
                </a:lnTo>
                <a:lnTo>
                  <a:pt x="12569" y="10434"/>
                </a:lnTo>
                <a:lnTo>
                  <a:pt x="12657" y="10305"/>
                </a:lnTo>
                <a:lnTo>
                  <a:pt x="12745" y="10163"/>
                </a:lnTo>
                <a:lnTo>
                  <a:pt x="12833" y="10021"/>
                </a:lnTo>
                <a:lnTo>
                  <a:pt x="12971" y="9879"/>
                </a:lnTo>
                <a:lnTo>
                  <a:pt x="13072" y="9738"/>
                </a:lnTo>
                <a:lnTo>
                  <a:pt x="13160" y="9596"/>
                </a:lnTo>
                <a:lnTo>
                  <a:pt x="13248" y="9454"/>
                </a:lnTo>
                <a:lnTo>
                  <a:pt x="13335" y="9312"/>
                </a:lnTo>
                <a:lnTo>
                  <a:pt x="13474" y="9170"/>
                </a:lnTo>
                <a:lnTo>
                  <a:pt x="13574" y="8989"/>
                </a:lnTo>
                <a:lnTo>
                  <a:pt x="13662" y="8848"/>
                </a:lnTo>
                <a:lnTo>
                  <a:pt x="13750" y="8706"/>
                </a:lnTo>
                <a:lnTo>
                  <a:pt x="13850" y="8564"/>
                </a:lnTo>
                <a:lnTo>
                  <a:pt x="13976" y="8422"/>
                </a:lnTo>
                <a:lnTo>
                  <a:pt x="14076" y="8280"/>
                </a:lnTo>
                <a:lnTo>
                  <a:pt x="14164" y="8138"/>
                </a:lnTo>
                <a:lnTo>
                  <a:pt x="14252" y="7996"/>
                </a:lnTo>
                <a:lnTo>
                  <a:pt x="14353" y="7854"/>
                </a:lnTo>
                <a:lnTo>
                  <a:pt x="14478" y="7713"/>
                </a:lnTo>
                <a:lnTo>
                  <a:pt x="14579" y="7571"/>
                </a:lnTo>
                <a:lnTo>
                  <a:pt x="14667" y="7429"/>
                </a:lnTo>
                <a:lnTo>
                  <a:pt x="14754" y="7287"/>
                </a:lnTo>
                <a:lnTo>
                  <a:pt x="14855" y="7145"/>
                </a:lnTo>
                <a:lnTo>
                  <a:pt x="14993" y="7003"/>
                </a:lnTo>
                <a:lnTo>
                  <a:pt x="15081" y="6874"/>
                </a:lnTo>
                <a:lnTo>
                  <a:pt x="15169" y="6681"/>
                </a:lnTo>
                <a:lnTo>
                  <a:pt x="15257" y="6539"/>
                </a:lnTo>
                <a:lnTo>
                  <a:pt x="15357" y="6397"/>
                </a:lnTo>
                <a:lnTo>
                  <a:pt x="15495" y="6255"/>
                </a:lnTo>
                <a:lnTo>
                  <a:pt x="15583" y="6113"/>
                </a:lnTo>
                <a:lnTo>
                  <a:pt x="15671" y="5971"/>
                </a:lnTo>
                <a:lnTo>
                  <a:pt x="15759" y="5829"/>
                </a:lnTo>
                <a:lnTo>
                  <a:pt x="15860" y="5688"/>
                </a:lnTo>
                <a:lnTo>
                  <a:pt x="15998" y="5546"/>
                </a:lnTo>
                <a:lnTo>
                  <a:pt x="16086" y="5417"/>
                </a:lnTo>
                <a:lnTo>
                  <a:pt x="16173" y="5275"/>
                </a:lnTo>
                <a:lnTo>
                  <a:pt x="16261" y="5133"/>
                </a:lnTo>
                <a:lnTo>
                  <a:pt x="16362" y="4991"/>
                </a:lnTo>
                <a:lnTo>
                  <a:pt x="16500" y="4849"/>
                </a:lnTo>
                <a:lnTo>
                  <a:pt x="16588" y="4707"/>
                </a:lnTo>
                <a:lnTo>
                  <a:pt x="16676" y="4565"/>
                </a:lnTo>
                <a:lnTo>
                  <a:pt x="16764" y="4424"/>
                </a:lnTo>
                <a:lnTo>
                  <a:pt x="16864" y="4282"/>
                </a:lnTo>
                <a:lnTo>
                  <a:pt x="17002" y="4140"/>
                </a:lnTo>
                <a:lnTo>
                  <a:pt x="17090" y="3998"/>
                </a:lnTo>
                <a:lnTo>
                  <a:pt x="17178" y="3856"/>
                </a:lnTo>
                <a:lnTo>
                  <a:pt x="17278" y="3714"/>
                </a:lnTo>
                <a:lnTo>
                  <a:pt x="17366" y="3572"/>
                </a:lnTo>
                <a:lnTo>
                  <a:pt x="17505" y="3430"/>
                </a:lnTo>
                <a:lnTo>
                  <a:pt x="17592" y="3301"/>
                </a:lnTo>
                <a:lnTo>
                  <a:pt x="17680" y="3160"/>
                </a:lnTo>
                <a:lnTo>
                  <a:pt x="17781" y="3018"/>
                </a:lnTo>
                <a:lnTo>
                  <a:pt x="17869" y="2876"/>
                </a:lnTo>
                <a:lnTo>
                  <a:pt x="18007" y="2734"/>
                </a:lnTo>
                <a:lnTo>
                  <a:pt x="18183" y="2502"/>
                </a:lnTo>
                <a:lnTo>
                  <a:pt x="18283" y="2360"/>
                </a:lnTo>
                <a:lnTo>
                  <a:pt x="18371" y="2218"/>
                </a:lnTo>
                <a:lnTo>
                  <a:pt x="18509" y="2076"/>
                </a:lnTo>
                <a:lnTo>
                  <a:pt x="18597" y="1934"/>
                </a:lnTo>
                <a:lnTo>
                  <a:pt x="18685" y="1792"/>
                </a:lnTo>
                <a:lnTo>
                  <a:pt x="18785" y="1650"/>
                </a:lnTo>
                <a:lnTo>
                  <a:pt x="18873" y="1509"/>
                </a:lnTo>
                <a:lnTo>
                  <a:pt x="19011" y="1367"/>
                </a:lnTo>
                <a:lnTo>
                  <a:pt x="19099" y="1225"/>
                </a:lnTo>
                <a:lnTo>
                  <a:pt x="19187" y="1083"/>
                </a:lnTo>
                <a:lnTo>
                  <a:pt x="19288" y="941"/>
                </a:lnTo>
                <a:lnTo>
                  <a:pt x="19376" y="799"/>
                </a:lnTo>
                <a:lnTo>
                  <a:pt x="19514" y="657"/>
                </a:lnTo>
                <a:lnTo>
                  <a:pt x="19602" y="528"/>
                </a:lnTo>
                <a:lnTo>
                  <a:pt x="19790" y="283"/>
                </a:lnTo>
                <a:lnTo>
                  <a:pt x="19878" y="141"/>
                </a:lnTo>
                <a:lnTo>
                  <a:pt x="20016" y="0"/>
                </a:lnTo>
              </a:path>
            </a:pathLst>
          </a:custGeom>
          <a:ln w="17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8040977" y="3855260"/>
            <a:ext cx="19966" cy="24583"/>
          </a:xfrm>
          <a:custGeom>
            <a:avLst/>
            <a:gdLst/>
            <a:ahLst/>
            <a:cxnLst/>
            <a:rect l="l" t="t" r="r" b="b"/>
            <a:pathLst>
              <a:path w="19966" h="24583">
                <a:moveTo>
                  <a:pt x="0" y="24583"/>
                </a:moveTo>
                <a:lnTo>
                  <a:pt x="87" y="24441"/>
                </a:lnTo>
                <a:lnTo>
                  <a:pt x="175" y="24312"/>
                </a:lnTo>
                <a:lnTo>
                  <a:pt x="276" y="24170"/>
                </a:lnTo>
                <a:lnTo>
                  <a:pt x="364" y="24029"/>
                </a:lnTo>
                <a:lnTo>
                  <a:pt x="502" y="23887"/>
                </a:lnTo>
                <a:lnTo>
                  <a:pt x="590" y="23745"/>
                </a:lnTo>
                <a:lnTo>
                  <a:pt x="778" y="23513"/>
                </a:lnTo>
                <a:lnTo>
                  <a:pt x="866" y="23371"/>
                </a:lnTo>
                <a:lnTo>
                  <a:pt x="1004" y="23229"/>
                </a:lnTo>
                <a:lnTo>
                  <a:pt x="1092" y="23087"/>
                </a:lnTo>
                <a:lnTo>
                  <a:pt x="1192" y="22945"/>
                </a:lnTo>
                <a:lnTo>
                  <a:pt x="1280" y="22803"/>
                </a:lnTo>
                <a:lnTo>
                  <a:pt x="1368" y="22661"/>
                </a:lnTo>
                <a:lnTo>
                  <a:pt x="1506" y="22571"/>
                </a:lnTo>
                <a:lnTo>
                  <a:pt x="1594" y="22429"/>
                </a:lnTo>
                <a:lnTo>
                  <a:pt x="1695" y="22287"/>
                </a:lnTo>
                <a:lnTo>
                  <a:pt x="1783" y="22145"/>
                </a:lnTo>
                <a:lnTo>
                  <a:pt x="1871" y="22004"/>
                </a:lnTo>
                <a:lnTo>
                  <a:pt x="2009" y="21862"/>
                </a:lnTo>
                <a:lnTo>
                  <a:pt x="2097" y="21720"/>
                </a:lnTo>
                <a:lnTo>
                  <a:pt x="2285" y="21488"/>
                </a:lnTo>
                <a:lnTo>
                  <a:pt x="2373" y="21346"/>
                </a:lnTo>
                <a:lnTo>
                  <a:pt x="2511" y="21204"/>
                </a:lnTo>
                <a:lnTo>
                  <a:pt x="2599" y="21062"/>
                </a:lnTo>
                <a:lnTo>
                  <a:pt x="2699" y="20920"/>
                </a:lnTo>
                <a:lnTo>
                  <a:pt x="2787" y="20778"/>
                </a:lnTo>
                <a:lnTo>
                  <a:pt x="3013" y="20546"/>
                </a:lnTo>
                <a:lnTo>
                  <a:pt x="3101" y="20404"/>
                </a:lnTo>
                <a:lnTo>
                  <a:pt x="3202" y="20262"/>
                </a:lnTo>
                <a:lnTo>
                  <a:pt x="3290" y="20120"/>
                </a:lnTo>
                <a:lnTo>
                  <a:pt x="3516" y="19888"/>
                </a:lnTo>
                <a:lnTo>
                  <a:pt x="3603" y="19746"/>
                </a:lnTo>
                <a:lnTo>
                  <a:pt x="3704" y="19605"/>
                </a:lnTo>
                <a:lnTo>
                  <a:pt x="3792" y="19463"/>
                </a:lnTo>
                <a:lnTo>
                  <a:pt x="4018" y="19230"/>
                </a:lnTo>
                <a:lnTo>
                  <a:pt x="4106" y="19089"/>
                </a:lnTo>
                <a:lnTo>
                  <a:pt x="4206" y="18947"/>
                </a:lnTo>
                <a:lnTo>
                  <a:pt x="4294" y="18805"/>
                </a:lnTo>
                <a:lnTo>
                  <a:pt x="4520" y="18573"/>
                </a:lnTo>
                <a:lnTo>
                  <a:pt x="4621" y="18431"/>
                </a:lnTo>
                <a:lnTo>
                  <a:pt x="4709" y="18289"/>
                </a:lnTo>
                <a:lnTo>
                  <a:pt x="4796" y="18147"/>
                </a:lnTo>
                <a:lnTo>
                  <a:pt x="5022" y="17915"/>
                </a:lnTo>
                <a:lnTo>
                  <a:pt x="5123" y="17773"/>
                </a:lnTo>
                <a:lnTo>
                  <a:pt x="5211" y="17631"/>
                </a:lnTo>
                <a:lnTo>
                  <a:pt x="5387" y="17399"/>
                </a:lnTo>
                <a:lnTo>
                  <a:pt x="5525" y="17257"/>
                </a:lnTo>
                <a:lnTo>
                  <a:pt x="5625" y="17115"/>
                </a:lnTo>
                <a:lnTo>
                  <a:pt x="5801" y="16883"/>
                </a:lnTo>
                <a:lnTo>
                  <a:pt x="5889" y="16741"/>
                </a:lnTo>
                <a:lnTo>
                  <a:pt x="6027" y="16599"/>
                </a:lnTo>
                <a:lnTo>
                  <a:pt x="6215" y="16367"/>
                </a:lnTo>
                <a:lnTo>
                  <a:pt x="6303" y="16225"/>
                </a:lnTo>
                <a:lnTo>
                  <a:pt x="6391" y="16083"/>
                </a:lnTo>
                <a:lnTo>
                  <a:pt x="6529" y="15980"/>
                </a:lnTo>
                <a:lnTo>
                  <a:pt x="6630" y="15851"/>
                </a:lnTo>
                <a:lnTo>
                  <a:pt x="6718" y="15709"/>
                </a:lnTo>
                <a:lnTo>
                  <a:pt x="6894" y="15464"/>
                </a:lnTo>
                <a:lnTo>
                  <a:pt x="7032" y="15322"/>
                </a:lnTo>
                <a:lnTo>
                  <a:pt x="7132" y="15193"/>
                </a:lnTo>
                <a:lnTo>
                  <a:pt x="7308" y="14948"/>
                </a:lnTo>
                <a:lnTo>
                  <a:pt x="7408" y="14806"/>
                </a:lnTo>
                <a:lnTo>
                  <a:pt x="7634" y="14574"/>
                </a:lnTo>
                <a:lnTo>
                  <a:pt x="7722" y="14432"/>
                </a:lnTo>
                <a:lnTo>
                  <a:pt x="7911" y="14200"/>
                </a:lnTo>
                <a:lnTo>
                  <a:pt x="8036" y="14058"/>
                </a:lnTo>
                <a:lnTo>
                  <a:pt x="8137" y="13916"/>
                </a:lnTo>
                <a:lnTo>
                  <a:pt x="8313" y="13684"/>
                </a:lnTo>
                <a:lnTo>
                  <a:pt x="8413" y="13542"/>
                </a:lnTo>
                <a:lnTo>
                  <a:pt x="8551" y="13452"/>
                </a:lnTo>
                <a:lnTo>
                  <a:pt x="8639" y="13310"/>
                </a:lnTo>
                <a:lnTo>
                  <a:pt x="8727" y="13168"/>
                </a:lnTo>
                <a:lnTo>
                  <a:pt x="8915" y="12936"/>
                </a:lnTo>
                <a:lnTo>
                  <a:pt x="9053" y="12794"/>
                </a:lnTo>
                <a:lnTo>
                  <a:pt x="9229" y="12549"/>
                </a:lnTo>
                <a:lnTo>
                  <a:pt x="9317" y="12420"/>
                </a:lnTo>
                <a:lnTo>
                  <a:pt x="9556" y="12175"/>
                </a:lnTo>
                <a:lnTo>
                  <a:pt x="9731" y="11943"/>
                </a:lnTo>
                <a:lnTo>
                  <a:pt x="9819" y="11801"/>
                </a:lnTo>
                <a:lnTo>
                  <a:pt x="10058" y="11569"/>
                </a:lnTo>
                <a:lnTo>
                  <a:pt x="10146" y="11427"/>
                </a:lnTo>
                <a:lnTo>
                  <a:pt x="10322" y="11195"/>
                </a:lnTo>
                <a:lnTo>
                  <a:pt x="10560" y="10963"/>
                </a:lnTo>
                <a:lnTo>
                  <a:pt x="10648" y="10821"/>
                </a:lnTo>
                <a:lnTo>
                  <a:pt x="10837" y="10576"/>
                </a:lnTo>
                <a:lnTo>
                  <a:pt x="11063" y="10344"/>
                </a:lnTo>
                <a:lnTo>
                  <a:pt x="11150" y="10202"/>
                </a:lnTo>
                <a:lnTo>
                  <a:pt x="11339" y="9970"/>
                </a:lnTo>
                <a:lnTo>
                  <a:pt x="11565" y="9738"/>
                </a:lnTo>
                <a:lnTo>
                  <a:pt x="11653" y="9596"/>
                </a:lnTo>
                <a:lnTo>
                  <a:pt x="11841" y="9363"/>
                </a:lnTo>
                <a:lnTo>
                  <a:pt x="12067" y="9118"/>
                </a:lnTo>
                <a:lnTo>
                  <a:pt x="12243" y="8886"/>
                </a:lnTo>
                <a:lnTo>
                  <a:pt x="12343" y="8744"/>
                </a:lnTo>
                <a:lnTo>
                  <a:pt x="12569" y="8512"/>
                </a:lnTo>
                <a:lnTo>
                  <a:pt x="12745" y="8280"/>
                </a:lnTo>
                <a:lnTo>
                  <a:pt x="12934" y="8048"/>
                </a:lnTo>
                <a:lnTo>
                  <a:pt x="13072" y="7945"/>
                </a:lnTo>
                <a:lnTo>
                  <a:pt x="13160" y="7803"/>
                </a:lnTo>
                <a:lnTo>
                  <a:pt x="13248" y="7661"/>
                </a:lnTo>
                <a:lnTo>
                  <a:pt x="13436" y="7429"/>
                </a:lnTo>
                <a:lnTo>
                  <a:pt x="13574" y="7338"/>
                </a:lnTo>
                <a:lnTo>
                  <a:pt x="13662" y="7197"/>
                </a:lnTo>
                <a:lnTo>
                  <a:pt x="13850" y="6964"/>
                </a:lnTo>
                <a:lnTo>
                  <a:pt x="14076" y="6732"/>
                </a:lnTo>
                <a:lnTo>
                  <a:pt x="14252" y="6487"/>
                </a:lnTo>
                <a:lnTo>
                  <a:pt x="14441" y="6255"/>
                </a:lnTo>
                <a:lnTo>
                  <a:pt x="14579" y="6165"/>
                </a:lnTo>
                <a:lnTo>
                  <a:pt x="14667" y="6023"/>
                </a:lnTo>
                <a:lnTo>
                  <a:pt x="14855" y="5791"/>
                </a:lnTo>
                <a:lnTo>
                  <a:pt x="15081" y="5546"/>
                </a:lnTo>
                <a:lnTo>
                  <a:pt x="15269" y="5313"/>
                </a:lnTo>
                <a:lnTo>
                  <a:pt x="15445" y="5081"/>
                </a:lnTo>
                <a:lnTo>
                  <a:pt x="15583" y="4991"/>
                </a:lnTo>
                <a:lnTo>
                  <a:pt x="15671" y="4849"/>
                </a:lnTo>
                <a:lnTo>
                  <a:pt x="15860" y="4656"/>
                </a:lnTo>
                <a:lnTo>
                  <a:pt x="15947" y="4514"/>
                </a:lnTo>
                <a:lnTo>
                  <a:pt x="16086" y="4424"/>
                </a:lnTo>
                <a:lnTo>
                  <a:pt x="16173" y="4282"/>
                </a:lnTo>
                <a:lnTo>
                  <a:pt x="16362" y="4049"/>
                </a:lnTo>
                <a:lnTo>
                  <a:pt x="16588" y="3817"/>
                </a:lnTo>
                <a:lnTo>
                  <a:pt x="16776" y="3624"/>
                </a:lnTo>
                <a:lnTo>
                  <a:pt x="16864" y="3482"/>
                </a:lnTo>
                <a:lnTo>
                  <a:pt x="17090" y="3250"/>
                </a:lnTo>
                <a:lnTo>
                  <a:pt x="17278" y="3018"/>
                </a:lnTo>
                <a:lnTo>
                  <a:pt x="17454" y="2824"/>
                </a:lnTo>
                <a:lnTo>
                  <a:pt x="17592" y="2682"/>
                </a:lnTo>
                <a:lnTo>
                  <a:pt x="17781" y="2450"/>
                </a:lnTo>
                <a:lnTo>
                  <a:pt x="17957" y="2257"/>
                </a:lnTo>
                <a:lnTo>
                  <a:pt x="18095" y="2115"/>
                </a:lnTo>
                <a:lnTo>
                  <a:pt x="18283" y="1883"/>
                </a:lnTo>
                <a:lnTo>
                  <a:pt x="18459" y="1702"/>
                </a:lnTo>
                <a:lnTo>
                  <a:pt x="18597" y="1560"/>
                </a:lnTo>
                <a:lnTo>
                  <a:pt x="18785" y="1315"/>
                </a:lnTo>
                <a:lnTo>
                  <a:pt x="18961" y="1135"/>
                </a:lnTo>
                <a:lnTo>
                  <a:pt x="19099" y="993"/>
                </a:lnTo>
                <a:lnTo>
                  <a:pt x="19288" y="799"/>
                </a:lnTo>
                <a:lnTo>
                  <a:pt x="19376" y="657"/>
                </a:lnTo>
                <a:lnTo>
                  <a:pt x="19602" y="477"/>
                </a:lnTo>
                <a:lnTo>
                  <a:pt x="19702" y="335"/>
                </a:lnTo>
                <a:lnTo>
                  <a:pt x="19878" y="141"/>
                </a:lnTo>
                <a:lnTo>
                  <a:pt x="19966" y="0"/>
                </a:lnTo>
              </a:path>
            </a:pathLst>
          </a:custGeom>
          <a:ln w="17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8060943" y="3836184"/>
            <a:ext cx="20029" cy="19076"/>
          </a:xfrm>
          <a:custGeom>
            <a:avLst/>
            <a:gdLst/>
            <a:ahLst/>
            <a:cxnLst/>
            <a:rect l="l" t="t" r="r" b="b"/>
            <a:pathLst>
              <a:path w="20029" h="19076">
                <a:moveTo>
                  <a:pt x="0" y="19076"/>
                </a:moveTo>
                <a:lnTo>
                  <a:pt x="138" y="18985"/>
                </a:lnTo>
                <a:lnTo>
                  <a:pt x="238" y="18844"/>
                </a:lnTo>
                <a:lnTo>
                  <a:pt x="414" y="18663"/>
                </a:lnTo>
                <a:lnTo>
                  <a:pt x="640" y="18418"/>
                </a:lnTo>
                <a:lnTo>
                  <a:pt x="828" y="18237"/>
                </a:lnTo>
                <a:lnTo>
                  <a:pt x="916" y="18095"/>
                </a:lnTo>
                <a:lnTo>
                  <a:pt x="1142" y="17902"/>
                </a:lnTo>
                <a:lnTo>
                  <a:pt x="1243" y="17760"/>
                </a:lnTo>
                <a:lnTo>
                  <a:pt x="1418" y="17580"/>
                </a:lnTo>
                <a:lnTo>
                  <a:pt x="1519" y="17438"/>
                </a:lnTo>
                <a:lnTo>
                  <a:pt x="1745" y="17244"/>
                </a:lnTo>
                <a:lnTo>
                  <a:pt x="1921" y="17012"/>
                </a:lnTo>
                <a:lnTo>
                  <a:pt x="2159" y="16819"/>
                </a:lnTo>
                <a:lnTo>
                  <a:pt x="2247" y="16690"/>
                </a:lnTo>
                <a:lnTo>
                  <a:pt x="2423" y="16496"/>
                </a:lnTo>
                <a:lnTo>
                  <a:pt x="2662" y="16264"/>
                </a:lnTo>
                <a:lnTo>
                  <a:pt x="2837" y="16070"/>
                </a:lnTo>
                <a:lnTo>
                  <a:pt x="3026" y="15838"/>
                </a:lnTo>
                <a:lnTo>
                  <a:pt x="3164" y="15748"/>
                </a:lnTo>
                <a:lnTo>
                  <a:pt x="3340" y="15555"/>
                </a:lnTo>
                <a:lnTo>
                  <a:pt x="3428" y="15413"/>
                </a:lnTo>
                <a:lnTo>
                  <a:pt x="3666" y="15232"/>
                </a:lnTo>
                <a:lnTo>
                  <a:pt x="3842" y="14987"/>
                </a:lnTo>
                <a:lnTo>
                  <a:pt x="4030" y="14806"/>
                </a:lnTo>
                <a:lnTo>
                  <a:pt x="4169" y="14703"/>
                </a:lnTo>
                <a:lnTo>
                  <a:pt x="4344" y="14471"/>
                </a:lnTo>
                <a:lnTo>
                  <a:pt x="4533" y="14291"/>
                </a:lnTo>
                <a:lnTo>
                  <a:pt x="4671" y="14187"/>
                </a:lnTo>
                <a:lnTo>
                  <a:pt x="4847" y="13955"/>
                </a:lnTo>
                <a:lnTo>
                  <a:pt x="5035" y="13775"/>
                </a:lnTo>
                <a:lnTo>
                  <a:pt x="5173" y="13671"/>
                </a:lnTo>
                <a:lnTo>
                  <a:pt x="5349" y="13439"/>
                </a:lnTo>
                <a:lnTo>
                  <a:pt x="5575" y="13246"/>
                </a:lnTo>
                <a:lnTo>
                  <a:pt x="5763" y="13065"/>
                </a:lnTo>
                <a:lnTo>
                  <a:pt x="5952" y="12833"/>
                </a:lnTo>
                <a:lnTo>
                  <a:pt x="6090" y="12730"/>
                </a:lnTo>
                <a:lnTo>
                  <a:pt x="6266" y="12549"/>
                </a:lnTo>
                <a:lnTo>
                  <a:pt x="6454" y="12356"/>
                </a:lnTo>
                <a:lnTo>
                  <a:pt x="6592" y="12214"/>
                </a:lnTo>
                <a:lnTo>
                  <a:pt x="6768" y="12033"/>
                </a:lnTo>
                <a:lnTo>
                  <a:pt x="6956" y="11840"/>
                </a:lnTo>
                <a:lnTo>
                  <a:pt x="7094" y="11750"/>
                </a:lnTo>
                <a:lnTo>
                  <a:pt x="7270" y="11517"/>
                </a:lnTo>
                <a:lnTo>
                  <a:pt x="7459" y="11324"/>
                </a:lnTo>
                <a:lnTo>
                  <a:pt x="7597" y="11234"/>
                </a:lnTo>
                <a:lnTo>
                  <a:pt x="7773" y="11040"/>
                </a:lnTo>
                <a:lnTo>
                  <a:pt x="7961" y="10860"/>
                </a:lnTo>
                <a:lnTo>
                  <a:pt x="8099" y="10756"/>
                </a:lnTo>
                <a:lnTo>
                  <a:pt x="8275" y="10524"/>
                </a:lnTo>
                <a:lnTo>
                  <a:pt x="8463" y="10344"/>
                </a:lnTo>
                <a:lnTo>
                  <a:pt x="8601" y="10241"/>
                </a:lnTo>
                <a:lnTo>
                  <a:pt x="8777" y="10060"/>
                </a:lnTo>
                <a:lnTo>
                  <a:pt x="8965" y="9866"/>
                </a:lnTo>
                <a:lnTo>
                  <a:pt x="9104" y="9776"/>
                </a:lnTo>
                <a:lnTo>
                  <a:pt x="9279" y="9583"/>
                </a:lnTo>
                <a:lnTo>
                  <a:pt x="9468" y="9402"/>
                </a:lnTo>
                <a:lnTo>
                  <a:pt x="9606" y="9260"/>
                </a:lnTo>
                <a:lnTo>
                  <a:pt x="9782" y="9067"/>
                </a:lnTo>
                <a:lnTo>
                  <a:pt x="9970" y="8886"/>
                </a:lnTo>
                <a:lnTo>
                  <a:pt x="10108" y="8783"/>
                </a:lnTo>
                <a:lnTo>
                  <a:pt x="10284" y="8602"/>
                </a:lnTo>
                <a:lnTo>
                  <a:pt x="10472" y="8409"/>
                </a:lnTo>
                <a:lnTo>
                  <a:pt x="10611" y="8319"/>
                </a:lnTo>
                <a:lnTo>
                  <a:pt x="10786" y="8125"/>
                </a:lnTo>
                <a:lnTo>
                  <a:pt x="10975" y="7945"/>
                </a:lnTo>
                <a:lnTo>
                  <a:pt x="11113" y="7842"/>
                </a:lnTo>
                <a:lnTo>
                  <a:pt x="11289" y="7661"/>
                </a:lnTo>
                <a:lnTo>
                  <a:pt x="11477" y="7467"/>
                </a:lnTo>
                <a:lnTo>
                  <a:pt x="11615" y="7377"/>
                </a:lnTo>
                <a:lnTo>
                  <a:pt x="11791" y="7184"/>
                </a:lnTo>
                <a:lnTo>
                  <a:pt x="11979" y="7003"/>
                </a:lnTo>
                <a:lnTo>
                  <a:pt x="12117" y="6900"/>
                </a:lnTo>
                <a:lnTo>
                  <a:pt x="12306" y="6719"/>
                </a:lnTo>
                <a:lnTo>
                  <a:pt x="12482" y="6526"/>
                </a:lnTo>
                <a:lnTo>
                  <a:pt x="12620" y="6436"/>
                </a:lnTo>
                <a:lnTo>
                  <a:pt x="12808" y="6242"/>
                </a:lnTo>
                <a:lnTo>
                  <a:pt x="12984" y="6062"/>
                </a:lnTo>
                <a:lnTo>
                  <a:pt x="13122" y="5971"/>
                </a:lnTo>
                <a:lnTo>
                  <a:pt x="13310" y="5829"/>
                </a:lnTo>
                <a:lnTo>
                  <a:pt x="13486" y="5636"/>
                </a:lnTo>
                <a:lnTo>
                  <a:pt x="13624" y="5546"/>
                </a:lnTo>
                <a:lnTo>
                  <a:pt x="13813" y="5352"/>
                </a:lnTo>
                <a:lnTo>
                  <a:pt x="13988" y="5172"/>
                </a:lnTo>
                <a:lnTo>
                  <a:pt x="14127" y="5068"/>
                </a:lnTo>
                <a:lnTo>
                  <a:pt x="14315" y="4888"/>
                </a:lnTo>
                <a:lnTo>
                  <a:pt x="14491" y="4694"/>
                </a:lnTo>
                <a:lnTo>
                  <a:pt x="14629" y="4656"/>
                </a:lnTo>
                <a:lnTo>
                  <a:pt x="14817" y="4462"/>
                </a:lnTo>
                <a:lnTo>
                  <a:pt x="14993" y="4269"/>
                </a:lnTo>
                <a:lnTo>
                  <a:pt x="15131" y="4178"/>
                </a:lnTo>
                <a:lnTo>
                  <a:pt x="15320" y="3998"/>
                </a:lnTo>
                <a:lnTo>
                  <a:pt x="15495" y="3856"/>
                </a:lnTo>
                <a:lnTo>
                  <a:pt x="15633" y="3753"/>
                </a:lnTo>
                <a:lnTo>
                  <a:pt x="15734" y="3663"/>
                </a:lnTo>
                <a:lnTo>
                  <a:pt x="15822" y="3572"/>
                </a:lnTo>
                <a:lnTo>
                  <a:pt x="15910" y="3469"/>
                </a:lnTo>
                <a:lnTo>
                  <a:pt x="16136" y="3288"/>
                </a:lnTo>
                <a:lnTo>
                  <a:pt x="16324" y="3147"/>
                </a:lnTo>
                <a:lnTo>
                  <a:pt x="16500" y="2953"/>
                </a:lnTo>
                <a:lnTo>
                  <a:pt x="16638" y="2863"/>
                </a:lnTo>
                <a:lnTo>
                  <a:pt x="16826" y="2669"/>
                </a:lnTo>
                <a:lnTo>
                  <a:pt x="17002" y="2540"/>
                </a:lnTo>
                <a:lnTo>
                  <a:pt x="17140" y="2437"/>
                </a:lnTo>
                <a:lnTo>
                  <a:pt x="17329" y="2257"/>
                </a:lnTo>
                <a:lnTo>
                  <a:pt x="17505" y="2115"/>
                </a:lnTo>
                <a:lnTo>
                  <a:pt x="17643" y="2012"/>
                </a:lnTo>
                <a:lnTo>
                  <a:pt x="17831" y="1831"/>
                </a:lnTo>
                <a:lnTo>
                  <a:pt x="18007" y="1689"/>
                </a:lnTo>
                <a:lnTo>
                  <a:pt x="18145" y="1599"/>
                </a:lnTo>
                <a:lnTo>
                  <a:pt x="18333" y="1405"/>
                </a:lnTo>
                <a:lnTo>
                  <a:pt x="18522" y="1264"/>
                </a:lnTo>
                <a:lnTo>
                  <a:pt x="18748" y="1083"/>
                </a:lnTo>
                <a:lnTo>
                  <a:pt x="18924" y="941"/>
                </a:lnTo>
                <a:lnTo>
                  <a:pt x="19150" y="748"/>
                </a:lnTo>
                <a:lnTo>
                  <a:pt x="19338" y="606"/>
                </a:lnTo>
                <a:lnTo>
                  <a:pt x="19526" y="425"/>
                </a:lnTo>
                <a:lnTo>
                  <a:pt x="19664" y="322"/>
                </a:lnTo>
                <a:lnTo>
                  <a:pt x="19840" y="180"/>
                </a:lnTo>
                <a:lnTo>
                  <a:pt x="20029" y="0"/>
                </a:lnTo>
              </a:path>
            </a:pathLst>
          </a:custGeom>
          <a:ln w="17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8080972" y="3822925"/>
            <a:ext cx="20016" cy="13259"/>
          </a:xfrm>
          <a:custGeom>
            <a:avLst/>
            <a:gdLst/>
            <a:ahLst/>
            <a:cxnLst/>
            <a:rect l="l" t="t" r="r" b="b"/>
            <a:pathLst>
              <a:path w="20016" h="13259">
                <a:moveTo>
                  <a:pt x="0" y="13259"/>
                </a:moveTo>
                <a:lnTo>
                  <a:pt x="138" y="13207"/>
                </a:lnTo>
                <a:lnTo>
                  <a:pt x="313" y="13027"/>
                </a:lnTo>
                <a:lnTo>
                  <a:pt x="502" y="12885"/>
                </a:lnTo>
                <a:lnTo>
                  <a:pt x="640" y="12781"/>
                </a:lnTo>
                <a:lnTo>
                  <a:pt x="816" y="12640"/>
                </a:lnTo>
                <a:lnTo>
                  <a:pt x="1004" y="12459"/>
                </a:lnTo>
                <a:lnTo>
                  <a:pt x="1142" y="12407"/>
                </a:lnTo>
                <a:lnTo>
                  <a:pt x="1318" y="12227"/>
                </a:lnTo>
                <a:lnTo>
                  <a:pt x="1506" y="12085"/>
                </a:lnTo>
                <a:lnTo>
                  <a:pt x="1645" y="11982"/>
                </a:lnTo>
                <a:lnTo>
                  <a:pt x="1820" y="11840"/>
                </a:lnTo>
                <a:lnTo>
                  <a:pt x="2009" y="11659"/>
                </a:lnTo>
                <a:lnTo>
                  <a:pt x="2147" y="11608"/>
                </a:lnTo>
                <a:lnTo>
                  <a:pt x="2323" y="11427"/>
                </a:lnTo>
                <a:lnTo>
                  <a:pt x="2511" y="11285"/>
                </a:lnTo>
                <a:lnTo>
                  <a:pt x="2649" y="11182"/>
                </a:lnTo>
                <a:lnTo>
                  <a:pt x="2825" y="11040"/>
                </a:lnTo>
                <a:lnTo>
                  <a:pt x="3013" y="10911"/>
                </a:lnTo>
                <a:lnTo>
                  <a:pt x="3151" y="10808"/>
                </a:lnTo>
                <a:lnTo>
                  <a:pt x="3327" y="10666"/>
                </a:lnTo>
                <a:lnTo>
                  <a:pt x="3516" y="10524"/>
                </a:lnTo>
                <a:lnTo>
                  <a:pt x="3654" y="10434"/>
                </a:lnTo>
                <a:lnTo>
                  <a:pt x="3830" y="10292"/>
                </a:lnTo>
                <a:lnTo>
                  <a:pt x="4018" y="10150"/>
                </a:lnTo>
                <a:lnTo>
                  <a:pt x="4156" y="10060"/>
                </a:lnTo>
                <a:lnTo>
                  <a:pt x="4332" y="9918"/>
                </a:lnTo>
                <a:lnTo>
                  <a:pt x="4520" y="9776"/>
                </a:lnTo>
                <a:lnTo>
                  <a:pt x="4658" y="9686"/>
                </a:lnTo>
                <a:lnTo>
                  <a:pt x="4834" y="9544"/>
                </a:lnTo>
                <a:lnTo>
                  <a:pt x="5022" y="9402"/>
                </a:lnTo>
                <a:lnTo>
                  <a:pt x="5161" y="9312"/>
                </a:lnTo>
                <a:lnTo>
                  <a:pt x="5336" y="9170"/>
                </a:lnTo>
                <a:lnTo>
                  <a:pt x="5525" y="9028"/>
                </a:lnTo>
                <a:lnTo>
                  <a:pt x="5663" y="8925"/>
                </a:lnTo>
                <a:lnTo>
                  <a:pt x="5851" y="8796"/>
                </a:lnTo>
                <a:lnTo>
                  <a:pt x="6027" y="8654"/>
                </a:lnTo>
                <a:lnTo>
                  <a:pt x="6165" y="8551"/>
                </a:lnTo>
                <a:lnTo>
                  <a:pt x="6354" y="8409"/>
                </a:lnTo>
                <a:lnTo>
                  <a:pt x="6529" y="8267"/>
                </a:lnTo>
                <a:lnTo>
                  <a:pt x="6667" y="8228"/>
                </a:lnTo>
                <a:lnTo>
                  <a:pt x="6856" y="8087"/>
                </a:lnTo>
                <a:lnTo>
                  <a:pt x="7032" y="7945"/>
                </a:lnTo>
                <a:lnTo>
                  <a:pt x="7170" y="7854"/>
                </a:lnTo>
                <a:lnTo>
                  <a:pt x="7358" y="7713"/>
                </a:lnTo>
                <a:lnTo>
                  <a:pt x="7534" y="7571"/>
                </a:lnTo>
                <a:lnTo>
                  <a:pt x="7672" y="7519"/>
                </a:lnTo>
                <a:lnTo>
                  <a:pt x="7860" y="7377"/>
                </a:lnTo>
                <a:lnTo>
                  <a:pt x="8036" y="7235"/>
                </a:lnTo>
                <a:lnTo>
                  <a:pt x="8174" y="7145"/>
                </a:lnTo>
                <a:lnTo>
                  <a:pt x="8363" y="7003"/>
                </a:lnTo>
                <a:lnTo>
                  <a:pt x="8539" y="6861"/>
                </a:lnTo>
                <a:lnTo>
                  <a:pt x="8677" y="6810"/>
                </a:lnTo>
                <a:lnTo>
                  <a:pt x="8865" y="6681"/>
                </a:lnTo>
                <a:lnTo>
                  <a:pt x="9041" y="6539"/>
                </a:lnTo>
                <a:lnTo>
                  <a:pt x="9179" y="6487"/>
                </a:lnTo>
                <a:lnTo>
                  <a:pt x="9367" y="6345"/>
                </a:lnTo>
                <a:lnTo>
                  <a:pt x="9543" y="6203"/>
                </a:lnTo>
                <a:lnTo>
                  <a:pt x="9681" y="6113"/>
                </a:lnTo>
                <a:lnTo>
                  <a:pt x="9870" y="6010"/>
                </a:lnTo>
                <a:lnTo>
                  <a:pt x="10045" y="5881"/>
                </a:lnTo>
                <a:lnTo>
                  <a:pt x="10184" y="5778"/>
                </a:lnTo>
                <a:lnTo>
                  <a:pt x="10372" y="5636"/>
                </a:lnTo>
                <a:lnTo>
                  <a:pt x="10548" y="5546"/>
                </a:lnTo>
                <a:lnTo>
                  <a:pt x="10686" y="5455"/>
                </a:lnTo>
                <a:lnTo>
                  <a:pt x="10874" y="5313"/>
                </a:lnTo>
                <a:lnTo>
                  <a:pt x="11050" y="5223"/>
                </a:lnTo>
                <a:lnTo>
                  <a:pt x="11188" y="5120"/>
                </a:lnTo>
                <a:lnTo>
                  <a:pt x="11377" y="5030"/>
                </a:lnTo>
                <a:lnTo>
                  <a:pt x="11552" y="4888"/>
                </a:lnTo>
                <a:lnTo>
                  <a:pt x="11690" y="4798"/>
                </a:lnTo>
                <a:lnTo>
                  <a:pt x="11879" y="4694"/>
                </a:lnTo>
                <a:lnTo>
                  <a:pt x="12067" y="4565"/>
                </a:lnTo>
                <a:lnTo>
                  <a:pt x="12293" y="4424"/>
                </a:lnTo>
                <a:lnTo>
                  <a:pt x="12469" y="4320"/>
                </a:lnTo>
                <a:lnTo>
                  <a:pt x="12695" y="4178"/>
                </a:lnTo>
                <a:lnTo>
                  <a:pt x="12883" y="4037"/>
                </a:lnTo>
                <a:lnTo>
                  <a:pt x="13072" y="3946"/>
                </a:lnTo>
                <a:lnTo>
                  <a:pt x="13210" y="3856"/>
                </a:lnTo>
                <a:lnTo>
                  <a:pt x="13386" y="3766"/>
                </a:lnTo>
                <a:lnTo>
                  <a:pt x="13574" y="3624"/>
                </a:lnTo>
                <a:lnTo>
                  <a:pt x="13712" y="3572"/>
                </a:lnTo>
                <a:lnTo>
                  <a:pt x="13888" y="3430"/>
                </a:lnTo>
                <a:lnTo>
                  <a:pt x="14076" y="3340"/>
                </a:lnTo>
                <a:lnTo>
                  <a:pt x="14214" y="3237"/>
                </a:lnTo>
                <a:lnTo>
                  <a:pt x="14390" y="3147"/>
                </a:lnTo>
                <a:lnTo>
                  <a:pt x="14579" y="3005"/>
                </a:lnTo>
                <a:lnTo>
                  <a:pt x="14717" y="2966"/>
                </a:lnTo>
                <a:lnTo>
                  <a:pt x="14893" y="2824"/>
                </a:lnTo>
                <a:lnTo>
                  <a:pt x="15081" y="2721"/>
                </a:lnTo>
                <a:lnTo>
                  <a:pt x="15219" y="2682"/>
                </a:lnTo>
                <a:lnTo>
                  <a:pt x="15395" y="2540"/>
                </a:lnTo>
                <a:lnTo>
                  <a:pt x="15583" y="2450"/>
                </a:lnTo>
                <a:lnTo>
                  <a:pt x="15721" y="2347"/>
                </a:lnTo>
                <a:lnTo>
                  <a:pt x="15897" y="2257"/>
                </a:lnTo>
                <a:lnTo>
                  <a:pt x="16086" y="2115"/>
                </a:lnTo>
                <a:lnTo>
                  <a:pt x="16224" y="2063"/>
                </a:lnTo>
                <a:lnTo>
                  <a:pt x="16399" y="1973"/>
                </a:lnTo>
                <a:lnTo>
                  <a:pt x="16588" y="1831"/>
                </a:lnTo>
                <a:lnTo>
                  <a:pt x="16726" y="1779"/>
                </a:lnTo>
                <a:lnTo>
                  <a:pt x="16902" y="1689"/>
                </a:lnTo>
                <a:lnTo>
                  <a:pt x="17090" y="1547"/>
                </a:lnTo>
                <a:lnTo>
                  <a:pt x="17228" y="1509"/>
                </a:lnTo>
                <a:lnTo>
                  <a:pt x="17404" y="1405"/>
                </a:lnTo>
                <a:lnTo>
                  <a:pt x="17592" y="1264"/>
                </a:lnTo>
                <a:lnTo>
                  <a:pt x="17731" y="1225"/>
                </a:lnTo>
                <a:lnTo>
                  <a:pt x="17906" y="1122"/>
                </a:lnTo>
                <a:lnTo>
                  <a:pt x="18095" y="993"/>
                </a:lnTo>
                <a:lnTo>
                  <a:pt x="18233" y="941"/>
                </a:lnTo>
                <a:lnTo>
                  <a:pt x="18409" y="851"/>
                </a:lnTo>
                <a:lnTo>
                  <a:pt x="18597" y="748"/>
                </a:lnTo>
                <a:lnTo>
                  <a:pt x="18735" y="709"/>
                </a:lnTo>
                <a:lnTo>
                  <a:pt x="18911" y="567"/>
                </a:lnTo>
                <a:lnTo>
                  <a:pt x="19099" y="464"/>
                </a:lnTo>
                <a:lnTo>
                  <a:pt x="19237" y="425"/>
                </a:lnTo>
                <a:lnTo>
                  <a:pt x="19426" y="335"/>
                </a:lnTo>
                <a:lnTo>
                  <a:pt x="19602" y="193"/>
                </a:lnTo>
                <a:lnTo>
                  <a:pt x="19740" y="141"/>
                </a:lnTo>
                <a:lnTo>
                  <a:pt x="19928" y="51"/>
                </a:lnTo>
              </a:path>
            </a:pathLst>
          </a:custGeom>
          <a:ln w="17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8100988" y="3815637"/>
            <a:ext cx="20016" cy="7287"/>
          </a:xfrm>
          <a:custGeom>
            <a:avLst/>
            <a:gdLst/>
            <a:ahLst/>
            <a:cxnLst/>
            <a:rect l="l" t="t" r="r" b="b"/>
            <a:pathLst>
              <a:path w="20016" h="7287">
                <a:moveTo>
                  <a:pt x="0" y="7287"/>
                </a:moveTo>
                <a:lnTo>
                  <a:pt x="226" y="7197"/>
                </a:lnTo>
                <a:lnTo>
                  <a:pt x="414" y="7093"/>
                </a:lnTo>
                <a:lnTo>
                  <a:pt x="590" y="6952"/>
                </a:lnTo>
                <a:lnTo>
                  <a:pt x="728" y="6913"/>
                </a:lnTo>
                <a:lnTo>
                  <a:pt x="916" y="6823"/>
                </a:lnTo>
                <a:lnTo>
                  <a:pt x="1092" y="6719"/>
                </a:lnTo>
                <a:lnTo>
                  <a:pt x="1230" y="6681"/>
                </a:lnTo>
                <a:lnTo>
                  <a:pt x="1418" y="6577"/>
                </a:lnTo>
                <a:lnTo>
                  <a:pt x="1594" y="6487"/>
                </a:lnTo>
                <a:lnTo>
                  <a:pt x="1732" y="6436"/>
                </a:lnTo>
                <a:lnTo>
                  <a:pt x="1820" y="6397"/>
                </a:lnTo>
                <a:lnTo>
                  <a:pt x="1921" y="6345"/>
                </a:lnTo>
                <a:lnTo>
                  <a:pt x="2009" y="6294"/>
                </a:lnTo>
                <a:lnTo>
                  <a:pt x="2097" y="6203"/>
                </a:lnTo>
                <a:lnTo>
                  <a:pt x="2235" y="6165"/>
                </a:lnTo>
                <a:lnTo>
                  <a:pt x="2423" y="6062"/>
                </a:lnTo>
                <a:lnTo>
                  <a:pt x="2599" y="5971"/>
                </a:lnTo>
                <a:lnTo>
                  <a:pt x="2737" y="5920"/>
                </a:lnTo>
                <a:lnTo>
                  <a:pt x="2925" y="5829"/>
                </a:lnTo>
                <a:lnTo>
                  <a:pt x="3101" y="5739"/>
                </a:lnTo>
                <a:lnTo>
                  <a:pt x="3239" y="5688"/>
                </a:lnTo>
                <a:lnTo>
                  <a:pt x="3428" y="5597"/>
                </a:lnTo>
                <a:lnTo>
                  <a:pt x="3603" y="5507"/>
                </a:lnTo>
                <a:lnTo>
                  <a:pt x="3742" y="5455"/>
                </a:lnTo>
                <a:lnTo>
                  <a:pt x="3930" y="5365"/>
                </a:lnTo>
                <a:lnTo>
                  <a:pt x="4106" y="5262"/>
                </a:lnTo>
                <a:lnTo>
                  <a:pt x="4244" y="5262"/>
                </a:lnTo>
                <a:lnTo>
                  <a:pt x="4432" y="5172"/>
                </a:lnTo>
                <a:lnTo>
                  <a:pt x="4608" y="5081"/>
                </a:lnTo>
                <a:lnTo>
                  <a:pt x="4746" y="5030"/>
                </a:lnTo>
                <a:lnTo>
                  <a:pt x="4935" y="4939"/>
                </a:lnTo>
                <a:lnTo>
                  <a:pt x="5110" y="4836"/>
                </a:lnTo>
                <a:lnTo>
                  <a:pt x="5249" y="4798"/>
                </a:lnTo>
                <a:lnTo>
                  <a:pt x="5437" y="4707"/>
                </a:lnTo>
                <a:lnTo>
                  <a:pt x="5625" y="4604"/>
                </a:lnTo>
                <a:lnTo>
                  <a:pt x="5851" y="4514"/>
                </a:lnTo>
                <a:lnTo>
                  <a:pt x="6027" y="4462"/>
                </a:lnTo>
                <a:lnTo>
                  <a:pt x="6253" y="4372"/>
                </a:lnTo>
                <a:lnTo>
                  <a:pt x="6441" y="4282"/>
                </a:lnTo>
                <a:lnTo>
                  <a:pt x="6630" y="4178"/>
                </a:lnTo>
                <a:lnTo>
                  <a:pt x="6768" y="4140"/>
                </a:lnTo>
                <a:lnTo>
                  <a:pt x="6944" y="4088"/>
                </a:lnTo>
                <a:lnTo>
                  <a:pt x="7132" y="3998"/>
                </a:lnTo>
                <a:lnTo>
                  <a:pt x="7270" y="3946"/>
                </a:lnTo>
                <a:lnTo>
                  <a:pt x="7446" y="3856"/>
                </a:lnTo>
                <a:lnTo>
                  <a:pt x="7634" y="3804"/>
                </a:lnTo>
                <a:lnTo>
                  <a:pt x="7773" y="3766"/>
                </a:lnTo>
                <a:lnTo>
                  <a:pt x="7948" y="3663"/>
                </a:lnTo>
                <a:lnTo>
                  <a:pt x="8137" y="3572"/>
                </a:lnTo>
                <a:lnTo>
                  <a:pt x="8275" y="3521"/>
                </a:lnTo>
                <a:lnTo>
                  <a:pt x="8451" y="3482"/>
                </a:lnTo>
                <a:lnTo>
                  <a:pt x="8639" y="3392"/>
                </a:lnTo>
                <a:lnTo>
                  <a:pt x="8777" y="3340"/>
                </a:lnTo>
                <a:lnTo>
                  <a:pt x="8953" y="3288"/>
                </a:lnTo>
                <a:lnTo>
                  <a:pt x="9141" y="3198"/>
                </a:lnTo>
                <a:lnTo>
                  <a:pt x="9279" y="3147"/>
                </a:lnTo>
                <a:lnTo>
                  <a:pt x="9455" y="3108"/>
                </a:lnTo>
                <a:lnTo>
                  <a:pt x="9644" y="3005"/>
                </a:lnTo>
                <a:lnTo>
                  <a:pt x="9782" y="2966"/>
                </a:lnTo>
                <a:lnTo>
                  <a:pt x="9958" y="2914"/>
                </a:lnTo>
                <a:lnTo>
                  <a:pt x="10146" y="2824"/>
                </a:lnTo>
                <a:lnTo>
                  <a:pt x="10284" y="2773"/>
                </a:lnTo>
                <a:lnTo>
                  <a:pt x="10460" y="2721"/>
                </a:lnTo>
                <a:lnTo>
                  <a:pt x="10648" y="2631"/>
                </a:lnTo>
                <a:lnTo>
                  <a:pt x="10786" y="2631"/>
                </a:lnTo>
                <a:lnTo>
                  <a:pt x="10962" y="2540"/>
                </a:lnTo>
                <a:lnTo>
                  <a:pt x="11150" y="2489"/>
                </a:lnTo>
                <a:lnTo>
                  <a:pt x="11289" y="2450"/>
                </a:lnTo>
                <a:lnTo>
                  <a:pt x="11464" y="2347"/>
                </a:lnTo>
                <a:lnTo>
                  <a:pt x="11653" y="2308"/>
                </a:lnTo>
                <a:lnTo>
                  <a:pt x="11791" y="2257"/>
                </a:lnTo>
                <a:lnTo>
                  <a:pt x="11967" y="2205"/>
                </a:lnTo>
                <a:lnTo>
                  <a:pt x="12155" y="2115"/>
                </a:lnTo>
                <a:lnTo>
                  <a:pt x="12293" y="2115"/>
                </a:lnTo>
                <a:lnTo>
                  <a:pt x="12469" y="2024"/>
                </a:lnTo>
                <a:lnTo>
                  <a:pt x="12657" y="1973"/>
                </a:lnTo>
                <a:lnTo>
                  <a:pt x="12796" y="1934"/>
                </a:lnTo>
                <a:lnTo>
                  <a:pt x="12984" y="1883"/>
                </a:lnTo>
                <a:lnTo>
                  <a:pt x="13160" y="1792"/>
                </a:lnTo>
                <a:lnTo>
                  <a:pt x="13298" y="1792"/>
                </a:lnTo>
                <a:lnTo>
                  <a:pt x="13486" y="1689"/>
                </a:lnTo>
                <a:lnTo>
                  <a:pt x="13662" y="1650"/>
                </a:lnTo>
                <a:lnTo>
                  <a:pt x="13800" y="1599"/>
                </a:lnTo>
                <a:lnTo>
                  <a:pt x="13988" y="1547"/>
                </a:lnTo>
                <a:lnTo>
                  <a:pt x="14164" y="1509"/>
                </a:lnTo>
                <a:lnTo>
                  <a:pt x="14302" y="1457"/>
                </a:lnTo>
                <a:lnTo>
                  <a:pt x="14491" y="1405"/>
                </a:lnTo>
                <a:lnTo>
                  <a:pt x="14667" y="1367"/>
                </a:lnTo>
                <a:lnTo>
                  <a:pt x="14805" y="1315"/>
                </a:lnTo>
                <a:lnTo>
                  <a:pt x="14993" y="1276"/>
                </a:lnTo>
                <a:lnTo>
                  <a:pt x="15169" y="1225"/>
                </a:lnTo>
                <a:lnTo>
                  <a:pt x="15307" y="1173"/>
                </a:lnTo>
                <a:lnTo>
                  <a:pt x="15495" y="1135"/>
                </a:lnTo>
                <a:lnTo>
                  <a:pt x="15671" y="1083"/>
                </a:lnTo>
                <a:lnTo>
                  <a:pt x="15809" y="1031"/>
                </a:lnTo>
                <a:lnTo>
                  <a:pt x="15998" y="993"/>
                </a:lnTo>
                <a:lnTo>
                  <a:pt x="16173" y="941"/>
                </a:lnTo>
                <a:lnTo>
                  <a:pt x="16312" y="889"/>
                </a:lnTo>
                <a:lnTo>
                  <a:pt x="16500" y="851"/>
                </a:lnTo>
                <a:lnTo>
                  <a:pt x="16676" y="799"/>
                </a:lnTo>
                <a:lnTo>
                  <a:pt x="16814" y="748"/>
                </a:lnTo>
                <a:lnTo>
                  <a:pt x="17002" y="709"/>
                </a:lnTo>
                <a:lnTo>
                  <a:pt x="17178" y="657"/>
                </a:lnTo>
                <a:lnTo>
                  <a:pt x="17316" y="606"/>
                </a:lnTo>
                <a:lnTo>
                  <a:pt x="17505" y="567"/>
                </a:lnTo>
                <a:lnTo>
                  <a:pt x="17680" y="515"/>
                </a:lnTo>
                <a:lnTo>
                  <a:pt x="17818" y="515"/>
                </a:lnTo>
                <a:lnTo>
                  <a:pt x="18007" y="477"/>
                </a:lnTo>
                <a:lnTo>
                  <a:pt x="18183" y="425"/>
                </a:lnTo>
                <a:lnTo>
                  <a:pt x="18321" y="374"/>
                </a:lnTo>
                <a:lnTo>
                  <a:pt x="18509" y="335"/>
                </a:lnTo>
                <a:lnTo>
                  <a:pt x="18685" y="283"/>
                </a:lnTo>
                <a:lnTo>
                  <a:pt x="18823" y="283"/>
                </a:lnTo>
                <a:lnTo>
                  <a:pt x="19011" y="232"/>
                </a:lnTo>
                <a:lnTo>
                  <a:pt x="19200" y="193"/>
                </a:lnTo>
                <a:lnTo>
                  <a:pt x="19426" y="141"/>
                </a:lnTo>
                <a:lnTo>
                  <a:pt x="19602" y="90"/>
                </a:lnTo>
                <a:lnTo>
                  <a:pt x="19828" y="51"/>
                </a:lnTo>
                <a:lnTo>
                  <a:pt x="20016" y="0"/>
                </a:lnTo>
              </a:path>
            </a:pathLst>
          </a:custGeom>
          <a:ln w="18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8121005" y="3814180"/>
            <a:ext cx="20016" cy="1457"/>
          </a:xfrm>
          <a:custGeom>
            <a:avLst/>
            <a:gdLst/>
            <a:ahLst/>
            <a:cxnLst/>
            <a:rect l="l" t="t" r="r" b="b"/>
            <a:pathLst>
              <a:path w="20016" h="1457">
                <a:moveTo>
                  <a:pt x="0" y="1457"/>
                </a:moveTo>
                <a:lnTo>
                  <a:pt x="188" y="1405"/>
                </a:lnTo>
                <a:lnTo>
                  <a:pt x="326" y="1405"/>
                </a:lnTo>
                <a:lnTo>
                  <a:pt x="502" y="1367"/>
                </a:lnTo>
                <a:lnTo>
                  <a:pt x="690" y="1315"/>
                </a:lnTo>
                <a:lnTo>
                  <a:pt x="828" y="1315"/>
                </a:lnTo>
                <a:lnTo>
                  <a:pt x="1004" y="1276"/>
                </a:lnTo>
                <a:lnTo>
                  <a:pt x="1192" y="1225"/>
                </a:lnTo>
                <a:lnTo>
                  <a:pt x="1331" y="1173"/>
                </a:lnTo>
                <a:lnTo>
                  <a:pt x="1506" y="1173"/>
                </a:lnTo>
                <a:lnTo>
                  <a:pt x="1695" y="1135"/>
                </a:lnTo>
                <a:lnTo>
                  <a:pt x="1833" y="1083"/>
                </a:lnTo>
                <a:lnTo>
                  <a:pt x="2009" y="1083"/>
                </a:lnTo>
                <a:lnTo>
                  <a:pt x="2197" y="1031"/>
                </a:lnTo>
                <a:lnTo>
                  <a:pt x="2335" y="1031"/>
                </a:lnTo>
                <a:lnTo>
                  <a:pt x="2511" y="993"/>
                </a:lnTo>
                <a:lnTo>
                  <a:pt x="2699" y="941"/>
                </a:lnTo>
                <a:lnTo>
                  <a:pt x="2837" y="941"/>
                </a:lnTo>
                <a:lnTo>
                  <a:pt x="3013" y="889"/>
                </a:lnTo>
                <a:lnTo>
                  <a:pt x="3202" y="851"/>
                </a:lnTo>
                <a:lnTo>
                  <a:pt x="3340" y="851"/>
                </a:lnTo>
                <a:lnTo>
                  <a:pt x="3516" y="799"/>
                </a:lnTo>
                <a:lnTo>
                  <a:pt x="3704" y="799"/>
                </a:lnTo>
                <a:lnTo>
                  <a:pt x="3842" y="748"/>
                </a:lnTo>
                <a:lnTo>
                  <a:pt x="4018" y="748"/>
                </a:lnTo>
                <a:lnTo>
                  <a:pt x="4206" y="709"/>
                </a:lnTo>
                <a:lnTo>
                  <a:pt x="4344" y="709"/>
                </a:lnTo>
                <a:lnTo>
                  <a:pt x="4520" y="657"/>
                </a:lnTo>
                <a:lnTo>
                  <a:pt x="4709" y="619"/>
                </a:lnTo>
                <a:lnTo>
                  <a:pt x="4847" y="619"/>
                </a:lnTo>
                <a:lnTo>
                  <a:pt x="5022" y="619"/>
                </a:lnTo>
                <a:lnTo>
                  <a:pt x="5211" y="567"/>
                </a:lnTo>
                <a:lnTo>
                  <a:pt x="5349" y="567"/>
                </a:lnTo>
                <a:lnTo>
                  <a:pt x="5525" y="515"/>
                </a:lnTo>
                <a:lnTo>
                  <a:pt x="5713" y="515"/>
                </a:lnTo>
                <a:lnTo>
                  <a:pt x="5851" y="477"/>
                </a:lnTo>
                <a:lnTo>
                  <a:pt x="6027" y="477"/>
                </a:lnTo>
                <a:lnTo>
                  <a:pt x="6215" y="425"/>
                </a:lnTo>
                <a:lnTo>
                  <a:pt x="6354" y="425"/>
                </a:lnTo>
                <a:lnTo>
                  <a:pt x="6529" y="425"/>
                </a:lnTo>
                <a:lnTo>
                  <a:pt x="6718" y="374"/>
                </a:lnTo>
                <a:lnTo>
                  <a:pt x="6856" y="374"/>
                </a:lnTo>
                <a:lnTo>
                  <a:pt x="7044" y="335"/>
                </a:lnTo>
                <a:lnTo>
                  <a:pt x="7220" y="335"/>
                </a:lnTo>
                <a:lnTo>
                  <a:pt x="7358" y="335"/>
                </a:lnTo>
                <a:lnTo>
                  <a:pt x="7547" y="283"/>
                </a:lnTo>
                <a:lnTo>
                  <a:pt x="7722" y="283"/>
                </a:lnTo>
                <a:lnTo>
                  <a:pt x="7860" y="283"/>
                </a:lnTo>
                <a:lnTo>
                  <a:pt x="8049" y="232"/>
                </a:lnTo>
                <a:lnTo>
                  <a:pt x="8225" y="232"/>
                </a:lnTo>
                <a:lnTo>
                  <a:pt x="8363" y="232"/>
                </a:lnTo>
                <a:lnTo>
                  <a:pt x="8551" y="232"/>
                </a:lnTo>
                <a:lnTo>
                  <a:pt x="8727" y="193"/>
                </a:lnTo>
                <a:lnTo>
                  <a:pt x="8865" y="193"/>
                </a:lnTo>
                <a:lnTo>
                  <a:pt x="9053" y="193"/>
                </a:lnTo>
                <a:lnTo>
                  <a:pt x="9229" y="141"/>
                </a:lnTo>
                <a:lnTo>
                  <a:pt x="9367" y="141"/>
                </a:lnTo>
                <a:lnTo>
                  <a:pt x="9556" y="141"/>
                </a:lnTo>
                <a:lnTo>
                  <a:pt x="9732" y="141"/>
                </a:lnTo>
                <a:lnTo>
                  <a:pt x="9870" y="141"/>
                </a:lnTo>
                <a:lnTo>
                  <a:pt x="10058" y="90"/>
                </a:lnTo>
                <a:lnTo>
                  <a:pt x="10234" y="90"/>
                </a:lnTo>
                <a:lnTo>
                  <a:pt x="10372" y="90"/>
                </a:lnTo>
                <a:lnTo>
                  <a:pt x="10560" y="90"/>
                </a:lnTo>
                <a:lnTo>
                  <a:pt x="10736" y="90"/>
                </a:lnTo>
                <a:lnTo>
                  <a:pt x="10874" y="51"/>
                </a:lnTo>
                <a:lnTo>
                  <a:pt x="11063" y="51"/>
                </a:lnTo>
                <a:lnTo>
                  <a:pt x="11238" y="51"/>
                </a:lnTo>
                <a:lnTo>
                  <a:pt x="11377" y="51"/>
                </a:lnTo>
                <a:lnTo>
                  <a:pt x="11565" y="51"/>
                </a:lnTo>
                <a:lnTo>
                  <a:pt x="11741" y="51"/>
                </a:lnTo>
                <a:lnTo>
                  <a:pt x="11879" y="51"/>
                </a:lnTo>
                <a:lnTo>
                  <a:pt x="12067" y="0"/>
                </a:lnTo>
                <a:lnTo>
                  <a:pt x="12243" y="0"/>
                </a:lnTo>
                <a:lnTo>
                  <a:pt x="12381" y="0"/>
                </a:lnTo>
                <a:lnTo>
                  <a:pt x="12569" y="0"/>
                </a:lnTo>
                <a:lnTo>
                  <a:pt x="12758" y="0"/>
                </a:lnTo>
                <a:lnTo>
                  <a:pt x="12984" y="0"/>
                </a:lnTo>
                <a:lnTo>
                  <a:pt x="13160" y="0"/>
                </a:lnTo>
                <a:lnTo>
                  <a:pt x="13386" y="0"/>
                </a:lnTo>
                <a:lnTo>
                  <a:pt x="13574" y="0"/>
                </a:lnTo>
                <a:lnTo>
                  <a:pt x="13762" y="0"/>
                </a:lnTo>
                <a:lnTo>
                  <a:pt x="13988" y="0"/>
                </a:lnTo>
                <a:lnTo>
                  <a:pt x="14164" y="0"/>
                </a:lnTo>
                <a:lnTo>
                  <a:pt x="14403" y="0"/>
                </a:lnTo>
                <a:lnTo>
                  <a:pt x="14579" y="0"/>
                </a:lnTo>
                <a:lnTo>
                  <a:pt x="14767" y="0"/>
                </a:lnTo>
                <a:lnTo>
                  <a:pt x="14905" y="0"/>
                </a:lnTo>
                <a:lnTo>
                  <a:pt x="15081" y="0"/>
                </a:lnTo>
                <a:lnTo>
                  <a:pt x="15269" y="0"/>
                </a:lnTo>
                <a:lnTo>
                  <a:pt x="15407" y="0"/>
                </a:lnTo>
                <a:lnTo>
                  <a:pt x="15583" y="51"/>
                </a:lnTo>
                <a:lnTo>
                  <a:pt x="15772" y="51"/>
                </a:lnTo>
                <a:lnTo>
                  <a:pt x="15910" y="51"/>
                </a:lnTo>
                <a:lnTo>
                  <a:pt x="16086" y="51"/>
                </a:lnTo>
                <a:lnTo>
                  <a:pt x="16274" y="51"/>
                </a:lnTo>
                <a:lnTo>
                  <a:pt x="16412" y="51"/>
                </a:lnTo>
                <a:lnTo>
                  <a:pt x="16588" y="51"/>
                </a:lnTo>
                <a:lnTo>
                  <a:pt x="16776" y="51"/>
                </a:lnTo>
                <a:lnTo>
                  <a:pt x="16914" y="90"/>
                </a:lnTo>
                <a:lnTo>
                  <a:pt x="17090" y="90"/>
                </a:lnTo>
                <a:lnTo>
                  <a:pt x="17279" y="90"/>
                </a:lnTo>
                <a:lnTo>
                  <a:pt x="17417" y="90"/>
                </a:lnTo>
                <a:lnTo>
                  <a:pt x="17592" y="90"/>
                </a:lnTo>
                <a:lnTo>
                  <a:pt x="17781" y="141"/>
                </a:lnTo>
                <a:lnTo>
                  <a:pt x="17919" y="141"/>
                </a:lnTo>
                <a:lnTo>
                  <a:pt x="18095" y="141"/>
                </a:lnTo>
                <a:lnTo>
                  <a:pt x="18283" y="141"/>
                </a:lnTo>
                <a:lnTo>
                  <a:pt x="18421" y="141"/>
                </a:lnTo>
                <a:lnTo>
                  <a:pt x="18597" y="193"/>
                </a:lnTo>
                <a:lnTo>
                  <a:pt x="18785" y="193"/>
                </a:lnTo>
                <a:lnTo>
                  <a:pt x="18924" y="193"/>
                </a:lnTo>
                <a:lnTo>
                  <a:pt x="19099" y="232"/>
                </a:lnTo>
                <a:lnTo>
                  <a:pt x="19288" y="232"/>
                </a:lnTo>
                <a:lnTo>
                  <a:pt x="19426" y="232"/>
                </a:lnTo>
                <a:lnTo>
                  <a:pt x="19602" y="283"/>
                </a:lnTo>
                <a:lnTo>
                  <a:pt x="19790" y="283"/>
                </a:lnTo>
                <a:lnTo>
                  <a:pt x="19928" y="283"/>
                </a:lnTo>
              </a:path>
            </a:pathLst>
          </a:custGeom>
          <a:ln w="18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8141022" y="3814463"/>
            <a:ext cx="20016" cy="4978"/>
          </a:xfrm>
          <a:custGeom>
            <a:avLst/>
            <a:gdLst/>
            <a:ahLst/>
            <a:cxnLst/>
            <a:rect l="l" t="t" r="r" b="b"/>
            <a:pathLst>
              <a:path w="20016" h="4978">
                <a:moveTo>
                  <a:pt x="0" y="0"/>
                </a:moveTo>
                <a:lnTo>
                  <a:pt x="188" y="51"/>
                </a:lnTo>
                <a:lnTo>
                  <a:pt x="414" y="51"/>
                </a:lnTo>
                <a:lnTo>
                  <a:pt x="602" y="90"/>
                </a:lnTo>
                <a:lnTo>
                  <a:pt x="778" y="90"/>
                </a:lnTo>
                <a:lnTo>
                  <a:pt x="916" y="90"/>
                </a:lnTo>
                <a:lnTo>
                  <a:pt x="1105" y="141"/>
                </a:lnTo>
                <a:lnTo>
                  <a:pt x="1280" y="141"/>
                </a:lnTo>
                <a:lnTo>
                  <a:pt x="1418" y="141"/>
                </a:lnTo>
                <a:lnTo>
                  <a:pt x="1607" y="193"/>
                </a:lnTo>
                <a:lnTo>
                  <a:pt x="1783" y="193"/>
                </a:lnTo>
                <a:lnTo>
                  <a:pt x="1921" y="232"/>
                </a:lnTo>
                <a:lnTo>
                  <a:pt x="2109" y="232"/>
                </a:lnTo>
                <a:lnTo>
                  <a:pt x="2285" y="283"/>
                </a:lnTo>
                <a:lnTo>
                  <a:pt x="2423" y="283"/>
                </a:lnTo>
                <a:lnTo>
                  <a:pt x="2611" y="335"/>
                </a:lnTo>
                <a:lnTo>
                  <a:pt x="2787" y="335"/>
                </a:lnTo>
                <a:lnTo>
                  <a:pt x="2925" y="374"/>
                </a:lnTo>
                <a:lnTo>
                  <a:pt x="3114" y="374"/>
                </a:lnTo>
                <a:lnTo>
                  <a:pt x="3290" y="425"/>
                </a:lnTo>
                <a:lnTo>
                  <a:pt x="3428" y="425"/>
                </a:lnTo>
                <a:lnTo>
                  <a:pt x="3616" y="464"/>
                </a:lnTo>
                <a:lnTo>
                  <a:pt x="3792" y="464"/>
                </a:lnTo>
                <a:lnTo>
                  <a:pt x="3930" y="515"/>
                </a:lnTo>
                <a:lnTo>
                  <a:pt x="4118" y="515"/>
                </a:lnTo>
                <a:lnTo>
                  <a:pt x="4294" y="567"/>
                </a:lnTo>
                <a:lnTo>
                  <a:pt x="4432" y="567"/>
                </a:lnTo>
                <a:lnTo>
                  <a:pt x="4621" y="606"/>
                </a:lnTo>
                <a:lnTo>
                  <a:pt x="4796" y="657"/>
                </a:lnTo>
                <a:lnTo>
                  <a:pt x="4935" y="657"/>
                </a:lnTo>
                <a:lnTo>
                  <a:pt x="5123" y="709"/>
                </a:lnTo>
                <a:lnTo>
                  <a:pt x="5299" y="748"/>
                </a:lnTo>
                <a:lnTo>
                  <a:pt x="5437" y="748"/>
                </a:lnTo>
                <a:lnTo>
                  <a:pt x="5625" y="799"/>
                </a:lnTo>
                <a:lnTo>
                  <a:pt x="5801" y="851"/>
                </a:lnTo>
                <a:lnTo>
                  <a:pt x="5939" y="851"/>
                </a:lnTo>
                <a:lnTo>
                  <a:pt x="6128" y="889"/>
                </a:lnTo>
                <a:lnTo>
                  <a:pt x="6303" y="941"/>
                </a:lnTo>
                <a:lnTo>
                  <a:pt x="6441" y="941"/>
                </a:lnTo>
                <a:lnTo>
                  <a:pt x="6630" y="993"/>
                </a:lnTo>
                <a:lnTo>
                  <a:pt x="6818" y="1031"/>
                </a:lnTo>
                <a:lnTo>
                  <a:pt x="7044" y="1083"/>
                </a:lnTo>
                <a:lnTo>
                  <a:pt x="7220" y="1122"/>
                </a:lnTo>
                <a:lnTo>
                  <a:pt x="7446" y="1122"/>
                </a:lnTo>
                <a:lnTo>
                  <a:pt x="7634" y="1173"/>
                </a:lnTo>
                <a:lnTo>
                  <a:pt x="7823" y="1225"/>
                </a:lnTo>
                <a:lnTo>
                  <a:pt x="7961" y="1264"/>
                </a:lnTo>
                <a:lnTo>
                  <a:pt x="8137" y="1315"/>
                </a:lnTo>
                <a:lnTo>
                  <a:pt x="8325" y="1367"/>
                </a:lnTo>
                <a:lnTo>
                  <a:pt x="8463" y="1367"/>
                </a:lnTo>
                <a:lnTo>
                  <a:pt x="8639" y="1405"/>
                </a:lnTo>
                <a:lnTo>
                  <a:pt x="8827" y="1457"/>
                </a:lnTo>
                <a:lnTo>
                  <a:pt x="8966" y="1457"/>
                </a:lnTo>
                <a:lnTo>
                  <a:pt x="9141" y="1509"/>
                </a:lnTo>
                <a:lnTo>
                  <a:pt x="9330" y="1547"/>
                </a:lnTo>
                <a:lnTo>
                  <a:pt x="9468" y="1599"/>
                </a:lnTo>
                <a:lnTo>
                  <a:pt x="9644" y="1650"/>
                </a:lnTo>
                <a:lnTo>
                  <a:pt x="9832" y="1689"/>
                </a:lnTo>
                <a:lnTo>
                  <a:pt x="9970" y="1741"/>
                </a:lnTo>
                <a:lnTo>
                  <a:pt x="10146" y="1779"/>
                </a:lnTo>
                <a:lnTo>
                  <a:pt x="10334" y="1831"/>
                </a:lnTo>
                <a:lnTo>
                  <a:pt x="10472" y="1831"/>
                </a:lnTo>
                <a:lnTo>
                  <a:pt x="10648" y="1883"/>
                </a:lnTo>
                <a:lnTo>
                  <a:pt x="10837" y="1973"/>
                </a:lnTo>
                <a:lnTo>
                  <a:pt x="10975" y="1973"/>
                </a:lnTo>
                <a:lnTo>
                  <a:pt x="11150" y="2024"/>
                </a:lnTo>
                <a:lnTo>
                  <a:pt x="11339" y="2063"/>
                </a:lnTo>
                <a:lnTo>
                  <a:pt x="11477" y="2115"/>
                </a:lnTo>
                <a:lnTo>
                  <a:pt x="11653" y="2166"/>
                </a:lnTo>
                <a:lnTo>
                  <a:pt x="11841" y="2205"/>
                </a:lnTo>
                <a:lnTo>
                  <a:pt x="11979" y="2257"/>
                </a:lnTo>
                <a:lnTo>
                  <a:pt x="12155" y="2308"/>
                </a:lnTo>
                <a:lnTo>
                  <a:pt x="12343" y="2347"/>
                </a:lnTo>
                <a:lnTo>
                  <a:pt x="12482" y="2399"/>
                </a:lnTo>
                <a:lnTo>
                  <a:pt x="12657" y="2450"/>
                </a:lnTo>
                <a:lnTo>
                  <a:pt x="12846" y="2489"/>
                </a:lnTo>
                <a:lnTo>
                  <a:pt x="12984" y="2540"/>
                </a:lnTo>
                <a:lnTo>
                  <a:pt x="13160" y="2579"/>
                </a:lnTo>
                <a:lnTo>
                  <a:pt x="13348" y="2682"/>
                </a:lnTo>
                <a:lnTo>
                  <a:pt x="13486" y="2682"/>
                </a:lnTo>
                <a:lnTo>
                  <a:pt x="13662" y="2721"/>
                </a:lnTo>
                <a:lnTo>
                  <a:pt x="13850" y="2824"/>
                </a:lnTo>
                <a:lnTo>
                  <a:pt x="13988" y="2824"/>
                </a:lnTo>
                <a:lnTo>
                  <a:pt x="14177" y="2914"/>
                </a:lnTo>
                <a:lnTo>
                  <a:pt x="14353" y="2966"/>
                </a:lnTo>
                <a:lnTo>
                  <a:pt x="14491" y="3005"/>
                </a:lnTo>
                <a:lnTo>
                  <a:pt x="14679" y="3056"/>
                </a:lnTo>
                <a:lnTo>
                  <a:pt x="14855" y="3147"/>
                </a:lnTo>
                <a:lnTo>
                  <a:pt x="14993" y="3147"/>
                </a:lnTo>
                <a:lnTo>
                  <a:pt x="15181" y="3237"/>
                </a:lnTo>
                <a:lnTo>
                  <a:pt x="15357" y="3289"/>
                </a:lnTo>
                <a:lnTo>
                  <a:pt x="15495" y="3340"/>
                </a:lnTo>
                <a:lnTo>
                  <a:pt x="15684" y="3379"/>
                </a:lnTo>
                <a:lnTo>
                  <a:pt x="15860" y="3482"/>
                </a:lnTo>
                <a:lnTo>
                  <a:pt x="15998" y="3482"/>
                </a:lnTo>
                <a:lnTo>
                  <a:pt x="16186" y="3572"/>
                </a:lnTo>
                <a:lnTo>
                  <a:pt x="16362" y="3624"/>
                </a:lnTo>
                <a:lnTo>
                  <a:pt x="16500" y="3663"/>
                </a:lnTo>
                <a:lnTo>
                  <a:pt x="16688" y="3714"/>
                </a:lnTo>
                <a:lnTo>
                  <a:pt x="16914" y="3804"/>
                </a:lnTo>
                <a:lnTo>
                  <a:pt x="17090" y="3856"/>
                </a:lnTo>
                <a:lnTo>
                  <a:pt x="17279" y="3946"/>
                </a:lnTo>
                <a:lnTo>
                  <a:pt x="17417" y="3998"/>
                </a:lnTo>
                <a:lnTo>
                  <a:pt x="17605" y="4037"/>
                </a:lnTo>
                <a:lnTo>
                  <a:pt x="17781" y="4140"/>
                </a:lnTo>
                <a:lnTo>
                  <a:pt x="17919" y="4178"/>
                </a:lnTo>
                <a:lnTo>
                  <a:pt x="18107" y="4230"/>
                </a:lnTo>
                <a:lnTo>
                  <a:pt x="18283" y="4320"/>
                </a:lnTo>
                <a:lnTo>
                  <a:pt x="18421" y="4372"/>
                </a:lnTo>
                <a:lnTo>
                  <a:pt x="18610" y="4424"/>
                </a:lnTo>
                <a:lnTo>
                  <a:pt x="18785" y="4514"/>
                </a:lnTo>
                <a:lnTo>
                  <a:pt x="18924" y="4565"/>
                </a:lnTo>
                <a:lnTo>
                  <a:pt x="19112" y="4604"/>
                </a:lnTo>
                <a:lnTo>
                  <a:pt x="19288" y="4694"/>
                </a:lnTo>
                <a:lnTo>
                  <a:pt x="19426" y="4746"/>
                </a:lnTo>
                <a:lnTo>
                  <a:pt x="19614" y="4836"/>
                </a:lnTo>
                <a:lnTo>
                  <a:pt x="19790" y="4888"/>
                </a:lnTo>
                <a:lnTo>
                  <a:pt x="19928" y="4939"/>
                </a:lnTo>
              </a:path>
            </a:pathLst>
          </a:custGeom>
          <a:ln w="18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8161038" y="3819442"/>
            <a:ext cx="20029" cy="11002"/>
          </a:xfrm>
          <a:custGeom>
            <a:avLst/>
            <a:gdLst/>
            <a:ahLst/>
            <a:cxnLst/>
            <a:rect l="l" t="t" r="r" b="b"/>
            <a:pathLst>
              <a:path w="20029" h="11002">
                <a:moveTo>
                  <a:pt x="0" y="0"/>
                </a:moveTo>
                <a:lnTo>
                  <a:pt x="188" y="103"/>
                </a:lnTo>
                <a:lnTo>
                  <a:pt x="414" y="141"/>
                </a:lnTo>
                <a:lnTo>
                  <a:pt x="602" y="245"/>
                </a:lnTo>
                <a:lnTo>
                  <a:pt x="778" y="335"/>
                </a:lnTo>
                <a:lnTo>
                  <a:pt x="916" y="374"/>
                </a:lnTo>
                <a:lnTo>
                  <a:pt x="1105" y="477"/>
                </a:lnTo>
                <a:lnTo>
                  <a:pt x="1280" y="515"/>
                </a:lnTo>
                <a:lnTo>
                  <a:pt x="1418" y="567"/>
                </a:lnTo>
                <a:lnTo>
                  <a:pt x="1607" y="657"/>
                </a:lnTo>
                <a:lnTo>
                  <a:pt x="1783" y="760"/>
                </a:lnTo>
                <a:lnTo>
                  <a:pt x="1921" y="799"/>
                </a:lnTo>
                <a:lnTo>
                  <a:pt x="2109" y="902"/>
                </a:lnTo>
                <a:lnTo>
                  <a:pt x="2285" y="993"/>
                </a:lnTo>
                <a:lnTo>
                  <a:pt x="2423" y="993"/>
                </a:lnTo>
                <a:lnTo>
                  <a:pt x="2611" y="1083"/>
                </a:lnTo>
                <a:lnTo>
                  <a:pt x="2787" y="1173"/>
                </a:lnTo>
                <a:lnTo>
                  <a:pt x="2925" y="1225"/>
                </a:lnTo>
                <a:lnTo>
                  <a:pt x="3114" y="1315"/>
                </a:lnTo>
                <a:lnTo>
                  <a:pt x="3290" y="1418"/>
                </a:lnTo>
                <a:lnTo>
                  <a:pt x="3428" y="1457"/>
                </a:lnTo>
                <a:lnTo>
                  <a:pt x="3616" y="1560"/>
                </a:lnTo>
                <a:lnTo>
                  <a:pt x="3804" y="1650"/>
                </a:lnTo>
                <a:lnTo>
                  <a:pt x="4030" y="1741"/>
                </a:lnTo>
                <a:lnTo>
                  <a:pt x="4206" y="1831"/>
                </a:lnTo>
                <a:lnTo>
                  <a:pt x="4432" y="1934"/>
                </a:lnTo>
                <a:lnTo>
                  <a:pt x="4621" y="2024"/>
                </a:lnTo>
                <a:lnTo>
                  <a:pt x="4809" y="2115"/>
                </a:lnTo>
                <a:lnTo>
                  <a:pt x="5035" y="2218"/>
                </a:lnTo>
                <a:lnTo>
                  <a:pt x="5211" y="2308"/>
                </a:lnTo>
                <a:lnTo>
                  <a:pt x="5449" y="2399"/>
                </a:lnTo>
                <a:lnTo>
                  <a:pt x="5625" y="2489"/>
                </a:lnTo>
                <a:lnTo>
                  <a:pt x="5814" y="2592"/>
                </a:lnTo>
                <a:lnTo>
                  <a:pt x="5952" y="2631"/>
                </a:lnTo>
                <a:lnTo>
                  <a:pt x="6128" y="2734"/>
                </a:lnTo>
                <a:lnTo>
                  <a:pt x="6316" y="2824"/>
                </a:lnTo>
                <a:lnTo>
                  <a:pt x="6454" y="2876"/>
                </a:lnTo>
                <a:lnTo>
                  <a:pt x="6630" y="3018"/>
                </a:lnTo>
                <a:lnTo>
                  <a:pt x="6818" y="3108"/>
                </a:lnTo>
                <a:lnTo>
                  <a:pt x="6956" y="3147"/>
                </a:lnTo>
                <a:lnTo>
                  <a:pt x="7132" y="3250"/>
                </a:lnTo>
                <a:lnTo>
                  <a:pt x="7320" y="3340"/>
                </a:lnTo>
                <a:lnTo>
                  <a:pt x="7459" y="3392"/>
                </a:lnTo>
                <a:lnTo>
                  <a:pt x="7634" y="3482"/>
                </a:lnTo>
                <a:lnTo>
                  <a:pt x="7823" y="3624"/>
                </a:lnTo>
                <a:lnTo>
                  <a:pt x="7961" y="3675"/>
                </a:lnTo>
                <a:lnTo>
                  <a:pt x="8137" y="3766"/>
                </a:lnTo>
                <a:lnTo>
                  <a:pt x="8325" y="3856"/>
                </a:lnTo>
                <a:lnTo>
                  <a:pt x="8463" y="3908"/>
                </a:lnTo>
                <a:lnTo>
                  <a:pt x="8639" y="4049"/>
                </a:lnTo>
                <a:lnTo>
                  <a:pt x="8827" y="4140"/>
                </a:lnTo>
                <a:lnTo>
                  <a:pt x="8966" y="4191"/>
                </a:lnTo>
                <a:lnTo>
                  <a:pt x="9141" y="4282"/>
                </a:lnTo>
                <a:lnTo>
                  <a:pt x="9330" y="4424"/>
                </a:lnTo>
                <a:lnTo>
                  <a:pt x="9468" y="4475"/>
                </a:lnTo>
                <a:lnTo>
                  <a:pt x="9644" y="4565"/>
                </a:lnTo>
                <a:lnTo>
                  <a:pt x="9832" y="4707"/>
                </a:lnTo>
                <a:lnTo>
                  <a:pt x="9970" y="4746"/>
                </a:lnTo>
                <a:lnTo>
                  <a:pt x="10146" y="4849"/>
                </a:lnTo>
                <a:lnTo>
                  <a:pt x="10334" y="4939"/>
                </a:lnTo>
                <a:lnTo>
                  <a:pt x="10472" y="5030"/>
                </a:lnTo>
                <a:lnTo>
                  <a:pt x="10648" y="5133"/>
                </a:lnTo>
                <a:lnTo>
                  <a:pt x="10837" y="5223"/>
                </a:lnTo>
                <a:lnTo>
                  <a:pt x="10975" y="5313"/>
                </a:lnTo>
                <a:lnTo>
                  <a:pt x="11150" y="5404"/>
                </a:lnTo>
                <a:lnTo>
                  <a:pt x="11339" y="5546"/>
                </a:lnTo>
                <a:lnTo>
                  <a:pt x="11477" y="5597"/>
                </a:lnTo>
                <a:lnTo>
                  <a:pt x="11665" y="5688"/>
                </a:lnTo>
                <a:lnTo>
                  <a:pt x="11841" y="5829"/>
                </a:lnTo>
                <a:lnTo>
                  <a:pt x="11979" y="5881"/>
                </a:lnTo>
                <a:lnTo>
                  <a:pt x="12168" y="5971"/>
                </a:lnTo>
                <a:lnTo>
                  <a:pt x="12343" y="6113"/>
                </a:lnTo>
                <a:lnTo>
                  <a:pt x="12482" y="6165"/>
                </a:lnTo>
                <a:lnTo>
                  <a:pt x="12670" y="6307"/>
                </a:lnTo>
                <a:lnTo>
                  <a:pt x="12846" y="6397"/>
                </a:lnTo>
                <a:lnTo>
                  <a:pt x="12984" y="6449"/>
                </a:lnTo>
                <a:lnTo>
                  <a:pt x="13172" y="6590"/>
                </a:lnTo>
                <a:lnTo>
                  <a:pt x="13348" y="6719"/>
                </a:lnTo>
                <a:lnTo>
                  <a:pt x="13486" y="6771"/>
                </a:lnTo>
                <a:lnTo>
                  <a:pt x="13675" y="6861"/>
                </a:lnTo>
                <a:lnTo>
                  <a:pt x="13850" y="7003"/>
                </a:lnTo>
                <a:lnTo>
                  <a:pt x="13988" y="7055"/>
                </a:lnTo>
                <a:lnTo>
                  <a:pt x="14177" y="7197"/>
                </a:lnTo>
                <a:lnTo>
                  <a:pt x="14353" y="7338"/>
                </a:lnTo>
                <a:lnTo>
                  <a:pt x="14491" y="7377"/>
                </a:lnTo>
                <a:lnTo>
                  <a:pt x="14679" y="7519"/>
                </a:lnTo>
                <a:lnTo>
                  <a:pt x="14855" y="7622"/>
                </a:lnTo>
                <a:lnTo>
                  <a:pt x="14993" y="7713"/>
                </a:lnTo>
                <a:lnTo>
                  <a:pt x="15181" y="7803"/>
                </a:lnTo>
                <a:lnTo>
                  <a:pt x="15357" y="7945"/>
                </a:lnTo>
                <a:lnTo>
                  <a:pt x="15495" y="7996"/>
                </a:lnTo>
                <a:lnTo>
                  <a:pt x="15684" y="8138"/>
                </a:lnTo>
                <a:lnTo>
                  <a:pt x="15860" y="8280"/>
                </a:lnTo>
                <a:lnTo>
                  <a:pt x="15998" y="8319"/>
                </a:lnTo>
                <a:lnTo>
                  <a:pt x="16186" y="8461"/>
                </a:lnTo>
                <a:lnTo>
                  <a:pt x="16362" y="8602"/>
                </a:lnTo>
                <a:lnTo>
                  <a:pt x="16500" y="8654"/>
                </a:lnTo>
                <a:lnTo>
                  <a:pt x="16688" y="8796"/>
                </a:lnTo>
                <a:lnTo>
                  <a:pt x="16864" y="8938"/>
                </a:lnTo>
                <a:lnTo>
                  <a:pt x="17002" y="8977"/>
                </a:lnTo>
                <a:lnTo>
                  <a:pt x="17191" y="9118"/>
                </a:lnTo>
                <a:lnTo>
                  <a:pt x="17366" y="9260"/>
                </a:lnTo>
                <a:lnTo>
                  <a:pt x="17505" y="9312"/>
                </a:lnTo>
                <a:lnTo>
                  <a:pt x="17693" y="9454"/>
                </a:lnTo>
                <a:lnTo>
                  <a:pt x="17881" y="9596"/>
                </a:lnTo>
                <a:lnTo>
                  <a:pt x="18107" y="9738"/>
                </a:lnTo>
                <a:lnTo>
                  <a:pt x="18283" y="9828"/>
                </a:lnTo>
                <a:lnTo>
                  <a:pt x="18509" y="9970"/>
                </a:lnTo>
                <a:lnTo>
                  <a:pt x="18698" y="10112"/>
                </a:lnTo>
                <a:lnTo>
                  <a:pt x="18886" y="10253"/>
                </a:lnTo>
                <a:lnTo>
                  <a:pt x="19024" y="10344"/>
                </a:lnTo>
                <a:lnTo>
                  <a:pt x="19200" y="10486"/>
                </a:lnTo>
                <a:lnTo>
                  <a:pt x="19388" y="10627"/>
                </a:lnTo>
                <a:lnTo>
                  <a:pt x="19526" y="10679"/>
                </a:lnTo>
                <a:lnTo>
                  <a:pt x="19702" y="10821"/>
                </a:lnTo>
                <a:lnTo>
                  <a:pt x="19890" y="10950"/>
                </a:lnTo>
                <a:lnTo>
                  <a:pt x="20029" y="11002"/>
                </a:lnTo>
              </a:path>
            </a:pathLst>
          </a:custGeom>
          <a:ln w="179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8181067" y="3830444"/>
            <a:ext cx="19966" cy="16922"/>
          </a:xfrm>
          <a:custGeom>
            <a:avLst/>
            <a:gdLst/>
            <a:ahLst/>
            <a:cxnLst/>
            <a:rect l="l" t="t" r="r" b="b"/>
            <a:pathLst>
              <a:path w="19966" h="16922">
                <a:moveTo>
                  <a:pt x="0" y="0"/>
                </a:moveTo>
                <a:lnTo>
                  <a:pt x="175" y="141"/>
                </a:lnTo>
                <a:lnTo>
                  <a:pt x="364" y="283"/>
                </a:lnTo>
                <a:lnTo>
                  <a:pt x="502" y="374"/>
                </a:lnTo>
                <a:lnTo>
                  <a:pt x="678" y="515"/>
                </a:lnTo>
                <a:lnTo>
                  <a:pt x="866" y="657"/>
                </a:lnTo>
                <a:lnTo>
                  <a:pt x="1004" y="748"/>
                </a:lnTo>
                <a:lnTo>
                  <a:pt x="1180" y="889"/>
                </a:lnTo>
                <a:lnTo>
                  <a:pt x="1368" y="1031"/>
                </a:lnTo>
                <a:lnTo>
                  <a:pt x="1506" y="1083"/>
                </a:lnTo>
                <a:lnTo>
                  <a:pt x="1682" y="1225"/>
                </a:lnTo>
                <a:lnTo>
                  <a:pt x="1871" y="1367"/>
                </a:lnTo>
                <a:lnTo>
                  <a:pt x="2009" y="1457"/>
                </a:lnTo>
                <a:lnTo>
                  <a:pt x="2184" y="1599"/>
                </a:lnTo>
                <a:lnTo>
                  <a:pt x="2373" y="1741"/>
                </a:lnTo>
                <a:lnTo>
                  <a:pt x="2511" y="1831"/>
                </a:lnTo>
                <a:lnTo>
                  <a:pt x="2687" y="1973"/>
                </a:lnTo>
                <a:lnTo>
                  <a:pt x="2875" y="2115"/>
                </a:lnTo>
                <a:lnTo>
                  <a:pt x="3013" y="2205"/>
                </a:lnTo>
                <a:lnTo>
                  <a:pt x="3189" y="2347"/>
                </a:lnTo>
                <a:lnTo>
                  <a:pt x="3377" y="2489"/>
                </a:lnTo>
                <a:lnTo>
                  <a:pt x="3516" y="2592"/>
                </a:lnTo>
                <a:lnTo>
                  <a:pt x="3691" y="2721"/>
                </a:lnTo>
                <a:lnTo>
                  <a:pt x="3880" y="2863"/>
                </a:lnTo>
                <a:lnTo>
                  <a:pt x="4018" y="2966"/>
                </a:lnTo>
                <a:lnTo>
                  <a:pt x="4194" y="3108"/>
                </a:lnTo>
                <a:lnTo>
                  <a:pt x="4382" y="3250"/>
                </a:lnTo>
                <a:lnTo>
                  <a:pt x="4520" y="3340"/>
                </a:lnTo>
                <a:lnTo>
                  <a:pt x="4696" y="3482"/>
                </a:lnTo>
                <a:lnTo>
                  <a:pt x="4884" y="3663"/>
                </a:lnTo>
                <a:lnTo>
                  <a:pt x="5022" y="3714"/>
                </a:lnTo>
                <a:lnTo>
                  <a:pt x="5211" y="3908"/>
                </a:lnTo>
                <a:lnTo>
                  <a:pt x="5387" y="4049"/>
                </a:lnTo>
                <a:lnTo>
                  <a:pt x="5525" y="4140"/>
                </a:lnTo>
                <a:lnTo>
                  <a:pt x="5713" y="4282"/>
                </a:lnTo>
                <a:lnTo>
                  <a:pt x="5889" y="4424"/>
                </a:lnTo>
                <a:lnTo>
                  <a:pt x="6027" y="4514"/>
                </a:lnTo>
                <a:lnTo>
                  <a:pt x="6215" y="4656"/>
                </a:lnTo>
                <a:lnTo>
                  <a:pt x="6391" y="4836"/>
                </a:lnTo>
                <a:lnTo>
                  <a:pt x="6529" y="4888"/>
                </a:lnTo>
                <a:lnTo>
                  <a:pt x="6718" y="5081"/>
                </a:lnTo>
                <a:lnTo>
                  <a:pt x="6894" y="5223"/>
                </a:lnTo>
                <a:lnTo>
                  <a:pt x="7032" y="5313"/>
                </a:lnTo>
                <a:lnTo>
                  <a:pt x="7220" y="5455"/>
                </a:lnTo>
                <a:lnTo>
                  <a:pt x="7396" y="5636"/>
                </a:lnTo>
                <a:lnTo>
                  <a:pt x="7534" y="5739"/>
                </a:lnTo>
                <a:lnTo>
                  <a:pt x="7722" y="5881"/>
                </a:lnTo>
                <a:lnTo>
                  <a:pt x="7898" y="6062"/>
                </a:lnTo>
                <a:lnTo>
                  <a:pt x="8036" y="6113"/>
                </a:lnTo>
                <a:lnTo>
                  <a:pt x="8225" y="6294"/>
                </a:lnTo>
                <a:lnTo>
                  <a:pt x="8400" y="6436"/>
                </a:lnTo>
                <a:lnTo>
                  <a:pt x="8539" y="6539"/>
                </a:lnTo>
                <a:lnTo>
                  <a:pt x="8727" y="6719"/>
                </a:lnTo>
                <a:lnTo>
                  <a:pt x="8903" y="6861"/>
                </a:lnTo>
                <a:lnTo>
                  <a:pt x="9041" y="6952"/>
                </a:lnTo>
                <a:lnTo>
                  <a:pt x="9229" y="7093"/>
                </a:lnTo>
                <a:lnTo>
                  <a:pt x="9405" y="7287"/>
                </a:lnTo>
                <a:lnTo>
                  <a:pt x="9543" y="7377"/>
                </a:lnTo>
                <a:lnTo>
                  <a:pt x="9732" y="7519"/>
                </a:lnTo>
                <a:lnTo>
                  <a:pt x="9907" y="7713"/>
                </a:lnTo>
                <a:lnTo>
                  <a:pt x="10045" y="7803"/>
                </a:lnTo>
                <a:lnTo>
                  <a:pt x="10234" y="7945"/>
                </a:lnTo>
                <a:lnTo>
                  <a:pt x="10410" y="8138"/>
                </a:lnTo>
                <a:lnTo>
                  <a:pt x="10548" y="8228"/>
                </a:lnTo>
                <a:lnTo>
                  <a:pt x="10736" y="8409"/>
                </a:lnTo>
                <a:lnTo>
                  <a:pt x="10912" y="8551"/>
                </a:lnTo>
                <a:lnTo>
                  <a:pt x="11050" y="8654"/>
                </a:lnTo>
                <a:lnTo>
                  <a:pt x="11238" y="8835"/>
                </a:lnTo>
                <a:lnTo>
                  <a:pt x="11427" y="8977"/>
                </a:lnTo>
                <a:lnTo>
                  <a:pt x="11653" y="9170"/>
                </a:lnTo>
                <a:lnTo>
                  <a:pt x="11829" y="9351"/>
                </a:lnTo>
                <a:lnTo>
                  <a:pt x="12055" y="9544"/>
                </a:lnTo>
                <a:lnTo>
                  <a:pt x="12243" y="9686"/>
                </a:lnTo>
                <a:lnTo>
                  <a:pt x="12431" y="9866"/>
                </a:lnTo>
                <a:lnTo>
                  <a:pt x="12569" y="9970"/>
                </a:lnTo>
                <a:lnTo>
                  <a:pt x="12745" y="10150"/>
                </a:lnTo>
                <a:lnTo>
                  <a:pt x="12934" y="10344"/>
                </a:lnTo>
                <a:lnTo>
                  <a:pt x="13072" y="10434"/>
                </a:lnTo>
                <a:lnTo>
                  <a:pt x="13248" y="10576"/>
                </a:lnTo>
                <a:lnTo>
                  <a:pt x="13436" y="10769"/>
                </a:lnTo>
                <a:lnTo>
                  <a:pt x="13574" y="10860"/>
                </a:lnTo>
                <a:lnTo>
                  <a:pt x="13750" y="11053"/>
                </a:lnTo>
                <a:lnTo>
                  <a:pt x="13938" y="11234"/>
                </a:lnTo>
                <a:lnTo>
                  <a:pt x="14076" y="11324"/>
                </a:lnTo>
                <a:lnTo>
                  <a:pt x="14252" y="11517"/>
                </a:lnTo>
                <a:lnTo>
                  <a:pt x="14441" y="11659"/>
                </a:lnTo>
                <a:lnTo>
                  <a:pt x="14579" y="11750"/>
                </a:lnTo>
                <a:lnTo>
                  <a:pt x="14754" y="11943"/>
                </a:lnTo>
                <a:lnTo>
                  <a:pt x="14943" y="12124"/>
                </a:lnTo>
                <a:lnTo>
                  <a:pt x="15081" y="12227"/>
                </a:lnTo>
                <a:lnTo>
                  <a:pt x="15257" y="12407"/>
                </a:lnTo>
                <a:lnTo>
                  <a:pt x="15445" y="12601"/>
                </a:lnTo>
                <a:lnTo>
                  <a:pt x="15583" y="12691"/>
                </a:lnTo>
                <a:lnTo>
                  <a:pt x="15759" y="12885"/>
                </a:lnTo>
                <a:lnTo>
                  <a:pt x="15947" y="13065"/>
                </a:lnTo>
                <a:lnTo>
                  <a:pt x="16086" y="13168"/>
                </a:lnTo>
                <a:lnTo>
                  <a:pt x="16261" y="13349"/>
                </a:lnTo>
                <a:lnTo>
                  <a:pt x="16450" y="13542"/>
                </a:lnTo>
                <a:lnTo>
                  <a:pt x="16588" y="13633"/>
                </a:lnTo>
                <a:lnTo>
                  <a:pt x="16764" y="13826"/>
                </a:lnTo>
                <a:lnTo>
                  <a:pt x="16952" y="14007"/>
                </a:lnTo>
                <a:lnTo>
                  <a:pt x="17090" y="14097"/>
                </a:lnTo>
                <a:lnTo>
                  <a:pt x="17266" y="14291"/>
                </a:lnTo>
                <a:lnTo>
                  <a:pt x="17454" y="14484"/>
                </a:lnTo>
                <a:lnTo>
                  <a:pt x="17592" y="14574"/>
                </a:lnTo>
                <a:lnTo>
                  <a:pt x="17768" y="14755"/>
                </a:lnTo>
                <a:lnTo>
                  <a:pt x="17957" y="14948"/>
                </a:lnTo>
                <a:lnTo>
                  <a:pt x="18095" y="15039"/>
                </a:lnTo>
                <a:lnTo>
                  <a:pt x="18183" y="15180"/>
                </a:lnTo>
                <a:lnTo>
                  <a:pt x="18371" y="15374"/>
                </a:lnTo>
                <a:lnTo>
                  <a:pt x="18597" y="15555"/>
                </a:lnTo>
                <a:lnTo>
                  <a:pt x="18785" y="15748"/>
                </a:lnTo>
                <a:lnTo>
                  <a:pt x="18961" y="15941"/>
                </a:lnTo>
                <a:lnTo>
                  <a:pt x="19099" y="16032"/>
                </a:lnTo>
                <a:lnTo>
                  <a:pt x="19288" y="16212"/>
                </a:lnTo>
                <a:lnTo>
                  <a:pt x="19464" y="16457"/>
                </a:lnTo>
                <a:lnTo>
                  <a:pt x="19602" y="16548"/>
                </a:lnTo>
                <a:lnTo>
                  <a:pt x="19790" y="16741"/>
                </a:lnTo>
                <a:lnTo>
                  <a:pt x="19966" y="16922"/>
                </a:lnTo>
              </a:path>
            </a:pathLst>
          </a:custGeom>
          <a:ln w="17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8201033" y="3847366"/>
            <a:ext cx="20016" cy="22519"/>
          </a:xfrm>
          <a:custGeom>
            <a:avLst/>
            <a:gdLst/>
            <a:ahLst/>
            <a:cxnLst/>
            <a:rect l="l" t="t" r="r" b="b"/>
            <a:pathLst>
              <a:path w="20016" h="22519">
                <a:moveTo>
                  <a:pt x="0" y="0"/>
                </a:moveTo>
                <a:lnTo>
                  <a:pt x="138" y="90"/>
                </a:lnTo>
                <a:lnTo>
                  <a:pt x="326" y="283"/>
                </a:lnTo>
                <a:lnTo>
                  <a:pt x="414" y="425"/>
                </a:lnTo>
                <a:lnTo>
                  <a:pt x="640" y="606"/>
                </a:lnTo>
                <a:lnTo>
                  <a:pt x="828" y="799"/>
                </a:lnTo>
                <a:lnTo>
                  <a:pt x="1004" y="993"/>
                </a:lnTo>
                <a:lnTo>
                  <a:pt x="1142" y="1135"/>
                </a:lnTo>
                <a:lnTo>
                  <a:pt x="1331" y="1315"/>
                </a:lnTo>
                <a:lnTo>
                  <a:pt x="1506" y="1509"/>
                </a:lnTo>
                <a:lnTo>
                  <a:pt x="1645" y="1599"/>
                </a:lnTo>
                <a:lnTo>
                  <a:pt x="1833" y="1831"/>
                </a:lnTo>
                <a:lnTo>
                  <a:pt x="2009" y="2024"/>
                </a:lnTo>
                <a:lnTo>
                  <a:pt x="2147" y="2115"/>
                </a:lnTo>
                <a:lnTo>
                  <a:pt x="2335" y="2308"/>
                </a:lnTo>
                <a:lnTo>
                  <a:pt x="2423" y="2450"/>
                </a:lnTo>
                <a:lnTo>
                  <a:pt x="2649" y="2631"/>
                </a:lnTo>
                <a:lnTo>
                  <a:pt x="2837" y="2824"/>
                </a:lnTo>
                <a:lnTo>
                  <a:pt x="2925" y="2966"/>
                </a:lnTo>
                <a:lnTo>
                  <a:pt x="3151" y="3147"/>
                </a:lnTo>
                <a:lnTo>
                  <a:pt x="3340" y="3340"/>
                </a:lnTo>
                <a:lnTo>
                  <a:pt x="3428" y="3482"/>
                </a:lnTo>
                <a:lnTo>
                  <a:pt x="3654" y="3663"/>
                </a:lnTo>
                <a:lnTo>
                  <a:pt x="3842" y="3908"/>
                </a:lnTo>
                <a:lnTo>
                  <a:pt x="4018" y="4088"/>
                </a:lnTo>
                <a:lnTo>
                  <a:pt x="4156" y="4178"/>
                </a:lnTo>
                <a:lnTo>
                  <a:pt x="4344" y="4424"/>
                </a:lnTo>
                <a:lnTo>
                  <a:pt x="4520" y="4604"/>
                </a:lnTo>
                <a:lnTo>
                  <a:pt x="4658" y="4707"/>
                </a:lnTo>
                <a:lnTo>
                  <a:pt x="4759" y="4836"/>
                </a:lnTo>
                <a:lnTo>
                  <a:pt x="4935" y="5030"/>
                </a:lnTo>
                <a:lnTo>
                  <a:pt x="5161" y="5262"/>
                </a:lnTo>
                <a:lnTo>
                  <a:pt x="5349" y="5455"/>
                </a:lnTo>
                <a:lnTo>
                  <a:pt x="5437" y="5597"/>
                </a:lnTo>
                <a:lnTo>
                  <a:pt x="5663" y="5778"/>
                </a:lnTo>
                <a:lnTo>
                  <a:pt x="5851" y="6023"/>
                </a:lnTo>
                <a:lnTo>
                  <a:pt x="6040" y="6203"/>
                </a:lnTo>
                <a:lnTo>
                  <a:pt x="6178" y="6345"/>
                </a:lnTo>
                <a:lnTo>
                  <a:pt x="6354" y="6539"/>
                </a:lnTo>
                <a:lnTo>
                  <a:pt x="6542" y="6771"/>
                </a:lnTo>
                <a:lnTo>
                  <a:pt x="6680" y="6861"/>
                </a:lnTo>
                <a:lnTo>
                  <a:pt x="6856" y="7093"/>
                </a:lnTo>
                <a:lnTo>
                  <a:pt x="7044" y="7287"/>
                </a:lnTo>
                <a:lnTo>
                  <a:pt x="7182" y="7429"/>
                </a:lnTo>
                <a:lnTo>
                  <a:pt x="7358" y="7622"/>
                </a:lnTo>
                <a:lnTo>
                  <a:pt x="7446" y="7751"/>
                </a:lnTo>
                <a:lnTo>
                  <a:pt x="7685" y="7945"/>
                </a:lnTo>
                <a:lnTo>
                  <a:pt x="7773" y="8087"/>
                </a:lnTo>
                <a:lnTo>
                  <a:pt x="7948" y="8280"/>
                </a:lnTo>
                <a:lnTo>
                  <a:pt x="8049" y="8409"/>
                </a:lnTo>
                <a:lnTo>
                  <a:pt x="8187" y="8512"/>
                </a:lnTo>
                <a:lnTo>
                  <a:pt x="8363" y="8744"/>
                </a:lnTo>
                <a:lnTo>
                  <a:pt x="8551" y="8977"/>
                </a:lnTo>
                <a:lnTo>
                  <a:pt x="8689" y="9067"/>
                </a:lnTo>
                <a:lnTo>
                  <a:pt x="8865" y="9312"/>
                </a:lnTo>
                <a:lnTo>
                  <a:pt x="9053" y="9492"/>
                </a:lnTo>
                <a:lnTo>
                  <a:pt x="9192" y="9634"/>
                </a:lnTo>
                <a:lnTo>
                  <a:pt x="9367" y="9866"/>
                </a:lnTo>
                <a:lnTo>
                  <a:pt x="9556" y="10060"/>
                </a:lnTo>
                <a:lnTo>
                  <a:pt x="9694" y="10202"/>
                </a:lnTo>
                <a:lnTo>
                  <a:pt x="9870" y="10434"/>
                </a:lnTo>
                <a:lnTo>
                  <a:pt x="10058" y="10627"/>
                </a:lnTo>
                <a:lnTo>
                  <a:pt x="10196" y="10769"/>
                </a:lnTo>
                <a:lnTo>
                  <a:pt x="10372" y="11002"/>
                </a:lnTo>
                <a:lnTo>
                  <a:pt x="10560" y="11182"/>
                </a:lnTo>
                <a:lnTo>
                  <a:pt x="10698" y="11324"/>
                </a:lnTo>
                <a:lnTo>
                  <a:pt x="10874" y="11569"/>
                </a:lnTo>
                <a:lnTo>
                  <a:pt x="11063" y="11801"/>
                </a:lnTo>
                <a:lnTo>
                  <a:pt x="11201" y="11891"/>
                </a:lnTo>
                <a:lnTo>
                  <a:pt x="11377" y="12124"/>
                </a:lnTo>
                <a:lnTo>
                  <a:pt x="11565" y="12369"/>
                </a:lnTo>
                <a:lnTo>
                  <a:pt x="11703" y="12459"/>
                </a:lnTo>
                <a:lnTo>
                  <a:pt x="11791" y="12601"/>
                </a:lnTo>
                <a:lnTo>
                  <a:pt x="11979" y="12833"/>
                </a:lnTo>
                <a:lnTo>
                  <a:pt x="12205" y="13065"/>
                </a:lnTo>
                <a:lnTo>
                  <a:pt x="12394" y="13297"/>
                </a:lnTo>
                <a:lnTo>
                  <a:pt x="12569" y="13542"/>
                </a:lnTo>
                <a:lnTo>
                  <a:pt x="12708" y="13633"/>
                </a:lnTo>
                <a:lnTo>
                  <a:pt x="12796" y="13775"/>
                </a:lnTo>
                <a:lnTo>
                  <a:pt x="12984" y="13968"/>
                </a:lnTo>
                <a:lnTo>
                  <a:pt x="13072" y="14097"/>
                </a:lnTo>
                <a:lnTo>
                  <a:pt x="13210" y="14200"/>
                </a:lnTo>
                <a:lnTo>
                  <a:pt x="13298" y="14342"/>
                </a:lnTo>
                <a:lnTo>
                  <a:pt x="13486" y="14574"/>
                </a:lnTo>
                <a:lnTo>
                  <a:pt x="13574" y="14716"/>
                </a:lnTo>
                <a:lnTo>
                  <a:pt x="13712" y="14806"/>
                </a:lnTo>
                <a:lnTo>
                  <a:pt x="13800" y="14948"/>
                </a:lnTo>
                <a:lnTo>
                  <a:pt x="13988" y="15180"/>
                </a:lnTo>
                <a:lnTo>
                  <a:pt x="14215" y="15413"/>
                </a:lnTo>
                <a:lnTo>
                  <a:pt x="14403" y="15658"/>
                </a:lnTo>
                <a:lnTo>
                  <a:pt x="14579" y="15890"/>
                </a:lnTo>
                <a:lnTo>
                  <a:pt x="14717" y="15980"/>
                </a:lnTo>
                <a:lnTo>
                  <a:pt x="14805" y="16122"/>
                </a:lnTo>
                <a:lnTo>
                  <a:pt x="14993" y="16354"/>
                </a:lnTo>
                <a:lnTo>
                  <a:pt x="15081" y="16496"/>
                </a:lnTo>
                <a:lnTo>
                  <a:pt x="15219" y="16599"/>
                </a:lnTo>
                <a:lnTo>
                  <a:pt x="15307" y="16741"/>
                </a:lnTo>
                <a:lnTo>
                  <a:pt x="15495" y="16973"/>
                </a:lnTo>
                <a:lnTo>
                  <a:pt x="15721" y="17205"/>
                </a:lnTo>
                <a:lnTo>
                  <a:pt x="15809" y="17347"/>
                </a:lnTo>
                <a:lnTo>
                  <a:pt x="15998" y="17580"/>
                </a:lnTo>
                <a:lnTo>
                  <a:pt x="16224" y="17812"/>
                </a:lnTo>
                <a:lnTo>
                  <a:pt x="16412" y="18057"/>
                </a:lnTo>
                <a:lnTo>
                  <a:pt x="16500" y="18199"/>
                </a:lnTo>
                <a:lnTo>
                  <a:pt x="16726" y="18431"/>
                </a:lnTo>
                <a:lnTo>
                  <a:pt x="16914" y="18663"/>
                </a:lnTo>
                <a:lnTo>
                  <a:pt x="17002" y="18805"/>
                </a:lnTo>
                <a:lnTo>
                  <a:pt x="17228" y="19037"/>
                </a:lnTo>
                <a:lnTo>
                  <a:pt x="17417" y="19269"/>
                </a:lnTo>
                <a:lnTo>
                  <a:pt x="17505" y="19411"/>
                </a:lnTo>
                <a:lnTo>
                  <a:pt x="17731" y="19643"/>
                </a:lnTo>
                <a:lnTo>
                  <a:pt x="17831" y="19785"/>
                </a:lnTo>
                <a:lnTo>
                  <a:pt x="18007" y="20030"/>
                </a:lnTo>
                <a:lnTo>
                  <a:pt x="18095" y="20172"/>
                </a:lnTo>
                <a:lnTo>
                  <a:pt x="18233" y="20262"/>
                </a:lnTo>
                <a:lnTo>
                  <a:pt x="18333" y="20404"/>
                </a:lnTo>
                <a:lnTo>
                  <a:pt x="18509" y="20636"/>
                </a:lnTo>
                <a:lnTo>
                  <a:pt x="18610" y="20778"/>
                </a:lnTo>
                <a:lnTo>
                  <a:pt x="18836" y="21010"/>
                </a:lnTo>
                <a:lnTo>
                  <a:pt x="18924" y="21152"/>
                </a:lnTo>
                <a:lnTo>
                  <a:pt x="19112" y="21384"/>
                </a:lnTo>
                <a:lnTo>
                  <a:pt x="19237" y="21526"/>
                </a:lnTo>
                <a:lnTo>
                  <a:pt x="19426" y="21758"/>
                </a:lnTo>
                <a:lnTo>
                  <a:pt x="19514" y="21900"/>
                </a:lnTo>
                <a:lnTo>
                  <a:pt x="19752" y="22145"/>
                </a:lnTo>
                <a:lnTo>
                  <a:pt x="19840" y="22287"/>
                </a:lnTo>
                <a:lnTo>
                  <a:pt x="19928" y="22429"/>
                </a:lnTo>
              </a:path>
            </a:pathLst>
          </a:custGeom>
          <a:ln w="17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8221050" y="3869886"/>
            <a:ext cx="20029" cy="27782"/>
          </a:xfrm>
          <a:custGeom>
            <a:avLst/>
            <a:gdLst/>
            <a:ahLst/>
            <a:cxnLst/>
            <a:rect l="l" t="t" r="r" b="b"/>
            <a:pathLst>
              <a:path w="20029" h="27782">
                <a:moveTo>
                  <a:pt x="0" y="0"/>
                </a:moveTo>
                <a:lnTo>
                  <a:pt x="100" y="141"/>
                </a:lnTo>
                <a:lnTo>
                  <a:pt x="238" y="283"/>
                </a:lnTo>
                <a:lnTo>
                  <a:pt x="414" y="515"/>
                </a:lnTo>
                <a:lnTo>
                  <a:pt x="502" y="657"/>
                </a:lnTo>
                <a:lnTo>
                  <a:pt x="740" y="889"/>
                </a:lnTo>
                <a:lnTo>
                  <a:pt x="828" y="1031"/>
                </a:lnTo>
                <a:lnTo>
                  <a:pt x="916" y="1173"/>
                </a:lnTo>
                <a:lnTo>
                  <a:pt x="1105" y="1405"/>
                </a:lnTo>
                <a:lnTo>
                  <a:pt x="1243" y="1547"/>
                </a:lnTo>
                <a:lnTo>
                  <a:pt x="1331" y="1689"/>
                </a:lnTo>
                <a:lnTo>
                  <a:pt x="1506" y="1921"/>
                </a:lnTo>
                <a:lnTo>
                  <a:pt x="1607" y="2063"/>
                </a:lnTo>
                <a:lnTo>
                  <a:pt x="1745" y="2153"/>
                </a:lnTo>
                <a:lnTo>
                  <a:pt x="1833" y="2295"/>
                </a:lnTo>
                <a:lnTo>
                  <a:pt x="1921" y="2437"/>
                </a:lnTo>
                <a:lnTo>
                  <a:pt x="2009" y="2579"/>
                </a:lnTo>
                <a:lnTo>
                  <a:pt x="2247" y="2811"/>
                </a:lnTo>
                <a:lnTo>
                  <a:pt x="2335" y="2953"/>
                </a:lnTo>
                <a:lnTo>
                  <a:pt x="2423" y="3095"/>
                </a:lnTo>
                <a:lnTo>
                  <a:pt x="2524" y="3237"/>
                </a:lnTo>
                <a:lnTo>
                  <a:pt x="2750" y="3469"/>
                </a:lnTo>
                <a:lnTo>
                  <a:pt x="2837" y="3611"/>
                </a:lnTo>
                <a:lnTo>
                  <a:pt x="2925" y="3753"/>
                </a:lnTo>
                <a:lnTo>
                  <a:pt x="3114" y="3998"/>
                </a:lnTo>
                <a:lnTo>
                  <a:pt x="3252" y="4140"/>
                </a:lnTo>
                <a:lnTo>
                  <a:pt x="3340" y="4269"/>
                </a:lnTo>
                <a:lnTo>
                  <a:pt x="3428" y="4411"/>
                </a:lnTo>
                <a:lnTo>
                  <a:pt x="3616" y="4656"/>
                </a:lnTo>
                <a:lnTo>
                  <a:pt x="3754" y="4798"/>
                </a:lnTo>
                <a:lnTo>
                  <a:pt x="3842" y="4927"/>
                </a:lnTo>
                <a:lnTo>
                  <a:pt x="3930" y="5068"/>
                </a:lnTo>
                <a:lnTo>
                  <a:pt x="4118" y="5313"/>
                </a:lnTo>
                <a:lnTo>
                  <a:pt x="4256" y="5455"/>
                </a:lnTo>
                <a:lnTo>
                  <a:pt x="4344" y="5584"/>
                </a:lnTo>
                <a:lnTo>
                  <a:pt x="4432" y="5726"/>
                </a:lnTo>
                <a:lnTo>
                  <a:pt x="4621" y="5971"/>
                </a:lnTo>
                <a:lnTo>
                  <a:pt x="4759" y="6113"/>
                </a:lnTo>
                <a:lnTo>
                  <a:pt x="4847" y="6255"/>
                </a:lnTo>
                <a:lnTo>
                  <a:pt x="4935" y="6384"/>
                </a:lnTo>
                <a:lnTo>
                  <a:pt x="5035" y="6526"/>
                </a:lnTo>
                <a:lnTo>
                  <a:pt x="5261" y="6771"/>
                </a:lnTo>
                <a:lnTo>
                  <a:pt x="5349" y="6913"/>
                </a:lnTo>
                <a:lnTo>
                  <a:pt x="5437" y="7042"/>
                </a:lnTo>
                <a:lnTo>
                  <a:pt x="5537" y="7184"/>
                </a:lnTo>
                <a:lnTo>
                  <a:pt x="5625" y="7326"/>
                </a:lnTo>
                <a:lnTo>
                  <a:pt x="5763" y="7429"/>
                </a:lnTo>
                <a:lnTo>
                  <a:pt x="5851" y="7571"/>
                </a:lnTo>
                <a:lnTo>
                  <a:pt x="5952" y="7700"/>
                </a:lnTo>
                <a:lnTo>
                  <a:pt x="6040" y="7842"/>
                </a:lnTo>
                <a:lnTo>
                  <a:pt x="6128" y="7983"/>
                </a:lnTo>
                <a:lnTo>
                  <a:pt x="6266" y="8125"/>
                </a:lnTo>
                <a:lnTo>
                  <a:pt x="6354" y="8267"/>
                </a:lnTo>
                <a:lnTo>
                  <a:pt x="6454" y="8409"/>
                </a:lnTo>
                <a:lnTo>
                  <a:pt x="6630" y="8641"/>
                </a:lnTo>
                <a:lnTo>
                  <a:pt x="6768" y="8783"/>
                </a:lnTo>
                <a:lnTo>
                  <a:pt x="6856" y="8925"/>
                </a:lnTo>
                <a:lnTo>
                  <a:pt x="6956" y="9067"/>
                </a:lnTo>
                <a:lnTo>
                  <a:pt x="7044" y="9209"/>
                </a:lnTo>
                <a:lnTo>
                  <a:pt x="7132" y="9351"/>
                </a:lnTo>
                <a:lnTo>
                  <a:pt x="7270" y="9492"/>
                </a:lnTo>
                <a:lnTo>
                  <a:pt x="7358" y="9634"/>
                </a:lnTo>
                <a:lnTo>
                  <a:pt x="7547" y="9866"/>
                </a:lnTo>
                <a:lnTo>
                  <a:pt x="7634" y="10008"/>
                </a:lnTo>
                <a:lnTo>
                  <a:pt x="7773" y="10150"/>
                </a:lnTo>
                <a:lnTo>
                  <a:pt x="7860" y="10292"/>
                </a:lnTo>
                <a:lnTo>
                  <a:pt x="7961" y="10434"/>
                </a:lnTo>
                <a:lnTo>
                  <a:pt x="8049" y="10576"/>
                </a:lnTo>
                <a:lnTo>
                  <a:pt x="8137" y="10718"/>
                </a:lnTo>
                <a:lnTo>
                  <a:pt x="8275" y="10860"/>
                </a:lnTo>
                <a:lnTo>
                  <a:pt x="8363" y="11002"/>
                </a:lnTo>
                <a:lnTo>
                  <a:pt x="8463" y="11143"/>
                </a:lnTo>
                <a:lnTo>
                  <a:pt x="8551" y="11272"/>
                </a:lnTo>
                <a:lnTo>
                  <a:pt x="8777" y="11517"/>
                </a:lnTo>
                <a:lnTo>
                  <a:pt x="8865" y="11659"/>
                </a:lnTo>
                <a:lnTo>
                  <a:pt x="8966" y="11801"/>
                </a:lnTo>
                <a:lnTo>
                  <a:pt x="9053" y="11930"/>
                </a:lnTo>
                <a:lnTo>
                  <a:pt x="9141" y="12072"/>
                </a:lnTo>
                <a:lnTo>
                  <a:pt x="9279" y="12214"/>
                </a:lnTo>
                <a:lnTo>
                  <a:pt x="9367" y="12356"/>
                </a:lnTo>
                <a:lnTo>
                  <a:pt x="9468" y="12498"/>
                </a:lnTo>
                <a:lnTo>
                  <a:pt x="9556" y="12640"/>
                </a:lnTo>
                <a:lnTo>
                  <a:pt x="9644" y="12781"/>
                </a:lnTo>
                <a:lnTo>
                  <a:pt x="9782" y="12923"/>
                </a:lnTo>
                <a:lnTo>
                  <a:pt x="9882" y="13065"/>
                </a:lnTo>
                <a:lnTo>
                  <a:pt x="9970" y="13207"/>
                </a:lnTo>
                <a:lnTo>
                  <a:pt x="10058" y="13349"/>
                </a:lnTo>
                <a:lnTo>
                  <a:pt x="10146" y="13491"/>
                </a:lnTo>
                <a:lnTo>
                  <a:pt x="10284" y="13633"/>
                </a:lnTo>
                <a:lnTo>
                  <a:pt x="10384" y="13775"/>
                </a:lnTo>
                <a:lnTo>
                  <a:pt x="10472" y="13916"/>
                </a:lnTo>
                <a:lnTo>
                  <a:pt x="10560" y="14045"/>
                </a:lnTo>
                <a:lnTo>
                  <a:pt x="10648" y="14187"/>
                </a:lnTo>
                <a:lnTo>
                  <a:pt x="10786" y="14329"/>
                </a:lnTo>
                <a:lnTo>
                  <a:pt x="10887" y="14471"/>
                </a:lnTo>
                <a:lnTo>
                  <a:pt x="10975" y="14613"/>
                </a:lnTo>
                <a:lnTo>
                  <a:pt x="11063" y="14755"/>
                </a:lnTo>
                <a:lnTo>
                  <a:pt x="11151" y="14897"/>
                </a:lnTo>
                <a:lnTo>
                  <a:pt x="11289" y="15039"/>
                </a:lnTo>
                <a:lnTo>
                  <a:pt x="11389" y="15180"/>
                </a:lnTo>
                <a:lnTo>
                  <a:pt x="11477" y="15322"/>
                </a:lnTo>
                <a:lnTo>
                  <a:pt x="11565" y="15464"/>
                </a:lnTo>
                <a:lnTo>
                  <a:pt x="11653" y="15606"/>
                </a:lnTo>
                <a:lnTo>
                  <a:pt x="11791" y="15748"/>
                </a:lnTo>
                <a:lnTo>
                  <a:pt x="11891" y="15890"/>
                </a:lnTo>
                <a:lnTo>
                  <a:pt x="11979" y="16032"/>
                </a:lnTo>
                <a:lnTo>
                  <a:pt x="12067" y="16161"/>
                </a:lnTo>
                <a:lnTo>
                  <a:pt x="12168" y="16303"/>
                </a:lnTo>
                <a:lnTo>
                  <a:pt x="12293" y="16444"/>
                </a:lnTo>
                <a:lnTo>
                  <a:pt x="12394" y="16586"/>
                </a:lnTo>
                <a:lnTo>
                  <a:pt x="12482" y="16728"/>
                </a:lnTo>
                <a:lnTo>
                  <a:pt x="12569" y="16870"/>
                </a:lnTo>
                <a:lnTo>
                  <a:pt x="12670" y="17012"/>
                </a:lnTo>
                <a:lnTo>
                  <a:pt x="12796" y="17154"/>
                </a:lnTo>
                <a:lnTo>
                  <a:pt x="12896" y="17296"/>
                </a:lnTo>
                <a:lnTo>
                  <a:pt x="12984" y="17438"/>
                </a:lnTo>
                <a:lnTo>
                  <a:pt x="13072" y="17580"/>
                </a:lnTo>
                <a:lnTo>
                  <a:pt x="13172" y="17721"/>
                </a:lnTo>
                <a:lnTo>
                  <a:pt x="13298" y="17863"/>
                </a:lnTo>
                <a:lnTo>
                  <a:pt x="13398" y="18005"/>
                </a:lnTo>
                <a:lnTo>
                  <a:pt x="13486" y="18186"/>
                </a:lnTo>
                <a:lnTo>
                  <a:pt x="13574" y="18328"/>
                </a:lnTo>
                <a:lnTo>
                  <a:pt x="13675" y="18469"/>
                </a:lnTo>
                <a:lnTo>
                  <a:pt x="13813" y="18611"/>
                </a:lnTo>
                <a:lnTo>
                  <a:pt x="13901" y="18753"/>
                </a:lnTo>
                <a:lnTo>
                  <a:pt x="13988" y="18895"/>
                </a:lnTo>
                <a:lnTo>
                  <a:pt x="14076" y="19037"/>
                </a:lnTo>
                <a:lnTo>
                  <a:pt x="14177" y="19179"/>
                </a:lnTo>
                <a:lnTo>
                  <a:pt x="14315" y="19321"/>
                </a:lnTo>
                <a:lnTo>
                  <a:pt x="14403" y="19463"/>
                </a:lnTo>
                <a:lnTo>
                  <a:pt x="14491" y="19605"/>
                </a:lnTo>
                <a:lnTo>
                  <a:pt x="14579" y="19733"/>
                </a:lnTo>
                <a:lnTo>
                  <a:pt x="14679" y="19927"/>
                </a:lnTo>
                <a:lnTo>
                  <a:pt x="14817" y="20069"/>
                </a:lnTo>
                <a:lnTo>
                  <a:pt x="14905" y="20211"/>
                </a:lnTo>
                <a:lnTo>
                  <a:pt x="14993" y="20353"/>
                </a:lnTo>
                <a:lnTo>
                  <a:pt x="15081" y="20494"/>
                </a:lnTo>
                <a:lnTo>
                  <a:pt x="15181" y="20636"/>
                </a:lnTo>
                <a:lnTo>
                  <a:pt x="15320" y="20778"/>
                </a:lnTo>
                <a:lnTo>
                  <a:pt x="15407" y="20920"/>
                </a:lnTo>
                <a:lnTo>
                  <a:pt x="15495" y="21062"/>
                </a:lnTo>
                <a:lnTo>
                  <a:pt x="15583" y="21243"/>
                </a:lnTo>
                <a:lnTo>
                  <a:pt x="15684" y="21384"/>
                </a:lnTo>
                <a:lnTo>
                  <a:pt x="15822" y="21526"/>
                </a:lnTo>
                <a:lnTo>
                  <a:pt x="15910" y="21668"/>
                </a:lnTo>
                <a:lnTo>
                  <a:pt x="15998" y="21810"/>
                </a:lnTo>
                <a:lnTo>
                  <a:pt x="16098" y="21952"/>
                </a:lnTo>
                <a:lnTo>
                  <a:pt x="16186" y="22094"/>
                </a:lnTo>
                <a:lnTo>
                  <a:pt x="16324" y="22236"/>
                </a:lnTo>
                <a:lnTo>
                  <a:pt x="16412" y="22416"/>
                </a:lnTo>
                <a:lnTo>
                  <a:pt x="16500" y="22558"/>
                </a:lnTo>
                <a:lnTo>
                  <a:pt x="16600" y="22700"/>
                </a:lnTo>
                <a:lnTo>
                  <a:pt x="16688" y="22842"/>
                </a:lnTo>
                <a:lnTo>
                  <a:pt x="16826" y="22984"/>
                </a:lnTo>
                <a:lnTo>
                  <a:pt x="16914" y="23126"/>
                </a:lnTo>
                <a:lnTo>
                  <a:pt x="17002" y="23268"/>
                </a:lnTo>
                <a:lnTo>
                  <a:pt x="17103" y="23448"/>
                </a:lnTo>
                <a:lnTo>
                  <a:pt x="17191" y="23590"/>
                </a:lnTo>
                <a:lnTo>
                  <a:pt x="17329" y="23732"/>
                </a:lnTo>
                <a:lnTo>
                  <a:pt x="17417" y="23874"/>
                </a:lnTo>
                <a:lnTo>
                  <a:pt x="17505" y="24016"/>
                </a:lnTo>
                <a:lnTo>
                  <a:pt x="17605" y="24158"/>
                </a:lnTo>
                <a:lnTo>
                  <a:pt x="17693" y="24351"/>
                </a:lnTo>
                <a:lnTo>
                  <a:pt x="17831" y="24493"/>
                </a:lnTo>
                <a:lnTo>
                  <a:pt x="17919" y="24622"/>
                </a:lnTo>
                <a:lnTo>
                  <a:pt x="18007" y="24764"/>
                </a:lnTo>
                <a:lnTo>
                  <a:pt x="18107" y="24906"/>
                </a:lnTo>
                <a:lnTo>
                  <a:pt x="18195" y="25099"/>
                </a:lnTo>
                <a:lnTo>
                  <a:pt x="18333" y="25241"/>
                </a:lnTo>
                <a:lnTo>
                  <a:pt x="18421" y="25383"/>
                </a:lnTo>
                <a:lnTo>
                  <a:pt x="18509" y="25525"/>
                </a:lnTo>
                <a:lnTo>
                  <a:pt x="18610" y="25667"/>
                </a:lnTo>
                <a:lnTo>
                  <a:pt x="18698" y="25847"/>
                </a:lnTo>
                <a:lnTo>
                  <a:pt x="18836" y="25989"/>
                </a:lnTo>
                <a:lnTo>
                  <a:pt x="18924" y="26131"/>
                </a:lnTo>
                <a:lnTo>
                  <a:pt x="19011" y="26273"/>
                </a:lnTo>
                <a:lnTo>
                  <a:pt x="19112" y="26415"/>
                </a:lnTo>
                <a:lnTo>
                  <a:pt x="19200" y="26608"/>
                </a:lnTo>
                <a:lnTo>
                  <a:pt x="19338" y="26737"/>
                </a:lnTo>
                <a:lnTo>
                  <a:pt x="19426" y="26879"/>
                </a:lnTo>
                <a:lnTo>
                  <a:pt x="19514" y="27021"/>
                </a:lnTo>
                <a:lnTo>
                  <a:pt x="19614" y="27214"/>
                </a:lnTo>
                <a:lnTo>
                  <a:pt x="19702" y="27356"/>
                </a:lnTo>
                <a:lnTo>
                  <a:pt x="19840" y="27498"/>
                </a:lnTo>
                <a:lnTo>
                  <a:pt x="19928" y="27640"/>
                </a:lnTo>
                <a:lnTo>
                  <a:pt x="20029" y="27782"/>
                </a:lnTo>
              </a:path>
            </a:pathLst>
          </a:custGeom>
          <a:ln w="17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8241079" y="3897669"/>
            <a:ext cx="20016" cy="32619"/>
          </a:xfrm>
          <a:custGeom>
            <a:avLst/>
            <a:gdLst/>
            <a:ahLst/>
            <a:cxnLst/>
            <a:rect l="l" t="t" r="r" b="b"/>
            <a:pathLst>
              <a:path w="20016" h="32619">
                <a:moveTo>
                  <a:pt x="0" y="0"/>
                </a:moveTo>
                <a:lnTo>
                  <a:pt x="87" y="180"/>
                </a:lnTo>
                <a:lnTo>
                  <a:pt x="175" y="322"/>
                </a:lnTo>
                <a:lnTo>
                  <a:pt x="313" y="464"/>
                </a:lnTo>
                <a:lnTo>
                  <a:pt x="401" y="606"/>
                </a:lnTo>
                <a:lnTo>
                  <a:pt x="502" y="799"/>
                </a:lnTo>
                <a:lnTo>
                  <a:pt x="590" y="941"/>
                </a:lnTo>
                <a:lnTo>
                  <a:pt x="678" y="1070"/>
                </a:lnTo>
                <a:lnTo>
                  <a:pt x="816" y="1212"/>
                </a:lnTo>
                <a:lnTo>
                  <a:pt x="904" y="1405"/>
                </a:lnTo>
                <a:lnTo>
                  <a:pt x="1004" y="1547"/>
                </a:lnTo>
                <a:lnTo>
                  <a:pt x="1092" y="1689"/>
                </a:lnTo>
                <a:lnTo>
                  <a:pt x="1180" y="1831"/>
                </a:lnTo>
                <a:lnTo>
                  <a:pt x="1318" y="2012"/>
                </a:lnTo>
                <a:lnTo>
                  <a:pt x="1406" y="2153"/>
                </a:lnTo>
                <a:lnTo>
                  <a:pt x="1506" y="2295"/>
                </a:lnTo>
                <a:lnTo>
                  <a:pt x="1594" y="2489"/>
                </a:lnTo>
                <a:lnTo>
                  <a:pt x="1682" y="2631"/>
                </a:lnTo>
                <a:lnTo>
                  <a:pt x="1820" y="2773"/>
                </a:lnTo>
                <a:lnTo>
                  <a:pt x="1908" y="2914"/>
                </a:lnTo>
                <a:lnTo>
                  <a:pt x="2009" y="3095"/>
                </a:lnTo>
                <a:lnTo>
                  <a:pt x="2097" y="3237"/>
                </a:lnTo>
                <a:lnTo>
                  <a:pt x="2184" y="3379"/>
                </a:lnTo>
                <a:lnTo>
                  <a:pt x="2323" y="3572"/>
                </a:lnTo>
                <a:lnTo>
                  <a:pt x="2411" y="3714"/>
                </a:lnTo>
                <a:lnTo>
                  <a:pt x="2511" y="3856"/>
                </a:lnTo>
                <a:lnTo>
                  <a:pt x="2599" y="3985"/>
                </a:lnTo>
                <a:lnTo>
                  <a:pt x="2687" y="4178"/>
                </a:lnTo>
                <a:lnTo>
                  <a:pt x="2825" y="4320"/>
                </a:lnTo>
                <a:lnTo>
                  <a:pt x="2913" y="4462"/>
                </a:lnTo>
                <a:lnTo>
                  <a:pt x="3013" y="4643"/>
                </a:lnTo>
                <a:lnTo>
                  <a:pt x="3101" y="4785"/>
                </a:lnTo>
                <a:lnTo>
                  <a:pt x="3189" y="4927"/>
                </a:lnTo>
                <a:lnTo>
                  <a:pt x="3327" y="5120"/>
                </a:lnTo>
                <a:lnTo>
                  <a:pt x="3428" y="5262"/>
                </a:lnTo>
                <a:lnTo>
                  <a:pt x="3516" y="5404"/>
                </a:lnTo>
                <a:lnTo>
                  <a:pt x="3603" y="5584"/>
                </a:lnTo>
                <a:lnTo>
                  <a:pt x="3691" y="5726"/>
                </a:lnTo>
                <a:lnTo>
                  <a:pt x="3830" y="5868"/>
                </a:lnTo>
                <a:lnTo>
                  <a:pt x="3930" y="6062"/>
                </a:lnTo>
                <a:lnTo>
                  <a:pt x="4018" y="6203"/>
                </a:lnTo>
                <a:lnTo>
                  <a:pt x="4106" y="6345"/>
                </a:lnTo>
                <a:lnTo>
                  <a:pt x="4194" y="6526"/>
                </a:lnTo>
                <a:lnTo>
                  <a:pt x="4332" y="6668"/>
                </a:lnTo>
                <a:lnTo>
                  <a:pt x="4432" y="6810"/>
                </a:lnTo>
                <a:lnTo>
                  <a:pt x="4520" y="7003"/>
                </a:lnTo>
                <a:lnTo>
                  <a:pt x="4608" y="7145"/>
                </a:lnTo>
                <a:lnTo>
                  <a:pt x="4696" y="7287"/>
                </a:lnTo>
                <a:lnTo>
                  <a:pt x="4834" y="7467"/>
                </a:lnTo>
                <a:lnTo>
                  <a:pt x="4935" y="7609"/>
                </a:lnTo>
                <a:lnTo>
                  <a:pt x="5022" y="7803"/>
                </a:lnTo>
                <a:lnTo>
                  <a:pt x="5110" y="7945"/>
                </a:lnTo>
                <a:lnTo>
                  <a:pt x="5198" y="8087"/>
                </a:lnTo>
                <a:lnTo>
                  <a:pt x="5336" y="8267"/>
                </a:lnTo>
                <a:lnTo>
                  <a:pt x="5437" y="8409"/>
                </a:lnTo>
                <a:lnTo>
                  <a:pt x="5525" y="8551"/>
                </a:lnTo>
                <a:lnTo>
                  <a:pt x="5613" y="8744"/>
                </a:lnTo>
                <a:lnTo>
                  <a:pt x="5713" y="8873"/>
                </a:lnTo>
                <a:lnTo>
                  <a:pt x="5839" y="9067"/>
                </a:lnTo>
                <a:lnTo>
                  <a:pt x="5939" y="9209"/>
                </a:lnTo>
                <a:lnTo>
                  <a:pt x="6027" y="9351"/>
                </a:lnTo>
                <a:lnTo>
                  <a:pt x="6115" y="9531"/>
                </a:lnTo>
                <a:lnTo>
                  <a:pt x="6215" y="9673"/>
                </a:lnTo>
                <a:lnTo>
                  <a:pt x="6341" y="9866"/>
                </a:lnTo>
                <a:lnTo>
                  <a:pt x="6441" y="10008"/>
                </a:lnTo>
                <a:lnTo>
                  <a:pt x="6529" y="10150"/>
                </a:lnTo>
                <a:lnTo>
                  <a:pt x="6617" y="10331"/>
                </a:lnTo>
                <a:lnTo>
                  <a:pt x="6718" y="10473"/>
                </a:lnTo>
                <a:lnTo>
                  <a:pt x="6843" y="10666"/>
                </a:lnTo>
                <a:lnTo>
                  <a:pt x="6944" y="10808"/>
                </a:lnTo>
                <a:lnTo>
                  <a:pt x="7032" y="10950"/>
                </a:lnTo>
                <a:lnTo>
                  <a:pt x="7120" y="11131"/>
                </a:lnTo>
                <a:lnTo>
                  <a:pt x="7220" y="11272"/>
                </a:lnTo>
                <a:lnTo>
                  <a:pt x="7358" y="11466"/>
                </a:lnTo>
                <a:lnTo>
                  <a:pt x="7446" y="11608"/>
                </a:lnTo>
                <a:lnTo>
                  <a:pt x="7534" y="11750"/>
                </a:lnTo>
                <a:lnTo>
                  <a:pt x="7622" y="11930"/>
                </a:lnTo>
                <a:lnTo>
                  <a:pt x="7722" y="12072"/>
                </a:lnTo>
                <a:lnTo>
                  <a:pt x="7860" y="12266"/>
                </a:lnTo>
                <a:lnTo>
                  <a:pt x="7948" y="12407"/>
                </a:lnTo>
                <a:lnTo>
                  <a:pt x="8036" y="12588"/>
                </a:lnTo>
                <a:lnTo>
                  <a:pt x="8124" y="12730"/>
                </a:lnTo>
                <a:lnTo>
                  <a:pt x="8262" y="12923"/>
                </a:lnTo>
                <a:lnTo>
                  <a:pt x="8363" y="13065"/>
                </a:lnTo>
                <a:lnTo>
                  <a:pt x="8451" y="13207"/>
                </a:lnTo>
                <a:lnTo>
                  <a:pt x="8539" y="13388"/>
                </a:lnTo>
                <a:lnTo>
                  <a:pt x="8626" y="13530"/>
                </a:lnTo>
                <a:lnTo>
                  <a:pt x="8765" y="13723"/>
                </a:lnTo>
                <a:lnTo>
                  <a:pt x="8865" y="13865"/>
                </a:lnTo>
                <a:lnTo>
                  <a:pt x="8953" y="14045"/>
                </a:lnTo>
                <a:lnTo>
                  <a:pt x="9041" y="14187"/>
                </a:lnTo>
                <a:lnTo>
                  <a:pt x="9129" y="14381"/>
                </a:lnTo>
                <a:lnTo>
                  <a:pt x="9267" y="14523"/>
                </a:lnTo>
                <a:lnTo>
                  <a:pt x="9367" y="14703"/>
                </a:lnTo>
                <a:lnTo>
                  <a:pt x="9455" y="14845"/>
                </a:lnTo>
                <a:lnTo>
                  <a:pt x="9543" y="15039"/>
                </a:lnTo>
                <a:lnTo>
                  <a:pt x="9644" y="15180"/>
                </a:lnTo>
                <a:lnTo>
                  <a:pt x="9769" y="15361"/>
                </a:lnTo>
                <a:lnTo>
                  <a:pt x="9870" y="15503"/>
                </a:lnTo>
                <a:lnTo>
                  <a:pt x="9958" y="15645"/>
                </a:lnTo>
                <a:lnTo>
                  <a:pt x="10045" y="15838"/>
                </a:lnTo>
                <a:lnTo>
                  <a:pt x="10146" y="15980"/>
                </a:lnTo>
                <a:lnTo>
                  <a:pt x="10271" y="16161"/>
                </a:lnTo>
                <a:lnTo>
                  <a:pt x="10372" y="16303"/>
                </a:lnTo>
                <a:lnTo>
                  <a:pt x="10460" y="16496"/>
                </a:lnTo>
                <a:lnTo>
                  <a:pt x="10548" y="16638"/>
                </a:lnTo>
                <a:lnTo>
                  <a:pt x="10648" y="16819"/>
                </a:lnTo>
                <a:lnTo>
                  <a:pt x="10786" y="16960"/>
                </a:lnTo>
                <a:lnTo>
                  <a:pt x="10874" y="17154"/>
                </a:lnTo>
                <a:lnTo>
                  <a:pt x="10962" y="17296"/>
                </a:lnTo>
                <a:lnTo>
                  <a:pt x="11050" y="17476"/>
                </a:lnTo>
                <a:lnTo>
                  <a:pt x="11151" y="17670"/>
                </a:lnTo>
                <a:lnTo>
                  <a:pt x="11289" y="17812"/>
                </a:lnTo>
                <a:lnTo>
                  <a:pt x="11377" y="17992"/>
                </a:lnTo>
                <a:lnTo>
                  <a:pt x="11464" y="18134"/>
                </a:lnTo>
                <a:lnTo>
                  <a:pt x="11552" y="18328"/>
                </a:lnTo>
                <a:lnTo>
                  <a:pt x="11653" y="18469"/>
                </a:lnTo>
                <a:lnTo>
                  <a:pt x="11791" y="18663"/>
                </a:lnTo>
                <a:lnTo>
                  <a:pt x="11879" y="18792"/>
                </a:lnTo>
                <a:lnTo>
                  <a:pt x="11967" y="18985"/>
                </a:lnTo>
                <a:lnTo>
                  <a:pt x="12055" y="19127"/>
                </a:lnTo>
                <a:lnTo>
                  <a:pt x="12155" y="19321"/>
                </a:lnTo>
                <a:lnTo>
                  <a:pt x="12293" y="19450"/>
                </a:lnTo>
                <a:lnTo>
                  <a:pt x="12381" y="19643"/>
                </a:lnTo>
                <a:lnTo>
                  <a:pt x="12469" y="19785"/>
                </a:lnTo>
                <a:lnTo>
                  <a:pt x="12557" y="19979"/>
                </a:lnTo>
                <a:lnTo>
                  <a:pt x="12657" y="20159"/>
                </a:lnTo>
                <a:lnTo>
                  <a:pt x="12796" y="20301"/>
                </a:lnTo>
                <a:lnTo>
                  <a:pt x="12883" y="20494"/>
                </a:lnTo>
                <a:lnTo>
                  <a:pt x="12971" y="20636"/>
                </a:lnTo>
                <a:lnTo>
                  <a:pt x="13059" y="20817"/>
                </a:lnTo>
                <a:lnTo>
                  <a:pt x="13160" y="20959"/>
                </a:lnTo>
                <a:lnTo>
                  <a:pt x="13298" y="21152"/>
                </a:lnTo>
                <a:lnTo>
                  <a:pt x="13386" y="21333"/>
                </a:lnTo>
                <a:lnTo>
                  <a:pt x="13474" y="21475"/>
                </a:lnTo>
                <a:lnTo>
                  <a:pt x="13574" y="21668"/>
                </a:lnTo>
                <a:lnTo>
                  <a:pt x="13662" y="21810"/>
                </a:lnTo>
                <a:lnTo>
                  <a:pt x="13800" y="21991"/>
                </a:lnTo>
                <a:lnTo>
                  <a:pt x="13888" y="22133"/>
                </a:lnTo>
                <a:lnTo>
                  <a:pt x="13976" y="22326"/>
                </a:lnTo>
                <a:lnTo>
                  <a:pt x="14076" y="22507"/>
                </a:lnTo>
                <a:lnTo>
                  <a:pt x="14164" y="22648"/>
                </a:lnTo>
                <a:lnTo>
                  <a:pt x="14302" y="22842"/>
                </a:lnTo>
                <a:lnTo>
                  <a:pt x="14390" y="22984"/>
                </a:lnTo>
                <a:lnTo>
                  <a:pt x="14478" y="23164"/>
                </a:lnTo>
                <a:lnTo>
                  <a:pt x="14579" y="23358"/>
                </a:lnTo>
                <a:lnTo>
                  <a:pt x="14667" y="23500"/>
                </a:lnTo>
                <a:lnTo>
                  <a:pt x="14805" y="23680"/>
                </a:lnTo>
                <a:lnTo>
                  <a:pt x="14893" y="23822"/>
                </a:lnTo>
                <a:lnTo>
                  <a:pt x="14981" y="24016"/>
                </a:lnTo>
                <a:lnTo>
                  <a:pt x="15081" y="24209"/>
                </a:lnTo>
                <a:lnTo>
                  <a:pt x="15169" y="24338"/>
                </a:lnTo>
                <a:lnTo>
                  <a:pt x="15307" y="24532"/>
                </a:lnTo>
                <a:lnTo>
                  <a:pt x="15395" y="24673"/>
                </a:lnTo>
                <a:lnTo>
                  <a:pt x="15483" y="24867"/>
                </a:lnTo>
                <a:lnTo>
                  <a:pt x="15583" y="25047"/>
                </a:lnTo>
                <a:lnTo>
                  <a:pt x="15671" y="25189"/>
                </a:lnTo>
                <a:lnTo>
                  <a:pt x="15809" y="25383"/>
                </a:lnTo>
                <a:lnTo>
                  <a:pt x="15897" y="25563"/>
                </a:lnTo>
                <a:lnTo>
                  <a:pt x="15985" y="25705"/>
                </a:lnTo>
                <a:lnTo>
                  <a:pt x="16086" y="25899"/>
                </a:lnTo>
                <a:lnTo>
                  <a:pt x="16173" y="26041"/>
                </a:lnTo>
                <a:lnTo>
                  <a:pt x="16312" y="26221"/>
                </a:lnTo>
                <a:lnTo>
                  <a:pt x="16400" y="26415"/>
                </a:lnTo>
                <a:lnTo>
                  <a:pt x="16487" y="26557"/>
                </a:lnTo>
                <a:lnTo>
                  <a:pt x="16588" y="26737"/>
                </a:lnTo>
                <a:lnTo>
                  <a:pt x="16676" y="26931"/>
                </a:lnTo>
                <a:lnTo>
                  <a:pt x="16814" y="27072"/>
                </a:lnTo>
                <a:lnTo>
                  <a:pt x="16902" y="27253"/>
                </a:lnTo>
                <a:lnTo>
                  <a:pt x="17002" y="27447"/>
                </a:lnTo>
                <a:lnTo>
                  <a:pt x="17090" y="27588"/>
                </a:lnTo>
                <a:lnTo>
                  <a:pt x="17178" y="27782"/>
                </a:lnTo>
                <a:lnTo>
                  <a:pt x="17316" y="27962"/>
                </a:lnTo>
                <a:lnTo>
                  <a:pt x="17404" y="28104"/>
                </a:lnTo>
                <a:lnTo>
                  <a:pt x="17505" y="28298"/>
                </a:lnTo>
                <a:lnTo>
                  <a:pt x="17592" y="28478"/>
                </a:lnTo>
                <a:lnTo>
                  <a:pt x="17680" y="28620"/>
                </a:lnTo>
                <a:lnTo>
                  <a:pt x="17819" y="28814"/>
                </a:lnTo>
                <a:lnTo>
                  <a:pt x="17906" y="28994"/>
                </a:lnTo>
                <a:lnTo>
                  <a:pt x="18007" y="29136"/>
                </a:lnTo>
                <a:lnTo>
                  <a:pt x="18095" y="29330"/>
                </a:lnTo>
                <a:lnTo>
                  <a:pt x="18183" y="29510"/>
                </a:lnTo>
                <a:lnTo>
                  <a:pt x="18321" y="29652"/>
                </a:lnTo>
                <a:lnTo>
                  <a:pt x="18409" y="29846"/>
                </a:lnTo>
                <a:lnTo>
                  <a:pt x="18509" y="30026"/>
                </a:lnTo>
                <a:lnTo>
                  <a:pt x="18597" y="30168"/>
                </a:lnTo>
                <a:lnTo>
                  <a:pt x="18685" y="30361"/>
                </a:lnTo>
                <a:lnTo>
                  <a:pt x="18823" y="30555"/>
                </a:lnTo>
                <a:lnTo>
                  <a:pt x="18911" y="30736"/>
                </a:lnTo>
                <a:lnTo>
                  <a:pt x="19011" y="30877"/>
                </a:lnTo>
                <a:lnTo>
                  <a:pt x="19099" y="31071"/>
                </a:lnTo>
                <a:lnTo>
                  <a:pt x="19187" y="31251"/>
                </a:lnTo>
                <a:lnTo>
                  <a:pt x="19325" y="31393"/>
                </a:lnTo>
                <a:lnTo>
                  <a:pt x="19413" y="31587"/>
                </a:lnTo>
                <a:lnTo>
                  <a:pt x="19514" y="31767"/>
                </a:lnTo>
                <a:lnTo>
                  <a:pt x="19602" y="31961"/>
                </a:lnTo>
                <a:lnTo>
                  <a:pt x="19690" y="32103"/>
                </a:lnTo>
                <a:lnTo>
                  <a:pt x="19828" y="32283"/>
                </a:lnTo>
                <a:lnTo>
                  <a:pt x="19916" y="32477"/>
                </a:lnTo>
                <a:lnTo>
                  <a:pt x="20016" y="32619"/>
                </a:lnTo>
              </a:path>
            </a:pathLst>
          </a:custGeom>
          <a:ln w="17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8261096" y="3930288"/>
            <a:ext cx="20016" cy="36939"/>
          </a:xfrm>
          <a:custGeom>
            <a:avLst/>
            <a:gdLst/>
            <a:ahLst/>
            <a:cxnLst/>
            <a:rect l="l" t="t" r="r" b="b"/>
            <a:pathLst>
              <a:path w="20016" h="36939">
                <a:moveTo>
                  <a:pt x="0" y="0"/>
                </a:moveTo>
                <a:lnTo>
                  <a:pt x="87" y="180"/>
                </a:lnTo>
                <a:lnTo>
                  <a:pt x="175" y="374"/>
                </a:lnTo>
                <a:lnTo>
                  <a:pt x="313" y="567"/>
                </a:lnTo>
                <a:lnTo>
                  <a:pt x="401" y="709"/>
                </a:lnTo>
                <a:lnTo>
                  <a:pt x="502" y="889"/>
                </a:lnTo>
                <a:lnTo>
                  <a:pt x="590" y="1083"/>
                </a:lnTo>
                <a:lnTo>
                  <a:pt x="678" y="1264"/>
                </a:lnTo>
                <a:lnTo>
                  <a:pt x="816" y="1405"/>
                </a:lnTo>
                <a:lnTo>
                  <a:pt x="916" y="1599"/>
                </a:lnTo>
                <a:lnTo>
                  <a:pt x="1004" y="1779"/>
                </a:lnTo>
                <a:lnTo>
                  <a:pt x="1092" y="1973"/>
                </a:lnTo>
                <a:lnTo>
                  <a:pt x="1180" y="2115"/>
                </a:lnTo>
                <a:lnTo>
                  <a:pt x="1318" y="2295"/>
                </a:lnTo>
                <a:lnTo>
                  <a:pt x="1418" y="2489"/>
                </a:lnTo>
                <a:lnTo>
                  <a:pt x="1506" y="2682"/>
                </a:lnTo>
                <a:lnTo>
                  <a:pt x="1594" y="2824"/>
                </a:lnTo>
                <a:lnTo>
                  <a:pt x="1682" y="3005"/>
                </a:lnTo>
                <a:lnTo>
                  <a:pt x="1820" y="3198"/>
                </a:lnTo>
                <a:lnTo>
                  <a:pt x="1921" y="3379"/>
                </a:lnTo>
                <a:lnTo>
                  <a:pt x="2009" y="3521"/>
                </a:lnTo>
                <a:lnTo>
                  <a:pt x="2097" y="3714"/>
                </a:lnTo>
                <a:lnTo>
                  <a:pt x="2184" y="3895"/>
                </a:lnTo>
                <a:lnTo>
                  <a:pt x="2323" y="4088"/>
                </a:lnTo>
                <a:lnTo>
                  <a:pt x="2423" y="4282"/>
                </a:lnTo>
                <a:lnTo>
                  <a:pt x="2511" y="4411"/>
                </a:lnTo>
                <a:lnTo>
                  <a:pt x="2599" y="4604"/>
                </a:lnTo>
                <a:lnTo>
                  <a:pt x="2687" y="4798"/>
                </a:lnTo>
                <a:lnTo>
                  <a:pt x="2825" y="4978"/>
                </a:lnTo>
                <a:lnTo>
                  <a:pt x="2925" y="5172"/>
                </a:lnTo>
                <a:lnTo>
                  <a:pt x="3013" y="5313"/>
                </a:lnTo>
                <a:lnTo>
                  <a:pt x="3101" y="5494"/>
                </a:lnTo>
                <a:lnTo>
                  <a:pt x="3202" y="5688"/>
                </a:lnTo>
                <a:lnTo>
                  <a:pt x="3327" y="5868"/>
                </a:lnTo>
                <a:lnTo>
                  <a:pt x="3428" y="6062"/>
                </a:lnTo>
                <a:lnTo>
                  <a:pt x="3516" y="6203"/>
                </a:lnTo>
                <a:lnTo>
                  <a:pt x="3603" y="6397"/>
                </a:lnTo>
                <a:lnTo>
                  <a:pt x="3704" y="6577"/>
                </a:lnTo>
                <a:lnTo>
                  <a:pt x="3830" y="6771"/>
                </a:lnTo>
                <a:lnTo>
                  <a:pt x="3930" y="6952"/>
                </a:lnTo>
                <a:lnTo>
                  <a:pt x="4018" y="7093"/>
                </a:lnTo>
                <a:lnTo>
                  <a:pt x="4106" y="7287"/>
                </a:lnTo>
                <a:lnTo>
                  <a:pt x="4206" y="7467"/>
                </a:lnTo>
                <a:lnTo>
                  <a:pt x="4332" y="7661"/>
                </a:lnTo>
                <a:lnTo>
                  <a:pt x="4432" y="7854"/>
                </a:lnTo>
                <a:lnTo>
                  <a:pt x="4520" y="8035"/>
                </a:lnTo>
                <a:lnTo>
                  <a:pt x="4608" y="8177"/>
                </a:lnTo>
                <a:lnTo>
                  <a:pt x="4709" y="8370"/>
                </a:lnTo>
                <a:lnTo>
                  <a:pt x="4847" y="8551"/>
                </a:lnTo>
                <a:lnTo>
                  <a:pt x="4935" y="8744"/>
                </a:lnTo>
                <a:lnTo>
                  <a:pt x="5022" y="8925"/>
                </a:lnTo>
                <a:lnTo>
                  <a:pt x="5110" y="9118"/>
                </a:lnTo>
                <a:lnTo>
                  <a:pt x="5211" y="9260"/>
                </a:lnTo>
                <a:lnTo>
                  <a:pt x="5349" y="9441"/>
                </a:lnTo>
                <a:lnTo>
                  <a:pt x="5437" y="9634"/>
                </a:lnTo>
                <a:lnTo>
                  <a:pt x="5525" y="9828"/>
                </a:lnTo>
                <a:lnTo>
                  <a:pt x="5613" y="10008"/>
                </a:lnTo>
                <a:lnTo>
                  <a:pt x="5713" y="10202"/>
                </a:lnTo>
                <a:lnTo>
                  <a:pt x="5851" y="10382"/>
                </a:lnTo>
                <a:lnTo>
                  <a:pt x="5939" y="10524"/>
                </a:lnTo>
                <a:lnTo>
                  <a:pt x="6027" y="10718"/>
                </a:lnTo>
                <a:lnTo>
                  <a:pt x="6115" y="10898"/>
                </a:lnTo>
                <a:lnTo>
                  <a:pt x="6215" y="11092"/>
                </a:lnTo>
                <a:lnTo>
                  <a:pt x="6354" y="11285"/>
                </a:lnTo>
                <a:lnTo>
                  <a:pt x="6441" y="11466"/>
                </a:lnTo>
                <a:lnTo>
                  <a:pt x="6529" y="11659"/>
                </a:lnTo>
                <a:lnTo>
                  <a:pt x="6617" y="11840"/>
                </a:lnTo>
                <a:lnTo>
                  <a:pt x="6718" y="11982"/>
                </a:lnTo>
                <a:lnTo>
                  <a:pt x="6856" y="12175"/>
                </a:lnTo>
                <a:lnTo>
                  <a:pt x="6944" y="12356"/>
                </a:lnTo>
                <a:lnTo>
                  <a:pt x="7032" y="12549"/>
                </a:lnTo>
                <a:lnTo>
                  <a:pt x="7132" y="12743"/>
                </a:lnTo>
                <a:lnTo>
                  <a:pt x="7220" y="12923"/>
                </a:lnTo>
                <a:lnTo>
                  <a:pt x="7358" y="13117"/>
                </a:lnTo>
                <a:lnTo>
                  <a:pt x="7446" y="13297"/>
                </a:lnTo>
                <a:lnTo>
                  <a:pt x="7534" y="13491"/>
                </a:lnTo>
                <a:lnTo>
                  <a:pt x="7634" y="13633"/>
                </a:lnTo>
                <a:lnTo>
                  <a:pt x="7722" y="13813"/>
                </a:lnTo>
                <a:lnTo>
                  <a:pt x="7860" y="14007"/>
                </a:lnTo>
                <a:lnTo>
                  <a:pt x="7948" y="14200"/>
                </a:lnTo>
                <a:lnTo>
                  <a:pt x="8036" y="14381"/>
                </a:lnTo>
                <a:lnTo>
                  <a:pt x="8137" y="14574"/>
                </a:lnTo>
                <a:lnTo>
                  <a:pt x="8225" y="14755"/>
                </a:lnTo>
                <a:lnTo>
                  <a:pt x="8363" y="14948"/>
                </a:lnTo>
                <a:lnTo>
                  <a:pt x="8451" y="15129"/>
                </a:lnTo>
                <a:lnTo>
                  <a:pt x="8539" y="15322"/>
                </a:lnTo>
                <a:lnTo>
                  <a:pt x="8639" y="15516"/>
                </a:lnTo>
                <a:lnTo>
                  <a:pt x="8727" y="15658"/>
                </a:lnTo>
                <a:lnTo>
                  <a:pt x="8865" y="15838"/>
                </a:lnTo>
                <a:lnTo>
                  <a:pt x="8953" y="16032"/>
                </a:lnTo>
                <a:lnTo>
                  <a:pt x="9041" y="16212"/>
                </a:lnTo>
                <a:lnTo>
                  <a:pt x="9141" y="16406"/>
                </a:lnTo>
                <a:lnTo>
                  <a:pt x="9229" y="16586"/>
                </a:lnTo>
                <a:lnTo>
                  <a:pt x="9367" y="16780"/>
                </a:lnTo>
                <a:lnTo>
                  <a:pt x="9455" y="16973"/>
                </a:lnTo>
                <a:lnTo>
                  <a:pt x="9543" y="17154"/>
                </a:lnTo>
                <a:lnTo>
                  <a:pt x="9644" y="17347"/>
                </a:lnTo>
                <a:lnTo>
                  <a:pt x="9732" y="17528"/>
                </a:lnTo>
                <a:lnTo>
                  <a:pt x="9870" y="17721"/>
                </a:lnTo>
                <a:lnTo>
                  <a:pt x="9958" y="17902"/>
                </a:lnTo>
                <a:lnTo>
                  <a:pt x="10045" y="18095"/>
                </a:lnTo>
                <a:lnTo>
                  <a:pt x="10146" y="18289"/>
                </a:lnTo>
                <a:lnTo>
                  <a:pt x="10234" y="18469"/>
                </a:lnTo>
                <a:lnTo>
                  <a:pt x="10372" y="18663"/>
                </a:lnTo>
                <a:lnTo>
                  <a:pt x="10460" y="18805"/>
                </a:lnTo>
                <a:lnTo>
                  <a:pt x="10548" y="18985"/>
                </a:lnTo>
                <a:lnTo>
                  <a:pt x="10648" y="19179"/>
                </a:lnTo>
                <a:lnTo>
                  <a:pt x="10736" y="19359"/>
                </a:lnTo>
                <a:lnTo>
                  <a:pt x="10874" y="19553"/>
                </a:lnTo>
                <a:lnTo>
                  <a:pt x="10962" y="19746"/>
                </a:lnTo>
                <a:lnTo>
                  <a:pt x="11063" y="19927"/>
                </a:lnTo>
                <a:lnTo>
                  <a:pt x="11151" y="20120"/>
                </a:lnTo>
                <a:lnTo>
                  <a:pt x="11238" y="20301"/>
                </a:lnTo>
                <a:lnTo>
                  <a:pt x="11377" y="20494"/>
                </a:lnTo>
                <a:lnTo>
                  <a:pt x="11464" y="20675"/>
                </a:lnTo>
                <a:lnTo>
                  <a:pt x="11565" y="20869"/>
                </a:lnTo>
                <a:lnTo>
                  <a:pt x="11653" y="21062"/>
                </a:lnTo>
                <a:lnTo>
                  <a:pt x="11741" y="21243"/>
                </a:lnTo>
                <a:lnTo>
                  <a:pt x="11879" y="21436"/>
                </a:lnTo>
                <a:lnTo>
                  <a:pt x="11967" y="21617"/>
                </a:lnTo>
                <a:lnTo>
                  <a:pt x="12067" y="21810"/>
                </a:lnTo>
                <a:lnTo>
                  <a:pt x="12155" y="22004"/>
                </a:lnTo>
                <a:lnTo>
                  <a:pt x="12243" y="22184"/>
                </a:lnTo>
                <a:lnTo>
                  <a:pt x="12381" y="22378"/>
                </a:lnTo>
                <a:lnTo>
                  <a:pt x="12469" y="22558"/>
                </a:lnTo>
                <a:lnTo>
                  <a:pt x="12569" y="22752"/>
                </a:lnTo>
                <a:lnTo>
                  <a:pt x="12657" y="22932"/>
                </a:lnTo>
                <a:lnTo>
                  <a:pt x="12745" y="23126"/>
                </a:lnTo>
                <a:lnTo>
                  <a:pt x="12883" y="23319"/>
                </a:lnTo>
                <a:lnTo>
                  <a:pt x="12971" y="23500"/>
                </a:lnTo>
                <a:lnTo>
                  <a:pt x="13072" y="23693"/>
                </a:lnTo>
                <a:lnTo>
                  <a:pt x="13160" y="23874"/>
                </a:lnTo>
                <a:lnTo>
                  <a:pt x="13248" y="24067"/>
                </a:lnTo>
                <a:lnTo>
                  <a:pt x="13386" y="24248"/>
                </a:lnTo>
                <a:lnTo>
                  <a:pt x="13474" y="24441"/>
                </a:lnTo>
                <a:lnTo>
                  <a:pt x="13574" y="24635"/>
                </a:lnTo>
                <a:lnTo>
                  <a:pt x="13662" y="24815"/>
                </a:lnTo>
                <a:lnTo>
                  <a:pt x="13750" y="25009"/>
                </a:lnTo>
                <a:lnTo>
                  <a:pt x="13888" y="25189"/>
                </a:lnTo>
                <a:lnTo>
                  <a:pt x="13976" y="25383"/>
                </a:lnTo>
                <a:lnTo>
                  <a:pt x="14076" y="25615"/>
                </a:lnTo>
                <a:lnTo>
                  <a:pt x="14164" y="25808"/>
                </a:lnTo>
                <a:lnTo>
                  <a:pt x="14252" y="25989"/>
                </a:lnTo>
                <a:lnTo>
                  <a:pt x="14390" y="26183"/>
                </a:lnTo>
                <a:lnTo>
                  <a:pt x="14491" y="26363"/>
                </a:lnTo>
                <a:lnTo>
                  <a:pt x="14579" y="26557"/>
                </a:lnTo>
                <a:lnTo>
                  <a:pt x="14667" y="26750"/>
                </a:lnTo>
                <a:lnTo>
                  <a:pt x="14754" y="26931"/>
                </a:lnTo>
                <a:lnTo>
                  <a:pt x="14893" y="27124"/>
                </a:lnTo>
                <a:lnTo>
                  <a:pt x="14993" y="27305"/>
                </a:lnTo>
                <a:lnTo>
                  <a:pt x="15081" y="27498"/>
                </a:lnTo>
                <a:lnTo>
                  <a:pt x="15169" y="27679"/>
                </a:lnTo>
                <a:lnTo>
                  <a:pt x="15257" y="27872"/>
                </a:lnTo>
                <a:lnTo>
                  <a:pt x="15395" y="28066"/>
                </a:lnTo>
                <a:lnTo>
                  <a:pt x="15495" y="28246"/>
                </a:lnTo>
                <a:lnTo>
                  <a:pt x="15583" y="28440"/>
                </a:lnTo>
                <a:lnTo>
                  <a:pt x="15671" y="28620"/>
                </a:lnTo>
                <a:lnTo>
                  <a:pt x="15759" y="28814"/>
                </a:lnTo>
                <a:lnTo>
                  <a:pt x="15897" y="29046"/>
                </a:lnTo>
                <a:lnTo>
                  <a:pt x="15998" y="29239"/>
                </a:lnTo>
                <a:lnTo>
                  <a:pt x="16086" y="29420"/>
                </a:lnTo>
                <a:lnTo>
                  <a:pt x="16173" y="29613"/>
                </a:lnTo>
                <a:lnTo>
                  <a:pt x="16261" y="29794"/>
                </a:lnTo>
                <a:lnTo>
                  <a:pt x="16400" y="29987"/>
                </a:lnTo>
                <a:lnTo>
                  <a:pt x="16500" y="30181"/>
                </a:lnTo>
                <a:lnTo>
                  <a:pt x="16588" y="30361"/>
                </a:lnTo>
                <a:lnTo>
                  <a:pt x="16676" y="30555"/>
                </a:lnTo>
                <a:lnTo>
                  <a:pt x="16764" y="30736"/>
                </a:lnTo>
                <a:lnTo>
                  <a:pt x="16902" y="30929"/>
                </a:lnTo>
                <a:lnTo>
                  <a:pt x="17002" y="31161"/>
                </a:lnTo>
                <a:lnTo>
                  <a:pt x="17090" y="31355"/>
                </a:lnTo>
                <a:lnTo>
                  <a:pt x="17178" y="31535"/>
                </a:lnTo>
                <a:lnTo>
                  <a:pt x="17279" y="31729"/>
                </a:lnTo>
                <a:lnTo>
                  <a:pt x="17404" y="31909"/>
                </a:lnTo>
                <a:lnTo>
                  <a:pt x="17505" y="32103"/>
                </a:lnTo>
                <a:lnTo>
                  <a:pt x="17592" y="32296"/>
                </a:lnTo>
                <a:lnTo>
                  <a:pt x="17680" y="32477"/>
                </a:lnTo>
                <a:lnTo>
                  <a:pt x="17781" y="32670"/>
                </a:lnTo>
                <a:lnTo>
                  <a:pt x="17906" y="32902"/>
                </a:lnTo>
                <a:lnTo>
                  <a:pt x="18007" y="33096"/>
                </a:lnTo>
                <a:lnTo>
                  <a:pt x="18095" y="33276"/>
                </a:lnTo>
                <a:lnTo>
                  <a:pt x="18183" y="33470"/>
                </a:lnTo>
                <a:lnTo>
                  <a:pt x="18283" y="33650"/>
                </a:lnTo>
                <a:lnTo>
                  <a:pt x="18421" y="33844"/>
                </a:lnTo>
                <a:lnTo>
                  <a:pt x="18509" y="34025"/>
                </a:lnTo>
                <a:lnTo>
                  <a:pt x="18597" y="34218"/>
                </a:lnTo>
                <a:lnTo>
                  <a:pt x="18685" y="34450"/>
                </a:lnTo>
                <a:lnTo>
                  <a:pt x="18785" y="34644"/>
                </a:lnTo>
                <a:lnTo>
                  <a:pt x="18924" y="34824"/>
                </a:lnTo>
                <a:lnTo>
                  <a:pt x="19011" y="35018"/>
                </a:lnTo>
                <a:lnTo>
                  <a:pt x="19099" y="35211"/>
                </a:lnTo>
                <a:lnTo>
                  <a:pt x="19187" y="35392"/>
                </a:lnTo>
                <a:lnTo>
                  <a:pt x="19288" y="35585"/>
                </a:lnTo>
                <a:lnTo>
                  <a:pt x="19426" y="35817"/>
                </a:lnTo>
                <a:lnTo>
                  <a:pt x="19514" y="36011"/>
                </a:lnTo>
                <a:lnTo>
                  <a:pt x="19602" y="36191"/>
                </a:lnTo>
                <a:lnTo>
                  <a:pt x="19690" y="36385"/>
                </a:lnTo>
                <a:lnTo>
                  <a:pt x="19790" y="36565"/>
                </a:lnTo>
                <a:lnTo>
                  <a:pt x="19928" y="36759"/>
                </a:lnTo>
                <a:lnTo>
                  <a:pt x="20016" y="36939"/>
                </a:lnTo>
              </a:path>
            </a:pathLst>
          </a:custGeom>
          <a:ln w="17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8281112" y="3967228"/>
            <a:ext cx="20016" cy="40719"/>
          </a:xfrm>
          <a:custGeom>
            <a:avLst/>
            <a:gdLst/>
            <a:ahLst/>
            <a:cxnLst/>
            <a:rect l="l" t="t" r="r" b="b"/>
            <a:pathLst>
              <a:path w="20016" h="40719">
                <a:moveTo>
                  <a:pt x="0" y="0"/>
                </a:moveTo>
                <a:lnTo>
                  <a:pt x="87" y="245"/>
                </a:lnTo>
                <a:lnTo>
                  <a:pt x="175" y="425"/>
                </a:lnTo>
                <a:lnTo>
                  <a:pt x="276" y="619"/>
                </a:lnTo>
                <a:lnTo>
                  <a:pt x="414" y="799"/>
                </a:lnTo>
                <a:lnTo>
                  <a:pt x="502" y="993"/>
                </a:lnTo>
                <a:lnTo>
                  <a:pt x="590" y="1186"/>
                </a:lnTo>
                <a:lnTo>
                  <a:pt x="690" y="1418"/>
                </a:lnTo>
                <a:lnTo>
                  <a:pt x="778" y="1599"/>
                </a:lnTo>
                <a:lnTo>
                  <a:pt x="916" y="1792"/>
                </a:lnTo>
                <a:lnTo>
                  <a:pt x="1004" y="1986"/>
                </a:lnTo>
                <a:lnTo>
                  <a:pt x="1092" y="2166"/>
                </a:lnTo>
                <a:lnTo>
                  <a:pt x="1192" y="2399"/>
                </a:lnTo>
                <a:lnTo>
                  <a:pt x="1280" y="2592"/>
                </a:lnTo>
                <a:lnTo>
                  <a:pt x="1418" y="2773"/>
                </a:lnTo>
                <a:lnTo>
                  <a:pt x="1506" y="2966"/>
                </a:lnTo>
                <a:lnTo>
                  <a:pt x="1594" y="3160"/>
                </a:lnTo>
                <a:lnTo>
                  <a:pt x="1695" y="3340"/>
                </a:lnTo>
                <a:lnTo>
                  <a:pt x="1783" y="3572"/>
                </a:lnTo>
                <a:lnTo>
                  <a:pt x="1921" y="3766"/>
                </a:lnTo>
                <a:lnTo>
                  <a:pt x="2009" y="3959"/>
                </a:lnTo>
                <a:lnTo>
                  <a:pt x="2097" y="4140"/>
                </a:lnTo>
                <a:lnTo>
                  <a:pt x="2197" y="4333"/>
                </a:lnTo>
                <a:lnTo>
                  <a:pt x="2285" y="4565"/>
                </a:lnTo>
                <a:lnTo>
                  <a:pt x="2423" y="4759"/>
                </a:lnTo>
                <a:lnTo>
                  <a:pt x="2511" y="4939"/>
                </a:lnTo>
                <a:lnTo>
                  <a:pt x="2599" y="5133"/>
                </a:lnTo>
                <a:lnTo>
                  <a:pt x="2699" y="5365"/>
                </a:lnTo>
                <a:lnTo>
                  <a:pt x="2787" y="5546"/>
                </a:lnTo>
                <a:lnTo>
                  <a:pt x="2925" y="5739"/>
                </a:lnTo>
                <a:lnTo>
                  <a:pt x="3013" y="5933"/>
                </a:lnTo>
                <a:lnTo>
                  <a:pt x="3101" y="6113"/>
                </a:lnTo>
                <a:lnTo>
                  <a:pt x="3202" y="6345"/>
                </a:lnTo>
                <a:lnTo>
                  <a:pt x="3290" y="6539"/>
                </a:lnTo>
                <a:lnTo>
                  <a:pt x="3428" y="6732"/>
                </a:lnTo>
                <a:lnTo>
                  <a:pt x="3516" y="6913"/>
                </a:lnTo>
                <a:lnTo>
                  <a:pt x="3603" y="7145"/>
                </a:lnTo>
                <a:lnTo>
                  <a:pt x="3704" y="7338"/>
                </a:lnTo>
                <a:lnTo>
                  <a:pt x="3792" y="7532"/>
                </a:lnTo>
                <a:lnTo>
                  <a:pt x="3930" y="7713"/>
                </a:lnTo>
                <a:lnTo>
                  <a:pt x="4018" y="7906"/>
                </a:lnTo>
                <a:lnTo>
                  <a:pt x="4106" y="8138"/>
                </a:lnTo>
                <a:lnTo>
                  <a:pt x="4206" y="8332"/>
                </a:lnTo>
                <a:lnTo>
                  <a:pt x="4294" y="8512"/>
                </a:lnTo>
                <a:lnTo>
                  <a:pt x="4432" y="8706"/>
                </a:lnTo>
                <a:lnTo>
                  <a:pt x="4520" y="8938"/>
                </a:lnTo>
                <a:lnTo>
                  <a:pt x="4621" y="9118"/>
                </a:lnTo>
                <a:lnTo>
                  <a:pt x="4709" y="9312"/>
                </a:lnTo>
                <a:lnTo>
                  <a:pt x="4796" y="9505"/>
                </a:lnTo>
                <a:lnTo>
                  <a:pt x="4935" y="9738"/>
                </a:lnTo>
                <a:lnTo>
                  <a:pt x="5022" y="9918"/>
                </a:lnTo>
                <a:lnTo>
                  <a:pt x="5123" y="10112"/>
                </a:lnTo>
                <a:lnTo>
                  <a:pt x="5211" y="10305"/>
                </a:lnTo>
                <a:lnTo>
                  <a:pt x="5299" y="10537"/>
                </a:lnTo>
                <a:lnTo>
                  <a:pt x="5437" y="10718"/>
                </a:lnTo>
                <a:lnTo>
                  <a:pt x="5525" y="10911"/>
                </a:lnTo>
                <a:lnTo>
                  <a:pt x="5625" y="11143"/>
                </a:lnTo>
                <a:lnTo>
                  <a:pt x="5713" y="11337"/>
                </a:lnTo>
                <a:lnTo>
                  <a:pt x="5801" y="11517"/>
                </a:lnTo>
                <a:lnTo>
                  <a:pt x="5939" y="11711"/>
                </a:lnTo>
                <a:lnTo>
                  <a:pt x="6027" y="11943"/>
                </a:lnTo>
                <a:lnTo>
                  <a:pt x="6128" y="12137"/>
                </a:lnTo>
                <a:lnTo>
                  <a:pt x="6215" y="12317"/>
                </a:lnTo>
                <a:lnTo>
                  <a:pt x="6303" y="12511"/>
                </a:lnTo>
                <a:lnTo>
                  <a:pt x="6441" y="12743"/>
                </a:lnTo>
                <a:lnTo>
                  <a:pt x="6529" y="12936"/>
                </a:lnTo>
                <a:lnTo>
                  <a:pt x="6630" y="13117"/>
                </a:lnTo>
                <a:lnTo>
                  <a:pt x="6718" y="13349"/>
                </a:lnTo>
                <a:lnTo>
                  <a:pt x="6806" y="13542"/>
                </a:lnTo>
                <a:lnTo>
                  <a:pt x="6944" y="13736"/>
                </a:lnTo>
                <a:lnTo>
                  <a:pt x="7032" y="13968"/>
                </a:lnTo>
                <a:lnTo>
                  <a:pt x="7132" y="14149"/>
                </a:lnTo>
                <a:lnTo>
                  <a:pt x="7220" y="14342"/>
                </a:lnTo>
                <a:lnTo>
                  <a:pt x="7308" y="14536"/>
                </a:lnTo>
                <a:lnTo>
                  <a:pt x="7446" y="14768"/>
                </a:lnTo>
                <a:lnTo>
                  <a:pt x="7534" y="14948"/>
                </a:lnTo>
                <a:lnTo>
                  <a:pt x="7634" y="15142"/>
                </a:lnTo>
                <a:lnTo>
                  <a:pt x="7722" y="15374"/>
                </a:lnTo>
                <a:lnTo>
                  <a:pt x="7810" y="15567"/>
                </a:lnTo>
                <a:lnTo>
                  <a:pt x="7948" y="15748"/>
                </a:lnTo>
                <a:lnTo>
                  <a:pt x="8049" y="15993"/>
                </a:lnTo>
                <a:lnTo>
                  <a:pt x="8137" y="16174"/>
                </a:lnTo>
                <a:lnTo>
                  <a:pt x="8225" y="16367"/>
                </a:lnTo>
                <a:lnTo>
                  <a:pt x="8313" y="16599"/>
                </a:lnTo>
                <a:lnTo>
                  <a:pt x="8451" y="16793"/>
                </a:lnTo>
                <a:lnTo>
                  <a:pt x="8551" y="16973"/>
                </a:lnTo>
                <a:lnTo>
                  <a:pt x="8639" y="17205"/>
                </a:lnTo>
                <a:lnTo>
                  <a:pt x="8727" y="17399"/>
                </a:lnTo>
                <a:lnTo>
                  <a:pt x="8815" y="17580"/>
                </a:lnTo>
                <a:lnTo>
                  <a:pt x="8953" y="17825"/>
                </a:lnTo>
                <a:lnTo>
                  <a:pt x="9053" y="18005"/>
                </a:lnTo>
                <a:lnTo>
                  <a:pt x="9141" y="18199"/>
                </a:lnTo>
                <a:lnTo>
                  <a:pt x="9229" y="18431"/>
                </a:lnTo>
                <a:lnTo>
                  <a:pt x="9317" y="18624"/>
                </a:lnTo>
                <a:lnTo>
                  <a:pt x="9455" y="18805"/>
                </a:lnTo>
                <a:lnTo>
                  <a:pt x="9556" y="19037"/>
                </a:lnTo>
                <a:lnTo>
                  <a:pt x="9644" y="19230"/>
                </a:lnTo>
                <a:lnTo>
                  <a:pt x="9732" y="19424"/>
                </a:lnTo>
                <a:lnTo>
                  <a:pt x="9819" y="19656"/>
                </a:lnTo>
                <a:lnTo>
                  <a:pt x="9958" y="19837"/>
                </a:lnTo>
                <a:lnTo>
                  <a:pt x="10058" y="20030"/>
                </a:lnTo>
                <a:lnTo>
                  <a:pt x="10146" y="20262"/>
                </a:lnTo>
                <a:lnTo>
                  <a:pt x="10234" y="20456"/>
                </a:lnTo>
                <a:lnTo>
                  <a:pt x="10322" y="20636"/>
                </a:lnTo>
                <a:lnTo>
                  <a:pt x="10460" y="20881"/>
                </a:lnTo>
                <a:lnTo>
                  <a:pt x="10560" y="21062"/>
                </a:lnTo>
                <a:lnTo>
                  <a:pt x="10648" y="21255"/>
                </a:lnTo>
                <a:lnTo>
                  <a:pt x="10736" y="21488"/>
                </a:lnTo>
                <a:lnTo>
                  <a:pt x="10837" y="21681"/>
                </a:lnTo>
                <a:lnTo>
                  <a:pt x="10962" y="21913"/>
                </a:lnTo>
                <a:lnTo>
                  <a:pt x="11063" y="22094"/>
                </a:lnTo>
                <a:lnTo>
                  <a:pt x="11151" y="22287"/>
                </a:lnTo>
                <a:lnTo>
                  <a:pt x="11238" y="22519"/>
                </a:lnTo>
                <a:lnTo>
                  <a:pt x="11339" y="22713"/>
                </a:lnTo>
                <a:lnTo>
                  <a:pt x="11464" y="22894"/>
                </a:lnTo>
                <a:lnTo>
                  <a:pt x="11565" y="23139"/>
                </a:lnTo>
                <a:lnTo>
                  <a:pt x="11653" y="23319"/>
                </a:lnTo>
                <a:lnTo>
                  <a:pt x="11741" y="23551"/>
                </a:lnTo>
                <a:lnTo>
                  <a:pt x="11841" y="23745"/>
                </a:lnTo>
                <a:lnTo>
                  <a:pt x="11979" y="23925"/>
                </a:lnTo>
                <a:lnTo>
                  <a:pt x="12067" y="24170"/>
                </a:lnTo>
                <a:lnTo>
                  <a:pt x="12155" y="24351"/>
                </a:lnTo>
                <a:lnTo>
                  <a:pt x="12243" y="24583"/>
                </a:lnTo>
                <a:lnTo>
                  <a:pt x="12343" y="24777"/>
                </a:lnTo>
                <a:lnTo>
                  <a:pt x="12482" y="24970"/>
                </a:lnTo>
                <a:lnTo>
                  <a:pt x="12569" y="25202"/>
                </a:lnTo>
                <a:lnTo>
                  <a:pt x="12657" y="25383"/>
                </a:lnTo>
                <a:lnTo>
                  <a:pt x="12745" y="25628"/>
                </a:lnTo>
                <a:lnTo>
                  <a:pt x="12846" y="25808"/>
                </a:lnTo>
                <a:lnTo>
                  <a:pt x="12984" y="26002"/>
                </a:lnTo>
                <a:lnTo>
                  <a:pt x="13072" y="26234"/>
                </a:lnTo>
                <a:lnTo>
                  <a:pt x="13160" y="26428"/>
                </a:lnTo>
                <a:lnTo>
                  <a:pt x="13248" y="26660"/>
                </a:lnTo>
                <a:lnTo>
                  <a:pt x="13348" y="26840"/>
                </a:lnTo>
                <a:lnTo>
                  <a:pt x="13486" y="27034"/>
                </a:lnTo>
                <a:lnTo>
                  <a:pt x="13574" y="27266"/>
                </a:lnTo>
                <a:lnTo>
                  <a:pt x="13662" y="27459"/>
                </a:lnTo>
                <a:lnTo>
                  <a:pt x="13750" y="27692"/>
                </a:lnTo>
                <a:lnTo>
                  <a:pt x="13850" y="27885"/>
                </a:lnTo>
                <a:lnTo>
                  <a:pt x="13988" y="28117"/>
                </a:lnTo>
                <a:lnTo>
                  <a:pt x="14076" y="28298"/>
                </a:lnTo>
                <a:lnTo>
                  <a:pt x="14164" y="28491"/>
                </a:lnTo>
                <a:lnTo>
                  <a:pt x="14265" y="28723"/>
                </a:lnTo>
                <a:lnTo>
                  <a:pt x="14353" y="28917"/>
                </a:lnTo>
                <a:lnTo>
                  <a:pt x="14491" y="29149"/>
                </a:lnTo>
                <a:lnTo>
                  <a:pt x="14579" y="29343"/>
                </a:lnTo>
                <a:lnTo>
                  <a:pt x="14667" y="29575"/>
                </a:lnTo>
                <a:lnTo>
                  <a:pt x="14767" y="29755"/>
                </a:lnTo>
                <a:lnTo>
                  <a:pt x="14855" y="29949"/>
                </a:lnTo>
                <a:lnTo>
                  <a:pt x="14993" y="30181"/>
                </a:lnTo>
                <a:lnTo>
                  <a:pt x="15081" y="30374"/>
                </a:lnTo>
                <a:lnTo>
                  <a:pt x="15169" y="30607"/>
                </a:lnTo>
                <a:lnTo>
                  <a:pt x="15269" y="30800"/>
                </a:lnTo>
                <a:lnTo>
                  <a:pt x="15357" y="31032"/>
                </a:lnTo>
                <a:lnTo>
                  <a:pt x="15495" y="31213"/>
                </a:lnTo>
                <a:lnTo>
                  <a:pt x="15583" y="31458"/>
                </a:lnTo>
                <a:lnTo>
                  <a:pt x="15671" y="31638"/>
                </a:lnTo>
                <a:lnTo>
                  <a:pt x="15772" y="31832"/>
                </a:lnTo>
                <a:lnTo>
                  <a:pt x="15860" y="32064"/>
                </a:lnTo>
                <a:lnTo>
                  <a:pt x="15998" y="32257"/>
                </a:lnTo>
                <a:lnTo>
                  <a:pt x="16086" y="32490"/>
                </a:lnTo>
                <a:lnTo>
                  <a:pt x="16173" y="32670"/>
                </a:lnTo>
                <a:lnTo>
                  <a:pt x="16274" y="32915"/>
                </a:lnTo>
                <a:lnTo>
                  <a:pt x="16362" y="33096"/>
                </a:lnTo>
                <a:lnTo>
                  <a:pt x="16500" y="33328"/>
                </a:lnTo>
                <a:lnTo>
                  <a:pt x="16588" y="33521"/>
                </a:lnTo>
                <a:lnTo>
                  <a:pt x="16676" y="33754"/>
                </a:lnTo>
                <a:lnTo>
                  <a:pt x="16776" y="33947"/>
                </a:lnTo>
                <a:lnTo>
                  <a:pt x="16864" y="34179"/>
                </a:lnTo>
                <a:lnTo>
                  <a:pt x="17002" y="34373"/>
                </a:lnTo>
                <a:lnTo>
                  <a:pt x="17090" y="34605"/>
                </a:lnTo>
                <a:lnTo>
                  <a:pt x="17178" y="34785"/>
                </a:lnTo>
                <a:lnTo>
                  <a:pt x="17279" y="34979"/>
                </a:lnTo>
                <a:lnTo>
                  <a:pt x="17366" y="35211"/>
                </a:lnTo>
                <a:lnTo>
                  <a:pt x="17505" y="35405"/>
                </a:lnTo>
                <a:lnTo>
                  <a:pt x="17592" y="35637"/>
                </a:lnTo>
                <a:lnTo>
                  <a:pt x="17680" y="35830"/>
                </a:lnTo>
                <a:lnTo>
                  <a:pt x="17781" y="36062"/>
                </a:lnTo>
                <a:lnTo>
                  <a:pt x="17869" y="36243"/>
                </a:lnTo>
                <a:lnTo>
                  <a:pt x="18007" y="36488"/>
                </a:lnTo>
                <a:lnTo>
                  <a:pt x="18095" y="36669"/>
                </a:lnTo>
                <a:lnTo>
                  <a:pt x="18195" y="36901"/>
                </a:lnTo>
                <a:lnTo>
                  <a:pt x="18283" y="37094"/>
                </a:lnTo>
                <a:lnTo>
                  <a:pt x="18371" y="37326"/>
                </a:lnTo>
                <a:lnTo>
                  <a:pt x="18509" y="37520"/>
                </a:lnTo>
                <a:lnTo>
                  <a:pt x="18597" y="37752"/>
                </a:lnTo>
                <a:lnTo>
                  <a:pt x="18698" y="37946"/>
                </a:lnTo>
                <a:lnTo>
                  <a:pt x="18785" y="38178"/>
                </a:lnTo>
                <a:lnTo>
                  <a:pt x="18873" y="38358"/>
                </a:lnTo>
                <a:lnTo>
                  <a:pt x="19011" y="38603"/>
                </a:lnTo>
                <a:lnTo>
                  <a:pt x="19099" y="38784"/>
                </a:lnTo>
                <a:lnTo>
                  <a:pt x="19200" y="39016"/>
                </a:lnTo>
                <a:lnTo>
                  <a:pt x="19288" y="39210"/>
                </a:lnTo>
                <a:lnTo>
                  <a:pt x="19376" y="39442"/>
                </a:lnTo>
                <a:lnTo>
                  <a:pt x="19514" y="39674"/>
                </a:lnTo>
                <a:lnTo>
                  <a:pt x="19602" y="39867"/>
                </a:lnTo>
                <a:lnTo>
                  <a:pt x="19702" y="40099"/>
                </a:lnTo>
                <a:lnTo>
                  <a:pt x="19790" y="40293"/>
                </a:lnTo>
                <a:lnTo>
                  <a:pt x="19878" y="40525"/>
                </a:lnTo>
                <a:lnTo>
                  <a:pt x="20016" y="40719"/>
                </a:lnTo>
              </a:path>
            </a:pathLst>
          </a:custGeom>
          <a:ln w="17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8301129" y="4007947"/>
            <a:ext cx="19978" cy="43801"/>
          </a:xfrm>
          <a:custGeom>
            <a:avLst/>
            <a:gdLst/>
            <a:ahLst/>
            <a:cxnLst/>
            <a:rect l="l" t="t" r="r" b="b"/>
            <a:pathLst>
              <a:path w="19978" h="43801">
                <a:moveTo>
                  <a:pt x="0" y="0"/>
                </a:moveTo>
                <a:lnTo>
                  <a:pt x="87" y="232"/>
                </a:lnTo>
                <a:lnTo>
                  <a:pt x="188" y="412"/>
                </a:lnTo>
                <a:lnTo>
                  <a:pt x="276" y="657"/>
                </a:lnTo>
                <a:lnTo>
                  <a:pt x="364" y="838"/>
                </a:lnTo>
                <a:lnTo>
                  <a:pt x="502" y="1070"/>
                </a:lnTo>
                <a:lnTo>
                  <a:pt x="590" y="1264"/>
                </a:lnTo>
                <a:lnTo>
                  <a:pt x="690" y="1496"/>
                </a:lnTo>
                <a:lnTo>
                  <a:pt x="778" y="1689"/>
                </a:lnTo>
                <a:lnTo>
                  <a:pt x="866" y="1921"/>
                </a:lnTo>
                <a:lnTo>
                  <a:pt x="1004" y="2115"/>
                </a:lnTo>
                <a:lnTo>
                  <a:pt x="1092" y="2347"/>
                </a:lnTo>
                <a:lnTo>
                  <a:pt x="1192" y="2579"/>
                </a:lnTo>
                <a:lnTo>
                  <a:pt x="1280" y="2773"/>
                </a:lnTo>
                <a:lnTo>
                  <a:pt x="1368" y="3005"/>
                </a:lnTo>
                <a:lnTo>
                  <a:pt x="1506" y="3185"/>
                </a:lnTo>
                <a:lnTo>
                  <a:pt x="1594" y="3430"/>
                </a:lnTo>
                <a:lnTo>
                  <a:pt x="1695" y="3611"/>
                </a:lnTo>
                <a:lnTo>
                  <a:pt x="1783" y="3843"/>
                </a:lnTo>
                <a:lnTo>
                  <a:pt x="1871" y="4037"/>
                </a:lnTo>
                <a:lnTo>
                  <a:pt x="2009" y="4269"/>
                </a:lnTo>
                <a:lnTo>
                  <a:pt x="2109" y="4501"/>
                </a:lnTo>
                <a:lnTo>
                  <a:pt x="2197" y="4694"/>
                </a:lnTo>
                <a:lnTo>
                  <a:pt x="2285" y="4927"/>
                </a:lnTo>
                <a:lnTo>
                  <a:pt x="2373" y="5120"/>
                </a:lnTo>
                <a:lnTo>
                  <a:pt x="2511" y="5352"/>
                </a:lnTo>
                <a:lnTo>
                  <a:pt x="2611" y="5546"/>
                </a:lnTo>
                <a:lnTo>
                  <a:pt x="2699" y="5778"/>
                </a:lnTo>
                <a:lnTo>
                  <a:pt x="2787" y="6010"/>
                </a:lnTo>
                <a:lnTo>
                  <a:pt x="2875" y="6203"/>
                </a:lnTo>
                <a:lnTo>
                  <a:pt x="3013" y="6436"/>
                </a:lnTo>
                <a:lnTo>
                  <a:pt x="3114" y="6616"/>
                </a:lnTo>
                <a:lnTo>
                  <a:pt x="3202" y="6861"/>
                </a:lnTo>
                <a:lnTo>
                  <a:pt x="3290" y="7042"/>
                </a:lnTo>
                <a:lnTo>
                  <a:pt x="3377" y="7274"/>
                </a:lnTo>
                <a:lnTo>
                  <a:pt x="3516" y="7519"/>
                </a:lnTo>
                <a:lnTo>
                  <a:pt x="3616" y="7700"/>
                </a:lnTo>
                <a:lnTo>
                  <a:pt x="3704" y="7932"/>
                </a:lnTo>
                <a:lnTo>
                  <a:pt x="3792" y="8125"/>
                </a:lnTo>
                <a:lnTo>
                  <a:pt x="3880" y="8357"/>
                </a:lnTo>
                <a:lnTo>
                  <a:pt x="4018" y="8590"/>
                </a:lnTo>
                <a:lnTo>
                  <a:pt x="4118" y="8783"/>
                </a:lnTo>
                <a:lnTo>
                  <a:pt x="4206" y="9015"/>
                </a:lnTo>
                <a:lnTo>
                  <a:pt x="4294" y="9209"/>
                </a:lnTo>
                <a:lnTo>
                  <a:pt x="4395" y="9441"/>
                </a:lnTo>
                <a:lnTo>
                  <a:pt x="4520" y="9673"/>
                </a:lnTo>
                <a:lnTo>
                  <a:pt x="4621" y="9866"/>
                </a:lnTo>
                <a:lnTo>
                  <a:pt x="4709" y="10099"/>
                </a:lnTo>
                <a:lnTo>
                  <a:pt x="4796" y="10292"/>
                </a:lnTo>
                <a:lnTo>
                  <a:pt x="4897" y="10524"/>
                </a:lnTo>
                <a:lnTo>
                  <a:pt x="5022" y="10756"/>
                </a:lnTo>
                <a:lnTo>
                  <a:pt x="5123" y="10950"/>
                </a:lnTo>
                <a:lnTo>
                  <a:pt x="5211" y="11182"/>
                </a:lnTo>
                <a:lnTo>
                  <a:pt x="5299" y="11363"/>
                </a:lnTo>
                <a:lnTo>
                  <a:pt x="5399" y="11608"/>
                </a:lnTo>
                <a:lnTo>
                  <a:pt x="5537" y="11840"/>
                </a:lnTo>
                <a:lnTo>
                  <a:pt x="5625" y="12033"/>
                </a:lnTo>
                <a:lnTo>
                  <a:pt x="5713" y="12266"/>
                </a:lnTo>
                <a:lnTo>
                  <a:pt x="5801" y="12498"/>
                </a:lnTo>
                <a:lnTo>
                  <a:pt x="5901" y="12691"/>
                </a:lnTo>
                <a:lnTo>
                  <a:pt x="6040" y="12923"/>
                </a:lnTo>
                <a:lnTo>
                  <a:pt x="6128" y="13104"/>
                </a:lnTo>
                <a:lnTo>
                  <a:pt x="6215" y="13349"/>
                </a:lnTo>
                <a:lnTo>
                  <a:pt x="6303" y="13581"/>
                </a:lnTo>
                <a:lnTo>
                  <a:pt x="6404" y="13762"/>
                </a:lnTo>
                <a:lnTo>
                  <a:pt x="6542" y="14007"/>
                </a:lnTo>
                <a:lnTo>
                  <a:pt x="6630" y="14239"/>
                </a:lnTo>
                <a:lnTo>
                  <a:pt x="6718" y="14420"/>
                </a:lnTo>
                <a:lnTo>
                  <a:pt x="6806" y="14665"/>
                </a:lnTo>
                <a:lnTo>
                  <a:pt x="6906" y="14845"/>
                </a:lnTo>
                <a:lnTo>
                  <a:pt x="7044" y="15077"/>
                </a:lnTo>
                <a:lnTo>
                  <a:pt x="7132" y="15322"/>
                </a:lnTo>
                <a:lnTo>
                  <a:pt x="7220" y="15503"/>
                </a:lnTo>
                <a:lnTo>
                  <a:pt x="7308" y="15735"/>
                </a:lnTo>
                <a:lnTo>
                  <a:pt x="7408" y="15980"/>
                </a:lnTo>
                <a:lnTo>
                  <a:pt x="7547" y="16161"/>
                </a:lnTo>
                <a:lnTo>
                  <a:pt x="7634" y="16393"/>
                </a:lnTo>
                <a:lnTo>
                  <a:pt x="7722" y="16638"/>
                </a:lnTo>
                <a:lnTo>
                  <a:pt x="7810" y="16819"/>
                </a:lnTo>
                <a:lnTo>
                  <a:pt x="7911" y="17051"/>
                </a:lnTo>
                <a:lnTo>
                  <a:pt x="8049" y="17296"/>
                </a:lnTo>
                <a:lnTo>
                  <a:pt x="8137" y="17476"/>
                </a:lnTo>
                <a:lnTo>
                  <a:pt x="8225" y="17708"/>
                </a:lnTo>
                <a:lnTo>
                  <a:pt x="8325" y="17954"/>
                </a:lnTo>
                <a:lnTo>
                  <a:pt x="8413" y="18134"/>
                </a:lnTo>
                <a:lnTo>
                  <a:pt x="8551" y="18379"/>
                </a:lnTo>
                <a:lnTo>
                  <a:pt x="8639" y="18611"/>
                </a:lnTo>
                <a:lnTo>
                  <a:pt x="8727" y="18792"/>
                </a:lnTo>
                <a:lnTo>
                  <a:pt x="8827" y="19037"/>
                </a:lnTo>
                <a:lnTo>
                  <a:pt x="8915" y="19269"/>
                </a:lnTo>
                <a:lnTo>
                  <a:pt x="9053" y="19450"/>
                </a:lnTo>
                <a:lnTo>
                  <a:pt x="9141" y="19695"/>
                </a:lnTo>
                <a:lnTo>
                  <a:pt x="9229" y="19927"/>
                </a:lnTo>
                <a:lnTo>
                  <a:pt x="9330" y="20108"/>
                </a:lnTo>
                <a:lnTo>
                  <a:pt x="9418" y="20353"/>
                </a:lnTo>
                <a:lnTo>
                  <a:pt x="9556" y="20585"/>
                </a:lnTo>
                <a:lnTo>
                  <a:pt x="9644" y="20765"/>
                </a:lnTo>
                <a:lnTo>
                  <a:pt x="9732" y="21010"/>
                </a:lnTo>
                <a:lnTo>
                  <a:pt x="9832" y="21243"/>
                </a:lnTo>
                <a:lnTo>
                  <a:pt x="9920" y="21423"/>
                </a:lnTo>
                <a:lnTo>
                  <a:pt x="10058" y="21668"/>
                </a:lnTo>
                <a:lnTo>
                  <a:pt x="10146" y="21900"/>
                </a:lnTo>
                <a:lnTo>
                  <a:pt x="10234" y="22081"/>
                </a:lnTo>
                <a:lnTo>
                  <a:pt x="10334" y="22326"/>
                </a:lnTo>
                <a:lnTo>
                  <a:pt x="10422" y="22558"/>
                </a:lnTo>
                <a:lnTo>
                  <a:pt x="10560" y="22739"/>
                </a:lnTo>
                <a:lnTo>
                  <a:pt x="10648" y="22984"/>
                </a:lnTo>
                <a:lnTo>
                  <a:pt x="10736" y="23216"/>
                </a:lnTo>
                <a:lnTo>
                  <a:pt x="10837" y="23448"/>
                </a:lnTo>
                <a:lnTo>
                  <a:pt x="10924" y="23642"/>
                </a:lnTo>
                <a:lnTo>
                  <a:pt x="11063" y="23874"/>
                </a:lnTo>
                <a:lnTo>
                  <a:pt x="11151" y="24106"/>
                </a:lnTo>
                <a:lnTo>
                  <a:pt x="11238" y="24299"/>
                </a:lnTo>
                <a:lnTo>
                  <a:pt x="11339" y="24532"/>
                </a:lnTo>
                <a:lnTo>
                  <a:pt x="11427" y="24764"/>
                </a:lnTo>
                <a:lnTo>
                  <a:pt x="11565" y="24957"/>
                </a:lnTo>
                <a:lnTo>
                  <a:pt x="11653" y="25189"/>
                </a:lnTo>
                <a:lnTo>
                  <a:pt x="11753" y="25422"/>
                </a:lnTo>
                <a:lnTo>
                  <a:pt x="11841" y="25654"/>
                </a:lnTo>
                <a:lnTo>
                  <a:pt x="11929" y="25847"/>
                </a:lnTo>
                <a:lnTo>
                  <a:pt x="12067" y="26079"/>
                </a:lnTo>
                <a:lnTo>
                  <a:pt x="12155" y="26311"/>
                </a:lnTo>
                <a:lnTo>
                  <a:pt x="12256" y="26505"/>
                </a:lnTo>
                <a:lnTo>
                  <a:pt x="12343" y="26737"/>
                </a:lnTo>
                <a:lnTo>
                  <a:pt x="12431" y="26969"/>
                </a:lnTo>
                <a:lnTo>
                  <a:pt x="12570" y="27214"/>
                </a:lnTo>
                <a:lnTo>
                  <a:pt x="12657" y="27395"/>
                </a:lnTo>
                <a:lnTo>
                  <a:pt x="12758" y="27627"/>
                </a:lnTo>
                <a:lnTo>
                  <a:pt x="12846" y="27872"/>
                </a:lnTo>
                <a:lnTo>
                  <a:pt x="12934" y="28104"/>
                </a:lnTo>
                <a:lnTo>
                  <a:pt x="13072" y="28285"/>
                </a:lnTo>
                <a:lnTo>
                  <a:pt x="13160" y="28530"/>
                </a:lnTo>
                <a:lnTo>
                  <a:pt x="13260" y="28762"/>
                </a:lnTo>
                <a:lnTo>
                  <a:pt x="13348" y="28956"/>
                </a:lnTo>
                <a:lnTo>
                  <a:pt x="13436" y="29188"/>
                </a:lnTo>
                <a:lnTo>
                  <a:pt x="13574" y="29420"/>
                </a:lnTo>
                <a:lnTo>
                  <a:pt x="13662" y="29652"/>
                </a:lnTo>
                <a:lnTo>
                  <a:pt x="13762" y="29846"/>
                </a:lnTo>
                <a:lnTo>
                  <a:pt x="13850" y="30078"/>
                </a:lnTo>
                <a:lnTo>
                  <a:pt x="13938" y="30310"/>
                </a:lnTo>
                <a:lnTo>
                  <a:pt x="14076" y="30542"/>
                </a:lnTo>
                <a:lnTo>
                  <a:pt x="14164" y="30736"/>
                </a:lnTo>
                <a:lnTo>
                  <a:pt x="14265" y="30968"/>
                </a:lnTo>
                <a:lnTo>
                  <a:pt x="14353" y="31200"/>
                </a:lnTo>
                <a:lnTo>
                  <a:pt x="14441" y="31445"/>
                </a:lnTo>
                <a:lnTo>
                  <a:pt x="14579" y="31625"/>
                </a:lnTo>
                <a:lnTo>
                  <a:pt x="14667" y="31858"/>
                </a:lnTo>
                <a:lnTo>
                  <a:pt x="14767" y="32103"/>
                </a:lnTo>
                <a:lnTo>
                  <a:pt x="14855" y="32335"/>
                </a:lnTo>
                <a:lnTo>
                  <a:pt x="14943" y="32515"/>
                </a:lnTo>
                <a:lnTo>
                  <a:pt x="15081" y="32761"/>
                </a:lnTo>
                <a:lnTo>
                  <a:pt x="15169" y="32993"/>
                </a:lnTo>
                <a:lnTo>
                  <a:pt x="15269" y="33225"/>
                </a:lnTo>
                <a:lnTo>
                  <a:pt x="15357" y="33418"/>
                </a:lnTo>
                <a:lnTo>
                  <a:pt x="15445" y="33650"/>
                </a:lnTo>
                <a:lnTo>
                  <a:pt x="15583" y="33883"/>
                </a:lnTo>
                <a:lnTo>
                  <a:pt x="15684" y="34115"/>
                </a:lnTo>
                <a:lnTo>
                  <a:pt x="15772" y="34360"/>
                </a:lnTo>
                <a:lnTo>
                  <a:pt x="15860" y="34540"/>
                </a:lnTo>
                <a:lnTo>
                  <a:pt x="15947" y="34773"/>
                </a:lnTo>
                <a:lnTo>
                  <a:pt x="16086" y="35018"/>
                </a:lnTo>
                <a:lnTo>
                  <a:pt x="16186" y="35250"/>
                </a:lnTo>
                <a:lnTo>
                  <a:pt x="16274" y="35430"/>
                </a:lnTo>
                <a:lnTo>
                  <a:pt x="16362" y="35675"/>
                </a:lnTo>
                <a:lnTo>
                  <a:pt x="16450" y="35908"/>
                </a:lnTo>
                <a:lnTo>
                  <a:pt x="16588" y="36140"/>
                </a:lnTo>
                <a:lnTo>
                  <a:pt x="16688" y="36333"/>
                </a:lnTo>
                <a:lnTo>
                  <a:pt x="16776" y="36565"/>
                </a:lnTo>
                <a:lnTo>
                  <a:pt x="16864" y="36798"/>
                </a:lnTo>
                <a:lnTo>
                  <a:pt x="16952" y="37030"/>
                </a:lnTo>
                <a:lnTo>
                  <a:pt x="17090" y="37275"/>
                </a:lnTo>
                <a:lnTo>
                  <a:pt x="17191" y="37455"/>
                </a:lnTo>
                <a:lnTo>
                  <a:pt x="17279" y="37688"/>
                </a:lnTo>
                <a:lnTo>
                  <a:pt x="17366" y="37933"/>
                </a:lnTo>
                <a:lnTo>
                  <a:pt x="17454" y="38165"/>
                </a:lnTo>
                <a:lnTo>
                  <a:pt x="17592" y="38397"/>
                </a:lnTo>
                <a:lnTo>
                  <a:pt x="17693" y="38590"/>
                </a:lnTo>
                <a:lnTo>
                  <a:pt x="17781" y="38823"/>
                </a:lnTo>
                <a:lnTo>
                  <a:pt x="17869" y="39055"/>
                </a:lnTo>
                <a:lnTo>
                  <a:pt x="17969" y="39287"/>
                </a:lnTo>
                <a:lnTo>
                  <a:pt x="18095" y="39532"/>
                </a:lnTo>
                <a:lnTo>
                  <a:pt x="18195" y="39713"/>
                </a:lnTo>
                <a:lnTo>
                  <a:pt x="18283" y="39945"/>
                </a:lnTo>
                <a:lnTo>
                  <a:pt x="18371" y="40190"/>
                </a:lnTo>
                <a:lnTo>
                  <a:pt x="18472" y="40422"/>
                </a:lnTo>
                <a:lnTo>
                  <a:pt x="18597" y="40654"/>
                </a:lnTo>
                <a:lnTo>
                  <a:pt x="18698" y="40848"/>
                </a:lnTo>
                <a:lnTo>
                  <a:pt x="18785" y="41080"/>
                </a:lnTo>
                <a:lnTo>
                  <a:pt x="18873" y="41312"/>
                </a:lnTo>
                <a:lnTo>
                  <a:pt x="18974" y="41544"/>
                </a:lnTo>
                <a:lnTo>
                  <a:pt x="19112" y="41776"/>
                </a:lnTo>
                <a:lnTo>
                  <a:pt x="19200" y="41970"/>
                </a:lnTo>
                <a:lnTo>
                  <a:pt x="19288" y="42202"/>
                </a:lnTo>
                <a:lnTo>
                  <a:pt x="19376" y="42434"/>
                </a:lnTo>
                <a:lnTo>
                  <a:pt x="19476" y="42679"/>
                </a:lnTo>
                <a:lnTo>
                  <a:pt x="19614" y="42911"/>
                </a:lnTo>
                <a:lnTo>
                  <a:pt x="19702" y="43143"/>
                </a:lnTo>
                <a:lnTo>
                  <a:pt x="19790" y="43337"/>
                </a:lnTo>
                <a:lnTo>
                  <a:pt x="19878" y="43569"/>
                </a:lnTo>
                <a:lnTo>
                  <a:pt x="19978" y="43801"/>
                </a:lnTo>
              </a:path>
            </a:pathLst>
          </a:custGeom>
          <a:ln w="176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8321108" y="4051749"/>
            <a:ext cx="20016" cy="46213"/>
          </a:xfrm>
          <a:custGeom>
            <a:avLst/>
            <a:gdLst/>
            <a:ahLst/>
            <a:cxnLst/>
            <a:rect l="l" t="t" r="r" b="b"/>
            <a:pathLst>
              <a:path w="20016" h="46213">
                <a:moveTo>
                  <a:pt x="0" y="0"/>
                </a:moveTo>
                <a:lnTo>
                  <a:pt x="138" y="232"/>
                </a:lnTo>
                <a:lnTo>
                  <a:pt x="226" y="477"/>
                </a:lnTo>
                <a:lnTo>
                  <a:pt x="313" y="657"/>
                </a:lnTo>
                <a:lnTo>
                  <a:pt x="401" y="889"/>
                </a:lnTo>
                <a:lnTo>
                  <a:pt x="502" y="1135"/>
                </a:lnTo>
                <a:lnTo>
                  <a:pt x="640" y="1367"/>
                </a:lnTo>
                <a:lnTo>
                  <a:pt x="728" y="1599"/>
                </a:lnTo>
                <a:lnTo>
                  <a:pt x="816" y="1831"/>
                </a:lnTo>
                <a:lnTo>
                  <a:pt x="904" y="2024"/>
                </a:lnTo>
                <a:lnTo>
                  <a:pt x="1004" y="2257"/>
                </a:lnTo>
                <a:lnTo>
                  <a:pt x="1142" y="2489"/>
                </a:lnTo>
                <a:lnTo>
                  <a:pt x="1230" y="2734"/>
                </a:lnTo>
                <a:lnTo>
                  <a:pt x="1318" y="2966"/>
                </a:lnTo>
                <a:lnTo>
                  <a:pt x="1406" y="3198"/>
                </a:lnTo>
                <a:lnTo>
                  <a:pt x="1506" y="3430"/>
                </a:lnTo>
                <a:lnTo>
                  <a:pt x="1645" y="3624"/>
                </a:lnTo>
                <a:lnTo>
                  <a:pt x="1732" y="3856"/>
                </a:lnTo>
                <a:lnTo>
                  <a:pt x="1820" y="4088"/>
                </a:lnTo>
                <a:lnTo>
                  <a:pt x="1921" y="4320"/>
                </a:lnTo>
                <a:lnTo>
                  <a:pt x="2009" y="4565"/>
                </a:lnTo>
                <a:lnTo>
                  <a:pt x="2147" y="4798"/>
                </a:lnTo>
                <a:lnTo>
                  <a:pt x="2235" y="4978"/>
                </a:lnTo>
                <a:lnTo>
                  <a:pt x="2323" y="5223"/>
                </a:lnTo>
                <a:lnTo>
                  <a:pt x="2423" y="5455"/>
                </a:lnTo>
                <a:lnTo>
                  <a:pt x="2511" y="5688"/>
                </a:lnTo>
                <a:lnTo>
                  <a:pt x="2649" y="5920"/>
                </a:lnTo>
                <a:lnTo>
                  <a:pt x="2737" y="6165"/>
                </a:lnTo>
                <a:lnTo>
                  <a:pt x="2825" y="6397"/>
                </a:lnTo>
                <a:lnTo>
                  <a:pt x="2925" y="6577"/>
                </a:lnTo>
                <a:lnTo>
                  <a:pt x="3013" y="6823"/>
                </a:lnTo>
                <a:lnTo>
                  <a:pt x="3151" y="7055"/>
                </a:lnTo>
                <a:lnTo>
                  <a:pt x="3239" y="7287"/>
                </a:lnTo>
                <a:lnTo>
                  <a:pt x="3327" y="7519"/>
                </a:lnTo>
                <a:lnTo>
                  <a:pt x="3428" y="7751"/>
                </a:lnTo>
                <a:lnTo>
                  <a:pt x="3516" y="7996"/>
                </a:lnTo>
                <a:lnTo>
                  <a:pt x="3654" y="8228"/>
                </a:lnTo>
                <a:lnTo>
                  <a:pt x="3742" y="8422"/>
                </a:lnTo>
                <a:lnTo>
                  <a:pt x="3830" y="8654"/>
                </a:lnTo>
                <a:lnTo>
                  <a:pt x="3930" y="8886"/>
                </a:lnTo>
                <a:lnTo>
                  <a:pt x="4018" y="9118"/>
                </a:lnTo>
                <a:lnTo>
                  <a:pt x="4156" y="9351"/>
                </a:lnTo>
                <a:lnTo>
                  <a:pt x="4244" y="9596"/>
                </a:lnTo>
                <a:lnTo>
                  <a:pt x="4332" y="9828"/>
                </a:lnTo>
                <a:lnTo>
                  <a:pt x="4432" y="10060"/>
                </a:lnTo>
                <a:lnTo>
                  <a:pt x="4520" y="10253"/>
                </a:lnTo>
                <a:lnTo>
                  <a:pt x="4658" y="10486"/>
                </a:lnTo>
                <a:lnTo>
                  <a:pt x="4746" y="10718"/>
                </a:lnTo>
                <a:lnTo>
                  <a:pt x="4834" y="10950"/>
                </a:lnTo>
                <a:lnTo>
                  <a:pt x="4935" y="11195"/>
                </a:lnTo>
                <a:lnTo>
                  <a:pt x="5022" y="11427"/>
                </a:lnTo>
                <a:lnTo>
                  <a:pt x="5161" y="11659"/>
                </a:lnTo>
                <a:lnTo>
                  <a:pt x="5249" y="11891"/>
                </a:lnTo>
                <a:lnTo>
                  <a:pt x="5349" y="12124"/>
                </a:lnTo>
                <a:lnTo>
                  <a:pt x="5437" y="12317"/>
                </a:lnTo>
                <a:lnTo>
                  <a:pt x="5525" y="12549"/>
                </a:lnTo>
                <a:lnTo>
                  <a:pt x="5663" y="12781"/>
                </a:lnTo>
                <a:lnTo>
                  <a:pt x="5751" y="13027"/>
                </a:lnTo>
                <a:lnTo>
                  <a:pt x="5851" y="13259"/>
                </a:lnTo>
                <a:lnTo>
                  <a:pt x="5939" y="13491"/>
                </a:lnTo>
                <a:lnTo>
                  <a:pt x="6027" y="13723"/>
                </a:lnTo>
                <a:lnTo>
                  <a:pt x="6165" y="13968"/>
                </a:lnTo>
                <a:lnTo>
                  <a:pt x="6253" y="14200"/>
                </a:lnTo>
                <a:lnTo>
                  <a:pt x="6354" y="14381"/>
                </a:lnTo>
                <a:lnTo>
                  <a:pt x="6441" y="14626"/>
                </a:lnTo>
                <a:lnTo>
                  <a:pt x="6529" y="14858"/>
                </a:lnTo>
                <a:lnTo>
                  <a:pt x="6668" y="15090"/>
                </a:lnTo>
                <a:lnTo>
                  <a:pt x="6755" y="15322"/>
                </a:lnTo>
                <a:lnTo>
                  <a:pt x="6856" y="15555"/>
                </a:lnTo>
                <a:lnTo>
                  <a:pt x="6944" y="15800"/>
                </a:lnTo>
                <a:lnTo>
                  <a:pt x="7032" y="16032"/>
                </a:lnTo>
                <a:lnTo>
                  <a:pt x="7170" y="16264"/>
                </a:lnTo>
                <a:lnTo>
                  <a:pt x="7258" y="16496"/>
                </a:lnTo>
                <a:lnTo>
                  <a:pt x="7358" y="16741"/>
                </a:lnTo>
                <a:lnTo>
                  <a:pt x="7446" y="16922"/>
                </a:lnTo>
                <a:lnTo>
                  <a:pt x="7534" y="17154"/>
                </a:lnTo>
                <a:lnTo>
                  <a:pt x="7672" y="17399"/>
                </a:lnTo>
                <a:lnTo>
                  <a:pt x="7760" y="17631"/>
                </a:lnTo>
                <a:lnTo>
                  <a:pt x="7860" y="17863"/>
                </a:lnTo>
                <a:lnTo>
                  <a:pt x="7948" y="18095"/>
                </a:lnTo>
                <a:lnTo>
                  <a:pt x="8036" y="18328"/>
                </a:lnTo>
                <a:lnTo>
                  <a:pt x="8174" y="18573"/>
                </a:lnTo>
                <a:lnTo>
                  <a:pt x="8262" y="18805"/>
                </a:lnTo>
                <a:lnTo>
                  <a:pt x="8363" y="19037"/>
                </a:lnTo>
                <a:lnTo>
                  <a:pt x="8451" y="19269"/>
                </a:lnTo>
                <a:lnTo>
                  <a:pt x="8539" y="19514"/>
                </a:lnTo>
                <a:lnTo>
                  <a:pt x="8677" y="19746"/>
                </a:lnTo>
                <a:lnTo>
                  <a:pt x="8765" y="19979"/>
                </a:lnTo>
                <a:lnTo>
                  <a:pt x="8865" y="20172"/>
                </a:lnTo>
                <a:lnTo>
                  <a:pt x="8953" y="20404"/>
                </a:lnTo>
                <a:lnTo>
                  <a:pt x="9041" y="20636"/>
                </a:lnTo>
                <a:lnTo>
                  <a:pt x="9179" y="20869"/>
                </a:lnTo>
                <a:lnTo>
                  <a:pt x="9279" y="21114"/>
                </a:lnTo>
                <a:lnTo>
                  <a:pt x="9367" y="21346"/>
                </a:lnTo>
                <a:lnTo>
                  <a:pt x="9455" y="21578"/>
                </a:lnTo>
                <a:lnTo>
                  <a:pt x="9543" y="21810"/>
                </a:lnTo>
                <a:lnTo>
                  <a:pt x="9681" y="22042"/>
                </a:lnTo>
                <a:lnTo>
                  <a:pt x="9782" y="22287"/>
                </a:lnTo>
                <a:lnTo>
                  <a:pt x="9870" y="22519"/>
                </a:lnTo>
                <a:lnTo>
                  <a:pt x="9958" y="22752"/>
                </a:lnTo>
                <a:lnTo>
                  <a:pt x="10045" y="22984"/>
                </a:lnTo>
                <a:lnTo>
                  <a:pt x="10184" y="23229"/>
                </a:lnTo>
                <a:lnTo>
                  <a:pt x="10284" y="23461"/>
                </a:lnTo>
                <a:lnTo>
                  <a:pt x="10372" y="23693"/>
                </a:lnTo>
                <a:lnTo>
                  <a:pt x="10460" y="23925"/>
                </a:lnTo>
                <a:lnTo>
                  <a:pt x="10548" y="24119"/>
                </a:lnTo>
                <a:lnTo>
                  <a:pt x="10686" y="24351"/>
                </a:lnTo>
                <a:lnTo>
                  <a:pt x="10786" y="24583"/>
                </a:lnTo>
                <a:lnTo>
                  <a:pt x="10874" y="24815"/>
                </a:lnTo>
                <a:lnTo>
                  <a:pt x="10962" y="25060"/>
                </a:lnTo>
                <a:lnTo>
                  <a:pt x="11050" y="25293"/>
                </a:lnTo>
                <a:lnTo>
                  <a:pt x="11188" y="25525"/>
                </a:lnTo>
                <a:lnTo>
                  <a:pt x="11289" y="25757"/>
                </a:lnTo>
                <a:lnTo>
                  <a:pt x="11377" y="26002"/>
                </a:lnTo>
                <a:lnTo>
                  <a:pt x="11464" y="26234"/>
                </a:lnTo>
                <a:lnTo>
                  <a:pt x="11565" y="26466"/>
                </a:lnTo>
                <a:lnTo>
                  <a:pt x="11690" y="26698"/>
                </a:lnTo>
                <a:lnTo>
                  <a:pt x="11791" y="26931"/>
                </a:lnTo>
                <a:lnTo>
                  <a:pt x="11879" y="27176"/>
                </a:lnTo>
                <a:lnTo>
                  <a:pt x="11967" y="27408"/>
                </a:lnTo>
                <a:lnTo>
                  <a:pt x="12067" y="27640"/>
                </a:lnTo>
                <a:lnTo>
                  <a:pt x="12193" y="27872"/>
                </a:lnTo>
                <a:lnTo>
                  <a:pt x="12293" y="28117"/>
                </a:lnTo>
                <a:lnTo>
                  <a:pt x="12381" y="28349"/>
                </a:lnTo>
                <a:lnTo>
                  <a:pt x="12469" y="28582"/>
                </a:lnTo>
                <a:lnTo>
                  <a:pt x="12570" y="28814"/>
                </a:lnTo>
                <a:lnTo>
                  <a:pt x="12695" y="29046"/>
                </a:lnTo>
                <a:lnTo>
                  <a:pt x="12796" y="29291"/>
                </a:lnTo>
                <a:lnTo>
                  <a:pt x="12883" y="29523"/>
                </a:lnTo>
                <a:lnTo>
                  <a:pt x="12971" y="29755"/>
                </a:lnTo>
                <a:lnTo>
                  <a:pt x="13072" y="29987"/>
                </a:lnTo>
                <a:lnTo>
                  <a:pt x="13210" y="30232"/>
                </a:lnTo>
                <a:lnTo>
                  <a:pt x="13298" y="30465"/>
                </a:lnTo>
                <a:lnTo>
                  <a:pt x="13386" y="30697"/>
                </a:lnTo>
                <a:lnTo>
                  <a:pt x="13474" y="30929"/>
                </a:lnTo>
                <a:lnTo>
                  <a:pt x="13574" y="31122"/>
                </a:lnTo>
                <a:lnTo>
                  <a:pt x="13712" y="31355"/>
                </a:lnTo>
                <a:lnTo>
                  <a:pt x="13800" y="31587"/>
                </a:lnTo>
                <a:lnTo>
                  <a:pt x="13888" y="31819"/>
                </a:lnTo>
                <a:lnTo>
                  <a:pt x="13976" y="32064"/>
                </a:lnTo>
                <a:lnTo>
                  <a:pt x="14076" y="32296"/>
                </a:lnTo>
                <a:lnTo>
                  <a:pt x="14215" y="32528"/>
                </a:lnTo>
                <a:lnTo>
                  <a:pt x="14302" y="32761"/>
                </a:lnTo>
                <a:lnTo>
                  <a:pt x="14390" y="33006"/>
                </a:lnTo>
                <a:lnTo>
                  <a:pt x="14478" y="33238"/>
                </a:lnTo>
                <a:lnTo>
                  <a:pt x="14579" y="33470"/>
                </a:lnTo>
                <a:lnTo>
                  <a:pt x="14717" y="33702"/>
                </a:lnTo>
                <a:lnTo>
                  <a:pt x="14805" y="33934"/>
                </a:lnTo>
                <a:lnTo>
                  <a:pt x="14893" y="34179"/>
                </a:lnTo>
                <a:lnTo>
                  <a:pt x="14981" y="34411"/>
                </a:lnTo>
                <a:lnTo>
                  <a:pt x="15081" y="34644"/>
                </a:lnTo>
                <a:lnTo>
                  <a:pt x="15219" y="34876"/>
                </a:lnTo>
                <a:lnTo>
                  <a:pt x="15307" y="35121"/>
                </a:lnTo>
                <a:lnTo>
                  <a:pt x="15395" y="35353"/>
                </a:lnTo>
                <a:lnTo>
                  <a:pt x="15495" y="35585"/>
                </a:lnTo>
                <a:lnTo>
                  <a:pt x="15583" y="35817"/>
                </a:lnTo>
                <a:lnTo>
                  <a:pt x="15721" y="36050"/>
                </a:lnTo>
                <a:lnTo>
                  <a:pt x="15809" y="36295"/>
                </a:lnTo>
                <a:lnTo>
                  <a:pt x="15897" y="36527"/>
                </a:lnTo>
                <a:lnTo>
                  <a:pt x="15998" y="36759"/>
                </a:lnTo>
                <a:lnTo>
                  <a:pt x="16086" y="36991"/>
                </a:lnTo>
                <a:lnTo>
                  <a:pt x="16224" y="37236"/>
                </a:lnTo>
                <a:lnTo>
                  <a:pt x="16312" y="37468"/>
                </a:lnTo>
                <a:lnTo>
                  <a:pt x="16400" y="37700"/>
                </a:lnTo>
                <a:lnTo>
                  <a:pt x="16500" y="37933"/>
                </a:lnTo>
                <a:lnTo>
                  <a:pt x="16588" y="38165"/>
                </a:lnTo>
                <a:lnTo>
                  <a:pt x="16726" y="38410"/>
                </a:lnTo>
                <a:lnTo>
                  <a:pt x="16814" y="38642"/>
                </a:lnTo>
                <a:lnTo>
                  <a:pt x="16902" y="38926"/>
                </a:lnTo>
                <a:lnTo>
                  <a:pt x="17002" y="39158"/>
                </a:lnTo>
                <a:lnTo>
                  <a:pt x="17090" y="39390"/>
                </a:lnTo>
                <a:lnTo>
                  <a:pt x="17228" y="39622"/>
                </a:lnTo>
                <a:lnTo>
                  <a:pt x="17316" y="39867"/>
                </a:lnTo>
                <a:lnTo>
                  <a:pt x="17404" y="40099"/>
                </a:lnTo>
                <a:lnTo>
                  <a:pt x="17505" y="40332"/>
                </a:lnTo>
                <a:lnTo>
                  <a:pt x="17592" y="40564"/>
                </a:lnTo>
                <a:lnTo>
                  <a:pt x="17731" y="40809"/>
                </a:lnTo>
                <a:lnTo>
                  <a:pt x="17819" y="41041"/>
                </a:lnTo>
                <a:lnTo>
                  <a:pt x="17906" y="41273"/>
                </a:lnTo>
                <a:lnTo>
                  <a:pt x="18007" y="41505"/>
                </a:lnTo>
                <a:lnTo>
                  <a:pt x="18095" y="41738"/>
                </a:lnTo>
                <a:lnTo>
                  <a:pt x="18233" y="41983"/>
                </a:lnTo>
                <a:lnTo>
                  <a:pt x="18321" y="42215"/>
                </a:lnTo>
                <a:lnTo>
                  <a:pt x="18409" y="42447"/>
                </a:lnTo>
                <a:lnTo>
                  <a:pt x="18509" y="42679"/>
                </a:lnTo>
                <a:lnTo>
                  <a:pt x="18597" y="42924"/>
                </a:lnTo>
                <a:lnTo>
                  <a:pt x="18735" y="43156"/>
                </a:lnTo>
                <a:lnTo>
                  <a:pt x="18823" y="43388"/>
                </a:lnTo>
                <a:lnTo>
                  <a:pt x="18911" y="43621"/>
                </a:lnTo>
                <a:lnTo>
                  <a:pt x="19011" y="43853"/>
                </a:lnTo>
                <a:lnTo>
                  <a:pt x="19099" y="44098"/>
                </a:lnTo>
                <a:lnTo>
                  <a:pt x="19238" y="44330"/>
                </a:lnTo>
                <a:lnTo>
                  <a:pt x="19325" y="44562"/>
                </a:lnTo>
                <a:lnTo>
                  <a:pt x="19426" y="44794"/>
                </a:lnTo>
                <a:lnTo>
                  <a:pt x="19514" y="45039"/>
                </a:lnTo>
                <a:lnTo>
                  <a:pt x="19652" y="45272"/>
                </a:lnTo>
                <a:lnTo>
                  <a:pt x="19740" y="45504"/>
                </a:lnTo>
                <a:lnTo>
                  <a:pt x="19828" y="45736"/>
                </a:lnTo>
                <a:lnTo>
                  <a:pt x="19928" y="45968"/>
                </a:lnTo>
                <a:lnTo>
                  <a:pt x="20016" y="46213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8341124" y="4097962"/>
            <a:ext cx="20016" cy="47941"/>
          </a:xfrm>
          <a:custGeom>
            <a:avLst/>
            <a:gdLst/>
            <a:ahLst/>
            <a:cxnLst/>
            <a:rect l="l" t="t" r="r" b="b"/>
            <a:pathLst>
              <a:path w="20016" h="47941">
                <a:moveTo>
                  <a:pt x="0" y="0"/>
                </a:moveTo>
                <a:lnTo>
                  <a:pt x="138" y="283"/>
                </a:lnTo>
                <a:lnTo>
                  <a:pt x="226" y="515"/>
                </a:lnTo>
                <a:lnTo>
                  <a:pt x="313" y="748"/>
                </a:lnTo>
                <a:lnTo>
                  <a:pt x="414" y="980"/>
                </a:lnTo>
                <a:lnTo>
                  <a:pt x="502" y="1212"/>
                </a:lnTo>
                <a:lnTo>
                  <a:pt x="640" y="1457"/>
                </a:lnTo>
                <a:lnTo>
                  <a:pt x="728" y="1689"/>
                </a:lnTo>
                <a:lnTo>
                  <a:pt x="816" y="1921"/>
                </a:lnTo>
                <a:lnTo>
                  <a:pt x="916" y="2153"/>
                </a:lnTo>
                <a:lnTo>
                  <a:pt x="1004" y="2399"/>
                </a:lnTo>
                <a:lnTo>
                  <a:pt x="1142" y="2631"/>
                </a:lnTo>
                <a:lnTo>
                  <a:pt x="1230" y="2863"/>
                </a:lnTo>
                <a:lnTo>
                  <a:pt x="1318" y="3095"/>
                </a:lnTo>
                <a:lnTo>
                  <a:pt x="1418" y="3327"/>
                </a:lnTo>
                <a:lnTo>
                  <a:pt x="1506" y="3572"/>
                </a:lnTo>
                <a:lnTo>
                  <a:pt x="1645" y="3804"/>
                </a:lnTo>
                <a:lnTo>
                  <a:pt x="1732" y="4037"/>
                </a:lnTo>
                <a:lnTo>
                  <a:pt x="1820" y="4269"/>
                </a:lnTo>
                <a:lnTo>
                  <a:pt x="1921" y="4553"/>
                </a:lnTo>
                <a:lnTo>
                  <a:pt x="2009" y="4785"/>
                </a:lnTo>
                <a:lnTo>
                  <a:pt x="2147" y="5030"/>
                </a:lnTo>
                <a:lnTo>
                  <a:pt x="2235" y="5262"/>
                </a:lnTo>
                <a:lnTo>
                  <a:pt x="2323" y="5494"/>
                </a:lnTo>
                <a:lnTo>
                  <a:pt x="2423" y="5726"/>
                </a:lnTo>
                <a:lnTo>
                  <a:pt x="2511" y="5958"/>
                </a:lnTo>
                <a:lnTo>
                  <a:pt x="2649" y="6203"/>
                </a:lnTo>
                <a:lnTo>
                  <a:pt x="2737" y="6436"/>
                </a:lnTo>
                <a:lnTo>
                  <a:pt x="2837" y="6668"/>
                </a:lnTo>
                <a:lnTo>
                  <a:pt x="2925" y="6900"/>
                </a:lnTo>
                <a:lnTo>
                  <a:pt x="3013" y="7145"/>
                </a:lnTo>
                <a:lnTo>
                  <a:pt x="3151" y="7377"/>
                </a:lnTo>
                <a:lnTo>
                  <a:pt x="3239" y="7609"/>
                </a:lnTo>
                <a:lnTo>
                  <a:pt x="3340" y="7893"/>
                </a:lnTo>
                <a:lnTo>
                  <a:pt x="3428" y="8125"/>
                </a:lnTo>
                <a:lnTo>
                  <a:pt x="3516" y="8357"/>
                </a:lnTo>
                <a:lnTo>
                  <a:pt x="3654" y="8602"/>
                </a:lnTo>
                <a:lnTo>
                  <a:pt x="3742" y="8835"/>
                </a:lnTo>
                <a:lnTo>
                  <a:pt x="3842" y="9067"/>
                </a:lnTo>
                <a:lnTo>
                  <a:pt x="3930" y="9299"/>
                </a:lnTo>
                <a:lnTo>
                  <a:pt x="4018" y="9531"/>
                </a:lnTo>
                <a:lnTo>
                  <a:pt x="4156" y="9776"/>
                </a:lnTo>
                <a:lnTo>
                  <a:pt x="4244" y="10008"/>
                </a:lnTo>
                <a:lnTo>
                  <a:pt x="4344" y="10241"/>
                </a:lnTo>
                <a:lnTo>
                  <a:pt x="4432" y="10473"/>
                </a:lnTo>
                <a:lnTo>
                  <a:pt x="4520" y="10718"/>
                </a:lnTo>
                <a:lnTo>
                  <a:pt x="4658" y="10989"/>
                </a:lnTo>
                <a:lnTo>
                  <a:pt x="4746" y="11234"/>
                </a:lnTo>
                <a:lnTo>
                  <a:pt x="4847" y="11466"/>
                </a:lnTo>
                <a:lnTo>
                  <a:pt x="4935" y="11698"/>
                </a:lnTo>
                <a:lnTo>
                  <a:pt x="5022" y="11930"/>
                </a:lnTo>
                <a:lnTo>
                  <a:pt x="5161" y="12175"/>
                </a:lnTo>
                <a:lnTo>
                  <a:pt x="5249" y="12407"/>
                </a:lnTo>
                <a:lnTo>
                  <a:pt x="5349" y="12640"/>
                </a:lnTo>
                <a:lnTo>
                  <a:pt x="5437" y="12872"/>
                </a:lnTo>
                <a:lnTo>
                  <a:pt x="5525" y="13104"/>
                </a:lnTo>
                <a:lnTo>
                  <a:pt x="5663" y="13349"/>
                </a:lnTo>
                <a:lnTo>
                  <a:pt x="5751" y="13633"/>
                </a:lnTo>
                <a:lnTo>
                  <a:pt x="5851" y="13865"/>
                </a:lnTo>
                <a:lnTo>
                  <a:pt x="5939" y="14097"/>
                </a:lnTo>
                <a:lnTo>
                  <a:pt x="6027" y="14329"/>
                </a:lnTo>
                <a:lnTo>
                  <a:pt x="6165" y="14561"/>
                </a:lnTo>
                <a:lnTo>
                  <a:pt x="6253" y="14806"/>
                </a:lnTo>
                <a:lnTo>
                  <a:pt x="6354" y="15039"/>
                </a:lnTo>
                <a:lnTo>
                  <a:pt x="6441" y="15271"/>
                </a:lnTo>
                <a:lnTo>
                  <a:pt x="6529" y="15503"/>
                </a:lnTo>
                <a:lnTo>
                  <a:pt x="6668" y="15748"/>
                </a:lnTo>
                <a:lnTo>
                  <a:pt x="6768" y="16019"/>
                </a:lnTo>
                <a:lnTo>
                  <a:pt x="6856" y="16264"/>
                </a:lnTo>
                <a:lnTo>
                  <a:pt x="6944" y="16496"/>
                </a:lnTo>
                <a:lnTo>
                  <a:pt x="7032" y="16728"/>
                </a:lnTo>
                <a:lnTo>
                  <a:pt x="7170" y="16960"/>
                </a:lnTo>
                <a:lnTo>
                  <a:pt x="7270" y="17205"/>
                </a:lnTo>
                <a:lnTo>
                  <a:pt x="7358" y="17438"/>
                </a:lnTo>
                <a:lnTo>
                  <a:pt x="7446" y="17670"/>
                </a:lnTo>
                <a:lnTo>
                  <a:pt x="7534" y="17902"/>
                </a:lnTo>
                <a:lnTo>
                  <a:pt x="7672" y="18186"/>
                </a:lnTo>
                <a:lnTo>
                  <a:pt x="7773" y="18418"/>
                </a:lnTo>
                <a:lnTo>
                  <a:pt x="7860" y="18650"/>
                </a:lnTo>
                <a:lnTo>
                  <a:pt x="7948" y="18895"/>
                </a:lnTo>
                <a:lnTo>
                  <a:pt x="8036" y="19127"/>
                </a:lnTo>
                <a:lnTo>
                  <a:pt x="8174" y="19359"/>
                </a:lnTo>
                <a:lnTo>
                  <a:pt x="8275" y="19592"/>
                </a:lnTo>
                <a:lnTo>
                  <a:pt x="8363" y="19837"/>
                </a:lnTo>
                <a:lnTo>
                  <a:pt x="8451" y="20069"/>
                </a:lnTo>
                <a:lnTo>
                  <a:pt x="8539" y="20353"/>
                </a:lnTo>
                <a:lnTo>
                  <a:pt x="8677" y="20585"/>
                </a:lnTo>
                <a:lnTo>
                  <a:pt x="8777" y="20817"/>
                </a:lnTo>
                <a:lnTo>
                  <a:pt x="8865" y="21049"/>
                </a:lnTo>
                <a:lnTo>
                  <a:pt x="8953" y="21294"/>
                </a:lnTo>
                <a:lnTo>
                  <a:pt x="9053" y="21526"/>
                </a:lnTo>
                <a:lnTo>
                  <a:pt x="9179" y="21758"/>
                </a:lnTo>
                <a:lnTo>
                  <a:pt x="9279" y="21991"/>
                </a:lnTo>
                <a:lnTo>
                  <a:pt x="9367" y="22274"/>
                </a:lnTo>
                <a:lnTo>
                  <a:pt x="9455" y="22507"/>
                </a:lnTo>
                <a:lnTo>
                  <a:pt x="9556" y="22752"/>
                </a:lnTo>
                <a:lnTo>
                  <a:pt x="9681" y="22984"/>
                </a:lnTo>
                <a:lnTo>
                  <a:pt x="9782" y="23216"/>
                </a:lnTo>
                <a:lnTo>
                  <a:pt x="9870" y="23448"/>
                </a:lnTo>
                <a:lnTo>
                  <a:pt x="9958" y="23680"/>
                </a:lnTo>
                <a:lnTo>
                  <a:pt x="10058" y="23925"/>
                </a:lnTo>
                <a:lnTo>
                  <a:pt x="10196" y="24209"/>
                </a:lnTo>
                <a:lnTo>
                  <a:pt x="10284" y="24441"/>
                </a:lnTo>
                <a:lnTo>
                  <a:pt x="10372" y="24673"/>
                </a:lnTo>
                <a:lnTo>
                  <a:pt x="10460" y="24906"/>
                </a:lnTo>
                <a:lnTo>
                  <a:pt x="10560" y="25138"/>
                </a:lnTo>
                <a:lnTo>
                  <a:pt x="10698" y="25383"/>
                </a:lnTo>
                <a:lnTo>
                  <a:pt x="10786" y="25615"/>
                </a:lnTo>
                <a:lnTo>
                  <a:pt x="10874" y="25847"/>
                </a:lnTo>
                <a:lnTo>
                  <a:pt x="10962" y="26131"/>
                </a:lnTo>
                <a:lnTo>
                  <a:pt x="11063" y="26363"/>
                </a:lnTo>
                <a:lnTo>
                  <a:pt x="11201" y="26595"/>
                </a:lnTo>
                <a:lnTo>
                  <a:pt x="11289" y="26840"/>
                </a:lnTo>
                <a:lnTo>
                  <a:pt x="11377" y="27072"/>
                </a:lnTo>
                <a:lnTo>
                  <a:pt x="11464" y="27305"/>
                </a:lnTo>
                <a:lnTo>
                  <a:pt x="11565" y="27537"/>
                </a:lnTo>
                <a:lnTo>
                  <a:pt x="11703" y="27821"/>
                </a:lnTo>
                <a:lnTo>
                  <a:pt x="11791" y="28053"/>
                </a:lnTo>
                <a:lnTo>
                  <a:pt x="11879" y="28298"/>
                </a:lnTo>
                <a:lnTo>
                  <a:pt x="11967" y="28530"/>
                </a:lnTo>
                <a:lnTo>
                  <a:pt x="12067" y="28762"/>
                </a:lnTo>
                <a:lnTo>
                  <a:pt x="12205" y="28994"/>
                </a:lnTo>
                <a:lnTo>
                  <a:pt x="12293" y="29226"/>
                </a:lnTo>
                <a:lnTo>
                  <a:pt x="12381" y="29510"/>
                </a:lnTo>
                <a:lnTo>
                  <a:pt x="12469" y="29755"/>
                </a:lnTo>
                <a:lnTo>
                  <a:pt x="12570" y="29987"/>
                </a:lnTo>
                <a:lnTo>
                  <a:pt x="12708" y="30220"/>
                </a:lnTo>
                <a:lnTo>
                  <a:pt x="12796" y="30452"/>
                </a:lnTo>
                <a:lnTo>
                  <a:pt x="12883" y="30684"/>
                </a:lnTo>
                <a:lnTo>
                  <a:pt x="12984" y="30929"/>
                </a:lnTo>
                <a:lnTo>
                  <a:pt x="13072" y="31213"/>
                </a:lnTo>
                <a:lnTo>
                  <a:pt x="13210" y="31445"/>
                </a:lnTo>
                <a:lnTo>
                  <a:pt x="13298" y="31677"/>
                </a:lnTo>
                <a:lnTo>
                  <a:pt x="13386" y="31909"/>
                </a:lnTo>
                <a:lnTo>
                  <a:pt x="13486" y="32141"/>
                </a:lnTo>
                <a:lnTo>
                  <a:pt x="13574" y="32386"/>
                </a:lnTo>
                <a:lnTo>
                  <a:pt x="13712" y="32619"/>
                </a:lnTo>
                <a:lnTo>
                  <a:pt x="13800" y="32902"/>
                </a:lnTo>
                <a:lnTo>
                  <a:pt x="13888" y="33135"/>
                </a:lnTo>
                <a:lnTo>
                  <a:pt x="13988" y="33367"/>
                </a:lnTo>
                <a:lnTo>
                  <a:pt x="14076" y="33599"/>
                </a:lnTo>
                <a:lnTo>
                  <a:pt x="14215" y="33844"/>
                </a:lnTo>
                <a:lnTo>
                  <a:pt x="14302" y="34076"/>
                </a:lnTo>
                <a:lnTo>
                  <a:pt x="14390" y="34360"/>
                </a:lnTo>
                <a:lnTo>
                  <a:pt x="14491" y="34592"/>
                </a:lnTo>
                <a:lnTo>
                  <a:pt x="14579" y="34824"/>
                </a:lnTo>
                <a:lnTo>
                  <a:pt x="14717" y="35056"/>
                </a:lnTo>
                <a:lnTo>
                  <a:pt x="14805" y="35301"/>
                </a:lnTo>
                <a:lnTo>
                  <a:pt x="14893" y="35534"/>
                </a:lnTo>
                <a:lnTo>
                  <a:pt x="14993" y="35766"/>
                </a:lnTo>
                <a:lnTo>
                  <a:pt x="15081" y="36050"/>
                </a:lnTo>
                <a:lnTo>
                  <a:pt x="15219" y="36282"/>
                </a:lnTo>
                <a:lnTo>
                  <a:pt x="15307" y="36514"/>
                </a:lnTo>
                <a:lnTo>
                  <a:pt x="15395" y="36759"/>
                </a:lnTo>
                <a:lnTo>
                  <a:pt x="15495" y="36991"/>
                </a:lnTo>
                <a:lnTo>
                  <a:pt x="15583" y="37223"/>
                </a:lnTo>
                <a:lnTo>
                  <a:pt x="15721" y="37507"/>
                </a:lnTo>
                <a:lnTo>
                  <a:pt x="15809" y="37739"/>
                </a:lnTo>
                <a:lnTo>
                  <a:pt x="15897" y="37971"/>
                </a:lnTo>
                <a:lnTo>
                  <a:pt x="15998" y="38216"/>
                </a:lnTo>
                <a:lnTo>
                  <a:pt x="16086" y="38449"/>
                </a:lnTo>
                <a:lnTo>
                  <a:pt x="16224" y="38681"/>
                </a:lnTo>
                <a:lnTo>
                  <a:pt x="16312" y="38964"/>
                </a:lnTo>
                <a:lnTo>
                  <a:pt x="16412" y="39197"/>
                </a:lnTo>
                <a:lnTo>
                  <a:pt x="16500" y="39429"/>
                </a:lnTo>
                <a:lnTo>
                  <a:pt x="16588" y="39674"/>
                </a:lnTo>
                <a:lnTo>
                  <a:pt x="16726" y="39906"/>
                </a:lnTo>
                <a:lnTo>
                  <a:pt x="16814" y="40138"/>
                </a:lnTo>
                <a:lnTo>
                  <a:pt x="16914" y="40422"/>
                </a:lnTo>
                <a:lnTo>
                  <a:pt x="17002" y="40654"/>
                </a:lnTo>
                <a:lnTo>
                  <a:pt x="17090" y="40886"/>
                </a:lnTo>
                <a:lnTo>
                  <a:pt x="17228" y="41131"/>
                </a:lnTo>
                <a:lnTo>
                  <a:pt x="17316" y="41363"/>
                </a:lnTo>
                <a:lnTo>
                  <a:pt x="17417" y="41647"/>
                </a:lnTo>
                <a:lnTo>
                  <a:pt x="17505" y="41879"/>
                </a:lnTo>
                <a:lnTo>
                  <a:pt x="17592" y="42112"/>
                </a:lnTo>
                <a:lnTo>
                  <a:pt x="17731" y="42344"/>
                </a:lnTo>
                <a:lnTo>
                  <a:pt x="17819" y="42589"/>
                </a:lnTo>
                <a:lnTo>
                  <a:pt x="17919" y="42821"/>
                </a:lnTo>
                <a:lnTo>
                  <a:pt x="18007" y="43105"/>
                </a:lnTo>
                <a:lnTo>
                  <a:pt x="18095" y="43337"/>
                </a:lnTo>
                <a:lnTo>
                  <a:pt x="18233" y="43569"/>
                </a:lnTo>
                <a:lnTo>
                  <a:pt x="18321" y="43801"/>
                </a:lnTo>
                <a:lnTo>
                  <a:pt x="18421" y="44033"/>
                </a:lnTo>
                <a:lnTo>
                  <a:pt x="18509" y="44278"/>
                </a:lnTo>
                <a:lnTo>
                  <a:pt x="18597" y="44562"/>
                </a:lnTo>
                <a:lnTo>
                  <a:pt x="18735" y="44794"/>
                </a:lnTo>
                <a:lnTo>
                  <a:pt x="18823" y="45027"/>
                </a:lnTo>
                <a:lnTo>
                  <a:pt x="18924" y="45259"/>
                </a:lnTo>
                <a:lnTo>
                  <a:pt x="19011" y="45491"/>
                </a:lnTo>
                <a:lnTo>
                  <a:pt x="19099" y="45775"/>
                </a:lnTo>
                <a:lnTo>
                  <a:pt x="19238" y="46020"/>
                </a:lnTo>
                <a:lnTo>
                  <a:pt x="19325" y="46252"/>
                </a:lnTo>
                <a:lnTo>
                  <a:pt x="19426" y="46484"/>
                </a:lnTo>
                <a:lnTo>
                  <a:pt x="19514" y="46716"/>
                </a:lnTo>
                <a:lnTo>
                  <a:pt x="19602" y="47000"/>
                </a:lnTo>
                <a:lnTo>
                  <a:pt x="19740" y="47232"/>
                </a:lnTo>
                <a:lnTo>
                  <a:pt x="19828" y="47477"/>
                </a:lnTo>
                <a:lnTo>
                  <a:pt x="19928" y="47709"/>
                </a:lnTo>
                <a:lnTo>
                  <a:pt x="20016" y="47941"/>
                </a:lnTo>
              </a:path>
            </a:pathLst>
          </a:custGeom>
          <a:ln w="176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8361141" y="4145904"/>
            <a:ext cx="20016" cy="48883"/>
          </a:xfrm>
          <a:custGeom>
            <a:avLst/>
            <a:gdLst/>
            <a:ahLst/>
            <a:cxnLst/>
            <a:rect l="l" t="t" r="r" b="b"/>
            <a:pathLst>
              <a:path w="20016" h="48883">
                <a:moveTo>
                  <a:pt x="0" y="0"/>
                </a:moveTo>
                <a:lnTo>
                  <a:pt x="87" y="232"/>
                </a:lnTo>
                <a:lnTo>
                  <a:pt x="226" y="515"/>
                </a:lnTo>
                <a:lnTo>
                  <a:pt x="326" y="748"/>
                </a:lnTo>
                <a:lnTo>
                  <a:pt x="414" y="993"/>
                </a:lnTo>
                <a:lnTo>
                  <a:pt x="502" y="1225"/>
                </a:lnTo>
                <a:lnTo>
                  <a:pt x="590" y="1457"/>
                </a:lnTo>
                <a:lnTo>
                  <a:pt x="728" y="1741"/>
                </a:lnTo>
                <a:lnTo>
                  <a:pt x="828" y="1973"/>
                </a:lnTo>
                <a:lnTo>
                  <a:pt x="916" y="2205"/>
                </a:lnTo>
                <a:lnTo>
                  <a:pt x="1004" y="2437"/>
                </a:lnTo>
                <a:lnTo>
                  <a:pt x="1092" y="2682"/>
                </a:lnTo>
                <a:lnTo>
                  <a:pt x="1230" y="2966"/>
                </a:lnTo>
                <a:lnTo>
                  <a:pt x="1331" y="3198"/>
                </a:lnTo>
                <a:lnTo>
                  <a:pt x="1418" y="3430"/>
                </a:lnTo>
                <a:lnTo>
                  <a:pt x="1506" y="3663"/>
                </a:lnTo>
                <a:lnTo>
                  <a:pt x="1594" y="3895"/>
                </a:lnTo>
                <a:lnTo>
                  <a:pt x="1732" y="4178"/>
                </a:lnTo>
                <a:lnTo>
                  <a:pt x="1833" y="4424"/>
                </a:lnTo>
                <a:lnTo>
                  <a:pt x="1921" y="4656"/>
                </a:lnTo>
                <a:lnTo>
                  <a:pt x="2009" y="4888"/>
                </a:lnTo>
                <a:lnTo>
                  <a:pt x="2097" y="5120"/>
                </a:lnTo>
                <a:lnTo>
                  <a:pt x="2235" y="5404"/>
                </a:lnTo>
                <a:lnTo>
                  <a:pt x="2335" y="5636"/>
                </a:lnTo>
                <a:lnTo>
                  <a:pt x="2423" y="5881"/>
                </a:lnTo>
                <a:lnTo>
                  <a:pt x="2511" y="6113"/>
                </a:lnTo>
                <a:lnTo>
                  <a:pt x="2611" y="6345"/>
                </a:lnTo>
                <a:lnTo>
                  <a:pt x="2737" y="6629"/>
                </a:lnTo>
                <a:lnTo>
                  <a:pt x="2837" y="6861"/>
                </a:lnTo>
                <a:lnTo>
                  <a:pt x="2925" y="7093"/>
                </a:lnTo>
                <a:lnTo>
                  <a:pt x="3013" y="7338"/>
                </a:lnTo>
                <a:lnTo>
                  <a:pt x="3114" y="7571"/>
                </a:lnTo>
                <a:lnTo>
                  <a:pt x="3239" y="7854"/>
                </a:lnTo>
                <a:lnTo>
                  <a:pt x="3340" y="8087"/>
                </a:lnTo>
                <a:lnTo>
                  <a:pt x="3428" y="8319"/>
                </a:lnTo>
                <a:lnTo>
                  <a:pt x="3516" y="8551"/>
                </a:lnTo>
                <a:lnTo>
                  <a:pt x="3616" y="8783"/>
                </a:lnTo>
                <a:lnTo>
                  <a:pt x="3742" y="9067"/>
                </a:lnTo>
                <a:lnTo>
                  <a:pt x="3842" y="9312"/>
                </a:lnTo>
                <a:lnTo>
                  <a:pt x="3930" y="9544"/>
                </a:lnTo>
                <a:lnTo>
                  <a:pt x="4018" y="9776"/>
                </a:lnTo>
                <a:lnTo>
                  <a:pt x="4118" y="10008"/>
                </a:lnTo>
                <a:lnTo>
                  <a:pt x="4256" y="10292"/>
                </a:lnTo>
                <a:lnTo>
                  <a:pt x="4344" y="10524"/>
                </a:lnTo>
                <a:lnTo>
                  <a:pt x="4432" y="10769"/>
                </a:lnTo>
                <a:lnTo>
                  <a:pt x="4520" y="11002"/>
                </a:lnTo>
                <a:lnTo>
                  <a:pt x="4621" y="11234"/>
                </a:lnTo>
                <a:lnTo>
                  <a:pt x="4759" y="11517"/>
                </a:lnTo>
                <a:lnTo>
                  <a:pt x="4847" y="11750"/>
                </a:lnTo>
                <a:lnTo>
                  <a:pt x="4935" y="11982"/>
                </a:lnTo>
                <a:lnTo>
                  <a:pt x="5022" y="12227"/>
                </a:lnTo>
                <a:lnTo>
                  <a:pt x="5123" y="12498"/>
                </a:lnTo>
                <a:lnTo>
                  <a:pt x="5261" y="12743"/>
                </a:lnTo>
                <a:lnTo>
                  <a:pt x="5349" y="12975"/>
                </a:lnTo>
                <a:lnTo>
                  <a:pt x="5437" y="13207"/>
                </a:lnTo>
                <a:lnTo>
                  <a:pt x="5525" y="13439"/>
                </a:lnTo>
                <a:lnTo>
                  <a:pt x="5625" y="13723"/>
                </a:lnTo>
                <a:lnTo>
                  <a:pt x="5763" y="13955"/>
                </a:lnTo>
                <a:lnTo>
                  <a:pt x="5851" y="14200"/>
                </a:lnTo>
                <a:lnTo>
                  <a:pt x="5939" y="14432"/>
                </a:lnTo>
                <a:lnTo>
                  <a:pt x="6027" y="14665"/>
                </a:lnTo>
                <a:lnTo>
                  <a:pt x="6128" y="14948"/>
                </a:lnTo>
                <a:lnTo>
                  <a:pt x="6266" y="15180"/>
                </a:lnTo>
                <a:lnTo>
                  <a:pt x="6354" y="15413"/>
                </a:lnTo>
                <a:lnTo>
                  <a:pt x="6441" y="15658"/>
                </a:lnTo>
                <a:lnTo>
                  <a:pt x="6542" y="15929"/>
                </a:lnTo>
                <a:lnTo>
                  <a:pt x="6630" y="16174"/>
                </a:lnTo>
                <a:lnTo>
                  <a:pt x="6768" y="16406"/>
                </a:lnTo>
                <a:lnTo>
                  <a:pt x="6856" y="16638"/>
                </a:lnTo>
                <a:lnTo>
                  <a:pt x="6944" y="16870"/>
                </a:lnTo>
                <a:lnTo>
                  <a:pt x="7044" y="17154"/>
                </a:lnTo>
                <a:lnTo>
                  <a:pt x="7132" y="17386"/>
                </a:lnTo>
                <a:lnTo>
                  <a:pt x="7270" y="17631"/>
                </a:lnTo>
                <a:lnTo>
                  <a:pt x="7358" y="17863"/>
                </a:lnTo>
                <a:lnTo>
                  <a:pt x="7446" y="18147"/>
                </a:lnTo>
                <a:lnTo>
                  <a:pt x="7547" y="18379"/>
                </a:lnTo>
                <a:lnTo>
                  <a:pt x="7634" y="18611"/>
                </a:lnTo>
                <a:lnTo>
                  <a:pt x="7773" y="18844"/>
                </a:lnTo>
                <a:lnTo>
                  <a:pt x="7860" y="19089"/>
                </a:lnTo>
                <a:lnTo>
                  <a:pt x="7948" y="19359"/>
                </a:lnTo>
                <a:lnTo>
                  <a:pt x="8049" y="19605"/>
                </a:lnTo>
                <a:lnTo>
                  <a:pt x="8137" y="19837"/>
                </a:lnTo>
                <a:lnTo>
                  <a:pt x="8275" y="20069"/>
                </a:lnTo>
                <a:lnTo>
                  <a:pt x="8363" y="20353"/>
                </a:lnTo>
                <a:lnTo>
                  <a:pt x="8451" y="20585"/>
                </a:lnTo>
                <a:lnTo>
                  <a:pt x="8551" y="20817"/>
                </a:lnTo>
                <a:lnTo>
                  <a:pt x="8639" y="21062"/>
                </a:lnTo>
                <a:lnTo>
                  <a:pt x="8777" y="21294"/>
                </a:lnTo>
                <a:lnTo>
                  <a:pt x="8865" y="21578"/>
                </a:lnTo>
                <a:lnTo>
                  <a:pt x="8953" y="21810"/>
                </a:lnTo>
                <a:lnTo>
                  <a:pt x="9053" y="22042"/>
                </a:lnTo>
                <a:lnTo>
                  <a:pt x="9141" y="22274"/>
                </a:lnTo>
                <a:lnTo>
                  <a:pt x="9279" y="22558"/>
                </a:lnTo>
                <a:lnTo>
                  <a:pt x="9367" y="22803"/>
                </a:lnTo>
                <a:lnTo>
                  <a:pt x="9455" y="23035"/>
                </a:lnTo>
                <a:lnTo>
                  <a:pt x="9556" y="23268"/>
                </a:lnTo>
                <a:lnTo>
                  <a:pt x="9644" y="23500"/>
                </a:lnTo>
                <a:lnTo>
                  <a:pt x="9782" y="23783"/>
                </a:lnTo>
                <a:lnTo>
                  <a:pt x="9870" y="24016"/>
                </a:lnTo>
                <a:lnTo>
                  <a:pt x="9958" y="24261"/>
                </a:lnTo>
                <a:lnTo>
                  <a:pt x="10058" y="24493"/>
                </a:lnTo>
                <a:lnTo>
                  <a:pt x="10146" y="24777"/>
                </a:lnTo>
                <a:lnTo>
                  <a:pt x="10284" y="25009"/>
                </a:lnTo>
                <a:lnTo>
                  <a:pt x="10372" y="25241"/>
                </a:lnTo>
                <a:lnTo>
                  <a:pt x="10472" y="25473"/>
                </a:lnTo>
                <a:lnTo>
                  <a:pt x="10560" y="25757"/>
                </a:lnTo>
                <a:lnTo>
                  <a:pt x="10648" y="25989"/>
                </a:lnTo>
                <a:lnTo>
                  <a:pt x="10786" y="26234"/>
                </a:lnTo>
                <a:lnTo>
                  <a:pt x="10874" y="26466"/>
                </a:lnTo>
                <a:lnTo>
                  <a:pt x="10975" y="26698"/>
                </a:lnTo>
                <a:lnTo>
                  <a:pt x="11063" y="26982"/>
                </a:lnTo>
                <a:lnTo>
                  <a:pt x="11151" y="27214"/>
                </a:lnTo>
                <a:lnTo>
                  <a:pt x="11289" y="27447"/>
                </a:lnTo>
                <a:lnTo>
                  <a:pt x="11377" y="27692"/>
                </a:lnTo>
                <a:lnTo>
                  <a:pt x="11477" y="27962"/>
                </a:lnTo>
                <a:lnTo>
                  <a:pt x="11565" y="28207"/>
                </a:lnTo>
                <a:lnTo>
                  <a:pt x="11653" y="28440"/>
                </a:lnTo>
                <a:lnTo>
                  <a:pt x="11791" y="28672"/>
                </a:lnTo>
                <a:lnTo>
                  <a:pt x="11879" y="28956"/>
                </a:lnTo>
                <a:lnTo>
                  <a:pt x="11979" y="29188"/>
                </a:lnTo>
                <a:lnTo>
                  <a:pt x="12067" y="29420"/>
                </a:lnTo>
                <a:lnTo>
                  <a:pt x="12155" y="29665"/>
                </a:lnTo>
                <a:lnTo>
                  <a:pt x="12293" y="29936"/>
                </a:lnTo>
                <a:lnTo>
                  <a:pt x="12381" y="30181"/>
                </a:lnTo>
                <a:lnTo>
                  <a:pt x="12482" y="30413"/>
                </a:lnTo>
                <a:lnTo>
                  <a:pt x="12570" y="30645"/>
                </a:lnTo>
                <a:lnTo>
                  <a:pt x="12657" y="30877"/>
                </a:lnTo>
                <a:lnTo>
                  <a:pt x="12796" y="31161"/>
                </a:lnTo>
                <a:lnTo>
                  <a:pt x="12883" y="31393"/>
                </a:lnTo>
                <a:lnTo>
                  <a:pt x="12984" y="31638"/>
                </a:lnTo>
                <a:lnTo>
                  <a:pt x="13072" y="31871"/>
                </a:lnTo>
                <a:lnTo>
                  <a:pt x="13160" y="32154"/>
                </a:lnTo>
                <a:lnTo>
                  <a:pt x="13298" y="32386"/>
                </a:lnTo>
                <a:lnTo>
                  <a:pt x="13386" y="32619"/>
                </a:lnTo>
                <a:lnTo>
                  <a:pt x="13486" y="32851"/>
                </a:lnTo>
                <a:lnTo>
                  <a:pt x="13574" y="33135"/>
                </a:lnTo>
                <a:lnTo>
                  <a:pt x="13662" y="33380"/>
                </a:lnTo>
                <a:lnTo>
                  <a:pt x="13800" y="33612"/>
                </a:lnTo>
                <a:lnTo>
                  <a:pt x="13901" y="33844"/>
                </a:lnTo>
                <a:lnTo>
                  <a:pt x="13988" y="34128"/>
                </a:lnTo>
                <a:lnTo>
                  <a:pt x="14076" y="34360"/>
                </a:lnTo>
                <a:lnTo>
                  <a:pt x="14164" y="34592"/>
                </a:lnTo>
                <a:lnTo>
                  <a:pt x="14302" y="34837"/>
                </a:lnTo>
                <a:lnTo>
                  <a:pt x="14403" y="35108"/>
                </a:lnTo>
                <a:lnTo>
                  <a:pt x="14491" y="35353"/>
                </a:lnTo>
                <a:lnTo>
                  <a:pt x="14579" y="35585"/>
                </a:lnTo>
                <a:lnTo>
                  <a:pt x="14667" y="35817"/>
                </a:lnTo>
                <a:lnTo>
                  <a:pt x="14805" y="36101"/>
                </a:lnTo>
                <a:lnTo>
                  <a:pt x="14905" y="36333"/>
                </a:lnTo>
                <a:lnTo>
                  <a:pt x="14993" y="36565"/>
                </a:lnTo>
                <a:lnTo>
                  <a:pt x="15081" y="36810"/>
                </a:lnTo>
                <a:lnTo>
                  <a:pt x="15169" y="37081"/>
                </a:lnTo>
                <a:lnTo>
                  <a:pt x="15307" y="37326"/>
                </a:lnTo>
                <a:lnTo>
                  <a:pt x="15407" y="37559"/>
                </a:lnTo>
                <a:lnTo>
                  <a:pt x="15495" y="37791"/>
                </a:lnTo>
                <a:lnTo>
                  <a:pt x="15583" y="38023"/>
                </a:lnTo>
                <a:lnTo>
                  <a:pt x="15671" y="38307"/>
                </a:lnTo>
                <a:lnTo>
                  <a:pt x="15809" y="38539"/>
                </a:lnTo>
                <a:lnTo>
                  <a:pt x="15910" y="38784"/>
                </a:lnTo>
                <a:lnTo>
                  <a:pt x="15998" y="39016"/>
                </a:lnTo>
                <a:lnTo>
                  <a:pt x="16086" y="39300"/>
                </a:lnTo>
                <a:lnTo>
                  <a:pt x="16173" y="39532"/>
                </a:lnTo>
                <a:lnTo>
                  <a:pt x="16312" y="39764"/>
                </a:lnTo>
                <a:lnTo>
                  <a:pt x="16412" y="39996"/>
                </a:lnTo>
                <a:lnTo>
                  <a:pt x="16500" y="40280"/>
                </a:lnTo>
                <a:lnTo>
                  <a:pt x="16588" y="40512"/>
                </a:lnTo>
                <a:lnTo>
                  <a:pt x="16688" y="40757"/>
                </a:lnTo>
                <a:lnTo>
                  <a:pt x="16814" y="40989"/>
                </a:lnTo>
                <a:lnTo>
                  <a:pt x="16914" y="41273"/>
                </a:lnTo>
                <a:lnTo>
                  <a:pt x="17002" y="41505"/>
                </a:lnTo>
                <a:lnTo>
                  <a:pt x="17090" y="41738"/>
                </a:lnTo>
                <a:lnTo>
                  <a:pt x="17191" y="41970"/>
                </a:lnTo>
                <a:lnTo>
                  <a:pt x="17316" y="42253"/>
                </a:lnTo>
                <a:lnTo>
                  <a:pt x="17417" y="42499"/>
                </a:lnTo>
                <a:lnTo>
                  <a:pt x="17505" y="42731"/>
                </a:lnTo>
                <a:lnTo>
                  <a:pt x="17592" y="42963"/>
                </a:lnTo>
                <a:lnTo>
                  <a:pt x="17693" y="43247"/>
                </a:lnTo>
                <a:lnTo>
                  <a:pt x="17831" y="43479"/>
                </a:lnTo>
                <a:lnTo>
                  <a:pt x="17919" y="43711"/>
                </a:lnTo>
                <a:lnTo>
                  <a:pt x="18007" y="43956"/>
                </a:lnTo>
                <a:lnTo>
                  <a:pt x="18095" y="44227"/>
                </a:lnTo>
                <a:lnTo>
                  <a:pt x="18195" y="44472"/>
                </a:lnTo>
                <a:lnTo>
                  <a:pt x="18333" y="44704"/>
                </a:lnTo>
                <a:lnTo>
                  <a:pt x="18421" y="44936"/>
                </a:lnTo>
                <a:lnTo>
                  <a:pt x="18509" y="45220"/>
                </a:lnTo>
                <a:lnTo>
                  <a:pt x="18597" y="45452"/>
                </a:lnTo>
                <a:lnTo>
                  <a:pt x="18698" y="45684"/>
                </a:lnTo>
                <a:lnTo>
                  <a:pt x="18836" y="45929"/>
                </a:lnTo>
                <a:lnTo>
                  <a:pt x="18924" y="46200"/>
                </a:lnTo>
                <a:lnTo>
                  <a:pt x="19011" y="46445"/>
                </a:lnTo>
                <a:lnTo>
                  <a:pt x="19099" y="46677"/>
                </a:lnTo>
                <a:lnTo>
                  <a:pt x="19200" y="46910"/>
                </a:lnTo>
                <a:lnTo>
                  <a:pt x="19338" y="47193"/>
                </a:lnTo>
                <a:lnTo>
                  <a:pt x="19426" y="47426"/>
                </a:lnTo>
                <a:lnTo>
                  <a:pt x="19514" y="47658"/>
                </a:lnTo>
                <a:lnTo>
                  <a:pt x="19602" y="47903"/>
                </a:lnTo>
                <a:lnTo>
                  <a:pt x="19702" y="48187"/>
                </a:lnTo>
                <a:lnTo>
                  <a:pt x="19840" y="48419"/>
                </a:lnTo>
                <a:lnTo>
                  <a:pt x="19928" y="48651"/>
                </a:lnTo>
                <a:lnTo>
                  <a:pt x="20016" y="48883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8381157" y="4194788"/>
            <a:ext cx="5035" cy="12317"/>
          </a:xfrm>
          <a:custGeom>
            <a:avLst/>
            <a:gdLst/>
            <a:ahLst/>
            <a:cxnLst/>
            <a:rect l="l" t="t" r="r" b="b"/>
            <a:pathLst>
              <a:path w="5035" h="12317">
                <a:moveTo>
                  <a:pt x="0" y="0"/>
                </a:moveTo>
                <a:lnTo>
                  <a:pt x="100" y="283"/>
                </a:lnTo>
                <a:lnTo>
                  <a:pt x="188" y="515"/>
                </a:lnTo>
                <a:lnTo>
                  <a:pt x="326" y="760"/>
                </a:lnTo>
                <a:lnTo>
                  <a:pt x="414" y="993"/>
                </a:lnTo>
                <a:lnTo>
                  <a:pt x="502" y="1276"/>
                </a:lnTo>
                <a:lnTo>
                  <a:pt x="602" y="1509"/>
                </a:lnTo>
                <a:lnTo>
                  <a:pt x="690" y="1741"/>
                </a:lnTo>
                <a:lnTo>
                  <a:pt x="828" y="1973"/>
                </a:lnTo>
                <a:lnTo>
                  <a:pt x="916" y="2257"/>
                </a:lnTo>
                <a:lnTo>
                  <a:pt x="1004" y="2489"/>
                </a:lnTo>
                <a:lnTo>
                  <a:pt x="1105" y="2734"/>
                </a:lnTo>
                <a:lnTo>
                  <a:pt x="1192" y="2966"/>
                </a:lnTo>
                <a:lnTo>
                  <a:pt x="1331" y="3250"/>
                </a:lnTo>
                <a:lnTo>
                  <a:pt x="1418" y="3482"/>
                </a:lnTo>
                <a:lnTo>
                  <a:pt x="1506" y="3714"/>
                </a:lnTo>
                <a:lnTo>
                  <a:pt x="1607" y="3946"/>
                </a:lnTo>
                <a:lnTo>
                  <a:pt x="1695" y="4230"/>
                </a:lnTo>
                <a:lnTo>
                  <a:pt x="1833" y="4462"/>
                </a:lnTo>
                <a:lnTo>
                  <a:pt x="1921" y="4707"/>
                </a:lnTo>
                <a:lnTo>
                  <a:pt x="2009" y="4939"/>
                </a:lnTo>
                <a:lnTo>
                  <a:pt x="2109" y="5223"/>
                </a:lnTo>
                <a:lnTo>
                  <a:pt x="2197" y="5455"/>
                </a:lnTo>
                <a:lnTo>
                  <a:pt x="2335" y="5688"/>
                </a:lnTo>
                <a:lnTo>
                  <a:pt x="2423" y="5920"/>
                </a:lnTo>
                <a:lnTo>
                  <a:pt x="2511" y="6203"/>
                </a:lnTo>
                <a:lnTo>
                  <a:pt x="2611" y="6436"/>
                </a:lnTo>
                <a:lnTo>
                  <a:pt x="2699" y="6681"/>
                </a:lnTo>
                <a:lnTo>
                  <a:pt x="2837" y="6913"/>
                </a:lnTo>
                <a:lnTo>
                  <a:pt x="2925" y="7197"/>
                </a:lnTo>
                <a:lnTo>
                  <a:pt x="3013" y="7429"/>
                </a:lnTo>
                <a:lnTo>
                  <a:pt x="3114" y="7661"/>
                </a:lnTo>
                <a:lnTo>
                  <a:pt x="3202" y="7893"/>
                </a:lnTo>
                <a:lnTo>
                  <a:pt x="3340" y="8177"/>
                </a:lnTo>
                <a:lnTo>
                  <a:pt x="3428" y="8422"/>
                </a:lnTo>
                <a:lnTo>
                  <a:pt x="3516" y="8654"/>
                </a:lnTo>
                <a:lnTo>
                  <a:pt x="3616" y="8886"/>
                </a:lnTo>
                <a:lnTo>
                  <a:pt x="3704" y="9170"/>
                </a:lnTo>
                <a:lnTo>
                  <a:pt x="3842" y="9402"/>
                </a:lnTo>
                <a:lnTo>
                  <a:pt x="3930" y="9634"/>
                </a:lnTo>
                <a:lnTo>
                  <a:pt x="4030" y="9879"/>
                </a:lnTo>
                <a:lnTo>
                  <a:pt x="4118" y="10150"/>
                </a:lnTo>
                <a:lnTo>
                  <a:pt x="4206" y="10395"/>
                </a:lnTo>
                <a:lnTo>
                  <a:pt x="4344" y="10627"/>
                </a:lnTo>
                <a:lnTo>
                  <a:pt x="4432" y="10860"/>
                </a:lnTo>
                <a:lnTo>
                  <a:pt x="4533" y="11143"/>
                </a:lnTo>
                <a:lnTo>
                  <a:pt x="4621" y="11376"/>
                </a:lnTo>
                <a:lnTo>
                  <a:pt x="4709" y="11608"/>
                </a:lnTo>
                <a:lnTo>
                  <a:pt x="4847" y="11853"/>
                </a:lnTo>
                <a:lnTo>
                  <a:pt x="4935" y="12124"/>
                </a:lnTo>
                <a:lnTo>
                  <a:pt x="5035" y="12317"/>
                </a:lnTo>
              </a:path>
            </a:pathLst>
          </a:custGeom>
          <a:ln w="17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7400544" y="2097024"/>
            <a:ext cx="0" cy="3922776"/>
          </a:xfrm>
          <a:custGeom>
            <a:avLst/>
            <a:gdLst/>
            <a:ahLst/>
            <a:cxnLst/>
            <a:rect l="l" t="t" r="r" b="b"/>
            <a:pathLst>
              <a:path w="0" h="3922776">
                <a:moveTo>
                  <a:pt x="0" y="0"/>
                </a:moveTo>
                <a:lnTo>
                  <a:pt x="0" y="3922776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8404860" y="1892808"/>
            <a:ext cx="0" cy="4114800"/>
          </a:xfrm>
          <a:custGeom>
            <a:avLst/>
            <a:gdLst/>
            <a:ahLst/>
            <a:cxnLst/>
            <a:rect l="l" t="t" r="r" b="b"/>
            <a:pathLst>
              <a:path w="0" h="4114800">
                <a:moveTo>
                  <a:pt x="0" y="0"/>
                </a:moveTo>
                <a:lnTo>
                  <a:pt x="0" y="411480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355592" y="2097024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 h="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6359652" y="1905000"/>
            <a:ext cx="0" cy="150875"/>
          </a:xfrm>
          <a:custGeom>
            <a:avLst/>
            <a:gdLst/>
            <a:ahLst/>
            <a:cxnLst/>
            <a:rect l="l" t="t" r="r" b="b"/>
            <a:pathLst>
              <a:path w="0" h="150875">
                <a:moveTo>
                  <a:pt x="0" y="0"/>
                </a:moveTo>
                <a:lnTo>
                  <a:pt x="0" y="150875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6336792" y="2084832"/>
            <a:ext cx="1042415" cy="0"/>
          </a:xfrm>
          <a:custGeom>
            <a:avLst/>
            <a:gdLst/>
            <a:ahLst/>
            <a:cxnLst/>
            <a:rect l="l" t="t" r="r" b="b"/>
            <a:pathLst>
              <a:path w="1042415" h="0">
                <a:moveTo>
                  <a:pt x="0" y="0"/>
                </a:moveTo>
                <a:lnTo>
                  <a:pt x="1042415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2321052" y="1792224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 h="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3352800" y="1792224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 h="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4343400" y="1792224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5334000" y="1792224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 h="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5334000" y="1792224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6336792" y="1766315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7391400" y="1792224"/>
            <a:ext cx="0" cy="304800"/>
          </a:xfrm>
          <a:custGeom>
            <a:avLst/>
            <a:gdLst/>
            <a:ahLst/>
            <a:cxnLst/>
            <a:rect l="l" t="t" r="r" b="b"/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7391400" y="1792224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 h="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57912">
            <a:solidFill>
              <a:srgbClr val="000099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35940" y="863067"/>
            <a:ext cx="2749653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Contoh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BPSK</a:t>
            </a:r>
            <a:endParaRPr sz="32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654046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731895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746650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762091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775932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7790688" y="1491543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679194" y="1645467"/>
            <a:ext cx="54135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ta</a:t>
            </a:r>
            <a:endParaRPr sz="18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222044" y="2712648"/>
            <a:ext cx="756005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C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rri</a:t>
            </a:r>
            <a:r>
              <a:rPr dirty="0" smtClean="0" sz="1800" spc="-2">
                <a:latin typeface="Arial"/>
                <a:cs typeface="Arial"/>
              </a:rPr>
              <a:t>e</a:t>
            </a:r>
            <a:r>
              <a:rPr dirty="0" smtClean="0" sz="1800" spc="-2"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93444" y="4002638"/>
            <a:ext cx="1080082" cy="256361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0">
                <a:latin typeface="Arial"/>
                <a:cs typeface="Arial"/>
              </a:rPr>
              <a:t>C</a:t>
            </a:r>
            <a:r>
              <a:rPr dirty="0" smtClean="0" sz="1800" spc="0">
                <a:latin typeface="Arial"/>
                <a:cs typeface="Arial"/>
              </a:rPr>
              <a:t>a</a:t>
            </a:r>
            <a:r>
              <a:rPr dirty="0" smtClean="0" sz="1800" spc="0">
                <a:latin typeface="Arial"/>
                <a:cs typeface="Arial"/>
              </a:rPr>
              <a:t>rri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r+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Symbol"/>
                <a:cs typeface="Symbol"/>
              </a:rPr>
              <a:t>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74040" y="5227502"/>
            <a:ext cx="171795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BPSK</a:t>
            </a:r>
            <a:r>
              <a:rPr dirty="0" smtClean="0" sz="1800" spc="-3">
                <a:latin typeface="Arial"/>
                <a:cs typeface="Arial"/>
              </a:rPr>
              <a:t> </a:t>
            </a:r>
            <a:r>
              <a:rPr dirty="0" smtClean="0" sz="1800" spc="-3">
                <a:latin typeface="Arial"/>
                <a:cs typeface="Arial"/>
              </a:rPr>
              <a:t>w</a:t>
            </a:r>
            <a:r>
              <a:rPr dirty="0" smtClean="0" sz="1800" spc="-3">
                <a:latin typeface="Arial"/>
                <a:cs typeface="Arial"/>
              </a:rPr>
              <a:t>av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form</a:t>
            </a:r>
            <a:endParaRPr sz="18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457436" y="6471832"/>
            <a:ext cx="334196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b="1">
                <a:latin typeface="Georgia"/>
                <a:cs typeface="Georgia"/>
              </a:rPr>
              <a:t>79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110494" y="5771691"/>
            <a:ext cx="118261" cy="65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 txBox="1"/>
          <p:nvPr/>
        </p:nvSpPr>
        <p:spPr>
          <a:xfrm>
            <a:off x="6576889" y="5761999"/>
            <a:ext cx="9966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 txBox="1"/>
          <p:nvPr/>
        </p:nvSpPr>
        <p:spPr>
          <a:xfrm>
            <a:off x="4548445" y="5761999"/>
            <a:ext cx="9966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 txBox="1"/>
          <p:nvPr/>
        </p:nvSpPr>
        <p:spPr>
          <a:xfrm>
            <a:off x="6065812" y="5745783"/>
            <a:ext cx="118104" cy="18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 txBox="1"/>
          <p:nvPr/>
        </p:nvSpPr>
        <p:spPr>
          <a:xfrm>
            <a:off x="4056654" y="5759401"/>
            <a:ext cx="118261" cy="200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 txBox="1"/>
          <p:nvPr/>
        </p:nvSpPr>
        <p:spPr>
          <a:xfrm>
            <a:off x="3043194" y="5733591"/>
            <a:ext cx="118261" cy="65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 txBox="1"/>
          <p:nvPr/>
        </p:nvSpPr>
        <p:spPr>
          <a:xfrm>
            <a:off x="7609073" y="5028271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 txBox="1"/>
          <p:nvPr/>
        </p:nvSpPr>
        <p:spPr>
          <a:xfrm>
            <a:off x="7656921" y="5028271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 txBox="1"/>
          <p:nvPr/>
        </p:nvSpPr>
        <p:spPr>
          <a:xfrm>
            <a:off x="7077654" y="5017058"/>
            <a:ext cx="4123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 txBox="1"/>
          <p:nvPr/>
        </p:nvSpPr>
        <p:spPr>
          <a:xfrm>
            <a:off x="7118885" y="5017058"/>
            <a:ext cx="78123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 txBox="1"/>
          <p:nvPr/>
        </p:nvSpPr>
        <p:spPr>
          <a:xfrm>
            <a:off x="5565060" y="5002363"/>
            <a:ext cx="49137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 txBox="1"/>
          <p:nvPr/>
        </p:nvSpPr>
        <p:spPr>
          <a:xfrm>
            <a:off x="5614198" y="5002363"/>
            <a:ext cx="49953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 txBox="1"/>
          <p:nvPr/>
        </p:nvSpPr>
        <p:spPr>
          <a:xfrm>
            <a:off x="5049210" y="5003318"/>
            <a:ext cx="41230" cy="112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 txBox="1"/>
          <p:nvPr/>
        </p:nvSpPr>
        <p:spPr>
          <a:xfrm>
            <a:off x="5090440" y="5003318"/>
            <a:ext cx="78123" cy="112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3555234" y="5008453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 txBox="1"/>
          <p:nvPr/>
        </p:nvSpPr>
        <p:spPr>
          <a:xfrm>
            <a:off x="3603082" y="5008453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 txBox="1"/>
          <p:nvPr/>
        </p:nvSpPr>
        <p:spPr>
          <a:xfrm>
            <a:off x="2541774" y="4990171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2589622" y="4990171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 txBox="1"/>
          <p:nvPr/>
        </p:nvSpPr>
        <p:spPr>
          <a:xfrm>
            <a:off x="7581353" y="4580899"/>
            <a:ext cx="99050" cy="171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6565175" y="4567276"/>
            <a:ext cx="99182" cy="177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 txBox="1"/>
          <p:nvPr/>
        </p:nvSpPr>
        <p:spPr>
          <a:xfrm>
            <a:off x="5562053" y="4567276"/>
            <a:ext cx="99050" cy="13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4545875" y="4555084"/>
            <a:ext cx="99182" cy="171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 txBox="1"/>
          <p:nvPr/>
        </p:nvSpPr>
        <p:spPr>
          <a:xfrm>
            <a:off x="3517175" y="4529176"/>
            <a:ext cx="99182" cy="17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 txBox="1"/>
          <p:nvPr/>
        </p:nvSpPr>
        <p:spPr>
          <a:xfrm>
            <a:off x="2514053" y="4542799"/>
            <a:ext cx="99050" cy="179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8080972" y="3835958"/>
            <a:ext cx="5218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8133161" y="3835958"/>
            <a:ext cx="6700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7065461" y="3823667"/>
            <a:ext cx="5225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 txBox="1"/>
          <p:nvPr/>
        </p:nvSpPr>
        <p:spPr>
          <a:xfrm>
            <a:off x="7117720" y="3823667"/>
            <a:ext cx="6709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6061672" y="3823667"/>
            <a:ext cx="5218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 txBox="1"/>
          <p:nvPr/>
        </p:nvSpPr>
        <p:spPr>
          <a:xfrm>
            <a:off x="6113861" y="3823667"/>
            <a:ext cx="6700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 txBox="1"/>
          <p:nvPr/>
        </p:nvSpPr>
        <p:spPr>
          <a:xfrm>
            <a:off x="5046162" y="3811475"/>
            <a:ext cx="5225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5098420" y="3811475"/>
            <a:ext cx="6709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4017462" y="3785567"/>
            <a:ext cx="5225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4069720" y="3785567"/>
            <a:ext cx="6709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3013672" y="3784118"/>
            <a:ext cx="52188" cy="6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3065861" y="3784118"/>
            <a:ext cx="67006" cy="6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6053094" y="3209749"/>
            <a:ext cx="118261" cy="200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 txBox="1"/>
          <p:nvPr/>
        </p:nvSpPr>
        <p:spPr>
          <a:xfrm>
            <a:off x="8082064" y="3199975"/>
            <a:ext cx="118104" cy="40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7069602" y="3201117"/>
            <a:ext cx="118261" cy="150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5047254" y="3201117"/>
            <a:ext cx="118261" cy="150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4033794" y="3193083"/>
            <a:ext cx="118261" cy="200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3031002" y="3196131"/>
            <a:ext cx="118261" cy="200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7581312" y="2440519"/>
            <a:ext cx="49253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7630565" y="2440519"/>
            <a:ext cx="49837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6568181" y="2452711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6616029" y="2452711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5551674" y="2452683"/>
            <a:ext cx="49319" cy="3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5600993" y="2452683"/>
            <a:ext cx="49903" cy="3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4545834" y="2452711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4593682" y="2452711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3532374" y="2449663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3580222" y="2449663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2529582" y="2452711"/>
            <a:ext cx="4784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2577430" y="2452711"/>
            <a:ext cx="513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2321052" y="1792224"/>
            <a:ext cx="2031492" cy="112775"/>
          </a:xfrm>
          <a:prstGeom prst="rect">
            <a:avLst/>
          </a:prstGeom>
        </p:spPr>
        <p:txBody>
          <a:bodyPr wrap="square" lIns="0" tIns="4825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29" name="object 29"/>
          <p:cNvSpPr txBox="1"/>
          <p:nvPr/>
        </p:nvSpPr>
        <p:spPr>
          <a:xfrm>
            <a:off x="4352544" y="1792224"/>
            <a:ext cx="1004315" cy="3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356860" y="1792224"/>
            <a:ext cx="1002791" cy="1027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6359652" y="1792224"/>
            <a:ext cx="1040892" cy="2926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7400544" y="1792224"/>
            <a:ext cx="995171" cy="1027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2321052" y="1905000"/>
            <a:ext cx="1016508" cy="914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337560" y="1905000"/>
            <a:ext cx="1014984" cy="914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8395716" y="1892808"/>
            <a:ext cx="19314" cy="411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6359652" y="2084831"/>
            <a:ext cx="1040892" cy="7346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4352544" y="2097024"/>
            <a:ext cx="1004315" cy="7224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321052" y="2819503"/>
            <a:ext cx="1016508" cy="13430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3337560" y="2819503"/>
            <a:ext cx="1014984" cy="13430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352544" y="2819503"/>
            <a:ext cx="1004315" cy="13430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356860" y="2819503"/>
            <a:ext cx="1002791" cy="13430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359652" y="2819503"/>
            <a:ext cx="1040892" cy="13430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7400544" y="2819503"/>
            <a:ext cx="995171" cy="1387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321052" y="4162529"/>
            <a:ext cx="1016508" cy="1213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337560" y="4162529"/>
            <a:ext cx="1014984" cy="1213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352544" y="4162529"/>
            <a:ext cx="1004315" cy="1213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5356860" y="4162529"/>
            <a:ext cx="1002791" cy="1213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359652" y="4162529"/>
            <a:ext cx="1040892" cy="1213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7400544" y="4207105"/>
            <a:ext cx="995171" cy="1168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2321052" y="5375633"/>
            <a:ext cx="1016508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337560" y="5375633"/>
            <a:ext cx="1014984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352544" y="5375633"/>
            <a:ext cx="1004315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356860" y="5375633"/>
            <a:ext cx="1002791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359652" y="5375633"/>
            <a:ext cx="1040892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7400544" y="5375633"/>
            <a:ext cx="995171" cy="6441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973477" y="1066038"/>
            <a:ext cx="10709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object 36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57962" y="765810"/>
            <a:ext cx="7237476" cy="606551"/>
          </a:xfrm>
          <a:custGeom>
            <a:avLst/>
            <a:gdLst/>
            <a:ahLst/>
            <a:cxnLst/>
            <a:rect l="l" t="t" r="r" b="b"/>
            <a:pathLst>
              <a:path w="7237476" h="606551">
                <a:moveTo>
                  <a:pt x="0" y="606551"/>
                </a:moveTo>
                <a:lnTo>
                  <a:pt x="7237476" y="606551"/>
                </a:lnTo>
                <a:lnTo>
                  <a:pt x="7237476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013204" y="4558283"/>
            <a:ext cx="4419600" cy="0"/>
          </a:xfrm>
          <a:custGeom>
            <a:avLst/>
            <a:gdLst/>
            <a:ahLst/>
            <a:cxnLst/>
            <a:rect l="l" t="t" r="r" b="b"/>
            <a:pathLst>
              <a:path w="4419600" h="0">
                <a:moveTo>
                  <a:pt x="0" y="0"/>
                </a:moveTo>
                <a:lnTo>
                  <a:pt x="4419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152900" y="3200400"/>
            <a:ext cx="0" cy="2590800"/>
          </a:xfrm>
          <a:custGeom>
            <a:avLst/>
            <a:gdLst/>
            <a:ahLst/>
            <a:cxnLst/>
            <a:rect l="l" t="t" r="r" b="b"/>
            <a:pathLst>
              <a:path w="0" h="2590800">
                <a:moveTo>
                  <a:pt x="0" y="0"/>
                </a:moveTo>
                <a:lnTo>
                  <a:pt x="0" y="25908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352800" y="37338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400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200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352800" y="37338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200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400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876800" y="36576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400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200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876800" y="36576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200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400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124200" y="3505200"/>
            <a:ext cx="2057400" cy="2057400"/>
          </a:xfrm>
          <a:custGeom>
            <a:avLst/>
            <a:gdLst/>
            <a:ahLst/>
            <a:cxnLst/>
            <a:rect l="l" t="t" r="r" b="b"/>
            <a:pathLst>
              <a:path w="2057400" h="2057400">
                <a:moveTo>
                  <a:pt x="0" y="2057400"/>
                </a:moveTo>
                <a:lnTo>
                  <a:pt x="2057400" y="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124200" y="3505200"/>
            <a:ext cx="2057400" cy="2057400"/>
          </a:xfrm>
          <a:custGeom>
            <a:avLst/>
            <a:gdLst/>
            <a:ahLst/>
            <a:cxnLst/>
            <a:rect l="l" t="t" r="r" b="b"/>
            <a:pathLst>
              <a:path w="2057400" h="2057400">
                <a:moveTo>
                  <a:pt x="0" y="0"/>
                </a:moveTo>
                <a:lnTo>
                  <a:pt x="2057400" y="20574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864608" y="52578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400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200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864608" y="52578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200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400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352800" y="51816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330" y="83330"/>
                </a:lnTo>
                <a:lnTo>
                  <a:pt x="2999" y="97409"/>
                </a:lnTo>
                <a:lnTo>
                  <a:pt x="8131" y="110450"/>
                </a:lnTo>
                <a:lnTo>
                  <a:pt x="15469" y="122192"/>
                </a:lnTo>
                <a:lnTo>
                  <a:pt x="24753" y="132378"/>
                </a:lnTo>
                <a:lnTo>
                  <a:pt x="35727" y="140750"/>
                </a:lnTo>
                <a:lnTo>
                  <a:pt x="48131" y="147050"/>
                </a:lnTo>
                <a:lnTo>
                  <a:pt x="61708" y="151019"/>
                </a:lnTo>
                <a:lnTo>
                  <a:pt x="76200" y="152400"/>
                </a:lnTo>
                <a:lnTo>
                  <a:pt x="83330" y="152069"/>
                </a:lnTo>
                <a:lnTo>
                  <a:pt x="97409" y="149400"/>
                </a:lnTo>
                <a:lnTo>
                  <a:pt x="110450" y="144268"/>
                </a:lnTo>
                <a:lnTo>
                  <a:pt x="122192" y="136930"/>
                </a:lnTo>
                <a:lnTo>
                  <a:pt x="132378" y="127646"/>
                </a:lnTo>
                <a:lnTo>
                  <a:pt x="140750" y="116672"/>
                </a:lnTo>
                <a:lnTo>
                  <a:pt x="147050" y="104268"/>
                </a:lnTo>
                <a:lnTo>
                  <a:pt x="151019" y="90691"/>
                </a:lnTo>
                <a:lnTo>
                  <a:pt x="152400" y="76200"/>
                </a:lnTo>
                <a:lnTo>
                  <a:pt x="152069" y="69069"/>
                </a:lnTo>
                <a:lnTo>
                  <a:pt x="149400" y="54990"/>
                </a:lnTo>
                <a:lnTo>
                  <a:pt x="144268" y="41949"/>
                </a:lnTo>
                <a:lnTo>
                  <a:pt x="136930" y="30207"/>
                </a:lnTo>
                <a:lnTo>
                  <a:pt x="127646" y="20021"/>
                </a:lnTo>
                <a:lnTo>
                  <a:pt x="116672" y="11649"/>
                </a:lnTo>
                <a:lnTo>
                  <a:pt x="104268" y="5349"/>
                </a:lnTo>
                <a:lnTo>
                  <a:pt x="90691" y="1380"/>
                </a:lnTo>
                <a:lnTo>
                  <a:pt x="76200" y="0"/>
                </a:lnTo>
                <a:lnTo>
                  <a:pt x="69069" y="330"/>
                </a:lnTo>
                <a:lnTo>
                  <a:pt x="54990" y="2999"/>
                </a:lnTo>
                <a:lnTo>
                  <a:pt x="41949" y="8131"/>
                </a:lnTo>
                <a:lnTo>
                  <a:pt x="30207" y="15469"/>
                </a:lnTo>
                <a:lnTo>
                  <a:pt x="20021" y="24753"/>
                </a:lnTo>
                <a:lnTo>
                  <a:pt x="11649" y="35727"/>
                </a:lnTo>
                <a:lnTo>
                  <a:pt x="5349" y="48131"/>
                </a:lnTo>
                <a:lnTo>
                  <a:pt x="1380" y="61708"/>
                </a:lnTo>
                <a:lnTo>
                  <a:pt x="0" y="76200"/>
                </a:lnTo>
                <a:close/>
              </a:path>
            </a:pathLst>
          </a:custGeom>
          <a:solidFill>
            <a:srgbClr val="3333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352800" y="5181600"/>
            <a:ext cx="152400" cy="152400"/>
          </a:xfrm>
          <a:custGeom>
            <a:avLst/>
            <a:gdLst/>
            <a:ahLst/>
            <a:cxnLst/>
            <a:rect l="l" t="t" r="r" b="b"/>
            <a:pathLst>
              <a:path w="152400" h="152400">
                <a:moveTo>
                  <a:pt x="0" y="76200"/>
                </a:moveTo>
                <a:lnTo>
                  <a:pt x="1380" y="61708"/>
                </a:lnTo>
                <a:lnTo>
                  <a:pt x="5349" y="48131"/>
                </a:lnTo>
                <a:lnTo>
                  <a:pt x="11649" y="35727"/>
                </a:lnTo>
                <a:lnTo>
                  <a:pt x="20021" y="24753"/>
                </a:lnTo>
                <a:lnTo>
                  <a:pt x="30207" y="15469"/>
                </a:lnTo>
                <a:lnTo>
                  <a:pt x="41949" y="8131"/>
                </a:lnTo>
                <a:lnTo>
                  <a:pt x="54990" y="2999"/>
                </a:lnTo>
                <a:lnTo>
                  <a:pt x="69069" y="330"/>
                </a:lnTo>
                <a:lnTo>
                  <a:pt x="76200" y="0"/>
                </a:lnTo>
                <a:lnTo>
                  <a:pt x="90691" y="1380"/>
                </a:lnTo>
                <a:lnTo>
                  <a:pt x="104268" y="5349"/>
                </a:lnTo>
                <a:lnTo>
                  <a:pt x="116672" y="11649"/>
                </a:lnTo>
                <a:lnTo>
                  <a:pt x="127646" y="20021"/>
                </a:lnTo>
                <a:lnTo>
                  <a:pt x="136930" y="30207"/>
                </a:lnTo>
                <a:lnTo>
                  <a:pt x="144268" y="41949"/>
                </a:lnTo>
                <a:lnTo>
                  <a:pt x="149400" y="54990"/>
                </a:lnTo>
                <a:lnTo>
                  <a:pt x="152069" y="69069"/>
                </a:lnTo>
                <a:lnTo>
                  <a:pt x="152400" y="76200"/>
                </a:lnTo>
                <a:lnTo>
                  <a:pt x="151019" y="90691"/>
                </a:lnTo>
                <a:lnTo>
                  <a:pt x="147050" y="104268"/>
                </a:lnTo>
                <a:lnTo>
                  <a:pt x="140750" y="116672"/>
                </a:lnTo>
                <a:lnTo>
                  <a:pt x="132378" y="127646"/>
                </a:lnTo>
                <a:lnTo>
                  <a:pt x="122192" y="136930"/>
                </a:lnTo>
                <a:lnTo>
                  <a:pt x="110450" y="144268"/>
                </a:lnTo>
                <a:lnTo>
                  <a:pt x="97409" y="149400"/>
                </a:lnTo>
                <a:lnTo>
                  <a:pt x="83330" y="152069"/>
                </a:lnTo>
                <a:lnTo>
                  <a:pt x="76200" y="152400"/>
                </a:lnTo>
                <a:lnTo>
                  <a:pt x="61708" y="151019"/>
                </a:lnTo>
                <a:lnTo>
                  <a:pt x="48131" y="147050"/>
                </a:lnTo>
                <a:lnTo>
                  <a:pt x="35727" y="140750"/>
                </a:lnTo>
                <a:lnTo>
                  <a:pt x="24753" y="132378"/>
                </a:lnTo>
                <a:lnTo>
                  <a:pt x="15469" y="122192"/>
                </a:lnTo>
                <a:lnTo>
                  <a:pt x="8131" y="110450"/>
                </a:lnTo>
                <a:lnTo>
                  <a:pt x="2999" y="97409"/>
                </a:lnTo>
                <a:lnTo>
                  <a:pt x="330" y="83330"/>
                </a:lnTo>
                <a:lnTo>
                  <a:pt x="0" y="762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5940" y="1691438"/>
            <a:ext cx="203098" cy="1405247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667"/>
              </a:spcBef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  <a:p>
            <a:pPr marL="12700" marR="152">
              <a:lnSpc>
                <a:spcPct val="95825"/>
              </a:lnSpc>
              <a:spcBef>
                <a:spcPts val="812"/>
              </a:spcBef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79144" y="1691438"/>
            <a:ext cx="7636797" cy="89318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53263">
              <a:lnSpc>
                <a:spcPts val="2960"/>
              </a:lnSpc>
            </a:pPr>
            <a:r>
              <a:rPr dirty="0" smtClean="0" sz="2800" spc="-12">
                <a:latin typeface="Arial"/>
                <a:cs typeface="Arial"/>
              </a:rPr>
              <a:t>T</a:t>
            </a:r>
            <a:r>
              <a:rPr dirty="0" smtClean="0" sz="2800" spc="-12">
                <a:latin typeface="Arial"/>
                <a:cs typeface="Arial"/>
              </a:rPr>
              <a:t>e</a:t>
            </a:r>
            <a:r>
              <a:rPr dirty="0" smtClean="0" sz="2800" spc="-12">
                <a:latin typeface="Arial"/>
                <a:cs typeface="Arial"/>
              </a:rPr>
              <a:t>k</a:t>
            </a:r>
            <a:r>
              <a:rPr dirty="0" smtClean="0" sz="2800" spc="-12">
                <a:latin typeface="Arial"/>
                <a:cs typeface="Arial"/>
              </a:rPr>
              <a:t>nik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mod</a:t>
            </a:r>
            <a:r>
              <a:rPr dirty="0" smtClean="0" sz="2800" spc="-12">
                <a:latin typeface="Arial"/>
                <a:cs typeface="Arial"/>
              </a:rPr>
              <a:t>u</a:t>
            </a:r>
            <a:r>
              <a:rPr dirty="0" smtClean="0" sz="2800" spc="-12">
                <a:latin typeface="Arial"/>
                <a:cs typeface="Arial"/>
              </a:rPr>
              <a:t>la</a:t>
            </a:r>
            <a:r>
              <a:rPr dirty="0" smtClean="0" sz="2800" spc="-12">
                <a:latin typeface="Arial"/>
                <a:cs typeface="Arial"/>
              </a:rPr>
              <a:t>s</a:t>
            </a:r>
            <a:r>
              <a:rPr dirty="0" smtClean="0" sz="2800" spc="-12">
                <a:latin typeface="Arial"/>
                <a:cs typeface="Arial"/>
              </a:rPr>
              <a:t>i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mult</a:t>
            </a:r>
            <a:r>
              <a:rPr dirty="0" smtClean="0" sz="2800" spc="-12">
                <a:latin typeface="Arial"/>
                <a:cs typeface="Arial"/>
              </a:rPr>
              <a:t>i</a:t>
            </a:r>
            <a:r>
              <a:rPr dirty="0" smtClean="0" sz="2800" spc="-12">
                <a:latin typeface="Arial"/>
                <a:cs typeface="Arial"/>
              </a:rPr>
              <a:t>le</a:t>
            </a:r>
            <a:r>
              <a:rPr dirty="0" smtClean="0" sz="2800" spc="-12">
                <a:latin typeface="Arial"/>
                <a:cs typeface="Arial"/>
              </a:rPr>
              <a:t>v</a:t>
            </a:r>
            <a:r>
              <a:rPr dirty="0" smtClean="0" sz="2800" spc="-12">
                <a:latin typeface="Arial"/>
                <a:cs typeface="Arial"/>
              </a:rPr>
              <a:t>el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: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2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bit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per</a:t>
            </a:r>
            <a:r>
              <a:rPr dirty="0" smtClean="0" sz="2800" spc="-12">
                <a:latin typeface="Arial"/>
                <a:cs typeface="Arial"/>
              </a:rPr>
              <a:t> </a:t>
            </a:r>
            <a:r>
              <a:rPr dirty="0" smtClean="0" sz="2800" spc="-12">
                <a:latin typeface="Arial"/>
                <a:cs typeface="Arial"/>
              </a:rPr>
              <a:t>s</a:t>
            </a:r>
            <a:r>
              <a:rPr dirty="0" smtClean="0" sz="2800" spc="-12">
                <a:latin typeface="Arial"/>
                <a:cs typeface="Arial"/>
              </a:rPr>
              <a:t>y</a:t>
            </a:r>
            <a:r>
              <a:rPr dirty="0" smtClean="0" sz="2800" spc="-12">
                <a:latin typeface="Arial"/>
                <a:cs typeface="Arial"/>
              </a:rPr>
              <a:t>mbol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67"/>
              </a:spcBef>
            </a:pPr>
            <a:r>
              <a:rPr dirty="0" smtClean="0" sz="2800" spc="-9">
                <a:latin typeface="Arial"/>
                <a:cs typeface="Arial"/>
              </a:rPr>
              <a:t>L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b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h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fi</a:t>
            </a:r>
            <a:r>
              <a:rPr dirty="0" smtClean="0" sz="2800" spc="-9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n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s</a:t>
            </a:r>
            <a:r>
              <a:rPr dirty="0" smtClean="0" sz="2800" spc="-9">
                <a:latin typeface="Arial"/>
                <a:cs typeface="Arial"/>
              </a:rPr>
              <a:t>p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k</a:t>
            </a:r>
            <a:r>
              <a:rPr dirty="0" smtClean="0" sz="2800" spc="-9">
                <a:latin typeface="Arial"/>
                <a:cs typeface="Arial"/>
              </a:rPr>
              <a:t>t</a:t>
            </a:r>
            <a:r>
              <a:rPr dirty="0" smtClean="0" sz="2800" spc="-9">
                <a:latin typeface="Arial"/>
                <a:cs typeface="Arial"/>
              </a:rPr>
              <a:t>r</a:t>
            </a:r>
            <a:r>
              <a:rPr dirty="0" smtClean="0" sz="2800" spc="-9">
                <a:latin typeface="Arial"/>
                <a:cs typeface="Arial"/>
              </a:rPr>
              <a:t>u</a:t>
            </a:r>
            <a:r>
              <a:rPr dirty="0" smtClean="0" sz="2800" spc="-9">
                <a:latin typeface="Arial"/>
                <a:cs typeface="Arial"/>
              </a:rPr>
              <a:t>m,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l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b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h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k</a:t>
            </a:r>
            <a:r>
              <a:rPr dirty="0" smtClean="0" sz="2800" spc="-9">
                <a:latin typeface="Arial"/>
                <a:cs typeface="Arial"/>
              </a:rPr>
              <a:t>om</a:t>
            </a:r>
            <a:r>
              <a:rPr dirty="0" smtClean="0" sz="2800" spc="-9">
                <a:latin typeface="Arial"/>
                <a:cs typeface="Arial"/>
              </a:rPr>
              <a:t>p</a:t>
            </a:r>
            <a:r>
              <a:rPr dirty="0" smtClean="0" sz="2800" spc="-9">
                <a:latin typeface="Arial"/>
                <a:cs typeface="Arial"/>
              </a:rPr>
              <a:t>l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ks</a:t>
            </a:r>
            <a:r>
              <a:rPr dirty="0" smtClean="0" sz="2800" spc="-9">
                <a:latin typeface="Arial"/>
                <a:cs typeface="Arial"/>
              </a:rPr>
              <a:t> </a:t>
            </a:r>
            <a:r>
              <a:rPr dirty="0" smtClean="0" sz="2800" spc="-9">
                <a:latin typeface="Arial"/>
                <a:cs typeface="Arial"/>
              </a:rPr>
              <a:t>r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c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i</a:t>
            </a:r>
            <a:r>
              <a:rPr dirty="0" smtClean="0" sz="2800" spc="-9">
                <a:latin typeface="Arial"/>
                <a:cs typeface="Arial"/>
              </a:rPr>
              <a:t>v</a:t>
            </a:r>
            <a:r>
              <a:rPr dirty="0" smtClean="0" sz="2800" spc="-9">
                <a:latin typeface="Arial"/>
                <a:cs typeface="Arial"/>
              </a:rPr>
              <a:t>e</a:t>
            </a:r>
            <a:r>
              <a:rPr dirty="0" smtClean="0" sz="2800" spc="-9">
                <a:latin typeface="Arial"/>
                <a:cs typeface="Arial"/>
              </a:rPr>
              <a:t>r</a:t>
            </a:r>
            <a:r>
              <a:rPr dirty="0" smtClean="0" sz="2800" spc="-9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79144" y="2716194"/>
            <a:ext cx="729902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Dua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1584" y="2716194"/>
            <a:ext cx="61236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k</a:t>
            </a: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li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264003" y="2716194"/>
            <a:ext cx="829683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le</a:t>
            </a:r>
            <a:r>
              <a:rPr dirty="0" smtClean="0" sz="2800" spc="1">
                <a:latin typeface="Arial"/>
                <a:cs typeface="Arial"/>
              </a:rPr>
              <a:t>b</a:t>
            </a:r>
            <a:r>
              <a:rPr dirty="0" smtClean="0" sz="2800" spc="1">
                <a:latin typeface="Arial"/>
                <a:cs typeface="Arial"/>
              </a:rPr>
              <a:t>ih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15869" y="2716194"/>
            <a:ext cx="110665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ef</a:t>
            </a:r>
            <a:r>
              <a:rPr dirty="0" smtClean="0" sz="2800" spc="2">
                <a:latin typeface="Arial"/>
                <a:cs typeface="Arial"/>
              </a:rPr>
              <a:t>i</a:t>
            </a:r>
            <a:r>
              <a:rPr dirty="0" smtClean="0" sz="2800" spc="2">
                <a:latin typeface="Arial"/>
                <a:cs typeface="Arial"/>
              </a:rPr>
              <a:t>s</a:t>
            </a:r>
            <a:r>
              <a:rPr dirty="0" smtClean="0" sz="2800" spc="2">
                <a:latin typeface="Arial"/>
                <a:cs typeface="Arial"/>
              </a:rPr>
              <a:t>i</a:t>
            </a:r>
            <a:r>
              <a:rPr dirty="0" smtClean="0" sz="2800" spc="2">
                <a:latin typeface="Arial"/>
                <a:cs typeface="Arial"/>
              </a:rPr>
              <a:t>en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242576" y="2716194"/>
            <a:ext cx="1700013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b</a:t>
            </a: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n</a:t>
            </a:r>
            <a:r>
              <a:rPr dirty="0" smtClean="0" sz="2800" spc="2">
                <a:latin typeface="Arial"/>
                <a:cs typeface="Arial"/>
              </a:rPr>
              <a:t>d</a:t>
            </a:r>
            <a:r>
              <a:rPr dirty="0" smtClean="0" sz="2800" spc="2">
                <a:latin typeface="Arial"/>
                <a:cs typeface="Arial"/>
              </a:rPr>
              <a:t>wid</a:t>
            </a:r>
            <a:r>
              <a:rPr dirty="0" smtClean="0" sz="2800" spc="2">
                <a:latin typeface="Arial"/>
                <a:cs typeface="Arial"/>
              </a:rPr>
              <a:t>t</a:t>
            </a:r>
            <a:r>
              <a:rPr dirty="0" smtClean="0" sz="2800" spc="2">
                <a:latin typeface="Arial"/>
                <a:cs typeface="Arial"/>
              </a:rPr>
              <a:t>h</a:t>
            </a:r>
            <a:endParaRPr sz="2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966192" y="2716194"/>
            <a:ext cx="1463877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ri</a:t>
            </a:r>
            <a:r>
              <a:rPr dirty="0" smtClean="0" sz="2800" spc="3">
                <a:latin typeface="Arial"/>
                <a:cs typeface="Arial"/>
              </a:rPr>
              <a:t>p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452252" y="2716194"/>
            <a:ext cx="1024628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B</a:t>
            </a:r>
            <a:r>
              <a:rPr dirty="0" smtClean="0" sz="2800" spc="-2">
                <a:latin typeface="Arial"/>
                <a:cs typeface="Arial"/>
              </a:rPr>
              <a:t>P</a:t>
            </a:r>
            <a:r>
              <a:rPr dirty="0" smtClean="0" sz="2800" spc="-2">
                <a:latin typeface="Arial"/>
                <a:cs typeface="Arial"/>
              </a:rPr>
              <a:t>SK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88794" y="5822243"/>
            <a:ext cx="3874794" cy="256361"/>
          </a:xfrm>
          <a:prstGeom prst="rect">
            <a:avLst/>
          </a:prstGeom>
        </p:spPr>
        <p:txBody>
          <a:bodyPr wrap="square" lIns="0" tIns="12541" rIns="0" bIns="0" rtlCol="0">
            <a:noAutofit/>
          </a:bodyPr>
          <a:lstStyle/>
          <a:p>
            <a:pPr marL="12700">
              <a:lnSpc>
                <a:spcPts val="1975"/>
              </a:lnSpc>
            </a:pPr>
            <a:r>
              <a:rPr dirty="0" smtClean="0" sz="1800" spc="2">
                <a:latin typeface="Arial"/>
                <a:cs typeface="Arial"/>
              </a:rPr>
              <a:t>P</a:t>
            </a:r>
            <a:r>
              <a:rPr dirty="0" smtClean="0" sz="1800" spc="2">
                <a:latin typeface="Arial"/>
                <a:cs typeface="Arial"/>
              </a:rPr>
              <a:t>h</a:t>
            </a:r>
            <a:r>
              <a:rPr dirty="0" smtClean="0" sz="1800" spc="2">
                <a:latin typeface="Arial"/>
                <a:cs typeface="Arial"/>
              </a:rPr>
              <a:t>ase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of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C</a:t>
            </a:r>
            <a:r>
              <a:rPr dirty="0" smtClean="0" sz="1800" spc="2">
                <a:latin typeface="Arial"/>
                <a:cs typeface="Arial"/>
              </a:rPr>
              <a:t>a</a:t>
            </a:r>
            <a:r>
              <a:rPr dirty="0" smtClean="0" sz="1800" spc="2">
                <a:latin typeface="Arial"/>
                <a:cs typeface="Arial"/>
              </a:rPr>
              <a:t>rri</a:t>
            </a:r>
            <a:r>
              <a:rPr dirty="0" smtClean="0" sz="1800" spc="2">
                <a:latin typeface="Arial"/>
                <a:cs typeface="Arial"/>
              </a:rPr>
              <a:t>e</a:t>
            </a:r>
            <a:r>
              <a:rPr dirty="0" smtClean="0" sz="1800" spc="2">
                <a:latin typeface="Arial"/>
                <a:cs typeface="Arial"/>
              </a:rPr>
              <a:t>r: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2">
                <a:latin typeface="Arial"/>
                <a:cs typeface="Arial"/>
              </a:rPr>
              <a:t>/4,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2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2">
                <a:latin typeface="Arial"/>
                <a:cs typeface="Arial"/>
              </a:rPr>
              <a:t>/4,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5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2">
                <a:latin typeface="Arial"/>
                <a:cs typeface="Arial"/>
              </a:rPr>
              <a:t>/4,</a:t>
            </a:r>
            <a:r>
              <a:rPr dirty="0" smtClean="0" sz="1800" spc="2">
                <a:latin typeface="Arial"/>
                <a:cs typeface="Arial"/>
              </a:rPr>
              <a:t> </a:t>
            </a:r>
            <a:r>
              <a:rPr dirty="0" smtClean="0" sz="1800" spc="2">
                <a:latin typeface="Arial"/>
                <a:cs typeface="Arial"/>
              </a:rPr>
              <a:t>7</a:t>
            </a:r>
            <a:r>
              <a:rPr dirty="0" smtClean="0" sz="1800" spc="-29">
                <a:latin typeface="Symbol"/>
                <a:cs typeface="Symbol"/>
              </a:rPr>
              <a:t></a:t>
            </a:r>
            <a:r>
              <a:rPr dirty="0" smtClean="0" sz="1800" spc="2">
                <a:latin typeface="Arial"/>
                <a:cs typeface="Arial"/>
              </a:rPr>
              <a:t>/4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17812" y="6471832"/>
            <a:ext cx="373353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80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13204" y="3200400"/>
            <a:ext cx="2139696" cy="1357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440689">
              <a:lnSpc>
                <a:spcPct val="95825"/>
              </a:lnSpc>
              <a:spcBef>
                <a:spcPts val="3030"/>
              </a:spcBef>
            </a:pPr>
            <a:r>
              <a:rPr dirty="0" smtClean="0" sz="1800">
                <a:latin typeface="Arial"/>
                <a:cs typeface="Arial"/>
              </a:rPr>
              <a:t>01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152900" y="3200400"/>
            <a:ext cx="2279904" cy="1357884"/>
          </a:xfrm>
          <a:prstGeom prst="rect">
            <a:avLst/>
          </a:prstGeom>
        </p:spPr>
        <p:txBody>
          <a:bodyPr wrap="square" lIns="0" tIns="8255" rIns="0" bIns="0" rtlCol="0">
            <a:noAutofit/>
          </a:bodyPr>
          <a:lstStyle/>
          <a:p>
            <a:pPr marL="47878">
              <a:lnSpc>
                <a:spcPts val="1300"/>
              </a:lnSpc>
            </a:pPr>
            <a:r>
              <a:rPr dirty="0" smtClean="0" sz="1800">
                <a:latin typeface="Arial"/>
                <a:cs typeface="Arial"/>
              </a:rPr>
              <a:t>Q</a:t>
            </a:r>
            <a:endParaRPr sz="1800">
              <a:latin typeface="Arial"/>
              <a:cs typeface="Arial"/>
            </a:endParaRPr>
          </a:p>
          <a:p>
            <a:pPr marL="952753">
              <a:lnSpc>
                <a:spcPct val="95825"/>
              </a:lnSpc>
              <a:spcBef>
                <a:spcPts val="1753"/>
              </a:spcBef>
            </a:pPr>
            <a:r>
              <a:rPr dirty="0" smtClean="0" sz="1800" spc="-17">
                <a:latin typeface="Arial"/>
                <a:cs typeface="Arial"/>
              </a:rPr>
              <a:t>1</a:t>
            </a:r>
            <a:r>
              <a:rPr dirty="0" smtClean="0" sz="1800" spc="-17">
                <a:latin typeface="Arial"/>
                <a:cs typeface="Arial"/>
              </a:rPr>
              <a:t>1</a:t>
            </a:r>
            <a:r>
              <a:rPr dirty="0" smtClean="0" sz="1800" spc="-17">
                <a:latin typeface="Arial"/>
                <a:cs typeface="Arial"/>
              </a:rPr>
              <a:t> </a:t>
            </a:r>
            <a:r>
              <a:rPr dirty="0" smtClean="0" sz="1800" spc="-17">
                <a:latin typeface="Arial"/>
                <a:cs typeface="Arial"/>
              </a:rPr>
              <a:t>State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013204" y="4558284"/>
            <a:ext cx="2139696" cy="123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421894">
              <a:lnSpc>
                <a:spcPct val="95825"/>
              </a:lnSpc>
              <a:spcBef>
                <a:spcPts val="3441"/>
              </a:spcBef>
            </a:pPr>
            <a:r>
              <a:rPr dirty="0" smtClean="0" sz="1800">
                <a:latin typeface="Arial"/>
                <a:cs typeface="Arial"/>
              </a:rPr>
              <a:t>00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152900" y="4558284"/>
            <a:ext cx="2279904" cy="1232915"/>
          </a:xfrm>
          <a:prstGeom prst="rect">
            <a:avLst/>
          </a:prstGeom>
        </p:spPr>
        <p:txBody>
          <a:bodyPr wrap="square" lIns="0" tIns="5285" rIns="0" bIns="0" rtlCol="0">
            <a:noAutofit/>
          </a:bodyPr>
          <a:lstStyle/>
          <a:p>
            <a:pPr>
              <a:lnSpc>
                <a:spcPts val="700"/>
              </a:lnSpc>
            </a:pPr>
            <a:endParaRPr sz="700"/>
          </a:p>
          <a:p>
            <a:pPr marL="892428">
              <a:lnSpc>
                <a:spcPct val="95825"/>
              </a:lnSpc>
              <a:spcBef>
                <a:spcPts val="4000"/>
              </a:spcBef>
            </a:pPr>
            <a:r>
              <a:rPr dirty="0" smtClean="0" sz="1800">
                <a:latin typeface="Arial"/>
                <a:cs typeface="Arial"/>
              </a:rPr>
              <a:t>10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S</a:t>
            </a:r>
            <a:r>
              <a:rPr dirty="0" smtClean="0" sz="1800">
                <a:latin typeface="Arial"/>
                <a:cs typeface="Arial"/>
              </a:rPr>
              <a:t>t</a:t>
            </a:r>
            <a:r>
              <a:rPr dirty="0" smtClean="0" sz="1800">
                <a:latin typeface="Arial"/>
                <a:cs typeface="Arial"/>
              </a:rPr>
              <a:t>ate</a:t>
            </a:r>
            <a:endParaRPr sz="1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765810"/>
            <a:ext cx="7237476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Qua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rature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Phase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ift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Keying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object 36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1807282" y="3411891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1807282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1807282" y="3108351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1807282" y="2804416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1807282" y="2500891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430227" y="2500891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1802420" y="2496528"/>
            <a:ext cx="2641932" cy="0"/>
          </a:xfrm>
          <a:custGeom>
            <a:avLst/>
            <a:gdLst/>
            <a:ahLst/>
            <a:cxnLst/>
            <a:rect l="l" t="t" r="r" b="b"/>
            <a:pathLst>
              <a:path w="2641932" h="0">
                <a:moveTo>
                  <a:pt x="0" y="0"/>
                </a:moveTo>
                <a:lnTo>
                  <a:pt x="2641932" y="0"/>
                </a:lnTo>
              </a:path>
            </a:pathLst>
          </a:custGeom>
          <a:ln w="2296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1807282" y="2196955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1807282" y="1893053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1807282" y="1589446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1807282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1802420" y="1585181"/>
            <a:ext cx="0" cy="1822351"/>
          </a:xfrm>
          <a:custGeom>
            <a:avLst/>
            <a:gdLst/>
            <a:ahLst/>
            <a:cxnLst/>
            <a:rect l="l" t="t" r="r" b="b"/>
            <a:pathLst>
              <a:path w="0" h="1822351">
                <a:moveTo>
                  <a:pt x="0" y="1822351"/>
                </a:moveTo>
                <a:lnTo>
                  <a:pt x="0" y="0"/>
                </a:lnTo>
              </a:path>
            </a:pathLst>
          </a:custGeom>
          <a:ln w="2568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1807282" y="1822523"/>
            <a:ext cx="52266" cy="70530"/>
          </a:xfrm>
          <a:custGeom>
            <a:avLst/>
            <a:gdLst/>
            <a:ahLst/>
            <a:cxnLst/>
            <a:rect l="l" t="t" r="r" b="b"/>
            <a:pathLst>
              <a:path w="52266" h="70530">
                <a:moveTo>
                  <a:pt x="0" y="70530"/>
                </a:moveTo>
                <a:lnTo>
                  <a:pt x="440" y="70530"/>
                </a:lnTo>
                <a:lnTo>
                  <a:pt x="440" y="70037"/>
                </a:lnTo>
                <a:lnTo>
                  <a:pt x="880" y="69709"/>
                </a:lnTo>
                <a:lnTo>
                  <a:pt x="1339" y="69381"/>
                </a:lnTo>
                <a:lnTo>
                  <a:pt x="1339" y="68889"/>
                </a:lnTo>
                <a:lnTo>
                  <a:pt x="1779" y="68561"/>
                </a:lnTo>
                <a:lnTo>
                  <a:pt x="2219" y="68069"/>
                </a:lnTo>
                <a:lnTo>
                  <a:pt x="2219" y="67741"/>
                </a:lnTo>
                <a:lnTo>
                  <a:pt x="2660" y="67249"/>
                </a:lnTo>
                <a:lnTo>
                  <a:pt x="2660" y="66921"/>
                </a:lnTo>
                <a:lnTo>
                  <a:pt x="3100" y="66593"/>
                </a:lnTo>
                <a:lnTo>
                  <a:pt x="3100" y="66101"/>
                </a:lnTo>
                <a:lnTo>
                  <a:pt x="3540" y="65773"/>
                </a:lnTo>
                <a:lnTo>
                  <a:pt x="3980" y="65281"/>
                </a:lnTo>
                <a:lnTo>
                  <a:pt x="3980" y="64953"/>
                </a:lnTo>
                <a:lnTo>
                  <a:pt x="4439" y="64625"/>
                </a:lnTo>
                <a:lnTo>
                  <a:pt x="4439" y="64133"/>
                </a:lnTo>
                <a:lnTo>
                  <a:pt x="4879" y="63805"/>
                </a:lnTo>
                <a:lnTo>
                  <a:pt x="5320" y="63313"/>
                </a:lnTo>
                <a:lnTo>
                  <a:pt x="5320" y="62984"/>
                </a:lnTo>
                <a:lnTo>
                  <a:pt x="5760" y="62984"/>
                </a:lnTo>
                <a:lnTo>
                  <a:pt x="6200" y="62164"/>
                </a:lnTo>
                <a:lnTo>
                  <a:pt x="6200" y="61836"/>
                </a:lnTo>
                <a:lnTo>
                  <a:pt x="6641" y="61836"/>
                </a:lnTo>
                <a:lnTo>
                  <a:pt x="6641" y="61344"/>
                </a:lnTo>
                <a:lnTo>
                  <a:pt x="7081" y="61016"/>
                </a:lnTo>
                <a:lnTo>
                  <a:pt x="7081" y="60524"/>
                </a:lnTo>
                <a:lnTo>
                  <a:pt x="7540" y="60196"/>
                </a:lnTo>
                <a:lnTo>
                  <a:pt x="7980" y="59868"/>
                </a:lnTo>
                <a:lnTo>
                  <a:pt x="7980" y="59376"/>
                </a:lnTo>
                <a:lnTo>
                  <a:pt x="8420" y="59048"/>
                </a:lnTo>
                <a:lnTo>
                  <a:pt x="8420" y="58556"/>
                </a:lnTo>
                <a:lnTo>
                  <a:pt x="8860" y="58228"/>
                </a:lnTo>
                <a:lnTo>
                  <a:pt x="8860" y="57736"/>
                </a:lnTo>
                <a:lnTo>
                  <a:pt x="9301" y="57408"/>
                </a:lnTo>
                <a:lnTo>
                  <a:pt x="9741" y="57080"/>
                </a:lnTo>
                <a:lnTo>
                  <a:pt x="9741" y="56588"/>
                </a:lnTo>
                <a:lnTo>
                  <a:pt x="10200" y="56260"/>
                </a:lnTo>
                <a:lnTo>
                  <a:pt x="10640" y="55767"/>
                </a:lnTo>
                <a:lnTo>
                  <a:pt x="11080" y="55111"/>
                </a:lnTo>
                <a:lnTo>
                  <a:pt x="11521" y="54619"/>
                </a:lnTo>
                <a:lnTo>
                  <a:pt x="11521" y="54291"/>
                </a:lnTo>
                <a:lnTo>
                  <a:pt x="11961" y="53799"/>
                </a:lnTo>
                <a:lnTo>
                  <a:pt x="12401" y="53471"/>
                </a:lnTo>
                <a:lnTo>
                  <a:pt x="12401" y="52979"/>
                </a:lnTo>
                <a:lnTo>
                  <a:pt x="12841" y="52651"/>
                </a:lnTo>
                <a:lnTo>
                  <a:pt x="13300" y="52323"/>
                </a:lnTo>
                <a:lnTo>
                  <a:pt x="13300" y="51831"/>
                </a:lnTo>
                <a:lnTo>
                  <a:pt x="13740" y="51503"/>
                </a:lnTo>
                <a:lnTo>
                  <a:pt x="13740" y="51011"/>
                </a:lnTo>
                <a:lnTo>
                  <a:pt x="14181" y="50683"/>
                </a:lnTo>
                <a:lnTo>
                  <a:pt x="14621" y="50355"/>
                </a:lnTo>
                <a:lnTo>
                  <a:pt x="14621" y="49863"/>
                </a:lnTo>
                <a:lnTo>
                  <a:pt x="15061" y="49863"/>
                </a:lnTo>
                <a:lnTo>
                  <a:pt x="15061" y="49535"/>
                </a:lnTo>
                <a:lnTo>
                  <a:pt x="15502" y="49042"/>
                </a:lnTo>
                <a:lnTo>
                  <a:pt x="15502" y="48714"/>
                </a:lnTo>
                <a:lnTo>
                  <a:pt x="15942" y="48222"/>
                </a:lnTo>
                <a:lnTo>
                  <a:pt x="16400" y="47894"/>
                </a:lnTo>
                <a:lnTo>
                  <a:pt x="16400" y="47566"/>
                </a:lnTo>
                <a:lnTo>
                  <a:pt x="16841" y="47074"/>
                </a:lnTo>
                <a:lnTo>
                  <a:pt x="17281" y="46746"/>
                </a:lnTo>
                <a:lnTo>
                  <a:pt x="17281" y="46254"/>
                </a:lnTo>
                <a:lnTo>
                  <a:pt x="17721" y="45926"/>
                </a:lnTo>
                <a:lnTo>
                  <a:pt x="17721" y="45598"/>
                </a:lnTo>
                <a:lnTo>
                  <a:pt x="18162" y="45106"/>
                </a:lnTo>
                <a:lnTo>
                  <a:pt x="18162" y="44778"/>
                </a:lnTo>
                <a:lnTo>
                  <a:pt x="18602" y="44778"/>
                </a:lnTo>
                <a:lnTo>
                  <a:pt x="19042" y="44286"/>
                </a:lnTo>
                <a:lnTo>
                  <a:pt x="19042" y="43958"/>
                </a:lnTo>
                <a:lnTo>
                  <a:pt x="19501" y="43466"/>
                </a:lnTo>
                <a:lnTo>
                  <a:pt x="19501" y="43138"/>
                </a:lnTo>
                <a:lnTo>
                  <a:pt x="19941" y="42810"/>
                </a:lnTo>
                <a:lnTo>
                  <a:pt x="19941" y="42318"/>
                </a:lnTo>
                <a:lnTo>
                  <a:pt x="20381" y="41989"/>
                </a:lnTo>
                <a:lnTo>
                  <a:pt x="20822" y="41497"/>
                </a:lnTo>
                <a:lnTo>
                  <a:pt x="20822" y="41169"/>
                </a:lnTo>
                <a:lnTo>
                  <a:pt x="21262" y="40841"/>
                </a:lnTo>
                <a:lnTo>
                  <a:pt x="21702" y="40349"/>
                </a:lnTo>
                <a:lnTo>
                  <a:pt x="22143" y="40021"/>
                </a:lnTo>
                <a:lnTo>
                  <a:pt x="22143" y="39529"/>
                </a:lnTo>
                <a:lnTo>
                  <a:pt x="22601" y="39201"/>
                </a:lnTo>
                <a:lnTo>
                  <a:pt x="23042" y="38873"/>
                </a:lnTo>
                <a:lnTo>
                  <a:pt x="23042" y="38381"/>
                </a:lnTo>
                <a:lnTo>
                  <a:pt x="23482" y="38053"/>
                </a:lnTo>
                <a:lnTo>
                  <a:pt x="23482" y="37561"/>
                </a:lnTo>
                <a:lnTo>
                  <a:pt x="23922" y="37233"/>
                </a:lnTo>
                <a:lnTo>
                  <a:pt x="24362" y="37233"/>
                </a:lnTo>
                <a:lnTo>
                  <a:pt x="24362" y="36741"/>
                </a:lnTo>
                <a:lnTo>
                  <a:pt x="24803" y="36085"/>
                </a:lnTo>
                <a:lnTo>
                  <a:pt x="25261" y="35593"/>
                </a:lnTo>
                <a:lnTo>
                  <a:pt x="25702" y="35265"/>
                </a:lnTo>
                <a:lnTo>
                  <a:pt x="25702" y="34772"/>
                </a:lnTo>
                <a:lnTo>
                  <a:pt x="26142" y="34444"/>
                </a:lnTo>
                <a:lnTo>
                  <a:pt x="26142" y="34116"/>
                </a:lnTo>
                <a:lnTo>
                  <a:pt x="26582" y="33624"/>
                </a:lnTo>
                <a:lnTo>
                  <a:pt x="26582" y="33296"/>
                </a:lnTo>
                <a:lnTo>
                  <a:pt x="27023" y="32804"/>
                </a:lnTo>
                <a:lnTo>
                  <a:pt x="27463" y="32804"/>
                </a:lnTo>
                <a:lnTo>
                  <a:pt x="27463" y="32476"/>
                </a:lnTo>
                <a:lnTo>
                  <a:pt x="27903" y="31984"/>
                </a:lnTo>
                <a:lnTo>
                  <a:pt x="28362" y="31656"/>
                </a:lnTo>
                <a:lnTo>
                  <a:pt x="28362" y="31328"/>
                </a:lnTo>
                <a:lnTo>
                  <a:pt x="28802" y="30836"/>
                </a:lnTo>
                <a:lnTo>
                  <a:pt x="28802" y="30508"/>
                </a:lnTo>
                <a:lnTo>
                  <a:pt x="29242" y="30016"/>
                </a:lnTo>
                <a:lnTo>
                  <a:pt x="29242" y="29688"/>
                </a:lnTo>
                <a:lnTo>
                  <a:pt x="29683" y="29360"/>
                </a:lnTo>
                <a:lnTo>
                  <a:pt x="30123" y="29360"/>
                </a:lnTo>
                <a:lnTo>
                  <a:pt x="30123" y="28868"/>
                </a:lnTo>
                <a:lnTo>
                  <a:pt x="30563" y="28540"/>
                </a:lnTo>
                <a:lnTo>
                  <a:pt x="30563" y="28047"/>
                </a:lnTo>
                <a:lnTo>
                  <a:pt x="31004" y="27719"/>
                </a:lnTo>
                <a:lnTo>
                  <a:pt x="31462" y="27227"/>
                </a:lnTo>
                <a:lnTo>
                  <a:pt x="31462" y="26899"/>
                </a:lnTo>
                <a:lnTo>
                  <a:pt x="31903" y="26571"/>
                </a:lnTo>
                <a:lnTo>
                  <a:pt x="32343" y="26571"/>
                </a:lnTo>
                <a:lnTo>
                  <a:pt x="32343" y="25751"/>
                </a:lnTo>
                <a:lnTo>
                  <a:pt x="32783" y="25751"/>
                </a:lnTo>
                <a:lnTo>
                  <a:pt x="32783" y="25259"/>
                </a:lnTo>
                <a:lnTo>
                  <a:pt x="33223" y="24931"/>
                </a:lnTo>
                <a:lnTo>
                  <a:pt x="33223" y="24603"/>
                </a:lnTo>
                <a:lnTo>
                  <a:pt x="33664" y="24111"/>
                </a:lnTo>
                <a:lnTo>
                  <a:pt x="34104" y="23783"/>
                </a:lnTo>
                <a:lnTo>
                  <a:pt x="34104" y="23291"/>
                </a:lnTo>
                <a:lnTo>
                  <a:pt x="34563" y="23291"/>
                </a:lnTo>
                <a:lnTo>
                  <a:pt x="34563" y="22963"/>
                </a:lnTo>
                <a:lnTo>
                  <a:pt x="35003" y="22471"/>
                </a:lnTo>
                <a:lnTo>
                  <a:pt x="35443" y="22143"/>
                </a:lnTo>
                <a:lnTo>
                  <a:pt x="35443" y="21815"/>
                </a:lnTo>
                <a:lnTo>
                  <a:pt x="35884" y="21323"/>
                </a:lnTo>
                <a:lnTo>
                  <a:pt x="35884" y="20994"/>
                </a:lnTo>
                <a:lnTo>
                  <a:pt x="36324" y="20502"/>
                </a:lnTo>
                <a:lnTo>
                  <a:pt x="36764" y="20502"/>
                </a:lnTo>
                <a:lnTo>
                  <a:pt x="36764" y="20174"/>
                </a:lnTo>
                <a:lnTo>
                  <a:pt x="37204" y="19846"/>
                </a:lnTo>
                <a:lnTo>
                  <a:pt x="37204" y="19354"/>
                </a:lnTo>
                <a:lnTo>
                  <a:pt x="37663" y="19026"/>
                </a:lnTo>
                <a:lnTo>
                  <a:pt x="37663" y="18534"/>
                </a:lnTo>
                <a:lnTo>
                  <a:pt x="38103" y="18206"/>
                </a:lnTo>
                <a:lnTo>
                  <a:pt x="38544" y="17714"/>
                </a:lnTo>
                <a:lnTo>
                  <a:pt x="38544" y="17386"/>
                </a:lnTo>
                <a:lnTo>
                  <a:pt x="38984" y="17386"/>
                </a:lnTo>
                <a:lnTo>
                  <a:pt x="39424" y="17058"/>
                </a:lnTo>
                <a:lnTo>
                  <a:pt x="39424" y="16566"/>
                </a:lnTo>
                <a:lnTo>
                  <a:pt x="39865" y="16238"/>
                </a:lnTo>
                <a:lnTo>
                  <a:pt x="39865" y="15746"/>
                </a:lnTo>
                <a:lnTo>
                  <a:pt x="40323" y="15418"/>
                </a:lnTo>
                <a:lnTo>
                  <a:pt x="40763" y="15090"/>
                </a:lnTo>
                <a:lnTo>
                  <a:pt x="40763" y="14598"/>
                </a:lnTo>
                <a:lnTo>
                  <a:pt x="41204" y="14598"/>
                </a:lnTo>
                <a:lnTo>
                  <a:pt x="41204" y="14270"/>
                </a:lnTo>
                <a:lnTo>
                  <a:pt x="41644" y="13777"/>
                </a:lnTo>
                <a:lnTo>
                  <a:pt x="41644" y="13449"/>
                </a:lnTo>
                <a:lnTo>
                  <a:pt x="42084" y="12957"/>
                </a:lnTo>
                <a:lnTo>
                  <a:pt x="42525" y="12629"/>
                </a:lnTo>
                <a:lnTo>
                  <a:pt x="42965" y="12301"/>
                </a:lnTo>
                <a:lnTo>
                  <a:pt x="43424" y="11809"/>
                </a:lnTo>
                <a:lnTo>
                  <a:pt x="43424" y="11481"/>
                </a:lnTo>
                <a:lnTo>
                  <a:pt x="43864" y="10989"/>
                </a:lnTo>
                <a:lnTo>
                  <a:pt x="43864" y="10661"/>
                </a:lnTo>
                <a:lnTo>
                  <a:pt x="44304" y="10333"/>
                </a:lnTo>
                <a:lnTo>
                  <a:pt x="44744" y="9841"/>
                </a:lnTo>
                <a:lnTo>
                  <a:pt x="45185" y="9513"/>
                </a:lnTo>
                <a:lnTo>
                  <a:pt x="45185" y="9021"/>
                </a:lnTo>
                <a:lnTo>
                  <a:pt x="45625" y="8693"/>
                </a:lnTo>
                <a:lnTo>
                  <a:pt x="45625" y="8201"/>
                </a:lnTo>
                <a:lnTo>
                  <a:pt x="46065" y="7873"/>
                </a:lnTo>
                <a:lnTo>
                  <a:pt x="46524" y="7873"/>
                </a:lnTo>
                <a:lnTo>
                  <a:pt x="46524" y="7545"/>
                </a:lnTo>
                <a:lnTo>
                  <a:pt x="46964" y="7053"/>
                </a:lnTo>
                <a:lnTo>
                  <a:pt x="46964" y="6724"/>
                </a:lnTo>
                <a:lnTo>
                  <a:pt x="47405" y="6232"/>
                </a:lnTo>
                <a:lnTo>
                  <a:pt x="47845" y="5904"/>
                </a:lnTo>
                <a:lnTo>
                  <a:pt x="47845" y="5576"/>
                </a:lnTo>
                <a:lnTo>
                  <a:pt x="48285" y="5084"/>
                </a:lnTo>
                <a:lnTo>
                  <a:pt x="48725" y="4756"/>
                </a:lnTo>
                <a:lnTo>
                  <a:pt x="49166" y="4264"/>
                </a:lnTo>
                <a:lnTo>
                  <a:pt x="49166" y="3936"/>
                </a:lnTo>
                <a:lnTo>
                  <a:pt x="49624" y="3444"/>
                </a:lnTo>
                <a:lnTo>
                  <a:pt x="50065" y="3444"/>
                </a:lnTo>
                <a:lnTo>
                  <a:pt x="50065" y="3116"/>
                </a:lnTo>
                <a:lnTo>
                  <a:pt x="50505" y="2788"/>
                </a:lnTo>
                <a:lnTo>
                  <a:pt x="50505" y="2296"/>
                </a:lnTo>
                <a:lnTo>
                  <a:pt x="50945" y="1968"/>
                </a:lnTo>
                <a:lnTo>
                  <a:pt x="50945" y="1476"/>
                </a:lnTo>
                <a:lnTo>
                  <a:pt x="51386" y="1148"/>
                </a:lnTo>
                <a:lnTo>
                  <a:pt x="51826" y="820"/>
                </a:lnTo>
                <a:lnTo>
                  <a:pt x="52266" y="328"/>
                </a:lnTo>
                <a:lnTo>
                  <a:pt x="52266" y="0"/>
                </a:lnTo>
              </a:path>
            </a:pathLst>
          </a:custGeom>
          <a:ln w="24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1859548" y="1761834"/>
            <a:ext cx="52725" cy="60688"/>
          </a:xfrm>
          <a:custGeom>
            <a:avLst/>
            <a:gdLst/>
            <a:ahLst/>
            <a:cxnLst/>
            <a:rect l="l" t="t" r="r" b="b"/>
            <a:pathLst>
              <a:path w="52725" h="60688">
                <a:moveTo>
                  <a:pt x="0" y="60688"/>
                </a:moveTo>
                <a:lnTo>
                  <a:pt x="458" y="60196"/>
                </a:lnTo>
                <a:lnTo>
                  <a:pt x="458" y="59868"/>
                </a:lnTo>
                <a:lnTo>
                  <a:pt x="898" y="59868"/>
                </a:lnTo>
                <a:lnTo>
                  <a:pt x="1339" y="59540"/>
                </a:lnTo>
                <a:lnTo>
                  <a:pt x="1339" y="59048"/>
                </a:lnTo>
                <a:lnTo>
                  <a:pt x="1779" y="58720"/>
                </a:lnTo>
                <a:lnTo>
                  <a:pt x="2219" y="58228"/>
                </a:lnTo>
                <a:lnTo>
                  <a:pt x="2660" y="57900"/>
                </a:lnTo>
                <a:lnTo>
                  <a:pt x="2660" y="57408"/>
                </a:lnTo>
                <a:lnTo>
                  <a:pt x="3118" y="57080"/>
                </a:lnTo>
                <a:lnTo>
                  <a:pt x="3118" y="56752"/>
                </a:lnTo>
                <a:lnTo>
                  <a:pt x="3559" y="56260"/>
                </a:lnTo>
                <a:lnTo>
                  <a:pt x="3999" y="56260"/>
                </a:lnTo>
                <a:lnTo>
                  <a:pt x="3999" y="55931"/>
                </a:lnTo>
                <a:lnTo>
                  <a:pt x="4439" y="55439"/>
                </a:lnTo>
                <a:lnTo>
                  <a:pt x="4879" y="55111"/>
                </a:lnTo>
                <a:lnTo>
                  <a:pt x="4879" y="54783"/>
                </a:lnTo>
                <a:lnTo>
                  <a:pt x="5320" y="54291"/>
                </a:lnTo>
                <a:lnTo>
                  <a:pt x="5320" y="53963"/>
                </a:lnTo>
                <a:lnTo>
                  <a:pt x="5760" y="53963"/>
                </a:lnTo>
                <a:lnTo>
                  <a:pt x="6219" y="53471"/>
                </a:lnTo>
                <a:lnTo>
                  <a:pt x="6219" y="53143"/>
                </a:lnTo>
                <a:lnTo>
                  <a:pt x="6659" y="52651"/>
                </a:lnTo>
                <a:lnTo>
                  <a:pt x="6659" y="52323"/>
                </a:lnTo>
                <a:lnTo>
                  <a:pt x="7099" y="52323"/>
                </a:lnTo>
                <a:lnTo>
                  <a:pt x="7099" y="51995"/>
                </a:lnTo>
                <a:lnTo>
                  <a:pt x="7540" y="51503"/>
                </a:lnTo>
                <a:lnTo>
                  <a:pt x="7980" y="51175"/>
                </a:lnTo>
                <a:lnTo>
                  <a:pt x="7980" y="50683"/>
                </a:lnTo>
                <a:lnTo>
                  <a:pt x="8420" y="50355"/>
                </a:lnTo>
                <a:lnTo>
                  <a:pt x="8860" y="50355"/>
                </a:lnTo>
                <a:lnTo>
                  <a:pt x="8860" y="50027"/>
                </a:lnTo>
                <a:lnTo>
                  <a:pt x="9319" y="49535"/>
                </a:lnTo>
                <a:lnTo>
                  <a:pt x="9319" y="49207"/>
                </a:lnTo>
                <a:lnTo>
                  <a:pt x="9759" y="48714"/>
                </a:lnTo>
                <a:lnTo>
                  <a:pt x="10200" y="48386"/>
                </a:lnTo>
                <a:lnTo>
                  <a:pt x="10640" y="47894"/>
                </a:lnTo>
                <a:lnTo>
                  <a:pt x="10640" y="47566"/>
                </a:lnTo>
                <a:lnTo>
                  <a:pt x="11080" y="47238"/>
                </a:lnTo>
                <a:lnTo>
                  <a:pt x="11521" y="46746"/>
                </a:lnTo>
                <a:lnTo>
                  <a:pt x="11521" y="46418"/>
                </a:lnTo>
                <a:lnTo>
                  <a:pt x="11961" y="45926"/>
                </a:lnTo>
                <a:lnTo>
                  <a:pt x="12419" y="45598"/>
                </a:lnTo>
                <a:lnTo>
                  <a:pt x="12419" y="45270"/>
                </a:lnTo>
                <a:lnTo>
                  <a:pt x="12860" y="45270"/>
                </a:lnTo>
                <a:lnTo>
                  <a:pt x="13300" y="44778"/>
                </a:lnTo>
                <a:lnTo>
                  <a:pt x="13300" y="44450"/>
                </a:lnTo>
                <a:lnTo>
                  <a:pt x="13740" y="43958"/>
                </a:lnTo>
                <a:lnTo>
                  <a:pt x="13740" y="43630"/>
                </a:lnTo>
                <a:lnTo>
                  <a:pt x="14181" y="43630"/>
                </a:lnTo>
                <a:lnTo>
                  <a:pt x="14621" y="43138"/>
                </a:lnTo>
                <a:lnTo>
                  <a:pt x="14621" y="42810"/>
                </a:lnTo>
                <a:lnTo>
                  <a:pt x="15061" y="42482"/>
                </a:lnTo>
                <a:lnTo>
                  <a:pt x="15520" y="41989"/>
                </a:lnTo>
                <a:lnTo>
                  <a:pt x="15960" y="41661"/>
                </a:lnTo>
                <a:lnTo>
                  <a:pt x="15960" y="41169"/>
                </a:lnTo>
                <a:lnTo>
                  <a:pt x="16400" y="40841"/>
                </a:lnTo>
                <a:lnTo>
                  <a:pt x="16841" y="40513"/>
                </a:lnTo>
                <a:lnTo>
                  <a:pt x="17281" y="40021"/>
                </a:lnTo>
                <a:lnTo>
                  <a:pt x="17281" y="39693"/>
                </a:lnTo>
                <a:lnTo>
                  <a:pt x="17721" y="39201"/>
                </a:lnTo>
                <a:lnTo>
                  <a:pt x="18180" y="38873"/>
                </a:lnTo>
                <a:lnTo>
                  <a:pt x="18180" y="38381"/>
                </a:lnTo>
                <a:lnTo>
                  <a:pt x="18620" y="38053"/>
                </a:lnTo>
                <a:lnTo>
                  <a:pt x="19061" y="37725"/>
                </a:lnTo>
                <a:lnTo>
                  <a:pt x="19501" y="37233"/>
                </a:lnTo>
                <a:lnTo>
                  <a:pt x="19941" y="36905"/>
                </a:lnTo>
                <a:lnTo>
                  <a:pt x="19941" y="36413"/>
                </a:lnTo>
                <a:lnTo>
                  <a:pt x="20381" y="36413"/>
                </a:lnTo>
                <a:lnTo>
                  <a:pt x="20381" y="36085"/>
                </a:lnTo>
                <a:lnTo>
                  <a:pt x="20822" y="35757"/>
                </a:lnTo>
                <a:lnTo>
                  <a:pt x="20822" y="35265"/>
                </a:lnTo>
                <a:lnTo>
                  <a:pt x="21280" y="34936"/>
                </a:lnTo>
                <a:lnTo>
                  <a:pt x="21721" y="34936"/>
                </a:lnTo>
                <a:lnTo>
                  <a:pt x="21721" y="34444"/>
                </a:lnTo>
                <a:lnTo>
                  <a:pt x="22161" y="34116"/>
                </a:lnTo>
                <a:lnTo>
                  <a:pt x="22161" y="33624"/>
                </a:lnTo>
                <a:lnTo>
                  <a:pt x="22601" y="33296"/>
                </a:lnTo>
                <a:lnTo>
                  <a:pt x="23042" y="33296"/>
                </a:lnTo>
                <a:lnTo>
                  <a:pt x="23042" y="32968"/>
                </a:lnTo>
                <a:lnTo>
                  <a:pt x="23482" y="32476"/>
                </a:lnTo>
                <a:lnTo>
                  <a:pt x="23922" y="32476"/>
                </a:lnTo>
                <a:lnTo>
                  <a:pt x="23922" y="32148"/>
                </a:lnTo>
                <a:lnTo>
                  <a:pt x="24381" y="31656"/>
                </a:lnTo>
                <a:lnTo>
                  <a:pt x="24381" y="31328"/>
                </a:lnTo>
                <a:lnTo>
                  <a:pt x="24821" y="31000"/>
                </a:lnTo>
                <a:lnTo>
                  <a:pt x="24821" y="30508"/>
                </a:lnTo>
                <a:lnTo>
                  <a:pt x="25261" y="30508"/>
                </a:lnTo>
                <a:lnTo>
                  <a:pt x="25702" y="30180"/>
                </a:lnTo>
                <a:lnTo>
                  <a:pt x="25702" y="29688"/>
                </a:lnTo>
                <a:lnTo>
                  <a:pt x="26142" y="29688"/>
                </a:lnTo>
                <a:lnTo>
                  <a:pt x="26142" y="29360"/>
                </a:lnTo>
                <a:lnTo>
                  <a:pt x="26582" y="28868"/>
                </a:lnTo>
                <a:lnTo>
                  <a:pt x="27023" y="28540"/>
                </a:lnTo>
                <a:lnTo>
                  <a:pt x="27023" y="28212"/>
                </a:lnTo>
                <a:lnTo>
                  <a:pt x="27481" y="28212"/>
                </a:lnTo>
                <a:lnTo>
                  <a:pt x="27481" y="27719"/>
                </a:lnTo>
                <a:lnTo>
                  <a:pt x="27922" y="27391"/>
                </a:lnTo>
                <a:lnTo>
                  <a:pt x="28362" y="26899"/>
                </a:lnTo>
                <a:lnTo>
                  <a:pt x="28802" y="26571"/>
                </a:lnTo>
                <a:lnTo>
                  <a:pt x="28802" y="26243"/>
                </a:lnTo>
                <a:lnTo>
                  <a:pt x="29242" y="25751"/>
                </a:lnTo>
                <a:lnTo>
                  <a:pt x="29242" y="25423"/>
                </a:lnTo>
                <a:lnTo>
                  <a:pt x="29683" y="25423"/>
                </a:lnTo>
                <a:lnTo>
                  <a:pt x="30123" y="24931"/>
                </a:lnTo>
                <a:lnTo>
                  <a:pt x="30582" y="24603"/>
                </a:lnTo>
                <a:lnTo>
                  <a:pt x="31022" y="24111"/>
                </a:lnTo>
                <a:lnTo>
                  <a:pt x="31022" y="23783"/>
                </a:lnTo>
                <a:lnTo>
                  <a:pt x="31462" y="23455"/>
                </a:lnTo>
                <a:lnTo>
                  <a:pt x="31462" y="22963"/>
                </a:lnTo>
                <a:lnTo>
                  <a:pt x="31903" y="22963"/>
                </a:lnTo>
                <a:lnTo>
                  <a:pt x="32343" y="22635"/>
                </a:lnTo>
                <a:lnTo>
                  <a:pt x="32343" y="22143"/>
                </a:lnTo>
                <a:lnTo>
                  <a:pt x="32783" y="22143"/>
                </a:lnTo>
                <a:lnTo>
                  <a:pt x="32783" y="21815"/>
                </a:lnTo>
                <a:lnTo>
                  <a:pt x="33242" y="21487"/>
                </a:lnTo>
                <a:lnTo>
                  <a:pt x="33242" y="20994"/>
                </a:lnTo>
                <a:lnTo>
                  <a:pt x="33682" y="20666"/>
                </a:lnTo>
                <a:lnTo>
                  <a:pt x="34122" y="20666"/>
                </a:lnTo>
                <a:lnTo>
                  <a:pt x="34122" y="20174"/>
                </a:lnTo>
                <a:lnTo>
                  <a:pt x="34563" y="19846"/>
                </a:lnTo>
                <a:lnTo>
                  <a:pt x="35003" y="19354"/>
                </a:lnTo>
                <a:lnTo>
                  <a:pt x="35443" y="19026"/>
                </a:lnTo>
                <a:lnTo>
                  <a:pt x="35443" y="18698"/>
                </a:lnTo>
                <a:lnTo>
                  <a:pt x="35884" y="18698"/>
                </a:lnTo>
                <a:lnTo>
                  <a:pt x="35884" y="18206"/>
                </a:lnTo>
                <a:lnTo>
                  <a:pt x="36342" y="17878"/>
                </a:lnTo>
                <a:lnTo>
                  <a:pt x="36782" y="17386"/>
                </a:lnTo>
                <a:lnTo>
                  <a:pt x="36782" y="17058"/>
                </a:lnTo>
                <a:lnTo>
                  <a:pt x="37223" y="17058"/>
                </a:lnTo>
                <a:lnTo>
                  <a:pt x="37223" y="16730"/>
                </a:lnTo>
                <a:lnTo>
                  <a:pt x="37663" y="16238"/>
                </a:lnTo>
                <a:lnTo>
                  <a:pt x="38103" y="16238"/>
                </a:lnTo>
                <a:lnTo>
                  <a:pt x="38103" y="15910"/>
                </a:lnTo>
                <a:lnTo>
                  <a:pt x="38544" y="15418"/>
                </a:lnTo>
                <a:lnTo>
                  <a:pt x="38544" y="15090"/>
                </a:lnTo>
                <a:lnTo>
                  <a:pt x="38984" y="15090"/>
                </a:lnTo>
                <a:lnTo>
                  <a:pt x="39443" y="14762"/>
                </a:lnTo>
                <a:lnTo>
                  <a:pt x="39443" y="14270"/>
                </a:lnTo>
                <a:lnTo>
                  <a:pt x="39883" y="13941"/>
                </a:lnTo>
                <a:lnTo>
                  <a:pt x="40323" y="13449"/>
                </a:lnTo>
                <a:lnTo>
                  <a:pt x="40763" y="13121"/>
                </a:lnTo>
                <a:lnTo>
                  <a:pt x="40763" y="12629"/>
                </a:lnTo>
                <a:lnTo>
                  <a:pt x="41204" y="12629"/>
                </a:lnTo>
                <a:lnTo>
                  <a:pt x="41644" y="12301"/>
                </a:lnTo>
                <a:lnTo>
                  <a:pt x="41644" y="11973"/>
                </a:lnTo>
                <a:lnTo>
                  <a:pt x="42084" y="11973"/>
                </a:lnTo>
                <a:lnTo>
                  <a:pt x="42084" y="11481"/>
                </a:lnTo>
                <a:lnTo>
                  <a:pt x="42543" y="11153"/>
                </a:lnTo>
                <a:lnTo>
                  <a:pt x="42983" y="10661"/>
                </a:lnTo>
                <a:lnTo>
                  <a:pt x="43424" y="10333"/>
                </a:lnTo>
                <a:lnTo>
                  <a:pt x="43424" y="10005"/>
                </a:lnTo>
                <a:lnTo>
                  <a:pt x="43864" y="10005"/>
                </a:lnTo>
                <a:lnTo>
                  <a:pt x="43864" y="9513"/>
                </a:lnTo>
                <a:lnTo>
                  <a:pt x="44304" y="9185"/>
                </a:lnTo>
                <a:lnTo>
                  <a:pt x="44304" y="8693"/>
                </a:lnTo>
                <a:lnTo>
                  <a:pt x="44744" y="8693"/>
                </a:lnTo>
                <a:lnTo>
                  <a:pt x="45185" y="8365"/>
                </a:lnTo>
                <a:lnTo>
                  <a:pt x="45185" y="7873"/>
                </a:lnTo>
                <a:lnTo>
                  <a:pt x="45643" y="7545"/>
                </a:lnTo>
                <a:lnTo>
                  <a:pt x="46084" y="7545"/>
                </a:lnTo>
                <a:lnTo>
                  <a:pt x="46084" y="7217"/>
                </a:lnTo>
                <a:lnTo>
                  <a:pt x="46524" y="6724"/>
                </a:lnTo>
                <a:lnTo>
                  <a:pt x="46964" y="6396"/>
                </a:lnTo>
                <a:lnTo>
                  <a:pt x="46964" y="5904"/>
                </a:lnTo>
                <a:lnTo>
                  <a:pt x="47405" y="5576"/>
                </a:lnTo>
                <a:lnTo>
                  <a:pt x="47845" y="5576"/>
                </a:lnTo>
                <a:lnTo>
                  <a:pt x="47845" y="5248"/>
                </a:lnTo>
                <a:lnTo>
                  <a:pt x="48303" y="4756"/>
                </a:lnTo>
                <a:lnTo>
                  <a:pt x="48744" y="4756"/>
                </a:lnTo>
                <a:lnTo>
                  <a:pt x="48744" y="4428"/>
                </a:lnTo>
                <a:lnTo>
                  <a:pt x="49184" y="3936"/>
                </a:lnTo>
                <a:lnTo>
                  <a:pt x="49624" y="3608"/>
                </a:lnTo>
                <a:lnTo>
                  <a:pt x="50065" y="3116"/>
                </a:lnTo>
                <a:lnTo>
                  <a:pt x="50505" y="2788"/>
                </a:lnTo>
                <a:lnTo>
                  <a:pt x="50505" y="2460"/>
                </a:lnTo>
                <a:lnTo>
                  <a:pt x="50945" y="1968"/>
                </a:lnTo>
                <a:lnTo>
                  <a:pt x="51404" y="1640"/>
                </a:lnTo>
                <a:lnTo>
                  <a:pt x="51844" y="1148"/>
                </a:lnTo>
                <a:lnTo>
                  <a:pt x="52284" y="820"/>
                </a:lnTo>
                <a:lnTo>
                  <a:pt x="52725" y="492"/>
                </a:lnTo>
                <a:lnTo>
                  <a:pt x="52725" y="0"/>
                </a:lnTo>
              </a:path>
            </a:pathLst>
          </a:custGeom>
          <a:ln w="24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1912274" y="1713119"/>
            <a:ext cx="52725" cy="48714"/>
          </a:xfrm>
          <a:custGeom>
            <a:avLst/>
            <a:gdLst/>
            <a:ahLst/>
            <a:cxnLst/>
            <a:rect l="l" t="t" r="r" b="b"/>
            <a:pathLst>
              <a:path w="52725" h="48714">
                <a:moveTo>
                  <a:pt x="0" y="48714"/>
                </a:moveTo>
                <a:lnTo>
                  <a:pt x="440" y="48714"/>
                </a:lnTo>
                <a:lnTo>
                  <a:pt x="440" y="48386"/>
                </a:lnTo>
                <a:lnTo>
                  <a:pt x="880" y="47894"/>
                </a:lnTo>
                <a:lnTo>
                  <a:pt x="1320" y="47566"/>
                </a:lnTo>
                <a:lnTo>
                  <a:pt x="1779" y="47074"/>
                </a:lnTo>
                <a:lnTo>
                  <a:pt x="2219" y="46746"/>
                </a:lnTo>
                <a:lnTo>
                  <a:pt x="2219" y="46418"/>
                </a:lnTo>
                <a:lnTo>
                  <a:pt x="2660" y="46418"/>
                </a:lnTo>
                <a:lnTo>
                  <a:pt x="2660" y="45926"/>
                </a:lnTo>
                <a:lnTo>
                  <a:pt x="3100" y="45598"/>
                </a:lnTo>
                <a:lnTo>
                  <a:pt x="3540" y="45106"/>
                </a:lnTo>
                <a:lnTo>
                  <a:pt x="3980" y="45106"/>
                </a:lnTo>
                <a:lnTo>
                  <a:pt x="3980" y="44778"/>
                </a:lnTo>
                <a:lnTo>
                  <a:pt x="4421" y="44450"/>
                </a:lnTo>
                <a:lnTo>
                  <a:pt x="4879" y="43958"/>
                </a:lnTo>
                <a:lnTo>
                  <a:pt x="4879" y="43630"/>
                </a:lnTo>
                <a:lnTo>
                  <a:pt x="5320" y="43630"/>
                </a:lnTo>
                <a:lnTo>
                  <a:pt x="5760" y="43138"/>
                </a:lnTo>
                <a:lnTo>
                  <a:pt x="5760" y="42810"/>
                </a:lnTo>
                <a:lnTo>
                  <a:pt x="6200" y="42810"/>
                </a:lnTo>
                <a:lnTo>
                  <a:pt x="6200" y="42318"/>
                </a:lnTo>
                <a:lnTo>
                  <a:pt x="6641" y="41989"/>
                </a:lnTo>
                <a:lnTo>
                  <a:pt x="7081" y="41989"/>
                </a:lnTo>
                <a:lnTo>
                  <a:pt x="7081" y="41661"/>
                </a:lnTo>
                <a:lnTo>
                  <a:pt x="7540" y="41169"/>
                </a:lnTo>
                <a:lnTo>
                  <a:pt x="7980" y="40841"/>
                </a:lnTo>
                <a:lnTo>
                  <a:pt x="8420" y="40349"/>
                </a:lnTo>
                <a:lnTo>
                  <a:pt x="8860" y="40021"/>
                </a:lnTo>
                <a:lnTo>
                  <a:pt x="8860" y="39693"/>
                </a:lnTo>
                <a:lnTo>
                  <a:pt x="9301" y="39693"/>
                </a:lnTo>
                <a:lnTo>
                  <a:pt x="9301" y="39201"/>
                </a:lnTo>
                <a:lnTo>
                  <a:pt x="9741" y="38873"/>
                </a:lnTo>
                <a:lnTo>
                  <a:pt x="10181" y="38873"/>
                </a:lnTo>
                <a:lnTo>
                  <a:pt x="10181" y="38381"/>
                </a:lnTo>
                <a:lnTo>
                  <a:pt x="10640" y="38053"/>
                </a:lnTo>
                <a:lnTo>
                  <a:pt x="11080" y="38053"/>
                </a:lnTo>
                <a:lnTo>
                  <a:pt x="11080" y="37561"/>
                </a:lnTo>
                <a:lnTo>
                  <a:pt x="11521" y="37233"/>
                </a:lnTo>
                <a:lnTo>
                  <a:pt x="11961" y="36905"/>
                </a:lnTo>
                <a:lnTo>
                  <a:pt x="12401" y="36413"/>
                </a:lnTo>
                <a:lnTo>
                  <a:pt x="12841" y="36085"/>
                </a:lnTo>
                <a:lnTo>
                  <a:pt x="12841" y="35593"/>
                </a:lnTo>
                <a:lnTo>
                  <a:pt x="13282" y="35593"/>
                </a:lnTo>
                <a:lnTo>
                  <a:pt x="13282" y="35265"/>
                </a:lnTo>
                <a:lnTo>
                  <a:pt x="13740" y="34936"/>
                </a:lnTo>
                <a:lnTo>
                  <a:pt x="14181" y="34936"/>
                </a:lnTo>
                <a:lnTo>
                  <a:pt x="14181" y="34444"/>
                </a:lnTo>
                <a:lnTo>
                  <a:pt x="14621" y="34116"/>
                </a:lnTo>
                <a:lnTo>
                  <a:pt x="15061" y="34116"/>
                </a:lnTo>
                <a:lnTo>
                  <a:pt x="15061" y="33624"/>
                </a:lnTo>
                <a:lnTo>
                  <a:pt x="15502" y="33296"/>
                </a:lnTo>
                <a:lnTo>
                  <a:pt x="15942" y="32804"/>
                </a:lnTo>
                <a:lnTo>
                  <a:pt x="15942" y="32476"/>
                </a:lnTo>
                <a:lnTo>
                  <a:pt x="16382" y="32476"/>
                </a:lnTo>
                <a:lnTo>
                  <a:pt x="16841" y="32148"/>
                </a:lnTo>
                <a:lnTo>
                  <a:pt x="17281" y="31656"/>
                </a:lnTo>
                <a:lnTo>
                  <a:pt x="17281" y="31328"/>
                </a:lnTo>
                <a:lnTo>
                  <a:pt x="17721" y="31328"/>
                </a:lnTo>
                <a:lnTo>
                  <a:pt x="18162" y="30836"/>
                </a:lnTo>
                <a:lnTo>
                  <a:pt x="18162" y="30508"/>
                </a:lnTo>
                <a:lnTo>
                  <a:pt x="18602" y="30508"/>
                </a:lnTo>
                <a:lnTo>
                  <a:pt x="18602" y="30180"/>
                </a:lnTo>
                <a:lnTo>
                  <a:pt x="19042" y="29688"/>
                </a:lnTo>
                <a:lnTo>
                  <a:pt x="19483" y="29688"/>
                </a:lnTo>
                <a:lnTo>
                  <a:pt x="19483" y="29360"/>
                </a:lnTo>
                <a:lnTo>
                  <a:pt x="19941" y="28868"/>
                </a:lnTo>
                <a:lnTo>
                  <a:pt x="20381" y="28540"/>
                </a:lnTo>
                <a:lnTo>
                  <a:pt x="20822" y="28047"/>
                </a:lnTo>
                <a:lnTo>
                  <a:pt x="21262" y="27719"/>
                </a:lnTo>
                <a:lnTo>
                  <a:pt x="21702" y="27719"/>
                </a:lnTo>
                <a:lnTo>
                  <a:pt x="21702" y="27391"/>
                </a:lnTo>
                <a:lnTo>
                  <a:pt x="22143" y="26899"/>
                </a:lnTo>
                <a:lnTo>
                  <a:pt x="22601" y="26571"/>
                </a:lnTo>
                <a:lnTo>
                  <a:pt x="22601" y="26079"/>
                </a:lnTo>
                <a:lnTo>
                  <a:pt x="23042" y="26079"/>
                </a:lnTo>
                <a:lnTo>
                  <a:pt x="23482" y="25751"/>
                </a:lnTo>
                <a:lnTo>
                  <a:pt x="23482" y="25423"/>
                </a:lnTo>
                <a:lnTo>
                  <a:pt x="23922" y="25423"/>
                </a:lnTo>
                <a:lnTo>
                  <a:pt x="23922" y="24931"/>
                </a:lnTo>
                <a:lnTo>
                  <a:pt x="24362" y="24931"/>
                </a:lnTo>
                <a:lnTo>
                  <a:pt x="24362" y="24603"/>
                </a:lnTo>
                <a:lnTo>
                  <a:pt x="24803" y="24111"/>
                </a:lnTo>
                <a:lnTo>
                  <a:pt x="25243" y="24111"/>
                </a:lnTo>
                <a:lnTo>
                  <a:pt x="25243" y="23783"/>
                </a:lnTo>
                <a:lnTo>
                  <a:pt x="25702" y="23455"/>
                </a:lnTo>
                <a:lnTo>
                  <a:pt x="26142" y="23455"/>
                </a:lnTo>
                <a:lnTo>
                  <a:pt x="26142" y="22963"/>
                </a:lnTo>
                <a:lnTo>
                  <a:pt x="26582" y="22963"/>
                </a:lnTo>
                <a:lnTo>
                  <a:pt x="26582" y="22635"/>
                </a:lnTo>
                <a:lnTo>
                  <a:pt x="27023" y="22143"/>
                </a:lnTo>
                <a:lnTo>
                  <a:pt x="27463" y="21815"/>
                </a:lnTo>
                <a:lnTo>
                  <a:pt x="27903" y="21815"/>
                </a:lnTo>
                <a:lnTo>
                  <a:pt x="27903" y="21323"/>
                </a:lnTo>
                <a:lnTo>
                  <a:pt x="28343" y="20994"/>
                </a:lnTo>
                <a:lnTo>
                  <a:pt x="28802" y="20666"/>
                </a:lnTo>
                <a:lnTo>
                  <a:pt x="29242" y="20174"/>
                </a:lnTo>
                <a:lnTo>
                  <a:pt x="29683" y="19846"/>
                </a:lnTo>
                <a:lnTo>
                  <a:pt x="30123" y="19846"/>
                </a:lnTo>
                <a:lnTo>
                  <a:pt x="30123" y="19354"/>
                </a:lnTo>
                <a:lnTo>
                  <a:pt x="30563" y="19354"/>
                </a:lnTo>
                <a:lnTo>
                  <a:pt x="30563" y="19026"/>
                </a:lnTo>
                <a:lnTo>
                  <a:pt x="31004" y="18698"/>
                </a:lnTo>
                <a:lnTo>
                  <a:pt x="31004" y="18206"/>
                </a:lnTo>
                <a:lnTo>
                  <a:pt x="31444" y="18206"/>
                </a:lnTo>
                <a:lnTo>
                  <a:pt x="31903" y="17878"/>
                </a:lnTo>
                <a:lnTo>
                  <a:pt x="32343" y="17386"/>
                </a:lnTo>
                <a:lnTo>
                  <a:pt x="32783" y="17386"/>
                </a:lnTo>
                <a:lnTo>
                  <a:pt x="32783" y="17058"/>
                </a:lnTo>
                <a:lnTo>
                  <a:pt x="33223" y="16566"/>
                </a:lnTo>
                <a:lnTo>
                  <a:pt x="33664" y="16238"/>
                </a:lnTo>
                <a:lnTo>
                  <a:pt x="33664" y="15910"/>
                </a:lnTo>
                <a:lnTo>
                  <a:pt x="34104" y="15910"/>
                </a:lnTo>
                <a:lnTo>
                  <a:pt x="34544" y="15418"/>
                </a:lnTo>
                <a:lnTo>
                  <a:pt x="35003" y="15090"/>
                </a:lnTo>
                <a:lnTo>
                  <a:pt x="35443" y="14598"/>
                </a:lnTo>
                <a:lnTo>
                  <a:pt x="35443" y="14270"/>
                </a:lnTo>
                <a:lnTo>
                  <a:pt x="35884" y="14270"/>
                </a:lnTo>
                <a:lnTo>
                  <a:pt x="36324" y="13941"/>
                </a:lnTo>
                <a:lnTo>
                  <a:pt x="36764" y="13449"/>
                </a:lnTo>
                <a:lnTo>
                  <a:pt x="37204" y="13121"/>
                </a:lnTo>
                <a:lnTo>
                  <a:pt x="37663" y="12629"/>
                </a:lnTo>
                <a:lnTo>
                  <a:pt x="38103" y="12301"/>
                </a:lnTo>
                <a:lnTo>
                  <a:pt x="38544" y="12301"/>
                </a:lnTo>
                <a:lnTo>
                  <a:pt x="38544" y="11809"/>
                </a:lnTo>
                <a:lnTo>
                  <a:pt x="38984" y="11481"/>
                </a:lnTo>
                <a:lnTo>
                  <a:pt x="39424" y="11153"/>
                </a:lnTo>
                <a:lnTo>
                  <a:pt x="39424" y="10661"/>
                </a:lnTo>
                <a:lnTo>
                  <a:pt x="39865" y="10661"/>
                </a:lnTo>
                <a:lnTo>
                  <a:pt x="40305" y="10333"/>
                </a:lnTo>
                <a:lnTo>
                  <a:pt x="40763" y="9841"/>
                </a:lnTo>
                <a:lnTo>
                  <a:pt x="41204" y="9841"/>
                </a:lnTo>
                <a:lnTo>
                  <a:pt x="41204" y="9513"/>
                </a:lnTo>
                <a:lnTo>
                  <a:pt x="41644" y="9185"/>
                </a:lnTo>
                <a:lnTo>
                  <a:pt x="42084" y="8693"/>
                </a:lnTo>
                <a:lnTo>
                  <a:pt x="42525" y="8365"/>
                </a:lnTo>
                <a:lnTo>
                  <a:pt x="42965" y="7873"/>
                </a:lnTo>
                <a:lnTo>
                  <a:pt x="43405" y="7545"/>
                </a:lnTo>
                <a:lnTo>
                  <a:pt x="43864" y="7545"/>
                </a:lnTo>
                <a:lnTo>
                  <a:pt x="43864" y="7053"/>
                </a:lnTo>
                <a:lnTo>
                  <a:pt x="44304" y="7053"/>
                </a:lnTo>
                <a:lnTo>
                  <a:pt x="44304" y="6724"/>
                </a:lnTo>
                <a:lnTo>
                  <a:pt x="44744" y="6724"/>
                </a:lnTo>
                <a:lnTo>
                  <a:pt x="44744" y="6396"/>
                </a:lnTo>
                <a:lnTo>
                  <a:pt x="45185" y="6396"/>
                </a:lnTo>
                <a:lnTo>
                  <a:pt x="45625" y="5904"/>
                </a:lnTo>
                <a:lnTo>
                  <a:pt x="45625" y="5576"/>
                </a:lnTo>
                <a:lnTo>
                  <a:pt x="46065" y="5576"/>
                </a:lnTo>
                <a:lnTo>
                  <a:pt x="46065" y="5084"/>
                </a:lnTo>
                <a:lnTo>
                  <a:pt x="46506" y="5084"/>
                </a:lnTo>
                <a:lnTo>
                  <a:pt x="46964" y="4756"/>
                </a:lnTo>
                <a:lnTo>
                  <a:pt x="47405" y="4428"/>
                </a:lnTo>
                <a:lnTo>
                  <a:pt x="47845" y="3936"/>
                </a:lnTo>
                <a:lnTo>
                  <a:pt x="48285" y="3608"/>
                </a:lnTo>
                <a:lnTo>
                  <a:pt x="48725" y="3116"/>
                </a:lnTo>
                <a:lnTo>
                  <a:pt x="49166" y="2788"/>
                </a:lnTo>
                <a:lnTo>
                  <a:pt x="49606" y="2788"/>
                </a:lnTo>
                <a:lnTo>
                  <a:pt x="49606" y="2296"/>
                </a:lnTo>
                <a:lnTo>
                  <a:pt x="50065" y="1968"/>
                </a:lnTo>
                <a:lnTo>
                  <a:pt x="50505" y="1640"/>
                </a:lnTo>
                <a:lnTo>
                  <a:pt x="50945" y="1640"/>
                </a:lnTo>
                <a:lnTo>
                  <a:pt x="50945" y="1148"/>
                </a:lnTo>
                <a:lnTo>
                  <a:pt x="51386" y="1148"/>
                </a:lnTo>
                <a:lnTo>
                  <a:pt x="51386" y="820"/>
                </a:lnTo>
                <a:lnTo>
                  <a:pt x="51826" y="820"/>
                </a:lnTo>
                <a:lnTo>
                  <a:pt x="52266" y="328"/>
                </a:lnTo>
                <a:lnTo>
                  <a:pt x="52725" y="0"/>
                </a:lnTo>
              </a:path>
            </a:pathLst>
          </a:custGeom>
          <a:ln w="24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1964999" y="1676706"/>
            <a:ext cx="52266" cy="36413"/>
          </a:xfrm>
          <a:custGeom>
            <a:avLst/>
            <a:gdLst/>
            <a:ahLst/>
            <a:cxnLst/>
            <a:rect l="l" t="t" r="r" b="b"/>
            <a:pathLst>
              <a:path w="52266" h="36413">
                <a:moveTo>
                  <a:pt x="0" y="36413"/>
                </a:moveTo>
                <a:lnTo>
                  <a:pt x="0" y="36085"/>
                </a:lnTo>
                <a:lnTo>
                  <a:pt x="440" y="36085"/>
                </a:lnTo>
                <a:lnTo>
                  <a:pt x="440" y="35593"/>
                </a:lnTo>
                <a:lnTo>
                  <a:pt x="880" y="35593"/>
                </a:lnTo>
                <a:lnTo>
                  <a:pt x="1320" y="35265"/>
                </a:lnTo>
                <a:lnTo>
                  <a:pt x="1761" y="34772"/>
                </a:lnTo>
                <a:lnTo>
                  <a:pt x="2201" y="34772"/>
                </a:lnTo>
                <a:lnTo>
                  <a:pt x="2201" y="34444"/>
                </a:lnTo>
                <a:lnTo>
                  <a:pt x="2641" y="33952"/>
                </a:lnTo>
                <a:lnTo>
                  <a:pt x="3100" y="33624"/>
                </a:lnTo>
                <a:lnTo>
                  <a:pt x="3540" y="33624"/>
                </a:lnTo>
                <a:lnTo>
                  <a:pt x="3540" y="33296"/>
                </a:lnTo>
                <a:lnTo>
                  <a:pt x="3980" y="33296"/>
                </a:lnTo>
                <a:lnTo>
                  <a:pt x="3980" y="32804"/>
                </a:lnTo>
                <a:lnTo>
                  <a:pt x="4421" y="32804"/>
                </a:lnTo>
                <a:lnTo>
                  <a:pt x="4421" y="32476"/>
                </a:lnTo>
                <a:lnTo>
                  <a:pt x="4861" y="32476"/>
                </a:lnTo>
                <a:lnTo>
                  <a:pt x="5301" y="31984"/>
                </a:lnTo>
                <a:lnTo>
                  <a:pt x="5742" y="31656"/>
                </a:lnTo>
                <a:lnTo>
                  <a:pt x="6200" y="31656"/>
                </a:lnTo>
                <a:lnTo>
                  <a:pt x="6200" y="31328"/>
                </a:lnTo>
                <a:lnTo>
                  <a:pt x="6641" y="31328"/>
                </a:lnTo>
                <a:lnTo>
                  <a:pt x="6641" y="30836"/>
                </a:lnTo>
                <a:lnTo>
                  <a:pt x="7081" y="30836"/>
                </a:lnTo>
                <a:lnTo>
                  <a:pt x="7081" y="30508"/>
                </a:lnTo>
                <a:lnTo>
                  <a:pt x="7521" y="30016"/>
                </a:lnTo>
                <a:lnTo>
                  <a:pt x="7961" y="30016"/>
                </a:lnTo>
                <a:lnTo>
                  <a:pt x="8402" y="29688"/>
                </a:lnTo>
                <a:lnTo>
                  <a:pt x="8402" y="29196"/>
                </a:lnTo>
                <a:lnTo>
                  <a:pt x="8842" y="29196"/>
                </a:lnTo>
                <a:lnTo>
                  <a:pt x="9301" y="28868"/>
                </a:lnTo>
                <a:lnTo>
                  <a:pt x="9741" y="28540"/>
                </a:lnTo>
                <a:lnTo>
                  <a:pt x="10181" y="28047"/>
                </a:lnTo>
                <a:lnTo>
                  <a:pt x="10622" y="28047"/>
                </a:lnTo>
                <a:lnTo>
                  <a:pt x="10622" y="27719"/>
                </a:lnTo>
                <a:lnTo>
                  <a:pt x="11062" y="27719"/>
                </a:lnTo>
                <a:lnTo>
                  <a:pt x="11062" y="27227"/>
                </a:lnTo>
                <a:lnTo>
                  <a:pt x="11502" y="27227"/>
                </a:lnTo>
                <a:lnTo>
                  <a:pt x="11942" y="26899"/>
                </a:lnTo>
                <a:lnTo>
                  <a:pt x="12401" y="26571"/>
                </a:lnTo>
                <a:lnTo>
                  <a:pt x="12841" y="26571"/>
                </a:lnTo>
                <a:lnTo>
                  <a:pt x="12841" y="26079"/>
                </a:lnTo>
                <a:lnTo>
                  <a:pt x="13282" y="26079"/>
                </a:lnTo>
                <a:lnTo>
                  <a:pt x="13282" y="25751"/>
                </a:lnTo>
                <a:lnTo>
                  <a:pt x="13722" y="25751"/>
                </a:lnTo>
                <a:lnTo>
                  <a:pt x="13722" y="25259"/>
                </a:lnTo>
                <a:lnTo>
                  <a:pt x="14162" y="25259"/>
                </a:lnTo>
                <a:lnTo>
                  <a:pt x="14603" y="24931"/>
                </a:lnTo>
                <a:lnTo>
                  <a:pt x="15061" y="24439"/>
                </a:lnTo>
                <a:lnTo>
                  <a:pt x="15502" y="24111"/>
                </a:lnTo>
                <a:lnTo>
                  <a:pt x="15942" y="23783"/>
                </a:lnTo>
                <a:lnTo>
                  <a:pt x="16382" y="23783"/>
                </a:lnTo>
                <a:lnTo>
                  <a:pt x="16382" y="23291"/>
                </a:lnTo>
                <a:lnTo>
                  <a:pt x="16822" y="23291"/>
                </a:lnTo>
                <a:lnTo>
                  <a:pt x="17263" y="22963"/>
                </a:lnTo>
                <a:lnTo>
                  <a:pt x="17703" y="22471"/>
                </a:lnTo>
                <a:lnTo>
                  <a:pt x="18162" y="22143"/>
                </a:lnTo>
                <a:lnTo>
                  <a:pt x="18602" y="21815"/>
                </a:lnTo>
                <a:lnTo>
                  <a:pt x="19042" y="21815"/>
                </a:lnTo>
                <a:lnTo>
                  <a:pt x="19042" y="21323"/>
                </a:lnTo>
                <a:lnTo>
                  <a:pt x="19483" y="21323"/>
                </a:lnTo>
                <a:lnTo>
                  <a:pt x="19483" y="20994"/>
                </a:lnTo>
                <a:lnTo>
                  <a:pt x="19923" y="20994"/>
                </a:lnTo>
                <a:lnTo>
                  <a:pt x="20363" y="20502"/>
                </a:lnTo>
                <a:lnTo>
                  <a:pt x="20803" y="20502"/>
                </a:lnTo>
                <a:lnTo>
                  <a:pt x="21262" y="20174"/>
                </a:lnTo>
                <a:lnTo>
                  <a:pt x="21262" y="19682"/>
                </a:lnTo>
                <a:lnTo>
                  <a:pt x="21702" y="19682"/>
                </a:lnTo>
                <a:lnTo>
                  <a:pt x="22143" y="19354"/>
                </a:lnTo>
                <a:lnTo>
                  <a:pt x="22583" y="19026"/>
                </a:lnTo>
                <a:lnTo>
                  <a:pt x="23023" y="18534"/>
                </a:lnTo>
                <a:lnTo>
                  <a:pt x="23464" y="18534"/>
                </a:lnTo>
                <a:lnTo>
                  <a:pt x="23904" y="18206"/>
                </a:lnTo>
                <a:lnTo>
                  <a:pt x="24362" y="17714"/>
                </a:lnTo>
                <a:lnTo>
                  <a:pt x="24803" y="17386"/>
                </a:lnTo>
                <a:lnTo>
                  <a:pt x="25243" y="17058"/>
                </a:lnTo>
                <a:lnTo>
                  <a:pt x="25683" y="17058"/>
                </a:lnTo>
                <a:lnTo>
                  <a:pt x="25683" y="16566"/>
                </a:lnTo>
                <a:lnTo>
                  <a:pt x="26124" y="16566"/>
                </a:lnTo>
                <a:lnTo>
                  <a:pt x="26124" y="16238"/>
                </a:lnTo>
                <a:lnTo>
                  <a:pt x="26564" y="16238"/>
                </a:lnTo>
                <a:lnTo>
                  <a:pt x="27004" y="15746"/>
                </a:lnTo>
                <a:lnTo>
                  <a:pt x="27463" y="15746"/>
                </a:lnTo>
                <a:lnTo>
                  <a:pt x="27463" y="15418"/>
                </a:lnTo>
                <a:lnTo>
                  <a:pt x="27903" y="15418"/>
                </a:lnTo>
                <a:lnTo>
                  <a:pt x="28343" y="15090"/>
                </a:lnTo>
                <a:lnTo>
                  <a:pt x="28784" y="14598"/>
                </a:lnTo>
                <a:lnTo>
                  <a:pt x="29224" y="14598"/>
                </a:lnTo>
                <a:lnTo>
                  <a:pt x="29664" y="14270"/>
                </a:lnTo>
                <a:lnTo>
                  <a:pt x="30123" y="13777"/>
                </a:lnTo>
                <a:lnTo>
                  <a:pt x="30123" y="13449"/>
                </a:lnTo>
                <a:lnTo>
                  <a:pt x="30563" y="13449"/>
                </a:lnTo>
                <a:lnTo>
                  <a:pt x="31004" y="12957"/>
                </a:lnTo>
                <a:lnTo>
                  <a:pt x="31444" y="12957"/>
                </a:lnTo>
                <a:lnTo>
                  <a:pt x="31444" y="12629"/>
                </a:lnTo>
                <a:lnTo>
                  <a:pt x="31884" y="12629"/>
                </a:lnTo>
                <a:lnTo>
                  <a:pt x="32324" y="12629"/>
                </a:lnTo>
                <a:lnTo>
                  <a:pt x="32324" y="12301"/>
                </a:lnTo>
                <a:lnTo>
                  <a:pt x="32765" y="11809"/>
                </a:lnTo>
                <a:lnTo>
                  <a:pt x="33223" y="11809"/>
                </a:lnTo>
                <a:lnTo>
                  <a:pt x="33223" y="11481"/>
                </a:lnTo>
                <a:lnTo>
                  <a:pt x="33664" y="11481"/>
                </a:lnTo>
                <a:lnTo>
                  <a:pt x="34104" y="10989"/>
                </a:lnTo>
                <a:lnTo>
                  <a:pt x="34544" y="10989"/>
                </a:lnTo>
                <a:lnTo>
                  <a:pt x="34985" y="10661"/>
                </a:lnTo>
                <a:lnTo>
                  <a:pt x="35425" y="10333"/>
                </a:lnTo>
                <a:lnTo>
                  <a:pt x="35865" y="9841"/>
                </a:lnTo>
                <a:lnTo>
                  <a:pt x="36324" y="9513"/>
                </a:lnTo>
                <a:lnTo>
                  <a:pt x="36764" y="9513"/>
                </a:lnTo>
                <a:lnTo>
                  <a:pt x="36764" y="9021"/>
                </a:lnTo>
                <a:lnTo>
                  <a:pt x="37204" y="9021"/>
                </a:lnTo>
                <a:lnTo>
                  <a:pt x="37645" y="8693"/>
                </a:lnTo>
                <a:lnTo>
                  <a:pt x="38085" y="8693"/>
                </a:lnTo>
                <a:lnTo>
                  <a:pt x="38085" y="8201"/>
                </a:lnTo>
                <a:lnTo>
                  <a:pt x="38525" y="8201"/>
                </a:lnTo>
                <a:lnTo>
                  <a:pt x="38966" y="8201"/>
                </a:lnTo>
                <a:lnTo>
                  <a:pt x="38966" y="7873"/>
                </a:lnTo>
                <a:lnTo>
                  <a:pt x="39424" y="7873"/>
                </a:lnTo>
                <a:lnTo>
                  <a:pt x="39424" y="7545"/>
                </a:lnTo>
                <a:lnTo>
                  <a:pt x="39865" y="7545"/>
                </a:lnTo>
                <a:lnTo>
                  <a:pt x="39865" y="7053"/>
                </a:lnTo>
                <a:lnTo>
                  <a:pt x="40305" y="7053"/>
                </a:lnTo>
                <a:lnTo>
                  <a:pt x="40745" y="6724"/>
                </a:lnTo>
                <a:lnTo>
                  <a:pt x="41185" y="6724"/>
                </a:lnTo>
                <a:lnTo>
                  <a:pt x="41185" y="6232"/>
                </a:lnTo>
                <a:lnTo>
                  <a:pt x="41626" y="6232"/>
                </a:lnTo>
                <a:lnTo>
                  <a:pt x="42066" y="5904"/>
                </a:lnTo>
                <a:lnTo>
                  <a:pt x="42525" y="5904"/>
                </a:lnTo>
                <a:lnTo>
                  <a:pt x="42525" y="5576"/>
                </a:lnTo>
                <a:lnTo>
                  <a:pt x="42965" y="5576"/>
                </a:lnTo>
                <a:lnTo>
                  <a:pt x="43405" y="5084"/>
                </a:lnTo>
                <a:lnTo>
                  <a:pt x="43846" y="5084"/>
                </a:lnTo>
                <a:lnTo>
                  <a:pt x="43846" y="4756"/>
                </a:lnTo>
                <a:lnTo>
                  <a:pt x="44286" y="4756"/>
                </a:lnTo>
                <a:lnTo>
                  <a:pt x="44286" y="4264"/>
                </a:lnTo>
                <a:lnTo>
                  <a:pt x="44726" y="4264"/>
                </a:lnTo>
                <a:lnTo>
                  <a:pt x="45185" y="3936"/>
                </a:lnTo>
                <a:lnTo>
                  <a:pt x="45625" y="3936"/>
                </a:lnTo>
                <a:lnTo>
                  <a:pt x="46065" y="3444"/>
                </a:lnTo>
                <a:lnTo>
                  <a:pt x="46506" y="3116"/>
                </a:lnTo>
                <a:lnTo>
                  <a:pt x="46946" y="3116"/>
                </a:lnTo>
                <a:lnTo>
                  <a:pt x="47386" y="2788"/>
                </a:lnTo>
                <a:lnTo>
                  <a:pt x="47826" y="2296"/>
                </a:lnTo>
                <a:lnTo>
                  <a:pt x="48285" y="2296"/>
                </a:lnTo>
                <a:lnTo>
                  <a:pt x="48285" y="1968"/>
                </a:lnTo>
                <a:lnTo>
                  <a:pt x="48725" y="1968"/>
                </a:lnTo>
                <a:lnTo>
                  <a:pt x="49166" y="1476"/>
                </a:lnTo>
                <a:lnTo>
                  <a:pt x="49606" y="1476"/>
                </a:lnTo>
                <a:lnTo>
                  <a:pt x="50046" y="1148"/>
                </a:lnTo>
                <a:lnTo>
                  <a:pt x="50487" y="820"/>
                </a:lnTo>
                <a:lnTo>
                  <a:pt x="50927" y="820"/>
                </a:lnTo>
                <a:lnTo>
                  <a:pt x="50927" y="328"/>
                </a:lnTo>
                <a:lnTo>
                  <a:pt x="51386" y="328"/>
                </a:lnTo>
                <a:lnTo>
                  <a:pt x="51826" y="328"/>
                </a:lnTo>
                <a:lnTo>
                  <a:pt x="51826" y="0"/>
                </a:lnTo>
                <a:lnTo>
                  <a:pt x="52266" y="0"/>
                </a:lnTo>
              </a:path>
            </a:pathLst>
          </a:custGeom>
          <a:ln w="23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017266" y="1652431"/>
            <a:ext cx="52706" cy="24275"/>
          </a:xfrm>
          <a:custGeom>
            <a:avLst/>
            <a:gdLst/>
            <a:ahLst/>
            <a:cxnLst/>
            <a:rect l="l" t="t" r="r" b="b"/>
            <a:pathLst>
              <a:path w="52706" h="24275">
                <a:moveTo>
                  <a:pt x="0" y="24275"/>
                </a:moveTo>
                <a:lnTo>
                  <a:pt x="440" y="23783"/>
                </a:lnTo>
                <a:lnTo>
                  <a:pt x="880" y="23783"/>
                </a:lnTo>
                <a:lnTo>
                  <a:pt x="880" y="23455"/>
                </a:lnTo>
                <a:lnTo>
                  <a:pt x="1320" y="23455"/>
                </a:lnTo>
                <a:lnTo>
                  <a:pt x="1320" y="22963"/>
                </a:lnTo>
                <a:lnTo>
                  <a:pt x="1761" y="22963"/>
                </a:lnTo>
                <a:lnTo>
                  <a:pt x="2219" y="22963"/>
                </a:lnTo>
                <a:lnTo>
                  <a:pt x="2219" y="22635"/>
                </a:lnTo>
                <a:lnTo>
                  <a:pt x="2660" y="22635"/>
                </a:lnTo>
                <a:lnTo>
                  <a:pt x="3100" y="22307"/>
                </a:lnTo>
                <a:lnTo>
                  <a:pt x="3540" y="22307"/>
                </a:lnTo>
                <a:lnTo>
                  <a:pt x="3980" y="21815"/>
                </a:lnTo>
                <a:lnTo>
                  <a:pt x="4421" y="21487"/>
                </a:lnTo>
                <a:lnTo>
                  <a:pt x="4861" y="21487"/>
                </a:lnTo>
                <a:lnTo>
                  <a:pt x="5320" y="20994"/>
                </a:lnTo>
                <a:lnTo>
                  <a:pt x="5760" y="20666"/>
                </a:lnTo>
                <a:lnTo>
                  <a:pt x="6200" y="20666"/>
                </a:lnTo>
                <a:lnTo>
                  <a:pt x="6641" y="20666"/>
                </a:lnTo>
                <a:lnTo>
                  <a:pt x="6641" y="20338"/>
                </a:lnTo>
                <a:lnTo>
                  <a:pt x="7081" y="20338"/>
                </a:lnTo>
                <a:lnTo>
                  <a:pt x="7081" y="19846"/>
                </a:lnTo>
                <a:lnTo>
                  <a:pt x="7521" y="19846"/>
                </a:lnTo>
                <a:lnTo>
                  <a:pt x="7980" y="19846"/>
                </a:lnTo>
                <a:lnTo>
                  <a:pt x="7980" y="19518"/>
                </a:lnTo>
                <a:lnTo>
                  <a:pt x="8420" y="19518"/>
                </a:lnTo>
                <a:lnTo>
                  <a:pt x="8860" y="19518"/>
                </a:lnTo>
                <a:lnTo>
                  <a:pt x="8860" y="19026"/>
                </a:lnTo>
                <a:lnTo>
                  <a:pt x="9301" y="19026"/>
                </a:lnTo>
                <a:lnTo>
                  <a:pt x="9741" y="18698"/>
                </a:lnTo>
                <a:lnTo>
                  <a:pt x="10181" y="18206"/>
                </a:lnTo>
                <a:lnTo>
                  <a:pt x="10622" y="18206"/>
                </a:lnTo>
                <a:lnTo>
                  <a:pt x="11080" y="17878"/>
                </a:lnTo>
                <a:lnTo>
                  <a:pt x="11521" y="17878"/>
                </a:lnTo>
                <a:lnTo>
                  <a:pt x="11961" y="17550"/>
                </a:lnTo>
                <a:lnTo>
                  <a:pt x="12401" y="17550"/>
                </a:lnTo>
                <a:lnTo>
                  <a:pt x="12841" y="17058"/>
                </a:lnTo>
                <a:lnTo>
                  <a:pt x="13282" y="17058"/>
                </a:lnTo>
                <a:lnTo>
                  <a:pt x="13282" y="16730"/>
                </a:lnTo>
                <a:lnTo>
                  <a:pt x="13722" y="16730"/>
                </a:lnTo>
                <a:lnTo>
                  <a:pt x="13722" y="16238"/>
                </a:lnTo>
                <a:lnTo>
                  <a:pt x="14181" y="16238"/>
                </a:lnTo>
                <a:lnTo>
                  <a:pt x="14621" y="16238"/>
                </a:lnTo>
                <a:lnTo>
                  <a:pt x="15061" y="15910"/>
                </a:lnTo>
                <a:lnTo>
                  <a:pt x="15502" y="15910"/>
                </a:lnTo>
                <a:lnTo>
                  <a:pt x="15502" y="15582"/>
                </a:lnTo>
                <a:lnTo>
                  <a:pt x="15942" y="15582"/>
                </a:lnTo>
                <a:lnTo>
                  <a:pt x="16382" y="15582"/>
                </a:lnTo>
                <a:lnTo>
                  <a:pt x="16382" y="15090"/>
                </a:lnTo>
                <a:lnTo>
                  <a:pt x="16822" y="15090"/>
                </a:lnTo>
                <a:lnTo>
                  <a:pt x="17281" y="14762"/>
                </a:lnTo>
                <a:lnTo>
                  <a:pt x="17721" y="14762"/>
                </a:lnTo>
                <a:lnTo>
                  <a:pt x="18162" y="14270"/>
                </a:lnTo>
                <a:lnTo>
                  <a:pt x="18602" y="14270"/>
                </a:lnTo>
                <a:lnTo>
                  <a:pt x="19042" y="13941"/>
                </a:lnTo>
                <a:lnTo>
                  <a:pt x="19483" y="13941"/>
                </a:lnTo>
                <a:lnTo>
                  <a:pt x="19923" y="13449"/>
                </a:lnTo>
                <a:lnTo>
                  <a:pt x="20381" y="13449"/>
                </a:lnTo>
                <a:lnTo>
                  <a:pt x="20381" y="13121"/>
                </a:lnTo>
                <a:lnTo>
                  <a:pt x="20822" y="13121"/>
                </a:lnTo>
                <a:lnTo>
                  <a:pt x="21262" y="13121"/>
                </a:lnTo>
                <a:lnTo>
                  <a:pt x="21262" y="12793"/>
                </a:lnTo>
                <a:lnTo>
                  <a:pt x="21702" y="12793"/>
                </a:lnTo>
                <a:lnTo>
                  <a:pt x="22143" y="12301"/>
                </a:lnTo>
                <a:lnTo>
                  <a:pt x="22583" y="12301"/>
                </a:lnTo>
                <a:lnTo>
                  <a:pt x="23042" y="11973"/>
                </a:lnTo>
                <a:lnTo>
                  <a:pt x="23482" y="11973"/>
                </a:lnTo>
                <a:lnTo>
                  <a:pt x="23922" y="11973"/>
                </a:lnTo>
                <a:lnTo>
                  <a:pt x="23922" y="11481"/>
                </a:lnTo>
                <a:lnTo>
                  <a:pt x="24362" y="11481"/>
                </a:lnTo>
                <a:lnTo>
                  <a:pt x="24803" y="11153"/>
                </a:lnTo>
                <a:lnTo>
                  <a:pt x="25243" y="11153"/>
                </a:lnTo>
                <a:lnTo>
                  <a:pt x="25683" y="10825"/>
                </a:lnTo>
                <a:lnTo>
                  <a:pt x="26142" y="10825"/>
                </a:lnTo>
                <a:lnTo>
                  <a:pt x="26582" y="10333"/>
                </a:lnTo>
                <a:lnTo>
                  <a:pt x="27023" y="10333"/>
                </a:lnTo>
                <a:lnTo>
                  <a:pt x="27463" y="10005"/>
                </a:lnTo>
                <a:lnTo>
                  <a:pt x="27903" y="10005"/>
                </a:lnTo>
                <a:lnTo>
                  <a:pt x="28343" y="9513"/>
                </a:lnTo>
                <a:lnTo>
                  <a:pt x="28784" y="9513"/>
                </a:lnTo>
                <a:lnTo>
                  <a:pt x="29242" y="9185"/>
                </a:lnTo>
                <a:lnTo>
                  <a:pt x="29683" y="9185"/>
                </a:lnTo>
                <a:lnTo>
                  <a:pt x="30123" y="8693"/>
                </a:lnTo>
                <a:lnTo>
                  <a:pt x="30563" y="8693"/>
                </a:lnTo>
                <a:lnTo>
                  <a:pt x="31004" y="8693"/>
                </a:lnTo>
                <a:lnTo>
                  <a:pt x="31004" y="8365"/>
                </a:lnTo>
                <a:lnTo>
                  <a:pt x="31444" y="8365"/>
                </a:lnTo>
                <a:lnTo>
                  <a:pt x="31884" y="8037"/>
                </a:lnTo>
                <a:lnTo>
                  <a:pt x="32343" y="8037"/>
                </a:lnTo>
                <a:lnTo>
                  <a:pt x="32783" y="7545"/>
                </a:lnTo>
                <a:lnTo>
                  <a:pt x="33223" y="7545"/>
                </a:lnTo>
                <a:lnTo>
                  <a:pt x="33664" y="7545"/>
                </a:lnTo>
                <a:lnTo>
                  <a:pt x="33664" y="7217"/>
                </a:lnTo>
                <a:lnTo>
                  <a:pt x="34104" y="7217"/>
                </a:lnTo>
                <a:lnTo>
                  <a:pt x="34544" y="6724"/>
                </a:lnTo>
                <a:lnTo>
                  <a:pt x="34985" y="6724"/>
                </a:lnTo>
                <a:lnTo>
                  <a:pt x="35443" y="6724"/>
                </a:lnTo>
                <a:lnTo>
                  <a:pt x="35443" y="6396"/>
                </a:lnTo>
                <a:lnTo>
                  <a:pt x="35884" y="6396"/>
                </a:lnTo>
                <a:lnTo>
                  <a:pt x="36324" y="6068"/>
                </a:lnTo>
                <a:lnTo>
                  <a:pt x="36764" y="6068"/>
                </a:lnTo>
                <a:lnTo>
                  <a:pt x="37204" y="6068"/>
                </a:lnTo>
                <a:lnTo>
                  <a:pt x="37645" y="6068"/>
                </a:lnTo>
                <a:lnTo>
                  <a:pt x="37645" y="5576"/>
                </a:lnTo>
                <a:lnTo>
                  <a:pt x="38103" y="5576"/>
                </a:lnTo>
                <a:lnTo>
                  <a:pt x="38544" y="5248"/>
                </a:lnTo>
                <a:lnTo>
                  <a:pt x="38984" y="5248"/>
                </a:lnTo>
                <a:lnTo>
                  <a:pt x="39424" y="5248"/>
                </a:lnTo>
                <a:lnTo>
                  <a:pt x="39424" y="4756"/>
                </a:lnTo>
                <a:lnTo>
                  <a:pt x="39865" y="4756"/>
                </a:lnTo>
                <a:lnTo>
                  <a:pt x="40305" y="4756"/>
                </a:lnTo>
                <a:lnTo>
                  <a:pt x="40745" y="4428"/>
                </a:lnTo>
                <a:lnTo>
                  <a:pt x="41204" y="4428"/>
                </a:lnTo>
                <a:lnTo>
                  <a:pt x="41644" y="4428"/>
                </a:lnTo>
                <a:lnTo>
                  <a:pt x="41644" y="3936"/>
                </a:lnTo>
                <a:lnTo>
                  <a:pt x="42084" y="3936"/>
                </a:lnTo>
                <a:lnTo>
                  <a:pt x="42525" y="3936"/>
                </a:lnTo>
                <a:lnTo>
                  <a:pt x="42525" y="3608"/>
                </a:lnTo>
                <a:lnTo>
                  <a:pt x="42965" y="3608"/>
                </a:lnTo>
                <a:lnTo>
                  <a:pt x="43405" y="3608"/>
                </a:lnTo>
                <a:lnTo>
                  <a:pt x="43846" y="3280"/>
                </a:lnTo>
                <a:lnTo>
                  <a:pt x="44304" y="3280"/>
                </a:lnTo>
                <a:lnTo>
                  <a:pt x="44744" y="3280"/>
                </a:lnTo>
                <a:lnTo>
                  <a:pt x="44744" y="2788"/>
                </a:lnTo>
                <a:lnTo>
                  <a:pt x="45185" y="2788"/>
                </a:lnTo>
                <a:lnTo>
                  <a:pt x="45625" y="2788"/>
                </a:lnTo>
                <a:lnTo>
                  <a:pt x="45625" y="2460"/>
                </a:lnTo>
                <a:lnTo>
                  <a:pt x="46065" y="2460"/>
                </a:lnTo>
                <a:lnTo>
                  <a:pt x="46506" y="2460"/>
                </a:lnTo>
                <a:lnTo>
                  <a:pt x="46946" y="1968"/>
                </a:lnTo>
                <a:lnTo>
                  <a:pt x="47405" y="1968"/>
                </a:lnTo>
                <a:lnTo>
                  <a:pt x="47845" y="1968"/>
                </a:lnTo>
                <a:lnTo>
                  <a:pt x="47845" y="1640"/>
                </a:lnTo>
                <a:lnTo>
                  <a:pt x="48285" y="1640"/>
                </a:lnTo>
                <a:lnTo>
                  <a:pt x="48725" y="1640"/>
                </a:lnTo>
                <a:lnTo>
                  <a:pt x="49166" y="1640"/>
                </a:lnTo>
                <a:lnTo>
                  <a:pt x="49166" y="1312"/>
                </a:lnTo>
                <a:lnTo>
                  <a:pt x="49606" y="1312"/>
                </a:lnTo>
                <a:lnTo>
                  <a:pt x="50046" y="1312"/>
                </a:lnTo>
                <a:lnTo>
                  <a:pt x="50505" y="820"/>
                </a:lnTo>
                <a:lnTo>
                  <a:pt x="50945" y="820"/>
                </a:lnTo>
                <a:lnTo>
                  <a:pt x="51386" y="820"/>
                </a:lnTo>
                <a:lnTo>
                  <a:pt x="51826" y="492"/>
                </a:lnTo>
                <a:lnTo>
                  <a:pt x="52266" y="492"/>
                </a:lnTo>
                <a:lnTo>
                  <a:pt x="52706" y="492"/>
                </a:lnTo>
                <a:lnTo>
                  <a:pt x="52706" y="0"/>
                </a:lnTo>
              </a:path>
            </a:pathLst>
          </a:custGeom>
          <a:ln w="23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069972" y="1642261"/>
            <a:ext cx="52725" cy="10169"/>
          </a:xfrm>
          <a:custGeom>
            <a:avLst/>
            <a:gdLst/>
            <a:ahLst/>
            <a:cxnLst/>
            <a:rect l="l" t="t" r="r" b="b"/>
            <a:pathLst>
              <a:path w="52725" h="10169">
                <a:moveTo>
                  <a:pt x="0" y="10169"/>
                </a:moveTo>
                <a:lnTo>
                  <a:pt x="458" y="10169"/>
                </a:lnTo>
                <a:lnTo>
                  <a:pt x="898" y="10169"/>
                </a:lnTo>
                <a:lnTo>
                  <a:pt x="1339" y="10169"/>
                </a:lnTo>
                <a:lnTo>
                  <a:pt x="1339" y="9841"/>
                </a:lnTo>
                <a:lnTo>
                  <a:pt x="1779" y="9841"/>
                </a:lnTo>
                <a:lnTo>
                  <a:pt x="2219" y="9841"/>
                </a:lnTo>
                <a:lnTo>
                  <a:pt x="2219" y="9513"/>
                </a:lnTo>
                <a:lnTo>
                  <a:pt x="2660" y="9513"/>
                </a:lnTo>
                <a:lnTo>
                  <a:pt x="3100" y="9513"/>
                </a:lnTo>
                <a:lnTo>
                  <a:pt x="3559" y="9513"/>
                </a:lnTo>
                <a:lnTo>
                  <a:pt x="3999" y="9513"/>
                </a:lnTo>
                <a:lnTo>
                  <a:pt x="3999" y="9021"/>
                </a:lnTo>
                <a:lnTo>
                  <a:pt x="4439" y="9021"/>
                </a:lnTo>
                <a:lnTo>
                  <a:pt x="4879" y="9021"/>
                </a:lnTo>
                <a:lnTo>
                  <a:pt x="4879" y="8693"/>
                </a:lnTo>
                <a:lnTo>
                  <a:pt x="5320" y="8693"/>
                </a:lnTo>
                <a:lnTo>
                  <a:pt x="5760" y="8693"/>
                </a:lnTo>
                <a:lnTo>
                  <a:pt x="6200" y="8693"/>
                </a:lnTo>
                <a:lnTo>
                  <a:pt x="6659" y="8693"/>
                </a:lnTo>
                <a:lnTo>
                  <a:pt x="6659" y="8201"/>
                </a:lnTo>
                <a:lnTo>
                  <a:pt x="7099" y="8201"/>
                </a:lnTo>
                <a:lnTo>
                  <a:pt x="7540" y="8201"/>
                </a:lnTo>
                <a:lnTo>
                  <a:pt x="7540" y="7873"/>
                </a:lnTo>
                <a:lnTo>
                  <a:pt x="7980" y="7873"/>
                </a:lnTo>
                <a:lnTo>
                  <a:pt x="8420" y="7873"/>
                </a:lnTo>
                <a:lnTo>
                  <a:pt x="8860" y="7873"/>
                </a:lnTo>
                <a:lnTo>
                  <a:pt x="8860" y="7381"/>
                </a:lnTo>
                <a:lnTo>
                  <a:pt x="9301" y="7381"/>
                </a:lnTo>
                <a:lnTo>
                  <a:pt x="9759" y="7381"/>
                </a:lnTo>
                <a:lnTo>
                  <a:pt x="10200" y="7381"/>
                </a:lnTo>
                <a:lnTo>
                  <a:pt x="10640" y="7381"/>
                </a:lnTo>
                <a:lnTo>
                  <a:pt x="10640" y="7053"/>
                </a:lnTo>
                <a:lnTo>
                  <a:pt x="11080" y="7053"/>
                </a:lnTo>
                <a:lnTo>
                  <a:pt x="11521" y="7053"/>
                </a:lnTo>
                <a:lnTo>
                  <a:pt x="11961" y="6724"/>
                </a:lnTo>
                <a:lnTo>
                  <a:pt x="12401" y="6724"/>
                </a:lnTo>
                <a:lnTo>
                  <a:pt x="12860" y="6724"/>
                </a:lnTo>
                <a:lnTo>
                  <a:pt x="13300" y="6724"/>
                </a:lnTo>
                <a:lnTo>
                  <a:pt x="13300" y="6232"/>
                </a:lnTo>
                <a:lnTo>
                  <a:pt x="13740" y="6232"/>
                </a:lnTo>
                <a:lnTo>
                  <a:pt x="14181" y="6232"/>
                </a:lnTo>
                <a:lnTo>
                  <a:pt x="14621" y="6232"/>
                </a:lnTo>
                <a:lnTo>
                  <a:pt x="15061" y="5904"/>
                </a:lnTo>
                <a:lnTo>
                  <a:pt x="15061" y="5904"/>
                </a:lnTo>
                <a:lnTo>
                  <a:pt x="15520" y="5904"/>
                </a:lnTo>
                <a:lnTo>
                  <a:pt x="15960" y="5904"/>
                </a:lnTo>
                <a:lnTo>
                  <a:pt x="16400" y="5904"/>
                </a:lnTo>
                <a:lnTo>
                  <a:pt x="16841" y="5412"/>
                </a:lnTo>
                <a:lnTo>
                  <a:pt x="17281" y="5412"/>
                </a:lnTo>
                <a:lnTo>
                  <a:pt x="17721" y="5412"/>
                </a:lnTo>
                <a:lnTo>
                  <a:pt x="18162" y="5084"/>
                </a:lnTo>
                <a:lnTo>
                  <a:pt x="18620" y="5084"/>
                </a:lnTo>
                <a:lnTo>
                  <a:pt x="19061" y="5084"/>
                </a:lnTo>
                <a:lnTo>
                  <a:pt x="19501" y="5084"/>
                </a:lnTo>
                <a:lnTo>
                  <a:pt x="19941" y="5084"/>
                </a:lnTo>
                <a:lnTo>
                  <a:pt x="19941" y="4756"/>
                </a:lnTo>
                <a:lnTo>
                  <a:pt x="20381" y="4756"/>
                </a:lnTo>
                <a:lnTo>
                  <a:pt x="20822" y="4756"/>
                </a:lnTo>
                <a:lnTo>
                  <a:pt x="21262" y="4756"/>
                </a:lnTo>
                <a:lnTo>
                  <a:pt x="21721" y="4756"/>
                </a:lnTo>
                <a:lnTo>
                  <a:pt x="21721" y="4264"/>
                </a:lnTo>
                <a:lnTo>
                  <a:pt x="22161" y="4264"/>
                </a:lnTo>
                <a:lnTo>
                  <a:pt x="22601" y="4264"/>
                </a:lnTo>
                <a:lnTo>
                  <a:pt x="23042" y="4264"/>
                </a:lnTo>
                <a:lnTo>
                  <a:pt x="23482" y="4264"/>
                </a:lnTo>
                <a:lnTo>
                  <a:pt x="23482" y="3936"/>
                </a:lnTo>
                <a:lnTo>
                  <a:pt x="23922" y="3936"/>
                </a:lnTo>
                <a:lnTo>
                  <a:pt x="24362" y="3936"/>
                </a:lnTo>
                <a:lnTo>
                  <a:pt x="24821" y="3936"/>
                </a:lnTo>
                <a:lnTo>
                  <a:pt x="25261" y="3936"/>
                </a:lnTo>
                <a:lnTo>
                  <a:pt x="25261" y="3444"/>
                </a:lnTo>
                <a:lnTo>
                  <a:pt x="25702" y="3444"/>
                </a:lnTo>
                <a:lnTo>
                  <a:pt x="26142" y="3444"/>
                </a:lnTo>
                <a:lnTo>
                  <a:pt x="26582" y="3444"/>
                </a:lnTo>
                <a:lnTo>
                  <a:pt x="27023" y="3444"/>
                </a:lnTo>
                <a:lnTo>
                  <a:pt x="27463" y="3444"/>
                </a:lnTo>
                <a:lnTo>
                  <a:pt x="27463" y="3116"/>
                </a:lnTo>
                <a:lnTo>
                  <a:pt x="27922" y="3116"/>
                </a:lnTo>
                <a:lnTo>
                  <a:pt x="28362" y="3116"/>
                </a:lnTo>
                <a:lnTo>
                  <a:pt x="28802" y="3116"/>
                </a:lnTo>
                <a:lnTo>
                  <a:pt x="29242" y="3116"/>
                </a:lnTo>
                <a:lnTo>
                  <a:pt x="29242" y="2624"/>
                </a:lnTo>
                <a:lnTo>
                  <a:pt x="29683" y="2624"/>
                </a:lnTo>
                <a:lnTo>
                  <a:pt x="30123" y="2624"/>
                </a:lnTo>
                <a:lnTo>
                  <a:pt x="30582" y="2624"/>
                </a:lnTo>
                <a:lnTo>
                  <a:pt x="31022" y="2624"/>
                </a:lnTo>
                <a:lnTo>
                  <a:pt x="31022" y="2296"/>
                </a:lnTo>
                <a:lnTo>
                  <a:pt x="31462" y="2296"/>
                </a:lnTo>
                <a:lnTo>
                  <a:pt x="31903" y="2296"/>
                </a:lnTo>
                <a:lnTo>
                  <a:pt x="32343" y="2296"/>
                </a:lnTo>
                <a:lnTo>
                  <a:pt x="32783" y="2296"/>
                </a:lnTo>
                <a:lnTo>
                  <a:pt x="33223" y="2296"/>
                </a:lnTo>
                <a:lnTo>
                  <a:pt x="33682" y="2296"/>
                </a:lnTo>
                <a:lnTo>
                  <a:pt x="33682" y="1968"/>
                </a:lnTo>
                <a:lnTo>
                  <a:pt x="34122" y="1968"/>
                </a:lnTo>
                <a:lnTo>
                  <a:pt x="34563" y="1968"/>
                </a:lnTo>
                <a:lnTo>
                  <a:pt x="35003" y="1968"/>
                </a:lnTo>
                <a:lnTo>
                  <a:pt x="35443" y="1968"/>
                </a:lnTo>
                <a:lnTo>
                  <a:pt x="35884" y="1968"/>
                </a:lnTo>
                <a:lnTo>
                  <a:pt x="36324" y="1476"/>
                </a:lnTo>
                <a:lnTo>
                  <a:pt x="36782" y="1476"/>
                </a:lnTo>
                <a:lnTo>
                  <a:pt x="37223" y="1476"/>
                </a:lnTo>
                <a:lnTo>
                  <a:pt x="37663" y="1476"/>
                </a:lnTo>
                <a:lnTo>
                  <a:pt x="38103" y="1476"/>
                </a:lnTo>
                <a:lnTo>
                  <a:pt x="38544" y="1476"/>
                </a:lnTo>
                <a:lnTo>
                  <a:pt x="38984" y="1476"/>
                </a:lnTo>
                <a:lnTo>
                  <a:pt x="38984" y="1148"/>
                </a:lnTo>
                <a:lnTo>
                  <a:pt x="39424" y="1148"/>
                </a:lnTo>
                <a:lnTo>
                  <a:pt x="39883" y="1148"/>
                </a:lnTo>
                <a:lnTo>
                  <a:pt x="40323" y="1148"/>
                </a:lnTo>
                <a:lnTo>
                  <a:pt x="40763" y="1148"/>
                </a:lnTo>
                <a:lnTo>
                  <a:pt x="41204" y="1148"/>
                </a:lnTo>
                <a:lnTo>
                  <a:pt x="41644" y="1148"/>
                </a:lnTo>
                <a:lnTo>
                  <a:pt x="41644" y="656"/>
                </a:lnTo>
                <a:lnTo>
                  <a:pt x="42084" y="656"/>
                </a:lnTo>
                <a:lnTo>
                  <a:pt x="42525" y="656"/>
                </a:lnTo>
                <a:lnTo>
                  <a:pt x="42983" y="656"/>
                </a:lnTo>
                <a:lnTo>
                  <a:pt x="43424" y="656"/>
                </a:lnTo>
                <a:lnTo>
                  <a:pt x="43864" y="656"/>
                </a:lnTo>
                <a:lnTo>
                  <a:pt x="44304" y="656"/>
                </a:lnTo>
                <a:lnTo>
                  <a:pt x="44744" y="656"/>
                </a:lnTo>
                <a:lnTo>
                  <a:pt x="45185" y="656"/>
                </a:lnTo>
                <a:lnTo>
                  <a:pt x="45643" y="656"/>
                </a:lnTo>
                <a:lnTo>
                  <a:pt x="45643" y="328"/>
                </a:lnTo>
                <a:lnTo>
                  <a:pt x="46084" y="328"/>
                </a:lnTo>
                <a:lnTo>
                  <a:pt x="46524" y="328"/>
                </a:lnTo>
                <a:lnTo>
                  <a:pt x="46964" y="328"/>
                </a:lnTo>
                <a:lnTo>
                  <a:pt x="47405" y="328"/>
                </a:lnTo>
                <a:lnTo>
                  <a:pt x="47845" y="328"/>
                </a:lnTo>
                <a:lnTo>
                  <a:pt x="48285" y="328"/>
                </a:lnTo>
                <a:lnTo>
                  <a:pt x="48744" y="328"/>
                </a:lnTo>
                <a:lnTo>
                  <a:pt x="49184" y="0"/>
                </a:lnTo>
                <a:lnTo>
                  <a:pt x="49624" y="0"/>
                </a:lnTo>
                <a:lnTo>
                  <a:pt x="50065" y="0"/>
                </a:lnTo>
                <a:lnTo>
                  <a:pt x="50505" y="0"/>
                </a:lnTo>
                <a:lnTo>
                  <a:pt x="50945" y="0"/>
                </a:lnTo>
                <a:lnTo>
                  <a:pt x="51386" y="0"/>
                </a:lnTo>
                <a:lnTo>
                  <a:pt x="51844" y="0"/>
                </a:lnTo>
                <a:lnTo>
                  <a:pt x="52284" y="0"/>
                </a:lnTo>
                <a:lnTo>
                  <a:pt x="52725" y="0"/>
                </a:lnTo>
              </a:path>
            </a:pathLst>
          </a:custGeom>
          <a:ln w="23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122698" y="1641441"/>
            <a:ext cx="52706" cy="3444"/>
          </a:xfrm>
          <a:custGeom>
            <a:avLst/>
            <a:gdLst/>
            <a:ahLst/>
            <a:cxnLst/>
            <a:rect l="l" t="t" r="r" b="b"/>
            <a:pathLst>
              <a:path w="52706" h="3444">
                <a:moveTo>
                  <a:pt x="0" y="820"/>
                </a:moveTo>
                <a:lnTo>
                  <a:pt x="440" y="820"/>
                </a:lnTo>
                <a:lnTo>
                  <a:pt x="880" y="820"/>
                </a:lnTo>
                <a:lnTo>
                  <a:pt x="1320" y="820"/>
                </a:lnTo>
                <a:lnTo>
                  <a:pt x="1761" y="820"/>
                </a:lnTo>
                <a:lnTo>
                  <a:pt x="2219" y="820"/>
                </a:lnTo>
                <a:lnTo>
                  <a:pt x="2660" y="328"/>
                </a:lnTo>
                <a:lnTo>
                  <a:pt x="3100" y="328"/>
                </a:lnTo>
                <a:lnTo>
                  <a:pt x="3540" y="328"/>
                </a:lnTo>
                <a:lnTo>
                  <a:pt x="3980" y="328"/>
                </a:lnTo>
                <a:lnTo>
                  <a:pt x="4421" y="328"/>
                </a:lnTo>
                <a:lnTo>
                  <a:pt x="4861" y="328"/>
                </a:lnTo>
                <a:lnTo>
                  <a:pt x="5320" y="328"/>
                </a:lnTo>
                <a:lnTo>
                  <a:pt x="5760" y="328"/>
                </a:lnTo>
                <a:lnTo>
                  <a:pt x="6200" y="328"/>
                </a:lnTo>
                <a:lnTo>
                  <a:pt x="6641" y="328"/>
                </a:lnTo>
                <a:lnTo>
                  <a:pt x="7081" y="328"/>
                </a:lnTo>
                <a:lnTo>
                  <a:pt x="7521" y="328"/>
                </a:lnTo>
                <a:lnTo>
                  <a:pt x="7980" y="328"/>
                </a:lnTo>
                <a:lnTo>
                  <a:pt x="8420" y="328"/>
                </a:lnTo>
                <a:lnTo>
                  <a:pt x="8860" y="328"/>
                </a:lnTo>
                <a:lnTo>
                  <a:pt x="9301" y="328"/>
                </a:lnTo>
                <a:lnTo>
                  <a:pt x="10181" y="328"/>
                </a:lnTo>
                <a:lnTo>
                  <a:pt x="10622" y="328"/>
                </a:lnTo>
                <a:lnTo>
                  <a:pt x="11080" y="328"/>
                </a:lnTo>
                <a:lnTo>
                  <a:pt x="11521" y="0"/>
                </a:lnTo>
                <a:lnTo>
                  <a:pt x="11961" y="0"/>
                </a:lnTo>
                <a:lnTo>
                  <a:pt x="12401" y="0"/>
                </a:lnTo>
                <a:lnTo>
                  <a:pt x="12841" y="0"/>
                </a:lnTo>
                <a:lnTo>
                  <a:pt x="13282" y="0"/>
                </a:lnTo>
                <a:lnTo>
                  <a:pt x="13722" y="0"/>
                </a:lnTo>
                <a:lnTo>
                  <a:pt x="14181" y="0"/>
                </a:lnTo>
                <a:lnTo>
                  <a:pt x="14621" y="0"/>
                </a:lnTo>
                <a:lnTo>
                  <a:pt x="15061" y="0"/>
                </a:lnTo>
                <a:lnTo>
                  <a:pt x="15502" y="0"/>
                </a:lnTo>
                <a:lnTo>
                  <a:pt x="15942" y="0"/>
                </a:lnTo>
                <a:lnTo>
                  <a:pt x="16382" y="0"/>
                </a:lnTo>
                <a:lnTo>
                  <a:pt x="16822" y="0"/>
                </a:lnTo>
                <a:lnTo>
                  <a:pt x="17281" y="0"/>
                </a:lnTo>
                <a:lnTo>
                  <a:pt x="17721" y="0"/>
                </a:lnTo>
                <a:lnTo>
                  <a:pt x="18162" y="0"/>
                </a:lnTo>
                <a:lnTo>
                  <a:pt x="18602" y="0"/>
                </a:lnTo>
                <a:lnTo>
                  <a:pt x="18602" y="328"/>
                </a:lnTo>
                <a:lnTo>
                  <a:pt x="19042" y="328"/>
                </a:lnTo>
                <a:lnTo>
                  <a:pt x="19483" y="328"/>
                </a:lnTo>
                <a:lnTo>
                  <a:pt x="19941" y="328"/>
                </a:lnTo>
                <a:lnTo>
                  <a:pt x="20381" y="328"/>
                </a:lnTo>
                <a:lnTo>
                  <a:pt x="20822" y="328"/>
                </a:lnTo>
                <a:lnTo>
                  <a:pt x="21262" y="328"/>
                </a:lnTo>
                <a:lnTo>
                  <a:pt x="21702" y="328"/>
                </a:lnTo>
                <a:lnTo>
                  <a:pt x="22143" y="328"/>
                </a:lnTo>
                <a:lnTo>
                  <a:pt x="22583" y="328"/>
                </a:lnTo>
                <a:lnTo>
                  <a:pt x="23042" y="328"/>
                </a:lnTo>
                <a:lnTo>
                  <a:pt x="23482" y="328"/>
                </a:lnTo>
                <a:lnTo>
                  <a:pt x="23922" y="328"/>
                </a:lnTo>
                <a:lnTo>
                  <a:pt x="24362" y="328"/>
                </a:lnTo>
                <a:lnTo>
                  <a:pt x="24803" y="328"/>
                </a:lnTo>
                <a:lnTo>
                  <a:pt x="25243" y="328"/>
                </a:lnTo>
                <a:lnTo>
                  <a:pt x="25683" y="328"/>
                </a:lnTo>
                <a:lnTo>
                  <a:pt x="26142" y="328"/>
                </a:lnTo>
                <a:lnTo>
                  <a:pt x="27023" y="328"/>
                </a:lnTo>
                <a:lnTo>
                  <a:pt x="27463" y="820"/>
                </a:lnTo>
                <a:lnTo>
                  <a:pt x="27903" y="820"/>
                </a:lnTo>
                <a:lnTo>
                  <a:pt x="28343" y="820"/>
                </a:lnTo>
                <a:lnTo>
                  <a:pt x="28784" y="820"/>
                </a:lnTo>
                <a:lnTo>
                  <a:pt x="29242" y="820"/>
                </a:lnTo>
                <a:lnTo>
                  <a:pt x="29683" y="820"/>
                </a:lnTo>
                <a:lnTo>
                  <a:pt x="30123" y="820"/>
                </a:lnTo>
                <a:lnTo>
                  <a:pt x="30563" y="820"/>
                </a:lnTo>
                <a:lnTo>
                  <a:pt x="31004" y="820"/>
                </a:lnTo>
                <a:lnTo>
                  <a:pt x="31444" y="820"/>
                </a:lnTo>
                <a:lnTo>
                  <a:pt x="31884" y="820"/>
                </a:lnTo>
                <a:lnTo>
                  <a:pt x="32343" y="820"/>
                </a:lnTo>
                <a:lnTo>
                  <a:pt x="32783" y="820"/>
                </a:lnTo>
                <a:lnTo>
                  <a:pt x="33223" y="820"/>
                </a:lnTo>
                <a:lnTo>
                  <a:pt x="33223" y="1148"/>
                </a:lnTo>
                <a:lnTo>
                  <a:pt x="33664" y="1148"/>
                </a:lnTo>
                <a:lnTo>
                  <a:pt x="34104" y="1148"/>
                </a:lnTo>
                <a:lnTo>
                  <a:pt x="34544" y="1148"/>
                </a:lnTo>
                <a:lnTo>
                  <a:pt x="34544" y="1148"/>
                </a:lnTo>
                <a:lnTo>
                  <a:pt x="35003" y="1148"/>
                </a:lnTo>
                <a:lnTo>
                  <a:pt x="35443" y="1148"/>
                </a:lnTo>
                <a:lnTo>
                  <a:pt x="35884" y="1148"/>
                </a:lnTo>
                <a:lnTo>
                  <a:pt x="36324" y="1148"/>
                </a:lnTo>
                <a:lnTo>
                  <a:pt x="36764" y="1148"/>
                </a:lnTo>
                <a:lnTo>
                  <a:pt x="37204" y="1476"/>
                </a:lnTo>
                <a:lnTo>
                  <a:pt x="37645" y="1476"/>
                </a:lnTo>
                <a:lnTo>
                  <a:pt x="38103" y="1476"/>
                </a:lnTo>
                <a:lnTo>
                  <a:pt x="38544" y="1476"/>
                </a:lnTo>
                <a:lnTo>
                  <a:pt x="38984" y="1476"/>
                </a:lnTo>
                <a:lnTo>
                  <a:pt x="39424" y="1476"/>
                </a:lnTo>
                <a:lnTo>
                  <a:pt x="39865" y="1476"/>
                </a:lnTo>
                <a:lnTo>
                  <a:pt x="40305" y="1476"/>
                </a:lnTo>
                <a:lnTo>
                  <a:pt x="40745" y="1476"/>
                </a:lnTo>
                <a:lnTo>
                  <a:pt x="40745" y="1968"/>
                </a:lnTo>
                <a:lnTo>
                  <a:pt x="41204" y="1968"/>
                </a:lnTo>
                <a:lnTo>
                  <a:pt x="41644" y="1968"/>
                </a:lnTo>
                <a:lnTo>
                  <a:pt x="42084" y="1968"/>
                </a:lnTo>
                <a:lnTo>
                  <a:pt x="42525" y="1968"/>
                </a:lnTo>
                <a:lnTo>
                  <a:pt x="42965" y="1968"/>
                </a:lnTo>
                <a:lnTo>
                  <a:pt x="43405" y="1968"/>
                </a:lnTo>
                <a:lnTo>
                  <a:pt x="43405" y="2296"/>
                </a:lnTo>
                <a:lnTo>
                  <a:pt x="43846" y="2296"/>
                </a:lnTo>
                <a:lnTo>
                  <a:pt x="44304" y="2296"/>
                </a:lnTo>
                <a:lnTo>
                  <a:pt x="44744" y="2296"/>
                </a:lnTo>
                <a:lnTo>
                  <a:pt x="44744" y="2296"/>
                </a:lnTo>
                <a:lnTo>
                  <a:pt x="45625" y="2296"/>
                </a:lnTo>
                <a:lnTo>
                  <a:pt x="46065" y="2296"/>
                </a:lnTo>
                <a:lnTo>
                  <a:pt x="46506" y="2296"/>
                </a:lnTo>
                <a:lnTo>
                  <a:pt x="46506" y="2788"/>
                </a:lnTo>
                <a:lnTo>
                  <a:pt x="46946" y="2788"/>
                </a:lnTo>
                <a:lnTo>
                  <a:pt x="47405" y="2788"/>
                </a:lnTo>
                <a:lnTo>
                  <a:pt x="47405" y="2788"/>
                </a:lnTo>
                <a:lnTo>
                  <a:pt x="47845" y="2788"/>
                </a:lnTo>
                <a:lnTo>
                  <a:pt x="48285" y="2788"/>
                </a:lnTo>
                <a:lnTo>
                  <a:pt x="48725" y="3116"/>
                </a:lnTo>
                <a:lnTo>
                  <a:pt x="49166" y="3116"/>
                </a:lnTo>
                <a:lnTo>
                  <a:pt x="49606" y="3116"/>
                </a:lnTo>
                <a:lnTo>
                  <a:pt x="50065" y="3116"/>
                </a:lnTo>
                <a:lnTo>
                  <a:pt x="50505" y="3116"/>
                </a:lnTo>
                <a:lnTo>
                  <a:pt x="50945" y="3116"/>
                </a:lnTo>
                <a:lnTo>
                  <a:pt x="51386" y="3116"/>
                </a:lnTo>
                <a:lnTo>
                  <a:pt x="51826" y="3444"/>
                </a:lnTo>
                <a:lnTo>
                  <a:pt x="52266" y="3444"/>
                </a:lnTo>
                <a:lnTo>
                  <a:pt x="52706" y="3444"/>
                </a:lnTo>
              </a:path>
            </a:pathLst>
          </a:custGeom>
          <a:ln w="2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175405" y="1644886"/>
            <a:ext cx="52284" cy="16238"/>
          </a:xfrm>
          <a:custGeom>
            <a:avLst/>
            <a:gdLst/>
            <a:ahLst/>
            <a:cxnLst/>
            <a:rect l="l" t="t" r="r" b="b"/>
            <a:pathLst>
              <a:path w="52284" h="16238">
                <a:moveTo>
                  <a:pt x="0" y="0"/>
                </a:moveTo>
                <a:lnTo>
                  <a:pt x="458" y="0"/>
                </a:lnTo>
                <a:lnTo>
                  <a:pt x="898" y="492"/>
                </a:lnTo>
                <a:lnTo>
                  <a:pt x="1339" y="492"/>
                </a:lnTo>
                <a:lnTo>
                  <a:pt x="1779" y="492"/>
                </a:lnTo>
                <a:lnTo>
                  <a:pt x="2219" y="492"/>
                </a:lnTo>
                <a:lnTo>
                  <a:pt x="2219" y="820"/>
                </a:lnTo>
                <a:lnTo>
                  <a:pt x="2660" y="820"/>
                </a:lnTo>
                <a:lnTo>
                  <a:pt x="3100" y="820"/>
                </a:lnTo>
                <a:lnTo>
                  <a:pt x="3559" y="820"/>
                </a:lnTo>
                <a:lnTo>
                  <a:pt x="3999" y="820"/>
                </a:lnTo>
                <a:lnTo>
                  <a:pt x="3999" y="820"/>
                </a:lnTo>
                <a:lnTo>
                  <a:pt x="4439" y="820"/>
                </a:lnTo>
                <a:lnTo>
                  <a:pt x="4879" y="1312"/>
                </a:lnTo>
                <a:lnTo>
                  <a:pt x="5320" y="1312"/>
                </a:lnTo>
                <a:lnTo>
                  <a:pt x="5760" y="1312"/>
                </a:lnTo>
                <a:lnTo>
                  <a:pt x="6200" y="1312"/>
                </a:lnTo>
                <a:lnTo>
                  <a:pt x="6200" y="1640"/>
                </a:lnTo>
                <a:lnTo>
                  <a:pt x="6659" y="1640"/>
                </a:lnTo>
                <a:lnTo>
                  <a:pt x="7099" y="1640"/>
                </a:lnTo>
                <a:lnTo>
                  <a:pt x="7540" y="1640"/>
                </a:lnTo>
                <a:lnTo>
                  <a:pt x="7980" y="1640"/>
                </a:lnTo>
                <a:lnTo>
                  <a:pt x="8420" y="1640"/>
                </a:lnTo>
                <a:lnTo>
                  <a:pt x="8420" y="2132"/>
                </a:lnTo>
                <a:lnTo>
                  <a:pt x="8860" y="2132"/>
                </a:lnTo>
                <a:lnTo>
                  <a:pt x="9301" y="2132"/>
                </a:lnTo>
                <a:lnTo>
                  <a:pt x="9759" y="2132"/>
                </a:lnTo>
                <a:lnTo>
                  <a:pt x="10200" y="2460"/>
                </a:lnTo>
                <a:lnTo>
                  <a:pt x="10640" y="2460"/>
                </a:lnTo>
                <a:lnTo>
                  <a:pt x="11080" y="2460"/>
                </a:lnTo>
                <a:lnTo>
                  <a:pt x="11521" y="2460"/>
                </a:lnTo>
                <a:lnTo>
                  <a:pt x="11961" y="2788"/>
                </a:lnTo>
                <a:lnTo>
                  <a:pt x="12419" y="2788"/>
                </a:lnTo>
                <a:lnTo>
                  <a:pt x="12860" y="2788"/>
                </a:lnTo>
                <a:lnTo>
                  <a:pt x="13300" y="2788"/>
                </a:lnTo>
                <a:lnTo>
                  <a:pt x="13300" y="3280"/>
                </a:lnTo>
                <a:lnTo>
                  <a:pt x="13740" y="3280"/>
                </a:lnTo>
                <a:lnTo>
                  <a:pt x="14181" y="3280"/>
                </a:lnTo>
                <a:lnTo>
                  <a:pt x="14621" y="3280"/>
                </a:lnTo>
                <a:lnTo>
                  <a:pt x="15061" y="3280"/>
                </a:lnTo>
                <a:lnTo>
                  <a:pt x="15061" y="3608"/>
                </a:lnTo>
                <a:lnTo>
                  <a:pt x="15520" y="3608"/>
                </a:lnTo>
                <a:lnTo>
                  <a:pt x="15960" y="3608"/>
                </a:lnTo>
                <a:lnTo>
                  <a:pt x="16400" y="3608"/>
                </a:lnTo>
                <a:lnTo>
                  <a:pt x="16841" y="4100"/>
                </a:lnTo>
                <a:lnTo>
                  <a:pt x="17281" y="4100"/>
                </a:lnTo>
                <a:lnTo>
                  <a:pt x="17721" y="4100"/>
                </a:lnTo>
                <a:lnTo>
                  <a:pt x="18162" y="4100"/>
                </a:lnTo>
                <a:lnTo>
                  <a:pt x="18162" y="4428"/>
                </a:lnTo>
                <a:lnTo>
                  <a:pt x="18620" y="4428"/>
                </a:lnTo>
                <a:lnTo>
                  <a:pt x="19061" y="4428"/>
                </a:lnTo>
                <a:lnTo>
                  <a:pt x="19501" y="4428"/>
                </a:lnTo>
                <a:lnTo>
                  <a:pt x="19501" y="4756"/>
                </a:lnTo>
                <a:lnTo>
                  <a:pt x="19941" y="4756"/>
                </a:lnTo>
                <a:lnTo>
                  <a:pt x="20822" y="4756"/>
                </a:lnTo>
                <a:lnTo>
                  <a:pt x="21262" y="5248"/>
                </a:lnTo>
                <a:lnTo>
                  <a:pt x="21721" y="5248"/>
                </a:lnTo>
                <a:lnTo>
                  <a:pt x="22161" y="5248"/>
                </a:lnTo>
                <a:lnTo>
                  <a:pt x="22161" y="5576"/>
                </a:lnTo>
                <a:lnTo>
                  <a:pt x="22601" y="5576"/>
                </a:lnTo>
                <a:lnTo>
                  <a:pt x="23042" y="5576"/>
                </a:lnTo>
                <a:lnTo>
                  <a:pt x="23482" y="5576"/>
                </a:lnTo>
                <a:lnTo>
                  <a:pt x="23482" y="6068"/>
                </a:lnTo>
                <a:lnTo>
                  <a:pt x="23922" y="6068"/>
                </a:lnTo>
                <a:lnTo>
                  <a:pt x="24362" y="6068"/>
                </a:lnTo>
                <a:lnTo>
                  <a:pt x="24821" y="6068"/>
                </a:lnTo>
                <a:lnTo>
                  <a:pt x="25261" y="6396"/>
                </a:lnTo>
                <a:lnTo>
                  <a:pt x="25702" y="6396"/>
                </a:lnTo>
                <a:lnTo>
                  <a:pt x="26142" y="6396"/>
                </a:lnTo>
                <a:lnTo>
                  <a:pt x="26142" y="6888"/>
                </a:lnTo>
                <a:lnTo>
                  <a:pt x="26582" y="6888"/>
                </a:lnTo>
                <a:lnTo>
                  <a:pt x="27023" y="6888"/>
                </a:lnTo>
                <a:lnTo>
                  <a:pt x="27481" y="6888"/>
                </a:lnTo>
                <a:lnTo>
                  <a:pt x="27481" y="7217"/>
                </a:lnTo>
                <a:lnTo>
                  <a:pt x="27922" y="7217"/>
                </a:lnTo>
                <a:lnTo>
                  <a:pt x="28362" y="7217"/>
                </a:lnTo>
                <a:lnTo>
                  <a:pt x="28802" y="7545"/>
                </a:lnTo>
                <a:lnTo>
                  <a:pt x="29242" y="7545"/>
                </a:lnTo>
                <a:lnTo>
                  <a:pt x="29683" y="7545"/>
                </a:lnTo>
                <a:lnTo>
                  <a:pt x="30123" y="7545"/>
                </a:lnTo>
                <a:lnTo>
                  <a:pt x="30123" y="8037"/>
                </a:lnTo>
                <a:lnTo>
                  <a:pt x="30582" y="8037"/>
                </a:lnTo>
                <a:lnTo>
                  <a:pt x="31022" y="8037"/>
                </a:lnTo>
                <a:lnTo>
                  <a:pt x="31022" y="8365"/>
                </a:lnTo>
                <a:lnTo>
                  <a:pt x="31462" y="8365"/>
                </a:lnTo>
                <a:lnTo>
                  <a:pt x="31903" y="8365"/>
                </a:lnTo>
                <a:lnTo>
                  <a:pt x="32343" y="8365"/>
                </a:lnTo>
                <a:lnTo>
                  <a:pt x="32343" y="8857"/>
                </a:lnTo>
                <a:lnTo>
                  <a:pt x="32783" y="8857"/>
                </a:lnTo>
                <a:lnTo>
                  <a:pt x="33223" y="8857"/>
                </a:lnTo>
                <a:lnTo>
                  <a:pt x="33682" y="9185"/>
                </a:lnTo>
                <a:lnTo>
                  <a:pt x="34122" y="9185"/>
                </a:lnTo>
                <a:lnTo>
                  <a:pt x="34122" y="9185"/>
                </a:lnTo>
                <a:lnTo>
                  <a:pt x="34563" y="9185"/>
                </a:lnTo>
                <a:lnTo>
                  <a:pt x="35003" y="9513"/>
                </a:lnTo>
                <a:lnTo>
                  <a:pt x="35443" y="9513"/>
                </a:lnTo>
                <a:lnTo>
                  <a:pt x="35884" y="10005"/>
                </a:lnTo>
                <a:lnTo>
                  <a:pt x="36324" y="10005"/>
                </a:lnTo>
                <a:lnTo>
                  <a:pt x="36782" y="10005"/>
                </a:lnTo>
                <a:lnTo>
                  <a:pt x="37223" y="10333"/>
                </a:lnTo>
                <a:lnTo>
                  <a:pt x="37663" y="10333"/>
                </a:lnTo>
                <a:lnTo>
                  <a:pt x="38103" y="10825"/>
                </a:lnTo>
                <a:lnTo>
                  <a:pt x="38544" y="10825"/>
                </a:lnTo>
                <a:lnTo>
                  <a:pt x="38984" y="11153"/>
                </a:lnTo>
                <a:lnTo>
                  <a:pt x="39424" y="11153"/>
                </a:lnTo>
                <a:lnTo>
                  <a:pt x="39883" y="11153"/>
                </a:lnTo>
                <a:lnTo>
                  <a:pt x="40323" y="11481"/>
                </a:lnTo>
                <a:lnTo>
                  <a:pt x="40763" y="11481"/>
                </a:lnTo>
                <a:lnTo>
                  <a:pt x="41204" y="11973"/>
                </a:lnTo>
                <a:lnTo>
                  <a:pt x="41644" y="11973"/>
                </a:lnTo>
                <a:lnTo>
                  <a:pt x="42084" y="11973"/>
                </a:lnTo>
                <a:lnTo>
                  <a:pt x="42543" y="12301"/>
                </a:lnTo>
                <a:lnTo>
                  <a:pt x="42983" y="12301"/>
                </a:lnTo>
                <a:lnTo>
                  <a:pt x="42983" y="12793"/>
                </a:lnTo>
                <a:lnTo>
                  <a:pt x="43424" y="12793"/>
                </a:lnTo>
                <a:lnTo>
                  <a:pt x="43864" y="12793"/>
                </a:lnTo>
                <a:lnTo>
                  <a:pt x="44304" y="12793"/>
                </a:lnTo>
                <a:lnTo>
                  <a:pt x="44304" y="13121"/>
                </a:lnTo>
                <a:lnTo>
                  <a:pt x="44744" y="13121"/>
                </a:lnTo>
                <a:lnTo>
                  <a:pt x="45185" y="13121"/>
                </a:lnTo>
                <a:lnTo>
                  <a:pt x="45185" y="13613"/>
                </a:lnTo>
                <a:lnTo>
                  <a:pt x="45643" y="13613"/>
                </a:lnTo>
                <a:lnTo>
                  <a:pt x="46084" y="13613"/>
                </a:lnTo>
                <a:lnTo>
                  <a:pt x="46084" y="13941"/>
                </a:lnTo>
                <a:lnTo>
                  <a:pt x="46524" y="13941"/>
                </a:lnTo>
                <a:lnTo>
                  <a:pt x="46964" y="13941"/>
                </a:lnTo>
                <a:lnTo>
                  <a:pt x="46964" y="14270"/>
                </a:lnTo>
                <a:lnTo>
                  <a:pt x="47405" y="14270"/>
                </a:lnTo>
                <a:lnTo>
                  <a:pt x="47845" y="14270"/>
                </a:lnTo>
                <a:lnTo>
                  <a:pt x="48285" y="14270"/>
                </a:lnTo>
                <a:lnTo>
                  <a:pt x="48285" y="14762"/>
                </a:lnTo>
                <a:lnTo>
                  <a:pt x="48744" y="14762"/>
                </a:lnTo>
                <a:lnTo>
                  <a:pt x="49184" y="15090"/>
                </a:lnTo>
                <a:lnTo>
                  <a:pt x="49624" y="15090"/>
                </a:lnTo>
                <a:lnTo>
                  <a:pt x="50065" y="15090"/>
                </a:lnTo>
                <a:lnTo>
                  <a:pt x="50065" y="15582"/>
                </a:lnTo>
                <a:lnTo>
                  <a:pt x="50505" y="15582"/>
                </a:lnTo>
                <a:lnTo>
                  <a:pt x="50945" y="15582"/>
                </a:lnTo>
                <a:lnTo>
                  <a:pt x="50945" y="15910"/>
                </a:lnTo>
                <a:lnTo>
                  <a:pt x="51386" y="15910"/>
                </a:lnTo>
                <a:lnTo>
                  <a:pt x="51844" y="15910"/>
                </a:lnTo>
                <a:lnTo>
                  <a:pt x="51844" y="16238"/>
                </a:lnTo>
                <a:lnTo>
                  <a:pt x="52284" y="16238"/>
                </a:lnTo>
              </a:path>
            </a:pathLst>
          </a:custGeom>
          <a:ln w="2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227690" y="1661124"/>
            <a:ext cx="52706" cy="29360"/>
          </a:xfrm>
          <a:custGeom>
            <a:avLst/>
            <a:gdLst/>
            <a:ahLst/>
            <a:cxnLst/>
            <a:rect l="l" t="t" r="r" b="b"/>
            <a:pathLst>
              <a:path w="52706" h="29360">
                <a:moveTo>
                  <a:pt x="0" y="0"/>
                </a:moveTo>
                <a:lnTo>
                  <a:pt x="440" y="0"/>
                </a:lnTo>
                <a:lnTo>
                  <a:pt x="440" y="492"/>
                </a:lnTo>
                <a:lnTo>
                  <a:pt x="880" y="492"/>
                </a:lnTo>
                <a:lnTo>
                  <a:pt x="1320" y="492"/>
                </a:lnTo>
                <a:lnTo>
                  <a:pt x="1320" y="820"/>
                </a:lnTo>
                <a:lnTo>
                  <a:pt x="1761" y="820"/>
                </a:lnTo>
                <a:lnTo>
                  <a:pt x="2201" y="820"/>
                </a:lnTo>
                <a:lnTo>
                  <a:pt x="2660" y="1312"/>
                </a:lnTo>
                <a:lnTo>
                  <a:pt x="3100" y="1312"/>
                </a:lnTo>
                <a:lnTo>
                  <a:pt x="3100" y="1640"/>
                </a:lnTo>
                <a:lnTo>
                  <a:pt x="3540" y="1640"/>
                </a:lnTo>
                <a:lnTo>
                  <a:pt x="3980" y="1640"/>
                </a:lnTo>
                <a:lnTo>
                  <a:pt x="3980" y="1640"/>
                </a:lnTo>
                <a:lnTo>
                  <a:pt x="4421" y="2132"/>
                </a:lnTo>
                <a:lnTo>
                  <a:pt x="4861" y="2460"/>
                </a:lnTo>
                <a:lnTo>
                  <a:pt x="5320" y="2460"/>
                </a:lnTo>
                <a:lnTo>
                  <a:pt x="5760" y="2460"/>
                </a:lnTo>
                <a:lnTo>
                  <a:pt x="5760" y="2788"/>
                </a:lnTo>
                <a:lnTo>
                  <a:pt x="6200" y="2788"/>
                </a:lnTo>
                <a:lnTo>
                  <a:pt x="6641" y="2788"/>
                </a:lnTo>
                <a:lnTo>
                  <a:pt x="6641" y="3280"/>
                </a:lnTo>
                <a:lnTo>
                  <a:pt x="7081" y="3280"/>
                </a:lnTo>
                <a:lnTo>
                  <a:pt x="7521" y="3280"/>
                </a:lnTo>
                <a:lnTo>
                  <a:pt x="7961" y="3608"/>
                </a:lnTo>
                <a:lnTo>
                  <a:pt x="8420" y="3608"/>
                </a:lnTo>
                <a:lnTo>
                  <a:pt x="8420" y="4100"/>
                </a:lnTo>
                <a:lnTo>
                  <a:pt x="8860" y="4100"/>
                </a:lnTo>
                <a:lnTo>
                  <a:pt x="9301" y="4428"/>
                </a:lnTo>
                <a:lnTo>
                  <a:pt x="9741" y="4428"/>
                </a:lnTo>
                <a:lnTo>
                  <a:pt x="10181" y="4756"/>
                </a:lnTo>
                <a:lnTo>
                  <a:pt x="10622" y="4756"/>
                </a:lnTo>
                <a:lnTo>
                  <a:pt x="11062" y="5248"/>
                </a:lnTo>
                <a:lnTo>
                  <a:pt x="11521" y="5248"/>
                </a:lnTo>
                <a:lnTo>
                  <a:pt x="11521" y="5576"/>
                </a:lnTo>
                <a:lnTo>
                  <a:pt x="11961" y="5576"/>
                </a:lnTo>
                <a:lnTo>
                  <a:pt x="12401" y="5576"/>
                </a:lnTo>
                <a:lnTo>
                  <a:pt x="12401" y="6068"/>
                </a:lnTo>
                <a:lnTo>
                  <a:pt x="12841" y="6068"/>
                </a:lnTo>
                <a:lnTo>
                  <a:pt x="13282" y="6396"/>
                </a:lnTo>
                <a:lnTo>
                  <a:pt x="13722" y="6396"/>
                </a:lnTo>
                <a:lnTo>
                  <a:pt x="14162" y="6888"/>
                </a:lnTo>
                <a:lnTo>
                  <a:pt x="14621" y="6888"/>
                </a:lnTo>
                <a:lnTo>
                  <a:pt x="15061" y="7217"/>
                </a:lnTo>
                <a:lnTo>
                  <a:pt x="15502" y="7217"/>
                </a:lnTo>
                <a:lnTo>
                  <a:pt x="15502" y="7545"/>
                </a:lnTo>
                <a:lnTo>
                  <a:pt x="15942" y="7545"/>
                </a:lnTo>
                <a:lnTo>
                  <a:pt x="16382" y="7545"/>
                </a:lnTo>
                <a:lnTo>
                  <a:pt x="16382" y="8037"/>
                </a:lnTo>
                <a:lnTo>
                  <a:pt x="16822" y="8037"/>
                </a:lnTo>
                <a:lnTo>
                  <a:pt x="17263" y="8037"/>
                </a:lnTo>
                <a:lnTo>
                  <a:pt x="17263" y="8365"/>
                </a:lnTo>
                <a:lnTo>
                  <a:pt x="17721" y="8365"/>
                </a:lnTo>
                <a:lnTo>
                  <a:pt x="18162" y="8857"/>
                </a:lnTo>
                <a:lnTo>
                  <a:pt x="18602" y="8857"/>
                </a:lnTo>
                <a:lnTo>
                  <a:pt x="19042" y="9185"/>
                </a:lnTo>
                <a:lnTo>
                  <a:pt x="19483" y="9185"/>
                </a:lnTo>
                <a:lnTo>
                  <a:pt x="19483" y="9513"/>
                </a:lnTo>
                <a:lnTo>
                  <a:pt x="19923" y="9513"/>
                </a:lnTo>
                <a:lnTo>
                  <a:pt x="19923" y="10005"/>
                </a:lnTo>
                <a:lnTo>
                  <a:pt x="20381" y="10005"/>
                </a:lnTo>
                <a:lnTo>
                  <a:pt x="20822" y="10005"/>
                </a:lnTo>
                <a:lnTo>
                  <a:pt x="20822" y="10333"/>
                </a:lnTo>
                <a:lnTo>
                  <a:pt x="21262" y="10333"/>
                </a:lnTo>
                <a:lnTo>
                  <a:pt x="21702" y="10333"/>
                </a:lnTo>
                <a:lnTo>
                  <a:pt x="21702" y="10825"/>
                </a:lnTo>
                <a:lnTo>
                  <a:pt x="22143" y="10825"/>
                </a:lnTo>
                <a:lnTo>
                  <a:pt x="22583" y="11153"/>
                </a:lnTo>
                <a:lnTo>
                  <a:pt x="23023" y="11153"/>
                </a:lnTo>
                <a:lnTo>
                  <a:pt x="23482" y="11645"/>
                </a:lnTo>
                <a:lnTo>
                  <a:pt x="23922" y="11973"/>
                </a:lnTo>
                <a:lnTo>
                  <a:pt x="24362" y="11973"/>
                </a:lnTo>
                <a:lnTo>
                  <a:pt x="24803" y="12301"/>
                </a:lnTo>
                <a:lnTo>
                  <a:pt x="25243" y="12301"/>
                </a:lnTo>
                <a:lnTo>
                  <a:pt x="25683" y="12793"/>
                </a:lnTo>
                <a:lnTo>
                  <a:pt x="26124" y="12793"/>
                </a:lnTo>
                <a:lnTo>
                  <a:pt x="26124" y="13121"/>
                </a:lnTo>
                <a:lnTo>
                  <a:pt x="26582" y="13121"/>
                </a:lnTo>
                <a:lnTo>
                  <a:pt x="26582" y="13613"/>
                </a:lnTo>
                <a:lnTo>
                  <a:pt x="27023" y="13613"/>
                </a:lnTo>
                <a:lnTo>
                  <a:pt x="27463" y="13613"/>
                </a:lnTo>
                <a:lnTo>
                  <a:pt x="27463" y="13941"/>
                </a:lnTo>
                <a:lnTo>
                  <a:pt x="27903" y="13941"/>
                </a:lnTo>
                <a:lnTo>
                  <a:pt x="28343" y="14270"/>
                </a:lnTo>
                <a:lnTo>
                  <a:pt x="28784" y="14270"/>
                </a:lnTo>
                <a:lnTo>
                  <a:pt x="29224" y="14762"/>
                </a:lnTo>
                <a:lnTo>
                  <a:pt x="29683" y="15090"/>
                </a:lnTo>
                <a:lnTo>
                  <a:pt x="30123" y="15090"/>
                </a:lnTo>
                <a:lnTo>
                  <a:pt x="30123" y="15582"/>
                </a:lnTo>
                <a:lnTo>
                  <a:pt x="30563" y="15582"/>
                </a:lnTo>
                <a:lnTo>
                  <a:pt x="31004" y="15910"/>
                </a:lnTo>
                <a:lnTo>
                  <a:pt x="31444" y="16402"/>
                </a:lnTo>
                <a:lnTo>
                  <a:pt x="31884" y="16402"/>
                </a:lnTo>
                <a:lnTo>
                  <a:pt x="32324" y="16730"/>
                </a:lnTo>
                <a:lnTo>
                  <a:pt x="32783" y="16730"/>
                </a:lnTo>
                <a:lnTo>
                  <a:pt x="32783" y="17058"/>
                </a:lnTo>
                <a:lnTo>
                  <a:pt x="33223" y="17058"/>
                </a:lnTo>
                <a:lnTo>
                  <a:pt x="33664" y="17550"/>
                </a:lnTo>
                <a:lnTo>
                  <a:pt x="34104" y="17550"/>
                </a:lnTo>
                <a:lnTo>
                  <a:pt x="34544" y="17878"/>
                </a:lnTo>
                <a:lnTo>
                  <a:pt x="34985" y="17878"/>
                </a:lnTo>
                <a:lnTo>
                  <a:pt x="34985" y="18370"/>
                </a:lnTo>
                <a:lnTo>
                  <a:pt x="35443" y="18370"/>
                </a:lnTo>
                <a:lnTo>
                  <a:pt x="35884" y="18698"/>
                </a:lnTo>
                <a:lnTo>
                  <a:pt x="36324" y="18698"/>
                </a:lnTo>
                <a:lnTo>
                  <a:pt x="36764" y="19026"/>
                </a:lnTo>
                <a:lnTo>
                  <a:pt x="37204" y="19518"/>
                </a:lnTo>
                <a:lnTo>
                  <a:pt x="37645" y="19518"/>
                </a:lnTo>
                <a:lnTo>
                  <a:pt x="37645" y="19846"/>
                </a:lnTo>
                <a:lnTo>
                  <a:pt x="38085" y="19846"/>
                </a:lnTo>
                <a:lnTo>
                  <a:pt x="38544" y="20338"/>
                </a:lnTo>
                <a:lnTo>
                  <a:pt x="38984" y="20666"/>
                </a:lnTo>
                <a:lnTo>
                  <a:pt x="39424" y="20666"/>
                </a:lnTo>
                <a:lnTo>
                  <a:pt x="39424" y="20666"/>
                </a:lnTo>
                <a:lnTo>
                  <a:pt x="39865" y="21159"/>
                </a:lnTo>
                <a:lnTo>
                  <a:pt x="40305" y="21487"/>
                </a:lnTo>
                <a:lnTo>
                  <a:pt x="40745" y="21815"/>
                </a:lnTo>
                <a:lnTo>
                  <a:pt x="41185" y="21815"/>
                </a:lnTo>
                <a:lnTo>
                  <a:pt x="41644" y="22307"/>
                </a:lnTo>
                <a:lnTo>
                  <a:pt x="42084" y="22635"/>
                </a:lnTo>
                <a:lnTo>
                  <a:pt x="42525" y="22635"/>
                </a:lnTo>
                <a:lnTo>
                  <a:pt x="42525" y="23127"/>
                </a:lnTo>
                <a:lnTo>
                  <a:pt x="42965" y="23127"/>
                </a:lnTo>
                <a:lnTo>
                  <a:pt x="43405" y="23127"/>
                </a:lnTo>
                <a:lnTo>
                  <a:pt x="43405" y="23455"/>
                </a:lnTo>
                <a:lnTo>
                  <a:pt x="43846" y="23455"/>
                </a:lnTo>
                <a:lnTo>
                  <a:pt x="43846" y="23783"/>
                </a:lnTo>
                <a:lnTo>
                  <a:pt x="44286" y="23783"/>
                </a:lnTo>
                <a:lnTo>
                  <a:pt x="44744" y="24275"/>
                </a:lnTo>
                <a:lnTo>
                  <a:pt x="45185" y="24275"/>
                </a:lnTo>
                <a:lnTo>
                  <a:pt x="45185" y="24603"/>
                </a:lnTo>
                <a:lnTo>
                  <a:pt x="45625" y="24603"/>
                </a:lnTo>
                <a:lnTo>
                  <a:pt x="46065" y="25095"/>
                </a:lnTo>
                <a:lnTo>
                  <a:pt x="46506" y="25095"/>
                </a:lnTo>
                <a:lnTo>
                  <a:pt x="46506" y="25423"/>
                </a:lnTo>
                <a:lnTo>
                  <a:pt x="46946" y="25915"/>
                </a:lnTo>
                <a:lnTo>
                  <a:pt x="47386" y="25915"/>
                </a:lnTo>
                <a:lnTo>
                  <a:pt x="47845" y="26243"/>
                </a:lnTo>
                <a:lnTo>
                  <a:pt x="48285" y="26571"/>
                </a:lnTo>
                <a:lnTo>
                  <a:pt x="48725" y="26571"/>
                </a:lnTo>
                <a:lnTo>
                  <a:pt x="48725" y="27063"/>
                </a:lnTo>
                <a:lnTo>
                  <a:pt x="49166" y="27063"/>
                </a:lnTo>
                <a:lnTo>
                  <a:pt x="49606" y="27391"/>
                </a:lnTo>
                <a:lnTo>
                  <a:pt x="50046" y="27883"/>
                </a:lnTo>
                <a:lnTo>
                  <a:pt x="50505" y="27883"/>
                </a:lnTo>
                <a:lnTo>
                  <a:pt x="50505" y="28212"/>
                </a:lnTo>
                <a:lnTo>
                  <a:pt x="50945" y="28212"/>
                </a:lnTo>
                <a:lnTo>
                  <a:pt x="51386" y="28540"/>
                </a:lnTo>
                <a:lnTo>
                  <a:pt x="51826" y="28540"/>
                </a:lnTo>
                <a:lnTo>
                  <a:pt x="51826" y="29032"/>
                </a:lnTo>
                <a:lnTo>
                  <a:pt x="52266" y="29032"/>
                </a:lnTo>
                <a:lnTo>
                  <a:pt x="52266" y="29360"/>
                </a:lnTo>
                <a:lnTo>
                  <a:pt x="52706" y="29360"/>
                </a:lnTo>
              </a:path>
            </a:pathLst>
          </a:custGeom>
          <a:ln w="2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280397" y="1690484"/>
            <a:ext cx="52725" cy="41989"/>
          </a:xfrm>
          <a:custGeom>
            <a:avLst/>
            <a:gdLst/>
            <a:ahLst/>
            <a:cxnLst/>
            <a:rect l="l" t="t" r="r" b="b"/>
            <a:pathLst>
              <a:path w="52725" h="41989">
                <a:moveTo>
                  <a:pt x="0" y="0"/>
                </a:moveTo>
                <a:lnTo>
                  <a:pt x="0" y="492"/>
                </a:lnTo>
                <a:lnTo>
                  <a:pt x="440" y="492"/>
                </a:lnTo>
                <a:lnTo>
                  <a:pt x="898" y="820"/>
                </a:lnTo>
                <a:lnTo>
                  <a:pt x="1339" y="820"/>
                </a:lnTo>
                <a:lnTo>
                  <a:pt x="1779" y="1312"/>
                </a:lnTo>
                <a:lnTo>
                  <a:pt x="2219" y="1640"/>
                </a:lnTo>
                <a:lnTo>
                  <a:pt x="2660" y="1968"/>
                </a:lnTo>
                <a:lnTo>
                  <a:pt x="3100" y="2460"/>
                </a:lnTo>
                <a:lnTo>
                  <a:pt x="3540" y="2460"/>
                </a:lnTo>
                <a:lnTo>
                  <a:pt x="3540" y="2788"/>
                </a:lnTo>
                <a:lnTo>
                  <a:pt x="3999" y="2788"/>
                </a:lnTo>
                <a:lnTo>
                  <a:pt x="3999" y="3280"/>
                </a:lnTo>
                <a:lnTo>
                  <a:pt x="4439" y="3280"/>
                </a:lnTo>
                <a:lnTo>
                  <a:pt x="4879" y="3280"/>
                </a:lnTo>
                <a:lnTo>
                  <a:pt x="4879" y="3608"/>
                </a:lnTo>
                <a:lnTo>
                  <a:pt x="5320" y="3608"/>
                </a:lnTo>
                <a:lnTo>
                  <a:pt x="5320" y="3936"/>
                </a:lnTo>
                <a:lnTo>
                  <a:pt x="5760" y="3936"/>
                </a:lnTo>
                <a:lnTo>
                  <a:pt x="6200" y="4428"/>
                </a:lnTo>
                <a:lnTo>
                  <a:pt x="6641" y="4756"/>
                </a:lnTo>
                <a:lnTo>
                  <a:pt x="7099" y="5248"/>
                </a:lnTo>
                <a:lnTo>
                  <a:pt x="7540" y="5248"/>
                </a:lnTo>
                <a:lnTo>
                  <a:pt x="7540" y="5576"/>
                </a:lnTo>
                <a:lnTo>
                  <a:pt x="7980" y="5576"/>
                </a:lnTo>
                <a:lnTo>
                  <a:pt x="7980" y="5904"/>
                </a:lnTo>
                <a:lnTo>
                  <a:pt x="8420" y="5904"/>
                </a:lnTo>
                <a:lnTo>
                  <a:pt x="8860" y="6396"/>
                </a:lnTo>
                <a:lnTo>
                  <a:pt x="9301" y="6724"/>
                </a:lnTo>
                <a:lnTo>
                  <a:pt x="9741" y="6724"/>
                </a:lnTo>
                <a:lnTo>
                  <a:pt x="10200" y="7217"/>
                </a:lnTo>
                <a:lnTo>
                  <a:pt x="10200" y="7545"/>
                </a:lnTo>
                <a:lnTo>
                  <a:pt x="10640" y="7545"/>
                </a:lnTo>
                <a:lnTo>
                  <a:pt x="11080" y="8037"/>
                </a:lnTo>
                <a:lnTo>
                  <a:pt x="11521" y="8365"/>
                </a:lnTo>
                <a:lnTo>
                  <a:pt x="11961" y="8365"/>
                </a:lnTo>
                <a:lnTo>
                  <a:pt x="11961" y="8693"/>
                </a:lnTo>
                <a:lnTo>
                  <a:pt x="12401" y="8693"/>
                </a:lnTo>
                <a:lnTo>
                  <a:pt x="12860" y="9185"/>
                </a:lnTo>
                <a:lnTo>
                  <a:pt x="13300" y="9513"/>
                </a:lnTo>
                <a:lnTo>
                  <a:pt x="13740" y="10005"/>
                </a:lnTo>
                <a:lnTo>
                  <a:pt x="14181" y="10333"/>
                </a:lnTo>
                <a:lnTo>
                  <a:pt x="14621" y="10333"/>
                </a:lnTo>
                <a:lnTo>
                  <a:pt x="14621" y="10661"/>
                </a:lnTo>
                <a:lnTo>
                  <a:pt x="15061" y="10661"/>
                </a:lnTo>
                <a:lnTo>
                  <a:pt x="15061" y="11153"/>
                </a:lnTo>
                <a:lnTo>
                  <a:pt x="15502" y="11153"/>
                </a:lnTo>
                <a:lnTo>
                  <a:pt x="15960" y="11481"/>
                </a:lnTo>
                <a:lnTo>
                  <a:pt x="16400" y="11973"/>
                </a:lnTo>
                <a:lnTo>
                  <a:pt x="16841" y="11973"/>
                </a:lnTo>
                <a:lnTo>
                  <a:pt x="16841" y="12301"/>
                </a:lnTo>
                <a:lnTo>
                  <a:pt x="17281" y="12301"/>
                </a:lnTo>
                <a:lnTo>
                  <a:pt x="17281" y="12793"/>
                </a:lnTo>
                <a:lnTo>
                  <a:pt x="17721" y="12793"/>
                </a:lnTo>
                <a:lnTo>
                  <a:pt x="17721" y="13121"/>
                </a:lnTo>
                <a:lnTo>
                  <a:pt x="18162" y="13121"/>
                </a:lnTo>
                <a:lnTo>
                  <a:pt x="18602" y="13449"/>
                </a:lnTo>
                <a:lnTo>
                  <a:pt x="19061" y="13941"/>
                </a:lnTo>
                <a:lnTo>
                  <a:pt x="19501" y="13941"/>
                </a:lnTo>
                <a:lnTo>
                  <a:pt x="19501" y="14270"/>
                </a:lnTo>
                <a:lnTo>
                  <a:pt x="19941" y="14270"/>
                </a:lnTo>
                <a:lnTo>
                  <a:pt x="19941" y="14762"/>
                </a:lnTo>
                <a:lnTo>
                  <a:pt x="20381" y="14762"/>
                </a:lnTo>
                <a:lnTo>
                  <a:pt x="20381" y="15090"/>
                </a:lnTo>
                <a:lnTo>
                  <a:pt x="20822" y="15090"/>
                </a:lnTo>
                <a:lnTo>
                  <a:pt x="21262" y="15418"/>
                </a:lnTo>
                <a:lnTo>
                  <a:pt x="21262" y="15910"/>
                </a:lnTo>
                <a:lnTo>
                  <a:pt x="21702" y="15910"/>
                </a:lnTo>
                <a:lnTo>
                  <a:pt x="21702" y="16238"/>
                </a:lnTo>
                <a:lnTo>
                  <a:pt x="22161" y="16238"/>
                </a:lnTo>
                <a:lnTo>
                  <a:pt x="22161" y="16730"/>
                </a:lnTo>
                <a:lnTo>
                  <a:pt x="22601" y="16730"/>
                </a:lnTo>
                <a:lnTo>
                  <a:pt x="23042" y="17058"/>
                </a:lnTo>
                <a:lnTo>
                  <a:pt x="23482" y="17058"/>
                </a:lnTo>
                <a:lnTo>
                  <a:pt x="23482" y="17550"/>
                </a:lnTo>
                <a:lnTo>
                  <a:pt x="23922" y="17550"/>
                </a:lnTo>
                <a:lnTo>
                  <a:pt x="23922" y="17878"/>
                </a:lnTo>
                <a:lnTo>
                  <a:pt x="24362" y="17878"/>
                </a:lnTo>
                <a:lnTo>
                  <a:pt x="24362" y="18206"/>
                </a:lnTo>
                <a:lnTo>
                  <a:pt x="24803" y="18206"/>
                </a:lnTo>
                <a:lnTo>
                  <a:pt x="25261" y="18698"/>
                </a:lnTo>
                <a:lnTo>
                  <a:pt x="25702" y="19026"/>
                </a:lnTo>
                <a:lnTo>
                  <a:pt x="25702" y="19518"/>
                </a:lnTo>
                <a:lnTo>
                  <a:pt x="26142" y="19518"/>
                </a:lnTo>
                <a:lnTo>
                  <a:pt x="26582" y="19846"/>
                </a:lnTo>
                <a:lnTo>
                  <a:pt x="27023" y="20174"/>
                </a:lnTo>
                <a:lnTo>
                  <a:pt x="27463" y="20666"/>
                </a:lnTo>
                <a:lnTo>
                  <a:pt x="27922" y="20666"/>
                </a:lnTo>
                <a:lnTo>
                  <a:pt x="27922" y="20994"/>
                </a:lnTo>
                <a:lnTo>
                  <a:pt x="28362" y="20994"/>
                </a:lnTo>
                <a:lnTo>
                  <a:pt x="28362" y="21487"/>
                </a:lnTo>
                <a:lnTo>
                  <a:pt x="28802" y="21487"/>
                </a:lnTo>
                <a:lnTo>
                  <a:pt x="28802" y="21815"/>
                </a:lnTo>
                <a:lnTo>
                  <a:pt x="29242" y="22307"/>
                </a:lnTo>
                <a:lnTo>
                  <a:pt x="29683" y="22307"/>
                </a:lnTo>
                <a:lnTo>
                  <a:pt x="30123" y="22635"/>
                </a:lnTo>
                <a:lnTo>
                  <a:pt x="30563" y="22963"/>
                </a:lnTo>
                <a:lnTo>
                  <a:pt x="31022" y="23455"/>
                </a:lnTo>
                <a:lnTo>
                  <a:pt x="31462" y="23783"/>
                </a:lnTo>
                <a:lnTo>
                  <a:pt x="31903" y="23783"/>
                </a:lnTo>
                <a:lnTo>
                  <a:pt x="31903" y="24275"/>
                </a:lnTo>
                <a:lnTo>
                  <a:pt x="32343" y="24603"/>
                </a:lnTo>
                <a:lnTo>
                  <a:pt x="32783" y="24603"/>
                </a:lnTo>
                <a:lnTo>
                  <a:pt x="32783" y="24931"/>
                </a:lnTo>
                <a:lnTo>
                  <a:pt x="33223" y="25423"/>
                </a:lnTo>
                <a:lnTo>
                  <a:pt x="33664" y="25423"/>
                </a:lnTo>
                <a:lnTo>
                  <a:pt x="33664" y="25751"/>
                </a:lnTo>
                <a:lnTo>
                  <a:pt x="34122" y="25751"/>
                </a:lnTo>
                <a:lnTo>
                  <a:pt x="34563" y="26243"/>
                </a:lnTo>
                <a:lnTo>
                  <a:pt x="34563" y="26571"/>
                </a:lnTo>
                <a:lnTo>
                  <a:pt x="35003" y="26571"/>
                </a:lnTo>
                <a:lnTo>
                  <a:pt x="35003" y="27063"/>
                </a:lnTo>
                <a:lnTo>
                  <a:pt x="35443" y="27063"/>
                </a:lnTo>
                <a:lnTo>
                  <a:pt x="35443" y="27391"/>
                </a:lnTo>
                <a:lnTo>
                  <a:pt x="35884" y="27391"/>
                </a:lnTo>
                <a:lnTo>
                  <a:pt x="36324" y="27719"/>
                </a:lnTo>
                <a:lnTo>
                  <a:pt x="36764" y="28212"/>
                </a:lnTo>
                <a:lnTo>
                  <a:pt x="37223" y="28540"/>
                </a:lnTo>
                <a:lnTo>
                  <a:pt x="37663" y="29032"/>
                </a:lnTo>
                <a:lnTo>
                  <a:pt x="38103" y="29360"/>
                </a:lnTo>
                <a:lnTo>
                  <a:pt x="38544" y="29688"/>
                </a:lnTo>
                <a:lnTo>
                  <a:pt x="38984" y="29688"/>
                </a:lnTo>
                <a:lnTo>
                  <a:pt x="38984" y="30180"/>
                </a:lnTo>
                <a:lnTo>
                  <a:pt x="39424" y="30508"/>
                </a:lnTo>
                <a:lnTo>
                  <a:pt x="39883" y="31000"/>
                </a:lnTo>
                <a:lnTo>
                  <a:pt x="40323" y="31328"/>
                </a:lnTo>
                <a:lnTo>
                  <a:pt x="40763" y="31820"/>
                </a:lnTo>
                <a:lnTo>
                  <a:pt x="41204" y="32148"/>
                </a:lnTo>
                <a:lnTo>
                  <a:pt x="41644" y="32148"/>
                </a:lnTo>
                <a:lnTo>
                  <a:pt x="41644" y="32476"/>
                </a:lnTo>
                <a:lnTo>
                  <a:pt x="42084" y="32476"/>
                </a:lnTo>
                <a:lnTo>
                  <a:pt x="42084" y="32968"/>
                </a:lnTo>
                <a:lnTo>
                  <a:pt x="42525" y="33296"/>
                </a:lnTo>
                <a:lnTo>
                  <a:pt x="42983" y="33296"/>
                </a:lnTo>
                <a:lnTo>
                  <a:pt x="42983" y="33788"/>
                </a:lnTo>
                <a:lnTo>
                  <a:pt x="43424" y="33788"/>
                </a:lnTo>
                <a:lnTo>
                  <a:pt x="43424" y="34116"/>
                </a:lnTo>
                <a:lnTo>
                  <a:pt x="43864" y="34116"/>
                </a:lnTo>
                <a:lnTo>
                  <a:pt x="43864" y="34444"/>
                </a:lnTo>
                <a:lnTo>
                  <a:pt x="44304" y="34936"/>
                </a:lnTo>
                <a:lnTo>
                  <a:pt x="44744" y="34936"/>
                </a:lnTo>
                <a:lnTo>
                  <a:pt x="44744" y="35265"/>
                </a:lnTo>
                <a:lnTo>
                  <a:pt x="45185" y="35265"/>
                </a:lnTo>
                <a:lnTo>
                  <a:pt x="45625" y="35757"/>
                </a:lnTo>
                <a:lnTo>
                  <a:pt x="46084" y="36085"/>
                </a:lnTo>
                <a:lnTo>
                  <a:pt x="46084" y="36577"/>
                </a:lnTo>
                <a:lnTo>
                  <a:pt x="46524" y="36577"/>
                </a:lnTo>
                <a:lnTo>
                  <a:pt x="46524" y="36905"/>
                </a:lnTo>
                <a:lnTo>
                  <a:pt x="46964" y="36905"/>
                </a:lnTo>
                <a:lnTo>
                  <a:pt x="47405" y="37233"/>
                </a:lnTo>
                <a:lnTo>
                  <a:pt x="47405" y="37725"/>
                </a:lnTo>
                <a:lnTo>
                  <a:pt x="47845" y="37725"/>
                </a:lnTo>
                <a:lnTo>
                  <a:pt x="47845" y="38053"/>
                </a:lnTo>
                <a:lnTo>
                  <a:pt x="48285" y="38545"/>
                </a:lnTo>
                <a:lnTo>
                  <a:pt x="48725" y="38545"/>
                </a:lnTo>
                <a:lnTo>
                  <a:pt x="48725" y="38873"/>
                </a:lnTo>
                <a:lnTo>
                  <a:pt x="49184" y="38873"/>
                </a:lnTo>
                <a:lnTo>
                  <a:pt x="49624" y="39201"/>
                </a:lnTo>
                <a:lnTo>
                  <a:pt x="50065" y="39693"/>
                </a:lnTo>
                <a:lnTo>
                  <a:pt x="50065" y="40021"/>
                </a:lnTo>
                <a:lnTo>
                  <a:pt x="50505" y="40021"/>
                </a:lnTo>
                <a:lnTo>
                  <a:pt x="50505" y="40513"/>
                </a:lnTo>
                <a:lnTo>
                  <a:pt x="50945" y="40841"/>
                </a:lnTo>
                <a:lnTo>
                  <a:pt x="51386" y="40841"/>
                </a:lnTo>
                <a:lnTo>
                  <a:pt x="51386" y="41333"/>
                </a:lnTo>
                <a:lnTo>
                  <a:pt x="51826" y="41333"/>
                </a:lnTo>
                <a:lnTo>
                  <a:pt x="51826" y="41661"/>
                </a:lnTo>
                <a:lnTo>
                  <a:pt x="52284" y="41989"/>
                </a:lnTo>
                <a:lnTo>
                  <a:pt x="52725" y="41989"/>
                </a:lnTo>
              </a:path>
            </a:pathLst>
          </a:custGeom>
          <a:ln w="24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333122" y="1732474"/>
            <a:ext cx="52266" cy="53963"/>
          </a:xfrm>
          <a:custGeom>
            <a:avLst/>
            <a:gdLst/>
            <a:ahLst/>
            <a:cxnLst/>
            <a:rect l="l" t="t" r="r" b="b"/>
            <a:pathLst>
              <a:path w="52266" h="53963">
                <a:moveTo>
                  <a:pt x="0" y="0"/>
                </a:moveTo>
                <a:lnTo>
                  <a:pt x="0" y="492"/>
                </a:lnTo>
                <a:lnTo>
                  <a:pt x="440" y="492"/>
                </a:lnTo>
                <a:lnTo>
                  <a:pt x="440" y="820"/>
                </a:lnTo>
                <a:lnTo>
                  <a:pt x="880" y="1312"/>
                </a:lnTo>
                <a:lnTo>
                  <a:pt x="1320" y="1312"/>
                </a:lnTo>
                <a:lnTo>
                  <a:pt x="1320" y="1640"/>
                </a:lnTo>
                <a:lnTo>
                  <a:pt x="1761" y="1640"/>
                </a:lnTo>
                <a:lnTo>
                  <a:pt x="1761" y="1968"/>
                </a:lnTo>
                <a:lnTo>
                  <a:pt x="2201" y="2460"/>
                </a:lnTo>
                <a:lnTo>
                  <a:pt x="2660" y="2788"/>
                </a:lnTo>
                <a:lnTo>
                  <a:pt x="3100" y="3280"/>
                </a:lnTo>
                <a:lnTo>
                  <a:pt x="3540" y="3608"/>
                </a:lnTo>
                <a:lnTo>
                  <a:pt x="3980" y="3608"/>
                </a:lnTo>
                <a:lnTo>
                  <a:pt x="3980" y="4100"/>
                </a:lnTo>
                <a:lnTo>
                  <a:pt x="4421" y="4428"/>
                </a:lnTo>
                <a:lnTo>
                  <a:pt x="4861" y="4756"/>
                </a:lnTo>
                <a:lnTo>
                  <a:pt x="5320" y="5248"/>
                </a:lnTo>
                <a:lnTo>
                  <a:pt x="5760" y="5576"/>
                </a:lnTo>
                <a:lnTo>
                  <a:pt x="5760" y="6068"/>
                </a:lnTo>
                <a:lnTo>
                  <a:pt x="6200" y="6068"/>
                </a:lnTo>
                <a:lnTo>
                  <a:pt x="6200" y="6396"/>
                </a:lnTo>
                <a:lnTo>
                  <a:pt x="6641" y="6396"/>
                </a:lnTo>
                <a:lnTo>
                  <a:pt x="7081" y="6724"/>
                </a:lnTo>
                <a:lnTo>
                  <a:pt x="7521" y="7217"/>
                </a:lnTo>
                <a:lnTo>
                  <a:pt x="7961" y="7545"/>
                </a:lnTo>
                <a:lnTo>
                  <a:pt x="8420" y="8037"/>
                </a:lnTo>
                <a:lnTo>
                  <a:pt x="8420" y="8365"/>
                </a:lnTo>
                <a:lnTo>
                  <a:pt x="8860" y="8365"/>
                </a:lnTo>
                <a:lnTo>
                  <a:pt x="8860" y="8693"/>
                </a:lnTo>
                <a:lnTo>
                  <a:pt x="9301" y="9185"/>
                </a:lnTo>
                <a:lnTo>
                  <a:pt x="9741" y="9185"/>
                </a:lnTo>
                <a:lnTo>
                  <a:pt x="9741" y="9513"/>
                </a:lnTo>
                <a:lnTo>
                  <a:pt x="10181" y="10005"/>
                </a:lnTo>
                <a:lnTo>
                  <a:pt x="10622" y="10005"/>
                </a:lnTo>
                <a:lnTo>
                  <a:pt x="10622" y="10333"/>
                </a:lnTo>
                <a:lnTo>
                  <a:pt x="11062" y="10333"/>
                </a:lnTo>
                <a:lnTo>
                  <a:pt x="11062" y="10825"/>
                </a:lnTo>
                <a:lnTo>
                  <a:pt x="11521" y="11153"/>
                </a:lnTo>
                <a:lnTo>
                  <a:pt x="11961" y="11481"/>
                </a:lnTo>
                <a:lnTo>
                  <a:pt x="12401" y="11973"/>
                </a:lnTo>
                <a:lnTo>
                  <a:pt x="12841" y="12301"/>
                </a:lnTo>
                <a:lnTo>
                  <a:pt x="12841" y="12793"/>
                </a:lnTo>
                <a:lnTo>
                  <a:pt x="13282" y="12793"/>
                </a:lnTo>
                <a:lnTo>
                  <a:pt x="13722" y="13121"/>
                </a:lnTo>
                <a:lnTo>
                  <a:pt x="13722" y="13449"/>
                </a:lnTo>
                <a:lnTo>
                  <a:pt x="14162" y="13449"/>
                </a:lnTo>
                <a:lnTo>
                  <a:pt x="14621" y="13941"/>
                </a:lnTo>
                <a:lnTo>
                  <a:pt x="14621" y="14270"/>
                </a:lnTo>
                <a:lnTo>
                  <a:pt x="15061" y="14270"/>
                </a:lnTo>
                <a:lnTo>
                  <a:pt x="15061" y="14762"/>
                </a:lnTo>
                <a:lnTo>
                  <a:pt x="15502" y="14762"/>
                </a:lnTo>
                <a:lnTo>
                  <a:pt x="15502" y="15090"/>
                </a:lnTo>
                <a:lnTo>
                  <a:pt x="15942" y="15582"/>
                </a:lnTo>
                <a:lnTo>
                  <a:pt x="16382" y="15582"/>
                </a:lnTo>
                <a:lnTo>
                  <a:pt x="16382" y="15910"/>
                </a:lnTo>
                <a:lnTo>
                  <a:pt x="16822" y="16238"/>
                </a:lnTo>
                <a:lnTo>
                  <a:pt x="17281" y="16730"/>
                </a:lnTo>
                <a:lnTo>
                  <a:pt x="17281" y="17058"/>
                </a:lnTo>
                <a:lnTo>
                  <a:pt x="17721" y="17058"/>
                </a:lnTo>
                <a:lnTo>
                  <a:pt x="18162" y="17550"/>
                </a:lnTo>
                <a:lnTo>
                  <a:pt x="18162" y="17878"/>
                </a:lnTo>
                <a:lnTo>
                  <a:pt x="18602" y="17878"/>
                </a:lnTo>
                <a:lnTo>
                  <a:pt x="19042" y="18206"/>
                </a:lnTo>
                <a:lnTo>
                  <a:pt x="19042" y="18698"/>
                </a:lnTo>
                <a:lnTo>
                  <a:pt x="19483" y="18698"/>
                </a:lnTo>
                <a:lnTo>
                  <a:pt x="19483" y="19026"/>
                </a:lnTo>
                <a:lnTo>
                  <a:pt x="19923" y="19518"/>
                </a:lnTo>
                <a:lnTo>
                  <a:pt x="20381" y="19846"/>
                </a:lnTo>
                <a:lnTo>
                  <a:pt x="20822" y="20338"/>
                </a:lnTo>
                <a:lnTo>
                  <a:pt x="20822" y="20666"/>
                </a:lnTo>
                <a:lnTo>
                  <a:pt x="21262" y="20666"/>
                </a:lnTo>
                <a:lnTo>
                  <a:pt x="21702" y="20994"/>
                </a:lnTo>
                <a:lnTo>
                  <a:pt x="21702" y="21487"/>
                </a:lnTo>
                <a:lnTo>
                  <a:pt x="22143" y="21487"/>
                </a:lnTo>
                <a:lnTo>
                  <a:pt x="22143" y="21815"/>
                </a:lnTo>
                <a:lnTo>
                  <a:pt x="22583" y="22307"/>
                </a:lnTo>
                <a:lnTo>
                  <a:pt x="23023" y="22307"/>
                </a:lnTo>
                <a:lnTo>
                  <a:pt x="23023" y="22635"/>
                </a:lnTo>
                <a:lnTo>
                  <a:pt x="23482" y="22963"/>
                </a:lnTo>
                <a:lnTo>
                  <a:pt x="23922" y="23455"/>
                </a:lnTo>
                <a:lnTo>
                  <a:pt x="23922" y="23783"/>
                </a:lnTo>
                <a:lnTo>
                  <a:pt x="24362" y="23783"/>
                </a:lnTo>
                <a:lnTo>
                  <a:pt x="24803" y="24275"/>
                </a:lnTo>
                <a:lnTo>
                  <a:pt x="24803" y="24603"/>
                </a:lnTo>
                <a:lnTo>
                  <a:pt x="25243" y="24603"/>
                </a:lnTo>
                <a:lnTo>
                  <a:pt x="25683" y="25095"/>
                </a:lnTo>
                <a:lnTo>
                  <a:pt x="25683" y="25423"/>
                </a:lnTo>
                <a:lnTo>
                  <a:pt x="26124" y="25423"/>
                </a:lnTo>
                <a:lnTo>
                  <a:pt x="26124" y="25751"/>
                </a:lnTo>
                <a:lnTo>
                  <a:pt x="26582" y="26243"/>
                </a:lnTo>
                <a:lnTo>
                  <a:pt x="27023" y="26571"/>
                </a:lnTo>
                <a:lnTo>
                  <a:pt x="27463" y="27063"/>
                </a:lnTo>
                <a:lnTo>
                  <a:pt x="27903" y="27391"/>
                </a:lnTo>
                <a:lnTo>
                  <a:pt x="27903" y="27719"/>
                </a:lnTo>
                <a:lnTo>
                  <a:pt x="28343" y="28212"/>
                </a:lnTo>
                <a:lnTo>
                  <a:pt x="28784" y="28540"/>
                </a:lnTo>
                <a:lnTo>
                  <a:pt x="29224" y="29032"/>
                </a:lnTo>
                <a:lnTo>
                  <a:pt x="29683" y="29360"/>
                </a:lnTo>
                <a:lnTo>
                  <a:pt x="30123" y="29852"/>
                </a:lnTo>
                <a:lnTo>
                  <a:pt x="30563" y="30180"/>
                </a:lnTo>
                <a:lnTo>
                  <a:pt x="30563" y="30508"/>
                </a:lnTo>
                <a:lnTo>
                  <a:pt x="31004" y="31000"/>
                </a:lnTo>
                <a:lnTo>
                  <a:pt x="31444" y="31000"/>
                </a:lnTo>
                <a:lnTo>
                  <a:pt x="31444" y="31328"/>
                </a:lnTo>
                <a:lnTo>
                  <a:pt x="31884" y="31820"/>
                </a:lnTo>
                <a:lnTo>
                  <a:pt x="32343" y="32148"/>
                </a:lnTo>
                <a:lnTo>
                  <a:pt x="32783" y="32476"/>
                </a:lnTo>
                <a:lnTo>
                  <a:pt x="33223" y="32968"/>
                </a:lnTo>
                <a:lnTo>
                  <a:pt x="33223" y="33296"/>
                </a:lnTo>
                <a:lnTo>
                  <a:pt x="33664" y="33296"/>
                </a:lnTo>
                <a:lnTo>
                  <a:pt x="34104" y="33788"/>
                </a:lnTo>
                <a:lnTo>
                  <a:pt x="34104" y="34116"/>
                </a:lnTo>
                <a:lnTo>
                  <a:pt x="34544" y="34116"/>
                </a:lnTo>
                <a:lnTo>
                  <a:pt x="34544" y="34608"/>
                </a:lnTo>
                <a:lnTo>
                  <a:pt x="34985" y="34936"/>
                </a:lnTo>
                <a:lnTo>
                  <a:pt x="34985" y="35265"/>
                </a:lnTo>
                <a:lnTo>
                  <a:pt x="35443" y="35265"/>
                </a:lnTo>
                <a:lnTo>
                  <a:pt x="35884" y="35757"/>
                </a:lnTo>
                <a:lnTo>
                  <a:pt x="35884" y="36085"/>
                </a:lnTo>
                <a:lnTo>
                  <a:pt x="36324" y="36577"/>
                </a:lnTo>
                <a:lnTo>
                  <a:pt x="36764" y="36577"/>
                </a:lnTo>
                <a:lnTo>
                  <a:pt x="36764" y="36905"/>
                </a:lnTo>
                <a:lnTo>
                  <a:pt x="37204" y="37233"/>
                </a:lnTo>
                <a:lnTo>
                  <a:pt x="37645" y="37725"/>
                </a:lnTo>
                <a:lnTo>
                  <a:pt x="37645" y="38053"/>
                </a:lnTo>
                <a:lnTo>
                  <a:pt x="38085" y="38545"/>
                </a:lnTo>
                <a:lnTo>
                  <a:pt x="38544" y="38545"/>
                </a:lnTo>
                <a:lnTo>
                  <a:pt x="38544" y="38873"/>
                </a:lnTo>
                <a:lnTo>
                  <a:pt x="38984" y="39365"/>
                </a:lnTo>
                <a:lnTo>
                  <a:pt x="39424" y="39693"/>
                </a:lnTo>
                <a:lnTo>
                  <a:pt x="39865" y="40021"/>
                </a:lnTo>
                <a:lnTo>
                  <a:pt x="39865" y="40513"/>
                </a:lnTo>
                <a:lnTo>
                  <a:pt x="40305" y="40513"/>
                </a:lnTo>
                <a:lnTo>
                  <a:pt x="40745" y="40841"/>
                </a:lnTo>
                <a:lnTo>
                  <a:pt x="40745" y="41333"/>
                </a:lnTo>
                <a:lnTo>
                  <a:pt x="41185" y="41333"/>
                </a:lnTo>
                <a:lnTo>
                  <a:pt x="41185" y="41661"/>
                </a:lnTo>
                <a:lnTo>
                  <a:pt x="41644" y="41989"/>
                </a:lnTo>
                <a:lnTo>
                  <a:pt x="41644" y="42482"/>
                </a:lnTo>
                <a:lnTo>
                  <a:pt x="42084" y="42810"/>
                </a:lnTo>
                <a:lnTo>
                  <a:pt x="42525" y="42810"/>
                </a:lnTo>
                <a:lnTo>
                  <a:pt x="42525" y="43302"/>
                </a:lnTo>
                <a:lnTo>
                  <a:pt x="42965" y="43630"/>
                </a:lnTo>
                <a:lnTo>
                  <a:pt x="43405" y="44122"/>
                </a:lnTo>
                <a:lnTo>
                  <a:pt x="43846" y="44450"/>
                </a:lnTo>
                <a:lnTo>
                  <a:pt x="44286" y="44778"/>
                </a:lnTo>
                <a:lnTo>
                  <a:pt x="44286" y="45270"/>
                </a:lnTo>
                <a:lnTo>
                  <a:pt x="44744" y="45598"/>
                </a:lnTo>
                <a:lnTo>
                  <a:pt x="45185" y="45598"/>
                </a:lnTo>
                <a:lnTo>
                  <a:pt x="45185" y="46090"/>
                </a:lnTo>
                <a:lnTo>
                  <a:pt x="45625" y="46418"/>
                </a:lnTo>
                <a:lnTo>
                  <a:pt x="45625" y="46746"/>
                </a:lnTo>
                <a:lnTo>
                  <a:pt x="46065" y="47238"/>
                </a:lnTo>
                <a:lnTo>
                  <a:pt x="46506" y="47566"/>
                </a:lnTo>
                <a:lnTo>
                  <a:pt x="46946" y="48058"/>
                </a:lnTo>
                <a:lnTo>
                  <a:pt x="47405" y="48386"/>
                </a:lnTo>
                <a:lnTo>
                  <a:pt x="47845" y="48714"/>
                </a:lnTo>
                <a:lnTo>
                  <a:pt x="47845" y="49207"/>
                </a:lnTo>
                <a:lnTo>
                  <a:pt x="48285" y="49207"/>
                </a:lnTo>
                <a:lnTo>
                  <a:pt x="48285" y="49535"/>
                </a:lnTo>
                <a:lnTo>
                  <a:pt x="48725" y="50027"/>
                </a:lnTo>
                <a:lnTo>
                  <a:pt x="49166" y="50355"/>
                </a:lnTo>
                <a:lnTo>
                  <a:pt x="49166" y="50847"/>
                </a:lnTo>
                <a:lnTo>
                  <a:pt x="49606" y="50847"/>
                </a:lnTo>
                <a:lnTo>
                  <a:pt x="49606" y="51175"/>
                </a:lnTo>
                <a:lnTo>
                  <a:pt x="50046" y="51503"/>
                </a:lnTo>
                <a:lnTo>
                  <a:pt x="50505" y="51995"/>
                </a:lnTo>
                <a:lnTo>
                  <a:pt x="50945" y="52323"/>
                </a:lnTo>
                <a:lnTo>
                  <a:pt x="50945" y="52815"/>
                </a:lnTo>
                <a:lnTo>
                  <a:pt x="51386" y="52815"/>
                </a:lnTo>
                <a:lnTo>
                  <a:pt x="51826" y="53143"/>
                </a:lnTo>
                <a:lnTo>
                  <a:pt x="51826" y="53471"/>
                </a:lnTo>
                <a:lnTo>
                  <a:pt x="52266" y="53963"/>
                </a:lnTo>
              </a:path>
            </a:pathLst>
          </a:custGeom>
          <a:ln w="24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385389" y="1786438"/>
            <a:ext cx="52725" cy="65445"/>
          </a:xfrm>
          <a:custGeom>
            <a:avLst/>
            <a:gdLst/>
            <a:ahLst/>
            <a:cxnLst/>
            <a:rect l="l" t="t" r="r" b="b"/>
            <a:pathLst>
              <a:path w="52725" h="65445">
                <a:moveTo>
                  <a:pt x="0" y="0"/>
                </a:moveTo>
                <a:lnTo>
                  <a:pt x="440" y="328"/>
                </a:lnTo>
                <a:lnTo>
                  <a:pt x="440" y="820"/>
                </a:lnTo>
                <a:lnTo>
                  <a:pt x="880" y="1148"/>
                </a:lnTo>
                <a:lnTo>
                  <a:pt x="1339" y="1148"/>
                </a:lnTo>
                <a:lnTo>
                  <a:pt x="1339" y="1640"/>
                </a:lnTo>
                <a:lnTo>
                  <a:pt x="1779" y="1968"/>
                </a:lnTo>
                <a:lnTo>
                  <a:pt x="1779" y="2296"/>
                </a:lnTo>
                <a:lnTo>
                  <a:pt x="2219" y="2788"/>
                </a:lnTo>
                <a:lnTo>
                  <a:pt x="2660" y="2788"/>
                </a:lnTo>
                <a:lnTo>
                  <a:pt x="2660" y="3116"/>
                </a:lnTo>
                <a:lnTo>
                  <a:pt x="3100" y="3608"/>
                </a:lnTo>
                <a:lnTo>
                  <a:pt x="3100" y="3936"/>
                </a:lnTo>
                <a:lnTo>
                  <a:pt x="3540" y="3936"/>
                </a:lnTo>
                <a:lnTo>
                  <a:pt x="3980" y="4264"/>
                </a:lnTo>
                <a:lnTo>
                  <a:pt x="3980" y="4756"/>
                </a:lnTo>
                <a:lnTo>
                  <a:pt x="4439" y="5084"/>
                </a:lnTo>
                <a:lnTo>
                  <a:pt x="4879" y="5576"/>
                </a:lnTo>
                <a:lnTo>
                  <a:pt x="5320" y="5904"/>
                </a:lnTo>
                <a:lnTo>
                  <a:pt x="5320" y="6396"/>
                </a:lnTo>
                <a:lnTo>
                  <a:pt x="5760" y="6724"/>
                </a:lnTo>
                <a:lnTo>
                  <a:pt x="6200" y="6724"/>
                </a:lnTo>
                <a:lnTo>
                  <a:pt x="6200" y="7053"/>
                </a:lnTo>
                <a:lnTo>
                  <a:pt x="6641" y="7545"/>
                </a:lnTo>
                <a:lnTo>
                  <a:pt x="6641" y="7873"/>
                </a:lnTo>
                <a:lnTo>
                  <a:pt x="7081" y="7873"/>
                </a:lnTo>
                <a:lnTo>
                  <a:pt x="7081" y="8365"/>
                </a:lnTo>
                <a:lnTo>
                  <a:pt x="7540" y="8693"/>
                </a:lnTo>
                <a:lnTo>
                  <a:pt x="7980" y="9021"/>
                </a:lnTo>
                <a:lnTo>
                  <a:pt x="7980" y="9513"/>
                </a:lnTo>
                <a:lnTo>
                  <a:pt x="8420" y="9513"/>
                </a:lnTo>
                <a:lnTo>
                  <a:pt x="8420" y="9841"/>
                </a:lnTo>
                <a:lnTo>
                  <a:pt x="8860" y="10333"/>
                </a:lnTo>
                <a:lnTo>
                  <a:pt x="9301" y="10661"/>
                </a:lnTo>
                <a:lnTo>
                  <a:pt x="9741" y="11153"/>
                </a:lnTo>
                <a:lnTo>
                  <a:pt x="9741" y="11481"/>
                </a:lnTo>
                <a:lnTo>
                  <a:pt x="10200" y="11809"/>
                </a:lnTo>
                <a:lnTo>
                  <a:pt x="10640" y="12301"/>
                </a:lnTo>
                <a:lnTo>
                  <a:pt x="11080" y="12629"/>
                </a:lnTo>
                <a:lnTo>
                  <a:pt x="11080" y="13121"/>
                </a:lnTo>
                <a:lnTo>
                  <a:pt x="11521" y="13449"/>
                </a:lnTo>
                <a:lnTo>
                  <a:pt x="11521" y="13777"/>
                </a:lnTo>
                <a:lnTo>
                  <a:pt x="11961" y="13777"/>
                </a:lnTo>
                <a:lnTo>
                  <a:pt x="12401" y="14270"/>
                </a:lnTo>
                <a:lnTo>
                  <a:pt x="12401" y="14598"/>
                </a:lnTo>
                <a:lnTo>
                  <a:pt x="12841" y="15090"/>
                </a:lnTo>
                <a:lnTo>
                  <a:pt x="13300" y="15090"/>
                </a:lnTo>
                <a:lnTo>
                  <a:pt x="13300" y="15418"/>
                </a:lnTo>
                <a:lnTo>
                  <a:pt x="13740" y="15910"/>
                </a:lnTo>
                <a:lnTo>
                  <a:pt x="13740" y="16238"/>
                </a:lnTo>
                <a:lnTo>
                  <a:pt x="14181" y="16238"/>
                </a:lnTo>
                <a:lnTo>
                  <a:pt x="14621" y="16566"/>
                </a:lnTo>
                <a:lnTo>
                  <a:pt x="14621" y="17058"/>
                </a:lnTo>
                <a:lnTo>
                  <a:pt x="15061" y="17386"/>
                </a:lnTo>
                <a:lnTo>
                  <a:pt x="15061" y="17878"/>
                </a:lnTo>
                <a:lnTo>
                  <a:pt x="15502" y="18206"/>
                </a:lnTo>
                <a:lnTo>
                  <a:pt x="15942" y="18534"/>
                </a:lnTo>
                <a:lnTo>
                  <a:pt x="16400" y="19026"/>
                </a:lnTo>
                <a:lnTo>
                  <a:pt x="16400" y="19354"/>
                </a:lnTo>
                <a:lnTo>
                  <a:pt x="16841" y="19846"/>
                </a:lnTo>
                <a:lnTo>
                  <a:pt x="17281" y="19846"/>
                </a:lnTo>
                <a:lnTo>
                  <a:pt x="17281" y="20174"/>
                </a:lnTo>
                <a:lnTo>
                  <a:pt x="17721" y="20666"/>
                </a:lnTo>
                <a:lnTo>
                  <a:pt x="17721" y="20994"/>
                </a:lnTo>
                <a:lnTo>
                  <a:pt x="18162" y="21323"/>
                </a:lnTo>
                <a:lnTo>
                  <a:pt x="18602" y="21815"/>
                </a:lnTo>
                <a:lnTo>
                  <a:pt x="19042" y="22143"/>
                </a:lnTo>
                <a:lnTo>
                  <a:pt x="19042" y="22635"/>
                </a:lnTo>
                <a:lnTo>
                  <a:pt x="19501" y="22963"/>
                </a:lnTo>
                <a:lnTo>
                  <a:pt x="19501" y="23291"/>
                </a:lnTo>
                <a:lnTo>
                  <a:pt x="19941" y="23291"/>
                </a:lnTo>
                <a:lnTo>
                  <a:pt x="19941" y="23783"/>
                </a:lnTo>
                <a:lnTo>
                  <a:pt x="20381" y="24111"/>
                </a:lnTo>
                <a:lnTo>
                  <a:pt x="20822" y="24603"/>
                </a:lnTo>
                <a:lnTo>
                  <a:pt x="20822" y="24931"/>
                </a:lnTo>
                <a:lnTo>
                  <a:pt x="21262" y="24931"/>
                </a:lnTo>
                <a:lnTo>
                  <a:pt x="21702" y="25423"/>
                </a:lnTo>
                <a:lnTo>
                  <a:pt x="21702" y="25751"/>
                </a:lnTo>
                <a:lnTo>
                  <a:pt x="22143" y="26079"/>
                </a:lnTo>
                <a:lnTo>
                  <a:pt x="22143" y="26571"/>
                </a:lnTo>
                <a:lnTo>
                  <a:pt x="22601" y="26571"/>
                </a:lnTo>
                <a:lnTo>
                  <a:pt x="23042" y="26899"/>
                </a:lnTo>
                <a:lnTo>
                  <a:pt x="23042" y="27391"/>
                </a:lnTo>
                <a:lnTo>
                  <a:pt x="23482" y="27719"/>
                </a:lnTo>
                <a:lnTo>
                  <a:pt x="23482" y="28047"/>
                </a:lnTo>
                <a:lnTo>
                  <a:pt x="23922" y="28540"/>
                </a:lnTo>
                <a:lnTo>
                  <a:pt x="24362" y="28540"/>
                </a:lnTo>
                <a:lnTo>
                  <a:pt x="24362" y="28868"/>
                </a:lnTo>
                <a:lnTo>
                  <a:pt x="24803" y="29360"/>
                </a:lnTo>
                <a:lnTo>
                  <a:pt x="24803" y="29688"/>
                </a:lnTo>
                <a:lnTo>
                  <a:pt x="25261" y="30180"/>
                </a:lnTo>
                <a:lnTo>
                  <a:pt x="25702" y="30180"/>
                </a:lnTo>
                <a:lnTo>
                  <a:pt x="25702" y="30508"/>
                </a:lnTo>
                <a:lnTo>
                  <a:pt x="26142" y="30836"/>
                </a:lnTo>
                <a:lnTo>
                  <a:pt x="26142" y="31328"/>
                </a:lnTo>
                <a:lnTo>
                  <a:pt x="26582" y="31656"/>
                </a:lnTo>
                <a:lnTo>
                  <a:pt x="27023" y="32148"/>
                </a:lnTo>
                <a:lnTo>
                  <a:pt x="27463" y="32476"/>
                </a:lnTo>
                <a:lnTo>
                  <a:pt x="27463" y="32804"/>
                </a:lnTo>
                <a:lnTo>
                  <a:pt x="27903" y="33296"/>
                </a:lnTo>
                <a:lnTo>
                  <a:pt x="28362" y="33624"/>
                </a:lnTo>
                <a:lnTo>
                  <a:pt x="28802" y="34116"/>
                </a:lnTo>
                <a:lnTo>
                  <a:pt x="28802" y="34444"/>
                </a:lnTo>
                <a:lnTo>
                  <a:pt x="29242" y="34936"/>
                </a:lnTo>
                <a:lnTo>
                  <a:pt x="29242" y="35265"/>
                </a:lnTo>
                <a:lnTo>
                  <a:pt x="29683" y="35593"/>
                </a:lnTo>
                <a:lnTo>
                  <a:pt x="30123" y="36085"/>
                </a:lnTo>
                <a:lnTo>
                  <a:pt x="30563" y="36413"/>
                </a:lnTo>
                <a:lnTo>
                  <a:pt x="30563" y="36905"/>
                </a:lnTo>
                <a:lnTo>
                  <a:pt x="31004" y="37233"/>
                </a:lnTo>
                <a:lnTo>
                  <a:pt x="31462" y="37561"/>
                </a:lnTo>
                <a:lnTo>
                  <a:pt x="31462" y="38053"/>
                </a:lnTo>
                <a:lnTo>
                  <a:pt x="31903" y="38053"/>
                </a:lnTo>
                <a:lnTo>
                  <a:pt x="32343" y="38381"/>
                </a:lnTo>
                <a:lnTo>
                  <a:pt x="32343" y="38873"/>
                </a:lnTo>
                <a:lnTo>
                  <a:pt x="32783" y="39201"/>
                </a:lnTo>
                <a:lnTo>
                  <a:pt x="32783" y="39529"/>
                </a:lnTo>
                <a:lnTo>
                  <a:pt x="33223" y="40021"/>
                </a:lnTo>
                <a:lnTo>
                  <a:pt x="33664" y="40349"/>
                </a:lnTo>
                <a:lnTo>
                  <a:pt x="34104" y="40841"/>
                </a:lnTo>
                <a:lnTo>
                  <a:pt x="34104" y="41169"/>
                </a:lnTo>
                <a:lnTo>
                  <a:pt x="34563" y="41661"/>
                </a:lnTo>
                <a:lnTo>
                  <a:pt x="34563" y="41989"/>
                </a:lnTo>
                <a:lnTo>
                  <a:pt x="35003" y="41989"/>
                </a:lnTo>
                <a:lnTo>
                  <a:pt x="35443" y="42318"/>
                </a:lnTo>
                <a:lnTo>
                  <a:pt x="35443" y="42810"/>
                </a:lnTo>
                <a:lnTo>
                  <a:pt x="35884" y="43138"/>
                </a:lnTo>
                <a:lnTo>
                  <a:pt x="35884" y="43630"/>
                </a:lnTo>
                <a:lnTo>
                  <a:pt x="36324" y="43958"/>
                </a:lnTo>
                <a:lnTo>
                  <a:pt x="36764" y="44286"/>
                </a:lnTo>
                <a:lnTo>
                  <a:pt x="36764" y="44778"/>
                </a:lnTo>
                <a:lnTo>
                  <a:pt x="37204" y="44778"/>
                </a:lnTo>
                <a:lnTo>
                  <a:pt x="37204" y="45106"/>
                </a:lnTo>
                <a:lnTo>
                  <a:pt x="37663" y="45598"/>
                </a:lnTo>
                <a:lnTo>
                  <a:pt x="37663" y="45926"/>
                </a:lnTo>
                <a:lnTo>
                  <a:pt x="38103" y="46418"/>
                </a:lnTo>
                <a:lnTo>
                  <a:pt x="38544" y="46418"/>
                </a:lnTo>
                <a:lnTo>
                  <a:pt x="38984" y="46746"/>
                </a:lnTo>
                <a:lnTo>
                  <a:pt x="38984" y="47074"/>
                </a:lnTo>
                <a:lnTo>
                  <a:pt x="39424" y="47566"/>
                </a:lnTo>
                <a:lnTo>
                  <a:pt x="39424" y="47894"/>
                </a:lnTo>
                <a:lnTo>
                  <a:pt x="39865" y="48386"/>
                </a:lnTo>
                <a:lnTo>
                  <a:pt x="39865" y="48714"/>
                </a:lnTo>
                <a:lnTo>
                  <a:pt x="40323" y="49042"/>
                </a:lnTo>
                <a:lnTo>
                  <a:pt x="40763" y="49042"/>
                </a:lnTo>
                <a:lnTo>
                  <a:pt x="40763" y="49535"/>
                </a:lnTo>
                <a:lnTo>
                  <a:pt x="41204" y="49863"/>
                </a:lnTo>
                <a:lnTo>
                  <a:pt x="41204" y="50355"/>
                </a:lnTo>
                <a:lnTo>
                  <a:pt x="41644" y="50683"/>
                </a:lnTo>
                <a:lnTo>
                  <a:pt x="41644" y="51175"/>
                </a:lnTo>
                <a:lnTo>
                  <a:pt x="42084" y="51503"/>
                </a:lnTo>
                <a:lnTo>
                  <a:pt x="42525" y="51503"/>
                </a:lnTo>
                <a:lnTo>
                  <a:pt x="42525" y="51831"/>
                </a:lnTo>
                <a:lnTo>
                  <a:pt x="42965" y="52323"/>
                </a:lnTo>
                <a:lnTo>
                  <a:pt x="43424" y="52651"/>
                </a:lnTo>
                <a:lnTo>
                  <a:pt x="43424" y="53143"/>
                </a:lnTo>
                <a:lnTo>
                  <a:pt x="43864" y="53471"/>
                </a:lnTo>
                <a:lnTo>
                  <a:pt x="43864" y="53799"/>
                </a:lnTo>
                <a:lnTo>
                  <a:pt x="44304" y="54291"/>
                </a:lnTo>
                <a:lnTo>
                  <a:pt x="44744" y="54619"/>
                </a:lnTo>
                <a:lnTo>
                  <a:pt x="45185" y="55111"/>
                </a:lnTo>
                <a:lnTo>
                  <a:pt x="45185" y="55439"/>
                </a:lnTo>
                <a:lnTo>
                  <a:pt x="45625" y="55931"/>
                </a:lnTo>
                <a:lnTo>
                  <a:pt x="45625" y="56260"/>
                </a:lnTo>
                <a:lnTo>
                  <a:pt x="46065" y="56588"/>
                </a:lnTo>
                <a:lnTo>
                  <a:pt x="46524" y="56588"/>
                </a:lnTo>
                <a:lnTo>
                  <a:pt x="46524" y="57408"/>
                </a:lnTo>
                <a:lnTo>
                  <a:pt x="46964" y="57408"/>
                </a:lnTo>
                <a:lnTo>
                  <a:pt x="46964" y="57900"/>
                </a:lnTo>
                <a:lnTo>
                  <a:pt x="47405" y="58228"/>
                </a:lnTo>
                <a:lnTo>
                  <a:pt x="47845" y="58556"/>
                </a:lnTo>
                <a:lnTo>
                  <a:pt x="47845" y="59048"/>
                </a:lnTo>
                <a:lnTo>
                  <a:pt x="48285" y="59376"/>
                </a:lnTo>
                <a:lnTo>
                  <a:pt x="48285" y="59868"/>
                </a:lnTo>
                <a:lnTo>
                  <a:pt x="48725" y="60196"/>
                </a:lnTo>
                <a:lnTo>
                  <a:pt x="49166" y="60196"/>
                </a:lnTo>
                <a:lnTo>
                  <a:pt x="49166" y="60688"/>
                </a:lnTo>
                <a:lnTo>
                  <a:pt x="49624" y="61016"/>
                </a:lnTo>
                <a:lnTo>
                  <a:pt x="50065" y="61344"/>
                </a:lnTo>
                <a:lnTo>
                  <a:pt x="50065" y="61836"/>
                </a:lnTo>
                <a:lnTo>
                  <a:pt x="50505" y="62164"/>
                </a:lnTo>
                <a:lnTo>
                  <a:pt x="50505" y="62656"/>
                </a:lnTo>
                <a:lnTo>
                  <a:pt x="50945" y="62656"/>
                </a:lnTo>
                <a:lnTo>
                  <a:pt x="50945" y="62984"/>
                </a:lnTo>
                <a:lnTo>
                  <a:pt x="51386" y="63805"/>
                </a:lnTo>
                <a:lnTo>
                  <a:pt x="51826" y="63805"/>
                </a:lnTo>
                <a:lnTo>
                  <a:pt x="51826" y="64133"/>
                </a:lnTo>
                <a:lnTo>
                  <a:pt x="52266" y="64625"/>
                </a:lnTo>
                <a:lnTo>
                  <a:pt x="52266" y="64953"/>
                </a:lnTo>
                <a:lnTo>
                  <a:pt x="52725" y="65445"/>
                </a:lnTo>
              </a:path>
            </a:pathLst>
          </a:custGeom>
          <a:ln w="24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438114" y="1851883"/>
            <a:ext cx="52706" cy="75286"/>
          </a:xfrm>
          <a:custGeom>
            <a:avLst/>
            <a:gdLst/>
            <a:ahLst/>
            <a:cxnLst/>
            <a:rect l="l" t="t" r="r" b="b"/>
            <a:pathLst>
              <a:path w="52706" h="75286">
                <a:moveTo>
                  <a:pt x="0" y="0"/>
                </a:moveTo>
                <a:lnTo>
                  <a:pt x="0" y="328"/>
                </a:lnTo>
                <a:lnTo>
                  <a:pt x="440" y="656"/>
                </a:lnTo>
                <a:lnTo>
                  <a:pt x="880" y="656"/>
                </a:lnTo>
                <a:lnTo>
                  <a:pt x="880" y="1148"/>
                </a:lnTo>
                <a:lnTo>
                  <a:pt x="1320" y="1476"/>
                </a:lnTo>
                <a:lnTo>
                  <a:pt x="1761" y="1968"/>
                </a:lnTo>
                <a:lnTo>
                  <a:pt x="1761" y="2296"/>
                </a:lnTo>
                <a:lnTo>
                  <a:pt x="2201" y="2624"/>
                </a:lnTo>
                <a:lnTo>
                  <a:pt x="2201" y="3116"/>
                </a:lnTo>
                <a:lnTo>
                  <a:pt x="2660" y="3444"/>
                </a:lnTo>
                <a:lnTo>
                  <a:pt x="2660" y="3936"/>
                </a:lnTo>
                <a:lnTo>
                  <a:pt x="3100" y="4264"/>
                </a:lnTo>
                <a:lnTo>
                  <a:pt x="3540" y="4264"/>
                </a:lnTo>
                <a:lnTo>
                  <a:pt x="3540" y="4756"/>
                </a:lnTo>
                <a:lnTo>
                  <a:pt x="3980" y="5084"/>
                </a:lnTo>
                <a:lnTo>
                  <a:pt x="4421" y="5412"/>
                </a:lnTo>
                <a:lnTo>
                  <a:pt x="4421" y="5904"/>
                </a:lnTo>
                <a:lnTo>
                  <a:pt x="4861" y="6232"/>
                </a:lnTo>
                <a:lnTo>
                  <a:pt x="4861" y="6724"/>
                </a:lnTo>
                <a:lnTo>
                  <a:pt x="5301" y="7053"/>
                </a:lnTo>
                <a:lnTo>
                  <a:pt x="5760" y="7381"/>
                </a:lnTo>
                <a:lnTo>
                  <a:pt x="5760" y="7873"/>
                </a:lnTo>
                <a:lnTo>
                  <a:pt x="6200" y="8201"/>
                </a:lnTo>
                <a:lnTo>
                  <a:pt x="6200" y="8693"/>
                </a:lnTo>
                <a:lnTo>
                  <a:pt x="6641" y="8693"/>
                </a:lnTo>
                <a:lnTo>
                  <a:pt x="6641" y="9021"/>
                </a:lnTo>
                <a:lnTo>
                  <a:pt x="7081" y="9513"/>
                </a:lnTo>
                <a:lnTo>
                  <a:pt x="7521" y="9841"/>
                </a:lnTo>
                <a:lnTo>
                  <a:pt x="7521" y="10169"/>
                </a:lnTo>
                <a:lnTo>
                  <a:pt x="7961" y="10661"/>
                </a:lnTo>
                <a:lnTo>
                  <a:pt x="8402" y="10989"/>
                </a:lnTo>
                <a:lnTo>
                  <a:pt x="8402" y="11481"/>
                </a:lnTo>
                <a:lnTo>
                  <a:pt x="8860" y="11809"/>
                </a:lnTo>
                <a:lnTo>
                  <a:pt x="9301" y="12629"/>
                </a:lnTo>
                <a:lnTo>
                  <a:pt x="9301" y="12957"/>
                </a:lnTo>
                <a:lnTo>
                  <a:pt x="9741" y="12957"/>
                </a:lnTo>
                <a:lnTo>
                  <a:pt x="10181" y="13449"/>
                </a:lnTo>
                <a:lnTo>
                  <a:pt x="10181" y="13777"/>
                </a:lnTo>
                <a:lnTo>
                  <a:pt x="10622" y="14106"/>
                </a:lnTo>
                <a:lnTo>
                  <a:pt x="10622" y="14598"/>
                </a:lnTo>
                <a:lnTo>
                  <a:pt x="11062" y="14926"/>
                </a:lnTo>
                <a:lnTo>
                  <a:pt x="11062" y="15418"/>
                </a:lnTo>
                <a:lnTo>
                  <a:pt x="11502" y="15746"/>
                </a:lnTo>
                <a:lnTo>
                  <a:pt x="11961" y="16238"/>
                </a:lnTo>
                <a:lnTo>
                  <a:pt x="12401" y="16238"/>
                </a:lnTo>
                <a:lnTo>
                  <a:pt x="12401" y="16894"/>
                </a:lnTo>
                <a:lnTo>
                  <a:pt x="12841" y="16894"/>
                </a:lnTo>
                <a:lnTo>
                  <a:pt x="12841" y="17386"/>
                </a:lnTo>
                <a:lnTo>
                  <a:pt x="13282" y="17714"/>
                </a:lnTo>
                <a:lnTo>
                  <a:pt x="13282" y="18206"/>
                </a:lnTo>
                <a:lnTo>
                  <a:pt x="13722" y="18534"/>
                </a:lnTo>
                <a:lnTo>
                  <a:pt x="14162" y="18862"/>
                </a:lnTo>
                <a:lnTo>
                  <a:pt x="14162" y="19354"/>
                </a:lnTo>
                <a:lnTo>
                  <a:pt x="14603" y="19682"/>
                </a:lnTo>
                <a:lnTo>
                  <a:pt x="14603" y="20174"/>
                </a:lnTo>
                <a:lnTo>
                  <a:pt x="15061" y="20502"/>
                </a:lnTo>
                <a:lnTo>
                  <a:pt x="15502" y="20994"/>
                </a:lnTo>
                <a:lnTo>
                  <a:pt x="15502" y="21323"/>
                </a:lnTo>
                <a:lnTo>
                  <a:pt x="15942" y="21323"/>
                </a:lnTo>
                <a:lnTo>
                  <a:pt x="15942" y="22143"/>
                </a:lnTo>
                <a:lnTo>
                  <a:pt x="16382" y="22143"/>
                </a:lnTo>
                <a:lnTo>
                  <a:pt x="16822" y="22471"/>
                </a:lnTo>
                <a:lnTo>
                  <a:pt x="16822" y="22963"/>
                </a:lnTo>
                <a:lnTo>
                  <a:pt x="17263" y="23291"/>
                </a:lnTo>
                <a:lnTo>
                  <a:pt x="17263" y="23619"/>
                </a:lnTo>
                <a:lnTo>
                  <a:pt x="17721" y="24111"/>
                </a:lnTo>
                <a:lnTo>
                  <a:pt x="17721" y="24439"/>
                </a:lnTo>
                <a:lnTo>
                  <a:pt x="18162" y="24931"/>
                </a:lnTo>
                <a:lnTo>
                  <a:pt x="18602" y="25259"/>
                </a:lnTo>
                <a:lnTo>
                  <a:pt x="18602" y="25751"/>
                </a:lnTo>
                <a:lnTo>
                  <a:pt x="19042" y="26079"/>
                </a:lnTo>
                <a:lnTo>
                  <a:pt x="19483" y="26407"/>
                </a:lnTo>
                <a:lnTo>
                  <a:pt x="19483" y="26899"/>
                </a:lnTo>
                <a:lnTo>
                  <a:pt x="19923" y="27227"/>
                </a:lnTo>
                <a:lnTo>
                  <a:pt x="20363" y="27719"/>
                </a:lnTo>
                <a:lnTo>
                  <a:pt x="20822" y="28376"/>
                </a:lnTo>
                <a:lnTo>
                  <a:pt x="21262" y="28868"/>
                </a:lnTo>
                <a:lnTo>
                  <a:pt x="21262" y="29196"/>
                </a:lnTo>
                <a:lnTo>
                  <a:pt x="21702" y="29688"/>
                </a:lnTo>
                <a:lnTo>
                  <a:pt x="21702" y="30016"/>
                </a:lnTo>
                <a:lnTo>
                  <a:pt x="22143" y="30508"/>
                </a:lnTo>
                <a:lnTo>
                  <a:pt x="22583" y="30836"/>
                </a:lnTo>
                <a:lnTo>
                  <a:pt x="22583" y="31164"/>
                </a:lnTo>
                <a:lnTo>
                  <a:pt x="23023" y="31656"/>
                </a:lnTo>
                <a:lnTo>
                  <a:pt x="23464" y="31984"/>
                </a:lnTo>
                <a:lnTo>
                  <a:pt x="23464" y="32476"/>
                </a:lnTo>
                <a:lnTo>
                  <a:pt x="23922" y="32804"/>
                </a:lnTo>
                <a:lnTo>
                  <a:pt x="23922" y="33132"/>
                </a:lnTo>
                <a:lnTo>
                  <a:pt x="24362" y="33624"/>
                </a:lnTo>
                <a:lnTo>
                  <a:pt x="24362" y="33952"/>
                </a:lnTo>
                <a:lnTo>
                  <a:pt x="24803" y="34444"/>
                </a:lnTo>
                <a:lnTo>
                  <a:pt x="25243" y="34444"/>
                </a:lnTo>
                <a:lnTo>
                  <a:pt x="25243" y="35265"/>
                </a:lnTo>
                <a:lnTo>
                  <a:pt x="25683" y="35265"/>
                </a:lnTo>
                <a:lnTo>
                  <a:pt x="25683" y="35593"/>
                </a:lnTo>
                <a:lnTo>
                  <a:pt x="26124" y="35921"/>
                </a:lnTo>
                <a:lnTo>
                  <a:pt x="26564" y="36413"/>
                </a:lnTo>
                <a:lnTo>
                  <a:pt x="26564" y="36741"/>
                </a:lnTo>
                <a:lnTo>
                  <a:pt x="27023" y="37233"/>
                </a:lnTo>
                <a:lnTo>
                  <a:pt x="27023" y="37561"/>
                </a:lnTo>
                <a:lnTo>
                  <a:pt x="27463" y="37889"/>
                </a:lnTo>
                <a:lnTo>
                  <a:pt x="27903" y="38381"/>
                </a:lnTo>
                <a:lnTo>
                  <a:pt x="27903" y="38709"/>
                </a:lnTo>
                <a:lnTo>
                  <a:pt x="28343" y="39201"/>
                </a:lnTo>
                <a:lnTo>
                  <a:pt x="28343" y="39529"/>
                </a:lnTo>
                <a:lnTo>
                  <a:pt x="28784" y="40021"/>
                </a:lnTo>
                <a:lnTo>
                  <a:pt x="28784" y="40349"/>
                </a:lnTo>
                <a:lnTo>
                  <a:pt x="29224" y="40677"/>
                </a:lnTo>
                <a:lnTo>
                  <a:pt x="29664" y="41169"/>
                </a:lnTo>
                <a:lnTo>
                  <a:pt x="30123" y="41497"/>
                </a:lnTo>
                <a:lnTo>
                  <a:pt x="30123" y="41989"/>
                </a:lnTo>
                <a:lnTo>
                  <a:pt x="30563" y="42318"/>
                </a:lnTo>
                <a:lnTo>
                  <a:pt x="30563" y="42646"/>
                </a:lnTo>
                <a:lnTo>
                  <a:pt x="31004" y="43138"/>
                </a:lnTo>
                <a:lnTo>
                  <a:pt x="31004" y="43466"/>
                </a:lnTo>
                <a:lnTo>
                  <a:pt x="31444" y="43958"/>
                </a:lnTo>
                <a:lnTo>
                  <a:pt x="31884" y="44286"/>
                </a:lnTo>
                <a:lnTo>
                  <a:pt x="31884" y="44778"/>
                </a:lnTo>
                <a:lnTo>
                  <a:pt x="32324" y="44778"/>
                </a:lnTo>
                <a:lnTo>
                  <a:pt x="32324" y="45434"/>
                </a:lnTo>
                <a:lnTo>
                  <a:pt x="32783" y="45434"/>
                </a:lnTo>
                <a:lnTo>
                  <a:pt x="32783" y="45926"/>
                </a:lnTo>
                <a:lnTo>
                  <a:pt x="33223" y="46254"/>
                </a:lnTo>
                <a:lnTo>
                  <a:pt x="33664" y="46746"/>
                </a:lnTo>
                <a:lnTo>
                  <a:pt x="33664" y="47074"/>
                </a:lnTo>
                <a:lnTo>
                  <a:pt x="34104" y="47402"/>
                </a:lnTo>
                <a:lnTo>
                  <a:pt x="34544" y="47894"/>
                </a:lnTo>
                <a:lnTo>
                  <a:pt x="34544" y="48222"/>
                </a:lnTo>
                <a:lnTo>
                  <a:pt x="34985" y="48714"/>
                </a:lnTo>
                <a:lnTo>
                  <a:pt x="34985" y="49042"/>
                </a:lnTo>
                <a:lnTo>
                  <a:pt x="35425" y="49535"/>
                </a:lnTo>
                <a:lnTo>
                  <a:pt x="35425" y="49863"/>
                </a:lnTo>
                <a:lnTo>
                  <a:pt x="35884" y="50191"/>
                </a:lnTo>
                <a:lnTo>
                  <a:pt x="36324" y="50683"/>
                </a:lnTo>
                <a:lnTo>
                  <a:pt x="36324" y="51011"/>
                </a:lnTo>
                <a:lnTo>
                  <a:pt x="36764" y="51503"/>
                </a:lnTo>
                <a:lnTo>
                  <a:pt x="36764" y="51831"/>
                </a:lnTo>
                <a:lnTo>
                  <a:pt x="37204" y="52159"/>
                </a:lnTo>
                <a:lnTo>
                  <a:pt x="37645" y="52651"/>
                </a:lnTo>
                <a:lnTo>
                  <a:pt x="37645" y="52979"/>
                </a:lnTo>
                <a:lnTo>
                  <a:pt x="38085" y="53471"/>
                </a:lnTo>
                <a:lnTo>
                  <a:pt x="38525" y="53799"/>
                </a:lnTo>
                <a:lnTo>
                  <a:pt x="38525" y="54291"/>
                </a:lnTo>
                <a:lnTo>
                  <a:pt x="38984" y="54619"/>
                </a:lnTo>
                <a:lnTo>
                  <a:pt x="38984" y="54947"/>
                </a:lnTo>
                <a:lnTo>
                  <a:pt x="39424" y="55439"/>
                </a:lnTo>
                <a:lnTo>
                  <a:pt x="39424" y="55767"/>
                </a:lnTo>
                <a:lnTo>
                  <a:pt x="39865" y="56260"/>
                </a:lnTo>
                <a:lnTo>
                  <a:pt x="40305" y="56588"/>
                </a:lnTo>
                <a:lnTo>
                  <a:pt x="40305" y="56916"/>
                </a:lnTo>
                <a:lnTo>
                  <a:pt x="40745" y="57408"/>
                </a:lnTo>
                <a:lnTo>
                  <a:pt x="41185" y="57736"/>
                </a:lnTo>
                <a:lnTo>
                  <a:pt x="41185" y="58228"/>
                </a:lnTo>
                <a:lnTo>
                  <a:pt x="41626" y="58556"/>
                </a:lnTo>
                <a:lnTo>
                  <a:pt x="41626" y="58884"/>
                </a:lnTo>
                <a:lnTo>
                  <a:pt x="42084" y="59376"/>
                </a:lnTo>
                <a:lnTo>
                  <a:pt x="42084" y="59704"/>
                </a:lnTo>
                <a:lnTo>
                  <a:pt x="42525" y="60196"/>
                </a:lnTo>
                <a:lnTo>
                  <a:pt x="42965" y="60524"/>
                </a:lnTo>
                <a:lnTo>
                  <a:pt x="42965" y="61016"/>
                </a:lnTo>
                <a:lnTo>
                  <a:pt x="43405" y="61344"/>
                </a:lnTo>
                <a:lnTo>
                  <a:pt x="43405" y="61672"/>
                </a:lnTo>
                <a:lnTo>
                  <a:pt x="43846" y="62164"/>
                </a:lnTo>
                <a:lnTo>
                  <a:pt x="43846" y="62492"/>
                </a:lnTo>
                <a:lnTo>
                  <a:pt x="44286" y="62984"/>
                </a:lnTo>
                <a:lnTo>
                  <a:pt x="44726" y="63313"/>
                </a:lnTo>
                <a:lnTo>
                  <a:pt x="44726" y="63641"/>
                </a:lnTo>
                <a:lnTo>
                  <a:pt x="45185" y="64133"/>
                </a:lnTo>
                <a:lnTo>
                  <a:pt x="45625" y="64461"/>
                </a:lnTo>
                <a:lnTo>
                  <a:pt x="45625" y="64953"/>
                </a:lnTo>
                <a:lnTo>
                  <a:pt x="46065" y="65281"/>
                </a:lnTo>
                <a:lnTo>
                  <a:pt x="46065" y="65773"/>
                </a:lnTo>
                <a:lnTo>
                  <a:pt x="46506" y="66101"/>
                </a:lnTo>
                <a:lnTo>
                  <a:pt x="46946" y="66429"/>
                </a:lnTo>
                <a:lnTo>
                  <a:pt x="46946" y="66921"/>
                </a:lnTo>
                <a:lnTo>
                  <a:pt x="47386" y="67249"/>
                </a:lnTo>
                <a:lnTo>
                  <a:pt x="47386" y="67741"/>
                </a:lnTo>
                <a:lnTo>
                  <a:pt x="47845" y="68069"/>
                </a:lnTo>
                <a:lnTo>
                  <a:pt x="48285" y="68397"/>
                </a:lnTo>
                <a:lnTo>
                  <a:pt x="48285" y="68889"/>
                </a:lnTo>
                <a:lnTo>
                  <a:pt x="48725" y="69217"/>
                </a:lnTo>
                <a:lnTo>
                  <a:pt x="48725" y="69709"/>
                </a:lnTo>
                <a:lnTo>
                  <a:pt x="49166" y="70037"/>
                </a:lnTo>
                <a:lnTo>
                  <a:pt x="49606" y="70530"/>
                </a:lnTo>
                <a:lnTo>
                  <a:pt x="49606" y="70858"/>
                </a:lnTo>
                <a:lnTo>
                  <a:pt x="50046" y="71186"/>
                </a:lnTo>
                <a:lnTo>
                  <a:pt x="50046" y="71678"/>
                </a:lnTo>
                <a:lnTo>
                  <a:pt x="50487" y="72006"/>
                </a:lnTo>
                <a:lnTo>
                  <a:pt x="50487" y="72498"/>
                </a:lnTo>
                <a:lnTo>
                  <a:pt x="50945" y="72826"/>
                </a:lnTo>
                <a:lnTo>
                  <a:pt x="51386" y="73154"/>
                </a:lnTo>
                <a:lnTo>
                  <a:pt x="51386" y="73646"/>
                </a:lnTo>
                <a:lnTo>
                  <a:pt x="51826" y="73974"/>
                </a:lnTo>
                <a:lnTo>
                  <a:pt x="52266" y="74466"/>
                </a:lnTo>
                <a:lnTo>
                  <a:pt x="52266" y="74794"/>
                </a:lnTo>
                <a:lnTo>
                  <a:pt x="52706" y="75286"/>
                </a:lnTo>
              </a:path>
            </a:pathLst>
          </a:custGeom>
          <a:ln w="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490821" y="1927170"/>
            <a:ext cx="52284" cy="83930"/>
          </a:xfrm>
          <a:custGeom>
            <a:avLst/>
            <a:gdLst/>
            <a:ahLst/>
            <a:cxnLst/>
            <a:rect l="l" t="t" r="r" b="b"/>
            <a:pathLst>
              <a:path w="52284" h="83930">
                <a:moveTo>
                  <a:pt x="0" y="0"/>
                </a:moveTo>
                <a:lnTo>
                  <a:pt x="0" y="328"/>
                </a:lnTo>
                <a:lnTo>
                  <a:pt x="440" y="656"/>
                </a:lnTo>
                <a:lnTo>
                  <a:pt x="440" y="1148"/>
                </a:lnTo>
                <a:lnTo>
                  <a:pt x="880" y="1476"/>
                </a:lnTo>
                <a:lnTo>
                  <a:pt x="1339" y="1902"/>
                </a:lnTo>
                <a:lnTo>
                  <a:pt x="1339" y="2296"/>
                </a:lnTo>
                <a:lnTo>
                  <a:pt x="1779" y="2706"/>
                </a:lnTo>
                <a:lnTo>
                  <a:pt x="1779" y="3100"/>
                </a:lnTo>
                <a:lnTo>
                  <a:pt x="2219" y="3493"/>
                </a:lnTo>
                <a:lnTo>
                  <a:pt x="2660" y="3887"/>
                </a:lnTo>
                <a:lnTo>
                  <a:pt x="2660" y="4281"/>
                </a:lnTo>
                <a:lnTo>
                  <a:pt x="3100" y="4674"/>
                </a:lnTo>
                <a:lnTo>
                  <a:pt x="3540" y="5084"/>
                </a:lnTo>
                <a:lnTo>
                  <a:pt x="3540" y="5478"/>
                </a:lnTo>
                <a:lnTo>
                  <a:pt x="3980" y="5872"/>
                </a:lnTo>
                <a:lnTo>
                  <a:pt x="3980" y="6265"/>
                </a:lnTo>
                <a:lnTo>
                  <a:pt x="4439" y="6659"/>
                </a:lnTo>
                <a:lnTo>
                  <a:pt x="4439" y="7053"/>
                </a:lnTo>
                <a:lnTo>
                  <a:pt x="4879" y="7446"/>
                </a:lnTo>
                <a:lnTo>
                  <a:pt x="5320" y="7856"/>
                </a:lnTo>
                <a:lnTo>
                  <a:pt x="5320" y="8250"/>
                </a:lnTo>
                <a:lnTo>
                  <a:pt x="5760" y="8644"/>
                </a:lnTo>
                <a:lnTo>
                  <a:pt x="5760" y="9037"/>
                </a:lnTo>
                <a:lnTo>
                  <a:pt x="6200" y="9431"/>
                </a:lnTo>
                <a:lnTo>
                  <a:pt x="6641" y="9824"/>
                </a:lnTo>
                <a:lnTo>
                  <a:pt x="6641" y="10628"/>
                </a:lnTo>
                <a:lnTo>
                  <a:pt x="7081" y="10628"/>
                </a:lnTo>
                <a:lnTo>
                  <a:pt x="7081" y="11416"/>
                </a:lnTo>
                <a:lnTo>
                  <a:pt x="7540" y="11416"/>
                </a:lnTo>
                <a:lnTo>
                  <a:pt x="7980" y="12203"/>
                </a:lnTo>
                <a:lnTo>
                  <a:pt x="8420" y="13007"/>
                </a:lnTo>
                <a:lnTo>
                  <a:pt x="8420" y="13400"/>
                </a:lnTo>
                <a:lnTo>
                  <a:pt x="8860" y="13794"/>
                </a:lnTo>
                <a:lnTo>
                  <a:pt x="8860" y="14188"/>
                </a:lnTo>
                <a:lnTo>
                  <a:pt x="9301" y="14581"/>
                </a:lnTo>
                <a:lnTo>
                  <a:pt x="9741" y="14975"/>
                </a:lnTo>
                <a:lnTo>
                  <a:pt x="9741" y="15385"/>
                </a:lnTo>
                <a:lnTo>
                  <a:pt x="10200" y="15779"/>
                </a:lnTo>
                <a:lnTo>
                  <a:pt x="10640" y="16172"/>
                </a:lnTo>
                <a:lnTo>
                  <a:pt x="10640" y="16566"/>
                </a:lnTo>
                <a:lnTo>
                  <a:pt x="11080" y="16960"/>
                </a:lnTo>
                <a:lnTo>
                  <a:pt x="11080" y="17353"/>
                </a:lnTo>
                <a:lnTo>
                  <a:pt x="11521" y="17763"/>
                </a:lnTo>
                <a:lnTo>
                  <a:pt x="11961" y="18157"/>
                </a:lnTo>
                <a:lnTo>
                  <a:pt x="11961" y="18551"/>
                </a:lnTo>
                <a:lnTo>
                  <a:pt x="12401" y="18944"/>
                </a:lnTo>
                <a:lnTo>
                  <a:pt x="12401" y="19338"/>
                </a:lnTo>
                <a:lnTo>
                  <a:pt x="12841" y="19732"/>
                </a:lnTo>
                <a:lnTo>
                  <a:pt x="12841" y="20142"/>
                </a:lnTo>
                <a:lnTo>
                  <a:pt x="13300" y="20535"/>
                </a:lnTo>
                <a:lnTo>
                  <a:pt x="13740" y="20929"/>
                </a:lnTo>
                <a:lnTo>
                  <a:pt x="13740" y="21323"/>
                </a:lnTo>
                <a:lnTo>
                  <a:pt x="14181" y="21716"/>
                </a:lnTo>
                <a:lnTo>
                  <a:pt x="14621" y="22520"/>
                </a:lnTo>
                <a:lnTo>
                  <a:pt x="15061" y="23307"/>
                </a:lnTo>
                <a:lnTo>
                  <a:pt x="15502" y="24095"/>
                </a:lnTo>
                <a:lnTo>
                  <a:pt x="15502" y="24488"/>
                </a:lnTo>
                <a:lnTo>
                  <a:pt x="15942" y="24882"/>
                </a:lnTo>
                <a:lnTo>
                  <a:pt x="16400" y="25292"/>
                </a:lnTo>
                <a:lnTo>
                  <a:pt x="16400" y="25686"/>
                </a:lnTo>
                <a:lnTo>
                  <a:pt x="16841" y="26079"/>
                </a:lnTo>
                <a:lnTo>
                  <a:pt x="16841" y="26473"/>
                </a:lnTo>
                <a:lnTo>
                  <a:pt x="17281" y="26867"/>
                </a:lnTo>
                <a:lnTo>
                  <a:pt x="17721" y="27260"/>
                </a:lnTo>
                <a:lnTo>
                  <a:pt x="17721" y="27670"/>
                </a:lnTo>
                <a:lnTo>
                  <a:pt x="18162" y="28064"/>
                </a:lnTo>
                <a:lnTo>
                  <a:pt x="18162" y="28458"/>
                </a:lnTo>
                <a:lnTo>
                  <a:pt x="18602" y="28851"/>
                </a:lnTo>
                <a:lnTo>
                  <a:pt x="19042" y="29245"/>
                </a:lnTo>
                <a:lnTo>
                  <a:pt x="19042" y="29639"/>
                </a:lnTo>
                <a:lnTo>
                  <a:pt x="19501" y="30442"/>
                </a:lnTo>
                <a:lnTo>
                  <a:pt x="19941" y="31230"/>
                </a:lnTo>
                <a:lnTo>
                  <a:pt x="20381" y="31623"/>
                </a:lnTo>
                <a:lnTo>
                  <a:pt x="20381" y="32017"/>
                </a:lnTo>
                <a:lnTo>
                  <a:pt x="20822" y="32411"/>
                </a:lnTo>
                <a:lnTo>
                  <a:pt x="21262" y="32821"/>
                </a:lnTo>
                <a:lnTo>
                  <a:pt x="21262" y="33214"/>
                </a:lnTo>
                <a:lnTo>
                  <a:pt x="21702" y="33608"/>
                </a:lnTo>
                <a:lnTo>
                  <a:pt x="21702" y="34002"/>
                </a:lnTo>
                <a:lnTo>
                  <a:pt x="22143" y="34395"/>
                </a:lnTo>
                <a:lnTo>
                  <a:pt x="22143" y="34789"/>
                </a:lnTo>
                <a:lnTo>
                  <a:pt x="22601" y="35199"/>
                </a:lnTo>
                <a:lnTo>
                  <a:pt x="23042" y="35593"/>
                </a:lnTo>
                <a:lnTo>
                  <a:pt x="23042" y="35986"/>
                </a:lnTo>
                <a:lnTo>
                  <a:pt x="23482" y="36380"/>
                </a:lnTo>
                <a:lnTo>
                  <a:pt x="23482" y="36774"/>
                </a:lnTo>
                <a:lnTo>
                  <a:pt x="23922" y="37167"/>
                </a:lnTo>
                <a:lnTo>
                  <a:pt x="23922" y="37971"/>
                </a:lnTo>
                <a:lnTo>
                  <a:pt x="24362" y="37971"/>
                </a:lnTo>
                <a:lnTo>
                  <a:pt x="24803" y="38758"/>
                </a:lnTo>
                <a:lnTo>
                  <a:pt x="24803" y="39152"/>
                </a:lnTo>
                <a:lnTo>
                  <a:pt x="25261" y="39546"/>
                </a:lnTo>
                <a:lnTo>
                  <a:pt x="25702" y="39956"/>
                </a:lnTo>
                <a:lnTo>
                  <a:pt x="25702" y="40349"/>
                </a:lnTo>
                <a:lnTo>
                  <a:pt x="26142" y="40743"/>
                </a:lnTo>
                <a:lnTo>
                  <a:pt x="26142" y="41137"/>
                </a:lnTo>
                <a:lnTo>
                  <a:pt x="26582" y="41530"/>
                </a:lnTo>
                <a:lnTo>
                  <a:pt x="26582" y="41924"/>
                </a:lnTo>
                <a:lnTo>
                  <a:pt x="27023" y="42318"/>
                </a:lnTo>
                <a:lnTo>
                  <a:pt x="27463" y="42728"/>
                </a:lnTo>
                <a:lnTo>
                  <a:pt x="27463" y="43121"/>
                </a:lnTo>
                <a:lnTo>
                  <a:pt x="27903" y="43909"/>
                </a:lnTo>
                <a:lnTo>
                  <a:pt x="28362" y="44696"/>
                </a:lnTo>
                <a:lnTo>
                  <a:pt x="28802" y="45106"/>
                </a:lnTo>
                <a:lnTo>
                  <a:pt x="28802" y="45500"/>
                </a:lnTo>
                <a:lnTo>
                  <a:pt x="29242" y="45893"/>
                </a:lnTo>
                <a:lnTo>
                  <a:pt x="29683" y="46287"/>
                </a:lnTo>
                <a:lnTo>
                  <a:pt x="29683" y="46681"/>
                </a:lnTo>
                <a:lnTo>
                  <a:pt x="30123" y="47074"/>
                </a:lnTo>
                <a:lnTo>
                  <a:pt x="30123" y="47484"/>
                </a:lnTo>
                <a:lnTo>
                  <a:pt x="30563" y="47878"/>
                </a:lnTo>
                <a:lnTo>
                  <a:pt x="30563" y="48272"/>
                </a:lnTo>
                <a:lnTo>
                  <a:pt x="31004" y="48665"/>
                </a:lnTo>
                <a:lnTo>
                  <a:pt x="31462" y="49059"/>
                </a:lnTo>
                <a:lnTo>
                  <a:pt x="31462" y="49846"/>
                </a:lnTo>
                <a:lnTo>
                  <a:pt x="31903" y="50256"/>
                </a:lnTo>
                <a:lnTo>
                  <a:pt x="32343" y="50650"/>
                </a:lnTo>
                <a:lnTo>
                  <a:pt x="32343" y="51044"/>
                </a:lnTo>
                <a:lnTo>
                  <a:pt x="32783" y="51437"/>
                </a:lnTo>
                <a:lnTo>
                  <a:pt x="32783" y="51831"/>
                </a:lnTo>
                <a:lnTo>
                  <a:pt x="33223" y="52225"/>
                </a:lnTo>
                <a:lnTo>
                  <a:pt x="33223" y="52635"/>
                </a:lnTo>
                <a:lnTo>
                  <a:pt x="33664" y="53028"/>
                </a:lnTo>
                <a:lnTo>
                  <a:pt x="34104" y="53422"/>
                </a:lnTo>
                <a:lnTo>
                  <a:pt x="34104" y="53816"/>
                </a:lnTo>
                <a:lnTo>
                  <a:pt x="34563" y="54209"/>
                </a:lnTo>
                <a:lnTo>
                  <a:pt x="34563" y="55013"/>
                </a:lnTo>
                <a:lnTo>
                  <a:pt x="35003" y="55407"/>
                </a:lnTo>
                <a:lnTo>
                  <a:pt x="35003" y="55800"/>
                </a:lnTo>
                <a:lnTo>
                  <a:pt x="35443" y="56194"/>
                </a:lnTo>
                <a:lnTo>
                  <a:pt x="35884" y="56588"/>
                </a:lnTo>
                <a:lnTo>
                  <a:pt x="35884" y="56981"/>
                </a:lnTo>
                <a:lnTo>
                  <a:pt x="36324" y="57375"/>
                </a:lnTo>
                <a:lnTo>
                  <a:pt x="36764" y="57785"/>
                </a:lnTo>
                <a:lnTo>
                  <a:pt x="36764" y="58179"/>
                </a:lnTo>
                <a:lnTo>
                  <a:pt x="37223" y="58572"/>
                </a:lnTo>
                <a:lnTo>
                  <a:pt x="37223" y="58966"/>
                </a:lnTo>
                <a:lnTo>
                  <a:pt x="37663" y="59360"/>
                </a:lnTo>
                <a:lnTo>
                  <a:pt x="38103" y="60163"/>
                </a:lnTo>
                <a:lnTo>
                  <a:pt x="38103" y="60557"/>
                </a:lnTo>
                <a:lnTo>
                  <a:pt x="38544" y="60951"/>
                </a:lnTo>
                <a:lnTo>
                  <a:pt x="38544" y="61344"/>
                </a:lnTo>
                <a:lnTo>
                  <a:pt x="38984" y="61738"/>
                </a:lnTo>
                <a:lnTo>
                  <a:pt x="38984" y="62132"/>
                </a:lnTo>
                <a:lnTo>
                  <a:pt x="39424" y="62542"/>
                </a:lnTo>
                <a:lnTo>
                  <a:pt x="39865" y="62935"/>
                </a:lnTo>
                <a:lnTo>
                  <a:pt x="39865" y="63329"/>
                </a:lnTo>
                <a:lnTo>
                  <a:pt x="40323" y="63723"/>
                </a:lnTo>
                <a:lnTo>
                  <a:pt x="40763" y="64510"/>
                </a:lnTo>
                <a:lnTo>
                  <a:pt x="40763" y="64920"/>
                </a:lnTo>
                <a:lnTo>
                  <a:pt x="41204" y="65314"/>
                </a:lnTo>
                <a:lnTo>
                  <a:pt x="41204" y="65707"/>
                </a:lnTo>
                <a:lnTo>
                  <a:pt x="41644" y="66101"/>
                </a:lnTo>
                <a:lnTo>
                  <a:pt x="41644" y="66495"/>
                </a:lnTo>
                <a:lnTo>
                  <a:pt x="42084" y="66888"/>
                </a:lnTo>
                <a:lnTo>
                  <a:pt x="42525" y="67282"/>
                </a:lnTo>
                <a:lnTo>
                  <a:pt x="42525" y="67692"/>
                </a:lnTo>
                <a:lnTo>
                  <a:pt x="42965" y="68086"/>
                </a:lnTo>
                <a:lnTo>
                  <a:pt x="43424" y="68873"/>
                </a:lnTo>
                <a:lnTo>
                  <a:pt x="43424" y="69267"/>
                </a:lnTo>
                <a:lnTo>
                  <a:pt x="43864" y="69660"/>
                </a:lnTo>
                <a:lnTo>
                  <a:pt x="43864" y="70070"/>
                </a:lnTo>
                <a:lnTo>
                  <a:pt x="44304" y="70464"/>
                </a:lnTo>
                <a:lnTo>
                  <a:pt x="44304" y="70858"/>
                </a:lnTo>
                <a:lnTo>
                  <a:pt x="44744" y="71251"/>
                </a:lnTo>
                <a:lnTo>
                  <a:pt x="45185" y="71645"/>
                </a:lnTo>
                <a:lnTo>
                  <a:pt x="45185" y="72039"/>
                </a:lnTo>
                <a:lnTo>
                  <a:pt x="45625" y="72449"/>
                </a:lnTo>
                <a:lnTo>
                  <a:pt x="45625" y="73236"/>
                </a:lnTo>
                <a:lnTo>
                  <a:pt x="46065" y="73630"/>
                </a:lnTo>
                <a:lnTo>
                  <a:pt x="46524" y="74023"/>
                </a:lnTo>
                <a:lnTo>
                  <a:pt x="46524" y="74417"/>
                </a:lnTo>
                <a:lnTo>
                  <a:pt x="46964" y="74811"/>
                </a:lnTo>
                <a:lnTo>
                  <a:pt x="47405" y="75221"/>
                </a:lnTo>
                <a:lnTo>
                  <a:pt x="47405" y="75614"/>
                </a:lnTo>
                <a:lnTo>
                  <a:pt x="47845" y="76008"/>
                </a:lnTo>
                <a:lnTo>
                  <a:pt x="47845" y="76795"/>
                </a:lnTo>
                <a:lnTo>
                  <a:pt x="48285" y="77189"/>
                </a:lnTo>
                <a:lnTo>
                  <a:pt x="48285" y="77599"/>
                </a:lnTo>
                <a:lnTo>
                  <a:pt x="48725" y="77993"/>
                </a:lnTo>
                <a:lnTo>
                  <a:pt x="49166" y="78386"/>
                </a:lnTo>
                <a:lnTo>
                  <a:pt x="49166" y="78780"/>
                </a:lnTo>
                <a:lnTo>
                  <a:pt x="49624" y="79174"/>
                </a:lnTo>
                <a:lnTo>
                  <a:pt x="49624" y="79567"/>
                </a:lnTo>
                <a:lnTo>
                  <a:pt x="50065" y="79977"/>
                </a:lnTo>
                <a:lnTo>
                  <a:pt x="50505" y="80765"/>
                </a:lnTo>
                <a:lnTo>
                  <a:pt x="50505" y="81158"/>
                </a:lnTo>
                <a:lnTo>
                  <a:pt x="50945" y="81552"/>
                </a:lnTo>
                <a:lnTo>
                  <a:pt x="50945" y="81946"/>
                </a:lnTo>
                <a:lnTo>
                  <a:pt x="51386" y="82356"/>
                </a:lnTo>
                <a:lnTo>
                  <a:pt x="51826" y="82749"/>
                </a:lnTo>
                <a:lnTo>
                  <a:pt x="51826" y="83143"/>
                </a:lnTo>
                <a:lnTo>
                  <a:pt x="52284" y="83537"/>
                </a:lnTo>
                <a:lnTo>
                  <a:pt x="52284" y="83930"/>
                </a:lnTo>
              </a:path>
            </a:pathLst>
          </a:custGeom>
          <a:ln w="24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543106" y="2011101"/>
            <a:ext cx="52706" cy="91935"/>
          </a:xfrm>
          <a:custGeom>
            <a:avLst/>
            <a:gdLst/>
            <a:ahLst/>
            <a:cxnLst/>
            <a:rect l="l" t="t" r="r" b="b"/>
            <a:pathLst>
              <a:path w="52706" h="91935">
                <a:moveTo>
                  <a:pt x="0" y="0"/>
                </a:moveTo>
                <a:lnTo>
                  <a:pt x="440" y="393"/>
                </a:lnTo>
                <a:lnTo>
                  <a:pt x="440" y="1197"/>
                </a:lnTo>
                <a:lnTo>
                  <a:pt x="880" y="1591"/>
                </a:lnTo>
                <a:lnTo>
                  <a:pt x="1320" y="1984"/>
                </a:lnTo>
                <a:lnTo>
                  <a:pt x="1320" y="2378"/>
                </a:lnTo>
                <a:lnTo>
                  <a:pt x="1761" y="2771"/>
                </a:lnTo>
                <a:lnTo>
                  <a:pt x="2201" y="3165"/>
                </a:lnTo>
                <a:lnTo>
                  <a:pt x="2201" y="3969"/>
                </a:lnTo>
                <a:lnTo>
                  <a:pt x="2641" y="3969"/>
                </a:lnTo>
                <a:lnTo>
                  <a:pt x="2641" y="4756"/>
                </a:lnTo>
                <a:lnTo>
                  <a:pt x="3100" y="5150"/>
                </a:lnTo>
                <a:lnTo>
                  <a:pt x="3540" y="5543"/>
                </a:lnTo>
                <a:lnTo>
                  <a:pt x="3540" y="5954"/>
                </a:lnTo>
                <a:lnTo>
                  <a:pt x="3980" y="6347"/>
                </a:lnTo>
                <a:lnTo>
                  <a:pt x="3980" y="6741"/>
                </a:lnTo>
                <a:lnTo>
                  <a:pt x="4421" y="7528"/>
                </a:lnTo>
                <a:lnTo>
                  <a:pt x="4421" y="7922"/>
                </a:lnTo>
                <a:lnTo>
                  <a:pt x="4861" y="8315"/>
                </a:lnTo>
                <a:lnTo>
                  <a:pt x="5301" y="8726"/>
                </a:lnTo>
                <a:lnTo>
                  <a:pt x="5301" y="9119"/>
                </a:lnTo>
                <a:lnTo>
                  <a:pt x="5742" y="9513"/>
                </a:lnTo>
                <a:lnTo>
                  <a:pt x="6200" y="9907"/>
                </a:lnTo>
                <a:lnTo>
                  <a:pt x="6200" y="10300"/>
                </a:lnTo>
                <a:lnTo>
                  <a:pt x="6641" y="10694"/>
                </a:lnTo>
                <a:lnTo>
                  <a:pt x="6641" y="11498"/>
                </a:lnTo>
                <a:lnTo>
                  <a:pt x="7081" y="11891"/>
                </a:lnTo>
                <a:lnTo>
                  <a:pt x="7081" y="12285"/>
                </a:lnTo>
                <a:lnTo>
                  <a:pt x="7521" y="12679"/>
                </a:lnTo>
                <a:lnTo>
                  <a:pt x="7961" y="13072"/>
                </a:lnTo>
                <a:lnTo>
                  <a:pt x="7961" y="13482"/>
                </a:lnTo>
                <a:lnTo>
                  <a:pt x="8402" y="13876"/>
                </a:lnTo>
                <a:lnTo>
                  <a:pt x="8402" y="14270"/>
                </a:lnTo>
                <a:lnTo>
                  <a:pt x="8842" y="15057"/>
                </a:lnTo>
                <a:lnTo>
                  <a:pt x="9301" y="15451"/>
                </a:lnTo>
                <a:lnTo>
                  <a:pt x="9301" y="15844"/>
                </a:lnTo>
                <a:lnTo>
                  <a:pt x="9741" y="16254"/>
                </a:lnTo>
                <a:lnTo>
                  <a:pt x="9741" y="16648"/>
                </a:lnTo>
                <a:lnTo>
                  <a:pt x="10181" y="17042"/>
                </a:lnTo>
                <a:lnTo>
                  <a:pt x="10622" y="17829"/>
                </a:lnTo>
                <a:lnTo>
                  <a:pt x="10622" y="18222"/>
                </a:lnTo>
                <a:lnTo>
                  <a:pt x="11062" y="18633"/>
                </a:lnTo>
                <a:lnTo>
                  <a:pt x="11062" y="19026"/>
                </a:lnTo>
                <a:lnTo>
                  <a:pt x="11502" y="19420"/>
                </a:lnTo>
                <a:lnTo>
                  <a:pt x="11942" y="19814"/>
                </a:lnTo>
                <a:lnTo>
                  <a:pt x="11942" y="20207"/>
                </a:lnTo>
                <a:lnTo>
                  <a:pt x="12401" y="21011"/>
                </a:lnTo>
                <a:lnTo>
                  <a:pt x="12841" y="21798"/>
                </a:lnTo>
                <a:lnTo>
                  <a:pt x="13282" y="22192"/>
                </a:lnTo>
                <a:lnTo>
                  <a:pt x="13282" y="22586"/>
                </a:lnTo>
                <a:lnTo>
                  <a:pt x="13722" y="22979"/>
                </a:lnTo>
                <a:lnTo>
                  <a:pt x="13722" y="23389"/>
                </a:lnTo>
                <a:lnTo>
                  <a:pt x="14162" y="23783"/>
                </a:lnTo>
                <a:lnTo>
                  <a:pt x="14603" y="24570"/>
                </a:lnTo>
                <a:lnTo>
                  <a:pt x="14603" y="24964"/>
                </a:lnTo>
                <a:lnTo>
                  <a:pt x="15061" y="25358"/>
                </a:lnTo>
                <a:lnTo>
                  <a:pt x="15061" y="25751"/>
                </a:lnTo>
                <a:lnTo>
                  <a:pt x="15502" y="26161"/>
                </a:lnTo>
                <a:lnTo>
                  <a:pt x="15502" y="26555"/>
                </a:lnTo>
                <a:lnTo>
                  <a:pt x="15942" y="27342"/>
                </a:lnTo>
                <a:lnTo>
                  <a:pt x="16382" y="27736"/>
                </a:lnTo>
                <a:lnTo>
                  <a:pt x="16382" y="28130"/>
                </a:lnTo>
                <a:lnTo>
                  <a:pt x="16822" y="28540"/>
                </a:lnTo>
                <a:lnTo>
                  <a:pt x="17263" y="28933"/>
                </a:lnTo>
                <a:lnTo>
                  <a:pt x="17263" y="29327"/>
                </a:lnTo>
                <a:lnTo>
                  <a:pt x="17703" y="29721"/>
                </a:lnTo>
                <a:lnTo>
                  <a:pt x="17703" y="30508"/>
                </a:lnTo>
                <a:lnTo>
                  <a:pt x="18162" y="30918"/>
                </a:lnTo>
                <a:lnTo>
                  <a:pt x="18162" y="31312"/>
                </a:lnTo>
                <a:lnTo>
                  <a:pt x="18602" y="31705"/>
                </a:lnTo>
                <a:lnTo>
                  <a:pt x="19042" y="32099"/>
                </a:lnTo>
                <a:lnTo>
                  <a:pt x="19042" y="32493"/>
                </a:lnTo>
                <a:lnTo>
                  <a:pt x="19483" y="33280"/>
                </a:lnTo>
                <a:lnTo>
                  <a:pt x="19483" y="33690"/>
                </a:lnTo>
                <a:lnTo>
                  <a:pt x="19923" y="34084"/>
                </a:lnTo>
                <a:lnTo>
                  <a:pt x="20363" y="34477"/>
                </a:lnTo>
                <a:lnTo>
                  <a:pt x="20363" y="34871"/>
                </a:lnTo>
                <a:lnTo>
                  <a:pt x="20803" y="35265"/>
                </a:lnTo>
                <a:lnTo>
                  <a:pt x="21262" y="35658"/>
                </a:lnTo>
                <a:lnTo>
                  <a:pt x="21262" y="36462"/>
                </a:lnTo>
                <a:lnTo>
                  <a:pt x="21702" y="36856"/>
                </a:lnTo>
                <a:lnTo>
                  <a:pt x="21702" y="37249"/>
                </a:lnTo>
                <a:lnTo>
                  <a:pt x="22143" y="37643"/>
                </a:lnTo>
                <a:lnTo>
                  <a:pt x="22143" y="38037"/>
                </a:lnTo>
                <a:lnTo>
                  <a:pt x="22583" y="38447"/>
                </a:lnTo>
                <a:lnTo>
                  <a:pt x="23023" y="39234"/>
                </a:lnTo>
                <a:lnTo>
                  <a:pt x="23023" y="39628"/>
                </a:lnTo>
                <a:lnTo>
                  <a:pt x="23464" y="40021"/>
                </a:lnTo>
                <a:lnTo>
                  <a:pt x="23904" y="40415"/>
                </a:lnTo>
                <a:lnTo>
                  <a:pt x="23904" y="40825"/>
                </a:lnTo>
                <a:lnTo>
                  <a:pt x="24362" y="41219"/>
                </a:lnTo>
                <a:lnTo>
                  <a:pt x="24362" y="41612"/>
                </a:lnTo>
                <a:lnTo>
                  <a:pt x="24803" y="42400"/>
                </a:lnTo>
                <a:lnTo>
                  <a:pt x="24803" y="42793"/>
                </a:lnTo>
                <a:lnTo>
                  <a:pt x="25243" y="43187"/>
                </a:lnTo>
                <a:lnTo>
                  <a:pt x="25683" y="43597"/>
                </a:lnTo>
                <a:lnTo>
                  <a:pt x="25683" y="43991"/>
                </a:lnTo>
                <a:lnTo>
                  <a:pt x="26124" y="44384"/>
                </a:lnTo>
                <a:lnTo>
                  <a:pt x="26124" y="45172"/>
                </a:lnTo>
                <a:lnTo>
                  <a:pt x="26564" y="45565"/>
                </a:lnTo>
                <a:lnTo>
                  <a:pt x="26564" y="45975"/>
                </a:lnTo>
                <a:lnTo>
                  <a:pt x="27004" y="46369"/>
                </a:lnTo>
                <a:lnTo>
                  <a:pt x="27463" y="46763"/>
                </a:lnTo>
                <a:lnTo>
                  <a:pt x="27903" y="47156"/>
                </a:lnTo>
                <a:lnTo>
                  <a:pt x="27903" y="47944"/>
                </a:lnTo>
                <a:lnTo>
                  <a:pt x="28343" y="48354"/>
                </a:lnTo>
                <a:lnTo>
                  <a:pt x="28343" y="48747"/>
                </a:lnTo>
                <a:lnTo>
                  <a:pt x="28784" y="49141"/>
                </a:lnTo>
                <a:lnTo>
                  <a:pt x="28784" y="49535"/>
                </a:lnTo>
                <a:lnTo>
                  <a:pt x="29224" y="50322"/>
                </a:lnTo>
                <a:lnTo>
                  <a:pt x="29664" y="50716"/>
                </a:lnTo>
                <a:lnTo>
                  <a:pt x="29664" y="51126"/>
                </a:lnTo>
                <a:lnTo>
                  <a:pt x="30123" y="51519"/>
                </a:lnTo>
                <a:lnTo>
                  <a:pt x="30123" y="51913"/>
                </a:lnTo>
                <a:lnTo>
                  <a:pt x="30563" y="52307"/>
                </a:lnTo>
                <a:lnTo>
                  <a:pt x="30563" y="53094"/>
                </a:lnTo>
                <a:lnTo>
                  <a:pt x="31004" y="53504"/>
                </a:lnTo>
                <a:lnTo>
                  <a:pt x="31444" y="53898"/>
                </a:lnTo>
                <a:lnTo>
                  <a:pt x="31444" y="54291"/>
                </a:lnTo>
                <a:lnTo>
                  <a:pt x="31884" y="54685"/>
                </a:lnTo>
                <a:lnTo>
                  <a:pt x="32324" y="55079"/>
                </a:lnTo>
                <a:lnTo>
                  <a:pt x="32324" y="55472"/>
                </a:lnTo>
                <a:lnTo>
                  <a:pt x="32765" y="56276"/>
                </a:lnTo>
                <a:lnTo>
                  <a:pt x="32765" y="56670"/>
                </a:lnTo>
                <a:lnTo>
                  <a:pt x="33223" y="57063"/>
                </a:lnTo>
                <a:lnTo>
                  <a:pt x="33223" y="57457"/>
                </a:lnTo>
                <a:lnTo>
                  <a:pt x="33664" y="58244"/>
                </a:lnTo>
                <a:lnTo>
                  <a:pt x="34104" y="58654"/>
                </a:lnTo>
                <a:lnTo>
                  <a:pt x="34104" y="59048"/>
                </a:lnTo>
                <a:lnTo>
                  <a:pt x="34544" y="59442"/>
                </a:lnTo>
                <a:lnTo>
                  <a:pt x="34985" y="59835"/>
                </a:lnTo>
                <a:lnTo>
                  <a:pt x="34985" y="60229"/>
                </a:lnTo>
                <a:lnTo>
                  <a:pt x="35425" y="60623"/>
                </a:lnTo>
                <a:lnTo>
                  <a:pt x="35425" y="61426"/>
                </a:lnTo>
                <a:lnTo>
                  <a:pt x="35865" y="61820"/>
                </a:lnTo>
                <a:lnTo>
                  <a:pt x="35865" y="62214"/>
                </a:lnTo>
                <a:lnTo>
                  <a:pt x="36324" y="62607"/>
                </a:lnTo>
                <a:lnTo>
                  <a:pt x="36764" y="63411"/>
                </a:lnTo>
                <a:lnTo>
                  <a:pt x="36764" y="63805"/>
                </a:lnTo>
                <a:lnTo>
                  <a:pt x="37204" y="64198"/>
                </a:lnTo>
                <a:lnTo>
                  <a:pt x="37204" y="64592"/>
                </a:lnTo>
                <a:lnTo>
                  <a:pt x="37645" y="64986"/>
                </a:lnTo>
                <a:lnTo>
                  <a:pt x="38085" y="65379"/>
                </a:lnTo>
                <a:lnTo>
                  <a:pt x="38085" y="65789"/>
                </a:lnTo>
                <a:lnTo>
                  <a:pt x="38525" y="66577"/>
                </a:lnTo>
                <a:lnTo>
                  <a:pt x="38966" y="66970"/>
                </a:lnTo>
                <a:lnTo>
                  <a:pt x="38966" y="67364"/>
                </a:lnTo>
                <a:lnTo>
                  <a:pt x="39424" y="67758"/>
                </a:lnTo>
                <a:lnTo>
                  <a:pt x="39424" y="68561"/>
                </a:lnTo>
                <a:lnTo>
                  <a:pt x="39865" y="68955"/>
                </a:lnTo>
                <a:lnTo>
                  <a:pt x="39865" y="69349"/>
                </a:lnTo>
                <a:lnTo>
                  <a:pt x="40305" y="69742"/>
                </a:lnTo>
                <a:lnTo>
                  <a:pt x="40745" y="70136"/>
                </a:lnTo>
                <a:lnTo>
                  <a:pt x="40745" y="70530"/>
                </a:lnTo>
                <a:lnTo>
                  <a:pt x="41185" y="71333"/>
                </a:lnTo>
                <a:lnTo>
                  <a:pt x="41185" y="71727"/>
                </a:lnTo>
                <a:lnTo>
                  <a:pt x="41626" y="72121"/>
                </a:lnTo>
                <a:lnTo>
                  <a:pt x="42066" y="72514"/>
                </a:lnTo>
                <a:lnTo>
                  <a:pt x="42066" y="72908"/>
                </a:lnTo>
                <a:lnTo>
                  <a:pt x="42525" y="73712"/>
                </a:lnTo>
                <a:lnTo>
                  <a:pt x="42525" y="74105"/>
                </a:lnTo>
                <a:lnTo>
                  <a:pt x="42965" y="74499"/>
                </a:lnTo>
                <a:lnTo>
                  <a:pt x="43405" y="74893"/>
                </a:lnTo>
                <a:lnTo>
                  <a:pt x="43405" y="75286"/>
                </a:lnTo>
                <a:lnTo>
                  <a:pt x="43846" y="76090"/>
                </a:lnTo>
                <a:lnTo>
                  <a:pt x="43846" y="76484"/>
                </a:lnTo>
                <a:lnTo>
                  <a:pt x="44286" y="76877"/>
                </a:lnTo>
                <a:lnTo>
                  <a:pt x="44286" y="77271"/>
                </a:lnTo>
                <a:lnTo>
                  <a:pt x="44726" y="77665"/>
                </a:lnTo>
                <a:lnTo>
                  <a:pt x="45185" y="78058"/>
                </a:lnTo>
                <a:lnTo>
                  <a:pt x="45185" y="78862"/>
                </a:lnTo>
                <a:lnTo>
                  <a:pt x="45625" y="79256"/>
                </a:lnTo>
                <a:lnTo>
                  <a:pt x="46065" y="79649"/>
                </a:lnTo>
                <a:lnTo>
                  <a:pt x="46065" y="80043"/>
                </a:lnTo>
                <a:lnTo>
                  <a:pt x="46506" y="80437"/>
                </a:lnTo>
                <a:lnTo>
                  <a:pt x="46506" y="81240"/>
                </a:lnTo>
                <a:lnTo>
                  <a:pt x="46946" y="81634"/>
                </a:lnTo>
                <a:lnTo>
                  <a:pt x="47386" y="82028"/>
                </a:lnTo>
                <a:lnTo>
                  <a:pt x="47386" y="82421"/>
                </a:lnTo>
                <a:lnTo>
                  <a:pt x="47827" y="82815"/>
                </a:lnTo>
                <a:lnTo>
                  <a:pt x="47827" y="83619"/>
                </a:lnTo>
                <a:lnTo>
                  <a:pt x="48285" y="84012"/>
                </a:lnTo>
                <a:lnTo>
                  <a:pt x="48285" y="84406"/>
                </a:lnTo>
                <a:lnTo>
                  <a:pt x="48725" y="84800"/>
                </a:lnTo>
                <a:lnTo>
                  <a:pt x="49166" y="85587"/>
                </a:lnTo>
                <a:lnTo>
                  <a:pt x="49166" y="85997"/>
                </a:lnTo>
                <a:lnTo>
                  <a:pt x="49606" y="86391"/>
                </a:lnTo>
                <a:lnTo>
                  <a:pt x="50046" y="86784"/>
                </a:lnTo>
                <a:lnTo>
                  <a:pt x="50046" y="87178"/>
                </a:lnTo>
                <a:lnTo>
                  <a:pt x="50487" y="87965"/>
                </a:lnTo>
                <a:lnTo>
                  <a:pt x="50487" y="88375"/>
                </a:lnTo>
                <a:lnTo>
                  <a:pt x="50927" y="88769"/>
                </a:lnTo>
                <a:lnTo>
                  <a:pt x="50927" y="89163"/>
                </a:lnTo>
                <a:lnTo>
                  <a:pt x="51386" y="89556"/>
                </a:lnTo>
                <a:lnTo>
                  <a:pt x="51826" y="89950"/>
                </a:lnTo>
                <a:lnTo>
                  <a:pt x="51826" y="90754"/>
                </a:lnTo>
                <a:lnTo>
                  <a:pt x="52266" y="91147"/>
                </a:lnTo>
                <a:lnTo>
                  <a:pt x="52266" y="91541"/>
                </a:lnTo>
                <a:lnTo>
                  <a:pt x="52706" y="91935"/>
                </a:lnTo>
              </a:path>
            </a:pathLst>
          </a:custGeom>
          <a:ln w="25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595813" y="2103036"/>
            <a:ext cx="52725" cy="98266"/>
          </a:xfrm>
          <a:custGeom>
            <a:avLst/>
            <a:gdLst/>
            <a:ahLst/>
            <a:cxnLst/>
            <a:rect l="l" t="t" r="r" b="b"/>
            <a:pathLst>
              <a:path w="52725" h="98266">
                <a:moveTo>
                  <a:pt x="0" y="0"/>
                </a:moveTo>
                <a:lnTo>
                  <a:pt x="440" y="393"/>
                </a:lnTo>
                <a:lnTo>
                  <a:pt x="440" y="1180"/>
                </a:lnTo>
                <a:lnTo>
                  <a:pt x="880" y="1591"/>
                </a:lnTo>
                <a:lnTo>
                  <a:pt x="1320" y="1984"/>
                </a:lnTo>
                <a:lnTo>
                  <a:pt x="1320" y="2378"/>
                </a:lnTo>
                <a:lnTo>
                  <a:pt x="1779" y="3165"/>
                </a:lnTo>
                <a:lnTo>
                  <a:pt x="1779" y="3559"/>
                </a:lnTo>
                <a:lnTo>
                  <a:pt x="2219" y="3969"/>
                </a:lnTo>
                <a:lnTo>
                  <a:pt x="2219" y="4363"/>
                </a:lnTo>
                <a:lnTo>
                  <a:pt x="2660" y="4756"/>
                </a:lnTo>
                <a:lnTo>
                  <a:pt x="3100" y="5543"/>
                </a:lnTo>
                <a:lnTo>
                  <a:pt x="3100" y="5937"/>
                </a:lnTo>
                <a:lnTo>
                  <a:pt x="3540" y="6347"/>
                </a:lnTo>
                <a:lnTo>
                  <a:pt x="3540" y="6741"/>
                </a:lnTo>
                <a:lnTo>
                  <a:pt x="3980" y="7528"/>
                </a:lnTo>
                <a:lnTo>
                  <a:pt x="4421" y="7922"/>
                </a:lnTo>
                <a:lnTo>
                  <a:pt x="4421" y="8315"/>
                </a:lnTo>
                <a:lnTo>
                  <a:pt x="4879" y="8726"/>
                </a:lnTo>
                <a:lnTo>
                  <a:pt x="4879" y="9119"/>
                </a:lnTo>
                <a:lnTo>
                  <a:pt x="5320" y="9907"/>
                </a:lnTo>
                <a:lnTo>
                  <a:pt x="5760" y="10300"/>
                </a:lnTo>
                <a:lnTo>
                  <a:pt x="5760" y="10694"/>
                </a:lnTo>
                <a:lnTo>
                  <a:pt x="6200" y="11087"/>
                </a:lnTo>
                <a:lnTo>
                  <a:pt x="6200" y="11891"/>
                </a:lnTo>
                <a:lnTo>
                  <a:pt x="6641" y="12285"/>
                </a:lnTo>
                <a:lnTo>
                  <a:pt x="6641" y="12679"/>
                </a:lnTo>
                <a:lnTo>
                  <a:pt x="7081" y="13072"/>
                </a:lnTo>
                <a:lnTo>
                  <a:pt x="7540" y="13466"/>
                </a:lnTo>
                <a:lnTo>
                  <a:pt x="7540" y="14270"/>
                </a:lnTo>
                <a:lnTo>
                  <a:pt x="7980" y="14663"/>
                </a:lnTo>
                <a:lnTo>
                  <a:pt x="8420" y="15057"/>
                </a:lnTo>
                <a:lnTo>
                  <a:pt x="8420" y="15451"/>
                </a:lnTo>
                <a:lnTo>
                  <a:pt x="8860" y="15844"/>
                </a:lnTo>
                <a:lnTo>
                  <a:pt x="8860" y="16648"/>
                </a:lnTo>
                <a:lnTo>
                  <a:pt x="9301" y="17042"/>
                </a:lnTo>
                <a:lnTo>
                  <a:pt x="9741" y="17435"/>
                </a:lnTo>
                <a:lnTo>
                  <a:pt x="9741" y="17829"/>
                </a:lnTo>
                <a:lnTo>
                  <a:pt x="10181" y="18616"/>
                </a:lnTo>
                <a:lnTo>
                  <a:pt x="10181" y="19026"/>
                </a:lnTo>
                <a:lnTo>
                  <a:pt x="10640" y="19420"/>
                </a:lnTo>
                <a:lnTo>
                  <a:pt x="10640" y="19814"/>
                </a:lnTo>
                <a:lnTo>
                  <a:pt x="11080" y="20207"/>
                </a:lnTo>
                <a:lnTo>
                  <a:pt x="11521" y="20994"/>
                </a:lnTo>
                <a:lnTo>
                  <a:pt x="11521" y="21405"/>
                </a:lnTo>
                <a:lnTo>
                  <a:pt x="11961" y="21798"/>
                </a:lnTo>
                <a:lnTo>
                  <a:pt x="12401" y="22192"/>
                </a:lnTo>
                <a:lnTo>
                  <a:pt x="12401" y="22979"/>
                </a:lnTo>
                <a:lnTo>
                  <a:pt x="12841" y="23373"/>
                </a:lnTo>
                <a:lnTo>
                  <a:pt x="12841" y="23783"/>
                </a:lnTo>
                <a:lnTo>
                  <a:pt x="13282" y="24177"/>
                </a:lnTo>
                <a:lnTo>
                  <a:pt x="13282" y="24570"/>
                </a:lnTo>
                <a:lnTo>
                  <a:pt x="13740" y="25358"/>
                </a:lnTo>
                <a:lnTo>
                  <a:pt x="14181" y="25751"/>
                </a:lnTo>
                <a:lnTo>
                  <a:pt x="14181" y="26145"/>
                </a:lnTo>
                <a:lnTo>
                  <a:pt x="14621" y="26555"/>
                </a:lnTo>
                <a:lnTo>
                  <a:pt x="15061" y="27342"/>
                </a:lnTo>
                <a:lnTo>
                  <a:pt x="15061" y="27736"/>
                </a:lnTo>
                <a:lnTo>
                  <a:pt x="15502" y="28130"/>
                </a:lnTo>
                <a:lnTo>
                  <a:pt x="15502" y="28523"/>
                </a:lnTo>
                <a:lnTo>
                  <a:pt x="15942" y="28933"/>
                </a:lnTo>
                <a:lnTo>
                  <a:pt x="15942" y="29721"/>
                </a:lnTo>
                <a:lnTo>
                  <a:pt x="16382" y="30114"/>
                </a:lnTo>
                <a:lnTo>
                  <a:pt x="16841" y="30508"/>
                </a:lnTo>
                <a:lnTo>
                  <a:pt x="16841" y="30902"/>
                </a:lnTo>
                <a:lnTo>
                  <a:pt x="17281" y="31705"/>
                </a:lnTo>
                <a:lnTo>
                  <a:pt x="17281" y="32099"/>
                </a:lnTo>
                <a:lnTo>
                  <a:pt x="17721" y="32493"/>
                </a:lnTo>
                <a:lnTo>
                  <a:pt x="18162" y="32886"/>
                </a:lnTo>
                <a:lnTo>
                  <a:pt x="18162" y="33690"/>
                </a:lnTo>
                <a:lnTo>
                  <a:pt x="18602" y="34084"/>
                </a:lnTo>
                <a:lnTo>
                  <a:pt x="19042" y="34477"/>
                </a:lnTo>
                <a:lnTo>
                  <a:pt x="19042" y="34871"/>
                </a:lnTo>
                <a:lnTo>
                  <a:pt x="19483" y="35658"/>
                </a:lnTo>
                <a:lnTo>
                  <a:pt x="19483" y="36052"/>
                </a:lnTo>
                <a:lnTo>
                  <a:pt x="19941" y="36462"/>
                </a:lnTo>
                <a:lnTo>
                  <a:pt x="19941" y="36856"/>
                </a:lnTo>
                <a:lnTo>
                  <a:pt x="20381" y="37643"/>
                </a:lnTo>
                <a:lnTo>
                  <a:pt x="20822" y="38037"/>
                </a:lnTo>
                <a:lnTo>
                  <a:pt x="20822" y="38430"/>
                </a:lnTo>
                <a:lnTo>
                  <a:pt x="21262" y="38840"/>
                </a:lnTo>
                <a:lnTo>
                  <a:pt x="21262" y="39234"/>
                </a:lnTo>
                <a:lnTo>
                  <a:pt x="21702" y="40021"/>
                </a:lnTo>
                <a:lnTo>
                  <a:pt x="21702" y="40415"/>
                </a:lnTo>
                <a:lnTo>
                  <a:pt x="22143" y="40809"/>
                </a:lnTo>
                <a:lnTo>
                  <a:pt x="22601" y="41219"/>
                </a:lnTo>
                <a:lnTo>
                  <a:pt x="22601" y="42006"/>
                </a:lnTo>
                <a:lnTo>
                  <a:pt x="23042" y="42400"/>
                </a:lnTo>
                <a:lnTo>
                  <a:pt x="23482" y="42793"/>
                </a:lnTo>
                <a:lnTo>
                  <a:pt x="23482" y="43187"/>
                </a:lnTo>
                <a:lnTo>
                  <a:pt x="23922" y="43991"/>
                </a:lnTo>
                <a:lnTo>
                  <a:pt x="23922" y="44384"/>
                </a:lnTo>
                <a:lnTo>
                  <a:pt x="24362" y="44778"/>
                </a:lnTo>
                <a:lnTo>
                  <a:pt x="24362" y="45172"/>
                </a:lnTo>
                <a:lnTo>
                  <a:pt x="24803" y="45959"/>
                </a:lnTo>
                <a:lnTo>
                  <a:pt x="25243" y="46369"/>
                </a:lnTo>
                <a:lnTo>
                  <a:pt x="25243" y="46763"/>
                </a:lnTo>
                <a:lnTo>
                  <a:pt x="25702" y="47156"/>
                </a:lnTo>
                <a:lnTo>
                  <a:pt x="26142" y="47944"/>
                </a:lnTo>
                <a:lnTo>
                  <a:pt x="26142" y="48337"/>
                </a:lnTo>
                <a:lnTo>
                  <a:pt x="26582" y="48747"/>
                </a:lnTo>
                <a:lnTo>
                  <a:pt x="26582" y="49141"/>
                </a:lnTo>
                <a:lnTo>
                  <a:pt x="27023" y="49535"/>
                </a:lnTo>
                <a:lnTo>
                  <a:pt x="27463" y="50322"/>
                </a:lnTo>
                <a:lnTo>
                  <a:pt x="27463" y="50716"/>
                </a:lnTo>
                <a:lnTo>
                  <a:pt x="27903" y="51126"/>
                </a:lnTo>
                <a:lnTo>
                  <a:pt x="27903" y="51913"/>
                </a:lnTo>
                <a:lnTo>
                  <a:pt x="28343" y="52307"/>
                </a:lnTo>
                <a:lnTo>
                  <a:pt x="28343" y="52700"/>
                </a:lnTo>
                <a:lnTo>
                  <a:pt x="28802" y="53094"/>
                </a:lnTo>
                <a:lnTo>
                  <a:pt x="29242" y="53898"/>
                </a:lnTo>
                <a:lnTo>
                  <a:pt x="29242" y="54291"/>
                </a:lnTo>
                <a:lnTo>
                  <a:pt x="29683" y="54685"/>
                </a:lnTo>
                <a:lnTo>
                  <a:pt x="30123" y="55079"/>
                </a:lnTo>
                <a:lnTo>
                  <a:pt x="30123" y="55472"/>
                </a:lnTo>
                <a:lnTo>
                  <a:pt x="30563" y="56276"/>
                </a:lnTo>
                <a:lnTo>
                  <a:pt x="30563" y="56670"/>
                </a:lnTo>
                <a:lnTo>
                  <a:pt x="31004" y="57063"/>
                </a:lnTo>
                <a:lnTo>
                  <a:pt x="31004" y="57851"/>
                </a:lnTo>
                <a:lnTo>
                  <a:pt x="31444" y="58244"/>
                </a:lnTo>
                <a:lnTo>
                  <a:pt x="31903" y="58654"/>
                </a:lnTo>
                <a:lnTo>
                  <a:pt x="31903" y="59048"/>
                </a:lnTo>
                <a:lnTo>
                  <a:pt x="32343" y="59835"/>
                </a:lnTo>
                <a:lnTo>
                  <a:pt x="32343" y="60229"/>
                </a:lnTo>
                <a:lnTo>
                  <a:pt x="32783" y="60623"/>
                </a:lnTo>
                <a:lnTo>
                  <a:pt x="32783" y="61016"/>
                </a:lnTo>
                <a:lnTo>
                  <a:pt x="33223" y="61426"/>
                </a:lnTo>
                <a:lnTo>
                  <a:pt x="33664" y="62214"/>
                </a:lnTo>
                <a:lnTo>
                  <a:pt x="33664" y="62607"/>
                </a:lnTo>
                <a:lnTo>
                  <a:pt x="34104" y="63001"/>
                </a:lnTo>
                <a:lnTo>
                  <a:pt x="34544" y="63805"/>
                </a:lnTo>
                <a:lnTo>
                  <a:pt x="34544" y="64198"/>
                </a:lnTo>
                <a:lnTo>
                  <a:pt x="35003" y="64592"/>
                </a:lnTo>
                <a:lnTo>
                  <a:pt x="35003" y="64986"/>
                </a:lnTo>
                <a:lnTo>
                  <a:pt x="35443" y="65773"/>
                </a:lnTo>
                <a:lnTo>
                  <a:pt x="35884" y="66183"/>
                </a:lnTo>
                <a:lnTo>
                  <a:pt x="35884" y="66577"/>
                </a:lnTo>
                <a:lnTo>
                  <a:pt x="36324" y="66970"/>
                </a:lnTo>
                <a:lnTo>
                  <a:pt x="36324" y="67364"/>
                </a:lnTo>
                <a:lnTo>
                  <a:pt x="36764" y="68151"/>
                </a:lnTo>
                <a:lnTo>
                  <a:pt x="37204" y="68561"/>
                </a:lnTo>
                <a:lnTo>
                  <a:pt x="37204" y="68955"/>
                </a:lnTo>
                <a:lnTo>
                  <a:pt x="37663" y="69742"/>
                </a:lnTo>
                <a:lnTo>
                  <a:pt x="37663" y="70136"/>
                </a:lnTo>
                <a:lnTo>
                  <a:pt x="38103" y="70530"/>
                </a:lnTo>
                <a:lnTo>
                  <a:pt x="38544" y="70923"/>
                </a:lnTo>
                <a:lnTo>
                  <a:pt x="38544" y="71727"/>
                </a:lnTo>
                <a:lnTo>
                  <a:pt x="38984" y="72121"/>
                </a:lnTo>
                <a:lnTo>
                  <a:pt x="38984" y="72514"/>
                </a:lnTo>
                <a:lnTo>
                  <a:pt x="39424" y="72908"/>
                </a:lnTo>
                <a:lnTo>
                  <a:pt x="39424" y="73712"/>
                </a:lnTo>
                <a:lnTo>
                  <a:pt x="39865" y="74105"/>
                </a:lnTo>
                <a:lnTo>
                  <a:pt x="40305" y="74499"/>
                </a:lnTo>
                <a:lnTo>
                  <a:pt x="40305" y="75286"/>
                </a:lnTo>
                <a:lnTo>
                  <a:pt x="40763" y="75680"/>
                </a:lnTo>
                <a:lnTo>
                  <a:pt x="41204" y="76090"/>
                </a:lnTo>
                <a:lnTo>
                  <a:pt x="41204" y="76484"/>
                </a:lnTo>
                <a:lnTo>
                  <a:pt x="41644" y="76877"/>
                </a:lnTo>
                <a:lnTo>
                  <a:pt x="41644" y="77665"/>
                </a:lnTo>
                <a:lnTo>
                  <a:pt x="42084" y="78058"/>
                </a:lnTo>
                <a:lnTo>
                  <a:pt x="42084" y="78452"/>
                </a:lnTo>
                <a:lnTo>
                  <a:pt x="42525" y="79256"/>
                </a:lnTo>
                <a:lnTo>
                  <a:pt x="42965" y="79649"/>
                </a:lnTo>
                <a:lnTo>
                  <a:pt x="42965" y="80043"/>
                </a:lnTo>
                <a:lnTo>
                  <a:pt x="43405" y="80437"/>
                </a:lnTo>
                <a:lnTo>
                  <a:pt x="43405" y="81240"/>
                </a:lnTo>
                <a:lnTo>
                  <a:pt x="43864" y="81634"/>
                </a:lnTo>
                <a:lnTo>
                  <a:pt x="44304" y="82028"/>
                </a:lnTo>
                <a:lnTo>
                  <a:pt x="44304" y="82421"/>
                </a:lnTo>
                <a:lnTo>
                  <a:pt x="44744" y="83209"/>
                </a:lnTo>
                <a:lnTo>
                  <a:pt x="45185" y="83619"/>
                </a:lnTo>
                <a:lnTo>
                  <a:pt x="45185" y="84012"/>
                </a:lnTo>
                <a:lnTo>
                  <a:pt x="45625" y="84800"/>
                </a:lnTo>
                <a:lnTo>
                  <a:pt x="45625" y="85193"/>
                </a:lnTo>
                <a:lnTo>
                  <a:pt x="46065" y="85587"/>
                </a:lnTo>
                <a:lnTo>
                  <a:pt x="46065" y="85981"/>
                </a:lnTo>
                <a:lnTo>
                  <a:pt x="46506" y="86784"/>
                </a:lnTo>
                <a:lnTo>
                  <a:pt x="46964" y="87178"/>
                </a:lnTo>
                <a:lnTo>
                  <a:pt x="46964" y="87572"/>
                </a:lnTo>
                <a:lnTo>
                  <a:pt x="47405" y="88359"/>
                </a:lnTo>
                <a:lnTo>
                  <a:pt x="47405" y="88769"/>
                </a:lnTo>
                <a:lnTo>
                  <a:pt x="47845" y="89163"/>
                </a:lnTo>
                <a:lnTo>
                  <a:pt x="48285" y="89556"/>
                </a:lnTo>
                <a:lnTo>
                  <a:pt x="48285" y="89950"/>
                </a:lnTo>
                <a:lnTo>
                  <a:pt x="48725" y="90737"/>
                </a:lnTo>
                <a:lnTo>
                  <a:pt x="48725" y="91147"/>
                </a:lnTo>
                <a:lnTo>
                  <a:pt x="49166" y="91541"/>
                </a:lnTo>
                <a:lnTo>
                  <a:pt x="49606" y="92328"/>
                </a:lnTo>
                <a:lnTo>
                  <a:pt x="49606" y="92722"/>
                </a:lnTo>
                <a:lnTo>
                  <a:pt x="50065" y="93116"/>
                </a:lnTo>
                <a:lnTo>
                  <a:pt x="50065" y="93526"/>
                </a:lnTo>
                <a:lnTo>
                  <a:pt x="50505" y="94313"/>
                </a:lnTo>
                <a:lnTo>
                  <a:pt x="50505" y="94707"/>
                </a:lnTo>
                <a:lnTo>
                  <a:pt x="50945" y="95100"/>
                </a:lnTo>
                <a:lnTo>
                  <a:pt x="51386" y="95888"/>
                </a:lnTo>
                <a:lnTo>
                  <a:pt x="51386" y="96298"/>
                </a:lnTo>
                <a:lnTo>
                  <a:pt x="51826" y="96691"/>
                </a:lnTo>
                <a:lnTo>
                  <a:pt x="52266" y="97085"/>
                </a:lnTo>
                <a:lnTo>
                  <a:pt x="52266" y="97872"/>
                </a:lnTo>
                <a:lnTo>
                  <a:pt x="52725" y="98266"/>
                </a:lnTo>
              </a:path>
            </a:pathLst>
          </a:custGeom>
          <a:ln w="25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648538" y="2201302"/>
            <a:ext cx="52266" cy="102645"/>
          </a:xfrm>
          <a:custGeom>
            <a:avLst/>
            <a:gdLst/>
            <a:ahLst/>
            <a:cxnLst/>
            <a:rect l="l" t="t" r="r" b="b"/>
            <a:pathLst>
              <a:path w="52266" h="102645">
                <a:moveTo>
                  <a:pt x="0" y="0"/>
                </a:moveTo>
                <a:lnTo>
                  <a:pt x="0" y="410"/>
                </a:lnTo>
                <a:lnTo>
                  <a:pt x="440" y="1197"/>
                </a:lnTo>
                <a:lnTo>
                  <a:pt x="880" y="1591"/>
                </a:lnTo>
                <a:lnTo>
                  <a:pt x="880" y="1984"/>
                </a:lnTo>
                <a:lnTo>
                  <a:pt x="1320" y="2378"/>
                </a:lnTo>
                <a:lnTo>
                  <a:pt x="1320" y="3182"/>
                </a:lnTo>
                <a:lnTo>
                  <a:pt x="1761" y="3575"/>
                </a:lnTo>
                <a:lnTo>
                  <a:pt x="1761" y="3969"/>
                </a:lnTo>
                <a:lnTo>
                  <a:pt x="2201" y="4363"/>
                </a:lnTo>
                <a:lnTo>
                  <a:pt x="2641" y="5150"/>
                </a:lnTo>
                <a:lnTo>
                  <a:pt x="2641" y="5560"/>
                </a:lnTo>
                <a:lnTo>
                  <a:pt x="3100" y="5954"/>
                </a:lnTo>
                <a:lnTo>
                  <a:pt x="3540" y="6741"/>
                </a:lnTo>
                <a:lnTo>
                  <a:pt x="3540" y="7135"/>
                </a:lnTo>
                <a:lnTo>
                  <a:pt x="3980" y="7528"/>
                </a:lnTo>
                <a:lnTo>
                  <a:pt x="3980" y="7938"/>
                </a:lnTo>
                <a:lnTo>
                  <a:pt x="4421" y="8726"/>
                </a:lnTo>
                <a:lnTo>
                  <a:pt x="4421" y="9119"/>
                </a:lnTo>
                <a:lnTo>
                  <a:pt x="4861" y="9513"/>
                </a:lnTo>
                <a:lnTo>
                  <a:pt x="5301" y="10317"/>
                </a:lnTo>
                <a:lnTo>
                  <a:pt x="5301" y="10710"/>
                </a:lnTo>
                <a:lnTo>
                  <a:pt x="5742" y="11104"/>
                </a:lnTo>
                <a:lnTo>
                  <a:pt x="5742" y="11498"/>
                </a:lnTo>
                <a:lnTo>
                  <a:pt x="6200" y="12285"/>
                </a:lnTo>
                <a:lnTo>
                  <a:pt x="6641" y="12695"/>
                </a:lnTo>
                <a:lnTo>
                  <a:pt x="6641" y="13089"/>
                </a:lnTo>
                <a:lnTo>
                  <a:pt x="7081" y="13876"/>
                </a:lnTo>
                <a:lnTo>
                  <a:pt x="7081" y="14270"/>
                </a:lnTo>
                <a:lnTo>
                  <a:pt x="7521" y="14663"/>
                </a:lnTo>
                <a:lnTo>
                  <a:pt x="7961" y="15057"/>
                </a:lnTo>
                <a:lnTo>
                  <a:pt x="7961" y="15861"/>
                </a:lnTo>
                <a:lnTo>
                  <a:pt x="8402" y="16254"/>
                </a:lnTo>
                <a:lnTo>
                  <a:pt x="8402" y="16648"/>
                </a:lnTo>
                <a:lnTo>
                  <a:pt x="8842" y="17435"/>
                </a:lnTo>
                <a:lnTo>
                  <a:pt x="9301" y="17845"/>
                </a:lnTo>
                <a:lnTo>
                  <a:pt x="9301" y="18239"/>
                </a:lnTo>
                <a:lnTo>
                  <a:pt x="9741" y="18633"/>
                </a:lnTo>
                <a:lnTo>
                  <a:pt x="10181" y="19420"/>
                </a:lnTo>
                <a:lnTo>
                  <a:pt x="10181" y="19814"/>
                </a:lnTo>
                <a:lnTo>
                  <a:pt x="10622" y="20224"/>
                </a:lnTo>
                <a:lnTo>
                  <a:pt x="10622" y="21011"/>
                </a:lnTo>
                <a:lnTo>
                  <a:pt x="11062" y="21405"/>
                </a:lnTo>
                <a:lnTo>
                  <a:pt x="11062" y="21798"/>
                </a:lnTo>
                <a:lnTo>
                  <a:pt x="11502" y="22192"/>
                </a:lnTo>
                <a:lnTo>
                  <a:pt x="11942" y="22996"/>
                </a:lnTo>
                <a:lnTo>
                  <a:pt x="11942" y="23389"/>
                </a:lnTo>
                <a:lnTo>
                  <a:pt x="12401" y="23783"/>
                </a:lnTo>
                <a:lnTo>
                  <a:pt x="12401" y="24177"/>
                </a:lnTo>
                <a:lnTo>
                  <a:pt x="12841" y="24964"/>
                </a:lnTo>
                <a:lnTo>
                  <a:pt x="12841" y="25374"/>
                </a:lnTo>
                <a:lnTo>
                  <a:pt x="13282" y="26161"/>
                </a:lnTo>
                <a:lnTo>
                  <a:pt x="13722" y="26555"/>
                </a:lnTo>
                <a:lnTo>
                  <a:pt x="13722" y="26949"/>
                </a:lnTo>
                <a:lnTo>
                  <a:pt x="14162" y="27342"/>
                </a:lnTo>
                <a:lnTo>
                  <a:pt x="14603" y="28146"/>
                </a:lnTo>
                <a:lnTo>
                  <a:pt x="14603" y="28540"/>
                </a:lnTo>
                <a:lnTo>
                  <a:pt x="15061" y="28933"/>
                </a:lnTo>
                <a:lnTo>
                  <a:pt x="15061" y="29327"/>
                </a:lnTo>
                <a:lnTo>
                  <a:pt x="15502" y="30114"/>
                </a:lnTo>
                <a:lnTo>
                  <a:pt x="15502" y="30524"/>
                </a:lnTo>
                <a:lnTo>
                  <a:pt x="15942" y="30918"/>
                </a:lnTo>
                <a:lnTo>
                  <a:pt x="16382" y="31705"/>
                </a:lnTo>
                <a:lnTo>
                  <a:pt x="16382" y="32099"/>
                </a:lnTo>
                <a:lnTo>
                  <a:pt x="16822" y="32493"/>
                </a:lnTo>
                <a:lnTo>
                  <a:pt x="17263" y="32903"/>
                </a:lnTo>
                <a:lnTo>
                  <a:pt x="17263" y="33690"/>
                </a:lnTo>
                <a:lnTo>
                  <a:pt x="17703" y="34084"/>
                </a:lnTo>
                <a:lnTo>
                  <a:pt x="17703" y="34477"/>
                </a:lnTo>
                <a:lnTo>
                  <a:pt x="18162" y="35281"/>
                </a:lnTo>
                <a:lnTo>
                  <a:pt x="18602" y="35675"/>
                </a:lnTo>
                <a:lnTo>
                  <a:pt x="18602" y="36068"/>
                </a:lnTo>
                <a:lnTo>
                  <a:pt x="19042" y="36856"/>
                </a:lnTo>
                <a:lnTo>
                  <a:pt x="19042" y="37249"/>
                </a:lnTo>
                <a:lnTo>
                  <a:pt x="19483" y="37659"/>
                </a:lnTo>
                <a:lnTo>
                  <a:pt x="19483" y="38053"/>
                </a:lnTo>
                <a:lnTo>
                  <a:pt x="19923" y="38840"/>
                </a:lnTo>
                <a:lnTo>
                  <a:pt x="20363" y="39234"/>
                </a:lnTo>
                <a:lnTo>
                  <a:pt x="20363" y="39628"/>
                </a:lnTo>
                <a:lnTo>
                  <a:pt x="20803" y="40431"/>
                </a:lnTo>
                <a:lnTo>
                  <a:pt x="21262" y="40825"/>
                </a:lnTo>
                <a:lnTo>
                  <a:pt x="21262" y="41219"/>
                </a:lnTo>
                <a:lnTo>
                  <a:pt x="21702" y="42006"/>
                </a:lnTo>
                <a:lnTo>
                  <a:pt x="21702" y="42400"/>
                </a:lnTo>
                <a:lnTo>
                  <a:pt x="22143" y="42810"/>
                </a:lnTo>
                <a:lnTo>
                  <a:pt x="22143" y="43203"/>
                </a:lnTo>
                <a:lnTo>
                  <a:pt x="22583" y="43991"/>
                </a:lnTo>
                <a:lnTo>
                  <a:pt x="23023" y="44384"/>
                </a:lnTo>
                <a:lnTo>
                  <a:pt x="23023" y="44778"/>
                </a:lnTo>
                <a:lnTo>
                  <a:pt x="23464" y="45582"/>
                </a:lnTo>
                <a:lnTo>
                  <a:pt x="23464" y="45975"/>
                </a:lnTo>
                <a:lnTo>
                  <a:pt x="23904" y="46369"/>
                </a:lnTo>
                <a:lnTo>
                  <a:pt x="23904" y="47156"/>
                </a:lnTo>
                <a:lnTo>
                  <a:pt x="24362" y="47550"/>
                </a:lnTo>
                <a:lnTo>
                  <a:pt x="24803" y="47960"/>
                </a:lnTo>
                <a:lnTo>
                  <a:pt x="24803" y="48354"/>
                </a:lnTo>
                <a:lnTo>
                  <a:pt x="25243" y="49141"/>
                </a:lnTo>
                <a:lnTo>
                  <a:pt x="25683" y="49535"/>
                </a:lnTo>
                <a:lnTo>
                  <a:pt x="25683" y="49928"/>
                </a:lnTo>
                <a:lnTo>
                  <a:pt x="26124" y="50732"/>
                </a:lnTo>
                <a:lnTo>
                  <a:pt x="26124" y="51126"/>
                </a:lnTo>
                <a:lnTo>
                  <a:pt x="26564" y="51519"/>
                </a:lnTo>
                <a:lnTo>
                  <a:pt x="27004" y="52307"/>
                </a:lnTo>
                <a:lnTo>
                  <a:pt x="27004" y="52717"/>
                </a:lnTo>
                <a:lnTo>
                  <a:pt x="27463" y="53110"/>
                </a:lnTo>
                <a:lnTo>
                  <a:pt x="27463" y="53504"/>
                </a:lnTo>
                <a:lnTo>
                  <a:pt x="27903" y="54291"/>
                </a:lnTo>
                <a:lnTo>
                  <a:pt x="28343" y="54685"/>
                </a:lnTo>
                <a:lnTo>
                  <a:pt x="28343" y="55095"/>
                </a:lnTo>
                <a:lnTo>
                  <a:pt x="28784" y="55882"/>
                </a:lnTo>
                <a:lnTo>
                  <a:pt x="28784" y="56276"/>
                </a:lnTo>
                <a:lnTo>
                  <a:pt x="29224" y="57063"/>
                </a:lnTo>
                <a:lnTo>
                  <a:pt x="29664" y="57457"/>
                </a:lnTo>
                <a:lnTo>
                  <a:pt x="29664" y="57867"/>
                </a:lnTo>
                <a:lnTo>
                  <a:pt x="30123" y="58261"/>
                </a:lnTo>
                <a:lnTo>
                  <a:pt x="30123" y="59048"/>
                </a:lnTo>
                <a:lnTo>
                  <a:pt x="30563" y="59442"/>
                </a:lnTo>
                <a:lnTo>
                  <a:pt x="30563" y="59835"/>
                </a:lnTo>
                <a:lnTo>
                  <a:pt x="31004" y="60245"/>
                </a:lnTo>
                <a:lnTo>
                  <a:pt x="31444" y="61033"/>
                </a:lnTo>
                <a:lnTo>
                  <a:pt x="31444" y="61426"/>
                </a:lnTo>
                <a:lnTo>
                  <a:pt x="31884" y="62214"/>
                </a:lnTo>
                <a:lnTo>
                  <a:pt x="32324" y="62624"/>
                </a:lnTo>
                <a:lnTo>
                  <a:pt x="32324" y="63017"/>
                </a:lnTo>
                <a:lnTo>
                  <a:pt x="32765" y="63411"/>
                </a:lnTo>
                <a:lnTo>
                  <a:pt x="32765" y="64198"/>
                </a:lnTo>
                <a:lnTo>
                  <a:pt x="33223" y="64592"/>
                </a:lnTo>
                <a:lnTo>
                  <a:pt x="33223" y="64986"/>
                </a:lnTo>
                <a:lnTo>
                  <a:pt x="33664" y="65789"/>
                </a:lnTo>
                <a:lnTo>
                  <a:pt x="34104" y="66183"/>
                </a:lnTo>
                <a:lnTo>
                  <a:pt x="34104" y="66577"/>
                </a:lnTo>
                <a:lnTo>
                  <a:pt x="34544" y="67364"/>
                </a:lnTo>
                <a:lnTo>
                  <a:pt x="34544" y="67774"/>
                </a:lnTo>
                <a:lnTo>
                  <a:pt x="34985" y="68168"/>
                </a:lnTo>
                <a:lnTo>
                  <a:pt x="35425" y="68955"/>
                </a:lnTo>
                <a:lnTo>
                  <a:pt x="35425" y="69349"/>
                </a:lnTo>
                <a:lnTo>
                  <a:pt x="35865" y="69742"/>
                </a:lnTo>
                <a:lnTo>
                  <a:pt x="36324" y="70152"/>
                </a:lnTo>
                <a:lnTo>
                  <a:pt x="36324" y="70940"/>
                </a:lnTo>
                <a:lnTo>
                  <a:pt x="36764" y="71333"/>
                </a:lnTo>
                <a:lnTo>
                  <a:pt x="36764" y="71727"/>
                </a:lnTo>
                <a:lnTo>
                  <a:pt x="37204" y="72531"/>
                </a:lnTo>
                <a:lnTo>
                  <a:pt x="37204" y="72924"/>
                </a:lnTo>
                <a:lnTo>
                  <a:pt x="37645" y="73318"/>
                </a:lnTo>
                <a:lnTo>
                  <a:pt x="38085" y="74105"/>
                </a:lnTo>
                <a:lnTo>
                  <a:pt x="38085" y="74499"/>
                </a:lnTo>
                <a:lnTo>
                  <a:pt x="38525" y="74893"/>
                </a:lnTo>
                <a:lnTo>
                  <a:pt x="38525" y="75696"/>
                </a:lnTo>
                <a:lnTo>
                  <a:pt x="38966" y="76090"/>
                </a:lnTo>
                <a:lnTo>
                  <a:pt x="39424" y="76484"/>
                </a:lnTo>
                <a:lnTo>
                  <a:pt x="39424" y="77271"/>
                </a:lnTo>
                <a:lnTo>
                  <a:pt x="39865" y="77681"/>
                </a:lnTo>
                <a:lnTo>
                  <a:pt x="39865" y="78075"/>
                </a:lnTo>
                <a:lnTo>
                  <a:pt x="40305" y="78468"/>
                </a:lnTo>
                <a:lnTo>
                  <a:pt x="40745" y="79256"/>
                </a:lnTo>
                <a:lnTo>
                  <a:pt x="40745" y="79649"/>
                </a:lnTo>
                <a:lnTo>
                  <a:pt x="41185" y="80059"/>
                </a:lnTo>
                <a:lnTo>
                  <a:pt x="41185" y="80847"/>
                </a:lnTo>
                <a:lnTo>
                  <a:pt x="41626" y="81240"/>
                </a:lnTo>
                <a:lnTo>
                  <a:pt x="41626" y="82028"/>
                </a:lnTo>
                <a:lnTo>
                  <a:pt x="42066" y="82421"/>
                </a:lnTo>
                <a:lnTo>
                  <a:pt x="42525" y="82831"/>
                </a:lnTo>
                <a:lnTo>
                  <a:pt x="42965" y="83225"/>
                </a:lnTo>
                <a:lnTo>
                  <a:pt x="42965" y="84012"/>
                </a:lnTo>
                <a:lnTo>
                  <a:pt x="43405" y="84406"/>
                </a:lnTo>
                <a:lnTo>
                  <a:pt x="43405" y="84800"/>
                </a:lnTo>
                <a:lnTo>
                  <a:pt x="43846" y="85603"/>
                </a:lnTo>
                <a:lnTo>
                  <a:pt x="43846" y="85997"/>
                </a:lnTo>
                <a:lnTo>
                  <a:pt x="44286" y="86391"/>
                </a:lnTo>
                <a:lnTo>
                  <a:pt x="44726" y="87178"/>
                </a:lnTo>
                <a:lnTo>
                  <a:pt x="44726" y="87588"/>
                </a:lnTo>
                <a:lnTo>
                  <a:pt x="45185" y="87982"/>
                </a:lnTo>
                <a:lnTo>
                  <a:pt x="45185" y="88769"/>
                </a:lnTo>
                <a:lnTo>
                  <a:pt x="45625" y="89163"/>
                </a:lnTo>
                <a:lnTo>
                  <a:pt x="45625" y="89556"/>
                </a:lnTo>
                <a:lnTo>
                  <a:pt x="46065" y="90360"/>
                </a:lnTo>
                <a:lnTo>
                  <a:pt x="46506" y="90754"/>
                </a:lnTo>
                <a:lnTo>
                  <a:pt x="46506" y="91147"/>
                </a:lnTo>
                <a:lnTo>
                  <a:pt x="46946" y="91541"/>
                </a:lnTo>
                <a:lnTo>
                  <a:pt x="47386" y="92328"/>
                </a:lnTo>
                <a:lnTo>
                  <a:pt x="47386" y="92738"/>
                </a:lnTo>
                <a:lnTo>
                  <a:pt x="47827" y="93132"/>
                </a:lnTo>
                <a:lnTo>
                  <a:pt x="47827" y="93919"/>
                </a:lnTo>
                <a:lnTo>
                  <a:pt x="48285" y="94313"/>
                </a:lnTo>
                <a:lnTo>
                  <a:pt x="48285" y="94707"/>
                </a:lnTo>
                <a:lnTo>
                  <a:pt x="48725" y="95510"/>
                </a:lnTo>
                <a:lnTo>
                  <a:pt x="49166" y="95904"/>
                </a:lnTo>
                <a:lnTo>
                  <a:pt x="49166" y="96298"/>
                </a:lnTo>
                <a:lnTo>
                  <a:pt x="49606" y="97085"/>
                </a:lnTo>
                <a:lnTo>
                  <a:pt x="49606" y="97495"/>
                </a:lnTo>
                <a:lnTo>
                  <a:pt x="50046" y="97889"/>
                </a:lnTo>
                <a:lnTo>
                  <a:pt x="50487" y="98676"/>
                </a:lnTo>
                <a:lnTo>
                  <a:pt x="50487" y="99070"/>
                </a:lnTo>
                <a:lnTo>
                  <a:pt x="50927" y="99463"/>
                </a:lnTo>
                <a:lnTo>
                  <a:pt x="50927" y="100267"/>
                </a:lnTo>
                <a:lnTo>
                  <a:pt x="51386" y="100661"/>
                </a:lnTo>
                <a:lnTo>
                  <a:pt x="51826" y="101054"/>
                </a:lnTo>
                <a:lnTo>
                  <a:pt x="51826" y="101842"/>
                </a:lnTo>
                <a:lnTo>
                  <a:pt x="52266" y="102235"/>
                </a:lnTo>
                <a:lnTo>
                  <a:pt x="52266" y="102645"/>
                </a:lnTo>
              </a:path>
            </a:pathLst>
          </a:custGeom>
          <a:ln w="25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700805" y="2303948"/>
            <a:ext cx="52706" cy="105795"/>
          </a:xfrm>
          <a:custGeom>
            <a:avLst/>
            <a:gdLst/>
            <a:ahLst/>
            <a:cxnLst/>
            <a:rect l="l" t="t" r="r" b="b"/>
            <a:pathLst>
              <a:path w="52706" h="105795">
                <a:moveTo>
                  <a:pt x="0" y="0"/>
                </a:moveTo>
                <a:lnTo>
                  <a:pt x="440" y="787"/>
                </a:lnTo>
                <a:lnTo>
                  <a:pt x="880" y="1180"/>
                </a:lnTo>
                <a:lnTo>
                  <a:pt x="880" y="1574"/>
                </a:lnTo>
                <a:lnTo>
                  <a:pt x="1320" y="2378"/>
                </a:lnTo>
                <a:lnTo>
                  <a:pt x="1761" y="2771"/>
                </a:lnTo>
                <a:lnTo>
                  <a:pt x="1761" y="3165"/>
                </a:lnTo>
                <a:lnTo>
                  <a:pt x="2219" y="3952"/>
                </a:lnTo>
                <a:lnTo>
                  <a:pt x="2219" y="4346"/>
                </a:lnTo>
                <a:lnTo>
                  <a:pt x="2660" y="4740"/>
                </a:lnTo>
                <a:lnTo>
                  <a:pt x="2660" y="5543"/>
                </a:lnTo>
                <a:lnTo>
                  <a:pt x="3100" y="5937"/>
                </a:lnTo>
                <a:lnTo>
                  <a:pt x="3540" y="6331"/>
                </a:lnTo>
                <a:lnTo>
                  <a:pt x="3540" y="6724"/>
                </a:lnTo>
                <a:lnTo>
                  <a:pt x="3980" y="7528"/>
                </a:lnTo>
                <a:lnTo>
                  <a:pt x="3980" y="7922"/>
                </a:lnTo>
                <a:lnTo>
                  <a:pt x="4421" y="8315"/>
                </a:lnTo>
                <a:lnTo>
                  <a:pt x="4421" y="9103"/>
                </a:lnTo>
                <a:lnTo>
                  <a:pt x="4861" y="9496"/>
                </a:lnTo>
                <a:lnTo>
                  <a:pt x="5320" y="10300"/>
                </a:lnTo>
                <a:lnTo>
                  <a:pt x="5320" y="10694"/>
                </a:lnTo>
                <a:lnTo>
                  <a:pt x="5760" y="11087"/>
                </a:lnTo>
                <a:lnTo>
                  <a:pt x="6200" y="11875"/>
                </a:lnTo>
                <a:lnTo>
                  <a:pt x="6200" y="12285"/>
                </a:lnTo>
                <a:lnTo>
                  <a:pt x="6641" y="12679"/>
                </a:lnTo>
                <a:lnTo>
                  <a:pt x="6641" y="13466"/>
                </a:lnTo>
                <a:lnTo>
                  <a:pt x="7081" y="13859"/>
                </a:lnTo>
                <a:lnTo>
                  <a:pt x="7081" y="14253"/>
                </a:lnTo>
                <a:lnTo>
                  <a:pt x="7521" y="15057"/>
                </a:lnTo>
                <a:lnTo>
                  <a:pt x="7980" y="15451"/>
                </a:lnTo>
                <a:lnTo>
                  <a:pt x="7980" y="15844"/>
                </a:lnTo>
                <a:lnTo>
                  <a:pt x="8420" y="16238"/>
                </a:lnTo>
                <a:lnTo>
                  <a:pt x="8860" y="17025"/>
                </a:lnTo>
                <a:lnTo>
                  <a:pt x="8860" y="17435"/>
                </a:lnTo>
                <a:lnTo>
                  <a:pt x="9301" y="17829"/>
                </a:lnTo>
                <a:lnTo>
                  <a:pt x="9301" y="18616"/>
                </a:lnTo>
                <a:lnTo>
                  <a:pt x="9741" y="19010"/>
                </a:lnTo>
                <a:lnTo>
                  <a:pt x="10181" y="19403"/>
                </a:lnTo>
                <a:lnTo>
                  <a:pt x="10181" y="20207"/>
                </a:lnTo>
                <a:lnTo>
                  <a:pt x="10622" y="20601"/>
                </a:lnTo>
                <a:lnTo>
                  <a:pt x="10622" y="21388"/>
                </a:lnTo>
                <a:lnTo>
                  <a:pt x="11080" y="21782"/>
                </a:lnTo>
                <a:lnTo>
                  <a:pt x="11080" y="22175"/>
                </a:lnTo>
                <a:lnTo>
                  <a:pt x="11521" y="22979"/>
                </a:lnTo>
                <a:lnTo>
                  <a:pt x="11961" y="23373"/>
                </a:lnTo>
                <a:lnTo>
                  <a:pt x="11961" y="23766"/>
                </a:lnTo>
                <a:lnTo>
                  <a:pt x="12401" y="24554"/>
                </a:lnTo>
                <a:lnTo>
                  <a:pt x="12841" y="24964"/>
                </a:lnTo>
                <a:lnTo>
                  <a:pt x="12841" y="25358"/>
                </a:lnTo>
                <a:lnTo>
                  <a:pt x="13282" y="25751"/>
                </a:lnTo>
                <a:lnTo>
                  <a:pt x="13282" y="26538"/>
                </a:lnTo>
                <a:lnTo>
                  <a:pt x="13722" y="26932"/>
                </a:lnTo>
                <a:lnTo>
                  <a:pt x="13722" y="27342"/>
                </a:lnTo>
                <a:lnTo>
                  <a:pt x="14181" y="28130"/>
                </a:lnTo>
                <a:lnTo>
                  <a:pt x="14621" y="28523"/>
                </a:lnTo>
                <a:lnTo>
                  <a:pt x="14621" y="28917"/>
                </a:lnTo>
                <a:lnTo>
                  <a:pt x="15061" y="29704"/>
                </a:lnTo>
                <a:lnTo>
                  <a:pt x="15061" y="30114"/>
                </a:lnTo>
                <a:lnTo>
                  <a:pt x="15502" y="30902"/>
                </a:lnTo>
                <a:lnTo>
                  <a:pt x="15502" y="31295"/>
                </a:lnTo>
                <a:lnTo>
                  <a:pt x="15942" y="31689"/>
                </a:lnTo>
                <a:lnTo>
                  <a:pt x="16382" y="32493"/>
                </a:lnTo>
                <a:lnTo>
                  <a:pt x="16822" y="32886"/>
                </a:lnTo>
                <a:lnTo>
                  <a:pt x="16822" y="33280"/>
                </a:lnTo>
                <a:lnTo>
                  <a:pt x="17281" y="34067"/>
                </a:lnTo>
                <a:lnTo>
                  <a:pt x="17281" y="34461"/>
                </a:lnTo>
                <a:lnTo>
                  <a:pt x="17721" y="34871"/>
                </a:lnTo>
                <a:lnTo>
                  <a:pt x="17721" y="35658"/>
                </a:lnTo>
                <a:lnTo>
                  <a:pt x="18162" y="36052"/>
                </a:lnTo>
                <a:lnTo>
                  <a:pt x="18602" y="36445"/>
                </a:lnTo>
                <a:lnTo>
                  <a:pt x="18602" y="37249"/>
                </a:lnTo>
                <a:lnTo>
                  <a:pt x="19042" y="37643"/>
                </a:lnTo>
                <a:lnTo>
                  <a:pt x="19042" y="38037"/>
                </a:lnTo>
                <a:lnTo>
                  <a:pt x="19483" y="38824"/>
                </a:lnTo>
                <a:lnTo>
                  <a:pt x="19941" y="39217"/>
                </a:lnTo>
                <a:lnTo>
                  <a:pt x="19941" y="39611"/>
                </a:lnTo>
                <a:lnTo>
                  <a:pt x="20381" y="40021"/>
                </a:lnTo>
                <a:lnTo>
                  <a:pt x="20381" y="40809"/>
                </a:lnTo>
                <a:lnTo>
                  <a:pt x="20822" y="41202"/>
                </a:lnTo>
                <a:lnTo>
                  <a:pt x="21262" y="41989"/>
                </a:lnTo>
                <a:lnTo>
                  <a:pt x="21262" y="42400"/>
                </a:lnTo>
                <a:lnTo>
                  <a:pt x="21702" y="42793"/>
                </a:lnTo>
                <a:lnTo>
                  <a:pt x="21702" y="43581"/>
                </a:lnTo>
                <a:lnTo>
                  <a:pt x="22143" y="43974"/>
                </a:lnTo>
                <a:lnTo>
                  <a:pt x="22143" y="44368"/>
                </a:lnTo>
                <a:lnTo>
                  <a:pt x="22583" y="45172"/>
                </a:lnTo>
                <a:lnTo>
                  <a:pt x="23042" y="45565"/>
                </a:lnTo>
                <a:lnTo>
                  <a:pt x="23042" y="45959"/>
                </a:lnTo>
                <a:lnTo>
                  <a:pt x="23482" y="46746"/>
                </a:lnTo>
                <a:lnTo>
                  <a:pt x="23922" y="47140"/>
                </a:lnTo>
                <a:lnTo>
                  <a:pt x="23922" y="47550"/>
                </a:lnTo>
                <a:lnTo>
                  <a:pt x="24362" y="48337"/>
                </a:lnTo>
                <a:lnTo>
                  <a:pt x="24362" y="48731"/>
                </a:lnTo>
                <a:lnTo>
                  <a:pt x="24803" y="49124"/>
                </a:lnTo>
                <a:lnTo>
                  <a:pt x="25243" y="49928"/>
                </a:lnTo>
                <a:lnTo>
                  <a:pt x="25243" y="50322"/>
                </a:lnTo>
                <a:lnTo>
                  <a:pt x="25683" y="50716"/>
                </a:lnTo>
                <a:lnTo>
                  <a:pt x="25683" y="51503"/>
                </a:lnTo>
                <a:lnTo>
                  <a:pt x="26142" y="51896"/>
                </a:lnTo>
                <a:lnTo>
                  <a:pt x="26142" y="52307"/>
                </a:lnTo>
                <a:lnTo>
                  <a:pt x="26582" y="53094"/>
                </a:lnTo>
                <a:lnTo>
                  <a:pt x="27023" y="53488"/>
                </a:lnTo>
                <a:lnTo>
                  <a:pt x="27023" y="53881"/>
                </a:lnTo>
                <a:lnTo>
                  <a:pt x="27463" y="54685"/>
                </a:lnTo>
                <a:lnTo>
                  <a:pt x="27903" y="55079"/>
                </a:lnTo>
                <a:lnTo>
                  <a:pt x="27903" y="55866"/>
                </a:lnTo>
                <a:lnTo>
                  <a:pt x="28343" y="56260"/>
                </a:lnTo>
                <a:lnTo>
                  <a:pt x="28343" y="56653"/>
                </a:lnTo>
                <a:lnTo>
                  <a:pt x="28784" y="57457"/>
                </a:lnTo>
                <a:lnTo>
                  <a:pt x="28784" y="57851"/>
                </a:lnTo>
                <a:lnTo>
                  <a:pt x="29242" y="58244"/>
                </a:lnTo>
                <a:lnTo>
                  <a:pt x="29683" y="59032"/>
                </a:lnTo>
                <a:lnTo>
                  <a:pt x="29683" y="59425"/>
                </a:lnTo>
                <a:lnTo>
                  <a:pt x="30123" y="59835"/>
                </a:lnTo>
                <a:lnTo>
                  <a:pt x="30123" y="60623"/>
                </a:lnTo>
                <a:lnTo>
                  <a:pt x="30563" y="61016"/>
                </a:lnTo>
                <a:lnTo>
                  <a:pt x="31004" y="61410"/>
                </a:lnTo>
                <a:lnTo>
                  <a:pt x="31004" y="62214"/>
                </a:lnTo>
                <a:lnTo>
                  <a:pt x="31444" y="62607"/>
                </a:lnTo>
                <a:lnTo>
                  <a:pt x="31444" y="63001"/>
                </a:lnTo>
                <a:lnTo>
                  <a:pt x="31884" y="63788"/>
                </a:lnTo>
                <a:lnTo>
                  <a:pt x="32343" y="64182"/>
                </a:lnTo>
                <a:lnTo>
                  <a:pt x="32343" y="64575"/>
                </a:lnTo>
                <a:lnTo>
                  <a:pt x="32783" y="65379"/>
                </a:lnTo>
                <a:lnTo>
                  <a:pt x="32783" y="65773"/>
                </a:lnTo>
                <a:lnTo>
                  <a:pt x="33223" y="66167"/>
                </a:lnTo>
                <a:lnTo>
                  <a:pt x="33223" y="66954"/>
                </a:lnTo>
                <a:lnTo>
                  <a:pt x="33664" y="67364"/>
                </a:lnTo>
                <a:lnTo>
                  <a:pt x="34104" y="67758"/>
                </a:lnTo>
                <a:lnTo>
                  <a:pt x="34544" y="68545"/>
                </a:lnTo>
                <a:lnTo>
                  <a:pt x="34544" y="68939"/>
                </a:lnTo>
                <a:lnTo>
                  <a:pt x="35003" y="69332"/>
                </a:lnTo>
                <a:lnTo>
                  <a:pt x="35003" y="70136"/>
                </a:lnTo>
                <a:lnTo>
                  <a:pt x="35443" y="70530"/>
                </a:lnTo>
                <a:lnTo>
                  <a:pt x="35443" y="71317"/>
                </a:lnTo>
                <a:lnTo>
                  <a:pt x="35884" y="71711"/>
                </a:lnTo>
                <a:lnTo>
                  <a:pt x="36324" y="72121"/>
                </a:lnTo>
                <a:lnTo>
                  <a:pt x="36324" y="72908"/>
                </a:lnTo>
                <a:lnTo>
                  <a:pt x="36764" y="73302"/>
                </a:lnTo>
                <a:lnTo>
                  <a:pt x="36764" y="73695"/>
                </a:lnTo>
                <a:lnTo>
                  <a:pt x="37204" y="74483"/>
                </a:lnTo>
                <a:lnTo>
                  <a:pt x="37204" y="74893"/>
                </a:lnTo>
                <a:lnTo>
                  <a:pt x="37645" y="75286"/>
                </a:lnTo>
                <a:lnTo>
                  <a:pt x="38103" y="76074"/>
                </a:lnTo>
                <a:lnTo>
                  <a:pt x="38103" y="76467"/>
                </a:lnTo>
                <a:lnTo>
                  <a:pt x="38544" y="77271"/>
                </a:lnTo>
                <a:lnTo>
                  <a:pt x="38984" y="77665"/>
                </a:lnTo>
                <a:lnTo>
                  <a:pt x="38984" y="78058"/>
                </a:lnTo>
                <a:lnTo>
                  <a:pt x="39424" y="78846"/>
                </a:lnTo>
                <a:lnTo>
                  <a:pt x="39424" y="79239"/>
                </a:lnTo>
                <a:lnTo>
                  <a:pt x="39865" y="79649"/>
                </a:lnTo>
                <a:lnTo>
                  <a:pt x="39865" y="80437"/>
                </a:lnTo>
                <a:lnTo>
                  <a:pt x="40305" y="80830"/>
                </a:lnTo>
                <a:lnTo>
                  <a:pt x="40745" y="81224"/>
                </a:lnTo>
                <a:lnTo>
                  <a:pt x="40745" y="82011"/>
                </a:lnTo>
                <a:lnTo>
                  <a:pt x="41204" y="82421"/>
                </a:lnTo>
                <a:lnTo>
                  <a:pt x="41204" y="82815"/>
                </a:lnTo>
                <a:lnTo>
                  <a:pt x="41644" y="83602"/>
                </a:lnTo>
                <a:lnTo>
                  <a:pt x="42084" y="83996"/>
                </a:lnTo>
                <a:lnTo>
                  <a:pt x="42084" y="84390"/>
                </a:lnTo>
                <a:lnTo>
                  <a:pt x="42525" y="85193"/>
                </a:lnTo>
                <a:lnTo>
                  <a:pt x="42965" y="85587"/>
                </a:lnTo>
                <a:lnTo>
                  <a:pt x="42965" y="85981"/>
                </a:lnTo>
                <a:lnTo>
                  <a:pt x="43405" y="86768"/>
                </a:lnTo>
                <a:lnTo>
                  <a:pt x="43405" y="87178"/>
                </a:lnTo>
                <a:lnTo>
                  <a:pt x="43846" y="87572"/>
                </a:lnTo>
                <a:lnTo>
                  <a:pt x="43846" y="88359"/>
                </a:lnTo>
                <a:lnTo>
                  <a:pt x="44304" y="88753"/>
                </a:lnTo>
                <a:lnTo>
                  <a:pt x="44744" y="89146"/>
                </a:lnTo>
                <a:lnTo>
                  <a:pt x="44744" y="89950"/>
                </a:lnTo>
                <a:lnTo>
                  <a:pt x="45185" y="90344"/>
                </a:lnTo>
                <a:lnTo>
                  <a:pt x="45625" y="90737"/>
                </a:lnTo>
                <a:lnTo>
                  <a:pt x="45625" y="91525"/>
                </a:lnTo>
                <a:lnTo>
                  <a:pt x="46065" y="91918"/>
                </a:lnTo>
                <a:lnTo>
                  <a:pt x="46065" y="92722"/>
                </a:lnTo>
                <a:lnTo>
                  <a:pt x="46506" y="93116"/>
                </a:lnTo>
                <a:lnTo>
                  <a:pt x="46506" y="93509"/>
                </a:lnTo>
                <a:lnTo>
                  <a:pt x="46946" y="94297"/>
                </a:lnTo>
                <a:lnTo>
                  <a:pt x="47405" y="94707"/>
                </a:lnTo>
                <a:lnTo>
                  <a:pt x="47405" y="95100"/>
                </a:lnTo>
                <a:lnTo>
                  <a:pt x="47845" y="95888"/>
                </a:lnTo>
                <a:lnTo>
                  <a:pt x="47845" y="96281"/>
                </a:lnTo>
                <a:lnTo>
                  <a:pt x="48285" y="97085"/>
                </a:lnTo>
                <a:lnTo>
                  <a:pt x="48285" y="97479"/>
                </a:lnTo>
                <a:lnTo>
                  <a:pt x="48725" y="97872"/>
                </a:lnTo>
                <a:lnTo>
                  <a:pt x="49166" y="98660"/>
                </a:lnTo>
                <a:lnTo>
                  <a:pt x="49166" y="99053"/>
                </a:lnTo>
                <a:lnTo>
                  <a:pt x="49606" y="99447"/>
                </a:lnTo>
                <a:lnTo>
                  <a:pt x="50065" y="100251"/>
                </a:lnTo>
                <a:lnTo>
                  <a:pt x="50065" y="100644"/>
                </a:lnTo>
                <a:lnTo>
                  <a:pt x="50505" y="101038"/>
                </a:lnTo>
                <a:lnTo>
                  <a:pt x="50505" y="101825"/>
                </a:lnTo>
                <a:lnTo>
                  <a:pt x="50945" y="102235"/>
                </a:lnTo>
                <a:lnTo>
                  <a:pt x="51386" y="102629"/>
                </a:lnTo>
                <a:lnTo>
                  <a:pt x="51386" y="103416"/>
                </a:lnTo>
                <a:lnTo>
                  <a:pt x="51826" y="103810"/>
                </a:lnTo>
                <a:lnTo>
                  <a:pt x="51826" y="104204"/>
                </a:lnTo>
                <a:lnTo>
                  <a:pt x="52266" y="105007"/>
                </a:lnTo>
                <a:lnTo>
                  <a:pt x="52706" y="105401"/>
                </a:lnTo>
                <a:lnTo>
                  <a:pt x="52706" y="105795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753512" y="2409743"/>
            <a:ext cx="52725" cy="107386"/>
          </a:xfrm>
          <a:custGeom>
            <a:avLst/>
            <a:gdLst/>
            <a:ahLst/>
            <a:cxnLst/>
            <a:rect l="l" t="t" r="r" b="b"/>
            <a:pathLst>
              <a:path w="52725" h="107386">
                <a:moveTo>
                  <a:pt x="0" y="0"/>
                </a:moveTo>
                <a:lnTo>
                  <a:pt x="458" y="787"/>
                </a:lnTo>
                <a:lnTo>
                  <a:pt x="458" y="1180"/>
                </a:lnTo>
                <a:lnTo>
                  <a:pt x="898" y="1591"/>
                </a:lnTo>
                <a:lnTo>
                  <a:pt x="1339" y="2378"/>
                </a:lnTo>
                <a:lnTo>
                  <a:pt x="1339" y="2771"/>
                </a:lnTo>
                <a:lnTo>
                  <a:pt x="1779" y="3165"/>
                </a:lnTo>
                <a:lnTo>
                  <a:pt x="1779" y="3969"/>
                </a:lnTo>
                <a:lnTo>
                  <a:pt x="2219" y="4363"/>
                </a:lnTo>
                <a:lnTo>
                  <a:pt x="2219" y="4756"/>
                </a:lnTo>
                <a:lnTo>
                  <a:pt x="2660" y="5543"/>
                </a:lnTo>
                <a:lnTo>
                  <a:pt x="3100" y="5937"/>
                </a:lnTo>
                <a:lnTo>
                  <a:pt x="3100" y="6741"/>
                </a:lnTo>
                <a:lnTo>
                  <a:pt x="3559" y="7135"/>
                </a:lnTo>
                <a:lnTo>
                  <a:pt x="3999" y="7528"/>
                </a:lnTo>
                <a:lnTo>
                  <a:pt x="3999" y="8315"/>
                </a:lnTo>
                <a:lnTo>
                  <a:pt x="4439" y="8726"/>
                </a:lnTo>
                <a:lnTo>
                  <a:pt x="4439" y="9119"/>
                </a:lnTo>
                <a:lnTo>
                  <a:pt x="4879" y="9907"/>
                </a:lnTo>
                <a:lnTo>
                  <a:pt x="4879" y="10300"/>
                </a:lnTo>
                <a:lnTo>
                  <a:pt x="5320" y="10694"/>
                </a:lnTo>
                <a:lnTo>
                  <a:pt x="5760" y="11498"/>
                </a:lnTo>
                <a:lnTo>
                  <a:pt x="5760" y="11891"/>
                </a:lnTo>
                <a:lnTo>
                  <a:pt x="6200" y="12679"/>
                </a:lnTo>
                <a:lnTo>
                  <a:pt x="6200" y="13072"/>
                </a:lnTo>
                <a:lnTo>
                  <a:pt x="6659" y="13466"/>
                </a:lnTo>
                <a:lnTo>
                  <a:pt x="7099" y="14270"/>
                </a:lnTo>
                <a:lnTo>
                  <a:pt x="7099" y="14663"/>
                </a:lnTo>
                <a:lnTo>
                  <a:pt x="7540" y="15057"/>
                </a:lnTo>
                <a:lnTo>
                  <a:pt x="7980" y="15844"/>
                </a:lnTo>
                <a:lnTo>
                  <a:pt x="7980" y="16254"/>
                </a:lnTo>
                <a:lnTo>
                  <a:pt x="8420" y="17042"/>
                </a:lnTo>
                <a:lnTo>
                  <a:pt x="8420" y="17435"/>
                </a:lnTo>
                <a:lnTo>
                  <a:pt x="8860" y="17829"/>
                </a:lnTo>
                <a:lnTo>
                  <a:pt x="8860" y="18616"/>
                </a:lnTo>
                <a:lnTo>
                  <a:pt x="9301" y="19026"/>
                </a:lnTo>
                <a:lnTo>
                  <a:pt x="9759" y="19420"/>
                </a:lnTo>
                <a:lnTo>
                  <a:pt x="9759" y="20207"/>
                </a:lnTo>
                <a:lnTo>
                  <a:pt x="10200" y="20601"/>
                </a:lnTo>
                <a:lnTo>
                  <a:pt x="10200" y="20994"/>
                </a:lnTo>
                <a:lnTo>
                  <a:pt x="10640" y="21798"/>
                </a:lnTo>
                <a:lnTo>
                  <a:pt x="11080" y="22192"/>
                </a:lnTo>
                <a:lnTo>
                  <a:pt x="11080" y="22586"/>
                </a:lnTo>
                <a:lnTo>
                  <a:pt x="11521" y="23373"/>
                </a:lnTo>
                <a:lnTo>
                  <a:pt x="11521" y="23783"/>
                </a:lnTo>
                <a:lnTo>
                  <a:pt x="11961" y="24570"/>
                </a:lnTo>
                <a:lnTo>
                  <a:pt x="12419" y="24964"/>
                </a:lnTo>
                <a:lnTo>
                  <a:pt x="12419" y="25358"/>
                </a:lnTo>
                <a:lnTo>
                  <a:pt x="12860" y="26145"/>
                </a:lnTo>
                <a:lnTo>
                  <a:pt x="12860" y="26555"/>
                </a:lnTo>
                <a:lnTo>
                  <a:pt x="13300" y="26949"/>
                </a:lnTo>
                <a:lnTo>
                  <a:pt x="13300" y="27736"/>
                </a:lnTo>
                <a:lnTo>
                  <a:pt x="13740" y="28130"/>
                </a:lnTo>
                <a:lnTo>
                  <a:pt x="14181" y="28523"/>
                </a:lnTo>
                <a:lnTo>
                  <a:pt x="14181" y="29327"/>
                </a:lnTo>
                <a:lnTo>
                  <a:pt x="14621" y="29721"/>
                </a:lnTo>
                <a:lnTo>
                  <a:pt x="15061" y="30114"/>
                </a:lnTo>
                <a:lnTo>
                  <a:pt x="15061" y="30902"/>
                </a:lnTo>
                <a:lnTo>
                  <a:pt x="15520" y="31312"/>
                </a:lnTo>
                <a:lnTo>
                  <a:pt x="15520" y="31705"/>
                </a:lnTo>
                <a:lnTo>
                  <a:pt x="15960" y="32493"/>
                </a:lnTo>
                <a:lnTo>
                  <a:pt x="16400" y="32886"/>
                </a:lnTo>
                <a:lnTo>
                  <a:pt x="16400" y="33690"/>
                </a:lnTo>
                <a:lnTo>
                  <a:pt x="16841" y="34084"/>
                </a:lnTo>
                <a:lnTo>
                  <a:pt x="16841" y="34477"/>
                </a:lnTo>
                <a:lnTo>
                  <a:pt x="17281" y="35265"/>
                </a:lnTo>
                <a:lnTo>
                  <a:pt x="17281" y="35658"/>
                </a:lnTo>
                <a:lnTo>
                  <a:pt x="17721" y="36052"/>
                </a:lnTo>
                <a:lnTo>
                  <a:pt x="18162" y="36856"/>
                </a:lnTo>
                <a:lnTo>
                  <a:pt x="18162" y="37249"/>
                </a:lnTo>
                <a:lnTo>
                  <a:pt x="18620" y="37643"/>
                </a:lnTo>
                <a:lnTo>
                  <a:pt x="19061" y="38430"/>
                </a:lnTo>
                <a:lnTo>
                  <a:pt x="19061" y="38840"/>
                </a:lnTo>
                <a:lnTo>
                  <a:pt x="19501" y="39234"/>
                </a:lnTo>
                <a:lnTo>
                  <a:pt x="19501" y="40021"/>
                </a:lnTo>
                <a:lnTo>
                  <a:pt x="19941" y="40415"/>
                </a:lnTo>
                <a:lnTo>
                  <a:pt x="19941" y="40809"/>
                </a:lnTo>
                <a:lnTo>
                  <a:pt x="20381" y="41612"/>
                </a:lnTo>
                <a:lnTo>
                  <a:pt x="20822" y="42006"/>
                </a:lnTo>
                <a:lnTo>
                  <a:pt x="20822" y="42793"/>
                </a:lnTo>
                <a:lnTo>
                  <a:pt x="21262" y="43187"/>
                </a:lnTo>
                <a:lnTo>
                  <a:pt x="21262" y="43581"/>
                </a:lnTo>
                <a:lnTo>
                  <a:pt x="21721" y="44384"/>
                </a:lnTo>
                <a:lnTo>
                  <a:pt x="22161" y="44778"/>
                </a:lnTo>
                <a:lnTo>
                  <a:pt x="22161" y="45172"/>
                </a:lnTo>
                <a:lnTo>
                  <a:pt x="22601" y="45959"/>
                </a:lnTo>
                <a:lnTo>
                  <a:pt x="22601" y="46369"/>
                </a:lnTo>
                <a:lnTo>
                  <a:pt x="23042" y="47156"/>
                </a:lnTo>
                <a:lnTo>
                  <a:pt x="23482" y="47550"/>
                </a:lnTo>
                <a:lnTo>
                  <a:pt x="23482" y="47944"/>
                </a:lnTo>
                <a:lnTo>
                  <a:pt x="23922" y="48747"/>
                </a:lnTo>
                <a:lnTo>
                  <a:pt x="23922" y="49141"/>
                </a:lnTo>
                <a:lnTo>
                  <a:pt x="24362" y="49535"/>
                </a:lnTo>
                <a:lnTo>
                  <a:pt x="24821" y="50322"/>
                </a:lnTo>
                <a:lnTo>
                  <a:pt x="24821" y="50716"/>
                </a:lnTo>
                <a:lnTo>
                  <a:pt x="25261" y="51126"/>
                </a:lnTo>
                <a:lnTo>
                  <a:pt x="25702" y="51913"/>
                </a:lnTo>
                <a:lnTo>
                  <a:pt x="25702" y="52307"/>
                </a:lnTo>
                <a:lnTo>
                  <a:pt x="26142" y="53094"/>
                </a:lnTo>
                <a:lnTo>
                  <a:pt x="26142" y="53488"/>
                </a:lnTo>
                <a:lnTo>
                  <a:pt x="26582" y="53898"/>
                </a:lnTo>
                <a:lnTo>
                  <a:pt x="26582" y="54685"/>
                </a:lnTo>
                <a:lnTo>
                  <a:pt x="27023" y="55079"/>
                </a:lnTo>
                <a:lnTo>
                  <a:pt x="27481" y="55472"/>
                </a:lnTo>
                <a:lnTo>
                  <a:pt x="27481" y="56276"/>
                </a:lnTo>
                <a:lnTo>
                  <a:pt x="27922" y="56670"/>
                </a:lnTo>
                <a:lnTo>
                  <a:pt x="27922" y="57457"/>
                </a:lnTo>
                <a:lnTo>
                  <a:pt x="28362" y="57851"/>
                </a:lnTo>
                <a:lnTo>
                  <a:pt x="28362" y="58244"/>
                </a:lnTo>
                <a:lnTo>
                  <a:pt x="28802" y="59048"/>
                </a:lnTo>
                <a:lnTo>
                  <a:pt x="29242" y="59442"/>
                </a:lnTo>
                <a:lnTo>
                  <a:pt x="29242" y="59835"/>
                </a:lnTo>
                <a:lnTo>
                  <a:pt x="29683" y="60623"/>
                </a:lnTo>
                <a:lnTo>
                  <a:pt x="30123" y="61016"/>
                </a:lnTo>
                <a:lnTo>
                  <a:pt x="30123" y="61426"/>
                </a:lnTo>
                <a:lnTo>
                  <a:pt x="30582" y="62214"/>
                </a:lnTo>
                <a:lnTo>
                  <a:pt x="30582" y="62607"/>
                </a:lnTo>
                <a:lnTo>
                  <a:pt x="31022" y="63395"/>
                </a:lnTo>
                <a:lnTo>
                  <a:pt x="31022" y="63805"/>
                </a:lnTo>
                <a:lnTo>
                  <a:pt x="31462" y="64198"/>
                </a:lnTo>
                <a:lnTo>
                  <a:pt x="31903" y="64986"/>
                </a:lnTo>
                <a:lnTo>
                  <a:pt x="31903" y="65379"/>
                </a:lnTo>
                <a:lnTo>
                  <a:pt x="32343" y="65773"/>
                </a:lnTo>
                <a:lnTo>
                  <a:pt x="32343" y="66577"/>
                </a:lnTo>
                <a:lnTo>
                  <a:pt x="32783" y="66970"/>
                </a:lnTo>
                <a:lnTo>
                  <a:pt x="33223" y="67364"/>
                </a:lnTo>
                <a:lnTo>
                  <a:pt x="33223" y="68151"/>
                </a:lnTo>
                <a:lnTo>
                  <a:pt x="33682" y="68561"/>
                </a:lnTo>
                <a:lnTo>
                  <a:pt x="34122" y="68955"/>
                </a:lnTo>
                <a:lnTo>
                  <a:pt x="34122" y="69742"/>
                </a:lnTo>
                <a:lnTo>
                  <a:pt x="34563" y="70136"/>
                </a:lnTo>
                <a:lnTo>
                  <a:pt x="34563" y="70923"/>
                </a:lnTo>
                <a:lnTo>
                  <a:pt x="35003" y="71333"/>
                </a:lnTo>
                <a:lnTo>
                  <a:pt x="35003" y="71727"/>
                </a:lnTo>
                <a:lnTo>
                  <a:pt x="35443" y="72514"/>
                </a:lnTo>
                <a:lnTo>
                  <a:pt x="35884" y="72908"/>
                </a:lnTo>
                <a:lnTo>
                  <a:pt x="35884" y="73302"/>
                </a:lnTo>
                <a:lnTo>
                  <a:pt x="36324" y="74105"/>
                </a:lnTo>
                <a:lnTo>
                  <a:pt x="36782" y="74499"/>
                </a:lnTo>
                <a:lnTo>
                  <a:pt x="36782" y="74893"/>
                </a:lnTo>
                <a:lnTo>
                  <a:pt x="37223" y="75680"/>
                </a:lnTo>
                <a:lnTo>
                  <a:pt x="37223" y="76090"/>
                </a:lnTo>
                <a:lnTo>
                  <a:pt x="37663" y="76484"/>
                </a:lnTo>
                <a:lnTo>
                  <a:pt x="37663" y="77271"/>
                </a:lnTo>
                <a:lnTo>
                  <a:pt x="38103" y="77665"/>
                </a:lnTo>
                <a:lnTo>
                  <a:pt x="38544" y="78452"/>
                </a:lnTo>
                <a:lnTo>
                  <a:pt x="38544" y="78862"/>
                </a:lnTo>
                <a:lnTo>
                  <a:pt x="38984" y="79256"/>
                </a:lnTo>
                <a:lnTo>
                  <a:pt x="38984" y="80043"/>
                </a:lnTo>
                <a:lnTo>
                  <a:pt x="39424" y="80437"/>
                </a:lnTo>
                <a:lnTo>
                  <a:pt x="39424" y="80830"/>
                </a:lnTo>
                <a:lnTo>
                  <a:pt x="39883" y="81634"/>
                </a:lnTo>
                <a:lnTo>
                  <a:pt x="40323" y="82028"/>
                </a:lnTo>
                <a:lnTo>
                  <a:pt x="40323" y="82421"/>
                </a:lnTo>
                <a:lnTo>
                  <a:pt x="40763" y="83209"/>
                </a:lnTo>
                <a:lnTo>
                  <a:pt x="41204" y="83619"/>
                </a:lnTo>
                <a:lnTo>
                  <a:pt x="41204" y="84012"/>
                </a:lnTo>
                <a:lnTo>
                  <a:pt x="41644" y="84800"/>
                </a:lnTo>
                <a:lnTo>
                  <a:pt x="41644" y="85193"/>
                </a:lnTo>
                <a:lnTo>
                  <a:pt x="42084" y="85981"/>
                </a:lnTo>
                <a:lnTo>
                  <a:pt x="42543" y="86391"/>
                </a:lnTo>
                <a:lnTo>
                  <a:pt x="42543" y="86784"/>
                </a:lnTo>
                <a:lnTo>
                  <a:pt x="42983" y="87572"/>
                </a:lnTo>
                <a:lnTo>
                  <a:pt x="42983" y="87965"/>
                </a:lnTo>
                <a:lnTo>
                  <a:pt x="43424" y="88359"/>
                </a:lnTo>
                <a:lnTo>
                  <a:pt x="43424" y="89163"/>
                </a:lnTo>
                <a:lnTo>
                  <a:pt x="43864" y="89556"/>
                </a:lnTo>
                <a:lnTo>
                  <a:pt x="44304" y="89950"/>
                </a:lnTo>
                <a:lnTo>
                  <a:pt x="44304" y="90737"/>
                </a:lnTo>
                <a:lnTo>
                  <a:pt x="44744" y="91147"/>
                </a:lnTo>
                <a:lnTo>
                  <a:pt x="45185" y="91541"/>
                </a:lnTo>
                <a:lnTo>
                  <a:pt x="45185" y="92328"/>
                </a:lnTo>
                <a:lnTo>
                  <a:pt x="45643" y="92722"/>
                </a:lnTo>
                <a:lnTo>
                  <a:pt x="45643" y="93526"/>
                </a:lnTo>
                <a:lnTo>
                  <a:pt x="46084" y="93919"/>
                </a:lnTo>
                <a:lnTo>
                  <a:pt x="46084" y="94313"/>
                </a:lnTo>
                <a:lnTo>
                  <a:pt x="46524" y="95100"/>
                </a:lnTo>
                <a:lnTo>
                  <a:pt x="46964" y="95494"/>
                </a:lnTo>
                <a:lnTo>
                  <a:pt x="46964" y="95888"/>
                </a:lnTo>
                <a:lnTo>
                  <a:pt x="47405" y="96691"/>
                </a:lnTo>
                <a:lnTo>
                  <a:pt x="47845" y="97085"/>
                </a:lnTo>
                <a:lnTo>
                  <a:pt x="47845" y="97479"/>
                </a:lnTo>
                <a:lnTo>
                  <a:pt x="48285" y="98266"/>
                </a:lnTo>
                <a:lnTo>
                  <a:pt x="48285" y="98676"/>
                </a:lnTo>
                <a:lnTo>
                  <a:pt x="48744" y="99463"/>
                </a:lnTo>
                <a:lnTo>
                  <a:pt x="48744" y="99857"/>
                </a:lnTo>
                <a:lnTo>
                  <a:pt x="49184" y="100251"/>
                </a:lnTo>
                <a:lnTo>
                  <a:pt x="49624" y="101054"/>
                </a:lnTo>
                <a:lnTo>
                  <a:pt x="49624" y="101448"/>
                </a:lnTo>
                <a:lnTo>
                  <a:pt x="50065" y="101842"/>
                </a:lnTo>
                <a:lnTo>
                  <a:pt x="50065" y="102629"/>
                </a:lnTo>
                <a:lnTo>
                  <a:pt x="50505" y="103023"/>
                </a:lnTo>
                <a:lnTo>
                  <a:pt x="50945" y="103826"/>
                </a:lnTo>
                <a:lnTo>
                  <a:pt x="50945" y="104220"/>
                </a:lnTo>
                <a:lnTo>
                  <a:pt x="51386" y="104614"/>
                </a:lnTo>
                <a:lnTo>
                  <a:pt x="51844" y="105401"/>
                </a:lnTo>
                <a:lnTo>
                  <a:pt x="51844" y="105795"/>
                </a:lnTo>
                <a:lnTo>
                  <a:pt x="52284" y="106205"/>
                </a:lnTo>
                <a:lnTo>
                  <a:pt x="52284" y="106992"/>
                </a:lnTo>
                <a:lnTo>
                  <a:pt x="52725" y="107386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806237" y="2517129"/>
            <a:ext cx="52266" cy="106992"/>
          </a:xfrm>
          <a:custGeom>
            <a:avLst/>
            <a:gdLst/>
            <a:ahLst/>
            <a:cxnLst/>
            <a:rect l="l" t="t" r="r" b="b"/>
            <a:pathLst>
              <a:path w="52266" h="106992">
                <a:moveTo>
                  <a:pt x="0" y="0"/>
                </a:moveTo>
                <a:lnTo>
                  <a:pt x="0" y="787"/>
                </a:lnTo>
                <a:lnTo>
                  <a:pt x="440" y="1197"/>
                </a:lnTo>
                <a:lnTo>
                  <a:pt x="880" y="1591"/>
                </a:lnTo>
                <a:lnTo>
                  <a:pt x="880" y="2378"/>
                </a:lnTo>
                <a:lnTo>
                  <a:pt x="1320" y="2771"/>
                </a:lnTo>
                <a:lnTo>
                  <a:pt x="1320" y="3165"/>
                </a:lnTo>
                <a:lnTo>
                  <a:pt x="1761" y="3969"/>
                </a:lnTo>
                <a:lnTo>
                  <a:pt x="2219" y="4363"/>
                </a:lnTo>
                <a:lnTo>
                  <a:pt x="2219" y="4756"/>
                </a:lnTo>
                <a:lnTo>
                  <a:pt x="2660" y="5543"/>
                </a:lnTo>
                <a:lnTo>
                  <a:pt x="2660" y="5937"/>
                </a:lnTo>
                <a:lnTo>
                  <a:pt x="3100" y="6741"/>
                </a:lnTo>
                <a:lnTo>
                  <a:pt x="3540" y="7135"/>
                </a:lnTo>
                <a:lnTo>
                  <a:pt x="3540" y="7528"/>
                </a:lnTo>
                <a:lnTo>
                  <a:pt x="3980" y="8315"/>
                </a:lnTo>
                <a:lnTo>
                  <a:pt x="3980" y="8726"/>
                </a:lnTo>
                <a:lnTo>
                  <a:pt x="4421" y="9119"/>
                </a:lnTo>
                <a:lnTo>
                  <a:pt x="4421" y="9907"/>
                </a:lnTo>
                <a:lnTo>
                  <a:pt x="4879" y="10300"/>
                </a:lnTo>
                <a:lnTo>
                  <a:pt x="5320" y="11104"/>
                </a:lnTo>
                <a:lnTo>
                  <a:pt x="5320" y="11498"/>
                </a:lnTo>
                <a:lnTo>
                  <a:pt x="5760" y="11891"/>
                </a:lnTo>
                <a:lnTo>
                  <a:pt x="6200" y="12679"/>
                </a:lnTo>
                <a:lnTo>
                  <a:pt x="6200" y="13072"/>
                </a:lnTo>
                <a:lnTo>
                  <a:pt x="6641" y="13466"/>
                </a:lnTo>
                <a:lnTo>
                  <a:pt x="6641" y="14270"/>
                </a:lnTo>
                <a:lnTo>
                  <a:pt x="7081" y="14663"/>
                </a:lnTo>
                <a:lnTo>
                  <a:pt x="7521" y="15057"/>
                </a:lnTo>
                <a:lnTo>
                  <a:pt x="7521" y="15844"/>
                </a:lnTo>
                <a:lnTo>
                  <a:pt x="7980" y="16254"/>
                </a:lnTo>
                <a:lnTo>
                  <a:pt x="7980" y="16648"/>
                </a:lnTo>
                <a:lnTo>
                  <a:pt x="8420" y="17435"/>
                </a:lnTo>
                <a:lnTo>
                  <a:pt x="8420" y="17829"/>
                </a:lnTo>
                <a:lnTo>
                  <a:pt x="8860" y="18633"/>
                </a:lnTo>
                <a:lnTo>
                  <a:pt x="9301" y="19026"/>
                </a:lnTo>
                <a:lnTo>
                  <a:pt x="9301" y="19420"/>
                </a:lnTo>
                <a:lnTo>
                  <a:pt x="9741" y="20207"/>
                </a:lnTo>
                <a:lnTo>
                  <a:pt x="10181" y="20601"/>
                </a:lnTo>
                <a:lnTo>
                  <a:pt x="10181" y="21011"/>
                </a:lnTo>
                <a:lnTo>
                  <a:pt x="10622" y="21798"/>
                </a:lnTo>
                <a:lnTo>
                  <a:pt x="10622" y="22192"/>
                </a:lnTo>
                <a:lnTo>
                  <a:pt x="11080" y="22586"/>
                </a:lnTo>
                <a:lnTo>
                  <a:pt x="11080" y="23373"/>
                </a:lnTo>
                <a:lnTo>
                  <a:pt x="11521" y="23783"/>
                </a:lnTo>
                <a:lnTo>
                  <a:pt x="11961" y="24177"/>
                </a:lnTo>
                <a:lnTo>
                  <a:pt x="11961" y="24964"/>
                </a:lnTo>
                <a:lnTo>
                  <a:pt x="12401" y="25358"/>
                </a:lnTo>
                <a:lnTo>
                  <a:pt x="12401" y="25751"/>
                </a:lnTo>
                <a:lnTo>
                  <a:pt x="12841" y="26555"/>
                </a:lnTo>
                <a:lnTo>
                  <a:pt x="13282" y="26949"/>
                </a:lnTo>
                <a:lnTo>
                  <a:pt x="13282" y="27736"/>
                </a:lnTo>
                <a:lnTo>
                  <a:pt x="13722" y="28130"/>
                </a:lnTo>
                <a:lnTo>
                  <a:pt x="13722" y="28540"/>
                </a:lnTo>
                <a:lnTo>
                  <a:pt x="14181" y="29327"/>
                </a:lnTo>
                <a:lnTo>
                  <a:pt x="14621" y="29721"/>
                </a:lnTo>
                <a:lnTo>
                  <a:pt x="14621" y="30114"/>
                </a:lnTo>
                <a:lnTo>
                  <a:pt x="15061" y="30508"/>
                </a:lnTo>
                <a:lnTo>
                  <a:pt x="15061" y="31312"/>
                </a:lnTo>
                <a:lnTo>
                  <a:pt x="15502" y="31705"/>
                </a:lnTo>
                <a:lnTo>
                  <a:pt x="15942" y="32493"/>
                </a:lnTo>
                <a:lnTo>
                  <a:pt x="15942" y="32886"/>
                </a:lnTo>
                <a:lnTo>
                  <a:pt x="16382" y="33280"/>
                </a:lnTo>
                <a:lnTo>
                  <a:pt x="16382" y="34084"/>
                </a:lnTo>
                <a:lnTo>
                  <a:pt x="16822" y="34477"/>
                </a:lnTo>
                <a:lnTo>
                  <a:pt x="17281" y="34871"/>
                </a:lnTo>
                <a:lnTo>
                  <a:pt x="17281" y="35658"/>
                </a:lnTo>
                <a:lnTo>
                  <a:pt x="17721" y="36068"/>
                </a:lnTo>
                <a:lnTo>
                  <a:pt x="17721" y="36856"/>
                </a:lnTo>
                <a:lnTo>
                  <a:pt x="18162" y="37249"/>
                </a:lnTo>
                <a:lnTo>
                  <a:pt x="18602" y="37643"/>
                </a:lnTo>
                <a:lnTo>
                  <a:pt x="18602" y="38430"/>
                </a:lnTo>
                <a:lnTo>
                  <a:pt x="19042" y="38840"/>
                </a:lnTo>
                <a:lnTo>
                  <a:pt x="19042" y="39234"/>
                </a:lnTo>
                <a:lnTo>
                  <a:pt x="19483" y="40021"/>
                </a:lnTo>
                <a:lnTo>
                  <a:pt x="19483" y="40415"/>
                </a:lnTo>
                <a:lnTo>
                  <a:pt x="19941" y="40809"/>
                </a:lnTo>
                <a:lnTo>
                  <a:pt x="20381" y="41612"/>
                </a:lnTo>
                <a:lnTo>
                  <a:pt x="20381" y="42006"/>
                </a:lnTo>
                <a:lnTo>
                  <a:pt x="20822" y="42400"/>
                </a:lnTo>
                <a:lnTo>
                  <a:pt x="21262" y="43187"/>
                </a:lnTo>
                <a:lnTo>
                  <a:pt x="21262" y="43597"/>
                </a:lnTo>
                <a:lnTo>
                  <a:pt x="21702" y="44384"/>
                </a:lnTo>
                <a:lnTo>
                  <a:pt x="21702" y="44778"/>
                </a:lnTo>
                <a:lnTo>
                  <a:pt x="22143" y="45172"/>
                </a:lnTo>
                <a:lnTo>
                  <a:pt x="22143" y="45975"/>
                </a:lnTo>
                <a:lnTo>
                  <a:pt x="22583" y="46369"/>
                </a:lnTo>
                <a:lnTo>
                  <a:pt x="23042" y="46763"/>
                </a:lnTo>
                <a:lnTo>
                  <a:pt x="23042" y="47550"/>
                </a:lnTo>
                <a:lnTo>
                  <a:pt x="23482" y="47944"/>
                </a:lnTo>
                <a:lnTo>
                  <a:pt x="23482" y="48337"/>
                </a:lnTo>
                <a:lnTo>
                  <a:pt x="23922" y="49141"/>
                </a:lnTo>
                <a:lnTo>
                  <a:pt x="24362" y="49535"/>
                </a:lnTo>
                <a:lnTo>
                  <a:pt x="24362" y="49928"/>
                </a:lnTo>
                <a:lnTo>
                  <a:pt x="24803" y="50716"/>
                </a:lnTo>
                <a:lnTo>
                  <a:pt x="25243" y="51126"/>
                </a:lnTo>
                <a:lnTo>
                  <a:pt x="25243" y="51519"/>
                </a:lnTo>
                <a:lnTo>
                  <a:pt x="25683" y="52307"/>
                </a:lnTo>
                <a:lnTo>
                  <a:pt x="25683" y="52700"/>
                </a:lnTo>
                <a:lnTo>
                  <a:pt x="26142" y="53094"/>
                </a:lnTo>
                <a:lnTo>
                  <a:pt x="26142" y="53898"/>
                </a:lnTo>
                <a:lnTo>
                  <a:pt x="26582" y="54291"/>
                </a:lnTo>
                <a:lnTo>
                  <a:pt x="27023" y="55079"/>
                </a:lnTo>
                <a:lnTo>
                  <a:pt x="27023" y="55472"/>
                </a:lnTo>
                <a:lnTo>
                  <a:pt x="27463" y="55866"/>
                </a:lnTo>
                <a:lnTo>
                  <a:pt x="27903" y="56670"/>
                </a:lnTo>
                <a:lnTo>
                  <a:pt x="27903" y="57063"/>
                </a:lnTo>
                <a:lnTo>
                  <a:pt x="28343" y="57457"/>
                </a:lnTo>
                <a:lnTo>
                  <a:pt x="28343" y="58244"/>
                </a:lnTo>
                <a:lnTo>
                  <a:pt x="28784" y="58654"/>
                </a:lnTo>
                <a:lnTo>
                  <a:pt x="28784" y="59048"/>
                </a:lnTo>
                <a:lnTo>
                  <a:pt x="29242" y="59835"/>
                </a:lnTo>
                <a:lnTo>
                  <a:pt x="29683" y="60229"/>
                </a:lnTo>
                <a:lnTo>
                  <a:pt x="29683" y="60623"/>
                </a:lnTo>
                <a:lnTo>
                  <a:pt x="30123" y="61426"/>
                </a:lnTo>
                <a:lnTo>
                  <a:pt x="30123" y="61820"/>
                </a:lnTo>
                <a:lnTo>
                  <a:pt x="30563" y="62607"/>
                </a:lnTo>
                <a:lnTo>
                  <a:pt x="30563" y="63001"/>
                </a:lnTo>
                <a:lnTo>
                  <a:pt x="31004" y="63411"/>
                </a:lnTo>
                <a:lnTo>
                  <a:pt x="31444" y="64198"/>
                </a:lnTo>
                <a:lnTo>
                  <a:pt x="31884" y="64592"/>
                </a:lnTo>
                <a:lnTo>
                  <a:pt x="31884" y="64986"/>
                </a:lnTo>
                <a:lnTo>
                  <a:pt x="32343" y="65773"/>
                </a:lnTo>
                <a:lnTo>
                  <a:pt x="32343" y="66183"/>
                </a:lnTo>
                <a:lnTo>
                  <a:pt x="32783" y="66577"/>
                </a:lnTo>
                <a:lnTo>
                  <a:pt x="32783" y="67364"/>
                </a:lnTo>
                <a:lnTo>
                  <a:pt x="33223" y="67758"/>
                </a:lnTo>
                <a:lnTo>
                  <a:pt x="33664" y="68561"/>
                </a:lnTo>
                <a:lnTo>
                  <a:pt x="33664" y="68955"/>
                </a:lnTo>
                <a:lnTo>
                  <a:pt x="34104" y="69349"/>
                </a:lnTo>
                <a:lnTo>
                  <a:pt x="34104" y="70136"/>
                </a:lnTo>
                <a:lnTo>
                  <a:pt x="34544" y="70530"/>
                </a:lnTo>
                <a:lnTo>
                  <a:pt x="34544" y="70940"/>
                </a:lnTo>
                <a:lnTo>
                  <a:pt x="35003" y="71727"/>
                </a:lnTo>
                <a:lnTo>
                  <a:pt x="35443" y="72121"/>
                </a:lnTo>
                <a:lnTo>
                  <a:pt x="35443" y="72514"/>
                </a:lnTo>
                <a:lnTo>
                  <a:pt x="35884" y="73302"/>
                </a:lnTo>
                <a:lnTo>
                  <a:pt x="36324" y="73712"/>
                </a:lnTo>
                <a:lnTo>
                  <a:pt x="36324" y="74499"/>
                </a:lnTo>
                <a:lnTo>
                  <a:pt x="36764" y="74893"/>
                </a:lnTo>
                <a:lnTo>
                  <a:pt x="36764" y="75286"/>
                </a:lnTo>
                <a:lnTo>
                  <a:pt x="37204" y="76090"/>
                </a:lnTo>
                <a:lnTo>
                  <a:pt x="37204" y="76484"/>
                </a:lnTo>
                <a:lnTo>
                  <a:pt x="37645" y="76877"/>
                </a:lnTo>
                <a:lnTo>
                  <a:pt x="38103" y="77665"/>
                </a:lnTo>
                <a:lnTo>
                  <a:pt x="38103" y="78058"/>
                </a:lnTo>
                <a:lnTo>
                  <a:pt x="38544" y="78468"/>
                </a:lnTo>
                <a:lnTo>
                  <a:pt x="38984" y="79256"/>
                </a:lnTo>
                <a:lnTo>
                  <a:pt x="38984" y="79649"/>
                </a:lnTo>
                <a:lnTo>
                  <a:pt x="39424" y="80043"/>
                </a:lnTo>
                <a:lnTo>
                  <a:pt x="39424" y="80830"/>
                </a:lnTo>
                <a:lnTo>
                  <a:pt x="39865" y="81240"/>
                </a:lnTo>
                <a:lnTo>
                  <a:pt x="39865" y="81634"/>
                </a:lnTo>
                <a:lnTo>
                  <a:pt x="40305" y="82421"/>
                </a:lnTo>
                <a:lnTo>
                  <a:pt x="40745" y="82815"/>
                </a:lnTo>
                <a:lnTo>
                  <a:pt x="40745" y="83209"/>
                </a:lnTo>
                <a:lnTo>
                  <a:pt x="41204" y="84012"/>
                </a:lnTo>
                <a:lnTo>
                  <a:pt x="41204" y="84406"/>
                </a:lnTo>
                <a:lnTo>
                  <a:pt x="41644" y="84800"/>
                </a:lnTo>
                <a:lnTo>
                  <a:pt x="42084" y="85587"/>
                </a:lnTo>
                <a:lnTo>
                  <a:pt x="42084" y="85997"/>
                </a:lnTo>
                <a:lnTo>
                  <a:pt x="42525" y="86391"/>
                </a:lnTo>
                <a:lnTo>
                  <a:pt x="42965" y="87178"/>
                </a:lnTo>
                <a:lnTo>
                  <a:pt x="42965" y="87572"/>
                </a:lnTo>
                <a:lnTo>
                  <a:pt x="43405" y="88375"/>
                </a:lnTo>
                <a:lnTo>
                  <a:pt x="43405" y="88769"/>
                </a:lnTo>
                <a:lnTo>
                  <a:pt x="43846" y="89163"/>
                </a:lnTo>
                <a:lnTo>
                  <a:pt x="43846" y="89950"/>
                </a:lnTo>
                <a:lnTo>
                  <a:pt x="44304" y="90344"/>
                </a:lnTo>
                <a:lnTo>
                  <a:pt x="44744" y="90737"/>
                </a:lnTo>
                <a:lnTo>
                  <a:pt x="44744" y="91541"/>
                </a:lnTo>
                <a:lnTo>
                  <a:pt x="45185" y="91935"/>
                </a:lnTo>
                <a:lnTo>
                  <a:pt x="45185" y="92722"/>
                </a:lnTo>
                <a:lnTo>
                  <a:pt x="45625" y="93116"/>
                </a:lnTo>
                <a:lnTo>
                  <a:pt x="46065" y="93526"/>
                </a:lnTo>
                <a:lnTo>
                  <a:pt x="46065" y="94313"/>
                </a:lnTo>
                <a:lnTo>
                  <a:pt x="46506" y="94707"/>
                </a:lnTo>
                <a:lnTo>
                  <a:pt x="46506" y="95100"/>
                </a:lnTo>
                <a:lnTo>
                  <a:pt x="46946" y="95904"/>
                </a:lnTo>
                <a:lnTo>
                  <a:pt x="47405" y="96298"/>
                </a:lnTo>
                <a:lnTo>
                  <a:pt x="47405" y="96691"/>
                </a:lnTo>
                <a:lnTo>
                  <a:pt x="47845" y="97479"/>
                </a:lnTo>
                <a:lnTo>
                  <a:pt x="47845" y="97872"/>
                </a:lnTo>
                <a:lnTo>
                  <a:pt x="48285" y="98266"/>
                </a:lnTo>
                <a:lnTo>
                  <a:pt x="48285" y="99070"/>
                </a:lnTo>
                <a:lnTo>
                  <a:pt x="48725" y="99463"/>
                </a:lnTo>
                <a:lnTo>
                  <a:pt x="49166" y="99857"/>
                </a:lnTo>
                <a:lnTo>
                  <a:pt x="49166" y="100644"/>
                </a:lnTo>
                <a:lnTo>
                  <a:pt x="49606" y="101054"/>
                </a:lnTo>
                <a:lnTo>
                  <a:pt x="50065" y="101448"/>
                </a:lnTo>
                <a:lnTo>
                  <a:pt x="50065" y="102235"/>
                </a:lnTo>
                <a:lnTo>
                  <a:pt x="50505" y="102629"/>
                </a:lnTo>
                <a:lnTo>
                  <a:pt x="50505" y="103023"/>
                </a:lnTo>
                <a:lnTo>
                  <a:pt x="50945" y="103826"/>
                </a:lnTo>
                <a:lnTo>
                  <a:pt x="51386" y="104220"/>
                </a:lnTo>
                <a:lnTo>
                  <a:pt x="51386" y="104614"/>
                </a:lnTo>
                <a:lnTo>
                  <a:pt x="51826" y="105401"/>
                </a:lnTo>
                <a:lnTo>
                  <a:pt x="51826" y="105811"/>
                </a:lnTo>
                <a:lnTo>
                  <a:pt x="52266" y="106205"/>
                </a:lnTo>
                <a:lnTo>
                  <a:pt x="52266" y="106992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858504" y="2624121"/>
            <a:ext cx="52725" cy="105007"/>
          </a:xfrm>
          <a:custGeom>
            <a:avLst/>
            <a:gdLst/>
            <a:ahLst/>
            <a:cxnLst/>
            <a:rect l="l" t="t" r="r" b="b"/>
            <a:pathLst>
              <a:path w="52725" h="105007">
                <a:moveTo>
                  <a:pt x="0" y="0"/>
                </a:moveTo>
                <a:lnTo>
                  <a:pt x="440" y="393"/>
                </a:lnTo>
                <a:lnTo>
                  <a:pt x="898" y="1180"/>
                </a:lnTo>
                <a:lnTo>
                  <a:pt x="898" y="1591"/>
                </a:lnTo>
                <a:lnTo>
                  <a:pt x="1339" y="1984"/>
                </a:lnTo>
                <a:lnTo>
                  <a:pt x="1779" y="2771"/>
                </a:lnTo>
                <a:lnTo>
                  <a:pt x="1779" y="3165"/>
                </a:lnTo>
                <a:lnTo>
                  <a:pt x="2219" y="3559"/>
                </a:lnTo>
                <a:lnTo>
                  <a:pt x="2219" y="4363"/>
                </a:lnTo>
                <a:lnTo>
                  <a:pt x="2660" y="4756"/>
                </a:lnTo>
                <a:lnTo>
                  <a:pt x="2660" y="5150"/>
                </a:lnTo>
                <a:lnTo>
                  <a:pt x="3100" y="5937"/>
                </a:lnTo>
                <a:lnTo>
                  <a:pt x="3540" y="6347"/>
                </a:lnTo>
                <a:lnTo>
                  <a:pt x="3540" y="7135"/>
                </a:lnTo>
                <a:lnTo>
                  <a:pt x="3999" y="7528"/>
                </a:lnTo>
                <a:lnTo>
                  <a:pt x="3999" y="7922"/>
                </a:lnTo>
                <a:lnTo>
                  <a:pt x="4439" y="8709"/>
                </a:lnTo>
                <a:lnTo>
                  <a:pt x="4879" y="9119"/>
                </a:lnTo>
                <a:lnTo>
                  <a:pt x="4879" y="9513"/>
                </a:lnTo>
                <a:lnTo>
                  <a:pt x="5320" y="10300"/>
                </a:lnTo>
                <a:lnTo>
                  <a:pt x="5760" y="10694"/>
                </a:lnTo>
                <a:lnTo>
                  <a:pt x="5760" y="11087"/>
                </a:lnTo>
                <a:lnTo>
                  <a:pt x="6200" y="11891"/>
                </a:lnTo>
                <a:lnTo>
                  <a:pt x="6200" y="12285"/>
                </a:lnTo>
                <a:lnTo>
                  <a:pt x="6641" y="12679"/>
                </a:lnTo>
                <a:lnTo>
                  <a:pt x="6641" y="13072"/>
                </a:lnTo>
                <a:lnTo>
                  <a:pt x="7099" y="13876"/>
                </a:lnTo>
                <a:lnTo>
                  <a:pt x="7540" y="14270"/>
                </a:lnTo>
                <a:lnTo>
                  <a:pt x="7540" y="14663"/>
                </a:lnTo>
                <a:lnTo>
                  <a:pt x="7980" y="15451"/>
                </a:lnTo>
                <a:lnTo>
                  <a:pt x="7980" y="15844"/>
                </a:lnTo>
                <a:lnTo>
                  <a:pt x="8420" y="16648"/>
                </a:lnTo>
                <a:lnTo>
                  <a:pt x="8860" y="17042"/>
                </a:lnTo>
                <a:lnTo>
                  <a:pt x="8860" y="17435"/>
                </a:lnTo>
                <a:lnTo>
                  <a:pt x="9301" y="18222"/>
                </a:lnTo>
                <a:lnTo>
                  <a:pt x="9301" y="18616"/>
                </a:lnTo>
                <a:lnTo>
                  <a:pt x="9741" y="19026"/>
                </a:lnTo>
                <a:lnTo>
                  <a:pt x="10200" y="19814"/>
                </a:lnTo>
                <a:lnTo>
                  <a:pt x="10200" y="20207"/>
                </a:lnTo>
                <a:lnTo>
                  <a:pt x="10640" y="20601"/>
                </a:lnTo>
                <a:lnTo>
                  <a:pt x="10640" y="21405"/>
                </a:lnTo>
                <a:lnTo>
                  <a:pt x="11080" y="21798"/>
                </a:lnTo>
                <a:lnTo>
                  <a:pt x="11080" y="22586"/>
                </a:lnTo>
                <a:lnTo>
                  <a:pt x="11521" y="22979"/>
                </a:lnTo>
                <a:lnTo>
                  <a:pt x="11961" y="23373"/>
                </a:lnTo>
                <a:lnTo>
                  <a:pt x="11961" y="24177"/>
                </a:lnTo>
                <a:lnTo>
                  <a:pt x="12401" y="24570"/>
                </a:lnTo>
                <a:lnTo>
                  <a:pt x="12860" y="24964"/>
                </a:lnTo>
                <a:lnTo>
                  <a:pt x="12860" y="25358"/>
                </a:lnTo>
                <a:lnTo>
                  <a:pt x="13300" y="26145"/>
                </a:lnTo>
                <a:lnTo>
                  <a:pt x="13300" y="26555"/>
                </a:lnTo>
                <a:lnTo>
                  <a:pt x="13740" y="26949"/>
                </a:lnTo>
                <a:lnTo>
                  <a:pt x="14181" y="27736"/>
                </a:lnTo>
                <a:lnTo>
                  <a:pt x="14181" y="28130"/>
                </a:lnTo>
                <a:lnTo>
                  <a:pt x="14621" y="28523"/>
                </a:lnTo>
                <a:lnTo>
                  <a:pt x="14621" y="29327"/>
                </a:lnTo>
                <a:lnTo>
                  <a:pt x="15061" y="29721"/>
                </a:lnTo>
                <a:lnTo>
                  <a:pt x="15061" y="30114"/>
                </a:lnTo>
                <a:lnTo>
                  <a:pt x="15502" y="30902"/>
                </a:lnTo>
                <a:lnTo>
                  <a:pt x="15960" y="31312"/>
                </a:lnTo>
                <a:lnTo>
                  <a:pt x="15960" y="32099"/>
                </a:lnTo>
                <a:lnTo>
                  <a:pt x="16400" y="32493"/>
                </a:lnTo>
                <a:lnTo>
                  <a:pt x="16841" y="32886"/>
                </a:lnTo>
                <a:lnTo>
                  <a:pt x="16841" y="33673"/>
                </a:lnTo>
                <a:lnTo>
                  <a:pt x="17281" y="34084"/>
                </a:lnTo>
                <a:lnTo>
                  <a:pt x="17281" y="34477"/>
                </a:lnTo>
                <a:lnTo>
                  <a:pt x="17721" y="35265"/>
                </a:lnTo>
                <a:lnTo>
                  <a:pt x="17721" y="35658"/>
                </a:lnTo>
                <a:lnTo>
                  <a:pt x="18162" y="36052"/>
                </a:lnTo>
                <a:lnTo>
                  <a:pt x="18602" y="36856"/>
                </a:lnTo>
                <a:lnTo>
                  <a:pt x="18602" y="37249"/>
                </a:lnTo>
                <a:lnTo>
                  <a:pt x="19061" y="37643"/>
                </a:lnTo>
                <a:lnTo>
                  <a:pt x="19501" y="38430"/>
                </a:lnTo>
                <a:lnTo>
                  <a:pt x="19501" y="38840"/>
                </a:lnTo>
                <a:lnTo>
                  <a:pt x="19941" y="39234"/>
                </a:lnTo>
                <a:lnTo>
                  <a:pt x="19941" y="40021"/>
                </a:lnTo>
                <a:lnTo>
                  <a:pt x="20381" y="40415"/>
                </a:lnTo>
                <a:lnTo>
                  <a:pt x="20381" y="40809"/>
                </a:lnTo>
                <a:lnTo>
                  <a:pt x="20822" y="41612"/>
                </a:lnTo>
                <a:lnTo>
                  <a:pt x="21262" y="42006"/>
                </a:lnTo>
                <a:lnTo>
                  <a:pt x="21262" y="42400"/>
                </a:lnTo>
                <a:lnTo>
                  <a:pt x="21702" y="43187"/>
                </a:lnTo>
                <a:lnTo>
                  <a:pt x="21702" y="43581"/>
                </a:lnTo>
                <a:lnTo>
                  <a:pt x="22161" y="43991"/>
                </a:lnTo>
                <a:lnTo>
                  <a:pt x="22601" y="44778"/>
                </a:lnTo>
                <a:lnTo>
                  <a:pt x="22601" y="45172"/>
                </a:lnTo>
                <a:lnTo>
                  <a:pt x="23042" y="45565"/>
                </a:lnTo>
                <a:lnTo>
                  <a:pt x="23482" y="46369"/>
                </a:lnTo>
                <a:lnTo>
                  <a:pt x="23482" y="46763"/>
                </a:lnTo>
                <a:lnTo>
                  <a:pt x="23922" y="47156"/>
                </a:lnTo>
                <a:lnTo>
                  <a:pt x="23922" y="47944"/>
                </a:lnTo>
                <a:lnTo>
                  <a:pt x="24362" y="48337"/>
                </a:lnTo>
                <a:lnTo>
                  <a:pt x="24362" y="48747"/>
                </a:lnTo>
                <a:lnTo>
                  <a:pt x="24803" y="49535"/>
                </a:lnTo>
                <a:lnTo>
                  <a:pt x="25261" y="49928"/>
                </a:lnTo>
                <a:lnTo>
                  <a:pt x="25261" y="50322"/>
                </a:lnTo>
                <a:lnTo>
                  <a:pt x="25702" y="51109"/>
                </a:lnTo>
                <a:lnTo>
                  <a:pt x="25702" y="51519"/>
                </a:lnTo>
                <a:lnTo>
                  <a:pt x="26142" y="51913"/>
                </a:lnTo>
                <a:lnTo>
                  <a:pt x="26142" y="52700"/>
                </a:lnTo>
                <a:lnTo>
                  <a:pt x="26582" y="53094"/>
                </a:lnTo>
                <a:lnTo>
                  <a:pt x="27023" y="53488"/>
                </a:lnTo>
                <a:lnTo>
                  <a:pt x="27023" y="54291"/>
                </a:lnTo>
                <a:lnTo>
                  <a:pt x="27463" y="54685"/>
                </a:lnTo>
                <a:lnTo>
                  <a:pt x="27922" y="55079"/>
                </a:lnTo>
                <a:lnTo>
                  <a:pt x="27922" y="55866"/>
                </a:lnTo>
                <a:lnTo>
                  <a:pt x="28362" y="56276"/>
                </a:lnTo>
                <a:lnTo>
                  <a:pt x="28362" y="57063"/>
                </a:lnTo>
                <a:lnTo>
                  <a:pt x="28802" y="57457"/>
                </a:lnTo>
                <a:lnTo>
                  <a:pt x="28802" y="57851"/>
                </a:lnTo>
                <a:lnTo>
                  <a:pt x="29242" y="58244"/>
                </a:lnTo>
                <a:lnTo>
                  <a:pt x="29683" y="59048"/>
                </a:lnTo>
                <a:lnTo>
                  <a:pt x="29683" y="59442"/>
                </a:lnTo>
                <a:lnTo>
                  <a:pt x="30123" y="59835"/>
                </a:lnTo>
                <a:lnTo>
                  <a:pt x="30563" y="60623"/>
                </a:lnTo>
                <a:lnTo>
                  <a:pt x="30563" y="61016"/>
                </a:lnTo>
                <a:lnTo>
                  <a:pt x="31022" y="61426"/>
                </a:lnTo>
                <a:lnTo>
                  <a:pt x="31022" y="62214"/>
                </a:lnTo>
                <a:lnTo>
                  <a:pt x="31462" y="62607"/>
                </a:lnTo>
                <a:lnTo>
                  <a:pt x="31903" y="63001"/>
                </a:lnTo>
                <a:lnTo>
                  <a:pt x="31903" y="63805"/>
                </a:lnTo>
                <a:lnTo>
                  <a:pt x="32343" y="64198"/>
                </a:lnTo>
                <a:lnTo>
                  <a:pt x="32343" y="64592"/>
                </a:lnTo>
                <a:lnTo>
                  <a:pt x="32783" y="65379"/>
                </a:lnTo>
                <a:lnTo>
                  <a:pt x="32783" y="65773"/>
                </a:lnTo>
                <a:lnTo>
                  <a:pt x="33223" y="66183"/>
                </a:lnTo>
                <a:lnTo>
                  <a:pt x="33664" y="66970"/>
                </a:lnTo>
                <a:lnTo>
                  <a:pt x="33664" y="67364"/>
                </a:lnTo>
                <a:lnTo>
                  <a:pt x="34122" y="67758"/>
                </a:lnTo>
                <a:lnTo>
                  <a:pt x="34563" y="68545"/>
                </a:lnTo>
                <a:lnTo>
                  <a:pt x="34563" y="68955"/>
                </a:lnTo>
                <a:lnTo>
                  <a:pt x="35003" y="69349"/>
                </a:lnTo>
                <a:lnTo>
                  <a:pt x="35003" y="70136"/>
                </a:lnTo>
                <a:lnTo>
                  <a:pt x="35443" y="70530"/>
                </a:lnTo>
                <a:lnTo>
                  <a:pt x="35443" y="70923"/>
                </a:lnTo>
                <a:lnTo>
                  <a:pt x="35884" y="71333"/>
                </a:lnTo>
                <a:lnTo>
                  <a:pt x="36324" y="72121"/>
                </a:lnTo>
                <a:lnTo>
                  <a:pt x="36324" y="72514"/>
                </a:lnTo>
                <a:lnTo>
                  <a:pt x="36764" y="73302"/>
                </a:lnTo>
                <a:lnTo>
                  <a:pt x="36764" y="73712"/>
                </a:lnTo>
                <a:lnTo>
                  <a:pt x="37223" y="74105"/>
                </a:lnTo>
                <a:lnTo>
                  <a:pt x="37223" y="74893"/>
                </a:lnTo>
                <a:lnTo>
                  <a:pt x="37663" y="75286"/>
                </a:lnTo>
                <a:lnTo>
                  <a:pt x="38103" y="75680"/>
                </a:lnTo>
                <a:lnTo>
                  <a:pt x="38103" y="76484"/>
                </a:lnTo>
                <a:lnTo>
                  <a:pt x="38544" y="76877"/>
                </a:lnTo>
                <a:lnTo>
                  <a:pt x="38984" y="77271"/>
                </a:lnTo>
                <a:lnTo>
                  <a:pt x="38984" y="77665"/>
                </a:lnTo>
                <a:lnTo>
                  <a:pt x="39424" y="78452"/>
                </a:lnTo>
                <a:lnTo>
                  <a:pt x="39424" y="78862"/>
                </a:lnTo>
                <a:lnTo>
                  <a:pt x="39883" y="79256"/>
                </a:lnTo>
                <a:lnTo>
                  <a:pt x="40323" y="80043"/>
                </a:lnTo>
                <a:lnTo>
                  <a:pt x="40323" y="80437"/>
                </a:lnTo>
                <a:lnTo>
                  <a:pt x="40763" y="80830"/>
                </a:lnTo>
                <a:lnTo>
                  <a:pt x="40763" y="81634"/>
                </a:lnTo>
                <a:lnTo>
                  <a:pt x="41204" y="82028"/>
                </a:lnTo>
                <a:lnTo>
                  <a:pt x="41644" y="82815"/>
                </a:lnTo>
                <a:lnTo>
                  <a:pt x="41644" y="83209"/>
                </a:lnTo>
                <a:lnTo>
                  <a:pt x="42084" y="83619"/>
                </a:lnTo>
                <a:lnTo>
                  <a:pt x="42084" y="84012"/>
                </a:lnTo>
                <a:lnTo>
                  <a:pt x="42525" y="84800"/>
                </a:lnTo>
                <a:lnTo>
                  <a:pt x="42983" y="85193"/>
                </a:lnTo>
                <a:lnTo>
                  <a:pt x="42983" y="85587"/>
                </a:lnTo>
                <a:lnTo>
                  <a:pt x="43424" y="86391"/>
                </a:lnTo>
                <a:lnTo>
                  <a:pt x="43424" y="86784"/>
                </a:lnTo>
                <a:lnTo>
                  <a:pt x="43864" y="87178"/>
                </a:lnTo>
                <a:lnTo>
                  <a:pt x="43864" y="87965"/>
                </a:lnTo>
                <a:lnTo>
                  <a:pt x="44304" y="88359"/>
                </a:lnTo>
                <a:lnTo>
                  <a:pt x="44744" y="88769"/>
                </a:lnTo>
                <a:lnTo>
                  <a:pt x="44744" y="89556"/>
                </a:lnTo>
                <a:lnTo>
                  <a:pt x="45185" y="89950"/>
                </a:lnTo>
                <a:lnTo>
                  <a:pt x="45625" y="90344"/>
                </a:lnTo>
                <a:lnTo>
                  <a:pt x="45625" y="91147"/>
                </a:lnTo>
                <a:lnTo>
                  <a:pt x="46084" y="91541"/>
                </a:lnTo>
                <a:lnTo>
                  <a:pt x="46084" y="91935"/>
                </a:lnTo>
                <a:lnTo>
                  <a:pt x="46524" y="92722"/>
                </a:lnTo>
                <a:lnTo>
                  <a:pt x="46524" y="93116"/>
                </a:lnTo>
                <a:lnTo>
                  <a:pt x="46964" y="93509"/>
                </a:lnTo>
                <a:lnTo>
                  <a:pt x="47405" y="93919"/>
                </a:lnTo>
                <a:lnTo>
                  <a:pt x="47405" y="94707"/>
                </a:lnTo>
                <a:lnTo>
                  <a:pt x="47845" y="95100"/>
                </a:lnTo>
                <a:lnTo>
                  <a:pt x="47845" y="95494"/>
                </a:lnTo>
                <a:lnTo>
                  <a:pt x="48285" y="96298"/>
                </a:lnTo>
                <a:lnTo>
                  <a:pt x="48725" y="96691"/>
                </a:lnTo>
                <a:lnTo>
                  <a:pt x="48725" y="97085"/>
                </a:lnTo>
                <a:lnTo>
                  <a:pt x="49184" y="97872"/>
                </a:lnTo>
                <a:lnTo>
                  <a:pt x="49624" y="98266"/>
                </a:lnTo>
                <a:lnTo>
                  <a:pt x="49624" y="98676"/>
                </a:lnTo>
                <a:lnTo>
                  <a:pt x="50065" y="99463"/>
                </a:lnTo>
                <a:lnTo>
                  <a:pt x="50065" y="99857"/>
                </a:lnTo>
                <a:lnTo>
                  <a:pt x="50505" y="100251"/>
                </a:lnTo>
                <a:lnTo>
                  <a:pt x="50505" y="100644"/>
                </a:lnTo>
                <a:lnTo>
                  <a:pt x="50945" y="101448"/>
                </a:lnTo>
                <a:lnTo>
                  <a:pt x="51386" y="101842"/>
                </a:lnTo>
                <a:lnTo>
                  <a:pt x="51386" y="102235"/>
                </a:lnTo>
                <a:lnTo>
                  <a:pt x="51826" y="103023"/>
                </a:lnTo>
                <a:lnTo>
                  <a:pt x="51826" y="103416"/>
                </a:lnTo>
                <a:lnTo>
                  <a:pt x="52284" y="104220"/>
                </a:lnTo>
                <a:lnTo>
                  <a:pt x="52725" y="104614"/>
                </a:lnTo>
                <a:lnTo>
                  <a:pt x="52725" y="105007"/>
                </a:lnTo>
              </a:path>
            </a:pathLst>
          </a:custGeom>
          <a:ln w="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911229" y="2729129"/>
            <a:ext cx="52706" cy="101448"/>
          </a:xfrm>
          <a:custGeom>
            <a:avLst/>
            <a:gdLst/>
            <a:ahLst/>
            <a:cxnLst/>
            <a:rect l="l" t="t" r="r" b="b"/>
            <a:pathLst>
              <a:path w="52706" h="101448">
                <a:moveTo>
                  <a:pt x="0" y="0"/>
                </a:moveTo>
                <a:lnTo>
                  <a:pt x="440" y="393"/>
                </a:lnTo>
                <a:lnTo>
                  <a:pt x="440" y="1197"/>
                </a:lnTo>
                <a:lnTo>
                  <a:pt x="880" y="1591"/>
                </a:lnTo>
                <a:lnTo>
                  <a:pt x="1320" y="1984"/>
                </a:lnTo>
                <a:lnTo>
                  <a:pt x="1320" y="2771"/>
                </a:lnTo>
                <a:lnTo>
                  <a:pt x="1761" y="3165"/>
                </a:lnTo>
                <a:lnTo>
                  <a:pt x="1761" y="3575"/>
                </a:lnTo>
                <a:lnTo>
                  <a:pt x="2219" y="4363"/>
                </a:lnTo>
                <a:lnTo>
                  <a:pt x="2219" y="4756"/>
                </a:lnTo>
                <a:lnTo>
                  <a:pt x="2660" y="5150"/>
                </a:lnTo>
                <a:lnTo>
                  <a:pt x="3100" y="5937"/>
                </a:lnTo>
                <a:lnTo>
                  <a:pt x="3100" y="6347"/>
                </a:lnTo>
                <a:lnTo>
                  <a:pt x="3540" y="6741"/>
                </a:lnTo>
                <a:lnTo>
                  <a:pt x="3980" y="7135"/>
                </a:lnTo>
                <a:lnTo>
                  <a:pt x="3980" y="7922"/>
                </a:lnTo>
                <a:lnTo>
                  <a:pt x="4421" y="8315"/>
                </a:lnTo>
                <a:lnTo>
                  <a:pt x="4421" y="8726"/>
                </a:lnTo>
                <a:lnTo>
                  <a:pt x="4861" y="9513"/>
                </a:lnTo>
                <a:lnTo>
                  <a:pt x="5320" y="9907"/>
                </a:lnTo>
                <a:lnTo>
                  <a:pt x="5320" y="10300"/>
                </a:lnTo>
                <a:lnTo>
                  <a:pt x="5760" y="11104"/>
                </a:lnTo>
                <a:lnTo>
                  <a:pt x="5760" y="11498"/>
                </a:lnTo>
                <a:lnTo>
                  <a:pt x="6200" y="11891"/>
                </a:lnTo>
                <a:lnTo>
                  <a:pt x="6200" y="12679"/>
                </a:lnTo>
                <a:lnTo>
                  <a:pt x="6641" y="13072"/>
                </a:lnTo>
                <a:lnTo>
                  <a:pt x="7081" y="13482"/>
                </a:lnTo>
                <a:lnTo>
                  <a:pt x="7081" y="13876"/>
                </a:lnTo>
                <a:lnTo>
                  <a:pt x="7521" y="14663"/>
                </a:lnTo>
                <a:lnTo>
                  <a:pt x="7961" y="15057"/>
                </a:lnTo>
                <a:lnTo>
                  <a:pt x="7961" y="15451"/>
                </a:lnTo>
                <a:lnTo>
                  <a:pt x="8420" y="16254"/>
                </a:lnTo>
                <a:lnTo>
                  <a:pt x="8420" y="16648"/>
                </a:lnTo>
                <a:lnTo>
                  <a:pt x="8860" y="17042"/>
                </a:lnTo>
                <a:lnTo>
                  <a:pt x="8860" y="17829"/>
                </a:lnTo>
                <a:lnTo>
                  <a:pt x="9301" y="18222"/>
                </a:lnTo>
                <a:lnTo>
                  <a:pt x="9741" y="18633"/>
                </a:lnTo>
                <a:lnTo>
                  <a:pt x="9741" y="19026"/>
                </a:lnTo>
                <a:lnTo>
                  <a:pt x="10181" y="19814"/>
                </a:lnTo>
                <a:lnTo>
                  <a:pt x="10181" y="20207"/>
                </a:lnTo>
                <a:lnTo>
                  <a:pt x="10622" y="20601"/>
                </a:lnTo>
                <a:lnTo>
                  <a:pt x="11062" y="21405"/>
                </a:lnTo>
                <a:lnTo>
                  <a:pt x="11062" y="21798"/>
                </a:lnTo>
                <a:lnTo>
                  <a:pt x="11521" y="22192"/>
                </a:lnTo>
                <a:lnTo>
                  <a:pt x="11521" y="22979"/>
                </a:lnTo>
                <a:lnTo>
                  <a:pt x="11961" y="23373"/>
                </a:lnTo>
                <a:lnTo>
                  <a:pt x="12401" y="23783"/>
                </a:lnTo>
                <a:lnTo>
                  <a:pt x="12401" y="24570"/>
                </a:lnTo>
                <a:lnTo>
                  <a:pt x="12841" y="24964"/>
                </a:lnTo>
                <a:lnTo>
                  <a:pt x="12841" y="25358"/>
                </a:lnTo>
                <a:lnTo>
                  <a:pt x="13282" y="25751"/>
                </a:lnTo>
                <a:lnTo>
                  <a:pt x="13722" y="26555"/>
                </a:lnTo>
                <a:lnTo>
                  <a:pt x="13722" y="26949"/>
                </a:lnTo>
                <a:lnTo>
                  <a:pt x="14162" y="27342"/>
                </a:lnTo>
                <a:lnTo>
                  <a:pt x="14621" y="28130"/>
                </a:lnTo>
                <a:lnTo>
                  <a:pt x="14621" y="28540"/>
                </a:lnTo>
                <a:lnTo>
                  <a:pt x="15061" y="28933"/>
                </a:lnTo>
                <a:lnTo>
                  <a:pt x="15061" y="29721"/>
                </a:lnTo>
                <a:lnTo>
                  <a:pt x="15502" y="30114"/>
                </a:lnTo>
                <a:lnTo>
                  <a:pt x="15502" y="30508"/>
                </a:lnTo>
                <a:lnTo>
                  <a:pt x="15942" y="30902"/>
                </a:lnTo>
                <a:lnTo>
                  <a:pt x="16382" y="31705"/>
                </a:lnTo>
                <a:lnTo>
                  <a:pt x="16382" y="32099"/>
                </a:lnTo>
                <a:lnTo>
                  <a:pt x="16822" y="32493"/>
                </a:lnTo>
                <a:lnTo>
                  <a:pt x="16822" y="33280"/>
                </a:lnTo>
                <a:lnTo>
                  <a:pt x="17263" y="33690"/>
                </a:lnTo>
                <a:lnTo>
                  <a:pt x="17263" y="34084"/>
                </a:lnTo>
                <a:lnTo>
                  <a:pt x="17721" y="34871"/>
                </a:lnTo>
                <a:lnTo>
                  <a:pt x="18162" y="35265"/>
                </a:lnTo>
                <a:lnTo>
                  <a:pt x="18162" y="35658"/>
                </a:lnTo>
                <a:lnTo>
                  <a:pt x="18602" y="36068"/>
                </a:lnTo>
                <a:lnTo>
                  <a:pt x="19042" y="36856"/>
                </a:lnTo>
                <a:lnTo>
                  <a:pt x="19042" y="37249"/>
                </a:lnTo>
                <a:lnTo>
                  <a:pt x="19483" y="37643"/>
                </a:lnTo>
                <a:lnTo>
                  <a:pt x="19483" y="38447"/>
                </a:lnTo>
                <a:lnTo>
                  <a:pt x="19923" y="38840"/>
                </a:lnTo>
                <a:lnTo>
                  <a:pt x="19923" y="39234"/>
                </a:lnTo>
                <a:lnTo>
                  <a:pt x="20381" y="39628"/>
                </a:lnTo>
                <a:lnTo>
                  <a:pt x="20822" y="40415"/>
                </a:lnTo>
                <a:lnTo>
                  <a:pt x="20822" y="40809"/>
                </a:lnTo>
                <a:lnTo>
                  <a:pt x="21262" y="41219"/>
                </a:lnTo>
                <a:lnTo>
                  <a:pt x="21702" y="42006"/>
                </a:lnTo>
                <a:lnTo>
                  <a:pt x="21702" y="42400"/>
                </a:lnTo>
                <a:lnTo>
                  <a:pt x="22143" y="42793"/>
                </a:lnTo>
                <a:lnTo>
                  <a:pt x="22143" y="43597"/>
                </a:lnTo>
                <a:lnTo>
                  <a:pt x="22583" y="43991"/>
                </a:lnTo>
                <a:lnTo>
                  <a:pt x="23023" y="44384"/>
                </a:lnTo>
                <a:lnTo>
                  <a:pt x="23023" y="44778"/>
                </a:lnTo>
                <a:lnTo>
                  <a:pt x="23482" y="45565"/>
                </a:lnTo>
                <a:lnTo>
                  <a:pt x="23482" y="45975"/>
                </a:lnTo>
                <a:lnTo>
                  <a:pt x="23922" y="46369"/>
                </a:lnTo>
                <a:lnTo>
                  <a:pt x="23922" y="47156"/>
                </a:lnTo>
                <a:lnTo>
                  <a:pt x="24362" y="47550"/>
                </a:lnTo>
                <a:lnTo>
                  <a:pt x="24803" y="47944"/>
                </a:lnTo>
                <a:lnTo>
                  <a:pt x="24803" y="48337"/>
                </a:lnTo>
                <a:lnTo>
                  <a:pt x="25243" y="49141"/>
                </a:lnTo>
                <a:lnTo>
                  <a:pt x="25683" y="49535"/>
                </a:lnTo>
                <a:lnTo>
                  <a:pt x="25683" y="49928"/>
                </a:lnTo>
                <a:lnTo>
                  <a:pt x="26124" y="50716"/>
                </a:lnTo>
                <a:lnTo>
                  <a:pt x="26124" y="51126"/>
                </a:lnTo>
                <a:lnTo>
                  <a:pt x="26582" y="51519"/>
                </a:lnTo>
                <a:lnTo>
                  <a:pt x="26582" y="52307"/>
                </a:lnTo>
                <a:lnTo>
                  <a:pt x="27023" y="52700"/>
                </a:lnTo>
                <a:lnTo>
                  <a:pt x="27463" y="53094"/>
                </a:lnTo>
                <a:lnTo>
                  <a:pt x="27463" y="53504"/>
                </a:lnTo>
                <a:lnTo>
                  <a:pt x="27903" y="54291"/>
                </a:lnTo>
                <a:lnTo>
                  <a:pt x="27903" y="54685"/>
                </a:lnTo>
                <a:lnTo>
                  <a:pt x="28343" y="55079"/>
                </a:lnTo>
                <a:lnTo>
                  <a:pt x="28343" y="55882"/>
                </a:lnTo>
                <a:lnTo>
                  <a:pt x="28784" y="56276"/>
                </a:lnTo>
                <a:lnTo>
                  <a:pt x="29224" y="56670"/>
                </a:lnTo>
                <a:lnTo>
                  <a:pt x="29224" y="57063"/>
                </a:lnTo>
                <a:lnTo>
                  <a:pt x="29683" y="57851"/>
                </a:lnTo>
                <a:lnTo>
                  <a:pt x="30123" y="58244"/>
                </a:lnTo>
                <a:lnTo>
                  <a:pt x="30123" y="58654"/>
                </a:lnTo>
                <a:lnTo>
                  <a:pt x="30563" y="59442"/>
                </a:lnTo>
                <a:lnTo>
                  <a:pt x="30563" y="59835"/>
                </a:lnTo>
                <a:lnTo>
                  <a:pt x="31004" y="60229"/>
                </a:lnTo>
                <a:lnTo>
                  <a:pt x="31444" y="60623"/>
                </a:lnTo>
                <a:lnTo>
                  <a:pt x="31444" y="61426"/>
                </a:lnTo>
                <a:lnTo>
                  <a:pt x="31884" y="61820"/>
                </a:lnTo>
                <a:lnTo>
                  <a:pt x="31884" y="62214"/>
                </a:lnTo>
                <a:lnTo>
                  <a:pt x="32343" y="62607"/>
                </a:lnTo>
                <a:lnTo>
                  <a:pt x="32783" y="63411"/>
                </a:lnTo>
                <a:lnTo>
                  <a:pt x="32783" y="63805"/>
                </a:lnTo>
                <a:lnTo>
                  <a:pt x="33223" y="64198"/>
                </a:lnTo>
                <a:lnTo>
                  <a:pt x="33223" y="64986"/>
                </a:lnTo>
                <a:lnTo>
                  <a:pt x="33664" y="65379"/>
                </a:lnTo>
                <a:lnTo>
                  <a:pt x="34104" y="65773"/>
                </a:lnTo>
                <a:lnTo>
                  <a:pt x="34104" y="66183"/>
                </a:lnTo>
                <a:lnTo>
                  <a:pt x="34544" y="66970"/>
                </a:lnTo>
                <a:lnTo>
                  <a:pt x="34544" y="67364"/>
                </a:lnTo>
                <a:lnTo>
                  <a:pt x="34985" y="67758"/>
                </a:lnTo>
                <a:lnTo>
                  <a:pt x="34985" y="68561"/>
                </a:lnTo>
                <a:lnTo>
                  <a:pt x="35443" y="68955"/>
                </a:lnTo>
                <a:lnTo>
                  <a:pt x="35884" y="69349"/>
                </a:lnTo>
                <a:lnTo>
                  <a:pt x="35884" y="69742"/>
                </a:lnTo>
                <a:lnTo>
                  <a:pt x="36324" y="70530"/>
                </a:lnTo>
                <a:lnTo>
                  <a:pt x="36764" y="70940"/>
                </a:lnTo>
                <a:lnTo>
                  <a:pt x="36764" y="71333"/>
                </a:lnTo>
                <a:lnTo>
                  <a:pt x="37204" y="72121"/>
                </a:lnTo>
                <a:lnTo>
                  <a:pt x="37204" y="72514"/>
                </a:lnTo>
                <a:lnTo>
                  <a:pt x="37645" y="72908"/>
                </a:lnTo>
                <a:lnTo>
                  <a:pt x="37645" y="73318"/>
                </a:lnTo>
                <a:lnTo>
                  <a:pt x="38085" y="73712"/>
                </a:lnTo>
                <a:lnTo>
                  <a:pt x="38544" y="74499"/>
                </a:lnTo>
                <a:lnTo>
                  <a:pt x="38544" y="74893"/>
                </a:lnTo>
                <a:lnTo>
                  <a:pt x="38984" y="75680"/>
                </a:lnTo>
                <a:lnTo>
                  <a:pt x="38984" y="76090"/>
                </a:lnTo>
                <a:lnTo>
                  <a:pt x="39424" y="76484"/>
                </a:lnTo>
                <a:lnTo>
                  <a:pt x="39865" y="76877"/>
                </a:lnTo>
                <a:lnTo>
                  <a:pt x="39865" y="77271"/>
                </a:lnTo>
                <a:lnTo>
                  <a:pt x="40305" y="78058"/>
                </a:lnTo>
                <a:lnTo>
                  <a:pt x="40745" y="78468"/>
                </a:lnTo>
                <a:lnTo>
                  <a:pt x="40745" y="78862"/>
                </a:lnTo>
                <a:lnTo>
                  <a:pt x="41185" y="79649"/>
                </a:lnTo>
                <a:lnTo>
                  <a:pt x="41185" y="80043"/>
                </a:lnTo>
                <a:lnTo>
                  <a:pt x="41644" y="80437"/>
                </a:lnTo>
                <a:lnTo>
                  <a:pt x="41644" y="80847"/>
                </a:lnTo>
                <a:lnTo>
                  <a:pt x="42084" y="81634"/>
                </a:lnTo>
                <a:lnTo>
                  <a:pt x="42525" y="82028"/>
                </a:lnTo>
                <a:lnTo>
                  <a:pt x="42525" y="82421"/>
                </a:lnTo>
                <a:lnTo>
                  <a:pt x="42965" y="83209"/>
                </a:lnTo>
                <a:lnTo>
                  <a:pt x="42965" y="83619"/>
                </a:lnTo>
                <a:lnTo>
                  <a:pt x="43405" y="84012"/>
                </a:lnTo>
                <a:lnTo>
                  <a:pt x="43846" y="84406"/>
                </a:lnTo>
                <a:lnTo>
                  <a:pt x="43846" y="85193"/>
                </a:lnTo>
                <a:lnTo>
                  <a:pt x="44286" y="85587"/>
                </a:lnTo>
                <a:lnTo>
                  <a:pt x="44286" y="85997"/>
                </a:lnTo>
                <a:lnTo>
                  <a:pt x="44744" y="86391"/>
                </a:lnTo>
                <a:lnTo>
                  <a:pt x="45185" y="87178"/>
                </a:lnTo>
                <a:lnTo>
                  <a:pt x="45185" y="87572"/>
                </a:lnTo>
                <a:lnTo>
                  <a:pt x="45625" y="87965"/>
                </a:lnTo>
                <a:lnTo>
                  <a:pt x="45625" y="88375"/>
                </a:lnTo>
                <a:lnTo>
                  <a:pt x="46065" y="89163"/>
                </a:lnTo>
                <a:lnTo>
                  <a:pt x="46065" y="89556"/>
                </a:lnTo>
                <a:lnTo>
                  <a:pt x="46506" y="89950"/>
                </a:lnTo>
                <a:lnTo>
                  <a:pt x="46946" y="90737"/>
                </a:lnTo>
                <a:lnTo>
                  <a:pt x="46946" y="91147"/>
                </a:lnTo>
                <a:lnTo>
                  <a:pt x="47405" y="91541"/>
                </a:lnTo>
                <a:lnTo>
                  <a:pt x="47845" y="91935"/>
                </a:lnTo>
                <a:lnTo>
                  <a:pt x="47845" y="92722"/>
                </a:lnTo>
                <a:lnTo>
                  <a:pt x="48285" y="93116"/>
                </a:lnTo>
                <a:lnTo>
                  <a:pt x="48285" y="93526"/>
                </a:lnTo>
                <a:lnTo>
                  <a:pt x="48725" y="93919"/>
                </a:lnTo>
                <a:lnTo>
                  <a:pt x="49166" y="94313"/>
                </a:lnTo>
                <a:lnTo>
                  <a:pt x="49166" y="95100"/>
                </a:lnTo>
                <a:lnTo>
                  <a:pt x="49606" y="95494"/>
                </a:lnTo>
                <a:lnTo>
                  <a:pt x="49606" y="96298"/>
                </a:lnTo>
                <a:lnTo>
                  <a:pt x="50046" y="96691"/>
                </a:lnTo>
                <a:lnTo>
                  <a:pt x="50046" y="97085"/>
                </a:lnTo>
                <a:lnTo>
                  <a:pt x="50505" y="97479"/>
                </a:lnTo>
                <a:lnTo>
                  <a:pt x="50945" y="97872"/>
                </a:lnTo>
                <a:lnTo>
                  <a:pt x="50945" y="98676"/>
                </a:lnTo>
                <a:lnTo>
                  <a:pt x="51386" y="99070"/>
                </a:lnTo>
                <a:lnTo>
                  <a:pt x="51826" y="99463"/>
                </a:lnTo>
                <a:lnTo>
                  <a:pt x="51826" y="99857"/>
                </a:lnTo>
                <a:lnTo>
                  <a:pt x="52266" y="100644"/>
                </a:lnTo>
                <a:lnTo>
                  <a:pt x="52266" y="101054"/>
                </a:lnTo>
                <a:lnTo>
                  <a:pt x="52706" y="101448"/>
                </a:lnTo>
              </a:path>
            </a:pathLst>
          </a:custGeom>
          <a:ln w="25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963936" y="2830578"/>
            <a:ext cx="52284" cy="96281"/>
          </a:xfrm>
          <a:custGeom>
            <a:avLst/>
            <a:gdLst/>
            <a:ahLst/>
            <a:cxnLst/>
            <a:rect l="l" t="t" r="r" b="b"/>
            <a:pathLst>
              <a:path w="52284" h="96281">
                <a:moveTo>
                  <a:pt x="0" y="0"/>
                </a:moveTo>
                <a:lnTo>
                  <a:pt x="0" y="787"/>
                </a:lnTo>
                <a:lnTo>
                  <a:pt x="440" y="1180"/>
                </a:lnTo>
                <a:lnTo>
                  <a:pt x="898" y="1574"/>
                </a:lnTo>
                <a:lnTo>
                  <a:pt x="898" y="1984"/>
                </a:lnTo>
                <a:lnTo>
                  <a:pt x="1339" y="2378"/>
                </a:lnTo>
                <a:lnTo>
                  <a:pt x="1339" y="3165"/>
                </a:lnTo>
                <a:lnTo>
                  <a:pt x="1779" y="3559"/>
                </a:lnTo>
                <a:lnTo>
                  <a:pt x="2219" y="3952"/>
                </a:lnTo>
                <a:lnTo>
                  <a:pt x="2219" y="4756"/>
                </a:lnTo>
                <a:lnTo>
                  <a:pt x="2660" y="5150"/>
                </a:lnTo>
                <a:lnTo>
                  <a:pt x="2660" y="5543"/>
                </a:lnTo>
                <a:lnTo>
                  <a:pt x="3100" y="5937"/>
                </a:lnTo>
                <a:lnTo>
                  <a:pt x="3540" y="6724"/>
                </a:lnTo>
                <a:lnTo>
                  <a:pt x="3540" y="7135"/>
                </a:lnTo>
                <a:lnTo>
                  <a:pt x="3999" y="7528"/>
                </a:lnTo>
                <a:lnTo>
                  <a:pt x="3999" y="7922"/>
                </a:lnTo>
                <a:lnTo>
                  <a:pt x="4439" y="8709"/>
                </a:lnTo>
                <a:lnTo>
                  <a:pt x="4879" y="9103"/>
                </a:lnTo>
                <a:lnTo>
                  <a:pt x="4879" y="9513"/>
                </a:lnTo>
                <a:lnTo>
                  <a:pt x="5320" y="9907"/>
                </a:lnTo>
                <a:lnTo>
                  <a:pt x="5760" y="10694"/>
                </a:lnTo>
                <a:lnTo>
                  <a:pt x="5760" y="11087"/>
                </a:lnTo>
                <a:lnTo>
                  <a:pt x="6200" y="11481"/>
                </a:lnTo>
                <a:lnTo>
                  <a:pt x="6200" y="11891"/>
                </a:lnTo>
                <a:lnTo>
                  <a:pt x="6641" y="12679"/>
                </a:lnTo>
                <a:lnTo>
                  <a:pt x="6641" y="13072"/>
                </a:lnTo>
                <a:lnTo>
                  <a:pt x="7099" y="13466"/>
                </a:lnTo>
                <a:lnTo>
                  <a:pt x="7540" y="13859"/>
                </a:lnTo>
                <a:lnTo>
                  <a:pt x="7540" y="14663"/>
                </a:lnTo>
                <a:lnTo>
                  <a:pt x="7980" y="15057"/>
                </a:lnTo>
                <a:lnTo>
                  <a:pt x="7980" y="15451"/>
                </a:lnTo>
                <a:lnTo>
                  <a:pt x="8420" y="15844"/>
                </a:lnTo>
                <a:lnTo>
                  <a:pt x="8420" y="16631"/>
                </a:lnTo>
                <a:lnTo>
                  <a:pt x="8860" y="17042"/>
                </a:lnTo>
                <a:lnTo>
                  <a:pt x="9301" y="17435"/>
                </a:lnTo>
                <a:lnTo>
                  <a:pt x="9301" y="17829"/>
                </a:lnTo>
                <a:lnTo>
                  <a:pt x="9759" y="18616"/>
                </a:lnTo>
                <a:lnTo>
                  <a:pt x="10200" y="19010"/>
                </a:lnTo>
                <a:lnTo>
                  <a:pt x="10200" y="19420"/>
                </a:lnTo>
                <a:lnTo>
                  <a:pt x="10640" y="19814"/>
                </a:lnTo>
                <a:lnTo>
                  <a:pt x="10640" y="20601"/>
                </a:lnTo>
                <a:lnTo>
                  <a:pt x="11080" y="20994"/>
                </a:lnTo>
                <a:lnTo>
                  <a:pt x="11080" y="21388"/>
                </a:lnTo>
                <a:lnTo>
                  <a:pt x="11521" y="21798"/>
                </a:lnTo>
                <a:lnTo>
                  <a:pt x="11961" y="22192"/>
                </a:lnTo>
                <a:lnTo>
                  <a:pt x="11961" y="22979"/>
                </a:lnTo>
                <a:lnTo>
                  <a:pt x="12401" y="23373"/>
                </a:lnTo>
                <a:lnTo>
                  <a:pt x="12860" y="23766"/>
                </a:lnTo>
                <a:lnTo>
                  <a:pt x="12860" y="24570"/>
                </a:lnTo>
                <a:lnTo>
                  <a:pt x="13300" y="24964"/>
                </a:lnTo>
                <a:lnTo>
                  <a:pt x="13300" y="25358"/>
                </a:lnTo>
                <a:lnTo>
                  <a:pt x="13740" y="25751"/>
                </a:lnTo>
                <a:lnTo>
                  <a:pt x="14181" y="26538"/>
                </a:lnTo>
                <a:lnTo>
                  <a:pt x="14181" y="26949"/>
                </a:lnTo>
                <a:lnTo>
                  <a:pt x="14621" y="27342"/>
                </a:lnTo>
                <a:lnTo>
                  <a:pt x="14621" y="27736"/>
                </a:lnTo>
                <a:lnTo>
                  <a:pt x="15061" y="28130"/>
                </a:lnTo>
                <a:lnTo>
                  <a:pt x="15061" y="28917"/>
                </a:lnTo>
                <a:lnTo>
                  <a:pt x="15502" y="29327"/>
                </a:lnTo>
                <a:lnTo>
                  <a:pt x="15960" y="29721"/>
                </a:lnTo>
                <a:lnTo>
                  <a:pt x="15960" y="30114"/>
                </a:lnTo>
                <a:lnTo>
                  <a:pt x="16400" y="30902"/>
                </a:lnTo>
                <a:lnTo>
                  <a:pt x="16841" y="31295"/>
                </a:lnTo>
                <a:lnTo>
                  <a:pt x="16841" y="31689"/>
                </a:lnTo>
                <a:lnTo>
                  <a:pt x="17281" y="32099"/>
                </a:lnTo>
                <a:lnTo>
                  <a:pt x="17281" y="32493"/>
                </a:lnTo>
                <a:lnTo>
                  <a:pt x="17721" y="33280"/>
                </a:lnTo>
                <a:lnTo>
                  <a:pt x="17721" y="33673"/>
                </a:lnTo>
                <a:lnTo>
                  <a:pt x="18162" y="34067"/>
                </a:lnTo>
                <a:lnTo>
                  <a:pt x="18602" y="34477"/>
                </a:lnTo>
                <a:lnTo>
                  <a:pt x="18602" y="35265"/>
                </a:lnTo>
                <a:lnTo>
                  <a:pt x="19061" y="35658"/>
                </a:lnTo>
                <a:lnTo>
                  <a:pt x="19061" y="36052"/>
                </a:lnTo>
                <a:lnTo>
                  <a:pt x="19501" y="36856"/>
                </a:lnTo>
                <a:lnTo>
                  <a:pt x="19501" y="37249"/>
                </a:lnTo>
                <a:lnTo>
                  <a:pt x="19941" y="37643"/>
                </a:lnTo>
                <a:lnTo>
                  <a:pt x="20381" y="38037"/>
                </a:lnTo>
                <a:lnTo>
                  <a:pt x="20822" y="38430"/>
                </a:lnTo>
                <a:lnTo>
                  <a:pt x="20822" y="39234"/>
                </a:lnTo>
                <a:lnTo>
                  <a:pt x="21262" y="39628"/>
                </a:lnTo>
                <a:lnTo>
                  <a:pt x="21262" y="40021"/>
                </a:lnTo>
                <a:lnTo>
                  <a:pt x="21702" y="40415"/>
                </a:lnTo>
                <a:lnTo>
                  <a:pt x="21702" y="41202"/>
                </a:lnTo>
                <a:lnTo>
                  <a:pt x="22161" y="41596"/>
                </a:lnTo>
                <a:lnTo>
                  <a:pt x="22601" y="42006"/>
                </a:lnTo>
                <a:lnTo>
                  <a:pt x="22601" y="42400"/>
                </a:lnTo>
                <a:lnTo>
                  <a:pt x="23042" y="42793"/>
                </a:lnTo>
                <a:lnTo>
                  <a:pt x="23042" y="43581"/>
                </a:lnTo>
                <a:lnTo>
                  <a:pt x="23482" y="43974"/>
                </a:lnTo>
                <a:lnTo>
                  <a:pt x="23922" y="44384"/>
                </a:lnTo>
                <a:lnTo>
                  <a:pt x="23922" y="44778"/>
                </a:lnTo>
                <a:lnTo>
                  <a:pt x="24362" y="45565"/>
                </a:lnTo>
                <a:lnTo>
                  <a:pt x="24362" y="45959"/>
                </a:lnTo>
                <a:lnTo>
                  <a:pt x="24821" y="46353"/>
                </a:lnTo>
                <a:lnTo>
                  <a:pt x="25261" y="46763"/>
                </a:lnTo>
                <a:lnTo>
                  <a:pt x="25261" y="47156"/>
                </a:lnTo>
                <a:lnTo>
                  <a:pt x="25702" y="47944"/>
                </a:lnTo>
                <a:lnTo>
                  <a:pt x="25702" y="48337"/>
                </a:lnTo>
                <a:lnTo>
                  <a:pt x="26142" y="48731"/>
                </a:lnTo>
                <a:lnTo>
                  <a:pt x="26142" y="49124"/>
                </a:lnTo>
                <a:lnTo>
                  <a:pt x="26582" y="49928"/>
                </a:lnTo>
                <a:lnTo>
                  <a:pt x="27023" y="50322"/>
                </a:lnTo>
                <a:lnTo>
                  <a:pt x="27023" y="50716"/>
                </a:lnTo>
                <a:lnTo>
                  <a:pt x="27463" y="51109"/>
                </a:lnTo>
                <a:lnTo>
                  <a:pt x="27922" y="51503"/>
                </a:lnTo>
                <a:lnTo>
                  <a:pt x="27922" y="52307"/>
                </a:lnTo>
                <a:lnTo>
                  <a:pt x="28362" y="52700"/>
                </a:lnTo>
                <a:lnTo>
                  <a:pt x="28362" y="53094"/>
                </a:lnTo>
                <a:lnTo>
                  <a:pt x="28802" y="53488"/>
                </a:lnTo>
                <a:lnTo>
                  <a:pt x="29242" y="53881"/>
                </a:lnTo>
                <a:lnTo>
                  <a:pt x="29242" y="54685"/>
                </a:lnTo>
                <a:lnTo>
                  <a:pt x="29683" y="55079"/>
                </a:lnTo>
                <a:lnTo>
                  <a:pt x="29683" y="55472"/>
                </a:lnTo>
                <a:lnTo>
                  <a:pt x="30123" y="55866"/>
                </a:lnTo>
                <a:lnTo>
                  <a:pt x="30123" y="56670"/>
                </a:lnTo>
                <a:lnTo>
                  <a:pt x="30563" y="57063"/>
                </a:lnTo>
                <a:lnTo>
                  <a:pt x="31022" y="57457"/>
                </a:lnTo>
                <a:lnTo>
                  <a:pt x="31022" y="57851"/>
                </a:lnTo>
                <a:lnTo>
                  <a:pt x="31462" y="58244"/>
                </a:lnTo>
                <a:lnTo>
                  <a:pt x="31903" y="59032"/>
                </a:lnTo>
                <a:lnTo>
                  <a:pt x="31903" y="59442"/>
                </a:lnTo>
                <a:lnTo>
                  <a:pt x="32343" y="59835"/>
                </a:lnTo>
                <a:lnTo>
                  <a:pt x="32343" y="60229"/>
                </a:lnTo>
                <a:lnTo>
                  <a:pt x="32783" y="61016"/>
                </a:lnTo>
                <a:lnTo>
                  <a:pt x="32783" y="61410"/>
                </a:lnTo>
                <a:lnTo>
                  <a:pt x="33223" y="61820"/>
                </a:lnTo>
                <a:lnTo>
                  <a:pt x="33664" y="62214"/>
                </a:lnTo>
                <a:lnTo>
                  <a:pt x="33664" y="62607"/>
                </a:lnTo>
                <a:lnTo>
                  <a:pt x="34122" y="63395"/>
                </a:lnTo>
                <a:lnTo>
                  <a:pt x="34122" y="63788"/>
                </a:lnTo>
                <a:lnTo>
                  <a:pt x="34563" y="64198"/>
                </a:lnTo>
                <a:lnTo>
                  <a:pt x="35003" y="64592"/>
                </a:lnTo>
                <a:lnTo>
                  <a:pt x="35003" y="65379"/>
                </a:lnTo>
                <a:lnTo>
                  <a:pt x="35443" y="65773"/>
                </a:lnTo>
                <a:lnTo>
                  <a:pt x="35443" y="66167"/>
                </a:lnTo>
                <a:lnTo>
                  <a:pt x="35884" y="66560"/>
                </a:lnTo>
                <a:lnTo>
                  <a:pt x="36324" y="66970"/>
                </a:lnTo>
                <a:lnTo>
                  <a:pt x="36324" y="67758"/>
                </a:lnTo>
                <a:lnTo>
                  <a:pt x="36764" y="68151"/>
                </a:lnTo>
                <a:lnTo>
                  <a:pt x="36764" y="68545"/>
                </a:lnTo>
                <a:lnTo>
                  <a:pt x="37223" y="68939"/>
                </a:lnTo>
                <a:lnTo>
                  <a:pt x="37223" y="69349"/>
                </a:lnTo>
                <a:lnTo>
                  <a:pt x="37663" y="70136"/>
                </a:lnTo>
                <a:lnTo>
                  <a:pt x="38103" y="70530"/>
                </a:lnTo>
                <a:lnTo>
                  <a:pt x="38544" y="70923"/>
                </a:lnTo>
                <a:lnTo>
                  <a:pt x="38544" y="71317"/>
                </a:lnTo>
                <a:lnTo>
                  <a:pt x="38984" y="71727"/>
                </a:lnTo>
                <a:lnTo>
                  <a:pt x="38984" y="72514"/>
                </a:lnTo>
                <a:lnTo>
                  <a:pt x="39424" y="72908"/>
                </a:lnTo>
                <a:lnTo>
                  <a:pt x="39424" y="73302"/>
                </a:lnTo>
                <a:lnTo>
                  <a:pt x="39883" y="73695"/>
                </a:lnTo>
                <a:lnTo>
                  <a:pt x="40323" y="74105"/>
                </a:lnTo>
                <a:lnTo>
                  <a:pt x="40323" y="74499"/>
                </a:lnTo>
                <a:lnTo>
                  <a:pt x="40763" y="75286"/>
                </a:lnTo>
                <a:lnTo>
                  <a:pt x="40763" y="75680"/>
                </a:lnTo>
                <a:lnTo>
                  <a:pt x="41204" y="76074"/>
                </a:lnTo>
                <a:lnTo>
                  <a:pt x="41204" y="76467"/>
                </a:lnTo>
                <a:lnTo>
                  <a:pt x="41644" y="77271"/>
                </a:lnTo>
                <a:lnTo>
                  <a:pt x="42084" y="77665"/>
                </a:lnTo>
                <a:lnTo>
                  <a:pt x="42084" y="78058"/>
                </a:lnTo>
                <a:lnTo>
                  <a:pt x="42525" y="78452"/>
                </a:lnTo>
                <a:lnTo>
                  <a:pt x="42983" y="78846"/>
                </a:lnTo>
                <a:lnTo>
                  <a:pt x="42983" y="79649"/>
                </a:lnTo>
                <a:lnTo>
                  <a:pt x="43424" y="80043"/>
                </a:lnTo>
                <a:lnTo>
                  <a:pt x="43424" y="80437"/>
                </a:lnTo>
                <a:lnTo>
                  <a:pt x="43864" y="80830"/>
                </a:lnTo>
                <a:lnTo>
                  <a:pt x="43864" y="81634"/>
                </a:lnTo>
                <a:lnTo>
                  <a:pt x="44304" y="82028"/>
                </a:lnTo>
                <a:lnTo>
                  <a:pt x="44744" y="82421"/>
                </a:lnTo>
                <a:lnTo>
                  <a:pt x="44744" y="82815"/>
                </a:lnTo>
                <a:lnTo>
                  <a:pt x="45185" y="83209"/>
                </a:lnTo>
                <a:lnTo>
                  <a:pt x="45185" y="83602"/>
                </a:lnTo>
                <a:lnTo>
                  <a:pt x="45625" y="83996"/>
                </a:lnTo>
                <a:lnTo>
                  <a:pt x="46084" y="84800"/>
                </a:lnTo>
                <a:lnTo>
                  <a:pt x="46084" y="85193"/>
                </a:lnTo>
                <a:lnTo>
                  <a:pt x="46524" y="85587"/>
                </a:lnTo>
                <a:lnTo>
                  <a:pt x="46964" y="85981"/>
                </a:lnTo>
                <a:lnTo>
                  <a:pt x="46964" y="86784"/>
                </a:lnTo>
                <a:lnTo>
                  <a:pt x="47405" y="87178"/>
                </a:lnTo>
                <a:lnTo>
                  <a:pt x="47405" y="87572"/>
                </a:lnTo>
                <a:lnTo>
                  <a:pt x="47845" y="87965"/>
                </a:lnTo>
                <a:lnTo>
                  <a:pt x="47845" y="88359"/>
                </a:lnTo>
                <a:lnTo>
                  <a:pt x="48285" y="89163"/>
                </a:lnTo>
                <a:lnTo>
                  <a:pt x="48725" y="89556"/>
                </a:lnTo>
                <a:lnTo>
                  <a:pt x="48725" y="89950"/>
                </a:lnTo>
                <a:lnTo>
                  <a:pt x="49184" y="90344"/>
                </a:lnTo>
                <a:lnTo>
                  <a:pt x="49624" y="90737"/>
                </a:lnTo>
                <a:lnTo>
                  <a:pt x="49624" y="91131"/>
                </a:lnTo>
                <a:lnTo>
                  <a:pt x="50065" y="91935"/>
                </a:lnTo>
                <a:lnTo>
                  <a:pt x="50065" y="92328"/>
                </a:lnTo>
                <a:lnTo>
                  <a:pt x="50505" y="92722"/>
                </a:lnTo>
                <a:lnTo>
                  <a:pt x="50505" y="93116"/>
                </a:lnTo>
                <a:lnTo>
                  <a:pt x="50945" y="93509"/>
                </a:lnTo>
                <a:lnTo>
                  <a:pt x="51386" y="94313"/>
                </a:lnTo>
                <a:lnTo>
                  <a:pt x="51386" y="94707"/>
                </a:lnTo>
                <a:lnTo>
                  <a:pt x="51826" y="95100"/>
                </a:lnTo>
                <a:lnTo>
                  <a:pt x="51826" y="95494"/>
                </a:lnTo>
                <a:lnTo>
                  <a:pt x="52284" y="95888"/>
                </a:lnTo>
                <a:lnTo>
                  <a:pt x="52284" y="96281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016221" y="2926859"/>
            <a:ext cx="52706" cy="89950"/>
          </a:xfrm>
          <a:custGeom>
            <a:avLst/>
            <a:gdLst/>
            <a:ahLst/>
            <a:cxnLst/>
            <a:rect l="l" t="t" r="r" b="b"/>
            <a:pathLst>
              <a:path w="52706" h="89950">
                <a:moveTo>
                  <a:pt x="0" y="0"/>
                </a:moveTo>
                <a:lnTo>
                  <a:pt x="440" y="803"/>
                </a:lnTo>
                <a:lnTo>
                  <a:pt x="880" y="1197"/>
                </a:lnTo>
                <a:lnTo>
                  <a:pt x="880" y="1591"/>
                </a:lnTo>
                <a:lnTo>
                  <a:pt x="1320" y="1984"/>
                </a:lnTo>
                <a:lnTo>
                  <a:pt x="1761" y="2378"/>
                </a:lnTo>
                <a:lnTo>
                  <a:pt x="1761" y="3182"/>
                </a:lnTo>
                <a:lnTo>
                  <a:pt x="2201" y="3575"/>
                </a:lnTo>
                <a:lnTo>
                  <a:pt x="2201" y="3969"/>
                </a:lnTo>
                <a:lnTo>
                  <a:pt x="2660" y="4363"/>
                </a:lnTo>
                <a:lnTo>
                  <a:pt x="3100" y="4756"/>
                </a:lnTo>
                <a:lnTo>
                  <a:pt x="3100" y="5150"/>
                </a:lnTo>
                <a:lnTo>
                  <a:pt x="3540" y="5954"/>
                </a:lnTo>
                <a:lnTo>
                  <a:pt x="3540" y="6347"/>
                </a:lnTo>
                <a:lnTo>
                  <a:pt x="3980" y="6741"/>
                </a:lnTo>
                <a:lnTo>
                  <a:pt x="4421" y="7135"/>
                </a:lnTo>
                <a:lnTo>
                  <a:pt x="4421" y="7528"/>
                </a:lnTo>
                <a:lnTo>
                  <a:pt x="4861" y="8332"/>
                </a:lnTo>
                <a:lnTo>
                  <a:pt x="4861" y="8726"/>
                </a:lnTo>
                <a:lnTo>
                  <a:pt x="5301" y="9119"/>
                </a:lnTo>
                <a:lnTo>
                  <a:pt x="5760" y="9513"/>
                </a:lnTo>
                <a:lnTo>
                  <a:pt x="5760" y="9907"/>
                </a:lnTo>
                <a:lnTo>
                  <a:pt x="6200" y="10317"/>
                </a:lnTo>
                <a:lnTo>
                  <a:pt x="6200" y="11104"/>
                </a:lnTo>
                <a:lnTo>
                  <a:pt x="6641" y="11498"/>
                </a:lnTo>
                <a:lnTo>
                  <a:pt x="6641" y="11891"/>
                </a:lnTo>
                <a:lnTo>
                  <a:pt x="7081" y="12285"/>
                </a:lnTo>
                <a:lnTo>
                  <a:pt x="7521" y="12679"/>
                </a:lnTo>
                <a:lnTo>
                  <a:pt x="7521" y="13089"/>
                </a:lnTo>
                <a:lnTo>
                  <a:pt x="7961" y="13482"/>
                </a:lnTo>
                <a:lnTo>
                  <a:pt x="8402" y="14270"/>
                </a:lnTo>
                <a:lnTo>
                  <a:pt x="8402" y="14663"/>
                </a:lnTo>
                <a:lnTo>
                  <a:pt x="8860" y="15057"/>
                </a:lnTo>
                <a:lnTo>
                  <a:pt x="8860" y="15467"/>
                </a:lnTo>
                <a:lnTo>
                  <a:pt x="9301" y="16254"/>
                </a:lnTo>
                <a:lnTo>
                  <a:pt x="9301" y="16648"/>
                </a:lnTo>
                <a:lnTo>
                  <a:pt x="9741" y="17042"/>
                </a:lnTo>
                <a:lnTo>
                  <a:pt x="10181" y="17435"/>
                </a:lnTo>
                <a:lnTo>
                  <a:pt x="10181" y="17845"/>
                </a:lnTo>
                <a:lnTo>
                  <a:pt x="10622" y="18239"/>
                </a:lnTo>
                <a:lnTo>
                  <a:pt x="10622" y="18633"/>
                </a:lnTo>
                <a:lnTo>
                  <a:pt x="11062" y="19420"/>
                </a:lnTo>
                <a:lnTo>
                  <a:pt x="11502" y="19814"/>
                </a:lnTo>
                <a:lnTo>
                  <a:pt x="11502" y="20224"/>
                </a:lnTo>
                <a:lnTo>
                  <a:pt x="11961" y="20617"/>
                </a:lnTo>
                <a:lnTo>
                  <a:pt x="12401" y="21011"/>
                </a:lnTo>
                <a:lnTo>
                  <a:pt x="12401" y="21405"/>
                </a:lnTo>
                <a:lnTo>
                  <a:pt x="12841" y="22192"/>
                </a:lnTo>
                <a:lnTo>
                  <a:pt x="12841" y="22586"/>
                </a:lnTo>
                <a:lnTo>
                  <a:pt x="13282" y="22996"/>
                </a:lnTo>
                <a:lnTo>
                  <a:pt x="13282" y="23389"/>
                </a:lnTo>
                <a:lnTo>
                  <a:pt x="13722" y="23783"/>
                </a:lnTo>
                <a:lnTo>
                  <a:pt x="14162" y="24177"/>
                </a:lnTo>
                <a:lnTo>
                  <a:pt x="14162" y="24964"/>
                </a:lnTo>
                <a:lnTo>
                  <a:pt x="14603" y="25374"/>
                </a:lnTo>
                <a:lnTo>
                  <a:pt x="14603" y="25768"/>
                </a:lnTo>
                <a:lnTo>
                  <a:pt x="15061" y="26161"/>
                </a:lnTo>
                <a:lnTo>
                  <a:pt x="15502" y="26555"/>
                </a:lnTo>
                <a:lnTo>
                  <a:pt x="15502" y="26949"/>
                </a:lnTo>
                <a:lnTo>
                  <a:pt x="15942" y="27342"/>
                </a:lnTo>
                <a:lnTo>
                  <a:pt x="15942" y="28146"/>
                </a:lnTo>
                <a:lnTo>
                  <a:pt x="16382" y="28540"/>
                </a:lnTo>
                <a:lnTo>
                  <a:pt x="16822" y="28933"/>
                </a:lnTo>
                <a:lnTo>
                  <a:pt x="16822" y="29327"/>
                </a:lnTo>
                <a:lnTo>
                  <a:pt x="17263" y="29721"/>
                </a:lnTo>
                <a:lnTo>
                  <a:pt x="17263" y="30114"/>
                </a:lnTo>
                <a:lnTo>
                  <a:pt x="17721" y="30918"/>
                </a:lnTo>
                <a:lnTo>
                  <a:pt x="17721" y="31312"/>
                </a:lnTo>
                <a:lnTo>
                  <a:pt x="18162" y="31705"/>
                </a:lnTo>
                <a:lnTo>
                  <a:pt x="18602" y="32099"/>
                </a:lnTo>
                <a:lnTo>
                  <a:pt x="18602" y="32493"/>
                </a:lnTo>
                <a:lnTo>
                  <a:pt x="19042" y="32903"/>
                </a:lnTo>
                <a:lnTo>
                  <a:pt x="19483" y="33296"/>
                </a:lnTo>
                <a:lnTo>
                  <a:pt x="19483" y="34084"/>
                </a:lnTo>
                <a:lnTo>
                  <a:pt x="19923" y="34477"/>
                </a:lnTo>
                <a:lnTo>
                  <a:pt x="19923" y="34871"/>
                </a:lnTo>
                <a:lnTo>
                  <a:pt x="20363" y="35281"/>
                </a:lnTo>
                <a:lnTo>
                  <a:pt x="20822" y="35675"/>
                </a:lnTo>
                <a:lnTo>
                  <a:pt x="20822" y="36068"/>
                </a:lnTo>
                <a:lnTo>
                  <a:pt x="21262" y="36856"/>
                </a:lnTo>
                <a:lnTo>
                  <a:pt x="21262" y="37249"/>
                </a:lnTo>
                <a:lnTo>
                  <a:pt x="21702" y="37643"/>
                </a:lnTo>
                <a:lnTo>
                  <a:pt x="21702" y="38053"/>
                </a:lnTo>
                <a:lnTo>
                  <a:pt x="22143" y="38447"/>
                </a:lnTo>
                <a:lnTo>
                  <a:pt x="22583" y="38840"/>
                </a:lnTo>
                <a:lnTo>
                  <a:pt x="22583" y="39234"/>
                </a:lnTo>
                <a:lnTo>
                  <a:pt x="23023" y="40021"/>
                </a:lnTo>
                <a:lnTo>
                  <a:pt x="23464" y="40431"/>
                </a:lnTo>
                <a:lnTo>
                  <a:pt x="23464" y="40825"/>
                </a:lnTo>
                <a:lnTo>
                  <a:pt x="23922" y="41219"/>
                </a:lnTo>
                <a:lnTo>
                  <a:pt x="23922" y="41612"/>
                </a:lnTo>
                <a:lnTo>
                  <a:pt x="24362" y="42006"/>
                </a:lnTo>
                <a:lnTo>
                  <a:pt x="24362" y="42810"/>
                </a:lnTo>
                <a:lnTo>
                  <a:pt x="24803" y="42810"/>
                </a:lnTo>
                <a:lnTo>
                  <a:pt x="25243" y="43597"/>
                </a:lnTo>
                <a:lnTo>
                  <a:pt x="25243" y="43991"/>
                </a:lnTo>
                <a:lnTo>
                  <a:pt x="25683" y="44384"/>
                </a:lnTo>
                <a:lnTo>
                  <a:pt x="25683" y="44778"/>
                </a:lnTo>
                <a:lnTo>
                  <a:pt x="26124" y="45188"/>
                </a:lnTo>
                <a:lnTo>
                  <a:pt x="26564" y="45582"/>
                </a:lnTo>
                <a:lnTo>
                  <a:pt x="26564" y="46369"/>
                </a:lnTo>
                <a:lnTo>
                  <a:pt x="27023" y="46763"/>
                </a:lnTo>
                <a:lnTo>
                  <a:pt x="27023" y="47156"/>
                </a:lnTo>
                <a:lnTo>
                  <a:pt x="27463" y="47550"/>
                </a:lnTo>
                <a:lnTo>
                  <a:pt x="27903" y="47960"/>
                </a:lnTo>
                <a:lnTo>
                  <a:pt x="27903" y="48354"/>
                </a:lnTo>
                <a:lnTo>
                  <a:pt x="28343" y="48747"/>
                </a:lnTo>
                <a:lnTo>
                  <a:pt x="28343" y="49535"/>
                </a:lnTo>
                <a:lnTo>
                  <a:pt x="28784" y="49928"/>
                </a:lnTo>
                <a:lnTo>
                  <a:pt x="29224" y="50338"/>
                </a:lnTo>
                <a:lnTo>
                  <a:pt x="29224" y="50732"/>
                </a:lnTo>
                <a:lnTo>
                  <a:pt x="29664" y="51126"/>
                </a:lnTo>
                <a:lnTo>
                  <a:pt x="30123" y="51519"/>
                </a:lnTo>
                <a:lnTo>
                  <a:pt x="30123" y="51913"/>
                </a:lnTo>
                <a:lnTo>
                  <a:pt x="30563" y="52307"/>
                </a:lnTo>
                <a:lnTo>
                  <a:pt x="30563" y="53110"/>
                </a:lnTo>
                <a:lnTo>
                  <a:pt x="31004" y="53504"/>
                </a:lnTo>
                <a:lnTo>
                  <a:pt x="31004" y="53898"/>
                </a:lnTo>
                <a:lnTo>
                  <a:pt x="31444" y="54291"/>
                </a:lnTo>
                <a:lnTo>
                  <a:pt x="31444" y="54685"/>
                </a:lnTo>
                <a:lnTo>
                  <a:pt x="31884" y="55079"/>
                </a:lnTo>
                <a:lnTo>
                  <a:pt x="31884" y="55489"/>
                </a:lnTo>
                <a:lnTo>
                  <a:pt x="32324" y="55882"/>
                </a:lnTo>
                <a:lnTo>
                  <a:pt x="32783" y="56670"/>
                </a:lnTo>
                <a:lnTo>
                  <a:pt x="32783" y="57063"/>
                </a:lnTo>
                <a:lnTo>
                  <a:pt x="33223" y="57457"/>
                </a:lnTo>
                <a:lnTo>
                  <a:pt x="33664" y="57867"/>
                </a:lnTo>
                <a:lnTo>
                  <a:pt x="33664" y="58261"/>
                </a:lnTo>
                <a:lnTo>
                  <a:pt x="34104" y="58654"/>
                </a:lnTo>
                <a:lnTo>
                  <a:pt x="34104" y="59048"/>
                </a:lnTo>
                <a:lnTo>
                  <a:pt x="34544" y="59835"/>
                </a:lnTo>
                <a:lnTo>
                  <a:pt x="34985" y="60639"/>
                </a:lnTo>
                <a:lnTo>
                  <a:pt x="35425" y="61033"/>
                </a:lnTo>
                <a:lnTo>
                  <a:pt x="35425" y="61426"/>
                </a:lnTo>
                <a:lnTo>
                  <a:pt x="35884" y="61820"/>
                </a:lnTo>
                <a:lnTo>
                  <a:pt x="35884" y="62214"/>
                </a:lnTo>
                <a:lnTo>
                  <a:pt x="36324" y="62624"/>
                </a:lnTo>
                <a:lnTo>
                  <a:pt x="36324" y="63411"/>
                </a:lnTo>
                <a:lnTo>
                  <a:pt x="36764" y="63411"/>
                </a:lnTo>
                <a:lnTo>
                  <a:pt x="37204" y="64198"/>
                </a:lnTo>
                <a:lnTo>
                  <a:pt x="37645" y="64592"/>
                </a:lnTo>
                <a:lnTo>
                  <a:pt x="37645" y="64986"/>
                </a:lnTo>
                <a:lnTo>
                  <a:pt x="38085" y="65396"/>
                </a:lnTo>
                <a:lnTo>
                  <a:pt x="38085" y="65789"/>
                </a:lnTo>
                <a:lnTo>
                  <a:pt x="38525" y="66183"/>
                </a:lnTo>
                <a:lnTo>
                  <a:pt x="38525" y="66970"/>
                </a:lnTo>
                <a:lnTo>
                  <a:pt x="38984" y="66970"/>
                </a:lnTo>
                <a:lnTo>
                  <a:pt x="39424" y="67774"/>
                </a:lnTo>
                <a:lnTo>
                  <a:pt x="39424" y="68168"/>
                </a:lnTo>
                <a:lnTo>
                  <a:pt x="39865" y="68561"/>
                </a:lnTo>
                <a:lnTo>
                  <a:pt x="39865" y="68955"/>
                </a:lnTo>
                <a:lnTo>
                  <a:pt x="40305" y="69349"/>
                </a:lnTo>
                <a:lnTo>
                  <a:pt x="40305" y="69742"/>
                </a:lnTo>
                <a:lnTo>
                  <a:pt x="40745" y="70152"/>
                </a:lnTo>
                <a:lnTo>
                  <a:pt x="41185" y="70546"/>
                </a:lnTo>
                <a:lnTo>
                  <a:pt x="41185" y="71333"/>
                </a:lnTo>
                <a:lnTo>
                  <a:pt x="41626" y="71727"/>
                </a:lnTo>
                <a:lnTo>
                  <a:pt x="42084" y="72121"/>
                </a:lnTo>
                <a:lnTo>
                  <a:pt x="42084" y="72514"/>
                </a:lnTo>
                <a:lnTo>
                  <a:pt x="42525" y="72924"/>
                </a:lnTo>
                <a:lnTo>
                  <a:pt x="42525" y="73318"/>
                </a:lnTo>
                <a:lnTo>
                  <a:pt x="42965" y="73712"/>
                </a:lnTo>
                <a:lnTo>
                  <a:pt x="42965" y="74105"/>
                </a:lnTo>
                <a:lnTo>
                  <a:pt x="43405" y="74499"/>
                </a:lnTo>
                <a:lnTo>
                  <a:pt x="43846" y="75303"/>
                </a:lnTo>
                <a:lnTo>
                  <a:pt x="44286" y="76090"/>
                </a:lnTo>
                <a:lnTo>
                  <a:pt x="44726" y="76484"/>
                </a:lnTo>
                <a:lnTo>
                  <a:pt x="44726" y="76877"/>
                </a:lnTo>
                <a:lnTo>
                  <a:pt x="45185" y="77271"/>
                </a:lnTo>
                <a:lnTo>
                  <a:pt x="45185" y="77681"/>
                </a:lnTo>
                <a:lnTo>
                  <a:pt x="45625" y="78075"/>
                </a:lnTo>
                <a:lnTo>
                  <a:pt x="46065" y="78468"/>
                </a:lnTo>
                <a:lnTo>
                  <a:pt x="46065" y="78862"/>
                </a:lnTo>
                <a:lnTo>
                  <a:pt x="46506" y="79649"/>
                </a:lnTo>
                <a:lnTo>
                  <a:pt x="46506" y="80059"/>
                </a:lnTo>
                <a:lnTo>
                  <a:pt x="46946" y="80453"/>
                </a:lnTo>
                <a:lnTo>
                  <a:pt x="46946" y="80847"/>
                </a:lnTo>
                <a:lnTo>
                  <a:pt x="47386" y="81240"/>
                </a:lnTo>
                <a:lnTo>
                  <a:pt x="47845" y="81634"/>
                </a:lnTo>
                <a:lnTo>
                  <a:pt x="47845" y="82028"/>
                </a:lnTo>
                <a:lnTo>
                  <a:pt x="48285" y="82421"/>
                </a:lnTo>
                <a:lnTo>
                  <a:pt x="48725" y="82831"/>
                </a:lnTo>
                <a:lnTo>
                  <a:pt x="48725" y="83225"/>
                </a:lnTo>
                <a:lnTo>
                  <a:pt x="49166" y="84012"/>
                </a:lnTo>
                <a:lnTo>
                  <a:pt x="49166" y="84406"/>
                </a:lnTo>
                <a:lnTo>
                  <a:pt x="49606" y="84800"/>
                </a:lnTo>
                <a:lnTo>
                  <a:pt x="49606" y="85210"/>
                </a:lnTo>
                <a:lnTo>
                  <a:pt x="50046" y="85603"/>
                </a:lnTo>
                <a:lnTo>
                  <a:pt x="50487" y="85997"/>
                </a:lnTo>
                <a:lnTo>
                  <a:pt x="50487" y="86391"/>
                </a:lnTo>
                <a:lnTo>
                  <a:pt x="50945" y="86784"/>
                </a:lnTo>
                <a:lnTo>
                  <a:pt x="50945" y="87178"/>
                </a:lnTo>
                <a:lnTo>
                  <a:pt x="51386" y="87588"/>
                </a:lnTo>
                <a:lnTo>
                  <a:pt x="51826" y="88375"/>
                </a:lnTo>
                <a:lnTo>
                  <a:pt x="52266" y="89163"/>
                </a:lnTo>
                <a:lnTo>
                  <a:pt x="52266" y="89556"/>
                </a:lnTo>
                <a:lnTo>
                  <a:pt x="52706" y="89950"/>
                </a:lnTo>
              </a:path>
            </a:pathLst>
          </a:custGeom>
          <a:ln w="24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068928" y="3016810"/>
            <a:ext cx="52725" cy="81634"/>
          </a:xfrm>
          <a:custGeom>
            <a:avLst/>
            <a:gdLst/>
            <a:ahLst/>
            <a:cxnLst/>
            <a:rect l="l" t="t" r="r" b="b"/>
            <a:pathLst>
              <a:path w="52725" h="81634">
                <a:moveTo>
                  <a:pt x="0" y="0"/>
                </a:moveTo>
                <a:lnTo>
                  <a:pt x="440" y="410"/>
                </a:lnTo>
                <a:lnTo>
                  <a:pt x="440" y="803"/>
                </a:lnTo>
                <a:lnTo>
                  <a:pt x="880" y="1197"/>
                </a:lnTo>
                <a:lnTo>
                  <a:pt x="880" y="1591"/>
                </a:lnTo>
                <a:lnTo>
                  <a:pt x="1339" y="1984"/>
                </a:lnTo>
                <a:lnTo>
                  <a:pt x="1779" y="2378"/>
                </a:lnTo>
                <a:lnTo>
                  <a:pt x="1779" y="2788"/>
                </a:lnTo>
                <a:lnTo>
                  <a:pt x="2219" y="3575"/>
                </a:lnTo>
                <a:lnTo>
                  <a:pt x="2219" y="3969"/>
                </a:lnTo>
                <a:lnTo>
                  <a:pt x="2660" y="4363"/>
                </a:lnTo>
                <a:lnTo>
                  <a:pt x="3100" y="4756"/>
                </a:lnTo>
                <a:lnTo>
                  <a:pt x="3100" y="5166"/>
                </a:lnTo>
                <a:lnTo>
                  <a:pt x="3540" y="5560"/>
                </a:lnTo>
                <a:lnTo>
                  <a:pt x="3540" y="5954"/>
                </a:lnTo>
                <a:lnTo>
                  <a:pt x="3980" y="6347"/>
                </a:lnTo>
                <a:lnTo>
                  <a:pt x="4439" y="6741"/>
                </a:lnTo>
                <a:lnTo>
                  <a:pt x="4439" y="7135"/>
                </a:lnTo>
                <a:lnTo>
                  <a:pt x="4879" y="7528"/>
                </a:lnTo>
                <a:lnTo>
                  <a:pt x="4879" y="7938"/>
                </a:lnTo>
                <a:lnTo>
                  <a:pt x="5320" y="8726"/>
                </a:lnTo>
                <a:lnTo>
                  <a:pt x="5320" y="9119"/>
                </a:lnTo>
                <a:lnTo>
                  <a:pt x="5760" y="9513"/>
                </a:lnTo>
                <a:lnTo>
                  <a:pt x="6200" y="9907"/>
                </a:lnTo>
                <a:lnTo>
                  <a:pt x="6200" y="10317"/>
                </a:lnTo>
                <a:lnTo>
                  <a:pt x="6641" y="10710"/>
                </a:lnTo>
                <a:lnTo>
                  <a:pt x="7081" y="11104"/>
                </a:lnTo>
                <a:lnTo>
                  <a:pt x="7081" y="11498"/>
                </a:lnTo>
                <a:lnTo>
                  <a:pt x="7540" y="11891"/>
                </a:lnTo>
                <a:lnTo>
                  <a:pt x="7540" y="12285"/>
                </a:lnTo>
                <a:lnTo>
                  <a:pt x="7980" y="12695"/>
                </a:lnTo>
                <a:lnTo>
                  <a:pt x="7980" y="13089"/>
                </a:lnTo>
                <a:lnTo>
                  <a:pt x="8420" y="13876"/>
                </a:lnTo>
                <a:lnTo>
                  <a:pt x="8860" y="13876"/>
                </a:lnTo>
                <a:lnTo>
                  <a:pt x="8860" y="14663"/>
                </a:lnTo>
                <a:lnTo>
                  <a:pt x="9301" y="15073"/>
                </a:lnTo>
                <a:lnTo>
                  <a:pt x="9301" y="15467"/>
                </a:lnTo>
                <a:lnTo>
                  <a:pt x="9741" y="15861"/>
                </a:lnTo>
                <a:lnTo>
                  <a:pt x="10200" y="16254"/>
                </a:lnTo>
                <a:lnTo>
                  <a:pt x="10200" y="16648"/>
                </a:lnTo>
                <a:lnTo>
                  <a:pt x="10640" y="17042"/>
                </a:lnTo>
                <a:lnTo>
                  <a:pt x="11080" y="17435"/>
                </a:lnTo>
                <a:lnTo>
                  <a:pt x="11080" y="17845"/>
                </a:lnTo>
                <a:lnTo>
                  <a:pt x="11521" y="18239"/>
                </a:lnTo>
                <a:lnTo>
                  <a:pt x="11521" y="18633"/>
                </a:lnTo>
                <a:lnTo>
                  <a:pt x="11961" y="19026"/>
                </a:lnTo>
                <a:lnTo>
                  <a:pt x="11961" y="19420"/>
                </a:lnTo>
                <a:lnTo>
                  <a:pt x="12401" y="19814"/>
                </a:lnTo>
                <a:lnTo>
                  <a:pt x="12841" y="20617"/>
                </a:lnTo>
                <a:lnTo>
                  <a:pt x="13300" y="21405"/>
                </a:lnTo>
                <a:lnTo>
                  <a:pt x="13300" y="21798"/>
                </a:lnTo>
                <a:lnTo>
                  <a:pt x="13740" y="22192"/>
                </a:lnTo>
                <a:lnTo>
                  <a:pt x="14181" y="22602"/>
                </a:lnTo>
                <a:lnTo>
                  <a:pt x="14181" y="22996"/>
                </a:lnTo>
                <a:lnTo>
                  <a:pt x="14621" y="23389"/>
                </a:lnTo>
                <a:lnTo>
                  <a:pt x="14621" y="23783"/>
                </a:lnTo>
                <a:lnTo>
                  <a:pt x="15061" y="24177"/>
                </a:lnTo>
                <a:lnTo>
                  <a:pt x="15502" y="24570"/>
                </a:lnTo>
                <a:lnTo>
                  <a:pt x="15502" y="24964"/>
                </a:lnTo>
                <a:lnTo>
                  <a:pt x="15942" y="25374"/>
                </a:lnTo>
                <a:lnTo>
                  <a:pt x="15942" y="25768"/>
                </a:lnTo>
                <a:lnTo>
                  <a:pt x="16400" y="26161"/>
                </a:lnTo>
                <a:lnTo>
                  <a:pt x="16400" y="26949"/>
                </a:lnTo>
                <a:lnTo>
                  <a:pt x="16841" y="26949"/>
                </a:lnTo>
                <a:lnTo>
                  <a:pt x="17281" y="27752"/>
                </a:lnTo>
                <a:lnTo>
                  <a:pt x="17281" y="28146"/>
                </a:lnTo>
                <a:lnTo>
                  <a:pt x="17721" y="28540"/>
                </a:lnTo>
                <a:lnTo>
                  <a:pt x="18162" y="28933"/>
                </a:lnTo>
                <a:lnTo>
                  <a:pt x="18162" y="29327"/>
                </a:lnTo>
                <a:lnTo>
                  <a:pt x="18602" y="29721"/>
                </a:lnTo>
                <a:lnTo>
                  <a:pt x="18602" y="30131"/>
                </a:lnTo>
                <a:lnTo>
                  <a:pt x="19042" y="30524"/>
                </a:lnTo>
                <a:lnTo>
                  <a:pt x="19501" y="30918"/>
                </a:lnTo>
                <a:lnTo>
                  <a:pt x="19501" y="31312"/>
                </a:lnTo>
                <a:lnTo>
                  <a:pt x="19941" y="31705"/>
                </a:lnTo>
                <a:lnTo>
                  <a:pt x="19941" y="32099"/>
                </a:lnTo>
                <a:lnTo>
                  <a:pt x="20381" y="32509"/>
                </a:lnTo>
                <a:lnTo>
                  <a:pt x="20381" y="32903"/>
                </a:lnTo>
                <a:lnTo>
                  <a:pt x="20822" y="33296"/>
                </a:lnTo>
                <a:lnTo>
                  <a:pt x="21262" y="33690"/>
                </a:lnTo>
                <a:lnTo>
                  <a:pt x="21262" y="34084"/>
                </a:lnTo>
                <a:lnTo>
                  <a:pt x="21702" y="34477"/>
                </a:lnTo>
                <a:lnTo>
                  <a:pt x="22143" y="34871"/>
                </a:lnTo>
                <a:lnTo>
                  <a:pt x="22143" y="35281"/>
                </a:lnTo>
                <a:lnTo>
                  <a:pt x="22601" y="36068"/>
                </a:lnTo>
                <a:lnTo>
                  <a:pt x="23042" y="36856"/>
                </a:lnTo>
                <a:lnTo>
                  <a:pt x="23042" y="37249"/>
                </a:lnTo>
                <a:lnTo>
                  <a:pt x="23482" y="37659"/>
                </a:lnTo>
                <a:lnTo>
                  <a:pt x="23922" y="38053"/>
                </a:lnTo>
                <a:lnTo>
                  <a:pt x="23922" y="38447"/>
                </a:lnTo>
                <a:lnTo>
                  <a:pt x="24362" y="38840"/>
                </a:lnTo>
                <a:lnTo>
                  <a:pt x="24803" y="39234"/>
                </a:lnTo>
                <a:lnTo>
                  <a:pt x="24803" y="39628"/>
                </a:lnTo>
                <a:lnTo>
                  <a:pt x="25261" y="40038"/>
                </a:lnTo>
                <a:lnTo>
                  <a:pt x="25261" y="40431"/>
                </a:lnTo>
                <a:lnTo>
                  <a:pt x="25702" y="40825"/>
                </a:lnTo>
                <a:lnTo>
                  <a:pt x="25702" y="41219"/>
                </a:lnTo>
                <a:lnTo>
                  <a:pt x="26142" y="41612"/>
                </a:lnTo>
                <a:lnTo>
                  <a:pt x="26582" y="42006"/>
                </a:lnTo>
                <a:lnTo>
                  <a:pt x="26582" y="42400"/>
                </a:lnTo>
                <a:lnTo>
                  <a:pt x="27023" y="42810"/>
                </a:lnTo>
                <a:lnTo>
                  <a:pt x="27023" y="43203"/>
                </a:lnTo>
                <a:lnTo>
                  <a:pt x="27463" y="43597"/>
                </a:lnTo>
                <a:lnTo>
                  <a:pt x="27903" y="43991"/>
                </a:lnTo>
                <a:lnTo>
                  <a:pt x="27903" y="44384"/>
                </a:lnTo>
                <a:lnTo>
                  <a:pt x="28362" y="44778"/>
                </a:lnTo>
                <a:lnTo>
                  <a:pt x="28802" y="45188"/>
                </a:lnTo>
                <a:lnTo>
                  <a:pt x="28802" y="45582"/>
                </a:lnTo>
                <a:lnTo>
                  <a:pt x="29242" y="45975"/>
                </a:lnTo>
                <a:lnTo>
                  <a:pt x="29242" y="46369"/>
                </a:lnTo>
                <a:lnTo>
                  <a:pt x="29683" y="47156"/>
                </a:lnTo>
                <a:lnTo>
                  <a:pt x="29683" y="47566"/>
                </a:lnTo>
                <a:lnTo>
                  <a:pt x="30123" y="47960"/>
                </a:lnTo>
                <a:lnTo>
                  <a:pt x="30563" y="48354"/>
                </a:lnTo>
                <a:lnTo>
                  <a:pt x="30563" y="48747"/>
                </a:lnTo>
                <a:lnTo>
                  <a:pt x="31004" y="49141"/>
                </a:lnTo>
                <a:lnTo>
                  <a:pt x="31004" y="49535"/>
                </a:lnTo>
                <a:lnTo>
                  <a:pt x="31462" y="49945"/>
                </a:lnTo>
                <a:lnTo>
                  <a:pt x="31462" y="50338"/>
                </a:lnTo>
                <a:lnTo>
                  <a:pt x="31903" y="50732"/>
                </a:lnTo>
                <a:lnTo>
                  <a:pt x="32343" y="51126"/>
                </a:lnTo>
                <a:lnTo>
                  <a:pt x="32343" y="51519"/>
                </a:lnTo>
                <a:lnTo>
                  <a:pt x="32783" y="51913"/>
                </a:lnTo>
                <a:lnTo>
                  <a:pt x="33223" y="52307"/>
                </a:lnTo>
                <a:lnTo>
                  <a:pt x="33223" y="52717"/>
                </a:lnTo>
                <a:lnTo>
                  <a:pt x="33664" y="53110"/>
                </a:lnTo>
                <a:lnTo>
                  <a:pt x="33664" y="53504"/>
                </a:lnTo>
                <a:lnTo>
                  <a:pt x="34104" y="53898"/>
                </a:lnTo>
                <a:lnTo>
                  <a:pt x="34104" y="54291"/>
                </a:lnTo>
                <a:lnTo>
                  <a:pt x="34563" y="54685"/>
                </a:lnTo>
                <a:lnTo>
                  <a:pt x="35003" y="55095"/>
                </a:lnTo>
                <a:lnTo>
                  <a:pt x="35003" y="55489"/>
                </a:lnTo>
                <a:lnTo>
                  <a:pt x="35443" y="55882"/>
                </a:lnTo>
                <a:lnTo>
                  <a:pt x="35884" y="56276"/>
                </a:lnTo>
                <a:lnTo>
                  <a:pt x="35884" y="56670"/>
                </a:lnTo>
                <a:lnTo>
                  <a:pt x="36324" y="57063"/>
                </a:lnTo>
                <a:lnTo>
                  <a:pt x="36324" y="57473"/>
                </a:lnTo>
                <a:lnTo>
                  <a:pt x="36764" y="57867"/>
                </a:lnTo>
                <a:lnTo>
                  <a:pt x="37204" y="58261"/>
                </a:lnTo>
                <a:lnTo>
                  <a:pt x="37204" y="58654"/>
                </a:lnTo>
                <a:lnTo>
                  <a:pt x="37663" y="59048"/>
                </a:lnTo>
                <a:lnTo>
                  <a:pt x="37663" y="59442"/>
                </a:lnTo>
                <a:lnTo>
                  <a:pt x="38103" y="59835"/>
                </a:lnTo>
                <a:lnTo>
                  <a:pt x="38103" y="60245"/>
                </a:lnTo>
                <a:lnTo>
                  <a:pt x="38544" y="60639"/>
                </a:lnTo>
                <a:lnTo>
                  <a:pt x="38984" y="61033"/>
                </a:lnTo>
                <a:lnTo>
                  <a:pt x="38984" y="61426"/>
                </a:lnTo>
                <a:lnTo>
                  <a:pt x="39424" y="61820"/>
                </a:lnTo>
                <a:lnTo>
                  <a:pt x="39865" y="62214"/>
                </a:lnTo>
                <a:lnTo>
                  <a:pt x="39865" y="62624"/>
                </a:lnTo>
                <a:lnTo>
                  <a:pt x="40323" y="63017"/>
                </a:lnTo>
                <a:lnTo>
                  <a:pt x="40323" y="63411"/>
                </a:lnTo>
                <a:lnTo>
                  <a:pt x="40763" y="63805"/>
                </a:lnTo>
                <a:lnTo>
                  <a:pt x="40763" y="64198"/>
                </a:lnTo>
                <a:lnTo>
                  <a:pt x="41204" y="64592"/>
                </a:lnTo>
                <a:lnTo>
                  <a:pt x="41644" y="65002"/>
                </a:lnTo>
                <a:lnTo>
                  <a:pt x="41644" y="65396"/>
                </a:lnTo>
                <a:lnTo>
                  <a:pt x="42084" y="65789"/>
                </a:lnTo>
                <a:lnTo>
                  <a:pt x="42084" y="66183"/>
                </a:lnTo>
                <a:lnTo>
                  <a:pt x="42525" y="66577"/>
                </a:lnTo>
                <a:lnTo>
                  <a:pt x="42525" y="66970"/>
                </a:lnTo>
                <a:lnTo>
                  <a:pt x="42965" y="67364"/>
                </a:lnTo>
                <a:lnTo>
                  <a:pt x="43424" y="67774"/>
                </a:lnTo>
                <a:lnTo>
                  <a:pt x="43424" y="68168"/>
                </a:lnTo>
                <a:lnTo>
                  <a:pt x="43864" y="68561"/>
                </a:lnTo>
                <a:lnTo>
                  <a:pt x="44304" y="68955"/>
                </a:lnTo>
                <a:lnTo>
                  <a:pt x="44304" y="69349"/>
                </a:lnTo>
                <a:lnTo>
                  <a:pt x="44744" y="69742"/>
                </a:lnTo>
                <a:lnTo>
                  <a:pt x="44744" y="70152"/>
                </a:lnTo>
                <a:lnTo>
                  <a:pt x="45185" y="70546"/>
                </a:lnTo>
                <a:lnTo>
                  <a:pt x="45625" y="70940"/>
                </a:lnTo>
                <a:lnTo>
                  <a:pt x="45625" y="71333"/>
                </a:lnTo>
                <a:lnTo>
                  <a:pt x="46065" y="71727"/>
                </a:lnTo>
                <a:lnTo>
                  <a:pt x="46065" y="72121"/>
                </a:lnTo>
                <a:lnTo>
                  <a:pt x="46524" y="72531"/>
                </a:lnTo>
                <a:lnTo>
                  <a:pt x="46964" y="72924"/>
                </a:lnTo>
                <a:lnTo>
                  <a:pt x="46964" y="73318"/>
                </a:lnTo>
                <a:lnTo>
                  <a:pt x="47405" y="73712"/>
                </a:lnTo>
                <a:lnTo>
                  <a:pt x="47405" y="74105"/>
                </a:lnTo>
                <a:lnTo>
                  <a:pt x="47845" y="74499"/>
                </a:lnTo>
                <a:lnTo>
                  <a:pt x="48285" y="74909"/>
                </a:lnTo>
                <a:lnTo>
                  <a:pt x="48285" y="75303"/>
                </a:lnTo>
                <a:lnTo>
                  <a:pt x="48725" y="75696"/>
                </a:lnTo>
                <a:lnTo>
                  <a:pt x="48725" y="76090"/>
                </a:lnTo>
                <a:lnTo>
                  <a:pt x="49166" y="76484"/>
                </a:lnTo>
                <a:lnTo>
                  <a:pt x="49166" y="76877"/>
                </a:lnTo>
                <a:lnTo>
                  <a:pt x="49624" y="77271"/>
                </a:lnTo>
                <a:lnTo>
                  <a:pt x="50065" y="77681"/>
                </a:lnTo>
                <a:lnTo>
                  <a:pt x="50065" y="78075"/>
                </a:lnTo>
                <a:lnTo>
                  <a:pt x="50505" y="78468"/>
                </a:lnTo>
                <a:lnTo>
                  <a:pt x="50945" y="78862"/>
                </a:lnTo>
                <a:lnTo>
                  <a:pt x="50945" y="79256"/>
                </a:lnTo>
                <a:lnTo>
                  <a:pt x="51386" y="79649"/>
                </a:lnTo>
                <a:lnTo>
                  <a:pt x="51386" y="80059"/>
                </a:lnTo>
                <a:lnTo>
                  <a:pt x="51826" y="80453"/>
                </a:lnTo>
                <a:lnTo>
                  <a:pt x="51826" y="80847"/>
                </a:lnTo>
                <a:lnTo>
                  <a:pt x="52266" y="81240"/>
                </a:lnTo>
                <a:lnTo>
                  <a:pt x="52725" y="81634"/>
                </a:lnTo>
              </a:path>
            </a:pathLst>
          </a:custGeom>
          <a:ln w="24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121653" y="3098444"/>
            <a:ext cx="52706" cy="72514"/>
          </a:xfrm>
          <a:custGeom>
            <a:avLst/>
            <a:gdLst/>
            <a:ahLst/>
            <a:cxnLst/>
            <a:rect l="l" t="t" r="r" b="b"/>
            <a:pathLst>
              <a:path w="52706" h="72514">
                <a:moveTo>
                  <a:pt x="0" y="0"/>
                </a:moveTo>
                <a:lnTo>
                  <a:pt x="0" y="393"/>
                </a:lnTo>
                <a:lnTo>
                  <a:pt x="440" y="803"/>
                </a:lnTo>
                <a:lnTo>
                  <a:pt x="440" y="1197"/>
                </a:lnTo>
                <a:lnTo>
                  <a:pt x="880" y="1591"/>
                </a:lnTo>
                <a:lnTo>
                  <a:pt x="1320" y="1984"/>
                </a:lnTo>
                <a:lnTo>
                  <a:pt x="1320" y="2378"/>
                </a:lnTo>
                <a:lnTo>
                  <a:pt x="1761" y="2771"/>
                </a:lnTo>
                <a:lnTo>
                  <a:pt x="2201" y="3165"/>
                </a:lnTo>
                <a:lnTo>
                  <a:pt x="2201" y="3575"/>
                </a:lnTo>
                <a:lnTo>
                  <a:pt x="2660" y="3969"/>
                </a:lnTo>
                <a:lnTo>
                  <a:pt x="2660" y="4363"/>
                </a:lnTo>
                <a:lnTo>
                  <a:pt x="3100" y="4363"/>
                </a:lnTo>
                <a:lnTo>
                  <a:pt x="3100" y="5150"/>
                </a:lnTo>
                <a:lnTo>
                  <a:pt x="3540" y="5150"/>
                </a:lnTo>
                <a:lnTo>
                  <a:pt x="3980" y="5954"/>
                </a:lnTo>
                <a:lnTo>
                  <a:pt x="3980" y="6347"/>
                </a:lnTo>
                <a:lnTo>
                  <a:pt x="4421" y="6347"/>
                </a:lnTo>
                <a:lnTo>
                  <a:pt x="4421" y="7135"/>
                </a:lnTo>
                <a:lnTo>
                  <a:pt x="4861" y="7135"/>
                </a:lnTo>
                <a:lnTo>
                  <a:pt x="5301" y="7528"/>
                </a:lnTo>
                <a:lnTo>
                  <a:pt x="5301" y="7922"/>
                </a:lnTo>
                <a:lnTo>
                  <a:pt x="5760" y="8332"/>
                </a:lnTo>
                <a:lnTo>
                  <a:pt x="5760" y="8726"/>
                </a:lnTo>
                <a:lnTo>
                  <a:pt x="6200" y="9119"/>
                </a:lnTo>
                <a:lnTo>
                  <a:pt x="6641" y="9513"/>
                </a:lnTo>
                <a:lnTo>
                  <a:pt x="6641" y="9907"/>
                </a:lnTo>
                <a:lnTo>
                  <a:pt x="7081" y="10300"/>
                </a:lnTo>
                <a:lnTo>
                  <a:pt x="7081" y="10710"/>
                </a:lnTo>
                <a:lnTo>
                  <a:pt x="7521" y="11104"/>
                </a:lnTo>
                <a:lnTo>
                  <a:pt x="7521" y="11498"/>
                </a:lnTo>
                <a:lnTo>
                  <a:pt x="7961" y="11891"/>
                </a:lnTo>
                <a:lnTo>
                  <a:pt x="8402" y="12285"/>
                </a:lnTo>
                <a:lnTo>
                  <a:pt x="8402" y="12679"/>
                </a:lnTo>
                <a:lnTo>
                  <a:pt x="8860" y="13072"/>
                </a:lnTo>
                <a:lnTo>
                  <a:pt x="9301" y="13482"/>
                </a:lnTo>
                <a:lnTo>
                  <a:pt x="9301" y="13876"/>
                </a:lnTo>
                <a:lnTo>
                  <a:pt x="9741" y="14270"/>
                </a:lnTo>
                <a:lnTo>
                  <a:pt x="9741" y="14663"/>
                </a:lnTo>
                <a:lnTo>
                  <a:pt x="10181" y="14663"/>
                </a:lnTo>
                <a:lnTo>
                  <a:pt x="10622" y="15451"/>
                </a:lnTo>
                <a:lnTo>
                  <a:pt x="11062" y="15861"/>
                </a:lnTo>
                <a:lnTo>
                  <a:pt x="11062" y="16648"/>
                </a:lnTo>
                <a:lnTo>
                  <a:pt x="11502" y="16648"/>
                </a:lnTo>
                <a:lnTo>
                  <a:pt x="11502" y="17042"/>
                </a:lnTo>
                <a:lnTo>
                  <a:pt x="11961" y="17435"/>
                </a:lnTo>
                <a:lnTo>
                  <a:pt x="12401" y="17829"/>
                </a:lnTo>
                <a:lnTo>
                  <a:pt x="12401" y="18239"/>
                </a:lnTo>
                <a:lnTo>
                  <a:pt x="12841" y="18633"/>
                </a:lnTo>
                <a:lnTo>
                  <a:pt x="13282" y="19026"/>
                </a:lnTo>
                <a:lnTo>
                  <a:pt x="13282" y="19420"/>
                </a:lnTo>
                <a:lnTo>
                  <a:pt x="13722" y="19814"/>
                </a:lnTo>
                <a:lnTo>
                  <a:pt x="13722" y="20207"/>
                </a:lnTo>
                <a:lnTo>
                  <a:pt x="14162" y="20601"/>
                </a:lnTo>
                <a:lnTo>
                  <a:pt x="14162" y="21011"/>
                </a:lnTo>
                <a:lnTo>
                  <a:pt x="14621" y="21405"/>
                </a:lnTo>
                <a:lnTo>
                  <a:pt x="15061" y="21798"/>
                </a:lnTo>
                <a:lnTo>
                  <a:pt x="15061" y="22192"/>
                </a:lnTo>
                <a:lnTo>
                  <a:pt x="15502" y="22586"/>
                </a:lnTo>
                <a:lnTo>
                  <a:pt x="15942" y="23389"/>
                </a:lnTo>
                <a:lnTo>
                  <a:pt x="16382" y="23389"/>
                </a:lnTo>
                <a:lnTo>
                  <a:pt x="16382" y="23783"/>
                </a:lnTo>
                <a:lnTo>
                  <a:pt x="16822" y="24177"/>
                </a:lnTo>
                <a:lnTo>
                  <a:pt x="16822" y="24570"/>
                </a:lnTo>
                <a:lnTo>
                  <a:pt x="17263" y="24964"/>
                </a:lnTo>
                <a:lnTo>
                  <a:pt x="17721" y="25358"/>
                </a:lnTo>
                <a:lnTo>
                  <a:pt x="17721" y="25768"/>
                </a:lnTo>
                <a:lnTo>
                  <a:pt x="18162" y="26161"/>
                </a:lnTo>
                <a:lnTo>
                  <a:pt x="18162" y="26555"/>
                </a:lnTo>
                <a:lnTo>
                  <a:pt x="18602" y="26949"/>
                </a:lnTo>
                <a:lnTo>
                  <a:pt x="19042" y="27342"/>
                </a:lnTo>
                <a:lnTo>
                  <a:pt x="19042" y="27736"/>
                </a:lnTo>
                <a:lnTo>
                  <a:pt x="19483" y="28130"/>
                </a:lnTo>
                <a:lnTo>
                  <a:pt x="19923" y="28540"/>
                </a:lnTo>
                <a:lnTo>
                  <a:pt x="20363" y="29327"/>
                </a:lnTo>
                <a:lnTo>
                  <a:pt x="20822" y="29721"/>
                </a:lnTo>
                <a:lnTo>
                  <a:pt x="20822" y="30114"/>
                </a:lnTo>
                <a:lnTo>
                  <a:pt x="21262" y="30508"/>
                </a:lnTo>
                <a:lnTo>
                  <a:pt x="21702" y="30918"/>
                </a:lnTo>
                <a:lnTo>
                  <a:pt x="21702" y="31312"/>
                </a:lnTo>
                <a:lnTo>
                  <a:pt x="22143" y="31705"/>
                </a:lnTo>
                <a:lnTo>
                  <a:pt x="22143" y="32099"/>
                </a:lnTo>
                <a:lnTo>
                  <a:pt x="22583" y="32493"/>
                </a:lnTo>
                <a:lnTo>
                  <a:pt x="22583" y="32886"/>
                </a:lnTo>
                <a:lnTo>
                  <a:pt x="23023" y="33296"/>
                </a:lnTo>
                <a:lnTo>
                  <a:pt x="23464" y="33690"/>
                </a:lnTo>
                <a:lnTo>
                  <a:pt x="23922" y="34477"/>
                </a:lnTo>
                <a:lnTo>
                  <a:pt x="24362" y="34477"/>
                </a:lnTo>
                <a:lnTo>
                  <a:pt x="24362" y="34871"/>
                </a:lnTo>
                <a:lnTo>
                  <a:pt x="24803" y="35265"/>
                </a:lnTo>
                <a:lnTo>
                  <a:pt x="24803" y="35675"/>
                </a:lnTo>
                <a:lnTo>
                  <a:pt x="25243" y="36068"/>
                </a:lnTo>
                <a:lnTo>
                  <a:pt x="25243" y="36462"/>
                </a:lnTo>
                <a:lnTo>
                  <a:pt x="25683" y="36856"/>
                </a:lnTo>
                <a:lnTo>
                  <a:pt x="26124" y="37249"/>
                </a:lnTo>
                <a:lnTo>
                  <a:pt x="26124" y="37643"/>
                </a:lnTo>
                <a:lnTo>
                  <a:pt x="26564" y="38037"/>
                </a:lnTo>
                <a:lnTo>
                  <a:pt x="27023" y="38447"/>
                </a:lnTo>
                <a:lnTo>
                  <a:pt x="27023" y="38840"/>
                </a:lnTo>
                <a:lnTo>
                  <a:pt x="27463" y="38840"/>
                </a:lnTo>
                <a:lnTo>
                  <a:pt x="27463" y="39234"/>
                </a:lnTo>
                <a:lnTo>
                  <a:pt x="27903" y="39628"/>
                </a:lnTo>
                <a:lnTo>
                  <a:pt x="28343" y="40021"/>
                </a:lnTo>
                <a:lnTo>
                  <a:pt x="28343" y="40415"/>
                </a:lnTo>
                <a:lnTo>
                  <a:pt x="28784" y="40825"/>
                </a:lnTo>
                <a:lnTo>
                  <a:pt x="28784" y="41219"/>
                </a:lnTo>
                <a:lnTo>
                  <a:pt x="29224" y="41612"/>
                </a:lnTo>
                <a:lnTo>
                  <a:pt x="29224" y="42006"/>
                </a:lnTo>
                <a:lnTo>
                  <a:pt x="29683" y="42400"/>
                </a:lnTo>
                <a:lnTo>
                  <a:pt x="30123" y="42400"/>
                </a:lnTo>
                <a:lnTo>
                  <a:pt x="30123" y="43203"/>
                </a:lnTo>
                <a:lnTo>
                  <a:pt x="30563" y="43203"/>
                </a:lnTo>
                <a:lnTo>
                  <a:pt x="31004" y="43597"/>
                </a:lnTo>
                <a:lnTo>
                  <a:pt x="31004" y="43991"/>
                </a:lnTo>
                <a:lnTo>
                  <a:pt x="31444" y="44384"/>
                </a:lnTo>
                <a:lnTo>
                  <a:pt x="31444" y="44778"/>
                </a:lnTo>
                <a:lnTo>
                  <a:pt x="31884" y="45172"/>
                </a:lnTo>
                <a:lnTo>
                  <a:pt x="31884" y="45565"/>
                </a:lnTo>
                <a:lnTo>
                  <a:pt x="32324" y="45975"/>
                </a:lnTo>
                <a:lnTo>
                  <a:pt x="32783" y="46369"/>
                </a:lnTo>
                <a:lnTo>
                  <a:pt x="33223" y="46763"/>
                </a:lnTo>
                <a:lnTo>
                  <a:pt x="33223" y="47156"/>
                </a:lnTo>
                <a:lnTo>
                  <a:pt x="33664" y="47550"/>
                </a:lnTo>
                <a:lnTo>
                  <a:pt x="33664" y="47944"/>
                </a:lnTo>
                <a:lnTo>
                  <a:pt x="34104" y="48354"/>
                </a:lnTo>
                <a:lnTo>
                  <a:pt x="34544" y="48747"/>
                </a:lnTo>
                <a:lnTo>
                  <a:pt x="34544" y="49141"/>
                </a:lnTo>
                <a:lnTo>
                  <a:pt x="34985" y="49535"/>
                </a:lnTo>
                <a:lnTo>
                  <a:pt x="35425" y="49928"/>
                </a:lnTo>
                <a:lnTo>
                  <a:pt x="35884" y="50322"/>
                </a:lnTo>
                <a:lnTo>
                  <a:pt x="35884" y="50732"/>
                </a:lnTo>
                <a:lnTo>
                  <a:pt x="36324" y="51126"/>
                </a:lnTo>
                <a:lnTo>
                  <a:pt x="36764" y="51519"/>
                </a:lnTo>
                <a:lnTo>
                  <a:pt x="36764" y="51913"/>
                </a:lnTo>
                <a:lnTo>
                  <a:pt x="37204" y="52307"/>
                </a:lnTo>
                <a:lnTo>
                  <a:pt x="37204" y="52700"/>
                </a:lnTo>
                <a:lnTo>
                  <a:pt x="37645" y="53110"/>
                </a:lnTo>
                <a:lnTo>
                  <a:pt x="38085" y="53504"/>
                </a:lnTo>
                <a:lnTo>
                  <a:pt x="38525" y="53898"/>
                </a:lnTo>
                <a:lnTo>
                  <a:pt x="38525" y="54291"/>
                </a:lnTo>
                <a:lnTo>
                  <a:pt x="38984" y="54685"/>
                </a:lnTo>
                <a:lnTo>
                  <a:pt x="39424" y="55079"/>
                </a:lnTo>
                <a:lnTo>
                  <a:pt x="39424" y="55472"/>
                </a:lnTo>
                <a:lnTo>
                  <a:pt x="39865" y="55882"/>
                </a:lnTo>
                <a:lnTo>
                  <a:pt x="40305" y="56276"/>
                </a:lnTo>
                <a:lnTo>
                  <a:pt x="40305" y="56670"/>
                </a:lnTo>
                <a:lnTo>
                  <a:pt x="40745" y="57063"/>
                </a:lnTo>
                <a:lnTo>
                  <a:pt x="41185" y="57457"/>
                </a:lnTo>
                <a:lnTo>
                  <a:pt x="41185" y="57851"/>
                </a:lnTo>
                <a:lnTo>
                  <a:pt x="41626" y="58261"/>
                </a:lnTo>
                <a:lnTo>
                  <a:pt x="42084" y="58654"/>
                </a:lnTo>
                <a:lnTo>
                  <a:pt x="42084" y="59048"/>
                </a:lnTo>
                <a:lnTo>
                  <a:pt x="42525" y="59442"/>
                </a:lnTo>
                <a:lnTo>
                  <a:pt x="42965" y="59835"/>
                </a:lnTo>
                <a:lnTo>
                  <a:pt x="42965" y="60229"/>
                </a:lnTo>
                <a:lnTo>
                  <a:pt x="43405" y="60639"/>
                </a:lnTo>
                <a:lnTo>
                  <a:pt x="43846" y="61033"/>
                </a:lnTo>
                <a:lnTo>
                  <a:pt x="43846" y="61426"/>
                </a:lnTo>
                <a:lnTo>
                  <a:pt x="44286" y="61820"/>
                </a:lnTo>
                <a:lnTo>
                  <a:pt x="44744" y="62214"/>
                </a:lnTo>
                <a:lnTo>
                  <a:pt x="45185" y="62607"/>
                </a:lnTo>
                <a:lnTo>
                  <a:pt x="45185" y="63001"/>
                </a:lnTo>
                <a:lnTo>
                  <a:pt x="45625" y="63411"/>
                </a:lnTo>
                <a:lnTo>
                  <a:pt x="46065" y="63805"/>
                </a:lnTo>
                <a:lnTo>
                  <a:pt x="46065" y="64198"/>
                </a:lnTo>
                <a:lnTo>
                  <a:pt x="46506" y="64592"/>
                </a:lnTo>
                <a:lnTo>
                  <a:pt x="46946" y="64986"/>
                </a:lnTo>
                <a:lnTo>
                  <a:pt x="46946" y="65379"/>
                </a:lnTo>
                <a:lnTo>
                  <a:pt x="47386" y="65789"/>
                </a:lnTo>
                <a:lnTo>
                  <a:pt x="47845" y="66183"/>
                </a:lnTo>
                <a:lnTo>
                  <a:pt x="47845" y="66577"/>
                </a:lnTo>
                <a:lnTo>
                  <a:pt x="48285" y="66970"/>
                </a:lnTo>
                <a:lnTo>
                  <a:pt x="48725" y="67364"/>
                </a:lnTo>
                <a:lnTo>
                  <a:pt x="49166" y="67758"/>
                </a:lnTo>
                <a:lnTo>
                  <a:pt x="49166" y="68168"/>
                </a:lnTo>
                <a:lnTo>
                  <a:pt x="49606" y="68561"/>
                </a:lnTo>
                <a:lnTo>
                  <a:pt x="49606" y="68955"/>
                </a:lnTo>
                <a:lnTo>
                  <a:pt x="50046" y="69349"/>
                </a:lnTo>
                <a:lnTo>
                  <a:pt x="50487" y="69742"/>
                </a:lnTo>
                <a:lnTo>
                  <a:pt x="50945" y="70136"/>
                </a:lnTo>
                <a:lnTo>
                  <a:pt x="50945" y="70546"/>
                </a:lnTo>
                <a:lnTo>
                  <a:pt x="51386" y="70940"/>
                </a:lnTo>
                <a:lnTo>
                  <a:pt x="51386" y="71333"/>
                </a:lnTo>
                <a:lnTo>
                  <a:pt x="51826" y="71727"/>
                </a:lnTo>
                <a:lnTo>
                  <a:pt x="52266" y="72121"/>
                </a:lnTo>
                <a:lnTo>
                  <a:pt x="52706" y="72514"/>
                </a:lnTo>
              </a:path>
            </a:pathLst>
          </a:custGeom>
          <a:ln w="24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174360" y="3170959"/>
            <a:ext cx="52284" cy="61820"/>
          </a:xfrm>
          <a:custGeom>
            <a:avLst/>
            <a:gdLst/>
            <a:ahLst/>
            <a:cxnLst/>
            <a:rect l="l" t="t" r="r" b="b"/>
            <a:pathLst>
              <a:path w="52284" h="61820">
                <a:moveTo>
                  <a:pt x="0" y="0"/>
                </a:moveTo>
                <a:lnTo>
                  <a:pt x="440" y="393"/>
                </a:lnTo>
                <a:lnTo>
                  <a:pt x="440" y="803"/>
                </a:lnTo>
                <a:lnTo>
                  <a:pt x="880" y="1197"/>
                </a:lnTo>
                <a:lnTo>
                  <a:pt x="880" y="1591"/>
                </a:lnTo>
                <a:lnTo>
                  <a:pt x="1339" y="1591"/>
                </a:lnTo>
                <a:lnTo>
                  <a:pt x="1779" y="1984"/>
                </a:lnTo>
                <a:lnTo>
                  <a:pt x="1779" y="2378"/>
                </a:lnTo>
                <a:lnTo>
                  <a:pt x="2219" y="2771"/>
                </a:lnTo>
                <a:lnTo>
                  <a:pt x="2219" y="3182"/>
                </a:lnTo>
                <a:lnTo>
                  <a:pt x="2660" y="3575"/>
                </a:lnTo>
                <a:lnTo>
                  <a:pt x="2660" y="3969"/>
                </a:lnTo>
                <a:lnTo>
                  <a:pt x="3100" y="3969"/>
                </a:lnTo>
                <a:lnTo>
                  <a:pt x="3540" y="4363"/>
                </a:lnTo>
                <a:lnTo>
                  <a:pt x="3540" y="4756"/>
                </a:lnTo>
                <a:lnTo>
                  <a:pt x="3980" y="5150"/>
                </a:lnTo>
                <a:lnTo>
                  <a:pt x="4439" y="5560"/>
                </a:lnTo>
                <a:lnTo>
                  <a:pt x="4439" y="5954"/>
                </a:lnTo>
                <a:lnTo>
                  <a:pt x="4879" y="5954"/>
                </a:lnTo>
                <a:lnTo>
                  <a:pt x="4879" y="6347"/>
                </a:lnTo>
                <a:lnTo>
                  <a:pt x="5320" y="6741"/>
                </a:lnTo>
                <a:lnTo>
                  <a:pt x="5320" y="7135"/>
                </a:lnTo>
                <a:lnTo>
                  <a:pt x="5760" y="7528"/>
                </a:lnTo>
                <a:lnTo>
                  <a:pt x="6200" y="7922"/>
                </a:lnTo>
                <a:lnTo>
                  <a:pt x="6200" y="8332"/>
                </a:lnTo>
                <a:lnTo>
                  <a:pt x="6641" y="8332"/>
                </a:lnTo>
                <a:lnTo>
                  <a:pt x="6641" y="8726"/>
                </a:lnTo>
                <a:lnTo>
                  <a:pt x="7099" y="9119"/>
                </a:lnTo>
                <a:lnTo>
                  <a:pt x="7540" y="9513"/>
                </a:lnTo>
                <a:lnTo>
                  <a:pt x="7540" y="9907"/>
                </a:lnTo>
                <a:lnTo>
                  <a:pt x="7980" y="10300"/>
                </a:lnTo>
                <a:lnTo>
                  <a:pt x="8420" y="10300"/>
                </a:lnTo>
                <a:lnTo>
                  <a:pt x="8420" y="10710"/>
                </a:lnTo>
                <a:lnTo>
                  <a:pt x="8860" y="11104"/>
                </a:lnTo>
                <a:lnTo>
                  <a:pt x="8860" y="11498"/>
                </a:lnTo>
                <a:lnTo>
                  <a:pt x="9301" y="11891"/>
                </a:lnTo>
                <a:lnTo>
                  <a:pt x="9741" y="12285"/>
                </a:lnTo>
                <a:lnTo>
                  <a:pt x="10200" y="12679"/>
                </a:lnTo>
                <a:lnTo>
                  <a:pt x="10200" y="13089"/>
                </a:lnTo>
                <a:lnTo>
                  <a:pt x="10640" y="13482"/>
                </a:lnTo>
                <a:lnTo>
                  <a:pt x="11080" y="13482"/>
                </a:lnTo>
                <a:lnTo>
                  <a:pt x="11080" y="13876"/>
                </a:lnTo>
                <a:lnTo>
                  <a:pt x="11521" y="14270"/>
                </a:lnTo>
                <a:lnTo>
                  <a:pt x="11521" y="14663"/>
                </a:lnTo>
                <a:lnTo>
                  <a:pt x="11961" y="15057"/>
                </a:lnTo>
                <a:lnTo>
                  <a:pt x="11961" y="15451"/>
                </a:lnTo>
                <a:lnTo>
                  <a:pt x="12401" y="15861"/>
                </a:lnTo>
                <a:lnTo>
                  <a:pt x="12841" y="15861"/>
                </a:lnTo>
                <a:lnTo>
                  <a:pt x="12841" y="16254"/>
                </a:lnTo>
                <a:lnTo>
                  <a:pt x="13300" y="16648"/>
                </a:lnTo>
                <a:lnTo>
                  <a:pt x="13300" y="17042"/>
                </a:lnTo>
                <a:lnTo>
                  <a:pt x="13740" y="17435"/>
                </a:lnTo>
                <a:lnTo>
                  <a:pt x="13740" y="17829"/>
                </a:lnTo>
                <a:lnTo>
                  <a:pt x="14181" y="17829"/>
                </a:lnTo>
                <a:lnTo>
                  <a:pt x="14621" y="18239"/>
                </a:lnTo>
                <a:lnTo>
                  <a:pt x="14621" y="18633"/>
                </a:lnTo>
                <a:lnTo>
                  <a:pt x="15061" y="19026"/>
                </a:lnTo>
                <a:lnTo>
                  <a:pt x="15502" y="19420"/>
                </a:lnTo>
                <a:lnTo>
                  <a:pt x="15942" y="19814"/>
                </a:lnTo>
                <a:lnTo>
                  <a:pt x="15942" y="20207"/>
                </a:lnTo>
                <a:lnTo>
                  <a:pt x="16400" y="20617"/>
                </a:lnTo>
                <a:lnTo>
                  <a:pt x="16400" y="21011"/>
                </a:lnTo>
                <a:lnTo>
                  <a:pt x="16841" y="21405"/>
                </a:lnTo>
                <a:lnTo>
                  <a:pt x="17281" y="21405"/>
                </a:lnTo>
                <a:lnTo>
                  <a:pt x="17281" y="21798"/>
                </a:lnTo>
                <a:lnTo>
                  <a:pt x="17721" y="22192"/>
                </a:lnTo>
                <a:lnTo>
                  <a:pt x="18162" y="22586"/>
                </a:lnTo>
                <a:lnTo>
                  <a:pt x="18602" y="22996"/>
                </a:lnTo>
                <a:lnTo>
                  <a:pt x="18602" y="23389"/>
                </a:lnTo>
                <a:lnTo>
                  <a:pt x="19042" y="23783"/>
                </a:lnTo>
                <a:lnTo>
                  <a:pt x="19501" y="24177"/>
                </a:lnTo>
                <a:lnTo>
                  <a:pt x="19941" y="24570"/>
                </a:lnTo>
                <a:lnTo>
                  <a:pt x="19941" y="24964"/>
                </a:lnTo>
                <a:lnTo>
                  <a:pt x="20381" y="25358"/>
                </a:lnTo>
                <a:lnTo>
                  <a:pt x="20381" y="25768"/>
                </a:lnTo>
                <a:lnTo>
                  <a:pt x="20822" y="25768"/>
                </a:lnTo>
                <a:lnTo>
                  <a:pt x="21262" y="26161"/>
                </a:lnTo>
                <a:lnTo>
                  <a:pt x="21262" y="26555"/>
                </a:lnTo>
                <a:lnTo>
                  <a:pt x="21702" y="26949"/>
                </a:lnTo>
                <a:lnTo>
                  <a:pt x="22161" y="27342"/>
                </a:lnTo>
                <a:lnTo>
                  <a:pt x="22601" y="27736"/>
                </a:lnTo>
                <a:lnTo>
                  <a:pt x="22601" y="28146"/>
                </a:lnTo>
                <a:lnTo>
                  <a:pt x="23042" y="28540"/>
                </a:lnTo>
                <a:lnTo>
                  <a:pt x="23042" y="28933"/>
                </a:lnTo>
                <a:lnTo>
                  <a:pt x="23482" y="28933"/>
                </a:lnTo>
                <a:lnTo>
                  <a:pt x="23922" y="29327"/>
                </a:lnTo>
                <a:lnTo>
                  <a:pt x="23922" y="29721"/>
                </a:lnTo>
                <a:lnTo>
                  <a:pt x="24362" y="30114"/>
                </a:lnTo>
                <a:lnTo>
                  <a:pt x="24362" y="30524"/>
                </a:lnTo>
                <a:lnTo>
                  <a:pt x="24803" y="30524"/>
                </a:lnTo>
                <a:lnTo>
                  <a:pt x="24803" y="30918"/>
                </a:lnTo>
                <a:lnTo>
                  <a:pt x="25261" y="31312"/>
                </a:lnTo>
                <a:lnTo>
                  <a:pt x="25702" y="31705"/>
                </a:lnTo>
                <a:lnTo>
                  <a:pt x="26142" y="31705"/>
                </a:lnTo>
                <a:lnTo>
                  <a:pt x="26142" y="32099"/>
                </a:lnTo>
                <a:lnTo>
                  <a:pt x="26582" y="32493"/>
                </a:lnTo>
                <a:lnTo>
                  <a:pt x="26582" y="32886"/>
                </a:lnTo>
                <a:lnTo>
                  <a:pt x="27023" y="33296"/>
                </a:lnTo>
                <a:lnTo>
                  <a:pt x="27463" y="33690"/>
                </a:lnTo>
                <a:lnTo>
                  <a:pt x="27903" y="34084"/>
                </a:lnTo>
                <a:lnTo>
                  <a:pt x="27903" y="34477"/>
                </a:lnTo>
                <a:lnTo>
                  <a:pt x="28362" y="34871"/>
                </a:lnTo>
                <a:lnTo>
                  <a:pt x="28802" y="35265"/>
                </a:lnTo>
                <a:lnTo>
                  <a:pt x="29242" y="35675"/>
                </a:lnTo>
                <a:lnTo>
                  <a:pt x="29242" y="36068"/>
                </a:lnTo>
                <a:lnTo>
                  <a:pt x="29683" y="36068"/>
                </a:lnTo>
                <a:lnTo>
                  <a:pt x="29683" y="36462"/>
                </a:lnTo>
                <a:lnTo>
                  <a:pt x="30123" y="36856"/>
                </a:lnTo>
                <a:lnTo>
                  <a:pt x="30563" y="37249"/>
                </a:lnTo>
                <a:lnTo>
                  <a:pt x="30563" y="37643"/>
                </a:lnTo>
                <a:lnTo>
                  <a:pt x="31004" y="37643"/>
                </a:lnTo>
                <a:lnTo>
                  <a:pt x="31004" y="38053"/>
                </a:lnTo>
                <a:lnTo>
                  <a:pt x="31462" y="38447"/>
                </a:lnTo>
                <a:lnTo>
                  <a:pt x="31462" y="38840"/>
                </a:lnTo>
                <a:lnTo>
                  <a:pt x="31903" y="38840"/>
                </a:lnTo>
                <a:lnTo>
                  <a:pt x="32343" y="39234"/>
                </a:lnTo>
                <a:lnTo>
                  <a:pt x="32343" y="39628"/>
                </a:lnTo>
                <a:lnTo>
                  <a:pt x="32783" y="40021"/>
                </a:lnTo>
                <a:lnTo>
                  <a:pt x="33223" y="40021"/>
                </a:lnTo>
                <a:lnTo>
                  <a:pt x="33223" y="40431"/>
                </a:lnTo>
                <a:lnTo>
                  <a:pt x="33664" y="40825"/>
                </a:lnTo>
                <a:lnTo>
                  <a:pt x="33664" y="41219"/>
                </a:lnTo>
                <a:lnTo>
                  <a:pt x="34104" y="41219"/>
                </a:lnTo>
                <a:lnTo>
                  <a:pt x="34563" y="41612"/>
                </a:lnTo>
                <a:lnTo>
                  <a:pt x="34563" y="42006"/>
                </a:lnTo>
                <a:lnTo>
                  <a:pt x="35003" y="42400"/>
                </a:lnTo>
                <a:lnTo>
                  <a:pt x="35003" y="42793"/>
                </a:lnTo>
                <a:lnTo>
                  <a:pt x="35443" y="42793"/>
                </a:lnTo>
                <a:lnTo>
                  <a:pt x="35443" y="43203"/>
                </a:lnTo>
                <a:lnTo>
                  <a:pt x="35884" y="43597"/>
                </a:lnTo>
                <a:lnTo>
                  <a:pt x="36324" y="43597"/>
                </a:lnTo>
                <a:lnTo>
                  <a:pt x="36324" y="43991"/>
                </a:lnTo>
                <a:lnTo>
                  <a:pt x="36764" y="44384"/>
                </a:lnTo>
                <a:lnTo>
                  <a:pt x="37223" y="44778"/>
                </a:lnTo>
                <a:lnTo>
                  <a:pt x="37223" y="45172"/>
                </a:lnTo>
                <a:lnTo>
                  <a:pt x="37663" y="45172"/>
                </a:lnTo>
                <a:lnTo>
                  <a:pt x="37663" y="45582"/>
                </a:lnTo>
                <a:lnTo>
                  <a:pt x="38103" y="45975"/>
                </a:lnTo>
                <a:lnTo>
                  <a:pt x="38103" y="46369"/>
                </a:lnTo>
                <a:lnTo>
                  <a:pt x="38544" y="46369"/>
                </a:lnTo>
                <a:lnTo>
                  <a:pt x="38984" y="46763"/>
                </a:lnTo>
                <a:lnTo>
                  <a:pt x="38984" y="47156"/>
                </a:lnTo>
                <a:lnTo>
                  <a:pt x="39424" y="47550"/>
                </a:lnTo>
                <a:lnTo>
                  <a:pt x="39865" y="47960"/>
                </a:lnTo>
                <a:lnTo>
                  <a:pt x="40323" y="48354"/>
                </a:lnTo>
                <a:lnTo>
                  <a:pt x="40323" y="48747"/>
                </a:lnTo>
                <a:lnTo>
                  <a:pt x="40763" y="48747"/>
                </a:lnTo>
                <a:lnTo>
                  <a:pt x="40763" y="49141"/>
                </a:lnTo>
                <a:lnTo>
                  <a:pt x="41204" y="49535"/>
                </a:lnTo>
                <a:lnTo>
                  <a:pt x="41644" y="49535"/>
                </a:lnTo>
                <a:lnTo>
                  <a:pt x="41644" y="49928"/>
                </a:lnTo>
                <a:lnTo>
                  <a:pt x="42084" y="50322"/>
                </a:lnTo>
                <a:lnTo>
                  <a:pt x="42084" y="50732"/>
                </a:lnTo>
                <a:lnTo>
                  <a:pt x="42525" y="51126"/>
                </a:lnTo>
                <a:lnTo>
                  <a:pt x="42965" y="51126"/>
                </a:lnTo>
                <a:lnTo>
                  <a:pt x="42965" y="51519"/>
                </a:lnTo>
                <a:lnTo>
                  <a:pt x="43424" y="51913"/>
                </a:lnTo>
                <a:lnTo>
                  <a:pt x="43864" y="52307"/>
                </a:lnTo>
                <a:lnTo>
                  <a:pt x="44304" y="52700"/>
                </a:lnTo>
                <a:lnTo>
                  <a:pt x="44304" y="53110"/>
                </a:lnTo>
                <a:lnTo>
                  <a:pt x="44744" y="53110"/>
                </a:lnTo>
                <a:lnTo>
                  <a:pt x="44744" y="53504"/>
                </a:lnTo>
                <a:lnTo>
                  <a:pt x="45185" y="53898"/>
                </a:lnTo>
                <a:lnTo>
                  <a:pt x="45625" y="54291"/>
                </a:lnTo>
                <a:lnTo>
                  <a:pt x="46065" y="54685"/>
                </a:lnTo>
                <a:lnTo>
                  <a:pt x="46065" y="55079"/>
                </a:lnTo>
                <a:lnTo>
                  <a:pt x="46524" y="55489"/>
                </a:lnTo>
                <a:lnTo>
                  <a:pt x="46964" y="55882"/>
                </a:lnTo>
                <a:lnTo>
                  <a:pt x="47405" y="56276"/>
                </a:lnTo>
                <a:lnTo>
                  <a:pt x="47405" y="56670"/>
                </a:lnTo>
                <a:lnTo>
                  <a:pt x="47845" y="56670"/>
                </a:lnTo>
                <a:lnTo>
                  <a:pt x="48285" y="57063"/>
                </a:lnTo>
                <a:lnTo>
                  <a:pt x="48285" y="57457"/>
                </a:lnTo>
                <a:lnTo>
                  <a:pt x="48725" y="57457"/>
                </a:lnTo>
                <a:lnTo>
                  <a:pt x="48725" y="57851"/>
                </a:lnTo>
                <a:lnTo>
                  <a:pt x="49166" y="58261"/>
                </a:lnTo>
                <a:lnTo>
                  <a:pt x="49624" y="58654"/>
                </a:lnTo>
                <a:lnTo>
                  <a:pt x="50065" y="59048"/>
                </a:lnTo>
                <a:lnTo>
                  <a:pt x="50065" y="59442"/>
                </a:lnTo>
                <a:lnTo>
                  <a:pt x="50505" y="59442"/>
                </a:lnTo>
                <a:lnTo>
                  <a:pt x="50505" y="59835"/>
                </a:lnTo>
                <a:lnTo>
                  <a:pt x="50945" y="60229"/>
                </a:lnTo>
                <a:lnTo>
                  <a:pt x="51386" y="60639"/>
                </a:lnTo>
                <a:lnTo>
                  <a:pt x="51826" y="61033"/>
                </a:lnTo>
                <a:lnTo>
                  <a:pt x="52284" y="61426"/>
                </a:lnTo>
                <a:lnTo>
                  <a:pt x="52284" y="61820"/>
                </a:lnTo>
              </a:path>
            </a:pathLst>
          </a:custGeom>
          <a:ln w="24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226645" y="3232779"/>
            <a:ext cx="52706" cy="50322"/>
          </a:xfrm>
          <a:custGeom>
            <a:avLst/>
            <a:gdLst/>
            <a:ahLst/>
            <a:cxnLst/>
            <a:rect l="l" t="t" r="r" b="b"/>
            <a:pathLst>
              <a:path w="52706" h="50322">
                <a:moveTo>
                  <a:pt x="0" y="0"/>
                </a:moveTo>
                <a:lnTo>
                  <a:pt x="440" y="0"/>
                </a:lnTo>
                <a:lnTo>
                  <a:pt x="440" y="393"/>
                </a:lnTo>
                <a:lnTo>
                  <a:pt x="880" y="787"/>
                </a:lnTo>
                <a:lnTo>
                  <a:pt x="1320" y="1197"/>
                </a:lnTo>
                <a:lnTo>
                  <a:pt x="1761" y="1591"/>
                </a:lnTo>
                <a:lnTo>
                  <a:pt x="2201" y="1984"/>
                </a:lnTo>
                <a:lnTo>
                  <a:pt x="2641" y="2378"/>
                </a:lnTo>
                <a:lnTo>
                  <a:pt x="3100" y="2771"/>
                </a:lnTo>
                <a:lnTo>
                  <a:pt x="3100" y="3165"/>
                </a:lnTo>
                <a:lnTo>
                  <a:pt x="3540" y="3575"/>
                </a:lnTo>
                <a:lnTo>
                  <a:pt x="3980" y="3969"/>
                </a:lnTo>
                <a:lnTo>
                  <a:pt x="4421" y="4363"/>
                </a:lnTo>
                <a:lnTo>
                  <a:pt x="4861" y="4756"/>
                </a:lnTo>
                <a:lnTo>
                  <a:pt x="4861" y="5150"/>
                </a:lnTo>
                <a:lnTo>
                  <a:pt x="5301" y="5543"/>
                </a:lnTo>
                <a:lnTo>
                  <a:pt x="5742" y="5937"/>
                </a:lnTo>
                <a:lnTo>
                  <a:pt x="6200" y="6347"/>
                </a:lnTo>
                <a:lnTo>
                  <a:pt x="6641" y="6741"/>
                </a:lnTo>
                <a:lnTo>
                  <a:pt x="7081" y="7135"/>
                </a:lnTo>
                <a:lnTo>
                  <a:pt x="7081" y="7528"/>
                </a:lnTo>
                <a:lnTo>
                  <a:pt x="7521" y="7528"/>
                </a:lnTo>
                <a:lnTo>
                  <a:pt x="7521" y="7922"/>
                </a:lnTo>
                <a:lnTo>
                  <a:pt x="7961" y="8315"/>
                </a:lnTo>
                <a:lnTo>
                  <a:pt x="8402" y="8315"/>
                </a:lnTo>
                <a:lnTo>
                  <a:pt x="8402" y="8726"/>
                </a:lnTo>
                <a:lnTo>
                  <a:pt x="8842" y="9119"/>
                </a:lnTo>
                <a:lnTo>
                  <a:pt x="9301" y="9513"/>
                </a:lnTo>
                <a:lnTo>
                  <a:pt x="9301" y="9907"/>
                </a:lnTo>
                <a:lnTo>
                  <a:pt x="9741" y="9907"/>
                </a:lnTo>
                <a:lnTo>
                  <a:pt x="10181" y="10300"/>
                </a:lnTo>
                <a:lnTo>
                  <a:pt x="10181" y="10694"/>
                </a:lnTo>
                <a:lnTo>
                  <a:pt x="10622" y="11104"/>
                </a:lnTo>
                <a:lnTo>
                  <a:pt x="11062" y="11104"/>
                </a:lnTo>
                <a:lnTo>
                  <a:pt x="11062" y="11498"/>
                </a:lnTo>
                <a:lnTo>
                  <a:pt x="11502" y="11891"/>
                </a:lnTo>
                <a:lnTo>
                  <a:pt x="11942" y="12285"/>
                </a:lnTo>
                <a:lnTo>
                  <a:pt x="11942" y="12679"/>
                </a:lnTo>
                <a:lnTo>
                  <a:pt x="12401" y="12679"/>
                </a:lnTo>
                <a:lnTo>
                  <a:pt x="12841" y="13072"/>
                </a:lnTo>
                <a:lnTo>
                  <a:pt x="12841" y="13466"/>
                </a:lnTo>
                <a:lnTo>
                  <a:pt x="13282" y="13466"/>
                </a:lnTo>
                <a:lnTo>
                  <a:pt x="13722" y="13876"/>
                </a:lnTo>
                <a:lnTo>
                  <a:pt x="13722" y="14270"/>
                </a:lnTo>
                <a:lnTo>
                  <a:pt x="14162" y="14270"/>
                </a:lnTo>
                <a:lnTo>
                  <a:pt x="14162" y="14663"/>
                </a:lnTo>
                <a:lnTo>
                  <a:pt x="14603" y="15057"/>
                </a:lnTo>
                <a:lnTo>
                  <a:pt x="15061" y="15451"/>
                </a:lnTo>
                <a:lnTo>
                  <a:pt x="15502" y="15844"/>
                </a:lnTo>
                <a:lnTo>
                  <a:pt x="15942" y="16254"/>
                </a:lnTo>
                <a:lnTo>
                  <a:pt x="15942" y="16648"/>
                </a:lnTo>
                <a:lnTo>
                  <a:pt x="16382" y="16648"/>
                </a:lnTo>
                <a:lnTo>
                  <a:pt x="16822" y="17042"/>
                </a:lnTo>
                <a:lnTo>
                  <a:pt x="16822" y="17435"/>
                </a:lnTo>
                <a:lnTo>
                  <a:pt x="17263" y="17435"/>
                </a:lnTo>
                <a:lnTo>
                  <a:pt x="17703" y="17829"/>
                </a:lnTo>
                <a:lnTo>
                  <a:pt x="17703" y="18222"/>
                </a:lnTo>
                <a:lnTo>
                  <a:pt x="18162" y="18222"/>
                </a:lnTo>
                <a:lnTo>
                  <a:pt x="18162" y="18633"/>
                </a:lnTo>
                <a:lnTo>
                  <a:pt x="18602" y="18633"/>
                </a:lnTo>
                <a:lnTo>
                  <a:pt x="18602" y="19026"/>
                </a:lnTo>
                <a:lnTo>
                  <a:pt x="19042" y="19420"/>
                </a:lnTo>
                <a:lnTo>
                  <a:pt x="19483" y="19814"/>
                </a:lnTo>
                <a:lnTo>
                  <a:pt x="19923" y="20207"/>
                </a:lnTo>
                <a:lnTo>
                  <a:pt x="19923" y="20601"/>
                </a:lnTo>
                <a:lnTo>
                  <a:pt x="20363" y="20601"/>
                </a:lnTo>
                <a:lnTo>
                  <a:pt x="20803" y="21011"/>
                </a:lnTo>
                <a:lnTo>
                  <a:pt x="20803" y="21405"/>
                </a:lnTo>
                <a:lnTo>
                  <a:pt x="21262" y="21405"/>
                </a:lnTo>
                <a:lnTo>
                  <a:pt x="21262" y="21798"/>
                </a:lnTo>
                <a:lnTo>
                  <a:pt x="21702" y="22192"/>
                </a:lnTo>
                <a:lnTo>
                  <a:pt x="22143" y="22192"/>
                </a:lnTo>
                <a:lnTo>
                  <a:pt x="22143" y="22586"/>
                </a:lnTo>
                <a:lnTo>
                  <a:pt x="22583" y="22979"/>
                </a:lnTo>
                <a:lnTo>
                  <a:pt x="23023" y="23373"/>
                </a:lnTo>
                <a:lnTo>
                  <a:pt x="23464" y="23783"/>
                </a:lnTo>
                <a:lnTo>
                  <a:pt x="23904" y="24177"/>
                </a:lnTo>
                <a:lnTo>
                  <a:pt x="24362" y="24570"/>
                </a:lnTo>
                <a:lnTo>
                  <a:pt x="24803" y="24964"/>
                </a:lnTo>
                <a:lnTo>
                  <a:pt x="25243" y="25358"/>
                </a:lnTo>
                <a:lnTo>
                  <a:pt x="25243" y="25751"/>
                </a:lnTo>
                <a:lnTo>
                  <a:pt x="25683" y="25751"/>
                </a:lnTo>
                <a:lnTo>
                  <a:pt x="26124" y="26161"/>
                </a:lnTo>
                <a:lnTo>
                  <a:pt x="26124" y="26555"/>
                </a:lnTo>
                <a:lnTo>
                  <a:pt x="26564" y="26555"/>
                </a:lnTo>
                <a:lnTo>
                  <a:pt x="26564" y="26949"/>
                </a:lnTo>
                <a:lnTo>
                  <a:pt x="27004" y="26949"/>
                </a:lnTo>
                <a:lnTo>
                  <a:pt x="27004" y="27342"/>
                </a:lnTo>
                <a:lnTo>
                  <a:pt x="27463" y="27736"/>
                </a:lnTo>
                <a:lnTo>
                  <a:pt x="27903" y="27736"/>
                </a:lnTo>
                <a:lnTo>
                  <a:pt x="27903" y="28130"/>
                </a:lnTo>
                <a:lnTo>
                  <a:pt x="28343" y="28130"/>
                </a:lnTo>
                <a:lnTo>
                  <a:pt x="28784" y="28540"/>
                </a:lnTo>
                <a:lnTo>
                  <a:pt x="28784" y="28933"/>
                </a:lnTo>
                <a:lnTo>
                  <a:pt x="29224" y="28933"/>
                </a:lnTo>
                <a:lnTo>
                  <a:pt x="29224" y="29327"/>
                </a:lnTo>
                <a:lnTo>
                  <a:pt x="29664" y="29721"/>
                </a:lnTo>
                <a:lnTo>
                  <a:pt x="29664" y="30114"/>
                </a:lnTo>
                <a:lnTo>
                  <a:pt x="30123" y="30114"/>
                </a:lnTo>
                <a:lnTo>
                  <a:pt x="30563" y="30508"/>
                </a:lnTo>
                <a:lnTo>
                  <a:pt x="31004" y="30902"/>
                </a:lnTo>
                <a:lnTo>
                  <a:pt x="31444" y="31312"/>
                </a:lnTo>
                <a:lnTo>
                  <a:pt x="31884" y="31705"/>
                </a:lnTo>
                <a:lnTo>
                  <a:pt x="32324" y="32099"/>
                </a:lnTo>
                <a:lnTo>
                  <a:pt x="32324" y="32493"/>
                </a:lnTo>
                <a:lnTo>
                  <a:pt x="32765" y="32493"/>
                </a:lnTo>
                <a:lnTo>
                  <a:pt x="33223" y="32886"/>
                </a:lnTo>
                <a:lnTo>
                  <a:pt x="33223" y="33280"/>
                </a:lnTo>
                <a:lnTo>
                  <a:pt x="33664" y="33280"/>
                </a:lnTo>
                <a:lnTo>
                  <a:pt x="33664" y="33690"/>
                </a:lnTo>
                <a:lnTo>
                  <a:pt x="34104" y="33690"/>
                </a:lnTo>
                <a:lnTo>
                  <a:pt x="34544" y="34084"/>
                </a:lnTo>
                <a:lnTo>
                  <a:pt x="34985" y="34477"/>
                </a:lnTo>
                <a:lnTo>
                  <a:pt x="35425" y="34871"/>
                </a:lnTo>
                <a:lnTo>
                  <a:pt x="35425" y="35265"/>
                </a:lnTo>
                <a:lnTo>
                  <a:pt x="35865" y="35265"/>
                </a:lnTo>
                <a:lnTo>
                  <a:pt x="35865" y="35658"/>
                </a:lnTo>
                <a:lnTo>
                  <a:pt x="36324" y="35658"/>
                </a:lnTo>
                <a:lnTo>
                  <a:pt x="36324" y="36068"/>
                </a:lnTo>
                <a:lnTo>
                  <a:pt x="36764" y="36068"/>
                </a:lnTo>
                <a:lnTo>
                  <a:pt x="37204" y="36462"/>
                </a:lnTo>
                <a:lnTo>
                  <a:pt x="37204" y="36856"/>
                </a:lnTo>
                <a:lnTo>
                  <a:pt x="37645" y="36856"/>
                </a:lnTo>
                <a:lnTo>
                  <a:pt x="37645" y="37249"/>
                </a:lnTo>
                <a:lnTo>
                  <a:pt x="38085" y="37643"/>
                </a:lnTo>
                <a:lnTo>
                  <a:pt x="38525" y="38037"/>
                </a:lnTo>
                <a:lnTo>
                  <a:pt x="38966" y="38037"/>
                </a:lnTo>
                <a:lnTo>
                  <a:pt x="38966" y="38447"/>
                </a:lnTo>
                <a:lnTo>
                  <a:pt x="39424" y="38447"/>
                </a:lnTo>
                <a:lnTo>
                  <a:pt x="39865" y="38840"/>
                </a:lnTo>
                <a:lnTo>
                  <a:pt x="39865" y="39234"/>
                </a:lnTo>
                <a:lnTo>
                  <a:pt x="40305" y="39234"/>
                </a:lnTo>
                <a:lnTo>
                  <a:pt x="40305" y="39628"/>
                </a:lnTo>
                <a:lnTo>
                  <a:pt x="40745" y="40021"/>
                </a:lnTo>
                <a:lnTo>
                  <a:pt x="41185" y="40415"/>
                </a:lnTo>
                <a:lnTo>
                  <a:pt x="41626" y="40415"/>
                </a:lnTo>
                <a:lnTo>
                  <a:pt x="41626" y="40809"/>
                </a:lnTo>
                <a:lnTo>
                  <a:pt x="42066" y="41219"/>
                </a:lnTo>
                <a:lnTo>
                  <a:pt x="42525" y="41612"/>
                </a:lnTo>
                <a:lnTo>
                  <a:pt x="42965" y="41612"/>
                </a:lnTo>
                <a:lnTo>
                  <a:pt x="42965" y="42006"/>
                </a:lnTo>
                <a:lnTo>
                  <a:pt x="43405" y="42006"/>
                </a:lnTo>
                <a:lnTo>
                  <a:pt x="43846" y="42400"/>
                </a:lnTo>
                <a:lnTo>
                  <a:pt x="43846" y="42793"/>
                </a:lnTo>
                <a:lnTo>
                  <a:pt x="44286" y="42793"/>
                </a:lnTo>
                <a:lnTo>
                  <a:pt x="44286" y="43187"/>
                </a:lnTo>
                <a:lnTo>
                  <a:pt x="44726" y="43187"/>
                </a:lnTo>
                <a:lnTo>
                  <a:pt x="44726" y="43597"/>
                </a:lnTo>
                <a:lnTo>
                  <a:pt x="45185" y="43991"/>
                </a:lnTo>
                <a:lnTo>
                  <a:pt x="45625" y="43991"/>
                </a:lnTo>
                <a:lnTo>
                  <a:pt x="45625" y="44384"/>
                </a:lnTo>
                <a:lnTo>
                  <a:pt x="46065" y="44384"/>
                </a:lnTo>
                <a:lnTo>
                  <a:pt x="46506" y="44778"/>
                </a:lnTo>
                <a:lnTo>
                  <a:pt x="46506" y="45172"/>
                </a:lnTo>
                <a:lnTo>
                  <a:pt x="46946" y="45172"/>
                </a:lnTo>
                <a:lnTo>
                  <a:pt x="46946" y="45565"/>
                </a:lnTo>
                <a:lnTo>
                  <a:pt x="47386" y="45565"/>
                </a:lnTo>
                <a:lnTo>
                  <a:pt x="47386" y="45975"/>
                </a:lnTo>
                <a:lnTo>
                  <a:pt x="47827" y="46369"/>
                </a:lnTo>
                <a:lnTo>
                  <a:pt x="48285" y="46369"/>
                </a:lnTo>
                <a:lnTo>
                  <a:pt x="48285" y="46763"/>
                </a:lnTo>
                <a:lnTo>
                  <a:pt x="48725" y="46763"/>
                </a:lnTo>
                <a:lnTo>
                  <a:pt x="48725" y="47156"/>
                </a:lnTo>
                <a:lnTo>
                  <a:pt x="49166" y="47156"/>
                </a:lnTo>
                <a:lnTo>
                  <a:pt x="49166" y="47550"/>
                </a:lnTo>
                <a:lnTo>
                  <a:pt x="49606" y="47944"/>
                </a:lnTo>
                <a:lnTo>
                  <a:pt x="50046" y="47944"/>
                </a:lnTo>
                <a:lnTo>
                  <a:pt x="50046" y="48337"/>
                </a:lnTo>
                <a:lnTo>
                  <a:pt x="50487" y="48337"/>
                </a:lnTo>
                <a:lnTo>
                  <a:pt x="50927" y="48747"/>
                </a:lnTo>
                <a:lnTo>
                  <a:pt x="51386" y="49141"/>
                </a:lnTo>
                <a:lnTo>
                  <a:pt x="51826" y="49535"/>
                </a:lnTo>
                <a:lnTo>
                  <a:pt x="52266" y="49535"/>
                </a:lnTo>
                <a:lnTo>
                  <a:pt x="52266" y="49928"/>
                </a:lnTo>
                <a:lnTo>
                  <a:pt x="52706" y="50322"/>
                </a:lnTo>
              </a:path>
            </a:pathLst>
          </a:custGeom>
          <a:ln w="242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279352" y="3283102"/>
            <a:ext cx="52725" cy="38053"/>
          </a:xfrm>
          <a:custGeom>
            <a:avLst/>
            <a:gdLst/>
            <a:ahLst/>
            <a:cxnLst/>
            <a:rect l="l" t="t" r="r" b="b"/>
            <a:pathLst>
              <a:path w="52725" h="38053">
                <a:moveTo>
                  <a:pt x="0" y="0"/>
                </a:moveTo>
                <a:lnTo>
                  <a:pt x="440" y="393"/>
                </a:lnTo>
                <a:lnTo>
                  <a:pt x="880" y="803"/>
                </a:lnTo>
                <a:lnTo>
                  <a:pt x="1320" y="1197"/>
                </a:lnTo>
                <a:lnTo>
                  <a:pt x="1779" y="1591"/>
                </a:lnTo>
                <a:lnTo>
                  <a:pt x="2219" y="1591"/>
                </a:lnTo>
                <a:lnTo>
                  <a:pt x="2219" y="1984"/>
                </a:lnTo>
                <a:lnTo>
                  <a:pt x="2660" y="1984"/>
                </a:lnTo>
                <a:lnTo>
                  <a:pt x="2660" y="2378"/>
                </a:lnTo>
                <a:lnTo>
                  <a:pt x="3100" y="2378"/>
                </a:lnTo>
                <a:lnTo>
                  <a:pt x="3100" y="2771"/>
                </a:lnTo>
                <a:lnTo>
                  <a:pt x="3540" y="2771"/>
                </a:lnTo>
                <a:lnTo>
                  <a:pt x="3980" y="3182"/>
                </a:lnTo>
                <a:lnTo>
                  <a:pt x="3980" y="3575"/>
                </a:lnTo>
                <a:lnTo>
                  <a:pt x="4421" y="3575"/>
                </a:lnTo>
                <a:lnTo>
                  <a:pt x="4879" y="3969"/>
                </a:lnTo>
                <a:lnTo>
                  <a:pt x="5320" y="4363"/>
                </a:lnTo>
                <a:lnTo>
                  <a:pt x="5760" y="4756"/>
                </a:lnTo>
                <a:lnTo>
                  <a:pt x="6200" y="5150"/>
                </a:lnTo>
                <a:lnTo>
                  <a:pt x="6641" y="5543"/>
                </a:lnTo>
                <a:lnTo>
                  <a:pt x="7081" y="5954"/>
                </a:lnTo>
                <a:lnTo>
                  <a:pt x="7540" y="6347"/>
                </a:lnTo>
                <a:lnTo>
                  <a:pt x="7980" y="6347"/>
                </a:lnTo>
                <a:lnTo>
                  <a:pt x="7980" y="6741"/>
                </a:lnTo>
                <a:lnTo>
                  <a:pt x="8420" y="6741"/>
                </a:lnTo>
                <a:lnTo>
                  <a:pt x="8860" y="7135"/>
                </a:lnTo>
                <a:lnTo>
                  <a:pt x="9301" y="7528"/>
                </a:lnTo>
                <a:lnTo>
                  <a:pt x="9301" y="7922"/>
                </a:lnTo>
                <a:lnTo>
                  <a:pt x="9741" y="7922"/>
                </a:lnTo>
                <a:lnTo>
                  <a:pt x="10181" y="8332"/>
                </a:lnTo>
                <a:lnTo>
                  <a:pt x="10640" y="8726"/>
                </a:lnTo>
                <a:lnTo>
                  <a:pt x="11080" y="9119"/>
                </a:lnTo>
                <a:lnTo>
                  <a:pt x="11521" y="9513"/>
                </a:lnTo>
                <a:lnTo>
                  <a:pt x="11961" y="9513"/>
                </a:lnTo>
                <a:lnTo>
                  <a:pt x="11961" y="9907"/>
                </a:lnTo>
                <a:lnTo>
                  <a:pt x="12401" y="9907"/>
                </a:lnTo>
                <a:lnTo>
                  <a:pt x="12401" y="10300"/>
                </a:lnTo>
                <a:lnTo>
                  <a:pt x="12841" y="10300"/>
                </a:lnTo>
                <a:lnTo>
                  <a:pt x="13282" y="10710"/>
                </a:lnTo>
                <a:lnTo>
                  <a:pt x="13740" y="11104"/>
                </a:lnTo>
                <a:lnTo>
                  <a:pt x="13740" y="11498"/>
                </a:lnTo>
                <a:lnTo>
                  <a:pt x="14181" y="11498"/>
                </a:lnTo>
                <a:lnTo>
                  <a:pt x="14621" y="11891"/>
                </a:lnTo>
                <a:lnTo>
                  <a:pt x="15061" y="12285"/>
                </a:lnTo>
                <a:lnTo>
                  <a:pt x="15502" y="12285"/>
                </a:lnTo>
                <a:lnTo>
                  <a:pt x="15942" y="12679"/>
                </a:lnTo>
                <a:lnTo>
                  <a:pt x="15942" y="13089"/>
                </a:lnTo>
                <a:lnTo>
                  <a:pt x="16382" y="13089"/>
                </a:lnTo>
                <a:lnTo>
                  <a:pt x="16382" y="13482"/>
                </a:lnTo>
                <a:lnTo>
                  <a:pt x="16841" y="13482"/>
                </a:lnTo>
                <a:lnTo>
                  <a:pt x="17281" y="13876"/>
                </a:lnTo>
                <a:lnTo>
                  <a:pt x="17281" y="13876"/>
                </a:lnTo>
                <a:lnTo>
                  <a:pt x="17721" y="14270"/>
                </a:lnTo>
                <a:lnTo>
                  <a:pt x="18162" y="14663"/>
                </a:lnTo>
                <a:lnTo>
                  <a:pt x="18602" y="15057"/>
                </a:lnTo>
                <a:lnTo>
                  <a:pt x="19042" y="15057"/>
                </a:lnTo>
                <a:lnTo>
                  <a:pt x="19042" y="15451"/>
                </a:lnTo>
                <a:lnTo>
                  <a:pt x="19483" y="15451"/>
                </a:lnTo>
                <a:lnTo>
                  <a:pt x="19941" y="15861"/>
                </a:lnTo>
                <a:lnTo>
                  <a:pt x="20381" y="16254"/>
                </a:lnTo>
                <a:lnTo>
                  <a:pt x="20822" y="16648"/>
                </a:lnTo>
                <a:lnTo>
                  <a:pt x="21262" y="17042"/>
                </a:lnTo>
                <a:lnTo>
                  <a:pt x="21702" y="17042"/>
                </a:lnTo>
                <a:lnTo>
                  <a:pt x="21702" y="17435"/>
                </a:lnTo>
                <a:lnTo>
                  <a:pt x="22143" y="17435"/>
                </a:lnTo>
                <a:lnTo>
                  <a:pt x="22143" y="17829"/>
                </a:lnTo>
                <a:lnTo>
                  <a:pt x="22601" y="17829"/>
                </a:lnTo>
                <a:lnTo>
                  <a:pt x="23042" y="18239"/>
                </a:lnTo>
                <a:lnTo>
                  <a:pt x="23482" y="18633"/>
                </a:lnTo>
                <a:lnTo>
                  <a:pt x="23922" y="19026"/>
                </a:lnTo>
                <a:lnTo>
                  <a:pt x="24362" y="19026"/>
                </a:lnTo>
                <a:lnTo>
                  <a:pt x="24362" y="19420"/>
                </a:lnTo>
                <a:lnTo>
                  <a:pt x="24803" y="19420"/>
                </a:lnTo>
                <a:lnTo>
                  <a:pt x="24803" y="19814"/>
                </a:lnTo>
                <a:lnTo>
                  <a:pt x="25243" y="19814"/>
                </a:lnTo>
                <a:lnTo>
                  <a:pt x="25702" y="20207"/>
                </a:lnTo>
                <a:lnTo>
                  <a:pt x="26142" y="20617"/>
                </a:lnTo>
                <a:lnTo>
                  <a:pt x="26582" y="21011"/>
                </a:lnTo>
                <a:lnTo>
                  <a:pt x="27023" y="21011"/>
                </a:lnTo>
                <a:lnTo>
                  <a:pt x="27023" y="21405"/>
                </a:lnTo>
                <a:lnTo>
                  <a:pt x="27463" y="21405"/>
                </a:lnTo>
                <a:lnTo>
                  <a:pt x="27463" y="21798"/>
                </a:lnTo>
                <a:lnTo>
                  <a:pt x="27903" y="21798"/>
                </a:lnTo>
                <a:lnTo>
                  <a:pt x="28343" y="21798"/>
                </a:lnTo>
                <a:lnTo>
                  <a:pt x="28343" y="22192"/>
                </a:lnTo>
                <a:lnTo>
                  <a:pt x="28802" y="22586"/>
                </a:lnTo>
                <a:lnTo>
                  <a:pt x="29242" y="22586"/>
                </a:lnTo>
                <a:lnTo>
                  <a:pt x="29242" y="22979"/>
                </a:lnTo>
                <a:lnTo>
                  <a:pt x="29683" y="22979"/>
                </a:lnTo>
                <a:lnTo>
                  <a:pt x="30123" y="23389"/>
                </a:lnTo>
                <a:lnTo>
                  <a:pt x="30563" y="23783"/>
                </a:lnTo>
                <a:lnTo>
                  <a:pt x="31004" y="23783"/>
                </a:lnTo>
                <a:lnTo>
                  <a:pt x="31004" y="24177"/>
                </a:lnTo>
                <a:lnTo>
                  <a:pt x="31444" y="24177"/>
                </a:lnTo>
                <a:lnTo>
                  <a:pt x="31444" y="24570"/>
                </a:lnTo>
                <a:lnTo>
                  <a:pt x="31903" y="24570"/>
                </a:lnTo>
                <a:lnTo>
                  <a:pt x="31903" y="24964"/>
                </a:lnTo>
                <a:lnTo>
                  <a:pt x="32343" y="24964"/>
                </a:lnTo>
                <a:lnTo>
                  <a:pt x="32783" y="24964"/>
                </a:lnTo>
                <a:lnTo>
                  <a:pt x="32783" y="25358"/>
                </a:lnTo>
                <a:lnTo>
                  <a:pt x="33223" y="25358"/>
                </a:lnTo>
                <a:lnTo>
                  <a:pt x="33223" y="25768"/>
                </a:lnTo>
                <a:lnTo>
                  <a:pt x="33664" y="25768"/>
                </a:lnTo>
                <a:lnTo>
                  <a:pt x="34104" y="26161"/>
                </a:lnTo>
                <a:lnTo>
                  <a:pt x="34563" y="26555"/>
                </a:lnTo>
                <a:lnTo>
                  <a:pt x="35003" y="26555"/>
                </a:lnTo>
                <a:lnTo>
                  <a:pt x="35003" y="26949"/>
                </a:lnTo>
                <a:lnTo>
                  <a:pt x="35443" y="26949"/>
                </a:lnTo>
                <a:lnTo>
                  <a:pt x="35443" y="27342"/>
                </a:lnTo>
                <a:lnTo>
                  <a:pt x="35884" y="27342"/>
                </a:lnTo>
                <a:lnTo>
                  <a:pt x="35884" y="27736"/>
                </a:lnTo>
                <a:lnTo>
                  <a:pt x="36324" y="27736"/>
                </a:lnTo>
                <a:lnTo>
                  <a:pt x="36764" y="27736"/>
                </a:lnTo>
                <a:lnTo>
                  <a:pt x="36764" y="28146"/>
                </a:lnTo>
                <a:lnTo>
                  <a:pt x="37204" y="28146"/>
                </a:lnTo>
                <a:lnTo>
                  <a:pt x="37663" y="28540"/>
                </a:lnTo>
                <a:lnTo>
                  <a:pt x="38103" y="28933"/>
                </a:lnTo>
                <a:lnTo>
                  <a:pt x="38544" y="29327"/>
                </a:lnTo>
                <a:lnTo>
                  <a:pt x="38984" y="29327"/>
                </a:lnTo>
                <a:lnTo>
                  <a:pt x="39424" y="29721"/>
                </a:lnTo>
                <a:lnTo>
                  <a:pt x="39865" y="30114"/>
                </a:lnTo>
                <a:lnTo>
                  <a:pt x="40305" y="30114"/>
                </a:lnTo>
                <a:lnTo>
                  <a:pt x="40305" y="30524"/>
                </a:lnTo>
                <a:lnTo>
                  <a:pt x="40763" y="30918"/>
                </a:lnTo>
                <a:lnTo>
                  <a:pt x="41204" y="30918"/>
                </a:lnTo>
                <a:lnTo>
                  <a:pt x="41644" y="31312"/>
                </a:lnTo>
                <a:lnTo>
                  <a:pt x="42084" y="31312"/>
                </a:lnTo>
                <a:lnTo>
                  <a:pt x="42084" y="31705"/>
                </a:lnTo>
                <a:lnTo>
                  <a:pt x="42525" y="31705"/>
                </a:lnTo>
                <a:lnTo>
                  <a:pt x="42525" y="32099"/>
                </a:lnTo>
                <a:lnTo>
                  <a:pt x="42965" y="32099"/>
                </a:lnTo>
                <a:lnTo>
                  <a:pt x="43405" y="32099"/>
                </a:lnTo>
                <a:lnTo>
                  <a:pt x="43405" y="32493"/>
                </a:lnTo>
                <a:lnTo>
                  <a:pt x="43864" y="32493"/>
                </a:lnTo>
                <a:lnTo>
                  <a:pt x="43864" y="32886"/>
                </a:lnTo>
                <a:lnTo>
                  <a:pt x="44304" y="32886"/>
                </a:lnTo>
                <a:lnTo>
                  <a:pt x="44304" y="33296"/>
                </a:lnTo>
                <a:lnTo>
                  <a:pt x="44744" y="33296"/>
                </a:lnTo>
                <a:lnTo>
                  <a:pt x="45185" y="33690"/>
                </a:lnTo>
                <a:lnTo>
                  <a:pt x="45625" y="33690"/>
                </a:lnTo>
                <a:lnTo>
                  <a:pt x="46065" y="34084"/>
                </a:lnTo>
                <a:lnTo>
                  <a:pt x="46506" y="34477"/>
                </a:lnTo>
                <a:lnTo>
                  <a:pt x="46964" y="34477"/>
                </a:lnTo>
                <a:lnTo>
                  <a:pt x="46964" y="34871"/>
                </a:lnTo>
                <a:lnTo>
                  <a:pt x="47405" y="34871"/>
                </a:lnTo>
                <a:lnTo>
                  <a:pt x="47845" y="35265"/>
                </a:lnTo>
                <a:lnTo>
                  <a:pt x="48285" y="35265"/>
                </a:lnTo>
                <a:lnTo>
                  <a:pt x="48725" y="35675"/>
                </a:lnTo>
                <a:lnTo>
                  <a:pt x="49166" y="36068"/>
                </a:lnTo>
                <a:lnTo>
                  <a:pt x="49624" y="36462"/>
                </a:lnTo>
                <a:lnTo>
                  <a:pt x="50065" y="36462"/>
                </a:lnTo>
                <a:lnTo>
                  <a:pt x="50505" y="36856"/>
                </a:lnTo>
                <a:lnTo>
                  <a:pt x="50945" y="37249"/>
                </a:lnTo>
                <a:lnTo>
                  <a:pt x="51386" y="37249"/>
                </a:lnTo>
                <a:lnTo>
                  <a:pt x="51826" y="37643"/>
                </a:lnTo>
                <a:lnTo>
                  <a:pt x="52266" y="38053"/>
                </a:lnTo>
                <a:lnTo>
                  <a:pt x="52725" y="38053"/>
                </a:lnTo>
              </a:path>
            </a:pathLst>
          </a:custGeom>
          <a:ln w="23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332077" y="3321155"/>
            <a:ext cx="52266" cy="25358"/>
          </a:xfrm>
          <a:custGeom>
            <a:avLst/>
            <a:gdLst/>
            <a:ahLst/>
            <a:cxnLst/>
            <a:rect l="l" t="t" r="r" b="b"/>
            <a:pathLst>
              <a:path w="52266" h="25358">
                <a:moveTo>
                  <a:pt x="0" y="0"/>
                </a:moveTo>
                <a:lnTo>
                  <a:pt x="440" y="393"/>
                </a:lnTo>
                <a:lnTo>
                  <a:pt x="880" y="787"/>
                </a:lnTo>
                <a:lnTo>
                  <a:pt x="1320" y="787"/>
                </a:lnTo>
                <a:lnTo>
                  <a:pt x="1761" y="1180"/>
                </a:lnTo>
                <a:lnTo>
                  <a:pt x="2201" y="1574"/>
                </a:lnTo>
                <a:lnTo>
                  <a:pt x="2641" y="1574"/>
                </a:lnTo>
                <a:lnTo>
                  <a:pt x="3100" y="1968"/>
                </a:lnTo>
                <a:lnTo>
                  <a:pt x="3540" y="2361"/>
                </a:lnTo>
                <a:lnTo>
                  <a:pt x="3980" y="2361"/>
                </a:lnTo>
                <a:lnTo>
                  <a:pt x="4421" y="2771"/>
                </a:lnTo>
                <a:lnTo>
                  <a:pt x="4861" y="3165"/>
                </a:lnTo>
                <a:lnTo>
                  <a:pt x="5301" y="3559"/>
                </a:lnTo>
                <a:lnTo>
                  <a:pt x="5742" y="3559"/>
                </a:lnTo>
                <a:lnTo>
                  <a:pt x="6200" y="3952"/>
                </a:lnTo>
                <a:lnTo>
                  <a:pt x="6641" y="3952"/>
                </a:lnTo>
                <a:lnTo>
                  <a:pt x="7081" y="4346"/>
                </a:lnTo>
                <a:lnTo>
                  <a:pt x="7521" y="4346"/>
                </a:lnTo>
                <a:lnTo>
                  <a:pt x="7521" y="4740"/>
                </a:lnTo>
                <a:lnTo>
                  <a:pt x="7961" y="4740"/>
                </a:lnTo>
                <a:lnTo>
                  <a:pt x="8402" y="5150"/>
                </a:lnTo>
                <a:lnTo>
                  <a:pt x="8842" y="5150"/>
                </a:lnTo>
                <a:lnTo>
                  <a:pt x="8842" y="5543"/>
                </a:lnTo>
                <a:lnTo>
                  <a:pt x="9301" y="5543"/>
                </a:lnTo>
                <a:lnTo>
                  <a:pt x="9301" y="5937"/>
                </a:lnTo>
                <a:lnTo>
                  <a:pt x="9741" y="5937"/>
                </a:lnTo>
                <a:lnTo>
                  <a:pt x="10181" y="5937"/>
                </a:lnTo>
                <a:lnTo>
                  <a:pt x="10181" y="6331"/>
                </a:lnTo>
                <a:lnTo>
                  <a:pt x="10622" y="6331"/>
                </a:lnTo>
                <a:lnTo>
                  <a:pt x="11062" y="6331"/>
                </a:lnTo>
                <a:lnTo>
                  <a:pt x="11062" y="6724"/>
                </a:lnTo>
                <a:lnTo>
                  <a:pt x="11502" y="6724"/>
                </a:lnTo>
                <a:lnTo>
                  <a:pt x="11961" y="7118"/>
                </a:lnTo>
                <a:lnTo>
                  <a:pt x="12401" y="7528"/>
                </a:lnTo>
                <a:lnTo>
                  <a:pt x="12841" y="7528"/>
                </a:lnTo>
                <a:lnTo>
                  <a:pt x="13282" y="7922"/>
                </a:lnTo>
                <a:lnTo>
                  <a:pt x="13722" y="7922"/>
                </a:lnTo>
                <a:lnTo>
                  <a:pt x="14162" y="8315"/>
                </a:lnTo>
                <a:lnTo>
                  <a:pt x="14658" y="8709"/>
                </a:lnTo>
                <a:lnTo>
                  <a:pt x="15025" y="8709"/>
                </a:lnTo>
                <a:lnTo>
                  <a:pt x="15575" y="8709"/>
                </a:lnTo>
                <a:lnTo>
                  <a:pt x="15575" y="9103"/>
                </a:lnTo>
                <a:lnTo>
                  <a:pt x="15942" y="9103"/>
                </a:lnTo>
                <a:lnTo>
                  <a:pt x="15942" y="9496"/>
                </a:lnTo>
                <a:lnTo>
                  <a:pt x="16309" y="9496"/>
                </a:lnTo>
                <a:lnTo>
                  <a:pt x="16859" y="9496"/>
                </a:lnTo>
                <a:lnTo>
                  <a:pt x="16859" y="9890"/>
                </a:lnTo>
                <a:lnTo>
                  <a:pt x="17226" y="9890"/>
                </a:lnTo>
                <a:lnTo>
                  <a:pt x="17776" y="10300"/>
                </a:lnTo>
                <a:lnTo>
                  <a:pt x="18143" y="10300"/>
                </a:lnTo>
                <a:lnTo>
                  <a:pt x="18510" y="10694"/>
                </a:lnTo>
                <a:lnTo>
                  <a:pt x="19061" y="10694"/>
                </a:lnTo>
                <a:lnTo>
                  <a:pt x="19428" y="11087"/>
                </a:lnTo>
                <a:lnTo>
                  <a:pt x="19978" y="11087"/>
                </a:lnTo>
                <a:lnTo>
                  <a:pt x="19978" y="11481"/>
                </a:lnTo>
                <a:lnTo>
                  <a:pt x="20345" y="11481"/>
                </a:lnTo>
                <a:lnTo>
                  <a:pt x="20895" y="11875"/>
                </a:lnTo>
                <a:lnTo>
                  <a:pt x="21262" y="11875"/>
                </a:lnTo>
                <a:lnTo>
                  <a:pt x="21629" y="12268"/>
                </a:lnTo>
                <a:lnTo>
                  <a:pt x="22179" y="12268"/>
                </a:lnTo>
                <a:lnTo>
                  <a:pt x="22546" y="12679"/>
                </a:lnTo>
                <a:lnTo>
                  <a:pt x="23097" y="13072"/>
                </a:lnTo>
                <a:lnTo>
                  <a:pt x="23464" y="13072"/>
                </a:lnTo>
                <a:lnTo>
                  <a:pt x="23830" y="13072"/>
                </a:lnTo>
                <a:lnTo>
                  <a:pt x="23830" y="13466"/>
                </a:lnTo>
                <a:lnTo>
                  <a:pt x="24381" y="13466"/>
                </a:lnTo>
                <a:lnTo>
                  <a:pt x="24381" y="13859"/>
                </a:lnTo>
                <a:lnTo>
                  <a:pt x="24748" y="13859"/>
                </a:lnTo>
                <a:lnTo>
                  <a:pt x="25298" y="13859"/>
                </a:lnTo>
                <a:lnTo>
                  <a:pt x="25665" y="14253"/>
                </a:lnTo>
                <a:lnTo>
                  <a:pt x="26215" y="14253"/>
                </a:lnTo>
                <a:lnTo>
                  <a:pt x="26215" y="14647"/>
                </a:lnTo>
                <a:lnTo>
                  <a:pt x="26582" y="14647"/>
                </a:lnTo>
                <a:lnTo>
                  <a:pt x="26949" y="14647"/>
                </a:lnTo>
                <a:lnTo>
                  <a:pt x="26949" y="15057"/>
                </a:lnTo>
                <a:lnTo>
                  <a:pt x="27500" y="15057"/>
                </a:lnTo>
                <a:lnTo>
                  <a:pt x="27866" y="15057"/>
                </a:lnTo>
                <a:lnTo>
                  <a:pt x="27866" y="15451"/>
                </a:lnTo>
                <a:lnTo>
                  <a:pt x="28417" y="15451"/>
                </a:lnTo>
                <a:lnTo>
                  <a:pt x="28784" y="15451"/>
                </a:lnTo>
                <a:lnTo>
                  <a:pt x="28784" y="15844"/>
                </a:lnTo>
                <a:lnTo>
                  <a:pt x="29151" y="15844"/>
                </a:lnTo>
                <a:lnTo>
                  <a:pt x="29701" y="16238"/>
                </a:lnTo>
                <a:lnTo>
                  <a:pt x="30068" y="16238"/>
                </a:lnTo>
                <a:lnTo>
                  <a:pt x="30618" y="16238"/>
                </a:lnTo>
                <a:lnTo>
                  <a:pt x="30618" y="16631"/>
                </a:lnTo>
                <a:lnTo>
                  <a:pt x="30985" y="16631"/>
                </a:lnTo>
                <a:lnTo>
                  <a:pt x="31352" y="17025"/>
                </a:lnTo>
                <a:lnTo>
                  <a:pt x="31903" y="17025"/>
                </a:lnTo>
                <a:lnTo>
                  <a:pt x="32269" y="17025"/>
                </a:lnTo>
                <a:lnTo>
                  <a:pt x="32820" y="17435"/>
                </a:lnTo>
                <a:lnTo>
                  <a:pt x="33187" y="17435"/>
                </a:lnTo>
                <a:lnTo>
                  <a:pt x="33187" y="17829"/>
                </a:lnTo>
                <a:lnTo>
                  <a:pt x="33737" y="17829"/>
                </a:lnTo>
                <a:lnTo>
                  <a:pt x="33737" y="18222"/>
                </a:lnTo>
                <a:lnTo>
                  <a:pt x="34104" y="18222"/>
                </a:lnTo>
                <a:lnTo>
                  <a:pt x="34471" y="18222"/>
                </a:lnTo>
                <a:lnTo>
                  <a:pt x="35021" y="18616"/>
                </a:lnTo>
                <a:lnTo>
                  <a:pt x="35388" y="18616"/>
                </a:lnTo>
                <a:lnTo>
                  <a:pt x="35388" y="19010"/>
                </a:lnTo>
                <a:lnTo>
                  <a:pt x="35939" y="19010"/>
                </a:lnTo>
                <a:lnTo>
                  <a:pt x="36305" y="19010"/>
                </a:lnTo>
                <a:lnTo>
                  <a:pt x="36672" y="19403"/>
                </a:lnTo>
                <a:lnTo>
                  <a:pt x="37223" y="19403"/>
                </a:lnTo>
                <a:lnTo>
                  <a:pt x="37223" y="19403"/>
                </a:lnTo>
                <a:lnTo>
                  <a:pt x="37590" y="19797"/>
                </a:lnTo>
                <a:lnTo>
                  <a:pt x="38140" y="19797"/>
                </a:lnTo>
                <a:lnTo>
                  <a:pt x="38507" y="20207"/>
                </a:lnTo>
                <a:lnTo>
                  <a:pt x="39057" y="20207"/>
                </a:lnTo>
                <a:lnTo>
                  <a:pt x="39424" y="20601"/>
                </a:lnTo>
                <a:lnTo>
                  <a:pt x="39791" y="20601"/>
                </a:lnTo>
                <a:lnTo>
                  <a:pt x="40341" y="20601"/>
                </a:lnTo>
                <a:lnTo>
                  <a:pt x="40708" y="20994"/>
                </a:lnTo>
                <a:lnTo>
                  <a:pt x="41259" y="20994"/>
                </a:lnTo>
                <a:lnTo>
                  <a:pt x="41626" y="21388"/>
                </a:lnTo>
                <a:lnTo>
                  <a:pt x="41993" y="21388"/>
                </a:lnTo>
                <a:lnTo>
                  <a:pt x="42543" y="21782"/>
                </a:lnTo>
                <a:lnTo>
                  <a:pt x="42910" y="21782"/>
                </a:lnTo>
                <a:lnTo>
                  <a:pt x="43460" y="22175"/>
                </a:lnTo>
                <a:lnTo>
                  <a:pt x="43827" y="22175"/>
                </a:lnTo>
                <a:lnTo>
                  <a:pt x="44378" y="22175"/>
                </a:lnTo>
                <a:lnTo>
                  <a:pt x="44744" y="22586"/>
                </a:lnTo>
                <a:lnTo>
                  <a:pt x="45111" y="22586"/>
                </a:lnTo>
                <a:lnTo>
                  <a:pt x="45662" y="22979"/>
                </a:lnTo>
                <a:lnTo>
                  <a:pt x="46029" y="22979"/>
                </a:lnTo>
                <a:lnTo>
                  <a:pt x="46029" y="23373"/>
                </a:lnTo>
                <a:lnTo>
                  <a:pt x="46579" y="23373"/>
                </a:lnTo>
                <a:lnTo>
                  <a:pt x="46946" y="23373"/>
                </a:lnTo>
                <a:lnTo>
                  <a:pt x="47313" y="23373"/>
                </a:lnTo>
                <a:lnTo>
                  <a:pt x="47313" y="23766"/>
                </a:lnTo>
                <a:lnTo>
                  <a:pt x="47863" y="23766"/>
                </a:lnTo>
                <a:lnTo>
                  <a:pt x="48230" y="23766"/>
                </a:lnTo>
                <a:lnTo>
                  <a:pt x="48230" y="24160"/>
                </a:lnTo>
                <a:lnTo>
                  <a:pt x="48780" y="24160"/>
                </a:lnTo>
                <a:lnTo>
                  <a:pt x="49147" y="24160"/>
                </a:lnTo>
                <a:lnTo>
                  <a:pt x="49698" y="24160"/>
                </a:lnTo>
                <a:lnTo>
                  <a:pt x="49698" y="24554"/>
                </a:lnTo>
                <a:lnTo>
                  <a:pt x="50065" y="24554"/>
                </a:lnTo>
                <a:lnTo>
                  <a:pt x="50432" y="24964"/>
                </a:lnTo>
                <a:lnTo>
                  <a:pt x="50982" y="24964"/>
                </a:lnTo>
                <a:lnTo>
                  <a:pt x="51349" y="24964"/>
                </a:lnTo>
                <a:lnTo>
                  <a:pt x="51899" y="25358"/>
                </a:lnTo>
                <a:lnTo>
                  <a:pt x="52266" y="25358"/>
                </a:lnTo>
              </a:path>
            </a:pathLst>
          </a:custGeom>
          <a:ln w="2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392232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384344" y="3346513"/>
            <a:ext cx="52651" cy="12285"/>
          </a:xfrm>
          <a:custGeom>
            <a:avLst/>
            <a:gdLst/>
            <a:ahLst/>
            <a:cxnLst/>
            <a:rect l="l" t="t" r="r" b="b"/>
            <a:pathLst>
              <a:path w="52651" h="12285">
                <a:moveTo>
                  <a:pt x="0" y="0"/>
                </a:moveTo>
                <a:lnTo>
                  <a:pt x="366" y="0"/>
                </a:lnTo>
                <a:lnTo>
                  <a:pt x="366" y="393"/>
                </a:lnTo>
                <a:lnTo>
                  <a:pt x="917" y="393"/>
                </a:lnTo>
                <a:lnTo>
                  <a:pt x="1284" y="393"/>
                </a:lnTo>
                <a:lnTo>
                  <a:pt x="1834" y="393"/>
                </a:lnTo>
                <a:lnTo>
                  <a:pt x="1834" y="787"/>
                </a:lnTo>
                <a:lnTo>
                  <a:pt x="2201" y="787"/>
                </a:lnTo>
                <a:lnTo>
                  <a:pt x="2568" y="787"/>
                </a:lnTo>
                <a:lnTo>
                  <a:pt x="2568" y="1180"/>
                </a:lnTo>
                <a:lnTo>
                  <a:pt x="3118" y="1180"/>
                </a:lnTo>
                <a:lnTo>
                  <a:pt x="3485" y="1180"/>
                </a:lnTo>
                <a:lnTo>
                  <a:pt x="4036" y="1574"/>
                </a:lnTo>
                <a:lnTo>
                  <a:pt x="4402" y="1574"/>
                </a:lnTo>
                <a:lnTo>
                  <a:pt x="4953" y="1574"/>
                </a:lnTo>
                <a:lnTo>
                  <a:pt x="4953" y="1968"/>
                </a:lnTo>
                <a:lnTo>
                  <a:pt x="5320" y="1968"/>
                </a:lnTo>
                <a:lnTo>
                  <a:pt x="5687" y="1968"/>
                </a:lnTo>
                <a:lnTo>
                  <a:pt x="6237" y="1968"/>
                </a:lnTo>
                <a:lnTo>
                  <a:pt x="6604" y="2378"/>
                </a:lnTo>
                <a:lnTo>
                  <a:pt x="6604" y="2378"/>
                </a:lnTo>
                <a:lnTo>
                  <a:pt x="7154" y="2378"/>
                </a:lnTo>
                <a:lnTo>
                  <a:pt x="7521" y="2771"/>
                </a:lnTo>
                <a:lnTo>
                  <a:pt x="7888" y="2771"/>
                </a:lnTo>
                <a:lnTo>
                  <a:pt x="8438" y="2771"/>
                </a:lnTo>
                <a:lnTo>
                  <a:pt x="8438" y="3165"/>
                </a:lnTo>
                <a:lnTo>
                  <a:pt x="8805" y="3165"/>
                </a:lnTo>
                <a:lnTo>
                  <a:pt x="9356" y="3165"/>
                </a:lnTo>
                <a:lnTo>
                  <a:pt x="9723" y="3165"/>
                </a:lnTo>
                <a:lnTo>
                  <a:pt x="10273" y="3559"/>
                </a:lnTo>
                <a:lnTo>
                  <a:pt x="10640" y="3559"/>
                </a:lnTo>
                <a:lnTo>
                  <a:pt x="11007" y="3559"/>
                </a:lnTo>
                <a:lnTo>
                  <a:pt x="11007" y="3952"/>
                </a:lnTo>
                <a:lnTo>
                  <a:pt x="11557" y="3952"/>
                </a:lnTo>
                <a:lnTo>
                  <a:pt x="11924" y="3952"/>
                </a:lnTo>
                <a:lnTo>
                  <a:pt x="12475" y="3952"/>
                </a:lnTo>
                <a:lnTo>
                  <a:pt x="12841" y="4346"/>
                </a:lnTo>
                <a:lnTo>
                  <a:pt x="13208" y="4346"/>
                </a:lnTo>
                <a:lnTo>
                  <a:pt x="13759" y="4346"/>
                </a:lnTo>
                <a:lnTo>
                  <a:pt x="13759" y="4756"/>
                </a:lnTo>
                <a:lnTo>
                  <a:pt x="14126" y="4756"/>
                </a:lnTo>
                <a:lnTo>
                  <a:pt x="14676" y="4756"/>
                </a:lnTo>
                <a:lnTo>
                  <a:pt x="15043" y="4756"/>
                </a:lnTo>
                <a:lnTo>
                  <a:pt x="15043" y="4756"/>
                </a:lnTo>
                <a:lnTo>
                  <a:pt x="15593" y="5150"/>
                </a:lnTo>
                <a:lnTo>
                  <a:pt x="15960" y="5150"/>
                </a:lnTo>
                <a:lnTo>
                  <a:pt x="16327" y="5150"/>
                </a:lnTo>
                <a:lnTo>
                  <a:pt x="16877" y="5543"/>
                </a:lnTo>
                <a:lnTo>
                  <a:pt x="17244" y="5543"/>
                </a:lnTo>
                <a:lnTo>
                  <a:pt x="17795" y="5543"/>
                </a:lnTo>
                <a:lnTo>
                  <a:pt x="18162" y="5543"/>
                </a:lnTo>
                <a:lnTo>
                  <a:pt x="18162" y="5937"/>
                </a:lnTo>
                <a:lnTo>
                  <a:pt x="18529" y="5937"/>
                </a:lnTo>
                <a:lnTo>
                  <a:pt x="19079" y="5937"/>
                </a:lnTo>
                <a:lnTo>
                  <a:pt x="19446" y="5937"/>
                </a:lnTo>
                <a:lnTo>
                  <a:pt x="19446" y="6331"/>
                </a:lnTo>
                <a:lnTo>
                  <a:pt x="19996" y="6331"/>
                </a:lnTo>
                <a:lnTo>
                  <a:pt x="20363" y="6331"/>
                </a:lnTo>
                <a:lnTo>
                  <a:pt x="20730" y="6331"/>
                </a:lnTo>
                <a:lnTo>
                  <a:pt x="21280" y="6331"/>
                </a:lnTo>
                <a:lnTo>
                  <a:pt x="21280" y="6724"/>
                </a:lnTo>
                <a:lnTo>
                  <a:pt x="21647" y="6724"/>
                </a:lnTo>
                <a:lnTo>
                  <a:pt x="22198" y="6724"/>
                </a:lnTo>
                <a:lnTo>
                  <a:pt x="22565" y="6724"/>
                </a:lnTo>
                <a:lnTo>
                  <a:pt x="22565" y="7135"/>
                </a:lnTo>
                <a:lnTo>
                  <a:pt x="23115" y="7135"/>
                </a:lnTo>
                <a:lnTo>
                  <a:pt x="23482" y="7135"/>
                </a:lnTo>
                <a:lnTo>
                  <a:pt x="23849" y="7135"/>
                </a:lnTo>
                <a:lnTo>
                  <a:pt x="24399" y="7135"/>
                </a:lnTo>
                <a:lnTo>
                  <a:pt x="24399" y="7135"/>
                </a:lnTo>
                <a:lnTo>
                  <a:pt x="24766" y="7528"/>
                </a:lnTo>
                <a:lnTo>
                  <a:pt x="25316" y="7528"/>
                </a:lnTo>
                <a:lnTo>
                  <a:pt x="25683" y="7528"/>
                </a:lnTo>
                <a:lnTo>
                  <a:pt x="26050" y="7922"/>
                </a:lnTo>
                <a:lnTo>
                  <a:pt x="26601" y="7922"/>
                </a:lnTo>
                <a:lnTo>
                  <a:pt x="26968" y="7922"/>
                </a:lnTo>
                <a:lnTo>
                  <a:pt x="27518" y="8315"/>
                </a:lnTo>
                <a:lnTo>
                  <a:pt x="27885" y="8315"/>
                </a:lnTo>
                <a:lnTo>
                  <a:pt x="28435" y="8315"/>
                </a:lnTo>
                <a:lnTo>
                  <a:pt x="28802" y="8315"/>
                </a:lnTo>
                <a:lnTo>
                  <a:pt x="29169" y="8315"/>
                </a:lnTo>
                <a:lnTo>
                  <a:pt x="29719" y="8709"/>
                </a:lnTo>
                <a:lnTo>
                  <a:pt x="30086" y="8709"/>
                </a:lnTo>
                <a:lnTo>
                  <a:pt x="30637" y="8709"/>
                </a:lnTo>
                <a:lnTo>
                  <a:pt x="31004" y="8709"/>
                </a:lnTo>
                <a:lnTo>
                  <a:pt x="31370" y="9103"/>
                </a:lnTo>
                <a:lnTo>
                  <a:pt x="31921" y="9103"/>
                </a:lnTo>
                <a:lnTo>
                  <a:pt x="32288" y="9103"/>
                </a:lnTo>
                <a:lnTo>
                  <a:pt x="32838" y="9103"/>
                </a:lnTo>
                <a:lnTo>
                  <a:pt x="33205" y="9103"/>
                </a:lnTo>
                <a:lnTo>
                  <a:pt x="33755" y="9513"/>
                </a:lnTo>
                <a:lnTo>
                  <a:pt x="34122" y="9513"/>
                </a:lnTo>
                <a:lnTo>
                  <a:pt x="34489" y="9513"/>
                </a:lnTo>
                <a:lnTo>
                  <a:pt x="35040" y="9513"/>
                </a:lnTo>
                <a:lnTo>
                  <a:pt x="35407" y="9907"/>
                </a:lnTo>
                <a:lnTo>
                  <a:pt x="35957" y="9907"/>
                </a:lnTo>
                <a:lnTo>
                  <a:pt x="36324" y="9907"/>
                </a:lnTo>
                <a:lnTo>
                  <a:pt x="36691" y="9907"/>
                </a:lnTo>
                <a:lnTo>
                  <a:pt x="37241" y="9907"/>
                </a:lnTo>
                <a:lnTo>
                  <a:pt x="37608" y="9907"/>
                </a:lnTo>
                <a:lnTo>
                  <a:pt x="37608" y="10300"/>
                </a:lnTo>
                <a:lnTo>
                  <a:pt x="38158" y="10300"/>
                </a:lnTo>
                <a:lnTo>
                  <a:pt x="38525" y="10300"/>
                </a:lnTo>
                <a:lnTo>
                  <a:pt x="38892" y="10300"/>
                </a:lnTo>
                <a:lnTo>
                  <a:pt x="39443" y="10300"/>
                </a:lnTo>
                <a:lnTo>
                  <a:pt x="39809" y="10694"/>
                </a:lnTo>
                <a:lnTo>
                  <a:pt x="40360" y="10694"/>
                </a:lnTo>
                <a:lnTo>
                  <a:pt x="40727" y="10694"/>
                </a:lnTo>
                <a:lnTo>
                  <a:pt x="41277" y="10694"/>
                </a:lnTo>
                <a:lnTo>
                  <a:pt x="41644" y="10694"/>
                </a:lnTo>
                <a:lnTo>
                  <a:pt x="42011" y="10694"/>
                </a:lnTo>
                <a:lnTo>
                  <a:pt x="42561" y="10694"/>
                </a:lnTo>
                <a:lnTo>
                  <a:pt x="42561" y="11087"/>
                </a:lnTo>
                <a:lnTo>
                  <a:pt x="42928" y="11087"/>
                </a:lnTo>
                <a:lnTo>
                  <a:pt x="43479" y="11087"/>
                </a:lnTo>
                <a:lnTo>
                  <a:pt x="43846" y="11087"/>
                </a:lnTo>
                <a:lnTo>
                  <a:pt x="44212" y="11087"/>
                </a:lnTo>
                <a:lnTo>
                  <a:pt x="44763" y="11087"/>
                </a:lnTo>
                <a:lnTo>
                  <a:pt x="44763" y="11481"/>
                </a:lnTo>
                <a:lnTo>
                  <a:pt x="45130" y="11481"/>
                </a:lnTo>
                <a:lnTo>
                  <a:pt x="45680" y="11481"/>
                </a:lnTo>
                <a:lnTo>
                  <a:pt x="46047" y="11481"/>
                </a:lnTo>
                <a:lnTo>
                  <a:pt x="46597" y="11481"/>
                </a:lnTo>
                <a:lnTo>
                  <a:pt x="46597" y="11481"/>
                </a:lnTo>
                <a:lnTo>
                  <a:pt x="46964" y="11481"/>
                </a:lnTo>
                <a:lnTo>
                  <a:pt x="47331" y="11481"/>
                </a:lnTo>
                <a:lnTo>
                  <a:pt x="47882" y="11481"/>
                </a:lnTo>
                <a:lnTo>
                  <a:pt x="48248" y="11481"/>
                </a:lnTo>
                <a:lnTo>
                  <a:pt x="48248" y="11875"/>
                </a:lnTo>
                <a:lnTo>
                  <a:pt x="48799" y="11875"/>
                </a:lnTo>
                <a:lnTo>
                  <a:pt x="49166" y="11875"/>
                </a:lnTo>
                <a:lnTo>
                  <a:pt x="49533" y="11875"/>
                </a:lnTo>
                <a:lnTo>
                  <a:pt x="50083" y="11875"/>
                </a:lnTo>
                <a:lnTo>
                  <a:pt x="50450" y="11875"/>
                </a:lnTo>
                <a:lnTo>
                  <a:pt x="50450" y="11875"/>
                </a:lnTo>
                <a:lnTo>
                  <a:pt x="51000" y="11875"/>
                </a:lnTo>
                <a:lnTo>
                  <a:pt x="51367" y="12285"/>
                </a:lnTo>
                <a:lnTo>
                  <a:pt x="51918" y="12285"/>
                </a:lnTo>
                <a:lnTo>
                  <a:pt x="52284" y="12285"/>
                </a:lnTo>
                <a:lnTo>
                  <a:pt x="52651" y="12285"/>
                </a:lnTo>
              </a:path>
            </a:pathLst>
          </a:custGeom>
          <a:ln w="2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436996" y="3357601"/>
            <a:ext cx="52835" cy="2378"/>
          </a:xfrm>
          <a:custGeom>
            <a:avLst/>
            <a:gdLst/>
            <a:ahLst/>
            <a:cxnLst/>
            <a:rect l="l" t="t" r="r" b="b"/>
            <a:pathLst>
              <a:path w="52835" h="2378">
                <a:moveTo>
                  <a:pt x="0" y="1197"/>
                </a:moveTo>
                <a:lnTo>
                  <a:pt x="550" y="1197"/>
                </a:lnTo>
                <a:lnTo>
                  <a:pt x="917" y="1197"/>
                </a:lnTo>
                <a:lnTo>
                  <a:pt x="1467" y="1197"/>
                </a:lnTo>
                <a:lnTo>
                  <a:pt x="1834" y="1197"/>
                </a:lnTo>
                <a:lnTo>
                  <a:pt x="2201" y="1197"/>
                </a:lnTo>
                <a:lnTo>
                  <a:pt x="2751" y="1197"/>
                </a:lnTo>
                <a:lnTo>
                  <a:pt x="3118" y="1591"/>
                </a:lnTo>
                <a:lnTo>
                  <a:pt x="3669" y="1591"/>
                </a:lnTo>
                <a:lnTo>
                  <a:pt x="4036" y="1591"/>
                </a:lnTo>
                <a:lnTo>
                  <a:pt x="4402" y="1591"/>
                </a:lnTo>
                <a:lnTo>
                  <a:pt x="4953" y="1591"/>
                </a:lnTo>
                <a:lnTo>
                  <a:pt x="5320" y="1591"/>
                </a:lnTo>
                <a:lnTo>
                  <a:pt x="5870" y="1591"/>
                </a:lnTo>
                <a:lnTo>
                  <a:pt x="6237" y="1591"/>
                </a:lnTo>
                <a:lnTo>
                  <a:pt x="6787" y="1591"/>
                </a:lnTo>
                <a:lnTo>
                  <a:pt x="7154" y="1591"/>
                </a:lnTo>
                <a:lnTo>
                  <a:pt x="7154" y="1984"/>
                </a:lnTo>
                <a:lnTo>
                  <a:pt x="7521" y="1984"/>
                </a:lnTo>
                <a:lnTo>
                  <a:pt x="8072" y="1984"/>
                </a:lnTo>
                <a:lnTo>
                  <a:pt x="8438" y="1984"/>
                </a:lnTo>
                <a:lnTo>
                  <a:pt x="8989" y="1984"/>
                </a:lnTo>
                <a:lnTo>
                  <a:pt x="8989" y="1984"/>
                </a:lnTo>
                <a:lnTo>
                  <a:pt x="9356" y="1984"/>
                </a:lnTo>
                <a:lnTo>
                  <a:pt x="9723" y="1984"/>
                </a:lnTo>
                <a:lnTo>
                  <a:pt x="10273" y="1984"/>
                </a:lnTo>
                <a:lnTo>
                  <a:pt x="10640" y="1984"/>
                </a:lnTo>
                <a:lnTo>
                  <a:pt x="11190" y="1984"/>
                </a:lnTo>
                <a:lnTo>
                  <a:pt x="11557" y="1984"/>
                </a:lnTo>
                <a:lnTo>
                  <a:pt x="12108" y="1984"/>
                </a:lnTo>
                <a:lnTo>
                  <a:pt x="12475" y="1984"/>
                </a:lnTo>
                <a:lnTo>
                  <a:pt x="12841" y="1984"/>
                </a:lnTo>
                <a:lnTo>
                  <a:pt x="13392" y="1984"/>
                </a:lnTo>
                <a:lnTo>
                  <a:pt x="13759" y="1984"/>
                </a:lnTo>
                <a:lnTo>
                  <a:pt x="13759" y="2378"/>
                </a:lnTo>
                <a:lnTo>
                  <a:pt x="14309" y="2378"/>
                </a:lnTo>
                <a:lnTo>
                  <a:pt x="14676" y="2378"/>
                </a:lnTo>
                <a:lnTo>
                  <a:pt x="15043" y="2378"/>
                </a:lnTo>
                <a:lnTo>
                  <a:pt x="15593" y="2378"/>
                </a:lnTo>
                <a:lnTo>
                  <a:pt x="15593" y="2378"/>
                </a:lnTo>
                <a:lnTo>
                  <a:pt x="15960" y="2378"/>
                </a:lnTo>
                <a:lnTo>
                  <a:pt x="16511" y="2378"/>
                </a:lnTo>
                <a:lnTo>
                  <a:pt x="16877" y="2378"/>
                </a:lnTo>
                <a:lnTo>
                  <a:pt x="17428" y="2378"/>
                </a:lnTo>
                <a:lnTo>
                  <a:pt x="17795" y="2378"/>
                </a:lnTo>
                <a:lnTo>
                  <a:pt x="18162" y="2378"/>
                </a:lnTo>
                <a:lnTo>
                  <a:pt x="18712" y="2378"/>
                </a:lnTo>
                <a:lnTo>
                  <a:pt x="19079" y="2378"/>
                </a:lnTo>
                <a:lnTo>
                  <a:pt x="19629" y="2378"/>
                </a:lnTo>
                <a:lnTo>
                  <a:pt x="19996" y="2378"/>
                </a:lnTo>
                <a:lnTo>
                  <a:pt x="20363" y="2378"/>
                </a:lnTo>
                <a:lnTo>
                  <a:pt x="20913" y="2378"/>
                </a:lnTo>
                <a:lnTo>
                  <a:pt x="21280" y="2378"/>
                </a:lnTo>
                <a:lnTo>
                  <a:pt x="21831" y="2378"/>
                </a:lnTo>
                <a:lnTo>
                  <a:pt x="22198" y="2378"/>
                </a:lnTo>
                <a:lnTo>
                  <a:pt x="22565" y="2378"/>
                </a:lnTo>
                <a:lnTo>
                  <a:pt x="23115" y="2378"/>
                </a:lnTo>
                <a:lnTo>
                  <a:pt x="23482" y="2378"/>
                </a:lnTo>
                <a:lnTo>
                  <a:pt x="24032" y="2378"/>
                </a:lnTo>
                <a:lnTo>
                  <a:pt x="24399" y="2378"/>
                </a:lnTo>
                <a:lnTo>
                  <a:pt x="24950" y="2378"/>
                </a:lnTo>
                <a:lnTo>
                  <a:pt x="25316" y="2378"/>
                </a:lnTo>
                <a:lnTo>
                  <a:pt x="25683" y="2378"/>
                </a:lnTo>
                <a:lnTo>
                  <a:pt x="26234" y="2378"/>
                </a:lnTo>
                <a:lnTo>
                  <a:pt x="26601" y="2378"/>
                </a:lnTo>
                <a:lnTo>
                  <a:pt x="27151" y="2378"/>
                </a:lnTo>
                <a:lnTo>
                  <a:pt x="27518" y="2378"/>
                </a:lnTo>
                <a:lnTo>
                  <a:pt x="27885" y="2378"/>
                </a:lnTo>
                <a:lnTo>
                  <a:pt x="28435" y="2378"/>
                </a:lnTo>
                <a:lnTo>
                  <a:pt x="28802" y="2378"/>
                </a:lnTo>
                <a:lnTo>
                  <a:pt x="29352" y="1984"/>
                </a:lnTo>
                <a:lnTo>
                  <a:pt x="29719" y="1984"/>
                </a:lnTo>
                <a:lnTo>
                  <a:pt x="30270" y="1984"/>
                </a:lnTo>
                <a:lnTo>
                  <a:pt x="30637" y="1984"/>
                </a:lnTo>
                <a:lnTo>
                  <a:pt x="31004" y="1984"/>
                </a:lnTo>
                <a:lnTo>
                  <a:pt x="31554" y="1984"/>
                </a:lnTo>
                <a:lnTo>
                  <a:pt x="31921" y="1984"/>
                </a:lnTo>
                <a:lnTo>
                  <a:pt x="32471" y="1984"/>
                </a:lnTo>
                <a:lnTo>
                  <a:pt x="32838" y="1984"/>
                </a:lnTo>
                <a:lnTo>
                  <a:pt x="33205" y="1984"/>
                </a:lnTo>
                <a:lnTo>
                  <a:pt x="33755" y="1984"/>
                </a:lnTo>
                <a:lnTo>
                  <a:pt x="34122" y="1984"/>
                </a:lnTo>
                <a:lnTo>
                  <a:pt x="34673" y="1984"/>
                </a:lnTo>
                <a:lnTo>
                  <a:pt x="35040" y="1984"/>
                </a:lnTo>
                <a:lnTo>
                  <a:pt x="35590" y="1984"/>
                </a:lnTo>
                <a:lnTo>
                  <a:pt x="35590" y="1591"/>
                </a:lnTo>
                <a:lnTo>
                  <a:pt x="35957" y="1591"/>
                </a:lnTo>
                <a:lnTo>
                  <a:pt x="36324" y="1591"/>
                </a:lnTo>
                <a:lnTo>
                  <a:pt x="36874" y="1591"/>
                </a:lnTo>
                <a:lnTo>
                  <a:pt x="37241" y="1591"/>
                </a:lnTo>
                <a:lnTo>
                  <a:pt x="37791" y="1591"/>
                </a:lnTo>
                <a:lnTo>
                  <a:pt x="38158" y="1591"/>
                </a:lnTo>
                <a:lnTo>
                  <a:pt x="38525" y="1591"/>
                </a:lnTo>
                <a:lnTo>
                  <a:pt x="39076" y="1591"/>
                </a:lnTo>
                <a:lnTo>
                  <a:pt x="39443" y="1591"/>
                </a:lnTo>
                <a:lnTo>
                  <a:pt x="39993" y="1591"/>
                </a:lnTo>
                <a:lnTo>
                  <a:pt x="39993" y="1197"/>
                </a:lnTo>
                <a:lnTo>
                  <a:pt x="40360" y="1197"/>
                </a:lnTo>
                <a:lnTo>
                  <a:pt x="40727" y="1197"/>
                </a:lnTo>
                <a:lnTo>
                  <a:pt x="41277" y="1197"/>
                </a:lnTo>
                <a:lnTo>
                  <a:pt x="41644" y="1197"/>
                </a:lnTo>
                <a:lnTo>
                  <a:pt x="41644" y="1197"/>
                </a:lnTo>
                <a:lnTo>
                  <a:pt x="42194" y="1197"/>
                </a:lnTo>
                <a:lnTo>
                  <a:pt x="42561" y="1197"/>
                </a:lnTo>
                <a:lnTo>
                  <a:pt x="43112" y="1197"/>
                </a:lnTo>
                <a:lnTo>
                  <a:pt x="43479" y="1197"/>
                </a:lnTo>
                <a:lnTo>
                  <a:pt x="43846" y="1197"/>
                </a:lnTo>
                <a:lnTo>
                  <a:pt x="44396" y="1197"/>
                </a:lnTo>
                <a:lnTo>
                  <a:pt x="44763" y="787"/>
                </a:lnTo>
                <a:lnTo>
                  <a:pt x="45313" y="787"/>
                </a:lnTo>
                <a:lnTo>
                  <a:pt x="45680" y="787"/>
                </a:lnTo>
                <a:lnTo>
                  <a:pt x="46047" y="787"/>
                </a:lnTo>
                <a:lnTo>
                  <a:pt x="46597" y="787"/>
                </a:lnTo>
                <a:lnTo>
                  <a:pt x="46964" y="787"/>
                </a:lnTo>
                <a:lnTo>
                  <a:pt x="47515" y="787"/>
                </a:lnTo>
                <a:lnTo>
                  <a:pt x="47515" y="393"/>
                </a:lnTo>
                <a:lnTo>
                  <a:pt x="47882" y="393"/>
                </a:lnTo>
                <a:lnTo>
                  <a:pt x="48432" y="393"/>
                </a:lnTo>
                <a:lnTo>
                  <a:pt x="48799" y="393"/>
                </a:lnTo>
                <a:lnTo>
                  <a:pt x="49166" y="393"/>
                </a:lnTo>
                <a:lnTo>
                  <a:pt x="49716" y="393"/>
                </a:lnTo>
                <a:lnTo>
                  <a:pt x="50083" y="393"/>
                </a:lnTo>
                <a:lnTo>
                  <a:pt x="50633" y="393"/>
                </a:lnTo>
                <a:lnTo>
                  <a:pt x="51000" y="0"/>
                </a:lnTo>
                <a:lnTo>
                  <a:pt x="51367" y="0"/>
                </a:lnTo>
                <a:lnTo>
                  <a:pt x="51918" y="0"/>
                </a:lnTo>
                <a:lnTo>
                  <a:pt x="52284" y="0"/>
                </a:lnTo>
                <a:lnTo>
                  <a:pt x="52835" y="0"/>
                </a:lnTo>
              </a:path>
            </a:pathLst>
          </a:custGeom>
          <a:ln w="22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489831" y="3342938"/>
            <a:ext cx="52284" cy="14663"/>
          </a:xfrm>
          <a:custGeom>
            <a:avLst/>
            <a:gdLst/>
            <a:ahLst/>
            <a:cxnLst/>
            <a:rect l="l" t="t" r="r" b="b"/>
            <a:pathLst>
              <a:path w="52284" h="14663">
                <a:moveTo>
                  <a:pt x="0" y="14663"/>
                </a:moveTo>
                <a:lnTo>
                  <a:pt x="366" y="14663"/>
                </a:lnTo>
                <a:lnTo>
                  <a:pt x="366" y="14270"/>
                </a:lnTo>
                <a:lnTo>
                  <a:pt x="917" y="14270"/>
                </a:lnTo>
                <a:lnTo>
                  <a:pt x="1284" y="14270"/>
                </a:lnTo>
                <a:lnTo>
                  <a:pt x="1651" y="14270"/>
                </a:lnTo>
                <a:lnTo>
                  <a:pt x="2201" y="14270"/>
                </a:lnTo>
                <a:lnTo>
                  <a:pt x="2568" y="14270"/>
                </a:lnTo>
                <a:lnTo>
                  <a:pt x="3118" y="14270"/>
                </a:lnTo>
                <a:lnTo>
                  <a:pt x="3118" y="13876"/>
                </a:lnTo>
                <a:lnTo>
                  <a:pt x="3485" y="13876"/>
                </a:lnTo>
                <a:lnTo>
                  <a:pt x="3852" y="13876"/>
                </a:lnTo>
                <a:lnTo>
                  <a:pt x="4402" y="13876"/>
                </a:lnTo>
                <a:lnTo>
                  <a:pt x="4769" y="13876"/>
                </a:lnTo>
                <a:lnTo>
                  <a:pt x="5320" y="13482"/>
                </a:lnTo>
                <a:lnTo>
                  <a:pt x="5687" y="13482"/>
                </a:lnTo>
                <a:lnTo>
                  <a:pt x="6054" y="13482"/>
                </a:lnTo>
                <a:lnTo>
                  <a:pt x="6604" y="13482"/>
                </a:lnTo>
                <a:lnTo>
                  <a:pt x="6971" y="13482"/>
                </a:lnTo>
                <a:lnTo>
                  <a:pt x="7521" y="13482"/>
                </a:lnTo>
                <a:lnTo>
                  <a:pt x="7521" y="13089"/>
                </a:lnTo>
                <a:lnTo>
                  <a:pt x="7888" y="13089"/>
                </a:lnTo>
                <a:lnTo>
                  <a:pt x="8438" y="13089"/>
                </a:lnTo>
                <a:lnTo>
                  <a:pt x="8805" y="13089"/>
                </a:lnTo>
                <a:lnTo>
                  <a:pt x="9172" y="13089"/>
                </a:lnTo>
                <a:lnTo>
                  <a:pt x="9172" y="12679"/>
                </a:lnTo>
                <a:lnTo>
                  <a:pt x="9723" y="12679"/>
                </a:lnTo>
                <a:lnTo>
                  <a:pt x="10090" y="12679"/>
                </a:lnTo>
                <a:lnTo>
                  <a:pt x="10640" y="12679"/>
                </a:lnTo>
                <a:lnTo>
                  <a:pt x="11007" y="12679"/>
                </a:lnTo>
                <a:lnTo>
                  <a:pt x="11374" y="12679"/>
                </a:lnTo>
                <a:lnTo>
                  <a:pt x="11924" y="12285"/>
                </a:lnTo>
                <a:lnTo>
                  <a:pt x="12291" y="12285"/>
                </a:lnTo>
                <a:lnTo>
                  <a:pt x="12841" y="12285"/>
                </a:lnTo>
                <a:lnTo>
                  <a:pt x="13208" y="12285"/>
                </a:lnTo>
                <a:lnTo>
                  <a:pt x="13208" y="11891"/>
                </a:lnTo>
                <a:lnTo>
                  <a:pt x="13759" y="11891"/>
                </a:lnTo>
                <a:lnTo>
                  <a:pt x="14126" y="11891"/>
                </a:lnTo>
                <a:lnTo>
                  <a:pt x="14493" y="11891"/>
                </a:lnTo>
                <a:lnTo>
                  <a:pt x="15043" y="11891"/>
                </a:lnTo>
                <a:lnTo>
                  <a:pt x="15410" y="11891"/>
                </a:lnTo>
                <a:lnTo>
                  <a:pt x="15410" y="11498"/>
                </a:lnTo>
                <a:lnTo>
                  <a:pt x="15960" y="11498"/>
                </a:lnTo>
                <a:lnTo>
                  <a:pt x="16327" y="11498"/>
                </a:lnTo>
                <a:lnTo>
                  <a:pt x="16694" y="11498"/>
                </a:lnTo>
                <a:lnTo>
                  <a:pt x="16694" y="11104"/>
                </a:lnTo>
                <a:lnTo>
                  <a:pt x="17244" y="11104"/>
                </a:lnTo>
                <a:lnTo>
                  <a:pt x="17611" y="11104"/>
                </a:lnTo>
                <a:lnTo>
                  <a:pt x="18162" y="11104"/>
                </a:lnTo>
                <a:lnTo>
                  <a:pt x="18529" y="10710"/>
                </a:lnTo>
                <a:lnTo>
                  <a:pt x="19079" y="10710"/>
                </a:lnTo>
                <a:lnTo>
                  <a:pt x="19446" y="10710"/>
                </a:lnTo>
                <a:lnTo>
                  <a:pt x="19813" y="10710"/>
                </a:lnTo>
                <a:lnTo>
                  <a:pt x="20363" y="10300"/>
                </a:lnTo>
                <a:lnTo>
                  <a:pt x="20730" y="10300"/>
                </a:lnTo>
                <a:lnTo>
                  <a:pt x="21280" y="10300"/>
                </a:lnTo>
                <a:lnTo>
                  <a:pt x="21647" y="10300"/>
                </a:lnTo>
                <a:lnTo>
                  <a:pt x="21647" y="9907"/>
                </a:lnTo>
                <a:lnTo>
                  <a:pt x="22014" y="9907"/>
                </a:lnTo>
                <a:lnTo>
                  <a:pt x="22565" y="9907"/>
                </a:lnTo>
                <a:lnTo>
                  <a:pt x="22932" y="9907"/>
                </a:lnTo>
                <a:lnTo>
                  <a:pt x="23482" y="9907"/>
                </a:lnTo>
                <a:lnTo>
                  <a:pt x="23482" y="9513"/>
                </a:lnTo>
                <a:lnTo>
                  <a:pt x="23849" y="9513"/>
                </a:lnTo>
                <a:lnTo>
                  <a:pt x="24216" y="9513"/>
                </a:lnTo>
                <a:lnTo>
                  <a:pt x="24766" y="9513"/>
                </a:lnTo>
                <a:lnTo>
                  <a:pt x="24766" y="9119"/>
                </a:lnTo>
                <a:lnTo>
                  <a:pt x="25133" y="9119"/>
                </a:lnTo>
                <a:lnTo>
                  <a:pt x="25683" y="9119"/>
                </a:lnTo>
                <a:lnTo>
                  <a:pt x="26050" y="9119"/>
                </a:lnTo>
                <a:lnTo>
                  <a:pt x="26601" y="8726"/>
                </a:lnTo>
                <a:lnTo>
                  <a:pt x="26968" y="8726"/>
                </a:lnTo>
                <a:lnTo>
                  <a:pt x="27334" y="8332"/>
                </a:lnTo>
                <a:lnTo>
                  <a:pt x="27885" y="8332"/>
                </a:lnTo>
                <a:lnTo>
                  <a:pt x="28252" y="8332"/>
                </a:lnTo>
                <a:lnTo>
                  <a:pt x="28802" y="8332"/>
                </a:lnTo>
                <a:lnTo>
                  <a:pt x="29169" y="7922"/>
                </a:lnTo>
                <a:lnTo>
                  <a:pt x="29536" y="7922"/>
                </a:lnTo>
                <a:lnTo>
                  <a:pt x="30086" y="7922"/>
                </a:lnTo>
                <a:lnTo>
                  <a:pt x="30453" y="7528"/>
                </a:lnTo>
                <a:lnTo>
                  <a:pt x="31004" y="7528"/>
                </a:lnTo>
                <a:lnTo>
                  <a:pt x="31370" y="7528"/>
                </a:lnTo>
                <a:lnTo>
                  <a:pt x="31921" y="7528"/>
                </a:lnTo>
                <a:lnTo>
                  <a:pt x="31921" y="7135"/>
                </a:lnTo>
                <a:lnTo>
                  <a:pt x="32288" y="7135"/>
                </a:lnTo>
                <a:lnTo>
                  <a:pt x="32655" y="7135"/>
                </a:lnTo>
                <a:lnTo>
                  <a:pt x="33205" y="6741"/>
                </a:lnTo>
                <a:lnTo>
                  <a:pt x="33572" y="6741"/>
                </a:lnTo>
                <a:lnTo>
                  <a:pt x="34122" y="6741"/>
                </a:lnTo>
                <a:lnTo>
                  <a:pt x="34489" y="6347"/>
                </a:lnTo>
                <a:lnTo>
                  <a:pt x="34856" y="6347"/>
                </a:lnTo>
                <a:lnTo>
                  <a:pt x="35407" y="5954"/>
                </a:lnTo>
                <a:lnTo>
                  <a:pt x="35773" y="5954"/>
                </a:lnTo>
                <a:lnTo>
                  <a:pt x="36324" y="5954"/>
                </a:lnTo>
                <a:lnTo>
                  <a:pt x="36324" y="5543"/>
                </a:lnTo>
                <a:lnTo>
                  <a:pt x="36691" y="5543"/>
                </a:lnTo>
                <a:lnTo>
                  <a:pt x="37241" y="5543"/>
                </a:lnTo>
                <a:lnTo>
                  <a:pt x="37608" y="5543"/>
                </a:lnTo>
                <a:lnTo>
                  <a:pt x="37975" y="5150"/>
                </a:lnTo>
                <a:lnTo>
                  <a:pt x="38525" y="5150"/>
                </a:lnTo>
                <a:lnTo>
                  <a:pt x="38892" y="4756"/>
                </a:lnTo>
                <a:lnTo>
                  <a:pt x="39443" y="4756"/>
                </a:lnTo>
                <a:lnTo>
                  <a:pt x="39809" y="4756"/>
                </a:lnTo>
                <a:lnTo>
                  <a:pt x="40176" y="4756"/>
                </a:lnTo>
                <a:lnTo>
                  <a:pt x="40176" y="4363"/>
                </a:lnTo>
                <a:lnTo>
                  <a:pt x="40727" y="4363"/>
                </a:lnTo>
                <a:lnTo>
                  <a:pt x="41094" y="4363"/>
                </a:lnTo>
                <a:lnTo>
                  <a:pt x="41094" y="3969"/>
                </a:lnTo>
                <a:lnTo>
                  <a:pt x="41644" y="3969"/>
                </a:lnTo>
                <a:lnTo>
                  <a:pt x="42011" y="3969"/>
                </a:lnTo>
                <a:lnTo>
                  <a:pt x="42561" y="3575"/>
                </a:lnTo>
                <a:lnTo>
                  <a:pt x="42928" y="3575"/>
                </a:lnTo>
                <a:lnTo>
                  <a:pt x="43295" y="3575"/>
                </a:lnTo>
                <a:lnTo>
                  <a:pt x="43846" y="3182"/>
                </a:lnTo>
                <a:lnTo>
                  <a:pt x="44212" y="3182"/>
                </a:lnTo>
                <a:lnTo>
                  <a:pt x="44763" y="3182"/>
                </a:lnTo>
                <a:lnTo>
                  <a:pt x="44763" y="2771"/>
                </a:lnTo>
                <a:lnTo>
                  <a:pt x="45130" y="2771"/>
                </a:lnTo>
                <a:lnTo>
                  <a:pt x="45497" y="2771"/>
                </a:lnTo>
                <a:lnTo>
                  <a:pt x="45497" y="2378"/>
                </a:lnTo>
                <a:lnTo>
                  <a:pt x="46047" y="2378"/>
                </a:lnTo>
                <a:lnTo>
                  <a:pt x="46414" y="2378"/>
                </a:lnTo>
                <a:lnTo>
                  <a:pt x="46964" y="2378"/>
                </a:lnTo>
                <a:lnTo>
                  <a:pt x="46964" y="1984"/>
                </a:lnTo>
                <a:lnTo>
                  <a:pt x="47331" y="1984"/>
                </a:lnTo>
                <a:lnTo>
                  <a:pt x="47698" y="1984"/>
                </a:lnTo>
                <a:lnTo>
                  <a:pt x="47698" y="1591"/>
                </a:lnTo>
                <a:lnTo>
                  <a:pt x="48248" y="1591"/>
                </a:lnTo>
                <a:lnTo>
                  <a:pt x="48615" y="1591"/>
                </a:lnTo>
                <a:lnTo>
                  <a:pt x="49166" y="1197"/>
                </a:lnTo>
                <a:lnTo>
                  <a:pt x="49533" y="1197"/>
                </a:lnTo>
                <a:lnTo>
                  <a:pt x="50083" y="803"/>
                </a:lnTo>
                <a:lnTo>
                  <a:pt x="50450" y="803"/>
                </a:lnTo>
                <a:lnTo>
                  <a:pt x="50817" y="393"/>
                </a:lnTo>
                <a:lnTo>
                  <a:pt x="51367" y="393"/>
                </a:lnTo>
                <a:lnTo>
                  <a:pt x="51734" y="393"/>
                </a:lnTo>
                <a:lnTo>
                  <a:pt x="52284" y="0"/>
                </a:lnTo>
              </a:path>
            </a:pathLst>
          </a:custGeom>
          <a:ln w="2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542116" y="3315201"/>
            <a:ext cx="52651" cy="27736"/>
          </a:xfrm>
          <a:custGeom>
            <a:avLst/>
            <a:gdLst/>
            <a:ahLst/>
            <a:cxnLst/>
            <a:rect l="l" t="t" r="r" b="b"/>
            <a:pathLst>
              <a:path w="52651" h="27736">
                <a:moveTo>
                  <a:pt x="0" y="27736"/>
                </a:moveTo>
                <a:lnTo>
                  <a:pt x="366" y="27736"/>
                </a:lnTo>
                <a:lnTo>
                  <a:pt x="366" y="27342"/>
                </a:lnTo>
                <a:lnTo>
                  <a:pt x="733" y="27342"/>
                </a:lnTo>
                <a:lnTo>
                  <a:pt x="1284" y="27342"/>
                </a:lnTo>
                <a:lnTo>
                  <a:pt x="1651" y="26949"/>
                </a:lnTo>
                <a:lnTo>
                  <a:pt x="2201" y="26949"/>
                </a:lnTo>
                <a:lnTo>
                  <a:pt x="2568" y="26555"/>
                </a:lnTo>
                <a:lnTo>
                  <a:pt x="3118" y="26555"/>
                </a:lnTo>
                <a:lnTo>
                  <a:pt x="3485" y="26161"/>
                </a:lnTo>
                <a:lnTo>
                  <a:pt x="3852" y="26161"/>
                </a:lnTo>
                <a:lnTo>
                  <a:pt x="4402" y="25751"/>
                </a:lnTo>
                <a:lnTo>
                  <a:pt x="4769" y="25751"/>
                </a:lnTo>
                <a:lnTo>
                  <a:pt x="5320" y="25358"/>
                </a:lnTo>
                <a:lnTo>
                  <a:pt x="5687" y="25358"/>
                </a:lnTo>
                <a:lnTo>
                  <a:pt x="6054" y="25358"/>
                </a:lnTo>
                <a:lnTo>
                  <a:pt x="6604" y="24964"/>
                </a:lnTo>
                <a:lnTo>
                  <a:pt x="6971" y="24964"/>
                </a:lnTo>
                <a:lnTo>
                  <a:pt x="6971" y="24570"/>
                </a:lnTo>
                <a:lnTo>
                  <a:pt x="7521" y="24570"/>
                </a:lnTo>
                <a:lnTo>
                  <a:pt x="7888" y="24177"/>
                </a:lnTo>
                <a:lnTo>
                  <a:pt x="8438" y="24177"/>
                </a:lnTo>
                <a:lnTo>
                  <a:pt x="8805" y="24177"/>
                </a:lnTo>
                <a:lnTo>
                  <a:pt x="9172" y="23783"/>
                </a:lnTo>
                <a:lnTo>
                  <a:pt x="9723" y="23783"/>
                </a:lnTo>
                <a:lnTo>
                  <a:pt x="9723" y="23389"/>
                </a:lnTo>
                <a:lnTo>
                  <a:pt x="10090" y="23389"/>
                </a:lnTo>
                <a:lnTo>
                  <a:pt x="10640" y="22979"/>
                </a:lnTo>
                <a:lnTo>
                  <a:pt x="11007" y="22979"/>
                </a:lnTo>
                <a:lnTo>
                  <a:pt x="11374" y="22979"/>
                </a:lnTo>
                <a:lnTo>
                  <a:pt x="11374" y="22586"/>
                </a:lnTo>
                <a:lnTo>
                  <a:pt x="11924" y="22586"/>
                </a:lnTo>
                <a:lnTo>
                  <a:pt x="12291" y="22586"/>
                </a:lnTo>
                <a:lnTo>
                  <a:pt x="12291" y="22192"/>
                </a:lnTo>
                <a:lnTo>
                  <a:pt x="12841" y="22192"/>
                </a:lnTo>
                <a:lnTo>
                  <a:pt x="13208" y="22192"/>
                </a:lnTo>
                <a:lnTo>
                  <a:pt x="13208" y="21798"/>
                </a:lnTo>
                <a:lnTo>
                  <a:pt x="13575" y="21798"/>
                </a:lnTo>
                <a:lnTo>
                  <a:pt x="14126" y="21405"/>
                </a:lnTo>
                <a:lnTo>
                  <a:pt x="14493" y="21405"/>
                </a:lnTo>
                <a:lnTo>
                  <a:pt x="15043" y="21405"/>
                </a:lnTo>
                <a:lnTo>
                  <a:pt x="15043" y="21011"/>
                </a:lnTo>
                <a:lnTo>
                  <a:pt x="15410" y="21011"/>
                </a:lnTo>
                <a:lnTo>
                  <a:pt x="15960" y="20601"/>
                </a:lnTo>
                <a:lnTo>
                  <a:pt x="16327" y="20601"/>
                </a:lnTo>
                <a:lnTo>
                  <a:pt x="16694" y="20207"/>
                </a:lnTo>
                <a:lnTo>
                  <a:pt x="17244" y="20207"/>
                </a:lnTo>
                <a:lnTo>
                  <a:pt x="17611" y="19814"/>
                </a:lnTo>
                <a:lnTo>
                  <a:pt x="18162" y="19814"/>
                </a:lnTo>
                <a:lnTo>
                  <a:pt x="18529" y="19420"/>
                </a:lnTo>
                <a:lnTo>
                  <a:pt x="18895" y="19026"/>
                </a:lnTo>
                <a:lnTo>
                  <a:pt x="19446" y="19026"/>
                </a:lnTo>
                <a:lnTo>
                  <a:pt x="19813" y="19026"/>
                </a:lnTo>
                <a:lnTo>
                  <a:pt x="20363" y="18633"/>
                </a:lnTo>
                <a:lnTo>
                  <a:pt x="20730" y="18222"/>
                </a:lnTo>
                <a:lnTo>
                  <a:pt x="21280" y="18222"/>
                </a:lnTo>
                <a:lnTo>
                  <a:pt x="21647" y="17829"/>
                </a:lnTo>
                <a:lnTo>
                  <a:pt x="22014" y="17829"/>
                </a:lnTo>
                <a:lnTo>
                  <a:pt x="22014" y="17435"/>
                </a:lnTo>
                <a:lnTo>
                  <a:pt x="22565" y="17435"/>
                </a:lnTo>
                <a:lnTo>
                  <a:pt x="22932" y="17042"/>
                </a:lnTo>
                <a:lnTo>
                  <a:pt x="23482" y="17042"/>
                </a:lnTo>
                <a:lnTo>
                  <a:pt x="23849" y="16648"/>
                </a:lnTo>
                <a:lnTo>
                  <a:pt x="24216" y="16648"/>
                </a:lnTo>
                <a:lnTo>
                  <a:pt x="24766" y="16254"/>
                </a:lnTo>
                <a:lnTo>
                  <a:pt x="25133" y="16254"/>
                </a:lnTo>
                <a:lnTo>
                  <a:pt x="25133" y="15844"/>
                </a:lnTo>
                <a:lnTo>
                  <a:pt x="25683" y="15844"/>
                </a:lnTo>
                <a:lnTo>
                  <a:pt x="26050" y="15450"/>
                </a:lnTo>
                <a:lnTo>
                  <a:pt x="26601" y="15450"/>
                </a:lnTo>
                <a:lnTo>
                  <a:pt x="26968" y="15057"/>
                </a:lnTo>
                <a:lnTo>
                  <a:pt x="27334" y="15057"/>
                </a:lnTo>
                <a:lnTo>
                  <a:pt x="27334" y="14663"/>
                </a:lnTo>
                <a:lnTo>
                  <a:pt x="27885" y="14663"/>
                </a:lnTo>
                <a:lnTo>
                  <a:pt x="28252" y="14270"/>
                </a:lnTo>
                <a:lnTo>
                  <a:pt x="28802" y="14270"/>
                </a:lnTo>
                <a:lnTo>
                  <a:pt x="29169" y="13876"/>
                </a:lnTo>
                <a:lnTo>
                  <a:pt x="29536" y="13482"/>
                </a:lnTo>
                <a:lnTo>
                  <a:pt x="30086" y="13482"/>
                </a:lnTo>
                <a:lnTo>
                  <a:pt x="30453" y="13072"/>
                </a:lnTo>
                <a:lnTo>
                  <a:pt x="31004" y="13072"/>
                </a:lnTo>
                <a:lnTo>
                  <a:pt x="31370" y="12679"/>
                </a:lnTo>
                <a:lnTo>
                  <a:pt x="31737" y="12679"/>
                </a:lnTo>
                <a:lnTo>
                  <a:pt x="31737" y="12285"/>
                </a:lnTo>
                <a:lnTo>
                  <a:pt x="32288" y="12285"/>
                </a:lnTo>
                <a:lnTo>
                  <a:pt x="32655" y="11891"/>
                </a:lnTo>
                <a:lnTo>
                  <a:pt x="33205" y="11891"/>
                </a:lnTo>
                <a:lnTo>
                  <a:pt x="33205" y="11498"/>
                </a:lnTo>
                <a:lnTo>
                  <a:pt x="33572" y="11498"/>
                </a:lnTo>
                <a:lnTo>
                  <a:pt x="34122" y="11104"/>
                </a:lnTo>
                <a:lnTo>
                  <a:pt x="34489" y="11104"/>
                </a:lnTo>
                <a:lnTo>
                  <a:pt x="34856" y="10694"/>
                </a:lnTo>
                <a:lnTo>
                  <a:pt x="35407" y="10694"/>
                </a:lnTo>
                <a:lnTo>
                  <a:pt x="35407" y="10300"/>
                </a:lnTo>
                <a:lnTo>
                  <a:pt x="35773" y="10300"/>
                </a:lnTo>
                <a:lnTo>
                  <a:pt x="36324" y="9907"/>
                </a:lnTo>
                <a:lnTo>
                  <a:pt x="36691" y="9513"/>
                </a:lnTo>
                <a:lnTo>
                  <a:pt x="37058" y="9513"/>
                </a:lnTo>
                <a:lnTo>
                  <a:pt x="37608" y="9119"/>
                </a:lnTo>
                <a:lnTo>
                  <a:pt x="37975" y="9119"/>
                </a:lnTo>
                <a:lnTo>
                  <a:pt x="38525" y="8726"/>
                </a:lnTo>
                <a:lnTo>
                  <a:pt x="38892" y="8315"/>
                </a:lnTo>
                <a:lnTo>
                  <a:pt x="39443" y="8315"/>
                </a:lnTo>
                <a:lnTo>
                  <a:pt x="39809" y="7922"/>
                </a:lnTo>
                <a:lnTo>
                  <a:pt x="40176" y="7528"/>
                </a:lnTo>
                <a:lnTo>
                  <a:pt x="40727" y="7528"/>
                </a:lnTo>
                <a:lnTo>
                  <a:pt x="41094" y="7135"/>
                </a:lnTo>
                <a:lnTo>
                  <a:pt x="41644" y="6741"/>
                </a:lnTo>
                <a:lnTo>
                  <a:pt x="42011" y="6741"/>
                </a:lnTo>
                <a:lnTo>
                  <a:pt x="42378" y="6347"/>
                </a:lnTo>
                <a:lnTo>
                  <a:pt x="42928" y="5954"/>
                </a:lnTo>
                <a:lnTo>
                  <a:pt x="43295" y="5954"/>
                </a:lnTo>
                <a:lnTo>
                  <a:pt x="43846" y="5543"/>
                </a:lnTo>
                <a:lnTo>
                  <a:pt x="44212" y="5150"/>
                </a:lnTo>
                <a:lnTo>
                  <a:pt x="44763" y="5150"/>
                </a:lnTo>
                <a:lnTo>
                  <a:pt x="44763" y="4756"/>
                </a:lnTo>
                <a:lnTo>
                  <a:pt x="45130" y="4756"/>
                </a:lnTo>
                <a:lnTo>
                  <a:pt x="45497" y="4363"/>
                </a:lnTo>
                <a:lnTo>
                  <a:pt x="46047" y="4363"/>
                </a:lnTo>
                <a:lnTo>
                  <a:pt x="46414" y="3969"/>
                </a:lnTo>
                <a:lnTo>
                  <a:pt x="46964" y="3575"/>
                </a:lnTo>
                <a:lnTo>
                  <a:pt x="47331" y="3165"/>
                </a:lnTo>
                <a:lnTo>
                  <a:pt x="47698" y="3165"/>
                </a:lnTo>
                <a:lnTo>
                  <a:pt x="48248" y="2771"/>
                </a:lnTo>
                <a:lnTo>
                  <a:pt x="48615" y="2378"/>
                </a:lnTo>
                <a:lnTo>
                  <a:pt x="49166" y="2378"/>
                </a:lnTo>
                <a:lnTo>
                  <a:pt x="49533" y="1984"/>
                </a:lnTo>
                <a:lnTo>
                  <a:pt x="49900" y="1591"/>
                </a:lnTo>
                <a:lnTo>
                  <a:pt x="50450" y="1591"/>
                </a:lnTo>
                <a:lnTo>
                  <a:pt x="50450" y="1197"/>
                </a:lnTo>
                <a:lnTo>
                  <a:pt x="50817" y="1197"/>
                </a:lnTo>
                <a:lnTo>
                  <a:pt x="50817" y="787"/>
                </a:lnTo>
                <a:lnTo>
                  <a:pt x="51367" y="787"/>
                </a:lnTo>
                <a:lnTo>
                  <a:pt x="51734" y="393"/>
                </a:lnTo>
                <a:lnTo>
                  <a:pt x="52284" y="393"/>
                </a:lnTo>
                <a:lnTo>
                  <a:pt x="52284" y="0"/>
                </a:lnTo>
                <a:lnTo>
                  <a:pt x="52651" y="0"/>
                </a:lnTo>
              </a:path>
            </a:pathLst>
          </a:custGeom>
          <a:ln w="2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594768" y="3274786"/>
            <a:ext cx="52651" cy="40415"/>
          </a:xfrm>
          <a:custGeom>
            <a:avLst/>
            <a:gdLst/>
            <a:ahLst/>
            <a:cxnLst/>
            <a:rect l="l" t="t" r="r" b="b"/>
            <a:pathLst>
              <a:path w="52651" h="40415">
                <a:moveTo>
                  <a:pt x="0" y="40415"/>
                </a:moveTo>
                <a:lnTo>
                  <a:pt x="366" y="40415"/>
                </a:lnTo>
                <a:lnTo>
                  <a:pt x="366" y="40021"/>
                </a:lnTo>
                <a:lnTo>
                  <a:pt x="917" y="40021"/>
                </a:lnTo>
                <a:lnTo>
                  <a:pt x="917" y="39628"/>
                </a:lnTo>
                <a:lnTo>
                  <a:pt x="1284" y="39628"/>
                </a:lnTo>
                <a:lnTo>
                  <a:pt x="1834" y="39234"/>
                </a:lnTo>
                <a:lnTo>
                  <a:pt x="2201" y="38840"/>
                </a:lnTo>
                <a:lnTo>
                  <a:pt x="2568" y="38430"/>
                </a:lnTo>
                <a:lnTo>
                  <a:pt x="3118" y="38430"/>
                </a:lnTo>
                <a:lnTo>
                  <a:pt x="3485" y="38037"/>
                </a:lnTo>
                <a:lnTo>
                  <a:pt x="4036" y="37643"/>
                </a:lnTo>
                <a:lnTo>
                  <a:pt x="4402" y="37643"/>
                </a:lnTo>
                <a:lnTo>
                  <a:pt x="4402" y="37249"/>
                </a:lnTo>
                <a:lnTo>
                  <a:pt x="4953" y="37249"/>
                </a:lnTo>
                <a:lnTo>
                  <a:pt x="4953" y="36856"/>
                </a:lnTo>
                <a:lnTo>
                  <a:pt x="5320" y="36856"/>
                </a:lnTo>
                <a:lnTo>
                  <a:pt x="5687" y="36462"/>
                </a:lnTo>
                <a:lnTo>
                  <a:pt x="6237" y="36462"/>
                </a:lnTo>
                <a:lnTo>
                  <a:pt x="6237" y="36052"/>
                </a:lnTo>
                <a:lnTo>
                  <a:pt x="6604" y="36052"/>
                </a:lnTo>
                <a:lnTo>
                  <a:pt x="6604" y="35658"/>
                </a:lnTo>
                <a:lnTo>
                  <a:pt x="7154" y="35658"/>
                </a:lnTo>
                <a:lnTo>
                  <a:pt x="7521" y="35265"/>
                </a:lnTo>
                <a:lnTo>
                  <a:pt x="7888" y="35265"/>
                </a:lnTo>
                <a:lnTo>
                  <a:pt x="7888" y="34871"/>
                </a:lnTo>
                <a:lnTo>
                  <a:pt x="8438" y="34871"/>
                </a:lnTo>
                <a:lnTo>
                  <a:pt x="8805" y="34477"/>
                </a:lnTo>
                <a:lnTo>
                  <a:pt x="9356" y="34084"/>
                </a:lnTo>
                <a:lnTo>
                  <a:pt x="9723" y="33673"/>
                </a:lnTo>
                <a:lnTo>
                  <a:pt x="10273" y="33280"/>
                </a:lnTo>
                <a:lnTo>
                  <a:pt x="10640" y="33280"/>
                </a:lnTo>
                <a:lnTo>
                  <a:pt x="10640" y="32886"/>
                </a:lnTo>
                <a:lnTo>
                  <a:pt x="11007" y="32886"/>
                </a:lnTo>
                <a:lnTo>
                  <a:pt x="11557" y="32493"/>
                </a:lnTo>
                <a:lnTo>
                  <a:pt x="11924" y="32493"/>
                </a:lnTo>
                <a:lnTo>
                  <a:pt x="11924" y="32099"/>
                </a:lnTo>
                <a:lnTo>
                  <a:pt x="12475" y="32099"/>
                </a:lnTo>
                <a:lnTo>
                  <a:pt x="12841" y="31705"/>
                </a:lnTo>
                <a:lnTo>
                  <a:pt x="12841" y="31705"/>
                </a:lnTo>
                <a:lnTo>
                  <a:pt x="13208" y="31295"/>
                </a:lnTo>
                <a:lnTo>
                  <a:pt x="13759" y="30901"/>
                </a:lnTo>
                <a:lnTo>
                  <a:pt x="14126" y="30508"/>
                </a:lnTo>
                <a:lnTo>
                  <a:pt x="14676" y="30508"/>
                </a:lnTo>
                <a:lnTo>
                  <a:pt x="14676" y="30114"/>
                </a:lnTo>
                <a:lnTo>
                  <a:pt x="15043" y="30114"/>
                </a:lnTo>
                <a:lnTo>
                  <a:pt x="15410" y="29721"/>
                </a:lnTo>
                <a:lnTo>
                  <a:pt x="15960" y="29327"/>
                </a:lnTo>
                <a:lnTo>
                  <a:pt x="16327" y="29327"/>
                </a:lnTo>
                <a:lnTo>
                  <a:pt x="16327" y="28933"/>
                </a:lnTo>
                <a:lnTo>
                  <a:pt x="16877" y="28523"/>
                </a:lnTo>
                <a:lnTo>
                  <a:pt x="17244" y="28523"/>
                </a:lnTo>
                <a:lnTo>
                  <a:pt x="17244" y="28130"/>
                </a:lnTo>
                <a:lnTo>
                  <a:pt x="17795" y="28130"/>
                </a:lnTo>
                <a:lnTo>
                  <a:pt x="18162" y="27736"/>
                </a:lnTo>
                <a:lnTo>
                  <a:pt x="18529" y="27342"/>
                </a:lnTo>
                <a:lnTo>
                  <a:pt x="19079" y="27342"/>
                </a:lnTo>
                <a:lnTo>
                  <a:pt x="19446" y="26949"/>
                </a:lnTo>
                <a:lnTo>
                  <a:pt x="19996" y="26555"/>
                </a:lnTo>
                <a:lnTo>
                  <a:pt x="20363" y="26145"/>
                </a:lnTo>
                <a:lnTo>
                  <a:pt x="20730" y="25751"/>
                </a:lnTo>
                <a:lnTo>
                  <a:pt x="21280" y="25751"/>
                </a:lnTo>
                <a:lnTo>
                  <a:pt x="21280" y="25358"/>
                </a:lnTo>
                <a:lnTo>
                  <a:pt x="21647" y="25358"/>
                </a:lnTo>
                <a:lnTo>
                  <a:pt x="21647" y="24964"/>
                </a:lnTo>
                <a:lnTo>
                  <a:pt x="22198" y="24964"/>
                </a:lnTo>
                <a:lnTo>
                  <a:pt x="22565" y="24570"/>
                </a:lnTo>
                <a:lnTo>
                  <a:pt x="23115" y="24177"/>
                </a:lnTo>
                <a:lnTo>
                  <a:pt x="23482" y="23766"/>
                </a:lnTo>
                <a:lnTo>
                  <a:pt x="23849" y="23766"/>
                </a:lnTo>
                <a:lnTo>
                  <a:pt x="23849" y="23373"/>
                </a:lnTo>
                <a:lnTo>
                  <a:pt x="24399" y="22979"/>
                </a:lnTo>
                <a:lnTo>
                  <a:pt x="24766" y="22979"/>
                </a:lnTo>
                <a:lnTo>
                  <a:pt x="24766" y="22586"/>
                </a:lnTo>
                <a:lnTo>
                  <a:pt x="25316" y="22192"/>
                </a:lnTo>
                <a:lnTo>
                  <a:pt x="25683" y="22192"/>
                </a:lnTo>
                <a:lnTo>
                  <a:pt x="26050" y="21798"/>
                </a:lnTo>
                <a:lnTo>
                  <a:pt x="26601" y="21405"/>
                </a:lnTo>
                <a:lnTo>
                  <a:pt x="26968" y="21405"/>
                </a:lnTo>
                <a:lnTo>
                  <a:pt x="26968" y="20994"/>
                </a:lnTo>
                <a:lnTo>
                  <a:pt x="27518" y="20601"/>
                </a:lnTo>
                <a:lnTo>
                  <a:pt x="27885" y="20601"/>
                </a:lnTo>
                <a:lnTo>
                  <a:pt x="27885" y="20207"/>
                </a:lnTo>
                <a:lnTo>
                  <a:pt x="28435" y="20207"/>
                </a:lnTo>
                <a:lnTo>
                  <a:pt x="28435" y="19814"/>
                </a:lnTo>
                <a:lnTo>
                  <a:pt x="28802" y="19814"/>
                </a:lnTo>
                <a:lnTo>
                  <a:pt x="28802" y="19420"/>
                </a:lnTo>
                <a:lnTo>
                  <a:pt x="29169" y="19420"/>
                </a:lnTo>
                <a:lnTo>
                  <a:pt x="29719" y="19026"/>
                </a:lnTo>
                <a:lnTo>
                  <a:pt x="30086" y="18616"/>
                </a:lnTo>
                <a:lnTo>
                  <a:pt x="30637" y="18616"/>
                </a:lnTo>
                <a:lnTo>
                  <a:pt x="30637" y="18222"/>
                </a:lnTo>
                <a:lnTo>
                  <a:pt x="31004" y="18222"/>
                </a:lnTo>
                <a:lnTo>
                  <a:pt x="31004" y="17829"/>
                </a:lnTo>
                <a:lnTo>
                  <a:pt x="31370" y="17829"/>
                </a:lnTo>
                <a:lnTo>
                  <a:pt x="31370" y="17435"/>
                </a:lnTo>
                <a:lnTo>
                  <a:pt x="31921" y="17042"/>
                </a:lnTo>
                <a:lnTo>
                  <a:pt x="32288" y="17042"/>
                </a:lnTo>
                <a:lnTo>
                  <a:pt x="32838" y="16648"/>
                </a:lnTo>
                <a:lnTo>
                  <a:pt x="33205" y="16238"/>
                </a:lnTo>
                <a:lnTo>
                  <a:pt x="33572" y="15844"/>
                </a:lnTo>
                <a:lnTo>
                  <a:pt x="34122" y="15450"/>
                </a:lnTo>
                <a:lnTo>
                  <a:pt x="34489" y="15057"/>
                </a:lnTo>
                <a:lnTo>
                  <a:pt x="35040" y="15057"/>
                </a:lnTo>
                <a:lnTo>
                  <a:pt x="35040" y="14663"/>
                </a:lnTo>
                <a:lnTo>
                  <a:pt x="35407" y="14663"/>
                </a:lnTo>
                <a:lnTo>
                  <a:pt x="35407" y="14270"/>
                </a:lnTo>
                <a:lnTo>
                  <a:pt x="35957" y="13859"/>
                </a:lnTo>
                <a:lnTo>
                  <a:pt x="36324" y="13859"/>
                </a:lnTo>
                <a:lnTo>
                  <a:pt x="36691" y="13466"/>
                </a:lnTo>
                <a:lnTo>
                  <a:pt x="37241" y="13072"/>
                </a:lnTo>
                <a:lnTo>
                  <a:pt x="37608" y="12679"/>
                </a:lnTo>
                <a:lnTo>
                  <a:pt x="38158" y="12285"/>
                </a:lnTo>
                <a:lnTo>
                  <a:pt x="38158" y="11891"/>
                </a:lnTo>
                <a:lnTo>
                  <a:pt x="38525" y="11891"/>
                </a:lnTo>
                <a:lnTo>
                  <a:pt x="38892" y="11891"/>
                </a:lnTo>
                <a:lnTo>
                  <a:pt x="38892" y="11498"/>
                </a:lnTo>
                <a:lnTo>
                  <a:pt x="39443" y="11087"/>
                </a:lnTo>
                <a:lnTo>
                  <a:pt x="39809" y="10694"/>
                </a:lnTo>
                <a:lnTo>
                  <a:pt x="40360" y="10300"/>
                </a:lnTo>
                <a:lnTo>
                  <a:pt x="40727" y="10300"/>
                </a:lnTo>
                <a:lnTo>
                  <a:pt x="40727" y="9907"/>
                </a:lnTo>
                <a:lnTo>
                  <a:pt x="41277" y="9513"/>
                </a:lnTo>
                <a:lnTo>
                  <a:pt x="41644" y="9513"/>
                </a:lnTo>
                <a:lnTo>
                  <a:pt x="41644" y="9119"/>
                </a:lnTo>
                <a:lnTo>
                  <a:pt x="42011" y="9119"/>
                </a:lnTo>
                <a:lnTo>
                  <a:pt x="42011" y="8709"/>
                </a:lnTo>
                <a:lnTo>
                  <a:pt x="42561" y="8709"/>
                </a:lnTo>
                <a:lnTo>
                  <a:pt x="42561" y="8315"/>
                </a:lnTo>
                <a:lnTo>
                  <a:pt x="42928" y="8315"/>
                </a:lnTo>
                <a:lnTo>
                  <a:pt x="43479" y="7922"/>
                </a:lnTo>
                <a:lnTo>
                  <a:pt x="43479" y="7528"/>
                </a:lnTo>
                <a:lnTo>
                  <a:pt x="43846" y="7528"/>
                </a:lnTo>
                <a:lnTo>
                  <a:pt x="44212" y="7135"/>
                </a:lnTo>
                <a:lnTo>
                  <a:pt x="44763" y="6741"/>
                </a:lnTo>
                <a:lnTo>
                  <a:pt x="45130" y="6331"/>
                </a:lnTo>
                <a:lnTo>
                  <a:pt x="45680" y="5937"/>
                </a:lnTo>
                <a:lnTo>
                  <a:pt x="46047" y="5543"/>
                </a:lnTo>
                <a:lnTo>
                  <a:pt x="46597" y="5150"/>
                </a:lnTo>
                <a:lnTo>
                  <a:pt x="46964" y="4756"/>
                </a:lnTo>
                <a:lnTo>
                  <a:pt x="47331" y="4363"/>
                </a:lnTo>
                <a:lnTo>
                  <a:pt x="47882" y="3969"/>
                </a:lnTo>
                <a:lnTo>
                  <a:pt x="48248" y="3969"/>
                </a:lnTo>
                <a:lnTo>
                  <a:pt x="48248" y="3559"/>
                </a:lnTo>
                <a:lnTo>
                  <a:pt x="48799" y="3559"/>
                </a:lnTo>
                <a:lnTo>
                  <a:pt x="48799" y="3165"/>
                </a:lnTo>
                <a:lnTo>
                  <a:pt x="49166" y="2771"/>
                </a:lnTo>
                <a:lnTo>
                  <a:pt x="49533" y="2378"/>
                </a:lnTo>
                <a:lnTo>
                  <a:pt x="50083" y="2378"/>
                </a:lnTo>
                <a:lnTo>
                  <a:pt x="50083" y="1984"/>
                </a:lnTo>
                <a:lnTo>
                  <a:pt x="50450" y="1591"/>
                </a:lnTo>
                <a:lnTo>
                  <a:pt x="51000" y="1180"/>
                </a:lnTo>
                <a:lnTo>
                  <a:pt x="51367" y="787"/>
                </a:lnTo>
                <a:lnTo>
                  <a:pt x="51734" y="787"/>
                </a:lnTo>
                <a:lnTo>
                  <a:pt x="51734" y="393"/>
                </a:lnTo>
                <a:lnTo>
                  <a:pt x="52284" y="0"/>
                </a:lnTo>
                <a:lnTo>
                  <a:pt x="52651" y="0"/>
                </a:lnTo>
              </a:path>
            </a:pathLst>
          </a:custGeom>
          <a:ln w="23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647420" y="3222085"/>
            <a:ext cx="52284" cy="52700"/>
          </a:xfrm>
          <a:custGeom>
            <a:avLst/>
            <a:gdLst/>
            <a:ahLst/>
            <a:cxnLst/>
            <a:rect l="l" t="t" r="r" b="b"/>
            <a:pathLst>
              <a:path w="52284" h="52700">
                <a:moveTo>
                  <a:pt x="0" y="52700"/>
                </a:moveTo>
                <a:lnTo>
                  <a:pt x="0" y="52307"/>
                </a:lnTo>
                <a:lnTo>
                  <a:pt x="550" y="52307"/>
                </a:lnTo>
                <a:lnTo>
                  <a:pt x="550" y="51913"/>
                </a:lnTo>
                <a:lnTo>
                  <a:pt x="917" y="51913"/>
                </a:lnTo>
                <a:lnTo>
                  <a:pt x="1467" y="51503"/>
                </a:lnTo>
                <a:lnTo>
                  <a:pt x="1467" y="51109"/>
                </a:lnTo>
                <a:lnTo>
                  <a:pt x="1834" y="51109"/>
                </a:lnTo>
                <a:lnTo>
                  <a:pt x="1834" y="50716"/>
                </a:lnTo>
                <a:lnTo>
                  <a:pt x="2201" y="50322"/>
                </a:lnTo>
                <a:lnTo>
                  <a:pt x="2751" y="50322"/>
                </a:lnTo>
                <a:lnTo>
                  <a:pt x="2751" y="49928"/>
                </a:lnTo>
                <a:lnTo>
                  <a:pt x="3118" y="49928"/>
                </a:lnTo>
                <a:lnTo>
                  <a:pt x="3118" y="49535"/>
                </a:lnTo>
                <a:lnTo>
                  <a:pt x="3669" y="49141"/>
                </a:lnTo>
                <a:lnTo>
                  <a:pt x="4036" y="49141"/>
                </a:lnTo>
                <a:lnTo>
                  <a:pt x="4036" y="48731"/>
                </a:lnTo>
                <a:lnTo>
                  <a:pt x="4402" y="48731"/>
                </a:lnTo>
                <a:lnTo>
                  <a:pt x="4402" y="48337"/>
                </a:lnTo>
                <a:lnTo>
                  <a:pt x="4953" y="47944"/>
                </a:lnTo>
                <a:lnTo>
                  <a:pt x="5320" y="47550"/>
                </a:lnTo>
                <a:lnTo>
                  <a:pt x="5870" y="47550"/>
                </a:lnTo>
                <a:lnTo>
                  <a:pt x="5870" y="47156"/>
                </a:lnTo>
                <a:lnTo>
                  <a:pt x="6237" y="46763"/>
                </a:lnTo>
                <a:lnTo>
                  <a:pt x="6787" y="46763"/>
                </a:lnTo>
                <a:lnTo>
                  <a:pt x="6787" y="46352"/>
                </a:lnTo>
                <a:lnTo>
                  <a:pt x="7154" y="45959"/>
                </a:lnTo>
                <a:lnTo>
                  <a:pt x="7521" y="45565"/>
                </a:lnTo>
                <a:lnTo>
                  <a:pt x="8072" y="45172"/>
                </a:lnTo>
                <a:lnTo>
                  <a:pt x="8438" y="44778"/>
                </a:lnTo>
                <a:lnTo>
                  <a:pt x="8989" y="44384"/>
                </a:lnTo>
                <a:lnTo>
                  <a:pt x="8989" y="43974"/>
                </a:lnTo>
                <a:lnTo>
                  <a:pt x="9356" y="43974"/>
                </a:lnTo>
                <a:lnTo>
                  <a:pt x="9723" y="43581"/>
                </a:lnTo>
                <a:lnTo>
                  <a:pt x="10273" y="43187"/>
                </a:lnTo>
                <a:lnTo>
                  <a:pt x="10640" y="43187"/>
                </a:lnTo>
                <a:lnTo>
                  <a:pt x="10640" y="42793"/>
                </a:lnTo>
                <a:lnTo>
                  <a:pt x="11190" y="42400"/>
                </a:lnTo>
                <a:lnTo>
                  <a:pt x="11557" y="42006"/>
                </a:lnTo>
                <a:lnTo>
                  <a:pt x="11557" y="41596"/>
                </a:lnTo>
                <a:lnTo>
                  <a:pt x="12108" y="41596"/>
                </a:lnTo>
                <a:lnTo>
                  <a:pt x="12475" y="41202"/>
                </a:lnTo>
                <a:lnTo>
                  <a:pt x="12475" y="40809"/>
                </a:lnTo>
                <a:lnTo>
                  <a:pt x="12841" y="40809"/>
                </a:lnTo>
                <a:lnTo>
                  <a:pt x="12841" y="40415"/>
                </a:lnTo>
                <a:lnTo>
                  <a:pt x="13392" y="40415"/>
                </a:lnTo>
                <a:lnTo>
                  <a:pt x="13759" y="40021"/>
                </a:lnTo>
                <a:lnTo>
                  <a:pt x="13759" y="39628"/>
                </a:lnTo>
                <a:lnTo>
                  <a:pt x="14309" y="39628"/>
                </a:lnTo>
                <a:lnTo>
                  <a:pt x="14309" y="39234"/>
                </a:lnTo>
                <a:lnTo>
                  <a:pt x="14676" y="38824"/>
                </a:lnTo>
                <a:lnTo>
                  <a:pt x="15043" y="38824"/>
                </a:lnTo>
                <a:lnTo>
                  <a:pt x="15043" y="38430"/>
                </a:lnTo>
                <a:lnTo>
                  <a:pt x="15593" y="38037"/>
                </a:lnTo>
                <a:lnTo>
                  <a:pt x="15960" y="37643"/>
                </a:lnTo>
                <a:lnTo>
                  <a:pt x="16511" y="37249"/>
                </a:lnTo>
                <a:lnTo>
                  <a:pt x="16877" y="36856"/>
                </a:lnTo>
                <a:lnTo>
                  <a:pt x="17428" y="36445"/>
                </a:lnTo>
                <a:lnTo>
                  <a:pt x="17795" y="36445"/>
                </a:lnTo>
                <a:lnTo>
                  <a:pt x="17795" y="36052"/>
                </a:lnTo>
                <a:lnTo>
                  <a:pt x="18162" y="35658"/>
                </a:lnTo>
                <a:lnTo>
                  <a:pt x="18712" y="35265"/>
                </a:lnTo>
                <a:lnTo>
                  <a:pt x="19079" y="34871"/>
                </a:lnTo>
                <a:lnTo>
                  <a:pt x="19079" y="34477"/>
                </a:lnTo>
                <a:lnTo>
                  <a:pt x="19629" y="34477"/>
                </a:lnTo>
                <a:lnTo>
                  <a:pt x="19629" y="34067"/>
                </a:lnTo>
                <a:lnTo>
                  <a:pt x="19996" y="33673"/>
                </a:lnTo>
                <a:lnTo>
                  <a:pt x="20363" y="33280"/>
                </a:lnTo>
                <a:lnTo>
                  <a:pt x="20913" y="33280"/>
                </a:lnTo>
                <a:lnTo>
                  <a:pt x="20913" y="32886"/>
                </a:lnTo>
                <a:lnTo>
                  <a:pt x="21280" y="32493"/>
                </a:lnTo>
                <a:lnTo>
                  <a:pt x="21831" y="32493"/>
                </a:lnTo>
                <a:lnTo>
                  <a:pt x="21831" y="32099"/>
                </a:lnTo>
                <a:lnTo>
                  <a:pt x="22198" y="31705"/>
                </a:lnTo>
                <a:lnTo>
                  <a:pt x="22565" y="31295"/>
                </a:lnTo>
                <a:lnTo>
                  <a:pt x="23115" y="30901"/>
                </a:lnTo>
                <a:lnTo>
                  <a:pt x="23482" y="30508"/>
                </a:lnTo>
                <a:lnTo>
                  <a:pt x="24032" y="30114"/>
                </a:lnTo>
                <a:lnTo>
                  <a:pt x="24032" y="29721"/>
                </a:lnTo>
                <a:lnTo>
                  <a:pt x="24399" y="29327"/>
                </a:lnTo>
                <a:lnTo>
                  <a:pt x="24950" y="29327"/>
                </a:lnTo>
                <a:lnTo>
                  <a:pt x="24950" y="28917"/>
                </a:lnTo>
                <a:lnTo>
                  <a:pt x="25316" y="28523"/>
                </a:lnTo>
                <a:lnTo>
                  <a:pt x="25683" y="28130"/>
                </a:lnTo>
                <a:lnTo>
                  <a:pt x="26234" y="27736"/>
                </a:lnTo>
                <a:lnTo>
                  <a:pt x="26601" y="27342"/>
                </a:lnTo>
                <a:lnTo>
                  <a:pt x="26601" y="26949"/>
                </a:lnTo>
                <a:lnTo>
                  <a:pt x="27151" y="26949"/>
                </a:lnTo>
                <a:lnTo>
                  <a:pt x="27518" y="26538"/>
                </a:lnTo>
                <a:lnTo>
                  <a:pt x="27518" y="26145"/>
                </a:lnTo>
                <a:lnTo>
                  <a:pt x="27885" y="26145"/>
                </a:lnTo>
                <a:lnTo>
                  <a:pt x="28435" y="25751"/>
                </a:lnTo>
                <a:lnTo>
                  <a:pt x="28435" y="25358"/>
                </a:lnTo>
                <a:lnTo>
                  <a:pt x="28802" y="25358"/>
                </a:lnTo>
                <a:lnTo>
                  <a:pt x="28802" y="24964"/>
                </a:lnTo>
                <a:lnTo>
                  <a:pt x="29352" y="24570"/>
                </a:lnTo>
                <a:lnTo>
                  <a:pt x="29719" y="24160"/>
                </a:lnTo>
                <a:lnTo>
                  <a:pt x="30270" y="23766"/>
                </a:lnTo>
                <a:lnTo>
                  <a:pt x="30637" y="23373"/>
                </a:lnTo>
                <a:lnTo>
                  <a:pt x="30637" y="22979"/>
                </a:lnTo>
                <a:lnTo>
                  <a:pt x="31004" y="22979"/>
                </a:lnTo>
                <a:lnTo>
                  <a:pt x="31004" y="22586"/>
                </a:lnTo>
                <a:lnTo>
                  <a:pt x="31554" y="22192"/>
                </a:lnTo>
                <a:lnTo>
                  <a:pt x="31921" y="22192"/>
                </a:lnTo>
                <a:lnTo>
                  <a:pt x="31921" y="21798"/>
                </a:lnTo>
                <a:lnTo>
                  <a:pt x="32471" y="21388"/>
                </a:lnTo>
                <a:lnTo>
                  <a:pt x="32838" y="21388"/>
                </a:lnTo>
                <a:lnTo>
                  <a:pt x="32838" y="20994"/>
                </a:lnTo>
                <a:lnTo>
                  <a:pt x="33205" y="20601"/>
                </a:lnTo>
                <a:lnTo>
                  <a:pt x="33205" y="20207"/>
                </a:lnTo>
                <a:lnTo>
                  <a:pt x="33755" y="20207"/>
                </a:lnTo>
                <a:lnTo>
                  <a:pt x="33755" y="19814"/>
                </a:lnTo>
                <a:lnTo>
                  <a:pt x="34122" y="19420"/>
                </a:lnTo>
                <a:lnTo>
                  <a:pt x="34673" y="19420"/>
                </a:lnTo>
                <a:lnTo>
                  <a:pt x="34673" y="19010"/>
                </a:lnTo>
                <a:lnTo>
                  <a:pt x="35040" y="18616"/>
                </a:lnTo>
                <a:lnTo>
                  <a:pt x="35590" y="18616"/>
                </a:lnTo>
                <a:lnTo>
                  <a:pt x="35590" y="18222"/>
                </a:lnTo>
                <a:lnTo>
                  <a:pt x="35957" y="17829"/>
                </a:lnTo>
                <a:lnTo>
                  <a:pt x="36324" y="17435"/>
                </a:lnTo>
                <a:lnTo>
                  <a:pt x="36874" y="17042"/>
                </a:lnTo>
                <a:lnTo>
                  <a:pt x="36874" y="16631"/>
                </a:lnTo>
                <a:lnTo>
                  <a:pt x="37241" y="16631"/>
                </a:lnTo>
                <a:lnTo>
                  <a:pt x="37241" y="16238"/>
                </a:lnTo>
                <a:lnTo>
                  <a:pt x="37791" y="15844"/>
                </a:lnTo>
                <a:lnTo>
                  <a:pt x="38158" y="15450"/>
                </a:lnTo>
                <a:lnTo>
                  <a:pt x="38525" y="15057"/>
                </a:lnTo>
                <a:lnTo>
                  <a:pt x="38525" y="14663"/>
                </a:lnTo>
                <a:lnTo>
                  <a:pt x="39076" y="14663"/>
                </a:lnTo>
                <a:lnTo>
                  <a:pt x="39443" y="14270"/>
                </a:lnTo>
                <a:lnTo>
                  <a:pt x="39443" y="13859"/>
                </a:lnTo>
                <a:lnTo>
                  <a:pt x="39993" y="13859"/>
                </a:lnTo>
                <a:lnTo>
                  <a:pt x="39993" y="13466"/>
                </a:lnTo>
                <a:lnTo>
                  <a:pt x="40360" y="13072"/>
                </a:lnTo>
                <a:lnTo>
                  <a:pt x="40727" y="12679"/>
                </a:lnTo>
                <a:lnTo>
                  <a:pt x="41277" y="12285"/>
                </a:lnTo>
                <a:lnTo>
                  <a:pt x="41644" y="11891"/>
                </a:lnTo>
                <a:lnTo>
                  <a:pt x="41644" y="11481"/>
                </a:lnTo>
                <a:lnTo>
                  <a:pt x="42194" y="11481"/>
                </a:lnTo>
                <a:lnTo>
                  <a:pt x="42194" y="11087"/>
                </a:lnTo>
                <a:lnTo>
                  <a:pt x="42561" y="10694"/>
                </a:lnTo>
                <a:lnTo>
                  <a:pt x="43112" y="10300"/>
                </a:lnTo>
                <a:lnTo>
                  <a:pt x="43479" y="9907"/>
                </a:lnTo>
                <a:lnTo>
                  <a:pt x="43846" y="9513"/>
                </a:lnTo>
                <a:lnTo>
                  <a:pt x="43846" y="9103"/>
                </a:lnTo>
                <a:lnTo>
                  <a:pt x="44396" y="9103"/>
                </a:lnTo>
                <a:lnTo>
                  <a:pt x="44396" y="8709"/>
                </a:lnTo>
                <a:lnTo>
                  <a:pt x="44763" y="8315"/>
                </a:lnTo>
                <a:lnTo>
                  <a:pt x="45313" y="7922"/>
                </a:lnTo>
                <a:lnTo>
                  <a:pt x="45680" y="7528"/>
                </a:lnTo>
                <a:lnTo>
                  <a:pt x="45680" y="7135"/>
                </a:lnTo>
                <a:lnTo>
                  <a:pt x="46047" y="7135"/>
                </a:lnTo>
                <a:lnTo>
                  <a:pt x="46597" y="6724"/>
                </a:lnTo>
                <a:lnTo>
                  <a:pt x="46597" y="6331"/>
                </a:lnTo>
                <a:lnTo>
                  <a:pt x="46964" y="6331"/>
                </a:lnTo>
                <a:lnTo>
                  <a:pt x="46964" y="5937"/>
                </a:lnTo>
                <a:lnTo>
                  <a:pt x="47515" y="5543"/>
                </a:lnTo>
                <a:lnTo>
                  <a:pt x="47882" y="5150"/>
                </a:lnTo>
                <a:lnTo>
                  <a:pt x="48432" y="4756"/>
                </a:lnTo>
                <a:lnTo>
                  <a:pt x="48432" y="4363"/>
                </a:lnTo>
                <a:lnTo>
                  <a:pt x="48799" y="3952"/>
                </a:lnTo>
                <a:lnTo>
                  <a:pt x="49166" y="3559"/>
                </a:lnTo>
                <a:lnTo>
                  <a:pt x="49716" y="3165"/>
                </a:lnTo>
                <a:lnTo>
                  <a:pt x="49716" y="2771"/>
                </a:lnTo>
                <a:lnTo>
                  <a:pt x="50083" y="2771"/>
                </a:lnTo>
                <a:lnTo>
                  <a:pt x="50633" y="2378"/>
                </a:lnTo>
                <a:lnTo>
                  <a:pt x="50633" y="1984"/>
                </a:lnTo>
                <a:lnTo>
                  <a:pt x="51000" y="1984"/>
                </a:lnTo>
                <a:lnTo>
                  <a:pt x="51000" y="1574"/>
                </a:lnTo>
                <a:lnTo>
                  <a:pt x="51367" y="1180"/>
                </a:lnTo>
                <a:lnTo>
                  <a:pt x="51367" y="787"/>
                </a:lnTo>
                <a:lnTo>
                  <a:pt x="51918" y="787"/>
                </a:lnTo>
                <a:lnTo>
                  <a:pt x="52284" y="393"/>
                </a:lnTo>
                <a:lnTo>
                  <a:pt x="52284" y="0"/>
                </a:lnTo>
              </a:path>
            </a:pathLst>
          </a:custGeom>
          <a:ln w="243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699705" y="3158280"/>
            <a:ext cx="52835" cy="63805"/>
          </a:xfrm>
          <a:custGeom>
            <a:avLst/>
            <a:gdLst/>
            <a:ahLst/>
            <a:cxnLst/>
            <a:rect l="l" t="t" r="r" b="b"/>
            <a:pathLst>
              <a:path w="52835" h="63805">
                <a:moveTo>
                  <a:pt x="0" y="63805"/>
                </a:moveTo>
                <a:lnTo>
                  <a:pt x="550" y="63411"/>
                </a:lnTo>
                <a:lnTo>
                  <a:pt x="550" y="63001"/>
                </a:lnTo>
                <a:lnTo>
                  <a:pt x="917" y="63001"/>
                </a:lnTo>
                <a:lnTo>
                  <a:pt x="1467" y="62607"/>
                </a:lnTo>
                <a:lnTo>
                  <a:pt x="1467" y="62214"/>
                </a:lnTo>
                <a:lnTo>
                  <a:pt x="1834" y="62214"/>
                </a:lnTo>
                <a:lnTo>
                  <a:pt x="2201" y="61820"/>
                </a:lnTo>
                <a:lnTo>
                  <a:pt x="2201" y="61426"/>
                </a:lnTo>
                <a:lnTo>
                  <a:pt x="2751" y="61033"/>
                </a:lnTo>
                <a:lnTo>
                  <a:pt x="3118" y="60639"/>
                </a:lnTo>
                <a:lnTo>
                  <a:pt x="3118" y="60229"/>
                </a:lnTo>
                <a:lnTo>
                  <a:pt x="3669" y="59835"/>
                </a:lnTo>
                <a:lnTo>
                  <a:pt x="4036" y="59835"/>
                </a:lnTo>
                <a:lnTo>
                  <a:pt x="4036" y="59442"/>
                </a:lnTo>
                <a:lnTo>
                  <a:pt x="4402" y="59048"/>
                </a:lnTo>
                <a:lnTo>
                  <a:pt x="4953" y="58654"/>
                </a:lnTo>
                <a:lnTo>
                  <a:pt x="5320" y="58261"/>
                </a:lnTo>
                <a:lnTo>
                  <a:pt x="5320" y="57851"/>
                </a:lnTo>
                <a:lnTo>
                  <a:pt x="5870" y="57457"/>
                </a:lnTo>
                <a:lnTo>
                  <a:pt x="6237" y="57063"/>
                </a:lnTo>
                <a:lnTo>
                  <a:pt x="6604" y="56670"/>
                </a:lnTo>
                <a:lnTo>
                  <a:pt x="6604" y="56276"/>
                </a:lnTo>
                <a:lnTo>
                  <a:pt x="7154" y="56276"/>
                </a:lnTo>
                <a:lnTo>
                  <a:pt x="7154" y="55882"/>
                </a:lnTo>
                <a:lnTo>
                  <a:pt x="7521" y="55472"/>
                </a:lnTo>
                <a:lnTo>
                  <a:pt x="7521" y="55079"/>
                </a:lnTo>
                <a:lnTo>
                  <a:pt x="8072" y="55079"/>
                </a:lnTo>
                <a:lnTo>
                  <a:pt x="8438" y="54685"/>
                </a:lnTo>
                <a:lnTo>
                  <a:pt x="8989" y="54291"/>
                </a:lnTo>
                <a:lnTo>
                  <a:pt x="8989" y="53898"/>
                </a:lnTo>
                <a:lnTo>
                  <a:pt x="9356" y="53898"/>
                </a:lnTo>
                <a:lnTo>
                  <a:pt x="9356" y="53504"/>
                </a:lnTo>
                <a:lnTo>
                  <a:pt x="9723" y="53110"/>
                </a:lnTo>
                <a:lnTo>
                  <a:pt x="9723" y="52700"/>
                </a:lnTo>
                <a:lnTo>
                  <a:pt x="10273" y="52307"/>
                </a:lnTo>
                <a:lnTo>
                  <a:pt x="10640" y="52307"/>
                </a:lnTo>
                <a:lnTo>
                  <a:pt x="10640" y="51913"/>
                </a:lnTo>
                <a:lnTo>
                  <a:pt x="11190" y="51519"/>
                </a:lnTo>
                <a:lnTo>
                  <a:pt x="11190" y="51126"/>
                </a:lnTo>
                <a:lnTo>
                  <a:pt x="11557" y="51126"/>
                </a:lnTo>
                <a:lnTo>
                  <a:pt x="11557" y="50732"/>
                </a:lnTo>
                <a:lnTo>
                  <a:pt x="11924" y="50322"/>
                </a:lnTo>
                <a:lnTo>
                  <a:pt x="12475" y="49928"/>
                </a:lnTo>
                <a:lnTo>
                  <a:pt x="12475" y="49535"/>
                </a:lnTo>
                <a:lnTo>
                  <a:pt x="12841" y="49535"/>
                </a:lnTo>
                <a:lnTo>
                  <a:pt x="13392" y="49141"/>
                </a:lnTo>
                <a:lnTo>
                  <a:pt x="13392" y="48747"/>
                </a:lnTo>
                <a:lnTo>
                  <a:pt x="13759" y="48747"/>
                </a:lnTo>
                <a:lnTo>
                  <a:pt x="13759" y="48354"/>
                </a:lnTo>
                <a:lnTo>
                  <a:pt x="14309" y="47944"/>
                </a:lnTo>
                <a:lnTo>
                  <a:pt x="14309" y="47550"/>
                </a:lnTo>
                <a:lnTo>
                  <a:pt x="14676" y="47156"/>
                </a:lnTo>
                <a:lnTo>
                  <a:pt x="15043" y="46763"/>
                </a:lnTo>
                <a:lnTo>
                  <a:pt x="15593" y="46369"/>
                </a:lnTo>
                <a:lnTo>
                  <a:pt x="15593" y="45975"/>
                </a:lnTo>
                <a:lnTo>
                  <a:pt x="15960" y="45565"/>
                </a:lnTo>
                <a:lnTo>
                  <a:pt x="16511" y="45565"/>
                </a:lnTo>
                <a:lnTo>
                  <a:pt x="16511" y="45172"/>
                </a:lnTo>
                <a:lnTo>
                  <a:pt x="16877" y="44778"/>
                </a:lnTo>
                <a:lnTo>
                  <a:pt x="16877" y="44384"/>
                </a:lnTo>
                <a:lnTo>
                  <a:pt x="17244" y="44384"/>
                </a:lnTo>
                <a:lnTo>
                  <a:pt x="17795" y="43991"/>
                </a:lnTo>
                <a:lnTo>
                  <a:pt x="17795" y="43597"/>
                </a:lnTo>
                <a:lnTo>
                  <a:pt x="18162" y="43203"/>
                </a:lnTo>
                <a:lnTo>
                  <a:pt x="18162" y="42793"/>
                </a:lnTo>
                <a:lnTo>
                  <a:pt x="18712" y="42400"/>
                </a:lnTo>
                <a:lnTo>
                  <a:pt x="19079" y="42400"/>
                </a:lnTo>
                <a:lnTo>
                  <a:pt x="19079" y="42006"/>
                </a:lnTo>
                <a:lnTo>
                  <a:pt x="19629" y="41612"/>
                </a:lnTo>
                <a:lnTo>
                  <a:pt x="19996" y="41219"/>
                </a:lnTo>
                <a:lnTo>
                  <a:pt x="20363" y="40825"/>
                </a:lnTo>
                <a:lnTo>
                  <a:pt x="20363" y="40415"/>
                </a:lnTo>
                <a:lnTo>
                  <a:pt x="20913" y="40021"/>
                </a:lnTo>
                <a:lnTo>
                  <a:pt x="21280" y="39628"/>
                </a:lnTo>
                <a:lnTo>
                  <a:pt x="21831" y="39234"/>
                </a:lnTo>
                <a:lnTo>
                  <a:pt x="21831" y="38840"/>
                </a:lnTo>
                <a:lnTo>
                  <a:pt x="22198" y="38447"/>
                </a:lnTo>
                <a:lnTo>
                  <a:pt x="22565" y="38037"/>
                </a:lnTo>
                <a:lnTo>
                  <a:pt x="22565" y="37643"/>
                </a:lnTo>
                <a:lnTo>
                  <a:pt x="23115" y="37249"/>
                </a:lnTo>
                <a:lnTo>
                  <a:pt x="23482" y="36856"/>
                </a:lnTo>
                <a:lnTo>
                  <a:pt x="23482" y="36462"/>
                </a:lnTo>
                <a:lnTo>
                  <a:pt x="24032" y="36462"/>
                </a:lnTo>
                <a:lnTo>
                  <a:pt x="24399" y="36068"/>
                </a:lnTo>
                <a:lnTo>
                  <a:pt x="24399" y="35675"/>
                </a:lnTo>
                <a:lnTo>
                  <a:pt x="24766" y="35265"/>
                </a:lnTo>
                <a:lnTo>
                  <a:pt x="24766" y="34871"/>
                </a:lnTo>
                <a:lnTo>
                  <a:pt x="25316" y="34871"/>
                </a:lnTo>
                <a:lnTo>
                  <a:pt x="25316" y="34477"/>
                </a:lnTo>
                <a:lnTo>
                  <a:pt x="25683" y="34084"/>
                </a:lnTo>
                <a:lnTo>
                  <a:pt x="26234" y="33690"/>
                </a:lnTo>
                <a:lnTo>
                  <a:pt x="26234" y="33296"/>
                </a:lnTo>
                <a:lnTo>
                  <a:pt x="26601" y="33296"/>
                </a:lnTo>
                <a:lnTo>
                  <a:pt x="27151" y="32886"/>
                </a:lnTo>
                <a:lnTo>
                  <a:pt x="27151" y="32493"/>
                </a:lnTo>
                <a:lnTo>
                  <a:pt x="27518" y="32099"/>
                </a:lnTo>
                <a:lnTo>
                  <a:pt x="27518" y="31705"/>
                </a:lnTo>
                <a:lnTo>
                  <a:pt x="27885" y="31312"/>
                </a:lnTo>
                <a:lnTo>
                  <a:pt x="28435" y="31312"/>
                </a:lnTo>
                <a:lnTo>
                  <a:pt x="28435" y="30918"/>
                </a:lnTo>
                <a:lnTo>
                  <a:pt x="28802" y="30508"/>
                </a:lnTo>
                <a:lnTo>
                  <a:pt x="28802" y="30114"/>
                </a:lnTo>
                <a:lnTo>
                  <a:pt x="29352" y="29721"/>
                </a:lnTo>
                <a:lnTo>
                  <a:pt x="29719" y="29327"/>
                </a:lnTo>
                <a:lnTo>
                  <a:pt x="30086" y="28933"/>
                </a:lnTo>
                <a:lnTo>
                  <a:pt x="30086" y="28540"/>
                </a:lnTo>
                <a:lnTo>
                  <a:pt x="30637" y="28130"/>
                </a:lnTo>
                <a:lnTo>
                  <a:pt x="31004" y="28130"/>
                </a:lnTo>
                <a:lnTo>
                  <a:pt x="31004" y="27736"/>
                </a:lnTo>
                <a:lnTo>
                  <a:pt x="31554" y="27342"/>
                </a:lnTo>
                <a:lnTo>
                  <a:pt x="31554" y="26949"/>
                </a:lnTo>
                <a:lnTo>
                  <a:pt x="31921" y="26555"/>
                </a:lnTo>
                <a:lnTo>
                  <a:pt x="31921" y="26161"/>
                </a:lnTo>
                <a:lnTo>
                  <a:pt x="32471" y="26161"/>
                </a:lnTo>
                <a:lnTo>
                  <a:pt x="32838" y="25768"/>
                </a:lnTo>
                <a:lnTo>
                  <a:pt x="32838" y="25358"/>
                </a:lnTo>
                <a:lnTo>
                  <a:pt x="33205" y="24964"/>
                </a:lnTo>
                <a:lnTo>
                  <a:pt x="33205" y="24570"/>
                </a:lnTo>
                <a:lnTo>
                  <a:pt x="33755" y="24570"/>
                </a:lnTo>
                <a:lnTo>
                  <a:pt x="33755" y="24177"/>
                </a:lnTo>
                <a:lnTo>
                  <a:pt x="34122" y="23783"/>
                </a:lnTo>
                <a:lnTo>
                  <a:pt x="34673" y="23389"/>
                </a:lnTo>
                <a:lnTo>
                  <a:pt x="35040" y="22979"/>
                </a:lnTo>
                <a:lnTo>
                  <a:pt x="35040" y="22586"/>
                </a:lnTo>
                <a:lnTo>
                  <a:pt x="35407" y="22192"/>
                </a:lnTo>
                <a:lnTo>
                  <a:pt x="35407" y="21798"/>
                </a:lnTo>
                <a:lnTo>
                  <a:pt x="35957" y="21798"/>
                </a:lnTo>
                <a:lnTo>
                  <a:pt x="35957" y="21405"/>
                </a:lnTo>
                <a:lnTo>
                  <a:pt x="36324" y="21011"/>
                </a:lnTo>
                <a:lnTo>
                  <a:pt x="36874" y="20601"/>
                </a:lnTo>
                <a:lnTo>
                  <a:pt x="36874" y="20207"/>
                </a:lnTo>
                <a:lnTo>
                  <a:pt x="37241" y="20207"/>
                </a:lnTo>
                <a:lnTo>
                  <a:pt x="37241" y="19814"/>
                </a:lnTo>
                <a:lnTo>
                  <a:pt x="37791" y="19420"/>
                </a:lnTo>
                <a:lnTo>
                  <a:pt x="38158" y="19026"/>
                </a:lnTo>
                <a:lnTo>
                  <a:pt x="38158" y="18633"/>
                </a:lnTo>
                <a:lnTo>
                  <a:pt x="38525" y="18633"/>
                </a:lnTo>
                <a:lnTo>
                  <a:pt x="38525" y="18239"/>
                </a:lnTo>
                <a:lnTo>
                  <a:pt x="39076" y="17829"/>
                </a:lnTo>
                <a:lnTo>
                  <a:pt x="39443" y="17435"/>
                </a:lnTo>
                <a:lnTo>
                  <a:pt x="39443" y="17042"/>
                </a:lnTo>
                <a:lnTo>
                  <a:pt x="39993" y="16648"/>
                </a:lnTo>
                <a:lnTo>
                  <a:pt x="39993" y="16254"/>
                </a:lnTo>
                <a:lnTo>
                  <a:pt x="40360" y="15861"/>
                </a:lnTo>
                <a:lnTo>
                  <a:pt x="40727" y="15450"/>
                </a:lnTo>
                <a:lnTo>
                  <a:pt x="41277" y="15057"/>
                </a:lnTo>
                <a:lnTo>
                  <a:pt x="41277" y="14663"/>
                </a:lnTo>
                <a:lnTo>
                  <a:pt x="41644" y="14270"/>
                </a:lnTo>
                <a:lnTo>
                  <a:pt x="42194" y="14270"/>
                </a:lnTo>
                <a:lnTo>
                  <a:pt x="42194" y="13876"/>
                </a:lnTo>
                <a:lnTo>
                  <a:pt x="42561" y="13482"/>
                </a:lnTo>
                <a:lnTo>
                  <a:pt x="42561" y="13072"/>
                </a:lnTo>
                <a:lnTo>
                  <a:pt x="42928" y="12679"/>
                </a:lnTo>
                <a:lnTo>
                  <a:pt x="43479" y="12285"/>
                </a:lnTo>
                <a:lnTo>
                  <a:pt x="43479" y="11891"/>
                </a:lnTo>
                <a:lnTo>
                  <a:pt x="43846" y="11498"/>
                </a:lnTo>
                <a:lnTo>
                  <a:pt x="44396" y="11104"/>
                </a:lnTo>
                <a:lnTo>
                  <a:pt x="44396" y="10710"/>
                </a:lnTo>
                <a:lnTo>
                  <a:pt x="44763" y="10300"/>
                </a:lnTo>
                <a:lnTo>
                  <a:pt x="45313" y="9907"/>
                </a:lnTo>
                <a:lnTo>
                  <a:pt x="45313" y="9513"/>
                </a:lnTo>
                <a:lnTo>
                  <a:pt x="45680" y="9119"/>
                </a:lnTo>
                <a:lnTo>
                  <a:pt x="46047" y="9119"/>
                </a:lnTo>
                <a:lnTo>
                  <a:pt x="46047" y="8726"/>
                </a:lnTo>
                <a:lnTo>
                  <a:pt x="46597" y="8332"/>
                </a:lnTo>
                <a:lnTo>
                  <a:pt x="46597" y="7922"/>
                </a:lnTo>
                <a:lnTo>
                  <a:pt x="46964" y="7528"/>
                </a:lnTo>
                <a:lnTo>
                  <a:pt x="46964" y="7135"/>
                </a:lnTo>
                <a:lnTo>
                  <a:pt x="47515" y="6741"/>
                </a:lnTo>
                <a:lnTo>
                  <a:pt x="47882" y="6347"/>
                </a:lnTo>
                <a:lnTo>
                  <a:pt x="48248" y="5954"/>
                </a:lnTo>
                <a:lnTo>
                  <a:pt x="48248" y="5543"/>
                </a:lnTo>
                <a:lnTo>
                  <a:pt x="48799" y="5150"/>
                </a:lnTo>
                <a:lnTo>
                  <a:pt x="49166" y="4756"/>
                </a:lnTo>
                <a:lnTo>
                  <a:pt x="49166" y="4363"/>
                </a:lnTo>
                <a:lnTo>
                  <a:pt x="49716" y="3969"/>
                </a:lnTo>
                <a:lnTo>
                  <a:pt x="50083" y="3575"/>
                </a:lnTo>
                <a:lnTo>
                  <a:pt x="50633" y="3165"/>
                </a:lnTo>
                <a:lnTo>
                  <a:pt x="50633" y="2771"/>
                </a:lnTo>
                <a:lnTo>
                  <a:pt x="51000" y="2378"/>
                </a:lnTo>
                <a:lnTo>
                  <a:pt x="51000" y="1984"/>
                </a:lnTo>
                <a:lnTo>
                  <a:pt x="51367" y="1591"/>
                </a:lnTo>
                <a:lnTo>
                  <a:pt x="51918" y="1197"/>
                </a:lnTo>
                <a:lnTo>
                  <a:pt x="52284" y="803"/>
                </a:lnTo>
                <a:lnTo>
                  <a:pt x="52835" y="393"/>
                </a:lnTo>
                <a:lnTo>
                  <a:pt x="52835" y="0"/>
                </a:lnTo>
              </a:path>
            </a:pathLst>
          </a:custGeom>
          <a:ln w="24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752540" y="3084174"/>
            <a:ext cx="52651" cy="74105"/>
          </a:xfrm>
          <a:custGeom>
            <a:avLst/>
            <a:gdLst/>
            <a:ahLst/>
            <a:cxnLst/>
            <a:rect l="l" t="t" r="r" b="b"/>
            <a:pathLst>
              <a:path w="52651" h="74105">
                <a:moveTo>
                  <a:pt x="0" y="74105"/>
                </a:moveTo>
                <a:lnTo>
                  <a:pt x="366" y="73712"/>
                </a:lnTo>
                <a:lnTo>
                  <a:pt x="366" y="73318"/>
                </a:lnTo>
                <a:lnTo>
                  <a:pt x="733" y="72924"/>
                </a:lnTo>
                <a:lnTo>
                  <a:pt x="1284" y="72531"/>
                </a:lnTo>
                <a:lnTo>
                  <a:pt x="1651" y="72121"/>
                </a:lnTo>
                <a:lnTo>
                  <a:pt x="1651" y="71727"/>
                </a:lnTo>
                <a:lnTo>
                  <a:pt x="2201" y="71333"/>
                </a:lnTo>
                <a:lnTo>
                  <a:pt x="2201" y="70940"/>
                </a:lnTo>
                <a:lnTo>
                  <a:pt x="2568" y="70546"/>
                </a:lnTo>
                <a:lnTo>
                  <a:pt x="2568" y="70152"/>
                </a:lnTo>
                <a:lnTo>
                  <a:pt x="3118" y="69742"/>
                </a:lnTo>
                <a:lnTo>
                  <a:pt x="3485" y="69349"/>
                </a:lnTo>
                <a:lnTo>
                  <a:pt x="3852" y="68955"/>
                </a:lnTo>
                <a:lnTo>
                  <a:pt x="4402" y="68561"/>
                </a:lnTo>
                <a:lnTo>
                  <a:pt x="4402" y="68168"/>
                </a:lnTo>
                <a:lnTo>
                  <a:pt x="4769" y="67774"/>
                </a:lnTo>
                <a:lnTo>
                  <a:pt x="4769" y="67380"/>
                </a:lnTo>
                <a:lnTo>
                  <a:pt x="5320" y="66970"/>
                </a:lnTo>
                <a:lnTo>
                  <a:pt x="5687" y="66577"/>
                </a:lnTo>
                <a:lnTo>
                  <a:pt x="6054" y="66183"/>
                </a:lnTo>
                <a:lnTo>
                  <a:pt x="6054" y="65789"/>
                </a:lnTo>
                <a:lnTo>
                  <a:pt x="6604" y="65396"/>
                </a:lnTo>
                <a:lnTo>
                  <a:pt x="6604" y="65002"/>
                </a:lnTo>
                <a:lnTo>
                  <a:pt x="6971" y="64592"/>
                </a:lnTo>
                <a:lnTo>
                  <a:pt x="7521" y="64198"/>
                </a:lnTo>
                <a:lnTo>
                  <a:pt x="7521" y="63805"/>
                </a:lnTo>
                <a:lnTo>
                  <a:pt x="7888" y="63411"/>
                </a:lnTo>
                <a:lnTo>
                  <a:pt x="8255" y="63411"/>
                </a:lnTo>
                <a:lnTo>
                  <a:pt x="8255" y="63017"/>
                </a:lnTo>
                <a:lnTo>
                  <a:pt x="8805" y="62624"/>
                </a:lnTo>
                <a:lnTo>
                  <a:pt x="8805" y="62214"/>
                </a:lnTo>
                <a:lnTo>
                  <a:pt x="9172" y="61820"/>
                </a:lnTo>
                <a:lnTo>
                  <a:pt x="9172" y="61426"/>
                </a:lnTo>
                <a:lnTo>
                  <a:pt x="9723" y="61033"/>
                </a:lnTo>
                <a:lnTo>
                  <a:pt x="10090" y="60639"/>
                </a:lnTo>
                <a:lnTo>
                  <a:pt x="10090" y="60245"/>
                </a:lnTo>
                <a:lnTo>
                  <a:pt x="10640" y="59835"/>
                </a:lnTo>
                <a:lnTo>
                  <a:pt x="11007" y="59835"/>
                </a:lnTo>
                <a:lnTo>
                  <a:pt x="11007" y="59442"/>
                </a:lnTo>
                <a:lnTo>
                  <a:pt x="11374" y="59048"/>
                </a:lnTo>
                <a:lnTo>
                  <a:pt x="11374" y="58654"/>
                </a:lnTo>
                <a:lnTo>
                  <a:pt x="11924" y="58261"/>
                </a:lnTo>
                <a:lnTo>
                  <a:pt x="11924" y="57867"/>
                </a:lnTo>
                <a:lnTo>
                  <a:pt x="12291" y="57473"/>
                </a:lnTo>
                <a:lnTo>
                  <a:pt x="12841" y="57063"/>
                </a:lnTo>
                <a:lnTo>
                  <a:pt x="12841" y="56670"/>
                </a:lnTo>
                <a:lnTo>
                  <a:pt x="13208" y="56276"/>
                </a:lnTo>
                <a:lnTo>
                  <a:pt x="13208" y="55882"/>
                </a:lnTo>
                <a:lnTo>
                  <a:pt x="13575" y="55489"/>
                </a:lnTo>
                <a:lnTo>
                  <a:pt x="14126" y="55095"/>
                </a:lnTo>
                <a:lnTo>
                  <a:pt x="14493" y="54685"/>
                </a:lnTo>
                <a:lnTo>
                  <a:pt x="14493" y="54291"/>
                </a:lnTo>
                <a:lnTo>
                  <a:pt x="15043" y="53898"/>
                </a:lnTo>
                <a:lnTo>
                  <a:pt x="15410" y="53504"/>
                </a:lnTo>
                <a:lnTo>
                  <a:pt x="15410" y="53110"/>
                </a:lnTo>
                <a:lnTo>
                  <a:pt x="15960" y="52717"/>
                </a:lnTo>
                <a:lnTo>
                  <a:pt x="15960" y="52307"/>
                </a:lnTo>
                <a:lnTo>
                  <a:pt x="16327" y="52307"/>
                </a:lnTo>
                <a:lnTo>
                  <a:pt x="16694" y="51519"/>
                </a:lnTo>
                <a:lnTo>
                  <a:pt x="17244" y="51126"/>
                </a:lnTo>
                <a:lnTo>
                  <a:pt x="17244" y="50732"/>
                </a:lnTo>
                <a:lnTo>
                  <a:pt x="17611" y="50338"/>
                </a:lnTo>
                <a:lnTo>
                  <a:pt x="17611" y="49945"/>
                </a:lnTo>
                <a:lnTo>
                  <a:pt x="18162" y="49535"/>
                </a:lnTo>
                <a:lnTo>
                  <a:pt x="18529" y="49141"/>
                </a:lnTo>
                <a:lnTo>
                  <a:pt x="18529" y="48747"/>
                </a:lnTo>
                <a:lnTo>
                  <a:pt x="18895" y="48354"/>
                </a:lnTo>
                <a:lnTo>
                  <a:pt x="19446" y="47960"/>
                </a:lnTo>
                <a:lnTo>
                  <a:pt x="19446" y="47566"/>
                </a:lnTo>
                <a:lnTo>
                  <a:pt x="19813" y="47156"/>
                </a:lnTo>
                <a:lnTo>
                  <a:pt x="20363" y="46763"/>
                </a:lnTo>
                <a:lnTo>
                  <a:pt x="20363" y="46369"/>
                </a:lnTo>
                <a:lnTo>
                  <a:pt x="20730" y="45975"/>
                </a:lnTo>
                <a:lnTo>
                  <a:pt x="21280" y="45582"/>
                </a:lnTo>
                <a:lnTo>
                  <a:pt x="21280" y="45188"/>
                </a:lnTo>
                <a:lnTo>
                  <a:pt x="21647" y="44778"/>
                </a:lnTo>
                <a:lnTo>
                  <a:pt x="22014" y="44384"/>
                </a:lnTo>
                <a:lnTo>
                  <a:pt x="22014" y="43991"/>
                </a:lnTo>
                <a:lnTo>
                  <a:pt x="22565" y="43597"/>
                </a:lnTo>
                <a:lnTo>
                  <a:pt x="22565" y="43203"/>
                </a:lnTo>
                <a:lnTo>
                  <a:pt x="22932" y="42810"/>
                </a:lnTo>
                <a:lnTo>
                  <a:pt x="22932" y="42400"/>
                </a:lnTo>
                <a:lnTo>
                  <a:pt x="23482" y="42006"/>
                </a:lnTo>
                <a:lnTo>
                  <a:pt x="23849" y="42006"/>
                </a:lnTo>
                <a:lnTo>
                  <a:pt x="23849" y="41612"/>
                </a:lnTo>
                <a:lnTo>
                  <a:pt x="24216" y="41219"/>
                </a:lnTo>
                <a:lnTo>
                  <a:pt x="24216" y="40825"/>
                </a:lnTo>
                <a:lnTo>
                  <a:pt x="24766" y="40431"/>
                </a:lnTo>
                <a:lnTo>
                  <a:pt x="25133" y="40038"/>
                </a:lnTo>
                <a:lnTo>
                  <a:pt x="25133" y="39628"/>
                </a:lnTo>
                <a:lnTo>
                  <a:pt x="25683" y="39234"/>
                </a:lnTo>
                <a:lnTo>
                  <a:pt x="26050" y="38840"/>
                </a:lnTo>
                <a:lnTo>
                  <a:pt x="26050" y="38447"/>
                </a:lnTo>
                <a:lnTo>
                  <a:pt x="26417" y="38053"/>
                </a:lnTo>
                <a:lnTo>
                  <a:pt x="26417" y="37659"/>
                </a:lnTo>
                <a:lnTo>
                  <a:pt x="26968" y="37249"/>
                </a:lnTo>
                <a:lnTo>
                  <a:pt x="26968" y="36856"/>
                </a:lnTo>
                <a:lnTo>
                  <a:pt x="27334" y="36462"/>
                </a:lnTo>
                <a:lnTo>
                  <a:pt x="27885" y="36068"/>
                </a:lnTo>
                <a:lnTo>
                  <a:pt x="28252" y="35675"/>
                </a:lnTo>
                <a:lnTo>
                  <a:pt x="28252" y="34871"/>
                </a:lnTo>
                <a:lnTo>
                  <a:pt x="28802" y="34871"/>
                </a:lnTo>
                <a:lnTo>
                  <a:pt x="29169" y="34477"/>
                </a:lnTo>
                <a:lnTo>
                  <a:pt x="29169" y="34084"/>
                </a:lnTo>
                <a:lnTo>
                  <a:pt x="29536" y="33690"/>
                </a:lnTo>
                <a:lnTo>
                  <a:pt x="29536" y="33296"/>
                </a:lnTo>
                <a:lnTo>
                  <a:pt x="30086" y="32903"/>
                </a:lnTo>
                <a:lnTo>
                  <a:pt x="30453" y="32509"/>
                </a:lnTo>
                <a:lnTo>
                  <a:pt x="30453" y="32099"/>
                </a:lnTo>
                <a:lnTo>
                  <a:pt x="31004" y="31705"/>
                </a:lnTo>
                <a:lnTo>
                  <a:pt x="31004" y="31312"/>
                </a:lnTo>
                <a:lnTo>
                  <a:pt x="31370" y="30918"/>
                </a:lnTo>
                <a:lnTo>
                  <a:pt x="31370" y="30524"/>
                </a:lnTo>
                <a:lnTo>
                  <a:pt x="31737" y="30131"/>
                </a:lnTo>
                <a:lnTo>
                  <a:pt x="32288" y="29721"/>
                </a:lnTo>
                <a:lnTo>
                  <a:pt x="32288" y="29327"/>
                </a:lnTo>
                <a:lnTo>
                  <a:pt x="32655" y="28933"/>
                </a:lnTo>
                <a:lnTo>
                  <a:pt x="33205" y="28540"/>
                </a:lnTo>
                <a:lnTo>
                  <a:pt x="33205" y="28146"/>
                </a:lnTo>
                <a:lnTo>
                  <a:pt x="33572" y="28146"/>
                </a:lnTo>
                <a:lnTo>
                  <a:pt x="33572" y="27342"/>
                </a:lnTo>
                <a:lnTo>
                  <a:pt x="34122" y="27342"/>
                </a:lnTo>
                <a:lnTo>
                  <a:pt x="34489" y="26949"/>
                </a:lnTo>
                <a:lnTo>
                  <a:pt x="34489" y="26555"/>
                </a:lnTo>
                <a:lnTo>
                  <a:pt x="34856" y="26161"/>
                </a:lnTo>
                <a:lnTo>
                  <a:pt x="34856" y="25768"/>
                </a:lnTo>
                <a:lnTo>
                  <a:pt x="35407" y="25374"/>
                </a:lnTo>
                <a:lnTo>
                  <a:pt x="35407" y="24980"/>
                </a:lnTo>
                <a:lnTo>
                  <a:pt x="35773" y="24570"/>
                </a:lnTo>
                <a:lnTo>
                  <a:pt x="36324" y="24177"/>
                </a:lnTo>
                <a:lnTo>
                  <a:pt x="36324" y="23783"/>
                </a:lnTo>
                <a:lnTo>
                  <a:pt x="36691" y="23389"/>
                </a:lnTo>
                <a:lnTo>
                  <a:pt x="37058" y="22996"/>
                </a:lnTo>
                <a:lnTo>
                  <a:pt x="37058" y="22602"/>
                </a:lnTo>
                <a:lnTo>
                  <a:pt x="37608" y="22192"/>
                </a:lnTo>
                <a:lnTo>
                  <a:pt x="37608" y="21798"/>
                </a:lnTo>
                <a:lnTo>
                  <a:pt x="37975" y="21405"/>
                </a:lnTo>
                <a:lnTo>
                  <a:pt x="37975" y="21011"/>
                </a:lnTo>
                <a:lnTo>
                  <a:pt x="38525" y="20617"/>
                </a:lnTo>
                <a:lnTo>
                  <a:pt x="38892" y="20224"/>
                </a:lnTo>
                <a:lnTo>
                  <a:pt x="38892" y="19814"/>
                </a:lnTo>
                <a:lnTo>
                  <a:pt x="39443" y="19420"/>
                </a:lnTo>
                <a:lnTo>
                  <a:pt x="39443" y="19026"/>
                </a:lnTo>
                <a:lnTo>
                  <a:pt x="39809" y="18633"/>
                </a:lnTo>
                <a:lnTo>
                  <a:pt x="40176" y="18239"/>
                </a:lnTo>
                <a:lnTo>
                  <a:pt x="40176" y="17845"/>
                </a:lnTo>
                <a:lnTo>
                  <a:pt x="40727" y="17845"/>
                </a:lnTo>
                <a:lnTo>
                  <a:pt x="40727" y="17042"/>
                </a:lnTo>
                <a:lnTo>
                  <a:pt x="41094" y="17042"/>
                </a:lnTo>
                <a:lnTo>
                  <a:pt x="41644" y="16254"/>
                </a:lnTo>
                <a:lnTo>
                  <a:pt x="42011" y="15861"/>
                </a:lnTo>
                <a:lnTo>
                  <a:pt x="42011" y="15467"/>
                </a:lnTo>
                <a:lnTo>
                  <a:pt x="42378" y="15073"/>
                </a:lnTo>
                <a:lnTo>
                  <a:pt x="42928" y="14270"/>
                </a:lnTo>
                <a:lnTo>
                  <a:pt x="43295" y="13876"/>
                </a:lnTo>
                <a:lnTo>
                  <a:pt x="43845" y="13482"/>
                </a:lnTo>
                <a:lnTo>
                  <a:pt x="43845" y="13089"/>
                </a:lnTo>
                <a:lnTo>
                  <a:pt x="44212" y="12695"/>
                </a:lnTo>
                <a:lnTo>
                  <a:pt x="44212" y="12285"/>
                </a:lnTo>
                <a:lnTo>
                  <a:pt x="44763" y="11891"/>
                </a:lnTo>
                <a:lnTo>
                  <a:pt x="44763" y="11498"/>
                </a:lnTo>
                <a:lnTo>
                  <a:pt x="45130" y="11104"/>
                </a:lnTo>
                <a:lnTo>
                  <a:pt x="45497" y="10710"/>
                </a:lnTo>
                <a:lnTo>
                  <a:pt x="45497" y="10317"/>
                </a:lnTo>
                <a:lnTo>
                  <a:pt x="46047" y="9907"/>
                </a:lnTo>
                <a:lnTo>
                  <a:pt x="46047" y="9513"/>
                </a:lnTo>
                <a:lnTo>
                  <a:pt x="46414" y="9119"/>
                </a:lnTo>
                <a:lnTo>
                  <a:pt x="46414" y="8726"/>
                </a:lnTo>
                <a:lnTo>
                  <a:pt x="46964" y="8332"/>
                </a:lnTo>
                <a:lnTo>
                  <a:pt x="47331" y="7938"/>
                </a:lnTo>
                <a:lnTo>
                  <a:pt x="47331" y="7545"/>
                </a:lnTo>
                <a:lnTo>
                  <a:pt x="47698" y="7135"/>
                </a:lnTo>
                <a:lnTo>
                  <a:pt x="48248" y="6741"/>
                </a:lnTo>
                <a:lnTo>
                  <a:pt x="48248" y="6347"/>
                </a:lnTo>
                <a:lnTo>
                  <a:pt x="48615" y="5954"/>
                </a:lnTo>
                <a:lnTo>
                  <a:pt x="48615" y="5560"/>
                </a:lnTo>
                <a:lnTo>
                  <a:pt x="49166" y="5166"/>
                </a:lnTo>
                <a:lnTo>
                  <a:pt x="49166" y="4756"/>
                </a:lnTo>
                <a:lnTo>
                  <a:pt x="49533" y="4363"/>
                </a:lnTo>
                <a:lnTo>
                  <a:pt x="49900" y="3969"/>
                </a:lnTo>
                <a:lnTo>
                  <a:pt x="49900" y="3575"/>
                </a:lnTo>
                <a:lnTo>
                  <a:pt x="50450" y="3182"/>
                </a:lnTo>
                <a:lnTo>
                  <a:pt x="50450" y="2788"/>
                </a:lnTo>
                <a:lnTo>
                  <a:pt x="50817" y="2378"/>
                </a:lnTo>
                <a:lnTo>
                  <a:pt x="51367" y="1984"/>
                </a:lnTo>
                <a:lnTo>
                  <a:pt x="51367" y="1591"/>
                </a:lnTo>
                <a:lnTo>
                  <a:pt x="51734" y="1197"/>
                </a:lnTo>
                <a:lnTo>
                  <a:pt x="52284" y="803"/>
                </a:lnTo>
                <a:lnTo>
                  <a:pt x="52284" y="410"/>
                </a:lnTo>
                <a:lnTo>
                  <a:pt x="52651" y="0"/>
                </a:lnTo>
              </a:path>
            </a:pathLst>
          </a:custGeom>
          <a:ln w="24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805192" y="3000965"/>
            <a:ext cx="52284" cy="83209"/>
          </a:xfrm>
          <a:custGeom>
            <a:avLst/>
            <a:gdLst/>
            <a:ahLst/>
            <a:cxnLst/>
            <a:rect l="l" t="t" r="r" b="b"/>
            <a:pathLst>
              <a:path w="52284" h="83209">
                <a:moveTo>
                  <a:pt x="0" y="83209"/>
                </a:moveTo>
                <a:lnTo>
                  <a:pt x="0" y="82815"/>
                </a:lnTo>
                <a:lnTo>
                  <a:pt x="366" y="82421"/>
                </a:lnTo>
                <a:lnTo>
                  <a:pt x="366" y="82028"/>
                </a:lnTo>
                <a:lnTo>
                  <a:pt x="917" y="81634"/>
                </a:lnTo>
                <a:lnTo>
                  <a:pt x="1284" y="81240"/>
                </a:lnTo>
                <a:lnTo>
                  <a:pt x="1284" y="80847"/>
                </a:lnTo>
                <a:lnTo>
                  <a:pt x="1834" y="80437"/>
                </a:lnTo>
                <a:lnTo>
                  <a:pt x="2201" y="80043"/>
                </a:lnTo>
                <a:lnTo>
                  <a:pt x="2201" y="79649"/>
                </a:lnTo>
                <a:lnTo>
                  <a:pt x="2568" y="79256"/>
                </a:lnTo>
                <a:lnTo>
                  <a:pt x="2568" y="78862"/>
                </a:lnTo>
                <a:lnTo>
                  <a:pt x="3118" y="78468"/>
                </a:lnTo>
                <a:lnTo>
                  <a:pt x="3118" y="78058"/>
                </a:lnTo>
                <a:lnTo>
                  <a:pt x="3485" y="77665"/>
                </a:lnTo>
                <a:lnTo>
                  <a:pt x="4036" y="77271"/>
                </a:lnTo>
                <a:lnTo>
                  <a:pt x="4036" y="76877"/>
                </a:lnTo>
                <a:lnTo>
                  <a:pt x="4402" y="76484"/>
                </a:lnTo>
                <a:lnTo>
                  <a:pt x="4402" y="76090"/>
                </a:lnTo>
                <a:lnTo>
                  <a:pt x="4953" y="75680"/>
                </a:lnTo>
                <a:lnTo>
                  <a:pt x="4953" y="75286"/>
                </a:lnTo>
                <a:lnTo>
                  <a:pt x="5320" y="74893"/>
                </a:lnTo>
                <a:lnTo>
                  <a:pt x="5687" y="74499"/>
                </a:lnTo>
                <a:lnTo>
                  <a:pt x="5687" y="74105"/>
                </a:lnTo>
                <a:lnTo>
                  <a:pt x="6237" y="73712"/>
                </a:lnTo>
                <a:lnTo>
                  <a:pt x="6604" y="73318"/>
                </a:lnTo>
                <a:lnTo>
                  <a:pt x="6604" y="72908"/>
                </a:lnTo>
                <a:lnTo>
                  <a:pt x="7154" y="72514"/>
                </a:lnTo>
                <a:lnTo>
                  <a:pt x="7154" y="72121"/>
                </a:lnTo>
                <a:lnTo>
                  <a:pt x="7521" y="71727"/>
                </a:lnTo>
                <a:lnTo>
                  <a:pt x="7888" y="71333"/>
                </a:lnTo>
                <a:lnTo>
                  <a:pt x="7888" y="70940"/>
                </a:lnTo>
                <a:lnTo>
                  <a:pt x="8438" y="70530"/>
                </a:lnTo>
                <a:lnTo>
                  <a:pt x="8438" y="70136"/>
                </a:lnTo>
                <a:lnTo>
                  <a:pt x="8805" y="69742"/>
                </a:lnTo>
                <a:lnTo>
                  <a:pt x="8805" y="69349"/>
                </a:lnTo>
                <a:lnTo>
                  <a:pt x="9356" y="68955"/>
                </a:lnTo>
                <a:lnTo>
                  <a:pt x="9723" y="68561"/>
                </a:lnTo>
                <a:lnTo>
                  <a:pt x="9723" y="68151"/>
                </a:lnTo>
                <a:lnTo>
                  <a:pt x="10273" y="67364"/>
                </a:lnTo>
                <a:lnTo>
                  <a:pt x="10640" y="67364"/>
                </a:lnTo>
                <a:lnTo>
                  <a:pt x="10640" y="66577"/>
                </a:lnTo>
                <a:lnTo>
                  <a:pt x="11007" y="66577"/>
                </a:lnTo>
                <a:lnTo>
                  <a:pt x="11007" y="65789"/>
                </a:lnTo>
                <a:lnTo>
                  <a:pt x="11557" y="65789"/>
                </a:lnTo>
                <a:lnTo>
                  <a:pt x="11557" y="64986"/>
                </a:lnTo>
                <a:lnTo>
                  <a:pt x="11924" y="64592"/>
                </a:lnTo>
                <a:lnTo>
                  <a:pt x="12475" y="64198"/>
                </a:lnTo>
                <a:lnTo>
                  <a:pt x="12475" y="63805"/>
                </a:lnTo>
                <a:lnTo>
                  <a:pt x="12841" y="63411"/>
                </a:lnTo>
                <a:lnTo>
                  <a:pt x="13208" y="63001"/>
                </a:lnTo>
                <a:lnTo>
                  <a:pt x="13208" y="62607"/>
                </a:lnTo>
                <a:lnTo>
                  <a:pt x="13759" y="62214"/>
                </a:lnTo>
                <a:lnTo>
                  <a:pt x="13759" y="61820"/>
                </a:lnTo>
                <a:lnTo>
                  <a:pt x="14126" y="61426"/>
                </a:lnTo>
                <a:lnTo>
                  <a:pt x="14126" y="61033"/>
                </a:lnTo>
                <a:lnTo>
                  <a:pt x="14676" y="60623"/>
                </a:lnTo>
                <a:lnTo>
                  <a:pt x="15043" y="60229"/>
                </a:lnTo>
                <a:lnTo>
                  <a:pt x="15043" y="59835"/>
                </a:lnTo>
                <a:lnTo>
                  <a:pt x="15410" y="59442"/>
                </a:lnTo>
                <a:lnTo>
                  <a:pt x="15410" y="59048"/>
                </a:lnTo>
                <a:lnTo>
                  <a:pt x="15960" y="58654"/>
                </a:lnTo>
                <a:lnTo>
                  <a:pt x="16327" y="58244"/>
                </a:lnTo>
                <a:lnTo>
                  <a:pt x="16327" y="57851"/>
                </a:lnTo>
                <a:lnTo>
                  <a:pt x="16877" y="57457"/>
                </a:lnTo>
                <a:lnTo>
                  <a:pt x="17244" y="57063"/>
                </a:lnTo>
                <a:lnTo>
                  <a:pt x="17244" y="56670"/>
                </a:lnTo>
                <a:lnTo>
                  <a:pt x="17795" y="56276"/>
                </a:lnTo>
                <a:lnTo>
                  <a:pt x="17795" y="55882"/>
                </a:lnTo>
                <a:lnTo>
                  <a:pt x="18162" y="55472"/>
                </a:lnTo>
                <a:lnTo>
                  <a:pt x="18162" y="55079"/>
                </a:lnTo>
                <a:lnTo>
                  <a:pt x="18529" y="54685"/>
                </a:lnTo>
                <a:lnTo>
                  <a:pt x="19079" y="53898"/>
                </a:lnTo>
                <a:lnTo>
                  <a:pt x="19446" y="53094"/>
                </a:lnTo>
                <a:lnTo>
                  <a:pt x="19996" y="52307"/>
                </a:lnTo>
                <a:lnTo>
                  <a:pt x="20363" y="51913"/>
                </a:lnTo>
                <a:lnTo>
                  <a:pt x="20363" y="51519"/>
                </a:lnTo>
                <a:lnTo>
                  <a:pt x="20730" y="51126"/>
                </a:lnTo>
                <a:lnTo>
                  <a:pt x="20730" y="50716"/>
                </a:lnTo>
                <a:lnTo>
                  <a:pt x="21280" y="50322"/>
                </a:lnTo>
                <a:lnTo>
                  <a:pt x="21647" y="49928"/>
                </a:lnTo>
                <a:lnTo>
                  <a:pt x="21647" y="49535"/>
                </a:lnTo>
                <a:lnTo>
                  <a:pt x="22198" y="49141"/>
                </a:lnTo>
                <a:lnTo>
                  <a:pt x="22198" y="48747"/>
                </a:lnTo>
                <a:lnTo>
                  <a:pt x="22565" y="48354"/>
                </a:lnTo>
                <a:lnTo>
                  <a:pt x="22565" y="47944"/>
                </a:lnTo>
                <a:lnTo>
                  <a:pt x="23115" y="47550"/>
                </a:lnTo>
                <a:lnTo>
                  <a:pt x="23482" y="47156"/>
                </a:lnTo>
                <a:lnTo>
                  <a:pt x="23482" y="46763"/>
                </a:lnTo>
                <a:lnTo>
                  <a:pt x="23849" y="46369"/>
                </a:lnTo>
                <a:lnTo>
                  <a:pt x="24399" y="45975"/>
                </a:lnTo>
                <a:lnTo>
                  <a:pt x="24399" y="45172"/>
                </a:lnTo>
                <a:lnTo>
                  <a:pt x="24766" y="45172"/>
                </a:lnTo>
                <a:lnTo>
                  <a:pt x="24766" y="44384"/>
                </a:lnTo>
                <a:lnTo>
                  <a:pt x="25316" y="43991"/>
                </a:lnTo>
                <a:lnTo>
                  <a:pt x="25683" y="43597"/>
                </a:lnTo>
                <a:lnTo>
                  <a:pt x="25683" y="43187"/>
                </a:lnTo>
                <a:lnTo>
                  <a:pt x="26050" y="42793"/>
                </a:lnTo>
                <a:lnTo>
                  <a:pt x="26050" y="42400"/>
                </a:lnTo>
                <a:lnTo>
                  <a:pt x="26601" y="42006"/>
                </a:lnTo>
                <a:lnTo>
                  <a:pt x="26601" y="41612"/>
                </a:lnTo>
                <a:lnTo>
                  <a:pt x="26968" y="41219"/>
                </a:lnTo>
                <a:lnTo>
                  <a:pt x="27518" y="40809"/>
                </a:lnTo>
                <a:lnTo>
                  <a:pt x="27518" y="40415"/>
                </a:lnTo>
                <a:lnTo>
                  <a:pt x="27885" y="40021"/>
                </a:lnTo>
                <a:lnTo>
                  <a:pt x="28435" y="39628"/>
                </a:lnTo>
                <a:lnTo>
                  <a:pt x="28435" y="39234"/>
                </a:lnTo>
                <a:lnTo>
                  <a:pt x="28802" y="38840"/>
                </a:lnTo>
                <a:lnTo>
                  <a:pt x="28802" y="38447"/>
                </a:lnTo>
                <a:lnTo>
                  <a:pt x="29169" y="38037"/>
                </a:lnTo>
                <a:lnTo>
                  <a:pt x="29169" y="37643"/>
                </a:lnTo>
                <a:lnTo>
                  <a:pt x="29719" y="36856"/>
                </a:lnTo>
                <a:lnTo>
                  <a:pt x="30086" y="36462"/>
                </a:lnTo>
                <a:lnTo>
                  <a:pt x="30086" y="36068"/>
                </a:lnTo>
                <a:lnTo>
                  <a:pt x="30637" y="35658"/>
                </a:lnTo>
                <a:lnTo>
                  <a:pt x="30637" y="35265"/>
                </a:lnTo>
                <a:lnTo>
                  <a:pt x="31004" y="34871"/>
                </a:lnTo>
                <a:lnTo>
                  <a:pt x="31370" y="34477"/>
                </a:lnTo>
                <a:lnTo>
                  <a:pt x="31370" y="34084"/>
                </a:lnTo>
                <a:lnTo>
                  <a:pt x="31921" y="33690"/>
                </a:lnTo>
                <a:lnTo>
                  <a:pt x="31921" y="33280"/>
                </a:lnTo>
                <a:lnTo>
                  <a:pt x="32288" y="32886"/>
                </a:lnTo>
                <a:lnTo>
                  <a:pt x="32838" y="32493"/>
                </a:lnTo>
                <a:lnTo>
                  <a:pt x="32838" y="32099"/>
                </a:lnTo>
                <a:lnTo>
                  <a:pt x="33205" y="31312"/>
                </a:lnTo>
                <a:lnTo>
                  <a:pt x="33205" y="30918"/>
                </a:lnTo>
                <a:lnTo>
                  <a:pt x="33572" y="30508"/>
                </a:lnTo>
                <a:lnTo>
                  <a:pt x="34122" y="30114"/>
                </a:lnTo>
                <a:lnTo>
                  <a:pt x="34122" y="29721"/>
                </a:lnTo>
                <a:lnTo>
                  <a:pt x="34489" y="29327"/>
                </a:lnTo>
                <a:lnTo>
                  <a:pt x="34489" y="28933"/>
                </a:lnTo>
                <a:lnTo>
                  <a:pt x="35040" y="28540"/>
                </a:lnTo>
                <a:lnTo>
                  <a:pt x="35407" y="28130"/>
                </a:lnTo>
                <a:lnTo>
                  <a:pt x="35407" y="27736"/>
                </a:lnTo>
                <a:lnTo>
                  <a:pt x="35957" y="27342"/>
                </a:lnTo>
                <a:lnTo>
                  <a:pt x="35957" y="26949"/>
                </a:lnTo>
                <a:lnTo>
                  <a:pt x="36324" y="26555"/>
                </a:lnTo>
                <a:lnTo>
                  <a:pt x="36691" y="26161"/>
                </a:lnTo>
                <a:lnTo>
                  <a:pt x="36691" y="25358"/>
                </a:lnTo>
                <a:lnTo>
                  <a:pt x="37241" y="24964"/>
                </a:lnTo>
                <a:lnTo>
                  <a:pt x="37241" y="24570"/>
                </a:lnTo>
                <a:lnTo>
                  <a:pt x="37608" y="24177"/>
                </a:lnTo>
                <a:lnTo>
                  <a:pt x="37608" y="23783"/>
                </a:lnTo>
                <a:lnTo>
                  <a:pt x="38158" y="23373"/>
                </a:lnTo>
                <a:lnTo>
                  <a:pt x="38525" y="22979"/>
                </a:lnTo>
                <a:lnTo>
                  <a:pt x="38525" y="22586"/>
                </a:lnTo>
                <a:lnTo>
                  <a:pt x="38892" y="22192"/>
                </a:lnTo>
                <a:lnTo>
                  <a:pt x="39443" y="21798"/>
                </a:lnTo>
                <a:lnTo>
                  <a:pt x="39443" y="21405"/>
                </a:lnTo>
                <a:lnTo>
                  <a:pt x="39809" y="21011"/>
                </a:lnTo>
                <a:lnTo>
                  <a:pt x="39809" y="20207"/>
                </a:lnTo>
                <a:lnTo>
                  <a:pt x="40360" y="19814"/>
                </a:lnTo>
                <a:lnTo>
                  <a:pt x="40360" y="19420"/>
                </a:lnTo>
                <a:lnTo>
                  <a:pt x="40727" y="19026"/>
                </a:lnTo>
                <a:lnTo>
                  <a:pt x="41277" y="18633"/>
                </a:lnTo>
                <a:lnTo>
                  <a:pt x="41277" y="18222"/>
                </a:lnTo>
                <a:lnTo>
                  <a:pt x="41644" y="17829"/>
                </a:lnTo>
                <a:lnTo>
                  <a:pt x="41644" y="17435"/>
                </a:lnTo>
                <a:lnTo>
                  <a:pt x="42011" y="17042"/>
                </a:lnTo>
                <a:lnTo>
                  <a:pt x="42561" y="16648"/>
                </a:lnTo>
                <a:lnTo>
                  <a:pt x="42561" y="16254"/>
                </a:lnTo>
                <a:lnTo>
                  <a:pt x="42928" y="15844"/>
                </a:lnTo>
                <a:lnTo>
                  <a:pt x="43479" y="15057"/>
                </a:lnTo>
                <a:lnTo>
                  <a:pt x="43479" y="14663"/>
                </a:lnTo>
                <a:lnTo>
                  <a:pt x="43845" y="14270"/>
                </a:lnTo>
                <a:lnTo>
                  <a:pt x="43845" y="13876"/>
                </a:lnTo>
                <a:lnTo>
                  <a:pt x="44212" y="13482"/>
                </a:lnTo>
                <a:lnTo>
                  <a:pt x="44212" y="13072"/>
                </a:lnTo>
                <a:lnTo>
                  <a:pt x="44763" y="12679"/>
                </a:lnTo>
                <a:lnTo>
                  <a:pt x="45130" y="12285"/>
                </a:lnTo>
                <a:lnTo>
                  <a:pt x="45130" y="11891"/>
                </a:lnTo>
                <a:lnTo>
                  <a:pt x="45680" y="11498"/>
                </a:lnTo>
                <a:lnTo>
                  <a:pt x="46047" y="10694"/>
                </a:lnTo>
                <a:lnTo>
                  <a:pt x="46047" y="10300"/>
                </a:lnTo>
                <a:lnTo>
                  <a:pt x="46597" y="9907"/>
                </a:lnTo>
                <a:lnTo>
                  <a:pt x="46597" y="9513"/>
                </a:lnTo>
                <a:lnTo>
                  <a:pt x="46964" y="9119"/>
                </a:lnTo>
                <a:lnTo>
                  <a:pt x="46964" y="8726"/>
                </a:lnTo>
                <a:lnTo>
                  <a:pt x="47331" y="8315"/>
                </a:lnTo>
                <a:lnTo>
                  <a:pt x="47882" y="7922"/>
                </a:lnTo>
                <a:lnTo>
                  <a:pt x="47882" y="7528"/>
                </a:lnTo>
                <a:lnTo>
                  <a:pt x="48248" y="7135"/>
                </a:lnTo>
                <a:lnTo>
                  <a:pt x="48248" y="6741"/>
                </a:lnTo>
                <a:lnTo>
                  <a:pt x="48799" y="5954"/>
                </a:lnTo>
                <a:lnTo>
                  <a:pt x="48799" y="5543"/>
                </a:lnTo>
                <a:lnTo>
                  <a:pt x="49166" y="5150"/>
                </a:lnTo>
                <a:lnTo>
                  <a:pt x="49533" y="4756"/>
                </a:lnTo>
                <a:lnTo>
                  <a:pt x="50083" y="4363"/>
                </a:lnTo>
                <a:lnTo>
                  <a:pt x="50083" y="3969"/>
                </a:lnTo>
                <a:lnTo>
                  <a:pt x="50450" y="3575"/>
                </a:lnTo>
                <a:lnTo>
                  <a:pt x="50450" y="3165"/>
                </a:lnTo>
                <a:lnTo>
                  <a:pt x="51000" y="2771"/>
                </a:lnTo>
                <a:lnTo>
                  <a:pt x="51000" y="2378"/>
                </a:lnTo>
                <a:lnTo>
                  <a:pt x="51367" y="1591"/>
                </a:lnTo>
                <a:lnTo>
                  <a:pt x="51734" y="1197"/>
                </a:lnTo>
                <a:lnTo>
                  <a:pt x="51734" y="787"/>
                </a:lnTo>
                <a:lnTo>
                  <a:pt x="52284" y="393"/>
                </a:lnTo>
                <a:lnTo>
                  <a:pt x="52284" y="0"/>
                </a:lnTo>
              </a:path>
            </a:pathLst>
          </a:custGeom>
          <a:ln w="24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857477" y="2909834"/>
            <a:ext cx="52651" cy="91131"/>
          </a:xfrm>
          <a:custGeom>
            <a:avLst/>
            <a:gdLst/>
            <a:ahLst/>
            <a:cxnLst/>
            <a:rect l="l" t="t" r="r" b="b"/>
            <a:pathLst>
              <a:path w="52651" h="91131">
                <a:moveTo>
                  <a:pt x="0" y="91131"/>
                </a:moveTo>
                <a:lnTo>
                  <a:pt x="366" y="90737"/>
                </a:lnTo>
                <a:lnTo>
                  <a:pt x="366" y="90344"/>
                </a:lnTo>
                <a:lnTo>
                  <a:pt x="917" y="89950"/>
                </a:lnTo>
                <a:lnTo>
                  <a:pt x="1284" y="89540"/>
                </a:lnTo>
                <a:lnTo>
                  <a:pt x="1284" y="89146"/>
                </a:lnTo>
                <a:lnTo>
                  <a:pt x="1834" y="88359"/>
                </a:lnTo>
                <a:lnTo>
                  <a:pt x="2201" y="87965"/>
                </a:lnTo>
                <a:lnTo>
                  <a:pt x="2201" y="87572"/>
                </a:lnTo>
                <a:lnTo>
                  <a:pt x="2568" y="87178"/>
                </a:lnTo>
                <a:lnTo>
                  <a:pt x="2568" y="86768"/>
                </a:lnTo>
                <a:lnTo>
                  <a:pt x="3118" y="86374"/>
                </a:lnTo>
                <a:lnTo>
                  <a:pt x="3118" y="85981"/>
                </a:lnTo>
                <a:lnTo>
                  <a:pt x="3485" y="85587"/>
                </a:lnTo>
                <a:lnTo>
                  <a:pt x="4036" y="84800"/>
                </a:lnTo>
                <a:lnTo>
                  <a:pt x="4036" y="84390"/>
                </a:lnTo>
                <a:lnTo>
                  <a:pt x="4402" y="83996"/>
                </a:lnTo>
                <a:lnTo>
                  <a:pt x="4769" y="83602"/>
                </a:lnTo>
                <a:lnTo>
                  <a:pt x="4769" y="83209"/>
                </a:lnTo>
                <a:lnTo>
                  <a:pt x="5320" y="82815"/>
                </a:lnTo>
                <a:lnTo>
                  <a:pt x="5320" y="82421"/>
                </a:lnTo>
                <a:lnTo>
                  <a:pt x="5687" y="82011"/>
                </a:lnTo>
                <a:lnTo>
                  <a:pt x="6237" y="81224"/>
                </a:lnTo>
                <a:lnTo>
                  <a:pt x="6237" y="80830"/>
                </a:lnTo>
                <a:lnTo>
                  <a:pt x="6604" y="80437"/>
                </a:lnTo>
                <a:lnTo>
                  <a:pt x="6604" y="80043"/>
                </a:lnTo>
                <a:lnTo>
                  <a:pt x="7154" y="79649"/>
                </a:lnTo>
                <a:lnTo>
                  <a:pt x="7154" y="79239"/>
                </a:lnTo>
                <a:lnTo>
                  <a:pt x="7521" y="78846"/>
                </a:lnTo>
                <a:lnTo>
                  <a:pt x="7888" y="78452"/>
                </a:lnTo>
                <a:lnTo>
                  <a:pt x="7888" y="78058"/>
                </a:lnTo>
                <a:lnTo>
                  <a:pt x="8438" y="77271"/>
                </a:lnTo>
                <a:lnTo>
                  <a:pt x="8805" y="76861"/>
                </a:lnTo>
                <a:lnTo>
                  <a:pt x="8805" y="76467"/>
                </a:lnTo>
                <a:lnTo>
                  <a:pt x="9356" y="76074"/>
                </a:lnTo>
                <a:lnTo>
                  <a:pt x="9356" y="75680"/>
                </a:lnTo>
                <a:lnTo>
                  <a:pt x="9723" y="75286"/>
                </a:lnTo>
                <a:lnTo>
                  <a:pt x="9723" y="74893"/>
                </a:lnTo>
                <a:lnTo>
                  <a:pt x="10090" y="74483"/>
                </a:lnTo>
                <a:lnTo>
                  <a:pt x="10640" y="73695"/>
                </a:lnTo>
                <a:lnTo>
                  <a:pt x="10640" y="73302"/>
                </a:lnTo>
                <a:lnTo>
                  <a:pt x="11007" y="72908"/>
                </a:lnTo>
                <a:lnTo>
                  <a:pt x="11007" y="72514"/>
                </a:lnTo>
                <a:lnTo>
                  <a:pt x="11557" y="72104"/>
                </a:lnTo>
                <a:lnTo>
                  <a:pt x="11924" y="71711"/>
                </a:lnTo>
                <a:lnTo>
                  <a:pt x="11924" y="71317"/>
                </a:lnTo>
                <a:lnTo>
                  <a:pt x="12475" y="70923"/>
                </a:lnTo>
                <a:lnTo>
                  <a:pt x="12475" y="70136"/>
                </a:lnTo>
                <a:lnTo>
                  <a:pt x="12841" y="69742"/>
                </a:lnTo>
                <a:lnTo>
                  <a:pt x="13208" y="69332"/>
                </a:lnTo>
                <a:lnTo>
                  <a:pt x="13208" y="68939"/>
                </a:lnTo>
                <a:lnTo>
                  <a:pt x="13759" y="68545"/>
                </a:lnTo>
                <a:lnTo>
                  <a:pt x="13759" y="68151"/>
                </a:lnTo>
                <a:lnTo>
                  <a:pt x="14126" y="67758"/>
                </a:lnTo>
                <a:lnTo>
                  <a:pt x="14126" y="66954"/>
                </a:lnTo>
                <a:lnTo>
                  <a:pt x="14676" y="66560"/>
                </a:lnTo>
                <a:lnTo>
                  <a:pt x="15043" y="66167"/>
                </a:lnTo>
                <a:lnTo>
                  <a:pt x="15043" y="65773"/>
                </a:lnTo>
                <a:lnTo>
                  <a:pt x="15410" y="65379"/>
                </a:lnTo>
                <a:lnTo>
                  <a:pt x="15960" y="64986"/>
                </a:lnTo>
                <a:lnTo>
                  <a:pt x="15960" y="64575"/>
                </a:lnTo>
                <a:lnTo>
                  <a:pt x="16327" y="64182"/>
                </a:lnTo>
                <a:lnTo>
                  <a:pt x="16327" y="63395"/>
                </a:lnTo>
                <a:lnTo>
                  <a:pt x="16877" y="63001"/>
                </a:lnTo>
                <a:lnTo>
                  <a:pt x="17244" y="62607"/>
                </a:lnTo>
                <a:lnTo>
                  <a:pt x="17244" y="62214"/>
                </a:lnTo>
                <a:lnTo>
                  <a:pt x="17611" y="61803"/>
                </a:lnTo>
                <a:lnTo>
                  <a:pt x="17611" y="61410"/>
                </a:lnTo>
                <a:lnTo>
                  <a:pt x="18162" y="60623"/>
                </a:lnTo>
                <a:lnTo>
                  <a:pt x="18162" y="60229"/>
                </a:lnTo>
                <a:lnTo>
                  <a:pt x="18529" y="59835"/>
                </a:lnTo>
                <a:lnTo>
                  <a:pt x="19079" y="59425"/>
                </a:lnTo>
                <a:lnTo>
                  <a:pt x="19079" y="59032"/>
                </a:lnTo>
                <a:lnTo>
                  <a:pt x="19446" y="58638"/>
                </a:lnTo>
                <a:lnTo>
                  <a:pt x="19996" y="58244"/>
                </a:lnTo>
                <a:lnTo>
                  <a:pt x="19996" y="57851"/>
                </a:lnTo>
                <a:lnTo>
                  <a:pt x="20363" y="57457"/>
                </a:lnTo>
                <a:lnTo>
                  <a:pt x="20363" y="56653"/>
                </a:lnTo>
                <a:lnTo>
                  <a:pt x="20730" y="56260"/>
                </a:lnTo>
                <a:lnTo>
                  <a:pt x="20730" y="55866"/>
                </a:lnTo>
                <a:lnTo>
                  <a:pt x="21280" y="55472"/>
                </a:lnTo>
                <a:lnTo>
                  <a:pt x="21647" y="55079"/>
                </a:lnTo>
                <a:lnTo>
                  <a:pt x="21647" y="54668"/>
                </a:lnTo>
                <a:lnTo>
                  <a:pt x="22198" y="53881"/>
                </a:lnTo>
                <a:lnTo>
                  <a:pt x="22198" y="53488"/>
                </a:lnTo>
                <a:lnTo>
                  <a:pt x="22565" y="53094"/>
                </a:lnTo>
                <a:lnTo>
                  <a:pt x="22932" y="52700"/>
                </a:lnTo>
                <a:lnTo>
                  <a:pt x="22932" y="52307"/>
                </a:lnTo>
                <a:lnTo>
                  <a:pt x="23482" y="51896"/>
                </a:lnTo>
                <a:lnTo>
                  <a:pt x="23849" y="51109"/>
                </a:lnTo>
                <a:lnTo>
                  <a:pt x="23849" y="50716"/>
                </a:lnTo>
                <a:lnTo>
                  <a:pt x="24399" y="50322"/>
                </a:lnTo>
                <a:lnTo>
                  <a:pt x="24399" y="49928"/>
                </a:lnTo>
                <a:lnTo>
                  <a:pt x="24766" y="49518"/>
                </a:lnTo>
                <a:lnTo>
                  <a:pt x="24766" y="49124"/>
                </a:lnTo>
                <a:lnTo>
                  <a:pt x="25316" y="48731"/>
                </a:lnTo>
                <a:lnTo>
                  <a:pt x="25683" y="47944"/>
                </a:lnTo>
                <a:lnTo>
                  <a:pt x="25683" y="47550"/>
                </a:lnTo>
                <a:lnTo>
                  <a:pt x="26050" y="47140"/>
                </a:lnTo>
                <a:lnTo>
                  <a:pt x="26050" y="46746"/>
                </a:lnTo>
                <a:lnTo>
                  <a:pt x="26601" y="46352"/>
                </a:lnTo>
                <a:lnTo>
                  <a:pt x="26968" y="45959"/>
                </a:lnTo>
                <a:lnTo>
                  <a:pt x="26968" y="45172"/>
                </a:lnTo>
                <a:lnTo>
                  <a:pt x="27518" y="44778"/>
                </a:lnTo>
                <a:lnTo>
                  <a:pt x="27518" y="44368"/>
                </a:lnTo>
                <a:lnTo>
                  <a:pt x="27885" y="43974"/>
                </a:lnTo>
                <a:lnTo>
                  <a:pt x="28252" y="43581"/>
                </a:lnTo>
                <a:lnTo>
                  <a:pt x="28252" y="43187"/>
                </a:lnTo>
                <a:lnTo>
                  <a:pt x="28802" y="42793"/>
                </a:lnTo>
                <a:lnTo>
                  <a:pt x="28802" y="41989"/>
                </a:lnTo>
                <a:lnTo>
                  <a:pt x="29169" y="41596"/>
                </a:lnTo>
                <a:lnTo>
                  <a:pt x="29169" y="41202"/>
                </a:lnTo>
                <a:lnTo>
                  <a:pt x="29719" y="40809"/>
                </a:lnTo>
                <a:lnTo>
                  <a:pt x="30086" y="40415"/>
                </a:lnTo>
                <a:lnTo>
                  <a:pt x="30086" y="40021"/>
                </a:lnTo>
                <a:lnTo>
                  <a:pt x="30637" y="39217"/>
                </a:lnTo>
                <a:lnTo>
                  <a:pt x="31004" y="38824"/>
                </a:lnTo>
                <a:lnTo>
                  <a:pt x="31004" y="38430"/>
                </a:lnTo>
                <a:lnTo>
                  <a:pt x="31370" y="38037"/>
                </a:lnTo>
                <a:lnTo>
                  <a:pt x="31370" y="37643"/>
                </a:lnTo>
                <a:lnTo>
                  <a:pt x="31921" y="37249"/>
                </a:lnTo>
                <a:lnTo>
                  <a:pt x="32288" y="36839"/>
                </a:lnTo>
                <a:lnTo>
                  <a:pt x="32288" y="36052"/>
                </a:lnTo>
                <a:lnTo>
                  <a:pt x="32838" y="35658"/>
                </a:lnTo>
                <a:lnTo>
                  <a:pt x="32838" y="35265"/>
                </a:lnTo>
                <a:lnTo>
                  <a:pt x="33205" y="34871"/>
                </a:lnTo>
                <a:lnTo>
                  <a:pt x="33205" y="34461"/>
                </a:lnTo>
                <a:lnTo>
                  <a:pt x="33572" y="34067"/>
                </a:lnTo>
                <a:lnTo>
                  <a:pt x="34122" y="33280"/>
                </a:lnTo>
                <a:lnTo>
                  <a:pt x="34122" y="32886"/>
                </a:lnTo>
                <a:lnTo>
                  <a:pt x="34489" y="32493"/>
                </a:lnTo>
                <a:lnTo>
                  <a:pt x="35040" y="32082"/>
                </a:lnTo>
                <a:lnTo>
                  <a:pt x="35040" y="31689"/>
                </a:lnTo>
                <a:lnTo>
                  <a:pt x="35407" y="30901"/>
                </a:lnTo>
                <a:lnTo>
                  <a:pt x="35407" y="30508"/>
                </a:lnTo>
                <a:lnTo>
                  <a:pt x="35773" y="30114"/>
                </a:lnTo>
                <a:lnTo>
                  <a:pt x="35773" y="29704"/>
                </a:lnTo>
                <a:lnTo>
                  <a:pt x="36324" y="29310"/>
                </a:lnTo>
                <a:lnTo>
                  <a:pt x="36691" y="28917"/>
                </a:lnTo>
                <a:lnTo>
                  <a:pt x="36691" y="28130"/>
                </a:lnTo>
                <a:lnTo>
                  <a:pt x="37241" y="27736"/>
                </a:lnTo>
                <a:lnTo>
                  <a:pt x="37608" y="27342"/>
                </a:lnTo>
                <a:lnTo>
                  <a:pt x="37608" y="26932"/>
                </a:lnTo>
                <a:lnTo>
                  <a:pt x="38158" y="26538"/>
                </a:lnTo>
                <a:lnTo>
                  <a:pt x="38158" y="26145"/>
                </a:lnTo>
                <a:lnTo>
                  <a:pt x="38525" y="25358"/>
                </a:lnTo>
                <a:lnTo>
                  <a:pt x="38525" y="24964"/>
                </a:lnTo>
                <a:lnTo>
                  <a:pt x="38892" y="24554"/>
                </a:lnTo>
                <a:lnTo>
                  <a:pt x="39443" y="24160"/>
                </a:lnTo>
                <a:lnTo>
                  <a:pt x="39443" y="23766"/>
                </a:lnTo>
                <a:lnTo>
                  <a:pt x="39809" y="22979"/>
                </a:lnTo>
                <a:lnTo>
                  <a:pt x="39809" y="22586"/>
                </a:lnTo>
                <a:lnTo>
                  <a:pt x="40360" y="22175"/>
                </a:lnTo>
                <a:lnTo>
                  <a:pt x="40727" y="21782"/>
                </a:lnTo>
                <a:lnTo>
                  <a:pt x="40727" y="21388"/>
                </a:lnTo>
                <a:lnTo>
                  <a:pt x="41094" y="20994"/>
                </a:lnTo>
                <a:lnTo>
                  <a:pt x="41644" y="20207"/>
                </a:lnTo>
                <a:lnTo>
                  <a:pt x="41644" y="19814"/>
                </a:lnTo>
                <a:lnTo>
                  <a:pt x="42011" y="19403"/>
                </a:lnTo>
                <a:lnTo>
                  <a:pt x="42011" y="19010"/>
                </a:lnTo>
                <a:lnTo>
                  <a:pt x="42561" y="18616"/>
                </a:lnTo>
                <a:lnTo>
                  <a:pt x="42561" y="17829"/>
                </a:lnTo>
                <a:lnTo>
                  <a:pt x="42928" y="17435"/>
                </a:lnTo>
                <a:lnTo>
                  <a:pt x="43479" y="17025"/>
                </a:lnTo>
                <a:lnTo>
                  <a:pt x="43479" y="16631"/>
                </a:lnTo>
                <a:lnTo>
                  <a:pt x="43845" y="16238"/>
                </a:lnTo>
                <a:lnTo>
                  <a:pt x="43845" y="15844"/>
                </a:lnTo>
                <a:lnTo>
                  <a:pt x="44212" y="15057"/>
                </a:lnTo>
                <a:lnTo>
                  <a:pt x="44212" y="14647"/>
                </a:lnTo>
                <a:lnTo>
                  <a:pt x="44763" y="14253"/>
                </a:lnTo>
                <a:lnTo>
                  <a:pt x="45130" y="13859"/>
                </a:lnTo>
                <a:lnTo>
                  <a:pt x="45130" y="13466"/>
                </a:lnTo>
                <a:lnTo>
                  <a:pt x="45680" y="12679"/>
                </a:lnTo>
                <a:lnTo>
                  <a:pt x="46047" y="12268"/>
                </a:lnTo>
                <a:lnTo>
                  <a:pt x="46047" y="11875"/>
                </a:lnTo>
                <a:lnTo>
                  <a:pt x="46414" y="11481"/>
                </a:lnTo>
                <a:lnTo>
                  <a:pt x="46414" y="11087"/>
                </a:lnTo>
                <a:lnTo>
                  <a:pt x="46964" y="10694"/>
                </a:lnTo>
                <a:lnTo>
                  <a:pt x="46964" y="9907"/>
                </a:lnTo>
                <a:lnTo>
                  <a:pt x="47331" y="9496"/>
                </a:lnTo>
                <a:lnTo>
                  <a:pt x="47882" y="9103"/>
                </a:lnTo>
                <a:lnTo>
                  <a:pt x="47882" y="8709"/>
                </a:lnTo>
                <a:lnTo>
                  <a:pt x="48248" y="8315"/>
                </a:lnTo>
                <a:lnTo>
                  <a:pt x="48799" y="7528"/>
                </a:lnTo>
                <a:lnTo>
                  <a:pt x="48799" y="7118"/>
                </a:lnTo>
                <a:lnTo>
                  <a:pt x="49166" y="6724"/>
                </a:lnTo>
                <a:lnTo>
                  <a:pt x="49166" y="6331"/>
                </a:lnTo>
                <a:lnTo>
                  <a:pt x="49533" y="5937"/>
                </a:lnTo>
                <a:lnTo>
                  <a:pt x="50083" y="5150"/>
                </a:lnTo>
                <a:lnTo>
                  <a:pt x="50083" y="4740"/>
                </a:lnTo>
                <a:lnTo>
                  <a:pt x="50450" y="4346"/>
                </a:lnTo>
                <a:lnTo>
                  <a:pt x="50450" y="3952"/>
                </a:lnTo>
                <a:lnTo>
                  <a:pt x="51000" y="3559"/>
                </a:lnTo>
                <a:lnTo>
                  <a:pt x="51000" y="3165"/>
                </a:lnTo>
                <a:lnTo>
                  <a:pt x="51367" y="2378"/>
                </a:lnTo>
                <a:lnTo>
                  <a:pt x="51734" y="1968"/>
                </a:lnTo>
                <a:lnTo>
                  <a:pt x="51734" y="1574"/>
                </a:lnTo>
                <a:lnTo>
                  <a:pt x="52284" y="1180"/>
                </a:lnTo>
                <a:lnTo>
                  <a:pt x="52651" y="393"/>
                </a:lnTo>
                <a:lnTo>
                  <a:pt x="52651" y="0"/>
                </a:lnTo>
              </a:path>
            </a:pathLst>
          </a:custGeom>
          <a:ln w="25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910129" y="2812338"/>
            <a:ext cx="52835" cy="97495"/>
          </a:xfrm>
          <a:custGeom>
            <a:avLst/>
            <a:gdLst/>
            <a:ahLst/>
            <a:cxnLst/>
            <a:rect l="l" t="t" r="r" b="b"/>
            <a:pathLst>
              <a:path w="52835" h="97495">
                <a:moveTo>
                  <a:pt x="0" y="97495"/>
                </a:moveTo>
                <a:lnTo>
                  <a:pt x="550" y="97085"/>
                </a:lnTo>
                <a:lnTo>
                  <a:pt x="550" y="96691"/>
                </a:lnTo>
                <a:lnTo>
                  <a:pt x="917" y="96298"/>
                </a:lnTo>
                <a:lnTo>
                  <a:pt x="917" y="95510"/>
                </a:lnTo>
                <a:lnTo>
                  <a:pt x="1284" y="95117"/>
                </a:lnTo>
                <a:lnTo>
                  <a:pt x="1834" y="94707"/>
                </a:lnTo>
                <a:lnTo>
                  <a:pt x="1834" y="94313"/>
                </a:lnTo>
                <a:lnTo>
                  <a:pt x="2201" y="93919"/>
                </a:lnTo>
                <a:lnTo>
                  <a:pt x="2201" y="93526"/>
                </a:lnTo>
                <a:lnTo>
                  <a:pt x="2751" y="92738"/>
                </a:lnTo>
                <a:lnTo>
                  <a:pt x="2751" y="92345"/>
                </a:lnTo>
                <a:lnTo>
                  <a:pt x="3118" y="91935"/>
                </a:lnTo>
                <a:lnTo>
                  <a:pt x="3669" y="91541"/>
                </a:lnTo>
                <a:lnTo>
                  <a:pt x="3669" y="91147"/>
                </a:lnTo>
                <a:lnTo>
                  <a:pt x="4036" y="90360"/>
                </a:lnTo>
                <a:lnTo>
                  <a:pt x="4402" y="89966"/>
                </a:lnTo>
                <a:lnTo>
                  <a:pt x="4402" y="89556"/>
                </a:lnTo>
                <a:lnTo>
                  <a:pt x="4953" y="89163"/>
                </a:lnTo>
                <a:lnTo>
                  <a:pt x="4953" y="88769"/>
                </a:lnTo>
                <a:lnTo>
                  <a:pt x="5320" y="87982"/>
                </a:lnTo>
                <a:lnTo>
                  <a:pt x="5870" y="87588"/>
                </a:lnTo>
                <a:lnTo>
                  <a:pt x="5870" y="87178"/>
                </a:lnTo>
                <a:lnTo>
                  <a:pt x="6237" y="86784"/>
                </a:lnTo>
                <a:lnTo>
                  <a:pt x="6237" y="85997"/>
                </a:lnTo>
                <a:lnTo>
                  <a:pt x="6604" y="85603"/>
                </a:lnTo>
                <a:lnTo>
                  <a:pt x="7154" y="85210"/>
                </a:lnTo>
                <a:lnTo>
                  <a:pt x="7154" y="84800"/>
                </a:lnTo>
                <a:lnTo>
                  <a:pt x="7521" y="84406"/>
                </a:lnTo>
                <a:lnTo>
                  <a:pt x="7521" y="83619"/>
                </a:lnTo>
                <a:lnTo>
                  <a:pt x="8072" y="83225"/>
                </a:lnTo>
                <a:lnTo>
                  <a:pt x="8438" y="82831"/>
                </a:lnTo>
                <a:lnTo>
                  <a:pt x="8438" y="82438"/>
                </a:lnTo>
                <a:lnTo>
                  <a:pt x="8989" y="81634"/>
                </a:lnTo>
                <a:lnTo>
                  <a:pt x="8989" y="81240"/>
                </a:lnTo>
                <a:lnTo>
                  <a:pt x="9356" y="80847"/>
                </a:lnTo>
                <a:lnTo>
                  <a:pt x="9356" y="80453"/>
                </a:lnTo>
                <a:lnTo>
                  <a:pt x="9723" y="80059"/>
                </a:lnTo>
                <a:lnTo>
                  <a:pt x="10273" y="79256"/>
                </a:lnTo>
                <a:lnTo>
                  <a:pt x="10273" y="78862"/>
                </a:lnTo>
                <a:lnTo>
                  <a:pt x="10640" y="78468"/>
                </a:lnTo>
                <a:lnTo>
                  <a:pt x="11190" y="78075"/>
                </a:lnTo>
                <a:lnTo>
                  <a:pt x="11190" y="77681"/>
                </a:lnTo>
                <a:lnTo>
                  <a:pt x="11557" y="76877"/>
                </a:lnTo>
                <a:lnTo>
                  <a:pt x="11557" y="76484"/>
                </a:lnTo>
                <a:lnTo>
                  <a:pt x="11924" y="76090"/>
                </a:lnTo>
                <a:lnTo>
                  <a:pt x="11924" y="75696"/>
                </a:lnTo>
                <a:lnTo>
                  <a:pt x="12475" y="74909"/>
                </a:lnTo>
                <a:lnTo>
                  <a:pt x="12841" y="74499"/>
                </a:lnTo>
                <a:lnTo>
                  <a:pt x="12841" y="74105"/>
                </a:lnTo>
                <a:lnTo>
                  <a:pt x="13392" y="73712"/>
                </a:lnTo>
                <a:lnTo>
                  <a:pt x="13392" y="73318"/>
                </a:lnTo>
                <a:lnTo>
                  <a:pt x="13759" y="72531"/>
                </a:lnTo>
                <a:lnTo>
                  <a:pt x="14309" y="72121"/>
                </a:lnTo>
                <a:lnTo>
                  <a:pt x="14309" y="71727"/>
                </a:lnTo>
                <a:lnTo>
                  <a:pt x="14676" y="71333"/>
                </a:lnTo>
                <a:lnTo>
                  <a:pt x="15043" y="70940"/>
                </a:lnTo>
                <a:lnTo>
                  <a:pt x="15043" y="70152"/>
                </a:lnTo>
                <a:lnTo>
                  <a:pt x="15593" y="69742"/>
                </a:lnTo>
                <a:lnTo>
                  <a:pt x="15593" y="69349"/>
                </a:lnTo>
                <a:lnTo>
                  <a:pt x="15960" y="68955"/>
                </a:lnTo>
                <a:lnTo>
                  <a:pt x="15960" y="68168"/>
                </a:lnTo>
                <a:lnTo>
                  <a:pt x="16511" y="67774"/>
                </a:lnTo>
                <a:lnTo>
                  <a:pt x="16877" y="67364"/>
                </a:lnTo>
                <a:lnTo>
                  <a:pt x="16877" y="66970"/>
                </a:lnTo>
                <a:lnTo>
                  <a:pt x="17244" y="66183"/>
                </a:lnTo>
                <a:lnTo>
                  <a:pt x="17244" y="65789"/>
                </a:lnTo>
                <a:lnTo>
                  <a:pt x="17795" y="65396"/>
                </a:lnTo>
                <a:lnTo>
                  <a:pt x="18162" y="65002"/>
                </a:lnTo>
                <a:lnTo>
                  <a:pt x="18162" y="64592"/>
                </a:lnTo>
                <a:lnTo>
                  <a:pt x="18712" y="63805"/>
                </a:lnTo>
                <a:lnTo>
                  <a:pt x="18712" y="63411"/>
                </a:lnTo>
                <a:lnTo>
                  <a:pt x="19079" y="63017"/>
                </a:lnTo>
                <a:lnTo>
                  <a:pt x="19629" y="62624"/>
                </a:lnTo>
                <a:lnTo>
                  <a:pt x="19629" y="61820"/>
                </a:lnTo>
                <a:lnTo>
                  <a:pt x="19996" y="61426"/>
                </a:lnTo>
                <a:lnTo>
                  <a:pt x="19996" y="61033"/>
                </a:lnTo>
                <a:lnTo>
                  <a:pt x="20363" y="60639"/>
                </a:lnTo>
                <a:lnTo>
                  <a:pt x="20363" y="60245"/>
                </a:lnTo>
                <a:lnTo>
                  <a:pt x="20913" y="59442"/>
                </a:lnTo>
                <a:lnTo>
                  <a:pt x="21280" y="59048"/>
                </a:lnTo>
                <a:lnTo>
                  <a:pt x="21280" y="58654"/>
                </a:lnTo>
                <a:lnTo>
                  <a:pt x="21831" y="58261"/>
                </a:lnTo>
                <a:lnTo>
                  <a:pt x="22198" y="57867"/>
                </a:lnTo>
                <a:lnTo>
                  <a:pt x="22198" y="57063"/>
                </a:lnTo>
                <a:lnTo>
                  <a:pt x="22565" y="56670"/>
                </a:lnTo>
                <a:lnTo>
                  <a:pt x="22565" y="56276"/>
                </a:lnTo>
                <a:lnTo>
                  <a:pt x="23115" y="55882"/>
                </a:lnTo>
                <a:lnTo>
                  <a:pt x="23482" y="55095"/>
                </a:lnTo>
                <a:lnTo>
                  <a:pt x="23482" y="54685"/>
                </a:lnTo>
                <a:lnTo>
                  <a:pt x="24032" y="54291"/>
                </a:lnTo>
                <a:lnTo>
                  <a:pt x="24032" y="53898"/>
                </a:lnTo>
                <a:lnTo>
                  <a:pt x="24399" y="53504"/>
                </a:lnTo>
                <a:lnTo>
                  <a:pt x="24399" y="52717"/>
                </a:lnTo>
                <a:lnTo>
                  <a:pt x="24766" y="52307"/>
                </a:lnTo>
                <a:lnTo>
                  <a:pt x="25316" y="51913"/>
                </a:lnTo>
                <a:lnTo>
                  <a:pt x="25316" y="51519"/>
                </a:lnTo>
                <a:lnTo>
                  <a:pt x="25683" y="50732"/>
                </a:lnTo>
                <a:lnTo>
                  <a:pt x="26234" y="50338"/>
                </a:lnTo>
                <a:lnTo>
                  <a:pt x="26234" y="49928"/>
                </a:lnTo>
                <a:lnTo>
                  <a:pt x="26601" y="49141"/>
                </a:lnTo>
                <a:lnTo>
                  <a:pt x="26601" y="48747"/>
                </a:lnTo>
                <a:lnTo>
                  <a:pt x="27151" y="48354"/>
                </a:lnTo>
                <a:lnTo>
                  <a:pt x="27151" y="47960"/>
                </a:lnTo>
                <a:lnTo>
                  <a:pt x="27518" y="47566"/>
                </a:lnTo>
                <a:lnTo>
                  <a:pt x="27885" y="46763"/>
                </a:lnTo>
                <a:lnTo>
                  <a:pt x="27885" y="46369"/>
                </a:lnTo>
                <a:lnTo>
                  <a:pt x="28435" y="45975"/>
                </a:lnTo>
                <a:lnTo>
                  <a:pt x="28435" y="45582"/>
                </a:lnTo>
                <a:lnTo>
                  <a:pt x="28802" y="44778"/>
                </a:lnTo>
                <a:lnTo>
                  <a:pt x="29352" y="44384"/>
                </a:lnTo>
                <a:lnTo>
                  <a:pt x="29352" y="43991"/>
                </a:lnTo>
                <a:lnTo>
                  <a:pt x="29719" y="43597"/>
                </a:lnTo>
                <a:lnTo>
                  <a:pt x="29719" y="43203"/>
                </a:lnTo>
                <a:lnTo>
                  <a:pt x="30086" y="42400"/>
                </a:lnTo>
                <a:lnTo>
                  <a:pt x="30637" y="42006"/>
                </a:lnTo>
                <a:lnTo>
                  <a:pt x="30637" y="41612"/>
                </a:lnTo>
                <a:lnTo>
                  <a:pt x="31004" y="41219"/>
                </a:lnTo>
                <a:lnTo>
                  <a:pt x="31004" y="40431"/>
                </a:lnTo>
                <a:lnTo>
                  <a:pt x="31554" y="40038"/>
                </a:lnTo>
                <a:lnTo>
                  <a:pt x="31921" y="39628"/>
                </a:lnTo>
                <a:lnTo>
                  <a:pt x="31921" y="38840"/>
                </a:lnTo>
                <a:lnTo>
                  <a:pt x="32471" y="38447"/>
                </a:lnTo>
                <a:lnTo>
                  <a:pt x="32838" y="38053"/>
                </a:lnTo>
                <a:lnTo>
                  <a:pt x="32838" y="37659"/>
                </a:lnTo>
                <a:lnTo>
                  <a:pt x="33205" y="37249"/>
                </a:lnTo>
                <a:lnTo>
                  <a:pt x="33205" y="36462"/>
                </a:lnTo>
                <a:lnTo>
                  <a:pt x="33755" y="36068"/>
                </a:lnTo>
                <a:lnTo>
                  <a:pt x="33755" y="35675"/>
                </a:lnTo>
                <a:lnTo>
                  <a:pt x="34122" y="35281"/>
                </a:lnTo>
                <a:lnTo>
                  <a:pt x="34673" y="34477"/>
                </a:lnTo>
                <a:lnTo>
                  <a:pt x="34673" y="34084"/>
                </a:lnTo>
                <a:lnTo>
                  <a:pt x="35040" y="33690"/>
                </a:lnTo>
                <a:lnTo>
                  <a:pt x="35040" y="33296"/>
                </a:lnTo>
                <a:lnTo>
                  <a:pt x="35407" y="32509"/>
                </a:lnTo>
                <a:lnTo>
                  <a:pt x="35407" y="32099"/>
                </a:lnTo>
                <a:lnTo>
                  <a:pt x="35957" y="31705"/>
                </a:lnTo>
                <a:lnTo>
                  <a:pt x="36324" y="30918"/>
                </a:lnTo>
                <a:lnTo>
                  <a:pt x="36324" y="30524"/>
                </a:lnTo>
                <a:lnTo>
                  <a:pt x="36874" y="30131"/>
                </a:lnTo>
                <a:lnTo>
                  <a:pt x="37241" y="29721"/>
                </a:lnTo>
                <a:lnTo>
                  <a:pt x="37241" y="29327"/>
                </a:lnTo>
                <a:lnTo>
                  <a:pt x="37791" y="28540"/>
                </a:lnTo>
                <a:lnTo>
                  <a:pt x="37791" y="28146"/>
                </a:lnTo>
                <a:lnTo>
                  <a:pt x="38158" y="27752"/>
                </a:lnTo>
                <a:lnTo>
                  <a:pt x="38158" y="27342"/>
                </a:lnTo>
                <a:lnTo>
                  <a:pt x="38525" y="26555"/>
                </a:lnTo>
                <a:lnTo>
                  <a:pt x="39076" y="26161"/>
                </a:lnTo>
                <a:lnTo>
                  <a:pt x="39076" y="25768"/>
                </a:lnTo>
                <a:lnTo>
                  <a:pt x="39443" y="24964"/>
                </a:lnTo>
                <a:lnTo>
                  <a:pt x="39993" y="24570"/>
                </a:lnTo>
                <a:lnTo>
                  <a:pt x="39993" y="24177"/>
                </a:lnTo>
                <a:lnTo>
                  <a:pt x="40360" y="23783"/>
                </a:lnTo>
                <a:lnTo>
                  <a:pt x="40360" y="23389"/>
                </a:lnTo>
                <a:lnTo>
                  <a:pt x="40727" y="22602"/>
                </a:lnTo>
                <a:lnTo>
                  <a:pt x="41277" y="22192"/>
                </a:lnTo>
                <a:lnTo>
                  <a:pt x="41277" y="21798"/>
                </a:lnTo>
                <a:lnTo>
                  <a:pt x="41644" y="21405"/>
                </a:lnTo>
                <a:lnTo>
                  <a:pt x="41644" y="20617"/>
                </a:lnTo>
                <a:lnTo>
                  <a:pt x="42194" y="20224"/>
                </a:lnTo>
                <a:lnTo>
                  <a:pt x="42194" y="19814"/>
                </a:lnTo>
                <a:lnTo>
                  <a:pt x="42561" y="19026"/>
                </a:lnTo>
                <a:lnTo>
                  <a:pt x="42928" y="18633"/>
                </a:lnTo>
                <a:lnTo>
                  <a:pt x="42928" y="18239"/>
                </a:lnTo>
                <a:lnTo>
                  <a:pt x="43479" y="17845"/>
                </a:lnTo>
                <a:lnTo>
                  <a:pt x="43845" y="17435"/>
                </a:lnTo>
                <a:lnTo>
                  <a:pt x="43845" y="16648"/>
                </a:lnTo>
                <a:lnTo>
                  <a:pt x="44396" y="16254"/>
                </a:lnTo>
                <a:lnTo>
                  <a:pt x="44396" y="15861"/>
                </a:lnTo>
                <a:lnTo>
                  <a:pt x="44763" y="15073"/>
                </a:lnTo>
                <a:lnTo>
                  <a:pt x="44763" y="14663"/>
                </a:lnTo>
                <a:lnTo>
                  <a:pt x="45313" y="14270"/>
                </a:lnTo>
                <a:lnTo>
                  <a:pt x="45680" y="13876"/>
                </a:lnTo>
                <a:lnTo>
                  <a:pt x="45680" y="13089"/>
                </a:lnTo>
                <a:lnTo>
                  <a:pt x="46047" y="12695"/>
                </a:lnTo>
                <a:lnTo>
                  <a:pt x="46047" y="12285"/>
                </a:lnTo>
                <a:lnTo>
                  <a:pt x="46597" y="11891"/>
                </a:lnTo>
                <a:lnTo>
                  <a:pt x="46597" y="11104"/>
                </a:lnTo>
                <a:lnTo>
                  <a:pt x="46964" y="10710"/>
                </a:lnTo>
                <a:lnTo>
                  <a:pt x="47515" y="10317"/>
                </a:lnTo>
                <a:lnTo>
                  <a:pt x="47515" y="9513"/>
                </a:lnTo>
                <a:lnTo>
                  <a:pt x="47882" y="9119"/>
                </a:lnTo>
                <a:lnTo>
                  <a:pt x="48248" y="8726"/>
                </a:lnTo>
                <a:lnTo>
                  <a:pt x="48248" y="8332"/>
                </a:lnTo>
                <a:lnTo>
                  <a:pt x="48799" y="7938"/>
                </a:lnTo>
                <a:lnTo>
                  <a:pt x="48799" y="7135"/>
                </a:lnTo>
                <a:lnTo>
                  <a:pt x="49166" y="6741"/>
                </a:lnTo>
                <a:lnTo>
                  <a:pt x="49716" y="6347"/>
                </a:lnTo>
                <a:lnTo>
                  <a:pt x="49716" y="5560"/>
                </a:lnTo>
                <a:lnTo>
                  <a:pt x="50083" y="5166"/>
                </a:lnTo>
                <a:lnTo>
                  <a:pt x="50083" y="4756"/>
                </a:lnTo>
                <a:lnTo>
                  <a:pt x="50633" y="4363"/>
                </a:lnTo>
                <a:lnTo>
                  <a:pt x="51000" y="3575"/>
                </a:lnTo>
                <a:lnTo>
                  <a:pt x="51000" y="3182"/>
                </a:lnTo>
                <a:lnTo>
                  <a:pt x="51367" y="2788"/>
                </a:lnTo>
                <a:lnTo>
                  <a:pt x="51367" y="2378"/>
                </a:lnTo>
                <a:lnTo>
                  <a:pt x="51918" y="1591"/>
                </a:lnTo>
                <a:lnTo>
                  <a:pt x="52284" y="1197"/>
                </a:lnTo>
                <a:lnTo>
                  <a:pt x="52284" y="803"/>
                </a:lnTo>
                <a:lnTo>
                  <a:pt x="52835" y="0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962964" y="2710103"/>
            <a:ext cx="52284" cy="102235"/>
          </a:xfrm>
          <a:custGeom>
            <a:avLst/>
            <a:gdLst/>
            <a:ahLst/>
            <a:cxnLst/>
            <a:rect l="l" t="t" r="r" b="b"/>
            <a:pathLst>
              <a:path w="52284" h="102235">
                <a:moveTo>
                  <a:pt x="0" y="102235"/>
                </a:moveTo>
                <a:lnTo>
                  <a:pt x="0" y="101842"/>
                </a:lnTo>
                <a:lnTo>
                  <a:pt x="366" y="101448"/>
                </a:lnTo>
                <a:lnTo>
                  <a:pt x="366" y="101054"/>
                </a:lnTo>
                <a:lnTo>
                  <a:pt x="733" y="100267"/>
                </a:lnTo>
                <a:lnTo>
                  <a:pt x="1284" y="99873"/>
                </a:lnTo>
                <a:lnTo>
                  <a:pt x="1284" y="99463"/>
                </a:lnTo>
                <a:lnTo>
                  <a:pt x="1651" y="99070"/>
                </a:lnTo>
                <a:lnTo>
                  <a:pt x="2201" y="98282"/>
                </a:lnTo>
                <a:lnTo>
                  <a:pt x="2201" y="97889"/>
                </a:lnTo>
                <a:lnTo>
                  <a:pt x="2568" y="97495"/>
                </a:lnTo>
                <a:lnTo>
                  <a:pt x="2568" y="97085"/>
                </a:lnTo>
                <a:lnTo>
                  <a:pt x="3118" y="96298"/>
                </a:lnTo>
                <a:lnTo>
                  <a:pt x="3118" y="95904"/>
                </a:lnTo>
                <a:lnTo>
                  <a:pt x="3485" y="95510"/>
                </a:lnTo>
                <a:lnTo>
                  <a:pt x="3852" y="94707"/>
                </a:lnTo>
                <a:lnTo>
                  <a:pt x="3852" y="94313"/>
                </a:lnTo>
                <a:lnTo>
                  <a:pt x="4402" y="93919"/>
                </a:lnTo>
                <a:lnTo>
                  <a:pt x="4402" y="93526"/>
                </a:lnTo>
                <a:lnTo>
                  <a:pt x="4769" y="92738"/>
                </a:lnTo>
                <a:lnTo>
                  <a:pt x="5320" y="92345"/>
                </a:lnTo>
                <a:lnTo>
                  <a:pt x="5320" y="91935"/>
                </a:lnTo>
                <a:lnTo>
                  <a:pt x="5687" y="91147"/>
                </a:lnTo>
                <a:lnTo>
                  <a:pt x="6054" y="90754"/>
                </a:lnTo>
                <a:lnTo>
                  <a:pt x="6054" y="90360"/>
                </a:lnTo>
                <a:lnTo>
                  <a:pt x="6604" y="89966"/>
                </a:lnTo>
                <a:lnTo>
                  <a:pt x="6604" y="89163"/>
                </a:lnTo>
                <a:lnTo>
                  <a:pt x="6971" y="88769"/>
                </a:lnTo>
                <a:lnTo>
                  <a:pt x="6971" y="88375"/>
                </a:lnTo>
                <a:lnTo>
                  <a:pt x="7521" y="87588"/>
                </a:lnTo>
                <a:lnTo>
                  <a:pt x="7888" y="87178"/>
                </a:lnTo>
                <a:lnTo>
                  <a:pt x="7888" y="86784"/>
                </a:lnTo>
                <a:lnTo>
                  <a:pt x="8255" y="86391"/>
                </a:lnTo>
                <a:lnTo>
                  <a:pt x="8255" y="85603"/>
                </a:lnTo>
                <a:lnTo>
                  <a:pt x="8805" y="85210"/>
                </a:lnTo>
                <a:lnTo>
                  <a:pt x="9172" y="84800"/>
                </a:lnTo>
                <a:lnTo>
                  <a:pt x="9172" y="84406"/>
                </a:lnTo>
                <a:lnTo>
                  <a:pt x="9723" y="83619"/>
                </a:lnTo>
                <a:lnTo>
                  <a:pt x="9723" y="83225"/>
                </a:lnTo>
                <a:lnTo>
                  <a:pt x="10090" y="82831"/>
                </a:lnTo>
                <a:lnTo>
                  <a:pt x="10640" y="82028"/>
                </a:lnTo>
                <a:lnTo>
                  <a:pt x="10640" y="81634"/>
                </a:lnTo>
                <a:lnTo>
                  <a:pt x="11007" y="81240"/>
                </a:lnTo>
                <a:lnTo>
                  <a:pt x="11007" y="80847"/>
                </a:lnTo>
                <a:lnTo>
                  <a:pt x="11374" y="80059"/>
                </a:lnTo>
                <a:lnTo>
                  <a:pt x="11374" y="79649"/>
                </a:lnTo>
                <a:lnTo>
                  <a:pt x="11924" y="79256"/>
                </a:lnTo>
                <a:lnTo>
                  <a:pt x="12291" y="78468"/>
                </a:lnTo>
                <a:lnTo>
                  <a:pt x="12841" y="78075"/>
                </a:lnTo>
                <a:lnTo>
                  <a:pt x="12841" y="77681"/>
                </a:lnTo>
                <a:lnTo>
                  <a:pt x="13208" y="77271"/>
                </a:lnTo>
                <a:lnTo>
                  <a:pt x="13208" y="76484"/>
                </a:lnTo>
                <a:lnTo>
                  <a:pt x="13575" y="76090"/>
                </a:lnTo>
                <a:lnTo>
                  <a:pt x="13575" y="75696"/>
                </a:lnTo>
                <a:lnTo>
                  <a:pt x="14126" y="74909"/>
                </a:lnTo>
                <a:lnTo>
                  <a:pt x="14493" y="74499"/>
                </a:lnTo>
                <a:lnTo>
                  <a:pt x="14493" y="74105"/>
                </a:lnTo>
                <a:lnTo>
                  <a:pt x="15043" y="73712"/>
                </a:lnTo>
                <a:lnTo>
                  <a:pt x="15043" y="72924"/>
                </a:lnTo>
                <a:lnTo>
                  <a:pt x="15410" y="72531"/>
                </a:lnTo>
                <a:lnTo>
                  <a:pt x="15410" y="72121"/>
                </a:lnTo>
                <a:lnTo>
                  <a:pt x="15960" y="71333"/>
                </a:lnTo>
                <a:lnTo>
                  <a:pt x="16327" y="70940"/>
                </a:lnTo>
                <a:lnTo>
                  <a:pt x="16327" y="70546"/>
                </a:lnTo>
                <a:lnTo>
                  <a:pt x="16694" y="70152"/>
                </a:lnTo>
                <a:lnTo>
                  <a:pt x="17244" y="69349"/>
                </a:lnTo>
                <a:lnTo>
                  <a:pt x="17244" y="68955"/>
                </a:lnTo>
                <a:lnTo>
                  <a:pt x="17611" y="68561"/>
                </a:lnTo>
                <a:lnTo>
                  <a:pt x="17611" y="68168"/>
                </a:lnTo>
                <a:lnTo>
                  <a:pt x="18162" y="67364"/>
                </a:lnTo>
                <a:lnTo>
                  <a:pt x="18162" y="66970"/>
                </a:lnTo>
                <a:lnTo>
                  <a:pt x="18529" y="66183"/>
                </a:lnTo>
                <a:lnTo>
                  <a:pt x="18895" y="65789"/>
                </a:lnTo>
                <a:lnTo>
                  <a:pt x="18895" y="65396"/>
                </a:lnTo>
                <a:lnTo>
                  <a:pt x="19446" y="65002"/>
                </a:lnTo>
                <a:lnTo>
                  <a:pt x="19446" y="64592"/>
                </a:lnTo>
                <a:lnTo>
                  <a:pt x="19813" y="63805"/>
                </a:lnTo>
                <a:lnTo>
                  <a:pt x="20363" y="63411"/>
                </a:lnTo>
                <a:lnTo>
                  <a:pt x="20363" y="63017"/>
                </a:lnTo>
                <a:lnTo>
                  <a:pt x="20730" y="62214"/>
                </a:lnTo>
                <a:lnTo>
                  <a:pt x="20730" y="61820"/>
                </a:lnTo>
                <a:lnTo>
                  <a:pt x="21280" y="61426"/>
                </a:lnTo>
                <a:lnTo>
                  <a:pt x="21647" y="60639"/>
                </a:lnTo>
                <a:lnTo>
                  <a:pt x="21647" y="60245"/>
                </a:lnTo>
                <a:lnTo>
                  <a:pt x="22014" y="59835"/>
                </a:lnTo>
                <a:lnTo>
                  <a:pt x="22014" y="59442"/>
                </a:lnTo>
                <a:lnTo>
                  <a:pt x="22565" y="58654"/>
                </a:lnTo>
                <a:lnTo>
                  <a:pt x="22932" y="58261"/>
                </a:lnTo>
                <a:lnTo>
                  <a:pt x="22932" y="57867"/>
                </a:lnTo>
                <a:lnTo>
                  <a:pt x="23482" y="57063"/>
                </a:lnTo>
                <a:lnTo>
                  <a:pt x="23849" y="56670"/>
                </a:lnTo>
                <a:lnTo>
                  <a:pt x="23849" y="56276"/>
                </a:lnTo>
                <a:lnTo>
                  <a:pt x="24216" y="55489"/>
                </a:lnTo>
                <a:lnTo>
                  <a:pt x="24216" y="55095"/>
                </a:lnTo>
                <a:lnTo>
                  <a:pt x="24766" y="54685"/>
                </a:lnTo>
                <a:lnTo>
                  <a:pt x="24766" y="54291"/>
                </a:lnTo>
                <a:lnTo>
                  <a:pt x="25133" y="53504"/>
                </a:lnTo>
                <a:lnTo>
                  <a:pt x="25683" y="53110"/>
                </a:lnTo>
                <a:lnTo>
                  <a:pt x="25683" y="52717"/>
                </a:lnTo>
                <a:lnTo>
                  <a:pt x="26050" y="51913"/>
                </a:lnTo>
                <a:lnTo>
                  <a:pt x="26050" y="51519"/>
                </a:lnTo>
                <a:lnTo>
                  <a:pt x="26417" y="51126"/>
                </a:lnTo>
                <a:lnTo>
                  <a:pt x="26417" y="50338"/>
                </a:lnTo>
                <a:lnTo>
                  <a:pt x="26968" y="49928"/>
                </a:lnTo>
                <a:lnTo>
                  <a:pt x="27334" y="49535"/>
                </a:lnTo>
                <a:lnTo>
                  <a:pt x="27334" y="49141"/>
                </a:lnTo>
                <a:lnTo>
                  <a:pt x="27885" y="48354"/>
                </a:lnTo>
                <a:lnTo>
                  <a:pt x="28252" y="47960"/>
                </a:lnTo>
                <a:lnTo>
                  <a:pt x="28252" y="47566"/>
                </a:lnTo>
                <a:lnTo>
                  <a:pt x="28802" y="46763"/>
                </a:lnTo>
                <a:lnTo>
                  <a:pt x="28802" y="46369"/>
                </a:lnTo>
                <a:lnTo>
                  <a:pt x="29169" y="45975"/>
                </a:lnTo>
                <a:lnTo>
                  <a:pt x="29169" y="45582"/>
                </a:lnTo>
                <a:lnTo>
                  <a:pt x="29536" y="44778"/>
                </a:lnTo>
                <a:lnTo>
                  <a:pt x="30086" y="44384"/>
                </a:lnTo>
                <a:lnTo>
                  <a:pt x="30086" y="43991"/>
                </a:lnTo>
                <a:lnTo>
                  <a:pt x="30453" y="43203"/>
                </a:lnTo>
                <a:lnTo>
                  <a:pt x="31004" y="42810"/>
                </a:lnTo>
                <a:lnTo>
                  <a:pt x="31004" y="42006"/>
                </a:lnTo>
                <a:lnTo>
                  <a:pt x="31370" y="41612"/>
                </a:lnTo>
                <a:lnTo>
                  <a:pt x="31370" y="41219"/>
                </a:lnTo>
                <a:lnTo>
                  <a:pt x="31737" y="40825"/>
                </a:lnTo>
                <a:lnTo>
                  <a:pt x="32288" y="40038"/>
                </a:lnTo>
                <a:lnTo>
                  <a:pt x="32288" y="39628"/>
                </a:lnTo>
                <a:lnTo>
                  <a:pt x="32655" y="39234"/>
                </a:lnTo>
                <a:lnTo>
                  <a:pt x="32655" y="38840"/>
                </a:lnTo>
                <a:lnTo>
                  <a:pt x="33205" y="38053"/>
                </a:lnTo>
                <a:lnTo>
                  <a:pt x="33205" y="37659"/>
                </a:lnTo>
                <a:lnTo>
                  <a:pt x="33572" y="36856"/>
                </a:lnTo>
                <a:lnTo>
                  <a:pt x="34122" y="36462"/>
                </a:lnTo>
                <a:lnTo>
                  <a:pt x="34122" y="36068"/>
                </a:lnTo>
                <a:lnTo>
                  <a:pt x="34489" y="35675"/>
                </a:lnTo>
                <a:lnTo>
                  <a:pt x="34856" y="34871"/>
                </a:lnTo>
                <a:lnTo>
                  <a:pt x="34856" y="34477"/>
                </a:lnTo>
                <a:lnTo>
                  <a:pt x="35407" y="34084"/>
                </a:lnTo>
                <a:lnTo>
                  <a:pt x="35407" y="33690"/>
                </a:lnTo>
                <a:lnTo>
                  <a:pt x="35773" y="32903"/>
                </a:lnTo>
                <a:lnTo>
                  <a:pt x="35773" y="32509"/>
                </a:lnTo>
                <a:lnTo>
                  <a:pt x="36324" y="31705"/>
                </a:lnTo>
                <a:lnTo>
                  <a:pt x="36691" y="31312"/>
                </a:lnTo>
                <a:lnTo>
                  <a:pt x="36691" y="30918"/>
                </a:lnTo>
                <a:lnTo>
                  <a:pt x="37058" y="30524"/>
                </a:lnTo>
                <a:lnTo>
                  <a:pt x="37058" y="29721"/>
                </a:lnTo>
                <a:lnTo>
                  <a:pt x="37608" y="29327"/>
                </a:lnTo>
                <a:lnTo>
                  <a:pt x="37608" y="28933"/>
                </a:lnTo>
                <a:lnTo>
                  <a:pt x="37975" y="28146"/>
                </a:lnTo>
                <a:lnTo>
                  <a:pt x="38525" y="27752"/>
                </a:lnTo>
                <a:lnTo>
                  <a:pt x="38892" y="27342"/>
                </a:lnTo>
                <a:lnTo>
                  <a:pt x="38892" y="26555"/>
                </a:lnTo>
                <a:lnTo>
                  <a:pt x="39443" y="26161"/>
                </a:lnTo>
                <a:lnTo>
                  <a:pt x="39443" y="25768"/>
                </a:lnTo>
                <a:lnTo>
                  <a:pt x="39809" y="24964"/>
                </a:lnTo>
                <a:lnTo>
                  <a:pt x="39809" y="24570"/>
                </a:lnTo>
                <a:lnTo>
                  <a:pt x="40176" y="24177"/>
                </a:lnTo>
                <a:lnTo>
                  <a:pt x="40727" y="23783"/>
                </a:lnTo>
                <a:lnTo>
                  <a:pt x="40727" y="22996"/>
                </a:lnTo>
                <a:lnTo>
                  <a:pt x="41094" y="22602"/>
                </a:lnTo>
                <a:lnTo>
                  <a:pt x="41094" y="22192"/>
                </a:lnTo>
                <a:lnTo>
                  <a:pt x="41644" y="21405"/>
                </a:lnTo>
                <a:lnTo>
                  <a:pt x="42011" y="21011"/>
                </a:lnTo>
                <a:lnTo>
                  <a:pt x="42011" y="20617"/>
                </a:lnTo>
                <a:lnTo>
                  <a:pt x="42378" y="19814"/>
                </a:lnTo>
                <a:lnTo>
                  <a:pt x="42378" y="19420"/>
                </a:lnTo>
                <a:lnTo>
                  <a:pt x="42928" y="19026"/>
                </a:lnTo>
                <a:lnTo>
                  <a:pt x="43295" y="18239"/>
                </a:lnTo>
                <a:lnTo>
                  <a:pt x="43295" y="17845"/>
                </a:lnTo>
                <a:lnTo>
                  <a:pt x="43845" y="17435"/>
                </a:lnTo>
                <a:lnTo>
                  <a:pt x="43845" y="17042"/>
                </a:lnTo>
                <a:lnTo>
                  <a:pt x="44212" y="16254"/>
                </a:lnTo>
                <a:lnTo>
                  <a:pt x="44212" y="15861"/>
                </a:lnTo>
                <a:lnTo>
                  <a:pt x="44579" y="15467"/>
                </a:lnTo>
                <a:lnTo>
                  <a:pt x="45130" y="14663"/>
                </a:lnTo>
                <a:lnTo>
                  <a:pt x="45130" y="14270"/>
                </a:lnTo>
                <a:lnTo>
                  <a:pt x="45497" y="13876"/>
                </a:lnTo>
                <a:lnTo>
                  <a:pt x="46047" y="13089"/>
                </a:lnTo>
                <a:lnTo>
                  <a:pt x="46047" y="12695"/>
                </a:lnTo>
                <a:lnTo>
                  <a:pt x="46414" y="12285"/>
                </a:lnTo>
                <a:lnTo>
                  <a:pt x="46414" y="11498"/>
                </a:lnTo>
                <a:lnTo>
                  <a:pt x="46964" y="11104"/>
                </a:lnTo>
                <a:lnTo>
                  <a:pt x="47331" y="10710"/>
                </a:lnTo>
                <a:lnTo>
                  <a:pt x="47331" y="9907"/>
                </a:lnTo>
                <a:lnTo>
                  <a:pt x="47698" y="9513"/>
                </a:lnTo>
                <a:lnTo>
                  <a:pt x="47698" y="9119"/>
                </a:lnTo>
                <a:lnTo>
                  <a:pt x="48248" y="8726"/>
                </a:lnTo>
                <a:lnTo>
                  <a:pt x="48248" y="7938"/>
                </a:lnTo>
                <a:lnTo>
                  <a:pt x="48615" y="7528"/>
                </a:lnTo>
                <a:lnTo>
                  <a:pt x="49166" y="7135"/>
                </a:lnTo>
                <a:lnTo>
                  <a:pt x="49166" y="6347"/>
                </a:lnTo>
                <a:lnTo>
                  <a:pt x="49533" y="5954"/>
                </a:lnTo>
                <a:lnTo>
                  <a:pt x="49900" y="5166"/>
                </a:lnTo>
                <a:lnTo>
                  <a:pt x="49900" y="4756"/>
                </a:lnTo>
                <a:lnTo>
                  <a:pt x="50450" y="4363"/>
                </a:lnTo>
                <a:lnTo>
                  <a:pt x="50450" y="3969"/>
                </a:lnTo>
                <a:lnTo>
                  <a:pt x="50817" y="3182"/>
                </a:lnTo>
                <a:lnTo>
                  <a:pt x="50817" y="2788"/>
                </a:lnTo>
                <a:lnTo>
                  <a:pt x="51367" y="2378"/>
                </a:lnTo>
                <a:lnTo>
                  <a:pt x="51734" y="1591"/>
                </a:lnTo>
                <a:lnTo>
                  <a:pt x="51734" y="1197"/>
                </a:lnTo>
                <a:lnTo>
                  <a:pt x="52284" y="803"/>
                </a:lnTo>
                <a:lnTo>
                  <a:pt x="52284" y="0"/>
                </a:lnTo>
              </a:path>
            </a:pathLst>
          </a:custGeom>
          <a:ln w="25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015249" y="2604701"/>
            <a:ext cx="52651" cy="105401"/>
          </a:xfrm>
          <a:custGeom>
            <a:avLst/>
            <a:gdLst/>
            <a:ahLst/>
            <a:cxnLst/>
            <a:rect l="l" t="t" r="r" b="b"/>
            <a:pathLst>
              <a:path w="52651" h="105401">
                <a:moveTo>
                  <a:pt x="0" y="105401"/>
                </a:moveTo>
                <a:lnTo>
                  <a:pt x="366" y="105007"/>
                </a:lnTo>
                <a:lnTo>
                  <a:pt x="733" y="104614"/>
                </a:lnTo>
                <a:lnTo>
                  <a:pt x="733" y="103826"/>
                </a:lnTo>
                <a:lnTo>
                  <a:pt x="1284" y="103433"/>
                </a:lnTo>
                <a:lnTo>
                  <a:pt x="1284" y="103039"/>
                </a:lnTo>
                <a:lnTo>
                  <a:pt x="1651" y="102235"/>
                </a:lnTo>
                <a:lnTo>
                  <a:pt x="2201" y="101842"/>
                </a:lnTo>
                <a:lnTo>
                  <a:pt x="2201" y="101448"/>
                </a:lnTo>
                <a:lnTo>
                  <a:pt x="2568" y="100661"/>
                </a:lnTo>
                <a:lnTo>
                  <a:pt x="2568" y="100251"/>
                </a:lnTo>
                <a:lnTo>
                  <a:pt x="2935" y="99857"/>
                </a:lnTo>
                <a:lnTo>
                  <a:pt x="2935" y="99463"/>
                </a:lnTo>
                <a:lnTo>
                  <a:pt x="3485" y="98676"/>
                </a:lnTo>
                <a:lnTo>
                  <a:pt x="3852" y="98282"/>
                </a:lnTo>
                <a:lnTo>
                  <a:pt x="4402" y="97872"/>
                </a:lnTo>
                <a:lnTo>
                  <a:pt x="4402" y="97085"/>
                </a:lnTo>
                <a:lnTo>
                  <a:pt x="4769" y="96691"/>
                </a:lnTo>
                <a:lnTo>
                  <a:pt x="4769" y="95904"/>
                </a:lnTo>
                <a:lnTo>
                  <a:pt x="5320" y="95510"/>
                </a:lnTo>
                <a:lnTo>
                  <a:pt x="5320" y="95100"/>
                </a:lnTo>
                <a:lnTo>
                  <a:pt x="5687" y="94313"/>
                </a:lnTo>
                <a:lnTo>
                  <a:pt x="6054" y="93919"/>
                </a:lnTo>
                <a:lnTo>
                  <a:pt x="6054" y="93526"/>
                </a:lnTo>
                <a:lnTo>
                  <a:pt x="6604" y="93132"/>
                </a:lnTo>
                <a:lnTo>
                  <a:pt x="6604" y="92328"/>
                </a:lnTo>
                <a:lnTo>
                  <a:pt x="6971" y="91935"/>
                </a:lnTo>
                <a:lnTo>
                  <a:pt x="6971" y="91541"/>
                </a:lnTo>
                <a:lnTo>
                  <a:pt x="7521" y="90754"/>
                </a:lnTo>
                <a:lnTo>
                  <a:pt x="7888" y="90344"/>
                </a:lnTo>
                <a:lnTo>
                  <a:pt x="7888" y="89950"/>
                </a:lnTo>
                <a:lnTo>
                  <a:pt x="8255" y="89163"/>
                </a:lnTo>
                <a:lnTo>
                  <a:pt x="8805" y="88769"/>
                </a:lnTo>
                <a:lnTo>
                  <a:pt x="8805" y="88375"/>
                </a:lnTo>
                <a:lnTo>
                  <a:pt x="9172" y="87572"/>
                </a:lnTo>
                <a:lnTo>
                  <a:pt x="9172" y="87178"/>
                </a:lnTo>
                <a:lnTo>
                  <a:pt x="9723" y="86784"/>
                </a:lnTo>
                <a:lnTo>
                  <a:pt x="9723" y="85997"/>
                </a:lnTo>
                <a:lnTo>
                  <a:pt x="10090" y="85603"/>
                </a:lnTo>
                <a:lnTo>
                  <a:pt x="10456" y="85193"/>
                </a:lnTo>
                <a:lnTo>
                  <a:pt x="10456" y="84406"/>
                </a:lnTo>
                <a:lnTo>
                  <a:pt x="11007" y="84012"/>
                </a:lnTo>
                <a:lnTo>
                  <a:pt x="11007" y="83619"/>
                </a:lnTo>
                <a:lnTo>
                  <a:pt x="11374" y="82815"/>
                </a:lnTo>
                <a:lnTo>
                  <a:pt x="11924" y="82421"/>
                </a:lnTo>
                <a:lnTo>
                  <a:pt x="11924" y="82028"/>
                </a:lnTo>
                <a:lnTo>
                  <a:pt x="12291" y="81240"/>
                </a:lnTo>
                <a:lnTo>
                  <a:pt x="12841" y="80847"/>
                </a:lnTo>
                <a:lnTo>
                  <a:pt x="12841" y="80437"/>
                </a:lnTo>
                <a:lnTo>
                  <a:pt x="13208" y="79649"/>
                </a:lnTo>
                <a:lnTo>
                  <a:pt x="13208" y="79256"/>
                </a:lnTo>
                <a:lnTo>
                  <a:pt x="13575" y="78862"/>
                </a:lnTo>
                <a:lnTo>
                  <a:pt x="13575" y="78075"/>
                </a:lnTo>
                <a:lnTo>
                  <a:pt x="14126" y="77665"/>
                </a:lnTo>
                <a:lnTo>
                  <a:pt x="14493" y="77271"/>
                </a:lnTo>
                <a:lnTo>
                  <a:pt x="14493" y="76484"/>
                </a:lnTo>
                <a:lnTo>
                  <a:pt x="15043" y="76090"/>
                </a:lnTo>
                <a:lnTo>
                  <a:pt x="15410" y="75696"/>
                </a:lnTo>
                <a:lnTo>
                  <a:pt x="15410" y="74893"/>
                </a:lnTo>
                <a:lnTo>
                  <a:pt x="15777" y="74499"/>
                </a:lnTo>
                <a:lnTo>
                  <a:pt x="15777" y="74105"/>
                </a:lnTo>
                <a:lnTo>
                  <a:pt x="16327" y="73318"/>
                </a:lnTo>
                <a:lnTo>
                  <a:pt x="16327" y="72908"/>
                </a:lnTo>
                <a:lnTo>
                  <a:pt x="16694" y="72514"/>
                </a:lnTo>
                <a:lnTo>
                  <a:pt x="17244" y="71727"/>
                </a:lnTo>
                <a:lnTo>
                  <a:pt x="17244" y="71333"/>
                </a:lnTo>
                <a:lnTo>
                  <a:pt x="17611" y="70940"/>
                </a:lnTo>
                <a:lnTo>
                  <a:pt x="17611" y="70136"/>
                </a:lnTo>
                <a:lnTo>
                  <a:pt x="18162" y="69742"/>
                </a:lnTo>
                <a:lnTo>
                  <a:pt x="18162" y="69349"/>
                </a:lnTo>
                <a:lnTo>
                  <a:pt x="18529" y="68561"/>
                </a:lnTo>
                <a:lnTo>
                  <a:pt x="18895" y="68168"/>
                </a:lnTo>
                <a:lnTo>
                  <a:pt x="18895" y="67758"/>
                </a:lnTo>
                <a:lnTo>
                  <a:pt x="19446" y="66970"/>
                </a:lnTo>
                <a:lnTo>
                  <a:pt x="19813" y="66577"/>
                </a:lnTo>
                <a:lnTo>
                  <a:pt x="19813" y="66183"/>
                </a:lnTo>
                <a:lnTo>
                  <a:pt x="20363" y="65379"/>
                </a:lnTo>
                <a:lnTo>
                  <a:pt x="20363" y="64986"/>
                </a:lnTo>
                <a:lnTo>
                  <a:pt x="20730" y="64592"/>
                </a:lnTo>
                <a:lnTo>
                  <a:pt x="21097" y="63805"/>
                </a:lnTo>
                <a:lnTo>
                  <a:pt x="21097" y="63411"/>
                </a:lnTo>
                <a:lnTo>
                  <a:pt x="21647" y="63001"/>
                </a:lnTo>
                <a:lnTo>
                  <a:pt x="21647" y="62214"/>
                </a:lnTo>
                <a:lnTo>
                  <a:pt x="22014" y="61820"/>
                </a:lnTo>
                <a:lnTo>
                  <a:pt x="22565" y="61426"/>
                </a:lnTo>
                <a:lnTo>
                  <a:pt x="22565" y="60639"/>
                </a:lnTo>
                <a:lnTo>
                  <a:pt x="22932" y="60229"/>
                </a:lnTo>
                <a:lnTo>
                  <a:pt x="22932" y="59835"/>
                </a:lnTo>
                <a:lnTo>
                  <a:pt x="23482" y="59048"/>
                </a:lnTo>
                <a:lnTo>
                  <a:pt x="23849" y="58654"/>
                </a:lnTo>
                <a:lnTo>
                  <a:pt x="23849" y="58261"/>
                </a:lnTo>
                <a:lnTo>
                  <a:pt x="24216" y="57457"/>
                </a:lnTo>
                <a:lnTo>
                  <a:pt x="24216" y="57063"/>
                </a:lnTo>
                <a:lnTo>
                  <a:pt x="24766" y="56670"/>
                </a:lnTo>
                <a:lnTo>
                  <a:pt x="24766" y="55882"/>
                </a:lnTo>
                <a:lnTo>
                  <a:pt x="25133" y="55472"/>
                </a:lnTo>
                <a:lnTo>
                  <a:pt x="25683" y="54685"/>
                </a:lnTo>
                <a:lnTo>
                  <a:pt x="25683" y="54291"/>
                </a:lnTo>
                <a:lnTo>
                  <a:pt x="26050" y="53898"/>
                </a:lnTo>
                <a:lnTo>
                  <a:pt x="26417" y="53504"/>
                </a:lnTo>
                <a:lnTo>
                  <a:pt x="26417" y="52700"/>
                </a:lnTo>
                <a:lnTo>
                  <a:pt x="26968" y="52307"/>
                </a:lnTo>
                <a:lnTo>
                  <a:pt x="26968" y="51913"/>
                </a:lnTo>
                <a:lnTo>
                  <a:pt x="27334" y="51126"/>
                </a:lnTo>
                <a:lnTo>
                  <a:pt x="27334" y="50732"/>
                </a:lnTo>
                <a:lnTo>
                  <a:pt x="27885" y="50322"/>
                </a:lnTo>
                <a:lnTo>
                  <a:pt x="28252" y="49535"/>
                </a:lnTo>
                <a:lnTo>
                  <a:pt x="28252" y="49141"/>
                </a:lnTo>
                <a:lnTo>
                  <a:pt x="28619" y="48747"/>
                </a:lnTo>
                <a:lnTo>
                  <a:pt x="28619" y="47944"/>
                </a:lnTo>
                <a:lnTo>
                  <a:pt x="29169" y="47550"/>
                </a:lnTo>
                <a:lnTo>
                  <a:pt x="29536" y="47156"/>
                </a:lnTo>
                <a:lnTo>
                  <a:pt x="29536" y="46369"/>
                </a:lnTo>
                <a:lnTo>
                  <a:pt x="30086" y="45975"/>
                </a:lnTo>
                <a:lnTo>
                  <a:pt x="30453" y="45172"/>
                </a:lnTo>
                <a:lnTo>
                  <a:pt x="30453" y="44778"/>
                </a:lnTo>
                <a:lnTo>
                  <a:pt x="31004" y="44384"/>
                </a:lnTo>
                <a:lnTo>
                  <a:pt x="31004" y="43597"/>
                </a:lnTo>
                <a:lnTo>
                  <a:pt x="31370" y="43203"/>
                </a:lnTo>
                <a:lnTo>
                  <a:pt x="31370" y="42793"/>
                </a:lnTo>
                <a:lnTo>
                  <a:pt x="31737" y="42006"/>
                </a:lnTo>
                <a:lnTo>
                  <a:pt x="32288" y="41612"/>
                </a:lnTo>
                <a:lnTo>
                  <a:pt x="32288" y="41219"/>
                </a:lnTo>
                <a:lnTo>
                  <a:pt x="32655" y="40415"/>
                </a:lnTo>
                <a:lnTo>
                  <a:pt x="32655" y="40021"/>
                </a:lnTo>
                <a:lnTo>
                  <a:pt x="33205" y="39628"/>
                </a:lnTo>
                <a:lnTo>
                  <a:pt x="33572" y="38840"/>
                </a:lnTo>
                <a:lnTo>
                  <a:pt x="33572" y="38447"/>
                </a:lnTo>
                <a:lnTo>
                  <a:pt x="33939" y="38037"/>
                </a:lnTo>
                <a:lnTo>
                  <a:pt x="33939" y="37249"/>
                </a:lnTo>
                <a:lnTo>
                  <a:pt x="34489" y="36856"/>
                </a:lnTo>
                <a:lnTo>
                  <a:pt x="34856" y="36462"/>
                </a:lnTo>
                <a:lnTo>
                  <a:pt x="34856" y="35675"/>
                </a:lnTo>
                <a:lnTo>
                  <a:pt x="35407" y="35265"/>
                </a:lnTo>
                <a:lnTo>
                  <a:pt x="35407" y="34871"/>
                </a:lnTo>
                <a:lnTo>
                  <a:pt x="35773" y="34084"/>
                </a:lnTo>
                <a:lnTo>
                  <a:pt x="35773" y="33690"/>
                </a:lnTo>
                <a:lnTo>
                  <a:pt x="36324" y="33296"/>
                </a:lnTo>
                <a:lnTo>
                  <a:pt x="36691" y="32493"/>
                </a:lnTo>
                <a:lnTo>
                  <a:pt x="36691" y="32099"/>
                </a:lnTo>
                <a:lnTo>
                  <a:pt x="37058" y="31705"/>
                </a:lnTo>
                <a:lnTo>
                  <a:pt x="37608" y="30918"/>
                </a:lnTo>
                <a:lnTo>
                  <a:pt x="37608" y="30508"/>
                </a:lnTo>
                <a:lnTo>
                  <a:pt x="37975" y="29721"/>
                </a:lnTo>
                <a:lnTo>
                  <a:pt x="37975" y="29327"/>
                </a:lnTo>
                <a:lnTo>
                  <a:pt x="38525" y="28933"/>
                </a:lnTo>
                <a:lnTo>
                  <a:pt x="38892" y="28130"/>
                </a:lnTo>
                <a:lnTo>
                  <a:pt x="38892" y="27736"/>
                </a:lnTo>
                <a:lnTo>
                  <a:pt x="39259" y="27342"/>
                </a:lnTo>
                <a:lnTo>
                  <a:pt x="39259" y="26555"/>
                </a:lnTo>
                <a:lnTo>
                  <a:pt x="39809" y="26161"/>
                </a:lnTo>
                <a:lnTo>
                  <a:pt x="39809" y="25768"/>
                </a:lnTo>
                <a:lnTo>
                  <a:pt x="40176" y="24964"/>
                </a:lnTo>
                <a:lnTo>
                  <a:pt x="40727" y="24570"/>
                </a:lnTo>
                <a:lnTo>
                  <a:pt x="40727" y="24177"/>
                </a:lnTo>
                <a:lnTo>
                  <a:pt x="41094" y="23389"/>
                </a:lnTo>
                <a:lnTo>
                  <a:pt x="41644" y="22979"/>
                </a:lnTo>
                <a:lnTo>
                  <a:pt x="41644" y="22586"/>
                </a:lnTo>
                <a:lnTo>
                  <a:pt x="42011" y="21798"/>
                </a:lnTo>
                <a:lnTo>
                  <a:pt x="42011" y="21405"/>
                </a:lnTo>
                <a:lnTo>
                  <a:pt x="42378" y="21011"/>
                </a:lnTo>
                <a:lnTo>
                  <a:pt x="42378" y="20207"/>
                </a:lnTo>
                <a:lnTo>
                  <a:pt x="42928" y="19814"/>
                </a:lnTo>
                <a:lnTo>
                  <a:pt x="43295" y="19420"/>
                </a:lnTo>
                <a:lnTo>
                  <a:pt x="43295" y="18633"/>
                </a:lnTo>
                <a:lnTo>
                  <a:pt x="43845" y="18239"/>
                </a:lnTo>
                <a:lnTo>
                  <a:pt x="43845" y="17829"/>
                </a:lnTo>
                <a:lnTo>
                  <a:pt x="44212" y="17042"/>
                </a:lnTo>
                <a:lnTo>
                  <a:pt x="44579" y="16648"/>
                </a:lnTo>
                <a:lnTo>
                  <a:pt x="44579" y="16254"/>
                </a:lnTo>
                <a:lnTo>
                  <a:pt x="45130" y="15450"/>
                </a:lnTo>
                <a:lnTo>
                  <a:pt x="45130" y="15057"/>
                </a:lnTo>
                <a:lnTo>
                  <a:pt x="45497" y="14270"/>
                </a:lnTo>
                <a:lnTo>
                  <a:pt x="46047" y="13876"/>
                </a:lnTo>
                <a:lnTo>
                  <a:pt x="46047" y="13482"/>
                </a:lnTo>
                <a:lnTo>
                  <a:pt x="46414" y="12679"/>
                </a:lnTo>
                <a:lnTo>
                  <a:pt x="46414" y="12285"/>
                </a:lnTo>
                <a:lnTo>
                  <a:pt x="46964" y="11891"/>
                </a:lnTo>
                <a:lnTo>
                  <a:pt x="47331" y="11104"/>
                </a:lnTo>
                <a:lnTo>
                  <a:pt x="47331" y="10694"/>
                </a:lnTo>
                <a:lnTo>
                  <a:pt x="47698" y="10300"/>
                </a:lnTo>
                <a:lnTo>
                  <a:pt x="48248" y="9513"/>
                </a:lnTo>
                <a:lnTo>
                  <a:pt x="48248" y="9119"/>
                </a:lnTo>
                <a:lnTo>
                  <a:pt x="48615" y="8332"/>
                </a:lnTo>
                <a:lnTo>
                  <a:pt x="48615" y="7922"/>
                </a:lnTo>
                <a:lnTo>
                  <a:pt x="49166" y="7528"/>
                </a:lnTo>
                <a:lnTo>
                  <a:pt x="49166" y="6741"/>
                </a:lnTo>
                <a:lnTo>
                  <a:pt x="49533" y="6347"/>
                </a:lnTo>
                <a:lnTo>
                  <a:pt x="49900" y="5954"/>
                </a:lnTo>
                <a:lnTo>
                  <a:pt x="49900" y="5150"/>
                </a:lnTo>
                <a:lnTo>
                  <a:pt x="50450" y="4756"/>
                </a:lnTo>
                <a:lnTo>
                  <a:pt x="50450" y="4363"/>
                </a:lnTo>
                <a:lnTo>
                  <a:pt x="50817" y="3575"/>
                </a:lnTo>
                <a:lnTo>
                  <a:pt x="50817" y="3165"/>
                </a:lnTo>
                <a:lnTo>
                  <a:pt x="51367" y="2771"/>
                </a:lnTo>
                <a:lnTo>
                  <a:pt x="51734" y="1984"/>
                </a:lnTo>
                <a:lnTo>
                  <a:pt x="51734" y="1591"/>
                </a:lnTo>
                <a:lnTo>
                  <a:pt x="52101" y="1197"/>
                </a:lnTo>
                <a:lnTo>
                  <a:pt x="52651" y="393"/>
                </a:lnTo>
                <a:lnTo>
                  <a:pt x="52651" y="0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067901" y="2497709"/>
            <a:ext cx="52651" cy="106992"/>
          </a:xfrm>
          <a:custGeom>
            <a:avLst/>
            <a:gdLst/>
            <a:ahLst/>
            <a:cxnLst/>
            <a:rect l="l" t="t" r="r" b="b"/>
            <a:pathLst>
              <a:path w="52651" h="106992">
                <a:moveTo>
                  <a:pt x="0" y="106992"/>
                </a:moveTo>
                <a:lnTo>
                  <a:pt x="366" y="106598"/>
                </a:lnTo>
                <a:lnTo>
                  <a:pt x="366" y="105811"/>
                </a:lnTo>
                <a:lnTo>
                  <a:pt x="917" y="105417"/>
                </a:lnTo>
                <a:lnTo>
                  <a:pt x="917" y="105007"/>
                </a:lnTo>
                <a:lnTo>
                  <a:pt x="1284" y="104220"/>
                </a:lnTo>
                <a:lnTo>
                  <a:pt x="1834" y="103826"/>
                </a:lnTo>
                <a:lnTo>
                  <a:pt x="1834" y="103433"/>
                </a:lnTo>
                <a:lnTo>
                  <a:pt x="2201" y="102629"/>
                </a:lnTo>
                <a:lnTo>
                  <a:pt x="2201" y="102235"/>
                </a:lnTo>
                <a:lnTo>
                  <a:pt x="2568" y="101842"/>
                </a:lnTo>
                <a:lnTo>
                  <a:pt x="3118" y="101054"/>
                </a:lnTo>
                <a:lnTo>
                  <a:pt x="3118" y="100661"/>
                </a:lnTo>
                <a:lnTo>
                  <a:pt x="3485" y="99857"/>
                </a:lnTo>
                <a:lnTo>
                  <a:pt x="4036" y="99463"/>
                </a:lnTo>
                <a:lnTo>
                  <a:pt x="4036" y="99070"/>
                </a:lnTo>
                <a:lnTo>
                  <a:pt x="4402" y="98282"/>
                </a:lnTo>
                <a:lnTo>
                  <a:pt x="4402" y="97889"/>
                </a:lnTo>
                <a:lnTo>
                  <a:pt x="4769" y="97479"/>
                </a:lnTo>
                <a:lnTo>
                  <a:pt x="4769" y="96691"/>
                </a:lnTo>
                <a:lnTo>
                  <a:pt x="5320" y="96298"/>
                </a:lnTo>
                <a:lnTo>
                  <a:pt x="5687" y="95510"/>
                </a:lnTo>
                <a:lnTo>
                  <a:pt x="5687" y="95100"/>
                </a:lnTo>
                <a:lnTo>
                  <a:pt x="6237" y="94707"/>
                </a:lnTo>
                <a:lnTo>
                  <a:pt x="6604" y="93919"/>
                </a:lnTo>
                <a:lnTo>
                  <a:pt x="6604" y="93526"/>
                </a:lnTo>
                <a:lnTo>
                  <a:pt x="7154" y="93132"/>
                </a:lnTo>
                <a:lnTo>
                  <a:pt x="7154" y="92328"/>
                </a:lnTo>
                <a:lnTo>
                  <a:pt x="7521" y="91935"/>
                </a:lnTo>
                <a:lnTo>
                  <a:pt x="7521" y="91541"/>
                </a:lnTo>
                <a:lnTo>
                  <a:pt x="7888" y="90754"/>
                </a:lnTo>
                <a:lnTo>
                  <a:pt x="8438" y="90360"/>
                </a:lnTo>
                <a:lnTo>
                  <a:pt x="8438" y="89950"/>
                </a:lnTo>
                <a:lnTo>
                  <a:pt x="8805" y="89163"/>
                </a:lnTo>
                <a:lnTo>
                  <a:pt x="8805" y="88769"/>
                </a:lnTo>
                <a:lnTo>
                  <a:pt x="9356" y="87982"/>
                </a:lnTo>
                <a:lnTo>
                  <a:pt x="9356" y="87572"/>
                </a:lnTo>
                <a:lnTo>
                  <a:pt x="9723" y="87178"/>
                </a:lnTo>
                <a:lnTo>
                  <a:pt x="10090" y="86391"/>
                </a:lnTo>
                <a:lnTo>
                  <a:pt x="10090" y="85997"/>
                </a:lnTo>
                <a:lnTo>
                  <a:pt x="10640" y="85603"/>
                </a:lnTo>
                <a:lnTo>
                  <a:pt x="11007" y="84800"/>
                </a:lnTo>
                <a:lnTo>
                  <a:pt x="11007" y="84406"/>
                </a:lnTo>
                <a:lnTo>
                  <a:pt x="11557" y="84012"/>
                </a:lnTo>
                <a:lnTo>
                  <a:pt x="11557" y="83225"/>
                </a:lnTo>
                <a:lnTo>
                  <a:pt x="11924" y="82831"/>
                </a:lnTo>
                <a:lnTo>
                  <a:pt x="12475" y="82421"/>
                </a:lnTo>
                <a:lnTo>
                  <a:pt x="12475" y="81634"/>
                </a:lnTo>
                <a:lnTo>
                  <a:pt x="12841" y="81240"/>
                </a:lnTo>
                <a:lnTo>
                  <a:pt x="12841" y="80847"/>
                </a:lnTo>
                <a:lnTo>
                  <a:pt x="13208" y="80043"/>
                </a:lnTo>
                <a:lnTo>
                  <a:pt x="13208" y="79649"/>
                </a:lnTo>
                <a:lnTo>
                  <a:pt x="13759" y="79256"/>
                </a:lnTo>
                <a:lnTo>
                  <a:pt x="14126" y="78468"/>
                </a:lnTo>
                <a:lnTo>
                  <a:pt x="14126" y="78075"/>
                </a:lnTo>
                <a:lnTo>
                  <a:pt x="14676" y="77665"/>
                </a:lnTo>
                <a:lnTo>
                  <a:pt x="15043" y="76877"/>
                </a:lnTo>
                <a:lnTo>
                  <a:pt x="15043" y="76484"/>
                </a:lnTo>
                <a:lnTo>
                  <a:pt x="15410" y="75696"/>
                </a:lnTo>
                <a:lnTo>
                  <a:pt x="15410" y="75286"/>
                </a:lnTo>
                <a:lnTo>
                  <a:pt x="15960" y="74893"/>
                </a:lnTo>
                <a:lnTo>
                  <a:pt x="15960" y="74105"/>
                </a:lnTo>
                <a:lnTo>
                  <a:pt x="16327" y="73712"/>
                </a:lnTo>
                <a:lnTo>
                  <a:pt x="16877" y="73318"/>
                </a:lnTo>
                <a:lnTo>
                  <a:pt x="16877" y="72514"/>
                </a:lnTo>
                <a:lnTo>
                  <a:pt x="17244" y="72121"/>
                </a:lnTo>
                <a:lnTo>
                  <a:pt x="17611" y="71727"/>
                </a:lnTo>
                <a:lnTo>
                  <a:pt x="17611" y="70940"/>
                </a:lnTo>
                <a:lnTo>
                  <a:pt x="18162" y="70546"/>
                </a:lnTo>
                <a:lnTo>
                  <a:pt x="18162" y="69742"/>
                </a:lnTo>
                <a:lnTo>
                  <a:pt x="18529" y="69349"/>
                </a:lnTo>
                <a:lnTo>
                  <a:pt x="18529" y="68955"/>
                </a:lnTo>
                <a:lnTo>
                  <a:pt x="19079" y="68168"/>
                </a:lnTo>
                <a:lnTo>
                  <a:pt x="19446" y="67758"/>
                </a:lnTo>
                <a:lnTo>
                  <a:pt x="19446" y="67364"/>
                </a:lnTo>
                <a:lnTo>
                  <a:pt x="19996" y="66577"/>
                </a:lnTo>
                <a:lnTo>
                  <a:pt x="19996" y="66183"/>
                </a:lnTo>
                <a:lnTo>
                  <a:pt x="20363" y="65396"/>
                </a:lnTo>
                <a:lnTo>
                  <a:pt x="20730" y="64986"/>
                </a:lnTo>
                <a:lnTo>
                  <a:pt x="20730" y="64592"/>
                </a:lnTo>
                <a:lnTo>
                  <a:pt x="21280" y="63805"/>
                </a:lnTo>
                <a:lnTo>
                  <a:pt x="21647" y="63411"/>
                </a:lnTo>
                <a:lnTo>
                  <a:pt x="21647" y="63017"/>
                </a:lnTo>
                <a:lnTo>
                  <a:pt x="22198" y="62214"/>
                </a:lnTo>
                <a:lnTo>
                  <a:pt x="22198" y="61820"/>
                </a:lnTo>
                <a:lnTo>
                  <a:pt x="22565" y="61426"/>
                </a:lnTo>
                <a:lnTo>
                  <a:pt x="22565" y="60639"/>
                </a:lnTo>
                <a:lnTo>
                  <a:pt x="22932" y="60229"/>
                </a:lnTo>
                <a:lnTo>
                  <a:pt x="23482" y="59442"/>
                </a:lnTo>
                <a:lnTo>
                  <a:pt x="23482" y="59048"/>
                </a:lnTo>
                <a:lnTo>
                  <a:pt x="23849" y="58654"/>
                </a:lnTo>
                <a:lnTo>
                  <a:pt x="23849" y="57851"/>
                </a:lnTo>
                <a:lnTo>
                  <a:pt x="24399" y="57457"/>
                </a:lnTo>
                <a:lnTo>
                  <a:pt x="24766" y="57063"/>
                </a:lnTo>
                <a:lnTo>
                  <a:pt x="24766" y="56276"/>
                </a:lnTo>
                <a:lnTo>
                  <a:pt x="25316" y="55882"/>
                </a:lnTo>
                <a:lnTo>
                  <a:pt x="25316" y="55489"/>
                </a:lnTo>
                <a:lnTo>
                  <a:pt x="25683" y="54685"/>
                </a:lnTo>
                <a:lnTo>
                  <a:pt x="26050" y="54291"/>
                </a:lnTo>
                <a:lnTo>
                  <a:pt x="26050" y="53898"/>
                </a:lnTo>
                <a:lnTo>
                  <a:pt x="26601" y="53110"/>
                </a:lnTo>
                <a:lnTo>
                  <a:pt x="26601" y="52700"/>
                </a:lnTo>
                <a:lnTo>
                  <a:pt x="26968" y="51913"/>
                </a:lnTo>
                <a:lnTo>
                  <a:pt x="26968" y="51519"/>
                </a:lnTo>
                <a:lnTo>
                  <a:pt x="27518" y="51126"/>
                </a:lnTo>
                <a:lnTo>
                  <a:pt x="27885" y="50322"/>
                </a:lnTo>
                <a:lnTo>
                  <a:pt x="27885" y="49928"/>
                </a:lnTo>
                <a:lnTo>
                  <a:pt x="28252" y="49535"/>
                </a:lnTo>
                <a:lnTo>
                  <a:pt x="28802" y="48747"/>
                </a:lnTo>
                <a:lnTo>
                  <a:pt x="28802" y="48354"/>
                </a:lnTo>
                <a:lnTo>
                  <a:pt x="29169" y="47960"/>
                </a:lnTo>
                <a:lnTo>
                  <a:pt x="29169" y="47550"/>
                </a:lnTo>
                <a:lnTo>
                  <a:pt x="29719" y="46763"/>
                </a:lnTo>
                <a:lnTo>
                  <a:pt x="30086" y="46369"/>
                </a:lnTo>
                <a:lnTo>
                  <a:pt x="30086" y="45975"/>
                </a:lnTo>
                <a:lnTo>
                  <a:pt x="30637" y="45172"/>
                </a:lnTo>
                <a:lnTo>
                  <a:pt x="30637" y="44778"/>
                </a:lnTo>
                <a:lnTo>
                  <a:pt x="31004" y="43991"/>
                </a:lnTo>
                <a:lnTo>
                  <a:pt x="31004" y="43597"/>
                </a:lnTo>
                <a:lnTo>
                  <a:pt x="31370" y="43203"/>
                </a:lnTo>
                <a:lnTo>
                  <a:pt x="31921" y="42400"/>
                </a:lnTo>
                <a:lnTo>
                  <a:pt x="31921" y="42006"/>
                </a:lnTo>
                <a:lnTo>
                  <a:pt x="32288" y="41612"/>
                </a:lnTo>
                <a:lnTo>
                  <a:pt x="32838" y="40825"/>
                </a:lnTo>
                <a:lnTo>
                  <a:pt x="32838" y="40431"/>
                </a:lnTo>
                <a:lnTo>
                  <a:pt x="33205" y="39628"/>
                </a:lnTo>
                <a:lnTo>
                  <a:pt x="33205" y="39234"/>
                </a:lnTo>
                <a:lnTo>
                  <a:pt x="33572" y="38840"/>
                </a:lnTo>
                <a:lnTo>
                  <a:pt x="33572" y="38053"/>
                </a:lnTo>
                <a:lnTo>
                  <a:pt x="34122" y="37643"/>
                </a:lnTo>
                <a:lnTo>
                  <a:pt x="34489" y="37249"/>
                </a:lnTo>
                <a:lnTo>
                  <a:pt x="34489" y="36462"/>
                </a:lnTo>
                <a:lnTo>
                  <a:pt x="35040" y="36068"/>
                </a:lnTo>
                <a:lnTo>
                  <a:pt x="35040" y="35675"/>
                </a:lnTo>
                <a:lnTo>
                  <a:pt x="35407" y="34871"/>
                </a:lnTo>
                <a:lnTo>
                  <a:pt x="35773" y="34477"/>
                </a:lnTo>
                <a:lnTo>
                  <a:pt x="35773" y="33690"/>
                </a:lnTo>
                <a:lnTo>
                  <a:pt x="36324" y="33296"/>
                </a:lnTo>
                <a:lnTo>
                  <a:pt x="36324" y="32886"/>
                </a:lnTo>
                <a:lnTo>
                  <a:pt x="36691" y="32099"/>
                </a:lnTo>
                <a:lnTo>
                  <a:pt x="37241" y="31705"/>
                </a:lnTo>
                <a:lnTo>
                  <a:pt x="37241" y="31312"/>
                </a:lnTo>
                <a:lnTo>
                  <a:pt x="37608" y="30524"/>
                </a:lnTo>
                <a:lnTo>
                  <a:pt x="37608" y="30114"/>
                </a:lnTo>
                <a:lnTo>
                  <a:pt x="38158" y="29721"/>
                </a:lnTo>
                <a:lnTo>
                  <a:pt x="38525" y="28933"/>
                </a:lnTo>
                <a:lnTo>
                  <a:pt x="38525" y="28540"/>
                </a:lnTo>
                <a:lnTo>
                  <a:pt x="38892" y="27736"/>
                </a:lnTo>
                <a:lnTo>
                  <a:pt x="38892" y="27342"/>
                </a:lnTo>
                <a:lnTo>
                  <a:pt x="39443" y="26949"/>
                </a:lnTo>
                <a:lnTo>
                  <a:pt x="39809" y="26161"/>
                </a:lnTo>
                <a:lnTo>
                  <a:pt x="39809" y="25768"/>
                </a:lnTo>
                <a:lnTo>
                  <a:pt x="40360" y="25358"/>
                </a:lnTo>
                <a:lnTo>
                  <a:pt x="40360" y="24570"/>
                </a:lnTo>
                <a:lnTo>
                  <a:pt x="40727" y="24177"/>
                </a:lnTo>
                <a:lnTo>
                  <a:pt x="41094" y="23783"/>
                </a:lnTo>
                <a:lnTo>
                  <a:pt x="41094" y="22996"/>
                </a:lnTo>
                <a:lnTo>
                  <a:pt x="41644" y="22586"/>
                </a:lnTo>
                <a:lnTo>
                  <a:pt x="41644" y="22192"/>
                </a:lnTo>
                <a:lnTo>
                  <a:pt x="42011" y="21405"/>
                </a:lnTo>
                <a:lnTo>
                  <a:pt x="42011" y="21011"/>
                </a:lnTo>
                <a:lnTo>
                  <a:pt x="42561" y="20207"/>
                </a:lnTo>
                <a:lnTo>
                  <a:pt x="42928" y="19814"/>
                </a:lnTo>
                <a:lnTo>
                  <a:pt x="42928" y="19420"/>
                </a:lnTo>
                <a:lnTo>
                  <a:pt x="43479" y="18633"/>
                </a:lnTo>
                <a:lnTo>
                  <a:pt x="43845" y="18239"/>
                </a:lnTo>
                <a:lnTo>
                  <a:pt x="43845" y="17829"/>
                </a:lnTo>
                <a:lnTo>
                  <a:pt x="44212" y="17042"/>
                </a:lnTo>
                <a:lnTo>
                  <a:pt x="44212" y="16648"/>
                </a:lnTo>
                <a:lnTo>
                  <a:pt x="44763" y="16254"/>
                </a:lnTo>
                <a:lnTo>
                  <a:pt x="44763" y="15450"/>
                </a:lnTo>
                <a:lnTo>
                  <a:pt x="45130" y="15057"/>
                </a:lnTo>
                <a:lnTo>
                  <a:pt x="45680" y="14663"/>
                </a:lnTo>
                <a:lnTo>
                  <a:pt x="45680" y="13876"/>
                </a:lnTo>
                <a:lnTo>
                  <a:pt x="46047" y="13482"/>
                </a:lnTo>
                <a:lnTo>
                  <a:pt x="46047" y="12679"/>
                </a:lnTo>
                <a:lnTo>
                  <a:pt x="46414" y="12285"/>
                </a:lnTo>
                <a:lnTo>
                  <a:pt x="46964" y="11891"/>
                </a:lnTo>
                <a:lnTo>
                  <a:pt x="46964" y="11104"/>
                </a:lnTo>
                <a:lnTo>
                  <a:pt x="47331" y="10710"/>
                </a:lnTo>
                <a:lnTo>
                  <a:pt x="47882" y="10300"/>
                </a:lnTo>
                <a:lnTo>
                  <a:pt x="47882" y="9513"/>
                </a:lnTo>
                <a:lnTo>
                  <a:pt x="48248" y="9119"/>
                </a:lnTo>
                <a:lnTo>
                  <a:pt x="48248" y="8726"/>
                </a:lnTo>
                <a:lnTo>
                  <a:pt x="48799" y="7922"/>
                </a:lnTo>
                <a:lnTo>
                  <a:pt x="48799" y="7528"/>
                </a:lnTo>
                <a:lnTo>
                  <a:pt x="49166" y="7135"/>
                </a:lnTo>
                <a:lnTo>
                  <a:pt x="49533" y="6347"/>
                </a:lnTo>
                <a:lnTo>
                  <a:pt x="49533" y="5954"/>
                </a:lnTo>
                <a:lnTo>
                  <a:pt x="50083" y="5150"/>
                </a:lnTo>
                <a:lnTo>
                  <a:pt x="50450" y="4756"/>
                </a:lnTo>
                <a:lnTo>
                  <a:pt x="50450" y="4363"/>
                </a:lnTo>
                <a:lnTo>
                  <a:pt x="51000" y="3575"/>
                </a:lnTo>
                <a:lnTo>
                  <a:pt x="51000" y="3182"/>
                </a:lnTo>
                <a:lnTo>
                  <a:pt x="51367" y="2771"/>
                </a:lnTo>
                <a:lnTo>
                  <a:pt x="51367" y="1984"/>
                </a:lnTo>
                <a:lnTo>
                  <a:pt x="51734" y="1591"/>
                </a:lnTo>
                <a:lnTo>
                  <a:pt x="52284" y="1197"/>
                </a:lnTo>
                <a:lnTo>
                  <a:pt x="52284" y="393"/>
                </a:lnTo>
                <a:lnTo>
                  <a:pt x="52651" y="0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120553" y="2390716"/>
            <a:ext cx="52835" cy="106992"/>
          </a:xfrm>
          <a:custGeom>
            <a:avLst/>
            <a:gdLst/>
            <a:ahLst/>
            <a:cxnLst/>
            <a:rect l="l" t="t" r="r" b="b"/>
            <a:pathLst>
              <a:path w="52835" h="106992">
                <a:moveTo>
                  <a:pt x="0" y="106992"/>
                </a:moveTo>
                <a:lnTo>
                  <a:pt x="0" y="106205"/>
                </a:lnTo>
                <a:lnTo>
                  <a:pt x="550" y="105811"/>
                </a:lnTo>
                <a:lnTo>
                  <a:pt x="550" y="105417"/>
                </a:lnTo>
                <a:lnTo>
                  <a:pt x="917" y="104614"/>
                </a:lnTo>
                <a:lnTo>
                  <a:pt x="1284" y="104220"/>
                </a:lnTo>
                <a:lnTo>
                  <a:pt x="1834" y="103826"/>
                </a:lnTo>
                <a:lnTo>
                  <a:pt x="1834" y="103039"/>
                </a:lnTo>
                <a:lnTo>
                  <a:pt x="2201" y="102645"/>
                </a:lnTo>
                <a:lnTo>
                  <a:pt x="2201" y="102235"/>
                </a:lnTo>
                <a:lnTo>
                  <a:pt x="2751" y="101448"/>
                </a:lnTo>
                <a:lnTo>
                  <a:pt x="2751" y="101054"/>
                </a:lnTo>
                <a:lnTo>
                  <a:pt x="3118" y="100267"/>
                </a:lnTo>
                <a:lnTo>
                  <a:pt x="3669" y="99857"/>
                </a:lnTo>
                <a:lnTo>
                  <a:pt x="3669" y="99463"/>
                </a:lnTo>
                <a:lnTo>
                  <a:pt x="4036" y="98676"/>
                </a:lnTo>
                <a:lnTo>
                  <a:pt x="4036" y="98282"/>
                </a:lnTo>
                <a:lnTo>
                  <a:pt x="4402" y="97889"/>
                </a:lnTo>
                <a:lnTo>
                  <a:pt x="4402" y="97085"/>
                </a:lnTo>
                <a:lnTo>
                  <a:pt x="4953" y="96691"/>
                </a:lnTo>
                <a:lnTo>
                  <a:pt x="5320" y="95904"/>
                </a:lnTo>
                <a:lnTo>
                  <a:pt x="5320" y="95510"/>
                </a:lnTo>
                <a:lnTo>
                  <a:pt x="5870" y="95117"/>
                </a:lnTo>
                <a:lnTo>
                  <a:pt x="6237" y="94313"/>
                </a:lnTo>
                <a:lnTo>
                  <a:pt x="6237" y="93919"/>
                </a:lnTo>
                <a:lnTo>
                  <a:pt x="6604" y="93526"/>
                </a:lnTo>
                <a:lnTo>
                  <a:pt x="6604" y="92738"/>
                </a:lnTo>
                <a:lnTo>
                  <a:pt x="7154" y="92328"/>
                </a:lnTo>
                <a:lnTo>
                  <a:pt x="7154" y="91935"/>
                </a:lnTo>
                <a:lnTo>
                  <a:pt x="7521" y="91147"/>
                </a:lnTo>
                <a:lnTo>
                  <a:pt x="8072" y="90754"/>
                </a:lnTo>
                <a:lnTo>
                  <a:pt x="8072" y="89950"/>
                </a:lnTo>
                <a:lnTo>
                  <a:pt x="8438" y="89556"/>
                </a:lnTo>
                <a:lnTo>
                  <a:pt x="8989" y="89163"/>
                </a:lnTo>
                <a:lnTo>
                  <a:pt x="8989" y="88375"/>
                </a:lnTo>
                <a:lnTo>
                  <a:pt x="9356" y="87982"/>
                </a:lnTo>
                <a:lnTo>
                  <a:pt x="9356" y="87588"/>
                </a:lnTo>
                <a:lnTo>
                  <a:pt x="9723" y="86784"/>
                </a:lnTo>
                <a:lnTo>
                  <a:pt x="9723" y="86391"/>
                </a:lnTo>
                <a:lnTo>
                  <a:pt x="10273" y="85603"/>
                </a:lnTo>
                <a:lnTo>
                  <a:pt x="10640" y="85210"/>
                </a:lnTo>
                <a:lnTo>
                  <a:pt x="10640" y="84800"/>
                </a:lnTo>
                <a:lnTo>
                  <a:pt x="11190" y="84012"/>
                </a:lnTo>
                <a:lnTo>
                  <a:pt x="11190" y="83619"/>
                </a:lnTo>
                <a:lnTo>
                  <a:pt x="11557" y="83225"/>
                </a:lnTo>
                <a:lnTo>
                  <a:pt x="11924" y="82421"/>
                </a:lnTo>
                <a:lnTo>
                  <a:pt x="11924" y="82028"/>
                </a:lnTo>
                <a:lnTo>
                  <a:pt x="12475" y="81634"/>
                </a:lnTo>
                <a:lnTo>
                  <a:pt x="12841" y="80847"/>
                </a:lnTo>
                <a:lnTo>
                  <a:pt x="12841" y="80453"/>
                </a:lnTo>
                <a:lnTo>
                  <a:pt x="13392" y="80043"/>
                </a:lnTo>
                <a:lnTo>
                  <a:pt x="13392" y="79256"/>
                </a:lnTo>
                <a:lnTo>
                  <a:pt x="13759" y="78862"/>
                </a:lnTo>
                <a:lnTo>
                  <a:pt x="13759" y="78075"/>
                </a:lnTo>
                <a:lnTo>
                  <a:pt x="14309" y="77681"/>
                </a:lnTo>
                <a:lnTo>
                  <a:pt x="14676" y="77271"/>
                </a:lnTo>
                <a:lnTo>
                  <a:pt x="14676" y="76484"/>
                </a:lnTo>
                <a:lnTo>
                  <a:pt x="15043" y="76090"/>
                </a:lnTo>
                <a:lnTo>
                  <a:pt x="15043" y="75696"/>
                </a:lnTo>
                <a:lnTo>
                  <a:pt x="15593" y="74893"/>
                </a:lnTo>
                <a:lnTo>
                  <a:pt x="15960" y="74499"/>
                </a:lnTo>
                <a:lnTo>
                  <a:pt x="15960" y="74105"/>
                </a:lnTo>
                <a:lnTo>
                  <a:pt x="16511" y="73318"/>
                </a:lnTo>
                <a:lnTo>
                  <a:pt x="16511" y="72924"/>
                </a:lnTo>
                <a:lnTo>
                  <a:pt x="16877" y="72514"/>
                </a:lnTo>
                <a:lnTo>
                  <a:pt x="17244" y="71727"/>
                </a:lnTo>
                <a:lnTo>
                  <a:pt x="17244" y="71333"/>
                </a:lnTo>
                <a:lnTo>
                  <a:pt x="17795" y="70546"/>
                </a:lnTo>
                <a:lnTo>
                  <a:pt x="17795" y="70152"/>
                </a:lnTo>
                <a:lnTo>
                  <a:pt x="18162" y="69742"/>
                </a:lnTo>
                <a:lnTo>
                  <a:pt x="18162" y="68955"/>
                </a:lnTo>
                <a:lnTo>
                  <a:pt x="18712" y="68561"/>
                </a:lnTo>
                <a:lnTo>
                  <a:pt x="19079" y="68168"/>
                </a:lnTo>
                <a:lnTo>
                  <a:pt x="19079" y="67364"/>
                </a:lnTo>
                <a:lnTo>
                  <a:pt x="19446" y="66970"/>
                </a:lnTo>
                <a:lnTo>
                  <a:pt x="19996" y="66577"/>
                </a:lnTo>
                <a:lnTo>
                  <a:pt x="19996" y="65789"/>
                </a:lnTo>
                <a:lnTo>
                  <a:pt x="20363" y="65396"/>
                </a:lnTo>
                <a:lnTo>
                  <a:pt x="20363" y="64986"/>
                </a:lnTo>
                <a:lnTo>
                  <a:pt x="20913" y="64198"/>
                </a:lnTo>
                <a:lnTo>
                  <a:pt x="21280" y="63805"/>
                </a:lnTo>
                <a:lnTo>
                  <a:pt x="21280" y="63411"/>
                </a:lnTo>
                <a:lnTo>
                  <a:pt x="21831" y="62607"/>
                </a:lnTo>
                <a:lnTo>
                  <a:pt x="21831" y="62214"/>
                </a:lnTo>
                <a:lnTo>
                  <a:pt x="22198" y="61426"/>
                </a:lnTo>
                <a:lnTo>
                  <a:pt x="22198" y="61033"/>
                </a:lnTo>
                <a:lnTo>
                  <a:pt x="22565" y="60639"/>
                </a:lnTo>
                <a:lnTo>
                  <a:pt x="23115" y="59835"/>
                </a:lnTo>
                <a:lnTo>
                  <a:pt x="23115" y="59442"/>
                </a:lnTo>
                <a:lnTo>
                  <a:pt x="23482" y="59048"/>
                </a:lnTo>
                <a:lnTo>
                  <a:pt x="24032" y="58261"/>
                </a:lnTo>
                <a:lnTo>
                  <a:pt x="24032" y="57867"/>
                </a:lnTo>
                <a:lnTo>
                  <a:pt x="24399" y="57457"/>
                </a:lnTo>
                <a:lnTo>
                  <a:pt x="24399" y="56670"/>
                </a:lnTo>
                <a:lnTo>
                  <a:pt x="24766" y="56276"/>
                </a:lnTo>
                <a:lnTo>
                  <a:pt x="24766" y="55882"/>
                </a:lnTo>
                <a:lnTo>
                  <a:pt x="25316" y="55079"/>
                </a:lnTo>
                <a:lnTo>
                  <a:pt x="25683" y="54685"/>
                </a:lnTo>
                <a:lnTo>
                  <a:pt x="25683" y="53898"/>
                </a:lnTo>
                <a:lnTo>
                  <a:pt x="26234" y="53504"/>
                </a:lnTo>
                <a:lnTo>
                  <a:pt x="26234" y="53110"/>
                </a:lnTo>
                <a:lnTo>
                  <a:pt x="26601" y="52307"/>
                </a:lnTo>
                <a:lnTo>
                  <a:pt x="27151" y="51913"/>
                </a:lnTo>
                <a:lnTo>
                  <a:pt x="27151" y="51519"/>
                </a:lnTo>
                <a:lnTo>
                  <a:pt x="27518" y="50732"/>
                </a:lnTo>
                <a:lnTo>
                  <a:pt x="27885" y="50338"/>
                </a:lnTo>
                <a:lnTo>
                  <a:pt x="27885" y="49535"/>
                </a:lnTo>
                <a:lnTo>
                  <a:pt x="28435" y="49141"/>
                </a:lnTo>
                <a:lnTo>
                  <a:pt x="28435" y="48747"/>
                </a:lnTo>
                <a:lnTo>
                  <a:pt x="28802" y="47960"/>
                </a:lnTo>
                <a:lnTo>
                  <a:pt x="28802" y="47550"/>
                </a:lnTo>
                <a:lnTo>
                  <a:pt x="29352" y="47156"/>
                </a:lnTo>
                <a:lnTo>
                  <a:pt x="29719" y="46369"/>
                </a:lnTo>
                <a:lnTo>
                  <a:pt x="29719" y="45975"/>
                </a:lnTo>
                <a:lnTo>
                  <a:pt x="30086" y="45582"/>
                </a:lnTo>
                <a:lnTo>
                  <a:pt x="30086" y="44778"/>
                </a:lnTo>
                <a:lnTo>
                  <a:pt x="30637" y="44384"/>
                </a:lnTo>
                <a:lnTo>
                  <a:pt x="31004" y="43597"/>
                </a:lnTo>
                <a:lnTo>
                  <a:pt x="31004" y="43203"/>
                </a:lnTo>
                <a:lnTo>
                  <a:pt x="31554" y="42810"/>
                </a:lnTo>
                <a:lnTo>
                  <a:pt x="31554" y="42006"/>
                </a:lnTo>
                <a:lnTo>
                  <a:pt x="31921" y="41612"/>
                </a:lnTo>
                <a:lnTo>
                  <a:pt x="32471" y="41219"/>
                </a:lnTo>
                <a:lnTo>
                  <a:pt x="32471" y="40431"/>
                </a:lnTo>
                <a:lnTo>
                  <a:pt x="32838" y="40021"/>
                </a:lnTo>
                <a:lnTo>
                  <a:pt x="32838" y="39628"/>
                </a:lnTo>
                <a:lnTo>
                  <a:pt x="33205" y="38840"/>
                </a:lnTo>
                <a:lnTo>
                  <a:pt x="33205" y="38447"/>
                </a:lnTo>
                <a:lnTo>
                  <a:pt x="33755" y="37643"/>
                </a:lnTo>
                <a:lnTo>
                  <a:pt x="34122" y="37249"/>
                </a:lnTo>
                <a:lnTo>
                  <a:pt x="34122" y="36856"/>
                </a:lnTo>
                <a:lnTo>
                  <a:pt x="34673" y="36068"/>
                </a:lnTo>
                <a:lnTo>
                  <a:pt x="35040" y="35675"/>
                </a:lnTo>
                <a:lnTo>
                  <a:pt x="35040" y="35281"/>
                </a:lnTo>
                <a:lnTo>
                  <a:pt x="35407" y="34477"/>
                </a:lnTo>
                <a:lnTo>
                  <a:pt x="35407" y="34084"/>
                </a:lnTo>
                <a:lnTo>
                  <a:pt x="35957" y="33690"/>
                </a:lnTo>
                <a:lnTo>
                  <a:pt x="36324" y="32903"/>
                </a:lnTo>
                <a:lnTo>
                  <a:pt x="36324" y="32493"/>
                </a:lnTo>
                <a:lnTo>
                  <a:pt x="36874" y="32099"/>
                </a:lnTo>
                <a:lnTo>
                  <a:pt x="36874" y="31312"/>
                </a:lnTo>
                <a:lnTo>
                  <a:pt x="37241" y="30918"/>
                </a:lnTo>
                <a:lnTo>
                  <a:pt x="37241" y="30524"/>
                </a:lnTo>
                <a:lnTo>
                  <a:pt x="37608" y="29721"/>
                </a:lnTo>
                <a:lnTo>
                  <a:pt x="38158" y="29327"/>
                </a:lnTo>
                <a:lnTo>
                  <a:pt x="38158" y="28933"/>
                </a:lnTo>
                <a:lnTo>
                  <a:pt x="38525" y="28146"/>
                </a:lnTo>
                <a:lnTo>
                  <a:pt x="39076" y="27752"/>
                </a:lnTo>
                <a:lnTo>
                  <a:pt x="39076" y="26949"/>
                </a:lnTo>
                <a:lnTo>
                  <a:pt x="39443" y="26555"/>
                </a:lnTo>
                <a:lnTo>
                  <a:pt x="39443" y="26161"/>
                </a:lnTo>
                <a:lnTo>
                  <a:pt x="39993" y="25374"/>
                </a:lnTo>
                <a:lnTo>
                  <a:pt x="39993" y="24964"/>
                </a:lnTo>
                <a:lnTo>
                  <a:pt x="40360" y="24570"/>
                </a:lnTo>
                <a:lnTo>
                  <a:pt x="40727" y="23783"/>
                </a:lnTo>
                <a:lnTo>
                  <a:pt x="40727" y="23389"/>
                </a:lnTo>
                <a:lnTo>
                  <a:pt x="41277" y="22996"/>
                </a:lnTo>
                <a:lnTo>
                  <a:pt x="41644" y="22192"/>
                </a:lnTo>
                <a:lnTo>
                  <a:pt x="41644" y="21798"/>
                </a:lnTo>
                <a:lnTo>
                  <a:pt x="42194" y="21405"/>
                </a:lnTo>
                <a:lnTo>
                  <a:pt x="42194" y="20617"/>
                </a:lnTo>
                <a:lnTo>
                  <a:pt x="42561" y="20207"/>
                </a:lnTo>
                <a:lnTo>
                  <a:pt x="42561" y="19420"/>
                </a:lnTo>
                <a:lnTo>
                  <a:pt x="42928" y="19026"/>
                </a:lnTo>
                <a:lnTo>
                  <a:pt x="43479" y="18633"/>
                </a:lnTo>
                <a:lnTo>
                  <a:pt x="43479" y="17845"/>
                </a:lnTo>
                <a:lnTo>
                  <a:pt x="43845" y="17435"/>
                </a:lnTo>
                <a:lnTo>
                  <a:pt x="43845" y="17042"/>
                </a:lnTo>
                <a:lnTo>
                  <a:pt x="44396" y="16254"/>
                </a:lnTo>
                <a:lnTo>
                  <a:pt x="44763" y="15861"/>
                </a:lnTo>
                <a:lnTo>
                  <a:pt x="44763" y="15467"/>
                </a:lnTo>
                <a:lnTo>
                  <a:pt x="45313" y="14663"/>
                </a:lnTo>
                <a:lnTo>
                  <a:pt x="45680" y="14270"/>
                </a:lnTo>
                <a:lnTo>
                  <a:pt x="45680" y="13482"/>
                </a:lnTo>
                <a:lnTo>
                  <a:pt x="46047" y="13089"/>
                </a:lnTo>
                <a:lnTo>
                  <a:pt x="46047" y="12679"/>
                </a:lnTo>
                <a:lnTo>
                  <a:pt x="46597" y="11891"/>
                </a:lnTo>
                <a:lnTo>
                  <a:pt x="46597" y="11498"/>
                </a:lnTo>
                <a:lnTo>
                  <a:pt x="46964" y="11104"/>
                </a:lnTo>
                <a:lnTo>
                  <a:pt x="47515" y="10317"/>
                </a:lnTo>
                <a:lnTo>
                  <a:pt x="47515" y="9907"/>
                </a:lnTo>
                <a:lnTo>
                  <a:pt x="47882" y="9513"/>
                </a:lnTo>
                <a:lnTo>
                  <a:pt x="47882" y="8726"/>
                </a:lnTo>
                <a:lnTo>
                  <a:pt x="48248" y="8332"/>
                </a:lnTo>
                <a:lnTo>
                  <a:pt x="48248" y="7938"/>
                </a:lnTo>
                <a:lnTo>
                  <a:pt x="48799" y="7135"/>
                </a:lnTo>
                <a:lnTo>
                  <a:pt x="49166" y="6741"/>
                </a:lnTo>
                <a:lnTo>
                  <a:pt x="49166" y="6347"/>
                </a:lnTo>
                <a:lnTo>
                  <a:pt x="49716" y="5560"/>
                </a:lnTo>
                <a:lnTo>
                  <a:pt x="50083" y="5150"/>
                </a:lnTo>
                <a:lnTo>
                  <a:pt x="50083" y="4756"/>
                </a:lnTo>
                <a:lnTo>
                  <a:pt x="50633" y="3969"/>
                </a:lnTo>
                <a:lnTo>
                  <a:pt x="50633" y="3575"/>
                </a:lnTo>
                <a:lnTo>
                  <a:pt x="51000" y="3182"/>
                </a:lnTo>
                <a:lnTo>
                  <a:pt x="51000" y="2378"/>
                </a:lnTo>
                <a:lnTo>
                  <a:pt x="51367" y="1984"/>
                </a:lnTo>
                <a:lnTo>
                  <a:pt x="51918" y="1591"/>
                </a:lnTo>
                <a:lnTo>
                  <a:pt x="51918" y="803"/>
                </a:lnTo>
                <a:lnTo>
                  <a:pt x="52284" y="410"/>
                </a:lnTo>
                <a:lnTo>
                  <a:pt x="52835" y="0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173388" y="2284921"/>
            <a:ext cx="52284" cy="105795"/>
          </a:xfrm>
          <a:custGeom>
            <a:avLst/>
            <a:gdLst/>
            <a:ahLst/>
            <a:cxnLst/>
            <a:rect l="l" t="t" r="r" b="b"/>
            <a:pathLst>
              <a:path w="52284" h="105795">
                <a:moveTo>
                  <a:pt x="0" y="105795"/>
                </a:moveTo>
                <a:lnTo>
                  <a:pt x="0" y="105007"/>
                </a:lnTo>
                <a:lnTo>
                  <a:pt x="366" y="104614"/>
                </a:lnTo>
                <a:lnTo>
                  <a:pt x="366" y="103826"/>
                </a:lnTo>
                <a:lnTo>
                  <a:pt x="733" y="103416"/>
                </a:lnTo>
                <a:lnTo>
                  <a:pt x="1284" y="103023"/>
                </a:lnTo>
                <a:lnTo>
                  <a:pt x="1284" y="102235"/>
                </a:lnTo>
                <a:lnTo>
                  <a:pt x="1651" y="101842"/>
                </a:lnTo>
                <a:lnTo>
                  <a:pt x="1651" y="101448"/>
                </a:lnTo>
                <a:lnTo>
                  <a:pt x="2201" y="100644"/>
                </a:lnTo>
                <a:lnTo>
                  <a:pt x="2201" y="100251"/>
                </a:lnTo>
                <a:lnTo>
                  <a:pt x="2568" y="99463"/>
                </a:lnTo>
                <a:lnTo>
                  <a:pt x="2935" y="99070"/>
                </a:lnTo>
                <a:lnTo>
                  <a:pt x="2935" y="98676"/>
                </a:lnTo>
                <a:lnTo>
                  <a:pt x="3485" y="97872"/>
                </a:lnTo>
                <a:lnTo>
                  <a:pt x="3852" y="97479"/>
                </a:lnTo>
                <a:lnTo>
                  <a:pt x="3852" y="97085"/>
                </a:lnTo>
                <a:lnTo>
                  <a:pt x="4402" y="96298"/>
                </a:lnTo>
                <a:lnTo>
                  <a:pt x="4402" y="95888"/>
                </a:lnTo>
                <a:lnTo>
                  <a:pt x="4769" y="95494"/>
                </a:lnTo>
                <a:lnTo>
                  <a:pt x="4769" y="94707"/>
                </a:lnTo>
                <a:lnTo>
                  <a:pt x="5320" y="94313"/>
                </a:lnTo>
                <a:lnTo>
                  <a:pt x="5687" y="93919"/>
                </a:lnTo>
                <a:lnTo>
                  <a:pt x="5687" y="93116"/>
                </a:lnTo>
                <a:lnTo>
                  <a:pt x="6054" y="92722"/>
                </a:lnTo>
                <a:lnTo>
                  <a:pt x="6054" y="92328"/>
                </a:lnTo>
                <a:lnTo>
                  <a:pt x="6604" y="91541"/>
                </a:lnTo>
                <a:lnTo>
                  <a:pt x="6604" y="91147"/>
                </a:lnTo>
                <a:lnTo>
                  <a:pt x="6971" y="90737"/>
                </a:lnTo>
                <a:lnTo>
                  <a:pt x="7521" y="89950"/>
                </a:lnTo>
                <a:lnTo>
                  <a:pt x="7521" y="89556"/>
                </a:lnTo>
                <a:lnTo>
                  <a:pt x="7888" y="89163"/>
                </a:lnTo>
                <a:lnTo>
                  <a:pt x="8255" y="88359"/>
                </a:lnTo>
                <a:lnTo>
                  <a:pt x="8255" y="87965"/>
                </a:lnTo>
                <a:lnTo>
                  <a:pt x="8805" y="87572"/>
                </a:lnTo>
                <a:lnTo>
                  <a:pt x="8805" y="86784"/>
                </a:lnTo>
                <a:lnTo>
                  <a:pt x="9172" y="86391"/>
                </a:lnTo>
                <a:lnTo>
                  <a:pt x="9723" y="85981"/>
                </a:lnTo>
                <a:lnTo>
                  <a:pt x="9723" y="85193"/>
                </a:lnTo>
                <a:lnTo>
                  <a:pt x="10090" y="84800"/>
                </a:lnTo>
                <a:lnTo>
                  <a:pt x="10090" y="84012"/>
                </a:lnTo>
                <a:lnTo>
                  <a:pt x="10640" y="83602"/>
                </a:lnTo>
                <a:lnTo>
                  <a:pt x="11007" y="83209"/>
                </a:lnTo>
                <a:lnTo>
                  <a:pt x="11007" y="82421"/>
                </a:lnTo>
                <a:lnTo>
                  <a:pt x="11374" y="82028"/>
                </a:lnTo>
                <a:lnTo>
                  <a:pt x="11374" y="81634"/>
                </a:lnTo>
                <a:lnTo>
                  <a:pt x="11924" y="80830"/>
                </a:lnTo>
                <a:lnTo>
                  <a:pt x="12291" y="80437"/>
                </a:lnTo>
                <a:lnTo>
                  <a:pt x="12291" y="80043"/>
                </a:lnTo>
                <a:lnTo>
                  <a:pt x="12841" y="79256"/>
                </a:lnTo>
                <a:lnTo>
                  <a:pt x="12841" y="78862"/>
                </a:lnTo>
                <a:lnTo>
                  <a:pt x="13208" y="78452"/>
                </a:lnTo>
                <a:lnTo>
                  <a:pt x="13208" y="77665"/>
                </a:lnTo>
                <a:lnTo>
                  <a:pt x="13575" y="77271"/>
                </a:lnTo>
                <a:lnTo>
                  <a:pt x="14126" y="76877"/>
                </a:lnTo>
                <a:lnTo>
                  <a:pt x="14126" y="76074"/>
                </a:lnTo>
                <a:lnTo>
                  <a:pt x="14493" y="75680"/>
                </a:lnTo>
                <a:lnTo>
                  <a:pt x="15043" y="75286"/>
                </a:lnTo>
                <a:lnTo>
                  <a:pt x="15043" y="74499"/>
                </a:lnTo>
                <a:lnTo>
                  <a:pt x="15410" y="74105"/>
                </a:lnTo>
                <a:lnTo>
                  <a:pt x="15410" y="73712"/>
                </a:lnTo>
                <a:lnTo>
                  <a:pt x="15960" y="72908"/>
                </a:lnTo>
                <a:lnTo>
                  <a:pt x="15960" y="72514"/>
                </a:lnTo>
                <a:lnTo>
                  <a:pt x="16327" y="72121"/>
                </a:lnTo>
                <a:lnTo>
                  <a:pt x="16694" y="71333"/>
                </a:lnTo>
                <a:lnTo>
                  <a:pt x="16694" y="70923"/>
                </a:lnTo>
                <a:lnTo>
                  <a:pt x="17244" y="70530"/>
                </a:lnTo>
                <a:lnTo>
                  <a:pt x="17244" y="69742"/>
                </a:lnTo>
                <a:lnTo>
                  <a:pt x="17611" y="69349"/>
                </a:lnTo>
                <a:lnTo>
                  <a:pt x="18162" y="68545"/>
                </a:lnTo>
                <a:lnTo>
                  <a:pt x="18162" y="68151"/>
                </a:lnTo>
                <a:lnTo>
                  <a:pt x="18529" y="67758"/>
                </a:lnTo>
                <a:lnTo>
                  <a:pt x="18895" y="66970"/>
                </a:lnTo>
                <a:lnTo>
                  <a:pt x="18895" y="66577"/>
                </a:lnTo>
                <a:lnTo>
                  <a:pt x="19446" y="66167"/>
                </a:lnTo>
                <a:lnTo>
                  <a:pt x="19446" y="65379"/>
                </a:lnTo>
                <a:lnTo>
                  <a:pt x="19813" y="64986"/>
                </a:lnTo>
                <a:lnTo>
                  <a:pt x="19813" y="64592"/>
                </a:lnTo>
                <a:lnTo>
                  <a:pt x="20363" y="63805"/>
                </a:lnTo>
                <a:lnTo>
                  <a:pt x="20730" y="63395"/>
                </a:lnTo>
                <a:lnTo>
                  <a:pt x="20730" y="63001"/>
                </a:lnTo>
                <a:lnTo>
                  <a:pt x="21097" y="62214"/>
                </a:lnTo>
                <a:lnTo>
                  <a:pt x="21097" y="61820"/>
                </a:lnTo>
                <a:lnTo>
                  <a:pt x="21647" y="61426"/>
                </a:lnTo>
                <a:lnTo>
                  <a:pt x="22014" y="60623"/>
                </a:lnTo>
                <a:lnTo>
                  <a:pt x="22014" y="60229"/>
                </a:lnTo>
                <a:lnTo>
                  <a:pt x="22565" y="59835"/>
                </a:lnTo>
                <a:lnTo>
                  <a:pt x="22565" y="59048"/>
                </a:lnTo>
                <a:lnTo>
                  <a:pt x="22932" y="58638"/>
                </a:lnTo>
                <a:lnTo>
                  <a:pt x="23482" y="58244"/>
                </a:lnTo>
                <a:lnTo>
                  <a:pt x="23482" y="57457"/>
                </a:lnTo>
                <a:lnTo>
                  <a:pt x="23849" y="57063"/>
                </a:lnTo>
                <a:lnTo>
                  <a:pt x="23849" y="56670"/>
                </a:lnTo>
                <a:lnTo>
                  <a:pt x="24216" y="55866"/>
                </a:lnTo>
                <a:lnTo>
                  <a:pt x="24216" y="55472"/>
                </a:lnTo>
                <a:lnTo>
                  <a:pt x="24766" y="55079"/>
                </a:lnTo>
                <a:lnTo>
                  <a:pt x="25133" y="54291"/>
                </a:lnTo>
                <a:lnTo>
                  <a:pt x="25133" y="53898"/>
                </a:lnTo>
                <a:lnTo>
                  <a:pt x="25683" y="53094"/>
                </a:lnTo>
                <a:lnTo>
                  <a:pt x="26050" y="52700"/>
                </a:lnTo>
                <a:lnTo>
                  <a:pt x="26050" y="52307"/>
                </a:lnTo>
                <a:lnTo>
                  <a:pt x="26417" y="51519"/>
                </a:lnTo>
                <a:lnTo>
                  <a:pt x="26417" y="51109"/>
                </a:lnTo>
                <a:lnTo>
                  <a:pt x="26968" y="50716"/>
                </a:lnTo>
                <a:lnTo>
                  <a:pt x="27334" y="50322"/>
                </a:lnTo>
                <a:lnTo>
                  <a:pt x="27334" y="49535"/>
                </a:lnTo>
                <a:lnTo>
                  <a:pt x="27885" y="49141"/>
                </a:lnTo>
                <a:lnTo>
                  <a:pt x="27885" y="48731"/>
                </a:lnTo>
                <a:lnTo>
                  <a:pt x="28252" y="47944"/>
                </a:lnTo>
                <a:lnTo>
                  <a:pt x="28252" y="47550"/>
                </a:lnTo>
                <a:lnTo>
                  <a:pt x="28802" y="47156"/>
                </a:lnTo>
                <a:lnTo>
                  <a:pt x="29169" y="46369"/>
                </a:lnTo>
                <a:lnTo>
                  <a:pt x="29169" y="45959"/>
                </a:lnTo>
                <a:lnTo>
                  <a:pt x="29536" y="45565"/>
                </a:lnTo>
                <a:lnTo>
                  <a:pt x="30086" y="44778"/>
                </a:lnTo>
                <a:lnTo>
                  <a:pt x="30086" y="44384"/>
                </a:lnTo>
                <a:lnTo>
                  <a:pt x="30453" y="43581"/>
                </a:lnTo>
                <a:lnTo>
                  <a:pt x="30453" y="43187"/>
                </a:lnTo>
                <a:lnTo>
                  <a:pt x="31004" y="42793"/>
                </a:lnTo>
                <a:lnTo>
                  <a:pt x="31004" y="42006"/>
                </a:lnTo>
                <a:lnTo>
                  <a:pt x="31370" y="41612"/>
                </a:lnTo>
                <a:lnTo>
                  <a:pt x="31737" y="41202"/>
                </a:lnTo>
                <a:lnTo>
                  <a:pt x="31737" y="40415"/>
                </a:lnTo>
                <a:lnTo>
                  <a:pt x="32288" y="40021"/>
                </a:lnTo>
                <a:lnTo>
                  <a:pt x="32288" y="39628"/>
                </a:lnTo>
                <a:lnTo>
                  <a:pt x="32655" y="38840"/>
                </a:lnTo>
                <a:lnTo>
                  <a:pt x="33205" y="38430"/>
                </a:lnTo>
                <a:lnTo>
                  <a:pt x="33205" y="38037"/>
                </a:lnTo>
                <a:lnTo>
                  <a:pt x="33572" y="37643"/>
                </a:lnTo>
                <a:lnTo>
                  <a:pt x="33572" y="36856"/>
                </a:lnTo>
                <a:lnTo>
                  <a:pt x="34122" y="36462"/>
                </a:lnTo>
                <a:lnTo>
                  <a:pt x="34489" y="36052"/>
                </a:lnTo>
                <a:lnTo>
                  <a:pt x="34489" y="35265"/>
                </a:lnTo>
                <a:lnTo>
                  <a:pt x="34856" y="34871"/>
                </a:lnTo>
                <a:lnTo>
                  <a:pt x="34856" y="34477"/>
                </a:lnTo>
                <a:lnTo>
                  <a:pt x="35407" y="33673"/>
                </a:lnTo>
                <a:lnTo>
                  <a:pt x="35773" y="33280"/>
                </a:lnTo>
                <a:lnTo>
                  <a:pt x="35773" y="32493"/>
                </a:lnTo>
                <a:lnTo>
                  <a:pt x="36324" y="32099"/>
                </a:lnTo>
                <a:lnTo>
                  <a:pt x="36691" y="31705"/>
                </a:lnTo>
                <a:lnTo>
                  <a:pt x="36691" y="30901"/>
                </a:lnTo>
                <a:lnTo>
                  <a:pt x="37058" y="30508"/>
                </a:lnTo>
                <a:lnTo>
                  <a:pt x="37058" y="30114"/>
                </a:lnTo>
                <a:lnTo>
                  <a:pt x="37608" y="29721"/>
                </a:lnTo>
                <a:lnTo>
                  <a:pt x="37608" y="28933"/>
                </a:lnTo>
                <a:lnTo>
                  <a:pt x="37975" y="28523"/>
                </a:lnTo>
                <a:lnTo>
                  <a:pt x="38525" y="28130"/>
                </a:lnTo>
                <a:lnTo>
                  <a:pt x="38525" y="27342"/>
                </a:lnTo>
                <a:lnTo>
                  <a:pt x="38892" y="26949"/>
                </a:lnTo>
                <a:lnTo>
                  <a:pt x="38892" y="26555"/>
                </a:lnTo>
                <a:lnTo>
                  <a:pt x="39443" y="25751"/>
                </a:lnTo>
                <a:lnTo>
                  <a:pt x="39443" y="25358"/>
                </a:lnTo>
                <a:lnTo>
                  <a:pt x="39809" y="24964"/>
                </a:lnTo>
                <a:lnTo>
                  <a:pt x="40176" y="24177"/>
                </a:lnTo>
                <a:lnTo>
                  <a:pt x="40176" y="23766"/>
                </a:lnTo>
                <a:lnTo>
                  <a:pt x="40727" y="22979"/>
                </a:lnTo>
                <a:lnTo>
                  <a:pt x="41094" y="22586"/>
                </a:lnTo>
                <a:lnTo>
                  <a:pt x="41094" y="22192"/>
                </a:lnTo>
                <a:lnTo>
                  <a:pt x="41644" y="21798"/>
                </a:lnTo>
                <a:lnTo>
                  <a:pt x="41644" y="20994"/>
                </a:lnTo>
                <a:lnTo>
                  <a:pt x="42011" y="20601"/>
                </a:lnTo>
                <a:lnTo>
                  <a:pt x="42011" y="20207"/>
                </a:lnTo>
                <a:lnTo>
                  <a:pt x="42378" y="19420"/>
                </a:lnTo>
                <a:lnTo>
                  <a:pt x="42928" y="19026"/>
                </a:lnTo>
                <a:lnTo>
                  <a:pt x="42928" y="18616"/>
                </a:lnTo>
                <a:lnTo>
                  <a:pt x="43295" y="17829"/>
                </a:lnTo>
                <a:lnTo>
                  <a:pt x="43845" y="17435"/>
                </a:lnTo>
                <a:lnTo>
                  <a:pt x="43845" y="17042"/>
                </a:lnTo>
                <a:lnTo>
                  <a:pt x="44212" y="16238"/>
                </a:lnTo>
                <a:lnTo>
                  <a:pt x="44212" y="15844"/>
                </a:lnTo>
                <a:lnTo>
                  <a:pt x="44579" y="15450"/>
                </a:lnTo>
                <a:lnTo>
                  <a:pt x="45130" y="14663"/>
                </a:lnTo>
                <a:lnTo>
                  <a:pt x="45130" y="14270"/>
                </a:lnTo>
                <a:lnTo>
                  <a:pt x="45497" y="13876"/>
                </a:lnTo>
                <a:lnTo>
                  <a:pt x="45497" y="13072"/>
                </a:lnTo>
                <a:lnTo>
                  <a:pt x="46047" y="12679"/>
                </a:lnTo>
                <a:lnTo>
                  <a:pt x="46047" y="12285"/>
                </a:lnTo>
                <a:lnTo>
                  <a:pt x="46414" y="11498"/>
                </a:lnTo>
                <a:lnTo>
                  <a:pt x="46964" y="11087"/>
                </a:lnTo>
                <a:lnTo>
                  <a:pt x="46964" y="10694"/>
                </a:lnTo>
                <a:lnTo>
                  <a:pt x="47331" y="10300"/>
                </a:lnTo>
                <a:lnTo>
                  <a:pt x="47698" y="9513"/>
                </a:lnTo>
                <a:lnTo>
                  <a:pt x="47698" y="9119"/>
                </a:lnTo>
                <a:lnTo>
                  <a:pt x="48248" y="8709"/>
                </a:lnTo>
                <a:lnTo>
                  <a:pt x="48248" y="7922"/>
                </a:lnTo>
                <a:lnTo>
                  <a:pt x="48615" y="7528"/>
                </a:lnTo>
                <a:lnTo>
                  <a:pt x="48615" y="6741"/>
                </a:lnTo>
                <a:lnTo>
                  <a:pt x="49166" y="6331"/>
                </a:lnTo>
                <a:lnTo>
                  <a:pt x="49533" y="5937"/>
                </a:lnTo>
                <a:lnTo>
                  <a:pt x="49533" y="5150"/>
                </a:lnTo>
                <a:lnTo>
                  <a:pt x="49900" y="4756"/>
                </a:lnTo>
                <a:lnTo>
                  <a:pt x="49900" y="4363"/>
                </a:lnTo>
                <a:lnTo>
                  <a:pt x="50450" y="3969"/>
                </a:lnTo>
                <a:lnTo>
                  <a:pt x="50450" y="3165"/>
                </a:lnTo>
                <a:lnTo>
                  <a:pt x="50817" y="2771"/>
                </a:lnTo>
                <a:lnTo>
                  <a:pt x="51367" y="2378"/>
                </a:lnTo>
                <a:lnTo>
                  <a:pt x="51367" y="1591"/>
                </a:lnTo>
                <a:lnTo>
                  <a:pt x="51734" y="1180"/>
                </a:lnTo>
                <a:lnTo>
                  <a:pt x="52284" y="787"/>
                </a:lnTo>
                <a:lnTo>
                  <a:pt x="52284" y="0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225673" y="2183079"/>
            <a:ext cx="52651" cy="101842"/>
          </a:xfrm>
          <a:custGeom>
            <a:avLst/>
            <a:gdLst/>
            <a:ahLst/>
            <a:cxnLst/>
            <a:rect l="l" t="t" r="r" b="b"/>
            <a:pathLst>
              <a:path w="52651" h="101842">
                <a:moveTo>
                  <a:pt x="0" y="101842"/>
                </a:moveTo>
                <a:lnTo>
                  <a:pt x="366" y="101448"/>
                </a:lnTo>
                <a:lnTo>
                  <a:pt x="366" y="101054"/>
                </a:lnTo>
                <a:lnTo>
                  <a:pt x="733" y="100251"/>
                </a:lnTo>
                <a:lnTo>
                  <a:pt x="1284" y="99857"/>
                </a:lnTo>
                <a:lnTo>
                  <a:pt x="1284" y="99463"/>
                </a:lnTo>
                <a:lnTo>
                  <a:pt x="1651" y="98676"/>
                </a:lnTo>
                <a:lnTo>
                  <a:pt x="1651" y="98282"/>
                </a:lnTo>
                <a:lnTo>
                  <a:pt x="2201" y="97872"/>
                </a:lnTo>
                <a:lnTo>
                  <a:pt x="2568" y="97479"/>
                </a:lnTo>
                <a:lnTo>
                  <a:pt x="2568" y="96691"/>
                </a:lnTo>
                <a:lnTo>
                  <a:pt x="2935" y="96298"/>
                </a:lnTo>
                <a:lnTo>
                  <a:pt x="2935" y="95904"/>
                </a:lnTo>
                <a:lnTo>
                  <a:pt x="3485" y="95100"/>
                </a:lnTo>
                <a:lnTo>
                  <a:pt x="3852" y="94707"/>
                </a:lnTo>
                <a:lnTo>
                  <a:pt x="3852" y="93919"/>
                </a:lnTo>
                <a:lnTo>
                  <a:pt x="4402" y="93526"/>
                </a:lnTo>
                <a:lnTo>
                  <a:pt x="4402" y="93116"/>
                </a:lnTo>
                <a:lnTo>
                  <a:pt x="4769" y="92722"/>
                </a:lnTo>
                <a:lnTo>
                  <a:pt x="4769" y="91935"/>
                </a:lnTo>
                <a:lnTo>
                  <a:pt x="5320" y="91541"/>
                </a:lnTo>
                <a:lnTo>
                  <a:pt x="5687" y="91147"/>
                </a:lnTo>
                <a:lnTo>
                  <a:pt x="5687" y="90754"/>
                </a:lnTo>
                <a:lnTo>
                  <a:pt x="6054" y="89950"/>
                </a:lnTo>
                <a:lnTo>
                  <a:pt x="6604" y="89556"/>
                </a:lnTo>
                <a:lnTo>
                  <a:pt x="6604" y="88769"/>
                </a:lnTo>
                <a:lnTo>
                  <a:pt x="6971" y="88375"/>
                </a:lnTo>
                <a:lnTo>
                  <a:pt x="6971" y="87965"/>
                </a:lnTo>
                <a:lnTo>
                  <a:pt x="7521" y="87178"/>
                </a:lnTo>
                <a:lnTo>
                  <a:pt x="7521" y="86784"/>
                </a:lnTo>
                <a:lnTo>
                  <a:pt x="7888" y="86391"/>
                </a:lnTo>
                <a:lnTo>
                  <a:pt x="8255" y="85997"/>
                </a:lnTo>
                <a:lnTo>
                  <a:pt x="8255" y="85193"/>
                </a:lnTo>
                <a:lnTo>
                  <a:pt x="8805" y="84800"/>
                </a:lnTo>
                <a:lnTo>
                  <a:pt x="8805" y="84406"/>
                </a:lnTo>
                <a:lnTo>
                  <a:pt x="9172" y="83619"/>
                </a:lnTo>
                <a:lnTo>
                  <a:pt x="9723" y="83209"/>
                </a:lnTo>
                <a:lnTo>
                  <a:pt x="9723" y="82815"/>
                </a:lnTo>
                <a:lnTo>
                  <a:pt x="10090" y="82028"/>
                </a:lnTo>
                <a:lnTo>
                  <a:pt x="10456" y="81634"/>
                </a:lnTo>
                <a:lnTo>
                  <a:pt x="10456" y="81240"/>
                </a:lnTo>
                <a:lnTo>
                  <a:pt x="11007" y="80437"/>
                </a:lnTo>
                <a:lnTo>
                  <a:pt x="11007" y="80043"/>
                </a:lnTo>
                <a:lnTo>
                  <a:pt x="11374" y="79649"/>
                </a:lnTo>
                <a:lnTo>
                  <a:pt x="11374" y="79256"/>
                </a:lnTo>
                <a:lnTo>
                  <a:pt x="11924" y="78468"/>
                </a:lnTo>
                <a:lnTo>
                  <a:pt x="12291" y="78058"/>
                </a:lnTo>
                <a:lnTo>
                  <a:pt x="12291" y="77665"/>
                </a:lnTo>
                <a:lnTo>
                  <a:pt x="12841" y="76877"/>
                </a:lnTo>
                <a:lnTo>
                  <a:pt x="12841" y="76484"/>
                </a:lnTo>
                <a:lnTo>
                  <a:pt x="13208" y="76090"/>
                </a:lnTo>
                <a:lnTo>
                  <a:pt x="13575" y="75286"/>
                </a:lnTo>
                <a:lnTo>
                  <a:pt x="13575" y="74893"/>
                </a:lnTo>
                <a:lnTo>
                  <a:pt x="14126" y="74499"/>
                </a:lnTo>
                <a:lnTo>
                  <a:pt x="14126" y="73712"/>
                </a:lnTo>
                <a:lnTo>
                  <a:pt x="14493" y="73318"/>
                </a:lnTo>
                <a:lnTo>
                  <a:pt x="15043" y="72908"/>
                </a:lnTo>
                <a:lnTo>
                  <a:pt x="15043" y="72514"/>
                </a:lnTo>
                <a:lnTo>
                  <a:pt x="15410" y="71727"/>
                </a:lnTo>
                <a:lnTo>
                  <a:pt x="15410" y="71333"/>
                </a:lnTo>
                <a:lnTo>
                  <a:pt x="15777" y="70940"/>
                </a:lnTo>
                <a:lnTo>
                  <a:pt x="15777" y="70136"/>
                </a:lnTo>
                <a:lnTo>
                  <a:pt x="16327" y="69742"/>
                </a:lnTo>
                <a:lnTo>
                  <a:pt x="16694" y="69349"/>
                </a:lnTo>
                <a:lnTo>
                  <a:pt x="17244" y="68561"/>
                </a:lnTo>
                <a:lnTo>
                  <a:pt x="17244" y="68151"/>
                </a:lnTo>
                <a:lnTo>
                  <a:pt x="17611" y="67758"/>
                </a:lnTo>
                <a:lnTo>
                  <a:pt x="17611" y="67364"/>
                </a:lnTo>
                <a:lnTo>
                  <a:pt x="18162" y="66577"/>
                </a:lnTo>
                <a:lnTo>
                  <a:pt x="18162" y="66183"/>
                </a:lnTo>
                <a:lnTo>
                  <a:pt x="18529" y="65773"/>
                </a:lnTo>
                <a:lnTo>
                  <a:pt x="18895" y="64986"/>
                </a:lnTo>
                <a:lnTo>
                  <a:pt x="18895" y="64592"/>
                </a:lnTo>
                <a:lnTo>
                  <a:pt x="19446" y="64198"/>
                </a:lnTo>
                <a:lnTo>
                  <a:pt x="19446" y="63411"/>
                </a:lnTo>
                <a:lnTo>
                  <a:pt x="19813" y="63001"/>
                </a:lnTo>
                <a:lnTo>
                  <a:pt x="19813" y="62607"/>
                </a:lnTo>
                <a:lnTo>
                  <a:pt x="20363" y="62214"/>
                </a:lnTo>
                <a:lnTo>
                  <a:pt x="20730" y="61426"/>
                </a:lnTo>
                <a:lnTo>
                  <a:pt x="20730" y="61033"/>
                </a:lnTo>
                <a:lnTo>
                  <a:pt x="21097" y="60623"/>
                </a:lnTo>
                <a:lnTo>
                  <a:pt x="21647" y="59835"/>
                </a:lnTo>
                <a:lnTo>
                  <a:pt x="21647" y="59442"/>
                </a:lnTo>
                <a:lnTo>
                  <a:pt x="22014" y="59048"/>
                </a:lnTo>
                <a:lnTo>
                  <a:pt x="22014" y="58244"/>
                </a:lnTo>
                <a:lnTo>
                  <a:pt x="22565" y="57851"/>
                </a:lnTo>
                <a:lnTo>
                  <a:pt x="22565" y="57457"/>
                </a:lnTo>
                <a:lnTo>
                  <a:pt x="22932" y="57063"/>
                </a:lnTo>
                <a:lnTo>
                  <a:pt x="23482" y="56276"/>
                </a:lnTo>
                <a:lnTo>
                  <a:pt x="23482" y="55882"/>
                </a:lnTo>
                <a:lnTo>
                  <a:pt x="23849" y="55472"/>
                </a:lnTo>
                <a:lnTo>
                  <a:pt x="23849" y="54685"/>
                </a:lnTo>
                <a:lnTo>
                  <a:pt x="24216" y="54291"/>
                </a:lnTo>
                <a:lnTo>
                  <a:pt x="24766" y="53898"/>
                </a:lnTo>
                <a:lnTo>
                  <a:pt x="24766" y="53094"/>
                </a:lnTo>
                <a:lnTo>
                  <a:pt x="25133" y="52700"/>
                </a:lnTo>
                <a:lnTo>
                  <a:pt x="25133" y="52307"/>
                </a:lnTo>
                <a:lnTo>
                  <a:pt x="25683" y="51913"/>
                </a:lnTo>
                <a:lnTo>
                  <a:pt x="26050" y="51126"/>
                </a:lnTo>
                <a:lnTo>
                  <a:pt x="26050" y="50716"/>
                </a:lnTo>
                <a:lnTo>
                  <a:pt x="26417" y="50322"/>
                </a:lnTo>
                <a:lnTo>
                  <a:pt x="26417" y="49535"/>
                </a:lnTo>
                <a:lnTo>
                  <a:pt x="26968" y="49141"/>
                </a:lnTo>
                <a:lnTo>
                  <a:pt x="27334" y="48747"/>
                </a:lnTo>
                <a:lnTo>
                  <a:pt x="27334" y="47944"/>
                </a:lnTo>
                <a:lnTo>
                  <a:pt x="27885" y="47550"/>
                </a:lnTo>
                <a:lnTo>
                  <a:pt x="28252" y="47156"/>
                </a:lnTo>
                <a:lnTo>
                  <a:pt x="28252" y="46763"/>
                </a:lnTo>
                <a:lnTo>
                  <a:pt x="28619" y="45975"/>
                </a:lnTo>
                <a:lnTo>
                  <a:pt x="28619" y="45565"/>
                </a:lnTo>
                <a:lnTo>
                  <a:pt x="29169" y="45172"/>
                </a:lnTo>
                <a:lnTo>
                  <a:pt x="29169" y="44384"/>
                </a:lnTo>
                <a:lnTo>
                  <a:pt x="29536" y="43991"/>
                </a:lnTo>
                <a:lnTo>
                  <a:pt x="30086" y="43597"/>
                </a:lnTo>
                <a:lnTo>
                  <a:pt x="30086" y="43187"/>
                </a:lnTo>
                <a:lnTo>
                  <a:pt x="30453" y="42400"/>
                </a:lnTo>
                <a:lnTo>
                  <a:pt x="30453" y="42006"/>
                </a:lnTo>
                <a:lnTo>
                  <a:pt x="31004" y="41612"/>
                </a:lnTo>
                <a:lnTo>
                  <a:pt x="31004" y="40809"/>
                </a:lnTo>
                <a:lnTo>
                  <a:pt x="31370" y="40415"/>
                </a:lnTo>
                <a:lnTo>
                  <a:pt x="31737" y="40021"/>
                </a:lnTo>
                <a:lnTo>
                  <a:pt x="31737" y="39234"/>
                </a:lnTo>
                <a:lnTo>
                  <a:pt x="32288" y="38840"/>
                </a:lnTo>
                <a:lnTo>
                  <a:pt x="32655" y="38447"/>
                </a:lnTo>
                <a:lnTo>
                  <a:pt x="32655" y="38037"/>
                </a:lnTo>
                <a:lnTo>
                  <a:pt x="33205" y="37249"/>
                </a:lnTo>
                <a:lnTo>
                  <a:pt x="33205" y="36856"/>
                </a:lnTo>
                <a:lnTo>
                  <a:pt x="33572" y="36462"/>
                </a:lnTo>
                <a:lnTo>
                  <a:pt x="33572" y="35658"/>
                </a:lnTo>
                <a:lnTo>
                  <a:pt x="33939" y="35265"/>
                </a:lnTo>
                <a:lnTo>
                  <a:pt x="34489" y="34871"/>
                </a:lnTo>
                <a:lnTo>
                  <a:pt x="34489" y="34477"/>
                </a:lnTo>
                <a:lnTo>
                  <a:pt x="34856" y="33690"/>
                </a:lnTo>
                <a:lnTo>
                  <a:pt x="35407" y="33280"/>
                </a:lnTo>
                <a:lnTo>
                  <a:pt x="35407" y="32886"/>
                </a:lnTo>
                <a:lnTo>
                  <a:pt x="35773" y="32099"/>
                </a:lnTo>
                <a:lnTo>
                  <a:pt x="35773" y="31705"/>
                </a:lnTo>
                <a:lnTo>
                  <a:pt x="36324" y="31312"/>
                </a:lnTo>
                <a:lnTo>
                  <a:pt x="36691" y="30918"/>
                </a:lnTo>
                <a:lnTo>
                  <a:pt x="36691" y="30114"/>
                </a:lnTo>
                <a:lnTo>
                  <a:pt x="37058" y="29721"/>
                </a:lnTo>
                <a:lnTo>
                  <a:pt x="37058" y="29327"/>
                </a:lnTo>
                <a:lnTo>
                  <a:pt x="37608" y="28933"/>
                </a:lnTo>
                <a:lnTo>
                  <a:pt x="37608" y="28130"/>
                </a:lnTo>
                <a:lnTo>
                  <a:pt x="37975" y="27736"/>
                </a:lnTo>
                <a:lnTo>
                  <a:pt x="38525" y="27342"/>
                </a:lnTo>
                <a:lnTo>
                  <a:pt x="38525" y="26555"/>
                </a:lnTo>
                <a:lnTo>
                  <a:pt x="38892" y="26161"/>
                </a:lnTo>
                <a:lnTo>
                  <a:pt x="39259" y="25751"/>
                </a:lnTo>
                <a:lnTo>
                  <a:pt x="39259" y="25358"/>
                </a:lnTo>
                <a:lnTo>
                  <a:pt x="39809" y="24570"/>
                </a:lnTo>
                <a:lnTo>
                  <a:pt x="39809" y="24177"/>
                </a:lnTo>
                <a:lnTo>
                  <a:pt x="40176" y="23783"/>
                </a:lnTo>
                <a:lnTo>
                  <a:pt x="40176" y="22979"/>
                </a:lnTo>
                <a:lnTo>
                  <a:pt x="40727" y="22586"/>
                </a:lnTo>
                <a:lnTo>
                  <a:pt x="41094" y="22192"/>
                </a:lnTo>
                <a:lnTo>
                  <a:pt x="41094" y="21798"/>
                </a:lnTo>
                <a:lnTo>
                  <a:pt x="41644" y="21011"/>
                </a:lnTo>
                <a:lnTo>
                  <a:pt x="41644" y="20601"/>
                </a:lnTo>
                <a:lnTo>
                  <a:pt x="42011" y="20207"/>
                </a:lnTo>
                <a:lnTo>
                  <a:pt x="42011" y="19420"/>
                </a:lnTo>
                <a:lnTo>
                  <a:pt x="42378" y="19026"/>
                </a:lnTo>
                <a:lnTo>
                  <a:pt x="42928" y="18633"/>
                </a:lnTo>
                <a:lnTo>
                  <a:pt x="43295" y="18222"/>
                </a:lnTo>
                <a:lnTo>
                  <a:pt x="43295" y="17435"/>
                </a:lnTo>
                <a:lnTo>
                  <a:pt x="43845" y="17042"/>
                </a:lnTo>
                <a:lnTo>
                  <a:pt x="43845" y="16648"/>
                </a:lnTo>
                <a:lnTo>
                  <a:pt x="44212" y="15844"/>
                </a:lnTo>
                <a:lnTo>
                  <a:pt x="44212" y="15450"/>
                </a:lnTo>
                <a:lnTo>
                  <a:pt x="44579" y="15057"/>
                </a:lnTo>
                <a:lnTo>
                  <a:pt x="45130" y="14663"/>
                </a:lnTo>
                <a:lnTo>
                  <a:pt x="45130" y="14270"/>
                </a:lnTo>
                <a:lnTo>
                  <a:pt x="45497" y="13482"/>
                </a:lnTo>
                <a:lnTo>
                  <a:pt x="45497" y="13072"/>
                </a:lnTo>
                <a:lnTo>
                  <a:pt x="46047" y="12285"/>
                </a:lnTo>
                <a:lnTo>
                  <a:pt x="46414" y="11891"/>
                </a:lnTo>
                <a:lnTo>
                  <a:pt x="46414" y="11498"/>
                </a:lnTo>
                <a:lnTo>
                  <a:pt x="46781" y="11104"/>
                </a:lnTo>
                <a:lnTo>
                  <a:pt x="46781" y="10694"/>
                </a:lnTo>
                <a:lnTo>
                  <a:pt x="47331" y="9907"/>
                </a:lnTo>
                <a:lnTo>
                  <a:pt x="47698" y="9513"/>
                </a:lnTo>
                <a:lnTo>
                  <a:pt x="47698" y="9119"/>
                </a:lnTo>
                <a:lnTo>
                  <a:pt x="48248" y="8315"/>
                </a:lnTo>
                <a:lnTo>
                  <a:pt x="48248" y="7922"/>
                </a:lnTo>
                <a:lnTo>
                  <a:pt x="48615" y="7528"/>
                </a:lnTo>
                <a:lnTo>
                  <a:pt x="48615" y="7135"/>
                </a:lnTo>
                <a:lnTo>
                  <a:pt x="49166" y="6347"/>
                </a:lnTo>
                <a:lnTo>
                  <a:pt x="49533" y="5937"/>
                </a:lnTo>
                <a:lnTo>
                  <a:pt x="49533" y="5543"/>
                </a:lnTo>
                <a:lnTo>
                  <a:pt x="49900" y="4756"/>
                </a:lnTo>
                <a:lnTo>
                  <a:pt x="50450" y="4363"/>
                </a:lnTo>
                <a:lnTo>
                  <a:pt x="50450" y="3969"/>
                </a:lnTo>
                <a:lnTo>
                  <a:pt x="50817" y="3575"/>
                </a:lnTo>
                <a:lnTo>
                  <a:pt x="50817" y="3165"/>
                </a:lnTo>
                <a:lnTo>
                  <a:pt x="51367" y="2378"/>
                </a:lnTo>
                <a:lnTo>
                  <a:pt x="51734" y="1984"/>
                </a:lnTo>
                <a:lnTo>
                  <a:pt x="51734" y="1591"/>
                </a:lnTo>
                <a:lnTo>
                  <a:pt x="52101" y="787"/>
                </a:lnTo>
                <a:lnTo>
                  <a:pt x="52101" y="393"/>
                </a:lnTo>
                <a:lnTo>
                  <a:pt x="52651" y="0"/>
                </a:lnTo>
              </a:path>
            </a:pathLst>
          </a:custGeom>
          <a:ln w="25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278325" y="2085994"/>
            <a:ext cx="52651" cy="97085"/>
          </a:xfrm>
          <a:custGeom>
            <a:avLst/>
            <a:gdLst/>
            <a:ahLst/>
            <a:cxnLst/>
            <a:rect l="l" t="t" r="r" b="b"/>
            <a:pathLst>
              <a:path w="52651" h="97085">
                <a:moveTo>
                  <a:pt x="0" y="97085"/>
                </a:moveTo>
                <a:lnTo>
                  <a:pt x="0" y="96691"/>
                </a:lnTo>
                <a:lnTo>
                  <a:pt x="366" y="95904"/>
                </a:lnTo>
                <a:lnTo>
                  <a:pt x="917" y="95494"/>
                </a:lnTo>
                <a:lnTo>
                  <a:pt x="917" y="95100"/>
                </a:lnTo>
                <a:lnTo>
                  <a:pt x="1284" y="94707"/>
                </a:lnTo>
                <a:lnTo>
                  <a:pt x="1834" y="93919"/>
                </a:lnTo>
                <a:lnTo>
                  <a:pt x="1834" y="93526"/>
                </a:lnTo>
                <a:lnTo>
                  <a:pt x="2201" y="93132"/>
                </a:lnTo>
                <a:lnTo>
                  <a:pt x="2201" y="92328"/>
                </a:lnTo>
                <a:lnTo>
                  <a:pt x="2568" y="91935"/>
                </a:lnTo>
                <a:lnTo>
                  <a:pt x="2568" y="91541"/>
                </a:lnTo>
                <a:lnTo>
                  <a:pt x="3118" y="91147"/>
                </a:lnTo>
                <a:lnTo>
                  <a:pt x="3485" y="90754"/>
                </a:lnTo>
                <a:lnTo>
                  <a:pt x="3485" y="89950"/>
                </a:lnTo>
                <a:lnTo>
                  <a:pt x="4036" y="89556"/>
                </a:lnTo>
                <a:lnTo>
                  <a:pt x="4036" y="88769"/>
                </a:lnTo>
                <a:lnTo>
                  <a:pt x="4402" y="88375"/>
                </a:lnTo>
                <a:lnTo>
                  <a:pt x="4769" y="87965"/>
                </a:lnTo>
                <a:lnTo>
                  <a:pt x="4769" y="87572"/>
                </a:lnTo>
                <a:lnTo>
                  <a:pt x="5320" y="87178"/>
                </a:lnTo>
                <a:lnTo>
                  <a:pt x="5320" y="86391"/>
                </a:lnTo>
                <a:lnTo>
                  <a:pt x="5687" y="85997"/>
                </a:lnTo>
                <a:lnTo>
                  <a:pt x="6237" y="85603"/>
                </a:lnTo>
                <a:lnTo>
                  <a:pt x="6237" y="85193"/>
                </a:lnTo>
                <a:lnTo>
                  <a:pt x="6604" y="84406"/>
                </a:lnTo>
                <a:lnTo>
                  <a:pt x="6604" y="84012"/>
                </a:lnTo>
                <a:lnTo>
                  <a:pt x="7154" y="83619"/>
                </a:lnTo>
                <a:lnTo>
                  <a:pt x="7154" y="82815"/>
                </a:lnTo>
                <a:lnTo>
                  <a:pt x="7521" y="82421"/>
                </a:lnTo>
                <a:lnTo>
                  <a:pt x="7888" y="82028"/>
                </a:lnTo>
                <a:lnTo>
                  <a:pt x="8438" y="81634"/>
                </a:lnTo>
                <a:lnTo>
                  <a:pt x="8438" y="81240"/>
                </a:lnTo>
                <a:lnTo>
                  <a:pt x="8805" y="80437"/>
                </a:lnTo>
                <a:lnTo>
                  <a:pt x="8805" y="80043"/>
                </a:lnTo>
                <a:lnTo>
                  <a:pt x="9356" y="79649"/>
                </a:lnTo>
                <a:lnTo>
                  <a:pt x="9356" y="78862"/>
                </a:lnTo>
                <a:lnTo>
                  <a:pt x="9723" y="78468"/>
                </a:lnTo>
                <a:lnTo>
                  <a:pt x="10090" y="78058"/>
                </a:lnTo>
                <a:lnTo>
                  <a:pt x="10090" y="77665"/>
                </a:lnTo>
                <a:lnTo>
                  <a:pt x="10640" y="76877"/>
                </a:lnTo>
                <a:lnTo>
                  <a:pt x="10640" y="76484"/>
                </a:lnTo>
                <a:lnTo>
                  <a:pt x="11007" y="76090"/>
                </a:lnTo>
                <a:lnTo>
                  <a:pt x="11007" y="75696"/>
                </a:lnTo>
                <a:lnTo>
                  <a:pt x="11557" y="75286"/>
                </a:lnTo>
                <a:lnTo>
                  <a:pt x="11924" y="74499"/>
                </a:lnTo>
                <a:lnTo>
                  <a:pt x="11924" y="74105"/>
                </a:lnTo>
                <a:lnTo>
                  <a:pt x="12291" y="73712"/>
                </a:lnTo>
                <a:lnTo>
                  <a:pt x="12841" y="72908"/>
                </a:lnTo>
                <a:lnTo>
                  <a:pt x="12841" y="72514"/>
                </a:lnTo>
                <a:lnTo>
                  <a:pt x="13208" y="72121"/>
                </a:lnTo>
                <a:lnTo>
                  <a:pt x="13208" y="71727"/>
                </a:lnTo>
                <a:lnTo>
                  <a:pt x="13759" y="70940"/>
                </a:lnTo>
                <a:lnTo>
                  <a:pt x="13759" y="70530"/>
                </a:lnTo>
                <a:lnTo>
                  <a:pt x="14126" y="70136"/>
                </a:lnTo>
                <a:lnTo>
                  <a:pt x="14676" y="69742"/>
                </a:lnTo>
                <a:lnTo>
                  <a:pt x="14676" y="68955"/>
                </a:lnTo>
                <a:lnTo>
                  <a:pt x="15043" y="68561"/>
                </a:lnTo>
                <a:lnTo>
                  <a:pt x="15043" y="68168"/>
                </a:lnTo>
                <a:lnTo>
                  <a:pt x="15410" y="67758"/>
                </a:lnTo>
                <a:lnTo>
                  <a:pt x="15960" y="67364"/>
                </a:lnTo>
                <a:lnTo>
                  <a:pt x="15960" y="66577"/>
                </a:lnTo>
                <a:lnTo>
                  <a:pt x="16327" y="66183"/>
                </a:lnTo>
                <a:lnTo>
                  <a:pt x="16877" y="65789"/>
                </a:lnTo>
                <a:lnTo>
                  <a:pt x="16877" y="64986"/>
                </a:lnTo>
                <a:lnTo>
                  <a:pt x="17244" y="64592"/>
                </a:lnTo>
                <a:lnTo>
                  <a:pt x="17244" y="64198"/>
                </a:lnTo>
                <a:lnTo>
                  <a:pt x="17611" y="63805"/>
                </a:lnTo>
                <a:lnTo>
                  <a:pt x="17611" y="63001"/>
                </a:lnTo>
                <a:lnTo>
                  <a:pt x="18162" y="62607"/>
                </a:lnTo>
                <a:lnTo>
                  <a:pt x="18529" y="62214"/>
                </a:lnTo>
                <a:lnTo>
                  <a:pt x="18529" y="61820"/>
                </a:lnTo>
                <a:lnTo>
                  <a:pt x="19079" y="61426"/>
                </a:lnTo>
                <a:lnTo>
                  <a:pt x="19446" y="60623"/>
                </a:lnTo>
                <a:lnTo>
                  <a:pt x="19446" y="60229"/>
                </a:lnTo>
                <a:lnTo>
                  <a:pt x="19996" y="59835"/>
                </a:lnTo>
                <a:lnTo>
                  <a:pt x="19996" y="59442"/>
                </a:lnTo>
                <a:lnTo>
                  <a:pt x="20363" y="58654"/>
                </a:lnTo>
                <a:lnTo>
                  <a:pt x="20363" y="58261"/>
                </a:lnTo>
                <a:lnTo>
                  <a:pt x="20730" y="57851"/>
                </a:lnTo>
                <a:lnTo>
                  <a:pt x="21280" y="57457"/>
                </a:lnTo>
                <a:lnTo>
                  <a:pt x="21280" y="56670"/>
                </a:lnTo>
                <a:lnTo>
                  <a:pt x="21647" y="56276"/>
                </a:lnTo>
                <a:lnTo>
                  <a:pt x="21647" y="55882"/>
                </a:lnTo>
                <a:lnTo>
                  <a:pt x="22198" y="55472"/>
                </a:lnTo>
                <a:lnTo>
                  <a:pt x="22198" y="54685"/>
                </a:lnTo>
                <a:lnTo>
                  <a:pt x="22565" y="54291"/>
                </a:lnTo>
                <a:lnTo>
                  <a:pt x="22932" y="53898"/>
                </a:lnTo>
                <a:lnTo>
                  <a:pt x="22932" y="53504"/>
                </a:lnTo>
                <a:lnTo>
                  <a:pt x="23482" y="52700"/>
                </a:lnTo>
                <a:lnTo>
                  <a:pt x="23849" y="52307"/>
                </a:lnTo>
                <a:lnTo>
                  <a:pt x="23849" y="51913"/>
                </a:lnTo>
                <a:lnTo>
                  <a:pt x="24399" y="51519"/>
                </a:lnTo>
                <a:lnTo>
                  <a:pt x="24399" y="51126"/>
                </a:lnTo>
                <a:lnTo>
                  <a:pt x="24766" y="50322"/>
                </a:lnTo>
                <a:lnTo>
                  <a:pt x="25316" y="49928"/>
                </a:lnTo>
                <a:lnTo>
                  <a:pt x="25316" y="49535"/>
                </a:lnTo>
                <a:lnTo>
                  <a:pt x="25683" y="49141"/>
                </a:lnTo>
                <a:lnTo>
                  <a:pt x="25683" y="48354"/>
                </a:lnTo>
                <a:lnTo>
                  <a:pt x="26050" y="47944"/>
                </a:lnTo>
                <a:lnTo>
                  <a:pt x="26601" y="47550"/>
                </a:lnTo>
                <a:lnTo>
                  <a:pt x="26601" y="47156"/>
                </a:lnTo>
                <a:lnTo>
                  <a:pt x="26968" y="46763"/>
                </a:lnTo>
                <a:lnTo>
                  <a:pt x="26968" y="45975"/>
                </a:lnTo>
                <a:lnTo>
                  <a:pt x="27518" y="45565"/>
                </a:lnTo>
                <a:lnTo>
                  <a:pt x="27885" y="45172"/>
                </a:lnTo>
                <a:lnTo>
                  <a:pt x="27885" y="44778"/>
                </a:lnTo>
                <a:lnTo>
                  <a:pt x="28252" y="43991"/>
                </a:lnTo>
                <a:lnTo>
                  <a:pt x="28252" y="43597"/>
                </a:lnTo>
                <a:lnTo>
                  <a:pt x="28802" y="43187"/>
                </a:lnTo>
                <a:lnTo>
                  <a:pt x="28802" y="42400"/>
                </a:lnTo>
                <a:lnTo>
                  <a:pt x="29169" y="42006"/>
                </a:lnTo>
                <a:lnTo>
                  <a:pt x="29719" y="41612"/>
                </a:lnTo>
                <a:lnTo>
                  <a:pt x="29719" y="41219"/>
                </a:lnTo>
                <a:lnTo>
                  <a:pt x="30086" y="40825"/>
                </a:lnTo>
                <a:lnTo>
                  <a:pt x="30453" y="40021"/>
                </a:lnTo>
                <a:lnTo>
                  <a:pt x="30453" y="39628"/>
                </a:lnTo>
                <a:lnTo>
                  <a:pt x="31004" y="39234"/>
                </a:lnTo>
                <a:lnTo>
                  <a:pt x="31004" y="38840"/>
                </a:lnTo>
                <a:lnTo>
                  <a:pt x="31370" y="38037"/>
                </a:lnTo>
                <a:lnTo>
                  <a:pt x="31370" y="37643"/>
                </a:lnTo>
                <a:lnTo>
                  <a:pt x="31921" y="37249"/>
                </a:lnTo>
                <a:lnTo>
                  <a:pt x="32288" y="36856"/>
                </a:lnTo>
                <a:lnTo>
                  <a:pt x="32288" y="36462"/>
                </a:lnTo>
                <a:lnTo>
                  <a:pt x="32838" y="35658"/>
                </a:lnTo>
                <a:lnTo>
                  <a:pt x="32838" y="35265"/>
                </a:lnTo>
                <a:lnTo>
                  <a:pt x="33205" y="34871"/>
                </a:lnTo>
                <a:lnTo>
                  <a:pt x="33572" y="34477"/>
                </a:lnTo>
                <a:lnTo>
                  <a:pt x="33572" y="34084"/>
                </a:lnTo>
                <a:lnTo>
                  <a:pt x="34122" y="33296"/>
                </a:lnTo>
                <a:lnTo>
                  <a:pt x="34489" y="32886"/>
                </a:lnTo>
                <a:lnTo>
                  <a:pt x="34489" y="32493"/>
                </a:lnTo>
                <a:lnTo>
                  <a:pt x="35040" y="32099"/>
                </a:lnTo>
                <a:lnTo>
                  <a:pt x="35040" y="31312"/>
                </a:lnTo>
                <a:lnTo>
                  <a:pt x="35407" y="30918"/>
                </a:lnTo>
                <a:lnTo>
                  <a:pt x="35407" y="30508"/>
                </a:lnTo>
                <a:lnTo>
                  <a:pt x="35773" y="30114"/>
                </a:lnTo>
                <a:lnTo>
                  <a:pt x="36324" y="29721"/>
                </a:lnTo>
                <a:lnTo>
                  <a:pt x="36324" y="28933"/>
                </a:lnTo>
                <a:lnTo>
                  <a:pt x="36691" y="28540"/>
                </a:lnTo>
                <a:lnTo>
                  <a:pt x="36691" y="28130"/>
                </a:lnTo>
                <a:lnTo>
                  <a:pt x="37241" y="27736"/>
                </a:lnTo>
                <a:lnTo>
                  <a:pt x="37608" y="26949"/>
                </a:lnTo>
                <a:lnTo>
                  <a:pt x="37608" y="26555"/>
                </a:lnTo>
                <a:lnTo>
                  <a:pt x="38158" y="26161"/>
                </a:lnTo>
                <a:lnTo>
                  <a:pt x="38158" y="25768"/>
                </a:lnTo>
                <a:lnTo>
                  <a:pt x="38525" y="25358"/>
                </a:lnTo>
                <a:lnTo>
                  <a:pt x="38892" y="24570"/>
                </a:lnTo>
                <a:lnTo>
                  <a:pt x="38892" y="24177"/>
                </a:lnTo>
                <a:lnTo>
                  <a:pt x="39443" y="23783"/>
                </a:lnTo>
                <a:lnTo>
                  <a:pt x="39443" y="23389"/>
                </a:lnTo>
                <a:lnTo>
                  <a:pt x="39809" y="22586"/>
                </a:lnTo>
                <a:lnTo>
                  <a:pt x="39809" y="22192"/>
                </a:lnTo>
                <a:lnTo>
                  <a:pt x="40360" y="21798"/>
                </a:lnTo>
                <a:lnTo>
                  <a:pt x="40727" y="21405"/>
                </a:lnTo>
                <a:lnTo>
                  <a:pt x="40727" y="21011"/>
                </a:lnTo>
                <a:lnTo>
                  <a:pt x="41094" y="20207"/>
                </a:lnTo>
                <a:lnTo>
                  <a:pt x="41644" y="19814"/>
                </a:lnTo>
                <a:lnTo>
                  <a:pt x="41644" y="19420"/>
                </a:lnTo>
                <a:lnTo>
                  <a:pt x="42011" y="19026"/>
                </a:lnTo>
                <a:lnTo>
                  <a:pt x="42011" y="18633"/>
                </a:lnTo>
                <a:lnTo>
                  <a:pt x="42561" y="17829"/>
                </a:lnTo>
                <a:lnTo>
                  <a:pt x="42928" y="17435"/>
                </a:lnTo>
                <a:lnTo>
                  <a:pt x="42928" y="17042"/>
                </a:lnTo>
                <a:lnTo>
                  <a:pt x="43479" y="16648"/>
                </a:lnTo>
                <a:lnTo>
                  <a:pt x="43479" y="16254"/>
                </a:lnTo>
                <a:lnTo>
                  <a:pt x="43845" y="15861"/>
                </a:lnTo>
                <a:lnTo>
                  <a:pt x="43845" y="15057"/>
                </a:lnTo>
                <a:lnTo>
                  <a:pt x="44212" y="14663"/>
                </a:lnTo>
                <a:lnTo>
                  <a:pt x="44763" y="14270"/>
                </a:lnTo>
                <a:lnTo>
                  <a:pt x="44763" y="13876"/>
                </a:lnTo>
                <a:lnTo>
                  <a:pt x="45130" y="13482"/>
                </a:lnTo>
                <a:lnTo>
                  <a:pt x="45680" y="12679"/>
                </a:lnTo>
                <a:lnTo>
                  <a:pt x="45680" y="12285"/>
                </a:lnTo>
                <a:lnTo>
                  <a:pt x="46047" y="11891"/>
                </a:lnTo>
                <a:lnTo>
                  <a:pt x="46047" y="11498"/>
                </a:lnTo>
                <a:lnTo>
                  <a:pt x="46414" y="10694"/>
                </a:lnTo>
                <a:lnTo>
                  <a:pt x="46414" y="10300"/>
                </a:lnTo>
                <a:lnTo>
                  <a:pt x="46964" y="9907"/>
                </a:lnTo>
                <a:lnTo>
                  <a:pt x="47331" y="9513"/>
                </a:lnTo>
                <a:lnTo>
                  <a:pt x="47331" y="9119"/>
                </a:lnTo>
                <a:lnTo>
                  <a:pt x="47882" y="8332"/>
                </a:lnTo>
                <a:lnTo>
                  <a:pt x="47882" y="7922"/>
                </a:lnTo>
                <a:lnTo>
                  <a:pt x="48248" y="7528"/>
                </a:lnTo>
                <a:lnTo>
                  <a:pt x="48615" y="7135"/>
                </a:lnTo>
                <a:lnTo>
                  <a:pt x="48615" y="6347"/>
                </a:lnTo>
                <a:lnTo>
                  <a:pt x="49166" y="5954"/>
                </a:lnTo>
                <a:lnTo>
                  <a:pt x="49166" y="5543"/>
                </a:lnTo>
                <a:lnTo>
                  <a:pt x="49533" y="5150"/>
                </a:lnTo>
                <a:lnTo>
                  <a:pt x="50083" y="4756"/>
                </a:lnTo>
                <a:lnTo>
                  <a:pt x="50083" y="4363"/>
                </a:lnTo>
                <a:lnTo>
                  <a:pt x="50450" y="3969"/>
                </a:lnTo>
                <a:lnTo>
                  <a:pt x="50450" y="3165"/>
                </a:lnTo>
                <a:lnTo>
                  <a:pt x="51000" y="2771"/>
                </a:lnTo>
                <a:lnTo>
                  <a:pt x="51367" y="2378"/>
                </a:lnTo>
                <a:lnTo>
                  <a:pt x="51367" y="1984"/>
                </a:lnTo>
                <a:lnTo>
                  <a:pt x="51734" y="1197"/>
                </a:lnTo>
                <a:lnTo>
                  <a:pt x="52284" y="787"/>
                </a:lnTo>
                <a:lnTo>
                  <a:pt x="52284" y="393"/>
                </a:lnTo>
                <a:lnTo>
                  <a:pt x="52651" y="0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330977" y="1995256"/>
            <a:ext cx="52284" cy="90737"/>
          </a:xfrm>
          <a:custGeom>
            <a:avLst/>
            <a:gdLst/>
            <a:ahLst/>
            <a:cxnLst/>
            <a:rect l="l" t="t" r="r" b="b"/>
            <a:pathLst>
              <a:path w="52284" h="90737">
                <a:moveTo>
                  <a:pt x="0" y="90737"/>
                </a:moveTo>
                <a:lnTo>
                  <a:pt x="0" y="90344"/>
                </a:lnTo>
                <a:lnTo>
                  <a:pt x="550" y="89556"/>
                </a:lnTo>
                <a:lnTo>
                  <a:pt x="550" y="89163"/>
                </a:lnTo>
                <a:lnTo>
                  <a:pt x="917" y="88753"/>
                </a:lnTo>
                <a:lnTo>
                  <a:pt x="1284" y="88359"/>
                </a:lnTo>
                <a:lnTo>
                  <a:pt x="1284" y="87965"/>
                </a:lnTo>
                <a:lnTo>
                  <a:pt x="1834" y="87572"/>
                </a:lnTo>
                <a:lnTo>
                  <a:pt x="1834" y="86784"/>
                </a:lnTo>
                <a:lnTo>
                  <a:pt x="2201" y="86374"/>
                </a:lnTo>
                <a:lnTo>
                  <a:pt x="2201" y="85981"/>
                </a:lnTo>
                <a:lnTo>
                  <a:pt x="2751" y="85587"/>
                </a:lnTo>
                <a:lnTo>
                  <a:pt x="3118" y="85193"/>
                </a:lnTo>
                <a:lnTo>
                  <a:pt x="3118" y="84406"/>
                </a:lnTo>
                <a:lnTo>
                  <a:pt x="3669" y="83996"/>
                </a:lnTo>
                <a:lnTo>
                  <a:pt x="4036" y="83602"/>
                </a:lnTo>
                <a:lnTo>
                  <a:pt x="4036" y="83209"/>
                </a:lnTo>
                <a:lnTo>
                  <a:pt x="4402" y="82421"/>
                </a:lnTo>
                <a:lnTo>
                  <a:pt x="4402" y="82028"/>
                </a:lnTo>
                <a:lnTo>
                  <a:pt x="4953" y="81634"/>
                </a:lnTo>
                <a:lnTo>
                  <a:pt x="4953" y="81224"/>
                </a:lnTo>
                <a:lnTo>
                  <a:pt x="5320" y="80830"/>
                </a:lnTo>
                <a:lnTo>
                  <a:pt x="5870" y="80437"/>
                </a:lnTo>
                <a:lnTo>
                  <a:pt x="5870" y="80043"/>
                </a:lnTo>
                <a:lnTo>
                  <a:pt x="6237" y="79256"/>
                </a:lnTo>
                <a:lnTo>
                  <a:pt x="6237" y="78846"/>
                </a:lnTo>
                <a:lnTo>
                  <a:pt x="6604" y="78452"/>
                </a:lnTo>
                <a:lnTo>
                  <a:pt x="7154" y="78058"/>
                </a:lnTo>
                <a:lnTo>
                  <a:pt x="7154" y="77271"/>
                </a:lnTo>
                <a:lnTo>
                  <a:pt x="7521" y="76877"/>
                </a:lnTo>
                <a:lnTo>
                  <a:pt x="8072" y="76467"/>
                </a:lnTo>
                <a:lnTo>
                  <a:pt x="8072" y="76074"/>
                </a:lnTo>
                <a:lnTo>
                  <a:pt x="8438" y="75680"/>
                </a:lnTo>
                <a:lnTo>
                  <a:pt x="8438" y="75286"/>
                </a:lnTo>
                <a:lnTo>
                  <a:pt x="8989" y="74893"/>
                </a:lnTo>
                <a:lnTo>
                  <a:pt x="8989" y="74089"/>
                </a:lnTo>
                <a:lnTo>
                  <a:pt x="9356" y="73695"/>
                </a:lnTo>
                <a:lnTo>
                  <a:pt x="9723" y="73302"/>
                </a:lnTo>
                <a:lnTo>
                  <a:pt x="9723" y="72908"/>
                </a:lnTo>
                <a:lnTo>
                  <a:pt x="10273" y="72514"/>
                </a:lnTo>
                <a:lnTo>
                  <a:pt x="10640" y="71727"/>
                </a:lnTo>
                <a:lnTo>
                  <a:pt x="10640" y="71317"/>
                </a:lnTo>
                <a:lnTo>
                  <a:pt x="11190" y="70923"/>
                </a:lnTo>
                <a:lnTo>
                  <a:pt x="11190" y="70530"/>
                </a:lnTo>
                <a:lnTo>
                  <a:pt x="11557" y="70136"/>
                </a:lnTo>
                <a:lnTo>
                  <a:pt x="11557" y="69742"/>
                </a:lnTo>
                <a:lnTo>
                  <a:pt x="11924" y="68939"/>
                </a:lnTo>
                <a:lnTo>
                  <a:pt x="12475" y="68545"/>
                </a:lnTo>
                <a:lnTo>
                  <a:pt x="12475" y="68151"/>
                </a:lnTo>
                <a:lnTo>
                  <a:pt x="12841" y="67758"/>
                </a:lnTo>
                <a:lnTo>
                  <a:pt x="12841" y="67364"/>
                </a:lnTo>
                <a:lnTo>
                  <a:pt x="13392" y="66970"/>
                </a:lnTo>
                <a:lnTo>
                  <a:pt x="13392" y="66167"/>
                </a:lnTo>
                <a:lnTo>
                  <a:pt x="13759" y="65773"/>
                </a:lnTo>
                <a:lnTo>
                  <a:pt x="14309" y="65379"/>
                </a:lnTo>
                <a:lnTo>
                  <a:pt x="14309" y="64986"/>
                </a:lnTo>
                <a:lnTo>
                  <a:pt x="14676" y="64592"/>
                </a:lnTo>
                <a:lnTo>
                  <a:pt x="15043" y="63788"/>
                </a:lnTo>
                <a:lnTo>
                  <a:pt x="15043" y="63395"/>
                </a:lnTo>
                <a:lnTo>
                  <a:pt x="15593" y="63001"/>
                </a:lnTo>
                <a:lnTo>
                  <a:pt x="15593" y="62607"/>
                </a:lnTo>
                <a:lnTo>
                  <a:pt x="15960" y="62214"/>
                </a:lnTo>
                <a:lnTo>
                  <a:pt x="16511" y="61820"/>
                </a:lnTo>
                <a:lnTo>
                  <a:pt x="16511" y="61016"/>
                </a:lnTo>
                <a:lnTo>
                  <a:pt x="16877" y="60623"/>
                </a:lnTo>
                <a:lnTo>
                  <a:pt x="16877" y="60229"/>
                </a:lnTo>
                <a:lnTo>
                  <a:pt x="17244" y="59835"/>
                </a:lnTo>
                <a:lnTo>
                  <a:pt x="17244" y="59442"/>
                </a:lnTo>
                <a:lnTo>
                  <a:pt x="17795" y="59032"/>
                </a:lnTo>
                <a:lnTo>
                  <a:pt x="18162" y="58638"/>
                </a:lnTo>
                <a:lnTo>
                  <a:pt x="18162" y="57851"/>
                </a:lnTo>
                <a:lnTo>
                  <a:pt x="18712" y="57457"/>
                </a:lnTo>
                <a:lnTo>
                  <a:pt x="19079" y="57063"/>
                </a:lnTo>
                <a:lnTo>
                  <a:pt x="19079" y="56670"/>
                </a:lnTo>
                <a:lnTo>
                  <a:pt x="19446" y="56260"/>
                </a:lnTo>
                <a:lnTo>
                  <a:pt x="19446" y="55866"/>
                </a:lnTo>
                <a:lnTo>
                  <a:pt x="19996" y="55079"/>
                </a:lnTo>
                <a:lnTo>
                  <a:pt x="19996" y="54685"/>
                </a:lnTo>
                <a:lnTo>
                  <a:pt x="20363" y="54291"/>
                </a:lnTo>
                <a:lnTo>
                  <a:pt x="20913" y="53881"/>
                </a:lnTo>
                <a:lnTo>
                  <a:pt x="20913" y="53488"/>
                </a:lnTo>
                <a:lnTo>
                  <a:pt x="21280" y="53094"/>
                </a:lnTo>
                <a:lnTo>
                  <a:pt x="21831" y="52307"/>
                </a:lnTo>
                <a:lnTo>
                  <a:pt x="21831" y="51913"/>
                </a:lnTo>
                <a:lnTo>
                  <a:pt x="22198" y="51503"/>
                </a:lnTo>
                <a:lnTo>
                  <a:pt x="22198" y="51109"/>
                </a:lnTo>
                <a:lnTo>
                  <a:pt x="22565" y="50716"/>
                </a:lnTo>
                <a:lnTo>
                  <a:pt x="22565" y="50322"/>
                </a:lnTo>
                <a:lnTo>
                  <a:pt x="23115" y="49928"/>
                </a:lnTo>
                <a:lnTo>
                  <a:pt x="23482" y="49124"/>
                </a:lnTo>
                <a:lnTo>
                  <a:pt x="23482" y="48731"/>
                </a:lnTo>
                <a:lnTo>
                  <a:pt x="24032" y="48337"/>
                </a:lnTo>
                <a:lnTo>
                  <a:pt x="24032" y="47944"/>
                </a:lnTo>
                <a:lnTo>
                  <a:pt x="24399" y="47550"/>
                </a:lnTo>
                <a:lnTo>
                  <a:pt x="24766" y="47156"/>
                </a:lnTo>
                <a:lnTo>
                  <a:pt x="24766" y="46352"/>
                </a:lnTo>
                <a:lnTo>
                  <a:pt x="25316" y="45959"/>
                </a:lnTo>
                <a:lnTo>
                  <a:pt x="25683" y="45565"/>
                </a:lnTo>
                <a:lnTo>
                  <a:pt x="25683" y="45172"/>
                </a:lnTo>
                <a:lnTo>
                  <a:pt x="26234" y="44778"/>
                </a:lnTo>
                <a:lnTo>
                  <a:pt x="26234" y="44384"/>
                </a:lnTo>
                <a:lnTo>
                  <a:pt x="26601" y="43974"/>
                </a:lnTo>
                <a:lnTo>
                  <a:pt x="26601" y="43187"/>
                </a:lnTo>
                <a:lnTo>
                  <a:pt x="27151" y="42793"/>
                </a:lnTo>
                <a:lnTo>
                  <a:pt x="27518" y="42400"/>
                </a:lnTo>
                <a:lnTo>
                  <a:pt x="27518" y="42006"/>
                </a:lnTo>
                <a:lnTo>
                  <a:pt x="27885" y="41596"/>
                </a:lnTo>
                <a:lnTo>
                  <a:pt x="27885" y="41202"/>
                </a:lnTo>
                <a:lnTo>
                  <a:pt x="28435" y="40415"/>
                </a:lnTo>
                <a:lnTo>
                  <a:pt x="28802" y="40021"/>
                </a:lnTo>
                <a:lnTo>
                  <a:pt x="28802" y="39628"/>
                </a:lnTo>
                <a:lnTo>
                  <a:pt x="29352" y="39234"/>
                </a:lnTo>
                <a:lnTo>
                  <a:pt x="29352" y="38824"/>
                </a:lnTo>
                <a:lnTo>
                  <a:pt x="29719" y="38430"/>
                </a:lnTo>
                <a:lnTo>
                  <a:pt x="30086" y="38037"/>
                </a:lnTo>
                <a:lnTo>
                  <a:pt x="30086" y="37249"/>
                </a:lnTo>
                <a:lnTo>
                  <a:pt x="30637" y="36856"/>
                </a:lnTo>
                <a:lnTo>
                  <a:pt x="30637" y="36445"/>
                </a:lnTo>
                <a:lnTo>
                  <a:pt x="31004" y="36052"/>
                </a:lnTo>
                <a:lnTo>
                  <a:pt x="31004" y="35658"/>
                </a:lnTo>
                <a:lnTo>
                  <a:pt x="31554" y="35265"/>
                </a:lnTo>
                <a:lnTo>
                  <a:pt x="31921" y="34871"/>
                </a:lnTo>
                <a:lnTo>
                  <a:pt x="31921" y="34477"/>
                </a:lnTo>
                <a:lnTo>
                  <a:pt x="32471" y="33673"/>
                </a:lnTo>
                <a:lnTo>
                  <a:pt x="32838" y="33280"/>
                </a:lnTo>
                <a:lnTo>
                  <a:pt x="32838" y="32886"/>
                </a:lnTo>
                <a:lnTo>
                  <a:pt x="33205" y="32493"/>
                </a:lnTo>
                <a:lnTo>
                  <a:pt x="33205" y="32099"/>
                </a:lnTo>
                <a:lnTo>
                  <a:pt x="33755" y="31689"/>
                </a:lnTo>
                <a:lnTo>
                  <a:pt x="34122" y="30901"/>
                </a:lnTo>
                <a:lnTo>
                  <a:pt x="34122" y="30508"/>
                </a:lnTo>
                <a:lnTo>
                  <a:pt x="34673" y="30114"/>
                </a:lnTo>
                <a:lnTo>
                  <a:pt x="34673" y="29721"/>
                </a:lnTo>
                <a:lnTo>
                  <a:pt x="35040" y="29327"/>
                </a:lnTo>
                <a:lnTo>
                  <a:pt x="35040" y="28917"/>
                </a:lnTo>
                <a:lnTo>
                  <a:pt x="35407" y="28523"/>
                </a:lnTo>
                <a:lnTo>
                  <a:pt x="35957" y="28130"/>
                </a:lnTo>
                <a:lnTo>
                  <a:pt x="35957" y="27736"/>
                </a:lnTo>
                <a:lnTo>
                  <a:pt x="36324" y="26949"/>
                </a:lnTo>
                <a:lnTo>
                  <a:pt x="36874" y="26538"/>
                </a:lnTo>
                <a:lnTo>
                  <a:pt x="36874" y="26145"/>
                </a:lnTo>
                <a:lnTo>
                  <a:pt x="37241" y="25751"/>
                </a:lnTo>
                <a:lnTo>
                  <a:pt x="37241" y="25358"/>
                </a:lnTo>
                <a:lnTo>
                  <a:pt x="37608" y="24964"/>
                </a:lnTo>
                <a:lnTo>
                  <a:pt x="37608" y="24160"/>
                </a:lnTo>
                <a:lnTo>
                  <a:pt x="38158" y="24160"/>
                </a:lnTo>
                <a:lnTo>
                  <a:pt x="38525" y="23373"/>
                </a:lnTo>
                <a:lnTo>
                  <a:pt x="38525" y="22979"/>
                </a:lnTo>
                <a:lnTo>
                  <a:pt x="39076" y="22586"/>
                </a:lnTo>
                <a:lnTo>
                  <a:pt x="39076" y="22192"/>
                </a:lnTo>
                <a:lnTo>
                  <a:pt x="39443" y="21798"/>
                </a:lnTo>
                <a:lnTo>
                  <a:pt x="39993" y="21388"/>
                </a:lnTo>
                <a:lnTo>
                  <a:pt x="39993" y="20601"/>
                </a:lnTo>
                <a:lnTo>
                  <a:pt x="40360" y="20207"/>
                </a:lnTo>
                <a:lnTo>
                  <a:pt x="40360" y="19814"/>
                </a:lnTo>
                <a:lnTo>
                  <a:pt x="40727" y="19420"/>
                </a:lnTo>
                <a:lnTo>
                  <a:pt x="41277" y="19010"/>
                </a:lnTo>
                <a:lnTo>
                  <a:pt x="41277" y="18616"/>
                </a:lnTo>
                <a:lnTo>
                  <a:pt x="41644" y="18222"/>
                </a:lnTo>
                <a:lnTo>
                  <a:pt x="41644" y="17829"/>
                </a:lnTo>
                <a:lnTo>
                  <a:pt x="42194" y="17042"/>
                </a:lnTo>
                <a:lnTo>
                  <a:pt x="42561" y="16631"/>
                </a:lnTo>
                <a:lnTo>
                  <a:pt x="42561" y="16238"/>
                </a:lnTo>
                <a:lnTo>
                  <a:pt x="42928" y="15844"/>
                </a:lnTo>
                <a:lnTo>
                  <a:pt x="42928" y="15450"/>
                </a:lnTo>
                <a:lnTo>
                  <a:pt x="43479" y="15057"/>
                </a:lnTo>
                <a:lnTo>
                  <a:pt x="43845" y="14663"/>
                </a:lnTo>
                <a:lnTo>
                  <a:pt x="43845" y="14270"/>
                </a:lnTo>
                <a:lnTo>
                  <a:pt x="44396" y="13859"/>
                </a:lnTo>
                <a:lnTo>
                  <a:pt x="44396" y="13072"/>
                </a:lnTo>
                <a:lnTo>
                  <a:pt x="44763" y="12679"/>
                </a:lnTo>
                <a:lnTo>
                  <a:pt x="45313" y="12285"/>
                </a:lnTo>
                <a:lnTo>
                  <a:pt x="45313" y="11891"/>
                </a:lnTo>
                <a:lnTo>
                  <a:pt x="45680" y="11481"/>
                </a:lnTo>
                <a:lnTo>
                  <a:pt x="45680" y="11087"/>
                </a:lnTo>
                <a:lnTo>
                  <a:pt x="46047" y="10694"/>
                </a:lnTo>
                <a:lnTo>
                  <a:pt x="46047" y="10300"/>
                </a:lnTo>
                <a:lnTo>
                  <a:pt x="46597" y="9513"/>
                </a:lnTo>
                <a:lnTo>
                  <a:pt x="46964" y="9513"/>
                </a:lnTo>
                <a:lnTo>
                  <a:pt x="46964" y="8709"/>
                </a:lnTo>
                <a:lnTo>
                  <a:pt x="47515" y="8315"/>
                </a:lnTo>
                <a:lnTo>
                  <a:pt x="47882" y="7922"/>
                </a:lnTo>
                <a:lnTo>
                  <a:pt x="47882" y="7528"/>
                </a:lnTo>
                <a:lnTo>
                  <a:pt x="48248" y="7135"/>
                </a:lnTo>
                <a:lnTo>
                  <a:pt x="48248" y="6724"/>
                </a:lnTo>
                <a:lnTo>
                  <a:pt x="48799" y="6331"/>
                </a:lnTo>
                <a:lnTo>
                  <a:pt x="48799" y="5937"/>
                </a:lnTo>
                <a:lnTo>
                  <a:pt x="49166" y="5150"/>
                </a:lnTo>
                <a:lnTo>
                  <a:pt x="49716" y="4756"/>
                </a:lnTo>
                <a:lnTo>
                  <a:pt x="49716" y="4363"/>
                </a:lnTo>
                <a:lnTo>
                  <a:pt x="50083" y="3952"/>
                </a:lnTo>
                <a:lnTo>
                  <a:pt x="50083" y="3559"/>
                </a:lnTo>
                <a:lnTo>
                  <a:pt x="50633" y="3165"/>
                </a:lnTo>
                <a:lnTo>
                  <a:pt x="51000" y="2771"/>
                </a:lnTo>
                <a:lnTo>
                  <a:pt x="51000" y="2378"/>
                </a:lnTo>
                <a:lnTo>
                  <a:pt x="51367" y="1574"/>
                </a:lnTo>
                <a:lnTo>
                  <a:pt x="51918" y="1574"/>
                </a:lnTo>
                <a:lnTo>
                  <a:pt x="51918" y="787"/>
                </a:lnTo>
                <a:lnTo>
                  <a:pt x="52284" y="393"/>
                </a:lnTo>
                <a:lnTo>
                  <a:pt x="52284" y="0"/>
                </a:lnTo>
              </a:path>
            </a:pathLst>
          </a:custGeom>
          <a:ln w="25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430227" y="1893053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383262" y="1912900"/>
            <a:ext cx="52835" cy="82356"/>
          </a:xfrm>
          <a:custGeom>
            <a:avLst/>
            <a:gdLst/>
            <a:ahLst/>
            <a:cxnLst/>
            <a:rect l="l" t="t" r="r" b="b"/>
            <a:pathLst>
              <a:path w="52835" h="82356">
                <a:moveTo>
                  <a:pt x="0" y="82356"/>
                </a:moveTo>
                <a:lnTo>
                  <a:pt x="550" y="81962"/>
                </a:lnTo>
                <a:lnTo>
                  <a:pt x="550" y="81552"/>
                </a:lnTo>
                <a:lnTo>
                  <a:pt x="917" y="81158"/>
                </a:lnTo>
                <a:lnTo>
                  <a:pt x="1284" y="80765"/>
                </a:lnTo>
                <a:lnTo>
                  <a:pt x="1284" y="80371"/>
                </a:lnTo>
                <a:lnTo>
                  <a:pt x="1834" y="79977"/>
                </a:lnTo>
                <a:lnTo>
                  <a:pt x="2201" y="79190"/>
                </a:lnTo>
                <a:lnTo>
                  <a:pt x="2201" y="78780"/>
                </a:lnTo>
                <a:lnTo>
                  <a:pt x="2751" y="78386"/>
                </a:lnTo>
                <a:lnTo>
                  <a:pt x="2751" y="77993"/>
                </a:lnTo>
                <a:lnTo>
                  <a:pt x="3118" y="77599"/>
                </a:lnTo>
                <a:lnTo>
                  <a:pt x="3118" y="77205"/>
                </a:lnTo>
                <a:lnTo>
                  <a:pt x="3485" y="76812"/>
                </a:lnTo>
                <a:lnTo>
                  <a:pt x="4036" y="76402"/>
                </a:lnTo>
                <a:lnTo>
                  <a:pt x="4036" y="76008"/>
                </a:lnTo>
                <a:lnTo>
                  <a:pt x="4402" y="75614"/>
                </a:lnTo>
                <a:lnTo>
                  <a:pt x="4402" y="75221"/>
                </a:lnTo>
                <a:lnTo>
                  <a:pt x="4953" y="74827"/>
                </a:lnTo>
                <a:lnTo>
                  <a:pt x="4953" y="74023"/>
                </a:lnTo>
                <a:lnTo>
                  <a:pt x="5320" y="73630"/>
                </a:lnTo>
                <a:lnTo>
                  <a:pt x="5870" y="73236"/>
                </a:lnTo>
                <a:lnTo>
                  <a:pt x="6237" y="72842"/>
                </a:lnTo>
                <a:lnTo>
                  <a:pt x="6237" y="72449"/>
                </a:lnTo>
                <a:lnTo>
                  <a:pt x="6604" y="72055"/>
                </a:lnTo>
                <a:lnTo>
                  <a:pt x="6604" y="71645"/>
                </a:lnTo>
                <a:lnTo>
                  <a:pt x="7154" y="71251"/>
                </a:lnTo>
                <a:lnTo>
                  <a:pt x="7154" y="70858"/>
                </a:lnTo>
                <a:lnTo>
                  <a:pt x="7521" y="70464"/>
                </a:lnTo>
                <a:lnTo>
                  <a:pt x="8072" y="69677"/>
                </a:lnTo>
                <a:lnTo>
                  <a:pt x="8072" y="69283"/>
                </a:lnTo>
                <a:lnTo>
                  <a:pt x="8438" y="68873"/>
                </a:lnTo>
                <a:lnTo>
                  <a:pt x="8438" y="68479"/>
                </a:lnTo>
                <a:lnTo>
                  <a:pt x="8805" y="68086"/>
                </a:lnTo>
                <a:lnTo>
                  <a:pt x="8805" y="67692"/>
                </a:lnTo>
                <a:lnTo>
                  <a:pt x="9356" y="67298"/>
                </a:lnTo>
                <a:lnTo>
                  <a:pt x="9723" y="66905"/>
                </a:lnTo>
                <a:lnTo>
                  <a:pt x="9723" y="66495"/>
                </a:lnTo>
                <a:lnTo>
                  <a:pt x="10273" y="66101"/>
                </a:lnTo>
                <a:lnTo>
                  <a:pt x="10640" y="65707"/>
                </a:lnTo>
                <a:lnTo>
                  <a:pt x="10640" y="65314"/>
                </a:lnTo>
                <a:lnTo>
                  <a:pt x="11190" y="64526"/>
                </a:lnTo>
                <a:lnTo>
                  <a:pt x="11190" y="64116"/>
                </a:lnTo>
                <a:lnTo>
                  <a:pt x="11557" y="63723"/>
                </a:lnTo>
                <a:lnTo>
                  <a:pt x="11557" y="63329"/>
                </a:lnTo>
                <a:lnTo>
                  <a:pt x="11924" y="62935"/>
                </a:lnTo>
                <a:lnTo>
                  <a:pt x="12475" y="62542"/>
                </a:lnTo>
                <a:lnTo>
                  <a:pt x="12475" y="62148"/>
                </a:lnTo>
                <a:lnTo>
                  <a:pt x="12841" y="61754"/>
                </a:lnTo>
                <a:lnTo>
                  <a:pt x="13392" y="61344"/>
                </a:lnTo>
                <a:lnTo>
                  <a:pt x="13392" y="60951"/>
                </a:lnTo>
                <a:lnTo>
                  <a:pt x="13759" y="60557"/>
                </a:lnTo>
                <a:lnTo>
                  <a:pt x="13759" y="60163"/>
                </a:lnTo>
                <a:lnTo>
                  <a:pt x="14126" y="59376"/>
                </a:lnTo>
                <a:lnTo>
                  <a:pt x="14676" y="58572"/>
                </a:lnTo>
                <a:lnTo>
                  <a:pt x="15043" y="58179"/>
                </a:lnTo>
                <a:lnTo>
                  <a:pt x="15043" y="57785"/>
                </a:lnTo>
                <a:lnTo>
                  <a:pt x="15593" y="57391"/>
                </a:lnTo>
                <a:lnTo>
                  <a:pt x="15593" y="56998"/>
                </a:lnTo>
                <a:lnTo>
                  <a:pt x="15960" y="56588"/>
                </a:lnTo>
                <a:lnTo>
                  <a:pt x="16511" y="56194"/>
                </a:lnTo>
                <a:lnTo>
                  <a:pt x="16511" y="55800"/>
                </a:lnTo>
                <a:lnTo>
                  <a:pt x="16877" y="55407"/>
                </a:lnTo>
                <a:lnTo>
                  <a:pt x="17244" y="55013"/>
                </a:lnTo>
                <a:lnTo>
                  <a:pt x="17244" y="54619"/>
                </a:lnTo>
                <a:lnTo>
                  <a:pt x="17795" y="54226"/>
                </a:lnTo>
                <a:lnTo>
                  <a:pt x="17795" y="53816"/>
                </a:lnTo>
                <a:lnTo>
                  <a:pt x="18162" y="53028"/>
                </a:lnTo>
                <a:lnTo>
                  <a:pt x="18162" y="52635"/>
                </a:lnTo>
                <a:lnTo>
                  <a:pt x="18712" y="52241"/>
                </a:lnTo>
                <a:lnTo>
                  <a:pt x="19079" y="51847"/>
                </a:lnTo>
                <a:lnTo>
                  <a:pt x="19079" y="51437"/>
                </a:lnTo>
                <a:lnTo>
                  <a:pt x="19446" y="51044"/>
                </a:lnTo>
                <a:lnTo>
                  <a:pt x="19446" y="50650"/>
                </a:lnTo>
                <a:lnTo>
                  <a:pt x="19996" y="50256"/>
                </a:lnTo>
                <a:lnTo>
                  <a:pt x="20363" y="49863"/>
                </a:lnTo>
                <a:lnTo>
                  <a:pt x="20363" y="49469"/>
                </a:lnTo>
                <a:lnTo>
                  <a:pt x="20913" y="49059"/>
                </a:lnTo>
                <a:lnTo>
                  <a:pt x="20913" y="48665"/>
                </a:lnTo>
                <a:lnTo>
                  <a:pt x="21280" y="48272"/>
                </a:lnTo>
                <a:lnTo>
                  <a:pt x="21647" y="47878"/>
                </a:lnTo>
                <a:lnTo>
                  <a:pt x="21647" y="47091"/>
                </a:lnTo>
                <a:lnTo>
                  <a:pt x="22198" y="47091"/>
                </a:lnTo>
                <a:lnTo>
                  <a:pt x="22198" y="46287"/>
                </a:lnTo>
                <a:lnTo>
                  <a:pt x="22565" y="45893"/>
                </a:lnTo>
                <a:lnTo>
                  <a:pt x="22565" y="45500"/>
                </a:lnTo>
                <a:lnTo>
                  <a:pt x="23115" y="45106"/>
                </a:lnTo>
                <a:lnTo>
                  <a:pt x="23482" y="44712"/>
                </a:lnTo>
                <a:lnTo>
                  <a:pt x="23482" y="44319"/>
                </a:lnTo>
                <a:lnTo>
                  <a:pt x="24032" y="43909"/>
                </a:lnTo>
                <a:lnTo>
                  <a:pt x="24399" y="43515"/>
                </a:lnTo>
                <a:lnTo>
                  <a:pt x="24399" y="43121"/>
                </a:lnTo>
                <a:lnTo>
                  <a:pt x="24766" y="42728"/>
                </a:lnTo>
                <a:lnTo>
                  <a:pt x="24766" y="42334"/>
                </a:lnTo>
                <a:lnTo>
                  <a:pt x="25316" y="41940"/>
                </a:lnTo>
                <a:lnTo>
                  <a:pt x="25683" y="41530"/>
                </a:lnTo>
                <a:lnTo>
                  <a:pt x="25683" y="41137"/>
                </a:lnTo>
                <a:lnTo>
                  <a:pt x="26234" y="40743"/>
                </a:lnTo>
                <a:lnTo>
                  <a:pt x="26234" y="40349"/>
                </a:lnTo>
                <a:lnTo>
                  <a:pt x="26601" y="39956"/>
                </a:lnTo>
                <a:lnTo>
                  <a:pt x="26601" y="39562"/>
                </a:lnTo>
                <a:lnTo>
                  <a:pt x="26968" y="38758"/>
                </a:lnTo>
                <a:lnTo>
                  <a:pt x="27518" y="38758"/>
                </a:lnTo>
                <a:lnTo>
                  <a:pt x="27518" y="37971"/>
                </a:lnTo>
                <a:lnTo>
                  <a:pt x="27885" y="37577"/>
                </a:lnTo>
                <a:lnTo>
                  <a:pt x="28435" y="37184"/>
                </a:lnTo>
                <a:lnTo>
                  <a:pt x="28435" y="36790"/>
                </a:lnTo>
                <a:lnTo>
                  <a:pt x="28802" y="36380"/>
                </a:lnTo>
                <a:lnTo>
                  <a:pt x="28802" y="35986"/>
                </a:lnTo>
                <a:lnTo>
                  <a:pt x="29352" y="35593"/>
                </a:lnTo>
                <a:lnTo>
                  <a:pt x="29352" y="35199"/>
                </a:lnTo>
                <a:lnTo>
                  <a:pt x="29719" y="34805"/>
                </a:lnTo>
                <a:lnTo>
                  <a:pt x="30086" y="34412"/>
                </a:lnTo>
                <a:lnTo>
                  <a:pt x="30086" y="34002"/>
                </a:lnTo>
                <a:lnTo>
                  <a:pt x="30637" y="33608"/>
                </a:lnTo>
                <a:lnTo>
                  <a:pt x="30637" y="33214"/>
                </a:lnTo>
                <a:lnTo>
                  <a:pt x="31004" y="32821"/>
                </a:lnTo>
                <a:lnTo>
                  <a:pt x="31554" y="32427"/>
                </a:lnTo>
                <a:lnTo>
                  <a:pt x="31554" y="32033"/>
                </a:lnTo>
                <a:lnTo>
                  <a:pt x="31921" y="31623"/>
                </a:lnTo>
                <a:lnTo>
                  <a:pt x="32288" y="31230"/>
                </a:lnTo>
                <a:lnTo>
                  <a:pt x="32288" y="30836"/>
                </a:lnTo>
                <a:lnTo>
                  <a:pt x="32838" y="30442"/>
                </a:lnTo>
                <a:lnTo>
                  <a:pt x="32838" y="30049"/>
                </a:lnTo>
                <a:lnTo>
                  <a:pt x="33205" y="29655"/>
                </a:lnTo>
                <a:lnTo>
                  <a:pt x="33205" y="29245"/>
                </a:lnTo>
                <a:lnTo>
                  <a:pt x="33755" y="28458"/>
                </a:lnTo>
                <a:lnTo>
                  <a:pt x="34122" y="28458"/>
                </a:lnTo>
                <a:lnTo>
                  <a:pt x="34122" y="27670"/>
                </a:lnTo>
                <a:lnTo>
                  <a:pt x="34673" y="27277"/>
                </a:lnTo>
                <a:lnTo>
                  <a:pt x="34673" y="26883"/>
                </a:lnTo>
                <a:lnTo>
                  <a:pt x="35040" y="26473"/>
                </a:lnTo>
                <a:lnTo>
                  <a:pt x="35407" y="26079"/>
                </a:lnTo>
                <a:lnTo>
                  <a:pt x="35407" y="25686"/>
                </a:lnTo>
                <a:lnTo>
                  <a:pt x="35957" y="25292"/>
                </a:lnTo>
                <a:lnTo>
                  <a:pt x="35957" y="24898"/>
                </a:lnTo>
                <a:lnTo>
                  <a:pt x="36324" y="24505"/>
                </a:lnTo>
                <a:lnTo>
                  <a:pt x="36874" y="24095"/>
                </a:lnTo>
                <a:lnTo>
                  <a:pt x="36874" y="23701"/>
                </a:lnTo>
                <a:lnTo>
                  <a:pt x="37241" y="23307"/>
                </a:lnTo>
                <a:lnTo>
                  <a:pt x="37241" y="22914"/>
                </a:lnTo>
                <a:lnTo>
                  <a:pt x="37608" y="22520"/>
                </a:lnTo>
                <a:lnTo>
                  <a:pt x="37608" y="22126"/>
                </a:lnTo>
                <a:lnTo>
                  <a:pt x="38158" y="21716"/>
                </a:lnTo>
                <a:lnTo>
                  <a:pt x="38525" y="21323"/>
                </a:lnTo>
                <a:lnTo>
                  <a:pt x="38525" y="20929"/>
                </a:lnTo>
                <a:lnTo>
                  <a:pt x="39076" y="20535"/>
                </a:lnTo>
                <a:lnTo>
                  <a:pt x="39443" y="20142"/>
                </a:lnTo>
                <a:lnTo>
                  <a:pt x="39443" y="19748"/>
                </a:lnTo>
                <a:lnTo>
                  <a:pt x="39809" y="19354"/>
                </a:lnTo>
                <a:lnTo>
                  <a:pt x="39809" y="18944"/>
                </a:lnTo>
                <a:lnTo>
                  <a:pt x="40360" y="18551"/>
                </a:lnTo>
                <a:lnTo>
                  <a:pt x="40727" y="18157"/>
                </a:lnTo>
                <a:lnTo>
                  <a:pt x="40727" y="17763"/>
                </a:lnTo>
                <a:lnTo>
                  <a:pt x="41277" y="17370"/>
                </a:lnTo>
                <a:lnTo>
                  <a:pt x="41277" y="16976"/>
                </a:lnTo>
                <a:lnTo>
                  <a:pt x="41644" y="16566"/>
                </a:lnTo>
                <a:lnTo>
                  <a:pt x="41644" y="16172"/>
                </a:lnTo>
                <a:lnTo>
                  <a:pt x="42194" y="15746"/>
                </a:lnTo>
                <a:lnTo>
                  <a:pt x="42561" y="15418"/>
                </a:lnTo>
                <a:lnTo>
                  <a:pt x="42561" y="14926"/>
                </a:lnTo>
                <a:lnTo>
                  <a:pt x="42928" y="14598"/>
                </a:lnTo>
                <a:lnTo>
                  <a:pt x="43479" y="14270"/>
                </a:lnTo>
                <a:lnTo>
                  <a:pt x="43479" y="13777"/>
                </a:lnTo>
                <a:lnTo>
                  <a:pt x="43845" y="13449"/>
                </a:lnTo>
                <a:lnTo>
                  <a:pt x="43845" y="12629"/>
                </a:lnTo>
                <a:lnTo>
                  <a:pt x="44396" y="12629"/>
                </a:lnTo>
                <a:lnTo>
                  <a:pt x="44396" y="11809"/>
                </a:lnTo>
                <a:lnTo>
                  <a:pt x="44763" y="11809"/>
                </a:lnTo>
                <a:lnTo>
                  <a:pt x="45130" y="10989"/>
                </a:lnTo>
                <a:lnTo>
                  <a:pt x="45680" y="10169"/>
                </a:lnTo>
                <a:lnTo>
                  <a:pt x="46047" y="10169"/>
                </a:lnTo>
                <a:lnTo>
                  <a:pt x="46047" y="9513"/>
                </a:lnTo>
                <a:lnTo>
                  <a:pt x="46597" y="9513"/>
                </a:lnTo>
                <a:lnTo>
                  <a:pt x="46597" y="8693"/>
                </a:lnTo>
                <a:lnTo>
                  <a:pt x="46964" y="8693"/>
                </a:lnTo>
                <a:lnTo>
                  <a:pt x="46964" y="7873"/>
                </a:lnTo>
                <a:lnTo>
                  <a:pt x="47515" y="7381"/>
                </a:lnTo>
                <a:lnTo>
                  <a:pt x="47882" y="7053"/>
                </a:lnTo>
                <a:lnTo>
                  <a:pt x="47882" y="6724"/>
                </a:lnTo>
                <a:lnTo>
                  <a:pt x="48248" y="6232"/>
                </a:lnTo>
                <a:lnTo>
                  <a:pt x="48248" y="5904"/>
                </a:lnTo>
                <a:lnTo>
                  <a:pt x="48799" y="5412"/>
                </a:lnTo>
                <a:lnTo>
                  <a:pt x="49166" y="5084"/>
                </a:lnTo>
                <a:lnTo>
                  <a:pt x="49716" y="4264"/>
                </a:lnTo>
                <a:lnTo>
                  <a:pt x="50083" y="4264"/>
                </a:lnTo>
                <a:lnTo>
                  <a:pt x="50083" y="3444"/>
                </a:lnTo>
                <a:lnTo>
                  <a:pt x="50450" y="3444"/>
                </a:lnTo>
                <a:lnTo>
                  <a:pt x="50450" y="2624"/>
                </a:lnTo>
                <a:lnTo>
                  <a:pt x="51000" y="2296"/>
                </a:lnTo>
                <a:lnTo>
                  <a:pt x="51000" y="1968"/>
                </a:lnTo>
                <a:lnTo>
                  <a:pt x="51367" y="1476"/>
                </a:lnTo>
                <a:lnTo>
                  <a:pt x="51918" y="1148"/>
                </a:lnTo>
                <a:lnTo>
                  <a:pt x="51918" y="656"/>
                </a:lnTo>
                <a:lnTo>
                  <a:pt x="52284" y="656"/>
                </a:lnTo>
                <a:lnTo>
                  <a:pt x="52284" y="0"/>
                </a:lnTo>
                <a:lnTo>
                  <a:pt x="52835" y="0"/>
                </a:lnTo>
              </a:path>
            </a:pathLst>
          </a:custGeom>
          <a:ln w="24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436097" y="1893053"/>
            <a:ext cx="13208" cy="19846"/>
          </a:xfrm>
          <a:custGeom>
            <a:avLst/>
            <a:gdLst/>
            <a:ahLst/>
            <a:cxnLst/>
            <a:rect l="l" t="t" r="r" b="b"/>
            <a:pathLst>
              <a:path w="13208" h="19846">
                <a:moveTo>
                  <a:pt x="0" y="19846"/>
                </a:moveTo>
                <a:lnTo>
                  <a:pt x="0" y="19026"/>
                </a:lnTo>
                <a:lnTo>
                  <a:pt x="366" y="19026"/>
                </a:lnTo>
                <a:lnTo>
                  <a:pt x="733" y="18206"/>
                </a:lnTo>
                <a:lnTo>
                  <a:pt x="1284" y="17386"/>
                </a:lnTo>
                <a:lnTo>
                  <a:pt x="1651" y="17058"/>
                </a:lnTo>
                <a:lnTo>
                  <a:pt x="2201" y="16238"/>
                </a:lnTo>
                <a:lnTo>
                  <a:pt x="2568" y="15418"/>
                </a:lnTo>
                <a:lnTo>
                  <a:pt x="2935" y="15090"/>
                </a:lnTo>
                <a:lnTo>
                  <a:pt x="3485" y="14598"/>
                </a:lnTo>
                <a:lnTo>
                  <a:pt x="3485" y="14270"/>
                </a:lnTo>
                <a:lnTo>
                  <a:pt x="3852" y="13777"/>
                </a:lnTo>
                <a:lnTo>
                  <a:pt x="4402" y="13449"/>
                </a:lnTo>
                <a:lnTo>
                  <a:pt x="4402" y="13121"/>
                </a:lnTo>
                <a:lnTo>
                  <a:pt x="4769" y="12629"/>
                </a:lnTo>
                <a:lnTo>
                  <a:pt x="4769" y="12301"/>
                </a:lnTo>
                <a:lnTo>
                  <a:pt x="5136" y="11809"/>
                </a:lnTo>
                <a:lnTo>
                  <a:pt x="5687" y="11481"/>
                </a:lnTo>
                <a:lnTo>
                  <a:pt x="5687" y="10989"/>
                </a:lnTo>
                <a:lnTo>
                  <a:pt x="6054" y="10661"/>
                </a:lnTo>
                <a:lnTo>
                  <a:pt x="6054" y="10333"/>
                </a:lnTo>
                <a:lnTo>
                  <a:pt x="6604" y="9841"/>
                </a:lnTo>
                <a:lnTo>
                  <a:pt x="6604" y="9513"/>
                </a:lnTo>
                <a:lnTo>
                  <a:pt x="6971" y="9021"/>
                </a:lnTo>
                <a:lnTo>
                  <a:pt x="7521" y="8693"/>
                </a:lnTo>
                <a:lnTo>
                  <a:pt x="7521" y="8365"/>
                </a:lnTo>
                <a:lnTo>
                  <a:pt x="7888" y="7873"/>
                </a:lnTo>
                <a:lnTo>
                  <a:pt x="8255" y="7545"/>
                </a:lnTo>
                <a:lnTo>
                  <a:pt x="8255" y="7053"/>
                </a:lnTo>
                <a:lnTo>
                  <a:pt x="8805" y="6724"/>
                </a:lnTo>
                <a:lnTo>
                  <a:pt x="8805" y="6232"/>
                </a:lnTo>
                <a:lnTo>
                  <a:pt x="9172" y="5904"/>
                </a:lnTo>
                <a:lnTo>
                  <a:pt x="9172" y="5576"/>
                </a:lnTo>
                <a:lnTo>
                  <a:pt x="9723" y="5084"/>
                </a:lnTo>
                <a:lnTo>
                  <a:pt x="10090" y="4756"/>
                </a:lnTo>
                <a:lnTo>
                  <a:pt x="10090" y="4264"/>
                </a:lnTo>
                <a:lnTo>
                  <a:pt x="10456" y="3936"/>
                </a:lnTo>
                <a:lnTo>
                  <a:pt x="10456" y="3608"/>
                </a:lnTo>
                <a:lnTo>
                  <a:pt x="11007" y="3116"/>
                </a:lnTo>
                <a:lnTo>
                  <a:pt x="11007" y="2788"/>
                </a:lnTo>
                <a:lnTo>
                  <a:pt x="11374" y="2296"/>
                </a:lnTo>
                <a:lnTo>
                  <a:pt x="11924" y="1968"/>
                </a:lnTo>
                <a:lnTo>
                  <a:pt x="11924" y="1476"/>
                </a:lnTo>
                <a:lnTo>
                  <a:pt x="12291" y="1148"/>
                </a:lnTo>
                <a:lnTo>
                  <a:pt x="12841" y="820"/>
                </a:lnTo>
                <a:lnTo>
                  <a:pt x="13208" y="0"/>
                </a:lnTo>
              </a:path>
            </a:pathLst>
          </a:custGeom>
          <a:ln w="24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430227" y="3411891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449306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430227" y="3108351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430227" y="2804416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430227" y="2196956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430227" y="1589446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449306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335782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335782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864264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864264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392232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920769" y="3394851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920769" y="1589446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485734" y="3413758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485734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485734" y="3113820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485734" y="2813491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485734" y="2513568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8077330" y="2513568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480931" y="2509257"/>
            <a:ext cx="2610356" cy="0"/>
          </a:xfrm>
          <a:custGeom>
            <a:avLst/>
            <a:gdLst/>
            <a:ahLst/>
            <a:cxnLst/>
            <a:rect l="l" t="t" r="r" b="b"/>
            <a:pathLst>
              <a:path w="2610356" h="0">
                <a:moveTo>
                  <a:pt x="0" y="0"/>
                </a:moveTo>
                <a:lnTo>
                  <a:pt x="2610356" y="0"/>
                </a:lnTo>
              </a:path>
            </a:pathLst>
          </a:custGeom>
          <a:ln w="2269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485734" y="2213239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485734" y="1912943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485734" y="1612939"/>
            <a:ext cx="18815" cy="0"/>
          </a:xfrm>
          <a:custGeom>
            <a:avLst/>
            <a:gdLst/>
            <a:ahLst/>
            <a:cxnLst/>
            <a:rect l="l" t="t" r="r" b="b"/>
            <a:pathLst>
              <a:path w="18815" h="0">
                <a:moveTo>
                  <a:pt x="0" y="0"/>
                </a:moveTo>
                <a:lnTo>
                  <a:pt x="18815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485734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480931" y="1608725"/>
            <a:ext cx="0" cy="1800726"/>
          </a:xfrm>
          <a:custGeom>
            <a:avLst/>
            <a:gdLst/>
            <a:ahLst/>
            <a:cxnLst/>
            <a:rect l="l" t="t" r="r" b="b"/>
            <a:pathLst>
              <a:path w="0" h="1800726">
                <a:moveTo>
                  <a:pt x="0" y="1800726"/>
                </a:moveTo>
                <a:lnTo>
                  <a:pt x="0" y="0"/>
                </a:lnTo>
              </a:path>
            </a:pathLst>
          </a:custGeom>
          <a:ln w="2537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485734" y="1912943"/>
            <a:ext cx="51641" cy="79450"/>
          </a:xfrm>
          <a:custGeom>
            <a:avLst/>
            <a:gdLst/>
            <a:ahLst/>
            <a:cxnLst/>
            <a:rect l="l" t="t" r="r" b="b"/>
            <a:pathLst>
              <a:path w="51641" h="79450">
                <a:moveTo>
                  <a:pt x="0" y="0"/>
                </a:moveTo>
                <a:lnTo>
                  <a:pt x="435" y="810"/>
                </a:lnTo>
                <a:lnTo>
                  <a:pt x="870" y="1134"/>
                </a:lnTo>
                <a:lnTo>
                  <a:pt x="1323" y="1458"/>
                </a:lnTo>
                <a:lnTo>
                  <a:pt x="1323" y="1944"/>
                </a:lnTo>
                <a:lnTo>
                  <a:pt x="1758" y="2269"/>
                </a:lnTo>
                <a:lnTo>
                  <a:pt x="2193" y="2755"/>
                </a:lnTo>
                <a:lnTo>
                  <a:pt x="2193" y="3079"/>
                </a:lnTo>
                <a:lnTo>
                  <a:pt x="2628" y="3565"/>
                </a:lnTo>
                <a:lnTo>
                  <a:pt x="2628" y="3889"/>
                </a:lnTo>
                <a:lnTo>
                  <a:pt x="3063" y="4214"/>
                </a:lnTo>
                <a:lnTo>
                  <a:pt x="3063" y="4700"/>
                </a:lnTo>
                <a:lnTo>
                  <a:pt x="3498" y="5024"/>
                </a:lnTo>
                <a:lnTo>
                  <a:pt x="3933" y="5510"/>
                </a:lnTo>
                <a:lnTo>
                  <a:pt x="3933" y="5834"/>
                </a:lnTo>
                <a:lnTo>
                  <a:pt x="4386" y="6158"/>
                </a:lnTo>
                <a:lnTo>
                  <a:pt x="4386" y="6645"/>
                </a:lnTo>
                <a:lnTo>
                  <a:pt x="4821" y="6969"/>
                </a:lnTo>
                <a:lnTo>
                  <a:pt x="5256" y="7455"/>
                </a:lnTo>
                <a:lnTo>
                  <a:pt x="5256" y="7779"/>
                </a:lnTo>
                <a:lnTo>
                  <a:pt x="5691" y="8265"/>
                </a:lnTo>
                <a:lnTo>
                  <a:pt x="6126" y="8590"/>
                </a:lnTo>
                <a:lnTo>
                  <a:pt x="6126" y="8914"/>
                </a:lnTo>
                <a:lnTo>
                  <a:pt x="6561" y="9400"/>
                </a:lnTo>
                <a:lnTo>
                  <a:pt x="6561" y="9724"/>
                </a:lnTo>
                <a:lnTo>
                  <a:pt x="6996" y="10210"/>
                </a:lnTo>
                <a:lnTo>
                  <a:pt x="6996" y="10535"/>
                </a:lnTo>
                <a:lnTo>
                  <a:pt x="7449" y="10859"/>
                </a:lnTo>
                <a:lnTo>
                  <a:pt x="7884" y="11345"/>
                </a:lnTo>
                <a:lnTo>
                  <a:pt x="7884" y="11669"/>
                </a:lnTo>
                <a:lnTo>
                  <a:pt x="8319" y="12155"/>
                </a:lnTo>
                <a:lnTo>
                  <a:pt x="8319" y="12479"/>
                </a:lnTo>
                <a:lnTo>
                  <a:pt x="8755" y="12966"/>
                </a:lnTo>
                <a:lnTo>
                  <a:pt x="8755" y="13290"/>
                </a:lnTo>
                <a:lnTo>
                  <a:pt x="9190" y="13614"/>
                </a:lnTo>
                <a:lnTo>
                  <a:pt x="9625" y="14100"/>
                </a:lnTo>
                <a:lnTo>
                  <a:pt x="9625" y="14424"/>
                </a:lnTo>
                <a:lnTo>
                  <a:pt x="10078" y="14911"/>
                </a:lnTo>
                <a:lnTo>
                  <a:pt x="10513" y="15235"/>
                </a:lnTo>
                <a:lnTo>
                  <a:pt x="10948" y="16045"/>
                </a:lnTo>
                <a:lnTo>
                  <a:pt x="11383" y="16856"/>
                </a:lnTo>
                <a:lnTo>
                  <a:pt x="11818" y="17180"/>
                </a:lnTo>
                <a:lnTo>
                  <a:pt x="12253" y="17990"/>
                </a:lnTo>
                <a:lnTo>
                  <a:pt x="12688" y="18800"/>
                </a:lnTo>
                <a:lnTo>
                  <a:pt x="13141" y="18800"/>
                </a:lnTo>
                <a:lnTo>
                  <a:pt x="13141" y="19611"/>
                </a:lnTo>
                <a:lnTo>
                  <a:pt x="13576" y="19611"/>
                </a:lnTo>
                <a:lnTo>
                  <a:pt x="13576" y="20259"/>
                </a:lnTo>
                <a:lnTo>
                  <a:pt x="14011" y="20259"/>
                </a:lnTo>
                <a:lnTo>
                  <a:pt x="14446" y="20745"/>
                </a:lnTo>
                <a:lnTo>
                  <a:pt x="14446" y="21070"/>
                </a:lnTo>
                <a:lnTo>
                  <a:pt x="14881" y="21556"/>
                </a:lnTo>
                <a:lnTo>
                  <a:pt x="14881" y="21880"/>
                </a:lnTo>
                <a:lnTo>
                  <a:pt x="15316" y="22204"/>
                </a:lnTo>
                <a:lnTo>
                  <a:pt x="15316" y="23014"/>
                </a:lnTo>
                <a:lnTo>
                  <a:pt x="15751" y="23014"/>
                </a:lnTo>
                <a:lnTo>
                  <a:pt x="16204" y="23825"/>
                </a:lnTo>
                <a:lnTo>
                  <a:pt x="16639" y="24635"/>
                </a:lnTo>
                <a:lnTo>
                  <a:pt x="17075" y="24635"/>
                </a:lnTo>
                <a:lnTo>
                  <a:pt x="17075" y="24959"/>
                </a:lnTo>
                <a:lnTo>
                  <a:pt x="17510" y="25446"/>
                </a:lnTo>
                <a:lnTo>
                  <a:pt x="17510" y="25770"/>
                </a:lnTo>
                <a:lnTo>
                  <a:pt x="17945" y="26256"/>
                </a:lnTo>
                <a:lnTo>
                  <a:pt x="17945" y="26580"/>
                </a:lnTo>
                <a:lnTo>
                  <a:pt x="18380" y="26904"/>
                </a:lnTo>
                <a:lnTo>
                  <a:pt x="18815" y="27391"/>
                </a:lnTo>
                <a:lnTo>
                  <a:pt x="18815" y="28201"/>
                </a:lnTo>
                <a:lnTo>
                  <a:pt x="19268" y="28201"/>
                </a:lnTo>
                <a:lnTo>
                  <a:pt x="19268" y="29011"/>
                </a:lnTo>
                <a:lnTo>
                  <a:pt x="19703" y="29011"/>
                </a:lnTo>
                <a:lnTo>
                  <a:pt x="19703" y="29660"/>
                </a:lnTo>
                <a:lnTo>
                  <a:pt x="20138" y="29660"/>
                </a:lnTo>
                <a:lnTo>
                  <a:pt x="20573" y="30470"/>
                </a:lnTo>
                <a:lnTo>
                  <a:pt x="21008" y="31280"/>
                </a:lnTo>
                <a:lnTo>
                  <a:pt x="21443" y="31280"/>
                </a:lnTo>
                <a:lnTo>
                  <a:pt x="21443" y="32091"/>
                </a:lnTo>
                <a:lnTo>
                  <a:pt x="21878" y="32091"/>
                </a:lnTo>
                <a:lnTo>
                  <a:pt x="21878" y="32901"/>
                </a:lnTo>
                <a:lnTo>
                  <a:pt x="22331" y="33225"/>
                </a:lnTo>
                <a:lnTo>
                  <a:pt x="22766" y="33712"/>
                </a:lnTo>
                <a:lnTo>
                  <a:pt x="22766" y="34036"/>
                </a:lnTo>
                <a:lnTo>
                  <a:pt x="23201" y="34360"/>
                </a:lnTo>
                <a:lnTo>
                  <a:pt x="23201" y="34846"/>
                </a:lnTo>
                <a:lnTo>
                  <a:pt x="23636" y="35170"/>
                </a:lnTo>
                <a:lnTo>
                  <a:pt x="24071" y="35592"/>
                </a:lnTo>
                <a:lnTo>
                  <a:pt x="24071" y="35981"/>
                </a:lnTo>
                <a:lnTo>
                  <a:pt x="24506" y="36386"/>
                </a:lnTo>
                <a:lnTo>
                  <a:pt x="24506" y="36775"/>
                </a:lnTo>
                <a:lnTo>
                  <a:pt x="24959" y="37164"/>
                </a:lnTo>
                <a:lnTo>
                  <a:pt x="25395" y="37553"/>
                </a:lnTo>
                <a:lnTo>
                  <a:pt x="25395" y="37942"/>
                </a:lnTo>
                <a:lnTo>
                  <a:pt x="25830" y="38331"/>
                </a:lnTo>
                <a:lnTo>
                  <a:pt x="25830" y="38736"/>
                </a:lnTo>
                <a:lnTo>
                  <a:pt x="26265" y="39125"/>
                </a:lnTo>
                <a:lnTo>
                  <a:pt x="26265" y="39514"/>
                </a:lnTo>
                <a:lnTo>
                  <a:pt x="26700" y="39903"/>
                </a:lnTo>
                <a:lnTo>
                  <a:pt x="27135" y="40292"/>
                </a:lnTo>
                <a:lnTo>
                  <a:pt x="27135" y="40681"/>
                </a:lnTo>
                <a:lnTo>
                  <a:pt x="27570" y="41070"/>
                </a:lnTo>
                <a:lnTo>
                  <a:pt x="28023" y="41475"/>
                </a:lnTo>
                <a:lnTo>
                  <a:pt x="28023" y="41864"/>
                </a:lnTo>
                <a:lnTo>
                  <a:pt x="28458" y="42253"/>
                </a:lnTo>
                <a:lnTo>
                  <a:pt x="28458" y="42642"/>
                </a:lnTo>
                <a:lnTo>
                  <a:pt x="28893" y="43031"/>
                </a:lnTo>
                <a:lnTo>
                  <a:pt x="28893" y="43420"/>
                </a:lnTo>
                <a:lnTo>
                  <a:pt x="29328" y="43825"/>
                </a:lnTo>
                <a:lnTo>
                  <a:pt x="29763" y="44214"/>
                </a:lnTo>
                <a:lnTo>
                  <a:pt x="29763" y="44603"/>
                </a:lnTo>
                <a:lnTo>
                  <a:pt x="30198" y="44992"/>
                </a:lnTo>
                <a:lnTo>
                  <a:pt x="30198" y="45381"/>
                </a:lnTo>
                <a:lnTo>
                  <a:pt x="30633" y="45770"/>
                </a:lnTo>
                <a:lnTo>
                  <a:pt x="31086" y="46175"/>
                </a:lnTo>
                <a:lnTo>
                  <a:pt x="31086" y="46564"/>
                </a:lnTo>
                <a:lnTo>
                  <a:pt x="31521" y="46953"/>
                </a:lnTo>
                <a:lnTo>
                  <a:pt x="31956" y="47731"/>
                </a:lnTo>
                <a:lnTo>
                  <a:pt x="32391" y="48509"/>
                </a:lnTo>
                <a:lnTo>
                  <a:pt x="32391" y="48914"/>
                </a:lnTo>
                <a:lnTo>
                  <a:pt x="32826" y="49303"/>
                </a:lnTo>
                <a:lnTo>
                  <a:pt x="32826" y="49692"/>
                </a:lnTo>
                <a:lnTo>
                  <a:pt x="33261" y="50081"/>
                </a:lnTo>
                <a:lnTo>
                  <a:pt x="33696" y="50470"/>
                </a:lnTo>
                <a:lnTo>
                  <a:pt x="33696" y="50859"/>
                </a:lnTo>
                <a:lnTo>
                  <a:pt x="34150" y="51264"/>
                </a:lnTo>
                <a:lnTo>
                  <a:pt x="34150" y="51653"/>
                </a:lnTo>
                <a:lnTo>
                  <a:pt x="34585" y="52042"/>
                </a:lnTo>
                <a:lnTo>
                  <a:pt x="35020" y="52431"/>
                </a:lnTo>
                <a:lnTo>
                  <a:pt x="35020" y="52820"/>
                </a:lnTo>
                <a:lnTo>
                  <a:pt x="35455" y="53209"/>
                </a:lnTo>
                <a:lnTo>
                  <a:pt x="35455" y="53615"/>
                </a:lnTo>
                <a:lnTo>
                  <a:pt x="35890" y="54004"/>
                </a:lnTo>
                <a:lnTo>
                  <a:pt x="36325" y="54393"/>
                </a:lnTo>
                <a:lnTo>
                  <a:pt x="36325" y="54782"/>
                </a:lnTo>
                <a:lnTo>
                  <a:pt x="36760" y="55170"/>
                </a:lnTo>
                <a:lnTo>
                  <a:pt x="36760" y="55559"/>
                </a:lnTo>
                <a:lnTo>
                  <a:pt x="37213" y="55965"/>
                </a:lnTo>
                <a:lnTo>
                  <a:pt x="37213" y="56354"/>
                </a:lnTo>
                <a:lnTo>
                  <a:pt x="37648" y="56743"/>
                </a:lnTo>
                <a:lnTo>
                  <a:pt x="38083" y="57132"/>
                </a:lnTo>
                <a:lnTo>
                  <a:pt x="38083" y="57910"/>
                </a:lnTo>
                <a:lnTo>
                  <a:pt x="38518" y="57910"/>
                </a:lnTo>
                <a:lnTo>
                  <a:pt x="38953" y="58704"/>
                </a:lnTo>
                <a:lnTo>
                  <a:pt x="38953" y="59093"/>
                </a:lnTo>
                <a:lnTo>
                  <a:pt x="39388" y="59482"/>
                </a:lnTo>
                <a:lnTo>
                  <a:pt x="39388" y="59871"/>
                </a:lnTo>
                <a:lnTo>
                  <a:pt x="39841" y="60260"/>
                </a:lnTo>
                <a:lnTo>
                  <a:pt x="40276" y="60649"/>
                </a:lnTo>
                <a:lnTo>
                  <a:pt x="40276" y="61054"/>
                </a:lnTo>
                <a:lnTo>
                  <a:pt x="40711" y="61443"/>
                </a:lnTo>
                <a:lnTo>
                  <a:pt x="40711" y="61832"/>
                </a:lnTo>
                <a:lnTo>
                  <a:pt x="41146" y="62221"/>
                </a:lnTo>
                <a:lnTo>
                  <a:pt x="41146" y="62610"/>
                </a:lnTo>
                <a:lnTo>
                  <a:pt x="41581" y="62999"/>
                </a:lnTo>
                <a:lnTo>
                  <a:pt x="42016" y="63404"/>
                </a:lnTo>
                <a:lnTo>
                  <a:pt x="42016" y="63793"/>
                </a:lnTo>
                <a:lnTo>
                  <a:pt x="42451" y="64182"/>
                </a:lnTo>
                <a:lnTo>
                  <a:pt x="42905" y="64571"/>
                </a:lnTo>
                <a:lnTo>
                  <a:pt x="42905" y="64960"/>
                </a:lnTo>
                <a:lnTo>
                  <a:pt x="43340" y="65349"/>
                </a:lnTo>
                <a:lnTo>
                  <a:pt x="43340" y="66143"/>
                </a:lnTo>
                <a:lnTo>
                  <a:pt x="43775" y="66143"/>
                </a:lnTo>
                <a:lnTo>
                  <a:pt x="43775" y="66921"/>
                </a:lnTo>
                <a:lnTo>
                  <a:pt x="44210" y="67310"/>
                </a:lnTo>
                <a:lnTo>
                  <a:pt x="44645" y="67699"/>
                </a:lnTo>
                <a:lnTo>
                  <a:pt x="44645" y="68088"/>
                </a:lnTo>
                <a:lnTo>
                  <a:pt x="45080" y="68493"/>
                </a:lnTo>
                <a:lnTo>
                  <a:pt x="45080" y="68882"/>
                </a:lnTo>
                <a:lnTo>
                  <a:pt x="45515" y="69271"/>
                </a:lnTo>
                <a:lnTo>
                  <a:pt x="45968" y="69660"/>
                </a:lnTo>
                <a:lnTo>
                  <a:pt x="45968" y="70049"/>
                </a:lnTo>
                <a:lnTo>
                  <a:pt x="46403" y="70438"/>
                </a:lnTo>
                <a:lnTo>
                  <a:pt x="46403" y="70843"/>
                </a:lnTo>
                <a:lnTo>
                  <a:pt x="46838" y="71232"/>
                </a:lnTo>
                <a:lnTo>
                  <a:pt x="47273" y="71621"/>
                </a:lnTo>
                <a:lnTo>
                  <a:pt x="47273" y="72010"/>
                </a:lnTo>
                <a:lnTo>
                  <a:pt x="47708" y="72788"/>
                </a:lnTo>
                <a:lnTo>
                  <a:pt x="47708" y="73193"/>
                </a:lnTo>
                <a:lnTo>
                  <a:pt x="48143" y="73582"/>
                </a:lnTo>
                <a:lnTo>
                  <a:pt x="48578" y="73971"/>
                </a:lnTo>
                <a:lnTo>
                  <a:pt x="48578" y="74360"/>
                </a:lnTo>
                <a:lnTo>
                  <a:pt x="49031" y="74749"/>
                </a:lnTo>
                <a:lnTo>
                  <a:pt x="49466" y="75138"/>
                </a:lnTo>
                <a:lnTo>
                  <a:pt x="49466" y="75527"/>
                </a:lnTo>
                <a:lnTo>
                  <a:pt x="49901" y="75933"/>
                </a:lnTo>
                <a:lnTo>
                  <a:pt x="49901" y="76322"/>
                </a:lnTo>
                <a:lnTo>
                  <a:pt x="50336" y="76711"/>
                </a:lnTo>
                <a:lnTo>
                  <a:pt x="50336" y="77100"/>
                </a:lnTo>
                <a:lnTo>
                  <a:pt x="50771" y="77488"/>
                </a:lnTo>
                <a:lnTo>
                  <a:pt x="51206" y="78283"/>
                </a:lnTo>
                <a:lnTo>
                  <a:pt x="51641" y="79061"/>
                </a:lnTo>
                <a:lnTo>
                  <a:pt x="51641" y="79450"/>
                </a:lnTo>
              </a:path>
            </a:pathLst>
          </a:custGeom>
          <a:ln w="24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537376" y="1992393"/>
            <a:ext cx="52095" cy="87716"/>
          </a:xfrm>
          <a:custGeom>
            <a:avLst/>
            <a:gdLst/>
            <a:ahLst/>
            <a:cxnLst/>
            <a:rect l="l" t="t" r="r" b="b"/>
            <a:pathLst>
              <a:path w="52095" h="87716">
                <a:moveTo>
                  <a:pt x="0" y="0"/>
                </a:moveTo>
                <a:lnTo>
                  <a:pt x="453" y="388"/>
                </a:lnTo>
                <a:lnTo>
                  <a:pt x="453" y="777"/>
                </a:lnTo>
                <a:lnTo>
                  <a:pt x="888" y="1183"/>
                </a:lnTo>
                <a:lnTo>
                  <a:pt x="1323" y="1572"/>
                </a:lnTo>
                <a:lnTo>
                  <a:pt x="1323" y="1961"/>
                </a:lnTo>
                <a:lnTo>
                  <a:pt x="1758" y="2350"/>
                </a:lnTo>
                <a:lnTo>
                  <a:pt x="2193" y="2739"/>
                </a:lnTo>
                <a:lnTo>
                  <a:pt x="2193" y="3128"/>
                </a:lnTo>
                <a:lnTo>
                  <a:pt x="2628" y="3517"/>
                </a:lnTo>
                <a:lnTo>
                  <a:pt x="2628" y="3922"/>
                </a:lnTo>
                <a:lnTo>
                  <a:pt x="3081" y="4700"/>
                </a:lnTo>
                <a:lnTo>
                  <a:pt x="3081" y="5089"/>
                </a:lnTo>
                <a:lnTo>
                  <a:pt x="3516" y="5478"/>
                </a:lnTo>
                <a:lnTo>
                  <a:pt x="3951" y="5867"/>
                </a:lnTo>
                <a:lnTo>
                  <a:pt x="3951" y="6272"/>
                </a:lnTo>
                <a:lnTo>
                  <a:pt x="4386" y="6661"/>
                </a:lnTo>
                <a:lnTo>
                  <a:pt x="4821" y="7050"/>
                </a:lnTo>
                <a:lnTo>
                  <a:pt x="4821" y="7439"/>
                </a:lnTo>
                <a:lnTo>
                  <a:pt x="5256" y="7828"/>
                </a:lnTo>
                <a:lnTo>
                  <a:pt x="5256" y="8217"/>
                </a:lnTo>
                <a:lnTo>
                  <a:pt x="5691" y="8622"/>
                </a:lnTo>
                <a:lnTo>
                  <a:pt x="6144" y="9011"/>
                </a:lnTo>
                <a:lnTo>
                  <a:pt x="6144" y="9789"/>
                </a:lnTo>
                <a:lnTo>
                  <a:pt x="6579" y="10178"/>
                </a:lnTo>
                <a:lnTo>
                  <a:pt x="6579" y="10567"/>
                </a:lnTo>
                <a:lnTo>
                  <a:pt x="7014" y="10956"/>
                </a:lnTo>
                <a:lnTo>
                  <a:pt x="7014" y="11361"/>
                </a:lnTo>
                <a:lnTo>
                  <a:pt x="7449" y="11750"/>
                </a:lnTo>
                <a:lnTo>
                  <a:pt x="7884" y="12139"/>
                </a:lnTo>
                <a:lnTo>
                  <a:pt x="7884" y="12528"/>
                </a:lnTo>
                <a:lnTo>
                  <a:pt x="8319" y="12917"/>
                </a:lnTo>
                <a:lnTo>
                  <a:pt x="8755" y="13306"/>
                </a:lnTo>
                <a:lnTo>
                  <a:pt x="8755" y="14100"/>
                </a:lnTo>
                <a:lnTo>
                  <a:pt x="9208" y="14489"/>
                </a:lnTo>
                <a:lnTo>
                  <a:pt x="9208" y="14878"/>
                </a:lnTo>
                <a:lnTo>
                  <a:pt x="9643" y="15267"/>
                </a:lnTo>
                <a:lnTo>
                  <a:pt x="9643" y="15656"/>
                </a:lnTo>
                <a:lnTo>
                  <a:pt x="10078" y="16061"/>
                </a:lnTo>
                <a:lnTo>
                  <a:pt x="10513" y="16450"/>
                </a:lnTo>
                <a:lnTo>
                  <a:pt x="10513" y="16839"/>
                </a:lnTo>
                <a:lnTo>
                  <a:pt x="10948" y="17228"/>
                </a:lnTo>
                <a:lnTo>
                  <a:pt x="10948" y="17617"/>
                </a:lnTo>
                <a:lnTo>
                  <a:pt x="11383" y="18006"/>
                </a:lnTo>
                <a:lnTo>
                  <a:pt x="11383" y="18411"/>
                </a:lnTo>
                <a:lnTo>
                  <a:pt x="11818" y="19189"/>
                </a:lnTo>
                <a:lnTo>
                  <a:pt x="12271" y="19578"/>
                </a:lnTo>
                <a:lnTo>
                  <a:pt x="12271" y="19967"/>
                </a:lnTo>
                <a:lnTo>
                  <a:pt x="12706" y="20356"/>
                </a:lnTo>
                <a:lnTo>
                  <a:pt x="13141" y="20745"/>
                </a:lnTo>
                <a:lnTo>
                  <a:pt x="13141" y="21151"/>
                </a:lnTo>
                <a:lnTo>
                  <a:pt x="13576" y="21540"/>
                </a:lnTo>
                <a:lnTo>
                  <a:pt x="13576" y="21929"/>
                </a:lnTo>
                <a:lnTo>
                  <a:pt x="14011" y="22317"/>
                </a:lnTo>
                <a:lnTo>
                  <a:pt x="14446" y="23095"/>
                </a:lnTo>
                <a:lnTo>
                  <a:pt x="14881" y="23890"/>
                </a:lnTo>
                <a:lnTo>
                  <a:pt x="14881" y="24279"/>
                </a:lnTo>
                <a:lnTo>
                  <a:pt x="15334" y="24668"/>
                </a:lnTo>
                <a:lnTo>
                  <a:pt x="15769" y="25057"/>
                </a:lnTo>
                <a:lnTo>
                  <a:pt x="15769" y="25446"/>
                </a:lnTo>
                <a:lnTo>
                  <a:pt x="16204" y="25851"/>
                </a:lnTo>
                <a:lnTo>
                  <a:pt x="16204" y="26240"/>
                </a:lnTo>
                <a:lnTo>
                  <a:pt x="16639" y="26629"/>
                </a:lnTo>
                <a:lnTo>
                  <a:pt x="17075" y="27407"/>
                </a:lnTo>
                <a:lnTo>
                  <a:pt x="17075" y="27796"/>
                </a:lnTo>
                <a:lnTo>
                  <a:pt x="17510" y="28185"/>
                </a:lnTo>
                <a:lnTo>
                  <a:pt x="17510" y="28590"/>
                </a:lnTo>
                <a:lnTo>
                  <a:pt x="17963" y="28979"/>
                </a:lnTo>
                <a:lnTo>
                  <a:pt x="17963" y="29368"/>
                </a:lnTo>
                <a:lnTo>
                  <a:pt x="18398" y="29757"/>
                </a:lnTo>
                <a:lnTo>
                  <a:pt x="18833" y="30146"/>
                </a:lnTo>
                <a:lnTo>
                  <a:pt x="18833" y="30940"/>
                </a:lnTo>
                <a:lnTo>
                  <a:pt x="19268" y="30940"/>
                </a:lnTo>
                <a:lnTo>
                  <a:pt x="19703" y="31718"/>
                </a:lnTo>
                <a:lnTo>
                  <a:pt x="19703" y="32107"/>
                </a:lnTo>
                <a:lnTo>
                  <a:pt x="20138" y="32496"/>
                </a:lnTo>
                <a:lnTo>
                  <a:pt x="20138" y="32885"/>
                </a:lnTo>
                <a:lnTo>
                  <a:pt x="20573" y="33290"/>
                </a:lnTo>
                <a:lnTo>
                  <a:pt x="20573" y="33679"/>
                </a:lnTo>
                <a:lnTo>
                  <a:pt x="21026" y="34068"/>
                </a:lnTo>
                <a:lnTo>
                  <a:pt x="21461" y="34457"/>
                </a:lnTo>
                <a:lnTo>
                  <a:pt x="21461" y="35235"/>
                </a:lnTo>
                <a:lnTo>
                  <a:pt x="21896" y="35640"/>
                </a:lnTo>
                <a:lnTo>
                  <a:pt x="21896" y="36029"/>
                </a:lnTo>
                <a:lnTo>
                  <a:pt x="22331" y="36418"/>
                </a:lnTo>
                <a:lnTo>
                  <a:pt x="22766" y="36807"/>
                </a:lnTo>
                <a:lnTo>
                  <a:pt x="22766" y="37196"/>
                </a:lnTo>
                <a:lnTo>
                  <a:pt x="23201" y="37585"/>
                </a:lnTo>
                <a:lnTo>
                  <a:pt x="23636" y="37974"/>
                </a:lnTo>
                <a:lnTo>
                  <a:pt x="23636" y="38379"/>
                </a:lnTo>
                <a:lnTo>
                  <a:pt x="24089" y="39157"/>
                </a:lnTo>
                <a:lnTo>
                  <a:pt x="24089" y="39546"/>
                </a:lnTo>
                <a:lnTo>
                  <a:pt x="24524" y="39935"/>
                </a:lnTo>
                <a:lnTo>
                  <a:pt x="24524" y="40324"/>
                </a:lnTo>
                <a:lnTo>
                  <a:pt x="24959" y="40729"/>
                </a:lnTo>
                <a:lnTo>
                  <a:pt x="25395" y="41118"/>
                </a:lnTo>
                <a:lnTo>
                  <a:pt x="25395" y="41507"/>
                </a:lnTo>
                <a:lnTo>
                  <a:pt x="25830" y="41896"/>
                </a:lnTo>
                <a:lnTo>
                  <a:pt x="25830" y="42674"/>
                </a:lnTo>
                <a:lnTo>
                  <a:pt x="26265" y="43080"/>
                </a:lnTo>
                <a:lnTo>
                  <a:pt x="26700" y="43469"/>
                </a:lnTo>
                <a:lnTo>
                  <a:pt x="26700" y="43858"/>
                </a:lnTo>
                <a:lnTo>
                  <a:pt x="27153" y="44247"/>
                </a:lnTo>
                <a:lnTo>
                  <a:pt x="27153" y="44635"/>
                </a:lnTo>
                <a:lnTo>
                  <a:pt x="27588" y="45413"/>
                </a:lnTo>
                <a:lnTo>
                  <a:pt x="28023" y="45413"/>
                </a:lnTo>
                <a:lnTo>
                  <a:pt x="28023" y="46208"/>
                </a:lnTo>
                <a:lnTo>
                  <a:pt x="28458" y="46597"/>
                </a:lnTo>
                <a:lnTo>
                  <a:pt x="28458" y="46986"/>
                </a:lnTo>
                <a:lnTo>
                  <a:pt x="28893" y="47375"/>
                </a:lnTo>
                <a:lnTo>
                  <a:pt x="28893" y="47764"/>
                </a:lnTo>
                <a:lnTo>
                  <a:pt x="29328" y="48169"/>
                </a:lnTo>
                <a:lnTo>
                  <a:pt x="29763" y="48947"/>
                </a:lnTo>
                <a:lnTo>
                  <a:pt x="30216" y="49336"/>
                </a:lnTo>
                <a:lnTo>
                  <a:pt x="30216" y="49725"/>
                </a:lnTo>
                <a:lnTo>
                  <a:pt x="30651" y="50114"/>
                </a:lnTo>
                <a:lnTo>
                  <a:pt x="30651" y="50519"/>
                </a:lnTo>
                <a:lnTo>
                  <a:pt x="31086" y="50908"/>
                </a:lnTo>
                <a:lnTo>
                  <a:pt x="31086" y="51297"/>
                </a:lnTo>
                <a:lnTo>
                  <a:pt x="31521" y="51686"/>
                </a:lnTo>
                <a:lnTo>
                  <a:pt x="31956" y="52075"/>
                </a:lnTo>
                <a:lnTo>
                  <a:pt x="31956" y="52853"/>
                </a:lnTo>
                <a:lnTo>
                  <a:pt x="32391" y="53258"/>
                </a:lnTo>
                <a:lnTo>
                  <a:pt x="32391" y="53647"/>
                </a:lnTo>
                <a:lnTo>
                  <a:pt x="32844" y="54036"/>
                </a:lnTo>
                <a:lnTo>
                  <a:pt x="32844" y="54425"/>
                </a:lnTo>
                <a:lnTo>
                  <a:pt x="33279" y="54814"/>
                </a:lnTo>
                <a:lnTo>
                  <a:pt x="33714" y="55608"/>
                </a:lnTo>
                <a:lnTo>
                  <a:pt x="33714" y="55997"/>
                </a:lnTo>
                <a:lnTo>
                  <a:pt x="34150" y="56386"/>
                </a:lnTo>
                <a:lnTo>
                  <a:pt x="34585" y="56775"/>
                </a:lnTo>
                <a:lnTo>
                  <a:pt x="34585" y="57164"/>
                </a:lnTo>
                <a:lnTo>
                  <a:pt x="35020" y="57553"/>
                </a:lnTo>
                <a:lnTo>
                  <a:pt x="35020" y="57958"/>
                </a:lnTo>
                <a:lnTo>
                  <a:pt x="35455" y="58347"/>
                </a:lnTo>
                <a:lnTo>
                  <a:pt x="35455" y="59125"/>
                </a:lnTo>
                <a:lnTo>
                  <a:pt x="35908" y="59514"/>
                </a:lnTo>
                <a:lnTo>
                  <a:pt x="36343" y="59903"/>
                </a:lnTo>
                <a:lnTo>
                  <a:pt x="36343" y="60308"/>
                </a:lnTo>
                <a:lnTo>
                  <a:pt x="36778" y="60697"/>
                </a:lnTo>
                <a:lnTo>
                  <a:pt x="36778" y="61086"/>
                </a:lnTo>
                <a:lnTo>
                  <a:pt x="37213" y="61475"/>
                </a:lnTo>
                <a:lnTo>
                  <a:pt x="37648" y="62253"/>
                </a:lnTo>
                <a:lnTo>
                  <a:pt x="37648" y="62642"/>
                </a:lnTo>
                <a:lnTo>
                  <a:pt x="38083" y="63047"/>
                </a:lnTo>
                <a:lnTo>
                  <a:pt x="38083" y="63436"/>
                </a:lnTo>
                <a:lnTo>
                  <a:pt x="38518" y="63825"/>
                </a:lnTo>
                <a:lnTo>
                  <a:pt x="38971" y="64214"/>
                </a:lnTo>
                <a:lnTo>
                  <a:pt x="38971" y="64992"/>
                </a:lnTo>
                <a:lnTo>
                  <a:pt x="39406" y="65398"/>
                </a:lnTo>
                <a:lnTo>
                  <a:pt x="39406" y="65787"/>
                </a:lnTo>
                <a:lnTo>
                  <a:pt x="39841" y="66176"/>
                </a:lnTo>
                <a:lnTo>
                  <a:pt x="40276" y="66565"/>
                </a:lnTo>
                <a:lnTo>
                  <a:pt x="40276" y="66953"/>
                </a:lnTo>
                <a:lnTo>
                  <a:pt x="40711" y="67342"/>
                </a:lnTo>
                <a:lnTo>
                  <a:pt x="41146" y="68137"/>
                </a:lnTo>
                <a:lnTo>
                  <a:pt x="41146" y="68526"/>
                </a:lnTo>
                <a:lnTo>
                  <a:pt x="41581" y="68915"/>
                </a:lnTo>
                <a:lnTo>
                  <a:pt x="41581" y="69304"/>
                </a:lnTo>
                <a:lnTo>
                  <a:pt x="42034" y="69693"/>
                </a:lnTo>
                <a:lnTo>
                  <a:pt x="42034" y="70082"/>
                </a:lnTo>
                <a:lnTo>
                  <a:pt x="42470" y="70876"/>
                </a:lnTo>
                <a:lnTo>
                  <a:pt x="42905" y="71265"/>
                </a:lnTo>
                <a:lnTo>
                  <a:pt x="42905" y="71654"/>
                </a:lnTo>
                <a:lnTo>
                  <a:pt x="43340" y="72043"/>
                </a:lnTo>
                <a:lnTo>
                  <a:pt x="43340" y="72432"/>
                </a:lnTo>
                <a:lnTo>
                  <a:pt x="43775" y="72837"/>
                </a:lnTo>
                <a:lnTo>
                  <a:pt x="43775" y="73226"/>
                </a:lnTo>
                <a:lnTo>
                  <a:pt x="44210" y="74004"/>
                </a:lnTo>
                <a:lnTo>
                  <a:pt x="44645" y="74393"/>
                </a:lnTo>
                <a:lnTo>
                  <a:pt x="44645" y="74782"/>
                </a:lnTo>
                <a:lnTo>
                  <a:pt x="45098" y="75187"/>
                </a:lnTo>
                <a:lnTo>
                  <a:pt x="45533" y="75576"/>
                </a:lnTo>
                <a:lnTo>
                  <a:pt x="45533" y="75965"/>
                </a:lnTo>
                <a:lnTo>
                  <a:pt x="45968" y="76743"/>
                </a:lnTo>
                <a:lnTo>
                  <a:pt x="45968" y="77132"/>
                </a:lnTo>
                <a:lnTo>
                  <a:pt x="46403" y="77537"/>
                </a:lnTo>
                <a:lnTo>
                  <a:pt x="46403" y="77926"/>
                </a:lnTo>
                <a:lnTo>
                  <a:pt x="46838" y="78315"/>
                </a:lnTo>
                <a:lnTo>
                  <a:pt x="47273" y="78704"/>
                </a:lnTo>
                <a:lnTo>
                  <a:pt x="47273" y="79482"/>
                </a:lnTo>
                <a:lnTo>
                  <a:pt x="47726" y="79871"/>
                </a:lnTo>
                <a:lnTo>
                  <a:pt x="48161" y="80276"/>
                </a:lnTo>
                <a:lnTo>
                  <a:pt x="48161" y="80665"/>
                </a:lnTo>
                <a:lnTo>
                  <a:pt x="48596" y="81054"/>
                </a:lnTo>
                <a:lnTo>
                  <a:pt x="48596" y="81443"/>
                </a:lnTo>
                <a:lnTo>
                  <a:pt x="49031" y="81832"/>
                </a:lnTo>
                <a:lnTo>
                  <a:pt x="49466" y="82626"/>
                </a:lnTo>
                <a:lnTo>
                  <a:pt x="49466" y="83015"/>
                </a:lnTo>
                <a:lnTo>
                  <a:pt x="49901" y="83404"/>
                </a:lnTo>
                <a:lnTo>
                  <a:pt x="49901" y="83793"/>
                </a:lnTo>
                <a:lnTo>
                  <a:pt x="50336" y="84182"/>
                </a:lnTo>
                <a:lnTo>
                  <a:pt x="50336" y="84571"/>
                </a:lnTo>
                <a:lnTo>
                  <a:pt x="50790" y="85365"/>
                </a:lnTo>
                <a:lnTo>
                  <a:pt x="51225" y="85754"/>
                </a:lnTo>
                <a:lnTo>
                  <a:pt x="51225" y="86143"/>
                </a:lnTo>
                <a:lnTo>
                  <a:pt x="51660" y="86532"/>
                </a:lnTo>
                <a:lnTo>
                  <a:pt x="52095" y="86921"/>
                </a:lnTo>
                <a:lnTo>
                  <a:pt x="52095" y="87716"/>
                </a:lnTo>
              </a:path>
            </a:pathLst>
          </a:custGeom>
          <a:ln w="24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589471" y="2080109"/>
            <a:ext cx="52095" cy="94361"/>
          </a:xfrm>
          <a:custGeom>
            <a:avLst/>
            <a:gdLst/>
            <a:ahLst/>
            <a:cxnLst/>
            <a:rect l="l" t="t" r="r" b="b"/>
            <a:pathLst>
              <a:path w="52095" h="94361">
                <a:moveTo>
                  <a:pt x="0" y="0"/>
                </a:moveTo>
                <a:lnTo>
                  <a:pt x="435" y="388"/>
                </a:lnTo>
                <a:lnTo>
                  <a:pt x="435" y="777"/>
                </a:lnTo>
                <a:lnTo>
                  <a:pt x="870" y="1166"/>
                </a:lnTo>
                <a:lnTo>
                  <a:pt x="870" y="1555"/>
                </a:lnTo>
                <a:lnTo>
                  <a:pt x="1305" y="1944"/>
                </a:lnTo>
                <a:lnTo>
                  <a:pt x="1758" y="2739"/>
                </a:lnTo>
                <a:lnTo>
                  <a:pt x="1758" y="3128"/>
                </a:lnTo>
                <a:lnTo>
                  <a:pt x="2193" y="3517"/>
                </a:lnTo>
                <a:lnTo>
                  <a:pt x="2193" y="3906"/>
                </a:lnTo>
                <a:lnTo>
                  <a:pt x="2628" y="4295"/>
                </a:lnTo>
                <a:lnTo>
                  <a:pt x="2628" y="4700"/>
                </a:lnTo>
                <a:lnTo>
                  <a:pt x="3063" y="5478"/>
                </a:lnTo>
                <a:lnTo>
                  <a:pt x="3498" y="5867"/>
                </a:lnTo>
                <a:lnTo>
                  <a:pt x="3933" y="6256"/>
                </a:lnTo>
                <a:lnTo>
                  <a:pt x="3933" y="6645"/>
                </a:lnTo>
                <a:lnTo>
                  <a:pt x="4368" y="7034"/>
                </a:lnTo>
                <a:lnTo>
                  <a:pt x="4368" y="7828"/>
                </a:lnTo>
                <a:lnTo>
                  <a:pt x="4821" y="8217"/>
                </a:lnTo>
                <a:lnTo>
                  <a:pt x="4821" y="8606"/>
                </a:lnTo>
                <a:lnTo>
                  <a:pt x="5256" y="8995"/>
                </a:lnTo>
                <a:lnTo>
                  <a:pt x="5691" y="9384"/>
                </a:lnTo>
                <a:lnTo>
                  <a:pt x="5691" y="9789"/>
                </a:lnTo>
                <a:lnTo>
                  <a:pt x="6126" y="10178"/>
                </a:lnTo>
                <a:lnTo>
                  <a:pt x="6126" y="10956"/>
                </a:lnTo>
                <a:lnTo>
                  <a:pt x="6561" y="11345"/>
                </a:lnTo>
                <a:lnTo>
                  <a:pt x="6996" y="11734"/>
                </a:lnTo>
                <a:lnTo>
                  <a:pt x="6996" y="12139"/>
                </a:lnTo>
                <a:lnTo>
                  <a:pt x="7449" y="12917"/>
                </a:lnTo>
                <a:lnTo>
                  <a:pt x="7449" y="13306"/>
                </a:lnTo>
                <a:lnTo>
                  <a:pt x="7884" y="13695"/>
                </a:lnTo>
                <a:lnTo>
                  <a:pt x="8319" y="14084"/>
                </a:lnTo>
                <a:lnTo>
                  <a:pt x="8319" y="14489"/>
                </a:lnTo>
                <a:lnTo>
                  <a:pt x="8755" y="14878"/>
                </a:lnTo>
                <a:lnTo>
                  <a:pt x="8755" y="15267"/>
                </a:lnTo>
                <a:lnTo>
                  <a:pt x="9190" y="16045"/>
                </a:lnTo>
                <a:lnTo>
                  <a:pt x="9190" y="16434"/>
                </a:lnTo>
                <a:lnTo>
                  <a:pt x="9625" y="16823"/>
                </a:lnTo>
                <a:lnTo>
                  <a:pt x="10060" y="17228"/>
                </a:lnTo>
                <a:lnTo>
                  <a:pt x="10060" y="18006"/>
                </a:lnTo>
                <a:lnTo>
                  <a:pt x="10513" y="18395"/>
                </a:lnTo>
                <a:lnTo>
                  <a:pt x="10948" y="18784"/>
                </a:lnTo>
                <a:lnTo>
                  <a:pt x="10948" y="19173"/>
                </a:lnTo>
                <a:lnTo>
                  <a:pt x="11383" y="19578"/>
                </a:lnTo>
                <a:lnTo>
                  <a:pt x="11383" y="20356"/>
                </a:lnTo>
                <a:lnTo>
                  <a:pt x="11818" y="20745"/>
                </a:lnTo>
                <a:lnTo>
                  <a:pt x="12253" y="21134"/>
                </a:lnTo>
                <a:lnTo>
                  <a:pt x="12253" y="21523"/>
                </a:lnTo>
                <a:lnTo>
                  <a:pt x="12688" y="21929"/>
                </a:lnTo>
                <a:lnTo>
                  <a:pt x="12688" y="22317"/>
                </a:lnTo>
                <a:lnTo>
                  <a:pt x="13123" y="23095"/>
                </a:lnTo>
                <a:lnTo>
                  <a:pt x="13123" y="23484"/>
                </a:lnTo>
                <a:lnTo>
                  <a:pt x="13576" y="23873"/>
                </a:lnTo>
                <a:lnTo>
                  <a:pt x="14011" y="24262"/>
                </a:lnTo>
                <a:lnTo>
                  <a:pt x="14011" y="24668"/>
                </a:lnTo>
                <a:lnTo>
                  <a:pt x="14446" y="25446"/>
                </a:lnTo>
                <a:lnTo>
                  <a:pt x="14881" y="25835"/>
                </a:lnTo>
                <a:lnTo>
                  <a:pt x="14881" y="26224"/>
                </a:lnTo>
                <a:lnTo>
                  <a:pt x="15316" y="26613"/>
                </a:lnTo>
                <a:lnTo>
                  <a:pt x="15316" y="27407"/>
                </a:lnTo>
                <a:lnTo>
                  <a:pt x="15751" y="27796"/>
                </a:lnTo>
                <a:lnTo>
                  <a:pt x="15751" y="28185"/>
                </a:lnTo>
                <a:lnTo>
                  <a:pt x="16186" y="28574"/>
                </a:lnTo>
                <a:lnTo>
                  <a:pt x="16639" y="28963"/>
                </a:lnTo>
                <a:lnTo>
                  <a:pt x="16639" y="29368"/>
                </a:lnTo>
                <a:lnTo>
                  <a:pt x="17075" y="29757"/>
                </a:lnTo>
                <a:lnTo>
                  <a:pt x="17075" y="30535"/>
                </a:lnTo>
                <a:lnTo>
                  <a:pt x="17510" y="30924"/>
                </a:lnTo>
                <a:lnTo>
                  <a:pt x="17945" y="31313"/>
                </a:lnTo>
                <a:lnTo>
                  <a:pt x="17945" y="31718"/>
                </a:lnTo>
                <a:lnTo>
                  <a:pt x="18380" y="32496"/>
                </a:lnTo>
                <a:lnTo>
                  <a:pt x="18380" y="32885"/>
                </a:lnTo>
                <a:lnTo>
                  <a:pt x="18815" y="33274"/>
                </a:lnTo>
                <a:lnTo>
                  <a:pt x="19250" y="33663"/>
                </a:lnTo>
                <a:lnTo>
                  <a:pt x="19250" y="34052"/>
                </a:lnTo>
                <a:lnTo>
                  <a:pt x="19703" y="34846"/>
                </a:lnTo>
                <a:lnTo>
                  <a:pt x="19703" y="35235"/>
                </a:lnTo>
                <a:lnTo>
                  <a:pt x="20138" y="35624"/>
                </a:lnTo>
                <a:lnTo>
                  <a:pt x="20573" y="36013"/>
                </a:lnTo>
                <a:lnTo>
                  <a:pt x="20573" y="36807"/>
                </a:lnTo>
                <a:lnTo>
                  <a:pt x="21008" y="37196"/>
                </a:lnTo>
                <a:lnTo>
                  <a:pt x="21443" y="37585"/>
                </a:lnTo>
                <a:lnTo>
                  <a:pt x="21443" y="37974"/>
                </a:lnTo>
                <a:lnTo>
                  <a:pt x="21878" y="38363"/>
                </a:lnTo>
                <a:lnTo>
                  <a:pt x="21878" y="39157"/>
                </a:lnTo>
                <a:lnTo>
                  <a:pt x="22331" y="39546"/>
                </a:lnTo>
                <a:lnTo>
                  <a:pt x="22331" y="39935"/>
                </a:lnTo>
                <a:lnTo>
                  <a:pt x="22766" y="40324"/>
                </a:lnTo>
                <a:lnTo>
                  <a:pt x="23201" y="40713"/>
                </a:lnTo>
                <a:lnTo>
                  <a:pt x="23201" y="41102"/>
                </a:lnTo>
                <a:lnTo>
                  <a:pt x="23636" y="41896"/>
                </a:lnTo>
                <a:lnTo>
                  <a:pt x="23636" y="42285"/>
                </a:lnTo>
                <a:lnTo>
                  <a:pt x="24071" y="42674"/>
                </a:lnTo>
                <a:lnTo>
                  <a:pt x="24071" y="43063"/>
                </a:lnTo>
                <a:lnTo>
                  <a:pt x="24506" y="43452"/>
                </a:lnTo>
                <a:lnTo>
                  <a:pt x="24941" y="44247"/>
                </a:lnTo>
                <a:lnTo>
                  <a:pt x="24941" y="44635"/>
                </a:lnTo>
                <a:lnTo>
                  <a:pt x="25395" y="45024"/>
                </a:lnTo>
                <a:lnTo>
                  <a:pt x="25830" y="45413"/>
                </a:lnTo>
                <a:lnTo>
                  <a:pt x="25830" y="45802"/>
                </a:lnTo>
                <a:lnTo>
                  <a:pt x="26265" y="46597"/>
                </a:lnTo>
                <a:lnTo>
                  <a:pt x="26265" y="46986"/>
                </a:lnTo>
                <a:lnTo>
                  <a:pt x="26700" y="47375"/>
                </a:lnTo>
                <a:lnTo>
                  <a:pt x="26700" y="47764"/>
                </a:lnTo>
                <a:lnTo>
                  <a:pt x="27135" y="48542"/>
                </a:lnTo>
                <a:lnTo>
                  <a:pt x="27570" y="48947"/>
                </a:lnTo>
                <a:lnTo>
                  <a:pt x="27570" y="49336"/>
                </a:lnTo>
                <a:lnTo>
                  <a:pt x="28005" y="49725"/>
                </a:lnTo>
                <a:lnTo>
                  <a:pt x="28005" y="50114"/>
                </a:lnTo>
                <a:lnTo>
                  <a:pt x="28458" y="50892"/>
                </a:lnTo>
                <a:lnTo>
                  <a:pt x="28893" y="51281"/>
                </a:lnTo>
                <a:lnTo>
                  <a:pt x="28893" y="51686"/>
                </a:lnTo>
                <a:lnTo>
                  <a:pt x="29328" y="52075"/>
                </a:lnTo>
                <a:lnTo>
                  <a:pt x="29763" y="52853"/>
                </a:lnTo>
                <a:lnTo>
                  <a:pt x="29763" y="53242"/>
                </a:lnTo>
                <a:lnTo>
                  <a:pt x="30198" y="53631"/>
                </a:lnTo>
                <a:lnTo>
                  <a:pt x="30198" y="54036"/>
                </a:lnTo>
                <a:lnTo>
                  <a:pt x="30633" y="54425"/>
                </a:lnTo>
                <a:lnTo>
                  <a:pt x="30633" y="55203"/>
                </a:lnTo>
                <a:lnTo>
                  <a:pt x="31068" y="55592"/>
                </a:lnTo>
                <a:lnTo>
                  <a:pt x="31521" y="55981"/>
                </a:lnTo>
                <a:lnTo>
                  <a:pt x="31521" y="56386"/>
                </a:lnTo>
                <a:lnTo>
                  <a:pt x="31956" y="57164"/>
                </a:lnTo>
                <a:lnTo>
                  <a:pt x="32391" y="57553"/>
                </a:lnTo>
                <a:lnTo>
                  <a:pt x="32391" y="57942"/>
                </a:lnTo>
                <a:lnTo>
                  <a:pt x="32826" y="58331"/>
                </a:lnTo>
                <a:lnTo>
                  <a:pt x="32826" y="58720"/>
                </a:lnTo>
                <a:lnTo>
                  <a:pt x="33261" y="59514"/>
                </a:lnTo>
                <a:lnTo>
                  <a:pt x="33261" y="59903"/>
                </a:lnTo>
                <a:lnTo>
                  <a:pt x="33696" y="60292"/>
                </a:lnTo>
                <a:lnTo>
                  <a:pt x="34131" y="60681"/>
                </a:lnTo>
                <a:lnTo>
                  <a:pt x="34131" y="61070"/>
                </a:lnTo>
                <a:lnTo>
                  <a:pt x="34585" y="61864"/>
                </a:lnTo>
                <a:lnTo>
                  <a:pt x="34585" y="62253"/>
                </a:lnTo>
                <a:lnTo>
                  <a:pt x="35020" y="62642"/>
                </a:lnTo>
                <a:lnTo>
                  <a:pt x="35020" y="63031"/>
                </a:lnTo>
                <a:lnTo>
                  <a:pt x="35455" y="63825"/>
                </a:lnTo>
                <a:lnTo>
                  <a:pt x="35890" y="64214"/>
                </a:lnTo>
                <a:lnTo>
                  <a:pt x="35890" y="64603"/>
                </a:lnTo>
                <a:lnTo>
                  <a:pt x="36325" y="64992"/>
                </a:lnTo>
                <a:lnTo>
                  <a:pt x="36760" y="65381"/>
                </a:lnTo>
                <a:lnTo>
                  <a:pt x="36760" y="66159"/>
                </a:lnTo>
                <a:lnTo>
                  <a:pt x="37213" y="66565"/>
                </a:lnTo>
                <a:lnTo>
                  <a:pt x="37213" y="66953"/>
                </a:lnTo>
                <a:lnTo>
                  <a:pt x="37648" y="67731"/>
                </a:lnTo>
                <a:lnTo>
                  <a:pt x="38083" y="68120"/>
                </a:lnTo>
                <a:lnTo>
                  <a:pt x="38083" y="68509"/>
                </a:lnTo>
                <a:lnTo>
                  <a:pt x="38518" y="68915"/>
                </a:lnTo>
                <a:lnTo>
                  <a:pt x="38518" y="69693"/>
                </a:lnTo>
                <a:lnTo>
                  <a:pt x="38953" y="70082"/>
                </a:lnTo>
                <a:lnTo>
                  <a:pt x="38953" y="70471"/>
                </a:lnTo>
                <a:lnTo>
                  <a:pt x="39388" y="70860"/>
                </a:lnTo>
                <a:lnTo>
                  <a:pt x="39823" y="71265"/>
                </a:lnTo>
                <a:lnTo>
                  <a:pt x="39823" y="72043"/>
                </a:lnTo>
                <a:lnTo>
                  <a:pt x="40276" y="72432"/>
                </a:lnTo>
                <a:lnTo>
                  <a:pt x="40711" y="72821"/>
                </a:lnTo>
                <a:lnTo>
                  <a:pt x="40711" y="73210"/>
                </a:lnTo>
                <a:lnTo>
                  <a:pt x="41146" y="74004"/>
                </a:lnTo>
                <a:lnTo>
                  <a:pt x="41146" y="74393"/>
                </a:lnTo>
                <a:lnTo>
                  <a:pt x="41581" y="74782"/>
                </a:lnTo>
                <a:lnTo>
                  <a:pt x="41581" y="75171"/>
                </a:lnTo>
                <a:lnTo>
                  <a:pt x="42016" y="75560"/>
                </a:lnTo>
                <a:lnTo>
                  <a:pt x="42451" y="76354"/>
                </a:lnTo>
                <a:lnTo>
                  <a:pt x="42451" y="76743"/>
                </a:lnTo>
                <a:lnTo>
                  <a:pt x="42886" y="77132"/>
                </a:lnTo>
                <a:lnTo>
                  <a:pt x="43340" y="77521"/>
                </a:lnTo>
                <a:lnTo>
                  <a:pt x="43340" y="78299"/>
                </a:lnTo>
                <a:lnTo>
                  <a:pt x="43775" y="78704"/>
                </a:lnTo>
                <a:lnTo>
                  <a:pt x="43775" y="79093"/>
                </a:lnTo>
                <a:lnTo>
                  <a:pt x="44210" y="79482"/>
                </a:lnTo>
                <a:lnTo>
                  <a:pt x="44210" y="80260"/>
                </a:lnTo>
                <a:lnTo>
                  <a:pt x="44645" y="80649"/>
                </a:lnTo>
                <a:lnTo>
                  <a:pt x="45080" y="81054"/>
                </a:lnTo>
                <a:lnTo>
                  <a:pt x="45080" y="81443"/>
                </a:lnTo>
                <a:lnTo>
                  <a:pt x="45515" y="82221"/>
                </a:lnTo>
                <a:lnTo>
                  <a:pt x="45515" y="82610"/>
                </a:lnTo>
                <a:lnTo>
                  <a:pt x="45950" y="82999"/>
                </a:lnTo>
                <a:lnTo>
                  <a:pt x="46403" y="83388"/>
                </a:lnTo>
                <a:lnTo>
                  <a:pt x="46403" y="84182"/>
                </a:lnTo>
                <a:lnTo>
                  <a:pt x="46838" y="84571"/>
                </a:lnTo>
                <a:lnTo>
                  <a:pt x="47273" y="84960"/>
                </a:lnTo>
                <a:lnTo>
                  <a:pt x="47273" y="85349"/>
                </a:lnTo>
                <a:lnTo>
                  <a:pt x="47708" y="85738"/>
                </a:lnTo>
                <a:lnTo>
                  <a:pt x="47708" y="86532"/>
                </a:lnTo>
                <a:lnTo>
                  <a:pt x="48143" y="86921"/>
                </a:lnTo>
                <a:lnTo>
                  <a:pt x="48143" y="87310"/>
                </a:lnTo>
                <a:lnTo>
                  <a:pt x="48578" y="87699"/>
                </a:lnTo>
                <a:lnTo>
                  <a:pt x="49013" y="88494"/>
                </a:lnTo>
                <a:lnTo>
                  <a:pt x="49013" y="88883"/>
                </a:lnTo>
                <a:lnTo>
                  <a:pt x="49466" y="89271"/>
                </a:lnTo>
                <a:lnTo>
                  <a:pt x="49466" y="90049"/>
                </a:lnTo>
                <a:lnTo>
                  <a:pt x="49901" y="90438"/>
                </a:lnTo>
                <a:lnTo>
                  <a:pt x="50336" y="90844"/>
                </a:lnTo>
                <a:lnTo>
                  <a:pt x="50336" y="91233"/>
                </a:lnTo>
                <a:lnTo>
                  <a:pt x="50771" y="91622"/>
                </a:lnTo>
                <a:lnTo>
                  <a:pt x="50771" y="92400"/>
                </a:lnTo>
                <a:lnTo>
                  <a:pt x="51206" y="92789"/>
                </a:lnTo>
                <a:lnTo>
                  <a:pt x="51641" y="93178"/>
                </a:lnTo>
                <a:lnTo>
                  <a:pt x="51641" y="93583"/>
                </a:lnTo>
                <a:lnTo>
                  <a:pt x="52095" y="94361"/>
                </a:lnTo>
              </a:path>
            </a:pathLst>
          </a:custGeom>
          <a:ln w="24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641566" y="2174471"/>
            <a:ext cx="51641" cy="99450"/>
          </a:xfrm>
          <a:custGeom>
            <a:avLst/>
            <a:gdLst/>
            <a:ahLst/>
            <a:cxnLst/>
            <a:rect l="l" t="t" r="r" b="b"/>
            <a:pathLst>
              <a:path w="51641" h="99450">
                <a:moveTo>
                  <a:pt x="0" y="0"/>
                </a:moveTo>
                <a:lnTo>
                  <a:pt x="0" y="388"/>
                </a:lnTo>
                <a:lnTo>
                  <a:pt x="435" y="777"/>
                </a:lnTo>
                <a:lnTo>
                  <a:pt x="435" y="1166"/>
                </a:lnTo>
                <a:lnTo>
                  <a:pt x="870" y="1961"/>
                </a:lnTo>
                <a:lnTo>
                  <a:pt x="1305" y="2350"/>
                </a:lnTo>
                <a:lnTo>
                  <a:pt x="1305" y="2739"/>
                </a:lnTo>
                <a:lnTo>
                  <a:pt x="1740" y="3517"/>
                </a:lnTo>
                <a:lnTo>
                  <a:pt x="2175" y="3922"/>
                </a:lnTo>
                <a:lnTo>
                  <a:pt x="2175" y="4311"/>
                </a:lnTo>
                <a:lnTo>
                  <a:pt x="2610" y="4700"/>
                </a:lnTo>
                <a:lnTo>
                  <a:pt x="2610" y="5089"/>
                </a:lnTo>
                <a:lnTo>
                  <a:pt x="3063" y="5867"/>
                </a:lnTo>
                <a:lnTo>
                  <a:pt x="3498" y="6256"/>
                </a:lnTo>
                <a:lnTo>
                  <a:pt x="3498" y="6661"/>
                </a:lnTo>
                <a:lnTo>
                  <a:pt x="3933" y="7050"/>
                </a:lnTo>
                <a:lnTo>
                  <a:pt x="3933" y="7828"/>
                </a:lnTo>
                <a:lnTo>
                  <a:pt x="4368" y="8217"/>
                </a:lnTo>
                <a:lnTo>
                  <a:pt x="4368" y="8606"/>
                </a:lnTo>
                <a:lnTo>
                  <a:pt x="4803" y="9400"/>
                </a:lnTo>
                <a:lnTo>
                  <a:pt x="5238" y="9789"/>
                </a:lnTo>
                <a:lnTo>
                  <a:pt x="5238" y="10178"/>
                </a:lnTo>
                <a:lnTo>
                  <a:pt x="5673" y="10567"/>
                </a:lnTo>
                <a:lnTo>
                  <a:pt x="6126" y="10956"/>
                </a:lnTo>
                <a:lnTo>
                  <a:pt x="6126" y="11750"/>
                </a:lnTo>
                <a:lnTo>
                  <a:pt x="6561" y="12139"/>
                </a:lnTo>
                <a:lnTo>
                  <a:pt x="6561" y="12528"/>
                </a:lnTo>
                <a:lnTo>
                  <a:pt x="6996" y="13306"/>
                </a:lnTo>
                <a:lnTo>
                  <a:pt x="6996" y="13711"/>
                </a:lnTo>
                <a:lnTo>
                  <a:pt x="7431" y="14100"/>
                </a:lnTo>
                <a:lnTo>
                  <a:pt x="7866" y="14489"/>
                </a:lnTo>
                <a:lnTo>
                  <a:pt x="7866" y="15267"/>
                </a:lnTo>
                <a:lnTo>
                  <a:pt x="8301" y="15656"/>
                </a:lnTo>
                <a:lnTo>
                  <a:pt x="8301" y="16045"/>
                </a:lnTo>
                <a:lnTo>
                  <a:pt x="8736" y="16450"/>
                </a:lnTo>
                <a:lnTo>
                  <a:pt x="9190" y="16839"/>
                </a:lnTo>
                <a:lnTo>
                  <a:pt x="9190" y="17617"/>
                </a:lnTo>
                <a:lnTo>
                  <a:pt x="9625" y="18006"/>
                </a:lnTo>
                <a:lnTo>
                  <a:pt x="9625" y="18800"/>
                </a:lnTo>
                <a:lnTo>
                  <a:pt x="10060" y="19189"/>
                </a:lnTo>
                <a:lnTo>
                  <a:pt x="10495" y="19578"/>
                </a:lnTo>
                <a:lnTo>
                  <a:pt x="10495" y="19967"/>
                </a:lnTo>
                <a:lnTo>
                  <a:pt x="10930" y="20356"/>
                </a:lnTo>
                <a:lnTo>
                  <a:pt x="10930" y="21151"/>
                </a:lnTo>
                <a:lnTo>
                  <a:pt x="11365" y="21540"/>
                </a:lnTo>
                <a:lnTo>
                  <a:pt x="11800" y="21929"/>
                </a:lnTo>
                <a:lnTo>
                  <a:pt x="11800" y="22706"/>
                </a:lnTo>
                <a:lnTo>
                  <a:pt x="12253" y="23095"/>
                </a:lnTo>
                <a:lnTo>
                  <a:pt x="12688" y="23484"/>
                </a:lnTo>
                <a:lnTo>
                  <a:pt x="12688" y="23890"/>
                </a:lnTo>
                <a:lnTo>
                  <a:pt x="13123" y="24668"/>
                </a:lnTo>
                <a:lnTo>
                  <a:pt x="13123" y="25057"/>
                </a:lnTo>
                <a:lnTo>
                  <a:pt x="13558" y="25446"/>
                </a:lnTo>
                <a:lnTo>
                  <a:pt x="13558" y="25835"/>
                </a:lnTo>
                <a:lnTo>
                  <a:pt x="13993" y="26629"/>
                </a:lnTo>
                <a:lnTo>
                  <a:pt x="14428" y="27018"/>
                </a:lnTo>
                <a:lnTo>
                  <a:pt x="14428" y="27407"/>
                </a:lnTo>
                <a:lnTo>
                  <a:pt x="14881" y="28185"/>
                </a:lnTo>
                <a:lnTo>
                  <a:pt x="14881" y="28590"/>
                </a:lnTo>
                <a:lnTo>
                  <a:pt x="15316" y="28979"/>
                </a:lnTo>
                <a:lnTo>
                  <a:pt x="15316" y="29368"/>
                </a:lnTo>
                <a:lnTo>
                  <a:pt x="15751" y="29757"/>
                </a:lnTo>
                <a:lnTo>
                  <a:pt x="16186" y="30535"/>
                </a:lnTo>
                <a:lnTo>
                  <a:pt x="16186" y="30924"/>
                </a:lnTo>
                <a:lnTo>
                  <a:pt x="16621" y="31329"/>
                </a:lnTo>
                <a:lnTo>
                  <a:pt x="17056" y="32107"/>
                </a:lnTo>
                <a:lnTo>
                  <a:pt x="17056" y="32496"/>
                </a:lnTo>
                <a:lnTo>
                  <a:pt x="17491" y="32885"/>
                </a:lnTo>
                <a:lnTo>
                  <a:pt x="17491" y="33274"/>
                </a:lnTo>
                <a:lnTo>
                  <a:pt x="17945" y="34068"/>
                </a:lnTo>
                <a:lnTo>
                  <a:pt x="17945" y="34457"/>
                </a:lnTo>
                <a:lnTo>
                  <a:pt x="18380" y="34846"/>
                </a:lnTo>
                <a:lnTo>
                  <a:pt x="18815" y="35624"/>
                </a:lnTo>
                <a:lnTo>
                  <a:pt x="18815" y="36029"/>
                </a:lnTo>
                <a:lnTo>
                  <a:pt x="19250" y="36418"/>
                </a:lnTo>
                <a:lnTo>
                  <a:pt x="19250" y="36807"/>
                </a:lnTo>
                <a:lnTo>
                  <a:pt x="19685" y="37196"/>
                </a:lnTo>
                <a:lnTo>
                  <a:pt x="20120" y="37974"/>
                </a:lnTo>
                <a:lnTo>
                  <a:pt x="20120" y="38379"/>
                </a:lnTo>
                <a:lnTo>
                  <a:pt x="20555" y="39157"/>
                </a:lnTo>
                <a:lnTo>
                  <a:pt x="21008" y="39546"/>
                </a:lnTo>
                <a:lnTo>
                  <a:pt x="21008" y="39935"/>
                </a:lnTo>
                <a:lnTo>
                  <a:pt x="21443" y="40324"/>
                </a:lnTo>
                <a:lnTo>
                  <a:pt x="21443" y="40713"/>
                </a:lnTo>
                <a:lnTo>
                  <a:pt x="21878" y="41507"/>
                </a:lnTo>
                <a:lnTo>
                  <a:pt x="21878" y="41896"/>
                </a:lnTo>
                <a:lnTo>
                  <a:pt x="22313" y="42285"/>
                </a:lnTo>
                <a:lnTo>
                  <a:pt x="22748" y="43063"/>
                </a:lnTo>
                <a:lnTo>
                  <a:pt x="22748" y="43469"/>
                </a:lnTo>
                <a:lnTo>
                  <a:pt x="23183" y="43858"/>
                </a:lnTo>
                <a:lnTo>
                  <a:pt x="23618" y="44247"/>
                </a:lnTo>
                <a:lnTo>
                  <a:pt x="23618" y="45024"/>
                </a:lnTo>
                <a:lnTo>
                  <a:pt x="24071" y="45413"/>
                </a:lnTo>
                <a:lnTo>
                  <a:pt x="24071" y="45819"/>
                </a:lnTo>
                <a:lnTo>
                  <a:pt x="24506" y="46597"/>
                </a:lnTo>
                <a:lnTo>
                  <a:pt x="24506" y="46986"/>
                </a:lnTo>
                <a:lnTo>
                  <a:pt x="24941" y="47375"/>
                </a:lnTo>
                <a:lnTo>
                  <a:pt x="25376" y="47764"/>
                </a:lnTo>
                <a:lnTo>
                  <a:pt x="25376" y="48558"/>
                </a:lnTo>
                <a:lnTo>
                  <a:pt x="25811" y="48947"/>
                </a:lnTo>
                <a:lnTo>
                  <a:pt x="25811" y="49336"/>
                </a:lnTo>
                <a:lnTo>
                  <a:pt x="26246" y="50114"/>
                </a:lnTo>
                <a:lnTo>
                  <a:pt x="26246" y="50503"/>
                </a:lnTo>
                <a:lnTo>
                  <a:pt x="26681" y="50908"/>
                </a:lnTo>
                <a:lnTo>
                  <a:pt x="27135" y="51297"/>
                </a:lnTo>
                <a:lnTo>
                  <a:pt x="27135" y="52075"/>
                </a:lnTo>
                <a:lnTo>
                  <a:pt x="27570" y="52464"/>
                </a:lnTo>
                <a:lnTo>
                  <a:pt x="28005" y="52853"/>
                </a:lnTo>
                <a:lnTo>
                  <a:pt x="28005" y="53647"/>
                </a:lnTo>
                <a:lnTo>
                  <a:pt x="28440" y="54036"/>
                </a:lnTo>
                <a:lnTo>
                  <a:pt x="28440" y="54425"/>
                </a:lnTo>
                <a:lnTo>
                  <a:pt x="28875" y="54814"/>
                </a:lnTo>
                <a:lnTo>
                  <a:pt x="29310" y="55608"/>
                </a:lnTo>
                <a:lnTo>
                  <a:pt x="29310" y="55997"/>
                </a:lnTo>
                <a:lnTo>
                  <a:pt x="29763" y="56386"/>
                </a:lnTo>
                <a:lnTo>
                  <a:pt x="29763" y="56775"/>
                </a:lnTo>
                <a:lnTo>
                  <a:pt x="30198" y="57553"/>
                </a:lnTo>
                <a:lnTo>
                  <a:pt x="30198" y="57942"/>
                </a:lnTo>
                <a:lnTo>
                  <a:pt x="30633" y="58347"/>
                </a:lnTo>
                <a:lnTo>
                  <a:pt x="31068" y="59125"/>
                </a:lnTo>
                <a:lnTo>
                  <a:pt x="31068" y="59514"/>
                </a:lnTo>
                <a:lnTo>
                  <a:pt x="31503" y="59903"/>
                </a:lnTo>
                <a:lnTo>
                  <a:pt x="31938" y="60292"/>
                </a:lnTo>
                <a:lnTo>
                  <a:pt x="31938" y="61086"/>
                </a:lnTo>
                <a:lnTo>
                  <a:pt x="32373" y="61475"/>
                </a:lnTo>
                <a:lnTo>
                  <a:pt x="32373" y="61864"/>
                </a:lnTo>
                <a:lnTo>
                  <a:pt x="32826" y="62642"/>
                </a:lnTo>
                <a:lnTo>
                  <a:pt x="32826" y="63047"/>
                </a:lnTo>
                <a:lnTo>
                  <a:pt x="33261" y="63436"/>
                </a:lnTo>
                <a:lnTo>
                  <a:pt x="33696" y="63825"/>
                </a:lnTo>
                <a:lnTo>
                  <a:pt x="33696" y="64603"/>
                </a:lnTo>
                <a:lnTo>
                  <a:pt x="34131" y="64992"/>
                </a:lnTo>
                <a:lnTo>
                  <a:pt x="34566" y="65381"/>
                </a:lnTo>
                <a:lnTo>
                  <a:pt x="34566" y="66176"/>
                </a:lnTo>
                <a:lnTo>
                  <a:pt x="35001" y="66565"/>
                </a:lnTo>
                <a:lnTo>
                  <a:pt x="35001" y="66953"/>
                </a:lnTo>
                <a:lnTo>
                  <a:pt x="35436" y="67731"/>
                </a:lnTo>
                <a:lnTo>
                  <a:pt x="35436" y="68137"/>
                </a:lnTo>
                <a:lnTo>
                  <a:pt x="35890" y="68526"/>
                </a:lnTo>
                <a:lnTo>
                  <a:pt x="36325" y="68915"/>
                </a:lnTo>
                <a:lnTo>
                  <a:pt x="36325" y="69693"/>
                </a:lnTo>
                <a:lnTo>
                  <a:pt x="36760" y="70082"/>
                </a:lnTo>
                <a:lnTo>
                  <a:pt x="36760" y="70487"/>
                </a:lnTo>
                <a:lnTo>
                  <a:pt x="37195" y="71265"/>
                </a:lnTo>
                <a:lnTo>
                  <a:pt x="37630" y="71654"/>
                </a:lnTo>
                <a:lnTo>
                  <a:pt x="37630" y="72043"/>
                </a:lnTo>
                <a:lnTo>
                  <a:pt x="38065" y="72432"/>
                </a:lnTo>
                <a:lnTo>
                  <a:pt x="38500" y="73226"/>
                </a:lnTo>
                <a:lnTo>
                  <a:pt x="38500" y="73615"/>
                </a:lnTo>
                <a:lnTo>
                  <a:pt x="38953" y="74004"/>
                </a:lnTo>
                <a:lnTo>
                  <a:pt x="38953" y="74782"/>
                </a:lnTo>
                <a:lnTo>
                  <a:pt x="39388" y="75171"/>
                </a:lnTo>
                <a:lnTo>
                  <a:pt x="39388" y="75576"/>
                </a:lnTo>
                <a:lnTo>
                  <a:pt x="39823" y="76354"/>
                </a:lnTo>
                <a:lnTo>
                  <a:pt x="40258" y="76743"/>
                </a:lnTo>
                <a:lnTo>
                  <a:pt x="40258" y="77132"/>
                </a:lnTo>
                <a:lnTo>
                  <a:pt x="40693" y="77521"/>
                </a:lnTo>
                <a:lnTo>
                  <a:pt x="40693" y="78315"/>
                </a:lnTo>
                <a:lnTo>
                  <a:pt x="41128" y="78704"/>
                </a:lnTo>
                <a:lnTo>
                  <a:pt x="41563" y="79093"/>
                </a:lnTo>
                <a:lnTo>
                  <a:pt x="41563" y="79871"/>
                </a:lnTo>
                <a:lnTo>
                  <a:pt x="42016" y="80276"/>
                </a:lnTo>
                <a:lnTo>
                  <a:pt x="42016" y="80665"/>
                </a:lnTo>
                <a:lnTo>
                  <a:pt x="42451" y="81443"/>
                </a:lnTo>
                <a:lnTo>
                  <a:pt x="42886" y="81832"/>
                </a:lnTo>
                <a:lnTo>
                  <a:pt x="42886" y="82221"/>
                </a:lnTo>
                <a:lnTo>
                  <a:pt x="43321" y="82610"/>
                </a:lnTo>
                <a:lnTo>
                  <a:pt x="43321" y="83404"/>
                </a:lnTo>
                <a:lnTo>
                  <a:pt x="43756" y="83793"/>
                </a:lnTo>
                <a:lnTo>
                  <a:pt x="43756" y="84182"/>
                </a:lnTo>
                <a:lnTo>
                  <a:pt x="44192" y="84960"/>
                </a:lnTo>
                <a:lnTo>
                  <a:pt x="44645" y="85365"/>
                </a:lnTo>
                <a:lnTo>
                  <a:pt x="44645" y="85754"/>
                </a:lnTo>
                <a:lnTo>
                  <a:pt x="45080" y="86532"/>
                </a:lnTo>
                <a:lnTo>
                  <a:pt x="45515" y="86921"/>
                </a:lnTo>
                <a:lnTo>
                  <a:pt x="45515" y="87310"/>
                </a:lnTo>
                <a:lnTo>
                  <a:pt x="45950" y="87716"/>
                </a:lnTo>
                <a:lnTo>
                  <a:pt x="45950" y="88494"/>
                </a:lnTo>
                <a:lnTo>
                  <a:pt x="46385" y="88883"/>
                </a:lnTo>
                <a:lnTo>
                  <a:pt x="46820" y="89271"/>
                </a:lnTo>
                <a:lnTo>
                  <a:pt x="46820" y="90049"/>
                </a:lnTo>
                <a:lnTo>
                  <a:pt x="47255" y="90455"/>
                </a:lnTo>
                <a:lnTo>
                  <a:pt x="47255" y="90844"/>
                </a:lnTo>
                <a:lnTo>
                  <a:pt x="47708" y="91622"/>
                </a:lnTo>
                <a:lnTo>
                  <a:pt x="47708" y="92011"/>
                </a:lnTo>
                <a:lnTo>
                  <a:pt x="48143" y="92400"/>
                </a:lnTo>
                <a:lnTo>
                  <a:pt x="48578" y="92805"/>
                </a:lnTo>
                <a:lnTo>
                  <a:pt x="48578" y="93583"/>
                </a:lnTo>
                <a:lnTo>
                  <a:pt x="49013" y="93972"/>
                </a:lnTo>
                <a:lnTo>
                  <a:pt x="49448" y="94361"/>
                </a:lnTo>
                <a:lnTo>
                  <a:pt x="49448" y="95155"/>
                </a:lnTo>
                <a:lnTo>
                  <a:pt x="49883" y="95544"/>
                </a:lnTo>
                <a:lnTo>
                  <a:pt x="49883" y="95933"/>
                </a:lnTo>
                <a:lnTo>
                  <a:pt x="50318" y="96711"/>
                </a:lnTo>
                <a:lnTo>
                  <a:pt x="50318" y="97100"/>
                </a:lnTo>
                <a:lnTo>
                  <a:pt x="50771" y="97505"/>
                </a:lnTo>
                <a:lnTo>
                  <a:pt x="51206" y="97894"/>
                </a:lnTo>
                <a:lnTo>
                  <a:pt x="51206" y="98672"/>
                </a:lnTo>
                <a:lnTo>
                  <a:pt x="51641" y="99061"/>
                </a:lnTo>
                <a:lnTo>
                  <a:pt x="51641" y="99450"/>
                </a:lnTo>
              </a:path>
            </a:pathLst>
          </a:custGeom>
          <a:ln w="24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693208" y="2273921"/>
            <a:ext cx="52076" cy="103761"/>
          </a:xfrm>
          <a:custGeom>
            <a:avLst/>
            <a:gdLst/>
            <a:ahLst/>
            <a:cxnLst/>
            <a:rect l="l" t="t" r="r" b="b"/>
            <a:pathLst>
              <a:path w="52076" h="103761">
                <a:moveTo>
                  <a:pt x="0" y="0"/>
                </a:moveTo>
                <a:lnTo>
                  <a:pt x="435" y="794"/>
                </a:lnTo>
                <a:lnTo>
                  <a:pt x="870" y="1183"/>
                </a:lnTo>
                <a:lnTo>
                  <a:pt x="870" y="1572"/>
                </a:lnTo>
                <a:lnTo>
                  <a:pt x="1305" y="2350"/>
                </a:lnTo>
                <a:lnTo>
                  <a:pt x="1305" y="2739"/>
                </a:lnTo>
                <a:lnTo>
                  <a:pt x="1740" y="3144"/>
                </a:lnTo>
                <a:lnTo>
                  <a:pt x="2193" y="3922"/>
                </a:lnTo>
                <a:lnTo>
                  <a:pt x="2193" y="4311"/>
                </a:lnTo>
                <a:lnTo>
                  <a:pt x="2628" y="4700"/>
                </a:lnTo>
                <a:lnTo>
                  <a:pt x="2628" y="5089"/>
                </a:lnTo>
                <a:lnTo>
                  <a:pt x="3063" y="5883"/>
                </a:lnTo>
                <a:lnTo>
                  <a:pt x="3498" y="6272"/>
                </a:lnTo>
                <a:lnTo>
                  <a:pt x="3498" y="6661"/>
                </a:lnTo>
                <a:lnTo>
                  <a:pt x="3933" y="7439"/>
                </a:lnTo>
                <a:lnTo>
                  <a:pt x="3933" y="7828"/>
                </a:lnTo>
                <a:lnTo>
                  <a:pt x="4368" y="8233"/>
                </a:lnTo>
                <a:lnTo>
                  <a:pt x="4803" y="9011"/>
                </a:lnTo>
                <a:lnTo>
                  <a:pt x="4803" y="9400"/>
                </a:lnTo>
                <a:lnTo>
                  <a:pt x="5256" y="9789"/>
                </a:lnTo>
                <a:lnTo>
                  <a:pt x="5256" y="10583"/>
                </a:lnTo>
                <a:lnTo>
                  <a:pt x="5691" y="10972"/>
                </a:lnTo>
                <a:lnTo>
                  <a:pt x="6126" y="11361"/>
                </a:lnTo>
                <a:lnTo>
                  <a:pt x="6126" y="11750"/>
                </a:lnTo>
                <a:lnTo>
                  <a:pt x="6561" y="12528"/>
                </a:lnTo>
                <a:lnTo>
                  <a:pt x="6561" y="12933"/>
                </a:lnTo>
                <a:lnTo>
                  <a:pt x="6996" y="13322"/>
                </a:lnTo>
                <a:lnTo>
                  <a:pt x="6996" y="14100"/>
                </a:lnTo>
                <a:lnTo>
                  <a:pt x="7431" y="14489"/>
                </a:lnTo>
                <a:lnTo>
                  <a:pt x="7884" y="15283"/>
                </a:lnTo>
                <a:lnTo>
                  <a:pt x="7884" y="15672"/>
                </a:lnTo>
                <a:lnTo>
                  <a:pt x="8319" y="16061"/>
                </a:lnTo>
                <a:lnTo>
                  <a:pt x="8755" y="16450"/>
                </a:lnTo>
                <a:lnTo>
                  <a:pt x="8755" y="17228"/>
                </a:lnTo>
                <a:lnTo>
                  <a:pt x="9190" y="17617"/>
                </a:lnTo>
                <a:lnTo>
                  <a:pt x="9190" y="18022"/>
                </a:lnTo>
                <a:lnTo>
                  <a:pt x="9625" y="18411"/>
                </a:lnTo>
                <a:lnTo>
                  <a:pt x="9625" y="19189"/>
                </a:lnTo>
                <a:lnTo>
                  <a:pt x="10060" y="19578"/>
                </a:lnTo>
                <a:lnTo>
                  <a:pt x="10495" y="20373"/>
                </a:lnTo>
                <a:lnTo>
                  <a:pt x="10495" y="20762"/>
                </a:lnTo>
                <a:lnTo>
                  <a:pt x="10948" y="21151"/>
                </a:lnTo>
                <a:lnTo>
                  <a:pt x="10948" y="21929"/>
                </a:lnTo>
                <a:lnTo>
                  <a:pt x="11383" y="22317"/>
                </a:lnTo>
                <a:lnTo>
                  <a:pt x="11818" y="22723"/>
                </a:lnTo>
                <a:lnTo>
                  <a:pt x="11818" y="23112"/>
                </a:lnTo>
                <a:lnTo>
                  <a:pt x="12253" y="23890"/>
                </a:lnTo>
                <a:lnTo>
                  <a:pt x="12688" y="24279"/>
                </a:lnTo>
                <a:lnTo>
                  <a:pt x="12688" y="24668"/>
                </a:lnTo>
                <a:lnTo>
                  <a:pt x="13123" y="25462"/>
                </a:lnTo>
                <a:lnTo>
                  <a:pt x="13123" y="25851"/>
                </a:lnTo>
                <a:lnTo>
                  <a:pt x="13558" y="26240"/>
                </a:lnTo>
                <a:lnTo>
                  <a:pt x="13558" y="27018"/>
                </a:lnTo>
                <a:lnTo>
                  <a:pt x="14011" y="27407"/>
                </a:lnTo>
                <a:lnTo>
                  <a:pt x="14446" y="27812"/>
                </a:lnTo>
                <a:lnTo>
                  <a:pt x="14446" y="28590"/>
                </a:lnTo>
                <a:lnTo>
                  <a:pt x="14881" y="28979"/>
                </a:lnTo>
                <a:lnTo>
                  <a:pt x="15316" y="29368"/>
                </a:lnTo>
                <a:lnTo>
                  <a:pt x="15316" y="30162"/>
                </a:lnTo>
                <a:lnTo>
                  <a:pt x="15751" y="30551"/>
                </a:lnTo>
                <a:lnTo>
                  <a:pt x="15751" y="30940"/>
                </a:lnTo>
                <a:lnTo>
                  <a:pt x="16186" y="31329"/>
                </a:lnTo>
                <a:lnTo>
                  <a:pt x="16186" y="32107"/>
                </a:lnTo>
                <a:lnTo>
                  <a:pt x="16621" y="32496"/>
                </a:lnTo>
                <a:lnTo>
                  <a:pt x="17075" y="32901"/>
                </a:lnTo>
                <a:lnTo>
                  <a:pt x="17075" y="33679"/>
                </a:lnTo>
                <a:lnTo>
                  <a:pt x="17510" y="34068"/>
                </a:lnTo>
                <a:lnTo>
                  <a:pt x="17510" y="34846"/>
                </a:lnTo>
                <a:lnTo>
                  <a:pt x="17945" y="35251"/>
                </a:lnTo>
                <a:lnTo>
                  <a:pt x="17945" y="35640"/>
                </a:lnTo>
                <a:lnTo>
                  <a:pt x="18380" y="36418"/>
                </a:lnTo>
                <a:lnTo>
                  <a:pt x="18815" y="36807"/>
                </a:lnTo>
                <a:lnTo>
                  <a:pt x="19250" y="37196"/>
                </a:lnTo>
                <a:lnTo>
                  <a:pt x="19250" y="37601"/>
                </a:lnTo>
                <a:lnTo>
                  <a:pt x="19685" y="38379"/>
                </a:lnTo>
                <a:lnTo>
                  <a:pt x="19685" y="38768"/>
                </a:lnTo>
                <a:lnTo>
                  <a:pt x="20138" y="39157"/>
                </a:lnTo>
                <a:lnTo>
                  <a:pt x="20138" y="39951"/>
                </a:lnTo>
                <a:lnTo>
                  <a:pt x="20573" y="40340"/>
                </a:lnTo>
                <a:lnTo>
                  <a:pt x="21008" y="40729"/>
                </a:lnTo>
                <a:lnTo>
                  <a:pt x="21008" y="41507"/>
                </a:lnTo>
                <a:lnTo>
                  <a:pt x="21443" y="41896"/>
                </a:lnTo>
                <a:lnTo>
                  <a:pt x="21443" y="42285"/>
                </a:lnTo>
                <a:lnTo>
                  <a:pt x="21878" y="43080"/>
                </a:lnTo>
                <a:lnTo>
                  <a:pt x="21878" y="43469"/>
                </a:lnTo>
                <a:lnTo>
                  <a:pt x="22313" y="43858"/>
                </a:lnTo>
                <a:lnTo>
                  <a:pt x="22766" y="44635"/>
                </a:lnTo>
                <a:lnTo>
                  <a:pt x="22766" y="45041"/>
                </a:lnTo>
                <a:lnTo>
                  <a:pt x="23201" y="45430"/>
                </a:lnTo>
                <a:lnTo>
                  <a:pt x="23636" y="46208"/>
                </a:lnTo>
                <a:lnTo>
                  <a:pt x="23636" y="46597"/>
                </a:lnTo>
                <a:lnTo>
                  <a:pt x="24071" y="46986"/>
                </a:lnTo>
                <a:lnTo>
                  <a:pt x="24071" y="47780"/>
                </a:lnTo>
                <a:lnTo>
                  <a:pt x="24506" y="48169"/>
                </a:lnTo>
                <a:lnTo>
                  <a:pt x="24506" y="48558"/>
                </a:lnTo>
                <a:lnTo>
                  <a:pt x="24941" y="48947"/>
                </a:lnTo>
                <a:lnTo>
                  <a:pt x="25376" y="49725"/>
                </a:lnTo>
                <a:lnTo>
                  <a:pt x="25376" y="50130"/>
                </a:lnTo>
                <a:lnTo>
                  <a:pt x="25830" y="50908"/>
                </a:lnTo>
                <a:lnTo>
                  <a:pt x="26265" y="51297"/>
                </a:lnTo>
                <a:lnTo>
                  <a:pt x="26265" y="51686"/>
                </a:lnTo>
                <a:lnTo>
                  <a:pt x="26700" y="52480"/>
                </a:lnTo>
                <a:lnTo>
                  <a:pt x="26700" y="52869"/>
                </a:lnTo>
                <a:lnTo>
                  <a:pt x="27135" y="53258"/>
                </a:lnTo>
                <a:lnTo>
                  <a:pt x="27570" y="54036"/>
                </a:lnTo>
                <a:lnTo>
                  <a:pt x="27570" y="54425"/>
                </a:lnTo>
                <a:lnTo>
                  <a:pt x="28005" y="54830"/>
                </a:lnTo>
                <a:lnTo>
                  <a:pt x="28005" y="55608"/>
                </a:lnTo>
                <a:lnTo>
                  <a:pt x="28440" y="55997"/>
                </a:lnTo>
                <a:lnTo>
                  <a:pt x="28440" y="56386"/>
                </a:lnTo>
                <a:lnTo>
                  <a:pt x="28893" y="56775"/>
                </a:lnTo>
                <a:lnTo>
                  <a:pt x="29328" y="57569"/>
                </a:lnTo>
                <a:lnTo>
                  <a:pt x="29328" y="57958"/>
                </a:lnTo>
                <a:lnTo>
                  <a:pt x="29763" y="58347"/>
                </a:lnTo>
                <a:lnTo>
                  <a:pt x="30198" y="59125"/>
                </a:lnTo>
                <a:lnTo>
                  <a:pt x="30198" y="59514"/>
                </a:lnTo>
                <a:lnTo>
                  <a:pt x="30633" y="60308"/>
                </a:lnTo>
                <a:lnTo>
                  <a:pt x="30633" y="60697"/>
                </a:lnTo>
                <a:lnTo>
                  <a:pt x="31068" y="61086"/>
                </a:lnTo>
                <a:lnTo>
                  <a:pt x="31068" y="61864"/>
                </a:lnTo>
                <a:lnTo>
                  <a:pt x="31503" y="62269"/>
                </a:lnTo>
                <a:lnTo>
                  <a:pt x="31956" y="62658"/>
                </a:lnTo>
                <a:lnTo>
                  <a:pt x="31956" y="63436"/>
                </a:lnTo>
                <a:lnTo>
                  <a:pt x="32391" y="63825"/>
                </a:lnTo>
                <a:lnTo>
                  <a:pt x="32391" y="64214"/>
                </a:lnTo>
                <a:lnTo>
                  <a:pt x="32826" y="64620"/>
                </a:lnTo>
                <a:lnTo>
                  <a:pt x="33261" y="65398"/>
                </a:lnTo>
                <a:lnTo>
                  <a:pt x="33261" y="65787"/>
                </a:lnTo>
                <a:lnTo>
                  <a:pt x="33696" y="66176"/>
                </a:lnTo>
                <a:lnTo>
                  <a:pt x="33696" y="66953"/>
                </a:lnTo>
                <a:lnTo>
                  <a:pt x="34131" y="67359"/>
                </a:lnTo>
                <a:lnTo>
                  <a:pt x="34566" y="67748"/>
                </a:lnTo>
                <a:lnTo>
                  <a:pt x="34566" y="68526"/>
                </a:lnTo>
                <a:lnTo>
                  <a:pt x="35020" y="68915"/>
                </a:lnTo>
                <a:lnTo>
                  <a:pt x="35020" y="69304"/>
                </a:lnTo>
                <a:lnTo>
                  <a:pt x="35455" y="70098"/>
                </a:lnTo>
                <a:lnTo>
                  <a:pt x="35455" y="70487"/>
                </a:lnTo>
                <a:lnTo>
                  <a:pt x="35890" y="71265"/>
                </a:lnTo>
                <a:lnTo>
                  <a:pt x="36325" y="71654"/>
                </a:lnTo>
                <a:lnTo>
                  <a:pt x="36325" y="72059"/>
                </a:lnTo>
                <a:lnTo>
                  <a:pt x="36760" y="72837"/>
                </a:lnTo>
                <a:lnTo>
                  <a:pt x="37195" y="73226"/>
                </a:lnTo>
                <a:lnTo>
                  <a:pt x="37195" y="73615"/>
                </a:lnTo>
                <a:lnTo>
                  <a:pt x="37648" y="74393"/>
                </a:lnTo>
                <a:lnTo>
                  <a:pt x="37648" y="74798"/>
                </a:lnTo>
                <a:lnTo>
                  <a:pt x="38083" y="75187"/>
                </a:lnTo>
                <a:lnTo>
                  <a:pt x="38518" y="75965"/>
                </a:lnTo>
                <a:lnTo>
                  <a:pt x="38518" y="76354"/>
                </a:lnTo>
                <a:lnTo>
                  <a:pt x="38953" y="76743"/>
                </a:lnTo>
                <a:lnTo>
                  <a:pt x="38953" y="77148"/>
                </a:lnTo>
                <a:lnTo>
                  <a:pt x="39388" y="77926"/>
                </a:lnTo>
                <a:lnTo>
                  <a:pt x="39388" y="78315"/>
                </a:lnTo>
                <a:lnTo>
                  <a:pt x="39823" y="78704"/>
                </a:lnTo>
                <a:lnTo>
                  <a:pt x="40258" y="79498"/>
                </a:lnTo>
                <a:lnTo>
                  <a:pt x="40258" y="79887"/>
                </a:lnTo>
                <a:lnTo>
                  <a:pt x="40711" y="80665"/>
                </a:lnTo>
                <a:lnTo>
                  <a:pt x="41146" y="81054"/>
                </a:lnTo>
                <a:lnTo>
                  <a:pt x="41146" y="81443"/>
                </a:lnTo>
                <a:lnTo>
                  <a:pt x="41581" y="82237"/>
                </a:lnTo>
                <a:lnTo>
                  <a:pt x="41581" y="82626"/>
                </a:lnTo>
                <a:lnTo>
                  <a:pt x="42016" y="83015"/>
                </a:lnTo>
                <a:lnTo>
                  <a:pt x="42016" y="83793"/>
                </a:lnTo>
                <a:lnTo>
                  <a:pt x="42451" y="84182"/>
                </a:lnTo>
                <a:lnTo>
                  <a:pt x="42886" y="84587"/>
                </a:lnTo>
                <a:lnTo>
                  <a:pt x="42886" y="85365"/>
                </a:lnTo>
                <a:lnTo>
                  <a:pt x="43321" y="85754"/>
                </a:lnTo>
                <a:lnTo>
                  <a:pt x="43321" y="86143"/>
                </a:lnTo>
                <a:lnTo>
                  <a:pt x="43775" y="86938"/>
                </a:lnTo>
                <a:lnTo>
                  <a:pt x="44210" y="87327"/>
                </a:lnTo>
                <a:lnTo>
                  <a:pt x="44210" y="87716"/>
                </a:lnTo>
                <a:lnTo>
                  <a:pt x="44645" y="88494"/>
                </a:lnTo>
                <a:lnTo>
                  <a:pt x="45080" y="88883"/>
                </a:lnTo>
                <a:lnTo>
                  <a:pt x="45080" y="89288"/>
                </a:lnTo>
                <a:lnTo>
                  <a:pt x="45515" y="90066"/>
                </a:lnTo>
                <a:lnTo>
                  <a:pt x="45515" y="90455"/>
                </a:lnTo>
                <a:lnTo>
                  <a:pt x="45950" y="90844"/>
                </a:lnTo>
                <a:lnTo>
                  <a:pt x="45950" y="91622"/>
                </a:lnTo>
                <a:lnTo>
                  <a:pt x="46385" y="92027"/>
                </a:lnTo>
                <a:lnTo>
                  <a:pt x="46838" y="92416"/>
                </a:lnTo>
                <a:lnTo>
                  <a:pt x="46838" y="93194"/>
                </a:lnTo>
                <a:lnTo>
                  <a:pt x="47273" y="93583"/>
                </a:lnTo>
                <a:lnTo>
                  <a:pt x="47273" y="93972"/>
                </a:lnTo>
                <a:lnTo>
                  <a:pt x="47708" y="94766"/>
                </a:lnTo>
                <a:lnTo>
                  <a:pt x="48143" y="95155"/>
                </a:lnTo>
                <a:lnTo>
                  <a:pt x="48143" y="95933"/>
                </a:lnTo>
                <a:lnTo>
                  <a:pt x="48578" y="96322"/>
                </a:lnTo>
                <a:lnTo>
                  <a:pt x="48578" y="96727"/>
                </a:lnTo>
                <a:lnTo>
                  <a:pt x="49013" y="97505"/>
                </a:lnTo>
                <a:lnTo>
                  <a:pt x="49448" y="97894"/>
                </a:lnTo>
                <a:lnTo>
                  <a:pt x="49448" y="98283"/>
                </a:lnTo>
                <a:lnTo>
                  <a:pt x="49901" y="99077"/>
                </a:lnTo>
                <a:lnTo>
                  <a:pt x="49901" y="99466"/>
                </a:lnTo>
                <a:lnTo>
                  <a:pt x="50336" y="99855"/>
                </a:lnTo>
                <a:lnTo>
                  <a:pt x="50336" y="100633"/>
                </a:lnTo>
                <a:lnTo>
                  <a:pt x="50771" y="101022"/>
                </a:lnTo>
                <a:lnTo>
                  <a:pt x="51206" y="101411"/>
                </a:lnTo>
                <a:lnTo>
                  <a:pt x="51206" y="102205"/>
                </a:lnTo>
                <a:lnTo>
                  <a:pt x="51641" y="102594"/>
                </a:lnTo>
                <a:lnTo>
                  <a:pt x="52076" y="102983"/>
                </a:lnTo>
                <a:lnTo>
                  <a:pt x="52076" y="103761"/>
                </a:lnTo>
              </a:path>
            </a:pathLst>
          </a:custGeom>
          <a:ln w="24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745285" y="2377683"/>
            <a:ext cx="52095" cy="105333"/>
          </a:xfrm>
          <a:custGeom>
            <a:avLst/>
            <a:gdLst/>
            <a:ahLst/>
            <a:cxnLst/>
            <a:rect l="l" t="t" r="r" b="b"/>
            <a:pathLst>
              <a:path w="52095" h="105333">
                <a:moveTo>
                  <a:pt x="0" y="0"/>
                </a:moveTo>
                <a:lnTo>
                  <a:pt x="453" y="405"/>
                </a:lnTo>
                <a:lnTo>
                  <a:pt x="453" y="794"/>
                </a:lnTo>
                <a:lnTo>
                  <a:pt x="888" y="1572"/>
                </a:lnTo>
                <a:lnTo>
                  <a:pt x="1323" y="1961"/>
                </a:lnTo>
                <a:lnTo>
                  <a:pt x="1323" y="2350"/>
                </a:lnTo>
                <a:lnTo>
                  <a:pt x="1758" y="3144"/>
                </a:lnTo>
                <a:lnTo>
                  <a:pt x="1758" y="3533"/>
                </a:lnTo>
                <a:lnTo>
                  <a:pt x="2193" y="3922"/>
                </a:lnTo>
                <a:lnTo>
                  <a:pt x="2193" y="4700"/>
                </a:lnTo>
                <a:lnTo>
                  <a:pt x="2628" y="5089"/>
                </a:lnTo>
                <a:lnTo>
                  <a:pt x="3063" y="5494"/>
                </a:lnTo>
                <a:lnTo>
                  <a:pt x="3063" y="6272"/>
                </a:lnTo>
                <a:lnTo>
                  <a:pt x="3516" y="6661"/>
                </a:lnTo>
                <a:lnTo>
                  <a:pt x="3951" y="7439"/>
                </a:lnTo>
                <a:lnTo>
                  <a:pt x="3951" y="7844"/>
                </a:lnTo>
                <a:lnTo>
                  <a:pt x="4386" y="8233"/>
                </a:lnTo>
                <a:lnTo>
                  <a:pt x="4386" y="9011"/>
                </a:lnTo>
                <a:lnTo>
                  <a:pt x="4821" y="9400"/>
                </a:lnTo>
                <a:lnTo>
                  <a:pt x="4821" y="9789"/>
                </a:lnTo>
                <a:lnTo>
                  <a:pt x="5256" y="10583"/>
                </a:lnTo>
                <a:lnTo>
                  <a:pt x="5691" y="10972"/>
                </a:lnTo>
                <a:lnTo>
                  <a:pt x="5691" y="11361"/>
                </a:lnTo>
                <a:lnTo>
                  <a:pt x="6126" y="12139"/>
                </a:lnTo>
                <a:lnTo>
                  <a:pt x="6579" y="12544"/>
                </a:lnTo>
                <a:lnTo>
                  <a:pt x="6579" y="12933"/>
                </a:lnTo>
                <a:lnTo>
                  <a:pt x="7014" y="13711"/>
                </a:lnTo>
                <a:lnTo>
                  <a:pt x="7014" y="14100"/>
                </a:lnTo>
                <a:lnTo>
                  <a:pt x="7449" y="14489"/>
                </a:lnTo>
                <a:lnTo>
                  <a:pt x="7449" y="15283"/>
                </a:lnTo>
                <a:lnTo>
                  <a:pt x="7884" y="15672"/>
                </a:lnTo>
                <a:lnTo>
                  <a:pt x="8319" y="16061"/>
                </a:lnTo>
                <a:lnTo>
                  <a:pt x="8319" y="16839"/>
                </a:lnTo>
                <a:lnTo>
                  <a:pt x="8755" y="17228"/>
                </a:lnTo>
                <a:lnTo>
                  <a:pt x="8755" y="17633"/>
                </a:lnTo>
                <a:lnTo>
                  <a:pt x="9190" y="18411"/>
                </a:lnTo>
                <a:lnTo>
                  <a:pt x="9643" y="18800"/>
                </a:lnTo>
                <a:lnTo>
                  <a:pt x="9643" y="19189"/>
                </a:lnTo>
                <a:lnTo>
                  <a:pt x="10078" y="19984"/>
                </a:lnTo>
                <a:lnTo>
                  <a:pt x="10513" y="20373"/>
                </a:lnTo>
                <a:lnTo>
                  <a:pt x="10513" y="20762"/>
                </a:lnTo>
                <a:lnTo>
                  <a:pt x="10948" y="21540"/>
                </a:lnTo>
                <a:lnTo>
                  <a:pt x="10948" y="21929"/>
                </a:lnTo>
                <a:lnTo>
                  <a:pt x="11383" y="22723"/>
                </a:lnTo>
                <a:lnTo>
                  <a:pt x="11383" y="23112"/>
                </a:lnTo>
                <a:lnTo>
                  <a:pt x="11818" y="23501"/>
                </a:lnTo>
                <a:lnTo>
                  <a:pt x="12253" y="24279"/>
                </a:lnTo>
                <a:lnTo>
                  <a:pt x="12253" y="24668"/>
                </a:lnTo>
                <a:lnTo>
                  <a:pt x="12706" y="25073"/>
                </a:lnTo>
                <a:lnTo>
                  <a:pt x="12706" y="25851"/>
                </a:lnTo>
                <a:lnTo>
                  <a:pt x="13141" y="26240"/>
                </a:lnTo>
                <a:lnTo>
                  <a:pt x="13141" y="27018"/>
                </a:lnTo>
                <a:lnTo>
                  <a:pt x="13576" y="27423"/>
                </a:lnTo>
                <a:lnTo>
                  <a:pt x="14011" y="27812"/>
                </a:lnTo>
                <a:lnTo>
                  <a:pt x="14011" y="28590"/>
                </a:lnTo>
                <a:lnTo>
                  <a:pt x="14446" y="28979"/>
                </a:lnTo>
                <a:lnTo>
                  <a:pt x="14881" y="29368"/>
                </a:lnTo>
                <a:lnTo>
                  <a:pt x="14881" y="30162"/>
                </a:lnTo>
                <a:lnTo>
                  <a:pt x="15334" y="30551"/>
                </a:lnTo>
                <a:lnTo>
                  <a:pt x="15334" y="30940"/>
                </a:lnTo>
                <a:lnTo>
                  <a:pt x="15769" y="31718"/>
                </a:lnTo>
                <a:lnTo>
                  <a:pt x="15769" y="32107"/>
                </a:lnTo>
                <a:lnTo>
                  <a:pt x="16204" y="32512"/>
                </a:lnTo>
                <a:lnTo>
                  <a:pt x="16639" y="33290"/>
                </a:lnTo>
                <a:lnTo>
                  <a:pt x="16639" y="33679"/>
                </a:lnTo>
                <a:lnTo>
                  <a:pt x="17075" y="34068"/>
                </a:lnTo>
                <a:lnTo>
                  <a:pt x="17510" y="34862"/>
                </a:lnTo>
                <a:lnTo>
                  <a:pt x="17510" y="35251"/>
                </a:lnTo>
                <a:lnTo>
                  <a:pt x="17945" y="35640"/>
                </a:lnTo>
                <a:lnTo>
                  <a:pt x="17945" y="36418"/>
                </a:lnTo>
                <a:lnTo>
                  <a:pt x="18398" y="36807"/>
                </a:lnTo>
                <a:lnTo>
                  <a:pt x="18833" y="37212"/>
                </a:lnTo>
                <a:lnTo>
                  <a:pt x="18833" y="37990"/>
                </a:lnTo>
                <a:lnTo>
                  <a:pt x="19268" y="38379"/>
                </a:lnTo>
                <a:lnTo>
                  <a:pt x="19268" y="38768"/>
                </a:lnTo>
                <a:lnTo>
                  <a:pt x="19703" y="39546"/>
                </a:lnTo>
                <a:lnTo>
                  <a:pt x="19703" y="39951"/>
                </a:lnTo>
                <a:lnTo>
                  <a:pt x="20138" y="40340"/>
                </a:lnTo>
                <a:lnTo>
                  <a:pt x="20573" y="41118"/>
                </a:lnTo>
                <a:lnTo>
                  <a:pt x="20573" y="41507"/>
                </a:lnTo>
                <a:lnTo>
                  <a:pt x="21008" y="42302"/>
                </a:lnTo>
                <a:lnTo>
                  <a:pt x="21461" y="42691"/>
                </a:lnTo>
                <a:lnTo>
                  <a:pt x="21461" y="43080"/>
                </a:lnTo>
                <a:lnTo>
                  <a:pt x="21896" y="43858"/>
                </a:lnTo>
                <a:lnTo>
                  <a:pt x="21896" y="44247"/>
                </a:lnTo>
                <a:lnTo>
                  <a:pt x="22331" y="44652"/>
                </a:lnTo>
                <a:lnTo>
                  <a:pt x="22331" y="45430"/>
                </a:lnTo>
                <a:lnTo>
                  <a:pt x="22766" y="45819"/>
                </a:lnTo>
                <a:lnTo>
                  <a:pt x="23201" y="46208"/>
                </a:lnTo>
                <a:lnTo>
                  <a:pt x="23201" y="46986"/>
                </a:lnTo>
                <a:lnTo>
                  <a:pt x="23636" y="47391"/>
                </a:lnTo>
                <a:lnTo>
                  <a:pt x="23636" y="48169"/>
                </a:lnTo>
                <a:lnTo>
                  <a:pt x="24071" y="48558"/>
                </a:lnTo>
                <a:lnTo>
                  <a:pt x="24071" y="48947"/>
                </a:lnTo>
                <a:lnTo>
                  <a:pt x="24524" y="49741"/>
                </a:lnTo>
                <a:lnTo>
                  <a:pt x="24959" y="50130"/>
                </a:lnTo>
                <a:lnTo>
                  <a:pt x="24959" y="50519"/>
                </a:lnTo>
                <a:lnTo>
                  <a:pt x="25395" y="51297"/>
                </a:lnTo>
                <a:lnTo>
                  <a:pt x="25830" y="51686"/>
                </a:lnTo>
                <a:lnTo>
                  <a:pt x="25830" y="52091"/>
                </a:lnTo>
                <a:lnTo>
                  <a:pt x="26265" y="52869"/>
                </a:lnTo>
                <a:lnTo>
                  <a:pt x="26265" y="53258"/>
                </a:lnTo>
                <a:lnTo>
                  <a:pt x="26700" y="53647"/>
                </a:lnTo>
                <a:lnTo>
                  <a:pt x="27135" y="54441"/>
                </a:lnTo>
                <a:lnTo>
                  <a:pt x="27135" y="54830"/>
                </a:lnTo>
                <a:lnTo>
                  <a:pt x="27588" y="55608"/>
                </a:lnTo>
                <a:lnTo>
                  <a:pt x="27588" y="55997"/>
                </a:lnTo>
                <a:lnTo>
                  <a:pt x="28023" y="56386"/>
                </a:lnTo>
                <a:lnTo>
                  <a:pt x="28458" y="57180"/>
                </a:lnTo>
                <a:lnTo>
                  <a:pt x="28458" y="57569"/>
                </a:lnTo>
                <a:lnTo>
                  <a:pt x="28893" y="57958"/>
                </a:lnTo>
                <a:lnTo>
                  <a:pt x="28893" y="58736"/>
                </a:lnTo>
                <a:lnTo>
                  <a:pt x="29328" y="59125"/>
                </a:lnTo>
                <a:lnTo>
                  <a:pt x="29763" y="59530"/>
                </a:lnTo>
                <a:lnTo>
                  <a:pt x="29763" y="60308"/>
                </a:lnTo>
                <a:lnTo>
                  <a:pt x="30216" y="60697"/>
                </a:lnTo>
                <a:lnTo>
                  <a:pt x="30216" y="61086"/>
                </a:lnTo>
                <a:lnTo>
                  <a:pt x="30651" y="61880"/>
                </a:lnTo>
                <a:lnTo>
                  <a:pt x="30651" y="62269"/>
                </a:lnTo>
                <a:lnTo>
                  <a:pt x="31086" y="62658"/>
                </a:lnTo>
                <a:lnTo>
                  <a:pt x="31521" y="63436"/>
                </a:lnTo>
                <a:lnTo>
                  <a:pt x="31521" y="63825"/>
                </a:lnTo>
                <a:lnTo>
                  <a:pt x="31956" y="64214"/>
                </a:lnTo>
                <a:lnTo>
                  <a:pt x="32391" y="65009"/>
                </a:lnTo>
                <a:lnTo>
                  <a:pt x="32391" y="65398"/>
                </a:lnTo>
                <a:lnTo>
                  <a:pt x="32826" y="66176"/>
                </a:lnTo>
                <a:lnTo>
                  <a:pt x="32826" y="66565"/>
                </a:lnTo>
                <a:lnTo>
                  <a:pt x="33279" y="66970"/>
                </a:lnTo>
                <a:lnTo>
                  <a:pt x="33279" y="67748"/>
                </a:lnTo>
                <a:lnTo>
                  <a:pt x="33714" y="68137"/>
                </a:lnTo>
                <a:lnTo>
                  <a:pt x="34150" y="68526"/>
                </a:lnTo>
                <a:lnTo>
                  <a:pt x="34150" y="69320"/>
                </a:lnTo>
                <a:lnTo>
                  <a:pt x="34585" y="69709"/>
                </a:lnTo>
                <a:lnTo>
                  <a:pt x="34585" y="70098"/>
                </a:lnTo>
                <a:lnTo>
                  <a:pt x="35020" y="70876"/>
                </a:lnTo>
                <a:lnTo>
                  <a:pt x="35455" y="71265"/>
                </a:lnTo>
                <a:lnTo>
                  <a:pt x="35455" y="72059"/>
                </a:lnTo>
                <a:lnTo>
                  <a:pt x="35890" y="72448"/>
                </a:lnTo>
                <a:lnTo>
                  <a:pt x="36343" y="72837"/>
                </a:lnTo>
                <a:lnTo>
                  <a:pt x="36343" y="73615"/>
                </a:lnTo>
                <a:lnTo>
                  <a:pt x="36778" y="74004"/>
                </a:lnTo>
                <a:lnTo>
                  <a:pt x="36778" y="74409"/>
                </a:lnTo>
                <a:lnTo>
                  <a:pt x="37213" y="75187"/>
                </a:lnTo>
                <a:lnTo>
                  <a:pt x="37213" y="75576"/>
                </a:lnTo>
                <a:lnTo>
                  <a:pt x="37648" y="75965"/>
                </a:lnTo>
                <a:lnTo>
                  <a:pt x="38083" y="76759"/>
                </a:lnTo>
                <a:lnTo>
                  <a:pt x="38083" y="77148"/>
                </a:lnTo>
                <a:lnTo>
                  <a:pt x="38518" y="77926"/>
                </a:lnTo>
                <a:lnTo>
                  <a:pt x="38518" y="78315"/>
                </a:lnTo>
                <a:lnTo>
                  <a:pt x="38953" y="78704"/>
                </a:lnTo>
                <a:lnTo>
                  <a:pt x="39406" y="79498"/>
                </a:lnTo>
                <a:lnTo>
                  <a:pt x="39406" y="79887"/>
                </a:lnTo>
                <a:lnTo>
                  <a:pt x="39841" y="80276"/>
                </a:lnTo>
                <a:lnTo>
                  <a:pt x="39841" y="81054"/>
                </a:lnTo>
                <a:lnTo>
                  <a:pt x="40276" y="81443"/>
                </a:lnTo>
                <a:lnTo>
                  <a:pt x="40711" y="82237"/>
                </a:lnTo>
                <a:lnTo>
                  <a:pt x="40711" y="82626"/>
                </a:lnTo>
                <a:lnTo>
                  <a:pt x="41146" y="83015"/>
                </a:lnTo>
                <a:lnTo>
                  <a:pt x="41146" y="83793"/>
                </a:lnTo>
                <a:lnTo>
                  <a:pt x="41581" y="84198"/>
                </a:lnTo>
                <a:lnTo>
                  <a:pt x="41581" y="84587"/>
                </a:lnTo>
                <a:lnTo>
                  <a:pt x="42016" y="85365"/>
                </a:lnTo>
                <a:lnTo>
                  <a:pt x="42470" y="85754"/>
                </a:lnTo>
                <a:lnTo>
                  <a:pt x="42470" y="86143"/>
                </a:lnTo>
                <a:lnTo>
                  <a:pt x="42905" y="86938"/>
                </a:lnTo>
                <a:lnTo>
                  <a:pt x="43340" y="87327"/>
                </a:lnTo>
                <a:lnTo>
                  <a:pt x="43340" y="87716"/>
                </a:lnTo>
                <a:lnTo>
                  <a:pt x="43775" y="88494"/>
                </a:lnTo>
                <a:lnTo>
                  <a:pt x="43775" y="88883"/>
                </a:lnTo>
                <a:lnTo>
                  <a:pt x="44210" y="89677"/>
                </a:lnTo>
                <a:lnTo>
                  <a:pt x="44645" y="90066"/>
                </a:lnTo>
                <a:lnTo>
                  <a:pt x="44645" y="90455"/>
                </a:lnTo>
                <a:lnTo>
                  <a:pt x="45098" y="91233"/>
                </a:lnTo>
                <a:lnTo>
                  <a:pt x="45098" y="91638"/>
                </a:lnTo>
                <a:lnTo>
                  <a:pt x="45533" y="92027"/>
                </a:lnTo>
                <a:lnTo>
                  <a:pt x="45533" y="92805"/>
                </a:lnTo>
                <a:lnTo>
                  <a:pt x="45968" y="93194"/>
                </a:lnTo>
                <a:lnTo>
                  <a:pt x="46403" y="93583"/>
                </a:lnTo>
                <a:lnTo>
                  <a:pt x="46403" y="94377"/>
                </a:lnTo>
                <a:lnTo>
                  <a:pt x="46838" y="94766"/>
                </a:lnTo>
                <a:lnTo>
                  <a:pt x="47273" y="95155"/>
                </a:lnTo>
                <a:lnTo>
                  <a:pt x="47273" y="95933"/>
                </a:lnTo>
                <a:lnTo>
                  <a:pt x="47708" y="96338"/>
                </a:lnTo>
                <a:lnTo>
                  <a:pt x="47708" y="96727"/>
                </a:lnTo>
                <a:lnTo>
                  <a:pt x="48161" y="97505"/>
                </a:lnTo>
                <a:lnTo>
                  <a:pt x="48161" y="97894"/>
                </a:lnTo>
                <a:lnTo>
                  <a:pt x="48596" y="98672"/>
                </a:lnTo>
                <a:lnTo>
                  <a:pt x="49031" y="99077"/>
                </a:lnTo>
                <a:lnTo>
                  <a:pt x="49031" y="99466"/>
                </a:lnTo>
                <a:lnTo>
                  <a:pt x="49466" y="100244"/>
                </a:lnTo>
                <a:lnTo>
                  <a:pt x="49466" y="100633"/>
                </a:lnTo>
                <a:lnTo>
                  <a:pt x="49901" y="101022"/>
                </a:lnTo>
                <a:lnTo>
                  <a:pt x="50336" y="101816"/>
                </a:lnTo>
                <a:lnTo>
                  <a:pt x="50336" y="102205"/>
                </a:lnTo>
                <a:lnTo>
                  <a:pt x="50771" y="102594"/>
                </a:lnTo>
                <a:lnTo>
                  <a:pt x="50771" y="103372"/>
                </a:lnTo>
                <a:lnTo>
                  <a:pt x="51225" y="103777"/>
                </a:lnTo>
                <a:lnTo>
                  <a:pt x="51660" y="104166"/>
                </a:lnTo>
                <a:lnTo>
                  <a:pt x="51660" y="104944"/>
                </a:lnTo>
                <a:lnTo>
                  <a:pt x="52095" y="105333"/>
                </a:lnTo>
              </a:path>
            </a:pathLst>
          </a:custGeom>
          <a:ln w="24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797381" y="2483016"/>
            <a:ext cx="52076" cy="106111"/>
          </a:xfrm>
          <a:custGeom>
            <a:avLst/>
            <a:gdLst/>
            <a:ahLst/>
            <a:cxnLst/>
            <a:rect l="l" t="t" r="r" b="b"/>
            <a:pathLst>
              <a:path w="52076" h="106111">
                <a:moveTo>
                  <a:pt x="0" y="0"/>
                </a:moveTo>
                <a:lnTo>
                  <a:pt x="0" y="777"/>
                </a:lnTo>
                <a:lnTo>
                  <a:pt x="435" y="1183"/>
                </a:lnTo>
                <a:lnTo>
                  <a:pt x="870" y="1572"/>
                </a:lnTo>
                <a:lnTo>
                  <a:pt x="870" y="2350"/>
                </a:lnTo>
                <a:lnTo>
                  <a:pt x="1305" y="2739"/>
                </a:lnTo>
                <a:lnTo>
                  <a:pt x="1740" y="3128"/>
                </a:lnTo>
                <a:lnTo>
                  <a:pt x="1740" y="3922"/>
                </a:lnTo>
                <a:lnTo>
                  <a:pt x="2193" y="4311"/>
                </a:lnTo>
                <a:lnTo>
                  <a:pt x="2193" y="4700"/>
                </a:lnTo>
                <a:lnTo>
                  <a:pt x="2628" y="5478"/>
                </a:lnTo>
                <a:lnTo>
                  <a:pt x="2628" y="5883"/>
                </a:lnTo>
                <a:lnTo>
                  <a:pt x="3063" y="6272"/>
                </a:lnTo>
                <a:lnTo>
                  <a:pt x="3498" y="7050"/>
                </a:lnTo>
                <a:lnTo>
                  <a:pt x="3498" y="7439"/>
                </a:lnTo>
                <a:lnTo>
                  <a:pt x="3933" y="8233"/>
                </a:lnTo>
                <a:lnTo>
                  <a:pt x="3933" y="8622"/>
                </a:lnTo>
                <a:lnTo>
                  <a:pt x="4368" y="9011"/>
                </a:lnTo>
                <a:lnTo>
                  <a:pt x="4368" y="9789"/>
                </a:lnTo>
                <a:lnTo>
                  <a:pt x="4803" y="10178"/>
                </a:lnTo>
                <a:lnTo>
                  <a:pt x="5256" y="10567"/>
                </a:lnTo>
                <a:lnTo>
                  <a:pt x="5256" y="11361"/>
                </a:lnTo>
                <a:lnTo>
                  <a:pt x="5691" y="11750"/>
                </a:lnTo>
                <a:lnTo>
                  <a:pt x="6126" y="12528"/>
                </a:lnTo>
                <a:lnTo>
                  <a:pt x="6126" y="12917"/>
                </a:lnTo>
                <a:lnTo>
                  <a:pt x="6561" y="13322"/>
                </a:lnTo>
                <a:lnTo>
                  <a:pt x="6561" y="14100"/>
                </a:lnTo>
                <a:lnTo>
                  <a:pt x="6996" y="14489"/>
                </a:lnTo>
                <a:lnTo>
                  <a:pt x="6996" y="14878"/>
                </a:lnTo>
                <a:lnTo>
                  <a:pt x="7431" y="15672"/>
                </a:lnTo>
                <a:lnTo>
                  <a:pt x="7884" y="16061"/>
                </a:lnTo>
                <a:lnTo>
                  <a:pt x="7884" y="16450"/>
                </a:lnTo>
                <a:lnTo>
                  <a:pt x="8319" y="17228"/>
                </a:lnTo>
                <a:lnTo>
                  <a:pt x="8755" y="17617"/>
                </a:lnTo>
                <a:lnTo>
                  <a:pt x="8755" y="18411"/>
                </a:lnTo>
                <a:lnTo>
                  <a:pt x="9190" y="18800"/>
                </a:lnTo>
                <a:lnTo>
                  <a:pt x="9190" y="19189"/>
                </a:lnTo>
                <a:lnTo>
                  <a:pt x="9625" y="19967"/>
                </a:lnTo>
                <a:lnTo>
                  <a:pt x="10060" y="20356"/>
                </a:lnTo>
                <a:lnTo>
                  <a:pt x="10060" y="20762"/>
                </a:lnTo>
                <a:lnTo>
                  <a:pt x="10495" y="21540"/>
                </a:lnTo>
                <a:lnTo>
                  <a:pt x="10495" y="21929"/>
                </a:lnTo>
                <a:lnTo>
                  <a:pt x="10948" y="22706"/>
                </a:lnTo>
                <a:lnTo>
                  <a:pt x="10948" y="23112"/>
                </a:lnTo>
                <a:lnTo>
                  <a:pt x="11383" y="23501"/>
                </a:lnTo>
                <a:lnTo>
                  <a:pt x="11818" y="24279"/>
                </a:lnTo>
                <a:lnTo>
                  <a:pt x="11818" y="24668"/>
                </a:lnTo>
                <a:lnTo>
                  <a:pt x="12253" y="25057"/>
                </a:lnTo>
                <a:lnTo>
                  <a:pt x="12688" y="25851"/>
                </a:lnTo>
                <a:lnTo>
                  <a:pt x="12688" y="26240"/>
                </a:lnTo>
                <a:lnTo>
                  <a:pt x="13123" y="26629"/>
                </a:lnTo>
                <a:lnTo>
                  <a:pt x="13123" y="27407"/>
                </a:lnTo>
                <a:lnTo>
                  <a:pt x="13558" y="27796"/>
                </a:lnTo>
                <a:lnTo>
                  <a:pt x="13558" y="28590"/>
                </a:lnTo>
                <a:lnTo>
                  <a:pt x="14011" y="28979"/>
                </a:lnTo>
                <a:lnTo>
                  <a:pt x="14446" y="29368"/>
                </a:lnTo>
                <a:lnTo>
                  <a:pt x="14446" y="30146"/>
                </a:lnTo>
                <a:lnTo>
                  <a:pt x="14881" y="30551"/>
                </a:lnTo>
                <a:lnTo>
                  <a:pt x="14881" y="30940"/>
                </a:lnTo>
                <a:lnTo>
                  <a:pt x="15316" y="31718"/>
                </a:lnTo>
                <a:lnTo>
                  <a:pt x="15316" y="32107"/>
                </a:lnTo>
                <a:lnTo>
                  <a:pt x="15751" y="32496"/>
                </a:lnTo>
                <a:lnTo>
                  <a:pt x="16186" y="33290"/>
                </a:lnTo>
                <a:lnTo>
                  <a:pt x="16186" y="33679"/>
                </a:lnTo>
                <a:lnTo>
                  <a:pt x="16621" y="34457"/>
                </a:lnTo>
                <a:lnTo>
                  <a:pt x="17075" y="34846"/>
                </a:lnTo>
                <a:lnTo>
                  <a:pt x="17075" y="35235"/>
                </a:lnTo>
                <a:lnTo>
                  <a:pt x="17510" y="36029"/>
                </a:lnTo>
                <a:lnTo>
                  <a:pt x="17510" y="36418"/>
                </a:lnTo>
                <a:lnTo>
                  <a:pt x="17945" y="36807"/>
                </a:lnTo>
                <a:lnTo>
                  <a:pt x="18380" y="37585"/>
                </a:lnTo>
                <a:lnTo>
                  <a:pt x="18380" y="37990"/>
                </a:lnTo>
                <a:lnTo>
                  <a:pt x="18815" y="38379"/>
                </a:lnTo>
                <a:lnTo>
                  <a:pt x="18815" y="39157"/>
                </a:lnTo>
                <a:lnTo>
                  <a:pt x="19250" y="39546"/>
                </a:lnTo>
                <a:lnTo>
                  <a:pt x="19703" y="39935"/>
                </a:lnTo>
                <a:lnTo>
                  <a:pt x="19703" y="40729"/>
                </a:lnTo>
                <a:lnTo>
                  <a:pt x="20138" y="41118"/>
                </a:lnTo>
                <a:lnTo>
                  <a:pt x="20138" y="41896"/>
                </a:lnTo>
                <a:lnTo>
                  <a:pt x="20573" y="42285"/>
                </a:lnTo>
                <a:lnTo>
                  <a:pt x="21008" y="42674"/>
                </a:lnTo>
                <a:lnTo>
                  <a:pt x="21008" y="43469"/>
                </a:lnTo>
                <a:lnTo>
                  <a:pt x="21443" y="43858"/>
                </a:lnTo>
                <a:lnTo>
                  <a:pt x="21443" y="44247"/>
                </a:lnTo>
                <a:lnTo>
                  <a:pt x="21878" y="45024"/>
                </a:lnTo>
                <a:lnTo>
                  <a:pt x="21878" y="45430"/>
                </a:lnTo>
                <a:lnTo>
                  <a:pt x="22313" y="45819"/>
                </a:lnTo>
                <a:lnTo>
                  <a:pt x="22766" y="46597"/>
                </a:lnTo>
                <a:lnTo>
                  <a:pt x="22766" y="46986"/>
                </a:lnTo>
                <a:lnTo>
                  <a:pt x="23201" y="47375"/>
                </a:lnTo>
                <a:lnTo>
                  <a:pt x="23636" y="48169"/>
                </a:lnTo>
                <a:lnTo>
                  <a:pt x="23636" y="48558"/>
                </a:lnTo>
                <a:lnTo>
                  <a:pt x="24071" y="49336"/>
                </a:lnTo>
                <a:lnTo>
                  <a:pt x="24071" y="49725"/>
                </a:lnTo>
                <a:lnTo>
                  <a:pt x="24506" y="50130"/>
                </a:lnTo>
                <a:lnTo>
                  <a:pt x="24506" y="50908"/>
                </a:lnTo>
                <a:lnTo>
                  <a:pt x="24941" y="51297"/>
                </a:lnTo>
                <a:lnTo>
                  <a:pt x="25376" y="51686"/>
                </a:lnTo>
                <a:lnTo>
                  <a:pt x="25376" y="52464"/>
                </a:lnTo>
                <a:lnTo>
                  <a:pt x="25830" y="52869"/>
                </a:lnTo>
                <a:lnTo>
                  <a:pt x="25830" y="53258"/>
                </a:lnTo>
                <a:lnTo>
                  <a:pt x="26265" y="54036"/>
                </a:lnTo>
                <a:lnTo>
                  <a:pt x="26700" y="54425"/>
                </a:lnTo>
                <a:lnTo>
                  <a:pt x="26700" y="54814"/>
                </a:lnTo>
                <a:lnTo>
                  <a:pt x="27135" y="55608"/>
                </a:lnTo>
                <a:lnTo>
                  <a:pt x="27570" y="55997"/>
                </a:lnTo>
                <a:lnTo>
                  <a:pt x="27570" y="56775"/>
                </a:lnTo>
                <a:lnTo>
                  <a:pt x="28005" y="57164"/>
                </a:lnTo>
                <a:lnTo>
                  <a:pt x="28005" y="57569"/>
                </a:lnTo>
                <a:lnTo>
                  <a:pt x="28440" y="58347"/>
                </a:lnTo>
                <a:lnTo>
                  <a:pt x="28440" y="58736"/>
                </a:lnTo>
                <a:lnTo>
                  <a:pt x="28893" y="59125"/>
                </a:lnTo>
                <a:lnTo>
                  <a:pt x="29328" y="59903"/>
                </a:lnTo>
                <a:lnTo>
                  <a:pt x="29328" y="60308"/>
                </a:lnTo>
                <a:lnTo>
                  <a:pt x="29763" y="60697"/>
                </a:lnTo>
                <a:lnTo>
                  <a:pt x="29763" y="61475"/>
                </a:lnTo>
                <a:lnTo>
                  <a:pt x="30198" y="61864"/>
                </a:lnTo>
                <a:lnTo>
                  <a:pt x="30633" y="62658"/>
                </a:lnTo>
                <a:lnTo>
                  <a:pt x="30633" y="63047"/>
                </a:lnTo>
                <a:lnTo>
                  <a:pt x="31068" y="63436"/>
                </a:lnTo>
                <a:lnTo>
                  <a:pt x="31068" y="64214"/>
                </a:lnTo>
                <a:lnTo>
                  <a:pt x="31503" y="64603"/>
                </a:lnTo>
                <a:lnTo>
                  <a:pt x="31956" y="65009"/>
                </a:lnTo>
                <a:lnTo>
                  <a:pt x="31956" y="65787"/>
                </a:lnTo>
                <a:lnTo>
                  <a:pt x="32391" y="66176"/>
                </a:lnTo>
                <a:lnTo>
                  <a:pt x="32391" y="66565"/>
                </a:lnTo>
                <a:lnTo>
                  <a:pt x="32826" y="67359"/>
                </a:lnTo>
                <a:lnTo>
                  <a:pt x="32826" y="67748"/>
                </a:lnTo>
                <a:lnTo>
                  <a:pt x="33261" y="68526"/>
                </a:lnTo>
                <a:lnTo>
                  <a:pt x="33696" y="68915"/>
                </a:lnTo>
                <a:lnTo>
                  <a:pt x="34131" y="69304"/>
                </a:lnTo>
                <a:lnTo>
                  <a:pt x="34131" y="70098"/>
                </a:lnTo>
                <a:lnTo>
                  <a:pt x="34585" y="70487"/>
                </a:lnTo>
                <a:lnTo>
                  <a:pt x="34585" y="70876"/>
                </a:lnTo>
                <a:lnTo>
                  <a:pt x="35020" y="71654"/>
                </a:lnTo>
                <a:lnTo>
                  <a:pt x="35020" y="72043"/>
                </a:lnTo>
                <a:lnTo>
                  <a:pt x="35455" y="72837"/>
                </a:lnTo>
                <a:lnTo>
                  <a:pt x="35890" y="73226"/>
                </a:lnTo>
                <a:lnTo>
                  <a:pt x="35890" y="73615"/>
                </a:lnTo>
                <a:lnTo>
                  <a:pt x="36325" y="74393"/>
                </a:lnTo>
                <a:lnTo>
                  <a:pt x="36325" y="74798"/>
                </a:lnTo>
                <a:lnTo>
                  <a:pt x="36760" y="75187"/>
                </a:lnTo>
                <a:lnTo>
                  <a:pt x="36760" y="75576"/>
                </a:lnTo>
                <a:lnTo>
                  <a:pt x="37195" y="76354"/>
                </a:lnTo>
                <a:lnTo>
                  <a:pt x="37648" y="76743"/>
                </a:lnTo>
                <a:lnTo>
                  <a:pt x="37648" y="77132"/>
                </a:lnTo>
                <a:lnTo>
                  <a:pt x="38083" y="77926"/>
                </a:lnTo>
                <a:lnTo>
                  <a:pt x="38518" y="78315"/>
                </a:lnTo>
                <a:lnTo>
                  <a:pt x="38518" y="78704"/>
                </a:lnTo>
                <a:lnTo>
                  <a:pt x="38953" y="79482"/>
                </a:lnTo>
                <a:lnTo>
                  <a:pt x="38953" y="79887"/>
                </a:lnTo>
                <a:lnTo>
                  <a:pt x="39388" y="80665"/>
                </a:lnTo>
                <a:lnTo>
                  <a:pt x="39388" y="81054"/>
                </a:lnTo>
                <a:lnTo>
                  <a:pt x="39823" y="81443"/>
                </a:lnTo>
                <a:lnTo>
                  <a:pt x="40258" y="82237"/>
                </a:lnTo>
                <a:lnTo>
                  <a:pt x="40258" y="82626"/>
                </a:lnTo>
                <a:lnTo>
                  <a:pt x="40711" y="83015"/>
                </a:lnTo>
                <a:lnTo>
                  <a:pt x="40711" y="83793"/>
                </a:lnTo>
                <a:lnTo>
                  <a:pt x="41146" y="84182"/>
                </a:lnTo>
                <a:lnTo>
                  <a:pt x="41581" y="84571"/>
                </a:lnTo>
                <a:lnTo>
                  <a:pt x="41581" y="85365"/>
                </a:lnTo>
                <a:lnTo>
                  <a:pt x="42016" y="85754"/>
                </a:lnTo>
                <a:lnTo>
                  <a:pt x="42016" y="86143"/>
                </a:lnTo>
                <a:lnTo>
                  <a:pt x="42451" y="86921"/>
                </a:lnTo>
                <a:lnTo>
                  <a:pt x="42886" y="87327"/>
                </a:lnTo>
                <a:lnTo>
                  <a:pt x="42886" y="88105"/>
                </a:lnTo>
                <a:lnTo>
                  <a:pt x="43321" y="88494"/>
                </a:lnTo>
                <a:lnTo>
                  <a:pt x="43321" y="88883"/>
                </a:lnTo>
                <a:lnTo>
                  <a:pt x="43775" y="89677"/>
                </a:lnTo>
                <a:lnTo>
                  <a:pt x="44210" y="90066"/>
                </a:lnTo>
                <a:lnTo>
                  <a:pt x="44210" y="90455"/>
                </a:lnTo>
                <a:lnTo>
                  <a:pt x="44645" y="91233"/>
                </a:lnTo>
                <a:lnTo>
                  <a:pt x="45080" y="91622"/>
                </a:lnTo>
                <a:lnTo>
                  <a:pt x="45080" y="92027"/>
                </a:lnTo>
                <a:lnTo>
                  <a:pt x="45515" y="92805"/>
                </a:lnTo>
                <a:lnTo>
                  <a:pt x="45515" y="93194"/>
                </a:lnTo>
                <a:lnTo>
                  <a:pt x="45950" y="93972"/>
                </a:lnTo>
                <a:lnTo>
                  <a:pt x="45950" y="94361"/>
                </a:lnTo>
                <a:lnTo>
                  <a:pt x="46385" y="94766"/>
                </a:lnTo>
                <a:lnTo>
                  <a:pt x="46838" y="95544"/>
                </a:lnTo>
                <a:lnTo>
                  <a:pt x="46838" y="95933"/>
                </a:lnTo>
                <a:lnTo>
                  <a:pt x="47273" y="96322"/>
                </a:lnTo>
                <a:lnTo>
                  <a:pt x="47273" y="97116"/>
                </a:lnTo>
                <a:lnTo>
                  <a:pt x="47708" y="97505"/>
                </a:lnTo>
                <a:lnTo>
                  <a:pt x="47708" y="98283"/>
                </a:lnTo>
                <a:lnTo>
                  <a:pt x="48143" y="98672"/>
                </a:lnTo>
                <a:lnTo>
                  <a:pt x="48578" y="99061"/>
                </a:lnTo>
                <a:lnTo>
                  <a:pt x="48578" y="99855"/>
                </a:lnTo>
                <a:lnTo>
                  <a:pt x="49013" y="100244"/>
                </a:lnTo>
                <a:lnTo>
                  <a:pt x="49466" y="100633"/>
                </a:lnTo>
                <a:lnTo>
                  <a:pt x="49466" y="101411"/>
                </a:lnTo>
                <a:lnTo>
                  <a:pt x="49901" y="101800"/>
                </a:lnTo>
                <a:lnTo>
                  <a:pt x="49901" y="102205"/>
                </a:lnTo>
                <a:lnTo>
                  <a:pt x="50336" y="102983"/>
                </a:lnTo>
                <a:lnTo>
                  <a:pt x="50336" y="103372"/>
                </a:lnTo>
                <a:lnTo>
                  <a:pt x="50771" y="104150"/>
                </a:lnTo>
                <a:lnTo>
                  <a:pt x="51206" y="104555"/>
                </a:lnTo>
                <a:lnTo>
                  <a:pt x="51206" y="104944"/>
                </a:lnTo>
                <a:lnTo>
                  <a:pt x="51641" y="105722"/>
                </a:lnTo>
                <a:lnTo>
                  <a:pt x="52076" y="106111"/>
                </a:lnTo>
              </a:path>
            </a:pathLst>
          </a:custGeom>
          <a:ln w="24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849457" y="2589128"/>
            <a:ext cx="51660" cy="104944"/>
          </a:xfrm>
          <a:custGeom>
            <a:avLst/>
            <a:gdLst/>
            <a:ahLst/>
            <a:cxnLst/>
            <a:rect l="l" t="t" r="r" b="b"/>
            <a:pathLst>
              <a:path w="51660" h="104944">
                <a:moveTo>
                  <a:pt x="0" y="0"/>
                </a:moveTo>
                <a:lnTo>
                  <a:pt x="0" y="388"/>
                </a:lnTo>
                <a:lnTo>
                  <a:pt x="453" y="1183"/>
                </a:lnTo>
                <a:lnTo>
                  <a:pt x="453" y="1572"/>
                </a:lnTo>
                <a:lnTo>
                  <a:pt x="888" y="1961"/>
                </a:lnTo>
                <a:lnTo>
                  <a:pt x="1323" y="2739"/>
                </a:lnTo>
                <a:lnTo>
                  <a:pt x="1323" y="3144"/>
                </a:lnTo>
                <a:lnTo>
                  <a:pt x="1758" y="3533"/>
                </a:lnTo>
                <a:lnTo>
                  <a:pt x="1758" y="4311"/>
                </a:lnTo>
                <a:lnTo>
                  <a:pt x="2193" y="4700"/>
                </a:lnTo>
                <a:lnTo>
                  <a:pt x="2193" y="5089"/>
                </a:lnTo>
                <a:lnTo>
                  <a:pt x="2628" y="5883"/>
                </a:lnTo>
                <a:lnTo>
                  <a:pt x="3063" y="6272"/>
                </a:lnTo>
                <a:lnTo>
                  <a:pt x="3063" y="6661"/>
                </a:lnTo>
                <a:lnTo>
                  <a:pt x="3516" y="7439"/>
                </a:lnTo>
                <a:lnTo>
                  <a:pt x="3951" y="7828"/>
                </a:lnTo>
                <a:lnTo>
                  <a:pt x="3951" y="8233"/>
                </a:lnTo>
                <a:lnTo>
                  <a:pt x="4386" y="9011"/>
                </a:lnTo>
                <a:lnTo>
                  <a:pt x="4386" y="9400"/>
                </a:lnTo>
                <a:lnTo>
                  <a:pt x="4821" y="10178"/>
                </a:lnTo>
                <a:lnTo>
                  <a:pt x="4821" y="10583"/>
                </a:lnTo>
                <a:lnTo>
                  <a:pt x="5256" y="10972"/>
                </a:lnTo>
                <a:lnTo>
                  <a:pt x="5691" y="11750"/>
                </a:lnTo>
                <a:lnTo>
                  <a:pt x="5691" y="12139"/>
                </a:lnTo>
                <a:lnTo>
                  <a:pt x="6126" y="12528"/>
                </a:lnTo>
                <a:lnTo>
                  <a:pt x="6126" y="13322"/>
                </a:lnTo>
                <a:lnTo>
                  <a:pt x="6579" y="13711"/>
                </a:lnTo>
                <a:lnTo>
                  <a:pt x="6579" y="14100"/>
                </a:lnTo>
                <a:lnTo>
                  <a:pt x="7014" y="14878"/>
                </a:lnTo>
                <a:lnTo>
                  <a:pt x="7449" y="15267"/>
                </a:lnTo>
                <a:lnTo>
                  <a:pt x="7884" y="15672"/>
                </a:lnTo>
                <a:lnTo>
                  <a:pt x="7884" y="16450"/>
                </a:lnTo>
                <a:lnTo>
                  <a:pt x="8319" y="16839"/>
                </a:lnTo>
                <a:lnTo>
                  <a:pt x="8319" y="17617"/>
                </a:lnTo>
                <a:lnTo>
                  <a:pt x="8755" y="18022"/>
                </a:lnTo>
                <a:lnTo>
                  <a:pt x="8755" y="18411"/>
                </a:lnTo>
                <a:lnTo>
                  <a:pt x="9190" y="19189"/>
                </a:lnTo>
                <a:lnTo>
                  <a:pt x="9643" y="19578"/>
                </a:lnTo>
                <a:lnTo>
                  <a:pt x="9643" y="19967"/>
                </a:lnTo>
                <a:lnTo>
                  <a:pt x="10078" y="20762"/>
                </a:lnTo>
                <a:lnTo>
                  <a:pt x="10078" y="21151"/>
                </a:lnTo>
                <a:lnTo>
                  <a:pt x="10513" y="21929"/>
                </a:lnTo>
                <a:lnTo>
                  <a:pt x="10948" y="22317"/>
                </a:lnTo>
                <a:lnTo>
                  <a:pt x="10948" y="22706"/>
                </a:lnTo>
                <a:lnTo>
                  <a:pt x="11383" y="23501"/>
                </a:lnTo>
                <a:lnTo>
                  <a:pt x="11383" y="23890"/>
                </a:lnTo>
                <a:lnTo>
                  <a:pt x="11818" y="24279"/>
                </a:lnTo>
                <a:lnTo>
                  <a:pt x="12271" y="25057"/>
                </a:lnTo>
                <a:lnTo>
                  <a:pt x="12271" y="25462"/>
                </a:lnTo>
                <a:lnTo>
                  <a:pt x="12706" y="25851"/>
                </a:lnTo>
                <a:lnTo>
                  <a:pt x="12706" y="26629"/>
                </a:lnTo>
                <a:lnTo>
                  <a:pt x="13141" y="27018"/>
                </a:lnTo>
                <a:lnTo>
                  <a:pt x="13141" y="27407"/>
                </a:lnTo>
                <a:lnTo>
                  <a:pt x="13576" y="28201"/>
                </a:lnTo>
                <a:lnTo>
                  <a:pt x="14011" y="28590"/>
                </a:lnTo>
                <a:lnTo>
                  <a:pt x="14011" y="28979"/>
                </a:lnTo>
                <a:lnTo>
                  <a:pt x="14446" y="29757"/>
                </a:lnTo>
                <a:lnTo>
                  <a:pt x="14881" y="30146"/>
                </a:lnTo>
                <a:lnTo>
                  <a:pt x="14881" y="30551"/>
                </a:lnTo>
                <a:lnTo>
                  <a:pt x="15334" y="31329"/>
                </a:lnTo>
                <a:lnTo>
                  <a:pt x="15334" y="31718"/>
                </a:lnTo>
                <a:lnTo>
                  <a:pt x="15769" y="32107"/>
                </a:lnTo>
                <a:lnTo>
                  <a:pt x="16204" y="32901"/>
                </a:lnTo>
                <a:lnTo>
                  <a:pt x="16204" y="33290"/>
                </a:lnTo>
                <a:lnTo>
                  <a:pt x="16639" y="33679"/>
                </a:lnTo>
                <a:lnTo>
                  <a:pt x="16639" y="34457"/>
                </a:lnTo>
                <a:lnTo>
                  <a:pt x="17075" y="34846"/>
                </a:lnTo>
                <a:lnTo>
                  <a:pt x="17075" y="35251"/>
                </a:lnTo>
                <a:lnTo>
                  <a:pt x="17510" y="36029"/>
                </a:lnTo>
                <a:lnTo>
                  <a:pt x="17945" y="36418"/>
                </a:lnTo>
                <a:lnTo>
                  <a:pt x="17945" y="37196"/>
                </a:lnTo>
                <a:lnTo>
                  <a:pt x="18398" y="37585"/>
                </a:lnTo>
                <a:lnTo>
                  <a:pt x="18833" y="37990"/>
                </a:lnTo>
                <a:lnTo>
                  <a:pt x="18833" y="38768"/>
                </a:lnTo>
                <a:lnTo>
                  <a:pt x="19268" y="39157"/>
                </a:lnTo>
                <a:lnTo>
                  <a:pt x="19268" y="39546"/>
                </a:lnTo>
                <a:lnTo>
                  <a:pt x="19703" y="40340"/>
                </a:lnTo>
                <a:lnTo>
                  <a:pt x="19703" y="40729"/>
                </a:lnTo>
                <a:lnTo>
                  <a:pt x="20138" y="41118"/>
                </a:lnTo>
                <a:lnTo>
                  <a:pt x="20573" y="41896"/>
                </a:lnTo>
                <a:lnTo>
                  <a:pt x="20573" y="42285"/>
                </a:lnTo>
                <a:lnTo>
                  <a:pt x="21008" y="43080"/>
                </a:lnTo>
                <a:lnTo>
                  <a:pt x="21008" y="43469"/>
                </a:lnTo>
                <a:lnTo>
                  <a:pt x="21461" y="43858"/>
                </a:lnTo>
                <a:lnTo>
                  <a:pt x="21896" y="44635"/>
                </a:lnTo>
                <a:lnTo>
                  <a:pt x="21896" y="45041"/>
                </a:lnTo>
                <a:lnTo>
                  <a:pt x="22331" y="45430"/>
                </a:lnTo>
                <a:lnTo>
                  <a:pt x="22331" y="46208"/>
                </a:lnTo>
                <a:lnTo>
                  <a:pt x="22766" y="46597"/>
                </a:lnTo>
                <a:lnTo>
                  <a:pt x="23201" y="46986"/>
                </a:lnTo>
                <a:lnTo>
                  <a:pt x="23201" y="47780"/>
                </a:lnTo>
                <a:lnTo>
                  <a:pt x="23636" y="48169"/>
                </a:lnTo>
                <a:lnTo>
                  <a:pt x="23636" y="48558"/>
                </a:lnTo>
                <a:lnTo>
                  <a:pt x="24071" y="49336"/>
                </a:lnTo>
                <a:lnTo>
                  <a:pt x="24524" y="49725"/>
                </a:lnTo>
                <a:lnTo>
                  <a:pt x="24524" y="50130"/>
                </a:lnTo>
                <a:lnTo>
                  <a:pt x="24959" y="50908"/>
                </a:lnTo>
                <a:lnTo>
                  <a:pt x="25395" y="51297"/>
                </a:lnTo>
                <a:lnTo>
                  <a:pt x="25395" y="51686"/>
                </a:lnTo>
                <a:lnTo>
                  <a:pt x="25830" y="52480"/>
                </a:lnTo>
                <a:lnTo>
                  <a:pt x="25830" y="52869"/>
                </a:lnTo>
                <a:lnTo>
                  <a:pt x="26265" y="53258"/>
                </a:lnTo>
                <a:lnTo>
                  <a:pt x="26265" y="54036"/>
                </a:lnTo>
                <a:lnTo>
                  <a:pt x="26700" y="54425"/>
                </a:lnTo>
                <a:lnTo>
                  <a:pt x="27153" y="54814"/>
                </a:lnTo>
                <a:lnTo>
                  <a:pt x="27153" y="55608"/>
                </a:lnTo>
                <a:lnTo>
                  <a:pt x="27588" y="55997"/>
                </a:lnTo>
                <a:lnTo>
                  <a:pt x="27588" y="56386"/>
                </a:lnTo>
                <a:lnTo>
                  <a:pt x="28023" y="57164"/>
                </a:lnTo>
                <a:lnTo>
                  <a:pt x="28023" y="57569"/>
                </a:lnTo>
                <a:lnTo>
                  <a:pt x="28458" y="58347"/>
                </a:lnTo>
                <a:lnTo>
                  <a:pt x="28893" y="58736"/>
                </a:lnTo>
                <a:lnTo>
                  <a:pt x="28893" y="59125"/>
                </a:lnTo>
                <a:lnTo>
                  <a:pt x="29328" y="59919"/>
                </a:lnTo>
                <a:lnTo>
                  <a:pt x="29763" y="60308"/>
                </a:lnTo>
                <a:lnTo>
                  <a:pt x="29763" y="60697"/>
                </a:lnTo>
                <a:lnTo>
                  <a:pt x="30216" y="61475"/>
                </a:lnTo>
                <a:lnTo>
                  <a:pt x="30216" y="61864"/>
                </a:lnTo>
                <a:lnTo>
                  <a:pt x="30651" y="62269"/>
                </a:lnTo>
                <a:lnTo>
                  <a:pt x="30651" y="63047"/>
                </a:lnTo>
                <a:lnTo>
                  <a:pt x="31086" y="63436"/>
                </a:lnTo>
                <a:lnTo>
                  <a:pt x="31521" y="63825"/>
                </a:lnTo>
                <a:lnTo>
                  <a:pt x="31521" y="64603"/>
                </a:lnTo>
                <a:lnTo>
                  <a:pt x="31956" y="65009"/>
                </a:lnTo>
                <a:lnTo>
                  <a:pt x="31956" y="65398"/>
                </a:lnTo>
                <a:lnTo>
                  <a:pt x="32391" y="66176"/>
                </a:lnTo>
                <a:lnTo>
                  <a:pt x="32826" y="66565"/>
                </a:lnTo>
                <a:lnTo>
                  <a:pt x="32826" y="66953"/>
                </a:lnTo>
                <a:lnTo>
                  <a:pt x="33279" y="67748"/>
                </a:lnTo>
                <a:lnTo>
                  <a:pt x="33714" y="68137"/>
                </a:lnTo>
                <a:lnTo>
                  <a:pt x="33714" y="68526"/>
                </a:lnTo>
                <a:lnTo>
                  <a:pt x="34150" y="69304"/>
                </a:lnTo>
                <a:lnTo>
                  <a:pt x="34150" y="69709"/>
                </a:lnTo>
                <a:lnTo>
                  <a:pt x="34585" y="70098"/>
                </a:lnTo>
                <a:lnTo>
                  <a:pt x="34585" y="70876"/>
                </a:lnTo>
                <a:lnTo>
                  <a:pt x="35020" y="71265"/>
                </a:lnTo>
                <a:lnTo>
                  <a:pt x="35455" y="71654"/>
                </a:lnTo>
                <a:lnTo>
                  <a:pt x="35455" y="72448"/>
                </a:lnTo>
                <a:lnTo>
                  <a:pt x="35890" y="72837"/>
                </a:lnTo>
                <a:lnTo>
                  <a:pt x="36343" y="73615"/>
                </a:lnTo>
                <a:lnTo>
                  <a:pt x="36343" y="74004"/>
                </a:lnTo>
                <a:lnTo>
                  <a:pt x="36778" y="74393"/>
                </a:lnTo>
                <a:lnTo>
                  <a:pt x="36778" y="75187"/>
                </a:lnTo>
                <a:lnTo>
                  <a:pt x="37213" y="75576"/>
                </a:lnTo>
                <a:lnTo>
                  <a:pt x="37213" y="75965"/>
                </a:lnTo>
                <a:lnTo>
                  <a:pt x="37648" y="76743"/>
                </a:lnTo>
                <a:lnTo>
                  <a:pt x="38083" y="77148"/>
                </a:lnTo>
                <a:lnTo>
                  <a:pt x="38083" y="77537"/>
                </a:lnTo>
                <a:lnTo>
                  <a:pt x="38518" y="78315"/>
                </a:lnTo>
                <a:lnTo>
                  <a:pt x="38518" y="78704"/>
                </a:lnTo>
                <a:lnTo>
                  <a:pt x="38953" y="79093"/>
                </a:lnTo>
                <a:lnTo>
                  <a:pt x="38953" y="79887"/>
                </a:lnTo>
                <a:lnTo>
                  <a:pt x="39406" y="80276"/>
                </a:lnTo>
                <a:lnTo>
                  <a:pt x="39841" y="80665"/>
                </a:lnTo>
                <a:lnTo>
                  <a:pt x="39841" y="81054"/>
                </a:lnTo>
                <a:lnTo>
                  <a:pt x="40276" y="81832"/>
                </a:lnTo>
                <a:lnTo>
                  <a:pt x="40711" y="82237"/>
                </a:lnTo>
                <a:lnTo>
                  <a:pt x="40711" y="83015"/>
                </a:lnTo>
                <a:lnTo>
                  <a:pt x="41146" y="83404"/>
                </a:lnTo>
                <a:lnTo>
                  <a:pt x="41146" y="83793"/>
                </a:lnTo>
                <a:lnTo>
                  <a:pt x="41581" y="84587"/>
                </a:lnTo>
                <a:lnTo>
                  <a:pt x="42034" y="84976"/>
                </a:lnTo>
                <a:lnTo>
                  <a:pt x="42034" y="85365"/>
                </a:lnTo>
                <a:lnTo>
                  <a:pt x="42470" y="86143"/>
                </a:lnTo>
                <a:lnTo>
                  <a:pt x="42470" y="86532"/>
                </a:lnTo>
                <a:lnTo>
                  <a:pt x="42905" y="86938"/>
                </a:lnTo>
                <a:lnTo>
                  <a:pt x="42905" y="87716"/>
                </a:lnTo>
                <a:lnTo>
                  <a:pt x="43340" y="88105"/>
                </a:lnTo>
                <a:lnTo>
                  <a:pt x="43775" y="88494"/>
                </a:lnTo>
                <a:lnTo>
                  <a:pt x="43775" y="89271"/>
                </a:lnTo>
                <a:lnTo>
                  <a:pt x="44210" y="89677"/>
                </a:lnTo>
                <a:lnTo>
                  <a:pt x="44645" y="90066"/>
                </a:lnTo>
                <a:lnTo>
                  <a:pt x="44645" y="90844"/>
                </a:lnTo>
                <a:lnTo>
                  <a:pt x="45098" y="91233"/>
                </a:lnTo>
                <a:lnTo>
                  <a:pt x="45098" y="91622"/>
                </a:lnTo>
                <a:lnTo>
                  <a:pt x="45533" y="92416"/>
                </a:lnTo>
                <a:lnTo>
                  <a:pt x="45533" y="92805"/>
                </a:lnTo>
                <a:lnTo>
                  <a:pt x="45968" y="93194"/>
                </a:lnTo>
                <a:lnTo>
                  <a:pt x="46403" y="93972"/>
                </a:lnTo>
                <a:lnTo>
                  <a:pt x="46403" y="94377"/>
                </a:lnTo>
                <a:lnTo>
                  <a:pt x="46838" y="94766"/>
                </a:lnTo>
                <a:lnTo>
                  <a:pt x="47273" y="95544"/>
                </a:lnTo>
                <a:lnTo>
                  <a:pt x="47273" y="95933"/>
                </a:lnTo>
                <a:lnTo>
                  <a:pt x="47708" y="96322"/>
                </a:lnTo>
                <a:lnTo>
                  <a:pt x="47708" y="97116"/>
                </a:lnTo>
                <a:lnTo>
                  <a:pt x="48161" y="97505"/>
                </a:lnTo>
                <a:lnTo>
                  <a:pt x="48161" y="97894"/>
                </a:lnTo>
                <a:lnTo>
                  <a:pt x="48596" y="98672"/>
                </a:lnTo>
                <a:lnTo>
                  <a:pt x="49031" y="99061"/>
                </a:lnTo>
                <a:lnTo>
                  <a:pt x="49031" y="99466"/>
                </a:lnTo>
                <a:lnTo>
                  <a:pt x="49466" y="100244"/>
                </a:lnTo>
                <a:lnTo>
                  <a:pt x="49466" y="100633"/>
                </a:lnTo>
                <a:lnTo>
                  <a:pt x="49901" y="101022"/>
                </a:lnTo>
                <a:lnTo>
                  <a:pt x="50336" y="101816"/>
                </a:lnTo>
                <a:lnTo>
                  <a:pt x="50336" y="102205"/>
                </a:lnTo>
                <a:lnTo>
                  <a:pt x="50771" y="102594"/>
                </a:lnTo>
                <a:lnTo>
                  <a:pt x="51225" y="103372"/>
                </a:lnTo>
                <a:lnTo>
                  <a:pt x="51225" y="103761"/>
                </a:lnTo>
                <a:lnTo>
                  <a:pt x="51660" y="104166"/>
                </a:lnTo>
                <a:lnTo>
                  <a:pt x="51660" y="104944"/>
                </a:lnTo>
              </a:path>
            </a:pathLst>
          </a:custGeom>
          <a:ln w="24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901118" y="2694073"/>
            <a:ext cx="52076" cy="101800"/>
          </a:xfrm>
          <a:custGeom>
            <a:avLst/>
            <a:gdLst/>
            <a:ahLst/>
            <a:cxnLst/>
            <a:rect l="l" t="t" r="r" b="b"/>
            <a:pathLst>
              <a:path w="52076" h="101800">
                <a:moveTo>
                  <a:pt x="0" y="0"/>
                </a:moveTo>
                <a:lnTo>
                  <a:pt x="435" y="388"/>
                </a:lnTo>
                <a:lnTo>
                  <a:pt x="435" y="777"/>
                </a:lnTo>
                <a:lnTo>
                  <a:pt x="870" y="1555"/>
                </a:lnTo>
                <a:lnTo>
                  <a:pt x="1305" y="1961"/>
                </a:lnTo>
                <a:lnTo>
                  <a:pt x="1305" y="2350"/>
                </a:lnTo>
                <a:lnTo>
                  <a:pt x="1740" y="3128"/>
                </a:lnTo>
                <a:lnTo>
                  <a:pt x="1740" y="3517"/>
                </a:lnTo>
                <a:lnTo>
                  <a:pt x="2175" y="3906"/>
                </a:lnTo>
                <a:lnTo>
                  <a:pt x="2628" y="4700"/>
                </a:lnTo>
                <a:lnTo>
                  <a:pt x="2628" y="5089"/>
                </a:lnTo>
                <a:lnTo>
                  <a:pt x="3063" y="5478"/>
                </a:lnTo>
                <a:lnTo>
                  <a:pt x="3063" y="6256"/>
                </a:lnTo>
                <a:lnTo>
                  <a:pt x="3498" y="6661"/>
                </a:lnTo>
                <a:lnTo>
                  <a:pt x="3933" y="7050"/>
                </a:lnTo>
                <a:lnTo>
                  <a:pt x="3933" y="7828"/>
                </a:lnTo>
                <a:lnTo>
                  <a:pt x="4368" y="8217"/>
                </a:lnTo>
                <a:lnTo>
                  <a:pt x="4368" y="8606"/>
                </a:lnTo>
                <a:lnTo>
                  <a:pt x="4803" y="9400"/>
                </a:lnTo>
                <a:lnTo>
                  <a:pt x="4803" y="9789"/>
                </a:lnTo>
                <a:lnTo>
                  <a:pt x="5256" y="10178"/>
                </a:lnTo>
                <a:lnTo>
                  <a:pt x="5691" y="10956"/>
                </a:lnTo>
                <a:lnTo>
                  <a:pt x="5691" y="11345"/>
                </a:lnTo>
                <a:lnTo>
                  <a:pt x="6126" y="11750"/>
                </a:lnTo>
                <a:lnTo>
                  <a:pt x="6561" y="12528"/>
                </a:lnTo>
                <a:lnTo>
                  <a:pt x="6561" y="12917"/>
                </a:lnTo>
                <a:lnTo>
                  <a:pt x="6996" y="13306"/>
                </a:lnTo>
                <a:lnTo>
                  <a:pt x="6996" y="14100"/>
                </a:lnTo>
                <a:lnTo>
                  <a:pt x="7431" y="14489"/>
                </a:lnTo>
                <a:lnTo>
                  <a:pt x="7866" y="14878"/>
                </a:lnTo>
                <a:lnTo>
                  <a:pt x="7866" y="15267"/>
                </a:lnTo>
                <a:lnTo>
                  <a:pt x="8319" y="16045"/>
                </a:lnTo>
                <a:lnTo>
                  <a:pt x="8319" y="16450"/>
                </a:lnTo>
                <a:lnTo>
                  <a:pt x="8755" y="16839"/>
                </a:lnTo>
                <a:lnTo>
                  <a:pt x="8755" y="17617"/>
                </a:lnTo>
                <a:lnTo>
                  <a:pt x="9190" y="18006"/>
                </a:lnTo>
                <a:lnTo>
                  <a:pt x="9625" y="18784"/>
                </a:lnTo>
                <a:lnTo>
                  <a:pt x="9625" y="19189"/>
                </a:lnTo>
                <a:lnTo>
                  <a:pt x="10060" y="19578"/>
                </a:lnTo>
                <a:lnTo>
                  <a:pt x="10495" y="20356"/>
                </a:lnTo>
                <a:lnTo>
                  <a:pt x="10495" y="20745"/>
                </a:lnTo>
                <a:lnTo>
                  <a:pt x="10930" y="21134"/>
                </a:lnTo>
                <a:lnTo>
                  <a:pt x="10930" y="21540"/>
                </a:lnTo>
                <a:lnTo>
                  <a:pt x="11383" y="22317"/>
                </a:lnTo>
                <a:lnTo>
                  <a:pt x="11383" y="22706"/>
                </a:lnTo>
                <a:lnTo>
                  <a:pt x="11818" y="23095"/>
                </a:lnTo>
                <a:lnTo>
                  <a:pt x="12253" y="23890"/>
                </a:lnTo>
                <a:lnTo>
                  <a:pt x="12253" y="24279"/>
                </a:lnTo>
                <a:lnTo>
                  <a:pt x="12688" y="24668"/>
                </a:lnTo>
                <a:lnTo>
                  <a:pt x="12688" y="25446"/>
                </a:lnTo>
                <a:lnTo>
                  <a:pt x="13123" y="25835"/>
                </a:lnTo>
                <a:lnTo>
                  <a:pt x="13558" y="26224"/>
                </a:lnTo>
                <a:lnTo>
                  <a:pt x="13558" y="27018"/>
                </a:lnTo>
                <a:lnTo>
                  <a:pt x="13993" y="27407"/>
                </a:lnTo>
                <a:lnTo>
                  <a:pt x="13993" y="27796"/>
                </a:lnTo>
                <a:lnTo>
                  <a:pt x="14446" y="28574"/>
                </a:lnTo>
                <a:lnTo>
                  <a:pt x="14881" y="28979"/>
                </a:lnTo>
                <a:lnTo>
                  <a:pt x="14881" y="29368"/>
                </a:lnTo>
                <a:lnTo>
                  <a:pt x="15316" y="30146"/>
                </a:lnTo>
                <a:lnTo>
                  <a:pt x="15316" y="30535"/>
                </a:lnTo>
                <a:lnTo>
                  <a:pt x="15751" y="30924"/>
                </a:lnTo>
                <a:lnTo>
                  <a:pt x="16186" y="31329"/>
                </a:lnTo>
                <a:lnTo>
                  <a:pt x="16186" y="32107"/>
                </a:lnTo>
                <a:lnTo>
                  <a:pt x="16621" y="32496"/>
                </a:lnTo>
                <a:lnTo>
                  <a:pt x="17056" y="33274"/>
                </a:lnTo>
                <a:lnTo>
                  <a:pt x="17056" y="33663"/>
                </a:lnTo>
                <a:lnTo>
                  <a:pt x="17510" y="34068"/>
                </a:lnTo>
                <a:lnTo>
                  <a:pt x="17510" y="34846"/>
                </a:lnTo>
                <a:lnTo>
                  <a:pt x="17945" y="35235"/>
                </a:lnTo>
                <a:lnTo>
                  <a:pt x="17945" y="35624"/>
                </a:lnTo>
                <a:lnTo>
                  <a:pt x="18380" y="36013"/>
                </a:lnTo>
                <a:lnTo>
                  <a:pt x="18815" y="36807"/>
                </a:lnTo>
                <a:lnTo>
                  <a:pt x="18815" y="37196"/>
                </a:lnTo>
                <a:lnTo>
                  <a:pt x="19250" y="37585"/>
                </a:lnTo>
                <a:lnTo>
                  <a:pt x="19250" y="38363"/>
                </a:lnTo>
                <a:lnTo>
                  <a:pt x="19685" y="38768"/>
                </a:lnTo>
                <a:lnTo>
                  <a:pt x="19685" y="39157"/>
                </a:lnTo>
                <a:lnTo>
                  <a:pt x="20138" y="39935"/>
                </a:lnTo>
                <a:lnTo>
                  <a:pt x="20573" y="40324"/>
                </a:lnTo>
                <a:lnTo>
                  <a:pt x="20573" y="40713"/>
                </a:lnTo>
                <a:lnTo>
                  <a:pt x="21008" y="41507"/>
                </a:lnTo>
                <a:lnTo>
                  <a:pt x="21443" y="41896"/>
                </a:lnTo>
                <a:lnTo>
                  <a:pt x="21443" y="42285"/>
                </a:lnTo>
                <a:lnTo>
                  <a:pt x="21878" y="43063"/>
                </a:lnTo>
                <a:lnTo>
                  <a:pt x="21878" y="43452"/>
                </a:lnTo>
                <a:lnTo>
                  <a:pt x="22313" y="43858"/>
                </a:lnTo>
                <a:lnTo>
                  <a:pt x="22313" y="44247"/>
                </a:lnTo>
                <a:lnTo>
                  <a:pt x="22748" y="45024"/>
                </a:lnTo>
                <a:lnTo>
                  <a:pt x="23201" y="45413"/>
                </a:lnTo>
                <a:lnTo>
                  <a:pt x="23201" y="45802"/>
                </a:lnTo>
                <a:lnTo>
                  <a:pt x="23636" y="46597"/>
                </a:lnTo>
                <a:lnTo>
                  <a:pt x="23636" y="46986"/>
                </a:lnTo>
                <a:lnTo>
                  <a:pt x="24071" y="47375"/>
                </a:lnTo>
                <a:lnTo>
                  <a:pt x="24506" y="48153"/>
                </a:lnTo>
                <a:lnTo>
                  <a:pt x="24506" y="48558"/>
                </a:lnTo>
                <a:lnTo>
                  <a:pt x="24941" y="48947"/>
                </a:lnTo>
                <a:lnTo>
                  <a:pt x="25376" y="49725"/>
                </a:lnTo>
                <a:lnTo>
                  <a:pt x="25376" y="50114"/>
                </a:lnTo>
                <a:lnTo>
                  <a:pt x="25811" y="50503"/>
                </a:lnTo>
                <a:lnTo>
                  <a:pt x="25811" y="50892"/>
                </a:lnTo>
                <a:lnTo>
                  <a:pt x="26265" y="51686"/>
                </a:lnTo>
                <a:lnTo>
                  <a:pt x="26265" y="52075"/>
                </a:lnTo>
                <a:lnTo>
                  <a:pt x="26700" y="52464"/>
                </a:lnTo>
                <a:lnTo>
                  <a:pt x="27135" y="53242"/>
                </a:lnTo>
                <a:lnTo>
                  <a:pt x="27135" y="53647"/>
                </a:lnTo>
                <a:lnTo>
                  <a:pt x="27570" y="54036"/>
                </a:lnTo>
                <a:lnTo>
                  <a:pt x="28005" y="54814"/>
                </a:lnTo>
                <a:lnTo>
                  <a:pt x="28005" y="55203"/>
                </a:lnTo>
                <a:lnTo>
                  <a:pt x="28440" y="55592"/>
                </a:lnTo>
                <a:lnTo>
                  <a:pt x="28440" y="56386"/>
                </a:lnTo>
                <a:lnTo>
                  <a:pt x="28875" y="56775"/>
                </a:lnTo>
                <a:lnTo>
                  <a:pt x="28875" y="57164"/>
                </a:lnTo>
                <a:lnTo>
                  <a:pt x="29328" y="57553"/>
                </a:lnTo>
                <a:lnTo>
                  <a:pt x="29763" y="58347"/>
                </a:lnTo>
                <a:lnTo>
                  <a:pt x="29763" y="58736"/>
                </a:lnTo>
                <a:lnTo>
                  <a:pt x="30198" y="59514"/>
                </a:lnTo>
                <a:lnTo>
                  <a:pt x="30198" y="59903"/>
                </a:lnTo>
                <a:lnTo>
                  <a:pt x="30633" y="60292"/>
                </a:lnTo>
                <a:lnTo>
                  <a:pt x="30633" y="60681"/>
                </a:lnTo>
                <a:lnTo>
                  <a:pt x="31068" y="61475"/>
                </a:lnTo>
                <a:lnTo>
                  <a:pt x="31503" y="61864"/>
                </a:lnTo>
                <a:lnTo>
                  <a:pt x="31503" y="62253"/>
                </a:lnTo>
                <a:lnTo>
                  <a:pt x="31938" y="62642"/>
                </a:lnTo>
                <a:lnTo>
                  <a:pt x="32391" y="63436"/>
                </a:lnTo>
                <a:lnTo>
                  <a:pt x="32391" y="63825"/>
                </a:lnTo>
                <a:lnTo>
                  <a:pt x="32826" y="64603"/>
                </a:lnTo>
                <a:lnTo>
                  <a:pt x="32826" y="64992"/>
                </a:lnTo>
                <a:lnTo>
                  <a:pt x="33261" y="65381"/>
                </a:lnTo>
                <a:lnTo>
                  <a:pt x="33696" y="65787"/>
                </a:lnTo>
                <a:lnTo>
                  <a:pt x="33696" y="66565"/>
                </a:lnTo>
                <a:lnTo>
                  <a:pt x="34131" y="66953"/>
                </a:lnTo>
                <a:lnTo>
                  <a:pt x="34131" y="67342"/>
                </a:lnTo>
                <a:lnTo>
                  <a:pt x="34566" y="67731"/>
                </a:lnTo>
                <a:lnTo>
                  <a:pt x="34566" y="68526"/>
                </a:lnTo>
                <a:lnTo>
                  <a:pt x="35020" y="68915"/>
                </a:lnTo>
                <a:lnTo>
                  <a:pt x="35455" y="69693"/>
                </a:lnTo>
                <a:lnTo>
                  <a:pt x="35455" y="70082"/>
                </a:lnTo>
                <a:lnTo>
                  <a:pt x="35890" y="70471"/>
                </a:lnTo>
                <a:lnTo>
                  <a:pt x="36325" y="71265"/>
                </a:lnTo>
                <a:lnTo>
                  <a:pt x="36325" y="71654"/>
                </a:lnTo>
                <a:lnTo>
                  <a:pt x="36760" y="72043"/>
                </a:lnTo>
                <a:lnTo>
                  <a:pt x="36760" y="72432"/>
                </a:lnTo>
                <a:lnTo>
                  <a:pt x="37195" y="73226"/>
                </a:lnTo>
                <a:lnTo>
                  <a:pt x="37195" y="73615"/>
                </a:lnTo>
                <a:lnTo>
                  <a:pt x="37630" y="74004"/>
                </a:lnTo>
                <a:lnTo>
                  <a:pt x="38083" y="74782"/>
                </a:lnTo>
                <a:lnTo>
                  <a:pt x="38083" y="75171"/>
                </a:lnTo>
                <a:lnTo>
                  <a:pt x="38518" y="75560"/>
                </a:lnTo>
                <a:lnTo>
                  <a:pt x="38953" y="75965"/>
                </a:lnTo>
                <a:lnTo>
                  <a:pt x="38953" y="76743"/>
                </a:lnTo>
                <a:lnTo>
                  <a:pt x="39388" y="77132"/>
                </a:lnTo>
                <a:lnTo>
                  <a:pt x="39388" y="77521"/>
                </a:lnTo>
                <a:lnTo>
                  <a:pt x="39823" y="78315"/>
                </a:lnTo>
                <a:lnTo>
                  <a:pt x="39823" y="78704"/>
                </a:lnTo>
                <a:lnTo>
                  <a:pt x="40258" y="79093"/>
                </a:lnTo>
                <a:lnTo>
                  <a:pt x="40693" y="79871"/>
                </a:lnTo>
                <a:lnTo>
                  <a:pt x="40693" y="80260"/>
                </a:lnTo>
                <a:lnTo>
                  <a:pt x="41146" y="80665"/>
                </a:lnTo>
                <a:lnTo>
                  <a:pt x="41146" y="81054"/>
                </a:lnTo>
                <a:lnTo>
                  <a:pt x="41581" y="81832"/>
                </a:lnTo>
                <a:lnTo>
                  <a:pt x="42016" y="82221"/>
                </a:lnTo>
                <a:lnTo>
                  <a:pt x="42016" y="82610"/>
                </a:lnTo>
                <a:lnTo>
                  <a:pt x="42451" y="83404"/>
                </a:lnTo>
                <a:lnTo>
                  <a:pt x="42886" y="83793"/>
                </a:lnTo>
                <a:lnTo>
                  <a:pt x="42886" y="84182"/>
                </a:lnTo>
                <a:lnTo>
                  <a:pt x="43321" y="84960"/>
                </a:lnTo>
                <a:lnTo>
                  <a:pt x="43321" y="85349"/>
                </a:lnTo>
                <a:lnTo>
                  <a:pt x="43756" y="85754"/>
                </a:lnTo>
                <a:lnTo>
                  <a:pt x="43756" y="86143"/>
                </a:lnTo>
                <a:lnTo>
                  <a:pt x="44210" y="86921"/>
                </a:lnTo>
                <a:lnTo>
                  <a:pt x="44645" y="87310"/>
                </a:lnTo>
                <a:lnTo>
                  <a:pt x="44645" y="87699"/>
                </a:lnTo>
                <a:lnTo>
                  <a:pt x="45080" y="88494"/>
                </a:lnTo>
                <a:lnTo>
                  <a:pt x="45080" y="88883"/>
                </a:lnTo>
                <a:lnTo>
                  <a:pt x="45515" y="89271"/>
                </a:lnTo>
                <a:lnTo>
                  <a:pt x="45950" y="90049"/>
                </a:lnTo>
                <a:lnTo>
                  <a:pt x="45950" y="90455"/>
                </a:lnTo>
                <a:lnTo>
                  <a:pt x="46385" y="90844"/>
                </a:lnTo>
                <a:lnTo>
                  <a:pt x="46385" y="91233"/>
                </a:lnTo>
                <a:lnTo>
                  <a:pt x="46820" y="91622"/>
                </a:lnTo>
                <a:lnTo>
                  <a:pt x="47273" y="92400"/>
                </a:lnTo>
                <a:lnTo>
                  <a:pt x="47273" y="92789"/>
                </a:lnTo>
                <a:lnTo>
                  <a:pt x="47708" y="93583"/>
                </a:lnTo>
                <a:lnTo>
                  <a:pt x="47708" y="93972"/>
                </a:lnTo>
                <a:lnTo>
                  <a:pt x="48143" y="94361"/>
                </a:lnTo>
                <a:lnTo>
                  <a:pt x="48143" y="94750"/>
                </a:lnTo>
                <a:lnTo>
                  <a:pt x="48578" y="95544"/>
                </a:lnTo>
                <a:lnTo>
                  <a:pt x="49013" y="95933"/>
                </a:lnTo>
                <a:lnTo>
                  <a:pt x="49013" y="96322"/>
                </a:lnTo>
                <a:lnTo>
                  <a:pt x="49448" y="96711"/>
                </a:lnTo>
                <a:lnTo>
                  <a:pt x="49901" y="97489"/>
                </a:lnTo>
                <a:lnTo>
                  <a:pt x="49901" y="97894"/>
                </a:lnTo>
                <a:lnTo>
                  <a:pt x="50336" y="98283"/>
                </a:lnTo>
                <a:lnTo>
                  <a:pt x="50336" y="99061"/>
                </a:lnTo>
                <a:lnTo>
                  <a:pt x="50771" y="99450"/>
                </a:lnTo>
                <a:lnTo>
                  <a:pt x="51206" y="99839"/>
                </a:lnTo>
                <a:lnTo>
                  <a:pt x="51206" y="100244"/>
                </a:lnTo>
                <a:lnTo>
                  <a:pt x="51641" y="101022"/>
                </a:lnTo>
                <a:lnTo>
                  <a:pt x="51641" y="101411"/>
                </a:lnTo>
                <a:lnTo>
                  <a:pt x="52076" y="101800"/>
                </a:lnTo>
              </a:path>
            </a:pathLst>
          </a:custGeom>
          <a:ln w="24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953195" y="2795874"/>
            <a:ext cx="52095" cy="97894"/>
          </a:xfrm>
          <a:custGeom>
            <a:avLst/>
            <a:gdLst/>
            <a:ahLst/>
            <a:cxnLst/>
            <a:rect l="l" t="t" r="r" b="b"/>
            <a:pathLst>
              <a:path w="52095" h="97894">
                <a:moveTo>
                  <a:pt x="0" y="0"/>
                </a:moveTo>
                <a:lnTo>
                  <a:pt x="0" y="777"/>
                </a:lnTo>
                <a:lnTo>
                  <a:pt x="435" y="1183"/>
                </a:lnTo>
                <a:lnTo>
                  <a:pt x="888" y="1572"/>
                </a:lnTo>
                <a:lnTo>
                  <a:pt x="888" y="1961"/>
                </a:lnTo>
                <a:lnTo>
                  <a:pt x="1323" y="2739"/>
                </a:lnTo>
                <a:lnTo>
                  <a:pt x="1758" y="3128"/>
                </a:lnTo>
                <a:lnTo>
                  <a:pt x="1758" y="3533"/>
                </a:lnTo>
                <a:lnTo>
                  <a:pt x="2193" y="4311"/>
                </a:lnTo>
                <a:lnTo>
                  <a:pt x="2193" y="4700"/>
                </a:lnTo>
                <a:lnTo>
                  <a:pt x="2628" y="5089"/>
                </a:lnTo>
                <a:lnTo>
                  <a:pt x="2628" y="5478"/>
                </a:lnTo>
                <a:lnTo>
                  <a:pt x="3063" y="6272"/>
                </a:lnTo>
                <a:lnTo>
                  <a:pt x="3498" y="6661"/>
                </a:lnTo>
                <a:lnTo>
                  <a:pt x="3498" y="7050"/>
                </a:lnTo>
                <a:lnTo>
                  <a:pt x="3951" y="7828"/>
                </a:lnTo>
                <a:lnTo>
                  <a:pt x="3951" y="8217"/>
                </a:lnTo>
                <a:lnTo>
                  <a:pt x="4386" y="8622"/>
                </a:lnTo>
                <a:lnTo>
                  <a:pt x="4821" y="9011"/>
                </a:lnTo>
                <a:lnTo>
                  <a:pt x="4821" y="9789"/>
                </a:lnTo>
                <a:lnTo>
                  <a:pt x="5256" y="10178"/>
                </a:lnTo>
                <a:lnTo>
                  <a:pt x="5256" y="10567"/>
                </a:lnTo>
                <a:lnTo>
                  <a:pt x="5691" y="10972"/>
                </a:lnTo>
                <a:lnTo>
                  <a:pt x="6126" y="11750"/>
                </a:lnTo>
                <a:lnTo>
                  <a:pt x="6126" y="12139"/>
                </a:lnTo>
                <a:lnTo>
                  <a:pt x="6561" y="12528"/>
                </a:lnTo>
                <a:lnTo>
                  <a:pt x="6561" y="13322"/>
                </a:lnTo>
                <a:lnTo>
                  <a:pt x="7014" y="13711"/>
                </a:lnTo>
                <a:lnTo>
                  <a:pt x="7449" y="14100"/>
                </a:lnTo>
                <a:lnTo>
                  <a:pt x="7449" y="14489"/>
                </a:lnTo>
                <a:lnTo>
                  <a:pt x="7884" y="15267"/>
                </a:lnTo>
                <a:lnTo>
                  <a:pt x="7884" y="15672"/>
                </a:lnTo>
                <a:lnTo>
                  <a:pt x="8319" y="16061"/>
                </a:lnTo>
                <a:lnTo>
                  <a:pt x="8755" y="16839"/>
                </a:lnTo>
                <a:lnTo>
                  <a:pt x="8755" y="17228"/>
                </a:lnTo>
                <a:lnTo>
                  <a:pt x="9190" y="17617"/>
                </a:lnTo>
                <a:lnTo>
                  <a:pt x="9190" y="18006"/>
                </a:lnTo>
                <a:lnTo>
                  <a:pt x="9625" y="18800"/>
                </a:lnTo>
                <a:lnTo>
                  <a:pt x="10078" y="19189"/>
                </a:lnTo>
                <a:lnTo>
                  <a:pt x="10078" y="19578"/>
                </a:lnTo>
                <a:lnTo>
                  <a:pt x="10513" y="20356"/>
                </a:lnTo>
                <a:lnTo>
                  <a:pt x="10513" y="20762"/>
                </a:lnTo>
                <a:lnTo>
                  <a:pt x="10948" y="21151"/>
                </a:lnTo>
                <a:lnTo>
                  <a:pt x="10948" y="21540"/>
                </a:lnTo>
                <a:lnTo>
                  <a:pt x="11383" y="22317"/>
                </a:lnTo>
                <a:lnTo>
                  <a:pt x="11818" y="22706"/>
                </a:lnTo>
                <a:lnTo>
                  <a:pt x="11818" y="23112"/>
                </a:lnTo>
                <a:lnTo>
                  <a:pt x="12253" y="23501"/>
                </a:lnTo>
                <a:lnTo>
                  <a:pt x="12706" y="24279"/>
                </a:lnTo>
                <a:lnTo>
                  <a:pt x="12706" y="24668"/>
                </a:lnTo>
                <a:lnTo>
                  <a:pt x="13141" y="25057"/>
                </a:lnTo>
                <a:lnTo>
                  <a:pt x="13141" y="25446"/>
                </a:lnTo>
                <a:lnTo>
                  <a:pt x="13576" y="26240"/>
                </a:lnTo>
                <a:lnTo>
                  <a:pt x="13576" y="26629"/>
                </a:lnTo>
                <a:lnTo>
                  <a:pt x="14011" y="27018"/>
                </a:lnTo>
                <a:lnTo>
                  <a:pt x="14446" y="27796"/>
                </a:lnTo>
                <a:lnTo>
                  <a:pt x="14446" y="28201"/>
                </a:lnTo>
                <a:lnTo>
                  <a:pt x="14881" y="28590"/>
                </a:lnTo>
                <a:lnTo>
                  <a:pt x="14881" y="28979"/>
                </a:lnTo>
                <a:lnTo>
                  <a:pt x="15316" y="29757"/>
                </a:lnTo>
                <a:lnTo>
                  <a:pt x="15769" y="30146"/>
                </a:lnTo>
                <a:lnTo>
                  <a:pt x="15769" y="30551"/>
                </a:lnTo>
                <a:lnTo>
                  <a:pt x="16204" y="30940"/>
                </a:lnTo>
                <a:lnTo>
                  <a:pt x="16639" y="31718"/>
                </a:lnTo>
                <a:lnTo>
                  <a:pt x="16639" y="32107"/>
                </a:lnTo>
                <a:lnTo>
                  <a:pt x="17075" y="32496"/>
                </a:lnTo>
                <a:lnTo>
                  <a:pt x="17075" y="33290"/>
                </a:lnTo>
                <a:lnTo>
                  <a:pt x="17510" y="33679"/>
                </a:lnTo>
                <a:lnTo>
                  <a:pt x="17510" y="34068"/>
                </a:lnTo>
                <a:lnTo>
                  <a:pt x="17945" y="34457"/>
                </a:lnTo>
                <a:lnTo>
                  <a:pt x="18380" y="34846"/>
                </a:lnTo>
                <a:lnTo>
                  <a:pt x="18380" y="35640"/>
                </a:lnTo>
                <a:lnTo>
                  <a:pt x="18833" y="36029"/>
                </a:lnTo>
                <a:lnTo>
                  <a:pt x="19268" y="36418"/>
                </a:lnTo>
                <a:lnTo>
                  <a:pt x="19268" y="37196"/>
                </a:lnTo>
                <a:lnTo>
                  <a:pt x="19703" y="37585"/>
                </a:lnTo>
                <a:lnTo>
                  <a:pt x="19703" y="37990"/>
                </a:lnTo>
                <a:lnTo>
                  <a:pt x="20138" y="38379"/>
                </a:lnTo>
                <a:lnTo>
                  <a:pt x="20138" y="39157"/>
                </a:lnTo>
                <a:lnTo>
                  <a:pt x="20573" y="39546"/>
                </a:lnTo>
                <a:lnTo>
                  <a:pt x="21008" y="39935"/>
                </a:lnTo>
                <a:lnTo>
                  <a:pt x="21008" y="40340"/>
                </a:lnTo>
                <a:lnTo>
                  <a:pt x="21443" y="41118"/>
                </a:lnTo>
                <a:lnTo>
                  <a:pt x="21443" y="41507"/>
                </a:lnTo>
                <a:lnTo>
                  <a:pt x="21896" y="41896"/>
                </a:lnTo>
                <a:lnTo>
                  <a:pt x="21896" y="42674"/>
                </a:lnTo>
                <a:lnTo>
                  <a:pt x="22331" y="43080"/>
                </a:lnTo>
                <a:lnTo>
                  <a:pt x="22766" y="43469"/>
                </a:lnTo>
                <a:lnTo>
                  <a:pt x="23201" y="43858"/>
                </a:lnTo>
                <a:lnTo>
                  <a:pt x="23201" y="44247"/>
                </a:lnTo>
                <a:lnTo>
                  <a:pt x="23636" y="45024"/>
                </a:lnTo>
                <a:lnTo>
                  <a:pt x="23636" y="45430"/>
                </a:lnTo>
                <a:lnTo>
                  <a:pt x="24071" y="45819"/>
                </a:lnTo>
                <a:lnTo>
                  <a:pt x="24071" y="46597"/>
                </a:lnTo>
                <a:lnTo>
                  <a:pt x="24506" y="46986"/>
                </a:lnTo>
                <a:lnTo>
                  <a:pt x="24959" y="47375"/>
                </a:lnTo>
                <a:lnTo>
                  <a:pt x="24959" y="47780"/>
                </a:lnTo>
                <a:lnTo>
                  <a:pt x="25395" y="48558"/>
                </a:lnTo>
                <a:lnTo>
                  <a:pt x="25395" y="48947"/>
                </a:lnTo>
                <a:lnTo>
                  <a:pt x="25830" y="49336"/>
                </a:lnTo>
                <a:lnTo>
                  <a:pt x="25830" y="49725"/>
                </a:lnTo>
                <a:lnTo>
                  <a:pt x="26265" y="50114"/>
                </a:lnTo>
                <a:lnTo>
                  <a:pt x="26700" y="50908"/>
                </a:lnTo>
                <a:lnTo>
                  <a:pt x="26700" y="51297"/>
                </a:lnTo>
                <a:lnTo>
                  <a:pt x="27135" y="51686"/>
                </a:lnTo>
                <a:lnTo>
                  <a:pt x="27588" y="52464"/>
                </a:lnTo>
                <a:lnTo>
                  <a:pt x="27588" y="52869"/>
                </a:lnTo>
                <a:lnTo>
                  <a:pt x="28023" y="53258"/>
                </a:lnTo>
                <a:lnTo>
                  <a:pt x="28023" y="53647"/>
                </a:lnTo>
                <a:lnTo>
                  <a:pt x="28458" y="54425"/>
                </a:lnTo>
                <a:lnTo>
                  <a:pt x="28458" y="54814"/>
                </a:lnTo>
                <a:lnTo>
                  <a:pt x="28893" y="55219"/>
                </a:lnTo>
                <a:lnTo>
                  <a:pt x="29328" y="55608"/>
                </a:lnTo>
                <a:lnTo>
                  <a:pt x="29328" y="55997"/>
                </a:lnTo>
                <a:lnTo>
                  <a:pt x="29763" y="56775"/>
                </a:lnTo>
                <a:lnTo>
                  <a:pt x="30198" y="57164"/>
                </a:lnTo>
                <a:lnTo>
                  <a:pt x="30198" y="57569"/>
                </a:lnTo>
                <a:lnTo>
                  <a:pt x="30651" y="58347"/>
                </a:lnTo>
                <a:lnTo>
                  <a:pt x="30651" y="58736"/>
                </a:lnTo>
                <a:lnTo>
                  <a:pt x="31086" y="59125"/>
                </a:lnTo>
                <a:lnTo>
                  <a:pt x="31521" y="59514"/>
                </a:lnTo>
                <a:lnTo>
                  <a:pt x="31521" y="60308"/>
                </a:lnTo>
                <a:lnTo>
                  <a:pt x="31956" y="60697"/>
                </a:lnTo>
                <a:lnTo>
                  <a:pt x="31956" y="61086"/>
                </a:lnTo>
                <a:lnTo>
                  <a:pt x="32391" y="61475"/>
                </a:lnTo>
                <a:lnTo>
                  <a:pt x="32391" y="62253"/>
                </a:lnTo>
                <a:lnTo>
                  <a:pt x="32826" y="62658"/>
                </a:lnTo>
                <a:lnTo>
                  <a:pt x="33261" y="63047"/>
                </a:lnTo>
                <a:lnTo>
                  <a:pt x="33261" y="63436"/>
                </a:lnTo>
                <a:lnTo>
                  <a:pt x="33714" y="63825"/>
                </a:lnTo>
                <a:lnTo>
                  <a:pt x="34150" y="64603"/>
                </a:lnTo>
                <a:lnTo>
                  <a:pt x="34150" y="65009"/>
                </a:lnTo>
                <a:lnTo>
                  <a:pt x="34585" y="65398"/>
                </a:lnTo>
                <a:lnTo>
                  <a:pt x="34585" y="66176"/>
                </a:lnTo>
                <a:lnTo>
                  <a:pt x="35020" y="66565"/>
                </a:lnTo>
                <a:lnTo>
                  <a:pt x="35020" y="66953"/>
                </a:lnTo>
                <a:lnTo>
                  <a:pt x="35455" y="67342"/>
                </a:lnTo>
                <a:lnTo>
                  <a:pt x="35890" y="68137"/>
                </a:lnTo>
                <a:lnTo>
                  <a:pt x="35890" y="68526"/>
                </a:lnTo>
                <a:lnTo>
                  <a:pt x="36325" y="68915"/>
                </a:lnTo>
                <a:lnTo>
                  <a:pt x="36325" y="69304"/>
                </a:lnTo>
                <a:lnTo>
                  <a:pt x="36778" y="69693"/>
                </a:lnTo>
                <a:lnTo>
                  <a:pt x="37213" y="70487"/>
                </a:lnTo>
                <a:lnTo>
                  <a:pt x="37213" y="70876"/>
                </a:lnTo>
                <a:lnTo>
                  <a:pt x="37648" y="71265"/>
                </a:lnTo>
                <a:lnTo>
                  <a:pt x="37648" y="71654"/>
                </a:lnTo>
                <a:lnTo>
                  <a:pt x="38083" y="72448"/>
                </a:lnTo>
                <a:lnTo>
                  <a:pt x="38518" y="72837"/>
                </a:lnTo>
                <a:lnTo>
                  <a:pt x="38518" y="73226"/>
                </a:lnTo>
                <a:lnTo>
                  <a:pt x="38953" y="73615"/>
                </a:lnTo>
                <a:lnTo>
                  <a:pt x="38953" y="74004"/>
                </a:lnTo>
                <a:lnTo>
                  <a:pt x="39406" y="74782"/>
                </a:lnTo>
                <a:lnTo>
                  <a:pt x="39406" y="75187"/>
                </a:lnTo>
                <a:lnTo>
                  <a:pt x="39841" y="75576"/>
                </a:lnTo>
                <a:lnTo>
                  <a:pt x="40276" y="76354"/>
                </a:lnTo>
                <a:lnTo>
                  <a:pt x="40276" y="76743"/>
                </a:lnTo>
                <a:lnTo>
                  <a:pt x="40711" y="77132"/>
                </a:lnTo>
                <a:lnTo>
                  <a:pt x="41146" y="77537"/>
                </a:lnTo>
                <a:lnTo>
                  <a:pt x="41146" y="78315"/>
                </a:lnTo>
                <a:lnTo>
                  <a:pt x="41581" y="78704"/>
                </a:lnTo>
                <a:lnTo>
                  <a:pt x="41581" y="79093"/>
                </a:lnTo>
                <a:lnTo>
                  <a:pt x="42016" y="79482"/>
                </a:lnTo>
                <a:lnTo>
                  <a:pt x="42470" y="79887"/>
                </a:lnTo>
                <a:lnTo>
                  <a:pt x="42470" y="80665"/>
                </a:lnTo>
                <a:lnTo>
                  <a:pt x="42905" y="81054"/>
                </a:lnTo>
                <a:lnTo>
                  <a:pt x="42905" y="81443"/>
                </a:lnTo>
                <a:lnTo>
                  <a:pt x="43340" y="81832"/>
                </a:lnTo>
                <a:lnTo>
                  <a:pt x="43340" y="82626"/>
                </a:lnTo>
                <a:lnTo>
                  <a:pt x="43775" y="83015"/>
                </a:lnTo>
                <a:lnTo>
                  <a:pt x="44210" y="83404"/>
                </a:lnTo>
                <a:lnTo>
                  <a:pt x="44210" y="83793"/>
                </a:lnTo>
                <a:lnTo>
                  <a:pt x="44645" y="84182"/>
                </a:lnTo>
                <a:lnTo>
                  <a:pt x="45080" y="84976"/>
                </a:lnTo>
                <a:lnTo>
                  <a:pt x="45080" y="85365"/>
                </a:lnTo>
                <a:lnTo>
                  <a:pt x="45533" y="85754"/>
                </a:lnTo>
                <a:lnTo>
                  <a:pt x="45533" y="86143"/>
                </a:lnTo>
                <a:lnTo>
                  <a:pt x="45968" y="86532"/>
                </a:lnTo>
                <a:lnTo>
                  <a:pt x="45968" y="87327"/>
                </a:lnTo>
                <a:lnTo>
                  <a:pt x="46403" y="87716"/>
                </a:lnTo>
                <a:lnTo>
                  <a:pt x="46838" y="88105"/>
                </a:lnTo>
                <a:lnTo>
                  <a:pt x="46838" y="88494"/>
                </a:lnTo>
                <a:lnTo>
                  <a:pt x="47273" y="89271"/>
                </a:lnTo>
                <a:lnTo>
                  <a:pt x="47273" y="89677"/>
                </a:lnTo>
                <a:lnTo>
                  <a:pt x="47708" y="90066"/>
                </a:lnTo>
                <a:lnTo>
                  <a:pt x="48143" y="90455"/>
                </a:lnTo>
                <a:lnTo>
                  <a:pt x="48143" y="90844"/>
                </a:lnTo>
                <a:lnTo>
                  <a:pt x="48596" y="91622"/>
                </a:lnTo>
                <a:lnTo>
                  <a:pt x="49031" y="92011"/>
                </a:lnTo>
                <a:lnTo>
                  <a:pt x="49031" y="92416"/>
                </a:lnTo>
                <a:lnTo>
                  <a:pt x="49466" y="92805"/>
                </a:lnTo>
                <a:lnTo>
                  <a:pt x="49466" y="93583"/>
                </a:lnTo>
                <a:lnTo>
                  <a:pt x="49901" y="93972"/>
                </a:lnTo>
                <a:lnTo>
                  <a:pt x="49901" y="94361"/>
                </a:lnTo>
                <a:lnTo>
                  <a:pt x="50336" y="94766"/>
                </a:lnTo>
                <a:lnTo>
                  <a:pt x="50771" y="95544"/>
                </a:lnTo>
                <a:lnTo>
                  <a:pt x="50771" y="95933"/>
                </a:lnTo>
                <a:lnTo>
                  <a:pt x="51206" y="96322"/>
                </a:lnTo>
                <a:lnTo>
                  <a:pt x="51206" y="96711"/>
                </a:lnTo>
                <a:lnTo>
                  <a:pt x="51660" y="97116"/>
                </a:lnTo>
                <a:lnTo>
                  <a:pt x="52095" y="97894"/>
                </a:lnTo>
              </a:path>
            </a:pathLst>
          </a:custGeom>
          <a:ln w="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6005290" y="2893768"/>
            <a:ext cx="51641" cy="91622"/>
          </a:xfrm>
          <a:custGeom>
            <a:avLst/>
            <a:gdLst/>
            <a:ahLst/>
            <a:cxnLst/>
            <a:rect l="l" t="t" r="r" b="b"/>
            <a:pathLst>
              <a:path w="51641" h="91622">
                <a:moveTo>
                  <a:pt x="0" y="0"/>
                </a:moveTo>
                <a:lnTo>
                  <a:pt x="0" y="388"/>
                </a:lnTo>
                <a:lnTo>
                  <a:pt x="435" y="777"/>
                </a:lnTo>
                <a:lnTo>
                  <a:pt x="435" y="1166"/>
                </a:lnTo>
                <a:lnTo>
                  <a:pt x="870" y="1572"/>
                </a:lnTo>
                <a:lnTo>
                  <a:pt x="1305" y="2350"/>
                </a:lnTo>
                <a:lnTo>
                  <a:pt x="1305" y="2739"/>
                </a:lnTo>
                <a:lnTo>
                  <a:pt x="1740" y="3128"/>
                </a:lnTo>
                <a:lnTo>
                  <a:pt x="1740" y="3517"/>
                </a:lnTo>
                <a:lnTo>
                  <a:pt x="2175" y="4311"/>
                </a:lnTo>
                <a:lnTo>
                  <a:pt x="2175" y="4700"/>
                </a:lnTo>
                <a:lnTo>
                  <a:pt x="2628" y="5089"/>
                </a:lnTo>
                <a:lnTo>
                  <a:pt x="3063" y="5478"/>
                </a:lnTo>
                <a:lnTo>
                  <a:pt x="3063" y="5867"/>
                </a:lnTo>
                <a:lnTo>
                  <a:pt x="3498" y="6661"/>
                </a:lnTo>
                <a:lnTo>
                  <a:pt x="3933" y="7050"/>
                </a:lnTo>
                <a:lnTo>
                  <a:pt x="3933" y="7439"/>
                </a:lnTo>
                <a:lnTo>
                  <a:pt x="4368" y="7828"/>
                </a:lnTo>
                <a:lnTo>
                  <a:pt x="4368" y="8217"/>
                </a:lnTo>
                <a:lnTo>
                  <a:pt x="4803" y="9011"/>
                </a:lnTo>
                <a:lnTo>
                  <a:pt x="5256" y="9400"/>
                </a:lnTo>
                <a:lnTo>
                  <a:pt x="5256" y="9789"/>
                </a:lnTo>
                <a:lnTo>
                  <a:pt x="5691" y="10178"/>
                </a:lnTo>
                <a:lnTo>
                  <a:pt x="5691" y="10956"/>
                </a:lnTo>
                <a:lnTo>
                  <a:pt x="6126" y="11345"/>
                </a:lnTo>
                <a:lnTo>
                  <a:pt x="6126" y="11750"/>
                </a:lnTo>
                <a:lnTo>
                  <a:pt x="6561" y="12139"/>
                </a:lnTo>
                <a:lnTo>
                  <a:pt x="6996" y="12528"/>
                </a:lnTo>
                <a:lnTo>
                  <a:pt x="6996" y="13306"/>
                </a:lnTo>
                <a:lnTo>
                  <a:pt x="7431" y="13695"/>
                </a:lnTo>
                <a:lnTo>
                  <a:pt x="7866" y="14100"/>
                </a:lnTo>
                <a:lnTo>
                  <a:pt x="7866" y="14489"/>
                </a:lnTo>
                <a:lnTo>
                  <a:pt x="8319" y="15267"/>
                </a:lnTo>
                <a:lnTo>
                  <a:pt x="8319" y="15656"/>
                </a:lnTo>
                <a:lnTo>
                  <a:pt x="8755" y="16045"/>
                </a:lnTo>
                <a:lnTo>
                  <a:pt x="8755" y="16450"/>
                </a:lnTo>
                <a:lnTo>
                  <a:pt x="9190" y="16839"/>
                </a:lnTo>
                <a:lnTo>
                  <a:pt x="9625" y="17617"/>
                </a:lnTo>
                <a:lnTo>
                  <a:pt x="9625" y="18006"/>
                </a:lnTo>
                <a:lnTo>
                  <a:pt x="10060" y="18395"/>
                </a:lnTo>
                <a:lnTo>
                  <a:pt x="10495" y="18800"/>
                </a:lnTo>
                <a:lnTo>
                  <a:pt x="10495" y="19189"/>
                </a:lnTo>
                <a:lnTo>
                  <a:pt x="10930" y="19967"/>
                </a:lnTo>
                <a:lnTo>
                  <a:pt x="10930" y="20356"/>
                </a:lnTo>
                <a:lnTo>
                  <a:pt x="11383" y="20745"/>
                </a:lnTo>
                <a:lnTo>
                  <a:pt x="11383" y="21134"/>
                </a:lnTo>
                <a:lnTo>
                  <a:pt x="11818" y="21540"/>
                </a:lnTo>
                <a:lnTo>
                  <a:pt x="12253" y="21929"/>
                </a:lnTo>
                <a:lnTo>
                  <a:pt x="12253" y="22706"/>
                </a:lnTo>
                <a:lnTo>
                  <a:pt x="12688" y="23095"/>
                </a:lnTo>
                <a:lnTo>
                  <a:pt x="12688" y="23484"/>
                </a:lnTo>
                <a:lnTo>
                  <a:pt x="13123" y="23890"/>
                </a:lnTo>
                <a:lnTo>
                  <a:pt x="13558" y="24279"/>
                </a:lnTo>
                <a:lnTo>
                  <a:pt x="13558" y="25057"/>
                </a:lnTo>
                <a:lnTo>
                  <a:pt x="13993" y="25446"/>
                </a:lnTo>
                <a:lnTo>
                  <a:pt x="14446" y="25835"/>
                </a:lnTo>
                <a:lnTo>
                  <a:pt x="14446" y="26240"/>
                </a:lnTo>
                <a:lnTo>
                  <a:pt x="14881" y="27018"/>
                </a:lnTo>
                <a:lnTo>
                  <a:pt x="14881" y="27407"/>
                </a:lnTo>
                <a:lnTo>
                  <a:pt x="15316" y="27796"/>
                </a:lnTo>
                <a:lnTo>
                  <a:pt x="15316" y="28185"/>
                </a:lnTo>
                <a:lnTo>
                  <a:pt x="15751" y="28574"/>
                </a:lnTo>
                <a:lnTo>
                  <a:pt x="16186" y="28979"/>
                </a:lnTo>
                <a:lnTo>
                  <a:pt x="16186" y="29757"/>
                </a:lnTo>
                <a:lnTo>
                  <a:pt x="16621" y="30146"/>
                </a:lnTo>
                <a:lnTo>
                  <a:pt x="16621" y="30535"/>
                </a:lnTo>
                <a:lnTo>
                  <a:pt x="17075" y="30924"/>
                </a:lnTo>
                <a:lnTo>
                  <a:pt x="17075" y="31329"/>
                </a:lnTo>
                <a:lnTo>
                  <a:pt x="17510" y="32107"/>
                </a:lnTo>
                <a:lnTo>
                  <a:pt x="17945" y="32496"/>
                </a:lnTo>
                <a:lnTo>
                  <a:pt x="17945" y="32885"/>
                </a:lnTo>
                <a:lnTo>
                  <a:pt x="18380" y="33274"/>
                </a:lnTo>
                <a:lnTo>
                  <a:pt x="18815" y="33679"/>
                </a:lnTo>
                <a:lnTo>
                  <a:pt x="18815" y="34457"/>
                </a:lnTo>
                <a:lnTo>
                  <a:pt x="19250" y="34846"/>
                </a:lnTo>
                <a:lnTo>
                  <a:pt x="19250" y="35235"/>
                </a:lnTo>
                <a:lnTo>
                  <a:pt x="19685" y="35624"/>
                </a:lnTo>
                <a:lnTo>
                  <a:pt x="19685" y="36013"/>
                </a:lnTo>
                <a:lnTo>
                  <a:pt x="20138" y="36418"/>
                </a:lnTo>
                <a:lnTo>
                  <a:pt x="20573" y="37196"/>
                </a:lnTo>
                <a:lnTo>
                  <a:pt x="20573" y="37585"/>
                </a:lnTo>
                <a:lnTo>
                  <a:pt x="21008" y="37974"/>
                </a:lnTo>
                <a:lnTo>
                  <a:pt x="21443" y="38363"/>
                </a:lnTo>
                <a:lnTo>
                  <a:pt x="21443" y="38768"/>
                </a:lnTo>
                <a:lnTo>
                  <a:pt x="21878" y="39546"/>
                </a:lnTo>
                <a:lnTo>
                  <a:pt x="21878" y="39935"/>
                </a:lnTo>
                <a:lnTo>
                  <a:pt x="22313" y="40324"/>
                </a:lnTo>
                <a:lnTo>
                  <a:pt x="22748" y="40713"/>
                </a:lnTo>
                <a:lnTo>
                  <a:pt x="22748" y="41118"/>
                </a:lnTo>
                <a:lnTo>
                  <a:pt x="23201" y="41507"/>
                </a:lnTo>
                <a:lnTo>
                  <a:pt x="23201" y="42285"/>
                </a:lnTo>
                <a:lnTo>
                  <a:pt x="23636" y="42674"/>
                </a:lnTo>
                <a:lnTo>
                  <a:pt x="23636" y="43063"/>
                </a:lnTo>
                <a:lnTo>
                  <a:pt x="24071" y="43469"/>
                </a:lnTo>
                <a:lnTo>
                  <a:pt x="24506" y="43858"/>
                </a:lnTo>
                <a:lnTo>
                  <a:pt x="24506" y="44635"/>
                </a:lnTo>
                <a:lnTo>
                  <a:pt x="24941" y="45024"/>
                </a:lnTo>
                <a:lnTo>
                  <a:pt x="25376" y="45413"/>
                </a:lnTo>
                <a:lnTo>
                  <a:pt x="25376" y="45802"/>
                </a:lnTo>
                <a:lnTo>
                  <a:pt x="25811" y="46208"/>
                </a:lnTo>
                <a:lnTo>
                  <a:pt x="25811" y="46597"/>
                </a:lnTo>
                <a:lnTo>
                  <a:pt x="26265" y="47375"/>
                </a:lnTo>
                <a:lnTo>
                  <a:pt x="26265" y="47764"/>
                </a:lnTo>
                <a:lnTo>
                  <a:pt x="26700" y="48153"/>
                </a:lnTo>
                <a:lnTo>
                  <a:pt x="27135" y="48558"/>
                </a:lnTo>
                <a:lnTo>
                  <a:pt x="27135" y="48947"/>
                </a:lnTo>
                <a:lnTo>
                  <a:pt x="27570" y="49725"/>
                </a:lnTo>
                <a:lnTo>
                  <a:pt x="27570" y="50114"/>
                </a:lnTo>
                <a:lnTo>
                  <a:pt x="28005" y="50503"/>
                </a:lnTo>
                <a:lnTo>
                  <a:pt x="28005" y="50908"/>
                </a:lnTo>
                <a:lnTo>
                  <a:pt x="28440" y="51297"/>
                </a:lnTo>
                <a:lnTo>
                  <a:pt x="28875" y="51686"/>
                </a:lnTo>
                <a:lnTo>
                  <a:pt x="28875" y="52464"/>
                </a:lnTo>
                <a:lnTo>
                  <a:pt x="29328" y="52853"/>
                </a:lnTo>
                <a:lnTo>
                  <a:pt x="29763" y="53242"/>
                </a:lnTo>
                <a:lnTo>
                  <a:pt x="29763" y="53647"/>
                </a:lnTo>
                <a:lnTo>
                  <a:pt x="30198" y="54036"/>
                </a:lnTo>
                <a:lnTo>
                  <a:pt x="30198" y="54425"/>
                </a:lnTo>
                <a:lnTo>
                  <a:pt x="30633" y="55203"/>
                </a:lnTo>
                <a:lnTo>
                  <a:pt x="31068" y="55592"/>
                </a:lnTo>
                <a:lnTo>
                  <a:pt x="31068" y="55997"/>
                </a:lnTo>
                <a:lnTo>
                  <a:pt x="31503" y="56386"/>
                </a:lnTo>
                <a:lnTo>
                  <a:pt x="31503" y="56775"/>
                </a:lnTo>
                <a:lnTo>
                  <a:pt x="31956" y="57553"/>
                </a:lnTo>
                <a:lnTo>
                  <a:pt x="32391" y="57942"/>
                </a:lnTo>
                <a:lnTo>
                  <a:pt x="32391" y="58347"/>
                </a:lnTo>
                <a:lnTo>
                  <a:pt x="32826" y="58736"/>
                </a:lnTo>
                <a:lnTo>
                  <a:pt x="32826" y="59125"/>
                </a:lnTo>
                <a:lnTo>
                  <a:pt x="33261" y="59514"/>
                </a:lnTo>
                <a:lnTo>
                  <a:pt x="33696" y="60292"/>
                </a:lnTo>
                <a:lnTo>
                  <a:pt x="33696" y="60697"/>
                </a:lnTo>
                <a:lnTo>
                  <a:pt x="34131" y="61086"/>
                </a:lnTo>
                <a:lnTo>
                  <a:pt x="34131" y="61475"/>
                </a:lnTo>
                <a:lnTo>
                  <a:pt x="34566" y="61864"/>
                </a:lnTo>
                <a:lnTo>
                  <a:pt x="34566" y="62253"/>
                </a:lnTo>
                <a:lnTo>
                  <a:pt x="35020" y="62642"/>
                </a:lnTo>
                <a:lnTo>
                  <a:pt x="35455" y="63436"/>
                </a:lnTo>
                <a:lnTo>
                  <a:pt x="35455" y="63825"/>
                </a:lnTo>
                <a:lnTo>
                  <a:pt x="35890" y="64214"/>
                </a:lnTo>
                <a:lnTo>
                  <a:pt x="36325" y="64603"/>
                </a:lnTo>
                <a:lnTo>
                  <a:pt x="36325" y="64992"/>
                </a:lnTo>
                <a:lnTo>
                  <a:pt x="36760" y="65381"/>
                </a:lnTo>
                <a:lnTo>
                  <a:pt x="36760" y="66176"/>
                </a:lnTo>
                <a:lnTo>
                  <a:pt x="37195" y="66565"/>
                </a:lnTo>
                <a:lnTo>
                  <a:pt x="37195" y="66953"/>
                </a:lnTo>
                <a:lnTo>
                  <a:pt x="37630" y="67342"/>
                </a:lnTo>
                <a:lnTo>
                  <a:pt x="38083" y="67731"/>
                </a:lnTo>
                <a:lnTo>
                  <a:pt x="38083" y="68137"/>
                </a:lnTo>
                <a:lnTo>
                  <a:pt x="38518" y="68526"/>
                </a:lnTo>
                <a:lnTo>
                  <a:pt x="38518" y="69304"/>
                </a:lnTo>
                <a:lnTo>
                  <a:pt x="38953" y="69693"/>
                </a:lnTo>
                <a:lnTo>
                  <a:pt x="39388" y="70082"/>
                </a:lnTo>
                <a:lnTo>
                  <a:pt x="39388" y="70471"/>
                </a:lnTo>
                <a:lnTo>
                  <a:pt x="39823" y="70876"/>
                </a:lnTo>
                <a:lnTo>
                  <a:pt x="40258" y="71265"/>
                </a:lnTo>
                <a:lnTo>
                  <a:pt x="40258" y="72043"/>
                </a:lnTo>
                <a:lnTo>
                  <a:pt x="40693" y="72432"/>
                </a:lnTo>
                <a:lnTo>
                  <a:pt x="40693" y="72821"/>
                </a:lnTo>
                <a:lnTo>
                  <a:pt x="41146" y="73226"/>
                </a:lnTo>
                <a:lnTo>
                  <a:pt x="41146" y="73615"/>
                </a:lnTo>
                <a:lnTo>
                  <a:pt x="41581" y="74004"/>
                </a:lnTo>
                <a:lnTo>
                  <a:pt x="42016" y="74393"/>
                </a:lnTo>
                <a:lnTo>
                  <a:pt x="42016" y="75171"/>
                </a:lnTo>
                <a:lnTo>
                  <a:pt x="42451" y="75576"/>
                </a:lnTo>
                <a:lnTo>
                  <a:pt x="42451" y="75965"/>
                </a:lnTo>
                <a:lnTo>
                  <a:pt x="42886" y="76354"/>
                </a:lnTo>
                <a:lnTo>
                  <a:pt x="43321" y="76743"/>
                </a:lnTo>
                <a:lnTo>
                  <a:pt x="43321" y="77132"/>
                </a:lnTo>
                <a:lnTo>
                  <a:pt x="43756" y="77910"/>
                </a:lnTo>
                <a:lnTo>
                  <a:pt x="43756" y="78315"/>
                </a:lnTo>
                <a:lnTo>
                  <a:pt x="44210" y="78704"/>
                </a:lnTo>
                <a:lnTo>
                  <a:pt x="44645" y="79093"/>
                </a:lnTo>
                <a:lnTo>
                  <a:pt x="44645" y="79482"/>
                </a:lnTo>
                <a:lnTo>
                  <a:pt x="45080" y="79871"/>
                </a:lnTo>
                <a:lnTo>
                  <a:pt x="45080" y="80665"/>
                </a:lnTo>
                <a:lnTo>
                  <a:pt x="45515" y="81054"/>
                </a:lnTo>
                <a:lnTo>
                  <a:pt x="45515" y="81443"/>
                </a:lnTo>
                <a:lnTo>
                  <a:pt x="45950" y="81832"/>
                </a:lnTo>
                <a:lnTo>
                  <a:pt x="46385" y="82221"/>
                </a:lnTo>
                <a:lnTo>
                  <a:pt x="46385" y="82610"/>
                </a:lnTo>
                <a:lnTo>
                  <a:pt x="46838" y="83015"/>
                </a:lnTo>
                <a:lnTo>
                  <a:pt x="47273" y="83404"/>
                </a:lnTo>
                <a:lnTo>
                  <a:pt x="47273" y="83793"/>
                </a:lnTo>
                <a:lnTo>
                  <a:pt x="47708" y="84571"/>
                </a:lnTo>
                <a:lnTo>
                  <a:pt x="47708" y="84960"/>
                </a:lnTo>
                <a:lnTo>
                  <a:pt x="48143" y="85365"/>
                </a:lnTo>
                <a:lnTo>
                  <a:pt x="48578" y="85754"/>
                </a:lnTo>
                <a:lnTo>
                  <a:pt x="48578" y="86143"/>
                </a:lnTo>
                <a:lnTo>
                  <a:pt x="49013" y="86532"/>
                </a:lnTo>
                <a:lnTo>
                  <a:pt x="49013" y="87310"/>
                </a:lnTo>
                <a:lnTo>
                  <a:pt x="49448" y="87699"/>
                </a:lnTo>
                <a:lnTo>
                  <a:pt x="49448" y="88105"/>
                </a:lnTo>
                <a:lnTo>
                  <a:pt x="49901" y="88494"/>
                </a:lnTo>
                <a:lnTo>
                  <a:pt x="50336" y="88883"/>
                </a:lnTo>
                <a:lnTo>
                  <a:pt x="50336" y="89271"/>
                </a:lnTo>
                <a:lnTo>
                  <a:pt x="50771" y="89660"/>
                </a:lnTo>
                <a:lnTo>
                  <a:pt x="51206" y="90049"/>
                </a:lnTo>
                <a:lnTo>
                  <a:pt x="51206" y="90844"/>
                </a:lnTo>
                <a:lnTo>
                  <a:pt x="51641" y="91233"/>
                </a:lnTo>
                <a:lnTo>
                  <a:pt x="51641" y="91622"/>
                </a:lnTo>
              </a:path>
            </a:pathLst>
          </a:custGeom>
          <a:ln w="24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6056932" y="2985390"/>
            <a:ext cx="52095" cy="84182"/>
          </a:xfrm>
          <a:custGeom>
            <a:avLst/>
            <a:gdLst/>
            <a:ahLst/>
            <a:cxnLst/>
            <a:rect l="l" t="t" r="r" b="b"/>
            <a:pathLst>
              <a:path w="52095" h="84182">
                <a:moveTo>
                  <a:pt x="0" y="0"/>
                </a:moveTo>
                <a:lnTo>
                  <a:pt x="435" y="388"/>
                </a:lnTo>
                <a:lnTo>
                  <a:pt x="435" y="777"/>
                </a:lnTo>
                <a:lnTo>
                  <a:pt x="870" y="1183"/>
                </a:lnTo>
                <a:lnTo>
                  <a:pt x="1323" y="1572"/>
                </a:lnTo>
                <a:lnTo>
                  <a:pt x="1323" y="2350"/>
                </a:lnTo>
                <a:lnTo>
                  <a:pt x="1758" y="2739"/>
                </a:lnTo>
                <a:lnTo>
                  <a:pt x="1758" y="3128"/>
                </a:lnTo>
                <a:lnTo>
                  <a:pt x="2193" y="3517"/>
                </a:lnTo>
                <a:lnTo>
                  <a:pt x="2628" y="3922"/>
                </a:lnTo>
                <a:lnTo>
                  <a:pt x="2628" y="4311"/>
                </a:lnTo>
                <a:lnTo>
                  <a:pt x="3063" y="4700"/>
                </a:lnTo>
                <a:lnTo>
                  <a:pt x="3063" y="5089"/>
                </a:lnTo>
                <a:lnTo>
                  <a:pt x="3498" y="5867"/>
                </a:lnTo>
                <a:lnTo>
                  <a:pt x="3933" y="6272"/>
                </a:lnTo>
                <a:lnTo>
                  <a:pt x="3933" y="6661"/>
                </a:lnTo>
                <a:lnTo>
                  <a:pt x="4386" y="7050"/>
                </a:lnTo>
                <a:lnTo>
                  <a:pt x="4386" y="7439"/>
                </a:lnTo>
                <a:lnTo>
                  <a:pt x="4821" y="7828"/>
                </a:lnTo>
                <a:lnTo>
                  <a:pt x="5256" y="8217"/>
                </a:lnTo>
                <a:lnTo>
                  <a:pt x="5256" y="8622"/>
                </a:lnTo>
                <a:lnTo>
                  <a:pt x="5691" y="9400"/>
                </a:lnTo>
                <a:lnTo>
                  <a:pt x="6126" y="9789"/>
                </a:lnTo>
                <a:lnTo>
                  <a:pt x="6126" y="10178"/>
                </a:lnTo>
                <a:lnTo>
                  <a:pt x="6561" y="10567"/>
                </a:lnTo>
                <a:lnTo>
                  <a:pt x="6561" y="10972"/>
                </a:lnTo>
                <a:lnTo>
                  <a:pt x="6996" y="11361"/>
                </a:lnTo>
                <a:lnTo>
                  <a:pt x="6996" y="11750"/>
                </a:lnTo>
                <a:lnTo>
                  <a:pt x="7449" y="12139"/>
                </a:lnTo>
                <a:lnTo>
                  <a:pt x="7884" y="12528"/>
                </a:lnTo>
                <a:lnTo>
                  <a:pt x="7884" y="13306"/>
                </a:lnTo>
                <a:lnTo>
                  <a:pt x="8319" y="13711"/>
                </a:lnTo>
                <a:lnTo>
                  <a:pt x="8319" y="14100"/>
                </a:lnTo>
                <a:lnTo>
                  <a:pt x="8755" y="14489"/>
                </a:lnTo>
                <a:lnTo>
                  <a:pt x="8755" y="14878"/>
                </a:lnTo>
                <a:lnTo>
                  <a:pt x="9190" y="15267"/>
                </a:lnTo>
                <a:lnTo>
                  <a:pt x="9625" y="15656"/>
                </a:lnTo>
                <a:lnTo>
                  <a:pt x="9625" y="16061"/>
                </a:lnTo>
                <a:lnTo>
                  <a:pt x="10078" y="16839"/>
                </a:lnTo>
                <a:lnTo>
                  <a:pt x="10513" y="17228"/>
                </a:lnTo>
                <a:lnTo>
                  <a:pt x="10513" y="17617"/>
                </a:lnTo>
                <a:lnTo>
                  <a:pt x="10948" y="18006"/>
                </a:lnTo>
                <a:lnTo>
                  <a:pt x="10948" y="18411"/>
                </a:lnTo>
                <a:lnTo>
                  <a:pt x="11383" y="18800"/>
                </a:lnTo>
                <a:lnTo>
                  <a:pt x="11383" y="19189"/>
                </a:lnTo>
                <a:lnTo>
                  <a:pt x="11818" y="19578"/>
                </a:lnTo>
                <a:lnTo>
                  <a:pt x="12253" y="20356"/>
                </a:lnTo>
                <a:lnTo>
                  <a:pt x="12253" y="20745"/>
                </a:lnTo>
                <a:lnTo>
                  <a:pt x="12688" y="21151"/>
                </a:lnTo>
                <a:lnTo>
                  <a:pt x="13141" y="21540"/>
                </a:lnTo>
                <a:lnTo>
                  <a:pt x="13141" y="21929"/>
                </a:lnTo>
                <a:lnTo>
                  <a:pt x="13576" y="22317"/>
                </a:lnTo>
                <a:lnTo>
                  <a:pt x="13576" y="22706"/>
                </a:lnTo>
                <a:lnTo>
                  <a:pt x="14011" y="23095"/>
                </a:lnTo>
                <a:lnTo>
                  <a:pt x="14446" y="23501"/>
                </a:lnTo>
                <a:lnTo>
                  <a:pt x="14446" y="23890"/>
                </a:lnTo>
                <a:lnTo>
                  <a:pt x="14881" y="24668"/>
                </a:lnTo>
                <a:lnTo>
                  <a:pt x="14881" y="25057"/>
                </a:lnTo>
                <a:lnTo>
                  <a:pt x="15316" y="25446"/>
                </a:lnTo>
                <a:lnTo>
                  <a:pt x="15316" y="25851"/>
                </a:lnTo>
                <a:lnTo>
                  <a:pt x="15751" y="26240"/>
                </a:lnTo>
                <a:lnTo>
                  <a:pt x="16204" y="26629"/>
                </a:lnTo>
                <a:lnTo>
                  <a:pt x="16204" y="27018"/>
                </a:lnTo>
                <a:lnTo>
                  <a:pt x="16639" y="27407"/>
                </a:lnTo>
                <a:lnTo>
                  <a:pt x="17075" y="27796"/>
                </a:lnTo>
                <a:lnTo>
                  <a:pt x="17075" y="28201"/>
                </a:lnTo>
                <a:lnTo>
                  <a:pt x="17510" y="28979"/>
                </a:lnTo>
                <a:lnTo>
                  <a:pt x="17510" y="29368"/>
                </a:lnTo>
                <a:lnTo>
                  <a:pt x="17945" y="29757"/>
                </a:lnTo>
                <a:lnTo>
                  <a:pt x="17945" y="30146"/>
                </a:lnTo>
                <a:lnTo>
                  <a:pt x="18380" y="30535"/>
                </a:lnTo>
                <a:lnTo>
                  <a:pt x="18815" y="30940"/>
                </a:lnTo>
                <a:lnTo>
                  <a:pt x="18815" y="31329"/>
                </a:lnTo>
                <a:lnTo>
                  <a:pt x="19268" y="31718"/>
                </a:lnTo>
                <a:lnTo>
                  <a:pt x="19268" y="32107"/>
                </a:lnTo>
                <a:lnTo>
                  <a:pt x="19703" y="32496"/>
                </a:lnTo>
                <a:lnTo>
                  <a:pt x="19703" y="32885"/>
                </a:lnTo>
                <a:lnTo>
                  <a:pt x="20138" y="33679"/>
                </a:lnTo>
                <a:lnTo>
                  <a:pt x="20573" y="34068"/>
                </a:lnTo>
                <a:lnTo>
                  <a:pt x="20573" y="34457"/>
                </a:lnTo>
                <a:lnTo>
                  <a:pt x="21008" y="34846"/>
                </a:lnTo>
                <a:lnTo>
                  <a:pt x="21443" y="35235"/>
                </a:lnTo>
                <a:lnTo>
                  <a:pt x="21443" y="35640"/>
                </a:lnTo>
                <a:lnTo>
                  <a:pt x="21878" y="36029"/>
                </a:lnTo>
                <a:lnTo>
                  <a:pt x="21878" y="36418"/>
                </a:lnTo>
                <a:lnTo>
                  <a:pt x="22331" y="36807"/>
                </a:lnTo>
                <a:lnTo>
                  <a:pt x="22766" y="37196"/>
                </a:lnTo>
                <a:lnTo>
                  <a:pt x="22766" y="37974"/>
                </a:lnTo>
                <a:lnTo>
                  <a:pt x="23201" y="38379"/>
                </a:lnTo>
                <a:lnTo>
                  <a:pt x="23201" y="38768"/>
                </a:lnTo>
                <a:lnTo>
                  <a:pt x="23636" y="39157"/>
                </a:lnTo>
                <a:lnTo>
                  <a:pt x="24071" y="39546"/>
                </a:lnTo>
                <a:lnTo>
                  <a:pt x="24071" y="39935"/>
                </a:lnTo>
                <a:lnTo>
                  <a:pt x="24506" y="40324"/>
                </a:lnTo>
                <a:lnTo>
                  <a:pt x="24506" y="40729"/>
                </a:lnTo>
                <a:lnTo>
                  <a:pt x="24959" y="41118"/>
                </a:lnTo>
                <a:lnTo>
                  <a:pt x="25395" y="41507"/>
                </a:lnTo>
                <a:lnTo>
                  <a:pt x="25395" y="41896"/>
                </a:lnTo>
                <a:lnTo>
                  <a:pt x="25830" y="42285"/>
                </a:lnTo>
                <a:lnTo>
                  <a:pt x="25830" y="43080"/>
                </a:lnTo>
                <a:lnTo>
                  <a:pt x="26265" y="43469"/>
                </a:lnTo>
                <a:lnTo>
                  <a:pt x="26265" y="43858"/>
                </a:lnTo>
                <a:lnTo>
                  <a:pt x="26700" y="44247"/>
                </a:lnTo>
                <a:lnTo>
                  <a:pt x="27135" y="44635"/>
                </a:lnTo>
                <a:lnTo>
                  <a:pt x="27135" y="45024"/>
                </a:lnTo>
                <a:lnTo>
                  <a:pt x="27570" y="45413"/>
                </a:lnTo>
                <a:lnTo>
                  <a:pt x="28023" y="45819"/>
                </a:lnTo>
                <a:lnTo>
                  <a:pt x="28023" y="46208"/>
                </a:lnTo>
                <a:lnTo>
                  <a:pt x="28458" y="46597"/>
                </a:lnTo>
                <a:lnTo>
                  <a:pt x="28458" y="46986"/>
                </a:lnTo>
                <a:lnTo>
                  <a:pt x="28893" y="47375"/>
                </a:lnTo>
                <a:lnTo>
                  <a:pt x="28893" y="48169"/>
                </a:lnTo>
                <a:lnTo>
                  <a:pt x="29328" y="48558"/>
                </a:lnTo>
                <a:lnTo>
                  <a:pt x="29763" y="48947"/>
                </a:lnTo>
                <a:lnTo>
                  <a:pt x="29763" y="49336"/>
                </a:lnTo>
                <a:lnTo>
                  <a:pt x="30198" y="49725"/>
                </a:lnTo>
                <a:lnTo>
                  <a:pt x="30198" y="50114"/>
                </a:lnTo>
                <a:lnTo>
                  <a:pt x="30633" y="50519"/>
                </a:lnTo>
                <a:lnTo>
                  <a:pt x="31086" y="50908"/>
                </a:lnTo>
                <a:lnTo>
                  <a:pt x="31086" y="51297"/>
                </a:lnTo>
                <a:lnTo>
                  <a:pt x="31521" y="51686"/>
                </a:lnTo>
                <a:lnTo>
                  <a:pt x="31956" y="52075"/>
                </a:lnTo>
                <a:lnTo>
                  <a:pt x="31956" y="52464"/>
                </a:lnTo>
                <a:lnTo>
                  <a:pt x="32391" y="52869"/>
                </a:lnTo>
                <a:lnTo>
                  <a:pt x="32391" y="53258"/>
                </a:lnTo>
                <a:lnTo>
                  <a:pt x="32826" y="54036"/>
                </a:lnTo>
                <a:lnTo>
                  <a:pt x="32826" y="54425"/>
                </a:lnTo>
                <a:lnTo>
                  <a:pt x="33261" y="54814"/>
                </a:lnTo>
                <a:lnTo>
                  <a:pt x="33696" y="55203"/>
                </a:lnTo>
                <a:lnTo>
                  <a:pt x="33696" y="55608"/>
                </a:lnTo>
                <a:lnTo>
                  <a:pt x="34150" y="55997"/>
                </a:lnTo>
                <a:lnTo>
                  <a:pt x="34150" y="56386"/>
                </a:lnTo>
                <a:lnTo>
                  <a:pt x="34585" y="56775"/>
                </a:lnTo>
                <a:lnTo>
                  <a:pt x="35020" y="57164"/>
                </a:lnTo>
                <a:lnTo>
                  <a:pt x="35020" y="57553"/>
                </a:lnTo>
                <a:lnTo>
                  <a:pt x="35455" y="57958"/>
                </a:lnTo>
                <a:lnTo>
                  <a:pt x="35455" y="58347"/>
                </a:lnTo>
                <a:lnTo>
                  <a:pt x="35890" y="58736"/>
                </a:lnTo>
                <a:lnTo>
                  <a:pt x="36325" y="59514"/>
                </a:lnTo>
                <a:lnTo>
                  <a:pt x="36325" y="59903"/>
                </a:lnTo>
                <a:lnTo>
                  <a:pt x="36760" y="60308"/>
                </a:lnTo>
                <a:lnTo>
                  <a:pt x="36760" y="60697"/>
                </a:lnTo>
                <a:lnTo>
                  <a:pt x="37213" y="61086"/>
                </a:lnTo>
                <a:lnTo>
                  <a:pt x="37213" y="61475"/>
                </a:lnTo>
                <a:lnTo>
                  <a:pt x="37648" y="61864"/>
                </a:lnTo>
                <a:lnTo>
                  <a:pt x="38083" y="62253"/>
                </a:lnTo>
                <a:lnTo>
                  <a:pt x="38518" y="62642"/>
                </a:lnTo>
                <a:lnTo>
                  <a:pt x="38518" y="63047"/>
                </a:lnTo>
                <a:lnTo>
                  <a:pt x="38953" y="63436"/>
                </a:lnTo>
                <a:lnTo>
                  <a:pt x="38953" y="63825"/>
                </a:lnTo>
                <a:lnTo>
                  <a:pt x="39388" y="64214"/>
                </a:lnTo>
                <a:lnTo>
                  <a:pt x="39388" y="64603"/>
                </a:lnTo>
                <a:lnTo>
                  <a:pt x="39841" y="64992"/>
                </a:lnTo>
                <a:lnTo>
                  <a:pt x="40276" y="65398"/>
                </a:lnTo>
                <a:lnTo>
                  <a:pt x="40276" y="65787"/>
                </a:lnTo>
                <a:lnTo>
                  <a:pt x="40711" y="66176"/>
                </a:lnTo>
                <a:lnTo>
                  <a:pt x="40711" y="66953"/>
                </a:lnTo>
                <a:lnTo>
                  <a:pt x="41146" y="66953"/>
                </a:lnTo>
                <a:lnTo>
                  <a:pt x="41146" y="67748"/>
                </a:lnTo>
                <a:lnTo>
                  <a:pt x="41581" y="68137"/>
                </a:lnTo>
                <a:lnTo>
                  <a:pt x="42016" y="68526"/>
                </a:lnTo>
                <a:lnTo>
                  <a:pt x="42016" y="68915"/>
                </a:lnTo>
                <a:lnTo>
                  <a:pt x="42451" y="69304"/>
                </a:lnTo>
                <a:lnTo>
                  <a:pt x="42905" y="69693"/>
                </a:lnTo>
                <a:lnTo>
                  <a:pt x="42905" y="70098"/>
                </a:lnTo>
                <a:lnTo>
                  <a:pt x="43340" y="70487"/>
                </a:lnTo>
                <a:lnTo>
                  <a:pt x="43340" y="70876"/>
                </a:lnTo>
                <a:lnTo>
                  <a:pt x="43775" y="71265"/>
                </a:lnTo>
                <a:lnTo>
                  <a:pt x="43775" y="71654"/>
                </a:lnTo>
                <a:lnTo>
                  <a:pt x="44210" y="72043"/>
                </a:lnTo>
                <a:lnTo>
                  <a:pt x="44645" y="72432"/>
                </a:lnTo>
                <a:lnTo>
                  <a:pt x="44645" y="72837"/>
                </a:lnTo>
                <a:lnTo>
                  <a:pt x="45080" y="73226"/>
                </a:lnTo>
                <a:lnTo>
                  <a:pt x="45080" y="73615"/>
                </a:lnTo>
                <a:lnTo>
                  <a:pt x="45515" y="74004"/>
                </a:lnTo>
                <a:lnTo>
                  <a:pt x="45968" y="74782"/>
                </a:lnTo>
                <a:lnTo>
                  <a:pt x="46403" y="75576"/>
                </a:lnTo>
                <a:lnTo>
                  <a:pt x="46838" y="76354"/>
                </a:lnTo>
                <a:lnTo>
                  <a:pt x="47273" y="76743"/>
                </a:lnTo>
                <a:lnTo>
                  <a:pt x="47273" y="77132"/>
                </a:lnTo>
                <a:lnTo>
                  <a:pt x="47708" y="77537"/>
                </a:lnTo>
                <a:lnTo>
                  <a:pt x="47708" y="77926"/>
                </a:lnTo>
                <a:lnTo>
                  <a:pt x="48143" y="78315"/>
                </a:lnTo>
                <a:lnTo>
                  <a:pt x="48578" y="78704"/>
                </a:lnTo>
                <a:lnTo>
                  <a:pt x="48578" y="79093"/>
                </a:lnTo>
                <a:lnTo>
                  <a:pt x="49031" y="79482"/>
                </a:lnTo>
                <a:lnTo>
                  <a:pt x="49466" y="79871"/>
                </a:lnTo>
                <a:lnTo>
                  <a:pt x="49466" y="80276"/>
                </a:lnTo>
                <a:lnTo>
                  <a:pt x="49901" y="80665"/>
                </a:lnTo>
                <a:lnTo>
                  <a:pt x="49901" y="81054"/>
                </a:lnTo>
                <a:lnTo>
                  <a:pt x="50336" y="81443"/>
                </a:lnTo>
                <a:lnTo>
                  <a:pt x="50336" y="81832"/>
                </a:lnTo>
                <a:lnTo>
                  <a:pt x="50771" y="82221"/>
                </a:lnTo>
                <a:lnTo>
                  <a:pt x="51206" y="82626"/>
                </a:lnTo>
                <a:lnTo>
                  <a:pt x="51206" y="83015"/>
                </a:lnTo>
                <a:lnTo>
                  <a:pt x="51641" y="83404"/>
                </a:lnTo>
                <a:lnTo>
                  <a:pt x="51641" y="83793"/>
                </a:lnTo>
                <a:lnTo>
                  <a:pt x="52095" y="84182"/>
                </a:lnTo>
              </a:path>
            </a:pathLst>
          </a:custGeom>
          <a:ln w="246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109027" y="3069573"/>
            <a:ext cx="52076" cy="75576"/>
          </a:xfrm>
          <a:custGeom>
            <a:avLst/>
            <a:gdLst/>
            <a:ahLst/>
            <a:cxnLst/>
            <a:rect l="l" t="t" r="r" b="b"/>
            <a:pathLst>
              <a:path w="52076" h="75576">
                <a:moveTo>
                  <a:pt x="0" y="0"/>
                </a:moveTo>
                <a:lnTo>
                  <a:pt x="0" y="388"/>
                </a:lnTo>
                <a:lnTo>
                  <a:pt x="435" y="794"/>
                </a:lnTo>
                <a:lnTo>
                  <a:pt x="870" y="1183"/>
                </a:lnTo>
                <a:lnTo>
                  <a:pt x="870" y="1572"/>
                </a:lnTo>
                <a:lnTo>
                  <a:pt x="1305" y="1961"/>
                </a:lnTo>
                <a:lnTo>
                  <a:pt x="1740" y="2350"/>
                </a:lnTo>
                <a:lnTo>
                  <a:pt x="1740" y="3144"/>
                </a:lnTo>
                <a:lnTo>
                  <a:pt x="2175" y="3144"/>
                </a:lnTo>
                <a:lnTo>
                  <a:pt x="2175" y="3922"/>
                </a:lnTo>
                <a:lnTo>
                  <a:pt x="2628" y="3922"/>
                </a:lnTo>
                <a:lnTo>
                  <a:pt x="2628" y="4700"/>
                </a:lnTo>
                <a:lnTo>
                  <a:pt x="3063" y="4700"/>
                </a:lnTo>
                <a:lnTo>
                  <a:pt x="3498" y="5478"/>
                </a:lnTo>
                <a:lnTo>
                  <a:pt x="3498" y="5883"/>
                </a:lnTo>
                <a:lnTo>
                  <a:pt x="3933" y="6272"/>
                </a:lnTo>
                <a:lnTo>
                  <a:pt x="4368" y="6661"/>
                </a:lnTo>
                <a:lnTo>
                  <a:pt x="4368" y="7050"/>
                </a:lnTo>
                <a:lnTo>
                  <a:pt x="4803" y="7439"/>
                </a:lnTo>
                <a:lnTo>
                  <a:pt x="4803" y="7828"/>
                </a:lnTo>
                <a:lnTo>
                  <a:pt x="5238" y="8233"/>
                </a:lnTo>
                <a:lnTo>
                  <a:pt x="5691" y="8622"/>
                </a:lnTo>
                <a:lnTo>
                  <a:pt x="5691" y="9011"/>
                </a:lnTo>
                <a:lnTo>
                  <a:pt x="6126" y="9400"/>
                </a:lnTo>
                <a:lnTo>
                  <a:pt x="6126" y="9789"/>
                </a:lnTo>
                <a:lnTo>
                  <a:pt x="6561" y="10178"/>
                </a:lnTo>
                <a:lnTo>
                  <a:pt x="6561" y="10583"/>
                </a:lnTo>
                <a:lnTo>
                  <a:pt x="6996" y="10972"/>
                </a:lnTo>
                <a:lnTo>
                  <a:pt x="7431" y="11361"/>
                </a:lnTo>
                <a:lnTo>
                  <a:pt x="7431" y="11750"/>
                </a:lnTo>
                <a:lnTo>
                  <a:pt x="7866" y="12139"/>
                </a:lnTo>
                <a:lnTo>
                  <a:pt x="8301" y="12528"/>
                </a:lnTo>
                <a:lnTo>
                  <a:pt x="8301" y="12917"/>
                </a:lnTo>
                <a:lnTo>
                  <a:pt x="8755" y="13322"/>
                </a:lnTo>
                <a:lnTo>
                  <a:pt x="8755" y="13711"/>
                </a:lnTo>
                <a:lnTo>
                  <a:pt x="9190" y="14100"/>
                </a:lnTo>
                <a:lnTo>
                  <a:pt x="9190" y="14489"/>
                </a:lnTo>
                <a:lnTo>
                  <a:pt x="9625" y="14878"/>
                </a:lnTo>
                <a:lnTo>
                  <a:pt x="10060" y="15267"/>
                </a:lnTo>
                <a:lnTo>
                  <a:pt x="10060" y="15672"/>
                </a:lnTo>
                <a:lnTo>
                  <a:pt x="10495" y="16061"/>
                </a:lnTo>
                <a:lnTo>
                  <a:pt x="10495" y="16450"/>
                </a:lnTo>
                <a:lnTo>
                  <a:pt x="10930" y="16839"/>
                </a:lnTo>
                <a:lnTo>
                  <a:pt x="10930" y="17228"/>
                </a:lnTo>
                <a:lnTo>
                  <a:pt x="11365" y="17617"/>
                </a:lnTo>
                <a:lnTo>
                  <a:pt x="11818" y="18022"/>
                </a:lnTo>
                <a:lnTo>
                  <a:pt x="12253" y="18411"/>
                </a:lnTo>
                <a:lnTo>
                  <a:pt x="12253" y="18800"/>
                </a:lnTo>
                <a:lnTo>
                  <a:pt x="12688" y="19189"/>
                </a:lnTo>
                <a:lnTo>
                  <a:pt x="12688" y="19578"/>
                </a:lnTo>
                <a:lnTo>
                  <a:pt x="13123" y="19967"/>
                </a:lnTo>
                <a:lnTo>
                  <a:pt x="13123" y="20356"/>
                </a:lnTo>
                <a:lnTo>
                  <a:pt x="13558" y="20762"/>
                </a:lnTo>
                <a:lnTo>
                  <a:pt x="13993" y="21151"/>
                </a:lnTo>
                <a:lnTo>
                  <a:pt x="13993" y="21540"/>
                </a:lnTo>
                <a:lnTo>
                  <a:pt x="14428" y="21929"/>
                </a:lnTo>
                <a:lnTo>
                  <a:pt x="14428" y="22317"/>
                </a:lnTo>
                <a:lnTo>
                  <a:pt x="14881" y="22706"/>
                </a:lnTo>
                <a:lnTo>
                  <a:pt x="15316" y="23112"/>
                </a:lnTo>
                <a:lnTo>
                  <a:pt x="15316" y="23501"/>
                </a:lnTo>
                <a:lnTo>
                  <a:pt x="15751" y="23890"/>
                </a:lnTo>
                <a:lnTo>
                  <a:pt x="15751" y="24279"/>
                </a:lnTo>
                <a:lnTo>
                  <a:pt x="16186" y="24668"/>
                </a:lnTo>
                <a:lnTo>
                  <a:pt x="16621" y="25057"/>
                </a:lnTo>
                <a:lnTo>
                  <a:pt x="16621" y="25462"/>
                </a:lnTo>
                <a:lnTo>
                  <a:pt x="17056" y="25851"/>
                </a:lnTo>
                <a:lnTo>
                  <a:pt x="17056" y="26240"/>
                </a:lnTo>
                <a:lnTo>
                  <a:pt x="17510" y="26629"/>
                </a:lnTo>
                <a:lnTo>
                  <a:pt x="17510" y="27018"/>
                </a:lnTo>
                <a:lnTo>
                  <a:pt x="17945" y="27407"/>
                </a:lnTo>
                <a:lnTo>
                  <a:pt x="18380" y="27812"/>
                </a:lnTo>
                <a:lnTo>
                  <a:pt x="18380" y="28201"/>
                </a:lnTo>
                <a:lnTo>
                  <a:pt x="18815" y="28590"/>
                </a:lnTo>
                <a:lnTo>
                  <a:pt x="19250" y="28979"/>
                </a:lnTo>
                <a:lnTo>
                  <a:pt x="19250" y="29368"/>
                </a:lnTo>
                <a:lnTo>
                  <a:pt x="19685" y="29757"/>
                </a:lnTo>
                <a:lnTo>
                  <a:pt x="19685" y="30146"/>
                </a:lnTo>
                <a:lnTo>
                  <a:pt x="20120" y="30551"/>
                </a:lnTo>
                <a:lnTo>
                  <a:pt x="20573" y="30940"/>
                </a:lnTo>
                <a:lnTo>
                  <a:pt x="20573" y="31329"/>
                </a:lnTo>
                <a:lnTo>
                  <a:pt x="21008" y="31718"/>
                </a:lnTo>
                <a:lnTo>
                  <a:pt x="21008" y="32107"/>
                </a:lnTo>
                <a:lnTo>
                  <a:pt x="21443" y="32496"/>
                </a:lnTo>
                <a:lnTo>
                  <a:pt x="21443" y="32901"/>
                </a:lnTo>
                <a:lnTo>
                  <a:pt x="21878" y="33290"/>
                </a:lnTo>
                <a:lnTo>
                  <a:pt x="22313" y="33679"/>
                </a:lnTo>
                <a:lnTo>
                  <a:pt x="22313" y="34068"/>
                </a:lnTo>
                <a:lnTo>
                  <a:pt x="22748" y="34457"/>
                </a:lnTo>
                <a:lnTo>
                  <a:pt x="23183" y="34457"/>
                </a:lnTo>
                <a:lnTo>
                  <a:pt x="23183" y="35251"/>
                </a:lnTo>
                <a:lnTo>
                  <a:pt x="23636" y="35640"/>
                </a:lnTo>
                <a:lnTo>
                  <a:pt x="23636" y="36029"/>
                </a:lnTo>
                <a:lnTo>
                  <a:pt x="24071" y="36418"/>
                </a:lnTo>
                <a:lnTo>
                  <a:pt x="24506" y="37196"/>
                </a:lnTo>
                <a:lnTo>
                  <a:pt x="24941" y="37196"/>
                </a:lnTo>
                <a:lnTo>
                  <a:pt x="24941" y="37990"/>
                </a:lnTo>
                <a:lnTo>
                  <a:pt x="25376" y="37990"/>
                </a:lnTo>
                <a:lnTo>
                  <a:pt x="25376" y="38379"/>
                </a:lnTo>
                <a:lnTo>
                  <a:pt x="25811" y="38768"/>
                </a:lnTo>
                <a:lnTo>
                  <a:pt x="26246" y="39157"/>
                </a:lnTo>
                <a:lnTo>
                  <a:pt x="26246" y="39546"/>
                </a:lnTo>
                <a:lnTo>
                  <a:pt x="26700" y="39935"/>
                </a:lnTo>
                <a:lnTo>
                  <a:pt x="26700" y="40340"/>
                </a:lnTo>
                <a:lnTo>
                  <a:pt x="27135" y="40729"/>
                </a:lnTo>
                <a:lnTo>
                  <a:pt x="27570" y="41118"/>
                </a:lnTo>
                <a:lnTo>
                  <a:pt x="27570" y="41507"/>
                </a:lnTo>
                <a:lnTo>
                  <a:pt x="28005" y="41896"/>
                </a:lnTo>
                <a:lnTo>
                  <a:pt x="28005" y="42285"/>
                </a:lnTo>
                <a:lnTo>
                  <a:pt x="28440" y="42691"/>
                </a:lnTo>
                <a:lnTo>
                  <a:pt x="28440" y="43080"/>
                </a:lnTo>
                <a:lnTo>
                  <a:pt x="28875" y="43469"/>
                </a:lnTo>
                <a:lnTo>
                  <a:pt x="29310" y="43858"/>
                </a:lnTo>
                <a:lnTo>
                  <a:pt x="29763" y="44247"/>
                </a:lnTo>
                <a:lnTo>
                  <a:pt x="29763" y="44635"/>
                </a:lnTo>
                <a:lnTo>
                  <a:pt x="30198" y="45041"/>
                </a:lnTo>
                <a:lnTo>
                  <a:pt x="30198" y="45430"/>
                </a:lnTo>
                <a:lnTo>
                  <a:pt x="30633" y="45819"/>
                </a:lnTo>
                <a:lnTo>
                  <a:pt x="30633" y="46208"/>
                </a:lnTo>
                <a:lnTo>
                  <a:pt x="31068" y="46597"/>
                </a:lnTo>
                <a:lnTo>
                  <a:pt x="31503" y="46986"/>
                </a:lnTo>
                <a:lnTo>
                  <a:pt x="31503" y="47375"/>
                </a:lnTo>
                <a:lnTo>
                  <a:pt x="31938" y="47375"/>
                </a:lnTo>
                <a:lnTo>
                  <a:pt x="31938" y="48169"/>
                </a:lnTo>
                <a:lnTo>
                  <a:pt x="32391" y="48169"/>
                </a:lnTo>
                <a:lnTo>
                  <a:pt x="32391" y="48558"/>
                </a:lnTo>
                <a:lnTo>
                  <a:pt x="32826" y="48947"/>
                </a:lnTo>
                <a:lnTo>
                  <a:pt x="33261" y="49336"/>
                </a:lnTo>
                <a:lnTo>
                  <a:pt x="33261" y="49725"/>
                </a:lnTo>
                <a:lnTo>
                  <a:pt x="33696" y="50130"/>
                </a:lnTo>
                <a:lnTo>
                  <a:pt x="34131" y="50519"/>
                </a:lnTo>
                <a:lnTo>
                  <a:pt x="34131" y="50908"/>
                </a:lnTo>
                <a:lnTo>
                  <a:pt x="34566" y="51297"/>
                </a:lnTo>
                <a:lnTo>
                  <a:pt x="34566" y="51686"/>
                </a:lnTo>
                <a:lnTo>
                  <a:pt x="35001" y="52075"/>
                </a:lnTo>
                <a:lnTo>
                  <a:pt x="35001" y="52480"/>
                </a:lnTo>
                <a:lnTo>
                  <a:pt x="35455" y="52869"/>
                </a:lnTo>
                <a:lnTo>
                  <a:pt x="35890" y="53258"/>
                </a:lnTo>
                <a:lnTo>
                  <a:pt x="35890" y="53647"/>
                </a:lnTo>
                <a:lnTo>
                  <a:pt x="36325" y="54036"/>
                </a:lnTo>
                <a:lnTo>
                  <a:pt x="36325" y="54425"/>
                </a:lnTo>
                <a:lnTo>
                  <a:pt x="36760" y="54814"/>
                </a:lnTo>
                <a:lnTo>
                  <a:pt x="37195" y="54814"/>
                </a:lnTo>
                <a:lnTo>
                  <a:pt x="37195" y="55608"/>
                </a:lnTo>
                <a:lnTo>
                  <a:pt x="37630" y="55997"/>
                </a:lnTo>
                <a:lnTo>
                  <a:pt x="38065" y="55997"/>
                </a:lnTo>
                <a:lnTo>
                  <a:pt x="38065" y="56386"/>
                </a:lnTo>
                <a:lnTo>
                  <a:pt x="38518" y="56775"/>
                </a:lnTo>
                <a:lnTo>
                  <a:pt x="38518" y="57164"/>
                </a:lnTo>
                <a:lnTo>
                  <a:pt x="38953" y="57569"/>
                </a:lnTo>
                <a:lnTo>
                  <a:pt x="38953" y="57958"/>
                </a:lnTo>
                <a:lnTo>
                  <a:pt x="39388" y="58347"/>
                </a:lnTo>
                <a:lnTo>
                  <a:pt x="39823" y="58736"/>
                </a:lnTo>
                <a:lnTo>
                  <a:pt x="39823" y="59125"/>
                </a:lnTo>
                <a:lnTo>
                  <a:pt x="40258" y="59514"/>
                </a:lnTo>
                <a:lnTo>
                  <a:pt x="40693" y="59919"/>
                </a:lnTo>
                <a:lnTo>
                  <a:pt x="40693" y="60308"/>
                </a:lnTo>
                <a:lnTo>
                  <a:pt x="41128" y="60697"/>
                </a:lnTo>
                <a:lnTo>
                  <a:pt x="41128" y="61086"/>
                </a:lnTo>
                <a:lnTo>
                  <a:pt x="41581" y="61475"/>
                </a:lnTo>
                <a:lnTo>
                  <a:pt x="41581" y="61864"/>
                </a:lnTo>
                <a:lnTo>
                  <a:pt x="42016" y="61864"/>
                </a:lnTo>
                <a:lnTo>
                  <a:pt x="42451" y="62253"/>
                </a:lnTo>
                <a:lnTo>
                  <a:pt x="42451" y="62658"/>
                </a:lnTo>
                <a:lnTo>
                  <a:pt x="42886" y="63047"/>
                </a:lnTo>
                <a:lnTo>
                  <a:pt x="42886" y="63436"/>
                </a:lnTo>
                <a:lnTo>
                  <a:pt x="43321" y="63825"/>
                </a:lnTo>
                <a:lnTo>
                  <a:pt x="43321" y="64214"/>
                </a:lnTo>
                <a:lnTo>
                  <a:pt x="43756" y="64603"/>
                </a:lnTo>
                <a:lnTo>
                  <a:pt x="44192" y="65009"/>
                </a:lnTo>
                <a:lnTo>
                  <a:pt x="44192" y="65398"/>
                </a:lnTo>
                <a:lnTo>
                  <a:pt x="44645" y="65787"/>
                </a:lnTo>
                <a:lnTo>
                  <a:pt x="45080" y="66176"/>
                </a:lnTo>
                <a:lnTo>
                  <a:pt x="45080" y="66565"/>
                </a:lnTo>
                <a:lnTo>
                  <a:pt x="45515" y="66953"/>
                </a:lnTo>
                <a:lnTo>
                  <a:pt x="45950" y="67359"/>
                </a:lnTo>
                <a:lnTo>
                  <a:pt x="46385" y="67748"/>
                </a:lnTo>
                <a:lnTo>
                  <a:pt x="46385" y="68137"/>
                </a:lnTo>
                <a:lnTo>
                  <a:pt x="46820" y="68526"/>
                </a:lnTo>
                <a:lnTo>
                  <a:pt x="46820" y="68915"/>
                </a:lnTo>
                <a:lnTo>
                  <a:pt x="47273" y="69304"/>
                </a:lnTo>
                <a:lnTo>
                  <a:pt x="47708" y="69709"/>
                </a:lnTo>
                <a:lnTo>
                  <a:pt x="47708" y="70098"/>
                </a:lnTo>
                <a:lnTo>
                  <a:pt x="48143" y="70487"/>
                </a:lnTo>
                <a:lnTo>
                  <a:pt x="48143" y="70876"/>
                </a:lnTo>
                <a:lnTo>
                  <a:pt x="48578" y="71265"/>
                </a:lnTo>
                <a:lnTo>
                  <a:pt x="49013" y="71265"/>
                </a:lnTo>
                <a:lnTo>
                  <a:pt x="49013" y="72043"/>
                </a:lnTo>
                <a:lnTo>
                  <a:pt x="49448" y="72043"/>
                </a:lnTo>
                <a:lnTo>
                  <a:pt x="49448" y="72448"/>
                </a:lnTo>
                <a:lnTo>
                  <a:pt x="49883" y="72837"/>
                </a:lnTo>
                <a:lnTo>
                  <a:pt x="49883" y="73226"/>
                </a:lnTo>
                <a:lnTo>
                  <a:pt x="50336" y="73615"/>
                </a:lnTo>
                <a:lnTo>
                  <a:pt x="50771" y="74004"/>
                </a:lnTo>
                <a:lnTo>
                  <a:pt x="50771" y="74393"/>
                </a:lnTo>
                <a:lnTo>
                  <a:pt x="51206" y="74798"/>
                </a:lnTo>
                <a:lnTo>
                  <a:pt x="51641" y="75187"/>
                </a:lnTo>
                <a:lnTo>
                  <a:pt x="52076" y="75576"/>
                </a:lnTo>
              </a:path>
            </a:pathLst>
          </a:custGeom>
          <a:ln w="24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6161104" y="3145149"/>
            <a:ext cx="51660" cy="66176"/>
          </a:xfrm>
          <a:custGeom>
            <a:avLst/>
            <a:gdLst/>
            <a:ahLst/>
            <a:cxnLst/>
            <a:rect l="l" t="t" r="r" b="b"/>
            <a:pathLst>
              <a:path w="51660" h="66176">
                <a:moveTo>
                  <a:pt x="0" y="0"/>
                </a:moveTo>
                <a:lnTo>
                  <a:pt x="0" y="388"/>
                </a:lnTo>
                <a:lnTo>
                  <a:pt x="435" y="777"/>
                </a:lnTo>
                <a:lnTo>
                  <a:pt x="435" y="1166"/>
                </a:lnTo>
                <a:lnTo>
                  <a:pt x="870" y="1572"/>
                </a:lnTo>
                <a:lnTo>
                  <a:pt x="1323" y="1961"/>
                </a:lnTo>
                <a:lnTo>
                  <a:pt x="1323" y="2350"/>
                </a:lnTo>
                <a:lnTo>
                  <a:pt x="1758" y="2739"/>
                </a:lnTo>
                <a:lnTo>
                  <a:pt x="1758" y="3128"/>
                </a:lnTo>
                <a:lnTo>
                  <a:pt x="2193" y="3517"/>
                </a:lnTo>
                <a:lnTo>
                  <a:pt x="2628" y="3906"/>
                </a:lnTo>
                <a:lnTo>
                  <a:pt x="3063" y="4311"/>
                </a:lnTo>
                <a:lnTo>
                  <a:pt x="3498" y="4700"/>
                </a:lnTo>
                <a:lnTo>
                  <a:pt x="3498" y="5089"/>
                </a:lnTo>
                <a:lnTo>
                  <a:pt x="3933" y="5478"/>
                </a:lnTo>
                <a:lnTo>
                  <a:pt x="3933" y="5867"/>
                </a:lnTo>
                <a:lnTo>
                  <a:pt x="4386" y="6256"/>
                </a:lnTo>
                <a:lnTo>
                  <a:pt x="4386" y="6661"/>
                </a:lnTo>
                <a:lnTo>
                  <a:pt x="4821" y="7050"/>
                </a:lnTo>
                <a:lnTo>
                  <a:pt x="5256" y="7439"/>
                </a:lnTo>
                <a:lnTo>
                  <a:pt x="5691" y="7828"/>
                </a:lnTo>
                <a:lnTo>
                  <a:pt x="5691" y="8217"/>
                </a:lnTo>
                <a:lnTo>
                  <a:pt x="6126" y="8606"/>
                </a:lnTo>
                <a:lnTo>
                  <a:pt x="6561" y="9011"/>
                </a:lnTo>
                <a:lnTo>
                  <a:pt x="6561" y="9400"/>
                </a:lnTo>
                <a:lnTo>
                  <a:pt x="6996" y="9789"/>
                </a:lnTo>
                <a:lnTo>
                  <a:pt x="6996" y="10178"/>
                </a:lnTo>
                <a:lnTo>
                  <a:pt x="7449" y="10567"/>
                </a:lnTo>
                <a:lnTo>
                  <a:pt x="7884" y="10956"/>
                </a:lnTo>
                <a:lnTo>
                  <a:pt x="8319" y="11361"/>
                </a:lnTo>
                <a:lnTo>
                  <a:pt x="8319" y="11750"/>
                </a:lnTo>
                <a:lnTo>
                  <a:pt x="8755" y="12139"/>
                </a:lnTo>
                <a:lnTo>
                  <a:pt x="8755" y="12528"/>
                </a:lnTo>
                <a:lnTo>
                  <a:pt x="9190" y="12917"/>
                </a:lnTo>
                <a:lnTo>
                  <a:pt x="9625" y="13306"/>
                </a:lnTo>
                <a:lnTo>
                  <a:pt x="10078" y="13695"/>
                </a:lnTo>
                <a:lnTo>
                  <a:pt x="10513" y="14100"/>
                </a:lnTo>
                <a:lnTo>
                  <a:pt x="10513" y="14489"/>
                </a:lnTo>
                <a:lnTo>
                  <a:pt x="10948" y="14878"/>
                </a:lnTo>
                <a:lnTo>
                  <a:pt x="10948" y="15267"/>
                </a:lnTo>
                <a:lnTo>
                  <a:pt x="11383" y="15656"/>
                </a:lnTo>
                <a:lnTo>
                  <a:pt x="11818" y="16045"/>
                </a:lnTo>
                <a:lnTo>
                  <a:pt x="11818" y="16450"/>
                </a:lnTo>
                <a:lnTo>
                  <a:pt x="12253" y="16839"/>
                </a:lnTo>
                <a:lnTo>
                  <a:pt x="12688" y="17228"/>
                </a:lnTo>
                <a:lnTo>
                  <a:pt x="12688" y="17617"/>
                </a:lnTo>
                <a:lnTo>
                  <a:pt x="13141" y="18006"/>
                </a:lnTo>
                <a:lnTo>
                  <a:pt x="13576" y="18395"/>
                </a:lnTo>
                <a:lnTo>
                  <a:pt x="13576" y="18800"/>
                </a:lnTo>
                <a:lnTo>
                  <a:pt x="14011" y="19189"/>
                </a:lnTo>
                <a:lnTo>
                  <a:pt x="14446" y="19189"/>
                </a:lnTo>
                <a:lnTo>
                  <a:pt x="14446" y="19578"/>
                </a:lnTo>
                <a:lnTo>
                  <a:pt x="14881" y="19967"/>
                </a:lnTo>
                <a:lnTo>
                  <a:pt x="14881" y="20356"/>
                </a:lnTo>
                <a:lnTo>
                  <a:pt x="15316" y="20745"/>
                </a:lnTo>
                <a:lnTo>
                  <a:pt x="15316" y="21134"/>
                </a:lnTo>
                <a:lnTo>
                  <a:pt x="15751" y="21540"/>
                </a:lnTo>
                <a:lnTo>
                  <a:pt x="16204" y="21929"/>
                </a:lnTo>
                <a:lnTo>
                  <a:pt x="16639" y="22317"/>
                </a:lnTo>
                <a:lnTo>
                  <a:pt x="16639" y="22706"/>
                </a:lnTo>
                <a:lnTo>
                  <a:pt x="17075" y="23095"/>
                </a:lnTo>
                <a:lnTo>
                  <a:pt x="17510" y="23484"/>
                </a:lnTo>
                <a:lnTo>
                  <a:pt x="17510" y="23890"/>
                </a:lnTo>
                <a:lnTo>
                  <a:pt x="17945" y="24279"/>
                </a:lnTo>
                <a:lnTo>
                  <a:pt x="18380" y="24668"/>
                </a:lnTo>
                <a:lnTo>
                  <a:pt x="18815" y="25057"/>
                </a:lnTo>
                <a:lnTo>
                  <a:pt x="18815" y="25446"/>
                </a:lnTo>
                <a:lnTo>
                  <a:pt x="19268" y="25835"/>
                </a:lnTo>
                <a:lnTo>
                  <a:pt x="19268" y="26240"/>
                </a:lnTo>
                <a:lnTo>
                  <a:pt x="19703" y="26629"/>
                </a:lnTo>
                <a:lnTo>
                  <a:pt x="20138" y="27018"/>
                </a:lnTo>
                <a:lnTo>
                  <a:pt x="20573" y="27407"/>
                </a:lnTo>
                <a:lnTo>
                  <a:pt x="21008" y="27796"/>
                </a:lnTo>
                <a:lnTo>
                  <a:pt x="21008" y="28185"/>
                </a:lnTo>
                <a:lnTo>
                  <a:pt x="21443" y="28590"/>
                </a:lnTo>
                <a:lnTo>
                  <a:pt x="21443" y="28979"/>
                </a:lnTo>
                <a:lnTo>
                  <a:pt x="21878" y="29368"/>
                </a:lnTo>
                <a:lnTo>
                  <a:pt x="22331" y="29757"/>
                </a:lnTo>
                <a:lnTo>
                  <a:pt x="22766" y="30146"/>
                </a:lnTo>
                <a:lnTo>
                  <a:pt x="22766" y="30535"/>
                </a:lnTo>
                <a:lnTo>
                  <a:pt x="23201" y="30924"/>
                </a:lnTo>
                <a:lnTo>
                  <a:pt x="23201" y="31329"/>
                </a:lnTo>
                <a:lnTo>
                  <a:pt x="23636" y="31718"/>
                </a:lnTo>
                <a:lnTo>
                  <a:pt x="23636" y="32107"/>
                </a:lnTo>
                <a:lnTo>
                  <a:pt x="24071" y="32107"/>
                </a:lnTo>
                <a:lnTo>
                  <a:pt x="24506" y="32496"/>
                </a:lnTo>
                <a:lnTo>
                  <a:pt x="24506" y="32885"/>
                </a:lnTo>
                <a:lnTo>
                  <a:pt x="24959" y="33274"/>
                </a:lnTo>
                <a:lnTo>
                  <a:pt x="25395" y="33679"/>
                </a:lnTo>
                <a:lnTo>
                  <a:pt x="25830" y="34068"/>
                </a:lnTo>
                <a:lnTo>
                  <a:pt x="25830" y="34457"/>
                </a:lnTo>
                <a:lnTo>
                  <a:pt x="26265" y="34846"/>
                </a:lnTo>
                <a:lnTo>
                  <a:pt x="26265" y="35235"/>
                </a:lnTo>
                <a:lnTo>
                  <a:pt x="26700" y="35624"/>
                </a:lnTo>
                <a:lnTo>
                  <a:pt x="27135" y="36029"/>
                </a:lnTo>
                <a:lnTo>
                  <a:pt x="27135" y="36418"/>
                </a:lnTo>
                <a:lnTo>
                  <a:pt x="27570" y="36418"/>
                </a:lnTo>
                <a:lnTo>
                  <a:pt x="27570" y="36807"/>
                </a:lnTo>
                <a:lnTo>
                  <a:pt x="28023" y="37196"/>
                </a:lnTo>
                <a:lnTo>
                  <a:pt x="28458" y="37585"/>
                </a:lnTo>
                <a:lnTo>
                  <a:pt x="28458" y="37974"/>
                </a:lnTo>
                <a:lnTo>
                  <a:pt x="28893" y="37974"/>
                </a:lnTo>
                <a:lnTo>
                  <a:pt x="29328" y="38363"/>
                </a:lnTo>
                <a:lnTo>
                  <a:pt x="29328" y="38768"/>
                </a:lnTo>
                <a:lnTo>
                  <a:pt x="29763" y="39157"/>
                </a:lnTo>
                <a:lnTo>
                  <a:pt x="29763" y="39546"/>
                </a:lnTo>
                <a:lnTo>
                  <a:pt x="30198" y="39546"/>
                </a:lnTo>
                <a:lnTo>
                  <a:pt x="30198" y="39935"/>
                </a:lnTo>
                <a:lnTo>
                  <a:pt x="30633" y="40324"/>
                </a:lnTo>
                <a:lnTo>
                  <a:pt x="31086" y="40713"/>
                </a:lnTo>
                <a:lnTo>
                  <a:pt x="31086" y="41118"/>
                </a:lnTo>
                <a:lnTo>
                  <a:pt x="31521" y="41507"/>
                </a:lnTo>
                <a:lnTo>
                  <a:pt x="31956" y="41896"/>
                </a:lnTo>
                <a:lnTo>
                  <a:pt x="31956" y="42285"/>
                </a:lnTo>
                <a:lnTo>
                  <a:pt x="32391" y="42285"/>
                </a:lnTo>
                <a:lnTo>
                  <a:pt x="32391" y="42674"/>
                </a:lnTo>
                <a:lnTo>
                  <a:pt x="32826" y="43063"/>
                </a:lnTo>
                <a:lnTo>
                  <a:pt x="32826" y="43469"/>
                </a:lnTo>
                <a:lnTo>
                  <a:pt x="33261" y="43858"/>
                </a:lnTo>
                <a:lnTo>
                  <a:pt x="33696" y="43858"/>
                </a:lnTo>
                <a:lnTo>
                  <a:pt x="33696" y="44247"/>
                </a:lnTo>
                <a:lnTo>
                  <a:pt x="34150" y="44635"/>
                </a:lnTo>
                <a:lnTo>
                  <a:pt x="34150" y="45024"/>
                </a:lnTo>
                <a:lnTo>
                  <a:pt x="34585" y="45413"/>
                </a:lnTo>
                <a:lnTo>
                  <a:pt x="34585" y="45802"/>
                </a:lnTo>
                <a:lnTo>
                  <a:pt x="35020" y="45802"/>
                </a:lnTo>
                <a:lnTo>
                  <a:pt x="35455" y="46208"/>
                </a:lnTo>
                <a:lnTo>
                  <a:pt x="35455" y="46597"/>
                </a:lnTo>
                <a:lnTo>
                  <a:pt x="35890" y="46986"/>
                </a:lnTo>
                <a:lnTo>
                  <a:pt x="36325" y="47375"/>
                </a:lnTo>
                <a:lnTo>
                  <a:pt x="36778" y="47764"/>
                </a:lnTo>
                <a:lnTo>
                  <a:pt x="36778" y="48153"/>
                </a:lnTo>
                <a:lnTo>
                  <a:pt x="37213" y="48558"/>
                </a:lnTo>
                <a:lnTo>
                  <a:pt x="37648" y="48947"/>
                </a:lnTo>
                <a:lnTo>
                  <a:pt x="38083" y="49336"/>
                </a:lnTo>
                <a:lnTo>
                  <a:pt x="38083" y="49725"/>
                </a:lnTo>
                <a:lnTo>
                  <a:pt x="38518" y="50114"/>
                </a:lnTo>
                <a:lnTo>
                  <a:pt x="38518" y="50503"/>
                </a:lnTo>
                <a:lnTo>
                  <a:pt x="38953" y="50908"/>
                </a:lnTo>
                <a:lnTo>
                  <a:pt x="39388" y="50908"/>
                </a:lnTo>
                <a:lnTo>
                  <a:pt x="39388" y="51297"/>
                </a:lnTo>
                <a:lnTo>
                  <a:pt x="39841" y="51686"/>
                </a:lnTo>
                <a:lnTo>
                  <a:pt x="40276" y="52075"/>
                </a:lnTo>
                <a:lnTo>
                  <a:pt x="40276" y="52464"/>
                </a:lnTo>
                <a:lnTo>
                  <a:pt x="40711" y="52464"/>
                </a:lnTo>
                <a:lnTo>
                  <a:pt x="40711" y="52853"/>
                </a:lnTo>
                <a:lnTo>
                  <a:pt x="41146" y="53258"/>
                </a:lnTo>
                <a:lnTo>
                  <a:pt x="41146" y="53647"/>
                </a:lnTo>
                <a:lnTo>
                  <a:pt x="41581" y="54036"/>
                </a:lnTo>
                <a:lnTo>
                  <a:pt x="42016" y="54036"/>
                </a:lnTo>
                <a:lnTo>
                  <a:pt x="42016" y="54425"/>
                </a:lnTo>
                <a:lnTo>
                  <a:pt x="42451" y="54814"/>
                </a:lnTo>
                <a:lnTo>
                  <a:pt x="42905" y="55203"/>
                </a:lnTo>
                <a:lnTo>
                  <a:pt x="42905" y="55592"/>
                </a:lnTo>
                <a:lnTo>
                  <a:pt x="43340" y="55997"/>
                </a:lnTo>
                <a:lnTo>
                  <a:pt x="43775" y="56386"/>
                </a:lnTo>
                <a:lnTo>
                  <a:pt x="43775" y="56775"/>
                </a:lnTo>
                <a:lnTo>
                  <a:pt x="44210" y="57164"/>
                </a:lnTo>
                <a:lnTo>
                  <a:pt x="44645" y="57553"/>
                </a:lnTo>
                <a:lnTo>
                  <a:pt x="45080" y="57942"/>
                </a:lnTo>
                <a:lnTo>
                  <a:pt x="45080" y="58347"/>
                </a:lnTo>
                <a:lnTo>
                  <a:pt x="45515" y="58736"/>
                </a:lnTo>
                <a:lnTo>
                  <a:pt x="45968" y="58736"/>
                </a:lnTo>
                <a:lnTo>
                  <a:pt x="45968" y="59125"/>
                </a:lnTo>
                <a:lnTo>
                  <a:pt x="46403" y="59514"/>
                </a:lnTo>
                <a:lnTo>
                  <a:pt x="46838" y="59903"/>
                </a:lnTo>
                <a:lnTo>
                  <a:pt x="47273" y="60292"/>
                </a:lnTo>
                <a:lnTo>
                  <a:pt x="47273" y="60697"/>
                </a:lnTo>
                <a:lnTo>
                  <a:pt x="47708" y="61086"/>
                </a:lnTo>
                <a:lnTo>
                  <a:pt x="47708" y="61475"/>
                </a:lnTo>
                <a:lnTo>
                  <a:pt x="48143" y="61864"/>
                </a:lnTo>
                <a:lnTo>
                  <a:pt x="48578" y="61864"/>
                </a:lnTo>
                <a:lnTo>
                  <a:pt x="48578" y="62253"/>
                </a:lnTo>
                <a:lnTo>
                  <a:pt x="49031" y="62642"/>
                </a:lnTo>
                <a:lnTo>
                  <a:pt x="49031" y="63031"/>
                </a:lnTo>
                <a:lnTo>
                  <a:pt x="49466" y="63031"/>
                </a:lnTo>
                <a:lnTo>
                  <a:pt x="49901" y="63436"/>
                </a:lnTo>
                <a:lnTo>
                  <a:pt x="49901" y="63825"/>
                </a:lnTo>
                <a:lnTo>
                  <a:pt x="50336" y="64214"/>
                </a:lnTo>
                <a:lnTo>
                  <a:pt x="50771" y="64603"/>
                </a:lnTo>
                <a:lnTo>
                  <a:pt x="51206" y="64992"/>
                </a:lnTo>
                <a:lnTo>
                  <a:pt x="51206" y="65381"/>
                </a:lnTo>
                <a:lnTo>
                  <a:pt x="51660" y="65787"/>
                </a:lnTo>
                <a:lnTo>
                  <a:pt x="51660" y="66176"/>
                </a:lnTo>
              </a:path>
            </a:pathLst>
          </a:custGeom>
          <a:ln w="243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6212764" y="3211326"/>
            <a:ext cx="52076" cy="54814"/>
          </a:xfrm>
          <a:custGeom>
            <a:avLst/>
            <a:gdLst/>
            <a:ahLst/>
            <a:cxnLst/>
            <a:rect l="l" t="t" r="r" b="b"/>
            <a:pathLst>
              <a:path w="52076" h="54814">
                <a:moveTo>
                  <a:pt x="0" y="0"/>
                </a:moveTo>
                <a:lnTo>
                  <a:pt x="435" y="0"/>
                </a:lnTo>
                <a:lnTo>
                  <a:pt x="435" y="388"/>
                </a:lnTo>
                <a:lnTo>
                  <a:pt x="870" y="777"/>
                </a:lnTo>
                <a:lnTo>
                  <a:pt x="1305" y="777"/>
                </a:lnTo>
                <a:lnTo>
                  <a:pt x="1305" y="1166"/>
                </a:lnTo>
                <a:lnTo>
                  <a:pt x="1740" y="1555"/>
                </a:lnTo>
                <a:lnTo>
                  <a:pt x="2175" y="1961"/>
                </a:lnTo>
                <a:lnTo>
                  <a:pt x="2175" y="2350"/>
                </a:lnTo>
                <a:lnTo>
                  <a:pt x="2610" y="2350"/>
                </a:lnTo>
                <a:lnTo>
                  <a:pt x="2610" y="2739"/>
                </a:lnTo>
                <a:lnTo>
                  <a:pt x="3063" y="3128"/>
                </a:lnTo>
                <a:lnTo>
                  <a:pt x="3498" y="3517"/>
                </a:lnTo>
                <a:lnTo>
                  <a:pt x="3933" y="3906"/>
                </a:lnTo>
                <a:lnTo>
                  <a:pt x="3933" y="4311"/>
                </a:lnTo>
                <a:lnTo>
                  <a:pt x="4368" y="4700"/>
                </a:lnTo>
                <a:lnTo>
                  <a:pt x="4368" y="5089"/>
                </a:lnTo>
                <a:lnTo>
                  <a:pt x="4803" y="5089"/>
                </a:lnTo>
                <a:lnTo>
                  <a:pt x="5238" y="5478"/>
                </a:lnTo>
                <a:lnTo>
                  <a:pt x="5238" y="5867"/>
                </a:lnTo>
                <a:lnTo>
                  <a:pt x="5673" y="6256"/>
                </a:lnTo>
                <a:lnTo>
                  <a:pt x="6126" y="6256"/>
                </a:lnTo>
                <a:lnTo>
                  <a:pt x="6126" y="6645"/>
                </a:lnTo>
                <a:lnTo>
                  <a:pt x="6561" y="7050"/>
                </a:lnTo>
                <a:lnTo>
                  <a:pt x="6561" y="7439"/>
                </a:lnTo>
                <a:lnTo>
                  <a:pt x="6996" y="7439"/>
                </a:lnTo>
                <a:lnTo>
                  <a:pt x="6996" y="7828"/>
                </a:lnTo>
                <a:lnTo>
                  <a:pt x="7431" y="8217"/>
                </a:lnTo>
                <a:lnTo>
                  <a:pt x="7866" y="8606"/>
                </a:lnTo>
                <a:lnTo>
                  <a:pt x="8301" y="8995"/>
                </a:lnTo>
                <a:lnTo>
                  <a:pt x="8301" y="9400"/>
                </a:lnTo>
                <a:lnTo>
                  <a:pt x="8736" y="9789"/>
                </a:lnTo>
                <a:lnTo>
                  <a:pt x="9190" y="10178"/>
                </a:lnTo>
                <a:lnTo>
                  <a:pt x="9625" y="10567"/>
                </a:lnTo>
                <a:lnTo>
                  <a:pt x="9625" y="10956"/>
                </a:lnTo>
                <a:lnTo>
                  <a:pt x="10060" y="10956"/>
                </a:lnTo>
                <a:lnTo>
                  <a:pt x="10495" y="11345"/>
                </a:lnTo>
                <a:lnTo>
                  <a:pt x="10495" y="11750"/>
                </a:lnTo>
                <a:lnTo>
                  <a:pt x="10930" y="12139"/>
                </a:lnTo>
                <a:lnTo>
                  <a:pt x="11365" y="12528"/>
                </a:lnTo>
                <a:lnTo>
                  <a:pt x="11800" y="12917"/>
                </a:lnTo>
                <a:lnTo>
                  <a:pt x="11800" y="13306"/>
                </a:lnTo>
                <a:lnTo>
                  <a:pt x="12253" y="13306"/>
                </a:lnTo>
                <a:lnTo>
                  <a:pt x="12253" y="13695"/>
                </a:lnTo>
                <a:lnTo>
                  <a:pt x="12688" y="14084"/>
                </a:lnTo>
                <a:lnTo>
                  <a:pt x="13123" y="14084"/>
                </a:lnTo>
                <a:lnTo>
                  <a:pt x="13123" y="14489"/>
                </a:lnTo>
                <a:lnTo>
                  <a:pt x="13558" y="14878"/>
                </a:lnTo>
                <a:lnTo>
                  <a:pt x="13558" y="15267"/>
                </a:lnTo>
                <a:lnTo>
                  <a:pt x="13993" y="15656"/>
                </a:lnTo>
                <a:lnTo>
                  <a:pt x="14428" y="15656"/>
                </a:lnTo>
                <a:lnTo>
                  <a:pt x="14428" y="16045"/>
                </a:lnTo>
                <a:lnTo>
                  <a:pt x="14881" y="16434"/>
                </a:lnTo>
                <a:lnTo>
                  <a:pt x="14881" y="16839"/>
                </a:lnTo>
                <a:lnTo>
                  <a:pt x="15316" y="16839"/>
                </a:lnTo>
                <a:lnTo>
                  <a:pt x="15316" y="17228"/>
                </a:lnTo>
                <a:lnTo>
                  <a:pt x="15751" y="17617"/>
                </a:lnTo>
                <a:lnTo>
                  <a:pt x="16186" y="17617"/>
                </a:lnTo>
                <a:lnTo>
                  <a:pt x="16186" y="18006"/>
                </a:lnTo>
                <a:lnTo>
                  <a:pt x="16621" y="18395"/>
                </a:lnTo>
                <a:lnTo>
                  <a:pt x="17056" y="18784"/>
                </a:lnTo>
                <a:lnTo>
                  <a:pt x="17491" y="19189"/>
                </a:lnTo>
                <a:lnTo>
                  <a:pt x="17491" y="19578"/>
                </a:lnTo>
                <a:lnTo>
                  <a:pt x="17945" y="19967"/>
                </a:lnTo>
                <a:lnTo>
                  <a:pt x="18380" y="20356"/>
                </a:lnTo>
                <a:lnTo>
                  <a:pt x="18815" y="20745"/>
                </a:lnTo>
                <a:lnTo>
                  <a:pt x="18815" y="21134"/>
                </a:lnTo>
                <a:lnTo>
                  <a:pt x="19250" y="21134"/>
                </a:lnTo>
                <a:lnTo>
                  <a:pt x="19250" y="21523"/>
                </a:lnTo>
                <a:lnTo>
                  <a:pt x="19685" y="21929"/>
                </a:lnTo>
                <a:lnTo>
                  <a:pt x="20120" y="21929"/>
                </a:lnTo>
                <a:lnTo>
                  <a:pt x="20120" y="22317"/>
                </a:lnTo>
                <a:lnTo>
                  <a:pt x="20555" y="22706"/>
                </a:lnTo>
                <a:lnTo>
                  <a:pt x="21008" y="22706"/>
                </a:lnTo>
                <a:lnTo>
                  <a:pt x="21008" y="23095"/>
                </a:lnTo>
                <a:lnTo>
                  <a:pt x="21443" y="23484"/>
                </a:lnTo>
                <a:lnTo>
                  <a:pt x="21443" y="23873"/>
                </a:lnTo>
                <a:lnTo>
                  <a:pt x="21878" y="23873"/>
                </a:lnTo>
                <a:lnTo>
                  <a:pt x="21878" y="24279"/>
                </a:lnTo>
                <a:lnTo>
                  <a:pt x="22313" y="24668"/>
                </a:lnTo>
                <a:lnTo>
                  <a:pt x="22748" y="25057"/>
                </a:lnTo>
                <a:lnTo>
                  <a:pt x="23183" y="25446"/>
                </a:lnTo>
                <a:lnTo>
                  <a:pt x="23618" y="25835"/>
                </a:lnTo>
                <a:lnTo>
                  <a:pt x="23618" y="26224"/>
                </a:lnTo>
                <a:lnTo>
                  <a:pt x="24071" y="26224"/>
                </a:lnTo>
                <a:lnTo>
                  <a:pt x="24071" y="26629"/>
                </a:lnTo>
                <a:lnTo>
                  <a:pt x="24506" y="27018"/>
                </a:lnTo>
                <a:lnTo>
                  <a:pt x="25376" y="27796"/>
                </a:lnTo>
                <a:lnTo>
                  <a:pt x="25811" y="28185"/>
                </a:lnTo>
                <a:lnTo>
                  <a:pt x="25811" y="28574"/>
                </a:lnTo>
                <a:lnTo>
                  <a:pt x="26246" y="28574"/>
                </a:lnTo>
                <a:lnTo>
                  <a:pt x="26246" y="28979"/>
                </a:lnTo>
                <a:lnTo>
                  <a:pt x="26681" y="29368"/>
                </a:lnTo>
                <a:lnTo>
                  <a:pt x="27135" y="29368"/>
                </a:lnTo>
                <a:lnTo>
                  <a:pt x="27570" y="29757"/>
                </a:lnTo>
                <a:lnTo>
                  <a:pt x="27570" y="30146"/>
                </a:lnTo>
                <a:lnTo>
                  <a:pt x="28005" y="30535"/>
                </a:lnTo>
                <a:lnTo>
                  <a:pt x="28440" y="30924"/>
                </a:lnTo>
                <a:lnTo>
                  <a:pt x="28440" y="31313"/>
                </a:lnTo>
                <a:lnTo>
                  <a:pt x="28875" y="31313"/>
                </a:lnTo>
                <a:lnTo>
                  <a:pt x="29310" y="31718"/>
                </a:lnTo>
                <a:lnTo>
                  <a:pt x="29310" y="32107"/>
                </a:lnTo>
                <a:lnTo>
                  <a:pt x="29763" y="32496"/>
                </a:lnTo>
                <a:lnTo>
                  <a:pt x="30198" y="32885"/>
                </a:lnTo>
                <a:lnTo>
                  <a:pt x="30198" y="33274"/>
                </a:lnTo>
                <a:lnTo>
                  <a:pt x="30633" y="33274"/>
                </a:lnTo>
                <a:lnTo>
                  <a:pt x="31068" y="33663"/>
                </a:lnTo>
                <a:lnTo>
                  <a:pt x="31068" y="34068"/>
                </a:lnTo>
                <a:lnTo>
                  <a:pt x="31503" y="34068"/>
                </a:lnTo>
                <a:lnTo>
                  <a:pt x="31938" y="34457"/>
                </a:lnTo>
                <a:lnTo>
                  <a:pt x="31938" y="34846"/>
                </a:lnTo>
                <a:lnTo>
                  <a:pt x="32373" y="34846"/>
                </a:lnTo>
                <a:lnTo>
                  <a:pt x="32373" y="35235"/>
                </a:lnTo>
                <a:lnTo>
                  <a:pt x="32826" y="35624"/>
                </a:lnTo>
                <a:lnTo>
                  <a:pt x="32826" y="36013"/>
                </a:lnTo>
                <a:lnTo>
                  <a:pt x="33261" y="36013"/>
                </a:lnTo>
                <a:lnTo>
                  <a:pt x="33696" y="36418"/>
                </a:lnTo>
                <a:lnTo>
                  <a:pt x="33696" y="36807"/>
                </a:lnTo>
                <a:lnTo>
                  <a:pt x="34131" y="36807"/>
                </a:lnTo>
                <a:lnTo>
                  <a:pt x="34566" y="37196"/>
                </a:lnTo>
                <a:lnTo>
                  <a:pt x="34566" y="37585"/>
                </a:lnTo>
                <a:lnTo>
                  <a:pt x="35001" y="37585"/>
                </a:lnTo>
                <a:lnTo>
                  <a:pt x="35001" y="37974"/>
                </a:lnTo>
                <a:lnTo>
                  <a:pt x="35436" y="38363"/>
                </a:lnTo>
                <a:lnTo>
                  <a:pt x="35890" y="38752"/>
                </a:lnTo>
                <a:lnTo>
                  <a:pt x="36325" y="39157"/>
                </a:lnTo>
                <a:lnTo>
                  <a:pt x="36760" y="39546"/>
                </a:lnTo>
                <a:lnTo>
                  <a:pt x="36760" y="39935"/>
                </a:lnTo>
                <a:lnTo>
                  <a:pt x="37195" y="39935"/>
                </a:lnTo>
                <a:lnTo>
                  <a:pt x="37630" y="40324"/>
                </a:lnTo>
                <a:lnTo>
                  <a:pt x="37630" y="40713"/>
                </a:lnTo>
                <a:lnTo>
                  <a:pt x="38065" y="40713"/>
                </a:lnTo>
                <a:lnTo>
                  <a:pt x="38500" y="41102"/>
                </a:lnTo>
                <a:lnTo>
                  <a:pt x="38500" y="41507"/>
                </a:lnTo>
                <a:lnTo>
                  <a:pt x="38953" y="41507"/>
                </a:lnTo>
                <a:lnTo>
                  <a:pt x="38953" y="41896"/>
                </a:lnTo>
                <a:lnTo>
                  <a:pt x="39388" y="42285"/>
                </a:lnTo>
                <a:lnTo>
                  <a:pt x="39823" y="42674"/>
                </a:lnTo>
                <a:lnTo>
                  <a:pt x="40258" y="43063"/>
                </a:lnTo>
                <a:lnTo>
                  <a:pt x="40693" y="43452"/>
                </a:lnTo>
                <a:lnTo>
                  <a:pt x="40693" y="43858"/>
                </a:lnTo>
                <a:lnTo>
                  <a:pt x="41128" y="43858"/>
                </a:lnTo>
                <a:lnTo>
                  <a:pt x="41563" y="44247"/>
                </a:lnTo>
                <a:lnTo>
                  <a:pt x="41563" y="44635"/>
                </a:lnTo>
                <a:lnTo>
                  <a:pt x="42016" y="45024"/>
                </a:lnTo>
                <a:lnTo>
                  <a:pt x="42451" y="45413"/>
                </a:lnTo>
                <a:lnTo>
                  <a:pt x="42886" y="45802"/>
                </a:lnTo>
                <a:lnTo>
                  <a:pt x="43321" y="46208"/>
                </a:lnTo>
                <a:lnTo>
                  <a:pt x="43756" y="46597"/>
                </a:lnTo>
                <a:lnTo>
                  <a:pt x="43756" y="46986"/>
                </a:lnTo>
                <a:lnTo>
                  <a:pt x="44192" y="46986"/>
                </a:lnTo>
                <a:lnTo>
                  <a:pt x="44645" y="47375"/>
                </a:lnTo>
                <a:lnTo>
                  <a:pt x="44645" y="47764"/>
                </a:lnTo>
                <a:lnTo>
                  <a:pt x="45080" y="47764"/>
                </a:lnTo>
                <a:lnTo>
                  <a:pt x="45515" y="48153"/>
                </a:lnTo>
                <a:lnTo>
                  <a:pt x="45950" y="48542"/>
                </a:lnTo>
                <a:lnTo>
                  <a:pt x="45950" y="48947"/>
                </a:lnTo>
                <a:lnTo>
                  <a:pt x="46385" y="48947"/>
                </a:lnTo>
                <a:lnTo>
                  <a:pt x="46820" y="49336"/>
                </a:lnTo>
                <a:lnTo>
                  <a:pt x="46820" y="49725"/>
                </a:lnTo>
                <a:lnTo>
                  <a:pt x="47255" y="50114"/>
                </a:lnTo>
                <a:lnTo>
                  <a:pt x="47708" y="50503"/>
                </a:lnTo>
                <a:lnTo>
                  <a:pt x="47708" y="50892"/>
                </a:lnTo>
                <a:lnTo>
                  <a:pt x="48143" y="50892"/>
                </a:lnTo>
                <a:lnTo>
                  <a:pt x="48578" y="51297"/>
                </a:lnTo>
                <a:lnTo>
                  <a:pt x="48578" y="51297"/>
                </a:lnTo>
                <a:lnTo>
                  <a:pt x="49448" y="52075"/>
                </a:lnTo>
                <a:lnTo>
                  <a:pt x="49883" y="52464"/>
                </a:lnTo>
                <a:lnTo>
                  <a:pt x="50318" y="52853"/>
                </a:lnTo>
                <a:lnTo>
                  <a:pt x="50318" y="53242"/>
                </a:lnTo>
                <a:lnTo>
                  <a:pt x="50771" y="53242"/>
                </a:lnTo>
                <a:lnTo>
                  <a:pt x="51206" y="53647"/>
                </a:lnTo>
                <a:lnTo>
                  <a:pt x="51206" y="54036"/>
                </a:lnTo>
                <a:lnTo>
                  <a:pt x="51641" y="54036"/>
                </a:lnTo>
                <a:lnTo>
                  <a:pt x="51641" y="54425"/>
                </a:lnTo>
                <a:lnTo>
                  <a:pt x="52076" y="54814"/>
                </a:lnTo>
              </a:path>
            </a:pathLst>
          </a:custGeom>
          <a:ln w="24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6264841" y="3266140"/>
            <a:ext cx="52095" cy="43063"/>
          </a:xfrm>
          <a:custGeom>
            <a:avLst/>
            <a:gdLst/>
            <a:ahLst/>
            <a:cxnLst/>
            <a:rect l="l" t="t" r="r" b="b"/>
            <a:pathLst>
              <a:path w="52095" h="43063">
                <a:moveTo>
                  <a:pt x="0" y="0"/>
                </a:moveTo>
                <a:lnTo>
                  <a:pt x="435" y="0"/>
                </a:lnTo>
                <a:lnTo>
                  <a:pt x="435" y="388"/>
                </a:lnTo>
                <a:lnTo>
                  <a:pt x="870" y="388"/>
                </a:lnTo>
                <a:lnTo>
                  <a:pt x="1305" y="777"/>
                </a:lnTo>
                <a:lnTo>
                  <a:pt x="1305" y="1166"/>
                </a:lnTo>
                <a:lnTo>
                  <a:pt x="1758" y="1166"/>
                </a:lnTo>
                <a:lnTo>
                  <a:pt x="1758" y="1572"/>
                </a:lnTo>
                <a:lnTo>
                  <a:pt x="2193" y="1961"/>
                </a:lnTo>
                <a:lnTo>
                  <a:pt x="2628" y="2350"/>
                </a:lnTo>
                <a:lnTo>
                  <a:pt x="3063" y="2739"/>
                </a:lnTo>
                <a:lnTo>
                  <a:pt x="3498" y="3128"/>
                </a:lnTo>
                <a:lnTo>
                  <a:pt x="3933" y="3517"/>
                </a:lnTo>
                <a:lnTo>
                  <a:pt x="4368" y="3517"/>
                </a:lnTo>
                <a:lnTo>
                  <a:pt x="4368" y="3922"/>
                </a:lnTo>
                <a:lnTo>
                  <a:pt x="4821" y="4311"/>
                </a:lnTo>
                <a:lnTo>
                  <a:pt x="5256" y="4700"/>
                </a:lnTo>
                <a:lnTo>
                  <a:pt x="5691" y="5089"/>
                </a:lnTo>
                <a:lnTo>
                  <a:pt x="6126" y="5478"/>
                </a:lnTo>
                <a:lnTo>
                  <a:pt x="6561" y="5867"/>
                </a:lnTo>
                <a:lnTo>
                  <a:pt x="6561" y="6272"/>
                </a:lnTo>
                <a:lnTo>
                  <a:pt x="6996" y="6272"/>
                </a:lnTo>
                <a:lnTo>
                  <a:pt x="7449" y="6661"/>
                </a:lnTo>
                <a:lnTo>
                  <a:pt x="7449" y="7050"/>
                </a:lnTo>
                <a:lnTo>
                  <a:pt x="7884" y="7050"/>
                </a:lnTo>
                <a:lnTo>
                  <a:pt x="8319" y="7439"/>
                </a:lnTo>
                <a:lnTo>
                  <a:pt x="8755" y="7828"/>
                </a:lnTo>
                <a:lnTo>
                  <a:pt x="8755" y="8217"/>
                </a:lnTo>
                <a:lnTo>
                  <a:pt x="9190" y="8217"/>
                </a:lnTo>
                <a:lnTo>
                  <a:pt x="9625" y="8622"/>
                </a:lnTo>
                <a:lnTo>
                  <a:pt x="10060" y="9011"/>
                </a:lnTo>
                <a:lnTo>
                  <a:pt x="10060" y="9400"/>
                </a:lnTo>
                <a:lnTo>
                  <a:pt x="10513" y="9400"/>
                </a:lnTo>
                <a:lnTo>
                  <a:pt x="10513" y="9789"/>
                </a:lnTo>
                <a:lnTo>
                  <a:pt x="10948" y="9789"/>
                </a:lnTo>
                <a:lnTo>
                  <a:pt x="11383" y="10178"/>
                </a:lnTo>
                <a:lnTo>
                  <a:pt x="11383" y="10567"/>
                </a:lnTo>
                <a:lnTo>
                  <a:pt x="11818" y="10567"/>
                </a:lnTo>
                <a:lnTo>
                  <a:pt x="12253" y="10956"/>
                </a:lnTo>
                <a:lnTo>
                  <a:pt x="12253" y="11361"/>
                </a:lnTo>
                <a:lnTo>
                  <a:pt x="12688" y="11361"/>
                </a:lnTo>
                <a:lnTo>
                  <a:pt x="12688" y="11750"/>
                </a:lnTo>
                <a:lnTo>
                  <a:pt x="13123" y="11750"/>
                </a:lnTo>
                <a:lnTo>
                  <a:pt x="13123" y="12139"/>
                </a:lnTo>
                <a:lnTo>
                  <a:pt x="13576" y="12139"/>
                </a:lnTo>
                <a:lnTo>
                  <a:pt x="14011" y="12528"/>
                </a:lnTo>
                <a:lnTo>
                  <a:pt x="14011" y="12917"/>
                </a:lnTo>
                <a:lnTo>
                  <a:pt x="14446" y="12917"/>
                </a:lnTo>
                <a:lnTo>
                  <a:pt x="14881" y="13306"/>
                </a:lnTo>
                <a:lnTo>
                  <a:pt x="15316" y="13711"/>
                </a:lnTo>
                <a:lnTo>
                  <a:pt x="15751" y="14100"/>
                </a:lnTo>
                <a:lnTo>
                  <a:pt x="15751" y="14489"/>
                </a:lnTo>
                <a:lnTo>
                  <a:pt x="16186" y="14489"/>
                </a:lnTo>
                <a:lnTo>
                  <a:pt x="16639" y="14878"/>
                </a:lnTo>
                <a:lnTo>
                  <a:pt x="17075" y="15267"/>
                </a:lnTo>
                <a:lnTo>
                  <a:pt x="17075" y="15656"/>
                </a:lnTo>
                <a:lnTo>
                  <a:pt x="17510" y="15656"/>
                </a:lnTo>
                <a:lnTo>
                  <a:pt x="17945" y="16061"/>
                </a:lnTo>
                <a:lnTo>
                  <a:pt x="18380" y="16450"/>
                </a:lnTo>
                <a:lnTo>
                  <a:pt x="18815" y="16450"/>
                </a:lnTo>
                <a:lnTo>
                  <a:pt x="18815" y="16839"/>
                </a:lnTo>
                <a:lnTo>
                  <a:pt x="19250" y="17228"/>
                </a:lnTo>
                <a:lnTo>
                  <a:pt x="19703" y="17617"/>
                </a:lnTo>
                <a:lnTo>
                  <a:pt x="20138" y="18006"/>
                </a:lnTo>
                <a:lnTo>
                  <a:pt x="20573" y="18006"/>
                </a:lnTo>
                <a:lnTo>
                  <a:pt x="20573" y="18395"/>
                </a:lnTo>
                <a:lnTo>
                  <a:pt x="21008" y="18800"/>
                </a:lnTo>
                <a:lnTo>
                  <a:pt x="21443" y="19189"/>
                </a:lnTo>
                <a:lnTo>
                  <a:pt x="21878" y="19578"/>
                </a:lnTo>
                <a:lnTo>
                  <a:pt x="22331" y="19578"/>
                </a:lnTo>
                <a:lnTo>
                  <a:pt x="22331" y="19967"/>
                </a:lnTo>
                <a:lnTo>
                  <a:pt x="22766" y="20356"/>
                </a:lnTo>
                <a:lnTo>
                  <a:pt x="23201" y="20356"/>
                </a:lnTo>
                <a:lnTo>
                  <a:pt x="23201" y="20745"/>
                </a:lnTo>
                <a:lnTo>
                  <a:pt x="23636" y="20745"/>
                </a:lnTo>
                <a:lnTo>
                  <a:pt x="23636" y="21151"/>
                </a:lnTo>
                <a:lnTo>
                  <a:pt x="24071" y="21151"/>
                </a:lnTo>
                <a:lnTo>
                  <a:pt x="24071" y="21540"/>
                </a:lnTo>
                <a:lnTo>
                  <a:pt x="24506" y="21540"/>
                </a:lnTo>
                <a:lnTo>
                  <a:pt x="24941" y="21929"/>
                </a:lnTo>
                <a:lnTo>
                  <a:pt x="24941" y="22317"/>
                </a:lnTo>
                <a:lnTo>
                  <a:pt x="25395" y="22317"/>
                </a:lnTo>
                <a:lnTo>
                  <a:pt x="25830" y="22706"/>
                </a:lnTo>
                <a:lnTo>
                  <a:pt x="26265" y="23095"/>
                </a:lnTo>
                <a:lnTo>
                  <a:pt x="26700" y="23501"/>
                </a:lnTo>
                <a:lnTo>
                  <a:pt x="27135" y="23890"/>
                </a:lnTo>
                <a:lnTo>
                  <a:pt x="27570" y="23890"/>
                </a:lnTo>
                <a:lnTo>
                  <a:pt x="27570" y="24279"/>
                </a:lnTo>
                <a:lnTo>
                  <a:pt x="28005" y="24668"/>
                </a:lnTo>
                <a:lnTo>
                  <a:pt x="28458" y="25057"/>
                </a:lnTo>
                <a:lnTo>
                  <a:pt x="28893" y="25057"/>
                </a:lnTo>
                <a:lnTo>
                  <a:pt x="28893" y="25446"/>
                </a:lnTo>
                <a:lnTo>
                  <a:pt x="29328" y="25835"/>
                </a:lnTo>
                <a:lnTo>
                  <a:pt x="29763" y="25835"/>
                </a:lnTo>
                <a:lnTo>
                  <a:pt x="30198" y="26240"/>
                </a:lnTo>
                <a:lnTo>
                  <a:pt x="30198" y="26629"/>
                </a:lnTo>
                <a:lnTo>
                  <a:pt x="30633" y="26629"/>
                </a:lnTo>
                <a:lnTo>
                  <a:pt x="30633" y="27018"/>
                </a:lnTo>
                <a:lnTo>
                  <a:pt x="31068" y="27018"/>
                </a:lnTo>
                <a:lnTo>
                  <a:pt x="31521" y="27407"/>
                </a:lnTo>
                <a:lnTo>
                  <a:pt x="31956" y="27796"/>
                </a:lnTo>
                <a:lnTo>
                  <a:pt x="32391" y="28185"/>
                </a:lnTo>
                <a:lnTo>
                  <a:pt x="32826" y="28590"/>
                </a:lnTo>
                <a:lnTo>
                  <a:pt x="33261" y="28979"/>
                </a:lnTo>
                <a:lnTo>
                  <a:pt x="33696" y="28979"/>
                </a:lnTo>
                <a:lnTo>
                  <a:pt x="34131" y="29368"/>
                </a:lnTo>
                <a:lnTo>
                  <a:pt x="34131" y="29757"/>
                </a:lnTo>
                <a:lnTo>
                  <a:pt x="34585" y="29757"/>
                </a:lnTo>
                <a:lnTo>
                  <a:pt x="34585" y="30146"/>
                </a:lnTo>
                <a:lnTo>
                  <a:pt x="35020" y="30146"/>
                </a:lnTo>
                <a:lnTo>
                  <a:pt x="35455" y="30535"/>
                </a:lnTo>
                <a:lnTo>
                  <a:pt x="35890" y="30940"/>
                </a:lnTo>
                <a:lnTo>
                  <a:pt x="36325" y="31329"/>
                </a:lnTo>
                <a:lnTo>
                  <a:pt x="36760" y="31329"/>
                </a:lnTo>
                <a:lnTo>
                  <a:pt x="36760" y="31718"/>
                </a:lnTo>
                <a:lnTo>
                  <a:pt x="37213" y="31718"/>
                </a:lnTo>
                <a:lnTo>
                  <a:pt x="37213" y="32107"/>
                </a:lnTo>
                <a:lnTo>
                  <a:pt x="37648" y="32107"/>
                </a:lnTo>
                <a:lnTo>
                  <a:pt x="38083" y="32496"/>
                </a:lnTo>
                <a:lnTo>
                  <a:pt x="38518" y="32885"/>
                </a:lnTo>
                <a:lnTo>
                  <a:pt x="38518" y="33290"/>
                </a:lnTo>
                <a:lnTo>
                  <a:pt x="38953" y="33290"/>
                </a:lnTo>
                <a:lnTo>
                  <a:pt x="39388" y="33679"/>
                </a:lnTo>
                <a:lnTo>
                  <a:pt x="39823" y="34068"/>
                </a:lnTo>
                <a:lnTo>
                  <a:pt x="40276" y="34068"/>
                </a:lnTo>
                <a:lnTo>
                  <a:pt x="40711" y="34457"/>
                </a:lnTo>
                <a:lnTo>
                  <a:pt x="40711" y="34846"/>
                </a:lnTo>
                <a:lnTo>
                  <a:pt x="41146" y="34846"/>
                </a:lnTo>
                <a:lnTo>
                  <a:pt x="41581" y="35235"/>
                </a:lnTo>
                <a:lnTo>
                  <a:pt x="41581" y="35624"/>
                </a:lnTo>
                <a:lnTo>
                  <a:pt x="42016" y="35624"/>
                </a:lnTo>
                <a:lnTo>
                  <a:pt x="42451" y="36029"/>
                </a:lnTo>
                <a:lnTo>
                  <a:pt x="42886" y="36418"/>
                </a:lnTo>
                <a:lnTo>
                  <a:pt x="43340" y="36807"/>
                </a:lnTo>
                <a:lnTo>
                  <a:pt x="43775" y="36807"/>
                </a:lnTo>
                <a:lnTo>
                  <a:pt x="43775" y="37196"/>
                </a:lnTo>
                <a:lnTo>
                  <a:pt x="44210" y="37196"/>
                </a:lnTo>
                <a:lnTo>
                  <a:pt x="44645" y="37585"/>
                </a:lnTo>
                <a:lnTo>
                  <a:pt x="45080" y="37974"/>
                </a:lnTo>
                <a:lnTo>
                  <a:pt x="45515" y="38379"/>
                </a:lnTo>
                <a:lnTo>
                  <a:pt x="45950" y="38768"/>
                </a:lnTo>
                <a:lnTo>
                  <a:pt x="46403" y="38768"/>
                </a:lnTo>
                <a:lnTo>
                  <a:pt x="46403" y="39157"/>
                </a:lnTo>
                <a:lnTo>
                  <a:pt x="46838" y="39157"/>
                </a:lnTo>
                <a:lnTo>
                  <a:pt x="47273" y="39546"/>
                </a:lnTo>
                <a:lnTo>
                  <a:pt x="47708" y="39935"/>
                </a:lnTo>
                <a:lnTo>
                  <a:pt x="48143" y="39935"/>
                </a:lnTo>
                <a:lnTo>
                  <a:pt x="48143" y="40324"/>
                </a:lnTo>
                <a:lnTo>
                  <a:pt x="48578" y="40324"/>
                </a:lnTo>
                <a:lnTo>
                  <a:pt x="49013" y="40729"/>
                </a:lnTo>
                <a:lnTo>
                  <a:pt x="49013" y="41118"/>
                </a:lnTo>
                <a:lnTo>
                  <a:pt x="49466" y="41118"/>
                </a:lnTo>
                <a:lnTo>
                  <a:pt x="49901" y="41507"/>
                </a:lnTo>
                <a:lnTo>
                  <a:pt x="50336" y="41896"/>
                </a:lnTo>
                <a:lnTo>
                  <a:pt x="50771" y="41896"/>
                </a:lnTo>
                <a:lnTo>
                  <a:pt x="50771" y="42285"/>
                </a:lnTo>
                <a:lnTo>
                  <a:pt x="51206" y="42285"/>
                </a:lnTo>
                <a:lnTo>
                  <a:pt x="51641" y="42674"/>
                </a:lnTo>
                <a:lnTo>
                  <a:pt x="52095" y="43063"/>
                </a:lnTo>
              </a:path>
            </a:pathLst>
          </a:custGeom>
          <a:ln w="2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6316936" y="3309204"/>
            <a:ext cx="51641" cy="30551"/>
          </a:xfrm>
          <a:custGeom>
            <a:avLst/>
            <a:gdLst/>
            <a:ahLst/>
            <a:cxnLst/>
            <a:rect l="l" t="t" r="r" b="b"/>
            <a:pathLst>
              <a:path w="51641" h="30551">
                <a:moveTo>
                  <a:pt x="0" y="0"/>
                </a:moveTo>
                <a:lnTo>
                  <a:pt x="435" y="405"/>
                </a:lnTo>
                <a:lnTo>
                  <a:pt x="870" y="405"/>
                </a:lnTo>
                <a:lnTo>
                  <a:pt x="870" y="794"/>
                </a:lnTo>
                <a:lnTo>
                  <a:pt x="1305" y="794"/>
                </a:lnTo>
                <a:lnTo>
                  <a:pt x="1305" y="1183"/>
                </a:lnTo>
                <a:lnTo>
                  <a:pt x="1740" y="1183"/>
                </a:lnTo>
                <a:lnTo>
                  <a:pt x="2175" y="1572"/>
                </a:lnTo>
                <a:lnTo>
                  <a:pt x="2610" y="1572"/>
                </a:lnTo>
                <a:lnTo>
                  <a:pt x="2610" y="1961"/>
                </a:lnTo>
                <a:lnTo>
                  <a:pt x="3063" y="1961"/>
                </a:lnTo>
                <a:lnTo>
                  <a:pt x="3498" y="2350"/>
                </a:lnTo>
                <a:lnTo>
                  <a:pt x="3933" y="2755"/>
                </a:lnTo>
                <a:lnTo>
                  <a:pt x="4368" y="3144"/>
                </a:lnTo>
                <a:lnTo>
                  <a:pt x="4803" y="3533"/>
                </a:lnTo>
                <a:lnTo>
                  <a:pt x="5238" y="3533"/>
                </a:lnTo>
                <a:lnTo>
                  <a:pt x="5238" y="3922"/>
                </a:lnTo>
                <a:lnTo>
                  <a:pt x="5673" y="3922"/>
                </a:lnTo>
                <a:lnTo>
                  <a:pt x="6126" y="4311"/>
                </a:lnTo>
                <a:lnTo>
                  <a:pt x="6561" y="4311"/>
                </a:lnTo>
                <a:lnTo>
                  <a:pt x="6561" y="4700"/>
                </a:lnTo>
                <a:lnTo>
                  <a:pt x="6996" y="4700"/>
                </a:lnTo>
                <a:lnTo>
                  <a:pt x="6996" y="5105"/>
                </a:lnTo>
                <a:lnTo>
                  <a:pt x="7431" y="5105"/>
                </a:lnTo>
                <a:lnTo>
                  <a:pt x="7866" y="5494"/>
                </a:lnTo>
                <a:lnTo>
                  <a:pt x="8301" y="5494"/>
                </a:lnTo>
                <a:lnTo>
                  <a:pt x="8301" y="5883"/>
                </a:lnTo>
                <a:lnTo>
                  <a:pt x="8736" y="5883"/>
                </a:lnTo>
                <a:lnTo>
                  <a:pt x="9190" y="6272"/>
                </a:lnTo>
                <a:lnTo>
                  <a:pt x="9625" y="6661"/>
                </a:lnTo>
                <a:lnTo>
                  <a:pt x="10060" y="6661"/>
                </a:lnTo>
                <a:lnTo>
                  <a:pt x="10060" y="7050"/>
                </a:lnTo>
                <a:lnTo>
                  <a:pt x="10495" y="7050"/>
                </a:lnTo>
                <a:lnTo>
                  <a:pt x="10930" y="7455"/>
                </a:lnTo>
                <a:lnTo>
                  <a:pt x="11365" y="7844"/>
                </a:lnTo>
                <a:lnTo>
                  <a:pt x="11800" y="7844"/>
                </a:lnTo>
                <a:lnTo>
                  <a:pt x="11800" y="8233"/>
                </a:lnTo>
                <a:lnTo>
                  <a:pt x="12253" y="8233"/>
                </a:lnTo>
                <a:lnTo>
                  <a:pt x="12253" y="8622"/>
                </a:lnTo>
                <a:lnTo>
                  <a:pt x="12688" y="8622"/>
                </a:lnTo>
                <a:lnTo>
                  <a:pt x="12688" y="9011"/>
                </a:lnTo>
                <a:lnTo>
                  <a:pt x="13123" y="9011"/>
                </a:lnTo>
                <a:lnTo>
                  <a:pt x="13558" y="9011"/>
                </a:lnTo>
                <a:lnTo>
                  <a:pt x="13558" y="9400"/>
                </a:lnTo>
                <a:lnTo>
                  <a:pt x="13993" y="9400"/>
                </a:lnTo>
                <a:lnTo>
                  <a:pt x="14428" y="9789"/>
                </a:lnTo>
                <a:lnTo>
                  <a:pt x="14881" y="9789"/>
                </a:lnTo>
                <a:lnTo>
                  <a:pt x="14881" y="10194"/>
                </a:lnTo>
                <a:lnTo>
                  <a:pt x="15316" y="10194"/>
                </a:lnTo>
                <a:lnTo>
                  <a:pt x="15316" y="10583"/>
                </a:lnTo>
                <a:lnTo>
                  <a:pt x="15751" y="10583"/>
                </a:lnTo>
                <a:lnTo>
                  <a:pt x="16186" y="10972"/>
                </a:lnTo>
                <a:lnTo>
                  <a:pt x="16621" y="11361"/>
                </a:lnTo>
                <a:lnTo>
                  <a:pt x="17056" y="11361"/>
                </a:lnTo>
                <a:lnTo>
                  <a:pt x="17491" y="11750"/>
                </a:lnTo>
                <a:lnTo>
                  <a:pt x="17945" y="12139"/>
                </a:lnTo>
                <a:lnTo>
                  <a:pt x="18380" y="12139"/>
                </a:lnTo>
                <a:lnTo>
                  <a:pt x="18815" y="12544"/>
                </a:lnTo>
                <a:lnTo>
                  <a:pt x="19250" y="12933"/>
                </a:lnTo>
                <a:lnTo>
                  <a:pt x="19685" y="13322"/>
                </a:lnTo>
                <a:lnTo>
                  <a:pt x="20120" y="13322"/>
                </a:lnTo>
                <a:lnTo>
                  <a:pt x="20555" y="13711"/>
                </a:lnTo>
                <a:lnTo>
                  <a:pt x="21008" y="13711"/>
                </a:lnTo>
                <a:lnTo>
                  <a:pt x="21008" y="14100"/>
                </a:lnTo>
                <a:lnTo>
                  <a:pt x="21443" y="14100"/>
                </a:lnTo>
                <a:lnTo>
                  <a:pt x="21878" y="14489"/>
                </a:lnTo>
                <a:lnTo>
                  <a:pt x="22313" y="14894"/>
                </a:lnTo>
                <a:lnTo>
                  <a:pt x="22748" y="14894"/>
                </a:lnTo>
                <a:lnTo>
                  <a:pt x="23183" y="15283"/>
                </a:lnTo>
                <a:lnTo>
                  <a:pt x="23618" y="15672"/>
                </a:lnTo>
                <a:lnTo>
                  <a:pt x="24071" y="15672"/>
                </a:lnTo>
                <a:lnTo>
                  <a:pt x="24506" y="16061"/>
                </a:lnTo>
                <a:lnTo>
                  <a:pt x="24941" y="16450"/>
                </a:lnTo>
                <a:lnTo>
                  <a:pt x="25376" y="16450"/>
                </a:lnTo>
                <a:lnTo>
                  <a:pt x="25811" y="16839"/>
                </a:lnTo>
                <a:lnTo>
                  <a:pt x="26246" y="17228"/>
                </a:lnTo>
                <a:lnTo>
                  <a:pt x="26681" y="17228"/>
                </a:lnTo>
                <a:lnTo>
                  <a:pt x="27135" y="17633"/>
                </a:lnTo>
                <a:lnTo>
                  <a:pt x="27570" y="18022"/>
                </a:lnTo>
                <a:lnTo>
                  <a:pt x="28005" y="18022"/>
                </a:lnTo>
                <a:lnTo>
                  <a:pt x="28440" y="18411"/>
                </a:lnTo>
                <a:lnTo>
                  <a:pt x="28875" y="18411"/>
                </a:lnTo>
                <a:lnTo>
                  <a:pt x="29310" y="18800"/>
                </a:lnTo>
                <a:lnTo>
                  <a:pt x="29763" y="19189"/>
                </a:lnTo>
                <a:lnTo>
                  <a:pt x="30198" y="19189"/>
                </a:lnTo>
                <a:lnTo>
                  <a:pt x="30198" y="19578"/>
                </a:lnTo>
                <a:lnTo>
                  <a:pt x="30633" y="19578"/>
                </a:lnTo>
                <a:lnTo>
                  <a:pt x="31068" y="19984"/>
                </a:lnTo>
                <a:lnTo>
                  <a:pt x="31503" y="19984"/>
                </a:lnTo>
                <a:lnTo>
                  <a:pt x="31938" y="20373"/>
                </a:lnTo>
                <a:lnTo>
                  <a:pt x="32373" y="20373"/>
                </a:lnTo>
                <a:lnTo>
                  <a:pt x="32373" y="20762"/>
                </a:lnTo>
                <a:lnTo>
                  <a:pt x="32826" y="20762"/>
                </a:lnTo>
                <a:lnTo>
                  <a:pt x="33261" y="21151"/>
                </a:lnTo>
                <a:lnTo>
                  <a:pt x="33696" y="21151"/>
                </a:lnTo>
                <a:lnTo>
                  <a:pt x="33696" y="21540"/>
                </a:lnTo>
                <a:lnTo>
                  <a:pt x="34131" y="21540"/>
                </a:lnTo>
                <a:lnTo>
                  <a:pt x="34566" y="21929"/>
                </a:lnTo>
                <a:lnTo>
                  <a:pt x="35001" y="21929"/>
                </a:lnTo>
                <a:lnTo>
                  <a:pt x="35436" y="22334"/>
                </a:lnTo>
                <a:lnTo>
                  <a:pt x="35890" y="22334"/>
                </a:lnTo>
                <a:lnTo>
                  <a:pt x="35890" y="22334"/>
                </a:lnTo>
                <a:lnTo>
                  <a:pt x="36325" y="22723"/>
                </a:lnTo>
                <a:lnTo>
                  <a:pt x="36760" y="23112"/>
                </a:lnTo>
                <a:lnTo>
                  <a:pt x="37195" y="23112"/>
                </a:lnTo>
                <a:lnTo>
                  <a:pt x="37630" y="23501"/>
                </a:lnTo>
                <a:lnTo>
                  <a:pt x="38065" y="23501"/>
                </a:lnTo>
                <a:lnTo>
                  <a:pt x="38065" y="23890"/>
                </a:lnTo>
                <a:lnTo>
                  <a:pt x="38500" y="23890"/>
                </a:lnTo>
                <a:lnTo>
                  <a:pt x="38953" y="24279"/>
                </a:lnTo>
                <a:lnTo>
                  <a:pt x="39388" y="24279"/>
                </a:lnTo>
                <a:lnTo>
                  <a:pt x="39823" y="24668"/>
                </a:lnTo>
                <a:lnTo>
                  <a:pt x="40258" y="24668"/>
                </a:lnTo>
                <a:lnTo>
                  <a:pt x="40258" y="25073"/>
                </a:lnTo>
                <a:lnTo>
                  <a:pt x="40693" y="25073"/>
                </a:lnTo>
                <a:lnTo>
                  <a:pt x="41128" y="25462"/>
                </a:lnTo>
                <a:lnTo>
                  <a:pt x="41563" y="25462"/>
                </a:lnTo>
                <a:lnTo>
                  <a:pt x="42016" y="25851"/>
                </a:lnTo>
                <a:lnTo>
                  <a:pt x="42451" y="25851"/>
                </a:lnTo>
                <a:lnTo>
                  <a:pt x="42886" y="26240"/>
                </a:lnTo>
                <a:lnTo>
                  <a:pt x="43321" y="26240"/>
                </a:lnTo>
                <a:lnTo>
                  <a:pt x="43321" y="26629"/>
                </a:lnTo>
                <a:lnTo>
                  <a:pt x="43756" y="26629"/>
                </a:lnTo>
                <a:lnTo>
                  <a:pt x="44192" y="26629"/>
                </a:lnTo>
                <a:lnTo>
                  <a:pt x="44192" y="27018"/>
                </a:lnTo>
                <a:lnTo>
                  <a:pt x="44645" y="27018"/>
                </a:lnTo>
                <a:lnTo>
                  <a:pt x="45080" y="27423"/>
                </a:lnTo>
                <a:lnTo>
                  <a:pt x="45515" y="27812"/>
                </a:lnTo>
                <a:lnTo>
                  <a:pt x="45950" y="27812"/>
                </a:lnTo>
                <a:lnTo>
                  <a:pt x="46385" y="27812"/>
                </a:lnTo>
                <a:lnTo>
                  <a:pt x="46820" y="28201"/>
                </a:lnTo>
                <a:lnTo>
                  <a:pt x="47255" y="28590"/>
                </a:lnTo>
                <a:lnTo>
                  <a:pt x="47708" y="28590"/>
                </a:lnTo>
                <a:lnTo>
                  <a:pt x="48143" y="28979"/>
                </a:lnTo>
                <a:lnTo>
                  <a:pt x="48578" y="28979"/>
                </a:lnTo>
                <a:lnTo>
                  <a:pt x="49013" y="29368"/>
                </a:lnTo>
                <a:lnTo>
                  <a:pt x="49448" y="29368"/>
                </a:lnTo>
                <a:lnTo>
                  <a:pt x="49883" y="29773"/>
                </a:lnTo>
                <a:lnTo>
                  <a:pt x="50318" y="29773"/>
                </a:lnTo>
                <a:lnTo>
                  <a:pt x="50318" y="30162"/>
                </a:lnTo>
                <a:lnTo>
                  <a:pt x="50771" y="30162"/>
                </a:lnTo>
                <a:lnTo>
                  <a:pt x="51206" y="30162"/>
                </a:lnTo>
                <a:lnTo>
                  <a:pt x="51641" y="30551"/>
                </a:lnTo>
              </a:path>
            </a:pathLst>
          </a:custGeom>
          <a:ln w="23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6368578" y="3339755"/>
            <a:ext cx="52076" cy="18006"/>
          </a:xfrm>
          <a:custGeom>
            <a:avLst/>
            <a:gdLst/>
            <a:ahLst/>
            <a:cxnLst/>
            <a:rect l="l" t="t" r="r" b="b"/>
            <a:pathLst>
              <a:path w="52076" h="18006">
                <a:moveTo>
                  <a:pt x="0" y="0"/>
                </a:moveTo>
                <a:lnTo>
                  <a:pt x="435" y="0"/>
                </a:lnTo>
                <a:lnTo>
                  <a:pt x="870" y="388"/>
                </a:lnTo>
                <a:lnTo>
                  <a:pt x="1305" y="388"/>
                </a:lnTo>
                <a:lnTo>
                  <a:pt x="1740" y="777"/>
                </a:lnTo>
                <a:lnTo>
                  <a:pt x="2193" y="777"/>
                </a:lnTo>
                <a:lnTo>
                  <a:pt x="2193" y="1166"/>
                </a:lnTo>
                <a:lnTo>
                  <a:pt x="2628" y="1166"/>
                </a:lnTo>
                <a:lnTo>
                  <a:pt x="3063" y="1166"/>
                </a:lnTo>
                <a:lnTo>
                  <a:pt x="3498" y="1572"/>
                </a:lnTo>
                <a:lnTo>
                  <a:pt x="3933" y="1572"/>
                </a:lnTo>
                <a:lnTo>
                  <a:pt x="3933" y="1961"/>
                </a:lnTo>
                <a:lnTo>
                  <a:pt x="4368" y="1961"/>
                </a:lnTo>
                <a:lnTo>
                  <a:pt x="4803" y="2350"/>
                </a:lnTo>
                <a:lnTo>
                  <a:pt x="5256" y="2350"/>
                </a:lnTo>
                <a:lnTo>
                  <a:pt x="5691" y="2350"/>
                </a:lnTo>
                <a:lnTo>
                  <a:pt x="6126" y="2739"/>
                </a:lnTo>
                <a:lnTo>
                  <a:pt x="6561" y="2739"/>
                </a:lnTo>
                <a:lnTo>
                  <a:pt x="6561" y="3128"/>
                </a:lnTo>
                <a:lnTo>
                  <a:pt x="6996" y="3128"/>
                </a:lnTo>
                <a:lnTo>
                  <a:pt x="7431" y="3517"/>
                </a:lnTo>
                <a:lnTo>
                  <a:pt x="7884" y="3517"/>
                </a:lnTo>
                <a:lnTo>
                  <a:pt x="8319" y="3517"/>
                </a:lnTo>
                <a:lnTo>
                  <a:pt x="8755" y="3906"/>
                </a:lnTo>
                <a:lnTo>
                  <a:pt x="9190" y="3906"/>
                </a:lnTo>
                <a:lnTo>
                  <a:pt x="9625" y="4311"/>
                </a:lnTo>
                <a:lnTo>
                  <a:pt x="10060" y="4311"/>
                </a:lnTo>
                <a:lnTo>
                  <a:pt x="10495" y="4700"/>
                </a:lnTo>
                <a:lnTo>
                  <a:pt x="10948" y="4700"/>
                </a:lnTo>
                <a:lnTo>
                  <a:pt x="11383" y="5089"/>
                </a:lnTo>
                <a:lnTo>
                  <a:pt x="11818" y="5089"/>
                </a:lnTo>
                <a:lnTo>
                  <a:pt x="12253" y="5478"/>
                </a:lnTo>
                <a:lnTo>
                  <a:pt x="12688" y="5478"/>
                </a:lnTo>
                <a:lnTo>
                  <a:pt x="13123" y="5478"/>
                </a:lnTo>
                <a:lnTo>
                  <a:pt x="13123" y="5867"/>
                </a:lnTo>
                <a:lnTo>
                  <a:pt x="13558" y="5867"/>
                </a:lnTo>
                <a:lnTo>
                  <a:pt x="14011" y="6256"/>
                </a:lnTo>
                <a:lnTo>
                  <a:pt x="14446" y="6256"/>
                </a:lnTo>
                <a:lnTo>
                  <a:pt x="14881" y="6256"/>
                </a:lnTo>
                <a:lnTo>
                  <a:pt x="15316" y="6661"/>
                </a:lnTo>
                <a:lnTo>
                  <a:pt x="15751" y="6661"/>
                </a:lnTo>
                <a:lnTo>
                  <a:pt x="16186" y="7050"/>
                </a:lnTo>
                <a:lnTo>
                  <a:pt x="16621" y="7050"/>
                </a:lnTo>
                <a:lnTo>
                  <a:pt x="17075" y="7439"/>
                </a:lnTo>
                <a:lnTo>
                  <a:pt x="17510" y="7439"/>
                </a:lnTo>
                <a:lnTo>
                  <a:pt x="17945" y="7439"/>
                </a:lnTo>
                <a:lnTo>
                  <a:pt x="18380" y="7828"/>
                </a:lnTo>
                <a:lnTo>
                  <a:pt x="18815" y="7828"/>
                </a:lnTo>
                <a:lnTo>
                  <a:pt x="18815" y="8217"/>
                </a:lnTo>
                <a:lnTo>
                  <a:pt x="19250" y="8217"/>
                </a:lnTo>
                <a:lnTo>
                  <a:pt x="19703" y="8217"/>
                </a:lnTo>
                <a:lnTo>
                  <a:pt x="20138" y="8217"/>
                </a:lnTo>
                <a:lnTo>
                  <a:pt x="20138" y="8606"/>
                </a:lnTo>
                <a:lnTo>
                  <a:pt x="20573" y="8606"/>
                </a:lnTo>
                <a:lnTo>
                  <a:pt x="21008" y="8606"/>
                </a:lnTo>
                <a:lnTo>
                  <a:pt x="21008" y="9011"/>
                </a:lnTo>
                <a:lnTo>
                  <a:pt x="21443" y="9011"/>
                </a:lnTo>
                <a:lnTo>
                  <a:pt x="21878" y="9011"/>
                </a:lnTo>
                <a:lnTo>
                  <a:pt x="22313" y="9400"/>
                </a:lnTo>
                <a:lnTo>
                  <a:pt x="22766" y="9400"/>
                </a:lnTo>
                <a:lnTo>
                  <a:pt x="23201" y="9400"/>
                </a:lnTo>
                <a:lnTo>
                  <a:pt x="23636" y="9789"/>
                </a:lnTo>
                <a:lnTo>
                  <a:pt x="24071" y="9789"/>
                </a:lnTo>
                <a:lnTo>
                  <a:pt x="24506" y="9789"/>
                </a:lnTo>
                <a:lnTo>
                  <a:pt x="24941" y="10178"/>
                </a:lnTo>
                <a:lnTo>
                  <a:pt x="25376" y="10178"/>
                </a:lnTo>
                <a:lnTo>
                  <a:pt x="25376" y="10567"/>
                </a:lnTo>
                <a:lnTo>
                  <a:pt x="25830" y="10567"/>
                </a:lnTo>
                <a:lnTo>
                  <a:pt x="26700" y="10567"/>
                </a:lnTo>
                <a:lnTo>
                  <a:pt x="27135" y="10956"/>
                </a:lnTo>
                <a:lnTo>
                  <a:pt x="27570" y="10956"/>
                </a:lnTo>
                <a:lnTo>
                  <a:pt x="28005" y="11345"/>
                </a:lnTo>
                <a:lnTo>
                  <a:pt x="28440" y="11345"/>
                </a:lnTo>
                <a:lnTo>
                  <a:pt x="28893" y="11345"/>
                </a:lnTo>
                <a:lnTo>
                  <a:pt x="29328" y="11345"/>
                </a:lnTo>
                <a:lnTo>
                  <a:pt x="29328" y="11750"/>
                </a:lnTo>
                <a:lnTo>
                  <a:pt x="29763" y="11750"/>
                </a:lnTo>
                <a:lnTo>
                  <a:pt x="30198" y="11750"/>
                </a:lnTo>
                <a:lnTo>
                  <a:pt x="30633" y="12139"/>
                </a:lnTo>
                <a:lnTo>
                  <a:pt x="31068" y="12139"/>
                </a:lnTo>
                <a:lnTo>
                  <a:pt x="31503" y="12528"/>
                </a:lnTo>
                <a:lnTo>
                  <a:pt x="31956" y="12528"/>
                </a:lnTo>
                <a:lnTo>
                  <a:pt x="32391" y="12528"/>
                </a:lnTo>
                <a:lnTo>
                  <a:pt x="32826" y="12917"/>
                </a:lnTo>
                <a:lnTo>
                  <a:pt x="33261" y="12917"/>
                </a:lnTo>
                <a:lnTo>
                  <a:pt x="33696" y="12917"/>
                </a:lnTo>
                <a:lnTo>
                  <a:pt x="34131" y="13306"/>
                </a:lnTo>
                <a:lnTo>
                  <a:pt x="34585" y="13306"/>
                </a:lnTo>
                <a:lnTo>
                  <a:pt x="35020" y="13306"/>
                </a:lnTo>
                <a:lnTo>
                  <a:pt x="35455" y="13695"/>
                </a:lnTo>
                <a:lnTo>
                  <a:pt x="35890" y="13695"/>
                </a:lnTo>
                <a:lnTo>
                  <a:pt x="36325" y="13695"/>
                </a:lnTo>
                <a:lnTo>
                  <a:pt x="36760" y="14100"/>
                </a:lnTo>
                <a:lnTo>
                  <a:pt x="37195" y="14100"/>
                </a:lnTo>
                <a:lnTo>
                  <a:pt x="37648" y="14100"/>
                </a:lnTo>
                <a:lnTo>
                  <a:pt x="38083" y="14100"/>
                </a:lnTo>
                <a:lnTo>
                  <a:pt x="38518" y="14489"/>
                </a:lnTo>
                <a:lnTo>
                  <a:pt x="38953" y="14489"/>
                </a:lnTo>
                <a:lnTo>
                  <a:pt x="39388" y="14878"/>
                </a:lnTo>
                <a:lnTo>
                  <a:pt x="39823" y="14878"/>
                </a:lnTo>
                <a:lnTo>
                  <a:pt x="40258" y="14878"/>
                </a:lnTo>
                <a:lnTo>
                  <a:pt x="40711" y="14878"/>
                </a:lnTo>
                <a:lnTo>
                  <a:pt x="40711" y="15267"/>
                </a:lnTo>
                <a:lnTo>
                  <a:pt x="41146" y="15267"/>
                </a:lnTo>
                <a:lnTo>
                  <a:pt x="41581" y="15267"/>
                </a:lnTo>
                <a:lnTo>
                  <a:pt x="42016" y="15267"/>
                </a:lnTo>
                <a:lnTo>
                  <a:pt x="42451" y="15656"/>
                </a:lnTo>
                <a:lnTo>
                  <a:pt x="42451" y="15656"/>
                </a:lnTo>
                <a:lnTo>
                  <a:pt x="42886" y="15656"/>
                </a:lnTo>
                <a:lnTo>
                  <a:pt x="43321" y="15656"/>
                </a:lnTo>
                <a:lnTo>
                  <a:pt x="43775" y="15656"/>
                </a:lnTo>
                <a:lnTo>
                  <a:pt x="44210" y="16045"/>
                </a:lnTo>
                <a:lnTo>
                  <a:pt x="44645" y="16045"/>
                </a:lnTo>
                <a:lnTo>
                  <a:pt x="45080" y="16045"/>
                </a:lnTo>
                <a:lnTo>
                  <a:pt x="45515" y="16450"/>
                </a:lnTo>
                <a:lnTo>
                  <a:pt x="45950" y="16450"/>
                </a:lnTo>
                <a:lnTo>
                  <a:pt x="46385" y="16450"/>
                </a:lnTo>
                <a:lnTo>
                  <a:pt x="46838" y="16450"/>
                </a:lnTo>
                <a:lnTo>
                  <a:pt x="47273" y="16839"/>
                </a:lnTo>
                <a:lnTo>
                  <a:pt x="47708" y="16839"/>
                </a:lnTo>
                <a:lnTo>
                  <a:pt x="48143" y="16839"/>
                </a:lnTo>
                <a:lnTo>
                  <a:pt x="48578" y="16839"/>
                </a:lnTo>
                <a:lnTo>
                  <a:pt x="48578" y="17228"/>
                </a:lnTo>
                <a:lnTo>
                  <a:pt x="49013" y="17228"/>
                </a:lnTo>
                <a:lnTo>
                  <a:pt x="49466" y="17228"/>
                </a:lnTo>
                <a:lnTo>
                  <a:pt x="49901" y="17228"/>
                </a:lnTo>
                <a:lnTo>
                  <a:pt x="49901" y="17617"/>
                </a:lnTo>
                <a:lnTo>
                  <a:pt x="50336" y="17617"/>
                </a:lnTo>
                <a:lnTo>
                  <a:pt x="50771" y="17617"/>
                </a:lnTo>
                <a:lnTo>
                  <a:pt x="51206" y="17617"/>
                </a:lnTo>
                <a:lnTo>
                  <a:pt x="51641" y="17617"/>
                </a:lnTo>
                <a:lnTo>
                  <a:pt x="52076" y="17617"/>
                </a:lnTo>
                <a:lnTo>
                  <a:pt x="52076" y="18006"/>
                </a:lnTo>
              </a:path>
            </a:pathLst>
          </a:custGeom>
          <a:ln w="2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6420655" y="3357762"/>
            <a:ext cx="52095" cy="4700"/>
          </a:xfrm>
          <a:custGeom>
            <a:avLst/>
            <a:gdLst/>
            <a:ahLst/>
            <a:cxnLst/>
            <a:rect l="l" t="t" r="r" b="b"/>
            <a:pathLst>
              <a:path w="52095" h="4700">
                <a:moveTo>
                  <a:pt x="0" y="0"/>
                </a:moveTo>
                <a:lnTo>
                  <a:pt x="0" y="0"/>
                </a:lnTo>
                <a:lnTo>
                  <a:pt x="453" y="0"/>
                </a:lnTo>
                <a:lnTo>
                  <a:pt x="1323" y="0"/>
                </a:lnTo>
                <a:lnTo>
                  <a:pt x="1758" y="388"/>
                </a:lnTo>
                <a:lnTo>
                  <a:pt x="2193" y="388"/>
                </a:lnTo>
                <a:lnTo>
                  <a:pt x="2628" y="388"/>
                </a:lnTo>
                <a:lnTo>
                  <a:pt x="3063" y="388"/>
                </a:lnTo>
                <a:lnTo>
                  <a:pt x="3516" y="388"/>
                </a:lnTo>
                <a:lnTo>
                  <a:pt x="3951" y="388"/>
                </a:lnTo>
                <a:lnTo>
                  <a:pt x="3951" y="794"/>
                </a:lnTo>
                <a:lnTo>
                  <a:pt x="4386" y="794"/>
                </a:lnTo>
                <a:lnTo>
                  <a:pt x="4821" y="794"/>
                </a:lnTo>
                <a:lnTo>
                  <a:pt x="5256" y="794"/>
                </a:lnTo>
                <a:lnTo>
                  <a:pt x="5691" y="794"/>
                </a:lnTo>
                <a:lnTo>
                  <a:pt x="5691" y="1183"/>
                </a:lnTo>
                <a:lnTo>
                  <a:pt x="6126" y="1183"/>
                </a:lnTo>
                <a:lnTo>
                  <a:pt x="6579" y="1183"/>
                </a:lnTo>
                <a:lnTo>
                  <a:pt x="7014" y="1183"/>
                </a:lnTo>
                <a:lnTo>
                  <a:pt x="7449" y="1183"/>
                </a:lnTo>
                <a:lnTo>
                  <a:pt x="7884" y="1183"/>
                </a:lnTo>
                <a:lnTo>
                  <a:pt x="8319" y="1572"/>
                </a:lnTo>
                <a:lnTo>
                  <a:pt x="8755" y="1572"/>
                </a:lnTo>
                <a:lnTo>
                  <a:pt x="9190" y="1572"/>
                </a:lnTo>
                <a:lnTo>
                  <a:pt x="9643" y="1572"/>
                </a:lnTo>
                <a:lnTo>
                  <a:pt x="10078" y="1572"/>
                </a:lnTo>
                <a:lnTo>
                  <a:pt x="10078" y="1961"/>
                </a:lnTo>
                <a:lnTo>
                  <a:pt x="10948" y="1961"/>
                </a:lnTo>
                <a:lnTo>
                  <a:pt x="11383" y="1961"/>
                </a:lnTo>
                <a:lnTo>
                  <a:pt x="11818" y="1961"/>
                </a:lnTo>
                <a:lnTo>
                  <a:pt x="12271" y="1961"/>
                </a:lnTo>
                <a:lnTo>
                  <a:pt x="12706" y="1961"/>
                </a:lnTo>
                <a:lnTo>
                  <a:pt x="12706" y="2350"/>
                </a:lnTo>
                <a:lnTo>
                  <a:pt x="13141" y="2350"/>
                </a:lnTo>
                <a:lnTo>
                  <a:pt x="13576" y="2350"/>
                </a:lnTo>
                <a:lnTo>
                  <a:pt x="14011" y="2350"/>
                </a:lnTo>
                <a:lnTo>
                  <a:pt x="14446" y="2350"/>
                </a:lnTo>
                <a:lnTo>
                  <a:pt x="14881" y="2350"/>
                </a:lnTo>
                <a:lnTo>
                  <a:pt x="15334" y="2739"/>
                </a:lnTo>
                <a:lnTo>
                  <a:pt x="15769" y="2739"/>
                </a:lnTo>
                <a:lnTo>
                  <a:pt x="16204" y="2739"/>
                </a:lnTo>
                <a:lnTo>
                  <a:pt x="16639" y="2739"/>
                </a:lnTo>
                <a:lnTo>
                  <a:pt x="17075" y="2739"/>
                </a:lnTo>
                <a:lnTo>
                  <a:pt x="17510" y="2739"/>
                </a:lnTo>
                <a:lnTo>
                  <a:pt x="17945" y="2739"/>
                </a:lnTo>
                <a:lnTo>
                  <a:pt x="18398" y="2739"/>
                </a:lnTo>
                <a:lnTo>
                  <a:pt x="18833" y="3128"/>
                </a:lnTo>
                <a:lnTo>
                  <a:pt x="19268" y="3128"/>
                </a:lnTo>
                <a:lnTo>
                  <a:pt x="19703" y="3128"/>
                </a:lnTo>
                <a:lnTo>
                  <a:pt x="20138" y="3128"/>
                </a:lnTo>
                <a:lnTo>
                  <a:pt x="20573" y="3128"/>
                </a:lnTo>
                <a:lnTo>
                  <a:pt x="21008" y="3128"/>
                </a:lnTo>
                <a:lnTo>
                  <a:pt x="21461" y="3533"/>
                </a:lnTo>
                <a:lnTo>
                  <a:pt x="21896" y="3533"/>
                </a:lnTo>
                <a:lnTo>
                  <a:pt x="22331" y="3533"/>
                </a:lnTo>
                <a:lnTo>
                  <a:pt x="23201" y="3533"/>
                </a:lnTo>
                <a:lnTo>
                  <a:pt x="23636" y="3533"/>
                </a:lnTo>
                <a:lnTo>
                  <a:pt x="24071" y="3533"/>
                </a:lnTo>
                <a:lnTo>
                  <a:pt x="24524" y="3533"/>
                </a:lnTo>
                <a:lnTo>
                  <a:pt x="24959" y="3533"/>
                </a:lnTo>
                <a:lnTo>
                  <a:pt x="25395" y="3533"/>
                </a:lnTo>
                <a:lnTo>
                  <a:pt x="25830" y="3533"/>
                </a:lnTo>
                <a:lnTo>
                  <a:pt x="25830" y="3922"/>
                </a:lnTo>
                <a:lnTo>
                  <a:pt x="26265" y="3922"/>
                </a:lnTo>
                <a:lnTo>
                  <a:pt x="26700" y="3922"/>
                </a:lnTo>
                <a:lnTo>
                  <a:pt x="27153" y="3922"/>
                </a:lnTo>
                <a:lnTo>
                  <a:pt x="27588" y="3922"/>
                </a:lnTo>
                <a:lnTo>
                  <a:pt x="28023" y="3922"/>
                </a:lnTo>
                <a:lnTo>
                  <a:pt x="28893" y="3922"/>
                </a:lnTo>
                <a:lnTo>
                  <a:pt x="29328" y="3922"/>
                </a:lnTo>
                <a:lnTo>
                  <a:pt x="29763" y="3922"/>
                </a:lnTo>
                <a:lnTo>
                  <a:pt x="30216" y="3922"/>
                </a:lnTo>
                <a:lnTo>
                  <a:pt x="30216" y="4311"/>
                </a:lnTo>
                <a:lnTo>
                  <a:pt x="30651" y="4311"/>
                </a:lnTo>
                <a:lnTo>
                  <a:pt x="31086" y="4311"/>
                </a:lnTo>
                <a:lnTo>
                  <a:pt x="31521" y="4311"/>
                </a:lnTo>
                <a:lnTo>
                  <a:pt x="31956" y="4311"/>
                </a:lnTo>
                <a:lnTo>
                  <a:pt x="32826" y="4311"/>
                </a:lnTo>
                <a:lnTo>
                  <a:pt x="33279" y="4311"/>
                </a:lnTo>
                <a:lnTo>
                  <a:pt x="33714" y="4311"/>
                </a:lnTo>
                <a:lnTo>
                  <a:pt x="34150" y="4311"/>
                </a:lnTo>
                <a:lnTo>
                  <a:pt x="34585" y="4311"/>
                </a:lnTo>
                <a:lnTo>
                  <a:pt x="35020" y="4311"/>
                </a:lnTo>
                <a:lnTo>
                  <a:pt x="35455" y="4311"/>
                </a:lnTo>
                <a:lnTo>
                  <a:pt x="35890" y="4311"/>
                </a:lnTo>
                <a:lnTo>
                  <a:pt x="36343" y="4311"/>
                </a:lnTo>
                <a:lnTo>
                  <a:pt x="36778" y="4700"/>
                </a:lnTo>
                <a:lnTo>
                  <a:pt x="37213" y="4700"/>
                </a:lnTo>
                <a:lnTo>
                  <a:pt x="37648" y="4700"/>
                </a:lnTo>
                <a:lnTo>
                  <a:pt x="38083" y="4700"/>
                </a:lnTo>
                <a:lnTo>
                  <a:pt x="38518" y="4700"/>
                </a:lnTo>
                <a:lnTo>
                  <a:pt x="38953" y="4700"/>
                </a:lnTo>
                <a:lnTo>
                  <a:pt x="39406" y="4700"/>
                </a:lnTo>
                <a:lnTo>
                  <a:pt x="39841" y="4700"/>
                </a:lnTo>
                <a:lnTo>
                  <a:pt x="40276" y="4700"/>
                </a:lnTo>
                <a:lnTo>
                  <a:pt x="40711" y="4700"/>
                </a:lnTo>
                <a:lnTo>
                  <a:pt x="41146" y="4700"/>
                </a:lnTo>
                <a:lnTo>
                  <a:pt x="41581" y="4700"/>
                </a:lnTo>
                <a:lnTo>
                  <a:pt x="42034" y="4700"/>
                </a:lnTo>
                <a:lnTo>
                  <a:pt x="42470" y="4700"/>
                </a:lnTo>
                <a:lnTo>
                  <a:pt x="42905" y="4700"/>
                </a:lnTo>
                <a:lnTo>
                  <a:pt x="43340" y="4700"/>
                </a:lnTo>
                <a:lnTo>
                  <a:pt x="43775" y="4700"/>
                </a:lnTo>
                <a:lnTo>
                  <a:pt x="44210" y="4700"/>
                </a:lnTo>
                <a:lnTo>
                  <a:pt x="44645" y="4700"/>
                </a:lnTo>
                <a:lnTo>
                  <a:pt x="45098" y="4700"/>
                </a:lnTo>
                <a:lnTo>
                  <a:pt x="45533" y="4700"/>
                </a:lnTo>
                <a:lnTo>
                  <a:pt x="45968" y="4700"/>
                </a:lnTo>
                <a:lnTo>
                  <a:pt x="46403" y="4700"/>
                </a:lnTo>
                <a:lnTo>
                  <a:pt x="46838" y="4700"/>
                </a:lnTo>
                <a:lnTo>
                  <a:pt x="47273" y="4700"/>
                </a:lnTo>
                <a:lnTo>
                  <a:pt x="47708" y="4700"/>
                </a:lnTo>
                <a:lnTo>
                  <a:pt x="48161" y="4700"/>
                </a:lnTo>
                <a:lnTo>
                  <a:pt x="48596" y="4700"/>
                </a:lnTo>
                <a:lnTo>
                  <a:pt x="49031" y="4700"/>
                </a:lnTo>
                <a:lnTo>
                  <a:pt x="49466" y="4700"/>
                </a:lnTo>
                <a:lnTo>
                  <a:pt x="49901" y="4700"/>
                </a:lnTo>
                <a:lnTo>
                  <a:pt x="50336" y="4700"/>
                </a:lnTo>
                <a:lnTo>
                  <a:pt x="50771" y="4700"/>
                </a:lnTo>
                <a:lnTo>
                  <a:pt x="51225" y="4700"/>
                </a:lnTo>
                <a:lnTo>
                  <a:pt x="51660" y="4700"/>
                </a:lnTo>
                <a:lnTo>
                  <a:pt x="51660" y="4311"/>
                </a:lnTo>
                <a:lnTo>
                  <a:pt x="52095" y="4311"/>
                </a:lnTo>
              </a:path>
            </a:pathLst>
          </a:custGeom>
          <a:ln w="22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6472750" y="3353451"/>
            <a:ext cx="51641" cy="8622"/>
          </a:xfrm>
          <a:custGeom>
            <a:avLst/>
            <a:gdLst/>
            <a:ahLst/>
            <a:cxnLst/>
            <a:rect l="l" t="t" r="r" b="b"/>
            <a:pathLst>
              <a:path w="51641" h="8622">
                <a:moveTo>
                  <a:pt x="0" y="8622"/>
                </a:moveTo>
                <a:lnTo>
                  <a:pt x="435" y="8622"/>
                </a:lnTo>
                <a:lnTo>
                  <a:pt x="870" y="8622"/>
                </a:lnTo>
                <a:lnTo>
                  <a:pt x="1305" y="8622"/>
                </a:lnTo>
                <a:lnTo>
                  <a:pt x="1740" y="8622"/>
                </a:lnTo>
                <a:lnTo>
                  <a:pt x="2193" y="8622"/>
                </a:lnTo>
                <a:lnTo>
                  <a:pt x="2628" y="8622"/>
                </a:lnTo>
                <a:lnTo>
                  <a:pt x="3498" y="8622"/>
                </a:lnTo>
                <a:lnTo>
                  <a:pt x="3933" y="8622"/>
                </a:lnTo>
                <a:lnTo>
                  <a:pt x="4368" y="8622"/>
                </a:lnTo>
                <a:lnTo>
                  <a:pt x="4821" y="8622"/>
                </a:lnTo>
                <a:lnTo>
                  <a:pt x="5256" y="8622"/>
                </a:lnTo>
                <a:lnTo>
                  <a:pt x="5691" y="8622"/>
                </a:lnTo>
                <a:lnTo>
                  <a:pt x="6126" y="8622"/>
                </a:lnTo>
                <a:lnTo>
                  <a:pt x="6126" y="8233"/>
                </a:lnTo>
                <a:lnTo>
                  <a:pt x="6561" y="8233"/>
                </a:lnTo>
                <a:lnTo>
                  <a:pt x="6996" y="8233"/>
                </a:lnTo>
                <a:lnTo>
                  <a:pt x="7431" y="8233"/>
                </a:lnTo>
                <a:lnTo>
                  <a:pt x="7431" y="8233"/>
                </a:lnTo>
                <a:lnTo>
                  <a:pt x="7884" y="8233"/>
                </a:lnTo>
                <a:lnTo>
                  <a:pt x="8319" y="8233"/>
                </a:lnTo>
                <a:lnTo>
                  <a:pt x="8755" y="8233"/>
                </a:lnTo>
                <a:lnTo>
                  <a:pt x="9190" y="8233"/>
                </a:lnTo>
                <a:lnTo>
                  <a:pt x="9625" y="8233"/>
                </a:lnTo>
                <a:lnTo>
                  <a:pt x="10060" y="8233"/>
                </a:lnTo>
                <a:lnTo>
                  <a:pt x="10495" y="7844"/>
                </a:lnTo>
                <a:lnTo>
                  <a:pt x="10948" y="7844"/>
                </a:lnTo>
                <a:lnTo>
                  <a:pt x="11383" y="7844"/>
                </a:lnTo>
                <a:lnTo>
                  <a:pt x="11818" y="7844"/>
                </a:lnTo>
                <a:lnTo>
                  <a:pt x="12253" y="7844"/>
                </a:lnTo>
                <a:lnTo>
                  <a:pt x="12688" y="7844"/>
                </a:lnTo>
                <a:lnTo>
                  <a:pt x="13123" y="7844"/>
                </a:lnTo>
                <a:lnTo>
                  <a:pt x="13558" y="7844"/>
                </a:lnTo>
                <a:lnTo>
                  <a:pt x="14011" y="7844"/>
                </a:lnTo>
                <a:lnTo>
                  <a:pt x="14446" y="7844"/>
                </a:lnTo>
                <a:lnTo>
                  <a:pt x="14881" y="7439"/>
                </a:lnTo>
                <a:lnTo>
                  <a:pt x="15316" y="7439"/>
                </a:lnTo>
                <a:lnTo>
                  <a:pt x="15751" y="7439"/>
                </a:lnTo>
                <a:lnTo>
                  <a:pt x="16186" y="7439"/>
                </a:lnTo>
                <a:lnTo>
                  <a:pt x="16621" y="7439"/>
                </a:lnTo>
                <a:lnTo>
                  <a:pt x="17075" y="7439"/>
                </a:lnTo>
                <a:lnTo>
                  <a:pt x="17510" y="7439"/>
                </a:lnTo>
                <a:lnTo>
                  <a:pt x="17510" y="7050"/>
                </a:lnTo>
                <a:lnTo>
                  <a:pt x="17945" y="7050"/>
                </a:lnTo>
                <a:lnTo>
                  <a:pt x="18380" y="7050"/>
                </a:lnTo>
                <a:lnTo>
                  <a:pt x="18380" y="7050"/>
                </a:lnTo>
                <a:lnTo>
                  <a:pt x="18815" y="7050"/>
                </a:lnTo>
                <a:lnTo>
                  <a:pt x="19250" y="7050"/>
                </a:lnTo>
                <a:lnTo>
                  <a:pt x="19703" y="7050"/>
                </a:lnTo>
                <a:lnTo>
                  <a:pt x="20138" y="7050"/>
                </a:lnTo>
                <a:lnTo>
                  <a:pt x="20573" y="7050"/>
                </a:lnTo>
                <a:lnTo>
                  <a:pt x="21008" y="7050"/>
                </a:lnTo>
                <a:lnTo>
                  <a:pt x="21008" y="6661"/>
                </a:lnTo>
                <a:lnTo>
                  <a:pt x="21443" y="6661"/>
                </a:lnTo>
                <a:lnTo>
                  <a:pt x="21878" y="6661"/>
                </a:lnTo>
                <a:lnTo>
                  <a:pt x="22313" y="6661"/>
                </a:lnTo>
                <a:lnTo>
                  <a:pt x="22766" y="6661"/>
                </a:lnTo>
                <a:lnTo>
                  <a:pt x="23201" y="6661"/>
                </a:lnTo>
                <a:lnTo>
                  <a:pt x="23201" y="6272"/>
                </a:lnTo>
                <a:lnTo>
                  <a:pt x="23636" y="6272"/>
                </a:lnTo>
                <a:lnTo>
                  <a:pt x="24071" y="6272"/>
                </a:lnTo>
                <a:lnTo>
                  <a:pt x="24506" y="6272"/>
                </a:lnTo>
                <a:lnTo>
                  <a:pt x="24941" y="6272"/>
                </a:lnTo>
                <a:lnTo>
                  <a:pt x="25376" y="6272"/>
                </a:lnTo>
                <a:lnTo>
                  <a:pt x="25830" y="6272"/>
                </a:lnTo>
                <a:lnTo>
                  <a:pt x="26265" y="5883"/>
                </a:lnTo>
                <a:lnTo>
                  <a:pt x="26700" y="5883"/>
                </a:lnTo>
                <a:lnTo>
                  <a:pt x="27135" y="5883"/>
                </a:lnTo>
                <a:lnTo>
                  <a:pt x="27570" y="5883"/>
                </a:lnTo>
                <a:lnTo>
                  <a:pt x="28005" y="5883"/>
                </a:lnTo>
                <a:lnTo>
                  <a:pt x="28005" y="5494"/>
                </a:lnTo>
                <a:lnTo>
                  <a:pt x="28440" y="5494"/>
                </a:lnTo>
                <a:lnTo>
                  <a:pt x="28893" y="5494"/>
                </a:lnTo>
                <a:lnTo>
                  <a:pt x="29328" y="5494"/>
                </a:lnTo>
                <a:lnTo>
                  <a:pt x="29763" y="5494"/>
                </a:lnTo>
                <a:lnTo>
                  <a:pt x="30198" y="5494"/>
                </a:lnTo>
                <a:lnTo>
                  <a:pt x="30633" y="5105"/>
                </a:lnTo>
                <a:lnTo>
                  <a:pt x="31068" y="5105"/>
                </a:lnTo>
                <a:lnTo>
                  <a:pt x="31503" y="5105"/>
                </a:lnTo>
                <a:lnTo>
                  <a:pt x="31956" y="5105"/>
                </a:lnTo>
                <a:lnTo>
                  <a:pt x="32391" y="4700"/>
                </a:lnTo>
                <a:lnTo>
                  <a:pt x="32826" y="4700"/>
                </a:lnTo>
                <a:lnTo>
                  <a:pt x="33261" y="4700"/>
                </a:lnTo>
                <a:lnTo>
                  <a:pt x="33696" y="4700"/>
                </a:lnTo>
                <a:lnTo>
                  <a:pt x="34131" y="4700"/>
                </a:lnTo>
                <a:lnTo>
                  <a:pt x="34585" y="4311"/>
                </a:lnTo>
                <a:lnTo>
                  <a:pt x="35020" y="4311"/>
                </a:lnTo>
                <a:lnTo>
                  <a:pt x="35455" y="4311"/>
                </a:lnTo>
                <a:lnTo>
                  <a:pt x="35890" y="4311"/>
                </a:lnTo>
                <a:lnTo>
                  <a:pt x="36325" y="3922"/>
                </a:lnTo>
                <a:lnTo>
                  <a:pt x="36760" y="3922"/>
                </a:lnTo>
                <a:lnTo>
                  <a:pt x="37195" y="3922"/>
                </a:lnTo>
                <a:lnTo>
                  <a:pt x="37648" y="3922"/>
                </a:lnTo>
                <a:lnTo>
                  <a:pt x="38083" y="3922"/>
                </a:lnTo>
                <a:lnTo>
                  <a:pt x="38518" y="3533"/>
                </a:lnTo>
                <a:lnTo>
                  <a:pt x="38953" y="3533"/>
                </a:lnTo>
                <a:lnTo>
                  <a:pt x="39388" y="3533"/>
                </a:lnTo>
                <a:lnTo>
                  <a:pt x="39823" y="3144"/>
                </a:lnTo>
                <a:lnTo>
                  <a:pt x="40258" y="3144"/>
                </a:lnTo>
                <a:lnTo>
                  <a:pt x="40711" y="3144"/>
                </a:lnTo>
                <a:lnTo>
                  <a:pt x="41146" y="2755"/>
                </a:lnTo>
                <a:lnTo>
                  <a:pt x="41581" y="2755"/>
                </a:lnTo>
                <a:lnTo>
                  <a:pt x="42016" y="2755"/>
                </a:lnTo>
                <a:lnTo>
                  <a:pt x="42451" y="2755"/>
                </a:lnTo>
                <a:lnTo>
                  <a:pt x="42886" y="2755"/>
                </a:lnTo>
                <a:lnTo>
                  <a:pt x="42886" y="2350"/>
                </a:lnTo>
                <a:lnTo>
                  <a:pt x="43321" y="2350"/>
                </a:lnTo>
                <a:lnTo>
                  <a:pt x="43775" y="2350"/>
                </a:lnTo>
                <a:lnTo>
                  <a:pt x="44210" y="2350"/>
                </a:lnTo>
                <a:lnTo>
                  <a:pt x="44210" y="1961"/>
                </a:lnTo>
                <a:lnTo>
                  <a:pt x="44645" y="1961"/>
                </a:lnTo>
                <a:lnTo>
                  <a:pt x="45080" y="1961"/>
                </a:lnTo>
                <a:lnTo>
                  <a:pt x="45515" y="1961"/>
                </a:lnTo>
                <a:lnTo>
                  <a:pt x="45950" y="1961"/>
                </a:lnTo>
                <a:lnTo>
                  <a:pt x="45950" y="1572"/>
                </a:lnTo>
                <a:lnTo>
                  <a:pt x="46385" y="1572"/>
                </a:lnTo>
                <a:lnTo>
                  <a:pt x="46838" y="1572"/>
                </a:lnTo>
                <a:lnTo>
                  <a:pt x="47273" y="1572"/>
                </a:lnTo>
                <a:lnTo>
                  <a:pt x="47273" y="1183"/>
                </a:lnTo>
                <a:lnTo>
                  <a:pt x="47708" y="1183"/>
                </a:lnTo>
                <a:lnTo>
                  <a:pt x="48143" y="1183"/>
                </a:lnTo>
                <a:lnTo>
                  <a:pt x="48578" y="1183"/>
                </a:lnTo>
                <a:lnTo>
                  <a:pt x="49013" y="794"/>
                </a:lnTo>
                <a:lnTo>
                  <a:pt x="49466" y="794"/>
                </a:lnTo>
                <a:lnTo>
                  <a:pt x="49901" y="794"/>
                </a:lnTo>
                <a:lnTo>
                  <a:pt x="50336" y="405"/>
                </a:lnTo>
                <a:lnTo>
                  <a:pt x="50771" y="405"/>
                </a:lnTo>
                <a:lnTo>
                  <a:pt x="51206" y="405"/>
                </a:lnTo>
                <a:lnTo>
                  <a:pt x="51641" y="405"/>
                </a:lnTo>
                <a:lnTo>
                  <a:pt x="51641" y="0"/>
                </a:lnTo>
              </a:path>
            </a:pathLst>
          </a:custGeom>
          <a:ln w="22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6524392" y="3331927"/>
            <a:ext cx="52095" cy="21523"/>
          </a:xfrm>
          <a:custGeom>
            <a:avLst/>
            <a:gdLst/>
            <a:ahLst/>
            <a:cxnLst/>
            <a:rect l="l" t="t" r="r" b="b"/>
            <a:pathLst>
              <a:path w="52095" h="21523">
                <a:moveTo>
                  <a:pt x="0" y="21523"/>
                </a:moveTo>
                <a:lnTo>
                  <a:pt x="435" y="21523"/>
                </a:lnTo>
                <a:lnTo>
                  <a:pt x="888" y="21523"/>
                </a:lnTo>
                <a:lnTo>
                  <a:pt x="1323" y="21134"/>
                </a:lnTo>
                <a:lnTo>
                  <a:pt x="1758" y="21134"/>
                </a:lnTo>
                <a:lnTo>
                  <a:pt x="2193" y="21134"/>
                </a:lnTo>
                <a:lnTo>
                  <a:pt x="2628" y="21134"/>
                </a:lnTo>
                <a:lnTo>
                  <a:pt x="2628" y="20745"/>
                </a:lnTo>
                <a:lnTo>
                  <a:pt x="3063" y="20745"/>
                </a:lnTo>
                <a:lnTo>
                  <a:pt x="3498" y="20745"/>
                </a:lnTo>
                <a:lnTo>
                  <a:pt x="3951" y="20356"/>
                </a:lnTo>
                <a:lnTo>
                  <a:pt x="4386" y="20356"/>
                </a:lnTo>
                <a:lnTo>
                  <a:pt x="4821" y="20356"/>
                </a:lnTo>
                <a:lnTo>
                  <a:pt x="5256" y="20356"/>
                </a:lnTo>
                <a:lnTo>
                  <a:pt x="5691" y="19967"/>
                </a:lnTo>
                <a:lnTo>
                  <a:pt x="6126" y="19967"/>
                </a:lnTo>
                <a:lnTo>
                  <a:pt x="6561" y="19578"/>
                </a:lnTo>
                <a:lnTo>
                  <a:pt x="7014" y="19578"/>
                </a:lnTo>
                <a:lnTo>
                  <a:pt x="7449" y="19578"/>
                </a:lnTo>
                <a:lnTo>
                  <a:pt x="7449" y="19173"/>
                </a:lnTo>
                <a:lnTo>
                  <a:pt x="7884" y="19173"/>
                </a:lnTo>
                <a:lnTo>
                  <a:pt x="8319" y="19173"/>
                </a:lnTo>
                <a:lnTo>
                  <a:pt x="8755" y="19173"/>
                </a:lnTo>
                <a:lnTo>
                  <a:pt x="8755" y="18784"/>
                </a:lnTo>
                <a:lnTo>
                  <a:pt x="9190" y="18784"/>
                </a:lnTo>
                <a:lnTo>
                  <a:pt x="9625" y="18784"/>
                </a:lnTo>
                <a:lnTo>
                  <a:pt x="10078" y="18395"/>
                </a:lnTo>
                <a:lnTo>
                  <a:pt x="10513" y="18395"/>
                </a:lnTo>
                <a:lnTo>
                  <a:pt x="10948" y="18395"/>
                </a:lnTo>
                <a:lnTo>
                  <a:pt x="10948" y="18006"/>
                </a:lnTo>
                <a:lnTo>
                  <a:pt x="11383" y="18006"/>
                </a:lnTo>
                <a:lnTo>
                  <a:pt x="11818" y="18006"/>
                </a:lnTo>
                <a:lnTo>
                  <a:pt x="11818" y="17617"/>
                </a:lnTo>
                <a:lnTo>
                  <a:pt x="12253" y="17617"/>
                </a:lnTo>
                <a:lnTo>
                  <a:pt x="12706" y="17617"/>
                </a:lnTo>
                <a:lnTo>
                  <a:pt x="13141" y="17617"/>
                </a:lnTo>
                <a:lnTo>
                  <a:pt x="13141" y="17228"/>
                </a:lnTo>
                <a:lnTo>
                  <a:pt x="13576" y="17228"/>
                </a:lnTo>
                <a:lnTo>
                  <a:pt x="14011" y="17228"/>
                </a:lnTo>
                <a:lnTo>
                  <a:pt x="14446" y="16839"/>
                </a:lnTo>
                <a:lnTo>
                  <a:pt x="14881" y="16839"/>
                </a:lnTo>
                <a:lnTo>
                  <a:pt x="15316" y="16839"/>
                </a:lnTo>
                <a:lnTo>
                  <a:pt x="15769" y="16434"/>
                </a:lnTo>
                <a:lnTo>
                  <a:pt x="16204" y="16434"/>
                </a:lnTo>
                <a:lnTo>
                  <a:pt x="16639" y="16045"/>
                </a:lnTo>
                <a:lnTo>
                  <a:pt x="17075" y="16045"/>
                </a:lnTo>
                <a:lnTo>
                  <a:pt x="17510" y="16045"/>
                </a:lnTo>
                <a:lnTo>
                  <a:pt x="17510" y="15656"/>
                </a:lnTo>
                <a:lnTo>
                  <a:pt x="17945" y="15656"/>
                </a:lnTo>
                <a:lnTo>
                  <a:pt x="18380" y="15656"/>
                </a:lnTo>
                <a:lnTo>
                  <a:pt x="18380" y="15267"/>
                </a:lnTo>
                <a:lnTo>
                  <a:pt x="18833" y="15267"/>
                </a:lnTo>
                <a:lnTo>
                  <a:pt x="19268" y="15267"/>
                </a:lnTo>
                <a:lnTo>
                  <a:pt x="19703" y="15267"/>
                </a:lnTo>
                <a:lnTo>
                  <a:pt x="19703" y="14878"/>
                </a:lnTo>
                <a:lnTo>
                  <a:pt x="20138" y="14878"/>
                </a:lnTo>
                <a:lnTo>
                  <a:pt x="20573" y="14489"/>
                </a:lnTo>
                <a:lnTo>
                  <a:pt x="21008" y="14489"/>
                </a:lnTo>
                <a:lnTo>
                  <a:pt x="21443" y="14084"/>
                </a:lnTo>
                <a:lnTo>
                  <a:pt x="21896" y="14084"/>
                </a:lnTo>
                <a:lnTo>
                  <a:pt x="22331" y="14084"/>
                </a:lnTo>
                <a:lnTo>
                  <a:pt x="22766" y="13695"/>
                </a:lnTo>
                <a:lnTo>
                  <a:pt x="23201" y="13695"/>
                </a:lnTo>
                <a:lnTo>
                  <a:pt x="23636" y="13306"/>
                </a:lnTo>
                <a:lnTo>
                  <a:pt x="24071" y="13306"/>
                </a:lnTo>
                <a:lnTo>
                  <a:pt x="24506" y="12917"/>
                </a:lnTo>
                <a:lnTo>
                  <a:pt x="24959" y="12917"/>
                </a:lnTo>
                <a:lnTo>
                  <a:pt x="25395" y="12528"/>
                </a:lnTo>
                <a:lnTo>
                  <a:pt x="25830" y="12528"/>
                </a:lnTo>
                <a:lnTo>
                  <a:pt x="26265" y="12528"/>
                </a:lnTo>
                <a:lnTo>
                  <a:pt x="26700" y="12139"/>
                </a:lnTo>
                <a:lnTo>
                  <a:pt x="27135" y="12139"/>
                </a:lnTo>
                <a:lnTo>
                  <a:pt x="27588" y="11734"/>
                </a:lnTo>
                <a:lnTo>
                  <a:pt x="28023" y="11734"/>
                </a:lnTo>
                <a:lnTo>
                  <a:pt x="28458" y="11345"/>
                </a:lnTo>
                <a:lnTo>
                  <a:pt x="28893" y="11345"/>
                </a:lnTo>
                <a:lnTo>
                  <a:pt x="29328" y="10956"/>
                </a:lnTo>
                <a:lnTo>
                  <a:pt x="29763" y="10956"/>
                </a:lnTo>
                <a:lnTo>
                  <a:pt x="30198" y="10956"/>
                </a:lnTo>
                <a:lnTo>
                  <a:pt x="30198" y="10567"/>
                </a:lnTo>
                <a:lnTo>
                  <a:pt x="30651" y="10567"/>
                </a:lnTo>
                <a:lnTo>
                  <a:pt x="31086" y="10178"/>
                </a:lnTo>
                <a:lnTo>
                  <a:pt x="31521" y="10178"/>
                </a:lnTo>
                <a:lnTo>
                  <a:pt x="31956" y="10178"/>
                </a:lnTo>
                <a:lnTo>
                  <a:pt x="31956" y="9789"/>
                </a:lnTo>
                <a:lnTo>
                  <a:pt x="32391" y="9789"/>
                </a:lnTo>
                <a:lnTo>
                  <a:pt x="32391" y="9400"/>
                </a:lnTo>
                <a:lnTo>
                  <a:pt x="32826" y="9400"/>
                </a:lnTo>
                <a:lnTo>
                  <a:pt x="33261" y="9400"/>
                </a:lnTo>
                <a:lnTo>
                  <a:pt x="33261" y="8995"/>
                </a:lnTo>
                <a:lnTo>
                  <a:pt x="33714" y="8995"/>
                </a:lnTo>
                <a:lnTo>
                  <a:pt x="34150" y="8995"/>
                </a:lnTo>
                <a:lnTo>
                  <a:pt x="34585" y="8606"/>
                </a:lnTo>
                <a:lnTo>
                  <a:pt x="35020" y="8606"/>
                </a:lnTo>
                <a:lnTo>
                  <a:pt x="35020" y="8217"/>
                </a:lnTo>
                <a:lnTo>
                  <a:pt x="35455" y="8217"/>
                </a:lnTo>
                <a:lnTo>
                  <a:pt x="35890" y="8217"/>
                </a:lnTo>
                <a:lnTo>
                  <a:pt x="36325" y="7828"/>
                </a:lnTo>
                <a:lnTo>
                  <a:pt x="36778" y="7828"/>
                </a:lnTo>
                <a:lnTo>
                  <a:pt x="36778" y="7439"/>
                </a:lnTo>
                <a:lnTo>
                  <a:pt x="37213" y="7439"/>
                </a:lnTo>
                <a:lnTo>
                  <a:pt x="37648" y="7439"/>
                </a:lnTo>
                <a:lnTo>
                  <a:pt x="37648" y="7050"/>
                </a:lnTo>
                <a:lnTo>
                  <a:pt x="38083" y="7050"/>
                </a:lnTo>
                <a:lnTo>
                  <a:pt x="38518" y="7050"/>
                </a:lnTo>
                <a:lnTo>
                  <a:pt x="38518" y="6645"/>
                </a:lnTo>
                <a:lnTo>
                  <a:pt x="38953" y="6645"/>
                </a:lnTo>
                <a:lnTo>
                  <a:pt x="39406" y="6645"/>
                </a:lnTo>
                <a:lnTo>
                  <a:pt x="39841" y="6256"/>
                </a:lnTo>
                <a:lnTo>
                  <a:pt x="40276" y="5867"/>
                </a:lnTo>
                <a:lnTo>
                  <a:pt x="40711" y="5867"/>
                </a:lnTo>
                <a:lnTo>
                  <a:pt x="41146" y="5867"/>
                </a:lnTo>
                <a:lnTo>
                  <a:pt x="41146" y="5478"/>
                </a:lnTo>
                <a:lnTo>
                  <a:pt x="41581" y="5478"/>
                </a:lnTo>
                <a:lnTo>
                  <a:pt x="41581" y="5089"/>
                </a:lnTo>
                <a:lnTo>
                  <a:pt x="42016" y="5089"/>
                </a:lnTo>
                <a:lnTo>
                  <a:pt x="42470" y="5089"/>
                </a:lnTo>
                <a:lnTo>
                  <a:pt x="42905" y="4700"/>
                </a:lnTo>
                <a:lnTo>
                  <a:pt x="43340" y="4295"/>
                </a:lnTo>
                <a:lnTo>
                  <a:pt x="43775" y="4295"/>
                </a:lnTo>
                <a:lnTo>
                  <a:pt x="44210" y="3906"/>
                </a:lnTo>
                <a:lnTo>
                  <a:pt x="44645" y="3906"/>
                </a:lnTo>
                <a:lnTo>
                  <a:pt x="45080" y="3517"/>
                </a:lnTo>
                <a:lnTo>
                  <a:pt x="45533" y="3517"/>
                </a:lnTo>
                <a:lnTo>
                  <a:pt x="45533" y="3128"/>
                </a:lnTo>
                <a:lnTo>
                  <a:pt x="45968" y="3128"/>
                </a:lnTo>
                <a:lnTo>
                  <a:pt x="46403" y="2739"/>
                </a:lnTo>
                <a:lnTo>
                  <a:pt x="46838" y="2739"/>
                </a:lnTo>
                <a:lnTo>
                  <a:pt x="47273" y="2350"/>
                </a:lnTo>
                <a:lnTo>
                  <a:pt x="47708" y="2350"/>
                </a:lnTo>
                <a:lnTo>
                  <a:pt x="48143" y="1944"/>
                </a:lnTo>
                <a:lnTo>
                  <a:pt x="48596" y="1944"/>
                </a:lnTo>
                <a:lnTo>
                  <a:pt x="49031" y="1555"/>
                </a:lnTo>
                <a:lnTo>
                  <a:pt x="49466" y="1555"/>
                </a:lnTo>
                <a:lnTo>
                  <a:pt x="49466" y="1166"/>
                </a:lnTo>
                <a:lnTo>
                  <a:pt x="49901" y="1166"/>
                </a:lnTo>
                <a:lnTo>
                  <a:pt x="49901" y="777"/>
                </a:lnTo>
                <a:lnTo>
                  <a:pt x="50336" y="777"/>
                </a:lnTo>
                <a:lnTo>
                  <a:pt x="50771" y="777"/>
                </a:lnTo>
                <a:lnTo>
                  <a:pt x="51206" y="388"/>
                </a:lnTo>
                <a:lnTo>
                  <a:pt x="51660" y="0"/>
                </a:lnTo>
                <a:lnTo>
                  <a:pt x="52095" y="0"/>
                </a:lnTo>
              </a:path>
            </a:pathLst>
          </a:custGeom>
          <a:ln w="23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6576487" y="3297080"/>
            <a:ext cx="52076" cy="34846"/>
          </a:xfrm>
          <a:custGeom>
            <a:avLst/>
            <a:gdLst/>
            <a:ahLst/>
            <a:cxnLst/>
            <a:rect l="l" t="t" r="r" b="b"/>
            <a:pathLst>
              <a:path w="52076" h="34846">
                <a:moveTo>
                  <a:pt x="0" y="34846"/>
                </a:moveTo>
                <a:lnTo>
                  <a:pt x="435" y="34457"/>
                </a:lnTo>
                <a:lnTo>
                  <a:pt x="870" y="34457"/>
                </a:lnTo>
                <a:lnTo>
                  <a:pt x="1305" y="34052"/>
                </a:lnTo>
                <a:lnTo>
                  <a:pt x="1740" y="33663"/>
                </a:lnTo>
                <a:lnTo>
                  <a:pt x="2193" y="33663"/>
                </a:lnTo>
                <a:lnTo>
                  <a:pt x="2193" y="33274"/>
                </a:lnTo>
                <a:lnTo>
                  <a:pt x="2628" y="33274"/>
                </a:lnTo>
                <a:lnTo>
                  <a:pt x="3063" y="33274"/>
                </a:lnTo>
                <a:lnTo>
                  <a:pt x="3063" y="32885"/>
                </a:lnTo>
                <a:lnTo>
                  <a:pt x="3498" y="32885"/>
                </a:lnTo>
                <a:lnTo>
                  <a:pt x="3933" y="32885"/>
                </a:lnTo>
                <a:lnTo>
                  <a:pt x="3933" y="32496"/>
                </a:lnTo>
                <a:lnTo>
                  <a:pt x="4368" y="32496"/>
                </a:lnTo>
                <a:lnTo>
                  <a:pt x="4368" y="32107"/>
                </a:lnTo>
                <a:lnTo>
                  <a:pt x="4803" y="32107"/>
                </a:lnTo>
                <a:lnTo>
                  <a:pt x="5256" y="32107"/>
                </a:lnTo>
                <a:lnTo>
                  <a:pt x="5256" y="31702"/>
                </a:lnTo>
                <a:lnTo>
                  <a:pt x="5691" y="31702"/>
                </a:lnTo>
                <a:lnTo>
                  <a:pt x="5691" y="31313"/>
                </a:lnTo>
                <a:lnTo>
                  <a:pt x="6126" y="31313"/>
                </a:lnTo>
                <a:lnTo>
                  <a:pt x="6561" y="30924"/>
                </a:lnTo>
                <a:lnTo>
                  <a:pt x="6996" y="30924"/>
                </a:lnTo>
                <a:lnTo>
                  <a:pt x="7431" y="30535"/>
                </a:lnTo>
                <a:lnTo>
                  <a:pt x="7866" y="30535"/>
                </a:lnTo>
                <a:lnTo>
                  <a:pt x="8319" y="30146"/>
                </a:lnTo>
                <a:lnTo>
                  <a:pt x="8755" y="29757"/>
                </a:lnTo>
                <a:lnTo>
                  <a:pt x="9190" y="29352"/>
                </a:lnTo>
                <a:lnTo>
                  <a:pt x="9625" y="29352"/>
                </a:lnTo>
                <a:lnTo>
                  <a:pt x="10060" y="28963"/>
                </a:lnTo>
                <a:lnTo>
                  <a:pt x="10495" y="28574"/>
                </a:lnTo>
                <a:lnTo>
                  <a:pt x="10930" y="28574"/>
                </a:lnTo>
                <a:lnTo>
                  <a:pt x="11383" y="28185"/>
                </a:lnTo>
                <a:lnTo>
                  <a:pt x="11818" y="27796"/>
                </a:lnTo>
                <a:lnTo>
                  <a:pt x="12253" y="27796"/>
                </a:lnTo>
                <a:lnTo>
                  <a:pt x="12688" y="27407"/>
                </a:lnTo>
                <a:lnTo>
                  <a:pt x="13123" y="27018"/>
                </a:lnTo>
                <a:lnTo>
                  <a:pt x="13558" y="27018"/>
                </a:lnTo>
                <a:lnTo>
                  <a:pt x="13993" y="26613"/>
                </a:lnTo>
                <a:lnTo>
                  <a:pt x="14446" y="26613"/>
                </a:lnTo>
                <a:lnTo>
                  <a:pt x="14446" y="26224"/>
                </a:lnTo>
                <a:lnTo>
                  <a:pt x="14881" y="26224"/>
                </a:lnTo>
                <a:lnTo>
                  <a:pt x="15316" y="25835"/>
                </a:lnTo>
                <a:lnTo>
                  <a:pt x="15751" y="25446"/>
                </a:lnTo>
                <a:lnTo>
                  <a:pt x="16186" y="25446"/>
                </a:lnTo>
                <a:lnTo>
                  <a:pt x="16621" y="25057"/>
                </a:lnTo>
                <a:lnTo>
                  <a:pt x="17056" y="24668"/>
                </a:lnTo>
                <a:lnTo>
                  <a:pt x="17510" y="24262"/>
                </a:lnTo>
                <a:lnTo>
                  <a:pt x="17945" y="24262"/>
                </a:lnTo>
                <a:lnTo>
                  <a:pt x="18380" y="23873"/>
                </a:lnTo>
                <a:lnTo>
                  <a:pt x="18815" y="23873"/>
                </a:lnTo>
                <a:lnTo>
                  <a:pt x="18815" y="23484"/>
                </a:lnTo>
                <a:lnTo>
                  <a:pt x="19250" y="23484"/>
                </a:lnTo>
                <a:lnTo>
                  <a:pt x="19685" y="23095"/>
                </a:lnTo>
                <a:lnTo>
                  <a:pt x="20138" y="22706"/>
                </a:lnTo>
                <a:lnTo>
                  <a:pt x="20573" y="22706"/>
                </a:lnTo>
                <a:lnTo>
                  <a:pt x="21008" y="22317"/>
                </a:lnTo>
                <a:lnTo>
                  <a:pt x="21443" y="22317"/>
                </a:lnTo>
                <a:lnTo>
                  <a:pt x="21443" y="21912"/>
                </a:lnTo>
                <a:lnTo>
                  <a:pt x="21878" y="21912"/>
                </a:lnTo>
                <a:lnTo>
                  <a:pt x="21878" y="21523"/>
                </a:lnTo>
                <a:lnTo>
                  <a:pt x="22313" y="21523"/>
                </a:lnTo>
                <a:lnTo>
                  <a:pt x="22748" y="21134"/>
                </a:lnTo>
                <a:lnTo>
                  <a:pt x="23201" y="21134"/>
                </a:lnTo>
                <a:lnTo>
                  <a:pt x="23201" y="20745"/>
                </a:lnTo>
                <a:lnTo>
                  <a:pt x="23636" y="20745"/>
                </a:lnTo>
                <a:lnTo>
                  <a:pt x="23636" y="20356"/>
                </a:lnTo>
                <a:lnTo>
                  <a:pt x="24071" y="20356"/>
                </a:lnTo>
                <a:lnTo>
                  <a:pt x="24506" y="20356"/>
                </a:lnTo>
                <a:lnTo>
                  <a:pt x="24506" y="19967"/>
                </a:lnTo>
                <a:lnTo>
                  <a:pt x="24941" y="19967"/>
                </a:lnTo>
                <a:lnTo>
                  <a:pt x="25376" y="19578"/>
                </a:lnTo>
                <a:lnTo>
                  <a:pt x="25376" y="19173"/>
                </a:lnTo>
                <a:lnTo>
                  <a:pt x="25811" y="19173"/>
                </a:lnTo>
                <a:lnTo>
                  <a:pt x="26265" y="18784"/>
                </a:lnTo>
                <a:lnTo>
                  <a:pt x="26700" y="18395"/>
                </a:lnTo>
                <a:lnTo>
                  <a:pt x="27135" y="18395"/>
                </a:lnTo>
                <a:lnTo>
                  <a:pt x="27570" y="18006"/>
                </a:lnTo>
                <a:lnTo>
                  <a:pt x="28005" y="17617"/>
                </a:lnTo>
                <a:lnTo>
                  <a:pt x="28440" y="17228"/>
                </a:lnTo>
                <a:lnTo>
                  <a:pt x="28875" y="17228"/>
                </a:lnTo>
                <a:lnTo>
                  <a:pt x="28875" y="16823"/>
                </a:lnTo>
                <a:lnTo>
                  <a:pt x="29328" y="16823"/>
                </a:lnTo>
                <a:lnTo>
                  <a:pt x="29763" y="16823"/>
                </a:lnTo>
                <a:lnTo>
                  <a:pt x="29763" y="16434"/>
                </a:lnTo>
                <a:lnTo>
                  <a:pt x="30198" y="16434"/>
                </a:lnTo>
                <a:lnTo>
                  <a:pt x="30198" y="16045"/>
                </a:lnTo>
                <a:lnTo>
                  <a:pt x="30633" y="16045"/>
                </a:lnTo>
                <a:lnTo>
                  <a:pt x="31068" y="15656"/>
                </a:lnTo>
                <a:lnTo>
                  <a:pt x="31503" y="15267"/>
                </a:lnTo>
                <a:lnTo>
                  <a:pt x="31956" y="14878"/>
                </a:lnTo>
                <a:lnTo>
                  <a:pt x="32391" y="14878"/>
                </a:lnTo>
                <a:lnTo>
                  <a:pt x="32391" y="14473"/>
                </a:lnTo>
                <a:lnTo>
                  <a:pt x="32826" y="14473"/>
                </a:lnTo>
                <a:lnTo>
                  <a:pt x="32826" y="14084"/>
                </a:lnTo>
                <a:lnTo>
                  <a:pt x="33261" y="14084"/>
                </a:lnTo>
                <a:lnTo>
                  <a:pt x="33696" y="14084"/>
                </a:lnTo>
                <a:lnTo>
                  <a:pt x="33696" y="13695"/>
                </a:lnTo>
                <a:lnTo>
                  <a:pt x="34131" y="13695"/>
                </a:lnTo>
                <a:lnTo>
                  <a:pt x="34131" y="13306"/>
                </a:lnTo>
                <a:lnTo>
                  <a:pt x="34566" y="13306"/>
                </a:lnTo>
                <a:lnTo>
                  <a:pt x="34566" y="12917"/>
                </a:lnTo>
                <a:lnTo>
                  <a:pt x="35020" y="12917"/>
                </a:lnTo>
                <a:lnTo>
                  <a:pt x="35455" y="12528"/>
                </a:lnTo>
                <a:lnTo>
                  <a:pt x="35890" y="12123"/>
                </a:lnTo>
                <a:lnTo>
                  <a:pt x="36325" y="12123"/>
                </a:lnTo>
                <a:lnTo>
                  <a:pt x="36325" y="11734"/>
                </a:lnTo>
                <a:lnTo>
                  <a:pt x="36760" y="11734"/>
                </a:lnTo>
                <a:lnTo>
                  <a:pt x="37195" y="11345"/>
                </a:lnTo>
                <a:lnTo>
                  <a:pt x="37195" y="10956"/>
                </a:lnTo>
                <a:lnTo>
                  <a:pt x="37630" y="10956"/>
                </a:lnTo>
                <a:lnTo>
                  <a:pt x="38083" y="10956"/>
                </a:lnTo>
                <a:lnTo>
                  <a:pt x="38083" y="10567"/>
                </a:lnTo>
                <a:lnTo>
                  <a:pt x="38518" y="10567"/>
                </a:lnTo>
                <a:lnTo>
                  <a:pt x="38518" y="10178"/>
                </a:lnTo>
                <a:lnTo>
                  <a:pt x="38953" y="10178"/>
                </a:lnTo>
                <a:lnTo>
                  <a:pt x="39388" y="9789"/>
                </a:lnTo>
                <a:lnTo>
                  <a:pt x="39823" y="9384"/>
                </a:lnTo>
                <a:lnTo>
                  <a:pt x="40258" y="9384"/>
                </a:lnTo>
                <a:lnTo>
                  <a:pt x="40258" y="8995"/>
                </a:lnTo>
                <a:lnTo>
                  <a:pt x="40693" y="8995"/>
                </a:lnTo>
                <a:lnTo>
                  <a:pt x="40693" y="8606"/>
                </a:lnTo>
                <a:lnTo>
                  <a:pt x="41146" y="8606"/>
                </a:lnTo>
                <a:lnTo>
                  <a:pt x="41146" y="8217"/>
                </a:lnTo>
                <a:lnTo>
                  <a:pt x="41581" y="8217"/>
                </a:lnTo>
                <a:lnTo>
                  <a:pt x="42016" y="7828"/>
                </a:lnTo>
                <a:lnTo>
                  <a:pt x="42451" y="7439"/>
                </a:lnTo>
                <a:lnTo>
                  <a:pt x="42886" y="7034"/>
                </a:lnTo>
                <a:lnTo>
                  <a:pt x="43321" y="7034"/>
                </a:lnTo>
                <a:lnTo>
                  <a:pt x="43321" y="6645"/>
                </a:lnTo>
                <a:lnTo>
                  <a:pt x="43756" y="6645"/>
                </a:lnTo>
                <a:lnTo>
                  <a:pt x="43756" y="6256"/>
                </a:lnTo>
                <a:lnTo>
                  <a:pt x="44210" y="6256"/>
                </a:lnTo>
                <a:lnTo>
                  <a:pt x="44645" y="5867"/>
                </a:lnTo>
                <a:lnTo>
                  <a:pt x="44645" y="5867"/>
                </a:lnTo>
                <a:lnTo>
                  <a:pt x="45080" y="5478"/>
                </a:lnTo>
                <a:lnTo>
                  <a:pt x="45515" y="5089"/>
                </a:lnTo>
                <a:lnTo>
                  <a:pt x="45950" y="4684"/>
                </a:lnTo>
                <a:lnTo>
                  <a:pt x="46385" y="4684"/>
                </a:lnTo>
                <a:lnTo>
                  <a:pt x="46385" y="4295"/>
                </a:lnTo>
                <a:lnTo>
                  <a:pt x="46838" y="4295"/>
                </a:lnTo>
                <a:lnTo>
                  <a:pt x="47273" y="3906"/>
                </a:lnTo>
                <a:lnTo>
                  <a:pt x="47708" y="3517"/>
                </a:lnTo>
                <a:lnTo>
                  <a:pt x="48143" y="3128"/>
                </a:lnTo>
                <a:lnTo>
                  <a:pt x="48578" y="3128"/>
                </a:lnTo>
                <a:lnTo>
                  <a:pt x="48578" y="2739"/>
                </a:lnTo>
                <a:lnTo>
                  <a:pt x="49013" y="2739"/>
                </a:lnTo>
                <a:lnTo>
                  <a:pt x="49013" y="2350"/>
                </a:lnTo>
                <a:lnTo>
                  <a:pt x="49448" y="2350"/>
                </a:lnTo>
                <a:lnTo>
                  <a:pt x="49448" y="1944"/>
                </a:lnTo>
                <a:lnTo>
                  <a:pt x="49901" y="1555"/>
                </a:lnTo>
                <a:lnTo>
                  <a:pt x="50336" y="1555"/>
                </a:lnTo>
                <a:lnTo>
                  <a:pt x="50771" y="1166"/>
                </a:lnTo>
                <a:lnTo>
                  <a:pt x="51206" y="777"/>
                </a:lnTo>
                <a:lnTo>
                  <a:pt x="51641" y="777"/>
                </a:lnTo>
                <a:lnTo>
                  <a:pt x="51641" y="388"/>
                </a:lnTo>
                <a:lnTo>
                  <a:pt x="52076" y="0"/>
                </a:lnTo>
              </a:path>
            </a:pathLst>
          </a:custGeom>
          <a:ln w="235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6628564" y="3250483"/>
            <a:ext cx="51660" cy="46597"/>
          </a:xfrm>
          <a:custGeom>
            <a:avLst/>
            <a:gdLst/>
            <a:ahLst/>
            <a:cxnLst/>
            <a:rect l="l" t="t" r="r" b="b"/>
            <a:pathLst>
              <a:path w="51660" h="46597">
                <a:moveTo>
                  <a:pt x="0" y="46597"/>
                </a:moveTo>
                <a:lnTo>
                  <a:pt x="435" y="46191"/>
                </a:lnTo>
                <a:lnTo>
                  <a:pt x="888" y="46191"/>
                </a:lnTo>
                <a:lnTo>
                  <a:pt x="888" y="45802"/>
                </a:lnTo>
                <a:lnTo>
                  <a:pt x="1323" y="45802"/>
                </a:lnTo>
                <a:lnTo>
                  <a:pt x="1323" y="45413"/>
                </a:lnTo>
                <a:lnTo>
                  <a:pt x="1758" y="45413"/>
                </a:lnTo>
                <a:lnTo>
                  <a:pt x="2193" y="45024"/>
                </a:lnTo>
                <a:lnTo>
                  <a:pt x="2628" y="44635"/>
                </a:lnTo>
                <a:lnTo>
                  <a:pt x="3063" y="44247"/>
                </a:lnTo>
                <a:lnTo>
                  <a:pt x="3498" y="43841"/>
                </a:lnTo>
                <a:lnTo>
                  <a:pt x="3951" y="43841"/>
                </a:lnTo>
                <a:lnTo>
                  <a:pt x="3951" y="43452"/>
                </a:lnTo>
                <a:lnTo>
                  <a:pt x="4386" y="43063"/>
                </a:lnTo>
                <a:lnTo>
                  <a:pt x="4821" y="43063"/>
                </a:lnTo>
                <a:lnTo>
                  <a:pt x="4821" y="42674"/>
                </a:lnTo>
                <a:lnTo>
                  <a:pt x="5256" y="42674"/>
                </a:lnTo>
                <a:lnTo>
                  <a:pt x="5691" y="42285"/>
                </a:lnTo>
                <a:lnTo>
                  <a:pt x="5691" y="42285"/>
                </a:lnTo>
                <a:lnTo>
                  <a:pt x="6126" y="41896"/>
                </a:lnTo>
                <a:lnTo>
                  <a:pt x="6561" y="41491"/>
                </a:lnTo>
                <a:lnTo>
                  <a:pt x="7014" y="41102"/>
                </a:lnTo>
                <a:lnTo>
                  <a:pt x="7449" y="40713"/>
                </a:lnTo>
                <a:lnTo>
                  <a:pt x="7884" y="40324"/>
                </a:lnTo>
                <a:lnTo>
                  <a:pt x="8319" y="39935"/>
                </a:lnTo>
                <a:lnTo>
                  <a:pt x="8755" y="39546"/>
                </a:lnTo>
                <a:lnTo>
                  <a:pt x="9190" y="39546"/>
                </a:lnTo>
                <a:lnTo>
                  <a:pt x="9190" y="39157"/>
                </a:lnTo>
                <a:lnTo>
                  <a:pt x="9643" y="38752"/>
                </a:lnTo>
                <a:lnTo>
                  <a:pt x="10078" y="38752"/>
                </a:lnTo>
                <a:lnTo>
                  <a:pt x="10078" y="38363"/>
                </a:lnTo>
                <a:lnTo>
                  <a:pt x="10513" y="38363"/>
                </a:lnTo>
                <a:lnTo>
                  <a:pt x="10513" y="37974"/>
                </a:lnTo>
                <a:lnTo>
                  <a:pt x="10948" y="37974"/>
                </a:lnTo>
                <a:lnTo>
                  <a:pt x="10948" y="37585"/>
                </a:lnTo>
                <a:lnTo>
                  <a:pt x="11383" y="37585"/>
                </a:lnTo>
                <a:lnTo>
                  <a:pt x="11818" y="37196"/>
                </a:lnTo>
                <a:lnTo>
                  <a:pt x="12253" y="36807"/>
                </a:lnTo>
                <a:lnTo>
                  <a:pt x="12706" y="36402"/>
                </a:lnTo>
                <a:lnTo>
                  <a:pt x="13141" y="36013"/>
                </a:lnTo>
                <a:lnTo>
                  <a:pt x="13576" y="35624"/>
                </a:lnTo>
                <a:lnTo>
                  <a:pt x="14011" y="35235"/>
                </a:lnTo>
                <a:lnTo>
                  <a:pt x="14446" y="34846"/>
                </a:lnTo>
                <a:lnTo>
                  <a:pt x="14881" y="34457"/>
                </a:lnTo>
                <a:lnTo>
                  <a:pt x="15316" y="34052"/>
                </a:lnTo>
                <a:lnTo>
                  <a:pt x="15769" y="34052"/>
                </a:lnTo>
                <a:lnTo>
                  <a:pt x="15769" y="33663"/>
                </a:lnTo>
                <a:lnTo>
                  <a:pt x="16204" y="33663"/>
                </a:lnTo>
                <a:lnTo>
                  <a:pt x="16639" y="33274"/>
                </a:lnTo>
                <a:lnTo>
                  <a:pt x="16639" y="32885"/>
                </a:lnTo>
                <a:lnTo>
                  <a:pt x="17075" y="32885"/>
                </a:lnTo>
                <a:lnTo>
                  <a:pt x="17075" y="32496"/>
                </a:lnTo>
                <a:lnTo>
                  <a:pt x="17510" y="32496"/>
                </a:lnTo>
                <a:lnTo>
                  <a:pt x="17510" y="32107"/>
                </a:lnTo>
                <a:lnTo>
                  <a:pt x="17945" y="32107"/>
                </a:lnTo>
                <a:lnTo>
                  <a:pt x="18380" y="31718"/>
                </a:lnTo>
                <a:lnTo>
                  <a:pt x="18380" y="31313"/>
                </a:lnTo>
                <a:lnTo>
                  <a:pt x="18833" y="31313"/>
                </a:lnTo>
                <a:lnTo>
                  <a:pt x="18833" y="30924"/>
                </a:lnTo>
                <a:lnTo>
                  <a:pt x="19268" y="30924"/>
                </a:lnTo>
                <a:lnTo>
                  <a:pt x="19268" y="30535"/>
                </a:lnTo>
                <a:lnTo>
                  <a:pt x="19703" y="30146"/>
                </a:lnTo>
                <a:lnTo>
                  <a:pt x="20138" y="30146"/>
                </a:lnTo>
                <a:lnTo>
                  <a:pt x="20573" y="29757"/>
                </a:lnTo>
                <a:lnTo>
                  <a:pt x="21008" y="29368"/>
                </a:lnTo>
                <a:lnTo>
                  <a:pt x="21008" y="28963"/>
                </a:lnTo>
                <a:lnTo>
                  <a:pt x="21443" y="28963"/>
                </a:lnTo>
                <a:lnTo>
                  <a:pt x="21443" y="28574"/>
                </a:lnTo>
                <a:lnTo>
                  <a:pt x="21896" y="28574"/>
                </a:lnTo>
                <a:lnTo>
                  <a:pt x="22331" y="28185"/>
                </a:lnTo>
                <a:lnTo>
                  <a:pt x="22331" y="27796"/>
                </a:lnTo>
                <a:lnTo>
                  <a:pt x="22766" y="27796"/>
                </a:lnTo>
                <a:lnTo>
                  <a:pt x="22766" y="27407"/>
                </a:lnTo>
                <a:lnTo>
                  <a:pt x="23201" y="27407"/>
                </a:lnTo>
                <a:lnTo>
                  <a:pt x="23636" y="27018"/>
                </a:lnTo>
                <a:lnTo>
                  <a:pt x="24071" y="26613"/>
                </a:lnTo>
                <a:lnTo>
                  <a:pt x="24071" y="26224"/>
                </a:lnTo>
                <a:lnTo>
                  <a:pt x="24524" y="26224"/>
                </a:lnTo>
                <a:lnTo>
                  <a:pt x="24959" y="25835"/>
                </a:lnTo>
                <a:lnTo>
                  <a:pt x="25395" y="25446"/>
                </a:lnTo>
                <a:lnTo>
                  <a:pt x="25395" y="25057"/>
                </a:lnTo>
                <a:lnTo>
                  <a:pt x="25830" y="25057"/>
                </a:lnTo>
                <a:lnTo>
                  <a:pt x="25830" y="24668"/>
                </a:lnTo>
                <a:lnTo>
                  <a:pt x="26265" y="24279"/>
                </a:lnTo>
                <a:lnTo>
                  <a:pt x="26700" y="24279"/>
                </a:lnTo>
                <a:lnTo>
                  <a:pt x="26700" y="23873"/>
                </a:lnTo>
                <a:lnTo>
                  <a:pt x="27135" y="23873"/>
                </a:lnTo>
                <a:lnTo>
                  <a:pt x="27588" y="23484"/>
                </a:lnTo>
                <a:lnTo>
                  <a:pt x="28023" y="23095"/>
                </a:lnTo>
                <a:lnTo>
                  <a:pt x="28023" y="22706"/>
                </a:lnTo>
                <a:lnTo>
                  <a:pt x="28458" y="22706"/>
                </a:lnTo>
                <a:lnTo>
                  <a:pt x="28893" y="22317"/>
                </a:lnTo>
                <a:lnTo>
                  <a:pt x="28893" y="21929"/>
                </a:lnTo>
                <a:lnTo>
                  <a:pt x="29328" y="21929"/>
                </a:lnTo>
                <a:lnTo>
                  <a:pt x="29328" y="21523"/>
                </a:lnTo>
                <a:lnTo>
                  <a:pt x="29763" y="21523"/>
                </a:lnTo>
                <a:lnTo>
                  <a:pt x="29763" y="21134"/>
                </a:lnTo>
                <a:lnTo>
                  <a:pt x="30198" y="21134"/>
                </a:lnTo>
                <a:lnTo>
                  <a:pt x="30651" y="20745"/>
                </a:lnTo>
                <a:lnTo>
                  <a:pt x="30651" y="20356"/>
                </a:lnTo>
                <a:lnTo>
                  <a:pt x="31086" y="19967"/>
                </a:lnTo>
                <a:lnTo>
                  <a:pt x="31521" y="19967"/>
                </a:lnTo>
                <a:lnTo>
                  <a:pt x="31521" y="19578"/>
                </a:lnTo>
                <a:lnTo>
                  <a:pt x="31956" y="19578"/>
                </a:lnTo>
                <a:lnTo>
                  <a:pt x="31956" y="19173"/>
                </a:lnTo>
                <a:lnTo>
                  <a:pt x="32391" y="19173"/>
                </a:lnTo>
                <a:lnTo>
                  <a:pt x="32391" y="18784"/>
                </a:lnTo>
                <a:lnTo>
                  <a:pt x="32826" y="18395"/>
                </a:lnTo>
                <a:lnTo>
                  <a:pt x="33261" y="18395"/>
                </a:lnTo>
                <a:lnTo>
                  <a:pt x="33261" y="18006"/>
                </a:lnTo>
                <a:lnTo>
                  <a:pt x="33714" y="17617"/>
                </a:lnTo>
                <a:lnTo>
                  <a:pt x="34150" y="17228"/>
                </a:lnTo>
                <a:lnTo>
                  <a:pt x="34585" y="16823"/>
                </a:lnTo>
                <a:lnTo>
                  <a:pt x="35020" y="16434"/>
                </a:lnTo>
                <a:lnTo>
                  <a:pt x="35455" y="16045"/>
                </a:lnTo>
                <a:lnTo>
                  <a:pt x="35890" y="16045"/>
                </a:lnTo>
                <a:lnTo>
                  <a:pt x="35890" y="15656"/>
                </a:lnTo>
                <a:lnTo>
                  <a:pt x="36325" y="15267"/>
                </a:lnTo>
                <a:lnTo>
                  <a:pt x="36325" y="14878"/>
                </a:lnTo>
                <a:lnTo>
                  <a:pt x="36778" y="14878"/>
                </a:lnTo>
                <a:lnTo>
                  <a:pt x="36778" y="14489"/>
                </a:lnTo>
                <a:lnTo>
                  <a:pt x="37213" y="14084"/>
                </a:lnTo>
                <a:lnTo>
                  <a:pt x="37648" y="14084"/>
                </a:lnTo>
                <a:lnTo>
                  <a:pt x="38083" y="13695"/>
                </a:lnTo>
                <a:lnTo>
                  <a:pt x="38518" y="13306"/>
                </a:lnTo>
                <a:lnTo>
                  <a:pt x="38518" y="12917"/>
                </a:lnTo>
                <a:lnTo>
                  <a:pt x="38953" y="12917"/>
                </a:lnTo>
                <a:lnTo>
                  <a:pt x="38953" y="12528"/>
                </a:lnTo>
                <a:lnTo>
                  <a:pt x="39406" y="12528"/>
                </a:lnTo>
                <a:lnTo>
                  <a:pt x="39841" y="12139"/>
                </a:lnTo>
                <a:lnTo>
                  <a:pt x="39841" y="11734"/>
                </a:lnTo>
                <a:lnTo>
                  <a:pt x="40276" y="11734"/>
                </a:lnTo>
                <a:lnTo>
                  <a:pt x="40276" y="11345"/>
                </a:lnTo>
                <a:lnTo>
                  <a:pt x="40711" y="10956"/>
                </a:lnTo>
                <a:lnTo>
                  <a:pt x="41146" y="10567"/>
                </a:lnTo>
                <a:lnTo>
                  <a:pt x="41581" y="10178"/>
                </a:lnTo>
                <a:lnTo>
                  <a:pt x="42016" y="9789"/>
                </a:lnTo>
                <a:lnTo>
                  <a:pt x="42470" y="9384"/>
                </a:lnTo>
                <a:lnTo>
                  <a:pt x="42905" y="8995"/>
                </a:lnTo>
                <a:lnTo>
                  <a:pt x="43340" y="8606"/>
                </a:lnTo>
                <a:lnTo>
                  <a:pt x="43340" y="8217"/>
                </a:lnTo>
                <a:lnTo>
                  <a:pt x="43775" y="8217"/>
                </a:lnTo>
                <a:lnTo>
                  <a:pt x="44210" y="7828"/>
                </a:lnTo>
                <a:lnTo>
                  <a:pt x="44210" y="7439"/>
                </a:lnTo>
                <a:lnTo>
                  <a:pt x="44645" y="7439"/>
                </a:lnTo>
                <a:lnTo>
                  <a:pt x="44645" y="7050"/>
                </a:lnTo>
                <a:lnTo>
                  <a:pt x="45080" y="6645"/>
                </a:lnTo>
                <a:lnTo>
                  <a:pt x="45533" y="6645"/>
                </a:lnTo>
                <a:lnTo>
                  <a:pt x="45533" y="6256"/>
                </a:lnTo>
                <a:lnTo>
                  <a:pt x="45968" y="5867"/>
                </a:lnTo>
                <a:lnTo>
                  <a:pt x="46403" y="5867"/>
                </a:lnTo>
                <a:lnTo>
                  <a:pt x="46403" y="5478"/>
                </a:lnTo>
                <a:lnTo>
                  <a:pt x="46838" y="5089"/>
                </a:lnTo>
                <a:lnTo>
                  <a:pt x="46838" y="4700"/>
                </a:lnTo>
                <a:lnTo>
                  <a:pt x="47273" y="4700"/>
                </a:lnTo>
                <a:lnTo>
                  <a:pt x="47273" y="4295"/>
                </a:lnTo>
                <a:lnTo>
                  <a:pt x="47708" y="4295"/>
                </a:lnTo>
                <a:lnTo>
                  <a:pt x="48143" y="3906"/>
                </a:lnTo>
                <a:lnTo>
                  <a:pt x="48143" y="3517"/>
                </a:lnTo>
                <a:lnTo>
                  <a:pt x="48596" y="3517"/>
                </a:lnTo>
                <a:lnTo>
                  <a:pt x="49031" y="3128"/>
                </a:lnTo>
                <a:lnTo>
                  <a:pt x="49031" y="2739"/>
                </a:lnTo>
                <a:lnTo>
                  <a:pt x="49466" y="2739"/>
                </a:lnTo>
                <a:lnTo>
                  <a:pt x="49466" y="2350"/>
                </a:lnTo>
                <a:lnTo>
                  <a:pt x="49901" y="1944"/>
                </a:lnTo>
                <a:lnTo>
                  <a:pt x="50336" y="1555"/>
                </a:lnTo>
                <a:lnTo>
                  <a:pt x="50771" y="1166"/>
                </a:lnTo>
                <a:lnTo>
                  <a:pt x="51206" y="777"/>
                </a:lnTo>
                <a:lnTo>
                  <a:pt x="51206" y="388"/>
                </a:lnTo>
                <a:lnTo>
                  <a:pt x="51660" y="388"/>
                </a:lnTo>
                <a:lnTo>
                  <a:pt x="51660" y="0"/>
                </a:lnTo>
              </a:path>
            </a:pathLst>
          </a:custGeom>
          <a:ln w="23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6680224" y="3192136"/>
            <a:ext cx="52076" cy="58347"/>
          </a:xfrm>
          <a:custGeom>
            <a:avLst/>
            <a:gdLst/>
            <a:ahLst/>
            <a:cxnLst/>
            <a:rect l="l" t="t" r="r" b="b"/>
            <a:pathLst>
              <a:path w="52076" h="58347">
                <a:moveTo>
                  <a:pt x="0" y="58347"/>
                </a:moveTo>
                <a:lnTo>
                  <a:pt x="435" y="57942"/>
                </a:lnTo>
                <a:lnTo>
                  <a:pt x="870" y="57942"/>
                </a:lnTo>
                <a:lnTo>
                  <a:pt x="870" y="57553"/>
                </a:lnTo>
                <a:lnTo>
                  <a:pt x="1305" y="57164"/>
                </a:lnTo>
                <a:lnTo>
                  <a:pt x="1740" y="57164"/>
                </a:lnTo>
                <a:lnTo>
                  <a:pt x="1740" y="56775"/>
                </a:lnTo>
                <a:lnTo>
                  <a:pt x="2175" y="56386"/>
                </a:lnTo>
                <a:lnTo>
                  <a:pt x="2628" y="55997"/>
                </a:lnTo>
                <a:lnTo>
                  <a:pt x="3063" y="55608"/>
                </a:lnTo>
                <a:lnTo>
                  <a:pt x="3498" y="55203"/>
                </a:lnTo>
                <a:lnTo>
                  <a:pt x="3498" y="54814"/>
                </a:lnTo>
                <a:lnTo>
                  <a:pt x="3933" y="54425"/>
                </a:lnTo>
                <a:lnTo>
                  <a:pt x="4368" y="54425"/>
                </a:lnTo>
                <a:lnTo>
                  <a:pt x="4368" y="54036"/>
                </a:lnTo>
                <a:lnTo>
                  <a:pt x="4803" y="53647"/>
                </a:lnTo>
                <a:lnTo>
                  <a:pt x="5238" y="53258"/>
                </a:lnTo>
                <a:lnTo>
                  <a:pt x="5691" y="52853"/>
                </a:lnTo>
                <a:lnTo>
                  <a:pt x="6126" y="52464"/>
                </a:lnTo>
                <a:lnTo>
                  <a:pt x="6126" y="52075"/>
                </a:lnTo>
                <a:lnTo>
                  <a:pt x="6561" y="52075"/>
                </a:lnTo>
                <a:lnTo>
                  <a:pt x="6561" y="51686"/>
                </a:lnTo>
                <a:lnTo>
                  <a:pt x="6996" y="51297"/>
                </a:lnTo>
                <a:lnTo>
                  <a:pt x="7431" y="50908"/>
                </a:lnTo>
                <a:lnTo>
                  <a:pt x="7866" y="50503"/>
                </a:lnTo>
                <a:lnTo>
                  <a:pt x="8301" y="50114"/>
                </a:lnTo>
                <a:lnTo>
                  <a:pt x="8755" y="49725"/>
                </a:lnTo>
                <a:lnTo>
                  <a:pt x="8755" y="49336"/>
                </a:lnTo>
                <a:lnTo>
                  <a:pt x="9190" y="48947"/>
                </a:lnTo>
                <a:lnTo>
                  <a:pt x="9625" y="48558"/>
                </a:lnTo>
                <a:lnTo>
                  <a:pt x="10060" y="48169"/>
                </a:lnTo>
                <a:lnTo>
                  <a:pt x="10495" y="47764"/>
                </a:lnTo>
                <a:lnTo>
                  <a:pt x="10495" y="47375"/>
                </a:lnTo>
                <a:lnTo>
                  <a:pt x="10930" y="46986"/>
                </a:lnTo>
                <a:lnTo>
                  <a:pt x="11365" y="46986"/>
                </a:lnTo>
                <a:lnTo>
                  <a:pt x="11365" y="46597"/>
                </a:lnTo>
                <a:lnTo>
                  <a:pt x="11818" y="46208"/>
                </a:lnTo>
                <a:lnTo>
                  <a:pt x="12253" y="46208"/>
                </a:lnTo>
                <a:lnTo>
                  <a:pt x="12253" y="45819"/>
                </a:lnTo>
                <a:lnTo>
                  <a:pt x="12688" y="45413"/>
                </a:lnTo>
                <a:lnTo>
                  <a:pt x="13123" y="45024"/>
                </a:lnTo>
                <a:lnTo>
                  <a:pt x="13123" y="44635"/>
                </a:lnTo>
                <a:lnTo>
                  <a:pt x="13558" y="44635"/>
                </a:lnTo>
                <a:lnTo>
                  <a:pt x="13993" y="44247"/>
                </a:lnTo>
                <a:lnTo>
                  <a:pt x="13993" y="43858"/>
                </a:lnTo>
                <a:lnTo>
                  <a:pt x="14428" y="43469"/>
                </a:lnTo>
                <a:lnTo>
                  <a:pt x="14881" y="43063"/>
                </a:lnTo>
                <a:lnTo>
                  <a:pt x="15316" y="42674"/>
                </a:lnTo>
                <a:lnTo>
                  <a:pt x="15316" y="42285"/>
                </a:lnTo>
                <a:lnTo>
                  <a:pt x="15751" y="42285"/>
                </a:lnTo>
                <a:lnTo>
                  <a:pt x="15751" y="41896"/>
                </a:lnTo>
                <a:lnTo>
                  <a:pt x="16186" y="41507"/>
                </a:lnTo>
                <a:lnTo>
                  <a:pt x="16621" y="41118"/>
                </a:lnTo>
                <a:lnTo>
                  <a:pt x="17056" y="40713"/>
                </a:lnTo>
                <a:lnTo>
                  <a:pt x="17056" y="40324"/>
                </a:lnTo>
                <a:lnTo>
                  <a:pt x="17510" y="40324"/>
                </a:lnTo>
                <a:lnTo>
                  <a:pt x="17510" y="39935"/>
                </a:lnTo>
                <a:lnTo>
                  <a:pt x="17945" y="39546"/>
                </a:lnTo>
                <a:lnTo>
                  <a:pt x="18380" y="39546"/>
                </a:lnTo>
                <a:lnTo>
                  <a:pt x="18380" y="39157"/>
                </a:lnTo>
                <a:lnTo>
                  <a:pt x="18815" y="38768"/>
                </a:lnTo>
                <a:lnTo>
                  <a:pt x="19250" y="38379"/>
                </a:lnTo>
                <a:lnTo>
                  <a:pt x="19685" y="37974"/>
                </a:lnTo>
                <a:lnTo>
                  <a:pt x="19685" y="37585"/>
                </a:lnTo>
                <a:lnTo>
                  <a:pt x="20120" y="37196"/>
                </a:lnTo>
                <a:lnTo>
                  <a:pt x="20573" y="37196"/>
                </a:lnTo>
                <a:lnTo>
                  <a:pt x="20573" y="36807"/>
                </a:lnTo>
                <a:lnTo>
                  <a:pt x="21008" y="36418"/>
                </a:lnTo>
                <a:lnTo>
                  <a:pt x="21008" y="36029"/>
                </a:lnTo>
                <a:lnTo>
                  <a:pt x="21443" y="36029"/>
                </a:lnTo>
                <a:lnTo>
                  <a:pt x="21443" y="35624"/>
                </a:lnTo>
                <a:lnTo>
                  <a:pt x="21878" y="35235"/>
                </a:lnTo>
                <a:lnTo>
                  <a:pt x="22313" y="35235"/>
                </a:lnTo>
                <a:lnTo>
                  <a:pt x="22313" y="34846"/>
                </a:lnTo>
                <a:lnTo>
                  <a:pt x="22748" y="34457"/>
                </a:lnTo>
                <a:lnTo>
                  <a:pt x="23183" y="34068"/>
                </a:lnTo>
                <a:lnTo>
                  <a:pt x="23636" y="33679"/>
                </a:lnTo>
                <a:lnTo>
                  <a:pt x="23636" y="33274"/>
                </a:lnTo>
                <a:lnTo>
                  <a:pt x="24071" y="32885"/>
                </a:lnTo>
                <a:lnTo>
                  <a:pt x="24071" y="32496"/>
                </a:lnTo>
                <a:lnTo>
                  <a:pt x="24506" y="32496"/>
                </a:lnTo>
                <a:lnTo>
                  <a:pt x="24941" y="32107"/>
                </a:lnTo>
                <a:lnTo>
                  <a:pt x="24941" y="31718"/>
                </a:lnTo>
                <a:lnTo>
                  <a:pt x="25376" y="31718"/>
                </a:lnTo>
                <a:lnTo>
                  <a:pt x="25376" y="31329"/>
                </a:lnTo>
                <a:lnTo>
                  <a:pt x="25811" y="30940"/>
                </a:lnTo>
                <a:lnTo>
                  <a:pt x="26246" y="30535"/>
                </a:lnTo>
                <a:lnTo>
                  <a:pt x="26700" y="30146"/>
                </a:lnTo>
                <a:lnTo>
                  <a:pt x="26700" y="29757"/>
                </a:lnTo>
                <a:lnTo>
                  <a:pt x="27135" y="29368"/>
                </a:lnTo>
                <a:lnTo>
                  <a:pt x="27570" y="29368"/>
                </a:lnTo>
                <a:lnTo>
                  <a:pt x="27570" y="28979"/>
                </a:lnTo>
                <a:lnTo>
                  <a:pt x="28005" y="28590"/>
                </a:lnTo>
                <a:lnTo>
                  <a:pt x="28005" y="28185"/>
                </a:lnTo>
                <a:lnTo>
                  <a:pt x="28440" y="28185"/>
                </a:lnTo>
                <a:lnTo>
                  <a:pt x="28875" y="27796"/>
                </a:lnTo>
                <a:lnTo>
                  <a:pt x="28875" y="27407"/>
                </a:lnTo>
                <a:lnTo>
                  <a:pt x="29310" y="27018"/>
                </a:lnTo>
                <a:lnTo>
                  <a:pt x="29763" y="26629"/>
                </a:lnTo>
                <a:lnTo>
                  <a:pt x="30198" y="26240"/>
                </a:lnTo>
                <a:lnTo>
                  <a:pt x="30198" y="25835"/>
                </a:lnTo>
                <a:lnTo>
                  <a:pt x="30633" y="25835"/>
                </a:lnTo>
                <a:lnTo>
                  <a:pt x="30633" y="25446"/>
                </a:lnTo>
                <a:lnTo>
                  <a:pt x="31068" y="25057"/>
                </a:lnTo>
                <a:lnTo>
                  <a:pt x="31068" y="24668"/>
                </a:lnTo>
                <a:lnTo>
                  <a:pt x="31503" y="24279"/>
                </a:lnTo>
                <a:lnTo>
                  <a:pt x="31938" y="23890"/>
                </a:lnTo>
                <a:lnTo>
                  <a:pt x="32391" y="23501"/>
                </a:lnTo>
                <a:lnTo>
                  <a:pt x="32391" y="23095"/>
                </a:lnTo>
                <a:lnTo>
                  <a:pt x="32826" y="23095"/>
                </a:lnTo>
                <a:lnTo>
                  <a:pt x="33261" y="22706"/>
                </a:lnTo>
                <a:lnTo>
                  <a:pt x="33261" y="22317"/>
                </a:lnTo>
                <a:lnTo>
                  <a:pt x="33696" y="21929"/>
                </a:lnTo>
                <a:lnTo>
                  <a:pt x="34131" y="21540"/>
                </a:lnTo>
                <a:lnTo>
                  <a:pt x="34131" y="21151"/>
                </a:lnTo>
                <a:lnTo>
                  <a:pt x="34566" y="20745"/>
                </a:lnTo>
                <a:lnTo>
                  <a:pt x="35001" y="20745"/>
                </a:lnTo>
                <a:lnTo>
                  <a:pt x="35001" y="20356"/>
                </a:lnTo>
                <a:lnTo>
                  <a:pt x="35455" y="19967"/>
                </a:lnTo>
                <a:lnTo>
                  <a:pt x="35455" y="19578"/>
                </a:lnTo>
                <a:lnTo>
                  <a:pt x="35890" y="19189"/>
                </a:lnTo>
                <a:lnTo>
                  <a:pt x="36325" y="18800"/>
                </a:lnTo>
                <a:lnTo>
                  <a:pt x="36760" y="18395"/>
                </a:lnTo>
                <a:lnTo>
                  <a:pt x="37195" y="18006"/>
                </a:lnTo>
                <a:lnTo>
                  <a:pt x="37630" y="17617"/>
                </a:lnTo>
                <a:lnTo>
                  <a:pt x="37630" y="17228"/>
                </a:lnTo>
                <a:lnTo>
                  <a:pt x="38065" y="16839"/>
                </a:lnTo>
                <a:lnTo>
                  <a:pt x="38065" y="16450"/>
                </a:lnTo>
                <a:lnTo>
                  <a:pt x="38518" y="16450"/>
                </a:lnTo>
                <a:lnTo>
                  <a:pt x="38953" y="16045"/>
                </a:lnTo>
                <a:lnTo>
                  <a:pt x="38953" y="15656"/>
                </a:lnTo>
                <a:lnTo>
                  <a:pt x="39388" y="15267"/>
                </a:lnTo>
                <a:lnTo>
                  <a:pt x="39388" y="14878"/>
                </a:lnTo>
                <a:lnTo>
                  <a:pt x="39823" y="14878"/>
                </a:lnTo>
                <a:lnTo>
                  <a:pt x="39823" y="14489"/>
                </a:lnTo>
                <a:lnTo>
                  <a:pt x="40258" y="14100"/>
                </a:lnTo>
                <a:lnTo>
                  <a:pt x="40693" y="13711"/>
                </a:lnTo>
                <a:lnTo>
                  <a:pt x="41128" y="13306"/>
                </a:lnTo>
                <a:lnTo>
                  <a:pt x="41581" y="12917"/>
                </a:lnTo>
                <a:lnTo>
                  <a:pt x="41581" y="12528"/>
                </a:lnTo>
                <a:lnTo>
                  <a:pt x="42016" y="12139"/>
                </a:lnTo>
                <a:lnTo>
                  <a:pt x="42451" y="11750"/>
                </a:lnTo>
                <a:lnTo>
                  <a:pt x="42451" y="11361"/>
                </a:lnTo>
                <a:lnTo>
                  <a:pt x="42886" y="10956"/>
                </a:lnTo>
                <a:lnTo>
                  <a:pt x="43321" y="10567"/>
                </a:lnTo>
                <a:lnTo>
                  <a:pt x="43756" y="10178"/>
                </a:lnTo>
                <a:lnTo>
                  <a:pt x="44192" y="9789"/>
                </a:lnTo>
                <a:lnTo>
                  <a:pt x="44192" y="9400"/>
                </a:lnTo>
                <a:lnTo>
                  <a:pt x="44645" y="9011"/>
                </a:lnTo>
                <a:lnTo>
                  <a:pt x="45080" y="8606"/>
                </a:lnTo>
                <a:lnTo>
                  <a:pt x="45515" y="8217"/>
                </a:lnTo>
                <a:lnTo>
                  <a:pt x="45515" y="7828"/>
                </a:lnTo>
                <a:lnTo>
                  <a:pt x="45950" y="7439"/>
                </a:lnTo>
                <a:lnTo>
                  <a:pt x="46385" y="7050"/>
                </a:lnTo>
                <a:lnTo>
                  <a:pt x="46385" y="6661"/>
                </a:lnTo>
                <a:lnTo>
                  <a:pt x="46820" y="6272"/>
                </a:lnTo>
                <a:lnTo>
                  <a:pt x="47273" y="5867"/>
                </a:lnTo>
                <a:lnTo>
                  <a:pt x="47708" y="5478"/>
                </a:lnTo>
                <a:lnTo>
                  <a:pt x="48143" y="5089"/>
                </a:lnTo>
                <a:lnTo>
                  <a:pt x="48143" y="4700"/>
                </a:lnTo>
                <a:lnTo>
                  <a:pt x="48578" y="4700"/>
                </a:lnTo>
                <a:lnTo>
                  <a:pt x="48578" y="4311"/>
                </a:lnTo>
                <a:lnTo>
                  <a:pt x="49013" y="3922"/>
                </a:lnTo>
                <a:lnTo>
                  <a:pt x="49013" y="3517"/>
                </a:lnTo>
                <a:lnTo>
                  <a:pt x="49448" y="3128"/>
                </a:lnTo>
                <a:lnTo>
                  <a:pt x="49883" y="2739"/>
                </a:lnTo>
                <a:lnTo>
                  <a:pt x="50336" y="2350"/>
                </a:lnTo>
                <a:lnTo>
                  <a:pt x="50336" y="1961"/>
                </a:lnTo>
                <a:lnTo>
                  <a:pt x="50771" y="1572"/>
                </a:lnTo>
                <a:lnTo>
                  <a:pt x="51206" y="1166"/>
                </a:lnTo>
                <a:lnTo>
                  <a:pt x="51641" y="777"/>
                </a:lnTo>
                <a:lnTo>
                  <a:pt x="51641" y="388"/>
                </a:lnTo>
                <a:lnTo>
                  <a:pt x="52076" y="0"/>
                </a:lnTo>
              </a:path>
            </a:pathLst>
          </a:custGeom>
          <a:ln w="241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6732301" y="3123221"/>
            <a:ext cx="52095" cy="68915"/>
          </a:xfrm>
          <a:custGeom>
            <a:avLst/>
            <a:gdLst/>
            <a:ahLst/>
            <a:cxnLst/>
            <a:rect l="l" t="t" r="r" b="b"/>
            <a:pathLst>
              <a:path w="52095" h="68915">
                <a:moveTo>
                  <a:pt x="0" y="68915"/>
                </a:moveTo>
                <a:lnTo>
                  <a:pt x="435" y="68526"/>
                </a:lnTo>
                <a:lnTo>
                  <a:pt x="435" y="68137"/>
                </a:lnTo>
                <a:lnTo>
                  <a:pt x="870" y="68137"/>
                </a:lnTo>
                <a:lnTo>
                  <a:pt x="870" y="67731"/>
                </a:lnTo>
                <a:lnTo>
                  <a:pt x="1323" y="67342"/>
                </a:lnTo>
                <a:lnTo>
                  <a:pt x="1758" y="66953"/>
                </a:lnTo>
                <a:lnTo>
                  <a:pt x="1758" y="66564"/>
                </a:lnTo>
                <a:lnTo>
                  <a:pt x="2193" y="66176"/>
                </a:lnTo>
                <a:lnTo>
                  <a:pt x="2193" y="65787"/>
                </a:lnTo>
                <a:lnTo>
                  <a:pt x="2628" y="65787"/>
                </a:lnTo>
                <a:lnTo>
                  <a:pt x="3063" y="65398"/>
                </a:lnTo>
                <a:lnTo>
                  <a:pt x="3063" y="64992"/>
                </a:lnTo>
                <a:lnTo>
                  <a:pt x="3498" y="64603"/>
                </a:lnTo>
                <a:lnTo>
                  <a:pt x="3498" y="64214"/>
                </a:lnTo>
                <a:lnTo>
                  <a:pt x="3933" y="64214"/>
                </a:lnTo>
                <a:lnTo>
                  <a:pt x="4386" y="63825"/>
                </a:lnTo>
                <a:lnTo>
                  <a:pt x="4386" y="63436"/>
                </a:lnTo>
                <a:lnTo>
                  <a:pt x="4821" y="63047"/>
                </a:lnTo>
                <a:lnTo>
                  <a:pt x="4821" y="62642"/>
                </a:lnTo>
                <a:lnTo>
                  <a:pt x="5256" y="62642"/>
                </a:lnTo>
                <a:lnTo>
                  <a:pt x="5256" y="62253"/>
                </a:lnTo>
                <a:lnTo>
                  <a:pt x="5691" y="61864"/>
                </a:lnTo>
                <a:lnTo>
                  <a:pt x="6126" y="61475"/>
                </a:lnTo>
                <a:lnTo>
                  <a:pt x="6126" y="61086"/>
                </a:lnTo>
                <a:lnTo>
                  <a:pt x="6561" y="60697"/>
                </a:lnTo>
                <a:lnTo>
                  <a:pt x="6996" y="60697"/>
                </a:lnTo>
                <a:lnTo>
                  <a:pt x="6996" y="60292"/>
                </a:lnTo>
                <a:lnTo>
                  <a:pt x="7449" y="59903"/>
                </a:lnTo>
                <a:lnTo>
                  <a:pt x="7449" y="59514"/>
                </a:lnTo>
                <a:lnTo>
                  <a:pt x="7884" y="59125"/>
                </a:lnTo>
                <a:lnTo>
                  <a:pt x="7884" y="58736"/>
                </a:lnTo>
                <a:lnTo>
                  <a:pt x="8319" y="58347"/>
                </a:lnTo>
                <a:lnTo>
                  <a:pt x="8755" y="58347"/>
                </a:lnTo>
                <a:lnTo>
                  <a:pt x="8755" y="57958"/>
                </a:lnTo>
                <a:lnTo>
                  <a:pt x="9190" y="57553"/>
                </a:lnTo>
                <a:lnTo>
                  <a:pt x="9190" y="57164"/>
                </a:lnTo>
                <a:lnTo>
                  <a:pt x="9625" y="56775"/>
                </a:lnTo>
                <a:lnTo>
                  <a:pt x="10078" y="56386"/>
                </a:lnTo>
                <a:lnTo>
                  <a:pt x="10513" y="55997"/>
                </a:lnTo>
                <a:lnTo>
                  <a:pt x="10948" y="55608"/>
                </a:lnTo>
                <a:lnTo>
                  <a:pt x="10948" y="55203"/>
                </a:lnTo>
                <a:lnTo>
                  <a:pt x="11383" y="54814"/>
                </a:lnTo>
                <a:lnTo>
                  <a:pt x="11383" y="54425"/>
                </a:lnTo>
                <a:lnTo>
                  <a:pt x="11818" y="54036"/>
                </a:lnTo>
                <a:lnTo>
                  <a:pt x="12253" y="53647"/>
                </a:lnTo>
                <a:lnTo>
                  <a:pt x="12688" y="53258"/>
                </a:lnTo>
                <a:lnTo>
                  <a:pt x="12688" y="52853"/>
                </a:lnTo>
                <a:lnTo>
                  <a:pt x="13141" y="52464"/>
                </a:lnTo>
                <a:lnTo>
                  <a:pt x="13576" y="52075"/>
                </a:lnTo>
                <a:lnTo>
                  <a:pt x="14011" y="51686"/>
                </a:lnTo>
                <a:lnTo>
                  <a:pt x="14011" y="51297"/>
                </a:lnTo>
                <a:lnTo>
                  <a:pt x="14446" y="50908"/>
                </a:lnTo>
                <a:lnTo>
                  <a:pt x="14446" y="50519"/>
                </a:lnTo>
                <a:lnTo>
                  <a:pt x="14881" y="50114"/>
                </a:lnTo>
                <a:lnTo>
                  <a:pt x="15316" y="49725"/>
                </a:lnTo>
                <a:lnTo>
                  <a:pt x="15751" y="49336"/>
                </a:lnTo>
                <a:lnTo>
                  <a:pt x="15751" y="48947"/>
                </a:lnTo>
                <a:lnTo>
                  <a:pt x="16204" y="48558"/>
                </a:lnTo>
                <a:lnTo>
                  <a:pt x="16204" y="48169"/>
                </a:lnTo>
                <a:lnTo>
                  <a:pt x="16639" y="47764"/>
                </a:lnTo>
                <a:lnTo>
                  <a:pt x="17075" y="47375"/>
                </a:lnTo>
                <a:lnTo>
                  <a:pt x="17075" y="46986"/>
                </a:lnTo>
                <a:lnTo>
                  <a:pt x="17510" y="46986"/>
                </a:lnTo>
                <a:lnTo>
                  <a:pt x="17945" y="46597"/>
                </a:lnTo>
                <a:lnTo>
                  <a:pt x="17945" y="46208"/>
                </a:lnTo>
                <a:lnTo>
                  <a:pt x="18380" y="45819"/>
                </a:lnTo>
                <a:lnTo>
                  <a:pt x="18380" y="45413"/>
                </a:lnTo>
                <a:lnTo>
                  <a:pt x="18815" y="45024"/>
                </a:lnTo>
                <a:lnTo>
                  <a:pt x="19268" y="44635"/>
                </a:lnTo>
                <a:lnTo>
                  <a:pt x="19703" y="44247"/>
                </a:lnTo>
                <a:lnTo>
                  <a:pt x="19703" y="43858"/>
                </a:lnTo>
                <a:lnTo>
                  <a:pt x="20138" y="43469"/>
                </a:lnTo>
                <a:lnTo>
                  <a:pt x="20138" y="43063"/>
                </a:lnTo>
                <a:lnTo>
                  <a:pt x="20573" y="42674"/>
                </a:lnTo>
                <a:lnTo>
                  <a:pt x="21008" y="42285"/>
                </a:lnTo>
                <a:lnTo>
                  <a:pt x="21008" y="41896"/>
                </a:lnTo>
                <a:lnTo>
                  <a:pt x="21443" y="41896"/>
                </a:lnTo>
                <a:lnTo>
                  <a:pt x="21878" y="41507"/>
                </a:lnTo>
                <a:lnTo>
                  <a:pt x="21878" y="41118"/>
                </a:lnTo>
                <a:lnTo>
                  <a:pt x="22331" y="40729"/>
                </a:lnTo>
                <a:lnTo>
                  <a:pt x="22331" y="40324"/>
                </a:lnTo>
                <a:lnTo>
                  <a:pt x="22766" y="39935"/>
                </a:lnTo>
                <a:lnTo>
                  <a:pt x="22766" y="39546"/>
                </a:lnTo>
                <a:lnTo>
                  <a:pt x="23201" y="39546"/>
                </a:lnTo>
                <a:lnTo>
                  <a:pt x="23636" y="39157"/>
                </a:lnTo>
                <a:lnTo>
                  <a:pt x="23636" y="38768"/>
                </a:lnTo>
                <a:lnTo>
                  <a:pt x="24071" y="38379"/>
                </a:lnTo>
                <a:lnTo>
                  <a:pt x="24506" y="37974"/>
                </a:lnTo>
                <a:lnTo>
                  <a:pt x="24506" y="37585"/>
                </a:lnTo>
                <a:lnTo>
                  <a:pt x="24959" y="37196"/>
                </a:lnTo>
                <a:lnTo>
                  <a:pt x="24959" y="36807"/>
                </a:lnTo>
                <a:lnTo>
                  <a:pt x="25395" y="36418"/>
                </a:lnTo>
                <a:lnTo>
                  <a:pt x="25395" y="36029"/>
                </a:lnTo>
                <a:lnTo>
                  <a:pt x="25830" y="36029"/>
                </a:lnTo>
                <a:lnTo>
                  <a:pt x="26265" y="35624"/>
                </a:lnTo>
                <a:lnTo>
                  <a:pt x="26265" y="35235"/>
                </a:lnTo>
                <a:lnTo>
                  <a:pt x="26700" y="34846"/>
                </a:lnTo>
                <a:lnTo>
                  <a:pt x="26700" y="34457"/>
                </a:lnTo>
                <a:lnTo>
                  <a:pt x="27135" y="34068"/>
                </a:lnTo>
                <a:lnTo>
                  <a:pt x="27570" y="33679"/>
                </a:lnTo>
                <a:lnTo>
                  <a:pt x="28023" y="33290"/>
                </a:lnTo>
                <a:lnTo>
                  <a:pt x="28458" y="32885"/>
                </a:lnTo>
                <a:lnTo>
                  <a:pt x="28458" y="32496"/>
                </a:lnTo>
                <a:lnTo>
                  <a:pt x="28893" y="32107"/>
                </a:lnTo>
                <a:lnTo>
                  <a:pt x="28893" y="31718"/>
                </a:lnTo>
                <a:lnTo>
                  <a:pt x="29328" y="31329"/>
                </a:lnTo>
                <a:lnTo>
                  <a:pt x="29328" y="30940"/>
                </a:lnTo>
                <a:lnTo>
                  <a:pt x="29763" y="30535"/>
                </a:lnTo>
                <a:lnTo>
                  <a:pt x="30198" y="30146"/>
                </a:lnTo>
                <a:lnTo>
                  <a:pt x="30633" y="29757"/>
                </a:lnTo>
                <a:lnTo>
                  <a:pt x="30633" y="29368"/>
                </a:lnTo>
                <a:lnTo>
                  <a:pt x="31086" y="28979"/>
                </a:lnTo>
                <a:lnTo>
                  <a:pt x="31086" y="28590"/>
                </a:lnTo>
                <a:lnTo>
                  <a:pt x="31521" y="28185"/>
                </a:lnTo>
                <a:lnTo>
                  <a:pt x="31956" y="27796"/>
                </a:lnTo>
                <a:lnTo>
                  <a:pt x="31956" y="27407"/>
                </a:lnTo>
                <a:lnTo>
                  <a:pt x="32391" y="27018"/>
                </a:lnTo>
                <a:lnTo>
                  <a:pt x="32826" y="26629"/>
                </a:lnTo>
                <a:lnTo>
                  <a:pt x="33261" y="26240"/>
                </a:lnTo>
                <a:lnTo>
                  <a:pt x="33261" y="25835"/>
                </a:lnTo>
                <a:lnTo>
                  <a:pt x="33696" y="25446"/>
                </a:lnTo>
                <a:lnTo>
                  <a:pt x="33696" y="25057"/>
                </a:lnTo>
                <a:lnTo>
                  <a:pt x="34150" y="24668"/>
                </a:lnTo>
                <a:lnTo>
                  <a:pt x="34585" y="24279"/>
                </a:lnTo>
                <a:lnTo>
                  <a:pt x="34585" y="23890"/>
                </a:lnTo>
                <a:lnTo>
                  <a:pt x="35020" y="23501"/>
                </a:lnTo>
                <a:lnTo>
                  <a:pt x="35455" y="23501"/>
                </a:lnTo>
                <a:lnTo>
                  <a:pt x="35455" y="22706"/>
                </a:lnTo>
                <a:lnTo>
                  <a:pt x="35890" y="22706"/>
                </a:lnTo>
                <a:lnTo>
                  <a:pt x="35890" y="22317"/>
                </a:lnTo>
                <a:lnTo>
                  <a:pt x="36325" y="21929"/>
                </a:lnTo>
                <a:lnTo>
                  <a:pt x="36760" y="21540"/>
                </a:lnTo>
                <a:lnTo>
                  <a:pt x="36760" y="21151"/>
                </a:lnTo>
                <a:lnTo>
                  <a:pt x="37213" y="20745"/>
                </a:lnTo>
                <a:lnTo>
                  <a:pt x="37213" y="20356"/>
                </a:lnTo>
                <a:lnTo>
                  <a:pt x="37648" y="19967"/>
                </a:lnTo>
                <a:lnTo>
                  <a:pt x="37648" y="19578"/>
                </a:lnTo>
                <a:lnTo>
                  <a:pt x="38083" y="19189"/>
                </a:lnTo>
                <a:lnTo>
                  <a:pt x="38518" y="19189"/>
                </a:lnTo>
                <a:lnTo>
                  <a:pt x="38518" y="18800"/>
                </a:lnTo>
                <a:lnTo>
                  <a:pt x="38953" y="18395"/>
                </a:lnTo>
                <a:lnTo>
                  <a:pt x="39388" y="18006"/>
                </a:lnTo>
                <a:lnTo>
                  <a:pt x="39388" y="17617"/>
                </a:lnTo>
                <a:lnTo>
                  <a:pt x="39841" y="17228"/>
                </a:lnTo>
                <a:lnTo>
                  <a:pt x="39841" y="16839"/>
                </a:lnTo>
                <a:lnTo>
                  <a:pt x="40276" y="16450"/>
                </a:lnTo>
                <a:lnTo>
                  <a:pt x="40276" y="16061"/>
                </a:lnTo>
                <a:lnTo>
                  <a:pt x="40711" y="15656"/>
                </a:lnTo>
                <a:lnTo>
                  <a:pt x="41146" y="15267"/>
                </a:lnTo>
                <a:lnTo>
                  <a:pt x="41146" y="14878"/>
                </a:lnTo>
                <a:lnTo>
                  <a:pt x="41581" y="14878"/>
                </a:lnTo>
                <a:lnTo>
                  <a:pt x="41581" y="14100"/>
                </a:lnTo>
                <a:lnTo>
                  <a:pt x="42016" y="14100"/>
                </a:lnTo>
                <a:lnTo>
                  <a:pt x="42016" y="13711"/>
                </a:lnTo>
                <a:lnTo>
                  <a:pt x="42451" y="13306"/>
                </a:lnTo>
                <a:lnTo>
                  <a:pt x="42905" y="12917"/>
                </a:lnTo>
                <a:lnTo>
                  <a:pt x="42905" y="12528"/>
                </a:lnTo>
                <a:lnTo>
                  <a:pt x="43340" y="12139"/>
                </a:lnTo>
                <a:lnTo>
                  <a:pt x="43775" y="11750"/>
                </a:lnTo>
                <a:lnTo>
                  <a:pt x="43775" y="11361"/>
                </a:lnTo>
                <a:lnTo>
                  <a:pt x="44210" y="10956"/>
                </a:lnTo>
                <a:lnTo>
                  <a:pt x="44210" y="10567"/>
                </a:lnTo>
                <a:lnTo>
                  <a:pt x="44645" y="10178"/>
                </a:lnTo>
                <a:lnTo>
                  <a:pt x="45080" y="9789"/>
                </a:lnTo>
                <a:lnTo>
                  <a:pt x="45515" y="9011"/>
                </a:lnTo>
                <a:lnTo>
                  <a:pt x="45968" y="8606"/>
                </a:lnTo>
                <a:lnTo>
                  <a:pt x="46403" y="8217"/>
                </a:lnTo>
                <a:lnTo>
                  <a:pt x="46403" y="7828"/>
                </a:lnTo>
                <a:lnTo>
                  <a:pt x="46838" y="7439"/>
                </a:lnTo>
                <a:lnTo>
                  <a:pt x="46838" y="7050"/>
                </a:lnTo>
                <a:lnTo>
                  <a:pt x="47273" y="6661"/>
                </a:lnTo>
                <a:lnTo>
                  <a:pt x="47708" y="6272"/>
                </a:lnTo>
                <a:lnTo>
                  <a:pt x="47708" y="5867"/>
                </a:lnTo>
                <a:lnTo>
                  <a:pt x="48143" y="5478"/>
                </a:lnTo>
                <a:lnTo>
                  <a:pt x="48143" y="5089"/>
                </a:lnTo>
                <a:lnTo>
                  <a:pt x="48578" y="4700"/>
                </a:lnTo>
                <a:lnTo>
                  <a:pt x="48578" y="4311"/>
                </a:lnTo>
                <a:lnTo>
                  <a:pt x="49031" y="3922"/>
                </a:lnTo>
                <a:lnTo>
                  <a:pt x="49466" y="3922"/>
                </a:lnTo>
                <a:lnTo>
                  <a:pt x="49466" y="3128"/>
                </a:lnTo>
                <a:lnTo>
                  <a:pt x="49901" y="3128"/>
                </a:lnTo>
                <a:lnTo>
                  <a:pt x="50336" y="2739"/>
                </a:lnTo>
                <a:lnTo>
                  <a:pt x="50336" y="2350"/>
                </a:lnTo>
                <a:lnTo>
                  <a:pt x="50771" y="1961"/>
                </a:lnTo>
                <a:lnTo>
                  <a:pt x="50771" y="1572"/>
                </a:lnTo>
                <a:lnTo>
                  <a:pt x="51206" y="1166"/>
                </a:lnTo>
                <a:lnTo>
                  <a:pt x="51206" y="777"/>
                </a:lnTo>
                <a:lnTo>
                  <a:pt x="51641" y="388"/>
                </a:lnTo>
                <a:lnTo>
                  <a:pt x="52095" y="0"/>
                </a:lnTo>
              </a:path>
            </a:pathLst>
          </a:custGeom>
          <a:ln w="24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6784396" y="3044905"/>
            <a:ext cx="52076" cy="78315"/>
          </a:xfrm>
          <a:custGeom>
            <a:avLst/>
            <a:gdLst/>
            <a:ahLst/>
            <a:cxnLst/>
            <a:rect l="l" t="t" r="r" b="b"/>
            <a:pathLst>
              <a:path w="52076" h="78315">
                <a:moveTo>
                  <a:pt x="0" y="78315"/>
                </a:moveTo>
                <a:lnTo>
                  <a:pt x="0" y="77926"/>
                </a:lnTo>
                <a:lnTo>
                  <a:pt x="435" y="77537"/>
                </a:lnTo>
                <a:lnTo>
                  <a:pt x="435" y="77148"/>
                </a:lnTo>
                <a:lnTo>
                  <a:pt x="870" y="76743"/>
                </a:lnTo>
                <a:lnTo>
                  <a:pt x="1305" y="76354"/>
                </a:lnTo>
                <a:lnTo>
                  <a:pt x="1305" y="75965"/>
                </a:lnTo>
                <a:lnTo>
                  <a:pt x="1740" y="75576"/>
                </a:lnTo>
                <a:lnTo>
                  <a:pt x="2175" y="75576"/>
                </a:lnTo>
                <a:lnTo>
                  <a:pt x="2175" y="74798"/>
                </a:lnTo>
                <a:lnTo>
                  <a:pt x="2628" y="74393"/>
                </a:lnTo>
                <a:lnTo>
                  <a:pt x="3063" y="73615"/>
                </a:lnTo>
                <a:lnTo>
                  <a:pt x="3498" y="73226"/>
                </a:lnTo>
                <a:lnTo>
                  <a:pt x="3933" y="72837"/>
                </a:lnTo>
                <a:lnTo>
                  <a:pt x="3933" y="72448"/>
                </a:lnTo>
                <a:lnTo>
                  <a:pt x="4368" y="72043"/>
                </a:lnTo>
                <a:lnTo>
                  <a:pt x="4368" y="71654"/>
                </a:lnTo>
                <a:lnTo>
                  <a:pt x="4803" y="71265"/>
                </a:lnTo>
                <a:lnTo>
                  <a:pt x="5238" y="70876"/>
                </a:lnTo>
                <a:lnTo>
                  <a:pt x="5238" y="70487"/>
                </a:lnTo>
                <a:lnTo>
                  <a:pt x="5691" y="70098"/>
                </a:lnTo>
                <a:lnTo>
                  <a:pt x="5691" y="69709"/>
                </a:lnTo>
                <a:lnTo>
                  <a:pt x="6126" y="69304"/>
                </a:lnTo>
                <a:lnTo>
                  <a:pt x="6561" y="68915"/>
                </a:lnTo>
                <a:lnTo>
                  <a:pt x="6561" y="68526"/>
                </a:lnTo>
                <a:lnTo>
                  <a:pt x="6996" y="68137"/>
                </a:lnTo>
                <a:lnTo>
                  <a:pt x="6996" y="67748"/>
                </a:lnTo>
                <a:lnTo>
                  <a:pt x="7431" y="67359"/>
                </a:lnTo>
                <a:lnTo>
                  <a:pt x="7431" y="66953"/>
                </a:lnTo>
                <a:lnTo>
                  <a:pt x="7866" y="66564"/>
                </a:lnTo>
                <a:lnTo>
                  <a:pt x="8301" y="66176"/>
                </a:lnTo>
                <a:lnTo>
                  <a:pt x="8755" y="65398"/>
                </a:lnTo>
                <a:lnTo>
                  <a:pt x="9190" y="65398"/>
                </a:lnTo>
                <a:lnTo>
                  <a:pt x="9190" y="65009"/>
                </a:lnTo>
                <a:lnTo>
                  <a:pt x="9625" y="64214"/>
                </a:lnTo>
                <a:lnTo>
                  <a:pt x="10060" y="63436"/>
                </a:lnTo>
                <a:lnTo>
                  <a:pt x="10495" y="63436"/>
                </a:lnTo>
                <a:lnTo>
                  <a:pt x="10495" y="63047"/>
                </a:lnTo>
                <a:lnTo>
                  <a:pt x="10930" y="62658"/>
                </a:lnTo>
                <a:lnTo>
                  <a:pt x="10930" y="62253"/>
                </a:lnTo>
                <a:lnTo>
                  <a:pt x="11365" y="61864"/>
                </a:lnTo>
                <a:lnTo>
                  <a:pt x="11365" y="61475"/>
                </a:lnTo>
                <a:lnTo>
                  <a:pt x="11818" y="61086"/>
                </a:lnTo>
                <a:lnTo>
                  <a:pt x="12253" y="60697"/>
                </a:lnTo>
                <a:lnTo>
                  <a:pt x="12253" y="60308"/>
                </a:lnTo>
                <a:lnTo>
                  <a:pt x="12688" y="59919"/>
                </a:lnTo>
                <a:lnTo>
                  <a:pt x="13123" y="59514"/>
                </a:lnTo>
                <a:lnTo>
                  <a:pt x="13123" y="59125"/>
                </a:lnTo>
                <a:lnTo>
                  <a:pt x="13558" y="58736"/>
                </a:lnTo>
                <a:lnTo>
                  <a:pt x="13558" y="58347"/>
                </a:lnTo>
                <a:lnTo>
                  <a:pt x="13993" y="57958"/>
                </a:lnTo>
                <a:lnTo>
                  <a:pt x="13993" y="57569"/>
                </a:lnTo>
                <a:lnTo>
                  <a:pt x="14446" y="57164"/>
                </a:lnTo>
                <a:lnTo>
                  <a:pt x="14881" y="56775"/>
                </a:lnTo>
                <a:lnTo>
                  <a:pt x="14881" y="56386"/>
                </a:lnTo>
                <a:lnTo>
                  <a:pt x="15316" y="55997"/>
                </a:lnTo>
                <a:lnTo>
                  <a:pt x="15316" y="55608"/>
                </a:lnTo>
                <a:lnTo>
                  <a:pt x="15751" y="55219"/>
                </a:lnTo>
                <a:lnTo>
                  <a:pt x="16186" y="54814"/>
                </a:lnTo>
                <a:lnTo>
                  <a:pt x="16186" y="54425"/>
                </a:lnTo>
                <a:lnTo>
                  <a:pt x="16621" y="54036"/>
                </a:lnTo>
                <a:lnTo>
                  <a:pt x="16621" y="53647"/>
                </a:lnTo>
                <a:lnTo>
                  <a:pt x="17056" y="53258"/>
                </a:lnTo>
                <a:lnTo>
                  <a:pt x="17510" y="52869"/>
                </a:lnTo>
                <a:lnTo>
                  <a:pt x="17510" y="52480"/>
                </a:lnTo>
                <a:lnTo>
                  <a:pt x="17945" y="52075"/>
                </a:lnTo>
                <a:lnTo>
                  <a:pt x="17945" y="51686"/>
                </a:lnTo>
                <a:lnTo>
                  <a:pt x="18380" y="51297"/>
                </a:lnTo>
                <a:lnTo>
                  <a:pt x="18815" y="50908"/>
                </a:lnTo>
                <a:lnTo>
                  <a:pt x="18815" y="50519"/>
                </a:lnTo>
                <a:lnTo>
                  <a:pt x="19250" y="50130"/>
                </a:lnTo>
                <a:lnTo>
                  <a:pt x="19685" y="49725"/>
                </a:lnTo>
                <a:lnTo>
                  <a:pt x="19685" y="49336"/>
                </a:lnTo>
                <a:lnTo>
                  <a:pt x="20120" y="48947"/>
                </a:lnTo>
                <a:lnTo>
                  <a:pt x="20120" y="48558"/>
                </a:lnTo>
                <a:lnTo>
                  <a:pt x="20573" y="48169"/>
                </a:lnTo>
                <a:lnTo>
                  <a:pt x="20573" y="47780"/>
                </a:lnTo>
                <a:lnTo>
                  <a:pt x="21008" y="47375"/>
                </a:lnTo>
                <a:lnTo>
                  <a:pt x="21443" y="46986"/>
                </a:lnTo>
                <a:lnTo>
                  <a:pt x="21443" y="46597"/>
                </a:lnTo>
                <a:lnTo>
                  <a:pt x="21878" y="46208"/>
                </a:lnTo>
                <a:lnTo>
                  <a:pt x="21878" y="45819"/>
                </a:lnTo>
                <a:lnTo>
                  <a:pt x="22313" y="45430"/>
                </a:lnTo>
                <a:lnTo>
                  <a:pt x="22313" y="45024"/>
                </a:lnTo>
                <a:lnTo>
                  <a:pt x="22748" y="44635"/>
                </a:lnTo>
                <a:lnTo>
                  <a:pt x="23183" y="44247"/>
                </a:lnTo>
                <a:lnTo>
                  <a:pt x="23183" y="43858"/>
                </a:lnTo>
                <a:lnTo>
                  <a:pt x="23636" y="43469"/>
                </a:lnTo>
                <a:lnTo>
                  <a:pt x="24071" y="43080"/>
                </a:lnTo>
                <a:lnTo>
                  <a:pt x="24071" y="42691"/>
                </a:lnTo>
                <a:lnTo>
                  <a:pt x="24506" y="42285"/>
                </a:lnTo>
                <a:lnTo>
                  <a:pt x="24506" y="41896"/>
                </a:lnTo>
                <a:lnTo>
                  <a:pt x="24941" y="41507"/>
                </a:lnTo>
                <a:lnTo>
                  <a:pt x="24941" y="41118"/>
                </a:lnTo>
                <a:lnTo>
                  <a:pt x="25376" y="40729"/>
                </a:lnTo>
                <a:lnTo>
                  <a:pt x="25811" y="40340"/>
                </a:lnTo>
                <a:lnTo>
                  <a:pt x="25811" y="39935"/>
                </a:lnTo>
                <a:lnTo>
                  <a:pt x="26246" y="39546"/>
                </a:lnTo>
                <a:lnTo>
                  <a:pt x="26700" y="39157"/>
                </a:lnTo>
                <a:lnTo>
                  <a:pt x="26700" y="38768"/>
                </a:lnTo>
                <a:lnTo>
                  <a:pt x="27135" y="38379"/>
                </a:lnTo>
                <a:lnTo>
                  <a:pt x="27135" y="37990"/>
                </a:lnTo>
                <a:lnTo>
                  <a:pt x="27570" y="37585"/>
                </a:lnTo>
                <a:lnTo>
                  <a:pt x="28005" y="37196"/>
                </a:lnTo>
                <a:lnTo>
                  <a:pt x="28005" y="36807"/>
                </a:lnTo>
                <a:lnTo>
                  <a:pt x="28440" y="36418"/>
                </a:lnTo>
                <a:lnTo>
                  <a:pt x="28440" y="36029"/>
                </a:lnTo>
                <a:lnTo>
                  <a:pt x="28875" y="35640"/>
                </a:lnTo>
                <a:lnTo>
                  <a:pt x="28875" y="35251"/>
                </a:lnTo>
                <a:lnTo>
                  <a:pt x="29328" y="34846"/>
                </a:lnTo>
                <a:lnTo>
                  <a:pt x="29763" y="34457"/>
                </a:lnTo>
                <a:lnTo>
                  <a:pt x="29763" y="34068"/>
                </a:lnTo>
                <a:lnTo>
                  <a:pt x="30198" y="33679"/>
                </a:lnTo>
                <a:lnTo>
                  <a:pt x="30633" y="33290"/>
                </a:lnTo>
                <a:lnTo>
                  <a:pt x="30633" y="32901"/>
                </a:lnTo>
                <a:lnTo>
                  <a:pt x="31068" y="32496"/>
                </a:lnTo>
                <a:lnTo>
                  <a:pt x="31068" y="32107"/>
                </a:lnTo>
                <a:lnTo>
                  <a:pt x="31503" y="31718"/>
                </a:lnTo>
                <a:lnTo>
                  <a:pt x="31503" y="31329"/>
                </a:lnTo>
                <a:lnTo>
                  <a:pt x="31938" y="30940"/>
                </a:lnTo>
                <a:lnTo>
                  <a:pt x="32391" y="30551"/>
                </a:lnTo>
                <a:lnTo>
                  <a:pt x="32391" y="30146"/>
                </a:lnTo>
                <a:lnTo>
                  <a:pt x="32826" y="29757"/>
                </a:lnTo>
                <a:lnTo>
                  <a:pt x="32826" y="29368"/>
                </a:lnTo>
                <a:lnTo>
                  <a:pt x="33261" y="28979"/>
                </a:lnTo>
                <a:lnTo>
                  <a:pt x="33261" y="28590"/>
                </a:lnTo>
                <a:lnTo>
                  <a:pt x="33696" y="28201"/>
                </a:lnTo>
                <a:lnTo>
                  <a:pt x="34131" y="27812"/>
                </a:lnTo>
                <a:lnTo>
                  <a:pt x="34131" y="27407"/>
                </a:lnTo>
                <a:lnTo>
                  <a:pt x="34566" y="27018"/>
                </a:lnTo>
                <a:lnTo>
                  <a:pt x="35001" y="26629"/>
                </a:lnTo>
                <a:lnTo>
                  <a:pt x="35001" y="26240"/>
                </a:lnTo>
                <a:lnTo>
                  <a:pt x="35455" y="25851"/>
                </a:lnTo>
                <a:lnTo>
                  <a:pt x="35455" y="25462"/>
                </a:lnTo>
                <a:lnTo>
                  <a:pt x="35890" y="25057"/>
                </a:lnTo>
                <a:lnTo>
                  <a:pt x="36325" y="24279"/>
                </a:lnTo>
                <a:lnTo>
                  <a:pt x="36325" y="23890"/>
                </a:lnTo>
                <a:lnTo>
                  <a:pt x="36760" y="23501"/>
                </a:lnTo>
                <a:lnTo>
                  <a:pt x="36760" y="23112"/>
                </a:lnTo>
                <a:lnTo>
                  <a:pt x="37195" y="22706"/>
                </a:lnTo>
                <a:lnTo>
                  <a:pt x="37630" y="22317"/>
                </a:lnTo>
                <a:lnTo>
                  <a:pt x="37630" y="21929"/>
                </a:lnTo>
                <a:lnTo>
                  <a:pt x="38065" y="21540"/>
                </a:lnTo>
                <a:lnTo>
                  <a:pt x="38065" y="21151"/>
                </a:lnTo>
                <a:lnTo>
                  <a:pt x="38518" y="20762"/>
                </a:lnTo>
                <a:lnTo>
                  <a:pt x="38953" y="20356"/>
                </a:lnTo>
                <a:lnTo>
                  <a:pt x="38953" y="19967"/>
                </a:lnTo>
                <a:lnTo>
                  <a:pt x="39388" y="19578"/>
                </a:lnTo>
                <a:lnTo>
                  <a:pt x="39388" y="19189"/>
                </a:lnTo>
                <a:lnTo>
                  <a:pt x="39823" y="18800"/>
                </a:lnTo>
                <a:lnTo>
                  <a:pt x="39823" y="18411"/>
                </a:lnTo>
                <a:lnTo>
                  <a:pt x="40258" y="18022"/>
                </a:lnTo>
                <a:lnTo>
                  <a:pt x="40693" y="17617"/>
                </a:lnTo>
                <a:lnTo>
                  <a:pt x="40693" y="17228"/>
                </a:lnTo>
                <a:lnTo>
                  <a:pt x="41128" y="16839"/>
                </a:lnTo>
                <a:lnTo>
                  <a:pt x="41581" y="16450"/>
                </a:lnTo>
                <a:lnTo>
                  <a:pt x="41581" y="16061"/>
                </a:lnTo>
                <a:lnTo>
                  <a:pt x="42016" y="15672"/>
                </a:lnTo>
                <a:lnTo>
                  <a:pt x="42016" y="15267"/>
                </a:lnTo>
                <a:lnTo>
                  <a:pt x="42451" y="14878"/>
                </a:lnTo>
                <a:lnTo>
                  <a:pt x="42451" y="14100"/>
                </a:lnTo>
                <a:lnTo>
                  <a:pt x="42886" y="14100"/>
                </a:lnTo>
                <a:lnTo>
                  <a:pt x="43321" y="13322"/>
                </a:lnTo>
                <a:lnTo>
                  <a:pt x="43321" y="12917"/>
                </a:lnTo>
                <a:lnTo>
                  <a:pt x="43756" y="12528"/>
                </a:lnTo>
                <a:lnTo>
                  <a:pt x="43756" y="12139"/>
                </a:lnTo>
                <a:lnTo>
                  <a:pt x="44210" y="11750"/>
                </a:lnTo>
                <a:lnTo>
                  <a:pt x="44645" y="11361"/>
                </a:lnTo>
                <a:lnTo>
                  <a:pt x="44645" y="10972"/>
                </a:lnTo>
                <a:lnTo>
                  <a:pt x="45080" y="10583"/>
                </a:lnTo>
                <a:lnTo>
                  <a:pt x="45515" y="10178"/>
                </a:lnTo>
                <a:lnTo>
                  <a:pt x="45515" y="9789"/>
                </a:lnTo>
                <a:lnTo>
                  <a:pt x="45950" y="9400"/>
                </a:lnTo>
                <a:lnTo>
                  <a:pt x="45950" y="9011"/>
                </a:lnTo>
                <a:lnTo>
                  <a:pt x="46385" y="8622"/>
                </a:lnTo>
                <a:lnTo>
                  <a:pt x="46385" y="8233"/>
                </a:lnTo>
                <a:lnTo>
                  <a:pt x="46820" y="7828"/>
                </a:lnTo>
                <a:lnTo>
                  <a:pt x="47273" y="7439"/>
                </a:lnTo>
                <a:lnTo>
                  <a:pt x="47273" y="7050"/>
                </a:lnTo>
                <a:lnTo>
                  <a:pt x="47708" y="6661"/>
                </a:lnTo>
                <a:lnTo>
                  <a:pt x="47708" y="6272"/>
                </a:lnTo>
                <a:lnTo>
                  <a:pt x="48143" y="5883"/>
                </a:lnTo>
                <a:lnTo>
                  <a:pt x="48578" y="5089"/>
                </a:lnTo>
                <a:lnTo>
                  <a:pt x="49013" y="4311"/>
                </a:lnTo>
                <a:lnTo>
                  <a:pt x="49013" y="3922"/>
                </a:lnTo>
                <a:lnTo>
                  <a:pt x="49448" y="3533"/>
                </a:lnTo>
                <a:lnTo>
                  <a:pt x="49883" y="3128"/>
                </a:lnTo>
                <a:lnTo>
                  <a:pt x="49883" y="2739"/>
                </a:lnTo>
                <a:lnTo>
                  <a:pt x="50336" y="2350"/>
                </a:lnTo>
                <a:lnTo>
                  <a:pt x="50336" y="1961"/>
                </a:lnTo>
                <a:lnTo>
                  <a:pt x="50771" y="1572"/>
                </a:lnTo>
                <a:lnTo>
                  <a:pt x="50771" y="1183"/>
                </a:lnTo>
                <a:lnTo>
                  <a:pt x="51206" y="794"/>
                </a:lnTo>
                <a:lnTo>
                  <a:pt x="51641" y="388"/>
                </a:lnTo>
                <a:lnTo>
                  <a:pt x="52076" y="0"/>
                </a:lnTo>
              </a:path>
            </a:pathLst>
          </a:custGeom>
          <a:ln w="24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6836473" y="2957983"/>
            <a:ext cx="51660" cy="86921"/>
          </a:xfrm>
          <a:custGeom>
            <a:avLst/>
            <a:gdLst/>
            <a:ahLst/>
            <a:cxnLst/>
            <a:rect l="l" t="t" r="r" b="b"/>
            <a:pathLst>
              <a:path w="51660" h="86921">
                <a:moveTo>
                  <a:pt x="0" y="86921"/>
                </a:moveTo>
                <a:lnTo>
                  <a:pt x="0" y="86532"/>
                </a:lnTo>
                <a:lnTo>
                  <a:pt x="435" y="85754"/>
                </a:lnTo>
                <a:lnTo>
                  <a:pt x="870" y="84960"/>
                </a:lnTo>
                <a:lnTo>
                  <a:pt x="870" y="84571"/>
                </a:lnTo>
                <a:lnTo>
                  <a:pt x="1323" y="84182"/>
                </a:lnTo>
                <a:lnTo>
                  <a:pt x="1758" y="83793"/>
                </a:lnTo>
                <a:lnTo>
                  <a:pt x="1758" y="83404"/>
                </a:lnTo>
                <a:lnTo>
                  <a:pt x="2193" y="83015"/>
                </a:lnTo>
                <a:lnTo>
                  <a:pt x="2193" y="82610"/>
                </a:lnTo>
                <a:lnTo>
                  <a:pt x="2628" y="82221"/>
                </a:lnTo>
                <a:lnTo>
                  <a:pt x="2628" y="81832"/>
                </a:lnTo>
                <a:lnTo>
                  <a:pt x="3063" y="81443"/>
                </a:lnTo>
                <a:lnTo>
                  <a:pt x="3498" y="81054"/>
                </a:lnTo>
                <a:lnTo>
                  <a:pt x="3498" y="80665"/>
                </a:lnTo>
                <a:lnTo>
                  <a:pt x="3933" y="80276"/>
                </a:lnTo>
                <a:lnTo>
                  <a:pt x="4386" y="79871"/>
                </a:lnTo>
                <a:lnTo>
                  <a:pt x="4386" y="79093"/>
                </a:lnTo>
                <a:lnTo>
                  <a:pt x="4821" y="79093"/>
                </a:lnTo>
                <a:lnTo>
                  <a:pt x="4821" y="78315"/>
                </a:lnTo>
                <a:lnTo>
                  <a:pt x="5256" y="77926"/>
                </a:lnTo>
                <a:lnTo>
                  <a:pt x="5256" y="77521"/>
                </a:lnTo>
                <a:lnTo>
                  <a:pt x="5691" y="77132"/>
                </a:lnTo>
                <a:lnTo>
                  <a:pt x="6126" y="76743"/>
                </a:lnTo>
                <a:lnTo>
                  <a:pt x="6126" y="76354"/>
                </a:lnTo>
                <a:lnTo>
                  <a:pt x="6561" y="75965"/>
                </a:lnTo>
                <a:lnTo>
                  <a:pt x="6561" y="75576"/>
                </a:lnTo>
                <a:lnTo>
                  <a:pt x="7014" y="75171"/>
                </a:lnTo>
                <a:lnTo>
                  <a:pt x="7449" y="74782"/>
                </a:lnTo>
                <a:lnTo>
                  <a:pt x="7449" y="74393"/>
                </a:lnTo>
                <a:lnTo>
                  <a:pt x="7884" y="74004"/>
                </a:lnTo>
                <a:lnTo>
                  <a:pt x="8319" y="73226"/>
                </a:lnTo>
                <a:lnTo>
                  <a:pt x="8319" y="72821"/>
                </a:lnTo>
                <a:lnTo>
                  <a:pt x="8755" y="72432"/>
                </a:lnTo>
                <a:lnTo>
                  <a:pt x="8755" y="72043"/>
                </a:lnTo>
                <a:lnTo>
                  <a:pt x="9190" y="71654"/>
                </a:lnTo>
                <a:lnTo>
                  <a:pt x="9190" y="71265"/>
                </a:lnTo>
                <a:lnTo>
                  <a:pt x="9625" y="70876"/>
                </a:lnTo>
                <a:lnTo>
                  <a:pt x="10078" y="70487"/>
                </a:lnTo>
                <a:lnTo>
                  <a:pt x="10078" y="70082"/>
                </a:lnTo>
                <a:lnTo>
                  <a:pt x="10513" y="69693"/>
                </a:lnTo>
                <a:lnTo>
                  <a:pt x="10948" y="69304"/>
                </a:lnTo>
                <a:lnTo>
                  <a:pt x="10948" y="68915"/>
                </a:lnTo>
                <a:lnTo>
                  <a:pt x="11383" y="68137"/>
                </a:lnTo>
                <a:lnTo>
                  <a:pt x="11383" y="67731"/>
                </a:lnTo>
                <a:lnTo>
                  <a:pt x="11818" y="67342"/>
                </a:lnTo>
                <a:lnTo>
                  <a:pt x="11818" y="66953"/>
                </a:lnTo>
                <a:lnTo>
                  <a:pt x="12253" y="66564"/>
                </a:lnTo>
                <a:lnTo>
                  <a:pt x="12688" y="66176"/>
                </a:lnTo>
                <a:lnTo>
                  <a:pt x="12688" y="65787"/>
                </a:lnTo>
                <a:lnTo>
                  <a:pt x="13141" y="65381"/>
                </a:lnTo>
                <a:lnTo>
                  <a:pt x="13141" y="64992"/>
                </a:lnTo>
                <a:lnTo>
                  <a:pt x="13576" y="64603"/>
                </a:lnTo>
                <a:lnTo>
                  <a:pt x="13576" y="63825"/>
                </a:lnTo>
                <a:lnTo>
                  <a:pt x="14011" y="63825"/>
                </a:lnTo>
                <a:lnTo>
                  <a:pt x="14446" y="63047"/>
                </a:lnTo>
                <a:lnTo>
                  <a:pt x="14446" y="62642"/>
                </a:lnTo>
                <a:lnTo>
                  <a:pt x="14881" y="62253"/>
                </a:lnTo>
                <a:lnTo>
                  <a:pt x="15316" y="61864"/>
                </a:lnTo>
                <a:lnTo>
                  <a:pt x="15316" y="61475"/>
                </a:lnTo>
                <a:lnTo>
                  <a:pt x="15751" y="61086"/>
                </a:lnTo>
                <a:lnTo>
                  <a:pt x="15751" y="60697"/>
                </a:lnTo>
                <a:lnTo>
                  <a:pt x="16204" y="60292"/>
                </a:lnTo>
                <a:lnTo>
                  <a:pt x="16204" y="59903"/>
                </a:lnTo>
                <a:lnTo>
                  <a:pt x="16639" y="59514"/>
                </a:lnTo>
                <a:lnTo>
                  <a:pt x="17075" y="58736"/>
                </a:lnTo>
                <a:lnTo>
                  <a:pt x="17075" y="58347"/>
                </a:lnTo>
                <a:lnTo>
                  <a:pt x="17510" y="57942"/>
                </a:lnTo>
                <a:lnTo>
                  <a:pt x="17945" y="57553"/>
                </a:lnTo>
                <a:lnTo>
                  <a:pt x="17945" y="57164"/>
                </a:lnTo>
                <a:lnTo>
                  <a:pt x="18380" y="56775"/>
                </a:lnTo>
                <a:lnTo>
                  <a:pt x="18380" y="56386"/>
                </a:lnTo>
                <a:lnTo>
                  <a:pt x="18815" y="55997"/>
                </a:lnTo>
                <a:lnTo>
                  <a:pt x="19268" y="55608"/>
                </a:lnTo>
                <a:lnTo>
                  <a:pt x="19268" y="55203"/>
                </a:lnTo>
                <a:lnTo>
                  <a:pt x="19703" y="54425"/>
                </a:lnTo>
                <a:lnTo>
                  <a:pt x="19703" y="54036"/>
                </a:lnTo>
                <a:lnTo>
                  <a:pt x="20138" y="53647"/>
                </a:lnTo>
                <a:lnTo>
                  <a:pt x="20138" y="53258"/>
                </a:lnTo>
                <a:lnTo>
                  <a:pt x="20573" y="52853"/>
                </a:lnTo>
                <a:lnTo>
                  <a:pt x="21008" y="52464"/>
                </a:lnTo>
                <a:lnTo>
                  <a:pt x="21008" y="52075"/>
                </a:lnTo>
                <a:lnTo>
                  <a:pt x="21443" y="51686"/>
                </a:lnTo>
                <a:lnTo>
                  <a:pt x="21896" y="50908"/>
                </a:lnTo>
                <a:lnTo>
                  <a:pt x="22331" y="50114"/>
                </a:lnTo>
                <a:lnTo>
                  <a:pt x="22331" y="49725"/>
                </a:lnTo>
                <a:lnTo>
                  <a:pt x="22766" y="49336"/>
                </a:lnTo>
                <a:lnTo>
                  <a:pt x="22766" y="48947"/>
                </a:lnTo>
                <a:lnTo>
                  <a:pt x="23201" y="48558"/>
                </a:lnTo>
                <a:lnTo>
                  <a:pt x="23636" y="48153"/>
                </a:lnTo>
                <a:lnTo>
                  <a:pt x="23636" y="47764"/>
                </a:lnTo>
                <a:lnTo>
                  <a:pt x="24071" y="47375"/>
                </a:lnTo>
                <a:lnTo>
                  <a:pt x="24071" y="46986"/>
                </a:lnTo>
                <a:lnTo>
                  <a:pt x="24506" y="46208"/>
                </a:lnTo>
                <a:lnTo>
                  <a:pt x="24506" y="45819"/>
                </a:lnTo>
                <a:lnTo>
                  <a:pt x="24959" y="45413"/>
                </a:lnTo>
                <a:lnTo>
                  <a:pt x="25395" y="45024"/>
                </a:lnTo>
                <a:lnTo>
                  <a:pt x="25830" y="44635"/>
                </a:lnTo>
                <a:lnTo>
                  <a:pt x="25830" y="44247"/>
                </a:lnTo>
                <a:lnTo>
                  <a:pt x="26265" y="43858"/>
                </a:lnTo>
                <a:lnTo>
                  <a:pt x="26265" y="43469"/>
                </a:lnTo>
                <a:lnTo>
                  <a:pt x="26700" y="42674"/>
                </a:lnTo>
                <a:lnTo>
                  <a:pt x="27135" y="41896"/>
                </a:lnTo>
                <a:lnTo>
                  <a:pt x="27570" y="41507"/>
                </a:lnTo>
                <a:lnTo>
                  <a:pt x="27570" y="41118"/>
                </a:lnTo>
                <a:lnTo>
                  <a:pt x="28023" y="40713"/>
                </a:lnTo>
                <a:lnTo>
                  <a:pt x="28023" y="40324"/>
                </a:lnTo>
                <a:lnTo>
                  <a:pt x="28458" y="39935"/>
                </a:lnTo>
                <a:lnTo>
                  <a:pt x="28893" y="39157"/>
                </a:lnTo>
                <a:lnTo>
                  <a:pt x="29328" y="38379"/>
                </a:lnTo>
                <a:lnTo>
                  <a:pt x="29328" y="37974"/>
                </a:lnTo>
                <a:lnTo>
                  <a:pt x="29763" y="37585"/>
                </a:lnTo>
                <a:lnTo>
                  <a:pt x="30198" y="37196"/>
                </a:lnTo>
                <a:lnTo>
                  <a:pt x="30198" y="36807"/>
                </a:lnTo>
                <a:lnTo>
                  <a:pt x="30633" y="36418"/>
                </a:lnTo>
                <a:lnTo>
                  <a:pt x="30633" y="35624"/>
                </a:lnTo>
                <a:lnTo>
                  <a:pt x="31086" y="35624"/>
                </a:lnTo>
                <a:lnTo>
                  <a:pt x="31086" y="34846"/>
                </a:lnTo>
                <a:lnTo>
                  <a:pt x="31521" y="34457"/>
                </a:lnTo>
                <a:lnTo>
                  <a:pt x="31956" y="34068"/>
                </a:lnTo>
                <a:lnTo>
                  <a:pt x="31956" y="33679"/>
                </a:lnTo>
                <a:lnTo>
                  <a:pt x="32391" y="33274"/>
                </a:lnTo>
                <a:lnTo>
                  <a:pt x="32826" y="32885"/>
                </a:lnTo>
                <a:lnTo>
                  <a:pt x="32826" y="32496"/>
                </a:lnTo>
                <a:lnTo>
                  <a:pt x="33261" y="31718"/>
                </a:lnTo>
                <a:lnTo>
                  <a:pt x="33261" y="31329"/>
                </a:lnTo>
                <a:lnTo>
                  <a:pt x="33696" y="30924"/>
                </a:lnTo>
                <a:lnTo>
                  <a:pt x="34150" y="30535"/>
                </a:lnTo>
                <a:lnTo>
                  <a:pt x="34150" y="30146"/>
                </a:lnTo>
                <a:lnTo>
                  <a:pt x="34585" y="29757"/>
                </a:lnTo>
                <a:lnTo>
                  <a:pt x="34585" y="29368"/>
                </a:lnTo>
                <a:lnTo>
                  <a:pt x="35020" y="28979"/>
                </a:lnTo>
                <a:lnTo>
                  <a:pt x="35020" y="28185"/>
                </a:lnTo>
                <a:lnTo>
                  <a:pt x="35455" y="27796"/>
                </a:lnTo>
                <a:lnTo>
                  <a:pt x="35890" y="27407"/>
                </a:lnTo>
                <a:lnTo>
                  <a:pt x="35890" y="27018"/>
                </a:lnTo>
                <a:lnTo>
                  <a:pt x="36325" y="26629"/>
                </a:lnTo>
                <a:lnTo>
                  <a:pt x="36778" y="26240"/>
                </a:lnTo>
                <a:lnTo>
                  <a:pt x="36778" y="25835"/>
                </a:lnTo>
                <a:lnTo>
                  <a:pt x="37213" y="25446"/>
                </a:lnTo>
                <a:lnTo>
                  <a:pt x="37213" y="24668"/>
                </a:lnTo>
                <a:lnTo>
                  <a:pt x="37648" y="24279"/>
                </a:lnTo>
                <a:lnTo>
                  <a:pt x="37648" y="23890"/>
                </a:lnTo>
                <a:lnTo>
                  <a:pt x="38083" y="23484"/>
                </a:lnTo>
                <a:lnTo>
                  <a:pt x="38518" y="23095"/>
                </a:lnTo>
                <a:lnTo>
                  <a:pt x="38518" y="22706"/>
                </a:lnTo>
                <a:lnTo>
                  <a:pt x="38953" y="22317"/>
                </a:lnTo>
                <a:lnTo>
                  <a:pt x="38953" y="21540"/>
                </a:lnTo>
                <a:lnTo>
                  <a:pt x="39388" y="21151"/>
                </a:lnTo>
                <a:lnTo>
                  <a:pt x="39841" y="20745"/>
                </a:lnTo>
                <a:lnTo>
                  <a:pt x="39841" y="20356"/>
                </a:lnTo>
                <a:lnTo>
                  <a:pt x="40276" y="19967"/>
                </a:lnTo>
                <a:lnTo>
                  <a:pt x="40276" y="19578"/>
                </a:lnTo>
                <a:lnTo>
                  <a:pt x="40711" y="18800"/>
                </a:lnTo>
                <a:lnTo>
                  <a:pt x="41146" y="18800"/>
                </a:lnTo>
                <a:lnTo>
                  <a:pt x="41146" y="18006"/>
                </a:lnTo>
                <a:lnTo>
                  <a:pt x="41581" y="17617"/>
                </a:lnTo>
                <a:lnTo>
                  <a:pt x="41581" y="17228"/>
                </a:lnTo>
                <a:lnTo>
                  <a:pt x="42016" y="16839"/>
                </a:lnTo>
                <a:lnTo>
                  <a:pt x="42451" y="16450"/>
                </a:lnTo>
                <a:lnTo>
                  <a:pt x="42451" y="16045"/>
                </a:lnTo>
                <a:lnTo>
                  <a:pt x="42905" y="15267"/>
                </a:lnTo>
                <a:lnTo>
                  <a:pt x="43340" y="14878"/>
                </a:lnTo>
                <a:lnTo>
                  <a:pt x="43340" y="14489"/>
                </a:lnTo>
                <a:lnTo>
                  <a:pt x="43775" y="14100"/>
                </a:lnTo>
                <a:lnTo>
                  <a:pt x="43775" y="13695"/>
                </a:lnTo>
                <a:lnTo>
                  <a:pt x="44210" y="13306"/>
                </a:lnTo>
                <a:lnTo>
                  <a:pt x="44210" y="12917"/>
                </a:lnTo>
                <a:lnTo>
                  <a:pt x="44645" y="12139"/>
                </a:lnTo>
                <a:lnTo>
                  <a:pt x="45080" y="11750"/>
                </a:lnTo>
                <a:lnTo>
                  <a:pt x="45080" y="11361"/>
                </a:lnTo>
                <a:lnTo>
                  <a:pt x="45515" y="10956"/>
                </a:lnTo>
                <a:lnTo>
                  <a:pt x="45515" y="10567"/>
                </a:lnTo>
                <a:lnTo>
                  <a:pt x="45968" y="10178"/>
                </a:lnTo>
                <a:lnTo>
                  <a:pt x="45968" y="9400"/>
                </a:lnTo>
                <a:lnTo>
                  <a:pt x="46403" y="9011"/>
                </a:lnTo>
                <a:lnTo>
                  <a:pt x="46838" y="8606"/>
                </a:lnTo>
                <a:lnTo>
                  <a:pt x="46838" y="8217"/>
                </a:lnTo>
                <a:lnTo>
                  <a:pt x="47273" y="7828"/>
                </a:lnTo>
                <a:lnTo>
                  <a:pt x="47708" y="7439"/>
                </a:lnTo>
                <a:lnTo>
                  <a:pt x="47708" y="7050"/>
                </a:lnTo>
                <a:lnTo>
                  <a:pt x="48143" y="6256"/>
                </a:lnTo>
                <a:lnTo>
                  <a:pt x="48143" y="5867"/>
                </a:lnTo>
                <a:lnTo>
                  <a:pt x="48578" y="5478"/>
                </a:lnTo>
                <a:lnTo>
                  <a:pt x="48578" y="5089"/>
                </a:lnTo>
                <a:lnTo>
                  <a:pt x="49031" y="4700"/>
                </a:lnTo>
                <a:lnTo>
                  <a:pt x="49466" y="4311"/>
                </a:lnTo>
                <a:lnTo>
                  <a:pt x="49466" y="3517"/>
                </a:lnTo>
                <a:lnTo>
                  <a:pt x="49901" y="3128"/>
                </a:lnTo>
                <a:lnTo>
                  <a:pt x="49901" y="2739"/>
                </a:lnTo>
                <a:lnTo>
                  <a:pt x="50336" y="2350"/>
                </a:lnTo>
                <a:lnTo>
                  <a:pt x="50771" y="1961"/>
                </a:lnTo>
                <a:lnTo>
                  <a:pt x="50771" y="1572"/>
                </a:lnTo>
                <a:lnTo>
                  <a:pt x="51206" y="1166"/>
                </a:lnTo>
                <a:lnTo>
                  <a:pt x="51660" y="388"/>
                </a:lnTo>
                <a:lnTo>
                  <a:pt x="51660" y="0"/>
                </a:lnTo>
              </a:path>
            </a:pathLst>
          </a:custGeom>
          <a:ln w="24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6888133" y="2864400"/>
            <a:ext cx="52076" cy="93583"/>
          </a:xfrm>
          <a:custGeom>
            <a:avLst/>
            <a:gdLst/>
            <a:ahLst/>
            <a:cxnLst/>
            <a:rect l="l" t="t" r="r" b="b"/>
            <a:pathLst>
              <a:path w="52076" h="93583">
                <a:moveTo>
                  <a:pt x="0" y="93583"/>
                </a:moveTo>
                <a:lnTo>
                  <a:pt x="435" y="93194"/>
                </a:lnTo>
                <a:lnTo>
                  <a:pt x="435" y="92805"/>
                </a:lnTo>
                <a:lnTo>
                  <a:pt x="870" y="92400"/>
                </a:lnTo>
                <a:lnTo>
                  <a:pt x="870" y="92011"/>
                </a:lnTo>
                <a:lnTo>
                  <a:pt x="1305" y="91233"/>
                </a:lnTo>
                <a:lnTo>
                  <a:pt x="1740" y="90844"/>
                </a:lnTo>
                <a:lnTo>
                  <a:pt x="1740" y="90455"/>
                </a:lnTo>
                <a:lnTo>
                  <a:pt x="2175" y="90066"/>
                </a:lnTo>
                <a:lnTo>
                  <a:pt x="2610" y="89660"/>
                </a:lnTo>
                <a:lnTo>
                  <a:pt x="2610" y="89271"/>
                </a:lnTo>
                <a:lnTo>
                  <a:pt x="3063" y="88494"/>
                </a:lnTo>
                <a:lnTo>
                  <a:pt x="3063" y="88105"/>
                </a:lnTo>
                <a:lnTo>
                  <a:pt x="3498" y="87716"/>
                </a:lnTo>
                <a:lnTo>
                  <a:pt x="3498" y="87310"/>
                </a:lnTo>
                <a:lnTo>
                  <a:pt x="3933" y="86921"/>
                </a:lnTo>
                <a:lnTo>
                  <a:pt x="4368" y="86532"/>
                </a:lnTo>
                <a:lnTo>
                  <a:pt x="4368" y="86143"/>
                </a:lnTo>
                <a:lnTo>
                  <a:pt x="4803" y="85365"/>
                </a:lnTo>
                <a:lnTo>
                  <a:pt x="4803" y="84960"/>
                </a:lnTo>
                <a:lnTo>
                  <a:pt x="5238" y="84571"/>
                </a:lnTo>
                <a:lnTo>
                  <a:pt x="5238" y="84182"/>
                </a:lnTo>
                <a:lnTo>
                  <a:pt x="5673" y="83404"/>
                </a:lnTo>
                <a:lnTo>
                  <a:pt x="6126" y="83015"/>
                </a:lnTo>
                <a:lnTo>
                  <a:pt x="6126" y="82610"/>
                </a:lnTo>
                <a:lnTo>
                  <a:pt x="6561" y="82221"/>
                </a:lnTo>
                <a:lnTo>
                  <a:pt x="6996" y="81832"/>
                </a:lnTo>
                <a:lnTo>
                  <a:pt x="6996" y="81443"/>
                </a:lnTo>
                <a:lnTo>
                  <a:pt x="7431" y="81054"/>
                </a:lnTo>
                <a:lnTo>
                  <a:pt x="7431" y="80276"/>
                </a:lnTo>
                <a:lnTo>
                  <a:pt x="7866" y="79871"/>
                </a:lnTo>
                <a:lnTo>
                  <a:pt x="8301" y="79482"/>
                </a:lnTo>
                <a:lnTo>
                  <a:pt x="8301" y="79093"/>
                </a:lnTo>
                <a:lnTo>
                  <a:pt x="8736" y="78704"/>
                </a:lnTo>
                <a:lnTo>
                  <a:pt x="8736" y="78315"/>
                </a:lnTo>
                <a:lnTo>
                  <a:pt x="9190" y="77521"/>
                </a:lnTo>
                <a:lnTo>
                  <a:pt x="9190" y="77132"/>
                </a:lnTo>
                <a:lnTo>
                  <a:pt x="9625" y="76743"/>
                </a:lnTo>
                <a:lnTo>
                  <a:pt x="10060" y="76354"/>
                </a:lnTo>
                <a:lnTo>
                  <a:pt x="10060" y="75965"/>
                </a:lnTo>
                <a:lnTo>
                  <a:pt x="10495" y="75171"/>
                </a:lnTo>
                <a:lnTo>
                  <a:pt x="10930" y="74782"/>
                </a:lnTo>
                <a:lnTo>
                  <a:pt x="10930" y="74393"/>
                </a:lnTo>
                <a:lnTo>
                  <a:pt x="11365" y="74004"/>
                </a:lnTo>
                <a:lnTo>
                  <a:pt x="11365" y="73615"/>
                </a:lnTo>
                <a:lnTo>
                  <a:pt x="11800" y="73226"/>
                </a:lnTo>
                <a:lnTo>
                  <a:pt x="11800" y="72432"/>
                </a:lnTo>
                <a:lnTo>
                  <a:pt x="12253" y="72043"/>
                </a:lnTo>
                <a:lnTo>
                  <a:pt x="12688" y="71654"/>
                </a:lnTo>
                <a:lnTo>
                  <a:pt x="12688" y="71265"/>
                </a:lnTo>
                <a:lnTo>
                  <a:pt x="13123" y="70876"/>
                </a:lnTo>
                <a:lnTo>
                  <a:pt x="13558" y="70082"/>
                </a:lnTo>
                <a:lnTo>
                  <a:pt x="13558" y="69693"/>
                </a:lnTo>
                <a:lnTo>
                  <a:pt x="13993" y="69304"/>
                </a:lnTo>
                <a:lnTo>
                  <a:pt x="13993" y="68915"/>
                </a:lnTo>
                <a:lnTo>
                  <a:pt x="14428" y="68526"/>
                </a:lnTo>
                <a:lnTo>
                  <a:pt x="14428" y="68137"/>
                </a:lnTo>
                <a:lnTo>
                  <a:pt x="14881" y="67342"/>
                </a:lnTo>
                <a:lnTo>
                  <a:pt x="15316" y="66953"/>
                </a:lnTo>
                <a:lnTo>
                  <a:pt x="15316" y="66564"/>
                </a:lnTo>
                <a:lnTo>
                  <a:pt x="15751" y="66176"/>
                </a:lnTo>
                <a:lnTo>
                  <a:pt x="15751" y="65787"/>
                </a:lnTo>
                <a:lnTo>
                  <a:pt x="16186" y="64992"/>
                </a:lnTo>
                <a:lnTo>
                  <a:pt x="16621" y="64603"/>
                </a:lnTo>
                <a:lnTo>
                  <a:pt x="16621" y="64214"/>
                </a:lnTo>
                <a:lnTo>
                  <a:pt x="17056" y="63825"/>
                </a:lnTo>
                <a:lnTo>
                  <a:pt x="17491" y="63436"/>
                </a:lnTo>
                <a:lnTo>
                  <a:pt x="17491" y="63047"/>
                </a:lnTo>
                <a:lnTo>
                  <a:pt x="17945" y="62253"/>
                </a:lnTo>
                <a:lnTo>
                  <a:pt x="17945" y="61864"/>
                </a:lnTo>
                <a:lnTo>
                  <a:pt x="18380" y="61475"/>
                </a:lnTo>
                <a:lnTo>
                  <a:pt x="18380" y="61086"/>
                </a:lnTo>
                <a:lnTo>
                  <a:pt x="18815" y="60697"/>
                </a:lnTo>
                <a:lnTo>
                  <a:pt x="19250" y="59903"/>
                </a:lnTo>
                <a:lnTo>
                  <a:pt x="19250" y="59514"/>
                </a:lnTo>
                <a:lnTo>
                  <a:pt x="19685" y="59125"/>
                </a:lnTo>
                <a:lnTo>
                  <a:pt x="19685" y="58736"/>
                </a:lnTo>
                <a:lnTo>
                  <a:pt x="20120" y="57942"/>
                </a:lnTo>
                <a:lnTo>
                  <a:pt x="20555" y="57553"/>
                </a:lnTo>
                <a:lnTo>
                  <a:pt x="20555" y="57164"/>
                </a:lnTo>
                <a:lnTo>
                  <a:pt x="21008" y="56775"/>
                </a:lnTo>
                <a:lnTo>
                  <a:pt x="21008" y="56386"/>
                </a:lnTo>
                <a:lnTo>
                  <a:pt x="21443" y="55997"/>
                </a:lnTo>
                <a:lnTo>
                  <a:pt x="21878" y="55608"/>
                </a:lnTo>
                <a:lnTo>
                  <a:pt x="21878" y="54814"/>
                </a:lnTo>
                <a:lnTo>
                  <a:pt x="22313" y="54425"/>
                </a:lnTo>
                <a:lnTo>
                  <a:pt x="22313" y="54036"/>
                </a:lnTo>
                <a:lnTo>
                  <a:pt x="22748" y="53647"/>
                </a:lnTo>
                <a:lnTo>
                  <a:pt x="22748" y="52853"/>
                </a:lnTo>
                <a:lnTo>
                  <a:pt x="23183" y="52464"/>
                </a:lnTo>
                <a:lnTo>
                  <a:pt x="23618" y="52075"/>
                </a:lnTo>
                <a:lnTo>
                  <a:pt x="23618" y="51686"/>
                </a:lnTo>
                <a:lnTo>
                  <a:pt x="24071" y="51297"/>
                </a:lnTo>
                <a:lnTo>
                  <a:pt x="24506" y="50503"/>
                </a:lnTo>
                <a:lnTo>
                  <a:pt x="24506" y="50114"/>
                </a:lnTo>
                <a:lnTo>
                  <a:pt x="24941" y="49725"/>
                </a:lnTo>
                <a:lnTo>
                  <a:pt x="24941" y="49336"/>
                </a:lnTo>
                <a:lnTo>
                  <a:pt x="25376" y="48558"/>
                </a:lnTo>
                <a:lnTo>
                  <a:pt x="25811" y="48169"/>
                </a:lnTo>
                <a:lnTo>
                  <a:pt x="25811" y="47764"/>
                </a:lnTo>
                <a:lnTo>
                  <a:pt x="26246" y="47375"/>
                </a:lnTo>
                <a:lnTo>
                  <a:pt x="26246" y="46986"/>
                </a:lnTo>
                <a:lnTo>
                  <a:pt x="26681" y="46597"/>
                </a:lnTo>
                <a:lnTo>
                  <a:pt x="26681" y="45819"/>
                </a:lnTo>
                <a:lnTo>
                  <a:pt x="27135" y="45413"/>
                </a:lnTo>
                <a:lnTo>
                  <a:pt x="27570" y="45024"/>
                </a:lnTo>
                <a:lnTo>
                  <a:pt x="27570" y="44635"/>
                </a:lnTo>
                <a:lnTo>
                  <a:pt x="28005" y="44247"/>
                </a:lnTo>
                <a:lnTo>
                  <a:pt x="28440" y="43469"/>
                </a:lnTo>
                <a:lnTo>
                  <a:pt x="28440" y="43063"/>
                </a:lnTo>
                <a:lnTo>
                  <a:pt x="28875" y="42674"/>
                </a:lnTo>
                <a:lnTo>
                  <a:pt x="28875" y="42285"/>
                </a:lnTo>
                <a:lnTo>
                  <a:pt x="29310" y="41896"/>
                </a:lnTo>
                <a:lnTo>
                  <a:pt x="29310" y="41118"/>
                </a:lnTo>
                <a:lnTo>
                  <a:pt x="29763" y="40713"/>
                </a:lnTo>
                <a:lnTo>
                  <a:pt x="30198" y="40324"/>
                </a:lnTo>
                <a:lnTo>
                  <a:pt x="30198" y="39935"/>
                </a:lnTo>
                <a:lnTo>
                  <a:pt x="30633" y="39546"/>
                </a:lnTo>
                <a:lnTo>
                  <a:pt x="30633" y="38768"/>
                </a:lnTo>
                <a:lnTo>
                  <a:pt x="31068" y="38379"/>
                </a:lnTo>
                <a:lnTo>
                  <a:pt x="31503" y="37974"/>
                </a:lnTo>
                <a:lnTo>
                  <a:pt x="31503" y="37585"/>
                </a:lnTo>
                <a:lnTo>
                  <a:pt x="31938" y="36807"/>
                </a:lnTo>
                <a:lnTo>
                  <a:pt x="31938" y="36418"/>
                </a:lnTo>
                <a:lnTo>
                  <a:pt x="32373" y="36029"/>
                </a:lnTo>
                <a:lnTo>
                  <a:pt x="32826" y="35624"/>
                </a:lnTo>
                <a:lnTo>
                  <a:pt x="32826" y="35235"/>
                </a:lnTo>
                <a:lnTo>
                  <a:pt x="33261" y="34457"/>
                </a:lnTo>
                <a:lnTo>
                  <a:pt x="33261" y="34068"/>
                </a:lnTo>
                <a:lnTo>
                  <a:pt x="33696" y="33679"/>
                </a:lnTo>
                <a:lnTo>
                  <a:pt x="34131" y="33274"/>
                </a:lnTo>
                <a:lnTo>
                  <a:pt x="34131" y="32496"/>
                </a:lnTo>
                <a:lnTo>
                  <a:pt x="34566" y="32107"/>
                </a:lnTo>
                <a:lnTo>
                  <a:pt x="35001" y="31718"/>
                </a:lnTo>
                <a:lnTo>
                  <a:pt x="35001" y="31329"/>
                </a:lnTo>
                <a:lnTo>
                  <a:pt x="35436" y="30940"/>
                </a:lnTo>
                <a:lnTo>
                  <a:pt x="35436" y="30146"/>
                </a:lnTo>
                <a:lnTo>
                  <a:pt x="35890" y="29757"/>
                </a:lnTo>
                <a:lnTo>
                  <a:pt x="35890" y="29368"/>
                </a:lnTo>
                <a:lnTo>
                  <a:pt x="36325" y="28979"/>
                </a:lnTo>
                <a:lnTo>
                  <a:pt x="36760" y="28185"/>
                </a:lnTo>
                <a:lnTo>
                  <a:pt x="36760" y="27796"/>
                </a:lnTo>
                <a:lnTo>
                  <a:pt x="37195" y="27407"/>
                </a:lnTo>
                <a:lnTo>
                  <a:pt x="37195" y="27018"/>
                </a:lnTo>
                <a:lnTo>
                  <a:pt x="37630" y="26629"/>
                </a:lnTo>
                <a:lnTo>
                  <a:pt x="37630" y="25835"/>
                </a:lnTo>
                <a:lnTo>
                  <a:pt x="38065" y="25446"/>
                </a:lnTo>
                <a:lnTo>
                  <a:pt x="38500" y="25057"/>
                </a:lnTo>
                <a:lnTo>
                  <a:pt x="38500" y="24668"/>
                </a:lnTo>
                <a:lnTo>
                  <a:pt x="38953" y="24279"/>
                </a:lnTo>
                <a:lnTo>
                  <a:pt x="39388" y="23484"/>
                </a:lnTo>
                <a:lnTo>
                  <a:pt x="39388" y="23095"/>
                </a:lnTo>
                <a:lnTo>
                  <a:pt x="39823" y="22706"/>
                </a:lnTo>
                <a:lnTo>
                  <a:pt x="39823" y="22317"/>
                </a:lnTo>
                <a:lnTo>
                  <a:pt x="40258" y="21540"/>
                </a:lnTo>
                <a:lnTo>
                  <a:pt x="40258" y="21151"/>
                </a:lnTo>
                <a:lnTo>
                  <a:pt x="40693" y="20745"/>
                </a:lnTo>
                <a:lnTo>
                  <a:pt x="41128" y="20356"/>
                </a:lnTo>
                <a:lnTo>
                  <a:pt x="41128" y="19967"/>
                </a:lnTo>
                <a:lnTo>
                  <a:pt x="41563" y="19189"/>
                </a:lnTo>
                <a:lnTo>
                  <a:pt x="41563" y="18800"/>
                </a:lnTo>
                <a:lnTo>
                  <a:pt x="42016" y="18395"/>
                </a:lnTo>
                <a:lnTo>
                  <a:pt x="42451" y="18006"/>
                </a:lnTo>
                <a:lnTo>
                  <a:pt x="42451" y="17228"/>
                </a:lnTo>
                <a:lnTo>
                  <a:pt x="42886" y="16839"/>
                </a:lnTo>
                <a:lnTo>
                  <a:pt x="43321" y="16450"/>
                </a:lnTo>
                <a:lnTo>
                  <a:pt x="43321" y="16045"/>
                </a:lnTo>
                <a:lnTo>
                  <a:pt x="43756" y="15656"/>
                </a:lnTo>
                <a:lnTo>
                  <a:pt x="43756" y="14878"/>
                </a:lnTo>
                <a:lnTo>
                  <a:pt x="44192" y="14489"/>
                </a:lnTo>
                <a:lnTo>
                  <a:pt x="44192" y="14100"/>
                </a:lnTo>
                <a:lnTo>
                  <a:pt x="44645" y="13711"/>
                </a:lnTo>
                <a:lnTo>
                  <a:pt x="45080" y="12917"/>
                </a:lnTo>
                <a:lnTo>
                  <a:pt x="45080" y="12528"/>
                </a:lnTo>
                <a:lnTo>
                  <a:pt x="45515" y="12139"/>
                </a:lnTo>
                <a:lnTo>
                  <a:pt x="45950" y="11750"/>
                </a:lnTo>
                <a:lnTo>
                  <a:pt x="45950" y="11361"/>
                </a:lnTo>
                <a:lnTo>
                  <a:pt x="46385" y="10567"/>
                </a:lnTo>
                <a:lnTo>
                  <a:pt x="46385" y="10178"/>
                </a:lnTo>
                <a:lnTo>
                  <a:pt x="46820" y="9789"/>
                </a:lnTo>
                <a:lnTo>
                  <a:pt x="46820" y="9011"/>
                </a:lnTo>
                <a:lnTo>
                  <a:pt x="47255" y="8606"/>
                </a:lnTo>
                <a:lnTo>
                  <a:pt x="47708" y="8217"/>
                </a:lnTo>
                <a:lnTo>
                  <a:pt x="47708" y="7828"/>
                </a:lnTo>
                <a:lnTo>
                  <a:pt x="48143" y="7050"/>
                </a:lnTo>
                <a:lnTo>
                  <a:pt x="48143" y="6661"/>
                </a:lnTo>
                <a:lnTo>
                  <a:pt x="48578" y="6256"/>
                </a:lnTo>
                <a:lnTo>
                  <a:pt x="48578" y="5867"/>
                </a:lnTo>
                <a:lnTo>
                  <a:pt x="49013" y="5478"/>
                </a:lnTo>
                <a:lnTo>
                  <a:pt x="49448" y="4700"/>
                </a:lnTo>
                <a:lnTo>
                  <a:pt x="49448" y="4311"/>
                </a:lnTo>
                <a:lnTo>
                  <a:pt x="49883" y="3922"/>
                </a:lnTo>
                <a:lnTo>
                  <a:pt x="50318" y="3517"/>
                </a:lnTo>
                <a:lnTo>
                  <a:pt x="50318" y="2739"/>
                </a:lnTo>
                <a:lnTo>
                  <a:pt x="50771" y="2350"/>
                </a:lnTo>
                <a:lnTo>
                  <a:pt x="50771" y="1961"/>
                </a:lnTo>
                <a:lnTo>
                  <a:pt x="51206" y="1572"/>
                </a:lnTo>
                <a:lnTo>
                  <a:pt x="51641" y="1166"/>
                </a:lnTo>
                <a:lnTo>
                  <a:pt x="51641" y="388"/>
                </a:lnTo>
                <a:lnTo>
                  <a:pt x="52076" y="0"/>
                </a:lnTo>
              </a:path>
            </a:pathLst>
          </a:custGeom>
          <a:ln w="24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6940210" y="2765338"/>
            <a:ext cx="52095" cy="99061"/>
          </a:xfrm>
          <a:custGeom>
            <a:avLst/>
            <a:gdLst/>
            <a:ahLst/>
            <a:cxnLst/>
            <a:rect l="l" t="t" r="r" b="b"/>
            <a:pathLst>
              <a:path w="52095" h="99061">
                <a:moveTo>
                  <a:pt x="0" y="99061"/>
                </a:moveTo>
                <a:lnTo>
                  <a:pt x="0" y="98672"/>
                </a:lnTo>
                <a:lnTo>
                  <a:pt x="435" y="98283"/>
                </a:lnTo>
                <a:lnTo>
                  <a:pt x="435" y="97489"/>
                </a:lnTo>
                <a:lnTo>
                  <a:pt x="870" y="97100"/>
                </a:lnTo>
                <a:lnTo>
                  <a:pt x="1305" y="96711"/>
                </a:lnTo>
                <a:lnTo>
                  <a:pt x="1305" y="95933"/>
                </a:lnTo>
                <a:lnTo>
                  <a:pt x="1758" y="95544"/>
                </a:lnTo>
                <a:lnTo>
                  <a:pt x="2193" y="95139"/>
                </a:lnTo>
                <a:lnTo>
                  <a:pt x="2193" y="94750"/>
                </a:lnTo>
                <a:lnTo>
                  <a:pt x="2628" y="94361"/>
                </a:lnTo>
                <a:lnTo>
                  <a:pt x="2628" y="93583"/>
                </a:lnTo>
                <a:lnTo>
                  <a:pt x="3063" y="93194"/>
                </a:lnTo>
                <a:lnTo>
                  <a:pt x="3063" y="92789"/>
                </a:lnTo>
                <a:lnTo>
                  <a:pt x="3498" y="92400"/>
                </a:lnTo>
                <a:lnTo>
                  <a:pt x="3933" y="91622"/>
                </a:lnTo>
                <a:lnTo>
                  <a:pt x="3933" y="91233"/>
                </a:lnTo>
                <a:lnTo>
                  <a:pt x="4368" y="90844"/>
                </a:lnTo>
                <a:lnTo>
                  <a:pt x="4821" y="90438"/>
                </a:lnTo>
                <a:lnTo>
                  <a:pt x="4821" y="89660"/>
                </a:lnTo>
                <a:lnTo>
                  <a:pt x="5256" y="89271"/>
                </a:lnTo>
                <a:lnTo>
                  <a:pt x="5256" y="88882"/>
                </a:lnTo>
                <a:lnTo>
                  <a:pt x="5691" y="88494"/>
                </a:lnTo>
                <a:lnTo>
                  <a:pt x="5691" y="87699"/>
                </a:lnTo>
                <a:lnTo>
                  <a:pt x="6126" y="87310"/>
                </a:lnTo>
                <a:lnTo>
                  <a:pt x="6561" y="86921"/>
                </a:lnTo>
                <a:lnTo>
                  <a:pt x="6561" y="86532"/>
                </a:lnTo>
                <a:lnTo>
                  <a:pt x="6996" y="85754"/>
                </a:lnTo>
                <a:lnTo>
                  <a:pt x="6996" y="85349"/>
                </a:lnTo>
                <a:lnTo>
                  <a:pt x="7449" y="84960"/>
                </a:lnTo>
                <a:lnTo>
                  <a:pt x="7884" y="84571"/>
                </a:lnTo>
                <a:lnTo>
                  <a:pt x="7884" y="83793"/>
                </a:lnTo>
                <a:lnTo>
                  <a:pt x="8319" y="83404"/>
                </a:lnTo>
                <a:lnTo>
                  <a:pt x="8755" y="82999"/>
                </a:lnTo>
                <a:lnTo>
                  <a:pt x="8755" y="82610"/>
                </a:lnTo>
                <a:lnTo>
                  <a:pt x="9190" y="81832"/>
                </a:lnTo>
                <a:lnTo>
                  <a:pt x="9190" y="81443"/>
                </a:lnTo>
                <a:lnTo>
                  <a:pt x="9625" y="81054"/>
                </a:lnTo>
                <a:lnTo>
                  <a:pt x="9625" y="80649"/>
                </a:lnTo>
                <a:lnTo>
                  <a:pt x="10060" y="79871"/>
                </a:lnTo>
                <a:lnTo>
                  <a:pt x="10513" y="79482"/>
                </a:lnTo>
                <a:lnTo>
                  <a:pt x="10513" y="79093"/>
                </a:lnTo>
                <a:lnTo>
                  <a:pt x="10948" y="78704"/>
                </a:lnTo>
                <a:lnTo>
                  <a:pt x="10948" y="77910"/>
                </a:lnTo>
                <a:lnTo>
                  <a:pt x="11383" y="77521"/>
                </a:lnTo>
                <a:lnTo>
                  <a:pt x="11818" y="77132"/>
                </a:lnTo>
                <a:lnTo>
                  <a:pt x="11818" y="76354"/>
                </a:lnTo>
                <a:lnTo>
                  <a:pt x="12253" y="75965"/>
                </a:lnTo>
                <a:lnTo>
                  <a:pt x="12253" y="75560"/>
                </a:lnTo>
                <a:lnTo>
                  <a:pt x="12688" y="75171"/>
                </a:lnTo>
                <a:lnTo>
                  <a:pt x="13123" y="74782"/>
                </a:lnTo>
                <a:lnTo>
                  <a:pt x="13123" y="74004"/>
                </a:lnTo>
                <a:lnTo>
                  <a:pt x="13576" y="73615"/>
                </a:lnTo>
                <a:lnTo>
                  <a:pt x="13576" y="73210"/>
                </a:lnTo>
                <a:lnTo>
                  <a:pt x="14011" y="72432"/>
                </a:lnTo>
                <a:lnTo>
                  <a:pt x="14011" y="72043"/>
                </a:lnTo>
                <a:lnTo>
                  <a:pt x="14446" y="71654"/>
                </a:lnTo>
                <a:lnTo>
                  <a:pt x="14881" y="71265"/>
                </a:lnTo>
                <a:lnTo>
                  <a:pt x="14881" y="70471"/>
                </a:lnTo>
                <a:lnTo>
                  <a:pt x="15316" y="70082"/>
                </a:lnTo>
                <a:lnTo>
                  <a:pt x="15751" y="69693"/>
                </a:lnTo>
                <a:lnTo>
                  <a:pt x="15751" y="69304"/>
                </a:lnTo>
                <a:lnTo>
                  <a:pt x="16186" y="68915"/>
                </a:lnTo>
                <a:lnTo>
                  <a:pt x="16186" y="68120"/>
                </a:lnTo>
                <a:lnTo>
                  <a:pt x="16639" y="67731"/>
                </a:lnTo>
                <a:lnTo>
                  <a:pt x="17075" y="66953"/>
                </a:lnTo>
                <a:lnTo>
                  <a:pt x="17075" y="66564"/>
                </a:lnTo>
                <a:lnTo>
                  <a:pt x="17510" y="66176"/>
                </a:lnTo>
                <a:lnTo>
                  <a:pt x="17510" y="65770"/>
                </a:lnTo>
                <a:lnTo>
                  <a:pt x="17945" y="65381"/>
                </a:lnTo>
                <a:lnTo>
                  <a:pt x="17945" y="64603"/>
                </a:lnTo>
                <a:lnTo>
                  <a:pt x="18380" y="64214"/>
                </a:lnTo>
                <a:lnTo>
                  <a:pt x="18815" y="63825"/>
                </a:lnTo>
                <a:lnTo>
                  <a:pt x="18815" y="63420"/>
                </a:lnTo>
                <a:lnTo>
                  <a:pt x="19250" y="62642"/>
                </a:lnTo>
                <a:lnTo>
                  <a:pt x="19703" y="62253"/>
                </a:lnTo>
                <a:lnTo>
                  <a:pt x="19703" y="61864"/>
                </a:lnTo>
                <a:lnTo>
                  <a:pt x="20138" y="61086"/>
                </a:lnTo>
                <a:lnTo>
                  <a:pt x="20138" y="60681"/>
                </a:lnTo>
                <a:lnTo>
                  <a:pt x="20573" y="60292"/>
                </a:lnTo>
                <a:lnTo>
                  <a:pt x="20573" y="59903"/>
                </a:lnTo>
                <a:lnTo>
                  <a:pt x="21008" y="59125"/>
                </a:lnTo>
                <a:lnTo>
                  <a:pt x="21443" y="58736"/>
                </a:lnTo>
                <a:lnTo>
                  <a:pt x="21443" y="58331"/>
                </a:lnTo>
                <a:lnTo>
                  <a:pt x="21878" y="57942"/>
                </a:lnTo>
                <a:lnTo>
                  <a:pt x="21878" y="57164"/>
                </a:lnTo>
                <a:lnTo>
                  <a:pt x="22331" y="56775"/>
                </a:lnTo>
                <a:lnTo>
                  <a:pt x="22766" y="56386"/>
                </a:lnTo>
                <a:lnTo>
                  <a:pt x="22766" y="55981"/>
                </a:lnTo>
                <a:lnTo>
                  <a:pt x="23201" y="55203"/>
                </a:lnTo>
                <a:lnTo>
                  <a:pt x="23201" y="54814"/>
                </a:lnTo>
                <a:lnTo>
                  <a:pt x="23636" y="54425"/>
                </a:lnTo>
                <a:lnTo>
                  <a:pt x="24071" y="53647"/>
                </a:lnTo>
                <a:lnTo>
                  <a:pt x="24071" y="53242"/>
                </a:lnTo>
                <a:lnTo>
                  <a:pt x="24506" y="52853"/>
                </a:lnTo>
                <a:lnTo>
                  <a:pt x="24506" y="52464"/>
                </a:lnTo>
                <a:lnTo>
                  <a:pt x="24941" y="51686"/>
                </a:lnTo>
                <a:lnTo>
                  <a:pt x="25395" y="51297"/>
                </a:lnTo>
                <a:lnTo>
                  <a:pt x="25395" y="50892"/>
                </a:lnTo>
                <a:lnTo>
                  <a:pt x="25830" y="50114"/>
                </a:lnTo>
                <a:lnTo>
                  <a:pt x="25830" y="49725"/>
                </a:lnTo>
                <a:lnTo>
                  <a:pt x="26265" y="49336"/>
                </a:lnTo>
                <a:lnTo>
                  <a:pt x="26700" y="48947"/>
                </a:lnTo>
                <a:lnTo>
                  <a:pt x="26700" y="48542"/>
                </a:lnTo>
                <a:lnTo>
                  <a:pt x="27135" y="47764"/>
                </a:lnTo>
                <a:lnTo>
                  <a:pt x="27135" y="47375"/>
                </a:lnTo>
                <a:lnTo>
                  <a:pt x="27570" y="46597"/>
                </a:lnTo>
                <a:lnTo>
                  <a:pt x="28005" y="46208"/>
                </a:lnTo>
                <a:lnTo>
                  <a:pt x="28005" y="45802"/>
                </a:lnTo>
                <a:lnTo>
                  <a:pt x="28458" y="45413"/>
                </a:lnTo>
                <a:lnTo>
                  <a:pt x="28458" y="45024"/>
                </a:lnTo>
                <a:lnTo>
                  <a:pt x="28893" y="44247"/>
                </a:lnTo>
                <a:lnTo>
                  <a:pt x="28893" y="43858"/>
                </a:lnTo>
                <a:lnTo>
                  <a:pt x="29328" y="43452"/>
                </a:lnTo>
                <a:lnTo>
                  <a:pt x="29763" y="42674"/>
                </a:lnTo>
                <a:lnTo>
                  <a:pt x="29763" y="42285"/>
                </a:lnTo>
                <a:lnTo>
                  <a:pt x="30198" y="41896"/>
                </a:lnTo>
                <a:lnTo>
                  <a:pt x="30633" y="41507"/>
                </a:lnTo>
                <a:lnTo>
                  <a:pt x="30633" y="40713"/>
                </a:lnTo>
                <a:lnTo>
                  <a:pt x="31068" y="40324"/>
                </a:lnTo>
                <a:lnTo>
                  <a:pt x="31068" y="39935"/>
                </a:lnTo>
                <a:lnTo>
                  <a:pt x="31521" y="39157"/>
                </a:lnTo>
                <a:lnTo>
                  <a:pt x="31521" y="38752"/>
                </a:lnTo>
                <a:lnTo>
                  <a:pt x="31956" y="38363"/>
                </a:lnTo>
                <a:lnTo>
                  <a:pt x="32391" y="37974"/>
                </a:lnTo>
                <a:lnTo>
                  <a:pt x="32391" y="37196"/>
                </a:lnTo>
                <a:lnTo>
                  <a:pt x="32826" y="36807"/>
                </a:lnTo>
                <a:lnTo>
                  <a:pt x="32826" y="36418"/>
                </a:lnTo>
                <a:lnTo>
                  <a:pt x="33261" y="35624"/>
                </a:lnTo>
                <a:lnTo>
                  <a:pt x="33696" y="35235"/>
                </a:lnTo>
                <a:lnTo>
                  <a:pt x="33696" y="34846"/>
                </a:lnTo>
                <a:lnTo>
                  <a:pt x="34150" y="34457"/>
                </a:lnTo>
                <a:lnTo>
                  <a:pt x="34585" y="33663"/>
                </a:lnTo>
                <a:lnTo>
                  <a:pt x="34585" y="33274"/>
                </a:lnTo>
                <a:lnTo>
                  <a:pt x="35020" y="32885"/>
                </a:lnTo>
                <a:lnTo>
                  <a:pt x="35020" y="32496"/>
                </a:lnTo>
                <a:lnTo>
                  <a:pt x="35455" y="31718"/>
                </a:lnTo>
                <a:lnTo>
                  <a:pt x="35455" y="31313"/>
                </a:lnTo>
                <a:lnTo>
                  <a:pt x="35890" y="30924"/>
                </a:lnTo>
                <a:lnTo>
                  <a:pt x="36325" y="30146"/>
                </a:lnTo>
                <a:lnTo>
                  <a:pt x="36325" y="29757"/>
                </a:lnTo>
                <a:lnTo>
                  <a:pt x="36760" y="29368"/>
                </a:lnTo>
                <a:lnTo>
                  <a:pt x="37213" y="28979"/>
                </a:lnTo>
                <a:lnTo>
                  <a:pt x="37213" y="28185"/>
                </a:lnTo>
                <a:lnTo>
                  <a:pt x="37648" y="27796"/>
                </a:lnTo>
                <a:lnTo>
                  <a:pt x="37648" y="27407"/>
                </a:lnTo>
                <a:lnTo>
                  <a:pt x="38083" y="26629"/>
                </a:lnTo>
                <a:lnTo>
                  <a:pt x="38083" y="26224"/>
                </a:lnTo>
                <a:lnTo>
                  <a:pt x="38518" y="25835"/>
                </a:lnTo>
                <a:lnTo>
                  <a:pt x="38953" y="25446"/>
                </a:lnTo>
                <a:lnTo>
                  <a:pt x="38953" y="24668"/>
                </a:lnTo>
                <a:lnTo>
                  <a:pt x="39388" y="24279"/>
                </a:lnTo>
                <a:lnTo>
                  <a:pt x="39388" y="23873"/>
                </a:lnTo>
                <a:lnTo>
                  <a:pt x="39823" y="23095"/>
                </a:lnTo>
                <a:lnTo>
                  <a:pt x="39823" y="22706"/>
                </a:lnTo>
                <a:lnTo>
                  <a:pt x="40276" y="22317"/>
                </a:lnTo>
                <a:lnTo>
                  <a:pt x="40711" y="21523"/>
                </a:lnTo>
                <a:lnTo>
                  <a:pt x="41146" y="21134"/>
                </a:lnTo>
                <a:lnTo>
                  <a:pt x="41146" y="20745"/>
                </a:lnTo>
                <a:lnTo>
                  <a:pt x="41581" y="20356"/>
                </a:lnTo>
                <a:lnTo>
                  <a:pt x="41581" y="19578"/>
                </a:lnTo>
                <a:lnTo>
                  <a:pt x="42016" y="19189"/>
                </a:lnTo>
                <a:lnTo>
                  <a:pt x="42016" y="18784"/>
                </a:lnTo>
                <a:lnTo>
                  <a:pt x="42451" y="18006"/>
                </a:lnTo>
                <a:lnTo>
                  <a:pt x="42886" y="17617"/>
                </a:lnTo>
                <a:lnTo>
                  <a:pt x="42886" y="17228"/>
                </a:lnTo>
                <a:lnTo>
                  <a:pt x="43340" y="16839"/>
                </a:lnTo>
                <a:lnTo>
                  <a:pt x="43340" y="16045"/>
                </a:lnTo>
                <a:lnTo>
                  <a:pt x="43775" y="15656"/>
                </a:lnTo>
                <a:lnTo>
                  <a:pt x="43775" y="15267"/>
                </a:lnTo>
                <a:lnTo>
                  <a:pt x="44210" y="14489"/>
                </a:lnTo>
                <a:lnTo>
                  <a:pt x="44645" y="14084"/>
                </a:lnTo>
                <a:lnTo>
                  <a:pt x="44645" y="13695"/>
                </a:lnTo>
                <a:lnTo>
                  <a:pt x="45080" y="12917"/>
                </a:lnTo>
                <a:lnTo>
                  <a:pt x="45515" y="12528"/>
                </a:lnTo>
                <a:lnTo>
                  <a:pt x="45515" y="12139"/>
                </a:lnTo>
                <a:lnTo>
                  <a:pt x="45950" y="11750"/>
                </a:lnTo>
                <a:lnTo>
                  <a:pt x="45950" y="10956"/>
                </a:lnTo>
                <a:lnTo>
                  <a:pt x="46403" y="10567"/>
                </a:lnTo>
                <a:lnTo>
                  <a:pt x="46403" y="10178"/>
                </a:lnTo>
                <a:lnTo>
                  <a:pt x="46838" y="9400"/>
                </a:lnTo>
                <a:lnTo>
                  <a:pt x="47273" y="8995"/>
                </a:lnTo>
                <a:lnTo>
                  <a:pt x="47273" y="8606"/>
                </a:lnTo>
                <a:lnTo>
                  <a:pt x="47708" y="8217"/>
                </a:lnTo>
                <a:lnTo>
                  <a:pt x="48143" y="7439"/>
                </a:lnTo>
                <a:lnTo>
                  <a:pt x="48143" y="7050"/>
                </a:lnTo>
                <a:lnTo>
                  <a:pt x="48578" y="6645"/>
                </a:lnTo>
                <a:lnTo>
                  <a:pt x="48578" y="5867"/>
                </a:lnTo>
                <a:lnTo>
                  <a:pt x="49031" y="5478"/>
                </a:lnTo>
                <a:lnTo>
                  <a:pt x="49466" y="5089"/>
                </a:lnTo>
                <a:lnTo>
                  <a:pt x="49466" y="4295"/>
                </a:lnTo>
                <a:lnTo>
                  <a:pt x="49901" y="3906"/>
                </a:lnTo>
                <a:lnTo>
                  <a:pt x="49901" y="3517"/>
                </a:lnTo>
                <a:lnTo>
                  <a:pt x="50336" y="3128"/>
                </a:lnTo>
                <a:lnTo>
                  <a:pt x="50336" y="2350"/>
                </a:lnTo>
                <a:lnTo>
                  <a:pt x="50771" y="1961"/>
                </a:lnTo>
                <a:lnTo>
                  <a:pt x="51206" y="1555"/>
                </a:lnTo>
                <a:lnTo>
                  <a:pt x="51206" y="777"/>
                </a:lnTo>
                <a:lnTo>
                  <a:pt x="51641" y="388"/>
                </a:lnTo>
                <a:lnTo>
                  <a:pt x="52095" y="0"/>
                </a:lnTo>
              </a:path>
            </a:pathLst>
          </a:custGeom>
          <a:ln w="24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6992305" y="2661966"/>
            <a:ext cx="51641" cy="103372"/>
          </a:xfrm>
          <a:custGeom>
            <a:avLst/>
            <a:gdLst/>
            <a:ahLst/>
            <a:cxnLst/>
            <a:rect l="l" t="t" r="r" b="b"/>
            <a:pathLst>
              <a:path w="51641" h="103372">
                <a:moveTo>
                  <a:pt x="0" y="103372"/>
                </a:moveTo>
                <a:lnTo>
                  <a:pt x="0" y="102578"/>
                </a:lnTo>
                <a:lnTo>
                  <a:pt x="435" y="102189"/>
                </a:lnTo>
                <a:lnTo>
                  <a:pt x="435" y="101800"/>
                </a:lnTo>
                <a:lnTo>
                  <a:pt x="870" y="101411"/>
                </a:lnTo>
                <a:lnTo>
                  <a:pt x="870" y="100633"/>
                </a:lnTo>
                <a:lnTo>
                  <a:pt x="1305" y="100228"/>
                </a:lnTo>
                <a:lnTo>
                  <a:pt x="1740" y="99839"/>
                </a:lnTo>
                <a:lnTo>
                  <a:pt x="1740" y="99061"/>
                </a:lnTo>
                <a:lnTo>
                  <a:pt x="2175" y="98672"/>
                </a:lnTo>
                <a:lnTo>
                  <a:pt x="2175" y="98283"/>
                </a:lnTo>
                <a:lnTo>
                  <a:pt x="2610" y="97489"/>
                </a:lnTo>
                <a:lnTo>
                  <a:pt x="3063" y="97100"/>
                </a:lnTo>
                <a:lnTo>
                  <a:pt x="3063" y="96711"/>
                </a:lnTo>
                <a:lnTo>
                  <a:pt x="3498" y="95933"/>
                </a:lnTo>
                <a:lnTo>
                  <a:pt x="3498" y="95544"/>
                </a:lnTo>
                <a:lnTo>
                  <a:pt x="3933" y="95139"/>
                </a:lnTo>
                <a:lnTo>
                  <a:pt x="4368" y="94750"/>
                </a:lnTo>
                <a:lnTo>
                  <a:pt x="4368" y="93972"/>
                </a:lnTo>
                <a:lnTo>
                  <a:pt x="4803" y="93583"/>
                </a:lnTo>
                <a:lnTo>
                  <a:pt x="4803" y="93194"/>
                </a:lnTo>
                <a:lnTo>
                  <a:pt x="5238" y="92400"/>
                </a:lnTo>
                <a:lnTo>
                  <a:pt x="5238" y="92011"/>
                </a:lnTo>
                <a:lnTo>
                  <a:pt x="5673" y="91622"/>
                </a:lnTo>
                <a:lnTo>
                  <a:pt x="6126" y="90844"/>
                </a:lnTo>
                <a:lnTo>
                  <a:pt x="6126" y="90455"/>
                </a:lnTo>
                <a:lnTo>
                  <a:pt x="6561" y="90049"/>
                </a:lnTo>
                <a:lnTo>
                  <a:pt x="6996" y="89660"/>
                </a:lnTo>
                <a:lnTo>
                  <a:pt x="6996" y="88882"/>
                </a:lnTo>
                <a:lnTo>
                  <a:pt x="7431" y="88494"/>
                </a:lnTo>
                <a:lnTo>
                  <a:pt x="7431" y="88105"/>
                </a:lnTo>
                <a:lnTo>
                  <a:pt x="7866" y="87310"/>
                </a:lnTo>
                <a:lnTo>
                  <a:pt x="8301" y="86921"/>
                </a:lnTo>
                <a:lnTo>
                  <a:pt x="8301" y="86532"/>
                </a:lnTo>
                <a:lnTo>
                  <a:pt x="8736" y="85754"/>
                </a:lnTo>
                <a:lnTo>
                  <a:pt x="8736" y="85349"/>
                </a:lnTo>
                <a:lnTo>
                  <a:pt x="9190" y="84960"/>
                </a:lnTo>
                <a:lnTo>
                  <a:pt x="9190" y="84182"/>
                </a:lnTo>
                <a:lnTo>
                  <a:pt x="9625" y="83793"/>
                </a:lnTo>
                <a:lnTo>
                  <a:pt x="10060" y="83404"/>
                </a:lnTo>
                <a:lnTo>
                  <a:pt x="10060" y="82999"/>
                </a:lnTo>
                <a:lnTo>
                  <a:pt x="10495" y="82221"/>
                </a:lnTo>
                <a:lnTo>
                  <a:pt x="10930" y="81832"/>
                </a:lnTo>
                <a:lnTo>
                  <a:pt x="10930" y="81443"/>
                </a:lnTo>
                <a:lnTo>
                  <a:pt x="11365" y="80665"/>
                </a:lnTo>
                <a:lnTo>
                  <a:pt x="11365" y="80260"/>
                </a:lnTo>
                <a:lnTo>
                  <a:pt x="11818" y="79871"/>
                </a:lnTo>
                <a:lnTo>
                  <a:pt x="11818" y="79093"/>
                </a:lnTo>
                <a:lnTo>
                  <a:pt x="12253" y="78704"/>
                </a:lnTo>
                <a:lnTo>
                  <a:pt x="12688" y="78315"/>
                </a:lnTo>
                <a:lnTo>
                  <a:pt x="12688" y="77521"/>
                </a:lnTo>
                <a:lnTo>
                  <a:pt x="13123" y="77132"/>
                </a:lnTo>
                <a:lnTo>
                  <a:pt x="13123" y="76743"/>
                </a:lnTo>
                <a:lnTo>
                  <a:pt x="13558" y="76354"/>
                </a:lnTo>
                <a:lnTo>
                  <a:pt x="13993" y="75560"/>
                </a:lnTo>
                <a:lnTo>
                  <a:pt x="13993" y="75171"/>
                </a:lnTo>
                <a:lnTo>
                  <a:pt x="14482" y="74393"/>
                </a:lnTo>
                <a:lnTo>
                  <a:pt x="14845" y="74004"/>
                </a:lnTo>
                <a:lnTo>
                  <a:pt x="14845" y="73615"/>
                </a:lnTo>
                <a:lnTo>
                  <a:pt x="15389" y="72821"/>
                </a:lnTo>
                <a:lnTo>
                  <a:pt x="15389" y="72432"/>
                </a:lnTo>
                <a:lnTo>
                  <a:pt x="15751" y="72043"/>
                </a:lnTo>
                <a:lnTo>
                  <a:pt x="15751" y="71654"/>
                </a:lnTo>
                <a:lnTo>
                  <a:pt x="16114" y="70876"/>
                </a:lnTo>
                <a:lnTo>
                  <a:pt x="16658" y="70471"/>
                </a:lnTo>
                <a:lnTo>
                  <a:pt x="16658" y="70082"/>
                </a:lnTo>
                <a:lnTo>
                  <a:pt x="17020" y="69304"/>
                </a:lnTo>
                <a:lnTo>
                  <a:pt x="17020" y="68915"/>
                </a:lnTo>
                <a:lnTo>
                  <a:pt x="17564" y="68526"/>
                </a:lnTo>
                <a:lnTo>
                  <a:pt x="17926" y="67731"/>
                </a:lnTo>
                <a:lnTo>
                  <a:pt x="17926" y="67342"/>
                </a:lnTo>
                <a:lnTo>
                  <a:pt x="18289" y="66953"/>
                </a:lnTo>
                <a:lnTo>
                  <a:pt x="18289" y="66176"/>
                </a:lnTo>
                <a:lnTo>
                  <a:pt x="18833" y="65770"/>
                </a:lnTo>
                <a:lnTo>
                  <a:pt x="19195" y="65381"/>
                </a:lnTo>
                <a:lnTo>
                  <a:pt x="19195" y="64992"/>
                </a:lnTo>
                <a:lnTo>
                  <a:pt x="19739" y="64214"/>
                </a:lnTo>
                <a:lnTo>
                  <a:pt x="19739" y="63825"/>
                </a:lnTo>
                <a:lnTo>
                  <a:pt x="20102" y="63436"/>
                </a:lnTo>
                <a:lnTo>
                  <a:pt x="20102" y="62642"/>
                </a:lnTo>
                <a:lnTo>
                  <a:pt x="20645" y="62253"/>
                </a:lnTo>
                <a:lnTo>
                  <a:pt x="21008" y="61864"/>
                </a:lnTo>
                <a:lnTo>
                  <a:pt x="21008" y="61086"/>
                </a:lnTo>
                <a:lnTo>
                  <a:pt x="21370" y="60681"/>
                </a:lnTo>
                <a:lnTo>
                  <a:pt x="21914" y="60292"/>
                </a:lnTo>
                <a:lnTo>
                  <a:pt x="21914" y="59514"/>
                </a:lnTo>
                <a:lnTo>
                  <a:pt x="22277" y="59125"/>
                </a:lnTo>
                <a:lnTo>
                  <a:pt x="22277" y="58736"/>
                </a:lnTo>
                <a:lnTo>
                  <a:pt x="22821" y="57942"/>
                </a:lnTo>
                <a:lnTo>
                  <a:pt x="23183" y="57553"/>
                </a:lnTo>
                <a:lnTo>
                  <a:pt x="23183" y="57164"/>
                </a:lnTo>
                <a:lnTo>
                  <a:pt x="23546" y="56386"/>
                </a:lnTo>
                <a:lnTo>
                  <a:pt x="23546" y="55997"/>
                </a:lnTo>
                <a:lnTo>
                  <a:pt x="24089" y="55592"/>
                </a:lnTo>
                <a:lnTo>
                  <a:pt x="24089" y="55203"/>
                </a:lnTo>
                <a:lnTo>
                  <a:pt x="24452" y="54425"/>
                </a:lnTo>
                <a:lnTo>
                  <a:pt x="24996" y="54036"/>
                </a:lnTo>
                <a:lnTo>
                  <a:pt x="24996" y="53242"/>
                </a:lnTo>
                <a:lnTo>
                  <a:pt x="25358" y="52853"/>
                </a:lnTo>
                <a:lnTo>
                  <a:pt x="25902" y="52464"/>
                </a:lnTo>
                <a:lnTo>
                  <a:pt x="25902" y="51686"/>
                </a:lnTo>
                <a:lnTo>
                  <a:pt x="26265" y="51297"/>
                </a:lnTo>
                <a:lnTo>
                  <a:pt x="26265" y="50892"/>
                </a:lnTo>
                <a:lnTo>
                  <a:pt x="26627" y="50114"/>
                </a:lnTo>
                <a:lnTo>
                  <a:pt x="26627" y="49725"/>
                </a:lnTo>
                <a:lnTo>
                  <a:pt x="27171" y="49336"/>
                </a:lnTo>
                <a:lnTo>
                  <a:pt x="27533" y="48947"/>
                </a:lnTo>
                <a:lnTo>
                  <a:pt x="27533" y="48153"/>
                </a:lnTo>
                <a:lnTo>
                  <a:pt x="28077" y="47764"/>
                </a:lnTo>
                <a:lnTo>
                  <a:pt x="28440" y="47375"/>
                </a:lnTo>
                <a:lnTo>
                  <a:pt x="28440" y="46597"/>
                </a:lnTo>
                <a:lnTo>
                  <a:pt x="28802" y="46208"/>
                </a:lnTo>
                <a:lnTo>
                  <a:pt x="28802" y="45802"/>
                </a:lnTo>
                <a:lnTo>
                  <a:pt x="29346" y="45024"/>
                </a:lnTo>
                <a:lnTo>
                  <a:pt x="29346" y="44635"/>
                </a:lnTo>
                <a:lnTo>
                  <a:pt x="29709" y="43858"/>
                </a:lnTo>
                <a:lnTo>
                  <a:pt x="30252" y="43452"/>
                </a:lnTo>
                <a:lnTo>
                  <a:pt x="30252" y="43063"/>
                </a:lnTo>
                <a:lnTo>
                  <a:pt x="30615" y="42674"/>
                </a:lnTo>
                <a:lnTo>
                  <a:pt x="30615" y="41896"/>
                </a:lnTo>
                <a:lnTo>
                  <a:pt x="30977" y="41507"/>
                </a:lnTo>
                <a:lnTo>
                  <a:pt x="31521" y="41102"/>
                </a:lnTo>
                <a:lnTo>
                  <a:pt x="31521" y="40324"/>
                </a:lnTo>
                <a:lnTo>
                  <a:pt x="31884" y="39935"/>
                </a:lnTo>
                <a:lnTo>
                  <a:pt x="32428" y="39546"/>
                </a:lnTo>
                <a:lnTo>
                  <a:pt x="32428" y="38768"/>
                </a:lnTo>
                <a:lnTo>
                  <a:pt x="32790" y="38363"/>
                </a:lnTo>
                <a:lnTo>
                  <a:pt x="32790" y="37974"/>
                </a:lnTo>
                <a:lnTo>
                  <a:pt x="33334" y="37196"/>
                </a:lnTo>
                <a:lnTo>
                  <a:pt x="33334" y="36807"/>
                </a:lnTo>
                <a:lnTo>
                  <a:pt x="33696" y="36418"/>
                </a:lnTo>
                <a:lnTo>
                  <a:pt x="34059" y="35624"/>
                </a:lnTo>
                <a:lnTo>
                  <a:pt x="34059" y="35235"/>
                </a:lnTo>
                <a:lnTo>
                  <a:pt x="34603" y="34846"/>
                </a:lnTo>
                <a:lnTo>
                  <a:pt x="34603" y="34068"/>
                </a:lnTo>
                <a:lnTo>
                  <a:pt x="34965" y="33663"/>
                </a:lnTo>
                <a:lnTo>
                  <a:pt x="34965" y="33274"/>
                </a:lnTo>
                <a:lnTo>
                  <a:pt x="35509" y="32496"/>
                </a:lnTo>
                <a:lnTo>
                  <a:pt x="35872" y="32107"/>
                </a:lnTo>
                <a:lnTo>
                  <a:pt x="35872" y="31718"/>
                </a:lnTo>
                <a:lnTo>
                  <a:pt x="36234" y="30924"/>
                </a:lnTo>
                <a:lnTo>
                  <a:pt x="36778" y="30535"/>
                </a:lnTo>
                <a:lnTo>
                  <a:pt x="36778" y="30146"/>
                </a:lnTo>
                <a:lnTo>
                  <a:pt x="37140" y="29757"/>
                </a:lnTo>
                <a:lnTo>
                  <a:pt x="37140" y="28979"/>
                </a:lnTo>
                <a:lnTo>
                  <a:pt x="37684" y="28574"/>
                </a:lnTo>
                <a:lnTo>
                  <a:pt x="37684" y="27796"/>
                </a:lnTo>
                <a:lnTo>
                  <a:pt x="38047" y="27407"/>
                </a:lnTo>
                <a:lnTo>
                  <a:pt x="38590" y="27018"/>
                </a:lnTo>
                <a:lnTo>
                  <a:pt x="38590" y="26224"/>
                </a:lnTo>
                <a:lnTo>
                  <a:pt x="38953" y="25835"/>
                </a:lnTo>
                <a:lnTo>
                  <a:pt x="39316" y="25446"/>
                </a:lnTo>
                <a:lnTo>
                  <a:pt x="39316" y="24668"/>
                </a:lnTo>
                <a:lnTo>
                  <a:pt x="39859" y="24279"/>
                </a:lnTo>
                <a:lnTo>
                  <a:pt x="39859" y="23873"/>
                </a:lnTo>
                <a:lnTo>
                  <a:pt x="40222" y="23095"/>
                </a:lnTo>
                <a:lnTo>
                  <a:pt x="40766" y="22706"/>
                </a:lnTo>
                <a:lnTo>
                  <a:pt x="40766" y="22317"/>
                </a:lnTo>
                <a:lnTo>
                  <a:pt x="41128" y="21540"/>
                </a:lnTo>
                <a:lnTo>
                  <a:pt x="41128" y="21134"/>
                </a:lnTo>
                <a:lnTo>
                  <a:pt x="41491" y="20745"/>
                </a:lnTo>
                <a:lnTo>
                  <a:pt x="41491" y="19967"/>
                </a:lnTo>
                <a:lnTo>
                  <a:pt x="42034" y="19578"/>
                </a:lnTo>
                <a:lnTo>
                  <a:pt x="42397" y="19189"/>
                </a:lnTo>
                <a:lnTo>
                  <a:pt x="42397" y="18395"/>
                </a:lnTo>
                <a:lnTo>
                  <a:pt x="42941" y="18006"/>
                </a:lnTo>
                <a:lnTo>
                  <a:pt x="43303" y="17617"/>
                </a:lnTo>
                <a:lnTo>
                  <a:pt x="43303" y="16839"/>
                </a:lnTo>
                <a:lnTo>
                  <a:pt x="43847" y="16434"/>
                </a:lnTo>
                <a:lnTo>
                  <a:pt x="43847" y="16045"/>
                </a:lnTo>
                <a:lnTo>
                  <a:pt x="44210" y="15267"/>
                </a:lnTo>
                <a:lnTo>
                  <a:pt x="44210" y="14878"/>
                </a:lnTo>
                <a:lnTo>
                  <a:pt x="44572" y="14489"/>
                </a:lnTo>
                <a:lnTo>
                  <a:pt x="45116" y="13695"/>
                </a:lnTo>
                <a:lnTo>
                  <a:pt x="45116" y="13306"/>
                </a:lnTo>
                <a:lnTo>
                  <a:pt x="45478" y="12917"/>
                </a:lnTo>
                <a:lnTo>
                  <a:pt x="45478" y="12139"/>
                </a:lnTo>
                <a:lnTo>
                  <a:pt x="46022" y="11750"/>
                </a:lnTo>
                <a:lnTo>
                  <a:pt x="46022" y="11345"/>
                </a:lnTo>
                <a:lnTo>
                  <a:pt x="46385" y="10567"/>
                </a:lnTo>
                <a:lnTo>
                  <a:pt x="46747" y="10178"/>
                </a:lnTo>
                <a:lnTo>
                  <a:pt x="46747" y="9789"/>
                </a:lnTo>
                <a:lnTo>
                  <a:pt x="47291" y="8995"/>
                </a:lnTo>
                <a:lnTo>
                  <a:pt x="47654" y="8606"/>
                </a:lnTo>
                <a:lnTo>
                  <a:pt x="47654" y="8217"/>
                </a:lnTo>
                <a:lnTo>
                  <a:pt x="48197" y="7439"/>
                </a:lnTo>
                <a:lnTo>
                  <a:pt x="48197" y="7050"/>
                </a:lnTo>
                <a:lnTo>
                  <a:pt x="48560" y="6645"/>
                </a:lnTo>
                <a:lnTo>
                  <a:pt x="49104" y="5867"/>
                </a:lnTo>
                <a:lnTo>
                  <a:pt x="49104" y="5478"/>
                </a:lnTo>
                <a:lnTo>
                  <a:pt x="49466" y="5089"/>
                </a:lnTo>
                <a:lnTo>
                  <a:pt x="49466" y="4311"/>
                </a:lnTo>
                <a:lnTo>
                  <a:pt x="49829" y="3906"/>
                </a:lnTo>
                <a:lnTo>
                  <a:pt x="50373" y="3128"/>
                </a:lnTo>
                <a:lnTo>
                  <a:pt x="50373" y="2739"/>
                </a:lnTo>
                <a:lnTo>
                  <a:pt x="50735" y="2350"/>
                </a:lnTo>
                <a:lnTo>
                  <a:pt x="50735" y="1555"/>
                </a:lnTo>
                <a:lnTo>
                  <a:pt x="51279" y="1166"/>
                </a:lnTo>
                <a:lnTo>
                  <a:pt x="51641" y="777"/>
                </a:lnTo>
                <a:lnTo>
                  <a:pt x="51641" y="0"/>
                </a:lnTo>
              </a:path>
            </a:pathLst>
          </a:custGeom>
          <a:ln w="24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7043947" y="2557021"/>
            <a:ext cx="52022" cy="104944"/>
          </a:xfrm>
          <a:custGeom>
            <a:avLst/>
            <a:gdLst/>
            <a:ahLst/>
            <a:cxnLst/>
            <a:rect l="l" t="t" r="r" b="b"/>
            <a:pathLst>
              <a:path w="52022" h="104944">
                <a:moveTo>
                  <a:pt x="0" y="104944"/>
                </a:moveTo>
                <a:lnTo>
                  <a:pt x="362" y="104555"/>
                </a:lnTo>
                <a:lnTo>
                  <a:pt x="362" y="104150"/>
                </a:lnTo>
                <a:lnTo>
                  <a:pt x="906" y="103372"/>
                </a:lnTo>
                <a:lnTo>
                  <a:pt x="906" y="102983"/>
                </a:lnTo>
                <a:lnTo>
                  <a:pt x="1268" y="102594"/>
                </a:lnTo>
                <a:lnTo>
                  <a:pt x="1812" y="102205"/>
                </a:lnTo>
                <a:lnTo>
                  <a:pt x="1812" y="101411"/>
                </a:lnTo>
                <a:lnTo>
                  <a:pt x="2175" y="101022"/>
                </a:lnTo>
                <a:lnTo>
                  <a:pt x="2537" y="100633"/>
                </a:lnTo>
                <a:lnTo>
                  <a:pt x="2537" y="99855"/>
                </a:lnTo>
                <a:lnTo>
                  <a:pt x="3081" y="99466"/>
                </a:lnTo>
                <a:lnTo>
                  <a:pt x="3081" y="98672"/>
                </a:lnTo>
                <a:lnTo>
                  <a:pt x="3444" y="98283"/>
                </a:lnTo>
                <a:lnTo>
                  <a:pt x="3444" y="97894"/>
                </a:lnTo>
                <a:lnTo>
                  <a:pt x="3987" y="97116"/>
                </a:lnTo>
                <a:lnTo>
                  <a:pt x="4350" y="96711"/>
                </a:lnTo>
                <a:lnTo>
                  <a:pt x="4350" y="96322"/>
                </a:lnTo>
                <a:lnTo>
                  <a:pt x="4894" y="95544"/>
                </a:lnTo>
                <a:lnTo>
                  <a:pt x="4894" y="95155"/>
                </a:lnTo>
                <a:lnTo>
                  <a:pt x="5256" y="94766"/>
                </a:lnTo>
                <a:lnTo>
                  <a:pt x="5619" y="93972"/>
                </a:lnTo>
                <a:lnTo>
                  <a:pt x="5619" y="93583"/>
                </a:lnTo>
                <a:lnTo>
                  <a:pt x="6162" y="92805"/>
                </a:lnTo>
                <a:lnTo>
                  <a:pt x="6525" y="92416"/>
                </a:lnTo>
                <a:lnTo>
                  <a:pt x="6525" y="92027"/>
                </a:lnTo>
                <a:lnTo>
                  <a:pt x="7069" y="91233"/>
                </a:lnTo>
                <a:lnTo>
                  <a:pt x="7069" y="90844"/>
                </a:lnTo>
                <a:lnTo>
                  <a:pt x="7431" y="90455"/>
                </a:lnTo>
                <a:lnTo>
                  <a:pt x="7431" y="90066"/>
                </a:lnTo>
                <a:lnTo>
                  <a:pt x="7794" y="89271"/>
                </a:lnTo>
                <a:lnTo>
                  <a:pt x="8338" y="88882"/>
                </a:lnTo>
                <a:lnTo>
                  <a:pt x="8338" y="88494"/>
                </a:lnTo>
                <a:lnTo>
                  <a:pt x="8700" y="87716"/>
                </a:lnTo>
                <a:lnTo>
                  <a:pt x="8700" y="87327"/>
                </a:lnTo>
                <a:lnTo>
                  <a:pt x="9244" y="86921"/>
                </a:lnTo>
                <a:lnTo>
                  <a:pt x="9606" y="86143"/>
                </a:lnTo>
                <a:lnTo>
                  <a:pt x="9606" y="85754"/>
                </a:lnTo>
                <a:lnTo>
                  <a:pt x="10150" y="85365"/>
                </a:lnTo>
                <a:lnTo>
                  <a:pt x="10150" y="84587"/>
                </a:lnTo>
                <a:lnTo>
                  <a:pt x="10513" y="84182"/>
                </a:lnTo>
                <a:lnTo>
                  <a:pt x="10875" y="83404"/>
                </a:lnTo>
                <a:lnTo>
                  <a:pt x="10875" y="83015"/>
                </a:lnTo>
                <a:lnTo>
                  <a:pt x="11419" y="82626"/>
                </a:lnTo>
                <a:lnTo>
                  <a:pt x="11419" y="81832"/>
                </a:lnTo>
                <a:lnTo>
                  <a:pt x="11782" y="81443"/>
                </a:lnTo>
                <a:lnTo>
                  <a:pt x="11782" y="81054"/>
                </a:lnTo>
                <a:lnTo>
                  <a:pt x="12325" y="80276"/>
                </a:lnTo>
                <a:lnTo>
                  <a:pt x="12688" y="79887"/>
                </a:lnTo>
                <a:lnTo>
                  <a:pt x="12688" y="79482"/>
                </a:lnTo>
                <a:lnTo>
                  <a:pt x="13050" y="78704"/>
                </a:lnTo>
                <a:lnTo>
                  <a:pt x="13594" y="78315"/>
                </a:lnTo>
                <a:lnTo>
                  <a:pt x="13594" y="77537"/>
                </a:lnTo>
                <a:lnTo>
                  <a:pt x="13957" y="77148"/>
                </a:lnTo>
                <a:lnTo>
                  <a:pt x="13957" y="76743"/>
                </a:lnTo>
                <a:lnTo>
                  <a:pt x="14501" y="75965"/>
                </a:lnTo>
                <a:lnTo>
                  <a:pt x="14863" y="75576"/>
                </a:lnTo>
                <a:lnTo>
                  <a:pt x="14863" y="75187"/>
                </a:lnTo>
                <a:lnTo>
                  <a:pt x="15407" y="74393"/>
                </a:lnTo>
                <a:lnTo>
                  <a:pt x="15407" y="74004"/>
                </a:lnTo>
                <a:lnTo>
                  <a:pt x="15769" y="73615"/>
                </a:lnTo>
                <a:lnTo>
                  <a:pt x="15769" y="72837"/>
                </a:lnTo>
                <a:lnTo>
                  <a:pt x="16132" y="72448"/>
                </a:lnTo>
                <a:lnTo>
                  <a:pt x="16676" y="72043"/>
                </a:lnTo>
                <a:lnTo>
                  <a:pt x="16676" y="71265"/>
                </a:lnTo>
                <a:lnTo>
                  <a:pt x="17038" y="70876"/>
                </a:lnTo>
                <a:lnTo>
                  <a:pt x="17582" y="70487"/>
                </a:lnTo>
                <a:lnTo>
                  <a:pt x="17582" y="69693"/>
                </a:lnTo>
                <a:lnTo>
                  <a:pt x="17945" y="69304"/>
                </a:lnTo>
                <a:lnTo>
                  <a:pt x="17945" y="68915"/>
                </a:lnTo>
                <a:lnTo>
                  <a:pt x="18307" y="68137"/>
                </a:lnTo>
                <a:lnTo>
                  <a:pt x="18307" y="67748"/>
                </a:lnTo>
                <a:lnTo>
                  <a:pt x="18851" y="67359"/>
                </a:lnTo>
                <a:lnTo>
                  <a:pt x="19213" y="66564"/>
                </a:lnTo>
                <a:lnTo>
                  <a:pt x="19213" y="66176"/>
                </a:lnTo>
                <a:lnTo>
                  <a:pt x="19757" y="65787"/>
                </a:lnTo>
                <a:lnTo>
                  <a:pt x="19757" y="65009"/>
                </a:lnTo>
                <a:lnTo>
                  <a:pt x="20120" y="64603"/>
                </a:lnTo>
                <a:lnTo>
                  <a:pt x="20482" y="64214"/>
                </a:lnTo>
                <a:lnTo>
                  <a:pt x="20482" y="63436"/>
                </a:lnTo>
                <a:lnTo>
                  <a:pt x="21026" y="63047"/>
                </a:lnTo>
                <a:lnTo>
                  <a:pt x="21026" y="62253"/>
                </a:lnTo>
                <a:lnTo>
                  <a:pt x="21389" y="61864"/>
                </a:lnTo>
                <a:lnTo>
                  <a:pt x="21932" y="61475"/>
                </a:lnTo>
                <a:lnTo>
                  <a:pt x="21932" y="60697"/>
                </a:lnTo>
                <a:lnTo>
                  <a:pt x="22295" y="60308"/>
                </a:lnTo>
                <a:lnTo>
                  <a:pt x="22295" y="59919"/>
                </a:lnTo>
                <a:lnTo>
                  <a:pt x="22839" y="59125"/>
                </a:lnTo>
                <a:lnTo>
                  <a:pt x="23201" y="58736"/>
                </a:lnTo>
                <a:lnTo>
                  <a:pt x="23201" y="57958"/>
                </a:lnTo>
                <a:lnTo>
                  <a:pt x="23564" y="57569"/>
                </a:lnTo>
                <a:lnTo>
                  <a:pt x="24108" y="57164"/>
                </a:lnTo>
                <a:lnTo>
                  <a:pt x="24108" y="56386"/>
                </a:lnTo>
                <a:lnTo>
                  <a:pt x="24470" y="55997"/>
                </a:lnTo>
                <a:lnTo>
                  <a:pt x="24470" y="55608"/>
                </a:lnTo>
                <a:lnTo>
                  <a:pt x="25014" y="54814"/>
                </a:lnTo>
                <a:lnTo>
                  <a:pt x="25014" y="54425"/>
                </a:lnTo>
                <a:lnTo>
                  <a:pt x="25376" y="54036"/>
                </a:lnTo>
                <a:lnTo>
                  <a:pt x="25739" y="53258"/>
                </a:lnTo>
                <a:lnTo>
                  <a:pt x="25739" y="52869"/>
                </a:lnTo>
                <a:lnTo>
                  <a:pt x="26283" y="52464"/>
                </a:lnTo>
                <a:lnTo>
                  <a:pt x="26283" y="51686"/>
                </a:lnTo>
                <a:lnTo>
                  <a:pt x="26645" y="51297"/>
                </a:lnTo>
                <a:lnTo>
                  <a:pt x="26645" y="50908"/>
                </a:lnTo>
                <a:lnTo>
                  <a:pt x="27189" y="50130"/>
                </a:lnTo>
                <a:lnTo>
                  <a:pt x="27552" y="49725"/>
                </a:lnTo>
                <a:lnTo>
                  <a:pt x="27552" y="49336"/>
                </a:lnTo>
                <a:lnTo>
                  <a:pt x="28095" y="48558"/>
                </a:lnTo>
                <a:lnTo>
                  <a:pt x="28458" y="48169"/>
                </a:lnTo>
                <a:lnTo>
                  <a:pt x="28458" y="47780"/>
                </a:lnTo>
                <a:lnTo>
                  <a:pt x="28820" y="46986"/>
                </a:lnTo>
                <a:lnTo>
                  <a:pt x="28820" y="46597"/>
                </a:lnTo>
                <a:lnTo>
                  <a:pt x="29364" y="46208"/>
                </a:lnTo>
                <a:lnTo>
                  <a:pt x="29364" y="45430"/>
                </a:lnTo>
                <a:lnTo>
                  <a:pt x="29727" y="45024"/>
                </a:lnTo>
                <a:lnTo>
                  <a:pt x="30270" y="44247"/>
                </a:lnTo>
                <a:lnTo>
                  <a:pt x="30270" y="43858"/>
                </a:lnTo>
                <a:lnTo>
                  <a:pt x="30633" y="43469"/>
                </a:lnTo>
                <a:lnTo>
                  <a:pt x="30996" y="42691"/>
                </a:lnTo>
                <a:lnTo>
                  <a:pt x="30996" y="42285"/>
                </a:lnTo>
                <a:lnTo>
                  <a:pt x="31539" y="41896"/>
                </a:lnTo>
                <a:lnTo>
                  <a:pt x="31539" y="41118"/>
                </a:lnTo>
                <a:lnTo>
                  <a:pt x="31902" y="40729"/>
                </a:lnTo>
                <a:lnTo>
                  <a:pt x="32446" y="40340"/>
                </a:lnTo>
                <a:lnTo>
                  <a:pt x="32446" y="39546"/>
                </a:lnTo>
                <a:lnTo>
                  <a:pt x="32808" y="39157"/>
                </a:lnTo>
                <a:lnTo>
                  <a:pt x="32808" y="38379"/>
                </a:lnTo>
                <a:lnTo>
                  <a:pt x="33352" y="37990"/>
                </a:lnTo>
                <a:lnTo>
                  <a:pt x="33352" y="37585"/>
                </a:lnTo>
                <a:lnTo>
                  <a:pt x="33714" y="36807"/>
                </a:lnTo>
                <a:lnTo>
                  <a:pt x="34077" y="36418"/>
                </a:lnTo>
                <a:lnTo>
                  <a:pt x="34077" y="36029"/>
                </a:lnTo>
                <a:lnTo>
                  <a:pt x="34621" y="35251"/>
                </a:lnTo>
                <a:lnTo>
                  <a:pt x="34983" y="34846"/>
                </a:lnTo>
                <a:lnTo>
                  <a:pt x="34983" y="34457"/>
                </a:lnTo>
                <a:lnTo>
                  <a:pt x="35527" y="33679"/>
                </a:lnTo>
                <a:lnTo>
                  <a:pt x="35527" y="33290"/>
                </a:lnTo>
                <a:lnTo>
                  <a:pt x="35890" y="32496"/>
                </a:lnTo>
                <a:lnTo>
                  <a:pt x="35890" y="32107"/>
                </a:lnTo>
                <a:lnTo>
                  <a:pt x="36252" y="31718"/>
                </a:lnTo>
                <a:lnTo>
                  <a:pt x="36796" y="30940"/>
                </a:lnTo>
                <a:lnTo>
                  <a:pt x="36796" y="30551"/>
                </a:lnTo>
                <a:lnTo>
                  <a:pt x="37158" y="30146"/>
                </a:lnTo>
                <a:lnTo>
                  <a:pt x="37158" y="29368"/>
                </a:lnTo>
                <a:lnTo>
                  <a:pt x="37702" y="28979"/>
                </a:lnTo>
                <a:lnTo>
                  <a:pt x="37702" y="28590"/>
                </a:lnTo>
                <a:lnTo>
                  <a:pt x="38065" y="27796"/>
                </a:lnTo>
                <a:lnTo>
                  <a:pt x="38427" y="27407"/>
                </a:lnTo>
                <a:lnTo>
                  <a:pt x="38427" y="27018"/>
                </a:lnTo>
                <a:lnTo>
                  <a:pt x="38971" y="26240"/>
                </a:lnTo>
                <a:lnTo>
                  <a:pt x="39334" y="25851"/>
                </a:lnTo>
                <a:lnTo>
                  <a:pt x="39334" y="25057"/>
                </a:lnTo>
                <a:lnTo>
                  <a:pt x="39877" y="24668"/>
                </a:lnTo>
                <a:lnTo>
                  <a:pt x="39877" y="24279"/>
                </a:lnTo>
                <a:lnTo>
                  <a:pt x="40240" y="23501"/>
                </a:lnTo>
                <a:lnTo>
                  <a:pt x="40784" y="23112"/>
                </a:lnTo>
                <a:lnTo>
                  <a:pt x="40784" y="22706"/>
                </a:lnTo>
                <a:lnTo>
                  <a:pt x="41146" y="21929"/>
                </a:lnTo>
                <a:lnTo>
                  <a:pt x="41146" y="21540"/>
                </a:lnTo>
                <a:lnTo>
                  <a:pt x="41509" y="21151"/>
                </a:lnTo>
                <a:lnTo>
                  <a:pt x="42053" y="20356"/>
                </a:lnTo>
                <a:lnTo>
                  <a:pt x="42053" y="19967"/>
                </a:lnTo>
                <a:lnTo>
                  <a:pt x="42415" y="19578"/>
                </a:lnTo>
                <a:lnTo>
                  <a:pt x="42415" y="18800"/>
                </a:lnTo>
                <a:lnTo>
                  <a:pt x="42959" y="18411"/>
                </a:lnTo>
                <a:lnTo>
                  <a:pt x="43321" y="18022"/>
                </a:lnTo>
                <a:lnTo>
                  <a:pt x="43321" y="17228"/>
                </a:lnTo>
                <a:lnTo>
                  <a:pt x="43684" y="16839"/>
                </a:lnTo>
                <a:lnTo>
                  <a:pt x="43684" y="16450"/>
                </a:lnTo>
                <a:lnTo>
                  <a:pt x="44228" y="15672"/>
                </a:lnTo>
                <a:lnTo>
                  <a:pt x="44228" y="15267"/>
                </a:lnTo>
                <a:lnTo>
                  <a:pt x="44590" y="14489"/>
                </a:lnTo>
                <a:lnTo>
                  <a:pt x="45134" y="14100"/>
                </a:lnTo>
                <a:lnTo>
                  <a:pt x="45134" y="13711"/>
                </a:lnTo>
                <a:lnTo>
                  <a:pt x="45497" y="12917"/>
                </a:lnTo>
                <a:lnTo>
                  <a:pt x="46040" y="12528"/>
                </a:lnTo>
                <a:lnTo>
                  <a:pt x="46040" y="12139"/>
                </a:lnTo>
                <a:lnTo>
                  <a:pt x="46403" y="11361"/>
                </a:lnTo>
                <a:lnTo>
                  <a:pt x="46403" y="10972"/>
                </a:lnTo>
                <a:lnTo>
                  <a:pt x="46765" y="10567"/>
                </a:lnTo>
                <a:lnTo>
                  <a:pt x="46765" y="9789"/>
                </a:lnTo>
                <a:lnTo>
                  <a:pt x="47309" y="9400"/>
                </a:lnTo>
                <a:lnTo>
                  <a:pt x="47672" y="9011"/>
                </a:lnTo>
                <a:lnTo>
                  <a:pt x="47672" y="8233"/>
                </a:lnTo>
                <a:lnTo>
                  <a:pt x="48216" y="7828"/>
                </a:lnTo>
                <a:lnTo>
                  <a:pt x="48216" y="7050"/>
                </a:lnTo>
                <a:lnTo>
                  <a:pt x="48578" y="6661"/>
                </a:lnTo>
                <a:lnTo>
                  <a:pt x="48941" y="6272"/>
                </a:lnTo>
                <a:lnTo>
                  <a:pt x="48941" y="5478"/>
                </a:lnTo>
                <a:lnTo>
                  <a:pt x="49484" y="5089"/>
                </a:lnTo>
                <a:lnTo>
                  <a:pt x="49847" y="4700"/>
                </a:lnTo>
                <a:lnTo>
                  <a:pt x="49847" y="3922"/>
                </a:lnTo>
                <a:lnTo>
                  <a:pt x="50391" y="3533"/>
                </a:lnTo>
                <a:lnTo>
                  <a:pt x="50391" y="2739"/>
                </a:lnTo>
                <a:lnTo>
                  <a:pt x="50753" y="2350"/>
                </a:lnTo>
                <a:lnTo>
                  <a:pt x="50753" y="1961"/>
                </a:lnTo>
                <a:lnTo>
                  <a:pt x="51297" y="1572"/>
                </a:lnTo>
                <a:lnTo>
                  <a:pt x="51660" y="794"/>
                </a:lnTo>
                <a:lnTo>
                  <a:pt x="51660" y="388"/>
                </a:lnTo>
                <a:lnTo>
                  <a:pt x="52022" y="0"/>
                </a:lnTo>
              </a:path>
            </a:pathLst>
          </a:custGeom>
          <a:ln w="248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7095970" y="2450909"/>
            <a:ext cx="52203" cy="106111"/>
          </a:xfrm>
          <a:custGeom>
            <a:avLst/>
            <a:gdLst/>
            <a:ahLst/>
            <a:cxnLst/>
            <a:rect l="l" t="t" r="r" b="b"/>
            <a:pathLst>
              <a:path w="52203" h="106111">
                <a:moveTo>
                  <a:pt x="0" y="106111"/>
                </a:moveTo>
                <a:lnTo>
                  <a:pt x="0" y="105333"/>
                </a:lnTo>
                <a:lnTo>
                  <a:pt x="543" y="104944"/>
                </a:lnTo>
                <a:lnTo>
                  <a:pt x="906" y="104150"/>
                </a:lnTo>
                <a:lnTo>
                  <a:pt x="906" y="103761"/>
                </a:lnTo>
                <a:lnTo>
                  <a:pt x="1450" y="103372"/>
                </a:lnTo>
                <a:lnTo>
                  <a:pt x="1450" y="102594"/>
                </a:lnTo>
                <a:lnTo>
                  <a:pt x="1812" y="102205"/>
                </a:lnTo>
                <a:lnTo>
                  <a:pt x="2175" y="101800"/>
                </a:lnTo>
                <a:lnTo>
                  <a:pt x="2175" y="101022"/>
                </a:lnTo>
                <a:lnTo>
                  <a:pt x="2718" y="100633"/>
                </a:lnTo>
                <a:lnTo>
                  <a:pt x="2718" y="100244"/>
                </a:lnTo>
                <a:lnTo>
                  <a:pt x="3081" y="99466"/>
                </a:lnTo>
                <a:lnTo>
                  <a:pt x="3081" y="99061"/>
                </a:lnTo>
                <a:lnTo>
                  <a:pt x="3625" y="98672"/>
                </a:lnTo>
                <a:lnTo>
                  <a:pt x="3987" y="97894"/>
                </a:lnTo>
                <a:lnTo>
                  <a:pt x="4350" y="97505"/>
                </a:lnTo>
                <a:lnTo>
                  <a:pt x="4350" y="97116"/>
                </a:lnTo>
                <a:lnTo>
                  <a:pt x="4894" y="96322"/>
                </a:lnTo>
                <a:lnTo>
                  <a:pt x="4894" y="95933"/>
                </a:lnTo>
                <a:lnTo>
                  <a:pt x="5256" y="95155"/>
                </a:lnTo>
                <a:lnTo>
                  <a:pt x="5256" y="94766"/>
                </a:lnTo>
                <a:lnTo>
                  <a:pt x="5800" y="94361"/>
                </a:lnTo>
                <a:lnTo>
                  <a:pt x="6162" y="93583"/>
                </a:lnTo>
                <a:lnTo>
                  <a:pt x="6162" y="93194"/>
                </a:lnTo>
                <a:lnTo>
                  <a:pt x="6706" y="92805"/>
                </a:lnTo>
                <a:lnTo>
                  <a:pt x="6706" y="92011"/>
                </a:lnTo>
                <a:lnTo>
                  <a:pt x="7069" y="91622"/>
                </a:lnTo>
                <a:lnTo>
                  <a:pt x="7069" y="91233"/>
                </a:lnTo>
                <a:lnTo>
                  <a:pt x="7431" y="90455"/>
                </a:lnTo>
                <a:lnTo>
                  <a:pt x="7975" y="90066"/>
                </a:lnTo>
                <a:lnTo>
                  <a:pt x="7975" y="89677"/>
                </a:lnTo>
                <a:lnTo>
                  <a:pt x="8338" y="88882"/>
                </a:lnTo>
                <a:lnTo>
                  <a:pt x="8881" y="88494"/>
                </a:lnTo>
                <a:lnTo>
                  <a:pt x="8881" y="87716"/>
                </a:lnTo>
                <a:lnTo>
                  <a:pt x="9244" y="87327"/>
                </a:lnTo>
                <a:lnTo>
                  <a:pt x="9244" y="86921"/>
                </a:lnTo>
                <a:lnTo>
                  <a:pt x="9606" y="86143"/>
                </a:lnTo>
                <a:lnTo>
                  <a:pt x="9606" y="85754"/>
                </a:lnTo>
                <a:lnTo>
                  <a:pt x="10150" y="85365"/>
                </a:lnTo>
                <a:lnTo>
                  <a:pt x="10513" y="84571"/>
                </a:lnTo>
                <a:lnTo>
                  <a:pt x="10513" y="84182"/>
                </a:lnTo>
                <a:lnTo>
                  <a:pt x="11057" y="83404"/>
                </a:lnTo>
                <a:lnTo>
                  <a:pt x="11057" y="83015"/>
                </a:lnTo>
                <a:lnTo>
                  <a:pt x="11419" y="82626"/>
                </a:lnTo>
                <a:lnTo>
                  <a:pt x="11963" y="81832"/>
                </a:lnTo>
                <a:lnTo>
                  <a:pt x="11963" y="81443"/>
                </a:lnTo>
                <a:lnTo>
                  <a:pt x="12325" y="81054"/>
                </a:lnTo>
                <a:lnTo>
                  <a:pt x="12325" y="80276"/>
                </a:lnTo>
                <a:lnTo>
                  <a:pt x="12688" y="79887"/>
                </a:lnTo>
                <a:lnTo>
                  <a:pt x="13232" y="79482"/>
                </a:lnTo>
                <a:lnTo>
                  <a:pt x="13232" y="78704"/>
                </a:lnTo>
                <a:lnTo>
                  <a:pt x="13594" y="78315"/>
                </a:lnTo>
                <a:lnTo>
                  <a:pt x="13594" y="77537"/>
                </a:lnTo>
                <a:lnTo>
                  <a:pt x="14138" y="77132"/>
                </a:lnTo>
                <a:lnTo>
                  <a:pt x="14501" y="76743"/>
                </a:lnTo>
                <a:lnTo>
                  <a:pt x="14501" y="75965"/>
                </a:lnTo>
                <a:lnTo>
                  <a:pt x="14863" y="75576"/>
                </a:lnTo>
                <a:lnTo>
                  <a:pt x="15407" y="75187"/>
                </a:lnTo>
                <a:lnTo>
                  <a:pt x="15407" y="74393"/>
                </a:lnTo>
                <a:lnTo>
                  <a:pt x="15769" y="74004"/>
                </a:lnTo>
                <a:lnTo>
                  <a:pt x="15769" y="73226"/>
                </a:lnTo>
                <a:lnTo>
                  <a:pt x="16313" y="72837"/>
                </a:lnTo>
                <a:lnTo>
                  <a:pt x="16313" y="72448"/>
                </a:lnTo>
                <a:lnTo>
                  <a:pt x="16676" y="71654"/>
                </a:lnTo>
                <a:lnTo>
                  <a:pt x="17220" y="71265"/>
                </a:lnTo>
                <a:lnTo>
                  <a:pt x="17220" y="70876"/>
                </a:lnTo>
                <a:lnTo>
                  <a:pt x="17582" y="70098"/>
                </a:lnTo>
                <a:lnTo>
                  <a:pt x="17582" y="69693"/>
                </a:lnTo>
                <a:lnTo>
                  <a:pt x="17945" y="68915"/>
                </a:lnTo>
                <a:lnTo>
                  <a:pt x="17945" y="68526"/>
                </a:lnTo>
                <a:lnTo>
                  <a:pt x="18488" y="68137"/>
                </a:lnTo>
                <a:lnTo>
                  <a:pt x="18851" y="67342"/>
                </a:lnTo>
                <a:lnTo>
                  <a:pt x="18851" y="66953"/>
                </a:lnTo>
                <a:lnTo>
                  <a:pt x="19395" y="66564"/>
                </a:lnTo>
                <a:lnTo>
                  <a:pt x="19757" y="65787"/>
                </a:lnTo>
                <a:lnTo>
                  <a:pt x="19757" y="65398"/>
                </a:lnTo>
                <a:lnTo>
                  <a:pt x="20120" y="65009"/>
                </a:lnTo>
                <a:lnTo>
                  <a:pt x="20120" y="64214"/>
                </a:lnTo>
                <a:lnTo>
                  <a:pt x="20664" y="63825"/>
                </a:lnTo>
                <a:lnTo>
                  <a:pt x="20664" y="63047"/>
                </a:lnTo>
                <a:lnTo>
                  <a:pt x="21026" y="62658"/>
                </a:lnTo>
                <a:lnTo>
                  <a:pt x="21570" y="62253"/>
                </a:lnTo>
                <a:lnTo>
                  <a:pt x="21570" y="61475"/>
                </a:lnTo>
                <a:lnTo>
                  <a:pt x="21932" y="61086"/>
                </a:lnTo>
                <a:lnTo>
                  <a:pt x="22295" y="60697"/>
                </a:lnTo>
                <a:lnTo>
                  <a:pt x="22295" y="59903"/>
                </a:lnTo>
                <a:lnTo>
                  <a:pt x="22839" y="59514"/>
                </a:lnTo>
                <a:lnTo>
                  <a:pt x="22839" y="59125"/>
                </a:lnTo>
                <a:lnTo>
                  <a:pt x="23201" y="58347"/>
                </a:lnTo>
                <a:lnTo>
                  <a:pt x="23745" y="57958"/>
                </a:lnTo>
                <a:lnTo>
                  <a:pt x="23745" y="57553"/>
                </a:lnTo>
                <a:lnTo>
                  <a:pt x="24108" y="56775"/>
                </a:lnTo>
                <a:lnTo>
                  <a:pt x="24108" y="56386"/>
                </a:lnTo>
                <a:lnTo>
                  <a:pt x="24651" y="55608"/>
                </a:lnTo>
                <a:lnTo>
                  <a:pt x="24651" y="55219"/>
                </a:lnTo>
                <a:lnTo>
                  <a:pt x="25014" y="54814"/>
                </a:lnTo>
                <a:lnTo>
                  <a:pt x="25376" y="54036"/>
                </a:lnTo>
                <a:lnTo>
                  <a:pt x="25376" y="53647"/>
                </a:lnTo>
                <a:lnTo>
                  <a:pt x="25920" y="53258"/>
                </a:lnTo>
                <a:lnTo>
                  <a:pt x="26283" y="52464"/>
                </a:lnTo>
                <a:lnTo>
                  <a:pt x="26283" y="52075"/>
                </a:lnTo>
                <a:lnTo>
                  <a:pt x="26826" y="51686"/>
                </a:lnTo>
                <a:lnTo>
                  <a:pt x="26826" y="50908"/>
                </a:lnTo>
                <a:lnTo>
                  <a:pt x="27189" y="50519"/>
                </a:lnTo>
                <a:lnTo>
                  <a:pt x="27189" y="50114"/>
                </a:lnTo>
                <a:lnTo>
                  <a:pt x="27552" y="49336"/>
                </a:lnTo>
                <a:lnTo>
                  <a:pt x="28095" y="48947"/>
                </a:lnTo>
                <a:lnTo>
                  <a:pt x="28095" y="48169"/>
                </a:lnTo>
                <a:lnTo>
                  <a:pt x="28458" y="47780"/>
                </a:lnTo>
                <a:lnTo>
                  <a:pt x="28458" y="47375"/>
                </a:lnTo>
                <a:lnTo>
                  <a:pt x="29002" y="46597"/>
                </a:lnTo>
                <a:lnTo>
                  <a:pt x="29002" y="46208"/>
                </a:lnTo>
                <a:lnTo>
                  <a:pt x="29364" y="45819"/>
                </a:lnTo>
                <a:lnTo>
                  <a:pt x="29908" y="45024"/>
                </a:lnTo>
                <a:lnTo>
                  <a:pt x="30270" y="44635"/>
                </a:lnTo>
                <a:lnTo>
                  <a:pt x="30270" y="44247"/>
                </a:lnTo>
                <a:lnTo>
                  <a:pt x="30633" y="43469"/>
                </a:lnTo>
                <a:lnTo>
                  <a:pt x="30633" y="43080"/>
                </a:lnTo>
                <a:lnTo>
                  <a:pt x="31177" y="42674"/>
                </a:lnTo>
                <a:lnTo>
                  <a:pt x="31177" y="41896"/>
                </a:lnTo>
                <a:lnTo>
                  <a:pt x="31539" y="41507"/>
                </a:lnTo>
                <a:lnTo>
                  <a:pt x="32083" y="40729"/>
                </a:lnTo>
                <a:lnTo>
                  <a:pt x="32083" y="40340"/>
                </a:lnTo>
                <a:lnTo>
                  <a:pt x="32446" y="39935"/>
                </a:lnTo>
                <a:lnTo>
                  <a:pt x="32446" y="39157"/>
                </a:lnTo>
                <a:lnTo>
                  <a:pt x="32808" y="38768"/>
                </a:lnTo>
                <a:lnTo>
                  <a:pt x="33352" y="38379"/>
                </a:lnTo>
                <a:lnTo>
                  <a:pt x="33352" y="37585"/>
                </a:lnTo>
                <a:lnTo>
                  <a:pt x="33714" y="37196"/>
                </a:lnTo>
                <a:lnTo>
                  <a:pt x="33714" y="36807"/>
                </a:lnTo>
                <a:lnTo>
                  <a:pt x="34258" y="36029"/>
                </a:lnTo>
                <a:lnTo>
                  <a:pt x="34621" y="35640"/>
                </a:lnTo>
                <a:lnTo>
                  <a:pt x="34621" y="35235"/>
                </a:lnTo>
                <a:lnTo>
                  <a:pt x="35165" y="34457"/>
                </a:lnTo>
                <a:lnTo>
                  <a:pt x="35165" y="34068"/>
                </a:lnTo>
                <a:lnTo>
                  <a:pt x="35527" y="33290"/>
                </a:lnTo>
                <a:lnTo>
                  <a:pt x="35527" y="32885"/>
                </a:lnTo>
                <a:lnTo>
                  <a:pt x="35890" y="32496"/>
                </a:lnTo>
                <a:lnTo>
                  <a:pt x="36433" y="31718"/>
                </a:lnTo>
                <a:lnTo>
                  <a:pt x="36433" y="31329"/>
                </a:lnTo>
                <a:lnTo>
                  <a:pt x="36796" y="30940"/>
                </a:lnTo>
                <a:lnTo>
                  <a:pt x="37340" y="30146"/>
                </a:lnTo>
                <a:lnTo>
                  <a:pt x="37340" y="29757"/>
                </a:lnTo>
                <a:lnTo>
                  <a:pt x="37702" y="29368"/>
                </a:lnTo>
                <a:lnTo>
                  <a:pt x="37702" y="28590"/>
                </a:lnTo>
                <a:lnTo>
                  <a:pt x="38065" y="28201"/>
                </a:lnTo>
                <a:lnTo>
                  <a:pt x="38609" y="27407"/>
                </a:lnTo>
                <a:lnTo>
                  <a:pt x="38609" y="27018"/>
                </a:lnTo>
                <a:lnTo>
                  <a:pt x="38971" y="26629"/>
                </a:lnTo>
                <a:lnTo>
                  <a:pt x="38971" y="25851"/>
                </a:lnTo>
                <a:lnTo>
                  <a:pt x="39515" y="25446"/>
                </a:lnTo>
                <a:lnTo>
                  <a:pt x="39515" y="25057"/>
                </a:lnTo>
                <a:lnTo>
                  <a:pt x="39877" y="24279"/>
                </a:lnTo>
                <a:lnTo>
                  <a:pt x="40240" y="23890"/>
                </a:lnTo>
                <a:lnTo>
                  <a:pt x="40240" y="23112"/>
                </a:lnTo>
                <a:lnTo>
                  <a:pt x="40784" y="22706"/>
                </a:lnTo>
                <a:lnTo>
                  <a:pt x="41146" y="22317"/>
                </a:lnTo>
                <a:lnTo>
                  <a:pt x="41146" y="21540"/>
                </a:lnTo>
                <a:lnTo>
                  <a:pt x="41690" y="21151"/>
                </a:lnTo>
                <a:lnTo>
                  <a:pt x="41690" y="20762"/>
                </a:lnTo>
                <a:lnTo>
                  <a:pt x="42053" y="19967"/>
                </a:lnTo>
                <a:lnTo>
                  <a:pt x="42053" y="19578"/>
                </a:lnTo>
                <a:lnTo>
                  <a:pt x="42596" y="19189"/>
                </a:lnTo>
                <a:lnTo>
                  <a:pt x="42959" y="18411"/>
                </a:lnTo>
                <a:lnTo>
                  <a:pt x="42959" y="18006"/>
                </a:lnTo>
                <a:lnTo>
                  <a:pt x="43321" y="17228"/>
                </a:lnTo>
                <a:lnTo>
                  <a:pt x="43321" y="16839"/>
                </a:lnTo>
                <a:lnTo>
                  <a:pt x="43865" y="16450"/>
                </a:lnTo>
                <a:lnTo>
                  <a:pt x="44228" y="15656"/>
                </a:lnTo>
                <a:lnTo>
                  <a:pt x="44228" y="15267"/>
                </a:lnTo>
                <a:lnTo>
                  <a:pt x="44772" y="14878"/>
                </a:lnTo>
                <a:lnTo>
                  <a:pt x="44772" y="14100"/>
                </a:lnTo>
                <a:lnTo>
                  <a:pt x="45134" y="13711"/>
                </a:lnTo>
                <a:lnTo>
                  <a:pt x="45497" y="12917"/>
                </a:lnTo>
                <a:lnTo>
                  <a:pt x="45497" y="12528"/>
                </a:lnTo>
                <a:lnTo>
                  <a:pt x="46040" y="12139"/>
                </a:lnTo>
                <a:lnTo>
                  <a:pt x="46040" y="11361"/>
                </a:lnTo>
                <a:lnTo>
                  <a:pt x="46403" y="10972"/>
                </a:lnTo>
                <a:lnTo>
                  <a:pt x="46947" y="10567"/>
                </a:lnTo>
                <a:lnTo>
                  <a:pt x="46947" y="9789"/>
                </a:lnTo>
                <a:lnTo>
                  <a:pt x="47309" y="9400"/>
                </a:lnTo>
                <a:lnTo>
                  <a:pt x="47853" y="9011"/>
                </a:lnTo>
                <a:lnTo>
                  <a:pt x="47853" y="8217"/>
                </a:lnTo>
                <a:lnTo>
                  <a:pt x="48216" y="7828"/>
                </a:lnTo>
                <a:lnTo>
                  <a:pt x="48216" y="7439"/>
                </a:lnTo>
                <a:lnTo>
                  <a:pt x="48578" y="6661"/>
                </a:lnTo>
                <a:lnTo>
                  <a:pt x="48578" y="6272"/>
                </a:lnTo>
                <a:lnTo>
                  <a:pt x="49122" y="5883"/>
                </a:lnTo>
                <a:lnTo>
                  <a:pt x="49484" y="5089"/>
                </a:lnTo>
                <a:lnTo>
                  <a:pt x="49484" y="4700"/>
                </a:lnTo>
                <a:lnTo>
                  <a:pt x="50028" y="3922"/>
                </a:lnTo>
                <a:lnTo>
                  <a:pt x="50028" y="3533"/>
                </a:lnTo>
                <a:lnTo>
                  <a:pt x="50391" y="3128"/>
                </a:lnTo>
                <a:lnTo>
                  <a:pt x="50391" y="2350"/>
                </a:lnTo>
                <a:lnTo>
                  <a:pt x="50753" y="1961"/>
                </a:lnTo>
                <a:lnTo>
                  <a:pt x="51297" y="1572"/>
                </a:lnTo>
                <a:lnTo>
                  <a:pt x="51297" y="777"/>
                </a:lnTo>
                <a:lnTo>
                  <a:pt x="51660" y="388"/>
                </a:lnTo>
                <a:lnTo>
                  <a:pt x="52203" y="0"/>
                </a:lnTo>
              </a:path>
            </a:pathLst>
          </a:custGeom>
          <a:ln w="24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7148174" y="2345575"/>
            <a:ext cx="51660" cy="105333"/>
          </a:xfrm>
          <a:custGeom>
            <a:avLst/>
            <a:gdLst/>
            <a:ahLst/>
            <a:cxnLst/>
            <a:rect l="l" t="t" r="r" b="b"/>
            <a:pathLst>
              <a:path w="51660" h="105333">
                <a:moveTo>
                  <a:pt x="0" y="105333"/>
                </a:moveTo>
                <a:lnTo>
                  <a:pt x="0" y="104555"/>
                </a:lnTo>
                <a:lnTo>
                  <a:pt x="362" y="104166"/>
                </a:lnTo>
                <a:lnTo>
                  <a:pt x="362" y="103761"/>
                </a:lnTo>
                <a:lnTo>
                  <a:pt x="906" y="102983"/>
                </a:lnTo>
                <a:lnTo>
                  <a:pt x="906" y="102594"/>
                </a:lnTo>
                <a:lnTo>
                  <a:pt x="1268" y="102205"/>
                </a:lnTo>
                <a:lnTo>
                  <a:pt x="1631" y="101427"/>
                </a:lnTo>
                <a:lnTo>
                  <a:pt x="1631" y="101022"/>
                </a:lnTo>
                <a:lnTo>
                  <a:pt x="2175" y="100244"/>
                </a:lnTo>
                <a:lnTo>
                  <a:pt x="2175" y="99855"/>
                </a:lnTo>
                <a:lnTo>
                  <a:pt x="2537" y="99466"/>
                </a:lnTo>
                <a:lnTo>
                  <a:pt x="3081" y="98672"/>
                </a:lnTo>
                <a:lnTo>
                  <a:pt x="3081" y="98283"/>
                </a:lnTo>
                <a:lnTo>
                  <a:pt x="3444" y="97894"/>
                </a:lnTo>
                <a:lnTo>
                  <a:pt x="3806" y="97116"/>
                </a:lnTo>
                <a:lnTo>
                  <a:pt x="3806" y="96727"/>
                </a:lnTo>
                <a:lnTo>
                  <a:pt x="4350" y="96322"/>
                </a:lnTo>
                <a:lnTo>
                  <a:pt x="4350" y="95544"/>
                </a:lnTo>
                <a:lnTo>
                  <a:pt x="4712" y="95155"/>
                </a:lnTo>
                <a:lnTo>
                  <a:pt x="4712" y="94766"/>
                </a:lnTo>
                <a:lnTo>
                  <a:pt x="5256" y="93988"/>
                </a:lnTo>
                <a:lnTo>
                  <a:pt x="5619" y="93583"/>
                </a:lnTo>
                <a:lnTo>
                  <a:pt x="5619" y="92805"/>
                </a:lnTo>
                <a:lnTo>
                  <a:pt x="5981" y="92416"/>
                </a:lnTo>
                <a:lnTo>
                  <a:pt x="6525" y="92027"/>
                </a:lnTo>
                <a:lnTo>
                  <a:pt x="6525" y="91233"/>
                </a:lnTo>
                <a:lnTo>
                  <a:pt x="6888" y="90844"/>
                </a:lnTo>
                <a:lnTo>
                  <a:pt x="6888" y="90455"/>
                </a:lnTo>
                <a:lnTo>
                  <a:pt x="7431" y="89677"/>
                </a:lnTo>
                <a:lnTo>
                  <a:pt x="7431" y="89288"/>
                </a:lnTo>
                <a:lnTo>
                  <a:pt x="7794" y="88494"/>
                </a:lnTo>
                <a:lnTo>
                  <a:pt x="8338" y="88105"/>
                </a:lnTo>
                <a:lnTo>
                  <a:pt x="8338" y="87716"/>
                </a:lnTo>
                <a:lnTo>
                  <a:pt x="8700" y="86938"/>
                </a:lnTo>
                <a:lnTo>
                  <a:pt x="8700" y="86549"/>
                </a:lnTo>
                <a:lnTo>
                  <a:pt x="9063" y="86143"/>
                </a:lnTo>
                <a:lnTo>
                  <a:pt x="9063" y="85365"/>
                </a:lnTo>
                <a:lnTo>
                  <a:pt x="9606" y="84976"/>
                </a:lnTo>
                <a:lnTo>
                  <a:pt x="9969" y="84587"/>
                </a:lnTo>
                <a:lnTo>
                  <a:pt x="9969" y="83793"/>
                </a:lnTo>
                <a:lnTo>
                  <a:pt x="10513" y="83404"/>
                </a:lnTo>
                <a:lnTo>
                  <a:pt x="10875" y="82626"/>
                </a:lnTo>
                <a:lnTo>
                  <a:pt x="10875" y="82237"/>
                </a:lnTo>
                <a:lnTo>
                  <a:pt x="11238" y="81848"/>
                </a:lnTo>
                <a:lnTo>
                  <a:pt x="11238" y="81054"/>
                </a:lnTo>
                <a:lnTo>
                  <a:pt x="11782" y="80665"/>
                </a:lnTo>
                <a:lnTo>
                  <a:pt x="12144" y="80276"/>
                </a:lnTo>
                <a:lnTo>
                  <a:pt x="12144" y="79498"/>
                </a:lnTo>
                <a:lnTo>
                  <a:pt x="12688" y="79093"/>
                </a:lnTo>
                <a:lnTo>
                  <a:pt x="12688" y="78704"/>
                </a:lnTo>
                <a:lnTo>
                  <a:pt x="13050" y="77926"/>
                </a:lnTo>
                <a:lnTo>
                  <a:pt x="13050" y="77537"/>
                </a:lnTo>
                <a:lnTo>
                  <a:pt x="13594" y="77148"/>
                </a:lnTo>
                <a:lnTo>
                  <a:pt x="13957" y="76354"/>
                </a:lnTo>
                <a:lnTo>
                  <a:pt x="13957" y="75965"/>
                </a:lnTo>
                <a:lnTo>
                  <a:pt x="14319" y="75576"/>
                </a:lnTo>
                <a:lnTo>
                  <a:pt x="14863" y="74798"/>
                </a:lnTo>
                <a:lnTo>
                  <a:pt x="14863" y="74409"/>
                </a:lnTo>
                <a:lnTo>
                  <a:pt x="15226" y="74004"/>
                </a:lnTo>
                <a:lnTo>
                  <a:pt x="15226" y="73226"/>
                </a:lnTo>
                <a:lnTo>
                  <a:pt x="15769" y="72837"/>
                </a:lnTo>
                <a:lnTo>
                  <a:pt x="15769" y="72448"/>
                </a:lnTo>
                <a:lnTo>
                  <a:pt x="16132" y="71654"/>
                </a:lnTo>
                <a:lnTo>
                  <a:pt x="16494" y="71265"/>
                </a:lnTo>
                <a:lnTo>
                  <a:pt x="16494" y="70876"/>
                </a:lnTo>
                <a:lnTo>
                  <a:pt x="17038" y="70098"/>
                </a:lnTo>
                <a:lnTo>
                  <a:pt x="17401" y="69709"/>
                </a:lnTo>
                <a:lnTo>
                  <a:pt x="17401" y="69320"/>
                </a:lnTo>
                <a:lnTo>
                  <a:pt x="17945" y="68526"/>
                </a:lnTo>
                <a:lnTo>
                  <a:pt x="17945" y="68137"/>
                </a:lnTo>
                <a:lnTo>
                  <a:pt x="18307" y="67359"/>
                </a:lnTo>
                <a:lnTo>
                  <a:pt x="18307" y="66970"/>
                </a:lnTo>
                <a:lnTo>
                  <a:pt x="18851" y="66564"/>
                </a:lnTo>
                <a:lnTo>
                  <a:pt x="19213" y="65787"/>
                </a:lnTo>
                <a:lnTo>
                  <a:pt x="19213" y="65398"/>
                </a:lnTo>
                <a:lnTo>
                  <a:pt x="19576" y="65009"/>
                </a:lnTo>
                <a:lnTo>
                  <a:pt x="19576" y="64214"/>
                </a:lnTo>
                <a:lnTo>
                  <a:pt x="20120" y="63825"/>
                </a:lnTo>
                <a:lnTo>
                  <a:pt x="20482" y="63047"/>
                </a:lnTo>
                <a:lnTo>
                  <a:pt x="20482" y="62658"/>
                </a:lnTo>
                <a:lnTo>
                  <a:pt x="21026" y="62269"/>
                </a:lnTo>
                <a:lnTo>
                  <a:pt x="21389" y="61475"/>
                </a:lnTo>
                <a:lnTo>
                  <a:pt x="21389" y="61086"/>
                </a:lnTo>
                <a:lnTo>
                  <a:pt x="21751" y="60697"/>
                </a:lnTo>
                <a:lnTo>
                  <a:pt x="21751" y="59919"/>
                </a:lnTo>
                <a:lnTo>
                  <a:pt x="22295" y="59530"/>
                </a:lnTo>
                <a:lnTo>
                  <a:pt x="22295" y="59125"/>
                </a:lnTo>
                <a:lnTo>
                  <a:pt x="22657" y="58347"/>
                </a:lnTo>
                <a:lnTo>
                  <a:pt x="23201" y="57958"/>
                </a:lnTo>
                <a:lnTo>
                  <a:pt x="23201" y="57569"/>
                </a:lnTo>
                <a:lnTo>
                  <a:pt x="23564" y="56775"/>
                </a:lnTo>
                <a:lnTo>
                  <a:pt x="23564" y="56386"/>
                </a:lnTo>
                <a:lnTo>
                  <a:pt x="23926" y="55997"/>
                </a:lnTo>
                <a:lnTo>
                  <a:pt x="24470" y="55219"/>
                </a:lnTo>
                <a:lnTo>
                  <a:pt x="24470" y="54830"/>
                </a:lnTo>
                <a:lnTo>
                  <a:pt x="24833" y="54425"/>
                </a:lnTo>
                <a:lnTo>
                  <a:pt x="24833" y="53647"/>
                </a:lnTo>
                <a:lnTo>
                  <a:pt x="25376" y="53258"/>
                </a:lnTo>
                <a:lnTo>
                  <a:pt x="25739" y="52869"/>
                </a:lnTo>
                <a:lnTo>
                  <a:pt x="25739" y="52091"/>
                </a:lnTo>
                <a:lnTo>
                  <a:pt x="26283" y="51686"/>
                </a:lnTo>
                <a:lnTo>
                  <a:pt x="26283" y="51297"/>
                </a:lnTo>
                <a:lnTo>
                  <a:pt x="26645" y="50519"/>
                </a:lnTo>
                <a:lnTo>
                  <a:pt x="26645" y="50130"/>
                </a:lnTo>
                <a:lnTo>
                  <a:pt x="27008" y="49741"/>
                </a:lnTo>
                <a:lnTo>
                  <a:pt x="27552" y="48947"/>
                </a:lnTo>
                <a:lnTo>
                  <a:pt x="27552" y="48558"/>
                </a:lnTo>
                <a:lnTo>
                  <a:pt x="27914" y="47780"/>
                </a:lnTo>
                <a:lnTo>
                  <a:pt x="28458" y="47391"/>
                </a:lnTo>
                <a:lnTo>
                  <a:pt x="28458" y="46986"/>
                </a:lnTo>
                <a:lnTo>
                  <a:pt x="28820" y="46208"/>
                </a:lnTo>
                <a:lnTo>
                  <a:pt x="28820" y="45819"/>
                </a:lnTo>
                <a:lnTo>
                  <a:pt x="29183" y="45430"/>
                </a:lnTo>
                <a:lnTo>
                  <a:pt x="29727" y="44652"/>
                </a:lnTo>
                <a:lnTo>
                  <a:pt x="29727" y="44247"/>
                </a:lnTo>
                <a:lnTo>
                  <a:pt x="30089" y="43858"/>
                </a:lnTo>
                <a:lnTo>
                  <a:pt x="30089" y="43080"/>
                </a:lnTo>
                <a:lnTo>
                  <a:pt x="30633" y="42691"/>
                </a:lnTo>
                <a:lnTo>
                  <a:pt x="30633" y="41896"/>
                </a:lnTo>
                <a:lnTo>
                  <a:pt x="30996" y="41507"/>
                </a:lnTo>
                <a:lnTo>
                  <a:pt x="31539" y="41118"/>
                </a:lnTo>
                <a:lnTo>
                  <a:pt x="31539" y="40340"/>
                </a:lnTo>
                <a:lnTo>
                  <a:pt x="31902" y="39951"/>
                </a:lnTo>
                <a:lnTo>
                  <a:pt x="32264" y="39546"/>
                </a:lnTo>
                <a:lnTo>
                  <a:pt x="32264" y="38768"/>
                </a:lnTo>
                <a:lnTo>
                  <a:pt x="32808" y="38379"/>
                </a:lnTo>
                <a:lnTo>
                  <a:pt x="32808" y="37990"/>
                </a:lnTo>
                <a:lnTo>
                  <a:pt x="33171" y="37196"/>
                </a:lnTo>
                <a:lnTo>
                  <a:pt x="33171" y="36807"/>
                </a:lnTo>
                <a:lnTo>
                  <a:pt x="33714" y="36418"/>
                </a:lnTo>
                <a:lnTo>
                  <a:pt x="34077" y="35640"/>
                </a:lnTo>
                <a:lnTo>
                  <a:pt x="34077" y="35251"/>
                </a:lnTo>
                <a:lnTo>
                  <a:pt x="34440" y="34862"/>
                </a:lnTo>
                <a:lnTo>
                  <a:pt x="34440" y="34068"/>
                </a:lnTo>
                <a:lnTo>
                  <a:pt x="34983" y="33679"/>
                </a:lnTo>
                <a:lnTo>
                  <a:pt x="35346" y="33290"/>
                </a:lnTo>
                <a:lnTo>
                  <a:pt x="35346" y="32512"/>
                </a:lnTo>
                <a:lnTo>
                  <a:pt x="35890" y="32107"/>
                </a:lnTo>
                <a:lnTo>
                  <a:pt x="35890" y="31718"/>
                </a:lnTo>
                <a:lnTo>
                  <a:pt x="36252" y="30940"/>
                </a:lnTo>
                <a:lnTo>
                  <a:pt x="36796" y="30551"/>
                </a:lnTo>
                <a:lnTo>
                  <a:pt x="36796" y="30162"/>
                </a:lnTo>
                <a:lnTo>
                  <a:pt x="37158" y="29368"/>
                </a:lnTo>
                <a:lnTo>
                  <a:pt x="37158" y="28979"/>
                </a:lnTo>
                <a:lnTo>
                  <a:pt x="37521" y="28590"/>
                </a:lnTo>
                <a:lnTo>
                  <a:pt x="38065" y="27812"/>
                </a:lnTo>
                <a:lnTo>
                  <a:pt x="38065" y="27423"/>
                </a:lnTo>
                <a:lnTo>
                  <a:pt x="38427" y="26629"/>
                </a:lnTo>
                <a:lnTo>
                  <a:pt x="38971" y="26240"/>
                </a:lnTo>
                <a:lnTo>
                  <a:pt x="38971" y="25851"/>
                </a:lnTo>
                <a:lnTo>
                  <a:pt x="39334" y="25073"/>
                </a:lnTo>
                <a:lnTo>
                  <a:pt x="39334" y="24668"/>
                </a:lnTo>
                <a:lnTo>
                  <a:pt x="39696" y="24279"/>
                </a:lnTo>
                <a:lnTo>
                  <a:pt x="39696" y="23501"/>
                </a:lnTo>
                <a:lnTo>
                  <a:pt x="40240" y="23112"/>
                </a:lnTo>
                <a:lnTo>
                  <a:pt x="40603" y="22723"/>
                </a:lnTo>
                <a:lnTo>
                  <a:pt x="40603" y="21929"/>
                </a:lnTo>
                <a:lnTo>
                  <a:pt x="41146" y="21540"/>
                </a:lnTo>
                <a:lnTo>
                  <a:pt x="41146" y="21151"/>
                </a:lnTo>
                <a:lnTo>
                  <a:pt x="41509" y="20373"/>
                </a:lnTo>
                <a:lnTo>
                  <a:pt x="41509" y="19967"/>
                </a:lnTo>
                <a:lnTo>
                  <a:pt x="42053" y="19578"/>
                </a:lnTo>
                <a:lnTo>
                  <a:pt x="42415" y="18800"/>
                </a:lnTo>
                <a:lnTo>
                  <a:pt x="42415" y="18411"/>
                </a:lnTo>
                <a:lnTo>
                  <a:pt x="42778" y="18022"/>
                </a:lnTo>
                <a:lnTo>
                  <a:pt x="43321" y="17228"/>
                </a:lnTo>
                <a:lnTo>
                  <a:pt x="43321" y="16839"/>
                </a:lnTo>
                <a:lnTo>
                  <a:pt x="43684" y="16450"/>
                </a:lnTo>
                <a:lnTo>
                  <a:pt x="43684" y="15672"/>
                </a:lnTo>
                <a:lnTo>
                  <a:pt x="44228" y="15283"/>
                </a:lnTo>
                <a:lnTo>
                  <a:pt x="44228" y="14878"/>
                </a:lnTo>
                <a:lnTo>
                  <a:pt x="44590" y="14100"/>
                </a:lnTo>
                <a:lnTo>
                  <a:pt x="44953" y="13711"/>
                </a:lnTo>
                <a:lnTo>
                  <a:pt x="44953" y="12933"/>
                </a:lnTo>
                <a:lnTo>
                  <a:pt x="45497" y="12528"/>
                </a:lnTo>
                <a:lnTo>
                  <a:pt x="45497" y="12139"/>
                </a:lnTo>
                <a:lnTo>
                  <a:pt x="45859" y="11750"/>
                </a:lnTo>
                <a:lnTo>
                  <a:pt x="46403" y="10972"/>
                </a:lnTo>
                <a:lnTo>
                  <a:pt x="46403" y="10583"/>
                </a:lnTo>
                <a:lnTo>
                  <a:pt x="46765" y="10194"/>
                </a:lnTo>
                <a:lnTo>
                  <a:pt x="47128" y="9400"/>
                </a:lnTo>
                <a:lnTo>
                  <a:pt x="47128" y="9011"/>
                </a:lnTo>
                <a:lnTo>
                  <a:pt x="47672" y="8622"/>
                </a:lnTo>
                <a:lnTo>
                  <a:pt x="47672" y="7844"/>
                </a:lnTo>
                <a:lnTo>
                  <a:pt x="48034" y="7439"/>
                </a:lnTo>
                <a:lnTo>
                  <a:pt x="48034" y="7050"/>
                </a:lnTo>
                <a:lnTo>
                  <a:pt x="48578" y="6272"/>
                </a:lnTo>
                <a:lnTo>
                  <a:pt x="48941" y="5883"/>
                </a:lnTo>
                <a:lnTo>
                  <a:pt x="48941" y="5494"/>
                </a:lnTo>
                <a:lnTo>
                  <a:pt x="49484" y="4700"/>
                </a:lnTo>
                <a:lnTo>
                  <a:pt x="49847" y="4311"/>
                </a:lnTo>
                <a:lnTo>
                  <a:pt x="49847" y="3922"/>
                </a:lnTo>
                <a:lnTo>
                  <a:pt x="50209" y="3144"/>
                </a:lnTo>
                <a:lnTo>
                  <a:pt x="50209" y="2739"/>
                </a:lnTo>
                <a:lnTo>
                  <a:pt x="50753" y="1961"/>
                </a:lnTo>
                <a:lnTo>
                  <a:pt x="50753" y="1572"/>
                </a:lnTo>
                <a:lnTo>
                  <a:pt x="51116" y="1183"/>
                </a:lnTo>
                <a:lnTo>
                  <a:pt x="51660" y="405"/>
                </a:lnTo>
                <a:lnTo>
                  <a:pt x="51660" y="0"/>
                </a:lnTo>
              </a:path>
            </a:pathLst>
          </a:custGeom>
          <a:ln w="24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7199834" y="2243386"/>
            <a:ext cx="52022" cy="102189"/>
          </a:xfrm>
          <a:custGeom>
            <a:avLst/>
            <a:gdLst/>
            <a:ahLst/>
            <a:cxnLst/>
            <a:rect l="l" t="t" r="r" b="b"/>
            <a:pathLst>
              <a:path w="52022" h="102189">
                <a:moveTo>
                  <a:pt x="0" y="102189"/>
                </a:moveTo>
                <a:lnTo>
                  <a:pt x="362" y="101800"/>
                </a:lnTo>
                <a:lnTo>
                  <a:pt x="362" y="101022"/>
                </a:lnTo>
                <a:lnTo>
                  <a:pt x="725" y="100633"/>
                </a:lnTo>
                <a:lnTo>
                  <a:pt x="725" y="100244"/>
                </a:lnTo>
                <a:lnTo>
                  <a:pt x="1268" y="99839"/>
                </a:lnTo>
                <a:lnTo>
                  <a:pt x="1631" y="99061"/>
                </a:lnTo>
                <a:lnTo>
                  <a:pt x="1631" y="98672"/>
                </a:lnTo>
                <a:lnTo>
                  <a:pt x="2175" y="98283"/>
                </a:lnTo>
                <a:lnTo>
                  <a:pt x="2537" y="97489"/>
                </a:lnTo>
                <a:lnTo>
                  <a:pt x="2537" y="97100"/>
                </a:lnTo>
                <a:lnTo>
                  <a:pt x="3081" y="96711"/>
                </a:lnTo>
                <a:lnTo>
                  <a:pt x="3081" y="95933"/>
                </a:lnTo>
                <a:lnTo>
                  <a:pt x="3444" y="95544"/>
                </a:lnTo>
                <a:lnTo>
                  <a:pt x="3806" y="94750"/>
                </a:lnTo>
                <a:lnTo>
                  <a:pt x="3806" y="94361"/>
                </a:lnTo>
                <a:lnTo>
                  <a:pt x="4350" y="93972"/>
                </a:lnTo>
                <a:lnTo>
                  <a:pt x="4350" y="93194"/>
                </a:lnTo>
                <a:lnTo>
                  <a:pt x="4712" y="92805"/>
                </a:lnTo>
                <a:lnTo>
                  <a:pt x="4712" y="92400"/>
                </a:lnTo>
                <a:lnTo>
                  <a:pt x="5256" y="91622"/>
                </a:lnTo>
                <a:lnTo>
                  <a:pt x="5619" y="91233"/>
                </a:lnTo>
                <a:lnTo>
                  <a:pt x="5619" y="90844"/>
                </a:lnTo>
                <a:lnTo>
                  <a:pt x="5981" y="90455"/>
                </a:lnTo>
                <a:lnTo>
                  <a:pt x="6525" y="89660"/>
                </a:lnTo>
                <a:lnTo>
                  <a:pt x="6525" y="89271"/>
                </a:lnTo>
                <a:lnTo>
                  <a:pt x="6888" y="88882"/>
                </a:lnTo>
                <a:lnTo>
                  <a:pt x="6888" y="88105"/>
                </a:lnTo>
                <a:lnTo>
                  <a:pt x="7431" y="87716"/>
                </a:lnTo>
                <a:lnTo>
                  <a:pt x="7431" y="87310"/>
                </a:lnTo>
                <a:lnTo>
                  <a:pt x="7794" y="86532"/>
                </a:lnTo>
                <a:lnTo>
                  <a:pt x="8338" y="86143"/>
                </a:lnTo>
                <a:lnTo>
                  <a:pt x="8338" y="85754"/>
                </a:lnTo>
                <a:lnTo>
                  <a:pt x="8700" y="84960"/>
                </a:lnTo>
                <a:lnTo>
                  <a:pt x="9063" y="84571"/>
                </a:lnTo>
                <a:lnTo>
                  <a:pt x="9063" y="83793"/>
                </a:lnTo>
                <a:lnTo>
                  <a:pt x="9606" y="83404"/>
                </a:lnTo>
                <a:lnTo>
                  <a:pt x="9606" y="83015"/>
                </a:lnTo>
                <a:lnTo>
                  <a:pt x="9969" y="82221"/>
                </a:lnTo>
                <a:lnTo>
                  <a:pt x="9969" y="81832"/>
                </a:lnTo>
                <a:lnTo>
                  <a:pt x="10513" y="81443"/>
                </a:lnTo>
                <a:lnTo>
                  <a:pt x="10875" y="81054"/>
                </a:lnTo>
                <a:lnTo>
                  <a:pt x="10875" y="80260"/>
                </a:lnTo>
                <a:lnTo>
                  <a:pt x="11238" y="79871"/>
                </a:lnTo>
                <a:lnTo>
                  <a:pt x="11238" y="79482"/>
                </a:lnTo>
                <a:lnTo>
                  <a:pt x="11782" y="78704"/>
                </a:lnTo>
                <a:lnTo>
                  <a:pt x="12144" y="78315"/>
                </a:lnTo>
                <a:lnTo>
                  <a:pt x="12144" y="77926"/>
                </a:lnTo>
                <a:lnTo>
                  <a:pt x="12688" y="77132"/>
                </a:lnTo>
                <a:lnTo>
                  <a:pt x="13050" y="76743"/>
                </a:lnTo>
                <a:lnTo>
                  <a:pt x="13050" y="76354"/>
                </a:lnTo>
                <a:lnTo>
                  <a:pt x="13413" y="75576"/>
                </a:lnTo>
                <a:lnTo>
                  <a:pt x="13413" y="75171"/>
                </a:lnTo>
                <a:lnTo>
                  <a:pt x="13957" y="74782"/>
                </a:lnTo>
                <a:lnTo>
                  <a:pt x="13957" y="74004"/>
                </a:lnTo>
                <a:lnTo>
                  <a:pt x="14319" y="73615"/>
                </a:lnTo>
                <a:lnTo>
                  <a:pt x="14863" y="73226"/>
                </a:lnTo>
                <a:lnTo>
                  <a:pt x="14863" y="72432"/>
                </a:lnTo>
                <a:lnTo>
                  <a:pt x="15226" y="72043"/>
                </a:lnTo>
                <a:lnTo>
                  <a:pt x="15226" y="71654"/>
                </a:lnTo>
                <a:lnTo>
                  <a:pt x="15769" y="70876"/>
                </a:lnTo>
                <a:lnTo>
                  <a:pt x="16132" y="70487"/>
                </a:lnTo>
                <a:lnTo>
                  <a:pt x="16132" y="70082"/>
                </a:lnTo>
                <a:lnTo>
                  <a:pt x="16494" y="69304"/>
                </a:lnTo>
                <a:lnTo>
                  <a:pt x="16494" y="68915"/>
                </a:lnTo>
                <a:lnTo>
                  <a:pt x="17038" y="68526"/>
                </a:lnTo>
                <a:lnTo>
                  <a:pt x="17401" y="67731"/>
                </a:lnTo>
                <a:lnTo>
                  <a:pt x="17401" y="67342"/>
                </a:lnTo>
                <a:lnTo>
                  <a:pt x="17945" y="66953"/>
                </a:lnTo>
                <a:lnTo>
                  <a:pt x="17945" y="66176"/>
                </a:lnTo>
                <a:lnTo>
                  <a:pt x="18307" y="65787"/>
                </a:lnTo>
                <a:lnTo>
                  <a:pt x="18307" y="65381"/>
                </a:lnTo>
                <a:lnTo>
                  <a:pt x="18670" y="64603"/>
                </a:lnTo>
                <a:lnTo>
                  <a:pt x="19213" y="64214"/>
                </a:lnTo>
                <a:lnTo>
                  <a:pt x="19213" y="63825"/>
                </a:lnTo>
                <a:lnTo>
                  <a:pt x="19576" y="63436"/>
                </a:lnTo>
                <a:lnTo>
                  <a:pt x="20120" y="62642"/>
                </a:lnTo>
                <a:lnTo>
                  <a:pt x="20120" y="62253"/>
                </a:lnTo>
                <a:lnTo>
                  <a:pt x="20482" y="61864"/>
                </a:lnTo>
                <a:lnTo>
                  <a:pt x="20482" y="61086"/>
                </a:lnTo>
                <a:lnTo>
                  <a:pt x="21026" y="60697"/>
                </a:lnTo>
                <a:lnTo>
                  <a:pt x="21389" y="60292"/>
                </a:lnTo>
                <a:lnTo>
                  <a:pt x="21389" y="59514"/>
                </a:lnTo>
                <a:lnTo>
                  <a:pt x="21751" y="59125"/>
                </a:lnTo>
                <a:lnTo>
                  <a:pt x="21751" y="58736"/>
                </a:lnTo>
                <a:lnTo>
                  <a:pt x="22295" y="57942"/>
                </a:lnTo>
                <a:lnTo>
                  <a:pt x="22295" y="57553"/>
                </a:lnTo>
                <a:lnTo>
                  <a:pt x="22657" y="57164"/>
                </a:lnTo>
                <a:lnTo>
                  <a:pt x="23201" y="56386"/>
                </a:lnTo>
                <a:lnTo>
                  <a:pt x="23201" y="55997"/>
                </a:lnTo>
                <a:lnTo>
                  <a:pt x="23564" y="55592"/>
                </a:lnTo>
                <a:lnTo>
                  <a:pt x="23926" y="55203"/>
                </a:lnTo>
                <a:lnTo>
                  <a:pt x="23926" y="54425"/>
                </a:lnTo>
                <a:lnTo>
                  <a:pt x="24470" y="54036"/>
                </a:lnTo>
                <a:lnTo>
                  <a:pt x="24470" y="53258"/>
                </a:lnTo>
                <a:lnTo>
                  <a:pt x="24833" y="52853"/>
                </a:lnTo>
                <a:lnTo>
                  <a:pt x="24833" y="52464"/>
                </a:lnTo>
                <a:lnTo>
                  <a:pt x="25376" y="51686"/>
                </a:lnTo>
                <a:lnTo>
                  <a:pt x="25739" y="51297"/>
                </a:lnTo>
                <a:lnTo>
                  <a:pt x="25739" y="50908"/>
                </a:lnTo>
                <a:lnTo>
                  <a:pt x="26283" y="50503"/>
                </a:lnTo>
                <a:lnTo>
                  <a:pt x="26283" y="49725"/>
                </a:lnTo>
                <a:lnTo>
                  <a:pt x="26645" y="49336"/>
                </a:lnTo>
                <a:lnTo>
                  <a:pt x="27008" y="48947"/>
                </a:lnTo>
                <a:lnTo>
                  <a:pt x="27008" y="48153"/>
                </a:lnTo>
                <a:lnTo>
                  <a:pt x="27552" y="47764"/>
                </a:lnTo>
                <a:lnTo>
                  <a:pt x="27552" y="47375"/>
                </a:lnTo>
                <a:lnTo>
                  <a:pt x="27914" y="46597"/>
                </a:lnTo>
                <a:lnTo>
                  <a:pt x="28458" y="46208"/>
                </a:lnTo>
                <a:lnTo>
                  <a:pt x="28458" y="45819"/>
                </a:lnTo>
                <a:lnTo>
                  <a:pt x="28820" y="45024"/>
                </a:lnTo>
                <a:lnTo>
                  <a:pt x="28820" y="44635"/>
                </a:lnTo>
                <a:lnTo>
                  <a:pt x="29183" y="44247"/>
                </a:lnTo>
                <a:lnTo>
                  <a:pt x="29727" y="43469"/>
                </a:lnTo>
                <a:lnTo>
                  <a:pt x="29727" y="43063"/>
                </a:lnTo>
                <a:lnTo>
                  <a:pt x="30089" y="42674"/>
                </a:lnTo>
                <a:lnTo>
                  <a:pt x="30089" y="42285"/>
                </a:lnTo>
                <a:lnTo>
                  <a:pt x="30633" y="41507"/>
                </a:lnTo>
                <a:lnTo>
                  <a:pt x="30996" y="41118"/>
                </a:lnTo>
                <a:lnTo>
                  <a:pt x="30996" y="40713"/>
                </a:lnTo>
                <a:lnTo>
                  <a:pt x="31358" y="39935"/>
                </a:lnTo>
                <a:lnTo>
                  <a:pt x="31358" y="39546"/>
                </a:lnTo>
                <a:lnTo>
                  <a:pt x="31902" y="39157"/>
                </a:lnTo>
                <a:lnTo>
                  <a:pt x="32264" y="38363"/>
                </a:lnTo>
                <a:lnTo>
                  <a:pt x="32264" y="37974"/>
                </a:lnTo>
                <a:lnTo>
                  <a:pt x="32808" y="37585"/>
                </a:lnTo>
                <a:lnTo>
                  <a:pt x="32808" y="36807"/>
                </a:lnTo>
                <a:lnTo>
                  <a:pt x="33171" y="36418"/>
                </a:lnTo>
                <a:lnTo>
                  <a:pt x="33171" y="36029"/>
                </a:lnTo>
                <a:lnTo>
                  <a:pt x="33714" y="35624"/>
                </a:lnTo>
                <a:lnTo>
                  <a:pt x="34077" y="34846"/>
                </a:lnTo>
                <a:lnTo>
                  <a:pt x="34077" y="34457"/>
                </a:lnTo>
                <a:lnTo>
                  <a:pt x="34440" y="33679"/>
                </a:lnTo>
                <a:lnTo>
                  <a:pt x="34983" y="33274"/>
                </a:lnTo>
                <a:lnTo>
                  <a:pt x="34983" y="32885"/>
                </a:lnTo>
                <a:lnTo>
                  <a:pt x="35346" y="32496"/>
                </a:lnTo>
                <a:lnTo>
                  <a:pt x="35346" y="31718"/>
                </a:lnTo>
                <a:lnTo>
                  <a:pt x="35890" y="31329"/>
                </a:lnTo>
                <a:lnTo>
                  <a:pt x="35890" y="30924"/>
                </a:lnTo>
                <a:lnTo>
                  <a:pt x="36252" y="30535"/>
                </a:lnTo>
                <a:lnTo>
                  <a:pt x="36615" y="29757"/>
                </a:lnTo>
                <a:lnTo>
                  <a:pt x="36615" y="29368"/>
                </a:lnTo>
                <a:lnTo>
                  <a:pt x="37158" y="28590"/>
                </a:lnTo>
                <a:lnTo>
                  <a:pt x="37158" y="28185"/>
                </a:lnTo>
                <a:lnTo>
                  <a:pt x="37521" y="27796"/>
                </a:lnTo>
                <a:lnTo>
                  <a:pt x="38065" y="27018"/>
                </a:lnTo>
                <a:lnTo>
                  <a:pt x="38065" y="26629"/>
                </a:lnTo>
                <a:lnTo>
                  <a:pt x="38427" y="26240"/>
                </a:lnTo>
                <a:lnTo>
                  <a:pt x="38971" y="25835"/>
                </a:lnTo>
                <a:lnTo>
                  <a:pt x="38971" y="25057"/>
                </a:lnTo>
                <a:lnTo>
                  <a:pt x="39334" y="24668"/>
                </a:lnTo>
                <a:lnTo>
                  <a:pt x="39334" y="24279"/>
                </a:lnTo>
                <a:lnTo>
                  <a:pt x="39696" y="23484"/>
                </a:lnTo>
                <a:lnTo>
                  <a:pt x="39696" y="23095"/>
                </a:lnTo>
                <a:lnTo>
                  <a:pt x="40240" y="22706"/>
                </a:lnTo>
                <a:lnTo>
                  <a:pt x="40603" y="21929"/>
                </a:lnTo>
                <a:lnTo>
                  <a:pt x="40603" y="21540"/>
                </a:lnTo>
                <a:lnTo>
                  <a:pt x="41146" y="21134"/>
                </a:lnTo>
                <a:lnTo>
                  <a:pt x="41509" y="20745"/>
                </a:lnTo>
                <a:lnTo>
                  <a:pt x="41509" y="19967"/>
                </a:lnTo>
                <a:lnTo>
                  <a:pt x="41871" y="19578"/>
                </a:lnTo>
                <a:lnTo>
                  <a:pt x="41871" y="19189"/>
                </a:lnTo>
                <a:lnTo>
                  <a:pt x="42415" y="18395"/>
                </a:lnTo>
                <a:lnTo>
                  <a:pt x="42415" y="18006"/>
                </a:lnTo>
                <a:lnTo>
                  <a:pt x="42778" y="17617"/>
                </a:lnTo>
                <a:lnTo>
                  <a:pt x="43321" y="16839"/>
                </a:lnTo>
                <a:lnTo>
                  <a:pt x="43321" y="16450"/>
                </a:lnTo>
                <a:lnTo>
                  <a:pt x="43684" y="16045"/>
                </a:lnTo>
                <a:lnTo>
                  <a:pt x="43684" y="15656"/>
                </a:lnTo>
                <a:lnTo>
                  <a:pt x="44228" y="14878"/>
                </a:lnTo>
                <a:lnTo>
                  <a:pt x="44228" y="14489"/>
                </a:lnTo>
                <a:lnTo>
                  <a:pt x="44590" y="14100"/>
                </a:lnTo>
                <a:lnTo>
                  <a:pt x="44953" y="13306"/>
                </a:lnTo>
                <a:lnTo>
                  <a:pt x="45497" y="12917"/>
                </a:lnTo>
                <a:lnTo>
                  <a:pt x="45497" y="12528"/>
                </a:lnTo>
                <a:lnTo>
                  <a:pt x="45859" y="11750"/>
                </a:lnTo>
                <a:lnTo>
                  <a:pt x="45859" y="11361"/>
                </a:lnTo>
                <a:lnTo>
                  <a:pt x="46403" y="10956"/>
                </a:lnTo>
                <a:lnTo>
                  <a:pt x="46403" y="10567"/>
                </a:lnTo>
                <a:lnTo>
                  <a:pt x="46765" y="9789"/>
                </a:lnTo>
                <a:lnTo>
                  <a:pt x="47128" y="9400"/>
                </a:lnTo>
                <a:lnTo>
                  <a:pt x="47128" y="9011"/>
                </a:lnTo>
                <a:lnTo>
                  <a:pt x="47672" y="8217"/>
                </a:lnTo>
                <a:lnTo>
                  <a:pt x="47672" y="7828"/>
                </a:lnTo>
                <a:lnTo>
                  <a:pt x="48034" y="7439"/>
                </a:lnTo>
                <a:lnTo>
                  <a:pt x="48034" y="6661"/>
                </a:lnTo>
                <a:lnTo>
                  <a:pt x="48578" y="6256"/>
                </a:lnTo>
                <a:lnTo>
                  <a:pt x="48941" y="5867"/>
                </a:lnTo>
                <a:lnTo>
                  <a:pt x="48941" y="5478"/>
                </a:lnTo>
                <a:lnTo>
                  <a:pt x="49303" y="4700"/>
                </a:lnTo>
                <a:lnTo>
                  <a:pt x="49847" y="4311"/>
                </a:lnTo>
                <a:lnTo>
                  <a:pt x="49847" y="3906"/>
                </a:lnTo>
                <a:lnTo>
                  <a:pt x="50209" y="3128"/>
                </a:lnTo>
                <a:lnTo>
                  <a:pt x="50209" y="2739"/>
                </a:lnTo>
                <a:lnTo>
                  <a:pt x="50753" y="2350"/>
                </a:lnTo>
                <a:lnTo>
                  <a:pt x="50753" y="1961"/>
                </a:lnTo>
                <a:lnTo>
                  <a:pt x="51116" y="1166"/>
                </a:lnTo>
                <a:lnTo>
                  <a:pt x="51660" y="777"/>
                </a:lnTo>
                <a:lnTo>
                  <a:pt x="51660" y="388"/>
                </a:lnTo>
                <a:lnTo>
                  <a:pt x="52022" y="0"/>
                </a:lnTo>
              </a:path>
            </a:pathLst>
          </a:custGeom>
          <a:ln w="24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7251856" y="2144713"/>
            <a:ext cx="52022" cy="98672"/>
          </a:xfrm>
          <a:custGeom>
            <a:avLst/>
            <a:gdLst/>
            <a:ahLst/>
            <a:cxnLst/>
            <a:rect l="l" t="t" r="r" b="b"/>
            <a:pathLst>
              <a:path w="52022" h="98672">
                <a:moveTo>
                  <a:pt x="0" y="98672"/>
                </a:moveTo>
                <a:lnTo>
                  <a:pt x="362" y="97894"/>
                </a:lnTo>
                <a:lnTo>
                  <a:pt x="362" y="97489"/>
                </a:lnTo>
                <a:lnTo>
                  <a:pt x="906" y="96711"/>
                </a:lnTo>
                <a:lnTo>
                  <a:pt x="906" y="96322"/>
                </a:lnTo>
                <a:lnTo>
                  <a:pt x="1268" y="95933"/>
                </a:lnTo>
                <a:lnTo>
                  <a:pt x="1812" y="95544"/>
                </a:lnTo>
                <a:lnTo>
                  <a:pt x="1812" y="94750"/>
                </a:lnTo>
                <a:lnTo>
                  <a:pt x="2175" y="94361"/>
                </a:lnTo>
                <a:lnTo>
                  <a:pt x="2175" y="93972"/>
                </a:lnTo>
                <a:lnTo>
                  <a:pt x="2537" y="93583"/>
                </a:lnTo>
                <a:lnTo>
                  <a:pt x="2537" y="92805"/>
                </a:lnTo>
                <a:lnTo>
                  <a:pt x="3081" y="92400"/>
                </a:lnTo>
                <a:lnTo>
                  <a:pt x="3444" y="92011"/>
                </a:lnTo>
                <a:lnTo>
                  <a:pt x="3444" y="91233"/>
                </a:lnTo>
                <a:lnTo>
                  <a:pt x="3987" y="90844"/>
                </a:lnTo>
                <a:lnTo>
                  <a:pt x="4350" y="90455"/>
                </a:lnTo>
                <a:lnTo>
                  <a:pt x="4350" y="90049"/>
                </a:lnTo>
                <a:lnTo>
                  <a:pt x="4894" y="89271"/>
                </a:lnTo>
                <a:lnTo>
                  <a:pt x="4894" y="88882"/>
                </a:lnTo>
                <a:lnTo>
                  <a:pt x="5256" y="88494"/>
                </a:lnTo>
                <a:lnTo>
                  <a:pt x="5256" y="87699"/>
                </a:lnTo>
                <a:lnTo>
                  <a:pt x="5619" y="87310"/>
                </a:lnTo>
                <a:lnTo>
                  <a:pt x="6162" y="86921"/>
                </a:lnTo>
                <a:lnTo>
                  <a:pt x="6162" y="86532"/>
                </a:lnTo>
                <a:lnTo>
                  <a:pt x="6525" y="85754"/>
                </a:lnTo>
                <a:lnTo>
                  <a:pt x="6525" y="85365"/>
                </a:lnTo>
                <a:lnTo>
                  <a:pt x="7069" y="84960"/>
                </a:lnTo>
                <a:lnTo>
                  <a:pt x="7431" y="84182"/>
                </a:lnTo>
                <a:lnTo>
                  <a:pt x="7431" y="83793"/>
                </a:lnTo>
                <a:lnTo>
                  <a:pt x="7794" y="83404"/>
                </a:lnTo>
                <a:lnTo>
                  <a:pt x="7794" y="83015"/>
                </a:lnTo>
                <a:lnTo>
                  <a:pt x="8338" y="82221"/>
                </a:lnTo>
                <a:lnTo>
                  <a:pt x="8700" y="81832"/>
                </a:lnTo>
                <a:lnTo>
                  <a:pt x="8700" y="81443"/>
                </a:lnTo>
                <a:lnTo>
                  <a:pt x="9244" y="80665"/>
                </a:lnTo>
                <a:lnTo>
                  <a:pt x="9244" y="80260"/>
                </a:lnTo>
                <a:lnTo>
                  <a:pt x="9606" y="79871"/>
                </a:lnTo>
                <a:lnTo>
                  <a:pt x="9606" y="79482"/>
                </a:lnTo>
                <a:lnTo>
                  <a:pt x="10150" y="78704"/>
                </a:lnTo>
                <a:lnTo>
                  <a:pt x="10513" y="78315"/>
                </a:lnTo>
                <a:lnTo>
                  <a:pt x="10513" y="77910"/>
                </a:lnTo>
                <a:lnTo>
                  <a:pt x="10875" y="77132"/>
                </a:lnTo>
                <a:lnTo>
                  <a:pt x="11419" y="76743"/>
                </a:lnTo>
                <a:lnTo>
                  <a:pt x="11419" y="76354"/>
                </a:lnTo>
                <a:lnTo>
                  <a:pt x="11782" y="75965"/>
                </a:lnTo>
                <a:lnTo>
                  <a:pt x="11782" y="75171"/>
                </a:lnTo>
                <a:lnTo>
                  <a:pt x="12325" y="74782"/>
                </a:lnTo>
                <a:lnTo>
                  <a:pt x="12688" y="74393"/>
                </a:lnTo>
                <a:lnTo>
                  <a:pt x="12688" y="74004"/>
                </a:lnTo>
                <a:lnTo>
                  <a:pt x="13050" y="73226"/>
                </a:lnTo>
                <a:lnTo>
                  <a:pt x="13050" y="72821"/>
                </a:lnTo>
                <a:lnTo>
                  <a:pt x="13594" y="72432"/>
                </a:lnTo>
                <a:lnTo>
                  <a:pt x="13594" y="71654"/>
                </a:lnTo>
                <a:lnTo>
                  <a:pt x="13957" y="71265"/>
                </a:lnTo>
                <a:lnTo>
                  <a:pt x="14501" y="70876"/>
                </a:lnTo>
                <a:lnTo>
                  <a:pt x="14501" y="70471"/>
                </a:lnTo>
                <a:lnTo>
                  <a:pt x="14863" y="69693"/>
                </a:lnTo>
                <a:lnTo>
                  <a:pt x="15226" y="69304"/>
                </a:lnTo>
                <a:lnTo>
                  <a:pt x="15226" y="68915"/>
                </a:lnTo>
                <a:lnTo>
                  <a:pt x="15769" y="68137"/>
                </a:lnTo>
                <a:lnTo>
                  <a:pt x="15769" y="67731"/>
                </a:lnTo>
                <a:lnTo>
                  <a:pt x="16132" y="67342"/>
                </a:lnTo>
                <a:lnTo>
                  <a:pt x="16132" y="66953"/>
                </a:lnTo>
                <a:lnTo>
                  <a:pt x="16676" y="66176"/>
                </a:lnTo>
                <a:lnTo>
                  <a:pt x="17038" y="65787"/>
                </a:lnTo>
                <a:lnTo>
                  <a:pt x="17038" y="65381"/>
                </a:lnTo>
                <a:lnTo>
                  <a:pt x="17582" y="64603"/>
                </a:lnTo>
                <a:lnTo>
                  <a:pt x="17582" y="64214"/>
                </a:lnTo>
                <a:lnTo>
                  <a:pt x="17945" y="63825"/>
                </a:lnTo>
                <a:lnTo>
                  <a:pt x="18307" y="63436"/>
                </a:lnTo>
                <a:lnTo>
                  <a:pt x="18307" y="63031"/>
                </a:lnTo>
                <a:lnTo>
                  <a:pt x="18851" y="62253"/>
                </a:lnTo>
                <a:lnTo>
                  <a:pt x="19213" y="61864"/>
                </a:lnTo>
                <a:lnTo>
                  <a:pt x="19213" y="61475"/>
                </a:lnTo>
                <a:lnTo>
                  <a:pt x="19757" y="60681"/>
                </a:lnTo>
                <a:lnTo>
                  <a:pt x="19757" y="60292"/>
                </a:lnTo>
                <a:lnTo>
                  <a:pt x="20120" y="59903"/>
                </a:lnTo>
                <a:lnTo>
                  <a:pt x="20120" y="59514"/>
                </a:lnTo>
                <a:lnTo>
                  <a:pt x="20482" y="58736"/>
                </a:lnTo>
                <a:lnTo>
                  <a:pt x="21026" y="58347"/>
                </a:lnTo>
                <a:lnTo>
                  <a:pt x="21026" y="57942"/>
                </a:lnTo>
                <a:lnTo>
                  <a:pt x="21389" y="57164"/>
                </a:lnTo>
                <a:lnTo>
                  <a:pt x="21389" y="56775"/>
                </a:lnTo>
                <a:lnTo>
                  <a:pt x="21932" y="56386"/>
                </a:lnTo>
                <a:lnTo>
                  <a:pt x="22295" y="55997"/>
                </a:lnTo>
                <a:lnTo>
                  <a:pt x="22295" y="55203"/>
                </a:lnTo>
                <a:lnTo>
                  <a:pt x="22839" y="54814"/>
                </a:lnTo>
                <a:lnTo>
                  <a:pt x="22839" y="54425"/>
                </a:lnTo>
                <a:lnTo>
                  <a:pt x="23201" y="54036"/>
                </a:lnTo>
                <a:lnTo>
                  <a:pt x="23564" y="53242"/>
                </a:lnTo>
                <a:lnTo>
                  <a:pt x="23564" y="52853"/>
                </a:lnTo>
                <a:lnTo>
                  <a:pt x="24108" y="52464"/>
                </a:lnTo>
                <a:lnTo>
                  <a:pt x="24108" y="51686"/>
                </a:lnTo>
                <a:lnTo>
                  <a:pt x="24470" y="51297"/>
                </a:lnTo>
                <a:lnTo>
                  <a:pt x="24470" y="50908"/>
                </a:lnTo>
                <a:lnTo>
                  <a:pt x="25014" y="50503"/>
                </a:lnTo>
                <a:lnTo>
                  <a:pt x="25376" y="50114"/>
                </a:lnTo>
                <a:lnTo>
                  <a:pt x="25376" y="49336"/>
                </a:lnTo>
                <a:lnTo>
                  <a:pt x="25739" y="48947"/>
                </a:lnTo>
                <a:lnTo>
                  <a:pt x="26283" y="48558"/>
                </a:lnTo>
                <a:lnTo>
                  <a:pt x="26283" y="47764"/>
                </a:lnTo>
                <a:lnTo>
                  <a:pt x="26645" y="47375"/>
                </a:lnTo>
                <a:lnTo>
                  <a:pt x="26645" y="46986"/>
                </a:lnTo>
                <a:lnTo>
                  <a:pt x="27189" y="46597"/>
                </a:lnTo>
                <a:lnTo>
                  <a:pt x="27552" y="45802"/>
                </a:lnTo>
                <a:lnTo>
                  <a:pt x="27552" y="45413"/>
                </a:lnTo>
                <a:lnTo>
                  <a:pt x="28095" y="45024"/>
                </a:lnTo>
                <a:lnTo>
                  <a:pt x="28095" y="44635"/>
                </a:lnTo>
                <a:lnTo>
                  <a:pt x="28458" y="43858"/>
                </a:lnTo>
                <a:lnTo>
                  <a:pt x="28458" y="43469"/>
                </a:lnTo>
                <a:lnTo>
                  <a:pt x="28820" y="43063"/>
                </a:lnTo>
                <a:lnTo>
                  <a:pt x="29364" y="42285"/>
                </a:lnTo>
                <a:lnTo>
                  <a:pt x="29364" y="41896"/>
                </a:lnTo>
                <a:lnTo>
                  <a:pt x="29727" y="41507"/>
                </a:lnTo>
                <a:lnTo>
                  <a:pt x="30270" y="41118"/>
                </a:lnTo>
                <a:lnTo>
                  <a:pt x="30270" y="40713"/>
                </a:lnTo>
                <a:lnTo>
                  <a:pt x="30633" y="39935"/>
                </a:lnTo>
                <a:lnTo>
                  <a:pt x="30633" y="39546"/>
                </a:lnTo>
                <a:lnTo>
                  <a:pt x="30996" y="39157"/>
                </a:lnTo>
                <a:lnTo>
                  <a:pt x="30996" y="38768"/>
                </a:lnTo>
                <a:lnTo>
                  <a:pt x="31539" y="37974"/>
                </a:lnTo>
                <a:lnTo>
                  <a:pt x="31902" y="37585"/>
                </a:lnTo>
                <a:lnTo>
                  <a:pt x="31902" y="37196"/>
                </a:lnTo>
                <a:lnTo>
                  <a:pt x="32446" y="36418"/>
                </a:lnTo>
                <a:lnTo>
                  <a:pt x="32808" y="36013"/>
                </a:lnTo>
                <a:lnTo>
                  <a:pt x="32808" y="35624"/>
                </a:lnTo>
                <a:lnTo>
                  <a:pt x="33171" y="35235"/>
                </a:lnTo>
                <a:lnTo>
                  <a:pt x="33171" y="34846"/>
                </a:lnTo>
                <a:lnTo>
                  <a:pt x="33714" y="34068"/>
                </a:lnTo>
                <a:lnTo>
                  <a:pt x="33714" y="33679"/>
                </a:lnTo>
                <a:lnTo>
                  <a:pt x="34077" y="33274"/>
                </a:lnTo>
                <a:lnTo>
                  <a:pt x="34621" y="32885"/>
                </a:lnTo>
                <a:lnTo>
                  <a:pt x="34621" y="32107"/>
                </a:lnTo>
                <a:lnTo>
                  <a:pt x="34983" y="31718"/>
                </a:lnTo>
                <a:lnTo>
                  <a:pt x="34983" y="31329"/>
                </a:lnTo>
                <a:lnTo>
                  <a:pt x="35527" y="30535"/>
                </a:lnTo>
                <a:lnTo>
                  <a:pt x="35890" y="30146"/>
                </a:lnTo>
                <a:lnTo>
                  <a:pt x="35890" y="29757"/>
                </a:lnTo>
                <a:lnTo>
                  <a:pt x="36252" y="29368"/>
                </a:lnTo>
                <a:lnTo>
                  <a:pt x="36796" y="28979"/>
                </a:lnTo>
                <a:lnTo>
                  <a:pt x="36796" y="28185"/>
                </a:lnTo>
                <a:lnTo>
                  <a:pt x="37158" y="27796"/>
                </a:lnTo>
                <a:lnTo>
                  <a:pt x="37158" y="27407"/>
                </a:lnTo>
                <a:lnTo>
                  <a:pt x="37702" y="27018"/>
                </a:lnTo>
                <a:lnTo>
                  <a:pt x="37702" y="26240"/>
                </a:lnTo>
                <a:lnTo>
                  <a:pt x="38065" y="25835"/>
                </a:lnTo>
                <a:lnTo>
                  <a:pt x="38427" y="25446"/>
                </a:lnTo>
                <a:lnTo>
                  <a:pt x="38427" y="24668"/>
                </a:lnTo>
                <a:lnTo>
                  <a:pt x="38971" y="24279"/>
                </a:lnTo>
                <a:lnTo>
                  <a:pt x="38971" y="23890"/>
                </a:lnTo>
                <a:lnTo>
                  <a:pt x="39334" y="23484"/>
                </a:lnTo>
                <a:lnTo>
                  <a:pt x="39334" y="23095"/>
                </a:lnTo>
                <a:lnTo>
                  <a:pt x="39877" y="22317"/>
                </a:lnTo>
                <a:lnTo>
                  <a:pt x="40240" y="21929"/>
                </a:lnTo>
                <a:lnTo>
                  <a:pt x="40240" y="21540"/>
                </a:lnTo>
                <a:lnTo>
                  <a:pt x="40784" y="21134"/>
                </a:lnTo>
                <a:lnTo>
                  <a:pt x="41146" y="20356"/>
                </a:lnTo>
                <a:lnTo>
                  <a:pt x="41146" y="19967"/>
                </a:lnTo>
                <a:lnTo>
                  <a:pt x="41509" y="19578"/>
                </a:lnTo>
                <a:lnTo>
                  <a:pt x="41509" y="19189"/>
                </a:lnTo>
                <a:lnTo>
                  <a:pt x="42053" y="18395"/>
                </a:lnTo>
                <a:lnTo>
                  <a:pt x="42053" y="18006"/>
                </a:lnTo>
                <a:lnTo>
                  <a:pt x="42415" y="17617"/>
                </a:lnTo>
                <a:lnTo>
                  <a:pt x="42959" y="17228"/>
                </a:lnTo>
                <a:lnTo>
                  <a:pt x="42959" y="16450"/>
                </a:lnTo>
                <a:lnTo>
                  <a:pt x="43321" y="16045"/>
                </a:lnTo>
                <a:lnTo>
                  <a:pt x="43684" y="15656"/>
                </a:lnTo>
                <a:lnTo>
                  <a:pt x="43684" y="15267"/>
                </a:lnTo>
                <a:lnTo>
                  <a:pt x="44228" y="14489"/>
                </a:lnTo>
                <a:lnTo>
                  <a:pt x="44228" y="14100"/>
                </a:lnTo>
                <a:lnTo>
                  <a:pt x="44590" y="13695"/>
                </a:lnTo>
                <a:lnTo>
                  <a:pt x="45134" y="13306"/>
                </a:lnTo>
                <a:lnTo>
                  <a:pt x="45134" y="12917"/>
                </a:lnTo>
                <a:lnTo>
                  <a:pt x="45497" y="12139"/>
                </a:lnTo>
                <a:lnTo>
                  <a:pt x="45497" y="11750"/>
                </a:lnTo>
                <a:lnTo>
                  <a:pt x="46040" y="11345"/>
                </a:lnTo>
                <a:lnTo>
                  <a:pt x="46040" y="10956"/>
                </a:lnTo>
                <a:lnTo>
                  <a:pt x="46403" y="10178"/>
                </a:lnTo>
                <a:lnTo>
                  <a:pt x="46765" y="9789"/>
                </a:lnTo>
                <a:lnTo>
                  <a:pt x="46765" y="9400"/>
                </a:lnTo>
                <a:lnTo>
                  <a:pt x="47309" y="9011"/>
                </a:lnTo>
                <a:lnTo>
                  <a:pt x="47672" y="8217"/>
                </a:lnTo>
                <a:lnTo>
                  <a:pt x="47672" y="7828"/>
                </a:lnTo>
                <a:lnTo>
                  <a:pt x="48216" y="7439"/>
                </a:lnTo>
                <a:lnTo>
                  <a:pt x="48216" y="7050"/>
                </a:lnTo>
                <a:lnTo>
                  <a:pt x="48578" y="6256"/>
                </a:lnTo>
                <a:lnTo>
                  <a:pt x="48578" y="5867"/>
                </a:lnTo>
                <a:lnTo>
                  <a:pt x="48941" y="5478"/>
                </a:lnTo>
                <a:lnTo>
                  <a:pt x="49484" y="5089"/>
                </a:lnTo>
                <a:lnTo>
                  <a:pt x="49484" y="4311"/>
                </a:lnTo>
                <a:lnTo>
                  <a:pt x="49847" y="3906"/>
                </a:lnTo>
                <a:lnTo>
                  <a:pt x="49847" y="3517"/>
                </a:lnTo>
                <a:lnTo>
                  <a:pt x="50391" y="3128"/>
                </a:lnTo>
                <a:lnTo>
                  <a:pt x="50391" y="2739"/>
                </a:lnTo>
                <a:lnTo>
                  <a:pt x="50753" y="1961"/>
                </a:lnTo>
                <a:lnTo>
                  <a:pt x="51116" y="1555"/>
                </a:lnTo>
                <a:lnTo>
                  <a:pt x="51116" y="1166"/>
                </a:lnTo>
                <a:lnTo>
                  <a:pt x="51660" y="777"/>
                </a:lnTo>
                <a:lnTo>
                  <a:pt x="52022" y="0"/>
                </a:lnTo>
              </a:path>
            </a:pathLst>
          </a:custGeom>
          <a:ln w="24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7303879" y="2052297"/>
            <a:ext cx="51660" cy="92416"/>
          </a:xfrm>
          <a:custGeom>
            <a:avLst/>
            <a:gdLst/>
            <a:ahLst/>
            <a:cxnLst/>
            <a:rect l="l" t="t" r="r" b="b"/>
            <a:pathLst>
              <a:path w="51660" h="92416">
                <a:moveTo>
                  <a:pt x="0" y="92416"/>
                </a:moveTo>
                <a:lnTo>
                  <a:pt x="0" y="92027"/>
                </a:lnTo>
                <a:lnTo>
                  <a:pt x="543" y="91638"/>
                </a:lnTo>
                <a:lnTo>
                  <a:pt x="543" y="91233"/>
                </a:lnTo>
                <a:lnTo>
                  <a:pt x="906" y="90844"/>
                </a:lnTo>
                <a:lnTo>
                  <a:pt x="1450" y="90066"/>
                </a:lnTo>
                <a:lnTo>
                  <a:pt x="1450" y="89677"/>
                </a:lnTo>
                <a:lnTo>
                  <a:pt x="1812" y="89288"/>
                </a:lnTo>
                <a:lnTo>
                  <a:pt x="1812" y="88882"/>
                </a:lnTo>
                <a:lnTo>
                  <a:pt x="2175" y="88105"/>
                </a:lnTo>
                <a:lnTo>
                  <a:pt x="2718" y="87716"/>
                </a:lnTo>
                <a:lnTo>
                  <a:pt x="2718" y="87327"/>
                </a:lnTo>
                <a:lnTo>
                  <a:pt x="3081" y="86938"/>
                </a:lnTo>
                <a:lnTo>
                  <a:pt x="3081" y="86532"/>
                </a:lnTo>
                <a:lnTo>
                  <a:pt x="3625" y="85754"/>
                </a:lnTo>
                <a:lnTo>
                  <a:pt x="3987" y="85365"/>
                </a:lnTo>
                <a:lnTo>
                  <a:pt x="3987" y="84976"/>
                </a:lnTo>
                <a:lnTo>
                  <a:pt x="4350" y="84587"/>
                </a:lnTo>
                <a:lnTo>
                  <a:pt x="4350" y="83793"/>
                </a:lnTo>
                <a:lnTo>
                  <a:pt x="4894" y="83404"/>
                </a:lnTo>
                <a:lnTo>
                  <a:pt x="4894" y="83015"/>
                </a:lnTo>
                <a:lnTo>
                  <a:pt x="5256" y="82626"/>
                </a:lnTo>
                <a:lnTo>
                  <a:pt x="5800" y="82237"/>
                </a:lnTo>
                <a:lnTo>
                  <a:pt x="5800" y="81443"/>
                </a:lnTo>
                <a:lnTo>
                  <a:pt x="6162" y="81054"/>
                </a:lnTo>
                <a:lnTo>
                  <a:pt x="6706" y="80665"/>
                </a:lnTo>
                <a:lnTo>
                  <a:pt x="6706" y="80276"/>
                </a:lnTo>
                <a:lnTo>
                  <a:pt x="7069" y="79887"/>
                </a:lnTo>
                <a:lnTo>
                  <a:pt x="7069" y="79093"/>
                </a:lnTo>
                <a:lnTo>
                  <a:pt x="7431" y="78704"/>
                </a:lnTo>
                <a:lnTo>
                  <a:pt x="7431" y="78315"/>
                </a:lnTo>
                <a:lnTo>
                  <a:pt x="7975" y="77926"/>
                </a:lnTo>
                <a:lnTo>
                  <a:pt x="8338" y="77148"/>
                </a:lnTo>
                <a:lnTo>
                  <a:pt x="8338" y="76759"/>
                </a:lnTo>
                <a:lnTo>
                  <a:pt x="8881" y="76354"/>
                </a:lnTo>
                <a:lnTo>
                  <a:pt x="8881" y="75965"/>
                </a:lnTo>
                <a:lnTo>
                  <a:pt x="9244" y="75576"/>
                </a:lnTo>
                <a:lnTo>
                  <a:pt x="9606" y="74798"/>
                </a:lnTo>
                <a:lnTo>
                  <a:pt x="9606" y="74409"/>
                </a:lnTo>
                <a:lnTo>
                  <a:pt x="10150" y="74004"/>
                </a:lnTo>
                <a:lnTo>
                  <a:pt x="10513" y="73615"/>
                </a:lnTo>
                <a:lnTo>
                  <a:pt x="10513" y="72837"/>
                </a:lnTo>
                <a:lnTo>
                  <a:pt x="11057" y="72448"/>
                </a:lnTo>
                <a:lnTo>
                  <a:pt x="11057" y="72059"/>
                </a:lnTo>
                <a:lnTo>
                  <a:pt x="11419" y="71654"/>
                </a:lnTo>
                <a:lnTo>
                  <a:pt x="11419" y="71265"/>
                </a:lnTo>
                <a:lnTo>
                  <a:pt x="11963" y="70487"/>
                </a:lnTo>
                <a:lnTo>
                  <a:pt x="12325" y="70098"/>
                </a:lnTo>
                <a:lnTo>
                  <a:pt x="12325" y="69709"/>
                </a:lnTo>
                <a:lnTo>
                  <a:pt x="12688" y="69304"/>
                </a:lnTo>
                <a:lnTo>
                  <a:pt x="12688" y="68526"/>
                </a:lnTo>
                <a:lnTo>
                  <a:pt x="13232" y="68137"/>
                </a:lnTo>
                <a:lnTo>
                  <a:pt x="13594" y="67748"/>
                </a:lnTo>
                <a:lnTo>
                  <a:pt x="13594" y="67359"/>
                </a:lnTo>
                <a:lnTo>
                  <a:pt x="14138" y="66970"/>
                </a:lnTo>
                <a:lnTo>
                  <a:pt x="14138" y="66176"/>
                </a:lnTo>
                <a:lnTo>
                  <a:pt x="14501" y="65787"/>
                </a:lnTo>
                <a:lnTo>
                  <a:pt x="14863" y="65398"/>
                </a:lnTo>
                <a:lnTo>
                  <a:pt x="14863" y="65009"/>
                </a:lnTo>
                <a:lnTo>
                  <a:pt x="15407" y="64620"/>
                </a:lnTo>
                <a:lnTo>
                  <a:pt x="15407" y="64214"/>
                </a:lnTo>
                <a:lnTo>
                  <a:pt x="15769" y="63436"/>
                </a:lnTo>
                <a:lnTo>
                  <a:pt x="15769" y="63047"/>
                </a:lnTo>
                <a:lnTo>
                  <a:pt x="16313" y="62658"/>
                </a:lnTo>
                <a:lnTo>
                  <a:pt x="16676" y="62269"/>
                </a:lnTo>
                <a:lnTo>
                  <a:pt x="16676" y="61864"/>
                </a:lnTo>
                <a:lnTo>
                  <a:pt x="17220" y="61086"/>
                </a:lnTo>
                <a:lnTo>
                  <a:pt x="17582" y="60697"/>
                </a:lnTo>
                <a:lnTo>
                  <a:pt x="17582" y="60308"/>
                </a:lnTo>
                <a:lnTo>
                  <a:pt x="17945" y="59919"/>
                </a:lnTo>
                <a:lnTo>
                  <a:pt x="17945" y="59125"/>
                </a:lnTo>
                <a:lnTo>
                  <a:pt x="18488" y="58736"/>
                </a:lnTo>
                <a:lnTo>
                  <a:pt x="18851" y="58347"/>
                </a:lnTo>
                <a:lnTo>
                  <a:pt x="18851" y="57958"/>
                </a:lnTo>
                <a:lnTo>
                  <a:pt x="19395" y="57569"/>
                </a:lnTo>
                <a:lnTo>
                  <a:pt x="19395" y="56775"/>
                </a:lnTo>
                <a:lnTo>
                  <a:pt x="19757" y="56386"/>
                </a:lnTo>
                <a:lnTo>
                  <a:pt x="19757" y="55997"/>
                </a:lnTo>
                <a:lnTo>
                  <a:pt x="20120" y="55608"/>
                </a:lnTo>
                <a:lnTo>
                  <a:pt x="20664" y="55219"/>
                </a:lnTo>
                <a:lnTo>
                  <a:pt x="20664" y="54425"/>
                </a:lnTo>
                <a:lnTo>
                  <a:pt x="21026" y="54036"/>
                </a:lnTo>
                <a:lnTo>
                  <a:pt x="21570" y="53647"/>
                </a:lnTo>
                <a:lnTo>
                  <a:pt x="21570" y="53258"/>
                </a:lnTo>
                <a:lnTo>
                  <a:pt x="21932" y="52869"/>
                </a:lnTo>
                <a:lnTo>
                  <a:pt x="21932" y="52480"/>
                </a:lnTo>
                <a:lnTo>
                  <a:pt x="22295" y="51686"/>
                </a:lnTo>
                <a:lnTo>
                  <a:pt x="22295" y="51297"/>
                </a:lnTo>
                <a:lnTo>
                  <a:pt x="22839" y="50908"/>
                </a:lnTo>
                <a:lnTo>
                  <a:pt x="23201" y="50519"/>
                </a:lnTo>
                <a:lnTo>
                  <a:pt x="23201" y="50130"/>
                </a:lnTo>
                <a:lnTo>
                  <a:pt x="23745" y="49336"/>
                </a:lnTo>
                <a:lnTo>
                  <a:pt x="23745" y="48947"/>
                </a:lnTo>
                <a:lnTo>
                  <a:pt x="24108" y="48558"/>
                </a:lnTo>
                <a:lnTo>
                  <a:pt x="24651" y="48169"/>
                </a:lnTo>
                <a:lnTo>
                  <a:pt x="24651" y="47780"/>
                </a:lnTo>
                <a:lnTo>
                  <a:pt x="25014" y="46986"/>
                </a:lnTo>
                <a:lnTo>
                  <a:pt x="25014" y="46597"/>
                </a:lnTo>
                <a:lnTo>
                  <a:pt x="25376" y="46208"/>
                </a:lnTo>
                <a:lnTo>
                  <a:pt x="25920" y="45819"/>
                </a:lnTo>
                <a:lnTo>
                  <a:pt x="25920" y="45430"/>
                </a:lnTo>
                <a:lnTo>
                  <a:pt x="26283" y="45041"/>
                </a:lnTo>
                <a:lnTo>
                  <a:pt x="26283" y="44247"/>
                </a:lnTo>
                <a:lnTo>
                  <a:pt x="26826" y="43858"/>
                </a:lnTo>
                <a:lnTo>
                  <a:pt x="27189" y="43469"/>
                </a:lnTo>
                <a:lnTo>
                  <a:pt x="27189" y="43080"/>
                </a:lnTo>
                <a:lnTo>
                  <a:pt x="27552" y="42302"/>
                </a:lnTo>
                <a:lnTo>
                  <a:pt x="28095" y="41896"/>
                </a:lnTo>
                <a:lnTo>
                  <a:pt x="28095" y="41507"/>
                </a:lnTo>
                <a:lnTo>
                  <a:pt x="28458" y="41118"/>
                </a:lnTo>
                <a:lnTo>
                  <a:pt x="28458" y="40729"/>
                </a:lnTo>
                <a:lnTo>
                  <a:pt x="29002" y="40340"/>
                </a:lnTo>
                <a:lnTo>
                  <a:pt x="29002" y="39951"/>
                </a:lnTo>
                <a:lnTo>
                  <a:pt x="29364" y="39157"/>
                </a:lnTo>
                <a:lnTo>
                  <a:pt x="29908" y="38768"/>
                </a:lnTo>
                <a:lnTo>
                  <a:pt x="29908" y="38379"/>
                </a:lnTo>
                <a:lnTo>
                  <a:pt x="30270" y="37990"/>
                </a:lnTo>
                <a:lnTo>
                  <a:pt x="30270" y="37196"/>
                </a:lnTo>
                <a:lnTo>
                  <a:pt x="30633" y="36807"/>
                </a:lnTo>
                <a:lnTo>
                  <a:pt x="30633" y="36418"/>
                </a:lnTo>
                <a:lnTo>
                  <a:pt x="31177" y="36029"/>
                </a:lnTo>
                <a:lnTo>
                  <a:pt x="31539" y="35640"/>
                </a:lnTo>
                <a:lnTo>
                  <a:pt x="31539" y="35251"/>
                </a:lnTo>
                <a:lnTo>
                  <a:pt x="32083" y="34846"/>
                </a:lnTo>
                <a:lnTo>
                  <a:pt x="32446" y="34068"/>
                </a:lnTo>
                <a:lnTo>
                  <a:pt x="32446" y="33679"/>
                </a:lnTo>
                <a:lnTo>
                  <a:pt x="32808" y="33290"/>
                </a:lnTo>
                <a:lnTo>
                  <a:pt x="32808" y="32901"/>
                </a:lnTo>
                <a:lnTo>
                  <a:pt x="33352" y="32107"/>
                </a:lnTo>
                <a:lnTo>
                  <a:pt x="33352" y="31718"/>
                </a:lnTo>
                <a:lnTo>
                  <a:pt x="33714" y="31329"/>
                </a:lnTo>
                <a:lnTo>
                  <a:pt x="34258" y="30940"/>
                </a:lnTo>
                <a:lnTo>
                  <a:pt x="34258" y="30551"/>
                </a:lnTo>
                <a:lnTo>
                  <a:pt x="34621" y="30162"/>
                </a:lnTo>
                <a:lnTo>
                  <a:pt x="35165" y="29757"/>
                </a:lnTo>
                <a:lnTo>
                  <a:pt x="35165" y="28979"/>
                </a:lnTo>
                <a:lnTo>
                  <a:pt x="35527" y="28590"/>
                </a:lnTo>
                <a:lnTo>
                  <a:pt x="35527" y="28201"/>
                </a:lnTo>
                <a:lnTo>
                  <a:pt x="35890" y="27812"/>
                </a:lnTo>
                <a:lnTo>
                  <a:pt x="36433" y="27407"/>
                </a:lnTo>
                <a:lnTo>
                  <a:pt x="36433" y="27018"/>
                </a:lnTo>
                <a:lnTo>
                  <a:pt x="36796" y="26240"/>
                </a:lnTo>
                <a:lnTo>
                  <a:pt x="36796" y="25851"/>
                </a:lnTo>
                <a:lnTo>
                  <a:pt x="37340" y="25462"/>
                </a:lnTo>
                <a:lnTo>
                  <a:pt x="37340" y="25073"/>
                </a:lnTo>
                <a:lnTo>
                  <a:pt x="37702" y="24668"/>
                </a:lnTo>
                <a:lnTo>
                  <a:pt x="38065" y="23890"/>
                </a:lnTo>
                <a:lnTo>
                  <a:pt x="38065" y="23501"/>
                </a:lnTo>
                <a:lnTo>
                  <a:pt x="38609" y="23112"/>
                </a:lnTo>
                <a:lnTo>
                  <a:pt x="38971" y="22723"/>
                </a:lnTo>
                <a:lnTo>
                  <a:pt x="38971" y="22317"/>
                </a:lnTo>
                <a:lnTo>
                  <a:pt x="39515" y="21929"/>
                </a:lnTo>
                <a:lnTo>
                  <a:pt x="39515" y="21151"/>
                </a:lnTo>
                <a:lnTo>
                  <a:pt x="39877" y="20762"/>
                </a:lnTo>
                <a:lnTo>
                  <a:pt x="39877" y="20373"/>
                </a:lnTo>
                <a:lnTo>
                  <a:pt x="40240" y="19967"/>
                </a:lnTo>
                <a:lnTo>
                  <a:pt x="40784" y="19578"/>
                </a:lnTo>
                <a:lnTo>
                  <a:pt x="40784" y="19189"/>
                </a:lnTo>
                <a:lnTo>
                  <a:pt x="41146" y="18411"/>
                </a:lnTo>
                <a:lnTo>
                  <a:pt x="41146" y="18022"/>
                </a:lnTo>
                <a:lnTo>
                  <a:pt x="41690" y="17633"/>
                </a:lnTo>
                <a:lnTo>
                  <a:pt x="41690" y="17228"/>
                </a:lnTo>
                <a:lnTo>
                  <a:pt x="42053" y="16839"/>
                </a:lnTo>
                <a:lnTo>
                  <a:pt x="42596" y="16450"/>
                </a:lnTo>
                <a:lnTo>
                  <a:pt x="42596" y="16061"/>
                </a:lnTo>
                <a:lnTo>
                  <a:pt x="42959" y="15283"/>
                </a:lnTo>
                <a:lnTo>
                  <a:pt x="43321" y="14878"/>
                </a:lnTo>
                <a:lnTo>
                  <a:pt x="43321" y="14489"/>
                </a:lnTo>
                <a:lnTo>
                  <a:pt x="43865" y="14100"/>
                </a:lnTo>
                <a:lnTo>
                  <a:pt x="43865" y="13711"/>
                </a:lnTo>
                <a:lnTo>
                  <a:pt x="44228" y="13322"/>
                </a:lnTo>
                <a:lnTo>
                  <a:pt x="44772" y="12528"/>
                </a:lnTo>
                <a:lnTo>
                  <a:pt x="44772" y="12139"/>
                </a:lnTo>
                <a:lnTo>
                  <a:pt x="45134" y="11750"/>
                </a:lnTo>
                <a:lnTo>
                  <a:pt x="45134" y="11361"/>
                </a:lnTo>
                <a:lnTo>
                  <a:pt x="45497" y="10972"/>
                </a:lnTo>
                <a:lnTo>
                  <a:pt x="46040" y="10583"/>
                </a:lnTo>
                <a:lnTo>
                  <a:pt x="46040" y="10178"/>
                </a:lnTo>
                <a:lnTo>
                  <a:pt x="46403" y="9400"/>
                </a:lnTo>
                <a:lnTo>
                  <a:pt x="46403" y="9011"/>
                </a:lnTo>
                <a:lnTo>
                  <a:pt x="46947" y="8622"/>
                </a:lnTo>
                <a:lnTo>
                  <a:pt x="47309" y="8233"/>
                </a:lnTo>
                <a:lnTo>
                  <a:pt x="47309" y="7844"/>
                </a:lnTo>
                <a:lnTo>
                  <a:pt x="47853" y="7439"/>
                </a:lnTo>
                <a:lnTo>
                  <a:pt x="47853" y="6661"/>
                </a:lnTo>
                <a:lnTo>
                  <a:pt x="48216" y="6272"/>
                </a:lnTo>
                <a:lnTo>
                  <a:pt x="48216" y="5883"/>
                </a:lnTo>
                <a:lnTo>
                  <a:pt x="48578" y="5494"/>
                </a:lnTo>
                <a:lnTo>
                  <a:pt x="49122" y="5089"/>
                </a:lnTo>
                <a:lnTo>
                  <a:pt x="49122" y="4700"/>
                </a:lnTo>
                <a:lnTo>
                  <a:pt x="49484" y="4311"/>
                </a:lnTo>
                <a:lnTo>
                  <a:pt x="50028" y="3533"/>
                </a:lnTo>
                <a:lnTo>
                  <a:pt x="50028" y="3144"/>
                </a:lnTo>
                <a:lnTo>
                  <a:pt x="50391" y="2739"/>
                </a:lnTo>
                <a:lnTo>
                  <a:pt x="50391" y="2350"/>
                </a:lnTo>
                <a:lnTo>
                  <a:pt x="50753" y="1961"/>
                </a:lnTo>
                <a:lnTo>
                  <a:pt x="50753" y="1572"/>
                </a:lnTo>
                <a:lnTo>
                  <a:pt x="51297" y="794"/>
                </a:lnTo>
                <a:lnTo>
                  <a:pt x="51660" y="405"/>
                </a:lnTo>
                <a:lnTo>
                  <a:pt x="51660" y="0"/>
                </a:lnTo>
              </a:path>
            </a:pathLst>
          </a:custGeom>
          <a:ln w="24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7355539" y="1966947"/>
            <a:ext cx="52203" cy="85349"/>
          </a:xfrm>
          <a:custGeom>
            <a:avLst/>
            <a:gdLst/>
            <a:ahLst/>
            <a:cxnLst/>
            <a:rect l="l" t="t" r="r" b="b"/>
            <a:pathLst>
              <a:path w="52203" h="85349">
                <a:moveTo>
                  <a:pt x="0" y="85349"/>
                </a:moveTo>
                <a:lnTo>
                  <a:pt x="543" y="84960"/>
                </a:lnTo>
                <a:lnTo>
                  <a:pt x="543" y="84571"/>
                </a:lnTo>
                <a:lnTo>
                  <a:pt x="906" y="84182"/>
                </a:lnTo>
                <a:lnTo>
                  <a:pt x="1450" y="83404"/>
                </a:lnTo>
                <a:lnTo>
                  <a:pt x="1812" y="82610"/>
                </a:lnTo>
                <a:lnTo>
                  <a:pt x="2175" y="82221"/>
                </a:lnTo>
                <a:lnTo>
                  <a:pt x="2175" y="81832"/>
                </a:lnTo>
                <a:lnTo>
                  <a:pt x="2718" y="81443"/>
                </a:lnTo>
                <a:lnTo>
                  <a:pt x="2718" y="81054"/>
                </a:lnTo>
                <a:lnTo>
                  <a:pt x="3081" y="80649"/>
                </a:lnTo>
                <a:lnTo>
                  <a:pt x="3081" y="80260"/>
                </a:lnTo>
                <a:lnTo>
                  <a:pt x="3625" y="79482"/>
                </a:lnTo>
                <a:lnTo>
                  <a:pt x="3987" y="79093"/>
                </a:lnTo>
                <a:lnTo>
                  <a:pt x="3987" y="78704"/>
                </a:lnTo>
                <a:lnTo>
                  <a:pt x="4350" y="78299"/>
                </a:lnTo>
                <a:lnTo>
                  <a:pt x="4350" y="77910"/>
                </a:lnTo>
                <a:lnTo>
                  <a:pt x="4894" y="77521"/>
                </a:lnTo>
                <a:lnTo>
                  <a:pt x="5256" y="76743"/>
                </a:lnTo>
                <a:lnTo>
                  <a:pt x="5256" y="76354"/>
                </a:lnTo>
                <a:lnTo>
                  <a:pt x="5800" y="75965"/>
                </a:lnTo>
                <a:lnTo>
                  <a:pt x="5800" y="75560"/>
                </a:lnTo>
                <a:lnTo>
                  <a:pt x="6162" y="75171"/>
                </a:lnTo>
                <a:lnTo>
                  <a:pt x="6525" y="74782"/>
                </a:lnTo>
                <a:lnTo>
                  <a:pt x="6525" y="74393"/>
                </a:lnTo>
                <a:lnTo>
                  <a:pt x="7069" y="74004"/>
                </a:lnTo>
                <a:lnTo>
                  <a:pt x="7069" y="73210"/>
                </a:lnTo>
                <a:lnTo>
                  <a:pt x="7431" y="72821"/>
                </a:lnTo>
                <a:lnTo>
                  <a:pt x="7431" y="72432"/>
                </a:lnTo>
                <a:lnTo>
                  <a:pt x="7975" y="72043"/>
                </a:lnTo>
                <a:lnTo>
                  <a:pt x="8338" y="71654"/>
                </a:lnTo>
                <a:lnTo>
                  <a:pt x="8881" y="71265"/>
                </a:lnTo>
                <a:lnTo>
                  <a:pt x="8881" y="70860"/>
                </a:lnTo>
                <a:lnTo>
                  <a:pt x="9244" y="70471"/>
                </a:lnTo>
                <a:lnTo>
                  <a:pt x="9244" y="70082"/>
                </a:lnTo>
                <a:lnTo>
                  <a:pt x="9606" y="69304"/>
                </a:lnTo>
                <a:lnTo>
                  <a:pt x="9606" y="68915"/>
                </a:lnTo>
                <a:lnTo>
                  <a:pt x="10150" y="68526"/>
                </a:lnTo>
                <a:lnTo>
                  <a:pt x="10513" y="68120"/>
                </a:lnTo>
                <a:lnTo>
                  <a:pt x="10513" y="67731"/>
                </a:lnTo>
                <a:lnTo>
                  <a:pt x="11057" y="67342"/>
                </a:lnTo>
                <a:lnTo>
                  <a:pt x="11057" y="66564"/>
                </a:lnTo>
                <a:lnTo>
                  <a:pt x="11419" y="66564"/>
                </a:lnTo>
                <a:lnTo>
                  <a:pt x="11419" y="65770"/>
                </a:lnTo>
                <a:lnTo>
                  <a:pt x="11782" y="65381"/>
                </a:lnTo>
                <a:lnTo>
                  <a:pt x="12325" y="64992"/>
                </a:lnTo>
                <a:lnTo>
                  <a:pt x="12325" y="64603"/>
                </a:lnTo>
                <a:lnTo>
                  <a:pt x="12688" y="64214"/>
                </a:lnTo>
                <a:lnTo>
                  <a:pt x="13232" y="63825"/>
                </a:lnTo>
                <a:lnTo>
                  <a:pt x="13232" y="63031"/>
                </a:lnTo>
                <a:lnTo>
                  <a:pt x="13594" y="62642"/>
                </a:lnTo>
                <a:lnTo>
                  <a:pt x="13594" y="62253"/>
                </a:lnTo>
                <a:lnTo>
                  <a:pt x="14138" y="61864"/>
                </a:lnTo>
                <a:lnTo>
                  <a:pt x="14138" y="61475"/>
                </a:lnTo>
                <a:lnTo>
                  <a:pt x="14501" y="61086"/>
                </a:lnTo>
                <a:lnTo>
                  <a:pt x="14863" y="60681"/>
                </a:lnTo>
                <a:lnTo>
                  <a:pt x="14863" y="60292"/>
                </a:lnTo>
                <a:lnTo>
                  <a:pt x="15407" y="59903"/>
                </a:lnTo>
                <a:lnTo>
                  <a:pt x="15407" y="59514"/>
                </a:lnTo>
                <a:lnTo>
                  <a:pt x="15769" y="58736"/>
                </a:lnTo>
                <a:lnTo>
                  <a:pt x="16313" y="58331"/>
                </a:lnTo>
                <a:lnTo>
                  <a:pt x="16313" y="57942"/>
                </a:lnTo>
                <a:lnTo>
                  <a:pt x="16676" y="57553"/>
                </a:lnTo>
                <a:lnTo>
                  <a:pt x="16676" y="57164"/>
                </a:lnTo>
                <a:lnTo>
                  <a:pt x="17038" y="56775"/>
                </a:lnTo>
                <a:lnTo>
                  <a:pt x="17582" y="56386"/>
                </a:lnTo>
                <a:lnTo>
                  <a:pt x="17582" y="55981"/>
                </a:lnTo>
                <a:lnTo>
                  <a:pt x="17945" y="55592"/>
                </a:lnTo>
                <a:lnTo>
                  <a:pt x="17945" y="54814"/>
                </a:lnTo>
                <a:lnTo>
                  <a:pt x="18488" y="54425"/>
                </a:lnTo>
                <a:lnTo>
                  <a:pt x="18851" y="54036"/>
                </a:lnTo>
                <a:lnTo>
                  <a:pt x="18851" y="53631"/>
                </a:lnTo>
                <a:lnTo>
                  <a:pt x="19395" y="53242"/>
                </a:lnTo>
                <a:lnTo>
                  <a:pt x="19757" y="52853"/>
                </a:lnTo>
                <a:lnTo>
                  <a:pt x="19757" y="52464"/>
                </a:lnTo>
                <a:lnTo>
                  <a:pt x="20120" y="52075"/>
                </a:lnTo>
                <a:lnTo>
                  <a:pt x="20120" y="51297"/>
                </a:lnTo>
                <a:lnTo>
                  <a:pt x="20664" y="50892"/>
                </a:lnTo>
                <a:lnTo>
                  <a:pt x="20664" y="50503"/>
                </a:lnTo>
                <a:lnTo>
                  <a:pt x="21026" y="50114"/>
                </a:lnTo>
                <a:lnTo>
                  <a:pt x="21570" y="49725"/>
                </a:lnTo>
                <a:lnTo>
                  <a:pt x="21570" y="49336"/>
                </a:lnTo>
                <a:lnTo>
                  <a:pt x="21932" y="48947"/>
                </a:lnTo>
                <a:lnTo>
                  <a:pt x="21932" y="48542"/>
                </a:lnTo>
                <a:lnTo>
                  <a:pt x="22295" y="48153"/>
                </a:lnTo>
                <a:lnTo>
                  <a:pt x="22295" y="47764"/>
                </a:lnTo>
                <a:lnTo>
                  <a:pt x="22839" y="46986"/>
                </a:lnTo>
                <a:lnTo>
                  <a:pt x="23201" y="46597"/>
                </a:lnTo>
                <a:lnTo>
                  <a:pt x="23201" y="46191"/>
                </a:lnTo>
                <a:lnTo>
                  <a:pt x="23745" y="45802"/>
                </a:lnTo>
                <a:lnTo>
                  <a:pt x="24108" y="45413"/>
                </a:lnTo>
                <a:lnTo>
                  <a:pt x="24108" y="45024"/>
                </a:lnTo>
                <a:lnTo>
                  <a:pt x="24470" y="44635"/>
                </a:lnTo>
                <a:lnTo>
                  <a:pt x="24470" y="44247"/>
                </a:lnTo>
                <a:lnTo>
                  <a:pt x="25014" y="43858"/>
                </a:lnTo>
                <a:lnTo>
                  <a:pt x="25014" y="43452"/>
                </a:lnTo>
                <a:lnTo>
                  <a:pt x="25376" y="42674"/>
                </a:lnTo>
                <a:lnTo>
                  <a:pt x="25920" y="42285"/>
                </a:lnTo>
                <a:lnTo>
                  <a:pt x="25920" y="41896"/>
                </a:lnTo>
                <a:lnTo>
                  <a:pt x="26283" y="41507"/>
                </a:lnTo>
                <a:lnTo>
                  <a:pt x="26826" y="41102"/>
                </a:lnTo>
                <a:lnTo>
                  <a:pt x="26826" y="40713"/>
                </a:lnTo>
                <a:lnTo>
                  <a:pt x="27189" y="40324"/>
                </a:lnTo>
                <a:lnTo>
                  <a:pt x="27189" y="39935"/>
                </a:lnTo>
                <a:lnTo>
                  <a:pt x="27552" y="39546"/>
                </a:lnTo>
                <a:lnTo>
                  <a:pt x="28095" y="39157"/>
                </a:lnTo>
                <a:lnTo>
                  <a:pt x="28095" y="38363"/>
                </a:lnTo>
                <a:lnTo>
                  <a:pt x="28458" y="37974"/>
                </a:lnTo>
                <a:lnTo>
                  <a:pt x="28458" y="37585"/>
                </a:lnTo>
                <a:lnTo>
                  <a:pt x="29002" y="37196"/>
                </a:lnTo>
                <a:lnTo>
                  <a:pt x="29002" y="36807"/>
                </a:lnTo>
                <a:lnTo>
                  <a:pt x="29364" y="36402"/>
                </a:lnTo>
                <a:lnTo>
                  <a:pt x="29727" y="36013"/>
                </a:lnTo>
                <a:lnTo>
                  <a:pt x="29727" y="35624"/>
                </a:lnTo>
                <a:lnTo>
                  <a:pt x="30270" y="35235"/>
                </a:lnTo>
                <a:lnTo>
                  <a:pt x="30633" y="34846"/>
                </a:lnTo>
                <a:lnTo>
                  <a:pt x="30633" y="34457"/>
                </a:lnTo>
                <a:lnTo>
                  <a:pt x="31177" y="34068"/>
                </a:lnTo>
                <a:lnTo>
                  <a:pt x="31177" y="33274"/>
                </a:lnTo>
                <a:lnTo>
                  <a:pt x="31539" y="32885"/>
                </a:lnTo>
                <a:lnTo>
                  <a:pt x="31539" y="32496"/>
                </a:lnTo>
                <a:lnTo>
                  <a:pt x="32083" y="32107"/>
                </a:lnTo>
                <a:lnTo>
                  <a:pt x="32446" y="31718"/>
                </a:lnTo>
                <a:lnTo>
                  <a:pt x="32446" y="31313"/>
                </a:lnTo>
                <a:lnTo>
                  <a:pt x="32808" y="30924"/>
                </a:lnTo>
                <a:lnTo>
                  <a:pt x="32808" y="30535"/>
                </a:lnTo>
                <a:lnTo>
                  <a:pt x="33352" y="30146"/>
                </a:lnTo>
                <a:lnTo>
                  <a:pt x="33352" y="29757"/>
                </a:lnTo>
                <a:lnTo>
                  <a:pt x="33714" y="29368"/>
                </a:lnTo>
                <a:lnTo>
                  <a:pt x="34258" y="28963"/>
                </a:lnTo>
                <a:lnTo>
                  <a:pt x="34621" y="28185"/>
                </a:lnTo>
                <a:lnTo>
                  <a:pt x="34621" y="27796"/>
                </a:lnTo>
                <a:lnTo>
                  <a:pt x="34983" y="27407"/>
                </a:lnTo>
                <a:lnTo>
                  <a:pt x="34983" y="27018"/>
                </a:lnTo>
                <a:lnTo>
                  <a:pt x="35527" y="26629"/>
                </a:lnTo>
                <a:lnTo>
                  <a:pt x="35527" y="26224"/>
                </a:lnTo>
                <a:lnTo>
                  <a:pt x="35890" y="25835"/>
                </a:lnTo>
                <a:lnTo>
                  <a:pt x="36433" y="25446"/>
                </a:lnTo>
                <a:lnTo>
                  <a:pt x="36433" y="25057"/>
                </a:lnTo>
                <a:lnTo>
                  <a:pt x="36796" y="24668"/>
                </a:lnTo>
                <a:lnTo>
                  <a:pt x="36796" y="24279"/>
                </a:lnTo>
                <a:lnTo>
                  <a:pt x="37340" y="23873"/>
                </a:lnTo>
                <a:lnTo>
                  <a:pt x="37702" y="23095"/>
                </a:lnTo>
                <a:lnTo>
                  <a:pt x="38065" y="22317"/>
                </a:lnTo>
                <a:lnTo>
                  <a:pt x="38065" y="21929"/>
                </a:lnTo>
                <a:lnTo>
                  <a:pt x="38609" y="21523"/>
                </a:lnTo>
                <a:lnTo>
                  <a:pt x="38971" y="21134"/>
                </a:lnTo>
                <a:lnTo>
                  <a:pt x="38971" y="20745"/>
                </a:lnTo>
                <a:lnTo>
                  <a:pt x="39515" y="20356"/>
                </a:lnTo>
                <a:lnTo>
                  <a:pt x="39515" y="19967"/>
                </a:lnTo>
                <a:lnTo>
                  <a:pt x="39877" y="19578"/>
                </a:lnTo>
                <a:lnTo>
                  <a:pt x="39877" y="19189"/>
                </a:lnTo>
                <a:lnTo>
                  <a:pt x="40240" y="18784"/>
                </a:lnTo>
                <a:lnTo>
                  <a:pt x="40784" y="18395"/>
                </a:lnTo>
                <a:lnTo>
                  <a:pt x="40784" y="18006"/>
                </a:lnTo>
                <a:lnTo>
                  <a:pt x="41146" y="17228"/>
                </a:lnTo>
                <a:lnTo>
                  <a:pt x="41690" y="17228"/>
                </a:lnTo>
                <a:lnTo>
                  <a:pt x="41690" y="16434"/>
                </a:lnTo>
                <a:lnTo>
                  <a:pt x="42053" y="16045"/>
                </a:lnTo>
                <a:lnTo>
                  <a:pt x="42053" y="15656"/>
                </a:lnTo>
                <a:lnTo>
                  <a:pt x="42415" y="15267"/>
                </a:lnTo>
                <a:lnTo>
                  <a:pt x="42959" y="14878"/>
                </a:lnTo>
                <a:lnTo>
                  <a:pt x="42959" y="14489"/>
                </a:lnTo>
                <a:lnTo>
                  <a:pt x="43321" y="14084"/>
                </a:lnTo>
                <a:lnTo>
                  <a:pt x="43321" y="13695"/>
                </a:lnTo>
                <a:lnTo>
                  <a:pt x="43865" y="13306"/>
                </a:lnTo>
                <a:lnTo>
                  <a:pt x="43865" y="12917"/>
                </a:lnTo>
                <a:lnTo>
                  <a:pt x="44228" y="12528"/>
                </a:lnTo>
                <a:lnTo>
                  <a:pt x="44772" y="12139"/>
                </a:lnTo>
                <a:lnTo>
                  <a:pt x="44772" y="11734"/>
                </a:lnTo>
                <a:lnTo>
                  <a:pt x="45134" y="11345"/>
                </a:lnTo>
                <a:lnTo>
                  <a:pt x="45497" y="10956"/>
                </a:lnTo>
                <a:lnTo>
                  <a:pt x="45497" y="10567"/>
                </a:lnTo>
                <a:lnTo>
                  <a:pt x="46040" y="9789"/>
                </a:lnTo>
                <a:lnTo>
                  <a:pt x="46403" y="8995"/>
                </a:lnTo>
                <a:lnTo>
                  <a:pt x="46403" y="8606"/>
                </a:lnTo>
                <a:lnTo>
                  <a:pt x="46947" y="8217"/>
                </a:lnTo>
                <a:lnTo>
                  <a:pt x="47309" y="7828"/>
                </a:lnTo>
                <a:lnTo>
                  <a:pt x="47309" y="7439"/>
                </a:lnTo>
                <a:lnTo>
                  <a:pt x="47672" y="7050"/>
                </a:lnTo>
                <a:lnTo>
                  <a:pt x="47672" y="6645"/>
                </a:lnTo>
                <a:lnTo>
                  <a:pt x="48216" y="6256"/>
                </a:lnTo>
                <a:lnTo>
                  <a:pt x="48578" y="5867"/>
                </a:lnTo>
                <a:lnTo>
                  <a:pt x="48578" y="5478"/>
                </a:lnTo>
                <a:lnTo>
                  <a:pt x="49122" y="5089"/>
                </a:lnTo>
                <a:lnTo>
                  <a:pt x="49122" y="4700"/>
                </a:lnTo>
                <a:lnTo>
                  <a:pt x="49484" y="4295"/>
                </a:lnTo>
                <a:lnTo>
                  <a:pt x="50028" y="3906"/>
                </a:lnTo>
                <a:lnTo>
                  <a:pt x="50028" y="3517"/>
                </a:lnTo>
                <a:lnTo>
                  <a:pt x="50391" y="2739"/>
                </a:lnTo>
                <a:lnTo>
                  <a:pt x="50753" y="1961"/>
                </a:lnTo>
                <a:lnTo>
                  <a:pt x="51297" y="1961"/>
                </a:lnTo>
                <a:lnTo>
                  <a:pt x="51297" y="1166"/>
                </a:lnTo>
                <a:lnTo>
                  <a:pt x="51660" y="777"/>
                </a:lnTo>
                <a:lnTo>
                  <a:pt x="52203" y="388"/>
                </a:lnTo>
                <a:lnTo>
                  <a:pt x="52203" y="0"/>
                </a:lnTo>
              </a:path>
            </a:pathLst>
          </a:custGeom>
          <a:ln w="24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7407743" y="1890253"/>
            <a:ext cx="52022" cy="76694"/>
          </a:xfrm>
          <a:custGeom>
            <a:avLst/>
            <a:gdLst/>
            <a:ahLst/>
            <a:cxnLst/>
            <a:rect l="l" t="t" r="r" b="b"/>
            <a:pathLst>
              <a:path w="52022" h="76694">
                <a:moveTo>
                  <a:pt x="0" y="76694"/>
                </a:moveTo>
                <a:lnTo>
                  <a:pt x="362" y="76305"/>
                </a:lnTo>
                <a:lnTo>
                  <a:pt x="362" y="75900"/>
                </a:lnTo>
                <a:lnTo>
                  <a:pt x="725" y="75511"/>
                </a:lnTo>
                <a:lnTo>
                  <a:pt x="725" y="75122"/>
                </a:lnTo>
                <a:lnTo>
                  <a:pt x="1268" y="74733"/>
                </a:lnTo>
                <a:lnTo>
                  <a:pt x="1631" y="74344"/>
                </a:lnTo>
                <a:lnTo>
                  <a:pt x="1631" y="73955"/>
                </a:lnTo>
                <a:lnTo>
                  <a:pt x="2175" y="73550"/>
                </a:lnTo>
                <a:lnTo>
                  <a:pt x="2175" y="73161"/>
                </a:lnTo>
                <a:lnTo>
                  <a:pt x="2537" y="72772"/>
                </a:lnTo>
                <a:lnTo>
                  <a:pt x="2537" y="72383"/>
                </a:lnTo>
                <a:lnTo>
                  <a:pt x="3081" y="71994"/>
                </a:lnTo>
                <a:lnTo>
                  <a:pt x="3444" y="71605"/>
                </a:lnTo>
                <a:lnTo>
                  <a:pt x="3444" y="71200"/>
                </a:lnTo>
                <a:lnTo>
                  <a:pt x="3806" y="70811"/>
                </a:lnTo>
                <a:lnTo>
                  <a:pt x="4350" y="70422"/>
                </a:lnTo>
                <a:lnTo>
                  <a:pt x="4350" y="70033"/>
                </a:lnTo>
                <a:lnTo>
                  <a:pt x="4712" y="69644"/>
                </a:lnTo>
                <a:lnTo>
                  <a:pt x="4712" y="69255"/>
                </a:lnTo>
                <a:lnTo>
                  <a:pt x="5256" y="68461"/>
                </a:lnTo>
                <a:lnTo>
                  <a:pt x="5619" y="67683"/>
                </a:lnTo>
                <a:lnTo>
                  <a:pt x="5981" y="67683"/>
                </a:lnTo>
                <a:lnTo>
                  <a:pt x="5981" y="66905"/>
                </a:lnTo>
                <a:lnTo>
                  <a:pt x="6525" y="66905"/>
                </a:lnTo>
                <a:lnTo>
                  <a:pt x="6525" y="66111"/>
                </a:lnTo>
                <a:lnTo>
                  <a:pt x="6888" y="65722"/>
                </a:lnTo>
                <a:lnTo>
                  <a:pt x="7431" y="65333"/>
                </a:lnTo>
                <a:lnTo>
                  <a:pt x="7431" y="64944"/>
                </a:lnTo>
                <a:lnTo>
                  <a:pt x="7794" y="64555"/>
                </a:lnTo>
                <a:lnTo>
                  <a:pt x="8156" y="64166"/>
                </a:lnTo>
                <a:lnTo>
                  <a:pt x="8156" y="63761"/>
                </a:lnTo>
                <a:lnTo>
                  <a:pt x="8700" y="63372"/>
                </a:lnTo>
                <a:lnTo>
                  <a:pt x="8700" y="62983"/>
                </a:lnTo>
                <a:lnTo>
                  <a:pt x="9063" y="62594"/>
                </a:lnTo>
                <a:lnTo>
                  <a:pt x="9063" y="62205"/>
                </a:lnTo>
                <a:lnTo>
                  <a:pt x="9606" y="61816"/>
                </a:lnTo>
                <a:lnTo>
                  <a:pt x="9969" y="61427"/>
                </a:lnTo>
                <a:lnTo>
                  <a:pt x="9969" y="61021"/>
                </a:lnTo>
                <a:lnTo>
                  <a:pt x="10513" y="60632"/>
                </a:lnTo>
                <a:lnTo>
                  <a:pt x="10875" y="60243"/>
                </a:lnTo>
                <a:lnTo>
                  <a:pt x="10875" y="59855"/>
                </a:lnTo>
                <a:lnTo>
                  <a:pt x="11238" y="59466"/>
                </a:lnTo>
                <a:lnTo>
                  <a:pt x="11238" y="59077"/>
                </a:lnTo>
                <a:lnTo>
                  <a:pt x="11782" y="58671"/>
                </a:lnTo>
                <a:lnTo>
                  <a:pt x="11782" y="58282"/>
                </a:lnTo>
                <a:lnTo>
                  <a:pt x="12144" y="57861"/>
                </a:lnTo>
                <a:lnTo>
                  <a:pt x="12688" y="57537"/>
                </a:lnTo>
                <a:lnTo>
                  <a:pt x="12688" y="57051"/>
                </a:lnTo>
                <a:lnTo>
                  <a:pt x="13050" y="56726"/>
                </a:lnTo>
                <a:lnTo>
                  <a:pt x="13050" y="56402"/>
                </a:lnTo>
                <a:lnTo>
                  <a:pt x="13413" y="55916"/>
                </a:lnTo>
                <a:lnTo>
                  <a:pt x="13413" y="55592"/>
                </a:lnTo>
                <a:lnTo>
                  <a:pt x="13957" y="55106"/>
                </a:lnTo>
                <a:lnTo>
                  <a:pt x="14319" y="54782"/>
                </a:lnTo>
                <a:lnTo>
                  <a:pt x="14319" y="54295"/>
                </a:lnTo>
                <a:lnTo>
                  <a:pt x="14863" y="53971"/>
                </a:lnTo>
                <a:lnTo>
                  <a:pt x="15226" y="53647"/>
                </a:lnTo>
                <a:lnTo>
                  <a:pt x="15226" y="53161"/>
                </a:lnTo>
                <a:lnTo>
                  <a:pt x="15769" y="52837"/>
                </a:lnTo>
                <a:lnTo>
                  <a:pt x="15769" y="52350"/>
                </a:lnTo>
                <a:lnTo>
                  <a:pt x="16132" y="52026"/>
                </a:lnTo>
                <a:lnTo>
                  <a:pt x="16494" y="51702"/>
                </a:lnTo>
                <a:lnTo>
                  <a:pt x="16494" y="51216"/>
                </a:lnTo>
                <a:lnTo>
                  <a:pt x="17038" y="50892"/>
                </a:lnTo>
                <a:lnTo>
                  <a:pt x="17038" y="50405"/>
                </a:lnTo>
                <a:lnTo>
                  <a:pt x="17401" y="50081"/>
                </a:lnTo>
                <a:lnTo>
                  <a:pt x="17401" y="49595"/>
                </a:lnTo>
                <a:lnTo>
                  <a:pt x="17945" y="49271"/>
                </a:lnTo>
                <a:lnTo>
                  <a:pt x="18307" y="48947"/>
                </a:lnTo>
                <a:lnTo>
                  <a:pt x="18307" y="48461"/>
                </a:lnTo>
                <a:lnTo>
                  <a:pt x="18670" y="48136"/>
                </a:lnTo>
                <a:lnTo>
                  <a:pt x="19213" y="47650"/>
                </a:lnTo>
                <a:lnTo>
                  <a:pt x="19213" y="47326"/>
                </a:lnTo>
                <a:lnTo>
                  <a:pt x="19576" y="47002"/>
                </a:lnTo>
                <a:lnTo>
                  <a:pt x="19576" y="46516"/>
                </a:lnTo>
                <a:lnTo>
                  <a:pt x="20120" y="46191"/>
                </a:lnTo>
                <a:lnTo>
                  <a:pt x="20120" y="45705"/>
                </a:lnTo>
                <a:lnTo>
                  <a:pt x="20482" y="45381"/>
                </a:lnTo>
                <a:lnTo>
                  <a:pt x="21026" y="44895"/>
                </a:lnTo>
                <a:lnTo>
                  <a:pt x="21026" y="44571"/>
                </a:lnTo>
                <a:lnTo>
                  <a:pt x="21389" y="44247"/>
                </a:lnTo>
                <a:lnTo>
                  <a:pt x="21751" y="43760"/>
                </a:lnTo>
                <a:lnTo>
                  <a:pt x="21751" y="43436"/>
                </a:lnTo>
                <a:lnTo>
                  <a:pt x="22295" y="42950"/>
                </a:lnTo>
                <a:lnTo>
                  <a:pt x="22295" y="42626"/>
                </a:lnTo>
                <a:lnTo>
                  <a:pt x="22657" y="42302"/>
                </a:lnTo>
                <a:lnTo>
                  <a:pt x="22657" y="41815"/>
                </a:lnTo>
                <a:lnTo>
                  <a:pt x="23201" y="41491"/>
                </a:lnTo>
                <a:lnTo>
                  <a:pt x="23564" y="41005"/>
                </a:lnTo>
                <a:lnTo>
                  <a:pt x="23564" y="40681"/>
                </a:lnTo>
                <a:lnTo>
                  <a:pt x="23926" y="40195"/>
                </a:lnTo>
                <a:lnTo>
                  <a:pt x="23926" y="39870"/>
                </a:lnTo>
                <a:lnTo>
                  <a:pt x="24470" y="39546"/>
                </a:lnTo>
                <a:lnTo>
                  <a:pt x="24833" y="39060"/>
                </a:lnTo>
                <a:lnTo>
                  <a:pt x="24833" y="38736"/>
                </a:lnTo>
                <a:lnTo>
                  <a:pt x="25376" y="38250"/>
                </a:lnTo>
                <a:lnTo>
                  <a:pt x="25739" y="37926"/>
                </a:lnTo>
                <a:lnTo>
                  <a:pt x="25739" y="37601"/>
                </a:lnTo>
                <a:lnTo>
                  <a:pt x="26101" y="37115"/>
                </a:lnTo>
                <a:lnTo>
                  <a:pt x="26101" y="36791"/>
                </a:lnTo>
                <a:lnTo>
                  <a:pt x="26645" y="36305"/>
                </a:lnTo>
                <a:lnTo>
                  <a:pt x="26645" y="35981"/>
                </a:lnTo>
                <a:lnTo>
                  <a:pt x="27008" y="35656"/>
                </a:lnTo>
                <a:lnTo>
                  <a:pt x="27552" y="35170"/>
                </a:lnTo>
                <a:lnTo>
                  <a:pt x="27552" y="34846"/>
                </a:lnTo>
                <a:lnTo>
                  <a:pt x="27914" y="34360"/>
                </a:lnTo>
                <a:lnTo>
                  <a:pt x="27914" y="34036"/>
                </a:lnTo>
                <a:lnTo>
                  <a:pt x="28458" y="33549"/>
                </a:lnTo>
                <a:lnTo>
                  <a:pt x="28820" y="33225"/>
                </a:lnTo>
                <a:lnTo>
                  <a:pt x="28820" y="32901"/>
                </a:lnTo>
                <a:lnTo>
                  <a:pt x="29183" y="32415"/>
                </a:lnTo>
                <a:lnTo>
                  <a:pt x="29183" y="32091"/>
                </a:lnTo>
                <a:lnTo>
                  <a:pt x="29727" y="31605"/>
                </a:lnTo>
                <a:lnTo>
                  <a:pt x="30089" y="31280"/>
                </a:lnTo>
                <a:lnTo>
                  <a:pt x="30089" y="30956"/>
                </a:lnTo>
                <a:lnTo>
                  <a:pt x="30633" y="30470"/>
                </a:lnTo>
                <a:lnTo>
                  <a:pt x="30633" y="30146"/>
                </a:lnTo>
                <a:lnTo>
                  <a:pt x="30996" y="29660"/>
                </a:lnTo>
                <a:lnTo>
                  <a:pt x="30996" y="29335"/>
                </a:lnTo>
                <a:lnTo>
                  <a:pt x="31358" y="28849"/>
                </a:lnTo>
                <a:lnTo>
                  <a:pt x="31902" y="28525"/>
                </a:lnTo>
                <a:lnTo>
                  <a:pt x="31902" y="28201"/>
                </a:lnTo>
                <a:lnTo>
                  <a:pt x="32264" y="27715"/>
                </a:lnTo>
                <a:lnTo>
                  <a:pt x="32808" y="27391"/>
                </a:lnTo>
                <a:lnTo>
                  <a:pt x="32808" y="26904"/>
                </a:lnTo>
                <a:lnTo>
                  <a:pt x="33171" y="26904"/>
                </a:lnTo>
                <a:lnTo>
                  <a:pt x="33171" y="26256"/>
                </a:lnTo>
                <a:lnTo>
                  <a:pt x="33714" y="26256"/>
                </a:lnTo>
                <a:lnTo>
                  <a:pt x="34077" y="25770"/>
                </a:lnTo>
                <a:lnTo>
                  <a:pt x="34077" y="25446"/>
                </a:lnTo>
                <a:lnTo>
                  <a:pt x="34440" y="24959"/>
                </a:lnTo>
                <a:lnTo>
                  <a:pt x="34440" y="24635"/>
                </a:lnTo>
                <a:lnTo>
                  <a:pt x="34983" y="24149"/>
                </a:lnTo>
                <a:lnTo>
                  <a:pt x="34983" y="23825"/>
                </a:lnTo>
                <a:lnTo>
                  <a:pt x="35346" y="23501"/>
                </a:lnTo>
                <a:lnTo>
                  <a:pt x="35890" y="23014"/>
                </a:lnTo>
                <a:lnTo>
                  <a:pt x="35890" y="22690"/>
                </a:lnTo>
                <a:lnTo>
                  <a:pt x="36252" y="22204"/>
                </a:lnTo>
                <a:lnTo>
                  <a:pt x="36615" y="21880"/>
                </a:lnTo>
                <a:lnTo>
                  <a:pt x="36615" y="21556"/>
                </a:lnTo>
                <a:lnTo>
                  <a:pt x="37158" y="21070"/>
                </a:lnTo>
                <a:lnTo>
                  <a:pt x="37158" y="20745"/>
                </a:lnTo>
                <a:lnTo>
                  <a:pt x="37521" y="20259"/>
                </a:lnTo>
                <a:lnTo>
                  <a:pt x="37521" y="19935"/>
                </a:lnTo>
                <a:lnTo>
                  <a:pt x="38065" y="19449"/>
                </a:lnTo>
                <a:lnTo>
                  <a:pt x="38427" y="19125"/>
                </a:lnTo>
                <a:lnTo>
                  <a:pt x="38427" y="18800"/>
                </a:lnTo>
                <a:lnTo>
                  <a:pt x="38971" y="18314"/>
                </a:lnTo>
                <a:lnTo>
                  <a:pt x="38971" y="17990"/>
                </a:lnTo>
                <a:lnTo>
                  <a:pt x="39334" y="17504"/>
                </a:lnTo>
                <a:lnTo>
                  <a:pt x="39696" y="17180"/>
                </a:lnTo>
                <a:lnTo>
                  <a:pt x="39696" y="16856"/>
                </a:lnTo>
                <a:lnTo>
                  <a:pt x="40240" y="16856"/>
                </a:lnTo>
                <a:lnTo>
                  <a:pt x="40240" y="16045"/>
                </a:lnTo>
                <a:lnTo>
                  <a:pt x="40603" y="16045"/>
                </a:lnTo>
                <a:lnTo>
                  <a:pt x="41146" y="15559"/>
                </a:lnTo>
                <a:lnTo>
                  <a:pt x="41146" y="15235"/>
                </a:lnTo>
                <a:lnTo>
                  <a:pt x="41509" y="14749"/>
                </a:lnTo>
                <a:lnTo>
                  <a:pt x="41509" y="14424"/>
                </a:lnTo>
                <a:lnTo>
                  <a:pt x="41871" y="14100"/>
                </a:lnTo>
                <a:lnTo>
                  <a:pt x="42415" y="13614"/>
                </a:lnTo>
                <a:lnTo>
                  <a:pt x="42415" y="13290"/>
                </a:lnTo>
                <a:lnTo>
                  <a:pt x="42778" y="12804"/>
                </a:lnTo>
                <a:lnTo>
                  <a:pt x="43321" y="12479"/>
                </a:lnTo>
                <a:lnTo>
                  <a:pt x="43321" y="12155"/>
                </a:lnTo>
                <a:lnTo>
                  <a:pt x="43684" y="11669"/>
                </a:lnTo>
                <a:lnTo>
                  <a:pt x="43684" y="11345"/>
                </a:lnTo>
                <a:lnTo>
                  <a:pt x="44228" y="10859"/>
                </a:lnTo>
                <a:lnTo>
                  <a:pt x="44228" y="10535"/>
                </a:lnTo>
                <a:lnTo>
                  <a:pt x="44590" y="10048"/>
                </a:lnTo>
                <a:lnTo>
                  <a:pt x="44953" y="10048"/>
                </a:lnTo>
                <a:lnTo>
                  <a:pt x="44953" y="9400"/>
                </a:lnTo>
                <a:lnTo>
                  <a:pt x="45497" y="8914"/>
                </a:lnTo>
                <a:lnTo>
                  <a:pt x="45859" y="8590"/>
                </a:lnTo>
                <a:lnTo>
                  <a:pt x="45859" y="8103"/>
                </a:lnTo>
                <a:lnTo>
                  <a:pt x="46403" y="7779"/>
                </a:lnTo>
                <a:lnTo>
                  <a:pt x="46765" y="7455"/>
                </a:lnTo>
                <a:lnTo>
                  <a:pt x="46765" y="6969"/>
                </a:lnTo>
                <a:lnTo>
                  <a:pt x="47128" y="6645"/>
                </a:lnTo>
                <a:lnTo>
                  <a:pt x="47672" y="6158"/>
                </a:lnTo>
                <a:lnTo>
                  <a:pt x="47672" y="5834"/>
                </a:lnTo>
                <a:lnTo>
                  <a:pt x="48034" y="5348"/>
                </a:lnTo>
                <a:lnTo>
                  <a:pt x="48034" y="5024"/>
                </a:lnTo>
                <a:lnTo>
                  <a:pt x="48578" y="4700"/>
                </a:lnTo>
                <a:lnTo>
                  <a:pt x="48578" y="4214"/>
                </a:lnTo>
                <a:lnTo>
                  <a:pt x="48941" y="3889"/>
                </a:lnTo>
                <a:lnTo>
                  <a:pt x="49303" y="3889"/>
                </a:lnTo>
                <a:lnTo>
                  <a:pt x="49303" y="3079"/>
                </a:lnTo>
                <a:lnTo>
                  <a:pt x="49847" y="3079"/>
                </a:lnTo>
                <a:lnTo>
                  <a:pt x="49847" y="2755"/>
                </a:lnTo>
                <a:lnTo>
                  <a:pt x="50209" y="2269"/>
                </a:lnTo>
                <a:lnTo>
                  <a:pt x="50753" y="1944"/>
                </a:lnTo>
                <a:lnTo>
                  <a:pt x="50753" y="1458"/>
                </a:lnTo>
                <a:lnTo>
                  <a:pt x="51116" y="1134"/>
                </a:lnTo>
                <a:lnTo>
                  <a:pt x="51660" y="648"/>
                </a:lnTo>
                <a:lnTo>
                  <a:pt x="51660" y="324"/>
                </a:lnTo>
                <a:lnTo>
                  <a:pt x="52022" y="0"/>
                </a:lnTo>
              </a:path>
            </a:pathLst>
          </a:custGeom>
          <a:ln w="24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7459765" y="1823315"/>
            <a:ext cx="51660" cy="66937"/>
          </a:xfrm>
          <a:custGeom>
            <a:avLst/>
            <a:gdLst/>
            <a:ahLst/>
            <a:cxnLst/>
            <a:rect l="l" t="t" r="r" b="b"/>
            <a:pathLst>
              <a:path w="51660" h="66937">
                <a:moveTo>
                  <a:pt x="0" y="66937"/>
                </a:moveTo>
                <a:lnTo>
                  <a:pt x="0" y="66451"/>
                </a:lnTo>
                <a:lnTo>
                  <a:pt x="362" y="66127"/>
                </a:lnTo>
                <a:lnTo>
                  <a:pt x="362" y="65641"/>
                </a:lnTo>
                <a:lnTo>
                  <a:pt x="906" y="65641"/>
                </a:lnTo>
                <a:lnTo>
                  <a:pt x="1268" y="64992"/>
                </a:lnTo>
                <a:lnTo>
                  <a:pt x="1812" y="64506"/>
                </a:lnTo>
                <a:lnTo>
                  <a:pt x="2175" y="64182"/>
                </a:lnTo>
                <a:lnTo>
                  <a:pt x="2175" y="63696"/>
                </a:lnTo>
                <a:lnTo>
                  <a:pt x="2537" y="63372"/>
                </a:lnTo>
                <a:lnTo>
                  <a:pt x="2537" y="62885"/>
                </a:lnTo>
                <a:lnTo>
                  <a:pt x="3081" y="62561"/>
                </a:lnTo>
                <a:lnTo>
                  <a:pt x="3081" y="62237"/>
                </a:lnTo>
                <a:lnTo>
                  <a:pt x="3444" y="61751"/>
                </a:lnTo>
                <a:lnTo>
                  <a:pt x="3987" y="61751"/>
                </a:lnTo>
                <a:lnTo>
                  <a:pt x="3987" y="61427"/>
                </a:lnTo>
                <a:lnTo>
                  <a:pt x="4350" y="60616"/>
                </a:lnTo>
                <a:lnTo>
                  <a:pt x="4894" y="60292"/>
                </a:lnTo>
                <a:lnTo>
                  <a:pt x="4894" y="59806"/>
                </a:lnTo>
                <a:lnTo>
                  <a:pt x="5256" y="59482"/>
                </a:lnTo>
                <a:lnTo>
                  <a:pt x="5619" y="58996"/>
                </a:lnTo>
                <a:lnTo>
                  <a:pt x="5619" y="58671"/>
                </a:lnTo>
                <a:lnTo>
                  <a:pt x="6162" y="58347"/>
                </a:lnTo>
                <a:lnTo>
                  <a:pt x="6525" y="57861"/>
                </a:lnTo>
                <a:lnTo>
                  <a:pt x="6525" y="57537"/>
                </a:lnTo>
                <a:lnTo>
                  <a:pt x="7069" y="57537"/>
                </a:lnTo>
                <a:lnTo>
                  <a:pt x="7069" y="57051"/>
                </a:lnTo>
                <a:lnTo>
                  <a:pt x="7431" y="56726"/>
                </a:lnTo>
                <a:lnTo>
                  <a:pt x="7794" y="56240"/>
                </a:lnTo>
                <a:lnTo>
                  <a:pt x="7794" y="55916"/>
                </a:lnTo>
                <a:lnTo>
                  <a:pt x="8338" y="55592"/>
                </a:lnTo>
                <a:lnTo>
                  <a:pt x="8338" y="55106"/>
                </a:lnTo>
                <a:lnTo>
                  <a:pt x="8700" y="54782"/>
                </a:lnTo>
                <a:lnTo>
                  <a:pt x="8700" y="54295"/>
                </a:lnTo>
                <a:lnTo>
                  <a:pt x="9244" y="53971"/>
                </a:lnTo>
                <a:lnTo>
                  <a:pt x="9606" y="53647"/>
                </a:lnTo>
                <a:lnTo>
                  <a:pt x="9606" y="53161"/>
                </a:lnTo>
                <a:lnTo>
                  <a:pt x="10150" y="53161"/>
                </a:lnTo>
                <a:lnTo>
                  <a:pt x="10513" y="52837"/>
                </a:lnTo>
                <a:lnTo>
                  <a:pt x="10513" y="52350"/>
                </a:lnTo>
                <a:lnTo>
                  <a:pt x="10875" y="52026"/>
                </a:lnTo>
                <a:lnTo>
                  <a:pt x="10875" y="51540"/>
                </a:lnTo>
                <a:lnTo>
                  <a:pt x="11419" y="51216"/>
                </a:lnTo>
                <a:lnTo>
                  <a:pt x="11419" y="50892"/>
                </a:lnTo>
                <a:lnTo>
                  <a:pt x="11782" y="50405"/>
                </a:lnTo>
                <a:lnTo>
                  <a:pt x="12325" y="50081"/>
                </a:lnTo>
                <a:lnTo>
                  <a:pt x="12325" y="49595"/>
                </a:lnTo>
                <a:lnTo>
                  <a:pt x="12688" y="49595"/>
                </a:lnTo>
                <a:lnTo>
                  <a:pt x="13050" y="49271"/>
                </a:lnTo>
                <a:lnTo>
                  <a:pt x="13050" y="48947"/>
                </a:lnTo>
                <a:lnTo>
                  <a:pt x="13594" y="48461"/>
                </a:lnTo>
                <a:lnTo>
                  <a:pt x="13594" y="48136"/>
                </a:lnTo>
                <a:lnTo>
                  <a:pt x="13957" y="47650"/>
                </a:lnTo>
                <a:lnTo>
                  <a:pt x="13957" y="47326"/>
                </a:lnTo>
                <a:lnTo>
                  <a:pt x="14501" y="47326"/>
                </a:lnTo>
                <a:lnTo>
                  <a:pt x="14863" y="46516"/>
                </a:lnTo>
                <a:lnTo>
                  <a:pt x="14863" y="46191"/>
                </a:lnTo>
                <a:lnTo>
                  <a:pt x="15226" y="46191"/>
                </a:lnTo>
                <a:lnTo>
                  <a:pt x="15226" y="45705"/>
                </a:lnTo>
                <a:lnTo>
                  <a:pt x="15769" y="45381"/>
                </a:lnTo>
                <a:lnTo>
                  <a:pt x="16132" y="44895"/>
                </a:lnTo>
                <a:lnTo>
                  <a:pt x="16132" y="44571"/>
                </a:lnTo>
                <a:lnTo>
                  <a:pt x="16676" y="44247"/>
                </a:lnTo>
                <a:lnTo>
                  <a:pt x="17038" y="43760"/>
                </a:lnTo>
                <a:lnTo>
                  <a:pt x="17582" y="43436"/>
                </a:lnTo>
                <a:lnTo>
                  <a:pt x="17582" y="42950"/>
                </a:lnTo>
                <a:lnTo>
                  <a:pt x="17945" y="42626"/>
                </a:lnTo>
                <a:lnTo>
                  <a:pt x="17945" y="42140"/>
                </a:lnTo>
                <a:lnTo>
                  <a:pt x="18307" y="41815"/>
                </a:lnTo>
                <a:lnTo>
                  <a:pt x="18851" y="41491"/>
                </a:lnTo>
                <a:lnTo>
                  <a:pt x="18851" y="41005"/>
                </a:lnTo>
                <a:lnTo>
                  <a:pt x="19213" y="41005"/>
                </a:lnTo>
                <a:lnTo>
                  <a:pt x="19213" y="40195"/>
                </a:lnTo>
                <a:lnTo>
                  <a:pt x="19757" y="40195"/>
                </a:lnTo>
                <a:lnTo>
                  <a:pt x="20120" y="39870"/>
                </a:lnTo>
                <a:lnTo>
                  <a:pt x="20120" y="39546"/>
                </a:lnTo>
                <a:lnTo>
                  <a:pt x="20482" y="39060"/>
                </a:lnTo>
                <a:lnTo>
                  <a:pt x="20482" y="38736"/>
                </a:lnTo>
                <a:lnTo>
                  <a:pt x="21026" y="38250"/>
                </a:lnTo>
                <a:lnTo>
                  <a:pt x="21389" y="37926"/>
                </a:lnTo>
                <a:lnTo>
                  <a:pt x="21932" y="37439"/>
                </a:lnTo>
                <a:lnTo>
                  <a:pt x="21932" y="37115"/>
                </a:lnTo>
                <a:lnTo>
                  <a:pt x="22295" y="36791"/>
                </a:lnTo>
                <a:lnTo>
                  <a:pt x="22295" y="36305"/>
                </a:lnTo>
                <a:lnTo>
                  <a:pt x="22839" y="35981"/>
                </a:lnTo>
                <a:lnTo>
                  <a:pt x="23201" y="35494"/>
                </a:lnTo>
                <a:lnTo>
                  <a:pt x="23201" y="35170"/>
                </a:lnTo>
                <a:lnTo>
                  <a:pt x="23564" y="35170"/>
                </a:lnTo>
                <a:lnTo>
                  <a:pt x="24108" y="34846"/>
                </a:lnTo>
                <a:lnTo>
                  <a:pt x="24108" y="34360"/>
                </a:lnTo>
                <a:lnTo>
                  <a:pt x="24470" y="34036"/>
                </a:lnTo>
                <a:lnTo>
                  <a:pt x="24470" y="33549"/>
                </a:lnTo>
                <a:lnTo>
                  <a:pt x="25014" y="33225"/>
                </a:lnTo>
                <a:lnTo>
                  <a:pt x="25376" y="32739"/>
                </a:lnTo>
                <a:lnTo>
                  <a:pt x="25739" y="32415"/>
                </a:lnTo>
                <a:lnTo>
                  <a:pt x="25739" y="32091"/>
                </a:lnTo>
                <a:lnTo>
                  <a:pt x="26283" y="31605"/>
                </a:lnTo>
                <a:lnTo>
                  <a:pt x="26283" y="31280"/>
                </a:lnTo>
                <a:lnTo>
                  <a:pt x="26645" y="30794"/>
                </a:lnTo>
                <a:lnTo>
                  <a:pt x="27189" y="30470"/>
                </a:lnTo>
                <a:lnTo>
                  <a:pt x="27189" y="30146"/>
                </a:lnTo>
                <a:lnTo>
                  <a:pt x="27552" y="30146"/>
                </a:lnTo>
                <a:lnTo>
                  <a:pt x="28095" y="29660"/>
                </a:lnTo>
                <a:lnTo>
                  <a:pt x="28095" y="29335"/>
                </a:lnTo>
                <a:lnTo>
                  <a:pt x="28458" y="28849"/>
                </a:lnTo>
                <a:lnTo>
                  <a:pt x="28458" y="28525"/>
                </a:lnTo>
                <a:lnTo>
                  <a:pt x="28820" y="28525"/>
                </a:lnTo>
                <a:lnTo>
                  <a:pt x="28820" y="28039"/>
                </a:lnTo>
                <a:lnTo>
                  <a:pt x="29364" y="27715"/>
                </a:lnTo>
                <a:lnTo>
                  <a:pt x="29727" y="27391"/>
                </a:lnTo>
                <a:lnTo>
                  <a:pt x="29727" y="26904"/>
                </a:lnTo>
                <a:lnTo>
                  <a:pt x="30270" y="26580"/>
                </a:lnTo>
                <a:lnTo>
                  <a:pt x="30270" y="26094"/>
                </a:lnTo>
                <a:lnTo>
                  <a:pt x="30633" y="25770"/>
                </a:lnTo>
                <a:lnTo>
                  <a:pt x="30996" y="25770"/>
                </a:lnTo>
                <a:lnTo>
                  <a:pt x="30996" y="25446"/>
                </a:lnTo>
                <a:lnTo>
                  <a:pt x="31539" y="24959"/>
                </a:lnTo>
                <a:lnTo>
                  <a:pt x="31539" y="24635"/>
                </a:lnTo>
                <a:lnTo>
                  <a:pt x="31902" y="24149"/>
                </a:lnTo>
                <a:lnTo>
                  <a:pt x="32446" y="23825"/>
                </a:lnTo>
                <a:lnTo>
                  <a:pt x="32808" y="23339"/>
                </a:lnTo>
                <a:lnTo>
                  <a:pt x="32808" y="23014"/>
                </a:lnTo>
                <a:lnTo>
                  <a:pt x="33171" y="22690"/>
                </a:lnTo>
                <a:lnTo>
                  <a:pt x="33714" y="22204"/>
                </a:lnTo>
                <a:lnTo>
                  <a:pt x="33714" y="21880"/>
                </a:lnTo>
                <a:lnTo>
                  <a:pt x="34077" y="21880"/>
                </a:lnTo>
                <a:lnTo>
                  <a:pt x="34077" y="21394"/>
                </a:lnTo>
                <a:lnTo>
                  <a:pt x="34621" y="21070"/>
                </a:lnTo>
                <a:lnTo>
                  <a:pt x="34983" y="20745"/>
                </a:lnTo>
                <a:lnTo>
                  <a:pt x="34983" y="20259"/>
                </a:lnTo>
                <a:lnTo>
                  <a:pt x="35527" y="19935"/>
                </a:lnTo>
                <a:lnTo>
                  <a:pt x="35890" y="19449"/>
                </a:lnTo>
                <a:lnTo>
                  <a:pt x="36252" y="19125"/>
                </a:lnTo>
                <a:lnTo>
                  <a:pt x="36252" y="18800"/>
                </a:lnTo>
                <a:lnTo>
                  <a:pt x="36796" y="18314"/>
                </a:lnTo>
                <a:lnTo>
                  <a:pt x="36796" y="17990"/>
                </a:lnTo>
                <a:lnTo>
                  <a:pt x="37158" y="17504"/>
                </a:lnTo>
                <a:lnTo>
                  <a:pt x="37702" y="17180"/>
                </a:lnTo>
                <a:lnTo>
                  <a:pt x="38065" y="16693"/>
                </a:lnTo>
                <a:lnTo>
                  <a:pt x="38065" y="16369"/>
                </a:lnTo>
                <a:lnTo>
                  <a:pt x="38427" y="16045"/>
                </a:lnTo>
                <a:lnTo>
                  <a:pt x="38971" y="15559"/>
                </a:lnTo>
                <a:lnTo>
                  <a:pt x="39334" y="15235"/>
                </a:lnTo>
                <a:lnTo>
                  <a:pt x="39334" y="14749"/>
                </a:lnTo>
                <a:lnTo>
                  <a:pt x="39877" y="14424"/>
                </a:lnTo>
                <a:lnTo>
                  <a:pt x="39877" y="14100"/>
                </a:lnTo>
                <a:lnTo>
                  <a:pt x="40240" y="14100"/>
                </a:lnTo>
                <a:lnTo>
                  <a:pt x="40784" y="13614"/>
                </a:lnTo>
                <a:lnTo>
                  <a:pt x="40784" y="13290"/>
                </a:lnTo>
                <a:lnTo>
                  <a:pt x="41146" y="12804"/>
                </a:lnTo>
                <a:lnTo>
                  <a:pt x="41146" y="12479"/>
                </a:lnTo>
                <a:lnTo>
                  <a:pt x="41509" y="12479"/>
                </a:lnTo>
                <a:lnTo>
                  <a:pt x="42053" y="11993"/>
                </a:lnTo>
                <a:lnTo>
                  <a:pt x="42053" y="11669"/>
                </a:lnTo>
                <a:lnTo>
                  <a:pt x="42415" y="11345"/>
                </a:lnTo>
                <a:lnTo>
                  <a:pt x="42959" y="10859"/>
                </a:lnTo>
                <a:lnTo>
                  <a:pt x="42959" y="10535"/>
                </a:lnTo>
                <a:lnTo>
                  <a:pt x="43321" y="10535"/>
                </a:lnTo>
                <a:lnTo>
                  <a:pt x="43321" y="10048"/>
                </a:lnTo>
                <a:lnTo>
                  <a:pt x="43684" y="9724"/>
                </a:lnTo>
                <a:lnTo>
                  <a:pt x="43684" y="9400"/>
                </a:lnTo>
                <a:lnTo>
                  <a:pt x="44228" y="8914"/>
                </a:lnTo>
                <a:lnTo>
                  <a:pt x="44590" y="8914"/>
                </a:lnTo>
                <a:lnTo>
                  <a:pt x="44590" y="8590"/>
                </a:lnTo>
                <a:lnTo>
                  <a:pt x="45134" y="8103"/>
                </a:lnTo>
                <a:lnTo>
                  <a:pt x="45497" y="7779"/>
                </a:lnTo>
                <a:lnTo>
                  <a:pt x="45497" y="7293"/>
                </a:lnTo>
                <a:lnTo>
                  <a:pt x="46040" y="7293"/>
                </a:lnTo>
                <a:lnTo>
                  <a:pt x="46040" y="6969"/>
                </a:lnTo>
                <a:lnTo>
                  <a:pt x="46403" y="6645"/>
                </a:lnTo>
                <a:lnTo>
                  <a:pt x="46403" y="6158"/>
                </a:lnTo>
                <a:lnTo>
                  <a:pt x="46765" y="5834"/>
                </a:lnTo>
                <a:lnTo>
                  <a:pt x="47309" y="5348"/>
                </a:lnTo>
                <a:lnTo>
                  <a:pt x="47672" y="5024"/>
                </a:lnTo>
                <a:lnTo>
                  <a:pt x="47672" y="4700"/>
                </a:lnTo>
                <a:lnTo>
                  <a:pt x="48216" y="4214"/>
                </a:lnTo>
                <a:lnTo>
                  <a:pt x="48216" y="3889"/>
                </a:lnTo>
                <a:lnTo>
                  <a:pt x="48578" y="3889"/>
                </a:lnTo>
                <a:lnTo>
                  <a:pt x="48941" y="3403"/>
                </a:lnTo>
                <a:lnTo>
                  <a:pt x="49484" y="3079"/>
                </a:lnTo>
                <a:lnTo>
                  <a:pt x="49484" y="2593"/>
                </a:lnTo>
                <a:lnTo>
                  <a:pt x="49847" y="2269"/>
                </a:lnTo>
                <a:lnTo>
                  <a:pt x="50391" y="1944"/>
                </a:lnTo>
                <a:lnTo>
                  <a:pt x="50391" y="1458"/>
                </a:lnTo>
                <a:lnTo>
                  <a:pt x="50753" y="1134"/>
                </a:lnTo>
                <a:lnTo>
                  <a:pt x="51116" y="648"/>
                </a:lnTo>
                <a:lnTo>
                  <a:pt x="51116" y="324"/>
                </a:lnTo>
                <a:lnTo>
                  <a:pt x="51660" y="324"/>
                </a:lnTo>
                <a:lnTo>
                  <a:pt x="51660" y="0"/>
                </a:lnTo>
              </a:path>
            </a:pathLst>
          </a:custGeom>
          <a:ln w="243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7511425" y="1766912"/>
            <a:ext cx="52022" cy="56402"/>
          </a:xfrm>
          <a:custGeom>
            <a:avLst/>
            <a:gdLst/>
            <a:ahLst/>
            <a:cxnLst/>
            <a:rect l="l" t="t" r="r" b="b"/>
            <a:pathLst>
              <a:path w="52022" h="56402">
                <a:moveTo>
                  <a:pt x="0" y="56402"/>
                </a:moveTo>
                <a:lnTo>
                  <a:pt x="362" y="55916"/>
                </a:lnTo>
                <a:lnTo>
                  <a:pt x="362" y="55592"/>
                </a:lnTo>
                <a:lnTo>
                  <a:pt x="906" y="55592"/>
                </a:lnTo>
                <a:lnTo>
                  <a:pt x="1268" y="55106"/>
                </a:lnTo>
                <a:lnTo>
                  <a:pt x="1268" y="54782"/>
                </a:lnTo>
                <a:lnTo>
                  <a:pt x="1812" y="54295"/>
                </a:lnTo>
                <a:lnTo>
                  <a:pt x="2175" y="54295"/>
                </a:lnTo>
                <a:lnTo>
                  <a:pt x="2175" y="53971"/>
                </a:lnTo>
                <a:lnTo>
                  <a:pt x="2537" y="53647"/>
                </a:lnTo>
                <a:lnTo>
                  <a:pt x="2537" y="53161"/>
                </a:lnTo>
                <a:lnTo>
                  <a:pt x="3081" y="52837"/>
                </a:lnTo>
                <a:lnTo>
                  <a:pt x="3444" y="52350"/>
                </a:lnTo>
                <a:lnTo>
                  <a:pt x="3987" y="52026"/>
                </a:lnTo>
                <a:lnTo>
                  <a:pt x="3987" y="51702"/>
                </a:lnTo>
                <a:lnTo>
                  <a:pt x="4350" y="51216"/>
                </a:lnTo>
                <a:lnTo>
                  <a:pt x="4712" y="50892"/>
                </a:lnTo>
                <a:lnTo>
                  <a:pt x="5256" y="50405"/>
                </a:lnTo>
                <a:lnTo>
                  <a:pt x="5256" y="50081"/>
                </a:lnTo>
                <a:lnTo>
                  <a:pt x="5619" y="50081"/>
                </a:lnTo>
                <a:lnTo>
                  <a:pt x="6162" y="49595"/>
                </a:lnTo>
                <a:lnTo>
                  <a:pt x="6162" y="49271"/>
                </a:lnTo>
                <a:lnTo>
                  <a:pt x="6525" y="48947"/>
                </a:lnTo>
                <a:lnTo>
                  <a:pt x="6525" y="48461"/>
                </a:lnTo>
                <a:lnTo>
                  <a:pt x="7069" y="48461"/>
                </a:lnTo>
                <a:lnTo>
                  <a:pt x="7069" y="48136"/>
                </a:lnTo>
                <a:lnTo>
                  <a:pt x="7431" y="47650"/>
                </a:lnTo>
                <a:lnTo>
                  <a:pt x="7794" y="47326"/>
                </a:lnTo>
                <a:lnTo>
                  <a:pt x="8338" y="47002"/>
                </a:lnTo>
                <a:lnTo>
                  <a:pt x="8700" y="46516"/>
                </a:lnTo>
                <a:lnTo>
                  <a:pt x="8700" y="46191"/>
                </a:lnTo>
                <a:lnTo>
                  <a:pt x="9244" y="45705"/>
                </a:lnTo>
                <a:lnTo>
                  <a:pt x="9606" y="45381"/>
                </a:lnTo>
                <a:lnTo>
                  <a:pt x="9606" y="44895"/>
                </a:lnTo>
                <a:lnTo>
                  <a:pt x="9969" y="44571"/>
                </a:lnTo>
                <a:lnTo>
                  <a:pt x="10513" y="44571"/>
                </a:lnTo>
                <a:lnTo>
                  <a:pt x="10513" y="44247"/>
                </a:lnTo>
                <a:lnTo>
                  <a:pt x="10875" y="43760"/>
                </a:lnTo>
                <a:lnTo>
                  <a:pt x="10875" y="43436"/>
                </a:lnTo>
                <a:lnTo>
                  <a:pt x="11419" y="43436"/>
                </a:lnTo>
                <a:lnTo>
                  <a:pt x="11782" y="42950"/>
                </a:lnTo>
                <a:lnTo>
                  <a:pt x="11782" y="42626"/>
                </a:lnTo>
                <a:lnTo>
                  <a:pt x="12325" y="42302"/>
                </a:lnTo>
                <a:lnTo>
                  <a:pt x="12325" y="41815"/>
                </a:lnTo>
                <a:lnTo>
                  <a:pt x="12688" y="41815"/>
                </a:lnTo>
                <a:lnTo>
                  <a:pt x="13050" y="41491"/>
                </a:lnTo>
                <a:lnTo>
                  <a:pt x="13050" y="41005"/>
                </a:lnTo>
                <a:lnTo>
                  <a:pt x="13594" y="40681"/>
                </a:lnTo>
                <a:lnTo>
                  <a:pt x="13957" y="40195"/>
                </a:lnTo>
                <a:lnTo>
                  <a:pt x="13957" y="39870"/>
                </a:lnTo>
                <a:lnTo>
                  <a:pt x="14501" y="39546"/>
                </a:lnTo>
                <a:lnTo>
                  <a:pt x="14863" y="39546"/>
                </a:lnTo>
                <a:lnTo>
                  <a:pt x="14863" y="39060"/>
                </a:lnTo>
                <a:lnTo>
                  <a:pt x="15226" y="38736"/>
                </a:lnTo>
                <a:lnTo>
                  <a:pt x="15769" y="38250"/>
                </a:lnTo>
                <a:lnTo>
                  <a:pt x="16132" y="37926"/>
                </a:lnTo>
                <a:lnTo>
                  <a:pt x="16132" y="37601"/>
                </a:lnTo>
                <a:lnTo>
                  <a:pt x="16676" y="37601"/>
                </a:lnTo>
                <a:lnTo>
                  <a:pt x="17038" y="37115"/>
                </a:lnTo>
                <a:lnTo>
                  <a:pt x="17038" y="36791"/>
                </a:lnTo>
                <a:lnTo>
                  <a:pt x="17401" y="36305"/>
                </a:lnTo>
                <a:lnTo>
                  <a:pt x="17401" y="35981"/>
                </a:lnTo>
                <a:lnTo>
                  <a:pt x="17945" y="35981"/>
                </a:lnTo>
                <a:lnTo>
                  <a:pt x="17945" y="35494"/>
                </a:lnTo>
                <a:lnTo>
                  <a:pt x="18307" y="35170"/>
                </a:lnTo>
                <a:lnTo>
                  <a:pt x="18851" y="34846"/>
                </a:lnTo>
                <a:lnTo>
                  <a:pt x="19213" y="34360"/>
                </a:lnTo>
                <a:lnTo>
                  <a:pt x="19757" y="34036"/>
                </a:lnTo>
                <a:lnTo>
                  <a:pt x="20120" y="33549"/>
                </a:lnTo>
                <a:lnTo>
                  <a:pt x="20120" y="33225"/>
                </a:lnTo>
                <a:lnTo>
                  <a:pt x="20482" y="32901"/>
                </a:lnTo>
                <a:lnTo>
                  <a:pt x="20482" y="32415"/>
                </a:lnTo>
                <a:lnTo>
                  <a:pt x="21026" y="32415"/>
                </a:lnTo>
                <a:lnTo>
                  <a:pt x="21389" y="32091"/>
                </a:lnTo>
                <a:lnTo>
                  <a:pt x="21389" y="31605"/>
                </a:lnTo>
                <a:lnTo>
                  <a:pt x="21932" y="31280"/>
                </a:lnTo>
                <a:lnTo>
                  <a:pt x="22295" y="30956"/>
                </a:lnTo>
                <a:lnTo>
                  <a:pt x="22657" y="30470"/>
                </a:lnTo>
                <a:lnTo>
                  <a:pt x="23201" y="30146"/>
                </a:lnTo>
                <a:lnTo>
                  <a:pt x="23564" y="29660"/>
                </a:lnTo>
                <a:lnTo>
                  <a:pt x="24108" y="29335"/>
                </a:lnTo>
                <a:lnTo>
                  <a:pt x="24108" y="28849"/>
                </a:lnTo>
                <a:lnTo>
                  <a:pt x="24470" y="28525"/>
                </a:lnTo>
                <a:lnTo>
                  <a:pt x="24470" y="28201"/>
                </a:lnTo>
                <a:lnTo>
                  <a:pt x="25014" y="28201"/>
                </a:lnTo>
                <a:lnTo>
                  <a:pt x="25376" y="27715"/>
                </a:lnTo>
                <a:lnTo>
                  <a:pt x="25376" y="27391"/>
                </a:lnTo>
                <a:lnTo>
                  <a:pt x="25739" y="27391"/>
                </a:lnTo>
                <a:lnTo>
                  <a:pt x="25739" y="26904"/>
                </a:lnTo>
                <a:lnTo>
                  <a:pt x="26283" y="26580"/>
                </a:lnTo>
                <a:lnTo>
                  <a:pt x="26645" y="26256"/>
                </a:lnTo>
                <a:lnTo>
                  <a:pt x="27189" y="25770"/>
                </a:lnTo>
                <a:lnTo>
                  <a:pt x="27189" y="25446"/>
                </a:lnTo>
                <a:lnTo>
                  <a:pt x="27552" y="25446"/>
                </a:lnTo>
                <a:lnTo>
                  <a:pt x="27914" y="24959"/>
                </a:lnTo>
                <a:lnTo>
                  <a:pt x="27914" y="24635"/>
                </a:lnTo>
                <a:lnTo>
                  <a:pt x="28458" y="24149"/>
                </a:lnTo>
                <a:lnTo>
                  <a:pt x="28820" y="23825"/>
                </a:lnTo>
                <a:lnTo>
                  <a:pt x="28820" y="23501"/>
                </a:lnTo>
                <a:lnTo>
                  <a:pt x="29364" y="23501"/>
                </a:lnTo>
                <a:lnTo>
                  <a:pt x="29727" y="23014"/>
                </a:lnTo>
                <a:lnTo>
                  <a:pt x="29727" y="22690"/>
                </a:lnTo>
                <a:lnTo>
                  <a:pt x="30270" y="22204"/>
                </a:lnTo>
                <a:lnTo>
                  <a:pt x="30633" y="22204"/>
                </a:lnTo>
                <a:lnTo>
                  <a:pt x="30633" y="21880"/>
                </a:lnTo>
                <a:lnTo>
                  <a:pt x="30996" y="21556"/>
                </a:lnTo>
                <a:lnTo>
                  <a:pt x="30996" y="21070"/>
                </a:lnTo>
                <a:lnTo>
                  <a:pt x="31539" y="21070"/>
                </a:lnTo>
                <a:lnTo>
                  <a:pt x="31902" y="20745"/>
                </a:lnTo>
                <a:lnTo>
                  <a:pt x="31902" y="20259"/>
                </a:lnTo>
                <a:lnTo>
                  <a:pt x="32446" y="20259"/>
                </a:lnTo>
                <a:lnTo>
                  <a:pt x="32446" y="19935"/>
                </a:lnTo>
                <a:lnTo>
                  <a:pt x="32808" y="19449"/>
                </a:lnTo>
                <a:lnTo>
                  <a:pt x="33171" y="19125"/>
                </a:lnTo>
                <a:lnTo>
                  <a:pt x="33714" y="18800"/>
                </a:lnTo>
                <a:lnTo>
                  <a:pt x="34077" y="18314"/>
                </a:lnTo>
                <a:lnTo>
                  <a:pt x="34621" y="17990"/>
                </a:lnTo>
                <a:lnTo>
                  <a:pt x="34983" y="17504"/>
                </a:lnTo>
                <a:lnTo>
                  <a:pt x="34983" y="17180"/>
                </a:lnTo>
                <a:lnTo>
                  <a:pt x="35346" y="16856"/>
                </a:lnTo>
                <a:lnTo>
                  <a:pt x="35890" y="16369"/>
                </a:lnTo>
                <a:lnTo>
                  <a:pt x="36252" y="16045"/>
                </a:lnTo>
                <a:lnTo>
                  <a:pt x="36796" y="15559"/>
                </a:lnTo>
                <a:lnTo>
                  <a:pt x="37158" y="15235"/>
                </a:lnTo>
                <a:lnTo>
                  <a:pt x="37702" y="14749"/>
                </a:lnTo>
                <a:lnTo>
                  <a:pt x="37702" y="14424"/>
                </a:lnTo>
                <a:lnTo>
                  <a:pt x="38065" y="14100"/>
                </a:lnTo>
                <a:lnTo>
                  <a:pt x="38427" y="13614"/>
                </a:lnTo>
                <a:lnTo>
                  <a:pt x="38971" y="13290"/>
                </a:lnTo>
                <a:lnTo>
                  <a:pt x="39334" y="12804"/>
                </a:lnTo>
                <a:lnTo>
                  <a:pt x="39334" y="12479"/>
                </a:lnTo>
                <a:lnTo>
                  <a:pt x="39877" y="12479"/>
                </a:lnTo>
                <a:lnTo>
                  <a:pt x="40240" y="12155"/>
                </a:lnTo>
                <a:lnTo>
                  <a:pt x="40240" y="11669"/>
                </a:lnTo>
                <a:lnTo>
                  <a:pt x="40603" y="11669"/>
                </a:lnTo>
                <a:lnTo>
                  <a:pt x="41146" y="11345"/>
                </a:lnTo>
                <a:lnTo>
                  <a:pt x="41146" y="10859"/>
                </a:lnTo>
                <a:lnTo>
                  <a:pt x="41509" y="10859"/>
                </a:lnTo>
                <a:lnTo>
                  <a:pt x="41509" y="10535"/>
                </a:lnTo>
                <a:lnTo>
                  <a:pt x="42053" y="10048"/>
                </a:lnTo>
                <a:lnTo>
                  <a:pt x="42415" y="9724"/>
                </a:lnTo>
                <a:lnTo>
                  <a:pt x="42959" y="9400"/>
                </a:lnTo>
                <a:lnTo>
                  <a:pt x="43321" y="8914"/>
                </a:lnTo>
                <a:lnTo>
                  <a:pt x="43321" y="8590"/>
                </a:lnTo>
                <a:lnTo>
                  <a:pt x="43684" y="8590"/>
                </a:lnTo>
                <a:lnTo>
                  <a:pt x="43684" y="8103"/>
                </a:lnTo>
                <a:lnTo>
                  <a:pt x="44228" y="7779"/>
                </a:lnTo>
                <a:lnTo>
                  <a:pt x="44590" y="7779"/>
                </a:lnTo>
                <a:lnTo>
                  <a:pt x="44590" y="7455"/>
                </a:lnTo>
                <a:lnTo>
                  <a:pt x="45134" y="6969"/>
                </a:lnTo>
                <a:lnTo>
                  <a:pt x="45497" y="6645"/>
                </a:lnTo>
                <a:lnTo>
                  <a:pt x="45859" y="6158"/>
                </a:lnTo>
                <a:lnTo>
                  <a:pt x="45859" y="5834"/>
                </a:lnTo>
                <a:lnTo>
                  <a:pt x="46403" y="5834"/>
                </a:lnTo>
                <a:lnTo>
                  <a:pt x="46403" y="5348"/>
                </a:lnTo>
                <a:lnTo>
                  <a:pt x="46765" y="5024"/>
                </a:lnTo>
                <a:lnTo>
                  <a:pt x="47309" y="5024"/>
                </a:lnTo>
                <a:lnTo>
                  <a:pt x="47309" y="4700"/>
                </a:lnTo>
                <a:lnTo>
                  <a:pt x="47672" y="4214"/>
                </a:lnTo>
                <a:lnTo>
                  <a:pt x="48216" y="4214"/>
                </a:lnTo>
                <a:lnTo>
                  <a:pt x="48216" y="3889"/>
                </a:lnTo>
                <a:lnTo>
                  <a:pt x="48578" y="3403"/>
                </a:lnTo>
                <a:lnTo>
                  <a:pt x="48941" y="3079"/>
                </a:lnTo>
                <a:lnTo>
                  <a:pt x="49484" y="2755"/>
                </a:lnTo>
                <a:lnTo>
                  <a:pt x="49847" y="2269"/>
                </a:lnTo>
                <a:lnTo>
                  <a:pt x="49847" y="1944"/>
                </a:lnTo>
                <a:lnTo>
                  <a:pt x="50391" y="1944"/>
                </a:lnTo>
                <a:lnTo>
                  <a:pt x="50391" y="1458"/>
                </a:lnTo>
                <a:lnTo>
                  <a:pt x="50753" y="1458"/>
                </a:lnTo>
                <a:lnTo>
                  <a:pt x="51116" y="1134"/>
                </a:lnTo>
                <a:lnTo>
                  <a:pt x="51116" y="648"/>
                </a:lnTo>
                <a:lnTo>
                  <a:pt x="51660" y="648"/>
                </a:lnTo>
                <a:lnTo>
                  <a:pt x="52022" y="324"/>
                </a:lnTo>
                <a:lnTo>
                  <a:pt x="52022" y="0"/>
                </a:lnTo>
              </a:path>
            </a:pathLst>
          </a:custGeom>
          <a:ln w="24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7563448" y="1722179"/>
            <a:ext cx="52203" cy="44733"/>
          </a:xfrm>
          <a:custGeom>
            <a:avLst/>
            <a:gdLst/>
            <a:ahLst/>
            <a:cxnLst/>
            <a:rect l="l" t="t" r="r" b="b"/>
            <a:pathLst>
              <a:path w="52203" h="44733">
                <a:moveTo>
                  <a:pt x="0" y="44733"/>
                </a:moveTo>
                <a:lnTo>
                  <a:pt x="543" y="44733"/>
                </a:lnTo>
                <a:lnTo>
                  <a:pt x="543" y="44247"/>
                </a:lnTo>
                <a:lnTo>
                  <a:pt x="906" y="43922"/>
                </a:lnTo>
                <a:lnTo>
                  <a:pt x="1268" y="43436"/>
                </a:lnTo>
                <a:lnTo>
                  <a:pt x="1812" y="43112"/>
                </a:lnTo>
                <a:lnTo>
                  <a:pt x="2175" y="42788"/>
                </a:lnTo>
                <a:lnTo>
                  <a:pt x="2175" y="42302"/>
                </a:lnTo>
                <a:lnTo>
                  <a:pt x="2718" y="42302"/>
                </a:lnTo>
                <a:lnTo>
                  <a:pt x="2718" y="41977"/>
                </a:lnTo>
                <a:lnTo>
                  <a:pt x="3081" y="41977"/>
                </a:lnTo>
                <a:lnTo>
                  <a:pt x="3625" y="41491"/>
                </a:lnTo>
                <a:lnTo>
                  <a:pt x="3625" y="41167"/>
                </a:lnTo>
                <a:lnTo>
                  <a:pt x="3987" y="41167"/>
                </a:lnTo>
                <a:lnTo>
                  <a:pt x="4350" y="40681"/>
                </a:lnTo>
                <a:lnTo>
                  <a:pt x="4350" y="40357"/>
                </a:lnTo>
                <a:lnTo>
                  <a:pt x="4894" y="40357"/>
                </a:lnTo>
                <a:lnTo>
                  <a:pt x="4894" y="40033"/>
                </a:lnTo>
                <a:lnTo>
                  <a:pt x="5256" y="39546"/>
                </a:lnTo>
                <a:lnTo>
                  <a:pt x="5800" y="39546"/>
                </a:lnTo>
                <a:lnTo>
                  <a:pt x="5800" y="39222"/>
                </a:lnTo>
                <a:lnTo>
                  <a:pt x="6162" y="38736"/>
                </a:lnTo>
                <a:lnTo>
                  <a:pt x="6525" y="38412"/>
                </a:lnTo>
                <a:lnTo>
                  <a:pt x="7069" y="38412"/>
                </a:lnTo>
                <a:lnTo>
                  <a:pt x="7069" y="38088"/>
                </a:lnTo>
                <a:lnTo>
                  <a:pt x="7431" y="38088"/>
                </a:lnTo>
                <a:lnTo>
                  <a:pt x="7431" y="37601"/>
                </a:lnTo>
                <a:lnTo>
                  <a:pt x="7975" y="37277"/>
                </a:lnTo>
                <a:lnTo>
                  <a:pt x="8338" y="37277"/>
                </a:lnTo>
                <a:lnTo>
                  <a:pt x="8338" y="36791"/>
                </a:lnTo>
                <a:lnTo>
                  <a:pt x="8881" y="36467"/>
                </a:lnTo>
                <a:lnTo>
                  <a:pt x="9244" y="36143"/>
                </a:lnTo>
                <a:lnTo>
                  <a:pt x="9244" y="35656"/>
                </a:lnTo>
                <a:lnTo>
                  <a:pt x="9606" y="35656"/>
                </a:lnTo>
                <a:lnTo>
                  <a:pt x="10150" y="35332"/>
                </a:lnTo>
                <a:lnTo>
                  <a:pt x="10513" y="34846"/>
                </a:lnTo>
                <a:lnTo>
                  <a:pt x="11057" y="34522"/>
                </a:lnTo>
                <a:lnTo>
                  <a:pt x="11419" y="34036"/>
                </a:lnTo>
                <a:lnTo>
                  <a:pt x="11419" y="33712"/>
                </a:lnTo>
                <a:lnTo>
                  <a:pt x="11782" y="33712"/>
                </a:lnTo>
                <a:lnTo>
                  <a:pt x="11782" y="33387"/>
                </a:lnTo>
                <a:lnTo>
                  <a:pt x="12325" y="33387"/>
                </a:lnTo>
                <a:lnTo>
                  <a:pt x="12688" y="32901"/>
                </a:lnTo>
                <a:lnTo>
                  <a:pt x="12688" y="32577"/>
                </a:lnTo>
                <a:lnTo>
                  <a:pt x="13232" y="32577"/>
                </a:lnTo>
                <a:lnTo>
                  <a:pt x="13232" y="32091"/>
                </a:lnTo>
                <a:lnTo>
                  <a:pt x="13594" y="32091"/>
                </a:lnTo>
                <a:lnTo>
                  <a:pt x="14138" y="31767"/>
                </a:lnTo>
                <a:lnTo>
                  <a:pt x="14138" y="31442"/>
                </a:lnTo>
                <a:lnTo>
                  <a:pt x="14501" y="31442"/>
                </a:lnTo>
                <a:lnTo>
                  <a:pt x="14863" y="30956"/>
                </a:lnTo>
                <a:lnTo>
                  <a:pt x="15407" y="30632"/>
                </a:lnTo>
                <a:lnTo>
                  <a:pt x="15407" y="30146"/>
                </a:lnTo>
                <a:lnTo>
                  <a:pt x="15769" y="30146"/>
                </a:lnTo>
                <a:lnTo>
                  <a:pt x="15769" y="29822"/>
                </a:lnTo>
                <a:lnTo>
                  <a:pt x="16313" y="29335"/>
                </a:lnTo>
                <a:lnTo>
                  <a:pt x="16676" y="29335"/>
                </a:lnTo>
                <a:lnTo>
                  <a:pt x="16676" y="29011"/>
                </a:lnTo>
                <a:lnTo>
                  <a:pt x="17038" y="29011"/>
                </a:lnTo>
                <a:lnTo>
                  <a:pt x="17038" y="28687"/>
                </a:lnTo>
                <a:lnTo>
                  <a:pt x="17582" y="28687"/>
                </a:lnTo>
                <a:lnTo>
                  <a:pt x="17945" y="28201"/>
                </a:lnTo>
                <a:lnTo>
                  <a:pt x="17945" y="27877"/>
                </a:lnTo>
                <a:lnTo>
                  <a:pt x="18488" y="27877"/>
                </a:lnTo>
                <a:lnTo>
                  <a:pt x="18488" y="27391"/>
                </a:lnTo>
                <a:lnTo>
                  <a:pt x="18851" y="27066"/>
                </a:lnTo>
                <a:lnTo>
                  <a:pt x="19395" y="27066"/>
                </a:lnTo>
                <a:lnTo>
                  <a:pt x="19395" y="26742"/>
                </a:lnTo>
                <a:lnTo>
                  <a:pt x="19757" y="26742"/>
                </a:lnTo>
                <a:lnTo>
                  <a:pt x="19757" y="26256"/>
                </a:lnTo>
                <a:lnTo>
                  <a:pt x="20120" y="25932"/>
                </a:lnTo>
                <a:lnTo>
                  <a:pt x="20664" y="25446"/>
                </a:lnTo>
                <a:lnTo>
                  <a:pt x="21026" y="25446"/>
                </a:lnTo>
                <a:lnTo>
                  <a:pt x="21026" y="25121"/>
                </a:lnTo>
                <a:lnTo>
                  <a:pt x="21570" y="25121"/>
                </a:lnTo>
                <a:lnTo>
                  <a:pt x="21932" y="24635"/>
                </a:lnTo>
                <a:lnTo>
                  <a:pt x="21932" y="24311"/>
                </a:lnTo>
                <a:lnTo>
                  <a:pt x="22295" y="24311"/>
                </a:lnTo>
                <a:lnTo>
                  <a:pt x="22295" y="23987"/>
                </a:lnTo>
                <a:lnTo>
                  <a:pt x="22839" y="23987"/>
                </a:lnTo>
                <a:lnTo>
                  <a:pt x="23201" y="23501"/>
                </a:lnTo>
                <a:lnTo>
                  <a:pt x="23745" y="23177"/>
                </a:lnTo>
                <a:lnTo>
                  <a:pt x="23745" y="22690"/>
                </a:lnTo>
                <a:lnTo>
                  <a:pt x="24108" y="22690"/>
                </a:lnTo>
                <a:lnTo>
                  <a:pt x="24108" y="22366"/>
                </a:lnTo>
                <a:lnTo>
                  <a:pt x="24470" y="22366"/>
                </a:lnTo>
                <a:lnTo>
                  <a:pt x="25014" y="22042"/>
                </a:lnTo>
                <a:lnTo>
                  <a:pt x="25376" y="21556"/>
                </a:lnTo>
                <a:lnTo>
                  <a:pt x="25920" y="21232"/>
                </a:lnTo>
                <a:lnTo>
                  <a:pt x="26283" y="20745"/>
                </a:lnTo>
                <a:lnTo>
                  <a:pt x="26826" y="20421"/>
                </a:lnTo>
                <a:lnTo>
                  <a:pt x="26826" y="19935"/>
                </a:lnTo>
                <a:lnTo>
                  <a:pt x="27189" y="19935"/>
                </a:lnTo>
                <a:lnTo>
                  <a:pt x="27552" y="19611"/>
                </a:lnTo>
                <a:lnTo>
                  <a:pt x="28095" y="19287"/>
                </a:lnTo>
                <a:lnTo>
                  <a:pt x="28458" y="18800"/>
                </a:lnTo>
                <a:lnTo>
                  <a:pt x="29002" y="18476"/>
                </a:lnTo>
                <a:lnTo>
                  <a:pt x="29364" y="17990"/>
                </a:lnTo>
                <a:lnTo>
                  <a:pt x="29727" y="17666"/>
                </a:lnTo>
                <a:lnTo>
                  <a:pt x="30270" y="17666"/>
                </a:lnTo>
                <a:lnTo>
                  <a:pt x="30270" y="17342"/>
                </a:lnTo>
                <a:lnTo>
                  <a:pt x="30633" y="17342"/>
                </a:lnTo>
                <a:lnTo>
                  <a:pt x="30633" y="16856"/>
                </a:lnTo>
                <a:lnTo>
                  <a:pt x="31177" y="16856"/>
                </a:lnTo>
                <a:lnTo>
                  <a:pt x="31539" y="16531"/>
                </a:lnTo>
                <a:lnTo>
                  <a:pt x="31539" y="16045"/>
                </a:lnTo>
                <a:lnTo>
                  <a:pt x="32083" y="16045"/>
                </a:lnTo>
                <a:lnTo>
                  <a:pt x="32446" y="15721"/>
                </a:lnTo>
                <a:lnTo>
                  <a:pt x="32808" y="15235"/>
                </a:lnTo>
                <a:lnTo>
                  <a:pt x="32808" y="14911"/>
                </a:lnTo>
                <a:lnTo>
                  <a:pt x="33352" y="14911"/>
                </a:lnTo>
                <a:lnTo>
                  <a:pt x="33714" y="14586"/>
                </a:lnTo>
                <a:lnTo>
                  <a:pt x="34258" y="14100"/>
                </a:lnTo>
                <a:lnTo>
                  <a:pt x="34621" y="13776"/>
                </a:lnTo>
                <a:lnTo>
                  <a:pt x="34983" y="13290"/>
                </a:lnTo>
                <a:lnTo>
                  <a:pt x="35527" y="12966"/>
                </a:lnTo>
                <a:lnTo>
                  <a:pt x="35890" y="12642"/>
                </a:lnTo>
                <a:lnTo>
                  <a:pt x="36433" y="12642"/>
                </a:lnTo>
                <a:lnTo>
                  <a:pt x="36796" y="12155"/>
                </a:lnTo>
                <a:lnTo>
                  <a:pt x="36796" y="11831"/>
                </a:lnTo>
                <a:lnTo>
                  <a:pt x="37340" y="11831"/>
                </a:lnTo>
                <a:lnTo>
                  <a:pt x="37340" y="11345"/>
                </a:lnTo>
                <a:lnTo>
                  <a:pt x="37702" y="11345"/>
                </a:lnTo>
                <a:lnTo>
                  <a:pt x="37702" y="11021"/>
                </a:lnTo>
                <a:lnTo>
                  <a:pt x="38065" y="11021"/>
                </a:lnTo>
                <a:lnTo>
                  <a:pt x="38609" y="10535"/>
                </a:lnTo>
                <a:lnTo>
                  <a:pt x="38971" y="10210"/>
                </a:lnTo>
                <a:lnTo>
                  <a:pt x="39515" y="9886"/>
                </a:lnTo>
                <a:lnTo>
                  <a:pt x="39877" y="9886"/>
                </a:lnTo>
                <a:lnTo>
                  <a:pt x="39877" y="9400"/>
                </a:lnTo>
                <a:lnTo>
                  <a:pt x="40240" y="9076"/>
                </a:lnTo>
                <a:lnTo>
                  <a:pt x="40784" y="9076"/>
                </a:lnTo>
                <a:lnTo>
                  <a:pt x="40784" y="8590"/>
                </a:lnTo>
                <a:lnTo>
                  <a:pt x="41146" y="8590"/>
                </a:lnTo>
                <a:lnTo>
                  <a:pt x="41146" y="8265"/>
                </a:lnTo>
                <a:lnTo>
                  <a:pt x="41690" y="8265"/>
                </a:lnTo>
                <a:lnTo>
                  <a:pt x="41690" y="7941"/>
                </a:lnTo>
                <a:lnTo>
                  <a:pt x="42053" y="7941"/>
                </a:lnTo>
                <a:lnTo>
                  <a:pt x="42415" y="7455"/>
                </a:lnTo>
                <a:lnTo>
                  <a:pt x="42959" y="7131"/>
                </a:lnTo>
                <a:lnTo>
                  <a:pt x="43321" y="7131"/>
                </a:lnTo>
                <a:lnTo>
                  <a:pt x="43321" y="6645"/>
                </a:lnTo>
                <a:lnTo>
                  <a:pt x="43865" y="6645"/>
                </a:lnTo>
                <a:lnTo>
                  <a:pt x="43865" y="6320"/>
                </a:lnTo>
                <a:lnTo>
                  <a:pt x="44228" y="6321"/>
                </a:lnTo>
                <a:lnTo>
                  <a:pt x="44228" y="5834"/>
                </a:lnTo>
                <a:lnTo>
                  <a:pt x="44772" y="5510"/>
                </a:lnTo>
                <a:lnTo>
                  <a:pt x="45134" y="5510"/>
                </a:lnTo>
                <a:lnTo>
                  <a:pt x="45134" y="5186"/>
                </a:lnTo>
                <a:lnTo>
                  <a:pt x="45497" y="5186"/>
                </a:lnTo>
                <a:lnTo>
                  <a:pt x="45497" y="4700"/>
                </a:lnTo>
                <a:lnTo>
                  <a:pt x="46040" y="4700"/>
                </a:lnTo>
                <a:lnTo>
                  <a:pt x="46040" y="4376"/>
                </a:lnTo>
                <a:lnTo>
                  <a:pt x="46403" y="4376"/>
                </a:lnTo>
                <a:lnTo>
                  <a:pt x="46947" y="3889"/>
                </a:lnTo>
                <a:lnTo>
                  <a:pt x="47309" y="3565"/>
                </a:lnTo>
                <a:lnTo>
                  <a:pt x="47672" y="3565"/>
                </a:lnTo>
                <a:lnTo>
                  <a:pt x="47672" y="3241"/>
                </a:lnTo>
                <a:lnTo>
                  <a:pt x="48216" y="3241"/>
                </a:lnTo>
                <a:lnTo>
                  <a:pt x="48216" y="2755"/>
                </a:lnTo>
                <a:lnTo>
                  <a:pt x="48578" y="2755"/>
                </a:lnTo>
                <a:lnTo>
                  <a:pt x="49122" y="2431"/>
                </a:lnTo>
                <a:lnTo>
                  <a:pt x="49484" y="1944"/>
                </a:lnTo>
                <a:lnTo>
                  <a:pt x="50028" y="1620"/>
                </a:lnTo>
                <a:lnTo>
                  <a:pt x="50391" y="1620"/>
                </a:lnTo>
                <a:lnTo>
                  <a:pt x="50391" y="1134"/>
                </a:lnTo>
                <a:lnTo>
                  <a:pt x="50753" y="1134"/>
                </a:lnTo>
                <a:lnTo>
                  <a:pt x="50753" y="810"/>
                </a:lnTo>
                <a:lnTo>
                  <a:pt x="51297" y="810"/>
                </a:lnTo>
                <a:lnTo>
                  <a:pt x="51660" y="486"/>
                </a:lnTo>
                <a:lnTo>
                  <a:pt x="52203" y="0"/>
                </a:lnTo>
              </a:path>
            </a:pathLst>
          </a:custGeom>
          <a:ln w="23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7615652" y="1690088"/>
            <a:ext cx="51660" cy="32091"/>
          </a:xfrm>
          <a:custGeom>
            <a:avLst/>
            <a:gdLst/>
            <a:ahLst/>
            <a:cxnLst/>
            <a:rect l="l" t="t" r="r" b="b"/>
            <a:pathLst>
              <a:path w="51660" h="32091">
                <a:moveTo>
                  <a:pt x="0" y="32091"/>
                </a:moveTo>
                <a:lnTo>
                  <a:pt x="362" y="31767"/>
                </a:lnTo>
                <a:lnTo>
                  <a:pt x="725" y="31280"/>
                </a:lnTo>
                <a:lnTo>
                  <a:pt x="1268" y="31280"/>
                </a:lnTo>
                <a:lnTo>
                  <a:pt x="1268" y="30956"/>
                </a:lnTo>
                <a:lnTo>
                  <a:pt x="1631" y="30956"/>
                </a:lnTo>
                <a:lnTo>
                  <a:pt x="2175" y="30632"/>
                </a:lnTo>
                <a:lnTo>
                  <a:pt x="2537" y="30146"/>
                </a:lnTo>
                <a:lnTo>
                  <a:pt x="3081" y="30146"/>
                </a:lnTo>
                <a:lnTo>
                  <a:pt x="3081" y="29822"/>
                </a:lnTo>
                <a:lnTo>
                  <a:pt x="3444" y="29335"/>
                </a:lnTo>
                <a:lnTo>
                  <a:pt x="3806" y="29335"/>
                </a:lnTo>
                <a:lnTo>
                  <a:pt x="4350" y="29011"/>
                </a:lnTo>
                <a:lnTo>
                  <a:pt x="4712" y="28525"/>
                </a:lnTo>
                <a:lnTo>
                  <a:pt x="5256" y="28525"/>
                </a:lnTo>
                <a:lnTo>
                  <a:pt x="5256" y="28201"/>
                </a:lnTo>
                <a:lnTo>
                  <a:pt x="5619" y="28201"/>
                </a:lnTo>
                <a:lnTo>
                  <a:pt x="5981" y="27877"/>
                </a:lnTo>
                <a:lnTo>
                  <a:pt x="6525" y="27390"/>
                </a:lnTo>
                <a:lnTo>
                  <a:pt x="6888" y="27066"/>
                </a:lnTo>
                <a:lnTo>
                  <a:pt x="7431" y="26580"/>
                </a:lnTo>
                <a:lnTo>
                  <a:pt x="7794" y="26580"/>
                </a:lnTo>
                <a:lnTo>
                  <a:pt x="7794" y="26256"/>
                </a:lnTo>
                <a:lnTo>
                  <a:pt x="8156" y="26256"/>
                </a:lnTo>
                <a:lnTo>
                  <a:pt x="8156" y="25932"/>
                </a:lnTo>
                <a:lnTo>
                  <a:pt x="8700" y="25932"/>
                </a:lnTo>
                <a:lnTo>
                  <a:pt x="9063" y="25932"/>
                </a:lnTo>
                <a:lnTo>
                  <a:pt x="9063" y="25446"/>
                </a:lnTo>
                <a:lnTo>
                  <a:pt x="9606" y="25446"/>
                </a:lnTo>
                <a:lnTo>
                  <a:pt x="9606" y="25121"/>
                </a:lnTo>
                <a:lnTo>
                  <a:pt x="9969" y="25121"/>
                </a:lnTo>
                <a:lnTo>
                  <a:pt x="10513" y="24635"/>
                </a:lnTo>
                <a:lnTo>
                  <a:pt x="10875" y="24311"/>
                </a:lnTo>
                <a:lnTo>
                  <a:pt x="11238" y="23987"/>
                </a:lnTo>
                <a:lnTo>
                  <a:pt x="11782" y="23501"/>
                </a:lnTo>
                <a:lnTo>
                  <a:pt x="12144" y="23501"/>
                </a:lnTo>
                <a:lnTo>
                  <a:pt x="12688" y="23501"/>
                </a:lnTo>
                <a:lnTo>
                  <a:pt x="12688" y="23176"/>
                </a:lnTo>
                <a:lnTo>
                  <a:pt x="13050" y="23176"/>
                </a:lnTo>
                <a:lnTo>
                  <a:pt x="13050" y="22690"/>
                </a:lnTo>
                <a:lnTo>
                  <a:pt x="13413" y="22690"/>
                </a:lnTo>
                <a:lnTo>
                  <a:pt x="13413" y="22366"/>
                </a:lnTo>
                <a:lnTo>
                  <a:pt x="13957" y="22366"/>
                </a:lnTo>
                <a:lnTo>
                  <a:pt x="14319" y="21880"/>
                </a:lnTo>
                <a:lnTo>
                  <a:pt x="14863" y="21556"/>
                </a:lnTo>
                <a:lnTo>
                  <a:pt x="15226" y="21556"/>
                </a:lnTo>
                <a:lnTo>
                  <a:pt x="15226" y="21232"/>
                </a:lnTo>
                <a:lnTo>
                  <a:pt x="15769" y="21232"/>
                </a:lnTo>
                <a:lnTo>
                  <a:pt x="16132" y="20745"/>
                </a:lnTo>
                <a:lnTo>
                  <a:pt x="16494" y="20421"/>
                </a:lnTo>
                <a:lnTo>
                  <a:pt x="17038" y="20421"/>
                </a:lnTo>
                <a:lnTo>
                  <a:pt x="17038" y="19935"/>
                </a:lnTo>
                <a:lnTo>
                  <a:pt x="17401" y="19935"/>
                </a:lnTo>
                <a:lnTo>
                  <a:pt x="17945" y="19611"/>
                </a:lnTo>
                <a:lnTo>
                  <a:pt x="18307" y="19287"/>
                </a:lnTo>
                <a:lnTo>
                  <a:pt x="18670" y="19287"/>
                </a:lnTo>
                <a:lnTo>
                  <a:pt x="19213" y="18800"/>
                </a:lnTo>
                <a:lnTo>
                  <a:pt x="19213" y="18476"/>
                </a:lnTo>
                <a:lnTo>
                  <a:pt x="19576" y="18476"/>
                </a:lnTo>
                <a:lnTo>
                  <a:pt x="20120" y="17990"/>
                </a:lnTo>
                <a:lnTo>
                  <a:pt x="20482" y="17990"/>
                </a:lnTo>
                <a:lnTo>
                  <a:pt x="20482" y="17666"/>
                </a:lnTo>
                <a:lnTo>
                  <a:pt x="21026" y="17666"/>
                </a:lnTo>
                <a:lnTo>
                  <a:pt x="21389" y="17180"/>
                </a:lnTo>
                <a:lnTo>
                  <a:pt x="21751" y="17180"/>
                </a:lnTo>
                <a:lnTo>
                  <a:pt x="21751" y="16855"/>
                </a:lnTo>
                <a:lnTo>
                  <a:pt x="22295" y="16855"/>
                </a:lnTo>
                <a:lnTo>
                  <a:pt x="22657" y="16531"/>
                </a:lnTo>
                <a:lnTo>
                  <a:pt x="23201" y="16531"/>
                </a:lnTo>
                <a:lnTo>
                  <a:pt x="23564" y="16045"/>
                </a:lnTo>
                <a:lnTo>
                  <a:pt x="23926" y="15721"/>
                </a:lnTo>
                <a:lnTo>
                  <a:pt x="24470" y="15235"/>
                </a:lnTo>
                <a:lnTo>
                  <a:pt x="24833" y="15235"/>
                </a:lnTo>
                <a:lnTo>
                  <a:pt x="25376" y="14911"/>
                </a:lnTo>
                <a:lnTo>
                  <a:pt x="25739" y="14586"/>
                </a:lnTo>
                <a:lnTo>
                  <a:pt x="26101" y="14100"/>
                </a:lnTo>
                <a:lnTo>
                  <a:pt x="26645" y="14100"/>
                </a:lnTo>
                <a:lnTo>
                  <a:pt x="27008" y="13776"/>
                </a:lnTo>
                <a:lnTo>
                  <a:pt x="27552" y="13290"/>
                </a:lnTo>
                <a:lnTo>
                  <a:pt x="27914" y="13290"/>
                </a:lnTo>
                <a:lnTo>
                  <a:pt x="27914" y="12966"/>
                </a:lnTo>
                <a:lnTo>
                  <a:pt x="28458" y="12966"/>
                </a:lnTo>
                <a:lnTo>
                  <a:pt x="28820" y="12479"/>
                </a:lnTo>
                <a:lnTo>
                  <a:pt x="29183" y="12155"/>
                </a:lnTo>
                <a:lnTo>
                  <a:pt x="29727" y="12155"/>
                </a:lnTo>
                <a:lnTo>
                  <a:pt x="30089" y="11831"/>
                </a:lnTo>
                <a:lnTo>
                  <a:pt x="30633" y="11831"/>
                </a:lnTo>
                <a:lnTo>
                  <a:pt x="30633" y="11345"/>
                </a:lnTo>
                <a:lnTo>
                  <a:pt x="30996" y="11345"/>
                </a:lnTo>
                <a:lnTo>
                  <a:pt x="31358" y="11021"/>
                </a:lnTo>
                <a:lnTo>
                  <a:pt x="31902" y="11021"/>
                </a:lnTo>
                <a:lnTo>
                  <a:pt x="32264" y="10534"/>
                </a:lnTo>
                <a:lnTo>
                  <a:pt x="32808" y="10534"/>
                </a:lnTo>
                <a:lnTo>
                  <a:pt x="32808" y="10210"/>
                </a:lnTo>
                <a:lnTo>
                  <a:pt x="33171" y="10210"/>
                </a:lnTo>
                <a:lnTo>
                  <a:pt x="33714" y="9886"/>
                </a:lnTo>
                <a:lnTo>
                  <a:pt x="34077" y="9886"/>
                </a:lnTo>
                <a:lnTo>
                  <a:pt x="34440" y="9400"/>
                </a:lnTo>
                <a:lnTo>
                  <a:pt x="34983" y="9076"/>
                </a:lnTo>
                <a:lnTo>
                  <a:pt x="35346" y="9076"/>
                </a:lnTo>
                <a:lnTo>
                  <a:pt x="35346" y="8590"/>
                </a:lnTo>
                <a:lnTo>
                  <a:pt x="35890" y="8590"/>
                </a:lnTo>
                <a:lnTo>
                  <a:pt x="36252" y="8265"/>
                </a:lnTo>
                <a:lnTo>
                  <a:pt x="36252" y="8265"/>
                </a:lnTo>
                <a:lnTo>
                  <a:pt x="36615" y="7779"/>
                </a:lnTo>
                <a:lnTo>
                  <a:pt x="37158" y="7779"/>
                </a:lnTo>
                <a:lnTo>
                  <a:pt x="37521" y="7455"/>
                </a:lnTo>
                <a:lnTo>
                  <a:pt x="38065" y="7455"/>
                </a:lnTo>
                <a:lnTo>
                  <a:pt x="38427" y="7131"/>
                </a:lnTo>
                <a:lnTo>
                  <a:pt x="38971" y="7131"/>
                </a:lnTo>
                <a:lnTo>
                  <a:pt x="38971" y="6645"/>
                </a:lnTo>
                <a:lnTo>
                  <a:pt x="39334" y="6645"/>
                </a:lnTo>
                <a:lnTo>
                  <a:pt x="39334" y="6320"/>
                </a:lnTo>
                <a:lnTo>
                  <a:pt x="39696" y="6320"/>
                </a:lnTo>
                <a:lnTo>
                  <a:pt x="40240" y="6320"/>
                </a:lnTo>
                <a:lnTo>
                  <a:pt x="40240" y="5834"/>
                </a:lnTo>
                <a:lnTo>
                  <a:pt x="40603" y="5834"/>
                </a:lnTo>
                <a:lnTo>
                  <a:pt x="41146" y="5510"/>
                </a:lnTo>
                <a:lnTo>
                  <a:pt x="41509" y="5510"/>
                </a:lnTo>
                <a:lnTo>
                  <a:pt x="41871" y="5186"/>
                </a:lnTo>
                <a:lnTo>
                  <a:pt x="42415" y="4700"/>
                </a:lnTo>
                <a:lnTo>
                  <a:pt x="42778" y="4700"/>
                </a:lnTo>
                <a:lnTo>
                  <a:pt x="43321" y="4376"/>
                </a:lnTo>
                <a:lnTo>
                  <a:pt x="43684" y="4376"/>
                </a:lnTo>
                <a:lnTo>
                  <a:pt x="43684" y="3889"/>
                </a:lnTo>
                <a:lnTo>
                  <a:pt x="44047" y="3889"/>
                </a:lnTo>
                <a:lnTo>
                  <a:pt x="44590" y="3889"/>
                </a:lnTo>
                <a:lnTo>
                  <a:pt x="44590" y="3565"/>
                </a:lnTo>
                <a:lnTo>
                  <a:pt x="44953" y="3565"/>
                </a:lnTo>
                <a:lnTo>
                  <a:pt x="45497" y="3565"/>
                </a:lnTo>
                <a:lnTo>
                  <a:pt x="45497" y="3079"/>
                </a:lnTo>
                <a:lnTo>
                  <a:pt x="45859" y="3079"/>
                </a:lnTo>
                <a:lnTo>
                  <a:pt x="45859" y="2755"/>
                </a:lnTo>
                <a:lnTo>
                  <a:pt x="46403" y="2755"/>
                </a:lnTo>
                <a:lnTo>
                  <a:pt x="46765" y="2755"/>
                </a:lnTo>
                <a:lnTo>
                  <a:pt x="46765" y="2431"/>
                </a:lnTo>
                <a:lnTo>
                  <a:pt x="47128" y="2431"/>
                </a:lnTo>
                <a:lnTo>
                  <a:pt x="47672" y="1944"/>
                </a:lnTo>
                <a:lnTo>
                  <a:pt x="48034" y="1944"/>
                </a:lnTo>
                <a:lnTo>
                  <a:pt x="48578" y="1620"/>
                </a:lnTo>
                <a:lnTo>
                  <a:pt x="48941" y="1620"/>
                </a:lnTo>
                <a:lnTo>
                  <a:pt x="49303" y="1134"/>
                </a:lnTo>
                <a:lnTo>
                  <a:pt x="49847" y="1134"/>
                </a:lnTo>
                <a:lnTo>
                  <a:pt x="49847" y="810"/>
                </a:lnTo>
                <a:lnTo>
                  <a:pt x="50209" y="810"/>
                </a:lnTo>
                <a:lnTo>
                  <a:pt x="50753" y="486"/>
                </a:lnTo>
                <a:lnTo>
                  <a:pt x="51116" y="486"/>
                </a:lnTo>
                <a:lnTo>
                  <a:pt x="51660" y="0"/>
                </a:lnTo>
              </a:path>
            </a:pathLst>
          </a:custGeom>
          <a:ln w="23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7667312" y="1670476"/>
            <a:ext cx="52022" cy="19611"/>
          </a:xfrm>
          <a:custGeom>
            <a:avLst/>
            <a:gdLst/>
            <a:ahLst/>
            <a:cxnLst/>
            <a:rect l="l" t="t" r="r" b="b"/>
            <a:pathLst>
              <a:path w="52022" h="19611">
                <a:moveTo>
                  <a:pt x="0" y="19611"/>
                </a:moveTo>
                <a:lnTo>
                  <a:pt x="362" y="19611"/>
                </a:lnTo>
                <a:lnTo>
                  <a:pt x="725" y="19287"/>
                </a:lnTo>
                <a:lnTo>
                  <a:pt x="1268" y="19287"/>
                </a:lnTo>
                <a:lnTo>
                  <a:pt x="1268" y="18800"/>
                </a:lnTo>
                <a:lnTo>
                  <a:pt x="1631" y="18800"/>
                </a:lnTo>
                <a:lnTo>
                  <a:pt x="2175" y="18800"/>
                </a:lnTo>
                <a:lnTo>
                  <a:pt x="2175" y="18476"/>
                </a:lnTo>
                <a:lnTo>
                  <a:pt x="2537" y="18476"/>
                </a:lnTo>
                <a:lnTo>
                  <a:pt x="2900" y="17990"/>
                </a:lnTo>
                <a:lnTo>
                  <a:pt x="3444" y="17990"/>
                </a:lnTo>
                <a:lnTo>
                  <a:pt x="3806" y="17666"/>
                </a:lnTo>
                <a:lnTo>
                  <a:pt x="4350" y="17666"/>
                </a:lnTo>
                <a:lnTo>
                  <a:pt x="4712" y="17342"/>
                </a:lnTo>
                <a:lnTo>
                  <a:pt x="5256" y="17342"/>
                </a:lnTo>
                <a:lnTo>
                  <a:pt x="5256" y="16855"/>
                </a:lnTo>
                <a:lnTo>
                  <a:pt x="5619" y="16855"/>
                </a:lnTo>
                <a:lnTo>
                  <a:pt x="5981" y="16855"/>
                </a:lnTo>
                <a:lnTo>
                  <a:pt x="5981" y="16531"/>
                </a:lnTo>
                <a:lnTo>
                  <a:pt x="6525" y="16531"/>
                </a:lnTo>
                <a:lnTo>
                  <a:pt x="6888" y="16531"/>
                </a:lnTo>
                <a:lnTo>
                  <a:pt x="6888" y="16045"/>
                </a:lnTo>
                <a:lnTo>
                  <a:pt x="7431" y="16045"/>
                </a:lnTo>
                <a:lnTo>
                  <a:pt x="7794" y="16045"/>
                </a:lnTo>
                <a:lnTo>
                  <a:pt x="7794" y="15721"/>
                </a:lnTo>
                <a:lnTo>
                  <a:pt x="8156" y="15721"/>
                </a:lnTo>
                <a:lnTo>
                  <a:pt x="8700" y="15721"/>
                </a:lnTo>
                <a:lnTo>
                  <a:pt x="9063" y="15397"/>
                </a:lnTo>
                <a:lnTo>
                  <a:pt x="9606" y="14911"/>
                </a:lnTo>
                <a:lnTo>
                  <a:pt x="9969" y="14911"/>
                </a:lnTo>
                <a:lnTo>
                  <a:pt x="10332" y="14911"/>
                </a:lnTo>
                <a:lnTo>
                  <a:pt x="10332" y="14586"/>
                </a:lnTo>
                <a:lnTo>
                  <a:pt x="10875" y="14586"/>
                </a:lnTo>
                <a:lnTo>
                  <a:pt x="11238" y="14100"/>
                </a:lnTo>
                <a:lnTo>
                  <a:pt x="11782" y="14100"/>
                </a:lnTo>
                <a:lnTo>
                  <a:pt x="12144" y="14100"/>
                </a:lnTo>
                <a:lnTo>
                  <a:pt x="12688" y="13776"/>
                </a:lnTo>
                <a:lnTo>
                  <a:pt x="13050" y="13776"/>
                </a:lnTo>
                <a:lnTo>
                  <a:pt x="13050" y="13290"/>
                </a:lnTo>
                <a:lnTo>
                  <a:pt x="13413" y="13290"/>
                </a:lnTo>
                <a:lnTo>
                  <a:pt x="13957" y="13290"/>
                </a:lnTo>
                <a:lnTo>
                  <a:pt x="14319" y="12966"/>
                </a:lnTo>
                <a:lnTo>
                  <a:pt x="14863" y="12966"/>
                </a:lnTo>
                <a:lnTo>
                  <a:pt x="15226" y="12641"/>
                </a:lnTo>
                <a:lnTo>
                  <a:pt x="15588" y="12641"/>
                </a:lnTo>
                <a:lnTo>
                  <a:pt x="15588" y="12155"/>
                </a:lnTo>
                <a:lnTo>
                  <a:pt x="16132" y="12155"/>
                </a:lnTo>
                <a:lnTo>
                  <a:pt x="16494" y="12155"/>
                </a:lnTo>
                <a:lnTo>
                  <a:pt x="17038" y="11831"/>
                </a:lnTo>
                <a:lnTo>
                  <a:pt x="17401" y="11831"/>
                </a:lnTo>
                <a:lnTo>
                  <a:pt x="17401" y="11345"/>
                </a:lnTo>
                <a:lnTo>
                  <a:pt x="17945" y="11345"/>
                </a:lnTo>
                <a:lnTo>
                  <a:pt x="18307" y="11345"/>
                </a:lnTo>
                <a:lnTo>
                  <a:pt x="18670" y="11345"/>
                </a:lnTo>
                <a:lnTo>
                  <a:pt x="18670" y="11021"/>
                </a:lnTo>
                <a:lnTo>
                  <a:pt x="19213" y="11021"/>
                </a:lnTo>
                <a:lnTo>
                  <a:pt x="19576" y="11021"/>
                </a:lnTo>
                <a:lnTo>
                  <a:pt x="19576" y="10697"/>
                </a:lnTo>
                <a:lnTo>
                  <a:pt x="20120" y="10697"/>
                </a:lnTo>
                <a:lnTo>
                  <a:pt x="20482" y="10697"/>
                </a:lnTo>
                <a:lnTo>
                  <a:pt x="20845" y="10210"/>
                </a:lnTo>
                <a:lnTo>
                  <a:pt x="21389" y="10210"/>
                </a:lnTo>
                <a:lnTo>
                  <a:pt x="21389" y="9886"/>
                </a:lnTo>
                <a:lnTo>
                  <a:pt x="21751" y="9886"/>
                </a:lnTo>
                <a:lnTo>
                  <a:pt x="22295" y="9886"/>
                </a:lnTo>
                <a:lnTo>
                  <a:pt x="22657" y="9886"/>
                </a:lnTo>
                <a:lnTo>
                  <a:pt x="22657" y="9400"/>
                </a:lnTo>
                <a:lnTo>
                  <a:pt x="23201" y="9400"/>
                </a:lnTo>
                <a:lnTo>
                  <a:pt x="23564" y="9400"/>
                </a:lnTo>
                <a:lnTo>
                  <a:pt x="23564" y="9076"/>
                </a:lnTo>
                <a:lnTo>
                  <a:pt x="23926" y="9076"/>
                </a:lnTo>
                <a:lnTo>
                  <a:pt x="24470" y="9076"/>
                </a:lnTo>
                <a:lnTo>
                  <a:pt x="24833" y="8590"/>
                </a:lnTo>
                <a:lnTo>
                  <a:pt x="25376" y="8590"/>
                </a:lnTo>
                <a:lnTo>
                  <a:pt x="25739" y="8265"/>
                </a:lnTo>
                <a:lnTo>
                  <a:pt x="26101" y="8265"/>
                </a:lnTo>
                <a:lnTo>
                  <a:pt x="26645" y="8265"/>
                </a:lnTo>
                <a:lnTo>
                  <a:pt x="27008" y="7941"/>
                </a:lnTo>
                <a:lnTo>
                  <a:pt x="27552" y="7941"/>
                </a:lnTo>
                <a:lnTo>
                  <a:pt x="27914" y="7455"/>
                </a:lnTo>
                <a:lnTo>
                  <a:pt x="28277" y="7455"/>
                </a:lnTo>
                <a:lnTo>
                  <a:pt x="28820" y="7131"/>
                </a:lnTo>
                <a:lnTo>
                  <a:pt x="29183" y="7131"/>
                </a:lnTo>
                <a:lnTo>
                  <a:pt x="29727" y="7131"/>
                </a:lnTo>
                <a:lnTo>
                  <a:pt x="30089" y="7131"/>
                </a:lnTo>
                <a:lnTo>
                  <a:pt x="30089" y="6645"/>
                </a:lnTo>
                <a:lnTo>
                  <a:pt x="30633" y="6645"/>
                </a:lnTo>
                <a:lnTo>
                  <a:pt x="30996" y="6320"/>
                </a:lnTo>
                <a:lnTo>
                  <a:pt x="31358" y="6320"/>
                </a:lnTo>
                <a:lnTo>
                  <a:pt x="31902" y="6320"/>
                </a:lnTo>
                <a:lnTo>
                  <a:pt x="32264" y="5996"/>
                </a:lnTo>
                <a:lnTo>
                  <a:pt x="32808" y="5996"/>
                </a:lnTo>
                <a:lnTo>
                  <a:pt x="33171" y="5996"/>
                </a:lnTo>
                <a:lnTo>
                  <a:pt x="33171" y="5510"/>
                </a:lnTo>
                <a:lnTo>
                  <a:pt x="33533" y="5510"/>
                </a:lnTo>
                <a:lnTo>
                  <a:pt x="34077" y="5510"/>
                </a:lnTo>
                <a:lnTo>
                  <a:pt x="34440" y="5510"/>
                </a:lnTo>
                <a:lnTo>
                  <a:pt x="34440" y="5186"/>
                </a:lnTo>
                <a:lnTo>
                  <a:pt x="34983" y="5186"/>
                </a:lnTo>
                <a:lnTo>
                  <a:pt x="35346" y="5186"/>
                </a:lnTo>
                <a:lnTo>
                  <a:pt x="35346" y="4700"/>
                </a:lnTo>
                <a:lnTo>
                  <a:pt x="35890" y="4700"/>
                </a:lnTo>
                <a:lnTo>
                  <a:pt x="36252" y="4700"/>
                </a:lnTo>
                <a:lnTo>
                  <a:pt x="36615" y="4700"/>
                </a:lnTo>
                <a:lnTo>
                  <a:pt x="37158" y="4376"/>
                </a:lnTo>
                <a:lnTo>
                  <a:pt x="37521" y="4376"/>
                </a:lnTo>
                <a:lnTo>
                  <a:pt x="38065" y="4376"/>
                </a:lnTo>
                <a:lnTo>
                  <a:pt x="38427" y="4051"/>
                </a:lnTo>
                <a:lnTo>
                  <a:pt x="38790" y="4051"/>
                </a:lnTo>
                <a:lnTo>
                  <a:pt x="39334" y="4051"/>
                </a:lnTo>
                <a:lnTo>
                  <a:pt x="39334" y="3565"/>
                </a:lnTo>
                <a:lnTo>
                  <a:pt x="39696" y="3565"/>
                </a:lnTo>
                <a:lnTo>
                  <a:pt x="40240" y="3565"/>
                </a:lnTo>
                <a:lnTo>
                  <a:pt x="40603" y="3241"/>
                </a:lnTo>
                <a:lnTo>
                  <a:pt x="41146" y="3241"/>
                </a:lnTo>
                <a:lnTo>
                  <a:pt x="41509" y="3241"/>
                </a:lnTo>
                <a:lnTo>
                  <a:pt x="41871" y="3241"/>
                </a:lnTo>
                <a:lnTo>
                  <a:pt x="41871" y="2755"/>
                </a:lnTo>
                <a:lnTo>
                  <a:pt x="42415" y="2755"/>
                </a:lnTo>
                <a:lnTo>
                  <a:pt x="42778" y="2755"/>
                </a:lnTo>
                <a:lnTo>
                  <a:pt x="43321" y="2755"/>
                </a:lnTo>
                <a:lnTo>
                  <a:pt x="43321" y="2431"/>
                </a:lnTo>
                <a:lnTo>
                  <a:pt x="43684" y="2431"/>
                </a:lnTo>
                <a:lnTo>
                  <a:pt x="44047" y="2431"/>
                </a:lnTo>
                <a:lnTo>
                  <a:pt x="44590" y="1944"/>
                </a:lnTo>
                <a:lnTo>
                  <a:pt x="44953" y="1944"/>
                </a:lnTo>
                <a:lnTo>
                  <a:pt x="45497" y="1944"/>
                </a:lnTo>
                <a:lnTo>
                  <a:pt x="45859" y="1944"/>
                </a:lnTo>
                <a:lnTo>
                  <a:pt x="45859" y="1620"/>
                </a:lnTo>
                <a:lnTo>
                  <a:pt x="46403" y="1620"/>
                </a:lnTo>
                <a:lnTo>
                  <a:pt x="46765" y="1620"/>
                </a:lnTo>
                <a:lnTo>
                  <a:pt x="47128" y="1620"/>
                </a:lnTo>
                <a:lnTo>
                  <a:pt x="47672" y="1296"/>
                </a:lnTo>
                <a:lnTo>
                  <a:pt x="48034" y="1296"/>
                </a:lnTo>
                <a:lnTo>
                  <a:pt x="48578" y="1296"/>
                </a:lnTo>
                <a:lnTo>
                  <a:pt x="48941" y="810"/>
                </a:lnTo>
                <a:lnTo>
                  <a:pt x="49303" y="810"/>
                </a:lnTo>
                <a:lnTo>
                  <a:pt x="49847" y="810"/>
                </a:lnTo>
                <a:lnTo>
                  <a:pt x="50209" y="810"/>
                </a:lnTo>
                <a:lnTo>
                  <a:pt x="50209" y="486"/>
                </a:lnTo>
                <a:lnTo>
                  <a:pt x="50753" y="486"/>
                </a:lnTo>
                <a:lnTo>
                  <a:pt x="51116" y="486"/>
                </a:lnTo>
                <a:lnTo>
                  <a:pt x="51478" y="486"/>
                </a:lnTo>
                <a:lnTo>
                  <a:pt x="52022" y="486"/>
                </a:lnTo>
                <a:lnTo>
                  <a:pt x="52022" y="0"/>
                </a:lnTo>
              </a:path>
            </a:pathLst>
          </a:custGeom>
          <a:ln w="230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7719335" y="1664317"/>
            <a:ext cx="52022" cy="6158"/>
          </a:xfrm>
          <a:custGeom>
            <a:avLst/>
            <a:gdLst/>
            <a:ahLst/>
            <a:cxnLst/>
            <a:rect l="l" t="t" r="r" b="b"/>
            <a:pathLst>
              <a:path w="52022" h="6158">
                <a:moveTo>
                  <a:pt x="0" y="6158"/>
                </a:moveTo>
                <a:lnTo>
                  <a:pt x="0" y="6158"/>
                </a:lnTo>
                <a:lnTo>
                  <a:pt x="362" y="6158"/>
                </a:lnTo>
                <a:lnTo>
                  <a:pt x="906" y="6158"/>
                </a:lnTo>
                <a:lnTo>
                  <a:pt x="1268" y="6158"/>
                </a:lnTo>
                <a:lnTo>
                  <a:pt x="1812" y="5834"/>
                </a:lnTo>
                <a:lnTo>
                  <a:pt x="2175" y="5834"/>
                </a:lnTo>
                <a:lnTo>
                  <a:pt x="2537" y="5834"/>
                </a:lnTo>
                <a:lnTo>
                  <a:pt x="3081" y="5834"/>
                </a:lnTo>
                <a:lnTo>
                  <a:pt x="3444" y="5510"/>
                </a:lnTo>
                <a:lnTo>
                  <a:pt x="3987" y="5510"/>
                </a:lnTo>
                <a:lnTo>
                  <a:pt x="4350" y="5510"/>
                </a:lnTo>
                <a:lnTo>
                  <a:pt x="4712" y="5510"/>
                </a:lnTo>
                <a:lnTo>
                  <a:pt x="4712" y="5024"/>
                </a:lnTo>
                <a:lnTo>
                  <a:pt x="5256" y="5024"/>
                </a:lnTo>
                <a:lnTo>
                  <a:pt x="5619" y="5024"/>
                </a:lnTo>
                <a:lnTo>
                  <a:pt x="6162" y="5024"/>
                </a:lnTo>
                <a:lnTo>
                  <a:pt x="6525" y="5024"/>
                </a:lnTo>
                <a:lnTo>
                  <a:pt x="7069" y="5024"/>
                </a:lnTo>
                <a:lnTo>
                  <a:pt x="7069" y="4700"/>
                </a:lnTo>
                <a:lnTo>
                  <a:pt x="7431" y="4700"/>
                </a:lnTo>
                <a:lnTo>
                  <a:pt x="7794" y="4700"/>
                </a:lnTo>
                <a:lnTo>
                  <a:pt x="8338" y="4700"/>
                </a:lnTo>
                <a:lnTo>
                  <a:pt x="8700" y="4213"/>
                </a:lnTo>
                <a:lnTo>
                  <a:pt x="9244" y="4213"/>
                </a:lnTo>
                <a:lnTo>
                  <a:pt x="9606" y="4213"/>
                </a:lnTo>
                <a:lnTo>
                  <a:pt x="9969" y="4213"/>
                </a:lnTo>
                <a:lnTo>
                  <a:pt x="10513" y="4213"/>
                </a:lnTo>
                <a:lnTo>
                  <a:pt x="10875" y="4213"/>
                </a:lnTo>
                <a:lnTo>
                  <a:pt x="10875" y="3889"/>
                </a:lnTo>
                <a:lnTo>
                  <a:pt x="11419" y="3889"/>
                </a:lnTo>
                <a:lnTo>
                  <a:pt x="11782" y="3889"/>
                </a:lnTo>
                <a:lnTo>
                  <a:pt x="12325" y="3889"/>
                </a:lnTo>
                <a:lnTo>
                  <a:pt x="12688" y="3403"/>
                </a:lnTo>
                <a:lnTo>
                  <a:pt x="13050" y="3403"/>
                </a:lnTo>
                <a:lnTo>
                  <a:pt x="13594" y="3403"/>
                </a:lnTo>
                <a:lnTo>
                  <a:pt x="13957" y="3403"/>
                </a:lnTo>
                <a:lnTo>
                  <a:pt x="14501" y="3079"/>
                </a:lnTo>
                <a:lnTo>
                  <a:pt x="14863" y="3079"/>
                </a:lnTo>
                <a:lnTo>
                  <a:pt x="15226" y="3079"/>
                </a:lnTo>
                <a:lnTo>
                  <a:pt x="15769" y="3079"/>
                </a:lnTo>
                <a:lnTo>
                  <a:pt x="16132" y="3079"/>
                </a:lnTo>
                <a:lnTo>
                  <a:pt x="16676" y="3079"/>
                </a:lnTo>
                <a:lnTo>
                  <a:pt x="17038" y="3079"/>
                </a:lnTo>
                <a:lnTo>
                  <a:pt x="17401" y="2755"/>
                </a:lnTo>
                <a:lnTo>
                  <a:pt x="17945" y="2755"/>
                </a:lnTo>
                <a:lnTo>
                  <a:pt x="18307" y="2755"/>
                </a:lnTo>
                <a:lnTo>
                  <a:pt x="18851" y="2755"/>
                </a:lnTo>
                <a:lnTo>
                  <a:pt x="19213" y="2755"/>
                </a:lnTo>
                <a:lnTo>
                  <a:pt x="19213" y="2269"/>
                </a:lnTo>
                <a:lnTo>
                  <a:pt x="19757" y="2269"/>
                </a:lnTo>
                <a:lnTo>
                  <a:pt x="20120" y="2269"/>
                </a:lnTo>
                <a:lnTo>
                  <a:pt x="20482" y="2269"/>
                </a:lnTo>
                <a:lnTo>
                  <a:pt x="21026" y="2269"/>
                </a:lnTo>
                <a:lnTo>
                  <a:pt x="21389" y="2269"/>
                </a:lnTo>
                <a:lnTo>
                  <a:pt x="21932" y="2269"/>
                </a:lnTo>
                <a:lnTo>
                  <a:pt x="22295" y="2269"/>
                </a:lnTo>
                <a:lnTo>
                  <a:pt x="22295" y="1944"/>
                </a:lnTo>
                <a:lnTo>
                  <a:pt x="22657" y="1944"/>
                </a:lnTo>
                <a:lnTo>
                  <a:pt x="23201" y="1944"/>
                </a:lnTo>
                <a:lnTo>
                  <a:pt x="23564" y="1944"/>
                </a:lnTo>
                <a:lnTo>
                  <a:pt x="24108" y="1944"/>
                </a:lnTo>
                <a:lnTo>
                  <a:pt x="24470" y="1944"/>
                </a:lnTo>
                <a:lnTo>
                  <a:pt x="25014" y="1944"/>
                </a:lnTo>
                <a:lnTo>
                  <a:pt x="25014" y="1458"/>
                </a:lnTo>
                <a:lnTo>
                  <a:pt x="25376" y="1458"/>
                </a:lnTo>
                <a:lnTo>
                  <a:pt x="25739" y="1458"/>
                </a:lnTo>
                <a:lnTo>
                  <a:pt x="25739" y="1458"/>
                </a:lnTo>
                <a:lnTo>
                  <a:pt x="26283" y="1458"/>
                </a:lnTo>
                <a:lnTo>
                  <a:pt x="26645" y="1458"/>
                </a:lnTo>
                <a:lnTo>
                  <a:pt x="27189" y="1458"/>
                </a:lnTo>
                <a:lnTo>
                  <a:pt x="27552" y="1458"/>
                </a:lnTo>
                <a:lnTo>
                  <a:pt x="27914" y="1458"/>
                </a:lnTo>
                <a:lnTo>
                  <a:pt x="28458" y="1458"/>
                </a:lnTo>
                <a:lnTo>
                  <a:pt x="28820" y="1134"/>
                </a:lnTo>
                <a:lnTo>
                  <a:pt x="29364" y="1134"/>
                </a:lnTo>
                <a:lnTo>
                  <a:pt x="29727" y="1134"/>
                </a:lnTo>
                <a:lnTo>
                  <a:pt x="30270" y="1134"/>
                </a:lnTo>
                <a:lnTo>
                  <a:pt x="30633" y="1134"/>
                </a:lnTo>
                <a:lnTo>
                  <a:pt x="30996" y="1134"/>
                </a:lnTo>
                <a:lnTo>
                  <a:pt x="31539" y="1134"/>
                </a:lnTo>
                <a:lnTo>
                  <a:pt x="31902" y="1134"/>
                </a:lnTo>
                <a:lnTo>
                  <a:pt x="32446" y="1134"/>
                </a:lnTo>
                <a:lnTo>
                  <a:pt x="32446" y="810"/>
                </a:lnTo>
                <a:lnTo>
                  <a:pt x="32808" y="810"/>
                </a:lnTo>
                <a:lnTo>
                  <a:pt x="33171" y="810"/>
                </a:lnTo>
                <a:lnTo>
                  <a:pt x="33714" y="810"/>
                </a:lnTo>
                <a:lnTo>
                  <a:pt x="34077" y="810"/>
                </a:lnTo>
                <a:lnTo>
                  <a:pt x="34621" y="810"/>
                </a:lnTo>
                <a:lnTo>
                  <a:pt x="34983" y="810"/>
                </a:lnTo>
                <a:lnTo>
                  <a:pt x="35346" y="810"/>
                </a:lnTo>
                <a:lnTo>
                  <a:pt x="35890" y="810"/>
                </a:lnTo>
                <a:lnTo>
                  <a:pt x="36252" y="810"/>
                </a:lnTo>
                <a:lnTo>
                  <a:pt x="36796" y="810"/>
                </a:lnTo>
                <a:lnTo>
                  <a:pt x="37158" y="810"/>
                </a:lnTo>
                <a:lnTo>
                  <a:pt x="37702" y="810"/>
                </a:lnTo>
                <a:lnTo>
                  <a:pt x="38065" y="810"/>
                </a:lnTo>
                <a:lnTo>
                  <a:pt x="38427" y="324"/>
                </a:lnTo>
                <a:lnTo>
                  <a:pt x="38971" y="324"/>
                </a:lnTo>
                <a:lnTo>
                  <a:pt x="39334" y="324"/>
                </a:lnTo>
                <a:lnTo>
                  <a:pt x="39877" y="324"/>
                </a:lnTo>
                <a:lnTo>
                  <a:pt x="40240" y="324"/>
                </a:lnTo>
                <a:lnTo>
                  <a:pt x="40603" y="324"/>
                </a:lnTo>
                <a:lnTo>
                  <a:pt x="41146" y="324"/>
                </a:lnTo>
                <a:lnTo>
                  <a:pt x="41509" y="324"/>
                </a:lnTo>
                <a:lnTo>
                  <a:pt x="42053" y="324"/>
                </a:lnTo>
                <a:lnTo>
                  <a:pt x="42415" y="324"/>
                </a:lnTo>
                <a:lnTo>
                  <a:pt x="42959" y="324"/>
                </a:lnTo>
                <a:lnTo>
                  <a:pt x="43321" y="324"/>
                </a:lnTo>
                <a:lnTo>
                  <a:pt x="43684" y="324"/>
                </a:lnTo>
                <a:lnTo>
                  <a:pt x="44228" y="324"/>
                </a:lnTo>
                <a:lnTo>
                  <a:pt x="44590" y="324"/>
                </a:lnTo>
                <a:lnTo>
                  <a:pt x="45134" y="324"/>
                </a:lnTo>
                <a:lnTo>
                  <a:pt x="45497" y="324"/>
                </a:lnTo>
                <a:lnTo>
                  <a:pt x="45859" y="324"/>
                </a:lnTo>
                <a:lnTo>
                  <a:pt x="46403" y="324"/>
                </a:lnTo>
                <a:lnTo>
                  <a:pt x="46765" y="324"/>
                </a:lnTo>
                <a:lnTo>
                  <a:pt x="47309" y="0"/>
                </a:lnTo>
                <a:lnTo>
                  <a:pt x="47672" y="0"/>
                </a:lnTo>
                <a:lnTo>
                  <a:pt x="48216" y="0"/>
                </a:lnTo>
                <a:lnTo>
                  <a:pt x="48578" y="0"/>
                </a:lnTo>
                <a:lnTo>
                  <a:pt x="48941" y="0"/>
                </a:lnTo>
                <a:lnTo>
                  <a:pt x="49484" y="0"/>
                </a:lnTo>
                <a:lnTo>
                  <a:pt x="49847" y="0"/>
                </a:lnTo>
                <a:lnTo>
                  <a:pt x="50391" y="0"/>
                </a:lnTo>
                <a:lnTo>
                  <a:pt x="50753" y="0"/>
                </a:lnTo>
                <a:lnTo>
                  <a:pt x="51116" y="0"/>
                </a:lnTo>
                <a:lnTo>
                  <a:pt x="51660" y="0"/>
                </a:lnTo>
                <a:lnTo>
                  <a:pt x="52022" y="0"/>
                </a:lnTo>
              </a:path>
            </a:pathLst>
          </a:custGeom>
          <a:ln w="227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7771357" y="1664317"/>
            <a:ext cx="52203" cy="6969"/>
          </a:xfrm>
          <a:custGeom>
            <a:avLst/>
            <a:gdLst/>
            <a:ahLst/>
            <a:cxnLst/>
            <a:rect l="l" t="t" r="r" b="b"/>
            <a:pathLst>
              <a:path w="52203" h="6969">
                <a:moveTo>
                  <a:pt x="0" y="0"/>
                </a:moveTo>
                <a:lnTo>
                  <a:pt x="543" y="0"/>
                </a:lnTo>
                <a:lnTo>
                  <a:pt x="906" y="0"/>
                </a:lnTo>
                <a:lnTo>
                  <a:pt x="1268" y="0"/>
                </a:lnTo>
                <a:lnTo>
                  <a:pt x="1812" y="0"/>
                </a:lnTo>
                <a:lnTo>
                  <a:pt x="2175" y="324"/>
                </a:lnTo>
                <a:lnTo>
                  <a:pt x="2718" y="324"/>
                </a:lnTo>
                <a:lnTo>
                  <a:pt x="3081" y="324"/>
                </a:lnTo>
                <a:lnTo>
                  <a:pt x="3625" y="324"/>
                </a:lnTo>
                <a:lnTo>
                  <a:pt x="3987" y="324"/>
                </a:lnTo>
                <a:lnTo>
                  <a:pt x="4350" y="324"/>
                </a:lnTo>
                <a:lnTo>
                  <a:pt x="4894" y="324"/>
                </a:lnTo>
                <a:lnTo>
                  <a:pt x="5256" y="324"/>
                </a:lnTo>
                <a:lnTo>
                  <a:pt x="5800" y="324"/>
                </a:lnTo>
                <a:lnTo>
                  <a:pt x="6162" y="324"/>
                </a:lnTo>
                <a:lnTo>
                  <a:pt x="6525" y="324"/>
                </a:lnTo>
                <a:lnTo>
                  <a:pt x="7069" y="324"/>
                </a:lnTo>
                <a:lnTo>
                  <a:pt x="7431" y="324"/>
                </a:lnTo>
                <a:lnTo>
                  <a:pt x="7975" y="324"/>
                </a:lnTo>
                <a:lnTo>
                  <a:pt x="8338" y="324"/>
                </a:lnTo>
                <a:lnTo>
                  <a:pt x="8881" y="324"/>
                </a:lnTo>
                <a:lnTo>
                  <a:pt x="9244" y="324"/>
                </a:lnTo>
                <a:lnTo>
                  <a:pt x="9606" y="324"/>
                </a:lnTo>
                <a:lnTo>
                  <a:pt x="10150" y="324"/>
                </a:lnTo>
                <a:lnTo>
                  <a:pt x="10513" y="324"/>
                </a:lnTo>
                <a:lnTo>
                  <a:pt x="11057" y="810"/>
                </a:lnTo>
                <a:lnTo>
                  <a:pt x="11419" y="810"/>
                </a:lnTo>
                <a:lnTo>
                  <a:pt x="11782" y="810"/>
                </a:lnTo>
                <a:lnTo>
                  <a:pt x="12325" y="810"/>
                </a:lnTo>
                <a:lnTo>
                  <a:pt x="12688" y="810"/>
                </a:lnTo>
                <a:lnTo>
                  <a:pt x="13232" y="810"/>
                </a:lnTo>
                <a:lnTo>
                  <a:pt x="13594" y="810"/>
                </a:lnTo>
                <a:lnTo>
                  <a:pt x="14138" y="810"/>
                </a:lnTo>
                <a:lnTo>
                  <a:pt x="14501" y="810"/>
                </a:lnTo>
                <a:lnTo>
                  <a:pt x="14863" y="810"/>
                </a:lnTo>
                <a:lnTo>
                  <a:pt x="15407" y="810"/>
                </a:lnTo>
                <a:lnTo>
                  <a:pt x="15769" y="810"/>
                </a:lnTo>
                <a:lnTo>
                  <a:pt x="16313" y="810"/>
                </a:lnTo>
                <a:lnTo>
                  <a:pt x="16676" y="810"/>
                </a:lnTo>
                <a:lnTo>
                  <a:pt x="17038" y="1134"/>
                </a:lnTo>
                <a:lnTo>
                  <a:pt x="17582" y="1134"/>
                </a:lnTo>
                <a:lnTo>
                  <a:pt x="17945" y="1134"/>
                </a:lnTo>
                <a:lnTo>
                  <a:pt x="18488" y="1134"/>
                </a:lnTo>
                <a:lnTo>
                  <a:pt x="18851" y="1134"/>
                </a:lnTo>
                <a:lnTo>
                  <a:pt x="19213" y="1134"/>
                </a:lnTo>
                <a:lnTo>
                  <a:pt x="19757" y="1134"/>
                </a:lnTo>
                <a:lnTo>
                  <a:pt x="20120" y="1134"/>
                </a:lnTo>
                <a:lnTo>
                  <a:pt x="20120" y="1458"/>
                </a:lnTo>
                <a:lnTo>
                  <a:pt x="20664" y="1458"/>
                </a:lnTo>
                <a:lnTo>
                  <a:pt x="21026" y="1458"/>
                </a:lnTo>
                <a:lnTo>
                  <a:pt x="21026" y="1458"/>
                </a:lnTo>
                <a:lnTo>
                  <a:pt x="21570" y="1458"/>
                </a:lnTo>
                <a:lnTo>
                  <a:pt x="21932" y="1458"/>
                </a:lnTo>
                <a:lnTo>
                  <a:pt x="22295" y="1458"/>
                </a:lnTo>
                <a:lnTo>
                  <a:pt x="22839" y="1458"/>
                </a:lnTo>
                <a:lnTo>
                  <a:pt x="23201" y="1458"/>
                </a:lnTo>
                <a:lnTo>
                  <a:pt x="23745" y="1458"/>
                </a:lnTo>
                <a:lnTo>
                  <a:pt x="24108" y="1458"/>
                </a:lnTo>
                <a:lnTo>
                  <a:pt x="24108" y="1944"/>
                </a:lnTo>
                <a:lnTo>
                  <a:pt x="24470" y="1944"/>
                </a:lnTo>
                <a:lnTo>
                  <a:pt x="25014" y="1944"/>
                </a:lnTo>
                <a:lnTo>
                  <a:pt x="25376" y="1944"/>
                </a:lnTo>
                <a:lnTo>
                  <a:pt x="25920" y="1944"/>
                </a:lnTo>
                <a:lnTo>
                  <a:pt x="26283" y="1944"/>
                </a:lnTo>
                <a:lnTo>
                  <a:pt x="26826" y="1944"/>
                </a:lnTo>
                <a:lnTo>
                  <a:pt x="26826" y="2269"/>
                </a:lnTo>
                <a:lnTo>
                  <a:pt x="27189" y="2269"/>
                </a:lnTo>
                <a:lnTo>
                  <a:pt x="27552" y="2269"/>
                </a:lnTo>
                <a:lnTo>
                  <a:pt x="27552" y="2269"/>
                </a:lnTo>
                <a:lnTo>
                  <a:pt x="28095" y="2269"/>
                </a:lnTo>
                <a:lnTo>
                  <a:pt x="28458" y="2269"/>
                </a:lnTo>
                <a:lnTo>
                  <a:pt x="29002" y="2269"/>
                </a:lnTo>
                <a:lnTo>
                  <a:pt x="29364" y="2269"/>
                </a:lnTo>
                <a:lnTo>
                  <a:pt x="29727" y="2755"/>
                </a:lnTo>
                <a:lnTo>
                  <a:pt x="30270" y="2755"/>
                </a:lnTo>
                <a:lnTo>
                  <a:pt x="30633" y="2755"/>
                </a:lnTo>
                <a:lnTo>
                  <a:pt x="31177" y="2755"/>
                </a:lnTo>
                <a:lnTo>
                  <a:pt x="31539" y="2755"/>
                </a:lnTo>
                <a:lnTo>
                  <a:pt x="32083" y="2755"/>
                </a:lnTo>
                <a:lnTo>
                  <a:pt x="32083" y="3079"/>
                </a:lnTo>
                <a:lnTo>
                  <a:pt x="32446" y="3079"/>
                </a:lnTo>
                <a:lnTo>
                  <a:pt x="32808" y="3079"/>
                </a:lnTo>
                <a:lnTo>
                  <a:pt x="33352" y="3079"/>
                </a:lnTo>
                <a:lnTo>
                  <a:pt x="33714" y="3079"/>
                </a:lnTo>
                <a:lnTo>
                  <a:pt x="34258" y="3079"/>
                </a:lnTo>
                <a:lnTo>
                  <a:pt x="34621" y="3079"/>
                </a:lnTo>
                <a:lnTo>
                  <a:pt x="34621" y="3403"/>
                </a:lnTo>
                <a:lnTo>
                  <a:pt x="34983" y="3403"/>
                </a:lnTo>
                <a:lnTo>
                  <a:pt x="35527" y="3403"/>
                </a:lnTo>
                <a:lnTo>
                  <a:pt x="35890" y="3403"/>
                </a:lnTo>
                <a:lnTo>
                  <a:pt x="36433" y="3403"/>
                </a:lnTo>
                <a:lnTo>
                  <a:pt x="36433" y="3889"/>
                </a:lnTo>
                <a:lnTo>
                  <a:pt x="36796" y="3889"/>
                </a:lnTo>
                <a:lnTo>
                  <a:pt x="37158" y="3889"/>
                </a:lnTo>
                <a:lnTo>
                  <a:pt x="37702" y="3889"/>
                </a:lnTo>
                <a:lnTo>
                  <a:pt x="38065" y="3889"/>
                </a:lnTo>
                <a:lnTo>
                  <a:pt x="38609" y="4214"/>
                </a:lnTo>
                <a:lnTo>
                  <a:pt x="38971" y="4214"/>
                </a:lnTo>
                <a:lnTo>
                  <a:pt x="39515" y="4214"/>
                </a:lnTo>
                <a:lnTo>
                  <a:pt x="39877" y="4214"/>
                </a:lnTo>
                <a:lnTo>
                  <a:pt x="40240" y="4214"/>
                </a:lnTo>
                <a:lnTo>
                  <a:pt x="40240" y="4700"/>
                </a:lnTo>
                <a:lnTo>
                  <a:pt x="40784" y="4700"/>
                </a:lnTo>
                <a:lnTo>
                  <a:pt x="41146" y="4700"/>
                </a:lnTo>
                <a:lnTo>
                  <a:pt x="41690" y="4700"/>
                </a:lnTo>
                <a:lnTo>
                  <a:pt x="42053" y="4700"/>
                </a:lnTo>
                <a:lnTo>
                  <a:pt x="42053" y="5024"/>
                </a:lnTo>
                <a:lnTo>
                  <a:pt x="42415" y="5024"/>
                </a:lnTo>
                <a:lnTo>
                  <a:pt x="42959" y="5024"/>
                </a:lnTo>
                <a:lnTo>
                  <a:pt x="43321" y="5024"/>
                </a:lnTo>
                <a:lnTo>
                  <a:pt x="43865" y="5024"/>
                </a:lnTo>
                <a:lnTo>
                  <a:pt x="44228" y="5510"/>
                </a:lnTo>
                <a:lnTo>
                  <a:pt x="44772" y="5510"/>
                </a:lnTo>
                <a:lnTo>
                  <a:pt x="45134" y="5510"/>
                </a:lnTo>
                <a:lnTo>
                  <a:pt x="45497" y="5510"/>
                </a:lnTo>
                <a:lnTo>
                  <a:pt x="45497" y="5834"/>
                </a:lnTo>
                <a:lnTo>
                  <a:pt x="46040" y="5834"/>
                </a:lnTo>
                <a:lnTo>
                  <a:pt x="46403" y="5834"/>
                </a:lnTo>
                <a:lnTo>
                  <a:pt x="46947" y="5834"/>
                </a:lnTo>
                <a:lnTo>
                  <a:pt x="47309" y="5834"/>
                </a:lnTo>
                <a:lnTo>
                  <a:pt x="47672" y="6158"/>
                </a:lnTo>
                <a:lnTo>
                  <a:pt x="48216" y="6158"/>
                </a:lnTo>
                <a:lnTo>
                  <a:pt x="48578" y="6158"/>
                </a:lnTo>
                <a:lnTo>
                  <a:pt x="49122" y="6645"/>
                </a:lnTo>
                <a:lnTo>
                  <a:pt x="49484" y="6645"/>
                </a:lnTo>
                <a:lnTo>
                  <a:pt x="50028" y="6645"/>
                </a:lnTo>
                <a:lnTo>
                  <a:pt x="50391" y="6645"/>
                </a:lnTo>
                <a:lnTo>
                  <a:pt x="50753" y="6969"/>
                </a:lnTo>
                <a:lnTo>
                  <a:pt x="51297" y="6969"/>
                </a:lnTo>
                <a:lnTo>
                  <a:pt x="51660" y="6969"/>
                </a:lnTo>
                <a:lnTo>
                  <a:pt x="52203" y="6969"/>
                </a:lnTo>
              </a:path>
            </a:pathLst>
          </a:custGeom>
          <a:ln w="22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7823561" y="1671287"/>
            <a:ext cx="51660" cy="20421"/>
          </a:xfrm>
          <a:custGeom>
            <a:avLst/>
            <a:gdLst/>
            <a:ahLst/>
            <a:cxnLst/>
            <a:rect l="l" t="t" r="r" b="b"/>
            <a:pathLst>
              <a:path w="51660" h="20421">
                <a:moveTo>
                  <a:pt x="0" y="0"/>
                </a:moveTo>
                <a:lnTo>
                  <a:pt x="0" y="486"/>
                </a:lnTo>
                <a:lnTo>
                  <a:pt x="362" y="486"/>
                </a:lnTo>
                <a:lnTo>
                  <a:pt x="725" y="486"/>
                </a:lnTo>
                <a:lnTo>
                  <a:pt x="1268" y="486"/>
                </a:lnTo>
                <a:lnTo>
                  <a:pt x="1268" y="486"/>
                </a:lnTo>
                <a:lnTo>
                  <a:pt x="1631" y="810"/>
                </a:lnTo>
                <a:lnTo>
                  <a:pt x="2175" y="810"/>
                </a:lnTo>
                <a:lnTo>
                  <a:pt x="2537" y="810"/>
                </a:lnTo>
                <a:lnTo>
                  <a:pt x="2900" y="1134"/>
                </a:lnTo>
                <a:lnTo>
                  <a:pt x="3444" y="1134"/>
                </a:lnTo>
                <a:lnTo>
                  <a:pt x="3806" y="1134"/>
                </a:lnTo>
                <a:lnTo>
                  <a:pt x="4350" y="1134"/>
                </a:lnTo>
                <a:lnTo>
                  <a:pt x="4350" y="1620"/>
                </a:lnTo>
                <a:lnTo>
                  <a:pt x="4712" y="1620"/>
                </a:lnTo>
                <a:lnTo>
                  <a:pt x="5256" y="1620"/>
                </a:lnTo>
                <a:lnTo>
                  <a:pt x="5619" y="1620"/>
                </a:lnTo>
                <a:lnTo>
                  <a:pt x="5619" y="1944"/>
                </a:lnTo>
                <a:lnTo>
                  <a:pt x="5981" y="1944"/>
                </a:lnTo>
                <a:lnTo>
                  <a:pt x="6525" y="1944"/>
                </a:lnTo>
                <a:lnTo>
                  <a:pt x="6525" y="2431"/>
                </a:lnTo>
                <a:lnTo>
                  <a:pt x="6888" y="2431"/>
                </a:lnTo>
                <a:lnTo>
                  <a:pt x="7431" y="2431"/>
                </a:lnTo>
                <a:lnTo>
                  <a:pt x="7794" y="2431"/>
                </a:lnTo>
                <a:lnTo>
                  <a:pt x="8156" y="2431"/>
                </a:lnTo>
                <a:lnTo>
                  <a:pt x="8156" y="2755"/>
                </a:lnTo>
                <a:lnTo>
                  <a:pt x="8700" y="2755"/>
                </a:lnTo>
                <a:lnTo>
                  <a:pt x="9063" y="2755"/>
                </a:lnTo>
                <a:lnTo>
                  <a:pt x="9606" y="3241"/>
                </a:lnTo>
                <a:lnTo>
                  <a:pt x="9969" y="3241"/>
                </a:lnTo>
                <a:lnTo>
                  <a:pt x="10513" y="3241"/>
                </a:lnTo>
                <a:lnTo>
                  <a:pt x="10875" y="3241"/>
                </a:lnTo>
                <a:lnTo>
                  <a:pt x="10875" y="3565"/>
                </a:lnTo>
                <a:lnTo>
                  <a:pt x="11238" y="3565"/>
                </a:lnTo>
                <a:lnTo>
                  <a:pt x="11782" y="3565"/>
                </a:lnTo>
                <a:lnTo>
                  <a:pt x="12144" y="3889"/>
                </a:lnTo>
                <a:lnTo>
                  <a:pt x="12688" y="3889"/>
                </a:lnTo>
                <a:lnTo>
                  <a:pt x="13050" y="3889"/>
                </a:lnTo>
                <a:lnTo>
                  <a:pt x="13050" y="4376"/>
                </a:lnTo>
                <a:lnTo>
                  <a:pt x="13413" y="4376"/>
                </a:lnTo>
                <a:lnTo>
                  <a:pt x="13957" y="4376"/>
                </a:lnTo>
                <a:lnTo>
                  <a:pt x="14319" y="4700"/>
                </a:lnTo>
                <a:lnTo>
                  <a:pt x="14863" y="4700"/>
                </a:lnTo>
                <a:lnTo>
                  <a:pt x="14863" y="4700"/>
                </a:lnTo>
                <a:lnTo>
                  <a:pt x="15226" y="4700"/>
                </a:lnTo>
                <a:lnTo>
                  <a:pt x="15769" y="5186"/>
                </a:lnTo>
                <a:lnTo>
                  <a:pt x="16132" y="5186"/>
                </a:lnTo>
                <a:lnTo>
                  <a:pt x="16494" y="5186"/>
                </a:lnTo>
                <a:lnTo>
                  <a:pt x="16494" y="5510"/>
                </a:lnTo>
                <a:lnTo>
                  <a:pt x="17038" y="5510"/>
                </a:lnTo>
                <a:lnTo>
                  <a:pt x="17401" y="5510"/>
                </a:lnTo>
                <a:lnTo>
                  <a:pt x="17945" y="5510"/>
                </a:lnTo>
                <a:lnTo>
                  <a:pt x="17945" y="5834"/>
                </a:lnTo>
                <a:lnTo>
                  <a:pt x="18307" y="5834"/>
                </a:lnTo>
                <a:lnTo>
                  <a:pt x="18670" y="5834"/>
                </a:lnTo>
                <a:lnTo>
                  <a:pt x="19213" y="6321"/>
                </a:lnTo>
                <a:lnTo>
                  <a:pt x="19576" y="6321"/>
                </a:lnTo>
                <a:lnTo>
                  <a:pt x="20120" y="6321"/>
                </a:lnTo>
                <a:lnTo>
                  <a:pt x="20482" y="6645"/>
                </a:lnTo>
                <a:lnTo>
                  <a:pt x="20845" y="6645"/>
                </a:lnTo>
                <a:lnTo>
                  <a:pt x="20845" y="7131"/>
                </a:lnTo>
                <a:lnTo>
                  <a:pt x="21389" y="7131"/>
                </a:lnTo>
                <a:lnTo>
                  <a:pt x="21751" y="7131"/>
                </a:lnTo>
                <a:lnTo>
                  <a:pt x="22295" y="7455"/>
                </a:lnTo>
                <a:lnTo>
                  <a:pt x="22657" y="7455"/>
                </a:lnTo>
                <a:lnTo>
                  <a:pt x="23201" y="7455"/>
                </a:lnTo>
                <a:lnTo>
                  <a:pt x="23201" y="7779"/>
                </a:lnTo>
                <a:lnTo>
                  <a:pt x="23564" y="7779"/>
                </a:lnTo>
                <a:lnTo>
                  <a:pt x="23926" y="7779"/>
                </a:lnTo>
                <a:lnTo>
                  <a:pt x="23926" y="8265"/>
                </a:lnTo>
                <a:lnTo>
                  <a:pt x="24470" y="8265"/>
                </a:lnTo>
                <a:lnTo>
                  <a:pt x="24833" y="8265"/>
                </a:lnTo>
                <a:lnTo>
                  <a:pt x="25376" y="8590"/>
                </a:lnTo>
                <a:lnTo>
                  <a:pt x="25739" y="8590"/>
                </a:lnTo>
                <a:lnTo>
                  <a:pt x="26101" y="8590"/>
                </a:lnTo>
                <a:lnTo>
                  <a:pt x="26101" y="9076"/>
                </a:lnTo>
                <a:lnTo>
                  <a:pt x="26645" y="9076"/>
                </a:lnTo>
                <a:lnTo>
                  <a:pt x="27008" y="9076"/>
                </a:lnTo>
                <a:lnTo>
                  <a:pt x="27552" y="9400"/>
                </a:lnTo>
                <a:lnTo>
                  <a:pt x="27914" y="9400"/>
                </a:lnTo>
                <a:lnTo>
                  <a:pt x="27914" y="9886"/>
                </a:lnTo>
                <a:lnTo>
                  <a:pt x="28458" y="9886"/>
                </a:lnTo>
                <a:lnTo>
                  <a:pt x="28820" y="9886"/>
                </a:lnTo>
                <a:lnTo>
                  <a:pt x="29183" y="9886"/>
                </a:lnTo>
                <a:lnTo>
                  <a:pt x="29727" y="10210"/>
                </a:lnTo>
                <a:lnTo>
                  <a:pt x="30089" y="10210"/>
                </a:lnTo>
                <a:lnTo>
                  <a:pt x="30089" y="10535"/>
                </a:lnTo>
                <a:lnTo>
                  <a:pt x="30633" y="10535"/>
                </a:lnTo>
                <a:lnTo>
                  <a:pt x="30996" y="10535"/>
                </a:lnTo>
                <a:lnTo>
                  <a:pt x="31358" y="11021"/>
                </a:lnTo>
                <a:lnTo>
                  <a:pt x="31902" y="11021"/>
                </a:lnTo>
                <a:lnTo>
                  <a:pt x="31902" y="11345"/>
                </a:lnTo>
                <a:lnTo>
                  <a:pt x="32264" y="11345"/>
                </a:lnTo>
                <a:lnTo>
                  <a:pt x="32808" y="11345"/>
                </a:lnTo>
                <a:lnTo>
                  <a:pt x="33171" y="11831"/>
                </a:lnTo>
                <a:lnTo>
                  <a:pt x="33714" y="11831"/>
                </a:lnTo>
                <a:lnTo>
                  <a:pt x="34077" y="12155"/>
                </a:lnTo>
                <a:lnTo>
                  <a:pt x="34440" y="12155"/>
                </a:lnTo>
                <a:lnTo>
                  <a:pt x="34440" y="12479"/>
                </a:lnTo>
                <a:lnTo>
                  <a:pt x="34983" y="12479"/>
                </a:lnTo>
                <a:lnTo>
                  <a:pt x="35346" y="12479"/>
                </a:lnTo>
                <a:lnTo>
                  <a:pt x="35890" y="12966"/>
                </a:lnTo>
                <a:lnTo>
                  <a:pt x="36252" y="12966"/>
                </a:lnTo>
                <a:lnTo>
                  <a:pt x="36252" y="12966"/>
                </a:lnTo>
                <a:lnTo>
                  <a:pt x="36615" y="13290"/>
                </a:lnTo>
                <a:lnTo>
                  <a:pt x="37158" y="13290"/>
                </a:lnTo>
                <a:lnTo>
                  <a:pt x="37521" y="13776"/>
                </a:lnTo>
                <a:lnTo>
                  <a:pt x="38065" y="13776"/>
                </a:lnTo>
                <a:lnTo>
                  <a:pt x="38427" y="14100"/>
                </a:lnTo>
                <a:lnTo>
                  <a:pt x="38971" y="14100"/>
                </a:lnTo>
                <a:lnTo>
                  <a:pt x="39334" y="14586"/>
                </a:lnTo>
                <a:lnTo>
                  <a:pt x="39696" y="14586"/>
                </a:lnTo>
                <a:lnTo>
                  <a:pt x="40240" y="14911"/>
                </a:lnTo>
                <a:lnTo>
                  <a:pt x="40603" y="14911"/>
                </a:lnTo>
                <a:lnTo>
                  <a:pt x="41146" y="15235"/>
                </a:lnTo>
                <a:lnTo>
                  <a:pt x="41509" y="15235"/>
                </a:lnTo>
                <a:lnTo>
                  <a:pt x="41509" y="15721"/>
                </a:lnTo>
                <a:lnTo>
                  <a:pt x="41871" y="15721"/>
                </a:lnTo>
                <a:lnTo>
                  <a:pt x="42415" y="15721"/>
                </a:lnTo>
                <a:lnTo>
                  <a:pt x="42778" y="16045"/>
                </a:lnTo>
                <a:lnTo>
                  <a:pt x="43321" y="16045"/>
                </a:lnTo>
                <a:lnTo>
                  <a:pt x="43684" y="16531"/>
                </a:lnTo>
                <a:lnTo>
                  <a:pt x="44047" y="16531"/>
                </a:lnTo>
                <a:lnTo>
                  <a:pt x="44590" y="16856"/>
                </a:lnTo>
                <a:lnTo>
                  <a:pt x="44953" y="16856"/>
                </a:lnTo>
                <a:lnTo>
                  <a:pt x="44953" y="17180"/>
                </a:lnTo>
                <a:lnTo>
                  <a:pt x="45497" y="17180"/>
                </a:lnTo>
                <a:lnTo>
                  <a:pt x="45859" y="17666"/>
                </a:lnTo>
                <a:lnTo>
                  <a:pt x="46403" y="17666"/>
                </a:lnTo>
                <a:lnTo>
                  <a:pt x="46765" y="17990"/>
                </a:lnTo>
                <a:lnTo>
                  <a:pt x="47128" y="17990"/>
                </a:lnTo>
                <a:lnTo>
                  <a:pt x="47672" y="18476"/>
                </a:lnTo>
                <a:lnTo>
                  <a:pt x="48034" y="18476"/>
                </a:lnTo>
                <a:lnTo>
                  <a:pt x="48578" y="18800"/>
                </a:lnTo>
                <a:lnTo>
                  <a:pt x="48941" y="18800"/>
                </a:lnTo>
                <a:lnTo>
                  <a:pt x="48941" y="19287"/>
                </a:lnTo>
                <a:lnTo>
                  <a:pt x="49303" y="19287"/>
                </a:lnTo>
                <a:lnTo>
                  <a:pt x="49847" y="19287"/>
                </a:lnTo>
                <a:lnTo>
                  <a:pt x="49847" y="19611"/>
                </a:lnTo>
                <a:lnTo>
                  <a:pt x="50209" y="19611"/>
                </a:lnTo>
                <a:lnTo>
                  <a:pt x="50753" y="19935"/>
                </a:lnTo>
                <a:lnTo>
                  <a:pt x="51116" y="19935"/>
                </a:lnTo>
                <a:lnTo>
                  <a:pt x="51660" y="19935"/>
                </a:lnTo>
                <a:lnTo>
                  <a:pt x="51660" y="20421"/>
                </a:lnTo>
              </a:path>
            </a:pathLst>
          </a:custGeom>
          <a:ln w="230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7875221" y="1691708"/>
            <a:ext cx="52022" cy="32901"/>
          </a:xfrm>
          <a:custGeom>
            <a:avLst/>
            <a:gdLst/>
            <a:ahLst/>
            <a:cxnLst/>
            <a:rect l="l" t="t" r="r" b="b"/>
            <a:pathLst>
              <a:path w="52022" h="32901">
                <a:moveTo>
                  <a:pt x="0" y="0"/>
                </a:moveTo>
                <a:lnTo>
                  <a:pt x="362" y="0"/>
                </a:lnTo>
                <a:lnTo>
                  <a:pt x="362" y="324"/>
                </a:lnTo>
                <a:lnTo>
                  <a:pt x="725" y="324"/>
                </a:lnTo>
                <a:lnTo>
                  <a:pt x="1268" y="324"/>
                </a:lnTo>
                <a:lnTo>
                  <a:pt x="1268" y="810"/>
                </a:lnTo>
                <a:lnTo>
                  <a:pt x="1631" y="810"/>
                </a:lnTo>
                <a:lnTo>
                  <a:pt x="2175" y="1134"/>
                </a:lnTo>
                <a:lnTo>
                  <a:pt x="2537" y="1134"/>
                </a:lnTo>
                <a:lnTo>
                  <a:pt x="2900" y="1458"/>
                </a:lnTo>
                <a:lnTo>
                  <a:pt x="3444" y="1458"/>
                </a:lnTo>
                <a:lnTo>
                  <a:pt x="3806" y="1944"/>
                </a:lnTo>
                <a:lnTo>
                  <a:pt x="4350" y="2269"/>
                </a:lnTo>
                <a:lnTo>
                  <a:pt x="4712" y="2269"/>
                </a:lnTo>
                <a:lnTo>
                  <a:pt x="4712" y="2755"/>
                </a:lnTo>
                <a:lnTo>
                  <a:pt x="5256" y="2755"/>
                </a:lnTo>
                <a:lnTo>
                  <a:pt x="5619" y="2755"/>
                </a:lnTo>
                <a:lnTo>
                  <a:pt x="5619" y="3079"/>
                </a:lnTo>
                <a:lnTo>
                  <a:pt x="5981" y="3079"/>
                </a:lnTo>
                <a:lnTo>
                  <a:pt x="6525" y="3079"/>
                </a:lnTo>
                <a:lnTo>
                  <a:pt x="6525" y="3565"/>
                </a:lnTo>
                <a:lnTo>
                  <a:pt x="6888" y="3565"/>
                </a:lnTo>
                <a:lnTo>
                  <a:pt x="6888" y="3889"/>
                </a:lnTo>
                <a:lnTo>
                  <a:pt x="7431" y="3889"/>
                </a:lnTo>
                <a:lnTo>
                  <a:pt x="7794" y="3889"/>
                </a:lnTo>
                <a:lnTo>
                  <a:pt x="8156" y="4214"/>
                </a:lnTo>
                <a:lnTo>
                  <a:pt x="8700" y="4700"/>
                </a:lnTo>
                <a:lnTo>
                  <a:pt x="9063" y="4700"/>
                </a:lnTo>
                <a:lnTo>
                  <a:pt x="9606" y="5024"/>
                </a:lnTo>
                <a:lnTo>
                  <a:pt x="9969" y="5510"/>
                </a:lnTo>
                <a:lnTo>
                  <a:pt x="10332" y="5510"/>
                </a:lnTo>
                <a:lnTo>
                  <a:pt x="10875" y="5834"/>
                </a:lnTo>
                <a:lnTo>
                  <a:pt x="11238" y="5834"/>
                </a:lnTo>
                <a:lnTo>
                  <a:pt x="11238" y="6158"/>
                </a:lnTo>
                <a:lnTo>
                  <a:pt x="11782" y="6158"/>
                </a:lnTo>
                <a:lnTo>
                  <a:pt x="12144" y="6158"/>
                </a:lnTo>
                <a:lnTo>
                  <a:pt x="12144" y="6645"/>
                </a:lnTo>
                <a:lnTo>
                  <a:pt x="12688" y="6645"/>
                </a:lnTo>
                <a:lnTo>
                  <a:pt x="12688" y="6969"/>
                </a:lnTo>
                <a:lnTo>
                  <a:pt x="13050" y="6969"/>
                </a:lnTo>
                <a:lnTo>
                  <a:pt x="13413" y="7455"/>
                </a:lnTo>
                <a:lnTo>
                  <a:pt x="13957" y="7455"/>
                </a:lnTo>
                <a:lnTo>
                  <a:pt x="13957" y="7779"/>
                </a:lnTo>
                <a:lnTo>
                  <a:pt x="14319" y="7779"/>
                </a:lnTo>
                <a:lnTo>
                  <a:pt x="14863" y="7779"/>
                </a:lnTo>
                <a:lnTo>
                  <a:pt x="14863" y="8265"/>
                </a:lnTo>
                <a:lnTo>
                  <a:pt x="15226" y="8265"/>
                </a:lnTo>
                <a:lnTo>
                  <a:pt x="15588" y="8590"/>
                </a:lnTo>
                <a:lnTo>
                  <a:pt x="16132" y="8914"/>
                </a:lnTo>
                <a:lnTo>
                  <a:pt x="16494" y="8914"/>
                </a:lnTo>
                <a:lnTo>
                  <a:pt x="17038" y="8914"/>
                </a:lnTo>
                <a:lnTo>
                  <a:pt x="17038" y="9400"/>
                </a:lnTo>
                <a:lnTo>
                  <a:pt x="17401" y="9400"/>
                </a:lnTo>
                <a:lnTo>
                  <a:pt x="17401" y="9724"/>
                </a:lnTo>
                <a:lnTo>
                  <a:pt x="17945" y="9724"/>
                </a:lnTo>
                <a:lnTo>
                  <a:pt x="18307" y="10210"/>
                </a:lnTo>
                <a:lnTo>
                  <a:pt x="18670" y="10210"/>
                </a:lnTo>
                <a:lnTo>
                  <a:pt x="18670" y="10535"/>
                </a:lnTo>
                <a:lnTo>
                  <a:pt x="19213" y="10535"/>
                </a:lnTo>
                <a:lnTo>
                  <a:pt x="19576" y="10859"/>
                </a:lnTo>
                <a:lnTo>
                  <a:pt x="20120" y="11345"/>
                </a:lnTo>
                <a:lnTo>
                  <a:pt x="20482" y="11345"/>
                </a:lnTo>
                <a:lnTo>
                  <a:pt x="20845" y="11669"/>
                </a:lnTo>
                <a:lnTo>
                  <a:pt x="21389" y="11669"/>
                </a:lnTo>
                <a:lnTo>
                  <a:pt x="21389" y="12155"/>
                </a:lnTo>
                <a:lnTo>
                  <a:pt x="21751" y="12155"/>
                </a:lnTo>
                <a:lnTo>
                  <a:pt x="21751" y="12479"/>
                </a:lnTo>
                <a:lnTo>
                  <a:pt x="22295" y="12479"/>
                </a:lnTo>
                <a:lnTo>
                  <a:pt x="22657" y="12966"/>
                </a:lnTo>
                <a:lnTo>
                  <a:pt x="23201" y="12966"/>
                </a:lnTo>
                <a:lnTo>
                  <a:pt x="23201" y="13290"/>
                </a:lnTo>
                <a:lnTo>
                  <a:pt x="23564" y="13290"/>
                </a:lnTo>
                <a:lnTo>
                  <a:pt x="23926" y="13614"/>
                </a:lnTo>
                <a:lnTo>
                  <a:pt x="24470" y="13614"/>
                </a:lnTo>
                <a:lnTo>
                  <a:pt x="24470" y="14100"/>
                </a:lnTo>
                <a:lnTo>
                  <a:pt x="24833" y="14100"/>
                </a:lnTo>
                <a:lnTo>
                  <a:pt x="25376" y="14424"/>
                </a:lnTo>
                <a:lnTo>
                  <a:pt x="25739" y="14424"/>
                </a:lnTo>
                <a:lnTo>
                  <a:pt x="25739" y="14911"/>
                </a:lnTo>
                <a:lnTo>
                  <a:pt x="26101" y="14911"/>
                </a:lnTo>
                <a:lnTo>
                  <a:pt x="26101" y="15235"/>
                </a:lnTo>
                <a:lnTo>
                  <a:pt x="26645" y="15235"/>
                </a:lnTo>
                <a:lnTo>
                  <a:pt x="27008" y="15559"/>
                </a:lnTo>
                <a:lnTo>
                  <a:pt x="27552" y="15559"/>
                </a:lnTo>
                <a:lnTo>
                  <a:pt x="27914" y="16045"/>
                </a:lnTo>
                <a:lnTo>
                  <a:pt x="28277" y="16369"/>
                </a:lnTo>
                <a:lnTo>
                  <a:pt x="28820" y="16369"/>
                </a:lnTo>
                <a:lnTo>
                  <a:pt x="28820" y="16856"/>
                </a:lnTo>
                <a:lnTo>
                  <a:pt x="29183" y="16856"/>
                </a:lnTo>
                <a:lnTo>
                  <a:pt x="29727" y="17180"/>
                </a:lnTo>
                <a:lnTo>
                  <a:pt x="29727" y="17180"/>
                </a:lnTo>
                <a:lnTo>
                  <a:pt x="30089" y="17666"/>
                </a:lnTo>
                <a:lnTo>
                  <a:pt x="30633" y="17990"/>
                </a:lnTo>
                <a:lnTo>
                  <a:pt x="30996" y="18314"/>
                </a:lnTo>
                <a:lnTo>
                  <a:pt x="31358" y="18314"/>
                </a:lnTo>
                <a:lnTo>
                  <a:pt x="31902" y="18800"/>
                </a:lnTo>
                <a:lnTo>
                  <a:pt x="32264" y="18800"/>
                </a:lnTo>
                <a:lnTo>
                  <a:pt x="32264" y="19125"/>
                </a:lnTo>
                <a:lnTo>
                  <a:pt x="32808" y="19125"/>
                </a:lnTo>
                <a:lnTo>
                  <a:pt x="33171" y="19611"/>
                </a:lnTo>
                <a:lnTo>
                  <a:pt x="33171" y="19935"/>
                </a:lnTo>
                <a:lnTo>
                  <a:pt x="33533" y="19935"/>
                </a:lnTo>
                <a:lnTo>
                  <a:pt x="34077" y="19935"/>
                </a:lnTo>
                <a:lnTo>
                  <a:pt x="34077" y="20259"/>
                </a:lnTo>
                <a:lnTo>
                  <a:pt x="34440" y="20259"/>
                </a:lnTo>
                <a:lnTo>
                  <a:pt x="34983" y="20745"/>
                </a:lnTo>
                <a:lnTo>
                  <a:pt x="35346" y="20745"/>
                </a:lnTo>
                <a:lnTo>
                  <a:pt x="35346" y="21070"/>
                </a:lnTo>
                <a:lnTo>
                  <a:pt x="35890" y="21556"/>
                </a:lnTo>
                <a:lnTo>
                  <a:pt x="36252" y="21556"/>
                </a:lnTo>
                <a:lnTo>
                  <a:pt x="36252" y="21880"/>
                </a:lnTo>
                <a:lnTo>
                  <a:pt x="36615" y="21880"/>
                </a:lnTo>
                <a:lnTo>
                  <a:pt x="37158" y="22366"/>
                </a:lnTo>
                <a:lnTo>
                  <a:pt x="37521" y="22690"/>
                </a:lnTo>
                <a:lnTo>
                  <a:pt x="38065" y="22690"/>
                </a:lnTo>
                <a:lnTo>
                  <a:pt x="38065" y="23014"/>
                </a:lnTo>
                <a:lnTo>
                  <a:pt x="38427" y="23014"/>
                </a:lnTo>
                <a:lnTo>
                  <a:pt x="38790" y="23501"/>
                </a:lnTo>
                <a:lnTo>
                  <a:pt x="39334" y="23501"/>
                </a:lnTo>
                <a:lnTo>
                  <a:pt x="39334" y="23825"/>
                </a:lnTo>
                <a:lnTo>
                  <a:pt x="39696" y="23825"/>
                </a:lnTo>
                <a:lnTo>
                  <a:pt x="39696" y="24311"/>
                </a:lnTo>
                <a:lnTo>
                  <a:pt x="40240" y="24311"/>
                </a:lnTo>
                <a:lnTo>
                  <a:pt x="40603" y="24635"/>
                </a:lnTo>
                <a:lnTo>
                  <a:pt x="41146" y="24959"/>
                </a:lnTo>
                <a:lnTo>
                  <a:pt x="41509" y="25446"/>
                </a:lnTo>
                <a:lnTo>
                  <a:pt x="41871" y="25770"/>
                </a:lnTo>
                <a:lnTo>
                  <a:pt x="42415" y="25770"/>
                </a:lnTo>
                <a:lnTo>
                  <a:pt x="42778" y="25770"/>
                </a:lnTo>
                <a:lnTo>
                  <a:pt x="42778" y="26256"/>
                </a:lnTo>
                <a:lnTo>
                  <a:pt x="43321" y="26580"/>
                </a:lnTo>
                <a:lnTo>
                  <a:pt x="43684" y="26904"/>
                </a:lnTo>
                <a:lnTo>
                  <a:pt x="44047" y="26904"/>
                </a:lnTo>
                <a:lnTo>
                  <a:pt x="44590" y="27391"/>
                </a:lnTo>
                <a:lnTo>
                  <a:pt x="44590" y="27715"/>
                </a:lnTo>
                <a:lnTo>
                  <a:pt x="44953" y="27715"/>
                </a:lnTo>
                <a:lnTo>
                  <a:pt x="45497" y="28201"/>
                </a:lnTo>
                <a:lnTo>
                  <a:pt x="45859" y="28201"/>
                </a:lnTo>
                <a:lnTo>
                  <a:pt x="45859" y="28525"/>
                </a:lnTo>
                <a:lnTo>
                  <a:pt x="46222" y="28525"/>
                </a:lnTo>
                <a:lnTo>
                  <a:pt x="46222" y="29011"/>
                </a:lnTo>
                <a:lnTo>
                  <a:pt x="46765" y="29011"/>
                </a:lnTo>
                <a:lnTo>
                  <a:pt x="47128" y="29335"/>
                </a:lnTo>
                <a:lnTo>
                  <a:pt x="47672" y="29660"/>
                </a:lnTo>
                <a:lnTo>
                  <a:pt x="48034" y="30146"/>
                </a:lnTo>
                <a:lnTo>
                  <a:pt x="48578" y="30470"/>
                </a:lnTo>
                <a:lnTo>
                  <a:pt x="48941" y="30470"/>
                </a:lnTo>
                <a:lnTo>
                  <a:pt x="48941" y="30956"/>
                </a:lnTo>
                <a:lnTo>
                  <a:pt x="49303" y="30956"/>
                </a:lnTo>
                <a:lnTo>
                  <a:pt x="49847" y="31280"/>
                </a:lnTo>
                <a:lnTo>
                  <a:pt x="50209" y="31605"/>
                </a:lnTo>
                <a:lnTo>
                  <a:pt x="50753" y="32091"/>
                </a:lnTo>
                <a:lnTo>
                  <a:pt x="51116" y="32091"/>
                </a:lnTo>
                <a:lnTo>
                  <a:pt x="51116" y="32415"/>
                </a:lnTo>
                <a:lnTo>
                  <a:pt x="51478" y="32415"/>
                </a:lnTo>
                <a:lnTo>
                  <a:pt x="51478" y="32901"/>
                </a:lnTo>
                <a:lnTo>
                  <a:pt x="52022" y="32901"/>
                </a:lnTo>
              </a:path>
            </a:pathLst>
          </a:custGeom>
          <a:ln w="23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7927244" y="1724610"/>
            <a:ext cx="52022" cy="45381"/>
          </a:xfrm>
          <a:custGeom>
            <a:avLst/>
            <a:gdLst/>
            <a:ahLst/>
            <a:cxnLst/>
            <a:rect l="l" t="t" r="r" b="b"/>
            <a:pathLst>
              <a:path w="52022" h="45381">
                <a:moveTo>
                  <a:pt x="0" y="0"/>
                </a:moveTo>
                <a:lnTo>
                  <a:pt x="0" y="324"/>
                </a:lnTo>
                <a:lnTo>
                  <a:pt x="362" y="324"/>
                </a:lnTo>
                <a:lnTo>
                  <a:pt x="906" y="810"/>
                </a:lnTo>
                <a:lnTo>
                  <a:pt x="1268" y="1134"/>
                </a:lnTo>
                <a:lnTo>
                  <a:pt x="1812" y="1134"/>
                </a:lnTo>
                <a:lnTo>
                  <a:pt x="1812" y="1458"/>
                </a:lnTo>
                <a:lnTo>
                  <a:pt x="2175" y="1458"/>
                </a:lnTo>
                <a:lnTo>
                  <a:pt x="2175" y="1944"/>
                </a:lnTo>
                <a:lnTo>
                  <a:pt x="2537" y="1944"/>
                </a:lnTo>
                <a:lnTo>
                  <a:pt x="2537" y="2269"/>
                </a:lnTo>
                <a:lnTo>
                  <a:pt x="3081" y="2269"/>
                </a:lnTo>
                <a:lnTo>
                  <a:pt x="3444" y="2755"/>
                </a:lnTo>
                <a:lnTo>
                  <a:pt x="3987" y="3079"/>
                </a:lnTo>
                <a:lnTo>
                  <a:pt x="4350" y="3403"/>
                </a:lnTo>
                <a:lnTo>
                  <a:pt x="4712" y="3403"/>
                </a:lnTo>
                <a:lnTo>
                  <a:pt x="4712" y="3889"/>
                </a:lnTo>
                <a:lnTo>
                  <a:pt x="5256" y="4214"/>
                </a:lnTo>
                <a:lnTo>
                  <a:pt x="5619" y="4214"/>
                </a:lnTo>
                <a:lnTo>
                  <a:pt x="6162" y="4700"/>
                </a:lnTo>
                <a:lnTo>
                  <a:pt x="6162" y="5024"/>
                </a:lnTo>
                <a:lnTo>
                  <a:pt x="6525" y="5024"/>
                </a:lnTo>
                <a:lnTo>
                  <a:pt x="6525" y="5510"/>
                </a:lnTo>
                <a:lnTo>
                  <a:pt x="7069" y="5510"/>
                </a:lnTo>
                <a:lnTo>
                  <a:pt x="7069" y="5834"/>
                </a:lnTo>
                <a:lnTo>
                  <a:pt x="7431" y="5834"/>
                </a:lnTo>
                <a:lnTo>
                  <a:pt x="7794" y="6158"/>
                </a:lnTo>
                <a:lnTo>
                  <a:pt x="8338" y="6158"/>
                </a:lnTo>
                <a:lnTo>
                  <a:pt x="8338" y="6645"/>
                </a:lnTo>
                <a:lnTo>
                  <a:pt x="8700" y="6645"/>
                </a:lnTo>
                <a:lnTo>
                  <a:pt x="8700" y="6969"/>
                </a:lnTo>
                <a:lnTo>
                  <a:pt x="9244" y="6969"/>
                </a:lnTo>
                <a:lnTo>
                  <a:pt x="9244" y="7455"/>
                </a:lnTo>
                <a:lnTo>
                  <a:pt x="9606" y="7455"/>
                </a:lnTo>
                <a:lnTo>
                  <a:pt x="9969" y="7779"/>
                </a:lnTo>
                <a:lnTo>
                  <a:pt x="10513" y="8103"/>
                </a:lnTo>
                <a:lnTo>
                  <a:pt x="10875" y="8590"/>
                </a:lnTo>
                <a:lnTo>
                  <a:pt x="10875" y="8914"/>
                </a:lnTo>
                <a:lnTo>
                  <a:pt x="11419" y="8914"/>
                </a:lnTo>
                <a:lnTo>
                  <a:pt x="11782" y="9400"/>
                </a:lnTo>
                <a:lnTo>
                  <a:pt x="12144" y="9724"/>
                </a:lnTo>
                <a:lnTo>
                  <a:pt x="12688" y="9724"/>
                </a:lnTo>
                <a:lnTo>
                  <a:pt x="12688" y="10210"/>
                </a:lnTo>
                <a:lnTo>
                  <a:pt x="13050" y="10210"/>
                </a:lnTo>
                <a:lnTo>
                  <a:pt x="13050" y="10535"/>
                </a:lnTo>
                <a:lnTo>
                  <a:pt x="13594" y="10859"/>
                </a:lnTo>
                <a:lnTo>
                  <a:pt x="13957" y="11345"/>
                </a:lnTo>
                <a:lnTo>
                  <a:pt x="14501" y="11345"/>
                </a:lnTo>
                <a:lnTo>
                  <a:pt x="14501" y="11669"/>
                </a:lnTo>
                <a:lnTo>
                  <a:pt x="14863" y="11669"/>
                </a:lnTo>
                <a:lnTo>
                  <a:pt x="14863" y="12155"/>
                </a:lnTo>
                <a:lnTo>
                  <a:pt x="15226" y="12155"/>
                </a:lnTo>
                <a:lnTo>
                  <a:pt x="15769" y="12479"/>
                </a:lnTo>
                <a:lnTo>
                  <a:pt x="16132" y="12804"/>
                </a:lnTo>
                <a:lnTo>
                  <a:pt x="16676" y="13290"/>
                </a:lnTo>
                <a:lnTo>
                  <a:pt x="16676" y="13290"/>
                </a:lnTo>
                <a:lnTo>
                  <a:pt x="17038" y="13614"/>
                </a:lnTo>
                <a:lnTo>
                  <a:pt x="17401" y="14100"/>
                </a:lnTo>
                <a:lnTo>
                  <a:pt x="17945" y="14424"/>
                </a:lnTo>
                <a:lnTo>
                  <a:pt x="18307" y="14424"/>
                </a:lnTo>
                <a:lnTo>
                  <a:pt x="18307" y="14911"/>
                </a:lnTo>
                <a:lnTo>
                  <a:pt x="18851" y="15235"/>
                </a:lnTo>
                <a:lnTo>
                  <a:pt x="19213" y="15235"/>
                </a:lnTo>
                <a:lnTo>
                  <a:pt x="19213" y="15559"/>
                </a:lnTo>
                <a:lnTo>
                  <a:pt x="19757" y="15559"/>
                </a:lnTo>
                <a:lnTo>
                  <a:pt x="19757" y="16045"/>
                </a:lnTo>
                <a:lnTo>
                  <a:pt x="20120" y="16045"/>
                </a:lnTo>
                <a:lnTo>
                  <a:pt x="20120" y="16369"/>
                </a:lnTo>
                <a:lnTo>
                  <a:pt x="20482" y="16856"/>
                </a:lnTo>
                <a:lnTo>
                  <a:pt x="21026" y="16856"/>
                </a:lnTo>
                <a:lnTo>
                  <a:pt x="21026" y="17180"/>
                </a:lnTo>
                <a:lnTo>
                  <a:pt x="21389" y="17180"/>
                </a:lnTo>
                <a:lnTo>
                  <a:pt x="21389" y="17504"/>
                </a:lnTo>
                <a:lnTo>
                  <a:pt x="21932" y="17504"/>
                </a:lnTo>
                <a:lnTo>
                  <a:pt x="21932" y="17990"/>
                </a:lnTo>
                <a:lnTo>
                  <a:pt x="22295" y="17990"/>
                </a:lnTo>
                <a:lnTo>
                  <a:pt x="22657" y="18314"/>
                </a:lnTo>
                <a:lnTo>
                  <a:pt x="23201" y="18800"/>
                </a:lnTo>
                <a:lnTo>
                  <a:pt x="23564" y="19125"/>
                </a:lnTo>
                <a:lnTo>
                  <a:pt x="24108" y="19611"/>
                </a:lnTo>
                <a:lnTo>
                  <a:pt x="24470" y="19935"/>
                </a:lnTo>
                <a:lnTo>
                  <a:pt x="25014" y="20259"/>
                </a:lnTo>
                <a:lnTo>
                  <a:pt x="25376" y="20745"/>
                </a:lnTo>
                <a:lnTo>
                  <a:pt x="25739" y="21070"/>
                </a:lnTo>
                <a:lnTo>
                  <a:pt x="26283" y="21070"/>
                </a:lnTo>
                <a:lnTo>
                  <a:pt x="26283" y="21556"/>
                </a:lnTo>
                <a:lnTo>
                  <a:pt x="26645" y="21880"/>
                </a:lnTo>
                <a:lnTo>
                  <a:pt x="27189" y="22204"/>
                </a:lnTo>
                <a:lnTo>
                  <a:pt x="27552" y="22690"/>
                </a:lnTo>
                <a:lnTo>
                  <a:pt x="27552" y="22690"/>
                </a:lnTo>
                <a:lnTo>
                  <a:pt x="27914" y="23014"/>
                </a:lnTo>
                <a:lnTo>
                  <a:pt x="28458" y="23501"/>
                </a:lnTo>
                <a:lnTo>
                  <a:pt x="28820" y="23825"/>
                </a:lnTo>
                <a:lnTo>
                  <a:pt x="29364" y="24311"/>
                </a:lnTo>
                <a:lnTo>
                  <a:pt x="29727" y="24635"/>
                </a:lnTo>
                <a:lnTo>
                  <a:pt x="30089" y="24635"/>
                </a:lnTo>
                <a:lnTo>
                  <a:pt x="30089" y="24959"/>
                </a:lnTo>
                <a:lnTo>
                  <a:pt x="30633" y="25446"/>
                </a:lnTo>
                <a:lnTo>
                  <a:pt x="30996" y="25770"/>
                </a:lnTo>
                <a:lnTo>
                  <a:pt x="31539" y="26256"/>
                </a:lnTo>
                <a:lnTo>
                  <a:pt x="31902" y="26256"/>
                </a:lnTo>
                <a:lnTo>
                  <a:pt x="31902" y="26580"/>
                </a:lnTo>
                <a:lnTo>
                  <a:pt x="32446" y="26904"/>
                </a:lnTo>
                <a:lnTo>
                  <a:pt x="32808" y="27391"/>
                </a:lnTo>
                <a:lnTo>
                  <a:pt x="33171" y="27715"/>
                </a:lnTo>
                <a:lnTo>
                  <a:pt x="33714" y="28201"/>
                </a:lnTo>
                <a:lnTo>
                  <a:pt x="34077" y="28201"/>
                </a:lnTo>
                <a:lnTo>
                  <a:pt x="34077" y="28525"/>
                </a:lnTo>
                <a:lnTo>
                  <a:pt x="34621" y="28525"/>
                </a:lnTo>
                <a:lnTo>
                  <a:pt x="34621" y="29011"/>
                </a:lnTo>
                <a:lnTo>
                  <a:pt x="34983" y="29335"/>
                </a:lnTo>
                <a:lnTo>
                  <a:pt x="34983" y="29660"/>
                </a:lnTo>
                <a:lnTo>
                  <a:pt x="35346" y="29660"/>
                </a:lnTo>
                <a:lnTo>
                  <a:pt x="35890" y="30146"/>
                </a:lnTo>
                <a:lnTo>
                  <a:pt x="36252" y="30470"/>
                </a:lnTo>
                <a:lnTo>
                  <a:pt x="36796" y="30956"/>
                </a:lnTo>
                <a:lnTo>
                  <a:pt x="37158" y="31280"/>
                </a:lnTo>
                <a:lnTo>
                  <a:pt x="37702" y="31605"/>
                </a:lnTo>
                <a:lnTo>
                  <a:pt x="37702" y="32091"/>
                </a:lnTo>
                <a:lnTo>
                  <a:pt x="38065" y="32091"/>
                </a:lnTo>
                <a:lnTo>
                  <a:pt x="38427" y="32415"/>
                </a:lnTo>
                <a:lnTo>
                  <a:pt x="38971" y="32901"/>
                </a:lnTo>
                <a:lnTo>
                  <a:pt x="38971" y="33225"/>
                </a:lnTo>
                <a:lnTo>
                  <a:pt x="39334" y="33225"/>
                </a:lnTo>
                <a:lnTo>
                  <a:pt x="39334" y="33712"/>
                </a:lnTo>
                <a:lnTo>
                  <a:pt x="39877" y="33712"/>
                </a:lnTo>
                <a:lnTo>
                  <a:pt x="40240" y="34036"/>
                </a:lnTo>
                <a:lnTo>
                  <a:pt x="40240" y="34360"/>
                </a:lnTo>
                <a:lnTo>
                  <a:pt x="40603" y="34360"/>
                </a:lnTo>
                <a:lnTo>
                  <a:pt x="41146" y="34846"/>
                </a:lnTo>
                <a:lnTo>
                  <a:pt x="41146" y="35170"/>
                </a:lnTo>
                <a:lnTo>
                  <a:pt x="41509" y="35170"/>
                </a:lnTo>
                <a:lnTo>
                  <a:pt x="41509" y="35656"/>
                </a:lnTo>
                <a:lnTo>
                  <a:pt x="42053" y="35656"/>
                </a:lnTo>
                <a:lnTo>
                  <a:pt x="42415" y="35981"/>
                </a:lnTo>
                <a:lnTo>
                  <a:pt x="42415" y="36305"/>
                </a:lnTo>
                <a:lnTo>
                  <a:pt x="42959" y="36305"/>
                </a:lnTo>
                <a:lnTo>
                  <a:pt x="42959" y="36791"/>
                </a:lnTo>
                <a:lnTo>
                  <a:pt x="43321" y="37115"/>
                </a:lnTo>
                <a:lnTo>
                  <a:pt x="43684" y="37601"/>
                </a:lnTo>
                <a:lnTo>
                  <a:pt x="44228" y="37926"/>
                </a:lnTo>
                <a:lnTo>
                  <a:pt x="44590" y="38250"/>
                </a:lnTo>
                <a:lnTo>
                  <a:pt x="45134" y="38250"/>
                </a:lnTo>
                <a:lnTo>
                  <a:pt x="45134" y="38736"/>
                </a:lnTo>
                <a:lnTo>
                  <a:pt x="45497" y="39060"/>
                </a:lnTo>
                <a:lnTo>
                  <a:pt x="45859" y="39546"/>
                </a:lnTo>
                <a:lnTo>
                  <a:pt x="45859" y="39870"/>
                </a:lnTo>
                <a:lnTo>
                  <a:pt x="46403" y="39870"/>
                </a:lnTo>
                <a:lnTo>
                  <a:pt x="46765" y="40357"/>
                </a:lnTo>
                <a:lnTo>
                  <a:pt x="46765" y="40681"/>
                </a:lnTo>
                <a:lnTo>
                  <a:pt x="47309" y="40681"/>
                </a:lnTo>
                <a:lnTo>
                  <a:pt x="47309" y="41005"/>
                </a:lnTo>
                <a:lnTo>
                  <a:pt x="47672" y="41491"/>
                </a:lnTo>
                <a:lnTo>
                  <a:pt x="48034" y="41491"/>
                </a:lnTo>
                <a:lnTo>
                  <a:pt x="48034" y="41815"/>
                </a:lnTo>
                <a:lnTo>
                  <a:pt x="48578" y="42302"/>
                </a:lnTo>
                <a:lnTo>
                  <a:pt x="48941" y="42626"/>
                </a:lnTo>
                <a:lnTo>
                  <a:pt x="49484" y="42626"/>
                </a:lnTo>
                <a:lnTo>
                  <a:pt x="49484" y="42950"/>
                </a:lnTo>
                <a:lnTo>
                  <a:pt x="49847" y="43436"/>
                </a:lnTo>
                <a:lnTo>
                  <a:pt x="50391" y="43760"/>
                </a:lnTo>
                <a:lnTo>
                  <a:pt x="50753" y="44247"/>
                </a:lnTo>
                <a:lnTo>
                  <a:pt x="51116" y="44571"/>
                </a:lnTo>
                <a:lnTo>
                  <a:pt x="51660" y="45057"/>
                </a:lnTo>
                <a:lnTo>
                  <a:pt x="52022" y="45381"/>
                </a:lnTo>
              </a:path>
            </a:pathLst>
          </a:custGeom>
          <a:ln w="238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7979266" y="1769992"/>
            <a:ext cx="51660" cy="56726"/>
          </a:xfrm>
          <a:custGeom>
            <a:avLst/>
            <a:gdLst/>
            <a:ahLst/>
            <a:cxnLst/>
            <a:rect l="l" t="t" r="r" b="b"/>
            <a:pathLst>
              <a:path w="51660" h="56726">
                <a:moveTo>
                  <a:pt x="0" y="0"/>
                </a:moveTo>
                <a:lnTo>
                  <a:pt x="0" y="324"/>
                </a:lnTo>
                <a:lnTo>
                  <a:pt x="543" y="324"/>
                </a:lnTo>
                <a:lnTo>
                  <a:pt x="543" y="810"/>
                </a:lnTo>
                <a:lnTo>
                  <a:pt x="906" y="1134"/>
                </a:lnTo>
                <a:lnTo>
                  <a:pt x="1268" y="1134"/>
                </a:lnTo>
                <a:lnTo>
                  <a:pt x="1268" y="1620"/>
                </a:lnTo>
                <a:lnTo>
                  <a:pt x="1812" y="1944"/>
                </a:lnTo>
                <a:lnTo>
                  <a:pt x="2175" y="2269"/>
                </a:lnTo>
                <a:lnTo>
                  <a:pt x="2175" y="2755"/>
                </a:lnTo>
                <a:lnTo>
                  <a:pt x="2718" y="2755"/>
                </a:lnTo>
                <a:lnTo>
                  <a:pt x="3081" y="3079"/>
                </a:lnTo>
                <a:lnTo>
                  <a:pt x="3081" y="3565"/>
                </a:lnTo>
                <a:lnTo>
                  <a:pt x="3625" y="3565"/>
                </a:lnTo>
                <a:lnTo>
                  <a:pt x="3987" y="3889"/>
                </a:lnTo>
                <a:lnTo>
                  <a:pt x="3987" y="4376"/>
                </a:lnTo>
                <a:lnTo>
                  <a:pt x="4350" y="4376"/>
                </a:lnTo>
                <a:lnTo>
                  <a:pt x="4350" y="4700"/>
                </a:lnTo>
                <a:lnTo>
                  <a:pt x="4894" y="5024"/>
                </a:lnTo>
                <a:lnTo>
                  <a:pt x="5256" y="5510"/>
                </a:lnTo>
                <a:lnTo>
                  <a:pt x="5800" y="5834"/>
                </a:lnTo>
                <a:lnTo>
                  <a:pt x="6162" y="6321"/>
                </a:lnTo>
                <a:lnTo>
                  <a:pt x="6162" y="6645"/>
                </a:lnTo>
                <a:lnTo>
                  <a:pt x="6525" y="6645"/>
                </a:lnTo>
                <a:lnTo>
                  <a:pt x="7069" y="6969"/>
                </a:lnTo>
                <a:lnTo>
                  <a:pt x="7069" y="7455"/>
                </a:lnTo>
                <a:lnTo>
                  <a:pt x="7431" y="7455"/>
                </a:lnTo>
                <a:lnTo>
                  <a:pt x="7975" y="7779"/>
                </a:lnTo>
                <a:lnTo>
                  <a:pt x="7975" y="8265"/>
                </a:lnTo>
                <a:lnTo>
                  <a:pt x="8338" y="8265"/>
                </a:lnTo>
                <a:lnTo>
                  <a:pt x="8338" y="8590"/>
                </a:lnTo>
                <a:lnTo>
                  <a:pt x="8881" y="9076"/>
                </a:lnTo>
                <a:lnTo>
                  <a:pt x="9244" y="9400"/>
                </a:lnTo>
                <a:lnTo>
                  <a:pt x="9606" y="9724"/>
                </a:lnTo>
                <a:lnTo>
                  <a:pt x="10150" y="10210"/>
                </a:lnTo>
                <a:lnTo>
                  <a:pt x="10513" y="10535"/>
                </a:lnTo>
                <a:lnTo>
                  <a:pt x="10513" y="11021"/>
                </a:lnTo>
                <a:lnTo>
                  <a:pt x="11057" y="11021"/>
                </a:lnTo>
                <a:lnTo>
                  <a:pt x="11057" y="11345"/>
                </a:lnTo>
                <a:lnTo>
                  <a:pt x="11419" y="11669"/>
                </a:lnTo>
                <a:lnTo>
                  <a:pt x="11782" y="12155"/>
                </a:lnTo>
                <a:lnTo>
                  <a:pt x="12325" y="12479"/>
                </a:lnTo>
                <a:lnTo>
                  <a:pt x="12688" y="12966"/>
                </a:lnTo>
                <a:lnTo>
                  <a:pt x="12688" y="13290"/>
                </a:lnTo>
                <a:lnTo>
                  <a:pt x="13232" y="13290"/>
                </a:lnTo>
                <a:lnTo>
                  <a:pt x="13232" y="13776"/>
                </a:lnTo>
                <a:lnTo>
                  <a:pt x="13594" y="14100"/>
                </a:lnTo>
                <a:lnTo>
                  <a:pt x="14138" y="14424"/>
                </a:lnTo>
                <a:lnTo>
                  <a:pt x="14501" y="14911"/>
                </a:lnTo>
                <a:lnTo>
                  <a:pt x="14863" y="15235"/>
                </a:lnTo>
                <a:lnTo>
                  <a:pt x="15407" y="15721"/>
                </a:lnTo>
                <a:lnTo>
                  <a:pt x="15407" y="16045"/>
                </a:lnTo>
                <a:lnTo>
                  <a:pt x="15769" y="16369"/>
                </a:lnTo>
                <a:lnTo>
                  <a:pt x="16313" y="16369"/>
                </a:lnTo>
                <a:lnTo>
                  <a:pt x="16313" y="16856"/>
                </a:lnTo>
                <a:lnTo>
                  <a:pt x="16676" y="17180"/>
                </a:lnTo>
                <a:lnTo>
                  <a:pt x="17038" y="17666"/>
                </a:lnTo>
                <a:lnTo>
                  <a:pt x="17038" y="17990"/>
                </a:lnTo>
                <a:lnTo>
                  <a:pt x="17582" y="17990"/>
                </a:lnTo>
                <a:lnTo>
                  <a:pt x="17945" y="18476"/>
                </a:lnTo>
                <a:lnTo>
                  <a:pt x="17945" y="18800"/>
                </a:lnTo>
                <a:lnTo>
                  <a:pt x="18488" y="18800"/>
                </a:lnTo>
                <a:lnTo>
                  <a:pt x="18851" y="19125"/>
                </a:lnTo>
                <a:lnTo>
                  <a:pt x="18851" y="19611"/>
                </a:lnTo>
                <a:lnTo>
                  <a:pt x="19213" y="19935"/>
                </a:lnTo>
                <a:lnTo>
                  <a:pt x="19757" y="20421"/>
                </a:lnTo>
                <a:lnTo>
                  <a:pt x="19757" y="20745"/>
                </a:lnTo>
                <a:lnTo>
                  <a:pt x="20120" y="20745"/>
                </a:lnTo>
                <a:lnTo>
                  <a:pt x="20664" y="21070"/>
                </a:lnTo>
                <a:lnTo>
                  <a:pt x="20664" y="21556"/>
                </a:lnTo>
                <a:lnTo>
                  <a:pt x="21026" y="21880"/>
                </a:lnTo>
                <a:lnTo>
                  <a:pt x="21570" y="21880"/>
                </a:lnTo>
                <a:lnTo>
                  <a:pt x="21570" y="22366"/>
                </a:lnTo>
                <a:lnTo>
                  <a:pt x="21932" y="22690"/>
                </a:lnTo>
                <a:lnTo>
                  <a:pt x="21932" y="23177"/>
                </a:lnTo>
                <a:lnTo>
                  <a:pt x="22295" y="23177"/>
                </a:lnTo>
                <a:lnTo>
                  <a:pt x="22295" y="23501"/>
                </a:lnTo>
                <a:lnTo>
                  <a:pt x="22839" y="23825"/>
                </a:lnTo>
                <a:lnTo>
                  <a:pt x="23201" y="24311"/>
                </a:lnTo>
                <a:lnTo>
                  <a:pt x="23745" y="24635"/>
                </a:lnTo>
                <a:lnTo>
                  <a:pt x="23745" y="25121"/>
                </a:lnTo>
                <a:lnTo>
                  <a:pt x="24108" y="25121"/>
                </a:lnTo>
                <a:lnTo>
                  <a:pt x="24470" y="25446"/>
                </a:lnTo>
                <a:lnTo>
                  <a:pt x="24470" y="25770"/>
                </a:lnTo>
                <a:lnTo>
                  <a:pt x="25014" y="25770"/>
                </a:lnTo>
                <a:lnTo>
                  <a:pt x="25376" y="26256"/>
                </a:lnTo>
                <a:lnTo>
                  <a:pt x="25376" y="26580"/>
                </a:lnTo>
                <a:lnTo>
                  <a:pt x="25920" y="27066"/>
                </a:lnTo>
                <a:lnTo>
                  <a:pt x="26283" y="27391"/>
                </a:lnTo>
                <a:lnTo>
                  <a:pt x="26283" y="27877"/>
                </a:lnTo>
                <a:lnTo>
                  <a:pt x="26826" y="28201"/>
                </a:lnTo>
                <a:lnTo>
                  <a:pt x="27189" y="28201"/>
                </a:lnTo>
                <a:lnTo>
                  <a:pt x="27189" y="28525"/>
                </a:lnTo>
                <a:lnTo>
                  <a:pt x="27552" y="29011"/>
                </a:lnTo>
                <a:lnTo>
                  <a:pt x="27552" y="29335"/>
                </a:lnTo>
                <a:lnTo>
                  <a:pt x="28095" y="29335"/>
                </a:lnTo>
                <a:lnTo>
                  <a:pt x="28458" y="29822"/>
                </a:lnTo>
                <a:lnTo>
                  <a:pt x="28458" y="30146"/>
                </a:lnTo>
                <a:lnTo>
                  <a:pt x="29002" y="30146"/>
                </a:lnTo>
                <a:lnTo>
                  <a:pt x="29002" y="30470"/>
                </a:lnTo>
                <a:lnTo>
                  <a:pt x="29364" y="30956"/>
                </a:lnTo>
                <a:lnTo>
                  <a:pt x="29727" y="31280"/>
                </a:lnTo>
                <a:lnTo>
                  <a:pt x="29727" y="31767"/>
                </a:lnTo>
                <a:lnTo>
                  <a:pt x="30270" y="31767"/>
                </a:lnTo>
                <a:lnTo>
                  <a:pt x="30270" y="32091"/>
                </a:lnTo>
                <a:lnTo>
                  <a:pt x="30633" y="32415"/>
                </a:lnTo>
                <a:lnTo>
                  <a:pt x="31177" y="32901"/>
                </a:lnTo>
                <a:lnTo>
                  <a:pt x="31539" y="33225"/>
                </a:lnTo>
                <a:lnTo>
                  <a:pt x="31539" y="33712"/>
                </a:lnTo>
                <a:lnTo>
                  <a:pt x="32083" y="33712"/>
                </a:lnTo>
                <a:lnTo>
                  <a:pt x="32446" y="34036"/>
                </a:lnTo>
                <a:lnTo>
                  <a:pt x="32446" y="34522"/>
                </a:lnTo>
                <a:lnTo>
                  <a:pt x="32808" y="34846"/>
                </a:lnTo>
                <a:lnTo>
                  <a:pt x="32808" y="35170"/>
                </a:lnTo>
                <a:lnTo>
                  <a:pt x="33352" y="35170"/>
                </a:lnTo>
                <a:lnTo>
                  <a:pt x="33714" y="35656"/>
                </a:lnTo>
                <a:lnTo>
                  <a:pt x="33714" y="35981"/>
                </a:lnTo>
                <a:lnTo>
                  <a:pt x="34258" y="35981"/>
                </a:lnTo>
                <a:lnTo>
                  <a:pt x="34258" y="36467"/>
                </a:lnTo>
                <a:lnTo>
                  <a:pt x="34621" y="36791"/>
                </a:lnTo>
                <a:lnTo>
                  <a:pt x="34621" y="37115"/>
                </a:lnTo>
                <a:lnTo>
                  <a:pt x="34983" y="37601"/>
                </a:lnTo>
                <a:lnTo>
                  <a:pt x="35527" y="37601"/>
                </a:lnTo>
                <a:lnTo>
                  <a:pt x="35527" y="37926"/>
                </a:lnTo>
                <a:lnTo>
                  <a:pt x="35890" y="38412"/>
                </a:lnTo>
                <a:lnTo>
                  <a:pt x="36433" y="38412"/>
                </a:lnTo>
                <a:lnTo>
                  <a:pt x="36433" y="38736"/>
                </a:lnTo>
                <a:lnTo>
                  <a:pt x="36796" y="39222"/>
                </a:lnTo>
                <a:lnTo>
                  <a:pt x="36796" y="39546"/>
                </a:lnTo>
                <a:lnTo>
                  <a:pt x="37158" y="39870"/>
                </a:lnTo>
                <a:lnTo>
                  <a:pt x="37702" y="40357"/>
                </a:lnTo>
                <a:lnTo>
                  <a:pt x="38065" y="40681"/>
                </a:lnTo>
                <a:lnTo>
                  <a:pt x="38065" y="41167"/>
                </a:lnTo>
                <a:lnTo>
                  <a:pt x="38609" y="41167"/>
                </a:lnTo>
                <a:lnTo>
                  <a:pt x="38609" y="41491"/>
                </a:lnTo>
                <a:lnTo>
                  <a:pt x="38971" y="41815"/>
                </a:lnTo>
                <a:lnTo>
                  <a:pt x="39515" y="42302"/>
                </a:lnTo>
                <a:lnTo>
                  <a:pt x="39515" y="42626"/>
                </a:lnTo>
                <a:lnTo>
                  <a:pt x="39877" y="42626"/>
                </a:lnTo>
                <a:lnTo>
                  <a:pt x="39877" y="43112"/>
                </a:lnTo>
                <a:lnTo>
                  <a:pt x="40240" y="43436"/>
                </a:lnTo>
                <a:lnTo>
                  <a:pt x="40784" y="43436"/>
                </a:lnTo>
                <a:lnTo>
                  <a:pt x="40784" y="43922"/>
                </a:lnTo>
                <a:lnTo>
                  <a:pt x="41146" y="44247"/>
                </a:lnTo>
                <a:lnTo>
                  <a:pt x="41146" y="44571"/>
                </a:lnTo>
                <a:lnTo>
                  <a:pt x="41690" y="45057"/>
                </a:lnTo>
                <a:lnTo>
                  <a:pt x="42053" y="45381"/>
                </a:lnTo>
                <a:lnTo>
                  <a:pt x="42415" y="45867"/>
                </a:lnTo>
                <a:lnTo>
                  <a:pt x="42415" y="46191"/>
                </a:lnTo>
                <a:lnTo>
                  <a:pt x="42959" y="46191"/>
                </a:lnTo>
                <a:lnTo>
                  <a:pt x="43321" y="46516"/>
                </a:lnTo>
                <a:lnTo>
                  <a:pt x="43321" y="47002"/>
                </a:lnTo>
                <a:lnTo>
                  <a:pt x="43865" y="47326"/>
                </a:lnTo>
                <a:lnTo>
                  <a:pt x="43865" y="47812"/>
                </a:lnTo>
                <a:lnTo>
                  <a:pt x="44228" y="47812"/>
                </a:lnTo>
                <a:lnTo>
                  <a:pt x="44772" y="48136"/>
                </a:lnTo>
                <a:lnTo>
                  <a:pt x="44772" y="48623"/>
                </a:lnTo>
                <a:lnTo>
                  <a:pt x="45134" y="48947"/>
                </a:lnTo>
                <a:lnTo>
                  <a:pt x="45134" y="49271"/>
                </a:lnTo>
                <a:lnTo>
                  <a:pt x="45497" y="49271"/>
                </a:lnTo>
                <a:lnTo>
                  <a:pt x="45497" y="49757"/>
                </a:lnTo>
                <a:lnTo>
                  <a:pt x="46040" y="50081"/>
                </a:lnTo>
                <a:lnTo>
                  <a:pt x="46403" y="50568"/>
                </a:lnTo>
                <a:lnTo>
                  <a:pt x="46947" y="50892"/>
                </a:lnTo>
                <a:lnTo>
                  <a:pt x="47309" y="51216"/>
                </a:lnTo>
                <a:lnTo>
                  <a:pt x="47309" y="51702"/>
                </a:lnTo>
                <a:lnTo>
                  <a:pt x="47672" y="52026"/>
                </a:lnTo>
                <a:lnTo>
                  <a:pt x="48216" y="52512"/>
                </a:lnTo>
                <a:lnTo>
                  <a:pt x="48216" y="52837"/>
                </a:lnTo>
                <a:lnTo>
                  <a:pt x="48578" y="53323"/>
                </a:lnTo>
                <a:lnTo>
                  <a:pt x="49122" y="53647"/>
                </a:lnTo>
                <a:lnTo>
                  <a:pt x="49484" y="53971"/>
                </a:lnTo>
                <a:lnTo>
                  <a:pt x="49484" y="54457"/>
                </a:lnTo>
                <a:lnTo>
                  <a:pt x="50028" y="54782"/>
                </a:lnTo>
                <a:lnTo>
                  <a:pt x="50391" y="55268"/>
                </a:lnTo>
                <a:lnTo>
                  <a:pt x="50753" y="55592"/>
                </a:lnTo>
                <a:lnTo>
                  <a:pt x="51297" y="55916"/>
                </a:lnTo>
                <a:lnTo>
                  <a:pt x="51297" y="56402"/>
                </a:lnTo>
                <a:lnTo>
                  <a:pt x="51660" y="56402"/>
                </a:lnTo>
                <a:lnTo>
                  <a:pt x="51660" y="56726"/>
                </a:lnTo>
              </a:path>
            </a:pathLst>
          </a:custGeom>
          <a:ln w="24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8077330" y="1912944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8030926" y="1826719"/>
            <a:ext cx="52203" cy="67748"/>
          </a:xfrm>
          <a:custGeom>
            <a:avLst/>
            <a:gdLst/>
            <a:ahLst/>
            <a:cxnLst/>
            <a:rect l="l" t="t" r="r" b="b"/>
            <a:pathLst>
              <a:path w="52203" h="67748">
                <a:moveTo>
                  <a:pt x="0" y="0"/>
                </a:moveTo>
                <a:lnTo>
                  <a:pt x="543" y="486"/>
                </a:lnTo>
                <a:lnTo>
                  <a:pt x="543" y="810"/>
                </a:lnTo>
                <a:lnTo>
                  <a:pt x="906" y="1296"/>
                </a:lnTo>
                <a:lnTo>
                  <a:pt x="1268" y="1296"/>
                </a:lnTo>
                <a:lnTo>
                  <a:pt x="1268" y="1620"/>
                </a:lnTo>
                <a:lnTo>
                  <a:pt x="1812" y="1944"/>
                </a:lnTo>
                <a:lnTo>
                  <a:pt x="2175" y="2431"/>
                </a:lnTo>
                <a:lnTo>
                  <a:pt x="2175" y="2755"/>
                </a:lnTo>
                <a:lnTo>
                  <a:pt x="2718" y="3241"/>
                </a:lnTo>
                <a:lnTo>
                  <a:pt x="3081" y="3565"/>
                </a:lnTo>
                <a:lnTo>
                  <a:pt x="3081" y="3889"/>
                </a:lnTo>
                <a:lnTo>
                  <a:pt x="3444" y="4376"/>
                </a:lnTo>
                <a:lnTo>
                  <a:pt x="3987" y="4700"/>
                </a:lnTo>
                <a:lnTo>
                  <a:pt x="4350" y="5186"/>
                </a:lnTo>
                <a:lnTo>
                  <a:pt x="4350" y="5510"/>
                </a:lnTo>
                <a:lnTo>
                  <a:pt x="4894" y="5996"/>
                </a:lnTo>
                <a:lnTo>
                  <a:pt x="4894" y="6321"/>
                </a:lnTo>
                <a:lnTo>
                  <a:pt x="5256" y="6321"/>
                </a:lnTo>
                <a:lnTo>
                  <a:pt x="5800" y="6645"/>
                </a:lnTo>
                <a:lnTo>
                  <a:pt x="6162" y="7131"/>
                </a:lnTo>
                <a:lnTo>
                  <a:pt x="6162" y="7455"/>
                </a:lnTo>
                <a:lnTo>
                  <a:pt x="6525" y="7941"/>
                </a:lnTo>
                <a:lnTo>
                  <a:pt x="6525" y="8265"/>
                </a:lnTo>
                <a:lnTo>
                  <a:pt x="7069" y="8265"/>
                </a:lnTo>
                <a:lnTo>
                  <a:pt x="7069" y="8590"/>
                </a:lnTo>
                <a:lnTo>
                  <a:pt x="7431" y="9076"/>
                </a:lnTo>
                <a:lnTo>
                  <a:pt x="7975" y="9400"/>
                </a:lnTo>
                <a:lnTo>
                  <a:pt x="7975" y="9886"/>
                </a:lnTo>
                <a:lnTo>
                  <a:pt x="8338" y="9886"/>
                </a:lnTo>
                <a:lnTo>
                  <a:pt x="8338" y="10210"/>
                </a:lnTo>
                <a:lnTo>
                  <a:pt x="8700" y="10697"/>
                </a:lnTo>
                <a:lnTo>
                  <a:pt x="8700" y="11021"/>
                </a:lnTo>
                <a:lnTo>
                  <a:pt x="9244" y="11345"/>
                </a:lnTo>
                <a:lnTo>
                  <a:pt x="9606" y="11831"/>
                </a:lnTo>
                <a:lnTo>
                  <a:pt x="9606" y="12155"/>
                </a:lnTo>
                <a:lnTo>
                  <a:pt x="10150" y="12155"/>
                </a:lnTo>
                <a:lnTo>
                  <a:pt x="10513" y="12642"/>
                </a:lnTo>
                <a:lnTo>
                  <a:pt x="10513" y="12966"/>
                </a:lnTo>
                <a:lnTo>
                  <a:pt x="11057" y="13290"/>
                </a:lnTo>
                <a:lnTo>
                  <a:pt x="11057" y="13776"/>
                </a:lnTo>
                <a:lnTo>
                  <a:pt x="11419" y="14100"/>
                </a:lnTo>
                <a:lnTo>
                  <a:pt x="11782" y="14586"/>
                </a:lnTo>
                <a:lnTo>
                  <a:pt x="12325" y="14911"/>
                </a:lnTo>
                <a:lnTo>
                  <a:pt x="12325" y="15397"/>
                </a:lnTo>
                <a:lnTo>
                  <a:pt x="12688" y="15721"/>
                </a:lnTo>
                <a:lnTo>
                  <a:pt x="13232" y="15721"/>
                </a:lnTo>
                <a:lnTo>
                  <a:pt x="13232" y="16045"/>
                </a:lnTo>
                <a:lnTo>
                  <a:pt x="13594" y="16531"/>
                </a:lnTo>
                <a:lnTo>
                  <a:pt x="13594" y="16856"/>
                </a:lnTo>
                <a:lnTo>
                  <a:pt x="13957" y="17342"/>
                </a:lnTo>
                <a:lnTo>
                  <a:pt x="14501" y="17666"/>
                </a:lnTo>
                <a:lnTo>
                  <a:pt x="14863" y="17990"/>
                </a:lnTo>
                <a:lnTo>
                  <a:pt x="14863" y="18476"/>
                </a:lnTo>
                <a:lnTo>
                  <a:pt x="15407" y="18800"/>
                </a:lnTo>
                <a:lnTo>
                  <a:pt x="15407" y="19287"/>
                </a:lnTo>
                <a:lnTo>
                  <a:pt x="15769" y="19611"/>
                </a:lnTo>
                <a:lnTo>
                  <a:pt x="16313" y="19935"/>
                </a:lnTo>
                <a:lnTo>
                  <a:pt x="16676" y="20421"/>
                </a:lnTo>
                <a:lnTo>
                  <a:pt x="17038" y="20745"/>
                </a:lnTo>
                <a:lnTo>
                  <a:pt x="17038" y="21232"/>
                </a:lnTo>
                <a:lnTo>
                  <a:pt x="17582" y="21556"/>
                </a:lnTo>
                <a:lnTo>
                  <a:pt x="17945" y="22042"/>
                </a:lnTo>
                <a:lnTo>
                  <a:pt x="17945" y="22366"/>
                </a:lnTo>
                <a:lnTo>
                  <a:pt x="18488" y="22690"/>
                </a:lnTo>
                <a:lnTo>
                  <a:pt x="18851" y="23177"/>
                </a:lnTo>
                <a:lnTo>
                  <a:pt x="18851" y="23501"/>
                </a:lnTo>
                <a:lnTo>
                  <a:pt x="19213" y="23987"/>
                </a:lnTo>
                <a:lnTo>
                  <a:pt x="19213" y="24311"/>
                </a:lnTo>
                <a:lnTo>
                  <a:pt x="19757" y="24311"/>
                </a:lnTo>
                <a:lnTo>
                  <a:pt x="20120" y="24635"/>
                </a:lnTo>
                <a:lnTo>
                  <a:pt x="20120" y="25121"/>
                </a:lnTo>
                <a:lnTo>
                  <a:pt x="20664" y="25446"/>
                </a:lnTo>
                <a:lnTo>
                  <a:pt x="20664" y="25932"/>
                </a:lnTo>
                <a:lnTo>
                  <a:pt x="21026" y="26256"/>
                </a:lnTo>
                <a:lnTo>
                  <a:pt x="21389" y="26742"/>
                </a:lnTo>
                <a:lnTo>
                  <a:pt x="21932" y="27066"/>
                </a:lnTo>
                <a:lnTo>
                  <a:pt x="21932" y="27391"/>
                </a:lnTo>
                <a:lnTo>
                  <a:pt x="22295" y="27877"/>
                </a:lnTo>
                <a:lnTo>
                  <a:pt x="22295" y="28201"/>
                </a:lnTo>
                <a:lnTo>
                  <a:pt x="22839" y="28687"/>
                </a:lnTo>
                <a:lnTo>
                  <a:pt x="23201" y="29011"/>
                </a:lnTo>
                <a:lnTo>
                  <a:pt x="23745" y="29335"/>
                </a:lnTo>
                <a:lnTo>
                  <a:pt x="24108" y="29822"/>
                </a:lnTo>
                <a:lnTo>
                  <a:pt x="24108" y="30146"/>
                </a:lnTo>
                <a:lnTo>
                  <a:pt x="24470" y="30632"/>
                </a:lnTo>
                <a:lnTo>
                  <a:pt x="24470" y="30956"/>
                </a:lnTo>
                <a:lnTo>
                  <a:pt x="25014" y="30956"/>
                </a:lnTo>
                <a:lnTo>
                  <a:pt x="25376" y="31442"/>
                </a:lnTo>
                <a:lnTo>
                  <a:pt x="25376" y="31767"/>
                </a:lnTo>
                <a:lnTo>
                  <a:pt x="25920" y="32091"/>
                </a:lnTo>
                <a:lnTo>
                  <a:pt x="25920" y="32577"/>
                </a:lnTo>
                <a:lnTo>
                  <a:pt x="26283" y="32901"/>
                </a:lnTo>
                <a:lnTo>
                  <a:pt x="26283" y="33387"/>
                </a:lnTo>
                <a:lnTo>
                  <a:pt x="26645" y="33712"/>
                </a:lnTo>
                <a:lnTo>
                  <a:pt x="27189" y="33712"/>
                </a:lnTo>
                <a:lnTo>
                  <a:pt x="27189" y="34036"/>
                </a:lnTo>
                <a:lnTo>
                  <a:pt x="27552" y="34522"/>
                </a:lnTo>
                <a:lnTo>
                  <a:pt x="28095" y="34846"/>
                </a:lnTo>
                <a:lnTo>
                  <a:pt x="28095" y="35332"/>
                </a:lnTo>
                <a:lnTo>
                  <a:pt x="28458" y="35656"/>
                </a:lnTo>
                <a:lnTo>
                  <a:pt x="28458" y="36143"/>
                </a:lnTo>
                <a:lnTo>
                  <a:pt x="29002" y="36467"/>
                </a:lnTo>
                <a:lnTo>
                  <a:pt x="29002" y="36791"/>
                </a:lnTo>
                <a:lnTo>
                  <a:pt x="29364" y="36791"/>
                </a:lnTo>
                <a:lnTo>
                  <a:pt x="29727" y="37277"/>
                </a:lnTo>
                <a:lnTo>
                  <a:pt x="29727" y="37601"/>
                </a:lnTo>
                <a:lnTo>
                  <a:pt x="30270" y="38088"/>
                </a:lnTo>
                <a:lnTo>
                  <a:pt x="30270" y="38412"/>
                </a:lnTo>
                <a:lnTo>
                  <a:pt x="30633" y="38736"/>
                </a:lnTo>
                <a:lnTo>
                  <a:pt x="31177" y="39222"/>
                </a:lnTo>
                <a:lnTo>
                  <a:pt x="31177" y="39546"/>
                </a:lnTo>
                <a:lnTo>
                  <a:pt x="31539" y="39546"/>
                </a:lnTo>
                <a:lnTo>
                  <a:pt x="31902" y="40033"/>
                </a:lnTo>
                <a:lnTo>
                  <a:pt x="31902" y="40357"/>
                </a:lnTo>
                <a:lnTo>
                  <a:pt x="32446" y="40843"/>
                </a:lnTo>
                <a:lnTo>
                  <a:pt x="32446" y="41167"/>
                </a:lnTo>
                <a:lnTo>
                  <a:pt x="32808" y="41491"/>
                </a:lnTo>
                <a:lnTo>
                  <a:pt x="32808" y="41977"/>
                </a:lnTo>
                <a:lnTo>
                  <a:pt x="33352" y="41977"/>
                </a:lnTo>
                <a:lnTo>
                  <a:pt x="33714" y="42788"/>
                </a:lnTo>
                <a:lnTo>
                  <a:pt x="34258" y="43112"/>
                </a:lnTo>
                <a:lnTo>
                  <a:pt x="34258" y="43436"/>
                </a:lnTo>
                <a:lnTo>
                  <a:pt x="34621" y="43922"/>
                </a:lnTo>
                <a:lnTo>
                  <a:pt x="34983" y="44247"/>
                </a:lnTo>
                <a:lnTo>
                  <a:pt x="34983" y="44733"/>
                </a:lnTo>
                <a:lnTo>
                  <a:pt x="35527" y="45057"/>
                </a:lnTo>
                <a:lnTo>
                  <a:pt x="35527" y="45543"/>
                </a:lnTo>
                <a:lnTo>
                  <a:pt x="35890" y="45543"/>
                </a:lnTo>
                <a:lnTo>
                  <a:pt x="36433" y="45867"/>
                </a:lnTo>
                <a:lnTo>
                  <a:pt x="36433" y="46191"/>
                </a:lnTo>
                <a:lnTo>
                  <a:pt x="36796" y="46678"/>
                </a:lnTo>
                <a:lnTo>
                  <a:pt x="36796" y="47002"/>
                </a:lnTo>
                <a:lnTo>
                  <a:pt x="37158" y="47488"/>
                </a:lnTo>
                <a:lnTo>
                  <a:pt x="37158" y="47812"/>
                </a:lnTo>
                <a:lnTo>
                  <a:pt x="37702" y="48136"/>
                </a:lnTo>
                <a:lnTo>
                  <a:pt x="38065" y="48623"/>
                </a:lnTo>
                <a:lnTo>
                  <a:pt x="38065" y="48947"/>
                </a:lnTo>
                <a:lnTo>
                  <a:pt x="38609" y="48947"/>
                </a:lnTo>
                <a:lnTo>
                  <a:pt x="38971" y="49433"/>
                </a:lnTo>
                <a:lnTo>
                  <a:pt x="38971" y="49757"/>
                </a:lnTo>
                <a:lnTo>
                  <a:pt x="39334" y="50243"/>
                </a:lnTo>
                <a:lnTo>
                  <a:pt x="39334" y="50568"/>
                </a:lnTo>
                <a:lnTo>
                  <a:pt x="39877" y="50892"/>
                </a:lnTo>
                <a:lnTo>
                  <a:pt x="40240" y="51378"/>
                </a:lnTo>
                <a:lnTo>
                  <a:pt x="40240" y="51702"/>
                </a:lnTo>
                <a:lnTo>
                  <a:pt x="40784" y="52188"/>
                </a:lnTo>
                <a:lnTo>
                  <a:pt x="41146" y="52837"/>
                </a:lnTo>
                <a:lnTo>
                  <a:pt x="41146" y="53323"/>
                </a:lnTo>
                <a:lnTo>
                  <a:pt x="41690" y="53323"/>
                </a:lnTo>
                <a:lnTo>
                  <a:pt x="42053" y="53647"/>
                </a:lnTo>
                <a:lnTo>
                  <a:pt x="42053" y="54133"/>
                </a:lnTo>
                <a:lnTo>
                  <a:pt x="42415" y="54457"/>
                </a:lnTo>
                <a:lnTo>
                  <a:pt x="42959" y="54944"/>
                </a:lnTo>
                <a:lnTo>
                  <a:pt x="42959" y="55268"/>
                </a:lnTo>
                <a:lnTo>
                  <a:pt x="43321" y="55592"/>
                </a:lnTo>
                <a:lnTo>
                  <a:pt x="43321" y="56078"/>
                </a:lnTo>
                <a:lnTo>
                  <a:pt x="43865" y="56402"/>
                </a:lnTo>
                <a:lnTo>
                  <a:pt x="44228" y="56889"/>
                </a:lnTo>
                <a:lnTo>
                  <a:pt x="44590" y="57213"/>
                </a:lnTo>
                <a:lnTo>
                  <a:pt x="44590" y="57537"/>
                </a:lnTo>
                <a:lnTo>
                  <a:pt x="45134" y="58023"/>
                </a:lnTo>
                <a:lnTo>
                  <a:pt x="45497" y="58347"/>
                </a:lnTo>
                <a:lnTo>
                  <a:pt x="45497" y="58833"/>
                </a:lnTo>
                <a:lnTo>
                  <a:pt x="46040" y="59158"/>
                </a:lnTo>
                <a:lnTo>
                  <a:pt x="46040" y="59482"/>
                </a:lnTo>
                <a:lnTo>
                  <a:pt x="46403" y="59968"/>
                </a:lnTo>
                <a:lnTo>
                  <a:pt x="46403" y="60292"/>
                </a:lnTo>
                <a:lnTo>
                  <a:pt x="46947" y="60778"/>
                </a:lnTo>
                <a:lnTo>
                  <a:pt x="47309" y="60778"/>
                </a:lnTo>
                <a:lnTo>
                  <a:pt x="47309" y="61103"/>
                </a:lnTo>
                <a:lnTo>
                  <a:pt x="47672" y="61589"/>
                </a:lnTo>
                <a:lnTo>
                  <a:pt x="47672" y="61913"/>
                </a:lnTo>
                <a:lnTo>
                  <a:pt x="48216" y="62237"/>
                </a:lnTo>
                <a:lnTo>
                  <a:pt x="48578" y="62723"/>
                </a:lnTo>
                <a:lnTo>
                  <a:pt x="48578" y="63047"/>
                </a:lnTo>
                <a:lnTo>
                  <a:pt x="49122" y="63534"/>
                </a:lnTo>
                <a:lnTo>
                  <a:pt x="49484" y="63858"/>
                </a:lnTo>
                <a:lnTo>
                  <a:pt x="49484" y="64182"/>
                </a:lnTo>
                <a:lnTo>
                  <a:pt x="49847" y="64668"/>
                </a:lnTo>
                <a:lnTo>
                  <a:pt x="49847" y="64992"/>
                </a:lnTo>
                <a:lnTo>
                  <a:pt x="50391" y="65479"/>
                </a:lnTo>
                <a:lnTo>
                  <a:pt x="50391" y="65803"/>
                </a:lnTo>
                <a:lnTo>
                  <a:pt x="50753" y="65803"/>
                </a:lnTo>
                <a:lnTo>
                  <a:pt x="51297" y="66289"/>
                </a:lnTo>
                <a:lnTo>
                  <a:pt x="51297" y="66613"/>
                </a:lnTo>
                <a:lnTo>
                  <a:pt x="51660" y="66937"/>
                </a:lnTo>
                <a:lnTo>
                  <a:pt x="51660" y="67424"/>
                </a:lnTo>
                <a:lnTo>
                  <a:pt x="52203" y="67748"/>
                </a:lnTo>
              </a:path>
            </a:pathLst>
          </a:custGeom>
          <a:ln w="243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8083130" y="1894467"/>
            <a:ext cx="13050" cy="18476"/>
          </a:xfrm>
          <a:custGeom>
            <a:avLst/>
            <a:gdLst/>
            <a:ahLst/>
            <a:cxnLst/>
            <a:rect l="l" t="t" r="r" b="b"/>
            <a:pathLst>
              <a:path w="13050" h="18476">
                <a:moveTo>
                  <a:pt x="0" y="0"/>
                </a:moveTo>
                <a:lnTo>
                  <a:pt x="0" y="486"/>
                </a:lnTo>
                <a:lnTo>
                  <a:pt x="362" y="810"/>
                </a:lnTo>
                <a:lnTo>
                  <a:pt x="725" y="1134"/>
                </a:lnTo>
                <a:lnTo>
                  <a:pt x="725" y="1620"/>
                </a:lnTo>
                <a:lnTo>
                  <a:pt x="1268" y="1944"/>
                </a:lnTo>
                <a:lnTo>
                  <a:pt x="1631" y="2431"/>
                </a:lnTo>
                <a:lnTo>
                  <a:pt x="1631" y="2755"/>
                </a:lnTo>
                <a:lnTo>
                  <a:pt x="2175" y="3241"/>
                </a:lnTo>
                <a:lnTo>
                  <a:pt x="2537" y="3889"/>
                </a:lnTo>
                <a:lnTo>
                  <a:pt x="2900" y="4376"/>
                </a:lnTo>
                <a:lnTo>
                  <a:pt x="3444" y="4700"/>
                </a:lnTo>
                <a:lnTo>
                  <a:pt x="3444" y="5186"/>
                </a:lnTo>
                <a:lnTo>
                  <a:pt x="3806" y="5510"/>
                </a:lnTo>
                <a:lnTo>
                  <a:pt x="4350" y="5834"/>
                </a:lnTo>
                <a:lnTo>
                  <a:pt x="4350" y="6321"/>
                </a:lnTo>
                <a:lnTo>
                  <a:pt x="4712" y="6645"/>
                </a:lnTo>
                <a:lnTo>
                  <a:pt x="4712" y="7131"/>
                </a:lnTo>
                <a:lnTo>
                  <a:pt x="5075" y="7455"/>
                </a:lnTo>
                <a:lnTo>
                  <a:pt x="5619" y="7941"/>
                </a:lnTo>
                <a:lnTo>
                  <a:pt x="5619" y="8265"/>
                </a:lnTo>
                <a:lnTo>
                  <a:pt x="5981" y="8590"/>
                </a:lnTo>
                <a:lnTo>
                  <a:pt x="5981" y="9076"/>
                </a:lnTo>
                <a:lnTo>
                  <a:pt x="6525" y="9400"/>
                </a:lnTo>
                <a:lnTo>
                  <a:pt x="6525" y="9886"/>
                </a:lnTo>
                <a:lnTo>
                  <a:pt x="6888" y="9886"/>
                </a:lnTo>
                <a:lnTo>
                  <a:pt x="7431" y="10210"/>
                </a:lnTo>
                <a:lnTo>
                  <a:pt x="7431" y="11021"/>
                </a:lnTo>
                <a:lnTo>
                  <a:pt x="7794" y="11021"/>
                </a:lnTo>
                <a:lnTo>
                  <a:pt x="8156" y="11345"/>
                </a:lnTo>
                <a:lnTo>
                  <a:pt x="8156" y="11831"/>
                </a:lnTo>
                <a:lnTo>
                  <a:pt x="8700" y="12155"/>
                </a:lnTo>
                <a:lnTo>
                  <a:pt x="8700" y="12642"/>
                </a:lnTo>
                <a:lnTo>
                  <a:pt x="9063" y="12966"/>
                </a:lnTo>
                <a:lnTo>
                  <a:pt x="9063" y="13290"/>
                </a:lnTo>
                <a:lnTo>
                  <a:pt x="9606" y="13776"/>
                </a:lnTo>
                <a:lnTo>
                  <a:pt x="9969" y="14100"/>
                </a:lnTo>
                <a:lnTo>
                  <a:pt x="9969" y="14586"/>
                </a:lnTo>
                <a:lnTo>
                  <a:pt x="10332" y="14911"/>
                </a:lnTo>
                <a:lnTo>
                  <a:pt x="10332" y="15235"/>
                </a:lnTo>
                <a:lnTo>
                  <a:pt x="10875" y="15721"/>
                </a:lnTo>
                <a:lnTo>
                  <a:pt x="10875" y="16045"/>
                </a:lnTo>
                <a:lnTo>
                  <a:pt x="11238" y="16531"/>
                </a:lnTo>
                <a:lnTo>
                  <a:pt x="11782" y="16856"/>
                </a:lnTo>
                <a:lnTo>
                  <a:pt x="11782" y="17342"/>
                </a:lnTo>
                <a:lnTo>
                  <a:pt x="12144" y="17666"/>
                </a:lnTo>
                <a:lnTo>
                  <a:pt x="12688" y="17990"/>
                </a:lnTo>
                <a:lnTo>
                  <a:pt x="12688" y="18476"/>
                </a:lnTo>
                <a:lnTo>
                  <a:pt x="13050" y="18476"/>
                </a:lnTo>
              </a:path>
            </a:pathLst>
          </a:custGeom>
          <a:ln w="24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8077330" y="3413758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8096181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8077330" y="3113820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8077330" y="2813492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8077330" y="2213240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8077330" y="1612939"/>
            <a:ext cx="18851" cy="0"/>
          </a:xfrm>
          <a:custGeom>
            <a:avLst/>
            <a:gdLst/>
            <a:ahLst/>
            <a:cxnLst/>
            <a:rect l="l" t="t" r="r" b="b"/>
            <a:pathLst>
              <a:path w="18851" h="0">
                <a:moveTo>
                  <a:pt x="18851" y="0"/>
                </a:moveTo>
                <a:lnTo>
                  <a:pt x="0" y="0"/>
                </a:lnTo>
              </a:path>
            </a:pathLst>
          </a:custGeom>
          <a:ln w="22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8096181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6007918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6007918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6530083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6530083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7051741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7051741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7573961" y="3396920"/>
            <a:ext cx="0" cy="16838"/>
          </a:xfrm>
          <a:custGeom>
            <a:avLst/>
            <a:gdLst/>
            <a:ahLst/>
            <a:cxnLst/>
            <a:rect l="l" t="t" r="r" b="b"/>
            <a:pathLst>
              <a:path w="0" h="16838">
                <a:moveTo>
                  <a:pt x="0" y="16838"/>
                </a:moveTo>
                <a:lnTo>
                  <a:pt x="0" y="0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7573961" y="1612939"/>
            <a:ext cx="0" cy="16856"/>
          </a:xfrm>
          <a:custGeom>
            <a:avLst/>
            <a:gdLst/>
            <a:ahLst/>
            <a:cxnLst/>
            <a:rect l="l" t="t" r="r" b="b"/>
            <a:pathLst>
              <a:path w="0" h="16856">
                <a:moveTo>
                  <a:pt x="0" y="0"/>
                </a:moveTo>
                <a:lnTo>
                  <a:pt x="0" y="16856"/>
                </a:lnTo>
              </a:path>
            </a:pathLst>
          </a:custGeom>
          <a:ln w="25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15774" y="5835940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815774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815774" y="5548818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815774" y="5261323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815774" y="4974215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4297646" y="4974215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811174" y="4970088"/>
            <a:ext cx="2499838" cy="0"/>
          </a:xfrm>
          <a:custGeom>
            <a:avLst/>
            <a:gdLst/>
            <a:ahLst/>
            <a:cxnLst/>
            <a:rect l="l" t="t" r="r" b="b"/>
            <a:pathLst>
              <a:path w="2499838" h="0">
                <a:moveTo>
                  <a:pt x="0" y="0"/>
                </a:moveTo>
                <a:lnTo>
                  <a:pt x="2499838" y="0"/>
                </a:lnTo>
              </a:path>
            </a:pathLst>
          </a:custGeom>
          <a:ln w="2172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815774" y="4686719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815774" y="4399254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815774" y="4112069"/>
            <a:ext cx="18018" cy="0"/>
          </a:xfrm>
          <a:custGeom>
            <a:avLst/>
            <a:gdLst/>
            <a:ahLst/>
            <a:cxnLst/>
            <a:rect l="l" t="t" r="r" b="b"/>
            <a:pathLst>
              <a:path w="18018" h="0">
                <a:moveTo>
                  <a:pt x="0" y="0"/>
                </a:moveTo>
                <a:lnTo>
                  <a:pt x="18018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815774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811174" y="4108035"/>
            <a:ext cx="0" cy="1723782"/>
          </a:xfrm>
          <a:custGeom>
            <a:avLst/>
            <a:gdLst/>
            <a:ahLst/>
            <a:cxnLst/>
            <a:rect l="l" t="t" r="r" b="b"/>
            <a:pathLst>
              <a:path w="0" h="1723782">
                <a:moveTo>
                  <a:pt x="0" y="1723782"/>
                </a:moveTo>
                <a:lnTo>
                  <a:pt x="0" y="0"/>
                </a:lnTo>
              </a:path>
            </a:pathLst>
          </a:custGeom>
          <a:ln w="2430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815774" y="5473104"/>
            <a:ext cx="49455" cy="75713"/>
          </a:xfrm>
          <a:custGeom>
            <a:avLst/>
            <a:gdLst/>
            <a:ahLst/>
            <a:cxnLst/>
            <a:rect l="l" t="t" r="r" b="b"/>
            <a:pathLst>
              <a:path w="49455" h="75713">
                <a:moveTo>
                  <a:pt x="0" y="75713"/>
                </a:moveTo>
                <a:lnTo>
                  <a:pt x="416" y="75341"/>
                </a:lnTo>
                <a:lnTo>
                  <a:pt x="416" y="74969"/>
                </a:lnTo>
                <a:lnTo>
                  <a:pt x="833" y="74596"/>
                </a:lnTo>
                <a:lnTo>
                  <a:pt x="1267" y="74224"/>
                </a:lnTo>
                <a:lnTo>
                  <a:pt x="1267" y="73836"/>
                </a:lnTo>
                <a:lnTo>
                  <a:pt x="1683" y="73464"/>
                </a:lnTo>
                <a:lnTo>
                  <a:pt x="2100" y="73091"/>
                </a:lnTo>
                <a:lnTo>
                  <a:pt x="2100" y="72719"/>
                </a:lnTo>
                <a:lnTo>
                  <a:pt x="2517" y="72347"/>
                </a:lnTo>
                <a:lnTo>
                  <a:pt x="2517" y="71974"/>
                </a:lnTo>
                <a:lnTo>
                  <a:pt x="2933" y="71586"/>
                </a:lnTo>
                <a:lnTo>
                  <a:pt x="2933" y="71214"/>
                </a:lnTo>
                <a:lnTo>
                  <a:pt x="3350" y="70842"/>
                </a:lnTo>
                <a:lnTo>
                  <a:pt x="3766" y="70469"/>
                </a:lnTo>
                <a:lnTo>
                  <a:pt x="3766" y="70097"/>
                </a:lnTo>
                <a:lnTo>
                  <a:pt x="4200" y="69725"/>
                </a:lnTo>
                <a:lnTo>
                  <a:pt x="4200" y="69337"/>
                </a:lnTo>
                <a:lnTo>
                  <a:pt x="4617" y="68964"/>
                </a:lnTo>
                <a:lnTo>
                  <a:pt x="5034" y="68592"/>
                </a:lnTo>
                <a:lnTo>
                  <a:pt x="5034" y="68220"/>
                </a:lnTo>
                <a:lnTo>
                  <a:pt x="5450" y="67847"/>
                </a:lnTo>
                <a:lnTo>
                  <a:pt x="5867" y="67475"/>
                </a:lnTo>
                <a:lnTo>
                  <a:pt x="5867" y="67103"/>
                </a:lnTo>
                <a:lnTo>
                  <a:pt x="6283" y="66715"/>
                </a:lnTo>
                <a:lnTo>
                  <a:pt x="6283" y="66342"/>
                </a:lnTo>
                <a:lnTo>
                  <a:pt x="6700" y="65970"/>
                </a:lnTo>
                <a:lnTo>
                  <a:pt x="6700" y="65598"/>
                </a:lnTo>
                <a:lnTo>
                  <a:pt x="7134" y="65225"/>
                </a:lnTo>
                <a:lnTo>
                  <a:pt x="7551" y="64853"/>
                </a:lnTo>
                <a:lnTo>
                  <a:pt x="7551" y="64853"/>
                </a:lnTo>
                <a:lnTo>
                  <a:pt x="7967" y="64093"/>
                </a:lnTo>
                <a:lnTo>
                  <a:pt x="8384" y="63348"/>
                </a:lnTo>
                <a:lnTo>
                  <a:pt x="9217" y="62603"/>
                </a:lnTo>
                <a:lnTo>
                  <a:pt x="9217" y="62215"/>
                </a:lnTo>
                <a:lnTo>
                  <a:pt x="9651" y="61471"/>
                </a:lnTo>
                <a:lnTo>
                  <a:pt x="10068" y="61471"/>
                </a:lnTo>
                <a:lnTo>
                  <a:pt x="10068" y="61098"/>
                </a:lnTo>
                <a:lnTo>
                  <a:pt x="10484" y="60726"/>
                </a:lnTo>
                <a:lnTo>
                  <a:pt x="10484" y="60353"/>
                </a:lnTo>
                <a:lnTo>
                  <a:pt x="10901" y="59981"/>
                </a:lnTo>
                <a:lnTo>
                  <a:pt x="10901" y="59593"/>
                </a:lnTo>
                <a:lnTo>
                  <a:pt x="11318" y="59221"/>
                </a:lnTo>
                <a:lnTo>
                  <a:pt x="11734" y="58848"/>
                </a:lnTo>
                <a:lnTo>
                  <a:pt x="11734" y="58476"/>
                </a:lnTo>
                <a:lnTo>
                  <a:pt x="12151" y="58104"/>
                </a:lnTo>
                <a:lnTo>
                  <a:pt x="12585" y="57731"/>
                </a:lnTo>
                <a:lnTo>
                  <a:pt x="12585" y="57344"/>
                </a:lnTo>
                <a:lnTo>
                  <a:pt x="13001" y="56971"/>
                </a:lnTo>
                <a:lnTo>
                  <a:pt x="13001" y="56599"/>
                </a:lnTo>
                <a:lnTo>
                  <a:pt x="13418" y="56226"/>
                </a:lnTo>
                <a:lnTo>
                  <a:pt x="13835" y="55854"/>
                </a:lnTo>
                <a:lnTo>
                  <a:pt x="13835" y="55482"/>
                </a:lnTo>
                <a:lnTo>
                  <a:pt x="14251" y="55094"/>
                </a:lnTo>
                <a:lnTo>
                  <a:pt x="14251" y="54721"/>
                </a:lnTo>
                <a:lnTo>
                  <a:pt x="14668" y="54349"/>
                </a:lnTo>
                <a:lnTo>
                  <a:pt x="14668" y="53977"/>
                </a:lnTo>
                <a:lnTo>
                  <a:pt x="15084" y="53604"/>
                </a:lnTo>
                <a:lnTo>
                  <a:pt x="15518" y="53232"/>
                </a:lnTo>
                <a:lnTo>
                  <a:pt x="15518" y="52844"/>
                </a:lnTo>
                <a:lnTo>
                  <a:pt x="15935" y="52472"/>
                </a:lnTo>
                <a:lnTo>
                  <a:pt x="16352" y="52099"/>
                </a:lnTo>
                <a:lnTo>
                  <a:pt x="16352" y="51727"/>
                </a:lnTo>
                <a:lnTo>
                  <a:pt x="16768" y="51355"/>
                </a:lnTo>
                <a:lnTo>
                  <a:pt x="16768" y="50982"/>
                </a:lnTo>
                <a:lnTo>
                  <a:pt x="17185" y="50610"/>
                </a:lnTo>
                <a:lnTo>
                  <a:pt x="17185" y="50222"/>
                </a:lnTo>
                <a:lnTo>
                  <a:pt x="17601" y="49850"/>
                </a:lnTo>
                <a:lnTo>
                  <a:pt x="18018" y="49477"/>
                </a:lnTo>
                <a:lnTo>
                  <a:pt x="18018" y="49105"/>
                </a:lnTo>
                <a:lnTo>
                  <a:pt x="18452" y="48733"/>
                </a:lnTo>
                <a:lnTo>
                  <a:pt x="18452" y="48360"/>
                </a:lnTo>
                <a:lnTo>
                  <a:pt x="18869" y="47972"/>
                </a:lnTo>
                <a:lnTo>
                  <a:pt x="18869" y="47600"/>
                </a:lnTo>
                <a:lnTo>
                  <a:pt x="19285" y="47228"/>
                </a:lnTo>
                <a:lnTo>
                  <a:pt x="19702" y="46855"/>
                </a:lnTo>
                <a:lnTo>
                  <a:pt x="19702" y="46483"/>
                </a:lnTo>
                <a:lnTo>
                  <a:pt x="20118" y="46111"/>
                </a:lnTo>
                <a:lnTo>
                  <a:pt x="20535" y="45723"/>
                </a:lnTo>
                <a:lnTo>
                  <a:pt x="20535" y="45350"/>
                </a:lnTo>
                <a:lnTo>
                  <a:pt x="20952" y="44978"/>
                </a:lnTo>
                <a:lnTo>
                  <a:pt x="20952" y="44606"/>
                </a:lnTo>
                <a:lnTo>
                  <a:pt x="21386" y="44233"/>
                </a:lnTo>
                <a:lnTo>
                  <a:pt x="21802" y="43861"/>
                </a:lnTo>
                <a:lnTo>
                  <a:pt x="21802" y="43488"/>
                </a:lnTo>
                <a:lnTo>
                  <a:pt x="22219" y="42728"/>
                </a:lnTo>
                <a:lnTo>
                  <a:pt x="22636" y="41984"/>
                </a:lnTo>
                <a:lnTo>
                  <a:pt x="23052" y="41984"/>
                </a:lnTo>
                <a:lnTo>
                  <a:pt x="23052" y="41239"/>
                </a:lnTo>
                <a:lnTo>
                  <a:pt x="23469" y="41239"/>
                </a:lnTo>
                <a:lnTo>
                  <a:pt x="23469" y="40479"/>
                </a:lnTo>
                <a:lnTo>
                  <a:pt x="23903" y="40479"/>
                </a:lnTo>
                <a:lnTo>
                  <a:pt x="24319" y="39734"/>
                </a:lnTo>
                <a:lnTo>
                  <a:pt x="24736" y="38989"/>
                </a:lnTo>
                <a:lnTo>
                  <a:pt x="24736" y="38601"/>
                </a:lnTo>
                <a:lnTo>
                  <a:pt x="25153" y="38229"/>
                </a:lnTo>
                <a:lnTo>
                  <a:pt x="25153" y="37856"/>
                </a:lnTo>
                <a:lnTo>
                  <a:pt x="25569" y="37484"/>
                </a:lnTo>
                <a:lnTo>
                  <a:pt x="25986" y="37112"/>
                </a:lnTo>
                <a:lnTo>
                  <a:pt x="25986" y="36739"/>
                </a:lnTo>
                <a:lnTo>
                  <a:pt x="26402" y="36367"/>
                </a:lnTo>
                <a:lnTo>
                  <a:pt x="26836" y="35979"/>
                </a:lnTo>
                <a:lnTo>
                  <a:pt x="26836" y="35607"/>
                </a:lnTo>
                <a:lnTo>
                  <a:pt x="27253" y="35234"/>
                </a:lnTo>
                <a:lnTo>
                  <a:pt x="27253" y="34862"/>
                </a:lnTo>
                <a:lnTo>
                  <a:pt x="27670" y="34490"/>
                </a:lnTo>
                <a:lnTo>
                  <a:pt x="27670" y="34117"/>
                </a:lnTo>
                <a:lnTo>
                  <a:pt x="28086" y="33729"/>
                </a:lnTo>
                <a:lnTo>
                  <a:pt x="28503" y="33357"/>
                </a:lnTo>
                <a:lnTo>
                  <a:pt x="28503" y="32985"/>
                </a:lnTo>
                <a:lnTo>
                  <a:pt x="28919" y="32612"/>
                </a:lnTo>
                <a:lnTo>
                  <a:pt x="28919" y="32240"/>
                </a:lnTo>
                <a:lnTo>
                  <a:pt x="29336" y="31868"/>
                </a:lnTo>
                <a:lnTo>
                  <a:pt x="29770" y="31480"/>
                </a:lnTo>
                <a:lnTo>
                  <a:pt x="29770" y="31107"/>
                </a:lnTo>
                <a:lnTo>
                  <a:pt x="30187" y="30735"/>
                </a:lnTo>
                <a:lnTo>
                  <a:pt x="30603" y="30363"/>
                </a:lnTo>
                <a:lnTo>
                  <a:pt x="30603" y="29990"/>
                </a:lnTo>
                <a:lnTo>
                  <a:pt x="31020" y="29618"/>
                </a:lnTo>
                <a:lnTo>
                  <a:pt x="31020" y="29230"/>
                </a:lnTo>
                <a:lnTo>
                  <a:pt x="31436" y="28858"/>
                </a:lnTo>
                <a:lnTo>
                  <a:pt x="31436" y="28113"/>
                </a:lnTo>
                <a:lnTo>
                  <a:pt x="31853" y="28113"/>
                </a:lnTo>
                <a:lnTo>
                  <a:pt x="32270" y="27368"/>
                </a:lnTo>
                <a:lnTo>
                  <a:pt x="32704" y="26608"/>
                </a:lnTo>
                <a:lnTo>
                  <a:pt x="32704" y="26236"/>
                </a:lnTo>
                <a:lnTo>
                  <a:pt x="33120" y="25863"/>
                </a:lnTo>
                <a:lnTo>
                  <a:pt x="33537" y="25491"/>
                </a:lnTo>
                <a:lnTo>
                  <a:pt x="33537" y="25119"/>
                </a:lnTo>
                <a:lnTo>
                  <a:pt x="33954" y="24746"/>
                </a:lnTo>
                <a:lnTo>
                  <a:pt x="33954" y="24358"/>
                </a:lnTo>
                <a:lnTo>
                  <a:pt x="34370" y="23986"/>
                </a:lnTo>
                <a:lnTo>
                  <a:pt x="34787" y="23614"/>
                </a:lnTo>
                <a:lnTo>
                  <a:pt x="34787" y="23241"/>
                </a:lnTo>
                <a:lnTo>
                  <a:pt x="35203" y="22869"/>
                </a:lnTo>
                <a:lnTo>
                  <a:pt x="35203" y="22496"/>
                </a:lnTo>
                <a:lnTo>
                  <a:pt x="35637" y="22109"/>
                </a:lnTo>
                <a:lnTo>
                  <a:pt x="35637" y="21736"/>
                </a:lnTo>
                <a:lnTo>
                  <a:pt x="36054" y="21364"/>
                </a:lnTo>
                <a:lnTo>
                  <a:pt x="36471" y="20992"/>
                </a:lnTo>
                <a:lnTo>
                  <a:pt x="36471" y="20619"/>
                </a:lnTo>
                <a:lnTo>
                  <a:pt x="36887" y="20247"/>
                </a:lnTo>
                <a:lnTo>
                  <a:pt x="37304" y="19874"/>
                </a:lnTo>
                <a:lnTo>
                  <a:pt x="37304" y="19487"/>
                </a:lnTo>
                <a:lnTo>
                  <a:pt x="37720" y="19114"/>
                </a:lnTo>
                <a:lnTo>
                  <a:pt x="37720" y="18369"/>
                </a:lnTo>
                <a:lnTo>
                  <a:pt x="38154" y="17997"/>
                </a:lnTo>
                <a:lnTo>
                  <a:pt x="38571" y="17625"/>
                </a:lnTo>
                <a:lnTo>
                  <a:pt x="38571" y="17237"/>
                </a:lnTo>
                <a:lnTo>
                  <a:pt x="38988" y="16864"/>
                </a:lnTo>
                <a:lnTo>
                  <a:pt x="38988" y="16492"/>
                </a:lnTo>
                <a:lnTo>
                  <a:pt x="39404" y="16120"/>
                </a:lnTo>
                <a:lnTo>
                  <a:pt x="39404" y="15747"/>
                </a:lnTo>
                <a:lnTo>
                  <a:pt x="39821" y="15375"/>
                </a:lnTo>
                <a:lnTo>
                  <a:pt x="40237" y="14987"/>
                </a:lnTo>
                <a:lnTo>
                  <a:pt x="40237" y="14615"/>
                </a:lnTo>
                <a:lnTo>
                  <a:pt x="40654" y="14242"/>
                </a:lnTo>
                <a:lnTo>
                  <a:pt x="41088" y="13870"/>
                </a:lnTo>
                <a:lnTo>
                  <a:pt x="41088" y="13498"/>
                </a:lnTo>
                <a:lnTo>
                  <a:pt x="41505" y="13125"/>
                </a:lnTo>
                <a:lnTo>
                  <a:pt x="41505" y="12737"/>
                </a:lnTo>
                <a:lnTo>
                  <a:pt x="41921" y="12365"/>
                </a:lnTo>
                <a:lnTo>
                  <a:pt x="41921" y="11993"/>
                </a:lnTo>
                <a:lnTo>
                  <a:pt x="42338" y="11248"/>
                </a:lnTo>
                <a:lnTo>
                  <a:pt x="42754" y="11248"/>
                </a:lnTo>
                <a:lnTo>
                  <a:pt x="42754" y="10503"/>
                </a:lnTo>
                <a:lnTo>
                  <a:pt x="43171" y="10115"/>
                </a:lnTo>
                <a:lnTo>
                  <a:pt x="43171" y="9743"/>
                </a:lnTo>
                <a:lnTo>
                  <a:pt x="43588" y="9371"/>
                </a:lnTo>
                <a:lnTo>
                  <a:pt x="44022" y="8998"/>
                </a:lnTo>
                <a:lnTo>
                  <a:pt x="44022" y="8626"/>
                </a:lnTo>
                <a:lnTo>
                  <a:pt x="44438" y="8254"/>
                </a:lnTo>
                <a:lnTo>
                  <a:pt x="44438" y="7866"/>
                </a:lnTo>
                <a:lnTo>
                  <a:pt x="44855" y="7493"/>
                </a:lnTo>
                <a:lnTo>
                  <a:pt x="45272" y="7121"/>
                </a:lnTo>
                <a:lnTo>
                  <a:pt x="45272" y="6749"/>
                </a:lnTo>
                <a:lnTo>
                  <a:pt x="45688" y="6376"/>
                </a:lnTo>
                <a:lnTo>
                  <a:pt x="45688" y="6004"/>
                </a:lnTo>
                <a:lnTo>
                  <a:pt x="46105" y="5616"/>
                </a:lnTo>
                <a:lnTo>
                  <a:pt x="46521" y="4871"/>
                </a:lnTo>
                <a:lnTo>
                  <a:pt x="46955" y="4127"/>
                </a:lnTo>
                <a:lnTo>
                  <a:pt x="47372" y="3754"/>
                </a:lnTo>
                <a:lnTo>
                  <a:pt x="47372" y="3382"/>
                </a:lnTo>
                <a:lnTo>
                  <a:pt x="47789" y="2994"/>
                </a:lnTo>
                <a:lnTo>
                  <a:pt x="47789" y="2622"/>
                </a:lnTo>
                <a:lnTo>
                  <a:pt x="48205" y="2249"/>
                </a:lnTo>
                <a:lnTo>
                  <a:pt x="48205" y="1877"/>
                </a:lnTo>
                <a:lnTo>
                  <a:pt x="48622" y="1504"/>
                </a:lnTo>
                <a:lnTo>
                  <a:pt x="49038" y="1132"/>
                </a:lnTo>
                <a:lnTo>
                  <a:pt x="49038" y="744"/>
                </a:lnTo>
                <a:lnTo>
                  <a:pt x="49455" y="372"/>
                </a:lnTo>
                <a:lnTo>
                  <a:pt x="49455" y="0"/>
                </a:lnTo>
              </a:path>
            </a:pathLst>
          </a:custGeom>
          <a:ln w="23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865229" y="5389136"/>
            <a:ext cx="49889" cy="83968"/>
          </a:xfrm>
          <a:custGeom>
            <a:avLst/>
            <a:gdLst/>
            <a:ahLst/>
            <a:cxnLst/>
            <a:rect l="l" t="t" r="r" b="b"/>
            <a:pathLst>
              <a:path w="49889" h="83968">
                <a:moveTo>
                  <a:pt x="0" y="83968"/>
                </a:moveTo>
                <a:lnTo>
                  <a:pt x="433" y="83223"/>
                </a:lnTo>
                <a:lnTo>
                  <a:pt x="433" y="82850"/>
                </a:lnTo>
                <a:lnTo>
                  <a:pt x="850" y="82463"/>
                </a:lnTo>
                <a:lnTo>
                  <a:pt x="1267" y="82090"/>
                </a:lnTo>
                <a:lnTo>
                  <a:pt x="1267" y="81718"/>
                </a:lnTo>
                <a:lnTo>
                  <a:pt x="1683" y="81345"/>
                </a:lnTo>
                <a:lnTo>
                  <a:pt x="2100" y="80973"/>
                </a:lnTo>
                <a:lnTo>
                  <a:pt x="2100" y="80601"/>
                </a:lnTo>
                <a:lnTo>
                  <a:pt x="2517" y="80213"/>
                </a:lnTo>
                <a:lnTo>
                  <a:pt x="2517" y="79840"/>
                </a:lnTo>
                <a:lnTo>
                  <a:pt x="2951" y="79468"/>
                </a:lnTo>
                <a:lnTo>
                  <a:pt x="2951" y="79096"/>
                </a:lnTo>
                <a:lnTo>
                  <a:pt x="3367" y="78723"/>
                </a:lnTo>
                <a:lnTo>
                  <a:pt x="3784" y="77979"/>
                </a:lnTo>
                <a:lnTo>
                  <a:pt x="3784" y="77591"/>
                </a:lnTo>
                <a:lnTo>
                  <a:pt x="4200" y="77218"/>
                </a:lnTo>
                <a:lnTo>
                  <a:pt x="4617" y="76846"/>
                </a:lnTo>
                <a:lnTo>
                  <a:pt x="4617" y="76474"/>
                </a:lnTo>
                <a:lnTo>
                  <a:pt x="5034" y="76101"/>
                </a:lnTo>
                <a:lnTo>
                  <a:pt x="5034" y="75729"/>
                </a:lnTo>
                <a:lnTo>
                  <a:pt x="5450" y="75341"/>
                </a:lnTo>
                <a:lnTo>
                  <a:pt x="5884" y="74969"/>
                </a:lnTo>
                <a:lnTo>
                  <a:pt x="5884" y="74596"/>
                </a:lnTo>
                <a:lnTo>
                  <a:pt x="6301" y="74224"/>
                </a:lnTo>
                <a:lnTo>
                  <a:pt x="6301" y="73479"/>
                </a:lnTo>
                <a:lnTo>
                  <a:pt x="6717" y="73091"/>
                </a:lnTo>
                <a:lnTo>
                  <a:pt x="6717" y="72719"/>
                </a:lnTo>
                <a:lnTo>
                  <a:pt x="7134" y="72347"/>
                </a:lnTo>
                <a:lnTo>
                  <a:pt x="7551" y="71974"/>
                </a:lnTo>
                <a:lnTo>
                  <a:pt x="7551" y="71602"/>
                </a:lnTo>
                <a:lnTo>
                  <a:pt x="7967" y="71230"/>
                </a:lnTo>
                <a:lnTo>
                  <a:pt x="8384" y="70857"/>
                </a:lnTo>
                <a:lnTo>
                  <a:pt x="8384" y="70469"/>
                </a:lnTo>
                <a:lnTo>
                  <a:pt x="8818" y="70097"/>
                </a:lnTo>
                <a:lnTo>
                  <a:pt x="8818" y="69725"/>
                </a:lnTo>
                <a:lnTo>
                  <a:pt x="9234" y="69352"/>
                </a:lnTo>
                <a:lnTo>
                  <a:pt x="9234" y="68608"/>
                </a:lnTo>
                <a:lnTo>
                  <a:pt x="9651" y="68220"/>
                </a:lnTo>
                <a:lnTo>
                  <a:pt x="10068" y="67847"/>
                </a:lnTo>
                <a:lnTo>
                  <a:pt x="10068" y="67475"/>
                </a:lnTo>
                <a:lnTo>
                  <a:pt x="10484" y="67103"/>
                </a:lnTo>
                <a:lnTo>
                  <a:pt x="10484" y="66730"/>
                </a:lnTo>
                <a:lnTo>
                  <a:pt x="10901" y="66358"/>
                </a:lnTo>
                <a:lnTo>
                  <a:pt x="10901" y="65970"/>
                </a:lnTo>
                <a:lnTo>
                  <a:pt x="11318" y="65598"/>
                </a:lnTo>
                <a:lnTo>
                  <a:pt x="11751" y="65225"/>
                </a:lnTo>
                <a:lnTo>
                  <a:pt x="11751" y="64480"/>
                </a:lnTo>
                <a:lnTo>
                  <a:pt x="12168" y="64108"/>
                </a:lnTo>
                <a:lnTo>
                  <a:pt x="12585" y="63736"/>
                </a:lnTo>
                <a:lnTo>
                  <a:pt x="12585" y="63348"/>
                </a:lnTo>
                <a:lnTo>
                  <a:pt x="13001" y="62976"/>
                </a:lnTo>
                <a:lnTo>
                  <a:pt x="13001" y="62603"/>
                </a:lnTo>
                <a:lnTo>
                  <a:pt x="13418" y="62231"/>
                </a:lnTo>
                <a:lnTo>
                  <a:pt x="13835" y="61858"/>
                </a:lnTo>
                <a:lnTo>
                  <a:pt x="13835" y="61486"/>
                </a:lnTo>
                <a:lnTo>
                  <a:pt x="14251" y="61098"/>
                </a:lnTo>
                <a:lnTo>
                  <a:pt x="14251" y="60353"/>
                </a:lnTo>
                <a:lnTo>
                  <a:pt x="14685" y="59981"/>
                </a:lnTo>
                <a:lnTo>
                  <a:pt x="15102" y="59609"/>
                </a:lnTo>
                <a:lnTo>
                  <a:pt x="15102" y="59236"/>
                </a:lnTo>
                <a:lnTo>
                  <a:pt x="15518" y="58848"/>
                </a:lnTo>
                <a:lnTo>
                  <a:pt x="15518" y="58476"/>
                </a:lnTo>
                <a:lnTo>
                  <a:pt x="15935" y="58104"/>
                </a:lnTo>
                <a:lnTo>
                  <a:pt x="16352" y="57731"/>
                </a:lnTo>
                <a:lnTo>
                  <a:pt x="16352" y="56987"/>
                </a:lnTo>
                <a:lnTo>
                  <a:pt x="16768" y="56987"/>
                </a:lnTo>
                <a:lnTo>
                  <a:pt x="16768" y="56226"/>
                </a:lnTo>
                <a:lnTo>
                  <a:pt x="17202" y="55854"/>
                </a:lnTo>
                <a:lnTo>
                  <a:pt x="17202" y="55482"/>
                </a:lnTo>
                <a:lnTo>
                  <a:pt x="17619" y="55109"/>
                </a:lnTo>
                <a:lnTo>
                  <a:pt x="18035" y="54737"/>
                </a:lnTo>
                <a:lnTo>
                  <a:pt x="18035" y="54365"/>
                </a:lnTo>
                <a:lnTo>
                  <a:pt x="18452" y="53977"/>
                </a:lnTo>
                <a:lnTo>
                  <a:pt x="18869" y="53604"/>
                </a:lnTo>
                <a:lnTo>
                  <a:pt x="18869" y="52860"/>
                </a:lnTo>
                <a:lnTo>
                  <a:pt x="19285" y="52487"/>
                </a:lnTo>
                <a:lnTo>
                  <a:pt x="19285" y="52115"/>
                </a:lnTo>
                <a:lnTo>
                  <a:pt x="19702" y="51727"/>
                </a:lnTo>
                <a:lnTo>
                  <a:pt x="19702" y="51355"/>
                </a:lnTo>
                <a:lnTo>
                  <a:pt x="20136" y="50982"/>
                </a:lnTo>
                <a:lnTo>
                  <a:pt x="20552" y="50610"/>
                </a:lnTo>
                <a:lnTo>
                  <a:pt x="20552" y="50238"/>
                </a:lnTo>
                <a:lnTo>
                  <a:pt x="20969" y="49477"/>
                </a:lnTo>
                <a:lnTo>
                  <a:pt x="20969" y="49105"/>
                </a:lnTo>
                <a:lnTo>
                  <a:pt x="21386" y="48733"/>
                </a:lnTo>
                <a:lnTo>
                  <a:pt x="21802" y="48360"/>
                </a:lnTo>
                <a:lnTo>
                  <a:pt x="21802" y="47988"/>
                </a:lnTo>
                <a:lnTo>
                  <a:pt x="22219" y="47616"/>
                </a:lnTo>
                <a:lnTo>
                  <a:pt x="22636" y="47243"/>
                </a:lnTo>
                <a:lnTo>
                  <a:pt x="22636" y="46855"/>
                </a:lnTo>
                <a:lnTo>
                  <a:pt x="23069" y="46483"/>
                </a:lnTo>
                <a:lnTo>
                  <a:pt x="23069" y="45738"/>
                </a:lnTo>
                <a:lnTo>
                  <a:pt x="23486" y="45366"/>
                </a:lnTo>
                <a:lnTo>
                  <a:pt x="23486" y="44993"/>
                </a:lnTo>
                <a:lnTo>
                  <a:pt x="23903" y="44606"/>
                </a:lnTo>
                <a:lnTo>
                  <a:pt x="24319" y="44233"/>
                </a:lnTo>
                <a:lnTo>
                  <a:pt x="24319" y="43861"/>
                </a:lnTo>
                <a:lnTo>
                  <a:pt x="24736" y="43488"/>
                </a:lnTo>
                <a:lnTo>
                  <a:pt x="24736" y="43116"/>
                </a:lnTo>
                <a:lnTo>
                  <a:pt x="25153" y="42356"/>
                </a:lnTo>
                <a:lnTo>
                  <a:pt x="25569" y="41984"/>
                </a:lnTo>
                <a:lnTo>
                  <a:pt x="25569" y="41611"/>
                </a:lnTo>
                <a:lnTo>
                  <a:pt x="26003" y="41239"/>
                </a:lnTo>
                <a:lnTo>
                  <a:pt x="26003" y="40866"/>
                </a:lnTo>
                <a:lnTo>
                  <a:pt x="26420" y="40494"/>
                </a:lnTo>
                <a:lnTo>
                  <a:pt x="26836" y="40106"/>
                </a:lnTo>
                <a:lnTo>
                  <a:pt x="26836" y="39734"/>
                </a:lnTo>
                <a:lnTo>
                  <a:pt x="27253" y="38989"/>
                </a:lnTo>
                <a:lnTo>
                  <a:pt x="27253" y="38617"/>
                </a:lnTo>
                <a:lnTo>
                  <a:pt x="27670" y="38244"/>
                </a:lnTo>
                <a:lnTo>
                  <a:pt x="27670" y="37872"/>
                </a:lnTo>
                <a:lnTo>
                  <a:pt x="28086" y="37484"/>
                </a:lnTo>
                <a:lnTo>
                  <a:pt x="28503" y="37112"/>
                </a:lnTo>
                <a:lnTo>
                  <a:pt x="28937" y="36739"/>
                </a:lnTo>
                <a:lnTo>
                  <a:pt x="28937" y="35995"/>
                </a:lnTo>
                <a:lnTo>
                  <a:pt x="29353" y="35622"/>
                </a:lnTo>
                <a:lnTo>
                  <a:pt x="29353" y="35234"/>
                </a:lnTo>
                <a:lnTo>
                  <a:pt x="29770" y="34862"/>
                </a:lnTo>
                <a:lnTo>
                  <a:pt x="29770" y="34490"/>
                </a:lnTo>
                <a:lnTo>
                  <a:pt x="30187" y="34117"/>
                </a:lnTo>
                <a:lnTo>
                  <a:pt x="30603" y="33745"/>
                </a:lnTo>
                <a:lnTo>
                  <a:pt x="30603" y="33373"/>
                </a:lnTo>
                <a:lnTo>
                  <a:pt x="31020" y="32612"/>
                </a:lnTo>
                <a:lnTo>
                  <a:pt x="31020" y="32240"/>
                </a:lnTo>
                <a:lnTo>
                  <a:pt x="31454" y="31868"/>
                </a:lnTo>
                <a:lnTo>
                  <a:pt x="31454" y="31495"/>
                </a:lnTo>
                <a:lnTo>
                  <a:pt x="31870" y="31123"/>
                </a:lnTo>
                <a:lnTo>
                  <a:pt x="32287" y="30751"/>
                </a:lnTo>
                <a:lnTo>
                  <a:pt x="32287" y="29990"/>
                </a:lnTo>
                <a:lnTo>
                  <a:pt x="32704" y="29618"/>
                </a:lnTo>
                <a:lnTo>
                  <a:pt x="33120" y="29246"/>
                </a:lnTo>
                <a:lnTo>
                  <a:pt x="33120" y="28873"/>
                </a:lnTo>
                <a:lnTo>
                  <a:pt x="33537" y="28501"/>
                </a:lnTo>
                <a:lnTo>
                  <a:pt x="33537" y="28113"/>
                </a:lnTo>
                <a:lnTo>
                  <a:pt x="33954" y="27741"/>
                </a:lnTo>
                <a:lnTo>
                  <a:pt x="33954" y="27368"/>
                </a:lnTo>
                <a:lnTo>
                  <a:pt x="34387" y="26996"/>
                </a:lnTo>
                <a:lnTo>
                  <a:pt x="34804" y="26251"/>
                </a:lnTo>
                <a:lnTo>
                  <a:pt x="34804" y="25863"/>
                </a:lnTo>
                <a:lnTo>
                  <a:pt x="35221" y="25491"/>
                </a:lnTo>
                <a:lnTo>
                  <a:pt x="35221" y="25119"/>
                </a:lnTo>
                <a:lnTo>
                  <a:pt x="35637" y="24746"/>
                </a:lnTo>
                <a:lnTo>
                  <a:pt x="36054" y="24374"/>
                </a:lnTo>
                <a:lnTo>
                  <a:pt x="36054" y="23614"/>
                </a:lnTo>
                <a:lnTo>
                  <a:pt x="36471" y="23241"/>
                </a:lnTo>
                <a:lnTo>
                  <a:pt x="36471" y="22869"/>
                </a:lnTo>
                <a:lnTo>
                  <a:pt x="36887" y="22496"/>
                </a:lnTo>
                <a:lnTo>
                  <a:pt x="37321" y="22124"/>
                </a:lnTo>
                <a:lnTo>
                  <a:pt x="37321" y="21752"/>
                </a:lnTo>
                <a:lnTo>
                  <a:pt x="37738" y="21379"/>
                </a:lnTo>
                <a:lnTo>
                  <a:pt x="37738" y="20619"/>
                </a:lnTo>
                <a:lnTo>
                  <a:pt x="38154" y="20247"/>
                </a:lnTo>
                <a:lnTo>
                  <a:pt x="38571" y="19874"/>
                </a:lnTo>
                <a:lnTo>
                  <a:pt x="38571" y="19502"/>
                </a:lnTo>
                <a:lnTo>
                  <a:pt x="38988" y="19130"/>
                </a:lnTo>
                <a:lnTo>
                  <a:pt x="39404" y="18742"/>
                </a:lnTo>
                <a:lnTo>
                  <a:pt x="39404" y="17997"/>
                </a:lnTo>
                <a:lnTo>
                  <a:pt x="39821" y="17625"/>
                </a:lnTo>
                <a:lnTo>
                  <a:pt x="39821" y="17252"/>
                </a:lnTo>
                <a:lnTo>
                  <a:pt x="40255" y="16880"/>
                </a:lnTo>
                <a:lnTo>
                  <a:pt x="40255" y="16492"/>
                </a:lnTo>
                <a:lnTo>
                  <a:pt x="40671" y="16120"/>
                </a:lnTo>
                <a:lnTo>
                  <a:pt x="41088" y="15375"/>
                </a:lnTo>
                <a:lnTo>
                  <a:pt x="41088" y="15003"/>
                </a:lnTo>
                <a:lnTo>
                  <a:pt x="41505" y="14630"/>
                </a:lnTo>
                <a:lnTo>
                  <a:pt x="41505" y="14258"/>
                </a:lnTo>
                <a:lnTo>
                  <a:pt x="41921" y="13870"/>
                </a:lnTo>
                <a:lnTo>
                  <a:pt x="41921" y="13498"/>
                </a:lnTo>
                <a:lnTo>
                  <a:pt x="42338" y="13125"/>
                </a:lnTo>
                <a:lnTo>
                  <a:pt x="42754" y="12381"/>
                </a:lnTo>
                <a:lnTo>
                  <a:pt x="42754" y="12008"/>
                </a:lnTo>
                <a:lnTo>
                  <a:pt x="43188" y="11620"/>
                </a:lnTo>
                <a:lnTo>
                  <a:pt x="43605" y="11248"/>
                </a:lnTo>
                <a:lnTo>
                  <a:pt x="43605" y="10876"/>
                </a:lnTo>
                <a:lnTo>
                  <a:pt x="44022" y="10503"/>
                </a:lnTo>
                <a:lnTo>
                  <a:pt x="44022" y="9759"/>
                </a:lnTo>
                <a:lnTo>
                  <a:pt x="44438" y="9371"/>
                </a:lnTo>
                <a:lnTo>
                  <a:pt x="44438" y="8998"/>
                </a:lnTo>
                <a:lnTo>
                  <a:pt x="44855" y="8626"/>
                </a:lnTo>
                <a:lnTo>
                  <a:pt x="45272" y="8254"/>
                </a:lnTo>
                <a:lnTo>
                  <a:pt x="45272" y="7881"/>
                </a:lnTo>
                <a:lnTo>
                  <a:pt x="45705" y="7509"/>
                </a:lnTo>
                <a:lnTo>
                  <a:pt x="46122" y="6749"/>
                </a:lnTo>
                <a:lnTo>
                  <a:pt x="46122" y="6376"/>
                </a:lnTo>
                <a:lnTo>
                  <a:pt x="46539" y="6004"/>
                </a:lnTo>
                <a:lnTo>
                  <a:pt x="46539" y="5632"/>
                </a:lnTo>
                <a:lnTo>
                  <a:pt x="46955" y="5259"/>
                </a:lnTo>
                <a:lnTo>
                  <a:pt x="47372" y="4887"/>
                </a:lnTo>
                <a:lnTo>
                  <a:pt x="47372" y="4127"/>
                </a:lnTo>
                <a:lnTo>
                  <a:pt x="47789" y="3754"/>
                </a:lnTo>
                <a:lnTo>
                  <a:pt x="47789" y="3382"/>
                </a:lnTo>
                <a:lnTo>
                  <a:pt x="48205" y="3009"/>
                </a:lnTo>
                <a:lnTo>
                  <a:pt x="48205" y="2637"/>
                </a:lnTo>
                <a:lnTo>
                  <a:pt x="48639" y="1877"/>
                </a:lnTo>
                <a:lnTo>
                  <a:pt x="49056" y="1504"/>
                </a:lnTo>
                <a:lnTo>
                  <a:pt x="49056" y="1132"/>
                </a:lnTo>
                <a:lnTo>
                  <a:pt x="49472" y="760"/>
                </a:lnTo>
                <a:lnTo>
                  <a:pt x="49889" y="387"/>
                </a:lnTo>
                <a:lnTo>
                  <a:pt x="49889" y="0"/>
                </a:lnTo>
              </a:path>
            </a:pathLst>
          </a:custGeom>
          <a:ln w="23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915119" y="5298807"/>
            <a:ext cx="49889" cy="90329"/>
          </a:xfrm>
          <a:custGeom>
            <a:avLst/>
            <a:gdLst/>
            <a:ahLst/>
            <a:cxnLst/>
            <a:rect l="l" t="t" r="r" b="b"/>
            <a:pathLst>
              <a:path w="49889" h="90329">
                <a:moveTo>
                  <a:pt x="0" y="90329"/>
                </a:moveTo>
                <a:lnTo>
                  <a:pt x="416" y="89584"/>
                </a:lnTo>
                <a:lnTo>
                  <a:pt x="416" y="89212"/>
                </a:lnTo>
                <a:lnTo>
                  <a:pt x="833" y="88839"/>
                </a:lnTo>
                <a:lnTo>
                  <a:pt x="833" y="88467"/>
                </a:lnTo>
                <a:lnTo>
                  <a:pt x="1249" y="88095"/>
                </a:lnTo>
                <a:lnTo>
                  <a:pt x="1683" y="87707"/>
                </a:lnTo>
                <a:lnTo>
                  <a:pt x="1683" y="87334"/>
                </a:lnTo>
                <a:lnTo>
                  <a:pt x="2100" y="86590"/>
                </a:lnTo>
                <a:lnTo>
                  <a:pt x="2100" y="86217"/>
                </a:lnTo>
                <a:lnTo>
                  <a:pt x="2517" y="85845"/>
                </a:lnTo>
                <a:lnTo>
                  <a:pt x="2517" y="85457"/>
                </a:lnTo>
                <a:lnTo>
                  <a:pt x="2933" y="84712"/>
                </a:lnTo>
                <a:lnTo>
                  <a:pt x="3350" y="84340"/>
                </a:lnTo>
                <a:lnTo>
                  <a:pt x="3766" y="83968"/>
                </a:lnTo>
                <a:lnTo>
                  <a:pt x="3766" y="83595"/>
                </a:lnTo>
                <a:lnTo>
                  <a:pt x="4183" y="83207"/>
                </a:lnTo>
                <a:lnTo>
                  <a:pt x="4183" y="82835"/>
                </a:lnTo>
                <a:lnTo>
                  <a:pt x="4617" y="82463"/>
                </a:lnTo>
                <a:lnTo>
                  <a:pt x="4617" y="81718"/>
                </a:lnTo>
                <a:lnTo>
                  <a:pt x="5034" y="81345"/>
                </a:lnTo>
                <a:lnTo>
                  <a:pt x="5450" y="80973"/>
                </a:lnTo>
                <a:lnTo>
                  <a:pt x="5450" y="80585"/>
                </a:lnTo>
                <a:lnTo>
                  <a:pt x="5867" y="80213"/>
                </a:lnTo>
                <a:lnTo>
                  <a:pt x="5867" y="79468"/>
                </a:lnTo>
                <a:lnTo>
                  <a:pt x="6283" y="79096"/>
                </a:lnTo>
                <a:lnTo>
                  <a:pt x="6700" y="78723"/>
                </a:lnTo>
                <a:lnTo>
                  <a:pt x="6700" y="78336"/>
                </a:lnTo>
                <a:lnTo>
                  <a:pt x="7134" y="77963"/>
                </a:lnTo>
                <a:lnTo>
                  <a:pt x="7134" y="77591"/>
                </a:lnTo>
                <a:lnTo>
                  <a:pt x="7551" y="76846"/>
                </a:lnTo>
                <a:lnTo>
                  <a:pt x="7967" y="76474"/>
                </a:lnTo>
                <a:lnTo>
                  <a:pt x="7967" y="76086"/>
                </a:lnTo>
                <a:lnTo>
                  <a:pt x="8384" y="75713"/>
                </a:lnTo>
                <a:lnTo>
                  <a:pt x="8384" y="75341"/>
                </a:lnTo>
                <a:lnTo>
                  <a:pt x="8800" y="74596"/>
                </a:lnTo>
                <a:lnTo>
                  <a:pt x="8800" y="74224"/>
                </a:lnTo>
                <a:lnTo>
                  <a:pt x="9217" y="73836"/>
                </a:lnTo>
                <a:lnTo>
                  <a:pt x="9634" y="73464"/>
                </a:lnTo>
                <a:lnTo>
                  <a:pt x="9634" y="73091"/>
                </a:lnTo>
                <a:lnTo>
                  <a:pt x="10068" y="72347"/>
                </a:lnTo>
                <a:lnTo>
                  <a:pt x="10484" y="71974"/>
                </a:lnTo>
                <a:lnTo>
                  <a:pt x="10484" y="71602"/>
                </a:lnTo>
                <a:lnTo>
                  <a:pt x="10901" y="71214"/>
                </a:lnTo>
                <a:lnTo>
                  <a:pt x="10901" y="70842"/>
                </a:lnTo>
                <a:lnTo>
                  <a:pt x="11318" y="70097"/>
                </a:lnTo>
                <a:lnTo>
                  <a:pt x="11734" y="69725"/>
                </a:lnTo>
                <a:lnTo>
                  <a:pt x="11734" y="69352"/>
                </a:lnTo>
                <a:lnTo>
                  <a:pt x="12151" y="68964"/>
                </a:lnTo>
                <a:lnTo>
                  <a:pt x="12151" y="68592"/>
                </a:lnTo>
                <a:lnTo>
                  <a:pt x="12567" y="68220"/>
                </a:lnTo>
                <a:lnTo>
                  <a:pt x="12567" y="67475"/>
                </a:lnTo>
                <a:lnTo>
                  <a:pt x="13001" y="67103"/>
                </a:lnTo>
                <a:lnTo>
                  <a:pt x="13418" y="66715"/>
                </a:lnTo>
                <a:lnTo>
                  <a:pt x="13418" y="66342"/>
                </a:lnTo>
                <a:lnTo>
                  <a:pt x="13835" y="65970"/>
                </a:lnTo>
                <a:lnTo>
                  <a:pt x="14251" y="65225"/>
                </a:lnTo>
                <a:lnTo>
                  <a:pt x="14251" y="64853"/>
                </a:lnTo>
                <a:lnTo>
                  <a:pt x="14668" y="64480"/>
                </a:lnTo>
                <a:lnTo>
                  <a:pt x="14668" y="64093"/>
                </a:lnTo>
                <a:lnTo>
                  <a:pt x="15084" y="63720"/>
                </a:lnTo>
                <a:lnTo>
                  <a:pt x="15084" y="62976"/>
                </a:lnTo>
                <a:lnTo>
                  <a:pt x="15501" y="62603"/>
                </a:lnTo>
                <a:lnTo>
                  <a:pt x="15935" y="62231"/>
                </a:lnTo>
                <a:lnTo>
                  <a:pt x="15935" y="61843"/>
                </a:lnTo>
                <a:lnTo>
                  <a:pt x="16352" y="61471"/>
                </a:lnTo>
                <a:lnTo>
                  <a:pt x="16352" y="60726"/>
                </a:lnTo>
                <a:lnTo>
                  <a:pt x="16768" y="60353"/>
                </a:lnTo>
                <a:lnTo>
                  <a:pt x="17185" y="59981"/>
                </a:lnTo>
                <a:lnTo>
                  <a:pt x="17185" y="59593"/>
                </a:lnTo>
                <a:lnTo>
                  <a:pt x="17601" y="59221"/>
                </a:lnTo>
                <a:lnTo>
                  <a:pt x="17601" y="58848"/>
                </a:lnTo>
                <a:lnTo>
                  <a:pt x="18018" y="58104"/>
                </a:lnTo>
                <a:lnTo>
                  <a:pt x="18435" y="57731"/>
                </a:lnTo>
                <a:lnTo>
                  <a:pt x="18435" y="57359"/>
                </a:lnTo>
                <a:lnTo>
                  <a:pt x="18869" y="56971"/>
                </a:lnTo>
                <a:lnTo>
                  <a:pt x="18869" y="56226"/>
                </a:lnTo>
                <a:lnTo>
                  <a:pt x="19285" y="55854"/>
                </a:lnTo>
                <a:lnTo>
                  <a:pt x="19702" y="55482"/>
                </a:lnTo>
                <a:lnTo>
                  <a:pt x="19702" y="55109"/>
                </a:lnTo>
                <a:lnTo>
                  <a:pt x="20118" y="54721"/>
                </a:lnTo>
                <a:lnTo>
                  <a:pt x="20535" y="53977"/>
                </a:lnTo>
                <a:lnTo>
                  <a:pt x="20535" y="53604"/>
                </a:lnTo>
                <a:lnTo>
                  <a:pt x="20952" y="53232"/>
                </a:lnTo>
                <a:lnTo>
                  <a:pt x="20952" y="52860"/>
                </a:lnTo>
                <a:lnTo>
                  <a:pt x="21386" y="52099"/>
                </a:lnTo>
                <a:lnTo>
                  <a:pt x="21386" y="51727"/>
                </a:lnTo>
                <a:lnTo>
                  <a:pt x="21802" y="51355"/>
                </a:lnTo>
                <a:lnTo>
                  <a:pt x="22219" y="50982"/>
                </a:lnTo>
                <a:lnTo>
                  <a:pt x="22219" y="50610"/>
                </a:lnTo>
                <a:lnTo>
                  <a:pt x="22636" y="49850"/>
                </a:lnTo>
                <a:lnTo>
                  <a:pt x="22636" y="49477"/>
                </a:lnTo>
                <a:lnTo>
                  <a:pt x="23052" y="49105"/>
                </a:lnTo>
                <a:lnTo>
                  <a:pt x="23052" y="48733"/>
                </a:lnTo>
                <a:lnTo>
                  <a:pt x="23469" y="48360"/>
                </a:lnTo>
                <a:lnTo>
                  <a:pt x="23885" y="47600"/>
                </a:lnTo>
                <a:lnTo>
                  <a:pt x="23885" y="47228"/>
                </a:lnTo>
                <a:lnTo>
                  <a:pt x="24319" y="46855"/>
                </a:lnTo>
                <a:lnTo>
                  <a:pt x="24736" y="46483"/>
                </a:lnTo>
                <a:lnTo>
                  <a:pt x="24736" y="46111"/>
                </a:lnTo>
                <a:lnTo>
                  <a:pt x="25153" y="45350"/>
                </a:lnTo>
                <a:lnTo>
                  <a:pt x="25153" y="44978"/>
                </a:lnTo>
                <a:lnTo>
                  <a:pt x="25569" y="44606"/>
                </a:lnTo>
                <a:lnTo>
                  <a:pt x="25569" y="44233"/>
                </a:lnTo>
                <a:lnTo>
                  <a:pt x="25986" y="43861"/>
                </a:lnTo>
                <a:lnTo>
                  <a:pt x="26402" y="43101"/>
                </a:lnTo>
                <a:lnTo>
                  <a:pt x="26402" y="42728"/>
                </a:lnTo>
                <a:lnTo>
                  <a:pt x="26819" y="42356"/>
                </a:lnTo>
                <a:lnTo>
                  <a:pt x="26819" y="41984"/>
                </a:lnTo>
                <a:lnTo>
                  <a:pt x="27253" y="41611"/>
                </a:lnTo>
                <a:lnTo>
                  <a:pt x="27670" y="40866"/>
                </a:lnTo>
                <a:lnTo>
                  <a:pt x="27670" y="40479"/>
                </a:lnTo>
                <a:lnTo>
                  <a:pt x="28086" y="40106"/>
                </a:lnTo>
                <a:lnTo>
                  <a:pt x="28503" y="39734"/>
                </a:lnTo>
                <a:lnTo>
                  <a:pt x="28503" y="39361"/>
                </a:lnTo>
                <a:lnTo>
                  <a:pt x="28919" y="38617"/>
                </a:lnTo>
                <a:lnTo>
                  <a:pt x="28919" y="38229"/>
                </a:lnTo>
                <a:lnTo>
                  <a:pt x="29336" y="37856"/>
                </a:lnTo>
                <a:lnTo>
                  <a:pt x="29336" y="37484"/>
                </a:lnTo>
                <a:lnTo>
                  <a:pt x="29753" y="36739"/>
                </a:lnTo>
                <a:lnTo>
                  <a:pt x="30187" y="36367"/>
                </a:lnTo>
                <a:lnTo>
                  <a:pt x="30187" y="35979"/>
                </a:lnTo>
                <a:lnTo>
                  <a:pt x="30603" y="35607"/>
                </a:lnTo>
                <a:lnTo>
                  <a:pt x="31020" y="35234"/>
                </a:lnTo>
                <a:lnTo>
                  <a:pt x="31020" y="34490"/>
                </a:lnTo>
                <a:lnTo>
                  <a:pt x="31436" y="34117"/>
                </a:lnTo>
                <a:lnTo>
                  <a:pt x="31436" y="33729"/>
                </a:lnTo>
                <a:lnTo>
                  <a:pt x="31853" y="33357"/>
                </a:lnTo>
                <a:lnTo>
                  <a:pt x="31853" y="32612"/>
                </a:lnTo>
                <a:lnTo>
                  <a:pt x="32270" y="32240"/>
                </a:lnTo>
                <a:lnTo>
                  <a:pt x="32686" y="31868"/>
                </a:lnTo>
                <a:lnTo>
                  <a:pt x="32686" y="31495"/>
                </a:lnTo>
                <a:lnTo>
                  <a:pt x="33120" y="30735"/>
                </a:lnTo>
                <a:lnTo>
                  <a:pt x="33120" y="30363"/>
                </a:lnTo>
                <a:lnTo>
                  <a:pt x="33537" y="29990"/>
                </a:lnTo>
                <a:lnTo>
                  <a:pt x="33537" y="29618"/>
                </a:lnTo>
                <a:lnTo>
                  <a:pt x="33954" y="28858"/>
                </a:lnTo>
                <a:lnTo>
                  <a:pt x="34370" y="28485"/>
                </a:lnTo>
                <a:lnTo>
                  <a:pt x="34370" y="28113"/>
                </a:lnTo>
                <a:lnTo>
                  <a:pt x="34787" y="27741"/>
                </a:lnTo>
                <a:lnTo>
                  <a:pt x="35203" y="27368"/>
                </a:lnTo>
                <a:lnTo>
                  <a:pt x="35203" y="26608"/>
                </a:lnTo>
                <a:lnTo>
                  <a:pt x="35637" y="26236"/>
                </a:lnTo>
                <a:lnTo>
                  <a:pt x="35637" y="25863"/>
                </a:lnTo>
                <a:lnTo>
                  <a:pt x="36054" y="25491"/>
                </a:lnTo>
                <a:lnTo>
                  <a:pt x="36471" y="24746"/>
                </a:lnTo>
                <a:lnTo>
                  <a:pt x="36471" y="24374"/>
                </a:lnTo>
                <a:lnTo>
                  <a:pt x="36887" y="23986"/>
                </a:lnTo>
                <a:lnTo>
                  <a:pt x="36887" y="23614"/>
                </a:lnTo>
                <a:lnTo>
                  <a:pt x="37304" y="22869"/>
                </a:lnTo>
                <a:lnTo>
                  <a:pt x="37304" y="22496"/>
                </a:lnTo>
                <a:lnTo>
                  <a:pt x="37720" y="22124"/>
                </a:lnTo>
                <a:lnTo>
                  <a:pt x="38137" y="21736"/>
                </a:lnTo>
                <a:lnTo>
                  <a:pt x="38137" y="21364"/>
                </a:lnTo>
                <a:lnTo>
                  <a:pt x="38571" y="20619"/>
                </a:lnTo>
                <a:lnTo>
                  <a:pt x="38988" y="20247"/>
                </a:lnTo>
                <a:lnTo>
                  <a:pt x="38988" y="19874"/>
                </a:lnTo>
                <a:lnTo>
                  <a:pt x="39404" y="19487"/>
                </a:lnTo>
                <a:lnTo>
                  <a:pt x="39404" y="18742"/>
                </a:lnTo>
                <a:lnTo>
                  <a:pt x="39821" y="18369"/>
                </a:lnTo>
                <a:lnTo>
                  <a:pt x="39821" y="17997"/>
                </a:lnTo>
                <a:lnTo>
                  <a:pt x="40237" y="17625"/>
                </a:lnTo>
                <a:lnTo>
                  <a:pt x="40654" y="17237"/>
                </a:lnTo>
                <a:lnTo>
                  <a:pt x="40654" y="16492"/>
                </a:lnTo>
                <a:lnTo>
                  <a:pt x="41071" y="16120"/>
                </a:lnTo>
                <a:lnTo>
                  <a:pt x="41505" y="15747"/>
                </a:lnTo>
                <a:lnTo>
                  <a:pt x="41505" y="15375"/>
                </a:lnTo>
                <a:lnTo>
                  <a:pt x="41921" y="14615"/>
                </a:lnTo>
                <a:lnTo>
                  <a:pt x="41921" y="14242"/>
                </a:lnTo>
                <a:lnTo>
                  <a:pt x="42338" y="13870"/>
                </a:lnTo>
                <a:lnTo>
                  <a:pt x="42338" y="13125"/>
                </a:lnTo>
                <a:lnTo>
                  <a:pt x="42754" y="12753"/>
                </a:lnTo>
                <a:lnTo>
                  <a:pt x="43171" y="12365"/>
                </a:lnTo>
                <a:lnTo>
                  <a:pt x="43171" y="11993"/>
                </a:lnTo>
                <a:lnTo>
                  <a:pt x="43588" y="11620"/>
                </a:lnTo>
                <a:lnTo>
                  <a:pt x="43588" y="10876"/>
                </a:lnTo>
                <a:lnTo>
                  <a:pt x="44004" y="10503"/>
                </a:lnTo>
                <a:lnTo>
                  <a:pt x="44438" y="10115"/>
                </a:lnTo>
                <a:lnTo>
                  <a:pt x="44438" y="9743"/>
                </a:lnTo>
                <a:lnTo>
                  <a:pt x="44855" y="8998"/>
                </a:lnTo>
                <a:lnTo>
                  <a:pt x="45272" y="8626"/>
                </a:lnTo>
                <a:lnTo>
                  <a:pt x="45272" y="8254"/>
                </a:lnTo>
                <a:lnTo>
                  <a:pt x="45688" y="7881"/>
                </a:lnTo>
                <a:lnTo>
                  <a:pt x="45688" y="7493"/>
                </a:lnTo>
                <a:lnTo>
                  <a:pt x="46105" y="6749"/>
                </a:lnTo>
                <a:lnTo>
                  <a:pt x="46105" y="6376"/>
                </a:lnTo>
                <a:lnTo>
                  <a:pt x="46521" y="6004"/>
                </a:lnTo>
                <a:lnTo>
                  <a:pt x="46938" y="5244"/>
                </a:lnTo>
                <a:lnTo>
                  <a:pt x="46938" y="4871"/>
                </a:lnTo>
                <a:lnTo>
                  <a:pt x="47372" y="4499"/>
                </a:lnTo>
                <a:lnTo>
                  <a:pt x="47372" y="4127"/>
                </a:lnTo>
                <a:lnTo>
                  <a:pt x="47789" y="3382"/>
                </a:lnTo>
                <a:lnTo>
                  <a:pt x="48205" y="2994"/>
                </a:lnTo>
                <a:lnTo>
                  <a:pt x="48205" y="2622"/>
                </a:lnTo>
                <a:lnTo>
                  <a:pt x="48622" y="2249"/>
                </a:lnTo>
                <a:lnTo>
                  <a:pt x="48622" y="1877"/>
                </a:lnTo>
                <a:lnTo>
                  <a:pt x="49038" y="1132"/>
                </a:lnTo>
                <a:lnTo>
                  <a:pt x="49455" y="760"/>
                </a:lnTo>
                <a:lnTo>
                  <a:pt x="49455" y="372"/>
                </a:lnTo>
                <a:lnTo>
                  <a:pt x="49889" y="0"/>
                </a:lnTo>
              </a:path>
            </a:pathLst>
          </a:custGeom>
          <a:ln w="2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965008" y="5203234"/>
            <a:ext cx="49455" cy="95573"/>
          </a:xfrm>
          <a:custGeom>
            <a:avLst/>
            <a:gdLst/>
            <a:ahLst/>
            <a:cxnLst/>
            <a:rect l="l" t="t" r="r" b="b"/>
            <a:pathLst>
              <a:path w="49455" h="95573">
                <a:moveTo>
                  <a:pt x="0" y="95573"/>
                </a:moveTo>
                <a:lnTo>
                  <a:pt x="0" y="94828"/>
                </a:lnTo>
                <a:lnTo>
                  <a:pt x="416" y="94456"/>
                </a:lnTo>
                <a:lnTo>
                  <a:pt x="416" y="94083"/>
                </a:lnTo>
                <a:lnTo>
                  <a:pt x="833" y="93323"/>
                </a:lnTo>
                <a:lnTo>
                  <a:pt x="1249" y="92951"/>
                </a:lnTo>
                <a:lnTo>
                  <a:pt x="1249" y="92578"/>
                </a:lnTo>
                <a:lnTo>
                  <a:pt x="1666" y="92206"/>
                </a:lnTo>
                <a:lnTo>
                  <a:pt x="2083" y="91834"/>
                </a:lnTo>
                <a:lnTo>
                  <a:pt x="2083" y="91073"/>
                </a:lnTo>
                <a:lnTo>
                  <a:pt x="2499" y="90701"/>
                </a:lnTo>
                <a:lnTo>
                  <a:pt x="2499" y="90329"/>
                </a:lnTo>
                <a:lnTo>
                  <a:pt x="2933" y="89956"/>
                </a:lnTo>
                <a:lnTo>
                  <a:pt x="3350" y="89196"/>
                </a:lnTo>
                <a:lnTo>
                  <a:pt x="3350" y="88824"/>
                </a:lnTo>
                <a:lnTo>
                  <a:pt x="3766" y="88451"/>
                </a:lnTo>
                <a:lnTo>
                  <a:pt x="3766" y="87707"/>
                </a:lnTo>
                <a:lnTo>
                  <a:pt x="4183" y="87334"/>
                </a:lnTo>
                <a:lnTo>
                  <a:pt x="4183" y="86962"/>
                </a:lnTo>
                <a:lnTo>
                  <a:pt x="4600" y="86574"/>
                </a:lnTo>
                <a:lnTo>
                  <a:pt x="5016" y="85829"/>
                </a:lnTo>
                <a:lnTo>
                  <a:pt x="5016" y="85457"/>
                </a:lnTo>
                <a:lnTo>
                  <a:pt x="5433" y="85085"/>
                </a:lnTo>
                <a:lnTo>
                  <a:pt x="5867" y="84712"/>
                </a:lnTo>
                <a:lnTo>
                  <a:pt x="5867" y="83952"/>
                </a:lnTo>
                <a:lnTo>
                  <a:pt x="6283" y="83580"/>
                </a:lnTo>
                <a:lnTo>
                  <a:pt x="6283" y="83207"/>
                </a:lnTo>
                <a:lnTo>
                  <a:pt x="6700" y="82835"/>
                </a:lnTo>
                <a:lnTo>
                  <a:pt x="6700" y="82075"/>
                </a:lnTo>
                <a:lnTo>
                  <a:pt x="7117" y="81702"/>
                </a:lnTo>
                <a:lnTo>
                  <a:pt x="7533" y="81330"/>
                </a:lnTo>
                <a:lnTo>
                  <a:pt x="7533" y="80958"/>
                </a:lnTo>
                <a:lnTo>
                  <a:pt x="7950" y="80213"/>
                </a:lnTo>
                <a:lnTo>
                  <a:pt x="7950" y="79840"/>
                </a:lnTo>
                <a:lnTo>
                  <a:pt x="8366" y="79453"/>
                </a:lnTo>
                <a:lnTo>
                  <a:pt x="8800" y="79080"/>
                </a:lnTo>
                <a:lnTo>
                  <a:pt x="8800" y="78336"/>
                </a:lnTo>
                <a:lnTo>
                  <a:pt x="9217" y="77963"/>
                </a:lnTo>
                <a:lnTo>
                  <a:pt x="9217" y="77591"/>
                </a:lnTo>
                <a:lnTo>
                  <a:pt x="9634" y="77203"/>
                </a:lnTo>
                <a:lnTo>
                  <a:pt x="10050" y="76458"/>
                </a:lnTo>
                <a:lnTo>
                  <a:pt x="10050" y="76086"/>
                </a:lnTo>
                <a:lnTo>
                  <a:pt x="10467" y="75713"/>
                </a:lnTo>
                <a:lnTo>
                  <a:pt x="10467" y="75341"/>
                </a:lnTo>
                <a:lnTo>
                  <a:pt x="10884" y="74581"/>
                </a:lnTo>
                <a:lnTo>
                  <a:pt x="11300" y="74208"/>
                </a:lnTo>
                <a:lnTo>
                  <a:pt x="11300" y="73836"/>
                </a:lnTo>
                <a:lnTo>
                  <a:pt x="11734" y="73091"/>
                </a:lnTo>
                <a:lnTo>
                  <a:pt x="12151" y="72704"/>
                </a:lnTo>
                <a:lnTo>
                  <a:pt x="12151" y="72331"/>
                </a:lnTo>
                <a:lnTo>
                  <a:pt x="12567" y="71959"/>
                </a:lnTo>
                <a:lnTo>
                  <a:pt x="12567" y="71214"/>
                </a:lnTo>
                <a:lnTo>
                  <a:pt x="12984" y="70842"/>
                </a:lnTo>
                <a:lnTo>
                  <a:pt x="12984" y="70469"/>
                </a:lnTo>
                <a:lnTo>
                  <a:pt x="13401" y="69709"/>
                </a:lnTo>
                <a:lnTo>
                  <a:pt x="13817" y="69337"/>
                </a:lnTo>
                <a:lnTo>
                  <a:pt x="13817" y="68964"/>
                </a:lnTo>
                <a:lnTo>
                  <a:pt x="14251" y="68592"/>
                </a:lnTo>
                <a:lnTo>
                  <a:pt x="14251" y="68220"/>
                </a:lnTo>
                <a:lnTo>
                  <a:pt x="14668" y="67459"/>
                </a:lnTo>
                <a:lnTo>
                  <a:pt x="14668" y="67087"/>
                </a:lnTo>
                <a:lnTo>
                  <a:pt x="15084" y="66715"/>
                </a:lnTo>
                <a:lnTo>
                  <a:pt x="15501" y="65970"/>
                </a:lnTo>
                <a:lnTo>
                  <a:pt x="15501" y="65582"/>
                </a:lnTo>
                <a:lnTo>
                  <a:pt x="15918" y="65210"/>
                </a:lnTo>
                <a:lnTo>
                  <a:pt x="16334" y="64837"/>
                </a:lnTo>
                <a:lnTo>
                  <a:pt x="16334" y="64093"/>
                </a:lnTo>
                <a:lnTo>
                  <a:pt x="16751" y="63720"/>
                </a:lnTo>
                <a:lnTo>
                  <a:pt x="16751" y="63348"/>
                </a:lnTo>
                <a:lnTo>
                  <a:pt x="17185" y="62960"/>
                </a:lnTo>
                <a:lnTo>
                  <a:pt x="17185" y="62215"/>
                </a:lnTo>
                <a:lnTo>
                  <a:pt x="17601" y="61843"/>
                </a:lnTo>
                <a:lnTo>
                  <a:pt x="18018" y="61471"/>
                </a:lnTo>
                <a:lnTo>
                  <a:pt x="18018" y="60710"/>
                </a:lnTo>
                <a:lnTo>
                  <a:pt x="18435" y="60338"/>
                </a:lnTo>
                <a:lnTo>
                  <a:pt x="18435" y="59966"/>
                </a:lnTo>
                <a:lnTo>
                  <a:pt x="18851" y="59593"/>
                </a:lnTo>
                <a:lnTo>
                  <a:pt x="19268" y="58848"/>
                </a:lnTo>
                <a:lnTo>
                  <a:pt x="19268" y="58461"/>
                </a:lnTo>
                <a:lnTo>
                  <a:pt x="19684" y="58088"/>
                </a:lnTo>
                <a:lnTo>
                  <a:pt x="20118" y="57716"/>
                </a:lnTo>
                <a:lnTo>
                  <a:pt x="20118" y="56971"/>
                </a:lnTo>
                <a:lnTo>
                  <a:pt x="20535" y="56599"/>
                </a:lnTo>
                <a:lnTo>
                  <a:pt x="20535" y="56226"/>
                </a:lnTo>
                <a:lnTo>
                  <a:pt x="20952" y="55466"/>
                </a:lnTo>
                <a:lnTo>
                  <a:pt x="20952" y="55094"/>
                </a:lnTo>
                <a:lnTo>
                  <a:pt x="21368" y="54721"/>
                </a:lnTo>
                <a:lnTo>
                  <a:pt x="21785" y="54349"/>
                </a:lnTo>
                <a:lnTo>
                  <a:pt x="21785" y="53589"/>
                </a:lnTo>
                <a:lnTo>
                  <a:pt x="22202" y="53216"/>
                </a:lnTo>
                <a:lnTo>
                  <a:pt x="22618" y="52844"/>
                </a:lnTo>
                <a:lnTo>
                  <a:pt x="22618" y="52099"/>
                </a:lnTo>
                <a:lnTo>
                  <a:pt x="23052" y="51727"/>
                </a:lnTo>
                <a:lnTo>
                  <a:pt x="23052" y="51339"/>
                </a:lnTo>
                <a:lnTo>
                  <a:pt x="23469" y="50967"/>
                </a:lnTo>
                <a:lnTo>
                  <a:pt x="23469" y="50222"/>
                </a:lnTo>
                <a:lnTo>
                  <a:pt x="23885" y="49850"/>
                </a:lnTo>
                <a:lnTo>
                  <a:pt x="24302" y="49477"/>
                </a:lnTo>
                <a:lnTo>
                  <a:pt x="24302" y="48717"/>
                </a:lnTo>
                <a:lnTo>
                  <a:pt x="24719" y="48345"/>
                </a:lnTo>
                <a:lnTo>
                  <a:pt x="24719" y="47972"/>
                </a:lnTo>
                <a:lnTo>
                  <a:pt x="25135" y="47600"/>
                </a:lnTo>
                <a:lnTo>
                  <a:pt x="25135" y="46855"/>
                </a:lnTo>
                <a:lnTo>
                  <a:pt x="25552" y="46467"/>
                </a:lnTo>
                <a:lnTo>
                  <a:pt x="25986" y="46095"/>
                </a:lnTo>
                <a:lnTo>
                  <a:pt x="25986" y="45350"/>
                </a:lnTo>
                <a:lnTo>
                  <a:pt x="26402" y="44978"/>
                </a:lnTo>
                <a:lnTo>
                  <a:pt x="26819" y="44606"/>
                </a:lnTo>
                <a:lnTo>
                  <a:pt x="26819" y="44218"/>
                </a:lnTo>
                <a:lnTo>
                  <a:pt x="27236" y="43845"/>
                </a:lnTo>
                <a:lnTo>
                  <a:pt x="27236" y="43101"/>
                </a:lnTo>
                <a:lnTo>
                  <a:pt x="27652" y="42728"/>
                </a:lnTo>
                <a:lnTo>
                  <a:pt x="28069" y="41968"/>
                </a:lnTo>
                <a:lnTo>
                  <a:pt x="28069" y="41596"/>
                </a:lnTo>
                <a:lnTo>
                  <a:pt x="28503" y="41223"/>
                </a:lnTo>
                <a:lnTo>
                  <a:pt x="28503" y="40851"/>
                </a:lnTo>
                <a:lnTo>
                  <a:pt x="28919" y="40479"/>
                </a:lnTo>
                <a:lnTo>
                  <a:pt x="28919" y="39734"/>
                </a:lnTo>
                <a:lnTo>
                  <a:pt x="29336" y="39346"/>
                </a:lnTo>
                <a:lnTo>
                  <a:pt x="29753" y="38974"/>
                </a:lnTo>
                <a:lnTo>
                  <a:pt x="29753" y="38229"/>
                </a:lnTo>
                <a:lnTo>
                  <a:pt x="30169" y="37856"/>
                </a:lnTo>
                <a:lnTo>
                  <a:pt x="30586" y="37484"/>
                </a:lnTo>
                <a:lnTo>
                  <a:pt x="30586" y="36724"/>
                </a:lnTo>
                <a:lnTo>
                  <a:pt x="31002" y="36352"/>
                </a:lnTo>
                <a:lnTo>
                  <a:pt x="31002" y="35979"/>
                </a:lnTo>
                <a:lnTo>
                  <a:pt x="31436" y="35607"/>
                </a:lnTo>
                <a:lnTo>
                  <a:pt x="31436" y="34847"/>
                </a:lnTo>
                <a:lnTo>
                  <a:pt x="31853" y="34474"/>
                </a:lnTo>
                <a:lnTo>
                  <a:pt x="32270" y="34102"/>
                </a:lnTo>
                <a:lnTo>
                  <a:pt x="32270" y="33357"/>
                </a:lnTo>
                <a:lnTo>
                  <a:pt x="32686" y="32985"/>
                </a:lnTo>
                <a:lnTo>
                  <a:pt x="33103" y="32597"/>
                </a:lnTo>
                <a:lnTo>
                  <a:pt x="33103" y="32224"/>
                </a:lnTo>
                <a:lnTo>
                  <a:pt x="33520" y="31480"/>
                </a:lnTo>
                <a:lnTo>
                  <a:pt x="33520" y="31107"/>
                </a:lnTo>
                <a:lnTo>
                  <a:pt x="33936" y="30735"/>
                </a:lnTo>
                <a:lnTo>
                  <a:pt x="33936" y="29975"/>
                </a:lnTo>
                <a:lnTo>
                  <a:pt x="34370" y="29602"/>
                </a:lnTo>
                <a:lnTo>
                  <a:pt x="34787" y="29230"/>
                </a:lnTo>
                <a:lnTo>
                  <a:pt x="34787" y="28485"/>
                </a:lnTo>
                <a:lnTo>
                  <a:pt x="35203" y="28113"/>
                </a:lnTo>
                <a:lnTo>
                  <a:pt x="35203" y="27725"/>
                </a:lnTo>
                <a:lnTo>
                  <a:pt x="35620" y="27353"/>
                </a:lnTo>
                <a:lnTo>
                  <a:pt x="36037" y="26608"/>
                </a:lnTo>
                <a:lnTo>
                  <a:pt x="36037" y="26236"/>
                </a:lnTo>
                <a:lnTo>
                  <a:pt x="36453" y="25863"/>
                </a:lnTo>
                <a:lnTo>
                  <a:pt x="36870" y="25103"/>
                </a:lnTo>
                <a:lnTo>
                  <a:pt x="36870" y="24731"/>
                </a:lnTo>
                <a:lnTo>
                  <a:pt x="37304" y="24358"/>
                </a:lnTo>
                <a:lnTo>
                  <a:pt x="37304" y="23986"/>
                </a:lnTo>
                <a:lnTo>
                  <a:pt x="37720" y="23241"/>
                </a:lnTo>
                <a:lnTo>
                  <a:pt x="37720" y="22853"/>
                </a:lnTo>
                <a:lnTo>
                  <a:pt x="38137" y="22481"/>
                </a:lnTo>
                <a:lnTo>
                  <a:pt x="38554" y="21736"/>
                </a:lnTo>
                <a:lnTo>
                  <a:pt x="38554" y="21364"/>
                </a:lnTo>
                <a:lnTo>
                  <a:pt x="38970" y="20992"/>
                </a:lnTo>
                <a:lnTo>
                  <a:pt x="38970" y="20231"/>
                </a:lnTo>
                <a:lnTo>
                  <a:pt x="39387" y="19859"/>
                </a:lnTo>
                <a:lnTo>
                  <a:pt x="39803" y="19487"/>
                </a:lnTo>
                <a:lnTo>
                  <a:pt x="39803" y="19114"/>
                </a:lnTo>
                <a:lnTo>
                  <a:pt x="40237" y="18354"/>
                </a:lnTo>
                <a:lnTo>
                  <a:pt x="40237" y="17982"/>
                </a:lnTo>
                <a:lnTo>
                  <a:pt x="40654" y="17609"/>
                </a:lnTo>
                <a:lnTo>
                  <a:pt x="41071" y="16864"/>
                </a:lnTo>
                <a:lnTo>
                  <a:pt x="41071" y="16492"/>
                </a:lnTo>
                <a:lnTo>
                  <a:pt x="41487" y="16104"/>
                </a:lnTo>
                <a:lnTo>
                  <a:pt x="41487" y="15360"/>
                </a:lnTo>
                <a:lnTo>
                  <a:pt x="41904" y="14987"/>
                </a:lnTo>
                <a:lnTo>
                  <a:pt x="41904" y="14615"/>
                </a:lnTo>
                <a:lnTo>
                  <a:pt x="42320" y="14242"/>
                </a:lnTo>
                <a:lnTo>
                  <a:pt x="42754" y="13482"/>
                </a:lnTo>
                <a:lnTo>
                  <a:pt x="42754" y="13110"/>
                </a:lnTo>
                <a:lnTo>
                  <a:pt x="43171" y="12737"/>
                </a:lnTo>
                <a:lnTo>
                  <a:pt x="43588" y="11993"/>
                </a:lnTo>
                <a:lnTo>
                  <a:pt x="43588" y="11620"/>
                </a:lnTo>
                <a:lnTo>
                  <a:pt x="44004" y="11232"/>
                </a:lnTo>
                <a:lnTo>
                  <a:pt x="44004" y="10488"/>
                </a:lnTo>
                <a:lnTo>
                  <a:pt x="44421" y="10115"/>
                </a:lnTo>
                <a:lnTo>
                  <a:pt x="44838" y="9743"/>
                </a:lnTo>
                <a:lnTo>
                  <a:pt x="44838" y="9371"/>
                </a:lnTo>
                <a:lnTo>
                  <a:pt x="45254" y="8610"/>
                </a:lnTo>
                <a:lnTo>
                  <a:pt x="45254" y="8238"/>
                </a:lnTo>
                <a:lnTo>
                  <a:pt x="45688" y="7866"/>
                </a:lnTo>
                <a:lnTo>
                  <a:pt x="45688" y="7121"/>
                </a:lnTo>
                <a:lnTo>
                  <a:pt x="46105" y="6749"/>
                </a:lnTo>
                <a:lnTo>
                  <a:pt x="46521" y="6361"/>
                </a:lnTo>
                <a:lnTo>
                  <a:pt x="46521" y="5616"/>
                </a:lnTo>
                <a:lnTo>
                  <a:pt x="46938" y="5244"/>
                </a:lnTo>
                <a:lnTo>
                  <a:pt x="47355" y="4871"/>
                </a:lnTo>
                <a:lnTo>
                  <a:pt x="47355" y="4499"/>
                </a:lnTo>
                <a:lnTo>
                  <a:pt x="47771" y="3739"/>
                </a:lnTo>
                <a:lnTo>
                  <a:pt x="47771" y="3366"/>
                </a:lnTo>
                <a:lnTo>
                  <a:pt x="48188" y="2994"/>
                </a:lnTo>
                <a:lnTo>
                  <a:pt x="48188" y="2249"/>
                </a:lnTo>
                <a:lnTo>
                  <a:pt x="48622" y="1861"/>
                </a:lnTo>
                <a:lnTo>
                  <a:pt x="49038" y="1489"/>
                </a:lnTo>
                <a:lnTo>
                  <a:pt x="49038" y="744"/>
                </a:lnTo>
                <a:lnTo>
                  <a:pt x="49455" y="372"/>
                </a:lnTo>
                <a:lnTo>
                  <a:pt x="49455" y="0"/>
                </a:lnTo>
              </a:path>
            </a:pathLst>
          </a:custGeom>
          <a:ln w="23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014464" y="5103906"/>
            <a:ext cx="49872" cy="99328"/>
          </a:xfrm>
          <a:custGeom>
            <a:avLst/>
            <a:gdLst/>
            <a:ahLst/>
            <a:cxnLst/>
            <a:rect l="l" t="t" r="r" b="b"/>
            <a:pathLst>
              <a:path w="49872" h="99328">
                <a:moveTo>
                  <a:pt x="0" y="99328"/>
                </a:moveTo>
                <a:lnTo>
                  <a:pt x="416" y="98955"/>
                </a:lnTo>
                <a:lnTo>
                  <a:pt x="833" y="98195"/>
                </a:lnTo>
                <a:lnTo>
                  <a:pt x="833" y="97823"/>
                </a:lnTo>
                <a:lnTo>
                  <a:pt x="1249" y="97450"/>
                </a:lnTo>
                <a:lnTo>
                  <a:pt x="1249" y="96705"/>
                </a:lnTo>
                <a:lnTo>
                  <a:pt x="1666" y="96318"/>
                </a:lnTo>
                <a:lnTo>
                  <a:pt x="2100" y="95945"/>
                </a:lnTo>
                <a:lnTo>
                  <a:pt x="2100" y="95200"/>
                </a:lnTo>
                <a:lnTo>
                  <a:pt x="2517" y="94828"/>
                </a:lnTo>
                <a:lnTo>
                  <a:pt x="2517" y="94456"/>
                </a:lnTo>
                <a:lnTo>
                  <a:pt x="2933" y="93696"/>
                </a:lnTo>
                <a:lnTo>
                  <a:pt x="3350" y="93323"/>
                </a:lnTo>
                <a:lnTo>
                  <a:pt x="3350" y="92951"/>
                </a:lnTo>
                <a:lnTo>
                  <a:pt x="3766" y="92578"/>
                </a:lnTo>
                <a:lnTo>
                  <a:pt x="3766" y="91818"/>
                </a:lnTo>
                <a:lnTo>
                  <a:pt x="4183" y="91446"/>
                </a:lnTo>
                <a:lnTo>
                  <a:pt x="4600" y="91073"/>
                </a:lnTo>
                <a:lnTo>
                  <a:pt x="4600" y="90329"/>
                </a:lnTo>
                <a:lnTo>
                  <a:pt x="5034" y="89956"/>
                </a:lnTo>
                <a:lnTo>
                  <a:pt x="5034" y="89584"/>
                </a:lnTo>
                <a:lnTo>
                  <a:pt x="5450" y="88824"/>
                </a:lnTo>
                <a:lnTo>
                  <a:pt x="5867" y="88451"/>
                </a:lnTo>
                <a:lnTo>
                  <a:pt x="5867" y="88079"/>
                </a:lnTo>
                <a:lnTo>
                  <a:pt x="6283" y="87334"/>
                </a:lnTo>
                <a:lnTo>
                  <a:pt x="6283" y="86946"/>
                </a:lnTo>
                <a:lnTo>
                  <a:pt x="6700" y="86574"/>
                </a:lnTo>
                <a:lnTo>
                  <a:pt x="6700" y="86202"/>
                </a:lnTo>
                <a:lnTo>
                  <a:pt x="7117" y="85457"/>
                </a:lnTo>
                <a:lnTo>
                  <a:pt x="7551" y="85085"/>
                </a:lnTo>
                <a:lnTo>
                  <a:pt x="7551" y="84697"/>
                </a:lnTo>
                <a:lnTo>
                  <a:pt x="7967" y="83952"/>
                </a:lnTo>
                <a:lnTo>
                  <a:pt x="8384" y="83580"/>
                </a:lnTo>
                <a:lnTo>
                  <a:pt x="8384" y="82835"/>
                </a:lnTo>
                <a:lnTo>
                  <a:pt x="8800" y="82463"/>
                </a:lnTo>
                <a:lnTo>
                  <a:pt x="8800" y="82075"/>
                </a:lnTo>
                <a:lnTo>
                  <a:pt x="9217" y="81702"/>
                </a:lnTo>
                <a:lnTo>
                  <a:pt x="9217" y="80958"/>
                </a:lnTo>
                <a:lnTo>
                  <a:pt x="9634" y="80585"/>
                </a:lnTo>
                <a:lnTo>
                  <a:pt x="10050" y="80213"/>
                </a:lnTo>
                <a:lnTo>
                  <a:pt x="10050" y="79453"/>
                </a:lnTo>
                <a:lnTo>
                  <a:pt x="10484" y="79080"/>
                </a:lnTo>
                <a:lnTo>
                  <a:pt x="10484" y="78708"/>
                </a:lnTo>
                <a:lnTo>
                  <a:pt x="10901" y="77963"/>
                </a:lnTo>
                <a:lnTo>
                  <a:pt x="11318" y="77575"/>
                </a:lnTo>
                <a:lnTo>
                  <a:pt x="11318" y="77203"/>
                </a:lnTo>
                <a:lnTo>
                  <a:pt x="11734" y="76458"/>
                </a:lnTo>
                <a:lnTo>
                  <a:pt x="12151" y="76086"/>
                </a:lnTo>
                <a:lnTo>
                  <a:pt x="12151" y="75713"/>
                </a:lnTo>
                <a:lnTo>
                  <a:pt x="12567" y="74953"/>
                </a:lnTo>
                <a:lnTo>
                  <a:pt x="12567" y="74581"/>
                </a:lnTo>
                <a:lnTo>
                  <a:pt x="12984" y="74208"/>
                </a:lnTo>
                <a:lnTo>
                  <a:pt x="12984" y="73836"/>
                </a:lnTo>
                <a:lnTo>
                  <a:pt x="13418" y="73091"/>
                </a:lnTo>
                <a:lnTo>
                  <a:pt x="13835" y="72704"/>
                </a:lnTo>
                <a:lnTo>
                  <a:pt x="13835" y="72331"/>
                </a:lnTo>
                <a:lnTo>
                  <a:pt x="14251" y="71586"/>
                </a:lnTo>
                <a:lnTo>
                  <a:pt x="14668" y="71214"/>
                </a:lnTo>
                <a:lnTo>
                  <a:pt x="14668" y="70842"/>
                </a:lnTo>
                <a:lnTo>
                  <a:pt x="15084" y="70081"/>
                </a:lnTo>
                <a:lnTo>
                  <a:pt x="15084" y="69709"/>
                </a:lnTo>
                <a:lnTo>
                  <a:pt x="15501" y="69337"/>
                </a:lnTo>
                <a:lnTo>
                  <a:pt x="15501" y="68592"/>
                </a:lnTo>
                <a:lnTo>
                  <a:pt x="15918" y="68204"/>
                </a:lnTo>
                <a:lnTo>
                  <a:pt x="16352" y="67832"/>
                </a:lnTo>
                <a:lnTo>
                  <a:pt x="16352" y="67087"/>
                </a:lnTo>
                <a:lnTo>
                  <a:pt x="16768" y="66715"/>
                </a:lnTo>
                <a:lnTo>
                  <a:pt x="16768" y="66342"/>
                </a:lnTo>
                <a:lnTo>
                  <a:pt x="17185" y="65970"/>
                </a:lnTo>
                <a:lnTo>
                  <a:pt x="17185" y="65210"/>
                </a:lnTo>
                <a:lnTo>
                  <a:pt x="17601" y="64837"/>
                </a:lnTo>
                <a:lnTo>
                  <a:pt x="18018" y="64093"/>
                </a:lnTo>
                <a:lnTo>
                  <a:pt x="18435" y="63720"/>
                </a:lnTo>
                <a:lnTo>
                  <a:pt x="18435" y="63332"/>
                </a:lnTo>
                <a:lnTo>
                  <a:pt x="18851" y="62588"/>
                </a:lnTo>
                <a:lnTo>
                  <a:pt x="18851" y="62215"/>
                </a:lnTo>
                <a:lnTo>
                  <a:pt x="19285" y="61843"/>
                </a:lnTo>
                <a:lnTo>
                  <a:pt x="19285" y="61083"/>
                </a:lnTo>
                <a:lnTo>
                  <a:pt x="19702" y="60710"/>
                </a:lnTo>
                <a:lnTo>
                  <a:pt x="20118" y="60338"/>
                </a:lnTo>
                <a:lnTo>
                  <a:pt x="20118" y="59966"/>
                </a:lnTo>
                <a:lnTo>
                  <a:pt x="20535" y="59221"/>
                </a:lnTo>
                <a:lnTo>
                  <a:pt x="20535" y="58848"/>
                </a:lnTo>
                <a:lnTo>
                  <a:pt x="20952" y="58461"/>
                </a:lnTo>
                <a:lnTo>
                  <a:pt x="20952" y="57716"/>
                </a:lnTo>
                <a:lnTo>
                  <a:pt x="21368" y="57344"/>
                </a:lnTo>
                <a:lnTo>
                  <a:pt x="21802" y="56971"/>
                </a:lnTo>
                <a:lnTo>
                  <a:pt x="21802" y="56211"/>
                </a:lnTo>
                <a:lnTo>
                  <a:pt x="22219" y="55839"/>
                </a:lnTo>
                <a:lnTo>
                  <a:pt x="22636" y="55466"/>
                </a:lnTo>
                <a:lnTo>
                  <a:pt x="22636" y="54721"/>
                </a:lnTo>
                <a:lnTo>
                  <a:pt x="23052" y="54349"/>
                </a:lnTo>
                <a:lnTo>
                  <a:pt x="23052" y="53589"/>
                </a:lnTo>
                <a:lnTo>
                  <a:pt x="23469" y="53216"/>
                </a:lnTo>
                <a:lnTo>
                  <a:pt x="23469" y="52844"/>
                </a:lnTo>
                <a:lnTo>
                  <a:pt x="23885" y="52472"/>
                </a:lnTo>
                <a:lnTo>
                  <a:pt x="24302" y="51712"/>
                </a:lnTo>
                <a:lnTo>
                  <a:pt x="24302" y="51339"/>
                </a:lnTo>
                <a:lnTo>
                  <a:pt x="24736" y="50967"/>
                </a:lnTo>
                <a:lnTo>
                  <a:pt x="25153" y="50222"/>
                </a:lnTo>
                <a:lnTo>
                  <a:pt x="25153" y="49850"/>
                </a:lnTo>
                <a:lnTo>
                  <a:pt x="25569" y="49477"/>
                </a:lnTo>
                <a:lnTo>
                  <a:pt x="25569" y="48717"/>
                </a:lnTo>
                <a:lnTo>
                  <a:pt x="25986" y="48345"/>
                </a:lnTo>
                <a:lnTo>
                  <a:pt x="26402" y="47972"/>
                </a:lnTo>
                <a:lnTo>
                  <a:pt x="26402" y="47228"/>
                </a:lnTo>
                <a:lnTo>
                  <a:pt x="26819" y="46840"/>
                </a:lnTo>
                <a:lnTo>
                  <a:pt x="26819" y="46467"/>
                </a:lnTo>
                <a:lnTo>
                  <a:pt x="27236" y="45723"/>
                </a:lnTo>
                <a:lnTo>
                  <a:pt x="27236" y="45350"/>
                </a:lnTo>
                <a:lnTo>
                  <a:pt x="27670" y="44978"/>
                </a:lnTo>
                <a:lnTo>
                  <a:pt x="28086" y="44218"/>
                </a:lnTo>
                <a:lnTo>
                  <a:pt x="28086" y="43845"/>
                </a:lnTo>
                <a:lnTo>
                  <a:pt x="28503" y="43473"/>
                </a:lnTo>
                <a:lnTo>
                  <a:pt x="28919" y="42728"/>
                </a:lnTo>
                <a:lnTo>
                  <a:pt x="28919" y="42356"/>
                </a:lnTo>
                <a:lnTo>
                  <a:pt x="29336" y="41968"/>
                </a:lnTo>
                <a:lnTo>
                  <a:pt x="29336" y="41223"/>
                </a:lnTo>
                <a:lnTo>
                  <a:pt x="29753" y="40851"/>
                </a:lnTo>
                <a:lnTo>
                  <a:pt x="29753" y="40479"/>
                </a:lnTo>
                <a:lnTo>
                  <a:pt x="30169" y="39718"/>
                </a:lnTo>
                <a:lnTo>
                  <a:pt x="30603" y="39346"/>
                </a:lnTo>
                <a:lnTo>
                  <a:pt x="30603" y="38974"/>
                </a:lnTo>
                <a:lnTo>
                  <a:pt x="31020" y="38229"/>
                </a:lnTo>
                <a:lnTo>
                  <a:pt x="31020" y="37856"/>
                </a:lnTo>
                <a:lnTo>
                  <a:pt x="31436" y="37469"/>
                </a:lnTo>
                <a:lnTo>
                  <a:pt x="31853" y="36724"/>
                </a:lnTo>
                <a:lnTo>
                  <a:pt x="31853" y="36352"/>
                </a:lnTo>
                <a:lnTo>
                  <a:pt x="32270" y="35979"/>
                </a:lnTo>
                <a:lnTo>
                  <a:pt x="32270" y="35219"/>
                </a:lnTo>
                <a:lnTo>
                  <a:pt x="32686" y="34847"/>
                </a:lnTo>
                <a:lnTo>
                  <a:pt x="33103" y="34474"/>
                </a:lnTo>
                <a:lnTo>
                  <a:pt x="33103" y="33729"/>
                </a:lnTo>
                <a:lnTo>
                  <a:pt x="33537" y="33357"/>
                </a:lnTo>
                <a:lnTo>
                  <a:pt x="33537" y="32985"/>
                </a:lnTo>
                <a:lnTo>
                  <a:pt x="33954" y="32224"/>
                </a:lnTo>
                <a:lnTo>
                  <a:pt x="33954" y="31852"/>
                </a:lnTo>
                <a:lnTo>
                  <a:pt x="34370" y="31480"/>
                </a:lnTo>
                <a:lnTo>
                  <a:pt x="34787" y="30735"/>
                </a:lnTo>
                <a:lnTo>
                  <a:pt x="34787" y="30347"/>
                </a:lnTo>
                <a:lnTo>
                  <a:pt x="35203" y="29975"/>
                </a:lnTo>
                <a:lnTo>
                  <a:pt x="35620" y="29230"/>
                </a:lnTo>
                <a:lnTo>
                  <a:pt x="35620" y="28858"/>
                </a:lnTo>
                <a:lnTo>
                  <a:pt x="36054" y="28485"/>
                </a:lnTo>
                <a:lnTo>
                  <a:pt x="36054" y="27725"/>
                </a:lnTo>
                <a:lnTo>
                  <a:pt x="36471" y="27353"/>
                </a:lnTo>
                <a:lnTo>
                  <a:pt x="36887" y="26980"/>
                </a:lnTo>
                <a:lnTo>
                  <a:pt x="36887" y="26236"/>
                </a:lnTo>
                <a:lnTo>
                  <a:pt x="37304" y="25863"/>
                </a:lnTo>
                <a:lnTo>
                  <a:pt x="37304" y="25475"/>
                </a:lnTo>
                <a:lnTo>
                  <a:pt x="37720" y="24731"/>
                </a:lnTo>
                <a:lnTo>
                  <a:pt x="37720" y="24358"/>
                </a:lnTo>
                <a:lnTo>
                  <a:pt x="38137" y="23986"/>
                </a:lnTo>
                <a:lnTo>
                  <a:pt x="38554" y="23226"/>
                </a:lnTo>
                <a:lnTo>
                  <a:pt x="38554" y="22853"/>
                </a:lnTo>
                <a:lnTo>
                  <a:pt x="38988" y="22481"/>
                </a:lnTo>
                <a:lnTo>
                  <a:pt x="39404" y="21736"/>
                </a:lnTo>
                <a:lnTo>
                  <a:pt x="39404" y="21364"/>
                </a:lnTo>
                <a:lnTo>
                  <a:pt x="39821" y="20976"/>
                </a:lnTo>
                <a:lnTo>
                  <a:pt x="39821" y="20231"/>
                </a:lnTo>
                <a:lnTo>
                  <a:pt x="40237" y="19859"/>
                </a:lnTo>
                <a:lnTo>
                  <a:pt x="40237" y="19487"/>
                </a:lnTo>
                <a:lnTo>
                  <a:pt x="40654" y="18726"/>
                </a:lnTo>
                <a:lnTo>
                  <a:pt x="41071" y="18354"/>
                </a:lnTo>
                <a:lnTo>
                  <a:pt x="41071" y="17982"/>
                </a:lnTo>
                <a:lnTo>
                  <a:pt x="41487" y="17237"/>
                </a:lnTo>
                <a:lnTo>
                  <a:pt x="41487" y="16864"/>
                </a:lnTo>
                <a:lnTo>
                  <a:pt x="41921" y="16104"/>
                </a:lnTo>
                <a:lnTo>
                  <a:pt x="42338" y="15732"/>
                </a:lnTo>
                <a:lnTo>
                  <a:pt x="42338" y="15360"/>
                </a:lnTo>
                <a:lnTo>
                  <a:pt x="42754" y="14615"/>
                </a:lnTo>
                <a:lnTo>
                  <a:pt x="43171" y="14242"/>
                </a:lnTo>
                <a:lnTo>
                  <a:pt x="43171" y="13855"/>
                </a:lnTo>
                <a:lnTo>
                  <a:pt x="43588" y="13110"/>
                </a:lnTo>
                <a:lnTo>
                  <a:pt x="43588" y="12737"/>
                </a:lnTo>
                <a:lnTo>
                  <a:pt x="44004" y="12365"/>
                </a:lnTo>
                <a:lnTo>
                  <a:pt x="44004" y="11605"/>
                </a:lnTo>
                <a:lnTo>
                  <a:pt x="44421" y="11232"/>
                </a:lnTo>
                <a:lnTo>
                  <a:pt x="44855" y="10860"/>
                </a:lnTo>
                <a:lnTo>
                  <a:pt x="44855" y="10115"/>
                </a:lnTo>
                <a:lnTo>
                  <a:pt x="45272" y="9743"/>
                </a:lnTo>
                <a:lnTo>
                  <a:pt x="45272" y="9371"/>
                </a:lnTo>
                <a:lnTo>
                  <a:pt x="45688" y="8983"/>
                </a:lnTo>
                <a:lnTo>
                  <a:pt x="46105" y="8238"/>
                </a:lnTo>
                <a:lnTo>
                  <a:pt x="46105" y="7866"/>
                </a:lnTo>
                <a:lnTo>
                  <a:pt x="46521" y="7493"/>
                </a:lnTo>
                <a:lnTo>
                  <a:pt x="46521" y="6733"/>
                </a:lnTo>
                <a:lnTo>
                  <a:pt x="46938" y="6361"/>
                </a:lnTo>
                <a:lnTo>
                  <a:pt x="47355" y="5616"/>
                </a:lnTo>
                <a:lnTo>
                  <a:pt x="47355" y="5244"/>
                </a:lnTo>
                <a:lnTo>
                  <a:pt x="47789" y="4871"/>
                </a:lnTo>
                <a:lnTo>
                  <a:pt x="47789" y="4111"/>
                </a:lnTo>
                <a:lnTo>
                  <a:pt x="48205" y="3739"/>
                </a:lnTo>
                <a:lnTo>
                  <a:pt x="48205" y="3366"/>
                </a:lnTo>
                <a:lnTo>
                  <a:pt x="48622" y="2622"/>
                </a:lnTo>
                <a:lnTo>
                  <a:pt x="49038" y="2249"/>
                </a:lnTo>
                <a:lnTo>
                  <a:pt x="49038" y="1489"/>
                </a:lnTo>
                <a:lnTo>
                  <a:pt x="49455" y="1117"/>
                </a:lnTo>
                <a:lnTo>
                  <a:pt x="49872" y="744"/>
                </a:lnTo>
                <a:lnTo>
                  <a:pt x="49872" y="0"/>
                </a:lnTo>
              </a:path>
            </a:pathLst>
          </a:custGeom>
          <a:ln w="2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064336" y="5003073"/>
            <a:ext cx="49889" cy="100832"/>
          </a:xfrm>
          <a:custGeom>
            <a:avLst/>
            <a:gdLst/>
            <a:ahLst/>
            <a:cxnLst/>
            <a:rect l="l" t="t" r="r" b="b"/>
            <a:pathLst>
              <a:path w="49889" h="100832">
                <a:moveTo>
                  <a:pt x="0" y="100832"/>
                </a:moveTo>
                <a:lnTo>
                  <a:pt x="433" y="100445"/>
                </a:lnTo>
                <a:lnTo>
                  <a:pt x="433" y="100072"/>
                </a:lnTo>
                <a:lnTo>
                  <a:pt x="850" y="99700"/>
                </a:lnTo>
                <a:lnTo>
                  <a:pt x="1267" y="98955"/>
                </a:lnTo>
                <a:lnTo>
                  <a:pt x="1267" y="98583"/>
                </a:lnTo>
                <a:lnTo>
                  <a:pt x="1683" y="98195"/>
                </a:lnTo>
                <a:lnTo>
                  <a:pt x="1683" y="97450"/>
                </a:lnTo>
                <a:lnTo>
                  <a:pt x="2100" y="97078"/>
                </a:lnTo>
                <a:lnTo>
                  <a:pt x="2100" y="96705"/>
                </a:lnTo>
                <a:lnTo>
                  <a:pt x="2517" y="95945"/>
                </a:lnTo>
                <a:lnTo>
                  <a:pt x="2933" y="95573"/>
                </a:lnTo>
                <a:lnTo>
                  <a:pt x="2933" y="95200"/>
                </a:lnTo>
                <a:lnTo>
                  <a:pt x="3367" y="94456"/>
                </a:lnTo>
                <a:lnTo>
                  <a:pt x="3784" y="94083"/>
                </a:lnTo>
                <a:lnTo>
                  <a:pt x="3784" y="93711"/>
                </a:lnTo>
                <a:lnTo>
                  <a:pt x="4200" y="92951"/>
                </a:lnTo>
                <a:lnTo>
                  <a:pt x="4200" y="92578"/>
                </a:lnTo>
                <a:lnTo>
                  <a:pt x="4617" y="91834"/>
                </a:lnTo>
                <a:lnTo>
                  <a:pt x="4617" y="91461"/>
                </a:lnTo>
                <a:lnTo>
                  <a:pt x="5034" y="91073"/>
                </a:lnTo>
                <a:lnTo>
                  <a:pt x="5450" y="90329"/>
                </a:lnTo>
                <a:lnTo>
                  <a:pt x="5450" y="89956"/>
                </a:lnTo>
                <a:lnTo>
                  <a:pt x="5867" y="89584"/>
                </a:lnTo>
                <a:lnTo>
                  <a:pt x="6301" y="88824"/>
                </a:lnTo>
                <a:lnTo>
                  <a:pt x="6301" y="88451"/>
                </a:lnTo>
                <a:lnTo>
                  <a:pt x="6717" y="87707"/>
                </a:lnTo>
                <a:lnTo>
                  <a:pt x="6717" y="87334"/>
                </a:lnTo>
                <a:lnTo>
                  <a:pt x="7134" y="86962"/>
                </a:lnTo>
                <a:lnTo>
                  <a:pt x="7134" y="86202"/>
                </a:lnTo>
                <a:lnTo>
                  <a:pt x="7551" y="85829"/>
                </a:lnTo>
                <a:lnTo>
                  <a:pt x="7967" y="85457"/>
                </a:lnTo>
                <a:lnTo>
                  <a:pt x="7967" y="84712"/>
                </a:lnTo>
                <a:lnTo>
                  <a:pt x="8384" y="84340"/>
                </a:lnTo>
                <a:lnTo>
                  <a:pt x="8384" y="83952"/>
                </a:lnTo>
                <a:lnTo>
                  <a:pt x="8800" y="83207"/>
                </a:lnTo>
                <a:lnTo>
                  <a:pt x="9234" y="82835"/>
                </a:lnTo>
                <a:lnTo>
                  <a:pt x="9234" y="82463"/>
                </a:lnTo>
                <a:lnTo>
                  <a:pt x="9651" y="81702"/>
                </a:lnTo>
                <a:lnTo>
                  <a:pt x="10068" y="81330"/>
                </a:lnTo>
                <a:lnTo>
                  <a:pt x="10068" y="80958"/>
                </a:lnTo>
                <a:lnTo>
                  <a:pt x="10484" y="80213"/>
                </a:lnTo>
                <a:lnTo>
                  <a:pt x="10484" y="79840"/>
                </a:lnTo>
                <a:lnTo>
                  <a:pt x="10901" y="79453"/>
                </a:lnTo>
                <a:lnTo>
                  <a:pt x="10901" y="78708"/>
                </a:lnTo>
                <a:lnTo>
                  <a:pt x="11318" y="78336"/>
                </a:lnTo>
                <a:lnTo>
                  <a:pt x="11734" y="77963"/>
                </a:lnTo>
                <a:lnTo>
                  <a:pt x="11734" y="77218"/>
                </a:lnTo>
                <a:lnTo>
                  <a:pt x="12168" y="76831"/>
                </a:lnTo>
                <a:lnTo>
                  <a:pt x="12168" y="76458"/>
                </a:lnTo>
                <a:lnTo>
                  <a:pt x="12585" y="75713"/>
                </a:lnTo>
                <a:lnTo>
                  <a:pt x="12585" y="75341"/>
                </a:lnTo>
                <a:lnTo>
                  <a:pt x="13001" y="74969"/>
                </a:lnTo>
                <a:lnTo>
                  <a:pt x="13418" y="74208"/>
                </a:lnTo>
                <a:lnTo>
                  <a:pt x="13418" y="73836"/>
                </a:lnTo>
                <a:lnTo>
                  <a:pt x="13835" y="73091"/>
                </a:lnTo>
                <a:lnTo>
                  <a:pt x="14251" y="72719"/>
                </a:lnTo>
                <a:lnTo>
                  <a:pt x="14251" y="72331"/>
                </a:lnTo>
                <a:lnTo>
                  <a:pt x="14685" y="71586"/>
                </a:lnTo>
                <a:lnTo>
                  <a:pt x="14685" y="71214"/>
                </a:lnTo>
                <a:lnTo>
                  <a:pt x="15102" y="70842"/>
                </a:lnTo>
                <a:lnTo>
                  <a:pt x="15102" y="70097"/>
                </a:lnTo>
                <a:lnTo>
                  <a:pt x="15518" y="69709"/>
                </a:lnTo>
                <a:lnTo>
                  <a:pt x="15935" y="69337"/>
                </a:lnTo>
                <a:lnTo>
                  <a:pt x="15935" y="68592"/>
                </a:lnTo>
                <a:lnTo>
                  <a:pt x="16352" y="68220"/>
                </a:lnTo>
                <a:lnTo>
                  <a:pt x="16768" y="67459"/>
                </a:lnTo>
                <a:lnTo>
                  <a:pt x="16768" y="67087"/>
                </a:lnTo>
                <a:lnTo>
                  <a:pt x="17185" y="66715"/>
                </a:lnTo>
                <a:lnTo>
                  <a:pt x="17185" y="65970"/>
                </a:lnTo>
                <a:lnTo>
                  <a:pt x="17619" y="65598"/>
                </a:lnTo>
                <a:lnTo>
                  <a:pt x="18035" y="65210"/>
                </a:lnTo>
                <a:lnTo>
                  <a:pt x="18035" y="64465"/>
                </a:lnTo>
                <a:lnTo>
                  <a:pt x="18452" y="64093"/>
                </a:lnTo>
                <a:lnTo>
                  <a:pt x="18452" y="63720"/>
                </a:lnTo>
                <a:lnTo>
                  <a:pt x="18869" y="62960"/>
                </a:lnTo>
                <a:lnTo>
                  <a:pt x="18869" y="62588"/>
                </a:lnTo>
                <a:lnTo>
                  <a:pt x="19285" y="62215"/>
                </a:lnTo>
                <a:lnTo>
                  <a:pt x="19702" y="61471"/>
                </a:lnTo>
                <a:lnTo>
                  <a:pt x="19702" y="61098"/>
                </a:lnTo>
                <a:lnTo>
                  <a:pt x="20118" y="60726"/>
                </a:lnTo>
                <a:lnTo>
                  <a:pt x="20552" y="59966"/>
                </a:lnTo>
                <a:lnTo>
                  <a:pt x="20552" y="59593"/>
                </a:lnTo>
                <a:lnTo>
                  <a:pt x="20969" y="59221"/>
                </a:lnTo>
                <a:lnTo>
                  <a:pt x="20969" y="58476"/>
                </a:lnTo>
                <a:lnTo>
                  <a:pt x="21386" y="58088"/>
                </a:lnTo>
                <a:lnTo>
                  <a:pt x="21386" y="57716"/>
                </a:lnTo>
                <a:lnTo>
                  <a:pt x="21802" y="56971"/>
                </a:lnTo>
                <a:lnTo>
                  <a:pt x="22219" y="56599"/>
                </a:lnTo>
                <a:lnTo>
                  <a:pt x="22219" y="56226"/>
                </a:lnTo>
                <a:lnTo>
                  <a:pt x="22636" y="55466"/>
                </a:lnTo>
                <a:lnTo>
                  <a:pt x="22636" y="55094"/>
                </a:lnTo>
                <a:lnTo>
                  <a:pt x="23052" y="54349"/>
                </a:lnTo>
                <a:lnTo>
                  <a:pt x="23052" y="53977"/>
                </a:lnTo>
                <a:lnTo>
                  <a:pt x="23486" y="53604"/>
                </a:lnTo>
                <a:lnTo>
                  <a:pt x="23903" y="52844"/>
                </a:lnTo>
                <a:lnTo>
                  <a:pt x="23903" y="52472"/>
                </a:lnTo>
                <a:lnTo>
                  <a:pt x="24319" y="52099"/>
                </a:lnTo>
                <a:lnTo>
                  <a:pt x="24736" y="51355"/>
                </a:lnTo>
                <a:lnTo>
                  <a:pt x="24736" y="50967"/>
                </a:lnTo>
                <a:lnTo>
                  <a:pt x="25153" y="50594"/>
                </a:lnTo>
                <a:lnTo>
                  <a:pt x="25153" y="49850"/>
                </a:lnTo>
                <a:lnTo>
                  <a:pt x="25569" y="49477"/>
                </a:lnTo>
                <a:lnTo>
                  <a:pt x="25986" y="48717"/>
                </a:lnTo>
                <a:lnTo>
                  <a:pt x="25986" y="48345"/>
                </a:lnTo>
                <a:lnTo>
                  <a:pt x="26420" y="47972"/>
                </a:lnTo>
                <a:lnTo>
                  <a:pt x="26420" y="47228"/>
                </a:lnTo>
                <a:lnTo>
                  <a:pt x="26836" y="46855"/>
                </a:lnTo>
                <a:lnTo>
                  <a:pt x="27253" y="46483"/>
                </a:lnTo>
                <a:lnTo>
                  <a:pt x="27253" y="45723"/>
                </a:lnTo>
                <a:lnTo>
                  <a:pt x="27670" y="45350"/>
                </a:lnTo>
                <a:lnTo>
                  <a:pt x="27670" y="44606"/>
                </a:lnTo>
                <a:lnTo>
                  <a:pt x="28086" y="44233"/>
                </a:lnTo>
                <a:lnTo>
                  <a:pt x="28503" y="43845"/>
                </a:lnTo>
                <a:lnTo>
                  <a:pt x="28503" y="43101"/>
                </a:lnTo>
                <a:lnTo>
                  <a:pt x="28937" y="42728"/>
                </a:lnTo>
                <a:lnTo>
                  <a:pt x="28937" y="42356"/>
                </a:lnTo>
                <a:lnTo>
                  <a:pt x="29353" y="41596"/>
                </a:lnTo>
                <a:lnTo>
                  <a:pt x="29353" y="41223"/>
                </a:lnTo>
                <a:lnTo>
                  <a:pt x="29770" y="40851"/>
                </a:lnTo>
                <a:lnTo>
                  <a:pt x="30187" y="40106"/>
                </a:lnTo>
                <a:lnTo>
                  <a:pt x="30187" y="39734"/>
                </a:lnTo>
                <a:lnTo>
                  <a:pt x="30603" y="39346"/>
                </a:lnTo>
                <a:lnTo>
                  <a:pt x="31020" y="38601"/>
                </a:lnTo>
                <a:lnTo>
                  <a:pt x="31020" y="38229"/>
                </a:lnTo>
                <a:lnTo>
                  <a:pt x="31436" y="37484"/>
                </a:lnTo>
                <a:lnTo>
                  <a:pt x="31436" y="37112"/>
                </a:lnTo>
                <a:lnTo>
                  <a:pt x="31870" y="36724"/>
                </a:lnTo>
                <a:lnTo>
                  <a:pt x="31870" y="35979"/>
                </a:lnTo>
                <a:lnTo>
                  <a:pt x="32287" y="35607"/>
                </a:lnTo>
                <a:lnTo>
                  <a:pt x="32704" y="35234"/>
                </a:lnTo>
                <a:lnTo>
                  <a:pt x="32704" y="34474"/>
                </a:lnTo>
                <a:lnTo>
                  <a:pt x="33120" y="34102"/>
                </a:lnTo>
                <a:lnTo>
                  <a:pt x="33120" y="33729"/>
                </a:lnTo>
                <a:lnTo>
                  <a:pt x="33537" y="32985"/>
                </a:lnTo>
                <a:lnTo>
                  <a:pt x="33954" y="32612"/>
                </a:lnTo>
                <a:lnTo>
                  <a:pt x="33954" y="32224"/>
                </a:lnTo>
                <a:lnTo>
                  <a:pt x="34370" y="31480"/>
                </a:lnTo>
                <a:lnTo>
                  <a:pt x="34804" y="31107"/>
                </a:lnTo>
                <a:lnTo>
                  <a:pt x="34804" y="30735"/>
                </a:lnTo>
                <a:lnTo>
                  <a:pt x="35221" y="29990"/>
                </a:lnTo>
                <a:lnTo>
                  <a:pt x="35221" y="29602"/>
                </a:lnTo>
                <a:lnTo>
                  <a:pt x="35637" y="29230"/>
                </a:lnTo>
                <a:lnTo>
                  <a:pt x="35637" y="28485"/>
                </a:lnTo>
                <a:lnTo>
                  <a:pt x="36054" y="28113"/>
                </a:lnTo>
                <a:lnTo>
                  <a:pt x="36471" y="27353"/>
                </a:lnTo>
                <a:lnTo>
                  <a:pt x="36471" y="26980"/>
                </a:lnTo>
                <a:lnTo>
                  <a:pt x="36887" y="26608"/>
                </a:lnTo>
                <a:lnTo>
                  <a:pt x="36887" y="25863"/>
                </a:lnTo>
                <a:lnTo>
                  <a:pt x="37304" y="25491"/>
                </a:lnTo>
                <a:lnTo>
                  <a:pt x="37738" y="25103"/>
                </a:lnTo>
                <a:lnTo>
                  <a:pt x="37738" y="24358"/>
                </a:lnTo>
                <a:lnTo>
                  <a:pt x="38154" y="23986"/>
                </a:lnTo>
                <a:lnTo>
                  <a:pt x="38154" y="23614"/>
                </a:lnTo>
                <a:lnTo>
                  <a:pt x="38571" y="22853"/>
                </a:lnTo>
                <a:lnTo>
                  <a:pt x="38988" y="22481"/>
                </a:lnTo>
                <a:lnTo>
                  <a:pt x="38988" y="22109"/>
                </a:lnTo>
                <a:lnTo>
                  <a:pt x="39404" y="21364"/>
                </a:lnTo>
                <a:lnTo>
                  <a:pt x="39404" y="20992"/>
                </a:lnTo>
                <a:lnTo>
                  <a:pt x="39821" y="20231"/>
                </a:lnTo>
                <a:lnTo>
                  <a:pt x="39821" y="19859"/>
                </a:lnTo>
                <a:lnTo>
                  <a:pt x="40237" y="19487"/>
                </a:lnTo>
                <a:lnTo>
                  <a:pt x="40671" y="18742"/>
                </a:lnTo>
                <a:lnTo>
                  <a:pt x="40671" y="18369"/>
                </a:lnTo>
                <a:lnTo>
                  <a:pt x="41088" y="17982"/>
                </a:lnTo>
                <a:lnTo>
                  <a:pt x="41505" y="17237"/>
                </a:lnTo>
                <a:lnTo>
                  <a:pt x="41505" y="16864"/>
                </a:lnTo>
                <a:lnTo>
                  <a:pt x="41921" y="16492"/>
                </a:lnTo>
                <a:lnTo>
                  <a:pt x="41921" y="15732"/>
                </a:lnTo>
                <a:lnTo>
                  <a:pt x="42338" y="15360"/>
                </a:lnTo>
                <a:lnTo>
                  <a:pt x="42754" y="14615"/>
                </a:lnTo>
                <a:lnTo>
                  <a:pt x="42754" y="14242"/>
                </a:lnTo>
                <a:lnTo>
                  <a:pt x="43188" y="13870"/>
                </a:lnTo>
                <a:lnTo>
                  <a:pt x="43188" y="13498"/>
                </a:lnTo>
                <a:lnTo>
                  <a:pt x="43605" y="12737"/>
                </a:lnTo>
                <a:lnTo>
                  <a:pt x="43605" y="12365"/>
                </a:lnTo>
                <a:lnTo>
                  <a:pt x="44022" y="11993"/>
                </a:lnTo>
                <a:lnTo>
                  <a:pt x="44438" y="11248"/>
                </a:lnTo>
                <a:lnTo>
                  <a:pt x="44438" y="10860"/>
                </a:lnTo>
                <a:lnTo>
                  <a:pt x="44855" y="10115"/>
                </a:lnTo>
                <a:lnTo>
                  <a:pt x="45272" y="9743"/>
                </a:lnTo>
                <a:lnTo>
                  <a:pt x="45272" y="9371"/>
                </a:lnTo>
                <a:lnTo>
                  <a:pt x="45688" y="8610"/>
                </a:lnTo>
                <a:lnTo>
                  <a:pt x="45688" y="8238"/>
                </a:lnTo>
                <a:lnTo>
                  <a:pt x="46122" y="7866"/>
                </a:lnTo>
                <a:lnTo>
                  <a:pt x="46122" y="7121"/>
                </a:lnTo>
                <a:lnTo>
                  <a:pt x="46539" y="6749"/>
                </a:lnTo>
                <a:lnTo>
                  <a:pt x="46955" y="6376"/>
                </a:lnTo>
                <a:lnTo>
                  <a:pt x="46955" y="5616"/>
                </a:lnTo>
                <a:lnTo>
                  <a:pt x="47372" y="5244"/>
                </a:lnTo>
                <a:lnTo>
                  <a:pt x="47372" y="4871"/>
                </a:lnTo>
                <a:lnTo>
                  <a:pt x="47789" y="4127"/>
                </a:lnTo>
                <a:lnTo>
                  <a:pt x="48205" y="3739"/>
                </a:lnTo>
                <a:lnTo>
                  <a:pt x="48205" y="2994"/>
                </a:lnTo>
                <a:lnTo>
                  <a:pt x="48622" y="2622"/>
                </a:lnTo>
                <a:lnTo>
                  <a:pt x="48622" y="2249"/>
                </a:lnTo>
                <a:lnTo>
                  <a:pt x="49056" y="1489"/>
                </a:lnTo>
                <a:lnTo>
                  <a:pt x="49472" y="1117"/>
                </a:lnTo>
                <a:lnTo>
                  <a:pt x="49472" y="744"/>
                </a:lnTo>
                <a:lnTo>
                  <a:pt x="49889" y="0"/>
                </a:lnTo>
              </a:path>
            </a:pathLst>
          </a:custGeom>
          <a:ln w="2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114226" y="4901495"/>
            <a:ext cx="49872" cy="101577"/>
          </a:xfrm>
          <a:custGeom>
            <a:avLst/>
            <a:gdLst/>
            <a:ahLst/>
            <a:cxnLst/>
            <a:rect l="l" t="t" r="r" b="b"/>
            <a:pathLst>
              <a:path w="49872" h="101577">
                <a:moveTo>
                  <a:pt x="0" y="101577"/>
                </a:moveTo>
                <a:lnTo>
                  <a:pt x="0" y="101205"/>
                </a:lnTo>
                <a:lnTo>
                  <a:pt x="416" y="100817"/>
                </a:lnTo>
                <a:lnTo>
                  <a:pt x="833" y="100072"/>
                </a:lnTo>
                <a:lnTo>
                  <a:pt x="833" y="99700"/>
                </a:lnTo>
                <a:lnTo>
                  <a:pt x="1249" y="99328"/>
                </a:lnTo>
                <a:lnTo>
                  <a:pt x="1666" y="98583"/>
                </a:lnTo>
                <a:lnTo>
                  <a:pt x="1666" y="98195"/>
                </a:lnTo>
                <a:lnTo>
                  <a:pt x="2100" y="97450"/>
                </a:lnTo>
                <a:lnTo>
                  <a:pt x="2100" y="97078"/>
                </a:lnTo>
                <a:lnTo>
                  <a:pt x="2517" y="96705"/>
                </a:lnTo>
                <a:lnTo>
                  <a:pt x="2517" y="95945"/>
                </a:lnTo>
                <a:lnTo>
                  <a:pt x="2933" y="95573"/>
                </a:lnTo>
                <a:lnTo>
                  <a:pt x="3350" y="95200"/>
                </a:lnTo>
                <a:lnTo>
                  <a:pt x="3350" y="94456"/>
                </a:lnTo>
                <a:lnTo>
                  <a:pt x="3766" y="94083"/>
                </a:lnTo>
                <a:lnTo>
                  <a:pt x="3766" y="93696"/>
                </a:lnTo>
                <a:lnTo>
                  <a:pt x="4183" y="92951"/>
                </a:lnTo>
                <a:lnTo>
                  <a:pt x="4183" y="92578"/>
                </a:lnTo>
                <a:lnTo>
                  <a:pt x="4600" y="91834"/>
                </a:lnTo>
                <a:lnTo>
                  <a:pt x="5034" y="91461"/>
                </a:lnTo>
                <a:lnTo>
                  <a:pt x="5034" y="91073"/>
                </a:lnTo>
                <a:lnTo>
                  <a:pt x="5450" y="90329"/>
                </a:lnTo>
                <a:lnTo>
                  <a:pt x="5867" y="89956"/>
                </a:lnTo>
                <a:lnTo>
                  <a:pt x="5867" y="89584"/>
                </a:lnTo>
                <a:lnTo>
                  <a:pt x="6283" y="88824"/>
                </a:lnTo>
                <a:lnTo>
                  <a:pt x="6283" y="88451"/>
                </a:lnTo>
                <a:lnTo>
                  <a:pt x="6700" y="87707"/>
                </a:lnTo>
                <a:lnTo>
                  <a:pt x="6700" y="87334"/>
                </a:lnTo>
                <a:lnTo>
                  <a:pt x="7117" y="86962"/>
                </a:lnTo>
                <a:lnTo>
                  <a:pt x="7551" y="86202"/>
                </a:lnTo>
                <a:lnTo>
                  <a:pt x="7551" y="85829"/>
                </a:lnTo>
                <a:lnTo>
                  <a:pt x="7967" y="85457"/>
                </a:lnTo>
                <a:lnTo>
                  <a:pt x="8384" y="84712"/>
                </a:lnTo>
                <a:lnTo>
                  <a:pt x="8384" y="84324"/>
                </a:lnTo>
                <a:lnTo>
                  <a:pt x="8800" y="83952"/>
                </a:lnTo>
                <a:lnTo>
                  <a:pt x="8800" y="83207"/>
                </a:lnTo>
                <a:lnTo>
                  <a:pt x="9217" y="82835"/>
                </a:lnTo>
                <a:lnTo>
                  <a:pt x="9634" y="82090"/>
                </a:lnTo>
                <a:lnTo>
                  <a:pt x="9634" y="81702"/>
                </a:lnTo>
                <a:lnTo>
                  <a:pt x="10050" y="81330"/>
                </a:lnTo>
                <a:lnTo>
                  <a:pt x="10050" y="80585"/>
                </a:lnTo>
                <a:lnTo>
                  <a:pt x="10484" y="80213"/>
                </a:lnTo>
                <a:lnTo>
                  <a:pt x="10484" y="79840"/>
                </a:lnTo>
                <a:lnTo>
                  <a:pt x="10901" y="79080"/>
                </a:lnTo>
                <a:lnTo>
                  <a:pt x="11318" y="78708"/>
                </a:lnTo>
                <a:lnTo>
                  <a:pt x="11318" y="77963"/>
                </a:lnTo>
                <a:lnTo>
                  <a:pt x="11734" y="77591"/>
                </a:lnTo>
                <a:lnTo>
                  <a:pt x="12151" y="77203"/>
                </a:lnTo>
                <a:lnTo>
                  <a:pt x="12151" y="76458"/>
                </a:lnTo>
                <a:lnTo>
                  <a:pt x="12567" y="76086"/>
                </a:lnTo>
                <a:lnTo>
                  <a:pt x="12567" y="75713"/>
                </a:lnTo>
                <a:lnTo>
                  <a:pt x="12984" y="74969"/>
                </a:lnTo>
                <a:lnTo>
                  <a:pt x="12984" y="74581"/>
                </a:lnTo>
                <a:lnTo>
                  <a:pt x="13418" y="74208"/>
                </a:lnTo>
                <a:lnTo>
                  <a:pt x="13835" y="73464"/>
                </a:lnTo>
                <a:lnTo>
                  <a:pt x="13835" y="73091"/>
                </a:lnTo>
                <a:lnTo>
                  <a:pt x="14251" y="72331"/>
                </a:lnTo>
                <a:lnTo>
                  <a:pt x="14251" y="71959"/>
                </a:lnTo>
                <a:lnTo>
                  <a:pt x="14668" y="71586"/>
                </a:lnTo>
                <a:lnTo>
                  <a:pt x="14668" y="70842"/>
                </a:lnTo>
                <a:lnTo>
                  <a:pt x="15084" y="70469"/>
                </a:lnTo>
                <a:lnTo>
                  <a:pt x="15501" y="70081"/>
                </a:lnTo>
                <a:lnTo>
                  <a:pt x="15501" y="69337"/>
                </a:lnTo>
                <a:lnTo>
                  <a:pt x="15918" y="68964"/>
                </a:lnTo>
                <a:lnTo>
                  <a:pt x="16352" y="68592"/>
                </a:lnTo>
                <a:lnTo>
                  <a:pt x="16352" y="67832"/>
                </a:lnTo>
                <a:lnTo>
                  <a:pt x="16768" y="67459"/>
                </a:lnTo>
                <a:lnTo>
                  <a:pt x="16768" y="67087"/>
                </a:lnTo>
                <a:lnTo>
                  <a:pt x="17185" y="66342"/>
                </a:lnTo>
                <a:lnTo>
                  <a:pt x="17601" y="65970"/>
                </a:lnTo>
                <a:lnTo>
                  <a:pt x="17601" y="65210"/>
                </a:lnTo>
                <a:lnTo>
                  <a:pt x="18018" y="64837"/>
                </a:lnTo>
                <a:lnTo>
                  <a:pt x="18018" y="64465"/>
                </a:lnTo>
                <a:lnTo>
                  <a:pt x="18435" y="63720"/>
                </a:lnTo>
                <a:lnTo>
                  <a:pt x="18869" y="63348"/>
                </a:lnTo>
                <a:lnTo>
                  <a:pt x="18869" y="62960"/>
                </a:lnTo>
                <a:lnTo>
                  <a:pt x="19285" y="62215"/>
                </a:lnTo>
                <a:lnTo>
                  <a:pt x="19285" y="61843"/>
                </a:lnTo>
                <a:lnTo>
                  <a:pt x="19702" y="61471"/>
                </a:lnTo>
                <a:lnTo>
                  <a:pt x="20118" y="60710"/>
                </a:lnTo>
                <a:lnTo>
                  <a:pt x="20118" y="60338"/>
                </a:lnTo>
                <a:lnTo>
                  <a:pt x="20535" y="59966"/>
                </a:lnTo>
                <a:lnTo>
                  <a:pt x="20535" y="59221"/>
                </a:lnTo>
                <a:lnTo>
                  <a:pt x="20952" y="58848"/>
                </a:lnTo>
                <a:lnTo>
                  <a:pt x="20952" y="58088"/>
                </a:lnTo>
                <a:lnTo>
                  <a:pt x="21368" y="57716"/>
                </a:lnTo>
                <a:lnTo>
                  <a:pt x="21802" y="57344"/>
                </a:lnTo>
                <a:lnTo>
                  <a:pt x="21802" y="56599"/>
                </a:lnTo>
                <a:lnTo>
                  <a:pt x="22219" y="56226"/>
                </a:lnTo>
                <a:lnTo>
                  <a:pt x="22636" y="55839"/>
                </a:lnTo>
                <a:lnTo>
                  <a:pt x="22636" y="55094"/>
                </a:lnTo>
                <a:lnTo>
                  <a:pt x="23052" y="54721"/>
                </a:lnTo>
                <a:lnTo>
                  <a:pt x="23052" y="54349"/>
                </a:lnTo>
                <a:lnTo>
                  <a:pt x="23469" y="53589"/>
                </a:lnTo>
                <a:lnTo>
                  <a:pt x="23469" y="53216"/>
                </a:lnTo>
                <a:lnTo>
                  <a:pt x="23885" y="52844"/>
                </a:lnTo>
                <a:lnTo>
                  <a:pt x="24302" y="52099"/>
                </a:lnTo>
                <a:lnTo>
                  <a:pt x="24302" y="51727"/>
                </a:lnTo>
                <a:lnTo>
                  <a:pt x="24736" y="50967"/>
                </a:lnTo>
                <a:lnTo>
                  <a:pt x="24736" y="50594"/>
                </a:lnTo>
                <a:lnTo>
                  <a:pt x="25153" y="50222"/>
                </a:lnTo>
                <a:lnTo>
                  <a:pt x="25569" y="49477"/>
                </a:lnTo>
                <a:lnTo>
                  <a:pt x="25569" y="49105"/>
                </a:lnTo>
                <a:lnTo>
                  <a:pt x="25986" y="48717"/>
                </a:lnTo>
                <a:lnTo>
                  <a:pt x="26402" y="47972"/>
                </a:lnTo>
                <a:lnTo>
                  <a:pt x="26402" y="47600"/>
                </a:lnTo>
                <a:lnTo>
                  <a:pt x="26819" y="47228"/>
                </a:lnTo>
                <a:lnTo>
                  <a:pt x="26819" y="46467"/>
                </a:lnTo>
                <a:lnTo>
                  <a:pt x="27236" y="46095"/>
                </a:lnTo>
                <a:lnTo>
                  <a:pt x="27236" y="45723"/>
                </a:lnTo>
                <a:lnTo>
                  <a:pt x="27670" y="44978"/>
                </a:lnTo>
                <a:lnTo>
                  <a:pt x="28086" y="44606"/>
                </a:lnTo>
                <a:lnTo>
                  <a:pt x="28086" y="43845"/>
                </a:lnTo>
                <a:lnTo>
                  <a:pt x="28503" y="43473"/>
                </a:lnTo>
                <a:lnTo>
                  <a:pt x="28503" y="43101"/>
                </a:lnTo>
                <a:lnTo>
                  <a:pt x="28919" y="42356"/>
                </a:lnTo>
                <a:lnTo>
                  <a:pt x="29336" y="41984"/>
                </a:lnTo>
                <a:lnTo>
                  <a:pt x="29336" y="41596"/>
                </a:lnTo>
                <a:lnTo>
                  <a:pt x="29753" y="40851"/>
                </a:lnTo>
                <a:lnTo>
                  <a:pt x="29753" y="40479"/>
                </a:lnTo>
                <a:lnTo>
                  <a:pt x="30169" y="39734"/>
                </a:lnTo>
                <a:lnTo>
                  <a:pt x="30603" y="39346"/>
                </a:lnTo>
                <a:lnTo>
                  <a:pt x="30603" y="38974"/>
                </a:lnTo>
                <a:lnTo>
                  <a:pt x="31020" y="38229"/>
                </a:lnTo>
                <a:lnTo>
                  <a:pt x="31020" y="37856"/>
                </a:lnTo>
                <a:lnTo>
                  <a:pt x="31436" y="37484"/>
                </a:lnTo>
                <a:lnTo>
                  <a:pt x="31436" y="36724"/>
                </a:lnTo>
                <a:lnTo>
                  <a:pt x="31853" y="36352"/>
                </a:lnTo>
                <a:lnTo>
                  <a:pt x="32270" y="35979"/>
                </a:lnTo>
                <a:lnTo>
                  <a:pt x="32686" y="35234"/>
                </a:lnTo>
                <a:lnTo>
                  <a:pt x="32686" y="34862"/>
                </a:lnTo>
                <a:lnTo>
                  <a:pt x="33120" y="34102"/>
                </a:lnTo>
                <a:lnTo>
                  <a:pt x="33120" y="33729"/>
                </a:lnTo>
                <a:lnTo>
                  <a:pt x="33537" y="33357"/>
                </a:lnTo>
                <a:lnTo>
                  <a:pt x="33537" y="32612"/>
                </a:lnTo>
                <a:lnTo>
                  <a:pt x="33954" y="32224"/>
                </a:lnTo>
                <a:lnTo>
                  <a:pt x="34370" y="31852"/>
                </a:lnTo>
                <a:lnTo>
                  <a:pt x="34370" y="31107"/>
                </a:lnTo>
                <a:lnTo>
                  <a:pt x="34787" y="30735"/>
                </a:lnTo>
                <a:lnTo>
                  <a:pt x="34787" y="29975"/>
                </a:lnTo>
                <a:lnTo>
                  <a:pt x="35203" y="29602"/>
                </a:lnTo>
                <a:lnTo>
                  <a:pt x="35203" y="29230"/>
                </a:lnTo>
                <a:lnTo>
                  <a:pt x="35620" y="28485"/>
                </a:lnTo>
                <a:lnTo>
                  <a:pt x="36054" y="28113"/>
                </a:lnTo>
                <a:lnTo>
                  <a:pt x="36054" y="27725"/>
                </a:lnTo>
                <a:lnTo>
                  <a:pt x="36471" y="26980"/>
                </a:lnTo>
                <a:lnTo>
                  <a:pt x="36887" y="26608"/>
                </a:lnTo>
                <a:lnTo>
                  <a:pt x="36887" y="26236"/>
                </a:lnTo>
                <a:lnTo>
                  <a:pt x="37304" y="25491"/>
                </a:lnTo>
                <a:lnTo>
                  <a:pt x="37304" y="25103"/>
                </a:lnTo>
                <a:lnTo>
                  <a:pt x="37720" y="24358"/>
                </a:lnTo>
                <a:lnTo>
                  <a:pt x="37720" y="23986"/>
                </a:lnTo>
                <a:lnTo>
                  <a:pt x="38137" y="23614"/>
                </a:lnTo>
                <a:lnTo>
                  <a:pt x="38554" y="22853"/>
                </a:lnTo>
                <a:lnTo>
                  <a:pt x="38554" y="22481"/>
                </a:lnTo>
                <a:lnTo>
                  <a:pt x="38988" y="22109"/>
                </a:lnTo>
                <a:lnTo>
                  <a:pt x="38988" y="21364"/>
                </a:lnTo>
                <a:lnTo>
                  <a:pt x="39404" y="20992"/>
                </a:lnTo>
                <a:lnTo>
                  <a:pt x="39821" y="20604"/>
                </a:lnTo>
                <a:lnTo>
                  <a:pt x="39821" y="19859"/>
                </a:lnTo>
                <a:lnTo>
                  <a:pt x="40237" y="19487"/>
                </a:lnTo>
                <a:lnTo>
                  <a:pt x="40237" y="19114"/>
                </a:lnTo>
                <a:lnTo>
                  <a:pt x="40654" y="18369"/>
                </a:lnTo>
                <a:lnTo>
                  <a:pt x="41071" y="17982"/>
                </a:lnTo>
                <a:lnTo>
                  <a:pt x="41071" y="17237"/>
                </a:lnTo>
                <a:lnTo>
                  <a:pt x="41487" y="16864"/>
                </a:lnTo>
                <a:lnTo>
                  <a:pt x="41487" y="16492"/>
                </a:lnTo>
                <a:lnTo>
                  <a:pt x="41921" y="15732"/>
                </a:lnTo>
                <a:lnTo>
                  <a:pt x="42338" y="15360"/>
                </a:lnTo>
                <a:lnTo>
                  <a:pt x="42338" y="14987"/>
                </a:lnTo>
                <a:lnTo>
                  <a:pt x="42754" y="14242"/>
                </a:lnTo>
                <a:lnTo>
                  <a:pt x="43171" y="13870"/>
                </a:lnTo>
                <a:lnTo>
                  <a:pt x="43171" y="13482"/>
                </a:lnTo>
                <a:lnTo>
                  <a:pt x="43588" y="12737"/>
                </a:lnTo>
                <a:lnTo>
                  <a:pt x="43588" y="12365"/>
                </a:lnTo>
                <a:lnTo>
                  <a:pt x="44004" y="11993"/>
                </a:lnTo>
                <a:lnTo>
                  <a:pt x="44004" y="11232"/>
                </a:lnTo>
                <a:lnTo>
                  <a:pt x="44421" y="10860"/>
                </a:lnTo>
                <a:lnTo>
                  <a:pt x="44855" y="10488"/>
                </a:lnTo>
                <a:lnTo>
                  <a:pt x="44855" y="9743"/>
                </a:lnTo>
                <a:lnTo>
                  <a:pt x="45272" y="9371"/>
                </a:lnTo>
                <a:lnTo>
                  <a:pt x="45272" y="8998"/>
                </a:lnTo>
                <a:lnTo>
                  <a:pt x="45688" y="8238"/>
                </a:lnTo>
                <a:lnTo>
                  <a:pt x="45688" y="7866"/>
                </a:lnTo>
                <a:lnTo>
                  <a:pt x="46105" y="7121"/>
                </a:lnTo>
                <a:lnTo>
                  <a:pt x="46521" y="6749"/>
                </a:lnTo>
                <a:lnTo>
                  <a:pt x="46521" y="6361"/>
                </a:lnTo>
                <a:lnTo>
                  <a:pt x="46938" y="5616"/>
                </a:lnTo>
                <a:lnTo>
                  <a:pt x="47372" y="5244"/>
                </a:lnTo>
                <a:lnTo>
                  <a:pt x="47372" y="4871"/>
                </a:lnTo>
                <a:lnTo>
                  <a:pt x="47789" y="4111"/>
                </a:lnTo>
                <a:lnTo>
                  <a:pt x="47789" y="3739"/>
                </a:lnTo>
                <a:lnTo>
                  <a:pt x="48205" y="3366"/>
                </a:lnTo>
                <a:lnTo>
                  <a:pt x="48205" y="2622"/>
                </a:lnTo>
                <a:lnTo>
                  <a:pt x="48622" y="2249"/>
                </a:lnTo>
                <a:lnTo>
                  <a:pt x="49038" y="1489"/>
                </a:lnTo>
                <a:lnTo>
                  <a:pt x="49038" y="1117"/>
                </a:lnTo>
                <a:lnTo>
                  <a:pt x="49455" y="744"/>
                </a:lnTo>
                <a:lnTo>
                  <a:pt x="49872" y="0"/>
                </a:lnTo>
              </a:path>
            </a:pathLst>
          </a:custGeom>
          <a:ln w="238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164098" y="4801407"/>
            <a:ext cx="49472" cy="100088"/>
          </a:xfrm>
          <a:custGeom>
            <a:avLst/>
            <a:gdLst/>
            <a:ahLst/>
            <a:cxnLst/>
            <a:rect l="l" t="t" r="r" b="b"/>
            <a:pathLst>
              <a:path w="49472" h="100088">
                <a:moveTo>
                  <a:pt x="0" y="100088"/>
                </a:moveTo>
                <a:lnTo>
                  <a:pt x="0" y="99715"/>
                </a:lnTo>
                <a:lnTo>
                  <a:pt x="433" y="99328"/>
                </a:lnTo>
                <a:lnTo>
                  <a:pt x="433" y="98583"/>
                </a:lnTo>
                <a:lnTo>
                  <a:pt x="850" y="98210"/>
                </a:lnTo>
                <a:lnTo>
                  <a:pt x="1267" y="97838"/>
                </a:lnTo>
                <a:lnTo>
                  <a:pt x="1267" y="97078"/>
                </a:lnTo>
                <a:lnTo>
                  <a:pt x="1683" y="96705"/>
                </a:lnTo>
                <a:lnTo>
                  <a:pt x="1683" y="95961"/>
                </a:lnTo>
                <a:lnTo>
                  <a:pt x="2100" y="95588"/>
                </a:lnTo>
                <a:lnTo>
                  <a:pt x="2100" y="95216"/>
                </a:lnTo>
                <a:lnTo>
                  <a:pt x="2517" y="94456"/>
                </a:lnTo>
                <a:lnTo>
                  <a:pt x="2933" y="94083"/>
                </a:lnTo>
                <a:lnTo>
                  <a:pt x="2933" y="93711"/>
                </a:lnTo>
                <a:lnTo>
                  <a:pt x="3367" y="92966"/>
                </a:lnTo>
                <a:lnTo>
                  <a:pt x="3784" y="92594"/>
                </a:lnTo>
                <a:lnTo>
                  <a:pt x="3784" y="92206"/>
                </a:lnTo>
                <a:lnTo>
                  <a:pt x="4200" y="91461"/>
                </a:lnTo>
                <a:lnTo>
                  <a:pt x="4200" y="91089"/>
                </a:lnTo>
                <a:lnTo>
                  <a:pt x="4617" y="90344"/>
                </a:lnTo>
                <a:lnTo>
                  <a:pt x="4617" y="89956"/>
                </a:lnTo>
                <a:lnTo>
                  <a:pt x="5034" y="89584"/>
                </a:lnTo>
                <a:lnTo>
                  <a:pt x="5450" y="88839"/>
                </a:lnTo>
                <a:lnTo>
                  <a:pt x="5450" y="88467"/>
                </a:lnTo>
                <a:lnTo>
                  <a:pt x="5867" y="88095"/>
                </a:lnTo>
                <a:lnTo>
                  <a:pt x="5867" y="87334"/>
                </a:lnTo>
                <a:lnTo>
                  <a:pt x="6301" y="86962"/>
                </a:lnTo>
                <a:lnTo>
                  <a:pt x="6301" y="86590"/>
                </a:lnTo>
                <a:lnTo>
                  <a:pt x="6717" y="85845"/>
                </a:lnTo>
                <a:lnTo>
                  <a:pt x="7134" y="85472"/>
                </a:lnTo>
                <a:lnTo>
                  <a:pt x="7551" y="85085"/>
                </a:lnTo>
                <a:lnTo>
                  <a:pt x="7551" y="84340"/>
                </a:lnTo>
                <a:lnTo>
                  <a:pt x="7967" y="83968"/>
                </a:lnTo>
                <a:lnTo>
                  <a:pt x="7967" y="83595"/>
                </a:lnTo>
                <a:lnTo>
                  <a:pt x="8384" y="82835"/>
                </a:lnTo>
                <a:lnTo>
                  <a:pt x="8384" y="82463"/>
                </a:lnTo>
                <a:lnTo>
                  <a:pt x="8800" y="82090"/>
                </a:lnTo>
                <a:lnTo>
                  <a:pt x="9234" y="81345"/>
                </a:lnTo>
                <a:lnTo>
                  <a:pt x="9234" y="80973"/>
                </a:lnTo>
                <a:lnTo>
                  <a:pt x="9651" y="80585"/>
                </a:lnTo>
                <a:lnTo>
                  <a:pt x="9651" y="79840"/>
                </a:lnTo>
                <a:lnTo>
                  <a:pt x="10068" y="79468"/>
                </a:lnTo>
                <a:lnTo>
                  <a:pt x="10484" y="79096"/>
                </a:lnTo>
                <a:lnTo>
                  <a:pt x="10484" y="78351"/>
                </a:lnTo>
                <a:lnTo>
                  <a:pt x="10901" y="77963"/>
                </a:lnTo>
                <a:lnTo>
                  <a:pt x="10901" y="77218"/>
                </a:lnTo>
                <a:lnTo>
                  <a:pt x="11318" y="76846"/>
                </a:lnTo>
                <a:lnTo>
                  <a:pt x="11751" y="76474"/>
                </a:lnTo>
                <a:lnTo>
                  <a:pt x="11751" y="75713"/>
                </a:lnTo>
                <a:lnTo>
                  <a:pt x="12168" y="75341"/>
                </a:lnTo>
                <a:lnTo>
                  <a:pt x="12168" y="74969"/>
                </a:lnTo>
                <a:lnTo>
                  <a:pt x="12585" y="74224"/>
                </a:lnTo>
                <a:lnTo>
                  <a:pt x="12585" y="73852"/>
                </a:lnTo>
                <a:lnTo>
                  <a:pt x="13001" y="73464"/>
                </a:lnTo>
                <a:lnTo>
                  <a:pt x="13418" y="72719"/>
                </a:lnTo>
                <a:lnTo>
                  <a:pt x="13418" y="72347"/>
                </a:lnTo>
                <a:lnTo>
                  <a:pt x="13835" y="71602"/>
                </a:lnTo>
                <a:lnTo>
                  <a:pt x="14251" y="71214"/>
                </a:lnTo>
                <a:lnTo>
                  <a:pt x="14251" y="70842"/>
                </a:lnTo>
                <a:lnTo>
                  <a:pt x="14685" y="70097"/>
                </a:lnTo>
                <a:lnTo>
                  <a:pt x="14685" y="69725"/>
                </a:lnTo>
                <a:lnTo>
                  <a:pt x="15102" y="69352"/>
                </a:lnTo>
                <a:lnTo>
                  <a:pt x="15518" y="68592"/>
                </a:lnTo>
                <a:lnTo>
                  <a:pt x="15518" y="68220"/>
                </a:lnTo>
                <a:lnTo>
                  <a:pt x="15935" y="67847"/>
                </a:lnTo>
                <a:lnTo>
                  <a:pt x="15935" y="67103"/>
                </a:lnTo>
                <a:lnTo>
                  <a:pt x="16352" y="66730"/>
                </a:lnTo>
                <a:lnTo>
                  <a:pt x="16352" y="66342"/>
                </a:lnTo>
                <a:lnTo>
                  <a:pt x="16768" y="65598"/>
                </a:lnTo>
                <a:lnTo>
                  <a:pt x="17185" y="65225"/>
                </a:lnTo>
                <a:lnTo>
                  <a:pt x="17185" y="64853"/>
                </a:lnTo>
                <a:lnTo>
                  <a:pt x="17619" y="64093"/>
                </a:lnTo>
                <a:lnTo>
                  <a:pt x="18035" y="63720"/>
                </a:lnTo>
                <a:lnTo>
                  <a:pt x="18035" y="63348"/>
                </a:lnTo>
                <a:lnTo>
                  <a:pt x="18452" y="62603"/>
                </a:lnTo>
                <a:lnTo>
                  <a:pt x="18452" y="62231"/>
                </a:lnTo>
                <a:lnTo>
                  <a:pt x="18869" y="61858"/>
                </a:lnTo>
                <a:lnTo>
                  <a:pt x="18869" y="61098"/>
                </a:lnTo>
                <a:lnTo>
                  <a:pt x="19285" y="60726"/>
                </a:lnTo>
                <a:lnTo>
                  <a:pt x="19702" y="60353"/>
                </a:lnTo>
                <a:lnTo>
                  <a:pt x="19702" y="59609"/>
                </a:lnTo>
                <a:lnTo>
                  <a:pt x="20118" y="59221"/>
                </a:lnTo>
                <a:lnTo>
                  <a:pt x="20118" y="58848"/>
                </a:lnTo>
                <a:lnTo>
                  <a:pt x="20552" y="58104"/>
                </a:lnTo>
                <a:lnTo>
                  <a:pt x="20969" y="57731"/>
                </a:lnTo>
                <a:lnTo>
                  <a:pt x="20969" y="56971"/>
                </a:lnTo>
                <a:lnTo>
                  <a:pt x="21386" y="56599"/>
                </a:lnTo>
                <a:lnTo>
                  <a:pt x="21386" y="56226"/>
                </a:lnTo>
                <a:lnTo>
                  <a:pt x="21802" y="55482"/>
                </a:lnTo>
                <a:lnTo>
                  <a:pt x="22219" y="55109"/>
                </a:lnTo>
                <a:lnTo>
                  <a:pt x="22219" y="54737"/>
                </a:lnTo>
                <a:lnTo>
                  <a:pt x="22636" y="53977"/>
                </a:lnTo>
                <a:lnTo>
                  <a:pt x="22636" y="53604"/>
                </a:lnTo>
                <a:lnTo>
                  <a:pt x="23052" y="52860"/>
                </a:lnTo>
                <a:lnTo>
                  <a:pt x="23486" y="52487"/>
                </a:lnTo>
                <a:lnTo>
                  <a:pt x="23486" y="52099"/>
                </a:lnTo>
                <a:lnTo>
                  <a:pt x="23903" y="51355"/>
                </a:lnTo>
                <a:lnTo>
                  <a:pt x="24319" y="50982"/>
                </a:lnTo>
                <a:lnTo>
                  <a:pt x="24319" y="50610"/>
                </a:lnTo>
                <a:lnTo>
                  <a:pt x="24736" y="49850"/>
                </a:lnTo>
                <a:lnTo>
                  <a:pt x="24736" y="49477"/>
                </a:lnTo>
                <a:lnTo>
                  <a:pt x="25153" y="49105"/>
                </a:lnTo>
                <a:lnTo>
                  <a:pt x="25153" y="48360"/>
                </a:lnTo>
                <a:lnTo>
                  <a:pt x="25569" y="47988"/>
                </a:lnTo>
                <a:lnTo>
                  <a:pt x="26003" y="47600"/>
                </a:lnTo>
                <a:lnTo>
                  <a:pt x="26003" y="46855"/>
                </a:lnTo>
                <a:lnTo>
                  <a:pt x="26420" y="46483"/>
                </a:lnTo>
                <a:lnTo>
                  <a:pt x="26420" y="46111"/>
                </a:lnTo>
                <a:lnTo>
                  <a:pt x="26836" y="45366"/>
                </a:lnTo>
                <a:lnTo>
                  <a:pt x="26836" y="44978"/>
                </a:lnTo>
                <a:lnTo>
                  <a:pt x="27253" y="44606"/>
                </a:lnTo>
                <a:lnTo>
                  <a:pt x="27670" y="43861"/>
                </a:lnTo>
                <a:lnTo>
                  <a:pt x="27670" y="43488"/>
                </a:lnTo>
                <a:lnTo>
                  <a:pt x="28086" y="43116"/>
                </a:lnTo>
                <a:lnTo>
                  <a:pt x="28503" y="42356"/>
                </a:lnTo>
                <a:lnTo>
                  <a:pt x="28503" y="41984"/>
                </a:lnTo>
                <a:lnTo>
                  <a:pt x="28937" y="41611"/>
                </a:lnTo>
                <a:lnTo>
                  <a:pt x="28937" y="40866"/>
                </a:lnTo>
                <a:lnTo>
                  <a:pt x="29353" y="40479"/>
                </a:lnTo>
                <a:lnTo>
                  <a:pt x="29353" y="40106"/>
                </a:lnTo>
                <a:lnTo>
                  <a:pt x="29770" y="39361"/>
                </a:lnTo>
                <a:lnTo>
                  <a:pt x="30187" y="38989"/>
                </a:lnTo>
                <a:lnTo>
                  <a:pt x="30187" y="38244"/>
                </a:lnTo>
                <a:lnTo>
                  <a:pt x="30603" y="37856"/>
                </a:lnTo>
                <a:lnTo>
                  <a:pt x="30603" y="37484"/>
                </a:lnTo>
                <a:lnTo>
                  <a:pt x="31020" y="36739"/>
                </a:lnTo>
                <a:lnTo>
                  <a:pt x="31436" y="36367"/>
                </a:lnTo>
                <a:lnTo>
                  <a:pt x="31436" y="35995"/>
                </a:lnTo>
                <a:lnTo>
                  <a:pt x="31870" y="35234"/>
                </a:lnTo>
                <a:lnTo>
                  <a:pt x="32287" y="34862"/>
                </a:lnTo>
                <a:lnTo>
                  <a:pt x="32287" y="34490"/>
                </a:lnTo>
                <a:lnTo>
                  <a:pt x="32704" y="33745"/>
                </a:lnTo>
                <a:lnTo>
                  <a:pt x="32704" y="33357"/>
                </a:lnTo>
                <a:lnTo>
                  <a:pt x="33120" y="32985"/>
                </a:lnTo>
                <a:lnTo>
                  <a:pt x="33120" y="32240"/>
                </a:lnTo>
                <a:lnTo>
                  <a:pt x="33537" y="31868"/>
                </a:lnTo>
                <a:lnTo>
                  <a:pt x="33954" y="31495"/>
                </a:lnTo>
                <a:lnTo>
                  <a:pt x="33954" y="30735"/>
                </a:lnTo>
                <a:lnTo>
                  <a:pt x="34370" y="30363"/>
                </a:lnTo>
                <a:lnTo>
                  <a:pt x="34804" y="29990"/>
                </a:lnTo>
                <a:lnTo>
                  <a:pt x="34804" y="29246"/>
                </a:lnTo>
                <a:lnTo>
                  <a:pt x="35221" y="28873"/>
                </a:lnTo>
                <a:lnTo>
                  <a:pt x="35221" y="28485"/>
                </a:lnTo>
                <a:lnTo>
                  <a:pt x="35637" y="27741"/>
                </a:lnTo>
                <a:lnTo>
                  <a:pt x="35637" y="27368"/>
                </a:lnTo>
                <a:lnTo>
                  <a:pt x="36054" y="26996"/>
                </a:lnTo>
                <a:lnTo>
                  <a:pt x="36471" y="26236"/>
                </a:lnTo>
                <a:lnTo>
                  <a:pt x="36471" y="25863"/>
                </a:lnTo>
                <a:lnTo>
                  <a:pt x="36887" y="25491"/>
                </a:lnTo>
                <a:lnTo>
                  <a:pt x="36887" y="24746"/>
                </a:lnTo>
                <a:lnTo>
                  <a:pt x="37304" y="24374"/>
                </a:lnTo>
                <a:lnTo>
                  <a:pt x="37304" y="23614"/>
                </a:lnTo>
                <a:lnTo>
                  <a:pt x="37738" y="23241"/>
                </a:lnTo>
                <a:lnTo>
                  <a:pt x="38154" y="22869"/>
                </a:lnTo>
                <a:lnTo>
                  <a:pt x="38154" y="22496"/>
                </a:lnTo>
                <a:lnTo>
                  <a:pt x="38571" y="21752"/>
                </a:lnTo>
                <a:lnTo>
                  <a:pt x="38988" y="21364"/>
                </a:lnTo>
                <a:lnTo>
                  <a:pt x="38988" y="20992"/>
                </a:lnTo>
                <a:lnTo>
                  <a:pt x="39404" y="20247"/>
                </a:lnTo>
                <a:lnTo>
                  <a:pt x="39404" y="19874"/>
                </a:lnTo>
                <a:lnTo>
                  <a:pt x="39821" y="19502"/>
                </a:lnTo>
                <a:lnTo>
                  <a:pt x="40255" y="18742"/>
                </a:lnTo>
                <a:lnTo>
                  <a:pt x="40255" y="18369"/>
                </a:lnTo>
                <a:lnTo>
                  <a:pt x="40671" y="17997"/>
                </a:lnTo>
                <a:lnTo>
                  <a:pt x="40671" y="17252"/>
                </a:lnTo>
                <a:lnTo>
                  <a:pt x="41088" y="16864"/>
                </a:lnTo>
                <a:lnTo>
                  <a:pt x="41088" y="16492"/>
                </a:lnTo>
                <a:lnTo>
                  <a:pt x="41505" y="15747"/>
                </a:lnTo>
                <a:lnTo>
                  <a:pt x="41921" y="15375"/>
                </a:lnTo>
                <a:lnTo>
                  <a:pt x="41921" y="14615"/>
                </a:lnTo>
                <a:lnTo>
                  <a:pt x="42338" y="14242"/>
                </a:lnTo>
                <a:lnTo>
                  <a:pt x="42754" y="13870"/>
                </a:lnTo>
                <a:lnTo>
                  <a:pt x="42754" y="13125"/>
                </a:lnTo>
                <a:lnTo>
                  <a:pt x="43188" y="12753"/>
                </a:lnTo>
                <a:lnTo>
                  <a:pt x="43188" y="12381"/>
                </a:lnTo>
                <a:lnTo>
                  <a:pt x="43605" y="11620"/>
                </a:lnTo>
                <a:lnTo>
                  <a:pt x="43605" y="11248"/>
                </a:lnTo>
                <a:lnTo>
                  <a:pt x="44022" y="10876"/>
                </a:lnTo>
                <a:lnTo>
                  <a:pt x="44438" y="10131"/>
                </a:lnTo>
                <a:lnTo>
                  <a:pt x="44438" y="9743"/>
                </a:lnTo>
                <a:lnTo>
                  <a:pt x="44855" y="9371"/>
                </a:lnTo>
                <a:lnTo>
                  <a:pt x="45272" y="8998"/>
                </a:lnTo>
                <a:lnTo>
                  <a:pt x="45272" y="8254"/>
                </a:lnTo>
                <a:lnTo>
                  <a:pt x="45688" y="7881"/>
                </a:lnTo>
                <a:lnTo>
                  <a:pt x="45688" y="7493"/>
                </a:lnTo>
                <a:lnTo>
                  <a:pt x="46122" y="6749"/>
                </a:lnTo>
                <a:lnTo>
                  <a:pt x="46122" y="6376"/>
                </a:lnTo>
                <a:lnTo>
                  <a:pt x="46539" y="6004"/>
                </a:lnTo>
                <a:lnTo>
                  <a:pt x="46955" y="5259"/>
                </a:lnTo>
                <a:lnTo>
                  <a:pt x="46955" y="4871"/>
                </a:lnTo>
                <a:lnTo>
                  <a:pt x="47372" y="4127"/>
                </a:lnTo>
                <a:lnTo>
                  <a:pt x="47372" y="3754"/>
                </a:lnTo>
                <a:lnTo>
                  <a:pt x="47789" y="3382"/>
                </a:lnTo>
                <a:lnTo>
                  <a:pt x="48205" y="2622"/>
                </a:lnTo>
                <a:lnTo>
                  <a:pt x="48205" y="2249"/>
                </a:lnTo>
                <a:lnTo>
                  <a:pt x="48622" y="1877"/>
                </a:lnTo>
                <a:lnTo>
                  <a:pt x="49056" y="1132"/>
                </a:lnTo>
                <a:lnTo>
                  <a:pt x="49056" y="760"/>
                </a:lnTo>
                <a:lnTo>
                  <a:pt x="49472" y="372"/>
                </a:lnTo>
                <a:lnTo>
                  <a:pt x="49472" y="0"/>
                </a:lnTo>
              </a:path>
            </a:pathLst>
          </a:custGeom>
          <a:ln w="2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213570" y="4703584"/>
            <a:ext cx="49872" cy="97823"/>
          </a:xfrm>
          <a:custGeom>
            <a:avLst/>
            <a:gdLst/>
            <a:ahLst/>
            <a:cxnLst/>
            <a:rect l="l" t="t" r="r" b="b"/>
            <a:pathLst>
              <a:path w="49872" h="97823">
                <a:moveTo>
                  <a:pt x="0" y="97823"/>
                </a:moveTo>
                <a:lnTo>
                  <a:pt x="416" y="97078"/>
                </a:lnTo>
                <a:lnTo>
                  <a:pt x="416" y="96705"/>
                </a:lnTo>
                <a:lnTo>
                  <a:pt x="833" y="96333"/>
                </a:lnTo>
                <a:lnTo>
                  <a:pt x="1249" y="95573"/>
                </a:lnTo>
                <a:lnTo>
                  <a:pt x="1249" y="95200"/>
                </a:lnTo>
                <a:lnTo>
                  <a:pt x="1666" y="94828"/>
                </a:lnTo>
                <a:lnTo>
                  <a:pt x="1666" y="94083"/>
                </a:lnTo>
                <a:lnTo>
                  <a:pt x="2083" y="93711"/>
                </a:lnTo>
                <a:lnTo>
                  <a:pt x="2517" y="92951"/>
                </a:lnTo>
                <a:lnTo>
                  <a:pt x="2517" y="92578"/>
                </a:lnTo>
                <a:lnTo>
                  <a:pt x="2933" y="92206"/>
                </a:lnTo>
                <a:lnTo>
                  <a:pt x="2933" y="91461"/>
                </a:lnTo>
                <a:lnTo>
                  <a:pt x="3350" y="91073"/>
                </a:lnTo>
                <a:lnTo>
                  <a:pt x="3766" y="90701"/>
                </a:lnTo>
                <a:lnTo>
                  <a:pt x="3766" y="90329"/>
                </a:lnTo>
                <a:lnTo>
                  <a:pt x="4183" y="89584"/>
                </a:lnTo>
                <a:lnTo>
                  <a:pt x="4183" y="89212"/>
                </a:lnTo>
                <a:lnTo>
                  <a:pt x="4600" y="88824"/>
                </a:lnTo>
                <a:lnTo>
                  <a:pt x="4600" y="88079"/>
                </a:lnTo>
                <a:lnTo>
                  <a:pt x="5034" y="87707"/>
                </a:lnTo>
                <a:lnTo>
                  <a:pt x="5450" y="87334"/>
                </a:lnTo>
                <a:lnTo>
                  <a:pt x="5450" y="86590"/>
                </a:lnTo>
                <a:lnTo>
                  <a:pt x="5867" y="86202"/>
                </a:lnTo>
                <a:lnTo>
                  <a:pt x="6283" y="85829"/>
                </a:lnTo>
                <a:lnTo>
                  <a:pt x="6283" y="85085"/>
                </a:lnTo>
                <a:lnTo>
                  <a:pt x="6700" y="84712"/>
                </a:lnTo>
                <a:lnTo>
                  <a:pt x="6700" y="84340"/>
                </a:lnTo>
                <a:lnTo>
                  <a:pt x="7117" y="83580"/>
                </a:lnTo>
                <a:lnTo>
                  <a:pt x="7533" y="83207"/>
                </a:lnTo>
                <a:lnTo>
                  <a:pt x="7533" y="82835"/>
                </a:lnTo>
                <a:lnTo>
                  <a:pt x="7967" y="82090"/>
                </a:lnTo>
                <a:lnTo>
                  <a:pt x="7967" y="81702"/>
                </a:lnTo>
                <a:lnTo>
                  <a:pt x="8384" y="81330"/>
                </a:lnTo>
                <a:lnTo>
                  <a:pt x="8384" y="80585"/>
                </a:lnTo>
                <a:lnTo>
                  <a:pt x="8800" y="80213"/>
                </a:lnTo>
                <a:lnTo>
                  <a:pt x="9217" y="79840"/>
                </a:lnTo>
                <a:lnTo>
                  <a:pt x="9217" y="79468"/>
                </a:lnTo>
                <a:lnTo>
                  <a:pt x="9634" y="78708"/>
                </a:lnTo>
                <a:lnTo>
                  <a:pt x="10050" y="78336"/>
                </a:lnTo>
                <a:lnTo>
                  <a:pt x="10050" y="77591"/>
                </a:lnTo>
                <a:lnTo>
                  <a:pt x="10467" y="77218"/>
                </a:lnTo>
                <a:lnTo>
                  <a:pt x="10467" y="76831"/>
                </a:lnTo>
                <a:lnTo>
                  <a:pt x="10901" y="76086"/>
                </a:lnTo>
                <a:lnTo>
                  <a:pt x="10901" y="75713"/>
                </a:lnTo>
                <a:lnTo>
                  <a:pt x="11318" y="75341"/>
                </a:lnTo>
                <a:lnTo>
                  <a:pt x="11734" y="74581"/>
                </a:lnTo>
                <a:lnTo>
                  <a:pt x="11734" y="74208"/>
                </a:lnTo>
                <a:lnTo>
                  <a:pt x="12151" y="73836"/>
                </a:lnTo>
                <a:lnTo>
                  <a:pt x="12151" y="73464"/>
                </a:lnTo>
                <a:lnTo>
                  <a:pt x="12567" y="72719"/>
                </a:lnTo>
                <a:lnTo>
                  <a:pt x="12984" y="72331"/>
                </a:lnTo>
                <a:lnTo>
                  <a:pt x="12984" y="71959"/>
                </a:lnTo>
                <a:lnTo>
                  <a:pt x="13401" y="71214"/>
                </a:lnTo>
                <a:lnTo>
                  <a:pt x="13401" y="70842"/>
                </a:lnTo>
                <a:lnTo>
                  <a:pt x="13835" y="70469"/>
                </a:lnTo>
                <a:lnTo>
                  <a:pt x="14251" y="69709"/>
                </a:lnTo>
                <a:lnTo>
                  <a:pt x="14251" y="69337"/>
                </a:lnTo>
                <a:lnTo>
                  <a:pt x="14668" y="68592"/>
                </a:lnTo>
                <a:lnTo>
                  <a:pt x="14668" y="68220"/>
                </a:lnTo>
                <a:lnTo>
                  <a:pt x="15084" y="67847"/>
                </a:lnTo>
                <a:lnTo>
                  <a:pt x="15501" y="67459"/>
                </a:lnTo>
                <a:lnTo>
                  <a:pt x="15501" y="66715"/>
                </a:lnTo>
                <a:lnTo>
                  <a:pt x="15918" y="66342"/>
                </a:lnTo>
                <a:lnTo>
                  <a:pt x="16334" y="65970"/>
                </a:lnTo>
                <a:lnTo>
                  <a:pt x="16334" y="65210"/>
                </a:lnTo>
                <a:lnTo>
                  <a:pt x="16768" y="64837"/>
                </a:lnTo>
                <a:lnTo>
                  <a:pt x="16768" y="64465"/>
                </a:lnTo>
                <a:lnTo>
                  <a:pt x="17185" y="63720"/>
                </a:lnTo>
                <a:lnTo>
                  <a:pt x="17185" y="63348"/>
                </a:lnTo>
                <a:lnTo>
                  <a:pt x="17601" y="62976"/>
                </a:lnTo>
                <a:lnTo>
                  <a:pt x="18018" y="62215"/>
                </a:lnTo>
                <a:lnTo>
                  <a:pt x="18018" y="61843"/>
                </a:lnTo>
                <a:lnTo>
                  <a:pt x="18435" y="61471"/>
                </a:lnTo>
                <a:lnTo>
                  <a:pt x="18435" y="60726"/>
                </a:lnTo>
                <a:lnTo>
                  <a:pt x="18851" y="60338"/>
                </a:lnTo>
                <a:lnTo>
                  <a:pt x="18851" y="59966"/>
                </a:lnTo>
                <a:lnTo>
                  <a:pt x="19285" y="59593"/>
                </a:lnTo>
                <a:lnTo>
                  <a:pt x="19702" y="58848"/>
                </a:lnTo>
                <a:lnTo>
                  <a:pt x="19702" y="58476"/>
                </a:lnTo>
                <a:lnTo>
                  <a:pt x="20118" y="58088"/>
                </a:lnTo>
                <a:lnTo>
                  <a:pt x="20535" y="57344"/>
                </a:lnTo>
                <a:lnTo>
                  <a:pt x="20535" y="56971"/>
                </a:lnTo>
                <a:lnTo>
                  <a:pt x="20952" y="56599"/>
                </a:lnTo>
                <a:lnTo>
                  <a:pt x="20952" y="55854"/>
                </a:lnTo>
                <a:lnTo>
                  <a:pt x="21368" y="55466"/>
                </a:lnTo>
                <a:lnTo>
                  <a:pt x="21368" y="55094"/>
                </a:lnTo>
                <a:lnTo>
                  <a:pt x="21785" y="54349"/>
                </a:lnTo>
                <a:lnTo>
                  <a:pt x="22219" y="53977"/>
                </a:lnTo>
                <a:lnTo>
                  <a:pt x="22219" y="53604"/>
                </a:lnTo>
                <a:lnTo>
                  <a:pt x="22636" y="53216"/>
                </a:lnTo>
                <a:lnTo>
                  <a:pt x="22636" y="52472"/>
                </a:lnTo>
                <a:lnTo>
                  <a:pt x="23052" y="52099"/>
                </a:lnTo>
                <a:lnTo>
                  <a:pt x="23469" y="51727"/>
                </a:lnTo>
                <a:lnTo>
                  <a:pt x="23469" y="50967"/>
                </a:lnTo>
                <a:lnTo>
                  <a:pt x="23885" y="50594"/>
                </a:lnTo>
                <a:lnTo>
                  <a:pt x="24302" y="50222"/>
                </a:lnTo>
                <a:lnTo>
                  <a:pt x="24302" y="49477"/>
                </a:lnTo>
                <a:lnTo>
                  <a:pt x="24719" y="49105"/>
                </a:lnTo>
                <a:lnTo>
                  <a:pt x="24719" y="48717"/>
                </a:lnTo>
                <a:lnTo>
                  <a:pt x="25153" y="47972"/>
                </a:lnTo>
                <a:lnTo>
                  <a:pt x="25153" y="47600"/>
                </a:lnTo>
                <a:lnTo>
                  <a:pt x="25569" y="47228"/>
                </a:lnTo>
                <a:lnTo>
                  <a:pt x="25986" y="46855"/>
                </a:lnTo>
                <a:lnTo>
                  <a:pt x="25986" y="46095"/>
                </a:lnTo>
                <a:lnTo>
                  <a:pt x="26402" y="45723"/>
                </a:lnTo>
                <a:lnTo>
                  <a:pt x="26819" y="44978"/>
                </a:lnTo>
                <a:lnTo>
                  <a:pt x="26819" y="44606"/>
                </a:lnTo>
                <a:lnTo>
                  <a:pt x="27236" y="44233"/>
                </a:lnTo>
                <a:lnTo>
                  <a:pt x="27236" y="43473"/>
                </a:lnTo>
                <a:lnTo>
                  <a:pt x="27652" y="43101"/>
                </a:lnTo>
                <a:lnTo>
                  <a:pt x="27652" y="42728"/>
                </a:lnTo>
                <a:lnTo>
                  <a:pt x="28086" y="42356"/>
                </a:lnTo>
                <a:lnTo>
                  <a:pt x="28503" y="41596"/>
                </a:lnTo>
                <a:lnTo>
                  <a:pt x="28503" y="41223"/>
                </a:lnTo>
                <a:lnTo>
                  <a:pt x="28919" y="40851"/>
                </a:lnTo>
                <a:lnTo>
                  <a:pt x="28919" y="40106"/>
                </a:lnTo>
                <a:lnTo>
                  <a:pt x="29336" y="39734"/>
                </a:lnTo>
                <a:lnTo>
                  <a:pt x="29336" y="39361"/>
                </a:lnTo>
                <a:lnTo>
                  <a:pt x="29753" y="38601"/>
                </a:lnTo>
                <a:lnTo>
                  <a:pt x="30169" y="38229"/>
                </a:lnTo>
                <a:lnTo>
                  <a:pt x="30169" y="37856"/>
                </a:lnTo>
                <a:lnTo>
                  <a:pt x="30586" y="37484"/>
                </a:lnTo>
                <a:lnTo>
                  <a:pt x="31020" y="36724"/>
                </a:lnTo>
                <a:lnTo>
                  <a:pt x="31020" y="36352"/>
                </a:lnTo>
                <a:lnTo>
                  <a:pt x="31436" y="35979"/>
                </a:lnTo>
                <a:lnTo>
                  <a:pt x="31436" y="35234"/>
                </a:lnTo>
                <a:lnTo>
                  <a:pt x="31853" y="34862"/>
                </a:lnTo>
                <a:lnTo>
                  <a:pt x="32270" y="34474"/>
                </a:lnTo>
                <a:lnTo>
                  <a:pt x="32270" y="33729"/>
                </a:lnTo>
                <a:lnTo>
                  <a:pt x="32686" y="33357"/>
                </a:lnTo>
                <a:lnTo>
                  <a:pt x="32686" y="32985"/>
                </a:lnTo>
                <a:lnTo>
                  <a:pt x="33103" y="32612"/>
                </a:lnTo>
                <a:lnTo>
                  <a:pt x="33103" y="31852"/>
                </a:lnTo>
                <a:lnTo>
                  <a:pt x="33537" y="31480"/>
                </a:lnTo>
                <a:lnTo>
                  <a:pt x="33954" y="31107"/>
                </a:lnTo>
                <a:lnTo>
                  <a:pt x="33954" y="30363"/>
                </a:lnTo>
                <a:lnTo>
                  <a:pt x="34370" y="29990"/>
                </a:lnTo>
                <a:lnTo>
                  <a:pt x="34787" y="29602"/>
                </a:lnTo>
                <a:lnTo>
                  <a:pt x="34787" y="28858"/>
                </a:lnTo>
                <a:lnTo>
                  <a:pt x="35203" y="28485"/>
                </a:lnTo>
                <a:lnTo>
                  <a:pt x="35203" y="28113"/>
                </a:lnTo>
                <a:lnTo>
                  <a:pt x="35620" y="27353"/>
                </a:lnTo>
                <a:lnTo>
                  <a:pt x="35620" y="26980"/>
                </a:lnTo>
                <a:lnTo>
                  <a:pt x="36037" y="26608"/>
                </a:lnTo>
                <a:lnTo>
                  <a:pt x="36471" y="26236"/>
                </a:lnTo>
                <a:lnTo>
                  <a:pt x="36471" y="25491"/>
                </a:lnTo>
                <a:lnTo>
                  <a:pt x="36887" y="25103"/>
                </a:lnTo>
                <a:lnTo>
                  <a:pt x="37304" y="24731"/>
                </a:lnTo>
                <a:lnTo>
                  <a:pt x="37304" y="23986"/>
                </a:lnTo>
                <a:lnTo>
                  <a:pt x="37720" y="23614"/>
                </a:lnTo>
                <a:lnTo>
                  <a:pt x="37720" y="23241"/>
                </a:lnTo>
                <a:lnTo>
                  <a:pt x="38137" y="22869"/>
                </a:lnTo>
                <a:lnTo>
                  <a:pt x="38137" y="22109"/>
                </a:lnTo>
                <a:lnTo>
                  <a:pt x="38554" y="21736"/>
                </a:lnTo>
                <a:lnTo>
                  <a:pt x="38970" y="21364"/>
                </a:lnTo>
                <a:lnTo>
                  <a:pt x="38970" y="20619"/>
                </a:lnTo>
                <a:lnTo>
                  <a:pt x="39404" y="20231"/>
                </a:lnTo>
                <a:lnTo>
                  <a:pt x="39404" y="19859"/>
                </a:lnTo>
                <a:lnTo>
                  <a:pt x="39821" y="19114"/>
                </a:lnTo>
                <a:lnTo>
                  <a:pt x="40237" y="18742"/>
                </a:lnTo>
                <a:lnTo>
                  <a:pt x="40237" y="18369"/>
                </a:lnTo>
                <a:lnTo>
                  <a:pt x="40654" y="17982"/>
                </a:lnTo>
                <a:lnTo>
                  <a:pt x="41071" y="17237"/>
                </a:lnTo>
                <a:lnTo>
                  <a:pt x="41071" y="16864"/>
                </a:lnTo>
                <a:lnTo>
                  <a:pt x="41487" y="16492"/>
                </a:lnTo>
                <a:lnTo>
                  <a:pt x="41487" y="15732"/>
                </a:lnTo>
                <a:lnTo>
                  <a:pt x="41904" y="15360"/>
                </a:lnTo>
                <a:lnTo>
                  <a:pt x="41904" y="14987"/>
                </a:lnTo>
                <a:lnTo>
                  <a:pt x="42338" y="14242"/>
                </a:lnTo>
                <a:lnTo>
                  <a:pt x="42754" y="13870"/>
                </a:lnTo>
                <a:lnTo>
                  <a:pt x="42754" y="13498"/>
                </a:lnTo>
                <a:lnTo>
                  <a:pt x="43171" y="13110"/>
                </a:lnTo>
                <a:lnTo>
                  <a:pt x="43171" y="12365"/>
                </a:lnTo>
                <a:lnTo>
                  <a:pt x="43588" y="11993"/>
                </a:lnTo>
                <a:lnTo>
                  <a:pt x="44004" y="11620"/>
                </a:lnTo>
                <a:lnTo>
                  <a:pt x="44004" y="10860"/>
                </a:lnTo>
                <a:lnTo>
                  <a:pt x="44421" y="10488"/>
                </a:lnTo>
                <a:lnTo>
                  <a:pt x="44421" y="10115"/>
                </a:lnTo>
                <a:lnTo>
                  <a:pt x="44838" y="9743"/>
                </a:lnTo>
                <a:lnTo>
                  <a:pt x="45272" y="8998"/>
                </a:lnTo>
                <a:lnTo>
                  <a:pt x="45272" y="8610"/>
                </a:lnTo>
                <a:lnTo>
                  <a:pt x="45688" y="8238"/>
                </a:lnTo>
                <a:lnTo>
                  <a:pt x="45688" y="7866"/>
                </a:lnTo>
                <a:lnTo>
                  <a:pt x="46105" y="7121"/>
                </a:lnTo>
                <a:lnTo>
                  <a:pt x="46105" y="6749"/>
                </a:lnTo>
                <a:lnTo>
                  <a:pt x="46521" y="5988"/>
                </a:lnTo>
                <a:lnTo>
                  <a:pt x="46938" y="5616"/>
                </a:lnTo>
                <a:lnTo>
                  <a:pt x="46938" y="5244"/>
                </a:lnTo>
                <a:lnTo>
                  <a:pt x="47355" y="4871"/>
                </a:lnTo>
                <a:lnTo>
                  <a:pt x="47789" y="4499"/>
                </a:lnTo>
                <a:lnTo>
                  <a:pt x="47789" y="3739"/>
                </a:lnTo>
                <a:lnTo>
                  <a:pt x="48205" y="3366"/>
                </a:lnTo>
                <a:lnTo>
                  <a:pt x="48205" y="2994"/>
                </a:lnTo>
                <a:lnTo>
                  <a:pt x="48622" y="2249"/>
                </a:lnTo>
                <a:lnTo>
                  <a:pt x="49038" y="1877"/>
                </a:lnTo>
                <a:lnTo>
                  <a:pt x="49038" y="1489"/>
                </a:lnTo>
                <a:lnTo>
                  <a:pt x="49455" y="744"/>
                </a:lnTo>
                <a:lnTo>
                  <a:pt x="49455" y="372"/>
                </a:lnTo>
                <a:lnTo>
                  <a:pt x="49872" y="0"/>
                </a:lnTo>
              </a:path>
            </a:pathLst>
          </a:custGeom>
          <a:ln w="23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263443" y="4609872"/>
            <a:ext cx="49889" cy="93711"/>
          </a:xfrm>
          <a:custGeom>
            <a:avLst/>
            <a:gdLst/>
            <a:ahLst/>
            <a:cxnLst/>
            <a:rect l="l" t="t" r="r" b="b"/>
            <a:pathLst>
              <a:path w="49889" h="93711">
                <a:moveTo>
                  <a:pt x="0" y="93711"/>
                </a:moveTo>
                <a:lnTo>
                  <a:pt x="0" y="93339"/>
                </a:lnTo>
                <a:lnTo>
                  <a:pt x="416" y="92578"/>
                </a:lnTo>
                <a:lnTo>
                  <a:pt x="850" y="92206"/>
                </a:lnTo>
                <a:lnTo>
                  <a:pt x="850" y="91834"/>
                </a:lnTo>
                <a:lnTo>
                  <a:pt x="1267" y="91089"/>
                </a:lnTo>
                <a:lnTo>
                  <a:pt x="1683" y="90717"/>
                </a:lnTo>
                <a:lnTo>
                  <a:pt x="1683" y="90329"/>
                </a:lnTo>
                <a:lnTo>
                  <a:pt x="2100" y="89956"/>
                </a:lnTo>
                <a:lnTo>
                  <a:pt x="2100" y="89212"/>
                </a:lnTo>
                <a:lnTo>
                  <a:pt x="2517" y="88839"/>
                </a:lnTo>
                <a:lnTo>
                  <a:pt x="2517" y="88467"/>
                </a:lnTo>
                <a:lnTo>
                  <a:pt x="2933" y="87707"/>
                </a:lnTo>
                <a:lnTo>
                  <a:pt x="3350" y="87334"/>
                </a:lnTo>
                <a:lnTo>
                  <a:pt x="3350" y="86962"/>
                </a:lnTo>
                <a:lnTo>
                  <a:pt x="3784" y="86590"/>
                </a:lnTo>
                <a:lnTo>
                  <a:pt x="3784" y="85829"/>
                </a:lnTo>
                <a:lnTo>
                  <a:pt x="4200" y="85457"/>
                </a:lnTo>
                <a:lnTo>
                  <a:pt x="4617" y="85085"/>
                </a:lnTo>
                <a:lnTo>
                  <a:pt x="4617" y="84340"/>
                </a:lnTo>
                <a:lnTo>
                  <a:pt x="5034" y="83968"/>
                </a:lnTo>
                <a:lnTo>
                  <a:pt x="5034" y="83595"/>
                </a:lnTo>
                <a:lnTo>
                  <a:pt x="5450" y="83207"/>
                </a:lnTo>
                <a:lnTo>
                  <a:pt x="5867" y="82463"/>
                </a:lnTo>
                <a:lnTo>
                  <a:pt x="5867" y="82090"/>
                </a:lnTo>
                <a:lnTo>
                  <a:pt x="6283" y="81718"/>
                </a:lnTo>
                <a:lnTo>
                  <a:pt x="6283" y="81345"/>
                </a:lnTo>
                <a:lnTo>
                  <a:pt x="6717" y="80585"/>
                </a:lnTo>
                <a:lnTo>
                  <a:pt x="7134" y="80213"/>
                </a:lnTo>
                <a:lnTo>
                  <a:pt x="7134" y="79840"/>
                </a:lnTo>
                <a:lnTo>
                  <a:pt x="7551" y="79468"/>
                </a:lnTo>
                <a:lnTo>
                  <a:pt x="7551" y="78708"/>
                </a:lnTo>
                <a:lnTo>
                  <a:pt x="7967" y="78336"/>
                </a:lnTo>
                <a:lnTo>
                  <a:pt x="8384" y="77963"/>
                </a:lnTo>
                <a:lnTo>
                  <a:pt x="8384" y="77218"/>
                </a:lnTo>
                <a:lnTo>
                  <a:pt x="8800" y="76846"/>
                </a:lnTo>
                <a:lnTo>
                  <a:pt x="8800" y="76474"/>
                </a:lnTo>
                <a:lnTo>
                  <a:pt x="9217" y="76086"/>
                </a:lnTo>
                <a:lnTo>
                  <a:pt x="9651" y="75341"/>
                </a:lnTo>
                <a:lnTo>
                  <a:pt x="9651" y="74969"/>
                </a:lnTo>
                <a:lnTo>
                  <a:pt x="10068" y="74596"/>
                </a:lnTo>
                <a:lnTo>
                  <a:pt x="10068" y="73836"/>
                </a:lnTo>
                <a:lnTo>
                  <a:pt x="10484" y="73464"/>
                </a:lnTo>
                <a:lnTo>
                  <a:pt x="10484" y="73091"/>
                </a:lnTo>
                <a:lnTo>
                  <a:pt x="10901" y="72719"/>
                </a:lnTo>
                <a:lnTo>
                  <a:pt x="11318" y="71974"/>
                </a:lnTo>
                <a:lnTo>
                  <a:pt x="11318" y="71586"/>
                </a:lnTo>
                <a:lnTo>
                  <a:pt x="11734" y="71214"/>
                </a:lnTo>
                <a:lnTo>
                  <a:pt x="12168" y="70469"/>
                </a:lnTo>
                <a:lnTo>
                  <a:pt x="12168" y="70097"/>
                </a:lnTo>
                <a:lnTo>
                  <a:pt x="12585" y="69725"/>
                </a:lnTo>
                <a:lnTo>
                  <a:pt x="12585" y="69337"/>
                </a:lnTo>
                <a:lnTo>
                  <a:pt x="13001" y="68964"/>
                </a:lnTo>
                <a:lnTo>
                  <a:pt x="13001" y="68220"/>
                </a:lnTo>
                <a:lnTo>
                  <a:pt x="13418" y="67847"/>
                </a:lnTo>
                <a:lnTo>
                  <a:pt x="13835" y="67475"/>
                </a:lnTo>
                <a:lnTo>
                  <a:pt x="13835" y="66715"/>
                </a:lnTo>
                <a:lnTo>
                  <a:pt x="14251" y="66342"/>
                </a:lnTo>
                <a:lnTo>
                  <a:pt x="14251" y="65970"/>
                </a:lnTo>
                <a:lnTo>
                  <a:pt x="14668" y="65598"/>
                </a:lnTo>
                <a:lnTo>
                  <a:pt x="15102" y="64853"/>
                </a:lnTo>
                <a:lnTo>
                  <a:pt x="15102" y="64465"/>
                </a:lnTo>
                <a:lnTo>
                  <a:pt x="15518" y="64093"/>
                </a:lnTo>
                <a:lnTo>
                  <a:pt x="15935" y="63348"/>
                </a:lnTo>
                <a:lnTo>
                  <a:pt x="15935" y="62976"/>
                </a:lnTo>
                <a:lnTo>
                  <a:pt x="16352" y="62603"/>
                </a:lnTo>
                <a:lnTo>
                  <a:pt x="16352" y="62215"/>
                </a:lnTo>
                <a:lnTo>
                  <a:pt x="16768" y="61471"/>
                </a:lnTo>
                <a:lnTo>
                  <a:pt x="16768" y="61098"/>
                </a:lnTo>
                <a:lnTo>
                  <a:pt x="17185" y="60726"/>
                </a:lnTo>
                <a:lnTo>
                  <a:pt x="17601" y="60353"/>
                </a:lnTo>
                <a:lnTo>
                  <a:pt x="17601" y="59593"/>
                </a:lnTo>
                <a:lnTo>
                  <a:pt x="18035" y="59221"/>
                </a:lnTo>
                <a:lnTo>
                  <a:pt x="18452" y="58848"/>
                </a:lnTo>
                <a:lnTo>
                  <a:pt x="18452" y="58476"/>
                </a:lnTo>
                <a:lnTo>
                  <a:pt x="18869" y="57731"/>
                </a:lnTo>
                <a:lnTo>
                  <a:pt x="18869" y="57344"/>
                </a:lnTo>
                <a:lnTo>
                  <a:pt x="19285" y="56971"/>
                </a:lnTo>
                <a:lnTo>
                  <a:pt x="19285" y="56599"/>
                </a:lnTo>
                <a:lnTo>
                  <a:pt x="19702" y="55854"/>
                </a:lnTo>
                <a:lnTo>
                  <a:pt x="20118" y="55482"/>
                </a:lnTo>
                <a:lnTo>
                  <a:pt x="20118" y="55094"/>
                </a:lnTo>
                <a:lnTo>
                  <a:pt x="20535" y="54349"/>
                </a:lnTo>
                <a:lnTo>
                  <a:pt x="20535" y="53977"/>
                </a:lnTo>
                <a:lnTo>
                  <a:pt x="20969" y="53604"/>
                </a:lnTo>
                <a:lnTo>
                  <a:pt x="20969" y="53232"/>
                </a:lnTo>
                <a:lnTo>
                  <a:pt x="21386" y="52860"/>
                </a:lnTo>
                <a:lnTo>
                  <a:pt x="21802" y="52099"/>
                </a:lnTo>
                <a:lnTo>
                  <a:pt x="22219" y="51727"/>
                </a:lnTo>
                <a:lnTo>
                  <a:pt x="22219" y="51355"/>
                </a:lnTo>
                <a:lnTo>
                  <a:pt x="22636" y="50610"/>
                </a:lnTo>
                <a:lnTo>
                  <a:pt x="22636" y="50222"/>
                </a:lnTo>
                <a:lnTo>
                  <a:pt x="23052" y="49850"/>
                </a:lnTo>
                <a:lnTo>
                  <a:pt x="23052" y="49477"/>
                </a:lnTo>
                <a:lnTo>
                  <a:pt x="23469" y="48733"/>
                </a:lnTo>
                <a:lnTo>
                  <a:pt x="23903" y="48360"/>
                </a:lnTo>
                <a:lnTo>
                  <a:pt x="23903" y="47972"/>
                </a:lnTo>
                <a:lnTo>
                  <a:pt x="24319" y="47600"/>
                </a:lnTo>
                <a:lnTo>
                  <a:pt x="24319" y="46855"/>
                </a:lnTo>
                <a:lnTo>
                  <a:pt x="24736" y="46483"/>
                </a:lnTo>
                <a:lnTo>
                  <a:pt x="24736" y="46111"/>
                </a:lnTo>
                <a:lnTo>
                  <a:pt x="25153" y="45723"/>
                </a:lnTo>
                <a:lnTo>
                  <a:pt x="25569" y="44978"/>
                </a:lnTo>
                <a:lnTo>
                  <a:pt x="25569" y="44606"/>
                </a:lnTo>
                <a:lnTo>
                  <a:pt x="25986" y="44233"/>
                </a:lnTo>
                <a:lnTo>
                  <a:pt x="26420" y="43861"/>
                </a:lnTo>
                <a:lnTo>
                  <a:pt x="26420" y="43101"/>
                </a:lnTo>
                <a:lnTo>
                  <a:pt x="26836" y="42728"/>
                </a:lnTo>
                <a:lnTo>
                  <a:pt x="26836" y="42356"/>
                </a:lnTo>
                <a:lnTo>
                  <a:pt x="27253" y="41984"/>
                </a:lnTo>
                <a:lnTo>
                  <a:pt x="27253" y="41239"/>
                </a:lnTo>
                <a:lnTo>
                  <a:pt x="27670" y="40851"/>
                </a:lnTo>
                <a:lnTo>
                  <a:pt x="28086" y="40479"/>
                </a:lnTo>
                <a:lnTo>
                  <a:pt x="28086" y="40106"/>
                </a:lnTo>
                <a:lnTo>
                  <a:pt x="28503" y="39361"/>
                </a:lnTo>
                <a:lnTo>
                  <a:pt x="28919" y="38989"/>
                </a:lnTo>
                <a:lnTo>
                  <a:pt x="28919" y="38601"/>
                </a:lnTo>
                <a:lnTo>
                  <a:pt x="29353" y="38229"/>
                </a:lnTo>
                <a:lnTo>
                  <a:pt x="29353" y="37484"/>
                </a:lnTo>
                <a:lnTo>
                  <a:pt x="29770" y="37112"/>
                </a:lnTo>
                <a:lnTo>
                  <a:pt x="30187" y="36739"/>
                </a:lnTo>
                <a:lnTo>
                  <a:pt x="30187" y="36367"/>
                </a:lnTo>
                <a:lnTo>
                  <a:pt x="30603" y="35607"/>
                </a:lnTo>
                <a:lnTo>
                  <a:pt x="30603" y="35234"/>
                </a:lnTo>
                <a:lnTo>
                  <a:pt x="31020" y="34862"/>
                </a:lnTo>
                <a:lnTo>
                  <a:pt x="31020" y="34490"/>
                </a:lnTo>
                <a:lnTo>
                  <a:pt x="31436" y="34117"/>
                </a:lnTo>
                <a:lnTo>
                  <a:pt x="31853" y="33357"/>
                </a:lnTo>
                <a:lnTo>
                  <a:pt x="31853" y="32985"/>
                </a:lnTo>
                <a:lnTo>
                  <a:pt x="32287" y="32612"/>
                </a:lnTo>
                <a:lnTo>
                  <a:pt x="32704" y="31868"/>
                </a:lnTo>
                <a:lnTo>
                  <a:pt x="32704" y="31480"/>
                </a:lnTo>
                <a:lnTo>
                  <a:pt x="33120" y="31107"/>
                </a:lnTo>
                <a:lnTo>
                  <a:pt x="33120" y="30735"/>
                </a:lnTo>
                <a:lnTo>
                  <a:pt x="33537" y="29990"/>
                </a:lnTo>
                <a:lnTo>
                  <a:pt x="33537" y="29618"/>
                </a:lnTo>
                <a:lnTo>
                  <a:pt x="33954" y="29230"/>
                </a:lnTo>
                <a:lnTo>
                  <a:pt x="34370" y="28858"/>
                </a:lnTo>
                <a:lnTo>
                  <a:pt x="34370" y="28485"/>
                </a:lnTo>
                <a:lnTo>
                  <a:pt x="34787" y="27741"/>
                </a:lnTo>
                <a:lnTo>
                  <a:pt x="34787" y="27368"/>
                </a:lnTo>
                <a:lnTo>
                  <a:pt x="35221" y="26996"/>
                </a:lnTo>
                <a:lnTo>
                  <a:pt x="35637" y="26608"/>
                </a:lnTo>
                <a:lnTo>
                  <a:pt x="35637" y="25863"/>
                </a:lnTo>
                <a:lnTo>
                  <a:pt x="36054" y="25491"/>
                </a:lnTo>
                <a:lnTo>
                  <a:pt x="36054" y="25119"/>
                </a:lnTo>
                <a:lnTo>
                  <a:pt x="36471" y="24746"/>
                </a:lnTo>
                <a:lnTo>
                  <a:pt x="36887" y="23986"/>
                </a:lnTo>
                <a:lnTo>
                  <a:pt x="36887" y="23614"/>
                </a:lnTo>
                <a:lnTo>
                  <a:pt x="37304" y="23241"/>
                </a:lnTo>
                <a:lnTo>
                  <a:pt x="37304" y="22869"/>
                </a:lnTo>
                <a:lnTo>
                  <a:pt x="37738" y="22109"/>
                </a:lnTo>
                <a:lnTo>
                  <a:pt x="37738" y="21736"/>
                </a:lnTo>
                <a:lnTo>
                  <a:pt x="38154" y="21364"/>
                </a:lnTo>
                <a:lnTo>
                  <a:pt x="38571" y="20992"/>
                </a:lnTo>
                <a:lnTo>
                  <a:pt x="38571" y="20247"/>
                </a:lnTo>
                <a:lnTo>
                  <a:pt x="38988" y="19874"/>
                </a:lnTo>
                <a:lnTo>
                  <a:pt x="39404" y="19487"/>
                </a:lnTo>
                <a:lnTo>
                  <a:pt x="39404" y="19114"/>
                </a:lnTo>
                <a:lnTo>
                  <a:pt x="39821" y="18742"/>
                </a:lnTo>
                <a:lnTo>
                  <a:pt x="39821" y="17997"/>
                </a:lnTo>
                <a:lnTo>
                  <a:pt x="40237" y="17625"/>
                </a:lnTo>
                <a:lnTo>
                  <a:pt x="40671" y="17237"/>
                </a:lnTo>
                <a:lnTo>
                  <a:pt x="40671" y="16864"/>
                </a:lnTo>
                <a:lnTo>
                  <a:pt x="41088" y="16120"/>
                </a:lnTo>
                <a:lnTo>
                  <a:pt x="41088" y="15747"/>
                </a:lnTo>
                <a:lnTo>
                  <a:pt x="41505" y="15375"/>
                </a:lnTo>
                <a:lnTo>
                  <a:pt x="41505" y="14987"/>
                </a:lnTo>
                <a:lnTo>
                  <a:pt x="41921" y="14615"/>
                </a:lnTo>
                <a:lnTo>
                  <a:pt x="42338" y="13870"/>
                </a:lnTo>
                <a:lnTo>
                  <a:pt x="42338" y="13498"/>
                </a:lnTo>
                <a:lnTo>
                  <a:pt x="42754" y="13125"/>
                </a:lnTo>
                <a:lnTo>
                  <a:pt x="43171" y="12737"/>
                </a:lnTo>
                <a:lnTo>
                  <a:pt x="43171" y="11993"/>
                </a:lnTo>
                <a:lnTo>
                  <a:pt x="43605" y="11620"/>
                </a:lnTo>
                <a:lnTo>
                  <a:pt x="43605" y="11248"/>
                </a:lnTo>
                <a:lnTo>
                  <a:pt x="44022" y="10876"/>
                </a:lnTo>
                <a:lnTo>
                  <a:pt x="44022" y="10115"/>
                </a:lnTo>
                <a:lnTo>
                  <a:pt x="44438" y="9743"/>
                </a:lnTo>
                <a:lnTo>
                  <a:pt x="44855" y="9371"/>
                </a:lnTo>
                <a:lnTo>
                  <a:pt x="44855" y="8998"/>
                </a:lnTo>
                <a:lnTo>
                  <a:pt x="45272" y="8254"/>
                </a:lnTo>
                <a:lnTo>
                  <a:pt x="45272" y="7866"/>
                </a:lnTo>
                <a:lnTo>
                  <a:pt x="45688" y="7493"/>
                </a:lnTo>
                <a:lnTo>
                  <a:pt x="46105" y="7121"/>
                </a:lnTo>
                <a:lnTo>
                  <a:pt x="46105" y="6749"/>
                </a:lnTo>
                <a:lnTo>
                  <a:pt x="46539" y="6004"/>
                </a:lnTo>
                <a:lnTo>
                  <a:pt x="46955" y="5616"/>
                </a:lnTo>
                <a:lnTo>
                  <a:pt x="46955" y="5244"/>
                </a:lnTo>
                <a:lnTo>
                  <a:pt x="47372" y="4871"/>
                </a:lnTo>
                <a:lnTo>
                  <a:pt x="47372" y="4127"/>
                </a:lnTo>
                <a:lnTo>
                  <a:pt x="47789" y="3754"/>
                </a:lnTo>
                <a:lnTo>
                  <a:pt x="47789" y="3382"/>
                </a:lnTo>
                <a:lnTo>
                  <a:pt x="48205" y="2994"/>
                </a:lnTo>
                <a:lnTo>
                  <a:pt x="48622" y="2249"/>
                </a:lnTo>
                <a:lnTo>
                  <a:pt x="48622" y="1877"/>
                </a:lnTo>
                <a:lnTo>
                  <a:pt x="49038" y="1504"/>
                </a:lnTo>
                <a:lnTo>
                  <a:pt x="49038" y="1132"/>
                </a:lnTo>
                <a:lnTo>
                  <a:pt x="49472" y="744"/>
                </a:lnTo>
                <a:lnTo>
                  <a:pt x="49889" y="0"/>
                </a:lnTo>
              </a:path>
            </a:pathLst>
          </a:custGeom>
          <a:ln w="2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313332" y="4522165"/>
            <a:ext cx="49455" cy="87707"/>
          </a:xfrm>
          <a:custGeom>
            <a:avLst/>
            <a:gdLst/>
            <a:ahLst/>
            <a:cxnLst/>
            <a:rect l="l" t="t" r="r" b="b"/>
            <a:pathLst>
              <a:path w="49455" h="87707">
                <a:moveTo>
                  <a:pt x="0" y="87707"/>
                </a:moveTo>
                <a:lnTo>
                  <a:pt x="0" y="87334"/>
                </a:lnTo>
                <a:lnTo>
                  <a:pt x="416" y="86962"/>
                </a:lnTo>
                <a:lnTo>
                  <a:pt x="416" y="86590"/>
                </a:lnTo>
                <a:lnTo>
                  <a:pt x="833" y="86202"/>
                </a:lnTo>
                <a:lnTo>
                  <a:pt x="1249" y="85457"/>
                </a:lnTo>
                <a:lnTo>
                  <a:pt x="1249" y="85085"/>
                </a:lnTo>
                <a:lnTo>
                  <a:pt x="1666" y="84712"/>
                </a:lnTo>
                <a:lnTo>
                  <a:pt x="1666" y="84340"/>
                </a:lnTo>
                <a:lnTo>
                  <a:pt x="2083" y="83580"/>
                </a:lnTo>
                <a:lnTo>
                  <a:pt x="2083" y="83207"/>
                </a:lnTo>
                <a:lnTo>
                  <a:pt x="2517" y="82835"/>
                </a:lnTo>
                <a:lnTo>
                  <a:pt x="2933" y="82463"/>
                </a:lnTo>
                <a:lnTo>
                  <a:pt x="2933" y="82090"/>
                </a:lnTo>
                <a:lnTo>
                  <a:pt x="3350" y="81330"/>
                </a:lnTo>
                <a:lnTo>
                  <a:pt x="3766" y="80958"/>
                </a:lnTo>
                <a:lnTo>
                  <a:pt x="3766" y="80585"/>
                </a:lnTo>
                <a:lnTo>
                  <a:pt x="4183" y="80213"/>
                </a:lnTo>
                <a:lnTo>
                  <a:pt x="4183" y="79840"/>
                </a:lnTo>
                <a:lnTo>
                  <a:pt x="4600" y="79468"/>
                </a:lnTo>
                <a:lnTo>
                  <a:pt x="5034" y="78708"/>
                </a:lnTo>
                <a:lnTo>
                  <a:pt x="5034" y="78336"/>
                </a:lnTo>
                <a:lnTo>
                  <a:pt x="5450" y="77963"/>
                </a:lnTo>
                <a:lnTo>
                  <a:pt x="5450" y="77591"/>
                </a:lnTo>
                <a:lnTo>
                  <a:pt x="5867" y="77218"/>
                </a:lnTo>
                <a:lnTo>
                  <a:pt x="5867" y="76458"/>
                </a:lnTo>
                <a:lnTo>
                  <a:pt x="6283" y="76086"/>
                </a:lnTo>
                <a:lnTo>
                  <a:pt x="6700" y="75713"/>
                </a:lnTo>
                <a:lnTo>
                  <a:pt x="6700" y="75341"/>
                </a:lnTo>
                <a:lnTo>
                  <a:pt x="7117" y="74596"/>
                </a:lnTo>
                <a:lnTo>
                  <a:pt x="7533" y="74208"/>
                </a:lnTo>
                <a:lnTo>
                  <a:pt x="7533" y="73836"/>
                </a:lnTo>
                <a:lnTo>
                  <a:pt x="7967" y="73464"/>
                </a:lnTo>
                <a:lnTo>
                  <a:pt x="7967" y="73091"/>
                </a:lnTo>
                <a:lnTo>
                  <a:pt x="8384" y="72347"/>
                </a:lnTo>
                <a:lnTo>
                  <a:pt x="8384" y="71959"/>
                </a:lnTo>
                <a:lnTo>
                  <a:pt x="8800" y="71586"/>
                </a:lnTo>
                <a:lnTo>
                  <a:pt x="9217" y="71214"/>
                </a:lnTo>
                <a:lnTo>
                  <a:pt x="9217" y="70469"/>
                </a:lnTo>
                <a:lnTo>
                  <a:pt x="9634" y="70097"/>
                </a:lnTo>
                <a:lnTo>
                  <a:pt x="10050" y="69709"/>
                </a:lnTo>
                <a:lnTo>
                  <a:pt x="10050" y="69337"/>
                </a:lnTo>
                <a:lnTo>
                  <a:pt x="10467" y="68964"/>
                </a:lnTo>
                <a:lnTo>
                  <a:pt x="10467" y="68220"/>
                </a:lnTo>
                <a:lnTo>
                  <a:pt x="10901" y="67847"/>
                </a:lnTo>
                <a:lnTo>
                  <a:pt x="10901" y="67475"/>
                </a:lnTo>
                <a:lnTo>
                  <a:pt x="11318" y="67087"/>
                </a:lnTo>
                <a:lnTo>
                  <a:pt x="11734" y="66715"/>
                </a:lnTo>
                <a:lnTo>
                  <a:pt x="11734" y="66342"/>
                </a:lnTo>
                <a:lnTo>
                  <a:pt x="12151" y="65598"/>
                </a:lnTo>
                <a:lnTo>
                  <a:pt x="12151" y="65225"/>
                </a:lnTo>
                <a:lnTo>
                  <a:pt x="12567" y="64837"/>
                </a:lnTo>
                <a:lnTo>
                  <a:pt x="12984" y="64465"/>
                </a:lnTo>
                <a:lnTo>
                  <a:pt x="12984" y="64093"/>
                </a:lnTo>
                <a:lnTo>
                  <a:pt x="13401" y="63348"/>
                </a:lnTo>
                <a:lnTo>
                  <a:pt x="13835" y="62976"/>
                </a:lnTo>
                <a:lnTo>
                  <a:pt x="13835" y="62588"/>
                </a:lnTo>
                <a:lnTo>
                  <a:pt x="14251" y="62215"/>
                </a:lnTo>
                <a:lnTo>
                  <a:pt x="14251" y="61471"/>
                </a:lnTo>
                <a:lnTo>
                  <a:pt x="14668" y="61098"/>
                </a:lnTo>
                <a:lnTo>
                  <a:pt x="14668" y="60726"/>
                </a:lnTo>
                <a:lnTo>
                  <a:pt x="15084" y="60338"/>
                </a:lnTo>
                <a:lnTo>
                  <a:pt x="15501" y="59966"/>
                </a:lnTo>
                <a:lnTo>
                  <a:pt x="15501" y="59221"/>
                </a:lnTo>
                <a:lnTo>
                  <a:pt x="15918" y="58848"/>
                </a:lnTo>
                <a:lnTo>
                  <a:pt x="15918" y="58476"/>
                </a:lnTo>
                <a:lnTo>
                  <a:pt x="16352" y="58104"/>
                </a:lnTo>
                <a:lnTo>
                  <a:pt x="16352" y="57716"/>
                </a:lnTo>
                <a:lnTo>
                  <a:pt x="16768" y="57344"/>
                </a:lnTo>
                <a:lnTo>
                  <a:pt x="17185" y="56599"/>
                </a:lnTo>
                <a:lnTo>
                  <a:pt x="17185" y="56226"/>
                </a:lnTo>
                <a:lnTo>
                  <a:pt x="17601" y="55854"/>
                </a:lnTo>
                <a:lnTo>
                  <a:pt x="18018" y="55466"/>
                </a:lnTo>
                <a:lnTo>
                  <a:pt x="18018" y="55094"/>
                </a:lnTo>
                <a:lnTo>
                  <a:pt x="18435" y="54349"/>
                </a:lnTo>
                <a:lnTo>
                  <a:pt x="18435" y="53977"/>
                </a:lnTo>
                <a:lnTo>
                  <a:pt x="18851" y="53604"/>
                </a:lnTo>
                <a:lnTo>
                  <a:pt x="18851" y="53216"/>
                </a:lnTo>
                <a:lnTo>
                  <a:pt x="19285" y="52844"/>
                </a:lnTo>
                <a:lnTo>
                  <a:pt x="19702" y="52472"/>
                </a:lnTo>
                <a:lnTo>
                  <a:pt x="19702" y="51727"/>
                </a:lnTo>
                <a:lnTo>
                  <a:pt x="20118" y="51355"/>
                </a:lnTo>
                <a:lnTo>
                  <a:pt x="20535" y="50982"/>
                </a:lnTo>
                <a:lnTo>
                  <a:pt x="20535" y="50594"/>
                </a:lnTo>
                <a:lnTo>
                  <a:pt x="20952" y="50222"/>
                </a:lnTo>
                <a:lnTo>
                  <a:pt x="20952" y="49477"/>
                </a:lnTo>
                <a:lnTo>
                  <a:pt x="21368" y="49105"/>
                </a:lnTo>
                <a:lnTo>
                  <a:pt x="21785" y="48733"/>
                </a:lnTo>
                <a:lnTo>
                  <a:pt x="21785" y="48345"/>
                </a:lnTo>
                <a:lnTo>
                  <a:pt x="22219" y="47972"/>
                </a:lnTo>
                <a:lnTo>
                  <a:pt x="22219" y="47228"/>
                </a:lnTo>
                <a:lnTo>
                  <a:pt x="22636" y="46855"/>
                </a:lnTo>
                <a:lnTo>
                  <a:pt x="22636" y="46483"/>
                </a:lnTo>
                <a:lnTo>
                  <a:pt x="23052" y="46095"/>
                </a:lnTo>
                <a:lnTo>
                  <a:pt x="23469" y="45723"/>
                </a:lnTo>
                <a:lnTo>
                  <a:pt x="23469" y="45350"/>
                </a:lnTo>
                <a:lnTo>
                  <a:pt x="23885" y="44606"/>
                </a:lnTo>
                <a:lnTo>
                  <a:pt x="24302" y="44233"/>
                </a:lnTo>
                <a:lnTo>
                  <a:pt x="24302" y="43845"/>
                </a:lnTo>
                <a:lnTo>
                  <a:pt x="24719" y="43473"/>
                </a:lnTo>
                <a:lnTo>
                  <a:pt x="24719" y="43101"/>
                </a:lnTo>
                <a:lnTo>
                  <a:pt x="25153" y="42728"/>
                </a:lnTo>
                <a:lnTo>
                  <a:pt x="25153" y="41984"/>
                </a:lnTo>
                <a:lnTo>
                  <a:pt x="25569" y="41611"/>
                </a:lnTo>
                <a:lnTo>
                  <a:pt x="25986" y="41223"/>
                </a:lnTo>
                <a:lnTo>
                  <a:pt x="25986" y="40851"/>
                </a:lnTo>
                <a:lnTo>
                  <a:pt x="26402" y="40479"/>
                </a:lnTo>
                <a:lnTo>
                  <a:pt x="26402" y="39734"/>
                </a:lnTo>
                <a:lnTo>
                  <a:pt x="26819" y="39361"/>
                </a:lnTo>
                <a:lnTo>
                  <a:pt x="26819" y="38974"/>
                </a:lnTo>
                <a:lnTo>
                  <a:pt x="27236" y="38601"/>
                </a:lnTo>
                <a:lnTo>
                  <a:pt x="27652" y="38229"/>
                </a:lnTo>
                <a:lnTo>
                  <a:pt x="27652" y="37856"/>
                </a:lnTo>
                <a:lnTo>
                  <a:pt x="28086" y="37112"/>
                </a:lnTo>
                <a:lnTo>
                  <a:pt x="28503" y="36724"/>
                </a:lnTo>
                <a:lnTo>
                  <a:pt x="28503" y="36352"/>
                </a:lnTo>
                <a:lnTo>
                  <a:pt x="28919" y="35979"/>
                </a:lnTo>
                <a:lnTo>
                  <a:pt x="28919" y="35607"/>
                </a:lnTo>
                <a:lnTo>
                  <a:pt x="29336" y="35234"/>
                </a:lnTo>
                <a:lnTo>
                  <a:pt x="29753" y="34490"/>
                </a:lnTo>
                <a:lnTo>
                  <a:pt x="29753" y="34102"/>
                </a:lnTo>
                <a:lnTo>
                  <a:pt x="30169" y="33729"/>
                </a:lnTo>
                <a:lnTo>
                  <a:pt x="30169" y="33357"/>
                </a:lnTo>
                <a:lnTo>
                  <a:pt x="30603" y="32985"/>
                </a:lnTo>
                <a:lnTo>
                  <a:pt x="31020" y="32240"/>
                </a:lnTo>
                <a:lnTo>
                  <a:pt x="31020" y="31852"/>
                </a:lnTo>
                <a:lnTo>
                  <a:pt x="31436" y="31480"/>
                </a:lnTo>
                <a:lnTo>
                  <a:pt x="31436" y="31107"/>
                </a:lnTo>
                <a:lnTo>
                  <a:pt x="31853" y="30735"/>
                </a:lnTo>
                <a:lnTo>
                  <a:pt x="32270" y="30363"/>
                </a:lnTo>
                <a:lnTo>
                  <a:pt x="32270" y="29990"/>
                </a:lnTo>
                <a:lnTo>
                  <a:pt x="32686" y="29230"/>
                </a:lnTo>
                <a:lnTo>
                  <a:pt x="32686" y="28858"/>
                </a:lnTo>
                <a:lnTo>
                  <a:pt x="33103" y="28485"/>
                </a:lnTo>
                <a:lnTo>
                  <a:pt x="33103" y="28113"/>
                </a:lnTo>
                <a:lnTo>
                  <a:pt x="33537" y="27741"/>
                </a:lnTo>
                <a:lnTo>
                  <a:pt x="33954" y="27368"/>
                </a:lnTo>
                <a:lnTo>
                  <a:pt x="33954" y="26608"/>
                </a:lnTo>
                <a:lnTo>
                  <a:pt x="34370" y="26236"/>
                </a:lnTo>
                <a:lnTo>
                  <a:pt x="34787" y="25863"/>
                </a:lnTo>
                <a:lnTo>
                  <a:pt x="34787" y="25491"/>
                </a:lnTo>
                <a:lnTo>
                  <a:pt x="35203" y="25119"/>
                </a:lnTo>
                <a:lnTo>
                  <a:pt x="35203" y="24731"/>
                </a:lnTo>
                <a:lnTo>
                  <a:pt x="35620" y="24358"/>
                </a:lnTo>
                <a:lnTo>
                  <a:pt x="35620" y="23614"/>
                </a:lnTo>
                <a:lnTo>
                  <a:pt x="36037" y="23241"/>
                </a:lnTo>
                <a:lnTo>
                  <a:pt x="36471" y="22869"/>
                </a:lnTo>
                <a:lnTo>
                  <a:pt x="36471" y="22481"/>
                </a:lnTo>
                <a:lnTo>
                  <a:pt x="36887" y="22109"/>
                </a:lnTo>
                <a:lnTo>
                  <a:pt x="36887" y="21736"/>
                </a:lnTo>
                <a:lnTo>
                  <a:pt x="37304" y="20992"/>
                </a:lnTo>
                <a:lnTo>
                  <a:pt x="37720" y="20619"/>
                </a:lnTo>
                <a:lnTo>
                  <a:pt x="37720" y="20231"/>
                </a:lnTo>
                <a:lnTo>
                  <a:pt x="38137" y="19859"/>
                </a:lnTo>
                <a:lnTo>
                  <a:pt x="38554" y="19487"/>
                </a:lnTo>
                <a:lnTo>
                  <a:pt x="38554" y="19114"/>
                </a:lnTo>
                <a:lnTo>
                  <a:pt x="38970" y="18369"/>
                </a:lnTo>
                <a:lnTo>
                  <a:pt x="38970" y="17997"/>
                </a:lnTo>
                <a:lnTo>
                  <a:pt x="39404" y="17609"/>
                </a:lnTo>
                <a:lnTo>
                  <a:pt x="39404" y="17237"/>
                </a:lnTo>
                <a:lnTo>
                  <a:pt x="39821" y="16864"/>
                </a:lnTo>
                <a:lnTo>
                  <a:pt x="40237" y="16492"/>
                </a:lnTo>
                <a:lnTo>
                  <a:pt x="40237" y="16120"/>
                </a:lnTo>
                <a:lnTo>
                  <a:pt x="40654" y="15360"/>
                </a:lnTo>
                <a:lnTo>
                  <a:pt x="40654" y="14987"/>
                </a:lnTo>
                <a:lnTo>
                  <a:pt x="41071" y="14615"/>
                </a:lnTo>
                <a:lnTo>
                  <a:pt x="41487" y="14242"/>
                </a:lnTo>
                <a:lnTo>
                  <a:pt x="41487" y="13870"/>
                </a:lnTo>
                <a:lnTo>
                  <a:pt x="41904" y="13498"/>
                </a:lnTo>
                <a:lnTo>
                  <a:pt x="41904" y="12737"/>
                </a:lnTo>
                <a:lnTo>
                  <a:pt x="42338" y="12365"/>
                </a:lnTo>
                <a:lnTo>
                  <a:pt x="42754" y="11993"/>
                </a:lnTo>
                <a:lnTo>
                  <a:pt x="42754" y="11620"/>
                </a:lnTo>
                <a:lnTo>
                  <a:pt x="43171" y="11248"/>
                </a:lnTo>
                <a:lnTo>
                  <a:pt x="43171" y="10876"/>
                </a:lnTo>
                <a:lnTo>
                  <a:pt x="43588" y="10488"/>
                </a:lnTo>
                <a:lnTo>
                  <a:pt x="43588" y="9743"/>
                </a:lnTo>
                <a:lnTo>
                  <a:pt x="44004" y="9371"/>
                </a:lnTo>
                <a:lnTo>
                  <a:pt x="44421" y="8998"/>
                </a:lnTo>
                <a:lnTo>
                  <a:pt x="44421" y="8626"/>
                </a:lnTo>
                <a:lnTo>
                  <a:pt x="44855" y="8238"/>
                </a:lnTo>
                <a:lnTo>
                  <a:pt x="45272" y="7866"/>
                </a:lnTo>
                <a:lnTo>
                  <a:pt x="45272" y="7493"/>
                </a:lnTo>
                <a:lnTo>
                  <a:pt x="45688" y="7121"/>
                </a:lnTo>
                <a:lnTo>
                  <a:pt x="45688" y="6376"/>
                </a:lnTo>
                <a:lnTo>
                  <a:pt x="46105" y="5988"/>
                </a:lnTo>
                <a:lnTo>
                  <a:pt x="46521" y="5616"/>
                </a:lnTo>
                <a:lnTo>
                  <a:pt x="46521" y="5244"/>
                </a:lnTo>
                <a:lnTo>
                  <a:pt x="46938" y="4871"/>
                </a:lnTo>
                <a:lnTo>
                  <a:pt x="46938" y="4499"/>
                </a:lnTo>
                <a:lnTo>
                  <a:pt x="47355" y="3739"/>
                </a:lnTo>
                <a:lnTo>
                  <a:pt x="47355" y="3366"/>
                </a:lnTo>
                <a:lnTo>
                  <a:pt x="47789" y="2994"/>
                </a:lnTo>
                <a:lnTo>
                  <a:pt x="48205" y="2622"/>
                </a:lnTo>
                <a:lnTo>
                  <a:pt x="48205" y="2249"/>
                </a:lnTo>
                <a:lnTo>
                  <a:pt x="48622" y="1877"/>
                </a:lnTo>
                <a:lnTo>
                  <a:pt x="49038" y="1504"/>
                </a:lnTo>
                <a:lnTo>
                  <a:pt x="49038" y="1117"/>
                </a:lnTo>
                <a:lnTo>
                  <a:pt x="49455" y="744"/>
                </a:lnTo>
                <a:lnTo>
                  <a:pt x="49455" y="0"/>
                </a:lnTo>
              </a:path>
            </a:pathLst>
          </a:custGeom>
          <a:ln w="236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362788" y="4441579"/>
            <a:ext cx="49889" cy="80585"/>
          </a:xfrm>
          <a:custGeom>
            <a:avLst/>
            <a:gdLst/>
            <a:ahLst/>
            <a:cxnLst/>
            <a:rect l="l" t="t" r="r" b="b"/>
            <a:pathLst>
              <a:path w="49889" h="80585">
                <a:moveTo>
                  <a:pt x="0" y="80585"/>
                </a:moveTo>
                <a:lnTo>
                  <a:pt x="416" y="80213"/>
                </a:lnTo>
                <a:lnTo>
                  <a:pt x="416" y="79840"/>
                </a:lnTo>
                <a:lnTo>
                  <a:pt x="833" y="79453"/>
                </a:lnTo>
                <a:lnTo>
                  <a:pt x="1267" y="79080"/>
                </a:lnTo>
                <a:lnTo>
                  <a:pt x="1267" y="78708"/>
                </a:lnTo>
                <a:lnTo>
                  <a:pt x="1683" y="77963"/>
                </a:lnTo>
                <a:lnTo>
                  <a:pt x="1683" y="77591"/>
                </a:lnTo>
                <a:lnTo>
                  <a:pt x="2100" y="77203"/>
                </a:lnTo>
                <a:lnTo>
                  <a:pt x="2517" y="76831"/>
                </a:lnTo>
                <a:lnTo>
                  <a:pt x="2517" y="76458"/>
                </a:lnTo>
                <a:lnTo>
                  <a:pt x="2933" y="76086"/>
                </a:lnTo>
                <a:lnTo>
                  <a:pt x="2933" y="75713"/>
                </a:lnTo>
                <a:lnTo>
                  <a:pt x="3350" y="75341"/>
                </a:lnTo>
                <a:lnTo>
                  <a:pt x="3766" y="74581"/>
                </a:lnTo>
                <a:lnTo>
                  <a:pt x="3766" y="74208"/>
                </a:lnTo>
                <a:lnTo>
                  <a:pt x="4200" y="73836"/>
                </a:lnTo>
                <a:lnTo>
                  <a:pt x="4200" y="73464"/>
                </a:lnTo>
                <a:lnTo>
                  <a:pt x="4617" y="73091"/>
                </a:lnTo>
                <a:lnTo>
                  <a:pt x="5034" y="72719"/>
                </a:lnTo>
                <a:lnTo>
                  <a:pt x="5034" y="72331"/>
                </a:lnTo>
                <a:lnTo>
                  <a:pt x="5450" y="71959"/>
                </a:lnTo>
                <a:lnTo>
                  <a:pt x="5867" y="71586"/>
                </a:lnTo>
                <a:lnTo>
                  <a:pt x="5867" y="70842"/>
                </a:lnTo>
                <a:lnTo>
                  <a:pt x="6283" y="70469"/>
                </a:lnTo>
                <a:lnTo>
                  <a:pt x="6283" y="70081"/>
                </a:lnTo>
                <a:lnTo>
                  <a:pt x="6700" y="69709"/>
                </a:lnTo>
                <a:lnTo>
                  <a:pt x="6700" y="69337"/>
                </a:lnTo>
                <a:lnTo>
                  <a:pt x="7134" y="68964"/>
                </a:lnTo>
                <a:lnTo>
                  <a:pt x="7551" y="68592"/>
                </a:lnTo>
                <a:lnTo>
                  <a:pt x="7551" y="68220"/>
                </a:lnTo>
                <a:lnTo>
                  <a:pt x="7967" y="67459"/>
                </a:lnTo>
                <a:lnTo>
                  <a:pt x="7967" y="67087"/>
                </a:lnTo>
                <a:lnTo>
                  <a:pt x="8384" y="66715"/>
                </a:lnTo>
                <a:lnTo>
                  <a:pt x="8384" y="66342"/>
                </a:lnTo>
                <a:lnTo>
                  <a:pt x="8800" y="65970"/>
                </a:lnTo>
                <a:lnTo>
                  <a:pt x="9217" y="65598"/>
                </a:lnTo>
                <a:lnTo>
                  <a:pt x="9217" y="65210"/>
                </a:lnTo>
                <a:lnTo>
                  <a:pt x="9651" y="64837"/>
                </a:lnTo>
                <a:lnTo>
                  <a:pt x="10068" y="64093"/>
                </a:lnTo>
                <a:lnTo>
                  <a:pt x="10068" y="63720"/>
                </a:lnTo>
                <a:lnTo>
                  <a:pt x="10484" y="63348"/>
                </a:lnTo>
                <a:lnTo>
                  <a:pt x="10484" y="62960"/>
                </a:lnTo>
                <a:lnTo>
                  <a:pt x="10901" y="62588"/>
                </a:lnTo>
                <a:lnTo>
                  <a:pt x="10901" y="62215"/>
                </a:lnTo>
                <a:lnTo>
                  <a:pt x="11318" y="61843"/>
                </a:lnTo>
                <a:lnTo>
                  <a:pt x="11734" y="61471"/>
                </a:lnTo>
                <a:lnTo>
                  <a:pt x="11734" y="60710"/>
                </a:lnTo>
                <a:lnTo>
                  <a:pt x="12151" y="60710"/>
                </a:lnTo>
                <a:lnTo>
                  <a:pt x="12585" y="59966"/>
                </a:lnTo>
                <a:lnTo>
                  <a:pt x="12585" y="59593"/>
                </a:lnTo>
                <a:lnTo>
                  <a:pt x="13001" y="59221"/>
                </a:lnTo>
                <a:lnTo>
                  <a:pt x="13001" y="58848"/>
                </a:lnTo>
                <a:lnTo>
                  <a:pt x="13418" y="58476"/>
                </a:lnTo>
                <a:lnTo>
                  <a:pt x="13835" y="58088"/>
                </a:lnTo>
                <a:lnTo>
                  <a:pt x="13835" y="57716"/>
                </a:lnTo>
                <a:lnTo>
                  <a:pt x="14251" y="57344"/>
                </a:lnTo>
                <a:lnTo>
                  <a:pt x="14251" y="56971"/>
                </a:lnTo>
                <a:lnTo>
                  <a:pt x="14668" y="56226"/>
                </a:lnTo>
                <a:lnTo>
                  <a:pt x="14668" y="55839"/>
                </a:lnTo>
                <a:lnTo>
                  <a:pt x="15084" y="55466"/>
                </a:lnTo>
                <a:lnTo>
                  <a:pt x="15518" y="55094"/>
                </a:lnTo>
                <a:lnTo>
                  <a:pt x="15518" y="54721"/>
                </a:lnTo>
                <a:lnTo>
                  <a:pt x="15935" y="54349"/>
                </a:lnTo>
                <a:lnTo>
                  <a:pt x="16352" y="53977"/>
                </a:lnTo>
                <a:lnTo>
                  <a:pt x="16352" y="53589"/>
                </a:lnTo>
                <a:lnTo>
                  <a:pt x="16768" y="53216"/>
                </a:lnTo>
                <a:lnTo>
                  <a:pt x="16768" y="52844"/>
                </a:lnTo>
                <a:lnTo>
                  <a:pt x="17185" y="52099"/>
                </a:lnTo>
                <a:lnTo>
                  <a:pt x="17185" y="51727"/>
                </a:lnTo>
                <a:lnTo>
                  <a:pt x="17601" y="51355"/>
                </a:lnTo>
                <a:lnTo>
                  <a:pt x="18018" y="50967"/>
                </a:lnTo>
                <a:lnTo>
                  <a:pt x="18018" y="50594"/>
                </a:lnTo>
                <a:lnTo>
                  <a:pt x="18452" y="50222"/>
                </a:lnTo>
                <a:lnTo>
                  <a:pt x="18452" y="49850"/>
                </a:lnTo>
                <a:lnTo>
                  <a:pt x="18869" y="49477"/>
                </a:lnTo>
                <a:lnTo>
                  <a:pt x="18869" y="49105"/>
                </a:lnTo>
                <a:lnTo>
                  <a:pt x="19285" y="48717"/>
                </a:lnTo>
                <a:lnTo>
                  <a:pt x="19702" y="47972"/>
                </a:lnTo>
                <a:lnTo>
                  <a:pt x="19702" y="47600"/>
                </a:lnTo>
                <a:lnTo>
                  <a:pt x="20118" y="47228"/>
                </a:lnTo>
                <a:lnTo>
                  <a:pt x="20535" y="46855"/>
                </a:lnTo>
                <a:lnTo>
                  <a:pt x="20535" y="46467"/>
                </a:lnTo>
                <a:lnTo>
                  <a:pt x="20952" y="46095"/>
                </a:lnTo>
                <a:lnTo>
                  <a:pt x="20952" y="45723"/>
                </a:lnTo>
                <a:lnTo>
                  <a:pt x="21386" y="45350"/>
                </a:lnTo>
                <a:lnTo>
                  <a:pt x="21802" y="44978"/>
                </a:lnTo>
                <a:lnTo>
                  <a:pt x="21802" y="44606"/>
                </a:lnTo>
                <a:lnTo>
                  <a:pt x="22219" y="43845"/>
                </a:lnTo>
                <a:lnTo>
                  <a:pt x="22636" y="43101"/>
                </a:lnTo>
                <a:lnTo>
                  <a:pt x="23052" y="42728"/>
                </a:lnTo>
                <a:lnTo>
                  <a:pt x="23052" y="42356"/>
                </a:lnTo>
                <a:lnTo>
                  <a:pt x="23469" y="41984"/>
                </a:lnTo>
                <a:lnTo>
                  <a:pt x="23469" y="41596"/>
                </a:lnTo>
                <a:lnTo>
                  <a:pt x="23903" y="41223"/>
                </a:lnTo>
                <a:lnTo>
                  <a:pt x="24319" y="40851"/>
                </a:lnTo>
                <a:lnTo>
                  <a:pt x="24319" y="40479"/>
                </a:lnTo>
                <a:lnTo>
                  <a:pt x="24736" y="40106"/>
                </a:lnTo>
                <a:lnTo>
                  <a:pt x="24736" y="39734"/>
                </a:lnTo>
                <a:lnTo>
                  <a:pt x="25153" y="38974"/>
                </a:lnTo>
                <a:lnTo>
                  <a:pt x="25569" y="38229"/>
                </a:lnTo>
                <a:lnTo>
                  <a:pt x="25986" y="37856"/>
                </a:lnTo>
                <a:lnTo>
                  <a:pt x="25986" y="37484"/>
                </a:lnTo>
                <a:lnTo>
                  <a:pt x="26402" y="37096"/>
                </a:lnTo>
                <a:lnTo>
                  <a:pt x="26836" y="36724"/>
                </a:lnTo>
                <a:lnTo>
                  <a:pt x="26836" y="36352"/>
                </a:lnTo>
                <a:lnTo>
                  <a:pt x="27253" y="35979"/>
                </a:lnTo>
                <a:lnTo>
                  <a:pt x="27253" y="35607"/>
                </a:lnTo>
                <a:lnTo>
                  <a:pt x="27670" y="35234"/>
                </a:lnTo>
                <a:lnTo>
                  <a:pt x="27670" y="34862"/>
                </a:lnTo>
                <a:lnTo>
                  <a:pt x="28086" y="34102"/>
                </a:lnTo>
                <a:lnTo>
                  <a:pt x="28503" y="34102"/>
                </a:lnTo>
                <a:lnTo>
                  <a:pt x="28503" y="33357"/>
                </a:lnTo>
                <a:lnTo>
                  <a:pt x="28919" y="32985"/>
                </a:lnTo>
                <a:lnTo>
                  <a:pt x="28919" y="32612"/>
                </a:lnTo>
                <a:lnTo>
                  <a:pt x="29336" y="32224"/>
                </a:lnTo>
                <a:lnTo>
                  <a:pt x="29770" y="31852"/>
                </a:lnTo>
                <a:lnTo>
                  <a:pt x="29770" y="31480"/>
                </a:lnTo>
                <a:lnTo>
                  <a:pt x="30187" y="31107"/>
                </a:lnTo>
                <a:lnTo>
                  <a:pt x="30603" y="30735"/>
                </a:lnTo>
                <a:lnTo>
                  <a:pt x="30603" y="30363"/>
                </a:lnTo>
                <a:lnTo>
                  <a:pt x="31020" y="29975"/>
                </a:lnTo>
                <a:lnTo>
                  <a:pt x="31020" y="29602"/>
                </a:lnTo>
                <a:lnTo>
                  <a:pt x="31436" y="29230"/>
                </a:lnTo>
                <a:lnTo>
                  <a:pt x="31436" y="28485"/>
                </a:lnTo>
                <a:lnTo>
                  <a:pt x="31853" y="28485"/>
                </a:lnTo>
                <a:lnTo>
                  <a:pt x="32270" y="27741"/>
                </a:lnTo>
                <a:lnTo>
                  <a:pt x="32270" y="27353"/>
                </a:lnTo>
                <a:lnTo>
                  <a:pt x="32704" y="26980"/>
                </a:lnTo>
                <a:lnTo>
                  <a:pt x="32704" y="26608"/>
                </a:lnTo>
                <a:lnTo>
                  <a:pt x="33120" y="26236"/>
                </a:lnTo>
                <a:lnTo>
                  <a:pt x="33537" y="25863"/>
                </a:lnTo>
                <a:lnTo>
                  <a:pt x="33537" y="25491"/>
                </a:lnTo>
                <a:lnTo>
                  <a:pt x="33954" y="25103"/>
                </a:lnTo>
                <a:lnTo>
                  <a:pt x="33954" y="24731"/>
                </a:lnTo>
                <a:lnTo>
                  <a:pt x="34370" y="24358"/>
                </a:lnTo>
                <a:lnTo>
                  <a:pt x="34787" y="23986"/>
                </a:lnTo>
                <a:lnTo>
                  <a:pt x="34787" y="23614"/>
                </a:lnTo>
                <a:lnTo>
                  <a:pt x="35203" y="23241"/>
                </a:lnTo>
                <a:lnTo>
                  <a:pt x="35203" y="22853"/>
                </a:lnTo>
                <a:lnTo>
                  <a:pt x="35637" y="22109"/>
                </a:lnTo>
                <a:lnTo>
                  <a:pt x="35637" y="21736"/>
                </a:lnTo>
                <a:lnTo>
                  <a:pt x="36054" y="21364"/>
                </a:lnTo>
                <a:lnTo>
                  <a:pt x="36471" y="20992"/>
                </a:lnTo>
                <a:lnTo>
                  <a:pt x="36887" y="20604"/>
                </a:lnTo>
                <a:lnTo>
                  <a:pt x="36887" y="20231"/>
                </a:lnTo>
                <a:lnTo>
                  <a:pt x="37304" y="19859"/>
                </a:lnTo>
                <a:lnTo>
                  <a:pt x="37304" y="19487"/>
                </a:lnTo>
                <a:lnTo>
                  <a:pt x="37720" y="19114"/>
                </a:lnTo>
                <a:lnTo>
                  <a:pt x="37720" y="18742"/>
                </a:lnTo>
                <a:lnTo>
                  <a:pt x="38154" y="18369"/>
                </a:lnTo>
                <a:lnTo>
                  <a:pt x="38571" y="17982"/>
                </a:lnTo>
                <a:lnTo>
                  <a:pt x="38571" y="17609"/>
                </a:lnTo>
                <a:lnTo>
                  <a:pt x="38988" y="17237"/>
                </a:lnTo>
                <a:lnTo>
                  <a:pt x="38988" y="16864"/>
                </a:lnTo>
                <a:lnTo>
                  <a:pt x="39404" y="16492"/>
                </a:lnTo>
                <a:lnTo>
                  <a:pt x="39404" y="16120"/>
                </a:lnTo>
                <a:lnTo>
                  <a:pt x="39821" y="15360"/>
                </a:lnTo>
                <a:lnTo>
                  <a:pt x="40237" y="15360"/>
                </a:lnTo>
                <a:lnTo>
                  <a:pt x="40237" y="14615"/>
                </a:lnTo>
                <a:lnTo>
                  <a:pt x="40654" y="14242"/>
                </a:lnTo>
                <a:lnTo>
                  <a:pt x="41088" y="13870"/>
                </a:lnTo>
                <a:lnTo>
                  <a:pt x="41088" y="13482"/>
                </a:lnTo>
                <a:lnTo>
                  <a:pt x="41505" y="13110"/>
                </a:lnTo>
                <a:lnTo>
                  <a:pt x="41505" y="12737"/>
                </a:lnTo>
                <a:lnTo>
                  <a:pt x="41921" y="12365"/>
                </a:lnTo>
                <a:lnTo>
                  <a:pt x="41921" y="11993"/>
                </a:lnTo>
                <a:lnTo>
                  <a:pt x="42338" y="11620"/>
                </a:lnTo>
                <a:lnTo>
                  <a:pt x="42754" y="11248"/>
                </a:lnTo>
                <a:lnTo>
                  <a:pt x="42754" y="10860"/>
                </a:lnTo>
                <a:lnTo>
                  <a:pt x="43171" y="10488"/>
                </a:lnTo>
                <a:lnTo>
                  <a:pt x="43171" y="10115"/>
                </a:lnTo>
                <a:lnTo>
                  <a:pt x="43588" y="9743"/>
                </a:lnTo>
                <a:lnTo>
                  <a:pt x="44022" y="9371"/>
                </a:lnTo>
                <a:lnTo>
                  <a:pt x="44022" y="8998"/>
                </a:lnTo>
                <a:lnTo>
                  <a:pt x="44438" y="8610"/>
                </a:lnTo>
                <a:lnTo>
                  <a:pt x="44438" y="8238"/>
                </a:lnTo>
                <a:lnTo>
                  <a:pt x="44855" y="7866"/>
                </a:lnTo>
                <a:lnTo>
                  <a:pt x="45272" y="7121"/>
                </a:lnTo>
                <a:lnTo>
                  <a:pt x="45688" y="6361"/>
                </a:lnTo>
                <a:lnTo>
                  <a:pt x="46105" y="5616"/>
                </a:lnTo>
                <a:lnTo>
                  <a:pt x="46521" y="5244"/>
                </a:lnTo>
                <a:lnTo>
                  <a:pt x="46521" y="4871"/>
                </a:lnTo>
                <a:lnTo>
                  <a:pt x="46955" y="4499"/>
                </a:lnTo>
                <a:lnTo>
                  <a:pt x="47372" y="4111"/>
                </a:lnTo>
                <a:lnTo>
                  <a:pt x="47372" y="3739"/>
                </a:lnTo>
                <a:lnTo>
                  <a:pt x="47789" y="3366"/>
                </a:lnTo>
                <a:lnTo>
                  <a:pt x="47789" y="2994"/>
                </a:lnTo>
                <a:lnTo>
                  <a:pt x="48205" y="2622"/>
                </a:lnTo>
                <a:lnTo>
                  <a:pt x="48205" y="2249"/>
                </a:lnTo>
                <a:lnTo>
                  <a:pt x="48622" y="1877"/>
                </a:lnTo>
                <a:lnTo>
                  <a:pt x="49038" y="1489"/>
                </a:lnTo>
                <a:lnTo>
                  <a:pt x="49038" y="1117"/>
                </a:lnTo>
                <a:lnTo>
                  <a:pt x="49455" y="744"/>
                </a:lnTo>
                <a:lnTo>
                  <a:pt x="49455" y="372"/>
                </a:lnTo>
                <a:lnTo>
                  <a:pt x="49889" y="0"/>
                </a:lnTo>
              </a:path>
            </a:pathLst>
          </a:custGeom>
          <a:ln w="235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412677" y="4369310"/>
            <a:ext cx="49872" cy="72269"/>
          </a:xfrm>
          <a:custGeom>
            <a:avLst/>
            <a:gdLst/>
            <a:ahLst/>
            <a:cxnLst/>
            <a:rect l="l" t="t" r="r" b="b"/>
            <a:pathLst>
              <a:path w="49872" h="72269">
                <a:moveTo>
                  <a:pt x="0" y="72269"/>
                </a:moveTo>
                <a:lnTo>
                  <a:pt x="0" y="71897"/>
                </a:lnTo>
                <a:lnTo>
                  <a:pt x="416" y="71509"/>
                </a:lnTo>
                <a:lnTo>
                  <a:pt x="833" y="71136"/>
                </a:lnTo>
                <a:lnTo>
                  <a:pt x="833" y="70764"/>
                </a:lnTo>
                <a:lnTo>
                  <a:pt x="1249" y="70392"/>
                </a:lnTo>
                <a:lnTo>
                  <a:pt x="1666" y="70019"/>
                </a:lnTo>
                <a:lnTo>
                  <a:pt x="1666" y="69647"/>
                </a:lnTo>
                <a:lnTo>
                  <a:pt x="2083" y="69259"/>
                </a:lnTo>
                <a:lnTo>
                  <a:pt x="2083" y="68887"/>
                </a:lnTo>
                <a:lnTo>
                  <a:pt x="2517" y="68514"/>
                </a:lnTo>
                <a:lnTo>
                  <a:pt x="2517" y="68142"/>
                </a:lnTo>
                <a:lnTo>
                  <a:pt x="2933" y="67770"/>
                </a:lnTo>
                <a:lnTo>
                  <a:pt x="3350" y="67397"/>
                </a:lnTo>
                <a:lnTo>
                  <a:pt x="3350" y="67025"/>
                </a:lnTo>
                <a:lnTo>
                  <a:pt x="3766" y="66637"/>
                </a:lnTo>
                <a:lnTo>
                  <a:pt x="4183" y="66265"/>
                </a:lnTo>
                <a:lnTo>
                  <a:pt x="4183" y="65520"/>
                </a:lnTo>
                <a:lnTo>
                  <a:pt x="4600" y="65520"/>
                </a:lnTo>
                <a:lnTo>
                  <a:pt x="4600" y="64775"/>
                </a:lnTo>
                <a:lnTo>
                  <a:pt x="5016" y="64387"/>
                </a:lnTo>
                <a:lnTo>
                  <a:pt x="5450" y="64015"/>
                </a:lnTo>
                <a:lnTo>
                  <a:pt x="5450" y="63612"/>
                </a:lnTo>
                <a:lnTo>
                  <a:pt x="5867" y="63301"/>
                </a:lnTo>
                <a:lnTo>
                  <a:pt x="5867" y="62836"/>
                </a:lnTo>
                <a:lnTo>
                  <a:pt x="6283" y="62526"/>
                </a:lnTo>
                <a:lnTo>
                  <a:pt x="6283" y="62215"/>
                </a:lnTo>
                <a:lnTo>
                  <a:pt x="6700" y="61750"/>
                </a:lnTo>
                <a:lnTo>
                  <a:pt x="7117" y="61440"/>
                </a:lnTo>
                <a:lnTo>
                  <a:pt x="7117" y="60974"/>
                </a:lnTo>
                <a:lnTo>
                  <a:pt x="7533" y="60664"/>
                </a:lnTo>
                <a:lnTo>
                  <a:pt x="7950" y="60198"/>
                </a:lnTo>
                <a:lnTo>
                  <a:pt x="7950" y="59888"/>
                </a:lnTo>
                <a:lnTo>
                  <a:pt x="8384" y="59578"/>
                </a:lnTo>
                <a:lnTo>
                  <a:pt x="8384" y="59112"/>
                </a:lnTo>
                <a:lnTo>
                  <a:pt x="8800" y="58802"/>
                </a:lnTo>
                <a:lnTo>
                  <a:pt x="8800" y="58336"/>
                </a:lnTo>
                <a:lnTo>
                  <a:pt x="9217" y="58026"/>
                </a:lnTo>
                <a:lnTo>
                  <a:pt x="9634" y="57716"/>
                </a:lnTo>
                <a:lnTo>
                  <a:pt x="9634" y="57250"/>
                </a:lnTo>
                <a:lnTo>
                  <a:pt x="10050" y="56940"/>
                </a:lnTo>
                <a:lnTo>
                  <a:pt x="10050" y="56475"/>
                </a:lnTo>
                <a:lnTo>
                  <a:pt x="10467" y="56164"/>
                </a:lnTo>
                <a:lnTo>
                  <a:pt x="10467" y="55699"/>
                </a:lnTo>
                <a:lnTo>
                  <a:pt x="10884" y="55389"/>
                </a:lnTo>
                <a:lnTo>
                  <a:pt x="11318" y="55078"/>
                </a:lnTo>
                <a:lnTo>
                  <a:pt x="11734" y="54613"/>
                </a:lnTo>
                <a:lnTo>
                  <a:pt x="11734" y="54303"/>
                </a:lnTo>
                <a:lnTo>
                  <a:pt x="12151" y="53837"/>
                </a:lnTo>
                <a:lnTo>
                  <a:pt x="12151" y="53527"/>
                </a:lnTo>
                <a:lnTo>
                  <a:pt x="12567" y="53216"/>
                </a:lnTo>
                <a:lnTo>
                  <a:pt x="12567" y="52751"/>
                </a:lnTo>
                <a:lnTo>
                  <a:pt x="12984" y="52441"/>
                </a:lnTo>
                <a:lnTo>
                  <a:pt x="13401" y="51975"/>
                </a:lnTo>
                <a:lnTo>
                  <a:pt x="13401" y="51665"/>
                </a:lnTo>
                <a:lnTo>
                  <a:pt x="13817" y="51200"/>
                </a:lnTo>
                <a:lnTo>
                  <a:pt x="13817" y="50889"/>
                </a:lnTo>
                <a:lnTo>
                  <a:pt x="14251" y="50579"/>
                </a:lnTo>
                <a:lnTo>
                  <a:pt x="14668" y="50113"/>
                </a:lnTo>
                <a:lnTo>
                  <a:pt x="14668" y="49803"/>
                </a:lnTo>
                <a:lnTo>
                  <a:pt x="15084" y="49338"/>
                </a:lnTo>
                <a:lnTo>
                  <a:pt x="15084" y="49027"/>
                </a:lnTo>
                <a:lnTo>
                  <a:pt x="15501" y="48717"/>
                </a:lnTo>
                <a:lnTo>
                  <a:pt x="15918" y="48252"/>
                </a:lnTo>
                <a:lnTo>
                  <a:pt x="15918" y="47941"/>
                </a:lnTo>
                <a:lnTo>
                  <a:pt x="16334" y="47476"/>
                </a:lnTo>
                <a:lnTo>
                  <a:pt x="16334" y="47166"/>
                </a:lnTo>
                <a:lnTo>
                  <a:pt x="16768" y="46700"/>
                </a:lnTo>
                <a:lnTo>
                  <a:pt x="16768" y="46390"/>
                </a:lnTo>
                <a:lnTo>
                  <a:pt x="17185" y="46080"/>
                </a:lnTo>
                <a:lnTo>
                  <a:pt x="17601" y="45614"/>
                </a:lnTo>
                <a:lnTo>
                  <a:pt x="17601" y="45304"/>
                </a:lnTo>
                <a:lnTo>
                  <a:pt x="18018" y="44838"/>
                </a:lnTo>
                <a:lnTo>
                  <a:pt x="18435" y="44528"/>
                </a:lnTo>
                <a:lnTo>
                  <a:pt x="18435" y="44218"/>
                </a:lnTo>
                <a:lnTo>
                  <a:pt x="18851" y="43752"/>
                </a:lnTo>
                <a:lnTo>
                  <a:pt x="18851" y="43442"/>
                </a:lnTo>
                <a:lnTo>
                  <a:pt x="19268" y="42976"/>
                </a:lnTo>
                <a:lnTo>
                  <a:pt x="19702" y="42666"/>
                </a:lnTo>
                <a:lnTo>
                  <a:pt x="19702" y="42356"/>
                </a:lnTo>
                <a:lnTo>
                  <a:pt x="20118" y="42356"/>
                </a:lnTo>
                <a:lnTo>
                  <a:pt x="20118" y="41580"/>
                </a:lnTo>
                <a:lnTo>
                  <a:pt x="20535" y="41115"/>
                </a:lnTo>
                <a:lnTo>
                  <a:pt x="20535" y="40804"/>
                </a:lnTo>
                <a:lnTo>
                  <a:pt x="20952" y="40339"/>
                </a:lnTo>
                <a:lnTo>
                  <a:pt x="21368" y="40339"/>
                </a:lnTo>
                <a:lnTo>
                  <a:pt x="21368" y="39718"/>
                </a:lnTo>
                <a:lnTo>
                  <a:pt x="21785" y="39718"/>
                </a:lnTo>
                <a:lnTo>
                  <a:pt x="22202" y="39253"/>
                </a:lnTo>
                <a:lnTo>
                  <a:pt x="22202" y="38943"/>
                </a:lnTo>
                <a:lnTo>
                  <a:pt x="22636" y="38477"/>
                </a:lnTo>
                <a:lnTo>
                  <a:pt x="22636" y="38167"/>
                </a:lnTo>
                <a:lnTo>
                  <a:pt x="23052" y="37856"/>
                </a:lnTo>
                <a:lnTo>
                  <a:pt x="23052" y="37391"/>
                </a:lnTo>
                <a:lnTo>
                  <a:pt x="23469" y="37081"/>
                </a:lnTo>
                <a:lnTo>
                  <a:pt x="23885" y="36615"/>
                </a:lnTo>
                <a:lnTo>
                  <a:pt x="23885" y="36305"/>
                </a:lnTo>
                <a:lnTo>
                  <a:pt x="24302" y="35840"/>
                </a:lnTo>
                <a:lnTo>
                  <a:pt x="24302" y="35529"/>
                </a:lnTo>
                <a:lnTo>
                  <a:pt x="24719" y="35219"/>
                </a:lnTo>
                <a:lnTo>
                  <a:pt x="25135" y="34753"/>
                </a:lnTo>
                <a:lnTo>
                  <a:pt x="25135" y="34443"/>
                </a:lnTo>
                <a:lnTo>
                  <a:pt x="25569" y="33978"/>
                </a:lnTo>
                <a:lnTo>
                  <a:pt x="25569" y="33667"/>
                </a:lnTo>
                <a:lnTo>
                  <a:pt x="25986" y="33357"/>
                </a:lnTo>
                <a:lnTo>
                  <a:pt x="26402" y="32892"/>
                </a:lnTo>
                <a:lnTo>
                  <a:pt x="26402" y="32581"/>
                </a:lnTo>
                <a:lnTo>
                  <a:pt x="26819" y="32116"/>
                </a:lnTo>
                <a:lnTo>
                  <a:pt x="26819" y="31806"/>
                </a:lnTo>
                <a:lnTo>
                  <a:pt x="27236" y="31340"/>
                </a:lnTo>
                <a:lnTo>
                  <a:pt x="27236" y="31030"/>
                </a:lnTo>
                <a:lnTo>
                  <a:pt x="27652" y="30720"/>
                </a:lnTo>
                <a:lnTo>
                  <a:pt x="28069" y="30254"/>
                </a:lnTo>
                <a:lnTo>
                  <a:pt x="28503" y="29944"/>
                </a:lnTo>
                <a:lnTo>
                  <a:pt x="28503" y="29478"/>
                </a:lnTo>
                <a:lnTo>
                  <a:pt x="28919" y="29168"/>
                </a:lnTo>
                <a:lnTo>
                  <a:pt x="29336" y="28392"/>
                </a:lnTo>
                <a:lnTo>
                  <a:pt x="29753" y="28082"/>
                </a:lnTo>
                <a:lnTo>
                  <a:pt x="30169" y="27616"/>
                </a:lnTo>
                <a:lnTo>
                  <a:pt x="30169" y="27306"/>
                </a:lnTo>
                <a:lnTo>
                  <a:pt x="30586" y="26841"/>
                </a:lnTo>
                <a:lnTo>
                  <a:pt x="30586" y="26530"/>
                </a:lnTo>
                <a:lnTo>
                  <a:pt x="31020" y="26220"/>
                </a:lnTo>
                <a:lnTo>
                  <a:pt x="31020" y="25755"/>
                </a:lnTo>
                <a:lnTo>
                  <a:pt x="31436" y="25444"/>
                </a:lnTo>
                <a:lnTo>
                  <a:pt x="31853" y="24979"/>
                </a:lnTo>
                <a:lnTo>
                  <a:pt x="31853" y="24669"/>
                </a:lnTo>
                <a:lnTo>
                  <a:pt x="32270" y="24358"/>
                </a:lnTo>
                <a:lnTo>
                  <a:pt x="32686" y="23893"/>
                </a:lnTo>
                <a:lnTo>
                  <a:pt x="32686" y="23583"/>
                </a:lnTo>
                <a:lnTo>
                  <a:pt x="33103" y="23117"/>
                </a:lnTo>
                <a:lnTo>
                  <a:pt x="33103" y="22807"/>
                </a:lnTo>
                <a:lnTo>
                  <a:pt x="33520" y="22341"/>
                </a:lnTo>
                <a:lnTo>
                  <a:pt x="33520" y="22031"/>
                </a:lnTo>
                <a:lnTo>
                  <a:pt x="33954" y="21721"/>
                </a:lnTo>
                <a:lnTo>
                  <a:pt x="34370" y="21255"/>
                </a:lnTo>
                <a:lnTo>
                  <a:pt x="34370" y="20945"/>
                </a:lnTo>
                <a:lnTo>
                  <a:pt x="34787" y="20945"/>
                </a:lnTo>
                <a:lnTo>
                  <a:pt x="34787" y="20169"/>
                </a:lnTo>
                <a:lnTo>
                  <a:pt x="35203" y="20169"/>
                </a:lnTo>
                <a:lnTo>
                  <a:pt x="35620" y="19859"/>
                </a:lnTo>
                <a:lnTo>
                  <a:pt x="35620" y="19393"/>
                </a:lnTo>
                <a:lnTo>
                  <a:pt x="36037" y="19083"/>
                </a:lnTo>
                <a:lnTo>
                  <a:pt x="36453" y="18618"/>
                </a:lnTo>
                <a:lnTo>
                  <a:pt x="36453" y="18307"/>
                </a:lnTo>
                <a:lnTo>
                  <a:pt x="36887" y="17842"/>
                </a:lnTo>
                <a:lnTo>
                  <a:pt x="36887" y="17532"/>
                </a:lnTo>
                <a:lnTo>
                  <a:pt x="37304" y="17221"/>
                </a:lnTo>
                <a:lnTo>
                  <a:pt x="37304" y="16756"/>
                </a:lnTo>
                <a:lnTo>
                  <a:pt x="37720" y="16446"/>
                </a:lnTo>
                <a:lnTo>
                  <a:pt x="38137" y="15980"/>
                </a:lnTo>
                <a:lnTo>
                  <a:pt x="38137" y="15670"/>
                </a:lnTo>
                <a:lnTo>
                  <a:pt x="38554" y="15360"/>
                </a:lnTo>
                <a:lnTo>
                  <a:pt x="38970" y="14894"/>
                </a:lnTo>
                <a:lnTo>
                  <a:pt x="38970" y="14584"/>
                </a:lnTo>
                <a:lnTo>
                  <a:pt x="39387" y="14584"/>
                </a:lnTo>
                <a:lnTo>
                  <a:pt x="39387" y="14118"/>
                </a:lnTo>
                <a:lnTo>
                  <a:pt x="39821" y="13808"/>
                </a:lnTo>
                <a:lnTo>
                  <a:pt x="39821" y="13343"/>
                </a:lnTo>
                <a:lnTo>
                  <a:pt x="40237" y="13032"/>
                </a:lnTo>
                <a:lnTo>
                  <a:pt x="40654" y="12722"/>
                </a:lnTo>
                <a:lnTo>
                  <a:pt x="40654" y="12256"/>
                </a:lnTo>
                <a:lnTo>
                  <a:pt x="41071" y="11946"/>
                </a:lnTo>
                <a:lnTo>
                  <a:pt x="41071" y="11481"/>
                </a:lnTo>
                <a:lnTo>
                  <a:pt x="41487" y="11170"/>
                </a:lnTo>
                <a:lnTo>
                  <a:pt x="41487" y="10860"/>
                </a:lnTo>
                <a:lnTo>
                  <a:pt x="41904" y="10395"/>
                </a:lnTo>
                <a:lnTo>
                  <a:pt x="42320" y="10084"/>
                </a:lnTo>
                <a:lnTo>
                  <a:pt x="42320" y="9619"/>
                </a:lnTo>
                <a:lnTo>
                  <a:pt x="42754" y="9619"/>
                </a:lnTo>
                <a:lnTo>
                  <a:pt x="43171" y="8843"/>
                </a:lnTo>
                <a:lnTo>
                  <a:pt x="43588" y="8533"/>
                </a:lnTo>
                <a:lnTo>
                  <a:pt x="43588" y="8223"/>
                </a:lnTo>
                <a:lnTo>
                  <a:pt x="44004" y="7757"/>
                </a:lnTo>
                <a:lnTo>
                  <a:pt x="44421" y="7447"/>
                </a:lnTo>
                <a:lnTo>
                  <a:pt x="44421" y="6981"/>
                </a:lnTo>
                <a:lnTo>
                  <a:pt x="44838" y="6671"/>
                </a:lnTo>
                <a:lnTo>
                  <a:pt x="44838" y="6361"/>
                </a:lnTo>
                <a:lnTo>
                  <a:pt x="45272" y="5895"/>
                </a:lnTo>
                <a:lnTo>
                  <a:pt x="45688" y="5585"/>
                </a:lnTo>
                <a:lnTo>
                  <a:pt x="45688" y="5120"/>
                </a:lnTo>
                <a:lnTo>
                  <a:pt x="46105" y="4809"/>
                </a:lnTo>
                <a:lnTo>
                  <a:pt x="46521" y="4344"/>
                </a:lnTo>
                <a:lnTo>
                  <a:pt x="46938" y="4033"/>
                </a:lnTo>
                <a:lnTo>
                  <a:pt x="46938" y="3723"/>
                </a:lnTo>
                <a:lnTo>
                  <a:pt x="47355" y="3258"/>
                </a:lnTo>
                <a:lnTo>
                  <a:pt x="47355" y="2947"/>
                </a:lnTo>
                <a:lnTo>
                  <a:pt x="47771" y="2482"/>
                </a:lnTo>
                <a:lnTo>
                  <a:pt x="47771" y="2172"/>
                </a:lnTo>
                <a:lnTo>
                  <a:pt x="48205" y="1861"/>
                </a:lnTo>
                <a:lnTo>
                  <a:pt x="48622" y="1396"/>
                </a:lnTo>
                <a:lnTo>
                  <a:pt x="48622" y="1086"/>
                </a:lnTo>
                <a:lnTo>
                  <a:pt x="49038" y="620"/>
                </a:lnTo>
                <a:lnTo>
                  <a:pt x="49455" y="620"/>
                </a:lnTo>
                <a:lnTo>
                  <a:pt x="49455" y="310"/>
                </a:lnTo>
                <a:lnTo>
                  <a:pt x="49872" y="0"/>
                </a:lnTo>
              </a:path>
            </a:pathLst>
          </a:custGeom>
          <a:ln w="234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462549" y="4306318"/>
            <a:ext cx="49472" cy="62991"/>
          </a:xfrm>
          <a:custGeom>
            <a:avLst/>
            <a:gdLst/>
            <a:ahLst/>
            <a:cxnLst/>
            <a:rect l="l" t="t" r="r" b="b"/>
            <a:pathLst>
              <a:path w="49472" h="62991">
                <a:moveTo>
                  <a:pt x="0" y="62991"/>
                </a:moveTo>
                <a:lnTo>
                  <a:pt x="0" y="62526"/>
                </a:lnTo>
                <a:lnTo>
                  <a:pt x="416" y="62215"/>
                </a:lnTo>
                <a:lnTo>
                  <a:pt x="416" y="61750"/>
                </a:lnTo>
                <a:lnTo>
                  <a:pt x="833" y="61440"/>
                </a:lnTo>
                <a:lnTo>
                  <a:pt x="1267" y="60974"/>
                </a:lnTo>
                <a:lnTo>
                  <a:pt x="1267" y="60664"/>
                </a:lnTo>
                <a:lnTo>
                  <a:pt x="1683" y="60353"/>
                </a:lnTo>
                <a:lnTo>
                  <a:pt x="2100" y="59578"/>
                </a:lnTo>
                <a:lnTo>
                  <a:pt x="2517" y="59578"/>
                </a:lnTo>
                <a:lnTo>
                  <a:pt x="2517" y="59112"/>
                </a:lnTo>
                <a:lnTo>
                  <a:pt x="2933" y="58802"/>
                </a:lnTo>
                <a:lnTo>
                  <a:pt x="3350" y="58492"/>
                </a:lnTo>
                <a:lnTo>
                  <a:pt x="3350" y="58026"/>
                </a:lnTo>
                <a:lnTo>
                  <a:pt x="3766" y="57716"/>
                </a:lnTo>
                <a:lnTo>
                  <a:pt x="3766" y="57250"/>
                </a:lnTo>
                <a:lnTo>
                  <a:pt x="4200" y="56940"/>
                </a:lnTo>
                <a:lnTo>
                  <a:pt x="4200" y="56475"/>
                </a:lnTo>
                <a:lnTo>
                  <a:pt x="4617" y="56475"/>
                </a:lnTo>
                <a:lnTo>
                  <a:pt x="5034" y="56164"/>
                </a:lnTo>
                <a:lnTo>
                  <a:pt x="5034" y="55854"/>
                </a:lnTo>
                <a:lnTo>
                  <a:pt x="5450" y="55389"/>
                </a:lnTo>
                <a:lnTo>
                  <a:pt x="5450" y="55078"/>
                </a:lnTo>
                <a:lnTo>
                  <a:pt x="5867" y="54613"/>
                </a:lnTo>
                <a:lnTo>
                  <a:pt x="6283" y="54303"/>
                </a:lnTo>
                <a:lnTo>
                  <a:pt x="6283" y="53992"/>
                </a:lnTo>
                <a:lnTo>
                  <a:pt x="6700" y="53527"/>
                </a:lnTo>
                <a:lnTo>
                  <a:pt x="6700" y="53216"/>
                </a:lnTo>
                <a:lnTo>
                  <a:pt x="7134" y="53216"/>
                </a:lnTo>
                <a:lnTo>
                  <a:pt x="7551" y="52751"/>
                </a:lnTo>
                <a:lnTo>
                  <a:pt x="7551" y="52441"/>
                </a:lnTo>
                <a:lnTo>
                  <a:pt x="7967" y="51975"/>
                </a:lnTo>
                <a:lnTo>
                  <a:pt x="7967" y="51665"/>
                </a:lnTo>
                <a:lnTo>
                  <a:pt x="8384" y="51355"/>
                </a:lnTo>
                <a:lnTo>
                  <a:pt x="8384" y="50889"/>
                </a:lnTo>
                <a:lnTo>
                  <a:pt x="8800" y="50579"/>
                </a:lnTo>
                <a:lnTo>
                  <a:pt x="9217" y="50579"/>
                </a:lnTo>
                <a:lnTo>
                  <a:pt x="9217" y="50113"/>
                </a:lnTo>
                <a:lnTo>
                  <a:pt x="9651" y="49803"/>
                </a:lnTo>
                <a:lnTo>
                  <a:pt x="10068" y="49493"/>
                </a:lnTo>
                <a:lnTo>
                  <a:pt x="10068" y="49027"/>
                </a:lnTo>
                <a:lnTo>
                  <a:pt x="10484" y="48717"/>
                </a:lnTo>
                <a:lnTo>
                  <a:pt x="10484" y="48252"/>
                </a:lnTo>
                <a:lnTo>
                  <a:pt x="10901" y="47941"/>
                </a:lnTo>
                <a:lnTo>
                  <a:pt x="11318" y="47476"/>
                </a:lnTo>
                <a:lnTo>
                  <a:pt x="11734" y="47166"/>
                </a:lnTo>
                <a:lnTo>
                  <a:pt x="11734" y="46855"/>
                </a:lnTo>
                <a:lnTo>
                  <a:pt x="12151" y="46390"/>
                </a:lnTo>
                <a:lnTo>
                  <a:pt x="12151" y="46080"/>
                </a:lnTo>
                <a:lnTo>
                  <a:pt x="12585" y="45614"/>
                </a:lnTo>
                <a:lnTo>
                  <a:pt x="13001" y="45304"/>
                </a:lnTo>
                <a:lnTo>
                  <a:pt x="13001" y="44993"/>
                </a:lnTo>
                <a:lnTo>
                  <a:pt x="13418" y="44993"/>
                </a:lnTo>
                <a:lnTo>
                  <a:pt x="13835" y="44528"/>
                </a:lnTo>
                <a:lnTo>
                  <a:pt x="13835" y="44218"/>
                </a:lnTo>
                <a:lnTo>
                  <a:pt x="14251" y="43752"/>
                </a:lnTo>
                <a:lnTo>
                  <a:pt x="14251" y="43442"/>
                </a:lnTo>
                <a:lnTo>
                  <a:pt x="14668" y="42976"/>
                </a:lnTo>
                <a:lnTo>
                  <a:pt x="14668" y="42666"/>
                </a:lnTo>
                <a:lnTo>
                  <a:pt x="15084" y="42666"/>
                </a:lnTo>
                <a:lnTo>
                  <a:pt x="15518" y="42356"/>
                </a:lnTo>
                <a:lnTo>
                  <a:pt x="15518" y="41890"/>
                </a:lnTo>
                <a:lnTo>
                  <a:pt x="15935" y="41580"/>
                </a:lnTo>
                <a:lnTo>
                  <a:pt x="15935" y="41115"/>
                </a:lnTo>
                <a:lnTo>
                  <a:pt x="16352" y="40804"/>
                </a:lnTo>
                <a:lnTo>
                  <a:pt x="16768" y="40494"/>
                </a:lnTo>
                <a:lnTo>
                  <a:pt x="16768" y="40029"/>
                </a:lnTo>
                <a:lnTo>
                  <a:pt x="17185" y="40029"/>
                </a:lnTo>
                <a:lnTo>
                  <a:pt x="17185" y="39718"/>
                </a:lnTo>
                <a:lnTo>
                  <a:pt x="17601" y="39253"/>
                </a:lnTo>
                <a:lnTo>
                  <a:pt x="18018" y="38943"/>
                </a:lnTo>
                <a:lnTo>
                  <a:pt x="18018" y="38477"/>
                </a:lnTo>
                <a:lnTo>
                  <a:pt x="18452" y="38167"/>
                </a:lnTo>
                <a:lnTo>
                  <a:pt x="18452" y="37856"/>
                </a:lnTo>
                <a:lnTo>
                  <a:pt x="18869" y="37856"/>
                </a:lnTo>
                <a:lnTo>
                  <a:pt x="19285" y="37391"/>
                </a:lnTo>
                <a:lnTo>
                  <a:pt x="19285" y="37081"/>
                </a:lnTo>
                <a:lnTo>
                  <a:pt x="19702" y="36615"/>
                </a:lnTo>
                <a:lnTo>
                  <a:pt x="20118" y="36305"/>
                </a:lnTo>
                <a:lnTo>
                  <a:pt x="20118" y="35995"/>
                </a:lnTo>
                <a:lnTo>
                  <a:pt x="20535" y="35529"/>
                </a:lnTo>
                <a:lnTo>
                  <a:pt x="20535" y="35219"/>
                </a:lnTo>
                <a:lnTo>
                  <a:pt x="20952" y="35219"/>
                </a:lnTo>
                <a:lnTo>
                  <a:pt x="20952" y="34753"/>
                </a:lnTo>
                <a:lnTo>
                  <a:pt x="21386" y="34443"/>
                </a:lnTo>
                <a:lnTo>
                  <a:pt x="21802" y="33978"/>
                </a:lnTo>
                <a:lnTo>
                  <a:pt x="21802" y="33667"/>
                </a:lnTo>
                <a:lnTo>
                  <a:pt x="22219" y="33357"/>
                </a:lnTo>
                <a:lnTo>
                  <a:pt x="22219" y="32892"/>
                </a:lnTo>
                <a:lnTo>
                  <a:pt x="22636" y="32892"/>
                </a:lnTo>
                <a:lnTo>
                  <a:pt x="22636" y="32581"/>
                </a:lnTo>
                <a:lnTo>
                  <a:pt x="23052" y="32116"/>
                </a:lnTo>
                <a:lnTo>
                  <a:pt x="23469" y="31806"/>
                </a:lnTo>
                <a:lnTo>
                  <a:pt x="23469" y="31495"/>
                </a:lnTo>
                <a:lnTo>
                  <a:pt x="23903" y="31030"/>
                </a:lnTo>
                <a:lnTo>
                  <a:pt x="24319" y="31030"/>
                </a:lnTo>
                <a:lnTo>
                  <a:pt x="24319" y="30720"/>
                </a:lnTo>
                <a:lnTo>
                  <a:pt x="24736" y="30254"/>
                </a:lnTo>
                <a:lnTo>
                  <a:pt x="24736" y="29944"/>
                </a:lnTo>
                <a:lnTo>
                  <a:pt x="25153" y="29478"/>
                </a:lnTo>
                <a:lnTo>
                  <a:pt x="25153" y="29168"/>
                </a:lnTo>
                <a:lnTo>
                  <a:pt x="25569" y="28858"/>
                </a:lnTo>
                <a:lnTo>
                  <a:pt x="25986" y="28858"/>
                </a:lnTo>
                <a:lnTo>
                  <a:pt x="25986" y="28392"/>
                </a:lnTo>
                <a:lnTo>
                  <a:pt x="26402" y="28082"/>
                </a:lnTo>
                <a:lnTo>
                  <a:pt x="26402" y="27616"/>
                </a:lnTo>
                <a:lnTo>
                  <a:pt x="26836" y="27306"/>
                </a:lnTo>
                <a:lnTo>
                  <a:pt x="27253" y="26996"/>
                </a:lnTo>
                <a:lnTo>
                  <a:pt x="27670" y="26530"/>
                </a:lnTo>
                <a:lnTo>
                  <a:pt x="28086" y="26220"/>
                </a:lnTo>
                <a:lnTo>
                  <a:pt x="28086" y="25755"/>
                </a:lnTo>
                <a:lnTo>
                  <a:pt x="28503" y="25444"/>
                </a:lnTo>
                <a:lnTo>
                  <a:pt x="28503" y="25134"/>
                </a:lnTo>
                <a:lnTo>
                  <a:pt x="28919" y="25134"/>
                </a:lnTo>
                <a:lnTo>
                  <a:pt x="28919" y="24669"/>
                </a:lnTo>
                <a:lnTo>
                  <a:pt x="29336" y="24358"/>
                </a:lnTo>
                <a:lnTo>
                  <a:pt x="29770" y="23893"/>
                </a:lnTo>
                <a:lnTo>
                  <a:pt x="29770" y="23583"/>
                </a:lnTo>
                <a:lnTo>
                  <a:pt x="30187" y="23117"/>
                </a:lnTo>
                <a:lnTo>
                  <a:pt x="30603" y="23117"/>
                </a:lnTo>
                <a:lnTo>
                  <a:pt x="30603" y="22807"/>
                </a:lnTo>
                <a:lnTo>
                  <a:pt x="31020" y="22496"/>
                </a:lnTo>
                <a:lnTo>
                  <a:pt x="31020" y="22031"/>
                </a:lnTo>
                <a:lnTo>
                  <a:pt x="31436" y="21721"/>
                </a:lnTo>
                <a:lnTo>
                  <a:pt x="31436" y="21255"/>
                </a:lnTo>
                <a:lnTo>
                  <a:pt x="31853" y="21255"/>
                </a:lnTo>
                <a:lnTo>
                  <a:pt x="32270" y="20945"/>
                </a:lnTo>
                <a:lnTo>
                  <a:pt x="32270" y="20635"/>
                </a:lnTo>
                <a:lnTo>
                  <a:pt x="32704" y="20169"/>
                </a:lnTo>
                <a:lnTo>
                  <a:pt x="32704" y="19859"/>
                </a:lnTo>
                <a:lnTo>
                  <a:pt x="33120" y="19859"/>
                </a:lnTo>
                <a:lnTo>
                  <a:pt x="33120" y="19393"/>
                </a:lnTo>
                <a:lnTo>
                  <a:pt x="33537" y="19083"/>
                </a:lnTo>
                <a:lnTo>
                  <a:pt x="33954" y="18618"/>
                </a:lnTo>
                <a:lnTo>
                  <a:pt x="33954" y="18307"/>
                </a:lnTo>
                <a:lnTo>
                  <a:pt x="34370" y="18307"/>
                </a:lnTo>
                <a:lnTo>
                  <a:pt x="34787" y="17997"/>
                </a:lnTo>
                <a:lnTo>
                  <a:pt x="34787" y="17532"/>
                </a:lnTo>
                <a:lnTo>
                  <a:pt x="35221" y="17221"/>
                </a:lnTo>
                <a:lnTo>
                  <a:pt x="35221" y="16756"/>
                </a:lnTo>
                <a:lnTo>
                  <a:pt x="35637" y="16446"/>
                </a:lnTo>
                <a:lnTo>
                  <a:pt x="36054" y="16446"/>
                </a:lnTo>
                <a:lnTo>
                  <a:pt x="36054" y="16135"/>
                </a:lnTo>
                <a:lnTo>
                  <a:pt x="36471" y="15670"/>
                </a:lnTo>
                <a:lnTo>
                  <a:pt x="36471" y="15360"/>
                </a:lnTo>
                <a:lnTo>
                  <a:pt x="36887" y="14894"/>
                </a:lnTo>
                <a:lnTo>
                  <a:pt x="37304" y="14584"/>
                </a:lnTo>
                <a:lnTo>
                  <a:pt x="37720" y="14118"/>
                </a:lnTo>
                <a:lnTo>
                  <a:pt x="37720" y="13808"/>
                </a:lnTo>
                <a:lnTo>
                  <a:pt x="38154" y="13498"/>
                </a:lnTo>
                <a:lnTo>
                  <a:pt x="38571" y="13498"/>
                </a:lnTo>
                <a:lnTo>
                  <a:pt x="38571" y="13032"/>
                </a:lnTo>
                <a:lnTo>
                  <a:pt x="38988" y="12722"/>
                </a:lnTo>
                <a:lnTo>
                  <a:pt x="38988" y="12256"/>
                </a:lnTo>
                <a:lnTo>
                  <a:pt x="39404" y="11946"/>
                </a:lnTo>
                <a:lnTo>
                  <a:pt x="39404" y="11636"/>
                </a:lnTo>
                <a:lnTo>
                  <a:pt x="39821" y="11636"/>
                </a:lnTo>
                <a:lnTo>
                  <a:pt x="40237" y="11170"/>
                </a:lnTo>
                <a:lnTo>
                  <a:pt x="40237" y="10860"/>
                </a:lnTo>
                <a:lnTo>
                  <a:pt x="40654" y="10395"/>
                </a:lnTo>
                <a:lnTo>
                  <a:pt x="41088" y="10084"/>
                </a:lnTo>
                <a:lnTo>
                  <a:pt x="41505" y="9619"/>
                </a:lnTo>
                <a:lnTo>
                  <a:pt x="41505" y="9309"/>
                </a:lnTo>
                <a:lnTo>
                  <a:pt x="41921" y="8998"/>
                </a:lnTo>
                <a:lnTo>
                  <a:pt x="41921" y="8533"/>
                </a:lnTo>
                <a:lnTo>
                  <a:pt x="42338" y="8533"/>
                </a:lnTo>
                <a:lnTo>
                  <a:pt x="42754" y="8223"/>
                </a:lnTo>
                <a:lnTo>
                  <a:pt x="42754" y="7757"/>
                </a:lnTo>
                <a:lnTo>
                  <a:pt x="43171" y="7447"/>
                </a:lnTo>
                <a:lnTo>
                  <a:pt x="43171" y="7136"/>
                </a:lnTo>
                <a:lnTo>
                  <a:pt x="43588" y="6671"/>
                </a:lnTo>
                <a:lnTo>
                  <a:pt x="44022" y="6671"/>
                </a:lnTo>
                <a:lnTo>
                  <a:pt x="44022" y="6361"/>
                </a:lnTo>
                <a:lnTo>
                  <a:pt x="44438" y="5895"/>
                </a:lnTo>
                <a:lnTo>
                  <a:pt x="44855" y="5585"/>
                </a:lnTo>
                <a:lnTo>
                  <a:pt x="45272" y="5120"/>
                </a:lnTo>
                <a:lnTo>
                  <a:pt x="45272" y="4809"/>
                </a:lnTo>
                <a:lnTo>
                  <a:pt x="45688" y="4499"/>
                </a:lnTo>
                <a:lnTo>
                  <a:pt x="46105" y="4033"/>
                </a:lnTo>
                <a:lnTo>
                  <a:pt x="46521" y="3723"/>
                </a:lnTo>
                <a:lnTo>
                  <a:pt x="46521" y="3258"/>
                </a:lnTo>
                <a:lnTo>
                  <a:pt x="46955" y="2947"/>
                </a:lnTo>
                <a:lnTo>
                  <a:pt x="46955" y="2637"/>
                </a:lnTo>
                <a:lnTo>
                  <a:pt x="47372" y="2637"/>
                </a:lnTo>
                <a:lnTo>
                  <a:pt x="47789" y="2172"/>
                </a:lnTo>
                <a:lnTo>
                  <a:pt x="47789" y="1861"/>
                </a:lnTo>
                <a:lnTo>
                  <a:pt x="48205" y="1396"/>
                </a:lnTo>
                <a:lnTo>
                  <a:pt x="48622" y="1086"/>
                </a:lnTo>
                <a:lnTo>
                  <a:pt x="49038" y="620"/>
                </a:lnTo>
                <a:lnTo>
                  <a:pt x="49038" y="310"/>
                </a:lnTo>
                <a:lnTo>
                  <a:pt x="49472" y="310"/>
                </a:lnTo>
                <a:lnTo>
                  <a:pt x="49472" y="0"/>
                </a:lnTo>
              </a:path>
            </a:pathLst>
          </a:custGeom>
          <a:ln w="23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512022" y="4253722"/>
            <a:ext cx="49872" cy="52596"/>
          </a:xfrm>
          <a:custGeom>
            <a:avLst/>
            <a:gdLst/>
            <a:ahLst/>
            <a:cxnLst/>
            <a:rect l="l" t="t" r="r" b="b"/>
            <a:pathLst>
              <a:path w="49872" h="52596">
                <a:moveTo>
                  <a:pt x="0" y="52596"/>
                </a:moveTo>
                <a:lnTo>
                  <a:pt x="416" y="52130"/>
                </a:lnTo>
                <a:lnTo>
                  <a:pt x="416" y="51820"/>
                </a:lnTo>
                <a:lnTo>
                  <a:pt x="833" y="51355"/>
                </a:lnTo>
                <a:lnTo>
                  <a:pt x="1249" y="51355"/>
                </a:lnTo>
                <a:lnTo>
                  <a:pt x="1249" y="51044"/>
                </a:lnTo>
                <a:lnTo>
                  <a:pt x="1666" y="50734"/>
                </a:lnTo>
                <a:lnTo>
                  <a:pt x="2083" y="50269"/>
                </a:lnTo>
                <a:lnTo>
                  <a:pt x="2499" y="49958"/>
                </a:lnTo>
                <a:lnTo>
                  <a:pt x="2499" y="49493"/>
                </a:lnTo>
                <a:lnTo>
                  <a:pt x="2933" y="49183"/>
                </a:lnTo>
                <a:lnTo>
                  <a:pt x="3350" y="48717"/>
                </a:lnTo>
                <a:lnTo>
                  <a:pt x="3766" y="48407"/>
                </a:lnTo>
                <a:lnTo>
                  <a:pt x="3766" y="48096"/>
                </a:lnTo>
                <a:lnTo>
                  <a:pt x="4183" y="48096"/>
                </a:lnTo>
                <a:lnTo>
                  <a:pt x="4183" y="47631"/>
                </a:lnTo>
                <a:lnTo>
                  <a:pt x="4600" y="47321"/>
                </a:lnTo>
                <a:lnTo>
                  <a:pt x="5016" y="46855"/>
                </a:lnTo>
                <a:lnTo>
                  <a:pt x="5016" y="46545"/>
                </a:lnTo>
                <a:lnTo>
                  <a:pt x="5433" y="46545"/>
                </a:lnTo>
                <a:lnTo>
                  <a:pt x="5867" y="46235"/>
                </a:lnTo>
                <a:lnTo>
                  <a:pt x="5867" y="45769"/>
                </a:lnTo>
                <a:lnTo>
                  <a:pt x="6283" y="45459"/>
                </a:lnTo>
                <a:lnTo>
                  <a:pt x="6700" y="44993"/>
                </a:lnTo>
                <a:lnTo>
                  <a:pt x="6700" y="44683"/>
                </a:lnTo>
                <a:lnTo>
                  <a:pt x="7117" y="44218"/>
                </a:lnTo>
                <a:lnTo>
                  <a:pt x="7533" y="43907"/>
                </a:lnTo>
                <a:lnTo>
                  <a:pt x="7950" y="43597"/>
                </a:lnTo>
                <a:lnTo>
                  <a:pt x="7950" y="43132"/>
                </a:lnTo>
                <a:lnTo>
                  <a:pt x="8366" y="43132"/>
                </a:lnTo>
                <a:lnTo>
                  <a:pt x="8800" y="42821"/>
                </a:lnTo>
                <a:lnTo>
                  <a:pt x="8800" y="42356"/>
                </a:lnTo>
                <a:lnTo>
                  <a:pt x="9217" y="42046"/>
                </a:lnTo>
                <a:lnTo>
                  <a:pt x="9634" y="41735"/>
                </a:lnTo>
                <a:lnTo>
                  <a:pt x="10050" y="41270"/>
                </a:lnTo>
                <a:lnTo>
                  <a:pt x="10050" y="40960"/>
                </a:lnTo>
                <a:lnTo>
                  <a:pt x="10467" y="40494"/>
                </a:lnTo>
                <a:lnTo>
                  <a:pt x="10884" y="40184"/>
                </a:lnTo>
                <a:lnTo>
                  <a:pt x="11300" y="39718"/>
                </a:lnTo>
                <a:lnTo>
                  <a:pt x="11734" y="39408"/>
                </a:lnTo>
                <a:lnTo>
                  <a:pt x="11734" y="39098"/>
                </a:lnTo>
                <a:lnTo>
                  <a:pt x="12151" y="38632"/>
                </a:lnTo>
                <a:lnTo>
                  <a:pt x="12567" y="38632"/>
                </a:lnTo>
                <a:lnTo>
                  <a:pt x="12567" y="38322"/>
                </a:lnTo>
                <a:lnTo>
                  <a:pt x="12984" y="37856"/>
                </a:lnTo>
                <a:lnTo>
                  <a:pt x="12984" y="37546"/>
                </a:lnTo>
                <a:lnTo>
                  <a:pt x="13401" y="37546"/>
                </a:lnTo>
                <a:lnTo>
                  <a:pt x="13817" y="37236"/>
                </a:lnTo>
                <a:lnTo>
                  <a:pt x="13817" y="36770"/>
                </a:lnTo>
                <a:lnTo>
                  <a:pt x="14251" y="36770"/>
                </a:lnTo>
                <a:lnTo>
                  <a:pt x="14251" y="36460"/>
                </a:lnTo>
                <a:lnTo>
                  <a:pt x="14668" y="35995"/>
                </a:lnTo>
                <a:lnTo>
                  <a:pt x="14668" y="35684"/>
                </a:lnTo>
                <a:lnTo>
                  <a:pt x="15084" y="35374"/>
                </a:lnTo>
                <a:lnTo>
                  <a:pt x="15501" y="35374"/>
                </a:lnTo>
                <a:lnTo>
                  <a:pt x="15501" y="34909"/>
                </a:lnTo>
                <a:lnTo>
                  <a:pt x="15918" y="34598"/>
                </a:lnTo>
                <a:lnTo>
                  <a:pt x="16334" y="34133"/>
                </a:lnTo>
                <a:lnTo>
                  <a:pt x="16751" y="33823"/>
                </a:lnTo>
                <a:lnTo>
                  <a:pt x="16751" y="33357"/>
                </a:lnTo>
                <a:lnTo>
                  <a:pt x="17185" y="33357"/>
                </a:lnTo>
                <a:lnTo>
                  <a:pt x="17185" y="33047"/>
                </a:lnTo>
                <a:lnTo>
                  <a:pt x="17601" y="32736"/>
                </a:lnTo>
                <a:lnTo>
                  <a:pt x="18018" y="32736"/>
                </a:lnTo>
                <a:lnTo>
                  <a:pt x="18018" y="32271"/>
                </a:lnTo>
                <a:lnTo>
                  <a:pt x="18435" y="31961"/>
                </a:lnTo>
                <a:lnTo>
                  <a:pt x="18435" y="31495"/>
                </a:lnTo>
                <a:lnTo>
                  <a:pt x="18851" y="31495"/>
                </a:lnTo>
                <a:lnTo>
                  <a:pt x="19268" y="31185"/>
                </a:lnTo>
                <a:lnTo>
                  <a:pt x="19268" y="30875"/>
                </a:lnTo>
                <a:lnTo>
                  <a:pt x="19684" y="30409"/>
                </a:lnTo>
                <a:lnTo>
                  <a:pt x="20118" y="30409"/>
                </a:lnTo>
                <a:lnTo>
                  <a:pt x="20118" y="30099"/>
                </a:lnTo>
                <a:lnTo>
                  <a:pt x="20535" y="29633"/>
                </a:lnTo>
                <a:lnTo>
                  <a:pt x="20535" y="29323"/>
                </a:lnTo>
                <a:lnTo>
                  <a:pt x="20952" y="29323"/>
                </a:lnTo>
                <a:lnTo>
                  <a:pt x="20952" y="28858"/>
                </a:lnTo>
                <a:lnTo>
                  <a:pt x="21368" y="28547"/>
                </a:lnTo>
                <a:lnTo>
                  <a:pt x="21785" y="28547"/>
                </a:lnTo>
                <a:lnTo>
                  <a:pt x="21785" y="28237"/>
                </a:lnTo>
                <a:lnTo>
                  <a:pt x="22202" y="27772"/>
                </a:lnTo>
                <a:lnTo>
                  <a:pt x="22618" y="27772"/>
                </a:lnTo>
                <a:lnTo>
                  <a:pt x="22618" y="27461"/>
                </a:lnTo>
                <a:lnTo>
                  <a:pt x="23052" y="26996"/>
                </a:lnTo>
                <a:lnTo>
                  <a:pt x="23052" y="26686"/>
                </a:lnTo>
                <a:lnTo>
                  <a:pt x="23469" y="26686"/>
                </a:lnTo>
                <a:lnTo>
                  <a:pt x="23469" y="26375"/>
                </a:lnTo>
                <a:lnTo>
                  <a:pt x="23885" y="25910"/>
                </a:lnTo>
                <a:lnTo>
                  <a:pt x="24302" y="25910"/>
                </a:lnTo>
                <a:lnTo>
                  <a:pt x="24302" y="25600"/>
                </a:lnTo>
                <a:lnTo>
                  <a:pt x="24719" y="25134"/>
                </a:lnTo>
                <a:lnTo>
                  <a:pt x="24719" y="24824"/>
                </a:lnTo>
                <a:lnTo>
                  <a:pt x="25135" y="24824"/>
                </a:lnTo>
                <a:lnTo>
                  <a:pt x="25135" y="24358"/>
                </a:lnTo>
                <a:lnTo>
                  <a:pt x="25552" y="24048"/>
                </a:lnTo>
                <a:lnTo>
                  <a:pt x="25986" y="24048"/>
                </a:lnTo>
                <a:lnTo>
                  <a:pt x="26402" y="23738"/>
                </a:lnTo>
                <a:lnTo>
                  <a:pt x="26402" y="23272"/>
                </a:lnTo>
                <a:lnTo>
                  <a:pt x="26819" y="22962"/>
                </a:lnTo>
                <a:lnTo>
                  <a:pt x="27236" y="22496"/>
                </a:lnTo>
                <a:lnTo>
                  <a:pt x="27236" y="22186"/>
                </a:lnTo>
                <a:lnTo>
                  <a:pt x="27652" y="22186"/>
                </a:lnTo>
                <a:lnTo>
                  <a:pt x="28069" y="21876"/>
                </a:lnTo>
                <a:lnTo>
                  <a:pt x="28069" y="21410"/>
                </a:lnTo>
                <a:lnTo>
                  <a:pt x="28503" y="21100"/>
                </a:lnTo>
                <a:lnTo>
                  <a:pt x="28919" y="20635"/>
                </a:lnTo>
                <a:lnTo>
                  <a:pt x="28919" y="20324"/>
                </a:lnTo>
                <a:lnTo>
                  <a:pt x="29336" y="20324"/>
                </a:lnTo>
                <a:lnTo>
                  <a:pt x="29753" y="19859"/>
                </a:lnTo>
                <a:lnTo>
                  <a:pt x="29753" y="19549"/>
                </a:lnTo>
                <a:lnTo>
                  <a:pt x="30169" y="19549"/>
                </a:lnTo>
                <a:lnTo>
                  <a:pt x="30586" y="19238"/>
                </a:lnTo>
                <a:lnTo>
                  <a:pt x="30586" y="18773"/>
                </a:lnTo>
                <a:lnTo>
                  <a:pt x="31002" y="18773"/>
                </a:lnTo>
                <a:lnTo>
                  <a:pt x="31002" y="18463"/>
                </a:lnTo>
                <a:lnTo>
                  <a:pt x="31436" y="17997"/>
                </a:lnTo>
                <a:lnTo>
                  <a:pt x="31853" y="17687"/>
                </a:lnTo>
                <a:lnTo>
                  <a:pt x="32270" y="17376"/>
                </a:lnTo>
                <a:lnTo>
                  <a:pt x="32270" y="16911"/>
                </a:lnTo>
                <a:lnTo>
                  <a:pt x="32686" y="16911"/>
                </a:lnTo>
                <a:lnTo>
                  <a:pt x="33103" y="16601"/>
                </a:lnTo>
                <a:lnTo>
                  <a:pt x="33103" y="16135"/>
                </a:lnTo>
                <a:lnTo>
                  <a:pt x="33520" y="16135"/>
                </a:lnTo>
                <a:lnTo>
                  <a:pt x="33520" y="15825"/>
                </a:lnTo>
                <a:lnTo>
                  <a:pt x="33936" y="15360"/>
                </a:lnTo>
                <a:lnTo>
                  <a:pt x="34370" y="15049"/>
                </a:lnTo>
                <a:lnTo>
                  <a:pt x="34787" y="14739"/>
                </a:lnTo>
                <a:lnTo>
                  <a:pt x="35203" y="14273"/>
                </a:lnTo>
                <a:lnTo>
                  <a:pt x="35203" y="13963"/>
                </a:lnTo>
                <a:lnTo>
                  <a:pt x="35620" y="13963"/>
                </a:lnTo>
                <a:lnTo>
                  <a:pt x="36037" y="13498"/>
                </a:lnTo>
                <a:lnTo>
                  <a:pt x="36037" y="13187"/>
                </a:lnTo>
                <a:lnTo>
                  <a:pt x="36453" y="13187"/>
                </a:lnTo>
                <a:lnTo>
                  <a:pt x="36870" y="12877"/>
                </a:lnTo>
                <a:lnTo>
                  <a:pt x="36870" y="12412"/>
                </a:lnTo>
                <a:lnTo>
                  <a:pt x="37304" y="12412"/>
                </a:lnTo>
                <a:lnTo>
                  <a:pt x="37304" y="12101"/>
                </a:lnTo>
                <a:lnTo>
                  <a:pt x="37720" y="11636"/>
                </a:lnTo>
                <a:lnTo>
                  <a:pt x="38137" y="11326"/>
                </a:lnTo>
                <a:lnTo>
                  <a:pt x="38554" y="10860"/>
                </a:lnTo>
                <a:lnTo>
                  <a:pt x="38970" y="10550"/>
                </a:lnTo>
                <a:lnTo>
                  <a:pt x="38970" y="10240"/>
                </a:lnTo>
                <a:lnTo>
                  <a:pt x="39387" y="10240"/>
                </a:lnTo>
                <a:lnTo>
                  <a:pt x="39803" y="9774"/>
                </a:lnTo>
                <a:lnTo>
                  <a:pt x="40237" y="9464"/>
                </a:lnTo>
                <a:lnTo>
                  <a:pt x="40237" y="8998"/>
                </a:lnTo>
                <a:lnTo>
                  <a:pt x="40654" y="8998"/>
                </a:lnTo>
                <a:lnTo>
                  <a:pt x="41071" y="8688"/>
                </a:lnTo>
                <a:lnTo>
                  <a:pt x="41071" y="8378"/>
                </a:lnTo>
                <a:lnTo>
                  <a:pt x="41487" y="8378"/>
                </a:lnTo>
                <a:lnTo>
                  <a:pt x="41487" y="7912"/>
                </a:lnTo>
                <a:lnTo>
                  <a:pt x="41904" y="7602"/>
                </a:lnTo>
                <a:lnTo>
                  <a:pt x="41904" y="7136"/>
                </a:lnTo>
                <a:lnTo>
                  <a:pt x="42321" y="7136"/>
                </a:lnTo>
                <a:lnTo>
                  <a:pt x="42754" y="6826"/>
                </a:lnTo>
                <a:lnTo>
                  <a:pt x="42754" y="6361"/>
                </a:lnTo>
                <a:lnTo>
                  <a:pt x="43171" y="6361"/>
                </a:lnTo>
                <a:lnTo>
                  <a:pt x="43588" y="6050"/>
                </a:lnTo>
                <a:lnTo>
                  <a:pt x="44004" y="5740"/>
                </a:lnTo>
                <a:lnTo>
                  <a:pt x="44004" y="5275"/>
                </a:lnTo>
                <a:lnTo>
                  <a:pt x="44421" y="5275"/>
                </a:lnTo>
                <a:lnTo>
                  <a:pt x="44838" y="4964"/>
                </a:lnTo>
                <a:lnTo>
                  <a:pt x="44838" y="4499"/>
                </a:lnTo>
                <a:lnTo>
                  <a:pt x="45254" y="4499"/>
                </a:lnTo>
                <a:lnTo>
                  <a:pt x="45254" y="4189"/>
                </a:lnTo>
                <a:lnTo>
                  <a:pt x="45688" y="4189"/>
                </a:lnTo>
                <a:lnTo>
                  <a:pt x="45688" y="3878"/>
                </a:lnTo>
                <a:lnTo>
                  <a:pt x="46105" y="3413"/>
                </a:lnTo>
                <a:lnTo>
                  <a:pt x="46521" y="3413"/>
                </a:lnTo>
                <a:lnTo>
                  <a:pt x="46521" y="3103"/>
                </a:lnTo>
                <a:lnTo>
                  <a:pt x="46938" y="2637"/>
                </a:lnTo>
                <a:lnTo>
                  <a:pt x="47355" y="2327"/>
                </a:lnTo>
                <a:lnTo>
                  <a:pt x="47771" y="1861"/>
                </a:lnTo>
                <a:lnTo>
                  <a:pt x="48188" y="1551"/>
                </a:lnTo>
                <a:lnTo>
                  <a:pt x="48188" y="1241"/>
                </a:lnTo>
                <a:lnTo>
                  <a:pt x="48622" y="1241"/>
                </a:lnTo>
                <a:lnTo>
                  <a:pt x="49038" y="775"/>
                </a:lnTo>
                <a:lnTo>
                  <a:pt x="49455" y="465"/>
                </a:lnTo>
                <a:lnTo>
                  <a:pt x="49455" y="0"/>
                </a:lnTo>
                <a:lnTo>
                  <a:pt x="49872" y="0"/>
                </a:lnTo>
              </a:path>
            </a:pathLst>
          </a:custGeom>
          <a:ln w="230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561894" y="4212141"/>
            <a:ext cx="49889" cy="41580"/>
          </a:xfrm>
          <a:custGeom>
            <a:avLst/>
            <a:gdLst/>
            <a:ahLst/>
            <a:cxnLst/>
            <a:rect l="l" t="t" r="r" b="b"/>
            <a:pathLst>
              <a:path w="49889" h="41580">
                <a:moveTo>
                  <a:pt x="0" y="41580"/>
                </a:moveTo>
                <a:lnTo>
                  <a:pt x="416" y="41270"/>
                </a:lnTo>
                <a:lnTo>
                  <a:pt x="416" y="40960"/>
                </a:lnTo>
                <a:lnTo>
                  <a:pt x="833" y="40960"/>
                </a:lnTo>
                <a:lnTo>
                  <a:pt x="1249" y="40494"/>
                </a:lnTo>
                <a:lnTo>
                  <a:pt x="1249" y="40184"/>
                </a:lnTo>
                <a:lnTo>
                  <a:pt x="1683" y="40184"/>
                </a:lnTo>
                <a:lnTo>
                  <a:pt x="1683" y="39718"/>
                </a:lnTo>
                <a:lnTo>
                  <a:pt x="2100" y="39718"/>
                </a:lnTo>
                <a:lnTo>
                  <a:pt x="2100" y="39408"/>
                </a:lnTo>
                <a:lnTo>
                  <a:pt x="2517" y="39098"/>
                </a:lnTo>
                <a:lnTo>
                  <a:pt x="2933" y="39098"/>
                </a:lnTo>
                <a:lnTo>
                  <a:pt x="2933" y="38632"/>
                </a:lnTo>
                <a:lnTo>
                  <a:pt x="3350" y="38322"/>
                </a:lnTo>
                <a:lnTo>
                  <a:pt x="3766" y="37856"/>
                </a:lnTo>
                <a:lnTo>
                  <a:pt x="4183" y="37856"/>
                </a:lnTo>
                <a:lnTo>
                  <a:pt x="4183" y="37546"/>
                </a:lnTo>
                <a:lnTo>
                  <a:pt x="4617" y="37081"/>
                </a:lnTo>
                <a:lnTo>
                  <a:pt x="5034" y="36770"/>
                </a:lnTo>
                <a:lnTo>
                  <a:pt x="5450" y="36770"/>
                </a:lnTo>
                <a:lnTo>
                  <a:pt x="5450" y="36460"/>
                </a:lnTo>
                <a:lnTo>
                  <a:pt x="5867" y="35995"/>
                </a:lnTo>
                <a:lnTo>
                  <a:pt x="6283" y="35684"/>
                </a:lnTo>
                <a:lnTo>
                  <a:pt x="6283" y="35219"/>
                </a:lnTo>
                <a:lnTo>
                  <a:pt x="6700" y="35219"/>
                </a:lnTo>
                <a:lnTo>
                  <a:pt x="7134" y="34909"/>
                </a:lnTo>
                <a:lnTo>
                  <a:pt x="7551" y="34598"/>
                </a:lnTo>
                <a:lnTo>
                  <a:pt x="7967" y="34133"/>
                </a:lnTo>
                <a:lnTo>
                  <a:pt x="8384" y="33823"/>
                </a:lnTo>
                <a:lnTo>
                  <a:pt x="8384" y="33357"/>
                </a:lnTo>
                <a:lnTo>
                  <a:pt x="8800" y="33357"/>
                </a:lnTo>
                <a:lnTo>
                  <a:pt x="9217" y="33047"/>
                </a:lnTo>
                <a:lnTo>
                  <a:pt x="9634" y="32581"/>
                </a:lnTo>
                <a:lnTo>
                  <a:pt x="10068" y="32271"/>
                </a:lnTo>
                <a:lnTo>
                  <a:pt x="10068" y="31961"/>
                </a:lnTo>
                <a:lnTo>
                  <a:pt x="10484" y="31961"/>
                </a:lnTo>
                <a:lnTo>
                  <a:pt x="10901" y="31495"/>
                </a:lnTo>
                <a:lnTo>
                  <a:pt x="11318" y="31185"/>
                </a:lnTo>
                <a:lnTo>
                  <a:pt x="11734" y="31185"/>
                </a:lnTo>
                <a:lnTo>
                  <a:pt x="11734" y="30720"/>
                </a:lnTo>
                <a:lnTo>
                  <a:pt x="12151" y="30409"/>
                </a:lnTo>
                <a:lnTo>
                  <a:pt x="12567" y="30099"/>
                </a:lnTo>
                <a:lnTo>
                  <a:pt x="12567" y="29633"/>
                </a:lnTo>
                <a:lnTo>
                  <a:pt x="13001" y="29633"/>
                </a:lnTo>
                <a:lnTo>
                  <a:pt x="13418" y="29323"/>
                </a:lnTo>
                <a:lnTo>
                  <a:pt x="13835" y="28858"/>
                </a:lnTo>
                <a:lnTo>
                  <a:pt x="14251" y="28547"/>
                </a:lnTo>
                <a:lnTo>
                  <a:pt x="14251" y="28547"/>
                </a:lnTo>
                <a:lnTo>
                  <a:pt x="14668" y="28082"/>
                </a:lnTo>
                <a:lnTo>
                  <a:pt x="15084" y="27772"/>
                </a:lnTo>
                <a:lnTo>
                  <a:pt x="15501" y="27461"/>
                </a:lnTo>
                <a:lnTo>
                  <a:pt x="15935" y="26996"/>
                </a:lnTo>
                <a:lnTo>
                  <a:pt x="16352" y="26686"/>
                </a:lnTo>
                <a:lnTo>
                  <a:pt x="16768" y="26220"/>
                </a:lnTo>
                <a:lnTo>
                  <a:pt x="17185" y="26220"/>
                </a:lnTo>
                <a:lnTo>
                  <a:pt x="17185" y="25910"/>
                </a:lnTo>
                <a:lnTo>
                  <a:pt x="17601" y="25600"/>
                </a:lnTo>
                <a:lnTo>
                  <a:pt x="18018" y="25600"/>
                </a:lnTo>
                <a:lnTo>
                  <a:pt x="18018" y="25134"/>
                </a:lnTo>
                <a:lnTo>
                  <a:pt x="18435" y="25134"/>
                </a:lnTo>
                <a:lnTo>
                  <a:pt x="18435" y="24824"/>
                </a:lnTo>
                <a:lnTo>
                  <a:pt x="18869" y="24358"/>
                </a:lnTo>
                <a:lnTo>
                  <a:pt x="19285" y="24048"/>
                </a:lnTo>
                <a:lnTo>
                  <a:pt x="19702" y="24048"/>
                </a:lnTo>
                <a:lnTo>
                  <a:pt x="19702" y="23583"/>
                </a:lnTo>
                <a:lnTo>
                  <a:pt x="20118" y="23583"/>
                </a:lnTo>
                <a:lnTo>
                  <a:pt x="20118" y="23272"/>
                </a:lnTo>
                <a:lnTo>
                  <a:pt x="20535" y="22962"/>
                </a:lnTo>
                <a:lnTo>
                  <a:pt x="20952" y="22496"/>
                </a:lnTo>
                <a:lnTo>
                  <a:pt x="21386" y="22496"/>
                </a:lnTo>
                <a:lnTo>
                  <a:pt x="21386" y="22186"/>
                </a:lnTo>
                <a:lnTo>
                  <a:pt x="21802" y="22186"/>
                </a:lnTo>
                <a:lnTo>
                  <a:pt x="22219" y="21721"/>
                </a:lnTo>
                <a:lnTo>
                  <a:pt x="22219" y="21410"/>
                </a:lnTo>
                <a:lnTo>
                  <a:pt x="22636" y="21410"/>
                </a:lnTo>
                <a:lnTo>
                  <a:pt x="23052" y="21100"/>
                </a:lnTo>
                <a:lnTo>
                  <a:pt x="23052" y="20635"/>
                </a:lnTo>
                <a:lnTo>
                  <a:pt x="23469" y="20635"/>
                </a:lnTo>
                <a:lnTo>
                  <a:pt x="23885" y="20324"/>
                </a:lnTo>
                <a:lnTo>
                  <a:pt x="24319" y="19859"/>
                </a:lnTo>
                <a:lnTo>
                  <a:pt x="24736" y="19549"/>
                </a:lnTo>
                <a:lnTo>
                  <a:pt x="25153" y="19083"/>
                </a:lnTo>
                <a:lnTo>
                  <a:pt x="25569" y="18773"/>
                </a:lnTo>
                <a:lnTo>
                  <a:pt x="25986" y="18773"/>
                </a:lnTo>
                <a:lnTo>
                  <a:pt x="25986" y="18463"/>
                </a:lnTo>
                <a:lnTo>
                  <a:pt x="26402" y="18463"/>
                </a:lnTo>
                <a:lnTo>
                  <a:pt x="26402" y="17997"/>
                </a:lnTo>
                <a:lnTo>
                  <a:pt x="26819" y="17997"/>
                </a:lnTo>
                <a:lnTo>
                  <a:pt x="26819" y="17687"/>
                </a:lnTo>
                <a:lnTo>
                  <a:pt x="27253" y="17221"/>
                </a:lnTo>
                <a:lnTo>
                  <a:pt x="27670" y="17221"/>
                </a:lnTo>
                <a:lnTo>
                  <a:pt x="27670" y="16911"/>
                </a:lnTo>
                <a:lnTo>
                  <a:pt x="28086" y="16911"/>
                </a:lnTo>
                <a:lnTo>
                  <a:pt x="28503" y="16601"/>
                </a:lnTo>
                <a:lnTo>
                  <a:pt x="28919" y="16135"/>
                </a:lnTo>
                <a:lnTo>
                  <a:pt x="29336" y="15825"/>
                </a:lnTo>
                <a:lnTo>
                  <a:pt x="29753" y="15360"/>
                </a:lnTo>
                <a:lnTo>
                  <a:pt x="30187" y="15049"/>
                </a:lnTo>
                <a:lnTo>
                  <a:pt x="30603" y="14584"/>
                </a:lnTo>
                <a:lnTo>
                  <a:pt x="31020" y="14273"/>
                </a:lnTo>
                <a:lnTo>
                  <a:pt x="31436" y="13963"/>
                </a:lnTo>
                <a:lnTo>
                  <a:pt x="31853" y="13963"/>
                </a:lnTo>
                <a:lnTo>
                  <a:pt x="31853" y="13498"/>
                </a:lnTo>
                <a:lnTo>
                  <a:pt x="32270" y="13498"/>
                </a:lnTo>
                <a:lnTo>
                  <a:pt x="32686" y="13187"/>
                </a:lnTo>
                <a:lnTo>
                  <a:pt x="33120" y="12722"/>
                </a:lnTo>
                <a:lnTo>
                  <a:pt x="33120" y="12412"/>
                </a:lnTo>
                <a:lnTo>
                  <a:pt x="33537" y="12412"/>
                </a:lnTo>
                <a:lnTo>
                  <a:pt x="33954" y="12412"/>
                </a:lnTo>
                <a:lnTo>
                  <a:pt x="33954" y="12101"/>
                </a:lnTo>
                <a:lnTo>
                  <a:pt x="34370" y="11636"/>
                </a:lnTo>
                <a:lnTo>
                  <a:pt x="34787" y="11636"/>
                </a:lnTo>
                <a:lnTo>
                  <a:pt x="35203" y="11326"/>
                </a:lnTo>
                <a:lnTo>
                  <a:pt x="35203" y="10860"/>
                </a:lnTo>
                <a:lnTo>
                  <a:pt x="35637" y="10860"/>
                </a:lnTo>
                <a:lnTo>
                  <a:pt x="35637" y="10550"/>
                </a:lnTo>
                <a:lnTo>
                  <a:pt x="36054" y="10550"/>
                </a:lnTo>
                <a:lnTo>
                  <a:pt x="36471" y="10084"/>
                </a:lnTo>
                <a:lnTo>
                  <a:pt x="36471" y="10084"/>
                </a:lnTo>
                <a:lnTo>
                  <a:pt x="36887" y="9774"/>
                </a:lnTo>
                <a:lnTo>
                  <a:pt x="37304" y="9464"/>
                </a:lnTo>
                <a:lnTo>
                  <a:pt x="37720" y="8998"/>
                </a:lnTo>
                <a:lnTo>
                  <a:pt x="38137" y="8998"/>
                </a:lnTo>
                <a:lnTo>
                  <a:pt x="38137" y="8688"/>
                </a:lnTo>
                <a:lnTo>
                  <a:pt x="38571" y="8688"/>
                </a:lnTo>
                <a:lnTo>
                  <a:pt x="38988" y="8223"/>
                </a:lnTo>
                <a:lnTo>
                  <a:pt x="39404" y="7912"/>
                </a:lnTo>
                <a:lnTo>
                  <a:pt x="39821" y="7602"/>
                </a:lnTo>
                <a:lnTo>
                  <a:pt x="40237" y="7136"/>
                </a:lnTo>
                <a:lnTo>
                  <a:pt x="40654" y="7136"/>
                </a:lnTo>
                <a:lnTo>
                  <a:pt x="40654" y="6826"/>
                </a:lnTo>
                <a:lnTo>
                  <a:pt x="41071" y="6826"/>
                </a:lnTo>
                <a:lnTo>
                  <a:pt x="41071" y="6361"/>
                </a:lnTo>
                <a:lnTo>
                  <a:pt x="41505" y="6361"/>
                </a:lnTo>
                <a:lnTo>
                  <a:pt x="41921" y="6050"/>
                </a:lnTo>
                <a:lnTo>
                  <a:pt x="42338" y="5585"/>
                </a:lnTo>
                <a:lnTo>
                  <a:pt x="42754" y="5585"/>
                </a:lnTo>
                <a:lnTo>
                  <a:pt x="42754" y="5275"/>
                </a:lnTo>
                <a:lnTo>
                  <a:pt x="43171" y="4964"/>
                </a:lnTo>
                <a:lnTo>
                  <a:pt x="43588" y="4964"/>
                </a:lnTo>
                <a:lnTo>
                  <a:pt x="43588" y="4499"/>
                </a:lnTo>
                <a:lnTo>
                  <a:pt x="44004" y="4189"/>
                </a:lnTo>
                <a:lnTo>
                  <a:pt x="44438" y="4189"/>
                </a:lnTo>
                <a:lnTo>
                  <a:pt x="44855" y="3723"/>
                </a:lnTo>
                <a:lnTo>
                  <a:pt x="45272" y="3413"/>
                </a:lnTo>
                <a:lnTo>
                  <a:pt x="45688" y="3413"/>
                </a:lnTo>
                <a:lnTo>
                  <a:pt x="45688" y="3103"/>
                </a:lnTo>
                <a:lnTo>
                  <a:pt x="46105" y="3103"/>
                </a:lnTo>
                <a:lnTo>
                  <a:pt x="46105" y="2637"/>
                </a:lnTo>
                <a:lnTo>
                  <a:pt x="46521" y="2637"/>
                </a:lnTo>
                <a:lnTo>
                  <a:pt x="46938" y="2327"/>
                </a:lnTo>
                <a:lnTo>
                  <a:pt x="46938" y="2327"/>
                </a:lnTo>
                <a:lnTo>
                  <a:pt x="47372" y="1861"/>
                </a:lnTo>
                <a:lnTo>
                  <a:pt x="47789" y="1551"/>
                </a:lnTo>
                <a:lnTo>
                  <a:pt x="48205" y="1086"/>
                </a:lnTo>
                <a:lnTo>
                  <a:pt x="48622" y="1086"/>
                </a:lnTo>
                <a:lnTo>
                  <a:pt x="49038" y="775"/>
                </a:lnTo>
                <a:lnTo>
                  <a:pt x="49455" y="465"/>
                </a:lnTo>
                <a:lnTo>
                  <a:pt x="49889" y="0"/>
                </a:lnTo>
              </a:path>
            </a:pathLst>
          </a:custGeom>
          <a:ln w="22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611784" y="4182973"/>
            <a:ext cx="49455" cy="29168"/>
          </a:xfrm>
          <a:custGeom>
            <a:avLst/>
            <a:gdLst/>
            <a:ahLst/>
            <a:cxnLst/>
            <a:rect l="l" t="t" r="r" b="b"/>
            <a:pathLst>
              <a:path w="49455" h="29168">
                <a:moveTo>
                  <a:pt x="0" y="29168"/>
                </a:moveTo>
                <a:lnTo>
                  <a:pt x="416" y="29168"/>
                </a:lnTo>
                <a:lnTo>
                  <a:pt x="833" y="28858"/>
                </a:lnTo>
                <a:lnTo>
                  <a:pt x="833" y="28392"/>
                </a:lnTo>
                <a:lnTo>
                  <a:pt x="1249" y="28392"/>
                </a:lnTo>
                <a:lnTo>
                  <a:pt x="1666" y="28082"/>
                </a:lnTo>
                <a:lnTo>
                  <a:pt x="2083" y="27772"/>
                </a:lnTo>
                <a:lnTo>
                  <a:pt x="2499" y="27772"/>
                </a:lnTo>
                <a:lnTo>
                  <a:pt x="2499" y="27306"/>
                </a:lnTo>
                <a:lnTo>
                  <a:pt x="2933" y="27306"/>
                </a:lnTo>
                <a:lnTo>
                  <a:pt x="3350" y="26996"/>
                </a:lnTo>
                <a:lnTo>
                  <a:pt x="3766" y="26996"/>
                </a:lnTo>
                <a:lnTo>
                  <a:pt x="3766" y="26530"/>
                </a:lnTo>
                <a:lnTo>
                  <a:pt x="4183" y="26220"/>
                </a:lnTo>
                <a:lnTo>
                  <a:pt x="4600" y="26220"/>
                </a:lnTo>
                <a:lnTo>
                  <a:pt x="5016" y="25910"/>
                </a:lnTo>
                <a:lnTo>
                  <a:pt x="5433" y="25444"/>
                </a:lnTo>
                <a:lnTo>
                  <a:pt x="5867" y="25134"/>
                </a:lnTo>
                <a:lnTo>
                  <a:pt x="6283" y="25134"/>
                </a:lnTo>
                <a:lnTo>
                  <a:pt x="6283" y="24669"/>
                </a:lnTo>
                <a:lnTo>
                  <a:pt x="6700" y="24669"/>
                </a:lnTo>
                <a:lnTo>
                  <a:pt x="6700" y="24358"/>
                </a:lnTo>
                <a:lnTo>
                  <a:pt x="7117" y="24358"/>
                </a:lnTo>
                <a:lnTo>
                  <a:pt x="7533" y="24358"/>
                </a:lnTo>
                <a:lnTo>
                  <a:pt x="7533" y="23893"/>
                </a:lnTo>
                <a:lnTo>
                  <a:pt x="7950" y="23893"/>
                </a:lnTo>
                <a:lnTo>
                  <a:pt x="7950" y="23583"/>
                </a:lnTo>
                <a:lnTo>
                  <a:pt x="8366" y="23583"/>
                </a:lnTo>
                <a:lnTo>
                  <a:pt x="8800" y="23272"/>
                </a:lnTo>
                <a:lnTo>
                  <a:pt x="9217" y="22807"/>
                </a:lnTo>
                <a:lnTo>
                  <a:pt x="9634" y="22807"/>
                </a:lnTo>
                <a:lnTo>
                  <a:pt x="10050" y="22496"/>
                </a:lnTo>
                <a:lnTo>
                  <a:pt x="10467" y="22031"/>
                </a:lnTo>
                <a:lnTo>
                  <a:pt x="10884" y="21721"/>
                </a:lnTo>
                <a:lnTo>
                  <a:pt x="11300" y="21721"/>
                </a:lnTo>
                <a:lnTo>
                  <a:pt x="11300" y="21410"/>
                </a:lnTo>
                <a:lnTo>
                  <a:pt x="11734" y="21410"/>
                </a:lnTo>
                <a:lnTo>
                  <a:pt x="12151" y="20945"/>
                </a:lnTo>
                <a:lnTo>
                  <a:pt x="12567" y="20635"/>
                </a:lnTo>
                <a:lnTo>
                  <a:pt x="12984" y="20635"/>
                </a:lnTo>
                <a:lnTo>
                  <a:pt x="12984" y="20169"/>
                </a:lnTo>
                <a:lnTo>
                  <a:pt x="13401" y="20169"/>
                </a:lnTo>
                <a:lnTo>
                  <a:pt x="13817" y="20169"/>
                </a:lnTo>
                <a:lnTo>
                  <a:pt x="13817" y="19859"/>
                </a:lnTo>
                <a:lnTo>
                  <a:pt x="14251" y="19859"/>
                </a:lnTo>
                <a:lnTo>
                  <a:pt x="14251" y="19393"/>
                </a:lnTo>
                <a:lnTo>
                  <a:pt x="14668" y="19393"/>
                </a:lnTo>
                <a:lnTo>
                  <a:pt x="14668" y="19083"/>
                </a:lnTo>
                <a:lnTo>
                  <a:pt x="15084" y="19083"/>
                </a:lnTo>
                <a:lnTo>
                  <a:pt x="15501" y="18773"/>
                </a:lnTo>
                <a:lnTo>
                  <a:pt x="15918" y="18773"/>
                </a:lnTo>
                <a:lnTo>
                  <a:pt x="16334" y="18307"/>
                </a:lnTo>
                <a:lnTo>
                  <a:pt x="16751" y="17997"/>
                </a:lnTo>
                <a:lnTo>
                  <a:pt x="17185" y="17997"/>
                </a:lnTo>
                <a:lnTo>
                  <a:pt x="17601" y="17532"/>
                </a:lnTo>
                <a:lnTo>
                  <a:pt x="18018" y="17221"/>
                </a:lnTo>
                <a:lnTo>
                  <a:pt x="18435" y="17221"/>
                </a:lnTo>
                <a:lnTo>
                  <a:pt x="18435" y="16911"/>
                </a:lnTo>
                <a:lnTo>
                  <a:pt x="18851" y="16911"/>
                </a:lnTo>
                <a:lnTo>
                  <a:pt x="19268" y="16446"/>
                </a:lnTo>
                <a:lnTo>
                  <a:pt x="19684" y="16446"/>
                </a:lnTo>
                <a:lnTo>
                  <a:pt x="20118" y="16135"/>
                </a:lnTo>
                <a:lnTo>
                  <a:pt x="20535" y="15670"/>
                </a:lnTo>
                <a:lnTo>
                  <a:pt x="20952" y="15360"/>
                </a:lnTo>
                <a:lnTo>
                  <a:pt x="21368" y="15360"/>
                </a:lnTo>
                <a:lnTo>
                  <a:pt x="21785" y="14894"/>
                </a:lnTo>
                <a:lnTo>
                  <a:pt x="22202" y="14584"/>
                </a:lnTo>
                <a:lnTo>
                  <a:pt x="22618" y="14584"/>
                </a:lnTo>
                <a:lnTo>
                  <a:pt x="22618" y="14273"/>
                </a:lnTo>
                <a:lnTo>
                  <a:pt x="23052" y="14273"/>
                </a:lnTo>
                <a:lnTo>
                  <a:pt x="23469" y="13808"/>
                </a:lnTo>
                <a:lnTo>
                  <a:pt x="23885" y="13808"/>
                </a:lnTo>
                <a:lnTo>
                  <a:pt x="24302" y="13498"/>
                </a:lnTo>
                <a:lnTo>
                  <a:pt x="24719" y="13032"/>
                </a:lnTo>
                <a:lnTo>
                  <a:pt x="25135" y="13032"/>
                </a:lnTo>
                <a:lnTo>
                  <a:pt x="25552" y="12722"/>
                </a:lnTo>
                <a:lnTo>
                  <a:pt x="25986" y="12412"/>
                </a:lnTo>
                <a:lnTo>
                  <a:pt x="26402" y="12412"/>
                </a:lnTo>
                <a:lnTo>
                  <a:pt x="26819" y="11946"/>
                </a:lnTo>
                <a:lnTo>
                  <a:pt x="27236" y="11636"/>
                </a:lnTo>
                <a:lnTo>
                  <a:pt x="27652" y="11636"/>
                </a:lnTo>
                <a:lnTo>
                  <a:pt x="28069" y="11170"/>
                </a:lnTo>
                <a:lnTo>
                  <a:pt x="28503" y="11170"/>
                </a:lnTo>
                <a:lnTo>
                  <a:pt x="28503" y="10860"/>
                </a:lnTo>
                <a:lnTo>
                  <a:pt x="28919" y="10860"/>
                </a:lnTo>
                <a:lnTo>
                  <a:pt x="28919" y="10395"/>
                </a:lnTo>
                <a:lnTo>
                  <a:pt x="29336" y="10395"/>
                </a:lnTo>
                <a:lnTo>
                  <a:pt x="29753" y="10395"/>
                </a:lnTo>
                <a:lnTo>
                  <a:pt x="29753" y="10084"/>
                </a:lnTo>
                <a:lnTo>
                  <a:pt x="30169" y="10084"/>
                </a:lnTo>
                <a:lnTo>
                  <a:pt x="30586" y="9774"/>
                </a:lnTo>
                <a:lnTo>
                  <a:pt x="31002" y="9774"/>
                </a:lnTo>
                <a:lnTo>
                  <a:pt x="31002" y="9309"/>
                </a:lnTo>
                <a:lnTo>
                  <a:pt x="31436" y="9309"/>
                </a:lnTo>
                <a:lnTo>
                  <a:pt x="31853" y="8998"/>
                </a:lnTo>
                <a:lnTo>
                  <a:pt x="32270" y="8998"/>
                </a:lnTo>
                <a:lnTo>
                  <a:pt x="32686" y="8533"/>
                </a:lnTo>
                <a:lnTo>
                  <a:pt x="33103" y="8223"/>
                </a:lnTo>
                <a:lnTo>
                  <a:pt x="33520" y="8223"/>
                </a:lnTo>
                <a:lnTo>
                  <a:pt x="33936" y="7912"/>
                </a:lnTo>
                <a:lnTo>
                  <a:pt x="34370" y="7912"/>
                </a:lnTo>
                <a:lnTo>
                  <a:pt x="34787" y="7447"/>
                </a:lnTo>
                <a:lnTo>
                  <a:pt x="35203" y="7447"/>
                </a:lnTo>
                <a:lnTo>
                  <a:pt x="35203" y="7136"/>
                </a:lnTo>
                <a:lnTo>
                  <a:pt x="35620" y="7136"/>
                </a:lnTo>
                <a:lnTo>
                  <a:pt x="36037" y="6671"/>
                </a:lnTo>
                <a:lnTo>
                  <a:pt x="36453" y="6671"/>
                </a:lnTo>
                <a:lnTo>
                  <a:pt x="36870" y="6361"/>
                </a:lnTo>
                <a:lnTo>
                  <a:pt x="37304" y="6361"/>
                </a:lnTo>
                <a:lnTo>
                  <a:pt x="37304" y="5895"/>
                </a:lnTo>
                <a:lnTo>
                  <a:pt x="37720" y="5895"/>
                </a:lnTo>
                <a:lnTo>
                  <a:pt x="38137" y="5585"/>
                </a:lnTo>
                <a:lnTo>
                  <a:pt x="38554" y="5585"/>
                </a:lnTo>
                <a:lnTo>
                  <a:pt x="38970" y="5275"/>
                </a:lnTo>
                <a:lnTo>
                  <a:pt x="39387" y="4809"/>
                </a:lnTo>
                <a:lnTo>
                  <a:pt x="39803" y="4809"/>
                </a:lnTo>
                <a:lnTo>
                  <a:pt x="40237" y="4809"/>
                </a:lnTo>
                <a:lnTo>
                  <a:pt x="40654" y="4499"/>
                </a:lnTo>
                <a:lnTo>
                  <a:pt x="41071" y="4033"/>
                </a:lnTo>
                <a:lnTo>
                  <a:pt x="41487" y="4033"/>
                </a:lnTo>
                <a:lnTo>
                  <a:pt x="41904" y="3723"/>
                </a:lnTo>
                <a:lnTo>
                  <a:pt x="42321" y="3723"/>
                </a:lnTo>
                <a:lnTo>
                  <a:pt x="42321" y="3413"/>
                </a:lnTo>
                <a:lnTo>
                  <a:pt x="42754" y="3413"/>
                </a:lnTo>
                <a:lnTo>
                  <a:pt x="43171" y="3413"/>
                </a:lnTo>
                <a:lnTo>
                  <a:pt x="43171" y="2947"/>
                </a:lnTo>
                <a:lnTo>
                  <a:pt x="43588" y="2947"/>
                </a:lnTo>
                <a:lnTo>
                  <a:pt x="44004" y="2637"/>
                </a:lnTo>
                <a:lnTo>
                  <a:pt x="44421" y="2637"/>
                </a:lnTo>
                <a:lnTo>
                  <a:pt x="44838" y="2637"/>
                </a:lnTo>
                <a:lnTo>
                  <a:pt x="44838" y="2172"/>
                </a:lnTo>
                <a:lnTo>
                  <a:pt x="45254" y="2172"/>
                </a:lnTo>
                <a:lnTo>
                  <a:pt x="45254" y="1861"/>
                </a:lnTo>
                <a:lnTo>
                  <a:pt x="45688" y="1861"/>
                </a:lnTo>
                <a:lnTo>
                  <a:pt x="46105" y="1861"/>
                </a:lnTo>
                <a:lnTo>
                  <a:pt x="46521" y="1396"/>
                </a:lnTo>
                <a:lnTo>
                  <a:pt x="46938" y="1396"/>
                </a:lnTo>
                <a:lnTo>
                  <a:pt x="46938" y="1086"/>
                </a:lnTo>
                <a:lnTo>
                  <a:pt x="47355" y="1086"/>
                </a:lnTo>
                <a:lnTo>
                  <a:pt x="47771" y="775"/>
                </a:lnTo>
                <a:lnTo>
                  <a:pt x="48188" y="775"/>
                </a:lnTo>
                <a:lnTo>
                  <a:pt x="48622" y="310"/>
                </a:lnTo>
                <a:lnTo>
                  <a:pt x="49038" y="310"/>
                </a:lnTo>
                <a:lnTo>
                  <a:pt x="49455" y="0"/>
                </a:lnTo>
              </a:path>
            </a:pathLst>
          </a:custGeom>
          <a:ln w="223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661239" y="4166061"/>
            <a:ext cx="49872" cy="16911"/>
          </a:xfrm>
          <a:custGeom>
            <a:avLst/>
            <a:gdLst/>
            <a:ahLst/>
            <a:cxnLst/>
            <a:rect l="l" t="t" r="r" b="b"/>
            <a:pathLst>
              <a:path w="49872" h="16911">
                <a:moveTo>
                  <a:pt x="0" y="16911"/>
                </a:moveTo>
                <a:lnTo>
                  <a:pt x="416" y="16911"/>
                </a:lnTo>
                <a:lnTo>
                  <a:pt x="833" y="16446"/>
                </a:lnTo>
                <a:lnTo>
                  <a:pt x="1249" y="16446"/>
                </a:lnTo>
                <a:lnTo>
                  <a:pt x="1666" y="16135"/>
                </a:lnTo>
                <a:lnTo>
                  <a:pt x="2100" y="16135"/>
                </a:lnTo>
                <a:lnTo>
                  <a:pt x="2517" y="15825"/>
                </a:lnTo>
                <a:lnTo>
                  <a:pt x="2933" y="15825"/>
                </a:lnTo>
                <a:lnTo>
                  <a:pt x="3350" y="15360"/>
                </a:lnTo>
                <a:lnTo>
                  <a:pt x="3766" y="15360"/>
                </a:lnTo>
                <a:lnTo>
                  <a:pt x="4183" y="15049"/>
                </a:lnTo>
                <a:lnTo>
                  <a:pt x="4600" y="15049"/>
                </a:lnTo>
                <a:lnTo>
                  <a:pt x="5034" y="14584"/>
                </a:lnTo>
                <a:lnTo>
                  <a:pt x="5450" y="14584"/>
                </a:lnTo>
                <a:lnTo>
                  <a:pt x="5867" y="14584"/>
                </a:lnTo>
                <a:lnTo>
                  <a:pt x="5867" y="14273"/>
                </a:lnTo>
                <a:lnTo>
                  <a:pt x="6283" y="14273"/>
                </a:lnTo>
                <a:lnTo>
                  <a:pt x="6700" y="13808"/>
                </a:lnTo>
                <a:lnTo>
                  <a:pt x="7117" y="13808"/>
                </a:lnTo>
                <a:lnTo>
                  <a:pt x="7551" y="13498"/>
                </a:lnTo>
                <a:lnTo>
                  <a:pt x="7967" y="13498"/>
                </a:lnTo>
                <a:lnTo>
                  <a:pt x="8384" y="13498"/>
                </a:lnTo>
                <a:lnTo>
                  <a:pt x="8384" y="13187"/>
                </a:lnTo>
                <a:lnTo>
                  <a:pt x="8800" y="13187"/>
                </a:lnTo>
                <a:lnTo>
                  <a:pt x="9217" y="12722"/>
                </a:lnTo>
                <a:lnTo>
                  <a:pt x="9634" y="12722"/>
                </a:lnTo>
                <a:lnTo>
                  <a:pt x="10050" y="12722"/>
                </a:lnTo>
                <a:lnTo>
                  <a:pt x="10050" y="12412"/>
                </a:lnTo>
                <a:lnTo>
                  <a:pt x="10484" y="12412"/>
                </a:lnTo>
                <a:lnTo>
                  <a:pt x="10901" y="11946"/>
                </a:lnTo>
                <a:lnTo>
                  <a:pt x="11318" y="11946"/>
                </a:lnTo>
                <a:lnTo>
                  <a:pt x="11734" y="11946"/>
                </a:lnTo>
                <a:lnTo>
                  <a:pt x="12151" y="11636"/>
                </a:lnTo>
                <a:lnTo>
                  <a:pt x="12567" y="11636"/>
                </a:lnTo>
                <a:lnTo>
                  <a:pt x="12567" y="11326"/>
                </a:lnTo>
                <a:lnTo>
                  <a:pt x="12984" y="11326"/>
                </a:lnTo>
                <a:lnTo>
                  <a:pt x="13418" y="11326"/>
                </a:lnTo>
                <a:lnTo>
                  <a:pt x="13835" y="11326"/>
                </a:lnTo>
                <a:lnTo>
                  <a:pt x="13835" y="10860"/>
                </a:lnTo>
                <a:lnTo>
                  <a:pt x="14251" y="10860"/>
                </a:lnTo>
                <a:lnTo>
                  <a:pt x="14668" y="10550"/>
                </a:lnTo>
                <a:lnTo>
                  <a:pt x="15084" y="10550"/>
                </a:lnTo>
                <a:lnTo>
                  <a:pt x="15501" y="10550"/>
                </a:lnTo>
                <a:lnTo>
                  <a:pt x="15918" y="10084"/>
                </a:lnTo>
                <a:lnTo>
                  <a:pt x="16352" y="10084"/>
                </a:lnTo>
                <a:lnTo>
                  <a:pt x="16768" y="9774"/>
                </a:lnTo>
                <a:lnTo>
                  <a:pt x="17185" y="9774"/>
                </a:lnTo>
                <a:lnTo>
                  <a:pt x="17601" y="9774"/>
                </a:lnTo>
                <a:lnTo>
                  <a:pt x="17601" y="9309"/>
                </a:lnTo>
                <a:lnTo>
                  <a:pt x="18018" y="9309"/>
                </a:lnTo>
                <a:lnTo>
                  <a:pt x="18435" y="8998"/>
                </a:lnTo>
                <a:lnTo>
                  <a:pt x="18869" y="8998"/>
                </a:lnTo>
                <a:lnTo>
                  <a:pt x="19285" y="8998"/>
                </a:lnTo>
                <a:lnTo>
                  <a:pt x="19702" y="8688"/>
                </a:lnTo>
                <a:lnTo>
                  <a:pt x="20118" y="8688"/>
                </a:lnTo>
                <a:lnTo>
                  <a:pt x="20535" y="8688"/>
                </a:lnTo>
                <a:lnTo>
                  <a:pt x="20535" y="8223"/>
                </a:lnTo>
                <a:lnTo>
                  <a:pt x="20952" y="8223"/>
                </a:lnTo>
                <a:lnTo>
                  <a:pt x="21368" y="7912"/>
                </a:lnTo>
                <a:lnTo>
                  <a:pt x="21802" y="7912"/>
                </a:lnTo>
                <a:lnTo>
                  <a:pt x="22219" y="7912"/>
                </a:lnTo>
                <a:lnTo>
                  <a:pt x="22636" y="7912"/>
                </a:lnTo>
                <a:lnTo>
                  <a:pt x="22636" y="7447"/>
                </a:lnTo>
                <a:lnTo>
                  <a:pt x="23052" y="7447"/>
                </a:lnTo>
                <a:lnTo>
                  <a:pt x="23469" y="7447"/>
                </a:lnTo>
                <a:lnTo>
                  <a:pt x="23885" y="7136"/>
                </a:lnTo>
                <a:lnTo>
                  <a:pt x="24302" y="7136"/>
                </a:lnTo>
                <a:lnTo>
                  <a:pt x="24736" y="7136"/>
                </a:lnTo>
                <a:lnTo>
                  <a:pt x="24736" y="6826"/>
                </a:lnTo>
                <a:lnTo>
                  <a:pt x="25153" y="6826"/>
                </a:lnTo>
                <a:lnTo>
                  <a:pt x="25569" y="6826"/>
                </a:lnTo>
                <a:lnTo>
                  <a:pt x="25986" y="6361"/>
                </a:lnTo>
                <a:lnTo>
                  <a:pt x="26402" y="6361"/>
                </a:lnTo>
                <a:lnTo>
                  <a:pt x="26819" y="6361"/>
                </a:lnTo>
                <a:lnTo>
                  <a:pt x="27236" y="6050"/>
                </a:lnTo>
                <a:lnTo>
                  <a:pt x="27670" y="6050"/>
                </a:lnTo>
                <a:lnTo>
                  <a:pt x="28086" y="6050"/>
                </a:lnTo>
                <a:lnTo>
                  <a:pt x="28086" y="5585"/>
                </a:lnTo>
                <a:lnTo>
                  <a:pt x="28503" y="5585"/>
                </a:lnTo>
                <a:lnTo>
                  <a:pt x="28919" y="5585"/>
                </a:lnTo>
                <a:lnTo>
                  <a:pt x="29336" y="5585"/>
                </a:lnTo>
                <a:lnTo>
                  <a:pt x="29336" y="5275"/>
                </a:lnTo>
                <a:lnTo>
                  <a:pt x="29753" y="5275"/>
                </a:lnTo>
                <a:lnTo>
                  <a:pt x="30169" y="5275"/>
                </a:lnTo>
                <a:lnTo>
                  <a:pt x="30603" y="4964"/>
                </a:lnTo>
                <a:lnTo>
                  <a:pt x="31020" y="4964"/>
                </a:lnTo>
                <a:lnTo>
                  <a:pt x="31436" y="4964"/>
                </a:lnTo>
                <a:lnTo>
                  <a:pt x="31853" y="4499"/>
                </a:lnTo>
                <a:lnTo>
                  <a:pt x="32270" y="4499"/>
                </a:lnTo>
                <a:lnTo>
                  <a:pt x="32686" y="4499"/>
                </a:lnTo>
                <a:lnTo>
                  <a:pt x="33120" y="4189"/>
                </a:lnTo>
                <a:lnTo>
                  <a:pt x="33537" y="4189"/>
                </a:lnTo>
                <a:lnTo>
                  <a:pt x="33954" y="4189"/>
                </a:lnTo>
                <a:lnTo>
                  <a:pt x="34370" y="4189"/>
                </a:lnTo>
                <a:lnTo>
                  <a:pt x="34370" y="3723"/>
                </a:lnTo>
                <a:lnTo>
                  <a:pt x="34787" y="3723"/>
                </a:lnTo>
                <a:lnTo>
                  <a:pt x="35203" y="3723"/>
                </a:lnTo>
                <a:lnTo>
                  <a:pt x="35203" y="3413"/>
                </a:lnTo>
                <a:lnTo>
                  <a:pt x="35620" y="3413"/>
                </a:lnTo>
                <a:lnTo>
                  <a:pt x="36054" y="3413"/>
                </a:lnTo>
                <a:lnTo>
                  <a:pt x="36471" y="3413"/>
                </a:lnTo>
                <a:lnTo>
                  <a:pt x="36887" y="2947"/>
                </a:lnTo>
                <a:lnTo>
                  <a:pt x="37304" y="2947"/>
                </a:lnTo>
                <a:lnTo>
                  <a:pt x="37720" y="2947"/>
                </a:lnTo>
                <a:lnTo>
                  <a:pt x="38137" y="2637"/>
                </a:lnTo>
                <a:lnTo>
                  <a:pt x="38554" y="2637"/>
                </a:lnTo>
                <a:lnTo>
                  <a:pt x="38988" y="2637"/>
                </a:lnTo>
                <a:lnTo>
                  <a:pt x="38988" y="2327"/>
                </a:lnTo>
                <a:lnTo>
                  <a:pt x="39404" y="2327"/>
                </a:lnTo>
                <a:lnTo>
                  <a:pt x="39821" y="2327"/>
                </a:lnTo>
                <a:lnTo>
                  <a:pt x="40237" y="2327"/>
                </a:lnTo>
                <a:lnTo>
                  <a:pt x="40654" y="2327"/>
                </a:lnTo>
                <a:lnTo>
                  <a:pt x="41071" y="1861"/>
                </a:lnTo>
                <a:lnTo>
                  <a:pt x="41487" y="1861"/>
                </a:lnTo>
                <a:lnTo>
                  <a:pt x="41921" y="1861"/>
                </a:lnTo>
                <a:lnTo>
                  <a:pt x="42338" y="1551"/>
                </a:lnTo>
                <a:lnTo>
                  <a:pt x="42754" y="1551"/>
                </a:lnTo>
                <a:lnTo>
                  <a:pt x="43171" y="1551"/>
                </a:lnTo>
                <a:lnTo>
                  <a:pt x="43588" y="1551"/>
                </a:lnTo>
                <a:lnTo>
                  <a:pt x="43588" y="1551"/>
                </a:lnTo>
                <a:lnTo>
                  <a:pt x="44004" y="1086"/>
                </a:lnTo>
                <a:lnTo>
                  <a:pt x="44855" y="1086"/>
                </a:lnTo>
                <a:lnTo>
                  <a:pt x="45272" y="775"/>
                </a:lnTo>
                <a:lnTo>
                  <a:pt x="45688" y="775"/>
                </a:lnTo>
                <a:lnTo>
                  <a:pt x="46105" y="775"/>
                </a:lnTo>
                <a:lnTo>
                  <a:pt x="46521" y="775"/>
                </a:lnTo>
                <a:lnTo>
                  <a:pt x="46938" y="775"/>
                </a:lnTo>
                <a:lnTo>
                  <a:pt x="47372" y="465"/>
                </a:lnTo>
                <a:lnTo>
                  <a:pt x="47789" y="465"/>
                </a:lnTo>
                <a:lnTo>
                  <a:pt x="48205" y="465"/>
                </a:lnTo>
                <a:lnTo>
                  <a:pt x="48622" y="0"/>
                </a:lnTo>
                <a:lnTo>
                  <a:pt x="49038" y="0"/>
                </a:lnTo>
                <a:lnTo>
                  <a:pt x="49455" y="0"/>
                </a:lnTo>
                <a:lnTo>
                  <a:pt x="49872" y="0"/>
                </a:lnTo>
              </a:path>
            </a:pathLst>
          </a:custGeom>
          <a:ln w="21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711111" y="4161252"/>
            <a:ext cx="49889" cy="4809"/>
          </a:xfrm>
          <a:custGeom>
            <a:avLst/>
            <a:gdLst/>
            <a:ahLst/>
            <a:cxnLst/>
            <a:rect l="l" t="t" r="r" b="b"/>
            <a:pathLst>
              <a:path w="49889" h="4809">
                <a:moveTo>
                  <a:pt x="0" y="4809"/>
                </a:moveTo>
                <a:lnTo>
                  <a:pt x="433" y="4809"/>
                </a:lnTo>
                <a:lnTo>
                  <a:pt x="433" y="4499"/>
                </a:lnTo>
                <a:lnTo>
                  <a:pt x="850" y="4499"/>
                </a:lnTo>
                <a:lnTo>
                  <a:pt x="1267" y="4499"/>
                </a:lnTo>
                <a:lnTo>
                  <a:pt x="1683" y="4499"/>
                </a:lnTo>
                <a:lnTo>
                  <a:pt x="2100" y="4033"/>
                </a:lnTo>
                <a:lnTo>
                  <a:pt x="2517" y="4033"/>
                </a:lnTo>
                <a:lnTo>
                  <a:pt x="2933" y="4033"/>
                </a:lnTo>
                <a:lnTo>
                  <a:pt x="3367" y="4033"/>
                </a:lnTo>
                <a:lnTo>
                  <a:pt x="3784" y="4033"/>
                </a:lnTo>
                <a:lnTo>
                  <a:pt x="4200" y="4033"/>
                </a:lnTo>
                <a:lnTo>
                  <a:pt x="4200" y="3723"/>
                </a:lnTo>
                <a:lnTo>
                  <a:pt x="4617" y="3723"/>
                </a:lnTo>
                <a:lnTo>
                  <a:pt x="5034" y="3723"/>
                </a:lnTo>
                <a:lnTo>
                  <a:pt x="5450" y="3723"/>
                </a:lnTo>
                <a:lnTo>
                  <a:pt x="5867" y="3723"/>
                </a:lnTo>
                <a:lnTo>
                  <a:pt x="5867" y="3258"/>
                </a:lnTo>
                <a:lnTo>
                  <a:pt x="6301" y="3258"/>
                </a:lnTo>
                <a:lnTo>
                  <a:pt x="6717" y="3258"/>
                </a:lnTo>
                <a:lnTo>
                  <a:pt x="7134" y="3258"/>
                </a:lnTo>
                <a:lnTo>
                  <a:pt x="7551" y="3258"/>
                </a:lnTo>
                <a:lnTo>
                  <a:pt x="7967" y="2947"/>
                </a:lnTo>
                <a:lnTo>
                  <a:pt x="8384" y="2947"/>
                </a:lnTo>
                <a:lnTo>
                  <a:pt x="8800" y="2947"/>
                </a:lnTo>
                <a:lnTo>
                  <a:pt x="9234" y="2947"/>
                </a:lnTo>
                <a:lnTo>
                  <a:pt x="9651" y="2947"/>
                </a:lnTo>
                <a:lnTo>
                  <a:pt x="10068" y="2947"/>
                </a:lnTo>
                <a:lnTo>
                  <a:pt x="10484" y="2637"/>
                </a:lnTo>
                <a:lnTo>
                  <a:pt x="10901" y="2637"/>
                </a:lnTo>
                <a:lnTo>
                  <a:pt x="11318" y="2637"/>
                </a:lnTo>
                <a:lnTo>
                  <a:pt x="11751" y="2637"/>
                </a:lnTo>
                <a:lnTo>
                  <a:pt x="12168" y="2637"/>
                </a:lnTo>
                <a:lnTo>
                  <a:pt x="12168" y="2172"/>
                </a:lnTo>
                <a:lnTo>
                  <a:pt x="12585" y="2172"/>
                </a:lnTo>
                <a:lnTo>
                  <a:pt x="13001" y="2172"/>
                </a:lnTo>
                <a:lnTo>
                  <a:pt x="13418" y="2172"/>
                </a:lnTo>
                <a:lnTo>
                  <a:pt x="13835" y="2172"/>
                </a:lnTo>
                <a:lnTo>
                  <a:pt x="14251" y="2172"/>
                </a:lnTo>
                <a:lnTo>
                  <a:pt x="14685" y="2172"/>
                </a:lnTo>
                <a:lnTo>
                  <a:pt x="15102" y="2172"/>
                </a:lnTo>
                <a:lnTo>
                  <a:pt x="15518" y="1861"/>
                </a:lnTo>
                <a:lnTo>
                  <a:pt x="15935" y="1861"/>
                </a:lnTo>
                <a:lnTo>
                  <a:pt x="16352" y="1861"/>
                </a:lnTo>
                <a:lnTo>
                  <a:pt x="16768" y="1861"/>
                </a:lnTo>
                <a:lnTo>
                  <a:pt x="17185" y="1861"/>
                </a:lnTo>
                <a:lnTo>
                  <a:pt x="17619" y="1861"/>
                </a:lnTo>
                <a:lnTo>
                  <a:pt x="18035" y="1396"/>
                </a:lnTo>
                <a:lnTo>
                  <a:pt x="18452" y="1396"/>
                </a:lnTo>
                <a:lnTo>
                  <a:pt x="18869" y="1396"/>
                </a:lnTo>
                <a:lnTo>
                  <a:pt x="19285" y="1396"/>
                </a:lnTo>
                <a:lnTo>
                  <a:pt x="19702" y="1396"/>
                </a:lnTo>
                <a:lnTo>
                  <a:pt x="20118" y="1396"/>
                </a:lnTo>
                <a:lnTo>
                  <a:pt x="20552" y="1396"/>
                </a:lnTo>
                <a:lnTo>
                  <a:pt x="20969" y="1396"/>
                </a:lnTo>
                <a:lnTo>
                  <a:pt x="21386" y="1396"/>
                </a:lnTo>
                <a:lnTo>
                  <a:pt x="21386" y="1086"/>
                </a:lnTo>
                <a:lnTo>
                  <a:pt x="21802" y="1086"/>
                </a:lnTo>
                <a:lnTo>
                  <a:pt x="22219" y="1086"/>
                </a:lnTo>
                <a:lnTo>
                  <a:pt x="22636" y="1086"/>
                </a:lnTo>
                <a:lnTo>
                  <a:pt x="23052" y="1086"/>
                </a:lnTo>
                <a:lnTo>
                  <a:pt x="23486" y="1086"/>
                </a:lnTo>
                <a:lnTo>
                  <a:pt x="23903" y="1086"/>
                </a:lnTo>
                <a:lnTo>
                  <a:pt x="24319" y="1086"/>
                </a:lnTo>
                <a:lnTo>
                  <a:pt x="24736" y="1086"/>
                </a:lnTo>
                <a:lnTo>
                  <a:pt x="24736" y="775"/>
                </a:lnTo>
                <a:lnTo>
                  <a:pt x="25153" y="775"/>
                </a:lnTo>
                <a:lnTo>
                  <a:pt x="25569" y="775"/>
                </a:lnTo>
                <a:lnTo>
                  <a:pt x="26003" y="775"/>
                </a:lnTo>
                <a:lnTo>
                  <a:pt x="26420" y="775"/>
                </a:lnTo>
                <a:lnTo>
                  <a:pt x="26836" y="775"/>
                </a:lnTo>
                <a:lnTo>
                  <a:pt x="27253" y="775"/>
                </a:lnTo>
                <a:lnTo>
                  <a:pt x="27670" y="775"/>
                </a:lnTo>
                <a:lnTo>
                  <a:pt x="28086" y="775"/>
                </a:lnTo>
                <a:lnTo>
                  <a:pt x="28503" y="775"/>
                </a:lnTo>
                <a:lnTo>
                  <a:pt x="28937" y="775"/>
                </a:lnTo>
                <a:lnTo>
                  <a:pt x="29353" y="775"/>
                </a:lnTo>
                <a:lnTo>
                  <a:pt x="29770" y="775"/>
                </a:lnTo>
                <a:lnTo>
                  <a:pt x="30187" y="775"/>
                </a:lnTo>
                <a:lnTo>
                  <a:pt x="30603" y="310"/>
                </a:lnTo>
                <a:lnTo>
                  <a:pt x="31020" y="310"/>
                </a:lnTo>
                <a:lnTo>
                  <a:pt x="31436" y="310"/>
                </a:lnTo>
                <a:lnTo>
                  <a:pt x="31870" y="310"/>
                </a:lnTo>
                <a:lnTo>
                  <a:pt x="32287" y="310"/>
                </a:lnTo>
                <a:lnTo>
                  <a:pt x="32704" y="310"/>
                </a:lnTo>
                <a:lnTo>
                  <a:pt x="33120" y="310"/>
                </a:lnTo>
                <a:lnTo>
                  <a:pt x="33537" y="310"/>
                </a:lnTo>
                <a:lnTo>
                  <a:pt x="33954" y="310"/>
                </a:lnTo>
                <a:lnTo>
                  <a:pt x="34370" y="310"/>
                </a:lnTo>
                <a:lnTo>
                  <a:pt x="34804" y="310"/>
                </a:lnTo>
                <a:lnTo>
                  <a:pt x="35221" y="310"/>
                </a:lnTo>
                <a:lnTo>
                  <a:pt x="35637" y="310"/>
                </a:lnTo>
                <a:lnTo>
                  <a:pt x="36054" y="310"/>
                </a:lnTo>
                <a:lnTo>
                  <a:pt x="36471" y="310"/>
                </a:lnTo>
                <a:lnTo>
                  <a:pt x="36887" y="310"/>
                </a:lnTo>
                <a:lnTo>
                  <a:pt x="37304" y="310"/>
                </a:lnTo>
                <a:lnTo>
                  <a:pt x="37738" y="310"/>
                </a:lnTo>
                <a:lnTo>
                  <a:pt x="38154" y="310"/>
                </a:lnTo>
                <a:lnTo>
                  <a:pt x="38571" y="310"/>
                </a:lnTo>
                <a:lnTo>
                  <a:pt x="38988" y="310"/>
                </a:lnTo>
                <a:lnTo>
                  <a:pt x="38988" y="0"/>
                </a:lnTo>
                <a:lnTo>
                  <a:pt x="39404" y="0"/>
                </a:lnTo>
                <a:lnTo>
                  <a:pt x="39821" y="0"/>
                </a:lnTo>
                <a:lnTo>
                  <a:pt x="40255" y="0"/>
                </a:lnTo>
                <a:lnTo>
                  <a:pt x="40671" y="0"/>
                </a:lnTo>
                <a:lnTo>
                  <a:pt x="41088" y="0"/>
                </a:lnTo>
                <a:lnTo>
                  <a:pt x="41505" y="0"/>
                </a:lnTo>
                <a:lnTo>
                  <a:pt x="41921" y="0"/>
                </a:lnTo>
                <a:lnTo>
                  <a:pt x="42338" y="0"/>
                </a:lnTo>
                <a:lnTo>
                  <a:pt x="42754" y="0"/>
                </a:lnTo>
                <a:lnTo>
                  <a:pt x="43188" y="0"/>
                </a:lnTo>
                <a:lnTo>
                  <a:pt x="43605" y="0"/>
                </a:lnTo>
                <a:lnTo>
                  <a:pt x="44022" y="0"/>
                </a:lnTo>
                <a:lnTo>
                  <a:pt x="44438" y="0"/>
                </a:lnTo>
                <a:lnTo>
                  <a:pt x="44855" y="0"/>
                </a:lnTo>
                <a:lnTo>
                  <a:pt x="45272" y="0"/>
                </a:lnTo>
                <a:lnTo>
                  <a:pt x="45688" y="310"/>
                </a:lnTo>
                <a:lnTo>
                  <a:pt x="46122" y="310"/>
                </a:lnTo>
                <a:lnTo>
                  <a:pt x="46539" y="310"/>
                </a:lnTo>
                <a:lnTo>
                  <a:pt x="46955" y="310"/>
                </a:lnTo>
                <a:lnTo>
                  <a:pt x="47372" y="310"/>
                </a:lnTo>
                <a:lnTo>
                  <a:pt x="47789" y="310"/>
                </a:lnTo>
                <a:lnTo>
                  <a:pt x="48205" y="310"/>
                </a:lnTo>
                <a:lnTo>
                  <a:pt x="48622" y="310"/>
                </a:lnTo>
                <a:lnTo>
                  <a:pt x="49056" y="310"/>
                </a:lnTo>
                <a:lnTo>
                  <a:pt x="49472" y="310"/>
                </a:lnTo>
                <a:lnTo>
                  <a:pt x="49889" y="310"/>
                </a:lnTo>
              </a:path>
            </a:pathLst>
          </a:custGeom>
          <a:ln w="21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761001" y="4161562"/>
            <a:ext cx="49455" cy="8223"/>
          </a:xfrm>
          <a:custGeom>
            <a:avLst/>
            <a:gdLst/>
            <a:ahLst/>
            <a:cxnLst/>
            <a:rect l="l" t="t" r="r" b="b"/>
            <a:pathLst>
              <a:path w="49455" h="8223">
                <a:moveTo>
                  <a:pt x="0" y="0"/>
                </a:moveTo>
                <a:lnTo>
                  <a:pt x="416" y="0"/>
                </a:lnTo>
                <a:lnTo>
                  <a:pt x="833" y="0"/>
                </a:lnTo>
                <a:lnTo>
                  <a:pt x="1249" y="0"/>
                </a:lnTo>
                <a:lnTo>
                  <a:pt x="1666" y="0"/>
                </a:lnTo>
                <a:lnTo>
                  <a:pt x="2100" y="0"/>
                </a:lnTo>
                <a:lnTo>
                  <a:pt x="2517" y="0"/>
                </a:lnTo>
                <a:lnTo>
                  <a:pt x="2933" y="0"/>
                </a:lnTo>
                <a:lnTo>
                  <a:pt x="3350" y="0"/>
                </a:lnTo>
                <a:lnTo>
                  <a:pt x="3766" y="0"/>
                </a:lnTo>
                <a:lnTo>
                  <a:pt x="3766" y="0"/>
                </a:lnTo>
                <a:lnTo>
                  <a:pt x="4183" y="465"/>
                </a:lnTo>
                <a:lnTo>
                  <a:pt x="5034" y="465"/>
                </a:lnTo>
                <a:lnTo>
                  <a:pt x="5867" y="465"/>
                </a:lnTo>
                <a:lnTo>
                  <a:pt x="6283" y="465"/>
                </a:lnTo>
                <a:lnTo>
                  <a:pt x="7117" y="465"/>
                </a:lnTo>
                <a:lnTo>
                  <a:pt x="7551" y="465"/>
                </a:lnTo>
                <a:lnTo>
                  <a:pt x="7967" y="465"/>
                </a:lnTo>
                <a:lnTo>
                  <a:pt x="8800" y="465"/>
                </a:lnTo>
                <a:lnTo>
                  <a:pt x="9634" y="465"/>
                </a:lnTo>
                <a:lnTo>
                  <a:pt x="10050" y="775"/>
                </a:lnTo>
                <a:lnTo>
                  <a:pt x="10484" y="775"/>
                </a:lnTo>
                <a:lnTo>
                  <a:pt x="10901" y="775"/>
                </a:lnTo>
                <a:lnTo>
                  <a:pt x="11318" y="775"/>
                </a:lnTo>
                <a:lnTo>
                  <a:pt x="11734" y="775"/>
                </a:lnTo>
                <a:lnTo>
                  <a:pt x="12151" y="775"/>
                </a:lnTo>
                <a:lnTo>
                  <a:pt x="12567" y="775"/>
                </a:lnTo>
                <a:lnTo>
                  <a:pt x="12984" y="775"/>
                </a:lnTo>
                <a:lnTo>
                  <a:pt x="12984" y="1086"/>
                </a:lnTo>
                <a:lnTo>
                  <a:pt x="13418" y="1086"/>
                </a:lnTo>
                <a:lnTo>
                  <a:pt x="13835" y="1086"/>
                </a:lnTo>
                <a:lnTo>
                  <a:pt x="14251" y="1086"/>
                </a:lnTo>
                <a:lnTo>
                  <a:pt x="14668" y="1086"/>
                </a:lnTo>
                <a:lnTo>
                  <a:pt x="15084" y="1086"/>
                </a:lnTo>
                <a:lnTo>
                  <a:pt x="15501" y="1086"/>
                </a:lnTo>
                <a:lnTo>
                  <a:pt x="15918" y="1086"/>
                </a:lnTo>
                <a:lnTo>
                  <a:pt x="16352" y="1086"/>
                </a:lnTo>
                <a:lnTo>
                  <a:pt x="16768" y="1086"/>
                </a:lnTo>
                <a:lnTo>
                  <a:pt x="16768" y="1551"/>
                </a:lnTo>
                <a:lnTo>
                  <a:pt x="17185" y="1551"/>
                </a:lnTo>
                <a:lnTo>
                  <a:pt x="17601" y="1551"/>
                </a:lnTo>
                <a:lnTo>
                  <a:pt x="18018" y="1551"/>
                </a:lnTo>
                <a:lnTo>
                  <a:pt x="18435" y="1551"/>
                </a:lnTo>
                <a:lnTo>
                  <a:pt x="18869" y="1551"/>
                </a:lnTo>
                <a:lnTo>
                  <a:pt x="19285" y="1551"/>
                </a:lnTo>
                <a:lnTo>
                  <a:pt x="19285" y="1861"/>
                </a:lnTo>
                <a:lnTo>
                  <a:pt x="19702" y="1861"/>
                </a:lnTo>
                <a:lnTo>
                  <a:pt x="20118" y="1861"/>
                </a:lnTo>
                <a:lnTo>
                  <a:pt x="20535" y="1861"/>
                </a:lnTo>
                <a:lnTo>
                  <a:pt x="20952" y="1861"/>
                </a:lnTo>
                <a:lnTo>
                  <a:pt x="21368" y="1861"/>
                </a:lnTo>
                <a:lnTo>
                  <a:pt x="21802" y="1861"/>
                </a:lnTo>
                <a:lnTo>
                  <a:pt x="22219" y="1861"/>
                </a:lnTo>
                <a:lnTo>
                  <a:pt x="22219" y="2327"/>
                </a:lnTo>
                <a:lnTo>
                  <a:pt x="22636" y="2327"/>
                </a:lnTo>
                <a:lnTo>
                  <a:pt x="23052" y="2327"/>
                </a:lnTo>
                <a:lnTo>
                  <a:pt x="23469" y="2327"/>
                </a:lnTo>
                <a:lnTo>
                  <a:pt x="23885" y="2327"/>
                </a:lnTo>
                <a:lnTo>
                  <a:pt x="24302" y="2327"/>
                </a:lnTo>
                <a:lnTo>
                  <a:pt x="24302" y="2637"/>
                </a:lnTo>
                <a:lnTo>
                  <a:pt x="24736" y="2637"/>
                </a:lnTo>
                <a:lnTo>
                  <a:pt x="25153" y="2637"/>
                </a:lnTo>
                <a:lnTo>
                  <a:pt x="25569" y="2637"/>
                </a:lnTo>
                <a:lnTo>
                  <a:pt x="25986" y="2637"/>
                </a:lnTo>
                <a:lnTo>
                  <a:pt x="26402" y="2637"/>
                </a:lnTo>
                <a:lnTo>
                  <a:pt x="26819" y="2637"/>
                </a:lnTo>
                <a:lnTo>
                  <a:pt x="26819" y="2947"/>
                </a:lnTo>
                <a:lnTo>
                  <a:pt x="27236" y="2947"/>
                </a:lnTo>
                <a:lnTo>
                  <a:pt x="27670" y="2947"/>
                </a:lnTo>
                <a:lnTo>
                  <a:pt x="28086" y="2947"/>
                </a:lnTo>
                <a:lnTo>
                  <a:pt x="28503" y="2947"/>
                </a:lnTo>
                <a:lnTo>
                  <a:pt x="28503" y="3413"/>
                </a:lnTo>
                <a:lnTo>
                  <a:pt x="28919" y="3413"/>
                </a:lnTo>
                <a:lnTo>
                  <a:pt x="29336" y="3413"/>
                </a:lnTo>
                <a:lnTo>
                  <a:pt x="29753" y="3413"/>
                </a:lnTo>
                <a:lnTo>
                  <a:pt x="30169" y="3413"/>
                </a:lnTo>
                <a:lnTo>
                  <a:pt x="30169" y="3413"/>
                </a:lnTo>
                <a:lnTo>
                  <a:pt x="30603" y="3723"/>
                </a:lnTo>
                <a:lnTo>
                  <a:pt x="31020" y="3723"/>
                </a:lnTo>
                <a:lnTo>
                  <a:pt x="31853" y="3723"/>
                </a:lnTo>
                <a:lnTo>
                  <a:pt x="32270" y="3723"/>
                </a:lnTo>
                <a:lnTo>
                  <a:pt x="32686" y="4189"/>
                </a:lnTo>
                <a:lnTo>
                  <a:pt x="33120" y="4189"/>
                </a:lnTo>
                <a:lnTo>
                  <a:pt x="33537" y="4189"/>
                </a:lnTo>
                <a:lnTo>
                  <a:pt x="33954" y="4189"/>
                </a:lnTo>
                <a:lnTo>
                  <a:pt x="34370" y="4499"/>
                </a:lnTo>
                <a:lnTo>
                  <a:pt x="34787" y="4499"/>
                </a:lnTo>
                <a:lnTo>
                  <a:pt x="35203" y="4499"/>
                </a:lnTo>
                <a:lnTo>
                  <a:pt x="35620" y="4499"/>
                </a:lnTo>
                <a:lnTo>
                  <a:pt x="36054" y="4499"/>
                </a:lnTo>
                <a:lnTo>
                  <a:pt x="36054" y="4964"/>
                </a:lnTo>
                <a:lnTo>
                  <a:pt x="36471" y="4964"/>
                </a:lnTo>
                <a:lnTo>
                  <a:pt x="36887" y="4964"/>
                </a:lnTo>
                <a:lnTo>
                  <a:pt x="37304" y="4964"/>
                </a:lnTo>
                <a:lnTo>
                  <a:pt x="37720" y="5275"/>
                </a:lnTo>
                <a:lnTo>
                  <a:pt x="38554" y="5275"/>
                </a:lnTo>
                <a:lnTo>
                  <a:pt x="38988" y="5275"/>
                </a:lnTo>
                <a:lnTo>
                  <a:pt x="39404" y="5585"/>
                </a:lnTo>
                <a:lnTo>
                  <a:pt x="39821" y="5585"/>
                </a:lnTo>
                <a:lnTo>
                  <a:pt x="40237" y="5585"/>
                </a:lnTo>
                <a:lnTo>
                  <a:pt x="40654" y="5585"/>
                </a:lnTo>
                <a:lnTo>
                  <a:pt x="40654" y="6050"/>
                </a:lnTo>
                <a:lnTo>
                  <a:pt x="41071" y="6050"/>
                </a:lnTo>
                <a:lnTo>
                  <a:pt x="41487" y="6050"/>
                </a:lnTo>
                <a:lnTo>
                  <a:pt x="41921" y="6050"/>
                </a:lnTo>
                <a:lnTo>
                  <a:pt x="42338" y="6050"/>
                </a:lnTo>
                <a:lnTo>
                  <a:pt x="42338" y="6361"/>
                </a:lnTo>
                <a:lnTo>
                  <a:pt x="42754" y="6361"/>
                </a:lnTo>
                <a:lnTo>
                  <a:pt x="43171" y="6361"/>
                </a:lnTo>
                <a:lnTo>
                  <a:pt x="43588" y="6361"/>
                </a:lnTo>
                <a:lnTo>
                  <a:pt x="43588" y="6826"/>
                </a:lnTo>
                <a:lnTo>
                  <a:pt x="44004" y="6826"/>
                </a:lnTo>
                <a:lnTo>
                  <a:pt x="44421" y="6826"/>
                </a:lnTo>
                <a:lnTo>
                  <a:pt x="44855" y="6826"/>
                </a:lnTo>
                <a:lnTo>
                  <a:pt x="45272" y="6826"/>
                </a:lnTo>
                <a:lnTo>
                  <a:pt x="45272" y="7136"/>
                </a:lnTo>
                <a:lnTo>
                  <a:pt x="45688" y="7136"/>
                </a:lnTo>
                <a:lnTo>
                  <a:pt x="46105" y="7136"/>
                </a:lnTo>
                <a:lnTo>
                  <a:pt x="46521" y="7447"/>
                </a:lnTo>
                <a:lnTo>
                  <a:pt x="46938" y="7447"/>
                </a:lnTo>
                <a:lnTo>
                  <a:pt x="47372" y="7447"/>
                </a:lnTo>
                <a:lnTo>
                  <a:pt x="47789" y="7447"/>
                </a:lnTo>
                <a:lnTo>
                  <a:pt x="48205" y="7912"/>
                </a:lnTo>
                <a:lnTo>
                  <a:pt x="48622" y="7912"/>
                </a:lnTo>
                <a:lnTo>
                  <a:pt x="49038" y="7912"/>
                </a:lnTo>
                <a:lnTo>
                  <a:pt x="49038" y="8223"/>
                </a:lnTo>
                <a:lnTo>
                  <a:pt x="49455" y="8223"/>
                </a:lnTo>
              </a:path>
            </a:pathLst>
          </a:custGeom>
          <a:ln w="21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810456" y="4169785"/>
            <a:ext cx="49889" cy="20635"/>
          </a:xfrm>
          <a:custGeom>
            <a:avLst/>
            <a:gdLst/>
            <a:ahLst/>
            <a:cxnLst/>
            <a:rect l="l" t="t" r="r" b="b"/>
            <a:pathLst>
              <a:path w="49889" h="20635">
                <a:moveTo>
                  <a:pt x="0" y="0"/>
                </a:moveTo>
                <a:lnTo>
                  <a:pt x="416" y="0"/>
                </a:lnTo>
                <a:lnTo>
                  <a:pt x="850" y="0"/>
                </a:lnTo>
                <a:lnTo>
                  <a:pt x="850" y="465"/>
                </a:lnTo>
                <a:lnTo>
                  <a:pt x="1267" y="465"/>
                </a:lnTo>
                <a:lnTo>
                  <a:pt x="1683" y="465"/>
                </a:lnTo>
                <a:lnTo>
                  <a:pt x="2100" y="465"/>
                </a:lnTo>
                <a:lnTo>
                  <a:pt x="2100" y="775"/>
                </a:lnTo>
                <a:lnTo>
                  <a:pt x="2517" y="775"/>
                </a:lnTo>
                <a:lnTo>
                  <a:pt x="2933" y="775"/>
                </a:lnTo>
                <a:lnTo>
                  <a:pt x="3350" y="775"/>
                </a:lnTo>
                <a:lnTo>
                  <a:pt x="3350" y="1241"/>
                </a:lnTo>
                <a:lnTo>
                  <a:pt x="3784" y="1241"/>
                </a:lnTo>
                <a:lnTo>
                  <a:pt x="4200" y="1241"/>
                </a:lnTo>
                <a:lnTo>
                  <a:pt x="4617" y="1241"/>
                </a:lnTo>
                <a:lnTo>
                  <a:pt x="4617" y="1551"/>
                </a:lnTo>
                <a:lnTo>
                  <a:pt x="5034" y="1551"/>
                </a:lnTo>
                <a:lnTo>
                  <a:pt x="5450" y="1551"/>
                </a:lnTo>
                <a:lnTo>
                  <a:pt x="5867" y="1861"/>
                </a:lnTo>
                <a:lnTo>
                  <a:pt x="6283" y="1861"/>
                </a:lnTo>
                <a:lnTo>
                  <a:pt x="6717" y="1861"/>
                </a:lnTo>
                <a:lnTo>
                  <a:pt x="7134" y="1861"/>
                </a:lnTo>
                <a:lnTo>
                  <a:pt x="7134" y="2327"/>
                </a:lnTo>
                <a:lnTo>
                  <a:pt x="7551" y="2327"/>
                </a:lnTo>
                <a:lnTo>
                  <a:pt x="7967" y="2327"/>
                </a:lnTo>
                <a:lnTo>
                  <a:pt x="8384" y="2637"/>
                </a:lnTo>
                <a:lnTo>
                  <a:pt x="8800" y="2637"/>
                </a:lnTo>
                <a:lnTo>
                  <a:pt x="9217" y="2637"/>
                </a:lnTo>
                <a:lnTo>
                  <a:pt x="9651" y="3103"/>
                </a:lnTo>
                <a:lnTo>
                  <a:pt x="10068" y="3103"/>
                </a:lnTo>
                <a:lnTo>
                  <a:pt x="10484" y="3413"/>
                </a:lnTo>
                <a:lnTo>
                  <a:pt x="10901" y="3413"/>
                </a:lnTo>
                <a:lnTo>
                  <a:pt x="11318" y="3413"/>
                </a:lnTo>
                <a:lnTo>
                  <a:pt x="11318" y="3723"/>
                </a:lnTo>
                <a:lnTo>
                  <a:pt x="11734" y="3723"/>
                </a:lnTo>
                <a:lnTo>
                  <a:pt x="12168" y="3723"/>
                </a:lnTo>
                <a:lnTo>
                  <a:pt x="12585" y="4189"/>
                </a:lnTo>
                <a:lnTo>
                  <a:pt x="13418" y="4189"/>
                </a:lnTo>
                <a:lnTo>
                  <a:pt x="13835" y="4499"/>
                </a:lnTo>
                <a:lnTo>
                  <a:pt x="14251" y="4499"/>
                </a:lnTo>
                <a:lnTo>
                  <a:pt x="14668" y="4964"/>
                </a:lnTo>
                <a:lnTo>
                  <a:pt x="15102" y="4964"/>
                </a:lnTo>
                <a:lnTo>
                  <a:pt x="15518" y="5275"/>
                </a:lnTo>
                <a:lnTo>
                  <a:pt x="15935" y="5275"/>
                </a:lnTo>
                <a:lnTo>
                  <a:pt x="16352" y="5275"/>
                </a:lnTo>
                <a:lnTo>
                  <a:pt x="16768" y="5585"/>
                </a:lnTo>
                <a:lnTo>
                  <a:pt x="17185" y="5585"/>
                </a:lnTo>
                <a:lnTo>
                  <a:pt x="17601" y="6050"/>
                </a:lnTo>
                <a:lnTo>
                  <a:pt x="18035" y="6050"/>
                </a:lnTo>
                <a:lnTo>
                  <a:pt x="18452" y="6050"/>
                </a:lnTo>
                <a:lnTo>
                  <a:pt x="18869" y="6361"/>
                </a:lnTo>
                <a:lnTo>
                  <a:pt x="19285" y="6361"/>
                </a:lnTo>
                <a:lnTo>
                  <a:pt x="19285" y="6826"/>
                </a:lnTo>
                <a:lnTo>
                  <a:pt x="19702" y="6826"/>
                </a:lnTo>
                <a:lnTo>
                  <a:pt x="20118" y="6826"/>
                </a:lnTo>
                <a:lnTo>
                  <a:pt x="20535" y="7136"/>
                </a:lnTo>
                <a:lnTo>
                  <a:pt x="20969" y="7136"/>
                </a:lnTo>
                <a:lnTo>
                  <a:pt x="21386" y="7136"/>
                </a:lnTo>
                <a:lnTo>
                  <a:pt x="21386" y="7602"/>
                </a:lnTo>
                <a:lnTo>
                  <a:pt x="21802" y="7602"/>
                </a:lnTo>
                <a:lnTo>
                  <a:pt x="22219" y="7602"/>
                </a:lnTo>
                <a:lnTo>
                  <a:pt x="22636" y="7912"/>
                </a:lnTo>
                <a:lnTo>
                  <a:pt x="23052" y="7912"/>
                </a:lnTo>
                <a:lnTo>
                  <a:pt x="23052" y="8223"/>
                </a:lnTo>
                <a:lnTo>
                  <a:pt x="23469" y="8223"/>
                </a:lnTo>
                <a:lnTo>
                  <a:pt x="23903" y="8223"/>
                </a:lnTo>
                <a:lnTo>
                  <a:pt x="24319" y="8688"/>
                </a:lnTo>
                <a:lnTo>
                  <a:pt x="24736" y="8688"/>
                </a:lnTo>
                <a:lnTo>
                  <a:pt x="25153" y="8998"/>
                </a:lnTo>
                <a:lnTo>
                  <a:pt x="25569" y="8998"/>
                </a:lnTo>
                <a:lnTo>
                  <a:pt x="25986" y="8998"/>
                </a:lnTo>
                <a:lnTo>
                  <a:pt x="26420" y="9464"/>
                </a:lnTo>
                <a:lnTo>
                  <a:pt x="26836" y="9464"/>
                </a:lnTo>
                <a:lnTo>
                  <a:pt x="26836" y="9774"/>
                </a:lnTo>
                <a:lnTo>
                  <a:pt x="27253" y="9774"/>
                </a:lnTo>
                <a:lnTo>
                  <a:pt x="27670" y="10084"/>
                </a:lnTo>
                <a:lnTo>
                  <a:pt x="28086" y="10084"/>
                </a:lnTo>
                <a:lnTo>
                  <a:pt x="28503" y="10084"/>
                </a:lnTo>
                <a:lnTo>
                  <a:pt x="28919" y="10550"/>
                </a:lnTo>
                <a:lnTo>
                  <a:pt x="29353" y="10550"/>
                </a:lnTo>
                <a:lnTo>
                  <a:pt x="29353" y="10860"/>
                </a:lnTo>
                <a:lnTo>
                  <a:pt x="29770" y="10860"/>
                </a:lnTo>
                <a:lnTo>
                  <a:pt x="30187" y="10860"/>
                </a:lnTo>
                <a:lnTo>
                  <a:pt x="30603" y="11326"/>
                </a:lnTo>
                <a:lnTo>
                  <a:pt x="31020" y="11326"/>
                </a:lnTo>
                <a:lnTo>
                  <a:pt x="31020" y="11636"/>
                </a:lnTo>
                <a:lnTo>
                  <a:pt x="31436" y="11636"/>
                </a:lnTo>
                <a:lnTo>
                  <a:pt x="31853" y="11636"/>
                </a:lnTo>
                <a:lnTo>
                  <a:pt x="31853" y="12101"/>
                </a:lnTo>
                <a:lnTo>
                  <a:pt x="32287" y="12101"/>
                </a:lnTo>
                <a:lnTo>
                  <a:pt x="32704" y="12101"/>
                </a:lnTo>
                <a:lnTo>
                  <a:pt x="32704" y="12412"/>
                </a:lnTo>
                <a:lnTo>
                  <a:pt x="33120" y="12412"/>
                </a:lnTo>
                <a:lnTo>
                  <a:pt x="33537" y="12412"/>
                </a:lnTo>
                <a:lnTo>
                  <a:pt x="33537" y="12722"/>
                </a:lnTo>
                <a:lnTo>
                  <a:pt x="33954" y="12722"/>
                </a:lnTo>
                <a:lnTo>
                  <a:pt x="34370" y="12722"/>
                </a:lnTo>
                <a:lnTo>
                  <a:pt x="34370" y="13187"/>
                </a:lnTo>
                <a:lnTo>
                  <a:pt x="34787" y="13187"/>
                </a:lnTo>
                <a:lnTo>
                  <a:pt x="35221" y="13187"/>
                </a:lnTo>
                <a:lnTo>
                  <a:pt x="35221" y="13498"/>
                </a:lnTo>
                <a:lnTo>
                  <a:pt x="35637" y="13498"/>
                </a:lnTo>
                <a:lnTo>
                  <a:pt x="36054" y="13963"/>
                </a:lnTo>
                <a:lnTo>
                  <a:pt x="36471" y="13963"/>
                </a:lnTo>
                <a:lnTo>
                  <a:pt x="36887" y="13963"/>
                </a:lnTo>
                <a:lnTo>
                  <a:pt x="36887" y="14273"/>
                </a:lnTo>
                <a:lnTo>
                  <a:pt x="37304" y="14273"/>
                </a:lnTo>
                <a:lnTo>
                  <a:pt x="37738" y="14584"/>
                </a:lnTo>
                <a:lnTo>
                  <a:pt x="38154" y="14584"/>
                </a:lnTo>
                <a:lnTo>
                  <a:pt x="38154" y="15049"/>
                </a:lnTo>
                <a:lnTo>
                  <a:pt x="38571" y="15049"/>
                </a:lnTo>
                <a:lnTo>
                  <a:pt x="38988" y="15049"/>
                </a:lnTo>
                <a:lnTo>
                  <a:pt x="39404" y="15360"/>
                </a:lnTo>
                <a:lnTo>
                  <a:pt x="39821" y="15360"/>
                </a:lnTo>
                <a:lnTo>
                  <a:pt x="39821" y="15825"/>
                </a:lnTo>
                <a:lnTo>
                  <a:pt x="40237" y="15825"/>
                </a:lnTo>
                <a:lnTo>
                  <a:pt x="40671" y="15825"/>
                </a:lnTo>
                <a:lnTo>
                  <a:pt x="40671" y="16135"/>
                </a:lnTo>
                <a:lnTo>
                  <a:pt x="41088" y="16135"/>
                </a:lnTo>
                <a:lnTo>
                  <a:pt x="41505" y="16601"/>
                </a:lnTo>
                <a:lnTo>
                  <a:pt x="41921" y="16601"/>
                </a:lnTo>
                <a:lnTo>
                  <a:pt x="42338" y="16911"/>
                </a:lnTo>
                <a:lnTo>
                  <a:pt x="42754" y="16911"/>
                </a:lnTo>
                <a:lnTo>
                  <a:pt x="43171" y="17221"/>
                </a:lnTo>
                <a:lnTo>
                  <a:pt x="43605" y="17221"/>
                </a:lnTo>
                <a:lnTo>
                  <a:pt x="43605" y="17687"/>
                </a:lnTo>
                <a:lnTo>
                  <a:pt x="44022" y="17687"/>
                </a:lnTo>
                <a:lnTo>
                  <a:pt x="44438" y="17997"/>
                </a:lnTo>
                <a:lnTo>
                  <a:pt x="44855" y="17997"/>
                </a:lnTo>
                <a:lnTo>
                  <a:pt x="45272" y="18463"/>
                </a:lnTo>
                <a:lnTo>
                  <a:pt x="45688" y="18773"/>
                </a:lnTo>
                <a:lnTo>
                  <a:pt x="46105" y="18773"/>
                </a:lnTo>
                <a:lnTo>
                  <a:pt x="46539" y="18773"/>
                </a:lnTo>
                <a:lnTo>
                  <a:pt x="46955" y="19083"/>
                </a:lnTo>
                <a:lnTo>
                  <a:pt x="47372" y="19549"/>
                </a:lnTo>
                <a:lnTo>
                  <a:pt x="47789" y="19549"/>
                </a:lnTo>
                <a:lnTo>
                  <a:pt x="47789" y="19859"/>
                </a:lnTo>
                <a:lnTo>
                  <a:pt x="48205" y="19859"/>
                </a:lnTo>
                <a:lnTo>
                  <a:pt x="48622" y="19859"/>
                </a:lnTo>
                <a:lnTo>
                  <a:pt x="48622" y="20324"/>
                </a:lnTo>
                <a:lnTo>
                  <a:pt x="49038" y="20324"/>
                </a:lnTo>
                <a:lnTo>
                  <a:pt x="49038" y="20635"/>
                </a:lnTo>
                <a:lnTo>
                  <a:pt x="49472" y="20635"/>
                </a:lnTo>
                <a:lnTo>
                  <a:pt x="49889" y="20635"/>
                </a:lnTo>
              </a:path>
            </a:pathLst>
          </a:custGeom>
          <a:ln w="220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860346" y="4190420"/>
            <a:ext cx="49872" cy="33357"/>
          </a:xfrm>
          <a:custGeom>
            <a:avLst/>
            <a:gdLst/>
            <a:ahLst/>
            <a:cxnLst/>
            <a:rect l="l" t="t" r="r" b="b"/>
            <a:pathLst>
              <a:path w="49872" h="33357">
                <a:moveTo>
                  <a:pt x="0" y="0"/>
                </a:moveTo>
                <a:lnTo>
                  <a:pt x="416" y="465"/>
                </a:lnTo>
                <a:lnTo>
                  <a:pt x="833" y="775"/>
                </a:lnTo>
                <a:lnTo>
                  <a:pt x="1249" y="775"/>
                </a:lnTo>
                <a:lnTo>
                  <a:pt x="1666" y="1086"/>
                </a:lnTo>
                <a:lnTo>
                  <a:pt x="2100" y="1551"/>
                </a:lnTo>
                <a:lnTo>
                  <a:pt x="2517" y="1551"/>
                </a:lnTo>
                <a:lnTo>
                  <a:pt x="2933" y="1551"/>
                </a:lnTo>
                <a:lnTo>
                  <a:pt x="2933" y="1861"/>
                </a:lnTo>
                <a:lnTo>
                  <a:pt x="3350" y="1861"/>
                </a:lnTo>
                <a:lnTo>
                  <a:pt x="3766" y="2327"/>
                </a:lnTo>
                <a:lnTo>
                  <a:pt x="4183" y="2327"/>
                </a:lnTo>
                <a:lnTo>
                  <a:pt x="4183" y="2637"/>
                </a:lnTo>
                <a:lnTo>
                  <a:pt x="4600" y="2637"/>
                </a:lnTo>
                <a:lnTo>
                  <a:pt x="5034" y="2947"/>
                </a:lnTo>
                <a:lnTo>
                  <a:pt x="5450" y="2947"/>
                </a:lnTo>
                <a:lnTo>
                  <a:pt x="5450" y="3413"/>
                </a:lnTo>
                <a:lnTo>
                  <a:pt x="5867" y="3413"/>
                </a:lnTo>
                <a:lnTo>
                  <a:pt x="6283" y="3723"/>
                </a:lnTo>
                <a:lnTo>
                  <a:pt x="6700" y="3723"/>
                </a:lnTo>
                <a:lnTo>
                  <a:pt x="6700" y="4189"/>
                </a:lnTo>
                <a:lnTo>
                  <a:pt x="7117" y="4189"/>
                </a:lnTo>
                <a:lnTo>
                  <a:pt x="7533" y="4189"/>
                </a:lnTo>
                <a:lnTo>
                  <a:pt x="7533" y="4499"/>
                </a:lnTo>
                <a:lnTo>
                  <a:pt x="7967" y="4499"/>
                </a:lnTo>
                <a:lnTo>
                  <a:pt x="7967" y="4964"/>
                </a:lnTo>
                <a:lnTo>
                  <a:pt x="8384" y="4964"/>
                </a:lnTo>
                <a:lnTo>
                  <a:pt x="8800" y="5275"/>
                </a:lnTo>
                <a:lnTo>
                  <a:pt x="9217" y="5275"/>
                </a:lnTo>
                <a:lnTo>
                  <a:pt x="9217" y="5585"/>
                </a:lnTo>
                <a:lnTo>
                  <a:pt x="9634" y="5585"/>
                </a:lnTo>
                <a:lnTo>
                  <a:pt x="10050" y="6050"/>
                </a:lnTo>
                <a:lnTo>
                  <a:pt x="10467" y="6050"/>
                </a:lnTo>
                <a:lnTo>
                  <a:pt x="10467" y="6361"/>
                </a:lnTo>
                <a:lnTo>
                  <a:pt x="10901" y="6361"/>
                </a:lnTo>
                <a:lnTo>
                  <a:pt x="11318" y="6826"/>
                </a:lnTo>
                <a:lnTo>
                  <a:pt x="11734" y="6826"/>
                </a:lnTo>
                <a:lnTo>
                  <a:pt x="11734" y="7136"/>
                </a:lnTo>
                <a:lnTo>
                  <a:pt x="12151" y="7136"/>
                </a:lnTo>
                <a:lnTo>
                  <a:pt x="12567" y="7447"/>
                </a:lnTo>
                <a:lnTo>
                  <a:pt x="12984" y="7447"/>
                </a:lnTo>
                <a:lnTo>
                  <a:pt x="12984" y="7912"/>
                </a:lnTo>
                <a:lnTo>
                  <a:pt x="13401" y="7912"/>
                </a:lnTo>
                <a:lnTo>
                  <a:pt x="13835" y="7912"/>
                </a:lnTo>
                <a:lnTo>
                  <a:pt x="13835" y="8223"/>
                </a:lnTo>
                <a:lnTo>
                  <a:pt x="14251" y="8223"/>
                </a:lnTo>
                <a:lnTo>
                  <a:pt x="14251" y="8688"/>
                </a:lnTo>
                <a:lnTo>
                  <a:pt x="14668" y="8688"/>
                </a:lnTo>
                <a:lnTo>
                  <a:pt x="15084" y="8998"/>
                </a:lnTo>
                <a:lnTo>
                  <a:pt x="15501" y="8998"/>
                </a:lnTo>
                <a:lnTo>
                  <a:pt x="15501" y="9464"/>
                </a:lnTo>
                <a:lnTo>
                  <a:pt x="15918" y="9464"/>
                </a:lnTo>
                <a:lnTo>
                  <a:pt x="15918" y="9774"/>
                </a:lnTo>
                <a:lnTo>
                  <a:pt x="16334" y="9774"/>
                </a:lnTo>
                <a:lnTo>
                  <a:pt x="16768" y="10084"/>
                </a:lnTo>
                <a:lnTo>
                  <a:pt x="17185" y="10084"/>
                </a:lnTo>
                <a:lnTo>
                  <a:pt x="17185" y="10550"/>
                </a:lnTo>
                <a:lnTo>
                  <a:pt x="17601" y="10550"/>
                </a:lnTo>
                <a:lnTo>
                  <a:pt x="18018" y="10550"/>
                </a:lnTo>
                <a:lnTo>
                  <a:pt x="18018" y="10860"/>
                </a:lnTo>
                <a:lnTo>
                  <a:pt x="18435" y="10860"/>
                </a:lnTo>
                <a:lnTo>
                  <a:pt x="18435" y="11326"/>
                </a:lnTo>
                <a:lnTo>
                  <a:pt x="18851" y="11326"/>
                </a:lnTo>
                <a:lnTo>
                  <a:pt x="19285" y="11636"/>
                </a:lnTo>
                <a:lnTo>
                  <a:pt x="19702" y="11636"/>
                </a:lnTo>
                <a:lnTo>
                  <a:pt x="19702" y="11946"/>
                </a:lnTo>
                <a:lnTo>
                  <a:pt x="20118" y="11946"/>
                </a:lnTo>
                <a:lnTo>
                  <a:pt x="20535" y="11946"/>
                </a:lnTo>
                <a:lnTo>
                  <a:pt x="20535" y="12412"/>
                </a:lnTo>
                <a:lnTo>
                  <a:pt x="20952" y="12412"/>
                </a:lnTo>
                <a:lnTo>
                  <a:pt x="20952" y="12722"/>
                </a:lnTo>
                <a:lnTo>
                  <a:pt x="21368" y="12722"/>
                </a:lnTo>
                <a:lnTo>
                  <a:pt x="21785" y="13187"/>
                </a:lnTo>
                <a:lnTo>
                  <a:pt x="22219" y="13498"/>
                </a:lnTo>
                <a:lnTo>
                  <a:pt x="22636" y="13963"/>
                </a:lnTo>
                <a:lnTo>
                  <a:pt x="23052" y="13963"/>
                </a:lnTo>
                <a:lnTo>
                  <a:pt x="23469" y="14273"/>
                </a:lnTo>
                <a:lnTo>
                  <a:pt x="23885" y="14584"/>
                </a:lnTo>
                <a:lnTo>
                  <a:pt x="24302" y="14584"/>
                </a:lnTo>
                <a:lnTo>
                  <a:pt x="24302" y="15049"/>
                </a:lnTo>
                <a:lnTo>
                  <a:pt x="24719" y="15049"/>
                </a:lnTo>
                <a:lnTo>
                  <a:pt x="24719" y="15360"/>
                </a:lnTo>
                <a:lnTo>
                  <a:pt x="25153" y="15360"/>
                </a:lnTo>
                <a:lnTo>
                  <a:pt x="25569" y="15825"/>
                </a:lnTo>
                <a:lnTo>
                  <a:pt x="25986" y="15825"/>
                </a:lnTo>
                <a:lnTo>
                  <a:pt x="25986" y="16135"/>
                </a:lnTo>
                <a:lnTo>
                  <a:pt x="26402" y="16135"/>
                </a:lnTo>
                <a:lnTo>
                  <a:pt x="26819" y="16446"/>
                </a:lnTo>
                <a:lnTo>
                  <a:pt x="27236" y="16911"/>
                </a:lnTo>
                <a:lnTo>
                  <a:pt x="27652" y="16911"/>
                </a:lnTo>
                <a:lnTo>
                  <a:pt x="27652" y="17221"/>
                </a:lnTo>
                <a:lnTo>
                  <a:pt x="28086" y="17221"/>
                </a:lnTo>
                <a:lnTo>
                  <a:pt x="28503" y="17687"/>
                </a:lnTo>
                <a:lnTo>
                  <a:pt x="28919" y="17997"/>
                </a:lnTo>
                <a:lnTo>
                  <a:pt x="29336" y="18463"/>
                </a:lnTo>
                <a:lnTo>
                  <a:pt x="29753" y="18463"/>
                </a:lnTo>
                <a:lnTo>
                  <a:pt x="29753" y="18773"/>
                </a:lnTo>
                <a:lnTo>
                  <a:pt x="30169" y="18773"/>
                </a:lnTo>
                <a:lnTo>
                  <a:pt x="30603" y="19083"/>
                </a:lnTo>
                <a:lnTo>
                  <a:pt x="31020" y="19083"/>
                </a:lnTo>
                <a:lnTo>
                  <a:pt x="31020" y="19549"/>
                </a:lnTo>
                <a:lnTo>
                  <a:pt x="31436" y="19549"/>
                </a:lnTo>
                <a:lnTo>
                  <a:pt x="31436" y="19859"/>
                </a:lnTo>
                <a:lnTo>
                  <a:pt x="31853" y="19859"/>
                </a:lnTo>
                <a:lnTo>
                  <a:pt x="32270" y="20324"/>
                </a:lnTo>
                <a:lnTo>
                  <a:pt x="32686" y="20324"/>
                </a:lnTo>
                <a:lnTo>
                  <a:pt x="32686" y="20635"/>
                </a:lnTo>
                <a:lnTo>
                  <a:pt x="33103" y="20945"/>
                </a:lnTo>
                <a:lnTo>
                  <a:pt x="33537" y="20945"/>
                </a:lnTo>
                <a:lnTo>
                  <a:pt x="33954" y="21410"/>
                </a:lnTo>
                <a:lnTo>
                  <a:pt x="34370" y="21721"/>
                </a:lnTo>
                <a:lnTo>
                  <a:pt x="34787" y="21721"/>
                </a:lnTo>
                <a:lnTo>
                  <a:pt x="34787" y="22186"/>
                </a:lnTo>
                <a:lnTo>
                  <a:pt x="35203" y="22186"/>
                </a:lnTo>
                <a:lnTo>
                  <a:pt x="35203" y="22496"/>
                </a:lnTo>
                <a:lnTo>
                  <a:pt x="35620" y="22496"/>
                </a:lnTo>
                <a:lnTo>
                  <a:pt x="35620" y="22807"/>
                </a:lnTo>
                <a:lnTo>
                  <a:pt x="36037" y="22807"/>
                </a:lnTo>
                <a:lnTo>
                  <a:pt x="36471" y="23272"/>
                </a:lnTo>
                <a:lnTo>
                  <a:pt x="36887" y="23583"/>
                </a:lnTo>
                <a:lnTo>
                  <a:pt x="37304" y="24048"/>
                </a:lnTo>
                <a:lnTo>
                  <a:pt x="37720" y="24048"/>
                </a:lnTo>
                <a:lnTo>
                  <a:pt x="37720" y="24358"/>
                </a:lnTo>
                <a:lnTo>
                  <a:pt x="38137" y="24358"/>
                </a:lnTo>
                <a:lnTo>
                  <a:pt x="38554" y="24358"/>
                </a:lnTo>
                <a:lnTo>
                  <a:pt x="38554" y="24824"/>
                </a:lnTo>
                <a:lnTo>
                  <a:pt x="38970" y="25134"/>
                </a:lnTo>
                <a:lnTo>
                  <a:pt x="39404" y="25134"/>
                </a:lnTo>
                <a:lnTo>
                  <a:pt x="39404" y="25444"/>
                </a:lnTo>
                <a:lnTo>
                  <a:pt x="39821" y="25910"/>
                </a:lnTo>
                <a:lnTo>
                  <a:pt x="40237" y="25910"/>
                </a:lnTo>
                <a:lnTo>
                  <a:pt x="40654" y="26220"/>
                </a:lnTo>
                <a:lnTo>
                  <a:pt x="41071" y="26686"/>
                </a:lnTo>
                <a:lnTo>
                  <a:pt x="41487" y="26686"/>
                </a:lnTo>
                <a:lnTo>
                  <a:pt x="41487" y="26996"/>
                </a:lnTo>
                <a:lnTo>
                  <a:pt x="41904" y="26996"/>
                </a:lnTo>
                <a:lnTo>
                  <a:pt x="41904" y="27306"/>
                </a:lnTo>
                <a:lnTo>
                  <a:pt x="42338" y="27772"/>
                </a:lnTo>
                <a:lnTo>
                  <a:pt x="42754" y="27772"/>
                </a:lnTo>
                <a:lnTo>
                  <a:pt x="43171" y="28082"/>
                </a:lnTo>
                <a:lnTo>
                  <a:pt x="43171" y="28547"/>
                </a:lnTo>
                <a:lnTo>
                  <a:pt x="43588" y="28547"/>
                </a:lnTo>
                <a:lnTo>
                  <a:pt x="44004" y="28858"/>
                </a:lnTo>
                <a:lnTo>
                  <a:pt x="44421" y="29323"/>
                </a:lnTo>
                <a:lnTo>
                  <a:pt x="44855" y="29323"/>
                </a:lnTo>
                <a:lnTo>
                  <a:pt x="45272" y="29633"/>
                </a:lnTo>
                <a:lnTo>
                  <a:pt x="45272" y="29944"/>
                </a:lnTo>
                <a:lnTo>
                  <a:pt x="45688" y="29944"/>
                </a:lnTo>
                <a:lnTo>
                  <a:pt x="46105" y="30409"/>
                </a:lnTo>
                <a:lnTo>
                  <a:pt x="46521" y="30720"/>
                </a:lnTo>
                <a:lnTo>
                  <a:pt x="46938" y="30720"/>
                </a:lnTo>
                <a:lnTo>
                  <a:pt x="46938" y="31185"/>
                </a:lnTo>
                <a:lnTo>
                  <a:pt x="47355" y="31495"/>
                </a:lnTo>
                <a:lnTo>
                  <a:pt x="47789" y="31806"/>
                </a:lnTo>
                <a:lnTo>
                  <a:pt x="48205" y="31806"/>
                </a:lnTo>
                <a:lnTo>
                  <a:pt x="48205" y="32271"/>
                </a:lnTo>
                <a:lnTo>
                  <a:pt x="48622" y="32271"/>
                </a:lnTo>
                <a:lnTo>
                  <a:pt x="49038" y="32581"/>
                </a:lnTo>
                <a:lnTo>
                  <a:pt x="49455" y="33047"/>
                </a:lnTo>
                <a:lnTo>
                  <a:pt x="49872" y="33357"/>
                </a:lnTo>
              </a:path>
            </a:pathLst>
          </a:custGeom>
          <a:ln w="22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10218" y="4223778"/>
            <a:ext cx="49472" cy="44683"/>
          </a:xfrm>
          <a:custGeom>
            <a:avLst/>
            <a:gdLst/>
            <a:ahLst/>
            <a:cxnLst/>
            <a:rect l="l" t="t" r="r" b="b"/>
            <a:pathLst>
              <a:path w="49472" h="44683">
                <a:moveTo>
                  <a:pt x="0" y="0"/>
                </a:moveTo>
                <a:lnTo>
                  <a:pt x="416" y="465"/>
                </a:lnTo>
                <a:lnTo>
                  <a:pt x="850" y="465"/>
                </a:lnTo>
                <a:lnTo>
                  <a:pt x="850" y="775"/>
                </a:lnTo>
                <a:lnTo>
                  <a:pt x="1267" y="775"/>
                </a:lnTo>
                <a:lnTo>
                  <a:pt x="1267" y="1086"/>
                </a:lnTo>
                <a:lnTo>
                  <a:pt x="1683" y="1551"/>
                </a:lnTo>
                <a:lnTo>
                  <a:pt x="2100" y="1551"/>
                </a:lnTo>
                <a:lnTo>
                  <a:pt x="2517" y="1861"/>
                </a:lnTo>
                <a:lnTo>
                  <a:pt x="2517" y="2327"/>
                </a:lnTo>
                <a:lnTo>
                  <a:pt x="2933" y="2327"/>
                </a:lnTo>
                <a:lnTo>
                  <a:pt x="3350" y="2637"/>
                </a:lnTo>
                <a:lnTo>
                  <a:pt x="3784" y="2947"/>
                </a:lnTo>
                <a:lnTo>
                  <a:pt x="4200" y="3413"/>
                </a:lnTo>
                <a:lnTo>
                  <a:pt x="4617" y="3413"/>
                </a:lnTo>
                <a:lnTo>
                  <a:pt x="4617" y="3723"/>
                </a:lnTo>
                <a:lnTo>
                  <a:pt x="5034" y="4189"/>
                </a:lnTo>
                <a:lnTo>
                  <a:pt x="5450" y="4189"/>
                </a:lnTo>
                <a:lnTo>
                  <a:pt x="5867" y="4499"/>
                </a:lnTo>
                <a:lnTo>
                  <a:pt x="5867" y="4964"/>
                </a:lnTo>
                <a:lnTo>
                  <a:pt x="6283" y="4964"/>
                </a:lnTo>
                <a:lnTo>
                  <a:pt x="6283" y="5275"/>
                </a:lnTo>
                <a:lnTo>
                  <a:pt x="6717" y="5275"/>
                </a:lnTo>
                <a:lnTo>
                  <a:pt x="7134" y="5585"/>
                </a:lnTo>
                <a:lnTo>
                  <a:pt x="7551" y="6050"/>
                </a:lnTo>
                <a:lnTo>
                  <a:pt x="7967" y="6361"/>
                </a:lnTo>
                <a:lnTo>
                  <a:pt x="8384" y="6826"/>
                </a:lnTo>
                <a:lnTo>
                  <a:pt x="8800" y="7136"/>
                </a:lnTo>
                <a:lnTo>
                  <a:pt x="9234" y="7447"/>
                </a:lnTo>
                <a:lnTo>
                  <a:pt x="9651" y="7447"/>
                </a:lnTo>
                <a:lnTo>
                  <a:pt x="9651" y="7912"/>
                </a:lnTo>
                <a:lnTo>
                  <a:pt x="10068" y="7912"/>
                </a:lnTo>
                <a:lnTo>
                  <a:pt x="10068" y="8223"/>
                </a:lnTo>
                <a:lnTo>
                  <a:pt x="10484" y="8223"/>
                </a:lnTo>
                <a:lnTo>
                  <a:pt x="10484" y="8688"/>
                </a:lnTo>
                <a:lnTo>
                  <a:pt x="10901" y="8998"/>
                </a:lnTo>
                <a:lnTo>
                  <a:pt x="11318" y="8998"/>
                </a:lnTo>
                <a:lnTo>
                  <a:pt x="11318" y="9464"/>
                </a:lnTo>
                <a:lnTo>
                  <a:pt x="11734" y="9464"/>
                </a:lnTo>
                <a:lnTo>
                  <a:pt x="12168" y="9774"/>
                </a:lnTo>
                <a:lnTo>
                  <a:pt x="12585" y="10084"/>
                </a:lnTo>
                <a:lnTo>
                  <a:pt x="12585" y="10550"/>
                </a:lnTo>
                <a:lnTo>
                  <a:pt x="13001" y="10550"/>
                </a:lnTo>
                <a:lnTo>
                  <a:pt x="13418" y="10860"/>
                </a:lnTo>
                <a:lnTo>
                  <a:pt x="13835" y="11326"/>
                </a:lnTo>
                <a:lnTo>
                  <a:pt x="14251" y="11636"/>
                </a:lnTo>
                <a:lnTo>
                  <a:pt x="14251" y="11946"/>
                </a:lnTo>
                <a:lnTo>
                  <a:pt x="14668" y="11946"/>
                </a:lnTo>
                <a:lnTo>
                  <a:pt x="15102" y="11946"/>
                </a:lnTo>
                <a:lnTo>
                  <a:pt x="15102" y="12412"/>
                </a:lnTo>
                <a:lnTo>
                  <a:pt x="15518" y="12722"/>
                </a:lnTo>
                <a:lnTo>
                  <a:pt x="15935" y="12722"/>
                </a:lnTo>
                <a:lnTo>
                  <a:pt x="15935" y="13187"/>
                </a:lnTo>
                <a:lnTo>
                  <a:pt x="16352" y="13187"/>
                </a:lnTo>
                <a:lnTo>
                  <a:pt x="16352" y="13498"/>
                </a:lnTo>
                <a:lnTo>
                  <a:pt x="16768" y="13963"/>
                </a:lnTo>
                <a:lnTo>
                  <a:pt x="17185" y="14273"/>
                </a:lnTo>
                <a:lnTo>
                  <a:pt x="17601" y="14273"/>
                </a:lnTo>
                <a:lnTo>
                  <a:pt x="17601" y="14584"/>
                </a:lnTo>
                <a:lnTo>
                  <a:pt x="18035" y="14584"/>
                </a:lnTo>
                <a:lnTo>
                  <a:pt x="18035" y="15049"/>
                </a:lnTo>
                <a:lnTo>
                  <a:pt x="18452" y="15360"/>
                </a:lnTo>
                <a:lnTo>
                  <a:pt x="18869" y="15825"/>
                </a:lnTo>
                <a:lnTo>
                  <a:pt x="19285" y="15825"/>
                </a:lnTo>
                <a:lnTo>
                  <a:pt x="19702" y="16135"/>
                </a:lnTo>
                <a:lnTo>
                  <a:pt x="20118" y="16446"/>
                </a:lnTo>
                <a:lnTo>
                  <a:pt x="20118" y="16911"/>
                </a:lnTo>
                <a:lnTo>
                  <a:pt x="20535" y="16911"/>
                </a:lnTo>
                <a:lnTo>
                  <a:pt x="20535" y="17221"/>
                </a:lnTo>
                <a:lnTo>
                  <a:pt x="20969" y="17687"/>
                </a:lnTo>
                <a:lnTo>
                  <a:pt x="21386" y="17687"/>
                </a:lnTo>
                <a:lnTo>
                  <a:pt x="21386" y="17997"/>
                </a:lnTo>
                <a:lnTo>
                  <a:pt x="21802" y="17997"/>
                </a:lnTo>
                <a:lnTo>
                  <a:pt x="21802" y="18463"/>
                </a:lnTo>
                <a:lnTo>
                  <a:pt x="22219" y="18773"/>
                </a:lnTo>
                <a:lnTo>
                  <a:pt x="22636" y="18773"/>
                </a:lnTo>
                <a:lnTo>
                  <a:pt x="22636" y="19083"/>
                </a:lnTo>
                <a:lnTo>
                  <a:pt x="23052" y="19083"/>
                </a:lnTo>
                <a:lnTo>
                  <a:pt x="23052" y="19549"/>
                </a:lnTo>
                <a:lnTo>
                  <a:pt x="23486" y="19549"/>
                </a:lnTo>
                <a:lnTo>
                  <a:pt x="23903" y="19859"/>
                </a:lnTo>
                <a:lnTo>
                  <a:pt x="23903" y="20324"/>
                </a:lnTo>
                <a:lnTo>
                  <a:pt x="24319" y="20324"/>
                </a:lnTo>
                <a:lnTo>
                  <a:pt x="24319" y="20635"/>
                </a:lnTo>
                <a:lnTo>
                  <a:pt x="24736" y="20945"/>
                </a:lnTo>
                <a:lnTo>
                  <a:pt x="25153" y="21410"/>
                </a:lnTo>
                <a:lnTo>
                  <a:pt x="25569" y="21410"/>
                </a:lnTo>
                <a:lnTo>
                  <a:pt x="25569" y="21721"/>
                </a:lnTo>
                <a:lnTo>
                  <a:pt x="25986" y="21721"/>
                </a:lnTo>
                <a:lnTo>
                  <a:pt x="26420" y="22186"/>
                </a:lnTo>
                <a:lnTo>
                  <a:pt x="26420" y="22496"/>
                </a:lnTo>
                <a:lnTo>
                  <a:pt x="26836" y="22496"/>
                </a:lnTo>
                <a:lnTo>
                  <a:pt x="26836" y="22962"/>
                </a:lnTo>
                <a:lnTo>
                  <a:pt x="27253" y="22962"/>
                </a:lnTo>
                <a:lnTo>
                  <a:pt x="27670" y="23272"/>
                </a:lnTo>
                <a:lnTo>
                  <a:pt x="27670" y="23583"/>
                </a:lnTo>
                <a:lnTo>
                  <a:pt x="28086" y="23583"/>
                </a:lnTo>
                <a:lnTo>
                  <a:pt x="28086" y="24048"/>
                </a:lnTo>
                <a:lnTo>
                  <a:pt x="28503" y="24358"/>
                </a:lnTo>
                <a:lnTo>
                  <a:pt x="28919" y="24824"/>
                </a:lnTo>
                <a:lnTo>
                  <a:pt x="29353" y="24824"/>
                </a:lnTo>
                <a:lnTo>
                  <a:pt x="29353" y="25134"/>
                </a:lnTo>
                <a:lnTo>
                  <a:pt x="29770" y="25444"/>
                </a:lnTo>
                <a:lnTo>
                  <a:pt x="30187" y="25444"/>
                </a:lnTo>
                <a:lnTo>
                  <a:pt x="30187" y="25910"/>
                </a:lnTo>
                <a:lnTo>
                  <a:pt x="30603" y="25910"/>
                </a:lnTo>
                <a:lnTo>
                  <a:pt x="30603" y="26220"/>
                </a:lnTo>
                <a:lnTo>
                  <a:pt x="31020" y="26686"/>
                </a:lnTo>
                <a:lnTo>
                  <a:pt x="31436" y="26996"/>
                </a:lnTo>
                <a:lnTo>
                  <a:pt x="31853" y="27461"/>
                </a:lnTo>
                <a:lnTo>
                  <a:pt x="32287" y="27772"/>
                </a:lnTo>
                <a:lnTo>
                  <a:pt x="32704" y="28082"/>
                </a:lnTo>
                <a:lnTo>
                  <a:pt x="33120" y="28547"/>
                </a:lnTo>
                <a:lnTo>
                  <a:pt x="33537" y="28858"/>
                </a:lnTo>
                <a:lnTo>
                  <a:pt x="33537" y="29323"/>
                </a:lnTo>
                <a:lnTo>
                  <a:pt x="33954" y="29323"/>
                </a:lnTo>
                <a:lnTo>
                  <a:pt x="34370" y="29633"/>
                </a:lnTo>
                <a:lnTo>
                  <a:pt x="34370" y="29944"/>
                </a:lnTo>
                <a:lnTo>
                  <a:pt x="34787" y="29944"/>
                </a:lnTo>
                <a:lnTo>
                  <a:pt x="34787" y="30409"/>
                </a:lnTo>
                <a:lnTo>
                  <a:pt x="35221" y="30409"/>
                </a:lnTo>
                <a:lnTo>
                  <a:pt x="35221" y="30720"/>
                </a:lnTo>
                <a:lnTo>
                  <a:pt x="35637" y="31185"/>
                </a:lnTo>
                <a:lnTo>
                  <a:pt x="36054" y="31185"/>
                </a:lnTo>
                <a:lnTo>
                  <a:pt x="36471" y="31495"/>
                </a:lnTo>
                <a:lnTo>
                  <a:pt x="36887" y="31806"/>
                </a:lnTo>
                <a:lnTo>
                  <a:pt x="36887" y="32271"/>
                </a:lnTo>
                <a:lnTo>
                  <a:pt x="37304" y="32271"/>
                </a:lnTo>
                <a:lnTo>
                  <a:pt x="37304" y="32581"/>
                </a:lnTo>
                <a:lnTo>
                  <a:pt x="37738" y="33047"/>
                </a:lnTo>
                <a:lnTo>
                  <a:pt x="38154" y="33047"/>
                </a:lnTo>
                <a:lnTo>
                  <a:pt x="38154" y="33357"/>
                </a:lnTo>
                <a:lnTo>
                  <a:pt x="38571" y="33823"/>
                </a:lnTo>
                <a:lnTo>
                  <a:pt x="38988" y="34133"/>
                </a:lnTo>
                <a:lnTo>
                  <a:pt x="38988" y="34443"/>
                </a:lnTo>
                <a:lnTo>
                  <a:pt x="39404" y="34443"/>
                </a:lnTo>
                <a:lnTo>
                  <a:pt x="39821" y="34909"/>
                </a:lnTo>
                <a:lnTo>
                  <a:pt x="40237" y="35219"/>
                </a:lnTo>
                <a:lnTo>
                  <a:pt x="40671" y="35684"/>
                </a:lnTo>
                <a:lnTo>
                  <a:pt x="41088" y="35995"/>
                </a:lnTo>
                <a:lnTo>
                  <a:pt x="41088" y="36305"/>
                </a:lnTo>
                <a:lnTo>
                  <a:pt x="41505" y="36305"/>
                </a:lnTo>
                <a:lnTo>
                  <a:pt x="41505" y="36770"/>
                </a:lnTo>
                <a:lnTo>
                  <a:pt x="41921" y="37081"/>
                </a:lnTo>
                <a:lnTo>
                  <a:pt x="42338" y="37081"/>
                </a:lnTo>
                <a:lnTo>
                  <a:pt x="42338" y="37546"/>
                </a:lnTo>
                <a:lnTo>
                  <a:pt x="42754" y="37856"/>
                </a:lnTo>
                <a:lnTo>
                  <a:pt x="43171" y="38322"/>
                </a:lnTo>
                <a:lnTo>
                  <a:pt x="43605" y="38632"/>
                </a:lnTo>
                <a:lnTo>
                  <a:pt x="44022" y="38943"/>
                </a:lnTo>
                <a:lnTo>
                  <a:pt x="44438" y="39408"/>
                </a:lnTo>
                <a:lnTo>
                  <a:pt x="44855" y="39718"/>
                </a:lnTo>
                <a:lnTo>
                  <a:pt x="44855" y="40184"/>
                </a:lnTo>
                <a:lnTo>
                  <a:pt x="45272" y="40184"/>
                </a:lnTo>
                <a:lnTo>
                  <a:pt x="45272" y="40494"/>
                </a:lnTo>
                <a:lnTo>
                  <a:pt x="45688" y="40494"/>
                </a:lnTo>
                <a:lnTo>
                  <a:pt x="46105" y="40804"/>
                </a:lnTo>
                <a:lnTo>
                  <a:pt x="46105" y="41270"/>
                </a:lnTo>
                <a:lnTo>
                  <a:pt x="46539" y="41270"/>
                </a:lnTo>
                <a:lnTo>
                  <a:pt x="46955" y="41580"/>
                </a:lnTo>
                <a:lnTo>
                  <a:pt x="46955" y="42046"/>
                </a:lnTo>
                <a:lnTo>
                  <a:pt x="47372" y="42046"/>
                </a:lnTo>
                <a:lnTo>
                  <a:pt x="47372" y="42356"/>
                </a:lnTo>
                <a:lnTo>
                  <a:pt x="47789" y="42821"/>
                </a:lnTo>
                <a:lnTo>
                  <a:pt x="47789" y="43132"/>
                </a:lnTo>
                <a:lnTo>
                  <a:pt x="48205" y="43132"/>
                </a:lnTo>
                <a:lnTo>
                  <a:pt x="48622" y="43442"/>
                </a:lnTo>
                <a:lnTo>
                  <a:pt x="48622" y="43907"/>
                </a:lnTo>
                <a:lnTo>
                  <a:pt x="49038" y="43907"/>
                </a:lnTo>
                <a:lnTo>
                  <a:pt x="49038" y="44218"/>
                </a:lnTo>
                <a:lnTo>
                  <a:pt x="49472" y="44683"/>
                </a:lnTo>
              </a:path>
            </a:pathLst>
          </a:custGeom>
          <a:ln w="22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959691" y="4268461"/>
            <a:ext cx="49872" cy="55854"/>
          </a:xfrm>
          <a:custGeom>
            <a:avLst/>
            <a:gdLst/>
            <a:ahLst/>
            <a:cxnLst/>
            <a:rect l="l" t="t" r="r" b="b"/>
            <a:pathLst>
              <a:path w="49872" h="55854">
                <a:moveTo>
                  <a:pt x="0" y="0"/>
                </a:moveTo>
                <a:lnTo>
                  <a:pt x="416" y="310"/>
                </a:lnTo>
                <a:lnTo>
                  <a:pt x="833" y="620"/>
                </a:lnTo>
                <a:lnTo>
                  <a:pt x="1249" y="1086"/>
                </a:lnTo>
                <a:lnTo>
                  <a:pt x="1666" y="1396"/>
                </a:lnTo>
                <a:lnTo>
                  <a:pt x="2083" y="1861"/>
                </a:lnTo>
                <a:lnTo>
                  <a:pt x="2083" y="2172"/>
                </a:lnTo>
                <a:lnTo>
                  <a:pt x="2517" y="2172"/>
                </a:lnTo>
                <a:lnTo>
                  <a:pt x="2933" y="2637"/>
                </a:lnTo>
                <a:lnTo>
                  <a:pt x="2933" y="2947"/>
                </a:lnTo>
                <a:lnTo>
                  <a:pt x="3350" y="3258"/>
                </a:lnTo>
                <a:lnTo>
                  <a:pt x="3766" y="3723"/>
                </a:lnTo>
                <a:lnTo>
                  <a:pt x="4183" y="4033"/>
                </a:lnTo>
                <a:lnTo>
                  <a:pt x="4600" y="4499"/>
                </a:lnTo>
                <a:lnTo>
                  <a:pt x="4600" y="4809"/>
                </a:lnTo>
                <a:lnTo>
                  <a:pt x="5016" y="4809"/>
                </a:lnTo>
                <a:lnTo>
                  <a:pt x="5450" y="5120"/>
                </a:lnTo>
                <a:lnTo>
                  <a:pt x="5450" y="5585"/>
                </a:lnTo>
                <a:lnTo>
                  <a:pt x="5867" y="5585"/>
                </a:lnTo>
                <a:lnTo>
                  <a:pt x="5867" y="5895"/>
                </a:lnTo>
                <a:lnTo>
                  <a:pt x="6283" y="6361"/>
                </a:lnTo>
                <a:lnTo>
                  <a:pt x="6700" y="6671"/>
                </a:lnTo>
                <a:lnTo>
                  <a:pt x="7117" y="7136"/>
                </a:lnTo>
                <a:lnTo>
                  <a:pt x="7533" y="7447"/>
                </a:lnTo>
                <a:lnTo>
                  <a:pt x="7950" y="7757"/>
                </a:lnTo>
                <a:lnTo>
                  <a:pt x="7950" y="8223"/>
                </a:lnTo>
                <a:lnTo>
                  <a:pt x="8384" y="8223"/>
                </a:lnTo>
                <a:lnTo>
                  <a:pt x="8384" y="8533"/>
                </a:lnTo>
                <a:lnTo>
                  <a:pt x="8800" y="8998"/>
                </a:lnTo>
                <a:lnTo>
                  <a:pt x="9217" y="9309"/>
                </a:lnTo>
                <a:lnTo>
                  <a:pt x="9634" y="9619"/>
                </a:lnTo>
                <a:lnTo>
                  <a:pt x="10050" y="10084"/>
                </a:lnTo>
                <a:lnTo>
                  <a:pt x="10050" y="10395"/>
                </a:lnTo>
                <a:lnTo>
                  <a:pt x="10467" y="10860"/>
                </a:lnTo>
                <a:lnTo>
                  <a:pt x="10884" y="10860"/>
                </a:lnTo>
                <a:lnTo>
                  <a:pt x="10884" y="11170"/>
                </a:lnTo>
                <a:lnTo>
                  <a:pt x="11318" y="11636"/>
                </a:lnTo>
                <a:lnTo>
                  <a:pt x="11734" y="11636"/>
                </a:lnTo>
                <a:lnTo>
                  <a:pt x="11734" y="11946"/>
                </a:lnTo>
                <a:lnTo>
                  <a:pt x="12151" y="12256"/>
                </a:lnTo>
                <a:lnTo>
                  <a:pt x="12151" y="12722"/>
                </a:lnTo>
                <a:lnTo>
                  <a:pt x="12567" y="12722"/>
                </a:lnTo>
                <a:lnTo>
                  <a:pt x="12567" y="13032"/>
                </a:lnTo>
                <a:lnTo>
                  <a:pt x="12984" y="13498"/>
                </a:lnTo>
                <a:lnTo>
                  <a:pt x="13401" y="13808"/>
                </a:lnTo>
                <a:lnTo>
                  <a:pt x="13817" y="14118"/>
                </a:lnTo>
                <a:lnTo>
                  <a:pt x="13817" y="14584"/>
                </a:lnTo>
                <a:lnTo>
                  <a:pt x="14251" y="14584"/>
                </a:lnTo>
                <a:lnTo>
                  <a:pt x="14668" y="14894"/>
                </a:lnTo>
                <a:lnTo>
                  <a:pt x="14668" y="15360"/>
                </a:lnTo>
                <a:lnTo>
                  <a:pt x="15084" y="15360"/>
                </a:lnTo>
                <a:lnTo>
                  <a:pt x="15084" y="15670"/>
                </a:lnTo>
                <a:lnTo>
                  <a:pt x="15501" y="16135"/>
                </a:lnTo>
                <a:lnTo>
                  <a:pt x="15918" y="16446"/>
                </a:lnTo>
                <a:lnTo>
                  <a:pt x="16334" y="16756"/>
                </a:lnTo>
                <a:lnTo>
                  <a:pt x="16334" y="17221"/>
                </a:lnTo>
                <a:lnTo>
                  <a:pt x="16768" y="17532"/>
                </a:lnTo>
                <a:lnTo>
                  <a:pt x="17185" y="17997"/>
                </a:lnTo>
                <a:lnTo>
                  <a:pt x="17601" y="18307"/>
                </a:lnTo>
                <a:lnTo>
                  <a:pt x="17601" y="18618"/>
                </a:lnTo>
                <a:lnTo>
                  <a:pt x="18018" y="18618"/>
                </a:lnTo>
                <a:lnTo>
                  <a:pt x="18435" y="19083"/>
                </a:lnTo>
                <a:lnTo>
                  <a:pt x="18435" y="19393"/>
                </a:lnTo>
                <a:lnTo>
                  <a:pt x="18851" y="19393"/>
                </a:lnTo>
                <a:lnTo>
                  <a:pt x="18851" y="19859"/>
                </a:lnTo>
                <a:lnTo>
                  <a:pt x="19268" y="20169"/>
                </a:lnTo>
                <a:lnTo>
                  <a:pt x="19702" y="20169"/>
                </a:lnTo>
                <a:lnTo>
                  <a:pt x="19702" y="20635"/>
                </a:lnTo>
                <a:lnTo>
                  <a:pt x="20118" y="20945"/>
                </a:lnTo>
                <a:lnTo>
                  <a:pt x="20118" y="21255"/>
                </a:lnTo>
                <a:lnTo>
                  <a:pt x="20535" y="21255"/>
                </a:lnTo>
                <a:lnTo>
                  <a:pt x="20535" y="21721"/>
                </a:lnTo>
                <a:lnTo>
                  <a:pt x="20952" y="22031"/>
                </a:lnTo>
                <a:lnTo>
                  <a:pt x="21368" y="22496"/>
                </a:lnTo>
                <a:lnTo>
                  <a:pt x="21368" y="22807"/>
                </a:lnTo>
                <a:lnTo>
                  <a:pt x="21785" y="22807"/>
                </a:lnTo>
                <a:lnTo>
                  <a:pt x="22202" y="23117"/>
                </a:lnTo>
                <a:lnTo>
                  <a:pt x="22202" y="23583"/>
                </a:lnTo>
                <a:lnTo>
                  <a:pt x="22636" y="23583"/>
                </a:lnTo>
                <a:lnTo>
                  <a:pt x="22636" y="23893"/>
                </a:lnTo>
                <a:lnTo>
                  <a:pt x="23052" y="24358"/>
                </a:lnTo>
                <a:lnTo>
                  <a:pt x="23052" y="24669"/>
                </a:lnTo>
                <a:lnTo>
                  <a:pt x="23469" y="24669"/>
                </a:lnTo>
                <a:lnTo>
                  <a:pt x="23885" y="24979"/>
                </a:lnTo>
                <a:lnTo>
                  <a:pt x="23885" y="25444"/>
                </a:lnTo>
                <a:lnTo>
                  <a:pt x="24302" y="25755"/>
                </a:lnTo>
                <a:lnTo>
                  <a:pt x="24719" y="26220"/>
                </a:lnTo>
                <a:lnTo>
                  <a:pt x="25135" y="26530"/>
                </a:lnTo>
                <a:lnTo>
                  <a:pt x="25135" y="26996"/>
                </a:lnTo>
                <a:lnTo>
                  <a:pt x="25569" y="26996"/>
                </a:lnTo>
                <a:lnTo>
                  <a:pt x="25569" y="27306"/>
                </a:lnTo>
                <a:lnTo>
                  <a:pt x="25986" y="27616"/>
                </a:lnTo>
                <a:lnTo>
                  <a:pt x="26402" y="28082"/>
                </a:lnTo>
                <a:lnTo>
                  <a:pt x="26819" y="28392"/>
                </a:lnTo>
                <a:lnTo>
                  <a:pt x="26819" y="28858"/>
                </a:lnTo>
                <a:lnTo>
                  <a:pt x="27236" y="29168"/>
                </a:lnTo>
                <a:lnTo>
                  <a:pt x="27652" y="29168"/>
                </a:lnTo>
                <a:lnTo>
                  <a:pt x="27652" y="29478"/>
                </a:lnTo>
                <a:lnTo>
                  <a:pt x="28069" y="29944"/>
                </a:lnTo>
                <a:lnTo>
                  <a:pt x="28503" y="30254"/>
                </a:lnTo>
                <a:lnTo>
                  <a:pt x="28919" y="30720"/>
                </a:lnTo>
                <a:lnTo>
                  <a:pt x="28919" y="31030"/>
                </a:lnTo>
                <a:lnTo>
                  <a:pt x="29336" y="31495"/>
                </a:lnTo>
                <a:lnTo>
                  <a:pt x="29336" y="31806"/>
                </a:lnTo>
                <a:lnTo>
                  <a:pt x="29753" y="31806"/>
                </a:lnTo>
                <a:lnTo>
                  <a:pt x="29753" y="32116"/>
                </a:lnTo>
                <a:lnTo>
                  <a:pt x="30169" y="32581"/>
                </a:lnTo>
                <a:lnTo>
                  <a:pt x="30586" y="32892"/>
                </a:lnTo>
                <a:lnTo>
                  <a:pt x="31020" y="33357"/>
                </a:lnTo>
                <a:lnTo>
                  <a:pt x="31020" y="33667"/>
                </a:lnTo>
                <a:lnTo>
                  <a:pt x="31436" y="33978"/>
                </a:lnTo>
                <a:lnTo>
                  <a:pt x="31853" y="33978"/>
                </a:lnTo>
                <a:lnTo>
                  <a:pt x="31853" y="34443"/>
                </a:lnTo>
                <a:lnTo>
                  <a:pt x="32270" y="34753"/>
                </a:lnTo>
                <a:lnTo>
                  <a:pt x="32686" y="35219"/>
                </a:lnTo>
                <a:lnTo>
                  <a:pt x="32686" y="35529"/>
                </a:lnTo>
                <a:lnTo>
                  <a:pt x="33103" y="35995"/>
                </a:lnTo>
                <a:lnTo>
                  <a:pt x="33520" y="36305"/>
                </a:lnTo>
                <a:lnTo>
                  <a:pt x="33520" y="36615"/>
                </a:lnTo>
                <a:lnTo>
                  <a:pt x="33954" y="36615"/>
                </a:lnTo>
                <a:lnTo>
                  <a:pt x="33954" y="37081"/>
                </a:lnTo>
                <a:lnTo>
                  <a:pt x="34370" y="37391"/>
                </a:lnTo>
                <a:lnTo>
                  <a:pt x="34370" y="37856"/>
                </a:lnTo>
                <a:lnTo>
                  <a:pt x="34787" y="37856"/>
                </a:lnTo>
                <a:lnTo>
                  <a:pt x="35203" y="38167"/>
                </a:lnTo>
                <a:lnTo>
                  <a:pt x="35620" y="38477"/>
                </a:lnTo>
                <a:lnTo>
                  <a:pt x="35620" y="38943"/>
                </a:lnTo>
                <a:lnTo>
                  <a:pt x="36037" y="38943"/>
                </a:lnTo>
                <a:lnTo>
                  <a:pt x="36037" y="39253"/>
                </a:lnTo>
                <a:lnTo>
                  <a:pt x="36453" y="39718"/>
                </a:lnTo>
                <a:lnTo>
                  <a:pt x="36453" y="40029"/>
                </a:lnTo>
                <a:lnTo>
                  <a:pt x="36887" y="40494"/>
                </a:lnTo>
                <a:lnTo>
                  <a:pt x="37304" y="40494"/>
                </a:lnTo>
                <a:lnTo>
                  <a:pt x="37304" y="40804"/>
                </a:lnTo>
                <a:lnTo>
                  <a:pt x="37720" y="41115"/>
                </a:lnTo>
                <a:lnTo>
                  <a:pt x="37720" y="41580"/>
                </a:lnTo>
                <a:lnTo>
                  <a:pt x="38137" y="41580"/>
                </a:lnTo>
                <a:lnTo>
                  <a:pt x="38137" y="41890"/>
                </a:lnTo>
                <a:lnTo>
                  <a:pt x="38554" y="42356"/>
                </a:lnTo>
                <a:lnTo>
                  <a:pt x="38970" y="42666"/>
                </a:lnTo>
                <a:lnTo>
                  <a:pt x="38970" y="42976"/>
                </a:lnTo>
                <a:lnTo>
                  <a:pt x="39387" y="42976"/>
                </a:lnTo>
                <a:lnTo>
                  <a:pt x="39821" y="43442"/>
                </a:lnTo>
                <a:lnTo>
                  <a:pt x="39821" y="43752"/>
                </a:lnTo>
                <a:lnTo>
                  <a:pt x="40237" y="44218"/>
                </a:lnTo>
                <a:lnTo>
                  <a:pt x="40237" y="44528"/>
                </a:lnTo>
                <a:lnTo>
                  <a:pt x="40654" y="44528"/>
                </a:lnTo>
                <a:lnTo>
                  <a:pt x="40654" y="44993"/>
                </a:lnTo>
                <a:lnTo>
                  <a:pt x="41071" y="45304"/>
                </a:lnTo>
                <a:lnTo>
                  <a:pt x="41487" y="45614"/>
                </a:lnTo>
                <a:lnTo>
                  <a:pt x="41487" y="46080"/>
                </a:lnTo>
                <a:lnTo>
                  <a:pt x="41904" y="46080"/>
                </a:lnTo>
                <a:lnTo>
                  <a:pt x="42321" y="46390"/>
                </a:lnTo>
                <a:lnTo>
                  <a:pt x="42321" y="46855"/>
                </a:lnTo>
                <a:lnTo>
                  <a:pt x="42754" y="47166"/>
                </a:lnTo>
                <a:lnTo>
                  <a:pt x="42754" y="47476"/>
                </a:lnTo>
                <a:lnTo>
                  <a:pt x="43171" y="47476"/>
                </a:lnTo>
                <a:lnTo>
                  <a:pt x="43588" y="47941"/>
                </a:lnTo>
                <a:lnTo>
                  <a:pt x="43588" y="48252"/>
                </a:lnTo>
                <a:lnTo>
                  <a:pt x="44004" y="48717"/>
                </a:lnTo>
                <a:lnTo>
                  <a:pt x="44421" y="49027"/>
                </a:lnTo>
                <a:lnTo>
                  <a:pt x="44421" y="49493"/>
                </a:lnTo>
                <a:lnTo>
                  <a:pt x="44838" y="49803"/>
                </a:lnTo>
                <a:lnTo>
                  <a:pt x="45272" y="50113"/>
                </a:lnTo>
                <a:lnTo>
                  <a:pt x="45688" y="50579"/>
                </a:lnTo>
                <a:lnTo>
                  <a:pt x="46105" y="50889"/>
                </a:lnTo>
                <a:lnTo>
                  <a:pt x="46105" y="51355"/>
                </a:lnTo>
                <a:lnTo>
                  <a:pt x="46521" y="51665"/>
                </a:lnTo>
                <a:lnTo>
                  <a:pt x="46521" y="51975"/>
                </a:lnTo>
                <a:lnTo>
                  <a:pt x="46938" y="51975"/>
                </a:lnTo>
                <a:lnTo>
                  <a:pt x="46938" y="52441"/>
                </a:lnTo>
                <a:lnTo>
                  <a:pt x="47355" y="52751"/>
                </a:lnTo>
                <a:lnTo>
                  <a:pt x="47771" y="53216"/>
                </a:lnTo>
                <a:lnTo>
                  <a:pt x="47771" y="53527"/>
                </a:lnTo>
                <a:lnTo>
                  <a:pt x="48205" y="53527"/>
                </a:lnTo>
                <a:lnTo>
                  <a:pt x="48205" y="53992"/>
                </a:lnTo>
                <a:lnTo>
                  <a:pt x="48622" y="54303"/>
                </a:lnTo>
                <a:lnTo>
                  <a:pt x="49038" y="54613"/>
                </a:lnTo>
                <a:lnTo>
                  <a:pt x="49038" y="55078"/>
                </a:lnTo>
                <a:lnTo>
                  <a:pt x="49455" y="55078"/>
                </a:lnTo>
                <a:lnTo>
                  <a:pt x="49455" y="55389"/>
                </a:lnTo>
                <a:lnTo>
                  <a:pt x="49872" y="55854"/>
                </a:lnTo>
              </a:path>
            </a:pathLst>
          </a:custGeom>
          <a:ln w="2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009563" y="4324316"/>
            <a:ext cx="49889" cy="65939"/>
          </a:xfrm>
          <a:custGeom>
            <a:avLst/>
            <a:gdLst/>
            <a:ahLst/>
            <a:cxnLst/>
            <a:rect l="l" t="t" r="r" b="b"/>
            <a:pathLst>
              <a:path w="49889" h="65939">
                <a:moveTo>
                  <a:pt x="0" y="0"/>
                </a:moveTo>
                <a:lnTo>
                  <a:pt x="416" y="310"/>
                </a:lnTo>
                <a:lnTo>
                  <a:pt x="416" y="620"/>
                </a:lnTo>
                <a:lnTo>
                  <a:pt x="833" y="1086"/>
                </a:lnTo>
                <a:lnTo>
                  <a:pt x="1267" y="1396"/>
                </a:lnTo>
                <a:lnTo>
                  <a:pt x="1683" y="1861"/>
                </a:lnTo>
                <a:lnTo>
                  <a:pt x="1683" y="2172"/>
                </a:lnTo>
                <a:lnTo>
                  <a:pt x="2100" y="2637"/>
                </a:lnTo>
                <a:lnTo>
                  <a:pt x="2100" y="2947"/>
                </a:lnTo>
                <a:lnTo>
                  <a:pt x="2517" y="2947"/>
                </a:lnTo>
                <a:lnTo>
                  <a:pt x="2933" y="3258"/>
                </a:lnTo>
                <a:lnTo>
                  <a:pt x="2933" y="3723"/>
                </a:lnTo>
                <a:lnTo>
                  <a:pt x="3350" y="4033"/>
                </a:lnTo>
                <a:lnTo>
                  <a:pt x="3350" y="4499"/>
                </a:lnTo>
                <a:lnTo>
                  <a:pt x="3766" y="4809"/>
                </a:lnTo>
                <a:lnTo>
                  <a:pt x="4200" y="5120"/>
                </a:lnTo>
                <a:lnTo>
                  <a:pt x="4617" y="5585"/>
                </a:lnTo>
                <a:lnTo>
                  <a:pt x="4617" y="5895"/>
                </a:lnTo>
                <a:lnTo>
                  <a:pt x="5034" y="6361"/>
                </a:lnTo>
                <a:lnTo>
                  <a:pt x="5034" y="6671"/>
                </a:lnTo>
                <a:lnTo>
                  <a:pt x="5450" y="6671"/>
                </a:lnTo>
                <a:lnTo>
                  <a:pt x="5867" y="7136"/>
                </a:lnTo>
                <a:lnTo>
                  <a:pt x="5867" y="7447"/>
                </a:lnTo>
                <a:lnTo>
                  <a:pt x="6283" y="7757"/>
                </a:lnTo>
                <a:lnTo>
                  <a:pt x="6700" y="8223"/>
                </a:lnTo>
                <a:lnTo>
                  <a:pt x="7134" y="8533"/>
                </a:lnTo>
                <a:lnTo>
                  <a:pt x="7134" y="8998"/>
                </a:lnTo>
                <a:lnTo>
                  <a:pt x="7551" y="9309"/>
                </a:lnTo>
                <a:lnTo>
                  <a:pt x="7551" y="9619"/>
                </a:lnTo>
                <a:lnTo>
                  <a:pt x="7967" y="10084"/>
                </a:lnTo>
                <a:lnTo>
                  <a:pt x="8384" y="10395"/>
                </a:lnTo>
                <a:lnTo>
                  <a:pt x="8384" y="10860"/>
                </a:lnTo>
                <a:lnTo>
                  <a:pt x="8800" y="10860"/>
                </a:lnTo>
                <a:lnTo>
                  <a:pt x="8800" y="11170"/>
                </a:lnTo>
                <a:lnTo>
                  <a:pt x="9217" y="11481"/>
                </a:lnTo>
                <a:lnTo>
                  <a:pt x="9651" y="11946"/>
                </a:lnTo>
                <a:lnTo>
                  <a:pt x="9651" y="12256"/>
                </a:lnTo>
                <a:lnTo>
                  <a:pt x="10068" y="12256"/>
                </a:lnTo>
                <a:lnTo>
                  <a:pt x="10484" y="12722"/>
                </a:lnTo>
                <a:lnTo>
                  <a:pt x="10484" y="13032"/>
                </a:lnTo>
                <a:lnTo>
                  <a:pt x="10901" y="13498"/>
                </a:lnTo>
                <a:lnTo>
                  <a:pt x="10901" y="13808"/>
                </a:lnTo>
                <a:lnTo>
                  <a:pt x="11318" y="14118"/>
                </a:lnTo>
                <a:lnTo>
                  <a:pt x="11318" y="14584"/>
                </a:lnTo>
                <a:lnTo>
                  <a:pt x="11734" y="14894"/>
                </a:lnTo>
                <a:lnTo>
                  <a:pt x="12151" y="14894"/>
                </a:lnTo>
                <a:lnTo>
                  <a:pt x="12151" y="15360"/>
                </a:lnTo>
                <a:lnTo>
                  <a:pt x="12585" y="15670"/>
                </a:lnTo>
                <a:lnTo>
                  <a:pt x="12585" y="15980"/>
                </a:lnTo>
                <a:lnTo>
                  <a:pt x="13001" y="16446"/>
                </a:lnTo>
                <a:lnTo>
                  <a:pt x="13418" y="16446"/>
                </a:lnTo>
                <a:lnTo>
                  <a:pt x="13418" y="16756"/>
                </a:lnTo>
                <a:lnTo>
                  <a:pt x="13835" y="17221"/>
                </a:lnTo>
                <a:lnTo>
                  <a:pt x="13835" y="17532"/>
                </a:lnTo>
                <a:lnTo>
                  <a:pt x="14251" y="17997"/>
                </a:lnTo>
                <a:lnTo>
                  <a:pt x="14668" y="18307"/>
                </a:lnTo>
                <a:lnTo>
                  <a:pt x="14668" y="18618"/>
                </a:lnTo>
                <a:lnTo>
                  <a:pt x="15084" y="18618"/>
                </a:lnTo>
                <a:lnTo>
                  <a:pt x="15084" y="19083"/>
                </a:lnTo>
                <a:lnTo>
                  <a:pt x="15518" y="19393"/>
                </a:lnTo>
                <a:lnTo>
                  <a:pt x="15518" y="19859"/>
                </a:lnTo>
                <a:lnTo>
                  <a:pt x="15935" y="20169"/>
                </a:lnTo>
                <a:lnTo>
                  <a:pt x="16352" y="20480"/>
                </a:lnTo>
                <a:lnTo>
                  <a:pt x="16352" y="20945"/>
                </a:lnTo>
                <a:lnTo>
                  <a:pt x="16768" y="21255"/>
                </a:lnTo>
                <a:lnTo>
                  <a:pt x="17185" y="21255"/>
                </a:lnTo>
                <a:lnTo>
                  <a:pt x="17185" y="21721"/>
                </a:lnTo>
                <a:lnTo>
                  <a:pt x="17601" y="22031"/>
                </a:lnTo>
                <a:lnTo>
                  <a:pt x="17601" y="22496"/>
                </a:lnTo>
                <a:lnTo>
                  <a:pt x="18018" y="22807"/>
                </a:lnTo>
                <a:lnTo>
                  <a:pt x="18452" y="23117"/>
                </a:lnTo>
                <a:lnTo>
                  <a:pt x="18452" y="23583"/>
                </a:lnTo>
                <a:lnTo>
                  <a:pt x="18869" y="23583"/>
                </a:lnTo>
                <a:lnTo>
                  <a:pt x="18869" y="23893"/>
                </a:lnTo>
                <a:lnTo>
                  <a:pt x="19285" y="24358"/>
                </a:lnTo>
                <a:lnTo>
                  <a:pt x="19285" y="24669"/>
                </a:lnTo>
                <a:lnTo>
                  <a:pt x="19702" y="24979"/>
                </a:lnTo>
                <a:lnTo>
                  <a:pt x="20118" y="25444"/>
                </a:lnTo>
                <a:lnTo>
                  <a:pt x="20118" y="25755"/>
                </a:lnTo>
                <a:lnTo>
                  <a:pt x="20535" y="26220"/>
                </a:lnTo>
                <a:lnTo>
                  <a:pt x="20952" y="26220"/>
                </a:lnTo>
                <a:lnTo>
                  <a:pt x="20952" y="26530"/>
                </a:lnTo>
                <a:lnTo>
                  <a:pt x="21386" y="26996"/>
                </a:lnTo>
                <a:lnTo>
                  <a:pt x="21386" y="27306"/>
                </a:lnTo>
                <a:lnTo>
                  <a:pt x="21802" y="27616"/>
                </a:lnTo>
                <a:lnTo>
                  <a:pt x="21802" y="28082"/>
                </a:lnTo>
                <a:lnTo>
                  <a:pt x="22219" y="28392"/>
                </a:lnTo>
                <a:lnTo>
                  <a:pt x="22636" y="28392"/>
                </a:lnTo>
                <a:lnTo>
                  <a:pt x="22636" y="28858"/>
                </a:lnTo>
                <a:lnTo>
                  <a:pt x="23052" y="29168"/>
                </a:lnTo>
                <a:lnTo>
                  <a:pt x="23469" y="29478"/>
                </a:lnTo>
                <a:lnTo>
                  <a:pt x="23469" y="29944"/>
                </a:lnTo>
                <a:lnTo>
                  <a:pt x="23903" y="30254"/>
                </a:lnTo>
                <a:lnTo>
                  <a:pt x="23903" y="30720"/>
                </a:lnTo>
                <a:lnTo>
                  <a:pt x="24319" y="31030"/>
                </a:lnTo>
                <a:lnTo>
                  <a:pt x="24319" y="31495"/>
                </a:lnTo>
                <a:lnTo>
                  <a:pt x="24736" y="31806"/>
                </a:lnTo>
                <a:lnTo>
                  <a:pt x="25153" y="31806"/>
                </a:lnTo>
                <a:lnTo>
                  <a:pt x="25153" y="32116"/>
                </a:lnTo>
                <a:lnTo>
                  <a:pt x="25569" y="32581"/>
                </a:lnTo>
                <a:lnTo>
                  <a:pt x="25569" y="32892"/>
                </a:lnTo>
                <a:lnTo>
                  <a:pt x="25986" y="33357"/>
                </a:lnTo>
                <a:lnTo>
                  <a:pt x="26402" y="33667"/>
                </a:lnTo>
                <a:lnTo>
                  <a:pt x="26402" y="33978"/>
                </a:lnTo>
                <a:lnTo>
                  <a:pt x="26836" y="34443"/>
                </a:lnTo>
                <a:lnTo>
                  <a:pt x="27253" y="34443"/>
                </a:lnTo>
                <a:lnTo>
                  <a:pt x="27253" y="34753"/>
                </a:lnTo>
                <a:lnTo>
                  <a:pt x="27670" y="35219"/>
                </a:lnTo>
                <a:lnTo>
                  <a:pt x="27670" y="35529"/>
                </a:lnTo>
                <a:lnTo>
                  <a:pt x="28086" y="35995"/>
                </a:lnTo>
                <a:lnTo>
                  <a:pt x="28086" y="36305"/>
                </a:lnTo>
                <a:lnTo>
                  <a:pt x="28503" y="36615"/>
                </a:lnTo>
                <a:lnTo>
                  <a:pt x="28919" y="37081"/>
                </a:lnTo>
                <a:lnTo>
                  <a:pt x="28919" y="37391"/>
                </a:lnTo>
                <a:lnTo>
                  <a:pt x="29336" y="37391"/>
                </a:lnTo>
                <a:lnTo>
                  <a:pt x="29336" y="37856"/>
                </a:lnTo>
                <a:lnTo>
                  <a:pt x="29770" y="38167"/>
                </a:lnTo>
                <a:lnTo>
                  <a:pt x="29770" y="38477"/>
                </a:lnTo>
                <a:lnTo>
                  <a:pt x="30187" y="38943"/>
                </a:lnTo>
                <a:lnTo>
                  <a:pt x="30603" y="39253"/>
                </a:lnTo>
                <a:lnTo>
                  <a:pt x="30603" y="39718"/>
                </a:lnTo>
                <a:lnTo>
                  <a:pt x="31020" y="40029"/>
                </a:lnTo>
                <a:lnTo>
                  <a:pt x="31436" y="40494"/>
                </a:lnTo>
                <a:lnTo>
                  <a:pt x="31436" y="40804"/>
                </a:lnTo>
                <a:lnTo>
                  <a:pt x="31853" y="40804"/>
                </a:lnTo>
                <a:lnTo>
                  <a:pt x="31853" y="41115"/>
                </a:lnTo>
                <a:lnTo>
                  <a:pt x="32270" y="41580"/>
                </a:lnTo>
                <a:lnTo>
                  <a:pt x="32270" y="41890"/>
                </a:lnTo>
                <a:lnTo>
                  <a:pt x="32704" y="42356"/>
                </a:lnTo>
                <a:lnTo>
                  <a:pt x="33120" y="42666"/>
                </a:lnTo>
                <a:lnTo>
                  <a:pt x="33120" y="42976"/>
                </a:lnTo>
                <a:lnTo>
                  <a:pt x="33537" y="43442"/>
                </a:lnTo>
                <a:lnTo>
                  <a:pt x="33954" y="43752"/>
                </a:lnTo>
                <a:lnTo>
                  <a:pt x="33954" y="44218"/>
                </a:lnTo>
                <a:lnTo>
                  <a:pt x="34370" y="44528"/>
                </a:lnTo>
                <a:lnTo>
                  <a:pt x="34370" y="44993"/>
                </a:lnTo>
                <a:lnTo>
                  <a:pt x="34787" y="44993"/>
                </a:lnTo>
                <a:lnTo>
                  <a:pt x="35203" y="45304"/>
                </a:lnTo>
                <a:lnTo>
                  <a:pt x="35203" y="45614"/>
                </a:lnTo>
                <a:lnTo>
                  <a:pt x="35637" y="46080"/>
                </a:lnTo>
                <a:lnTo>
                  <a:pt x="35637" y="46390"/>
                </a:lnTo>
                <a:lnTo>
                  <a:pt x="36054" y="46855"/>
                </a:lnTo>
                <a:lnTo>
                  <a:pt x="36054" y="47166"/>
                </a:lnTo>
                <a:lnTo>
                  <a:pt x="36471" y="47476"/>
                </a:lnTo>
                <a:lnTo>
                  <a:pt x="36887" y="47941"/>
                </a:lnTo>
                <a:lnTo>
                  <a:pt x="36887" y="48252"/>
                </a:lnTo>
                <a:lnTo>
                  <a:pt x="37304" y="48717"/>
                </a:lnTo>
                <a:lnTo>
                  <a:pt x="37720" y="49027"/>
                </a:lnTo>
                <a:lnTo>
                  <a:pt x="38154" y="49338"/>
                </a:lnTo>
                <a:lnTo>
                  <a:pt x="38154" y="49803"/>
                </a:lnTo>
                <a:lnTo>
                  <a:pt x="38571" y="50113"/>
                </a:lnTo>
                <a:lnTo>
                  <a:pt x="38571" y="50579"/>
                </a:lnTo>
                <a:lnTo>
                  <a:pt x="38988" y="50889"/>
                </a:lnTo>
                <a:lnTo>
                  <a:pt x="39404" y="51355"/>
                </a:lnTo>
                <a:lnTo>
                  <a:pt x="39404" y="51665"/>
                </a:lnTo>
                <a:lnTo>
                  <a:pt x="39821" y="51975"/>
                </a:lnTo>
                <a:lnTo>
                  <a:pt x="39821" y="52441"/>
                </a:lnTo>
                <a:lnTo>
                  <a:pt x="40237" y="52751"/>
                </a:lnTo>
                <a:lnTo>
                  <a:pt x="40237" y="53216"/>
                </a:lnTo>
                <a:lnTo>
                  <a:pt x="40654" y="53216"/>
                </a:lnTo>
                <a:lnTo>
                  <a:pt x="41088" y="53527"/>
                </a:lnTo>
                <a:lnTo>
                  <a:pt x="41088" y="53837"/>
                </a:lnTo>
                <a:lnTo>
                  <a:pt x="41505" y="54303"/>
                </a:lnTo>
                <a:lnTo>
                  <a:pt x="41921" y="54613"/>
                </a:lnTo>
                <a:lnTo>
                  <a:pt x="41921" y="55078"/>
                </a:lnTo>
                <a:lnTo>
                  <a:pt x="42338" y="55389"/>
                </a:lnTo>
                <a:lnTo>
                  <a:pt x="42338" y="55854"/>
                </a:lnTo>
                <a:lnTo>
                  <a:pt x="42754" y="56164"/>
                </a:lnTo>
                <a:lnTo>
                  <a:pt x="43171" y="56475"/>
                </a:lnTo>
                <a:lnTo>
                  <a:pt x="43171" y="56940"/>
                </a:lnTo>
                <a:lnTo>
                  <a:pt x="43588" y="57250"/>
                </a:lnTo>
                <a:lnTo>
                  <a:pt x="43588" y="57716"/>
                </a:lnTo>
                <a:lnTo>
                  <a:pt x="44022" y="58026"/>
                </a:lnTo>
                <a:lnTo>
                  <a:pt x="44438" y="58026"/>
                </a:lnTo>
                <a:lnTo>
                  <a:pt x="44438" y="58802"/>
                </a:lnTo>
                <a:lnTo>
                  <a:pt x="44855" y="58802"/>
                </a:lnTo>
                <a:lnTo>
                  <a:pt x="44855" y="59112"/>
                </a:lnTo>
                <a:lnTo>
                  <a:pt x="45272" y="59578"/>
                </a:lnTo>
                <a:lnTo>
                  <a:pt x="45688" y="59888"/>
                </a:lnTo>
                <a:lnTo>
                  <a:pt x="45688" y="60353"/>
                </a:lnTo>
                <a:lnTo>
                  <a:pt x="46105" y="60664"/>
                </a:lnTo>
                <a:lnTo>
                  <a:pt x="46105" y="60974"/>
                </a:lnTo>
                <a:lnTo>
                  <a:pt x="46521" y="61440"/>
                </a:lnTo>
                <a:lnTo>
                  <a:pt x="46521" y="61750"/>
                </a:lnTo>
                <a:lnTo>
                  <a:pt x="46955" y="62215"/>
                </a:lnTo>
                <a:lnTo>
                  <a:pt x="47372" y="62526"/>
                </a:lnTo>
                <a:lnTo>
                  <a:pt x="47372" y="62836"/>
                </a:lnTo>
                <a:lnTo>
                  <a:pt x="47789" y="63301"/>
                </a:lnTo>
                <a:lnTo>
                  <a:pt x="48205" y="63612"/>
                </a:lnTo>
                <a:lnTo>
                  <a:pt x="48622" y="64387"/>
                </a:lnTo>
                <a:lnTo>
                  <a:pt x="49038" y="64853"/>
                </a:lnTo>
                <a:lnTo>
                  <a:pt x="49038" y="65163"/>
                </a:lnTo>
                <a:lnTo>
                  <a:pt x="49455" y="65473"/>
                </a:lnTo>
                <a:lnTo>
                  <a:pt x="49889" y="65939"/>
                </a:lnTo>
              </a:path>
            </a:pathLst>
          </a:custGeom>
          <a:ln w="23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059452" y="4390255"/>
            <a:ext cx="49872" cy="74938"/>
          </a:xfrm>
          <a:custGeom>
            <a:avLst/>
            <a:gdLst/>
            <a:ahLst/>
            <a:cxnLst/>
            <a:rect l="l" t="t" r="r" b="b"/>
            <a:pathLst>
              <a:path w="49872" h="74938">
                <a:moveTo>
                  <a:pt x="0" y="0"/>
                </a:moveTo>
                <a:lnTo>
                  <a:pt x="0" y="310"/>
                </a:lnTo>
                <a:lnTo>
                  <a:pt x="416" y="775"/>
                </a:lnTo>
                <a:lnTo>
                  <a:pt x="416" y="1086"/>
                </a:lnTo>
                <a:lnTo>
                  <a:pt x="833" y="1396"/>
                </a:lnTo>
                <a:lnTo>
                  <a:pt x="1249" y="1861"/>
                </a:lnTo>
                <a:lnTo>
                  <a:pt x="1249" y="2172"/>
                </a:lnTo>
                <a:lnTo>
                  <a:pt x="1666" y="2637"/>
                </a:lnTo>
                <a:lnTo>
                  <a:pt x="2083" y="2947"/>
                </a:lnTo>
                <a:lnTo>
                  <a:pt x="2083" y="3413"/>
                </a:lnTo>
                <a:lnTo>
                  <a:pt x="2517" y="3723"/>
                </a:lnTo>
                <a:lnTo>
                  <a:pt x="2517" y="4033"/>
                </a:lnTo>
                <a:lnTo>
                  <a:pt x="2933" y="4499"/>
                </a:lnTo>
                <a:lnTo>
                  <a:pt x="2933" y="4809"/>
                </a:lnTo>
                <a:lnTo>
                  <a:pt x="3350" y="4809"/>
                </a:lnTo>
                <a:lnTo>
                  <a:pt x="3766" y="5275"/>
                </a:lnTo>
                <a:lnTo>
                  <a:pt x="3766" y="5585"/>
                </a:lnTo>
                <a:lnTo>
                  <a:pt x="4183" y="5895"/>
                </a:lnTo>
                <a:lnTo>
                  <a:pt x="4183" y="6361"/>
                </a:lnTo>
                <a:lnTo>
                  <a:pt x="4600" y="6671"/>
                </a:lnTo>
                <a:lnTo>
                  <a:pt x="5016" y="7136"/>
                </a:lnTo>
                <a:lnTo>
                  <a:pt x="5016" y="7447"/>
                </a:lnTo>
                <a:lnTo>
                  <a:pt x="5450" y="7912"/>
                </a:lnTo>
                <a:lnTo>
                  <a:pt x="5450" y="8223"/>
                </a:lnTo>
                <a:lnTo>
                  <a:pt x="5867" y="8533"/>
                </a:lnTo>
                <a:lnTo>
                  <a:pt x="6283" y="8998"/>
                </a:lnTo>
                <a:lnTo>
                  <a:pt x="6283" y="9309"/>
                </a:lnTo>
                <a:lnTo>
                  <a:pt x="6700" y="9774"/>
                </a:lnTo>
                <a:lnTo>
                  <a:pt x="6700" y="10084"/>
                </a:lnTo>
                <a:lnTo>
                  <a:pt x="7117" y="10395"/>
                </a:lnTo>
                <a:lnTo>
                  <a:pt x="7117" y="10860"/>
                </a:lnTo>
                <a:lnTo>
                  <a:pt x="7533" y="11170"/>
                </a:lnTo>
                <a:lnTo>
                  <a:pt x="7950" y="11636"/>
                </a:lnTo>
                <a:lnTo>
                  <a:pt x="7950" y="11946"/>
                </a:lnTo>
                <a:lnTo>
                  <a:pt x="8384" y="12412"/>
                </a:lnTo>
                <a:lnTo>
                  <a:pt x="8800" y="12722"/>
                </a:lnTo>
                <a:lnTo>
                  <a:pt x="8800" y="13032"/>
                </a:lnTo>
                <a:lnTo>
                  <a:pt x="9217" y="13498"/>
                </a:lnTo>
                <a:lnTo>
                  <a:pt x="9217" y="13808"/>
                </a:lnTo>
                <a:lnTo>
                  <a:pt x="9634" y="14273"/>
                </a:lnTo>
                <a:lnTo>
                  <a:pt x="10050" y="14584"/>
                </a:lnTo>
                <a:lnTo>
                  <a:pt x="10467" y="15360"/>
                </a:lnTo>
                <a:lnTo>
                  <a:pt x="10884" y="15670"/>
                </a:lnTo>
                <a:lnTo>
                  <a:pt x="10884" y="16446"/>
                </a:lnTo>
                <a:lnTo>
                  <a:pt x="11318" y="16446"/>
                </a:lnTo>
                <a:lnTo>
                  <a:pt x="11734" y="17221"/>
                </a:lnTo>
                <a:lnTo>
                  <a:pt x="12151" y="17532"/>
                </a:lnTo>
                <a:lnTo>
                  <a:pt x="12567" y="17997"/>
                </a:lnTo>
                <a:lnTo>
                  <a:pt x="12567" y="18307"/>
                </a:lnTo>
                <a:lnTo>
                  <a:pt x="12984" y="18773"/>
                </a:lnTo>
                <a:lnTo>
                  <a:pt x="12984" y="19083"/>
                </a:lnTo>
                <a:lnTo>
                  <a:pt x="13401" y="19393"/>
                </a:lnTo>
                <a:lnTo>
                  <a:pt x="13401" y="19859"/>
                </a:lnTo>
                <a:lnTo>
                  <a:pt x="13835" y="20169"/>
                </a:lnTo>
                <a:lnTo>
                  <a:pt x="14251" y="20635"/>
                </a:lnTo>
                <a:lnTo>
                  <a:pt x="14251" y="20945"/>
                </a:lnTo>
                <a:lnTo>
                  <a:pt x="14668" y="21410"/>
                </a:lnTo>
                <a:lnTo>
                  <a:pt x="14668" y="21721"/>
                </a:lnTo>
                <a:lnTo>
                  <a:pt x="15084" y="22031"/>
                </a:lnTo>
                <a:lnTo>
                  <a:pt x="15501" y="22496"/>
                </a:lnTo>
                <a:lnTo>
                  <a:pt x="15501" y="22807"/>
                </a:lnTo>
                <a:lnTo>
                  <a:pt x="15918" y="23272"/>
                </a:lnTo>
                <a:lnTo>
                  <a:pt x="15918" y="23583"/>
                </a:lnTo>
                <a:lnTo>
                  <a:pt x="16334" y="23893"/>
                </a:lnTo>
                <a:lnTo>
                  <a:pt x="16768" y="24358"/>
                </a:lnTo>
                <a:lnTo>
                  <a:pt x="16768" y="24669"/>
                </a:lnTo>
                <a:lnTo>
                  <a:pt x="17185" y="25134"/>
                </a:lnTo>
                <a:lnTo>
                  <a:pt x="17185" y="25444"/>
                </a:lnTo>
                <a:lnTo>
                  <a:pt x="17601" y="25755"/>
                </a:lnTo>
                <a:lnTo>
                  <a:pt x="18018" y="26220"/>
                </a:lnTo>
                <a:lnTo>
                  <a:pt x="18018" y="26530"/>
                </a:lnTo>
                <a:lnTo>
                  <a:pt x="18435" y="26996"/>
                </a:lnTo>
                <a:lnTo>
                  <a:pt x="18851" y="27306"/>
                </a:lnTo>
                <a:lnTo>
                  <a:pt x="18851" y="27772"/>
                </a:lnTo>
                <a:lnTo>
                  <a:pt x="19268" y="28082"/>
                </a:lnTo>
                <a:lnTo>
                  <a:pt x="19268" y="28392"/>
                </a:lnTo>
                <a:lnTo>
                  <a:pt x="19702" y="28858"/>
                </a:lnTo>
                <a:lnTo>
                  <a:pt x="19702" y="29168"/>
                </a:lnTo>
                <a:lnTo>
                  <a:pt x="20118" y="29633"/>
                </a:lnTo>
                <a:lnTo>
                  <a:pt x="20535" y="29944"/>
                </a:lnTo>
                <a:lnTo>
                  <a:pt x="20535" y="30254"/>
                </a:lnTo>
                <a:lnTo>
                  <a:pt x="20952" y="30720"/>
                </a:lnTo>
                <a:lnTo>
                  <a:pt x="20952" y="31030"/>
                </a:lnTo>
                <a:lnTo>
                  <a:pt x="21368" y="31495"/>
                </a:lnTo>
                <a:lnTo>
                  <a:pt x="21368" y="31806"/>
                </a:lnTo>
                <a:lnTo>
                  <a:pt x="21785" y="32271"/>
                </a:lnTo>
                <a:lnTo>
                  <a:pt x="22202" y="32581"/>
                </a:lnTo>
                <a:lnTo>
                  <a:pt x="22202" y="32892"/>
                </a:lnTo>
                <a:lnTo>
                  <a:pt x="22636" y="33357"/>
                </a:lnTo>
                <a:lnTo>
                  <a:pt x="23052" y="33667"/>
                </a:lnTo>
                <a:lnTo>
                  <a:pt x="23052" y="34133"/>
                </a:lnTo>
                <a:lnTo>
                  <a:pt x="23469" y="34443"/>
                </a:lnTo>
                <a:lnTo>
                  <a:pt x="23469" y="34753"/>
                </a:lnTo>
                <a:lnTo>
                  <a:pt x="23885" y="35219"/>
                </a:lnTo>
                <a:lnTo>
                  <a:pt x="23885" y="35529"/>
                </a:lnTo>
                <a:lnTo>
                  <a:pt x="24302" y="35995"/>
                </a:lnTo>
                <a:lnTo>
                  <a:pt x="24719" y="36305"/>
                </a:lnTo>
                <a:lnTo>
                  <a:pt x="24719" y="36770"/>
                </a:lnTo>
                <a:lnTo>
                  <a:pt x="25135" y="37081"/>
                </a:lnTo>
                <a:lnTo>
                  <a:pt x="25569" y="37391"/>
                </a:lnTo>
                <a:lnTo>
                  <a:pt x="25569" y="37856"/>
                </a:lnTo>
                <a:lnTo>
                  <a:pt x="25986" y="38167"/>
                </a:lnTo>
                <a:lnTo>
                  <a:pt x="25986" y="38632"/>
                </a:lnTo>
                <a:lnTo>
                  <a:pt x="26402" y="38943"/>
                </a:lnTo>
                <a:lnTo>
                  <a:pt x="26819" y="39253"/>
                </a:lnTo>
                <a:lnTo>
                  <a:pt x="26819" y="39718"/>
                </a:lnTo>
                <a:lnTo>
                  <a:pt x="27236" y="40029"/>
                </a:lnTo>
                <a:lnTo>
                  <a:pt x="27236" y="40494"/>
                </a:lnTo>
                <a:lnTo>
                  <a:pt x="27652" y="40804"/>
                </a:lnTo>
                <a:lnTo>
                  <a:pt x="27652" y="41270"/>
                </a:lnTo>
                <a:lnTo>
                  <a:pt x="28086" y="41580"/>
                </a:lnTo>
                <a:lnTo>
                  <a:pt x="28503" y="41890"/>
                </a:lnTo>
                <a:lnTo>
                  <a:pt x="28503" y="42356"/>
                </a:lnTo>
                <a:lnTo>
                  <a:pt x="28919" y="42666"/>
                </a:lnTo>
                <a:lnTo>
                  <a:pt x="29336" y="43070"/>
                </a:lnTo>
                <a:lnTo>
                  <a:pt x="29336" y="43442"/>
                </a:lnTo>
                <a:lnTo>
                  <a:pt x="29753" y="43830"/>
                </a:lnTo>
                <a:lnTo>
                  <a:pt x="29753" y="44202"/>
                </a:lnTo>
                <a:lnTo>
                  <a:pt x="30169" y="44575"/>
                </a:lnTo>
                <a:lnTo>
                  <a:pt x="30169" y="44947"/>
                </a:lnTo>
                <a:lnTo>
                  <a:pt x="30586" y="45319"/>
                </a:lnTo>
                <a:lnTo>
                  <a:pt x="31020" y="45692"/>
                </a:lnTo>
                <a:lnTo>
                  <a:pt x="31020" y="46080"/>
                </a:lnTo>
                <a:lnTo>
                  <a:pt x="31436" y="46452"/>
                </a:lnTo>
                <a:lnTo>
                  <a:pt x="31436" y="46824"/>
                </a:lnTo>
                <a:lnTo>
                  <a:pt x="31853" y="47197"/>
                </a:lnTo>
                <a:lnTo>
                  <a:pt x="31853" y="47569"/>
                </a:lnTo>
                <a:lnTo>
                  <a:pt x="32270" y="47941"/>
                </a:lnTo>
                <a:lnTo>
                  <a:pt x="32686" y="48702"/>
                </a:lnTo>
                <a:lnTo>
                  <a:pt x="33103" y="49446"/>
                </a:lnTo>
                <a:lnTo>
                  <a:pt x="33520" y="49819"/>
                </a:lnTo>
                <a:lnTo>
                  <a:pt x="33520" y="50191"/>
                </a:lnTo>
                <a:lnTo>
                  <a:pt x="33954" y="50563"/>
                </a:lnTo>
                <a:lnTo>
                  <a:pt x="33954" y="50951"/>
                </a:lnTo>
                <a:lnTo>
                  <a:pt x="34370" y="51324"/>
                </a:lnTo>
                <a:lnTo>
                  <a:pt x="34787" y="51696"/>
                </a:lnTo>
                <a:lnTo>
                  <a:pt x="34787" y="52068"/>
                </a:lnTo>
                <a:lnTo>
                  <a:pt x="35203" y="52441"/>
                </a:lnTo>
                <a:lnTo>
                  <a:pt x="35203" y="52813"/>
                </a:lnTo>
                <a:lnTo>
                  <a:pt x="35620" y="53201"/>
                </a:lnTo>
                <a:lnTo>
                  <a:pt x="36037" y="53573"/>
                </a:lnTo>
                <a:lnTo>
                  <a:pt x="36037" y="53946"/>
                </a:lnTo>
                <a:lnTo>
                  <a:pt x="36453" y="54318"/>
                </a:lnTo>
                <a:lnTo>
                  <a:pt x="36453" y="54690"/>
                </a:lnTo>
                <a:lnTo>
                  <a:pt x="36887" y="55063"/>
                </a:lnTo>
                <a:lnTo>
                  <a:pt x="37304" y="55435"/>
                </a:lnTo>
                <a:lnTo>
                  <a:pt x="37304" y="55823"/>
                </a:lnTo>
                <a:lnTo>
                  <a:pt x="37720" y="56195"/>
                </a:lnTo>
                <a:lnTo>
                  <a:pt x="37720" y="56568"/>
                </a:lnTo>
                <a:lnTo>
                  <a:pt x="38137" y="56940"/>
                </a:lnTo>
                <a:lnTo>
                  <a:pt x="38137" y="57312"/>
                </a:lnTo>
                <a:lnTo>
                  <a:pt x="38554" y="57685"/>
                </a:lnTo>
                <a:lnTo>
                  <a:pt x="38970" y="58073"/>
                </a:lnTo>
                <a:lnTo>
                  <a:pt x="38970" y="58445"/>
                </a:lnTo>
                <a:lnTo>
                  <a:pt x="39387" y="58817"/>
                </a:lnTo>
                <a:lnTo>
                  <a:pt x="39821" y="59562"/>
                </a:lnTo>
                <a:lnTo>
                  <a:pt x="40237" y="60322"/>
                </a:lnTo>
                <a:lnTo>
                  <a:pt x="40654" y="61067"/>
                </a:lnTo>
                <a:lnTo>
                  <a:pt x="40654" y="61440"/>
                </a:lnTo>
                <a:lnTo>
                  <a:pt x="41071" y="61812"/>
                </a:lnTo>
                <a:lnTo>
                  <a:pt x="41487" y="62184"/>
                </a:lnTo>
                <a:lnTo>
                  <a:pt x="41487" y="62572"/>
                </a:lnTo>
                <a:lnTo>
                  <a:pt x="41904" y="62944"/>
                </a:lnTo>
                <a:lnTo>
                  <a:pt x="41904" y="63317"/>
                </a:lnTo>
                <a:lnTo>
                  <a:pt x="42338" y="63689"/>
                </a:lnTo>
                <a:lnTo>
                  <a:pt x="42754" y="64062"/>
                </a:lnTo>
                <a:lnTo>
                  <a:pt x="42754" y="64434"/>
                </a:lnTo>
                <a:lnTo>
                  <a:pt x="43171" y="64806"/>
                </a:lnTo>
                <a:lnTo>
                  <a:pt x="43588" y="65194"/>
                </a:lnTo>
                <a:lnTo>
                  <a:pt x="43588" y="65567"/>
                </a:lnTo>
                <a:lnTo>
                  <a:pt x="44004" y="65939"/>
                </a:lnTo>
                <a:lnTo>
                  <a:pt x="44004" y="66311"/>
                </a:lnTo>
                <a:lnTo>
                  <a:pt x="44421" y="66684"/>
                </a:lnTo>
                <a:lnTo>
                  <a:pt x="44421" y="67056"/>
                </a:lnTo>
                <a:lnTo>
                  <a:pt x="44838" y="67444"/>
                </a:lnTo>
                <a:lnTo>
                  <a:pt x="45272" y="67816"/>
                </a:lnTo>
                <a:lnTo>
                  <a:pt x="45272" y="68189"/>
                </a:lnTo>
                <a:lnTo>
                  <a:pt x="45688" y="68933"/>
                </a:lnTo>
                <a:lnTo>
                  <a:pt x="45688" y="69306"/>
                </a:lnTo>
                <a:lnTo>
                  <a:pt x="46105" y="69694"/>
                </a:lnTo>
                <a:lnTo>
                  <a:pt x="46521" y="70066"/>
                </a:lnTo>
                <a:lnTo>
                  <a:pt x="46521" y="70438"/>
                </a:lnTo>
                <a:lnTo>
                  <a:pt x="46938" y="70811"/>
                </a:lnTo>
                <a:lnTo>
                  <a:pt x="46938" y="71183"/>
                </a:lnTo>
                <a:lnTo>
                  <a:pt x="47355" y="71555"/>
                </a:lnTo>
                <a:lnTo>
                  <a:pt x="47771" y="71928"/>
                </a:lnTo>
                <a:lnTo>
                  <a:pt x="47771" y="72316"/>
                </a:lnTo>
                <a:lnTo>
                  <a:pt x="48205" y="72688"/>
                </a:lnTo>
                <a:lnTo>
                  <a:pt x="48205" y="73060"/>
                </a:lnTo>
                <a:lnTo>
                  <a:pt x="48622" y="73433"/>
                </a:lnTo>
                <a:lnTo>
                  <a:pt x="48622" y="73805"/>
                </a:lnTo>
                <a:lnTo>
                  <a:pt x="49038" y="74177"/>
                </a:lnTo>
                <a:lnTo>
                  <a:pt x="49455" y="74938"/>
                </a:lnTo>
                <a:lnTo>
                  <a:pt x="49872" y="74938"/>
                </a:lnTo>
              </a:path>
            </a:pathLst>
          </a:custGeom>
          <a:ln w="23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109325" y="4465194"/>
            <a:ext cx="49472" cy="83207"/>
          </a:xfrm>
          <a:custGeom>
            <a:avLst/>
            <a:gdLst/>
            <a:ahLst/>
            <a:cxnLst/>
            <a:rect l="l" t="t" r="r" b="b"/>
            <a:pathLst>
              <a:path w="49472" h="83207">
                <a:moveTo>
                  <a:pt x="0" y="0"/>
                </a:moveTo>
                <a:lnTo>
                  <a:pt x="0" y="744"/>
                </a:lnTo>
                <a:lnTo>
                  <a:pt x="416" y="1117"/>
                </a:lnTo>
                <a:lnTo>
                  <a:pt x="416" y="1489"/>
                </a:lnTo>
                <a:lnTo>
                  <a:pt x="833" y="1877"/>
                </a:lnTo>
                <a:lnTo>
                  <a:pt x="833" y="2249"/>
                </a:lnTo>
                <a:lnTo>
                  <a:pt x="1267" y="2622"/>
                </a:lnTo>
                <a:lnTo>
                  <a:pt x="1683" y="2994"/>
                </a:lnTo>
                <a:lnTo>
                  <a:pt x="1683" y="3366"/>
                </a:lnTo>
                <a:lnTo>
                  <a:pt x="2100" y="3739"/>
                </a:lnTo>
                <a:lnTo>
                  <a:pt x="2100" y="4127"/>
                </a:lnTo>
                <a:lnTo>
                  <a:pt x="2517" y="4499"/>
                </a:lnTo>
                <a:lnTo>
                  <a:pt x="2517" y="4871"/>
                </a:lnTo>
                <a:lnTo>
                  <a:pt x="2933" y="5244"/>
                </a:lnTo>
                <a:lnTo>
                  <a:pt x="3350" y="5616"/>
                </a:lnTo>
                <a:lnTo>
                  <a:pt x="3350" y="6361"/>
                </a:lnTo>
                <a:lnTo>
                  <a:pt x="3766" y="6361"/>
                </a:lnTo>
                <a:lnTo>
                  <a:pt x="4200" y="7121"/>
                </a:lnTo>
                <a:lnTo>
                  <a:pt x="4200" y="7493"/>
                </a:lnTo>
                <a:lnTo>
                  <a:pt x="4617" y="7866"/>
                </a:lnTo>
                <a:lnTo>
                  <a:pt x="4617" y="8238"/>
                </a:lnTo>
                <a:lnTo>
                  <a:pt x="5034" y="8610"/>
                </a:lnTo>
                <a:lnTo>
                  <a:pt x="5034" y="8998"/>
                </a:lnTo>
                <a:lnTo>
                  <a:pt x="5450" y="9371"/>
                </a:lnTo>
                <a:lnTo>
                  <a:pt x="5867" y="9743"/>
                </a:lnTo>
                <a:lnTo>
                  <a:pt x="5867" y="10115"/>
                </a:lnTo>
                <a:lnTo>
                  <a:pt x="6283" y="10488"/>
                </a:lnTo>
                <a:lnTo>
                  <a:pt x="6283" y="10860"/>
                </a:lnTo>
                <a:lnTo>
                  <a:pt x="6717" y="11248"/>
                </a:lnTo>
                <a:lnTo>
                  <a:pt x="7134" y="11993"/>
                </a:lnTo>
                <a:lnTo>
                  <a:pt x="7551" y="12737"/>
                </a:lnTo>
                <a:lnTo>
                  <a:pt x="7967" y="13110"/>
                </a:lnTo>
                <a:lnTo>
                  <a:pt x="7967" y="13482"/>
                </a:lnTo>
                <a:lnTo>
                  <a:pt x="8384" y="13870"/>
                </a:lnTo>
                <a:lnTo>
                  <a:pt x="8384" y="14242"/>
                </a:lnTo>
                <a:lnTo>
                  <a:pt x="8800" y="14615"/>
                </a:lnTo>
                <a:lnTo>
                  <a:pt x="8800" y="14987"/>
                </a:lnTo>
                <a:lnTo>
                  <a:pt x="9217" y="15360"/>
                </a:lnTo>
                <a:lnTo>
                  <a:pt x="9651" y="15732"/>
                </a:lnTo>
                <a:lnTo>
                  <a:pt x="9651" y="16120"/>
                </a:lnTo>
                <a:lnTo>
                  <a:pt x="10068" y="16864"/>
                </a:lnTo>
                <a:lnTo>
                  <a:pt x="10484" y="16864"/>
                </a:lnTo>
                <a:lnTo>
                  <a:pt x="10484" y="17609"/>
                </a:lnTo>
                <a:lnTo>
                  <a:pt x="10901" y="17982"/>
                </a:lnTo>
                <a:lnTo>
                  <a:pt x="10901" y="18369"/>
                </a:lnTo>
                <a:lnTo>
                  <a:pt x="11318" y="18742"/>
                </a:lnTo>
                <a:lnTo>
                  <a:pt x="11318" y="19114"/>
                </a:lnTo>
                <a:lnTo>
                  <a:pt x="11734" y="19487"/>
                </a:lnTo>
                <a:lnTo>
                  <a:pt x="12151" y="19859"/>
                </a:lnTo>
                <a:lnTo>
                  <a:pt x="12151" y="20231"/>
                </a:lnTo>
                <a:lnTo>
                  <a:pt x="12585" y="20604"/>
                </a:lnTo>
                <a:lnTo>
                  <a:pt x="12585" y="20992"/>
                </a:lnTo>
                <a:lnTo>
                  <a:pt x="13001" y="21736"/>
                </a:lnTo>
                <a:lnTo>
                  <a:pt x="13001" y="22109"/>
                </a:lnTo>
                <a:lnTo>
                  <a:pt x="13418" y="22481"/>
                </a:lnTo>
                <a:lnTo>
                  <a:pt x="13835" y="22853"/>
                </a:lnTo>
                <a:lnTo>
                  <a:pt x="13835" y="23241"/>
                </a:lnTo>
                <a:lnTo>
                  <a:pt x="14251" y="23614"/>
                </a:lnTo>
                <a:lnTo>
                  <a:pt x="14668" y="23986"/>
                </a:lnTo>
                <a:lnTo>
                  <a:pt x="14668" y="24358"/>
                </a:lnTo>
                <a:lnTo>
                  <a:pt x="15084" y="24731"/>
                </a:lnTo>
                <a:lnTo>
                  <a:pt x="15084" y="25103"/>
                </a:lnTo>
                <a:lnTo>
                  <a:pt x="15518" y="25863"/>
                </a:lnTo>
                <a:lnTo>
                  <a:pt x="15935" y="26608"/>
                </a:lnTo>
                <a:lnTo>
                  <a:pt x="16352" y="26980"/>
                </a:lnTo>
                <a:lnTo>
                  <a:pt x="16352" y="27353"/>
                </a:lnTo>
                <a:lnTo>
                  <a:pt x="16768" y="27741"/>
                </a:lnTo>
                <a:lnTo>
                  <a:pt x="17185" y="28113"/>
                </a:lnTo>
                <a:lnTo>
                  <a:pt x="17185" y="28485"/>
                </a:lnTo>
                <a:lnTo>
                  <a:pt x="17601" y="28858"/>
                </a:lnTo>
                <a:lnTo>
                  <a:pt x="17601" y="29230"/>
                </a:lnTo>
                <a:lnTo>
                  <a:pt x="18018" y="29975"/>
                </a:lnTo>
                <a:lnTo>
                  <a:pt x="18452" y="29975"/>
                </a:lnTo>
                <a:lnTo>
                  <a:pt x="18452" y="30735"/>
                </a:lnTo>
                <a:lnTo>
                  <a:pt x="18869" y="31107"/>
                </a:lnTo>
                <a:lnTo>
                  <a:pt x="18869" y="31480"/>
                </a:lnTo>
                <a:lnTo>
                  <a:pt x="19285" y="31852"/>
                </a:lnTo>
                <a:lnTo>
                  <a:pt x="19285" y="32224"/>
                </a:lnTo>
                <a:lnTo>
                  <a:pt x="19702" y="32612"/>
                </a:lnTo>
                <a:lnTo>
                  <a:pt x="20118" y="32985"/>
                </a:lnTo>
                <a:lnTo>
                  <a:pt x="20118" y="33357"/>
                </a:lnTo>
                <a:lnTo>
                  <a:pt x="20535" y="34102"/>
                </a:lnTo>
                <a:lnTo>
                  <a:pt x="20969" y="34474"/>
                </a:lnTo>
                <a:lnTo>
                  <a:pt x="20969" y="34862"/>
                </a:lnTo>
                <a:lnTo>
                  <a:pt x="21386" y="35234"/>
                </a:lnTo>
                <a:lnTo>
                  <a:pt x="21386" y="35607"/>
                </a:lnTo>
                <a:lnTo>
                  <a:pt x="21802" y="35979"/>
                </a:lnTo>
                <a:lnTo>
                  <a:pt x="21802" y="36352"/>
                </a:lnTo>
                <a:lnTo>
                  <a:pt x="22219" y="36724"/>
                </a:lnTo>
                <a:lnTo>
                  <a:pt x="22636" y="37096"/>
                </a:lnTo>
                <a:lnTo>
                  <a:pt x="22636" y="37484"/>
                </a:lnTo>
                <a:lnTo>
                  <a:pt x="23052" y="38229"/>
                </a:lnTo>
                <a:lnTo>
                  <a:pt x="23052" y="38601"/>
                </a:lnTo>
                <a:lnTo>
                  <a:pt x="23469" y="38974"/>
                </a:lnTo>
                <a:lnTo>
                  <a:pt x="23469" y="39346"/>
                </a:lnTo>
                <a:lnTo>
                  <a:pt x="23903" y="39734"/>
                </a:lnTo>
                <a:lnTo>
                  <a:pt x="24319" y="40106"/>
                </a:lnTo>
                <a:lnTo>
                  <a:pt x="24736" y="40479"/>
                </a:lnTo>
                <a:lnTo>
                  <a:pt x="24736" y="40851"/>
                </a:lnTo>
                <a:lnTo>
                  <a:pt x="25153" y="41223"/>
                </a:lnTo>
                <a:lnTo>
                  <a:pt x="25153" y="41984"/>
                </a:lnTo>
                <a:lnTo>
                  <a:pt x="25569" y="42356"/>
                </a:lnTo>
                <a:lnTo>
                  <a:pt x="25569" y="42728"/>
                </a:lnTo>
                <a:lnTo>
                  <a:pt x="25986" y="43101"/>
                </a:lnTo>
                <a:lnTo>
                  <a:pt x="26402" y="43473"/>
                </a:lnTo>
                <a:lnTo>
                  <a:pt x="26402" y="43845"/>
                </a:lnTo>
                <a:lnTo>
                  <a:pt x="26836" y="44233"/>
                </a:lnTo>
                <a:lnTo>
                  <a:pt x="26836" y="44606"/>
                </a:lnTo>
                <a:lnTo>
                  <a:pt x="27253" y="45350"/>
                </a:lnTo>
                <a:lnTo>
                  <a:pt x="27670" y="45723"/>
                </a:lnTo>
                <a:lnTo>
                  <a:pt x="27670" y="46095"/>
                </a:lnTo>
                <a:lnTo>
                  <a:pt x="28086" y="46467"/>
                </a:lnTo>
                <a:lnTo>
                  <a:pt x="28086" y="46855"/>
                </a:lnTo>
                <a:lnTo>
                  <a:pt x="28503" y="47228"/>
                </a:lnTo>
                <a:lnTo>
                  <a:pt x="28919" y="47600"/>
                </a:lnTo>
                <a:lnTo>
                  <a:pt x="28919" y="47972"/>
                </a:lnTo>
                <a:lnTo>
                  <a:pt x="29336" y="48717"/>
                </a:lnTo>
                <a:lnTo>
                  <a:pt x="29336" y="49105"/>
                </a:lnTo>
                <a:lnTo>
                  <a:pt x="29770" y="49477"/>
                </a:lnTo>
                <a:lnTo>
                  <a:pt x="29770" y="49850"/>
                </a:lnTo>
                <a:lnTo>
                  <a:pt x="30187" y="50222"/>
                </a:lnTo>
                <a:lnTo>
                  <a:pt x="30603" y="50594"/>
                </a:lnTo>
                <a:lnTo>
                  <a:pt x="30603" y="50967"/>
                </a:lnTo>
                <a:lnTo>
                  <a:pt x="31020" y="51355"/>
                </a:lnTo>
                <a:lnTo>
                  <a:pt x="31436" y="52099"/>
                </a:lnTo>
                <a:lnTo>
                  <a:pt x="31436" y="52472"/>
                </a:lnTo>
                <a:lnTo>
                  <a:pt x="31853" y="52844"/>
                </a:lnTo>
                <a:lnTo>
                  <a:pt x="31853" y="53216"/>
                </a:lnTo>
                <a:lnTo>
                  <a:pt x="32270" y="53589"/>
                </a:lnTo>
                <a:lnTo>
                  <a:pt x="32704" y="53977"/>
                </a:lnTo>
                <a:lnTo>
                  <a:pt x="32704" y="54349"/>
                </a:lnTo>
                <a:lnTo>
                  <a:pt x="33120" y="54721"/>
                </a:lnTo>
                <a:lnTo>
                  <a:pt x="33120" y="55094"/>
                </a:lnTo>
                <a:lnTo>
                  <a:pt x="33537" y="55839"/>
                </a:lnTo>
                <a:lnTo>
                  <a:pt x="33537" y="56226"/>
                </a:lnTo>
                <a:lnTo>
                  <a:pt x="33954" y="56599"/>
                </a:lnTo>
                <a:lnTo>
                  <a:pt x="34370" y="56971"/>
                </a:lnTo>
                <a:lnTo>
                  <a:pt x="34370" y="57344"/>
                </a:lnTo>
                <a:lnTo>
                  <a:pt x="34787" y="57716"/>
                </a:lnTo>
                <a:lnTo>
                  <a:pt x="35221" y="58476"/>
                </a:lnTo>
                <a:lnTo>
                  <a:pt x="35637" y="59221"/>
                </a:lnTo>
                <a:lnTo>
                  <a:pt x="35637" y="59593"/>
                </a:lnTo>
                <a:lnTo>
                  <a:pt x="36054" y="59966"/>
                </a:lnTo>
                <a:lnTo>
                  <a:pt x="36054" y="60338"/>
                </a:lnTo>
                <a:lnTo>
                  <a:pt x="36471" y="60710"/>
                </a:lnTo>
                <a:lnTo>
                  <a:pt x="36887" y="61098"/>
                </a:lnTo>
                <a:lnTo>
                  <a:pt x="36887" y="61843"/>
                </a:lnTo>
                <a:lnTo>
                  <a:pt x="37304" y="62215"/>
                </a:lnTo>
                <a:lnTo>
                  <a:pt x="37304" y="62588"/>
                </a:lnTo>
                <a:lnTo>
                  <a:pt x="37720" y="62960"/>
                </a:lnTo>
                <a:lnTo>
                  <a:pt x="38154" y="63348"/>
                </a:lnTo>
                <a:lnTo>
                  <a:pt x="38154" y="63720"/>
                </a:lnTo>
                <a:lnTo>
                  <a:pt x="38571" y="64093"/>
                </a:lnTo>
                <a:lnTo>
                  <a:pt x="38571" y="64837"/>
                </a:lnTo>
                <a:lnTo>
                  <a:pt x="38988" y="65210"/>
                </a:lnTo>
                <a:lnTo>
                  <a:pt x="39404" y="65598"/>
                </a:lnTo>
                <a:lnTo>
                  <a:pt x="39404" y="65970"/>
                </a:lnTo>
                <a:lnTo>
                  <a:pt x="39821" y="66342"/>
                </a:lnTo>
                <a:lnTo>
                  <a:pt x="39821" y="66715"/>
                </a:lnTo>
                <a:lnTo>
                  <a:pt x="40237" y="67087"/>
                </a:lnTo>
                <a:lnTo>
                  <a:pt x="40654" y="67459"/>
                </a:lnTo>
                <a:lnTo>
                  <a:pt x="40654" y="68220"/>
                </a:lnTo>
                <a:lnTo>
                  <a:pt x="41088" y="68592"/>
                </a:lnTo>
                <a:lnTo>
                  <a:pt x="41505" y="68964"/>
                </a:lnTo>
                <a:lnTo>
                  <a:pt x="41505" y="69337"/>
                </a:lnTo>
                <a:lnTo>
                  <a:pt x="41921" y="69709"/>
                </a:lnTo>
                <a:lnTo>
                  <a:pt x="41921" y="70081"/>
                </a:lnTo>
                <a:lnTo>
                  <a:pt x="42338" y="70469"/>
                </a:lnTo>
                <a:lnTo>
                  <a:pt x="42338" y="71214"/>
                </a:lnTo>
                <a:lnTo>
                  <a:pt x="42754" y="71586"/>
                </a:lnTo>
                <a:lnTo>
                  <a:pt x="43171" y="71959"/>
                </a:lnTo>
                <a:lnTo>
                  <a:pt x="43171" y="72331"/>
                </a:lnTo>
                <a:lnTo>
                  <a:pt x="43588" y="72719"/>
                </a:lnTo>
                <a:lnTo>
                  <a:pt x="43588" y="73091"/>
                </a:lnTo>
                <a:lnTo>
                  <a:pt x="44022" y="73836"/>
                </a:lnTo>
                <a:lnTo>
                  <a:pt x="44022" y="74208"/>
                </a:lnTo>
                <a:lnTo>
                  <a:pt x="44438" y="74581"/>
                </a:lnTo>
                <a:lnTo>
                  <a:pt x="44855" y="74969"/>
                </a:lnTo>
                <a:lnTo>
                  <a:pt x="44855" y="75341"/>
                </a:lnTo>
                <a:lnTo>
                  <a:pt x="45272" y="75713"/>
                </a:lnTo>
                <a:lnTo>
                  <a:pt x="45688" y="76458"/>
                </a:lnTo>
                <a:lnTo>
                  <a:pt x="45688" y="76831"/>
                </a:lnTo>
                <a:lnTo>
                  <a:pt x="46105" y="77203"/>
                </a:lnTo>
                <a:lnTo>
                  <a:pt x="46105" y="77591"/>
                </a:lnTo>
                <a:lnTo>
                  <a:pt x="46521" y="77963"/>
                </a:lnTo>
                <a:lnTo>
                  <a:pt x="46521" y="78336"/>
                </a:lnTo>
                <a:lnTo>
                  <a:pt x="46955" y="78708"/>
                </a:lnTo>
                <a:lnTo>
                  <a:pt x="47372" y="79453"/>
                </a:lnTo>
                <a:lnTo>
                  <a:pt x="47372" y="79840"/>
                </a:lnTo>
                <a:lnTo>
                  <a:pt x="47789" y="80213"/>
                </a:lnTo>
                <a:lnTo>
                  <a:pt x="47789" y="80585"/>
                </a:lnTo>
                <a:lnTo>
                  <a:pt x="48205" y="80958"/>
                </a:lnTo>
                <a:lnTo>
                  <a:pt x="48622" y="81330"/>
                </a:lnTo>
                <a:lnTo>
                  <a:pt x="48622" y="82090"/>
                </a:lnTo>
                <a:lnTo>
                  <a:pt x="49038" y="82463"/>
                </a:lnTo>
                <a:lnTo>
                  <a:pt x="49472" y="82835"/>
                </a:lnTo>
                <a:lnTo>
                  <a:pt x="49472" y="83207"/>
                </a:lnTo>
              </a:path>
            </a:pathLst>
          </a:custGeom>
          <a:ln w="236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158797" y="4548401"/>
            <a:ext cx="49872" cy="89584"/>
          </a:xfrm>
          <a:custGeom>
            <a:avLst/>
            <a:gdLst/>
            <a:ahLst/>
            <a:cxnLst/>
            <a:rect l="l" t="t" r="r" b="b"/>
            <a:pathLst>
              <a:path w="49872" h="89584">
                <a:moveTo>
                  <a:pt x="0" y="0"/>
                </a:moveTo>
                <a:lnTo>
                  <a:pt x="416" y="372"/>
                </a:lnTo>
                <a:lnTo>
                  <a:pt x="416" y="744"/>
                </a:lnTo>
                <a:lnTo>
                  <a:pt x="833" y="1132"/>
                </a:lnTo>
                <a:lnTo>
                  <a:pt x="833" y="1877"/>
                </a:lnTo>
                <a:lnTo>
                  <a:pt x="1249" y="2249"/>
                </a:lnTo>
                <a:lnTo>
                  <a:pt x="1666" y="2622"/>
                </a:lnTo>
                <a:lnTo>
                  <a:pt x="1666" y="2994"/>
                </a:lnTo>
                <a:lnTo>
                  <a:pt x="2083" y="3366"/>
                </a:lnTo>
                <a:lnTo>
                  <a:pt x="2499" y="3754"/>
                </a:lnTo>
                <a:lnTo>
                  <a:pt x="2499" y="4499"/>
                </a:lnTo>
                <a:lnTo>
                  <a:pt x="2933" y="4871"/>
                </a:lnTo>
                <a:lnTo>
                  <a:pt x="2933" y="5244"/>
                </a:lnTo>
                <a:lnTo>
                  <a:pt x="3350" y="5616"/>
                </a:lnTo>
                <a:lnTo>
                  <a:pt x="3350" y="6004"/>
                </a:lnTo>
                <a:lnTo>
                  <a:pt x="3766" y="6376"/>
                </a:lnTo>
                <a:lnTo>
                  <a:pt x="4183" y="6749"/>
                </a:lnTo>
                <a:lnTo>
                  <a:pt x="4183" y="7493"/>
                </a:lnTo>
                <a:lnTo>
                  <a:pt x="4600" y="7866"/>
                </a:lnTo>
                <a:lnTo>
                  <a:pt x="4600" y="8254"/>
                </a:lnTo>
                <a:lnTo>
                  <a:pt x="5016" y="8626"/>
                </a:lnTo>
                <a:lnTo>
                  <a:pt x="5016" y="9371"/>
                </a:lnTo>
                <a:lnTo>
                  <a:pt x="5433" y="9743"/>
                </a:lnTo>
                <a:lnTo>
                  <a:pt x="5867" y="10115"/>
                </a:lnTo>
                <a:lnTo>
                  <a:pt x="5867" y="10488"/>
                </a:lnTo>
                <a:lnTo>
                  <a:pt x="6283" y="10876"/>
                </a:lnTo>
                <a:lnTo>
                  <a:pt x="6700" y="11248"/>
                </a:lnTo>
                <a:lnTo>
                  <a:pt x="6700" y="11620"/>
                </a:lnTo>
                <a:lnTo>
                  <a:pt x="7117" y="12365"/>
                </a:lnTo>
                <a:lnTo>
                  <a:pt x="7117" y="12737"/>
                </a:lnTo>
                <a:lnTo>
                  <a:pt x="7533" y="13125"/>
                </a:lnTo>
                <a:lnTo>
                  <a:pt x="7950" y="13498"/>
                </a:lnTo>
                <a:lnTo>
                  <a:pt x="7950" y="13870"/>
                </a:lnTo>
                <a:lnTo>
                  <a:pt x="8366" y="14242"/>
                </a:lnTo>
                <a:lnTo>
                  <a:pt x="8366" y="14987"/>
                </a:lnTo>
                <a:lnTo>
                  <a:pt x="8800" y="15375"/>
                </a:lnTo>
                <a:lnTo>
                  <a:pt x="8800" y="15747"/>
                </a:lnTo>
                <a:lnTo>
                  <a:pt x="9217" y="16120"/>
                </a:lnTo>
                <a:lnTo>
                  <a:pt x="9634" y="16492"/>
                </a:lnTo>
                <a:lnTo>
                  <a:pt x="9634" y="17237"/>
                </a:lnTo>
                <a:lnTo>
                  <a:pt x="10050" y="17609"/>
                </a:lnTo>
                <a:lnTo>
                  <a:pt x="10467" y="17997"/>
                </a:lnTo>
                <a:lnTo>
                  <a:pt x="10467" y="18369"/>
                </a:lnTo>
                <a:lnTo>
                  <a:pt x="10884" y="18742"/>
                </a:lnTo>
                <a:lnTo>
                  <a:pt x="10884" y="19114"/>
                </a:lnTo>
                <a:lnTo>
                  <a:pt x="11300" y="19859"/>
                </a:lnTo>
                <a:lnTo>
                  <a:pt x="11300" y="20247"/>
                </a:lnTo>
                <a:lnTo>
                  <a:pt x="11734" y="20619"/>
                </a:lnTo>
                <a:lnTo>
                  <a:pt x="12151" y="20992"/>
                </a:lnTo>
                <a:lnTo>
                  <a:pt x="12151" y="21364"/>
                </a:lnTo>
                <a:lnTo>
                  <a:pt x="12567" y="22109"/>
                </a:lnTo>
                <a:lnTo>
                  <a:pt x="12984" y="22496"/>
                </a:lnTo>
                <a:lnTo>
                  <a:pt x="12984" y="22869"/>
                </a:lnTo>
                <a:lnTo>
                  <a:pt x="13401" y="23241"/>
                </a:lnTo>
                <a:lnTo>
                  <a:pt x="13401" y="23614"/>
                </a:lnTo>
                <a:lnTo>
                  <a:pt x="13817" y="23986"/>
                </a:lnTo>
                <a:lnTo>
                  <a:pt x="13817" y="24746"/>
                </a:lnTo>
                <a:lnTo>
                  <a:pt x="14251" y="25119"/>
                </a:lnTo>
                <a:lnTo>
                  <a:pt x="14668" y="25491"/>
                </a:lnTo>
                <a:lnTo>
                  <a:pt x="14668" y="25863"/>
                </a:lnTo>
                <a:lnTo>
                  <a:pt x="15084" y="26236"/>
                </a:lnTo>
                <a:lnTo>
                  <a:pt x="15084" y="26980"/>
                </a:lnTo>
                <a:lnTo>
                  <a:pt x="15501" y="27368"/>
                </a:lnTo>
                <a:lnTo>
                  <a:pt x="15918" y="27741"/>
                </a:lnTo>
                <a:lnTo>
                  <a:pt x="15918" y="28113"/>
                </a:lnTo>
                <a:lnTo>
                  <a:pt x="16334" y="28485"/>
                </a:lnTo>
                <a:lnTo>
                  <a:pt x="16751" y="28858"/>
                </a:lnTo>
                <a:lnTo>
                  <a:pt x="16751" y="29618"/>
                </a:lnTo>
                <a:lnTo>
                  <a:pt x="17185" y="29990"/>
                </a:lnTo>
                <a:lnTo>
                  <a:pt x="17185" y="30363"/>
                </a:lnTo>
                <a:lnTo>
                  <a:pt x="17601" y="30735"/>
                </a:lnTo>
                <a:lnTo>
                  <a:pt x="17601" y="31107"/>
                </a:lnTo>
                <a:lnTo>
                  <a:pt x="18018" y="31868"/>
                </a:lnTo>
                <a:lnTo>
                  <a:pt x="18435" y="32240"/>
                </a:lnTo>
                <a:lnTo>
                  <a:pt x="18435" y="32612"/>
                </a:lnTo>
                <a:lnTo>
                  <a:pt x="18851" y="32985"/>
                </a:lnTo>
                <a:lnTo>
                  <a:pt x="18851" y="33729"/>
                </a:lnTo>
                <a:lnTo>
                  <a:pt x="19268" y="34102"/>
                </a:lnTo>
                <a:lnTo>
                  <a:pt x="19684" y="34490"/>
                </a:lnTo>
                <a:lnTo>
                  <a:pt x="19684" y="34862"/>
                </a:lnTo>
                <a:lnTo>
                  <a:pt x="20118" y="35234"/>
                </a:lnTo>
                <a:lnTo>
                  <a:pt x="20118" y="35607"/>
                </a:lnTo>
                <a:lnTo>
                  <a:pt x="20535" y="35979"/>
                </a:lnTo>
                <a:lnTo>
                  <a:pt x="20952" y="36739"/>
                </a:lnTo>
                <a:lnTo>
                  <a:pt x="20952" y="37112"/>
                </a:lnTo>
                <a:lnTo>
                  <a:pt x="21368" y="37484"/>
                </a:lnTo>
                <a:lnTo>
                  <a:pt x="21368" y="37856"/>
                </a:lnTo>
                <a:lnTo>
                  <a:pt x="21785" y="38601"/>
                </a:lnTo>
                <a:lnTo>
                  <a:pt x="21785" y="38989"/>
                </a:lnTo>
                <a:lnTo>
                  <a:pt x="22202" y="39361"/>
                </a:lnTo>
                <a:lnTo>
                  <a:pt x="22618" y="39734"/>
                </a:lnTo>
                <a:lnTo>
                  <a:pt x="22618" y="40106"/>
                </a:lnTo>
                <a:lnTo>
                  <a:pt x="23052" y="40851"/>
                </a:lnTo>
                <a:lnTo>
                  <a:pt x="23469" y="41239"/>
                </a:lnTo>
                <a:lnTo>
                  <a:pt x="23469" y="41611"/>
                </a:lnTo>
                <a:lnTo>
                  <a:pt x="23885" y="41984"/>
                </a:lnTo>
                <a:lnTo>
                  <a:pt x="23885" y="42356"/>
                </a:lnTo>
                <a:lnTo>
                  <a:pt x="24302" y="43101"/>
                </a:lnTo>
                <a:lnTo>
                  <a:pt x="24719" y="43473"/>
                </a:lnTo>
                <a:lnTo>
                  <a:pt x="24719" y="43861"/>
                </a:lnTo>
                <a:lnTo>
                  <a:pt x="25135" y="44233"/>
                </a:lnTo>
                <a:lnTo>
                  <a:pt x="25135" y="44606"/>
                </a:lnTo>
                <a:lnTo>
                  <a:pt x="25552" y="44978"/>
                </a:lnTo>
                <a:lnTo>
                  <a:pt x="25552" y="45723"/>
                </a:lnTo>
                <a:lnTo>
                  <a:pt x="25986" y="46111"/>
                </a:lnTo>
                <a:lnTo>
                  <a:pt x="26402" y="46483"/>
                </a:lnTo>
                <a:lnTo>
                  <a:pt x="26402" y="46855"/>
                </a:lnTo>
                <a:lnTo>
                  <a:pt x="26819" y="47600"/>
                </a:lnTo>
                <a:lnTo>
                  <a:pt x="27236" y="47972"/>
                </a:lnTo>
                <a:lnTo>
                  <a:pt x="27236" y="48360"/>
                </a:lnTo>
                <a:lnTo>
                  <a:pt x="27652" y="48733"/>
                </a:lnTo>
                <a:lnTo>
                  <a:pt x="27652" y="49105"/>
                </a:lnTo>
                <a:lnTo>
                  <a:pt x="28069" y="49850"/>
                </a:lnTo>
                <a:lnTo>
                  <a:pt x="28069" y="50222"/>
                </a:lnTo>
                <a:lnTo>
                  <a:pt x="28503" y="50594"/>
                </a:lnTo>
                <a:lnTo>
                  <a:pt x="28919" y="50982"/>
                </a:lnTo>
                <a:lnTo>
                  <a:pt x="28919" y="51727"/>
                </a:lnTo>
                <a:lnTo>
                  <a:pt x="29336" y="52099"/>
                </a:lnTo>
                <a:lnTo>
                  <a:pt x="29336" y="52472"/>
                </a:lnTo>
                <a:lnTo>
                  <a:pt x="29753" y="52844"/>
                </a:lnTo>
                <a:lnTo>
                  <a:pt x="30169" y="53232"/>
                </a:lnTo>
                <a:lnTo>
                  <a:pt x="30169" y="53977"/>
                </a:lnTo>
                <a:lnTo>
                  <a:pt x="30586" y="54349"/>
                </a:lnTo>
                <a:lnTo>
                  <a:pt x="30586" y="54721"/>
                </a:lnTo>
                <a:lnTo>
                  <a:pt x="31003" y="55094"/>
                </a:lnTo>
                <a:lnTo>
                  <a:pt x="31436" y="55854"/>
                </a:lnTo>
                <a:lnTo>
                  <a:pt x="31436" y="56226"/>
                </a:lnTo>
                <a:lnTo>
                  <a:pt x="31853" y="56599"/>
                </a:lnTo>
                <a:lnTo>
                  <a:pt x="31853" y="56971"/>
                </a:lnTo>
                <a:lnTo>
                  <a:pt x="32270" y="57344"/>
                </a:lnTo>
                <a:lnTo>
                  <a:pt x="32686" y="58104"/>
                </a:lnTo>
                <a:lnTo>
                  <a:pt x="32686" y="58476"/>
                </a:lnTo>
                <a:lnTo>
                  <a:pt x="33103" y="58848"/>
                </a:lnTo>
                <a:lnTo>
                  <a:pt x="33520" y="59221"/>
                </a:lnTo>
                <a:lnTo>
                  <a:pt x="33520" y="59593"/>
                </a:lnTo>
                <a:lnTo>
                  <a:pt x="33936" y="60353"/>
                </a:lnTo>
                <a:lnTo>
                  <a:pt x="33936" y="60726"/>
                </a:lnTo>
                <a:lnTo>
                  <a:pt x="34370" y="61098"/>
                </a:lnTo>
                <a:lnTo>
                  <a:pt x="34370" y="61471"/>
                </a:lnTo>
                <a:lnTo>
                  <a:pt x="34787" y="62215"/>
                </a:lnTo>
                <a:lnTo>
                  <a:pt x="35203" y="62603"/>
                </a:lnTo>
                <a:lnTo>
                  <a:pt x="35203" y="62976"/>
                </a:lnTo>
                <a:lnTo>
                  <a:pt x="35620" y="63348"/>
                </a:lnTo>
                <a:lnTo>
                  <a:pt x="35620" y="63720"/>
                </a:lnTo>
                <a:lnTo>
                  <a:pt x="36037" y="64465"/>
                </a:lnTo>
                <a:lnTo>
                  <a:pt x="36037" y="64853"/>
                </a:lnTo>
                <a:lnTo>
                  <a:pt x="36453" y="65225"/>
                </a:lnTo>
                <a:lnTo>
                  <a:pt x="36870" y="65598"/>
                </a:lnTo>
                <a:lnTo>
                  <a:pt x="36870" y="66342"/>
                </a:lnTo>
                <a:lnTo>
                  <a:pt x="37304" y="66715"/>
                </a:lnTo>
                <a:lnTo>
                  <a:pt x="37720" y="67087"/>
                </a:lnTo>
                <a:lnTo>
                  <a:pt x="37720" y="67475"/>
                </a:lnTo>
                <a:lnTo>
                  <a:pt x="38137" y="67847"/>
                </a:lnTo>
                <a:lnTo>
                  <a:pt x="38137" y="68592"/>
                </a:lnTo>
                <a:lnTo>
                  <a:pt x="38554" y="68964"/>
                </a:lnTo>
                <a:lnTo>
                  <a:pt x="38554" y="69337"/>
                </a:lnTo>
                <a:lnTo>
                  <a:pt x="38970" y="69725"/>
                </a:lnTo>
                <a:lnTo>
                  <a:pt x="39387" y="70469"/>
                </a:lnTo>
                <a:lnTo>
                  <a:pt x="39387" y="70842"/>
                </a:lnTo>
                <a:lnTo>
                  <a:pt x="39803" y="71214"/>
                </a:lnTo>
                <a:lnTo>
                  <a:pt x="39803" y="71586"/>
                </a:lnTo>
                <a:lnTo>
                  <a:pt x="40237" y="71974"/>
                </a:lnTo>
                <a:lnTo>
                  <a:pt x="40654" y="72719"/>
                </a:lnTo>
                <a:lnTo>
                  <a:pt x="40654" y="73091"/>
                </a:lnTo>
                <a:lnTo>
                  <a:pt x="41071" y="73464"/>
                </a:lnTo>
                <a:lnTo>
                  <a:pt x="41487" y="73836"/>
                </a:lnTo>
                <a:lnTo>
                  <a:pt x="41487" y="74208"/>
                </a:lnTo>
                <a:lnTo>
                  <a:pt x="41904" y="74969"/>
                </a:lnTo>
                <a:lnTo>
                  <a:pt x="41904" y="75341"/>
                </a:lnTo>
                <a:lnTo>
                  <a:pt x="42321" y="75713"/>
                </a:lnTo>
                <a:lnTo>
                  <a:pt x="42321" y="76086"/>
                </a:lnTo>
                <a:lnTo>
                  <a:pt x="42754" y="76846"/>
                </a:lnTo>
                <a:lnTo>
                  <a:pt x="43171" y="77218"/>
                </a:lnTo>
                <a:lnTo>
                  <a:pt x="43171" y="77591"/>
                </a:lnTo>
                <a:lnTo>
                  <a:pt x="43588" y="77963"/>
                </a:lnTo>
                <a:lnTo>
                  <a:pt x="44004" y="78336"/>
                </a:lnTo>
                <a:lnTo>
                  <a:pt x="44004" y="79096"/>
                </a:lnTo>
                <a:lnTo>
                  <a:pt x="44421" y="79468"/>
                </a:lnTo>
                <a:lnTo>
                  <a:pt x="44421" y="79840"/>
                </a:lnTo>
                <a:lnTo>
                  <a:pt x="44838" y="80213"/>
                </a:lnTo>
                <a:lnTo>
                  <a:pt x="44838" y="80958"/>
                </a:lnTo>
                <a:lnTo>
                  <a:pt x="45254" y="81345"/>
                </a:lnTo>
                <a:lnTo>
                  <a:pt x="45688" y="81718"/>
                </a:lnTo>
                <a:lnTo>
                  <a:pt x="45688" y="82090"/>
                </a:lnTo>
                <a:lnTo>
                  <a:pt x="46105" y="82835"/>
                </a:lnTo>
                <a:lnTo>
                  <a:pt x="46105" y="83207"/>
                </a:lnTo>
                <a:lnTo>
                  <a:pt x="46521" y="83580"/>
                </a:lnTo>
                <a:lnTo>
                  <a:pt x="46521" y="83968"/>
                </a:lnTo>
                <a:lnTo>
                  <a:pt x="46938" y="84712"/>
                </a:lnTo>
                <a:lnTo>
                  <a:pt x="47355" y="85085"/>
                </a:lnTo>
                <a:lnTo>
                  <a:pt x="47355" y="85457"/>
                </a:lnTo>
                <a:lnTo>
                  <a:pt x="47771" y="85829"/>
                </a:lnTo>
                <a:lnTo>
                  <a:pt x="48188" y="86590"/>
                </a:lnTo>
                <a:lnTo>
                  <a:pt x="48188" y="86962"/>
                </a:lnTo>
                <a:lnTo>
                  <a:pt x="48622" y="87334"/>
                </a:lnTo>
                <a:lnTo>
                  <a:pt x="48622" y="87707"/>
                </a:lnTo>
                <a:lnTo>
                  <a:pt x="49038" y="88079"/>
                </a:lnTo>
                <a:lnTo>
                  <a:pt x="49455" y="88839"/>
                </a:lnTo>
                <a:lnTo>
                  <a:pt x="49455" y="89212"/>
                </a:lnTo>
                <a:lnTo>
                  <a:pt x="49872" y="89584"/>
                </a:lnTo>
              </a:path>
            </a:pathLst>
          </a:custGeom>
          <a:ln w="23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208670" y="4637986"/>
            <a:ext cx="49889" cy="94828"/>
          </a:xfrm>
          <a:custGeom>
            <a:avLst/>
            <a:gdLst/>
            <a:ahLst/>
            <a:cxnLst/>
            <a:rect l="l" t="t" r="r" b="b"/>
            <a:pathLst>
              <a:path w="49889" h="94828">
                <a:moveTo>
                  <a:pt x="0" y="0"/>
                </a:moveTo>
                <a:lnTo>
                  <a:pt x="0" y="372"/>
                </a:lnTo>
                <a:lnTo>
                  <a:pt x="416" y="1117"/>
                </a:lnTo>
                <a:lnTo>
                  <a:pt x="416" y="1504"/>
                </a:lnTo>
                <a:lnTo>
                  <a:pt x="833" y="1877"/>
                </a:lnTo>
                <a:lnTo>
                  <a:pt x="1249" y="2249"/>
                </a:lnTo>
                <a:lnTo>
                  <a:pt x="1249" y="2994"/>
                </a:lnTo>
                <a:lnTo>
                  <a:pt x="1683" y="3366"/>
                </a:lnTo>
                <a:lnTo>
                  <a:pt x="2100" y="3754"/>
                </a:lnTo>
                <a:lnTo>
                  <a:pt x="2100" y="4127"/>
                </a:lnTo>
                <a:lnTo>
                  <a:pt x="2517" y="4871"/>
                </a:lnTo>
                <a:lnTo>
                  <a:pt x="2517" y="5244"/>
                </a:lnTo>
                <a:lnTo>
                  <a:pt x="2933" y="5616"/>
                </a:lnTo>
                <a:lnTo>
                  <a:pt x="2933" y="6004"/>
                </a:lnTo>
                <a:lnTo>
                  <a:pt x="3350" y="6749"/>
                </a:lnTo>
                <a:lnTo>
                  <a:pt x="3766" y="7121"/>
                </a:lnTo>
                <a:lnTo>
                  <a:pt x="3766" y="7493"/>
                </a:lnTo>
                <a:lnTo>
                  <a:pt x="4183" y="7866"/>
                </a:lnTo>
                <a:lnTo>
                  <a:pt x="4617" y="8254"/>
                </a:lnTo>
                <a:lnTo>
                  <a:pt x="4617" y="8998"/>
                </a:lnTo>
                <a:lnTo>
                  <a:pt x="5034" y="9371"/>
                </a:lnTo>
                <a:lnTo>
                  <a:pt x="5034" y="9743"/>
                </a:lnTo>
                <a:lnTo>
                  <a:pt x="5450" y="10488"/>
                </a:lnTo>
                <a:lnTo>
                  <a:pt x="5450" y="10876"/>
                </a:lnTo>
                <a:lnTo>
                  <a:pt x="5867" y="11248"/>
                </a:lnTo>
                <a:lnTo>
                  <a:pt x="6283" y="11620"/>
                </a:lnTo>
                <a:lnTo>
                  <a:pt x="6283" y="12365"/>
                </a:lnTo>
                <a:lnTo>
                  <a:pt x="6700" y="12737"/>
                </a:lnTo>
                <a:lnTo>
                  <a:pt x="6700" y="13125"/>
                </a:lnTo>
                <a:lnTo>
                  <a:pt x="7134" y="13498"/>
                </a:lnTo>
                <a:lnTo>
                  <a:pt x="7551" y="13870"/>
                </a:lnTo>
                <a:lnTo>
                  <a:pt x="7551" y="14615"/>
                </a:lnTo>
                <a:lnTo>
                  <a:pt x="7967" y="14987"/>
                </a:lnTo>
                <a:lnTo>
                  <a:pt x="8384" y="15375"/>
                </a:lnTo>
                <a:lnTo>
                  <a:pt x="8384" y="16120"/>
                </a:lnTo>
                <a:lnTo>
                  <a:pt x="8800" y="16492"/>
                </a:lnTo>
                <a:lnTo>
                  <a:pt x="8800" y="16864"/>
                </a:lnTo>
                <a:lnTo>
                  <a:pt x="9217" y="17237"/>
                </a:lnTo>
                <a:lnTo>
                  <a:pt x="9217" y="17997"/>
                </a:lnTo>
                <a:lnTo>
                  <a:pt x="9634" y="18369"/>
                </a:lnTo>
                <a:lnTo>
                  <a:pt x="10068" y="18742"/>
                </a:lnTo>
                <a:lnTo>
                  <a:pt x="10068" y="19114"/>
                </a:lnTo>
                <a:lnTo>
                  <a:pt x="10484" y="19859"/>
                </a:lnTo>
                <a:lnTo>
                  <a:pt x="10484" y="20247"/>
                </a:lnTo>
                <a:lnTo>
                  <a:pt x="10901" y="20619"/>
                </a:lnTo>
                <a:lnTo>
                  <a:pt x="11318" y="20992"/>
                </a:lnTo>
                <a:lnTo>
                  <a:pt x="11318" y="21736"/>
                </a:lnTo>
                <a:lnTo>
                  <a:pt x="11734" y="22109"/>
                </a:lnTo>
                <a:lnTo>
                  <a:pt x="11734" y="22496"/>
                </a:lnTo>
                <a:lnTo>
                  <a:pt x="12151" y="22869"/>
                </a:lnTo>
                <a:lnTo>
                  <a:pt x="12567" y="23614"/>
                </a:lnTo>
                <a:lnTo>
                  <a:pt x="12567" y="23986"/>
                </a:lnTo>
                <a:lnTo>
                  <a:pt x="13001" y="24358"/>
                </a:lnTo>
                <a:lnTo>
                  <a:pt x="13001" y="24746"/>
                </a:lnTo>
                <a:lnTo>
                  <a:pt x="13418" y="25491"/>
                </a:lnTo>
                <a:lnTo>
                  <a:pt x="13418" y="25863"/>
                </a:lnTo>
                <a:lnTo>
                  <a:pt x="13835" y="26236"/>
                </a:lnTo>
                <a:lnTo>
                  <a:pt x="14251" y="26980"/>
                </a:lnTo>
                <a:lnTo>
                  <a:pt x="14251" y="27368"/>
                </a:lnTo>
                <a:lnTo>
                  <a:pt x="14668" y="27741"/>
                </a:lnTo>
                <a:lnTo>
                  <a:pt x="15084" y="28113"/>
                </a:lnTo>
                <a:lnTo>
                  <a:pt x="15084" y="28485"/>
                </a:lnTo>
                <a:lnTo>
                  <a:pt x="15501" y="29230"/>
                </a:lnTo>
                <a:lnTo>
                  <a:pt x="15501" y="29618"/>
                </a:lnTo>
                <a:lnTo>
                  <a:pt x="15935" y="29990"/>
                </a:lnTo>
                <a:lnTo>
                  <a:pt x="16352" y="30735"/>
                </a:lnTo>
                <a:lnTo>
                  <a:pt x="16352" y="31107"/>
                </a:lnTo>
                <a:lnTo>
                  <a:pt x="16768" y="31480"/>
                </a:lnTo>
                <a:lnTo>
                  <a:pt x="16768" y="31868"/>
                </a:lnTo>
                <a:lnTo>
                  <a:pt x="17185" y="32612"/>
                </a:lnTo>
                <a:lnTo>
                  <a:pt x="17185" y="32985"/>
                </a:lnTo>
                <a:lnTo>
                  <a:pt x="17601" y="33357"/>
                </a:lnTo>
                <a:lnTo>
                  <a:pt x="18018" y="33729"/>
                </a:lnTo>
                <a:lnTo>
                  <a:pt x="18018" y="34490"/>
                </a:lnTo>
                <a:lnTo>
                  <a:pt x="18435" y="34862"/>
                </a:lnTo>
                <a:lnTo>
                  <a:pt x="18869" y="35234"/>
                </a:lnTo>
                <a:lnTo>
                  <a:pt x="18869" y="35979"/>
                </a:lnTo>
                <a:lnTo>
                  <a:pt x="19285" y="36352"/>
                </a:lnTo>
                <a:lnTo>
                  <a:pt x="19285" y="36739"/>
                </a:lnTo>
                <a:lnTo>
                  <a:pt x="19702" y="37112"/>
                </a:lnTo>
                <a:lnTo>
                  <a:pt x="19702" y="37484"/>
                </a:lnTo>
                <a:lnTo>
                  <a:pt x="20118" y="38229"/>
                </a:lnTo>
                <a:lnTo>
                  <a:pt x="20535" y="38601"/>
                </a:lnTo>
                <a:lnTo>
                  <a:pt x="20535" y="38989"/>
                </a:lnTo>
                <a:lnTo>
                  <a:pt x="20952" y="39734"/>
                </a:lnTo>
                <a:lnTo>
                  <a:pt x="20952" y="40106"/>
                </a:lnTo>
                <a:lnTo>
                  <a:pt x="21386" y="40479"/>
                </a:lnTo>
                <a:lnTo>
                  <a:pt x="21802" y="40851"/>
                </a:lnTo>
                <a:lnTo>
                  <a:pt x="21802" y="41611"/>
                </a:lnTo>
                <a:lnTo>
                  <a:pt x="22219" y="41984"/>
                </a:lnTo>
                <a:lnTo>
                  <a:pt x="22219" y="42356"/>
                </a:lnTo>
                <a:lnTo>
                  <a:pt x="22636" y="42728"/>
                </a:lnTo>
                <a:lnTo>
                  <a:pt x="23052" y="43473"/>
                </a:lnTo>
                <a:lnTo>
                  <a:pt x="23052" y="43861"/>
                </a:lnTo>
                <a:lnTo>
                  <a:pt x="23469" y="44233"/>
                </a:lnTo>
                <a:lnTo>
                  <a:pt x="23469" y="44978"/>
                </a:lnTo>
                <a:lnTo>
                  <a:pt x="23885" y="45350"/>
                </a:lnTo>
                <a:lnTo>
                  <a:pt x="24319" y="45723"/>
                </a:lnTo>
                <a:lnTo>
                  <a:pt x="24319" y="46111"/>
                </a:lnTo>
                <a:lnTo>
                  <a:pt x="24736" y="46855"/>
                </a:lnTo>
                <a:lnTo>
                  <a:pt x="24736" y="47228"/>
                </a:lnTo>
                <a:lnTo>
                  <a:pt x="25153" y="47600"/>
                </a:lnTo>
                <a:lnTo>
                  <a:pt x="25569" y="48360"/>
                </a:lnTo>
                <a:lnTo>
                  <a:pt x="25569" y="48733"/>
                </a:lnTo>
                <a:lnTo>
                  <a:pt x="25986" y="49105"/>
                </a:lnTo>
                <a:lnTo>
                  <a:pt x="25986" y="49477"/>
                </a:lnTo>
                <a:lnTo>
                  <a:pt x="26402" y="50222"/>
                </a:lnTo>
                <a:lnTo>
                  <a:pt x="26819" y="50594"/>
                </a:lnTo>
                <a:lnTo>
                  <a:pt x="26819" y="50982"/>
                </a:lnTo>
                <a:lnTo>
                  <a:pt x="27253" y="51355"/>
                </a:lnTo>
                <a:lnTo>
                  <a:pt x="27253" y="52099"/>
                </a:lnTo>
                <a:lnTo>
                  <a:pt x="27670" y="52472"/>
                </a:lnTo>
                <a:lnTo>
                  <a:pt x="27670" y="52844"/>
                </a:lnTo>
                <a:lnTo>
                  <a:pt x="28086" y="53604"/>
                </a:lnTo>
                <a:lnTo>
                  <a:pt x="28503" y="53977"/>
                </a:lnTo>
                <a:lnTo>
                  <a:pt x="28503" y="54349"/>
                </a:lnTo>
                <a:lnTo>
                  <a:pt x="28919" y="54721"/>
                </a:lnTo>
                <a:lnTo>
                  <a:pt x="29336" y="55482"/>
                </a:lnTo>
                <a:lnTo>
                  <a:pt x="29336" y="55854"/>
                </a:lnTo>
                <a:lnTo>
                  <a:pt x="29753" y="56226"/>
                </a:lnTo>
                <a:lnTo>
                  <a:pt x="29753" y="56599"/>
                </a:lnTo>
                <a:lnTo>
                  <a:pt x="30187" y="57344"/>
                </a:lnTo>
                <a:lnTo>
                  <a:pt x="30187" y="57716"/>
                </a:lnTo>
                <a:lnTo>
                  <a:pt x="30603" y="58104"/>
                </a:lnTo>
                <a:lnTo>
                  <a:pt x="31020" y="58848"/>
                </a:lnTo>
                <a:lnTo>
                  <a:pt x="31020" y="59221"/>
                </a:lnTo>
                <a:lnTo>
                  <a:pt x="31436" y="59593"/>
                </a:lnTo>
                <a:lnTo>
                  <a:pt x="31436" y="60353"/>
                </a:lnTo>
                <a:lnTo>
                  <a:pt x="31853" y="60726"/>
                </a:lnTo>
                <a:lnTo>
                  <a:pt x="32270" y="61098"/>
                </a:lnTo>
                <a:lnTo>
                  <a:pt x="32270" y="61471"/>
                </a:lnTo>
                <a:lnTo>
                  <a:pt x="32704" y="61843"/>
                </a:lnTo>
                <a:lnTo>
                  <a:pt x="33120" y="62603"/>
                </a:lnTo>
                <a:lnTo>
                  <a:pt x="33120" y="62976"/>
                </a:lnTo>
                <a:lnTo>
                  <a:pt x="33537" y="63720"/>
                </a:lnTo>
                <a:lnTo>
                  <a:pt x="33537" y="64093"/>
                </a:lnTo>
                <a:lnTo>
                  <a:pt x="33954" y="64465"/>
                </a:lnTo>
                <a:lnTo>
                  <a:pt x="33954" y="64853"/>
                </a:lnTo>
                <a:lnTo>
                  <a:pt x="34370" y="65225"/>
                </a:lnTo>
                <a:lnTo>
                  <a:pt x="34787" y="65970"/>
                </a:lnTo>
                <a:lnTo>
                  <a:pt x="34787" y="66342"/>
                </a:lnTo>
                <a:lnTo>
                  <a:pt x="35203" y="66715"/>
                </a:lnTo>
                <a:lnTo>
                  <a:pt x="35637" y="67475"/>
                </a:lnTo>
                <a:lnTo>
                  <a:pt x="35637" y="67847"/>
                </a:lnTo>
                <a:lnTo>
                  <a:pt x="36054" y="68220"/>
                </a:lnTo>
                <a:lnTo>
                  <a:pt x="36054" y="68964"/>
                </a:lnTo>
                <a:lnTo>
                  <a:pt x="36471" y="69337"/>
                </a:lnTo>
                <a:lnTo>
                  <a:pt x="36471" y="69725"/>
                </a:lnTo>
                <a:lnTo>
                  <a:pt x="36887" y="70097"/>
                </a:lnTo>
                <a:lnTo>
                  <a:pt x="37304" y="70842"/>
                </a:lnTo>
                <a:lnTo>
                  <a:pt x="37304" y="71214"/>
                </a:lnTo>
                <a:lnTo>
                  <a:pt x="37720" y="71586"/>
                </a:lnTo>
                <a:lnTo>
                  <a:pt x="37720" y="72347"/>
                </a:lnTo>
                <a:lnTo>
                  <a:pt x="38137" y="72719"/>
                </a:lnTo>
                <a:lnTo>
                  <a:pt x="38137" y="73091"/>
                </a:lnTo>
                <a:lnTo>
                  <a:pt x="38571" y="73464"/>
                </a:lnTo>
                <a:lnTo>
                  <a:pt x="38988" y="74208"/>
                </a:lnTo>
                <a:lnTo>
                  <a:pt x="39404" y="74596"/>
                </a:lnTo>
                <a:lnTo>
                  <a:pt x="39404" y="74969"/>
                </a:lnTo>
                <a:lnTo>
                  <a:pt x="39821" y="75713"/>
                </a:lnTo>
                <a:lnTo>
                  <a:pt x="39821" y="76086"/>
                </a:lnTo>
                <a:lnTo>
                  <a:pt x="40237" y="76458"/>
                </a:lnTo>
                <a:lnTo>
                  <a:pt x="40237" y="76846"/>
                </a:lnTo>
                <a:lnTo>
                  <a:pt x="40654" y="77591"/>
                </a:lnTo>
                <a:lnTo>
                  <a:pt x="41071" y="77963"/>
                </a:lnTo>
                <a:lnTo>
                  <a:pt x="41071" y="78336"/>
                </a:lnTo>
                <a:lnTo>
                  <a:pt x="41505" y="79096"/>
                </a:lnTo>
                <a:lnTo>
                  <a:pt x="41505" y="79468"/>
                </a:lnTo>
                <a:lnTo>
                  <a:pt x="41921" y="79840"/>
                </a:lnTo>
                <a:lnTo>
                  <a:pt x="41921" y="80585"/>
                </a:lnTo>
                <a:lnTo>
                  <a:pt x="42338" y="80958"/>
                </a:lnTo>
                <a:lnTo>
                  <a:pt x="42754" y="81330"/>
                </a:lnTo>
                <a:lnTo>
                  <a:pt x="42754" y="81718"/>
                </a:lnTo>
                <a:lnTo>
                  <a:pt x="43171" y="82463"/>
                </a:lnTo>
                <a:lnTo>
                  <a:pt x="43588" y="82835"/>
                </a:lnTo>
                <a:lnTo>
                  <a:pt x="43588" y="83207"/>
                </a:lnTo>
                <a:lnTo>
                  <a:pt x="44004" y="83968"/>
                </a:lnTo>
                <a:lnTo>
                  <a:pt x="44004" y="84340"/>
                </a:lnTo>
                <a:lnTo>
                  <a:pt x="44438" y="84712"/>
                </a:lnTo>
                <a:lnTo>
                  <a:pt x="44438" y="85085"/>
                </a:lnTo>
                <a:lnTo>
                  <a:pt x="44855" y="85829"/>
                </a:lnTo>
                <a:lnTo>
                  <a:pt x="45272" y="86217"/>
                </a:lnTo>
                <a:lnTo>
                  <a:pt x="45272" y="86590"/>
                </a:lnTo>
                <a:lnTo>
                  <a:pt x="45688" y="87334"/>
                </a:lnTo>
                <a:lnTo>
                  <a:pt x="46105" y="87707"/>
                </a:lnTo>
                <a:lnTo>
                  <a:pt x="46105" y="88079"/>
                </a:lnTo>
                <a:lnTo>
                  <a:pt x="46521" y="88839"/>
                </a:lnTo>
                <a:lnTo>
                  <a:pt x="46521" y="89212"/>
                </a:lnTo>
                <a:lnTo>
                  <a:pt x="46955" y="89584"/>
                </a:lnTo>
                <a:lnTo>
                  <a:pt x="47372" y="89956"/>
                </a:lnTo>
                <a:lnTo>
                  <a:pt x="47372" y="90701"/>
                </a:lnTo>
                <a:lnTo>
                  <a:pt x="47789" y="91089"/>
                </a:lnTo>
                <a:lnTo>
                  <a:pt x="47789" y="91461"/>
                </a:lnTo>
                <a:lnTo>
                  <a:pt x="48205" y="92206"/>
                </a:lnTo>
                <a:lnTo>
                  <a:pt x="48205" y="92578"/>
                </a:lnTo>
                <a:lnTo>
                  <a:pt x="48622" y="92951"/>
                </a:lnTo>
                <a:lnTo>
                  <a:pt x="49038" y="93711"/>
                </a:lnTo>
                <a:lnTo>
                  <a:pt x="49038" y="94083"/>
                </a:lnTo>
                <a:lnTo>
                  <a:pt x="49455" y="94456"/>
                </a:lnTo>
                <a:lnTo>
                  <a:pt x="49889" y="94828"/>
                </a:lnTo>
              </a:path>
            </a:pathLst>
          </a:custGeom>
          <a:ln w="237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258559" y="4732814"/>
            <a:ext cx="49455" cy="98955"/>
          </a:xfrm>
          <a:custGeom>
            <a:avLst/>
            <a:gdLst/>
            <a:ahLst/>
            <a:cxnLst/>
            <a:rect l="l" t="t" r="r" b="b"/>
            <a:pathLst>
              <a:path w="49455" h="98955">
                <a:moveTo>
                  <a:pt x="0" y="0"/>
                </a:moveTo>
                <a:lnTo>
                  <a:pt x="0" y="760"/>
                </a:lnTo>
                <a:lnTo>
                  <a:pt x="416" y="1132"/>
                </a:lnTo>
                <a:lnTo>
                  <a:pt x="416" y="1504"/>
                </a:lnTo>
                <a:lnTo>
                  <a:pt x="833" y="2249"/>
                </a:lnTo>
                <a:lnTo>
                  <a:pt x="833" y="2622"/>
                </a:lnTo>
                <a:lnTo>
                  <a:pt x="1249" y="2994"/>
                </a:lnTo>
                <a:lnTo>
                  <a:pt x="1666" y="3754"/>
                </a:lnTo>
                <a:lnTo>
                  <a:pt x="1666" y="4127"/>
                </a:lnTo>
                <a:lnTo>
                  <a:pt x="2083" y="4499"/>
                </a:lnTo>
                <a:lnTo>
                  <a:pt x="2083" y="4871"/>
                </a:lnTo>
                <a:lnTo>
                  <a:pt x="2499" y="5632"/>
                </a:lnTo>
                <a:lnTo>
                  <a:pt x="2933" y="6004"/>
                </a:lnTo>
                <a:lnTo>
                  <a:pt x="2933" y="6376"/>
                </a:lnTo>
                <a:lnTo>
                  <a:pt x="3350" y="7121"/>
                </a:lnTo>
                <a:lnTo>
                  <a:pt x="3350" y="7493"/>
                </a:lnTo>
                <a:lnTo>
                  <a:pt x="3766" y="7881"/>
                </a:lnTo>
                <a:lnTo>
                  <a:pt x="4183" y="8626"/>
                </a:lnTo>
                <a:lnTo>
                  <a:pt x="4183" y="8998"/>
                </a:lnTo>
                <a:lnTo>
                  <a:pt x="4600" y="9371"/>
                </a:lnTo>
                <a:lnTo>
                  <a:pt x="4600" y="10131"/>
                </a:lnTo>
                <a:lnTo>
                  <a:pt x="5016" y="10503"/>
                </a:lnTo>
                <a:lnTo>
                  <a:pt x="5016" y="10876"/>
                </a:lnTo>
                <a:lnTo>
                  <a:pt x="5433" y="11248"/>
                </a:lnTo>
                <a:lnTo>
                  <a:pt x="5867" y="11993"/>
                </a:lnTo>
                <a:lnTo>
                  <a:pt x="5867" y="12365"/>
                </a:lnTo>
                <a:lnTo>
                  <a:pt x="6283" y="12753"/>
                </a:lnTo>
                <a:lnTo>
                  <a:pt x="6700" y="13498"/>
                </a:lnTo>
                <a:lnTo>
                  <a:pt x="6700" y="13870"/>
                </a:lnTo>
                <a:lnTo>
                  <a:pt x="7117" y="14242"/>
                </a:lnTo>
                <a:lnTo>
                  <a:pt x="7117" y="15003"/>
                </a:lnTo>
                <a:lnTo>
                  <a:pt x="7533" y="15375"/>
                </a:lnTo>
                <a:lnTo>
                  <a:pt x="7950" y="15747"/>
                </a:lnTo>
                <a:lnTo>
                  <a:pt x="7950" y="16120"/>
                </a:lnTo>
                <a:lnTo>
                  <a:pt x="8366" y="16864"/>
                </a:lnTo>
                <a:lnTo>
                  <a:pt x="8366" y="17252"/>
                </a:lnTo>
                <a:lnTo>
                  <a:pt x="8800" y="17625"/>
                </a:lnTo>
                <a:lnTo>
                  <a:pt x="8800" y="18369"/>
                </a:lnTo>
                <a:lnTo>
                  <a:pt x="9217" y="18742"/>
                </a:lnTo>
                <a:lnTo>
                  <a:pt x="9634" y="19114"/>
                </a:lnTo>
                <a:lnTo>
                  <a:pt x="9634" y="19874"/>
                </a:lnTo>
                <a:lnTo>
                  <a:pt x="10050" y="20247"/>
                </a:lnTo>
                <a:lnTo>
                  <a:pt x="10467" y="20619"/>
                </a:lnTo>
                <a:lnTo>
                  <a:pt x="10467" y="21364"/>
                </a:lnTo>
                <a:lnTo>
                  <a:pt x="10884" y="21736"/>
                </a:lnTo>
                <a:lnTo>
                  <a:pt x="10884" y="22124"/>
                </a:lnTo>
                <a:lnTo>
                  <a:pt x="11318" y="22496"/>
                </a:lnTo>
                <a:lnTo>
                  <a:pt x="11318" y="23241"/>
                </a:lnTo>
                <a:lnTo>
                  <a:pt x="11734" y="23614"/>
                </a:lnTo>
                <a:lnTo>
                  <a:pt x="12151" y="23986"/>
                </a:lnTo>
                <a:lnTo>
                  <a:pt x="12151" y="24746"/>
                </a:lnTo>
                <a:lnTo>
                  <a:pt x="12567" y="25119"/>
                </a:lnTo>
                <a:lnTo>
                  <a:pt x="12567" y="25863"/>
                </a:lnTo>
                <a:lnTo>
                  <a:pt x="12984" y="26236"/>
                </a:lnTo>
                <a:lnTo>
                  <a:pt x="13401" y="26624"/>
                </a:lnTo>
                <a:lnTo>
                  <a:pt x="13401" y="26996"/>
                </a:lnTo>
                <a:lnTo>
                  <a:pt x="13869" y="27741"/>
                </a:lnTo>
                <a:lnTo>
                  <a:pt x="14216" y="28113"/>
                </a:lnTo>
                <a:lnTo>
                  <a:pt x="14216" y="28485"/>
                </a:lnTo>
                <a:lnTo>
                  <a:pt x="14737" y="29246"/>
                </a:lnTo>
                <a:lnTo>
                  <a:pt x="14737" y="29618"/>
                </a:lnTo>
                <a:lnTo>
                  <a:pt x="15084" y="29990"/>
                </a:lnTo>
                <a:lnTo>
                  <a:pt x="15084" y="30735"/>
                </a:lnTo>
                <a:lnTo>
                  <a:pt x="15432" y="31107"/>
                </a:lnTo>
                <a:lnTo>
                  <a:pt x="15952" y="31495"/>
                </a:lnTo>
                <a:lnTo>
                  <a:pt x="15952" y="32240"/>
                </a:lnTo>
                <a:lnTo>
                  <a:pt x="16300" y="32612"/>
                </a:lnTo>
                <a:lnTo>
                  <a:pt x="16300" y="32985"/>
                </a:lnTo>
                <a:lnTo>
                  <a:pt x="16820" y="33745"/>
                </a:lnTo>
                <a:lnTo>
                  <a:pt x="17167" y="34117"/>
                </a:lnTo>
                <a:lnTo>
                  <a:pt x="17167" y="34490"/>
                </a:lnTo>
                <a:lnTo>
                  <a:pt x="17515" y="34862"/>
                </a:lnTo>
                <a:lnTo>
                  <a:pt x="17515" y="35607"/>
                </a:lnTo>
                <a:lnTo>
                  <a:pt x="18035" y="35979"/>
                </a:lnTo>
                <a:lnTo>
                  <a:pt x="18383" y="36367"/>
                </a:lnTo>
                <a:lnTo>
                  <a:pt x="18383" y="37112"/>
                </a:lnTo>
                <a:lnTo>
                  <a:pt x="18903" y="37484"/>
                </a:lnTo>
                <a:lnTo>
                  <a:pt x="18903" y="37856"/>
                </a:lnTo>
                <a:lnTo>
                  <a:pt x="19251" y="38617"/>
                </a:lnTo>
                <a:lnTo>
                  <a:pt x="19251" y="38989"/>
                </a:lnTo>
                <a:lnTo>
                  <a:pt x="19771" y="39361"/>
                </a:lnTo>
                <a:lnTo>
                  <a:pt x="20118" y="40106"/>
                </a:lnTo>
                <a:lnTo>
                  <a:pt x="20118" y="40479"/>
                </a:lnTo>
                <a:lnTo>
                  <a:pt x="20466" y="40866"/>
                </a:lnTo>
                <a:lnTo>
                  <a:pt x="20986" y="41611"/>
                </a:lnTo>
                <a:lnTo>
                  <a:pt x="20986" y="41984"/>
                </a:lnTo>
                <a:lnTo>
                  <a:pt x="21334" y="42356"/>
                </a:lnTo>
                <a:lnTo>
                  <a:pt x="21334" y="42728"/>
                </a:lnTo>
                <a:lnTo>
                  <a:pt x="21854" y="43488"/>
                </a:lnTo>
                <a:lnTo>
                  <a:pt x="22202" y="43861"/>
                </a:lnTo>
                <a:lnTo>
                  <a:pt x="22202" y="44233"/>
                </a:lnTo>
                <a:lnTo>
                  <a:pt x="22549" y="44978"/>
                </a:lnTo>
                <a:lnTo>
                  <a:pt x="22549" y="45350"/>
                </a:lnTo>
                <a:lnTo>
                  <a:pt x="23069" y="46111"/>
                </a:lnTo>
                <a:lnTo>
                  <a:pt x="23069" y="46483"/>
                </a:lnTo>
                <a:lnTo>
                  <a:pt x="23417" y="46855"/>
                </a:lnTo>
                <a:lnTo>
                  <a:pt x="23937" y="47228"/>
                </a:lnTo>
                <a:lnTo>
                  <a:pt x="23937" y="47988"/>
                </a:lnTo>
                <a:lnTo>
                  <a:pt x="24285" y="48360"/>
                </a:lnTo>
                <a:lnTo>
                  <a:pt x="24805" y="48733"/>
                </a:lnTo>
                <a:lnTo>
                  <a:pt x="24805" y="49477"/>
                </a:lnTo>
                <a:lnTo>
                  <a:pt x="25153" y="49850"/>
                </a:lnTo>
                <a:lnTo>
                  <a:pt x="25153" y="50238"/>
                </a:lnTo>
                <a:lnTo>
                  <a:pt x="25500" y="50982"/>
                </a:lnTo>
                <a:lnTo>
                  <a:pt x="25500" y="51355"/>
                </a:lnTo>
                <a:lnTo>
                  <a:pt x="26020" y="51727"/>
                </a:lnTo>
                <a:lnTo>
                  <a:pt x="26368" y="52472"/>
                </a:lnTo>
                <a:lnTo>
                  <a:pt x="26368" y="52860"/>
                </a:lnTo>
                <a:lnTo>
                  <a:pt x="26888" y="53232"/>
                </a:lnTo>
                <a:lnTo>
                  <a:pt x="27236" y="53977"/>
                </a:lnTo>
                <a:lnTo>
                  <a:pt x="27236" y="54349"/>
                </a:lnTo>
                <a:lnTo>
                  <a:pt x="27583" y="54721"/>
                </a:lnTo>
                <a:lnTo>
                  <a:pt x="27583" y="55482"/>
                </a:lnTo>
                <a:lnTo>
                  <a:pt x="28104" y="55854"/>
                </a:lnTo>
                <a:lnTo>
                  <a:pt x="28104" y="56226"/>
                </a:lnTo>
                <a:lnTo>
                  <a:pt x="28451" y="56971"/>
                </a:lnTo>
                <a:lnTo>
                  <a:pt x="28972" y="57359"/>
                </a:lnTo>
                <a:lnTo>
                  <a:pt x="28972" y="57731"/>
                </a:lnTo>
                <a:lnTo>
                  <a:pt x="29319" y="58104"/>
                </a:lnTo>
                <a:lnTo>
                  <a:pt x="29319" y="58848"/>
                </a:lnTo>
                <a:lnTo>
                  <a:pt x="29666" y="59221"/>
                </a:lnTo>
                <a:lnTo>
                  <a:pt x="30187" y="59981"/>
                </a:lnTo>
                <a:lnTo>
                  <a:pt x="30187" y="60353"/>
                </a:lnTo>
                <a:lnTo>
                  <a:pt x="30534" y="60726"/>
                </a:lnTo>
                <a:lnTo>
                  <a:pt x="31055" y="61471"/>
                </a:lnTo>
                <a:lnTo>
                  <a:pt x="31055" y="61843"/>
                </a:lnTo>
                <a:lnTo>
                  <a:pt x="31402" y="62231"/>
                </a:lnTo>
                <a:lnTo>
                  <a:pt x="31402" y="62976"/>
                </a:lnTo>
                <a:lnTo>
                  <a:pt x="31923" y="63348"/>
                </a:lnTo>
                <a:lnTo>
                  <a:pt x="31923" y="63720"/>
                </a:lnTo>
                <a:lnTo>
                  <a:pt x="32270" y="64480"/>
                </a:lnTo>
                <a:lnTo>
                  <a:pt x="32617" y="64853"/>
                </a:lnTo>
                <a:lnTo>
                  <a:pt x="32617" y="65225"/>
                </a:lnTo>
                <a:lnTo>
                  <a:pt x="33138" y="65598"/>
                </a:lnTo>
                <a:lnTo>
                  <a:pt x="33138" y="66342"/>
                </a:lnTo>
                <a:lnTo>
                  <a:pt x="33485" y="66730"/>
                </a:lnTo>
                <a:lnTo>
                  <a:pt x="33485" y="67103"/>
                </a:lnTo>
                <a:lnTo>
                  <a:pt x="34006" y="67847"/>
                </a:lnTo>
                <a:lnTo>
                  <a:pt x="34353" y="68220"/>
                </a:lnTo>
                <a:lnTo>
                  <a:pt x="34353" y="68592"/>
                </a:lnTo>
                <a:lnTo>
                  <a:pt x="34700" y="69352"/>
                </a:lnTo>
                <a:lnTo>
                  <a:pt x="35221" y="69725"/>
                </a:lnTo>
                <a:lnTo>
                  <a:pt x="35221" y="70469"/>
                </a:lnTo>
                <a:lnTo>
                  <a:pt x="35568" y="70842"/>
                </a:lnTo>
                <a:lnTo>
                  <a:pt x="35568" y="71214"/>
                </a:lnTo>
                <a:lnTo>
                  <a:pt x="36089" y="71974"/>
                </a:lnTo>
                <a:lnTo>
                  <a:pt x="36089" y="72347"/>
                </a:lnTo>
                <a:lnTo>
                  <a:pt x="36436" y="72719"/>
                </a:lnTo>
                <a:lnTo>
                  <a:pt x="36957" y="73464"/>
                </a:lnTo>
                <a:lnTo>
                  <a:pt x="36957" y="73852"/>
                </a:lnTo>
                <a:lnTo>
                  <a:pt x="37304" y="74224"/>
                </a:lnTo>
                <a:lnTo>
                  <a:pt x="37651" y="74596"/>
                </a:lnTo>
                <a:lnTo>
                  <a:pt x="37651" y="75341"/>
                </a:lnTo>
                <a:lnTo>
                  <a:pt x="38172" y="75713"/>
                </a:lnTo>
                <a:lnTo>
                  <a:pt x="38172" y="76086"/>
                </a:lnTo>
                <a:lnTo>
                  <a:pt x="38519" y="76846"/>
                </a:lnTo>
                <a:lnTo>
                  <a:pt x="39040" y="77218"/>
                </a:lnTo>
                <a:lnTo>
                  <a:pt x="39040" y="77591"/>
                </a:lnTo>
                <a:lnTo>
                  <a:pt x="39387" y="78336"/>
                </a:lnTo>
                <a:lnTo>
                  <a:pt x="39387" y="78723"/>
                </a:lnTo>
                <a:lnTo>
                  <a:pt x="39734" y="79468"/>
                </a:lnTo>
                <a:lnTo>
                  <a:pt x="39734" y="79840"/>
                </a:lnTo>
                <a:lnTo>
                  <a:pt x="40255" y="80213"/>
                </a:lnTo>
                <a:lnTo>
                  <a:pt x="40602" y="80973"/>
                </a:lnTo>
                <a:lnTo>
                  <a:pt x="40602" y="81345"/>
                </a:lnTo>
                <a:lnTo>
                  <a:pt x="41123" y="81718"/>
                </a:lnTo>
                <a:lnTo>
                  <a:pt x="41470" y="82463"/>
                </a:lnTo>
                <a:lnTo>
                  <a:pt x="41470" y="82835"/>
                </a:lnTo>
                <a:lnTo>
                  <a:pt x="41991" y="83207"/>
                </a:lnTo>
                <a:lnTo>
                  <a:pt x="41991" y="83968"/>
                </a:lnTo>
                <a:lnTo>
                  <a:pt x="42338" y="84340"/>
                </a:lnTo>
                <a:lnTo>
                  <a:pt x="42338" y="84712"/>
                </a:lnTo>
                <a:lnTo>
                  <a:pt x="42685" y="85085"/>
                </a:lnTo>
                <a:lnTo>
                  <a:pt x="43206" y="85845"/>
                </a:lnTo>
                <a:lnTo>
                  <a:pt x="43206" y="86217"/>
                </a:lnTo>
                <a:lnTo>
                  <a:pt x="43553" y="86590"/>
                </a:lnTo>
                <a:lnTo>
                  <a:pt x="43553" y="87334"/>
                </a:lnTo>
                <a:lnTo>
                  <a:pt x="44074" y="87707"/>
                </a:lnTo>
                <a:lnTo>
                  <a:pt x="44074" y="88095"/>
                </a:lnTo>
                <a:lnTo>
                  <a:pt x="44421" y="88839"/>
                </a:lnTo>
                <a:lnTo>
                  <a:pt x="44768" y="89212"/>
                </a:lnTo>
                <a:lnTo>
                  <a:pt x="44768" y="89956"/>
                </a:lnTo>
                <a:lnTo>
                  <a:pt x="45289" y="90344"/>
                </a:lnTo>
                <a:lnTo>
                  <a:pt x="45636" y="90717"/>
                </a:lnTo>
                <a:lnTo>
                  <a:pt x="45636" y="91461"/>
                </a:lnTo>
                <a:lnTo>
                  <a:pt x="46157" y="91834"/>
                </a:lnTo>
                <a:lnTo>
                  <a:pt x="46157" y="92206"/>
                </a:lnTo>
                <a:lnTo>
                  <a:pt x="46504" y="92966"/>
                </a:lnTo>
                <a:lnTo>
                  <a:pt x="47025" y="93339"/>
                </a:lnTo>
                <a:lnTo>
                  <a:pt x="47025" y="93711"/>
                </a:lnTo>
                <a:lnTo>
                  <a:pt x="47372" y="94456"/>
                </a:lnTo>
                <a:lnTo>
                  <a:pt x="47372" y="94828"/>
                </a:lnTo>
                <a:lnTo>
                  <a:pt x="47719" y="95216"/>
                </a:lnTo>
                <a:lnTo>
                  <a:pt x="48240" y="95961"/>
                </a:lnTo>
                <a:lnTo>
                  <a:pt x="48240" y="96333"/>
                </a:lnTo>
                <a:lnTo>
                  <a:pt x="48587" y="96705"/>
                </a:lnTo>
                <a:lnTo>
                  <a:pt x="48587" y="97466"/>
                </a:lnTo>
                <a:lnTo>
                  <a:pt x="49108" y="97838"/>
                </a:lnTo>
                <a:lnTo>
                  <a:pt x="49455" y="98210"/>
                </a:lnTo>
                <a:lnTo>
                  <a:pt x="49455" y="98955"/>
                </a:lnTo>
              </a:path>
            </a:pathLst>
          </a:custGeom>
          <a:ln w="23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308015" y="4831770"/>
            <a:ext cx="49820" cy="100832"/>
          </a:xfrm>
          <a:custGeom>
            <a:avLst/>
            <a:gdLst/>
            <a:ahLst/>
            <a:cxnLst/>
            <a:rect l="l" t="t" r="r" b="b"/>
            <a:pathLst>
              <a:path w="49820" h="100832">
                <a:moveTo>
                  <a:pt x="0" y="0"/>
                </a:moveTo>
                <a:lnTo>
                  <a:pt x="347" y="372"/>
                </a:lnTo>
                <a:lnTo>
                  <a:pt x="347" y="744"/>
                </a:lnTo>
                <a:lnTo>
                  <a:pt x="867" y="1504"/>
                </a:lnTo>
                <a:lnTo>
                  <a:pt x="867" y="1877"/>
                </a:lnTo>
                <a:lnTo>
                  <a:pt x="1215" y="2249"/>
                </a:lnTo>
                <a:lnTo>
                  <a:pt x="1735" y="2994"/>
                </a:lnTo>
                <a:lnTo>
                  <a:pt x="1735" y="3382"/>
                </a:lnTo>
                <a:lnTo>
                  <a:pt x="2083" y="4127"/>
                </a:lnTo>
                <a:lnTo>
                  <a:pt x="2430" y="4499"/>
                </a:lnTo>
                <a:lnTo>
                  <a:pt x="2430" y="4871"/>
                </a:lnTo>
                <a:lnTo>
                  <a:pt x="2951" y="5632"/>
                </a:lnTo>
                <a:lnTo>
                  <a:pt x="2951" y="6004"/>
                </a:lnTo>
                <a:lnTo>
                  <a:pt x="3298" y="6376"/>
                </a:lnTo>
                <a:lnTo>
                  <a:pt x="3298" y="7121"/>
                </a:lnTo>
                <a:lnTo>
                  <a:pt x="3818" y="7493"/>
                </a:lnTo>
                <a:lnTo>
                  <a:pt x="4166" y="7881"/>
                </a:lnTo>
                <a:lnTo>
                  <a:pt x="4166" y="8626"/>
                </a:lnTo>
                <a:lnTo>
                  <a:pt x="4686" y="8998"/>
                </a:lnTo>
                <a:lnTo>
                  <a:pt x="4686" y="9371"/>
                </a:lnTo>
                <a:lnTo>
                  <a:pt x="5034" y="10115"/>
                </a:lnTo>
                <a:lnTo>
                  <a:pt x="5381" y="10503"/>
                </a:lnTo>
                <a:lnTo>
                  <a:pt x="5381" y="10876"/>
                </a:lnTo>
                <a:lnTo>
                  <a:pt x="5902" y="11620"/>
                </a:lnTo>
                <a:lnTo>
                  <a:pt x="6249" y="11993"/>
                </a:lnTo>
                <a:lnTo>
                  <a:pt x="6249" y="12365"/>
                </a:lnTo>
                <a:lnTo>
                  <a:pt x="6769" y="13125"/>
                </a:lnTo>
                <a:lnTo>
                  <a:pt x="6769" y="13498"/>
                </a:lnTo>
                <a:lnTo>
                  <a:pt x="7117" y="13870"/>
                </a:lnTo>
                <a:lnTo>
                  <a:pt x="7117" y="14615"/>
                </a:lnTo>
                <a:lnTo>
                  <a:pt x="7464" y="15003"/>
                </a:lnTo>
                <a:lnTo>
                  <a:pt x="7985" y="15375"/>
                </a:lnTo>
                <a:lnTo>
                  <a:pt x="7985" y="16120"/>
                </a:lnTo>
                <a:lnTo>
                  <a:pt x="8332" y="16492"/>
                </a:lnTo>
                <a:lnTo>
                  <a:pt x="8332" y="16864"/>
                </a:lnTo>
                <a:lnTo>
                  <a:pt x="8853" y="17625"/>
                </a:lnTo>
                <a:lnTo>
                  <a:pt x="9200" y="17997"/>
                </a:lnTo>
                <a:lnTo>
                  <a:pt x="9200" y="18742"/>
                </a:lnTo>
                <a:lnTo>
                  <a:pt x="9720" y="19114"/>
                </a:lnTo>
                <a:lnTo>
                  <a:pt x="9720" y="19487"/>
                </a:lnTo>
                <a:lnTo>
                  <a:pt x="10068" y="20247"/>
                </a:lnTo>
                <a:lnTo>
                  <a:pt x="10415" y="20619"/>
                </a:lnTo>
                <a:lnTo>
                  <a:pt x="10415" y="20992"/>
                </a:lnTo>
                <a:lnTo>
                  <a:pt x="10936" y="21736"/>
                </a:lnTo>
                <a:lnTo>
                  <a:pt x="10936" y="22124"/>
                </a:lnTo>
                <a:lnTo>
                  <a:pt x="11283" y="22496"/>
                </a:lnTo>
                <a:lnTo>
                  <a:pt x="11283" y="23241"/>
                </a:lnTo>
                <a:lnTo>
                  <a:pt x="11804" y="23614"/>
                </a:lnTo>
                <a:lnTo>
                  <a:pt x="12151" y="23986"/>
                </a:lnTo>
                <a:lnTo>
                  <a:pt x="12151" y="24746"/>
                </a:lnTo>
                <a:lnTo>
                  <a:pt x="12498" y="25119"/>
                </a:lnTo>
                <a:lnTo>
                  <a:pt x="13019" y="25491"/>
                </a:lnTo>
                <a:lnTo>
                  <a:pt x="13019" y="26236"/>
                </a:lnTo>
                <a:lnTo>
                  <a:pt x="13366" y="26608"/>
                </a:lnTo>
                <a:lnTo>
                  <a:pt x="13366" y="26996"/>
                </a:lnTo>
                <a:lnTo>
                  <a:pt x="13887" y="27741"/>
                </a:lnTo>
                <a:lnTo>
                  <a:pt x="14234" y="28113"/>
                </a:lnTo>
                <a:lnTo>
                  <a:pt x="14234" y="28485"/>
                </a:lnTo>
                <a:lnTo>
                  <a:pt x="14755" y="29246"/>
                </a:lnTo>
                <a:lnTo>
                  <a:pt x="14755" y="29618"/>
                </a:lnTo>
                <a:lnTo>
                  <a:pt x="15102" y="29990"/>
                </a:lnTo>
                <a:lnTo>
                  <a:pt x="15102" y="30735"/>
                </a:lnTo>
                <a:lnTo>
                  <a:pt x="15449" y="31107"/>
                </a:lnTo>
                <a:lnTo>
                  <a:pt x="15970" y="31495"/>
                </a:lnTo>
                <a:lnTo>
                  <a:pt x="15970" y="32240"/>
                </a:lnTo>
                <a:lnTo>
                  <a:pt x="16317" y="32612"/>
                </a:lnTo>
                <a:lnTo>
                  <a:pt x="16838" y="33357"/>
                </a:lnTo>
                <a:lnTo>
                  <a:pt x="16838" y="33729"/>
                </a:lnTo>
                <a:lnTo>
                  <a:pt x="17185" y="34117"/>
                </a:lnTo>
                <a:lnTo>
                  <a:pt x="17185" y="34862"/>
                </a:lnTo>
                <a:lnTo>
                  <a:pt x="17532" y="35234"/>
                </a:lnTo>
                <a:lnTo>
                  <a:pt x="17532" y="35607"/>
                </a:lnTo>
                <a:lnTo>
                  <a:pt x="18053" y="36367"/>
                </a:lnTo>
                <a:lnTo>
                  <a:pt x="18400" y="36739"/>
                </a:lnTo>
                <a:lnTo>
                  <a:pt x="18400" y="37112"/>
                </a:lnTo>
                <a:lnTo>
                  <a:pt x="18921" y="37856"/>
                </a:lnTo>
                <a:lnTo>
                  <a:pt x="18921" y="38229"/>
                </a:lnTo>
                <a:lnTo>
                  <a:pt x="19268" y="38989"/>
                </a:lnTo>
                <a:lnTo>
                  <a:pt x="19615" y="39361"/>
                </a:lnTo>
                <a:lnTo>
                  <a:pt x="19615" y="39734"/>
                </a:lnTo>
                <a:lnTo>
                  <a:pt x="20136" y="40479"/>
                </a:lnTo>
                <a:lnTo>
                  <a:pt x="20136" y="40851"/>
                </a:lnTo>
                <a:lnTo>
                  <a:pt x="20483" y="41239"/>
                </a:lnTo>
                <a:lnTo>
                  <a:pt x="21004" y="41984"/>
                </a:lnTo>
                <a:lnTo>
                  <a:pt x="21004" y="42356"/>
                </a:lnTo>
                <a:lnTo>
                  <a:pt x="21351" y="42728"/>
                </a:lnTo>
                <a:lnTo>
                  <a:pt x="21351" y="43488"/>
                </a:lnTo>
                <a:lnTo>
                  <a:pt x="21872" y="43861"/>
                </a:lnTo>
                <a:lnTo>
                  <a:pt x="22219" y="44233"/>
                </a:lnTo>
                <a:lnTo>
                  <a:pt x="22219" y="44978"/>
                </a:lnTo>
                <a:lnTo>
                  <a:pt x="22566" y="45350"/>
                </a:lnTo>
                <a:lnTo>
                  <a:pt x="23087" y="45738"/>
                </a:lnTo>
                <a:lnTo>
                  <a:pt x="23087" y="46483"/>
                </a:lnTo>
                <a:lnTo>
                  <a:pt x="23434" y="46855"/>
                </a:lnTo>
                <a:lnTo>
                  <a:pt x="23434" y="47228"/>
                </a:lnTo>
                <a:lnTo>
                  <a:pt x="23955" y="47988"/>
                </a:lnTo>
                <a:lnTo>
                  <a:pt x="23955" y="48360"/>
                </a:lnTo>
                <a:lnTo>
                  <a:pt x="24302" y="48733"/>
                </a:lnTo>
                <a:lnTo>
                  <a:pt x="24649" y="49477"/>
                </a:lnTo>
                <a:lnTo>
                  <a:pt x="24649" y="49850"/>
                </a:lnTo>
                <a:lnTo>
                  <a:pt x="25170" y="50222"/>
                </a:lnTo>
                <a:lnTo>
                  <a:pt x="25170" y="50982"/>
                </a:lnTo>
                <a:lnTo>
                  <a:pt x="25517" y="51355"/>
                </a:lnTo>
                <a:lnTo>
                  <a:pt x="25517" y="51727"/>
                </a:lnTo>
                <a:lnTo>
                  <a:pt x="26038" y="52472"/>
                </a:lnTo>
                <a:lnTo>
                  <a:pt x="26385" y="52860"/>
                </a:lnTo>
                <a:lnTo>
                  <a:pt x="26385" y="53604"/>
                </a:lnTo>
                <a:lnTo>
                  <a:pt x="26906" y="53977"/>
                </a:lnTo>
                <a:lnTo>
                  <a:pt x="27253" y="54349"/>
                </a:lnTo>
                <a:lnTo>
                  <a:pt x="27253" y="55109"/>
                </a:lnTo>
                <a:lnTo>
                  <a:pt x="27600" y="55482"/>
                </a:lnTo>
                <a:lnTo>
                  <a:pt x="27600" y="55854"/>
                </a:lnTo>
                <a:lnTo>
                  <a:pt x="28121" y="56599"/>
                </a:lnTo>
                <a:lnTo>
                  <a:pt x="28121" y="56971"/>
                </a:lnTo>
                <a:lnTo>
                  <a:pt x="28468" y="57731"/>
                </a:lnTo>
                <a:lnTo>
                  <a:pt x="28989" y="58104"/>
                </a:lnTo>
                <a:lnTo>
                  <a:pt x="28989" y="58476"/>
                </a:lnTo>
                <a:lnTo>
                  <a:pt x="29336" y="59221"/>
                </a:lnTo>
                <a:lnTo>
                  <a:pt x="29683" y="59593"/>
                </a:lnTo>
                <a:lnTo>
                  <a:pt x="29683" y="59981"/>
                </a:lnTo>
                <a:lnTo>
                  <a:pt x="30204" y="60726"/>
                </a:lnTo>
                <a:lnTo>
                  <a:pt x="30204" y="61098"/>
                </a:lnTo>
                <a:lnTo>
                  <a:pt x="30551" y="61471"/>
                </a:lnTo>
                <a:lnTo>
                  <a:pt x="31072" y="62231"/>
                </a:lnTo>
                <a:lnTo>
                  <a:pt x="31072" y="62603"/>
                </a:lnTo>
                <a:lnTo>
                  <a:pt x="31419" y="62976"/>
                </a:lnTo>
                <a:lnTo>
                  <a:pt x="31419" y="63720"/>
                </a:lnTo>
                <a:lnTo>
                  <a:pt x="31940" y="64093"/>
                </a:lnTo>
                <a:lnTo>
                  <a:pt x="31940" y="64853"/>
                </a:lnTo>
                <a:lnTo>
                  <a:pt x="32287" y="65225"/>
                </a:lnTo>
                <a:lnTo>
                  <a:pt x="32634" y="65598"/>
                </a:lnTo>
                <a:lnTo>
                  <a:pt x="32634" y="66342"/>
                </a:lnTo>
                <a:lnTo>
                  <a:pt x="33155" y="66715"/>
                </a:lnTo>
                <a:lnTo>
                  <a:pt x="33502" y="67103"/>
                </a:lnTo>
                <a:lnTo>
                  <a:pt x="33502" y="67847"/>
                </a:lnTo>
                <a:lnTo>
                  <a:pt x="34023" y="68220"/>
                </a:lnTo>
                <a:lnTo>
                  <a:pt x="34023" y="68592"/>
                </a:lnTo>
                <a:lnTo>
                  <a:pt x="34370" y="69352"/>
                </a:lnTo>
                <a:lnTo>
                  <a:pt x="34370" y="69725"/>
                </a:lnTo>
                <a:lnTo>
                  <a:pt x="34717" y="70097"/>
                </a:lnTo>
                <a:lnTo>
                  <a:pt x="35238" y="70842"/>
                </a:lnTo>
                <a:lnTo>
                  <a:pt x="35238" y="71214"/>
                </a:lnTo>
                <a:lnTo>
                  <a:pt x="35585" y="71602"/>
                </a:lnTo>
                <a:lnTo>
                  <a:pt x="35585" y="72347"/>
                </a:lnTo>
                <a:lnTo>
                  <a:pt x="36106" y="72719"/>
                </a:lnTo>
                <a:lnTo>
                  <a:pt x="36106" y="73091"/>
                </a:lnTo>
                <a:lnTo>
                  <a:pt x="36453" y="73836"/>
                </a:lnTo>
                <a:lnTo>
                  <a:pt x="36800" y="74224"/>
                </a:lnTo>
                <a:lnTo>
                  <a:pt x="36800" y="74596"/>
                </a:lnTo>
                <a:lnTo>
                  <a:pt x="37321" y="75341"/>
                </a:lnTo>
                <a:lnTo>
                  <a:pt x="37668" y="75713"/>
                </a:lnTo>
                <a:lnTo>
                  <a:pt x="37668" y="76474"/>
                </a:lnTo>
                <a:lnTo>
                  <a:pt x="38189" y="76846"/>
                </a:lnTo>
                <a:lnTo>
                  <a:pt x="38189" y="77218"/>
                </a:lnTo>
                <a:lnTo>
                  <a:pt x="38536" y="77963"/>
                </a:lnTo>
                <a:lnTo>
                  <a:pt x="39057" y="78336"/>
                </a:lnTo>
                <a:lnTo>
                  <a:pt x="39057" y="78723"/>
                </a:lnTo>
                <a:lnTo>
                  <a:pt x="39404" y="79468"/>
                </a:lnTo>
                <a:lnTo>
                  <a:pt x="39404" y="79840"/>
                </a:lnTo>
                <a:lnTo>
                  <a:pt x="39751" y="80213"/>
                </a:lnTo>
                <a:lnTo>
                  <a:pt x="40272" y="80958"/>
                </a:lnTo>
                <a:lnTo>
                  <a:pt x="40272" y="81345"/>
                </a:lnTo>
                <a:lnTo>
                  <a:pt x="40619" y="82090"/>
                </a:lnTo>
                <a:lnTo>
                  <a:pt x="40619" y="82463"/>
                </a:lnTo>
                <a:lnTo>
                  <a:pt x="41140" y="82835"/>
                </a:lnTo>
                <a:lnTo>
                  <a:pt x="41487" y="83595"/>
                </a:lnTo>
                <a:lnTo>
                  <a:pt x="41487" y="83968"/>
                </a:lnTo>
                <a:lnTo>
                  <a:pt x="41834" y="84340"/>
                </a:lnTo>
                <a:lnTo>
                  <a:pt x="41834" y="85085"/>
                </a:lnTo>
                <a:lnTo>
                  <a:pt x="42355" y="85457"/>
                </a:lnTo>
                <a:lnTo>
                  <a:pt x="42355" y="86217"/>
                </a:lnTo>
                <a:lnTo>
                  <a:pt x="42702" y="86590"/>
                </a:lnTo>
                <a:lnTo>
                  <a:pt x="43223" y="86962"/>
                </a:lnTo>
                <a:lnTo>
                  <a:pt x="43223" y="87707"/>
                </a:lnTo>
                <a:lnTo>
                  <a:pt x="43570" y="88095"/>
                </a:lnTo>
                <a:lnTo>
                  <a:pt x="44091" y="88467"/>
                </a:lnTo>
                <a:lnTo>
                  <a:pt x="44091" y="89212"/>
                </a:lnTo>
                <a:lnTo>
                  <a:pt x="44438" y="89584"/>
                </a:lnTo>
                <a:lnTo>
                  <a:pt x="44438" y="89956"/>
                </a:lnTo>
                <a:lnTo>
                  <a:pt x="44785" y="90717"/>
                </a:lnTo>
                <a:lnTo>
                  <a:pt x="44785" y="91089"/>
                </a:lnTo>
                <a:lnTo>
                  <a:pt x="45306" y="91834"/>
                </a:lnTo>
                <a:lnTo>
                  <a:pt x="45653" y="92206"/>
                </a:lnTo>
                <a:lnTo>
                  <a:pt x="45653" y="92578"/>
                </a:lnTo>
                <a:lnTo>
                  <a:pt x="46174" y="93339"/>
                </a:lnTo>
                <a:lnTo>
                  <a:pt x="46174" y="93711"/>
                </a:lnTo>
                <a:lnTo>
                  <a:pt x="46521" y="94083"/>
                </a:lnTo>
                <a:lnTo>
                  <a:pt x="46869" y="94828"/>
                </a:lnTo>
                <a:lnTo>
                  <a:pt x="46869" y="95216"/>
                </a:lnTo>
                <a:lnTo>
                  <a:pt x="47389" y="95588"/>
                </a:lnTo>
                <a:lnTo>
                  <a:pt x="47736" y="96333"/>
                </a:lnTo>
                <a:lnTo>
                  <a:pt x="47736" y="96705"/>
                </a:lnTo>
                <a:lnTo>
                  <a:pt x="48257" y="97078"/>
                </a:lnTo>
                <a:lnTo>
                  <a:pt x="48257" y="97838"/>
                </a:lnTo>
                <a:lnTo>
                  <a:pt x="48604" y="98210"/>
                </a:lnTo>
                <a:lnTo>
                  <a:pt x="48604" y="98955"/>
                </a:lnTo>
                <a:lnTo>
                  <a:pt x="49125" y="99328"/>
                </a:lnTo>
                <a:lnTo>
                  <a:pt x="49472" y="99700"/>
                </a:lnTo>
                <a:lnTo>
                  <a:pt x="49472" y="100460"/>
                </a:lnTo>
                <a:lnTo>
                  <a:pt x="49820" y="100832"/>
                </a:lnTo>
              </a:path>
            </a:pathLst>
          </a:custGeom>
          <a:ln w="2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357835" y="4932603"/>
            <a:ext cx="49993" cy="101577"/>
          </a:xfrm>
          <a:custGeom>
            <a:avLst/>
            <a:gdLst/>
            <a:ahLst/>
            <a:cxnLst/>
            <a:rect l="l" t="t" r="r" b="b"/>
            <a:pathLst>
              <a:path w="49993" h="101577">
                <a:moveTo>
                  <a:pt x="0" y="0"/>
                </a:moveTo>
                <a:lnTo>
                  <a:pt x="0" y="372"/>
                </a:lnTo>
                <a:lnTo>
                  <a:pt x="520" y="1117"/>
                </a:lnTo>
                <a:lnTo>
                  <a:pt x="867" y="1504"/>
                </a:lnTo>
                <a:lnTo>
                  <a:pt x="867" y="1877"/>
                </a:lnTo>
                <a:lnTo>
                  <a:pt x="1388" y="2622"/>
                </a:lnTo>
                <a:lnTo>
                  <a:pt x="1388" y="2994"/>
                </a:lnTo>
                <a:lnTo>
                  <a:pt x="1735" y="3366"/>
                </a:lnTo>
                <a:lnTo>
                  <a:pt x="2083" y="4127"/>
                </a:lnTo>
                <a:lnTo>
                  <a:pt x="2083" y="4499"/>
                </a:lnTo>
                <a:lnTo>
                  <a:pt x="2603" y="5244"/>
                </a:lnTo>
                <a:lnTo>
                  <a:pt x="2603" y="5616"/>
                </a:lnTo>
                <a:lnTo>
                  <a:pt x="2951" y="5988"/>
                </a:lnTo>
                <a:lnTo>
                  <a:pt x="2951" y="6749"/>
                </a:lnTo>
                <a:lnTo>
                  <a:pt x="3471" y="7121"/>
                </a:lnTo>
                <a:lnTo>
                  <a:pt x="3818" y="7493"/>
                </a:lnTo>
                <a:lnTo>
                  <a:pt x="4166" y="8238"/>
                </a:lnTo>
                <a:lnTo>
                  <a:pt x="4166" y="8626"/>
                </a:lnTo>
                <a:lnTo>
                  <a:pt x="4686" y="8998"/>
                </a:lnTo>
                <a:lnTo>
                  <a:pt x="4686" y="9743"/>
                </a:lnTo>
                <a:lnTo>
                  <a:pt x="5034" y="10115"/>
                </a:lnTo>
                <a:lnTo>
                  <a:pt x="5034" y="10488"/>
                </a:lnTo>
                <a:lnTo>
                  <a:pt x="5554" y="11248"/>
                </a:lnTo>
                <a:lnTo>
                  <a:pt x="5902" y="11620"/>
                </a:lnTo>
                <a:lnTo>
                  <a:pt x="5902" y="11993"/>
                </a:lnTo>
                <a:lnTo>
                  <a:pt x="6422" y="12737"/>
                </a:lnTo>
                <a:lnTo>
                  <a:pt x="6422" y="13110"/>
                </a:lnTo>
                <a:lnTo>
                  <a:pt x="6769" y="13870"/>
                </a:lnTo>
                <a:lnTo>
                  <a:pt x="6769" y="14242"/>
                </a:lnTo>
                <a:lnTo>
                  <a:pt x="7117" y="14615"/>
                </a:lnTo>
                <a:lnTo>
                  <a:pt x="7637" y="15360"/>
                </a:lnTo>
                <a:lnTo>
                  <a:pt x="7637" y="15747"/>
                </a:lnTo>
                <a:lnTo>
                  <a:pt x="7985" y="16120"/>
                </a:lnTo>
                <a:lnTo>
                  <a:pt x="8505" y="16864"/>
                </a:lnTo>
                <a:lnTo>
                  <a:pt x="8505" y="17237"/>
                </a:lnTo>
                <a:lnTo>
                  <a:pt x="8853" y="17609"/>
                </a:lnTo>
                <a:lnTo>
                  <a:pt x="8853" y="18369"/>
                </a:lnTo>
                <a:lnTo>
                  <a:pt x="9200" y="18742"/>
                </a:lnTo>
                <a:lnTo>
                  <a:pt x="9200" y="19487"/>
                </a:lnTo>
                <a:lnTo>
                  <a:pt x="9720" y="19859"/>
                </a:lnTo>
                <a:lnTo>
                  <a:pt x="10068" y="20247"/>
                </a:lnTo>
                <a:lnTo>
                  <a:pt x="10068" y="20992"/>
                </a:lnTo>
                <a:lnTo>
                  <a:pt x="10588" y="21364"/>
                </a:lnTo>
                <a:lnTo>
                  <a:pt x="10588" y="21736"/>
                </a:lnTo>
                <a:lnTo>
                  <a:pt x="10936" y="22481"/>
                </a:lnTo>
                <a:lnTo>
                  <a:pt x="11456" y="22869"/>
                </a:lnTo>
                <a:lnTo>
                  <a:pt x="11456" y="23241"/>
                </a:lnTo>
                <a:lnTo>
                  <a:pt x="11804" y="23986"/>
                </a:lnTo>
                <a:lnTo>
                  <a:pt x="11804" y="24358"/>
                </a:lnTo>
                <a:lnTo>
                  <a:pt x="12151" y="25119"/>
                </a:lnTo>
                <a:lnTo>
                  <a:pt x="12672" y="25491"/>
                </a:lnTo>
                <a:lnTo>
                  <a:pt x="12672" y="25863"/>
                </a:lnTo>
                <a:lnTo>
                  <a:pt x="13019" y="26608"/>
                </a:lnTo>
                <a:lnTo>
                  <a:pt x="13019" y="26980"/>
                </a:lnTo>
                <a:lnTo>
                  <a:pt x="13539" y="27368"/>
                </a:lnTo>
                <a:lnTo>
                  <a:pt x="13887" y="28113"/>
                </a:lnTo>
                <a:lnTo>
                  <a:pt x="13887" y="28485"/>
                </a:lnTo>
                <a:lnTo>
                  <a:pt x="14234" y="29230"/>
                </a:lnTo>
                <a:lnTo>
                  <a:pt x="14755" y="29602"/>
                </a:lnTo>
                <a:lnTo>
                  <a:pt x="14755" y="29990"/>
                </a:lnTo>
                <a:lnTo>
                  <a:pt x="15102" y="30735"/>
                </a:lnTo>
                <a:lnTo>
                  <a:pt x="15102" y="31107"/>
                </a:lnTo>
                <a:lnTo>
                  <a:pt x="15623" y="31480"/>
                </a:lnTo>
                <a:lnTo>
                  <a:pt x="15623" y="32240"/>
                </a:lnTo>
                <a:lnTo>
                  <a:pt x="15970" y="32612"/>
                </a:lnTo>
                <a:lnTo>
                  <a:pt x="16490" y="32985"/>
                </a:lnTo>
                <a:lnTo>
                  <a:pt x="16490" y="33729"/>
                </a:lnTo>
                <a:lnTo>
                  <a:pt x="16838" y="34102"/>
                </a:lnTo>
                <a:lnTo>
                  <a:pt x="16838" y="34862"/>
                </a:lnTo>
                <a:lnTo>
                  <a:pt x="17185" y="35234"/>
                </a:lnTo>
                <a:lnTo>
                  <a:pt x="17185" y="35607"/>
                </a:lnTo>
                <a:lnTo>
                  <a:pt x="17706" y="36352"/>
                </a:lnTo>
                <a:lnTo>
                  <a:pt x="18053" y="36724"/>
                </a:lnTo>
                <a:lnTo>
                  <a:pt x="18053" y="37112"/>
                </a:lnTo>
                <a:lnTo>
                  <a:pt x="18574" y="37856"/>
                </a:lnTo>
                <a:lnTo>
                  <a:pt x="18921" y="38229"/>
                </a:lnTo>
                <a:lnTo>
                  <a:pt x="18921" y="38974"/>
                </a:lnTo>
                <a:lnTo>
                  <a:pt x="19268" y="39361"/>
                </a:lnTo>
                <a:lnTo>
                  <a:pt x="19268" y="39734"/>
                </a:lnTo>
                <a:lnTo>
                  <a:pt x="19789" y="40479"/>
                </a:lnTo>
                <a:lnTo>
                  <a:pt x="19789" y="40851"/>
                </a:lnTo>
                <a:lnTo>
                  <a:pt x="20136" y="41223"/>
                </a:lnTo>
                <a:lnTo>
                  <a:pt x="20657" y="41984"/>
                </a:lnTo>
                <a:lnTo>
                  <a:pt x="20657" y="42356"/>
                </a:lnTo>
                <a:lnTo>
                  <a:pt x="21004" y="42728"/>
                </a:lnTo>
                <a:lnTo>
                  <a:pt x="21351" y="43473"/>
                </a:lnTo>
                <a:lnTo>
                  <a:pt x="21351" y="43861"/>
                </a:lnTo>
                <a:lnTo>
                  <a:pt x="21872" y="44606"/>
                </a:lnTo>
                <a:lnTo>
                  <a:pt x="21872" y="44978"/>
                </a:lnTo>
                <a:lnTo>
                  <a:pt x="22219" y="45350"/>
                </a:lnTo>
                <a:lnTo>
                  <a:pt x="22740" y="46095"/>
                </a:lnTo>
                <a:lnTo>
                  <a:pt x="22740" y="46483"/>
                </a:lnTo>
                <a:lnTo>
                  <a:pt x="23087" y="46855"/>
                </a:lnTo>
                <a:lnTo>
                  <a:pt x="23087" y="47600"/>
                </a:lnTo>
                <a:lnTo>
                  <a:pt x="23608" y="47972"/>
                </a:lnTo>
                <a:lnTo>
                  <a:pt x="23608" y="48345"/>
                </a:lnTo>
                <a:lnTo>
                  <a:pt x="23955" y="49105"/>
                </a:lnTo>
                <a:lnTo>
                  <a:pt x="24302" y="49477"/>
                </a:lnTo>
                <a:lnTo>
                  <a:pt x="24302" y="49850"/>
                </a:lnTo>
                <a:lnTo>
                  <a:pt x="24823" y="50594"/>
                </a:lnTo>
                <a:lnTo>
                  <a:pt x="25170" y="50982"/>
                </a:lnTo>
                <a:lnTo>
                  <a:pt x="25170" y="51727"/>
                </a:lnTo>
                <a:lnTo>
                  <a:pt x="25691" y="52099"/>
                </a:lnTo>
                <a:lnTo>
                  <a:pt x="25691" y="52472"/>
                </a:lnTo>
                <a:lnTo>
                  <a:pt x="26038" y="53216"/>
                </a:lnTo>
                <a:lnTo>
                  <a:pt x="26038" y="53604"/>
                </a:lnTo>
                <a:lnTo>
                  <a:pt x="26385" y="53977"/>
                </a:lnTo>
                <a:lnTo>
                  <a:pt x="26906" y="54721"/>
                </a:lnTo>
                <a:lnTo>
                  <a:pt x="26906" y="55094"/>
                </a:lnTo>
                <a:lnTo>
                  <a:pt x="27253" y="55466"/>
                </a:lnTo>
                <a:lnTo>
                  <a:pt x="27253" y="56226"/>
                </a:lnTo>
                <a:lnTo>
                  <a:pt x="27774" y="56599"/>
                </a:lnTo>
                <a:lnTo>
                  <a:pt x="27774" y="56971"/>
                </a:lnTo>
                <a:lnTo>
                  <a:pt x="28121" y="57716"/>
                </a:lnTo>
                <a:lnTo>
                  <a:pt x="28642" y="58104"/>
                </a:lnTo>
                <a:lnTo>
                  <a:pt x="28989" y="58848"/>
                </a:lnTo>
                <a:lnTo>
                  <a:pt x="28989" y="59221"/>
                </a:lnTo>
                <a:lnTo>
                  <a:pt x="29336" y="59593"/>
                </a:lnTo>
                <a:lnTo>
                  <a:pt x="29336" y="60353"/>
                </a:lnTo>
                <a:lnTo>
                  <a:pt x="29857" y="60726"/>
                </a:lnTo>
                <a:lnTo>
                  <a:pt x="29857" y="61098"/>
                </a:lnTo>
                <a:lnTo>
                  <a:pt x="30204" y="61843"/>
                </a:lnTo>
                <a:lnTo>
                  <a:pt x="30725" y="62215"/>
                </a:lnTo>
                <a:lnTo>
                  <a:pt x="30725" y="62588"/>
                </a:lnTo>
                <a:lnTo>
                  <a:pt x="31072" y="63348"/>
                </a:lnTo>
                <a:lnTo>
                  <a:pt x="31072" y="63720"/>
                </a:lnTo>
                <a:lnTo>
                  <a:pt x="31419" y="64093"/>
                </a:lnTo>
                <a:lnTo>
                  <a:pt x="31940" y="64837"/>
                </a:lnTo>
                <a:lnTo>
                  <a:pt x="31940" y="65225"/>
                </a:lnTo>
                <a:lnTo>
                  <a:pt x="32287" y="65970"/>
                </a:lnTo>
                <a:lnTo>
                  <a:pt x="32287" y="66342"/>
                </a:lnTo>
                <a:lnTo>
                  <a:pt x="32808" y="66715"/>
                </a:lnTo>
                <a:lnTo>
                  <a:pt x="33155" y="67475"/>
                </a:lnTo>
                <a:lnTo>
                  <a:pt x="33155" y="67847"/>
                </a:lnTo>
                <a:lnTo>
                  <a:pt x="33676" y="68220"/>
                </a:lnTo>
                <a:lnTo>
                  <a:pt x="33676" y="68964"/>
                </a:lnTo>
                <a:lnTo>
                  <a:pt x="34023" y="69337"/>
                </a:lnTo>
                <a:lnTo>
                  <a:pt x="34023" y="69709"/>
                </a:lnTo>
                <a:lnTo>
                  <a:pt x="34370" y="70469"/>
                </a:lnTo>
                <a:lnTo>
                  <a:pt x="34891" y="70842"/>
                </a:lnTo>
                <a:lnTo>
                  <a:pt x="34891" y="71214"/>
                </a:lnTo>
                <a:lnTo>
                  <a:pt x="35238" y="71959"/>
                </a:lnTo>
                <a:lnTo>
                  <a:pt x="35759" y="72347"/>
                </a:lnTo>
                <a:lnTo>
                  <a:pt x="35759" y="73091"/>
                </a:lnTo>
                <a:lnTo>
                  <a:pt x="36106" y="73464"/>
                </a:lnTo>
                <a:lnTo>
                  <a:pt x="36106" y="73836"/>
                </a:lnTo>
                <a:lnTo>
                  <a:pt x="36453" y="74596"/>
                </a:lnTo>
                <a:lnTo>
                  <a:pt x="36974" y="74969"/>
                </a:lnTo>
                <a:lnTo>
                  <a:pt x="36974" y="75341"/>
                </a:lnTo>
                <a:lnTo>
                  <a:pt x="37321" y="76086"/>
                </a:lnTo>
                <a:lnTo>
                  <a:pt x="37321" y="76458"/>
                </a:lnTo>
                <a:lnTo>
                  <a:pt x="37842" y="77218"/>
                </a:lnTo>
                <a:lnTo>
                  <a:pt x="37842" y="77591"/>
                </a:lnTo>
                <a:lnTo>
                  <a:pt x="38189" y="77963"/>
                </a:lnTo>
                <a:lnTo>
                  <a:pt x="38536" y="78708"/>
                </a:lnTo>
                <a:lnTo>
                  <a:pt x="38536" y="79080"/>
                </a:lnTo>
                <a:lnTo>
                  <a:pt x="39057" y="79468"/>
                </a:lnTo>
                <a:lnTo>
                  <a:pt x="39404" y="80213"/>
                </a:lnTo>
                <a:lnTo>
                  <a:pt x="39404" y="80585"/>
                </a:lnTo>
                <a:lnTo>
                  <a:pt x="39925" y="80958"/>
                </a:lnTo>
                <a:lnTo>
                  <a:pt x="39925" y="81718"/>
                </a:lnTo>
                <a:lnTo>
                  <a:pt x="40272" y="82090"/>
                </a:lnTo>
                <a:lnTo>
                  <a:pt x="40272" y="82835"/>
                </a:lnTo>
                <a:lnTo>
                  <a:pt x="40793" y="83207"/>
                </a:lnTo>
                <a:lnTo>
                  <a:pt x="41140" y="83580"/>
                </a:lnTo>
                <a:lnTo>
                  <a:pt x="41140" y="84340"/>
                </a:lnTo>
                <a:lnTo>
                  <a:pt x="41487" y="84712"/>
                </a:lnTo>
                <a:lnTo>
                  <a:pt x="41487" y="85085"/>
                </a:lnTo>
                <a:lnTo>
                  <a:pt x="42008" y="85457"/>
                </a:lnTo>
                <a:lnTo>
                  <a:pt x="42355" y="86202"/>
                </a:lnTo>
                <a:lnTo>
                  <a:pt x="42355" y="86590"/>
                </a:lnTo>
                <a:lnTo>
                  <a:pt x="42876" y="86962"/>
                </a:lnTo>
                <a:lnTo>
                  <a:pt x="42876" y="87707"/>
                </a:lnTo>
                <a:lnTo>
                  <a:pt x="43223" y="88079"/>
                </a:lnTo>
                <a:lnTo>
                  <a:pt x="43570" y="88839"/>
                </a:lnTo>
                <a:lnTo>
                  <a:pt x="43570" y="89212"/>
                </a:lnTo>
                <a:lnTo>
                  <a:pt x="44091" y="89584"/>
                </a:lnTo>
                <a:lnTo>
                  <a:pt x="44091" y="90329"/>
                </a:lnTo>
                <a:lnTo>
                  <a:pt x="44438" y="90701"/>
                </a:lnTo>
                <a:lnTo>
                  <a:pt x="44959" y="91089"/>
                </a:lnTo>
                <a:lnTo>
                  <a:pt x="44959" y="91834"/>
                </a:lnTo>
                <a:lnTo>
                  <a:pt x="45306" y="92206"/>
                </a:lnTo>
                <a:lnTo>
                  <a:pt x="45827" y="92578"/>
                </a:lnTo>
                <a:lnTo>
                  <a:pt x="45827" y="93323"/>
                </a:lnTo>
                <a:lnTo>
                  <a:pt x="46174" y="93711"/>
                </a:lnTo>
                <a:lnTo>
                  <a:pt x="46174" y="94083"/>
                </a:lnTo>
                <a:lnTo>
                  <a:pt x="46521" y="94828"/>
                </a:lnTo>
                <a:lnTo>
                  <a:pt x="46521" y="95200"/>
                </a:lnTo>
                <a:lnTo>
                  <a:pt x="47042" y="95573"/>
                </a:lnTo>
                <a:lnTo>
                  <a:pt x="47389" y="96333"/>
                </a:lnTo>
                <a:lnTo>
                  <a:pt x="47389" y="96705"/>
                </a:lnTo>
                <a:lnTo>
                  <a:pt x="47910" y="97450"/>
                </a:lnTo>
                <a:lnTo>
                  <a:pt x="47910" y="97823"/>
                </a:lnTo>
                <a:lnTo>
                  <a:pt x="48257" y="98210"/>
                </a:lnTo>
                <a:lnTo>
                  <a:pt x="48257" y="98955"/>
                </a:lnTo>
                <a:lnTo>
                  <a:pt x="48604" y="99328"/>
                </a:lnTo>
                <a:lnTo>
                  <a:pt x="49125" y="99700"/>
                </a:lnTo>
                <a:lnTo>
                  <a:pt x="49125" y="100460"/>
                </a:lnTo>
                <a:lnTo>
                  <a:pt x="49472" y="100832"/>
                </a:lnTo>
                <a:lnTo>
                  <a:pt x="49993" y="101577"/>
                </a:lnTo>
              </a:path>
            </a:pathLst>
          </a:custGeom>
          <a:ln w="2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407828" y="5034181"/>
            <a:ext cx="49472" cy="100460"/>
          </a:xfrm>
          <a:custGeom>
            <a:avLst/>
            <a:gdLst/>
            <a:ahLst/>
            <a:cxnLst/>
            <a:rect l="l" t="t" r="r" b="b"/>
            <a:pathLst>
              <a:path w="49472" h="100460">
                <a:moveTo>
                  <a:pt x="0" y="0"/>
                </a:moveTo>
                <a:lnTo>
                  <a:pt x="0" y="372"/>
                </a:lnTo>
                <a:lnTo>
                  <a:pt x="347" y="744"/>
                </a:lnTo>
                <a:lnTo>
                  <a:pt x="347" y="1504"/>
                </a:lnTo>
                <a:lnTo>
                  <a:pt x="867" y="1877"/>
                </a:lnTo>
                <a:lnTo>
                  <a:pt x="867" y="2249"/>
                </a:lnTo>
                <a:lnTo>
                  <a:pt x="1215" y="2994"/>
                </a:lnTo>
                <a:lnTo>
                  <a:pt x="1562" y="3366"/>
                </a:lnTo>
                <a:lnTo>
                  <a:pt x="1562" y="3754"/>
                </a:lnTo>
                <a:lnTo>
                  <a:pt x="2083" y="4499"/>
                </a:lnTo>
                <a:lnTo>
                  <a:pt x="2083" y="4871"/>
                </a:lnTo>
                <a:lnTo>
                  <a:pt x="2430" y="5616"/>
                </a:lnTo>
                <a:lnTo>
                  <a:pt x="2951" y="6004"/>
                </a:lnTo>
                <a:lnTo>
                  <a:pt x="2951" y="6376"/>
                </a:lnTo>
                <a:lnTo>
                  <a:pt x="3298" y="7121"/>
                </a:lnTo>
                <a:lnTo>
                  <a:pt x="3645" y="7493"/>
                </a:lnTo>
                <a:lnTo>
                  <a:pt x="3645" y="7866"/>
                </a:lnTo>
                <a:lnTo>
                  <a:pt x="4166" y="8626"/>
                </a:lnTo>
                <a:lnTo>
                  <a:pt x="4166" y="8998"/>
                </a:lnTo>
                <a:lnTo>
                  <a:pt x="4513" y="9743"/>
                </a:lnTo>
                <a:lnTo>
                  <a:pt x="4513" y="10115"/>
                </a:lnTo>
                <a:lnTo>
                  <a:pt x="5034" y="10488"/>
                </a:lnTo>
                <a:lnTo>
                  <a:pt x="5381" y="11248"/>
                </a:lnTo>
                <a:lnTo>
                  <a:pt x="5381" y="11620"/>
                </a:lnTo>
                <a:lnTo>
                  <a:pt x="5728" y="11993"/>
                </a:lnTo>
                <a:lnTo>
                  <a:pt x="6249" y="12737"/>
                </a:lnTo>
                <a:lnTo>
                  <a:pt x="6249" y="13125"/>
                </a:lnTo>
                <a:lnTo>
                  <a:pt x="6596" y="13498"/>
                </a:lnTo>
                <a:lnTo>
                  <a:pt x="6596" y="14242"/>
                </a:lnTo>
                <a:lnTo>
                  <a:pt x="7117" y="14615"/>
                </a:lnTo>
                <a:lnTo>
                  <a:pt x="7117" y="14987"/>
                </a:lnTo>
                <a:lnTo>
                  <a:pt x="7464" y="15747"/>
                </a:lnTo>
                <a:lnTo>
                  <a:pt x="7985" y="16120"/>
                </a:lnTo>
                <a:lnTo>
                  <a:pt x="7985" y="16492"/>
                </a:lnTo>
                <a:lnTo>
                  <a:pt x="8332" y="17237"/>
                </a:lnTo>
                <a:lnTo>
                  <a:pt x="8332" y="17609"/>
                </a:lnTo>
                <a:lnTo>
                  <a:pt x="8679" y="17997"/>
                </a:lnTo>
                <a:lnTo>
                  <a:pt x="8679" y="18742"/>
                </a:lnTo>
                <a:lnTo>
                  <a:pt x="9200" y="19114"/>
                </a:lnTo>
                <a:lnTo>
                  <a:pt x="9547" y="19487"/>
                </a:lnTo>
                <a:lnTo>
                  <a:pt x="9547" y="20247"/>
                </a:lnTo>
                <a:lnTo>
                  <a:pt x="10068" y="20619"/>
                </a:lnTo>
                <a:lnTo>
                  <a:pt x="10415" y="21364"/>
                </a:lnTo>
                <a:lnTo>
                  <a:pt x="10415" y="21736"/>
                </a:lnTo>
                <a:lnTo>
                  <a:pt x="10762" y="22109"/>
                </a:lnTo>
                <a:lnTo>
                  <a:pt x="10762" y="22869"/>
                </a:lnTo>
                <a:lnTo>
                  <a:pt x="11283" y="23241"/>
                </a:lnTo>
                <a:lnTo>
                  <a:pt x="11630" y="23614"/>
                </a:lnTo>
                <a:lnTo>
                  <a:pt x="11630" y="24358"/>
                </a:lnTo>
                <a:lnTo>
                  <a:pt x="12151" y="24731"/>
                </a:lnTo>
                <a:lnTo>
                  <a:pt x="12151" y="25119"/>
                </a:lnTo>
                <a:lnTo>
                  <a:pt x="12498" y="25863"/>
                </a:lnTo>
                <a:lnTo>
                  <a:pt x="12498" y="26236"/>
                </a:lnTo>
                <a:lnTo>
                  <a:pt x="13019" y="26608"/>
                </a:lnTo>
                <a:lnTo>
                  <a:pt x="13366" y="27368"/>
                </a:lnTo>
                <a:lnTo>
                  <a:pt x="13366" y="27741"/>
                </a:lnTo>
                <a:lnTo>
                  <a:pt x="13713" y="28485"/>
                </a:lnTo>
                <a:lnTo>
                  <a:pt x="14234" y="28858"/>
                </a:lnTo>
                <a:lnTo>
                  <a:pt x="14234" y="29230"/>
                </a:lnTo>
                <a:lnTo>
                  <a:pt x="14581" y="29990"/>
                </a:lnTo>
                <a:lnTo>
                  <a:pt x="14581" y="30363"/>
                </a:lnTo>
                <a:lnTo>
                  <a:pt x="15102" y="30735"/>
                </a:lnTo>
                <a:lnTo>
                  <a:pt x="15102" y="31480"/>
                </a:lnTo>
                <a:lnTo>
                  <a:pt x="15449" y="31852"/>
                </a:lnTo>
                <a:lnTo>
                  <a:pt x="15796" y="32240"/>
                </a:lnTo>
                <a:lnTo>
                  <a:pt x="15796" y="32985"/>
                </a:lnTo>
                <a:lnTo>
                  <a:pt x="16317" y="33357"/>
                </a:lnTo>
                <a:lnTo>
                  <a:pt x="16664" y="34102"/>
                </a:lnTo>
                <a:lnTo>
                  <a:pt x="16664" y="34490"/>
                </a:lnTo>
                <a:lnTo>
                  <a:pt x="17185" y="34862"/>
                </a:lnTo>
                <a:lnTo>
                  <a:pt x="17185" y="35607"/>
                </a:lnTo>
                <a:lnTo>
                  <a:pt x="17532" y="35979"/>
                </a:lnTo>
                <a:lnTo>
                  <a:pt x="17532" y="36352"/>
                </a:lnTo>
                <a:lnTo>
                  <a:pt x="18053" y="37112"/>
                </a:lnTo>
                <a:lnTo>
                  <a:pt x="18400" y="37484"/>
                </a:lnTo>
                <a:lnTo>
                  <a:pt x="18400" y="37856"/>
                </a:lnTo>
                <a:lnTo>
                  <a:pt x="18747" y="38601"/>
                </a:lnTo>
                <a:lnTo>
                  <a:pt x="18747" y="38989"/>
                </a:lnTo>
                <a:lnTo>
                  <a:pt x="19268" y="39361"/>
                </a:lnTo>
                <a:lnTo>
                  <a:pt x="19615" y="40106"/>
                </a:lnTo>
                <a:lnTo>
                  <a:pt x="19615" y="40479"/>
                </a:lnTo>
                <a:lnTo>
                  <a:pt x="20136" y="40851"/>
                </a:lnTo>
                <a:lnTo>
                  <a:pt x="20483" y="41611"/>
                </a:lnTo>
                <a:lnTo>
                  <a:pt x="20483" y="41984"/>
                </a:lnTo>
                <a:lnTo>
                  <a:pt x="20830" y="42356"/>
                </a:lnTo>
                <a:lnTo>
                  <a:pt x="20830" y="43101"/>
                </a:lnTo>
                <a:lnTo>
                  <a:pt x="21351" y="43473"/>
                </a:lnTo>
                <a:lnTo>
                  <a:pt x="21351" y="43861"/>
                </a:lnTo>
                <a:lnTo>
                  <a:pt x="21698" y="44606"/>
                </a:lnTo>
                <a:lnTo>
                  <a:pt x="22219" y="44978"/>
                </a:lnTo>
                <a:lnTo>
                  <a:pt x="22219" y="45350"/>
                </a:lnTo>
                <a:lnTo>
                  <a:pt x="22566" y="46111"/>
                </a:lnTo>
                <a:lnTo>
                  <a:pt x="22566" y="46483"/>
                </a:lnTo>
                <a:lnTo>
                  <a:pt x="22913" y="46855"/>
                </a:lnTo>
                <a:lnTo>
                  <a:pt x="23434" y="47600"/>
                </a:lnTo>
                <a:lnTo>
                  <a:pt x="23434" y="47972"/>
                </a:lnTo>
                <a:lnTo>
                  <a:pt x="23781" y="48733"/>
                </a:lnTo>
                <a:lnTo>
                  <a:pt x="23781" y="49105"/>
                </a:lnTo>
                <a:lnTo>
                  <a:pt x="24302" y="49477"/>
                </a:lnTo>
                <a:lnTo>
                  <a:pt x="24649" y="50222"/>
                </a:lnTo>
                <a:lnTo>
                  <a:pt x="24649" y="50594"/>
                </a:lnTo>
                <a:lnTo>
                  <a:pt x="25170" y="50982"/>
                </a:lnTo>
                <a:lnTo>
                  <a:pt x="25170" y="51727"/>
                </a:lnTo>
                <a:lnTo>
                  <a:pt x="25517" y="52099"/>
                </a:lnTo>
                <a:lnTo>
                  <a:pt x="25517" y="52844"/>
                </a:lnTo>
                <a:lnTo>
                  <a:pt x="25864" y="53232"/>
                </a:lnTo>
                <a:lnTo>
                  <a:pt x="26385" y="53604"/>
                </a:lnTo>
                <a:lnTo>
                  <a:pt x="26385" y="54349"/>
                </a:lnTo>
                <a:lnTo>
                  <a:pt x="26732" y="54721"/>
                </a:lnTo>
                <a:lnTo>
                  <a:pt x="27253" y="55094"/>
                </a:lnTo>
                <a:lnTo>
                  <a:pt x="27253" y="55854"/>
                </a:lnTo>
                <a:lnTo>
                  <a:pt x="27600" y="56226"/>
                </a:lnTo>
                <a:lnTo>
                  <a:pt x="27600" y="56599"/>
                </a:lnTo>
                <a:lnTo>
                  <a:pt x="27947" y="57344"/>
                </a:lnTo>
                <a:lnTo>
                  <a:pt x="28468" y="57716"/>
                </a:lnTo>
                <a:lnTo>
                  <a:pt x="28468" y="58104"/>
                </a:lnTo>
                <a:lnTo>
                  <a:pt x="28815" y="58848"/>
                </a:lnTo>
                <a:lnTo>
                  <a:pt x="28815" y="59221"/>
                </a:lnTo>
                <a:lnTo>
                  <a:pt x="29336" y="59593"/>
                </a:lnTo>
                <a:lnTo>
                  <a:pt x="29336" y="60353"/>
                </a:lnTo>
                <a:lnTo>
                  <a:pt x="29683" y="60726"/>
                </a:lnTo>
                <a:lnTo>
                  <a:pt x="30204" y="61098"/>
                </a:lnTo>
                <a:lnTo>
                  <a:pt x="30204" y="61843"/>
                </a:lnTo>
                <a:lnTo>
                  <a:pt x="30551" y="62215"/>
                </a:lnTo>
                <a:lnTo>
                  <a:pt x="30898" y="62603"/>
                </a:lnTo>
                <a:lnTo>
                  <a:pt x="30898" y="63348"/>
                </a:lnTo>
                <a:lnTo>
                  <a:pt x="31419" y="63720"/>
                </a:lnTo>
                <a:lnTo>
                  <a:pt x="31419" y="64093"/>
                </a:lnTo>
                <a:lnTo>
                  <a:pt x="31766" y="64837"/>
                </a:lnTo>
                <a:lnTo>
                  <a:pt x="31766" y="65225"/>
                </a:lnTo>
                <a:lnTo>
                  <a:pt x="32287" y="65598"/>
                </a:lnTo>
                <a:lnTo>
                  <a:pt x="32634" y="66342"/>
                </a:lnTo>
                <a:lnTo>
                  <a:pt x="32634" y="66715"/>
                </a:lnTo>
                <a:lnTo>
                  <a:pt x="32981" y="67475"/>
                </a:lnTo>
                <a:lnTo>
                  <a:pt x="32981" y="67847"/>
                </a:lnTo>
                <a:lnTo>
                  <a:pt x="33502" y="68220"/>
                </a:lnTo>
                <a:lnTo>
                  <a:pt x="33849" y="68964"/>
                </a:lnTo>
                <a:lnTo>
                  <a:pt x="33849" y="69337"/>
                </a:lnTo>
                <a:lnTo>
                  <a:pt x="34370" y="69725"/>
                </a:lnTo>
                <a:lnTo>
                  <a:pt x="34370" y="70469"/>
                </a:lnTo>
                <a:lnTo>
                  <a:pt x="34717" y="70842"/>
                </a:lnTo>
                <a:lnTo>
                  <a:pt x="35238" y="71214"/>
                </a:lnTo>
                <a:lnTo>
                  <a:pt x="35238" y="71974"/>
                </a:lnTo>
                <a:lnTo>
                  <a:pt x="35585" y="72347"/>
                </a:lnTo>
                <a:lnTo>
                  <a:pt x="35585" y="72719"/>
                </a:lnTo>
                <a:lnTo>
                  <a:pt x="35932" y="73464"/>
                </a:lnTo>
                <a:lnTo>
                  <a:pt x="36453" y="73836"/>
                </a:lnTo>
                <a:lnTo>
                  <a:pt x="36453" y="74208"/>
                </a:lnTo>
                <a:lnTo>
                  <a:pt x="36800" y="74969"/>
                </a:lnTo>
                <a:lnTo>
                  <a:pt x="37321" y="75341"/>
                </a:lnTo>
                <a:lnTo>
                  <a:pt x="37321" y="75713"/>
                </a:lnTo>
                <a:lnTo>
                  <a:pt x="37668" y="76458"/>
                </a:lnTo>
                <a:lnTo>
                  <a:pt x="37668" y="76846"/>
                </a:lnTo>
                <a:lnTo>
                  <a:pt x="38016" y="77218"/>
                </a:lnTo>
                <a:lnTo>
                  <a:pt x="38016" y="77963"/>
                </a:lnTo>
                <a:lnTo>
                  <a:pt x="38536" y="78336"/>
                </a:lnTo>
                <a:lnTo>
                  <a:pt x="38883" y="78708"/>
                </a:lnTo>
                <a:lnTo>
                  <a:pt x="38883" y="79468"/>
                </a:lnTo>
                <a:lnTo>
                  <a:pt x="39404" y="79840"/>
                </a:lnTo>
                <a:lnTo>
                  <a:pt x="39404" y="80213"/>
                </a:lnTo>
                <a:lnTo>
                  <a:pt x="39751" y="80958"/>
                </a:lnTo>
                <a:lnTo>
                  <a:pt x="39751" y="81330"/>
                </a:lnTo>
                <a:lnTo>
                  <a:pt x="40272" y="82090"/>
                </a:lnTo>
                <a:lnTo>
                  <a:pt x="40619" y="82463"/>
                </a:lnTo>
                <a:lnTo>
                  <a:pt x="40619" y="82835"/>
                </a:lnTo>
                <a:lnTo>
                  <a:pt x="40967" y="83580"/>
                </a:lnTo>
                <a:lnTo>
                  <a:pt x="41487" y="83968"/>
                </a:lnTo>
                <a:lnTo>
                  <a:pt x="41487" y="84340"/>
                </a:lnTo>
                <a:lnTo>
                  <a:pt x="41834" y="85085"/>
                </a:lnTo>
                <a:lnTo>
                  <a:pt x="41834" y="85457"/>
                </a:lnTo>
                <a:lnTo>
                  <a:pt x="42355" y="85829"/>
                </a:lnTo>
                <a:lnTo>
                  <a:pt x="42355" y="86590"/>
                </a:lnTo>
                <a:lnTo>
                  <a:pt x="42702" y="86962"/>
                </a:lnTo>
                <a:lnTo>
                  <a:pt x="43050" y="87334"/>
                </a:lnTo>
                <a:lnTo>
                  <a:pt x="43050" y="88079"/>
                </a:lnTo>
                <a:lnTo>
                  <a:pt x="43570" y="88451"/>
                </a:lnTo>
                <a:lnTo>
                  <a:pt x="43570" y="88839"/>
                </a:lnTo>
                <a:lnTo>
                  <a:pt x="43918" y="89212"/>
                </a:lnTo>
                <a:lnTo>
                  <a:pt x="44438" y="89956"/>
                </a:lnTo>
                <a:lnTo>
                  <a:pt x="44438" y="90329"/>
                </a:lnTo>
                <a:lnTo>
                  <a:pt x="44785" y="90701"/>
                </a:lnTo>
                <a:lnTo>
                  <a:pt x="45133" y="91461"/>
                </a:lnTo>
                <a:lnTo>
                  <a:pt x="45133" y="91834"/>
                </a:lnTo>
                <a:lnTo>
                  <a:pt x="45653" y="92578"/>
                </a:lnTo>
                <a:lnTo>
                  <a:pt x="45653" y="92951"/>
                </a:lnTo>
                <a:lnTo>
                  <a:pt x="46001" y="93339"/>
                </a:lnTo>
                <a:lnTo>
                  <a:pt x="46001" y="94083"/>
                </a:lnTo>
                <a:lnTo>
                  <a:pt x="46521" y="94456"/>
                </a:lnTo>
                <a:lnTo>
                  <a:pt x="46869" y="94828"/>
                </a:lnTo>
                <a:lnTo>
                  <a:pt x="46869" y="95588"/>
                </a:lnTo>
                <a:lnTo>
                  <a:pt x="47389" y="95961"/>
                </a:lnTo>
                <a:lnTo>
                  <a:pt x="47736" y="96333"/>
                </a:lnTo>
                <a:lnTo>
                  <a:pt x="47736" y="97078"/>
                </a:lnTo>
                <a:lnTo>
                  <a:pt x="48084" y="97450"/>
                </a:lnTo>
                <a:lnTo>
                  <a:pt x="48084" y="97823"/>
                </a:lnTo>
                <a:lnTo>
                  <a:pt x="48604" y="98583"/>
                </a:lnTo>
                <a:lnTo>
                  <a:pt x="48604" y="98955"/>
                </a:lnTo>
                <a:lnTo>
                  <a:pt x="48952" y="99328"/>
                </a:lnTo>
                <a:lnTo>
                  <a:pt x="49472" y="100072"/>
                </a:lnTo>
                <a:lnTo>
                  <a:pt x="49472" y="100460"/>
                </a:lnTo>
              </a:path>
            </a:pathLst>
          </a:custGeom>
          <a:ln w="237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457301" y="5134641"/>
            <a:ext cx="49820" cy="98195"/>
          </a:xfrm>
          <a:custGeom>
            <a:avLst/>
            <a:gdLst/>
            <a:ahLst/>
            <a:cxnLst/>
            <a:rect l="l" t="t" r="r" b="b"/>
            <a:pathLst>
              <a:path w="49820" h="98195">
                <a:moveTo>
                  <a:pt x="0" y="0"/>
                </a:moveTo>
                <a:lnTo>
                  <a:pt x="347" y="372"/>
                </a:lnTo>
                <a:lnTo>
                  <a:pt x="347" y="1117"/>
                </a:lnTo>
                <a:lnTo>
                  <a:pt x="694" y="1489"/>
                </a:lnTo>
                <a:lnTo>
                  <a:pt x="694" y="1861"/>
                </a:lnTo>
                <a:lnTo>
                  <a:pt x="1215" y="2622"/>
                </a:lnTo>
                <a:lnTo>
                  <a:pt x="1562" y="2994"/>
                </a:lnTo>
                <a:lnTo>
                  <a:pt x="1562" y="3366"/>
                </a:lnTo>
                <a:lnTo>
                  <a:pt x="2083" y="4111"/>
                </a:lnTo>
                <a:lnTo>
                  <a:pt x="2430" y="4483"/>
                </a:lnTo>
                <a:lnTo>
                  <a:pt x="2430" y="5244"/>
                </a:lnTo>
                <a:lnTo>
                  <a:pt x="2951" y="5616"/>
                </a:lnTo>
                <a:lnTo>
                  <a:pt x="2951" y="5988"/>
                </a:lnTo>
                <a:lnTo>
                  <a:pt x="3298" y="6361"/>
                </a:lnTo>
                <a:lnTo>
                  <a:pt x="3645" y="7121"/>
                </a:lnTo>
                <a:lnTo>
                  <a:pt x="3645" y="7493"/>
                </a:lnTo>
                <a:lnTo>
                  <a:pt x="4166" y="7866"/>
                </a:lnTo>
                <a:lnTo>
                  <a:pt x="4166" y="8610"/>
                </a:lnTo>
                <a:lnTo>
                  <a:pt x="4513" y="8983"/>
                </a:lnTo>
                <a:lnTo>
                  <a:pt x="4513" y="9371"/>
                </a:lnTo>
                <a:lnTo>
                  <a:pt x="5034" y="10115"/>
                </a:lnTo>
                <a:lnTo>
                  <a:pt x="5381" y="10488"/>
                </a:lnTo>
                <a:lnTo>
                  <a:pt x="5381" y="10860"/>
                </a:lnTo>
                <a:lnTo>
                  <a:pt x="5728" y="11620"/>
                </a:lnTo>
                <a:lnTo>
                  <a:pt x="6249" y="11993"/>
                </a:lnTo>
                <a:lnTo>
                  <a:pt x="6249" y="12365"/>
                </a:lnTo>
                <a:lnTo>
                  <a:pt x="6596" y="13110"/>
                </a:lnTo>
                <a:lnTo>
                  <a:pt x="6596" y="13482"/>
                </a:lnTo>
                <a:lnTo>
                  <a:pt x="7117" y="13855"/>
                </a:lnTo>
                <a:lnTo>
                  <a:pt x="7117" y="14615"/>
                </a:lnTo>
                <a:lnTo>
                  <a:pt x="7464" y="14987"/>
                </a:lnTo>
                <a:lnTo>
                  <a:pt x="7985" y="15360"/>
                </a:lnTo>
                <a:lnTo>
                  <a:pt x="7985" y="16104"/>
                </a:lnTo>
                <a:lnTo>
                  <a:pt x="8332" y="16492"/>
                </a:lnTo>
                <a:lnTo>
                  <a:pt x="8679" y="16864"/>
                </a:lnTo>
                <a:lnTo>
                  <a:pt x="8679" y="17609"/>
                </a:lnTo>
                <a:lnTo>
                  <a:pt x="9200" y="17982"/>
                </a:lnTo>
                <a:lnTo>
                  <a:pt x="9200" y="18354"/>
                </a:lnTo>
                <a:lnTo>
                  <a:pt x="9547" y="19114"/>
                </a:lnTo>
                <a:lnTo>
                  <a:pt x="9547" y="19487"/>
                </a:lnTo>
                <a:lnTo>
                  <a:pt x="10068" y="19859"/>
                </a:lnTo>
                <a:lnTo>
                  <a:pt x="10415" y="20604"/>
                </a:lnTo>
                <a:lnTo>
                  <a:pt x="10415" y="20976"/>
                </a:lnTo>
                <a:lnTo>
                  <a:pt x="10762" y="21364"/>
                </a:lnTo>
                <a:lnTo>
                  <a:pt x="10762" y="22109"/>
                </a:lnTo>
                <a:lnTo>
                  <a:pt x="11283" y="22481"/>
                </a:lnTo>
                <a:lnTo>
                  <a:pt x="11630" y="22853"/>
                </a:lnTo>
                <a:lnTo>
                  <a:pt x="11630" y="23614"/>
                </a:lnTo>
                <a:lnTo>
                  <a:pt x="12151" y="23986"/>
                </a:lnTo>
                <a:lnTo>
                  <a:pt x="12498" y="24358"/>
                </a:lnTo>
                <a:lnTo>
                  <a:pt x="12498" y="25103"/>
                </a:lnTo>
                <a:lnTo>
                  <a:pt x="12845" y="25475"/>
                </a:lnTo>
                <a:lnTo>
                  <a:pt x="12845" y="25863"/>
                </a:lnTo>
                <a:lnTo>
                  <a:pt x="13366" y="26236"/>
                </a:lnTo>
                <a:lnTo>
                  <a:pt x="13366" y="26980"/>
                </a:lnTo>
                <a:lnTo>
                  <a:pt x="13713" y="27353"/>
                </a:lnTo>
                <a:lnTo>
                  <a:pt x="14234" y="27725"/>
                </a:lnTo>
                <a:lnTo>
                  <a:pt x="14234" y="28485"/>
                </a:lnTo>
                <a:lnTo>
                  <a:pt x="14581" y="28858"/>
                </a:lnTo>
                <a:lnTo>
                  <a:pt x="14581" y="29602"/>
                </a:lnTo>
                <a:lnTo>
                  <a:pt x="15102" y="29975"/>
                </a:lnTo>
                <a:lnTo>
                  <a:pt x="15449" y="30347"/>
                </a:lnTo>
                <a:lnTo>
                  <a:pt x="15449" y="31107"/>
                </a:lnTo>
                <a:lnTo>
                  <a:pt x="15796" y="31480"/>
                </a:lnTo>
                <a:lnTo>
                  <a:pt x="15796" y="31852"/>
                </a:lnTo>
                <a:lnTo>
                  <a:pt x="16317" y="32224"/>
                </a:lnTo>
                <a:lnTo>
                  <a:pt x="16664" y="32985"/>
                </a:lnTo>
                <a:lnTo>
                  <a:pt x="16664" y="33357"/>
                </a:lnTo>
                <a:lnTo>
                  <a:pt x="17185" y="33729"/>
                </a:lnTo>
                <a:lnTo>
                  <a:pt x="17185" y="34474"/>
                </a:lnTo>
                <a:lnTo>
                  <a:pt x="17532" y="34847"/>
                </a:lnTo>
                <a:lnTo>
                  <a:pt x="17532" y="35234"/>
                </a:lnTo>
                <a:lnTo>
                  <a:pt x="17879" y="35979"/>
                </a:lnTo>
                <a:lnTo>
                  <a:pt x="18400" y="36352"/>
                </a:lnTo>
                <a:lnTo>
                  <a:pt x="18400" y="36724"/>
                </a:lnTo>
                <a:lnTo>
                  <a:pt x="18747" y="37469"/>
                </a:lnTo>
                <a:lnTo>
                  <a:pt x="19268" y="37856"/>
                </a:lnTo>
                <a:lnTo>
                  <a:pt x="19268" y="38229"/>
                </a:lnTo>
                <a:lnTo>
                  <a:pt x="19615" y="38974"/>
                </a:lnTo>
                <a:lnTo>
                  <a:pt x="19615" y="39346"/>
                </a:lnTo>
                <a:lnTo>
                  <a:pt x="20136" y="39718"/>
                </a:lnTo>
                <a:lnTo>
                  <a:pt x="20483" y="40479"/>
                </a:lnTo>
                <a:lnTo>
                  <a:pt x="20483" y="40851"/>
                </a:lnTo>
                <a:lnTo>
                  <a:pt x="20830" y="41223"/>
                </a:lnTo>
                <a:lnTo>
                  <a:pt x="20830" y="41596"/>
                </a:lnTo>
                <a:lnTo>
                  <a:pt x="21351" y="42356"/>
                </a:lnTo>
                <a:lnTo>
                  <a:pt x="21351" y="42728"/>
                </a:lnTo>
                <a:lnTo>
                  <a:pt x="21698" y="43101"/>
                </a:lnTo>
                <a:lnTo>
                  <a:pt x="22219" y="43845"/>
                </a:lnTo>
                <a:lnTo>
                  <a:pt x="22219" y="44218"/>
                </a:lnTo>
                <a:lnTo>
                  <a:pt x="22566" y="44978"/>
                </a:lnTo>
                <a:lnTo>
                  <a:pt x="22913" y="45350"/>
                </a:lnTo>
                <a:lnTo>
                  <a:pt x="22913" y="45723"/>
                </a:lnTo>
                <a:lnTo>
                  <a:pt x="23434" y="46095"/>
                </a:lnTo>
                <a:lnTo>
                  <a:pt x="23434" y="46840"/>
                </a:lnTo>
                <a:lnTo>
                  <a:pt x="23781" y="47228"/>
                </a:lnTo>
                <a:lnTo>
                  <a:pt x="23781" y="47600"/>
                </a:lnTo>
                <a:lnTo>
                  <a:pt x="24302" y="48345"/>
                </a:lnTo>
                <a:lnTo>
                  <a:pt x="24649" y="48717"/>
                </a:lnTo>
                <a:lnTo>
                  <a:pt x="24649" y="49089"/>
                </a:lnTo>
                <a:lnTo>
                  <a:pt x="25170" y="49850"/>
                </a:lnTo>
                <a:lnTo>
                  <a:pt x="25170" y="50222"/>
                </a:lnTo>
                <a:lnTo>
                  <a:pt x="25517" y="50594"/>
                </a:lnTo>
                <a:lnTo>
                  <a:pt x="25864" y="51339"/>
                </a:lnTo>
                <a:lnTo>
                  <a:pt x="25864" y="51727"/>
                </a:lnTo>
                <a:lnTo>
                  <a:pt x="26385" y="52099"/>
                </a:lnTo>
                <a:lnTo>
                  <a:pt x="26385" y="52844"/>
                </a:lnTo>
                <a:lnTo>
                  <a:pt x="26732" y="53216"/>
                </a:lnTo>
                <a:lnTo>
                  <a:pt x="27253" y="53589"/>
                </a:lnTo>
                <a:lnTo>
                  <a:pt x="27253" y="53961"/>
                </a:lnTo>
                <a:lnTo>
                  <a:pt x="27600" y="54721"/>
                </a:lnTo>
                <a:lnTo>
                  <a:pt x="27600" y="55094"/>
                </a:lnTo>
                <a:lnTo>
                  <a:pt x="27947" y="55466"/>
                </a:lnTo>
                <a:lnTo>
                  <a:pt x="28468" y="56211"/>
                </a:lnTo>
                <a:lnTo>
                  <a:pt x="28468" y="56599"/>
                </a:lnTo>
                <a:lnTo>
                  <a:pt x="28815" y="56971"/>
                </a:lnTo>
                <a:lnTo>
                  <a:pt x="28815" y="57716"/>
                </a:lnTo>
                <a:lnTo>
                  <a:pt x="29336" y="58088"/>
                </a:lnTo>
                <a:lnTo>
                  <a:pt x="29683" y="58461"/>
                </a:lnTo>
                <a:lnTo>
                  <a:pt x="29683" y="59221"/>
                </a:lnTo>
                <a:lnTo>
                  <a:pt x="30030" y="59593"/>
                </a:lnTo>
                <a:lnTo>
                  <a:pt x="30030" y="59966"/>
                </a:lnTo>
                <a:lnTo>
                  <a:pt x="30551" y="60338"/>
                </a:lnTo>
                <a:lnTo>
                  <a:pt x="30898" y="61083"/>
                </a:lnTo>
                <a:lnTo>
                  <a:pt x="30898" y="61471"/>
                </a:lnTo>
                <a:lnTo>
                  <a:pt x="31419" y="61843"/>
                </a:lnTo>
                <a:lnTo>
                  <a:pt x="31419" y="62588"/>
                </a:lnTo>
                <a:lnTo>
                  <a:pt x="31766" y="62960"/>
                </a:lnTo>
                <a:lnTo>
                  <a:pt x="31766" y="63720"/>
                </a:lnTo>
                <a:lnTo>
                  <a:pt x="32287" y="64093"/>
                </a:lnTo>
                <a:lnTo>
                  <a:pt x="32634" y="64465"/>
                </a:lnTo>
                <a:lnTo>
                  <a:pt x="32634" y="64837"/>
                </a:lnTo>
                <a:lnTo>
                  <a:pt x="32981" y="65582"/>
                </a:lnTo>
                <a:lnTo>
                  <a:pt x="33502" y="65970"/>
                </a:lnTo>
                <a:lnTo>
                  <a:pt x="33502" y="66342"/>
                </a:lnTo>
                <a:lnTo>
                  <a:pt x="33849" y="66715"/>
                </a:lnTo>
                <a:lnTo>
                  <a:pt x="33849" y="67459"/>
                </a:lnTo>
                <a:lnTo>
                  <a:pt x="34370" y="67832"/>
                </a:lnTo>
                <a:lnTo>
                  <a:pt x="34370" y="68592"/>
                </a:lnTo>
                <a:lnTo>
                  <a:pt x="34717" y="68964"/>
                </a:lnTo>
                <a:lnTo>
                  <a:pt x="35064" y="69337"/>
                </a:lnTo>
                <a:lnTo>
                  <a:pt x="35064" y="69709"/>
                </a:lnTo>
                <a:lnTo>
                  <a:pt x="35585" y="70454"/>
                </a:lnTo>
                <a:lnTo>
                  <a:pt x="35585" y="70842"/>
                </a:lnTo>
                <a:lnTo>
                  <a:pt x="35932" y="71214"/>
                </a:lnTo>
                <a:lnTo>
                  <a:pt x="36453" y="71959"/>
                </a:lnTo>
                <a:lnTo>
                  <a:pt x="36453" y="72331"/>
                </a:lnTo>
                <a:lnTo>
                  <a:pt x="36800" y="72704"/>
                </a:lnTo>
                <a:lnTo>
                  <a:pt x="37321" y="73464"/>
                </a:lnTo>
                <a:lnTo>
                  <a:pt x="37321" y="73836"/>
                </a:lnTo>
                <a:lnTo>
                  <a:pt x="37668" y="74208"/>
                </a:lnTo>
                <a:lnTo>
                  <a:pt x="37668" y="74953"/>
                </a:lnTo>
                <a:lnTo>
                  <a:pt x="38016" y="75341"/>
                </a:lnTo>
                <a:lnTo>
                  <a:pt x="38016" y="75713"/>
                </a:lnTo>
                <a:lnTo>
                  <a:pt x="38536" y="76086"/>
                </a:lnTo>
                <a:lnTo>
                  <a:pt x="38883" y="76831"/>
                </a:lnTo>
                <a:lnTo>
                  <a:pt x="38883" y="77203"/>
                </a:lnTo>
                <a:lnTo>
                  <a:pt x="39404" y="77575"/>
                </a:lnTo>
                <a:lnTo>
                  <a:pt x="39751" y="78336"/>
                </a:lnTo>
                <a:lnTo>
                  <a:pt x="39751" y="78708"/>
                </a:lnTo>
                <a:lnTo>
                  <a:pt x="40099" y="79080"/>
                </a:lnTo>
                <a:lnTo>
                  <a:pt x="40099" y="79825"/>
                </a:lnTo>
                <a:lnTo>
                  <a:pt x="40619" y="80213"/>
                </a:lnTo>
                <a:lnTo>
                  <a:pt x="40619" y="80585"/>
                </a:lnTo>
                <a:lnTo>
                  <a:pt x="40967" y="80958"/>
                </a:lnTo>
                <a:lnTo>
                  <a:pt x="41487" y="81702"/>
                </a:lnTo>
                <a:lnTo>
                  <a:pt x="41487" y="82075"/>
                </a:lnTo>
                <a:lnTo>
                  <a:pt x="41834" y="82463"/>
                </a:lnTo>
                <a:lnTo>
                  <a:pt x="41834" y="83207"/>
                </a:lnTo>
                <a:lnTo>
                  <a:pt x="42355" y="83580"/>
                </a:lnTo>
                <a:lnTo>
                  <a:pt x="42355" y="83952"/>
                </a:lnTo>
                <a:lnTo>
                  <a:pt x="42702" y="84697"/>
                </a:lnTo>
                <a:lnTo>
                  <a:pt x="43050" y="85085"/>
                </a:lnTo>
                <a:lnTo>
                  <a:pt x="43570" y="85457"/>
                </a:lnTo>
                <a:lnTo>
                  <a:pt x="43570" y="85829"/>
                </a:lnTo>
                <a:lnTo>
                  <a:pt x="43918" y="86574"/>
                </a:lnTo>
                <a:lnTo>
                  <a:pt x="43918" y="86946"/>
                </a:lnTo>
                <a:lnTo>
                  <a:pt x="44438" y="87334"/>
                </a:lnTo>
                <a:lnTo>
                  <a:pt x="44438" y="88079"/>
                </a:lnTo>
                <a:lnTo>
                  <a:pt x="44785" y="88451"/>
                </a:lnTo>
                <a:lnTo>
                  <a:pt x="45133" y="88824"/>
                </a:lnTo>
                <a:lnTo>
                  <a:pt x="45133" y="89584"/>
                </a:lnTo>
                <a:lnTo>
                  <a:pt x="45653" y="89956"/>
                </a:lnTo>
                <a:lnTo>
                  <a:pt x="45653" y="90329"/>
                </a:lnTo>
                <a:lnTo>
                  <a:pt x="46001" y="90701"/>
                </a:lnTo>
                <a:lnTo>
                  <a:pt x="46001" y="91446"/>
                </a:lnTo>
                <a:lnTo>
                  <a:pt x="46521" y="91834"/>
                </a:lnTo>
                <a:lnTo>
                  <a:pt x="46869" y="92206"/>
                </a:lnTo>
                <a:lnTo>
                  <a:pt x="46869" y="92951"/>
                </a:lnTo>
                <a:lnTo>
                  <a:pt x="47216" y="93323"/>
                </a:lnTo>
                <a:lnTo>
                  <a:pt x="47736" y="93696"/>
                </a:lnTo>
                <a:lnTo>
                  <a:pt x="47736" y="94068"/>
                </a:lnTo>
                <a:lnTo>
                  <a:pt x="48084" y="94828"/>
                </a:lnTo>
                <a:lnTo>
                  <a:pt x="48084" y="95200"/>
                </a:lnTo>
                <a:lnTo>
                  <a:pt x="48604" y="95573"/>
                </a:lnTo>
                <a:lnTo>
                  <a:pt x="48604" y="95945"/>
                </a:lnTo>
                <a:lnTo>
                  <a:pt x="48952" y="96705"/>
                </a:lnTo>
                <a:lnTo>
                  <a:pt x="49472" y="97078"/>
                </a:lnTo>
                <a:lnTo>
                  <a:pt x="49472" y="97823"/>
                </a:lnTo>
                <a:lnTo>
                  <a:pt x="49820" y="98195"/>
                </a:lnTo>
              </a:path>
            </a:pathLst>
          </a:custGeom>
          <a:ln w="23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507121" y="5232837"/>
            <a:ext cx="49820" cy="94083"/>
          </a:xfrm>
          <a:custGeom>
            <a:avLst/>
            <a:gdLst/>
            <a:ahLst/>
            <a:cxnLst/>
            <a:rect l="l" t="t" r="r" b="b"/>
            <a:pathLst>
              <a:path w="49820" h="94083">
                <a:moveTo>
                  <a:pt x="0" y="0"/>
                </a:moveTo>
                <a:lnTo>
                  <a:pt x="347" y="372"/>
                </a:lnTo>
                <a:lnTo>
                  <a:pt x="347" y="760"/>
                </a:lnTo>
                <a:lnTo>
                  <a:pt x="867" y="1504"/>
                </a:lnTo>
                <a:lnTo>
                  <a:pt x="867" y="1877"/>
                </a:lnTo>
                <a:lnTo>
                  <a:pt x="1215" y="2249"/>
                </a:lnTo>
                <a:lnTo>
                  <a:pt x="1735" y="2622"/>
                </a:lnTo>
                <a:lnTo>
                  <a:pt x="1735" y="3382"/>
                </a:lnTo>
                <a:lnTo>
                  <a:pt x="2083" y="3754"/>
                </a:lnTo>
                <a:lnTo>
                  <a:pt x="2083" y="4127"/>
                </a:lnTo>
                <a:lnTo>
                  <a:pt x="2430" y="4871"/>
                </a:lnTo>
                <a:lnTo>
                  <a:pt x="2430" y="5244"/>
                </a:lnTo>
                <a:lnTo>
                  <a:pt x="2951" y="5632"/>
                </a:lnTo>
                <a:lnTo>
                  <a:pt x="3298" y="6004"/>
                </a:lnTo>
                <a:lnTo>
                  <a:pt x="3298" y="6749"/>
                </a:lnTo>
                <a:lnTo>
                  <a:pt x="3818" y="7121"/>
                </a:lnTo>
                <a:lnTo>
                  <a:pt x="4166" y="7493"/>
                </a:lnTo>
                <a:lnTo>
                  <a:pt x="4166" y="8254"/>
                </a:lnTo>
                <a:lnTo>
                  <a:pt x="4686" y="8626"/>
                </a:lnTo>
                <a:lnTo>
                  <a:pt x="4686" y="8998"/>
                </a:lnTo>
                <a:lnTo>
                  <a:pt x="5034" y="9743"/>
                </a:lnTo>
                <a:lnTo>
                  <a:pt x="5034" y="10131"/>
                </a:lnTo>
                <a:lnTo>
                  <a:pt x="5381" y="10503"/>
                </a:lnTo>
                <a:lnTo>
                  <a:pt x="5902" y="10876"/>
                </a:lnTo>
                <a:lnTo>
                  <a:pt x="5902" y="11620"/>
                </a:lnTo>
                <a:lnTo>
                  <a:pt x="6249" y="11993"/>
                </a:lnTo>
                <a:lnTo>
                  <a:pt x="6249" y="12365"/>
                </a:lnTo>
                <a:lnTo>
                  <a:pt x="6769" y="13125"/>
                </a:lnTo>
                <a:lnTo>
                  <a:pt x="7117" y="13498"/>
                </a:lnTo>
                <a:lnTo>
                  <a:pt x="7117" y="13870"/>
                </a:lnTo>
                <a:lnTo>
                  <a:pt x="7464" y="14242"/>
                </a:lnTo>
                <a:lnTo>
                  <a:pt x="7464" y="15003"/>
                </a:lnTo>
                <a:lnTo>
                  <a:pt x="7985" y="15375"/>
                </a:lnTo>
                <a:lnTo>
                  <a:pt x="8332" y="15747"/>
                </a:lnTo>
                <a:lnTo>
                  <a:pt x="8332" y="16492"/>
                </a:lnTo>
                <a:lnTo>
                  <a:pt x="8853" y="16864"/>
                </a:lnTo>
                <a:lnTo>
                  <a:pt x="8853" y="17252"/>
                </a:lnTo>
                <a:lnTo>
                  <a:pt x="9200" y="17625"/>
                </a:lnTo>
                <a:lnTo>
                  <a:pt x="9200" y="18369"/>
                </a:lnTo>
                <a:lnTo>
                  <a:pt x="9720" y="18742"/>
                </a:lnTo>
                <a:lnTo>
                  <a:pt x="10068" y="19114"/>
                </a:lnTo>
                <a:lnTo>
                  <a:pt x="10068" y="19874"/>
                </a:lnTo>
                <a:lnTo>
                  <a:pt x="10415" y="20247"/>
                </a:lnTo>
                <a:lnTo>
                  <a:pt x="10936" y="20619"/>
                </a:lnTo>
                <a:lnTo>
                  <a:pt x="10936" y="20992"/>
                </a:lnTo>
                <a:lnTo>
                  <a:pt x="11283" y="21364"/>
                </a:lnTo>
                <a:lnTo>
                  <a:pt x="11283" y="22124"/>
                </a:lnTo>
                <a:lnTo>
                  <a:pt x="11804" y="22496"/>
                </a:lnTo>
                <a:lnTo>
                  <a:pt x="12151" y="23241"/>
                </a:lnTo>
                <a:lnTo>
                  <a:pt x="12151" y="23614"/>
                </a:lnTo>
                <a:lnTo>
                  <a:pt x="12498" y="23986"/>
                </a:lnTo>
                <a:lnTo>
                  <a:pt x="12498" y="24374"/>
                </a:lnTo>
                <a:lnTo>
                  <a:pt x="13019" y="24746"/>
                </a:lnTo>
                <a:lnTo>
                  <a:pt x="13019" y="25491"/>
                </a:lnTo>
                <a:lnTo>
                  <a:pt x="13366" y="25863"/>
                </a:lnTo>
                <a:lnTo>
                  <a:pt x="13887" y="26236"/>
                </a:lnTo>
                <a:lnTo>
                  <a:pt x="13887" y="26996"/>
                </a:lnTo>
                <a:lnTo>
                  <a:pt x="14234" y="27368"/>
                </a:lnTo>
                <a:lnTo>
                  <a:pt x="14581" y="27741"/>
                </a:lnTo>
                <a:lnTo>
                  <a:pt x="14581" y="28113"/>
                </a:lnTo>
                <a:lnTo>
                  <a:pt x="15102" y="28858"/>
                </a:lnTo>
                <a:lnTo>
                  <a:pt x="15102" y="29246"/>
                </a:lnTo>
                <a:lnTo>
                  <a:pt x="15449" y="29618"/>
                </a:lnTo>
                <a:lnTo>
                  <a:pt x="15449" y="30363"/>
                </a:lnTo>
                <a:lnTo>
                  <a:pt x="15970" y="30735"/>
                </a:lnTo>
                <a:lnTo>
                  <a:pt x="16317" y="31107"/>
                </a:lnTo>
                <a:lnTo>
                  <a:pt x="16317" y="31495"/>
                </a:lnTo>
                <a:lnTo>
                  <a:pt x="16838" y="32240"/>
                </a:lnTo>
                <a:lnTo>
                  <a:pt x="16838" y="32612"/>
                </a:lnTo>
                <a:lnTo>
                  <a:pt x="17185" y="32985"/>
                </a:lnTo>
                <a:lnTo>
                  <a:pt x="17532" y="33745"/>
                </a:lnTo>
                <a:lnTo>
                  <a:pt x="17532" y="34117"/>
                </a:lnTo>
                <a:lnTo>
                  <a:pt x="18053" y="34490"/>
                </a:lnTo>
                <a:lnTo>
                  <a:pt x="18400" y="34862"/>
                </a:lnTo>
                <a:lnTo>
                  <a:pt x="18400" y="35234"/>
                </a:lnTo>
                <a:lnTo>
                  <a:pt x="18921" y="35979"/>
                </a:lnTo>
                <a:lnTo>
                  <a:pt x="18921" y="36367"/>
                </a:lnTo>
                <a:lnTo>
                  <a:pt x="19268" y="36739"/>
                </a:lnTo>
                <a:lnTo>
                  <a:pt x="19268" y="37484"/>
                </a:lnTo>
                <a:lnTo>
                  <a:pt x="19615" y="37856"/>
                </a:lnTo>
                <a:lnTo>
                  <a:pt x="20136" y="38229"/>
                </a:lnTo>
                <a:lnTo>
                  <a:pt x="20136" y="38617"/>
                </a:lnTo>
                <a:lnTo>
                  <a:pt x="20483" y="39361"/>
                </a:lnTo>
                <a:lnTo>
                  <a:pt x="20483" y="39734"/>
                </a:lnTo>
                <a:lnTo>
                  <a:pt x="21004" y="40106"/>
                </a:lnTo>
                <a:lnTo>
                  <a:pt x="21351" y="40866"/>
                </a:lnTo>
                <a:lnTo>
                  <a:pt x="21351" y="41239"/>
                </a:lnTo>
                <a:lnTo>
                  <a:pt x="21872" y="41611"/>
                </a:lnTo>
                <a:lnTo>
                  <a:pt x="21872" y="41984"/>
                </a:lnTo>
                <a:lnTo>
                  <a:pt x="22219" y="42728"/>
                </a:lnTo>
                <a:lnTo>
                  <a:pt x="22566" y="43101"/>
                </a:lnTo>
                <a:lnTo>
                  <a:pt x="22566" y="43488"/>
                </a:lnTo>
                <a:lnTo>
                  <a:pt x="23087" y="43861"/>
                </a:lnTo>
                <a:lnTo>
                  <a:pt x="23087" y="44606"/>
                </a:lnTo>
                <a:lnTo>
                  <a:pt x="23434" y="44978"/>
                </a:lnTo>
                <a:lnTo>
                  <a:pt x="23434" y="45350"/>
                </a:lnTo>
                <a:lnTo>
                  <a:pt x="23955" y="45738"/>
                </a:lnTo>
                <a:lnTo>
                  <a:pt x="24302" y="46483"/>
                </a:lnTo>
                <a:lnTo>
                  <a:pt x="24302" y="46855"/>
                </a:lnTo>
                <a:lnTo>
                  <a:pt x="24649" y="47228"/>
                </a:lnTo>
                <a:lnTo>
                  <a:pt x="25170" y="47600"/>
                </a:lnTo>
                <a:lnTo>
                  <a:pt x="25170" y="48360"/>
                </a:lnTo>
                <a:lnTo>
                  <a:pt x="25517" y="48733"/>
                </a:lnTo>
                <a:lnTo>
                  <a:pt x="25517" y="49105"/>
                </a:lnTo>
                <a:lnTo>
                  <a:pt x="26038" y="49850"/>
                </a:lnTo>
                <a:lnTo>
                  <a:pt x="26385" y="50238"/>
                </a:lnTo>
                <a:lnTo>
                  <a:pt x="26385" y="50610"/>
                </a:lnTo>
                <a:lnTo>
                  <a:pt x="26906" y="50982"/>
                </a:lnTo>
                <a:lnTo>
                  <a:pt x="26906" y="51355"/>
                </a:lnTo>
                <a:lnTo>
                  <a:pt x="27253" y="52099"/>
                </a:lnTo>
                <a:lnTo>
                  <a:pt x="27253" y="52472"/>
                </a:lnTo>
                <a:lnTo>
                  <a:pt x="27600" y="52860"/>
                </a:lnTo>
                <a:lnTo>
                  <a:pt x="28121" y="53604"/>
                </a:lnTo>
                <a:lnTo>
                  <a:pt x="28121" y="53977"/>
                </a:lnTo>
                <a:lnTo>
                  <a:pt x="28468" y="54349"/>
                </a:lnTo>
                <a:lnTo>
                  <a:pt x="28989" y="54721"/>
                </a:lnTo>
                <a:lnTo>
                  <a:pt x="28989" y="55482"/>
                </a:lnTo>
                <a:lnTo>
                  <a:pt x="29336" y="55854"/>
                </a:lnTo>
                <a:lnTo>
                  <a:pt x="29336" y="56226"/>
                </a:lnTo>
                <a:lnTo>
                  <a:pt x="29683" y="56599"/>
                </a:lnTo>
                <a:lnTo>
                  <a:pt x="29683" y="57359"/>
                </a:lnTo>
                <a:lnTo>
                  <a:pt x="30204" y="57731"/>
                </a:lnTo>
                <a:lnTo>
                  <a:pt x="30551" y="58104"/>
                </a:lnTo>
                <a:lnTo>
                  <a:pt x="30551" y="58476"/>
                </a:lnTo>
                <a:lnTo>
                  <a:pt x="31072" y="59221"/>
                </a:lnTo>
                <a:lnTo>
                  <a:pt x="31419" y="59593"/>
                </a:lnTo>
                <a:lnTo>
                  <a:pt x="31419" y="59981"/>
                </a:lnTo>
                <a:lnTo>
                  <a:pt x="31766" y="60353"/>
                </a:lnTo>
                <a:lnTo>
                  <a:pt x="31766" y="61098"/>
                </a:lnTo>
                <a:lnTo>
                  <a:pt x="32287" y="61471"/>
                </a:lnTo>
                <a:lnTo>
                  <a:pt x="32287" y="61843"/>
                </a:lnTo>
                <a:lnTo>
                  <a:pt x="32634" y="62231"/>
                </a:lnTo>
                <a:lnTo>
                  <a:pt x="33155" y="62976"/>
                </a:lnTo>
                <a:lnTo>
                  <a:pt x="33155" y="63348"/>
                </a:lnTo>
                <a:lnTo>
                  <a:pt x="33502" y="63720"/>
                </a:lnTo>
                <a:lnTo>
                  <a:pt x="33502" y="64093"/>
                </a:lnTo>
                <a:lnTo>
                  <a:pt x="34023" y="64853"/>
                </a:lnTo>
                <a:lnTo>
                  <a:pt x="34370" y="65225"/>
                </a:lnTo>
                <a:lnTo>
                  <a:pt x="34370" y="65598"/>
                </a:lnTo>
                <a:lnTo>
                  <a:pt x="34717" y="66342"/>
                </a:lnTo>
                <a:lnTo>
                  <a:pt x="35238" y="66730"/>
                </a:lnTo>
                <a:lnTo>
                  <a:pt x="35238" y="67103"/>
                </a:lnTo>
                <a:lnTo>
                  <a:pt x="35585" y="67475"/>
                </a:lnTo>
                <a:lnTo>
                  <a:pt x="35585" y="67847"/>
                </a:lnTo>
                <a:lnTo>
                  <a:pt x="36106" y="68592"/>
                </a:lnTo>
                <a:lnTo>
                  <a:pt x="36106" y="68964"/>
                </a:lnTo>
                <a:lnTo>
                  <a:pt x="36453" y="69352"/>
                </a:lnTo>
                <a:lnTo>
                  <a:pt x="36800" y="69725"/>
                </a:lnTo>
                <a:lnTo>
                  <a:pt x="36800" y="70469"/>
                </a:lnTo>
                <a:lnTo>
                  <a:pt x="37321" y="70842"/>
                </a:lnTo>
                <a:lnTo>
                  <a:pt x="37321" y="71214"/>
                </a:lnTo>
                <a:lnTo>
                  <a:pt x="37668" y="71974"/>
                </a:lnTo>
                <a:lnTo>
                  <a:pt x="37668" y="72347"/>
                </a:lnTo>
                <a:lnTo>
                  <a:pt x="38189" y="72719"/>
                </a:lnTo>
                <a:lnTo>
                  <a:pt x="38536" y="73091"/>
                </a:lnTo>
                <a:lnTo>
                  <a:pt x="38536" y="73464"/>
                </a:lnTo>
                <a:lnTo>
                  <a:pt x="39057" y="74224"/>
                </a:lnTo>
                <a:lnTo>
                  <a:pt x="39404" y="74596"/>
                </a:lnTo>
                <a:lnTo>
                  <a:pt x="39404" y="74969"/>
                </a:lnTo>
                <a:lnTo>
                  <a:pt x="39751" y="75341"/>
                </a:lnTo>
                <a:lnTo>
                  <a:pt x="39751" y="76086"/>
                </a:lnTo>
                <a:lnTo>
                  <a:pt x="40272" y="76474"/>
                </a:lnTo>
                <a:lnTo>
                  <a:pt x="40272" y="76846"/>
                </a:lnTo>
                <a:lnTo>
                  <a:pt x="40619" y="77218"/>
                </a:lnTo>
                <a:lnTo>
                  <a:pt x="41140" y="77591"/>
                </a:lnTo>
                <a:lnTo>
                  <a:pt x="41140" y="78336"/>
                </a:lnTo>
                <a:lnTo>
                  <a:pt x="41487" y="78723"/>
                </a:lnTo>
                <a:lnTo>
                  <a:pt x="41834" y="79096"/>
                </a:lnTo>
                <a:lnTo>
                  <a:pt x="41834" y="79840"/>
                </a:lnTo>
                <a:lnTo>
                  <a:pt x="42355" y="80213"/>
                </a:lnTo>
                <a:lnTo>
                  <a:pt x="42355" y="80585"/>
                </a:lnTo>
                <a:lnTo>
                  <a:pt x="42702" y="80973"/>
                </a:lnTo>
                <a:lnTo>
                  <a:pt x="43223" y="81718"/>
                </a:lnTo>
                <a:lnTo>
                  <a:pt x="43223" y="82090"/>
                </a:lnTo>
                <a:lnTo>
                  <a:pt x="43570" y="82463"/>
                </a:lnTo>
                <a:lnTo>
                  <a:pt x="43570" y="82835"/>
                </a:lnTo>
                <a:lnTo>
                  <a:pt x="44091" y="83207"/>
                </a:lnTo>
                <a:lnTo>
                  <a:pt x="44091" y="83968"/>
                </a:lnTo>
                <a:lnTo>
                  <a:pt x="44438" y="84340"/>
                </a:lnTo>
                <a:lnTo>
                  <a:pt x="44785" y="84712"/>
                </a:lnTo>
                <a:lnTo>
                  <a:pt x="44785" y="85085"/>
                </a:lnTo>
                <a:lnTo>
                  <a:pt x="45306" y="85845"/>
                </a:lnTo>
                <a:lnTo>
                  <a:pt x="45653" y="86217"/>
                </a:lnTo>
                <a:lnTo>
                  <a:pt x="45653" y="86590"/>
                </a:lnTo>
                <a:lnTo>
                  <a:pt x="46174" y="86962"/>
                </a:lnTo>
                <a:lnTo>
                  <a:pt x="46174" y="87334"/>
                </a:lnTo>
                <a:lnTo>
                  <a:pt x="46521" y="88095"/>
                </a:lnTo>
                <a:lnTo>
                  <a:pt x="46521" y="88467"/>
                </a:lnTo>
                <a:lnTo>
                  <a:pt x="46869" y="88839"/>
                </a:lnTo>
                <a:lnTo>
                  <a:pt x="47389" y="89212"/>
                </a:lnTo>
                <a:lnTo>
                  <a:pt x="47389" y="89956"/>
                </a:lnTo>
                <a:lnTo>
                  <a:pt x="47736" y="90344"/>
                </a:lnTo>
                <a:lnTo>
                  <a:pt x="47736" y="90717"/>
                </a:lnTo>
                <a:lnTo>
                  <a:pt x="48257" y="91089"/>
                </a:lnTo>
                <a:lnTo>
                  <a:pt x="48257" y="91834"/>
                </a:lnTo>
                <a:lnTo>
                  <a:pt x="48604" y="92206"/>
                </a:lnTo>
                <a:lnTo>
                  <a:pt x="48952" y="92578"/>
                </a:lnTo>
                <a:lnTo>
                  <a:pt x="48952" y="92966"/>
                </a:lnTo>
                <a:lnTo>
                  <a:pt x="49472" y="93711"/>
                </a:lnTo>
                <a:lnTo>
                  <a:pt x="49820" y="94083"/>
                </a:lnTo>
              </a:path>
            </a:pathLst>
          </a:custGeom>
          <a:ln w="23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556941" y="5326921"/>
            <a:ext cx="49472" cy="88467"/>
          </a:xfrm>
          <a:custGeom>
            <a:avLst/>
            <a:gdLst/>
            <a:ahLst/>
            <a:cxnLst/>
            <a:rect l="l" t="t" r="r" b="b"/>
            <a:pathLst>
              <a:path w="49472" h="88467">
                <a:moveTo>
                  <a:pt x="0" y="0"/>
                </a:moveTo>
                <a:lnTo>
                  <a:pt x="0" y="372"/>
                </a:lnTo>
                <a:lnTo>
                  <a:pt x="520" y="744"/>
                </a:lnTo>
                <a:lnTo>
                  <a:pt x="520" y="1504"/>
                </a:lnTo>
                <a:lnTo>
                  <a:pt x="867" y="1877"/>
                </a:lnTo>
                <a:lnTo>
                  <a:pt x="1388" y="2249"/>
                </a:lnTo>
                <a:lnTo>
                  <a:pt x="1388" y="2622"/>
                </a:lnTo>
                <a:lnTo>
                  <a:pt x="1735" y="2994"/>
                </a:lnTo>
                <a:lnTo>
                  <a:pt x="1735" y="3754"/>
                </a:lnTo>
                <a:lnTo>
                  <a:pt x="2083" y="4127"/>
                </a:lnTo>
                <a:lnTo>
                  <a:pt x="2603" y="4499"/>
                </a:lnTo>
                <a:lnTo>
                  <a:pt x="2603" y="4871"/>
                </a:lnTo>
                <a:lnTo>
                  <a:pt x="2951" y="5244"/>
                </a:lnTo>
                <a:lnTo>
                  <a:pt x="2951" y="6004"/>
                </a:lnTo>
                <a:lnTo>
                  <a:pt x="3471" y="6376"/>
                </a:lnTo>
                <a:lnTo>
                  <a:pt x="3818" y="6749"/>
                </a:lnTo>
                <a:lnTo>
                  <a:pt x="3818" y="7121"/>
                </a:lnTo>
                <a:lnTo>
                  <a:pt x="4166" y="7866"/>
                </a:lnTo>
                <a:lnTo>
                  <a:pt x="4166" y="8254"/>
                </a:lnTo>
                <a:lnTo>
                  <a:pt x="4686" y="8626"/>
                </a:lnTo>
                <a:lnTo>
                  <a:pt x="4686" y="8998"/>
                </a:lnTo>
                <a:lnTo>
                  <a:pt x="5034" y="9371"/>
                </a:lnTo>
                <a:lnTo>
                  <a:pt x="5554" y="10115"/>
                </a:lnTo>
                <a:lnTo>
                  <a:pt x="5554" y="10503"/>
                </a:lnTo>
                <a:lnTo>
                  <a:pt x="5902" y="10876"/>
                </a:lnTo>
                <a:lnTo>
                  <a:pt x="6422" y="11248"/>
                </a:lnTo>
                <a:lnTo>
                  <a:pt x="6422" y="11993"/>
                </a:lnTo>
                <a:lnTo>
                  <a:pt x="6769" y="12365"/>
                </a:lnTo>
                <a:lnTo>
                  <a:pt x="6769" y="12753"/>
                </a:lnTo>
                <a:lnTo>
                  <a:pt x="7117" y="13125"/>
                </a:lnTo>
                <a:lnTo>
                  <a:pt x="7117" y="13498"/>
                </a:lnTo>
                <a:lnTo>
                  <a:pt x="7637" y="14242"/>
                </a:lnTo>
                <a:lnTo>
                  <a:pt x="7985" y="14615"/>
                </a:lnTo>
                <a:lnTo>
                  <a:pt x="7985" y="14987"/>
                </a:lnTo>
                <a:lnTo>
                  <a:pt x="8505" y="15375"/>
                </a:lnTo>
                <a:lnTo>
                  <a:pt x="8505" y="16120"/>
                </a:lnTo>
                <a:lnTo>
                  <a:pt x="8853" y="16492"/>
                </a:lnTo>
                <a:lnTo>
                  <a:pt x="9200" y="16864"/>
                </a:lnTo>
                <a:lnTo>
                  <a:pt x="9200" y="17237"/>
                </a:lnTo>
                <a:lnTo>
                  <a:pt x="9720" y="17625"/>
                </a:lnTo>
                <a:lnTo>
                  <a:pt x="10068" y="18369"/>
                </a:lnTo>
                <a:lnTo>
                  <a:pt x="10068" y="18742"/>
                </a:lnTo>
                <a:lnTo>
                  <a:pt x="10588" y="19114"/>
                </a:lnTo>
                <a:lnTo>
                  <a:pt x="10588" y="19487"/>
                </a:lnTo>
                <a:lnTo>
                  <a:pt x="10936" y="19874"/>
                </a:lnTo>
                <a:lnTo>
                  <a:pt x="10936" y="20619"/>
                </a:lnTo>
                <a:lnTo>
                  <a:pt x="11456" y="20992"/>
                </a:lnTo>
                <a:lnTo>
                  <a:pt x="11804" y="21364"/>
                </a:lnTo>
                <a:lnTo>
                  <a:pt x="11804" y="21736"/>
                </a:lnTo>
                <a:lnTo>
                  <a:pt x="12151" y="22496"/>
                </a:lnTo>
                <a:lnTo>
                  <a:pt x="12151" y="22869"/>
                </a:lnTo>
                <a:lnTo>
                  <a:pt x="12672" y="23241"/>
                </a:lnTo>
                <a:lnTo>
                  <a:pt x="13019" y="23614"/>
                </a:lnTo>
                <a:lnTo>
                  <a:pt x="13019" y="23986"/>
                </a:lnTo>
                <a:lnTo>
                  <a:pt x="13539" y="24358"/>
                </a:lnTo>
                <a:lnTo>
                  <a:pt x="13539" y="25119"/>
                </a:lnTo>
                <a:lnTo>
                  <a:pt x="13887" y="25491"/>
                </a:lnTo>
                <a:lnTo>
                  <a:pt x="14234" y="25863"/>
                </a:lnTo>
                <a:lnTo>
                  <a:pt x="14234" y="26236"/>
                </a:lnTo>
                <a:lnTo>
                  <a:pt x="14755" y="26608"/>
                </a:lnTo>
                <a:lnTo>
                  <a:pt x="14755" y="27368"/>
                </a:lnTo>
                <a:lnTo>
                  <a:pt x="15102" y="27741"/>
                </a:lnTo>
                <a:lnTo>
                  <a:pt x="15102" y="28113"/>
                </a:lnTo>
                <a:lnTo>
                  <a:pt x="15623" y="28485"/>
                </a:lnTo>
                <a:lnTo>
                  <a:pt x="15970" y="28858"/>
                </a:lnTo>
                <a:lnTo>
                  <a:pt x="15970" y="29618"/>
                </a:lnTo>
                <a:lnTo>
                  <a:pt x="16490" y="29990"/>
                </a:lnTo>
                <a:lnTo>
                  <a:pt x="16838" y="30363"/>
                </a:lnTo>
                <a:lnTo>
                  <a:pt x="16838" y="30735"/>
                </a:lnTo>
                <a:lnTo>
                  <a:pt x="17185" y="31480"/>
                </a:lnTo>
                <a:lnTo>
                  <a:pt x="17185" y="31868"/>
                </a:lnTo>
                <a:lnTo>
                  <a:pt x="17706" y="32240"/>
                </a:lnTo>
                <a:lnTo>
                  <a:pt x="18053" y="32612"/>
                </a:lnTo>
                <a:lnTo>
                  <a:pt x="18053" y="32985"/>
                </a:lnTo>
                <a:lnTo>
                  <a:pt x="18574" y="33729"/>
                </a:lnTo>
                <a:lnTo>
                  <a:pt x="18574" y="34117"/>
                </a:lnTo>
                <a:lnTo>
                  <a:pt x="18921" y="34490"/>
                </a:lnTo>
                <a:lnTo>
                  <a:pt x="18921" y="34862"/>
                </a:lnTo>
                <a:lnTo>
                  <a:pt x="19268" y="35234"/>
                </a:lnTo>
                <a:lnTo>
                  <a:pt x="19789" y="35607"/>
                </a:lnTo>
                <a:lnTo>
                  <a:pt x="19789" y="36367"/>
                </a:lnTo>
                <a:lnTo>
                  <a:pt x="20136" y="36739"/>
                </a:lnTo>
                <a:lnTo>
                  <a:pt x="20657" y="37112"/>
                </a:lnTo>
                <a:lnTo>
                  <a:pt x="20657" y="37484"/>
                </a:lnTo>
                <a:lnTo>
                  <a:pt x="21004" y="37856"/>
                </a:lnTo>
                <a:lnTo>
                  <a:pt x="21004" y="38601"/>
                </a:lnTo>
                <a:lnTo>
                  <a:pt x="21351" y="38989"/>
                </a:lnTo>
                <a:lnTo>
                  <a:pt x="21351" y="39361"/>
                </a:lnTo>
                <a:lnTo>
                  <a:pt x="21872" y="39734"/>
                </a:lnTo>
                <a:lnTo>
                  <a:pt x="22219" y="40479"/>
                </a:lnTo>
                <a:lnTo>
                  <a:pt x="22219" y="40851"/>
                </a:lnTo>
                <a:lnTo>
                  <a:pt x="22740" y="41239"/>
                </a:lnTo>
                <a:lnTo>
                  <a:pt x="22740" y="41611"/>
                </a:lnTo>
                <a:lnTo>
                  <a:pt x="23087" y="41984"/>
                </a:lnTo>
                <a:lnTo>
                  <a:pt x="23608" y="42356"/>
                </a:lnTo>
                <a:lnTo>
                  <a:pt x="23608" y="42728"/>
                </a:lnTo>
                <a:lnTo>
                  <a:pt x="23955" y="43488"/>
                </a:lnTo>
                <a:lnTo>
                  <a:pt x="23955" y="43861"/>
                </a:lnTo>
                <a:lnTo>
                  <a:pt x="24302" y="44233"/>
                </a:lnTo>
                <a:lnTo>
                  <a:pt x="24823" y="44606"/>
                </a:lnTo>
                <a:lnTo>
                  <a:pt x="24823" y="45350"/>
                </a:lnTo>
                <a:lnTo>
                  <a:pt x="25170" y="45723"/>
                </a:lnTo>
                <a:lnTo>
                  <a:pt x="25170" y="46111"/>
                </a:lnTo>
                <a:lnTo>
                  <a:pt x="25691" y="46483"/>
                </a:lnTo>
                <a:lnTo>
                  <a:pt x="26038" y="46855"/>
                </a:lnTo>
                <a:lnTo>
                  <a:pt x="26038" y="47600"/>
                </a:lnTo>
                <a:lnTo>
                  <a:pt x="26385" y="47972"/>
                </a:lnTo>
                <a:lnTo>
                  <a:pt x="26906" y="48360"/>
                </a:lnTo>
                <a:lnTo>
                  <a:pt x="26906" y="48733"/>
                </a:lnTo>
                <a:lnTo>
                  <a:pt x="27253" y="49105"/>
                </a:lnTo>
                <a:lnTo>
                  <a:pt x="27253" y="49477"/>
                </a:lnTo>
                <a:lnTo>
                  <a:pt x="27774" y="50222"/>
                </a:lnTo>
                <a:lnTo>
                  <a:pt x="27774" y="50610"/>
                </a:lnTo>
                <a:lnTo>
                  <a:pt x="28121" y="50982"/>
                </a:lnTo>
                <a:lnTo>
                  <a:pt x="28642" y="51355"/>
                </a:lnTo>
                <a:lnTo>
                  <a:pt x="28642" y="51727"/>
                </a:lnTo>
                <a:lnTo>
                  <a:pt x="28989" y="52472"/>
                </a:lnTo>
                <a:lnTo>
                  <a:pt x="28989" y="52860"/>
                </a:lnTo>
                <a:lnTo>
                  <a:pt x="29336" y="53232"/>
                </a:lnTo>
                <a:lnTo>
                  <a:pt x="29336" y="53604"/>
                </a:lnTo>
                <a:lnTo>
                  <a:pt x="29857" y="53977"/>
                </a:lnTo>
                <a:lnTo>
                  <a:pt x="30204" y="54349"/>
                </a:lnTo>
                <a:lnTo>
                  <a:pt x="30204" y="55094"/>
                </a:lnTo>
                <a:lnTo>
                  <a:pt x="30725" y="55482"/>
                </a:lnTo>
                <a:lnTo>
                  <a:pt x="31072" y="55854"/>
                </a:lnTo>
                <a:lnTo>
                  <a:pt x="31072" y="56226"/>
                </a:lnTo>
                <a:lnTo>
                  <a:pt x="31419" y="56599"/>
                </a:lnTo>
                <a:lnTo>
                  <a:pt x="31419" y="57344"/>
                </a:lnTo>
                <a:lnTo>
                  <a:pt x="31940" y="57731"/>
                </a:lnTo>
                <a:lnTo>
                  <a:pt x="31940" y="58104"/>
                </a:lnTo>
                <a:lnTo>
                  <a:pt x="32287" y="58476"/>
                </a:lnTo>
                <a:lnTo>
                  <a:pt x="32808" y="58848"/>
                </a:lnTo>
                <a:lnTo>
                  <a:pt x="32808" y="59221"/>
                </a:lnTo>
                <a:lnTo>
                  <a:pt x="33155" y="59981"/>
                </a:lnTo>
                <a:lnTo>
                  <a:pt x="33676" y="60353"/>
                </a:lnTo>
                <a:lnTo>
                  <a:pt x="33676" y="60726"/>
                </a:lnTo>
                <a:lnTo>
                  <a:pt x="34023" y="61098"/>
                </a:lnTo>
                <a:lnTo>
                  <a:pt x="34023" y="61471"/>
                </a:lnTo>
                <a:lnTo>
                  <a:pt x="34370" y="61843"/>
                </a:lnTo>
                <a:lnTo>
                  <a:pt x="34891" y="62215"/>
                </a:lnTo>
                <a:lnTo>
                  <a:pt x="34891" y="62976"/>
                </a:lnTo>
                <a:lnTo>
                  <a:pt x="35238" y="63348"/>
                </a:lnTo>
                <a:lnTo>
                  <a:pt x="35238" y="63720"/>
                </a:lnTo>
                <a:lnTo>
                  <a:pt x="35759" y="64093"/>
                </a:lnTo>
                <a:lnTo>
                  <a:pt x="35759" y="64853"/>
                </a:lnTo>
                <a:lnTo>
                  <a:pt x="36106" y="65225"/>
                </a:lnTo>
                <a:lnTo>
                  <a:pt x="36453" y="65598"/>
                </a:lnTo>
                <a:lnTo>
                  <a:pt x="36453" y="65970"/>
                </a:lnTo>
                <a:lnTo>
                  <a:pt x="36974" y="66342"/>
                </a:lnTo>
                <a:lnTo>
                  <a:pt x="37321" y="66715"/>
                </a:lnTo>
                <a:lnTo>
                  <a:pt x="37321" y="67103"/>
                </a:lnTo>
                <a:lnTo>
                  <a:pt x="37842" y="67847"/>
                </a:lnTo>
                <a:lnTo>
                  <a:pt x="37842" y="68220"/>
                </a:lnTo>
                <a:lnTo>
                  <a:pt x="38189" y="68592"/>
                </a:lnTo>
                <a:lnTo>
                  <a:pt x="38189" y="68964"/>
                </a:lnTo>
                <a:lnTo>
                  <a:pt x="38536" y="69352"/>
                </a:lnTo>
                <a:lnTo>
                  <a:pt x="39057" y="69725"/>
                </a:lnTo>
                <a:lnTo>
                  <a:pt x="39057" y="70469"/>
                </a:lnTo>
                <a:lnTo>
                  <a:pt x="39404" y="70842"/>
                </a:lnTo>
                <a:lnTo>
                  <a:pt x="39404" y="71214"/>
                </a:lnTo>
                <a:lnTo>
                  <a:pt x="39925" y="71586"/>
                </a:lnTo>
                <a:lnTo>
                  <a:pt x="39925" y="71974"/>
                </a:lnTo>
                <a:lnTo>
                  <a:pt x="40272" y="72347"/>
                </a:lnTo>
                <a:lnTo>
                  <a:pt x="40793" y="72719"/>
                </a:lnTo>
                <a:lnTo>
                  <a:pt x="40793" y="73464"/>
                </a:lnTo>
                <a:lnTo>
                  <a:pt x="41140" y="73836"/>
                </a:lnTo>
                <a:lnTo>
                  <a:pt x="41487" y="74224"/>
                </a:lnTo>
                <a:lnTo>
                  <a:pt x="41487" y="74596"/>
                </a:lnTo>
                <a:lnTo>
                  <a:pt x="42008" y="74969"/>
                </a:lnTo>
                <a:lnTo>
                  <a:pt x="42008" y="75341"/>
                </a:lnTo>
                <a:lnTo>
                  <a:pt x="42355" y="76086"/>
                </a:lnTo>
                <a:lnTo>
                  <a:pt x="42876" y="76474"/>
                </a:lnTo>
                <a:lnTo>
                  <a:pt x="42876" y="76846"/>
                </a:lnTo>
                <a:lnTo>
                  <a:pt x="43223" y="77218"/>
                </a:lnTo>
                <a:lnTo>
                  <a:pt x="43223" y="77591"/>
                </a:lnTo>
                <a:lnTo>
                  <a:pt x="43570" y="77963"/>
                </a:lnTo>
                <a:lnTo>
                  <a:pt x="44091" y="78708"/>
                </a:lnTo>
                <a:lnTo>
                  <a:pt x="44091" y="79096"/>
                </a:lnTo>
                <a:lnTo>
                  <a:pt x="44438" y="79468"/>
                </a:lnTo>
                <a:lnTo>
                  <a:pt x="44438" y="79840"/>
                </a:lnTo>
                <a:lnTo>
                  <a:pt x="44959" y="80213"/>
                </a:lnTo>
                <a:lnTo>
                  <a:pt x="45306" y="80585"/>
                </a:lnTo>
                <a:lnTo>
                  <a:pt x="45306" y="80958"/>
                </a:lnTo>
                <a:lnTo>
                  <a:pt x="45827" y="81718"/>
                </a:lnTo>
                <a:lnTo>
                  <a:pt x="45827" y="82090"/>
                </a:lnTo>
                <a:lnTo>
                  <a:pt x="46174" y="82463"/>
                </a:lnTo>
                <a:lnTo>
                  <a:pt x="46174" y="82835"/>
                </a:lnTo>
                <a:lnTo>
                  <a:pt x="46521" y="83207"/>
                </a:lnTo>
                <a:lnTo>
                  <a:pt x="47042" y="83595"/>
                </a:lnTo>
                <a:lnTo>
                  <a:pt x="47042" y="84340"/>
                </a:lnTo>
                <a:lnTo>
                  <a:pt x="47389" y="84712"/>
                </a:lnTo>
                <a:lnTo>
                  <a:pt x="47910" y="85085"/>
                </a:lnTo>
                <a:lnTo>
                  <a:pt x="47910" y="85457"/>
                </a:lnTo>
                <a:lnTo>
                  <a:pt x="48257" y="85829"/>
                </a:lnTo>
                <a:lnTo>
                  <a:pt x="48257" y="86217"/>
                </a:lnTo>
                <a:lnTo>
                  <a:pt x="48604" y="86590"/>
                </a:lnTo>
                <a:lnTo>
                  <a:pt x="48604" y="87334"/>
                </a:lnTo>
                <a:lnTo>
                  <a:pt x="49125" y="87707"/>
                </a:lnTo>
                <a:lnTo>
                  <a:pt x="49472" y="88079"/>
                </a:lnTo>
                <a:lnTo>
                  <a:pt x="49472" y="88467"/>
                </a:lnTo>
              </a:path>
            </a:pathLst>
          </a:custGeom>
          <a:ln w="236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606414" y="5415388"/>
            <a:ext cx="49993" cy="81702"/>
          </a:xfrm>
          <a:custGeom>
            <a:avLst/>
            <a:gdLst/>
            <a:ahLst/>
            <a:cxnLst/>
            <a:rect l="l" t="t" r="r" b="b"/>
            <a:pathLst>
              <a:path w="49993" h="81702">
                <a:moveTo>
                  <a:pt x="0" y="0"/>
                </a:moveTo>
                <a:lnTo>
                  <a:pt x="520" y="372"/>
                </a:lnTo>
                <a:lnTo>
                  <a:pt x="520" y="744"/>
                </a:lnTo>
                <a:lnTo>
                  <a:pt x="867" y="1489"/>
                </a:lnTo>
                <a:lnTo>
                  <a:pt x="1388" y="1861"/>
                </a:lnTo>
                <a:lnTo>
                  <a:pt x="1388" y="2249"/>
                </a:lnTo>
                <a:lnTo>
                  <a:pt x="1735" y="2622"/>
                </a:lnTo>
                <a:lnTo>
                  <a:pt x="2083" y="2994"/>
                </a:lnTo>
                <a:lnTo>
                  <a:pt x="2083" y="3366"/>
                </a:lnTo>
                <a:lnTo>
                  <a:pt x="2603" y="3739"/>
                </a:lnTo>
                <a:lnTo>
                  <a:pt x="2603" y="4111"/>
                </a:lnTo>
                <a:lnTo>
                  <a:pt x="2951" y="4871"/>
                </a:lnTo>
                <a:lnTo>
                  <a:pt x="2951" y="5244"/>
                </a:lnTo>
                <a:lnTo>
                  <a:pt x="3471" y="5616"/>
                </a:lnTo>
                <a:lnTo>
                  <a:pt x="3818" y="5988"/>
                </a:lnTo>
                <a:lnTo>
                  <a:pt x="3818" y="6361"/>
                </a:lnTo>
                <a:lnTo>
                  <a:pt x="4166" y="6733"/>
                </a:lnTo>
                <a:lnTo>
                  <a:pt x="4166" y="7121"/>
                </a:lnTo>
                <a:lnTo>
                  <a:pt x="4686" y="7866"/>
                </a:lnTo>
                <a:lnTo>
                  <a:pt x="5034" y="8238"/>
                </a:lnTo>
                <a:lnTo>
                  <a:pt x="5034" y="8610"/>
                </a:lnTo>
                <a:lnTo>
                  <a:pt x="5554" y="8983"/>
                </a:lnTo>
                <a:lnTo>
                  <a:pt x="5554" y="9371"/>
                </a:lnTo>
                <a:lnTo>
                  <a:pt x="5902" y="9743"/>
                </a:lnTo>
                <a:lnTo>
                  <a:pt x="6249" y="10115"/>
                </a:lnTo>
                <a:lnTo>
                  <a:pt x="6249" y="10488"/>
                </a:lnTo>
                <a:lnTo>
                  <a:pt x="6769" y="11232"/>
                </a:lnTo>
                <a:lnTo>
                  <a:pt x="6769" y="11620"/>
                </a:lnTo>
                <a:lnTo>
                  <a:pt x="7117" y="11993"/>
                </a:lnTo>
                <a:lnTo>
                  <a:pt x="7117" y="12365"/>
                </a:lnTo>
                <a:lnTo>
                  <a:pt x="7637" y="12737"/>
                </a:lnTo>
                <a:lnTo>
                  <a:pt x="7985" y="13110"/>
                </a:lnTo>
                <a:lnTo>
                  <a:pt x="8505" y="13482"/>
                </a:lnTo>
                <a:lnTo>
                  <a:pt x="8505" y="13855"/>
                </a:lnTo>
                <a:lnTo>
                  <a:pt x="8853" y="14615"/>
                </a:lnTo>
                <a:lnTo>
                  <a:pt x="8853" y="14987"/>
                </a:lnTo>
                <a:lnTo>
                  <a:pt x="9200" y="15360"/>
                </a:lnTo>
                <a:lnTo>
                  <a:pt x="9200" y="15732"/>
                </a:lnTo>
                <a:lnTo>
                  <a:pt x="9720" y="16104"/>
                </a:lnTo>
                <a:lnTo>
                  <a:pt x="10068" y="16492"/>
                </a:lnTo>
                <a:lnTo>
                  <a:pt x="10068" y="16864"/>
                </a:lnTo>
                <a:lnTo>
                  <a:pt x="10588" y="17609"/>
                </a:lnTo>
                <a:lnTo>
                  <a:pt x="10588" y="17982"/>
                </a:lnTo>
                <a:lnTo>
                  <a:pt x="10936" y="18354"/>
                </a:lnTo>
                <a:lnTo>
                  <a:pt x="10936" y="18742"/>
                </a:lnTo>
                <a:lnTo>
                  <a:pt x="11283" y="19114"/>
                </a:lnTo>
                <a:lnTo>
                  <a:pt x="11804" y="19487"/>
                </a:lnTo>
                <a:lnTo>
                  <a:pt x="11804" y="19859"/>
                </a:lnTo>
                <a:lnTo>
                  <a:pt x="12151" y="20231"/>
                </a:lnTo>
                <a:lnTo>
                  <a:pt x="12672" y="20992"/>
                </a:lnTo>
                <a:lnTo>
                  <a:pt x="12672" y="21364"/>
                </a:lnTo>
                <a:lnTo>
                  <a:pt x="13019" y="21736"/>
                </a:lnTo>
                <a:lnTo>
                  <a:pt x="13019" y="22109"/>
                </a:lnTo>
                <a:lnTo>
                  <a:pt x="13539" y="22481"/>
                </a:lnTo>
                <a:lnTo>
                  <a:pt x="13539" y="22853"/>
                </a:lnTo>
                <a:lnTo>
                  <a:pt x="13887" y="23226"/>
                </a:lnTo>
                <a:lnTo>
                  <a:pt x="14234" y="23614"/>
                </a:lnTo>
                <a:lnTo>
                  <a:pt x="14234" y="24358"/>
                </a:lnTo>
                <a:lnTo>
                  <a:pt x="14755" y="24731"/>
                </a:lnTo>
                <a:lnTo>
                  <a:pt x="14755" y="25103"/>
                </a:lnTo>
                <a:lnTo>
                  <a:pt x="15102" y="25475"/>
                </a:lnTo>
                <a:lnTo>
                  <a:pt x="15623" y="25863"/>
                </a:lnTo>
                <a:lnTo>
                  <a:pt x="15623" y="26236"/>
                </a:lnTo>
                <a:lnTo>
                  <a:pt x="15970" y="26608"/>
                </a:lnTo>
                <a:lnTo>
                  <a:pt x="15970" y="26980"/>
                </a:lnTo>
                <a:lnTo>
                  <a:pt x="16317" y="27353"/>
                </a:lnTo>
                <a:lnTo>
                  <a:pt x="16838" y="27725"/>
                </a:lnTo>
                <a:lnTo>
                  <a:pt x="16838" y="28113"/>
                </a:lnTo>
                <a:lnTo>
                  <a:pt x="17185" y="28858"/>
                </a:lnTo>
                <a:lnTo>
                  <a:pt x="17185" y="29230"/>
                </a:lnTo>
                <a:lnTo>
                  <a:pt x="17706" y="29602"/>
                </a:lnTo>
                <a:lnTo>
                  <a:pt x="18053" y="29975"/>
                </a:lnTo>
                <a:lnTo>
                  <a:pt x="18053" y="30347"/>
                </a:lnTo>
                <a:lnTo>
                  <a:pt x="18574" y="30735"/>
                </a:lnTo>
                <a:lnTo>
                  <a:pt x="18921" y="31107"/>
                </a:lnTo>
                <a:lnTo>
                  <a:pt x="18921" y="31480"/>
                </a:lnTo>
                <a:lnTo>
                  <a:pt x="19268" y="32224"/>
                </a:lnTo>
                <a:lnTo>
                  <a:pt x="19268" y="32597"/>
                </a:lnTo>
                <a:lnTo>
                  <a:pt x="19789" y="32985"/>
                </a:lnTo>
                <a:lnTo>
                  <a:pt x="19789" y="33357"/>
                </a:lnTo>
                <a:lnTo>
                  <a:pt x="20136" y="33729"/>
                </a:lnTo>
                <a:lnTo>
                  <a:pt x="20657" y="34102"/>
                </a:lnTo>
                <a:lnTo>
                  <a:pt x="20657" y="34474"/>
                </a:lnTo>
                <a:lnTo>
                  <a:pt x="21004" y="34847"/>
                </a:lnTo>
                <a:lnTo>
                  <a:pt x="21004" y="35607"/>
                </a:lnTo>
                <a:lnTo>
                  <a:pt x="21351" y="35607"/>
                </a:lnTo>
                <a:lnTo>
                  <a:pt x="21351" y="36352"/>
                </a:lnTo>
                <a:lnTo>
                  <a:pt x="21872" y="36724"/>
                </a:lnTo>
                <a:lnTo>
                  <a:pt x="22219" y="37096"/>
                </a:lnTo>
                <a:lnTo>
                  <a:pt x="22219" y="37484"/>
                </a:lnTo>
                <a:lnTo>
                  <a:pt x="22740" y="37856"/>
                </a:lnTo>
                <a:lnTo>
                  <a:pt x="23087" y="38229"/>
                </a:lnTo>
                <a:lnTo>
                  <a:pt x="23087" y="38601"/>
                </a:lnTo>
                <a:lnTo>
                  <a:pt x="23434" y="38974"/>
                </a:lnTo>
                <a:lnTo>
                  <a:pt x="23434" y="39718"/>
                </a:lnTo>
                <a:lnTo>
                  <a:pt x="23955" y="39718"/>
                </a:lnTo>
                <a:lnTo>
                  <a:pt x="23955" y="40479"/>
                </a:lnTo>
                <a:lnTo>
                  <a:pt x="24302" y="40851"/>
                </a:lnTo>
                <a:lnTo>
                  <a:pt x="24823" y="41223"/>
                </a:lnTo>
                <a:lnTo>
                  <a:pt x="24823" y="41596"/>
                </a:lnTo>
                <a:lnTo>
                  <a:pt x="25170" y="41968"/>
                </a:lnTo>
                <a:lnTo>
                  <a:pt x="25691" y="42356"/>
                </a:lnTo>
                <a:lnTo>
                  <a:pt x="25691" y="42728"/>
                </a:lnTo>
                <a:lnTo>
                  <a:pt x="26038" y="43101"/>
                </a:lnTo>
                <a:lnTo>
                  <a:pt x="26038" y="43845"/>
                </a:lnTo>
                <a:lnTo>
                  <a:pt x="26385" y="43845"/>
                </a:lnTo>
                <a:lnTo>
                  <a:pt x="26906" y="44606"/>
                </a:lnTo>
                <a:lnTo>
                  <a:pt x="26906" y="44978"/>
                </a:lnTo>
                <a:lnTo>
                  <a:pt x="27253" y="45350"/>
                </a:lnTo>
                <a:lnTo>
                  <a:pt x="27253" y="45723"/>
                </a:lnTo>
                <a:lnTo>
                  <a:pt x="27774" y="46095"/>
                </a:lnTo>
                <a:lnTo>
                  <a:pt x="27774" y="46467"/>
                </a:lnTo>
                <a:lnTo>
                  <a:pt x="28121" y="46840"/>
                </a:lnTo>
                <a:lnTo>
                  <a:pt x="28468" y="47228"/>
                </a:lnTo>
                <a:lnTo>
                  <a:pt x="28468" y="47600"/>
                </a:lnTo>
                <a:lnTo>
                  <a:pt x="28989" y="47972"/>
                </a:lnTo>
                <a:lnTo>
                  <a:pt x="29336" y="48717"/>
                </a:lnTo>
                <a:lnTo>
                  <a:pt x="29336" y="49089"/>
                </a:lnTo>
                <a:lnTo>
                  <a:pt x="29857" y="49477"/>
                </a:lnTo>
                <a:lnTo>
                  <a:pt x="29857" y="49850"/>
                </a:lnTo>
                <a:lnTo>
                  <a:pt x="30204" y="50222"/>
                </a:lnTo>
                <a:lnTo>
                  <a:pt x="30204" y="50594"/>
                </a:lnTo>
                <a:lnTo>
                  <a:pt x="30725" y="50967"/>
                </a:lnTo>
                <a:lnTo>
                  <a:pt x="31072" y="51339"/>
                </a:lnTo>
                <a:lnTo>
                  <a:pt x="31072" y="51727"/>
                </a:lnTo>
                <a:lnTo>
                  <a:pt x="31419" y="52099"/>
                </a:lnTo>
                <a:lnTo>
                  <a:pt x="31419" y="52472"/>
                </a:lnTo>
                <a:lnTo>
                  <a:pt x="31940" y="52844"/>
                </a:lnTo>
                <a:lnTo>
                  <a:pt x="31940" y="53589"/>
                </a:lnTo>
                <a:lnTo>
                  <a:pt x="32287" y="53961"/>
                </a:lnTo>
                <a:lnTo>
                  <a:pt x="32808" y="54349"/>
                </a:lnTo>
                <a:lnTo>
                  <a:pt x="33155" y="54721"/>
                </a:lnTo>
                <a:lnTo>
                  <a:pt x="33155" y="55094"/>
                </a:lnTo>
                <a:lnTo>
                  <a:pt x="33502" y="55466"/>
                </a:lnTo>
                <a:lnTo>
                  <a:pt x="33502" y="55839"/>
                </a:lnTo>
                <a:lnTo>
                  <a:pt x="34023" y="56211"/>
                </a:lnTo>
                <a:lnTo>
                  <a:pt x="34023" y="56599"/>
                </a:lnTo>
                <a:lnTo>
                  <a:pt x="34370" y="56971"/>
                </a:lnTo>
                <a:lnTo>
                  <a:pt x="34891" y="57344"/>
                </a:lnTo>
                <a:lnTo>
                  <a:pt x="34891" y="57716"/>
                </a:lnTo>
                <a:lnTo>
                  <a:pt x="35238" y="58461"/>
                </a:lnTo>
                <a:lnTo>
                  <a:pt x="35759" y="59221"/>
                </a:lnTo>
                <a:lnTo>
                  <a:pt x="36106" y="59593"/>
                </a:lnTo>
                <a:lnTo>
                  <a:pt x="36106" y="59966"/>
                </a:lnTo>
                <a:lnTo>
                  <a:pt x="36453" y="60338"/>
                </a:lnTo>
                <a:lnTo>
                  <a:pt x="36453" y="60710"/>
                </a:lnTo>
                <a:lnTo>
                  <a:pt x="36974" y="61098"/>
                </a:lnTo>
                <a:lnTo>
                  <a:pt x="37321" y="61471"/>
                </a:lnTo>
                <a:lnTo>
                  <a:pt x="37321" y="61843"/>
                </a:lnTo>
                <a:lnTo>
                  <a:pt x="37842" y="62215"/>
                </a:lnTo>
                <a:lnTo>
                  <a:pt x="37842" y="62588"/>
                </a:lnTo>
                <a:lnTo>
                  <a:pt x="38189" y="62960"/>
                </a:lnTo>
                <a:lnTo>
                  <a:pt x="38189" y="63332"/>
                </a:lnTo>
                <a:lnTo>
                  <a:pt x="38536" y="63720"/>
                </a:lnTo>
                <a:lnTo>
                  <a:pt x="39057" y="64093"/>
                </a:lnTo>
                <a:lnTo>
                  <a:pt x="39057" y="64837"/>
                </a:lnTo>
                <a:lnTo>
                  <a:pt x="39404" y="65210"/>
                </a:lnTo>
                <a:lnTo>
                  <a:pt x="39925" y="65582"/>
                </a:lnTo>
                <a:lnTo>
                  <a:pt x="39925" y="65970"/>
                </a:lnTo>
                <a:lnTo>
                  <a:pt x="40272" y="66342"/>
                </a:lnTo>
                <a:lnTo>
                  <a:pt x="40272" y="66715"/>
                </a:lnTo>
                <a:lnTo>
                  <a:pt x="40619" y="67087"/>
                </a:lnTo>
                <a:lnTo>
                  <a:pt x="41140" y="67459"/>
                </a:lnTo>
                <a:lnTo>
                  <a:pt x="41140" y="67832"/>
                </a:lnTo>
                <a:lnTo>
                  <a:pt x="41487" y="68220"/>
                </a:lnTo>
                <a:lnTo>
                  <a:pt x="41487" y="68592"/>
                </a:lnTo>
                <a:lnTo>
                  <a:pt x="42008" y="68964"/>
                </a:lnTo>
                <a:lnTo>
                  <a:pt x="42008" y="69337"/>
                </a:lnTo>
                <a:lnTo>
                  <a:pt x="42355" y="69709"/>
                </a:lnTo>
                <a:lnTo>
                  <a:pt x="42876" y="70081"/>
                </a:lnTo>
                <a:lnTo>
                  <a:pt x="42876" y="70454"/>
                </a:lnTo>
                <a:lnTo>
                  <a:pt x="43223" y="71214"/>
                </a:lnTo>
                <a:lnTo>
                  <a:pt x="43570" y="71214"/>
                </a:lnTo>
                <a:lnTo>
                  <a:pt x="43570" y="71959"/>
                </a:lnTo>
                <a:lnTo>
                  <a:pt x="44091" y="72331"/>
                </a:lnTo>
                <a:lnTo>
                  <a:pt x="44091" y="72704"/>
                </a:lnTo>
                <a:lnTo>
                  <a:pt x="44438" y="73091"/>
                </a:lnTo>
                <a:lnTo>
                  <a:pt x="44438" y="73464"/>
                </a:lnTo>
                <a:lnTo>
                  <a:pt x="44959" y="73836"/>
                </a:lnTo>
                <a:lnTo>
                  <a:pt x="45306" y="74208"/>
                </a:lnTo>
                <a:lnTo>
                  <a:pt x="45306" y="74581"/>
                </a:lnTo>
                <a:lnTo>
                  <a:pt x="45653" y="74953"/>
                </a:lnTo>
                <a:lnTo>
                  <a:pt x="45653" y="75341"/>
                </a:lnTo>
                <a:lnTo>
                  <a:pt x="46174" y="75713"/>
                </a:lnTo>
                <a:lnTo>
                  <a:pt x="46521" y="76086"/>
                </a:lnTo>
                <a:lnTo>
                  <a:pt x="46521" y="76458"/>
                </a:lnTo>
                <a:lnTo>
                  <a:pt x="47042" y="76831"/>
                </a:lnTo>
                <a:lnTo>
                  <a:pt x="47042" y="77203"/>
                </a:lnTo>
                <a:lnTo>
                  <a:pt x="47389" y="77963"/>
                </a:lnTo>
                <a:lnTo>
                  <a:pt x="47910" y="77963"/>
                </a:lnTo>
                <a:lnTo>
                  <a:pt x="47910" y="78708"/>
                </a:lnTo>
                <a:lnTo>
                  <a:pt x="48257" y="79080"/>
                </a:lnTo>
                <a:lnTo>
                  <a:pt x="48257" y="79453"/>
                </a:lnTo>
                <a:lnTo>
                  <a:pt x="48604" y="79825"/>
                </a:lnTo>
                <a:lnTo>
                  <a:pt x="49125" y="80213"/>
                </a:lnTo>
                <a:lnTo>
                  <a:pt x="49125" y="80585"/>
                </a:lnTo>
                <a:lnTo>
                  <a:pt x="49472" y="80958"/>
                </a:lnTo>
                <a:lnTo>
                  <a:pt x="49993" y="81330"/>
                </a:lnTo>
                <a:lnTo>
                  <a:pt x="49993" y="81702"/>
                </a:lnTo>
              </a:path>
            </a:pathLst>
          </a:custGeom>
          <a:ln w="235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656408" y="5497091"/>
            <a:ext cx="49820" cy="73464"/>
          </a:xfrm>
          <a:custGeom>
            <a:avLst/>
            <a:gdLst/>
            <a:ahLst/>
            <a:cxnLst/>
            <a:rect l="l" t="t" r="r" b="b"/>
            <a:pathLst>
              <a:path w="49820" h="73464">
                <a:moveTo>
                  <a:pt x="0" y="0"/>
                </a:moveTo>
                <a:lnTo>
                  <a:pt x="347" y="372"/>
                </a:lnTo>
                <a:lnTo>
                  <a:pt x="347" y="760"/>
                </a:lnTo>
                <a:lnTo>
                  <a:pt x="694" y="1132"/>
                </a:lnTo>
                <a:lnTo>
                  <a:pt x="694" y="1504"/>
                </a:lnTo>
                <a:lnTo>
                  <a:pt x="1215" y="1877"/>
                </a:lnTo>
                <a:lnTo>
                  <a:pt x="1562" y="2249"/>
                </a:lnTo>
                <a:lnTo>
                  <a:pt x="1562" y="2622"/>
                </a:lnTo>
                <a:lnTo>
                  <a:pt x="2083" y="3009"/>
                </a:lnTo>
                <a:lnTo>
                  <a:pt x="2083" y="3382"/>
                </a:lnTo>
                <a:lnTo>
                  <a:pt x="2430" y="3754"/>
                </a:lnTo>
                <a:lnTo>
                  <a:pt x="2430" y="4127"/>
                </a:lnTo>
                <a:lnTo>
                  <a:pt x="2951" y="4499"/>
                </a:lnTo>
                <a:lnTo>
                  <a:pt x="3298" y="5244"/>
                </a:lnTo>
                <a:lnTo>
                  <a:pt x="3645" y="6004"/>
                </a:lnTo>
                <a:lnTo>
                  <a:pt x="4166" y="6004"/>
                </a:lnTo>
                <a:lnTo>
                  <a:pt x="4166" y="6749"/>
                </a:lnTo>
                <a:lnTo>
                  <a:pt x="4513" y="6749"/>
                </a:lnTo>
                <a:lnTo>
                  <a:pt x="4513" y="7493"/>
                </a:lnTo>
                <a:lnTo>
                  <a:pt x="5034" y="7881"/>
                </a:lnTo>
                <a:lnTo>
                  <a:pt x="5034" y="8254"/>
                </a:lnTo>
                <a:lnTo>
                  <a:pt x="5381" y="8626"/>
                </a:lnTo>
                <a:lnTo>
                  <a:pt x="5728" y="8998"/>
                </a:lnTo>
                <a:lnTo>
                  <a:pt x="5728" y="9371"/>
                </a:lnTo>
                <a:lnTo>
                  <a:pt x="6249" y="9743"/>
                </a:lnTo>
                <a:lnTo>
                  <a:pt x="6249" y="10131"/>
                </a:lnTo>
                <a:lnTo>
                  <a:pt x="6596" y="10503"/>
                </a:lnTo>
                <a:lnTo>
                  <a:pt x="7117" y="10876"/>
                </a:lnTo>
                <a:lnTo>
                  <a:pt x="7117" y="11248"/>
                </a:lnTo>
                <a:lnTo>
                  <a:pt x="7464" y="11620"/>
                </a:lnTo>
                <a:lnTo>
                  <a:pt x="7811" y="11993"/>
                </a:lnTo>
                <a:lnTo>
                  <a:pt x="7811" y="12381"/>
                </a:lnTo>
                <a:lnTo>
                  <a:pt x="8332" y="12753"/>
                </a:lnTo>
                <a:lnTo>
                  <a:pt x="8332" y="13125"/>
                </a:lnTo>
                <a:lnTo>
                  <a:pt x="8679" y="13498"/>
                </a:lnTo>
                <a:lnTo>
                  <a:pt x="8679" y="13870"/>
                </a:lnTo>
                <a:lnTo>
                  <a:pt x="9200" y="14242"/>
                </a:lnTo>
                <a:lnTo>
                  <a:pt x="9547" y="14615"/>
                </a:lnTo>
                <a:lnTo>
                  <a:pt x="9547" y="15003"/>
                </a:lnTo>
                <a:lnTo>
                  <a:pt x="10068" y="15375"/>
                </a:lnTo>
                <a:lnTo>
                  <a:pt x="10415" y="15747"/>
                </a:lnTo>
                <a:lnTo>
                  <a:pt x="10415" y="16120"/>
                </a:lnTo>
                <a:lnTo>
                  <a:pt x="10762" y="16492"/>
                </a:lnTo>
                <a:lnTo>
                  <a:pt x="10762" y="16864"/>
                </a:lnTo>
                <a:lnTo>
                  <a:pt x="11283" y="17252"/>
                </a:lnTo>
                <a:lnTo>
                  <a:pt x="11283" y="17625"/>
                </a:lnTo>
                <a:lnTo>
                  <a:pt x="11630" y="17997"/>
                </a:lnTo>
                <a:lnTo>
                  <a:pt x="12151" y="18369"/>
                </a:lnTo>
                <a:lnTo>
                  <a:pt x="12151" y="18742"/>
                </a:lnTo>
                <a:lnTo>
                  <a:pt x="12498" y="19114"/>
                </a:lnTo>
                <a:lnTo>
                  <a:pt x="12498" y="19502"/>
                </a:lnTo>
                <a:lnTo>
                  <a:pt x="12845" y="19874"/>
                </a:lnTo>
                <a:lnTo>
                  <a:pt x="12845" y="20247"/>
                </a:lnTo>
                <a:lnTo>
                  <a:pt x="13366" y="20619"/>
                </a:lnTo>
                <a:lnTo>
                  <a:pt x="13713" y="20992"/>
                </a:lnTo>
                <a:lnTo>
                  <a:pt x="13713" y="21364"/>
                </a:lnTo>
                <a:lnTo>
                  <a:pt x="14234" y="21736"/>
                </a:lnTo>
                <a:lnTo>
                  <a:pt x="14581" y="22124"/>
                </a:lnTo>
                <a:lnTo>
                  <a:pt x="14581" y="22496"/>
                </a:lnTo>
                <a:lnTo>
                  <a:pt x="15102" y="22869"/>
                </a:lnTo>
                <a:lnTo>
                  <a:pt x="15102" y="23241"/>
                </a:lnTo>
                <a:lnTo>
                  <a:pt x="15449" y="23614"/>
                </a:lnTo>
                <a:lnTo>
                  <a:pt x="15796" y="23986"/>
                </a:lnTo>
                <a:lnTo>
                  <a:pt x="15796" y="24746"/>
                </a:lnTo>
                <a:lnTo>
                  <a:pt x="16317" y="24746"/>
                </a:lnTo>
                <a:lnTo>
                  <a:pt x="16317" y="25491"/>
                </a:lnTo>
                <a:lnTo>
                  <a:pt x="16664" y="25491"/>
                </a:lnTo>
                <a:lnTo>
                  <a:pt x="16664" y="26236"/>
                </a:lnTo>
                <a:lnTo>
                  <a:pt x="17185" y="26236"/>
                </a:lnTo>
                <a:lnTo>
                  <a:pt x="17532" y="26996"/>
                </a:lnTo>
                <a:lnTo>
                  <a:pt x="17879" y="27741"/>
                </a:lnTo>
                <a:lnTo>
                  <a:pt x="18400" y="27741"/>
                </a:lnTo>
                <a:lnTo>
                  <a:pt x="18400" y="28485"/>
                </a:lnTo>
                <a:lnTo>
                  <a:pt x="18747" y="28485"/>
                </a:lnTo>
                <a:lnTo>
                  <a:pt x="18747" y="29246"/>
                </a:lnTo>
                <a:lnTo>
                  <a:pt x="19268" y="29618"/>
                </a:lnTo>
                <a:lnTo>
                  <a:pt x="19615" y="30363"/>
                </a:lnTo>
                <a:lnTo>
                  <a:pt x="20136" y="30363"/>
                </a:lnTo>
                <a:lnTo>
                  <a:pt x="20136" y="31107"/>
                </a:lnTo>
                <a:lnTo>
                  <a:pt x="20483" y="31107"/>
                </a:lnTo>
                <a:lnTo>
                  <a:pt x="20830" y="31868"/>
                </a:lnTo>
                <a:lnTo>
                  <a:pt x="21351" y="32612"/>
                </a:lnTo>
                <a:lnTo>
                  <a:pt x="21698" y="32985"/>
                </a:lnTo>
                <a:lnTo>
                  <a:pt x="21698" y="33745"/>
                </a:lnTo>
                <a:lnTo>
                  <a:pt x="22219" y="33745"/>
                </a:lnTo>
                <a:lnTo>
                  <a:pt x="22566" y="34490"/>
                </a:lnTo>
                <a:lnTo>
                  <a:pt x="22913" y="35234"/>
                </a:lnTo>
                <a:lnTo>
                  <a:pt x="23434" y="35995"/>
                </a:lnTo>
                <a:lnTo>
                  <a:pt x="23781" y="35995"/>
                </a:lnTo>
                <a:lnTo>
                  <a:pt x="23781" y="36367"/>
                </a:lnTo>
                <a:lnTo>
                  <a:pt x="24302" y="36739"/>
                </a:lnTo>
                <a:lnTo>
                  <a:pt x="24649" y="37112"/>
                </a:lnTo>
                <a:lnTo>
                  <a:pt x="24649" y="37484"/>
                </a:lnTo>
                <a:lnTo>
                  <a:pt x="24996" y="37856"/>
                </a:lnTo>
                <a:lnTo>
                  <a:pt x="24996" y="38229"/>
                </a:lnTo>
                <a:lnTo>
                  <a:pt x="25517" y="38617"/>
                </a:lnTo>
                <a:lnTo>
                  <a:pt x="25517" y="38989"/>
                </a:lnTo>
                <a:lnTo>
                  <a:pt x="25864" y="39361"/>
                </a:lnTo>
                <a:lnTo>
                  <a:pt x="26385" y="39734"/>
                </a:lnTo>
                <a:lnTo>
                  <a:pt x="26385" y="40106"/>
                </a:lnTo>
                <a:lnTo>
                  <a:pt x="26732" y="40479"/>
                </a:lnTo>
                <a:lnTo>
                  <a:pt x="26732" y="40866"/>
                </a:lnTo>
                <a:lnTo>
                  <a:pt x="27253" y="41239"/>
                </a:lnTo>
                <a:lnTo>
                  <a:pt x="27600" y="41611"/>
                </a:lnTo>
                <a:lnTo>
                  <a:pt x="27600" y="41984"/>
                </a:lnTo>
                <a:lnTo>
                  <a:pt x="27947" y="42356"/>
                </a:lnTo>
                <a:lnTo>
                  <a:pt x="27947" y="42728"/>
                </a:lnTo>
                <a:lnTo>
                  <a:pt x="28468" y="43116"/>
                </a:lnTo>
                <a:lnTo>
                  <a:pt x="28815" y="43488"/>
                </a:lnTo>
                <a:lnTo>
                  <a:pt x="28815" y="43861"/>
                </a:lnTo>
                <a:lnTo>
                  <a:pt x="29336" y="44233"/>
                </a:lnTo>
                <a:lnTo>
                  <a:pt x="29336" y="44606"/>
                </a:lnTo>
                <a:lnTo>
                  <a:pt x="29683" y="44978"/>
                </a:lnTo>
                <a:lnTo>
                  <a:pt x="29683" y="45350"/>
                </a:lnTo>
                <a:lnTo>
                  <a:pt x="30030" y="45738"/>
                </a:lnTo>
                <a:lnTo>
                  <a:pt x="30551" y="46111"/>
                </a:lnTo>
                <a:lnTo>
                  <a:pt x="30551" y="46483"/>
                </a:lnTo>
                <a:lnTo>
                  <a:pt x="30898" y="46855"/>
                </a:lnTo>
                <a:lnTo>
                  <a:pt x="31419" y="47228"/>
                </a:lnTo>
                <a:lnTo>
                  <a:pt x="31419" y="47600"/>
                </a:lnTo>
                <a:lnTo>
                  <a:pt x="31766" y="47988"/>
                </a:lnTo>
                <a:lnTo>
                  <a:pt x="31766" y="48360"/>
                </a:lnTo>
                <a:lnTo>
                  <a:pt x="32287" y="48733"/>
                </a:lnTo>
                <a:lnTo>
                  <a:pt x="32634" y="49105"/>
                </a:lnTo>
                <a:lnTo>
                  <a:pt x="32634" y="49477"/>
                </a:lnTo>
                <a:lnTo>
                  <a:pt x="32981" y="49850"/>
                </a:lnTo>
                <a:lnTo>
                  <a:pt x="33502" y="50610"/>
                </a:lnTo>
                <a:lnTo>
                  <a:pt x="33849" y="50982"/>
                </a:lnTo>
                <a:lnTo>
                  <a:pt x="34370" y="51355"/>
                </a:lnTo>
                <a:lnTo>
                  <a:pt x="34370" y="51727"/>
                </a:lnTo>
                <a:lnTo>
                  <a:pt x="34717" y="52099"/>
                </a:lnTo>
                <a:lnTo>
                  <a:pt x="35064" y="52487"/>
                </a:lnTo>
                <a:lnTo>
                  <a:pt x="35064" y="52860"/>
                </a:lnTo>
                <a:lnTo>
                  <a:pt x="35585" y="53232"/>
                </a:lnTo>
                <a:lnTo>
                  <a:pt x="35585" y="53604"/>
                </a:lnTo>
                <a:lnTo>
                  <a:pt x="35932" y="53977"/>
                </a:lnTo>
                <a:lnTo>
                  <a:pt x="35932" y="54349"/>
                </a:lnTo>
                <a:lnTo>
                  <a:pt x="36453" y="54721"/>
                </a:lnTo>
                <a:lnTo>
                  <a:pt x="36800" y="55109"/>
                </a:lnTo>
                <a:lnTo>
                  <a:pt x="36800" y="55482"/>
                </a:lnTo>
                <a:lnTo>
                  <a:pt x="37321" y="55854"/>
                </a:lnTo>
                <a:lnTo>
                  <a:pt x="37321" y="56226"/>
                </a:lnTo>
                <a:lnTo>
                  <a:pt x="37668" y="56599"/>
                </a:lnTo>
                <a:lnTo>
                  <a:pt x="38016" y="56971"/>
                </a:lnTo>
                <a:lnTo>
                  <a:pt x="38016" y="57359"/>
                </a:lnTo>
                <a:lnTo>
                  <a:pt x="38536" y="57731"/>
                </a:lnTo>
                <a:lnTo>
                  <a:pt x="38536" y="58104"/>
                </a:lnTo>
                <a:lnTo>
                  <a:pt x="38883" y="58476"/>
                </a:lnTo>
                <a:lnTo>
                  <a:pt x="39404" y="58848"/>
                </a:lnTo>
                <a:lnTo>
                  <a:pt x="39751" y="59609"/>
                </a:lnTo>
                <a:lnTo>
                  <a:pt x="40099" y="59981"/>
                </a:lnTo>
                <a:lnTo>
                  <a:pt x="40619" y="60353"/>
                </a:lnTo>
                <a:lnTo>
                  <a:pt x="40619" y="60726"/>
                </a:lnTo>
                <a:lnTo>
                  <a:pt x="40967" y="61098"/>
                </a:lnTo>
                <a:lnTo>
                  <a:pt x="41487" y="61471"/>
                </a:lnTo>
                <a:lnTo>
                  <a:pt x="41487" y="61843"/>
                </a:lnTo>
                <a:lnTo>
                  <a:pt x="41834" y="62231"/>
                </a:lnTo>
                <a:lnTo>
                  <a:pt x="41834" y="62603"/>
                </a:lnTo>
                <a:lnTo>
                  <a:pt x="42355" y="62976"/>
                </a:lnTo>
                <a:lnTo>
                  <a:pt x="42355" y="63348"/>
                </a:lnTo>
                <a:lnTo>
                  <a:pt x="42702" y="63720"/>
                </a:lnTo>
                <a:lnTo>
                  <a:pt x="43050" y="64093"/>
                </a:lnTo>
                <a:lnTo>
                  <a:pt x="43050" y="64480"/>
                </a:lnTo>
                <a:lnTo>
                  <a:pt x="43570" y="64853"/>
                </a:lnTo>
                <a:lnTo>
                  <a:pt x="43570" y="65225"/>
                </a:lnTo>
                <a:lnTo>
                  <a:pt x="43918" y="65225"/>
                </a:lnTo>
                <a:lnTo>
                  <a:pt x="43918" y="65970"/>
                </a:lnTo>
                <a:lnTo>
                  <a:pt x="44438" y="65970"/>
                </a:lnTo>
                <a:lnTo>
                  <a:pt x="44785" y="66342"/>
                </a:lnTo>
                <a:lnTo>
                  <a:pt x="44785" y="66730"/>
                </a:lnTo>
                <a:lnTo>
                  <a:pt x="45133" y="67103"/>
                </a:lnTo>
                <a:lnTo>
                  <a:pt x="45653" y="67475"/>
                </a:lnTo>
                <a:lnTo>
                  <a:pt x="45653" y="67847"/>
                </a:lnTo>
                <a:lnTo>
                  <a:pt x="46001" y="68220"/>
                </a:lnTo>
                <a:lnTo>
                  <a:pt x="46001" y="68592"/>
                </a:lnTo>
                <a:lnTo>
                  <a:pt x="46521" y="68964"/>
                </a:lnTo>
                <a:lnTo>
                  <a:pt x="46521" y="69352"/>
                </a:lnTo>
                <a:lnTo>
                  <a:pt x="46869" y="69725"/>
                </a:lnTo>
                <a:lnTo>
                  <a:pt x="47216" y="70097"/>
                </a:lnTo>
                <a:lnTo>
                  <a:pt x="47216" y="70469"/>
                </a:lnTo>
                <a:lnTo>
                  <a:pt x="47736" y="70842"/>
                </a:lnTo>
                <a:lnTo>
                  <a:pt x="48084" y="71214"/>
                </a:lnTo>
                <a:lnTo>
                  <a:pt x="48604" y="71602"/>
                </a:lnTo>
                <a:lnTo>
                  <a:pt x="48604" y="71974"/>
                </a:lnTo>
                <a:lnTo>
                  <a:pt x="48952" y="72347"/>
                </a:lnTo>
                <a:lnTo>
                  <a:pt x="49472" y="72719"/>
                </a:lnTo>
                <a:lnTo>
                  <a:pt x="49472" y="73091"/>
                </a:lnTo>
                <a:lnTo>
                  <a:pt x="49820" y="73464"/>
                </a:lnTo>
              </a:path>
            </a:pathLst>
          </a:custGeom>
          <a:ln w="2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706228" y="5570555"/>
            <a:ext cx="49472" cy="64108"/>
          </a:xfrm>
          <a:custGeom>
            <a:avLst/>
            <a:gdLst/>
            <a:ahLst/>
            <a:cxnLst/>
            <a:rect l="l" t="t" r="r" b="b"/>
            <a:pathLst>
              <a:path w="49472" h="64108">
                <a:moveTo>
                  <a:pt x="0" y="0"/>
                </a:moveTo>
                <a:lnTo>
                  <a:pt x="0" y="387"/>
                </a:lnTo>
                <a:lnTo>
                  <a:pt x="347" y="760"/>
                </a:lnTo>
                <a:lnTo>
                  <a:pt x="347" y="1132"/>
                </a:lnTo>
                <a:lnTo>
                  <a:pt x="867" y="1504"/>
                </a:lnTo>
                <a:lnTo>
                  <a:pt x="1215" y="1877"/>
                </a:lnTo>
                <a:lnTo>
                  <a:pt x="1215" y="2249"/>
                </a:lnTo>
                <a:lnTo>
                  <a:pt x="1735" y="2249"/>
                </a:lnTo>
                <a:lnTo>
                  <a:pt x="2083" y="2637"/>
                </a:lnTo>
                <a:lnTo>
                  <a:pt x="2083" y="3009"/>
                </a:lnTo>
                <a:lnTo>
                  <a:pt x="2430" y="3382"/>
                </a:lnTo>
                <a:lnTo>
                  <a:pt x="2430" y="3754"/>
                </a:lnTo>
                <a:lnTo>
                  <a:pt x="2951" y="4127"/>
                </a:lnTo>
                <a:lnTo>
                  <a:pt x="2951" y="4499"/>
                </a:lnTo>
                <a:lnTo>
                  <a:pt x="3298" y="4871"/>
                </a:lnTo>
                <a:lnTo>
                  <a:pt x="3818" y="5259"/>
                </a:lnTo>
                <a:lnTo>
                  <a:pt x="3818" y="5632"/>
                </a:lnTo>
                <a:lnTo>
                  <a:pt x="4166" y="6004"/>
                </a:lnTo>
                <a:lnTo>
                  <a:pt x="4166" y="6376"/>
                </a:lnTo>
                <a:lnTo>
                  <a:pt x="4686" y="6376"/>
                </a:lnTo>
                <a:lnTo>
                  <a:pt x="4686" y="6749"/>
                </a:lnTo>
                <a:lnTo>
                  <a:pt x="5034" y="7121"/>
                </a:lnTo>
                <a:lnTo>
                  <a:pt x="5381" y="7509"/>
                </a:lnTo>
                <a:lnTo>
                  <a:pt x="5381" y="7881"/>
                </a:lnTo>
                <a:lnTo>
                  <a:pt x="5902" y="8254"/>
                </a:lnTo>
                <a:lnTo>
                  <a:pt x="6249" y="8626"/>
                </a:lnTo>
                <a:lnTo>
                  <a:pt x="6249" y="8998"/>
                </a:lnTo>
                <a:lnTo>
                  <a:pt x="6769" y="9371"/>
                </a:lnTo>
                <a:lnTo>
                  <a:pt x="6769" y="9759"/>
                </a:lnTo>
                <a:lnTo>
                  <a:pt x="7117" y="9759"/>
                </a:lnTo>
                <a:lnTo>
                  <a:pt x="7464" y="10503"/>
                </a:lnTo>
                <a:lnTo>
                  <a:pt x="7985" y="10876"/>
                </a:lnTo>
                <a:lnTo>
                  <a:pt x="7985" y="11248"/>
                </a:lnTo>
                <a:lnTo>
                  <a:pt x="8332" y="11620"/>
                </a:lnTo>
                <a:lnTo>
                  <a:pt x="8332" y="11993"/>
                </a:lnTo>
                <a:lnTo>
                  <a:pt x="8853" y="12381"/>
                </a:lnTo>
                <a:lnTo>
                  <a:pt x="9200" y="12753"/>
                </a:lnTo>
                <a:lnTo>
                  <a:pt x="9200" y="13125"/>
                </a:lnTo>
                <a:lnTo>
                  <a:pt x="9720" y="13498"/>
                </a:lnTo>
                <a:lnTo>
                  <a:pt x="10068" y="13870"/>
                </a:lnTo>
                <a:lnTo>
                  <a:pt x="10415" y="14242"/>
                </a:lnTo>
                <a:lnTo>
                  <a:pt x="10415" y="14630"/>
                </a:lnTo>
                <a:lnTo>
                  <a:pt x="10936" y="15003"/>
                </a:lnTo>
                <a:lnTo>
                  <a:pt x="10936" y="15375"/>
                </a:lnTo>
                <a:lnTo>
                  <a:pt x="11283" y="15747"/>
                </a:lnTo>
                <a:lnTo>
                  <a:pt x="11804" y="16120"/>
                </a:lnTo>
                <a:lnTo>
                  <a:pt x="11804" y="16492"/>
                </a:lnTo>
                <a:lnTo>
                  <a:pt x="12151" y="16880"/>
                </a:lnTo>
                <a:lnTo>
                  <a:pt x="12498" y="16880"/>
                </a:lnTo>
                <a:lnTo>
                  <a:pt x="12498" y="17252"/>
                </a:lnTo>
                <a:lnTo>
                  <a:pt x="13019" y="17625"/>
                </a:lnTo>
                <a:lnTo>
                  <a:pt x="13019" y="17997"/>
                </a:lnTo>
                <a:lnTo>
                  <a:pt x="13366" y="18369"/>
                </a:lnTo>
                <a:lnTo>
                  <a:pt x="13366" y="18742"/>
                </a:lnTo>
                <a:lnTo>
                  <a:pt x="13887" y="19130"/>
                </a:lnTo>
                <a:lnTo>
                  <a:pt x="14234" y="19502"/>
                </a:lnTo>
                <a:lnTo>
                  <a:pt x="14234" y="19874"/>
                </a:lnTo>
                <a:lnTo>
                  <a:pt x="14581" y="20247"/>
                </a:lnTo>
                <a:lnTo>
                  <a:pt x="15102" y="20619"/>
                </a:lnTo>
                <a:lnTo>
                  <a:pt x="15449" y="20992"/>
                </a:lnTo>
                <a:lnTo>
                  <a:pt x="15449" y="21364"/>
                </a:lnTo>
                <a:lnTo>
                  <a:pt x="15970" y="21752"/>
                </a:lnTo>
                <a:lnTo>
                  <a:pt x="16317" y="22124"/>
                </a:lnTo>
                <a:lnTo>
                  <a:pt x="16317" y="22496"/>
                </a:lnTo>
                <a:lnTo>
                  <a:pt x="16838" y="22496"/>
                </a:lnTo>
                <a:lnTo>
                  <a:pt x="16838" y="22869"/>
                </a:lnTo>
                <a:lnTo>
                  <a:pt x="17185" y="23241"/>
                </a:lnTo>
                <a:lnTo>
                  <a:pt x="17185" y="23614"/>
                </a:lnTo>
                <a:lnTo>
                  <a:pt x="17532" y="24001"/>
                </a:lnTo>
                <a:lnTo>
                  <a:pt x="18053" y="24374"/>
                </a:lnTo>
                <a:lnTo>
                  <a:pt x="18053" y="24746"/>
                </a:lnTo>
                <a:lnTo>
                  <a:pt x="18400" y="25119"/>
                </a:lnTo>
                <a:lnTo>
                  <a:pt x="18400" y="25491"/>
                </a:lnTo>
                <a:lnTo>
                  <a:pt x="18921" y="25863"/>
                </a:lnTo>
                <a:lnTo>
                  <a:pt x="19268" y="25863"/>
                </a:lnTo>
                <a:lnTo>
                  <a:pt x="19268" y="26251"/>
                </a:lnTo>
                <a:lnTo>
                  <a:pt x="19615" y="26624"/>
                </a:lnTo>
                <a:lnTo>
                  <a:pt x="19615" y="26996"/>
                </a:lnTo>
                <a:lnTo>
                  <a:pt x="20136" y="27368"/>
                </a:lnTo>
                <a:lnTo>
                  <a:pt x="20483" y="27741"/>
                </a:lnTo>
                <a:lnTo>
                  <a:pt x="20483" y="28113"/>
                </a:lnTo>
                <a:lnTo>
                  <a:pt x="21004" y="28485"/>
                </a:lnTo>
                <a:lnTo>
                  <a:pt x="21351" y="28873"/>
                </a:lnTo>
                <a:lnTo>
                  <a:pt x="21351" y="29246"/>
                </a:lnTo>
                <a:lnTo>
                  <a:pt x="21872" y="29618"/>
                </a:lnTo>
                <a:lnTo>
                  <a:pt x="22219" y="29990"/>
                </a:lnTo>
                <a:lnTo>
                  <a:pt x="22219" y="30363"/>
                </a:lnTo>
                <a:lnTo>
                  <a:pt x="22566" y="30735"/>
                </a:lnTo>
                <a:lnTo>
                  <a:pt x="23087" y="30735"/>
                </a:lnTo>
                <a:lnTo>
                  <a:pt x="23087" y="31123"/>
                </a:lnTo>
                <a:lnTo>
                  <a:pt x="23434" y="31495"/>
                </a:lnTo>
                <a:lnTo>
                  <a:pt x="23434" y="31868"/>
                </a:lnTo>
                <a:lnTo>
                  <a:pt x="23955" y="32240"/>
                </a:lnTo>
                <a:lnTo>
                  <a:pt x="24302" y="32612"/>
                </a:lnTo>
                <a:lnTo>
                  <a:pt x="24302" y="32985"/>
                </a:lnTo>
                <a:lnTo>
                  <a:pt x="24649" y="33373"/>
                </a:lnTo>
                <a:lnTo>
                  <a:pt x="25170" y="33745"/>
                </a:lnTo>
                <a:lnTo>
                  <a:pt x="25170" y="34117"/>
                </a:lnTo>
                <a:lnTo>
                  <a:pt x="25517" y="34490"/>
                </a:lnTo>
                <a:lnTo>
                  <a:pt x="26038" y="34862"/>
                </a:lnTo>
                <a:lnTo>
                  <a:pt x="26038" y="35234"/>
                </a:lnTo>
                <a:lnTo>
                  <a:pt x="26385" y="35622"/>
                </a:lnTo>
                <a:lnTo>
                  <a:pt x="26906" y="35622"/>
                </a:lnTo>
                <a:lnTo>
                  <a:pt x="26906" y="35995"/>
                </a:lnTo>
                <a:lnTo>
                  <a:pt x="27253" y="36367"/>
                </a:lnTo>
                <a:lnTo>
                  <a:pt x="27253" y="36739"/>
                </a:lnTo>
                <a:lnTo>
                  <a:pt x="27600" y="37112"/>
                </a:lnTo>
                <a:lnTo>
                  <a:pt x="27600" y="37484"/>
                </a:lnTo>
                <a:lnTo>
                  <a:pt x="28121" y="37484"/>
                </a:lnTo>
                <a:lnTo>
                  <a:pt x="28468" y="37856"/>
                </a:lnTo>
                <a:lnTo>
                  <a:pt x="28468" y="38244"/>
                </a:lnTo>
                <a:lnTo>
                  <a:pt x="28989" y="38617"/>
                </a:lnTo>
                <a:lnTo>
                  <a:pt x="28989" y="38989"/>
                </a:lnTo>
                <a:lnTo>
                  <a:pt x="29336" y="39361"/>
                </a:lnTo>
                <a:lnTo>
                  <a:pt x="29683" y="39734"/>
                </a:lnTo>
                <a:lnTo>
                  <a:pt x="30204" y="40106"/>
                </a:lnTo>
                <a:lnTo>
                  <a:pt x="30204" y="40494"/>
                </a:lnTo>
                <a:lnTo>
                  <a:pt x="30551" y="40866"/>
                </a:lnTo>
                <a:lnTo>
                  <a:pt x="31072" y="41239"/>
                </a:lnTo>
                <a:lnTo>
                  <a:pt x="31419" y="41611"/>
                </a:lnTo>
                <a:lnTo>
                  <a:pt x="31419" y="41984"/>
                </a:lnTo>
                <a:lnTo>
                  <a:pt x="31766" y="42356"/>
                </a:lnTo>
                <a:lnTo>
                  <a:pt x="32287" y="42744"/>
                </a:lnTo>
                <a:lnTo>
                  <a:pt x="32287" y="43116"/>
                </a:lnTo>
                <a:lnTo>
                  <a:pt x="32634" y="43488"/>
                </a:lnTo>
                <a:lnTo>
                  <a:pt x="32634" y="43861"/>
                </a:lnTo>
                <a:lnTo>
                  <a:pt x="33155" y="43861"/>
                </a:lnTo>
                <a:lnTo>
                  <a:pt x="33502" y="44233"/>
                </a:lnTo>
                <a:lnTo>
                  <a:pt x="33502" y="44606"/>
                </a:lnTo>
                <a:lnTo>
                  <a:pt x="34023" y="44978"/>
                </a:lnTo>
                <a:lnTo>
                  <a:pt x="34023" y="45366"/>
                </a:lnTo>
                <a:lnTo>
                  <a:pt x="34370" y="45366"/>
                </a:lnTo>
                <a:lnTo>
                  <a:pt x="34717" y="45738"/>
                </a:lnTo>
                <a:lnTo>
                  <a:pt x="34717" y="46111"/>
                </a:lnTo>
                <a:lnTo>
                  <a:pt x="35238" y="46483"/>
                </a:lnTo>
                <a:lnTo>
                  <a:pt x="35238" y="46855"/>
                </a:lnTo>
                <a:lnTo>
                  <a:pt x="35585" y="47228"/>
                </a:lnTo>
                <a:lnTo>
                  <a:pt x="35585" y="47616"/>
                </a:lnTo>
                <a:lnTo>
                  <a:pt x="36106" y="47616"/>
                </a:lnTo>
                <a:lnTo>
                  <a:pt x="36453" y="47988"/>
                </a:lnTo>
                <a:lnTo>
                  <a:pt x="36453" y="48360"/>
                </a:lnTo>
                <a:lnTo>
                  <a:pt x="36800" y="48733"/>
                </a:lnTo>
                <a:lnTo>
                  <a:pt x="37321" y="49105"/>
                </a:lnTo>
                <a:lnTo>
                  <a:pt x="37321" y="49477"/>
                </a:lnTo>
                <a:lnTo>
                  <a:pt x="37668" y="49477"/>
                </a:lnTo>
                <a:lnTo>
                  <a:pt x="37668" y="49865"/>
                </a:lnTo>
                <a:lnTo>
                  <a:pt x="38189" y="50238"/>
                </a:lnTo>
                <a:lnTo>
                  <a:pt x="38189" y="50610"/>
                </a:lnTo>
                <a:lnTo>
                  <a:pt x="38536" y="50982"/>
                </a:lnTo>
                <a:lnTo>
                  <a:pt x="39057" y="50982"/>
                </a:lnTo>
                <a:lnTo>
                  <a:pt x="39057" y="51355"/>
                </a:lnTo>
                <a:lnTo>
                  <a:pt x="39404" y="51727"/>
                </a:lnTo>
                <a:lnTo>
                  <a:pt x="39404" y="52099"/>
                </a:lnTo>
                <a:lnTo>
                  <a:pt x="39751" y="52487"/>
                </a:lnTo>
                <a:lnTo>
                  <a:pt x="40272" y="52860"/>
                </a:lnTo>
                <a:lnTo>
                  <a:pt x="40619" y="53232"/>
                </a:lnTo>
                <a:lnTo>
                  <a:pt x="41140" y="53604"/>
                </a:lnTo>
                <a:lnTo>
                  <a:pt x="41140" y="53977"/>
                </a:lnTo>
                <a:lnTo>
                  <a:pt x="41487" y="54349"/>
                </a:lnTo>
                <a:lnTo>
                  <a:pt x="41834" y="54737"/>
                </a:lnTo>
                <a:lnTo>
                  <a:pt x="41834" y="55109"/>
                </a:lnTo>
                <a:lnTo>
                  <a:pt x="42355" y="55482"/>
                </a:lnTo>
                <a:lnTo>
                  <a:pt x="42702" y="55854"/>
                </a:lnTo>
                <a:lnTo>
                  <a:pt x="43223" y="56226"/>
                </a:lnTo>
                <a:lnTo>
                  <a:pt x="43570" y="56599"/>
                </a:lnTo>
                <a:lnTo>
                  <a:pt x="43570" y="56987"/>
                </a:lnTo>
                <a:lnTo>
                  <a:pt x="44091" y="57359"/>
                </a:lnTo>
                <a:lnTo>
                  <a:pt x="44091" y="57731"/>
                </a:lnTo>
                <a:lnTo>
                  <a:pt x="44438" y="57731"/>
                </a:lnTo>
                <a:lnTo>
                  <a:pt x="44438" y="58104"/>
                </a:lnTo>
                <a:lnTo>
                  <a:pt x="44785" y="58476"/>
                </a:lnTo>
                <a:lnTo>
                  <a:pt x="45306" y="58848"/>
                </a:lnTo>
                <a:lnTo>
                  <a:pt x="45306" y="59236"/>
                </a:lnTo>
                <a:lnTo>
                  <a:pt x="45653" y="59236"/>
                </a:lnTo>
                <a:lnTo>
                  <a:pt x="45653" y="59609"/>
                </a:lnTo>
                <a:lnTo>
                  <a:pt x="46174" y="59981"/>
                </a:lnTo>
                <a:lnTo>
                  <a:pt x="46174" y="60353"/>
                </a:lnTo>
                <a:lnTo>
                  <a:pt x="46521" y="60726"/>
                </a:lnTo>
                <a:lnTo>
                  <a:pt x="46869" y="60726"/>
                </a:lnTo>
                <a:lnTo>
                  <a:pt x="47389" y="61098"/>
                </a:lnTo>
                <a:lnTo>
                  <a:pt x="47389" y="61471"/>
                </a:lnTo>
                <a:lnTo>
                  <a:pt x="47736" y="61858"/>
                </a:lnTo>
                <a:lnTo>
                  <a:pt x="47736" y="62231"/>
                </a:lnTo>
                <a:lnTo>
                  <a:pt x="48257" y="62603"/>
                </a:lnTo>
                <a:lnTo>
                  <a:pt x="48604" y="62976"/>
                </a:lnTo>
                <a:lnTo>
                  <a:pt x="48952" y="63348"/>
                </a:lnTo>
                <a:lnTo>
                  <a:pt x="48952" y="63720"/>
                </a:lnTo>
                <a:lnTo>
                  <a:pt x="49472" y="63720"/>
                </a:lnTo>
                <a:lnTo>
                  <a:pt x="49472" y="64108"/>
                </a:lnTo>
              </a:path>
            </a:pathLst>
          </a:custGeom>
          <a:ln w="233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755701" y="5634664"/>
            <a:ext cx="49820" cy="53961"/>
          </a:xfrm>
          <a:custGeom>
            <a:avLst/>
            <a:gdLst/>
            <a:ahLst/>
            <a:cxnLst/>
            <a:rect l="l" t="t" r="r" b="b"/>
            <a:pathLst>
              <a:path w="49820" h="53961">
                <a:moveTo>
                  <a:pt x="0" y="0"/>
                </a:moveTo>
                <a:lnTo>
                  <a:pt x="347" y="372"/>
                </a:lnTo>
                <a:lnTo>
                  <a:pt x="347" y="744"/>
                </a:lnTo>
                <a:lnTo>
                  <a:pt x="867" y="744"/>
                </a:lnTo>
                <a:lnTo>
                  <a:pt x="1215" y="1117"/>
                </a:lnTo>
                <a:lnTo>
                  <a:pt x="1215" y="1489"/>
                </a:lnTo>
                <a:lnTo>
                  <a:pt x="1735" y="1861"/>
                </a:lnTo>
                <a:lnTo>
                  <a:pt x="2083" y="2249"/>
                </a:lnTo>
                <a:lnTo>
                  <a:pt x="2083" y="2622"/>
                </a:lnTo>
                <a:lnTo>
                  <a:pt x="2430" y="2622"/>
                </a:lnTo>
                <a:lnTo>
                  <a:pt x="2430" y="2994"/>
                </a:lnTo>
                <a:lnTo>
                  <a:pt x="2951" y="3366"/>
                </a:lnTo>
                <a:lnTo>
                  <a:pt x="2951" y="3739"/>
                </a:lnTo>
                <a:lnTo>
                  <a:pt x="3298" y="4111"/>
                </a:lnTo>
                <a:lnTo>
                  <a:pt x="3818" y="4111"/>
                </a:lnTo>
                <a:lnTo>
                  <a:pt x="3818" y="4483"/>
                </a:lnTo>
                <a:lnTo>
                  <a:pt x="4166" y="4871"/>
                </a:lnTo>
                <a:lnTo>
                  <a:pt x="4513" y="5244"/>
                </a:lnTo>
                <a:lnTo>
                  <a:pt x="5034" y="5616"/>
                </a:lnTo>
                <a:lnTo>
                  <a:pt x="5034" y="5988"/>
                </a:lnTo>
                <a:lnTo>
                  <a:pt x="5381" y="6361"/>
                </a:lnTo>
                <a:lnTo>
                  <a:pt x="5902" y="6361"/>
                </a:lnTo>
                <a:lnTo>
                  <a:pt x="5902" y="6733"/>
                </a:lnTo>
                <a:lnTo>
                  <a:pt x="6249" y="7121"/>
                </a:lnTo>
                <a:lnTo>
                  <a:pt x="6249" y="7493"/>
                </a:lnTo>
                <a:lnTo>
                  <a:pt x="6769" y="7866"/>
                </a:lnTo>
                <a:lnTo>
                  <a:pt x="7117" y="8238"/>
                </a:lnTo>
                <a:lnTo>
                  <a:pt x="7464" y="8610"/>
                </a:lnTo>
                <a:lnTo>
                  <a:pt x="7464" y="8983"/>
                </a:lnTo>
                <a:lnTo>
                  <a:pt x="7985" y="8983"/>
                </a:lnTo>
                <a:lnTo>
                  <a:pt x="8332" y="9371"/>
                </a:lnTo>
                <a:lnTo>
                  <a:pt x="8332" y="9743"/>
                </a:lnTo>
                <a:lnTo>
                  <a:pt x="8853" y="10115"/>
                </a:lnTo>
                <a:lnTo>
                  <a:pt x="8853" y="10488"/>
                </a:lnTo>
                <a:lnTo>
                  <a:pt x="9200" y="10488"/>
                </a:lnTo>
                <a:lnTo>
                  <a:pt x="9200" y="10860"/>
                </a:lnTo>
                <a:lnTo>
                  <a:pt x="9547" y="11232"/>
                </a:lnTo>
                <a:lnTo>
                  <a:pt x="10068" y="11232"/>
                </a:lnTo>
                <a:lnTo>
                  <a:pt x="10068" y="11620"/>
                </a:lnTo>
                <a:lnTo>
                  <a:pt x="10415" y="11993"/>
                </a:lnTo>
                <a:lnTo>
                  <a:pt x="10415" y="12365"/>
                </a:lnTo>
                <a:lnTo>
                  <a:pt x="10936" y="12737"/>
                </a:lnTo>
                <a:lnTo>
                  <a:pt x="11283" y="13110"/>
                </a:lnTo>
                <a:lnTo>
                  <a:pt x="11804" y="13482"/>
                </a:lnTo>
                <a:lnTo>
                  <a:pt x="11804" y="13855"/>
                </a:lnTo>
                <a:lnTo>
                  <a:pt x="12151" y="13855"/>
                </a:lnTo>
                <a:lnTo>
                  <a:pt x="12498" y="14242"/>
                </a:lnTo>
                <a:lnTo>
                  <a:pt x="12498" y="14615"/>
                </a:lnTo>
                <a:lnTo>
                  <a:pt x="13019" y="14987"/>
                </a:lnTo>
                <a:lnTo>
                  <a:pt x="13019" y="15360"/>
                </a:lnTo>
                <a:lnTo>
                  <a:pt x="13366" y="15360"/>
                </a:lnTo>
                <a:lnTo>
                  <a:pt x="13366" y="15732"/>
                </a:lnTo>
                <a:lnTo>
                  <a:pt x="13887" y="16104"/>
                </a:lnTo>
                <a:lnTo>
                  <a:pt x="14234" y="16104"/>
                </a:lnTo>
                <a:lnTo>
                  <a:pt x="14234" y="16492"/>
                </a:lnTo>
                <a:lnTo>
                  <a:pt x="14581" y="16864"/>
                </a:lnTo>
                <a:lnTo>
                  <a:pt x="15102" y="17237"/>
                </a:lnTo>
                <a:lnTo>
                  <a:pt x="15102" y="17609"/>
                </a:lnTo>
                <a:lnTo>
                  <a:pt x="15449" y="17609"/>
                </a:lnTo>
                <a:lnTo>
                  <a:pt x="15449" y="17982"/>
                </a:lnTo>
                <a:lnTo>
                  <a:pt x="15970" y="18354"/>
                </a:lnTo>
                <a:lnTo>
                  <a:pt x="16317" y="18742"/>
                </a:lnTo>
                <a:lnTo>
                  <a:pt x="16664" y="19114"/>
                </a:lnTo>
                <a:lnTo>
                  <a:pt x="16664" y="19487"/>
                </a:lnTo>
                <a:lnTo>
                  <a:pt x="17185" y="19487"/>
                </a:lnTo>
                <a:lnTo>
                  <a:pt x="17185" y="19859"/>
                </a:lnTo>
                <a:lnTo>
                  <a:pt x="17532" y="20231"/>
                </a:lnTo>
                <a:lnTo>
                  <a:pt x="18053" y="20604"/>
                </a:lnTo>
                <a:lnTo>
                  <a:pt x="18053" y="20976"/>
                </a:lnTo>
                <a:lnTo>
                  <a:pt x="18400" y="20976"/>
                </a:lnTo>
                <a:lnTo>
                  <a:pt x="18921" y="21364"/>
                </a:lnTo>
                <a:lnTo>
                  <a:pt x="18921" y="21736"/>
                </a:lnTo>
                <a:lnTo>
                  <a:pt x="19268" y="22109"/>
                </a:lnTo>
                <a:lnTo>
                  <a:pt x="19615" y="22481"/>
                </a:lnTo>
                <a:lnTo>
                  <a:pt x="19615" y="22853"/>
                </a:lnTo>
                <a:lnTo>
                  <a:pt x="20136" y="22853"/>
                </a:lnTo>
                <a:lnTo>
                  <a:pt x="20483" y="23226"/>
                </a:lnTo>
                <a:lnTo>
                  <a:pt x="20483" y="23614"/>
                </a:lnTo>
                <a:lnTo>
                  <a:pt x="21004" y="23986"/>
                </a:lnTo>
                <a:lnTo>
                  <a:pt x="21351" y="24358"/>
                </a:lnTo>
                <a:lnTo>
                  <a:pt x="21698" y="24731"/>
                </a:lnTo>
                <a:lnTo>
                  <a:pt x="21698" y="25103"/>
                </a:lnTo>
                <a:lnTo>
                  <a:pt x="22219" y="25103"/>
                </a:lnTo>
                <a:lnTo>
                  <a:pt x="22566" y="25475"/>
                </a:lnTo>
                <a:lnTo>
                  <a:pt x="22566" y="25863"/>
                </a:lnTo>
                <a:lnTo>
                  <a:pt x="23087" y="25863"/>
                </a:lnTo>
                <a:lnTo>
                  <a:pt x="23087" y="26236"/>
                </a:lnTo>
                <a:lnTo>
                  <a:pt x="23434" y="26608"/>
                </a:lnTo>
                <a:lnTo>
                  <a:pt x="23434" y="26980"/>
                </a:lnTo>
                <a:lnTo>
                  <a:pt x="23955" y="26980"/>
                </a:lnTo>
                <a:lnTo>
                  <a:pt x="24302" y="27353"/>
                </a:lnTo>
                <a:lnTo>
                  <a:pt x="24302" y="27725"/>
                </a:lnTo>
                <a:lnTo>
                  <a:pt x="24649" y="28097"/>
                </a:lnTo>
                <a:lnTo>
                  <a:pt x="25170" y="28485"/>
                </a:lnTo>
                <a:lnTo>
                  <a:pt x="25517" y="28858"/>
                </a:lnTo>
                <a:lnTo>
                  <a:pt x="25517" y="29230"/>
                </a:lnTo>
                <a:lnTo>
                  <a:pt x="26038" y="29230"/>
                </a:lnTo>
                <a:lnTo>
                  <a:pt x="26038" y="29602"/>
                </a:lnTo>
                <a:lnTo>
                  <a:pt x="26385" y="29975"/>
                </a:lnTo>
                <a:lnTo>
                  <a:pt x="26732" y="29975"/>
                </a:lnTo>
                <a:lnTo>
                  <a:pt x="26732" y="30347"/>
                </a:lnTo>
                <a:lnTo>
                  <a:pt x="27253" y="30735"/>
                </a:lnTo>
                <a:lnTo>
                  <a:pt x="27600" y="31107"/>
                </a:lnTo>
                <a:lnTo>
                  <a:pt x="27600" y="31480"/>
                </a:lnTo>
                <a:lnTo>
                  <a:pt x="28121" y="31852"/>
                </a:lnTo>
                <a:lnTo>
                  <a:pt x="28468" y="31852"/>
                </a:lnTo>
                <a:lnTo>
                  <a:pt x="28468" y="32224"/>
                </a:lnTo>
                <a:lnTo>
                  <a:pt x="28989" y="32597"/>
                </a:lnTo>
                <a:lnTo>
                  <a:pt x="29336" y="32597"/>
                </a:lnTo>
                <a:lnTo>
                  <a:pt x="29336" y="32985"/>
                </a:lnTo>
                <a:lnTo>
                  <a:pt x="29683" y="33357"/>
                </a:lnTo>
                <a:lnTo>
                  <a:pt x="29683" y="33729"/>
                </a:lnTo>
                <a:lnTo>
                  <a:pt x="30204" y="33729"/>
                </a:lnTo>
                <a:lnTo>
                  <a:pt x="30551" y="34102"/>
                </a:lnTo>
                <a:lnTo>
                  <a:pt x="30551" y="34474"/>
                </a:lnTo>
                <a:lnTo>
                  <a:pt x="31072" y="34474"/>
                </a:lnTo>
                <a:lnTo>
                  <a:pt x="31072" y="34847"/>
                </a:lnTo>
                <a:lnTo>
                  <a:pt x="31419" y="35234"/>
                </a:lnTo>
                <a:lnTo>
                  <a:pt x="31419" y="35607"/>
                </a:lnTo>
                <a:lnTo>
                  <a:pt x="31766" y="35607"/>
                </a:lnTo>
                <a:lnTo>
                  <a:pt x="32287" y="35979"/>
                </a:lnTo>
                <a:lnTo>
                  <a:pt x="32287" y="36352"/>
                </a:lnTo>
                <a:lnTo>
                  <a:pt x="32634" y="36352"/>
                </a:lnTo>
                <a:lnTo>
                  <a:pt x="33155" y="36724"/>
                </a:lnTo>
                <a:lnTo>
                  <a:pt x="33155" y="37096"/>
                </a:lnTo>
                <a:lnTo>
                  <a:pt x="33502" y="37469"/>
                </a:lnTo>
                <a:lnTo>
                  <a:pt x="33849" y="37856"/>
                </a:lnTo>
                <a:lnTo>
                  <a:pt x="33849" y="38229"/>
                </a:lnTo>
                <a:lnTo>
                  <a:pt x="34370" y="38229"/>
                </a:lnTo>
                <a:lnTo>
                  <a:pt x="34717" y="38601"/>
                </a:lnTo>
                <a:lnTo>
                  <a:pt x="34717" y="38974"/>
                </a:lnTo>
                <a:lnTo>
                  <a:pt x="35238" y="38974"/>
                </a:lnTo>
                <a:lnTo>
                  <a:pt x="35585" y="39346"/>
                </a:lnTo>
                <a:lnTo>
                  <a:pt x="35585" y="39718"/>
                </a:lnTo>
                <a:lnTo>
                  <a:pt x="36106" y="39718"/>
                </a:lnTo>
                <a:lnTo>
                  <a:pt x="36106" y="40106"/>
                </a:lnTo>
                <a:lnTo>
                  <a:pt x="36453" y="40479"/>
                </a:lnTo>
                <a:lnTo>
                  <a:pt x="36800" y="40851"/>
                </a:lnTo>
                <a:lnTo>
                  <a:pt x="37321" y="41223"/>
                </a:lnTo>
                <a:lnTo>
                  <a:pt x="37321" y="41596"/>
                </a:lnTo>
                <a:lnTo>
                  <a:pt x="37668" y="41596"/>
                </a:lnTo>
                <a:lnTo>
                  <a:pt x="37668" y="41968"/>
                </a:lnTo>
                <a:lnTo>
                  <a:pt x="38189" y="42356"/>
                </a:lnTo>
                <a:lnTo>
                  <a:pt x="38536" y="42356"/>
                </a:lnTo>
                <a:lnTo>
                  <a:pt x="38536" y="42728"/>
                </a:lnTo>
                <a:lnTo>
                  <a:pt x="38883" y="43101"/>
                </a:lnTo>
                <a:lnTo>
                  <a:pt x="39404" y="43101"/>
                </a:lnTo>
                <a:lnTo>
                  <a:pt x="39404" y="43473"/>
                </a:lnTo>
                <a:lnTo>
                  <a:pt x="39751" y="43845"/>
                </a:lnTo>
                <a:lnTo>
                  <a:pt x="40272" y="44218"/>
                </a:lnTo>
                <a:lnTo>
                  <a:pt x="40272" y="44590"/>
                </a:lnTo>
                <a:lnTo>
                  <a:pt x="40619" y="44590"/>
                </a:lnTo>
                <a:lnTo>
                  <a:pt x="41140" y="44978"/>
                </a:lnTo>
                <a:lnTo>
                  <a:pt x="41140" y="45350"/>
                </a:lnTo>
                <a:lnTo>
                  <a:pt x="41487" y="45350"/>
                </a:lnTo>
                <a:lnTo>
                  <a:pt x="41487" y="45723"/>
                </a:lnTo>
                <a:lnTo>
                  <a:pt x="41834" y="46095"/>
                </a:lnTo>
                <a:lnTo>
                  <a:pt x="41834" y="46467"/>
                </a:lnTo>
                <a:lnTo>
                  <a:pt x="42355" y="46467"/>
                </a:lnTo>
                <a:lnTo>
                  <a:pt x="42702" y="46840"/>
                </a:lnTo>
                <a:lnTo>
                  <a:pt x="42702" y="47228"/>
                </a:lnTo>
                <a:lnTo>
                  <a:pt x="43223" y="47228"/>
                </a:lnTo>
                <a:lnTo>
                  <a:pt x="43570" y="47600"/>
                </a:lnTo>
                <a:lnTo>
                  <a:pt x="43570" y="47972"/>
                </a:lnTo>
                <a:lnTo>
                  <a:pt x="43918" y="47972"/>
                </a:lnTo>
                <a:lnTo>
                  <a:pt x="43918" y="48345"/>
                </a:lnTo>
                <a:lnTo>
                  <a:pt x="44438" y="48717"/>
                </a:lnTo>
                <a:lnTo>
                  <a:pt x="44785" y="49089"/>
                </a:lnTo>
                <a:lnTo>
                  <a:pt x="45306" y="49089"/>
                </a:lnTo>
                <a:lnTo>
                  <a:pt x="45306" y="49477"/>
                </a:lnTo>
                <a:lnTo>
                  <a:pt x="45653" y="49850"/>
                </a:lnTo>
                <a:lnTo>
                  <a:pt x="46174" y="49850"/>
                </a:lnTo>
                <a:lnTo>
                  <a:pt x="46174" y="50222"/>
                </a:lnTo>
                <a:lnTo>
                  <a:pt x="46521" y="50594"/>
                </a:lnTo>
                <a:lnTo>
                  <a:pt x="46869" y="50967"/>
                </a:lnTo>
                <a:lnTo>
                  <a:pt x="47389" y="51339"/>
                </a:lnTo>
                <a:lnTo>
                  <a:pt x="47736" y="51727"/>
                </a:lnTo>
                <a:lnTo>
                  <a:pt x="47736" y="52099"/>
                </a:lnTo>
                <a:lnTo>
                  <a:pt x="48257" y="52099"/>
                </a:lnTo>
                <a:lnTo>
                  <a:pt x="48257" y="52472"/>
                </a:lnTo>
                <a:lnTo>
                  <a:pt x="48604" y="52844"/>
                </a:lnTo>
                <a:lnTo>
                  <a:pt x="48952" y="52844"/>
                </a:lnTo>
                <a:lnTo>
                  <a:pt x="48952" y="53216"/>
                </a:lnTo>
                <a:lnTo>
                  <a:pt x="49472" y="53589"/>
                </a:lnTo>
                <a:lnTo>
                  <a:pt x="49820" y="53589"/>
                </a:lnTo>
                <a:lnTo>
                  <a:pt x="49820" y="53961"/>
                </a:lnTo>
              </a:path>
            </a:pathLst>
          </a:custGeom>
          <a:ln w="23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805521" y="5688625"/>
            <a:ext cx="49993" cy="42744"/>
          </a:xfrm>
          <a:custGeom>
            <a:avLst/>
            <a:gdLst/>
            <a:ahLst/>
            <a:cxnLst/>
            <a:rect l="l" t="t" r="r" b="b"/>
            <a:pathLst>
              <a:path w="49993" h="42744">
                <a:moveTo>
                  <a:pt x="0" y="0"/>
                </a:moveTo>
                <a:lnTo>
                  <a:pt x="520" y="387"/>
                </a:lnTo>
                <a:lnTo>
                  <a:pt x="867" y="760"/>
                </a:lnTo>
                <a:lnTo>
                  <a:pt x="867" y="1132"/>
                </a:lnTo>
                <a:lnTo>
                  <a:pt x="1215" y="1132"/>
                </a:lnTo>
                <a:lnTo>
                  <a:pt x="1735" y="1504"/>
                </a:lnTo>
                <a:lnTo>
                  <a:pt x="2083" y="1877"/>
                </a:lnTo>
                <a:lnTo>
                  <a:pt x="2083" y="2249"/>
                </a:lnTo>
                <a:lnTo>
                  <a:pt x="2603" y="2249"/>
                </a:lnTo>
                <a:lnTo>
                  <a:pt x="2603" y="2637"/>
                </a:lnTo>
                <a:lnTo>
                  <a:pt x="2951" y="3009"/>
                </a:lnTo>
                <a:lnTo>
                  <a:pt x="3471" y="3009"/>
                </a:lnTo>
                <a:lnTo>
                  <a:pt x="3471" y="3382"/>
                </a:lnTo>
                <a:lnTo>
                  <a:pt x="3818" y="3754"/>
                </a:lnTo>
                <a:lnTo>
                  <a:pt x="4166" y="3754"/>
                </a:lnTo>
                <a:lnTo>
                  <a:pt x="4166" y="4127"/>
                </a:lnTo>
                <a:lnTo>
                  <a:pt x="4686" y="4499"/>
                </a:lnTo>
                <a:lnTo>
                  <a:pt x="5034" y="4887"/>
                </a:lnTo>
                <a:lnTo>
                  <a:pt x="5554" y="4887"/>
                </a:lnTo>
                <a:lnTo>
                  <a:pt x="5554" y="5259"/>
                </a:lnTo>
                <a:lnTo>
                  <a:pt x="5902" y="5632"/>
                </a:lnTo>
                <a:lnTo>
                  <a:pt x="6249" y="6004"/>
                </a:lnTo>
                <a:lnTo>
                  <a:pt x="6769" y="6376"/>
                </a:lnTo>
                <a:lnTo>
                  <a:pt x="7117" y="6749"/>
                </a:lnTo>
                <a:lnTo>
                  <a:pt x="7117" y="7121"/>
                </a:lnTo>
                <a:lnTo>
                  <a:pt x="7637" y="7121"/>
                </a:lnTo>
                <a:lnTo>
                  <a:pt x="7985" y="7509"/>
                </a:lnTo>
                <a:lnTo>
                  <a:pt x="8505" y="7881"/>
                </a:lnTo>
                <a:lnTo>
                  <a:pt x="8853" y="8254"/>
                </a:lnTo>
                <a:lnTo>
                  <a:pt x="8853" y="8626"/>
                </a:lnTo>
                <a:lnTo>
                  <a:pt x="9200" y="8626"/>
                </a:lnTo>
                <a:lnTo>
                  <a:pt x="9720" y="8998"/>
                </a:lnTo>
                <a:lnTo>
                  <a:pt x="9720" y="9371"/>
                </a:lnTo>
                <a:lnTo>
                  <a:pt x="10068" y="9371"/>
                </a:lnTo>
                <a:lnTo>
                  <a:pt x="10588" y="9759"/>
                </a:lnTo>
                <a:lnTo>
                  <a:pt x="10588" y="10131"/>
                </a:lnTo>
                <a:lnTo>
                  <a:pt x="10936" y="10131"/>
                </a:lnTo>
                <a:lnTo>
                  <a:pt x="10936" y="10503"/>
                </a:lnTo>
                <a:lnTo>
                  <a:pt x="11283" y="10503"/>
                </a:lnTo>
                <a:lnTo>
                  <a:pt x="11283" y="10876"/>
                </a:lnTo>
                <a:lnTo>
                  <a:pt x="11804" y="11248"/>
                </a:lnTo>
                <a:lnTo>
                  <a:pt x="12151" y="11248"/>
                </a:lnTo>
                <a:lnTo>
                  <a:pt x="12151" y="11620"/>
                </a:lnTo>
                <a:lnTo>
                  <a:pt x="12671" y="12008"/>
                </a:lnTo>
                <a:lnTo>
                  <a:pt x="13019" y="12381"/>
                </a:lnTo>
                <a:lnTo>
                  <a:pt x="13539" y="12381"/>
                </a:lnTo>
                <a:lnTo>
                  <a:pt x="13539" y="12753"/>
                </a:lnTo>
                <a:lnTo>
                  <a:pt x="13887" y="12753"/>
                </a:lnTo>
                <a:lnTo>
                  <a:pt x="14234" y="13125"/>
                </a:lnTo>
                <a:lnTo>
                  <a:pt x="14234" y="13498"/>
                </a:lnTo>
                <a:lnTo>
                  <a:pt x="14755" y="13498"/>
                </a:lnTo>
                <a:lnTo>
                  <a:pt x="14755" y="13870"/>
                </a:lnTo>
                <a:lnTo>
                  <a:pt x="15102" y="14258"/>
                </a:lnTo>
                <a:lnTo>
                  <a:pt x="15623" y="14630"/>
                </a:lnTo>
                <a:lnTo>
                  <a:pt x="15970" y="14630"/>
                </a:lnTo>
                <a:lnTo>
                  <a:pt x="15970" y="15003"/>
                </a:lnTo>
                <a:lnTo>
                  <a:pt x="16317" y="15003"/>
                </a:lnTo>
                <a:lnTo>
                  <a:pt x="16317" y="15375"/>
                </a:lnTo>
                <a:lnTo>
                  <a:pt x="16838" y="15747"/>
                </a:lnTo>
                <a:lnTo>
                  <a:pt x="17185" y="15747"/>
                </a:lnTo>
                <a:lnTo>
                  <a:pt x="17185" y="16120"/>
                </a:lnTo>
                <a:lnTo>
                  <a:pt x="17706" y="16120"/>
                </a:lnTo>
                <a:lnTo>
                  <a:pt x="17706" y="16492"/>
                </a:lnTo>
                <a:lnTo>
                  <a:pt x="18053" y="16880"/>
                </a:lnTo>
                <a:lnTo>
                  <a:pt x="18574" y="16880"/>
                </a:lnTo>
                <a:lnTo>
                  <a:pt x="18574" y="17252"/>
                </a:lnTo>
                <a:lnTo>
                  <a:pt x="18921" y="17625"/>
                </a:lnTo>
                <a:lnTo>
                  <a:pt x="19268" y="17997"/>
                </a:lnTo>
                <a:lnTo>
                  <a:pt x="19789" y="18369"/>
                </a:lnTo>
                <a:lnTo>
                  <a:pt x="20136" y="18369"/>
                </a:lnTo>
                <a:lnTo>
                  <a:pt x="20136" y="18742"/>
                </a:lnTo>
                <a:lnTo>
                  <a:pt x="20657" y="19130"/>
                </a:lnTo>
                <a:lnTo>
                  <a:pt x="21004" y="19130"/>
                </a:lnTo>
                <a:lnTo>
                  <a:pt x="21004" y="19502"/>
                </a:lnTo>
                <a:lnTo>
                  <a:pt x="21351" y="19502"/>
                </a:lnTo>
                <a:lnTo>
                  <a:pt x="21351" y="19874"/>
                </a:lnTo>
                <a:lnTo>
                  <a:pt x="21872" y="19874"/>
                </a:lnTo>
                <a:lnTo>
                  <a:pt x="22219" y="20247"/>
                </a:lnTo>
                <a:lnTo>
                  <a:pt x="22219" y="20619"/>
                </a:lnTo>
                <a:lnTo>
                  <a:pt x="22740" y="20619"/>
                </a:lnTo>
                <a:lnTo>
                  <a:pt x="22740" y="20992"/>
                </a:lnTo>
                <a:lnTo>
                  <a:pt x="23087" y="20992"/>
                </a:lnTo>
                <a:lnTo>
                  <a:pt x="23087" y="21379"/>
                </a:lnTo>
                <a:lnTo>
                  <a:pt x="23434" y="21752"/>
                </a:lnTo>
                <a:lnTo>
                  <a:pt x="23955" y="21752"/>
                </a:lnTo>
                <a:lnTo>
                  <a:pt x="23955" y="22124"/>
                </a:lnTo>
                <a:lnTo>
                  <a:pt x="24302" y="22124"/>
                </a:lnTo>
                <a:lnTo>
                  <a:pt x="24823" y="22496"/>
                </a:lnTo>
                <a:lnTo>
                  <a:pt x="25170" y="22869"/>
                </a:lnTo>
                <a:lnTo>
                  <a:pt x="25170" y="23241"/>
                </a:lnTo>
                <a:lnTo>
                  <a:pt x="25691" y="23241"/>
                </a:lnTo>
                <a:lnTo>
                  <a:pt x="25691" y="23614"/>
                </a:lnTo>
                <a:lnTo>
                  <a:pt x="26038" y="23614"/>
                </a:lnTo>
                <a:lnTo>
                  <a:pt x="26385" y="24001"/>
                </a:lnTo>
                <a:lnTo>
                  <a:pt x="26906" y="24374"/>
                </a:lnTo>
                <a:lnTo>
                  <a:pt x="26906" y="24746"/>
                </a:lnTo>
                <a:lnTo>
                  <a:pt x="27253" y="24746"/>
                </a:lnTo>
                <a:lnTo>
                  <a:pt x="27774" y="25119"/>
                </a:lnTo>
                <a:lnTo>
                  <a:pt x="28121" y="25491"/>
                </a:lnTo>
                <a:lnTo>
                  <a:pt x="28121" y="25863"/>
                </a:lnTo>
                <a:lnTo>
                  <a:pt x="28468" y="25863"/>
                </a:lnTo>
                <a:lnTo>
                  <a:pt x="28989" y="25863"/>
                </a:lnTo>
                <a:lnTo>
                  <a:pt x="28989" y="26251"/>
                </a:lnTo>
                <a:lnTo>
                  <a:pt x="29336" y="26624"/>
                </a:lnTo>
                <a:lnTo>
                  <a:pt x="29857" y="26996"/>
                </a:lnTo>
                <a:lnTo>
                  <a:pt x="30204" y="26996"/>
                </a:lnTo>
                <a:lnTo>
                  <a:pt x="30204" y="27368"/>
                </a:lnTo>
                <a:lnTo>
                  <a:pt x="30725" y="27368"/>
                </a:lnTo>
                <a:lnTo>
                  <a:pt x="31072" y="27741"/>
                </a:lnTo>
                <a:lnTo>
                  <a:pt x="31072" y="28113"/>
                </a:lnTo>
                <a:lnTo>
                  <a:pt x="31419" y="28113"/>
                </a:lnTo>
                <a:lnTo>
                  <a:pt x="31419" y="28501"/>
                </a:lnTo>
                <a:lnTo>
                  <a:pt x="31940" y="28501"/>
                </a:lnTo>
                <a:lnTo>
                  <a:pt x="31940" y="28873"/>
                </a:lnTo>
                <a:lnTo>
                  <a:pt x="32287" y="28873"/>
                </a:lnTo>
                <a:lnTo>
                  <a:pt x="32808" y="29246"/>
                </a:lnTo>
                <a:lnTo>
                  <a:pt x="33155" y="29618"/>
                </a:lnTo>
                <a:lnTo>
                  <a:pt x="33502" y="29990"/>
                </a:lnTo>
                <a:lnTo>
                  <a:pt x="33502" y="30363"/>
                </a:lnTo>
                <a:lnTo>
                  <a:pt x="34023" y="30363"/>
                </a:lnTo>
                <a:lnTo>
                  <a:pt x="34370" y="30735"/>
                </a:lnTo>
                <a:lnTo>
                  <a:pt x="34891" y="31123"/>
                </a:lnTo>
                <a:lnTo>
                  <a:pt x="35238" y="31123"/>
                </a:lnTo>
                <a:lnTo>
                  <a:pt x="35238" y="31495"/>
                </a:lnTo>
                <a:lnTo>
                  <a:pt x="35759" y="31495"/>
                </a:lnTo>
                <a:lnTo>
                  <a:pt x="35759" y="31868"/>
                </a:lnTo>
                <a:lnTo>
                  <a:pt x="36106" y="32240"/>
                </a:lnTo>
                <a:lnTo>
                  <a:pt x="36453" y="32240"/>
                </a:lnTo>
                <a:lnTo>
                  <a:pt x="36974" y="32612"/>
                </a:lnTo>
                <a:lnTo>
                  <a:pt x="36974" y="32985"/>
                </a:lnTo>
                <a:lnTo>
                  <a:pt x="37321" y="32985"/>
                </a:lnTo>
                <a:lnTo>
                  <a:pt x="37842" y="33373"/>
                </a:lnTo>
                <a:lnTo>
                  <a:pt x="38189" y="33745"/>
                </a:lnTo>
                <a:lnTo>
                  <a:pt x="38536" y="34117"/>
                </a:lnTo>
                <a:lnTo>
                  <a:pt x="39057" y="34117"/>
                </a:lnTo>
                <a:lnTo>
                  <a:pt x="39057" y="34490"/>
                </a:lnTo>
                <a:lnTo>
                  <a:pt x="39404" y="34490"/>
                </a:lnTo>
                <a:lnTo>
                  <a:pt x="39404" y="34862"/>
                </a:lnTo>
                <a:lnTo>
                  <a:pt x="39925" y="34862"/>
                </a:lnTo>
                <a:lnTo>
                  <a:pt x="39925" y="35234"/>
                </a:lnTo>
                <a:lnTo>
                  <a:pt x="40272" y="35622"/>
                </a:lnTo>
                <a:lnTo>
                  <a:pt x="40619" y="35622"/>
                </a:lnTo>
                <a:lnTo>
                  <a:pt x="40619" y="35995"/>
                </a:lnTo>
                <a:lnTo>
                  <a:pt x="41140" y="35995"/>
                </a:lnTo>
                <a:lnTo>
                  <a:pt x="41487" y="36367"/>
                </a:lnTo>
                <a:lnTo>
                  <a:pt x="42008" y="36739"/>
                </a:lnTo>
                <a:lnTo>
                  <a:pt x="42355" y="37112"/>
                </a:lnTo>
                <a:lnTo>
                  <a:pt x="42876" y="37484"/>
                </a:lnTo>
                <a:lnTo>
                  <a:pt x="43223" y="37484"/>
                </a:lnTo>
                <a:lnTo>
                  <a:pt x="43223" y="37872"/>
                </a:lnTo>
                <a:lnTo>
                  <a:pt x="43570" y="37872"/>
                </a:lnTo>
                <a:lnTo>
                  <a:pt x="43570" y="38244"/>
                </a:lnTo>
                <a:lnTo>
                  <a:pt x="44091" y="38244"/>
                </a:lnTo>
                <a:lnTo>
                  <a:pt x="44091" y="38617"/>
                </a:lnTo>
                <a:lnTo>
                  <a:pt x="44438" y="38617"/>
                </a:lnTo>
                <a:lnTo>
                  <a:pt x="44959" y="38989"/>
                </a:lnTo>
                <a:lnTo>
                  <a:pt x="45306" y="39361"/>
                </a:lnTo>
                <a:lnTo>
                  <a:pt x="45653" y="39361"/>
                </a:lnTo>
                <a:lnTo>
                  <a:pt x="45653" y="39734"/>
                </a:lnTo>
                <a:lnTo>
                  <a:pt x="46174" y="39734"/>
                </a:lnTo>
                <a:lnTo>
                  <a:pt x="46174" y="40106"/>
                </a:lnTo>
                <a:lnTo>
                  <a:pt x="46521" y="40106"/>
                </a:lnTo>
                <a:lnTo>
                  <a:pt x="47042" y="40494"/>
                </a:lnTo>
                <a:lnTo>
                  <a:pt x="47389" y="40866"/>
                </a:lnTo>
                <a:lnTo>
                  <a:pt x="47910" y="41239"/>
                </a:lnTo>
                <a:lnTo>
                  <a:pt x="48257" y="41239"/>
                </a:lnTo>
                <a:lnTo>
                  <a:pt x="48257" y="41611"/>
                </a:lnTo>
                <a:lnTo>
                  <a:pt x="48604" y="41611"/>
                </a:lnTo>
                <a:lnTo>
                  <a:pt x="48604" y="41984"/>
                </a:lnTo>
                <a:lnTo>
                  <a:pt x="49125" y="41984"/>
                </a:lnTo>
                <a:lnTo>
                  <a:pt x="49472" y="42356"/>
                </a:lnTo>
                <a:lnTo>
                  <a:pt x="49993" y="42744"/>
                </a:lnTo>
              </a:path>
            </a:pathLst>
          </a:custGeom>
          <a:ln w="228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855514" y="5731370"/>
            <a:ext cx="49472" cy="30735"/>
          </a:xfrm>
          <a:custGeom>
            <a:avLst/>
            <a:gdLst/>
            <a:ahLst/>
            <a:cxnLst/>
            <a:rect l="l" t="t" r="r" b="b"/>
            <a:pathLst>
              <a:path w="49472" h="30735">
                <a:moveTo>
                  <a:pt x="0" y="0"/>
                </a:moveTo>
                <a:lnTo>
                  <a:pt x="347" y="372"/>
                </a:lnTo>
                <a:lnTo>
                  <a:pt x="694" y="744"/>
                </a:lnTo>
                <a:lnTo>
                  <a:pt x="1215" y="744"/>
                </a:lnTo>
                <a:lnTo>
                  <a:pt x="1215" y="1117"/>
                </a:lnTo>
                <a:lnTo>
                  <a:pt x="1562" y="1117"/>
                </a:lnTo>
                <a:lnTo>
                  <a:pt x="2083" y="1489"/>
                </a:lnTo>
                <a:lnTo>
                  <a:pt x="2430" y="1861"/>
                </a:lnTo>
                <a:lnTo>
                  <a:pt x="2951" y="2249"/>
                </a:lnTo>
                <a:lnTo>
                  <a:pt x="3298" y="2622"/>
                </a:lnTo>
                <a:lnTo>
                  <a:pt x="3645" y="2622"/>
                </a:lnTo>
                <a:lnTo>
                  <a:pt x="3645" y="2994"/>
                </a:lnTo>
                <a:lnTo>
                  <a:pt x="4166" y="2994"/>
                </a:lnTo>
                <a:lnTo>
                  <a:pt x="4166" y="3366"/>
                </a:lnTo>
                <a:lnTo>
                  <a:pt x="4513" y="3366"/>
                </a:lnTo>
                <a:lnTo>
                  <a:pt x="5034" y="3739"/>
                </a:lnTo>
                <a:lnTo>
                  <a:pt x="5381" y="4111"/>
                </a:lnTo>
                <a:lnTo>
                  <a:pt x="5728" y="4111"/>
                </a:lnTo>
                <a:lnTo>
                  <a:pt x="6249" y="4483"/>
                </a:lnTo>
                <a:lnTo>
                  <a:pt x="6249" y="4871"/>
                </a:lnTo>
                <a:lnTo>
                  <a:pt x="6596" y="4871"/>
                </a:lnTo>
                <a:lnTo>
                  <a:pt x="7117" y="5244"/>
                </a:lnTo>
                <a:lnTo>
                  <a:pt x="7464" y="5244"/>
                </a:lnTo>
                <a:lnTo>
                  <a:pt x="7464" y="5616"/>
                </a:lnTo>
                <a:lnTo>
                  <a:pt x="7811" y="5616"/>
                </a:lnTo>
                <a:lnTo>
                  <a:pt x="7811" y="5988"/>
                </a:lnTo>
                <a:lnTo>
                  <a:pt x="8332" y="5988"/>
                </a:lnTo>
                <a:lnTo>
                  <a:pt x="8679" y="6361"/>
                </a:lnTo>
                <a:lnTo>
                  <a:pt x="9200" y="6361"/>
                </a:lnTo>
                <a:lnTo>
                  <a:pt x="9200" y="6733"/>
                </a:lnTo>
                <a:lnTo>
                  <a:pt x="9547" y="7121"/>
                </a:lnTo>
                <a:lnTo>
                  <a:pt x="10068" y="7121"/>
                </a:lnTo>
                <a:lnTo>
                  <a:pt x="10068" y="7493"/>
                </a:lnTo>
                <a:lnTo>
                  <a:pt x="10415" y="7493"/>
                </a:lnTo>
                <a:lnTo>
                  <a:pt x="10762" y="7866"/>
                </a:lnTo>
                <a:lnTo>
                  <a:pt x="11283" y="8238"/>
                </a:lnTo>
                <a:lnTo>
                  <a:pt x="11630" y="8238"/>
                </a:lnTo>
                <a:lnTo>
                  <a:pt x="12151" y="8610"/>
                </a:lnTo>
                <a:lnTo>
                  <a:pt x="12498" y="8983"/>
                </a:lnTo>
                <a:lnTo>
                  <a:pt x="12845" y="8983"/>
                </a:lnTo>
                <a:lnTo>
                  <a:pt x="12845" y="9371"/>
                </a:lnTo>
                <a:lnTo>
                  <a:pt x="13366" y="9371"/>
                </a:lnTo>
                <a:lnTo>
                  <a:pt x="13713" y="9743"/>
                </a:lnTo>
                <a:lnTo>
                  <a:pt x="14234" y="10115"/>
                </a:lnTo>
                <a:lnTo>
                  <a:pt x="14581" y="10488"/>
                </a:lnTo>
                <a:lnTo>
                  <a:pt x="15102" y="10488"/>
                </a:lnTo>
                <a:lnTo>
                  <a:pt x="15449" y="10860"/>
                </a:lnTo>
                <a:lnTo>
                  <a:pt x="15796" y="11232"/>
                </a:lnTo>
                <a:lnTo>
                  <a:pt x="16317" y="11232"/>
                </a:lnTo>
                <a:lnTo>
                  <a:pt x="16317" y="11620"/>
                </a:lnTo>
                <a:lnTo>
                  <a:pt x="16664" y="11620"/>
                </a:lnTo>
                <a:lnTo>
                  <a:pt x="16664" y="11993"/>
                </a:lnTo>
                <a:lnTo>
                  <a:pt x="17185" y="11993"/>
                </a:lnTo>
                <a:lnTo>
                  <a:pt x="17185" y="12365"/>
                </a:lnTo>
                <a:lnTo>
                  <a:pt x="17532" y="12365"/>
                </a:lnTo>
                <a:lnTo>
                  <a:pt x="17879" y="12365"/>
                </a:lnTo>
                <a:lnTo>
                  <a:pt x="17879" y="12737"/>
                </a:lnTo>
                <a:lnTo>
                  <a:pt x="18400" y="12737"/>
                </a:lnTo>
                <a:lnTo>
                  <a:pt x="18400" y="13110"/>
                </a:lnTo>
                <a:lnTo>
                  <a:pt x="18747" y="13110"/>
                </a:lnTo>
                <a:lnTo>
                  <a:pt x="19268" y="13482"/>
                </a:lnTo>
                <a:lnTo>
                  <a:pt x="19615" y="13482"/>
                </a:lnTo>
                <a:lnTo>
                  <a:pt x="19615" y="13855"/>
                </a:lnTo>
                <a:lnTo>
                  <a:pt x="20136" y="13855"/>
                </a:lnTo>
                <a:lnTo>
                  <a:pt x="20483" y="14242"/>
                </a:lnTo>
                <a:lnTo>
                  <a:pt x="20830" y="14615"/>
                </a:lnTo>
                <a:lnTo>
                  <a:pt x="21351" y="14615"/>
                </a:lnTo>
                <a:lnTo>
                  <a:pt x="21698" y="14987"/>
                </a:lnTo>
                <a:lnTo>
                  <a:pt x="22219" y="15360"/>
                </a:lnTo>
                <a:lnTo>
                  <a:pt x="22566" y="15360"/>
                </a:lnTo>
                <a:lnTo>
                  <a:pt x="22913" y="15732"/>
                </a:lnTo>
                <a:lnTo>
                  <a:pt x="23434" y="16104"/>
                </a:lnTo>
                <a:lnTo>
                  <a:pt x="23781" y="16104"/>
                </a:lnTo>
                <a:lnTo>
                  <a:pt x="24302" y="16492"/>
                </a:lnTo>
                <a:lnTo>
                  <a:pt x="24649" y="16864"/>
                </a:lnTo>
                <a:lnTo>
                  <a:pt x="24996" y="17237"/>
                </a:lnTo>
                <a:lnTo>
                  <a:pt x="25517" y="17237"/>
                </a:lnTo>
                <a:lnTo>
                  <a:pt x="25864" y="17609"/>
                </a:lnTo>
                <a:lnTo>
                  <a:pt x="26385" y="17982"/>
                </a:lnTo>
                <a:lnTo>
                  <a:pt x="26732" y="17982"/>
                </a:lnTo>
                <a:lnTo>
                  <a:pt x="26732" y="18354"/>
                </a:lnTo>
                <a:lnTo>
                  <a:pt x="27253" y="18354"/>
                </a:lnTo>
                <a:lnTo>
                  <a:pt x="27600" y="18742"/>
                </a:lnTo>
                <a:lnTo>
                  <a:pt x="27947" y="19114"/>
                </a:lnTo>
                <a:lnTo>
                  <a:pt x="28468" y="19114"/>
                </a:lnTo>
                <a:lnTo>
                  <a:pt x="28815" y="19487"/>
                </a:lnTo>
                <a:lnTo>
                  <a:pt x="29336" y="19487"/>
                </a:lnTo>
                <a:lnTo>
                  <a:pt x="29336" y="19859"/>
                </a:lnTo>
                <a:lnTo>
                  <a:pt x="29683" y="19859"/>
                </a:lnTo>
                <a:lnTo>
                  <a:pt x="30030" y="20231"/>
                </a:lnTo>
                <a:lnTo>
                  <a:pt x="30551" y="20231"/>
                </a:lnTo>
                <a:lnTo>
                  <a:pt x="30898" y="20604"/>
                </a:lnTo>
                <a:lnTo>
                  <a:pt x="31419" y="20976"/>
                </a:lnTo>
                <a:lnTo>
                  <a:pt x="31766" y="20976"/>
                </a:lnTo>
                <a:lnTo>
                  <a:pt x="32287" y="21364"/>
                </a:lnTo>
                <a:lnTo>
                  <a:pt x="32634" y="21736"/>
                </a:lnTo>
                <a:lnTo>
                  <a:pt x="32981" y="21736"/>
                </a:lnTo>
                <a:lnTo>
                  <a:pt x="32981" y="22109"/>
                </a:lnTo>
                <a:lnTo>
                  <a:pt x="33502" y="22109"/>
                </a:lnTo>
                <a:lnTo>
                  <a:pt x="33849" y="22481"/>
                </a:lnTo>
                <a:lnTo>
                  <a:pt x="34370" y="22853"/>
                </a:lnTo>
                <a:lnTo>
                  <a:pt x="34717" y="22853"/>
                </a:lnTo>
                <a:lnTo>
                  <a:pt x="35064" y="23226"/>
                </a:lnTo>
                <a:lnTo>
                  <a:pt x="35585" y="23226"/>
                </a:lnTo>
                <a:lnTo>
                  <a:pt x="35585" y="23614"/>
                </a:lnTo>
                <a:lnTo>
                  <a:pt x="35932" y="23614"/>
                </a:lnTo>
                <a:lnTo>
                  <a:pt x="36453" y="23614"/>
                </a:lnTo>
                <a:lnTo>
                  <a:pt x="36800" y="23986"/>
                </a:lnTo>
                <a:lnTo>
                  <a:pt x="37321" y="24358"/>
                </a:lnTo>
                <a:lnTo>
                  <a:pt x="37668" y="24358"/>
                </a:lnTo>
                <a:lnTo>
                  <a:pt x="37668" y="24731"/>
                </a:lnTo>
                <a:lnTo>
                  <a:pt x="38015" y="24731"/>
                </a:lnTo>
                <a:lnTo>
                  <a:pt x="38536" y="24731"/>
                </a:lnTo>
                <a:lnTo>
                  <a:pt x="38536" y="25103"/>
                </a:lnTo>
                <a:lnTo>
                  <a:pt x="38883" y="25103"/>
                </a:lnTo>
                <a:lnTo>
                  <a:pt x="39404" y="25475"/>
                </a:lnTo>
                <a:lnTo>
                  <a:pt x="39751" y="25475"/>
                </a:lnTo>
                <a:lnTo>
                  <a:pt x="39751" y="25863"/>
                </a:lnTo>
                <a:lnTo>
                  <a:pt x="40099" y="25863"/>
                </a:lnTo>
                <a:lnTo>
                  <a:pt x="40619" y="26236"/>
                </a:lnTo>
                <a:lnTo>
                  <a:pt x="40967" y="26236"/>
                </a:lnTo>
                <a:lnTo>
                  <a:pt x="41487" y="26608"/>
                </a:lnTo>
                <a:lnTo>
                  <a:pt x="41834" y="26980"/>
                </a:lnTo>
                <a:lnTo>
                  <a:pt x="42182" y="26980"/>
                </a:lnTo>
                <a:lnTo>
                  <a:pt x="42702" y="27353"/>
                </a:lnTo>
                <a:lnTo>
                  <a:pt x="43050" y="27353"/>
                </a:lnTo>
                <a:lnTo>
                  <a:pt x="43570" y="27725"/>
                </a:lnTo>
                <a:lnTo>
                  <a:pt x="43918" y="27725"/>
                </a:lnTo>
                <a:lnTo>
                  <a:pt x="43918" y="28097"/>
                </a:lnTo>
                <a:lnTo>
                  <a:pt x="44438" y="28097"/>
                </a:lnTo>
                <a:lnTo>
                  <a:pt x="44785" y="28485"/>
                </a:lnTo>
                <a:lnTo>
                  <a:pt x="45133" y="28485"/>
                </a:lnTo>
                <a:lnTo>
                  <a:pt x="45653" y="28858"/>
                </a:lnTo>
                <a:lnTo>
                  <a:pt x="46001" y="29230"/>
                </a:lnTo>
                <a:lnTo>
                  <a:pt x="46521" y="29230"/>
                </a:lnTo>
                <a:lnTo>
                  <a:pt x="46869" y="29230"/>
                </a:lnTo>
                <a:lnTo>
                  <a:pt x="47216" y="29602"/>
                </a:lnTo>
                <a:lnTo>
                  <a:pt x="47736" y="29975"/>
                </a:lnTo>
                <a:lnTo>
                  <a:pt x="48084" y="29975"/>
                </a:lnTo>
                <a:lnTo>
                  <a:pt x="48604" y="30347"/>
                </a:lnTo>
                <a:lnTo>
                  <a:pt x="48952" y="30347"/>
                </a:lnTo>
                <a:lnTo>
                  <a:pt x="48952" y="30735"/>
                </a:lnTo>
                <a:lnTo>
                  <a:pt x="49472" y="30735"/>
                </a:lnTo>
              </a:path>
            </a:pathLst>
          </a:custGeom>
          <a:ln w="224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904987" y="5762105"/>
            <a:ext cx="49820" cy="18742"/>
          </a:xfrm>
          <a:custGeom>
            <a:avLst/>
            <a:gdLst/>
            <a:ahLst/>
            <a:cxnLst/>
            <a:rect l="l" t="t" r="r" b="b"/>
            <a:pathLst>
              <a:path w="49820" h="18742">
                <a:moveTo>
                  <a:pt x="0" y="0"/>
                </a:moveTo>
                <a:lnTo>
                  <a:pt x="347" y="372"/>
                </a:lnTo>
                <a:lnTo>
                  <a:pt x="694" y="372"/>
                </a:lnTo>
                <a:lnTo>
                  <a:pt x="1215" y="744"/>
                </a:lnTo>
                <a:lnTo>
                  <a:pt x="1562" y="744"/>
                </a:lnTo>
                <a:lnTo>
                  <a:pt x="2083" y="1117"/>
                </a:lnTo>
                <a:lnTo>
                  <a:pt x="2430" y="1117"/>
                </a:lnTo>
                <a:lnTo>
                  <a:pt x="2777" y="1489"/>
                </a:lnTo>
                <a:lnTo>
                  <a:pt x="3298" y="1861"/>
                </a:lnTo>
                <a:lnTo>
                  <a:pt x="3645" y="1861"/>
                </a:lnTo>
                <a:lnTo>
                  <a:pt x="4166" y="1861"/>
                </a:lnTo>
                <a:lnTo>
                  <a:pt x="4513" y="2249"/>
                </a:lnTo>
                <a:lnTo>
                  <a:pt x="5034" y="2249"/>
                </a:lnTo>
                <a:lnTo>
                  <a:pt x="5034" y="2622"/>
                </a:lnTo>
                <a:lnTo>
                  <a:pt x="5381" y="2622"/>
                </a:lnTo>
                <a:lnTo>
                  <a:pt x="5728" y="2622"/>
                </a:lnTo>
                <a:lnTo>
                  <a:pt x="5728" y="2994"/>
                </a:lnTo>
                <a:lnTo>
                  <a:pt x="6249" y="2994"/>
                </a:lnTo>
                <a:lnTo>
                  <a:pt x="6596" y="3366"/>
                </a:lnTo>
                <a:lnTo>
                  <a:pt x="7117" y="3366"/>
                </a:lnTo>
                <a:lnTo>
                  <a:pt x="7464" y="3366"/>
                </a:lnTo>
                <a:lnTo>
                  <a:pt x="7464" y="3739"/>
                </a:lnTo>
                <a:lnTo>
                  <a:pt x="7811" y="3739"/>
                </a:lnTo>
                <a:lnTo>
                  <a:pt x="8332" y="3739"/>
                </a:lnTo>
                <a:lnTo>
                  <a:pt x="8332" y="4111"/>
                </a:lnTo>
                <a:lnTo>
                  <a:pt x="8679" y="4111"/>
                </a:lnTo>
                <a:lnTo>
                  <a:pt x="9200" y="4499"/>
                </a:lnTo>
                <a:lnTo>
                  <a:pt x="9547" y="4499"/>
                </a:lnTo>
                <a:lnTo>
                  <a:pt x="9894" y="4871"/>
                </a:lnTo>
                <a:lnTo>
                  <a:pt x="10415" y="4871"/>
                </a:lnTo>
                <a:lnTo>
                  <a:pt x="10415" y="5244"/>
                </a:lnTo>
                <a:lnTo>
                  <a:pt x="10762" y="5244"/>
                </a:lnTo>
                <a:lnTo>
                  <a:pt x="11283" y="5244"/>
                </a:lnTo>
                <a:lnTo>
                  <a:pt x="11630" y="5616"/>
                </a:lnTo>
                <a:lnTo>
                  <a:pt x="12151" y="5616"/>
                </a:lnTo>
                <a:lnTo>
                  <a:pt x="12498" y="5988"/>
                </a:lnTo>
                <a:lnTo>
                  <a:pt x="12845" y="5988"/>
                </a:lnTo>
                <a:lnTo>
                  <a:pt x="13366" y="6361"/>
                </a:lnTo>
                <a:lnTo>
                  <a:pt x="13713" y="6361"/>
                </a:lnTo>
                <a:lnTo>
                  <a:pt x="14234" y="6733"/>
                </a:lnTo>
                <a:lnTo>
                  <a:pt x="14581" y="6733"/>
                </a:lnTo>
                <a:lnTo>
                  <a:pt x="14928" y="6733"/>
                </a:lnTo>
                <a:lnTo>
                  <a:pt x="14928" y="7121"/>
                </a:lnTo>
                <a:lnTo>
                  <a:pt x="15449" y="7121"/>
                </a:lnTo>
                <a:lnTo>
                  <a:pt x="15796" y="7493"/>
                </a:lnTo>
                <a:lnTo>
                  <a:pt x="16317" y="7493"/>
                </a:lnTo>
                <a:lnTo>
                  <a:pt x="16664" y="7493"/>
                </a:lnTo>
                <a:lnTo>
                  <a:pt x="16664" y="7866"/>
                </a:lnTo>
                <a:lnTo>
                  <a:pt x="17185" y="7866"/>
                </a:lnTo>
                <a:lnTo>
                  <a:pt x="17532" y="8238"/>
                </a:lnTo>
                <a:lnTo>
                  <a:pt x="17879" y="8238"/>
                </a:lnTo>
                <a:lnTo>
                  <a:pt x="18400" y="8238"/>
                </a:lnTo>
                <a:lnTo>
                  <a:pt x="18747" y="8238"/>
                </a:lnTo>
                <a:lnTo>
                  <a:pt x="18747" y="8610"/>
                </a:lnTo>
                <a:lnTo>
                  <a:pt x="19268" y="8610"/>
                </a:lnTo>
                <a:lnTo>
                  <a:pt x="19615" y="8983"/>
                </a:lnTo>
                <a:lnTo>
                  <a:pt x="19962" y="8983"/>
                </a:lnTo>
                <a:lnTo>
                  <a:pt x="20483" y="8983"/>
                </a:lnTo>
                <a:lnTo>
                  <a:pt x="20483" y="9371"/>
                </a:lnTo>
                <a:lnTo>
                  <a:pt x="20830" y="9371"/>
                </a:lnTo>
                <a:lnTo>
                  <a:pt x="21351" y="9371"/>
                </a:lnTo>
                <a:lnTo>
                  <a:pt x="21698" y="9743"/>
                </a:lnTo>
                <a:lnTo>
                  <a:pt x="22219" y="9743"/>
                </a:lnTo>
                <a:lnTo>
                  <a:pt x="22566" y="10115"/>
                </a:lnTo>
                <a:lnTo>
                  <a:pt x="22913" y="10115"/>
                </a:lnTo>
                <a:lnTo>
                  <a:pt x="23434" y="10488"/>
                </a:lnTo>
                <a:lnTo>
                  <a:pt x="23781" y="10488"/>
                </a:lnTo>
                <a:lnTo>
                  <a:pt x="24302" y="10488"/>
                </a:lnTo>
                <a:lnTo>
                  <a:pt x="24302" y="10860"/>
                </a:lnTo>
                <a:lnTo>
                  <a:pt x="24649" y="10860"/>
                </a:lnTo>
                <a:lnTo>
                  <a:pt x="24996" y="10860"/>
                </a:lnTo>
                <a:lnTo>
                  <a:pt x="25517" y="11232"/>
                </a:lnTo>
                <a:lnTo>
                  <a:pt x="25864" y="11232"/>
                </a:lnTo>
                <a:lnTo>
                  <a:pt x="26385" y="11620"/>
                </a:lnTo>
                <a:lnTo>
                  <a:pt x="26732" y="11620"/>
                </a:lnTo>
                <a:lnTo>
                  <a:pt x="27079" y="11620"/>
                </a:lnTo>
                <a:lnTo>
                  <a:pt x="27600" y="11993"/>
                </a:lnTo>
                <a:lnTo>
                  <a:pt x="27947" y="11993"/>
                </a:lnTo>
                <a:lnTo>
                  <a:pt x="28468" y="12365"/>
                </a:lnTo>
                <a:lnTo>
                  <a:pt x="28815" y="12365"/>
                </a:lnTo>
                <a:lnTo>
                  <a:pt x="29336" y="12365"/>
                </a:lnTo>
                <a:lnTo>
                  <a:pt x="29683" y="12737"/>
                </a:lnTo>
                <a:lnTo>
                  <a:pt x="30030" y="12737"/>
                </a:lnTo>
                <a:lnTo>
                  <a:pt x="30551" y="12737"/>
                </a:lnTo>
                <a:lnTo>
                  <a:pt x="30551" y="13110"/>
                </a:lnTo>
                <a:lnTo>
                  <a:pt x="30898" y="13110"/>
                </a:lnTo>
                <a:lnTo>
                  <a:pt x="31419" y="13110"/>
                </a:lnTo>
                <a:lnTo>
                  <a:pt x="31766" y="13110"/>
                </a:lnTo>
                <a:lnTo>
                  <a:pt x="31766" y="13482"/>
                </a:lnTo>
                <a:lnTo>
                  <a:pt x="32113" y="13482"/>
                </a:lnTo>
                <a:lnTo>
                  <a:pt x="32634" y="13482"/>
                </a:lnTo>
                <a:lnTo>
                  <a:pt x="32981" y="13855"/>
                </a:lnTo>
                <a:lnTo>
                  <a:pt x="33502" y="13855"/>
                </a:lnTo>
                <a:lnTo>
                  <a:pt x="33849" y="13855"/>
                </a:lnTo>
                <a:lnTo>
                  <a:pt x="33849" y="14242"/>
                </a:lnTo>
                <a:lnTo>
                  <a:pt x="34370" y="14242"/>
                </a:lnTo>
                <a:lnTo>
                  <a:pt x="34717" y="14242"/>
                </a:lnTo>
                <a:lnTo>
                  <a:pt x="35064" y="14615"/>
                </a:lnTo>
                <a:lnTo>
                  <a:pt x="35585" y="14615"/>
                </a:lnTo>
                <a:lnTo>
                  <a:pt x="35932" y="14615"/>
                </a:lnTo>
                <a:lnTo>
                  <a:pt x="35932" y="14987"/>
                </a:lnTo>
                <a:lnTo>
                  <a:pt x="36453" y="14987"/>
                </a:lnTo>
                <a:lnTo>
                  <a:pt x="36800" y="14987"/>
                </a:lnTo>
                <a:lnTo>
                  <a:pt x="37148" y="14987"/>
                </a:lnTo>
                <a:lnTo>
                  <a:pt x="37668" y="15360"/>
                </a:lnTo>
                <a:lnTo>
                  <a:pt x="38015" y="15360"/>
                </a:lnTo>
                <a:lnTo>
                  <a:pt x="38536" y="15360"/>
                </a:lnTo>
                <a:lnTo>
                  <a:pt x="38536" y="15732"/>
                </a:lnTo>
                <a:lnTo>
                  <a:pt x="38883" y="15732"/>
                </a:lnTo>
                <a:lnTo>
                  <a:pt x="39404" y="15732"/>
                </a:lnTo>
                <a:lnTo>
                  <a:pt x="39751" y="15732"/>
                </a:lnTo>
                <a:lnTo>
                  <a:pt x="40099" y="16104"/>
                </a:lnTo>
                <a:lnTo>
                  <a:pt x="40619" y="16104"/>
                </a:lnTo>
                <a:lnTo>
                  <a:pt x="40967" y="16104"/>
                </a:lnTo>
                <a:lnTo>
                  <a:pt x="40967" y="16492"/>
                </a:lnTo>
                <a:lnTo>
                  <a:pt x="41487" y="16492"/>
                </a:lnTo>
                <a:lnTo>
                  <a:pt x="41834" y="16492"/>
                </a:lnTo>
                <a:lnTo>
                  <a:pt x="42182" y="16492"/>
                </a:lnTo>
                <a:lnTo>
                  <a:pt x="42702" y="16864"/>
                </a:lnTo>
                <a:lnTo>
                  <a:pt x="43570" y="16864"/>
                </a:lnTo>
                <a:lnTo>
                  <a:pt x="43918" y="17237"/>
                </a:lnTo>
                <a:lnTo>
                  <a:pt x="44438" y="17237"/>
                </a:lnTo>
                <a:lnTo>
                  <a:pt x="44785" y="17237"/>
                </a:lnTo>
                <a:lnTo>
                  <a:pt x="45133" y="17237"/>
                </a:lnTo>
                <a:lnTo>
                  <a:pt x="45653" y="17609"/>
                </a:lnTo>
                <a:lnTo>
                  <a:pt x="46001" y="17609"/>
                </a:lnTo>
                <a:lnTo>
                  <a:pt x="46521" y="17609"/>
                </a:lnTo>
                <a:lnTo>
                  <a:pt x="46521" y="17982"/>
                </a:lnTo>
                <a:lnTo>
                  <a:pt x="46869" y="17982"/>
                </a:lnTo>
                <a:lnTo>
                  <a:pt x="47216" y="17982"/>
                </a:lnTo>
                <a:lnTo>
                  <a:pt x="47736" y="17982"/>
                </a:lnTo>
                <a:lnTo>
                  <a:pt x="48084" y="17982"/>
                </a:lnTo>
                <a:lnTo>
                  <a:pt x="48084" y="18354"/>
                </a:lnTo>
                <a:lnTo>
                  <a:pt x="48604" y="18354"/>
                </a:lnTo>
                <a:lnTo>
                  <a:pt x="48952" y="18354"/>
                </a:lnTo>
                <a:lnTo>
                  <a:pt x="49299" y="18354"/>
                </a:lnTo>
                <a:lnTo>
                  <a:pt x="49820" y="18742"/>
                </a:lnTo>
              </a:path>
            </a:pathLst>
          </a:custGeom>
          <a:ln w="220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954807" y="5780847"/>
            <a:ext cx="49820" cy="5988"/>
          </a:xfrm>
          <a:custGeom>
            <a:avLst/>
            <a:gdLst/>
            <a:ahLst/>
            <a:cxnLst/>
            <a:rect l="l" t="t" r="r" b="b"/>
            <a:pathLst>
              <a:path w="49820" h="5988">
                <a:moveTo>
                  <a:pt x="0" y="0"/>
                </a:moveTo>
                <a:lnTo>
                  <a:pt x="347" y="0"/>
                </a:lnTo>
                <a:lnTo>
                  <a:pt x="867" y="0"/>
                </a:lnTo>
                <a:lnTo>
                  <a:pt x="1215" y="0"/>
                </a:lnTo>
                <a:lnTo>
                  <a:pt x="1735" y="372"/>
                </a:lnTo>
                <a:lnTo>
                  <a:pt x="2083" y="372"/>
                </a:lnTo>
                <a:lnTo>
                  <a:pt x="2430" y="372"/>
                </a:lnTo>
                <a:lnTo>
                  <a:pt x="2951" y="744"/>
                </a:lnTo>
                <a:lnTo>
                  <a:pt x="3298" y="744"/>
                </a:lnTo>
                <a:lnTo>
                  <a:pt x="3818" y="744"/>
                </a:lnTo>
                <a:lnTo>
                  <a:pt x="4166" y="744"/>
                </a:lnTo>
                <a:lnTo>
                  <a:pt x="4166" y="1117"/>
                </a:lnTo>
                <a:lnTo>
                  <a:pt x="4513" y="1117"/>
                </a:lnTo>
                <a:lnTo>
                  <a:pt x="5034" y="1117"/>
                </a:lnTo>
                <a:lnTo>
                  <a:pt x="5381" y="1117"/>
                </a:lnTo>
                <a:lnTo>
                  <a:pt x="5902" y="1117"/>
                </a:lnTo>
                <a:lnTo>
                  <a:pt x="6249" y="1117"/>
                </a:lnTo>
                <a:lnTo>
                  <a:pt x="6249" y="1489"/>
                </a:lnTo>
                <a:lnTo>
                  <a:pt x="6769" y="1489"/>
                </a:lnTo>
                <a:lnTo>
                  <a:pt x="7117" y="1489"/>
                </a:lnTo>
                <a:lnTo>
                  <a:pt x="7464" y="1489"/>
                </a:lnTo>
                <a:lnTo>
                  <a:pt x="7985" y="1861"/>
                </a:lnTo>
                <a:lnTo>
                  <a:pt x="8332" y="1861"/>
                </a:lnTo>
                <a:lnTo>
                  <a:pt x="8853" y="1861"/>
                </a:lnTo>
                <a:lnTo>
                  <a:pt x="9200" y="1861"/>
                </a:lnTo>
                <a:lnTo>
                  <a:pt x="9547" y="1861"/>
                </a:lnTo>
                <a:lnTo>
                  <a:pt x="9547" y="2249"/>
                </a:lnTo>
                <a:lnTo>
                  <a:pt x="10068" y="2249"/>
                </a:lnTo>
                <a:lnTo>
                  <a:pt x="10415" y="2249"/>
                </a:lnTo>
                <a:lnTo>
                  <a:pt x="10936" y="2249"/>
                </a:lnTo>
                <a:lnTo>
                  <a:pt x="11283" y="2249"/>
                </a:lnTo>
                <a:lnTo>
                  <a:pt x="11804" y="2622"/>
                </a:lnTo>
                <a:lnTo>
                  <a:pt x="12151" y="2622"/>
                </a:lnTo>
                <a:lnTo>
                  <a:pt x="12498" y="2622"/>
                </a:lnTo>
                <a:lnTo>
                  <a:pt x="13019" y="2622"/>
                </a:lnTo>
                <a:lnTo>
                  <a:pt x="13366" y="2622"/>
                </a:lnTo>
                <a:lnTo>
                  <a:pt x="13887" y="2994"/>
                </a:lnTo>
                <a:lnTo>
                  <a:pt x="14234" y="2994"/>
                </a:lnTo>
                <a:lnTo>
                  <a:pt x="14581" y="2994"/>
                </a:lnTo>
                <a:lnTo>
                  <a:pt x="15102" y="2994"/>
                </a:lnTo>
                <a:lnTo>
                  <a:pt x="15449" y="2994"/>
                </a:lnTo>
                <a:lnTo>
                  <a:pt x="15970" y="3366"/>
                </a:lnTo>
                <a:lnTo>
                  <a:pt x="16317" y="3366"/>
                </a:lnTo>
                <a:lnTo>
                  <a:pt x="16664" y="3366"/>
                </a:lnTo>
                <a:lnTo>
                  <a:pt x="17185" y="3366"/>
                </a:lnTo>
                <a:lnTo>
                  <a:pt x="17532" y="3366"/>
                </a:lnTo>
                <a:lnTo>
                  <a:pt x="18053" y="3366"/>
                </a:lnTo>
                <a:lnTo>
                  <a:pt x="18400" y="3366"/>
                </a:lnTo>
                <a:lnTo>
                  <a:pt x="18400" y="3739"/>
                </a:lnTo>
                <a:lnTo>
                  <a:pt x="18921" y="3739"/>
                </a:lnTo>
                <a:lnTo>
                  <a:pt x="19268" y="3739"/>
                </a:lnTo>
                <a:lnTo>
                  <a:pt x="19615" y="3739"/>
                </a:lnTo>
                <a:lnTo>
                  <a:pt x="20136" y="3739"/>
                </a:lnTo>
                <a:lnTo>
                  <a:pt x="20483" y="3739"/>
                </a:lnTo>
                <a:lnTo>
                  <a:pt x="21004" y="4111"/>
                </a:lnTo>
                <a:lnTo>
                  <a:pt x="21351" y="4111"/>
                </a:lnTo>
                <a:lnTo>
                  <a:pt x="21698" y="4111"/>
                </a:lnTo>
                <a:lnTo>
                  <a:pt x="22219" y="4111"/>
                </a:lnTo>
                <a:lnTo>
                  <a:pt x="22566" y="4111"/>
                </a:lnTo>
                <a:lnTo>
                  <a:pt x="23087" y="4111"/>
                </a:lnTo>
                <a:lnTo>
                  <a:pt x="23434" y="4111"/>
                </a:lnTo>
                <a:lnTo>
                  <a:pt x="23955" y="4111"/>
                </a:lnTo>
                <a:lnTo>
                  <a:pt x="23955" y="4483"/>
                </a:lnTo>
                <a:lnTo>
                  <a:pt x="24302" y="4483"/>
                </a:lnTo>
                <a:lnTo>
                  <a:pt x="24649" y="4483"/>
                </a:lnTo>
                <a:lnTo>
                  <a:pt x="25170" y="4483"/>
                </a:lnTo>
                <a:lnTo>
                  <a:pt x="25517" y="4483"/>
                </a:lnTo>
                <a:lnTo>
                  <a:pt x="26038" y="4483"/>
                </a:lnTo>
                <a:lnTo>
                  <a:pt x="26385" y="4483"/>
                </a:lnTo>
                <a:lnTo>
                  <a:pt x="26385" y="4871"/>
                </a:lnTo>
                <a:lnTo>
                  <a:pt x="26732" y="4871"/>
                </a:lnTo>
                <a:lnTo>
                  <a:pt x="27253" y="4871"/>
                </a:lnTo>
                <a:lnTo>
                  <a:pt x="27600" y="4871"/>
                </a:lnTo>
                <a:lnTo>
                  <a:pt x="28121" y="4871"/>
                </a:lnTo>
                <a:lnTo>
                  <a:pt x="28468" y="4871"/>
                </a:lnTo>
                <a:lnTo>
                  <a:pt x="28989" y="4871"/>
                </a:lnTo>
                <a:lnTo>
                  <a:pt x="29336" y="4871"/>
                </a:lnTo>
                <a:lnTo>
                  <a:pt x="29683" y="4871"/>
                </a:lnTo>
                <a:lnTo>
                  <a:pt x="30204" y="4871"/>
                </a:lnTo>
                <a:lnTo>
                  <a:pt x="30551" y="4871"/>
                </a:lnTo>
                <a:lnTo>
                  <a:pt x="31072" y="4871"/>
                </a:lnTo>
                <a:lnTo>
                  <a:pt x="31072" y="5244"/>
                </a:lnTo>
                <a:lnTo>
                  <a:pt x="31419" y="5244"/>
                </a:lnTo>
                <a:lnTo>
                  <a:pt x="31766" y="5244"/>
                </a:lnTo>
                <a:lnTo>
                  <a:pt x="32287" y="5244"/>
                </a:lnTo>
                <a:lnTo>
                  <a:pt x="32634" y="5244"/>
                </a:lnTo>
                <a:lnTo>
                  <a:pt x="33155" y="5244"/>
                </a:lnTo>
                <a:lnTo>
                  <a:pt x="33502" y="5244"/>
                </a:lnTo>
                <a:lnTo>
                  <a:pt x="33849" y="5244"/>
                </a:lnTo>
                <a:lnTo>
                  <a:pt x="34370" y="5244"/>
                </a:lnTo>
                <a:lnTo>
                  <a:pt x="34717" y="5244"/>
                </a:lnTo>
                <a:lnTo>
                  <a:pt x="35238" y="5616"/>
                </a:lnTo>
                <a:lnTo>
                  <a:pt x="35585" y="5616"/>
                </a:lnTo>
                <a:lnTo>
                  <a:pt x="36106" y="5616"/>
                </a:lnTo>
                <a:lnTo>
                  <a:pt x="36453" y="5616"/>
                </a:lnTo>
                <a:lnTo>
                  <a:pt x="36800" y="5616"/>
                </a:lnTo>
                <a:lnTo>
                  <a:pt x="37321" y="5616"/>
                </a:lnTo>
                <a:lnTo>
                  <a:pt x="37668" y="5616"/>
                </a:lnTo>
                <a:lnTo>
                  <a:pt x="38189" y="5616"/>
                </a:lnTo>
                <a:lnTo>
                  <a:pt x="38536" y="5616"/>
                </a:lnTo>
                <a:lnTo>
                  <a:pt x="38883" y="5616"/>
                </a:lnTo>
                <a:lnTo>
                  <a:pt x="39404" y="5616"/>
                </a:lnTo>
                <a:lnTo>
                  <a:pt x="39751" y="5616"/>
                </a:lnTo>
                <a:lnTo>
                  <a:pt x="40272" y="5616"/>
                </a:lnTo>
                <a:lnTo>
                  <a:pt x="40619" y="5616"/>
                </a:lnTo>
                <a:lnTo>
                  <a:pt x="41140" y="5988"/>
                </a:lnTo>
                <a:lnTo>
                  <a:pt x="41487" y="5988"/>
                </a:lnTo>
                <a:lnTo>
                  <a:pt x="41834" y="5988"/>
                </a:lnTo>
                <a:lnTo>
                  <a:pt x="42355" y="5988"/>
                </a:lnTo>
                <a:lnTo>
                  <a:pt x="42702" y="5988"/>
                </a:lnTo>
                <a:lnTo>
                  <a:pt x="43223" y="5988"/>
                </a:lnTo>
                <a:lnTo>
                  <a:pt x="43570" y="5988"/>
                </a:lnTo>
                <a:lnTo>
                  <a:pt x="43918" y="5988"/>
                </a:lnTo>
                <a:lnTo>
                  <a:pt x="44438" y="5988"/>
                </a:lnTo>
                <a:lnTo>
                  <a:pt x="44785" y="5988"/>
                </a:lnTo>
                <a:lnTo>
                  <a:pt x="45306" y="5988"/>
                </a:lnTo>
                <a:lnTo>
                  <a:pt x="45653" y="5988"/>
                </a:lnTo>
                <a:lnTo>
                  <a:pt x="46174" y="5988"/>
                </a:lnTo>
                <a:lnTo>
                  <a:pt x="46521" y="5988"/>
                </a:lnTo>
                <a:lnTo>
                  <a:pt x="46869" y="5988"/>
                </a:lnTo>
                <a:lnTo>
                  <a:pt x="47389" y="5988"/>
                </a:lnTo>
                <a:lnTo>
                  <a:pt x="47736" y="5988"/>
                </a:lnTo>
                <a:lnTo>
                  <a:pt x="48257" y="5988"/>
                </a:lnTo>
                <a:lnTo>
                  <a:pt x="48604" y="5988"/>
                </a:lnTo>
                <a:lnTo>
                  <a:pt x="48952" y="5988"/>
                </a:lnTo>
                <a:lnTo>
                  <a:pt x="49472" y="5988"/>
                </a:lnTo>
                <a:lnTo>
                  <a:pt x="49820" y="5988"/>
                </a:lnTo>
              </a:path>
            </a:pathLst>
          </a:custGeom>
          <a:ln w="21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004627" y="5780087"/>
            <a:ext cx="49993" cy="6749"/>
          </a:xfrm>
          <a:custGeom>
            <a:avLst/>
            <a:gdLst/>
            <a:ahLst/>
            <a:cxnLst/>
            <a:rect l="l" t="t" r="r" b="b"/>
            <a:pathLst>
              <a:path w="49993" h="6749">
                <a:moveTo>
                  <a:pt x="0" y="6749"/>
                </a:moveTo>
                <a:lnTo>
                  <a:pt x="520" y="6749"/>
                </a:lnTo>
                <a:lnTo>
                  <a:pt x="867" y="6749"/>
                </a:lnTo>
                <a:lnTo>
                  <a:pt x="1215" y="6749"/>
                </a:lnTo>
                <a:lnTo>
                  <a:pt x="1735" y="6749"/>
                </a:lnTo>
                <a:lnTo>
                  <a:pt x="2083" y="6749"/>
                </a:lnTo>
                <a:lnTo>
                  <a:pt x="2603" y="6749"/>
                </a:lnTo>
                <a:lnTo>
                  <a:pt x="2951" y="6749"/>
                </a:lnTo>
                <a:lnTo>
                  <a:pt x="3471" y="6749"/>
                </a:lnTo>
                <a:lnTo>
                  <a:pt x="3818" y="6749"/>
                </a:lnTo>
                <a:lnTo>
                  <a:pt x="4166" y="6749"/>
                </a:lnTo>
                <a:lnTo>
                  <a:pt x="4686" y="6749"/>
                </a:lnTo>
                <a:lnTo>
                  <a:pt x="5034" y="6749"/>
                </a:lnTo>
                <a:lnTo>
                  <a:pt x="5554" y="6749"/>
                </a:lnTo>
                <a:lnTo>
                  <a:pt x="5902" y="6749"/>
                </a:lnTo>
                <a:lnTo>
                  <a:pt x="5902" y="6376"/>
                </a:lnTo>
                <a:lnTo>
                  <a:pt x="6249" y="6376"/>
                </a:lnTo>
                <a:lnTo>
                  <a:pt x="6769" y="6376"/>
                </a:lnTo>
                <a:lnTo>
                  <a:pt x="7117" y="6376"/>
                </a:lnTo>
                <a:lnTo>
                  <a:pt x="7637" y="6376"/>
                </a:lnTo>
                <a:lnTo>
                  <a:pt x="7985" y="6376"/>
                </a:lnTo>
                <a:lnTo>
                  <a:pt x="8505" y="6376"/>
                </a:lnTo>
                <a:lnTo>
                  <a:pt x="8853" y="6376"/>
                </a:lnTo>
                <a:lnTo>
                  <a:pt x="9200" y="6376"/>
                </a:lnTo>
                <a:lnTo>
                  <a:pt x="9720" y="6376"/>
                </a:lnTo>
                <a:lnTo>
                  <a:pt x="10068" y="6376"/>
                </a:lnTo>
                <a:lnTo>
                  <a:pt x="10588" y="6376"/>
                </a:lnTo>
                <a:lnTo>
                  <a:pt x="10936" y="6376"/>
                </a:lnTo>
                <a:lnTo>
                  <a:pt x="11283" y="6376"/>
                </a:lnTo>
                <a:lnTo>
                  <a:pt x="11804" y="6376"/>
                </a:lnTo>
                <a:lnTo>
                  <a:pt x="12151" y="6004"/>
                </a:lnTo>
                <a:lnTo>
                  <a:pt x="12671" y="6004"/>
                </a:lnTo>
                <a:lnTo>
                  <a:pt x="13019" y="6004"/>
                </a:lnTo>
                <a:lnTo>
                  <a:pt x="13539" y="6004"/>
                </a:lnTo>
                <a:lnTo>
                  <a:pt x="13887" y="6004"/>
                </a:lnTo>
                <a:lnTo>
                  <a:pt x="14234" y="6004"/>
                </a:lnTo>
                <a:lnTo>
                  <a:pt x="14755" y="6004"/>
                </a:lnTo>
                <a:lnTo>
                  <a:pt x="15102" y="6004"/>
                </a:lnTo>
                <a:lnTo>
                  <a:pt x="15623" y="6004"/>
                </a:lnTo>
                <a:lnTo>
                  <a:pt x="15970" y="6004"/>
                </a:lnTo>
                <a:lnTo>
                  <a:pt x="16317" y="5632"/>
                </a:lnTo>
                <a:lnTo>
                  <a:pt x="16838" y="5632"/>
                </a:lnTo>
                <a:lnTo>
                  <a:pt x="17185" y="5632"/>
                </a:lnTo>
                <a:lnTo>
                  <a:pt x="17706" y="5632"/>
                </a:lnTo>
                <a:lnTo>
                  <a:pt x="18053" y="5632"/>
                </a:lnTo>
                <a:lnTo>
                  <a:pt x="18400" y="5632"/>
                </a:lnTo>
                <a:lnTo>
                  <a:pt x="18921" y="5632"/>
                </a:lnTo>
                <a:lnTo>
                  <a:pt x="19268" y="5632"/>
                </a:lnTo>
                <a:lnTo>
                  <a:pt x="19789" y="5632"/>
                </a:lnTo>
                <a:lnTo>
                  <a:pt x="20136" y="5632"/>
                </a:lnTo>
                <a:lnTo>
                  <a:pt x="20657" y="5244"/>
                </a:lnTo>
                <a:lnTo>
                  <a:pt x="21004" y="5244"/>
                </a:lnTo>
                <a:lnTo>
                  <a:pt x="21351" y="5244"/>
                </a:lnTo>
                <a:lnTo>
                  <a:pt x="21872" y="5244"/>
                </a:lnTo>
                <a:lnTo>
                  <a:pt x="22219" y="5244"/>
                </a:lnTo>
                <a:lnTo>
                  <a:pt x="22740" y="5244"/>
                </a:lnTo>
                <a:lnTo>
                  <a:pt x="23087" y="5244"/>
                </a:lnTo>
                <a:lnTo>
                  <a:pt x="23087" y="4871"/>
                </a:lnTo>
                <a:lnTo>
                  <a:pt x="23434" y="4871"/>
                </a:lnTo>
                <a:lnTo>
                  <a:pt x="23955" y="4871"/>
                </a:lnTo>
                <a:lnTo>
                  <a:pt x="24302" y="4871"/>
                </a:lnTo>
                <a:lnTo>
                  <a:pt x="24823" y="4871"/>
                </a:lnTo>
                <a:lnTo>
                  <a:pt x="25170" y="4871"/>
                </a:lnTo>
                <a:lnTo>
                  <a:pt x="25691" y="4871"/>
                </a:lnTo>
                <a:lnTo>
                  <a:pt x="26038" y="4871"/>
                </a:lnTo>
                <a:lnTo>
                  <a:pt x="26385" y="4871"/>
                </a:lnTo>
                <a:lnTo>
                  <a:pt x="26385" y="4499"/>
                </a:lnTo>
                <a:lnTo>
                  <a:pt x="26906" y="4499"/>
                </a:lnTo>
                <a:lnTo>
                  <a:pt x="27253" y="4499"/>
                </a:lnTo>
                <a:lnTo>
                  <a:pt x="27774" y="4499"/>
                </a:lnTo>
                <a:lnTo>
                  <a:pt x="28121" y="4499"/>
                </a:lnTo>
                <a:lnTo>
                  <a:pt x="28468" y="4127"/>
                </a:lnTo>
                <a:lnTo>
                  <a:pt x="28989" y="4127"/>
                </a:lnTo>
                <a:lnTo>
                  <a:pt x="29336" y="4127"/>
                </a:lnTo>
                <a:lnTo>
                  <a:pt x="29857" y="4127"/>
                </a:lnTo>
                <a:lnTo>
                  <a:pt x="30204" y="4127"/>
                </a:lnTo>
                <a:lnTo>
                  <a:pt x="30725" y="4127"/>
                </a:lnTo>
                <a:lnTo>
                  <a:pt x="31072" y="4127"/>
                </a:lnTo>
                <a:lnTo>
                  <a:pt x="31072" y="3754"/>
                </a:lnTo>
                <a:lnTo>
                  <a:pt x="31419" y="3754"/>
                </a:lnTo>
                <a:lnTo>
                  <a:pt x="31940" y="3754"/>
                </a:lnTo>
                <a:lnTo>
                  <a:pt x="32287" y="3754"/>
                </a:lnTo>
                <a:lnTo>
                  <a:pt x="32808" y="3754"/>
                </a:lnTo>
                <a:lnTo>
                  <a:pt x="33155" y="3754"/>
                </a:lnTo>
                <a:lnTo>
                  <a:pt x="33155" y="3382"/>
                </a:lnTo>
                <a:lnTo>
                  <a:pt x="33502" y="3382"/>
                </a:lnTo>
                <a:lnTo>
                  <a:pt x="34023" y="3382"/>
                </a:lnTo>
                <a:lnTo>
                  <a:pt x="34370" y="3382"/>
                </a:lnTo>
                <a:lnTo>
                  <a:pt x="34891" y="3382"/>
                </a:lnTo>
                <a:lnTo>
                  <a:pt x="35238" y="3382"/>
                </a:lnTo>
                <a:lnTo>
                  <a:pt x="35238" y="3009"/>
                </a:lnTo>
                <a:lnTo>
                  <a:pt x="35585" y="3009"/>
                </a:lnTo>
                <a:lnTo>
                  <a:pt x="36106" y="3009"/>
                </a:lnTo>
                <a:lnTo>
                  <a:pt x="36453" y="3009"/>
                </a:lnTo>
                <a:lnTo>
                  <a:pt x="36974" y="3009"/>
                </a:lnTo>
                <a:lnTo>
                  <a:pt x="37321" y="2622"/>
                </a:lnTo>
                <a:lnTo>
                  <a:pt x="37842" y="2622"/>
                </a:lnTo>
                <a:lnTo>
                  <a:pt x="38189" y="2622"/>
                </a:lnTo>
                <a:lnTo>
                  <a:pt x="38536" y="2622"/>
                </a:lnTo>
                <a:lnTo>
                  <a:pt x="39057" y="2622"/>
                </a:lnTo>
                <a:lnTo>
                  <a:pt x="39404" y="2249"/>
                </a:lnTo>
                <a:lnTo>
                  <a:pt x="39925" y="2249"/>
                </a:lnTo>
                <a:lnTo>
                  <a:pt x="40272" y="2249"/>
                </a:lnTo>
                <a:lnTo>
                  <a:pt x="40619" y="2249"/>
                </a:lnTo>
                <a:lnTo>
                  <a:pt x="41140" y="1877"/>
                </a:lnTo>
                <a:lnTo>
                  <a:pt x="41487" y="1877"/>
                </a:lnTo>
                <a:lnTo>
                  <a:pt x="42008" y="1877"/>
                </a:lnTo>
                <a:lnTo>
                  <a:pt x="42355" y="1877"/>
                </a:lnTo>
                <a:lnTo>
                  <a:pt x="42876" y="1504"/>
                </a:lnTo>
                <a:lnTo>
                  <a:pt x="43223" y="1504"/>
                </a:lnTo>
                <a:lnTo>
                  <a:pt x="43570" y="1504"/>
                </a:lnTo>
                <a:lnTo>
                  <a:pt x="44091" y="1504"/>
                </a:lnTo>
                <a:lnTo>
                  <a:pt x="44091" y="1132"/>
                </a:lnTo>
                <a:lnTo>
                  <a:pt x="44438" y="1132"/>
                </a:lnTo>
                <a:lnTo>
                  <a:pt x="44959" y="1132"/>
                </a:lnTo>
                <a:lnTo>
                  <a:pt x="45306" y="1132"/>
                </a:lnTo>
                <a:lnTo>
                  <a:pt x="45653" y="760"/>
                </a:lnTo>
                <a:lnTo>
                  <a:pt x="46174" y="760"/>
                </a:lnTo>
                <a:lnTo>
                  <a:pt x="46521" y="760"/>
                </a:lnTo>
                <a:lnTo>
                  <a:pt x="47042" y="760"/>
                </a:lnTo>
                <a:lnTo>
                  <a:pt x="47389" y="760"/>
                </a:lnTo>
                <a:lnTo>
                  <a:pt x="47389" y="372"/>
                </a:lnTo>
                <a:lnTo>
                  <a:pt x="47910" y="372"/>
                </a:lnTo>
                <a:lnTo>
                  <a:pt x="48257" y="372"/>
                </a:lnTo>
                <a:lnTo>
                  <a:pt x="48604" y="0"/>
                </a:lnTo>
                <a:lnTo>
                  <a:pt x="49125" y="0"/>
                </a:lnTo>
                <a:lnTo>
                  <a:pt x="49472" y="0"/>
                </a:lnTo>
                <a:lnTo>
                  <a:pt x="49993" y="0"/>
                </a:lnTo>
              </a:path>
            </a:pathLst>
          </a:custGeom>
          <a:ln w="21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054621" y="5760600"/>
            <a:ext cx="49472" cy="19487"/>
          </a:xfrm>
          <a:custGeom>
            <a:avLst/>
            <a:gdLst/>
            <a:ahLst/>
            <a:cxnLst/>
            <a:rect l="l" t="t" r="r" b="b"/>
            <a:pathLst>
              <a:path w="49472" h="19487">
                <a:moveTo>
                  <a:pt x="0" y="19487"/>
                </a:moveTo>
                <a:lnTo>
                  <a:pt x="347" y="19114"/>
                </a:lnTo>
                <a:lnTo>
                  <a:pt x="1215" y="19114"/>
                </a:lnTo>
                <a:lnTo>
                  <a:pt x="1562" y="18742"/>
                </a:lnTo>
                <a:lnTo>
                  <a:pt x="2083" y="18742"/>
                </a:lnTo>
                <a:lnTo>
                  <a:pt x="2777" y="18742"/>
                </a:lnTo>
                <a:lnTo>
                  <a:pt x="3298" y="18369"/>
                </a:lnTo>
                <a:lnTo>
                  <a:pt x="3645" y="18369"/>
                </a:lnTo>
                <a:lnTo>
                  <a:pt x="4166" y="18369"/>
                </a:lnTo>
                <a:lnTo>
                  <a:pt x="4166" y="17997"/>
                </a:lnTo>
                <a:lnTo>
                  <a:pt x="4513" y="17997"/>
                </a:lnTo>
                <a:lnTo>
                  <a:pt x="5034" y="17997"/>
                </a:lnTo>
                <a:lnTo>
                  <a:pt x="5381" y="17997"/>
                </a:lnTo>
                <a:lnTo>
                  <a:pt x="5728" y="17609"/>
                </a:lnTo>
                <a:lnTo>
                  <a:pt x="6249" y="17609"/>
                </a:lnTo>
                <a:lnTo>
                  <a:pt x="6596" y="17609"/>
                </a:lnTo>
                <a:lnTo>
                  <a:pt x="7117" y="17237"/>
                </a:lnTo>
                <a:lnTo>
                  <a:pt x="7464" y="17237"/>
                </a:lnTo>
                <a:lnTo>
                  <a:pt x="7811" y="17237"/>
                </a:lnTo>
                <a:lnTo>
                  <a:pt x="7811" y="17237"/>
                </a:lnTo>
                <a:lnTo>
                  <a:pt x="8332" y="16864"/>
                </a:lnTo>
                <a:lnTo>
                  <a:pt x="9200" y="16864"/>
                </a:lnTo>
                <a:lnTo>
                  <a:pt x="9547" y="16492"/>
                </a:lnTo>
                <a:lnTo>
                  <a:pt x="10415" y="16492"/>
                </a:lnTo>
                <a:lnTo>
                  <a:pt x="10762" y="16120"/>
                </a:lnTo>
                <a:lnTo>
                  <a:pt x="11283" y="16120"/>
                </a:lnTo>
                <a:lnTo>
                  <a:pt x="11630" y="16120"/>
                </a:lnTo>
                <a:lnTo>
                  <a:pt x="11630" y="15747"/>
                </a:lnTo>
                <a:lnTo>
                  <a:pt x="12151" y="15747"/>
                </a:lnTo>
                <a:lnTo>
                  <a:pt x="12498" y="15747"/>
                </a:lnTo>
                <a:lnTo>
                  <a:pt x="12498" y="15360"/>
                </a:lnTo>
                <a:lnTo>
                  <a:pt x="12845" y="15360"/>
                </a:lnTo>
                <a:lnTo>
                  <a:pt x="13366" y="15360"/>
                </a:lnTo>
                <a:lnTo>
                  <a:pt x="13713" y="15360"/>
                </a:lnTo>
                <a:lnTo>
                  <a:pt x="14234" y="14987"/>
                </a:lnTo>
                <a:lnTo>
                  <a:pt x="14581" y="14987"/>
                </a:lnTo>
                <a:lnTo>
                  <a:pt x="15102" y="14615"/>
                </a:lnTo>
                <a:lnTo>
                  <a:pt x="15796" y="14615"/>
                </a:lnTo>
                <a:lnTo>
                  <a:pt x="16317" y="14242"/>
                </a:lnTo>
                <a:lnTo>
                  <a:pt x="16664" y="14242"/>
                </a:lnTo>
                <a:lnTo>
                  <a:pt x="17185" y="14242"/>
                </a:lnTo>
                <a:lnTo>
                  <a:pt x="17185" y="13870"/>
                </a:lnTo>
                <a:lnTo>
                  <a:pt x="17532" y="13870"/>
                </a:lnTo>
                <a:lnTo>
                  <a:pt x="17879" y="13870"/>
                </a:lnTo>
                <a:lnTo>
                  <a:pt x="18400" y="13870"/>
                </a:lnTo>
                <a:lnTo>
                  <a:pt x="18400" y="13498"/>
                </a:lnTo>
                <a:lnTo>
                  <a:pt x="18747" y="13498"/>
                </a:lnTo>
                <a:lnTo>
                  <a:pt x="19268" y="13498"/>
                </a:lnTo>
                <a:lnTo>
                  <a:pt x="19615" y="13125"/>
                </a:lnTo>
                <a:lnTo>
                  <a:pt x="19962" y="13125"/>
                </a:lnTo>
                <a:lnTo>
                  <a:pt x="20483" y="12737"/>
                </a:lnTo>
                <a:lnTo>
                  <a:pt x="20830" y="12737"/>
                </a:lnTo>
                <a:lnTo>
                  <a:pt x="21351" y="12737"/>
                </a:lnTo>
                <a:lnTo>
                  <a:pt x="21351" y="12365"/>
                </a:lnTo>
                <a:lnTo>
                  <a:pt x="21698" y="12365"/>
                </a:lnTo>
                <a:lnTo>
                  <a:pt x="22219" y="12365"/>
                </a:lnTo>
                <a:lnTo>
                  <a:pt x="22566" y="11993"/>
                </a:lnTo>
                <a:lnTo>
                  <a:pt x="22913" y="11993"/>
                </a:lnTo>
                <a:lnTo>
                  <a:pt x="23434" y="11620"/>
                </a:lnTo>
                <a:lnTo>
                  <a:pt x="23781" y="11620"/>
                </a:lnTo>
                <a:lnTo>
                  <a:pt x="24302" y="11620"/>
                </a:lnTo>
                <a:lnTo>
                  <a:pt x="24649" y="11248"/>
                </a:lnTo>
                <a:lnTo>
                  <a:pt x="24996" y="11248"/>
                </a:lnTo>
                <a:lnTo>
                  <a:pt x="25517" y="10876"/>
                </a:lnTo>
                <a:lnTo>
                  <a:pt x="25864" y="10876"/>
                </a:lnTo>
                <a:lnTo>
                  <a:pt x="26385" y="10488"/>
                </a:lnTo>
                <a:lnTo>
                  <a:pt x="26732" y="10488"/>
                </a:lnTo>
                <a:lnTo>
                  <a:pt x="27253" y="10115"/>
                </a:lnTo>
                <a:lnTo>
                  <a:pt x="27600" y="10115"/>
                </a:lnTo>
                <a:lnTo>
                  <a:pt x="27947" y="10115"/>
                </a:lnTo>
                <a:lnTo>
                  <a:pt x="28468" y="9743"/>
                </a:lnTo>
                <a:lnTo>
                  <a:pt x="28815" y="9743"/>
                </a:lnTo>
                <a:lnTo>
                  <a:pt x="29336" y="9371"/>
                </a:lnTo>
                <a:lnTo>
                  <a:pt x="29683" y="9371"/>
                </a:lnTo>
                <a:lnTo>
                  <a:pt x="30030" y="8998"/>
                </a:lnTo>
                <a:lnTo>
                  <a:pt x="30551" y="8998"/>
                </a:lnTo>
                <a:lnTo>
                  <a:pt x="30898" y="8626"/>
                </a:lnTo>
                <a:lnTo>
                  <a:pt x="31419" y="8626"/>
                </a:lnTo>
                <a:lnTo>
                  <a:pt x="31766" y="8238"/>
                </a:lnTo>
                <a:lnTo>
                  <a:pt x="32287" y="8238"/>
                </a:lnTo>
                <a:lnTo>
                  <a:pt x="32634" y="8238"/>
                </a:lnTo>
                <a:lnTo>
                  <a:pt x="32634" y="7866"/>
                </a:lnTo>
                <a:lnTo>
                  <a:pt x="32981" y="7866"/>
                </a:lnTo>
                <a:lnTo>
                  <a:pt x="33502" y="7493"/>
                </a:lnTo>
                <a:lnTo>
                  <a:pt x="33849" y="7493"/>
                </a:lnTo>
                <a:lnTo>
                  <a:pt x="34370" y="7493"/>
                </a:lnTo>
                <a:lnTo>
                  <a:pt x="34717" y="7121"/>
                </a:lnTo>
                <a:lnTo>
                  <a:pt x="35064" y="7121"/>
                </a:lnTo>
                <a:lnTo>
                  <a:pt x="35064" y="6749"/>
                </a:lnTo>
                <a:lnTo>
                  <a:pt x="35585" y="6749"/>
                </a:lnTo>
                <a:lnTo>
                  <a:pt x="35932" y="6749"/>
                </a:lnTo>
                <a:lnTo>
                  <a:pt x="36453" y="6376"/>
                </a:lnTo>
                <a:lnTo>
                  <a:pt x="36800" y="6376"/>
                </a:lnTo>
                <a:lnTo>
                  <a:pt x="36800" y="6004"/>
                </a:lnTo>
                <a:lnTo>
                  <a:pt x="37321" y="6004"/>
                </a:lnTo>
                <a:lnTo>
                  <a:pt x="37668" y="5616"/>
                </a:lnTo>
                <a:lnTo>
                  <a:pt x="38015" y="5616"/>
                </a:lnTo>
                <a:lnTo>
                  <a:pt x="38536" y="5616"/>
                </a:lnTo>
                <a:lnTo>
                  <a:pt x="38883" y="5244"/>
                </a:lnTo>
                <a:lnTo>
                  <a:pt x="39404" y="4871"/>
                </a:lnTo>
                <a:lnTo>
                  <a:pt x="39751" y="4871"/>
                </a:lnTo>
                <a:lnTo>
                  <a:pt x="40099" y="4499"/>
                </a:lnTo>
                <a:lnTo>
                  <a:pt x="40619" y="4499"/>
                </a:lnTo>
                <a:lnTo>
                  <a:pt x="40967" y="4127"/>
                </a:lnTo>
                <a:lnTo>
                  <a:pt x="41487" y="4127"/>
                </a:lnTo>
                <a:lnTo>
                  <a:pt x="41834" y="4127"/>
                </a:lnTo>
                <a:lnTo>
                  <a:pt x="41834" y="3754"/>
                </a:lnTo>
                <a:lnTo>
                  <a:pt x="42182" y="3754"/>
                </a:lnTo>
                <a:lnTo>
                  <a:pt x="42702" y="3366"/>
                </a:lnTo>
                <a:lnTo>
                  <a:pt x="43050" y="3366"/>
                </a:lnTo>
                <a:lnTo>
                  <a:pt x="43570" y="2994"/>
                </a:lnTo>
                <a:lnTo>
                  <a:pt x="43918" y="2994"/>
                </a:lnTo>
                <a:lnTo>
                  <a:pt x="44438" y="2622"/>
                </a:lnTo>
                <a:lnTo>
                  <a:pt x="44785" y="2622"/>
                </a:lnTo>
                <a:lnTo>
                  <a:pt x="45133" y="2249"/>
                </a:lnTo>
                <a:lnTo>
                  <a:pt x="45653" y="2249"/>
                </a:lnTo>
                <a:lnTo>
                  <a:pt x="45653" y="1877"/>
                </a:lnTo>
                <a:lnTo>
                  <a:pt x="46001" y="1877"/>
                </a:lnTo>
                <a:lnTo>
                  <a:pt x="46521" y="1504"/>
                </a:lnTo>
                <a:lnTo>
                  <a:pt x="46869" y="1504"/>
                </a:lnTo>
                <a:lnTo>
                  <a:pt x="47216" y="1117"/>
                </a:lnTo>
                <a:lnTo>
                  <a:pt x="47736" y="1117"/>
                </a:lnTo>
                <a:lnTo>
                  <a:pt x="47736" y="744"/>
                </a:lnTo>
                <a:lnTo>
                  <a:pt x="48084" y="744"/>
                </a:lnTo>
                <a:lnTo>
                  <a:pt x="48604" y="744"/>
                </a:lnTo>
                <a:lnTo>
                  <a:pt x="48604" y="372"/>
                </a:lnTo>
                <a:lnTo>
                  <a:pt x="48952" y="372"/>
                </a:lnTo>
                <a:lnTo>
                  <a:pt x="49472" y="372"/>
                </a:lnTo>
                <a:lnTo>
                  <a:pt x="49472" y="0"/>
                </a:lnTo>
              </a:path>
            </a:pathLst>
          </a:custGeom>
          <a:ln w="22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104094" y="5729120"/>
            <a:ext cx="49820" cy="31480"/>
          </a:xfrm>
          <a:custGeom>
            <a:avLst/>
            <a:gdLst/>
            <a:ahLst/>
            <a:cxnLst/>
            <a:rect l="l" t="t" r="r" b="b"/>
            <a:pathLst>
              <a:path w="49820" h="31480">
                <a:moveTo>
                  <a:pt x="0" y="31480"/>
                </a:moveTo>
                <a:lnTo>
                  <a:pt x="347" y="31480"/>
                </a:lnTo>
                <a:lnTo>
                  <a:pt x="694" y="31107"/>
                </a:lnTo>
                <a:lnTo>
                  <a:pt x="1215" y="31107"/>
                </a:lnTo>
                <a:lnTo>
                  <a:pt x="1215" y="30735"/>
                </a:lnTo>
                <a:lnTo>
                  <a:pt x="1562" y="30735"/>
                </a:lnTo>
                <a:lnTo>
                  <a:pt x="2083" y="30735"/>
                </a:lnTo>
                <a:lnTo>
                  <a:pt x="2430" y="30347"/>
                </a:lnTo>
                <a:lnTo>
                  <a:pt x="2777" y="29975"/>
                </a:lnTo>
                <a:lnTo>
                  <a:pt x="3298" y="29975"/>
                </a:lnTo>
                <a:lnTo>
                  <a:pt x="3645" y="29975"/>
                </a:lnTo>
                <a:lnTo>
                  <a:pt x="3645" y="29602"/>
                </a:lnTo>
                <a:lnTo>
                  <a:pt x="4166" y="29602"/>
                </a:lnTo>
                <a:lnTo>
                  <a:pt x="4166" y="29230"/>
                </a:lnTo>
                <a:lnTo>
                  <a:pt x="4513" y="29230"/>
                </a:lnTo>
                <a:lnTo>
                  <a:pt x="5034" y="28858"/>
                </a:lnTo>
                <a:lnTo>
                  <a:pt x="5381" y="28858"/>
                </a:lnTo>
                <a:lnTo>
                  <a:pt x="5728" y="28485"/>
                </a:lnTo>
                <a:lnTo>
                  <a:pt x="6249" y="28485"/>
                </a:lnTo>
                <a:lnTo>
                  <a:pt x="6249" y="28113"/>
                </a:lnTo>
                <a:lnTo>
                  <a:pt x="6596" y="28113"/>
                </a:lnTo>
                <a:lnTo>
                  <a:pt x="7117" y="27725"/>
                </a:lnTo>
                <a:lnTo>
                  <a:pt x="7464" y="27725"/>
                </a:lnTo>
                <a:lnTo>
                  <a:pt x="7811" y="27353"/>
                </a:lnTo>
                <a:lnTo>
                  <a:pt x="8332" y="27353"/>
                </a:lnTo>
                <a:lnTo>
                  <a:pt x="8332" y="26980"/>
                </a:lnTo>
                <a:lnTo>
                  <a:pt x="8679" y="26980"/>
                </a:lnTo>
                <a:lnTo>
                  <a:pt x="9200" y="26608"/>
                </a:lnTo>
                <a:lnTo>
                  <a:pt x="9547" y="26608"/>
                </a:lnTo>
                <a:lnTo>
                  <a:pt x="9894" y="26236"/>
                </a:lnTo>
                <a:lnTo>
                  <a:pt x="9894" y="26236"/>
                </a:lnTo>
                <a:lnTo>
                  <a:pt x="10415" y="25863"/>
                </a:lnTo>
                <a:lnTo>
                  <a:pt x="10762" y="25863"/>
                </a:lnTo>
                <a:lnTo>
                  <a:pt x="11283" y="25475"/>
                </a:lnTo>
                <a:lnTo>
                  <a:pt x="11630" y="25475"/>
                </a:lnTo>
                <a:lnTo>
                  <a:pt x="11630" y="25103"/>
                </a:lnTo>
                <a:lnTo>
                  <a:pt x="12151" y="25103"/>
                </a:lnTo>
                <a:lnTo>
                  <a:pt x="12498" y="24731"/>
                </a:lnTo>
                <a:lnTo>
                  <a:pt x="12845" y="24731"/>
                </a:lnTo>
                <a:lnTo>
                  <a:pt x="12845" y="24358"/>
                </a:lnTo>
                <a:lnTo>
                  <a:pt x="13366" y="24358"/>
                </a:lnTo>
                <a:lnTo>
                  <a:pt x="13713" y="23986"/>
                </a:lnTo>
                <a:lnTo>
                  <a:pt x="14234" y="23986"/>
                </a:lnTo>
                <a:lnTo>
                  <a:pt x="14234" y="23614"/>
                </a:lnTo>
                <a:lnTo>
                  <a:pt x="14581" y="23614"/>
                </a:lnTo>
                <a:lnTo>
                  <a:pt x="14928" y="23226"/>
                </a:lnTo>
                <a:lnTo>
                  <a:pt x="15449" y="22853"/>
                </a:lnTo>
                <a:lnTo>
                  <a:pt x="15796" y="22853"/>
                </a:lnTo>
                <a:lnTo>
                  <a:pt x="16317" y="22853"/>
                </a:lnTo>
                <a:lnTo>
                  <a:pt x="16317" y="22481"/>
                </a:lnTo>
                <a:lnTo>
                  <a:pt x="16664" y="22481"/>
                </a:lnTo>
                <a:lnTo>
                  <a:pt x="17185" y="22109"/>
                </a:lnTo>
                <a:lnTo>
                  <a:pt x="17532" y="21736"/>
                </a:lnTo>
                <a:lnTo>
                  <a:pt x="17879" y="21736"/>
                </a:lnTo>
                <a:lnTo>
                  <a:pt x="18400" y="21364"/>
                </a:lnTo>
                <a:lnTo>
                  <a:pt x="18747" y="20992"/>
                </a:lnTo>
                <a:lnTo>
                  <a:pt x="19268" y="20992"/>
                </a:lnTo>
                <a:lnTo>
                  <a:pt x="19615" y="20604"/>
                </a:lnTo>
                <a:lnTo>
                  <a:pt x="19962" y="20231"/>
                </a:lnTo>
                <a:lnTo>
                  <a:pt x="20483" y="20231"/>
                </a:lnTo>
                <a:lnTo>
                  <a:pt x="20830" y="19859"/>
                </a:lnTo>
                <a:lnTo>
                  <a:pt x="21351" y="19487"/>
                </a:lnTo>
                <a:lnTo>
                  <a:pt x="21698" y="19487"/>
                </a:lnTo>
                <a:lnTo>
                  <a:pt x="22219" y="19114"/>
                </a:lnTo>
                <a:lnTo>
                  <a:pt x="22566" y="18742"/>
                </a:lnTo>
                <a:lnTo>
                  <a:pt x="22913" y="18354"/>
                </a:lnTo>
                <a:lnTo>
                  <a:pt x="23434" y="18354"/>
                </a:lnTo>
                <a:lnTo>
                  <a:pt x="23434" y="17982"/>
                </a:lnTo>
                <a:lnTo>
                  <a:pt x="23781" y="17982"/>
                </a:lnTo>
                <a:lnTo>
                  <a:pt x="24302" y="17609"/>
                </a:lnTo>
                <a:lnTo>
                  <a:pt x="24649" y="17609"/>
                </a:lnTo>
                <a:lnTo>
                  <a:pt x="24649" y="17237"/>
                </a:lnTo>
                <a:lnTo>
                  <a:pt x="24996" y="17237"/>
                </a:lnTo>
                <a:lnTo>
                  <a:pt x="24996" y="16864"/>
                </a:lnTo>
                <a:lnTo>
                  <a:pt x="25517" y="16864"/>
                </a:lnTo>
                <a:lnTo>
                  <a:pt x="25864" y="16864"/>
                </a:lnTo>
                <a:lnTo>
                  <a:pt x="25864" y="16492"/>
                </a:lnTo>
                <a:lnTo>
                  <a:pt x="26385" y="16492"/>
                </a:lnTo>
                <a:lnTo>
                  <a:pt x="26732" y="16104"/>
                </a:lnTo>
                <a:lnTo>
                  <a:pt x="27079" y="16104"/>
                </a:lnTo>
                <a:lnTo>
                  <a:pt x="27079" y="15732"/>
                </a:lnTo>
                <a:lnTo>
                  <a:pt x="27600" y="15732"/>
                </a:lnTo>
                <a:lnTo>
                  <a:pt x="27600" y="15360"/>
                </a:lnTo>
                <a:lnTo>
                  <a:pt x="27947" y="15360"/>
                </a:lnTo>
                <a:lnTo>
                  <a:pt x="28468" y="14987"/>
                </a:lnTo>
                <a:lnTo>
                  <a:pt x="28815" y="14615"/>
                </a:lnTo>
                <a:lnTo>
                  <a:pt x="29336" y="14615"/>
                </a:lnTo>
                <a:lnTo>
                  <a:pt x="29336" y="14242"/>
                </a:lnTo>
                <a:lnTo>
                  <a:pt x="29683" y="14242"/>
                </a:lnTo>
                <a:lnTo>
                  <a:pt x="30030" y="13870"/>
                </a:lnTo>
                <a:lnTo>
                  <a:pt x="30551" y="13482"/>
                </a:lnTo>
                <a:lnTo>
                  <a:pt x="30898" y="13482"/>
                </a:lnTo>
                <a:lnTo>
                  <a:pt x="30898" y="13482"/>
                </a:lnTo>
                <a:lnTo>
                  <a:pt x="31419" y="13110"/>
                </a:lnTo>
                <a:lnTo>
                  <a:pt x="31766" y="12737"/>
                </a:lnTo>
                <a:lnTo>
                  <a:pt x="32113" y="12365"/>
                </a:lnTo>
                <a:lnTo>
                  <a:pt x="32634" y="12365"/>
                </a:lnTo>
                <a:lnTo>
                  <a:pt x="32634" y="11993"/>
                </a:lnTo>
                <a:lnTo>
                  <a:pt x="32981" y="11993"/>
                </a:lnTo>
                <a:lnTo>
                  <a:pt x="33502" y="11993"/>
                </a:lnTo>
                <a:lnTo>
                  <a:pt x="33502" y="11620"/>
                </a:lnTo>
                <a:lnTo>
                  <a:pt x="33849" y="11620"/>
                </a:lnTo>
                <a:lnTo>
                  <a:pt x="33849" y="11232"/>
                </a:lnTo>
                <a:lnTo>
                  <a:pt x="34370" y="11232"/>
                </a:lnTo>
                <a:lnTo>
                  <a:pt x="34717" y="10860"/>
                </a:lnTo>
                <a:lnTo>
                  <a:pt x="35064" y="10488"/>
                </a:lnTo>
                <a:lnTo>
                  <a:pt x="35585" y="10488"/>
                </a:lnTo>
                <a:lnTo>
                  <a:pt x="35585" y="10115"/>
                </a:lnTo>
                <a:lnTo>
                  <a:pt x="35932" y="9743"/>
                </a:lnTo>
                <a:lnTo>
                  <a:pt x="36453" y="9743"/>
                </a:lnTo>
                <a:lnTo>
                  <a:pt x="36800" y="9371"/>
                </a:lnTo>
                <a:lnTo>
                  <a:pt x="37148" y="9371"/>
                </a:lnTo>
                <a:lnTo>
                  <a:pt x="37148" y="8983"/>
                </a:lnTo>
                <a:lnTo>
                  <a:pt x="37668" y="8983"/>
                </a:lnTo>
                <a:lnTo>
                  <a:pt x="37668" y="8610"/>
                </a:lnTo>
                <a:lnTo>
                  <a:pt x="38015" y="8610"/>
                </a:lnTo>
                <a:lnTo>
                  <a:pt x="38015" y="8238"/>
                </a:lnTo>
                <a:lnTo>
                  <a:pt x="38536" y="8238"/>
                </a:lnTo>
                <a:lnTo>
                  <a:pt x="38883" y="7866"/>
                </a:lnTo>
                <a:lnTo>
                  <a:pt x="39404" y="7493"/>
                </a:lnTo>
                <a:lnTo>
                  <a:pt x="39751" y="7121"/>
                </a:lnTo>
                <a:lnTo>
                  <a:pt x="40099" y="7121"/>
                </a:lnTo>
                <a:lnTo>
                  <a:pt x="40619" y="6733"/>
                </a:lnTo>
                <a:lnTo>
                  <a:pt x="40967" y="6733"/>
                </a:lnTo>
                <a:lnTo>
                  <a:pt x="40967" y="6361"/>
                </a:lnTo>
                <a:lnTo>
                  <a:pt x="41487" y="6361"/>
                </a:lnTo>
                <a:lnTo>
                  <a:pt x="41487" y="5988"/>
                </a:lnTo>
                <a:lnTo>
                  <a:pt x="41834" y="5988"/>
                </a:lnTo>
                <a:lnTo>
                  <a:pt x="41834" y="5616"/>
                </a:lnTo>
                <a:lnTo>
                  <a:pt x="42182" y="5616"/>
                </a:lnTo>
                <a:lnTo>
                  <a:pt x="42702" y="5244"/>
                </a:lnTo>
                <a:lnTo>
                  <a:pt x="43050" y="4871"/>
                </a:lnTo>
                <a:lnTo>
                  <a:pt x="43570" y="4499"/>
                </a:lnTo>
                <a:lnTo>
                  <a:pt x="43918" y="4499"/>
                </a:lnTo>
                <a:lnTo>
                  <a:pt x="43918" y="4111"/>
                </a:lnTo>
                <a:lnTo>
                  <a:pt x="44265" y="4111"/>
                </a:lnTo>
                <a:lnTo>
                  <a:pt x="44265" y="3739"/>
                </a:lnTo>
                <a:lnTo>
                  <a:pt x="44785" y="3739"/>
                </a:lnTo>
                <a:lnTo>
                  <a:pt x="45133" y="3366"/>
                </a:lnTo>
                <a:lnTo>
                  <a:pt x="45133" y="3366"/>
                </a:lnTo>
                <a:lnTo>
                  <a:pt x="45653" y="2994"/>
                </a:lnTo>
                <a:lnTo>
                  <a:pt x="46001" y="2622"/>
                </a:lnTo>
                <a:lnTo>
                  <a:pt x="46521" y="2249"/>
                </a:lnTo>
                <a:lnTo>
                  <a:pt x="46869" y="2249"/>
                </a:lnTo>
                <a:lnTo>
                  <a:pt x="47216" y="1861"/>
                </a:lnTo>
                <a:lnTo>
                  <a:pt x="47736" y="1489"/>
                </a:lnTo>
                <a:lnTo>
                  <a:pt x="48084" y="1489"/>
                </a:lnTo>
                <a:lnTo>
                  <a:pt x="48084" y="1117"/>
                </a:lnTo>
                <a:lnTo>
                  <a:pt x="48604" y="744"/>
                </a:lnTo>
                <a:lnTo>
                  <a:pt x="48952" y="744"/>
                </a:lnTo>
                <a:lnTo>
                  <a:pt x="49299" y="372"/>
                </a:lnTo>
                <a:lnTo>
                  <a:pt x="49299" y="0"/>
                </a:lnTo>
                <a:lnTo>
                  <a:pt x="49820" y="0"/>
                </a:lnTo>
              </a:path>
            </a:pathLst>
          </a:custGeom>
          <a:ln w="224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153914" y="5685631"/>
            <a:ext cx="49820" cy="43488"/>
          </a:xfrm>
          <a:custGeom>
            <a:avLst/>
            <a:gdLst/>
            <a:ahLst/>
            <a:cxnLst/>
            <a:rect l="l" t="t" r="r" b="b"/>
            <a:pathLst>
              <a:path w="49820" h="43488">
                <a:moveTo>
                  <a:pt x="0" y="43488"/>
                </a:moveTo>
                <a:lnTo>
                  <a:pt x="347" y="43101"/>
                </a:lnTo>
                <a:lnTo>
                  <a:pt x="867" y="42728"/>
                </a:lnTo>
                <a:lnTo>
                  <a:pt x="1215" y="42356"/>
                </a:lnTo>
                <a:lnTo>
                  <a:pt x="1735" y="42356"/>
                </a:lnTo>
                <a:lnTo>
                  <a:pt x="1735" y="41984"/>
                </a:lnTo>
                <a:lnTo>
                  <a:pt x="2083" y="41984"/>
                </a:lnTo>
                <a:lnTo>
                  <a:pt x="2083" y="41611"/>
                </a:lnTo>
                <a:lnTo>
                  <a:pt x="2430" y="41611"/>
                </a:lnTo>
                <a:lnTo>
                  <a:pt x="2430" y="41239"/>
                </a:lnTo>
                <a:lnTo>
                  <a:pt x="2951" y="41239"/>
                </a:lnTo>
                <a:lnTo>
                  <a:pt x="3298" y="40866"/>
                </a:lnTo>
                <a:lnTo>
                  <a:pt x="3818" y="40479"/>
                </a:lnTo>
                <a:lnTo>
                  <a:pt x="4166" y="40106"/>
                </a:lnTo>
                <a:lnTo>
                  <a:pt x="4513" y="40106"/>
                </a:lnTo>
                <a:lnTo>
                  <a:pt x="4513" y="39734"/>
                </a:lnTo>
                <a:lnTo>
                  <a:pt x="5034" y="39734"/>
                </a:lnTo>
                <a:lnTo>
                  <a:pt x="5034" y="39361"/>
                </a:lnTo>
                <a:lnTo>
                  <a:pt x="5381" y="39361"/>
                </a:lnTo>
                <a:lnTo>
                  <a:pt x="5902" y="38989"/>
                </a:lnTo>
                <a:lnTo>
                  <a:pt x="5902" y="38989"/>
                </a:lnTo>
                <a:lnTo>
                  <a:pt x="6249" y="38617"/>
                </a:lnTo>
                <a:lnTo>
                  <a:pt x="6769" y="38229"/>
                </a:lnTo>
                <a:lnTo>
                  <a:pt x="7117" y="37856"/>
                </a:lnTo>
                <a:lnTo>
                  <a:pt x="7464" y="37484"/>
                </a:lnTo>
                <a:lnTo>
                  <a:pt x="7985" y="37484"/>
                </a:lnTo>
                <a:lnTo>
                  <a:pt x="7985" y="37112"/>
                </a:lnTo>
                <a:lnTo>
                  <a:pt x="8332" y="37112"/>
                </a:lnTo>
                <a:lnTo>
                  <a:pt x="8332" y="36739"/>
                </a:lnTo>
                <a:lnTo>
                  <a:pt x="8853" y="36739"/>
                </a:lnTo>
                <a:lnTo>
                  <a:pt x="8853" y="36367"/>
                </a:lnTo>
                <a:lnTo>
                  <a:pt x="9200" y="36367"/>
                </a:lnTo>
                <a:lnTo>
                  <a:pt x="9547" y="35979"/>
                </a:lnTo>
                <a:lnTo>
                  <a:pt x="9547" y="35979"/>
                </a:lnTo>
                <a:lnTo>
                  <a:pt x="10068" y="35607"/>
                </a:lnTo>
                <a:lnTo>
                  <a:pt x="10415" y="35234"/>
                </a:lnTo>
                <a:lnTo>
                  <a:pt x="10936" y="34862"/>
                </a:lnTo>
                <a:lnTo>
                  <a:pt x="11283" y="34490"/>
                </a:lnTo>
                <a:lnTo>
                  <a:pt x="11630" y="34490"/>
                </a:lnTo>
                <a:lnTo>
                  <a:pt x="12151" y="34117"/>
                </a:lnTo>
                <a:lnTo>
                  <a:pt x="12151" y="33729"/>
                </a:lnTo>
                <a:lnTo>
                  <a:pt x="12498" y="33729"/>
                </a:lnTo>
                <a:lnTo>
                  <a:pt x="12498" y="33357"/>
                </a:lnTo>
                <a:lnTo>
                  <a:pt x="13019" y="33357"/>
                </a:lnTo>
                <a:lnTo>
                  <a:pt x="13019" y="32985"/>
                </a:lnTo>
                <a:lnTo>
                  <a:pt x="13366" y="32612"/>
                </a:lnTo>
                <a:lnTo>
                  <a:pt x="13887" y="32612"/>
                </a:lnTo>
                <a:lnTo>
                  <a:pt x="14234" y="32240"/>
                </a:lnTo>
                <a:lnTo>
                  <a:pt x="14234" y="31868"/>
                </a:lnTo>
                <a:lnTo>
                  <a:pt x="14581" y="31868"/>
                </a:lnTo>
                <a:lnTo>
                  <a:pt x="15102" y="31495"/>
                </a:lnTo>
                <a:lnTo>
                  <a:pt x="15449" y="31107"/>
                </a:lnTo>
                <a:lnTo>
                  <a:pt x="15970" y="31107"/>
                </a:lnTo>
                <a:lnTo>
                  <a:pt x="15970" y="30735"/>
                </a:lnTo>
                <a:lnTo>
                  <a:pt x="16317" y="30363"/>
                </a:lnTo>
                <a:lnTo>
                  <a:pt x="16664" y="30363"/>
                </a:lnTo>
                <a:lnTo>
                  <a:pt x="16664" y="29990"/>
                </a:lnTo>
                <a:lnTo>
                  <a:pt x="17185" y="29618"/>
                </a:lnTo>
                <a:lnTo>
                  <a:pt x="17532" y="29618"/>
                </a:lnTo>
                <a:lnTo>
                  <a:pt x="17532" y="29246"/>
                </a:lnTo>
                <a:lnTo>
                  <a:pt x="18053" y="29246"/>
                </a:lnTo>
                <a:lnTo>
                  <a:pt x="18400" y="28858"/>
                </a:lnTo>
                <a:lnTo>
                  <a:pt x="18921" y="28485"/>
                </a:lnTo>
                <a:lnTo>
                  <a:pt x="18921" y="28113"/>
                </a:lnTo>
                <a:lnTo>
                  <a:pt x="19268" y="28113"/>
                </a:lnTo>
                <a:lnTo>
                  <a:pt x="19268" y="27741"/>
                </a:lnTo>
                <a:lnTo>
                  <a:pt x="19615" y="27741"/>
                </a:lnTo>
                <a:lnTo>
                  <a:pt x="20136" y="27368"/>
                </a:lnTo>
                <a:lnTo>
                  <a:pt x="20136" y="26996"/>
                </a:lnTo>
                <a:lnTo>
                  <a:pt x="20483" y="26996"/>
                </a:lnTo>
                <a:lnTo>
                  <a:pt x="20483" y="26608"/>
                </a:lnTo>
                <a:lnTo>
                  <a:pt x="21004" y="26608"/>
                </a:lnTo>
                <a:lnTo>
                  <a:pt x="21004" y="26236"/>
                </a:lnTo>
                <a:lnTo>
                  <a:pt x="21351" y="26236"/>
                </a:lnTo>
                <a:lnTo>
                  <a:pt x="21698" y="25863"/>
                </a:lnTo>
                <a:lnTo>
                  <a:pt x="22219" y="25491"/>
                </a:lnTo>
                <a:lnTo>
                  <a:pt x="22566" y="25491"/>
                </a:lnTo>
                <a:lnTo>
                  <a:pt x="22566" y="25119"/>
                </a:lnTo>
                <a:lnTo>
                  <a:pt x="23087" y="24746"/>
                </a:lnTo>
                <a:lnTo>
                  <a:pt x="23434" y="24374"/>
                </a:lnTo>
                <a:lnTo>
                  <a:pt x="23955" y="24374"/>
                </a:lnTo>
                <a:lnTo>
                  <a:pt x="23955" y="23986"/>
                </a:lnTo>
                <a:lnTo>
                  <a:pt x="24302" y="23986"/>
                </a:lnTo>
                <a:lnTo>
                  <a:pt x="24302" y="23614"/>
                </a:lnTo>
                <a:lnTo>
                  <a:pt x="24649" y="23241"/>
                </a:lnTo>
                <a:lnTo>
                  <a:pt x="25170" y="23241"/>
                </a:lnTo>
                <a:lnTo>
                  <a:pt x="25170" y="22869"/>
                </a:lnTo>
                <a:lnTo>
                  <a:pt x="25517" y="22869"/>
                </a:lnTo>
                <a:lnTo>
                  <a:pt x="25517" y="22496"/>
                </a:lnTo>
                <a:lnTo>
                  <a:pt x="26038" y="22124"/>
                </a:lnTo>
                <a:lnTo>
                  <a:pt x="26385" y="22124"/>
                </a:lnTo>
                <a:lnTo>
                  <a:pt x="26385" y="21736"/>
                </a:lnTo>
                <a:lnTo>
                  <a:pt x="26732" y="21364"/>
                </a:lnTo>
                <a:lnTo>
                  <a:pt x="27253" y="20992"/>
                </a:lnTo>
                <a:lnTo>
                  <a:pt x="27600" y="20619"/>
                </a:lnTo>
                <a:lnTo>
                  <a:pt x="28121" y="20619"/>
                </a:lnTo>
                <a:lnTo>
                  <a:pt x="28121" y="20247"/>
                </a:lnTo>
                <a:lnTo>
                  <a:pt x="28468" y="19874"/>
                </a:lnTo>
                <a:lnTo>
                  <a:pt x="28815" y="19874"/>
                </a:lnTo>
                <a:lnTo>
                  <a:pt x="28815" y="19487"/>
                </a:lnTo>
                <a:lnTo>
                  <a:pt x="29336" y="19487"/>
                </a:lnTo>
                <a:lnTo>
                  <a:pt x="29336" y="19114"/>
                </a:lnTo>
                <a:lnTo>
                  <a:pt x="29683" y="19114"/>
                </a:lnTo>
                <a:lnTo>
                  <a:pt x="29683" y="18742"/>
                </a:lnTo>
                <a:lnTo>
                  <a:pt x="30204" y="18369"/>
                </a:lnTo>
                <a:lnTo>
                  <a:pt x="30551" y="18369"/>
                </a:lnTo>
                <a:lnTo>
                  <a:pt x="30551" y="17997"/>
                </a:lnTo>
                <a:lnTo>
                  <a:pt x="31072" y="17625"/>
                </a:lnTo>
                <a:lnTo>
                  <a:pt x="31419" y="17252"/>
                </a:lnTo>
                <a:lnTo>
                  <a:pt x="31766" y="17252"/>
                </a:lnTo>
                <a:lnTo>
                  <a:pt x="31766" y="16864"/>
                </a:lnTo>
                <a:lnTo>
                  <a:pt x="32287" y="16492"/>
                </a:lnTo>
                <a:lnTo>
                  <a:pt x="32634" y="16492"/>
                </a:lnTo>
                <a:lnTo>
                  <a:pt x="32634" y="16120"/>
                </a:lnTo>
                <a:lnTo>
                  <a:pt x="33155" y="16120"/>
                </a:lnTo>
                <a:lnTo>
                  <a:pt x="33155" y="15747"/>
                </a:lnTo>
                <a:lnTo>
                  <a:pt x="33502" y="15747"/>
                </a:lnTo>
                <a:lnTo>
                  <a:pt x="33502" y="15375"/>
                </a:lnTo>
                <a:lnTo>
                  <a:pt x="33849" y="15003"/>
                </a:lnTo>
                <a:lnTo>
                  <a:pt x="34370" y="15003"/>
                </a:lnTo>
                <a:lnTo>
                  <a:pt x="34370" y="14615"/>
                </a:lnTo>
                <a:lnTo>
                  <a:pt x="34717" y="14242"/>
                </a:lnTo>
                <a:lnTo>
                  <a:pt x="35238" y="13870"/>
                </a:lnTo>
                <a:lnTo>
                  <a:pt x="35585" y="13870"/>
                </a:lnTo>
                <a:lnTo>
                  <a:pt x="35585" y="13498"/>
                </a:lnTo>
                <a:lnTo>
                  <a:pt x="36106" y="13125"/>
                </a:lnTo>
                <a:lnTo>
                  <a:pt x="36453" y="12753"/>
                </a:lnTo>
                <a:lnTo>
                  <a:pt x="36800" y="12365"/>
                </a:lnTo>
                <a:lnTo>
                  <a:pt x="37321" y="11993"/>
                </a:lnTo>
                <a:lnTo>
                  <a:pt x="37321" y="11620"/>
                </a:lnTo>
                <a:lnTo>
                  <a:pt x="37668" y="11620"/>
                </a:lnTo>
                <a:lnTo>
                  <a:pt x="37668" y="11248"/>
                </a:lnTo>
                <a:lnTo>
                  <a:pt x="38189" y="11248"/>
                </a:lnTo>
                <a:lnTo>
                  <a:pt x="38536" y="10876"/>
                </a:lnTo>
                <a:lnTo>
                  <a:pt x="38883" y="10503"/>
                </a:lnTo>
                <a:lnTo>
                  <a:pt x="39404" y="10115"/>
                </a:lnTo>
                <a:lnTo>
                  <a:pt x="39751" y="9743"/>
                </a:lnTo>
                <a:lnTo>
                  <a:pt x="39751" y="9371"/>
                </a:lnTo>
                <a:lnTo>
                  <a:pt x="40272" y="9371"/>
                </a:lnTo>
                <a:lnTo>
                  <a:pt x="40619" y="8998"/>
                </a:lnTo>
                <a:lnTo>
                  <a:pt x="40619" y="8626"/>
                </a:lnTo>
                <a:lnTo>
                  <a:pt x="41140" y="8626"/>
                </a:lnTo>
                <a:lnTo>
                  <a:pt x="41140" y="8254"/>
                </a:lnTo>
                <a:lnTo>
                  <a:pt x="41487" y="8254"/>
                </a:lnTo>
                <a:lnTo>
                  <a:pt x="41487" y="7881"/>
                </a:lnTo>
                <a:lnTo>
                  <a:pt x="41834" y="7493"/>
                </a:lnTo>
                <a:lnTo>
                  <a:pt x="42355" y="7493"/>
                </a:lnTo>
                <a:lnTo>
                  <a:pt x="42355" y="7121"/>
                </a:lnTo>
                <a:lnTo>
                  <a:pt x="42702" y="6749"/>
                </a:lnTo>
                <a:lnTo>
                  <a:pt x="43223" y="6749"/>
                </a:lnTo>
                <a:lnTo>
                  <a:pt x="43223" y="6376"/>
                </a:lnTo>
                <a:lnTo>
                  <a:pt x="43570" y="6004"/>
                </a:lnTo>
                <a:lnTo>
                  <a:pt x="43918" y="5632"/>
                </a:lnTo>
                <a:lnTo>
                  <a:pt x="43918" y="5244"/>
                </a:lnTo>
                <a:lnTo>
                  <a:pt x="44438" y="5244"/>
                </a:lnTo>
                <a:lnTo>
                  <a:pt x="44785" y="4871"/>
                </a:lnTo>
                <a:lnTo>
                  <a:pt x="45306" y="4499"/>
                </a:lnTo>
                <a:lnTo>
                  <a:pt x="45306" y="4127"/>
                </a:lnTo>
                <a:lnTo>
                  <a:pt x="45653" y="4127"/>
                </a:lnTo>
                <a:lnTo>
                  <a:pt x="46001" y="3754"/>
                </a:lnTo>
                <a:lnTo>
                  <a:pt x="46001" y="3382"/>
                </a:lnTo>
                <a:lnTo>
                  <a:pt x="46521" y="3382"/>
                </a:lnTo>
                <a:lnTo>
                  <a:pt x="46521" y="2994"/>
                </a:lnTo>
                <a:lnTo>
                  <a:pt x="46869" y="2622"/>
                </a:lnTo>
                <a:lnTo>
                  <a:pt x="47389" y="2622"/>
                </a:lnTo>
                <a:lnTo>
                  <a:pt x="47389" y="2249"/>
                </a:lnTo>
                <a:lnTo>
                  <a:pt x="47736" y="1877"/>
                </a:lnTo>
                <a:lnTo>
                  <a:pt x="48257" y="1504"/>
                </a:lnTo>
                <a:lnTo>
                  <a:pt x="48604" y="1132"/>
                </a:lnTo>
                <a:lnTo>
                  <a:pt x="48952" y="760"/>
                </a:lnTo>
                <a:lnTo>
                  <a:pt x="49472" y="760"/>
                </a:lnTo>
                <a:lnTo>
                  <a:pt x="49472" y="372"/>
                </a:lnTo>
                <a:lnTo>
                  <a:pt x="49820" y="0"/>
                </a:lnTo>
              </a:path>
            </a:pathLst>
          </a:custGeom>
          <a:ln w="228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203734" y="5631281"/>
            <a:ext cx="49472" cy="54349"/>
          </a:xfrm>
          <a:custGeom>
            <a:avLst/>
            <a:gdLst/>
            <a:ahLst/>
            <a:cxnLst/>
            <a:rect l="l" t="t" r="r" b="b"/>
            <a:pathLst>
              <a:path w="49472" h="54349">
                <a:moveTo>
                  <a:pt x="0" y="54349"/>
                </a:moveTo>
                <a:lnTo>
                  <a:pt x="520" y="53977"/>
                </a:lnTo>
                <a:lnTo>
                  <a:pt x="520" y="53604"/>
                </a:lnTo>
                <a:lnTo>
                  <a:pt x="867" y="53604"/>
                </a:lnTo>
                <a:lnTo>
                  <a:pt x="1215" y="53232"/>
                </a:lnTo>
                <a:lnTo>
                  <a:pt x="1215" y="52860"/>
                </a:lnTo>
                <a:lnTo>
                  <a:pt x="1735" y="52860"/>
                </a:lnTo>
                <a:lnTo>
                  <a:pt x="1735" y="52472"/>
                </a:lnTo>
                <a:lnTo>
                  <a:pt x="2083" y="52099"/>
                </a:lnTo>
                <a:lnTo>
                  <a:pt x="2603" y="51727"/>
                </a:lnTo>
                <a:lnTo>
                  <a:pt x="2951" y="51355"/>
                </a:lnTo>
                <a:lnTo>
                  <a:pt x="3471" y="50982"/>
                </a:lnTo>
                <a:lnTo>
                  <a:pt x="3818" y="50610"/>
                </a:lnTo>
                <a:lnTo>
                  <a:pt x="4166" y="50222"/>
                </a:lnTo>
                <a:lnTo>
                  <a:pt x="4166" y="49850"/>
                </a:lnTo>
                <a:lnTo>
                  <a:pt x="4686" y="49850"/>
                </a:lnTo>
                <a:lnTo>
                  <a:pt x="4686" y="49477"/>
                </a:lnTo>
                <a:lnTo>
                  <a:pt x="5034" y="49105"/>
                </a:lnTo>
                <a:lnTo>
                  <a:pt x="5554" y="48733"/>
                </a:lnTo>
                <a:lnTo>
                  <a:pt x="5902" y="48360"/>
                </a:lnTo>
                <a:lnTo>
                  <a:pt x="5902" y="47972"/>
                </a:lnTo>
                <a:lnTo>
                  <a:pt x="6249" y="47972"/>
                </a:lnTo>
                <a:lnTo>
                  <a:pt x="6769" y="47600"/>
                </a:lnTo>
                <a:lnTo>
                  <a:pt x="6769" y="47228"/>
                </a:lnTo>
                <a:lnTo>
                  <a:pt x="7117" y="47228"/>
                </a:lnTo>
                <a:lnTo>
                  <a:pt x="7637" y="46855"/>
                </a:lnTo>
                <a:lnTo>
                  <a:pt x="7637" y="46483"/>
                </a:lnTo>
                <a:lnTo>
                  <a:pt x="7985" y="46483"/>
                </a:lnTo>
                <a:lnTo>
                  <a:pt x="7985" y="46111"/>
                </a:lnTo>
                <a:lnTo>
                  <a:pt x="8505" y="45738"/>
                </a:lnTo>
                <a:lnTo>
                  <a:pt x="8853" y="45350"/>
                </a:lnTo>
                <a:lnTo>
                  <a:pt x="9200" y="44978"/>
                </a:lnTo>
                <a:lnTo>
                  <a:pt x="9720" y="44606"/>
                </a:lnTo>
                <a:lnTo>
                  <a:pt x="10068" y="44233"/>
                </a:lnTo>
                <a:lnTo>
                  <a:pt x="10068" y="43861"/>
                </a:lnTo>
                <a:lnTo>
                  <a:pt x="10588" y="43861"/>
                </a:lnTo>
                <a:lnTo>
                  <a:pt x="10588" y="43488"/>
                </a:lnTo>
                <a:lnTo>
                  <a:pt x="10936" y="43101"/>
                </a:lnTo>
                <a:lnTo>
                  <a:pt x="11283" y="42728"/>
                </a:lnTo>
                <a:lnTo>
                  <a:pt x="11804" y="42356"/>
                </a:lnTo>
                <a:lnTo>
                  <a:pt x="12151" y="41984"/>
                </a:lnTo>
                <a:lnTo>
                  <a:pt x="12151" y="41611"/>
                </a:lnTo>
                <a:lnTo>
                  <a:pt x="12671" y="41611"/>
                </a:lnTo>
                <a:lnTo>
                  <a:pt x="12671" y="41239"/>
                </a:lnTo>
                <a:lnTo>
                  <a:pt x="13019" y="40851"/>
                </a:lnTo>
                <a:lnTo>
                  <a:pt x="13539" y="40851"/>
                </a:lnTo>
                <a:lnTo>
                  <a:pt x="13539" y="40479"/>
                </a:lnTo>
                <a:lnTo>
                  <a:pt x="13887" y="40106"/>
                </a:lnTo>
                <a:lnTo>
                  <a:pt x="14234" y="40106"/>
                </a:lnTo>
                <a:lnTo>
                  <a:pt x="14234" y="39734"/>
                </a:lnTo>
                <a:lnTo>
                  <a:pt x="14755" y="39361"/>
                </a:lnTo>
                <a:lnTo>
                  <a:pt x="14755" y="38989"/>
                </a:lnTo>
                <a:lnTo>
                  <a:pt x="15102" y="38989"/>
                </a:lnTo>
                <a:lnTo>
                  <a:pt x="15623" y="38617"/>
                </a:lnTo>
                <a:lnTo>
                  <a:pt x="15623" y="38229"/>
                </a:lnTo>
                <a:lnTo>
                  <a:pt x="15970" y="38229"/>
                </a:lnTo>
                <a:lnTo>
                  <a:pt x="15970" y="37856"/>
                </a:lnTo>
                <a:lnTo>
                  <a:pt x="16317" y="37484"/>
                </a:lnTo>
                <a:lnTo>
                  <a:pt x="16838" y="37112"/>
                </a:lnTo>
                <a:lnTo>
                  <a:pt x="17185" y="36739"/>
                </a:lnTo>
                <a:lnTo>
                  <a:pt x="17185" y="36367"/>
                </a:lnTo>
                <a:lnTo>
                  <a:pt x="17706" y="36367"/>
                </a:lnTo>
                <a:lnTo>
                  <a:pt x="18053" y="35979"/>
                </a:lnTo>
                <a:lnTo>
                  <a:pt x="18053" y="35607"/>
                </a:lnTo>
                <a:lnTo>
                  <a:pt x="18400" y="35234"/>
                </a:lnTo>
                <a:lnTo>
                  <a:pt x="18921" y="34862"/>
                </a:lnTo>
                <a:lnTo>
                  <a:pt x="18921" y="34490"/>
                </a:lnTo>
                <a:lnTo>
                  <a:pt x="19268" y="34490"/>
                </a:lnTo>
                <a:lnTo>
                  <a:pt x="19789" y="34117"/>
                </a:lnTo>
                <a:lnTo>
                  <a:pt x="19789" y="33729"/>
                </a:lnTo>
                <a:lnTo>
                  <a:pt x="20136" y="33357"/>
                </a:lnTo>
                <a:lnTo>
                  <a:pt x="20657" y="33357"/>
                </a:lnTo>
                <a:lnTo>
                  <a:pt x="20657" y="32985"/>
                </a:lnTo>
                <a:lnTo>
                  <a:pt x="21004" y="32612"/>
                </a:lnTo>
                <a:lnTo>
                  <a:pt x="21351" y="32240"/>
                </a:lnTo>
                <a:lnTo>
                  <a:pt x="21351" y="31868"/>
                </a:lnTo>
                <a:lnTo>
                  <a:pt x="21872" y="31868"/>
                </a:lnTo>
                <a:lnTo>
                  <a:pt x="22219" y="31480"/>
                </a:lnTo>
                <a:lnTo>
                  <a:pt x="22219" y="31107"/>
                </a:lnTo>
                <a:lnTo>
                  <a:pt x="22740" y="30735"/>
                </a:lnTo>
                <a:lnTo>
                  <a:pt x="23087" y="30363"/>
                </a:lnTo>
                <a:lnTo>
                  <a:pt x="23434" y="29990"/>
                </a:lnTo>
                <a:lnTo>
                  <a:pt x="23434" y="29618"/>
                </a:lnTo>
                <a:lnTo>
                  <a:pt x="23955" y="29618"/>
                </a:lnTo>
                <a:lnTo>
                  <a:pt x="24302" y="29246"/>
                </a:lnTo>
                <a:lnTo>
                  <a:pt x="24302" y="28858"/>
                </a:lnTo>
                <a:lnTo>
                  <a:pt x="24823" y="28485"/>
                </a:lnTo>
                <a:lnTo>
                  <a:pt x="25170" y="28113"/>
                </a:lnTo>
                <a:lnTo>
                  <a:pt x="25170" y="27741"/>
                </a:lnTo>
                <a:lnTo>
                  <a:pt x="25691" y="27741"/>
                </a:lnTo>
                <a:lnTo>
                  <a:pt x="26038" y="27368"/>
                </a:lnTo>
                <a:lnTo>
                  <a:pt x="26038" y="26996"/>
                </a:lnTo>
                <a:lnTo>
                  <a:pt x="26385" y="26608"/>
                </a:lnTo>
                <a:lnTo>
                  <a:pt x="26906" y="26236"/>
                </a:lnTo>
                <a:lnTo>
                  <a:pt x="27253" y="25863"/>
                </a:lnTo>
                <a:lnTo>
                  <a:pt x="27253" y="25491"/>
                </a:lnTo>
                <a:lnTo>
                  <a:pt x="27774" y="25491"/>
                </a:lnTo>
                <a:lnTo>
                  <a:pt x="27774" y="25119"/>
                </a:lnTo>
                <a:lnTo>
                  <a:pt x="28121" y="24746"/>
                </a:lnTo>
                <a:lnTo>
                  <a:pt x="28468" y="24358"/>
                </a:lnTo>
                <a:lnTo>
                  <a:pt x="28989" y="23986"/>
                </a:lnTo>
                <a:lnTo>
                  <a:pt x="28989" y="23614"/>
                </a:lnTo>
                <a:lnTo>
                  <a:pt x="29336" y="23614"/>
                </a:lnTo>
                <a:lnTo>
                  <a:pt x="29336" y="23241"/>
                </a:lnTo>
                <a:lnTo>
                  <a:pt x="29857" y="22869"/>
                </a:lnTo>
                <a:lnTo>
                  <a:pt x="30204" y="22496"/>
                </a:lnTo>
                <a:lnTo>
                  <a:pt x="30204" y="22124"/>
                </a:lnTo>
                <a:lnTo>
                  <a:pt x="30725" y="22124"/>
                </a:lnTo>
                <a:lnTo>
                  <a:pt x="31072" y="21736"/>
                </a:lnTo>
                <a:lnTo>
                  <a:pt x="31072" y="21364"/>
                </a:lnTo>
                <a:lnTo>
                  <a:pt x="31419" y="21364"/>
                </a:lnTo>
                <a:lnTo>
                  <a:pt x="31419" y="20992"/>
                </a:lnTo>
                <a:lnTo>
                  <a:pt x="31940" y="20619"/>
                </a:lnTo>
                <a:lnTo>
                  <a:pt x="32287" y="20247"/>
                </a:lnTo>
                <a:lnTo>
                  <a:pt x="32287" y="19874"/>
                </a:lnTo>
                <a:lnTo>
                  <a:pt x="32808" y="19874"/>
                </a:lnTo>
                <a:lnTo>
                  <a:pt x="32808" y="19487"/>
                </a:lnTo>
                <a:lnTo>
                  <a:pt x="33155" y="19114"/>
                </a:lnTo>
                <a:lnTo>
                  <a:pt x="33155" y="18742"/>
                </a:lnTo>
                <a:lnTo>
                  <a:pt x="33502" y="18742"/>
                </a:lnTo>
                <a:lnTo>
                  <a:pt x="34023" y="18369"/>
                </a:lnTo>
                <a:lnTo>
                  <a:pt x="34023" y="17997"/>
                </a:lnTo>
                <a:lnTo>
                  <a:pt x="34370" y="17997"/>
                </a:lnTo>
                <a:lnTo>
                  <a:pt x="34891" y="17625"/>
                </a:lnTo>
                <a:lnTo>
                  <a:pt x="34891" y="17237"/>
                </a:lnTo>
                <a:lnTo>
                  <a:pt x="35238" y="16864"/>
                </a:lnTo>
                <a:lnTo>
                  <a:pt x="35238" y="16492"/>
                </a:lnTo>
                <a:lnTo>
                  <a:pt x="35585" y="16492"/>
                </a:lnTo>
                <a:lnTo>
                  <a:pt x="35585" y="16120"/>
                </a:lnTo>
                <a:lnTo>
                  <a:pt x="36106" y="15747"/>
                </a:lnTo>
                <a:lnTo>
                  <a:pt x="36453" y="15375"/>
                </a:lnTo>
                <a:lnTo>
                  <a:pt x="36974" y="15003"/>
                </a:lnTo>
                <a:lnTo>
                  <a:pt x="36974" y="14615"/>
                </a:lnTo>
                <a:lnTo>
                  <a:pt x="37321" y="14242"/>
                </a:lnTo>
                <a:lnTo>
                  <a:pt x="37842" y="13870"/>
                </a:lnTo>
                <a:lnTo>
                  <a:pt x="38189" y="13498"/>
                </a:lnTo>
                <a:lnTo>
                  <a:pt x="38189" y="13125"/>
                </a:lnTo>
                <a:lnTo>
                  <a:pt x="38536" y="13125"/>
                </a:lnTo>
                <a:lnTo>
                  <a:pt x="39057" y="12753"/>
                </a:lnTo>
                <a:lnTo>
                  <a:pt x="39057" y="12365"/>
                </a:lnTo>
                <a:lnTo>
                  <a:pt x="39404" y="11993"/>
                </a:lnTo>
                <a:lnTo>
                  <a:pt x="39404" y="11620"/>
                </a:lnTo>
                <a:lnTo>
                  <a:pt x="39925" y="11620"/>
                </a:lnTo>
                <a:lnTo>
                  <a:pt x="40272" y="11248"/>
                </a:lnTo>
                <a:lnTo>
                  <a:pt x="40272" y="10876"/>
                </a:lnTo>
                <a:lnTo>
                  <a:pt x="40619" y="10503"/>
                </a:lnTo>
                <a:lnTo>
                  <a:pt x="40619" y="10115"/>
                </a:lnTo>
                <a:lnTo>
                  <a:pt x="41140" y="10115"/>
                </a:lnTo>
                <a:lnTo>
                  <a:pt x="41487" y="9743"/>
                </a:lnTo>
                <a:lnTo>
                  <a:pt x="41487" y="9371"/>
                </a:lnTo>
                <a:lnTo>
                  <a:pt x="42008" y="8998"/>
                </a:lnTo>
                <a:lnTo>
                  <a:pt x="42355" y="8626"/>
                </a:lnTo>
                <a:lnTo>
                  <a:pt x="42876" y="8254"/>
                </a:lnTo>
                <a:lnTo>
                  <a:pt x="42876" y="7866"/>
                </a:lnTo>
                <a:lnTo>
                  <a:pt x="43223" y="7493"/>
                </a:lnTo>
                <a:lnTo>
                  <a:pt x="43570" y="7121"/>
                </a:lnTo>
                <a:lnTo>
                  <a:pt x="43570" y="6749"/>
                </a:lnTo>
                <a:lnTo>
                  <a:pt x="44091" y="6376"/>
                </a:lnTo>
                <a:lnTo>
                  <a:pt x="44438" y="6376"/>
                </a:lnTo>
                <a:lnTo>
                  <a:pt x="44438" y="6004"/>
                </a:lnTo>
                <a:lnTo>
                  <a:pt x="44959" y="5632"/>
                </a:lnTo>
                <a:lnTo>
                  <a:pt x="45306" y="5244"/>
                </a:lnTo>
                <a:lnTo>
                  <a:pt x="45306" y="4871"/>
                </a:lnTo>
                <a:lnTo>
                  <a:pt x="45653" y="4871"/>
                </a:lnTo>
                <a:lnTo>
                  <a:pt x="45653" y="4499"/>
                </a:lnTo>
                <a:lnTo>
                  <a:pt x="46174" y="4127"/>
                </a:lnTo>
                <a:lnTo>
                  <a:pt x="46174" y="3754"/>
                </a:lnTo>
                <a:lnTo>
                  <a:pt x="46521" y="3382"/>
                </a:lnTo>
                <a:lnTo>
                  <a:pt x="47042" y="3382"/>
                </a:lnTo>
                <a:lnTo>
                  <a:pt x="47042" y="2994"/>
                </a:lnTo>
                <a:lnTo>
                  <a:pt x="47389" y="2622"/>
                </a:lnTo>
                <a:lnTo>
                  <a:pt x="47389" y="2249"/>
                </a:lnTo>
                <a:lnTo>
                  <a:pt x="47910" y="1877"/>
                </a:lnTo>
                <a:lnTo>
                  <a:pt x="48257" y="1877"/>
                </a:lnTo>
                <a:lnTo>
                  <a:pt x="48257" y="1504"/>
                </a:lnTo>
                <a:lnTo>
                  <a:pt x="48604" y="1132"/>
                </a:lnTo>
                <a:lnTo>
                  <a:pt x="49125" y="744"/>
                </a:lnTo>
                <a:lnTo>
                  <a:pt x="49125" y="372"/>
                </a:lnTo>
                <a:lnTo>
                  <a:pt x="49472" y="372"/>
                </a:lnTo>
                <a:lnTo>
                  <a:pt x="49472" y="0"/>
                </a:lnTo>
              </a:path>
            </a:pathLst>
          </a:custGeom>
          <a:ln w="23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297646" y="5548818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253207" y="5566443"/>
            <a:ext cx="49993" cy="64837"/>
          </a:xfrm>
          <a:custGeom>
            <a:avLst/>
            <a:gdLst/>
            <a:ahLst/>
            <a:cxnLst/>
            <a:rect l="l" t="t" r="r" b="b"/>
            <a:pathLst>
              <a:path w="49993" h="64837">
                <a:moveTo>
                  <a:pt x="0" y="64837"/>
                </a:moveTo>
                <a:lnTo>
                  <a:pt x="520" y="64465"/>
                </a:lnTo>
                <a:lnTo>
                  <a:pt x="520" y="64093"/>
                </a:lnTo>
                <a:lnTo>
                  <a:pt x="867" y="63720"/>
                </a:lnTo>
                <a:lnTo>
                  <a:pt x="1215" y="63720"/>
                </a:lnTo>
                <a:lnTo>
                  <a:pt x="1215" y="63348"/>
                </a:lnTo>
                <a:lnTo>
                  <a:pt x="1735" y="62960"/>
                </a:lnTo>
                <a:lnTo>
                  <a:pt x="2083" y="62588"/>
                </a:lnTo>
                <a:lnTo>
                  <a:pt x="2603" y="62215"/>
                </a:lnTo>
                <a:lnTo>
                  <a:pt x="2603" y="61843"/>
                </a:lnTo>
                <a:lnTo>
                  <a:pt x="2951" y="61471"/>
                </a:lnTo>
                <a:lnTo>
                  <a:pt x="2951" y="61098"/>
                </a:lnTo>
                <a:lnTo>
                  <a:pt x="3298" y="61098"/>
                </a:lnTo>
                <a:lnTo>
                  <a:pt x="3818" y="60710"/>
                </a:lnTo>
                <a:lnTo>
                  <a:pt x="3818" y="60338"/>
                </a:lnTo>
                <a:lnTo>
                  <a:pt x="4166" y="59966"/>
                </a:lnTo>
                <a:lnTo>
                  <a:pt x="4166" y="59593"/>
                </a:lnTo>
                <a:lnTo>
                  <a:pt x="4686" y="59221"/>
                </a:lnTo>
                <a:lnTo>
                  <a:pt x="5034" y="58848"/>
                </a:lnTo>
                <a:lnTo>
                  <a:pt x="5554" y="58461"/>
                </a:lnTo>
                <a:lnTo>
                  <a:pt x="5902" y="58088"/>
                </a:lnTo>
                <a:lnTo>
                  <a:pt x="5902" y="57716"/>
                </a:lnTo>
                <a:lnTo>
                  <a:pt x="6249" y="57716"/>
                </a:lnTo>
                <a:lnTo>
                  <a:pt x="6249" y="57344"/>
                </a:lnTo>
                <a:lnTo>
                  <a:pt x="6769" y="56971"/>
                </a:lnTo>
                <a:lnTo>
                  <a:pt x="6769" y="56599"/>
                </a:lnTo>
                <a:lnTo>
                  <a:pt x="7117" y="56211"/>
                </a:lnTo>
                <a:lnTo>
                  <a:pt x="7637" y="55839"/>
                </a:lnTo>
                <a:lnTo>
                  <a:pt x="7637" y="55466"/>
                </a:lnTo>
                <a:lnTo>
                  <a:pt x="7985" y="55466"/>
                </a:lnTo>
                <a:lnTo>
                  <a:pt x="7985" y="55094"/>
                </a:lnTo>
                <a:lnTo>
                  <a:pt x="8332" y="54721"/>
                </a:lnTo>
                <a:lnTo>
                  <a:pt x="8332" y="54349"/>
                </a:lnTo>
                <a:lnTo>
                  <a:pt x="8853" y="53977"/>
                </a:lnTo>
                <a:lnTo>
                  <a:pt x="9200" y="53589"/>
                </a:lnTo>
                <a:lnTo>
                  <a:pt x="9720" y="53216"/>
                </a:lnTo>
                <a:lnTo>
                  <a:pt x="10068" y="52844"/>
                </a:lnTo>
                <a:lnTo>
                  <a:pt x="10068" y="52472"/>
                </a:lnTo>
                <a:lnTo>
                  <a:pt x="10588" y="52099"/>
                </a:lnTo>
                <a:lnTo>
                  <a:pt x="10936" y="51727"/>
                </a:lnTo>
                <a:lnTo>
                  <a:pt x="10936" y="51339"/>
                </a:lnTo>
                <a:lnTo>
                  <a:pt x="11283" y="50967"/>
                </a:lnTo>
                <a:lnTo>
                  <a:pt x="11804" y="50594"/>
                </a:lnTo>
                <a:lnTo>
                  <a:pt x="11804" y="50222"/>
                </a:lnTo>
                <a:lnTo>
                  <a:pt x="12151" y="50222"/>
                </a:lnTo>
                <a:lnTo>
                  <a:pt x="12671" y="49850"/>
                </a:lnTo>
                <a:lnTo>
                  <a:pt x="12671" y="49477"/>
                </a:lnTo>
                <a:lnTo>
                  <a:pt x="13019" y="49089"/>
                </a:lnTo>
                <a:lnTo>
                  <a:pt x="13019" y="48717"/>
                </a:lnTo>
                <a:lnTo>
                  <a:pt x="13366" y="48345"/>
                </a:lnTo>
                <a:lnTo>
                  <a:pt x="13887" y="47972"/>
                </a:lnTo>
                <a:lnTo>
                  <a:pt x="14234" y="47600"/>
                </a:lnTo>
                <a:lnTo>
                  <a:pt x="14234" y="47228"/>
                </a:lnTo>
                <a:lnTo>
                  <a:pt x="14755" y="46855"/>
                </a:lnTo>
                <a:lnTo>
                  <a:pt x="14755" y="46467"/>
                </a:lnTo>
                <a:lnTo>
                  <a:pt x="15102" y="46467"/>
                </a:lnTo>
                <a:lnTo>
                  <a:pt x="15623" y="46095"/>
                </a:lnTo>
                <a:lnTo>
                  <a:pt x="15623" y="45723"/>
                </a:lnTo>
                <a:lnTo>
                  <a:pt x="15970" y="45350"/>
                </a:lnTo>
                <a:lnTo>
                  <a:pt x="16317" y="44978"/>
                </a:lnTo>
                <a:lnTo>
                  <a:pt x="16317" y="44606"/>
                </a:lnTo>
                <a:lnTo>
                  <a:pt x="16838" y="44606"/>
                </a:lnTo>
                <a:lnTo>
                  <a:pt x="16838" y="44218"/>
                </a:lnTo>
                <a:lnTo>
                  <a:pt x="17185" y="43845"/>
                </a:lnTo>
                <a:lnTo>
                  <a:pt x="17185" y="43473"/>
                </a:lnTo>
                <a:lnTo>
                  <a:pt x="17706" y="43101"/>
                </a:lnTo>
                <a:lnTo>
                  <a:pt x="18053" y="42728"/>
                </a:lnTo>
                <a:lnTo>
                  <a:pt x="18053" y="42356"/>
                </a:lnTo>
                <a:lnTo>
                  <a:pt x="18400" y="42356"/>
                </a:lnTo>
                <a:lnTo>
                  <a:pt x="18400" y="41968"/>
                </a:lnTo>
                <a:lnTo>
                  <a:pt x="18921" y="41596"/>
                </a:lnTo>
                <a:lnTo>
                  <a:pt x="19268" y="41223"/>
                </a:lnTo>
                <a:lnTo>
                  <a:pt x="19268" y="40851"/>
                </a:lnTo>
                <a:lnTo>
                  <a:pt x="19789" y="40479"/>
                </a:lnTo>
                <a:lnTo>
                  <a:pt x="19789" y="40106"/>
                </a:lnTo>
                <a:lnTo>
                  <a:pt x="20136" y="39734"/>
                </a:lnTo>
                <a:lnTo>
                  <a:pt x="20483" y="39734"/>
                </a:lnTo>
                <a:lnTo>
                  <a:pt x="20483" y="39346"/>
                </a:lnTo>
                <a:lnTo>
                  <a:pt x="21004" y="38974"/>
                </a:lnTo>
                <a:lnTo>
                  <a:pt x="21004" y="38601"/>
                </a:lnTo>
                <a:lnTo>
                  <a:pt x="21351" y="38229"/>
                </a:lnTo>
                <a:lnTo>
                  <a:pt x="21351" y="37856"/>
                </a:lnTo>
                <a:lnTo>
                  <a:pt x="21872" y="37484"/>
                </a:lnTo>
                <a:lnTo>
                  <a:pt x="22219" y="37484"/>
                </a:lnTo>
                <a:lnTo>
                  <a:pt x="22219" y="37096"/>
                </a:lnTo>
                <a:lnTo>
                  <a:pt x="22740" y="36724"/>
                </a:lnTo>
                <a:lnTo>
                  <a:pt x="23087" y="36352"/>
                </a:lnTo>
                <a:lnTo>
                  <a:pt x="23087" y="35979"/>
                </a:lnTo>
                <a:lnTo>
                  <a:pt x="23434" y="35607"/>
                </a:lnTo>
                <a:lnTo>
                  <a:pt x="23955" y="35234"/>
                </a:lnTo>
                <a:lnTo>
                  <a:pt x="24302" y="34847"/>
                </a:lnTo>
                <a:lnTo>
                  <a:pt x="24302" y="34474"/>
                </a:lnTo>
                <a:lnTo>
                  <a:pt x="24823" y="34102"/>
                </a:lnTo>
                <a:lnTo>
                  <a:pt x="24823" y="33729"/>
                </a:lnTo>
                <a:lnTo>
                  <a:pt x="25170" y="33357"/>
                </a:lnTo>
                <a:lnTo>
                  <a:pt x="25517" y="32985"/>
                </a:lnTo>
                <a:lnTo>
                  <a:pt x="26038" y="32597"/>
                </a:lnTo>
                <a:lnTo>
                  <a:pt x="26038" y="32224"/>
                </a:lnTo>
                <a:lnTo>
                  <a:pt x="26385" y="31852"/>
                </a:lnTo>
                <a:lnTo>
                  <a:pt x="26906" y="31480"/>
                </a:lnTo>
                <a:lnTo>
                  <a:pt x="26906" y="31107"/>
                </a:lnTo>
                <a:lnTo>
                  <a:pt x="27253" y="30735"/>
                </a:lnTo>
                <a:lnTo>
                  <a:pt x="27253" y="30363"/>
                </a:lnTo>
                <a:lnTo>
                  <a:pt x="27774" y="29975"/>
                </a:lnTo>
                <a:lnTo>
                  <a:pt x="28121" y="29602"/>
                </a:lnTo>
                <a:lnTo>
                  <a:pt x="28468" y="29230"/>
                </a:lnTo>
                <a:lnTo>
                  <a:pt x="28468" y="28858"/>
                </a:lnTo>
                <a:lnTo>
                  <a:pt x="28989" y="28485"/>
                </a:lnTo>
                <a:lnTo>
                  <a:pt x="28989" y="28113"/>
                </a:lnTo>
                <a:lnTo>
                  <a:pt x="29336" y="27725"/>
                </a:lnTo>
                <a:lnTo>
                  <a:pt x="29857" y="27725"/>
                </a:lnTo>
                <a:lnTo>
                  <a:pt x="29857" y="27353"/>
                </a:lnTo>
                <a:lnTo>
                  <a:pt x="30204" y="26980"/>
                </a:lnTo>
                <a:lnTo>
                  <a:pt x="30551" y="26608"/>
                </a:lnTo>
                <a:lnTo>
                  <a:pt x="30551" y="26236"/>
                </a:lnTo>
                <a:lnTo>
                  <a:pt x="31072" y="25863"/>
                </a:lnTo>
                <a:lnTo>
                  <a:pt x="31072" y="25475"/>
                </a:lnTo>
                <a:lnTo>
                  <a:pt x="31419" y="25103"/>
                </a:lnTo>
                <a:lnTo>
                  <a:pt x="31940" y="24731"/>
                </a:lnTo>
                <a:lnTo>
                  <a:pt x="32287" y="24358"/>
                </a:lnTo>
                <a:lnTo>
                  <a:pt x="32287" y="23986"/>
                </a:lnTo>
                <a:lnTo>
                  <a:pt x="32808" y="23614"/>
                </a:lnTo>
                <a:lnTo>
                  <a:pt x="32808" y="23241"/>
                </a:lnTo>
                <a:lnTo>
                  <a:pt x="33155" y="22853"/>
                </a:lnTo>
                <a:lnTo>
                  <a:pt x="33502" y="22481"/>
                </a:lnTo>
                <a:lnTo>
                  <a:pt x="33502" y="22109"/>
                </a:lnTo>
                <a:lnTo>
                  <a:pt x="34023" y="21736"/>
                </a:lnTo>
                <a:lnTo>
                  <a:pt x="34370" y="21364"/>
                </a:lnTo>
                <a:lnTo>
                  <a:pt x="34891" y="20992"/>
                </a:lnTo>
                <a:lnTo>
                  <a:pt x="34891" y="20604"/>
                </a:lnTo>
                <a:lnTo>
                  <a:pt x="35238" y="20231"/>
                </a:lnTo>
                <a:lnTo>
                  <a:pt x="35238" y="19859"/>
                </a:lnTo>
                <a:lnTo>
                  <a:pt x="35585" y="19487"/>
                </a:lnTo>
                <a:lnTo>
                  <a:pt x="35585" y="19114"/>
                </a:lnTo>
                <a:lnTo>
                  <a:pt x="36106" y="18742"/>
                </a:lnTo>
                <a:lnTo>
                  <a:pt x="36453" y="18742"/>
                </a:lnTo>
                <a:lnTo>
                  <a:pt x="36453" y="18354"/>
                </a:lnTo>
                <a:lnTo>
                  <a:pt x="36974" y="17982"/>
                </a:lnTo>
                <a:lnTo>
                  <a:pt x="37321" y="17609"/>
                </a:lnTo>
                <a:lnTo>
                  <a:pt x="37321" y="17237"/>
                </a:lnTo>
                <a:lnTo>
                  <a:pt x="37668" y="16864"/>
                </a:lnTo>
                <a:lnTo>
                  <a:pt x="37668" y="16492"/>
                </a:lnTo>
                <a:lnTo>
                  <a:pt x="38189" y="16104"/>
                </a:lnTo>
                <a:lnTo>
                  <a:pt x="38536" y="15732"/>
                </a:lnTo>
                <a:lnTo>
                  <a:pt x="38536" y="15360"/>
                </a:lnTo>
                <a:lnTo>
                  <a:pt x="39057" y="15360"/>
                </a:lnTo>
                <a:lnTo>
                  <a:pt x="39057" y="14987"/>
                </a:lnTo>
                <a:lnTo>
                  <a:pt x="39404" y="14615"/>
                </a:lnTo>
                <a:lnTo>
                  <a:pt x="39404" y="14242"/>
                </a:lnTo>
                <a:lnTo>
                  <a:pt x="39925" y="13870"/>
                </a:lnTo>
                <a:lnTo>
                  <a:pt x="40272" y="13482"/>
                </a:lnTo>
                <a:lnTo>
                  <a:pt x="40272" y="13110"/>
                </a:lnTo>
                <a:lnTo>
                  <a:pt x="40619" y="12737"/>
                </a:lnTo>
                <a:lnTo>
                  <a:pt x="41140" y="12365"/>
                </a:lnTo>
                <a:lnTo>
                  <a:pt x="41140" y="11993"/>
                </a:lnTo>
                <a:lnTo>
                  <a:pt x="41487" y="11620"/>
                </a:lnTo>
                <a:lnTo>
                  <a:pt x="41487" y="11232"/>
                </a:lnTo>
                <a:lnTo>
                  <a:pt x="42008" y="11232"/>
                </a:lnTo>
                <a:lnTo>
                  <a:pt x="42008" y="10860"/>
                </a:lnTo>
                <a:lnTo>
                  <a:pt x="42355" y="10488"/>
                </a:lnTo>
                <a:lnTo>
                  <a:pt x="42702" y="10115"/>
                </a:lnTo>
                <a:lnTo>
                  <a:pt x="42702" y="9743"/>
                </a:lnTo>
                <a:lnTo>
                  <a:pt x="43223" y="9371"/>
                </a:lnTo>
                <a:lnTo>
                  <a:pt x="43570" y="8983"/>
                </a:lnTo>
                <a:lnTo>
                  <a:pt x="43570" y="8610"/>
                </a:lnTo>
                <a:lnTo>
                  <a:pt x="44091" y="8238"/>
                </a:lnTo>
                <a:lnTo>
                  <a:pt x="44091" y="7866"/>
                </a:lnTo>
                <a:lnTo>
                  <a:pt x="44438" y="7493"/>
                </a:lnTo>
                <a:lnTo>
                  <a:pt x="44438" y="7121"/>
                </a:lnTo>
                <a:lnTo>
                  <a:pt x="44959" y="7121"/>
                </a:lnTo>
                <a:lnTo>
                  <a:pt x="45306" y="6749"/>
                </a:lnTo>
                <a:lnTo>
                  <a:pt x="45306" y="6361"/>
                </a:lnTo>
                <a:lnTo>
                  <a:pt x="45653" y="5988"/>
                </a:lnTo>
                <a:lnTo>
                  <a:pt x="45653" y="5616"/>
                </a:lnTo>
                <a:lnTo>
                  <a:pt x="46174" y="5244"/>
                </a:lnTo>
                <a:lnTo>
                  <a:pt x="46521" y="4871"/>
                </a:lnTo>
                <a:lnTo>
                  <a:pt x="46521" y="4499"/>
                </a:lnTo>
                <a:lnTo>
                  <a:pt x="47042" y="4111"/>
                </a:lnTo>
                <a:lnTo>
                  <a:pt x="47389" y="3739"/>
                </a:lnTo>
                <a:lnTo>
                  <a:pt x="47389" y="3366"/>
                </a:lnTo>
                <a:lnTo>
                  <a:pt x="47736" y="3366"/>
                </a:lnTo>
                <a:lnTo>
                  <a:pt x="47736" y="2994"/>
                </a:lnTo>
                <a:lnTo>
                  <a:pt x="48257" y="2249"/>
                </a:lnTo>
                <a:lnTo>
                  <a:pt x="48604" y="1861"/>
                </a:lnTo>
                <a:lnTo>
                  <a:pt x="49125" y="1489"/>
                </a:lnTo>
                <a:lnTo>
                  <a:pt x="49125" y="1117"/>
                </a:lnTo>
                <a:lnTo>
                  <a:pt x="49472" y="744"/>
                </a:lnTo>
                <a:lnTo>
                  <a:pt x="49472" y="372"/>
                </a:lnTo>
                <a:lnTo>
                  <a:pt x="49993" y="0"/>
                </a:lnTo>
              </a:path>
            </a:pathLst>
          </a:custGeom>
          <a:ln w="233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303201" y="5548818"/>
            <a:ext cx="12498" cy="17625"/>
          </a:xfrm>
          <a:custGeom>
            <a:avLst/>
            <a:gdLst/>
            <a:ahLst/>
            <a:cxnLst/>
            <a:rect l="l" t="t" r="r" b="b"/>
            <a:pathLst>
              <a:path w="12498" h="17625">
                <a:moveTo>
                  <a:pt x="0" y="17625"/>
                </a:moveTo>
                <a:lnTo>
                  <a:pt x="0" y="17237"/>
                </a:lnTo>
                <a:lnTo>
                  <a:pt x="347" y="16864"/>
                </a:lnTo>
                <a:lnTo>
                  <a:pt x="694" y="16492"/>
                </a:lnTo>
                <a:lnTo>
                  <a:pt x="694" y="16120"/>
                </a:lnTo>
                <a:lnTo>
                  <a:pt x="1215" y="16120"/>
                </a:lnTo>
                <a:lnTo>
                  <a:pt x="1562" y="15375"/>
                </a:lnTo>
                <a:lnTo>
                  <a:pt x="1562" y="15003"/>
                </a:lnTo>
                <a:lnTo>
                  <a:pt x="2083" y="15003"/>
                </a:lnTo>
                <a:lnTo>
                  <a:pt x="2083" y="14615"/>
                </a:lnTo>
                <a:lnTo>
                  <a:pt x="2430" y="14242"/>
                </a:lnTo>
                <a:lnTo>
                  <a:pt x="2430" y="13870"/>
                </a:lnTo>
                <a:lnTo>
                  <a:pt x="2777" y="13498"/>
                </a:lnTo>
                <a:lnTo>
                  <a:pt x="3298" y="13125"/>
                </a:lnTo>
                <a:lnTo>
                  <a:pt x="3298" y="12753"/>
                </a:lnTo>
                <a:lnTo>
                  <a:pt x="3645" y="12365"/>
                </a:lnTo>
                <a:lnTo>
                  <a:pt x="4166" y="11993"/>
                </a:lnTo>
                <a:lnTo>
                  <a:pt x="4166" y="11620"/>
                </a:lnTo>
                <a:lnTo>
                  <a:pt x="4513" y="11248"/>
                </a:lnTo>
                <a:lnTo>
                  <a:pt x="4513" y="10876"/>
                </a:lnTo>
                <a:lnTo>
                  <a:pt x="4860" y="10503"/>
                </a:lnTo>
                <a:lnTo>
                  <a:pt x="5381" y="10115"/>
                </a:lnTo>
                <a:lnTo>
                  <a:pt x="5381" y="9743"/>
                </a:lnTo>
                <a:lnTo>
                  <a:pt x="5728" y="9371"/>
                </a:lnTo>
                <a:lnTo>
                  <a:pt x="6249" y="8626"/>
                </a:lnTo>
                <a:lnTo>
                  <a:pt x="6596" y="8254"/>
                </a:lnTo>
                <a:lnTo>
                  <a:pt x="7117" y="7881"/>
                </a:lnTo>
                <a:lnTo>
                  <a:pt x="7117" y="7493"/>
                </a:lnTo>
                <a:lnTo>
                  <a:pt x="7464" y="7121"/>
                </a:lnTo>
                <a:lnTo>
                  <a:pt x="7811" y="6749"/>
                </a:lnTo>
                <a:lnTo>
                  <a:pt x="7811" y="6376"/>
                </a:lnTo>
                <a:lnTo>
                  <a:pt x="8332" y="6004"/>
                </a:lnTo>
                <a:lnTo>
                  <a:pt x="8332" y="5632"/>
                </a:lnTo>
                <a:lnTo>
                  <a:pt x="8679" y="5244"/>
                </a:lnTo>
                <a:lnTo>
                  <a:pt x="8679" y="4871"/>
                </a:lnTo>
                <a:lnTo>
                  <a:pt x="9200" y="4499"/>
                </a:lnTo>
                <a:lnTo>
                  <a:pt x="9547" y="4127"/>
                </a:lnTo>
                <a:lnTo>
                  <a:pt x="9547" y="3754"/>
                </a:lnTo>
                <a:lnTo>
                  <a:pt x="9894" y="3382"/>
                </a:lnTo>
                <a:lnTo>
                  <a:pt x="9894" y="2994"/>
                </a:lnTo>
                <a:lnTo>
                  <a:pt x="10415" y="2622"/>
                </a:lnTo>
                <a:lnTo>
                  <a:pt x="10415" y="2249"/>
                </a:lnTo>
                <a:lnTo>
                  <a:pt x="10762" y="2249"/>
                </a:lnTo>
                <a:lnTo>
                  <a:pt x="11283" y="1504"/>
                </a:lnTo>
                <a:lnTo>
                  <a:pt x="11630" y="1132"/>
                </a:lnTo>
                <a:lnTo>
                  <a:pt x="12151" y="372"/>
                </a:lnTo>
                <a:lnTo>
                  <a:pt x="12498" y="0"/>
                </a:lnTo>
              </a:path>
            </a:pathLst>
          </a:custGeom>
          <a:ln w="234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297646" y="5835940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315699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297646" y="5261323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297646" y="4686719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297646" y="4399254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297646" y="4112069"/>
            <a:ext cx="18053" cy="0"/>
          </a:xfrm>
          <a:custGeom>
            <a:avLst/>
            <a:gdLst/>
            <a:ahLst/>
            <a:cxnLst/>
            <a:rect l="l" t="t" r="r" b="b"/>
            <a:pathLst>
              <a:path w="18053" h="0">
                <a:moveTo>
                  <a:pt x="18053" y="0"/>
                </a:moveTo>
                <a:lnTo>
                  <a:pt x="0" y="0"/>
                </a:lnTo>
              </a:path>
            </a:pathLst>
          </a:custGeom>
          <a:ln w="21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315699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315849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315849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815907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815907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315479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315479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815589" y="5819821"/>
            <a:ext cx="0" cy="16118"/>
          </a:xfrm>
          <a:custGeom>
            <a:avLst/>
            <a:gdLst/>
            <a:ahLst/>
            <a:cxnLst/>
            <a:rect l="l" t="t" r="r" b="b"/>
            <a:pathLst>
              <a:path w="0" h="16118">
                <a:moveTo>
                  <a:pt x="0" y="16118"/>
                </a:moveTo>
                <a:lnTo>
                  <a:pt x="0" y="0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815589" y="4112069"/>
            <a:ext cx="0" cy="16135"/>
          </a:xfrm>
          <a:custGeom>
            <a:avLst/>
            <a:gdLst/>
            <a:ahLst/>
            <a:cxnLst/>
            <a:rect l="l" t="t" r="r" b="b"/>
            <a:pathLst>
              <a:path w="0" h="16135">
                <a:moveTo>
                  <a:pt x="0" y="0"/>
                </a:moveTo>
                <a:lnTo>
                  <a:pt x="0" y="16135"/>
                </a:lnTo>
              </a:path>
            </a:pathLst>
          </a:custGeom>
          <a:ln w="24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5477074" y="5938683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477074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477074" y="5635143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5477074" y="5331208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5477074" y="5027683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8100019" y="5027683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5472212" y="5023320"/>
            <a:ext cx="2641932" cy="0"/>
          </a:xfrm>
          <a:custGeom>
            <a:avLst/>
            <a:gdLst/>
            <a:ahLst/>
            <a:cxnLst/>
            <a:rect l="l" t="t" r="r" b="b"/>
            <a:pathLst>
              <a:path w="2641932" h="0">
                <a:moveTo>
                  <a:pt x="0" y="0"/>
                </a:moveTo>
                <a:lnTo>
                  <a:pt x="2641932" y="0"/>
                </a:lnTo>
              </a:path>
            </a:pathLst>
          </a:custGeom>
          <a:ln w="2296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5477074" y="4723747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5477074" y="4419845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477074" y="4116238"/>
            <a:ext cx="19042" cy="0"/>
          </a:xfrm>
          <a:custGeom>
            <a:avLst/>
            <a:gdLst/>
            <a:ahLst/>
            <a:cxnLst/>
            <a:rect l="l" t="t" r="r" b="b"/>
            <a:pathLst>
              <a:path w="19042" h="0">
                <a:moveTo>
                  <a:pt x="0" y="0"/>
                </a:moveTo>
                <a:lnTo>
                  <a:pt x="19042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5477074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472212" y="4111973"/>
            <a:ext cx="0" cy="1822351"/>
          </a:xfrm>
          <a:custGeom>
            <a:avLst/>
            <a:gdLst/>
            <a:ahLst/>
            <a:cxnLst/>
            <a:rect l="l" t="t" r="r" b="b"/>
            <a:pathLst>
              <a:path w="0" h="1822351">
                <a:moveTo>
                  <a:pt x="0" y="1822351"/>
                </a:moveTo>
                <a:lnTo>
                  <a:pt x="0" y="0"/>
                </a:lnTo>
              </a:path>
            </a:pathLst>
          </a:custGeom>
          <a:ln w="2568">
            <a:solidFill>
              <a:srgbClr val="C0C0C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5477074" y="5635143"/>
            <a:ext cx="52266" cy="70530"/>
          </a:xfrm>
          <a:custGeom>
            <a:avLst/>
            <a:gdLst/>
            <a:ahLst/>
            <a:cxnLst/>
            <a:rect l="l" t="t" r="r" b="b"/>
            <a:pathLst>
              <a:path w="52266" h="70530">
                <a:moveTo>
                  <a:pt x="0" y="0"/>
                </a:moveTo>
                <a:lnTo>
                  <a:pt x="440" y="393"/>
                </a:lnTo>
                <a:lnTo>
                  <a:pt x="880" y="1197"/>
                </a:lnTo>
                <a:lnTo>
                  <a:pt x="1339" y="1591"/>
                </a:lnTo>
                <a:lnTo>
                  <a:pt x="1779" y="2378"/>
                </a:lnTo>
                <a:lnTo>
                  <a:pt x="2219" y="2378"/>
                </a:lnTo>
                <a:lnTo>
                  <a:pt x="2219" y="2771"/>
                </a:lnTo>
                <a:lnTo>
                  <a:pt x="2660" y="3165"/>
                </a:lnTo>
                <a:lnTo>
                  <a:pt x="2660" y="3575"/>
                </a:lnTo>
                <a:lnTo>
                  <a:pt x="3100" y="3969"/>
                </a:lnTo>
                <a:lnTo>
                  <a:pt x="3100" y="4363"/>
                </a:lnTo>
                <a:lnTo>
                  <a:pt x="3540" y="4756"/>
                </a:lnTo>
                <a:lnTo>
                  <a:pt x="3980" y="5150"/>
                </a:lnTo>
                <a:lnTo>
                  <a:pt x="3980" y="5543"/>
                </a:lnTo>
                <a:lnTo>
                  <a:pt x="4439" y="5954"/>
                </a:lnTo>
                <a:lnTo>
                  <a:pt x="4439" y="6347"/>
                </a:lnTo>
                <a:lnTo>
                  <a:pt x="4879" y="6741"/>
                </a:lnTo>
                <a:lnTo>
                  <a:pt x="5320" y="7135"/>
                </a:lnTo>
                <a:lnTo>
                  <a:pt x="5320" y="7528"/>
                </a:lnTo>
                <a:lnTo>
                  <a:pt x="5760" y="7922"/>
                </a:lnTo>
                <a:lnTo>
                  <a:pt x="6200" y="8332"/>
                </a:lnTo>
                <a:lnTo>
                  <a:pt x="6200" y="8726"/>
                </a:lnTo>
                <a:lnTo>
                  <a:pt x="6641" y="9119"/>
                </a:lnTo>
                <a:lnTo>
                  <a:pt x="7081" y="9907"/>
                </a:lnTo>
                <a:lnTo>
                  <a:pt x="7540" y="10300"/>
                </a:lnTo>
                <a:lnTo>
                  <a:pt x="7980" y="10694"/>
                </a:lnTo>
                <a:lnTo>
                  <a:pt x="7980" y="11104"/>
                </a:lnTo>
                <a:lnTo>
                  <a:pt x="8420" y="11498"/>
                </a:lnTo>
                <a:lnTo>
                  <a:pt x="8420" y="11891"/>
                </a:lnTo>
                <a:lnTo>
                  <a:pt x="8860" y="12285"/>
                </a:lnTo>
                <a:lnTo>
                  <a:pt x="8860" y="12679"/>
                </a:lnTo>
                <a:lnTo>
                  <a:pt x="9301" y="13072"/>
                </a:lnTo>
                <a:lnTo>
                  <a:pt x="9741" y="13482"/>
                </a:lnTo>
                <a:lnTo>
                  <a:pt x="9741" y="13876"/>
                </a:lnTo>
                <a:lnTo>
                  <a:pt x="10200" y="14270"/>
                </a:lnTo>
                <a:lnTo>
                  <a:pt x="10640" y="14663"/>
                </a:lnTo>
                <a:lnTo>
                  <a:pt x="10640" y="15057"/>
                </a:lnTo>
                <a:lnTo>
                  <a:pt x="11080" y="15451"/>
                </a:lnTo>
                <a:lnTo>
                  <a:pt x="11080" y="15861"/>
                </a:lnTo>
                <a:lnTo>
                  <a:pt x="11521" y="15861"/>
                </a:lnTo>
                <a:lnTo>
                  <a:pt x="11521" y="16254"/>
                </a:lnTo>
                <a:lnTo>
                  <a:pt x="11961" y="17042"/>
                </a:lnTo>
                <a:lnTo>
                  <a:pt x="12401" y="17042"/>
                </a:lnTo>
                <a:lnTo>
                  <a:pt x="12401" y="17435"/>
                </a:lnTo>
                <a:lnTo>
                  <a:pt x="12841" y="17829"/>
                </a:lnTo>
                <a:lnTo>
                  <a:pt x="13300" y="18222"/>
                </a:lnTo>
                <a:lnTo>
                  <a:pt x="13300" y="18633"/>
                </a:lnTo>
                <a:lnTo>
                  <a:pt x="13740" y="19026"/>
                </a:lnTo>
                <a:lnTo>
                  <a:pt x="13740" y="19420"/>
                </a:lnTo>
                <a:lnTo>
                  <a:pt x="14181" y="19814"/>
                </a:lnTo>
                <a:lnTo>
                  <a:pt x="14621" y="20207"/>
                </a:lnTo>
                <a:lnTo>
                  <a:pt x="14621" y="20601"/>
                </a:lnTo>
                <a:lnTo>
                  <a:pt x="15061" y="21011"/>
                </a:lnTo>
                <a:lnTo>
                  <a:pt x="15502" y="21798"/>
                </a:lnTo>
                <a:lnTo>
                  <a:pt x="15502" y="22192"/>
                </a:lnTo>
                <a:lnTo>
                  <a:pt x="15942" y="22192"/>
                </a:lnTo>
                <a:lnTo>
                  <a:pt x="16400" y="22586"/>
                </a:lnTo>
                <a:lnTo>
                  <a:pt x="16400" y="22979"/>
                </a:lnTo>
                <a:lnTo>
                  <a:pt x="16841" y="23389"/>
                </a:lnTo>
                <a:lnTo>
                  <a:pt x="17281" y="23783"/>
                </a:lnTo>
                <a:lnTo>
                  <a:pt x="17281" y="24177"/>
                </a:lnTo>
                <a:lnTo>
                  <a:pt x="17721" y="24570"/>
                </a:lnTo>
                <a:lnTo>
                  <a:pt x="17721" y="24964"/>
                </a:lnTo>
                <a:lnTo>
                  <a:pt x="18162" y="25358"/>
                </a:lnTo>
                <a:lnTo>
                  <a:pt x="18162" y="25768"/>
                </a:lnTo>
                <a:lnTo>
                  <a:pt x="18602" y="26161"/>
                </a:lnTo>
                <a:lnTo>
                  <a:pt x="19042" y="26161"/>
                </a:lnTo>
                <a:lnTo>
                  <a:pt x="19042" y="26555"/>
                </a:lnTo>
                <a:lnTo>
                  <a:pt x="19501" y="26949"/>
                </a:lnTo>
                <a:lnTo>
                  <a:pt x="19501" y="27342"/>
                </a:lnTo>
                <a:lnTo>
                  <a:pt x="19941" y="27736"/>
                </a:lnTo>
                <a:lnTo>
                  <a:pt x="19941" y="28130"/>
                </a:lnTo>
                <a:lnTo>
                  <a:pt x="20381" y="28540"/>
                </a:lnTo>
                <a:lnTo>
                  <a:pt x="20822" y="28933"/>
                </a:lnTo>
                <a:lnTo>
                  <a:pt x="20822" y="29327"/>
                </a:lnTo>
                <a:lnTo>
                  <a:pt x="21262" y="29721"/>
                </a:lnTo>
                <a:lnTo>
                  <a:pt x="21702" y="30114"/>
                </a:lnTo>
                <a:lnTo>
                  <a:pt x="21702" y="30508"/>
                </a:lnTo>
                <a:lnTo>
                  <a:pt x="22143" y="30508"/>
                </a:lnTo>
                <a:lnTo>
                  <a:pt x="22143" y="30918"/>
                </a:lnTo>
                <a:lnTo>
                  <a:pt x="22601" y="31312"/>
                </a:lnTo>
                <a:lnTo>
                  <a:pt x="23042" y="31705"/>
                </a:lnTo>
                <a:lnTo>
                  <a:pt x="23042" y="32099"/>
                </a:lnTo>
                <a:lnTo>
                  <a:pt x="23482" y="32493"/>
                </a:lnTo>
                <a:lnTo>
                  <a:pt x="23482" y="32886"/>
                </a:lnTo>
                <a:lnTo>
                  <a:pt x="23922" y="33296"/>
                </a:lnTo>
                <a:lnTo>
                  <a:pt x="24362" y="33690"/>
                </a:lnTo>
                <a:lnTo>
                  <a:pt x="24362" y="34084"/>
                </a:lnTo>
                <a:lnTo>
                  <a:pt x="24803" y="34477"/>
                </a:lnTo>
                <a:lnTo>
                  <a:pt x="24803" y="34871"/>
                </a:lnTo>
                <a:lnTo>
                  <a:pt x="25261" y="34871"/>
                </a:lnTo>
                <a:lnTo>
                  <a:pt x="25702" y="35265"/>
                </a:lnTo>
                <a:lnTo>
                  <a:pt x="25702" y="35658"/>
                </a:lnTo>
                <a:lnTo>
                  <a:pt x="26142" y="36068"/>
                </a:lnTo>
                <a:lnTo>
                  <a:pt x="26142" y="36462"/>
                </a:lnTo>
                <a:lnTo>
                  <a:pt x="26582" y="36856"/>
                </a:lnTo>
                <a:lnTo>
                  <a:pt x="26582" y="37249"/>
                </a:lnTo>
                <a:lnTo>
                  <a:pt x="27023" y="37643"/>
                </a:lnTo>
                <a:lnTo>
                  <a:pt x="27463" y="38037"/>
                </a:lnTo>
                <a:lnTo>
                  <a:pt x="27463" y="38447"/>
                </a:lnTo>
                <a:lnTo>
                  <a:pt x="27903" y="38447"/>
                </a:lnTo>
                <a:lnTo>
                  <a:pt x="28362" y="38840"/>
                </a:lnTo>
                <a:lnTo>
                  <a:pt x="28362" y="39234"/>
                </a:lnTo>
                <a:lnTo>
                  <a:pt x="28802" y="39628"/>
                </a:lnTo>
                <a:lnTo>
                  <a:pt x="28802" y="40021"/>
                </a:lnTo>
                <a:lnTo>
                  <a:pt x="29242" y="40415"/>
                </a:lnTo>
                <a:lnTo>
                  <a:pt x="29242" y="40825"/>
                </a:lnTo>
                <a:lnTo>
                  <a:pt x="29683" y="41219"/>
                </a:lnTo>
                <a:lnTo>
                  <a:pt x="30123" y="41612"/>
                </a:lnTo>
                <a:lnTo>
                  <a:pt x="30563" y="42006"/>
                </a:lnTo>
                <a:lnTo>
                  <a:pt x="30563" y="42400"/>
                </a:lnTo>
                <a:lnTo>
                  <a:pt x="31004" y="42793"/>
                </a:lnTo>
                <a:lnTo>
                  <a:pt x="31462" y="43203"/>
                </a:lnTo>
                <a:lnTo>
                  <a:pt x="31462" y="43597"/>
                </a:lnTo>
                <a:lnTo>
                  <a:pt x="31903" y="43991"/>
                </a:lnTo>
                <a:lnTo>
                  <a:pt x="32343" y="44384"/>
                </a:lnTo>
                <a:lnTo>
                  <a:pt x="32343" y="44778"/>
                </a:lnTo>
                <a:lnTo>
                  <a:pt x="32783" y="45172"/>
                </a:lnTo>
                <a:lnTo>
                  <a:pt x="33223" y="45565"/>
                </a:lnTo>
                <a:lnTo>
                  <a:pt x="33223" y="45975"/>
                </a:lnTo>
                <a:lnTo>
                  <a:pt x="33664" y="46369"/>
                </a:lnTo>
                <a:lnTo>
                  <a:pt x="34104" y="46763"/>
                </a:lnTo>
                <a:lnTo>
                  <a:pt x="34104" y="47156"/>
                </a:lnTo>
                <a:lnTo>
                  <a:pt x="34563" y="47550"/>
                </a:lnTo>
                <a:lnTo>
                  <a:pt x="34563" y="47944"/>
                </a:lnTo>
                <a:lnTo>
                  <a:pt x="35003" y="47944"/>
                </a:lnTo>
                <a:lnTo>
                  <a:pt x="35443" y="48354"/>
                </a:lnTo>
                <a:lnTo>
                  <a:pt x="35443" y="48747"/>
                </a:lnTo>
                <a:lnTo>
                  <a:pt x="35884" y="49141"/>
                </a:lnTo>
                <a:lnTo>
                  <a:pt x="35884" y="49535"/>
                </a:lnTo>
                <a:lnTo>
                  <a:pt x="36324" y="49928"/>
                </a:lnTo>
                <a:lnTo>
                  <a:pt x="36764" y="50322"/>
                </a:lnTo>
                <a:lnTo>
                  <a:pt x="37204" y="50732"/>
                </a:lnTo>
                <a:lnTo>
                  <a:pt x="37204" y="51126"/>
                </a:lnTo>
                <a:lnTo>
                  <a:pt x="37663" y="51519"/>
                </a:lnTo>
                <a:lnTo>
                  <a:pt x="37663" y="51913"/>
                </a:lnTo>
                <a:lnTo>
                  <a:pt x="38103" y="52307"/>
                </a:lnTo>
                <a:lnTo>
                  <a:pt x="38544" y="52700"/>
                </a:lnTo>
                <a:lnTo>
                  <a:pt x="38544" y="53094"/>
                </a:lnTo>
                <a:lnTo>
                  <a:pt x="38984" y="53504"/>
                </a:lnTo>
                <a:lnTo>
                  <a:pt x="39424" y="53898"/>
                </a:lnTo>
                <a:lnTo>
                  <a:pt x="39865" y="54291"/>
                </a:lnTo>
                <a:lnTo>
                  <a:pt x="39865" y="54685"/>
                </a:lnTo>
                <a:lnTo>
                  <a:pt x="40323" y="55079"/>
                </a:lnTo>
                <a:lnTo>
                  <a:pt x="40763" y="55472"/>
                </a:lnTo>
                <a:lnTo>
                  <a:pt x="40763" y="55882"/>
                </a:lnTo>
                <a:lnTo>
                  <a:pt x="41204" y="56276"/>
                </a:lnTo>
                <a:lnTo>
                  <a:pt x="41644" y="56670"/>
                </a:lnTo>
                <a:lnTo>
                  <a:pt x="41644" y="57063"/>
                </a:lnTo>
                <a:lnTo>
                  <a:pt x="42084" y="57457"/>
                </a:lnTo>
                <a:lnTo>
                  <a:pt x="42525" y="57851"/>
                </a:lnTo>
                <a:lnTo>
                  <a:pt x="42525" y="58261"/>
                </a:lnTo>
                <a:lnTo>
                  <a:pt x="42965" y="58261"/>
                </a:lnTo>
                <a:lnTo>
                  <a:pt x="43424" y="58654"/>
                </a:lnTo>
                <a:lnTo>
                  <a:pt x="43424" y="59048"/>
                </a:lnTo>
                <a:lnTo>
                  <a:pt x="43864" y="59442"/>
                </a:lnTo>
                <a:lnTo>
                  <a:pt x="43864" y="59835"/>
                </a:lnTo>
                <a:lnTo>
                  <a:pt x="44304" y="60229"/>
                </a:lnTo>
                <a:lnTo>
                  <a:pt x="44304" y="60639"/>
                </a:lnTo>
                <a:lnTo>
                  <a:pt x="44744" y="60639"/>
                </a:lnTo>
                <a:lnTo>
                  <a:pt x="45185" y="61033"/>
                </a:lnTo>
                <a:lnTo>
                  <a:pt x="45185" y="61426"/>
                </a:lnTo>
                <a:lnTo>
                  <a:pt x="45625" y="61820"/>
                </a:lnTo>
                <a:lnTo>
                  <a:pt x="45625" y="62214"/>
                </a:lnTo>
                <a:lnTo>
                  <a:pt x="46065" y="62607"/>
                </a:lnTo>
                <a:lnTo>
                  <a:pt x="46524" y="63001"/>
                </a:lnTo>
                <a:lnTo>
                  <a:pt x="46524" y="63411"/>
                </a:lnTo>
                <a:lnTo>
                  <a:pt x="46964" y="63411"/>
                </a:lnTo>
                <a:lnTo>
                  <a:pt x="46964" y="63805"/>
                </a:lnTo>
                <a:lnTo>
                  <a:pt x="47405" y="64198"/>
                </a:lnTo>
                <a:lnTo>
                  <a:pt x="47845" y="64592"/>
                </a:lnTo>
                <a:lnTo>
                  <a:pt x="47845" y="64986"/>
                </a:lnTo>
                <a:lnTo>
                  <a:pt x="48285" y="65379"/>
                </a:lnTo>
                <a:lnTo>
                  <a:pt x="48285" y="65789"/>
                </a:lnTo>
                <a:lnTo>
                  <a:pt x="48725" y="65789"/>
                </a:lnTo>
                <a:lnTo>
                  <a:pt x="49166" y="66183"/>
                </a:lnTo>
                <a:lnTo>
                  <a:pt x="49166" y="66577"/>
                </a:lnTo>
                <a:lnTo>
                  <a:pt x="49624" y="66970"/>
                </a:lnTo>
                <a:lnTo>
                  <a:pt x="50065" y="67364"/>
                </a:lnTo>
                <a:lnTo>
                  <a:pt x="50065" y="67758"/>
                </a:lnTo>
                <a:lnTo>
                  <a:pt x="50505" y="67758"/>
                </a:lnTo>
                <a:lnTo>
                  <a:pt x="50505" y="68168"/>
                </a:lnTo>
                <a:lnTo>
                  <a:pt x="50945" y="68561"/>
                </a:lnTo>
                <a:lnTo>
                  <a:pt x="50945" y="68955"/>
                </a:lnTo>
                <a:lnTo>
                  <a:pt x="51386" y="69349"/>
                </a:lnTo>
                <a:lnTo>
                  <a:pt x="51826" y="69742"/>
                </a:lnTo>
                <a:lnTo>
                  <a:pt x="52266" y="70136"/>
                </a:lnTo>
                <a:lnTo>
                  <a:pt x="52266" y="70530"/>
                </a:lnTo>
              </a:path>
            </a:pathLst>
          </a:custGeom>
          <a:ln w="24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529340" y="5705673"/>
            <a:ext cx="52725" cy="60639"/>
          </a:xfrm>
          <a:custGeom>
            <a:avLst/>
            <a:gdLst/>
            <a:ahLst/>
            <a:cxnLst/>
            <a:rect l="l" t="t" r="r" b="b"/>
            <a:pathLst>
              <a:path w="52725" h="60639">
                <a:moveTo>
                  <a:pt x="0" y="0"/>
                </a:moveTo>
                <a:lnTo>
                  <a:pt x="458" y="410"/>
                </a:lnTo>
                <a:lnTo>
                  <a:pt x="458" y="803"/>
                </a:lnTo>
                <a:lnTo>
                  <a:pt x="898" y="1197"/>
                </a:lnTo>
                <a:lnTo>
                  <a:pt x="1339" y="1197"/>
                </a:lnTo>
                <a:lnTo>
                  <a:pt x="1339" y="1591"/>
                </a:lnTo>
                <a:lnTo>
                  <a:pt x="1779" y="1984"/>
                </a:lnTo>
                <a:lnTo>
                  <a:pt x="2219" y="2378"/>
                </a:lnTo>
                <a:lnTo>
                  <a:pt x="2219" y="2788"/>
                </a:lnTo>
                <a:lnTo>
                  <a:pt x="2660" y="3182"/>
                </a:lnTo>
                <a:lnTo>
                  <a:pt x="3118" y="3575"/>
                </a:lnTo>
                <a:lnTo>
                  <a:pt x="3118" y="3969"/>
                </a:lnTo>
                <a:lnTo>
                  <a:pt x="3559" y="4363"/>
                </a:lnTo>
                <a:lnTo>
                  <a:pt x="3999" y="4756"/>
                </a:lnTo>
                <a:lnTo>
                  <a:pt x="4439" y="5166"/>
                </a:lnTo>
                <a:lnTo>
                  <a:pt x="4879" y="5560"/>
                </a:lnTo>
                <a:lnTo>
                  <a:pt x="4879" y="5954"/>
                </a:lnTo>
                <a:lnTo>
                  <a:pt x="5320" y="6347"/>
                </a:lnTo>
                <a:lnTo>
                  <a:pt x="5320" y="6741"/>
                </a:lnTo>
                <a:lnTo>
                  <a:pt x="5760" y="6741"/>
                </a:lnTo>
                <a:lnTo>
                  <a:pt x="6219" y="7135"/>
                </a:lnTo>
                <a:lnTo>
                  <a:pt x="6219" y="7528"/>
                </a:lnTo>
                <a:lnTo>
                  <a:pt x="6659" y="7938"/>
                </a:lnTo>
                <a:lnTo>
                  <a:pt x="6659" y="8332"/>
                </a:lnTo>
                <a:lnTo>
                  <a:pt x="7099" y="8726"/>
                </a:lnTo>
                <a:lnTo>
                  <a:pt x="7099" y="9119"/>
                </a:lnTo>
                <a:lnTo>
                  <a:pt x="7540" y="9119"/>
                </a:lnTo>
                <a:lnTo>
                  <a:pt x="7980" y="9513"/>
                </a:lnTo>
                <a:lnTo>
                  <a:pt x="7980" y="9907"/>
                </a:lnTo>
                <a:lnTo>
                  <a:pt x="8420" y="10317"/>
                </a:lnTo>
                <a:lnTo>
                  <a:pt x="8860" y="10710"/>
                </a:lnTo>
                <a:lnTo>
                  <a:pt x="9319" y="11104"/>
                </a:lnTo>
                <a:lnTo>
                  <a:pt x="9319" y="11498"/>
                </a:lnTo>
                <a:lnTo>
                  <a:pt x="9759" y="11891"/>
                </a:lnTo>
                <a:lnTo>
                  <a:pt x="9759" y="12285"/>
                </a:lnTo>
                <a:lnTo>
                  <a:pt x="10200" y="12695"/>
                </a:lnTo>
                <a:lnTo>
                  <a:pt x="10640" y="12695"/>
                </a:lnTo>
                <a:lnTo>
                  <a:pt x="10640" y="13089"/>
                </a:lnTo>
                <a:lnTo>
                  <a:pt x="11080" y="13482"/>
                </a:lnTo>
                <a:lnTo>
                  <a:pt x="11080" y="13876"/>
                </a:lnTo>
                <a:lnTo>
                  <a:pt x="11521" y="14270"/>
                </a:lnTo>
                <a:lnTo>
                  <a:pt x="11961" y="14663"/>
                </a:lnTo>
                <a:lnTo>
                  <a:pt x="12419" y="15073"/>
                </a:lnTo>
                <a:lnTo>
                  <a:pt x="12419" y="15467"/>
                </a:lnTo>
                <a:lnTo>
                  <a:pt x="12860" y="15467"/>
                </a:lnTo>
                <a:lnTo>
                  <a:pt x="13300" y="15861"/>
                </a:lnTo>
                <a:lnTo>
                  <a:pt x="13300" y="16254"/>
                </a:lnTo>
                <a:lnTo>
                  <a:pt x="13740" y="16648"/>
                </a:lnTo>
                <a:lnTo>
                  <a:pt x="13740" y="17042"/>
                </a:lnTo>
                <a:lnTo>
                  <a:pt x="14181" y="17042"/>
                </a:lnTo>
                <a:lnTo>
                  <a:pt x="14621" y="17435"/>
                </a:lnTo>
                <a:lnTo>
                  <a:pt x="14621" y="17845"/>
                </a:lnTo>
                <a:lnTo>
                  <a:pt x="15061" y="18239"/>
                </a:lnTo>
                <a:lnTo>
                  <a:pt x="15061" y="18633"/>
                </a:lnTo>
                <a:lnTo>
                  <a:pt x="15520" y="18633"/>
                </a:lnTo>
                <a:lnTo>
                  <a:pt x="15960" y="19026"/>
                </a:lnTo>
                <a:lnTo>
                  <a:pt x="15960" y="19420"/>
                </a:lnTo>
                <a:lnTo>
                  <a:pt x="16400" y="19814"/>
                </a:lnTo>
                <a:lnTo>
                  <a:pt x="16400" y="20224"/>
                </a:lnTo>
                <a:lnTo>
                  <a:pt x="16841" y="20224"/>
                </a:lnTo>
                <a:lnTo>
                  <a:pt x="17281" y="20617"/>
                </a:lnTo>
                <a:lnTo>
                  <a:pt x="17281" y="21011"/>
                </a:lnTo>
                <a:lnTo>
                  <a:pt x="17721" y="21405"/>
                </a:lnTo>
                <a:lnTo>
                  <a:pt x="17721" y="21798"/>
                </a:lnTo>
                <a:lnTo>
                  <a:pt x="18180" y="21798"/>
                </a:lnTo>
                <a:lnTo>
                  <a:pt x="18180" y="22192"/>
                </a:lnTo>
                <a:lnTo>
                  <a:pt x="18620" y="22602"/>
                </a:lnTo>
                <a:lnTo>
                  <a:pt x="19061" y="22996"/>
                </a:lnTo>
                <a:lnTo>
                  <a:pt x="19061" y="23389"/>
                </a:lnTo>
                <a:lnTo>
                  <a:pt x="19501" y="23389"/>
                </a:lnTo>
                <a:lnTo>
                  <a:pt x="19941" y="23783"/>
                </a:lnTo>
                <a:lnTo>
                  <a:pt x="19941" y="24177"/>
                </a:lnTo>
                <a:lnTo>
                  <a:pt x="20381" y="24570"/>
                </a:lnTo>
                <a:lnTo>
                  <a:pt x="20822" y="24964"/>
                </a:lnTo>
                <a:lnTo>
                  <a:pt x="20822" y="25374"/>
                </a:lnTo>
                <a:lnTo>
                  <a:pt x="21280" y="25768"/>
                </a:lnTo>
                <a:lnTo>
                  <a:pt x="21721" y="26161"/>
                </a:lnTo>
                <a:lnTo>
                  <a:pt x="22161" y="26555"/>
                </a:lnTo>
                <a:lnTo>
                  <a:pt x="22161" y="26949"/>
                </a:lnTo>
                <a:lnTo>
                  <a:pt x="22601" y="27342"/>
                </a:lnTo>
                <a:lnTo>
                  <a:pt x="23042" y="27342"/>
                </a:lnTo>
                <a:lnTo>
                  <a:pt x="23042" y="27752"/>
                </a:lnTo>
                <a:lnTo>
                  <a:pt x="23482" y="28146"/>
                </a:lnTo>
                <a:lnTo>
                  <a:pt x="23922" y="28540"/>
                </a:lnTo>
                <a:lnTo>
                  <a:pt x="23922" y="28933"/>
                </a:lnTo>
                <a:lnTo>
                  <a:pt x="24381" y="28933"/>
                </a:lnTo>
                <a:lnTo>
                  <a:pt x="24381" y="29327"/>
                </a:lnTo>
                <a:lnTo>
                  <a:pt x="24821" y="29721"/>
                </a:lnTo>
                <a:lnTo>
                  <a:pt x="24821" y="30131"/>
                </a:lnTo>
                <a:lnTo>
                  <a:pt x="25261" y="30524"/>
                </a:lnTo>
                <a:lnTo>
                  <a:pt x="25702" y="30524"/>
                </a:lnTo>
                <a:lnTo>
                  <a:pt x="25702" y="30918"/>
                </a:lnTo>
                <a:lnTo>
                  <a:pt x="26142" y="31312"/>
                </a:lnTo>
                <a:lnTo>
                  <a:pt x="26582" y="31705"/>
                </a:lnTo>
                <a:lnTo>
                  <a:pt x="27023" y="32099"/>
                </a:lnTo>
                <a:lnTo>
                  <a:pt x="27023" y="32509"/>
                </a:lnTo>
                <a:lnTo>
                  <a:pt x="27481" y="32903"/>
                </a:lnTo>
                <a:lnTo>
                  <a:pt x="27922" y="33296"/>
                </a:lnTo>
                <a:lnTo>
                  <a:pt x="28362" y="33690"/>
                </a:lnTo>
                <a:lnTo>
                  <a:pt x="28362" y="34084"/>
                </a:lnTo>
                <a:lnTo>
                  <a:pt x="28802" y="34084"/>
                </a:lnTo>
                <a:lnTo>
                  <a:pt x="28802" y="34477"/>
                </a:lnTo>
                <a:lnTo>
                  <a:pt x="29242" y="34871"/>
                </a:lnTo>
                <a:lnTo>
                  <a:pt x="29242" y="35281"/>
                </a:lnTo>
                <a:lnTo>
                  <a:pt x="29683" y="35675"/>
                </a:lnTo>
                <a:lnTo>
                  <a:pt x="30123" y="35675"/>
                </a:lnTo>
                <a:lnTo>
                  <a:pt x="30582" y="36068"/>
                </a:lnTo>
                <a:lnTo>
                  <a:pt x="30582" y="36462"/>
                </a:lnTo>
                <a:lnTo>
                  <a:pt x="31022" y="36462"/>
                </a:lnTo>
                <a:lnTo>
                  <a:pt x="31022" y="36856"/>
                </a:lnTo>
                <a:lnTo>
                  <a:pt x="31462" y="37249"/>
                </a:lnTo>
                <a:lnTo>
                  <a:pt x="31462" y="37659"/>
                </a:lnTo>
                <a:lnTo>
                  <a:pt x="31903" y="37659"/>
                </a:lnTo>
                <a:lnTo>
                  <a:pt x="32343" y="38053"/>
                </a:lnTo>
                <a:lnTo>
                  <a:pt x="32343" y="38447"/>
                </a:lnTo>
                <a:lnTo>
                  <a:pt x="32783" y="38840"/>
                </a:lnTo>
                <a:lnTo>
                  <a:pt x="32783" y="39234"/>
                </a:lnTo>
                <a:lnTo>
                  <a:pt x="33242" y="39234"/>
                </a:lnTo>
                <a:lnTo>
                  <a:pt x="33242" y="39628"/>
                </a:lnTo>
                <a:lnTo>
                  <a:pt x="33682" y="40038"/>
                </a:lnTo>
                <a:lnTo>
                  <a:pt x="34122" y="40038"/>
                </a:lnTo>
                <a:lnTo>
                  <a:pt x="34122" y="40431"/>
                </a:lnTo>
                <a:lnTo>
                  <a:pt x="34563" y="40825"/>
                </a:lnTo>
                <a:lnTo>
                  <a:pt x="35003" y="41219"/>
                </a:lnTo>
                <a:lnTo>
                  <a:pt x="35003" y="41612"/>
                </a:lnTo>
                <a:lnTo>
                  <a:pt x="35443" y="41612"/>
                </a:lnTo>
                <a:lnTo>
                  <a:pt x="35443" y="42006"/>
                </a:lnTo>
                <a:lnTo>
                  <a:pt x="35884" y="42400"/>
                </a:lnTo>
                <a:lnTo>
                  <a:pt x="36342" y="42810"/>
                </a:lnTo>
                <a:lnTo>
                  <a:pt x="36782" y="43203"/>
                </a:lnTo>
                <a:lnTo>
                  <a:pt x="36782" y="43597"/>
                </a:lnTo>
                <a:lnTo>
                  <a:pt x="37223" y="43597"/>
                </a:lnTo>
                <a:lnTo>
                  <a:pt x="37223" y="43991"/>
                </a:lnTo>
                <a:lnTo>
                  <a:pt x="37663" y="44384"/>
                </a:lnTo>
                <a:lnTo>
                  <a:pt x="38103" y="44778"/>
                </a:lnTo>
                <a:lnTo>
                  <a:pt x="38544" y="45188"/>
                </a:lnTo>
                <a:lnTo>
                  <a:pt x="38544" y="45582"/>
                </a:lnTo>
                <a:lnTo>
                  <a:pt x="38984" y="45975"/>
                </a:lnTo>
                <a:lnTo>
                  <a:pt x="39443" y="45975"/>
                </a:lnTo>
                <a:lnTo>
                  <a:pt x="39443" y="46369"/>
                </a:lnTo>
                <a:lnTo>
                  <a:pt x="39883" y="46763"/>
                </a:lnTo>
                <a:lnTo>
                  <a:pt x="40323" y="47156"/>
                </a:lnTo>
                <a:lnTo>
                  <a:pt x="40763" y="47566"/>
                </a:lnTo>
                <a:lnTo>
                  <a:pt x="40763" y="47960"/>
                </a:lnTo>
                <a:lnTo>
                  <a:pt x="41204" y="47960"/>
                </a:lnTo>
                <a:lnTo>
                  <a:pt x="41644" y="48354"/>
                </a:lnTo>
                <a:lnTo>
                  <a:pt x="41644" y="48747"/>
                </a:lnTo>
                <a:lnTo>
                  <a:pt x="42084" y="49141"/>
                </a:lnTo>
                <a:lnTo>
                  <a:pt x="42543" y="49535"/>
                </a:lnTo>
                <a:lnTo>
                  <a:pt x="42543" y="49928"/>
                </a:lnTo>
                <a:lnTo>
                  <a:pt x="42983" y="50338"/>
                </a:lnTo>
                <a:lnTo>
                  <a:pt x="43424" y="50338"/>
                </a:lnTo>
                <a:lnTo>
                  <a:pt x="43424" y="50732"/>
                </a:lnTo>
                <a:lnTo>
                  <a:pt x="43864" y="51126"/>
                </a:lnTo>
                <a:lnTo>
                  <a:pt x="44304" y="51519"/>
                </a:lnTo>
                <a:lnTo>
                  <a:pt x="44304" y="51913"/>
                </a:lnTo>
                <a:lnTo>
                  <a:pt x="44744" y="51913"/>
                </a:lnTo>
                <a:lnTo>
                  <a:pt x="45185" y="52307"/>
                </a:lnTo>
                <a:lnTo>
                  <a:pt x="45185" y="52717"/>
                </a:lnTo>
                <a:lnTo>
                  <a:pt x="45643" y="53110"/>
                </a:lnTo>
                <a:lnTo>
                  <a:pt x="46084" y="53110"/>
                </a:lnTo>
                <a:lnTo>
                  <a:pt x="46084" y="53504"/>
                </a:lnTo>
                <a:lnTo>
                  <a:pt x="46524" y="53898"/>
                </a:lnTo>
                <a:lnTo>
                  <a:pt x="46964" y="54291"/>
                </a:lnTo>
                <a:lnTo>
                  <a:pt x="46964" y="54685"/>
                </a:lnTo>
                <a:lnTo>
                  <a:pt x="47405" y="55095"/>
                </a:lnTo>
                <a:lnTo>
                  <a:pt x="47845" y="55095"/>
                </a:lnTo>
                <a:lnTo>
                  <a:pt x="47845" y="55489"/>
                </a:lnTo>
                <a:lnTo>
                  <a:pt x="48303" y="55882"/>
                </a:lnTo>
                <a:lnTo>
                  <a:pt x="48744" y="56276"/>
                </a:lnTo>
                <a:lnTo>
                  <a:pt x="49184" y="56670"/>
                </a:lnTo>
                <a:lnTo>
                  <a:pt x="49184" y="57063"/>
                </a:lnTo>
                <a:lnTo>
                  <a:pt x="49624" y="57063"/>
                </a:lnTo>
                <a:lnTo>
                  <a:pt x="50065" y="57473"/>
                </a:lnTo>
                <a:lnTo>
                  <a:pt x="50065" y="57867"/>
                </a:lnTo>
                <a:lnTo>
                  <a:pt x="50505" y="57867"/>
                </a:lnTo>
                <a:lnTo>
                  <a:pt x="50505" y="58261"/>
                </a:lnTo>
                <a:lnTo>
                  <a:pt x="50945" y="58654"/>
                </a:lnTo>
                <a:lnTo>
                  <a:pt x="50945" y="59048"/>
                </a:lnTo>
                <a:lnTo>
                  <a:pt x="51404" y="59048"/>
                </a:lnTo>
                <a:lnTo>
                  <a:pt x="51844" y="59442"/>
                </a:lnTo>
                <a:lnTo>
                  <a:pt x="51844" y="59835"/>
                </a:lnTo>
                <a:lnTo>
                  <a:pt x="52284" y="59835"/>
                </a:lnTo>
                <a:lnTo>
                  <a:pt x="52725" y="60245"/>
                </a:lnTo>
                <a:lnTo>
                  <a:pt x="52725" y="60639"/>
                </a:lnTo>
              </a:path>
            </a:pathLst>
          </a:custGeom>
          <a:ln w="24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582066" y="5766313"/>
            <a:ext cx="52725" cy="48731"/>
          </a:xfrm>
          <a:custGeom>
            <a:avLst/>
            <a:gdLst/>
            <a:ahLst/>
            <a:cxnLst/>
            <a:rect l="l" t="t" r="r" b="b"/>
            <a:pathLst>
              <a:path w="52725" h="48731">
                <a:moveTo>
                  <a:pt x="0" y="0"/>
                </a:moveTo>
                <a:lnTo>
                  <a:pt x="440" y="0"/>
                </a:lnTo>
                <a:lnTo>
                  <a:pt x="440" y="393"/>
                </a:lnTo>
                <a:lnTo>
                  <a:pt x="880" y="787"/>
                </a:lnTo>
                <a:lnTo>
                  <a:pt x="1320" y="1180"/>
                </a:lnTo>
                <a:lnTo>
                  <a:pt x="1779" y="1574"/>
                </a:lnTo>
                <a:lnTo>
                  <a:pt x="2219" y="1984"/>
                </a:lnTo>
                <a:lnTo>
                  <a:pt x="2219" y="2378"/>
                </a:lnTo>
                <a:lnTo>
                  <a:pt x="2660" y="2378"/>
                </a:lnTo>
                <a:lnTo>
                  <a:pt x="2660" y="2771"/>
                </a:lnTo>
                <a:lnTo>
                  <a:pt x="3100" y="3165"/>
                </a:lnTo>
                <a:lnTo>
                  <a:pt x="3540" y="3559"/>
                </a:lnTo>
                <a:lnTo>
                  <a:pt x="3980" y="3559"/>
                </a:lnTo>
                <a:lnTo>
                  <a:pt x="3980" y="3952"/>
                </a:lnTo>
                <a:lnTo>
                  <a:pt x="4421" y="4363"/>
                </a:lnTo>
                <a:lnTo>
                  <a:pt x="4879" y="4756"/>
                </a:lnTo>
                <a:lnTo>
                  <a:pt x="4879" y="5150"/>
                </a:lnTo>
                <a:lnTo>
                  <a:pt x="5320" y="5150"/>
                </a:lnTo>
                <a:lnTo>
                  <a:pt x="5760" y="5543"/>
                </a:lnTo>
                <a:lnTo>
                  <a:pt x="5760" y="5937"/>
                </a:lnTo>
                <a:lnTo>
                  <a:pt x="6200" y="5937"/>
                </a:lnTo>
                <a:lnTo>
                  <a:pt x="6200" y="6331"/>
                </a:lnTo>
                <a:lnTo>
                  <a:pt x="6641" y="6724"/>
                </a:lnTo>
                <a:lnTo>
                  <a:pt x="7081" y="6724"/>
                </a:lnTo>
                <a:lnTo>
                  <a:pt x="7081" y="7135"/>
                </a:lnTo>
                <a:lnTo>
                  <a:pt x="7540" y="7528"/>
                </a:lnTo>
                <a:lnTo>
                  <a:pt x="7980" y="7922"/>
                </a:lnTo>
                <a:lnTo>
                  <a:pt x="8420" y="8315"/>
                </a:lnTo>
                <a:lnTo>
                  <a:pt x="8420" y="8709"/>
                </a:lnTo>
                <a:lnTo>
                  <a:pt x="8860" y="8709"/>
                </a:lnTo>
                <a:lnTo>
                  <a:pt x="8860" y="9103"/>
                </a:lnTo>
                <a:lnTo>
                  <a:pt x="9301" y="9513"/>
                </a:lnTo>
                <a:lnTo>
                  <a:pt x="9741" y="9907"/>
                </a:lnTo>
                <a:lnTo>
                  <a:pt x="10181" y="10300"/>
                </a:lnTo>
                <a:lnTo>
                  <a:pt x="10640" y="10694"/>
                </a:lnTo>
                <a:lnTo>
                  <a:pt x="11080" y="11087"/>
                </a:lnTo>
                <a:lnTo>
                  <a:pt x="11521" y="11481"/>
                </a:lnTo>
                <a:lnTo>
                  <a:pt x="11521" y="11891"/>
                </a:lnTo>
                <a:lnTo>
                  <a:pt x="11961" y="11891"/>
                </a:lnTo>
                <a:lnTo>
                  <a:pt x="12401" y="12285"/>
                </a:lnTo>
                <a:lnTo>
                  <a:pt x="12401" y="12679"/>
                </a:lnTo>
                <a:lnTo>
                  <a:pt x="12841" y="12679"/>
                </a:lnTo>
                <a:lnTo>
                  <a:pt x="12841" y="13072"/>
                </a:lnTo>
                <a:lnTo>
                  <a:pt x="13282" y="13466"/>
                </a:lnTo>
                <a:lnTo>
                  <a:pt x="13740" y="13859"/>
                </a:lnTo>
                <a:lnTo>
                  <a:pt x="14181" y="14270"/>
                </a:lnTo>
                <a:lnTo>
                  <a:pt x="14621" y="14663"/>
                </a:lnTo>
                <a:lnTo>
                  <a:pt x="15061" y="14663"/>
                </a:lnTo>
                <a:lnTo>
                  <a:pt x="15061" y="15057"/>
                </a:lnTo>
                <a:lnTo>
                  <a:pt x="15502" y="15451"/>
                </a:lnTo>
                <a:lnTo>
                  <a:pt x="15942" y="15844"/>
                </a:lnTo>
                <a:lnTo>
                  <a:pt x="15942" y="16238"/>
                </a:lnTo>
                <a:lnTo>
                  <a:pt x="16382" y="16238"/>
                </a:lnTo>
                <a:lnTo>
                  <a:pt x="16841" y="16631"/>
                </a:lnTo>
                <a:lnTo>
                  <a:pt x="16841" y="17042"/>
                </a:lnTo>
                <a:lnTo>
                  <a:pt x="17281" y="17042"/>
                </a:lnTo>
                <a:lnTo>
                  <a:pt x="17281" y="17435"/>
                </a:lnTo>
                <a:lnTo>
                  <a:pt x="17721" y="17829"/>
                </a:lnTo>
                <a:lnTo>
                  <a:pt x="18162" y="17829"/>
                </a:lnTo>
                <a:lnTo>
                  <a:pt x="18162" y="18222"/>
                </a:lnTo>
                <a:lnTo>
                  <a:pt x="18602" y="18616"/>
                </a:lnTo>
                <a:lnTo>
                  <a:pt x="19042" y="19010"/>
                </a:lnTo>
                <a:lnTo>
                  <a:pt x="19483" y="19010"/>
                </a:lnTo>
                <a:lnTo>
                  <a:pt x="19483" y="19420"/>
                </a:lnTo>
                <a:lnTo>
                  <a:pt x="19941" y="19814"/>
                </a:lnTo>
                <a:lnTo>
                  <a:pt x="20381" y="20207"/>
                </a:lnTo>
                <a:lnTo>
                  <a:pt x="20822" y="20601"/>
                </a:lnTo>
                <a:lnTo>
                  <a:pt x="21262" y="20994"/>
                </a:lnTo>
                <a:lnTo>
                  <a:pt x="21702" y="21388"/>
                </a:lnTo>
                <a:lnTo>
                  <a:pt x="22143" y="21798"/>
                </a:lnTo>
                <a:lnTo>
                  <a:pt x="22143" y="22192"/>
                </a:lnTo>
                <a:lnTo>
                  <a:pt x="22601" y="22192"/>
                </a:lnTo>
                <a:lnTo>
                  <a:pt x="22601" y="22586"/>
                </a:lnTo>
                <a:lnTo>
                  <a:pt x="23042" y="22586"/>
                </a:lnTo>
                <a:lnTo>
                  <a:pt x="23482" y="22979"/>
                </a:lnTo>
                <a:lnTo>
                  <a:pt x="23482" y="23373"/>
                </a:lnTo>
                <a:lnTo>
                  <a:pt x="23922" y="23373"/>
                </a:lnTo>
                <a:lnTo>
                  <a:pt x="23922" y="23766"/>
                </a:lnTo>
                <a:lnTo>
                  <a:pt x="24362" y="24160"/>
                </a:lnTo>
                <a:lnTo>
                  <a:pt x="24803" y="24570"/>
                </a:lnTo>
                <a:lnTo>
                  <a:pt x="25243" y="24964"/>
                </a:lnTo>
                <a:lnTo>
                  <a:pt x="25702" y="25358"/>
                </a:lnTo>
                <a:lnTo>
                  <a:pt x="26142" y="25358"/>
                </a:lnTo>
                <a:lnTo>
                  <a:pt x="26142" y="25751"/>
                </a:lnTo>
                <a:lnTo>
                  <a:pt x="26582" y="25751"/>
                </a:lnTo>
                <a:lnTo>
                  <a:pt x="26582" y="26145"/>
                </a:lnTo>
                <a:lnTo>
                  <a:pt x="27023" y="26538"/>
                </a:lnTo>
                <a:lnTo>
                  <a:pt x="27463" y="26949"/>
                </a:lnTo>
                <a:lnTo>
                  <a:pt x="27903" y="27342"/>
                </a:lnTo>
                <a:lnTo>
                  <a:pt x="28343" y="27736"/>
                </a:lnTo>
                <a:lnTo>
                  <a:pt x="28343" y="28130"/>
                </a:lnTo>
                <a:lnTo>
                  <a:pt x="28802" y="28130"/>
                </a:lnTo>
                <a:lnTo>
                  <a:pt x="29242" y="28523"/>
                </a:lnTo>
                <a:lnTo>
                  <a:pt x="29683" y="28917"/>
                </a:lnTo>
                <a:lnTo>
                  <a:pt x="30123" y="29327"/>
                </a:lnTo>
                <a:lnTo>
                  <a:pt x="30563" y="29721"/>
                </a:lnTo>
                <a:lnTo>
                  <a:pt x="30563" y="30114"/>
                </a:lnTo>
                <a:lnTo>
                  <a:pt x="31004" y="30114"/>
                </a:lnTo>
                <a:lnTo>
                  <a:pt x="31004" y="30508"/>
                </a:lnTo>
                <a:lnTo>
                  <a:pt x="31444" y="30508"/>
                </a:lnTo>
                <a:lnTo>
                  <a:pt x="31903" y="30902"/>
                </a:lnTo>
                <a:lnTo>
                  <a:pt x="32343" y="31295"/>
                </a:lnTo>
                <a:lnTo>
                  <a:pt x="32783" y="31705"/>
                </a:lnTo>
                <a:lnTo>
                  <a:pt x="33223" y="32099"/>
                </a:lnTo>
                <a:lnTo>
                  <a:pt x="33664" y="32493"/>
                </a:lnTo>
                <a:lnTo>
                  <a:pt x="33664" y="32886"/>
                </a:lnTo>
                <a:lnTo>
                  <a:pt x="34104" y="32886"/>
                </a:lnTo>
                <a:lnTo>
                  <a:pt x="34544" y="33280"/>
                </a:lnTo>
                <a:lnTo>
                  <a:pt x="34544" y="33673"/>
                </a:lnTo>
                <a:lnTo>
                  <a:pt x="35003" y="33673"/>
                </a:lnTo>
                <a:lnTo>
                  <a:pt x="35003" y="34067"/>
                </a:lnTo>
                <a:lnTo>
                  <a:pt x="35443" y="34067"/>
                </a:lnTo>
                <a:lnTo>
                  <a:pt x="35443" y="34477"/>
                </a:lnTo>
                <a:lnTo>
                  <a:pt x="35884" y="34477"/>
                </a:lnTo>
                <a:lnTo>
                  <a:pt x="36324" y="34871"/>
                </a:lnTo>
                <a:lnTo>
                  <a:pt x="36324" y="35265"/>
                </a:lnTo>
                <a:lnTo>
                  <a:pt x="36764" y="35265"/>
                </a:lnTo>
                <a:lnTo>
                  <a:pt x="37204" y="35658"/>
                </a:lnTo>
                <a:lnTo>
                  <a:pt x="37663" y="36052"/>
                </a:lnTo>
                <a:lnTo>
                  <a:pt x="38103" y="36445"/>
                </a:lnTo>
                <a:lnTo>
                  <a:pt x="38544" y="36856"/>
                </a:lnTo>
                <a:lnTo>
                  <a:pt x="38984" y="37249"/>
                </a:lnTo>
                <a:lnTo>
                  <a:pt x="38984" y="37643"/>
                </a:lnTo>
                <a:lnTo>
                  <a:pt x="39424" y="37643"/>
                </a:lnTo>
                <a:lnTo>
                  <a:pt x="39424" y="38037"/>
                </a:lnTo>
                <a:lnTo>
                  <a:pt x="39865" y="38037"/>
                </a:lnTo>
                <a:lnTo>
                  <a:pt x="40305" y="38430"/>
                </a:lnTo>
                <a:lnTo>
                  <a:pt x="40305" y="38824"/>
                </a:lnTo>
                <a:lnTo>
                  <a:pt x="40763" y="38824"/>
                </a:lnTo>
                <a:lnTo>
                  <a:pt x="41204" y="39234"/>
                </a:lnTo>
                <a:lnTo>
                  <a:pt x="41644" y="39628"/>
                </a:lnTo>
                <a:lnTo>
                  <a:pt x="42084" y="40021"/>
                </a:lnTo>
                <a:lnTo>
                  <a:pt x="42084" y="40415"/>
                </a:lnTo>
                <a:lnTo>
                  <a:pt x="42525" y="40415"/>
                </a:lnTo>
                <a:lnTo>
                  <a:pt x="42965" y="40809"/>
                </a:lnTo>
                <a:lnTo>
                  <a:pt x="43405" y="41202"/>
                </a:lnTo>
                <a:lnTo>
                  <a:pt x="43864" y="41202"/>
                </a:lnTo>
                <a:lnTo>
                  <a:pt x="43864" y="41596"/>
                </a:lnTo>
                <a:lnTo>
                  <a:pt x="44304" y="41596"/>
                </a:lnTo>
                <a:lnTo>
                  <a:pt x="44304" y="42006"/>
                </a:lnTo>
                <a:lnTo>
                  <a:pt x="44744" y="42006"/>
                </a:lnTo>
                <a:lnTo>
                  <a:pt x="44744" y="42400"/>
                </a:lnTo>
                <a:lnTo>
                  <a:pt x="45185" y="42793"/>
                </a:lnTo>
                <a:lnTo>
                  <a:pt x="45625" y="42793"/>
                </a:lnTo>
                <a:lnTo>
                  <a:pt x="45625" y="43187"/>
                </a:lnTo>
                <a:lnTo>
                  <a:pt x="46065" y="43187"/>
                </a:lnTo>
                <a:lnTo>
                  <a:pt x="46065" y="43581"/>
                </a:lnTo>
                <a:lnTo>
                  <a:pt x="46506" y="43974"/>
                </a:lnTo>
                <a:lnTo>
                  <a:pt x="46964" y="43974"/>
                </a:lnTo>
                <a:lnTo>
                  <a:pt x="46964" y="44384"/>
                </a:lnTo>
                <a:lnTo>
                  <a:pt x="47405" y="44384"/>
                </a:lnTo>
                <a:lnTo>
                  <a:pt x="47845" y="44778"/>
                </a:lnTo>
                <a:lnTo>
                  <a:pt x="48285" y="45172"/>
                </a:lnTo>
                <a:lnTo>
                  <a:pt x="48285" y="45565"/>
                </a:lnTo>
                <a:lnTo>
                  <a:pt x="48725" y="45565"/>
                </a:lnTo>
                <a:lnTo>
                  <a:pt x="49166" y="45959"/>
                </a:lnTo>
                <a:lnTo>
                  <a:pt x="49606" y="46353"/>
                </a:lnTo>
                <a:lnTo>
                  <a:pt x="50065" y="46763"/>
                </a:lnTo>
                <a:lnTo>
                  <a:pt x="50505" y="47156"/>
                </a:lnTo>
                <a:lnTo>
                  <a:pt x="50945" y="47156"/>
                </a:lnTo>
                <a:lnTo>
                  <a:pt x="50945" y="47550"/>
                </a:lnTo>
                <a:lnTo>
                  <a:pt x="51386" y="47944"/>
                </a:lnTo>
                <a:lnTo>
                  <a:pt x="51826" y="47944"/>
                </a:lnTo>
                <a:lnTo>
                  <a:pt x="52266" y="48337"/>
                </a:lnTo>
                <a:lnTo>
                  <a:pt x="52266" y="48731"/>
                </a:lnTo>
                <a:lnTo>
                  <a:pt x="52725" y="48731"/>
                </a:lnTo>
              </a:path>
            </a:pathLst>
          </a:custGeom>
          <a:ln w="242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634791" y="5815044"/>
            <a:ext cx="52266" cy="36856"/>
          </a:xfrm>
          <a:custGeom>
            <a:avLst/>
            <a:gdLst/>
            <a:ahLst/>
            <a:cxnLst/>
            <a:rect l="l" t="t" r="r" b="b"/>
            <a:pathLst>
              <a:path w="52266" h="36856">
                <a:moveTo>
                  <a:pt x="0" y="0"/>
                </a:moveTo>
                <a:lnTo>
                  <a:pt x="0" y="393"/>
                </a:lnTo>
                <a:lnTo>
                  <a:pt x="440" y="393"/>
                </a:lnTo>
                <a:lnTo>
                  <a:pt x="440" y="803"/>
                </a:lnTo>
                <a:lnTo>
                  <a:pt x="880" y="1197"/>
                </a:lnTo>
                <a:lnTo>
                  <a:pt x="1320" y="1197"/>
                </a:lnTo>
                <a:lnTo>
                  <a:pt x="1761" y="1591"/>
                </a:lnTo>
                <a:lnTo>
                  <a:pt x="2201" y="1984"/>
                </a:lnTo>
                <a:lnTo>
                  <a:pt x="2641" y="2378"/>
                </a:lnTo>
                <a:lnTo>
                  <a:pt x="3100" y="2771"/>
                </a:lnTo>
                <a:lnTo>
                  <a:pt x="3540" y="2771"/>
                </a:lnTo>
                <a:lnTo>
                  <a:pt x="3540" y="3182"/>
                </a:lnTo>
                <a:lnTo>
                  <a:pt x="3980" y="3182"/>
                </a:lnTo>
                <a:lnTo>
                  <a:pt x="3980" y="3575"/>
                </a:lnTo>
                <a:lnTo>
                  <a:pt x="4421" y="3575"/>
                </a:lnTo>
                <a:lnTo>
                  <a:pt x="4421" y="3969"/>
                </a:lnTo>
                <a:lnTo>
                  <a:pt x="4861" y="3969"/>
                </a:lnTo>
                <a:lnTo>
                  <a:pt x="5301" y="4363"/>
                </a:lnTo>
                <a:lnTo>
                  <a:pt x="5742" y="4756"/>
                </a:lnTo>
                <a:lnTo>
                  <a:pt x="6200" y="5150"/>
                </a:lnTo>
                <a:lnTo>
                  <a:pt x="6641" y="5560"/>
                </a:lnTo>
                <a:lnTo>
                  <a:pt x="7081" y="5954"/>
                </a:lnTo>
                <a:lnTo>
                  <a:pt x="7521" y="6347"/>
                </a:lnTo>
                <a:lnTo>
                  <a:pt x="7961" y="6347"/>
                </a:lnTo>
                <a:lnTo>
                  <a:pt x="7961" y="6741"/>
                </a:lnTo>
                <a:lnTo>
                  <a:pt x="8402" y="6741"/>
                </a:lnTo>
                <a:lnTo>
                  <a:pt x="8402" y="7135"/>
                </a:lnTo>
                <a:lnTo>
                  <a:pt x="8842" y="7135"/>
                </a:lnTo>
                <a:lnTo>
                  <a:pt x="9301" y="7528"/>
                </a:lnTo>
                <a:lnTo>
                  <a:pt x="9741" y="7938"/>
                </a:lnTo>
                <a:lnTo>
                  <a:pt x="10181" y="8332"/>
                </a:lnTo>
                <a:lnTo>
                  <a:pt x="10622" y="8332"/>
                </a:lnTo>
                <a:lnTo>
                  <a:pt x="10622" y="8726"/>
                </a:lnTo>
                <a:lnTo>
                  <a:pt x="11062" y="8726"/>
                </a:lnTo>
                <a:lnTo>
                  <a:pt x="11062" y="9119"/>
                </a:lnTo>
                <a:lnTo>
                  <a:pt x="11502" y="9119"/>
                </a:lnTo>
                <a:lnTo>
                  <a:pt x="11942" y="9513"/>
                </a:lnTo>
                <a:lnTo>
                  <a:pt x="12401" y="9907"/>
                </a:lnTo>
                <a:lnTo>
                  <a:pt x="12841" y="9907"/>
                </a:lnTo>
                <a:lnTo>
                  <a:pt x="12841" y="10300"/>
                </a:lnTo>
                <a:lnTo>
                  <a:pt x="13282" y="10710"/>
                </a:lnTo>
                <a:lnTo>
                  <a:pt x="13722" y="10710"/>
                </a:lnTo>
                <a:lnTo>
                  <a:pt x="13722" y="11104"/>
                </a:lnTo>
                <a:lnTo>
                  <a:pt x="14162" y="11498"/>
                </a:lnTo>
                <a:lnTo>
                  <a:pt x="14603" y="11498"/>
                </a:lnTo>
                <a:lnTo>
                  <a:pt x="15061" y="11891"/>
                </a:lnTo>
                <a:lnTo>
                  <a:pt x="15061" y="12285"/>
                </a:lnTo>
                <a:lnTo>
                  <a:pt x="15502" y="12285"/>
                </a:lnTo>
                <a:lnTo>
                  <a:pt x="15942" y="12679"/>
                </a:lnTo>
                <a:lnTo>
                  <a:pt x="16382" y="13089"/>
                </a:lnTo>
                <a:lnTo>
                  <a:pt x="16822" y="13089"/>
                </a:lnTo>
                <a:lnTo>
                  <a:pt x="17263" y="13482"/>
                </a:lnTo>
                <a:lnTo>
                  <a:pt x="17703" y="13876"/>
                </a:lnTo>
                <a:lnTo>
                  <a:pt x="18162" y="14270"/>
                </a:lnTo>
                <a:lnTo>
                  <a:pt x="18602" y="14663"/>
                </a:lnTo>
                <a:lnTo>
                  <a:pt x="19042" y="14663"/>
                </a:lnTo>
                <a:lnTo>
                  <a:pt x="19042" y="15057"/>
                </a:lnTo>
                <a:lnTo>
                  <a:pt x="19483" y="15057"/>
                </a:lnTo>
                <a:lnTo>
                  <a:pt x="19483" y="15467"/>
                </a:lnTo>
                <a:lnTo>
                  <a:pt x="19923" y="15467"/>
                </a:lnTo>
                <a:lnTo>
                  <a:pt x="20363" y="15861"/>
                </a:lnTo>
                <a:lnTo>
                  <a:pt x="20803" y="16254"/>
                </a:lnTo>
                <a:lnTo>
                  <a:pt x="21262" y="16254"/>
                </a:lnTo>
                <a:lnTo>
                  <a:pt x="21262" y="16648"/>
                </a:lnTo>
                <a:lnTo>
                  <a:pt x="21702" y="16648"/>
                </a:lnTo>
                <a:lnTo>
                  <a:pt x="21702" y="17042"/>
                </a:lnTo>
                <a:lnTo>
                  <a:pt x="22143" y="17042"/>
                </a:lnTo>
                <a:lnTo>
                  <a:pt x="22143" y="17435"/>
                </a:lnTo>
                <a:lnTo>
                  <a:pt x="22583" y="17435"/>
                </a:lnTo>
                <a:lnTo>
                  <a:pt x="23023" y="17829"/>
                </a:lnTo>
                <a:lnTo>
                  <a:pt x="23464" y="18239"/>
                </a:lnTo>
                <a:lnTo>
                  <a:pt x="23904" y="18239"/>
                </a:lnTo>
                <a:lnTo>
                  <a:pt x="24362" y="18633"/>
                </a:lnTo>
                <a:lnTo>
                  <a:pt x="24803" y="19026"/>
                </a:lnTo>
                <a:lnTo>
                  <a:pt x="25243" y="19420"/>
                </a:lnTo>
                <a:lnTo>
                  <a:pt x="25683" y="19420"/>
                </a:lnTo>
                <a:lnTo>
                  <a:pt x="25683" y="19814"/>
                </a:lnTo>
                <a:lnTo>
                  <a:pt x="26124" y="19814"/>
                </a:lnTo>
                <a:lnTo>
                  <a:pt x="26124" y="20207"/>
                </a:lnTo>
                <a:lnTo>
                  <a:pt x="26564" y="20207"/>
                </a:lnTo>
                <a:lnTo>
                  <a:pt x="26564" y="20617"/>
                </a:lnTo>
                <a:lnTo>
                  <a:pt x="27004" y="20617"/>
                </a:lnTo>
                <a:lnTo>
                  <a:pt x="27463" y="21011"/>
                </a:lnTo>
                <a:lnTo>
                  <a:pt x="27903" y="21011"/>
                </a:lnTo>
                <a:lnTo>
                  <a:pt x="28343" y="21405"/>
                </a:lnTo>
                <a:lnTo>
                  <a:pt x="28343" y="21798"/>
                </a:lnTo>
                <a:lnTo>
                  <a:pt x="28784" y="21798"/>
                </a:lnTo>
                <a:lnTo>
                  <a:pt x="29224" y="22192"/>
                </a:lnTo>
                <a:lnTo>
                  <a:pt x="29664" y="22192"/>
                </a:lnTo>
                <a:lnTo>
                  <a:pt x="29664" y="22586"/>
                </a:lnTo>
                <a:lnTo>
                  <a:pt x="30123" y="22586"/>
                </a:lnTo>
                <a:lnTo>
                  <a:pt x="30123" y="22996"/>
                </a:lnTo>
                <a:lnTo>
                  <a:pt x="30563" y="22996"/>
                </a:lnTo>
                <a:lnTo>
                  <a:pt x="30563" y="23389"/>
                </a:lnTo>
                <a:lnTo>
                  <a:pt x="31004" y="23389"/>
                </a:lnTo>
                <a:lnTo>
                  <a:pt x="31444" y="23389"/>
                </a:lnTo>
                <a:lnTo>
                  <a:pt x="31444" y="23783"/>
                </a:lnTo>
                <a:lnTo>
                  <a:pt x="31884" y="23783"/>
                </a:lnTo>
                <a:lnTo>
                  <a:pt x="32324" y="24177"/>
                </a:lnTo>
                <a:lnTo>
                  <a:pt x="32765" y="24570"/>
                </a:lnTo>
                <a:lnTo>
                  <a:pt x="33223" y="24964"/>
                </a:lnTo>
                <a:lnTo>
                  <a:pt x="33664" y="24964"/>
                </a:lnTo>
                <a:lnTo>
                  <a:pt x="34104" y="25374"/>
                </a:lnTo>
                <a:lnTo>
                  <a:pt x="34544" y="25768"/>
                </a:lnTo>
                <a:lnTo>
                  <a:pt x="34985" y="25768"/>
                </a:lnTo>
                <a:lnTo>
                  <a:pt x="34985" y="26161"/>
                </a:lnTo>
                <a:lnTo>
                  <a:pt x="35425" y="26161"/>
                </a:lnTo>
                <a:lnTo>
                  <a:pt x="35865" y="26555"/>
                </a:lnTo>
                <a:lnTo>
                  <a:pt x="36324" y="26949"/>
                </a:lnTo>
                <a:lnTo>
                  <a:pt x="36764" y="26949"/>
                </a:lnTo>
                <a:lnTo>
                  <a:pt x="36764" y="27342"/>
                </a:lnTo>
                <a:lnTo>
                  <a:pt x="37204" y="27342"/>
                </a:lnTo>
                <a:lnTo>
                  <a:pt x="37204" y="27736"/>
                </a:lnTo>
                <a:lnTo>
                  <a:pt x="37645" y="27736"/>
                </a:lnTo>
                <a:lnTo>
                  <a:pt x="38085" y="27736"/>
                </a:lnTo>
                <a:lnTo>
                  <a:pt x="38085" y="28146"/>
                </a:lnTo>
                <a:lnTo>
                  <a:pt x="38525" y="28146"/>
                </a:lnTo>
                <a:lnTo>
                  <a:pt x="38966" y="28540"/>
                </a:lnTo>
                <a:lnTo>
                  <a:pt x="39424" y="28540"/>
                </a:lnTo>
                <a:lnTo>
                  <a:pt x="39424" y="28933"/>
                </a:lnTo>
                <a:lnTo>
                  <a:pt x="39865" y="28933"/>
                </a:lnTo>
                <a:lnTo>
                  <a:pt x="39865" y="29327"/>
                </a:lnTo>
                <a:lnTo>
                  <a:pt x="40305" y="29327"/>
                </a:lnTo>
                <a:lnTo>
                  <a:pt x="40745" y="29721"/>
                </a:lnTo>
                <a:lnTo>
                  <a:pt x="41185" y="29721"/>
                </a:lnTo>
                <a:lnTo>
                  <a:pt x="41185" y="30114"/>
                </a:lnTo>
                <a:lnTo>
                  <a:pt x="41626" y="30114"/>
                </a:lnTo>
                <a:lnTo>
                  <a:pt x="42066" y="30524"/>
                </a:lnTo>
                <a:lnTo>
                  <a:pt x="42525" y="30918"/>
                </a:lnTo>
                <a:lnTo>
                  <a:pt x="42965" y="31312"/>
                </a:lnTo>
                <a:lnTo>
                  <a:pt x="43405" y="31312"/>
                </a:lnTo>
                <a:lnTo>
                  <a:pt x="43846" y="31705"/>
                </a:lnTo>
                <a:lnTo>
                  <a:pt x="44286" y="32099"/>
                </a:lnTo>
                <a:lnTo>
                  <a:pt x="44726" y="32099"/>
                </a:lnTo>
                <a:lnTo>
                  <a:pt x="45185" y="32493"/>
                </a:lnTo>
                <a:lnTo>
                  <a:pt x="45625" y="32903"/>
                </a:lnTo>
                <a:lnTo>
                  <a:pt x="46065" y="32903"/>
                </a:lnTo>
                <a:lnTo>
                  <a:pt x="46506" y="33296"/>
                </a:lnTo>
                <a:lnTo>
                  <a:pt x="46946" y="33690"/>
                </a:lnTo>
                <a:lnTo>
                  <a:pt x="47386" y="33690"/>
                </a:lnTo>
                <a:lnTo>
                  <a:pt x="47827" y="34084"/>
                </a:lnTo>
                <a:lnTo>
                  <a:pt x="48285" y="34477"/>
                </a:lnTo>
                <a:lnTo>
                  <a:pt x="48725" y="34477"/>
                </a:lnTo>
                <a:lnTo>
                  <a:pt x="49166" y="34871"/>
                </a:lnTo>
                <a:lnTo>
                  <a:pt x="49606" y="34871"/>
                </a:lnTo>
                <a:lnTo>
                  <a:pt x="50046" y="35265"/>
                </a:lnTo>
                <a:lnTo>
                  <a:pt x="50487" y="35675"/>
                </a:lnTo>
                <a:lnTo>
                  <a:pt x="50927" y="35675"/>
                </a:lnTo>
                <a:lnTo>
                  <a:pt x="50927" y="36068"/>
                </a:lnTo>
                <a:lnTo>
                  <a:pt x="51386" y="36068"/>
                </a:lnTo>
                <a:lnTo>
                  <a:pt x="51826" y="36462"/>
                </a:lnTo>
                <a:lnTo>
                  <a:pt x="52266" y="36462"/>
                </a:lnTo>
                <a:lnTo>
                  <a:pt x="52266" y="36856"/>
                </a:lnTo>
              </a:path>
            </a:pathLst>
          </a:custGeom>
          <a:ln w="238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687058" y="5851900"/>
            <a:ext cx="52706" cy="23783"/>
          </a:xfrm>
          <a:custGeom>
            <a:avLst/>
            <a:gdLst/>
            <a:ahLst/>
            <a:cxnLst/>
            <a:rect l="l" t="t" r="r" b="b"/>
            <a:pathLst>
              <a:path w="52706" h="23783">
                <a:moveTo>
                  <a:pt x="0" y="0"/>
                </a:moveTo>
                <a:lnTo>
                  <a:pt x="440" y="0"/>
                </a:lnTo>
                <a:lnTo>
                  <a:pt x="880" y="393"/>
                </a:lnTo>
                <a:lnTo>
                  <a:pt x="1320" y="393"/>
                </a:lnTo>
                <a:lnTo>
                  <a:pt x="1320" y="787"/>
                </a:lnTo>
                <a:lnTo>
                  <a:pt x="1761" y="787"/>
                </a:lnTo>
                <a:lnTo>
                  <a:pt x="2219" y="1197"/>
                </a:lnTo>
                <a:lnTo>
                  <a:pt x="2660" y="1197"/>
                </a:lnTo>
                <a:lnTo>
                  <a:pt x="3100" y="1591"/>
                </a:lnTo>
                <a:lnTo>
                  <a:pt x="3540" y="1591"/>
                </a:lnTo>
                <a:lnTo>
                  <a:pt x="3540" y="1984"/>
                </a:lnTo>
                <a:lnTo>
                  <a:pt x="3980" y="1984"/>
                </a:lnTo>
                <a:lnTo>
                  <a:pt x="4421" y="2378"/>
                </a:lnTo>
                <a:lnTo>
                  <a:pt x="4861" y="2378"/>
                </a:lnTo>
                <a:lnTo>
                  <a:pt x="4861" y="2771"/>
                </a:lnTo>
                <a:lnTo>
                  <a:pt x="5320" y="2771"/>
                </a:lnTo>
                <a:lnTo>
                  <a:pt x="5760" y="3165"/>
                </a:lnTo>
                <a:lnTo>
                  <a:pt x="6200" y="3165"/>
                </a:lnTo>
                <a:lnTo>
                  <a:pt x="6641" y="3575"/>
                </a:lnTo>
                <a:lnTo>
                  <a:pt x="7081" y="3575"/>
                </a:lnTo>
                <a:lnTo>
                  <a:pt x="7081" y="3969"/>
                </a:lnTo>
                <a:lnTo>
                  <a:pt x="7521" y="3969"/>
                </a:lnTo>
                <a:lnTo>
                  <a:pt x="7980" y="4363"/>
                </a:lnTo>
                <a:lnTo>
                  <a:pt x="8420" y="4363"/>
                </a:lnTo>
                <a:lnTo>
                  <a:pt x="8860" y="4756"/>
                </a:lnTo>
                <a:lnTo>
                  <a:pt x="9301" y="4756"/>
                </a:lnTo>
                <a:lnTo>
                  <a:pt x="9301" y="5150"/>
                </a:lnTo>
                <a:lnTo>
                  <a:pt x="9741" y="5150"/>
                </a:lnTo>
                <a:lnTo>
                  <a:pt x="9741" y="5543"/>
                </a:lnTo>
                <a:lnTo>
                  <a:pt x="10181" y="5543"/>
                </a:lnTo>
                <a:lnTo>
                  <a:pt x="10622" y="5543"/>
                </a:lnTo>
                <a:lnTo>
                  <a:pt x="11080" y="5937"/>
                </a:lnTo>
                <a:lnTo>
                  <a:pt x="11521" y="6347"/>
                </a:lnTo>
                <a:lnTo>
                  <a:pt x="11961" y="6347"/>
                </a:lnTo>
                <a:lnTo>
                  <a:pt x="12401" y="6347"/>
                </a:lnTo>
                <a:lnTo>
                  <a:pt x="12841" y="6741"/>
                </a:lnTo>
                <a:lnTo>
                  <a:pt x="13282" y="7135"/>
                </a:lnTo>
                <a:lnTo>
                  <a:pt x="13722" y="7135"/>
                </a:lnTo>
                <a:lnTo>
                  <a:pt x="13722" y="7528"/>
                </a:lnTo>
                <a:lnTo>
                  <a:pt x="14181" y="7528"/>
                </a:lnTo>
                <a:lnTo>
                  <a:pt x="14621" y="7528"/>
                </a:lnTo>
                <a:lnTo>
                  <a:pt x="14621" y="7922"/>
                </a:lnTo>
                <a:lnTo>
                  <a:pt x="15061" y="7922"/>
                </a:lnTo>
                <a:lnTo>
                  <a:pt x="15502" y="7922"/>
                </a:lnTo>
                <a:lnTo>
                  <a:pt x="15502" y="8315"/>
                </a:lnTo>
                <a:lnTo>
                  <a:pt x="15942" y="8315"/>
                </a:lnTo>
                <a:lnTo>
                  <a:pt x="16382" y="8726"/>
                </a:lnTo>
                <a:lnTo>
                  <a:pt x="16822" y="8726"/>
                </a:lnTo>
                <a:lnTo>
                  <a:pt x="17281" y="9119"/>
                </a:lnTo>
                <a:lnTo>
                  <a:pt x="17721" y="9119"/>
                </a:lnTo>
                <a:lnTo>
                  <a:pt x="17721" y="9513"/>
                </a:lnTo>
                <a:lnTo>
                  <a:pt x="18162" y="9513"/>
                </a:lnTo>
                <a:lnTo>
                  <a:pt x="18602" y="9907"/>
                </a:lnTo>
                <a:lnTo>
                  <a:pt x="19042" y="9907"/>
                </a:lnTo>
                <a:lnTo>
                  <a:pt x="19483" y="9907"/>
                </a:lnTo>
                <a:lnTo>
                  <a:pt x="19483" y="10300"/>
                </a:lnTo>
                <a:lnTo>
                  <a:pt x="19923" y="10300"/>
                </a:lnTo>
                <a:lnTo>
                  <a:pt x="20381" y="10694"/>
                </a:lnTo>
                <a:lnTo>
                  <a:pt x="20822" y="10694"/>
                </a:lnTo>
                <a:lnTo>
                  <a:pt x="21262" y="10694"/>
                </a:lnTo>
                <a:lnTo>
                  <a:pt x="21262" y="11104"/>
                </a:lnTo>
                <a:lnTo>
                  <a:pt x="21702" y="11104"/>
                </a:lnTo>
                <a:lnTo>
                  <a:pt x="21702" y="11498"/>
                </a:lnTo>
                <a:lnTo>
                  <a:pt x="22143" y="11498"/>
                </a:lnTo>
                <a:lnTo>
                  <a:pt x="22583" y="11498"/>
                </a:lnTo>
                <a:lnTo>
                  <a:pt x="23042" y="11891"/>
                </a:lnTo>
                <a:lnTo>
                  <a:pt x="23482" y="11891"/>
                </a:lnTo>
                <a:lnTo>
                  <a:pt x="23922" y="12285"/>
                </a:lnTo>
                <a:lnTo>
                  <a:pt x="24362" y="12285"/>
                </a:lnTo>
                <a:lnTo>
                  <a:pt x="24803" y="12679"/>
                </a:lnTo>
                <a:lnTo>
                  <a:pt x="25243" y="13072"/>
                </a:lnTo>
                <a:lnTo>
                  <a:pt x="25683" y="13072"/>
                </a:lnTo>
                <a:lnTo>
                  <a:pt x="26142" y="13072"/>
                </a:lnTo>
                <a:lnTo>
                  <a:pt x="26582" y="13482"/>
                </a:lnTo>
                <a:lnTo>
                  <a:pt x="27023" y="13482"/>
                </a:lnTo>
                <a:lnTo>
                  <a:pt x="27023" y="13876"/>
                </a:lnTo>
                <a:lnTo>
                  <a:pt x="27463" y="13876"/>
                </a:lnTo>
                <a:lnTo>
                  <a:pt x="27903" y="13876"/>
                </a:lnTo>
                <a:lnTo>
                  <a:pt x="27903" y="14270"/>
                </a:lnTo>
                <a:lnTo>
                  <a:pt x="28343" y="14270"/>
                </a:lnTo>
                <a:lnTo>
                  <a:pt x="28784" y="14270"/>
                </a:lnTo>
                <a:lnTo>
                  <a:pt x="28784" y="14663"/>
                </a:lnTo>
                <a:lnTo>
                  <a:pt x="29242" y="14663"/>
                </a:lnTo>
                <a:lnTo>
                  <a:pt x="29683" y="14663"/>
                </a:lnTo>
                <a:lnTo>
                  <a:pt x="29683" y="15057"/>
                </a:lnTo>
                <a:lnTo>
                  <a:pt x="30123" y="15057"/>
                </a:lnTo>
                <a:lnTo>
                  <a:pt x="30563" y="15057"/>
                </a:lnTo>
                <a:lnTo>
                  <a:pt x="31004" y="15451"/>
                </a:lnTo>
                <a:lnTo>
                  <a:pt x="31444" y="15451"/>
                </a:lnTo>
                <a:lnTo>
                  <a:pt x="31444" y="15844"/>
                </a:lnTo>
                <a:lnTo>
                  <a:pt x="31884" y="15844"/>
                </a:lnTo>
                <a:lnTo>
                  <a:pt x="32343" y="15844"/>
                </a:lnTo>
                <a:lnTo>
                  <a:pt x="32783" y="16254"/>
                </a:lnTo>
                <a:lnTo>
                  <a:pt x="33223" y="16254"/>
                </a:lnTo>
                <a:lnTo>
                  <a:pt x="33664" y="16648"/>
                </a:lnTo>
                <a:lnTo>
                  <a:pt x="34104" y="16648"/>
                </a:lnTo>
                <a:lnTo>
                  <a:pt x="34544" y="17042"/>
                </a:lnTo>
                <a:lnTo>
                  <a:pt x="34985" y="17042"/>
                </a:lnTo>
                <a:lnTo>
                  <a:pt x="35443" y="17435"/>
                </a:lnTo>
                <a:lnTo>
                  <a:pt x="35884" y="17435"/>
                </a:lnTo>
                <a:lnTo>
                  <a:pt x="36324" y="17829"/>
                </a:lnTo>
                <a:lnTo>
                  <a:pt x="36764" y="17829"/>
                </a:lnTo>
                <a:lnTo>
                  <a:pt x="37204" y="17829"/>
                </a:lnTo>
                <a:lnTo>
                  <a:pt x="37645" y="18222"/>
                </a:lnTo>
                <a:lnTo>
                  <a:pt x="38103" y="18222"/>
                </a:lnTo>
                <a:lnTo>
                  <a:pt x="38544" y="18633"/>
                </a:lnTo>
                <a:lnTo>
                  <a:pt x="38984" y="18633"/>
                </a:lnTo>
                <a:lnTo>
                  <a:pt x="39424" y="19026"/>
                </a:lnTo>
                <a:lnTo>
                  <a:pt x="39865" y="19026"/>
                </a:lnTo>
                <a:lnTo>
                  <a:pt x="40305" y="19420"/>
                </a:lnTo>
                <a:lnTo>
                  <a:pt x="40745" y="19420"/>
                </a:lnTo>
                <a:lnTo>
                  <a:pt x="41204" y="19420"/>
                </a:lnTo>
                <a:lnTo>
                  <a:pt x="41644" y="19814"/>
                </a:lnTo>
                <a:lnTo>
                  <a:pt x="42084" y="19814"/>
                </a:lnTo>
                <a:lnTo>
                  <a:pt x="42525" y="20207"/>
                </a:lnTo>
                <a:lnTo>
                  <a:pt x="42965" y="20207"/>
                </a:lnTo>
                <a:lnTo>
                  <a:pt x="43405" y="20207"/>
                </a:lnTo>
                <a:lnTo>
                  <a:pt x="43405" y="20601"/>
                </a:lnTo>
                <a:lnTo>
                  <a:pt x="43846" y="20601"/>
                </a:lnTo>
                <a:lnTo>
                  <a:pt x="44304" y="20601"/>
                </a:lnTo>
                <a:lnTo>
                  <a:pt x="44744" y="21011"/>
                </a:lnTo>
                <a:lnTo>
                  <a:pt x="45185" y="21011"/>
                </a:lnTo>
                <a:lnTo>
                  <a:pt x="45625" y="21011"/>
                </a:lnTo>
                <a:lnTo>
                  <a:pt x="45625" y="21405"/>
                </a:lnTo>
                <a:lnTo>
                  <a:pt x="46065" y="21405"/>
                </a:lnTo>
                <a:lnTo>
                  <a:pt x="46506" y="21405"/>
                </a:lnTo>
                <a:lnTo>
                  <a:pt x="46506" y="21798"/>
                </a:lnTo>
                <a:lnTo>
                  <a:pt x="46946" y="21798"/>
                </a:lnTo>
                <a:lnTo>
                  <a:pt x="47405" y="21798"/>
                </a:lnTo>
                <a:lnTo>
                  <a:pt x="47845" y="21798"/>
                </a:lnTo>
                <a:lnTo>
                  <a:pt x="47845" y="22192"/>
                </a:lnTo>
                <a:lnTo>
                  <a:pt x="48285" y="22192"/>
                </a:lnTo>
                <a:lnTo>
                  <a:pt x="48725" y="22192"/>
                </a:lnTo>
                <a:lnTo>
                  <a:pt x="49166" y="22586"/>
                </a:lnTo>
                <a:lnTo>
                  <a:pt x="50046" y="22586"/>
                </a:lnTo>
                <a:lnTo>
                  <a:pt x="50505" y="22979"/>
                </a:lnTo>
                <a:lnTo>
                  <a:pt x="50945" y="22979"/>
                </a:lnTo>
                <a:lnTo>
                  <a:pt x="51386" y="23373"/>
                </a:lnTo>
                <a:lnTo>
                  <a:pt x="51826" y="23373"/>
                </a:lnTo>
                <a:lnTo>
                  <a:pt x="52266" y="23373"/>
                </a:lnTo>
                <a:lnTo>
                  <a:pt x="52706" y="23373"/>
                </a:lnTo>
                <a:lnTo>
                  <a:pt x="52706" y="23783"/>
                </a:lnTo>
              </a:path>
            </a:pathLst>
          </a:custGeom>
          <a:ln w="234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739765" y="5875683"/>
            <a:ext cx="52725" cy="10300"/>
          </a:xfrm>
          <a:custGeom>
            <a:avLst/>
            <a:gdLst/>
            <a:ahLst/>
            <a:cxnLst/>
            <a:rect l="l" t="t" r="r" b="b"/>
            <a:pathLst>
              <a:path w="52725" h="10300">
                <a:moveTo>
                  <a:pt x="0" y="0"/>
                </a:moveTo>
                <a:lnTo>
                  <a:pt x="458" y="0"/>
                </a:lnTo>
                <a:lnTo>
                  <a:pt x="898" y="0"/>
                </a:lnTo>
                <a:lnTo>
                  <a:pt x="1339" y="393"/>
                </a:lnTo>
                <a:lnTo>
                  <a:pt x="1779" y="393"/>
                </a:lnTo>
                <a:lnTo>
                  <a:pt x="2219" y="787"/>
                </a:lnTo>
                <a:lnTo>
                  <a:pt x="3100" y="787"/>
                </a:lnTo>
                <a:lnTo>
                  <a:pt x="3559" y="1180"/>
                </a:lnTo>
                <a:lnTo>
                  <a:pt x="3999" y="1180"/>
                </a:lnTo>
                <a:lnTo>
                  <a:pt x="4439" y="1180"/>
                </a:lnTo>
                <a:lnTo>
                  <a:pt x="4879" y="1574"/>
                </a:lnTo>
                <a:lnTo>
                  <a:pt x="5760" y="1574"/>
                </a:lnTo>
                <a:lnTo>
                  <a:pt x="6200" y="1968"/>
                </a:lnTo>
                <a:lnTo>
                  <a:pt x="6659" y="1968"/>
                </a:lnTo>
                <a:lnTo>
                  <a:pt x="7099" y="1968"/>
                </a:lnTo>
                <a:lnTo>
                  <a:pt x="7540" y="2378"/>
                </a:lnTo>
                <a:lnTo>
                  <a:pt x="7980" y="2378"/>
                </a:lnTo>
                <a:lnTo>
                  <a:pt x="8420" y="2378"/>
                </a:lnTo>
                <a:lnTo>
                  <a:pt x="8860" y="2378"/>
                </a:lnTo>
                <a:lnTo>
                  <a:pt x="8860" y="2771"/>
                </a:lnTo>
                <a:lnTo>
                  <a:pt x="9301" y="2771"/>
                </a:lnTo>
                <a:lnTo>
                  <a:pt x="9759" y="2771"/>
                </a:lnTo>
                <a:lnTo>
                  <a:pt x="10200" y="3165"/>
                </a:lnTo>
                <a:lnTo>
                  <a:pt x="10640" y="3165"/>
                </a:lnTo>
                <a:lnTo>
                  <a:pt x="11080" y="3165"/>
                </a:lnTo>
                <a:lnTo>
                  <a:pt x="11521" y="3165"/>
                </a:lnTo>
                <a:lnTo>
                  <a:pt x="11961" y="3559"/>
                </a:lnTo>
                <a:lnTo>
                  <a:pt x="12401" y="3559"/>
                </a:lnTo>
                <a:lnTo>
                  <a:pt x="12860" y="3559"/>
                </a:lnTo>
                <a:lnTo>
                  <a:pt x="13300" y="3952"/>
                </a:lnTo>
                <a:lnTo>
                  <a:pt x="13740" y="3952"/>
                </a:lnTo>
                <a:lnTo>
                  <a:pt x="14181" y="3952"/>
                </a:lnTo>
                <a:lnTo>
                  <a:pt x="14621" y="3952"/>
                </a:lnTo>
                <a:lnTo>
                  <a:pt x="15061" y="4346"/>
                </a:lnTo>
                <a:lnTo>
                  <a:pt x="15520" y="4346"/>
                </a:lnTo>
                <a:lnTo>
                  <a:pt x="15960" y="4346"/>
                </a:lnTo>
                <a:lnTo>
                  <a:pt x="15960" y="4756"/>
                </a:lnTo>
                <a:lnTo>
                  <a:pt x="16400" y="4756"/>
                </a:lnTo>
                <a:lnTo>
                  <a:pt x="16841" y="4756"/>
                </a:lnTo>
                <a:lnTo>
                  <a:pt x="17281" y="4756"/>
                </a:lnTo>
                <a:lnTo>
                  <a:pt x="17721" y="4756"/>
                </a:lnTo>
                <a:lnTo>
                  <a:pt x="18162" y="5150"/>
                </a:lnTo>
                <a:lnTo>
                  <a:pt x="18620" y="5150"/>
                </a:lnTo>
                <a:lnTo>
                  <a:pt x="19061" y="5150"/>
                </a:lnTo>
                <a:lnTo>
                  <a:pt x="19501" y="5150"/>
                </a:lnTo>
                <a:lnTo>
                  <a:pt x="19501" y="5543"/>
                </a:lnTo>
                <a:lnTo>
                  <a:pt x="19941" y="5543"/>
                </a:lnTo>
                <a:lnTo>
                  <a:pt x="20381" y="5543"/>
                </a:lnTo>
                <a:lnTo>
                  <a:pt x="20822" y="5543"/>
                </a:lnTo>
                <a:lnTo>
                  <a:pt x="21262" y="5937"/>
                </a:lnTo>
                <a:lnTo>
                  <a:pt x="21721" y="5937"/>
                </a:lnTo>
                <a:lnTo>
                  <a:pt x="22161" y="5937"/>
                </a:lnTo>
                <a:lnTo>
                  <a:pt x="22601" y="5937"/>
                </a:lnTo>
                <a:lnTo>
                  <a:pt x="23042" y="6331"/>
                </a:lnTo>
                <a:lnTo>
                  <a:pt x="23482" y="6331"/>
                </a:lnTo>
                <a:lnTo>
                  <a:pt x="23922" y="6331"/>
                </a:lnTo>
                <a:lnTo>
                  <a:pt x="24362" y="6331"/>
                </a:lnTo>
                <a:lnTo>
                  <a:pt x="24821" y="6724"/>
                </a:lnTo>
                <a:lnTo>
                  <a:pt x="25261" y="6724"/>
                </a:lnTo>
                <a:lnTo>
                  <a:pt x="25702" y="6724"/>
                </a:lnTo>
                <a:lnTo>
                  <a:pt x="26142" y="6724"/>
                </a:lnTo>
                <a:lnTo>
                  <a:pt x="26582" y="6724"/>
                </a:lnTo>
                <a:lnTo>
                  <a:pt x="27023" y="7135"/>
                </a:lnTo>
                <a:lnTo>
                  <a:pt x="27463" y="7135"/>
                </a:lnTo>
                <a:lnTo>
                  <a:pt x="27922" y="7135"/>
                </a:lnTo>
                <a:lnTo>
                  <a:pt x="28362" y="7135"/>
                </a:lnTo>
                <a:lnTo>
                  <a:pt x="28802" y="7135"/>
                </a:lnTo>
                <a:lnTo>
                  <a:pt x="28802" y="7528"/>
                </a:lnTo>
                <a:lnTo>
                  <a:pt x="29242" y="7528"/>
                </a:lnTo>
                <a:lnTo>
                  <a:pt x="29683" y="7528"/>
                </a:lnTo>
                <a:lnTo>
                  <a:pt x="30123" y="7528"/>
                </a:lnTo>
                <a:lnTo>
                  <a:pt x="30582" y="7528"/>
                </a:lnTo>
                <a:lnTo>
                  <a:pt x="31022" y="7528"/>
                </a:lnTo>
                <a:lnTo>
                  <a:pt x="31022" y="7922"/>
                </a:lnTo>
                <a:lnTo>
                  <a:pt x="31462" y="7922"/>
                </a:lnTo>
                <a:lnTo>
                  <a:pt x="31903" y="7922"/>
                </a:lnTo>
                <a:lnTo>
                  <a:pt x="32343" y="7922"/>
                </a:lnTo>
                <a:lnTo>
                  <a:pt x="32783" y="7922"/>
                </a:lnTo>
                <a:lnTo>
                  <a:pt x="33223" y="7922"/>
                </a:lnTo>
                <a:lnTo>
                  <a:pt x="33223" y="8315"/>
                </a:lnTo>
                <a:lnTo>
                  <a:pt x="33682" y="8315"/>
                </a:lnTo>
                <a:lnTo>
                  <a:pt x="34122" y="8315"/>
                </a:lnTo>
                <a:lnTo>
                  <a:pt x="34563" y="8315"/>
                </a:lnTo>
                <a:lnTo>
                  <a:pt x="35003" y="8315"/>
                </a:lnTo>
                <a:lnTo>
                  <a:pt x="35443" y="8315"/>
                </a:lnTo>
                <a:lnTo>
                  <a:pt x="35884" y="8315"/>
                </a:lnTo>
                <a:lnTo>
                  <a:pt x="36324" y="8709"/>
                </a:lnTo>
                <a:lnTo>
                  <a:pt x="36782" y="8709"/>
                </a:lnTo>
                <a:lnTo>
                  <a:pt x="37223" y="8709"/>
                </a:lnTo>
                <a:lnTo>
                  <a:pt x="37663" y="8709"/>
                </a:lnTo>
                <a:lnTo>
                  <a:pt x="38103" y="8709"/>
                </a:lnTo>
                <a:lnTo>
                  <a:pt x="38544" y="9103"/>
                </a:lnTo>
                <a:lnTo>
                  <a:pt x="38984" y="9103"/>
                </a:lnTo>
                <a:lnTo>
                  <a:pt x="39424" y="9103"/>
                </a:lnTo>
                <a:lnTo>
                  <a:pt x="39883" y="9103"/>
                </a:lnTo>
                <a:lnTo>
                  <a:pt x="40323" y="9103"/>
                </a:lnTo>
                <a:lnTo>
                  <a:pt x="40763" y="9103"/>
                </a:lnTo>
                <a:lnTo>
                  <a:pt x="41204" y="9103"/>
                </a:lnTo>
                <a:lnTo>
                  <a:pt x="41644" y="9103"/>
                </a:lnTo>
                <a:lnTo>
                  <a:pt x="41644" y="9496"/>
                </a:lnTo>
                <a:lnTo>
                  <a:pt x="42084" y="9496"/>
                </a:lnTo>
                <a:lnTo>
                  <a:pt x="42525" y="9496"/>
                </a:lnTo>
                <a:lnTo>
                  <a:pt x="42983" y="9496"/>
                </a:lnTo>
                <a:lnTo>
                  <a:pt x="43424" y="9496"/>
                </a:lnTo>
                <a:lnTo>
                  <a:pt x="43864" y="9496"/>
                </a:lnTo>
                <a:lnTo>
                  <a:pt x="44304" y="9496"/>
                </a:lnTo>
                <a:lnTo>
                  <a:pt x="44744" y="9907"/>
                </a:lnTo>
                <a:lnTo>
                  <a:pt x="45185" y="9907"/>
                </a:lnTo>
                <a:lnTo>
                  <a:pt x="45643" y="9907"/>
                </a:lnTo>
                <a:lnTo>
                  <a:pt x="46084" y="9907"/>
                </a:lnTo>
                <a:lnTo>
                  <a:pt x="46524" y="9907"/>
                </a:lnTo>
                <a:lnTo>
                  <a:pt x="46964" y="9907"/>
                </a:lnTo>
                <a:lnTo>
                  <a:pt x="47405" y="9907"/>
                </a:lnTo>
                <a:lnTo>
                  <a:pt x="47845" y="9907"/>
                </a:lnTo>
                <a:lnTo>
                  <a:pt x="48285" y="9907"/>
                </a:lnTo>
                <a:lnTo>
                  <a:pt x="48744" y="9907"/>
                </a:lnTo>
                <a:lnTo>
                  <a:pt x="49184" y="10300"/>
                </a:lnTo>
                <a:lnTo>
                  <a:pt x="49624" y="10300"/>
                </a:lnTo>
                <a:lnTo>
                  <a:pt x="50065" y="10300"/>
                </a:lnTo>
                <a:lnTo>
                  <a:pt x="50505" y="10300"/>
                </a:lnTo>
                <a:lnTo>
                  <a:pt x="50945" y="10300"/>
                </a:lnTo>
                <a:lnTo>
                  <a:pt x="51386" y="10300"/>
                </a:lnTo>
                <a:lnTo>
                  <a:pt x="51844" y="10300"/>
                </a:lnTo>
                <a:lnTo>
                  <a:pt x="52284" y="10300"/>
                </a:lnTo>
                <a:lnTo>
                  <a:pt x="52725" y="10300"/>
                </a:lnTo>
              </a:path>
            </a:pathLst>
          </a:custGeom>
          <a:ln w="23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792490" y="5883212"/>
            <a:ext cx="52706" cy="3559"/>
          </a:xfrm>
          <a:custGeom>
            <a:avLst/>
            <a:gdLst/>
            <a:ahLst/>
            <a:cxnLst/>
            <a:rect l="l" t="t" r="r" b="b"/>
            <a:pathLst>
              <a:path w="52706" h="3559">
                <a:moveTo>
                  <a:pt x="0" y="2771"/>
                </a:moveTo>
                <a:lnTo>
                  <a:pt x="440" y="2771"/>
                </a:lnTo>
                <a:lnTo>
                  <a:pt x="880" y="2771"/>
                </a:lnTo>
                <a:lnTo>
                  <a:pt x="880" y="3165"/>
                </a:lnTo>
                <a:lnTo>
                  <a:pt x="1320" y="3165"/>
                </a:lnTo>
                <a:lnTo>
                  <a:pt x="1761" y="3165"/>
                </a:lnTo>
                <a:lnTo>
                  <a:pt x="2219" y="3165"/>
                </a:lnTo>
                <a:lnTo>
                  <a:pt x="2660" y="3165"/>
                </a:lnTo>
                <a:lnTo>
                  <a:pt x="3100" y="3165"/>
                </a:lnTo>
                <a:lnTo>
                  <a:pt x="3540" y="3165"/>
                </a:lnTo>
                <a:lnTo>
                  <a:pt x="3980" y="3165"/>
                </a:lnTo>
                <a:lnTo>
                  <a:pt x="4421" y="3165"/>
                </a:lnTo>
                <a:lnTo>
                  <a:pt x="4861" y="3165"/>
                </a:lnTo>
                <a:lnTo>
                  <a:pt x="5320" y="3165"/>
                </a:lnTo>
                <a:lnTo>
                  <a:pt x="5760" y="3165"/>
                </a:lnTo>
                <a:lnTo>
                  <a:pt x="6200" y="3165"/>
                </a:lnTo>
                <a:lnTo>
                  <a:pt x="6641" y="3165"/>
                </a:lnTo>
                <a:lnTo>
                  <a:pt x="7081" y="3165"/>
                </a:lnTo>
                <a:lnTo>
                  <a:pt x="7081" y="3559"/>
                </a:lnTo>
                <a:lnTo>
                  <a:pt x="7521" y="3559"/>
                </a:lnTo>
                <a:lnTo>
                  <a:pt x="7980" y="3559"/>
                </a:lnTo>
                <a:lnTo>
                  <a:pt x="8420" y="3559"/>
                </a:lnTo>
                <a:lnTo>
                  <a:pt x="8860" y="3559"/>
                </a:lnTo>
                <a:lnTo>
                  <a:pt x="9301" y="3559"/>
                </a:lnTo>
                <a:lnTo>
                  <a:pt x="9741" y="3559"/>
                </a:lnTo>
                <a:lnTo>
                  <a:pt x="10181" y="3559"/>
                </a:lnTo>
                <a:lnTo>
                  <a:pt x="10622" y="3559"/>
                </a:lnTo>
                <a:lnTo>
                  <a:pt x="11080" y="3559"/>
                </a:lnTo>
                <a:lnTo>
                  <a:pt x="11521" y="3559"/>
                </a:lnTo>
                <a:lnTo>
                  <a:pt x="11961" y="3559"/>
                </a:lnTo>
                <a:lnTo>
                  <a:pt x="12401" y="3559"/>
                </a:lnTo>
                <a:lnTo>
                  <a:pt x="12841" y="3559"/>
                </a:lnTo>
                <a:lnTo>
                  <a:pt x="13282" y="3559"/>
                </a:lnTo>
                <a:lnTo>
                  <a:pt x="13722" y="3559"/>
                </a:lnTo>
                <a:lnTo>
                  <a:pt x="14181" y="3559"/>
                </a:lnTo>
                <a:lnTo>
                  <a:pt x="14621" y="3559"/>
                </a:lnTo>
                <a:lnTo>
                  <a:pt x="15061" y="3559"/>
                </a:lnTo>
                <a:lnTo>
                  <a:pt x="15502" y="3559"/>
                </a:lnTo>
                <a:lnTo>
                  <a:pt x="15942" y="3559"/>
                </a:lnTo>
                <a:lnTo>
                  <a:pt x="16382" y="3559"/>
                </a:lnTo>
                <a:lnTo>
                  <a:pt x="16822" y="3559"/>
                </a:lnTo>
                <a:lnTo>
                  <a:pt x="17281" y="3559"/>
                </a:lnTo>
                <a:lnTo>
                  <a:pt x="17721" y="3559"/>
                </a:lnTo>
                <a:lnTo>
                  <a:pt x="18162" y="3559"/>
                </a:lnTo>
                <a:lnTo>
                  <a:pt x="18602" y="3559"/>
                </a:lnTo>
                <a:lnTo>
                  <a:pt x="19042" y="3559"/>
                </a:lnTo>
                <a:lnTo>
                  <a:pt x="19483" y="3559"/>
                </a:lnTo>
                <a:lnTo>
                  <a:pt x="19941" y="3559"/>
                </a:lnTo>
                <a:lnTo>
                  <a:pt x="20381" y="3559"/>
                </a:lnTo>
                <a:lnTo>
                  <a:pt x="20822" y="3559"/>
                </a:lnTo>
                <a:lnTo>
                  <a:pt x="21262" y="3559"/>
                </a:lnTo>
                <a:lnTo>
                  <a:pt x="21702" y="3559"/>
                </a:lnTo>
                <a:lnTo>
                  <a:pt x="22143" y="3559"/>
                </a:lnTo>
                <a:lnTo>
                  <a:pt x="22583" y="3559"/>
                </a:lnTo>
                <a:lnTo>
                  <a:pt x="23042" y="3165"/>
                </a:lnTo>
                <a:lnTo>
                  <a:pt x="23482" y="3165"/>
                </a:lnTo>
                <a:lnTo>
                  <a:pt x="23922" y="3165"/>
                </a:lnTo>
                <a:lnTo>
                  <a:pt x="24362" y="3165"/>
                </a:lnTo>
                <a:lnTo>
                  <a:pt x="24803" y="3165"/>
                </a:lnTo>
                <a:lnTo>
                  <a:pt x="25243" y="3165"/>
                </a:lnTo>
                <a:lnTo>
                  <a:pt x="25683" y="3165"/>
                </a:lnTo>
                <a:lnTo>
                  <a:pt x="26142" y="3165"/>
                </a:lnTo>
                <a:lnTo>
                  <a:pt x="26582" y="3165"/>
                </a:lnTo>
                <a:lnTo>
                  <a:pt x="27023" y="3165"/>
                </a:lnTo>
                <a:lnTo>
                  <a:pt x="27463" y="3165"/>
                </a:lnTo>
                <a:lnTo>
                  <a:pt x="27903" y="3165"/>
                </a:lnTo>
                <a:lnTo>
                  <a:pt x="28343" y="3165"/>
                </a:lnTo>
                <a:lnTo>
                  <a:pt x="28784" y="3165"/>
                </a:lnTo>
                <a:lnTo>
                  <a:pt x="29242" y="2771"/>
                </a:lnTo>
                <a:lnTo>
                  <a:pt x="29683" y="2771"/>
                </a:lnTo>
                <a:lnTo>
                  <a:pt x="30123" y="2771"/>
                </a:lnTo>
                <a:lnTo>
                  <a:pt x="30563" y="2771"/>
                </a:lnTo>
                <a:lnTo>
                  <a:pt x="31004" y="2771"/>
                </a:lnTo>
                <a:lnTo>
                  <a:pt x="31444" y="2771"/>
                </a:lnTo>
                <a:lnTo>
                  <a:pt x="31884" y="2771"/>
                </a:lnTo>
                <a:lnTo>
                  <a:pt x="32343" y="2771"/>
                </a:lnTo>
                <a:lnTo>
                  <a:pt x="32783" y="2771"/>
                </a:lnTo>
                <a:lnTo>
                  <a:pt x="33223" y="2771"/>
                </a:lnTo>
                <a:lnTo>
                  <a:pt x="33223" y="2378"/>
                </a:lnTo>
                <a:lnTo>
                  <a:pt x="33664" y="2378"/>
                </a:lnTo>
                <a:lnTo>
                  <a:pt x="34104" y="2378"/>
                </a:lnTo>
                <a:lnTo>
                  <a:pt x="34544" y="2378"/>
                </a:lnTo>
                <a:lnTo>
                  <a:pt x="35003" y="2378"/>
                </a:lnTo>
                <a:lnTo>
                  <a:pt x="35443" y="2378"/>
                </a:lnTo>
                <a:lnTo>
                  <a:pt x="35884" y="2378"/>
                </a:lnTo>
                <a:lnTo>
                  <a:pt x="36324" y="2378"/>
                </a:lnTo>
                <a:lnTo>
                  <a:pt x="36764" y="2378"/>
                </a:lnTo>
                <a:lnTo>
                  <a:pt x="37204" y="2378"/>
                </a:lnTo>
                <a:lnTo>
                  <a:pt x="37645" y="2378"/>
                </a:lnTo>
                <a:lnTo>
                  <a:pt x="38103" y="2378"/>
                </a:lnTo>
                <a:lnTo>
                  <a:pt x="38103" y="1968"/>
                </a:lnTo>
                <a:lnTo>
                  <a:pt x="38544" y="1968"/>
                </a:lnTo>
                <a:lnTo>
                  <a:pt x="38984" y="1968"/>
                </a:lnTo>
                <a:lnTo>
                  <a:pt x="39424" y="1968"/>
                </a:lnTo>
                <a:lnTo>
                  <a:pt x="39865" y="1968"/>
                </a:lnTo>
                <a:lnTo>
                  <a:pt x="40305" y="1968"/>
                </a:lnTo>
                <a:lnTo>
                  <a:pt x="40745" y="1968"/>
                </a:lnTo>
                <a:lnTo>
                  <a:pt x="40745" y="1574"/>
                </a:lnTo>
                <a:lnTo>
                  <a:pt x="41204" y="1574"/>
                </a:lnTo>
                <a:lnTo>
                  <a:pt x="41644" y="1574"/>
                </a:lnTo>
                <a:lnTo>
                  <a:pt x="42084" y="1574"/>
                </a:lnTo>
                <a:lnTo>
                  <a:pt x="42525" y="1574"/>
                </a:lnTo>
                <a:lnTo>
                  <a:pt x="42965" y="1574"/>
                </a:lnTo>
                <a:lnTo>
                  <a:pt x="43405" y="1574"/>
                </a:lnTo>
                <a:lnTo>
                  <a:pt x="43846" y="1574"/>
                </a:lnTo>
                <a:lnTo>
                  <a:pt x="44304" y="1180"/>
                </a:lnTo>
                <a:lnTo>
                  <a:pt x="44744" y="1180"/>
                </a:lnTo>
                <a:lnTo>
                  <a:pt x="45185" y="1180"/>
                </a:lnTo>
                <a:lnTo>
                  <a:pt x="45625" y="1180"/>
                </a:lnTo>
                <a:lnTo>
                  <a:pt x="46065" y="1180"/>
                </a:lnTo>
                <a:lnTo>
                  <a:pt x="46506" y="1180"/>
                </a:lnTo>
                <a:lnTo>
                  <a:pt x="46506" y="787"/>
                </a:lnTo>
                <a:lnTo>
                  <a:pt x="46946" y="787"/>
                </a:lnTo>
                <a:lnTo>
                  <a:pt x="47405" y="787"/>
                </a:lnTo>
                <a:lnTo>
                  <a:pt x="47845" y="787"/>
                </a:lnTo>
                <a:lnTo>
                  <a:pt x="48285" y="787"/>
                </a:lnTo>
                <a:lnTo>
                  <a:pt x="48725" y="787"/>
                </a:lnTo>
                <a:lnTo>
                  <a:pt x="49166" y="787"/>
                </a:lnTo>
                <a:lnTo>
                  <a:pt x="49606" y="393"/>
                </a:lnTo>
                <a:lnTo>
                  <a:pt x="50065" y="393"/>
                </a:lnTo>
                <a:lnTo>
                  <a:pt x="50505" y="393"/>
                </a:lnTo>
                <a:lnTo>
                  <a:pt x="50945" y="393"/>
                </a:lnTo>
                <a:lnTo>
                  <a:pt x="51386" y="393"/>
                </a:lnTo>
                <a:lnTo>
                  <a:pt x="51826" y="0"/>
                </a:lnTo>
                <a:lnTo>
                  <a:pt x="52266" y="0"/>
                </a:lnTo>
                <a:lnTo>
                  <a:pt x="52706" y="0"/>
                </a:lnTo>
              </a:path>
            </a:pathLst>
          </a:custGeom>
          <a:ln w="229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845197" y="5866957"/>
            <a:ext cx="52284" cy="16254"/>
          </a:xfrm>
          <a:custGeom>
            <a:avLst/>
            <a:gdLst/>
            <a:ahLst/>
            <a:cxnLst/>
            <a:rect l="l" t="t" r="r" b="b"/>
            <a:pathLst>
              <a:path w="52284" h="16254">
                <a:moveTo>
                  <a:pt x="0" y="16254"/>
                </a:moveTo>
                <a:lnTo>
                  <a:pt x="458" y="16254"/>
                </a:lnTo>
                <a:lnTo>
                  <a:pt x="898" y="16254"/>
                </a:lnTo>
                <a:lnTo>
                  <a:pt x="1339" y="16254"/>
                </a:lnTo>
                <a:lnTo>
                  <a:pt x="1339" y="15861"/>
                </a:lnTo>
                <a:lnTo>
                  <a:pt x="1779" y="15861"/>
                </a:lnTo>
                <a:lnTo>
                  <a:pt x="2219" y="15861"/>
                </a:lnTo>
                <a:lnTo>
                  <a:pt x="2660" y="15861"/>
                </a:lnTo>
                <a:lnTo>
                  <a:pt x="3100" y="15861"/>
                </a:lnTo>
                <a:lnTo>
                  <a:pt x="3100" y="15451"/>
                </a:lnTo>
                <a:lnTo>
                  <a:pt x="3559" y="15451"/>
                </a:lnTo>
                <a:lnTo>
                  <a:pt x="3999" y="15451"/>
                </a:lnTo>
                <a:lnTo>
                  <a:pt x="4439" y="15451"/>
                </a:lnTo>
                <a:lnTo>
                  <a:pt x="4879" y="15451"/>
                </a:lnTo>
                <a:lnTo>
                  <a:pt x="5320" y="15057"/>
                </a:lnTo>
                <a:lnTo>
                  <a:pt x="5760" y="15057"/>
                </a:lnTo>
                <a:lnTo>
                  <a:pt x="6200" y="15057"/>
                </a:lnTo>
                <a:lnTo>
                  <a:pt x="6659" y="15057"/>
                </a:lnTo>
                <a:lnTo>
                  <a:pt x="6659" y="14663"/>
                </a:lnTo>
                <a:lnTo>
                  <a:pt x="7099" y="14663"/>
                </a:lnTo>
                <a:lnTo>
                  <a:pt x="7540" y="14663"/>
                </a:lnTo>
                <a:lnTo>
                  <a:pt x="7980" y="14663"/>
                </a:lnTo>
                <a:lnTo>
                  <a:pt x="8420" y="14663"/>
                </a:lnTo>
                <a:lnTo>
                  <a:pt x="8860" y="14663"/>
                </a:lnTo>
                <a:lnTo>
                  <a:pt x="8860" y="14270"/>
                </a:lnTo>
                <a:lnTo>
                  <a:pt x="9301" y="14270"/>
                </a:lnTo>
                <a:lnTo>
                  <a:pt x="9759" y="14270"/>
                </a:lnTo>
                <a:lnTo>
                  <a:pt x="10200" y="14270"/>
                </a:lnTo>
                <a:lnTo>
                  <a:pt x="10640" y="13876"/>
                </a:lnTo>
                <a:lnTo>
                  <a:pt x="11080" y="13876"/>
                </a:lnTo>
                <a:lnTo>
                  <a:pt x="11521" y="13876"/>
                </a:lnTo>
                <a:lnTo>
                  <a:pt x="11961" y="13482"/>
                </a:lnTo>
                <a:lnTo>
                  <a:pt x="12419" y="13482"/>
                </a:lnTo>
                <a:lnTo>
                  <a:pt x="12860" y="13482"/>
                </a:lnTo>
                <a:lnTo>
                  <a:pt x="13300" y="13482"/>
                </a:lnTo>
                <a:lnTo>
                  <a:pt x="13740" y="13072"/>
                </a:lnTo>
                <a:lnTo>
                  <a:pt x="14181" y="13072"/>
                </a:lnTo>
                <a:lnTo>
                  <a:pt x="14621" y="13072"/>
                </a:lnTo>
                <a:lnTo>
                  <a:pt x="15061" y="13072"/>
                </a:lnTo>
                <a:lnTo>
                  <a:pt x="15061" y="12679"/>
                </a:lnTo>
                <a:lnTo>
                  <a:pt x="15520" y="12679"/>
                </a:lnTo>
                <a:lnTo>
                  <a:pt x="15960" y="12679"/>
                </a:lnTo>
                <a:lnTo>
                  <a:pt x="16400" y="12679"/>
                </a:lnTo>
                <a:lnTo>
                  <a:pt x="16841" y="12679"/>
                </a:lnTo>
                <a:lnTo>
                  <a:pt x="16841" y="12285"/>
                </a:lnTo>
                <a:lnTo>
                  <a:pt x="17281" y="12285"/>
                </a:lnTo>
                <a:lnTo>
                  <a:pt x="17721" y="12285"/>
                </a:lnTo>
                <a:lnTo>
                  <a:pt x="18162" y="12285"/>
                </a:lnTo>
                <a:lnTo>
                  <a:pt x="18162" y="11891"/>
                </a:lnTo>
                <a:lnTo>
                  <a:pt x="18620" y="11891"/>
                </a:lnTo>
                <a:lnTo>
                  <a:pt x="19061" y="11891"/>
                </a:lnTo>
                <a:lnTo>
                  <a:pt x="19501" y="11891"/>
                </a:lnTo>
                <a:lnTo>
                  <a:pt x="19941" y="11498"/>
                </a:lnTo>
                <a:lnTo>
                  <a:pt x="20822" y="11498"/>
                </a:lnTo>
                <a:lnTo>
                  <a:pt x="21262" y="11104"/>
                </a:lnTo>
                <a:lnTo>
                  <a:pt x="21721" y="11104"/>
                </a:lnTo>
                <a:lnTo>
                  <a:pt x="22161" y="11104"/>
                </a:lnTo>
                <a:lnTo>
                  <a:pt x="22601" y="11104"/>
                </a:lnTo>
                <a:lnTo>
                  <a:pt x="22601" y="10694"/>
                </a:lnTo>
                <a:lnTo>
                  <a:pt x="23042" y="10694"/>
                </a:lnTo>
                <a:lnTo>
                  <a:pt x="23482" y="10694"/>
                </a:lnTo>
                <a:lnTo>
                  <a:pt x="23922" y="10300"/>
                </a:lnTo>
                <a:lnTo>
                  <a:pt x="24362" y="10300"/>
                </a:lnTo>
                <a:lnTo>
                  <a:pt x="24821" y="10300"/>
                </a:lnTo>
                <a:lnTo>
                  <a:pt x="25261" y="10300"/>
                </a:lnTo>
                <a:lnTo>
                  <a:pt x="25702" y="9907"/>
                </a:lnTo>
                <a:lnTo>
                  <a:pt x="26142" y="9907"/>
                </a:lnTo>
                <a:lnTo>
                  <a:pt x="26582" y="9513"/>
                </a:lnTo>
                <a:lnTo>
                  <a:pt x="27023" y="9513"/>
                </a:lnTo>
                <a:lnTo>
                  <a:pt x="27481" y="9513"/>
                </a:lnTo>
                <a:lnTo>
                  <a:pt x="27922" y="9513"/>
                </a:lnTo>
                <a:lnTo>
                  <a:pt x="27922" y="9119"/>
                </a:lnTo>
                <a:lnTo>
                  <a:pt x="28362" y="9119"/>
                </a:lnTo>
                <a:lnTo>
                  <a:pt x="28802" y="9119"/>
                </a:lnTo>
                <a:lnTo>
                  <a:pt x="29242" y="8726"/>
                </a:lnTo>
                <a:lnTo>
                  <a:pt x="29683" y="8726"/>
                </a:lnTo>
                <a:lnTo>
                  <a:pt x="30123" y="8726"/>
                </a:lnTo>
                <a:lnTo>
                  <a:pt x="30123" y="8315"/>
                </a:lnTo>
                <a:lnTo>
                  <a:pt x="30582" y="8315"/>
                </a:lnTo>
                <a:lnTo>
                  <a:pt x="31022" y="8315"/>
                </a:lnTo>
                <a:lnTo>
                  <a:pt x="31462" y="7922"/>
                </a:lnTo>
                <a:lnTo>
                  <a:pt x="31903" y="7922"/>
                </a:lnTo>
                <a:lnTo>
                  <a:pt x="32343" y="7922"/>
                </a:lnTo>
                <a:lnTo>
                  <a:pt x="32343" y="7528"/>
                </a:lnTo>
                <a:lnTo>
                  <a:pt x="32783" y="7528"/>
                </a:lnTo>
                <a:lnTo>
                  <a:pt x="33223" y="7528"/>
                </a:lnTo>
                <a:lnTo>
                  <a:pt x="33682" y="7528"/>
                </a:lnTo>
                <a:lnTo>
                  <a:pt x="34122" y="7135"/>
                </a:lnTo>
                <a:lnTo>
                  <a:pt x="34563" y="7135"/>
                </a:lnTo>
                <a:lnTo>
                  <a:pt x="35003" y="6741"/>
                </a:lnTo>
                <a:lnTo>
                  <a:pt x="35884" y="6741"/>
                </a:lnTo>
                <a:lnTo>
                  <a:pt x="36324" y="6347"/>
                </a:lnTo>
                <a:lnTo>
                  <a:pt x="36782" y="6347"/>
                </a:lnTo>
                <a:lnTo>
                  <a:pt x="37223" y="5954"/>
                </a:lnTo>
                <a:lnTo>
                  <a:pt x="37663" y="5954"/>
                </a:lnTo>
                <a:lnTo>
                  <a:pt x="38103" y="5954"/>
                </a:lnTo>
                <a:lnTo>
                  <a:pt x="38544" y="5543"/>
                </a:lnTo>
                <a:lnTo>
                  <a:pt x="38984" y="5543"/>
                </a:lnTo>
                <a:lnTo>
                  <a:pt x="39424" y="5150"/>
                </a:lnTo>
                <a:lnTo>
                  <a:pt x="39883" y="5150"/>
                </a:lnTo>
                <a:lnTo>
                  <a:pt x="40323" y="5150"/>
                </a:lnTo>
                <a:lnTo>
                  <a:pt x="40323" y="4756"/>
                </a:lnTo>
                <a:lnTo>
                  <a:pt x="40763" y="4756"/>
                </a:lnTo>
                <a:lnTo>
                  <a:pt x="41204" y="4756"/>
                </a:lnTo>
                <a:lnTo>
                  <a:pt x="41644" y="4363"/>
                </a:lnTo>
                <a:lnTo>
                  <a:pt x="42084" y="4363"/>
                </a:lnTo>
                <a:lnTo>
                  <a:pt x="42543" y="4363"/>
                </a:lnTo>
                <a:lnTo>
                  <a:pt x="42543" y="3969"/>
                </a:lnTo>
                <a:lnTo>
                  <a:pt x="42983" y="3969"/>
                </a:lnTo>
                <a:lnTo>
                  <a:pt x="43424" y="3575"/>
                </a:lnTo>
                <a:lnTo>
                  <a:pt x="43864" y="3575"/>
                </a:lnTo>
                <a:lnTo>
                  <a:pt x="44304" y="3575"/>
                </a:lnTo>
                <a:lnTo>
                  <a:pt x="44304" y="3165"/>
                </a:lnTo>
                <a:lnTo>
                  <a:pt x="44744" y="3165"/>
                </a:lnTo>
                <a:lnTo>
                  <a:pt x="45185" y="3165"/>
                </a:lnTo>
                <a:lnTo>
                  <a:pt x="45643" y="2771"/>
                </a:lnTo>
                <a:lnTo>
                  <a:pt x="46084" y="2771"/>
                </a:lnTo>
                <a:lnTo>
                  <a:pt x="46084" y="2378"/>
                </a:lnTo>
                <a:lnTo>
                  <a:pt x="46524" y="2378"/>
                </a:lnTo>
                <a:lnTo>
                  <a:pt x="46964" y="2378"/>
                </a:lnTo>
                <a:lnTo>
                  <a:pt x="47405" y="2378"/>
                </a:lnTo>
                <a:lnTo>
                  <a:pt x="47845" y="1984"/>
                </a:lnTo>
                <a:lnTo>
                  <a:pt x="48285" y="1984"/>
                </a:lnTo>
                <a:lnTo>
                  <a:pt x="48285" y="1591"/>
                </a:lnTo>
                <a:lnTo>
                  <a:pt x="48744" y="1591"/>
                </a:lnTo>
                <a:lnTo>
                  <a:pt x="49184" y="1591"/>
                </a:lnTo>
                <a:lnTo>
                  <a:pt x="49624" y="1197"/>
                </a:lnTo>
                <a:lnTo>
                  <a:pt x="50065" y="1197"/>
                </a:lnTo>
                <a:lnTo>
                  <a:pt x="50065" y="787"/>
                </a:lnTo>
                <a:lnTo>
                  <a:pt x="50505" y="787"/>
                </a:lnTo>
                <a:lnTo>
                  <a:pt x="50945" y="787"/>
                </a:lnTo>
                <a:lnTo>
                  <a:pt x="51386" y="393"/>
                </a:lnTo>
                <a:lnTo>
                  <a:pt x="51844" y="393"/>
                </a:lnTo>
                <a:lnTo>
                  <a:pt x="52284" y="0"/>
                </a:lnTo>
              </a:path>
            </a:pathLst>
          </a:custGeom>
          <a:ln w="232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897482" y="5837630"/>
            <a:ext cx="52706" cy="29327"/>
          </a:xfrm>
          <a:custGeom>
            <a:avLst/>
            <a:gdLst/>
            <a:ahLst/>
            <a:cxnLst/>
            <a:rect l="l" t="t" r="r" b="b"/>
            <a:pathLst>
              <a:path w="52706" h="29327">
                <a:moveTo>
                  <a:pt x="0" y="29327"/>
                </a:moveTo>
                <a:lnTo>
                  <a:pt x="440" y="29327"/>
                </a:lnTo>
                <a:lnTo>
                  <a:pt x="880" y="28933"/>
                </a:lnTo>
                <a:lnTo>
                  <a:pt x="1320" y="28933"/>
                </a:lnTo>
                <a:lnTo>
                  <a:pt x="1761" y="28540"/>
                </a:lnTo>
                <a:lnTo>
                  <a:pt x="2201" y="28540"/>
                </a:lnTo>
                <a:lnTo>
                  <a:pt x="2660" y="28540"/>
                </a:lnTo>
                <a:lnTo>
                  <a:pt x="2660" y="28146"/>
                </a:lnTo>
                <a:lnTo>
                  <a:pt x="3100" y="28146"/>
                </a:lnTo>
                <a:lnTo>
                  <a:pt x="3540" y="27752"/>
                </a:lnTo>
                <a:lnTo>
                  <a:pt x="3980" y="27752"/>
                </a:lnTo>
                <a:lnTo>
                  <a:pt x="4421" y="27342"/>
                </a:lnTo>
                <a:lnTo>
                  <a:pt x="4861" y="27342"/>
                </a:lnTo>
                <a:lnTo>
                  <a:pt x="4861" y="26949"/>
                </a:lnTo>
                <a:lnTo>
                  <a:pt x="5320" y="26949"/>
                </a:lnTo>
                <a:lnTo>
                  <a:pt x="5760" y="26949"/>
                </a:lnTo>
                <a:lnTo>
                  <a:pt x="5760" y="26555"/>
                </a:lnTo>
                <a:lnTo>
                  <a:pt x="6200" y="26555"/>
                </a:lnTo>
                <a:lnTo>
                  <a:pt x="6641" y="26555"/>
                </a:lnTo>
                <a:lnTo>
                  <a:pt x="7081" y="26161"/>
                </a:lnTo>
                <a:lnTo>
                  <a:pt x="7521" y="26161"/>
                </a:lnTo>
                <a:lnTo>
                  <a:pt x="7961" y="25768"/>
                </a:lnTo>
                <a:lnTo>
                  <a:pt x="8420" y="25768"/>
                </a:lnTo>
                <a:lnTo>
                  <a:pt x="8420" y="25374"/>
                </a:lnTo>
                <a:lnTo>
                  <a:pt x="8860" y="25374"/>
                </a:lnTo>
                <a:lnTo>
                  <a:pt x="9301" y="24964"/>
                </a:lnTo>
                <a:lnTo>
                  <a:pt x="9741" y="24964"/>
                </a:lnTo>
                <a:lnTo>
                  <a:pt x="10181" y="24964"/>
                </a:lnTo>
                <a:lnTo>
                  <a:pt x="10622" y="24570"/>
                </a:lnTo>
                <a:lnTo>
                  <a:pt x="11062" y="24177"/>
                </a:lnTo>
                <a:lnTo>
                  <a:pt x="11521" y="24177"/>
                </a:lnTo>
                <a:lnTo>
                  <a:pt x="11961" y="23783"/>
                </a:lnTo>
                <a:lnTo>
                  <a:pt x="12401" y="23783"/>
                </a:lnTo>
                <a:lnTo>
                  <a:pt x="12841" y="23389"/>
                </a:lnTo>
                <a:lnTo>
                  <a:pt x="13282" y="23389"/>
                </a:lnTo>
                <a:lnTo>
                  <a:pt x="13722" y="22996"/>
                </a:lnTo>
                <a:lnTo>
                  <a:pt x="14162" y="22996"/>
                </a:lnTo>
                <a:lnTo>
                  <a:pt x="14162" y="22586"/>
                </a:lnTo>
                <a:lnTo>
                  <a:pt x="14621" y="22586"/>
                </a:lnTo>
                <a:lnTo>
                  <a:pt x="15061" y="22192"/>
                </a:lnTo>
                <a:lnTo>
                  <a:pt x="15502" y="22192"/>
                </a:lnTo>
                <a:lnTo>
                  <a:pt x="15942" y="21798"/>
                </a:lnTo>
                <a:lnTo>
                  <a:pt x="16382" y="21798"/>
                </a:lnTo>
                <a:lnTo>
                  <a:pt x="16382" y="21405"/>
                </a:lnTo>
                <a:lnTo>
                  <a:pt x="16822" y="21405"/>
                </a:lnTo>
                <a:lnTo>
                  <a:pt x="17263" y="21405"/>
                </a:lnTo>
                <a:lnTo>
                  <a:pt x="17721" y="21011"/>
                </a:lnTo>
                <a:lnTo>
                  <a:pt x="18162" y="20617"/>
                </a:lnTo>
                <a:lnTo>
                  <a:pt x="18602" y="20617"/>
                </a:lnTo>
                <a:lnTo>
                  <a:pt x="19042" y="20617"/>
                </a:lnTo>
                <a:lnTo>
                  <a:pt x="19042" y="20207"/>
                </a:lnTo>
                <a:lnTo>
                  <a:pt x="19483" y="20207"/>
                </a:lnTo>
                <a:lnTo>
                  <a:pt x="19483" y="19814"/>
                </a:lnTo>
                <a:lnTo>
                  <a:pt x="19923" y="19814"/>
                </a:lnTo>
                <a:lnTo>
                  <a:pt x="20381" y="19420"/>
                </a:lnTo>
                <a:lnTo>
                  <a:pt x="20822" y="19420"/>
                </a:lnTo>
                <a:lnTo>
                  <a:pt x="21262" y="19026"/>
                </a:lnTo>
                <a:lnTo>
                  <a:pt x="21702" y="19026"/>
                </a:lnTo>
                <a:lnTo>
                  <a:pt x="22143" y="18633"/>
                </a:lnTo>
                <a:lnTo>
                  <a:pt x="22583" y="18239"/>
                </a:lnTo>
                <a:lnTo>
                  <a:pt x="23023" y="18239"/>
                </a:lnTo>
                <a:lnTo>
                  <a:pt x="23482" y="17845"/>
                </a:lnTo>
                <a:lnTo>
                  <a:pt x="23922" y="17845"/>
                </a:lnTo>
                <a:lnTo>
                  <a:pt x="23922" y="17435"/>
                </a:lnTo>
                <a:lnTo>
                  <a:pt x="24362" y="17435"/>
                </a:lnTo>
                <a:lnTo>
                  <a:pt x="24803" y="17042"/>
                </a:lnTo>
                <a:lnTo>
                  <a:pt x="25243" y="17042"/>
                </a:lnTo>
                <a:lnTo>
                  <a:pt x="25683" y="16648"/>
                </a:lnTo>
                <a:lnTo>
                  <a:pt x="26124" y="16648"/>
                </a:lnTo>
                <a:lnTo>
                  <a:pt x="26124" y="16254"/>
                </a:lnTo>
                <a:lnTo>
                  <a:pt x="26582" y="16254"/>
                </a:lnTo>
                <a:lnTo>
                  <a:pt x="27023" y="15861"/>
                </a:lnTo>
                <a:lnTo>
                  <a:pt x="27463" y="15861"/>
                </a:lnTo>
                <a:lnTo>
                  <a:pt x="27463" y="15467"/>
                </a:lnTo>
                <a:lnTo>
                  <a:pt x="27903" y="15467"/>
                </a:lnTo>
                <a:lnTo>
                  <a:pt x="28343" y="15467"/>
                </a:lnTo>
                <a:lnTo>
                  <a:pt x="28343" y="15057"/>
                </a:lnTo>
                <a:lnTo>
                  <a:pt x="28784" y="15057"/>
                </a:lnTo>
                <a:lnTo>
                  <a:pt x="29224" y="14663"/>
                </a:lnTo>
                <a:lnTo>
                  <a:pt x="29683" y="14663"/>
                </a:lnTo>
                <a:lnTo>
                  <a:pt x="30123" y="14270"/>
                </a:lnTo>
                <a:lnTo>
                  <a:pt x="30563" y="13876"/>
                </a:lnTo>
                <a:lnTo>
                  <a:pt x="31004" y="13876"/>
                </a:lnTo>
                <a:lnTo>
                  <a:pt x="31004" y="13482"/>
                </a:lnTo>
                <a:lnTo>
                  <a:pt x="31444" y="13482"/>
                </a:lnTo>
                <a:lnTo>
                  <a:pt x="31884" y="13089"/>
                </a:lnTo>
                <a:lnTo>
                  <a:pt x="32324" y="12679"/>
                </a:lnTo>
                <a:lnTo>
                  <a:pt x="32783" y="12679"/>
                </a:lnTo>
                <a:lnTo>
                  <a:pt x="33223" y="12285"/>
                </a:lnTo>
                <a:lnTo>
                  <a:pt x="33664" y="11891"/>
                </a:lnTo>
                <a:lnTo>
                  <a:pt x="34104" y="11891"/>
                </a:lnTo>
                <a:lnTo>
                  <a:pt x="34544" y="11498"/>
                </a:lnTo>
                <a:lnTo>
                  <a:pt x="34985" y="11498"/>
                </a:lnTo>
                <a:lnTo>
                  <a:pt x="34985" y="11104"/>
                </a:lnTo>
                <a:lnTo>
                  <a:pt x="35443" y="11104"/>
                </a:lnTo>
                <a:lnTo>
                  <a:pt x="35884" y="10710"/>
                </a:lnTo>
                <a:lnTo>
                  <a:pt x="36324" y="10710"/>
                </a:lnTo>
                <a:lnTo>
                  <a:pt x="36764" y="10317"/>
                </a:lnTo>
                <a:lnTo>
                  <a:pt x="37204" y="9907"/>
                </a:lnTo>
                <a:lnTo>
                  <a:pt x="37645" y="9907"/>
                </a:lnTo>
                <a:lnTo>
                  <a:pt x="37645" y="9513"/>
                </a:lnTo>
                <a:lnTo>
                  <a:pt x="38085" y="9513"/>
                </a:lnTo>
                <a:lnTo>
                  <a:pt x="38544" y="9119"/>
                </a:lnTo>
                <a:lnTo>
                  <a:pt x="38984" y="8726"/>
                </a:lnTo>
                <a:lnTo>
                  <a:pt x="39424" y="8726"/>
                </a:lnTo>
                <a:lnTo>
                  <a:pt x="39424" y="8726"/>
                </a:lnTo>
                <a:lnTo>
                  <a:pt x="39865" y="8332"/>
                </a:lnTo>
                <a:lnTo>
                  <a:pt x="40305" y="7938"/>
                </a:lnTo>
                <a:lnTo>
                  <a:pt x="40745" y="7528"/>
                </a:lnTo>
                <a:lnTo>
                  <a:pt x="41185" y="7528"/>
                </a:lnTo>
                <a:lnTo>
                  <a:pt x="41644" y="7135"/>
                </a:lnTo>
                <a:lnTo>
                  <a:pt x="42084" y="6741"/>
                </a:lnTo>
                <a:lnTo>
                  <a:pt x="42525" y="6741"/>
                </a:lnTo>
                <a:lnTo>
                  <a:pt x="42965" y="6347"/>
                </a:lnTo>
                <a:lnTo>
                  <a:pt x="43405" y="6347"/>
                </a:lnTo>
                <a:lnTo>
                  <a:pt x="43405" y="5954"/>
                </a:lnTo>
                <a:lnTo>
                  <a:pt x="43846" y="5954"/>
                </a:lnTo>
                <a:lnTo>
                  <a:pt x="44286" y="5560"/>
                </a:lnTo>
                <a:lnTo>
                  <a:pt x="44744" y="5150"/>
                </a:lnTo>
                <a:lnTo>
                  <a:pt x="45185" y="5150"/>
                </a:lnTo>
                <a:lnTo>
                  <a:pt x="45185" y="4756"/>
                </a:lnTo>
                <a:lnTo>
                  <a:pt x="45625" y="4756"/>
                </a:lnTo>
                <a:lnTo>
                  <a:pt x="46065" y="4363"/>
                </a:lnTo>
                <a:lnTo>
                  <a:pt x="46506" y="4363"/>
                </a:lnTo>
                <a:lnTo>
                  <a:pt x="46506" y="3969"/>
                </a:lnTo>
                <a:lnTo>
                  <a:pt x="46946" y="3969"/>
                </a:lnTo>
                <a:lnTo>
                  <a:pt x="46946" y="3575"/>
                </a:lnTo>
                <a:lnTo>
                  <a:pt x="47386" y="3575"/>
                </a:lnTo>
                <a:lnTo>
                  <a:pt x="47845" y="3575"/>
                </a:lnTo>
                <a:lnTo>
                  <a:pt x="47845" y="3182"/>
                </a:lnTo>
                <a:lnTo>
                  <a:pt x="48285" y="3182"/>
                </a:lnTo>
                <a:lnTo>
                  <a:pt x="48285" y="2788"/>
                </a:lnTo>
                <a:lnTo>
                  <a:pt x="48725" y="2788"/>
                </a:lnTo>
                <a:lnTo>
                  <a:pt x="48725" y="2378"/>
                </a:lnTo>
                <a:lnTo>
                  <a:pt x="49166" y="2378"/>
                </a:lnTo>
                <a:lnTo>
                  <a:pt x="49606" y="1984"/>
                </a:lnTo>
                <a:lnTo>
                  <a:pt x="50046" y="1591"/>
                </a:lnTo>
                <a:lnTo>
                  <a:pt x="50505" y="1591"/>
                </a:lnTo>
                <a:lnTo>
                  <a:pt x="50945" y="1197"/>
                </a:lnTo>
                <a:lnTo>
                  <a:pt x="51386" y="803"/>
                </a:lnTo>
                <a:lnTo>
                  <a:pt x="51826" y="803"/>
                </a:lnTo>
                <a:lnTo>
                  <a:pt x="51826" y="410"/>
                </a:lnTo>
                <a:lnTo>
                  <a:pt x="52266" y="410"/>
                </a:lnTo>
                <a:lnTo>
                  <a:pt x="52266" y="0"/>
                </a:lnTo>
                <a:lnTo>
                  <a:pt x="52706" y="0"/>
                </a:lnTo>
              </a:path>
            </a:pathLst>
          </a:custGeom>
          <a:ln w="236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950189" y="5795640"/>
            <a:ext cx="52725" cy="41989"/>
          </a:xfrm>
          <a:custGeom>
            <a:avLst/>
            <a:gdLst/>
            <a:ahLst/>
            <a:cxnLst/>
            <a:rect l="l" t="t" r="r" b="b"/>
            <a:pathLst>
              <a:path w="52725" h="41989">
                <a:moveTo>
                  <a:pt x="0" y="41989"/>
                </a:moveTo>
                <a:lnTo>
                  <a:pt x="440" y="41596"/>
                </a:lnTo>
                <a:lnTo>
                  <a:pt x="898" y="41596"/>
                </a:lnTo>
                <a:lnTo>
                  <a:pt x="898" y="41202"/>
                </a:lnTo>
                <a:lnTo>
                  <a:pt x="1339" y="41202"/>
                </a:lnTo>
                <a:lnTo>
                  <a:pt x="1779" y="40809"/>
                </a:lnTo>
                <a:lnTo>
                  <a:pt x="2219" y="40415"/>
                </a:lnTo>
                <a:lnTo>
                  <a:pt x="2660" y="40415"/>
                </a:lnTo>
                <a:lnTo>
                  <a:pt x="2660" y="40021"/>
                </a:lnTo>
                <a:lnTo>
                  <a:pt x="3100" y="40021"/>
                </a:lnTo>
                <a:lnTo>
                  <a:pt x="3540" y="39611"/>
                </a:lnTo>
                <a:lnTo>
                  <a:pt x="3540" y="39217"/>
                </a:lnTo>
                <a:lnTo>
                  <a:pt x="3999" y="39217"/>
                </a:lnTo>
                <a:lnTo>
                  <a:pt x="4439" y="38824"/>
                </a:lnTo>
                <a:lnTo>
                  <a:pt x="4879" y="38824"/>
                </a:lnTo>
                <a:lnTo>
                  <a:pt x="4879" y="38430"/>
                </a:lnTo>
                <a:lnTo>
                  <a:pt x="5320" y="38430"/>
                </a:lnTo>
                <a:lnTo>
                  <a:pt x="5320" y="38037"/>
                </a:lnTo>
                <a:lnTo>
                  <a:pt x="5760" y="38037"/>
                </a:lnTo>
                <a:lnTo>
                  <a:pt x="6200" y="37643"/>
                </a:lnTo>
                <a:lnTo>
                  <a:pt x="6641" y="37643"/>
                </a:lnTo>
                <a:lnTo>
                  <a:pt x="6641" y="37233"/>
                </a:lnTo>
                <a:lnTo>
                  <a:pt x="7099" y="36839"/>
                </a:lnTo>
                <a:lnTo>
                  <a:pt x="7540" y="36839"/>
                </a:lnTo>
                <a:lnTo>
                  <a:pt x="7980" y="36445"/>
                </a:lnTo>
                <a:lnTo>
                  <a:pt x="8420" y="36052"/>
                </a:lnTo>
                <a:lnTo>
                  <a:pt x="8860" y="36052"/>
                </a:lnTo>
                <a:lnTo>
                  <a:pt x="8860" y="35658"/>
                </a:lnTo>
                <a:lnTo>
                  <a:pt x="9301" y="35658"/>
                </a:lnTo>
                <a:lnTo>
                  <a:pt x="9301" y="35265"/>
                </a:lnTo>
                <a:lnTo>
                  <a:pt x="9741" y="35265"/>
                </a:lnTo>
                <a:lnTo>
                  <a:pt x="10200" y="34871"/>
                </a:lnTo>
                <a:lnTo>
                  <a:pt x="10200" y="34871"/>
                </a:lnTo>
                <a:lnTo>
                  <a:pt x="10640" y="34461"/>
                </a:lnTo>
                <a:lnTo>
                  <a:pt x="11080" y="34067"/>
                </a:lnTo>
                <a:lnTo>
                  <a:pt x="11521" y="33673"/>
                </a:lnTo>
                <a:lnTo>
                  <a:pt x="11961" y="33673"/>
                </a:lnTo>
                <a:lnTo>
                  <a:pt x="11961" y="33280"/>
                </a:lnTo>
                <a:lnTo>
                  <a:pt x="12401" y="33280"/>
                </a:lnTo>
                <a:lnTo>
                  <a:pt x="12860" y="32886"/>
                </a:lnTo>
                <a:lnTo>
                  <a:pt x="13300" y="32493"/>
                </a:lnTo>
                <a:lnTo>
                  <a:pt x="13740" y="32082"/>
                </a:lnTo>
                <a:lnTo>
                  <a:pt x="14181" y="31689"/>
                </a:lnTo>
                <a:lnTo>
                  <a:pt x="14621" y="31689"/>
                </a:lnTo>
                <a:lnTo>
                  <a:pt x="14621" y="31295"/>
                </a:lnTo>
                <a:lnTo>
                  <a:pt x="15061" y="31295"/>
                </a:lnTo>
                <a:lnTo>
                  <a:pt x="15061" y="30902"/>
                </a:lnTo>
                <a:lnTo>
                  <a:pt x="15502" y="30902"/>
                </a:lnTo>
                <a:lnTo>
                  <a:pt x="15960" y="30508"/>
                </a:lnTo>
                <a:lnTo>
                  <a:pt x="16400" y="30114"/>
                </a:lnTo>
                <a:lnTo>
                  <a:pt x="16841" y="30114"/>
                </a:lnTo>
                <a:lnTo>
                  <a:pt x="16841" y="29704"/>
                </a:lnTo>
                <a:lnTo>
                  <a:pt x="17281" y="29704"/>
                </a:lnTo>
                <a:lnTo>
                  <a:pt x="17281" y="29310"/>
                </a:lnTo>
                <a:lnTo>
                  <a:pt x="17721" y="29310"/>
                </a:lnTo>
                <a:lnTo>
                  <a:pt x="17721" y="28917"/>
                </a:lnTo>
                <a:lnTo>
                  <a:pt x="18162" y="28917"/>
                </a:lnTo>
                <a:lnTo>
                  <a:pt x="18602" y="28523"/>
                </a:lnTo>
                <a:lnTo>
                  <a:pt x="19061" y="28130"/>
                </a:lnTo>
                <a:lnTo>
                  <a:pt x="19501" y="28130"/>
                </a:lnTo>
                <a:lnTo>
                  <a:pt x="19501" y="27736"/>
                </a:lnTo>
                <a:lnTo>
                  <a:pt x="19941" y="27736"/>
                </a:lnTo>
                <a:lnTo>
                  <a:pt x="19941" y="27342"/>
                </a:lnTo>
                <a:lnTo>
                  <a:pt x="20381" y="27342"/>
                </a:lnTo>
                <a:lnTo>
                  <a:pt x="20381" y="26932"/>
                </a:lnTo>
                <a:lnTo>
                  <a:pt x="20822" y="26932"/>
                </a:lnTo>
                <a:lnTo>
                  <a:pt x="21262" y="26538"/>
                </a:lnTo>
                <a:lnTo>
                  <a:pt x="21702" y="26145"/>
                </a:lnTo>
                <a:lnTo>
                  <a:pt x="22161" y="25751"/>
                </a:lnTo>
                <a:lnTo>
                  <a:pt x="22601" y="25358"/>
                </a:lnTo>
                <a:lnTo>
                  <a:pt x="23042" y="25358"/>
                </a:lnTo>
                <a:lnTo>
                  <a:pt x="23482" y="24964"/>
                </a:lnTo>
                <a:lnTo>
                  <a:pt x="23922" y="24554"/>
                </a:lnTo>
                <a:lnTo>
                  <a:pt x="23922" y="24160"/>
                </a:lnTo>
                <a:lnTo>
                  <a:pt x="24362" y="24160"/>
                </a:lnTo>
                <a:lnTo>
                  <a:pt x="24362" y="23766"/>
                </a:lnTo>
                <a:lnTo>
                  <a:pt x="24803" y="23766"/>
                </a:lnTo>
                <a:lnTo>
                  <a:pt x="25261" y="23373"/>
                </a:lnTo>
                <a:lnTo>
                  <a:pt x="25702" y="22979"/>
                </a:lnTo>
                <a:lnTo>
                  <a:pt x="26142" y="22586"/>
                </a:lnTo>
                <a:lnTo>
                  <a:pt x="26582" y="22175"/>
                </a:lnTo>
                <a:lnTo>
                  <a:pt x="27023" y="22175"/>
                </a:lnTo>
                <a:lnTo>
                  <a:pt x="27023" y="21782"/>
                </a:lnTo>
                <a:lnTo>
                  <a:pt x="27463" y="21388"/>
                </a:lnTo>
                <a:lnTo>
                  <a:pt x="27922" y="21388"/>
                </a:lnTo>
                <a:lnTo>
                  <a:pt x="28362" y="20994"/>
                </a:lnTo>
                <a:lnTo>
                  <a:pt x="28362" y="20601"/>
                </a:lnTo>
                <a:lnTo>
                  <a:pt x="28802" y="20601"/>
                </a:lnTo>
                <a:lnTo>
                  <a:pt x="28802" y="20207"/>
                </a:lnTo>
                <a:lnTo>
                  <a:pt x="29242" y="20207"/>
                </a:lnTo>
                <a:lnTo>
                  <a:pt x="29683" y="19797"/>
                </a:lnTo>
                <a:lnTo>
                  <a:pt x="30123" y="19403"/>
                </a:lnTo>
                <a:lnTo>
                  <a:pt x="30563" y="19403"/>
                </a:lnTo>
                <a:lnTo>
                  <a:pt x="30563" y="19010"/>
                </a:lnTo>
                <a:lnTo>
                  <a:pt x="31022" y="18616"/>
                </a:lnTo>
                <a:lnTo>
                  <a:pt x="31462" y="18222"/>
                </a:lnTo>
                <a:lnTo>
                  <a:pt x="31903" y="18222"/>
                </a:lnTo>
                <a:lnTo>
                  <a:pt x="31903" y="17829"/>
                </a:lnTo>
                <a:lnTo>
                  <a:pt x="32343" y="17829"/>
                </a:lnTo>
                <a:lnTo>
                  <a:pt x="32343" y="17435"/>
                </a:lnTo>
                <a:lnTo>
                  <a:pt x="32783" y="17435"/>
                </a:lnTo>
                <a:lnTo>
                  <a:pt x="32783" y="17025"/>
                </a:lnTo>
                <a:lnTo>
                  <a:pt x="33223" y="17025"/>
                </a:lnTo>
                <a:lnTo>
                  <a:pt x="33664" y="16631"/>
                </a:lnTo>
                <a:lnTo>
                  <a:pt x="33664" y="16238"/>
                </a:lnTo>
                <a:lnTo>
                  <a:pt x="34122" y="16238"/>
                </a:lnTo>
                <a:lnTo>
                  <a:pt x="34563" y="15844"/>
                </a:lnTo>
                <a:lnTo>
                  <a:pt x="35003" y="15451"/>
                </a:lnTo>
                <a:lnTo>
                  <a:pt x="35443" y="15057"/>
                </a:lnTo>
                <a:lnTo>
                  <a:pt x="35443" y="14647"/>
                </a:lnTo>
                <a:lnTo>
                  <a:pt x="35884" y="14647"/>
                </a:lnTo>
                <a:lnTo>
                  <a:pt x="36324" y="14647"/>
                </a:lnTo>
                <a:lnTo>
                  <a:pt x="36324" y="14253"/>
                </a:lnTo>
                <a:lnTo>
                  <a:pt x="36764" y="13859"/>
                </a:lnTo>
                <a:lnTo>
                  <a:pt x="37223" y="13466"/>
                </a:lnTo>
                <a:lnTo>
                  <a:pt x="37663" y="13466"/>
                </a:lnTo>
                <a:lnTo>
                  <a:pt x="37663" y="13072"/>
                </a:lnTo>
                <a:lnTo>
                  <a:pt x="38103" y="12679"/>
                </a:lnTo>
                <a:lnTo>
                  <a:pt x="38544" y="12268"/>
                </a:lnTo>
                <a:lnTo>
                  <a:pt x="38984" y="12268"/>
                </a:lnTo>
                <a:lnTo>
                  <a:pt x="38984" y="11875"/>
                </a:lnTo>
                <a:lnTo>
                  <a:pt x="39424" y="11875"/>
                </a:lnTo>
                <a:lnTo>
                  <a:pt x="39424" y="11481"/>
                </a:lnTo>
                <a:lnTo>
                  <a:pt x="39883" y="11087"/>
                </a:lnTo>
                <a:lnTo>
                  <a:pt x="40323" y="10694"/>
                </a:lnTo>
                <a:lnTo>
                  <a:pt x="40763" y="10694"/>
                </a:lnTo>
                <a:lnTo>
                  <a:pt x="40763" y="10300"/>
                </a:lnTo>
                <a:lnTo>
                  <a:pt x="41204" y="10300"/>
                </a:lnTo>
                <a:lnTo>
                  <a:pt x="41644" y="9907"/>
                </a:lnTo>
                <a:lnTo>
                  <a:pt x="41644" y="9496"/>
                </a:lnTo>
                <a:lnTo>
                  <a:pt x="42084" y="9496"/>
                </a:lnTo>
                <a:lnTo>
                  <a:pt x="42084" y="9103"/>
                </a:lnTo>
                <a:lnTo>
                  <a:pt x="42525" y="9103"/>
                </a:lnTo>
                <a:lnTo>
                  <a:pt x="42983" y="8709"/>
                </a:lnTo>
                <a:lnTo>
                  <a:pt x="42983" y="8315"/>
                </a:lnTo>
                <a:lnTo>
                  <a:pt x="43424" y="8315"/>
                </a:lnTo>
                <a:lnTo>
                  <a:pt x="43424" y="7922"/>
                </a:lnTo>
                <a:lnTo>
                  <a:pt x="43864" y="7922"/>
                </a:lnTo>
                <a:lnTo>
                  <a:pt x="43864" y="7528"/>
                </a:lnTo>
                <a:lnTo>
                  <a:pt x="44304" y="7528"/>
                </a:lnTo>
                <a:lnTo>
                  <a:pt x="44744" y="7118"/>
                </a:lnTo>
                <a:lnTo>
                  <a:pt x="44744" y="6724"/>
                </a:lnTo>
                <a:lnTo>
                  <a:pt x="45185" y="6724"/>
                </a:lnTo>
                <a:lnTo>
                  <a:pt x="45625" y="6331"/>
                </a:lnTo>
                <a:lnTo>
                  <a:pt x="46084" y="5937"/>
                </a:lnTo>
                <a:lnTo>
                  <a:pt x="46524" y="5543"/>
                </a:lnTo>
                <a:lnTo>
                  <a:pt x="46524" y="5150"/>
                </a:lnTo>
                <a:lnTo>
                  <a:pt x="46964" y="5150"/>
                </a:lnTo>
                <a:lnTo>
                  <a:pt x="47405" y="4740"/>
                </a:lnTo>
                <a:lnTo>
                  <a:pt x="47405" y="4346"/>
                </a:lnTo>
                <a:lnTo>
                  <a:pt x="47845" y="4346"/>
                </a:lnTo>
                <a:lnTo>
                  <a:pt x="47845" y="3952"/>
                </a:lnTo>
                <a:lnTo>
                  <a:pt x="48285" y="3952"/>
                </a:lnTo>
                <a:lnTo>
                  <a:pt x="48725" y="3559"/>
                </a:lnTo>
                <a:lnTo>
                  <a:pt x="48725" y="3165"/>
                </a:lnTo>
                <a:lnTo>
                  <a:pt x="49184" y="3165"/>
                </a:lnTo>
                <a:lnTo>
                  <a:pt x="49624" y="2771"/>
                </a:lnTo>
                <a:lnTo>
                  <a:pt x="50065" y="2378"/>
                </a:lnTo>
                <a:lnTo>
                  <a:pt x="50505" y="1968"/>
                </a:lnTo>
                <a:lnTo>
                  <a:pt x="50505" y="1574"/>
                </a:lnTo>
                <a:lnTo>
                  <a:pt x="50945" y="1574"/>
                </a:lnTo>
                <a:lnTo>
                  <a:pt x="51386" y="1180"/>
                </a:lnTo>
                <a:lnTo>
                  <a:pt x="51386" y="787"/>
                </a:lnTo>
                <a:lnTo>
                  <a:pt x="51826" y="787"/>
                </a:lnTo>
                <a:lnTo>
                  <a:pt x="51826" y="393"/>
                </a:lnTo>
                <a:lnTo>
                  <a:pt x="52284" y="393"/>
                </a:lnTo>
                <a:lnTo>
                  <a:pt x="52725" y="0"/>
                </a:lnTo>
              </a:path>
            </a:pathLst>
          </a:custGeom>
          <a:ln w="24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6002914" y="5741742"/>
            <a:ext cx="52266" cy="53898"/>
          </a:xfrm>
          <a:custGeom>
            <a:avLst/>
            <a:gdLst/>
            <a:ahLst/>
            <a:cxnLst/>
            <a:rect l="l" t="t" r="r" b="b"/>
            <a:pathLst>
              <a:path w="52266" h="53898">
                <a:moveTo>
                  <a:pt x="0" y="53898"/>
                </a:moveTo>
                <a:lnTo>
                  <a:pt x="440" y="53488"/>
                </a:lnTo>
                <a:lnTo>
                  <a:pt x="440" y="53094"/>
                </a:lnTo>
                <a:lnTo>
                  <a:pt x="880" y="53094"/>
                </a:lnTo>
                <a:lnTo>
                  <a:pt x="1320" y="52700"/>
                </a:lnTo>
                <a:lnTo>
                  <a:pt x="1320" y="52307"/>
                </a:lnTo>
                <a:lnTo>
                  <a:pt x="1761" y="52307"/>
                </a:lnTo>
                <a:lnTo>
                  <a:pt x="1761" y="51913"/>
                </a:lnTo>
                <a:lnTo>
                  <a:pt x="2201" y="51913"/>
                </a:lnTo>
                <a:lnTo>
                  <a:pt x="2201" y="51519"/>
                </a:lnTo>
                <a:lnTo>
                  <a:pt x="2660" y="51109"/>
                </a:lnTo>
                <a:lnTo>
                  <a:pt x="3100" y="51109"/>
                </a:lnTo>
                <a:lnTo>
                  <a:pt x="3100" y="50716"/>
                </a:lnTo>
                <a:lnTo>
                  <a:pt x="3540" y="50322"/>
                </a:lnTo>
                <a:lnTo>
                  <a:pt x="3980" y="50322"/>
                </a:lnTo>
                <a:lnTo>
                  <a:pt x="3980" y="49928"/>
                </a:lnTo>
                <a:lnTo>
                  <a:pt x="4421" y="49535"/>
                </a:lnTo>
                <a:lnTo>
                  <a:pt x="4861" y="49141"/>
                </a:lnTo>
                <a:lnTo>
                  <a:pt x="5320" y="49141"/>
                </a:lnTo>
                <a:lnTo>
                  <a:pt x="5320" y="48731"/>
                </a:lnTo>
                <a:lnTo>
                  <a:pt x="5760" y="48731"/>
                </a:lnTo>
                <a:lnTo>
                  <a:pt x="5760" y="48337"/>
                </a:lnTo>
                <a:lnTo>
                  <a:pt x="6200" y="47944"/>
                </a:lnTo>
                <a:lnTo>
                  <a:pt x="6641" y="47550"/>
                </a:lnTo>
                <a:lnTo>
                  <a:pt x="7081" y="47156"/>
                </a:lnTo>
                <a:lnTo>
                  <a:pt x="7521" y="46763"/>
                </a:lnTo>
                <a:lnTo>
                  <a:pt x="7961" y="46369"/>
                </a:lnTo>
                <a:lnTo>
                  <a:pt x="8420" y="45959"/>
                </a:lnTo>
                <a:lnTo>
                  <a:pt x="8860" y="45565"/>
                </a:lnTo>
                <a:lnTo>
                  <a:pt x="8860" y="45172"/>
                </a:lnTo>
                <a:lnTo>
                  <a:pt x="9301" y="45172"/>
                </a:lnTo>
                <a:lnTo>
                  <a:pt x="9741" y="44778"/>
                </a:lnTo>
                <a:lnTo>
                  <a:pt x="9741" y="44384"/>
                </a:lnTo>
                <a:lnTo>
                  <a:pt x="10181" y="44384"/>
                </a:lnTo>
                <a:lnTo>
                  <a:pt x="10622" y="43991"/>
                </a:lnTo>
                <a:lnTo>
                  <a:pt x="10622" y="43581"/>
                </a:lnTo>
                <a:lnTo>
                  <a:pt x="11062" y="43581"/>
                </a:lnTo>
                <a:lnTo>
                  <a:pt x="11062" y="43187"/>
                </a:lnTo>
                <a:lnTo>
                  <a:pt x="11521" y="42793"/>
                </a:lnTo>
                <a:lnTo>
                  <a:pt x="11961" y="42400"/>
                </a:lnTo>
                <a:lnTo>
                  <a:pt x="12401" y="42400"/>
                </a:lnTo>
                <a:lnTo>
                  <a:pt x="12401" y="42006"/>
                </a:lnTo>
                <a:lnTo>
                  <a:pt x="12841" y="41612"/>
                </a:lnTo>
                <a:lnTo>
                  <a:pt x="13282" y="41202"/>
                </a:lnTo>
                <a:lnTo>
                  <a:pt x="13722" y="40809"/>
                </a:lnTo>
                <a:lnTo>
                  <a:pt x="14162" y="40415"/>
                </a:lnTo>
                <a:lnTo>
                  <a:pt x="14621" y="40021"/>
                </a:lnTo>
                <a:lnTo>
                  <a:pt x="15061" y="39628"/>
                </a:lnTo>
                <a:lnTo>
                  <a:pt x="15061" y="39234"/>
                </a:lnTo>
                <a:lnTo>
                  <a:pt x="15502" y="39234"/>
                </a:lnTo>
                <a:lnTo>
                  <a:pt x="15502" y="38840"/>
                </a:lnTo>
                <a:lnTo>
                  <a:pt x="15942" y="38430"/>
                </a:lnTo>
                <a:lnTo>
                  <a:pt x="16382" y="38430"/>
                </a:lnTo>
                <a:lnTo>
                  <a:pt x="16382" y="38037"/>
                </a:lnTo>
                <a:lnTo>
                  <a:pt x="16822" y="37643"/>
                </a:lnTo>
                <a:lnTo>
                  <a:pt x="17281" y="37249"/>
                </a:lnTo>
                <a:lnTo>
                  <a:pt x="17281" y="36856"/>
                </a:lnTo>
                <a:lnTo>
                  <a:pt x="17721" y="36856"/>
                </a:lnTo>
                <a:lnTo>
                  <a:pt x="18162" y="36462"/>
                </a:lnTo>
                <a:lnTo>
                  <a:pt x="18162" y="36052"/>
                </a:lnTo>
                <a:lnTo>
                  <a:pt x="18602" y="36052"/>
                </a:lnTo>
                <a:lnTo>
                  <a:pt x="19042" y="35658"/>
                </a:lnTo>
                <a:lnTo>
                  <a:pt x="19483" y="35265"/>
                </a:lnTo>
                <a:lnTo>
                  <a:pt x="19483" y="34871"/>
                </a:lnTo>
                <a:lnTo>
                  <a:pt x="19923" y="34871"/>
                </a:lnTo>
                <a:lnTo>
                  <a:pt x="19923" y="34477"/>
                </a:lnTo>
                <a:lnTo>
                  <a:pt x="20381" y="34084"/>
                </a:lnTo>
                <a:lnTo>
                  <a:pt x="20822" y="34084"/>
                </a:lnTo>
                <a:lnTo>
                  <a:pt x="20822" y="33673"/>
                </a:lnTo>
                <a:lnTo>
                  <a:pt x="21262" y="33280"/>
                </a:lnTo>
                <a:lnTo>
                  <a:pt x="21702" y="33280"/>
                </a:lnTo>
                <a:lnTo>
                  <a:pt x="21702" y="32886"/>
                </a:lnTo>
                <a:lnTo>
                  <a:pt x="22143" y="32493"/>
                </a:lnTo>
                <a:lnTo>
                  <a:pt x="22143" y="32099"/>
                </a:lnTo>
                <a:lnTo>
                  <a:pt x="22583" y="32099"/>
                </a:lnTo>
                <a:lnTo>
                  <a:pt x="23023" y="31705"/>
                </a:lnTo>
                <a:lnTo>
                  <a:pt x="23023" y="31295"/>
                </a:lnTo>
                <a:lnTo>
                  <a:pt x="23482" y="31295"/>
                </a:lnTo>
                <a:lnTo>
                  <a:pt x="23482" y="30902"/>
                </a:lnTo>
                <a:lnTo>
                  <a:pt x="23922" y="30508"/>
                </a:lnTo>
                <a:lnTo>
                  <a:pt x="24362" y="30114"/>
                </a:lnTo>
                <a:lnTo>
                  <a:pt x="24803" y="29721"/>
                </a:lnTo>
                <a:lnTo>
                  <a:pt x="25243" y="29327"/>
                </a:lnTo>
                <a:lnTo>
                  <a:pt x="25683" y="28933"/>
                </a:lnTo>
                <a:lnTo>
                  <a:pt x="26124" y="28523"/>
                </a:lnTo>
                <a:lnTo>
                  <a:pt x="26124" y="28130"/>
                </a:lnTo>
                <a:lnTo>
                  <a:pt x="26582" y="28130"/>
                </a:lnTo>
                <a:lnTo>
                  <a:pt x="26582" y="27736"/>
                </a:lnTo>
                <a:lnTo>
                  <a:pt x="27023" y="27342"/>
                </a:lnTo>
                <a:lnTo>
                  <a:pt x="27463" y="26949"/>
                </a:lnTo>
                <a:lnTo>
                  <a:pt x="27903" y="26555"/>
                </a:lnTo>
                <a:lnTo>
                  <a:pt x="27903" y="26145"/>
                </a:lnTo>
                <a:lnTo>
                  <a:pt x="28343" y="26145"/>
                </a:lnTo>
                <a:lnTo>
                  <a:pt x="28343" y="25751"/>
                </a:lnTo>
                <a:lnTo>
                  <a:pt x="28784" y="25358"/>
                </a:lnTo>
                <a:lnTo>
                  <a:pt x="29224" y="25358"/>
                </a:lnTo>
                <a:lnTo>
                  <a:pt x="29224" y="24964"/>
                </a:lnTo>
                <a:lnTo>
                  <a:pt x="29683" y="24570"/>
                </a:lnTo>
                <a:lnTo>
                  <a:pt x="30123" y="24570"/>
                </a:lnTo>
                <a:lnTo>
                  <a:pt x="30123" y="24177"/>
                </a:lnTo>
                <a:lnTo>
                  <a:pt x="30563" y="23766"/>
                </a:lnTo>
                <a:lnTo>
                  <a:pt x="31004" y="23373"/>
                </a:lnTo>
                <a:lnTo>
                  <a:pt x="31444" y="22979"/>
                </a:lnTo>
                <a:lnTo>
                  <a:pt x="31444" y="22586"/>
                </a:lnTo>
                <a:lnTo>
                  <a:pt x="31884" y="22586"/>
                </a:lnTo>
                <a:lnTo>
                  <a:pt x="31884" y="22192"/>
                </a:lnTo>
                <a:lnTo>
                  <a:pt x="32343" y="21798"/>
                </a:lnTo>
                <a:lnTo>
                  <a:pt x="32783" y="21798"/>
                </a:lnTo>
                <a:lnTo>
                  <a:pt x="32783" y="21405"/>
                </a:lnTo>
                <a:lnTo>
                  <a:pt x="33223" y="20994"/>
                </a:lnTo>
                <a:lnTo>
                  <a:pt x="33223" y="20601"/>
                </a:lnTo>
                <a:lnTo>
                  <a:pt x="33664" y="20601"/>
                </a:lnTo>
                <a:lnTo>
                  <a:pt x="34104" y="20207"/>
                </a:lnTo>
                <a:lnTo>
                  <a:pt x="34104" y="19814"/>
                </a:lnTo>
                <a:lnTo>
                  <a:pt x="34544" y="19814"/>
                </a:lnTo>
                <a:lnTo>
                  <a:pt x="34544" y="19420"/>
                </a:lnTo>
                <a:lnTo>
                  <a:pt x="34985" y="19026"/>
                </a:lnTo>
                <a:lnTo>
                  <a:pt x="34985" y="18616"/>
                </a:lnTo>
                <a:lnTo>
                  <a:pt x="35443" y="18616"/>
                </a:lnTo>
                <a:lnTo>
                  <a:pt x="35884" y="18222"/>
                </a:lnTo>
                <a:lnTo>
                  <a:pt x="35884" y="17829"/>
                </a:lnTo>
                <a:lnTo>
                  <a:pt x="36324" y="17829"/>
                </a:lnTo>
                <a:lnTo>
                  <a:pt x="36764" y="17435"/>
                </a:lnTo>
                <a:lnTo>
                  <a:pt x="36764" y="17042"/>
                </a:lnTo>
                <a:lnTo>
                  <a:pt x="37204" y="16648"/>
                </a:lnTo>
                <a:lnTo>
                  <a:pt x="37645" y="16238"/>
                </a:lnTo>
                <a:lnTo>
                  <a:pt x="37645" y="15844"/>
                </a:lnTo>
                <a:lnTo>
                  <a:pt x="38085" y="15844"/>
                </a:lnTo>
                <a:lnTo>
                  <a:pt x="38544" y="15451"/>
                </a:lnTo>
                <a:lnTo>
                  <a:pt x="38544" y="15057"/>
                </a:lnTo>
                <a:lnTo>
                  <a:pt x="38984" y="15057"/>
                </a:lnTo>
                <a:lnTo>
                  <a:pt x="38984" y="14663"/>
                </a:lnTo>
                <a:lnTo>
                  <a:pt x="39424" y="14270"/>
                </a:lnTo>
                <a:lnTo>
                  <a:pt x="39865" y="13859"/>
                </a:lnTo>
                <a:lnTo>
                  <a:pt x="40305" y="13466"/>
                </a:lnTo>
                <a:lnTo>
                  <a:pt x="40745" y="13072"/>
                </a:lnTo>
                <a:lnTo>
                  <a:pt x="40745" y="12679"/>
                </a:lnTo>
                <a:lnTo>
                  <a:pt x="41185" y="12679"/>
                </a:lnTo>
                <a:lnTo>
                  <a:pt x="41185" y="12285"/>
                </a:lnTo>
                <a:lnTo>
                  <a:pt x="41644" y="11891"/>
                </a:lnTo>
                <a:lnTo>
                  <a:pt x="41644" y="11498"/>
                </a:lnTo>
                <a:lnTo>
                  <a:pt x="42084" y="11498"/>
                </a:lnTo>
                <a:lnTo>
                  <a:pt x="42525" y="11087"/>
                </a:lnTo>
                <a:lnTo>
                  <a:pt x="42525" y="10694"/>
                </a:lnTo>
                <a:lnTo>
                  <a:pt x="42965" y="10694"/>
                </a:lnTo>
                <a:lnTo>
                  <a:pt x="42965" y="10300"/>
                </a:lnTo>
                <a:lnTo>
                  <a:pt x="43405" y="9907"/>
                </a:lnTo>
                <a:lnTo>
                  <a:pt x="43845" y="9513"/>
                </a:lnTo>
                <a:lnTo>
                  <a:pt x="44286" y="9119"/>
                </a:lnTo>
                <a:lnTo>
                  <a:pt x="44286" y="8709"/>
                </a:lnTo>
                <a:lnTo>
                  <a:pt x="44744" y="8315"/>
                </a:lnTo>
                <a:lnTo>
                  <a:pt x="45185" y="8315"/>
                </a:lnTo>
                <a:lnTo>
                  <a:pt x="45185" y="7922"/>
                </a:lnTo>
                <a:lnTo>
                  <a:pt x="45625" y="7528"/>
                </a:lnTo>
                <a:lnTo>
                  <a:pt x="46065" y="7135"/>
                </a:lnTo>
                <a:lnTo>
                  <a:pt x="46065" y="6741"/>
                </a:lnTo>
                <a:lnTo>
                  <a:pt x="46506" y="6331"/>
                </a:lnTo>
                <a:lnTo>
                  <a:pt x="46946" y="6331"/>
                </a:lnTo>
                <a:lnTo>
                  <a:pt x="46946" y="5937"/>
                </a:lnTo>
                <a:lnTo>
                  <a:pt x="47405" y="5543"/>
                </a:lnTo>
                <a:lnTo>
                  <a:pt x="47845" y="5150"/>
                </a:lnTo>
                <a:lnTo>
                  <a:pt x="47845" y="4756"/>
                </a:lnTo>
                <a:lnTo>
                  <a:pt x="48285" y="4756"/>
                </a:lnTo>
                <a:lnTo>
                  <a:pt x="48285" y="4363"/>
                </a:lnTo>
                <a:lnTo>
                  <a:pt x="48725" y="3969"/>
                </a:lnTo>
                <a:lnTo>
                  <a:pt x="49166" y="3969"/>
                </a:lnTo>
                <a:lnTo>
                  <a:pt x="49166" y="3559"/>
                </a:lnTo>
                <a:lnTo>
                  <a:pt x="49606" y="3165"/>
                </a:lnTo>
                <a:lnTo>
                  <a:pt x="49606" y="2771"/>
                </a:lnTo>
                <a:lnTo>
                  <a:pt x="50046" y="2771"/>
                </a:lnTo>
                <a:lnTo>
                  <a:pt x="50046" y="2378"/>
                </a:lnTo>
                <a:lnTo>
                  <a:pt x="50505" y="1984"/>
                </a:lnTo>
                <a:lnTo>
                  <a:pt x="50945" y="1591"/>
                </a:lnTo>
                <a:lnTo>
                  <a:pt x="50945" y="1180"/>
                </a:lnTo>
                <a:lnTo>
                  <a:pt x="51386" y="1180"/>
                </a:lnTo>
                <a:lnTo>
                  <a:pt x="51826" y="787"/>
                </a:lnTo>
                <a:lnTo>
                  <a:pt x="51826" y="393"/>
                </a:lnTo>
                <a:lnTo>
                  <a:pt x="52266" y="393"/>
                </a:lnTo>
                <a:lnTo>
                  <a:pt x="52266" y="0"/>
                </a:lnTo>
              </a:path>
            </a:pathLst>
          </a:custGeom>
          <a:ln w="243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6055181" y="5676362"/>
            <a:ext cx="52725" cy="65379"/>
          </a:xfrm>
          <a:custGeom>
            <a:avLst/>
            <a:gdLst/>
            <a:ahLst/>
            <a:cxnLst/>
            <a:rect l="l" t="t" r="r" b="b"/>
            <a:pathLst>
              <a:path w="52725" h="65379">
                <a:moveTo>
                  <a:pt x="0" y="65379"/>
                </a:moveTo>
                <a:lnTo>
                  <a:pt x="440" y="64986"/>
                </a:lnTo>
                <a:lnTo>
                  <a:pt x="440" y="64592"/>
                </a:lnTo>
                <a:lnTo>
                  <a:pt x="880" y="64182"/>
                </a:lnTo>
                <a:lnTo>
                  <a:pt x="1339" y="64182"/>
                </a:lnTo>
                <a:lnTo>
                  <a:pt x="1339" y="63788"/>
                </a:lnTo>
                <a:lnTo>
                  <a:pt x="1779" y="63395"/>
                </a:lnTo>
                <a:lnTo>
                  <a:pt x="2219" y="63001"/>
                </a:lnTo>
                <a:lnTo>
                  <a:pt x="2660" y="62607"/>
                </a:lnTo>
                <a:lnTo>
                  <a:pt x="2660" y="62214"/>
                </a:lnTo>
                <a:lnTo>
                  <a:pt x="3100" y="61820"/>
                </a:lnTo>
                <a:lnTo>
                  <a:pt x="3100" y="61410"/>
                </a:lnTo>
                <a:lnTo>
                  <a:pt x="3540" y="61410"/>
                </a:lnTo>
                <a:lnTo>
                  <a:pt x="3980" y="61016"/>
                </a:lnTo>
                <a:lnTo>
                  <a:pt x="3980" y="60623"/>
                </a:lnTo>
                <a:lnTo>
                  <a:pt x="4439" y="60623"/>
                </a:lnTo>
                <a:lnTo>
                  <a:pt x="4439" y="60229"/>
                </a:lnTo>
                <a:lnTo>
                  <a:pt x="4879" y="59835"/>
                </a:lnTo>
                <a:lnTo>
                  <a:pt x="5320" y="59442"/>
                </a:lnTo>
                <a:lnTo>
                  <a:pt x="5320" y="59032"/>
                </a:lnTo>
                <a:lnTo>
                  <a:pt x="5760" y="59032"/>
                </a:lnTo>
                <a:lnTo>
                  <a:pt x="6200" y="58638"/>
                </a:lnTo>
                <a:lnTo>
                  <a:pt x="6200" y="58244"/>
                </a:lnTo>
                <a:lnTo>
                  <a:pt x="6641" y="57851"/>
                </a:lnTo>
                <a:lnTo>
                  <a:pt x="7081" y="57457"/>
                </a:lnTo>
                <a:lnTo>
                  <a:pt x="7081" y="57063"/>
                </a:lnTo>
                <a:lnTo>
                  <a:pt x="7540" y="56653"/>
                </a:lnTo>
                <a:lnTo>
                  <a:pt x="7980" y="56260"/>
                </a:lnTo>
                <a:lnTo>
                  <a:pt x="8420" y="55866"/>
                </a:lnTo>
                <a:lnTo>
                  <a:pt x="8420" y="55472"/>
                </a:lnTo>
                <a:lnTo>
                  <a:pt x="8860" y="55079"/>
                </a:lnTo>
                <a:lnTo>
                  <a:pt x="9301" y="54685"/>
                </a:lnTo>
                <a:lnTo>
                  <a:pt x="9741" y="54275"/>
                </a:lnTo>
                <a:lnTo>
                  <a:pt x="9741" y="53881"/>
                </a:lnTo>
                <a:lnTo>
                  <a:pt x="10200" y="53881"/>
                </a:lnTo>
                <a:lnTo>
                  <a:pt x="10640" y="53488"/>
                </a:lnTo>
                <a:lnTo>
                  <a:pt x="10640" y="53094"/>
                </a:lnTo>
                <a:lnTo>
                  <a:pt x="11080" y="52700"/>
                </a:lnTo>
                <a:lnTo>
                  <a:pt x="11080" y="52307"/>
                </a:lnTo>
                <a:lnTo>
                  <a:pt x="11521" y="52307"/>
                </a:lnTo>
                <a:lnTo>
                  <a:pt x="11521" y="51913"/>
                </a:lnTo>
                <a:lnTo>
                  <a:pt x="11961" y="51503"/>
                </a:lnTo>
                <a:lnTo>
                  <a:pt x="12401" y="51109"/>
                </a:lnTo>
                <a:lnTo>
                  <a:pt x="12401" y="50716"/>
                </a:lnTo>
                <a:lnTo>
                  <a:pt x="12841" y="50322"/>
                </a:lnTo>
                <a:lnTo>
                  <a:pt x="13300" y="50322"/>
                </a:lnTo>
                <a:lnTo>
                  <a:pt x="13300" y="49928"/>
                </a:lnTo>
                <a:lnTo>
                  <a:pt x="13740" y="49535"/>
                </a:lnTo>
                <a:lnTo>
                  <a:pt x="13740" y="49124"/>
                </a:lnTo>
                <a:lnTo>
                  <a:pt x="14181" y="49124"/>
                </a:lnTo>
                <a:lnTo>
                  <a:pt x="14621" y="48731"/>
                </a:lnTo>
                <a:lnTo>
                  <a:pt x="14621" y="48337"/>
                </a:lnTo>
                <a:lnTo>
                  <a:pt x="15061" y="47944"/>
                </a:lnTo>
                <a:lnTo>
                  <a:pt x="15502" y="47550"/>
                </a:lnTo>
                <a:lnTo>
                  <a:pt x="15502" y="47156"/>
                </a:lnTo>
                <a:lnTo>
                  <a:pt x="15942" y="46746"/>
                </a:lnTo>
                <a:lnTo>
                  <a:pt x="16400" y="46353"/>
                </a:lnTo>
                <a:lnTo>
                  <a:pt x="16400" y="45959"/>
                </a:lnTo>
                <a:lnTo>
                  <a:pt x="16841" y="45959"/>
                </a:lnTo>
                <a:lnTo>
                  <a:pt x="17281" y="45565"/>
                </a:lnTo>
                <a:lnTo>
                  <a:pt x="17281" y="45172"/>
                </a:lnTo>
                <a:lnTo>
                  <a:pt x="17721" y="44778"/>
                </a:lnTo>
                <a:lnTo>
                  <a:pt x="17721" y="44384"/>
                </a:lnTo>
                <a:lnTo>
                  <a:pt x="18162" y="44384"/>
                </a:lnTo>
                <a:lnTo>
                  <a:pt x="18162" y="43974"/>
                </a:lnTo>
                <a:lnTo>
                  <a:pt x="18602" y="43581"/>
                </a:lnTo>
                <a:lnTo>
                  <a:pt x="19042" y="43187"/>
                </a:lnTo>
                <a:lnTo>
                  <a:pt x="19042" y="42793"/>
                </a:lnTo>
                <a:lnTo>
                  <a:pt x="19501" y="42793"/>
                </a:lnTo>
                <a:lnTo>
                  <a:pt x="19501" y="42400"/>
                </a:lnTo>
                <a:lnTo>
                  <a:pt x="19941" y="42006"/>
                </a:lnTo>
                <a:lnTo>
                  <a:pt x="19941" y="41596"/>
                </a:lnTo>
                <a:lnTo>
                  <a:pt x="20381" y="41202"/>
                </a:lnTo>
                <a:lnTo>
                  <a:pt x="20822" y="40809"/>
                </a:lnTo>
                <a:lnTo>
                  <a:pt x="21262" y="40415"/>
                </a:lnTo>
                <a:lnTo>
                  <a:pt x="21702" y="40021"/>
                </a:lnTo>
                <a:lnTo>
                  <a:pt x="21702" y="39628"/>
                </a:lnTo>
                <a:lnTo>
                  <a:pt x="22143" y="39217"/>
                </a:lnTo>
                <a:lnTo>
                  <a:pt x="22601" y="38824"/>
                </a:lnTo>
                <a:lnTo>
                  <a:pt x="23042" y="38430"/>
                </a:lnTo>
                <a:lnTo>
                  <a:pt x="23042" y="38037"/>
                </a:lnTo>
                <a:lnTo>
                  <a:pt x="23482" y="37643"/>
                </a:lnTo>
                <a:lnTo>
                  <a:pt x="23922" y="37249"/>
                </a:lnTo>
                <a:lnTo>
                  <a:pt x="24362" y="36839"/>
                </a:lnTo>
                <a:lnTo>
                  <a:pt x="24362" y="36445"/>
                </a:lnTo>
                <a:lnTo>
                  <a:pt x="24803" y="36052"/>
                </a:lnTo>
                <a:lnTo>
                  <a:pt x="24803" y="35658"/>
                </a:lnTo>
                <a:lnTo>
                  <a:pt x="25261" y="35658"/>
                </a:lnTo>
                <a:lnTo>
                  <a:pt x="25702" y="35265"/>
                </a:lnTo>
                <a:lnTo>
                  <a:pt x="25702" y="34871"/>
                </a:lnTo>
                <a:lnTo>
                  <a:pt x="26142" y="34477"/>
                </a:lnTo>
                <a:lnTo>
                  <a:pt x="26142" y="34067"/>
                </a:lnTo>
                <a:lnTo>
                  <a:pt x="26582" y="34067"/>
                </a:lnTo>
                <a:lnTo>
                  <a:pt x="26582" y="33673"/>
                </a:lnTo>
                <a:lnTo>
                  <a:pt x="27023" y="33280"/>
                </a:lnTo>
                <a:lnTo>
                  <a:pt x="27463" y="32886"/>
                </a:lnTo>
                <a:lnTo>
                  <a:pt x="27463" y="32493"/>
                </a:lnTo>
                <a:lnTo>
                  <a:pt x="27903" y="32099"/>
                </a:lnTo>
                <a:lnTo>
                  <a:pt x="28362" y="32099"/>
                </a:lnTo>
                <a:lnTo>
                  <a:pt x="28362" y="31689"/>
                </a:lnTo>
                <a:lnTo>
                  <a:pt x="28802" y="31295"/>
                </a:lnTo>
                <a:lnTo>
                  <a:pt x="28802" y="30902"/>
                </a:lnTo>
                <a:lnTo>
                  <a:pt x="29242" y="30508"/>
                </a:lnTo>
                <a:lnTo>
                  <a:pt x="29242" y="30114"/>
                </a:lnTo>
                <a:lnTo>
                  <a:pt x="29683" y="29721"/>
                </a:lnTo>
                <a:lnTo>
                  <a:pt x="30123" y="29721"/>
                </a:lnTo>
                <a:lnTo>
                  <a:pt x="30123" y="29310"/>
                </a:lnTo>
                <a:lnTo>
                  <a:pt x="30563" y="28917"/>
                </a:lnTo>
                <a:lnTo>
                  <a:pt x="30563" y="28523"/>
                </a:lnTo>
                <a:lnTo>
                  <a:pt x="31004" y="28130"/>
                </a:lnTo>
                <a:lnTo>
                  <a:pt x="31462" y="28130"/>
                </a:lnTo>
                <a:lnTo>
                  <a:pt x="31462" y="27736"/>
                </a:lnTo>
                <a:lnTo>
                  <a:pt x="31903" y="27342"/>
                </a:lnTo>
                <a:lnTo>
                  <a:pt x="32343" y="26949"/>
                </a:lnTo>
                <a:lnTo>
                  <a:pt x="32343" y="26538"/>
                </a:lnTo>
                <a:lnTo>
                  <a:pt x="32783" y="26145"/>
                </a:lnTo>
                <a:lnTo>
                  <a:pt x="32783" y="25751"/>
                </a:lnTo>
                <a:lnTo>
                  <a:pt x="33223" y="25358"/>
                </a:lnTo>
                <a:lnTo>
                  <a:pt x="33664" y="24964"/>
                </a:lnTo>
                <a:lnTo>
                  <a:pt x="34104" y="24570"/>
                </a:lnTo>
                <a:lnTo>
                  <a:pt x="34104" y="24160"/>
                </a:lnTo>
                <a:lnTo>
                  <a:pt x="34563" y="23766"/>
                </a:lnTo>
                <a:lnTo>
                  <a:pt x="35003" y="23373"/>
                </a:lnTo>
                <a:lnTo>
                  <a:pt x="35443" y="22979"/>
                </a:lnTo>
                <a:lnTo>
                  <a:pt x="35443" y="22586"/>
                </a:lnTo>
                <a:lnTo>
                  <a:pt x="35884" y="22192"/>
                </a:lnTo>
                <a:lnTo>
                  <a:pt x="35884" y="21782"/>
                </a:lnTo>
                <a:lnTo>
                  <a:pt x="36324" y="21388"/>
                </a:lnTo>
                <a:lnTo>
                  <a:pt x="36764" y="21388"/>
                </a:lnTo>
                <a:lnTo>
                  <a:pt x="36764" y="20994"/>
                </a:lnTo>
                <a:lnTo>
                  <a:pt x="37204" y="20601"/>
                </a:lnTo>
                <a:lnTo>
                  <a:pt x="37204" y="20207"/>
                </a:lnTo>
                <a:lnTo>
                  <a:pt x="37663" y="19814"/>
                </a:lnTo>
                <a:lnTo>
                  <a:pt x="37663" y="19420"/>
                </a:lnTo>
                <a:lnTo>
                  <a:pt x="38103" y="19420"/>
                </a:lnTo>
                <a:lnTo>
                  <a:pt x="38544" y="19010"/>
                </a:lnTo>
                <a:lnTo>
                  <a:pt x="38984" y="18616"/>
                </a:lnTo>
                <a:lnTo>
                  <a:pt x="38984" y="18222"/>
                </a:lnTo>
                <a:lnTo>
                  <a:pt x="39424" y="17829"/>
                </a:lnTo>
                <a:lnTo>
                  <a:pt x="39424" y="17435"/>
                </a:lnTo>
                <a:lnTo>
                  <a:pt x="39864" y="17042"/>
                </a:lnTo>
                <a:lnTo>
                  <a:pt x="40323" y="16631"/>
                </a:lnTo>
                <a:lnTo>
                  <a:pt x="40763" y="16238"/>
                </a:lnTo>
                <a:lnTo>
                  <a:pt x="40763" y="15844"/>
                </a:lnTo>
                <a:lnTo>
                  <a:pt x="41204" y="15451"/>
                </a:lnTo>
                <a:lnTo>
                  <a:pt x="41204" y="15057"/>
                </a:lnTo>
                <a:lnTo>
                  <a:pt x="41644" y="14663"/>
                </a:lnTo>
                <a:lnTo>
                  <a:pt x="41644" y="14253"/>
                </a:lnTo>
                <a:lnTo>
                  <a:pt x="42084" y="14253"/>
                </a:lnTo>
                <a:lnTo>
                  <a:pt x="42525" y="13859"/>
                </a:lnTo>
                <a:lnTo>
                  <a:pt x="42525" y="13466"/>
                </a:lnTo>
                <a:lnTo>
                  <a:pt x="42965" y="13072"/>
                </a:lnTo>
                <a:lnTo>
                  <a:pt x="43424" y="12679"/>
                </a:lnTo>
                <a:lnTo>
                  <a:pt x="43424" y="12285"/>
                </a:lnTo>
                <a:lnTo>
                  <a:pt x="43864" y="11875"/>
                </a:lnTo>
                <a:lnTo>
                  <a:pt x="44304" y="11481"/>
                </a:lnTo>
                <a:lnTo>
                  <a:pt x="44304" y="11087"/>
                </a:lnTo>
                <a:lnTo>
                  <a:pt x="44744" y="10694"/>
                </a:lnTo>
                <a:lnTo>
                  <a:pt x="45185" y="10300"/>
                </a:lnTo>
                <a:lnTo>
                  <a:pt x="45185" y="9907"/>
                </a:lnTo>
                <a:lnTo>
                  <a:pt x="45625" y="9513"/>
                </a:lnTo>
                <a:lnTo>
                  <a:pt x="45625" y="9103"/>
                </a:lnTo>
                <a:lnTo>
                  <a:pt x="46065" y="9103"/>
                </a:lnTo>
                <a:lnTo>
                  <a:pt x="46524" y="8709"/>
                </a:lnTo>
                <a:lnTo>
                  <a:pt x="46524" y="8315"/>
                </a:lnTo>
                <a:lnTo>
                  <a:pt x="46964" y="7922"/>
                </a:lnTo>
                <a:lnTo>
                  <a:pt x="46964" y="7528"/>
                </a:lnTo>
                <a:lnTo>
                  <a:pt x="47405" y="7135"/>
                </a:lnTo>
                <a:lnTo>
                  <a:pt x="47845" y="6724"/>
                </a:lnTo>
                <a:lnTo>
                  <a:pt x="47845" y="6331"/>
                </a:lnTo>
                <a:lnTo>
                  <a:pt x="48285" y="5937"/>
                </a:lnTo>
                <a:lnTo>
                  <a:pt x="48285" y="5543"/>
                </a:lnTo>
                <a:lnTo>
                  <a:pt x="48725" y="5543"/>
                </a:lnTo>
                <a:lnTo>
                  <a:pt x="49166" y="5150"/>
                </a:lnTo>
                <a:lnTo>
                  <a:pt x="49166" y="4756"/>
                </a:lnTo>
                <a:lnTo>
                  <a:pt x="49624" y="4346"/>
                </a:lnTo>
                <a:lnTo>
                  <a:pt x="50065" y="3952"/>
                </a:lnTo>
                <a:lnTo>
                  <a:pt x="50065" y="3559"/>
                </a:lnTo>
                <a:lnTo>
                  <a:pt x="50505" y="3165"/>
                </a:lnTo>
                <a:lnTo>
                  <a:pt x="50945" y="2771"/>
                </a:lnTo>
                <a:lnTo>
                  <a:pt x="50945" y="2378"/>
                </a:lnTo>
                <a:lnTo>
                  <a:pt x="51386" y="1984"/>
                </a:lnTo>
                <a:lnTo>
                  <a:pt x="51826" y="1574"/>
                </a:lnTo>
                <a:lnTo>
                  <a:pt x="51826" y="1180"/>
                </a:lnTo>
                <a:lnTo>
                  <a:pt x="52266" y="787"/>
                </a:lnTo>
                <a:lnTo>
                  <a:pt x="52266" y="393"/>
                </a:lnTo>
                <a:lnTo>
                  <a:pt x="52725" y="0"/>
                </a:lnTo>
              </a:path>
            </a:pathLst>
          </a:custGeom>
          <a:ln w="246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6107906" y="5601075"/>
            <a:ext cx="52706" cy="75286"/>
          </a:xfrm>
          <a:custGeom>
            <a:avLst/>
            <a:gdLst/>
            <a:ahLst/>
            <a:cxnLst/>
            <a:rect l="l" t="t" r="r" b="b"/>
            <a:pathLst>
              <a:path w="52706" h="75286">
                <a:moveTo>
                  <a:pt x="0" y="75286"/>
                </a:moveTo>
                <a:lnTo>
                  <a:pt x="0" y="74893"/>
                </a:lnTo>
                <a:lnTo>
                  <a:pt x="440" y="74893"/>
                </a:lnTo>
                <a:lnTo>
                  <a:pt x="880" y="74483"/>
                </a:lnTo>
                <a:lnTo>
                  <a:pt x="880" y="74089"/>
                </a:lnTo>
                <a:lnTo>
                  <a:pt x="1320" y="73695"/>
                </a:lnTo>
                <a:lnTo>
                  <a:pt x="1761" y="73302"/>
                </a:lnTo>
                <a:lnTo>
                  <a:pt x="1761" y="72908"/>
                </a:lnTo>
                <a:lnTo>
                  <a:pt x="2201" y="72514"/>
                </a:lnTo>
                <a:lnTo>
                  <a:pt x="2201" y="72104"/>
                </a:lnTo>
                <a:lnTo>
                  <a:pt x="2660" y="71711"/>
                </a:lnTo>
                <a:lnTo>
                  <a:pt x="3100" y="71317"/>
                </a:lnTo>
                <a:lnTo>
                  <a:pt x="3540" y="70923"/>
                </a:lnTo>
                <a:lnTo>
                  <a:pt x="3540" y="70530"/>
                </a:lnTo>
                <a:lnTo>
                  <a:pt x="3980" y="70136"/>
                </a:lnTo>
                <a:lnTo>
                  <a:pt x="4421" y="69726"/>
                </a:lnTo>
                <a:lnTo>
                  <a:pt x="4421" y="69332"/>
                </a:lnTo>
                <a:lnTo>
                  <a:pt x="4861" y="68939"/>
                </a:lnTo>
                <a:lnTo>
                  <a:pt x="4861" y="68545"/>
                </a:lnTo>
                <a:lnTo>
                  <a:pt x="5301" y="68151"/>
                </a:lnTo>
                <a:lnTo>
                  <a:pt x="5760" y="68151"/>
                </a:lnTo>
                <a:lnTo>
                  <a:pt x="5760" y="67364"/>
                </a:lnTo>
                <a:lnTo>
                  <a:pt x="6200" y="67364"/>
                </a:lnTo>
                <a:lnTo>
                  <a:pt x="6200" y="66954"/>
                </a:lnTo>
                <a:lnTo>
                  <a:pt x="6641" y="66560"/>
                </a:lnTo>
                <a:lnTo>
                  <a:pt x="6641" y="66167"/>
                </a:lnTo>
                <a:lnTo>
                  <a:pt x="7081" y="65773"/>
                </a:lnTo>
                <a:lnTo>
                  <a:pt x="7521" y="65379"/>
                </a:lnTo>
                <a:lnTo>
                  <a:pt x="7521" y="64986"/>
                </a:lnTo>
                <a:lnTo>
                  <a:pt x="7961" y="64575"/>
                </a:lnTo>
                <a:lnTo>
                  <a:pt x="8402" y="64182"/>
                </a:lnTo>
                <a:lnTo>
                  <a:pt x="8402" y="63788"/>
                </a:lnTo>
                <a:lnTo>
                  <a:pt x="8860" y="63788"/>
                </a:lnTo>
                <a:lnTo>
                  <a:pt x="8860" y="63395"/>
                </a:lnTo>
                <a:lnTo>
                  <a:pt x="9301" y="63001"/>
                </a:lnTo>
                <a:lnTo>
                  <a:pt x="9301" y="62607"/>
                </a:lnTo>
                <a:lnTo>
                  <a:pt x="9741" y="62197"/>
                </a:lnTo>
                <a:lnTo>
                  <a:pt x="10181" y="61804"/>
                </a:lnTo>
                <a:lnTo>
                  <a:pt x="10181" y="61410"/>
                </a:lnTo>
                <a:lnTo>
                  <a:pt x="10622" y="61016"/>
                </a:lnTo>
                <a:lnTo>
                  <a:pt x="10622" y="60623"/>
                </a:lnTo>
                <a:lnTo>
                  <a:pt x="11062" y="60229"/>
                </a:lnTo>
                <a:lnTo>
                  <a:pt x="11062" y="59835"/>
                </a:lnTo>
                <a:lnTo>
                  <a:pt x="11502" y="59425"/>
                </a:lnTo>
                <a:lnTo>
                  <a:pt x="11961" y="59425"/>
                </a:lnTo>
                <a:lnTo>
                  <a:pt x="12401" y="59032"/>
                </a:lnTo>
                <a:lnTo>
                  <a:pt x="12401" y="58638"/>
                </a:lnTo>
                <a:lnTo>
                  <a:pt x="12841" y="58244"/>
                </a:lnTo>
                <a:lnTo>
                  <a:pt x="12841" y="57851"/>
                </a:lnTo>
                <a:lnTo>
                  <a:pt x="13282" y="57457"/>
                </a:lnTo>
                <a:lnTo>
                  <a:pt x="13282" y="57047"/>
                </a:lnTo>
                <a:lnTo>
                  <a:pt x="13722" y="56653"/>
                </a:lnTo>
                <a:lnTo>
                  <a:pt x="14162" y="56260"/>
                </a:lnTo>
                <a:lnTo>
                  <a:pt x="14162" y="55866"/>
                </a:lnTo>
                <a:lnTo>
                  <a:pt x="14603" y="55472"/>
                </a:lnTo>
                <a:lnTo>
                  <a:pt x="14603" y="55079"/>
                </a:lnTo>
                <a:lnTo>
                  <a:pt x="15061" y="54668"/>
                </a:lnTo>
                <a:lnTo>
                  <a:pt x="15502" y="54275"/>
                </a:lnTo>
                <a:lnTo>
                  <a:pt x="15942" y="53881"/>
                </a:lnTo>
                <a:lnTo>
                  <a:pt x="15942" y="53488"/>
                </a:lnTo>
                <a:lnTo>
                  <a:pt x="16382" y="53094"/>
                </a:lnTo>
                <a:lnTo>
                  <a:pt x="16822" y="52700"/>
                </a:lnTo>
                <a:lnTo>
                  <a:pt x="16822" y="52290"/>
                </a:lnTo>
                <a:lnTo>
                  <a:pt x="17263" y="51896"/>
                </a:lnTo>
                <a:lnTo>
                  <a:pt x="17263" y="51503"/>
                </a:lnTo>
                <a:lnTo>
                  <a:pt x="17721" y="51109"/>
                </a:lnTo>
                <a:lnTo>
                  <a:pt x="17721" y="50716"/>
                </a:lnTo>
                <a:lnTo>
                  <a:pt x="18162" y="50322"/>
                </a:lnTo>
                <a:lnTo>
                  <a:pt x="18602" y="49928"/>
                </a:lnTo>
                <a:lnTo>
                  <a:pt x="18602" y="49518"/>
                </a:lnTo>
                <a:lnTo>
                  <a:pt x="19042" y="49124"/>
                </a:lnTo>
                <a:lnTo>
                  <a:pt x="19483" y="49124"/>
                </a:lnTo>
                <a:lnTo>
                  <a:pt x="19483" y="48337"/>
                </a:lnTo>
                <a:lnTo>
                  <a:pt x="19923" y="48337"/>
                </a:lnTo>
                <a:lnTo>
                  <a:pt x="19923" y="47944"/>
                </a:lnTo>
                <a:lnTo>
                  <a:pt x="20363" y="47550"/>
                </a:lnTo>
                <a:lnTo>
                  <a:pt x="20822" y="47140"/>
                </a:lnTo>
                <a:lnTo>
                  <a:pt x="20822" y="46746"/>
                </a:lnTo>
                <a:lnTo>
                  <a:pt x="21262" y="46353"/>
                </a:lnTo>
                <a:lnTo>
                  <a:pt x="21262" y="45959"/>
                </a:lnTo>
                <a:lnTo>
                  <a:pt x="21702" y="45565"/>
                </a:lnTo>
                <a:lnTo>
                  <a:pt x="21702" y="45172"/>
                </a:lnTo>
                <a:lnTo>
                  <a:pt x="22143" y="44761"/>
                </a:lnTo>
                <a:lnTo>
                  <a:pt x="22583" y="44368"/>
                </a:lnTo>
                <a:lnTo>
                  <a:pt x="22583" y="43974"/>
                </a:lnTo>
                <a:lnTo>
                  <a:pt x="23023" y="43581"/>
                </a:lnTo>
                <a:lnTo>
                  <a:pt x="23464" y="43187"/>
                </a:lnTo>
                <a:lnTo>
                  <a:pt x="23464" y="42793"/>
                </a:lnTo>
                <a:lnTo>
                  <a:pt x="23922" y="42400"/>
                </a:lnTo>
                <a:lnTo>
                  <a:pt x="24362" y="41596"/>
                </a:lnTo>
                <a:lnTo>
                  <a:pt x="24803" y="41202"/>
                </a:lnTo>
                <a:lnTo>
                  <a:pt x="25243" y="40809"/>
                </a:lnTo>
                <a:lnTo>
                  <a:pt x="25243" y="40415"/>
                </a:lnTo>
                <a:lnTo>
                  <a:pt x="25683" y="40021"/>
                </a:lnTo>
                <a:lnTo>
                  <a:pt x="25683" y="39611"/>
                </a:lnTo>
                <a:lnTo>
                  <a:pt x="26124" y="39217"/>
                </a:lnTo>
                <a:lnTo>
                  <a:pt x="26564" y="38824"/>
                </a:lnTo>
                <a:lnTo>
                  <a:pt x="26564" y="38430"/>
                </a:lnTo>
                <a:lnTo>
                  <a:pt x="27023" y="38037"/>
                </a:lnTo>
                <a:lnTo>
                  <a:pt x="27023" y="37643"/>
                </a:lnTo>
                <a:lnTo>
                  <a:pt x="27463" y="37233"/>
                </a:lnTo>
                <a:lnTo>
                  <a:pt x="27903" y="36839"/>
                </a:lnTo>
                <a:lnTo>
                  <a:pt x="27903" y="36445"/>
                </a:lnTo>
                <a:lnTo>
                  <a:pt x="28343" y="36052"/>
                </a:lnTo>
                <a:lnTo>
                  <a:pt x="28343" y="35658"/>
                </a:lnTo>
                <a:lnTo>
                  <a:pt x="28784" y="35265"/>
                </a:lnTo>
                <a:lnTo>
                  <a:pt x="28784" y="34871"/>
                </a:lnTo>
                <a:lnTo>
                  <a:pt x="29224" y="34461"/>
                </a:lnTo>
                <a:lnTo>
                  <a:pt x="29664" y="34067"/>
                </a:lnTo>
                <a:lnTo>
                  <a:pt x="30123" y="33673"/>
                </a:lnTo>
                <a:lnTo>
                  <a:pt x="30123" y="33280"/>
                </a:lnTo>
                <a:lnTo>
                  <a:pt x="30563" y="32886"/>
                </a:lnTo>
                <a:lnTo>
                  <a:pt x="31004" y="32082"/>
                </a:lnTo>
                <a:lnTo>
                  <a:pt x="31444" y="31689"/>
                </a:lnTo>
                <a:lnTo>
                  <a:pt x="31884" y="31295"/>
                </a:lnTo>
                <a:lnTo>
                  <a:pt x="31884" y="30902"/>
                </a:lnTo>
                <a:lnTo>
                  <a:pt x="32324" y="30508"/>
                </a:lnTo>
                <a:lnTo>
                  <a:pt x="32324" y="30114"/>
                </a:lnTo>
                <a:lnTo>
                  <a:pt x="32783" y="29704"/>
                </a:lnTo>
                <a:lnTo>
                  <a:pt x="32783" y="29310"/>
                </a:lnTo>
                <a:lnTo>
                  <a:pt x="33223" y="28917"/>
                </a:lnTo>
                <a:lnTo>
                  <a:pt x="33664" y="28523"/>
                </a:lnTo>
                <a:lnTo>
                  <a:pt x="33664" y="28130"/>
                </a:lnTo>
                <a:lnTo>
                  <a:pt x="34104" y="27736"/>
                </a:lnTo>
                <a:lnTo>
                  <a:pt x="34544" y="27326"/>
                </a:lnTo>
                <a:lnTo>
                  <a:pt x="34544" y="26932"/>
                </a:lnTo>
                <a:lnTo>
                  <a:pt x="34985" y="26538"/>
                </a:lnTo>
                <a:lnTo>
                  <a:pt x="34985" y="26145"/>
                </a:lnTo>
                <a:lnTo>
                  <a:pt x="35425" y="25751"/>
                </a:lnTo>
                <a:lnTo>
                  <a:pt x="35425" y="25358"/>
                </a:lnTo>
                <a:lnTo>
                  <a:pt x="35884" y="24964"/>
                </a:lnTo>
                <a:lnTo>
                  <a:pt x="36324" y="24554"/>
                </a:lnTo>
                <a:lnTo>
                  <a:pt x="36324" y="24160"/>
                </a:lnTo>
                <a:lnTo>
                  <a:pt x="36764" y="23766"/>
                </a:lnTo>
                <a:lnTo>
                  <a:pt x="36764" y="23373"/>
                </a:lnTo>
                <a:lnTo>
                  <a:pt x="37204" y="22979"/>
                </a:lnTo>
                <a:lnTo>
                  <a:pt x="37645" y="22586"/>
                </a:lnTo>
                <a:lnTo>
                  <a:pt x="37645" y="22175"/>
                </a:lnTo>
                <a:lnTo>
                  <a:pt x="38085" y="21782"/>
                </a:lnTo>
                <a:lnTo>
                  <a:pt x="38525" y="21388"/>
                </a:lnTo>
                <a:lnTo>
                  <a:pt x="38525" y="20994"/>
                </a:lnTo>
                <a:lnTo>
                  <a:pt x="38984" y="20601"/>
                </a:lnTo>
                <a:lnTo>
                  <a:pt x="38984" y="20207"/>
                </a:lnTo>
                <a:lnTo>
                  <a:pt x="39424" y="19797"/>
                </a:lnTo>
                <a:lnTo>
                  <a:pt x="39424" y="19403"/>
                </a:lnTo>
                <a:lnTo>
                  <a:pt x="39864" y="19010"/>
                </a:lnTo>
                <a:lnTo>
                  <a:pt x="40305" y="18616"/>
                </a:lnTo>
                <a:lnTo>
                  <a:pt x="40305" y="18222"/>
                </a:lnTo>
                <a:lnTo>
                  <a:pt x="40745" y="17829"/>
                </a:lnTo>
                <a:lnTo>
                  <a:pt x="41185" y="17435"/>
                </a:lnTo>
                <a:lnTo>
                  <a:pt x="41626" y="16631"/>
                </a:lnTo>
                <a:lnTo>
                  <a:pt x="42084" y="15844"/>
                </a:lnTo>
                <a:lnTo>
                  <a:pt x="42525" y="15057"/>
                </a:lnTo>
                <a:lnTo>
                  <a:pt x="42965" y="15057"/>
                </a:lnTo>
                <a:lnTo>
                  <a:pt x="42965" y="14253"/>
                </a:lnTo>
                <a:lnTo>
                  <a:pt x="43405" y="13859"/>
                </a:lnTo>
                <a:lnTo>
                  <a:pt x="43845" y="13072"/>
                </a:lnTo>
                <a:lnTo>
                  <a:pt x="44286" y="12268"/>
                </a:lnTo>
                <a:lnTo>
                  <a:pt x="44726" y="12268"/>
                </a:lnTo>
                <a:lnTo>
                  <a:pt x="44726" y="11481"/>
                </a:lnTo>
                <a:lnTo>
                  <a:pt x="45185" y="11481"/>
                </a:lnTo>
                <a:lnTo>
                  <a:pt x="45625" y="10694"/>
                </a:lnTo>
                <a:lnTo>
                  <a:pt x="46065" y="10300"/>
                </a:lnTo>
                <a:lnTo>
                  <a:pt x="46065" y="9496"/>
                </a:lnTo>
                <a:lnTo>
                  <a:pt x="46506" y="9496"/>
                </a:lnTo>
                <a:lnTo>
                  <a:pt x="46946" y="8709"/>
                </a:lnTo>
                <a:lnTo>
                  <a:pt x="47386" y="7922"/>
                </a:lnTo>
                <a:lnTo>
                  <a:pt x="47845" y="7118"/>
                </a:lnTo>
                <a:lnTo>
                  <a:pt x="48285" y="7118"/>
                </a:lnTo>
                <a:lnTo>
                  <a:pt x="48285" y="6331"/>
                </a:lnTo>
                <a:lnTo>
                  <a:pt x="48725" y="6331"/>
                </a:lnTo>
                <a:lnTo>
                  <a:pt x="48725" y="5543"/>
                </a:lnTo>
                <a:lnTo>
                  <a:pt x="49166" y="5543"/>
                </a:lnTo>
                <a:lnTo>
                  <a:pt x="49606" y="4740"/>
                </a:lnTo>
                <a:lnTo>
                  <a:pt x="49606" y="4346"/>
                </a:lnTo>
                <a:lnTo>
                  <a:pt x="50046" y="3952"/>
                </a:lnTo>
                <a:lnTo>
                  <a:pt x="50046" y="3559"/>
                </a:lnTo>
                <a:lnTo>
                  <a:pt x="50487" y="3165"/>
                </a:lnTo>
                <a:lnTo>
                  <a:pt x="50487" y="2771"/>
                </a:lnTo>
                <a:lnTo>
                  <a:pt x="50945" y="2361"/>
                </a:lnTo>
                <a:lnTo>
                  <a:pt x="51386" y="1968"/>
                </a:lnTo>
                <a:lnTo>
                  <a:pt x="51386" y="1574"/>
                </a:lnTo>
                <a:lnTo>
                  <a:pt x="51826" y="1180"/>
                </a:lnTo>
                <a:lnTo>
                  <a:pt x="52266" y="787"/>
                </a:lnTo>
                <a:lnTo>
                  <a:pt x="52266" y="393"/>
                </a:lnTo>
                <a:lnTo>
                  <a:pt x="52706" y="0"/>
                </a:lnTo>
              </a:path>
            </a:pathLst>
          </a:custGeom>
          <a:ln w="247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6160613" y="5517063"/>
            <a:ext cx="52284" cy="84012"/>
          </a:xfrm>
          <a:custGeom>
            <a:avLst/>
            <a:gdLst/>
            <a:ahLst/>
            <a:cxnLst/>
            <a:rect l="l" t="t" r="r" b="b"/>
            <a:pathLst>
              <a:path w="52284" h="84012">
                <a:moveTo>
                  <a:pt x="0" y="84012"/>
                </a:moveTo>
                <a:lnTo>
                  <a:pt x="0" y="83602"/>
                </a:lnTo>
                <a:lnTo>
                  <a:pt x="440" y="83209"/>
                </a:lnTo>
                <a:lnTo>
                  <a:pt x="440" y="82815"/>
                </a:lnTo>
                <a:lnTo>
                  <a:pt x="880" y="82421"/>
                </a:lnTo>
                <a:lnTo>
                  <a:pt x="1339" y="82028"/>
                </a:lnTo>
                <a:lnTo>
                  <a:pt x="1339" y="81634"/>
                </a:lnTo>
                <a:lnTo>
                  <a:pt x="1779" y="81224"/>
                </a:lnTo>
                <a:lnTo>
                  <a:pt x="1779" y="80830"/>
                </a:lnTo>
                <a:lnTo>
                  <a:pt x="2219" y="80437"/>
                </a:lnTo>
                <a:lnTo>
                  <a:pt x="2660" y="80043"/>
                </a:lnTo>
                <a:lnTo>
                  <a:pt x="2660" y="79649"/>
                </a:lnTo>
                <a:lnTo>
                  <a:pt x="3100" y="79256"/>
                </a:lnTo>
                <a:lnTo>
                  <a:pt x="3540" y="78846"/>
                </a:lnTo>
                <a:lnTo>
                  <a:pt x="3540" y="78452"/>
                </a:lnTo>
                <a:lnTo>
                  <a:pt x="3980" y="78058"/>
                </a:lnTo>
                <a:lnTo>
                  <a:pt x="3980" y="77665"/>
                </a:lnTo>
                <a:lnTo>
                  <a:pt x="4439" y="77271"/>
                </a:lnTo>
                <a:lnTo>
                  <a:pt x="4439" y="76877"/>
                </a:lnTo>
                <a:lnTo>
                  <a:pt x="4879" y="76484"/>
                </a:lnTo>
                <a:lnTo>
                  <a:pt x="5320" y="76074"/>
                </a:lnTo>
                <a:lnTo>
                  <a:pt x="5320" y="75680"/>
                </a:lnTo>
                <a:lnTo>
                  <a:pt x="5760" y="75286"/>
                </a:lnTo>
                <a:lnTo>
                  <a:pt x="5760" y="74893"/>
                </a:lnTo>
                <a:lnTo>
                  <a:pt x="6200" y="74499"/>
                </a:lnTo>
                <a:lnTo>
                  <a:pt x="6641" y="74105"/>
                </a:lnTo>
                <a:lnTo>
                  <a:pt x="6641" y="73695"/>
                </a:lnTo>
                <a:lnTo>
                  <a:pt x="7081" y="73302"/>
                </a:lnTo>
                <a:lnTo>
                  <a:pt x="7081" y="72908"/>
                </a:lnTo>
                <a:lnTo>
                  <a:pt x="7540" y="72514"/>
                </a:lnTo>
                <a:lnTo>
                  <a:pt x="7980" y="72121"/>
                </a:lnTo>
                <a:lnTo>
                  <a:pt x="7980" y="71727"/>
                </a:lnTo>
                <a:lnTo>
                  <a:pt x="8420" y="71317"/>
                </a:lnTo>
                <a:lnTo>
                  <a:pt x="8420" y="70530"/>
                </a:lnTo>
                <a:lnTo>
                  <a:pt x="8860" y="70530"/>
                </a:lnTo>
                <a:lnTo>
                  <a:pt x="8860" y="69742"/>
                </a:lnTo>
                <a:lnTo>
                  <a:pt x="9301" y="69742"/>
                </a:lnTo>
                <a:lnTo>
                  <a:pt x="9741" y="68939"/>
                </a:lnTo>
                <a:lnTo>
                  <a:pt x="10200" y="68151"/>
                </a:lnTo>
                <a:lnTo>
                  <a:pt x="10640" y="67758"/>
                </a:lnTo>
                <a:lnTo>
                  <a:pt x="10640" y="67364"/>
                </a:lnTo>
                <a:lnTo>
                  <a:pt x="11080" y="66970"/>
                </a:lnTo>
                <a:lnTo>
                  <a:pt x="11080" y="66577"/>
                </a:lnTo>
                <a:lnTo>
                  <a:pt x="11521" y="66167"/>
                </a:lnTo>
                <a:lnTo>
                  <a:pt x="11961" y="65773"/>
                </a:lnTo>
                <a:lnTo>
                  <a:pt x="11961" y="65379"/>
                </a:lnTo>
                <a:lnTo>
                  <a:pt x="12401" y="64986"/>
                </a:lnTo>
                <a:lnTo>
                  <a:pt x="12401" y="64592"/>
                </a:lnTo>
                <a:lnTo>
                  <a:pt x="12841" y="64198"/>
                </a:lnTo>
                <a:lnTo>
                  <a:pt x="12841" y="63788"/>
                </a:lnTo>
                <a:lnTo>
                  <a:pt x="13300" y="63395"/>
                </a:lnTo>
                <a:lnTo>
                  <a:pt x="13740" y="63001"/>
                </a:lnTo>
                <a:lnTo>
                  <a:pt x="13740" y="62607"/>
                </a:lnTo>
                <a:lnTo>
                  <a:pt x="14181" y="62214"/>
                </a:lnTo>
                <a:lnTo>
                  <a:pt x="14621" y="61820"/>
                </a:lnTo>
                <a:lnTo>
                  <a:pt x="14621" y="61410"/>
                </a:lnTo>
                <a:lnTo>
                  <a:pt x="15061" y="61016"/>
                </a:lnTo>
                <a:lnTo>
                  <a:pt x="15061" y="60623"/>
                </a:lnTo>
                <a:lnTo>
                  <a:pt x="15502" y="60229"/>
                </a:lnTo>
                <a:lnTo>
                  <a:pt x="15502" y="59442"/>
                </a:lnTo>
                <a:lnTo>
                  <a:pt x="15942" y="59442"/>
                </a:lnTo>
                <a:lnTo>
                  <a:pt x="16400" y="58638"/>
                </a:lnTo>
                <a:lnTo>
                  <a:pt x="16400" y="58244"/>
                </a:lnTo>
                <a:lnTo>
                  <a:pt x="16841" y="57851"/>
                </a:lnTo>
                <a:lnTo>
                  <a:pt x="16841" y="57457"/>
                </a:lnTo>
                <a:lnTo>
                  <a:pt x="17281" y="57063"/>
                </a:lnTo>
                <a:lnTo>
                  <a:pt x="17721" y="56670"/>
                </a:lnTo>
                <a:lnTo>
                  <a:pt x="17721" y="56260"/>
                </a:lnTo>
                <a:lnTo>
                  <a:pt x="18162" y="55866"/>
                </a:lnTo>
                <a:lnTo>
                  <a:pt x="18162" y="55472"/>
                </a:lnTo>
                <a:lnTo>
                  <a:pt x="18602" y="55079"/>
                </a:lnTo>
                <a:lnTo>
                  <a:pt x="19042" y="54685"/>
                </a:lnTo>
                <a:lnTo>
                  <a:pt x="19042" y="54291"/>
                </a:lnTo>
                <a:lnTo>
                  <a:pt x="19501" y="53881"/>
                </a:lnTo>
                <a:lnTo>
                  <a:pt x="19501" y="53488"/>
                </a:lnTo>
                <a:lnTo>
                  <a:pt x="19941" y="53094"/>
                </a:lnTo>
                <a:lnTo>
                  <a:pt x="20381" y="52307"/>
                </a:lnTo>
                <a:lnTo>
                  <a:pt x="20822" y="51503"/>
                </a:lnTo>
                <a:lnTo>
                  <a:pt x="21262" y="51109"/>
                </a:lnTo>
                <a:lnTo>
                  <a:pt x="21262" y="50716"/>
                </a:lnTo>
                <a:lnTo>
                  <a:pt x="21702" y="50322"/>
                </a:lnTo>
                <a:lnTo>
                  <a:pt x="21702" y="49928"/>
                </a:lnTo>
                <a:lnTo>
                  <a:pt x="22143" y="49535"/>
                </a:lnTo>
                <a:lnTo>
                  <a:pt x="22143" y="49141"/>
                </a:lnTo>
                <a:lnTo>
                  <a:pt x="22601" y="48731"/>
                </a:lnTo>
                <a:lnTo>
                  <a:pt x="23042" y="48337"/>
                </a:lnTo>
                <a:lnTo>
                  <a:pt x="23042" y="47944"/>
                </a:lnTo>
                <a:lnTo>
                  <a:pt x="23482" y="47550"/>
                </a:lnTo>
                <a:lnTo>
                  <a:pt x="23482" y="47156"/>
                </a:lnTo>
                <a:lnTo>
                  <a:pt x="23922" y="46763"/>
                </a:lnTo>
                <a:lnTo>
                  <a:pt x="23922" y="46353"/>
                </a:lnTo>
                <a:lnTo>
                  <a:pt x="24362" y="45959"/>
                </a:lnTo>
                <a:lnTo>
                  <a:pt x="24803" y="45565"/>
                </a:lnTo>
                <a:lnTo>
                  <a:pt x="24803" y="44778"/>
                </a:lnTo>
                <a:lnTo>
                  <a:pt x="25261" y="44384"/>
                </a:lnTo>
                <a:lnTo>
                  <a:pt x="25702" y="43974"/>
                </a:lnTo>
                <a:lnTo>
                  <a:pt x="25702" y="43581"/>
                </a:lnTo>
                <a:lnTo>
                  <a:pt x="26142" y="43187"/>
                </a:lnTo>
                <a:lnTo>
                  <a:pt x="26142" y="42793"/>
                </a:lnTo>
                <a:lnTo>
                  <a:pt x="26582" y="42400"/>
                </a:lnTo>
                <a:lnTo>
                  <a:pt x="26582" y="42006"/>
                </a:lnTo>
                <a:lnTo>
                  <a:pt x="27023" y="41612"/>
                </a:lnTo>
                <a:lnTo>
                  <a:pt x="27463" y="41202"/>
                </a:lnTo>
                <a:lnTo>
                  <a:pt x="27463" y="40809"/>
                </a:lnTo>
                <a:lnTo>
                  <a:pt x="27903" y="40415"/>
                </a:lnTo>
                <a:lnTo>
                  <a:pt x="27903" y="40021"/>
                </a:lnTo>
                <a:lnTo>
                  <a:pt x="28362" y="39628"/>
                </a:lnTo>
                <a:lnTo>
                  <a:pt x="28802" y="38824"/>
                </a:lnTo>
                <a:lnTo>
                  <a:pt x="29242" y="38037"/>
                </a:lnTo>
                <a:lnTo>
                  <a:pt x="29683" y="37643"/>
                </a:lnTo>
                <a:lnTo>
                  <a:pt x="29683" y="37249"/>
                </a:lnTo>
                <a:lnTo>
                  <a:pt x="30123" y="36856"/>
                </a:lnTo>
                <a:lnTo>
                  <a:pt x="30123" y="36445"/>
                </a:lnTo>
                <a:lnTo>
                  <a:pt x="30563" y="36052"/>
                </a:lnTo>
                <a:lnTo>
                  <a:pt x="30563" y="35658"/>
                </a:lnTo>
                <a:lnTo>
                  <a:pt x="31004" y="35265"/>
                </a:lnTo>
                <a:lnTo>
                  <a:pt x="31462" y="34871"/>
                </a:lnTo>
                <a:lnTo>
                  <a:pt x="31462" y="34477"/>
                </a:lnTo>
                <a:lnTo>
                  <a:pt x="31903" y="34067"/>
                </a:lnTo>
                <a:lnTo>
                  <a:pt x="32343" y="33673"/>
                </a:lnTo>
                <a:lnTo>
                  <a:pt x="32343" y="32886"/>
                </a:lnTo>
                <a:lnTo>
                  <a:pt x="32783" y="32493"/>
                </a:lnTo>
                <a:lnTo>
                  <a:pt x="32783" y="32099"/>
                </a:lnTo>
                <a:lnTo>
                  <a:pt x="33223" y="31705"/>
                </a:lnTo>
                <a:lnTo>
                  <a:pt x="33223" y="31295"/>
                </a:lnTo>
                <a:lnTo>
                  <a:pt x="33664" y="30902"/>
                </a:lnTo>
                <a:lnTo>
                  <a:pt x="34104" y="30508"/>
                </a:lnTo>
                <a:lnTo>
                  <a:pt x="34104" y="30114"/>
                </a:lnTo>
                <a:lnTo>
                  <a:pt x="34563" y="29721"/>
                </a:lnTo>
                <a:lnTo>
                  <a:pt x="34563" y="29327"/>
                </a:lnTo>
                <a:lnTo>
                  <a:pt x="35003" y="28917"/>
                </a:lnTo>
                <a:lnTo>
                  <a:pt x="35003" y="28523"/>
                </a:lnTo>
                <a:lnTo>
                  <a:pt x="35443" y="27736"/>
                </a:lnTo>
                <a:lnTo>
                  <a:pt x="35884" y="27342"/>
                </a:lnTo>
                <a:lnTo>
                  <a:pt x="35884" y="26949"/>
                </a:lnTo>
                <a:lnTo>
                  <a:pt x="36324" y="26538"/>
                </a:lnTo>
                <a:lnTo>
                  <a:pt x="36764" y="26145"/>
                </a:lnTo>
                <a:lnTo>
                  <a:pt x="36764" y="25751"/>
                </a:lnTo>
                <a:lnTo>
                  <a:pt x="37223" y="25358"/>
                </a:lnTo>
                <a:lnTo>
                  <a:pt x="37223" y="24964"/>
                </a:lnTo>
                <a:lnTo>
                  <a:pt x="37663" y="24570"/>
                </a:lnTo>
                <a:lnTo>
                  <a:pt x="38103" y="24177"/>
                </a:lnTo>
                <a:lnTo>
                  <a:pt x="38103" y="23373"/>
                </a:lnTo>
                <a:lnTo>
                  <a:pt x="38544" y="23373"/>
                </a:lnTo>
                <a:lnTo>
                  <a:pt x="38544" y="22586"/>
                </a:lnTo>
                <a:lnTo>
                  <a:pt x="38984" y="22192"/>
                </a:lnTo>
                <a:lnTo>
                  <a:pt x="38984" y="21798"/>
                </a:lnTo>
                <a:lnTo>
                  <a:pt x="39424" y="21388"/>
                </a:lnTo>
                <a:lnTo>
                  <a:pt x="39864" y="20994"/>
                </a:lnTo>
                <a:lnTo>
                  <a:pt x="39864" y="20601"/>
                </a:lnTo>
                <a:lnTo>
                  <a:pt x="40323" y="20207"/>
                </a:lnTo>
                <a:lnTo>
                  <a:pt x="40763" y="19814"/>
                </a:lnTo>
                <a:lnTo>
                  <a:pt x="40763" y="19010"/>
                </a:lnTo>
                <a:lnTo>
                  <a:pt x="41204" y="19010"/>
                </a:lnTo>
                <a:lnTo>
                  <a:pt x="41204" y="18222"/>
                </a:lnTo>
                <a:lnTo>
                  <a:pt x="41644" y="17829"/>
                </a:lnTo>
                <a:lnTo>
                  <a:pt x="41644" y="17435"/>
                </a:lnTo>
                <a:lnTo>
                  <a:pt x="42084" y="17042"/>
                </a:lnTo>
                <a:lnTo>
                  <a:pt x="42525" y="16648"/>
                </a:lnTo>
                <a:lnTo>
                  <a:pt x="42525" y="16238"/>
                </a:lnTo>
                <a:lnTo>
                  <a:pt x="42965" y="15844"/>
                </a:lnTo>
                <a:lnTo>
                  <a:pt x="43424" y="15451"/>
                </a:lnTo>
                <a:lnTo>
                  <a:pt x="43424" y="14663"/>
                </a:lnTo>
                <a:lnTo>
                  <a:pt x="43864" y="14663"/>
                </a:lnTo>
                <a:lnTo>
                  <a:pt x="43864" y="13859"/>
                </a:lnTo>
                <a:lnTo>
                  <a:pt x="44304" y="13466"/>
                </a:lnTo>
                <a:lnTo>
                  <a:pt x="44304" y="13072"/>
                </a:lnTo>
                <a:lnTo>
                  <a:pt x="44744" y="12679"/>
                </a:lnTo>
                <a:lnTo>
                  <a:pt x="45185" y="12285"/>
                </a:lnTo>
                <a:lnTo>
                  <a:pt x="45185" y="11891"/>
                </a:lnTo>
                <a:lnTo>
                  <a:pt x="45625" y="11481"/>
                </a:lnTo>
                <a:lnTo>
                  <a:pt x="45625" y="11087"/>
                </a:lnTo>
                <a:lnTo>
                  <a:pt x="46065" y="10300"/>
                </a:lnTo>
                <a:lnTo>
                  <a:pt x="46524" y="9907"/>
                </a:lnTo>
                <a:lnTo>
                  <a:pt x="46524" y="9513"/>
                </a:lnTo>
                <a:lnTo>
                  <a:pt x="46964" y="9103"/>
                </a:lnTo>
                <a:lnTo>
                  <a:pt x="47405" y="8709"/>
                </a:lnTo>
                <a:lnTo>
                  <a:pt x="47405" y="8315"/>
                </a:lnTo>
                <a:lnTo>
                  <a:pt x="47845" y="7922"/>
                </a:lnTo>
                <a:lnTo>
                  <a:pt x="47845" y="7528"/>
                </a:lnTo>
                <a:lnTo>
                  <a:pt x="48285" y="6741"/>
                </a:lnTo>
                <a:lnTo>
                  <a:pt x="48285" y="6331"/>
                </a:lnTo>
                <a:lnTo>
                  <a:pt x="48725" y="5937"/>
                </a:lnTo>
                <a:lnTo>
                  <a:pt x="49166" y="5543"/>
                </a:lnTo>
                <a:lnTo>
                  <a:pt x="49166" y="5150"/>
                </a:lnTo>
                <a:lnTo>
                  <a:pt x="49624" y="4756"/>
                </a:lnTo>
                <a:lnTo>
                  <a:pt x="49624" y="4363"/>
                </a:lnTo>
                <a:lnTo>
                  <a:pt x="50065" y="3952"/>
                </a:lnTo>
                <a:lnTo>
                  <a:pt x="50505" y="3559"/>
                </a:lnTo>
                <a:lnTo>
                  <a:pt x="50505" y="3165"/>
                </a:lnTo>
                <a:lnTo>
                  <a:pt x="50945" y="2771"/>
                </a:lnTo>
                <a:lnTo>
                  <a:pt x="50945" y="1984"/>
                </a:lnTo>
                <a:lnTo>
                  <a:pt x="51386" y="1574"/>
                </a:lnTo>
                <a:lnTo>
                  <a:pt x="51826" y="1180"/>
                </a:lnTo>
                <a:lnTo>
                  <a:pt x="51826" y="787"/>
                </a:lnTo>
                <a:lnTo>
                  <a:pt x="52284" y="393"/>
                </a:lnTo>
                <a:lnTo>
                  <a:pt x="52284" y="0"/>
                </a:lnTo>
              </a:path>
            </a:pathLst>
          </a:custGeom>
          <a:ln w="249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6212898" y="5425128"/>
            <a:ext cx="52706" cy="91935"/>
          </a:xfrm>
          <a:custGeom>
            <a:avLst/>
            <a:gdLst/>
            <a:ahLst/>
            <a:cxnLst/>
            <a:rect l="l" t="t" r="r" b="b"/>
            <a:pathLst>
              <a:path w="52706" h="91935">
                <a:moveTo>
                  <a:pt x="0" y="91935"/>
                </a:moveTo>
                <a:lnTo>
                  <a:pt x="440" y="91541"/>
                </a:lnTo>
                <a:lnTo>
                  <a:pt x="440" y="91147"/>
                </a:lnTo>
                <a:lnTo>
                  <a:pt x="880" y="90344"/>
                </a:lnTo>
                <a:lnTo>
                  <a:pt x="1320" y="89950"/>
                </a:lnTo>
                <a:lnTo>
                  <a:pt x="1320" y="89556"/>
                </a:lnTo>
                <a:lnTo>
                  <a:pt x="1761" y="89163"/>
                </a:lnTo>
                <a:lnTo>
                  <a:pt x="2201" y="88769"/>
                </a:lnTo>
                <a:lnTo>
                  <a:pt x="2201" y="88359"/>
                </a:lnTo>
                <a:lnTo>
                  <a:pt x="2641" y="87965"/>
                </a:lnTo>
                <a:lnTo>
                  <a:pt x="2641" y="87572"/>
                </a:lnTo>
                <a:lnTo>
                  <a:pt x="3100" y="86784"/>
                </a:lnTo>
                <a:lnTo>
                  <a:pt x="3540" y="86391"/>
                </a:lnTo>
                <a:lnTo>
                  <a:pt x="3540" y="85981"/>
                </a:lnTo>
                <a:lnTo>
                  <a:pt x="3980" y="85587"/>
                </a:lnTo>
                <a:lnTo>
                  <a:pt x="3980" y="85193"/>
                </a:lnTo>
                <a:lnTo>
                  <a:pt x="4421" y="84800"/>
                </a:lnTo>
                <a:lnTo>
                  <a:pt x="4421" y="84406"/>
                </a:lnTo>
                <a:lnTo>
                  <a:pt x="4861" y="83602"/>
                </a:lnTo>
                <a:lnTo>
                  <a:pt x="5301" y="83209"/>
                </a:lnTo>
                <a:lnTo>
                  <a:pt x="5301" y="82815"/>
                </a:lnTo>
                <a:lnTo>
                  <a:pt x="5742" y="82421"/>
                </a:lnTo>
                <a:lnTo>
                  <a:pt x="6200" y="82028"/>
                </a:lnTo>
                <a:lnTo>
                  <a:pt x="6200" y="81634"/>
                </a:lnTo>
                <a:lnTo>
                  <a:pt x="6641" y="81240"/>
                </a:lnTo>
                <a:lnTo>
                  <a:pt x="6641" y="80830"/>
                </a:lnTo>
                <a:lnTo>
                  <a:pt x="7081" y="80043"/>
                </a:lnTo>
                <a:lnTo>
                  <a:pt x="7081" y="79649"/>
                </a:lnTo>
                <a:lnTo>
                  <a:pt x="7521" y="79256"/>
                </a:lnTo>
                <a:lnTo>
                  <a:pt x="7961" y="78862"/>
                </a:lnTo>
                <a:lnTo>
                  <a:pt x="7961" y="78452"/>
                </a:lnTo>
                <a:lnTo>
                  <a:pt x="8402" y="78058"/>
                </a:lnTo>
                <a:lnTo>
                  <a:pt x="8402" y="77665"/>
                </a:lnTo>
                <a:lnTo>
                  <a:pt x="8842" y="77271"/>
                </a:lnTo>
                <a:lnTo>
                  <a:pt x="9301" y="76484"/>
                </a:lnTo>
                <a:lnTo>
                  <a:pt x="9301" y="76074"/>
                </a:lnTo>
                <a:lnTo>
                  <a:pt x="9741" y="75680"/>
                </a:lnTo>
                <a:lnTo>
                  <a:pt x="9741" y="75286"/>
                </a:lnTo>
                <a:lnTo>
                  <a:pt x="10181" y="74893"/>
                </a:lnTo>
                <a:lnTo>
                  <a:pt x="10622" y="74499"/>
                </a:lnTo>
                <a:lnTo>
                  <a:pt x="10622" y="74105"/>
                </a:lnTo>
                <a:lnTo>
                  <a:pt x="11062" y="73302"/>
                </a:lnTo>
                <a:lnTo>
                  <a:pt x="11062" y="72908"/>
                </a:lnTo>
                <a:lnTo>
                  <a:pt x="11502" y="72514"/>
                </a:lnTo>
                <a:lnTo>
                  <a:pt x="11942" y="72121"/>
                </a:lnTo>
                <a:lnTo>
                  <a:pt x="11942" y="71727"/>
                </a:lnTo>
                <a:lnTo>
                  <a:pt x="12401" y="71333"/>
                </a:lnTo>
                <a:lnTo>
                  <a:pt x="12401" y="70923"/>
                </a:lnTo>
                <a:lnTo>
                  <a:pt x="12841" y="70530"/>
                </a:lnTo>
                <a:lnTo>
                  <a:pt x="13282" y="69742"/>
                </a:lnTo>
                <a:lnTo>
                  <a:pt x="13282" y="69349"/>
                </a:lnTo>
                <a:lnTo>
                  <a:pt x="13722" y="68955"/>
                </a:lnTo>
                <a:lnTo>
                  <a:pt x="13722" y="68545"/>
                </a:lnTo>
                <a:lnTo>
                  <a:pt x="14162" y="68151"/>
                </a:lnTo>
                <a:lnTo>
                  <a:pt x="14603" y="67758"/>
                </a:lnTo>
                <a:lnTo>
                  <a:pt x="14603" y="66970"/>
                </a:lnTo>
                <a:lnTo>
                  <a:pt x="15061" y="66577"/>
                </a:lnTo>
                <a:lnTo>
                  <a:pt x="15061" y="66167"/>
                </a:lnTo>
                <a:lnTo>
                  <a:pt x="15502" y="65773"/>
                </a:lnTo>
                <a:lnTo>
                  <a:pt x="15502" y="65379"/>
                </a:lnTo>
                <a:lnTo>
                  <a:pt x="15942" y="64986"/>
                </a:lnTo>
                <a:lnTo>
                  <a:pt x="16382" y="64592"/>
                </a:lnTo>
                <a:lnTo>
                  <a:pt x="16382" y="63805"/>
                </a:lnTo>
                <a:lnTo>
                  <a:pt x="16822" y="63395"/>
                </a:lnTo>
                <a:lnTo>
                  <a:pt x="17263" y="63001"/>
                </a:lnTo>
                <a:lnTo>
                  <a:pt x="17263" y="62607"/>
                </a:lnTo>
                <a:lnTo>
                  <a:pt x="17703" y="62214"/>
                </a:lnTo>
                <a:lnTo>
                  <a:pt x="17703" y="61820"/>
                </a:lnTo>
                <a:lnTo>
                  <a:pt x="18162" y="61016"/>
                </a:lnTo>
                <a:lnTo>
                  <a:pt x="18162" y="60623"/>
                </a:lnTo>
                <a:lnTo>
                  <a:pt x="18602" y="60229"/>
                </a:lnTo>
                <a:lnTo>
                  <a:pt x="19042" y="59835"/>
                </a:lnTo>
                <a:lnTo>
                  <a:pt x="19042" y="59442"/>
                </a:lnTo>
                <a:lnTo>
                  <a:pt x="19483" y="59048"/>
                </a:lnTo>
                <a:lnTo>
                  <a:pt x="19483" y="58638"/>
                </a:lnTo>
                <a:lnTo>
                  <a:pt x="19923" y="57851"/>
                </a:lnTo>
                <a:lnTo>
                  <a:pt x="20363" y="57457"/>
                </a:lnTo>
                <a:lnTo>
                  <a:pt x="20363" y="57063"/>
                </a:lnTo>
                <a:lnTo>
                  <a:pt x="20803" y="56670"/>
                </a:lnTo>
                <a:lnTo>
                  <a:pt x="21262" y="56276"/>
                </a:lnTo>
                <a:lnTo>
                  <a:pt x="21262" y="55866"/>
                </a:lnTo>
                <a:lnTo>
                  <a:pt x="21702" y="55079"/>
                </a:lnTo>
                <a:lnTo>
                  <a:pt x="21702" y="54685"/>
                </a:lnTo>
                <a:lnTo>
                  <a:pt x="22143" y="54291"/>
                </a:lnTo>
                <a:lnTo>
                  <a:pt x="22143" y="53898"/>
                </a:lnTo>
                <a:lnTo>
                  <a:pt x="22583" y="53488"/>
                </a:lnTo>
                <a:lnTo>
                  <a:pt x="23023" y="53094"/>
                </a:lnTo>
                <a:lnTo>
                  <a:pt x="23023" y="52307"/>
                </a:lnTo>
                <a:lnTo>
                  <a:pt x="23464" y="51913"/>
                </a:lnTo>
                <a:lnTo>
                  <a:pt x="23904" y="51519"/>
                </a:lnTo>
                <a:lnTo>
                  <a:pt x="23904" y="51109"/>
                </a:lnTo>
                <a:lnTo>
                  <a:pt x="24362" y="50716"/>
                </a:lnTo>
                <a:lnTo>
                  <a:pt x="24362" y="50322"/>
                </a:lnTo>
                <a:lnTo>
                  <a:pt x="24803" y="49928"/>
                </a:lnTo>
                <a:lnTo>
                  <a:pt x="24803" y="49141"/>
                </a:lnTo>
                <a:lnTo>
                  <a:pt x="25243" y="48747"/>
                </a:lnTo>
                <a:lnTo>
                  <a:pt x="25683" y="48337"/>
                </a:lnTo>
                <a:lnTo>
                  <a:pt x="25683" y="47944"/>
                </a:lnTo>
                <a:lnTo>
                  <a:pt x="26124" y="47550"/>
                </a:lnTo>
                <a:lnTo>
                  <a:pt x="26124" y="47156"/>
                </a:lnTo>
                <a:lnTo>
                  <a:pt x="26564" y="46369"/>
                </a:lnTo>
                <a:lnTo>
                  <a:pt x="26564" y="45959"/>
                </a:lnTo>
                <a:lnTo>
                  <a:pt x="27004" y="45565"/>
                </a:lnTo>
                <a:lnTo>
                  <a:pt x="27463" y="45172"/>
                </a:lnTo>
                <a:lnTo>
                  <a:pt x="27903" y="44778"/>
                </a:lnTo>
                <a:lnTo>
                  <a:pt x="27903" y="44384"/>
                </a:lnTo>
                <a:lnTo>
                  <a:pt x="28343" y="43991"/>
                </a:lnTo>
                <a:lnTo>
                  <a:pt x="28343" y="43187"/>
                </a:lnTo>
                <a:lnTo>
                  <a:pt x="28784" y="42793"/>
                </a:lnTo>
                <a:lnTo>
                  <a:pt x="28784" y="42400"/>
                </a:lnTo>
                <a:lnTo>
                  <a:pt x="29224" y="42006"/>
                </a:lnTo>
                <a:lnTo>
                  <a:pt x="29664" y="41202"/>
                </a:lnTo>
                <a:lnTo>
                  <a:pt x="29664" y="40809"/>
                </a:lnTo>
                <a:lnTo>
                  <a:pt x="30123" y="40415"/>
                </a:lnTo>
                <a:lnTo>
                  <a:pt x="30123" y="40021"/>
                </a:lnTo>
                <a:lnTo>
                  <a:pt x="30563" y="39628"/>
                </a:lnTo>
                <a:lnTo>
                  <a:pt x="30563" y="39234"/>
                </a:lnTo>
                <a:lnTo>
                  <a:pt x="31004" y="38840"/>
                </a:lnTo>
                <a:lnTo>
                  <a:pt x="31444" y="38037"/>
                </a:lnTo>
                <a:lnTo>
                  <a:pt x="31444" y="37643"/>
                </a:lnTo>
                <a:lnTo>
                  <a:pt x="31884" y="37249"/>
                </a:lnTo>
                <a:lnTo>
                  <a:pt x="32324" y="36856"/>
                </a:lnTo>
                <a:lnTo>
                  <a:pt x="32324" y="36462"/>
                </a:lnTo>
                <a:lnTo>
                  <a:pt x="32765" y="36052"/>
                </a:lnTo>
                <a:lnTo>
                  <a:pt x="32765" y="35265"/>
                </a:lnTo>
                <a:lnTo>
                  <a:pt x="33223" y="34871"/>
                </a:lnTo>
                <a:lnTo>
                  <a:pt x="33223" y="34477"/>
                </a:lnTo>
                <a:lnTo>
                  <a:pt x="33664" y="34084"/>
                </a:lnTo>
                <a:lnTo>
                  <a:pt x="34104" y="33673"/>
                </a:lnTo>
                <a:lnTo>
                  <a:pt x="34104" y="32886"/>
                </a:lnTo>
                <a:lnTo>
                  <a:pt x="34544" y="32493"/>
                </a:lnTo>
                <a:lnTo>
                  <a:pt x="34985" y="32099"/>
                </a:lnTo>
                <a:lnTo>
                  <a:pt x="34985" y="31705"/>
                </a:lnTo>
                <a:lnTo>
                  <a:pt x="35425" y="31312"/>
                </a:lnTo>
                <a:lnTo>
                  <a:pt x="35425" y="30902"/>
                </a:lnTo>
                <a:lnTo>
                  <a:pt x="35865" y="30114"/>
                </a:lnTo>
                <a:lnTo>
                  <a:pt x="35865" y="29721"/>
                </a:lnTo>
                <a:lnTo>
                  <a:pt x="36324" y="29327"/>
                </a:lnTo>
                <a:lnTo>
                  <a:pt x="36764" y="28933"/>
                </a:lnTo>
                <a:lnTo>
                  <a:pt x="36764" y="28523"/>
                </a:lnTo>
                <a:lnTo>
                  <a:pt x="37204" y="27736"/>
                </a:lnTo>
                <a:lnTo>
                  <a:pt x="37204" y="27342"/>
                </a:lnTo>
                <a:lnTo>
                  <a:pt x="37645" y="26949"/>
                </a:lnTo>
                <a:lnTo>
                  <a:pt x="38085" y="26555"/>
                </a:lnTo>
                <a:lnTo>
                  <a:pt x="38085" y="26145"/>
                </a:lnTo>
                <a:lnTo>
                  <a:pt x="38525" y="25751"/>
                </a:lnTo>
                <a:lnTo>
                  <a:pt x="38966" y="24964"/>
                </a:lnTo>
                <a:lnTo>
                  <a:pt x="38966" y="24570"/>
                </a:lnTo>
                <a:lnTo>
                  <a:pt x="39424" y="24177"/>
                </a:lnTo>
                <a:lnTo>
                  <a:pt x="39424" y="23766"/>
                </a:lnTo>
                <a:lnTo>
                  <a:pt x="39864" y="23373"/>
                </a:lnTo>
                <a:lnTo>
                  <a:pt x="39864" y="22586"/>
                </a:lnTo>
                <a:lnTo>
                  <a:pt x="40305" y="22192"/>
                </a:lnTo>
                <a:lnTo>
                  <a:pt x="40745" y="21798"/>
                </a:lnTo>
                <a:lnTo>
                  <a:pt x="40745" y="21405"/>
                </a:lnTo>
                <a:lnTo>
                  <a:pt x="41185" y="20601"/>
                </a:lnTo>
                <a:lnTo>
                  <a:pt x="41185" y="20207"/>
                </a:lnTo>
                <a:lnTo>
                  <a:pt x="41626" y="19814"/>
                </a:lnTo>
                <a:lnTo>
                  <a:pt x="42066" y="19420"/>
                </a:lnTo>
                <a:lnTo>
                  <a:pt x="42066" y="19026"/>
                </a:lnTo>
                <a:lnTo>
                  <a:pt x="42525" y="18616"/>
                </a:lnTo>
                <a:lnTo>
                  <a:pt x="42525" y="18222"/>
                </a:lnTo>
                <a:lnTo>
                  <a:pt x="42965" y="17435"/>
                </a:lnTo>
                <a:lnTo>
                  <a:pt x="43405" y="17042"/>
                </a:lnTo>
                <a:lnTo>
                  <a:pt x="43405" y="16648"/>
                </a:lnTo>
                <a:lnTo>
                  <a:pt x="43845" y="16238"/>
                </a:lnTo>
                <a:lnTo>
                  <a:pt x="43845" y="15451"/>
                </a:lnTo>
                <a:lnTo>
                  <a:pt x="44286" y="15057"/>
                </a:lnTo>
                <a:lnTo>
                  <a:pt x="44286" y="14663"/>
                </a:lnTo>
                <a:lnTo>
                  <a:pt x="44726" y="14270"/>
                </a:lnTo>
                <a:lnTo>
                  <a:pt x="45185" y="13876"/>
                </a:lnTo>
                <a:lnTo>
                  <a:pt x="45185" y="13072"/>
                </a:lnTo>
                <a:lnTo>
                  <a:pt x="45625" y="12679"/>
                </a:lnTo>
                <a:lnTo>
                  <a:pt x="46065" y="12285"/>
                </a:lnTo>
                <a:lnTo>
                  <a:pt x="46065" y="11891"/>
                </a:lnTo>
                <a:lnTo>
                  <a:pt x="46506" y="11498"/>
                </a:lnTo>
                <a:lnTo>
                  <a:pt x="46506" y="11087"/>
                </a:lnTo>
                <a:lnTo>
                  <a:pt x="46946" y="10300"/>
                </a:lnTo>
                <a:lnTo>
                  <a:pt x="47386" y="9907"/>
                </a:lnTo>
                <a:lnTo>
                  <a:pt x="47386" y="9513"/>
                </a:lnTo>
                <a:lnTo>
                  <a:pt x="47826" y="9119"/>
                </a:lnTo>
                <a:lnTo>
                  <a:pt x="47826" y="8709"/>
                </a:lnTo>
                <a:lnTo>
                  <a:pt x="48285" y="7922"/>
                </a:lnTo>
                <a:lnTo>
                  <a:pt x="48285" y="7528"/>
                </a:lnTo>
                <a:lnTo>
                  <a:pt x="48725" y="7135"/>
                </a:lnTo>
                <a:lnTo>
                  <a:pt x="49166" y="6741"/>
                </a:lnTo>
                <a:lnTo>
                  <a:pt x="49166" y="5937"/>
                </a:lnTo>
                <a:lnTo>
                  <a:pt x="49606" y="5543"/>
                </a:lnTo>
                <a:lnTo>
                  <a:pt x="50046" y="5150"/>
                </a:lnTo>
                <a:lnTo>
                  <a:pt x="50046" y="4756"/>
                </a:lnTo>
                <a:lnTo>
                  <a:pt x="50487" y="4363"/>
                </a:lnTo>
                <a:lnTo>
                  <a:pt x="50487" y="3559"/>
                </a:lnTo>
                <a:lnTo>
                  <a:pt x="50927" y="3165"/>
                </a:lnTo>
                <a:lnTo>
                  <a:pt x="50927" y="2771"/>
                </a:lnTo>
                <a:lnTo>
                  <a:pt x="51386" y="2378"/>
                </a:lnTo>
                <a:lnTo>
                  <a:pt x="51826" y="1984"/>
                </a:lnTo>
                <a:lnTo>
                  <a:pt x="51826" y="1180"/>
                </a:lnTo>
                <a:lnTo>
                  <a:pt x="52266" y="787"/>
                </a:lnTo>
                <a:lnTo>
                  <a:pt x="52266" y="393"/>
                </a:lnTo>
                <a:lnTo>
                  <a:pt x="52706" y="0"/>
                </a:lnTo>
              </a:path>
            </a:pathLst>
          </a:custGeom>
          <a:ln w="250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6265605" y="5326861"/>
            <a:ext cx="52725" cy="98266"/>
          </a:xfrm>
          <a:custGeom>
            <a:avLst/>
            <a:gdLst/>
            <a:ahLst/>
            <a:cxnLst/>
            <a:rect l="l" t="t" r="r" b="b"/>
            <a:pathLst>
              <a:path w="52725" h="98266">
                <a:moveTo>
                  <a:pt x="0" y="98266"/>
                </a:moveTo>
                <a:lnTo>
                  <a:pt x="440" y="97872"/>
                </a:lnTo>
                <a:lnTo>
                  <a:pt x="440" y="97479"/>
                </a:lnTo>
                <a:lnTo>
                  <a:pt x="880" y="96675"/>
                </a:lnTo>
                <a:lnTo>
                  <a:pt x="1320" y="96281"/>
                </a:lnTo>
                <a:lnTo>
                  <a:pt x="1320" y="95888"/>
                </a:lnTo>
                <a:lnTo>
                  <a:pt x="1779" y="95494"/>
                </a:lnTo>
                <a:lnTo>
                  <a:pt x="1779" y="94707"/>
                </a:lnTo>
                <a:lnTo>
                  <a:pt x="2219" y="94297"/>
                </a:lnTo>
                <a:lnTo>
                  <a:pt x="2219" y="93903"/>
                </a:lnTo>
                <a:lnTo>
                  <a:pt x="2660" y="93509"/>
                </a:lnTo>
                <a:lnTo>
                  <a:pt x="3100" y="93116"/>
                </a:lnTo>
                <a:lnTo>
                  <a:pt x="3100" y="92328"/>
                </a:lnTo>
                <a:lnTo>
                  <a:pt x="3540" y="91918"/>
                </a:lnTo>
                <a:lnTo>
                  <a:pt x="3540" y="91525"/>
                </a:lnTo>
                <a:lnTo>
                  <a:pt x="3980" y="91131"/>
                </a:lnTo>
                <a:lnTo>
                  <a:pt x="4421" y="90737"/>
                </a:lnTo>
                <a:lnTo>
                  <a:pt x="4421" y="89950"/>
                </a:lnTo>
                <a:lnTo>
                  <a:pt x="4879" y="89540"/>
                </a:lnTo>
                <a:lnTo>
                  <a:pt x="4879" y="89146"/>
                </a:lnTo>
                <a:lnTo>
                  <a:pt x="5320" y="88753"/>
                </a:lnTo>
                <a:lnTo>
                  <a:pt x="5760" y="87965"/>
                </a:lnTo>
                <a:lnTo>
                  <a:pt x="5760" y="87572"/>
                </a:lnTo>
                <a:lnTo>
                  <a:pt x="6200" y="87178"/>
                </a:lnTo>
                <a:lnTo>
                  <a:pt x="6200" y="86768"/>
                </a:lnTo>
                <a:lnTo>
                  <a:pt x="6641" y="86374"/>
                </a:lnTo>
                <a:lnTo>
                  <a:pt x="6641" y="85587"/>
                </a:lnTo>
                <a:lnTo>
                  <a:pt x="7081" y="85193"/>
                </a:lnTo>
                <a:lnTo>
                  <a:pt x="7540" y="84800"/>
                </a:lnTo>
                <a:lnTo>
                  <a:pt x="7540" y="84390"/>
                </a:lnTo>
                <a:lnTo>
                  <a:pt x="7980" y="83602"/>
                </a:lnTo>
                <a:lnTo>
                  <a:pt x="8420" y="83209"/>
                </a:lnTo>
                <a:lnTo>
                  <a:pt x="8420" y="82815"/>
                </a:lnTo>
                <a:lnTo>
                  <a:pt x="8860" y="82421"/>
                </a:lnTo>
                <a:lnTo>
                  <a:pt x="8860" y="82011"/>
                </a:lnTo>
                <a:lnTo>
                  <a:pt x="9301" y="81224"/>
                </a:lnTo>
                <a:lnTo>
                  <a:pt x="9741" y="80830"/>
                </a:lnTo>
                <a:lnTo>
                  <a:pt x="9741" y="80437"/>
                </a:lnTo>
                <a:lnTo>
                  <a:pt x="10181" y="80043"/>
                </a:lnTo>
                <a:lnTo>
                  <a:pt x="10181" y="79239"/>
                </a:lnTo>
                <a:lnTo>
                  <a:pt x="10640" y="78846"/>
                </a:lnTo>
                <a:lnTo>
                  <a:pt x="10640" y="78452"/>
                </a:lnTo>
                <a:lnTo>
                  <a:pt x="11080" y="78058"/>
                </a:lnTo>
                <a:lnTo>
                  <a:pt x="11521" y="77665"/>
                </a:lnTo>
                <a:lnTo>
                  <a:pt x="11521" y="76861"/>
                </a:lnTo>
                <a:lnTo>
                  <a:pt x="11961" y="76467"/>
                </a:lnTo>
                <a:lnTo>
                  <a:pt x="12401" y="76074"/>
                </a:lnTo>
                <a:lnTo>
                  <a:pt x="12401" y="75680"/>
                </a:lnTo>
                <a:lnTo>
                  <a:pt x="12841" y="75286"/>
                </a:lnTo>
                <a:lnTo>
                  <a:pt x="12841" y="74483"/>
                </a:lnTo>
                <a:lnTo>
                  <a:pt x="13282" y="74089"/>
                </a:lnTo>
                <a:lnTo>
                  <a:pt x="13282" y="73695"/>
                </a:lnTo>
                <a:lnTo>
                  <a:pt x="13740" y="73302"/>
                </a:lnTo>
                <a:lnTo>
                  <a:pt x="14181" y="72514"/>
                </a:lnTo>
                <a:lnTo>
                  <a:pt x="14181" y="72104"/>
                </a:lnTo>
                <a:lnTo>
                  <a:pt x="14621" y="71711"/>
                </a:lnTo>
                <a:lnTo>
                  <a:pt x="15061" y="71317"/>
                </a:lnTo>
                <a:lnTo>
                  <a:pt x="15061" y="70530"/>
                </a:lnTo>
                <a:lnTo>
                  <a:pt x="15502" y="70136"/>
                </a:lnTo>
                <a:lnTo>
                  <a:pt x="15502" y="69742"/>
                </a:lnTo>
                <a:lnTo>
                  <a:pt x="15942" y="69332"/>
                </a:lnTo>
                <a:lnTo>
                  <a:pt x="15942" y="68545"/>
                </a:lnTo>
                <a:lnTo>
                  <a:pt x="16382" y="68151"/>
                </a:lnTo>
                <a:lnTo>
                  <a:pt x="16841" y="67758"/>
                </a:lnTo>
                <a:lnTo>
                  <a:pt x="16841" y="67364"/>
                </a:lnTo>
                <a:lnTo>
                  <a:pt x="17281" y="66560"/>
                </a:lnTo>
                <a:lnTo>
                  <a:pt x="17281" y="66167"/>
                </a:lnTo>
                <a:lnTo>
                  <a:pt x="17721" y="65773"/>
                </a:lnTo>
                <a:lnTo>
                  <a:pt x="18162" y="65379"/>
                </a:lnTo>
                <a:lnTo>
                  <a:pt x="18162" y="64986"/>
                </a:lnTo>
                <a:lnTo>
                  <a:pt x="18602" y="64182"/>
                </a:lnTo>
                <a:lnTo>
                  <a:pt x="19042" y="63788"/>
                </a:lnTo>
                <a:lnTo>
                  <a:pt x="19042" y="63395"/>
                </a:lnTo>
                <a:lnTo>
                  <a:pt x="19483" y="63001"/>
                </a:lnTo>
                <a:lnTo>
                  <a:pt x="19483" y="62197"/>
                </a:lnTo>
                <a:lnTo>
                  <a:pt x="19941" y="61804"/>
                </a:lnTo>
                <a:lnTo>
                  <a:pt x="19941" y="61410"/>
                </a:lnTo>
                <a:lnTo>
                  <a:pt x="20381" y="61016"/>
                </a:lnTo>
                <a:lnTo>
                  <a:pt x="20822" y="60623"/>
                </a:lnTo>
                <a:lnTo>
                  <a:pt x="20822" y="59835"/>
                </a:lnTo>
                <a:lnTo>
                  <a:pt x="21262" y="59425"/>
                </a:lnTo>
                <a:lnTo>
                  <a:pt x="21262" y="59032"/>
                </a:lnTo>
                <a:lnTo>
                  <a:pt x="21702" y="58638"/>
                </a:lnTo>
                <a:lnTo>
                  <a:pt x="21702" y="57851"/>
                </a:lnTo>
                <a:lnTo>
                  <a:pt x="22143" y="57457"/>
                </a:lnTo>
                <a:lnTo>
                  <a:pt x="22601" y="57047"/>
                </a:lnTo>
                <a:lnTo>
                  <a:pt x="22601" y="56260"/>
                </a:lnTo>
                <a:lnTo>
                  <a:pt x="23042" y="55866"/>
                </a:lnTo>
                <a:lnTo>
                  <a:pt x="23482" y="55472"/>
                </a:lnTo>
                <a:lnTo>
                  <a:pt x="23482" y="55079"/>
                </a:lnTo>
                <a:lnTo>
                  <a:pt x="23922" y="54668"/>
                </a:lnTo>
                <a:lnTo>
                  <a:pt x="23922" y="53881"/>
                </a:lnTo>
                <a:lnTo>
                  <a:pt x="24362" y="53488"/>
                </a:lnTo>
                <a:lnTo>
                  <a:pt x="24362" y="53094"/>
                </a:lnTo>
                <a:lnTo>
                  <a:pt x="24803" y="52700"/>
                </a:lnTo>
                <a:lnTo>
                  <a:pt x="25243" y="51896"/>
                </a:lnTo>
                <a:lnTo>
                  <a:pt x="25243" y="51503"/>
                </a:lnTo>
                <a:lnTo>
                  <a:pt x="25702" y="51109"/>
                </a:lnTo>
                <a:lnTo>
                  <a:pt x="26142" y="50716"/>
                </a:lnTo>
                <a:lnTo>
                  <a:pt x="26142" y="50322"/>
                </a:lnTo>
                <a:lnTo>
                  <a:pt x="26582" y="49518"/>
                </a:lnTo>
                <a:lnTo>
                  <a:pt x="26582" y="49124"/>
                </a:lnTo>
                <a:lnTo>
                  <a:pt x="27023" y="48731"/>
                </a:lnTo>
                <a:lnTo>
                  <a:pt x="27463" y="47944"/>
                </a:lnTo>
                <a:lnTo>
                  <a:pt x="27463" y="47550"/>
                </a:lnTo>
                <a:lnTo>
                  <a:pt x="27903" y="47140"/>
                </a:lnTo>
                <a:lnTo>
                  <a:pt x="27903" y="46746"/>
                </a:lnTo>
                <a:lnTo>
                  <a:pt x="28343" y="45959"/>
                </a:lnTo>
                <a:lnTo>
                  <a:pt x="28343" y="45565"/>
                </a:lnTo>
                <a:lnTo>
                  <a:pt x="28802" y="45172"/>
                </a:lnTo>
                <a:lnTo>
                  <a:pt x="29242" y="44778"/>
                </a:lnTo>
                <a:lnTo>
                  <a:pt x="29242" y="44368"/>
                </a:lnTo>
                <a:lnTo>
                  <a:pt x="29683" y="43581"/>
                </a:lnTo>
                <a:lnTo>
                  <a:pt x="30123" y="43187"/>
                </a:lnTo>
                <a:lnTo>
                  <a:pt x="30123" y="42793"/>
                </a:lnTo>
                <a:lnTo>
                  <a:pt x="30563" y="41989"/>
                </a:lnTo>
                <a:lnTo>
                  <a:pt x="30563" y="41596"/>
                </a:lnTo>
                <a:lnTo>
                  <a:pt x="31004" y="41202"/>
                </a:lnTo>
                <a:lnTo>
                  <a:pt x="31004" y="40809"/>
                </a:lnTo>
                <a:lnTo>
                  <a:pt x="31444" y="40021"/>
                </a:lnTo>
                <a:lnTo>
                  <a:pt x="31903" y="39611"/>
                </a:lnTo>
                <a:lnTo>
                  <a:pt x="31903" y="39217"/>
                </a:lnTo>
                <a:lnTo>
                  <a:pt x="32343" y="38824"/>
                </a:lnTo>
                <a:lnTo>
                  <a:pt x="32343" y="38037"/>
                </a:lnTo>
                <a:lnTo>
                  <a:pt x="32783" y="37643"/>
                </a:lnTo>
                <a:lnTo>
                  <a:pt x="32783" y="37233"/>
                </a:lnTo>
                <a:lnTo>
                  <a:pt x="33223" y="36839"/>
                </a:lnTo>
                <a:lnTo>
                  <a:pt x="33664" y="36052"/>
                </a:lnTo>
                <a:lnTo>
                  <a:pt x="33664" y="35658"/>
                </a:lnTo>
                <a:lnTo>
                  <a:pt x="34104" y="35265"/>
                </a:lnTo>
                <a:lnTo>
                  <a:pt x="34544" y="34871"/>
                </a:lnTo>
                <a:lnTo>
                  <a:pt x="34544" y="34067"/>
                </a:lnTo>
                <a:lnTo>
                  <a:pt x="35003" y="33673"/>
                </a:lnTo>
                <a:lnTo>
                  <a:pt x="35003" y="33280"/>
                </a:lnTo>
                <a:lnTo>
                  <a:pt x="35443" y="32886"/>
                </a:lnTo>
                <a:lnTo>
                  <a:pt x="35883" y="32082"/>
                </a:lnTo>
                <a:lnTo>
                  <a:pt x="35883" y="31689"/>
                </a:lnTo>
                <a:lnTo>
                  <a:pt x="36324" y="31295"/>
                </a:lnTo>
                <a:lnTo>
                  <a:pt x="36324" y="30902"/>
                </a:lnTo>
                <a:lnTo>
                  <a:pt x="36764" y="30114"/>
                </a:lnTo>
                <a:lnTo>
                  <a:pt x="37204" y="29704"/>
                </a:lnTo>
                <a:lnTo>
                  <a:pt x="37204" y="29310"/>
                </a:lnTo>
                <a:lnTo>
                  <a:pt x="37663" y="28523"/>
                </a:lnTo>
                <a:lnTo>
                  <a:pt x="37663" y="28130"/>
                </a:lnTo>
                <a:lnTo>
                  <a:pt x="38103" y="27736"/>
                </a:lnTo>
                <a:lnTo>
                  <a:pt x="38544" y="27342"/>
                </a:lnTo>
                <a:lnTo>
                  <a:pt x="38544" y="26932"/>
                </a:lnTo>
                <a:lnTo>
                  <a:pt x="38984" y="26145"/>
                </a:lnTo>
                <a:lnTo>
                  <a:pt x="38984" y="25751"/>
                </a:lnTo>
                <a:lnTo>
                  <a:pt x="39424" y="25358"/>
                </a:lnTo>
                <a:lnTo>
                  <a:pt x="39424" y="24554"/>
                </a:lnTo>
                <a:lnTo>
                  <a:pt x="39864" y="24160"/>
                </a:lnTo>
                <a:lnTo>
                  <a:pt x="40305" y="23766"/>
                </a:lnTo>
                <a:lnTo>
                  <a:pt x="40305" y="23373"/>
                </a:lnTo>
                <a:lnTo>
                  <a:pt x="40763" y="22586"/>
                </a:lnTo>
                <a:lnTo>
                  <a:pt x="41204" y="22175"/>
                </a:lnTo>
                <a:lnTo>
                  <a:pt x="41204" y="21782"/>
                </a:lnTo>
                <a:lnTo>
                  <a:pt x="41644" y="21388"/>
                </a:lnTo>
                <a:lnTo>
                  <a:pt x="41644" y="20601"/>
                </a:lnTo>
                <a:lnTo>
                  <a:pt x="42084" y="20207"/>
                </a:lnTo>
                <a:lnTo>
                  <a:pt x="42084" y="19797"/>
                </a:lnTo>
                <a:lnTo>
                  <a:pt x="42525" y="19403"/>
                </a:lnTo>
                <a:lnTo>
                  <a:pt x="42965" y="18616"/>
                </a:lnTo>
                <a:lnTo>
                  <a:pt x="42965" y="18222"/>
                </a:lnTo>
                <a:lnTo>
                  <a:pt x="43405" y="17829"/>
                </a:lnTo>
                <a:lnTo>
                  <a:pt x="43405" y="17435"/>
                </a:lnTo>
                <a:lnTo>
                  <a:pt x="43864" y="16631"/>
                </a:lnTo>
                <a:lnTo>
                  <a:pt x="44304" y="16238"/>
                </a:lnTo>
                <a:lnTo>
                  <a:pt x="44304" y="15844"/>
                </a:lnTo>
                <a:lnTo>
                  <a:pt x="44744" y="15057"/>
                </a:lnTo>
                <a:lnTo>
                  <a:pt x="45185" y="14647"/>
                </a:lnTo>
                <a:lnTo>
                  <a:pt x="45185" y="14253"/>
                </a:lnTo>
                <a:lnTo>
                  <a:pt x="45625" y="13859"/>
                </a:lnTo>
                <a:lnTo>
                  <a:pt x="45625" y="13072"/>
                </a:lnTo>
                <a:lnTo>
                  <a:pt x="46065" y="12679"/>
                </a:lnTo>
                <a:lnTo>
                  <a:pt x="46065" y="12268"/>
                </a:lnTo>
                <a:lnTo>
                  <a:pt x="46506" y="11481"/>
                </a:lnTo>
                <a:lnTo>
                  <a:pt x="46964" y="11087"/>
                </a:lnTo>
                <a:lnTo>
                  <a:pt x="46964" y="10694"/>
                </a:lnTo>
                <a:lnTo>
                  <a:pt x="47405" y="10300"/>
                </a:lnTo>
                <a:lnTo>
                  <a:pt x="47405" y="9907"/>
                </a:lnTo>
                <a:lnTo>
                  <a:pt x="47845" y="9103"/>
                </a:lnTo>
                <a:lnTo>
                  <a:pt x="48285" y="8709"/>
                </a:lnTo>
                <a:lnTo>
                  <a:pt x="48285" y="8315"/>
                </a:lnTo>
                <a:lnTo>
                  <a:pt x="48725" y="7528"/>
                </a:lnTo>
                <a:lnTo>
                  <a:pt x="48725" y="7118"/>
                </a:lnTo>
                <a:lnTo>
                  <a:pt x="49166" y="6724"/>
                </a:lnTo>
                <a:lnTo>
                  <a:pt x="49606" y="6331"/>
                </a:lnTo>
                <a:lnTo>
                  <a:pt x="49606" y="5543"/>
                </a:lnTo>
                <a:lnTo>
                  <a:pt x="50065" y="5150"/>
                </a:lnTo>
                <a:lnTo>
                  <a:pt x="50065" y="4740"/>
                </a:lnTo>
                <a:lnTo>
                  <a:pt x="50505" y="3952"/>
                </a:lnTo>
                <a:lnTo>
                  <a:pt x="50505" y="3559"/>
                </a:lnTo>
                <a:lnTo>
                  <a:pt x="50945" y="3165"/>
                </a:lnTo>
                <a:lnTo>
                  <a:pt x="51386" y="2771"/>
                </a:lnTo>
                <a:lnTo>
                  <a:pt x="51386" y="1968"/>
                </a:lnTo>
                <a:lnTo>
                  <a:pt x="51826" y="1574"/>
                </a:lnTo>
                <a:lnTo>
                  <a:pt x="52266" y="1180"/>
                </a:lnTo>
                <a:lnTo>
                  <a:pt x="52266" y="393"/>
                </a:lnTo>
                <a:lnTo>
                  <a:pt x="52725" y="0"/>
                </a:lnTo>
              </a:path>
            </a:pathLst>
          </a:custGeom>
          <a:ln w="25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6318330" y="5224215"/>
            <a:ext cx="52266" cy="102645"/>
          </a:xfrm>
          <a:custGeom>
            <a:avLst/>
            <a:gdLst/>
            <a:ahLst/>
            <a:cxnLst/>
            <a:rect l="l" t="t" r="r" b="b"/>
            <a:pathLst>
              <a:path w="52266" h="102645">
                <a:moveTo>
                  <a:pt x="0" y="102645"/>
                </a:moveTo>
                <a:lnTo>
                  <a:pt x="0" y="102235"/>
                </a:lnTo>
                <a:lnTo>
                  <a:pt x="440" y="101842"/>
                </a:lnTo>
                <a:lnTo>
                  <a:pt x="880" y="101448"/>
                </a:lnTo>
                <a:lnTo>
                  <a:pt x="880" y="100661"/>
                </a:lnTo>
                <a:lnTo>
                  <a:pt x="1320" y="100267"/>
                </a:lnTo>
                <a:lnTo>
                  <a:pt x="1320" y="99463"/>
                </a:lnTo>
                <a:lnTo>
                  <a:pt x="1761" y="99070"/>
                </a:lnTo>
                <a:lnTo>
                  <a:pt x="1761" y="98676"/>
                </a:lnTo>
                <a:lnTo>
                  <a:pt x="2201" y="98282"/>
                </a:lnTo>
                <a:lnTo>
                  <a:pt x="2641" y="97889"/>
                </a:lnTo>
                <a:lnTo>
                  <a:pt x="2641" y="97085"/>
                </a:lnTo>
                <a:lnTo>
                  <a:pt x="3100" y="96691"/>
                </a:lnTo>
                <a:lnTo>
                  <a:pt x="3540" y="96298"/>
                </a:lnTo>
                <a:lnTo>
                  <a:pt x="3540" y="95510"/>
                </a:lnTo>
                <a:lnTo>
                  <a:pt x="3980" y="95117"/>
                </a:lnTo>
                <a:lnTo>
                  <a:pt x="3980" y="94707"/>
                </a:lnTo>
                <a:lnTo>
                  <a:pt x="4421" y="94313"/>
                </a:lnTo>
                <a:lnTo>
                  <a:pt x="4421" y="93526"/>
                </a:lnTo>
                <a:lnTo>
                  <a:pt x="4861" y="93132"/>
                </a:lnTo>
                <a:lnTo>
                  <a:pt x="5301" y="92738"/>
                </a:lnTo>
                <a:lnTo>
                  <a:pt x="5301" y="91935"/>
                </a:lnTo>
                <a:lnTo>
                  <a:pt x="5742" y="91541"/>
                </a:lnTo>
                <a:lnTo>
                  <a:pt x="5742" y="91147"/>
                </a:lnTo>
                <a:lnTo>
                  <a:pt x="6200" y="90754"/>
                </a:lnTo>
                <a:lnTo>
                  <a:pt x="6641" y="89950"/>
                </a:lnTo>
                <a:lnTo>
                  <a:pt x="6641" y="89556"/>
                </a:lnTo>
                <a:lnTo>
                  <a:pt x="7081" y="89163"/>
                </a:lnTo>
                <a:lnTo>
                  <a:pt x="7081" y="88375"/>
                </a:lnTo>
                <a:lnTo>
                  <a:pt x="7521" y="87982"/>
                </a:lnTo>
                <a:lnTo>
                  <a:pt x="7961" y="87588"/>
                </a:lnTo>
                <a:lnTo>
                  <a:pt x="7961" y="87178"/>
                </a:lnTo>
                <a:lnTo>
                  <a:pt x="8402" y="86391"/>
                </a:lnTo>
                <a:lnTo>
                  <a:pt x="8402" y="85997"/>
                </a:lnTo>
                <a:lnTo>
                  <a:pt x="8842" y="85603"/>
                </a:lnTo>
                <a:lnTo>
                  <a:pt x="9301" y="84800"/>
                </a:lnTo>
                <a:lnTo>
                  <a:pt x="9301" y="84406"/>
                </a:lnTo>
                <a:lnTo>
                  <a:pt x="9741" y="84012"/>
                </a:lnTo>
                <a:lnTo>
                  <a:pt x="10181" y="83225"/>
                </a:lnTo>
                <a:lnTo>
                  <a:pt x="10181" y="82831"/>
                </a:lnTo>
                <a:lnTo>
                  <a:pt x="10622" y="82421"/>
                </a:lnTo>
                <a:lnTo>
                  <a:pt x="10622" y="82028"/>
                </a:lnTo>
                <a:lnTo>
                  <a:pt x="11062" y="81240"/>
                </a:lnTo>
                <a:lnTo>
                  <a:pt x="11062" y="80847"/>
                </a:lnTo>
                <a:lnTo>
                  <a:pt x="11502" y="80453"/>
                </a:lnTo>
                <a:lnTo>
                  <a:pt x="11942" y="79649"/>
                </a:lnTo>
                <a:lnTo>
                  <a:pt x="11942" y="79256"/>
                </a:lnTo>
                <a:lnTo>
                  <a:pt x="12401" y="78862"/>
                </a:lnTo>
                <a:lnTo>
                  <a:pt x="12401" y="78468"/>
                </a:lnTo>
                <a:lnTo>
                  <a:pt x="12841" y="77681"/>
                </a:lnTo>
                <a:lnTo>
                  <a:pt x="12841" y="77271"/>
                </a:lnTo>
                <a:lnTo>
                  <a:pt x="13282" y="76877"/>
                </a:lnTo>
                <a:lnTo>
                  <a:pt x="13722" y="76484"/>
                </a:lnTo>
                <a:lnTo>
                  <a:pt x="13722" y="75696"/>
                </a:lnTo>
                <a:lnTo>
                  <a:pt x="14162" y="75303"/>
                </a:lnTo>
                <a:lnTo>
                  <a:pt x="14603" y="74499"/>
                </a:lnTo>
                <a:lnTo>
                  <a:pt x="14603" y="74105"/>
                </a:lnTo>
                <a:lnTo>
                  <a:pt x="15061" y="73712"/>
                </a:lnTo>
                <a:lnTo>
                  <a:pt x="15061" y="73318"/>
                </a:lnTo>
                <a:lnTo>
                  <a:pt x="15502" y="72514"/>
                </a:lnTo>
                <a:lnTo>
                  <a:pt x="15502" y="72121"/>
                </a:lnTo>
                <a:lnTo>
                  <a:pt x="15942" y="71727"/>
                </a:lnTo>
                <a:lnTo>
                  <a:pt x="16382" y="71333"/>
                </a:lnTo>
                <a:lnTo>
                  <a:pt x="16382" y="70546"/>
                </a:lnTo>
                <a:lnTo>
                  <a:pt x="16822" y="70152"/>
                </a:lnTo>
                <a:lnTo>
                  <a:pt x="17263" y="69742"/>
                </a:lnTo>
                <a:lnTo>
                  <a:pt x="17263" y="68955"/>
                </a:lnTo>
                <a:lnTo>
                  <a:pt x="17703" y="68561"/>
                </a:lnTo>
                <a:lnTo>
                  <a:pt x="17703" y="68168"/>
                </a:lnTo>
                <a:lnTo>
                  <a:pt x="18162" y="67774"/>
                </a:lnTo>
                <a:lnTo>
                  <a:pt x="18602" y="66970"/>
                </a:lnTo>
                <a:lnTo>
                  <a:pt x="18602" y="66577"/>
                </a:lnTo>
                <a:lnTo>
                  <a:pt x="19042" y="66183"/>
                </a:lnTo>
                <a:lnTo>
                  <a:pt x="19042" y="65396"/>
                </a:lnTo>
                <a:lnTo>
                  <a:pt x="19483" y="64986"/>
                </a:lnTo>
                <a:lnTo>
                  <a:pt x="19483" y="64592"/>
                </a:lnTo>
                <a:lnTo>
                  <a:pt x="19923" y="63805"/>
                </a:lnTo>
                <a:lnTo>
                  <a:pt x="20363" y="63411"/>
                </a:lnTo>
                <a:lnTo>
                  <a:pt x="20363" y="63017"/>
                </a:lnTo>
                <a:lnTo>
                  <a:pt x="20803" y="62607"/>
                </a:lnTo>
                <a:lnTo>
                  <a:pt x="21262" y="61820"/>
                </a:lnTo>
                <a:lnTo>
                  <a:pt x="21262" y="61426"/>
                </a:lnTo>
                <a:lnTo>
                  <a:pt x="21702" y="61033"/>
                </a:lnTo>
                <a:lnTo>
                  <a:pt x="21702" y="60245"/>
                </a:lnTo>
                <a:lnTo>
                  <a:pt x="22143" y="59835"/>
                </a:lnTo>
                <a:lnTo>
                  <a:pt x="22143" y="59442"/>
                </a:lnTo>
                <a:lnTo>
                  <a:pt x="22583" y="58654"/>
                </a:lnTo>
                <a:lnTo>
                  <a:pt x="23023" y="58261"/>
                </a:lnTo>
                <a:lnTo>
                  <a:pt x="23023" y="57867"/>
                </a:lnTo>
                <a:lnTo>
                  <a:pt x="23464" y="57457"/>
                </a:lnTo>
                <a:lnTo>
                  <a:pt x="23464" y="56670"/>
                </a:lnTo>
                <a:lnTo>
                  <a:pt x="23904" y="56276"/>
                </a:lnTo>
                <a:lnTo>
                  <a:pt x="23904" y="55882"/>
                </a:lnTo>
                <a:lnTo>
                  <a:pt x="24362" y="55079"/>
                </a:lnTo>
                <a:lnTo>
                  <a:pt x="24803" y="54685"/>
                </a:lnTo>
                <a:lnTo>
                  <a:pt x="24803" y="54291"/>
                </a:lnTo>
                <a:lnTo>
                  <a:pt x="25243" y="53504"/>
                </a:lnTo>
                <a:lnTo>
                  <a:pt x="25683" y="53110"/>
                </a:lnTo>
                <a:lnTo>
                  <a:pt x="25683" y="52717"/>
                </a:lnTo>
                <a:lnTo>
                  <a:pt x="26124" y="52307"/>
                </a:lnTo>
                <a:lnTo>
                  <a:pt x="26124" y="51519"/>
                </a:lnTo>
                <a:lnTo>
                  <a:pt x="26564" y="51126"/>
                </a:lnTo>
                <a:lnTo>
                  <a:pt x="27004" y="50732"/>
                </a:lnTo>
                <a:lnTo>
                  <a:pt x="27004" y="49928"/>
                </a:lnTo>
                <a:lnTo>
                  <a:pt x="27463" y="49535"/>
                </a:lnTo>
                <a:lnTo>
                  <a:pt x="27463" y="49141"/>
                </a:lnTo>
                <a:lnTo>
                  <a:pt x="27903" y="48354"/>
                </a:lnTo>
                <a:lnTo>
                  <a:pt x="28343" y="47960"/>
                </a:lnTo>
                <a:lnTo>
                  <a:pt x="28343" y="47550"/>
                </a:lnTo>
                <a:lnTo>
                  <a:pt x="28784" y="46763"/>
                </a:lnTo>
                <a:lnTo>
                  <a:pt x="28784" y="46369"/>
                </a:lnTo>
                <a:lnTo>
                  <a:pt x="29224" y="45975"/>
                </a:lnTo>
                <a:lnTo>
                  <a:pt x="29664" y="45582"/>
                </a:lnTo>
                <a:lnTo>
                  <a:pt x="29664" y="44778"/>
                </a:lnTo>
                <a:lnTo>
                  <a:pt x="30123" y="44384"/>
                </a:lnTo>
                <a:lnTo>
                  <a:pt x="30123" y="43597"/>
                </a:lnTo>
                <a:lnTo>
                  <a:pt x="30563" y="43203"/>
                </a:lnTo>
                <a:lnTo>
                  <a:pt x="30563" y="42810"/>
                </a:lnTo>
                <a:lnTo>
                  <a:pt x="31004" y="42400"/>
                </a:lnTo>
                <a:lnTo>
                  <a:pt x="31444" y="41612"/>
                </a:lnTo>
                <a:lnTo>
                  <a:pt x="31444" y="41219"/>
                </a:lnTo>
                <a:lnTo>
                  <a:pt x="31884" y="40825"/>
                </a:lnTo>
                <a:lnTo>
                  <a:pt x="32324" y="40431"/>
                </a:lnTo>
                <a:lnTo>
                  <a:pt x="32324" y="39628"/>
                </a:lnTo>
                <a:lnTo>
                  <a:pt x="32765" y="39234"/>
                </a:lnTo>
                <a:lnTo>
                  <a:pt x="32765" y="38447"/>
                </a:lnTo>
                <a:lnTo>
                  <a:pt x="33223" y="38053"/>
                </a:lnTo>
                <a:lnTo>
                  <a:pt x="33223" y="37643"/>
                </a:lnTo>
                <a:lnTo>
                  <a:pt x="33664" y="36856"/>
                </a:lnTo>
                <a:lnTo>
                  <a:pt x="34104" y="36462"/>
                </a:lnTo>
                <a:lnTo>
                  <a:pt x="34104" y="36068"/>
                </a:lnTo>
                <a:lnTo>
                  <a:pt x="34544" y="35675"/>
                </a:lnTo>
                <a:lnTo>
                  <a:pt x="34544" y="34871"/>
                </a:lnTo>
                <a:lnTo>
                  <a:pt x="34985" y="34477"/>
                </a:lnTo>
                <a:lnTo>
                  <a:pt x="35425" y="34084"/>
                </a:lnTo>
                <a:lnTo>
                  <a:pt x="35425" y="33296"/>
                </a:lnTo>
                <a:lnTo>
                  <a:pt x="35865" y="32903"/>
                </a:lnTo>
                <a:lnTo>
                  <a:pt x="36324" y="32493"/>
                </a:lnTo>
                <a:lnTo>
                  <a:pt x="36324" y="31705"/>
                </a:lnTo>
                <a:lnTo>
                  <a:pt x="36764" y="31312"/>
                </a:lnTo>
                <a:lnTo>
                  <a:pt x="36764" y="30918"/>
                </a:lnTo>
                <a:lnTo>
                  <a:pt x="37204" y="30114"/>
                </a:lnTo>
                <a:lnTo>
                  <a:pt x="37204" y="29721"/>
                </a:lnTo>
                <a:lnTo>
                  <a:pt x="37645" y="29327"/>
                </a:lnTo>
                <a:lnTo>
                  <a:pt x="38085" y="28933"/>
                </a:lnTo>
                <a:lnTo>
                  <a:pt x="38085" y="28146"/>
                </a:lnTo>
                <a:lnTo>
                  <a:pt x="38525" y="27752"/>
                </a:lnTo>
                <a:lnTo>
                  <a:pt x="38525" y="27342"/>
                </a:lnTo>
                <a:lnTo>
                  <a:pt x="38966" y="26555"/>
                </a:lnTo>
                <a:lnTo>
                  <a:pt x="39424" y="26161"/>
                </a:lnTo>
                <a:lnTo>
                  <a:pt x="39424" y="25768"/>
                </a:lnTo>
                <a:lnTo>
                  <a:pt x="39864" y="24964"/>
                </a:lnTo>
                <a:lnTo>
                  <a:pt x="39864" y="24570"/>
                </a:lnTo>
                <a:lnTo>
                  <a:pt x="40305" y="24177"/>
                </a:lnTo>
                <a:lnTo>
                  <a:pt x="40745" y="23389"/>
                </a:lnTo>
                <a:lnTo>
                  <a:pt x="40745" y="22996"/>
                </a:lnTo>
                <a:lnTo>
                  <a:pt x="41185" y="22586"/>
                </a:lnTo>
                <a:lnTo>
                  <a:pt x="41185" y="21798"/>
                </a:lnTo>
                <a:lnTo>
                  <a:pt x="41626" y="21405"/>
                </a:lnTo>
                <a:lnTo>
                  <a:pt x="41626" y="21011"/>
                </a:lnTo>
                <a:lnTo>
                  <a:pt x="42066" y="20617"/>
                </a:lnTo>
                <a:lnTo>
                  <a:pt x="42525" y="19814"/>
                </a:lnTo>
                <a:lnTo>
                  <a:pt x="42965" y="19420"/>
                </a:lnTo>
                <a:lnTo>
                  <a:pt x="42965" y="18633"/>
                </a:lnTo>
                <a:lnTo>
                  <a:pt x="43405" y="18239"/>
                </a:lnTo>
                <a:lnTo>
                  <a:pt x="43405" y="17845"/>
                </a:lnTo>
                <a:lnTo>
                  <a:pt x="43845" y="17042"/>
                </a:lnTo>
                <a:lnTo>
                  <a:pt x="43845" y="16648"/>
                </a:lnTo>
                <a:lnTo>
                  <a:pt x="44286" y="16254"/>
                </a:lnTo>
                <a:lnTo>
                  <a:pt x="44726" y="15861"/>
                </a:lnTo>
                <a:lnTo>
                  <a:pt x="44726" y="15057"/>
                </a:lnTo>
                <a:lnTo>
                  <a:pt x="45185" y="14663"/>
                </a:lnTo>
                <a:lnTo>
                  <a:pt x="45185" y="14270"/>
                </a:lnTo>
                <a:lnTo>
                  <a:pt x="45625" y="13482"/>
                </a:lnTo>
                <a:lnTo>
                  <a:pt x="45625" y="13089"/>
                </a:lnTo>
                <a:lnTo>
                  <a:pt x="46065" y="12679"/>
                </a:lnTo>
                <a:lnTo>
                  <a:pt x="46506" y="11891"/>
                </a:lnTo>
                <a:lnTo>
                  <a:pt x="46506" y="11498"/>
                </a:lnTo>
                <a:lnTo>
                  <a:pt x="46946" y="11104"/>
                </a:lnTo>
                <a:lnTo>
                  <a:pt x="47386" y="10317"/>
                </a:lnTo>
                <a:lnTo>
                  <a:pt x="47386" y="9907"/>
                </a:lnTo>
                <a:lnTo>
                  <a:pt x="47826" y="9513"/>
                </a:lnTo>
                <a:lnTo>
                  <a:pt x="47826" y="8726"/>
                </a:lnTo>
                <a:lnTo>
                  <a:pt x="48285" y="8332"/>
                </a:lnTo>
                <a:lnTo>
                  <a:pt x="48285" y="7938"/>
                </a:lnTo>
                <a:lnTo>
                  <a:pt x="48725" y="7135"/>
                </a:lnTo>
                <a:lnTo>
                  <a:pt x="49166" y="6741"/>
                </a:lnTo>
                <a:lnTo>
                  <a:pt x="49166" y="6347"/>
                </a:lnTo>
                <a:lnTo>
                  <a:pt x="49606" y="5954"/>
                </a:lnTo>
                <a:lnTo>
                  <a:pt x="49606" y="5150"/>
                </a:lnTo>
                <a:lnTo>
                  <a:pt x="50046" y="4756"/>
                </a:lnTo>
                <a:lnTo>
                  <a:pt x="50487" y="4363"/>
                </a:lnTo>
                <a:lnTo>
                  <a:pt x="50487" y="3575"/>
                </a:lnTo>
                <a:lnTo>
                  <a:pt x="50927" y="3182"/>
                </a:lnTo>
                <a:lnTo>
                  <a:pt x="50927" y="2378"/>
                </a:lnTo>
                <a:lnTo>
                  <a:pt x="51386" y="1984"/>
                </a:lnTo>
                <a:lnTo>
                  <a:pt x="51826" y="1591"/>
                </a:lnTo>
                <a:lnTo>
                  <a:pt x="51826" y="803"/>
                </a:lnTo>
                <a:lnTo>
                  <a:pt x="52266" y="410"/>
                </a:lnTo>
                <a:lnTo>
                  <a:pt x="52266" y="0"/>
                </a:lnTo>
              </a:path>
            </a:pathLst>
          </a:custGeom>
          <a:ln w="251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6370597" y="5118420"/>
            <a:ext cx="52706" cy="105795"/>
          </a:xfrm>
          <a:custGeom>
            <a:avLst/>
            <a:gdLst/>
            <a:ahLst/>
            <a:cxnLst/>
            <a:rect l="l" t="t" r="r" b="b"/>
            <a:pathLst>
              <a:path w="52706" h="105795">
                <a:moveTo>
                  <a:pt x="0" y="105795"/>
                </a:moveTo>
                <a:lnTo>
                  <a:pt x="440" y="105401"/>
                </a:lnTo>
                <a:lnTo>
                  <a:pt x="880" y="104614"/>
                </a:lnTo>
                <a:lnTo>
                  <a:pt x="880" y="104220"/>
                </a:lnTo>
                <a:lnTo>
                  <a:pt x="1320" y="103826"/>
                </a:lnTo>
                <a:lnTo>
                  <a:pt x="1761" y="103023"/>
                </a:lnTo>
                <a:lnTo>
                  <a:pt x="1761" y="102629"/>
                </a:lnTo>
                <a:lnTo>
                  <a:pt x="2219" y="102235"/>
                </a:lnTo>
                <a:lnTo>
                  <a:pt x="2219" y="101448"/>
                </a:lnTo>
                <a:lnTo>
                  <a:pt x="2660" y="101038"/>
                </a:lnTo>
                <a:lnTo>
                  <a:pt x="2660" y="100644"/>
                </a:lnTo>
                <a:lnTo>
                  <a:pt x="3100" y="99857"/>
                </a:lnTo>
                <a:lnTo>
                  <a:pt x="3540" y="99463"/>
                </a:lnTo>
                <a:lnTo>
                  <a:pt x="3540" y="99070"/>
                </a:lnTo>
                <a:lnTo>
                  <a:pt x="3980" y="98266"/>
                </a:lnTo>
                <a:lnTo>
                  <a:pt x="3980" y="97872"/>
                </a:lnTo>
                <a:lnTo>
                  <a:pt x="4421" y="97479"/>
                </a:lnTo>
                <a:lnTo>
                  <a:pt x="4421" y="96691"/>
                </a:lnTo>
                <a:lnTo>
                  <a:pt x="4861" y="96298"/>
                </a:lnTo>
                <a:lnTo>
                  <a:pt x="5320" y="95888"/>
                </a:lnTo>
                <a:lnTo>
                  <a:pt x="5320" y="95100"/>
                </a:lnTo>
                <a:lnTo>
                  <a:pt x="5760" y="94707"/>
                </a:lnTo>
                <a:lnTo>
                  <a:pt x="6200" y="94313"/>
                </a:lnTo>
                <a:lnTo>
                  <a:pt x="6200" y="93509"/>
                </a:lnTo>
                <a:lnTo>
                  <a:pt x="6641" y="93116"/>
                </a:lnTo>
                <a:lnTo>
                  <a:pt x="6641" y="92722"/>
                </a:lnTo>
                <a:lnTo>
                  <a:pt x="7081" y="91935"/>
                </a:lnTo>
                <a:lnTo>
                  <a:pt x="7081" y="91541"/>
                </a:lnTo>
                <a:lnTo>
                  <a:pt x="7521" y="91147"/>
                </a:lnTo>
                <a:lnTo>
                  <a:pt x="7980" y="90344"/>
                </a:lnTo>
                <a:lnTo>
                  <a:pt x="7980" y="89950"/>
                </a:lnTo>
                <a:lnTo>
                  <a:pt x="8420" y="89556"/>
                </a:lnTo>
                <a:lnTo>
                  <a:pt x="8860" y="88769"/>
                </a:lnTo>
                <a:lnTo>
                  <a:pt x="8860" y="88359"/>
                </a:lnTo>
                <a:lnTo>
                  <a:pt x="9301" y="87965"/>
                </a:lnTo>
                <a:lnTo>
                  <a:pt x="9301" y="87178"/>
                </a:lnTo>
                <a:lnTo>
                  <a:pt x="9741" y="86784"/>
                </a:lnTo>
                <a:lnTo>
                  <a:pt x="10181" y="86391"/>
                </a:lnTo>
                <a:lnTo>
                  <a:pt x="10181" y="85587"/>
                </a:lnTo>
                <a:lnTo>
                  <a:pt x="10622" y="85193"/>
                </a:lnTo>
                <a:lnTo>
                  <a:pt x="10622" y="84800"/>
                </a:lnTo>
                <a:lnTo>
                  <a:pt x="11080" y="84406"/>
                </a:lnTo>
                <a:lnTo>
                  <a:pt x="11080" y="83602"/>
                </a:lnTo>
                <a:lnTo>
                  <a:pt x="11521" y="83209"/>
                </a:lnTo>
                <a:lnTo>
                  <a:pt x="11961" y="82421"/>
                </a:lnTo>
                <a:lnTo>
                  <a:pt x="11961" y="82028"/>
                </a:lnTo>
                <a:lnTo>
                  <a:pt x="12401" y="81634"/>
                </a:lnTo>
                <a:lnTo>
                  <a:pt x="12841" y="80830"/>
                </a:lnTo>
                <a:lnTo>
                  <a:pt x="12841" y="80437"/>
                </a:lnTo>
                <a:lnTo>
                  <a:pt x="13282" y="80043"/>
                </a:lnTo>
                <a:lnTo>
                  <a:pt x="13282" y="79256"/>
                </a:lnTo>
                <a:lnTo>
                  <a:pt x="13722" y="78862"/>
                </a:lnTo>
                <a:lnTo>
                  <a:pt x="13722" y="78452"/>
                </a:lnTo>
                <a:lnTo>
                  <a:pt x="14181" y="77665"/>
                </a:lnTo>
                <a:lnTo>
                  <a:pt x="14621" y="77271"/>
                </a:lnTo>
                <a:lnTo>
                  <a:pt x="14621" y="76877"/>
                </a:lnTo>
                <a:lnTo>
                  <a:pt x="15061" y="76074"/>
                </a:lnTo>
                <a:lnTo>
                  <a:pt x="15061" y="75680"/>
                </a:lnTo>
                <a:lnTo>
                  <a:pt x="15502" y="75286"/>
                </a:lnTo>
                <a:lnTo>
                  <a:pt x="15502" y="74499"/>
                </a:lnTo>
                <a:lnTo>
                  <a:pt x="15942" y="74105"/>
                </a:lnTo>
                <a:lnTo>
                  <a:pt x="16382" y="73712"/>
                </a:lnTo>
                <a:lnTo>
                  <a:pt x="16822" y="72908"/>
                </a:lnTo>
                <a:lnTo>
                  <a:pt x="16822" y="72514"/>
                </a:lnTo>
                <a:lnTo>
                  <a:pt x="17281" y="72121"/>
                </a:lnTo>
                <a:lnTo>
                  <a:pt x="17281" y="71333"/>
                </a:lnTo>
                <a:lnTo>
                  <a:pt x="17721" y="70923"/>
                </a:lnTo>
                <a:lnTo>
                  <a:pt x="17721" y="70530"/>
                </a:lnTo>
                <a:lnTo>
                  <a:pt x="18162" y="69742"/>
                </a:lnTo>
                <a:lnTo>
                  <a:pt x="18602" y="69349"/>
                </a:lnTo>
                <a:lnTo>
                  <a:pt x="18602" y="68545"/>
                </a:lnTo>
                <a:lnTo>
                  <a:pt x="19042" y="68151"/>
                </a:lnTo>
                <a:lnTo>
                  <a:pt x="19042" y="67758"/>
                </a:lnTo>
                <a:lnTo>
                  <a:pt x="19483" y="66970"/>
                </a:lnTo>
                <a:lnTo>
                  <a:pt x="19941" y="66577"/>
                </a:lnTo>
                <a:lnTo>
                  <a:pt x="19941" y="66167"/>
                </a:lnTo>
                <a:lnTo>
                  <a:pt x="20381" y="65773"/>
                </a:lnTo>
                <a:lnTo>
                  <a:pt x="20381" y="64986"/>
                </a:lnTo>
                <a:lnTo>
                  <a:pt x="20822" y="64592"/>
                </a:lnTo>
                <a:lnTo>
                  <a:pt x="21262" y="64198"/>
                </a:lnTo>
                <a:lnTo>
                  <a:pt x="21262" y="63395"/>
                </a:lnTo>
                <a:lnTo>
                  <a:pt x="21702" y="63001"/>
                </a:lnTo>
                <a:lnTo>
                  <a:pt x="21702" y="62607"/>
                </a:lnTo>
                <a:lnTo>
                  <a:pt x="22143" y="61820"/>
                </a:lnTo>
                <a:lnTo>
                  <a:pt x="22143" y="61426"/>
                </a:lnTo>
                <a:lnTo>
                  <a:pt x="22583" y="61016"/>
                </a:lnTo>
                <a:lnTo>
                  <a:pt x="23042" y="60229"/>
                </a:lnTo>
                <a:lnTo>
                  <a:pt x="23042" y="59835"/>
                </a:lnTo>
                <a:lnTo>
                  <a:pt x="23482" y="59442"/>
                </a:lnTo>
                <a:lnTo>
                  <a:pt x="23922" y="58638"/>
                </a:lnTo>
                <a:lnTo>
                  <a:pt x="23922" y="58244"/>
                </a:lnTo>
                <a:lnTo>
                  <a:pt x="24362" y="57457"/>
                </a:lnTo>
                <a:lnTo>
                  <a:pt x="24362" y="57063"/>
                </a:lnTo>
                <a:lnTo>
                  <a:pt x="24803" y="56670"/>
                </a:lnTo>
                <a:lnTo>
                  <a:pt x="25243" y="55866"/>
                </a:lnTo>
                <a:lnTo>
                  <a:pt x="25243" y="55472"/>
                </a:lnTo>
                <a:lnTo>
                  <a:pt x="25683" y="55079"/>
                </a:lnTo>
                <a:lnTo>
                  <a:pt x="25683" y="54291"/>
                </a:lnTo>
                <a:lnTo>
                  <a:pt x="26142" y="53898"/>
                </a:lnTo>
                <a:lnTo>
                  <a:pt x="26142" y="53488"/>
                </a:lnTo>
                <a:lnTo>
                  <a:pt x="26582" y="52700"/>
                </a:lnTo>
                <a:lnTo>
                  <a:pt x="27023" y="52307"/>
                </a:lnTo>
                <a:lnTo>
                  <a:pt x="27023" y="51913"/>
                </a:lnTo>
                <a:lnTo>
                  <a:pt x="27463" y="51109"/>
                </a:lnTo>
                <a:lnTo>
                  <a:pt x="27903" y="50716"/>
                </a:lnTo>
                <a:lnTo>
                  <a:pt x="27903" y="50322"/>
                </a:lnTo>
                <a:lnTo>
                  <a:pt x="28343" y="49535"/>
                </a:lnTo>
                <a:lnTo>
                  <a:pt x="28343" y="49141"/>
                </a:lnTo>
                <a:lnTo>
                  <a:pt x="28784" y="48747"/>
                </a:lnTo>
                <a:lnTo>
                  <a:pt x="28784" y="47944"/>
                </a:lnTo>
                <a:lnTo>
                  <a:pt x="29242" y="47550"/>
                </a:lnTo>
                <a:lnTo>
                  <a:pt x="29683" y="47156"/>
                </a:lnTo>
                <a:lnTo>
                  <a:pt x="29683" y="46369"/>
                </a:lnTo>
                <a:lnTo>
                  <a:pt x="30123" y="45959"/>
                </a:lnTo>
                <a:lnTo>
                  <a:pt x="30123" y="45565"/>
                </a:lnTo>
                <a:lnTo>
                  <a:pt x="30563" y="44778"/>
                </a:lnTo>
                <a:lnTo>
                  <a:pt x="31004" y="44384"/>
                </a:lnTo>
                <a:lnTo>
                  <a:pt x="31004" y="43991"/>
                </a:lnTo>
                <a:lnTo>
                  <a:pt x="31444" y="43187"/>
                </a:lnTo>
                <a:lnTo>
                  <a:pt x="31444" y="42793"/>
                </a:lnTo>
                <a:lnTo>
                  <a:pt x="31884" y="42006"/>
                </a:lnTo>
                <a:lnTo>
                  <a:pt x="32343" y="41612"/>
                </a:lnTo>
                <a:lnTo>
                  <a:pt x="32343" y="41202"/>
                </a:lnTo>
                <a:lnTo>
                  <a:pt x="32783" y="40415"/>
                </a:lnTo>
                <a:lnTo>
                  <a:pt x="32783" y="40021"/>
                </a:lnTo>
                <a:lnTo>
                  <a:pt x="33223" y="39628"/>
                </a:lnTo>
                <a:lnTo>
                  <a:pt x="33223" y="38840"/>
                </a:lnTo>
                <a:lnTo>
                  <a:pt x="33664" y="38430"/>
                </a:lnTo>
                <a:lnTo>
                  <a:pt x="34104" y="38037"/>
                </a:lnTo>
                <a:lnTo>
                  <a:pt x="34544" y="37249"/>
                </a:lnTo>
                <a:lnTo>
                  <a:pt x="34544" y="36856"/>
                </a:lnTo>
                <a:lnTo>
                  <a:pt x="35003" y="36462"/>
                </a:lnTo>
                <a:lnTo>
                  <a:pt x="35003" y="35658"/>
                </a:lnTo>
                <a:lnTo>
                  <a:pt x="35443" y="35265"/>
                </a:lnTo>
                <a:lnTo>
                  <a:pt x="35443" y="34871"/>
                </a:lnTo>
                <a:lnTo>
                  <a:pt x="35883" y="34084"/>
                </a:lnTo>
                <a:lnTo>
                  <a:pt x="36324" y="33673"/>
                </a:lnTo>
                <a:lnTo>
                  <a:pt x="36324" y="33280"/>
                </a:lnTo>
                <a:lnTo>
                  <a:pt x="36764" y="32493"/>
                </a:lnTo>
                <a:lnTo>
                  <a:pt x="36764" y="32099"/>
                </a:lnTo>
                <a:lnTo>
                  <a:pt x="37204" y="31705"/>
                </a:lnTo>
                <a:lnTo>
                  <a:pt x="37204" y="30902"/>
                </a:lnTo>
                <a:lnTo>
                  <a:pt x="37645" y="30508"/>
                </a:lnTo>
                <a:lnTo>
                  <a:pt x="38103" y="30114"/>
                </a:lnTo>
                <a:lnTo>
                  <a:pt x="38103" y="29327"/>
                </a:lnTo>
                <a:lnTo>
                  <a:pt x="38544" y="28933"/>
                </a:lnTo>
                <a:lnTo>
                  <a:pt x="38984" y="28523"/>
                </a:lnTo>
                <a:lnTo>
                  <a:pt x="38984" y="27736"/>
                </a:lnTo>
                <a:lnTo>
                  <a:pt x="39424" y="27342"/>
                </a:lnTo>
                <a:lnTo>
                  <a:pt x="39424" y="26555"/>
                </a:lnTo>
                <a:lnTo>
                  <a:pt x="39864" y="26145"/>
                </a:lnTo>
                <a:lnTo>
                  <a:pt x="39864" y="25751"/>
                </a:lnTo>
                <a:lnTo>
                  <a:pt x="40305" y="24964"/>
                </a:lnTo>
                <a:lnTo>
                  <a:pt x="40745" y="24570"/>
                </a:lnTo>
                <a:lnTo>
                  <a:pt x="40745" y="24177"/>
                </a:lnTo>
                <a:lnTo>
                  <a:pt x="41204" y="23373"/>
                </a:lnTo>
                <a:lnTo>
                  <a:pt x="41204" y="22979"/>
                </a:lnTo>
                <a:lnTo>
                  <a:pt x="41644" y="22192"/>
                </a:lnTo>
                <a:lnTo>
                  <a:pt x="42084" y="21798"/>
                </a:lnTo>
                <a:lnTo>
                  <a:pt x="42084" y="21405"/>
                </a:lnTo>
                <a:lnTo>
                  <a:pt x="42525" y="20601"/>
                </a:lnTo>
                <a:lnTo>
                  <a:pt x="42965" y="20207"/>
                </a:lnTo>
                <a:lnTo>
                  <a:pt x="42965" y="19814"/>
                </a:lnTo>
                <a:lnTo>
                  <a:pt x="43405" y="19026"/>
                </a:lnTo>
                <a:lnTo>
                  <a:pt x="43405" y="18616"/>
                </a:lnTo>
                <a:lnTo>
                  <a:pt x="43845" y="18222"/>
                </a:lnTo>
                <a:lnTo>
                  <a:pt x="43845" y="17435"/>
                </a:lnTo>
                <a:lnTo>
                  <a:pt x="44304" y="17042"/>
                </a:lnTo>
                <a:lnTo>
                  <a:pt x="44744" y="16648"/>
                </a:lnTo>
                <a:lnTo>
                  <a:pt x="44744" y="15844"/>
                </a:lnTo>
                <a:lnTo>
                  <a:pt x="45185" y="15451"/>
                </a:lnTo>
                <a:lnTo>
                  <a:pt x="45625" y="15057"/>
                </a:lnTo>
                <a:lnTo>
                  <a:pt x="45625" y="14270"/>
                </a:lnTo>
                <a:lnTo>
                  <a:pt x="46065" y="13876"/>
                </a:lnTo>
                <a:lnTo>
                  <a:pt x="46065" y="13466"/>
                </a:lnTo>
                <a:lnTo>
                  <a:pt x="46506" y="12679"/>
                </a:lnTo>
                <a:lnTo>
                  <a:pt x="46506" y="12285"/>
                </a:lnTo>
                <a:lnTo>
                  <a:pt x="46946" y="11891"/>
                </a:lnTo>
                <a:lnTo>
                  <a:pt x="47405" y="11087"/>
                </a:lnTo>
                <a:lnTo>
                  <a:pt x="47405" y="10694"/>
                </a:lnTo>
                <a:lnTo>
                  <a:pt x="47845" y="10300"/>
                </a:lnTo>
                <a:lnTo>
                  <a:pt x="47845" y="9513"/>
                </a:lnTo>
                <a:lnTo>
                  <a:pt x="48285" y="9119"/>
                </a:lnTo>
                <a:lnTo>
                  <a:pt x="48285" y="8709"/>
                </a:lnTo>
                <a:lnTo>
                  <a:pt x="48725" y="7922"/>
                </a:lnTo>
                <a:lnTo>
                  <a:pt x="49166" y="7528"/>
                </a:lnTo>
                <a:lnTo>
                  <a:pt x="49166" y="6741"/>
                </a:lnTo>
                <a:lnTo>
                  <a:pt x="49606" y="6331"/>
                </a:lnTo>
                <a:lnTo>
                  <a:pt x="50065" y="5937"/>
                </a:lnTo>
                <a:lnTo>
                  <a:pt x="50065" y="5150"/>
                </a:lnTo>
                <a:lnTo>
                  <a:pt x="50505" y="4756"/>
                </a:lnTo>
                <a:lnTo>
                  <a:pt x="50505" y="4363"/>
                </a:lnTo>
                <a:lnTo>
                  <a:pt x="50945" y="3559"/>
                </a:lnTo>
                <a:lnTo>
                  <a:pt x="51386" y="3165"/>
                </a:lnTo>
                <a:lnTo>
                  <a:pt x="51386" y="2771"/>
                </a:lnTo>
                <a:lnTo>
                  <a:pt x="51826" y="1984"/>
                </a:lnTo>
                <a:lnTo>
                  <a:pt x="51826" y="1591"/>
                </a:lnTo>
                <a:lnTo>
                  <a:pt x="52266" y="787"/>
                </a:lnTo>
                <a:lnTo>
                  <a:pt x="52706" y="393"/>
                </a:lnTo>
                <a:lnTo>
                  <a:pt x="52706" y="0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6423304" y="5011034"/>
            <a:ext cx="52725" cy="107386"/>
          </a:xfrm>
          <a:custGeom>
            <a:avLst/>
            <a:gdLst/>
            <a:ahLst/>
            <a:cxnLst/>
            <a:rect l="l" t="t" r="r" b="b"/>
            <a:pathLst>
              <a:path w="52725" h="107386">
                <a:moveTo>
                  <a:pt x="0" y="107386"/>
                </a:moveTo>
                <a:lnTo>
                  <a:pt x="458" y="106598"/>
                </a:lnTo>
                <a:lnTo>
                  <a:pt x="458" y="106188"/>
                </a:lnTo>
                <a:lnTo>
                  <a:pt x="898" y="105795"/>
                </a:lnTo>
                <a:lnTo>
                  <a:pt x="1339" y="105007"/>
                </a:lnTo>
                <a:lnTo>
                  <a:pt x="1339" y="104614"/>
                </a:lnTo>
                <a:lnTo>
                  <a:pt x="1779" y="104220"/>
                </a:lnTo>
                <a:lnTo>
                  <a:pt x="1779" y="103416"/>
                </a:lnTo>
                <a:lnTo>
                  <a:pt x="2219" y="103023"/>
                </a:lnTo>
                <a:lnTo>
                  <a:pt x="2219" y="102629"/>
                </a:lnTo>
                <a:lnTo>
                  <a:pt x="2660" y="101842"/>
                </a:lnTo>
                <a:lnTo>
                  <a:pt x="3100" y="101448"/>
                </a:lnTo>
                <a:lnTo>
                  <a:pt x="3100" y="100644"/>
                </a:lnTo>
                <a:lnTo>
                  <a:pt x="3559" y="100251"/>
                </a:lnTo>
                <a:lnTo>
                  <a:pt x="3999" y="99857"/>
                </a:lnTo>
                <a:lnTo>
                  <a:pt x="3999" y="99070"/>
                </a:lnTo>
                <a:lnTo>
                  <a:pt x="4439" y="98660"/>
                </a:lnTo>
                <a:lnTo>
                  <a:pt x="4439" y="98266"/>
                </a:lnTo>
                <a:lnTo>
                  <a:pt x="4879" y="97479"/>
                </a:lnTo>
                <a:lnTo>
                  <a:pt x="4879" y="97085"/>
                </a:lnTo>
                <a:lnTo>
                  <a:pt x="5320" y="96691"/>
                </a:lnTo>
                <a:lnTo>
                  <a:pt x="5760" y="95888"/>
                </a:lnTo>
                <a:lnTo>
                  <a:pt x="5760" y="95494"/>
                </a:lnTo>
                <a:lnTo>
                  <a:pt x="6200" y="95100"/>
                </a:lnTo>
                <a:lnTo>
                  <a:pt x="6200" y="94313"/>
                </a:lnTo>
                <a:lnTo>
                  <a:pt x="6659" y="93919"/>
                </a:lnTo>
                <a:lnTo>
                  <a:pt x="7099" y="93509"/>
                </a:lnTo>
                <a:lnTo>
                  <a:pt x="7099" y="92722"/>
                </a:lnTo>
                <a:lnTo>
                  <a:pt x="7540" y="92328"/>
                </a:lnTo>
                <a:lnTo>
                  <a:pt x="7980" y="91935"/>
                </a:lnTo>
                <a:lnTo>
                  <a:pt x="7980" y="91131"/>
                </a:lnTo>
                <a:lnTo>
                  <a:pt x="8420" y="90737"/>
                </a:lnTo>
                <a:lnTo>
                  <a:pt x="8420" y="90344"/>
                </a:lnTo>
                <a:lnTo>
                  <a:pt x="8860" y="89556"/>
                </a:lnTo>
                <a:lnTo>
                  <a:pt x="8860" y="89163"/>
                </a:lnTo>
                <a:lnTo>
                  <a:pt x="9301" y="88359"/>
                </a:lnTo>
                <a:lnTo>
                  <a:pt x="9759" y="87965"/>
                </a:lnTo>
                <a:lnTo>
                  <a:pt x="9759" y="87572"/>
                </a:lnTo>
                <a:lnTo>
                  <a:pt x="10200" y="86784"/>
                </a:lnTo>
                <a:lnTo>
                  <a:pt x="10200" y="86391"/>
                </a:lnTo>
                <a:lnTo>
                  <a:pt x="10640" y="85981"/>
                </a:lnTo>
                <a:lnTo>
                  <a:pt x="11080" y="85193"/>
                </a:lnTo>
                <a:lnTo>
                  <a:pt x="11080" y="84800"/>
                </a:lnTo>
                <a:lnTo>
                  <a:pt x="11521" y="84012"/>
                </a:lnTo>
                <a:lnTo>
                  <a:pt x="11521" y="83602"/>
                </a:lnTo>
                <a:lnTo>
                  <a:pt x="11961" y="83209"/>
                </a:lnTo>
                <a:lnTo>
                  <a:pt x="12419" y="82421"/>
                </a:lnTo>
                <a:lnTo>
                  <a:pt x="12419" y="82028"/>
                </a:lnTo>
                <a:lnTo>
                  <a:pt x="12860" y="81634"/>
                </a:lnTo>
                <a:lnTo>
                  <a:pt x="12860" y="80830"/>
                </a:lnTo>
                <a:lnTo>
                  <a:pt x="13300" y="80437"/>
                </a:lnTo>
                <a:lnTo>
                  <a:pt x="13300" y="80043"/>
                </a:lnTo>
                <a:lnTo>
                  <a:pt x="13740" y="79256"/>
                </a:lnTo>
                <a:lnTo>
                  <a:pt x="14181" y="78862"/>
                </a:lnTo>
                <a:lnTo>
                  <a:pt x="14181" y="78058"/>
                </a:lnTo>
                <a:lnTo>
                  <a:pt x="14621" y="77665"/>
                </a:lnTo>
                <a:lnTo>
                  <a:pt x="15061" y="77271"/>
                </a:lnTo>
                <a:lnTo>
                  <a:pt x="15061" y="76484"/>
                </a:lnTo>
                <a:lnTo>
                  <a:pt x="15520" y="76074"/>
                </a:lnTo>
                <a:lnTo>
                  <a:pt x="15520" y="75680"/>
                </a:lnTo>
                <a:lnTo>
                  <a:pt x="15960" y="74893"/>
                </a:lnTo>
                <a:lnTo>
                  <a:pt x="16400" y="74499"/>
                </a:lnTo>
                <a:lnTo>
                  <a:pt x="16400" y="73695"/>
                </a:lnTo>
                <a:lnTo>
                  <a:pt x="16841" y="73302"/>
                </a:lnTo>
                <a:lnTo>
                  <a:pt x="16841" y="72908"/>
                </a:lnTo>
                <a:lnTo>
                  <a:pt x="17281" y="72121"/>
                </a:lnTo>
                <a:lnTo>
                  <a:pt x="17281" y="71727"/>
                </a:lnTo>
                <a:lnTo>
                  <a:pt x="17721" y="71317"/>
                </a:lnTo>
                <a:lnTo>
                  <a:pt x="18162" y="70530"/>
                </a:lnTo>
                <a:lnTo>
                  <a:pt x="18162" y="70136"/>
                </a:lnTo>
                <a:lnTo>
                  <a:pt x="18620" y="69742"/>
                </a:lnTo>
                <a:lnTo>
                  <a:pt x="19061" y="68955"/>
                </a:lnTo>
                <a:lnTo>
                  <a:pt x="19061" y="68545"/>
                </a:lnTo>
                <a:lnTo>
                  <a:pt x="19501" y="68151"/>
                </a:lnTo>
                <a:lnTo>
                  <a:pt x="19501" y="67364"/>
                </a:lnTo>
                <a:lnTo>
                  <a:pt x="19941" y="66970"/>
                </a:lnTo>
                <a:lnTo>
                  <a:pt x="19941" y="66577"/>
                </a:lnTo>
                <a:lnTo>
                  <a:pt x="20381" y="65773"/>
                </a:lnTo>
                <a:lnTo>
                  <a:pt x="20822" y="65379"/>
                </a:lnTo>
                <a:lnTo>
                  <a:pt x="20822" y="64592"/>
                </a:lnTo>
                <a:lnTo>
                  <a:pt x="21262" y="64198"/>
                </a:lnTo>
                <a:lnTo>
                  <a:pt x="21262" y="63788"/>
                </a:lnTo>
                <a:lnTo>
                  <a:pt x="21721" y="63001"/>
                </a:lnTo>
                <a:lnTo>
                  <a:pt x="22161" y="62607"/>
                </a:lnTo>
                <a:lnTo>
                  <a:pt x="22161" y="62214"/>
                </a:lnTo>
                <a:lnTo>
                  <a:pt x="22601" y="61820"/>
                </a:lnTo>
                <a:lnTo>
                  <a:pt x="22601" y="61016"/>
                </a:lnTo>
                <a:lnTo>
                  <a:pt x="23042" y="60623"/>
                </a:lnTo>
                <a:lnTo>
                  <a:pt x="23482" y="60229"/>
                </a:lnTo>
                <a:lnTo>
                  <a:pt x="23482" y="59442"/>
                </a:lnTo>
                <a:lnTo>
                  <a:pt x="23922" y="59048"/>
                </a:lnTo>
                <a:lnTo>
                  <a:pt x="23922" y="58244"/>
                </a:lnTo>
                <a:lnTo>
                  <a:pt x="24362" y="57851"/>
                </a:lnTo>
                <a:lnTo>
                  <a:pt x="24821" y="57457"/>
                </a:lnTo>
                <a:lnTo>
                  <a:pt x="24821" y="56670"/>
                </a:lnTo>
                <a:lnTo>
                  <a:pt x="25261" y="56260"/>
                </a:lnTo>
                <a:lnTo>
                  <a:pt x="25702" y="55866"/>
                </a:lnTo>
                <a:lnTo>
                  <a:pt x="25702" y="55079"/>
                </a:lnTo>
                <a:lnTo>
                  <a:pt x="26142" y="54685"/>
                </a:lnTo>
                <a:lnTo>
                  <a:pt x="26142" y="54291"/>
                </a:lnTo>
                <a:lnTo>
                  <a:pt x="26582" y="53488"/>
                </a:lnTo>
                <a:lnTo>
                  <a:pt x="26582" y="53094"/>
                </a:lnTo>
                <a:lnTo>
                  <a:pt x="27023" y="52307"/>
                </a:lnTo>
                <a:lnTo>
                  <a:pt x="27481" y="51913"/>
                </a:lnTo>
                <a:lnTo>
                  <a:pt x="27481" y="51519"/>
                </a:lnTo>
                <a:lnTo>
                  <a:pt x="27922" y="50716"/>
                </a:lnTo>
                <a:lnTo>
                  <a:pt x="27922" y="50322"/>
                </a:lnTo>
                <a:lnTo>
                  <a:pt x="28362" y="49928"/>
                </a:lnTo>
                <a:lnTo>
                  <a:pt x="28362" y="49141"/>
                </a:lnTo>
                <a:lnTo>
                  <a:pt x="28802" y="48731"/>
                </a:lnTo>
                <a:lnTo>
                  <a:pt x="29242" y="47944"/>
                </a:lnTo>
                <a:lnTo>
                  <a:pt x="29242" y="47550"/>
                </a:lnTo>
                <a:lnTo>
                  <a:pt x="29683" y="47156"/>
                </a:lnTo>
                <a:lnTo>
                  <a:pt x="30123" y="46353"/>
                </a:lnTo>
                <a:lnTo>
                  <a:pt x="30123" y="45959"/>
                </a:lnTo>
                <a:lnTo>
                  <a:pt x="30582" y="45565"/>
                </a:lnTo>
                <a:lnTo>
                  <a:pt x="30582" y="44778"/>
                </a:lnTo>
                <a:lnTo>
                  <a:pt x="31022" y="44384"/>
                </a:lnTo>
                <a:lnTo>
                  <a:pt x="31022" y="43991"/>
                </a:lnTo>
                <a:lnTo>
                  <a:pt x="31462" y="43187"/>
                </a:lnTo>
                <a:lnTo>
                  <a:pt x="31903" y="42793"/>
                </a:lnTo>
                <a:lnTo>
                  <a:pt x="31903" y="42400"/>
                </a:lnTo>
                <a:lnTo>
                  <a:pt x="32343" y="41612"/>
                </a:lnTo>
                <a:lnTo>
                  <a:pt x="32343" y="41202"/>
                </a:lnTo>
                <a:lnTo>
                  <a:pt x="32783" y="40415"/>
                </a:lnTo>
                <a:lnTo>
                  <a:pt x="33223" y="40021"/>
                </a:lnTo>
                <a:lnTo>
                  <a:pt x="33223" y="39628"/>
                </a:lnTo>
                <a:lnTo>
                  <a:pt x="33682" y="38824"/>
                </a:lnTo>
                <a:lnTo>
                  <a:pt x="34122" y="38430"/>
                </a:lnTo>
                <a:lnTo>
                  <a:pt x="34122" y="38037"/>
                </a:lnTo>
                <a:lnTo>
                  <a:pt x="34563" y="37249"/>
                </a:lnTo>
                <a:lnTo>
                  <a:pt x="34563" y="36856"/>
                </a:lnTo>
                <a:lnTo>
                  <a:pt x="35003" y="36462"/>
                </a:lnTo>
                <a:lnTo>
                  <a:pt x="35003" y="35658"/>
                </a:lnTo>
                <a:lnTo>
                  <a:pt x="35443" y="35265"/>
                </a:lnTo>
                <a:lnTo>
                  <a:pt x="35883" y="34871"/>
                </a:lnTo>
                <a:lnTo>
                  <a:pt x="35883" y="34084"/>
                </a:lnTo>
                <a:lnTo>
                  <a:pt x="36324" y="33673"/>
                </a:lnTo>
                <a:lnTo>
                  <a:pt x="36782" y="32886"/>
                </a:lnTo>
                <a:lnTo>
                  <a:pt x="36782" y="32493"/>
                </a:lnTo>
                <a:lnTo>
                  <a:pt x="37223" y="32099"/>
                </a:lnTo>
                <a:lnTo>
                  <a:pt x="37223" y="31295"/>
                </a:lnTo>
                <a:lnTo>
                  <a:pt x="37663" y="30902"/>
                </a:lnTo>
                <a:lnTo>
                  <a:pt x="37663" y="30508"/>
                </a:lnTo>
                <a:lnTo>
                  <a:pt x="38103" y="29721"/>
                </a:lnTo>
                <a:lnTo>
                  <a:pt x="38544" y="29327"/>
                </a:lnTo>
                <a:lnTo>
                  <a:pt x="38544" y="28917"/>
                </a:lnTo>
                <a:lnTo>
                  <a:pt x="38984" y="28130"/>
                </a:lnTo>
                <a:lnTo>
                  <a:pt x="38984" y="27736"/>
                </a:lnTo>
                <a:lnTo>
                  <a:pt x="39424" y="27342"/>
                </a:lnTo>
                <a:lnTo>
                  <a:pt x="39424" y="26555"/>
                </a:lnTo>
                <a:lnTo>
                  <a:pt x="39883" y="26145"/>
                </a:lnTo>
                <a:lnTo>
                  <a:pt x="40323" y="25358"/>
                </a:lnTo>
                <a:lnTo>
                  <a:pt x="40323" y="24964"/>
                </a:lnTo>
                <a:lnTo>
                  <a:pt x="40763" y="24570"/>
                </a:lnTo>
                <a:lnTo>
                  <a:pt x="41204" y="23766"/>
                </a:lnTo>
                <a:lnTo>
                  <a:pt x="41204" y="23373"/>
                </a:lnTo>
                <a:lnTo>
                  <a:pt x="41644" y="22979"/>
                </a:lnTo>
                <a:lnTo>
                  <a:pt x="41644" y="22192"/>
                </a:lnTo>
                <a:lnTo>
                  <a:pt x="42084" y="21798"/>
                </a:lnTo>
                <a:lnTo>
                  <a:pt x="42543" y="21388"/>
                </a:lnTo>
                <a:lnTo>
                  <a:pt x="42543" y="20601"/>
                </a:lnTo>
                <a:lnTo>
                  <a:pt x="42983" y="20207"/>
                </a:lnTo>
                <a:lnTo>
                  <a:pt x="42983" y="19814"/>
                </a:lnTo>
                <a:lnTo>
                  <a:pt x="43424" y="19026"/>
                </a:lnTo>
                <a:lnTo>
                  <a:pt x="43424" y="18616"/>
                </a:lnTo>
                <a:lnTo>
                  <a:pt x="43864" y="17829"/>
                </a:lnTo>
                <a:lnTo>
                  <a:pt x="44304" y="17435"/>
                </a:lnTo>
                <a:lnTo>
                  <a:pt x="44304" y="17042"/>
                </a:lnTo>
                <a:lnTo>
                  <a:pt x="44744" y="16238"/>
                </a:lnTo>
                <a:lnTo>
                  <a:pt x="45185" y="15844"/>
                </a:lnTo>
                <a:lnTo>
                  <a:pt x="45185" y="15451"/>
                </a:lnTo>
                <a:lnTo>
                  <a:pt x="45643" y="14663"/>
                </a:lnTo>
                <a:lnTo>
                  <a:pt x="45643" y="14270"/>
                </a:lnTo>
                <a:lnTo>
                  <a:pt x="46084" y="13859"/>
                </a:lnTo>
                <a:lnTo>
                  <a:pt x="46084" y="13072"/>
                </a:lnTo>
                <a:lnTo>
                  <a:pt x="46524" y="12679"/>
                </a:lnTo>
                <a:lnTo>
                  <a:pt x="46964" y="11891"/>
                </a:lnTo>
                <a:lnTo>
                  <a:pt x="46964" y="11481"/>
                </a:lnTo>
                <a:lnTo>
                  <a:pt x="47405" y="11087"/>
                </a:lnTo>
                <a:lnTo>
                  <a:pt x="47845" y="10300"/>
                </a:lnTo>
                <a:lnTo>
                  <a:pt x="47845" y="9907"/>
                </a:lnTo>
                <a:lnTo>
                  <a:pt x="48285" y="9513"/>
                </a:lnTo>
                <a:lnTo>
                  <a:pt x="48285" y="8709"/>
                </a:lnTo>
                <a:lnTo>
                  <a:pt x="48744" y="8315"/>
                </a:lnTo>
                <a:lnTo>
                  <a:pt x="48744" y="7528"/>
                </a:lnTo>
                <a:lnTo>
                  <a:pt x="49184" y="7135"/>
                </a:lnTo>
                <a:lnTo>
                  <a:pt x="49624" y="6741"/>
                </a:lnTo>
                <a:lnTo>
                  <a:pt x="49624" y="5937"/>
                </a:lnTo>
                <a:lnTo>
                  <a:pt x="50065" y="5543"/>
                </a:lnTo>
                <a:lnTo>
                  <a:pt x="50065" y="5150"/>
                </a:lnTo>
                <a:lnTo>
                  <a:pt x="50505" y="4363"/>
                </a:lnTo>
                <a:lnTo>
                  <a:pt x="50945" y="3952"/>
                </a:lnTo>
                <a:lnTo>
                  <a:pt x="50945" y="3559"/>
                </a:lnTo>
                <a:lnTo>
                  <a:pt x="51386" y="2771"/>
                </a:lnTo>
                <a:lnTo>
                  <a:pt x="51844" y="2378"/>
                </a:lnTo>
                <a:lnTo>
                  <a:pt x="51844" y="1591"/>
                </a:lnTo>
                <a:lnTo>
                  <a:pt x="52284" y="1180"/>
                </a:lnTo>
                <a:lnTo>
                  <a:pt x="52284" y="787"/>
                </a:lnTo>
                <a:lnTo>
                  <a:pt x="52725" y="0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6476029" y="4904042"/>
            <a:ext cx="52266" cy="106992"/>
          </a:xfrm>
          <a:custGeom>
            <a:avLst/>
            <a:gdLst/>
            <a:ahLst/>
            <a:cxnLst/>
            <a:rect l="l" t="t" r="r" b="b"/>
            <a:pathLst>
              <a:path w="52266" h="106992">
                <a:moveTo>
                  <a:pt x="0" y="106992"/>
                </a:moveTo>
                <a:lnTo>
                  <a:pt x="0" y="106598"/>
                </a:lnTo>
                <a:lnTo>
                  <a:pt x="440" y="106205"/>
                </a:lnTo>
                <a:lnTo>
                  <a:pt x="880" y="105401"/>
                </a:lnTo>
                <a:lnTo>
                  <a:pt x="880" y="105007"/>
                </a:lnTo>
                <a:lnTo>
                  <a:pt x="1320" y="104220"/>
                </a:lnTo>
                <a:lnTo>
                  <a:pt x="1320" y="103826"/>
                </a:lnTo>
                <a:lnTo>
                  <a:pt x="1761" y="103416"/>
                </a:lnTo>
                <a:lnTo>
                  <a:pt x="2219" y="102629"/>
                </a:lnTo>
                <a:lnTo>
                  <a:pt x="2219" y="102235"/>
                </a:lnTo>
                <a:lnTo>
                  <a:pt x="2660" y="101842"/>
                </a:lnTo>
                <a:lnTo>
                  <a:pt x="2660" y="101054"/>
                </a:lnTo>
                <a:lnTo>
                  <a:pt x="3100" y="100644"/>
                </a:lnTo>
                <a:lnTo>
                  <a:pt x="3540" y="100251"/>
                </a:lnTo>
                <a:lnTo>
                  <a:pt x="3540" y="99463"/>
                </a:lnTo>
                <a:lnTo>
                  <a:pt x="3980" y="99070"/>
                </a:lnTo>
                <a:lnTo>
                  <a:pt x="3980" y="98266"/>
                </a:lnTo>
                <a:lnTo>
                  <a:pt x="4421" y="97872"/>
                </a:lnTo>
                <a:lnTo>
                  <a:pt x="4421" y="97479"/>
                </a:lnTo>
                <a:lnTo>
                  <a:pt x="4879" y="96691"/>
                </a:lnTo>
                <a:lnTo>
                  <a:pt x="5320" y="96298"/>
                </a:lnTo>
                <a:lnTo>
                  <a:pt x="5320" y="95888"/>
                </a:lnTo>
                <a:lnTo>
                  <a:pt x="5760" y="95100"/>
                </a:lnTo>
                <a:lnTo>
                  <a:pt x="6200" y="94707"/>
                </a:lnTo>
                <a:lnTo>
                  <a:pt x="6200" y="94313"/>
                </a:lnTo>
                <a:lnTo>
                  <a:pt x="6641" y="93509"/>
                </a:lnTo>
                <a:lnTo>
                  <a:pt x="6641" y="93116"/>
                </a:lnTo>
                <a:lnTo>
                  <a:pt x="7081" y="92328"/>
                </a:lnTo>
                <a:lnTo>
                  <a:pt x="7521" y="91935"/>
                </a:lnTo>
                <a:lnTo>
                  <a:pt x="7521" y="91541"/>
                </a:lnTo>
                <a:lnTo>
                  <a:pt x="7980" y="90737"/>
                </a:lnTo>
                <a:lnTo>
                  <a:pt x="7980" y="90344"/>
                </a:lnTo>
                <a:lnTo>
                  <a:pt x="8420" y="89950"/>
                </a:lnTo>
                <a:lnTo>
                  <a:pt x="8420" y="89163"/>
                </a:lnTo>
                <a:lnTo>
                  <a:pt x="8860" y="88769"/>
                </a:lnTo>
                <a:lnTo>
                  <a:pt x="9301" y="88359"/>
                </a:lnTo>
                <a:lnTo>
                  <a:pt x="9301" y="87572"/>
                </a:lnTo>
                <a:lnTo>
                  <a:pt x="9741" y="87178"/>
                </a:lnTo>
                <a:lnTo>
                  <a:pt x="10181" y="86784"/>
                </a:lnTo>
                <a:lnTo>
                  <a:pt x="10181" y="85981"/>
                </a:lnTo>
                <a:lnTo>
                  <a:pt x="10622" y="85587"/>
                </a:lnTo>
                <a:lnTo>
                  <a:pt x="10622" y="85193"/>
                </a:lnTo>
                <a:lnTo>
                  <a:pt x="11080" y="84406"/>
                </a:lnTo>
                <a:lnTo>
                  <a:pt x="11080" y="84012"/>
                </a:lnTo>
                <a:lnTo>
                  <a:pt x="11521" y="83209"/>
                </a:lnTo>
                <a:lnTo>
                  <a:pt x="11961" y="82815"/>
                </a:lnTo>
                <a:lnTo>
                  <a:pt x="11961" y="82421"/>
                </a:lnTo>
                <a:lnTo>
                  <a:pt x="12401" y="81634"/>
                </a:lnTo>
                <a:lnTo>
                  <a:pt x="12401" y="81240"/>
                </a:lnTo>
                <a:lnTo>
                  <a:pt x="12841" y="80830"/>
                </a:lnTo>
                <a:lnTo>
                  <a:pt x="13282" y="80043"/>
                </a:lnTo>
                <a:lnTo>
                  <a:pt x="13282" y="79649"/>
                </a:lnTo>
                <a:lnTo>
                  <a:pt x="13722" y="79256"/>
                </a:lnTo>
                <a:lnTo>
                  <a:pt x="13722" y="78452"/>
                </a:lnTo>
                <a:lnTo>
                  <a:pt x="14181" y="78058"/>
                </a:lnTo>
                <a:lnTo>
                  <a:pt x="14621" y="77665"/>
                </a:lnTo>
                <a:lnTo>
                  <a:pt x="14621" y="76877"/>
                </a:lnTo>
                <a:lnTo>
                  <a:pt x="15061" y="76484"/>
                </a:lnTo>
                <a:lnTo>
                  <a:pt x="15061" y="75680"/>
                </a:lnTo>
                <a:lnTo>
                  <a:pt x="15502" y="75286"/>
                </a:lnTo>
                <a:lnTo>
                  <a:pt x="15942" y="74893"/>
                </a:lnTo>
                <a:lnTo>
                  <a:pt x="15942" y="74105"/>
                </a:lnTo>
                <a:lnTo>
                  <a:pt x="16382" y="73712"/>
                </a:lnTo>
                <a:lnTo>
                  <a:pt x="16382" y="73302"/>
                </a:lnTo>
                <a:lnTo>
                  <a:pt x="16822" y="72514"/>
                </a:lnTo>
                <a:lnTo>
                  <a:pt x="17281" y="72121"/>
                </a:lnTo>
                <a:lnTo>
                  <a:pt x="17281" y="71727"/>
                </a:lnTo>
                <a:lnTo>
                  <a:pt x="17721" y="70923"/>
                </a:lnTo>
                <a:lnTo>
                  <a:pt x="17721" y="70530"/>
                </a:lnTo>
                <a:lnTo>
                  <a:pt x="18162" y="70136"/>
                </a:lnTo>
                <a:lnTo>
                  <a:pt x="18602" y="69349"/>
                </a:lnTo>
                <a:lnTo>
                  <a:pt x="18602" y="68955"/>
                </a:lnTo>
                <a:lnTo>
                  <a:pt x="19042" y="68151"/>
                </a:lnTo>
                <a:lnTo>
                  <a:pt x="19042" y="67758"/>
                </a:lnTo>
                <a:lnTo>
                  <a:pt x="19483" y="67364"/>
                </a:lnTo>
                <a:lnTo>
                  <a:pt x="19483" y="66577"/>
                </a:lnTo>
                <a:lnTo>
                  <a:pt x="19941" y="66183"/>
                </a:lnTo>
                <a:lnTo>
                  <a:pt x="20381" y="65773"/>
                </a:lnTo>
                <a:lnTo>
                  <a:pt x="20381" y="64986"/>
                </a:lnTo>
                <a:lnTo>
                  <a:pt x="20822" y="64592"/>
                </a:lnTo>
                <a:lnTo>
                  <a:pt x="21262" y="64198"/>
                </a:lnTo>
                <a:lnTo>
                  <a:pt x="21262" y="63395"/>
                </a:lnTo>
                <a:lnTo>
                  <a:pt x="21702" y="63001"/>
                </a:lnTo>
                <a:lnTo>
                  <a:pt x="21702" y="62214"/>
                </a:lnTo>
                <a:lnTo>
                  <a:pt x="22143" y="61820"/>
                </a:lnTo>
                <a:lnTo>
                  <a:pt x="22143" y="61426"/>
                </a:lnTo>
                <a:lnTo>
                  <a:pt x="22583" y="60623"/>
                </a:lnTo>
                <a:lnTo>
                  <a:pt x="23042" y="60229"/>
                </a:lnTo>
                <a:lnTo>
                  <a:pt x="23042" y="59835"/>
                </a:lnTo>
                <a:lnTo>
                  <a:pt x="23482" y="59048"/>
                </a:lnTo>
                <a:lnTo>
                  <a:pt x="23482" y="58638"/>
                </a:lnTo>
                <a:lnTo>
                  <a:pt x="23922" y="57851"/>
                </a:lnTo>
                <a:lnTo>
                  <a:pt x="24362" y="57457"/>
                </a:lnTo>
                <a:lnTo>
                  <a:pt x="24362" y="57063"/>
                </a:lnTo>
                <a:lnTo>
                  <a:pt x="24803" y="56276"/>
                </a:lnTo>
                <a:lnTo>
                  <a:pt x="25243" y="55866"/>
                </a:lnTo>
                <a:lnTo>
                  <a:pt x="25243" y="55472"/>
                </a:lnTo>
                <a:lnTo>
                  <a:pt x="25683" y="54685"/>
                </a:lnTo>
                <a:lnTo>
                  <a:pt x="25683" y="54291"/>
                </a:lnTo>
                <a:lnTo>
                  <a:pt x="26142" y="53898"/>
                </a:lnTo>
                <a:lnTo>
                  <a:pt x="26142" y="53094"/>
                </a:lnTo>
                <a:lnTo>
                  <a:pt x="26582" y="52700"/>
                </a:lnTo>
                <a:lnTo>
                  <a:pt x="27023" y="51913"/>
                </a:lnTo>
                <a:lnTo>
                  <a:pt x="27023" y="51519"/>
                </a:lnTo>
                <a:lnTo>
                  <a:pt x="27463" y="51109"/>
                </a:lnTo>
                <a:lnTo>
                  <a:pt x="27903" y="50322"/>
                </a:lnTo>
                <a:lnTo>
                  <a:pt x="27903" y="49928"/>
                </a:lnTo>
                <a:lnTo>
                  <a:pt x="28343" y="49535"/>
                </a:lnTo>
                <a:lnTo>
                  <a:pt x="28343" y="48747"/>
                </a:lnTo>
                <a:lnTo>
                  <a:pt x="28784" y="48337"/>
                </a:lnTo>
                <a:lnTo>
                  <a:pt x="28784" y="47944"/>
                </a:lnTo>
                <a:lnTo>
                  <a:pt x="29242" y="47156"/>
                </a:lnTo>
                <a:lnTo>
                  <a:pt x="29683" y="46763"/>
                </a:lnTo>
                <a:lnTo>
                  <a:pt x="29683" y="46369"/>
                </a:lnTo>
                <a:lnTo>
                  <a:pt x="30123" y="45565"/>
                </a:lnTo>
                <a:lnTo>
                  <a:pt x="30123" y="45172"/>
                </a:lnTo>
                <a:lnTo>
                  <a:pt x="30563" y="44778"/>
                </a:lnTo>
                <a:lnTo>
                  <a:pt x="30563" y="43991"/>
                </a:lnTo>
                <a:lnTo>
                  <a:pt x="31004" y="43581"/>
                </a:lnTo>
                <a:lnTo>
                  <a:pt x="31444" y="43187"/>
                </a:lnTo>
                <a:lnTo>
                  <a:pt x="31884" y="42400"/>
                </a:lnTo>
                <a:lnTo>
                  <a:pt x="31884" y="42006"/>
                </a:lnTo>
                <a:lnTo>
                  <a:pt x="32343" y="41612"/>
                </a:lnTo>
                <a:lnTo>
                  <a:pt x="32343" y="40809"/>
                </a:lnTo>
                <a:lnTo>
                  <a:pt x="32783" y="40415"/>
                </a:lnTo>
                <a:lnTo>
                  <a:pt x="32783" y="39628"/>
                </a:lnTo>
                <a:lnTo>
                  <a:pt x="33223" y="39234"/>
                </a:lnTo>
                <a:lnTo>
                  <a:pt x="33664" y="38840"/>
                </a:lnTo>
                <a:lnTo>
                  <a:pt x="33664" y="38037"/>
                </a:lnTo>
                <a:lnTo>
                  <a:pt x="34104" y="37643"/>
                </a:lnTo>
                <a:lnTo>
                  <a:pt x="34104" y="37249"/>
                </a:lnTo>
                <a:lnTo>
                  <a:pt x="34544" y="36462"/>
                </a:lnTo>
                <a:lnTo>
                  <a:pt x="34544" y="36052"/>
                </a:lnTo>
                <a:lnTo>
                  <a:pt x="35003" y="35658"/>
                </a:lnTo>
                <a:lnTo>
                  <a:pt x="35443" y="34871"/>
                </a:lnTo>
                <a:lnTo>
                  <a:pt x="35443" y="34477"/>
                </a:lnTo>
                <a:lnTo>
                  <a:pt x="35883" y="34084"/>
                </a:lnTo>
                <a:lnTo>
                  <a:pt x="36324" y="33280"/>
                </a:lnTo>
                <a:lnTo>
                  <a:pt x="36324" y="32886"/>
                </a:lnTo>
                <a:lnTo>
                  <a:pt x="36764" y="32099"/>
                </a:lnTo>
                <a:lnTo>
                  <a:pt x="36764" y="31705"/>
                </a:lnTo>
                <a:lnTo>
                  <a:pt x="37204" y="31312"/>
                </a:lnTo>
                <a:lnTo>
                  <a:pt x="37204" y="30508"/>
                </a:lnTo>
                <a:lnTo>
                  <a:pt x="37645" y="30114"/>
                </a:lnTo>
                <a:lnTo>
                  <a:pt x="38103" y="29721"/>
                </a:lnTo>
                <a:lnTo>
                  <a:pt x="38103" y="28933"/>
                </a:lnTo>
                <a:lnTo>
                  <a:pt x="38544" y="28523"/>
                </a:lnTo>
                <a:lnTo>
                  <a:pt x="38984" y="27736"/>
                </a:lnTo>
                <a:lnTo>
                  <a:pt x="38984" y="27342"/>
                </a:lnTo>
                <a:lnTo>
                  <a:pt x="39424" y="26949"/>
                </a:lnTo>
                <a:lnTo>
                  <a:pt x="39424" y="26145"/>
                </a:lnTo>
                <a:lnTo>
                  <a:pt x="39864" y="25751"/>
                </a:lnTo>
                <a:lnTo>
                  <a:pt x="39864" y="25358"/>
                </a:lnTo>
                <a:lnTo>
                  <a:pt x="40305" y="24570"/>
                </a:lnTo>
                <a:lnTo>
                  <a:pt x="40745" y="24177"/>
                </a:lnTo>
                <a:lnTo>
                  <a:pt x="40745" y="23783"/>
                </a:lnTo>
                <a:lnTo>
                  <a:pt x="41204" y="22979"/>
                </a:lnTo>
                <a:lnTo>
                  <a:pt x="41204" y="22586"/>
                </a:lnTo>
                <a:lnTo>
                  <a:pt x="41644" y="22192"/>
                </a:lnTo>
                <a:lnTo>
                  <a:pt x="42084" y="21405"/>
                </a:lnTo>
                <a:lnTo>
                  <a:pt x="42084" y="20994"/>
                </a:lnTo>
                <a:lnTo>
                  <a:pt x="42525" y="20601"/>
                </a:lnTo>
                <a:lnTo>
                  <a:pt x="42965" y="19814"/>
                </a:lnTo>
                <a:lnTo>
                  <a:pt x="42965" y="19420"/>
                </a:lnTo>
                <a:lnTo>
                  <a:pt x="43405" y="19026"/>
                </a:lnTo>
                <a:lnTo>
                  <a:pt x="43405" y="18222"/>
                </a:lnTo>
                <a:lnTo>
                  <a:pt x="43845" y="17829"/>
                </a:lnTo>
                <a:lnTo>
                  <a:pt x="43845" y="17435"/>
                </a:lnTo>
                <a:lnTo>
                  <a:pt x="44304" y="16648"/>
                </a:lnTo>
                <a:lnTo>
                  <a:pt x="44744" y="16238"/>
                </a:lnTo>
                <a:lnTo>
                  <a:pt x="44744" y="15844"/>
                </a:lnTo>
                <a:lnTo>
                  <a:pt x="45185" y="15057"/>
                </a:lnTo>
                <a:lnTo>
                  <a:pt x="45185" y="14663"/>
                </a:lnTo>
                <a:lnTo>
                  <a:pt x="45625" y="14270"/>
                </a:lnTo>
                <a:lnTo>
                  <a:pt x="46065" y="13466"/>
                </a:lnTo>
                <a:lnTo>
                  <a:pt x="46065" y="13072"/>
                </a:lnTo>
                <a:lnTo>
                  <a:pt x="46506" y="12285"/>
                </a:lnTo>
                <a:lnTo>
                  <a:pt x="46506" y="11891"/>
                </a:lnTo>
                <a:lnTo>
                  <a:pt x="46946" y="11498"/>
                </a:lnTo>
                <a:lnTo>
                  <a:pt x="47405" y="10694"/>
                </a:lnTo>
                <a:lnTo>
                  <a:pt x="47405" y="10300"/>
                </a:lnTo>
                <a:lnTo>
                  <a:pt x="47845" y="9907"/>
                </a:lnTo>
                <a:lnTo>
                  <a:pt x="47845" y="9119"/>
                </a:lnTo>
                <a:lnTo>
                  <a:pt x="48285" y="8709"/>
                </a:lnTo>
                <a:lnTo>
                  <a:pt x="48285" y="8315"/>
                </a:lnTo>
                <a:lnTo>
                  <a:pt x="48725" y="7528"/>
                </a:lnTo>
                <a:lnTo>
                  <a:pt x="49166" y="7135"/>
                </a:lnTo>
                <a:lnTo>
                  <a:pt x="49166" y="6347"/>
                </a:lnTo>
                <a:lnTo>
                  <a:pt x="49606" y="5937"/>
                </a:lnTo>
                <a:lnTo>
                  <a:pt x="50065" y="5543"/>
                </a:lnTo>
                <a:lnTo>
                  <a:pt x="50065" y="4756"/>
                </a:lnTo>
                <a:lnTo>
                  <a:pt x="50505" y="4363"/>
                </a:lnTo>
                <a:lnTo>
                  <a:pt x="50505" y="3969"/>
                </a:lnTo>
                <a:lnTo>
                  <a:pt x="50945" y="3165"/>
                </a:lnTo>
                <a:lnTo>
                  <a:pt x="51386" y="2771"/>
                </a:lnTo>
                <a:lnTo>
                  <a:pt x="51386" y="2378"/>
                </a:lnTo>
                <a:lnTo>
                  <a:pt x="51826" y="1591"/>
                </a:lnTo>
                <a:lnTo>
                  <a:pt x="51826" y="1180"/>
                </a:lnTo>
                <a:lnTo>
                  <a:pt x="52266" y="787"/>
                </a:lnTo>
                <a:lnTo>
                  <a:pt x="52266" y="0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6528295" y="4799034"/>
            <a:ext cx="52725" cy="105007"/>
          </a:xfrm>
          <a:custGeom>
            <a:avLst/>
            <a:gdLst/>
            <a:ahLst/>
            <a:cxnLst/>
            <a:rect l="l" t="t" r="r" b="b"/>
            <a:pathLst>
              <a:path w="52725" h="105007">
                <a:moveTo>
                  <a:pt x="0" y="105007"/>
                </a:moveTo>
                <a:lnTo>
                  <a:pt x="440" y="104614"/>
                </a:lnTo>
                <a:lnTo>
                  <a:pt x="898" y="104220"/>
                </a:lnTo>
                <a:lnTo>
                  <a:pt x="898" y="103416"/>
                </a:lnTo>
                <a:lnTo>
                  <a:pt x="1339" y="103023"/>
                </a:lnTo>
                <a:lnTo>
                  <a:pt x="1779" y="102629"/>
                </a:lnTo>
                <a:lnTo>
                  <a:pt x="1779" y="101842"/>
                </a:lnTo>
                <a:lnTo>
                  <a:pt x="2219" y="101448"/>
                </a:lnTo>
                <a:lnTo>
                  <a:pt x="2219" y="101038"/>
                </a:lnTo>
                <a:lnTo>
                  <a:pt x="2660" y="100251"/>
                </a:lnTo>
                <a:lnTo>
                  <a:pt x="2660" y="99857"/>
                </a:lnTo>
                <a:lnTo>
                  <a:pt x="3100" y="99463"/>
                </a:lnTo>
                <a:lnTo>
                  <a:pt x="3540" y="98660"/>
                </a:lnTo>
                <a:lnTo>
                  <a:pt x="3540" y="98266"/>
                </a:lnTo>
                <a:lnTo>
                  <a:pt x="3999" y="97872"/>
                </a:lnTo>
                <a:lnTo>
                  <a:pt x="3999" y="97085"/>
                </a:lnTo>
                <a:lnTo>
                  <a:pt x="4439" y="96691"/>
                </a:lnTo>
                <a:lnTo>
                  <a:pt x="4879" y="95888"/>
                </a:lnTo>
                <a:lnTo>
                  <a:pt x="4879" y="95494"/>
                </a:lnTo>
                <a:lnTo>
                  <a:pt x="5320" y="95100"/>
                </a:lnTo>
                <a:lnTo>
                  <a:pt x="5760" y="94313"/>
                </a:lnTo>
                <a:lnTo>
                  <a:pt x="5760" y="93919"/>
                </a:lnTo>
                <a:lnTo>
                  <a:pt x="6200" y="93509"/>
                </a:lnTo>
                <a:lnTo>
                  <a:pt x="6200" y="92722"/>
                </a:lnTo>
                <a:lnTo>
                  <a:pt x="6641" y="92328"/>
                </a:lnTo>
                <a:lnTo>
                  <a:pt x="6641" y="91935"/>
                </a:lnTo>
                <a:lnTo>
                  <a:pt x="7099" y="91131"/>
                </a:lnTo>
                <a:lnTo>
                  <a:pt x="7540" y="90737"/>
                </a:lnTo>
                <a:lnTo>
                  <a:pt x="7540" y="90344"/>
                </a:lnTo>
                <a:lnTo>
                  <a:pt x="7980" y="89556"/>
                </a:lnTo>
                <a:lnTo>
                  <a:pt x="7980" y="89163"/>
                </a:lnTo>
                <a:lnTo>
                  <a:pt x="8420" y="88753"/>
                </a:lnTo>
                <a:lnTo>
                  <a:pt x="8860" y="87965"/>
                </a:lnTo>
                <a:lnTo>
                  <a:pt x="8860" y="87572"/>
                </a:lnTo>
                <a:lnTo>
                  <a:pt x="9301" y="87178"/>
                </a:lnTo>
                <a:lnTo>
                  <a:pt x="9301" y="86391"/>
                </a:lnTo>
                <a:lnTo>
                  <a:pt x="9741" y="85981"/>
                </a:lnTo>
                <a:lnTo>
                  <a:pt x="10200" y="85587"/>
                </a:lnTo>
                <a:lnTo>
                  <a:pt x="10200" y="84800"/>
                </a:lnTo>
                <a:lnTo>
                  <a:pt x="10640" y="84406"/>
                </a:lnTo>
                <a:lnTo>
                  <a:pt x="10640" y="84012"/>
                </a:lnTo>
                <a:lnTo>
                  <a:pt x="11080" y="83209"/>
                </a:lnTo>
                <a:lnTo>
                  <a:pt x="11080" y="82815"/>
                </a:lnTo>
                <a:lnTo>
                  <a:pt x="11521" y="82421"/>
                </a:lnTo>
                <a:lnTo>
                  <a:pt x="11961" y="81634"/>
                </a:lnTo>
                <a:lnTo>
                  <a:pt x="11961" y="81224"/>
                </a:lnTo>
                <a:lnTo>
                  <a:pt x="12401" y="80437"/>
                </a:lnTo>
                <a:lnTo>
                  <a:pt x="12860" y="80043"/>
                </a:lnTo>
                <a:lnTo>
                  <a:pt x="12860" y="79649"/>
                </a:lnTo>
                <a:lnTo>
                  <a:pt x="13300" y="78846"/>
                </a:lnTo>
                <a:lnTo>
                  <a:pt x="13300" y="78452"/>
                </a:lnTo>
                <a:lnTo>
                  <a:pt x="13740" y="78058"/>
                </a:lnTo>
                <a:lnTo>
                  <a:pt x="14181" y="77271"/>
                </a:lnTo>
                <a:lnTo>
                  <a:pt x="14181" y="76877"/>
                </a:lnTo>
                <a:lnTo>
                  <a:pt x="14621" y="76484"/>
                </a:lnTo>
                <a:lnTo>
                  <a:pt x="14621" y="75680"/>
                </a:lnTo>
                <a:lnTo>
                  <a:pt x="15061" y="75286"/>
                </a:lnTo>
                <a:lnTo>
                  <a:pt x="15061" y="74893"/>
                </a:lnTo>
                <a:lnTo>
                  <a:pt x="15502" y="74105"/>
                </a:lnTo>
                <a:lnTo>
                  <a:pt x="15960" y="73695"/>
                </a:lnTo>
                <a:lnTo>
                  <a:pt x="15960" y="73302"/>
                </a:lnTo>
                <a:lnTo>
                  <a:pt x="16400" y="72514"/>
                </a:lnTo>
                <a:lnTo>
                  <a:pt x="16841" y="72121"/>
                </a:lnTo>
                <a:lnTo>
                  <a:pt x="16841" y="71727"/>
                </a:lnTo>
                <a:lnTo>
                  <a:pt x="17281" y="70923"/>
                </a:lnTo>
                <a:lnTo>
                  <a:pt x="17281" y="70530"/>
                </a:lnTo>
                <a:lnTo>
                  <a:pt x="17721" y="70136"/>
                </a:lnTo>
                <a:lnTo>
                  <a:pt x="17721" y="69349"/>
                </a:lnTo>
                <a:lnTo>
                  <a:pt x="18162" y="68955"/>
                </a:lnTo>
                <a:lnTo>
                  <a:pt x="18602" y="68545"/>
                </a:lnTo>
                <a:lnTo>
                  <a:pt x="18602" y="67758"/>
                </a:lnTo>
                <a:lnTo>
                  <a:pt x="19061" y="67364"/>
                </a:lnTo>
                <a:lnTo>
                  <a:pt x="19501" y="66577"/>
                </a:lnTo>
                <a:lnTo>
                  <a:pt x="19501" y="66167"/>
                </a:lnTo>
                <a:lnTo>
                  <a:pt x="19941" y="65773"/>
                </a:lnTo>
                <a:lnTo>
                  <a:pt x="19941" y="64986"/>
                </a:lnTo>
                <a:lnTo>
                  <a:pt x="20381" y="64592"/>
                </a:lnTo>
                <a:lnTo>
                  <a:pt x="20381" y="64198"/>
                </a:lnTo>
                <a:lnTo>
                  <a:pt x="20822" y="63395"/>
                </a:lnTo>
                <a:lnTo>
                  <a:pt x="21262" y="63001"/>
                </a:lnTo>
                <a:lnTo>
                  <a:pt x="21262" y="62607"/>
                </a:lnTo>
                <a:lnTo>
                  <a:pt x="21702" y="62214"/>
                </a:lnTo>
                <a:lnTo>
                  <a:pt x="21702" y="61410"/>
                </a:lnTo>
                <a:lnTo>
                  <a:pt x="22161" y="61016"/>
                </a:lnTo>
                <a:lnTo>
                  <a:pt x="22601" y="60623"/>
                </a:lnTo>
                <a:lnTo>
                  <a:pt x="22601" y="59835"/>
                </a:lnTo>
                <a:lnTo>
                  <a:pt x="23042" y="59442"/>
                </a:lnTo>
                <a:lnTo>
                  <a:pt x="23482" y="59048"/>
                </a:lnTo>
                <a:lnTo>
                  <a:pt x="23482" y="58244"/>
                </a:lnTo>
                <a:lnTo>
                  <a:pt x="23922" y="57851"/>
                </a:lnTo>
                <a:lnTo>
                  <a:pt x="23922" y="57457"/>
                </a:lnTo>
                <a:lnTo>
                  <a:pt x="24362" y="56670"/>
                </a:lnTo>
                <a:lnTo>
                  <a:pt x="24362" y="56260"/>
                </a:lnTo>
                <a:lnTo>
                  <a:pt x="24803" y="55472"/>
                </a:lnTo>
                <a:lnTo>
                  <a:pt x="25261" y="55079"/>
                </a:lnTo>
                <a:lnTo>
                  <a:pt x="25261" y="54685"/>
                </a:lnTo>
                <a:lnTo>
                  <a:pt x="25702" y="53881"/>
                </a:lnTo>
                <a:lnTo>
                  <a:pt x="25702" y="53488"/>
                </a:lnTo>
                <a:lnTo>
                  <a:pt x="26142" y="53094"/>
                </a:lnTo>
                <a:lnTo>
                  <a:pt x="26142" y="52307"/>
                </a:lnTo>
                <a:lnTo>
                  <a:pt x="26582" y="51913"/>
                </a:lnTo>
                <a:lnTo>
                  <a:pt x="27023" y="51519"/>
                </a:lnTo>
                <a:lnTo>
                  <a:pt x="27023" y="51109"/>
                </a:lnTo>
                <a:lnTo>
                  <a:pt x="27463" y="50322"/>
                </a:lnTo>
                <a:lnTo>
                  <a:pt x="27922" y="49928"/>
                </a:lnTo>
                <a:lnTo>
                  <a:pt x="27922" y="49535"/>
                </a:lnTo>
                <a:lnTo>
                  <a:pt x="28362" y="48731"/>
                </a:lnTo>
                <a:lnTo>
                  <a:pt x="28362" y="48337"/>
                </a:lnTo>
                <a:lnTo>
                  <a:pt x="28802" y="47944"/>
                </a:lnTo>
                <a:lnTo>
                  <a:pt x="28802" y="47156"/>
                </a:lnTo>
                <a:lnTo>
                  <a:pt x="29242" y="46763"/>
                </a:lnTo>
                <a:lnTo>
                  <a:pt x="29683" y="45959"/>
                </a:lnTo>
                <a:lnTo>
                  <a:pt x="29683" y="45565"/>
                </a:lnTo>
                <a:lnTo>
                  <a:pt x="30123" y="45172"/>
                </a:lnTo>
                <a:lnTo>
                  <a:pt x="30563" y="44384"/>
                </a:lnTo>
                <a:lnTo>
                  <a:pt x="30563" y="43991"/>
                </a:lnTo>
                <a:lnTo>
                  <a:pt x="31022" y="43581"/>
                </a:lnTo>
                <a:lnTo>
                  <a:pt x="31022" y="42793"/>
                </a:lnTo>
                <a:lnTo>
                  <a:pt x="31462" y="42400"/>
                </a:lnTo>
                <a:lnTo>
                  <a:pt x="31903" y="42006"/>
                </a:lnTo>
                <a:lnTo>
                  <a:pt x="31903" y="41612"/>
                </a:lnTo>
                <a:lnTo>
                  <a:pt x="32343" y="40809"/>
                </a:lnTo>
                <a:lnTo>
                  <a:pt x="32343" y="40415"/>
                </a:lnTo>
                <a:lnTo>
                  <a:pt x="32783" y="40021"/>
                </a:lnTo>
                <a:lnTo>
                  <a:pt x="32783" y="39234"/>
                </a:lnTo>
                <a:lnTo>
                  <a:pt x="33223" y="38824"/>
                </a:lnTo>
                <a:lnTo>
                  <a:pt x="33664" y="38430"/>
                </a:lnTo>
                <a:lnTo>
                  <a:pt x="33664" y="37643"/>
                </a:lnTo>
                <a:lnTo>
                  <a:pt x="34122" y="37249"/>
                </a:lnTo>
                <a:lnTo>
                  <a:pt x="34563" y="36856"/>
                </a:lnTo>
                <a:lnTo>
                  <a:pt x="34563" y="36052"/>
                </a:lnTo>
                <a:lnTo>
                  <a:pt x="35003" y="35658"/>
                </a:lnTo>
                <a:lnTo>
                  <a:pt x="35003" y="34871"/>
                </a:lnTo>
                <a:lnTo>
                  <a:pt x="35443" y="34477"/>
                </a:lnTo>
                <a:lnTo>
                  <a:pt x="35443" y="34084"/>
                </a:lnTo>
                <a:lnTo>
                  <a:pt x="35883" y="33673"/>
                </a:lnTo>
                <a:lnTo>
                  <a:pt x="36324" y="32886"/>
                </a:lnTo>
                <a:lnTo>
                  <a:pt x="36324" y="32493"/>
                </a:lnTo>
                <a:lnTo>
                  <a:pt x="36764" y="32099"/>
                </a:lnTo>
                <a:lnTo>
                  <a:pt x="36764" y="31295"/>
                </a:lnTo>
                <a:lnTo>
                  <a:pt x="37223" y="30902"/>
                </a:lnTo>
                <a:lnTo>
                  <a:pt x="37223" y="30508"/>
                </a:lnTo>
                <a:lnTo>
                  <a:pt x="37663" y="29721"/>
                </a:lnTo>
                <a:lnTo>
                  <a:pt x="38103" y="29327"/>
                </a:lnTo>
                <a:lnTo>
                  <a:pt x="38103" y="28917"/>
                </a:lnTo>
                <a:lnTo>
                  <a:pt x="38544" y="28130"/>
                </a:lnTo>
                <a:lnTo>
                  <a:pt x="38984" y="27736"/>
                </a:lnTo>
                <a:lnTo>
                  <a:pt x="38984" y="27342"/>
                </a:lnTo>
                <a:lnTo>
                  <a:pt x="39424" y="26555"/>
                </a:lnTo>
                <a:lnTo>
                  <a:pt x="39424" y="26145"/>
                </a:lnTo>
                <a:lnTo>
                  <a:pt x="39883" y="25751"/>
                </a:lnTo>
                <a:lnTo>
                  <a:pt x="40323" y="24964"/>
                </a:lnTo>
                <a:lnTo>
                  <a:pt x="40323" y="24570"/>
                </a:lnTo>
                <a:lnTo>
                  <a:pt x="40763" y="24177"/>
                </a:lnTo>
                <a:lnTo>
                  <a:pt x="40763" y="23373"/>
                </a:lnTo>
                <a:lnTo>
                  <a:pt x="41204" y="22979"/>
                </a:lnTo>
                <a:lnTo>
                  <a:pt x="41644" y="22586"/>
                </a:lnTo>
                <a:lnTo>
                  <a:pt x="41644" y="22192"/>
                </a:lnTo>
                <a:lnTo>
                  <a:pt x="42084" y="21388"/>
                </a:lnTo>
                <a:lnTo>
                  <a:pt x="42084" y="20994"/>
                </a:lnTo>
                <a:lnTo>
                  <a:pt x="42525" y="20207"/>
                </a:lnTo>
                <a:lnTo>
                  <a:pt x="42983" y="19814"/>
                </a:lnTo>
                <a:lnTo>
                  <a:pt x="42983" y="19420"/>
                </a:lnTo>
                <a:lnTo>
                  <a:pt x="43424" y="18616"/>
                </a:lnTo>
                <a:lnTo>
                  <a:pt x="43424" y="18222"/>
                </a:lnTo>
                <a:lnTo>
                  <a:pt x="43864" y="17829"/>
                </a:lnTo>
                <a:lnTo>
                  <a:pt x="43864" y="17435"/>
                </a:lnTo>
                <a:lnTo>
                  <a:pt x="44304" y="16648"/>
                </a:lnTo>
                <a:lnTo>
                  <a:pt x="44744" y="16238"/>
                </a:lnTo>
                <a:lnTo>
                  <a:pt x="44744" y="15844"/>
                </a:lnTo>
                <a:lnTo>
                  <a:pt x="45185" y="15057"/>
                </a:lnTo>
                <a:lnTo>
                  <a:pt x="45625" y="14663"/>
                </a:lnTo>
                <a:lnTo>
                  <a:pt x="45625" y="14270"/>
                </a:lnTo>
                <a:lnTo>
                  <a:pt x="46084" y="13466"/>
                </a:lnTo>
                <a:lnTo>
                  <a:pt x="46084" y="13072"/>
                </a:lnTo>
                <a:lnTo>
                  <a:pt x="46524" y="12679"/>
                </a:lnTo>
                <a:lnTo>
                  <a:pt x="46524" y="11891"/>
                </a:lnTo>
                <a:lnTo>
                  <a:pt x="46964" y="11481"/>
                </a:lnTo>
                <a:lnTo>
                  <a:pt x="47405" y="11087"/>
                </a:lnTo>
                <a:lnTo>
                  <a:pt x="47405" y="10300"/>
                </a:lnTo>
                <a:lnTo>
                  <a:pt x="47845" y="9907"/>
                </a:lnTo>
                <a:lnTo>
                  <a:pt x="47845" y="9513"/>
                </a:lnTo>
                <a:lnTo>
                  <a:pt x="48285" y="9119"/>
                </a:lnTo>
                <a:lnTo>
                  <a:pt x="48725" y="8315"/>
                </a:lnTo>
                <a:lnTo>
                  <a:pt x="48725" y="7922"/>
                </a:lnTo>
                <a:lnTo>
                  <a:pt x="49184" y="7528"/>
                </a:lnTo>
                <a:lnTo>
                  <a:pt x="49624" y="6741"/>
                </a:lnTo>
                <a:lnTo>
                  <a:pt x="49624" y="6331"/>
                </a:lnTo>
                <a:lnTo>
                  <a:pt x="50065" y="5937"/>
                </a:lnTo>
                <a:lnTo>
                  <a:pt x="50065" y="5150"/>
                </a:lnTo>
                <a:lnTo>
                  <a:pt x="50505" y="4756"/>
                </a:lnTo>
                <a:lnTo>
                  <a:pt x="50505" y="4363"/>
                </a:lnTo>
                <a:lnTo>
                  <a:pt x="50945" y="3559"/>
                </a:lnTo>
                <a:lnTo>
                  <a:pt x="51386" y="3165"/>
                </a:lnTo>
                <a:lnTo>
                  <a:pt x="51386" y="2771"/>
                </a:lnTo>
                <a:lnTo>
                  <a:pt x="51826" y="1984"/>
                </a:lnTo>
                <a:lnTo>
                  <a:pt x="51826" y="1591"/>
                </a:lnTo>
                <a:lnTo>
                  <a:pt x="52284" y="1180"/>
                </a:lnTo>
                <a:lnTo>
                  <a:pt x="52725" y="787"/>
                </a:lnTo>
                <a:lnTo>
                  <a:pt x="52725" y="0"/>
                </a:lnTo>
              </a:path>
            </a:pathLst>
          </a:custGeom>
          <a:ln w="251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6581021" y="4697586"/>
            <a:ext cx="52706" cy="101448"/>
          </a:xfrm>
          <a:custGeom>
            <a:avLst/>
            <a:gdLst/>
            <a:ahLst/>
            <a:cxnLst/>
            <a:rect l="l" t="t" r="r" b="b"/>
            <a:pathLst>
              <a:path w="52706" h="101448">
                <a:moveTo>
                  <a:pt x="0" y="101448"/>
                </a:moveTo>
                <a:lnTo>
                  <a:pt x="440" y="101054"/>
                </a:lnTo>
                <a:lnTo>
                  <a:pt x="440" y="100251"/>
                </a:lnTo>
                <a:lnTo>
                  <a:pt x="880" y="99857"/>
                </a:lnTo>
                <a:lnTo>
                  <a:pt x="1320" y="99463"/>
                </a:lnTo>
                <a:lnTo>
                  <a:pt x="1320" y="98676"/>
                </a:lnTo>
                <a:lnTo>
                  <a:pt x="1761" y="98282"/>
                </a:lnTo>
                <a:lnTo>
                  <a:pt x="1761" y="97872"/>
                </a:lnTo>
                <a:lnTo>
                  <a:pt x="2219" y="97479"/>
                </a:lnTo>
                <a:lnTo>
                  <a:pt x="2219" y="96691"/>
                </a:lnTo>
                <a:lnTo>
                  <a:pt x="2660" y="96298"/>
                </a:lnTo>
                <a:lnTo>
                  <a:pt x="3100" y="95904"/>
                </a:lnTo>
                <a:lnTo>
                  <a:pt x="3100" y="95100"/>
                </a:lnTo>
                <a:lnTo>
                  <a:pt x="3540" y="94707"/>
                </a:lnTo>
                <a:lnTo>
                  <a:pt x="3980" y="94313"/>
                </a:lnTo>
                <a:lnTo>
                  <a:pt x="3980" y="93526"/>
                </a:lnTo>
                <a:lnTo>
                  <a:pt x="4421" y="93132"/>
                </a:lnTo>
                <a:lnTo>
                  <a:pt x="4421" y="92722"/>
                </a:lnTo>
                <a:lnTo>
                  <a:pt x="4861" y="91935"/>
                </a:lnTo>
                <a:lnTo>
                  <a:pt x="5320" y="91541"/>
                </a:lnTo>
                <a:lnTo>
                  <a:pt x="5320" y="91147"/>
                </a:lnTo>
                <a:lnTo>
                  <a:pt x="5760" y="90754"/>
                </a:lnTo>
                <a:lnTo>
                  <a:pt x="5760" y="89950"/>
                </a:lnTo>
                <a:lnTo>
                  <a:pt x="6200" y="89556"/>
                </a:lnTo>
                <a:lnTo>
                  <a:pt x="6200" y="89163"/>
                </a:lnTo>
                <a:lnTo>
                  <a:pt x="6641" y="88375"/>
                </a:lnTo>
                <a:lnTo>
                  <a:pt x="7081" y="87965"/>
                </a:lnTo>
                <a:lnTo>
                  <a:pt x="7081" y="87572"/>
                </a:lnTo>
                <a:lnTo>
                  <a:pt x="7521" y="86784"/>
                </a:lnTo>
                <a:lnTo>
                  <a:pt x="7961" y="86391"/>
                </a:lnTo>
                <a:lnTo>
                  <a:pt x="7961" y="85997"/>
                </a:lnTo>
                <a:lnTo>
                  <a:pt x="8420" y="85603"/>
                </a:lnTo>
                <a:lnTo>
                  <a:pt x="8420" y="84800"/>
                </a:lnTo>
                <a:lnTo>
                  <a:pt x="8860" y="84406"/>
                </a:lnTo>
                <a:lnTo>
                  <a:pt x="8860" y="84012"/>
                </a:lnTo>
                <a:lnTo>
                  <a:pt x="9301" y="83225"/>
                </a:lnTo>
                <a:lnTo>
                  <a:pt x="9741" y="82815"/>
                </a:lnTo>
                <a:lnTo>
                  <a:pt x="9741" y="82421"/>
                </a:lnTo>
                <a:lnTo>
                  <a:pt x="10181" y="81634"/>
                </a:lnTo>
                <a:lnTo>
                  <a:pt x="10181" y="81240"/>
                </a:lnTo>
                <a:lnTo>
                  <a:pt x="10622" y="80847"/>
                </a:lnTo>
                <a:lnTo>
                  <a:pt x="11062" y="80043"/>
                </a:lnTo>
                <a:lnTo>
                  <a:pt x="11062" y="79649"/>
                </a:lnTo>
                <a:lnTo>
                  <a:pt x="11521" y="79256"/>
                </a:lnTo>
                <a:lnTo>
                  <a:pt x="11521" y="78862"/>
                </a:lnTo>
                <a:lnTo>
                  <a:pt x="11961" y="78058"/>
                </a:lnTo>
                <a:lnTo>
                  <a:pt x="12401" y="77665"/>
                </a:lnTo>
                <a:lnTo>
                  <a:pt x="12401" y="77271"/>
                </a:lnTo>
                <a:lnTo>
                  <a:pt x="12841" y="76484"/>
                </a:lnTo>
                <a:lnTo>
                  <a:pt x="12841" y="76090"/>
                </a:lnTo>
                <a:lnTo>
                  <a:pt x="13282" y="75696"/>
                </a:lnTo>
                <a:lnTo>
                  <a:pt x="13722" y="74893"/>
                </a:lnTo>
                <a:lnTo>
                  <a:pt x="13722" y="74499"/>
                </a:lnTo>
                <a:lnTo>
                  <a:pt x="14162" y="74105"/>
                </a:lnTo>
                <a:lnTo>
                  <a:pt x="14621" y="73712"/>
                </a:lnTo>
                <a:lnTo>
                  <a:pt x="14621" y="72908"/>
                </a:lnTo>
                <a:lnTo>
                  <a:pt x="15061" y="72514"/>
                </a:lnTo>
                <a:lnTo>
                  <a:pt x="15061" y="72121"/>
                </a:lnTo>
                <a:lnTo>
                  <a:pt x="15502" y="71333"/>
                </a:lnTo>
                <a:lnTo>
                  <a:pt x="15502" y="70940"/>
                </a:lnTo>
                <a:lnTo>
                  <a:pt x="15942" y="70530"/>
                </a:lnTo>
                <a:lnTo>
                  <a:pt x="16382" y="69742"/>
                </a:lnTo>
                <a:lnTo>
                  <a:pt x="16382" y="69349"/>
                </a:lnTo>
                <a:lnTo>
                  <a:pt x="16822" y="68955"/>
                </a:lnTo>
                <a:lnTo>
                  <a:pt x="16822" y="68561"/>
                </a:lnTo>
                <a:lnTo>
                  <a:pt x="17263" y="67758"/>
                </a:lnTo>
                <a:lnTo>
                  <a:pt x="17263" y="67364"/>
                </a:lnTo>
                <a:lnTo>
                  <a:pt x="17721" y="66970"/>
                </a:lnTo>
                <a:lnTo>
                  <a:pt x="18162" y="66183"/>
                </a:lnTo>
                <a:lnTo>
                  <a:pt x="18162" y="65789"/>
                </a:lnTo>
                <a:lnTo>
                  <a:pt x="18602" y="65379"/>
                </a:lnTo>
                <a:lnTo>
                  <a:pt x="19042" y="64592"/>
                </a:lnTo>
                <a:lnTo>
                  <a:pt x="19042" y="64198"/>
                </a:lnTo>
                <a:lnTo>
                  <a:pt x="19483" y="63805"/>
                </a:lnTo>
                <a:lnTo>
                  <a:pt x="19483" y="63411"/>
                </a:lnTo>
                <a:lnTo>
                  <a:pt x="19923" y="62607"/>
                </a:lnTo>
                <a:lnTo>
                  <a:pt x="19923" y="62214"/>
                </a:lnTo>
                <a:lnTo>
                  <a:pt x="20381" y="61820"/>
                </a:lnTo>
                <a:lnTo>
                  <a:pt x="20822" y="61033"/>
                </a:lnTo>
                <a:lnTo>
                  <a:pt x="20822" y="60623"/>
                </a:lnTo>
                <a:lnTo>
                  <a:pt x="21262" y="60229"/>
                </a:lnTo>
                <a:lnTo>
                  <a:pt x="21702" y="59835"/>
                </a:lnTo>
                <a:lnTo>
                  <a:pt x="21702" y="59048"/>
                </a:lnTo>
                <a:lnTo>
                  <a:pt x="22143" y="58654"/>
                </a:lnTo>
                <a:lnTo>
                  <a:pt x="22143" y="58261"/>
                </a:lnTo>
                <a:lnTo>
                  <a:pt x="22583" y="57457"/>
                </a:lnTo>
                <a:lnTo>
                  <a:pt x="23023" y="57063"/>
                </a:lnTo>
                <a:lnTo>
                  <a:pt x="23023" y="56670"/>
                </a:lnTo>
                <a:lnTo>
                  <a:pt x="23482" y="55882"/>
                </a:lnTo>
                <a:lnTo>
                  <a:pt x="23482" y="55472"/>
                </a:lnTo>
                <a:lnTo>
                  <a:pt x="23922" y="55079"/>
                </a:lnTo>
                <a:lnTo>
                  <a:pt x="23922" y="54685"/>
                </a:lnTo>
                <a:lnTo>
                  <a:pt x="24362" y="53898"/>
                </a:lnTo>
                <a:lnTo>
                  <a:pt x="24803" y="53504"/>
                </a:lnTo>
                <a:lnTo>
                  <a:pt x="24803" y="53094"/>
                </a:lnTo>
                <a:lnTo>
                  <a:pt x="25243" y="52307"/>
                </a:lnTo>
                <a:lnTo>
                  <a:pt x="25683" y="51913"/>
                </a:lnTo>
                <a:lnTo>
                  <a:pt x="25683" y="51519"/>
                </a:lnTo>
                <a:lnTo>
                  <a:pt x="26124" y="51126"/>
                </a:lnTo>
                <a:lnTo>
                  <a:pt x="26124" y="50322"/>
                </a:lnTo>
                <a:lnTo>
                  <a:pt x="26582" y="49928"/>
                </a:lnTo>
                <a:lnTo>
                  <a:pt x="26582" y="49535"/>
                </a:lnTo>
                <a:lnTo>
                  <a:pt x="27023" y="48747"/>
                </a:lnTo>
                <a:lnTo>
                  <a:pt x="27463" y="48354"/>
                </a:lnTo>
                <a:lnTo>
                  <a:pt x="27463" y="47944"/>
                </a:lnTo>
                <a:lnTo>
                  <a:pt x="27903" y="47550"/>
                </a:lnTo>
                <a:lnTo>
                  <a:pt x="27903" y="46763"/>
                </a:lnTo>
                <a:lnTo>
                  <a:pt x="28343" y="46369"/>
                </a:lnTo>
                <a:lnTo>
                  <a:pt x="28343" y="45975"/>
                </a:lnTo>
                <a:lnTo>
                  <a:pt x="28784" y="45172"/>
                </a:lnTo>
                <a:lnTo>
                  <a:pt x="29224" y="44778"/>
                </a:lnTo>
                <a:lnTo>
                  <a:pt x="29224" y="44384"/>
                </a:lnTo>
                <a:lnTo>
                  <a:pt x="29683" y="43597"/>
                </a:lnTo>
                <a:lnTo>
                  <a:pt x="30123" y="43203"/>
                </a:lnTo>
                <a:lnTo>
                  <a:pt x="30123" y="42793"/>
                </a:lnTo>
                <a:lnTo>
                  <a:pt x="30563" y="42400"/>
                </a:lnTo>
                <a:lnTo>
                  <a:pt x="30563" y="42006"/>
                </a:lnTo>
                <a:lnTo>
                  <a:pt x="31004" y="41219"/>
                </a:lnTo>
                <a:lnTo>
                  <a:pt x="31444" y="40825"/>
                </a:lnTo>
                <a:lnTo>
                  <a:pt x="31444" y="40021"/>
                </a:lnTo>
                <a:lnTo>
                  <a:pt x="31884" y="39628"/>
                </a:lnTo>
                <a:lnTo>
                  <a:pt x="31884" y="39234"/>
                </a:lnTo>
                <a:lnTo>
                  <a:pt x="32343" y="38840"/>
                </a:lnTo>
                <a:lnTo>
                  <a:pt x="32783" y="38447"/>
                </a:lnTo>
                <a:lnTo>
                  <a:pt x="32783" y="37643"/>
                </a:lnTo>
                <a:lnTo>
                  <a:pt x="33223" y="37249"/>
                </a:lnTo>
                <a:lnTo>
                  <a:pt x="33223" y="36856"/>
                </a:lnTo>
                <a:lnTo>
                  <a:pt x="33664" y="36068"/>
                </a:lnTo>
                <a:lnTo>
                  <a:pt x="34104" y="35658"/>
                </a:lnTo>
                <a:lnTo>
                  <a:pt x="34104" y="35265"/>
                </a:lnTo>
                <a:lnTo>
                  <a:pt x="34544" y="34477"/>
                </a:lnTo>
                <a:lnTo>
                  <a:pt x="34544" y="34084"/>
                </a:lnTo>
                <a:lnTo>
                  <a:pt x="34985" y="33690"/>
                </a:lnTo>
                <a:lnTo>
                  <a:pt x="34985" y="33296"/>
                </a:lnTo>
                <a:lnTo>
                  <a:pt x="35443" y="32493"/>
                </a:lnTo>
                <a:lnTo>
                  <a:pt x="35883" y="32099"/>
                </a:lnTo>
                <a:lnTo>
                  <a:pt x="35883" y="31705"/>
                </a:lnTo>
                <a:lnTo>
                  <a:pt x="36324" y="31312"/>
                </a:lnTo>
                <a:lnTo>
                  <a:pt x="36764" y="30508"/>
                </a:lnTo>
                <a:lnTo>
                  <a:pt x="36764" y="30114"/>
                </a:lnTo>
                <a:lnTo>
                  <a:pt x="37204" y="29721"/>
                </a:lnTo>
                <a:lnTo>
                  <a:pt x="37204" y="28933"/>
                </a:lnTo>
                <a:lnTo>
                  <a:pt x="37645" y="28540"/>
                </a:lnTo>
                <a:lnTo>
                  <a:pt x="37645" y="28130"/>
                </a:lnTo>
                <a:lnTo>
                  <a:pt x="38085" y="27736"/>
                </a:lnTo>
                <a:lnTo>
                  <a:pt x="38544" y="26949"/>
                </a:lnTo>
                <a:lnTo>
                  <a:pt x="38544" y="26555"/>
                </a:lnTo>
                <a:lnTo>
                  <a:pt x="38984" y="26161"/>
                </a:lnTo>
                <a:lnTo>
                  <a:pt x="38984" y="25768"/>
                </a:lnTo>
                <a:lnTo>
                  <a:pt x="39424" y="24964"/>
                </a:lnTo>
                <a:lnTo>
                  <a:pt x="39864" y="24570"/>
                </a:lnTo>
                <a:lnTo>
                  <a:pt x="39864" y="24177"/>
                </a:lnTo>
                <a:lnTo>
                  <a:pt x="40305" y="23389"/>
                </a:lnTo>
                <a:lnTo>
                  <a:pt x="40745" y="22979"/>
                </a:lnTo>
                <a:lnTo>
                  <a:pt x="40745" y="22586"/>
                </a:lnTo>
                <a:lnTo>
                  <a:pt x="41185" y="22192"/>
                </a:lnTo>
                <a:lnTo>
                  <a:pt x="41185" y="21405"/>
                </a:lnTo>
                <a:lnTo>
                  <a:pt x="41644" y="21011"/>
                </a:lnTo>
                <a:lnTo>
                  <a:pt x="41644" y="20601"/>
                </a:lnTo>
                <a:lnTo>
                  <a:pt x="42084" y="19814"/>
                </a:lnTo>
                <a:lnTo>
                  <a:pt x="42525" y="19420"/>
                </a:lnTo>
                <a:lnTo>
                  <a:pt x="42525" y="19026"/>
                </a:lnTo>
                <a:lnTo>
                  <a:pt x="42965" y="18633"/>
                </a:lnTo>
                <a:lnTo>
                  <a:pt x="42965" y="17829"/>
                </a:lnTo>
                <a:lnTo>
                  <a:pt x="43405" y="17435"/>
                </a:lnTo>
                <a:lnTo>
                  <a:pt x="43845" y="17042"/>
                </a:lnTo>
                <a:lnTo>
                  <a:pt x="43845" y="16648"/>
                </a:lnTo>
                <a:lnTo>
                  <a:pt x="44286" y="15861"/>
                </a:lnTo>
                <a:lnTo>
                  <a:pt x="44286" y="15451"/>
                </a:lnTo>
                <a:lnTo>
                  <a:pt x="44744" y="15057"/>
                </a:lnTo>
                <a:lnTo>
                  <a:pt x="45185" y="14270"/>
                </a:lnTo>
                <a:lnTo>
                  <a:pt x="45185" y="13876"/>
                </a:lnTo>
                <a:lnTo>
                  <a:pt x="45625" y="13482"/>
                </a:lnTo>
                <a:lnTo>
                  <a:pt x="45625" y="13072"/>
                </a:lnTo>
                <a:lnTo>
                  <a:pt x="46065" y="12679"/>
                </a:lnTo>
                <a:lnTo>
                  <a:pt x="46065" y="11891"/>
                </a:lnTo>
                <a:lnTo>
                  <a:pt x="46506" y="11498"/>
                </a:lnTo>
                <a:lnTo>
                  <a:pt x="46946" y="11104"/>
                </a:lnTo>
                <a:lnTo>
                  <a:pt x="46946" y="10300"/>
                </a:lnTo>
                <a:lnTo>
                  <a:pt x="47405" y="9907"/>
                </a:lnTo>
                <a:lnTo>
                  <a:pt x="47845" y="9513"/>
                </a:lnTo>
                <a:lnTo>
                  <a:pt x="47845" y="9119"/>
                </a:lnTo>
                <a:lnTo>
                  <a:pt x="48285" y="8332"/>
                </a:lnTo>
                <a:lnTo>
                  <a:pt x="48285" y="7922"/>
                </a:lnTo>
                <a:lnTo>
                  <a:pt x="48725" y="7528"/>
                </a:lnTo>
                <a:lnTo>
                  <a:pt x="49166" y="7135"/>
                </a:lnTo>
                <a:lnTo>
                  <a:pt x="49166" y="6347"/>
                </a:lnTo>
                <a:lnTo>
                  <a:pt x="49606" y="5954"/>
                </a:lnTo>
                <a:lnTo>
                  <a:pt x="49606" y="5543"/>
                </a:lnTo>
                <a:lnTo>
                  <a:pt x="50046" y="4756"/>
                </a:lnTo>
                <a:lnTo>
                  <a:pt x="50046" y="4363"/>
                </a:lnTo>
                <a:lnTo>
                  <a:pt x="50505" y="3969"/>
                </a:lnTo>
                <a:lnTo>
                  <a:pt x="50945" y="3575"/>
                </a:lnTo>
                <a:lnTo>
                  <a:pt x="50945" y="3165"/>
                </a:lnTo>
                <a:lnTo>
                  <a:pt x="51386" y="2378"/>
                </a:lnTo>
                <a:lnTo>
                  <a:pt x="51826" y="1984"/>
                </a:lnTo>
                <a:lnTo>
                  <a:pt x="51826" y="1591"/>
                </a:lnTo>
                <a:lnTo>
                  <a:pt x="52266" y="803"/>
                </a:lnTo>
                <a:lnTo>
                  <a:pt x="52266" y="393"/>
                </a:lnTo>
                <a:lnTo>
                  <a:pt x="52706" y="0"/>
                </a:lnTo>
              </a:path>
            </a:pathLst>
          </a:custGeom>
          <a:ln w="25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6633728" y="4601304"/>
            <a:ext cx="52284" cy="96281"/>
          </a:xfrm>
          <a:custGeom>
            <a:avLst/>
            <a:gdLst/>
            <a:ahLst/>
            <a:cxnLst/>
            <a:rect l="l" t="t" r="r" b="b"/>
            <a:pathLst>
              <a:path w="52284" h="96281">
                <a:moveTo>
                  <a:pt x="0" y="96281"/>
                </a:moveTo>
                <a:lnTo>
                  <a:pt x="0" y="95888"/>
                </a:lnTo>
                <a:lnTo>
                  <a:pt x="440" y="95100"/>
                </a:lnTo>
                <a:lnTo>
                  <a:pt x="898" y="94707"/>
                </a:lnTo>
                <a:lnTo>
                  <a:pt x="898" y="94297"/>
                </a:lnTo>
                <a:lnTo>
                  <a:pt x="1339" y="93903"/>
                </a:lnTo>
                <a:lnTo>
                  <a:pt x="1339" y="93116"/>
                </a:lnTo>
                <a:lnTo>
                  <a:pt x="1779" y="92722"/>
                </a:lnTo>
                <a:lnTo>
                  <a:pt x="2219" y="92328"/>
                </a:lnTo>
                <a:lnTo>
                  <a:pt x="2219" y="91918"/>
                </a:lnTo>
                <a:lnTo>
                  <a:pt x="2660" y="91131"/>
                </a:lnTo>
                <a:lnTo>
                  <a:pt x="2660" y="90737"/>
                </a:lnTo>
                <a:lnTo>
                  <a:pt x="3100" y="90344"/>
                </a:lnTo>
                <a:lnTo>
                  <a:pt x="3540" y="89950"/>
                </a:lnTo>
                <a:lnTo>
                  <a:pt x="3540" y="89146"/>
                </a:lnTo>
                <a:lnTo>
                  <a:pt x="3999" y="88753"/>
                </a:lnTo>
                <a:lnTo>
                  <a:pt x="3999" y="88359"/>
                </a:lnTo>
                <a:lnTo>
                  <a:pt x="4439" y="87965"/>
                </a:lnTo>
                <a:lnTo>
                  <a:pt x="4879" y="87178"/>
                </a:lnTo>
                <a:lnTo>
                  <a:pt x="4879" y="86768"/>
                </a:lnTo>
                <a:lnTo>
                  <a:pt x="5320" y="86374"/>
                </a:lnTo>
                <a:lnTo>
                  <a:pt x="5760" y="85587"/>
                </a:lnTo>
                <a:lnTo>
                  <a:pt x="5760" y="85193"/>
                </a:lnTo>
                <a:lnTo>
                  <a:pt x="6200" y="84800"/>
                </a:lnTo>
                <a:lnTo>
                  <a:pt x="6200" y="84390"/>
                </a:lnTo>
                <a:lnTo>
                  <a:pt x="6641" y="83996"/>
                </a:lnTo>
                <a:lnTo>
                  <a:pt x="6641" y="83209"/>
                </a:lnTo>
                <a:lnTo>
                  <a:pt x="7099" y="82815"/>
                </a:lnTo>
                <a:lnTo>
                  <a:pt x="7540" y="82421"/>
                </a:lnTo>
                <a:lnTo>
                  <a:pt x="7540" y="82011"/>
                </a:lnTo>
                <a:lnTo>
                  <a:pt x="7980" y="81224"/>
                </a:lnTo>
                <a:lnTo>
                  <a:pt x="7980" y="80830"/>
                </a:lnTo>
                <a:lnTo>
                  <a:pt x="8420" y="80437"/>
                </a:lnTo>
                <a:lnTo>
                  <a:pt x="8420" y="79649"/>
                </a:lnTo>
                <a:lnTo>
                  <a:pt x="8860" y="79239"/>
                </a:lnTo>
                <a:lnTo>
                  <a:pt x="9301" y="78846"/>
                </a:lnTo>
                <a:lnTo>
                  <a:pt x="9301" y="78452"/>
                </a:lnTo>
                <a:lnTo>
                  <a:pt x="9759" y="78058"/>
                </a:lnTo>
                <a:lnTo>
                  <a:pt x="10200" y="77271"/>
                </a:lnTo>
                <a:lnTo>
                  <a:pt x="10200" y="76861"/>
                </a:lnTo>
                <a:lnTo>
                  <a:pt x="10640" y="76467"/>
                </a:lnTo>
                <a:lnTo>
                  <a:pt x="10640" y="76074"/>
                </a:lnTo>
                <a:lnTo>
                  <a:pt x="11080" y="75286"/>
                </a:lnTo>
                <a:lnTo>
                  <a:pt x="11080" y="74893"/>
                </a:lnTo>
                <a:lnTo>
                  <a:pt x="11521" y="74483"/>
                </a:lnTo>
                <a:lnTo>
                  <a:pt x="11961" y="74089"/>
                </a:lnTo>
                <a:lnTo>
                  <a:pt x="11961" y="73302"/>
                </a:lnTo>
                <a:lnTo>
                  <a:pt x="12401" y="72908"/>
                </a:lnTo>
                <a:lnTo>
                  <a:pt x="12860" y="72514"/>
                </a:lnTo>
                <a:lnTo>
                  <a:pt x="12860" y="72104"/>
                </a:lnTo>
                <a:lnTo>
                  <a:pt x="13300" y="71317"/>
                </a:lnTo>
                <a:lnTo>
                  <a:pt x="13300" y="70923"/>
                </a:lnTo>
                <a:lnTo>
                  <a:pt x="13740" y="70530"/>
                </a:lnTo>
                <a:lnTo>
                  <a:pt x="14181" y="70136"/>
                </a:lnTo>
                <a:lnTo>
                  <a:pt x="14181" y="69332"/>
                </a:lnTo>
                <a:lnTo>
                  <a:pt x="14621" y="68939"/>
                </a:lnTo>
                <a:lnTo>
                  <a:pt x="14621" y="68545"/>
                </a:lnTo>
                <a:lnTo>
                  <a:pt x="15061" y="68151"/>
                </a:lnTo>
                <a:lnTo>
                  <a:pt x="15061" y="67758"/>
                </a:lnTo>
                <a:lnTo>
                  <a:pt x="15502" y="66954"/>
                </a:lnTo>
                <a:lnTo>
                  <a:pt x="15960" y="66560"/>
                </a:lnTo>
                <a:lnTo>
                  <a:pt x="15960" y="66167"/>
                </a:lnTo>
                <a:lnTo>
                  <a:pt x="16400" y="65773"/>
                </a:lnTo>
                <a:lnTo>
                  <a:pt x="16841" y="64986"/>
                </a:lnTo>
                <a:lnTo>
                  <a:pt x="16841" y="64575"/>
                </a:lnTo>
                <a:lnTo>
                  <a:pt x="17281" y="64182"/>
                </a:lnTo>
                <a:lnTo>
                  <a:pt x="17281" y="63788"/>
                </a:lnTo>
                <a:lnTo>
                  <a:pt x="17721" y="63001"/>
                </a:lnTo>
                <a:lnTo>
                  <a:pt x="17721" y="62607"/>
                </a:lnTo>
                <a:lnTo>
                  <a:pt x="18162" y="62214"/>
                </a:lnTo>
                <a:lnTo>
                  <a:pt x="18602" y="61804"/>
                </a:lnTo>
                <a:lnTo>
                  <a:pt x="18602" y="61016"/>
                </a:lnTo>
                <a:lnTo>
                  <a:pt x="19061" y="60623"/>
                </a:lnTo>
                <a:lnTo>
                  <a:pt x="19061" y="60229"/>
                </a:lnTo>
                <a:lnTo>
                  <a:pt x="19501" y="59835"/>
                </a:lnTo>
                <a:lnTo>
                  <a:pt x="19501" y="59032"/>
                </a:lnTo>
                <a:lnTo>
                  <a:pt x="19941" y="58638"/>
                </a:lnTo>
                <a:lnTo>
                  <a:pt x="20381" y="58244"/>
                </a:lnTo>
                <a:lnTo>
                  <a:pt x="20822" y="57851"/>
                </a:lnTo>
                <a:lnTo>
                  <a:pt x="20822" y="57457"/>
                </a:lnTo>
                <a:lnTo>
                  <a:pt x="21262" y="56653"/>
                </a:lnTo>
                <a:lnTo>
                  <a:pt x="21262" y="56260"/>
                </a:lnTo>
                <a:lnTo>
                  <a:pt x="21702" y="55866"/>
                </a:lnTo>
                <a:lnTo>
                  <a:pt x="21702" y="55472"/>
                </a:lnTo>
                <a:lnTo>
                  <a:pt x="22161" y="54668"/>
                </a:lnTo>
                <a:lnTo>
                  <a:pt x="22601" y="54275"/>
                </a:lnTo>
                <a:lnTo>
                  <a:pt x="22601" y="53881"/>
                </a:lnTo>
                <a:lnTo>
                  <a:pt x="23042" y="53488"/>
                </a:lnTo>
                <a:lnTo>
                  <a:pt x="23042" y="53094"/>
                </a:lnTo>
                <a:lnTo>
                  <a:pt x="23482" y="52307"/>
                </a:lnTo>
                <a:lnTo>
                  <a:pt x="23922" y="51896"/>
                </a:lnTo>
                <a:lnTo>
                  <a:pt x="23922" y="51503"/>
                </a:lnTo>
                <a:lnTo>
                  <a:pt x="24362" y="51109"/>
                </a:lnTo>
                <a:lnTo>
                  <a:pt x="24362" y="50716"/>
                </a:lnTo>
                <a:lnTo>
                  <a:pt x="24821" y="49928"/>
                </a:lnTo>
                <a:lnTo>
                  <a:pt x="25261" y="49518"/>
                </a:lnTo>
                <a:lnTo>
                  <a:pt x="25261" y="49124"/>
                </a:lnTo>
                <a:lnTo>
                  <a:pt x="25702" y="48731"/>
                </a:lnTo>
                <a:lnTo>
                  <a:pt x="25702" y="47944"/>
                </a:lnTo>
                <a:lnTo>
                  <a:pt x="26142" y="47550"/>
                </a:lnTo>
                <a:lnTo>
                  <a:pt x="26142" y="47140"/>
                </a:lnTo>
                <a:lnTo>
                  <a:pt x="26582" y="46746"/>
                </a:lnTo>
                <a:lnTo>
                  <a:pt x="27023" y="46353"/>
                </a:lnTo>
                <a:lnTo>
                  <a:pt x="27023" y="45565"/>
                </a:lnTo>
                <a:lnTo>
                  <a:pt x="27463" y="45172"/>
                </a:lnTo>
                <a:lnTo>
                  <a:pt x="27922" y="44778"/>
                </a:lnTo>
                <a:lnTo>
                  <a:pt x="27922" y="44368"/>
                </a:lnTo>
                <a:lnTo>
                  <a:pt x="28362" y="43581"/>
                </a:lnTo>
                <a:lnTo>
                  <a:pt x="28362" y="43187"/>
                </a:lnTo>
                <a:lnTo>
                  <a:pt x="28802" y="42793"/>
                </a:lnTo>
                <a:lnTo>
                  <a:pt x="29242" y="42400"/>
                </a:lnTo>
                <a:lnTo>
                  <a:pt x="29242" y="41989"/>
                </a:lnTo>
                <a:lnTo>
                  <a:pt x="29683" y="41202"/>
                </a:lnTo>
                <a:lnTo>
                  <a:pt x="29683" y="40809"/>
                </a:lnTo>
                <a:lnTo>
                  <a:pt x="30123" y="40415"/>
                </a:lnTo>
                <a:lnTo>
                  <a:pt x="30123" y="40021"/>
                </a:lnTo>
                <a:lnTo>
                  <a:pt x="30563" y="39217"/>
                </a:lnTo>
                <a:lnTo>
                  <a:pt x="31022" y="38824"/>
                </a:lnTo>
                <a:lnTo>
                  <a:pt x="31022" y="38430"/>
                </a:lnTo>
                <a:lnTo>
                  <a:pt x="31462" y="38037"/>
                </a:lnTo>
                <a:lnTo>
                  <a:pt x="31903" y="37643"/>
                </a:lnTo>
                <a:lnTo>
                  <a:pt x="31903" y="36839"/>
                </a:lnTo>
                <a:lnTo>
                  <a:pt x="32343" y="36445"/>
                </a:lnTo>
                <a:lnTo>
                  <a:pt x="32343" y="36052"/>
                </a:lnTo>
                <a:lnTo>
                  <a:pt x="32783" y="35658"/>
                </a:lnTo>
                <a:lnTo>
                  <a:pt x="32783" y="35265"/>
                </a:lnTo>
                <a:lnTo>
                  <a:pt x="33223" y="34461"/>
                </a:lnTo>
                <a:lnTo>
                  <a:pt x="33664" y="34067"/>
                </a:lnTo>
                <a:lnTo>
                  <a:pt x="33664" y="33673"/>
                </a:lnTo>
                <a:lnTo>
                  <a:pt x="34122" y="33280"/>
                </a:lnTo>
                <a:lnTo>
                  <a:pt x="34122" y="32493"/>
                </a:lnTo>
                <a:lnTo>
                  <a:pt x="34563" y="32082"/>
                </a:lnTo>
                <a:lnTo>
                  <a:pt x="35003" y="31689"/>
                </a:lnTo>
                <a:lnTo>
                  <a:pt x="35003" y="31295"/>
                </a:lnTo>
                <a:lnTo>
                  <a:pt x="35443" y="30902"/>
                </a:lnTo>
                <a:lnTo>
                  <a:pt x="35443" y="30114"/>
                </a:lnTo>
                <a:lnTo>
                  <a:pt x="35883" y="29704"/>
                </a:lnTo>
                <a:lnTo>
                  <a:pt x="36324" y="29310"/>
                </a:lnTo>
                <a:lnTo>
                  <a:pt x="36324" y="28917"/>
                </a:lnTo>
                <a:lnTo>
                  <a:pt x="36764" y="28130"/>
                </a:lnTo>
                <a:lnTo>
                  <a:pt x="36764" y="27736"/>
                </a:lnTo>
                <a:lnTo>
                  <a:pt x="37223" y="27342"/>
                </a:lnTo>
                <a:lnTo>
                  <a:pt x="37223" y="26932"/>
                </a:lnTo>
                <a:lnTo>
                  <a:pt x="37663" y="26538"/>
                </a:lnTo>
                <a:lnTo>
                  <a:pt x="38103" y="25751"/>
                </a:lnTo>
                <a:lnTo>
                  <a:pt x="38544" y="25358"/>
                </a:lnTo>
                <a:lnTo>
                  <a:pt x="38544" y="24964"/>
                </a:lnTo>
                <a:lnTo>
                  <a:pt x="38984" y="24554"/>
                </a:lnTo>
                <a:lnTo>
                  <a:pt x="38984" y="23766"/>
                </a:lnTo>
                <a:lnTo>
                  <a:pt x="39424" y="23373"/>
                </a:lnTo>
                <a:lnTo>
                  <a:pt x="39424" y="22979"/>
                </a:lnTo>
                <a:lnTo>
                  <a:pt x="39883" y="22586"/>
                </a:lnTo>
                <a:lnTo>
                  <a:pt x="40323" y="22175"/>
                </a:lnTo>
                <a:lnTo>
                  <a:pt x="40323" y="21782"/>
                </a:lnTo>
                <a:lnTo>
                  <a:pt x="40763" y="20994"/>
                </a:lnTo>
                <a:lnTo>
                  <a:pt x="40763" y="20601"/>
                </a:lnTo>
                <a:lnTo>
                  <a:pt x="41204" y="20207"/>
                </a:lnTo>
                <a:lnTo>
                  <a:pt x="41204" y="19814"/>
                </a:lnTo>
                <a:lnTo>
                  <a:pt x="41644" y="19403"/>
                </a:lnTo>
                <a:lnTo>
                  <a:pt x="42084" y="18616"/>
                </a:lnTo>
                <a:lnTo>
                  <a:pt x="42084" y="18222"/>
                </a:lnTo>
                <a:lnTo>
                  <a:pt x="42525" y="17829"/>
                </a:lnTo>
                <a:lnTo>
                  <a:pt x="42983" y="17435"/>
                </a:lnTo>
                <a:lnTo>
                  <a:pt x="42983" y="17025"/>
                </a:lnTo>
                <a:lnTo>
                  <a:pt x="43424" y="16238"/>
                </a:lnTo>
                <a:lnTo>
                  <a:pt x="43424" y="15844"/>
                </a:lnTo>
                <a:lnTo>
                  <a:pt x="43864" y="15451"/>
                </a:lnTo>
                <a:lnTo>
                  <a:pt x="43864" y="15057"/>
                </a:lnTo>
                <a:lnTo>
                  <a:pt x="44304" y="14253"/>
                </a:lnTo>
                <a:lnTo>
                  <a:pt x="44744" y="13859"/>
                </a:lnTo>
                <a:lnTo>
                  <a:pt x="44744" y="13466"/>
                </a:lnTo>
                <a:lnTo>
                  <a:pt x="45185" y="13072"/>
                </a:lnTo>
                <a:lnTo>
                  <a:pt x="45185" y="12679"/>
                </a:lnTo>
                <a:lnTo>
                  <a:pt x="45625" y="12268"/>
                </a:lnTo>
                <a:lnTo>
                  <a:pt x="46084" y="11875"/>
                </a:lnTo>
                <a:lnTo>
                  <a:pt x="46084" y="11087"/>
                </a:lnTo>
                <a:lnTo>
                  <a:pt x="46524" y="10694"/>
                </a:lnTo>
                <a:lnTo>
                  <a:pt x="46964" y="10300"/>
                </a:lnTo>
                <a:lnTo>
                  <a:pt x="46964" y="9907"/>
                </a:lnTo>
                <a:lnTo>
                  <a:pt x="47405" y="9103"/>
                </a:lnTo>
                <a:lnTo>
                  <a:pt x="47405" y="8709"/>
                </a:lnTo>
                <a:lnTo>
                  <a:pt x="47845" y="8315"/>
                </a:lnTo>
                <a:lnTo>
                  <a:pt x="47845" y="7922"/>
                </a:lnTo>
                <a:lnTo>
                  <a:pt x="48285" y="7528"/>
                </a:lnTo>
                <a:lnTo>
                  <a:pt x="48725" y="6724"/>
                </a:lnTo>
                <a:lnTo>
                  <a:pt x="48725" y="6331"/>
                </a:lnTo>
                <a:lnTo>
                  <a:pt x="49184" y="5937"/>
                </a:lnTo>
                <a:lnTo>
                  <a:pt x="49624" y="5543"/>
                </a:lnTo>
                <a:lnTo>
                  <a:pt x="49624" y="5150"/>
                </a:lnTo>
                <a:lnTo>
                  <a:pt x="50065" y="4740"/>
                </a:lnTo>
                <a:lnTo>
                  <a:pt x="50065" y="3952"/>
                </a:lnTo>
                <a:lnTo>
                  <a:pt x="50505" y="3559"/>
                </a:lnTo>
                <a:lnTo>
                  <a:pt x="50505" y="3165"/>
                </a:lnTo>
                <a:lnTo>
                  <a:pt x="50945" y="2771"/>
                </a:lnTo>
                <a:lnTo>
                  <a:pt x="51386" y="2378"/>
                </a:lnTo>
                <a:lnTo>
                  <a:pt x="51386" y="1574"/>
                </a:lnTo>
                <a:lnTo>
                  <a:pt x="51826" y="1180"/>
                </a:lnTo>
                <a:lnTo>
                  <a:pt x="51826" y="787"/>
                </a:lnTo>
                <a:lnTo>
                  <a:pt x="52284" y="393"/>
                </a:lnTo>
                <a:lnTo>
                  <a:pt x="52284" y="0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6686013" y="4511337"/>
            <a:ext cx="52706" cy="89966"/>
          </a:xfrm>
          <a:custGeom>
            <a:avLst/>
            <a:gdLst/>
            <a:ahLst/>
            <a:cxnLst/>
            <a:rect l="l" t="t" r="r" b="b"/>
            <a:pathLst>
              <a:path w="52706" h="89966">
                <a:moveTo>
                  <a:pt x="0" y="89966"/>
                </a:moveTo>
                <a:lnTo>
                  <a:pt x="440" y="89556"/>
                </a:lnTo>
                <a:lnTo>
                  <a:pt x="880" y="88769"/>
                </a:lnTo>
                <a:lnTo>
                  <a:pt x="880" y="88375"/>
                </a:lnTo>
                <a:lnTo>
                  <a:pt x="1320" y="87982"/>
                </a:lnTo>
                <a:lnTo>
                  <a:pt x="1761" y="87588"/>
                </a:lnTo>
                <a:lnTo>
                  <a:pt x="1761" y="87178"/>
                </a:lnTo>
                <a:lnTo>
                  <a:pt x="2201" y="86391"/>
                </a:lnTo>
                <a:lnTo>
                  <a:pt x="2201" y="85997"/>
                </a:lnTo>
                <a:lnTo>
                  <a:pt x="2660" y="85603"/>
                </a:lnTo>
                <a:lnTo>
                  <a:pt x="3100" y="85210"/>
                </a:lnTo>
                <a:lnTo>
                  <a:pt x="3100" y="84800"/>
                </a:lnTo>
                <a:lnTo>
                  <a:pt x="3540" y="84406"/>
                </a:lnTo>
                <a:lnTo>
                  <a:pt x="3540" y="83619"/>
                </a:lnTo>
                <a:lnTo>
                  <a:pt x="3980" y="83225"/>
                </a:lnTo>
                <a:lnTo>
                  <a:pt x="4421" y="82831"/>
                </a:lnTo>
                <a:lnTo>
                  <a:pt x="4421" y="82438"/>
                </a:lnTo>
                <a:lnTo>
                  <a:pt x="4861" y="82028"/>
                </a:lnTo>
                <a:lnTo>
                  <a:pt x="4861" y="81240"/>
                </a:lnTo>
                <a:lnTo>
                  <a:pt x="5301" y="80847"/>
                </a:lnTo>
                <a:lnTo>
                  <a:pt x="5760" y="80453"/>
                </a:lnTo>
                <a:lnTo>
                  <a:pt x="5760" y="80059"/>
                </a:lnTo>
                <a:lnTo>
                  <a:pt x="6200" y="79649"/>
                </a:lnTo>
                <a:lnTo>
                  <a:pt x="6200" y="79256"/>
                </a:lnTo>
                <a:lnTo>
                  <a:pt x="6641" y="78468"/>
                </a:lnTo>
                <a:lnTo>
                  <a:pt x="6641" y="78075"/>
                </a:lnTo>
                <a:lnTo>
                  <a:pt x="7081" y="77681"/>
                </a:lnTo>
                <a:lnTo>
                  <a:pt x="7521" y="77271"/>
                </a:lnTo>
                <a:lnTo>
                  <a:pt x="7521" y="76877"/>
                </a:lnTo>
                <a:lnTo>
                  <a:pt x="7961" y="76484"/>
                </a:lnTo>
                <a:lnTo>
                  <a:pt x="8402" y="76090"/>
                </a:lnTo>
                <a:lnTo>
                  <a:pt x="8402" y="75303"/>
                </a:lnTo>
                <a:lnTo>
                  <a:pt x="8860" y="74909"/>
                </a:lnTo>
                <a:lnTo>
                  <a:pt x="8860" y="74499"/>
                </a:lnTo>
                <a:lnTo>
                  <a:pt x="9301" y="74105"/>
                </a:lnTo>
                <a:lnTo>
                  <a:pt x="9301" y="73318"/>
                </a:lnTo>
                <a:lnTo>
                  <a:pt x="9741" y="72924"/>
                </a:lnTo>
                <a:lnTo>
                  <a:pt x="10181" y="72531"/>
                </a:lnTo>
                <a:lnTo>
                  <a:pt x="10181" y="72121"/>
                </a:lnTo>
                <a:lnTo>
                  <a:pt x="10622" y="71727"/>
                </a:lnTo>
                <a:lnTo>
                  <a:pt x="10622" y="71333"/>
                </a:lnTo>
                <a:lnTo>
                  <a:pt x="11062" y="70940"/>
                </a:lnTo>
                <a:lnTo>
                  <a:pt x="11502" y="70152"/>
                </a:lnTo>
                <a:lnTo>
                  <a:pt x="11502" y="69742"/>
                </a:lnTo>
                <a:lnTo>
                  <a:pt x="11961" y="69349"/>
                </a:lnTo>
                <a:lnTo>
                  <a:pt x="12401" y="68955"/>
                </a:lnTo>
                <a:lnTo>
                  <a:pt x="12401" y="68561"/>
                </a:lnTo>
                <a:lnTo>
                  <a:pt x="12841" y="68168"/>
                </a:lnTo>
                <a:lnTo>
                  <a:pt x="12841" y="67380"/>
                </a:lnTo>
                <a:lnTo>
                  <a:pt x="13282" y="66970"/>
                </a:lnTo>
                <a:lnTo>
                  <a:pt x="13282" y="66577"/>
                </a:lnTo>
                <a:lnTo>
                  <a:pt x="13722" y="66183"/>
                </a:lnTo>
                <a:lnTo>
                  <a:pt x="14162" y="65789"/>
                </a:lnTo>
                <a:lnTo>
                  <a:pt x="14162" y="65396"/>
                </a:lnTo>
                <a:lnTo>
                  <a:pt x="14603" y="65002"/>
                </a:lnTo>
                <a:lnTo>
                  <a:pt x="14603" y="64198"/>
                </a:lnTo>
                <a:lnTo>
                  <a:pt x="15061" y="63805"/>
                </a:lnTo>
                <a:lnTo>
                  <a:pt x="15502" y="63411"/>
                </a:lnTo>
                <a:lnTo>
                  <a:pt x="15502" y="63017"/>
                </a:lnTo>
                <a:lnTo>
                  <a:pt x="15942" y="62624"/>
                </a:lnTo>
                <a:lnTo>
                  <a:pt x="15942" y="62214"/>
                </a:lnTo>
                <a:lnTo>
                  <a:pt x="16382" y="61426"/>
                </a:lnTo>
                <a:lnTo>
                  <a:pt x="16822" y="61033"/>
                </a:lnTo>
                <a:lnTo>
                  <a:pt x="16822" y="60639"/>
                </a:lnTo>
                <a:lnTo>
                  <a:pt x="17263" y="60245"/>
                </a:lnTo>
                <a:lnTo>
                  <a:pt x="17263" y="59835"/>
                </a:lnTo>
                <a:lnTo>
                  <a:pt x="17721" y="59442"/>
                </a:lnTo>
                <a:lnTo>
                  <a:pt x="17721" y="59048"/>
                </a:lnTo>
                <a:lnTo>
                  <a:pt x="18162" y="58261"/>
                </a:lnTo>
                <a:lnTo>
                  <a:pt x="18602" y="57867"/>
                </a:lnTo>
                <a:lnTo>
                  <a:pt x="18602" y="57473"/>
                </a:lnTo>
                <a:lnTo>
                  <a:pt x="19042" y="57063"/>
                </a:lnTo>
                <a:lnTo>
                  <a:pt x="19483" y="56670"/>
                </a:lnTo>
                <a:lnTo>
                  <a:pt x="19483" y="56276"/>
                </a:lnTo>
                <a:lnTo>
                  <a:pt x="19923" y="55489"/>
                </a:lnTo>
                <a:lnTo>
                  <a:pt x="19923" y="55095"/>
                </a:lnTo>
                <a:lnTo>
                  <a:pt x="20363" y="54685"/>
                </a:lnTo>
                <a:lnTo>
                  <a:pt x="20822" y="54291"/>
                </a:lnTo>
                <a:lnTo>
                  <a:pt x="20822" y="53898"/>
                </a:lnTo>
                <a:lnTo>
                  <a:pt x="21262" y="53504"/>
                </a:lnTo>
                <a:lnTo>
                  <a:pt x="21262" y="52717"/>
                </a:lnTo>
                <a:lnTo>
                  <a:pt x="21702" y="52307"/>
                </a:lnTo>
                <a:lnTo>
                  <a:pt x="21702" y="51913"/>
                </a:lnTo>
                <a:lnTo>
                  <a:pt x="22143" y="51519"/>
                </a:lnTo>
                <a:lnTo>
                  <a:pt x="22583" y="51126"/>
                </a:lnTo>
                <a:lnTo>
                  <a:pt x="22583" y="50732"/>
                </a:lnTo>
                <a:lnTo>
                  <a:pt x="23023" y="50338"/>
                </a:lnTo>
                <a:lnTo>
                  <a:pt x="23464" y="49535"/>
                </a:lnTo>
                <a:lnTo>
                  <a:pt x="23464" y="49141"/>
                </a:lnTo>
                <a:lnTo>
                  <a:pt x="23922" y="48747"/>
                </a:lnTo>
                <a:lnTo>
                  <a:pt x="23922" y="48354"/>
                </a:lnTo>
                <a:lnTo>
                  <a:pt x="24362" y="47960"/>
                </a:lnTo>
                <a:lnTo>
                  <a:pt x="24362" y="47566"/>
                </a:lnTo>
                <a:lnTo>
                  <a:pt x="24803" y="47156"/>
                </a:lnTo>
                <a:lnTo>
                  <a:pt x="25243" y="46763"/>
                </a:lnTo>
                <a:lnTo>
                  <a:pt x="25243" y="45975"/>
                </a:lnTo>
                <a:lnTo>
                  <a:pt x="25683" y="45582"/>
                </a:lnTo>
                <a:lnTo>
                  <a:pt x="25683" y="45188"/>
                </a:lnTo>
                <a:lnTo>
                  <a:pt x="26124" y="44778"/>
                </a:lnTo>
                <a:lnTo>
                  <a:pt x="26564" y="44384"/>
                </a:lnTo>
                <a:lnTo>
                  <a:pt x="26564" y="43991"/>
                </a:lnTo>
                <a:lnTo>
                  <a:pt x="27023" y="43597"/>
                </a:lnTo>
                <a:lnTo>
                  <a:pt x="27023" y="42810"/>
                </a:lnTo>
                <a:lnTo>
                  <a:pt x="27463" y="42400"/>
                </a:lnTo>
                <a:lnTo>
                  <a:pt x="27903" y="42006"/>
                </a:lnTo>
                <a:lnTo>
                  <a:pt x="27903" y="41612"/>
                </a:lnTo>
                <a:lnTo>
                  <a:pt x="28343" y="41219"/>
                </a:lnTo>
                <a:lnTo>
                  <a:pt x="28343" y="40825"/>
                </a:lnTo>
                <a:lnTo>
                  <a:pt x="28784" y="40038"/>
                </a:lnTo>
                <a:lnTo>
                  <a:pt x="29224" y="40038"/>
                </a:lnTo>
                <a:lnTo>
                  <a:pt x="29224" y="39234"/>
                </a:lnTo>
                <a:lnTo>
                  <a:pt x="29664" y="38840"/>
                </a:lnTo>
                <a:lnTo>
                  <a:pt x="30123" y="38447"/>
                </a:lnTo>
                <a:lnTo>
                  <a:pt x="30123" y="38053"/>
                </a:lnTo>
                <a:lnTo>
                  <a:pt x="30563" y="37659"/>
                </a:lnTo>
                <a:lnTo>
                  <a:pt x="30563" y="37249"/>
                </a:lnTo>
                <a:lnTo>
                  <a:pt x="31004" y="36462"/>
                </a:lnTo>
                <a:lnTo>
                  <a:pt x="31004" y="36068"/>
                </a:lnTo>
                <a:lnTo>
                  <a:pt x="31444" y="35675"/>
                </a:lnTo>
                <a:lnTo>
                  <a:pt x="31444" y="35281"/>
                </a:lnTo>
                <a:lnTo>
                  <a:pt x="31884" y="34871"/>
                </a:lnTo>
                <a:lnTo>
                  <a:pt x="31884" y="34477"/>
                </a:lnTo>
                <a:lnTo>
                  <a:pt x="32324" y="34084"/>
                </a:lnTo>
                <a:lnTo>
                  <a:pt x="32783" y="33690"/>
                </a:lnTo>
                <a:lnTo>
                  <a:pt x="32783" y="33296"/>
                </a:lnTo>
                <a:lnTo>
                  <a:pt x="33223" y="32509"/>
                </a:lnTo>
                <a:lnTo>
                  <a:pt x="33664" y="32099"/>
                </a:lnTo>
                <a:lnTo>
                  <a:pt x="33664" y="31705"/>
                </a:lnTo>
                <a:lnTo>
                  <a:pt x="34104" y="31312"/>
                </a:lnTo>
                <a:lnTo>
                  <a:pt x="34104" y="30918"/>
                </a:lnTo>
                <a:lnTo>
                  <a:pt x="34544" y="30524"/>
                </a:lnTo>
                <a:lnTo>
                  <a:pt x="34544" y="30131"/>
                </a:lnTo>
                <a:lnTo>
                  <a:pt x="34985" y="29721"/>
                </a:lnTo>
                <a:lnTo>
                  <a:pt x="35425" y="28933"/>
                </a:lnTo>
                <a:lnTo>
                  <a:pt x="35425" y="28540"/>
                </a:lnTo>
                <a:lnTo>
                  <a:pt x="35884" y="28146"/>
                </a:lnTo>
                <a:lnTo>
                  <a:pt x="35884" y="27752"/>
                </a:lnTo>
                <a:lnTo>
                  <a:pt x="36324" y="27342"/>
                </a:lnTo>
                <a:lnTo>
                  <a:pt x="36324" y="26949"/>
                </a:lnTo>
                <a:lnTo>
                  <a:pt x="36764" y="26555"/>
                </a:lnTo>
                <a:lnTo>
                  <a:pt x="37204" y="26161"/>
                </a:lnTo>
                <a:lnTo>
                  <a:pt x="37645" y="25374"/>
                </a:lnTo>
                <a:lnTo>
                  <a:pt x="37645" y="24980"/>
                </a:lnTo>
                <a:lnTo>
                  <a:pt x="38085" y="24570"/>
                </a:lnTo>
                <a:lnTo>
                  <a:pt x="38085" y="24177"/>
                </a:lnTo>
                <a:lnTo>
                  <a:pt x="38525" y="23783"/>
                </a:lnTo>
                <a:lnTo>
                  <a:pt x="38525" y="23389"/>
                </a:lnTo>
                <a:lnTo>
                  <a:pt x="38984" y="22996"/>
                </a:lnTo>
                <a:lnTo>
                  <a:pt x="39424" y="22602"/>
                </a:lnTo>
                <a:lnTo>
                  <a:pt x="39424" y="21798"/>
                </a:lnTo>
                <a:lnTo>
                  <a:pt x="39864" y="21405"/>
                </a:lnTo>
                <a:lnTo>
                  <a:pt x="39864" y="21011"/>
                </a:lnTo>
                <a:lnTo>
                  <a:pt x="40305" y="20617"/>
                </a:lnTo>
                <a:lnTo>
                  <a:pt x="40305" y="20224"/>
                </a:lnTo>
                <a:lnTo>
                  <a:pt x="40745" y="19814"/>
                </a:lnTo>
                <a:lnTo>
                  <a:pt x="41185" y="19420"/>
                </a:lnTo>
                <a:lnTo>
                  <a:pt x="41185" y="19026"/>
                </a:lnTo>
                <a:lnTo>
                  <a:pt x="41626" y="18633"/>
                </a:lnTo>
                <a:lnTo>
                  <a:pt x="42084" y="17845"/>
                </a:lnTo>
                <a:lnTo>
                  <a:pt x="42084" y="17435"/>
                </a:lnTo>
                <a:lnTo>
                  <a:pt x="42525" y="17042"/>
                </a:lnTo>
                <a:lnTo>
                  <a:pt x="42525" y="16648"/>
                </a:lnTo>
                <a:lnTo>
                  <a:pt x="42965" y="16254"/>
                </a:lnTo>
                <a:lnTo>
                  <a:pt x="42965" y="15861"/>
                </a:lnTo>
                <a:lnTo>
                  <a:pt x="43405" y="15467"/>
                </a:lnTo>
                <a:lnTo>
                  <a:pt x="43845" y="15073"/>
                </a:lnTo>
                <a:lnTo>
                  <a:pt x="43845" y="14663"/>
                </a:lnTo>
                <a:lnTo>
                  <a:pt x="44286" y="14270"/>
                </a:lnTo>
                <a:lnTo>
                  <a:pt x="44726" y="13482"/>
                </a:lnTo>
                <a:lnTo>
                  <a:pt x="44726" y="13089"/>
                </a:lnTo>
                <a:lnTo>
                  <a:pt x="45185" y="12695"/>
                </a:lnTo>
                <a:lnTo>
                  <a:pt x="45185" y="12285"/>
                </a:lnTo>
                <a:lnTo>
                  <a:pt x="45625" y="11891"/>
                </a:lnTo>
                <a:lnTo>
                  <a:pt x="46065" y="11498"/>
                </a:lnTo>
                <a:lnTo>
                  <a:pt x="46065" y="11104"/>
                </a:lnTo>
                <a:lnTo>
                  <a:pt x="46506" y="10710"/>
                </a:lnTo>
                <a:lnTo>
                  <a:pt x="46506" y="9907"/>
                </a:lnTo>
                <a:lnTo>
                  <a:pt x="46946" y="9907"/>
                </a:lnTo>
                <a:lnTo>
                  <a:pt x="46946" y="9119"/>
                </a:lnTo>
                <a:lnTo>
                  <a:pt x="47386" y="8726"/>
                </a:lnTo>
                <a:lnTo>
                  <a:pt x="47845" y="8332"/>
                </a:lnTo>
                <a:lnTo>
                  <a:pt x="47845" y="7938"/>
                </a:lnTo>
                <a:lnTo>
                  <a:pt x="48285" y="7545"/>
                </a:lnTo>
                <a:lnTo>
                  <a:pt x="48725" y="7135"/>
                </a:lnTo>
                <a:lnTo>
                  <a:pt x="48725" y="6741"/>
                </a:lnTo>
                <a:lnTo>
                  <a:pt x="49166" y="6347"/>
                </a:lnTo>
                <a:lnTo>
                  <a:pt x="49166" y="5560"/>
                </a:lnTo>
                <a:lnTo>
                  <a:pt x="49606" y="5560"/>
                </a:lnTo>
                <a:lnTo>
                  <a:pt x="49606" y="4756"/>
                </a:lnTo>
                <a:lnTo>
                  <a:pt x="50046" y="4363"/>
                </a:lnTo>
                <a:lnTo>
                  <a:pt x="50487" y="3969"/>
                </a:lnTo>
                <a:lnTo>
                  <a:pt x="50487" y="3575"/>
                </a:lnTo>
                <a:lnTo>
                  <a:pt x="50945" y="3182"/>
                </a:lnTo>
                <a:lnTo>
                  <a:pt x="50945" y="2788"/>
                </a:lnTo>
                <a:lnTo>
                  <a:pt x="51386" y="2378"/>
                </a:lnTo>
                <a:lnTo>
                  <a:pt x="51826" y="1984"/>
                </a:lnTo>
                <a:lnTo>
                  <a:pt x="51826" y="1591"/>
                </a:lnTo>
                <a:lnTo>
                  <a:pt x="52266" y="1197"/>
                </a:lnTo>
                <a:lnTo>
                  <a:pt x="52266" y="410"/>
                </a:lnTo>
                <a:lnTo>
                  <a:pt x="52706" y="0"/>
                </a:lnTo>
              </a:path>
            </a:pathLst>
          </a:custGeom>
          <a:ln w="249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6738719" y="4429686"/>
            <a:ext cx="52725" cy="81650"/>
          </a:xfrm>
          <a:custGeom>
            <a:avLst/>
            <a:gdLst/>
            <a:ahLst/>
            <a:cxnLst/>
            <a:rect l="l" t="t" r="r" b="b"/>
            <a:pathLst>
              <a:path w="52725" h="81650">
                <a:moveTo>
                  <a:pt x="0" y="81650"/>
                </a:moveTo>
                <a:lnTo>
                  <a:pt x="440" y="81257"/>
                </a:lnTo>
                <a:lnTo>
                  <a:pt x="440" y="80863"/>
                </a:lnTo>
                <a:lnTo>
                  <a:pt x="880" y="80469"/>
                </a:lnTo>
                <a:lnTo>
                  <a:pt x="880" y="80076"/>
                </a:lnTo>
                <a:lnTo>
                  <a:pt x="1339" y="79682"/>
                </a:lnTo>
                <a:lnTo>
                  <a:pt x="1779" y="79288"/>
                </a:lnTo>
                <a:lnTo>
                  <a:pt x="1779" y="78878"/>
                </a:lnTo>
                <a:lnTo>
                  <a:pt x="2219" y="78485"/>
                </a:lnTo>
                <a:lnTo>
                  <a:pt x="2219" y="77697"/>
                </a:lnTo>
                <a:lnTo>
                  <a:pt x="2660" y="77697"/>
                </a:lnTo>
                <a:lnTo>
                  <a:pt x="3100" y="76910"/>
                </a:lnTo>
                <a:lnTo>
                  <a:pt x="3100" y="76500"/>
                </a:lnTo>
                <a:lnTo>
                  <a:pt x="3540" y="76106"/>
                </a:lnTo>
                <a:lnTo>
                  <a:pt x="3540" y="75713"/>
                </a:lnTo>
                <a:lnTo>
                  <a:pt x="3980" y="75319"/>
                </a:lnTo>
                <a:lnTo>
                  <a:pt x="4439" y="74925"/>
                </a:lnTo>
                <a:lnTo>
                  <a:pt x="4439" y="74532"/>
                </a:lnTo>
                <a:lnTo>
                  <a:pt x="4879" y="74122"/>
                </a:lnTo>
                <a:lnTo>
                  <a:pt x="4879" y="73728"/>
                </a:lnTo>
                <a:lnTo>
                  <a:pt x="5320" y="73334"/>
                </a:lnTo>
                <a:lnTo>
                  <a:pt x="5320" y="72547"/>
                </a:lnTo>
                <a:lnTo>
                  <a:pt x="5760" y="72547"/>
                </a:lnTo>
                <a:lnTo>
                  <a:pt x="6200" y="71760"/>
                </a:lnTo>
                <a:lnTo>
                  <a:pt x="6200" y="71350"/>
                </a:lnTo>
                <a:lnTo>
                  <a:pt x="6641" y="70956"/>
                </a:lnTo>
                <a:lnTo>
                  <a:pt x="7081" y="70562"/>
                </a:lnTo>
                <a:lnTo>
                  <a:pt x="7081" y="70169"/>
                </a:lnTo>
                <a:lnTo>
                  <a:pt x="7540" y="69775"/>
                </a:lnTo>
                <a:lnTo>
                  <a:pt x="7540" y="69381"/>
                </a:lnTo>
                <a:lnTo>
                  <a:pt x="7980" y="68971"/>
                </a:lnTo>
                <a:lnTo>
                  <a:pt x="7980" y="68578"/>
                </a:lnTo>
                <a:lnTo>
                  <a:pt x="8420" y="68184"/>
                </a:lnTo>
                <a:lnTo>
                  <a:pt x="8860" y="67790"/>
                </a:lnTo>
                <a:lnTo>
                  <a:pt x="8860" y="67397"/>
                </a:lnTo>
                <a:lnTo>
                  <a:pt x="9301" y="66593"/>
                </a:lnTo>
                <a:lnTo>
                  <a:pt x="9741" y="65806"/>
                </a:lnTo>
                <a:lnTo>
                  <a:pt x="10200" y="65412"/>
                </a:lnTo>
                <a:lnTo>
                  <a:pt x="10200" y="65018"/>
                </a:lnTo>
                <a:lnTo>
                  <a:pt x="10640" y="64625"/>
                </a:lnTo>
                <a:lnTo>
                  <a:pt x="11080" y="64231"/>
                </a:lnTo>
                <a:lnTo>
                  <a:pt x="11080" y="63821"/>
                </a:lnTo>
                <a:lnTo>
                  <a:pt x="11521" y="63427"/>
                </a:lnTo>
                <a:lnTo>
                  <a:pt x="11521" y="63034"/>
                </a:lnTo>
                <a:lnTo>
                  <a:pt x="11961" y="62640"/>
                </a:lnTo>
                <a:lnTo>
                  <a:pt x="11961" y="62246"/>
                </a:lnTo>
                <a:lnTo>
                  <a:pt x="12401" y="61853"/>
                </a:lnTo>
                <a:lnTo>
                  <a:pt x="12841" y="61443"/>
                </a:lnTo>
                <a:lnTo>
                  <a:pt x="12841" y="61049"/>
                </a:lnTo>
                <a:lnTo>
                  <a:pt x="13300" y="60655"/>
                </a:lnTo>
                <a:lnTo>
                  <a:pt x="13300" y="59868"/>
                </a:lnTo>
                <a:lnTo>
                  <a:pt x="13740" y="59868"/>
                </a:lnTo>
                <a:lnTo>
                  <a:pt x="14181" y="59064"/>
                </a:lnTo>
                <a:lnTo>
                  <a:pt x="14181" y="58671"/>
                </a:lnTo>
                <a:lnTo>
                  <a:pt x="14621" y="58277"/>
                </a:lnTo>
                <a:lnTo>
                  <a:pt x="14621" y="57883"/>
                </a:lnTo>
                <a:lnTo>
                  <a:pt x="15061" y="57490"/>
                </a:lnTo>
                <a:lnTo>
                  <a:pt x="15502" y="57096"/>
                </a:lnTo>
                <a:lnTo>
                  <a:pt x="15502" y="56686"/>
                </a:lnTo>
                <a:lnTo>
                  <a:pt x="15942" y="56292"/>
                </a:lnTo>
                <a:lnTo>
                  <a:pt x="15942" y="55899"/>
                </a:lnTo>
                <a:lnTo>
                  <a:pt x="16400" y="55505"/>
                </a:lnTo>
                <a:lnTo>
                  <a:pt x="16400" y="55111"/>
                </a:lnTo>
                <a:lnTo>
                  <a:pt x="16841" y="54718"/>
                </a:lnTo>
                <a:lnTo>
                  <a:pt x="17281" y="54324"/>
                </a:lnTo>
                <a:lnTo>
                  <a:pt x="17281" y="53914"/>
                </a:lnTo>
                <a:lnTo>
                  <a:pt x="17721" y="53520"/>
                </a:lnTo>
                <a:lnTo>
                  <a:pt x="18162" y="52733"/>
                </a:lnTo>
                <a:lnTo>
                  <a:pt x="18162" y="52339"/>
                </a:lnTo>
                <a:lnTo>
                  <a:pt x="18602" y="51946"/>
                </a:lnTo>
                <a:lnTo>
                  <a:pt x="18602" y="51536"/>
                </a:lnTo>
                <a:lnTo>
                  <a:pt x="19042" y="51142"/>
                </a:lnTo>
                <a:lnTo>
                  <a:pt x="19501" y="50748"/>
                </a:lnTo>
                <a:lnTo>
                  <a:pt x="19501" y="50355"/>
                </a:lnTo>
                <a:lnTo>
                  <a:pt x="19941" y="49961"/>
                </a:lnTo>
                <a:lnTo>
                  <a:pt x="19941" y="49567"/>
                </a:lnTo>
                <a:lnTo>
                  <a:pt x="20381" y="49157"/>
                </a:lnTo>
                <a:lnTo>
                  <a:pt x="20381" y="48764"/>
                </a:lnTo>
                <a:lnTo>
                  <a:pt x="20822" y="48370"/>
                </a:lnTo>
                <a:lnTo>
                  <a:pt x="21262" y="47976"/>
                </a:lnTo>
                <a:lnTo>
                  <a:pt x="21262" y="47583"/>
                </a:lnTo>
                <a:lnTo>
                  <a:pt x="21702" y="47189"/>
                </a:lnTo>
                <a:lnTo>
                  <a:pt x="22143" y="46795"/>
                </a:lnTo>
                <a:lnTo>
                  <a:pt x="22143" y="46385"/>
                </a:lnTo>
                <a:lnTo>
                  <a:pt x="22601" y="45992"/>
                </a:lnTo>
                <a:lnTo>
                  <a:pt x="22601" y="45598"/>
                </a:lnTo>
                <a:lnTo>
                  <a:pt x="23042" y="45204"/>
                </a:lnTo>
                <a:lnTo>
                  <a:pt x="23042" y="44417"/>
                </a:lnTo>
                <a:lnTo>
                  <a:pt x="23482" y="44417"/>
                </a:lnTo>
                <a:lnTo>
                  <a:pt x="23922" y="43613"/>
                </a:lnTo>
                <a:lnTo>
                  <a:pt x="24362" y="42826"/>
                </a:lnTo>
                <a:lnTo>
                  <a:pt x="24803" y="42432"/>
                </a:lnTo>
                <a:lnTo>
                  <a:pt x="24803" y="42039"/>
                </a:lnTo>
                <a:lnTo>
                  <a:pt x="25261" y="41629"/>
                </a:lnTo>
                <a:lnTo>
                  <a:pt x="25261" y="41235"/>
                </a:lnTo>
                <a:lnTo>
                  <a:pt x="25702" y="40841"/>
                </a:lnTo>
                <a:lnTo>
                  <a:pt x="25702" y="40448"/>
                </a:lnTo>
                <a:lnTo>
                  <a:pt x="26142" y="40054"/>
                </a:lnTo>
                <a:lnTo>
                  <a:pt x="26582" y="39660"/>
                </a:lnTo>
                <a:lnTo>
                  <a:pt x="26582" y="39250"/>
                </a:lnTo>
                <a:lnTo>
                  <a:pt x="27023" y="38857"/>
                </a:lnTo>
                <a:lnTo>
                  <a:pt x="27023" y="38463"/>
                </a:lnTo>
                <a:lnTo>
                  <a:pt x="27463" y="38069"/>
                </a:lnTo>
                <a:lnTo>
                  <a:pt x="27903" y="37676"/>
                </a:lnTo>
                <a:lnTo>
                  <a:pt x="27903" y="37282"/>
                </a:lnTo>
                <a:lnTo>
                  <a:pt x="28362" y="36888"/>
                </a:lnTo>
                <a:lnTo>
                  <a:pt x="28802" y="36478"/>
                </a:lnTo>
                <a:lnTo>
                  <a:pt x="28802" y="36085"/>
                </a:lnTo>
                <a:lnTo>
                  <a:pt x="29242" y="35691"/>
                </a:lnTo>
                <a:lnTo>
                  <a:pt x="29242" y="35297"/>
                </a:lnTo>
                <a:lnTo>
                  <a:pt x="29683" y="34904"/>
                </a:lnTo>
                <a:lnTo>
                  <a:pt x="29683" y="34510"/>
                </a:lnTo>
                <a:lnTo>
                  <a:pt x="30123" y="34100"/>
                </a:lnTo>
                <a:lnTo>
                  <a:pt x="30563" y="33706"/>
                </a:lnTo>
                <a:lnTo>
                  <a:pt x="30563" y="33313"/>
                </a:lnTo>
                <a:lnTo>
                  <a:pt x="31004" y="32919"/>
                </a:lnTo>
                <a:lnTo>
                  <a:pt x="31004" y="32132"/>
                </a:lnTo>
                <a:lnTo>
                  <a:pt x="31462" y="32132"/>
                </a:lnTo>
                <a:lnTo>
                  <a:pt x="31462" y="31328"/>
                </a:lnTo>
                <a:lnTo>
                  <a:pt x="31903" y="30934"/>
                </a:lnTo>
                <a:lnTo>
                  <a:pt x="32343" y="30541"/>
                </a:lnTo>
                <a:lnTo>
                  <a:pt x="32343" y="30147"/>
                </a:lnTo>
                <a:lnTo>
                  <a:pt x="32783" y="29753"/>
                </a:lnTo>
                <a:lnTo>
                  <a:pt x="33223" y="29360"/>
                </a:lnTo>
                <a:lnTo>
                  <a:pt x="33223" y="28950"/>
                </a:lnTo>
                <a:lnTo>
                  <a:pt x="33664" y="28556"/>
                </a:lnTo>
                <a:lnTo>
                  <a:pt x="33664" y="28162"/>
                </a:lnTo>
                <a:lnTo>
                  <a:pt x="34104" y="27769"/>
                </a:lnTo>
                <a:lnTo>
                  <a:pt x="34104" y="27375"/>
                </a:lnTo>
                <a:lnTo>
                  <a:pt x="34563" y="26981"/>
                </a:lnTo>
                <a:lnTo>
                  <a:pt x="35003" y="26571"/>
                </a:lnTo>
                <a:lnTo>
                  <a:pt x="35003" y="26178"/>
                </a:lnTo>
                <a:lnTo>
                  <a:pt x="35443" y="25751"/>
                </a:lnTo>
                <a:lnTo>
                  <a:pt x="35884" y="25423"/>
                </a:lnTo>
                <a:lnTo>
                  <a:pt x="35884" y="24931"/>
                </a:lnTo>
                <a:lnTo>
                  <a:pt x="36324" y="24603"/>
                </a:lnTo>
                <a:lnTo>
                  <a:pt x="36324" y="24275"/>
                </a:lnTo>
                <a:lnTo>
                  <a:pt x="36764" y="23783"/>
                </a:lnTo>
                <a:lnTo>
                  <a:pt x="37204" y="23455"/>
                </a:lnTo>
                <a:lnTo>
                  <a:pt x="37204" y="22963"/>
                </a:lnTo>
                <a:lnTo>
                  <a:pt x="37663" y="22635"/>
                </a:lnTo>
                <a:lnTo>
                  <a:pt x="37663" y="22143"/>
                </a:lnTo>
                <a:lnTo>
                  <a:pt x="38103" y="21815"/>
                </a:lnTo>
                <a:lnTo>
                  <a:pt x="38103" y="21487"/>
                </a:lnTo>
                <a:lnTo>
                  <a:pt x="38544" y="20994"/>
                </a:lnTo>
                <a:lnTo>
                  <a:pt x="38984" y="20666"/>
                </a:lnTo>
                <a:lnTo>
                  <a:pt x="38984" y="20174"/>
                </a:lnTo>
                <a:lnTo>
                  <a:pt x="39424" y="19846"/>
                </a:lnTo>
                <a:lnTo>
                  <a:pt x="39864" y="19518"/>
                </a:lnTo>
                <a:lnTo>
                  <a:pt x="39864" y="19026"/>
                </a:lnTo>
                <a:lnTo>
                  <a:pt x="40323" y="18698"/>
                </a:lnTo>
                <a:lnTo>
                  <a:pt x="40323" y="18206"/>
                </a:lnTo>
                <a:lnTo>
                  <a:pt x="40763" y="17878"/>
                </a:lnTo>
                <a:lnTo>
                  <a:pt x="40763" y="17386"/>
                </a:lnTo>
                <a:lnTo>
                  <a:pt x="41204" y="17058"/>
                </a:lnTo>
                <a:lnTo>
                  <a:pt x="41644" y="16730"/>
                </a:lnTo>
                <a:lnTo>
                  <a:pt x="41644" y="16238"/>
                </a:lnTo>
                <a:lnTo>
                  <a:pt x="42084" y="15910"/>
                </a:lnTo>
                <a:lnTo>
                  <a:pt x="42084" y="15418"/>
                </a:lnTo>
                <a:lnTo>
                  <a:pt x="42525" y="15090"/>
                </a:lnTo>
                <a:lnTo>
                  <a:pt x="42525" y="14762"/>
                </a:lnTo>
                <a:lnTo>
                  <a:pt x="42965" y="14270"/>
                </a:lnTo>
                <a:lnTo>
                  <a:pt x="43424" y="13941"/>
                </a:lnTo>
                <a:lnTo>
                  <a:pt x="43424" y="13449"/>
                </a:lnTo>
                <a:lnTo>
                  <a:pt x="43864" y="13121"/>
                </a:lnTo>
                <a:lnTo>
                  <a:pt x="44304" y="12629"/>
                </a:lnTo>
                <a:lnTo>
                  <a:pt x="44304" y="12301"/>
                </a:lnTo>
                <a:lnTo>
                  <a:pt x="44744" y="11973"/>
                </a:lnTo>
                <a:lnTo>
                  <a:pt x="44744" y="11481"/>
                </a:lnTo>
                <a:lnTo>
                  <a:pt x="45185" y="11153"/>
                </a:lnTo>
                <a:lnTo>
                  <a:pt x="45625" y="10661"/>
                </a:lnTo>
                <a:lnTo>
                  <a:pt x="45625" y="10333"/>
                </a:lnTo>
                <a:lnTo>
                  <a:pt x="46065" y="10005"/>
                </a:lnTo>
                <a:lnTo>
                  <a:pt x="46065" y="9513"/>
                </a:lnTo>
                <a:lnTo>
                  <a:pt x="46524" y="9185"/>
                </a:lnTo>
                <a:lnTo>
                  <a:pt x="46964" y="8693"/>
                </a:lnTo>
                <a:lnTo>
                  <a:pt x="46964" y="8365"/>
                </a:lnTo>
                <a:lnTo>
                  <a:pt x="47405" y="7873"/>
                </a:lnTo>
                <a:lnTo>
                  <a:pt x="47405" y="7545"/>
                </a:lnTo>
                <a:lnTo>
                  <a:pt x="47845" y="7217"/>
                </a:lnTo>
                <a:lnTo>
                  <a:pt x="48285" y="6724"/>
                </a:lnTo>
                <a:lnTo>
                  <a:pt x="48285" y="6396"/>
                </a:lnTo>
                <a:lnTo>
                  <a:pt x="48725" y="5904"/>
                </a:lnTo>
                <a:lnTo>
                  <a:pt x="48725" y="5576"/>
                </a:lnTo>
                <a:lnTo>
                  <a:pt x="49166" y="5248"/>
                </a:lnTo>
                <a:lnTo>
                  <a:pt x="49166" y="4756"/>
                </a:lnTo>
                <a:lnTo>
                  <a:pt x="49624" y="4428"/>
                </a:lnTo>
                <a:lnTo>
                  <a:pt x="50065" y="3936"/>
                </a:lnTo>
                <a:lnTo>
                  <a:pt x="50065" y="3608"/>
                </a:lnTo>
                <a:lnTo>
                  <a:pt x="50505" y="3280"/>
                </a:lnTo>
                <a:lnTo>
                  <a:pt x="50945" y="2788"/>
                </a:lnTo>
                <a:lnTo>
                  <a:pt x="50945" y="2460"/>
                </a:lnTo>
                <a:lnTo>
                  <a:pt x="51386" y="1968"/>
                </a:lnTo>
                <a:lnTo>
                  <a:pt x="51386" y="1640"/>
                </a:lnTo>
                <a:lnTo>
                  <a:pt x="51826" y="1148"/>
                </a:lnTo>
                <a:lnTo>
                  <a:pt x="51826" y="820"/>
                </a:lnTo>
                <a:lnTo>
                  <a:pt x="52266" y="492"/>
                </a:lnTo>
                <a:lnTo>
                  <a:pt x="52725" y="0"/>
                </a:lnTo>
              </a:path>
            </a:pathLst>
          </a:custGeom>
          <a:ln w="248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6791445" y="4357516"/>
            <a:ext cx="52706" cy="72170"/>
          </a:xfrm>
          <a:custGeom>
            <a:avLst/>
            <a:gdLst/>
            <a:ahLst/>
            <a:cxnLst/>
            <a:rect l="l" t="t" r="r" b="b"/>
            <a:pathLst>
              <a:path w="52706" h="72170">
                <a:moveTo>
                  <a:pt x="0" y="72170"/>
                </a:moveTo>
                <a:lnTo>
                  <a:pt x="0" y="71842"/>
                </a:lnTo>
                <a:lnTo>
                  <a:pt x="440" y="71350"/>
                </a:lnTo>
                <a:lnTo>
                  <a:pt x="440" y="71022"/>
                </a:lnTo>
                <a:lnTo>
                  <a:pt x="880" y="71022"/>
                </a:lnTo>
                <a:lnTo>
                  <a:pt x="1320" y="70201"/>
                </a:lnTo>
                <a:lnTo>
                  <a:pt x="1761" y="69381"/>
                </a:lnTo>
                <a:lnTo>
                  <a:pt x="2201" y="69053"/>
                </a:lnTo>
                <a:lnTo>
                  <a:pt x="2660" y="68233"/>
                </a:lnTo>
                <a:lnTo>
                  <a:pt x="3100" y="67905"/>
                </a:lnTo>
                <a:lnTo>
                  <a:pt x="3100" y="67413"/>
                </a:lnTo>
                <a:lnTo>
                  <a:pt x="3540" y="67085"/>
                </a:lnTo>
                <a:lnTo>
                  <a:pt x="3980" y="66593"/>
                </a:lnTo>
                <a:lnTo>
                  <a:pt x="3980" y="66265"/>
                </a:lnTo>
                <a:lnTo>
                  <a:pt x="4421" y="65937"/>
                </a:lnTo>
                <a:lnTo>
                  <a:pt x="4421" y="65445"/>
                </a:lnTo>
                <a:lnTo>
                  <a:pt x="4861" y="65117"/>
                </a:lnTo>
                <a:lnTo>
                  <a:pt x="5301" y="64625"/>
                </a:lnTo>
                <a:lnTo>
                  <a:pt x="5301" y="64297"/>
                </a:lnTo>
                <a:lnTo>
                  <a:pt x="5760" y="63805"/>
                </a:lnTo>
                <a:lnTo>
                  <a:pt x="5760" y="63477"/>
                </a:lnTo>
                <a:lnTo>
                  <a:pt x="6200" y="63148"/>
                </a:lnTo>
                <a:lnTo>
                  <a:pt x="6641" y="62656"/>
                </a:lnTo>
                <a:lnTo>
                  <a:pt x="6641" y="62328"/>
                </a:lnTo>
                <a:lnTo>
                  <a:pt x="7081" y="61836"/>
                </a:lnTo>
                <a:lnTo>
                  <a:pt x="7081" y="61508"/>
                </a:lnTo>
                <a:lnTo>
                  <a:pt x="7521" y="61180"/>
                </a:lnTo>
                <a:lnTo>
                  <a:pt x="7521" y="60688"/>
                </a:lnTo>
                <a:lnTo>
                  <a:pt x="7961" y="60360"/>
                </a:lnTo>
                <a:lnTo>
                  <a:pt x="8402" y="59868"/>
                </a:lnTo>
                <a:lnTo>
                  <a:pt x="8402" y="59540"/>
                </a:lnTo>
                <a:lnTo>
                  <a:pt x="8860" y="59048"/>
                </a:lnTo>
                <a:lnTo>
                  <a:pt x="9301" y="58720"/>
                </a:lnTo>
                <a:lnTo>
                  <a:pt x="9301" y="58392"/>
                </a:lnTo>
                <a:lnTo>
                  <a:pt x="9741" y="57900"/>
                </a:lnTo>
                <a:lnTo>
                  <a:pt x="10181" y="57572"/>
                </a:lnTo>
                <a:lnTo>
                  <a:pt x="10622" y="57080"/>
                </a:lnTo>
                <a:lnTo>
                  <a:pt x="10622" y="56752"/>
                </a:lnTo>
                <a:lnTo>
                  <a:pt x="11062" y="56424"/>
                </a:lnTo>
                <a:lnTo>
                  <a:pt x="11062" y="55931"/>
                </a:lnTo>
                <a:lnTo>
                  <a:pt x="11502" y="55603"/>
                </a:lnTo>
                <a:lnTo>
                  <a:pt x="11502" y="55111"/>
                </a:lnTo>
                <a:lnTo>
                  <a:pt x="11961" y="54783"/>
                </a:lnTo>
                <a:lnTo>
                  <a:pt x="12401" y="54291"/>
                </a:lnTo>
                <a:lnTo>
                  <a:pt x="12401" y="53963"/>
                </a:lnTo>
                <a:lnTo>
                  <a:pt x="12841" y="53635"/>
                </a:lnTo>
                <a:lnTo>
                  <a:pt x="13282" y="53143"/>
                </a:lnTo>
                <a:lnTo>
                  <a:pt x="13282" y="52815"/>
                </a:lnTo>
                <a:lnTo>
                  <a:pt x="13722" y="52323"/>
                </a:lnTo>
                <a:lnTo>
                  <a:pt x="13722" y="51995"/>
                </a:lnTo>
                <a:lnTo>
                  <a:pt x="14162" y="51667"/>
                </a:lnTo>
                <a:lnTo>
                  <a:pt x="14162" y="51175"/>
                </a:lnTo>
                <a:lnTo>
                  <a:pt x="14621" y="51175"/>
                </a:lnTo>
                <a:lnTo>
                  <a:pt x="15061" y="50355"/>
                </a:lnTo>
                <a:lnTo>
                  <a:pt x="15502" y="50027"/>
                </a:lnTo>
                <a:lnTo>
                  <a:pt x="15502" y="49535"/>
                </a:lnTo>
                <a:lnTo>
                  <a:pt x="15942" y="49207"/>
                </a:lnTo>
                <a:lnTo>
                  <a:pt x="16382" y="48878"/>
                </a:lnTo>
                <a:lnTo>
                  <a:pt x="16382" y="48386"/>
                </a:lnTo>
                <a:lnTo>
                  <a:pt x="16822" y="48058"/>
                </a:lnTo>
                <a:lnTo>
                  <a:pt x="16822" y="47566"/>
                </a:lnTo>
                <a:lnTo>
                  <a:pt x="17263" y="47238"/>
                </a:lnTo>
                <a:lnTo>
                  <a:pt x="17721" y="46910"/>
                </a:lnTo>
                <a:lnTo>
                  <a:pt x="17721" y="46418"/>
                </a:lnTo>
                <a:lnTo>
                  <a:pt x="18162" y="46090"/>
                </a:lnTo>
                <a:lnTo>
                  <a:pt x="18162" y="45598"/>
                </a:lnTo>
                <a:lnTo>
                  <a:pt x="18602" y="45270"/>
                </a:lnTo>
                <a:lnTo>
                  <a:pt x="19042" y="45270"/>
                </a:lnTo>
                <a:lnTo>
                  <a:pt x="19042" y="44450"/>
                </a:lnTo>
                <a:lnTo>
                  <a:pt x="19483" y="44450"/>
                </a:lnTo>
                <a:lnTo>
                  <a:pt x="19923" y="44122"/>
                </a:lnTo>
                <a:lnTo>
                  <a:pt x="19923" y="43630"/>
                </a:lnTo>
                <a:lnTo>
                  <a:pt x="20363" y="43302"/>
                </a:lnTo>
                <a:lnTo>
                  <a:pt x="20363" y="42810"/>
                </a:lnTo>
                <a:lnTo>
                  <a:pt x="20822" y="42482"/>
                </a:lnTo>
                <a:lnTo>
                  <a:pt x="20822" y="42154"/>
                </a:lnTo>
                <a:lnTo>
                  <a:pt x="21262" y="41661"/>
                </a:lnTo>
                <a:lnTo>
                  <a:pt x="21702" y="41333"/>
                </a:lnTo>
                <a:lnTo>
                  <a:pt x="21702" y="40841"/>
                </a:lnTo>
                <a:lnTo>
                  <a:pt x="22143" y="40513"/>
                </a:lnTo>
                <a:lnTo>
                  <a:pt x="22143" y="40021"/>
                </a:lnTo>
                <a:lnTo>
                  <a:pt x="22583" y="39693"/>
                </a:lnTo>
                <a:lnTo>
                  <a:pt x="22583" y="39365"/>
                </a:lnTo>
                <a:lnTo>
                  <a:pt x="23023" y="39365"/>
                </a:lnTo>
                <a:lnTo>
                  <a:pt x="23464" y="38873"/>
                </a:lnTo>
                <a:lnTo>
                  <a:pt x="23464" y="38545"/>
                </a:lnTo>
                <a:lnTo>
                  <a:pt x="23922" y="38053"/>
                </a:lnTo>
                <a:lnTo>
                  <a:pt x="24362" y="37725"/>
                </a:lnTo>
                <a:lnTo>
                  <a:pt x="24362" y="37397"/>
                </a:lnTo>
                <a:lnTo>
                  <a:pt x="24803" y="36905"/>
                </a:lnTo>
                <a:lnTo>
                  <a:pt x="24803" y="36577"/>
                </a:lnTo>
                <a:lnTo>
                  <a:pt x="25243" y="36085"/>
                </a:lnTo>
                <a:lnTo>
                  <a:pt x="25243" y="35757"/>
                </a:lnTo>
                <a:lnTo>
                  <a:pt x="25683" y="35265"/>
                </a:lnTo>
                <a:lnTo>
                  <a:pt x="26124" y="34936"/>
                </a:lnTo>
                <a:lnTo>
                  <a:pt x="26564" y="34608"/>
                </a:lnTo>
                <a:lnTo>
                  <a:pt x="27023" y="34116"/>
                </a:lnTo>
                <a:lnTo>
                  <a:pt x="27023" y="33788"/>
                </a:lnTo>
                <a:lnTo>
                  <a:pt x="27463" y="33296"/>
                </a:lnTo>
                <a:lnTo>
                  <a:pt x="27463" y="32968"/>
                </a:lnTo>
                <a:lnTo>
                  <a:pt x="27903" y="32640"/>
                </a:lnTo>
                <a:lnTo>
                  <a:pt x="28343" y="32148"/>
                </a:lnTo>
                <a:lnTo>
                  <a:pt x="28343" y="31820"/>
                </a:lnTo>
                <a:lnTo>
                  <a:pt x="28784" y="31328"/>
                </a:lnTo>
                <a:lnTo>
                  <a:pt x="28784" y="31000"/>
                </a:lnTo>
                <a:lnTo>
                  <a:pt x="29224" y="30672"/>
                </a:lnTo>
                <a:lnTo>
                  <a:pt x="29683" y="30180"/>
                </a:lnTo>
                <a:lnTo>
                  <a:pt x="30123" y="29852"/>
                </a:lnTo>
                <a:lnTo>
                  <a:pt x="30123" y="29360"/>
                </a:lnTo>
                <a:lnTo>
                  <a:pt x="30563" y="29032"/>
                </a:lnTo>
                <a:lnTo>
                  <a:pt x="31004" y="28540"/>
                </a:lnTo>
                <a:lnTo>
                  <a:pt x="31004" y="28212"/>
                </a:lnTo>
                <a:lnTo>
                  <a:pt x="31444" y="27883"/>
                </a:lnTo>
                <a:lnTo>
                  <a:pt x="31444" y="27391"/>
                </a:lnTo>
                <a:lnTo>
                  <a:pt x="31884" y="27063"/>
                </a:lnTo>
                <a:lnTo>
                  <a:pt x="31884" y="26571"/>
                </a:lnTo>
                <a:lnTo>
                  <a:pt x="32324" y="26243"/>
                </a:lnTo>
                <a:lnTo>
                  <a:pt x="32783" y="26243"/>
                </a:lnTo>
                <a:lnTo>
                  <a:pt x="32783" y="25915"/>
                </a:lnTo>
                <a:lnTo>
                  <a:pt x="33223" y="25423"/>
                </a:lnTo>
                <a:lnTo>
                  <a:pt x="33223" y="25095"/>
                </a:lnTo>
                <a:lnTo>
                  <a:pt x="33664" y="24603"/>
                </a:lnTo>
                <a:lnTo>
                  <a:pt x="33664" y="24275"/>
                </a:lnTo>
                <a:lnTo>
                  <a:pt x="34104" y="23783"/>
                </a:lnTo>
                <a:lnTo>
                  <a:pt x="34544" y="23455"/>
                </a:lnTo>
                <a:lnTo>
                  <a:pt x="34544" y="23127"/>
                </a:lnTo>
                <a:lnTo>
                  <a:pt x="34985" y="22635"/>
                </a:lnTo>
                <a:lnTo>
                  <a:pt x="35425" y="22635"/>
                </a:lnTo>
                <a:lnTo>
                  <a:pt x="35425" y="22307"/>
                </a:lnTo>
                <a:lnTo>
                  <a:pt x="35884" y="21815"/>
                </a:lnTo>
                <a:lnTo>
                  <a:pt x="35884" y="21487"/>
                </a:lnTo>
                <a:lnTo>
                  <a:pt x="36324" y="21159"/>
                </a:lnTo>
                <a:lnTo>
                  <a:pt x="36764" y="20666"/>
                </a:lnTo>
                <a:lnTo>
                  <a:pt x="36764" y="20338"/>
                </a:lnTo>
                <a:lnTo>
                  <a:pt x="37204" y="19846"/>
                </a:lnTo>
                <a:lnTo>
                  <a:pt x="37204" y="19518"/>
                </a:lnTo>
                <a:lnTo>
                  <a:pt x="37645" y="19518"/>
                </a:lnTo>
                <a:lnTo>
                  <a:pt x="38085" y="19026"/>
                </a:lnTo>
                <a:lnTo>
                  <a:pt x="38085" y="18698"/>
                </a:lnTo>
                <a:lnTo>
                  <a:pt x="38525" y="18370"/>
                </a:lnTo>
                <a:lnTo>
                  <a:pt x="38525" y="17878"/>
                </a:lnTo>
                <a:lnTo>
                  <a:pt x="38984" y="17550"/>
                </a:lnTo>
                <a:lnTo>
                  <a:pt x="39424" y="17058"/>
                </a:lnTo>
                <a:lnTo>
                  <a:pt x="39424" y="16730"/>
                </a:lnTo>
                <a:lnTo>
                  <a:pt x="39864" y="16730"/>
                </a:lnTo>
                <a:lnTo>
                  <a:pt x="39864" y="16402"/>
                </a:lnTo>
                <a:lnTo>
                  <a:pt x="40305" y="15910"/>
                </a:lnTo>
                <a:lnTo>
                  <a:pt x="40305" y="15582"/>
                </a:lnTo>
                <a:lnTo>
                  <a:pt x="40745" y="15090"/>
                </a:lnTo>
                <a:lnTo>
                  <a:pt x="41185" y="14762"/>
                </a:lnTo>
                <a:lnTo>
                  <a:pt x="41185" y="14270"/>
                </a:lnTo>
                <a:lnTo>
                  <a:pt x="41626" y="13941"/>
                </a:lnTo>
                <a:lnTo>
                  <a:pt x="42084" y="13613"/>
                </a:lnTo>
                <a:lnTo>
                  <a:pt x="42084" y="13121"/>
                </a:lnTo>
                <a:lnTo>
                  <a:pt x="42525" y="13121"/>
                </a:lnTo>
                <a:lnTo>
                  <a:pt x="42525" y="12793"/>
                </a:lnTo>
                <a:lnTo>
                  <a:pt x="42965" y="12301"/>
                </a:lnTo>
                <a:lnTo>
                  <a:pt x="42965" y="11973"/>
                </a:lnTo>
                <a:lnTo>
                  <a:pt x="43405" y="11645"/>
                </a:lnTo>
                <a:lnTo>
                  <a:pt x="43845" y="11153"/>
                </a:lnTo>
                <a:lnTo>
                  <a:pt x="43845" y="10825"/>
                </a:lnTo>
                <a:lnTo>
                  <a:pt x="44286" y="10825"/>
                </a:lnTo>
                <a:lnTo>
                  <a:pt x="44286" y="10333"/>
                </a:lnTo>
                <a:lnTo>
                  <a:pt x="44744" y="10005"/>
                </a:lnTo>
                <a:lnTo>
                  <a:pt x="45185" y="9513"/>
                </a:lnTo>
                <a:lnTo>
                  <a:pt x="45185" y="9185"/>
                </a:lnTo>
                <a:lnTo>
                  <a:pt x="45625" y="8857"/>
                </a:lnTo>
                <a:lnTo>
                  <a:pt x="46065" y="8365"/>
                </a:lnTo>
                <a:lnTo>
                  <a:pt x="46065" y="8037"/>
                </a:lnTo>
                <a:lnTo>
                  <a:pt x="46506" y="8037"/>
                </a:lnTo>
                <a:lnTo>
                  <a:pt x="46506" y="7545"/>
                </a:lnTo>
                <a:lnTo>
                  <a:pt x="46946" y="7217"/>
                </a:lnTo>
                <a:lnTo>
                  <a:pt x="46946" y="6888"/>
                </a:lnTo>
                <a:lnTo>
                  <a:pt x="47386" y="6396"/>
                </a:lnTo>
                <a:lnTo>
                  <a:pt x="47845" y="6068"/>
                </a:lnTo>
                <a:lnTo>
                  <a:pt x="47845" y="5576"/>
                </a:lnTo>
                <a:lnTo>
                  <a:pt x="48285" y="5576"/>
                </a:lnTo>
                <a:lnTo>
                  <a:pt x="48285" y="5248"/>
                </a:lnTo>
                <a:lnTo>
                  <a:pt x="48725" y="4756"/>
                </a:lnTo>
                <a:lnTo>
                  <a:pt x="49166" y="4428"/>
                </a:lnTo>
                <a:lnTo>
                  <a:pt x="49166" y="4100"/>
                </a:lnTo>
                <a:lnTo>
                  <a:pt x="49606" y="3608"/>
                </a:lnTo>
                <a:lnTo>
                  <a:pt x="49606" y="3280"/>
                </a:lnTo>
                <a:lnTo>
                  <a:pt x="50046" y="2788"/>
                </a:lnTo>
                <a:lnTo>
                  <a:pt x="50487" y="2788"/>
                </a:lnTo>
                <a:lnTo>
                  <a:pt x="50487" y="2460"/>
                </a:lnTo>
                <a:lnTo>
                  <a:pt x="50945" y="2132"/>
                </a:lnTo>
                <a:lnTo>
                  <a:pt x="50945" y="1640"/>
                </a:lnTo>
                <a:lnTo>
                  <a:pt x="51386" y="1312"/>
                </a:lnTo>
                <a:lnTo>
                  <a:pt x="51386" y="820"/>
                </a:lnTo>
                <a:lnTo>
                  <a:pt x="51826" y="492"/>
                </a:lnTo>
                <a:lnTo>
                  <a:pt x="52266" y="492"/>
                </a:lnTo>
                <a:lnTo>
                  <a:pt x="52706" y="0"/>
                </a:lnTo>
              </a:path>
            </a:pathLst>
          </a:custGeom>
          <a:ln w="247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6844152" y="4295843"/>
            <a:ext cx="52284" cy="61672"/>
          </a:xfrm>
          <a:custGeom>
            <a:avLst/>
            <a:gdLst/>
            <a:ahLst/>
            <a:cxnLst/>
            <a:rect l="l" t="t" r="r" b="b"/>
            <a:pathLst>
              <a:path w="52284" h="61672">
                <a:moveTo>
                  <a:pt x="0" y="61672"/>
                </a:moveTo>
                <a:lnTo>
                  <a:pt x="0" y="61344"/>
                </a:lnTo>
                <a:lnTo>
                  <a:pt x="440" y="61016"/>
                </a:lnTo>
                <a:lnTo>
                  <a:pt x="440" y="60524"/>
                </a:lnTo>
                <a:lnTo>
                  <a:pt x="880" y="60524"/>
                </a:lnTo>
                <a:lnTo>
                  <a:pt x="880" y="60196"/>
                </a:lnTo>
                <a:lnTo>
                  <a:pt x="1339" y="59704"/>
                </a:lnTo>
                <a:lnTo>
                  <a:pt x="1779" y="59376"/>
                </a:lnTo>
                <a:lnTo>
                  <a:pt x="1779" y="59048"/>
                </a:lnTo>
                <a:lnTo>
                  <a:pt x="2219" y="58556"/>
                </a:lnTo>
                <a:lnTo>
                  <a:pt x="2219" y="58228"/>
                </a:lnTo>
                <a:lnTo>
                  <a:pt x="2660" y="57736"/>
                </a:lnTo>
                <a:lnTo>
                  <a:pt x="3100" y="57408"/>
                </a:lnTo>
                <a:lnTo>
                  <a:pt x="3540" y="56916"/>
                </a:lnTo>
                <a:lnTo>
                  <a:pt x="3540" y="56588"/>
                </a:lnTo>
                <a:lnTo>
                  <a:pt x="3980" y="56260"/>
                </a:lnTo>
                <a:lnTo>
                  <a:pt x="4439" y="56260"/>
                </a:lnTo>
                <a:lnTo>
                  <a:pt x="4439" y="55767"/>
                </a:lnTo>
                <a:lnTo>
                  <a:pt x="4879" y="55439"/>
                </a:lnTo>
                <a:lnTo>
                  <a:pt x="4879" y="54947"/>
                </a:lnTo>
                <a:lnTo>
                  <a:pt x="5320" y="54619"/>
                </a:lnTo>
                <a:lnTo>
                  <a:pt x="5320" y="54291"/>
                </a:lnTo>
                <a:lnTo>
                  <a:pt x="5760" y="53799"/>
                </a:lnTo>
                <a:lnTo>
                  <a:pt x="6200" y="53471"/>
                </a:lnTo>
                <a:lnTo>
                  <a:pt x="6641" y="52979"/>
                </a:lnTo>
                <a:lnTo>
                  <a:pt x="6641" y="52651"/>
                </a:lnTo>
                <a:lnTo>
                  <a:pt x="7099" y="52323"/>
                </a:lnTo>
                <a:lnTo>
                  <a:pt x="7540" y="51831"/>
                </a:lnTo>
                <a:lnTo>
                  <a:pt x="7980" y="51503"/>
                </a:lnTo>
                <a:lnTo>
                  <a:pt x="8420" y="51011"/>
                </a:lnTo>
                <a:lnTo>
                  <a:pt x="8420" y="50683"/>
                </a:lnTo>
                <a:lnTo>
                  <a:pt x="8860" y="50191"/>
                </a:lnTo>
                <a:lnTo>
                  <a:pt x="9301" y="49863"/>
                </a:lnTo>
                <a:lnTo>
                  <a:pt x="9301" y="49535"/>
                </a:lnTo>
                <a:lnTo>
                  <a:pt x="9741" y="49042"/>
                </a:lnTo>
                <a:lnTo>
                  <a:pt x="10200" y="48714"/>
                </a:lnTo>
                <a:lnTo>
                  <a:pt x="10200" y="48222"/>
                </a:lnTo>
                <a:lnTo>
                  <a:pt x="10640" y="47894"/>
                </a:lnTo>
                <a:lnTo>
                  <a:pt x="11080" y="47894"/>
                </a:lnTo>
                <a:lnTo>
                  <a:pt x="11080" y="47566"/>
                </a:lnTo>
                <a:lnTo>
                  <a:pt x="11521" y="47074"/>
                </a:lnTo>
                <a:lnTo>
                  <a:pt x="11521" y="46746"/>
                </a:lnTo>
                <a:lnTo>
                  <a:pt x="11961" y="46254"/>
                </a:lnTo>
                <a:lnTo>
                  <a:pt x="11961" y="45926"/>
                </a:lnTo>
                <a:lnTo>
                  <a:pt x="12401" y="45926"/>
                </a:lnTo>
                <a:lnTo>
                  <a:pt x="12841" y="45434"/>
                </a:lnTo>
                <a:lnTo>
                  <a:pt x="12841" y="45106"/>
                </a:lnTo>
                <a:lnTo>
                  <a:pt x="13300" y="44778"/>
                </a:lnTo>
                <a:lnTo>
                  <a:pt x="13300" y="44286"/>
                </a:lnTo>
                <a:lnTo>
                  <a:pt x="13740" y="43958"/>
                </a:lnTo>
                <a:lnTo>
                  <a:pt x="14181" y="43466"/>
                </a:lnTo>
                <a:lnTo>
                  <a:pt x="14621" y="43138"/>
                </a:lnTo>
                <a:lnTo>
                  <a:pt x="14621" y="42810"/>
                </a:lnTo>
                <a:lnTo>
                  <a:pt x="15061" y="42318"/>
                </a:lnTo>
                <a:lnTo>
                  <a:pt x="15502" y="42318"/>
                </a:lnTo>
                <a:lnTo>
                  <a:pt x="15502" y="41989"/>
                </a:lnTo>
                <a:lnTo>
                  <a:pt x="15942" y="41497"/>
                </a:lnTo>
                <a:lnTo>
                  <a:pt x="15942" y="41169"/>
                </a:lnTo>
                <a:lnTo>
                  <a:pt x="16400" y="40677"/>
                </a:lnTo>
                <a:lnTo>
                  <a:pt x="16841" y="40349"/>
                </a:lnTo>
                <a:lnTo>
                  <a:pt x="17281" y="40021"/>
                </a:lnTo>
                <a:lnTo>
                  <a:pt x="17281" y="39529"/>
                </a:lnTo>
                <a:lnTo>
                  <a:pt x="17721" y="39201"/>
                </a:lnTo>
                <a:lnTo>
                  <a:pt x="18162" y="38709"/>
                </a:lnTo>
                <a:lnTo>
                  <a:pt x="18602" y="38381"/>
                </a:lnTo>
                <a:lnTo>
                  <a:pt x="18602" y="38053"/>
                </a:lnTo>
                <a:lnTo>
                  <a:pt x="19042" y="37561"/>
                </a:lnTo>
                <a:lnTo>
                  <a:pt x="19501" y="37233"/>
                </a:lnTo>
                <a:lnTo>
                  <a:pt x="19941" y="36741"/>
                </a:lnTo>
                <a:lnTo>
                  <a:pt x="19941" y="36413"/>
                </a:lnTo>
                <a:lnTo>
                  <a:pt x="20381" y="35921"/>
                </a:lnTo>
                <a:lnTo>
                  <a:pt x="20822" y="35593"/>
                </a:lnTo>
                <a:lnTo>
                  <a:pt x="21262" y="35265"/>
                </a:lnTo>
                <a:lnTo>
                  <a:pt x="21262" y="34772"/>
                </a:lnTo>
                <a:lnTo>
                  <a:pt x="21702" y="34444"/>
                </a:lnTo>
                <a:lnTo>
                  <a:pt x="22161" y="34444"/>
                </a:lnTo>
                <a:lnTo>
                  <a:pt x="22161" y="33952"/>
                </a:lnTo>
                <a:lnTo>
                  <a:pt x="22601" y="33624"/>
                </a:lnTo>
                <a:lnTo>
                  <a:pt x="22601" y="33296"/>
                </a:lnTo>
                <a:lnTo>
                  <a:pt x="23042" y="32804"/>
                </a:lnTo>
                <a:lnTo>
                  <a:pt x="23482" y="32476"/>
                </a:lnTo>
                <a:lnTo>
                  <a:pt x="23922" y="31984"/>
                </a:lnTo>
                <a:lnTo>
                  <a:pt x="23922" y="31656"/>
                </a:lnTo>
                <a:lnTo>
                  <a:pt x="24362" y="31164"/>
                </a:lnTo>
                <a:lnTo>
                  <a:pt x="24803" y="30836"/>
                </a:lnTo>
                <a:lnTo>
                  <a:pt x="24803" y="30508"/>
                </a:lnTo>
                <a:lnTo>
                  <a:pt x="25261" y="30016"/>
                </a:lnTo>
                <a:lnTo>
                  <a:pt x="25702" y="29688"/>
                </a:lnTo>
                <a:lnTo>
                  <a:pt x="26142" y="29688"/>
                </a:lnTo>
                <a:lnTo>
                  <a:pt x="26142" y="29196"/>
                </a:lnTo>
                <a:lnTo>
                  <a:pt x="26582" y="28868"/>
                </a:lnTo>
                <a:lnTo>
                  <a:pt x="26582" y="28540"/>
                </a:lnTo>
                <a:lnTo>
                  <a:pt x="27023" y="28540"/>
                </a:lnTo>
                <a:lnTo>
                  <a:pt x="27023" y="28047"/>
                </a:lnTo>
                <a:lnTo>
                  <a:pt x="27463" y="27719"/>
                </a:lnTo>
                <a:lnTo>
                  <a:pt x="27903" y="27227"/>
                </a:lnTo>
                <a:lnTo>
                  <a:pt x="27903" y="26899"/>
                </a:lnTo>
                <a:lnTo>
                  <a:pt x="28362" y="26899"/>
                </a:lnTo>
                <a:lnTo>
                  <a:pt x="28362" y="26407"/>
                </a:lnTo>
                <a:lnTo>
                  <a:pt x="28802" y="26079"/>
                </a:lnTo>
                <a:lnTo>
                  <a:pt x="29242" y="25751"/>
                </a:lnTo>
                <a:lnTo>
                  <a:pt x="29683" y="25259"/>
                </a:lnTo>
                <a:lnTo>
                  <a:pt x="29683" y="24931"/>
                </a:lnTo>
                <a:lnTo>
                  <a:pt x="30123" y="24439"/>
                </a:lnTo>
                <a:lnTo>
                  <a:pt x="30563" y="24439"/>
                </a:lnTo>
                <a:lnTo>
                  <a:pt x="30563" y="24111"/>
                </a:lnTo>
                <a:lnTo>
                  <a:pt x="31004" y="23783"/>
                </a:lnTo>
                <a:lnTo>
                  <a:pt x="31004" y="23291"/>
                </a:lnTo>
                <a:lnTo>
                  <a:pt x="31462" y="22963"/>
                </a:lnTo>
                <a:lnTo>
                  <a:pt x="31462" y="22471"/>
                </a:lnTo>
                <a:lnTo>
                  <a:pt x="31903" y="22471"/>
                </a:lnTo>
                <a:lnTo>
                  <a:pt x="32343" y="22143"/>
                </a:lnTo>
                <a:lnTo>
                  <a:pt x="32343" y="21651"/>
                </a:lnTo>
                <a:lnTo>
                  <a:pt x="32783" y="21651"/>
                </a:lnTo>
                <a:lnTo>
                  <a:pt x="33223" y="21323"/>
                </a:lnTo>
                <a:lnTo>
                  <a:pt x="33223" y="20994"/>
                </a:lnTo>
                <a:lnTo>
                  <a:pt x="33664" y="20502"/>
                </a:lnTo>
                <a:lnTo>
                  <a:pt x="33664" y="20174"/>
                </a:lnTo>
                <a:lnTo>
                  <a:pt x="34104" y="20174"/>
                </a:lnTo>
                <a:lnTo>
                  <a:pt x="34563" y="19682"/>
                </a:lnTo>
                <a:lnTo>
                  <a:pt x="34563" y="19354"/>
                </a:lnTo>
                <a:lnTo>
                  <a:pt x="35003" y="19354"/>
                </a:lnTo>
                <a:lnTo>
                  <a:pt x="35003" y="19026"/>
                </a:lnTo>
                <a:lnTo>
                  <a:pt x="35443" y="18534"/>
                </a:lnTo>
                <a:lnTo>
                  <a:pt x="35443" y="18206"/>
                </a:lnTo>
                <a:lnTo>
                  <a:pt x="35884" y="17714"/>
                </a:lnTo>
                <a:lnTo>
                  <a:pt x="36324" y="17714"/>
                </a:lnTo>
                <a:lnTo>
                  <a:pt x="36324" y="17386"/>
                </a:lnTo>
                <a:lnTo>
                  <a:pt x="36764" y="16894"/>
                </a:lnTo>
                <a:lnTo>
                  <a:pt x="37223" y="16566"/>
                </a:lnTo>
                <a:lnTo>
                  <a:pt x="37663" y="16238"/>
                </a:lnTo>
                <a:lnTo>
                  <a:pt x="37663" y="15746"/>
                </a:lnTo>
                <a:lnTo>
                  <a:pt x="38103" y="15418"/>
                </a:lnTo>
                <a:lnTo>
                  <a:pt x="38544" y="14926"/>
                </a:lnTo>
                <a:lnTo>
                  <a:pt x="38984" y="14598"/>
                </a:lnTo>
                <a:lnTo>
                  <a:pt x="38984" y="14270"/>
                </a:lnTo>
                <a:lnTo>
                  <a:pt x="39424" y="14270"/>
                </a:lnTo>
                <a:lnTo>
                  <a:pt x="39424" y="13777"/>
                </a:lnTo>
                <a:lnTo>
                  <a:pt x="39864" y="13449"/>
                </a:lnTo>
                <a:lnTo>
                  <a:pt x="40323" y="12957"/>
                </a:lnTo>
                <a:lnTo>
                  <a:pt x="40763" y="12629"/>
                </a:lnTo>
                <a:lnTo>
                  <a:pt x="40763" y="12137"/>
                </a:lnTo>
                <a:lnTo>
                  <a:pt x="41204" y="11809"/>
                </a:lnTo>
                <a:lnTo>
                  <a:pt x="41644" y="11809"/>
                </a:lnTo>
                <a:lnTo>
                  <a:pt x="41644" y="11481"/>
                </a:lnTo>
                <a:lnTo>
                  <a:pt x="42084" y="10989"/>
                </a:lnTo>
                <a:lnTo>
                  <a:pt x="42084" y="10661"/>
                </a:lnTo>
                <a:lnTo>
                  <a:pt x="42525" y="10661"/>
                </a:lnTo>
                <a:lnTo>
                  <a:pt x="42965" y="10169"/>
                </a:lnTo>
                <a:lnTo>
                  <a:pt x="42965" y="9841"/>
                </a:lnTo>
                <a:lnTo>
                  <a:pt x="43424" y="9841"/>
                </a:lnTo>
                <a:lnTo>
                  <a:pt x="43864" y="9513"/>
                </a:lnTo>
                <a:lnTo>
                  <a:pt x="43864" y="9021"/>
                </a:lnTo>
                <a:lnTo>
                  <a:pt x="44304" y="8693"/>
                </a:lnTo>
                <a:lnTo>
                  <a:pt x="44304" y="8201"/>
                </a:lnTo>
                <a:lnTo>
                  <a:pt x="44744" y="8201"/>
                </a:lnTo>
                <a:lnTo>
                  <a:pt x="44744" y="7873"/>
                </a:lnTo>
                <a:lnTo>
                  <a:pt x="45185" y="7545"/>
                </a:lnTo>
                <a:lnTo>
                  <a:pt x="45625" y="7053"/>
                </a:lnTo>
                <a:lnTo>
                  <a:pt x="46065" y="6724"/>
                </a:lnTo>
                <a:lnTo>
                  <a:pt x="46065" y="6232"/>
                </a:lnTo>
                <a:lnTo>
                  <a:pt x="46524" y="6232"/>
                </a:lnTo>
                <a:lnTo>
                  <a:pt x="46524" y="5904"/>
                </a:lnTo>
                <a:lnTo>
                  <a:pt x="46964" y="5412"/>
                </a:lnTo>
                <a:lnTo>
                  <a:pt x="47405" y="5412"/>
                </a:lnTo>
                <a:lnTo>
                  <a:pt x="47405" y="5084"/>
                </a:lnTo>
                <a:lnTo>
                  <a:pt x="47845" y="4756"/>
                </a:lnTo>
                <a:lnTo>
                  <a:pt x="48285" y="4264"/>
                </a:lnTo>
                <a:lnTo>
                  <a:pt x="48725" y="3936"/>
                </a:lnTo>
                <a:lnTo>
                  <a:pt x="48725" y="3444"/>
                </a:lnTo>
                <a:lnTo>
                  <a:pt x="49166" y="3116"/>
                </a:lnTo>
                <a:lnTo>
                  <a:pt x="49624" y="2788"/>
                </a:lnTo>
                <a:lnTo>
                  <a:pt x="50065" y="2296"/>
                </a:lnTo>
                <a:lnTo>
                  <a:pt x="50065" y="1968"/>
                </a:lnTo>
                <a:lnTo>
                  <a:pt x="50505" y="1968"/>
                </a:lnTo>
                <a:lnTo>
                  <a:pt x="50505" y="1476"/>
                </a:lnTo>
                <a:lnTo>
                  <a:pt x="50945" y="1148"/>
                </a:lnTo>
                <a:lnTo>
                  <a:pt x="51386" y="1148"/>
                </a:lnTo>
                <a:lnTo>
                  <a:pt x="51386" y="656"/>
                </a:lnTo>
                <a:lnTo>
                  <a:pt x="51826" y="328"/>
                </a:lnTo>
                <a:lnTo>
                  <a:pt x="52284" y="328"/>
                </a:lnTo>
                <a:lnTo>
                  <a:pt x="52284" y="0"/>
                </a:lnTo>
              </a:path>
            </a:pathLst>
          </a:custGeom>
          <a:ln w="245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6896437" y="4245488"/>
            <a:ext cx="52706" cy="50355"/>
          </a:xfrm>
          <a:custGeom>
            <a:avLst/>
            <a:gdLst/>
            <a:ahLst/>
            <a:cxnLst/>
            <a:rect l="l" t="t" r="r" b="b"/>
            <a:pathLst>
              <a:path w="52706" h="50355">
                <a:moveTo>
                  <a:pt x="0" y="50355"/>
                </a:moveTo>
                <a:lnTo>
                  <a:pt x="440" y="49863"/>
                </a:lnTo>
                <a:lnTo>
                  <a:pt x="440" y="49535"/>
                </a:lnTo>
                <a:lnTo>
                  <a:pt x="880" y="49535"/>
                </a:lnTo>
                <a:lnTo>
                  <a:pt x="880" y="49042"/>
                </a:lnTo>
                <a:lnTo>
                  <a:pt x="1320" y="48714"/>
                </a:lnTo>
                <a:lnTo>
                  <a:pt x="1761" y="48386"/>
                </a:lnTo>
                <a:lnTo>
                  <a:pt x="2201" y="47894"/>
                </a:lnTo>
                <a:lnTo>
                  <a:pt x="2641" y="47566"/>
                </a:lnTo>
                <a:lnTo>
                  <a:pt x="3100" y="47074"/>
                </a:lnTo>
                <a:lnTo>
                  <a:pt x="3100" y="46746"/>
                </a:lnTo>
                <a:lnTo>
                  <a:pt x="3540" y="46254"/>
                </a:lnTo>
                <a:lnTo>
                  <a:pt x="3980" y="45926"/>
                </a:lnTo>
                <a:lnTo>
                  <a:pt x="4421" y="45598"/>
                </a:lnTo>
                <a:lnTo>
                  <a:pt x="4861" y="45106"/>
                </a:lnTo>
                <a:lnTo>
                  <a:pt x="4861" y="44778"/>
                </a:lnTo>
                <a:lnTo>
                  <a:pt x="5301" y="44778"/>
                </a:lnTo>
                <a:lnTo>
                  <a:pt x="5301" y="44286"/>
                </a:lnTo>
                <a:lnTo>
                  <a:pt x="5742" y="43958"/>
                </a:lnTo>
                <a:lnTo>
                  <a:pt x="6200" y="43630"/>
                </a:lnTo>
                <a:lnTo>
                  <a:pt x="6641" y="43138"/>
                </a:lnTo>
                <a:lnTo>
                  <a:pt x="7081" y="42810"/>
                </a:lnTo>
                <a:lnTo>
                  <a:pt x="7521" y="42318"/>
                </a:lnTo>
                <a:lnTo>
                  <a:pt x="7521" y="41989"/>
                </a:lnTo>
                <a:lnTo>
                  <a:pt x="7961" y="41989"/>
                </a:lnTo>
                <a:lnTo>
                  <a:pt x="8402" y="41497"/>
                </a:lnTo>
                <a:lnTo>
                  <a:pt x="8402" y="41169"/>
                </a:lnTo>
                <a:lnTo>
                  <a:pt x="8842" y="41169"/>
                </a:lnTo>
                <a:lnTo>
                  <a:pt x="8842" y="40841"/>
                </a:lnTo>
                <a:lnTo>
                  <a:pt x="9301" y="40349"/>
                </a:lnTo>
                <a:lnTo>
                  <a:pt x="9741" y="40021"/>
                </a:lnTo>
                <a:lnTo>
                  <a:pt x="10181" y="39529"/>
                </a:lnTo>
                <a:lnTo>
                  <a:pt x="10622" y="39201"/>
                </a:lnTo>
                <a:lnTo>
                  <a:pt x="11062" y="38873"/>
                </a:lnTo>
                <a:lnTo>
                  <a:pt x="11062" y="38381"/>
                </a:lnTo>
                <a:lnTo>
                  <a:pt x="11502" y="38381"/>
                </a:lnTo>
                <a:lnTo>
                  <a:pt x="11502" y="38053"/>
                </a:lnTo>
                <a:lnTo>
                  <a:pt x="11942" y="37561"/>
                </a:lnTo>
                <a:lnTo>
                  <a:pt x="12401" y="37233"/>
                </a:lnTo>
                <a:lnTo>
                  <a:pt x="12841" y="36741"/>
                </a:lnTo>
                <a:lnTo>
                  <a:pt x="13282" y="36413"/>
                </a:lnTo>
                <a:lnTo>
                  <a:pt x="13722" y="36085"/>
                </a:lnTo>
                <a:lnTo>
                  <a:pt x="14162" y="35593"/>
                </a:lnTo>
                <a:lnTo>
                  <a:pt x="14162" y="35265"/>
                </a:lnTo>
                <a:lnTo>
                  <a:pt x="14603" y="35265"/>
                </a:lnTo>
                <a:lnTo>
                  <a:pt x="14603" y="34772"/>
                </a:lnTo>
                <a:lnTo>
                  <a:pt x="15061" y="34444"/>
                </a:lnTo>
                <a:lnTo>
                  <a:pt x="15502" y="34444"/>
                </a:lnTo>
                <a:lnTo>
                  <a:pt x="15502" y="34116"/>
                </a:lnTo>
                <a:lnTo>
                  <a:pt x="15942" y="33624"/>
                </a:lnTo>
                <a:lnTo>
                  <a:pt x="15942" y="33296"/>
                </a:lnTo>
                <a:lnTo>
                  <a:pt x="16382" y="33296"/>
                </a:lnTo>
                <a:lnTo>
                  <a:pt x="16822" y="32804"/>
                </a:lnTo>
                <a:lnTo>
                  <a:pt x="16822" y="32476"/>
                </a:lnTo>
                <a:lnTo>
                  <a:pt x="17263" y="32476"/>
                </a:lnTo>
                <a:lnTo>
                  <a:pt x="17703" y="31984"/>
                </a:lnTo>
                <a:lnTo>
                  <a:pt x="17703" y="31656"/>
                </a:lnTo>
                <a:lnTo>
                  <a:pt x="18162" y="31656"/>
                </a:lnTo>
                <a:lnTo>
                  <a:pt x="18162" y="31328"/>
                </a:lnTo>
                <a:lnTo>
                  <a:pt x="18602" y="31328"/>
                </a:lnTo>
                <a:lnTo>
                  <a:pt x="18602" y="30836"/>
                </a:lnTo>
                <a:lnTo>
                  <a:pt x="19042" y="30508"/>
                </a:lnTo>
                <a:lnTo>
                  <a:pt x="19483" y="30508"/>
                </a:lnTo>
                <a:lnTo>
                  <a:pt x="19483" y="30016"/>
                </a:lnTo>
                <a:lnTo>
                  <a:pt x="19923" y="29688"/>
                </a:lnTo>
                <a:lnTo>
                  <a:pt x="20363" y="29360"/>
                </a:lnTo>
                <a:lnTo>
                  <a:pt x="20803" y="28868"/>
                </a:lnTo>
                <a:lnTo>
                  <a:pt x="21262" y="28540"/>
                </a:lnTo>
                <a:lnTo>
                  <a:pt x="21262" y="28047"/>
                </a:lnTo>
                <a:lnTo>
                  <a:pt x="21702" y="28047"/>
                </a:lnTo>
                <a:lnTo>
                  <a:pt x="22143" y="27719"/>
                </a:lnTo>
                <a:lnTo>
                  <a:pt x="22143" y="27227"/>
                </a:lnTo>
                <a:lnTo>
                  <a:pt x="22583" y="27227"/>
                </a:lnTo>
                <a:lnTo>
                  <a:pt x="22583" y="26899"/>
                </a:lnTo>
                <a:lnTo>
                  <a:pt x="23023" y="26571"/>
                </a:lnTo>
                <a:lnTo>
                  <a:pt x="23464" y="26079"/>
                </a:lnTo>
                <a:lnTo>
                  <a:pt x="23904" y="25751"/>
                </a:lnTo>
                <a:lnTo>
                  <a:pt x="24362" y="25259"/>
                </a:lnTo>
                <a:lnTo>
                  <a:pt x="24803" y="25259"/>
                </a:lnTo>
                <a:lnTo>
                  <a:pt x="24803" y="24931"/>
                </a:lnTo>
                <a:lnTo>
                  <a:pt x="25243" y="24603"/>
                </a:lnTo>
                <a:lnTo>
                  <a:pt x="25683" y="24111"/>
                </a:lnTo>
                <a:lnTo>
                  <a:pt x="26124" y="23783"/>
                </a:lnTo>
                <a:lnTo>
                  <a:pt x="26564" y="23291"/>
                </a:lnTo>
                <a:lnTo>
                  <a:pt x="26564" y="22963"/>
                </a:lnTo>
                <a:lnTo>
                  <a:pt x="27004" y="22963"/>
                </a:lnTo>
                <a:lnTo>
                  <a:pt x="27004" y="22471"/>
                </a:lnTo>
                <a:lnTo>
                  <a:pt x="27463" y="22143"/>
                </a:lnTo>
                <a:lnTo>
                  <a:pt x="27903" y="22143"/>
                </a:lnTo>
                <a:lnTo>
                  <a:pt x="27903" y="21815"/>
                </a:lnTo>
                <a:lnTo>
                  <a:pt x="28343" y="21815"/>
                </a:lnTo>
                <a:lnTo>
                  <a:pt x="28784" y="21323"/>
                </a:lnTo>
                <a:lnTo>
                  <a:pt x="28784" y="20994"/>
                </a:lnTo>
                <a:lnTo>
                  <a:pt x="29224" y="20994"/>
                </a:lnTo>
                <a:lnTo>
                  <a:pt x="29224" y="20502"/>
                </a:lnTo>
                <a:lnTo>
                  <a:pt x="29664" y="20502"/>
                </a:lnTo>
                <a:lnTo>
                  <a:pt x="29664" y="20174"/>
                </a:lnTo>
                <a:lnTo>
                  <a:pt x="30123" y="19846"/>
                </a:lnTo>
                <a:lnTo>
                  <a:pt x="30563" y="19846"/>
                </a:lnTo>
                <a:lnTo>
                  <a:pt x="30563" y="19354"/>
                </a:lnTo>
                <a:lnTo>
                  <a:pt x="31004" y="19026"/>
                </a:lnTo>
                <a:lnTo>
                  <a:pt x="31444" y="18534"/>
                </a:lnTo>
                <a:lnTo>
                  <a:pt x="31884" y="18206"/>
                </a:lnTo>
                <a:lnTo>
                  <a:pt x="32324" y="17878"/>
                </a:lnTo>
                <a:lnTo>
                  <a:pt x="32765" y="17386"/>
                </a:lnTo>
                <a:lnTo>
                  <a:pt x="33223" y="17058"/>
                </a:lnTo>
                <a:lnTo>
                  <a:pt x="33664" y="16566"/>
                </a:lnTo>
                <a:lnTo>
                  <a:pt x="33664" y="16238"/>
                </a:lnTo>
                <a:lnTo>
                  <a:pt x="34104" y="16238"/>
                </a:lnTo>
                <a:lnTo>
                  <a:pt x="34544" y="15746"/>
                </a:lnTo>
                <a:lnTo>
                  <a:pt x="34985" y="15418"/>
                </a:lnTo>
                <a:lnTo>
                  <a:pt x="35425" y="15090"/>
                </a:lnTo>
                <a:lnTo>
                  <a:pt x="35865" y="14598"/>
                </a:lnTo>
                <a:lnTo>
                  <a:pt x="36324" y="14270"/>
                </a:lnTo>
                <a:lnTo>
                  <a:pt x="36324" y="13777"/>
                </a:lnTo>
                <a:lnTo>
                  <a:pt x="36764" y="13777"/>
                </a:lnTo>
                <a:lnTo>
                  <a:pt x="37204" y="13449"/>
                </a:lnTo>
                <a:lnTo>
                  <a:pt x="37204" y="13121"/>
                </a:lnTo>
                <a:lnTo>
                  <a:pt x="37645" y="13121"/>
                </a:lnTo>
                <a:lnTo>
                  <a:pt x="37645" y="12629"/>
                </a:lnTo>
                <a:lnTo>
                  <a:pt x="38085" y="12629"/>
                </a:lnTo>
                <a:lnTo>
                  <a:pt x="38085" y="12301"/>
                </a:lnTo>
                <a:lnTo>
                  <a:pt x="38525" y="11809"/>
                </a:lnTo>
                <a:lnTo>
                  <a:pt x="38966" y="11809"/>
                </a:lnTo>
                <a:lnTo>
                  <a:pt x="38966" y="11481"/>
                </a:lnTo>
                <a:lnTo>
                  <a:pt x="39424" y="11481"/>
                </a:lnTo>
                <a:lnTo>
                  <a:pt x="39865" y="10989"/>
                </a:lnTo>
                <a:lnTo>
                  <a:pt x="40305" y="10661"/>
                </a:lnTo>
                <a:lnTo>
                  <a:pt x="40305" y="10333"/>
                </a:lnTo>
                <a:lnTo>
                  <a:pt x="40745" y="10333"/>
                </a:lnTo>
                <a:lnTo>
                  <a:pt x="40745" y="9841"/>
                </a:lnTo>
                <a:lnTo>
                  <a:pt x="41185" y="9513"/>
                </a:lnTo>
                <a:lnTo>
                  <a:pt x="41626" y="9513"/>
                </a:lnTo>
                <a:lnTo>
                  <a:pt x="41626" y="9021"/>
                </a:lnTo>
                <a:lnTo>
                  <a:pt x="42066" y="9021"/>
                </a:lnTo>
                <a:lnTo>
                  <a:pt x="42066" y="8693"/>
                </a:lnTo>
                <a:lnTo>
                  <a:pt x="42525" y="8693"/>
                </a:lnTo>
                <a:lnTo>
                  <a:pt x="42965" y="8365"/>
                </a:lnTo>
                <a:lnTo>
                  <a:pt x="42965" y="7873"/>
                </a:lnTo>
                <a:lnTo>
                  <a:pt x="43405" y="7873"/>
                </a:lnTo>
                <a:lnTo>
                  <a:pt x="43845" y="7545"/>
                </a:lnTo>
                <a:lnTo>
                  <a:pt x="44286" y="7053"/>
                </a:lnTo>
                <a:lnTo>
                  <a:pt x="44286" y="6724"/>
                </a:lnTo>
                <a:lnTo>
                  <a:pt x="44726" y="6724"/>
                </a:lnTo>
                <a:lnTo>
                  <a:pt x="44726" y="6232"/>
                </a:lnTo>
                <a:lnTo>
                  <a:pt x="45185" y="5904"/>
                </a:lnTo>
                <a:lnTo>
                  <a:pt x="45625" y="5904"/>
                </a:lnTo>
                <a:lnTo>
                  <a:pt x="45625" y="5576"/>
                </a:lnTo>
                <a:lnTo>
                  <a:pt x="46065" y="5576"/>
                </a:lnTo>
                <a:lnTo>
                  <a:pt x="46506" y="5084"/>
                </a:lnTo>
                <a:lnTo>
                  <a:pt x="46946" y="4756"/>
                </a:lnTo>
                <a:lnTo>
                  <a:pt x="46946" y="4264"/>
                </a:lnTo>
                <a:lnTo>
                  <a:pt x="47386" y="4264"/>
                </a:lnTo>
                <a:lnTo>
                  <a:pt x="47386" y="3936"/>
                </a:lnTo>
                <a:lnTo>
                  <a:pt x="47826" y="3936"/>
                </a:lnTo>
                <a:lnTo>
                  <a:pt x="48285" y="3608"/>
                </a:lnTo>
                <a:lnTo>
                  <a:pt x="48725" y="3116"/>
                </a:lnTo>
                <a:lnTo>
                  <a:pt x="48725" y="2788"/>
                </a:lnTo>
                <a:lnTo>
                  <a:pt x="49166" y="2788"/>
                </a:lnTo>
                <a:lnTo>
                  <a:pt x="49166" y="2296"/>
                </a:lnTo>
                <a:lnTo>
                  <a:pt x="49606" y="2296"/>
                </a:lnTo>
                <a:lnTo>
                  <a:pt x="50046" y="1968"/>
                </a:lnTo>
                <a:lnTo>
                  <a:pt x="50046" y="1476"/>
                </a:lnTo>
                <a:lnTo>
                  <a:pt x="50487" y="1476"/>
                </a:lnTo>
                <a:lnTo>
                  <a:pt x="50927" y="1476"/>
                </a:lnTo>
                <a:lnTo>
                  <a:pt x="50927" y="1148"/>
                </a:lnTo>
                <a:lnTo>
                  <a:pt x="51386" y="820"/>
                </a:lnTo>
                <a:lnTo>
                  <a:pt x="51826" y="328"/>
                </a:lnTo>
                <a:lnTo>
                  <a:pt x="52266" y="328"/>
                </a:lnTo>
                <a:lnTo>
                  <a:pt x="52266" y="0"/>
                </a:lnTo>
                <a:lnTo>
                  <a:pt x="52706" y="0"/>
                </a:lnTo>
              </a:path>
            </a:pathLst>
          </a:custGeom>
          <a:ln w="242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6949144" y="4206942"/>
            <a:ext cx="52725" cy="38545"/>
          </a:xfrm>
          <a:custGeom>
            <a:avLst/>
            <a:gdLst/>
            <a:ahLst/>
            <a:cxnLst/>
            <a:rect l="l" t="t" r="r" b="b"/>
            <a:pathLst>
              <a:path w="52725" h="38545">
                <a:moveTo>
                  <a:pt x="0" y="38545"/>
                </a:moveTo>
                <a:lnTo>
                  <a:pt x="0" y="38053"/>
                </a:lnTo>
                <a:lnTo>
                  <a:pt x="440" y="37725"/>
                </a:lnTo>
                <a:lnTo>
                  <a:pt x="880" y="37397"/>
                </a:lnTo>
                <a:lnTo>
                  <a:pt x="1320" y="37397"/>
                </a:lnTo>
                <a:lnTo>
                  <a:pt x="1320" y="36905"/>
                </a:lnTo>
                <a:lnTo>
                  <a:pt x="1779" y="36905"/>
                </a:lnTo>
                <a:lnTo>
                  <a:pt x="2219" y="36577"/>
                </a:lnTo>
                <a:lnTo>
                  <a:pt x="2219" y="36085"/>
                </a:lnTo>
                <a:lnTo>
                  <a:pt x="2660" y="36085"/>
                </a:lnTo>
                <a:lnTo>
                  <a:pt x="2660" y="35757"/>
                </a:lnTo>
                <a:lnTo>
                  <a:pt x="3100" y="35757"/>
                </a:lnTo>
                <a:lnTo>
                  <a:pt x="3100" y="35265"/>
                </a:lnTo>
                <a:lnTo>
                  <a:pt x="3540" y="35265"/>
                </a:lnTo>
                <a:lnTo>
                  <a:pt x="3980" y="34936"/>
                </a:lnTo>
                <a:lnTo>
                  <a:pt x="4421" y="34608"/>
                </a:lnTo>
                <a:lnTo>
                  <a:pt x="4879" y="34116"/>
                </a:lnTo>
                <a:lnTo>
                  <a:pt x="4879" y="34116"/>
                </a:lnTo>
                <a:lnTo>
                  <a:pt x="5320" y="33788"/>
                </a:lnTo>
                <a:lnTo>
                  <a:pt x="5760" y="33296"/>
                </a:lnTo>
                <a:lnTo>
                  <a:pt x="6200" y="32968"/>
                </a:lnTo>
                <a:lnTo>
                  <a:pt x="6641" y="32968"/>
                </a:lnTo>
                <a:lnTo>
                  <a:pt x="6641" y="32640"/>
                </a:lnTo>
                <a:lnTo>
                  <a:pt x="7081" y="32640"/>
                </a:lnTo>
                <a:lnTo>
                  <a:pt x="7081" y="32148"/>
                </a:lnTo>
                <a:lnTo>
                  <a:pt x="7540" y="31820"/>
                </a:lnTo>
                <a:lnTo>
                  <a:pt x="7980" y="31820"/>
                </a:lnTo>
                <a:lnTo>
                  <a:pt x="8420" y="31328"/>
                </a:lnTo>
                <a:lnTo>
                  <a:pt x="8860" y="31000"/>
                </a:lnTo>
                <a:lnTo>
                  <a:pt x="8860" y="31000"/>
                </a:lnTo>
                <a:lnTo>
                  <a:pt x="9301" y="30508"/>
                </a:lnTo>
                <a:lnTo>
                  <a:pt x="9741" y="30180"/>
                </a:lnTo>
                <a:lnTo>
                  <a:pt x="10181" y="29852"/>
                </a:lnTo>
                <a:lnTo>
                  <a:pt x="10640" y="29852"/>
                </a:lnTo>
                <a:lnTo>
                  <a:pt x="10640" y="29360"/>
                </a:lnTo>
                <a:lnTo>
                  <a:pt x="11080" y="29032"/>
                </a:lnTo>
                <a:lnTo>
                  <a:pt x="11521" y="29032"/>
                </a:lnTo>
                <a:lnTo>
                  <a:pt x="11961" y="28540"/>
                </a:lnTo>
                <a:lnTo>
                  <a:pt x="11961" y="28212"/>
                </a:lnTo>
                <a:lnTo>
                  <a:pt x="12401" y="28212"/>
                </a:lnTo>
                <a:lnTo>
                  <a:pt x="12401" y="27883"/>
                </a:lnTo>
                <a:lnTo>
                  <a:pt x="12841" y="27883"/>
                </a:lnTo>
                <a:lnTo>
                  <a:pt x="13282" y="27391"/>
                </a:lnTo>
                <a:lnTo>
                  <a:pt x="13740" y="27063"/>
                </a:lnTo>
                <a:lnTo>
                  <a:pt x="14181" y="26571"/>
                </a:lnTo>
                <a:lnTo>
                  <a:pt x="14621" y="26243"/>
                </a:lnTo>
                <a:lnTo>
                  <a:pt x="15061" y="26243"/>
                </a:lnTo>
                <a:lnTo>
                  <a:pt x="15061" y="25751"/>
                </a:lnTo>
                <a:lnTo>
                  <a:pt x="15502" y="25751"/>
                </a:lnTo>
                <a:lnTo>
                  <a:pt x="15942" y="25423"/>
                </a:lnTo>
                <a:lnTo>
                  <a:pt x="16382" y="25095"/>
                </a:lnTo>
                <a:lnTo>
                  <a:pt x="16382" y="24603"/>
                </a:lnTo>
                <a:lnTo>
                  <a:pt x="16841" y="24603"/>
                </a:lnTo>
                <a:lnTo>
                  <a:pt x="17281" y="24603"/>
                </a:lnTo>
                <a:lnTo>
                  <a:pt x="17281" y="24275"/>
                </a:lnTo>
                <a:lnTo>
                  <a:pt x="17721" y="23783"/>
                </a:lnTo>
                <a:lnTo>
                  <a:pt x="18162" y="23783"/>
                </a:lnTo>
                <a:lnTo>
                  <a:pt x="18162" y="23455"/>
                </a:lnTo>
                <a:lnTo>
                  <a:pt x="18602" y="23127"/>
                </a:lnTo>
                <a:lnTo>
                  <a:pt x="19042" y="23127"/>
                </a:lnTo>
                <a:lnTo>
                  <a:pt x="19483" y="22635"/>
                </a:lnTo>
                <a:lnTo>
                  <a:pt x="19941" y="22307"/>
                </a:lnTo>
                <a:lnTo>
                  <a:pt x="20381" y="22307"/>
                </a:lnTo>
                <a:lnTo>
                  <a:pt x="20381" y="21815"/>
                </a:lnTo>
                <a:lnTo>
                  <a:pt x="20822" y="21487"/>
                </a:lnTo>
                <a:lnTo>
                  <a:pt x="21262" y="21487"/>
                </a:lnTo>
                <a:lnTo>
                  <a:pt x="21702" y="20994"/>
                </a:lnTo>
                <a:lnTo>
                  <a:pt x="21702" y="20666"/>
                </a:lnTo>
                <a:lnTo>
                  <a:pt x="22143" y="20666"/>
                </a:lnTo>
                <a:lnTo>
                  <a:pt x="22143" y="20338"/>
                </a:lnTo>
                <a:lnTo>
                  <a:pt x="22601" y="20338"/>
                </a:lnTo>
                <a:lnTo>
                  <a:pt x="23042" y="19846"/>
                </a:lnTo>
                <a:lnTo>
                  <a:pt x="23482" y="19518"/>
                </a:lnTo>
                <a:lnTo>
                  <a:pt x="23922" y="19518"/>
                </a:lnTo>
                <a:lnTo>
                  <a:pt x="24362" y="19026"/>
                </a:lnTo>
                <a:lnTo>
                  <a:pt x="24362" y="18698"/>
                </a:lnTo>
                <a:lnTo>
                  <a:pt x="24803" y="18698"/>
                </a:lnTo>
                <a:lnTo>
                  <a:pt x="25243" y="18370"/>
                </a:lnTo>
                <a:lnTo>
                  <a:pt x="25702" y="17878"/>
                </a:lnTo>
                <a:lnTo>
                  <a:pt x="26142" y="17878"/>
                </a:lnTo>
                <a:lnTo>
                  <a:pt x="26142" y="17550"/>
                </a:lnTo>
                <a:lnTo>
                  <a:pt x="26582" y="17550"/>
                </a:lnTo>
                <a:lnTo>
                  <a:pt x="27023" y="17058"/>
                </a:lnTo>
                <a:lnTo>
                  <a:pt x="27463" y="16730"/>
                </a:lnTo>
                <a:lnTo>
                  <a:pt x="27903" y="16238"/>
                </a:lnTo>
                <a:lnTo>
                  <a:pt x="28343" y="16238"/>
                </a:lnTo>
                <a:lnTo>
                  <a:pt x="28343" y="15910"/>
                </a:lnTo>
                <a:lnTo>
                  <a:pt x="28802" y="15910"/>
                </a:lnTo>
                <a:lnTo>
                  <a:pt x="28802" y="15582"/>
                </a:lnTo>
                <a:lnTo>
                  <a:pt x="29242" y="15582"/>
                </a:lnTo>
                <a:lnTo>
                  <a:pt x="29242" y="15090"/>
                </a:lnTo>
                <a:lnTo>
                  <a:pt x="29683" y="15090"/>
                </a:lnTo>
                <a:lnTo>
                  <a:pt x="30123" y="14762"/>
                </a:lnTo>
                <a:lnTo>
                  <a:pt x="30563" y="14270"/>
                </a:lnTo>
                <a:lnTo>
                  <a:pt x="31004" y="14270"/>
                </a:lnTo>
                <a:lnTo>
                  <a:pt x="31444" y="13941"/>
                </a:lnTo>
                <a:lnTo>
                  <a:pt x="31444" y="13613"/>
                </a:lnTo>
                <a:lnTo>
                  <a:pt x="31903" y="13613"/>
                </a:lnTo>
                <a:lnTo>
                  <a:pt x="32343" y="13121"/>
                </a:lnTo>
                <a:lnTo>
                  <a:pt x="32783" y="13121"/>
                </a:lnTo>
                <a:lnTo>
                  <a:pt x="32783" y="12793"/>
                </a:lnTo>
                <a:lnTo>
                  <a:pt x="33223" y="12793"/>
                </a:lnTo>
                <a:lnTo>
                  <a:pt x="33223" y="12301"/>
                </a:lnTo>
                <a:lnTo>
                  <a:pt x="33664" y="12301"/>
                </a:lnTo>
                <a:lnTo>
                  <a:pt x="34104" y="11973"/>
                </a:lnTo>
                <a:lnTo>
                  <a:pt x="34563" y="11973"/>
                </a:lnTo>
                <a:lnTo>
                  <a:pt x="35003" y="11645"/>
                </a:lnTo>
                <a:lnTo>
                  <a:pt x="35003" y="11645"/>
                </a:lnTo>
                <a:lnTo>
                  <a:pt x="35443" y="11153"/>
                </a:lnTo>
                <a:lnTo>
                  <a:pt x="35884" y="10825"/>
                </a:lnTo>
                <a:lnTo>
                  <a:pt x="36324" y="10333"/>
                </a:lnTo>
                <a:lnTo>
                  <a:pt x="36764" y="10333"/>
                </a:lnTo>
                <a:lnTo>
                  <a:pt x="36764" y="10005"/>
                </a:lnTo>
                <a:lnTo>
                  <a:pt x="37204" y="10005"/>
                </a:lnTo>
                <a:lnTo>
                  <a:pt x="37663" y="9513"/>
                </a:lnTo>
                <a:lnTo>
                  <a:pt x="38103" y="9185"/>
                </a:lnTo>
                <a:lnTo>
                  <a:pt x="38544" y="9185"/>
                </a:lnTo>
                <a:lnTo>
                  <a:pt x="38544" y="8857"/>
                </a:lnTo>
                <a:lnTo>
                  <a:pt x="38984" y="8857"/>
                </a:lnTo>
                <a:lnTo>
                  <a:pt x="39424" y="8365"/>
                </a:lnTo>
                <a:lnTo>
                  <a:pt x="39865" y="8365"/>
                </a:lnTo>
                <a:lnTo>
                  <a:pt x="39865" y="8037"/>
                </a:lnTo>
                <a:lnTo>
                  <a:pt x="40305" y="8037"/>
                </a:lnTo>
                <a:lnTo>
                  <a:pt x="40305" y="7545"/>
                </a:lnTo>
                <a:lnTo>
                  <a:pt x="40763" y="7545"/>
                </a:lnTo>
                <a:lnTo>
                  <a:pt x="41204" y="7217"/>
                </a:lnTo>
                <a:lnTo>
                  <a:pt x="41644" y="7217"/>
                </a:lnTo>
                <a:lnTo>
                  <a:pt x="41644" y="6888"/>
                </a:lnTo>
                <a:lnTo>
                  <a:pt x="42084" y="6888"/>
                </a:lnTo>
                <a:lnTo>
                  <a:pt x="42525" y="6396"/>
                </a:lnTo>
                <a:lnTo>
                  <a:pt x="42965" y="6068"/>
                </a:lnTo>
                <a:lnTo>
                  <a:pt x="43405" y="6068"/>
                </a:lnTo>
                <a:lnTo>
                  <a:pt x="43405" y="5576"/>
                </a:lnTo>
                <a:lnTo>
                  <a:pt x="43864" y="5576"/>
                </a:lnTo>
                <a:lnTo>
                  <a:pt x="43864" y="5248"/>
                </a:lnTo>
                <a:lnTo>
                  <a:pt x="44304" y="5248"/>
                </a:lnTo>
                <a:lnTo>
                  <a:pt x="44304" y="4756"/>
                </a:lnTo>
                <a:lnTo>
                  <a:pt x="44744" y="4756"/>
                </a:lnTo>
                <a:lnTo>
                  <a:pt x="45185" y="4756"/>
                </a:lnTo>
                <a:lnTo>
                  <a:pt x="45185" y="4428"/>
                </a:lnTo>
                <a:lnTo>
                  <a:pt x="45625" y="4428"/>
                </a:lnTo>
                <a:lnTo>
                  <a:pt x="46065" y="4100"/>
                </a:lnTo>
                <a:lnTo>
                  <a:pt x="46506" y="4100"/>
                </a:lnTo>
                <a:lnTo>
                  <a:pt x="46506" y="3608"/>
                </a:lnTo>
                <a:lnTo>
                  <a:pt x="46964" y="3608"/>
                </a:lnTo>
                <a:lnTo>
                  <a:pt x="46964" y="3280"/>
                </a:lnTo>
                <a:lnTo>
                  <a:pt x="47405" y="3280"/>
                </a:lnTo>
                <a:lnTo>
                  <a:pt x="47845" y="3280"/>
                </a:lnTo>
                <a:lnTo>
                  <a:pt x="47845" y="2788"/>
                </a:lnTo>
                <a:lnTo>
                  <a:pt x="48285" y="2788"/>
                </a:lnTo>
                <a:lnTo>
                  <a:pt x="48725" y="2460"/>
                </a:lnTo>
                <a:lnTo>
                  <a:pt x="49166" y="2460"/>
                </a:lnTo>
                <a:lnTo>
                  <a:pt x="49166" y="2132"/>
                </a:lnTo>
                <a:lnTo>
                  <a:pt x="49624" y="2132"/>
                </a:lnTo>
                <a:lnTo>
                  <a:pt x="50065" y="1640"/>
                </a:lnTo>
                <a:lnTo>
                  <a:pt x="50505" y="1312"/>
                </a:lnTo>
                <a:lnTo>
                  <a:pt x="50945" y="1312"/>
                </a:lnTo>
                <a:lnTo>
                  <a:pt x="50945" y="820"/>
                </a:lnTo>
                <a:lnTo>
                  <a:pt x="51386" y="820"/>
                </a:lnTo>
                <a:lnTo>
                  <a:pt x="51826" y="492"/>
                </a:lnTo>
                <a:lnTo>
                  <a:pt x="52266" y="492"/>
                </a:lnTo>
                <a:lnTo>
                  <a:pt x="52725" y="0"/>
                </a:lnTo>
              </a:path>
            </a:pathLst>
          </a:custGeom>
          <a:ln w="23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7001869" y="4181683"/>
            <a:ext cx="52266" cy="25259"/>
          </a:xfrm>
          <a:custGeom>
            <a:avLst/>
            <a:gdLst/>
            <a:ahLst/>
            <a:cxnLst/>
            <a:rect l="l" t="t" r="r" b="b"/>
            <a:pathLst>
              <a:path w="52266" h="25259">
                <a:moveTo>
                  <a:pt x="0" y="25259"/>
                </a:moveTo>
                <a:lnTo>
                  <a:pt x="440" y="24931"/>
                </a:lnTo>
                <a:lnTo>
                  <a:pt x="880" y="24931"/>
                </a:lnTo>
                <a:lnTo>
                  <a:pt x="880" y="24603"/>
                </a:lnTo>
                <a:lnTo>
                  <a:pt x="1320" y="24603"/>
                </a:lnTo>
                <a:lnTo>
                  <a:pt x="1761" y="24111"/>
                </a:lnTo>
                <a:lnTo>
                  <a:pt x="2201" y="24111"/>
                </a:lnTo>
                <a:lnTo>
                  <a:pt x="2201" y="23783"/>
                </a:lnTo>
                <a:lnTo>
                  <a:pt x="2641" y="23783"/>
                </a:lnTo>
                <a:lnTo>
                  <a:pt x="3100" y="23291"/>
                </a:lnTo>
                <a:lnTo>
                  <a:pt x="3540" y="23291"/>
                </a:lnTo>
                <a:lnTo>
                  <a:pt x="3540" y="22963"/>
                </a:lnTo>
                <a:lnTo>
                  <a:pt x="3980" y="22963"/>
                </a:lnTo>
                <a:lnTo>
                  <a:pt x="4421" y="22635"/>
                </a:lnTo>
                <a:lnTo>
                  <a:pt x="4861" y="22635"/>
                </a:lnTo>
                <a:lnTo>
                  <a:pt x="4861" y="22143"/>
                </a:lnTo>
                <a:lnTo>
                  <a:pt x="5301" y="22143"/>
                </a:lnTo>
                <a:lnTo>
                  <a:pt x="5301" y="21815"/>
                </a:lnTo>
                <a:lnTo>
                  <a:pt x="5742" y="21815"/>
                </a:lnTo>
                <a:lnTo>
                  <a:pt x="6200" y="21815"/>
                </a:lnTo>
                <a:lnTo>
                  <a:pt x="6200" y="21323"/>
                </a:lnTo>
                <a:lnTo>
                  <a:pt x="6641" y="21323"/>
                </a:lnTo>
                <a:lnTo>
                  <a:pt x="7081" y="20994"/>
                </a:lnTo>
                <a:lnTo>
                  <a:pt x="7521" y="20994"/>
                </a:lnTo>
                <a:lnTo>
                  <a:pt x="7521" y="20502"/>
                </a:lnTo>
                <a:lnTo>
                  <a:pt x="7961" y="20502"/>
                </a:lnTo>
                <a:lnTo>
                  <a:pt x="8402" y="20502"/>
                </a:lnTo>
                <a:lnTo>
                  <a:pt x="8402" y="20174"/>
                </a:lnTo>
                <a:lnTo>
                  <a:pt x="8842" y="20174"/>
                </a:lnTo>
                <a:lnTo>
                  <a:pt x="8842" y="19846"/>
                </a:lnTo>
                <a:lnTo>
                  <a:pt x="9301" y="19846"/>
                </a:lnTo>
                <a:lnTo>
                  <a:pt x="9741" y="19354"/>
                </a:lnTo>
                <a:lnTo>
                  <a:pt x="10181" y="19354"/>
                </a:lnTo>
                <a:lnTo>
                  <a:pt x="10181" y="19026"/>
                </a:lnTo>
                <a:lnTo>
                  <a:pt x="10622" y="19026"/>
                </a:lnTo>
                <a:lnTo>
                  <a:pt x="11062" y="19026"/>
                </a:lnTo>
                <a:lnTo>
                  <a:pt x="11502" y="18534"/>
                </a:lnTo>
                <a:lnTo>
                  <a:pt x="11961" y="18206"/>
                </a:lnTo>
                <a:lnTo>
                  <a:pt x="12401" y="18206"/>
                </a:lnTo>
                <a:lnTo>
                  <a:pt x="12841" y="17878"/>
                </a:lnTo>
                <a:lnTo>
                  <a:pt x="13282" y="17386"/>
                </a:lnTo>
                <a:lnTo>
                  <a:pt x="13722" y="17386"/>
                </a:lnTo>
                <a:lnTo>
                  <a:pt x="14162" y="17386"/>
                </a:lnTo>
                <a:lnTo>
                  <a:pt x="14162" y="17058"/>
                </a:lnTo>
                <a:lnTo>
                  <a:pt x="14658" y="17058"/>
                </a:lnTo>
                <a:lnTo>
                  <a:pt x="15025" y="16566"/>
                </a:lnTo>
                <a:lnTo>
                  <a:pt x="15575" y="16566"/>
                </a:lnTo>
                <a:lnTo>
                  <a:pt x="15575" y="16238"/>
                </a:lnTo>
                <a:lnTo>
                  <a:pt x="15942" y="16238"/>
                </a:lnTo>
                <a:lnTo>
                  <a:pt x="16309" y="15746"/>
                </a:lnTo>
                <a:lnTo>
                  <a:pt x="16859" y="15746"/>
                </a:lnTo>
                <a:lnTo>
                  <a:pt x="16859" y="15418"/>
                </a:lnTo>
                <a:lnTo>
                  <a:pt x="17226" y="15418"/>
                </a:lnTo>
                <a:lnTo>
                  <a:pt x="17776" y="15418"/>
                </a:lnTo>
                <a:lnTo>
                  <a:pt x="18143" y="15090"/>
                </a:lnTo>
                <a:lnTo>
                  <a:pt x="18510" y="14598"/>
                </a:lnTo>
                <a:lnTo>
                  <a:pt x="19061" y="14598"/>
                </a:lnTo>
                <a:lnTo>
                  <a:pt x="19427" y="14270"/>
                </a:lnTo>
                <a:lnTo>
                  <a:pt x="19978" y="14270"/>
                </a:lnTo>
                <a:lnTo>
                  <a:pt x="19978" y="13777"/>
                </a:lnTo>
                <a:lnTo>
                  <a:pt x="20345" y="13777"/>
                </a:lnTo>
                <a:lnTo>
                  <a:pt x="20895" y="13449"/>
                </a:lnTo>
                <a:lnTo>
                  <a:pt x="21262" y="13449"/>
                </a:lnTo>
                <a:lnTo>
                  <a:pt x="21629" y="13121"/>
                </a:lnTo>
                <a:lnTo>
                  <a:pt x="22179" y="13121"/>
                </a:lnTo>
                <a:lnTo>
                  <a:pt x="22546" y="12629"/>
                </a:lnTo>
                <a:lnTo>
                  <a:pt x="23097" y="12629"/>
                </a:lnTo>
                <a:lnTo>
                  <a:pt x="23464" y="12301"/>
                </a:lnTo>
                <a:lnTo>
                  <a:pt x="23830" y="12301"/>
                </a:lnTo>
                <a:lnTo>
                  <a:pt x="23830" y="11809"/>
                </a:lnTo>
                <a:lnTo>
                  <a:pt x="24381" y="11809"/>
                </a:lnTo>
                <a:lnTo>
                  <a:pt x="24748" y="11481"/>
                </a:lnTo>
                <a:lnTo>
                  <a:pt x="25298" y="11481"/>
                </a:lnTo>
                <a:lnTo>
                  <a:pt x="25665" y="11481"/>
                </a:lnTo>
                <a:lnTo>
                  <a:pt x="26215" y="10989"/>
                </a:lnTo>
                <a:lnTo>
                  <a:pt x="26582" y="10661"/>
                </a:lnTo>
                <a:lnTo>
                  <a:pt x="26949" y="10661"/>
                </a:lnTo>
                <a:lnTo>
                  <a:pt x="26949" y="10333"/>
                </a:lnTo>
                <a:lnTo>
                  <a:pt x="27500" y="10333"/>
                </a:lnTo>
                <a:lnTo>
                  <a:pt x="27866" y="10333"/>
                </a:lnTo>
                <a:lnTo>
                  <a:pt x="28417" y="9841"/>
                </a:lnTo>
                <a:lnTo>
                  <a:pt x="28784" y="9841"/>
                </a:lnTo>
                <a:lnTo>
                  <a:pt x="28784" y="9513"/>
                </a:lnTo>
                <a:lnTo>
                  <a:pt x="29151" y="9513"/>
                </a:lnTo>
                <a:lnTo>
                  <a:pt x="29701" y="9513"/>
                </a:lnTo>
                <a:lnTo>
                  <a:pt x="29701" y="9021"/>
                </a:lnTo>
                <a:lnTo>
                  <a:pt x="30068" y="9021"/>
                </a:lnTo>
                <a:lnTo>
                  <a:pt x="30618" y="9021"/>
                </a:lnTo>
                <a:lnTo>
                  <a:pt x="30618" y="8693"/>
                </a:lnTo>
                <a:lnTo>
                  <a:pt x="30985" y="8693"/>
                </a:lnTo>
                <a:lnTo>
                  <a:pt x="31352" y="8693"/>
                </a:lnTo>
                <a:lnTo>
                  <a:pt x="31903" y="8365"/>
                </a:lnTo>
                <a:lnTo>
                  <a:pt x="32269" y="8365"/>
                </a:lnTo>
                <a:lnTo>
                  <a:pt x="32820" y="7873"/>
                </a:lnTo>
                <a:lnTo>
                  <a:pt x="33187" y="7873"/>
                </a:lnTo>
                <a:lnTo>
                  <a:pt x="33187" y="7545"/>
                </a:lnTo>
                <a:lnTo>
                  <a:pt x="33737" y="7545"/>
                </a:lnTo>
                <a:lnTo>
                  <a:pt x="34104" y="7053"/>
                </a:lnTo>
                <a:lnTo>
                  <a:pt x="34471" y="7053"/>
                </a:lnTo>
                <a:lnTo>
                  <a:pt x="35021" y="7053"/>
                </a:lnTo>
                <a:lnTo>
                  <a:pt x="35021" y="6724"/>
                </a:lnTo>
                <a:lnTo>
                  <a:pt x="35388" y="6724"/>
                </a:lnTo>
                <a:lnTo>
                  <a:pt x="35939" y="6232"/>
                </a:lnTo>
                <a:lnTo>
                  <a:pt x="36305" y="6232"/>
                </a:lnTo>
                <a:lnTo>
                  <a:pt x="36672" y="6232"/>
                </a:lnTo>
                <a:lnTo>
                  <a:pt x="37223" y="5904"/>
                </a:lnTo>
                <a:lnTo>
                  <a:pt x="37590" y="5904"/>
                </a:lnTo>
                <a:lnTo>
                  <a:pt x="37590" y="5576"/>
                </a:lnTo>
                <a:lnTo>
                  <a:pt x="38140" y="5576"/>
                </a:lnTo>
                <a:lnTo>
                  <a:pt x="38507" y="5084"/>
                </a:lnTo>
                <a:lnTo>
                  <a:pt x="39057" y="5084"/>
                </a:lnTo>
                <a:lnTo>
                  <a:pt x="39424" y="5084"/>
                </a:lnTo>
                <a:lnTo>
                  <a:pt x="39791" y="4756"/>
                </a:lnTo>
                <a:lnTo>
                  <a:pt x="40341" y="4756"/>
                </a:lnTo>
                <a:lnTo>
                  <a:pt x="40708" y="4264"/>
                </a:lnTo>
                <a:lnTo>
                  <a:pt x="41259" y="4264"/>
                </a:lnTo>
                <a:lnTo>
                  <a:pt x="41626" y="4264"/>
                </a:lnTo>
                <a:lnTo>
                  <a:pt x="41626" y="3936"/>
                </a:lnTo>
                <a:lnTo>
                  <a:pt x="41993" y="3936"/>
                </a:lnTo>
                <a:lnTo>
                  <a:pt x="42543" y="3608"/>
                </a:lnTo>
                <a:lnTo>
                  <a:pt x="42910" y="3608"/>
                </a:lnTo>
                <a:lnTo>
                  <a:pt x="43460" y="3608"/>
                </a:lnTo>
                <a:lnTo>
                  <a:pt x="43827" y="3116"/>
                </a:lnTo>
                <a:lnTo>
                  <a:pt x="44378" y="3116"/>
                </a:lnTo>
                <a:lnTo>
                  <a:pt x="44744" y="2788"/>
                </a:lnTo>
                <a:lnTo>
                  <a:pt x="45111" y="2788"/>
                </a:lnTo>
                <a:lnTo>
                  <a:pt x="45662" y="2788"/>
                </a:lnTo>
                <a:lnTo>
                  <a:pt x="45662" y="2296"/>
                </a:lnTo>
                <a:lnTo>
                  <a:pt x="46029" y="2296"/>
                </a:lnTo>
                <a:lnTo>
                  <a:pt x="46029" y="2296"/>
                </a:lnTo>
                <a:lnTo>
                  <a:pt x="46579" y="1968"/>
                </a:lnTo>
                <a:lnTo>
                  <a:pt x="47313" y="1968"/>
                </a:lnTo>
                <a:lnTo>
                  <a:pt x="47863" y="1476"/>
                </a:lnTo>
                <a:lnTo>
                  <a:pt x="48230" y="1476"/>
                </a:lnTo>
                <a:lnTo>
                  <a:pt x="48780" y="1148"/>
                </a:lnTo>
                <a:lnTo>
                  <a:pt x="49698" y="1148"/>
                </a:lnTo>
                <a:lnTo>
                  <a:pt x="50065" y="820"/>
                </a:lnTo>
                <a:lnTo>
                  <a:pt x="50432" y="820"/>
                </a:lnTo>
                <a:lnTo>
                  <a:pt x="50982" y="328"/>
                </a:lnTo>
                <a:lnTo>
                  <a:pt x="51349" y="328"/>
                </a:lnTo>
                <a:lnTo>
                  <a:pt x="51899" y="0"/>
                </a:lnTo>
                <a:lnTo>
                  <a:pt x="52266" y="0"/>
                </a:lnTo>
              </a:path>
            </a:pathLst>
          </a:custGeom>
          <a:ln w="23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7062024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7054135" y="4169381"/>
            <a:ext cx="52651" cy="12301"/>
          </a:xfrm>
          <a:custGeom>
            <a:avLst/>
            <a:gdLst/>
            <a:ahLst/>
            <a:cxnLst/>
            <a:rect l="l" t="t" r="r" b="b"/>
            <a:pathLst>
              <a:path w="52651" h="12301">
                <a:moveTo>
                  <a:pt x="0" y="12301"/>
                </a:moveTo>
                <a:lnTo>
                  <a:pt x="366" y="12301"/>
                </a:lnTo>
                <a:lnTo>
                  <a:pt x="917" y="11809"/>
                </a:lnTo>
                <a:lnTo>
                  <a:pt x="1284" y="11809"/>
                </a:lnTo>
                <a:lnTo>
                  <a:pt x="1834" y="11809"/>
                </a:lnTo>
                <a:lnTo>
                  <a:pt x="1834" y="11481"/>
                </a:lnTo>
                <a:lnTo>
                  <a:pt x="2201" y="11481"/>
                </a:lnTo>
                <a:lnTo>
                  <a:pt x="2568" y="11481"/>
                </a:lnTo>
                <a:lnTo>
                  <a:pt x="3118" y="11153"/>
                </a:lnTo>
                <a:lnTo>
                  <a:pt x="3485" y="11153"/>
                </a:lnTo>
                <a:lnTo>
                  <a:pt x="4036" y="10661"/>
                </a:lnTo>
                <a:lnTo>
                  <a:pt x="4402" y="10661"/>
                </a:lnTo>
                <a:lnTo>
                  <a:pt x="4953" y="10661"/>
                </a:lnTo>
                <a:lnTo>
                  <a:pt x="5320" y="10333"/>
                </a:lnTo>
                <a:lnTo>
                  <a:pt x="5687" y="10333"/>
                </a:lnTo>
                <a:lnTo>
                  <a:pt x="6237" y="10333"/>
                </a:lnTo>
                <a:lnTo>
                  <a:pt x="6604" y="9841"/>
                </a:lnTo>
                <a:lnTo>
                  <a:pt x="7154" y="9841"/>
                </a:lnTo>
                <a:lnTo>
                  <a:pt x="7521" y="9841"/>
                </a:lnTo>
                <a:lnTo>
                  <a:pt x="7888" y="9513"/>
                </a:lnTo>
                <a:lnTo>
                  <a:pt x="8438" y="9513"/>
                </a:lnTo>
                <a:lnTo>
                  <a:pt x="8805" y="9513"/>
                </a:lnTo>
                <a:lnTo>
                  <a:pt x="8805" y="9185"/>
                </a:lnTo>
                <a:lnTo>
                  <a:pt x="9356" y="9185"/>
                </a:lnTo>
                <a:lnTo>
                  <a:pt x="9723" y="9185"/>
                </a:lnTo>
                <a:lnTo>
                  <a:pt x="10273" y="9185"/>
                </a:lnTo>
                <a:lnTo>
                  <a:pt x="10273" y="8693"/>
                </a:lnTo>
                <a:lnTo>
                  <a:pt x="10640" y="8693"/>
                </a:lnTo>
                <a:lnTo>
                  <a:pt x="11007" y="8693"/>
                </a:lnTo>
                <a:lnTo>
                  <a:pt x="11557" y="8693"/>
                </a:lnTo>
                <a:lnTo>
                  <a:pt x="11557" y="8365"/>
                </a:lnTo>
                <a:lnTo>
                  <a:pt x="11924" y="8365"/>
                </a:lnTo>
                <a:lnTo>
                  <a:pt x="12475" y="8365"/>
                </a:lnTo>
                <a:lnTo>
                  <a:pt x="12841" y="8365"/>
                </a:lnTo>
                <a:lnTo>
                  <a:pt x="12841" y="7873"/>
                </a:lnTo>
                <a:lnTo>
                  <a:pt x="13208" y="7873"/>
                </a:lnTo>
                <a:lnTo>
                  <a:pt x="13759" y="7873"/>
                </a:lnTo>
                <a:lnTo>
                  <a:pt x="14126" y="7873"/>
                </a:lnTo>
                <a:lnTo>
                  <a:pt x="14126" y="7545"/>
                </a:lnTo>
                <a:lnTo>
                  <a:pt x="14676" y="7545"/>
                </a:lnTo>
                <a:lnTo>
                  <a:pt x="15043" y="7545"/>
                </a:lnTo>
                <a:lnTo>
                  <a:pt x="15593" y="7053"/>
                </a:lnTo>
                <a:lnTo>
                  <a:pt x="15960" y="7053"/>
                </a:lnTo>
                <a:lnTo>
                  <a:pt x="16877" y="7053"/>
                </a:lnTo>
                <a:lnTo>
                  <a:pt x="17244" y="6724"/>
                </a:lnTo>
                <a:lnTo>
                  <a:pt x="17795" y="6724"/>
                </a:lnTo>
                <a:lnTo>
                  <a:pt x="18162" y="6724"/>
                </a:lnTo>
                <a:lnTo>
                  <a:pt x="18162" y="6396"/>
                </a:lnTo>
                <a:lnTo>
                  <a:pt x="18529" y="6396"/>
                </a:lnTo>
                <a:lnTo>
                  <a:pt x="19079" y="6396"/>
                </a:lnTo>
                <a:lnTo>
                  <a:pt x="19446" y="6396"/>
                </a:lnTo>
                <a:lnTo>
                  <a:pt x="19996" y="6396"/>
                </a:lnTo>
                <a:lnTo>
                  <a:pt x="19996" y="5904"/>
                </a:lnTo>
                <a:lnTo>
                  <a:pt x="20363" y="5904"/>
                </a:lnTo>
                <a:lnTo>
                  <a:pt x="20730" y="5904"/>
                </a:lnTo>
                <a:lnTo>
                  <a:pt x="21280" y="5904"/>
                </a:lnTo>
                <a:lnTo>
                  <a:pt x="21280" y="5576"/>
                </a:lnTo>
                <a:lnTo>
                  <a:pt x="21647" y="5576"/>
                </a:lnTo>
                <a:lnTo>
                  <a:pt x="22198" y="5576"/>
                </a:lnTo>
                <a:lnTo>
                  <a:pt x="22565" y="5576"/>
                </a:lnTo>
                <a:lnTo>
                  <a:pt x="23115" y="5576"/>
                </a:lnTo>
                <a:lnTo>
                  <a:pt x="23482" y="5084"/>
                </a:lnTo>
                <a:lnTo>
                  <a:pt x="23849" y="5084"/>
                </a:lnTo>
                <a:lnTo>
                  <a:pt x="24399" y="5084"/>
                </a:lnTo>
                <a:lnTo>
                  <a:pt x="24399" y="5084"/>
                </a:lnTo>
                <a:lnTo>
                  <a:pt x="24766" y="4756"/>
                </a:lnTo>
                <a:lnTo>
                  <a:pt x="25316" y="4756"/>
                </a:lnTo>
                <a:lnTo>
                  <a:pt x="26050" y="4756"/>
                </a:lnTo>
                <a:lnTo>
                  <a:pt x="26601" y="4428"/>
                </a:lnTo>
                <a:lnTo>
                  <a:pt x="26968" y="4428"/>
                </a:lnTo>
                <a:lnTo>
                  <a:pt x="27518" y="4428"/>
                </a:lnTo>
                <a:lnTo>
                  <a:pt x="27885" y="4428"/>
                </a:lnTo>
                <a:lnTo>
                  <a:pt x="27885" y="3936"/>
                </a:lnTo>
                <a:lnTo>
                  <a:pt x="28435" y="3936"/>
                </a:lnTo>
                <a:lnTo>
                  <a:pt x="28802" y="3936"/>
                </a:lnTo>
                <a:lnTo>
                  <a:pt x="29169" y="3936"/>
                </a:lnTo>
                <a:lnTo>
                  <a:pt x="29719" y="3936"/>
                </a:lnTo>
                <a:lnTo>
                  <a:pt x="30086" y="3608"/>
                </a:lnTo>
                <a:lnTo>
                  <a:pt x="30637" y="3608"/>
                </a:lnTo>
                <a:lnTo>
                  <a:pt x="31004" y="3608"/>
                </a:lnTo>
                <a:lnTo>
                  <a:pt x="31370" y="3608"/>
                </a:lnTo>
                <a:lnTo>
                  <a:pt x="31370" y="3608"/>
                </a:lnTo>
                <a:lnTo>
                  <a:pt x="31921" y="3116"/>
                </a:lnTo>
                <a:lnTo>
                  <a:pt x="32838" y="3116"/>
                </a:lnTo>
                <a:lnTo>
                  <a:pt x="33205" y="3116"/>
                </a:lnTo>
                <a:lnTo>
                  <a:pt x="33755" y="3116"/>
                </a:lnTo>
                <a:lnTo>
                  <a:pt x="34122" y="2788"/>
                </a:lnTo>
                <a:lnTo>
                  <a:pt x="34489" y="2788"/>
                </a:lnTo>
                <a:lnTo>
                  <a:pt x="35040" y="2788"/>
                </a:lnTo>
                <a:lnTo>
                  <a:pt x="35407" y="2788"/>
                </a:lnTo>
                <a:lnTo>
                  <a:pt x="35957" y="2788"/>
                </a:lnTo>
                <a:lnTo>
                  <a:pt x="35957" y="2296"/>
                </a:lnTo>
                <a:lnTo>
                  <a:pt x="36324" y="2296"/>
                </a:lnTo>
                <a:lnTo>
                  <a:pt x="36691" y="2296"/>
                </a:lnTo>
                <a:lnTo>
                  <a:pt x="37241" y="2296"/>
                </a:lnTo>
                <a:lnTo>
                  <a:pt x="37608" y="2296"/>
                </a:lnTo>
                <a:lnTo>
                  <a:pt x="37608" y="1968"/>
                </a:lnTo>
                <a:lnTo>
                  <a:pt x="38158" y="1968"/>
                </a:lnTo>
                <a:lnTo>
                  <a:pt x="38525" y="1968"/>
                </a:lnTo>
                <a:lnTo>
                  <a:pt x="38892" y="1968"/>
                </a:lnTo>
                <a:lnTo>
                  <a:pt x="39443" y="1968"/>
                </a:lnTo>
                <a:lnTo>
                  <a:pt x="39809" y="1968"/>
                </a:lnTo>
                <a:lnTo>
                  <a:pt x="40360" y="1968"/>
                </a:lnTo>
                <a:lnTo>
                  <a:pt x="40360" y="1640"/>
                </a:lnTo>
                <a:lnTo>
                  <a:pt x="40727" y="1640"/>
                </a:lnTo>
                <a:lnTo>
                  <a:pt x="41277" y="1640"/>
                </a:lnTo>
                <a:lnTo>
                  <a:pt x="41644" y="1640"/>
                </a:lnTo>
                <a:lnTo>
                  <a:pt x="42011" y="1640"/>
                </a:lnTo>
                <a:lnTo>
                  <a:pt x="42561" y="1640"/>
                </a:lnTo>
                <a:lnTo>
                  <a:pt x="42561" y="1148"/>
                </a:lnTo>
                <a:lnTo>
                  <a:pt x="42928" y="1148"/>
                </a:lnTo>
                <a:lnTo>
                  <a:pt x="43479" y="1148"/>
                </a:lnTo>
                <a:lnTo>
                  <a:pt x="43846" y="1148"/>
                </a:lnTo>
                <a:lnTo>
                  <a:pt x="44212" y="1148"/>
                </a:lnTo>
                <a:lnTo>
                  <a:pt x="44763" y="1148"/>
                </a:lnTo>
                <a:lnTo>
                  <a:pt x="45130" y="1148"/>
                </a:lnTo>
                <a:lnTo>
                  <a:pt x="45680" y="1148"/>
                </a:lnTo>
                <a:lnTo>
                  <a:pt x="45680" y="820"/>
                </a:lnTo>
                <a:lnTo>
                  <a:pt x="46047" y="820"/>
                </a:lnTo>
                <a:lnTo>
                  <a:pt x="46597" y="820"/>
                </a:lnTo>
                <a:lnTo>
                  <a:pt x="46964" y="820"/>
                </a:lnTo>
                <a:lnTo>
                  <a:pt x="47331" y="820"/>
                </a:lnTo>
                <a:lnTo>
                  <a:pt x="47882" y="820"/>
                </a:lnTo>
                <a:lnTo>
                  <a:pt x="48248" y="820"/>
                </a:lnTo>
                <a:lnTo>
                  <a:pt x="48248" y="328"/>
                </a:lnTo>
                <a:lnTo>
                  <a:pt x="48799" y="328"/>
                </a:lnTo>
                <a:lnTo>
                  <a:pt x="49166" y="328"/>
                </a:lnTo>
                <a:lnTo>
                  <a:pt x="49533" y="328"/>
                </a:lnTo>
                <a:lnTo>
                  <a:pt x="50083" y="328"/>
                </a:lnTo>
                <a:lnTo>
                  <a:pt x="50450" y="328"/>
                </a:lnTo>
                <a:lnTo>
                  <a:pt x="51000" y="328"/>
                </a:lnTo>
                <a:lnTo>
                  <a:pt x="51367" y="328"/>
                </a:lnTo>
                <a:lnTo>
                  <a:pt x="51918" y="328"/>
                </a:lnTo>
                <a:lnTo>
                  <a:pt x="52284" y="328"/>
                </a:lnTo>
                <a:lnTo>
                  <a:pt x="52284" y="0"/>
                </a:lnTo>
                <a:lnTo>
                  <a:pt x="52651" y="0"/>
                </a:lnTo>
              </a:path>
            </a:pathLst>
          </a:custGeom>
          <a:ln w="231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7106787" y="4168233"/>
            <a:ext cx="52835" cy="2296"/>
          </a:xfrm>
          <a:custGeom>
            <a:avLst/>
            <a:gdLst/>
            <a:ahLst/>
            <a:cxnLst/>
            <a:rect l="l" t="t" r="r" b="b"/>
            <a:pathLst>
              <a:path w="52835" h="2296">
                <a:moveTo>
                  <a:pt x="0" y="1148"/>
                </a:moveTo>
                <a:lnTo>
                  <a:pt x="550" y="1148"/>
                </a:lnTo>
                <a:lnTo>
                  <a:pt x="917" y="1148"/>
                </a:lnTo>
                <a:lnTo>
                  <a:pt x="1467" y="1148"/>
                </a:lnTo>
                <a:lnTo>
                  <a:pt x="1834" y="1148"/>
                </a:lnTo>
                <a:lnTo>
                  <a:pt x="2201" y="1148"/>
                </a:lnTo>
                <a:lnTo>
                  <a:pt x="2751" y="1148"/>
                </a:lnTo>
                <a:lnTo>
                  <a:pt x="3118" y="820"/>
                </a:lnTo>
                <a:lnTo>
                  <a:pt x="4402" y="820"/>
                </a:lnTo>
                <a:lnTo>
                  <a:pt x="4953" y="820"/>
                </a:lnTo>
                <a:lnTo>
                  <a:pt x="5320" y="820"/>
                </a:lnTo>
                <a:lnTo>
                  <a:pt x="6237" y="820"/>
                </a:lnTo>
                <a:lnTo>
                  <a:pt x="6787" y="820"/>
                </a:lnTo>
                <a:lnTo>
                  <a:pt x="7154" y="820"/>
                </a:lnTo>
                <a:lnTo>
                  <a:pt x="8072" y="820"/>
                </a:lnTo>
                <a:lnTo>
                  <a:pt x="8989" y="820"/>
                </a:lnTo>
                <a:lnTo>
                  <a:pt x="9356" y="328"/>
                </a:lnTo>
                <a:lnTo>
                  <a:pt x="9723" y="328"/>
                </a:lnTo>
                <a:lnTo>
                  <a:pt x="10640" y="328"/>
                </a:lnTo>
                <a:lnTo>
                  <a:pt x="11190" y="328"/>
                </a:lnTo>
                <a:lnTo>
                  <a:pt x="12108" y="328"/>
                </a:lnTo>
                <a:lnTo>
                  <a:pt x="12475" y="328"/>
                </a:lnTo>
                <a:lnTo>
                  <a:pt x="13392" y="328"/>
                </a:lnTo>
                <a:lnTo>
                  <a:pt x="13759" y="328"/>
                </a:lnTo>
                <a:lnTo>
                  <a:pt x="14676" y="328"/>
                </a:lnTo>
                <a:lnTo>
                  <a:pt x="15593" y="328"/>
                </a:lnTo>
                <a:lnTo>
                  <a:pt x="15960" y="328"/>
                </a:lnTo>
                <a:lnTo>
                  <a:pt x="16511" y="328"/>
                </a:lnTo>
                <a:lnTo>
                  <a:pt x="17428" y="328"/>
                </a:lnTo>
                <a:lnTo>
                  <a:pt x="17795" y="328"/>
                </a:lnTo>
                <a:lnTo>
                  <a:pt x="18162" y="0"/>
                </a:lnTo>
                <a:lnTo>
                  <a:pt x="18712" y="0"/>
                </a:lnTo>
                <a:lnTo>
                  <a:pt x="19079" y="0"/>
                </a:lnTo>
                <a:lnTo>
                  <a:pt x="19629" y="0"/>
                </a:lnTo>
                <a:lnTo>
                  <a:pt x="19996" y="0"/>
                </a:lnTo>
                <a:lnTo>
                  <a:pt x="20363" y="0"/>
                </a:lnTo>
                <a:lnTo>
                  <a:pt x="20913" y="0"/>
                </a:lnTo>
                <a:lnTo>
                  <a:pt x="21280" y="0"/>
                </a:lnTo>
                <a:lnTo>
                  <a:pt x="21831" y="0"/>
                </a:lnTo>
                <a:lnTo>
                  <a:pt x="22198" y="0"/>
                </a:lnTo>
                <a:lnTo>
                  <a:pt x="22565" y="0"/>
                </a:lnTo>
                <a:lnTo>
                  <a:pt x="23115" y="0"/>
                </a:lnTo>
                <a:lnTo>
                  <a:pt x="23482" y="0"/>
                </a:lnTo>
                <a:lnTo>
                  <a:pt x="24032" y="0"/>
                </a:lnTo>
                <a:lnTo>
                  <a:pt x="24399" y="0"/>
                </a:lnTo>
                <a:lnTo>
                  <a:pt x="24950" y="0"/>
                </a:lnTo>
                <a:lnTo>
                  <a:pt x="24950" y="328"/>
                </a:lnTo>
                <a:lnTo>
                  <a:pt x="25316" y="328"/>
                </a:lnTo>
                <a:lnTo>
                  <a:pt x="25683" y="328"/>
                </a:lnTo>
                <a:lnTo>
                  <a:pt x="26234" y="328"/>
                </a:lnTo>
                <a:lnTo>
                  <a:pt x="26601" y="328"/>
                </a:lnTo>
                <a:lnTo>
                  <a:pt x="27151" y="328"/>
                </a:lnTo>
                <a:lnTo>
                  <a:pt x="27518" y="328"/>
                </a:lnTo>
                <a:lnTo>
                  <a:pt x="27885" y="328"/>
                </a:lnTo>
                <a:lnTo>
                  <a:pt x="28435" y="328"/>
                </a:lnTo>
                <a:lnTo>
                  <a:pt x="28802" y="328"/>
                </a:lnTo>
                <a:lnTo>
                  <a:pt x="29352" y="328"/>
                </a:lnTo>
                <a:lnTo>
                  <a:pt x="29719" y="328"/>
                </a:lnTo>
                <a:lnTo>
                  <a:pt x="30270" y="328"/>
                </a:lnTo>
                <a:lnTo>
                  <a:pt x="30637" y="328"/>
                </a:lnTo>
                <a:lnTo>
                  <a:pt x="31004" y="328"/>
                </a:lnTo>
                <a:lnTo>
                  <a:pt x="31554" y="328"/>
                </a:lnTo>
                <a:lnTo>
                  <a:pt x="31921" y="328"/>
                </a:lnTo>
                <a:lnTo>
                  <a:pt x="32471" y="328"/>
                </a:lnTo>
                <a:lnTo>
                  <a:pt x="32838" y="328"/>
                </a:lnTo>
                <a:lnTo>
                  <a:pt x="33205" y="328"/>
                </a:lnTo>
                <a:lnTo>
                  <a:pt x="33755" y="328"/>
                </a:lnTo>
                <a:lnTo>
                  <a:pt x="34122" y="820"/>
                </a:lnTo>
                <a:lnTo>
                  <a:pt x="34673" y="820"/>
                </a:lnTo>
                <a:lnTo>
                  <a:pt x="35040" y="820"/>
                </a:lnTo>
                <a:lnTo>
                  <a:pt x="35590" y="820"/>
                </a:lnTo>
                <a:lnTo>
                  <a:pt x="35957" y="820"/>
                </a:lnTo>
                <a:lnTo>
                  <a:pt x="36324" y="820"/>
                </a:lnTo>
                <a:lnTo>
                  <a:pt x="36874" y="820"/>
                </a:lnTo>
                <a:lnTo>
                  <a:pt x="37241" y="820"/>
                </a:lnTo>
                <a:lnTo>
                  <a:pt x="37791" y="820"/>
                </a:lnTo>
                <a:lnTo>
                  <a:pt x="38158" y="820"/>
                </a:lnTo>
                <a:lnTo>
                  <a:pt x="38525" y="820"/>
                </a:lnTo>
                <a:lnTo>
                  <a:pt x="39076" y="820"/>
                </a:lnTo>
                <a:lnTo>
                  <a:pt x="39443" y="820"/>
                </a:lnTo>
                <a:lnTo>
                  <a:pt x="39993" y="820"/>
                </a:lnTo>
                <a:lnTo>
                  <a:pt x="39993" y="1148"/>
                </a:lnTo>
                <a:lnTo>
                  <a:pt x="40360" y="1148"/>
                </a:lnTo>
                <a:lnTo>
                  <a:pt x="40727" y="1148"/>
                </a:lnTo>
                <a:lnTo>
                  <a:pt x="41277" y="1148"/>
                </a:lnTo>
                <a:lnTo>
                  <a:pt x="41644" y="1148"/>
                </a:lnTo>
                <a:lnTo>
                  <a:pt x="42194" y="1148"/>
                </a:lnTo>
                <a:lnTo>
                  <a:pt x="42561" y="1148"/>
                </a:lnTo>
                <a:lnTo>
                  <a:pt x="43112" y="1148"/>
                </a:lnTo>
                <a:lnTo>
                  <a:pt x="43479" y="1148"/>
                </a:lnTo>
                <a:lnTo>
                  <a:pt x="43479" y="1476"/>
                </a:lnTo>
                <a:lnTo>
                  <a:pt x="43846" y="1476"/>
                </a:lnTo>
                <a:lnTo>
                  <a:pt x="44396" y="1476"/>
                </a:lnTo>
                <a:lnTo>
                  <a:pt x="44763" y="1476"/>
                </a:lnTo>
                <a:lnTo>
                  <a:pt x="45313" y="1476"/>
                </a:lnTo>
                <a:lnTo>
                  <a:pt x="45680" y="1476"/>
                </a:lnTo>
                <a:lnTo>
                  <a:pt x="46047" y="1476"/>
                </a:lnTo>
                <a:lnTo>
                  <a:pt x="46597" y="1476"/>
                </a:lnTo>
                <a:lnTo>
                  <a:pt x="46964" y="1476"/>
                </a:lnTo>
                <a:lnTo>
                  <a:pt x="47515" y="1476"/>
                </a:lnTo>
                <a:lnTo>
                  <a:pt x="47515" y="1968"/>
                </a:lnTo>
                <a:lnTo>
                  <a:pt x="47882" y="1968"/>
                </a:lnTo>
                <a:lnTo>
                  <a:pt x="48432" y="1968"/>
                </a:lnTo>
                <a:lnTo>
                  <a:pt x="48799" y="1968"/>
                </a:lnTo>
                <a:lnTo>
                  <a:pt x="49166" y="1968"/>
                </a:lnTo>
                <a:lnTo>
                  <a:pt x="49716" y="1968"/>
                </a:lnTo>
                <a:lnTo>
                  <a:pt x="50083" y="1968"/>
                </a:lnTo>
                <a:lnTo>
                  <a:pt x="50083" y="2296"/>
                </a:lnTo>
                <a:lnTo>
                  <a:pt x="50633" y="2296"/>
                </a:lnTo>
                <a:lnTo>
                  <a:pt x="51000" y="2296"/>
                </a:lnTo>
                <a:lnTo>
                  <a:pt x="51367" y="2296"/>
                </a:lnTo>
                <a:lnTo>
                  <a:pt x="51918" y="2296"/>
                </a:lnTo>
                <a:lnTo>
                  <a:pt x="52284" y="2296"/>
                </a:lnTo>
                <a:lnTo>
                  <a:pt x="52835" y="2296"/>
                </a:lnTo>
              </a:path>
            </a:pathLst>
          </a:custGeom>
          <a:ln w="22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7159623" y="4170529"/>
            <a:ext cx="52284" cy="14762"/>
          </a:xfrm>
          <a:custGeom>
            <a:avLst/>
            <a:gdLst/>
            <a:ahLst/>
            <a:cxnLst/>
            <a:rect l="l" t="t" r="r" b="b"/>
            <a:pathLst>
              <a:path w="52284" h="14762">
                <a:moveTo>
                  <a:pt x="0" y="0"/>
                </a:moveTo>
                <a:lnTo>
                  <a:pt x="366" y="0"/>
                </a:lnTo>
                <a:lnTo>
                  <a:pt x="366" y="492"/>
                </a:lnTo>
                <a:lnTo>
                  <a:pt x="917" y="492"/>
                </a:lnTo>
                <a:lnTo>
                  <a:pt x="1284" y="492"/>
                </a:lnTo>
                <a:lnTo>
                  <a:pt x="1651" y="492"/>
                </a:lnTo>
                <a:lnTo>
                  <a:pt x="2201" y="492"/>
                </a:lnTo>
                <a:lnTo>
                  <a:pt x="2568" y="820"/>
                </a:lnTo>
                <a:lnTo>
                  <a:pt x="3118" y="820"/>
                </a:lnTo>
                <a:lnTo>
                  <a:pt x="3485" y="820"/>
                </a:lnTo>
                <a:lnTo>
                  <a:pt x="3852" y="820"/>
                </a:lnTo>
                <a:lnTo>
                  <a:pt x="4402" y="820"/>
                </a:lnTo>
                <a:lnTo>
                  <a:pt x="4769" y="820"/>
                </a:lnTo>
                <a:lnTo>
                  <a:pt x="5320" y="1148"/>
                </a:lnTo>
                <a:lnTo>
                  <a:pt x="5687" y="1148"/>
                </a:lnTo>
                <a:lnTo>
                  <a:pt x="6054" y="1148"/>
                </a:lnTo>
                <a:lnTo>
                  <a:pt x="6604" y="1148"/>
                </a:lnTo>
                <a:lnTo>
                  <a:pt x="6971" y="1148"/>
                </a:lnTo>
                <a:lnTo>
                  <a:pt x="6971" y="1640"/>
                </a:lnTo>
                <a:lnTo>
                  <a:pt x="7521" y="1640"/>
                </a:lnTo>
                <a:lnTo>
                  <a:pt x="7888" y="1640"/>
                </a:lnTo>
                <a:lnTo>
                  <a:pt x="8438" y="1640"/>
                </a:lnTo>
                <a:lnTo>
                  <a:pt x="8805" y="1640"/>
                </a:lnTo>
                <a:lnTo>
                  <a:pt x="8805" y="1968"/>
                </a:lnTo>
                <a:lnTo>
                  <a:pt x="9172" y="1968"/>
                </a:lnTo>
                <a:lnTo>
                  <a:pt x="9723" y="1968"/>
                </a:lnTo>
                <a:lnTo>
                  <a:pt x="10090" y="1968"/>
                </a:lnTo>
                <a:lnTo>
                  <a:pt x="10640" y="1968"/>
                </a:lnTo>
                <a:lnTo>
                  <a:pt x="11007" y="1968"/>
                </a:lnTo>
                <a:lnTo>
                  <a:pt x="11374" y="2460"/>
                </a:lnTo>
                <a:lnTo>
                  <a:pt x="11924" y="2460"/>
                </a:lnTo>
                <a:lnTo>
                  <a:pt x="12291" y="2460"/>
                </a:lnTo>
                <a:lnTo>
                  <a:pt x="12841" y="2460"/>
                </a:lnTo>
                <a:lnTo>
                  <a:pt x="12841" y="2788"/>
                </a:lnTo>
                <a:lnTo>
                  <a:pt x="13208" y="2788"/>
                </a:lnTo>
                <a:lnTo>
                  <a:pt x="13759" y="2788"/>
                </a:lnTo>
                <a:lnTo>
                  <a:pt x="14126" y="2788"/>
                </a:lnTo>
                <a:lnTo>
                  <a:pt x="14493" y="2788"/>
                </a:lnTo>
                <a:lnTo>
                  <a:pt x="15043" y="2788"/>
                </a:lnTo>
                <a:lnTo>
                  <a:pt x="15043" y="3280"/>
                </a:lnTo>
                <a:lnTo>
                  <a:pt x="15410" y="3280"/>
                </a:lnTo>
                <a:lnTo>
                  <a:pt x="15960" y="3280"/>
                </a:lnTo>
                <a:lnTo>
                  <a:pt x="16327" y="3608"/>
                </a:lnTo>
                <a:lnTo>
                  <a:pt x="16694" y="3608"/>
                </a:lnTo>
                <a:lnTo>
                  <a:pt x="17244" y="3608"/>
                </a:lnTo>
                <a:lnTo>
                  <a:pt x="17611" y="3608"/>
                </a:lnTo>
                <a:lnTo>
                  <a:pt x="18162" y="3608"/>
                </a:lnTo>
                <a:lnTo>
                  <a:pt x="18162" y="3608"/>
                </a:lnTo>
                <a:lnTo>
                  <a:pt x="18529" y="3936"/>
                </a:lnTo>
                <a:lnTo>
                  <a:pt x="19446" y="3936"/>
                </a:lnTo>
                <a:lnTo>
                  <a:pt x="19813" y="4428"/>
                </a:lnTo>
                <a:lnTo>
                  <a:pt x="20363" y="4428"/>
                </a:lnTo>
                <a:lnTo>
                  <a:pt x="20730" y="4428"/>
                </a:lnTo>
                <a:lnTo>
                  <a:pt x="21280" y="4428"/>
                </a:lnTo>
                <a:lnTo>
                  <a:pt x="21647" y="4428"/>
                </a:lnTo>
                <a:lnTo>
                  <a:pt x="21647" y="4756"/>
                </a:lnTo>
                <a:lnTo>
                  <a:pt x="22014" y="4756"/>
                </a:lnTo>
                <a:lnTo>
                  <a:pt x="22565" y="4756"/>
                </a:lnTo>
                <a:lnTo>
                  <a:pt x="22932" y="5248"/>
                </a:lnTo>
                <a:lnTo>
                  <a:pt x="23482" y="5248"/>
                </a:lnTo>
                <a:lnTo>
                  <a:pt x="23849" y="5248"/>
                </a:lnTo>
                <a:lnTo>
                  <a:pt x="24216" y="5248"/>
                </a:lnTo>
                <a:lnTo>
                  <a:pt x="24766" y="5248"/>
                </a:lnTo>
                <a:lnTo>
                  <a:pt x="24766" y="5576"/>
                </a:lnTo>
                <a:lnTo>
                  <a:pt x="25133" y="5576"/>
                </a:lnTo>
                <a:lnTo>
                  <a:pt x="25683" y="5576"/>
                </a:lnTo>
                <a:lnTo>
                  <a:pt x="26050" y="5904"/>
                </a:lnTo>
                <a:lnTo>
                  <a:pt x="26601" y="5904"/>
                </a:lnTo>
                <a:lnTo>
                  <a:pt x="26968" y="5904"/>
                </a:lnTo>
                <a:lnTo>
                  <a:pt x="27334" y="6396"/>
                </a:lnTo>
                <a:lnTo>
                  <a:pt x="27885" y="6396"/>
                </a:lnTo>
                <a:lnTo>
                  <a:pt x="28252" y="6396"/>
                </a:lnTo>
                <a:lnTo>
                  <a:pt x="28802" y="6396"/>
                </a:lnTo>
                <a:lnTo>
                  <a:pt x="28802" y="6724"/>
                </a:lnTo>
                <a:lnTo>
                  <a:pt x="29169" y="6724"/>
                </a:lnTo>
                <a:lnTo>
                  <a:pt x="29536" y="6724"/>
                </a:lnTo>
                <a:lnTo>
                  <a:pt x="30086" y="7217"/>
                </a:lnTo>
                <a:lnTo>
                  <a:pt x="30453" y="7217"/>
                </a:lnTo>
                <a:lnTo>
                  <a:pt x="31004" y="7217"/>
                </a:lnTo>
                <a:lnTo>
                  <a:pt x="31370" y="7545"/>
                </a:lnTo>
                <a:lnTo>
                  <a:pt x="31921" y="7545"/>
                </a:lnTo>
                <a:lnTo>
                  <a:pt x="32288" y="7545"/>
                </a:lnTo>
                <a:lnTo>
                  <a:pt x="32655" y="8037"/>
                </a:lnTo>
                <a:lnTo>
                  <a:pt x="33205" y="8037"/>
                </a:lnTo>
                <a:lnTo>
                  <a:pt x="33572" y="8037"/>
                </a:lnTo>
                <a:lnTo>
                  <a:pt x="34122" y="8365"/>
                </a:lnTo>
                <a:lnTo>
                  <a:pt x="34489" y="8365"/>
                </a:lnTo>
                <a:lnTo>
                  <a:pt x="34856" y="8365"/>
                </a:lnTo>
                <a:lnTo>
                  <a:pt x="34856" y="8693"/>
                </a:lnTo>
                <a:lnTo>
                  <a:pt x="35407" y="8693"/>
                </a:lnTo>
                <a:lnTo>
                  <a:pt x="35773" y="8693"/>
                </a:lnTo>
                <a:lnTo>
                  <a:pt x="36324" y="8693"/>
                </a:lnTo>
                <a:lnTo>
                  <a:pt x="36324" y="9185"/>
                </a:lnTo>
                <a:lnTo>
                  <a:pt x="36691" y="9185"/>
                </a:lnTo>
                <a:lnTo>
                  <a:pt x="37241" y="9185"/>
                </a:lnTo>
                <a:lnTo>
                  <a:pt x="37608" y="9513"/>
                </a:lnTo>
                <a:lnTo>
                  <a:pt x="38525" y="9513"/>
                </a:lnTo>
                <a:lnTo>
                  <a:pt x="38892" y="10005"/>
                </a:lnTo>
                <a:lnTo>
                  <a:pt x="39443" y="10005"/>
                </a:lnTo>
                <a:lnTo>
                  <a:pt x="39809" y="10005"/>
                </a:lnTo>
                <a:lnTo>
                  <a:pt x="39809" y="10333"/>
                </a:lnTo>
                <a:lnTo>
                  <a:pt x="40176" y="10333"/>
                </a:lnTo>
                <a:lnTo>
                  <a:pt x="40727" y="10333"/>
                </a:lnTo>
                <a:lnTo>
                  <a:pt x="41094" y="10333"/>
                </a:lnTo>
                <a:lnTo>
                  <a:pt x="41094" y="10661"/>
                </a:lnTo>
                <a:lnTo>
                  <a:pt x="41644" y="10661"/>
                </a:lnTo>
                <a:lnTo>
                  <a:pt x="42011" y="10661"/>
                </a:lnTo>
                <a:lnTo>
                  <a:pt x="42011" y="11153"/>
                </a:lnTo>
                <a:lnTo>
                  <a:pt x="42561" y="11153"/>
                </a:lnTo>
                <a:lnTo>
                  <a:pt x="42928" y="11153"/>
                </a:lnTo>
                <a:lnTo>
                  <a:pt x="43295" y="11153"/>
                </a:lnTo>
                <a:lnTo>
                  <a:pt x="43846" y="11481"/>
                </a:lnTo>
                <a:lnTo>
                  <a:pt x="44212" y="11481"/>
                </a:lnTo>
                <a:lnTo>
                  <a:pt x="44212" y="11973"/>
                </a:lnTo>
                <a:lnTo>
                  <a:pt x="44763" y="11973"/>
                </a:lnTo>
                <a:lnTo>
                  <a:pt x="45130" y="11973"/>
                </a:lnTo>
                <a:lnTo>
                  <a:pt x="45497" y="12301"/>
                </a:lnTo>
                <a:lnTo>
                  <a:pt x="46047" y="12301"/>
                </a:lnTo>
                <a:lnTo>
                  <a:pt x="46414" y="12301"/>
                </a:lnTo>
                <a:lnTo>
                  <a:pt x="46964" y="12629"/>
                </a:lnTo>
                <a:lnTo>
                  <a:pt x="47331" y="12629"/>
                </a:lnTo>
                <a:lnTo>
                  <a:pt x="47698" y="13121"/>
                </a:lnTo>
                <a:lnTo>
                  <a:pt x="48248" y="13121"/>
                </a:lnTo>
                <a:lnTo>
                  <a:pt x="48615" y="13449"/>
                </a:lnTo>
                <a:lnTo>
                  <a:pt x="49166" y="13449"/>
                </a:lnTo>
                <a:lnTo>
                  <a:pt x="49533" y="13449"/>
                </a:lnTo>
                <a:lnTo>
                  <a:pt x="49533" y="13941"/>
                </a:lnTo>
                <a:lnTo>
                  <a:pt x="50083" y="13941"/>
                </a:lnTo>
                <a:lnTo>
                  <a:pt x="50450" y="13941"/>
                </a:lnTo>
                <a:lnTo>
                  <a:pt x="50817" y="14270"/>
                </a:lnTo>
                <a:lnTo>
                  <a:pt x="51367" y="14270"/>
                </a:lnTo>
                <a:lnTo>
                  <a:pt x="51367" y="14762"/>
                </a:lnTo>
                <a:lnTo>
                  <a:pt x="51734" y="14762"/>
                </a:lnTo>
                <a:lnTo>
                  <a:pt x="52284" y="14762"/>
                </a:lnTo>
              </a:path>
            </a:pathLst>
          </a:custGeom>
          <a:ln w="23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7211908" y="4185291"/>
            <a:ext cx="52651" cy="27719"/>
          </a:xfrm>
          <a:custGeom>
            <a:avLst/>
            <a:gdLst/>
            <a:ahLst/>
            <a:cxnLst/>
            <a:rect l="l" t="t" r="r" b="b"/>
            <a:pathLst>
              <a:path w="52651" h="27719">
                <a:moveTo>
                  <a:pt x="0" y="0"/>
                </a:moveTo>
                <a:lnTo>
                  <a:pt x="366" y="0"/>
                </a:lnTo>
                <a:lnTo>
                  <a:pt x="366" y="328"/>
                </a:lnTo>
                <a:lnTo>
                  <a:pt x="733" y="328"/>
                </a:lnTo>
                <a:lnTo>
                  <a:pt x="1284" y="656"/>
                </a:lnTo>
                <a:lnTo>
                  <a:pt x="1651" y="656"/>
                </a:lnTo>
                <a:lnTo>
                  <a:pt x="2201" y="656"/>
                </a:lnTo>
                <a:lnTo>
                  <a:pt x="2568" y="1148"/>
                </a:lnTo>
                <a:lnTo>
                  <a:pt x="3118" y="1148"/>
                </a:lnTo>
                <a:lnTo>
                  <a:pt x="3118" y="1476"/>
                </a:lnTo>
                <a:lnTo>
                  <a:pt x="3485" y="1476"/>
                </a:lnTo>
                <a:lnTo>
                  <a:pt x="3852" y="1476"/>
                </a:lnTo>
                <a:lnTo>
                  <a:pt x="4402" y="1968"/>
                </a:lnTo>
                <a:lnTo>
                  <a:pt x="4769" y="1968"/>
                </a:lnTo>
                <a:lnTo>
                  <a:pt x="4769" y="2296"/>
                </a:lnTo>
                <a:lnTo>
                  <a:pt x="5320" y="2296"/>
                </a:lnTo>
                <a:lnTo>
                  <a:pt x="5687" y="2296"/>
                </a:lnTo>
                <a:lnTo>
                  <a:pt x="6054" y="2624"/>
                </a:lnTo>
                <a:lnTo>
                  <a:pt x="6604" y="2624"/>
                </a:lnTo>
                <a:lnTo>
                  <a:pt x="6971" y="3116"/>
                </a:lnTo>
                <a:lnTo>
                  <a:pt x="7521" y="3116"/>
                </a:lnTo>
                <a:lnTo>
                  <a:pt x="7521" y="3444"/>
                </a:lnTo>
                <a:lnTo>
                  <a:pt x="7888" y="3444"/>
                </a:lnTo>
                <a:lnTo>
                  <a:pt x="8438" y="3444"/>
                </a:lnTo>
                <a:lnTo>
                  <a:pt x="8805" y="3936"/>
                </a:lnTo>
                <a:lnTo>
                  <a:pt x="9172" y="3936"/>
                </a:lnTo>
                <a:lnTo>
                  <a:pt x="9723" y="4264"/>
                </a:lnTo>
                <a:lnTo>
                  <a:pt x="10090" y="4264"/>
                </a:lnTo>
                <a:lnTo>
                  <a:pt x="10640" y="4756"/>
                </a:lnTo>
                <a:lnTo>
                  <a:pt x="11007" y="4756"/>
                </a:lnTo>
                <a:lnTo>
                  <a:pt x="11374" y="5084"/>
                </a:lnTo>
                <a:lnTo>
                  <a:pt x="11924" y="5084"/>
                </a:lnTo>
                <a:lnTo>
                  <a:pt x="12291" y="5084"/>
                </a:lnTo>
                <a:lnTo>
                  <a:pt x="12291" y="5412"/>
                </a:lnTo>
                <a:lnTo>
                  <a:pt x="12841" y="5412"/>
                </a:lnTo>
                <a:lnTo>
                  <a:pt x="13208" y="5412"/>
                </a:lnTo>
                <a:lnTo>
                  <a:pt x="13208" y="5904"/>
                </a:lnTo>
                <a:lnTo>
                  <a:pt x="13575" y="5904"/>
                </a:lnTo>
                <a:lnTo>
                  <a:pt x="14126" y="6232"/>
                </a:lnTo>
                <a:lnTo>
                  <a:pt x="14493" y="6232"/>
                </a:lnTo>
                <a:lnTo>
                  <a:pt x="15043" y="6724"/>
                </a:lnTo>
                <a:lnTo>
                  <a:pt x="15410" y="6724"/>
                </a:lnTo>
                <a:lnTo>
                  <a:pt x="15960" y="7053"/>
                </a:lnTo>
                <a:lnTo>
                  <a:pt x="16327" y="7053"/>
                </a:lnTo>
                <a:lnTo>
                  <a:pt x="16327" y="7381"/>
                </a:lnTo>
                <a:lnTo>
                  <a:pt x="16694" y="7381"/>
                </a:lnTo>
                <a:lnTo>
                  <a:pt x="17244" y="7873"/>
                </a:lnTo>
                <a:lnTo>
                  <a:pt x="17611" y="7873"/>
                </a:lnTo>
                <a:lnTo>
                  <a:pt x="18162" y="7873"/>
                </a:lnTo>
                <a:lnTo>
                  <a:pt x="18162" y="8201"/>
                </a:lnTo>
                <a:lnTo>
                  <a:pt x="18529" y="8201"/>
                </a:lnTo>
                <a:lnTo>
                  <a:pt x="18529" y="8693"/>
                </a:lnTo>
                <a:lnTo>
                  <a:pt x="18895" y="8693"/>
                </a:lnTo>
                <a:lnTo>
                  <a:pt x="19446" y="8693"/>
                </a:lnTo>
                <a:lnTo>
                  <a:pt x="19813" y="9021"/>
                </a:lnTo>
                <a:lnTo>
                  <a:pt x="20363" y="9021"/>
                </a:lnTo>
                <a:lnTo>
                  <a:pt x="20363" y="9513"/>
                </a:lnTo>
                <a:lnTo>
                  <a:pt x="20730" y="9513"/>
                </a:lnTo>
                <a:lnTo>
                  <a:pt x="21280" y="9513"/>
                </a:lnTo>
                <a:lnTo>
                  <a:pt x="21647" y="9841"/>
                </a:lnTo>
                <a:lnTo>
                  <a:pt x="21647" y="9841"/>
                </a:lnTo>
                <a:lnTo>
                  <a:pt x="22014" y="10169"/>
                </a:lnTo>
                <a:lnTo>
                  <a:pt x="22565" y="10169"/>
                </a:lnTo>
                <a:lnTo>
                  <a:pt x="22932" y="10661"/>
                </a:lnTo>
                <a:lnTo>
                  <a:pt x="23482" y="10661"/>
                </a:lnTo>
                <a:lnTo>
                  <a:pt x="23482" y="10989"/>
                </a:lnTo>
                <a:lnTo>
                  <a:pt x="23849" y="10989"/>
                </a:lnTo>
                <a:lnTo>
                  <a:pt x="24216" y="10989"/>
                </a:lnTo>
                <a:lnTo>
                  <a:pt x="24766" y="11481"/>
                </a:lnTo>
                <a:lnTo>
                  <a:pt x="25133" y="11809"/>
                </a:lnTo>
                <a:lnTo>
                  <a:pt x="25683" y="11809"/>
                </a:lnTo>
                <a:lnTo>
                  <a:pt x="26050" y="12137"/>
                </a:lnTo>
                <a:lnTo>
                  <a:pt x="26601" y="12137"/>
                </a:lnTo>
                <a:lnTo>
                  <a:pt x="26601" y="12629"/>
                </a:lnTo>
                <a:lnTo>
                  <a:pt x="26968" y="12629"/>
                </a:lnTo>
                <a:lnTo>
                  <a:pt x="27334" y="12957"/>
                </a:lnTo>
                <a:lnTo>
                  <a:pt x="27885" y="12957"/>
                </a:lnTo>
                <a:lnTo>
                  <a:pt x="28252" y="13449"/>
                </a:lnTo>
                <a:lnTo>
                  <a:pt x="28802" y="13449"/>
                </a:lnTo>
                <a:lnTo>
                  <a:pt x="28802" y="13777"/>
                </a:lnTo>
                <a:lnTo>
                  <a:pt x="29169" y="13777"/>
                </a:lnTo>
                <a:lnTo>
                  <a:pt x="29536" y="14270"/>
                </a:lnTo>
                <a:lnTo>
                  <a:pt x="30086" y="14270"/>
                </a:lnTo>
                <a:lnTo>
                  <a:pt x="30453" y="14598"/>
                </a:lnTo>
                <a:lnTo>
                  <a:pt x="31004" y="14598"/>
                </a:lnTo>
                <a:lnTo>
                  <a:pt x="31370" y="14926"/>
                </a:lnTo>
                <a:lnTo>
                  <a:pt x="31737" y="15418"/>
                </a:lnTo>
                <a:lnTo>
                  <a:pt x="32288" y="15418"/>
                </a:lnTo>
                <a:lnTo>
                  <a:pt x="32655" y="15746"/>
                </a:lnTo>
                <a:lnTo>
                  <a:pt x="33205" y="15746"/>
                </a:lnTo>
                <a:lnTo>
                  <a:pt x="33205" y="16238"/>
                </a:lnTo>
                <a:lnTo>
                  <a:pt x="33572" y="16238"/>
                </a:lnTo>
                <a:lnTo>
                  <a:pt x="34122" y="16566"/>
                </a:lnTo>
                <a:lnTo>
                  <a:pt x="34489" y="16566"/>
                </a:lnTo>
                <a:lnTo>
                  <a:pt x="34489" y="16894"/>
                </a:lnTo>
                <a:lnTo>
                  <a:pt x="34856" y="16894"/>
                </a:lnTo>
                <a:lnTo>
                  <a:pt x="35407" y="16894"/>
                </a:lnTo>
                <a:lnTo>
                  <a:pt x="35407" y="17386"/>
                </a:lnTo>
                <a:lnTo>
                  <a:pt x="35773" y="17386"/>
                </a:lnTo>
                <a:lnTo>
                  <a:pt x="35773" y="17714"/>
                </a:lnTo>
                <a:lnTo>
                  <a:pt x="36324" y="17714"/>
                </a:lnTo>
                <a:lnTo>
                  <a:pt x="36691" y="18206"/>
                </a:lnTo>
                <a:lnTo>
                  <a:pt x="37058" y="18206"/>
                </a:lnTo>
                <a:lnTo>
                  <a:pt x="37608" y="18534"/>
                </a:lnTo>
                <a:lnTo>
                  <a:pt x="37975" y="19026"/>
                </a:lnTo>
                <a:lnTo>
                  <a:pt x="38525" y="19026"/>
                </a:lnTo>
                <a:lnTo>
                  <a:pt x="38892" y="19354"/>
                </a:lnTo>
                <a:lnTo>
                  <a:pt x="39443" y="19354"/>
                </a:lnTo>
                <a:lnTo>
                  <a:pt x="39443" y="19682"/>
                </a:lnTo>
                <a:lnTo>
                  <a:pt x="39809" y="19682"/>
                </a:lnTo>
                <a:lnTo>
                  <a:pt x="40176" y="20174"/>
                </a:lnTo>
                <a:lnTo>
                  <a:pt x="40727" y="20502"/>
                </a:lnTo>
                <a:lnTo>
                  <a:pt x="41094" y="20502"/>
                </a:lnTo>
                <a:lnTo>
                  <a:pt x="41644" y="20994"/>
                </a:lnTo>
                <a:lnTo>
                  <a:pt x="42011" y="20994"/>
                </a:lnTo>
                <a:lnTo>
                  <a:pt x="42011" y="21323"/>
                </a:lnTo>
                <a:lnTo>
                  <a:pt x="42378" y="21323"/>
                </a:lnTo>
                <a:lnTo>
                  <a:pt x="42928" y="21651"/>
                </a:lnTo>
                <a:lnTo>
                  <a:pt x="43295" y="22143"/>
                </a:lnTo>
                <a:lnTo>
                  <a:pt x="43846" y="22143"/>
                </a:lnTo>
                <a:lnTo>
                  <a:pt x="44212" y="22471"/>
                </a:lnTo>
                <a:lnTo>
                  <a:pt x="44763" y="22963"/>
                </a:lnTo>
                <a:lnTo>
                  <a:pt x="45130" y="23291"/>
                </a:lnTo>
                <a:lnTo>
                  <a:pt x="45497" y="23291"/>
                </a:lnTo>
                <a:lnTo>
                  <a:pt x="46047" y="23291"/>
                </a:lnTo>
                <a:lnTo>
                  <a:pt x="46047" y="23783"/>
                </a:lnTo>
                <a:lnTo>
                  <a:pt x="46414" y="23783"/>
                </a:lnTo>
                <a:lnTo>
                  <a:pt x="46414" y="24111"/>
                </a:lnTo>
                <a:lnTo>
                  <a:pt x="46964" y="24111"/>
                </a:lnTo>
                <a:lnTo>
                  <a:pt x="47331" y="24439"/>
                </a:lnTo>
                <a:lnTo>
                  <a:pt x="47698" y="24439"/>
                </a:lnTo>
                <a:lnTo>
                  <a:pt x="47698" y="24931"/>
                </a:lnTo>
                <a:lnTo>
                  <a:pt x="48248" y="24931"/>
                </a:lnTo>
                <a:lnTo>
                  <a:pt x="48615" y="25259"/>
                </a:lnTo>
                <a:lnTo>
                  <a:pt x="49166" y="25751"/>
                </a:lnTo>
                <a:lnTo>
                  <a:pt x="49533" y="25751"/>
                </a:lnTo>
                <a:lnTo>
                  <a:pt x="49900" y="26079"/>
                </a:lnTo>
                <a:lnTo>
                  <a:pt x="50450" y="26079"/>
                </a:lnTo>
                <a:lnTo>
                  <a:pt x="50450" y="26407"/>
                </a:lnTo>
                <a:lnTo>
                  <a:pt x="50817" y="26407"/>
                </a:lnTo>
                <a:lnTo>
                  <a:pt x="50817" y="26899"/>
                </a:lnTo>
                <a:lnTo>
                  <a:pt x="51367" y="26899"/>
                </a:lnTo>
                <a:lnTo>
                  <a:pt x="51367" y="27227"/>
                </a:lnTo>
                <a:lnTo>
                  <a:pt x="51734" y="27227"/>
                </a:lnTo>
                <a:lnTo>
                  <a:pt x="52284" y="27227"/>
                </a:lnTo>
                <a:lnTo>
                  <a:pt x="52284" y="27719"/>
                </a:lnTo>
                <a:lnTo>
                  <a:pt x="52651" y="27719"/>
                </a:lnTo>
              </a:path>
            </a:pathLst>
          </a:custGeom>
          <a:ln w="2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7264560" y="4213011"/>
            <a:ext cx="52651" cy="40349"/>
          </a:xfrm>
          <a:custGeom>
            <a:avLst/>
            <a:gdLst/>
            <a:ahLst/>
            <a:cxnLst/>
            <a:rect l="l" t="t" r="r" b="b"/>
            <a:pathLst>
              <a:path w="52651" h="40349">
                <a:moveTo>
                  <a:pt x="0" y="0"/>
                </a:moveTo>
                <a:lnTo>
                  <a:pt x="366" y="328"/>
                </a:lnTo>
                <a:lnTo>
                  <a:pt x="917" y="820"/>
                </a:lnTo>
                <a:lnTo>
                  <a:pt x="1284" y="820"/>
                </a:lnTo>
                <a:lnTo>
                  <a:pt x="1834" y="1148"/>
                </a:lnTo>
                <a:lnTo>
                  <a:pt x="2201" y="1476"/>
                </a:lnTo>
                <a:lnTo>
                  <a:pt x="2568" y="1968"/>
                </a:lnTo>
                <a:lnTo>
                  <a:pt x="3118" y="2296"/>
                </a:lnTo>
                <a:lnTo>
                  <a:pt x="3485" y="2296"/>
                </a:lnTo>
                <a:lnTo>
                  <a:pt x="4036" y="2788"/>
                </a:lnTo>
                <a:lnTo>
                  <a:pt x="4402" y="2788"/>
                </a:lnTo>
                <a:lnTo>
                  <a:pt x="4402" y="3116"/>
                </a:lnTo>
                <a:lnTo>
                  <a:pt x="4953" y="3116"/>
                </a:lnTo>
                <a:lnTo>
                  <a:pt x="4953" y="3444"/>
                </a:lnTo>
                <a:lnTo>
                  <a:pt x="5320" y="3444"/>
                </a:lnTo>
                <a:lnTo>
                  <a:pt x="5320" y="3936"/>
                </a:lnTo>
                <a:lnTo>
                  <a:pt x="5687" y="3936"/>
                </a:lnTo>
                <a:lnTo>
                  <a:pt x="6237" y="3936"/>
                </a:lnTo>
                <a:lnTo>
                  <a:pt x="6237" y="4264"/>
                </a:lnTo>
                <a:lnTo>
                  <a:pt x="6604" y="4264"/>
                </a:lnTo>
                <a:lnTo>
                  <a:pt x="6604" y="4756"/>
                </a:lnTo>
                <a:lnTo>
                  <a:pt x="7154" y="4756"/>
                </a:lnTo>
                <a:lnTo>
                  <a:pt x="7521" y="5084"/>
                </a:lnTo>
                <a:lnTo>
                  <a:pt x="7888" y="5576"/>
                </a:lnTo>
                <a:lnTo>
                  <a:pt x="8438" y="5904"/>
                </a:lnTo>
                <a:lnTo>
                  <a:pt x="8805" y="5904"/>
                </a:lnTo>
                <a:lnTo>
                  <a:pt x="9356" y="6232"/>
                </a:lnTo>
                <a:lnTo>
                  <a:pt x="9356" y="6724"/>
                </a:lnTo>
                <a:lnTo>
                  <a:pt x="9723" y="6724"/>
                </a:lnTo>
                <a:lnTo>
                  <a:pt x="10273" y="7053"/>
                </a:lnTo>
                <a:lnTo>
                  <a:pt x="10640" y="7053"/>
                </a:lnTo>
                <a:lnTo>
                  <a:pt x="10640" y="7545"/>
                </a:lnTo>
                <a:lnTo>
                  <a:pt x="11007" y="7545"/>
                </a:lnTo>
                <a:lnTo>
                  <a:pt x="11557" y="7873"/>
                </a:lnTo>
                <a:lnTo>
                  <a:pt x="11924" y="8201"/>
                </a:lnTo>
                <a:lnTo>
                  <a:pt x="12475" y="8201"/>
                </a:lnTo>
                <a:lnTo>
                  <a:pt x="12841" y="8693"/>
                </a:lnTo>
                <a:lnTo>
                  <a:pt x="12841" y="9021"/>
                </a:lnTo>
                <a:lnTo>
                  <a:pt x="13208" y="9021"/>
                </a:lnTo>
                <a:lnTo>
                  <a:pt x="13759" y="9513"/>
                </a:lnTo>
                <a:lnTo>
                  <a:pt x="14126" y="9841"/>
                </a:lnTo>
                <a:lnTo>
                  <a:pt x="14676" y="10169"/>
                </a:lnTo>
                <a:lnTo>
                  <a:pt x="15043" y="10169"/>
                </a:lnTo>
                <a:lnTo>
                  <a:pt x="15410" y="10661"/>
                </a:lnTo>
                <a:lnTo>
                  <a:pt x="15960" y="10989"/>
                </a:lnTo>
                <a:lnTo>
                  <a:pt x="16327" y="11481"/>
                </a:lnTo>
                <a:lnTo>
                  <a:pt x="16877" y="11809"/>
                </a:lnTo>
                <a:lnTo>
                  <a:pt x="17244" y="11809"/>
                </a:lnTo>
                <a:lnTo>
                  <a:pt x="17244" y="12301"/>
                </a:lnTo>
                <a:lnTo>
                  <a:pt x="17795" y="12301"/>
                </a:lnTo>
                <a:lnTo>
                  <a:pt x="17795" y="12629"/>
                </a:lnTo>
                <a:lnTo>
                  <a:pt x="18162" y="12629"/>
                </a:lnTo>
                <a:lnTo>
                  <a:pt x="18529" y="12957"/>
                </a:lnTo>
                <a:lnTo>
                  <a:pt x="19079" y="13449"/>
                </a:lnTo>
                <a:lnTo>
                  <a:pt x="19446" y="13449"/>
                </a:lnTo>
                <a:lnTo>
                  <a:pt x="19996" y="13777"/>
                </a:lnTo>
                <a:lnTo>
                  <a:pt x="19996" y="14270"/>
                </a:lnTo>
                <a:lnTo>
                  <a:pt x="20363" y="14270"/>
                </a:lnTo>
                <a:lnTo>
                  <a:pt x="20730" y="14598"/>
                </a:lnTo>
                <a:lnTo>
                  <a:pt x="21280" y="14926"/>
                </a:lnTo>
                <a:lnTo>
                  <a:pt x="21647" y="15418"/>
                </a:lnTo>
                <a:lnTo>
                  <a:pt x="22198" y="15746"/>
                </a:lnTo>
                <a:lnTo>
                  <a:pt x="22565" y="15746"/>
                </a:lnTo>
                <a:lnTo>
                  <a:pt x="22565" y="16238"/>
                </a:lnTo>
                <a:lnTo>
                  <a:pt x="23115" y="16238"/>
                </a:lnTo>
                <a:lnTo>
                  <a:pt x="23115" y="16566"/>
                </a:lnTo>
                <a:lnTo>
                  <a:pt x="23482" y="16566"/>
                </a:lnTo>
                <a:lnTo>
                  <a:pt x="23849" y="17058"/>
                </a:lnTo>
                <a:lnTo>
                  <a:pt x="23849" y="17058"/>
                </a:lnTo>
                <a:lnTo>
                  <a:pt x="24399" y="17386"/>
                </a:lnTo>
                <a:lnTo>
                  <a:pt x="24766" y="17714"/>
                </a:lnTo>
                <a:lnTo>
                  <a:pt x="25316" y="18206"/>
                </a:lnTo>
                <a:lnTo>
                  <a:pt x="25683" y="18206"/>
                </a:lnTo>
                <a:lnTo>
                  <a:pt x="25683" y="18534"/>
                </a:lnTo>
                <a:lnTo>
                  <a:pt x="26050" y="18534"/>
                </a:lnTo>
                <a:lnTo>
                  <a:pt x="26601" y="19026"/>
                </a:lnTo>
                <a:lnTo>
                  <a:pt x="26968" y="19354"/>
                </a:lnTo>
                <a:lnTo>
                  <a:pt x="27518" y="19682"/>
                </a:lnTo>
                <a:lnTo>
                  <a:pt x="27885" y="19682"/>
                </a:lnTo>
                <a:lnTo>
                  <a:pt x="27885" y="20174"/>
                </a:lnTo>
                <a:lnTo>
                  <a:pt x="28435" y="20174"/>
                </a:lnTo>
                <a:lnTo>
                  <a:pt x="28435" y="20502"/>
                </a:lnTo>
                <a:lnTo>
                  <a:pt x="28802" y="20502"/>
                </a:lnTo>
                <a:lnTo>
                  <a:pt x="28802" y="20994"/>
                </a:lnTo>
                <a:lnTo>
                  <a:pt x="29169" y="21323"/>
                </a:lnTo>
                <a:lnTo>
                  <a:pt x="29719" y="21323"/>
                </a:lnTo>
                <a:lnTo>
                  <a:pt x="30086" y="21815"/>
                </a:lnTo>
                <a:lnTo>
                  <a:pt x="30637" y="22143"/>
                </a:lnTo>
                <a:lnTo>
                  <a:pt x="31004" y="22143"/>
                </a:lnTo>
                <a:lnTo>
                  <a:pt x="31004" y="22471"/>
                </a:lnTo>
                <a:lnTo>
                  <a:pt x="31370" y="22963"/>
                </a:lnTo>
                <a:lnTo>
                  <a:pt x="31921" y="23291"/>
                </a:lnTo>
                <a:lnTo>
                  <a:pt x="32288" y="23291"/>
                </a:lnTo>
                <a:lnTo>
                  <a:pt x="32288" y="23783"/>
                </a:lnTo>
                <a:lnTo>
                  <a:pt x="32838" y="23783"/>
                </a:lnTo>
                <a:lnTo>
                  <a:pt x="33205" y="24111"/>
                </a:lnTo>
                <a:lnTo>
                  <a:pt x="33572" y="24439"/>
                </a:lnTo>
                <a:lnTo>
                  <a:pt x="34122" y="24931"/>
                </a:lnTo>
                <a:lnTo>
                  <a:pt x="34489" y="25259"/>
                </a:lnTo>
                <a:lnTo>
                  <a:pt x="35040" y="25751"/>
                </a:lnTo>
                <a:lnTo>
                  <a:pt x="35407" y="26079"/>
                </a:lnTo>
                <a:lnTo>
                  <a:pt x="35957" y="26571"/>
                </a:lnTo>
                <a:lnTo>
                  <a:pt x="36324" y="26571"/>
                </a:lnTo>
                <a:lnTo>
                  <a:pt x="36324" y="26899"/>
                </a:lnTo>
                <a:lnTo>
                  <a:pt x="36691" y="26899"/>
                </a:lnTo>
                <a:lnTo>
                  <a:pt x="37241" y="27227"/>
                </a:lnTo>
                <a:lnTo>
                  <a:pt x="37608" y="27719"/>
                </a:lnTo>
                <a:lnTo>
                  <a:pt x="37608" y="28047"/>
                </a:lnTo>
                <a:lnTo>
                  <a:pt x="38158" y="28047"/>
                </a:lnTo>
                <a:lnTo>
                  <a:pt x="38158" y="28540"/>
                </a:lnTo>
                <a:lnTo>
                  <a:pt x="38525" y="28540"/>
                </a:lnTo>
                <a:lnTo>
                  <a:pt x="38892" y="28868"/>
                </a:lnTo>
                <a:lnTo>
                  <a:pt x="39443" y="29196"/>
                </a:lnTo>
                <a:lnTo>
                  <a:pt x="39809" y="29688"/>
                </a:lnTo>
                <a:lnTo>
                  <a:pt x="40360" y="30016"/>
                </a:lnTo>
                <a:lnTo>
                  <a:pt x="40727" y="30508"/>
                </a:lnTo>
                <a:lnTo>
                  <a:pt x="41277" y="30836"/>
                </a:lnTo>
                <a:lnTo>
                  <a:pt x="41644" y="30836"/>
                </a:lnTo>
                <a:lnTo>
                  <a:pt x="41644" y="31328"/>
                </a:lnTo>
                <a:lnTo>
                  <a:pt x="42011" y="31656"/>
                </a:lnTo>
                <a:lnTo>
                  <a:pt x="42561" y="31656"/>
                </a:lnTo>
                <a:lnTo>
                  <a:pt x="42561" y="31984"/>
                </a:lnTo>
                <a:lnTo>
                  <a:pt x="42928" y="32476"/>
                </a:lnTo>
                <a:lnTo>
                  <a:pt x="43479" y="32476"/>
                </a:lnTo>
                <a:lnTo>
                  <a:pt x="43479" y="32804"/>
                </a:lnTo>
                <a:lnTo>
                  <a:pt x="43846" y="32804"/>
                </a:lnTo>
                <a:lnTo>
                  <a:pt x="44212" y="33296"/>
                </a:lnTo>
                <a:lnTo>
                  <a:pt x="44763" y="33624"/>
                </a:lnTo>
                <a:lnTo>
                  <a:pt x="44763" y="33952"/>
                </a:lnTo>
                <a:lnTo>
                  <a:pt x="45130" y="33952"/>
                </a:lnTo>
                <a:lnTo>
                  <a:pt x="45680" y="34444"/>
                </a:lnTo>
                <a:lnTo>
                  <a:pt x="46047" y="34772"/>
                </a:lnTo>
                <a:lnTo>
                  <a:pt x="46597" y="35265"/>
                </a:lnTo>
                <a:lnTo>
                  <a:pt x="46597" y="35593"/>
                </a:lnTo>
                <a:lnTo>
                  <a:pt x="46964" y="35593"/>
                </a:lnTo>
                <a:lnTo>
                  <a:pt x="47331" y="36085"/>
                </a:lnTo>
                <a:lnTo>
                  <a:pt x="47882" y="36413"/>
                </a:lnTo>
                <a:lnTo>
                  <a:pt x="48248" y="36741"/>
                </a:lnTo>
                <a:lnTo>
                  <a:pt x="48248" y="36741"/>
                </a:lnTo>
                <a:lnTo>
                  <a:pt x="48799" y="37233"/>
                </a:lnTo>
                <a:lnTo>
                  <a:pt x="49166" y="37561"/>
                </a:lnTo>
                <a:lnTo>
                  <a:pt x="49533" y="38053"/>
                </a:lnTo>
                <a:lnTo>
                  <a:pt x="50083" y="38381"/>
                </a:lnTo>
                <a:lnTo>
                  <a:pt x="50450" y="38709"/>
                </a:lnTo>
                <a:lnTo>
                  <a:pt x="51000" y="39201"/>
                </a:lnTo>
                <a:lnTo>
                  <a:pt x="51367" y="39529"/>
                </a:lnTo>
                <a:lnTo>
                  <a:pt x="51734" y="40021"/>
                </a:lnTo>
                <a:lnTo>
                  <a:pt x="52284" y="40349"/>
                </a:lnTo>
                <a:lnTo>
                  <a:pt x="52651" y="40349"/>
                </a:lnTo>
              </a:path>
            </a:pathLst>
          </a:custGeom>
          <a:ln w="239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7317212" y="4253361"/>
            <a:ext cx="52284" cy="52651"/>
          </a:xfrm>
          <a:custGeom>
            <a:avLst/>
            <a:gdLst/>
            <a:ahLst/>
            <a:cxnLst/>
            <a:rect l="l" t="t" r="r" b="b"/>
            <a:pathLst>
              <a:path w="52284" h="52651">
                <a:moveTo>
                  <a:pt x="0" y="0"/>
                </a:moveTo>
                <a:lnTo>
                  <a:pt x="0" y="492"/>
                </a:lnTo>
                <a:lnTo>
                  <a:pt x="550" y="820"/>
                </a:lnTo>
                <a:lnTo>
                  <a:pt x="917" y="1148"/>
                </a:lnTo>
                <a:lnTo>
                  <a:pt x="1467" y="1640"/>
                </a:lnTo>
                <a:lnTo>
                  <a:pt x="1834" y="1968"/>
                </a:lnTo>
                <a:lnTo>
                  <a:pt x="2201" y="2460"/>
                </a:lnTo>
                <a:lnTo>
                  <a:pt x="2751" y="2460"/>
                </a:lnTo>
                <a:lnTo>
                  <a:pt x="2751" y="2788"/>
                </a:lnTo>
                <a:lnTo>
                  <a:pt x="3118" y="3116"/>
                </a:lnTo>
                <a:lnTo>
                  <a:pt x="3669" y="3608"/>
                </a:lnTo>
                <a:lnTo>
                  <a:pt x="4036" y="3608"/>
                </a:lnTo>
                <a:lnTo>
                  <a:pt x="4036" y="3936"/>
                </a:lnTo>
                <a:lnTo>
                  <a:pt x="4402" y="3936"/>
                </a:lnTo>
                <a:lnTo>
                  <a:pt x="4402" y="4428"/>
                </a:lnTo>
                <a:lnTo>
                  <a:pt x="4953" y="4756"/>
                </a:lnTo>
                <a:lnTo>
                  <a:pt x="5320" y="5248"/>
                </a:lnTo>
                <a:lnTo>
                  <a:pt x="5870" y="5576"/>
                </a:lnTo>
                <a:lnTo>
                  <a:pt x="6237" y="5904"/>
                </a:lnTo>
                <a:lnTo>
                  <a:pt x="6787" y="5904"/>
                </a:lnTo>
                <a:lnTo>
                  <a:pt x="6787" y="6396"/>
                </a:lnTo>
                <a:lnTo>
                  <a:pt x="7154" y="6724"/>
                </a:lnTo>
                <a:lnTo>
                  <a:pt x="7521" y="7217"/>
                </a:lnTo>
                <a:lnTo>
                  <a:pt x="7521" y="7545"/>
                </a:lnTo>
                <a:lnTo>
                  <a:pt x="8072" y="7545"/>
                </a:lnTo>
                <a:lnTo>
                  <a:pt x="8438" y="7873"/>
                </a:lnTo>
                <a:lnTo>
                  <a:pt x="8989" y="8365"/>
                </a:lnTo>
                <a:lnTo>
                  <a:pt x="8989" y="8693"/>
                </a:lnTo>
                <a:lnTo>
                  <a:pt x="9356" y="8693"/>
                </a:lnTo>
                <a:lnTo>
                  <a:pt x="9723" y="9185"/>
                </a:lnTo>
                <a:lnTo>
                  <a:pt x="10273" y="9513"/>
                </a:lnTo>
                <a:lnTo>
                  <a:pt x="10640" y="10005"/>
                </a:lnTo>
                <a:lnTo>
                  <a:pt x="11190" y="10333"/>
                </a:lnTo>
                <a:lnTo>
                  <a:pt x="11190" y="10661"/>
                </a:lnTo>
                <a:lnTo>
                  <a:pt x="11557" y="10661"/>
                </a:lnTo>
                <a:lnTo>
                  <a:pt x="11557" y="11153"/>
                </a:lnTo>
                <a:lnTo>
                  <a:pt x="12108" y="11153"/>
                </a:lnTo>
                <a:lnTo>
                  <a:pt x="12475" y="11481"/>
                </a:lnTo>
                <a:lnTo>
                  <a:pt x="12475" y="11973"/>
                </a:lnTo>
                <a:lnTo>
                  <a:pt x="12841" y="11973"/>
                </a:lnTo>
                <a:lnTo>
                  <a:pt x="12841" y="12301"/>
                </a:lnTo>
                <a:lnTo>
                  <a:pt x="13392" y="12629"/>
                </a:lnTo>
                <a:lnTo>
                  <a:pt x="13759" y="12629"/>
                </a:lnTo>
                <a:lnTo>
                  <a:pt x="13759" y="13121"/>
                </a:lnTo>
                <a:lnTo>
                  <a:pt x="14309" y="13449"/>
                </a:lnTo>
                <a:lnTo>
                  <a:pt x="14676" y="13941"/>
                </a:lnTo>
                <a:lnTo>
                  <a:pt x="15043" y="13941"/>
                </a:lnTo>
                <a:lnTo>
                  <a:pt x="15043" y="14270"/>
                </a:lnTo>
                <a:lnTo>
                  <a:pt x="15593" y="14598"/>
                </a:lnTo>
                <a:lnTo>
                  <a:pt x="15960" y="15090"/>
                </a:lnTo>
                <a:lnTo>
                  <a:pt x="16511" y="15418"/>
                </a:lnTo>
                <a:lnTo>
                  <a:pt x="16877" y="15910"/>
                </a:lnTo>
                <a:lnTo>
                  <a:pt x="16877" y="16238"/>
                </a:lnTo>
                <a:lnTo>
                  <a:pt x="17428" y="16238"/>
                </a:lnTo>
                <a:lnTo>
                  <a:pt x="17795" y="16730"/>
                </a:lnTo>
                <a:lnTo>
                  <a:pt x="17795" y="17058"/>
                </a:lnTo>
                <a:lnTo>
                  <a:pt x="18162" y="17058"/>
                </a:lnTo>
                <a:lnTo>
                  <a:pt x="18162" y="17386"/>
                </a:lnTo>
                <a:lnTo>
                  <a:pt x="18712" y="17386"/>
                </a:lnTo>
                <a:lnTo>
                  <a:pt x="19079" y="17878"/>
                </a:lnTo>
                <a:lnTo>
                  <a:pt x="19079" y="18206"/>
                </a:lnTo>
                <a:lnTo>
                  <a:pt x="19629" y="18206"/>
                </a:lnTo>
                <a:lnTo>
                  <a:pt x="19629" y="18698"/>
                </a:lnTo>
                <a:lnTo>
                  <a:pt x="19996" y="19026"/>
                </a:lnTo>
                <a:lnTo>
                  <a:pt x="20363" y="19354"/>
                </a:lnTo>
                <a:lnTo>
                  <a:pt x="20913" y="19354"/>
                </a:lnTo>
                <a:lnTo>
                  <a:pt x="20913" y="19846"/>
                </a:lnTo>
                <a:lnTo>
                  <a:pt x="21280" y="20174"/>
                </a:lnTo>
                <a:lnTo>
                  <a:pt x="21831" y="20174"/>
                </a:lnTo>
                <a:lnTo>
                  <a:pt x="21831" y="20666"/>
                </a:lnTo>
                <a:lnTo>
                  <a:pt x="22198" y="20994"/>
                </a:lnTo>
                <a:lnTo>
                  <a:pt x="22198" y="21487"/>
                </a:lnTo>
                <a:lnTo>
                  <a:pt x="22565" y="21487"/>
                </a:lnTo>
                <a:lnTo>
                  <a:pt x="22565" y="21815"/>
                </a:lnTo>
                <a:lnTo>
                  <a:pt x="23115" y="22143"/>
                </a:lnTo>
                <a:lnTo>
                  <a:pt x="23482" y="22143"/>
                </a:lnTo>
                <a:lnTo>
                  <a:pt x="23482" y="22635"/>
                </a:lnTo>
                <a:lnTo>
                  <a:pt x="24032" y="22963"/>
                </a:lnTo>
                <a:lnTo>
                  <a:pt x="24399" y="23455"/>
                </a:lnTo>
                <a:lnTo>
                  <a:pt x="24950" y="23455"/>
                </a:lnTo>
                <a:lnTo>
                  <a:pt x="24950" y="23783"/>
                </a:lnTo>
                <a:lnTo>
                  <a:pt x="25316" y="24111"/>
                </a:lnTo>
                <a:lnTo>
                  <a:pt x="25683" y="24603"/>
                </a:lnTo>
                <a:lnTo>
                  <a:pt x="26234" y="24931"/>
                </a:lnTo>
                <a:lnTo>
                  <a:pt x="26601" y="25423"/>
                </a:lnTo>
                <a:lnTo>
                  <a:pt x="26601" y="25751"/>
                </a:lnTo>
                <a:lnTo>
                  <a:pt x="27151" y="25751"/>
                </a:lnTo>
                <a:lnTo>
                  <a:pt x="27518" y="26243"/>
                </a:lnTo>
                <a:lnTo>
                  <a:pt x="27518" y="26571"/>
                </a:lnTo>
                <a:lnTo>
                  <a:pt x="27885" y="26571"/>
                </a:lnTo>
                <a:lnTo>
                  <a:pt x="28435" y="26899"/>
                </a:lnTo>
                <a:lnTo>
                  <a:pt x="28435" y="27391"/>
                </a:lnTo>
                <a:lnTo>
                  <a:pt x="28802" y="27391"/>
                </a:lnTo>
                <a:lnTo>
                  <a:pt x="28802" y="27719"/>
                </a:lnTo>
                <a:lnTo>
                  <a:pt x="29352" y="28212"/>
                </a:lnTo>
                <a:lnTo>
                  <a:pt x="29719" y="28540"/>
                </a:lnTo>
                <a:lnTo>
                  <a:pt x="30270" y="28868"/>
                </a:lnTo>
                <a:lnTo>
                  <a:pt x="30637" y="29360"/>
                </a:lnTo>
                <a:lnTo>
                  <a:pt x="30637" y="29688"/>
                </a:lnTo>
                <a:lnTo>
                  <a:pt x="31004" y="29688"/>
                </a:lnTo>
                <a:lnTo>
                  <a:pt x="31004" y="30180"/>
                </a:lnTo>
                <a:lnTo>
                  <a:pt x="31554" y="30508"/>
                </a:lnTo>
                <a:lnTo>
                  <a:pt x="31921" y="30508"/>
                </a:lnTo>
                <a:lnTo>
                  <a:pt x="31921" y="31000"/>
                </a:lnTo>
                <a:lnTo>
                  <a:pt x="32471" y="31328"/>
                </a:lnTo>
                <a:lnTo>
                  <a:pt x="32838" y="31656"/>
                </a:lnTo>
                <a:lnTo>
                  <a:pt x="33205" y="32148"/>
                </a:lnTo>
                <a:lnTo>
                  <a:pt x="33205" y="32476"/>
                </a:lnTo>
                <a:lnTo>
                  <a:pt x="33755" y="32476"/>
                </a:lnTo>
                <a:lnTo>
                  <a:pt x="33755" y="32968"/>
                </a:lnTo>
                <a:lnTo>
                  <a:pt x="34122" y="33296"/>
                </a:lnTo>
                <a:lnTo>
                  <a:pt x="34673" y="33296"/>
                </a:lnTo>
                <a:lnTo>
                  <a:pt x="34673" y="33624"/>
                </a:lnTo>
                <a:lnTo>
                  <a:pt x="35040" y="34116"/>
                </a:lnTo>
                <a:lnTo>
                  <a:pt x="35590" y="34116"/>
                </a:lnTo>
                <a:lnTo>
                  <a:pt x="35590" y="34444"/>
                </a:lnTo>
                <a:lnTo>
                  <a:pt x="35957" y="34936"/>
                </a:lnTo>
                <a:lnTo>
                  <a:pt x="36324" y="35265"/>
                </a:lnTo>
                <a:lnTo>
                  <a:pt x="36874" y="35757"/>
                </a:lnTo>
                <a:lnTo>
                  <a:pt x="36874" y="36085"/>
                </a:lnTo>
                <a:lnTo>
                  <a:pt x="37241" y="36085"/>
                </a:lnTo>
                <a:lnTo>
                  <a:pt x="37241" y="36413"/>
                </a:lnTo>
                <a:lnTo>
                  <a:pt x="37791" y="36905"/>
                </a:lnTo>
                <a:lnTo>
                  <a:pt x="38158" y="37233"/>
                </a:lnTo>
                <a:lnTo>
                  <a:pt x="38525" y="37725"/>
                </a:lnTo>
                <a:lnTo>
                  <a:pt x="38525" y="38053"/>
                </a:lnTo>
                <a:lnTo>
                  <a:pt x="39076" y="38053"/>
                </a:lnTo>
                <a:lnTo>
                  <a:pt x="39443" y="38381"/>
                </a:lnTo>
                <a:lnTo>
                  <a:pt x="39443" y="38873"/>
                </a:lnTo>
                <a:lnTo>
                  <a:pt x="39993" y="38873"/>
                </a:lnTo>
                <a:lnTo>
                  <a:pt x="39993" y="39201"/>
                </a:lnTo>
                <a:lnTo>
                  <a:pt x="40360" y="39693"/>
                </a:lnTo>
                <a:lnTo>
                  <a:pt x="40360" y="40021"/>
                </a:lnTo>
                <a:lnTo>
                  <a:pt x="40727" y="40021"/>
                </a:lnTo>
                <a:lnTo>
                  <a:pt x="41277" y="40513"/>
                </a:lnTo>
                <a:lnTo>
                  <a:pt x="41277" y="40841"/>
                </a:lnTo>
                <a:lnTo>
                  <a:pt x="41644" y="40841"/>
                </a:lnTo>
                <a:lnTo>
                  <a:pt x="41644" y="41169"/>
                </a:lnTo>
                <a:lnTo>
                  <a:pt x="42194" y="41661"/>
                </a:lnTo>
                <a:lnTo>
                  <a:pt x="42194" y="41989"/>
                </a:lnTo>
                <a:lnTo>
                  <a:pt x="42561" y="41989"/>
                </a:lnTo>
                <a:lnTo>
                  <a:pt x="43112" y="42482"/>
                </a:lnTo>
                <a:lnTo>
                  <a:pt x="43112" y="42810"/>
                </a:lnTo>
                <a:lnTo>
                  <a:pt x="43479" y="42810"/>
                </a:lnTo>
                <a:lnTo>
                  <a:pt x="43846" y="43138"/>
                </a:lnTo>
                <a:lnTo>
                  <a:pt x="43846" y="43630"/>
                </a:lnTo>
                <a:lnTo>
                  <a:pt x="44396" y="43630"/>
                </a:lnTo>
                <a:lnTo>
                  <a:pt x="44396" y="43958"/>
                </a:lnTo>
                <a:lnTo>
                  <a:pt x="44763" y="44450"/>
                </a:lnTo>
                <a:lnTo>
                  <a:pt x="45313" y="44778"/>
                </a:lnTo>
                <a:lnTo>
                  <a:pt x="45680" y="45270"/>
                </a:lnTo>
                <a:lnTo>
                  <a:pt x="45680" y="45598"/>
                </a:lnTo>
                <a:lnTo>
                  <a:pt x="46047" y="45926"/>
                </a:lnTo>
                <a:lnTo>
                  <a:pt x="46597" y="45926"/>
                </a:lnTo>
                <a:lnTo>
                  <a:pt x="46597" y="46418"/>
                </a:lnTo>
                <a:lnTo>
                  <a:pt x="46964" y="46746"/>
                </a:lnTo>
                <a:lnTo>
                  <a:pt x="46964" y="47238"/>
                </a:lnTo>
                <a:lnTo>
                  <a:pt x="47515" y="47238"/>
                </a:lnTo>
                <a:lnTo>
                  <a:pt x="47882" y="47566"/>
                </a:lnTo>
                <a:lnTo>
                  <a:pt x="47882" y="47894"/>
                </a:lnTo>
                <a:lnTo>
                  <a:pt x="48432" y="47894"/>
                </a:lnTo>
                <a:lnTo>
                  <a:pt x="48432" y="48386"/>
                </a:lnTo>
                <a:lnTo>
                  <a:pt x="48799" y="48714"/>
                </a:lnTo>
                <a:lnTo>
                  <a:pt x="49166" y="49207"/>
                </a:lnTo>
                <a:lnTo>
                  <a:pt x="49716" y="49535"/>
                </a:lnTo>
                <a:lnTo>
                  <a:pt x="49716" y="50027"/>
                </a:lnTo>
                <a:lnTo>
                  <a:pt x="50083" y="50027"/>
                </a:lnTo>
                <a:lnTo>
                  <a:pt x="50633" y="50355"/>
                </a:lnTo>
                <a:lnTo>
                  <a:pt x="50633" y="50683"/>
                </a:lnTo>
                <a:lnTo>
                  <a:pt x="51000" y="51175"/>
                </a:lnTo>
                <a:lnTo>
                  <a:pt x="51000" y="51503"/>
                </a:lnTo>
                <a:lnTo>
                  <a:pt x="51367" y="51503"/>
                </a:lnTo>
                <a:lnTo>
                  <a:pt x="51367" y="51995"/>
                </a:lnTo>
                <a:lnTo>
                  <a:pt x="51918" y="52323"/>
                </a:lnTo>
                <a:lnTo>
                  <a:pt x="52284" y="52323"/>
                </a:lnTo>
                <a:lnTo>
                  <a:pt x="52284" y="52651"/>
                </a:lnTo>
              </a:path>
            </a:pathLst>
          </a:custGeom>
          <a:ln w="243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7369496" y="4306013"/>
            <a:ext cx="52835" cy="63805"/>
          </a:xfrm>
          <a:custGeom>
            <a:avLst/>
            <a:gdLst/>
            <a:ahLst/>
            <a:cxnLst/>
            <a:rect l="l" t="t" r="r" b="b"/>
            <a:pathLst>
              <a:path w="52835" h="63805">
                <a:moveTo>
                  <a:pt x="0" y="0"/>
                </a:moveTo>
                <a:lnTo>
                  <a:pt x="550" y="492"/>
                </a:lnTo>
                <a:lnTo>
                  <a:pt x="550" y="820"/>
                </a:lnTo>
                <a:lnTo>
                  <a:pt x="917" y="820"/>
                </a:lnTo>
                <a:lnTo>
                  <a:pt x="1467" y="1312"/>
                </a:lnTo>
                <a:lnTo>
                  <a:pt x="1467" y="1640"/>
                </a:lnTo>
                <a:lnTo>
                  <a:pt x="1834" y="1968"/>
                </a:lnTo>
                <a:lnTo>
                  <a:pt x="2201" y="1968"/>
                </a:lnTo>
                <a:lnTo>
                  <a:pt x="2201" y="2460"/>
                </a:lnTo>
                <a:lnTo>
                  <a:pt x="2751" y="2788"/>
                </a:lnTo>
                <a:lnTo>
                  <a:pt x="3118" y="3280"/>
                </a:lnTo>
                <a:lnTo>
                  <a:pt x="3118" y="3608"/>
                </a:lnTo>
                <a:lnTo>
                  <a:pt x="3669" y="4100"/>
                </a:lnTo>
                <a:lnTo>
                  <a:pt x="4036" y="4428"/>
                </a:lnTo>
                <a:lnTo>
                  <a:pt x="4402" y="4756"/>
                </a:lnTo>
                <a:lnTo>
                  <a:pt x="4402" y="5248"/>
                </a:lnTo>
                <a:lnTo>
                  <a:pt x="4953" y="5576"/>
                </a:lnTo>
                <a:lnTo>
                  <a:pt x="5320" y="5576"/>
                </a:lnTo>
                <a:lnTo>
                  <a:pt x="5320" y="6068"/>
                </a:lnTo>
                <a:lnTo>
                  <a:pt x="5870" y="6396"/>
                </a:lnTo>
                <a:lnTo>
                  <a:pt x="6237" y="6724"/>
                </a:lnTo>
                <a:lnTo>
                  <a:pt x="6604" y="7217"/>
                </a:lnTo>
                <a:lnTo>
                  <a:pt x="6604" y="7545"/>
                </a:lnTo>
                <a:lnTo>
                  <a:pt x="7154" y="8037"/>
                </a:lnTo>
                <a:lnTo>
                  <a:pt x="7521" y="8365"/>
                </a:lnTo>
                <a:lnTo>
                  <a:pt x="7521" y="8857"/>
                </a:lnTo>
                <a:lnTo>
                  <a:pt x="8072" y="9185"/>
                </a:lnTo>
                <a:lnTo>
                  <a:pt x="8438" y="9185"/>
                </a:lnTo>
                <a:lnTo>
                  <a:pt x="8989" y="9513"/>
                </a:lnTo>
                <a:lnTo>
                  <a:pt x="8989" y="10005"/>
                </a:lnTo>
                <a:lnTo>
                  <a:pt x="9356" y="10333"/>
                </a:lnTo>
                <a:lnTo>
                  <a:pt x="9356" y="10825"/>
                </a:lnTo>
                <a:lnTo>
                  <a:pt x="9723" y="10825"/>
                </a:lnTo>
                <a:lnTo>
                  <a:pt x="9723" y="11153"/>
                </a:lnTo>
                <a:lnTo>
                  <a:pt x="10273" y="11481"/>
                </a:lnTo>
                <a:lnTo>
                  <a:pt x="10640" y="11481"/>
                </a:lnTo>
                <a:lnTo>
                  <a:pt x="10640" y="11973"/>
                </a:lnTo>
                <a:lnTo>
                  <a:pt x="11190" y="12301"/>
                </a:lnTo>
                <a:lnTo>
                  <a:pt x="11190" y="12793"/>
                </a:lnTo>
                <a:lnTo>
                  <a:pt x="11557" y="13121"/>
                </a:lnTo>
                <a:lnTo>
                  <a:pt x="11924" y="13613"/>
                </a:lnTo>
                <a:lnTo>
                  <a:pt x="12475" y="13941"/>
                </a:lnTo>
                <a:lnTo>
                  <a:pt x="12475" y="14270"/>
                </a:lnTo>
                <a:lnTo>
                  <a:pt x="12841" y="14270"/>
                </a:lnTo>
                <a:lnTo>
                  <a:pt x="13392" y="14762"/>
                </a:lnTo>
                <a:lnTo>
                  <a:pt x="13392" y="15090"/>
                </a:lnTo>
                <a:lnTo>
                  <a:pt x="13759" y="15582"/>
                </a:lnTo>
                <a:lnTo>
                  <a:pt x="13759" y="15910"/>
                </a:lnTo>
                <a:lnTo>
                  <a:pt x="14309" y="15910"/>
                </a:lnTo>
                <a:lnTo>
                  <a:pt x="14309" y="16238"/>
                </a:lnTo>
                <a:lnTo>
                  <a:pt x="14676" y="16730"/>
                </a:lnTo>
                <a:lnTo>
                  <a:pt x="15043" y="17058"/>
                </a:lnTo>
                <a:lnTo>
                  <a:pt x="15593" y="17550"/>
                </a:lnTo>
                <a:lnTo>
                  <a:pt x="15593" y="17878"/>
                </a:lnTo>
                <a:lnTo>
                  <a:pt x="15960" y="18370"/>
                </a:lnTo>
                <a:lnTo>
                  <a:pt x="16511" y="18370"/>
                </a:lnTo>
                <a:lnTo>
                  <a:pt x="16511" y="18698"/>
                </a:lnTo>
                <a:lnTo>
                  <a:pt x="16877" y="19026"/>
                </a:lnTo>
                <a:lnTo>
                  <a:pt x="16877" y="19518"/>
                </a:lnTo>
                <a:lnTo>
                  <a:pt x="17244" y="19846"/>
                </a:lnTo>
                <a:lnTo>
                  <a:pt x="17795" y="20338"/>
                </a:lnTo>
                <a:lnTo>
                  <a:pt x="18162" y="20666"/>
                </a:lnTo>
                <a:lnTo>
                  <a:pt x="18162" y="20994"/>
                </a:lnTo>
                <a:lnTo>
                  <a:pt x="18712" y="21487"/>
                </a:lnTo>
                <a:lnTo>
                  <a:pt x="19079" y="21487"/>
                </a:lnTo>
                <a:lnTo>
                  <a:pt x="19079" y="21815"/>
                </a:lnTo>
                <a:lnTo>
                  <a:pt x="19629" y="22307"/>
                </a:lnTo>
                <a:lnTo>
                  <a:pt x="19996" y="22635"/>
                </a:lnTo>
                <a:lnTo>
                  <a:pt x="20363" y="23127"/>
                </a:lnTo>
                <a:lnTo>
                  <a:pt x="20363" y="23455"/>
                </a:lnTo>
                <a:lnTo>
                  <a:pt x="20913" y="23783"/>
                </a:lnTo>
                <a:lnTo>
                  <a:pt x="20913" y="24275"/>
                </a:lnTo>
                <a:lnTo>
                  <a:pt x="21280" y="24603"/>
                </a:lnTo>
                <a:lnTo>
                  <a:pt x="21831" y="24603"/>
                </a:lnTo>
                <a:lnTo>
                  <a:pt x="21831" y="25095"/>
                </a:lnTo>
                <a:lnTo>
                  <a:pt x="22198" y="25423"/>
                </a:lnTo>
                <a:lnTo>
                  <a:pt x="22198" y="25751"/>
                </a:lnTo>
                <a:lnTo>
                  <a:pt x="22565" y="26243"/>
                </a:lnTo>
                <a:lnTo>
                  <a:pt x="23115" y="26571"/>
                </a:lnTo>
                <a:lnTo>
                  <a:pt x="23482" y="27063"/>
                </a:lnTo>
                <a:lnTo>
                  <a:pt x="23482" y="27391"/>
                </a:lnTo>
                <a:lnTo>
                  <a:pt x="24032" y="27883"/>
                </a:lnTo>
                <a:lnTo>
                  <a:pt x="24399" y="27883"/>
                </a:lnTo>
                <a:lnTo>
                  <a:pt x="24399" y="28212"/>
                </a:lnTo>
                <a:lnTo>
                  <a:pt x="24766" y="28540"/>
                </a:lnTo>
                <a:lnTo>
                  <a:pt x="24766" y="29032"/>
                </a:lnTo>
                <a:lnTo>
                  <a:pt x="25316" y="29360"/>
                </a:lnTo>
                <a:lnTo>
                  <a:pt x="25316" y="29852"/>
                </a:lnTo>
                <a:lnTo>
                  <a:pt x="25683" y="29852"/>
                </a:lnTo>
                <a:lnTo>
                  <a:pt x="26234" y="30180"/>
                </a:lnTo>
                <a:lnTo>
                  <a:pt x="26234" y="30508"/>
                </a:lnTo>
                <a:lnTo>
                  <a:pt x="26601" y="31000"/>
                </a:lnTo>
                <a:lnTo>
                  <a:pt x="27151" y="31328"/>
                </a:lnTo>
                <a:lnTo>
                  <a:pt x="27518" y="31820"/>
                </a:lnTo>
                <a:lnTo>
                  <a:pt x="27518" y="32148"/>
                </a:lnTo>
                <a:lnTo>
                  <a:pt x="27885" y="32640"/>
                </a:lnTo>
                <a:lnTo>
                  <a:pt x="28435" y="32968"/>
                </a:lnTo>
                <a:lnTo>
                  <a:pt x="28802" y="33296"/>
                </a:lnTo>
                <a:lnTo>
                  <a:pt x="28802" y="33788"/>
                </a:lnTo>
                <a:lnTo>
                  <a:pt x="29352" y="34116"/>
                </a:lnTo>
                <a:lnTo>
                  <a:pt x="29352" y="34608"/>
                </a:lnTo>
                <a:lnTo>
                  <a:pt x="29719" y="34936"/>
                </a:lnTo>
                <a:lnTo>
                  <a:pt x="30086" y="34936"/>
                </a:lnTo>
                <a:lnTo>
                  <a:pt x="30086" y="35265"/>
                </a:lnTo>
                <a:lnTo>
                  <a:pt x="30637" y="35757"/>
                </a:lnTo>
                <a:lnTo>
                  <a:pt x="31004" y="36085"/>
                </a:lnTo>
                <a:lnTo>
                  <a:pt x="31004" y="36577"/>
                </a:lnTo>
                <a:lnTo>
                  <a:pt x="31554" y="36577"/>
                </a:lnTo>
                <a:lnTo>
                  <a:pt x="31554" y="36905"/>
                </a:lnTo>
                <a:lnTo>
                  <a:pt x="31921" y="37397"/>
                </a:lnTo>
                <a:lnTo>
                  <a:pt x="31921" y="37725"/>
                </a:lnTo>
                <a:lnTo>
                  <a:pt x="32471" y="38053"/>
                </a:lnTo>
                <a:lnTo>
                  <a:pt x="32838" y="38053"/>
                </a:lnTo>
                <a:lnTo>
                  <a:pt x="32838" y="38545"/>
                </a:lnTo>
                <a:lnTo>
                  <a:pt x="33205" y="38873"/>
                </a:lnTo>
                <a:lnTo>
                  <a:pt x="33205" y="39365"/>
                </a:lnTo>
                <a:lnTo>
                  <a:pt x="33755" y="39693"/>
                </a:lnTo>
                <a:lnTo>
                  <a:pt x="33755" y="40021"/>
                </a:lnTo>
                <a:lnTo>
                  <a:pt x="34122" y="40021"/>
                </a:lnTo>
                <a:lnTo>
                  <a:pt x="34673" y="40513"/>
                </a:lnTo>
                <a:lnTo>
                  <a:pt x="35040" y="40841"/>
                </a:lnTo>
                <a:lnTo>
                  <a:pt x="35040" y="41333"/>
                </a:lnTo>
                <a:lnTo>
                  <a:pt x="35407" y="41661"/>
                </a:lnTo>
                <a:lnTo>
                  <a:pt x="35407" y="42154"/>
                </a:lnTo>
                <a:lnTo>
                  <a:pt x="35957" y="42154"/>
                </a:lnTo>
                <a:lnTo>
                  <a:pt x="35957" y="42482"/>
                </a:lnTo>
                <a:lnTo>
                  <a:pt x="36324" y="42810"/>
                </a:lnTo>
                <a:lnTo>
                  <a:pt x="36874" y="43302"/>
                </a:lnTo>
                <a:lnTo>
                  <a:pt x="36874" y="43630"/>
                </a:lnTo>
                <a:lnTo>
                  <a:pt x="37241" y="44122"/>
                </a:lnTo>
                <a:lnTo>
                  <a:pt x="37791" y="44450"/>
                </a:lnTo>
                <a:lnTo>
                  <a:pt x="38158" y="44778"/>
                </a:lnTo>
                <a:lnTo>
                  <a:pt x="38158" y="45270"/>
                </a:lnTo>
                <a:lnTo>
                  <a:pt x="38525" y="45598"/>
                </a:lnTo>
                <a:lnTo>
                  <a:pt x="38525" y="46090"/>
                </a:lnTo>
                <a:lnTo>
                  <a:pt x="39076" y="46090"/>
                </a:lnTo>
                <a:lnTo>
                  <a:pt x="39443" y="46418"/>
                </a:lnTo>
                <a:lnTo>
                  <a:pt x="39443" y="46746"/>
                </a:lnTo>
                <a:lnTo>
                  <a:pt x="39993" y="47238"/>
                </a:lnTo>
                <a:lnTo>
                  <a:pt x="39993" y="47566"/>
                </a:lnTo>
                <a:lnTo>
                  <a:pt x="40360" y="48058"/>
                </a:lnTo>
                <a:lnTo>
                  <a:pt x="40360" y="48386"/>
                </a:lnTo>
                <a:lnTo>
                  <a:pt x="40727" y="48386"/>
                </a:lnTo>
                <a:lnTo>
                  <a:pt x="41277" y="48878"/>
                </a:lnTo>
                <a:lnTo>
                  <a:pt x="41277" y="49207"/>
                </a:lnTo>
                <a:lnTo>
                  <a:pt x="41644" y="49535"/>
                </a:lnTo>
                <a:lnTo>
                  <a:pt x="42194" y="50027"/>
                </a:lnTo>
                <a:lnTo>
                  <a:pt x="42194" y="50355"/>
                </a:lnTo>
                <a:lnTo>
                  <a:pt x="42561" y="50355"/>
                </a:lnTo>
                <a:lnTo>
                  <a:pt x="42561" y="50847"/>
                </a:lnTo>
                <a:lnTo>
                  <a:pt x="42928" y="51175"/>
                </a:lnTo>
                <a:lnTo>
                  <a:pt x="43479" y="51503"/>
                </a:lnTo>
                <a:lnTo>
                  <a:pt x="43479" y="51995"/>
                </a:lnTo>
                <a:lnTo>
                  <a:pt x="43846" y="52323"/>
                </a:lnTo>
                <a:lnTo>
                  <a:pt x="43846" y="52815"/>
                </a:lnTo>
                <a:lnTo>
                  <a:pt x="44396" y="52815"/>
                </a:lnTo>
                <a:lnTo>
                  <a:pt x="44396" y="53143"/>
                </a:lnTo>
                <a:lnTo>
                  <a:pt x="44763" y="53635"/>
                </a:lnTo>
                <a:lnTo>
                  <a:pt x="45313" y="53963"/>
                </a:lnTo>
                <a:lnTo>
                  <a:pt x="45313" y="54291"/>
                </a:lnTo>
                <a:lnTo>
                  <a:pt x="45680" y="54783"/>
                </a:lnTo>
                <a:lnTo>
                  <a:pt x="46047" y="55111"/>
                </a:lnTo>
                <a:lnTo>
                  <a:pt x="46047" y="55603"/>
                </a:lnTo>
                <a:lnTo>
                  <a:pt x="46597" y="55603"/>
                </a:lnTo>
                <a:lnTo>
                  <a:pt x="46597" y="55931"/>
                </a:lnTo>
                <a:lnTo>
                  <a:pt x="46964" y="56260"/>
                </a:lnTo>
                <a:lnTo>
                  <a:pt x="46964" y="56752"/>
                </a:lnTo>
                <a:lnTo>
                  <a:pt x="47515" y="57080"/>
                </a:lnTo>
                <a:lnTo>
                  <a:pt x="47882" y="57572"/>
                </a:lnTo>
                <a:lnTo>
                  <a:pt x="47882" y="57900"/>
                </a:lnTo>
                <a:lnTo>
                  <a:pt x="48248" y="57900"/>
                </a:lnTo>
                <a:lnTo>
                  <a:pt x="48248" y="58392"/>
                </a:lnTo>
                <a:lnTo>
                  <a:pt x="48799" y="58720"/>
                </a:lnTo>
                <a:lnTo>
                  <a:pt x="49166" y="59048"/>
                </a:lnTo>
                <a:lnTo>
                  <a:pt x="49166" y="59540"/>
                </a:lnTo>
                <a:lnTo>
                  <a:pt x="49716" y="59868"/>
                </a:lnTo>
                <a:lnTo>
                  <a:pt x="49716" y="60360"/>
                </a:lnTo>
                <a:lnTo>
                  <a:pt x="50083" y="60688"/>
                </a:lnTo>
                <a:lnTo>
                  <a:pt x="50633" y="60688"/>
                </a:lnTo>
                <a:lnTo>
                  <a:pt x="50633" y="61016"/>
                </a:lnTo>
                <a:lnTo>
                  <a:pt x="51000" y="61508"/>
                </a:lnTo>
                <a:lnTo>
                  <a:pt x="51000" y="61836"/>
                </a:lnTo>
                <a:lnTo>
                  <a:pt x="51367" y="62328"/>
                </a:lnTo>
                <a:lnTo>
                  <a:pt x="51918" y="62656"/>
                </a:lnTo>
                <a:lnTo>
                  <a:pt x="51918" y="63148"/>
                </a:lnTo>
                <a:lnTo>
                  <a:pt x="52284" y="63148"/>
                </a:lnTo>
                <a:lnTo>
                  <a:pt x="52835" y="63477"/>
                </a:lnTo>
                <a:lnTo>
                  <a:pt x="52835" y="63805"/>
                </a:lnTo>
              </a:path>
            </a:pathLst>
          </a:custGeom>
          <a:ln w="245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7422332" y="4369818"/>
            <a:ext cx="52651" cy="74138"/>
          </a:xfrm>
          <a:custGeom>
            <a:avLst/>
            <a:gdLst/>
            <a:ahLst/>
            <a:cxnLst/>
            <a:rect l="l" t="t" r="r" b="b"/>
            <a:pathLst>
              <a:path w="52651" h="74138">
                <a:moveTo>
                  <a:pt x="0" y="0"/>
                </a:moveTo>
                <a:lnTo>
                  <a:pt x="366" y="492"/>
                </a:lnTo>
                <a:lnTo>
                  <a:pt x="366" y="820"/>
                </a:lnTo>
                <a:lnTo>
                  <a:pt x="733" y="1312"/>
                </a:lnTo>
                <a:lnTo>
                  <a:pt x="733" y="1640"/>
                </a:lnTo>
                <a:lnTo>
                  <a:pt x="1284" y="1968"/>
                </a:lnTo>
                <a:lnTo>
                  <a:pt x="1651" y="1968"/>
                </a:lnTo>
                <a:lnTo>
                  <a:pt x="1651" y="2460"/>
                </a:lnTo>
                <a:lnTo>
                  <a:pt x="2201" y="2788"/>
                </a:lnTo>
                <a:lnTo>
                  <a:pt x="2201" y="3280"/>
                </a:lnTo>
                <a:lnTo>
                  <a:pt x="2568" y="3608"/>
                </a:lnTo>
                <a:lnTo>
                  <a:pt x="2568" y="4100"/>
                </a:lnTo>
                <a:lnTo>
                  <a:pt x="3118" y="4428"/>
                </a:lnTo>
                <a:lnTo>
                  <a:pt x="3485" y="4756"/>
                </a:lnTo>
                <a:lnTo>
                  <a:pt x="3485" y="5248"/>
                </a:lnTo>
                <a:lnTo>
                  <a:pt x="3852" y="5248"/>
                </a:lnTo>
                <a:lnTo>
                  <a:pt x="4402" y="5576"/>
                </a:lnTo>
                <a:lnTo>
                  <a:pt x="4402" y="6068"/>
                </a:lnTo>
                <a:lnTo>
                  <a:pt x="4769" y="6396"/>
                </a:lnTo>
                <a:lnTo>
                  <a:pt x="4769" y="6724"/>
                </a:lnTo>
                <a:lnTo>
                  <a:pt x="5320" y="7217"/>
                </a:lnTo>
                <a:lnTo>
                  <a:pt x="5320" y="7545"/>
                </a:lnTo>
                <a:lnTo>
                  <a:pt x="5687" y="8037"/>
                </a:lnTo>
                <a:lnTo>
                  <a:pt x="6054" y="8037"/>
                </a:lnTo>
                <a:lnTo>
                  <a:pt x="6054" y="8365"/>
                </a:lnTo>
                <a:lnTo>
                  <a:pt x="6604" y="8857"/>
                </a:lnTo>
                <a:lnTo>
                  <a:pt x="6604" y="9185"/>
                </a:lnTo>
                <a:lnTo>
                  <a:pt x="6971" y="9513"/>
                </a:lnTo>
                <a:lnTo>
                  <a:pt x="7521" y="10005"/>
                </a:lnTo>
                <a:lnTo>
                  <a:pt x="7521" y="10333"/>
                </a:lnTo>
                <a:lnTo>
                  <a:pt x="7888" y="10825"/>
                </a:lnTo>
                <a:lnTo>
                  <a:pt x="8255" y="11153"/>
                </a:lnTo>
                <a:lnTo>
                  <a:pt x="8255" y="11481"/>
                </a:lnTo>
                <a:lnTo>
                  <a:pt x="8805" y="11481"/>
                </a:lnTo>
                <a:lnTo>
                  <a:pt x="8805" y="11973"/>
                </a:lnTo>
                <a:lnTo>
                  <a:pt x="9172" y="12301"/>
                </a:lnTo>
                <a:lnTo>
                  <a:pt x="9172" y="12793"/>
                </a:lnTo>
                <a:lnTo>
                  <a:pt x="9723" y="13121"/>
                </a:lnTo>
                <a:lnTo>
                  <a:pt x="10090" y="13613"/>
                </a:lnTo>
                <a:lnTo>
                  <a:pt x="10090" y="13941"/>
                </a:lnTo>
                <a:lnTo>
                  <a:pt x="10640" y="14270"/>
                </a:lnTo>
                <a:lnTo>
                  <a:pt x="11007" y="14762"/>
                </a:lnTo>
                <a:lnTo>
                  <a:pt x="11374" y="15582"/>
                </a:lnTo>
                <a:lnTo>
                  <a:pt x="11924" y="15910"/>
                </a:lnTo>
                <a:lnTo>
                  <a:pt x="11924" y="16238"/>
                </a:lnTo>
                <a:lnTo>
                  <a:pt x="12291" y="16730"/>
                </a:lnTo>
                <a:lnTo>
                  <a:pt x="12841" y="17058"/>
                </a:lnTo>
                <a:lnTo>
                  <a:pt x="12841" y="17550"/>
                </a:lnTo>
                <a:lnTo>
                  <a:pt x="13208" y="17878"/>
                </a:lnTo>
                <a:lnTo>
                  <a:pt x="13208" y="18370"/>
                </a:lnTo>
                <a:lnTo>
                  <a:pt x="13575" y="18698"/>
                </a:lnTo>
                <a:lnTo>
                  <a:pt x="13575" y="19026"/>
                </a:lnTo>
                <a:lnTo>
                  <a:pt x="14126" y="19026"/>
                </a:lnTo>
                <a:lnTo>
                  <a:pt x="14493" y="19518"/>
                </a:lnTo>
                <a:lnTo>
                  <a:pt x="14493" y="19846"/>
                </a:lnTo>
                <a:lnTo>
                  <a:pt x="15043" y="20338"/>
                </a:lnTo>
                <a:lnTo>
                  <a:pt x="15410" y="20666"/>
                </a:lnTo>
                <a:lnTo>
                  <a:pt x="15410" y="20994"/>
                </a:lnTo>
                <a:lnTo>
                  <a:pt x="15960" y="21487"/>
                </a:lnTo>
                <a:lnTo>
                  <a:pt x="15960" y="21815"/>
                </a:lnTo>
                <a:lnTo>
                  <a:pt x="16327" y="22307"/>
                </a:lnTo>
                <a:lnTo>
                  <a:pt x="16694" y="22635"/>
                </a:lnTo>
                <a:lnTo>
                  <a:pt x="16694" y="22963"/>
                </a:lnTo>
                <a:lnTo>
                  <a:pt x="17244" y="23455"/>
                </a:lnTo>
                <a:lnTo>
                  <a:pt x="17611" y="23783"/>
                </a:lnTo>
                <a:lnTo>
                  <a:pt x="17611" y="24275"/>
                </a:lnTo>
                <a:lnTo>
                  <a:pt x="18162" y="24603"/>
                </a:lnTo>
                <a:lnTo>
                  <a:pt x="18529" y="25095"/>
                </a:lnTo>
                <a:lnTo>
                  <a:pt x="18529" y="25423"/>
                </a:lnTo>
                <a:lnTo>
                  <a:pt x="18895" y="25751"/>
                </a:lnTo>
                <a:lnTo>
                  <a:pt x="19446" y="26243"/>
                </a:lnTo>
                <a:lnTo>
                  <a:pt x="19446" y="26571"/>
                </a:lnTo>
                <a:lnTo>
                  <a:pt x="19813" y="27063"/>
                </a:lnTo>
                <a:lnTo>
                  <a:pt x="19813" y="27391"/>
                </a:lnTo>
                <a:lnTo>
                  <a:pt x="20363" y="27719"/>
                </a:lnTo>
                <a:lnTo>
                  <a:pt x="20730" y="28540"/>
                </a:lnTo>
                <a:lnTo>
                  <a:pt x="21280" y="28540"/>
                </a:lnTo>
                <a:lnTo>
                  <a:pt x="21280" y="29032"/>
                </a:lnTo>
                <a:lnTo>
                  <a:pt x="21647" y="29360"/>
                </a:lnTo>
                <a:lnTo>
                  <a:pt x="22014" y="29852"/>
                </a:lnTo>
                <a:lnTo>
                  <a:pt x="22014" y="30180"/>
                </a:lnTo>
                <a:lnTo>
                  <a:pt x="22565" y="30508"/>
                </a:lnTo>
                <a:lnTo>
                  <a:pt x="22565" y="31000"/>
                </a:lnTo>
                <a:lnTo>
                  <a:pt x="22932" y="31328"/>
                </a:lnTo>
                <a:lnTo>
                  <a:pt x="22932" y="31820"/>
                </a:lnTo>
                <a:lnTo>
                  <a:pt x="23482" y="32148"/>
                </a:lnTo>
                <a:lnTo>
                  <a:pt x="23849" y="32476"/>
                </a:lnTo>
                <a:lnTo>
                  <a:pt x="23849" y="32968"/>
                </a:lnTo>
                <a:lnTo>
                  <a:pt x="24216" y="33296"/>
                </a:lnTo>
                <a:lnTo>
                  <a:pt x="24216" y="33788"/>
                </a:lnTo>
                <a:lnTo>
                  <a:pt x="24766" y="33788"/>
                </a:lnTo>
                <a:lnTo>
                  <a:pt x="25133" y="34116"/>
                </a:lnTo>
                <a:lnTo>
                  <a:pt x="25133" y="34608"/>
                </a:lnTo>
                <a:lnTo>
                  <a:pt x="25683" y="34936"/>
                </a:lnTo>
                <a:lnTo>
                  <a:pt x="26050" y="35265"/>
                </a:lnTo>
                <a:lnTo>
                  <a:pt x="26050" y="35757"/>
                </a:lnTo>
                <a:lnTo>
                  <a:pt x="26417" y="36085"/>
                </a:lnTo>
                <a:lnTo>
                  <a:pt x="26417" y="36577"/>
                </a:lnTo>
                <a:lnTo>
                  <a:pt x="26968" y="36905"/>
                </a:lnTo>
                <a:lnTo>
                  <a:pt x="26968" y="37233"/>
                </a:lnTo>
                <a:lnTo>
                  <a:pt x="27334" y="37725"/>
                </a:lnTo>
                <a:lnTo>
                  <a:pt x="27885" y="38053"/>
                </a:lnTo>
                <a:lnTo>
                  <a:pt x="27885" y="38545"/>
                </a:lnTo>
                <a:lnTo>
                  <a:pt x="28252" y="38873"/>
                </a:lnTo>
                <a:lnTo>
                  <a:pt x="28252" y="39365"/>
                </a:lnTo>
                <a:lnTo>
                  <a:pt x="28802" y="39693"/>
                </a:lnTo>
                <a:lnTo>
                  <a:pt x="29169" y="39693"/>
                </a:lnTo>
                <a:lnTo>
                  <a:pt x="29169" y="40513"/>
                </a:lnTo>
                <a:lnTo>
                  <a:pt x="29536" y="40513"/>
                </a:lnTo>
                <a:lnTo>
                  <a:pt x="29536" y="40841"/>
                </a:lnTo>
                <a:lnTo>
                  <a:pt x="30086" y="41333"/>
                </a:lnTo>
                <a:lnTo>
                  <a:pt x="30453" y="41661"/>
                </a:lnTo>
                <a:lnTo>
                  <a:pt x="30453" y="41989"/>
                </a:lnTo>
                <a:lnTo>
                  <a:pt x="31004" y="42482"/>
                </a:lnTo>
                <a:lnTo>
                  <a:pt x="31004" y="42810"/>
                </a:lnTo>
                <a:lnTo>
                  <a:pt x="31370" y="43302"/>
                </a:lnTo>
                <a:lnTo>
                  <a:pt x="31370" y="43630"/>
                </a:lnTo>
                <a:lnTo>
                  <a:pt x="31737" y="44122"/>
                </a:lnTo>
                <a:lnTo>
                  <a:pt x="32288" y="44450"/>
                </a:lnTo>
                <a:lnTo>
                  <a:pt x="32288" y="44778"/>
                </a:lnTo>
                <a:lnTo>
                  <a:pt x="32655" y="45270"/>
                </a:lnTo>
                <a:lnTo>
                  <a:pt x="33205" y="45598"/>
                </a:lnTo>
                <a:lnTo>
                  <a:pt x="33205" y="46090"/>
                </a:lnTo>
                <a:lnTo>
                  <a:pt x="33572" y="46418"/>
                </a:lnTo>
                <a:lnTo>
                  <a:pt x="33572" y="46746"/>
                </a:lnTo>
                <a:lnTo>
                  <a:pt x="34122" y="47238"/>
                </a:lnTo>
                <a:lnTo>
                  <a:pt x="34489" y="47566"/>
                </a:lnTo>
                <a:lnTo>
                  <a:pt x="34489" y="48058"/>
                </a:lnTo>
                <a:lnTo>
                  <a:pt x="34856" y="48386"/>
                </a:lnTo>
                <a:lnTo>
                  <a:pt x="35407" y="49207"/>
                </a:lnTo>
                <a:lnTo>
                  <a:pt x="35773" y="49535"/>
                </a:lnTo>
                <a:lnTo>
                  <a:pt x="36324" y="50027"/>
                </a:lnTo>
                <a:lnTo>
                  <a:pt x="36324" y="50355"/>
                </a:lnTo>
                <a:lnTo>
                  <a:pt x="36691" y="50847"/>
                </a:lnTo>
                <a:lnTo>
                  <a:pt x="37058" y="51175"/>
                </a:lnTo>
                <a:lnTo>
                  <a:pt x="37058" y="51503"/>
                </a:lnTo>
                <a:lnTo>
                  <a:pt x="37608" y="51995"/>
                </a:lnTo>
                <a:lnTo>
                  <a:pt x="37608" y="52323"/>
                </a:lnTo>
                <a:lnTo>
                  <a:pt x="37975" y="52815"/>
                </a:lnTo>
                <a:lnTo>
                  <a:pt x="37975" y="53143"/>
                </a:lnTo>
                <a:lnTo>
                  <a:pt x="38525" y="53635"/>
                </a:lnTo>
                <a:lnTo>
                  <a:pt x="38892" y="53963"/>
                </a:lnTo>
                <a:lnTo>
                  <a:pt x="38892" y="54291"/>
                </a:lnTo>
                <a:lnTo>
                  <a:pt x="39443" y="54783"/>
                </a:lnTo>
                <a:lnTo>
                  <a:pt x="39443" y="55111"/>
                </a:lnTo>
                <a:lnTo>
                  <a:pt x="39809" y="55603"/>
                </a:lnTo>
                <a:lnTo>
                  <a:pt x="40176" y="55931"/>
                </a:lnTo>
                <a:lnTo>
                  <a:pt x="40176" y="56260"/>
                </a:lnTo>
                <a:lnTo>
                  <a:pt x="40727" y="56752"/>
                </a:lnTo>
                <a:lnTo>
                  <a:pt x="40727" y="57080"/>
                </a:lnTo>
                <a:lnTo>
                  <a:pt x="41094" y="57572"/>
                </a:lnTo>
                <a:lnTo>
                  <a:pt x="41644" y="57900"/>
                </a:lnTo>
                <a:lnTo>
                  <a:pt x="41644" y="58392"/>
                </a:lnTo>
                <a:lnTo>
                  <a:pt x="42011" y="58720"/>
                </a:lnTo>
                <a:lnTo>
                  <a:pt x="42011" y="59048"/>
                </a:lnTo>
                <a:lnTo>
                  <a:pt x="42378" y="59540"/>
                </a:lnTo>
                <a:lnTo>
                  <a:pt x="42928" y="59868"/>
                </a:lnTo>
                <a:lnTo>
                  <a:pt x="42928" y="60360"/>
                </a:lnTo>
                <a:lnTo>
                  <a:pt x="43295" y="60360"/>
                </a:lnTo>
                <a:lnTo>
                  <a:pt x="43846" y="61016"/>
                </a:lnTo>
                <a:lnTo>
                  <a:pt x="44212" y="61508"/>
                </a:lnTo>
                <a:lnTo>
                  <a:pt x="44212" y="61836"/>
                </a:lnTo>
                <a:lnTo>
                  <a:pt x="44763" y="62328"/>
                </a:lnTo>
                <a:lnTo>
                  <a:pt x="44763" y="63148"/>
                </a:lnTo>
                <a:lnTo>
                  <a:pt x="45130" y="63148"/>
                </a:lnTo>
                <a:lnTo>
                  <a:pt x="45497" y="63477"/>
                </a:lnTo>
                <a:lnTo>
                  <a:pt x="45497" y="63805"/>
                </a:lnTo>
                <a:lnTo>
                  <a:pt x="46047" y="64297"/>
                </a:lnTo>
                <a:lnTo>
                  <a:pt x="46047" y="64625"/>
                </a:lnTo>
                <a:lnTo>
                  <a:pt x="46414" y="65117"/>
                </a:lnTo>
                <a:lnTo>
                  <a:pt x="46414" y="65445"/>
                </a:lnTo>
                <a:lnTo>
                  <a:pt x="46964" y="65773"/>
                </a:lnTo>
                <a:lnTo>
                  <a:pt x="47331" y="66265"/>
                </a:lnTo>
                <a:lnTo>
                  <a:pt x="47331" y="66593"/>
                </a:lnTo>
                <a:lnTo>
                  <a:pt x="47698" y="67085"/>
                </a:lnTo>
                <a:lnTo>
                  <a:pt x="48248" y="67413"/>
                </a:lnTo>
                <a:lnTo>
                  <a:pt x="48248" y="67741"/>
                </a:lnTo>
                <a:lnTo>
                  <a:pt x="48615" y="68233"/>
                </a:lnTo>
                <a:lnTo>
                  <a:pt x="48615" y="68561"/>
                </a:lnTo>
                <a:lnTo>
                  <a:pt x="49166" y="69053"/>
                </a:lnTo>
                <a:lnTo>
                  <a:pt x="49166" y="69381"/>
                </a:lnTo>
                <a:lnTo>
                  <a:pt x="49533" y="69873"/>
                </a:lnTo>
                <a:lnTo>
                  <a:pt x="49900" y="70201"/>
                </a:lnTo>
                <a:lnTo>
                  <a:pt x="49900" y="70530"/>
                </a:lnTo>
                <a:lnTo>
                  <a:pt x="50450" y="71022"/>
                </a:lnTo>
                <a:lnTo>
                  <a:pt x="50450" y="71350"/>
                </a:lnTo>
                <a:lnTo>
                  <a:pt x="50817" y="71842"/>
                </a:lnTo>
                <a:lnTo>
                  <a:pt x="51367" y="72170"/>
                </a:lnTo>
                <a:lnTo>
                  <a:pt x="51367" y="72498"/>
                </a:lnTo>
                <a:lnTo>
                  <a:pt x="51734" y="72990"/>
                </a:lnTo>
                <a:lnTo>
                  <a:pt x="52284" y="73318"/>
                </a:lnTo>
                <a:lnTo>
                  <a:pt x="52284" y="73810"/>
                </a:lnTo>
                <a:lnTo>
                  <a:pt x="52651" y="74138"/>
                </a:lnTo>
              </a:path>
            </a:pathLst>
          </a:custGeom>
          <a:ln w="247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7474984" y="4443956"/>
            <a:ext cx="52284" cy="83241"/>
          </a:xfrm>
          <a:custGeom>
            <a:avLst/>
            <a:gdLst/>
            <a:ahLst/>
            <a:cxnLst/>
            <a:rect l="l" t="t" r="r" b="b"/>
            <a:pathLst>
              <a:path w="52284" h="83241">
                <a:moveTo>
                  <a:pt x="0" y="0"/>
                </a:moveTo>
                <a:lnTo>
                  <a:pt x="0" y="492"/>
                </a:lnTo>
                <a:lnTo>
                  <a:pt x="366" y="820"/>
                </a:lnTo>
                <a:lnTo>
                  <a:pt x="366" y="1148"/>
                </a:lnTo>
                <a:lnTo>
                  <a:pt x="917" y="1640"/>
                </a:lnTo>
                <a:lnTo>
                  <a:pt x="1284" y="1968"/>
                </a:lnTo>
                <a:lnTo>
                  <a:pt x="1284" y="2460"/>
                </a:lnTo>
                <a:lnTo>
                  <a:pt x="1834" y="2788"/>
                </a:lnTo>
                <a:lnTo>
                  <a:pt x="2201" y="3116"/>
                </a:lnTo>
                <a:lnTo>
                  <a:pt x="2201" y="3608"/>
                </a:lnTo>
                <a:lnTo>
                  <a:pt x="2568" y="3936"/>
                </a:lnTo>
                <a:lnTo>
                  <a:pt x="2568" y="4428"/>
                </a:lnTo>
                <a:lnTo>
                  <a:pt x="3118" y="4756"/>
                </a:lnTo>
                <a:lnTo>
                  <a:pt x="3118" y="5248"/>
                </a:lnTo>
                <a:lnTo>
                  <a:pt x="3485" y="5576"/>
                </a:lnTo>
                <a:lnTo>
                  <a:pt x="4036" y="5904"/>
                </a:lnTo>
                <a:lnTo>
                  <a:pt x="4036" y="6396"/>
                </a:lnTo>
                <a:lnTo>
                  <a:pt x="4402" y="6724"/>
                </a:lnTo>
                <a:lnTo>
                  <a:pt x="4402" y="7217"/>
                </a:lnTo>
                <a:lnTo>
                  <a:pt x="4953" y="7545"/>
                </a:lnTo>
                <a:lnTo>
                  <a:pt x="4953" y="7873"/>
                </a:lnTo>
                <a:lnTo>
                  <a:pt x="5320" y="8365"/>
                </a:lnTo>
                <a:lnTo>
                  <a:pt x="5687" y="8693"/>
                </a:lnTo>
                <a:lnTo>
                  <a:pt x="5687" y="9185"/>
                </a:lnTo>
                <a:lnTo>
                  <a:pt x="6237" y="9513"/>
                </a:lnTo>
                <a:lnTo>
                  <a:pt x="6604" y="10005"/>
                </a:lnTo>
                <a:lnTo>
                  <a:pt x="6604" y="10333"/>
                </a:lnTo>
                <a:lnTo>
                  <a:pt x="7154" y="10661"/>
                </a:lnTo>
                <a:lnTo>
                  <a:pt x="7154" y="11153"/>
                </a:lnTo>
                <a:lnTo>
                  <a:pt x="7521" y="11481"/>
                </a:lnTo>
                <a:lnTo>
                  <a:pt x="7888" y="11908"/>
                </a:lnTo>
                <a:lnTo>
                  <a:pt x="7888" y="12301"/>
                </a:lnTo>
                <a:lnTo>
                  <a:pt x="8438" y="12711"/>
                </a:lnTo>
                <a:lnTo>
                  <a:pt x="8438" y="13499"/>
                </a:lnTo>
                <a:lnTo>
                  <a:pt x="8805" y="13499"/>
                </a:lnTo>
                <a:lnTo>
                  <a:pt x="8805" y="14286"/>
                </a:lnTo>
                <a:lnTo>
                  <a:pt x="9356" y="14680"/>
                </a:lnTo>
                <a:lnTo>
                  <a:pt x="9723" y="15090"/>
                </a:lnTo>
                <a:lnTo>
                  <a:pt x="9723" y="15483"/>
                </a:lnTo>
                <a:lnTo>
                  <a:pt x="10273" y="15877"/>
                </a:lnTo>
                <a:lnTo>
                  <a:pt x="10640" y="16271"/>
                </a:lnTo>
                <a:lnTo>
                  <a:pt x="10640" y="16664"/>
                </a:lnTo>
                <a:lnTo>
                  <a:pt x="11007" y="17058"/>
                </a:lnTo>
                <a:lnTo>
                  <a:pt x="11007" y="17452"/>
                </a:lnTo>
                <a:lnTo>
                  <a:pt x="11557" y="17862"/>
                </a:lnTo>
                <a:lnTo>
                  <a:pt x="11557" y="18255"/>
                </a:lnTo>
                <a:lnTo>
                  <a:pt x="11924" y="18649"/>
                </a:lnTo>
                <a:lnTo>
                  <a:pt x="12475" y="19043"/>
                </a:lnTo>
                <a:lnTo>
                  <a:pt x="12475" y="19436"/>
                </a:lnTo>
                <a:lnTo>
                  <a:pt x="12841" y="19830"/>
                </a:lnTo>
                <a:lnTo>
                  <a:pt x="13208" y="20240"/>
                </a:lnTo>
                <a:lnTo>
                  <a:pt x="13208" y="20634"/>
                </a:lnTo>
                <a:lnTo>
                  <a:pt x="13759" y="21027"/>
                </a:lnTo>
                <a:lnTo>
                  <a:pt x="13759" y="21421"/>
                </a:lnTo>
                <a:lnTo>
                  <a:pt x="14126" y="21815"/>
                </a:lnTo>
                <a:lnTo>
                  <a:pt x="14126" y="22208"/>
                </a:lnTo>
                <a:lnTo>
                  <a:pt x="14676" y="22618"/>
                </a:lnTo>
                <a:lnTo>
                  <a:pt x="15043" y="23012"/>
                </a:lnTo>
                <a:lnTo>
                  <a:pt x="15043" y="23406"/>
                </a:lnTo>
                <a:lnTo>
                  <a:pt x="15410" y="23799"/>
                </a:lnTo>
                <a:lnTo>
                  <a:pt x="15410" y="24193"/>
                </a:lnTo>
                <a:lnTo>
                  <a:pt x="15960" y="24587"/>
                </a:lnTo>
                <a:lnTo>
                  <a:pt x="16327" y="24980"/>
                </a:lnTo>
                <a:lnTo>
                  <a:pt x="16327" y="25390"/>
                </a:lnTo>
                <a:lnTo>
                  <a:pt x="16877" y="25784"/>
                </a:lnTo>
                <a:lnTo>
                  <a:pt x="17244" y="26178"/>
                </a:lnTo>
                <a:lnTo>
                  <a:pt x="17244" y="26571"/>
                </a:lnTo>
                <a:lnTo>
                  <a:pt x="17795" y="27359"/>
                </a:lnTo>
                <a:lnTo>
                  <a:pt x="18162" y="28162"/>
                </a:lnTo>
                <a:lnTo>
                  <a:pt x="18529" y="28950"/>
                </a:lnTo>
                <a:lnTo>
                  <a:pt x="19079" y="29343"/>
                </a:lnTo>
                <a:lnTo>
                  <a:pt x="19079" y="29737"/>
                </a:lnTo>
                <a:lnTo>
                  <a:pt x="19446" y="30147"/>
                </a:lnTo>
                <a:lnTo>
                  <a:pt x="19446" y="30541"/>
                </a:lnTo>
                <a:lnTo>
                  <a:pt x="19996" y="30934"/>
                </a:lnTo>
                <a:lnTo>
                  <a:pt x="20363" y="31328"/>
                </a:lnTo>
                <a:lnTo>
                  <a:pt x="20363" y="31722"/>
                </a:lnTo>
                <a:lnTo>
                  <a:pt x="20730" y="32115"/>
                </a:lnTo>
                <a:lnTo>
                  <a:pt x="20730" y="32525"/>
                </a:lnTo>
                <a:lnTo>
                  <a:pt x="21280" y="32919"/>
                </a:lnTo>
                <a:lnTo>
                  <a:pt x="21647" y="33313"/>
                </a:lnTo>
                <a:lnTo>
                  <a:pt x="21647" y="33706"/>
                </a:lnTo>
                <a:lnTo>
                  <a:pt x="22198" y="34100"/>
                </a:lnTo>
                <a:lnTo>
                  <a:pt x="22198" y="34494"/>
                </a:lnTo>
                <a:lnTo>
                  <a:pt x="22565" y="34887"/>
                </a:lnTo>
                <a:lnTo>
                  <a:pt x="22565" y="35297"/>
                </a:lnTo>
                <a:lnTo>
                  <a:pt x="23115" y="35691"/>
                </a:lnTo>
                <a:lnTo>
                  <a:pt x="23482" y="36085"/>
                </a:lnTo>
                <a:lnTo>
                  <a:pt x="23482" y="36872"/>
                </a:lnTo>
                <a:lnTo>
                  <a:pt x="23849" y="36872"/>
                </a:lnTo>
                <a:lnTo>
                  <a:pt x="24399" y="37676"/>
                </a:lnTo>
                <a:lnTo>
                  <a:pt x="24399" y="38069"/>
                </a:lnTo>
                <a:lnTo>
                  <a:pt x="24766" y="38463"/>
                </a:lnTo>
                <a:lnTo>
                  <a:pt x="24766" y="38857"/>
                </a:lnTo>
                <a:lnTo>
                  <a:pt x="25316" y="39250"/>
                </a:lnTo>
                <a:lnTo>
                  <a:pt x="25683" y="39644"/>
                </a:lnTo>
                <a:lnTo>
                  <a:pt x="25683" y="40054"/>
                </a:lnTo>
                <a:lnTo>
                  <a:pt x="26050" y="40448"/>
                </a:lnTo>
                <a:lnTo>
                  <a:pt x="26050" y="40841"/>
                </a:lnTo>
                <a:lnTo>
                  <a:pt x="26601" y="41235"/>
                </a:lnTo>
                <a:lnTo>
                  <a:pt x="26601" y="41629"/>
                </a:lnTo>
                <a:lnTo>
                  <a:pt x="26968" y="42022"/>
                </a:lnTo>
                <a:lnTo>
                  <a:pt x="27518" y="42416"/>
                </a:lnTo>
                <a:lnTo>
                  <a:pt x="27518" y="42826"/>
                </a:lnTo>
                <a:lnTo>
                  <a:pt x="27885" y="43220"/>
                </a:lnTo>
                <a:lnTo>
                  <a:pt x="28435" y="43613"/>
                </a:lnTo>
                <a:lnTo>
                  <a:pt x="28435" y="44007"/>
                </a:lnTo>
                <a:lnTo>
                  <a:pt x="28802" y="44794"/>
                </a:lnTo>
                <a:lnTo>
                  <a:pt x="28802" y="45204"/>
                </a:lnTo>
                <a:lnTo>
                  <a:pt x="29169" y="45598"/>
                </a:lnTo>
                <a:lnTo>
                  <a:pt x="29169" y="45992"/>
                </a:lnTo>
                <a:lnTo>
                  <a:pt x="29719" y="46385"/>
                </a:lnTo>
                <a:lnTo>
                  <a:pt x="30086" y="46779"/>
                </a:lnTo>
                <a:lnTo>
                  <a:pt x="30086" y="47173"/>
                </a:lnTo>
                <a:lnTo>
                  <a:pt x="30637" y="47583"/>
                </a:lnTo>
                <a:lnTo>
                  <a:pt x="30637" y="47976"/>
                </a:lnTo>
                <a:lnTo>
                  <a:pt x="31004" y="48370"/>
                </a:lnTo>
                <a:lnTo>
                  <a:pt x="31370" y="48764"/>
                </a:lnTo>
                <a:lnTo>
                  <a:pt x="31370" y="49157"/>
                </a:lnTo>
                <a:lnTo>
                  <a:pt x="31921" y="49551"/>
                </a:lnTo>
                <a:lnTo>
                  <a:pt x="31921" y="49961"/>
                </a:lnTo>
                <a:lnTo>
                  <a:pt x="32288" y="50748"/>
                </a:lnTo>
                <a:lnTo>
                  <a:pt x="32838" y="50748"/>
                </a:lnTo>
                <a:lnTo>
                  <a:pt x="32838" y="51536"/>
                </a:lnTo>
                <a:lnTo>
                  <a:pt x="33205" y="51929"/>
                </a:lnTo>
                <a:lnTo>
                  <a:pt x="33205" y="52323"/>
                </a:lnTo>
                <a:lnTo>
                  <a:pt x="33572" y="52733"/>
                </a:lnTo>
                <a:lnTo>
                  <a:pt x="34122" y="53127"/>
                </a:lnTo>
                <a:lnTo>
                  <a:pt x="34122" y="53520"/>
                </a:lnTo>
                <a:lnTo>
                  <a:pt x="34489" y="53914"/>
                </a:lnTo>
                <a:lnTo>
                  <a:pt x="34489" y="54308"/>
                </a:lnTo>
                <a:lnTo>
                  <a:pt x="35040" y="54701"/>
                </a:lnTo>
                <a:lnTo>
                  <a:pt x="35407" y="55111"/>
                </a:lnTo>
                <a:lnTo>
                  <a:pt x="35407" y="55505"/>
                </a:lnTo>
                <a:lnTo>
                  <a:pt x="35957" y="55899"/>
                </a:lnTo>
                <a:lnTo>
                  <a:pt x="35957" y="56686"/>
                </a:lnTo>
                <a:lnTo>
                  <a:pt x="36324" y="56686"/>
                </a:lnTo>
                <a:lnTo>
                  <a:pt x="36691" y="57490"/>
                </a:lnTo>
                <a:lnTo>
                  <a:pt x="36691" y="57883"/>
                </a:lnTo>
                <a:lnTo>
                  <a:pt x="37241" y="58277"/>
                </a:lnTo>
                <a:lnTo>
                  <a:pt x="37241" y="58671"/>
                </a:lnTo>
                <a:lnTo>
                  <a:pt x="37608" y="59064"/>
                </a:lnTo>
                <a:lnTo>
                  <a:pt x="37608" y="59458"/>
                </a:lnTo>
                <a:lnTo>
                  <a:pt x="38158" y="59852"/>
                </a:lnTo>
                <a:lnTo>
                  <a:pt x="38525" y="60262"/>
                </a:lnTo>
                <a:lnTo>
                  <a:pt x="38525" y="60655"/>
                </a:lnTo>
                <a:lnTo>
                  <a:pt x="38892" y="61049"/>
                </a:lnTo>
                <a:lnTo>
                  <a:pt x="39443" y="61836"/>
                </a:lnTo>
                <a:lnTo>
                  <a:pt x="39809" y="62640"/>
                </a:lnTo>
                <a:lnTo>
                  <a:pt x="39809" y="63034"/>
                </a:lnTo>
                <a:lnTo>
                  <a:pt x="40360" y="63427"/>
                </a:lnTo>
                <a:lnTo>
                  <a:pt x="40360" y="63821"/>
                </a:lnTo>
                <a:lnTo>
                  <a:pt x="40727" y="64215"/>
                </a:lnTo>
                <a:lnTo>
                  <a:pt x="41277" y="64608"/>
                </a:lnTo>
                <a:lnTo>
                  <a:pt x="41277" y="65018"/>
                </a:lnTo>
                <a:lnTo>
                  <a:pt x="41644" y="65412"/>
                </a:lnTo>
                <a:lnTo>
                  <a:pt x="41644" y="65806"/>
                </a:lnTo>
                <a:lnTo>
                  <a:pt x="42011" y="66199"/>
                </a:lnTo>
                <a:lnTo>
                  <a:pt x="42561" y="66987"/>
                </a:lnTo>
                <a:lnTo>
                  <a:pt x="42928" y="67790"/>
                </a:lnTo>
                <a:lnTo>
                  <a:pt x="43479" y="68184"/>
                </a:lnTo>
                <a:lnTo>
                  <a:pt x="43479" y="68578"/>
                </a:lnTo>
                <a:lnTo>
                  <a:pt x="43846" y="68971"/>
                </a:lnTo>
                <a:lnTo>
                  <a:pt x="43846" y="69365"/>
                </a:lnTo>
                <a:lnTo>
                  <a:pt x="44212" y="69759"/>
                </a:lnTo>
                <a:lnTo>
                  <a:pt x="44212" y="70169"/>
                </a:lnTo>
                <a:lnTo>
                  <a:pt x="44763" y="70562"/>
                </a:lnTo>
                <a:lnTo>
                  <a:pt x="45130" y="70956"/>
                </a:lnTo>
                <a:lnTo>
                  <a:pt x="45130" y="71350"/>
                </a:lnTo>
                <a:lnTo>
                  <a:pt x="45680" y="72137"/>
                </a:lnTo>
                <a:lnTo>
                  <a:pt x="46047" y="72547"/>
                </a:lnTo>
                <a:lnTo>
                  <a:pt x="46047" y="72941"/>
                </a:lnTo>
                <a:lnTo>
                  <a:pt x="46597" y="73334"/>
                </a:lnTo>
                <a:lnTo>
                  <a:pt x="46597" y="73728"/>
                </a:lnTo>
                <a:lnTo>
                  <a:pt x="46964" y="74122"/>
                </a:lnTo>
                <a:lnTo>
                  <a:pt x="46964" y="74515"/>
                </a:lnTo>
                <a:lnTo>
                  <a:pt x="47331" y="74925"/>
                </a:lnTo>
                <a:lnTo>
                  <a:pt x="47882" y="75319"/>
                </a:lnTo>
                <a:lnTo>
                  <a:pt x="47882" y="75713"/>
                </a:lnTo>
                <a:lnTo>
                  <a:pt x="48248" y="76500"/>
                </a:lnTo>
                <a:lnTo>
                  <a:pt x="48248" y="76894"/>
                </a:lnTo>
                <a:lnTo>
                  <a:pt x="48799" y="77287"/>
                </a:lnTo>
                <a:lnTo>
                  <a:pt x="48799" y="77697"/>
                </a:lnTo>
                <a:lnTo>
                  <a:pt x="49166" y="78091"/>
                </a:lnTo>
                <a:lnTo>
                  <a:pt x="49533" y="78485"/>
                </a:lnTo>
                <a:lnTo>
                  <a:pt x="50083" y="78878"/>
                </a:lnTo>
                <a:lnTo>
                  <a:pt x="50083" y="79272"/>
                </a:lnTo>
                <a:lnTo>
                  <a:pt x="50450" y="79666"/>
                </a:lnTo>
                <a:lnTo>
                  <a:pt x="50450" y="80076"/>
                </a:lnTo>
                <a:lnTo>
                  <a:pt x="51000" y="80863"/>
                </a:lnTo>
                <a:lnTo>
                  <a:pt x="51000" y="81257"/>
                </a:lnTo>
                <a:lnTo>
                  <a:pt x="51367" y="81650"/>
                </a:lnTo>
                <a:lnTo>
                  <a:pt x="51734" y="82044"/>
                </a:lnTo>
                <a:lnTo>
                  <a:pt x="51734" y="82454"/>
                </a:lnTo>
                <a:lnTo>
                  <a:pt x="52284" y="82848"/>
                </a:lnTo>
                <a:lnTo>
                  <a:pt x="52284" y="83241"/>
                </a:lnTo>
              </a:path>
            </a:pathLst>
          </a:custGeom>
          <a:ln w="249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7527269" y="4527198"/>
            <a:ext cx="52651" cy="91131"/>
          </a:xfrm>
          <a:custGeom>
            <a:avLst/>
            <a:gdLst/>
            <a:ahLst/>
            <a:cxnLst/>
            <a:rect l="l" t="t" r="r" b="b"/>
            <a:pathLst>
              <a:path w="52651" h="91131">
                <a:moveTo>
                  <a:pt x="0" y="0"/>
                </a:moveTo>
                <a:lnTo>
                  <a:pt x="366" y="393"/>
                </a:lnTo>
                <a:lnTo>
                  <a:pt x="366" y="787"/>
                </a:lnTo>
                <a:lnTo>
                  <a:pt x="917" y="1574"/>
                </a:lnTo>
                <a:lnTo>
                  <a:pt x="1284" y="1574"/>
                </a:lnTo>
                <a:lnTo>
                  <a:pt x="1284" y="2378"/>
                </a:lnTo>
                <a:lnTo>
                  <a:pt x="1834" y="2771"/>
                </a:lnTo>
                <a:lnTo>
                  <a:pt x="2201" y="3165"/>
                </a:lnTo>
                <a:lnTo>
                  <a:pt x="2201" y="3559"/>
                </a:lnTo>
                <a:lnTo>
                  <a:pt x="2568" y="3952"/>
                </a:lnTo>
                <a:lnTo>
                  <a:pt x="2568" y="4363"/>
                </a:lnTo>
                <a:lnTo>
                  <a:pt x="3118" y="4756"/>
                </a:lnTo>
                <a:lnTo>
                  <a:pt x="3118" y="5150"/>
                </a:lnTo>
                <a:lnTo>
                  <a:pt x="3485" y="5937"/>
                </a:lnTo>
                <a:lnTo>
                  <a:pt x="4036" y="6331"/>
                </a:lnTo>
                <a:lnTo>
                  <a:pt x="4036" y="6741"/>
                </a:lnTo>
                <a:lnTo>
                  <a:pt x="4402" y="7135"/>
                </a:lnTo>
                <a:lnTo>
                  <a:pt x="4769" y="7528"/>
                </a:lnTo>
                <a:lnTo>
                  <a:pt x="4769" y="7922"/>
                </a:lnTo>
                <a:lnTo>
                  <a:pt x="5320" y="8315"/>
                </a:lnTo>
                <a:lnTo>
                  <a:pt x="5320" y="8709"/>
                </a:lnTo>
                <a:lnTo>
                  <a:pt x="5687" y="9513"/>
                </a:lnTo>
                <a:lnTo>
                  <a:pt x="6237" y="9907"/>
                </a:lnTo>
                <a:lnTo>
                  <a:pt x="6237" y="10300"/>
                </a:lnTo>
                <a:lnTo>
                  <a:pt x="6604" y="10694"/>
                </a:lnTo>
                <a:lnTo>
                  <a:pt x="6604" y="11087"/>
                </a:lnTo>
                <a:lnTo>
                  <a:pt x="7154" y="11481"/>
                </a:lnTo>
                <a:lnTo>
                  <a:pt x="7154" y="11891"/>
                </a:lnTo>
                <a:lnTo>
                  <a:pt x="7521" y="12285"/>
                </a:lnTo>
                <a:lnTo>
                  <a:pt x="7888" y="13072"/>
                </a:lnTo>
                <a:lnTo>
                  <a:pt x="7888" y="13466"/>
                </a:lnTo>
                <a:lnTo>
                  <a:pt x="8438" y="13859"/>
                </a:lnTo>
                <a:lnTo>
                  <a:pt x="8805" y="14270"/>
                </a:lnTo>
                <a:lnTo>
                  <a:pt x="8805" y="14663"/>
                </a:lnTo>
                <a:lnTo>
                  <a:pt x="9356" y="15057"/>
                </a:lnTo>
                <a:lnTo>
                  <a:pt x="9356" y="15451"/>
                </a:lnTo>
                <a:lnTo>
                  <a:pt x="9723" y="15844"/>
                </a:lnTo>
                <a:lnTo>
                  <a:pt x="9723" y="16238"/>
                </a:lnTo>
                <a:lnTo>
                  <a:pt x="10090" y="17042"/>
                </a:lnTo>
                <a:lnTo>
                  <a:pt x="10640" y="17435"/>
                </a:lnTo>
                <a:lnTo>
                  <a:pt x="10640" y="17829"/>
                </a:lnTo>
                <a:lnTo>
                  <a:pt x="11007" y="18222"/>
                </a:lnTo>
                <a:lnTo>
                  <a:pt x="11007" y="18616"/>
                </a:lnTo>
                <a:lnTo>
                  <a:pt x="11557" y="19010"/>
                </a:lnTo>
                <a:lnTo>
                  <a:pt x="11924" y="19420"/>
                </a:lnTo>
                <a:lnTo>
                  <a:pt x="11924" y="19814"/>
                </a:lnTo>
                <a:lnTo>
                  <a:pt x="12475" y="20601"/>
                </a:lnTo>
                <a:lnTo>
                  <a:pt x="12475" y="20994"/>
                </a:lnTo>
                <a:lnTo>
                  <a:pt x="12841" y="21388"/>
                </a:lnTo>
                <a:lnTo>
                  <a:pt x="13208" y="21798"/>
                </a:lnTo>
                <a:lnTo>
                  <a:pt x="13208" y="22192"/>
                </a:lnTo>
                <a:lnTo>
                  <a:pt x="13759" y="22586"/>
                </a:lnTo>
                <a:lnTo>
                  <a:pt x="13759" y="23373"/>
                </a:lnTo>
                <a:lnTo>
                  <a:pt x="14126" y="23766"/>
                </a:lnTo>
                <a:lnTo>
                  <a:pt x="14126" y="24177"/>
                </a:lnTo>
                <a:lnTo>
                  <a:pt x="14676" y="24570"/>
                </a:lnTo>
                <a:lnTo>
                  <a:pt x="15043" y="24964"/>
                </a:lnTo>
                <a:lnTo>
                  <a:pt x="15043" y="25358"/>
                </a:lnTo>
                <a:lnTo>
                  <a:pt x="15410" y="25751"/>
                </a:lnTo>
                <a:lnTo>
                  <a:pt x="15960" y="26145"/>
                </a:lnTo>
                <a:lnTo>
                  <a:pt x="15960" y="26538"/>
                </a:lnTo>
                <a:lnTo>
                  <a:pt x="16327" y="27342"/>
                </a:lnTo>
                <a:lnTo>
                  <a:pt x="16327" y="27736"/>
                </a:lnTo>
                <a:lnTo>
                  <a:pt x="16877" y="28130"/>
                </a:lnTo>
                <a:lnTo>
                  <a:pt x="17244" y="28523"/>
                </a:lnTo>
                <a:lnTo>
                  <a:pt x="17244" y="28917"/>
                </a:lnTo>
                <a:lnTo>
                  <a:pt x="17611" y="29327"/>
                </a:lnTo>
                <a:lnTo>
                  <a:pt x="17611" y="30114"/>
                </a:lnTo>
                <a:lnTo>
                  <a:pt x="18162" y="30508"/>
                </a:lnTo>
                <a:lnTo>
                  <a:pt x="18162" y="30902"/>
                </a:lnTo>
                <a:lnTo>
                  <a:pt x="18529" y="31295"/>
                </a:lnTo>
                <a:lnTo>
                  <a:pt x="19079" y="31705"/>
                </a:lnTo>
                <a:lnTo>
                  <a:pt x="19079" y="32099"/>
                </a:lnTo>
                <a:lnTo>
                  <a:pt x="19446" y="32493"/>
                </a:lnTo>
                <a:lnTo>
                  <a:pt x="19996" y="32886"/>
                </a:lnTo>
                <a:lnTo>
                  <a:pt x="19996" y="33673"/>
                </a:lnTo>
                <a:lnTo>
                  <a:pt x="20363" y="34084"/>
                </a:lnTo>
                <a:lnTo>
                  <a:pt x="20363" y="34477"/>
                </a:lnTo>
                <a:lnTo>
                  <a:pt x="20730" y="34871"/>
                </a:lnTo>
                <a:lnTo>
                  <a:pt x="20730" y="35265"/>
                </a:lnTo>
                <a:lnTo>
                  <a:pt x="21280" y="35658"/>
                </a:lnTo>
                <a:lnTo>
                  <a:pt x="21647" y="36052"/>
                </a:lnTo>
                <a:lnTo>
                  <a:pt x="21647" y="36856"/>
                </a:lnTo>
                <a:lnTo>
                  <a:pt x="22198" y="37249"/>
                </a:lnTo>
                <a:lnTo>
                  <a:pt x="22198" y="37643"/>
                </a:lnTo>
                <a:lnTo>
                  <a:pt x="22565" y="38037"/>
                </a:lnTo>
                <a:lnTo>
                  <a:pt x="22932" y="38430"/>
                </a:lnTo>
                <a:lnTo>
                  <a:pt x="22932" y="38824"/>
                </a:lnTo>
                <a:lnTo>
                  <a:pt x="23482" y="39628"/>
                </a:lnTo>
                <a:lnTo>
                  <a:pt x="23849" y="40021"/>
                </a:lnTo>
                <a:lnTo>
                  <a:pt x="23849" y="40415"/>
                </a:lnTo>
                <a:lnTo>
                  <a:pt x="24399" y="40809"/>
                </a:lnTo>
                <a:lnTo>
                  <a:pt x="24399" y="41202"/>
                </a:lnTo>
                <a:lnTo>
                  <a:pt x="24766" y="41612"/>
                </a:lnTo>
                <a:lnTo>
                  <a:pt x="24766" y="42006"/>
                </a:lnTo>
                <a:lnTo>
                  <a:pt x="25316" y="42793"/>
                </a:lnTo>
                <a:lnTo>
                  <a:pt x="25683" y="43187"/>
                </a:lnTo>
                <a:lnTo>
                  <a:pt x="25683" y="43581"/>
                </a:lnTo>
                <a:lnTo>
                  <a:pt x="26050" y="43974"/>
                </a:lnTo>
                <a:lnTo>
                  <a:pt x="26050" y="44384"/>
                </a:lnTo>
                <a:lnTo>
                  <a:pt x="26601" y="44778"/>
                </a:lnTo>
                <a:lnTo>
                  <a:pt x="26968" y="45565"/>
                </a:lnTo>
                <a:lnTo>
                  <a:pt x="26968" y="45959"/>
                </a:lnTo>
                <a:lnTo>
                  <a:pt x="27518" y="46353"/>
                </a:lnTo>
                <a:lnTo>
                  <a:pt x="27518" y="46763"/>
                </a:lnTo>
                <a:lnTo>
                  <a:pt x="27885" y="47156"/>
                </a:lnTo>
                <a:lnTo>
                  <a:pt x="28252" y="47550"/>
                </a:lnTo>
                <a:lnTo>
                  <a:pt x="28252" y="48337"/>
                </a:lnTo>
                <a:lnTo>
                  <a:pt x="28802" y="48731"/>
                </a:lnTo>
                <a:lnTo>
                  <a:pt x="28802" y="49141"/>
                </a:lnTo>
                <a:lnTo>
                  <a:pt x="29169" y="49535"/>
                </a:lnTo>
                <a:lnTo>
                  <a:pt x="29169" y="49928"/>
                </a:lnTo>
                <a:lnTo>
                  <a:pt x="29719" y="50322"/>
                </a:lnTo>
                <a:lnTo>
                  <a:pt x="30086" y="50716"/>
                </a:lnTo>
                <a:lnTo>
                  <a:pt x="30086" y="51519"/>
                </a:lnTo>
                <a:lnTo>
                  <a:pt x="30637" y="51913"/>
                </a:lnTo>
                <a:lnTo>
                  <a:pt x="31004" y="52307"/>
                </a:lnTo>
                <a:lnTo>
                  <a:pt x="31004" y="52700"/>
                </a:lnTo>
                <a:lnTo>
                  <a:pt x="31370" y="53094"/>
                </a:lnTo>
                <a:lnTo>
                  <a:pt x="31370" y="53488"/>
                </a:lnTo>
                <a:lnTo>
                  <a:pt x="31921" y="54291"/>
                </a:lnTo>
                <a:lnTo>
                  <a:pt x="32288" y="54685"/>
                </a:lnTo>
                <a:lnTo>
                  <a:pt x="32288" y="55079"/>
                </a:lnTo>
                <a:lnTo>
                  <a:pt x="32838" y="55472"/>
                </a:lnTo>
                <a:lnTo>
                  <a:pt x="32838" y="55866"/>
                </a:lnTo>
                <a:lnTo>
                  <a:pt x="33205" y="56260"/>
                </a:lnTo>
                <a:lnTo>
                  <a:pt x="33205" y="56670"/>
                </a:lnTo>
                <a:lnTo>
                  <a:pt x="33572" y="57457"/>
                </a:lnTo>
                <a:lnTo>
                  <a:pt x="34122" y="57851"/>
                </a:lnTo>
                <a:lnTo>
                  <a:pt x="34122" y="58244"/>
                </a:lnTo>
                <a:lnTo>
                  <a:pt x="34489" y="58638"/>
                </a:lnTo>
                <a:lnTo>
                  <a:pt x="35040" y="59048"/>
                </a:lnTo>
                <a:lnTo>
                  <a:pt x="35040" y="59835"/>
                </a:lnTo>
                <a:lnTo>
                  <a:pt x="35407" y="60229"/>
                </a:lnTo>
                <a:lnTo>
                  <a:pt x="35407" y="60623"/>
                </a:lnTo>
                <a:lnTo>
                  <a:pt x="35773" y="61016"/>
                </a:lnTo>
                <a:lnTo>
                  <a:pt x="35773" y="61410"/>
                </a:lnTo>
                <a:lnTo>
                  <a:pt x="36324" y="61820"/>
                </a:lnTo>
                <a:lnTo>
                  <a:pt x="36691" y="62607"/>
                </a:lnTo>
                <a:lnTo>
                  <a:pt x="36691" y="63001"/>
                </a:lnTo>
                <a:lnTo>
                  <a:pt x="37241" y="63395"/>
                </a:lnTo>
                <a:lnTo>
                  <a:pt x="37608" y="63788"/>
                </a:lnTo>
                <a:lnTo>
                  <a:pt x="37608" y="64198"/>
                </a:lnTo>
                <a:lnTo>
                  <a:pt x="38158" y="64592"/>
                </a:lnTo>
                <a:lnTo>
                  <a:pt x="38158" y="65379"/>
                </a:lnTo>
                <a:lnTo>
                  <a:pt x="38525" y="65773"/>
                </a:lnTo>
                <a:lnTo>
                  <a:pt x="38525" y="66167"/>
                </a:lnTo>
                <a:lnTo>
                  <a:pt x="38892" y="66577"/>
                </a:lnTo>
                <a:lnTo>
                  <a:pt x="39443" y="66970"/>
                </a:lnTo>
                <a:lnTo>
                  <a:pt x="39443" y="67758"/>
                </a:lnTo>
                <a:lnTo>
                  <a:pt x="39809" y="68151"/>
                </a:lnTo>
                <a:lnTo>
                  <a:pt x="39809" y="68545"/>
                </a:lnTo>
                <a:lnTo>
                  <a:pt x="40360" y="68939"/>
                </a:lnTo>
                <a:lnTo>
                  <a:pt x="40727" y="69349"/>
                </a:lnTo>
                <a:lnTo>
                  <a:pt x="40727" y="69742"/>
                </a:lnTo>
                <a:lnTo>
                  <a:pt x="41094" y="70530"/>
                </a:lnTo>
                <a:lnTo>
                  <a:pt x="41644" y="70923"/>
                </a:lnTo>
                <a:lnTo>
                  <a:pt x="41644" y="71317"/>
                </a:lnTo>
                <a:lnTo>
                  <a:pt x="42011" y="71727"/>
                </a:lnTo>
                <a:lnTo>
                  <a:pt x="42011" y="72121"/>
                </a:lnTo>
                <a:lnTo>
                  <a:pt x="42561" y="72514"/>
                </a:lnTo>
                <a:lnTo>
                  <a:pt x="42561" y="73302"/>
                </a:lnTo>
                <a:lnTo>
                  <a:pt x="42928" y="73695"/>
                </a:lnTo>
                <a:lnTo>
                  <a:pt x="43479" y="74105"/>
                </a:lnTo>
                <a:lnTo>
                  <a:pt x="43479" y="74499"/>
                </a:lnTo>
                <a:lnTo>
                  <a:pt x="43846" y="74893"/>
                </a:lnTo>
                <a:lnTo>
                  <a:pt x="43846" y="75680"/>
                </a:lnTo>
                <a:lnTo>
                  <a:pt x="44212" y="76074"/>
                </a:lnTo>
                <a:lnTo>
                  <a:pt x="44212" y="76484"/>
                </a:lnTo>
                <a:lnTo>
                  <a:pt x="44763" y="76877"/>
                </a:lnTo>
                <a:lnTo>
                  <a:pt x="45130" y="77271"/>
                </a:lnTo>
                <a:lnTo>
                  <a:pt x="45130" y="78058"/>
                </a:lnTo>
                <a:lnTo>
                  <a:pt x="45680" y="78452"/>
                </a:lnTo>
                <a:lnTo>
                  <a:pt x="46047" y="78846"/>
                </a:lnTo>
                <a:lnTo>
                  <a:pt x="46047" y="79256"/>
                </a:lnTo>
                <a:lnTo>
                  <a:pt x="46414" y="79649"/>
                </a:lnTo>
                <a:lnTo>
                  <a:pt x="46414" y="80043"/>
                </a:lnTo>
                <a:lnTo>
                  <a:pt x="46964" y="80830"/>
                </a:lnTo>
                <a:lnTo>
                  <a:pt x="46964" y="81224"/>
                </a:lnTo>
                <a:lnTo>
                  <a:pt x="47331" y="81634"/>
                </a:lnTo>
                <a:lnTo>
                  <a:pt x="47882" y="82028"/>
                </a:lnTo>
                <a:lnTo>
                  <a:pt x="47882" y="82421"/>
                </a:lnTo>
                <a:lnTo>
                  <a:pt x="48248" y="83209"/>
                </a:lnTo>
                <a:lnTo>
                  <a:pt x="48799" y="83602"/>
                </a:lnTo>
                <a:lnTo>
                  <a:pt x="48799" y="84012"/>
                </a:lnTo>
                <a:lnTo>
                  <a:pt x="49166" y="84406"/>
                </a:lnTo>
                <a:lnTo>
                  <a:pt x="49166" y="84800"/>
                </a:lnTo>
                <a:lnTo>
                  <a:pt x="49533" y="85193"/>
                </a:lnTo>
                <a:lnTo>
                  <a:pt x="50083" y="85981"/>
                </a:lnTo>
                <a:lnTo>
                  <a:pt x="50083" y="86374"/>
                </a:lnTo>
                <a:lnTo>
                  <a:pt x="50450" y="86784"/>
                </a:lnTo>
                <a:lnTo>
                  <a:pt x="50450" y="87178"/>
                </a:lnTo>
                <a:lnTo>
                  <a:pt x="51000" y="87572"/>
                </a:lnTo>
                <a:lnTo>
                  <a:pt x="51000" y="88359"/>
                </a:lnTo>
                <a:lnTo>
                  <a:pt x="51367" y="88753"/>
                </a:lnTo>
                <a:lnTo>
                  <a:pt x="51734" y="89163"/>
                </a:lnTo>
                <a:lnTo>
                  <a:pt x="51734" y="89556"/>
                </a:lnTo>
                <a:lnTo>
                  <a:pt x="52285" y="90344"/>
                </a:lnTo>
                <a:lnTo>
                  <a:pt x="52651" y="90737"/>
                </a:lnTo>
                <a:lnTo>
                  <a:pt x="52651" y="91131"/>
                </a:lnTo>
              </a:path>
            </a:pathLst>
          </a:custGeom>
          <a:ln w="25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7579921" y="4618329"/>
            <a:ext cx="52835" cy="97479"/>
          </a:xfrm>
          <a:custGeom>
            <a:avLst/>
            <a:gdLst/>
            <a:ahLst/>
            <a:cxnLst/>
            <a:rect l="l" t="t" r="r" b="b"/>
            <a:pathLst>
              <a:path w="52835" h="97479">
                <a:moveTo>
                  <a:pt x="0" y="0"/>
                </a:moveTo>
                <a:lnTo>
                  <a:pt x="550" y="410"/>
                </a:lnTo>
                <a:lnTo>
                  <a:pt x="550" y="803"/>
                </a:lnTo>
                <a:lnTo>
                  <a:pt x="917" y="1591"/>
                </a:lnTo>
                <a:lnTo>
                  <a:pt x="917" y="1984"/>
                </a:lnTo>
                <a:lnTo>
                  <a:pt x="1284" y="2378"/>
                </a:lnTo>
                <a:lnTo>
                  <a:pt x="1834" y="2788"/>
                </a:lnTo>
                <a:lnTo>
                  <a:pt x="1834" y="3182"/>
                </a:lnTo>
                <a:lnTo>
                  <a:pt x="2201" y="3575"/>
                </a:lnTo>
                <a:lnTo>
                  <a:pt x="2201" y="4363"/>
                </a:lnTo>
                <a:lnTo>
                  <a:pt x="2751" y="4756"/>
                </a:lnTo>
                <a:lnTo>
                  <a:pt x="2751" y="5150"/>
                </a:lnTo>
                <a:lnTo>
                  <a:pt x="3118" y="5560"/>
                </a:lnTo>
                <a:lnTo>
                  <a:pt x="3669" y="5954"/>
                </a:lnTo>
                <a:lnTo>
                  <a:pt x="3669" y="6741"/>
                </a:lnTo>
                <a:lnTo>
                  <a:pt x="4036" y="7135"/>
                </a:lnTo>
                <a:lnTo>
                  <a:pt x="4402" y="7528"/>
                </a:lnTo>
                <a:lnTo>
                  <a:pt x="4402" y="7938"/>
                </a:lnTo>
                <a:lnTo>
                  <a:pt x="4953" y="8726"/>
                </a:lnTo>
                <a:lnTo>
                  <a:pt x="4953" y="9119"/>
                </a:lnTo>
                <a:lnTo>
                  <a:pt x="5320" y="9513"/>
                </a:lnTo>
                <a:lnTo>
                  <a:pt x="5870" y="9907"/>
                </a:lnTo>
                <a:lnTo>
                  <a:pt x="5870" y="10317"/>
                </a:lnTo>
                <a:lnTo>
                  <a:pt x="6237" y="11104"/>
                </a:lnTo>
                <a:lnTo>
                  <a:pt x="6237" y="11498"/>
                </a:lnTo>
                <a:lnTo>
                  <a:pt x="6604" y="11891"/>
                </a:lnTo>
                <a:lnTo>
                  <a:pt x="7154" y="12285"/>
                </a:lnTo>
                <a:lnTo>
                  <a:pt x="7154" y="13089"/>
                </a:lnTo>
                <a:lnTo>
                  <a:pt x="7521" y="13482"/>
                </a:lnTo>
                <a:lnTo>
                  <a:pt x="7521" y="13876"/>
                </a:lnTo>
                <a:lnTo>
                  <a:pt x="8072" y="14270"/>
                </a:lnTo>
                <a:lnTo>
                  <a:pt x="8438" y="14663"/>
                </a:lnTo>
                <a:lnTo>
                  <a:pt x="8438" y="15467"/>
                </a:lnTo>
                <a:lnTo>
                  <a:pt x="8989" y="15861"/>
                </a:lnTo>
                <a:lnTo>
                  <a:pt x="8989" y="16254"/>
                </a:lnTo>
                <a:lnTo>
                  <a:pt x="9356" y="16648"/>
                </a:lnTo>
                <a:lnTo>
                  <a:pt x="9356" y="17042"/>
                </a:lnTo>
                <a:lnTo>
                  <a:pt x="9723" y="17435"/>
                </a:lnTo>
                <a:lnTo>
                  <a:pt x="10273" y="18239"/>
                </a:lnTo>
                <a:lnTo>
                  <a:pt x="10273" y="18633"/>
                </a:lnTo>
                <a:lnTo>
                  <a:pt x="10640" y="19026"/>
                </a:lnTo>
                <a:lnTo>
                  <a:pt x="11190" y="19420"/>
                </a:lnTo>
                <a:lnTo>
                  <a:pt x="11190" y="19814"/>
                </a:lnTo>
                <a:lnTo>
                  <a:pt x="11557" y="20617"/>
                </a:lnTo>
                <a:lnTo>
                  <a:pt x="11557" y="21011"/>
                </a:lnTo>
                <a:lnTo>
                  <a:pt x="11924" y="21405"/>
                </a:lnTo>
                <a:lnTo>
                  <a:pt x="11924" y="21798"/>
                </a:lnTo>
                <a:lnTo>
                  <a:pt x="12475" y="22586"/>
                </a:lnTo>
                <a:lnTo>
                  <a:pt x="12841" y="22996"/>
                </a:lnTo>
                <a:lnTo>
                  <a:pt x="12841" y="23389"/>
                </a:lnTo>
                <a:lnTo>
                  <a:pt x="13392" y="23783"/>
                </a:lnTo>
                <a:lnTo>
                  <a:pt x="13392" y="24177"/>
                </a:lnTo>
                <a:lnTo>
                  <a:pt x="13759" y="24964"/>
                </a:lnTo>
                <a:lnTo>
                  <a:pt x="14309" y="25374"/>
                </a:lnTo>
                <a:lnTo>
                  <a:pt x="14309" y="25768"/>
                </a:lnTo>
                <a:lnTo>
                  <a:pt x="14676" y="26161"/>
                </a:lnTo>
                <a:lnTo>
                  <a:pt x="15043" y="26555"/>
                </a:lnTo>
                <a:lnTo>
                  <a:pt x="15043" y="27342"/>
                </a:lnTo>
                <a:lnTo>
                  <a:pt x="15593" y="27752"/>
                </a:lnTo>
                <a:lnTo>
                  <a:pt x="15593" y="28146"/>
                </a:lnTo>
                <a:lnTo>
                  <a:pt x="15960" y="28540"/>
                </a:lnTo>
                <a:lnTo>
                  <a:pt x="15960" y="29327"/>
                </a:lnTo>
                <a:lnTo>
                  <a:pt x="16511" y="29721"/>
                </a:lnTo>
                <a:lnTo>
                  <a:pt x="16877" y="30114"/>
                </a:lnTo>
                <a:lnTo>
                  <a:pt x="16877" y="30524"/>
                </a:lnTo>
                <a:lnTo>
                  <a:pt x="17244" y="31312"/>
                </a:lnTo>
                <a:lnTo>
                  <a:pt x="17244" y="31705"/>
                </a:lnTo>
                <a:lnTo>
                  <a:pt x="17795" y="32099"/>
                </a:lnTo>
                <a:lnTo>
                  <a:pt x="18162" y="32493"/>
                </a:lnTo>
                <a:lnTo>
                  <a:pt x="18162" y="32903"/>
                </a:lnTo>
                <a:lnTo>
                  <a:pt x="18712" y="33690"/>
                </a:lnTo>
                <a:lnTo>
                  <a:pt x="18712" y="34084"/>
                </a:lnTo>
                <a:lnTo>
                  <a:pt x="19079" y="34477"/>
                </a:lnTo>
                <a:lnTo>
                  <a:pt x="19629" y="34871"/>
                </a:lnTo>
                <a:lnTo>
                  <a:pt x="19629" y="35675"/>
                </a:lnTo>
                <a:lnTo>
                  <a:pt x="19996" y="36068"/>
                </a:lnTo>
                <a:lnTo>
                  <a:pt x="19996" y="36462"/>
                </a:lnTo>
                <a:lnTo>
                  <a:pt x="20363" y="36856"/>
                </a:lnTo>
                <a:lnTo>
                  <a:pt x="20363" y="37643"/>
                </a:lnTo>
                <a:lnTo>
                  <a:pt x="20914" y="38053"/>
                </a:lnTo>
                <a:lnTo>
                  <a:pt x="21280" y="38447"/>
                </a:lnTo>
                <a:lnTo>
                  <a:pt x="21280" y="38840"/>
                </a:lnTo>
                <a:lnTo>
                  <a:pt x="21831" y="39628"/>
                </a:lnTo>
                <a:lnTo>
                  <a:pt x="22198" y="40021"/>
                </a:lnTo>
                <a:lnTo>
                  <a:pt x="22198" y="40431"/>
                </a:lnTo>
                <a:lnTo>
                  <a:pt x="22565" y="40825"/>
                </a:lnTo>
                <a:lnTo>
                  <a:pt x="22565" y="41219"/>
                </a:lnTo>
                <a:lnTo>
                  <a:pt x="23115" y="42006"/>
                </a:lnTo>
                <a:lnTo>
                  <a:pt x="23482" y="42400"/>
                </a:lnTo>
                <a:lnTo>
                  <a:pt x="23482" y="42810"/>
                </a:lnTo>
                <a:lnTo>
                  <a:pt x="24032" y="43203"/>
                </a:lnTo>
                <a:lnTo>
                  <a:pt x="24032" y="43991"/>
                </a:lnTo>
                <a:lnTo>
                  <a:pt x="24399" y="44384"/>
                </a:lnTo>
                <a:lnTo>
                  <a:pt x="24399" y="44778"/>
                </a:lnTo>
                <a:lnTo>
                  <a:pt x="24766" y="45188"/>
                </a:lnTo>
                <a:lnTo>
                  <a:pt x="25316" y="45582"/>
                </a:lnTo>
                <a:lnTo>
                  <a:pt x="25316" y="46369"/>
                </a:lnTo>
                <a:lnTo>
                  <a:pt x="25683" y="46763"/>
                </a:lnTo>
                <a:lnTo>
                  <a:pt x="26234" y="47156"/>
                </a:lnTo>
                <a:lnTo>
                  <a:pt x="26234" y="47550"/>
                </a:lnTo>
                <a:lnTo>
                  <a:pt x="26601" y="48354"/>
                </a:lnTo>
                <a:lnTo>
                  <a:pt x="26601" y="48747"/>
                </a:lnTo>
                <a:lnTo>
                  <a:pt x="27151" y="49141"/>
                </a:lnTo>
                <a:lnTo>
                  <a:pt x="27151" y="49535"/>
                </a:lnTo>
                <a:lnTo>
                  <a:pt x="27518" y="50338"/>
                </a:lnTo>
                <a:lnTo>
                  <a:pt x="27885" y="50732"/>
                </a:lnTo>
                <a:lnTo>
                  <a:pt x="27885" y="51126"/>
                </a:lnTo>
                <a:lnTo>
                  <a:pt x="28435" y="51519"/>
                </a:lnTo>
                <a:lnTo>
                  <a:pt x="28435" y="52307"/>
                </a:lnTo>
                <a:lnTo>
                  <a:pt x="28802" y="52717"/>
                </a:lnTo>
                <a:lnTo>
                  <a:pt x="29352" y="53110"/>
                </a:lnTo>
                <a:lnTo>
                  <a:pt x="29352" y="53504"/>
                </a:lnTo>
                <a:lnTo>
                  <a:pt x="29719" y="54291"/>
                </a:lnTo>
                <a:lnTo>
                  <a:pt x="29719" y="54685"/>
                </a:lnTo>
                <a:lnTo>
                  <a:pt x="30086" y="55079"/>
                </a:lnTo>
                <a:lnTo>
                  <a:pt x="30637" y="55489"/>
                </a:lnTo>
                <a:lnTo>
                  <a:pt x="30637" y="55882"/>
                </a:lnTo>
                <a:lnTo>
                  <a:pt x="31004" y="56670"/>
                </a:lnTo>
                <a:lnTo>
                  <a:pt x="31004" y="57063"/>
                </a:lnTo>
                <a:lnTo>
                  <a:pt x="31554" y="57457"/>
                </a:lnTo>
                <a:lnTo>
                  <a:pt x="31921" y="57867"/>
                </a:lnTo>
                <a:lnTo>
                  <a:pt x="31921" y="58654"/>
                </a:lnTo>
                <a:lnTo>
                  <a:pt x="32471" y="59048"/>
                </a:lnTo>
                <a:lnTo>
                  <a:pt x="32838" y="59442"/>
                </a:lnTo>
                <a:lnTo>
                  <a:pt x="32838" y="60245"/>
                </a:lnTo>
                <a:lnTo>
                  <a:pt x="33205" y="60639"/>
                </a:lnTo>
                <a:lnTo>
                  <a:pt x="33205" y="61033"/>
                </a:lnTo>
                <a:lnTo>
                  <a:pt x="33755" y="61426"/>
                </a:lnTo>
                <a:lnTo>
                  <a:pt x="33755" y="61820"/>
                </a:lnTo>
                <a:lnTo>
                  <a:pt x="34122" y="62624"/>
                </a:lnTo>
                <a:lnTo>
                  <a:pt x="34673" y="63017"/>
                </a:lnTo>
                <a:lnTo>
                  <a:pt x="34673" y="63411"/>
                </a:lnTo>
                <a:lnTo>
                  <a:pt x="35040" y="63805"/>
                </a:lnTo>
                <a:lnTo>
                  <a:pt x="35040" y="64592"/>
                </a:lnTo>
                <a:lnTo>
                  <a:pt x="35407" y="64986"/>
                </a:lnTo>
                <a:lnTo>
                  <a:pt x="35407" y="65396"/>
                </a:lnTo>
                <a:lnTo>
                  <a:pt x="35957" y="65789"/>
                </a:lnTo>
                <a:lnTo>
                  <a:pt x="36324" y="66577"/>
                </a:lnTo>
                <a:lnTo>
                  <a:pt x="36324" y="66970"/>
                </a:lnTo>
                <a:lnTo>
                  <a:pt x="36874" y="67364"/>
                </a:lnTo>
                <a:lnTo>
                  <a:pt x="37241" y="67774"/>
                </a:lnTo>
                <a:lnTo>
                  <a:pt x="37241" y="68561"/>
                </a:lnTo>
                <a:lnTo>
                  <a:pt x="37791" y="68955"/>
                </a:lnTo>
                <a:lnTo>
                  <a:pt x="37791" y="69349"/>
                </a:lnTo>
                <a:lnTo>
                  <a:pt x="38158" y="69742"/>
                </a:lnTo>
                <a:lnTo>
                  <a:pt x="38158" y="70546"/>
                </a:lnTo>
                <a:lnTo>
                  <a:pt x="38525" y="70940"/>
                </a:lnTo>
                <a:lnTo>
                  <a:pt x="39076" y="71333"/>
                </a:lnTo>
                <a:lnTo>
                  <a:pt x="39076" y="71727"/>
                </a:lnTo>
                <a:lnTo>
                  <a:pt x="39443" y="72514"/>
                </a:lnTo>
                <a:lnTo>
                  <a:pt x="39993" y="72924"/>
                </a:lnTo>
                <a:lnTo>
                  <a:pt x="39993" y="73318"/>
                </a:lnTo>
                <a:lnTo>
                  <a:pt x="40360" y="73712"/>
                </a:lnTo>
                <a:lnTo>
                  <a:pt x="40360" y="74499"/>
                </a:lnTo>
                <a:lnTo>
                  <a:pt x="40727" y="74893"/>
                </a:lnTo>
                <a:lnTo>
                  <a:pt x="41277" y="75303"/>
                </a:lnTo>
                <a:lnTo>
                  <a:pt x="41277" y="75696"/>
                </a:lnTo>
                <a:lnTo>
                  <a:pt x="41644" y="76484"/>
                </a:lnTo>
                <a:lnTo>
                  <a:pt x="41644" y="76877"/>
                </a:lnTo>
                <a:lnTo>
                  <a:pt x="42194" y="77271"/>
                </a:lnTo>
                <a:lnTo>
                  <a:pt x="42194" y="77681"/>
                </a:lnTo>
                <a:lnTo>
                  <a:pt x="42561" y="78468"/>
                </a:lnTo>
                <a:lnTo>
                  <a:pt x="42928" y="78862"/>
                </a:lnTo>
                <a:lnTo>
                  <a:pt x="42928" y="79256"/>
                </a:lnTo>
                <a:lnTo>
                  <a:pt x="43479" y="80059"/>
                </a:lnTo>
                <a:lnTo>
                  <a:pt x="43846" y="80453"/>
                </a:lnTo>
                <a:lnTo>
                  <a:pt x="43846" y="80847"/>
                </a:lnTo>
                <a:lnTo>
                  <a:pt x="44396" y="81240"/>
                </a:lnTo>
                <a:lnTo>
                  <a:pt x="44396" y="81634"/>
                </a:lnTo>
                <a:lnTo>
                  <a:pt x="44763" y="82421"/>
                </a:lnTo>
                <a:lnTo>
                  <a:pt x="44763" y="82831"/>
                </a:lnTo>
                <a:lnTo>
                  <a:pt x="45313" y="83225"/>
                </a:lnTo>
                <a:lnTo>
                  <a:pt x="45680" y="84012"/>
                </a:lnTo>
                <a:lnTo>
                  <a:pt x="45680" y="84406"/>
                </a:lnTo>
                <a:lnTo>
                  <a:pt x="46047" y="84800"/>
                </a:lnTo>
                <a:lnTo>
                  <a:pt x="46047" y="85210"/>
                </a:lnTo>
                <a:lnTo>
                  <a:pt x="46597" y="85997"/>
                </a:lnTo>
                <a:lnTo>
                  <a:pt x="46597" y="86391"/>
                </a:lnTo>
                <a:lnTo>
                  <a:pt x="46964" y="86784"/>
                </a:lnTo>
                <a:lnTo>
                  <a:pt x="47515" y="87178"/>
                </a:lnTo>
                <a:lnTo>
                  <a:pt x="47515" y="87982"/>
                </a:lnTo>
                <a:lnTo>
                  <a:pt x="47882" y="88375"/>
                </a:lnTo>
                <a:lnTo>
                  <a:pt x="48248" y="88769"/>
                </a:lnTo>
                <a:lnTo>
                  <a:pt x="48248" y="89163"/>
                </a:lnTo>
                <a:lnTo>
                  <a:pt x="48799" y="89950"/>
                </a:lnTo>
                <a:lnTo>
                  <a:pt x="48799" y="90360"/>
                </a:lnTo>
                <a:lnTo>
                  <a:pt x="49166" y="90754"/>
                </a:lnTo>
                <a:lnTo>
                  <a:pt x="49716" y="91147"/>
                </a:lnTo>
                <a:lnTo>
                  <a:pt x="49716" y="91935"/>
                </a:lnTo>
                <a:lnTo>
                  <a:pt x="50083" y="92328"/>
                </a:lnTo>
                <a:lnTo>
                  <a:pt x="50083" y="92738"/>
                </a:lnTo>
                <a:lnTo>
                  <a:pt x="50633" y="93526"/>
                </a:lnTo>
                <a:lnTo>
                  <a:pt x="51000" y="93919"/>
                </a:lnTo>
                <a:lnTo>
                  <a:pt x="51000" y="94313"/>
                </a:lnTo>
                <a:lnTo>
                  <a:pt x="51367" y="94707"/>
                </a:lnTo>
                <a:lnTo>
                  <a:pt x="51367" y="95510"/>
                </a:lnTo>
                <a:lnTo>
                  <a:pt x="51918" y="95904"/>
                </a:lnTo>
                <a:lnTo>
                  <a:pt x="52285" y="96298"/>
                </a:lnTo>
                <a:lnTo>
                  <a:pt x="52285" y="97085"/>
                </a:lnTo>
                <a:lnTo>
                  <a:pt x="52835" y="97479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7632756" y="4715809"/>
            <a:ext cx="52285" cy="102235"/>
          </a:xfrm>
          <a:custGeom>
            <a:avLst/>
            <a:gdLst/>
            <a:ahLst/>
            <a:cxnLst/>
            <a:rect l="l" t="t" r="r" b="b"/>
            <a:pathLst>
              <a:path w="52285" h="102235">
                <a:moveTo>
                  <a:pt x="0" y="0"/>
                </a:moveTo>
                <a:lnTo>
                  <a:pt x="0" y="410"/>
                </a:lnTo>
                <a:lnTo>
                  <a:pt x="366" y="803"/>
                </a:lnTo>
                <a:lnTo>
                  <a:pt x="366" y="1197"/>
                </a:lnTo>
                <a:lnTo>
                  <a:pt x="733" y="1984"/>
                </a:lnTo>
                <a:lnTo>
                  <a:pt x="1284" y="2378"/>
                </a:lnTo>
                <a:lnTo>
                  <a:pt x="1284" y="2788"/>
                </a:lnTo>
                <a:lnTo>
                  <a:pt x="1651" y="3575"/>
                </a:lnTo>
                <a:lnTo>
                  <a:pt x="2201" y="3969"/>
                </a:lnTo>
                <a:lnTo>
                  <a:pt x="2201" y="4363"/>
                </a:lnTo>
                <a:lnTo>
                  <a:pt x="2568" y="4756"/>
                </a:lnTo>
                <a:lnTo>
                  <a:pt x="2568" y="5560"/>
                </a:lnTo>
                <a:lnTo>
                  <a:pt x="3118" y="5954"/>
                </a:lnTo>
                <a:lnTo>
                  <a:pt x="3118" y="6347"/>
                </a:lnTo>
                <a:lnTo>
                  <a:pt x="3485" y="7135"/>
                </a:lnTo>
                <a:lnTo>
                  <a:pt x="3852" y="7545"/>
                </a:lnTo>
                <a:lnTo>
                  <a:pt x="3852" y="7938"/>
                </a:lnTo>
                <a:lnTo>
                  <a:pt x="4402" y="8332"/>
                </a:lnTo>
                <a:lnTo>
                  <a:pt x="4402" y="9119"/>
                </a:lnTo>
                <a:lnTo>
                  <a:pt x="4769" y="9513"/>
                </a:lnTo>
                <a:lnTo>
                  <a:pt x="5320" y="9907"/>
                </a:lnTo>
                <a:lnTo>
                  <a:pt x="5320" y="10710"/>
                </a:lnTo>
                <a:lnTo>
                  <a:pt x="5687" y="11104"/>
                </a:lnTo>
                <a:lnTo>
                  <a:pt x="6054" y="11498"/>
                </a:lnTo>
                <a:lnTo>
                  <a:pt x="6054" y="11891"/>
                </a:lnTo>
                <a:lnTo>
                  <a:pt x="6604" y="12695"/>
                </a:lnTo>
                <a:lnTo>
                  <a:pt x="6604" y="13089"/>
                </a:lnTo>
                <a:lnTo>
                  <a:pt x="6971" y="13482"/>
                </a:lnTo>
                <a:lnTo>
                  <a:pt x="6971" y="13876"/>
                </a:lnTo>
                <a:lnTo>
                  <a:pt x="7521" y="14663"/>
                </a:lnTo>
                <a:lnTo>
                  <a:pt x="7888" y="15073"/>
                </a:lnTo>
                <a:lnTo>
                  <a:pt x="7888" y="15467"/>
                </a:lnTo>
                <a:lnTo>
                  <a:pt x="8255" y="15861"/>
                </a:lnTo>
                <a:lnTo>
                  <a:pt x="8255" y="16648"/>
                </a:lnTo>
                <a:lnTo>
                  <a:pt x="8805" y="17042"/>
                </a:lnTo>
                <a:lnTo>
                  <a:pt x="9172" y="17435"/>
                </a:lnTo>
                <a:lnTo>
                  <a:pt x="9172" y="18239"/>
                </a:lnTo>
                <a:lnTo>
                  <a:pt x="9723" y="18633"/>
                </a:lnTo>
                <a:lnTo>
                  <a:pt x="9723" y="19026"/>
                </a:lnTo>
                <a:lnTo>
                  <a:pt x="10090" y="19420"/>
                </a:lnTo>
                <a:lnTo>
                  <a:pt x="10640" y="20224"/>
                </a:lnTo>
                <a:lnTo>
                  <a:pt x="10640" y="20617"/>
                </a:lnTo>
                <a:lnTo>
                  <a:pt x="11007" y="21011"/>
                </a:lnTo>
                <a:lnTo>
                  <a:pt x="11007" y="21798"/>
                </a:lnTo>
                <a:lnTo>
                  <a:pt x="11374" y="22192"/>
                </a:lnTo>
                <a:lnTo>
                  <a:pt x="11374" y="22602"/>
                </a:lnTo>
                <a:lnTo>
                  <a:pt x="11924" y="22996"/>
                </a:lnTo>
                <a:lnTo>
                  <a:pt x="12291" y="23783"/>
                </a:lnTo>
                <a:lnTo>
                  <a:pt x="12841" y="24177"/>
                </a:lnTo>
                <a:lnTo>
                  <a:pt x="12841" y="24570"/>
                </a:lnTo>
                <a:lnTo>
                  <a:pt x="13208" y="25374"/>
                </a:lnTo>
                <a:lnTo>
                  <a:pt x="13208" y="25768"/>
                </a:lnTo>
                <a:lnTo>
                  <a:pt x="13575" y="26161"/>
                </a:lnTo>
                <a:lnTo>
                  <a:pt x="13575" y="26555"/>
                </a:lnTo>
                <a:lnTo>
                  <a:pt x="14126" y="27342"/>
                </a:lnTo>
                <a:lnTo>
                  <a:pt x="14493" y="27752"/>
                </a:lnTo>
                <a:lnTo>
                  <a:pt x="14493" y="28146"/>
                </a:lnTo>
                <a:lnTo>
                  <a:pt x="15043" y="28933"/>
                </a:lnTo>
                <a:lnTo>
                  <a:pt x="15043" y="29327"/>
                </a:lnTo>
                <a:lnTo>
                  <a:pt x="15410" y="29721"/>
                </a:lnTo>
                <a:lnTo>
                  <a:pt x="15410" y="30524"/>
                </a:lnTo>
                <a:lnTo>
                  <a:pt x="15960" y="30918"/>
                </a:lnTo>
                <a:lnTo>
                  <a:pt x="16327" y="31312"/>
                </a:lnTo>
                <a:lnTo>
                  <a:pt x="16327" y="31705"/>
                </a:lnTo>
                <a:lnTo>
                  <a:pt x="16694" y="32099"/>
                </a:lnTo>
                <a:lnTo>
                  <a:pt x="17244" y="32903"/>
                </a:lnTo>
                <a:lnTo>
                  <a:pt x="17244" y="33296"/>
                </a:lnTo>
                <a:lnTo>
                  <a:pt x="17611" y="34084"/>
                </a:lnTo>
                <a:lnTo>
                  <a:pt x="17611" y="34477"/>
                </a:lnTo>
                <a:lnTo>
                  <a:pt x="18162" y="34871"/>
                </a:lnTo>
                <a:lnTo>
                  <a:pt x="18162" y="35281"/>
                </a:lnTo>
                <a:lnTo>
                  <a:pt x="18529" y="36068"/>
                </a:lnTo>
                <a:lnTo>
                  <a:pt x="18895" y="36462"/>
                </a:lnTo>
                <a:lnTo>
                  <a:pt x="18895" y="36856"/>
                </a:lnTo>
                <a:lnTo>
                  <a:pt x="19446" y="37249"/>
                </a:lnTo>
                <a:lnTo>
                  <a:pt x="19446" y="38053"/>
                </a:lnTo>
                <a:lnTo>
                  <a:pt x="19813" y="38447"/>
                </a:lnTo>
                <a:lnTo>
                  <a:pt x="20363" y="38840"/>
                </a:lnTo>
                <a:lnTo>
                  <a:pt x="20363" y="39628"/>
                </a:lnTo>
                <a:lnTo>
                  <a:pt x="20730" y="40038"/>
                </a:lnTo>
                <a:lnTo>
                  <a:pt x="20730" y="40431"/>
                </a:lnTo>
                <a:lnTo>
                  <a:pt x="21280" y="40825"/>
                </a:lnTo>
                <a:lnTo>
                  <a:pt x="21647" y="41612"/>
                </a:lnTo>
                <a:lnTo>
                  <a:pt x="21647" y="42006"/>
                </a:lnTo>
                <a:lnTo>
                  <a:pt x="22014" y="42400"/>
                </a:lnTo>
                <a:lnTo>
                  <a:pt x="22014" y="43203"/>
                </a:lnTo>
                <a:lnTo>
                  <a:pt x="22565" y="43597"/>
                </a:lnTo>
                <a:lnTo>
                  <a:pt x="22932" y="43991"/>
                </a:lnTo>
                <a:lnTo>
                  <a:pt x="22932" y="44778"/>
                </a:lnTo>
                <a:lnTo>
                  <a:pt x="23482" y="45188"/>
                </a:lnTo>
                <a:lnTo>
                  <a:pt x="23849" y="45582"/>
                </a:lnTo>
                <a:lnTo>
                  <a:pt x="23849" y="45975"/>
                </a:lnTo>
                <a:lnTo>
                  <a:pt x="24216" y="46763"/>
                </a:lnTo>
                <a:lnTo>
                  <a:pt x="24216" y="47156"/>
                </a:lnTo>
                <a:lnTo>
                  <a:pt x="24766" y="47566"/>
                </a:lnTo>
                <a:lnTo>
                  <a:pt x="24766" y="48354"/>
                </a:lnTo>
                <a:lnTo>
                  <a:pt x="25133" y="48747"/>
                </a:lnTo>
                <a:lnTo>
                  <a:pt x="25683" y="49141"/>
                </a:lnTo>
                <a:lnTo>
                  <a:pt x="25683" y="49945"/>
                </a:lnTo>
                <a:lnTo>
                  <a:pt x="26050" y="50338"/>
                </a:lnTo>
                <a:lnTo>
                  <a:pt x="26050" y="50732"/>
                </a:lnTo>
                <a:lnTo>
                  <a:pt x="26417" y="51126"/>
                </a:lnTo>
                <a:lnTo>
                  <a:pt x="26417" y="51913"/>
                </a:lnTo>
                <a:lnTo>
                  <a:pt x="26968" y="52307"/>
                </a:lnTo>
                <a:lnTo>
                  <a:pt x="27334" y="52717"/>
                </a:lnTo>
                <a:lnTo>
                  <a:pt x="27334" y="53504"/>
                </a:lnTo>
                <a:lnTo>
                  <a:pt x="27885" y="53898"/>
                </a:lnTo>
                <a:lnTo>
                  <a:pt x="28252" y="54291"/>
                </a:lnTo>
                <a:lnTo>
                  <a:pt x="28252" y="54685"/>
                </a:lnTo>
                <a:lnTo>
                  <a:pt x="28802" y="55489"/>
                </a:lnTo>
                <a:lnTo>
                  <a:pt x="28802" y="55882"/>
                </a:lnTo>
                <a:lnTo>
                  <a:pt x="29169" y="56276"/>
                </a:lnTo>
                <a:lnTo>
                  <a:pt x="29169" y="57063"/>
                </a:lnTo>
                <a:lnTo>
                  <a:pt x="29536" y="57473"/>
                </a:lnTo>
                <a:lnTo>
                  <a:pt x="30086" y="57867"/>
                </a:lnTo>
                <a:lnTo>
                  <a:pt x="30086" y="58654"/>
                </a:lnTo>
                <a:lnTo>
                  <a:pt x="30453" y="59048"/>
                </a:lnTo>
                <a:lnTo>
                  <a:pt x="31004" y="59442"/>
                </a:lnTo>
                <a:lnTo>
                  <a:pt x="31004" y="60245"/>
                </a:lnTo>
                <a:lnTo>
                  <a:pt x="31371" y="60639"/>
                </a:lnTo>
                <a:lnTo>
                  <a:pt x="31371" y="61033"/>
                </a:lnTo>
                <a:lnTo>
                  <a:pt x="31737" y="61426"/>
                </a:lnTo>
                <a:lnTo>
                  <a:pt x="32288" y="62214"/>
                </a:lnTo>
                <a:lnTo>
                  <a:pt x="32288" y="62624"/>
                </a:lnTo>
                <a:lnTo>
                  <a:pt x="32655" y="63017"/>
                </a:lnTo>
                <a:lnTo>
                  <a:pt x="32655" y="63805"/>
                </a:lnTo>
                <a:lnTo>
                  <a:pt x="33205" y="64198"/>
                </a:lnTo>
                <a:lnTo>
                  <a:pt x="33205" y="64592"/>
                </a:lnTo>
                <a:lnTo>
                  <a:pt x="33572" y="65396"/>
                </a:lnTo>
                <a:lnTo>
                  <a:pt x="34122" y="65789"/>
                </a:lnTo>
                <a:lnTo>
                  <a:pt x="34122" y="66183"/>
                </a:lnTo>
                <a:lnTo>
                  <a:pt x="34489" y="66577"/>
                </a:lnTo>
                <a:lnTo>
                  <a:pt x="34856" y="67380"/>
                </a:lnTo>
                <a:lnTo>
                  <a:pt x="34856" y="67774"/>
                </a:lnTo>
                <a:lnTo>
                  <a:pt x="35407" y="68168"/>
                </a:lnTo>
                <a:lnTo>
                  <a:pt x="35407" y="68955"/>
                </a:lnTo>
                <a:lnTo>
                  <a:pt x="35773" y="69349"/>
                </a:lnTo>
                <a:lnTo>
                  <a:pt x="35773" y="69742"/>
                </a:lnTo>
                <a:lnTo>
                  <a:pt x="36324" y="70546"/>
                </a:lnTo>
                <a:lnTo>
                  <a:pt x="36691" y="70940"/>
                </a:lnTo>
                <a:lnTo>
                  <a:pt x="36691" y="71333"/>
                </a:lnTo>
                <a:lnTo>
                  <a:pt x="37058" y="71727"/>
                </a:lnTo>
                <a:lnTo>
                  <a:pt x="37058" y="72531"/>
                </a:lnTo>
                <a:lnTo>
                  <a:pt x="37608" y="72924"/>
                </a:lnTo>
                <a:lnTo>
                  <a:pt x="37608" y="73318"/>
                </a:lnTo>
                <a:lnTo>
                  <a:pt x="37975" y="74105"/>
                </a:lnTo>
                <a:lnTo>
                  <a:pt x="38525" y="74499"/>
                </a:lnTo>
                <a:lnTo>
                  <a:pt x="38892" y="75303"/>
                </a:lnTo>
                <a:lnTo>
                  <a:pt x="38892" y="75696"/>
                </a:lnTo>
                <a:lnTo>
                  <a:pt x="39443" y="76090"/>
                </a:lnTo>
                <a:lnTo>
                  <a:pt x="39443" y="76484"/>
                </a:lnTo>
                <a:lnTo>
                  <a:pt x="39809" y="77271"/>
                </a:lnTo>
                <a:lnTo>
                  <a:pt x="39809" y="77681"/>
                </a:lnTo>
                <a:lnTo>
                  <a:pt x="40176" y="78075"/>
                </a:lnTo>
                <a:lnTo>
                  <a:pt x="40727" y="78862"/>
                </a:lnTo>
                <a:lnTo>
                  <a:pt x="40727" y="79256"/>
                </a:lnTo>
                <a:lnTo>
                  <a:pt x="41094" y="79649"/>
                </a:lnTo>
                <a:lnTo>
                  <a:pt x="41094" y="80453"/>
                </a:lnTo>
                <a:lnTo>
                  <a:pt x="41644" y="80847"/>
                </a:lnTo>
                <a:lnTo>
                  <a:pt x="42011" y="81240"/>
                </a:lnTo>
                <a:lnTo>
                  <a:pt x="42011" y="82028"/>
                </a:lnTo>
                <a:lnTo>
                  <a:pt x="42378" y="82438"/>
                </a:lnTo>
                <a:lnTo>
                  <a:pt x="42378" y="82831"/>
                </a:lnTo>
                <a:lnTo>
                  <a:pt x="42928" y="83225"/>
                </a:lnTo>
                <a:lnTo>
                  <a:pt x="43295" y="84012"/>
                </a:lnTo>
                <a:lnTo>
                  <a:pt x="43295" y="84406"/>
                </a:lnTo>
                <a:lnTo>
                  <a:pt x="43846" y="84816"/>
                </a:lnTo>
                <a:lnTo>
                  <a:pt x="43846" y="85603"/>
                </a:lnTo>
                <a:lnTo>
                  <a:pt x="44212" y="85997"/>
                </a:lnTo>
                <a:lnTo>
                  <a:pt x="44212" y="86391"/>
                </a:lnTo>
                <a:lnTo>
                  <a:pt x="44579" y="87178"/>
                </a:lnTo>
                <a:lnTo>
                  <a:pt x="45130" y="87588"/>
                </a:lnTo>
                <a:lnTo>
                  <a:pt x="45130" y="87982"/>
                </a:lnTo>
                <a:lnTo>
                  <a:pt x="45497" y="88769"/>
                </a:lnTo>
                <a:lnTo>
                  <a:pt x="46047" y="89163"/>
                </a:lnTo>
                <a:lnTo>
                  <a:pt x="46047" y="89556"/>
                </a:lnTo>
                <a:lnTo>
                  <a:pt x="46414" y="89966"/>
                </a:lnTo>
                <a:lnTo>
                  <a:pt x="46414" y="90754"/>
                </a:lnTo>
                <a:lnTo>
                  <a:pt x="46964" y="91147"/>
                </a:lnTo>
                <a:lnTo>
                  <a:pt x="47331" y="91541"/>
                </a:lnTo>
                <a:lnTo>
                  <a:pt x="47331" y="92345"/>
                </a:lnTo>
                <a:lnTo>
                  <a:pt x="47698" y="92738"/>
                </a:lnTo>
                <a:lnTo>
                  <a:pt x="47698" y="93132"/>
                </a:lnTo>
                <a:lnTo>
                  <a:pt x="48248" y="93919"/>
                </a:lnTo>
                <a:lnTo>
                  <a:pt x="48248" y="94313"/>
                </a:lnTo>
                <a:lnTo>
                  <a:pt x="48615" y="94707"/>
                </a:lnTo>
                <a:lnTo>
                  <a:pt x="49166" y="95510"/>
                </a:lnTo>
                <a:lnTo>
                  <a:pt x="49166" y="95904"/>
                </a:lnTo>
                <a:lnTo>
                  <a:pt x="49533" y="96298"/>
                </a:lnTo>
                <a:lnTo>
                  <a:pt x="49900" y="97085"/>
                </a:lnTo>
                <a:lnTo>
                  <a:pt x="49900" y="97495"/>
                </a:lnTo>
                <a:lnTo>
                  <a:pt x="50450" y="97889"/>
                </a:lnTo>
                <a:lnTo>
                  <a:pt x="50450" y="98282"/>
                </a:lnTo>
                <a:lnTo>
                  <a:pt x="50817" y="99070"/>
                </a:lnTo>
                <a:lnTo>
                  <a:pt x="50817" y="99463"/>
                </a:lnTo>
                <a:lnTo>
                  <a:pt x="51367" y="100267"/>
                </a:lnTo>
                <a:lnTo>
                  <a:pt x="51734" y="100661"/>
                </a:lnTo>
                <a:lnTo>
                  <a:pt x="51734" y="101054"/>
                </a:lnTo>
                <a:lnTo>
                  <a:pt x="52285" y="101842"/>
                </a:lnTo>
                <a:lnTo>
                  <a:pt x="52285" y="102235"/>
                </a:lnTo>
              </a:path>
            </a:pathLst>
          </a:custGeom>
          <a:ln w="25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7685041" y="4818044"/>
            <a:ext cx="52651" cy="105417"/>
          </a:xfrm>
          <a:custGeom>
            <a:avLst/>
            <a:gdLst/>
            <a:ahLst/>
            <a:cxnLst/>
            <a:rect l="l" t="t" r="r" b="b"/>
            <a:pathLst>
              <a:path w="52651" h="105417">
                <a:moveTo>
                  <a:pt x="0" y="0"/>
                </a:moveTo>
                <a:lnTo>
                  <a:pt x="366" y="410"/>
                </a:lnTo>
                <a:lnTo>
                  <a:pt x="733" y="1197"/>
                </a:lnTo>
                <a:lnTo>
                  <a:pt x="733" y="1591"/>
                </a:lnTo>
                <a:lnTo>
                  <a:pt x="1284" y="1984"/>
                </a:lnTo>
                <a:lnTo>
                  <a:pt x="1284" y="2378"/>
                </a:lnTo>
                <a:lnTo>
                  <a:pt x="1651" y="3182"/>
                </a:lnTo>
                <a:lnTo>
                  <a:pt x="2201" y="3575"/>
                </a:lnTo>
                <a:lnTo>
                  <a:pt x="2201" y="3969"/>
                </a:lnTo>
                <a:lnTo>
                  <a:pt x="2568" y="4756"/>
                </a:lnTo>
                <a:lnTo>
                  <a:pt x="2568" y="5166"/>
                </a:lnTo>
                <a:lnTo>
                  <a:pt x="2935" y="5560"/>
                </a:lnTo>
                <a:lnTo>
                  <a:pt x="2935" y="6347"/>
                </a:lnTo>
                <a:lnTo>
                  <a:pt x="3485" y="6741"/>
                </a:lnTo>
                <a:lnTo>
                  <a:pt x="3852" y="7545"/>
                </a:lnTo>
                <a:lnTo>
                  <a:pt x="4402" y="7938"/>
                </a:lnTo>
                <a:lnTo>
                  <a:pt x="4402" y="8332"/>
                </a:lnTo>
                <a:lnTo>
                  <a:pt x="4769" y="8726"/>
                </a:lnTo>
                <a:lnTo>
                  <a:pt x="4769" y="9513"/>
                </a:lnTo>
                <a:lnTo>
                  <a:pt x="5320" y="9907"/>
                </a:lnTo>
                <a:lnTo>
                  <a:pt x="5320" y="10317"/>
                </a:lnTo>
                <a:lnTo>
                  <a:pt x="5687" y="11104"/>
                </a:lnTo>
                <a:lnTo>
                  <a:pt x="6054" y="11498"/>
                </a:lnTo>
                <a:lnTo>
                  <a:pt x="6054" y="11891"/>
                </a:lnTo>
                <a:lnTo>
                  <a:pt x="6604" y="12695"/>
                </a:lnTo>
                <a:lnTo>
                  <a:pt x="6604" y="13089"/>
                </a:lnTo>
                <a:lnTo>
                  <a:pt x="6971" y="13482"/>
                </a:lnTo>
                <a:lnTo>
                  <a:pt x="6971" y="14270"/>
                </a:lnTo>
                <a:lnTo>
                  <a:pt x="7521" y="14663"/>
                </a:lnTo>
                <a:lnTo>
                  <a:pt x="7888" y="15073"/>
                </a:lnTo>
                <a:lnTo>
                  <a:pt x="7888" y="15861"/>
                </a:lnTo>
                <a:lnTo>
                  <a:pt x="8255" y="16254"/>
                </a:lnTo>
                <a:lnTo>
                  <a:pt x="8805" y="16648"/>
                </a:lnTo>
                <a:lnTo>
                  <a:pt x="8805" y="17435"/>
                </a:lnTo>
                <a:lnTo>
                  <a:pt x="9172" y="17845"/>
                </a:lnTo>
                <a:lnTo>
                  <a:pt x="9172" y="18239"/>
                </a:lnTo>
                <a:lnTo>
                  <a:pt x="9723" y="19026"/>
                </a:lnTo>
                <a:lnTo>
                  <a:pt x="9723" y="19420"/>
                </a:lnTo>
                <a:lnTo>
                  <a:pt x="10090" y="19814"/>
                </a:lnTo>
                <a:lnTo>
                  <a:pt x="10457" y="20224"/>
                </a:lnTo>
                <a:lnTo>
                  <a:pt x="10457" y="21011"/>
                </a:lnTo>
                <a:lnTo>
                  <a:pt x="11007" y="21405"/>
                </a:lnTo>
                <a:lnTo>
                  <a:pt x="11007" y="21798"/>
                </a:lnTo>
                <a:lnTo>
                  <a:pt x="11374" y="22602"/>
                </a:lnTo>
                <a:lnTo>
                  <a:pt x="11924" y="22996"/>
                </a:lnTo>
                <a:lnTo>
                  <a:pt x="11924" y="23783"/>
                </a:lnTo>
                <a:lnTo>
                  <a:pt x="12291" y="24177"/>
                </a:lnTo>
                <a:lnTo>
                  <a:pt x="12841" y="24570"/>
                </a:lnTo>
                <a:lnTo>
                  <a:pt x="12841" y="25374"/>
                </a:lnTo>
                <a:lnTo>
                  <a:pt x="13208" y="25768"/>
                </a:lnTo>
                <a:lnTo>
                  <a:pt x="13208" y="26161"/>
                </a:lnTo>
                <a:lnTo>
                  <a:pt x="13575" y="26949"/>
                </a:lnTo>
                <a:lnTo>
                  <a:pt x="13575" y="27342"/>
                </a:lnTo>
                <a:lnTo>
                  <a:pt x="14126" y="27752"/>
                </a:lnTo>
                <a:lnTo>
                  <a:pt x="14493" y="28146"/>
                </a:lnTo>
                <a:lnTo>
                  <a:pt x="14493" y="28933"/>
                </a:lnTo>
                <a:lnTo>
                  <a:pt x="15043" y="29327"/>
                </a:lnTo>
                <a:lnTo>
                  <a:pt x="15410" y="29721"/>
                </a:lnTo>
                <a:lnTo>
                  <a:pt x="15410" y="30524"/>
                </a:lnTo>
                <a:lnTo>
                  <a:pt x="15777" y="30918"/>
                </a:lnTo>
                <a:lnTo>
                  <a:pt x="15777" y="31312"/>
                </a:lnTo>
                <a:lnTo>
                  <a:pt x="16327" y="32099"/>
                </a:lnTo>
                <a:lnTo>
                  <a:pt x="16327" y="32509"/>
                </a:lnTo>
                <a:lnTo>
                  <a:pt x="16694" y="33296"/>
                </a:lnTo>
                <a:lnTo>
                  <a:pt x="17244" y="33690"/>
                </a:lnTo>
                <a:lnTo>
                  <a:pt x="17244" y="34084"/>
                </a:lnTo>
                <a:lnTo>
                  <a:pt x="17611" y="34871"/>
                </a:lnTo>
                <a:lnTo>
                  <a:pt x="17611" y="35281"/>
                </a:lnTo>
                <a:lnTo>
                  <a:pt x="18162" y="35675"/>
                </a:lnTo>
                <a:lnTo>
                  <a:pt x="18162" y="36462"/>
                </a:lnTo>
                <a:lnTo>
                  <a:pt x="18529" y="36856"/>
                </a:lnTo>
                <a:lnTo>
                  <a:pt x="18895" y="37249"/>
                </a:lnTo>
                <a:lnTo>
                  <a:pt x="18895" y="37659"/>
                </a:lnTo>
                <a:lnTo>
                  <a:pt x="19446" y="38447"/>
                </a:lnTo>
                <a:lnTo>
                  <a:pt x="19813" y="38840"/>
                </a:lnTo>
                <a:lnTo>
                  <a:pt x="19813" y="39234"/>
                </a:lnTo>
                <a:lnTo>
                  <a:pt x="20363" y="40038"/>
                </a:lnTo>
                <a:lnTo>
                  <a:pt x="20363" y="40431"/>
                </a:lnTo>
                <a:lnTo>
                  <a:pt x="20730" y="40825"/>
                </a:lnTo>
                <a:lnTo>
                  <a:pt x="21097" y="41612"/>
                </a:lnTo>
                <a:lnTo>
                  <a:pt x="21097" y="42006"/>
                </a:lnTo>
                <a:lnTo>
                  <a:pt x="21647" y="42400"/>
                </a:lnTo>
                <a:lnTo>
                  <a:pt x="21647" y="43203"/>
                </a:lnTo>
                <a:lnTo>
                  <a:pt x="22014" y="43597"/>
                </a:lnTo>
                <a:lnTo>
                  <a:pt x="22565" y="44384"/>
                </a:lnTo>
                <a:lnTo>
                  <a:pt x="22565" y="44778"/>
                </a:lnTo>
                <a:lnTo>
                  <a:pt x="22932" y="45188"/>
                </a:lnTo>
                <a:lnTo>
                  <a:pt x="22932" y="45975"/>
                </a:lnTo>
                <a:lnTo>
                  <a:pt x="23482" y="46369"/>
                </a:lnTo>
                <a:lnTo>
                  <a:pt x="23849" y="46763"/>
                </a:lnTo>
                <a:lnTo>
                  <a:pt x="23849" y="47566"/>
                </a:lnTo>
                <a:lnTo>
                  <a:pt x="24216" y="47960"/>
                </a:lnTo>
                <a:lnTo>
                  <a:pt x="24216" y="48354"/>
                </a:lnTo>
                <a:lnTo>
                  <a:pt x="24766" y="49141"/>
                </a:lnTo>
                <a:lnTo>
                  <a:pt x="24766" y="49535"/>
                </a:lnTo>
                <a:lnTo>
                  <a:pt x="25133" y="49945"/>
                </a:lnTo>
                <a:lnTo>
                  <a:pt x="25683" y="50732"/>
                </a:lnTo>
                <a:lnTo>
                  <a:pt x="25683" y="51126"/>
                </a:lnTo>
                <a:lnTo>
                  <a:pt x="26050" y="51519"/>
                </a:lnTo>
                <a:lnTo>
                  <a:pt x="26417" y="51913"/>
                </a:lnTo>
                <a:lnTo>
                  <a:pt x="26417" y="52717"/>
                </a:lnTo>
                <a:lnTo>
                  <a:pt x="26968" y="53110"/>
                </a:lnTo>
                <a:lnTo>
                  <a:pt x="26968" y="53898"/>
                </a:lnTo>
                <a:lnTo>
                  <a:pt x="27334" y="54291"/>
                </a:lnTo>
                <a:lnTo>
                  <a:pt x="27334" y="54685"/>
                </a:lnTo>
                <a:lnTo>
                  <a:pt x="27885" y="55489"/>
                </a:lnTo>
                <a:lnTo>
                  <a:pt x="28252" y="55882"/>
                </a:lnTo>
                <a:lnTo>
                  <a:pt x="28252" y="56276"/>
                </a:lnTo>
                <a:lnTo>
                  <a:pt x="28619" y="57063"/>
                </a:lnTo>
                <a:lnTo>
                  <a:pt x="28619" y="57473"/>
                </a:lnTo>
                <a:lnTo>
                  <a:pt x="29169" y="57867"/>
                </a:lnTo>
                <a:lnTo>
                  <a:pt x="29536" y="58654"/>
                </a:lnTo>
                <a:lnTo>
                  <a:pt x="29536" y="59048"/>
                </a:lnTo>
                <a:lnTo>
                  <a:pt x="30086" y="59442"/>
                </a:lnTo>
                <a:lnTo>
                  <a:pt x="30453" y="60245"/>
                </a:lnTo>
                <a:lnTo>
                  <a:pt x="30453" y="60639"/>
                </a:lnTo>
                <a:lnTo>
                  <a:pt x="31004" y="61033"/>
                </a:lnTo>
                <a:lnTo>
                  <a:pt x="31004" y="61820"/>
                </a:lnTo>
                <a:lnTo>
                  <a:pt x="31371" y="62214"/>
                </a:lnTo>
                <a:lnTo>
                  <a:pt x="31371" y="62624"/>
                </a:lnTo>
                <a:lnTo>
                  <a:pt x="31737" y="63411"/>
                </a:lnTo>
                <a:lnTo>
                  <a:pt x="32288" y="63805"/>
                </a:lnTo>
                <a:lnTo>
                  <a:pt x="32288" y="64198"/>
                </a:lnTo>
                <a:lnTo>
                  <a:pt x="32655" y="65002"/>
                </a:lnTo>
                <a:lnTo>
                  <a:pt x="32655" y="65396"/>
                </a:lnTo>
                <a:lnTo>
                  <a:pt x="33205" y="65789"/>
                </a:lnTo>
                <a:lnTo>
                  <a:pt x="33572" y="66577"/>
                </a:lnTo>
                <a:lnTo>
                  <a:pt x="33572" y="66970"/>
                </a:lnTo>
                <a:lnTo>
                  <a:pt x="33939" y="67380"/>
                </a:lnTo>
                <a:lnTo>
                  <a:pt x="33939" y="68168"/>
                </a:lnTo>
                <a:lnTo>
                  <a:pt x="34489" y="68561"/>
                </a:lnTo>
                <a:lnTo>
                  <a:pt x="34856" y="69349"/>
                </a:lnTo>
                <a:lnTo>
                  <a:pt x="34856" y="69742"/>
                </a:lnTo>
                <a:lnTo>
                  <a:pt x="35407" y="70152"/>
                </a:lnTo>
                <a:lnTo>
                  <a:pt x="35407" y="70940"/>
                </a:lnTo>
                <a:lnTo>
                  <a:pt x="35773" y="71333"/>
                </a:lnTo>
                <a:lnTo>
                  <a:pt x="35773" y="71727"/>
                </a:lnTo>
                <a:lnTo>
                  <a:pt x="36324" y="72531"/>
                </a:lnTo>
                <a:lnTo>
                  <a:pt x="36691" y="72924"/>
                </a:lnTo>
                <a:lnTo>
                  <a:pt x="36691" y="73318"/>
                </a:lnTo>
                <a:lnTo>
                  <a:pt x="37058" y="74105"/>
                </a:lnTo>
                <a:lnTo>
                  <a:pt x="37608" y="74499"/>
                </a:lnTo>
                <a:lnTo>
                  <a:pt x="37608" y="74909"/>
                </a:lnTo>
                <a:lnTo>
                  <a:pt x="37975" y="75696"/>
                </a:lnTo>
                <a:lnTo>
                  <a:pt x="37975" y="76090"/>
                </a:lnTo>
                <a:lnTo>
                  <a:pt x="38525" y="76484"/>
                </a:lnTo>
                <a:lnTo>
                  <a:pt x="38892" y="77271"/>
                </a:lnTo>
                <a:lnTo>
                  <a:pt x="38892" y="77681"/>
                </a:lnTo>
                <a:lnTo>
                  <a:pt x="39259" y="78075"/>
                </a:lnTo>
                <a:lnTo>
                  <a:pt x="39259" y="78862"/>
                </a:lnTo>
                <a:lnTo>
                  <a:pt x="39809" y="79256"/>
                </a:lnTo>
                <a:lnTo>
                  <a:pt x="39809" y="79649"/>
                </a:lnTo>
                <a:lnTo>
                  <a:pt x="40176" y="80453"/>
                </a:lnTo>
                <a:lnTo>
                  <a:pt x="40727" y="80847"/>
                </a:lnTo>
                <a:lnTo>
                  <a:pt x="40727" y="81240"/>
                </a:lnTo>
                <a:lnTo>
                  <a:pt x="41094" y="82028"/>
                </a:lnTo>
                <a:lnTo>
                  <a:pt x="41644" y="82438"/>
                </a:lnTo>
                <a:lnTo>
                  <a:pt x="41644" y="82831"/>
                </a:lnTo>
                <a:lnTo>
                  <a:pt x="42011" y="83619"/>
                </a:lnTo>
                <a:lnTo>
                  <a:pt x="42011" y="84012"/>
                </a:lnTo>
                <a:lnTo>
                  <a:pt x="42378" y="84816"/>
                </a:lnTo>
                <a:lnTo>
                  <a:pt x="42378" y="85210"/>
                </a:lnTo>
                <a:lnTo>
                  <a:pt x="42928" y="85603"/>
                </a:lnTo>
                <a:lnTo>
                  <a:pt x="43295" y="86391"/>
                </a:lnTo>
                <a:lnTo>
                  <a:pt x="43295" y="86784"/>
                </a:lnTo>
                <a:lnTo>
                  <a:pt x="43846" y="87178"/>
                </a:lnTo>
                <a:lnTo>
                  <a:pt x="43846" y="87982"/>
                </a:lnTo>
                <a:lnTo>
                  <a:pt x="44212" y="88375"/>
                </a:lnTo>
                <a:lnTo>
                  <a:pt x="44579" y="89163"/>
                </a:lnTo>
                <a:lnTo>
                  <a:pt x="44579" y="89556"/>
                </a:lnTo>
                <a:lnTo>
                  <a:pt x="45130" y="89966"/>
                </a:lnTo>
                <a:lnTo>
                  <a:pt x="45130" y="90754"/>
                </a:lnTo>
                <a:lnTo>
                  <a:pt x="45497" y="91147"/>
                </a:lnTo>
                <a:lnTo>
                  <a:pt x="46047" y="91541"/>
                </a:lnTo>
                <a:lnTo>
                  <a:pt x="46047" y="92345"/>
                </a:lnTo>
                <a:lnTo>
                  <a:pt x="46414" y="92738"/>
                </a:lnTo>
                <a:lnTo>
                  <a:pt x="46414" y="93132"/>
                </a:lnTo>
                <a:lnTo>
                  <a:pt x="46964" y="93919"/>
                </a:lnTo>
                <a:lnTo>
                  <a:pt x="47331" y="94313"/>
                </a:lnTo>
                <a:lnTo>
                  <a:pt x="47331" y="94707"/>
                </a:lnTo>
                <a:lnTo>
                  <a:pt x="47698" y="95510"/>
                </a:lnTo>
                <a:lnTo>
                  <a:pt x="48248" y="95904"/>
                </a:lnTo>
                <a:lnTo>
                  <a:pt x="48248" y="96298"/>
                </a:lnTo>
                <a:lnTo>
                  <a:pt x="48615" y="97085"/>
                </a:lnTo>
                <a:lnTo>
                  <a:pt x="48615" y="97495"/>
                </a:lnTo>
                <a:lnTo>
                  <a:pt x="49166" y="97889"/>
                </a:lnTo>
                <a:lnTo>
                  <a:pt x="49166" y="98676"/>
                </a:lnTo>
                <a:lnTo>
                  <a:pt x="49533" y="99070"/>
                </a:lnTo>
                <a:lnTo>
                  <a:pt x="49900" y="99463"/>
                </a:lnTo>
                <a:lnTo>
                  <a:pt x="49900" y="100267"/>
                </a:lnTo>
                <a:lnTo>
                  <a:pt x="50450" y="100661"/>
                </a:lnTo>
                <a:lnTo>
                  <a:pt x="50450" y="101054"/>
                </a:lnTo>
                <a:lnTo>
                  <a:pt x="50817" y="101842"/>
                </a:lnTo>
                <a:lnTo>
                  <a:pt x="50817" y="102235"/>
                </a:lnTo>
                <a:lnTo>
                  <a:pt x="51367" y="102645"/>
                </a:lnTo>
                <a:lnTo>
                  <a:pt x="51734" y="103433"/>
                </a:lnTo>
                <a:lnTo>
                  <a:pt x="51734" y="103826"/>
                </a:lnTo>
                <a:lnTo>
                  <a:pt x="52101" y="104614"/>
                </a:lnTo>
                <a:lnTo>
                  <a:pt x="52651" y="105024"/>
                </a:lnTo>
                <a:lnTo>
                  <a:pt x="52651" y="105417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7737693" y="4923462"/>
            <a:ext cx="52651" cy="107386"/>
          </a:xfrm>
          <a:custGeom>
            <a:avLst/>
            <a:gdLst/>
            <a:ahLst/>
            <a:cxnLst/>
            <a:rect l="l" t="t" r="r" b="b"/>
            <a:pathLst>
              <a:path w="52651" h="107386">
                <a:moveTo>
                  <a:pt x="0" y="0"/>
                </a:moveTo>
                <a:lnTo>
                  <a:pt x="366" y="787"/>
                </a:lnTo>
                <a:lnTo>
                  <a:pt x="366" y="1180"/>
                </a:lnTo>
                <a:lnTo>
                  <a:pt x="917" y="1574"/>
                </a:lnTo>
                <a:lnTo>
                  <a:pt x="917" y="2378"/>
                </a:lnTo>
                <a:lnTo>
                  <a:pt x="1284" y="2771"/>
                </a:lnTo>
                <a:lnTo>
                  <a:pt x="1834" y="3165"/>
                </a:lnTo>
                <a:lnTo>
                  <a:pt x="1834" y="3952"/>
                </a:lnTo>
                <a:lnTo>
                  <a:pt x="2201" y="4363"/>
                </a:lnTo>
                <a:lnTo>
                  <a:pt x="2201" y="5150"/>
                </a:lnTo>
                <a:lnTo>
                  <a:pt x="2568" y="5543"/>
                </a:lnTo>
                <a:lnTo>
                  <a:pt x="3118" y="5937"/>
                </a:lnTo>
                <a:lnTo>
                  <a:pt x="3118" y="6724"/>
                </a:lnTo>
                <a:lnTo>
                  <a:pt x="3485" y="7135"/>
                </a:lnTo>
                <a:lnTo>
                  <a:pt x="4036" y="7528"/>
                </a:lnTo>
                <a:lnTo>
                  <a:pt x="4036" y="8315"/>
                </a:lnTo>
                <a:lnTo>
                  <a:pt x="4402" y="8709"/>
                </a:lnTo>
                <a:lnTo>
                  <a:pt x="4402" y="9103"/>
                </a:lnTo>
                <a:lnTo>
                  <a:pt x="4769" y="9907"/>
                </a:lnTo>
                <a:lnTo>
                  <a:pt x="4769" y="10300"/>
                </a:lnTo>
                <a:lnTo>
                  <a:pt x="5320" y="10694"/>
                </a:lnTo>
                <a:lnTo>
                  <a:pt x="5687" y="11481"/>
                </a:lnTo>
                <a:lnTo>
                  <a:pt x="5687" y="11891"/>
                </a:lnTo>
                <a:lnTo>
                  <a:pt x="6237" y="12285"/>
                </a:lnTo>
                <a:lnTo>
                  <a:pt x="6604" y="13072"/>
                </a:lnTo>
                <a:lnTo>
                  <a:pt x="6604" y="13466"/>
                </a:lnTo>
                <a:lnTo>
                  <a:pt x="7154" y="13859"/>
                </a:lnTo>
                <a:lnTo>
                  <a:pt x="7154" y="14663"/>
                </a:lnTo>
                <a:lnTo>
                  <a:pt x="7521" y="15057"/>
                </a:lnTo>
                <a:lnTo>
                  <a:pt x="7521" y="15451"/>
                </a:lnTo>
                <a:lnTo>
                  <a:pt x="7888" y="16238"/>
                </a:lnTo>
                <a:lnTo>
                  <a:pt x="8438" y="16631"/>
                </a:lnTo>
                <a:lnTo>
                  <a:pt x="8438" y="17042"/>
                </a:lnTo>
                <a:lnTo>
                  <a:pt x="8805" y="17829"/>
                </a:lnTo>
                <a:lnTo>
                  <a:pt x="8805" y="18222"/>
                </a:lnTo>
                <a:lnTo>
                  <a:pt x="9356" y="19010"/>
                </a:lnTo>
                <a:lnTo>
                  <a:pt x="9356" y="19420"/>
                </a:lnTo>
                <a:lnTo>
                  <a:pt x="9723" y="19814"/>
                </a:lnTo>
                <a:lnTo>
                  <a:pt x="10090" y="20601"/>
                </a:lnTo>
                <a:lnTo>
                  <a:pt x="10090" y="20994"/>
                </a:lnTo>
                <a:lnTo>
                  <a:pt x="10640" y="21388"/>
                </a:lnTo>
                <a:lnTo>
                  <a:pt x="11007" y="22192"/>
                </a:lnTo>
                <a:lnTo>
                  <a:pt x="11007" y="22586"/>
                </a:lnTo>
                <a:lnTo>
                  <a:pt x="11557" y="22979"/>
                </a:lnTo>
                <a:lnTo>
                  <a:pt x="11557" y="23766"/>
                </a:lnTo>
                <a:lnTo>
                  <a:pt x="11924" y="24160"/>
                </a:lnTo>
                <a:lnTo>
                  <a:pt x="12475" y="24964"/>
                </a:lnTo>
                <a:lnTo>
                  <a:pt x="12475" y="25358"/>
                </a:lnTo>
                <a:lnTo>
                  <a:pt x="12841" y="25751"/>
                </a:lnTo>
                <a:lnTo>
                  <a:pt x="12841" y="26538"/>
                </a:lnTo>
                <a:lnTo>
                  <a:pt x="13208" y="26949"/>
                </a:lnTo>
                <a:lnTo>
                  <a:pt x="13208" y="27342"/>
                </a:lnTo>
                <a:lnTo>
                  <a:pt x="13759" y="28130"/>
                </a:lnTo>
                <a:lnTo>
                  <a:pt x="14126" y="28523"/>
                </a:lnTo>
                <a:lnTo>
                  <a:pt x="14126" y="28917"/>
                </a:lnTo>
                <a:lnTo>
                  <a:pt x="14676" y="29721"/>
                </a:lnTo>
                <a:lnTo>
                  <a:pt x="15043" y="30114"/>
                </a:lnTo>
                <a:lnTo>
                  <a:pt x="15043" y="30902"/>
                </a:lnTo>
                <a:lnTo>
                  <a:pt x="15410" y="31295"/>
                </a:lnTo>
                <a:lnTo>
                  <a:pt x="15410" y="31689"/>
                </a:lnTo>
                <a:lnTo>
                  <a:pt x="15960" y="32493"/>
                </a:lnTo>
                <a:lnTo>
                  <a:pt x="15960" y="32886"/>
                </a:lnTo>
                <a:lnTo>
                  <a:pt x="16327" y="33280"/>
                </a:lnTo>
                <a:lnTo>
                  <a:pt x="16877" y="34067"/>
                </a:lnTo>
                <a:lnTo>
                  <a:pt x="16877" y="34477"/>
                </a:lnTo>
                <a:lnTo>
                  <a:pt x="17244" y="34871"/>
                </a:lnTo>
                <a:lnTo>
                  <a:pt x="17611" y="35658"/>
                </a:lnTo>
                <a:lnTo>
                  <a:pt x="17611" y="36052"/>
                </a:lnTo>
                <a:lnTo>
                  <a:pt x="18162" y="36856"/>
                </a:lnTo>
                <a:lnTo>
                  <a:pt x="18162" y="37249"/>
                </a:lnTo>
                <a:lnTo>
                  <a:pt x="18529" y="37643"/>
                </a:lnTo>
                <a:lnTo>
                  <a:pt x="18529" y="38430"/>
                </a:lnTo>
                <a:lnTo>
                  <a:pt x="19079" y="38824"/>
                </a:lnTo>
                <a:lnTo>
                  <a:pt x="19446" y="39217"/>
                </a:lnTo>
                <a:lnTo>
                  <a:pt x="19446" y="40021"/>
                </a:lnTo>
                <a:lnTo>
                  <a:pt x="19996" y="40415"/>
                </a:lnTo>
                <a:lnTo>
                  <a:pt x="19996" y="40809"/>
                </a:lnTo>
                <a:lnTo>
                  <a:pt x="20363" y="41596"/>
                </a:lnTo>
                <a:lnTo>
                  <a:pt x="20730" y="42006"/>
                </a:lnTo>
                <a:lnTo>
                  <a:pt x="20730" y="42400"/>
                </a:lnTo>
                <a:lnTo>
                  <a:pt x="21280" y="43187"/>
                </a:lnTo>
                <a:lnTo>
                  <a:pt x="21647" y="43581"/>
                </a:lnTo>
                <a:lnTo>
                  <a:pt x="21647" y="43974"/>
                </a:lnTo>
                <a:lnTo>
                  <a:pt x="22198" y="44778"/>
                </a:lnTo>
                <a:lnTo>
                  <a:pt x="22198" y="45172"/>
                </a:lnTo>
                <a:lnTo>
                  <a:pt x="22565" y="45565"/>
                </a:lnTo>
                <a:lnTo>
                  <a:pt x="22565" y="46353"/>
                </a:lnTo>
                <a:lnTo>
                  <a:pt x="22932" y="46763"/>
                </a:lnTo>
                <a:lnTo>
                  <a:pt x="23482" y="47550"/>
                </a:lnTo>
                <a:lnTo>
                  <a:pt x="23482" y="47944"/>
                </a:lnTo>
                <a:lnTo>
                  <a:pt x="23849" y="48337"/>
                </a:lnTo>
                <a:lnTo>
                  <a:pt x="23849" y="49124"/>
                </a:lnTo>
                <a:lnTo>
                  <a:pt x="24399" y="49535"/>
                </a:lnTo>
                <a:lnTo>
                  <a:pt x="24766" y="49928"/>
                </a:lnTo>
                <a:lnTo>
                  <a:pt x="24766" y="50716"/>
                </a:lnTo>
                <a:lnTo>
                  <a:pt x="25316" y="51109"/>
                </a:lnTo>
                <a:lnTo>
                  <a:pt x="25316" y="51503"/>
                </a:lnTo>
                <a:lnTo>
                  <a:pt x="25683" y="52307"/>
                </a:lnTo>
                <a:lnTo>
                  <a:pt x="26050" y="52700"/>
                </a:lnTo>
                <a:lnTo>
                  <a:pt x="26050" y="53094"/>
                </a:lnTo>
                <a:lnTo>
                  <a:pt x="26601" y="53881"/>
                </a:lnTo>
                <a:lnTo>
                  <a:pt x="26601" y="54291"/>
                </a:lnTo>
                <a:lnTo>
                  <a:pt x="26968" y="55079"/>
                </a:lnTo>
                <a:lnTo>
                  <a:pt x="26968" y="55472"/>
                </a:lnTo>
                <a:lnTo>
                  <a:pt x="27518" y="55866"/>
                </a:lnTo>
                <a:lnTo>
                  <a:pt x="27885" y="56653"/>
                </a:lnTo>
                <a:lnTo>
                  <a:pt x="27885" y="57063"/>
                </a:lnTo>
                <a:lnTo>
                  <a:pt x="28252" y="57457"/>
                </a:lnTo>
                <a:lnTo>
                  <a:pt x="28802" y="58244"/>
                </a:lnTo>
                <a:lnTo>
                  <a:pt x="28802" y="58638"/>
                </a:lnTo>
                <a:lnTo>
                  <a:pt x="29169" y="59032"/>
                </a:lnTo>
                <a:lnTo>
                  <a:pt x="29169" y="59835"/>
                </a:lnTo>
                <a:lnTo>
                  <a:pt x="29719" y="60229"/>
                </a:lnTo>
                <a:lnTo>
                  <a:pt x="30086" y="61016"/>
                </a:lnTo>
                <a:lnTo>
                  <a:pt x="30086" y="61410"/>
                </a:lnTo>
                <a:lnTo>
                  <a:pt x="30637" y="61820"/>
                </a:lnTo>
                <a:lnTo>
                  <a:pt x="30637" y="62607"/>
                </a:lnTo>
                <a:lnTo>
                  <a:pt x="31004" y="63001"/>
                </a:lnTo>
                <a:lnTo>
                  <a:pt x="31004" y="63395"/>
                </a:lnTo>
                <a:lnTo>
                  <a:pt x="31371" y="64198"/>
                </a:lnTo>
                <a:lnTo>
                  <a:pt x="31921" y="64592"/>
                </a:lnTo>
                <a:lnTo>
                  <a:pt x="31921" y="65379"/>
                </a:lnTo>
                <a:lnTo>
                  <a:pt x="32288" y="65773"/>
                </a:lnTo>
                <a:lnTo>
                  <a:pt x="32838" y="66167"/>
                </a:lnTo>
                <a:lnTo>
                  <a:pt x="32838" y="66970"/>
                </a:lnTo>
                <a:lnTo>
                  <a:pt x="33205" y="67364"/>
                </a:lnTo>
                <a:lnTo>
                  <a:pt x="33205" y="67758"/>
                </a:lnTo>
                <a:lnTo>
                  <a:pt x="33572" y="68545"/>
                </a:lnTo>
                <a:lnTo>
                  <a:pt x="33572" y="68939"/>
                </a:lnTo>
                <a:lnTo>
                  <a:pt x="34122" y="69349"/>
                </a:lnTo>
                <a:lnTo>
                  <a:pt x="34489" y="70136"/>
                </a:lnTo>
                <a:lnTo>
                  <a:pt x="34489" y="70530"/>
                </a:lnTo>
                <a:lnTo>
                  <a:pt x="35040" y="71317"/>
                </a:lnTo>
                <a:lnTo>
                  <a:pt x="35040" y="71727"/>
                </a:lnTo>
                <a:lnTo>
                  <a:pt x="35407" y="72121"/>
                </a:lnTo>
                <a:lnTo>
                  <a:pt x="35773" y="72908"/>
                </a:lnTo>
                <a:lnTo>
                  <a:pt x="35773" y="73302"/>
                </a:lnTo>
                <a:lnTo>
                  <a:pt x="36324" y="73695"/>
                </a:lnTo>
                <a:lnTo>
                  <a:pt x="36324" y="74499"/>
                </a:lnTo>
                <a:lnTo>
                  <a:pt x="36691" y="74893"/>
                </a:lnTo>
                <a:lnTo>
                  <a:pt x="37241" y="75680"/>
                </a:lnTo>
                <a:lnTo>
                  <a:pt x="37241" y="76074"/>
                </a:lnTo>
                <a:lnTo>
                  <a:pt x="37608" y="76467"/>
                </a:lnTo>
                <a:lnTo>
                  <a:pt x="37608" y="77271"/>
                </a:lnTo>
                <a:lnTo>
                  <a:pt x="38158" y="77665"/>
                </a:lnTo>
                <a:lnTo>
                  <a:pt x="38525" y="78058"/>
                </a:lnTo>
                <a:lnTo>
                  <a:pt x="38525" y="78846"/>
                </a:lnTo>
                <a:lnTo>
                  <a:pt x="38892" y="79256"/>
                </a:lnTo>
                <a:lnTo>
                  <a:pt x="38892" y="79649"/>
                </a:lnTo>
                <a:lnTo>
                  <a:pt x="39443" y="80437"/>
                </a:lnTo>
                <a:lnTo>
                  <a:pt x="39809" y="80830"/>
                </a:lnTo>
                <a:lnTo>
                  <a:pt x="39809" y="81224"/>
                </a:lnTo>
                <a:lnTo>
                  <a:pt x="40360" y="82028"/>
                </a:lnTo>
                <a:lnTo>
                  <a:pt x="40360" y="82421"/>
                </a:lnTo>
                <a:lnTo>
                  <a:pt x="40727" y="83209"/>
                </a:lnTo>
                <a:lnTo>
                  <a:pt x="41094" y="83602"/>
                </a:lnTo>
                <a:lnTo>
                  <a:pt x="41094" y="83996"/>
                </a:lnTo>
                <a:lnTo>
                  <a:pt x="41644" y="84800"/>
                </a:lnTo>
                <a:lnTo>
                  <a:pt x="41644" y="85193"/>
                </a:lnTo>
                <a:lnTo>
                  <a:pt x="42011" y="85587"/>
                </a:lnTo>
                <a:lnTo>
                  <a:pt x="42011" y="86374"/>
                </a:lnTo>
                <a:lnTo>
                  <a:pt x="42561" y="86784"/>
                </a:lnTo>
                <a:lnTo>
                  <a:pt x="42928" y="87178"/>
                </a:lnTo>
                <a:lnTo>
                  <a:pt x="42928" y="87965"/>
                </a:lnTo>
                <a:lnTo>
                  <a:pt x="43479" y="88359"/>
                </a:lnTo>
                <a:lnTo>
                  <a:pt x="43846" y="88753"/>
                </a:lnTo>
                <a:lnTo>
                  <a:pt x="43846" y="89556"/>
                </a:lnTo>
                <a:lnTo>
                  <a:pt x="44212" y="89950"/>
                </a:lnTo>
                <a:lnTo>
                  <a:pt x="44212" y="90737"/>
                </a:lnTo>
                <a:lnTo>
                  <a:pt x="44763" y="91131"/>
                </a:lnTo>
                <a:lnTo>
                  <a:pt x="44763" y="91525"/>
                </a:lnTo>
                <a:lnTo>
                  <a:pt x="45130" y="92328"/>
                </a:lnTo>
                <a:lnTo>
                  <a:pt x="45680" y="92722"/>
                </a:lnTo>
                <a:lnTo>
                  <a:pt x="45680" y="93116"/>
                </a:lnTo>
                <a:lnTo>
                  <a:pt x="46047" y="93903"/>
                </a:lnTo>
                <a:lnTo>
                  <a:pt x="46047" y="94313"/>
                </a:lnTo>
                <a:lnTo>
                  <a:pt x="46414" y="94707"/>
                </a:lnTo>
                <a:lnTo>
                  <a:pt x="46964" y="95494"/>
                </a:lnTo>
                <a:lnTo>
                  <a:pt x="46964" y="95888"/>
                </a:lnTo>
                <a:lnTo>
                  <a:pt x="47331" y="96281"/>
                </a:lnTo>
                <a:lnTo>
                  <a:pt x="47882" y="97085"/>
                </a:lnTo>
                <a:lnTo>
                  <a:pt x="47882" y="97479"/>
                </a:lnTo>
                <a:lnTo>
                  <a:pt x="48248" y="98266"/>
                </a:lnTo>
                <a:lnTo>
                  <a:pt x="48248" y="98660"/>
                </a:lnTo>
                <a:lnTo>
                  <a:pt x="48799" y="99053"/>
                </a:lnTo>
                <a:lnTo>
                  <a:pt x="48799" y="99857"/>
                </a:lnTo>
                <a:lnTo>
                  <a:pt x="49166" y="100251"/>
                </a:lnTo>
                <a:lnTo>
                  <a:pt x="49533" y="100644"/>
                </a:lnTo>
                <a:lnTo>
                  <a:pt x="49533" y="101432"/>
                </a:lnTo>
                <a:lnTo>
                  <a:pt x="50083" y="101842"/>
                </a:lnTo>
                <a:lnTo>
                  <a:pt x="50450" y="102235"/>
                </a:lnTo>
                <a:lnTo>
                  <a:pt x="50450" y="103023"/>
                </a:lnTo>
                <a:lnTo>
                  <a:pt x="51000" y="103416"/>
                </a:lnTo>
                <a:lnTo>
                  <a:pt x="51000" y="103810"/>
                </a:lnTo>
                <a:lnTo>
                  <a:pt x="51367" y="104614"/>
                </a:lnTo>
                <a:lnTo>
                  <a:pt x="51367" y="105007"/>
                </a:lnTo>
                <a:lnTo>
                  <a:pt x="51734" y="105795"/>
                </a:lnTo>
                <a:lnTo>
                  <a:pt x="52285" y="106188"/>
                </a:lnTo>
                <a:lnTo>
                  <a:pt x="52285" y="106598"/>
                </a:lnTo>
                <a:lnTo>
                  <a:pt x="52651" y="107386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7790345" y="5030848"/>
            <a:ext cx="52835" cy="106992"/>
          </a:xfrm>
          <a:custGeom>
            <a:avLst/>
            <a:gdLst/>
            <a:ahLst/>
            <a:cxnLst/>
            <a:rect l="l" t="t" r="r" b="b"/>
            <a:pathLst>
              <a:path w="52835" h="106992">
                <a:moveTo>
                  <a:pt x="0" y="0"/>
                </a:moveTo>
                <a:lnTo>
                  <a:pt x="0" y="393"/>
                </a:lnTo>
                <a:lnTo>
                  <a:pt x="550" y="787"/>
                </a:lnTo>
                <a:lnTo>
                  <a:pt x="550" y="1574"/>
                </a:lnTo>
                <a:lnTo>
                  <a:pt x="917" y="1984"/>
                </a:lnTo>
                <a:lnTo>
                  <a:pt x="1284" y="2378"/>
                </a:lnTo>
                <a:lnTo>
                  <a:pt x="1834" y="3165"/>
                </a:lnTo>
                <a:lnTo>
                  <a:pt x="1834" y="3559"/>
                </a:lnTo>
                <a:lnTo>
                  <a:pt x="2201" y="4363"/>
                </a:lnTo>
                <a:lnTo>
                  <a:pt x="2201" y="4756"/>
                </a:lnTo>
                <a:lnTo>
                  <a:pt x="2751" y="5150"/>
                </a:lnTo>
                <a:lnTo>
                  <a:pt x="2751" y="5937"/>
                </a:lnTo>
                <a:lnTo>
                  <a:pt x="3118" y="6331"/>
                </a:lnTo>
                <a:lnTo>
                  <a:pt x="3669" y="6741"/>
                </a:lnTo>
                <a:lnTo>
                  <a:pt x="3669" y="7528"/>
                </a:lnTo>
                <a:lnTo>
                  <a:pt x="4036" y="7922"/>
                </a:lnTo>
                <a:lnTo>
                  <a:pt x="4036" y="8709"/>
                </a:lnTo>
                <a:lnTo>
                  <a:pt x="4402" y="9103"/>
                </a:lnTo>
                <a:lnTo>
                  <a:pt x="4402" y="9513"/>
                </a:lnTo>
                <a:lnTo>
                  <a:pt x="4953" y="10300"/>
                </a:lnTo>
                <a:lnTo>
                  <a:pt x="5320" y="10694"/>
                </a:lnTo>
                <a:lnTo>
                  <a:pt x="5320" y="11087"/>
                </a:lnTo>
                <a:lnTo>
                  <a:pt x="5870" y="11891"/>
                </a:lnTo>
                <a:lnTo>
                  <a:pt x="6237" y="12285"/>
                </a:lnTo>
                <a:lnTo>
                  <a:pt x="6237" y="12679"/>
                </a:lnTo>
                <a:lnTo>
                  <a:pt x="6604" y="13466"/>
                </a:lnTo>
                <a:lnTo>
                  <a:pt x="6604" y="13859"/>
                </a:lnTo>
                <a:lnTo>
                  <a:pt x="7154" y="14663"/>
                </a:lnTo>
                <a:lnTo>
                  <a:pt x="7154" y="15057"/>
                </a:lnTo>
                <a:lnTo>
                  <a:pt x="7521" y="15451"/>
                </a:lnTo>
                <a:lnTo>
                  <a:pt x="8072" y="16238"/>
                </a:lnTo>
                <a:lnTo>
                  <a:pt x="8072" y="16648"/>
                </a:lnTo>
                <a:lnTo>
                  <a:pt x="8438" y="17042"/>
                </a:lnTo>
                <a:lnTo>
                  <a:pt x="8989" y="17829"/>
                </a:lnTo>
                <a:lnTo>
                  <a:pt x="8989" y="18222"/>
                </a:lnTo>
                <a:lnTo>
                  <a:pt x="9356" y="19010"/>
                </a:lnTo>
                <a:lnTo>
                  <a:pt x="9356" y="19420"/>
                </a:lnTo>
                <a:lnTo>
                  <a:pt x="9723" y="19814"/>
                </a:lnTo>
                <a:lnTo>
                  <a:pt x="9723" y="20601"/>
                </a:lnTo>
                <a:lnTo>
                  <a:pt x="10273" y="20994"/>
                </a:lnTo>
                <a:lnTo>
                  <a:pt x="10640" y="21388"/>
                </a:lnTo>
                <a:lnTo>
                  <a:pt x="10640" y="22192"/>
                </a:lnTo>
                <a:lnTo>
                  <a:pt x="11190" y="22586"/>
                </a:lnTo>
                <a:lnTo>
                  <a:pt x="11190" y="22979"/>
                </a:lnTo>
                <a:lnTo>
                  <a:pt x="11557" y="23766"/>
                </a:lnTo>
                <a:lnTo>
                  <a:pt x="11924" y="24177"/>
                </a:lnTo>
                <a:lnTo>
                  <a:pt x="11924" y="24964"/>
                </a:lnTo>
                <a:lnTo>
                  <a:pt x="12475" y="25358"/>
                </a:lnTo>
                <a:lnTo>
                  <a:pt x="12841" y="25751"/>
                </a:lnTo>
                <a:lnTo>
                  <a:pt x="12841" y="26538"/>
                </a:lnTo>
                <a:lnTo>
                  <a:pt x="13392" y="26949"/>
                </a:lnTo>
                <a:lnTo>
                  <a:pt x="13392" y="27342"/>
                </a:lnTo>
                <a:lnTo>
                  <a:pt x="13759" y="28130"/>
                </a:lnTo>
                <a:lnTo>
                  <a:pt x="13759" y="28523"/>
                </a:lnTo>
                <a:lnTo>
                  <a:pt x="14309" y="28917"/>
                </a:lnTo>
                <a:lnTo>
                  <a:pt x="14676" y="29721"/>
                </a:lnTo>
                <a:lnTo>
                  <a:pt x="14676" y="30114"/>
                </a:lnTo>
                <a:lnTo>
                  <a:pt x="15043" y="30508"/>
                </a:lnTo>
                <a:lnTo>
                  <a:pt x="15043" y="31295"/>
                </a:lnTo>
                <a:lnTo>
                  <a:pt x="15593" y="31705"/>
                </a:lnTo>
                <a:lnTo>
                  <a:pt x="15960" y="32493"/>
                </a:lnTo>
                <a:lnTo>
                  <a:pt x="15960" y="32886"/>
                </a:lnTo>
                <a:lnTo>
                  <a:pt x="16511" y="33280"/>
                </a:lnTo>
                <a:lnTo>
                  <a:pt x="16511" y="34084"/>
                </a:lnTo>
                <a:lnTo>
                  <a:pt x="16877" y="34477"/>
                </a:lnTo>
                <a:lnTo>
                  <a:pt x="17244" y="34871"/>
                </a:lnTo>
                <a:lnTo>
                  <a:pt x="17244" y="35658"/>
                </a:lnTo>
                <a:lnTo>
                  <a:pt x="17795" y="36052"/>
                </a:lnTo>
                <a:lnTo>
                  <a:pt x="17795" y="36445"/>
                </a:lnTo>
                <a:lnTo>
                  <a:pt x="18162" y="37249"/>
                </a:lnTo>
                <a:lnTo>
                  <a:pt x="18162" y="37643"/>
                </a:lnTo>
                <a:lnTo>
                  <a:pt x="18712" y="38037"/>
                </a:lnTo>
                <a:lnTo>
                  <a:pt x="19079" y="38824"/>
                </a:lnTo>
                <a:lnTo>
                  <a:pt x="19079" y="39234"/>
                </a:lnTo>
                <a:lnTo>
                  <a:pt x="19446" y="40021"/>
                </a:lnTo>
                <a:lnTo>
                  <a:pt x="19996" y="40415"/>
                </a:lnTo>
                <a:lnTo>
                  <a:pt x="19996" y="40809"/>
                </a:lnTo>
                <a:lnTo>
                  <a:pt x="20363" y="41612"/>
                </a:lnTo>
                <a:lnTo>
                  <a:pt x="20363" y="42006"/>
                </a:lnTo>
                <a:lnTo>
                  <a:pt x="20914" y="42400"/>
                </a:lnTo>
                <a:lnTo>
                  <a:pt x="21280" y="42793"/>
                </a:lnTo>
                <a:lnTo>
                  <a:pt x="21280" y="43581"/>
                </a:lnTo>
                <a:lnTo>
                  <a:pt x="21831" y="43974"/>
                </a:lnTo>
                <a:lnTo>
                  <a:pt x="21831" y="44778"/>
                </a:lnTo>
                <a:lnTo>
                  <a:pt x="22198" y="45172"/>
                </a:lnTo>
                <a:lnTo>
                  <a:pt x="22198" y="45565"/>
                </a:lnTo>
                <a:lnTo>
                  <a:pt x="22565" y="46353"/>
                </a:lnTo>
                <a:lnTo>
                  <a:pt x="23115" y="46763"/>
                </a:lnTo>
                <a:lnTo>
                  <a:pt x="23115" y="47156"/>
                </a:lnTo>
                <a:lnTo>
                  <a:pt x="23482" y="47944"/>
                </a:lnTo>
                <a:lnTo>
                  <a:pt x="24032" y="48337"/>
                </a:lnTo>
                <a:lnTo>
                  <a:pt x="24032" y="48731"/>
                </a:lnTo>
                <a:lnTo>
                  <a:pt x="24399" y="49535"/>
                </a:lnTo>
                <a:lnTo>
                  <a:pt x="24399" y="49928"/>
                </a:lnTo>
                <a:lnTo>
                  <a:pt x="24766" y="50716"/>
                </a:lnTo>
                <a:lnTo>
                  <a:pt x="24766" y="51109"/>
                </a:lnTo>
                <a:lnTo>
                  <a:pt x="25316" y="51503"/>
                </a:lnTo>
                <a:lnTo>
                  <a:pt x="25683" y="52307"/>
                </a:lnTo>
                <a:lnTo>
                  <a:pt x="25683" y="52700"/>
                </a:lnTo>
                <a:lnTo>
                  <a:pt x="26234" y="53094"/>
                </a:lnTo>
                <a:lnTo>
                  <a:pt x="26234" y="53881"/>
                </a:lnTo>
                <a:lnTo>
                  <a:pt x="26601" y="54291"/>
                </a:lnTo>
                <a:lnTo>
                  <a:pt x="27151" y="54685"/>
                </a:lnTo>
                <a:lnTo>
                  <a:pt x="27151" y="55472"/>
                </a:lnTo>
                <a:lnTo>
                  <a:pt x="27518" y="55866"/>
                </a:lnTo>
                <a:lnTo>
                  <a:pt x="27885" y="56260"/>
                </a:lnTo>
                <a:lnTo>
                  <a:pt x="27885" y="57063"/>
                </a:lnTo>
                <a:lnTo>
                  <a:pt x="28435" y="57457"/>
                </a:lnTo>
                <a:lnTo>
                  <a:pt x="28435" y="58244"/>
                </a:lnTo>
                <a:lnTo>
                  <a:pt x="28802" y="58638"/>
                </a:lnTo>
                <a:lnTo>
                  <a:pt x="28802" y="59048"/>
                </a:lnTo>
                <a:lnTo>
                  <a:pt x="29352" y="59835"/>
                </a:lnTo>
                <a:lnTo>
                  <a:pt x="29719" y="60229"/>
                </a:lnTo>
                <a:lnTo>
                  <a:pt x="29719" y="60623"/>
                </a:lnTo>
                <a:lnTo>
                  <a:pt x="30086" y="61410"/>
                </a:lnTo>
                <a:lnTo>
                  <a:pt x="30086" y="61820"/>
                </a:lnTo>
                <a:lnTo>
                  <a:pt x="30637" y="62214"/>
                </a:lnTo>
                <a:lnTo>
                  <a:pt x="31004" y="63001"/>
                </a:lnTo>
                <a:lnTo>
                  <a:pt x="31004" y="63395"/>
                </a:lnTo>
                <a:lnTo>
                  <a:pt x="31554" y="63788"/>
                </a:lnTo>
                <a:lnTo>
                  <a:pt x="31554" y="64592"/>
                </a:lnTo>
                <a:lnTo>
                  <a:pt x="31921" y="64986"/>
                </a:lnTo>
                <a:lnTo>
                  <a:pt x="32471" y="65379"/>
                </a:lnTo>
                <a:lnTo>
                  <a:pt x="32471" y="66167"/>
                </a:lnTo>
                <a:lnTo>
                  <a:pt x="32838" y="66577"/>
                </a:lnTo>
                <a:lnTo>
                  <a:pt x="32838" y="66970"/>
                </a:lnTo>
                <a:lnTo>
                  <a:pt x="33205" y="67758"/>
                </a:lnTo>
                <a:lnTo>
                  <a:pt x="33205" y="68151"/>
                </a:lnTo>
                <a:lnTo>
                  <a:pt x="33755" y="68939"/>
                </a:lnTo>
                <a:lnTo>
                  <a:pt x="34122" y="69349"/>
                </a:lnTo>
                <a:lnTo>
                  <a:pt x="34122" y="69742"/>
                </a:lnTo>
                <a:lnTo>
                  <a:pt x="34673" y="70530"/>
                </a:lnTo>
                <a:lnTo>
                  <a:pt x="35040" y="70923"/>
                </a:lnTo>
                <a:lnTo>
                  <a:pt x="35040" y="71317"/>
                </a:lnTo>
                <a:lnTo>
                  <a:pt x="35407" y="72121"/>
                </a:lnTo>
                <a:lnTo>
                  <a:pt x="35407" y="72514"/>
                </a:lnTo>
                <a:lnTo>
                  <a:pt x="35957" y="72908"/>
                </a:lnTo>
                <a:lnTo>
                  <a:pt x="36324" y="73695"/>
                </a:lnTo>
                <a:lnTo>
                  <a:pt x="36324" y="74105"/>
                </a:lnTo>
                <a:lnTo>
                  <a:pt x="36874" y="74499"/>
                </a:lnTo>
                <a:lnTo>
                  <a:pt x="36874" y="75286"/>
                </a:lnTo>
                <a:lnTo>
                  <a:pt x="37241" y="75680"/>
                </a:lnTo>
                <a:lnTo>
                  <a:pt x="37241" y="76484"/>
                </a:lnTo>
                <a:lnTo>
                  <a:pt x="37608" y="76877"/>
                </a:lnTo>
                <a:lnTo>
                  <a:pt x="38158" y="77271"/>
                </a:lnTo>
                <a:lnTo>
                  <a:pt x="38158" y="78058"/>
                </a:lnTo>
                <a:lnTo>
                  <a:pt x="38525" y="78452"/>
                </a:lnTo>
                <a:lnTo>
                  <a:pt x="39076" y="78846"/>
                </a:lnTo>
                <a:lnTo>
                  <a:pt x="39076" y="79649"/>
                </a:lnTo>
                <a:lnTo>
                  <a:pt x="39443" y="80043"/>
                </a:lnTo>
                <a:lnTo>
                  <a:pt x="39443" y="80830"/>
                </a:lnTo>
                <a:lnTo>
                  <a:pt x="39993" y="81224"/>
                </a:lnTo>
                <a:lnTo>
                  <a:pt x="39993" y="81634"/>
                </a:lnTo>
                <a:lnTo>
                  <a:pt x="40360" y="82421"/>
                </a:lnTo>
                <a:lnTo>
                  <a:pt x="40727" y="82815"/>
                </a:lnTo>
                <a:lnTo>
                  <a:pt x="40727" y="83209"/>
                </a:lnTo>
                <a:lnTo>
                  <a:pt x="41277" y="84012"/>
                </a:lnTo>
                <a:lnTo>
                  <a:pt x="41644" y="84406"/>
                </a:lnTo>
                <a:lnTo>
                  <a:pt x="41644" y="84800"/>
                </a:lnTo>
                <a:lnTo>
                  <a:pt x="42194" y="85587"/>
                </a:lnTo>
                <a:lnTo>
                  <a:pt x="42194" y="85981"/>
                </a:lnTo>
                <a:lnTo>
                  <a:pt x="42561" y="86784"/>
                </a:lnTo>
                <a:lnTo>
                  <a:pt x="42561" y="87178"/>
                </a:lnTo>
                <a:lnTo>
                  <a:pt x="42928" y="87572"/>
                </a:lnTo>
                <a:lnTo>
                  <a:pt x="43479" y="88359"/>
                </a:lnTo>
                <a:lnTo>
                  <a:pt x="43479" y="88753"/>
                </a:lnTo>
                <a:lnTo>
                  <a:pt x="43846" y="89163"/>
                </a:lnTo>
                <a:lnTo>
                  <a:pt x="43846" y="89950"/>
                </a:lnTo>
                <a:lnTo>
                  <a:pt x="44396" y="90344"/>
                </a:lnTo>
                <a:lnTo>
                  <a:pt x="44763" y="90737"/>
                </a:lnTo>
                <a:lnTo>
                  <a:pt x="44763" y="91541"/>
                </a:lnTo>
                <a:lnTo>
                  <a:pt x="45313" y="91935"/>
                </a:lnTo>
                <a:lnTo>
                  <a:pt x="45680" y="92328"/>
                </a:lnTo>
                <a:lnTo>
                  <a:pt x="45680" y="93116"/>
                </a:lnTo>
                <a:lnTo>
                  <a:pt x="46047" y="93509"/>
                </a:lnTo>
                <a:lnTo>
                  <a:pt x="46047" y="93903"/>
                </a:lnTo>
                <a:lnTo>
                  <a:pt x="46597" y="94707"/>
                </a:lnTo>
                <a:lnTo>
                  <a:pt x="46597" y="95100"/>
                </a:lnTo>
                <a:lnTo>
                  <a:pt x="46964" y="95494"/>
                </a:lnTo>
                <a:lnTo>
                  <a:pt x="47515" y="96281"/>
                </a:lnTo>
                <a:lnTo>
                  <a:pt x="47515" y="96691"/>
                </a:lnTo>
                <a:lnTo>
                  <a:pt x="47882" y="97085"/>
                </a:lnTo>
                <a:lnTo>
                  <a:pt x="47882" y="97872"/>
                </a:lnTo>
                <a:lnTo>
                  <a:pt x="48248" y="98266"/>
                </a:lnTo>
                <a:lnTo>
                  <a:pt x="48248" y="98660"/>
                </a:lnTo>
                <a:lnTo>
                  <a:pt x="48799" y="99463"/>
                </a:lnTo>
                <a:lnTo>
                  <a:pt x="49166" y="99857"/>
                </a:lnTo>
                <a:lnTo>
                  <a:pt x="49166" y="100644"/>
                </a:lnTo>
                <a:lnTo>
                  <a:pt x="49716" y="101038"/>
                </a:lnTo>
                <a:lnTo>
                  <a:pt x="50083" y="101448"/>
                </a:lnTo>
                <a:lnTo>
                  <a:pt x="50083" y="102235"/>
                </a:lnTo>
                <a:lnTo>
                  <a:pt x="50633" y="102629"/>
                </a:lnTo>
                <a:lnTo>
                  <a:pt x="50633" y="103023"/>
                </a:lnTo>
                <a:lnTo>
                  <a:pt x="51000" y="103810"/>
                </a:lnTo>
                <a:lnTo>
                  <a:pt x="51000" y="104220"/>
                </a:lnTo>
                <a:lnTo>
                  <a:pt x="51367" y="104614"/>
                </a:lnTo>
                <a:lnTo>
                  <a:pt x="51918" y="105401"/>
                </a:lnTo>
                <a:lnTo>
                  <a:pt x="51918" y="105795"/>
                </a:lnTo>
                <a:lnTo>
                  <a:pt x="52285" y="106598"/>
                </a:lnTo>
                <a:lnTo>
                  <a:pt x="52835" y="106992"/>
                </a:lnTo>
              </a:path>
            </a:pathLst>
          </a:custGeom>
          <a:ln w="25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7843180" y="5137841"/>
            <a:ext cx="52285" cy="105401"/>
          </a:xfrm>
          <a:custGeom>
            <a:avLst/>
            <a:gdLst/>
            <a:ahLst/>
            <a:cxnLst/>
            <a:rect l="l" t="t" r="r" b="b"/>
            <a:pathLst>
              <a:path w="52285" h="105401">
                <a:moveTo>
                  <a:pt x="0" y="0"/>
                </a:moveTo>
                <a:lnTo>
                  <a:pt x="0" y="393"/>
                </a:lnTo>
                <a:lnTo>
                  <a:pt x="366" y="1180"/>
                </a:lnTo>
                <a:lnTo>
                  <a:pt x="366" y="1574"/>
                </a:lnTo>
                <a:lnTo>
                  <a:pt x="733" y="1984"/>
                </a:lnTo>
                <a:lnTo>
                  <a:pt x="1284" y="2771"/>
                </a:lnTo>
                <a:lnTo>
                  <a:pt x="1284" y="3165"/>
                </a:lnTo>
                <a:lnTo>
                  <a:pt x="1651" y="3559"/>
                </a:lnTo>
                <a:lnTo>
                  <a:pt x="1651" y="4346"/>
                </a:lnTo>
                <a:lnTo>
                  <a:pt x="2201" y="4756"/>
                </a:lnTo>
                <a:lnTo>
                  <a:pt x="2201" y="5150"/>
                </a:lnTo>
                <a:lnTo>
                  <a:pt x="2568" y="5937"/>
                </a:lnTo>
                <a:lnTo>
                  <a:pt x="2935" y="6331"/>
                </a:lnTo>
                <a:lnTo>
                  <a:pt x="2935" y="6724"/>
                </a:lnTo>
                <a:lnTo>
                  <a:pt x="3485" y="7528"/>
                </a:lnTo>
                <a:lnTo>
                  <a:pt x="3852" y="7922"/>
                </a:lnTo>
                <a:lnTo>
                  <a:pt x="3852" y="8315"/>
                </a:lnTo>
                <a:lnTo>
                  <a:pt x="4402" y="9103"/>
                </a:lnTo>
                <a:lnTo>
                  <a:pt x="4402" y="9513"/>
                </a:lnTo>
                <a:lnTo>
                  <a:pt x="4769" y="9907"/>
                </a:lnTo>
                <a:lnTo>
                  <a:pt x="4769" y="10694"/>
                </a:lnTo>
                <a:lnTo>
                  <a:pt x="5320" y="11087"/>
                </a:lnTo>
                <a:lnTo>
                  <a:pt x="5687" y="11481"/>
                </a:lnTo>
                <a:lnTo>
                  <a:pt x="5687" y="12285"/>
                </a:lnTo>
                <a:lnTo>
                  <a:pt x="6054" y="12679"/>
                </a:lnTo>
                <a:lnTo>
                  <a:pt x="6054" y="13072"/>
                </a:lnTo>
                <a:lnTo>
                  <a:pt x="6604" y="13859"/>
                </a:lnTo>
                <a:lnTo>
                  <a:pt x="6604" y="14253"/>
                </a:lnTo>
                <a:lnTo>
                  <a:pt x="6971" y="15057"/>
                </a:lnTo>
                <a:lnTo>
                  <a:pt x="7521" y="15451"/>
                </a:lnTo>
                <a:lnTo>
                  <a:pt x="7521" y="15844"/>
                </a:lnTo>
                <a:lnTo>
                  <a:pt x="7888" y="16631"/>
                </a:lnTo>
                <a:lnTo>
                  <a:pt x="8255" y="17042"/>
                </a:lnTo>
                <a:lnTo>
                  <a:pt x="8255" y="17435"/>
                </a:lnTo>
                <a:lnTo>
                  <a:pt x="8805" y="18222"/>
                </a:lnTo>
                <a:lnTo>
                  <a:pt x="8805" y="18616"/>
                </a:lnTo>
                <a:lnTo>
                  <a:pt x="9172" y="19420"/>
                </a:lnTo>
                <a:lnTo>
                  <a:pt x="9723" y="19814"/>
                </a:lnTo>
                <a:lnTo>
                  <a:pt x="9723" y="20207"/>
                </a:lnTo>
                <a:lnTo>
                  <a:pt x="10090" y="20994"/>
                </a:lnTo>
                <a:lnTo>
                  <a:pt x="10090" y="21388"/>
                </a:lnTo>
                <a:lnTo>
                  <a:pt x="10640" y="21782"/>
                </a:lnTo>
                <a:lnTo>
                  <a:pt x="11007" y="22586"/>
                </a:lnTo>
                <a:lnTo>
                  <a:pt x="11007" y="22979"/>
                </a:lnTo>
                <a:lnTo>
                  <a:pt x="11374" y="23373"/>
                </a:lnTo>
                <a:lnTo>
                  <a:pt x="11374" y="24160"/>
                </a:lnTo>
                <a:lnTo>
                  <a:pt x="11924" y="24570"/>
                </a:lnTo>
                <a:lnTo>
                  <a:pt x="12291" y="24964"/>
                </a:lnTo>
                <a:lnTo>
                  <a:pt x="12291" y="25751"/>
                </a:lnTo>
                <a:lnTo>
                  <a:pt x="12841" y="26145"/>
                </a:lnTo>
                <a:lnTo>
                  <a:pt x="12841" y="26538"/>
                </a:lnTo>
                <a:lnTo>
                  <a:pt x="13208" y="26949"/>
                </a:lnTo>
                <a:lnTo>
                  <a:pt x="13208" y="27736"/>
                </a:lnTo>
                <a:lnTo>
                  <a:pt x="13575" y="28130"/>
                </a:lnTo>
                <a:lnTo>
                  <a:pt x="14126" y="28523"/>
                </a:lnTo>
                <a:lnTo>
                  <a:pt x="14126" y="29327"/>
                </a:lnTo>
                <a:lnTo>
                  <a:pt x="14493" y="29721"/>
                </a:lnTo>
                <a:lnTo>
                  <a:pt x="15043" y="30508"/>
                </a:lnTo>
                <a:lnTo>
                  <a:pt x="15043" y="30902"/>
                </a:lnTo>
                <a:lnTo>
                  <a:pt x="15410" y="31295"/>
                </a:lnTo>
                <a:lnTo>
                  <a:pt x="15410" y="32099"/>
                </a:lnTo>
                <a:lnTo>
                  <a:pt x="15960" y="32493"/>
                </a:lnTo>
                <a:lnTo>
                  <a:pt x="15960" y="32886"/>
                </a:lnTo>
                <a:lnTo>
                  <a:pt x="16327" y="33673"/>
                </a:lnTo>
                <a:lnTo>
                  <a:pt x="16694" y="34067"/>
                </a:lnTo>
                <a:lnTo>
                  <a:pt x="16694" y="34871"/>
                </a:lnTo>
                <a:lnTo>
                  <a:pt x="17244" y="35265"/>
                </a:lnTo>
                <a:lnTo>
                  <a:pt x="17244" y="35658"/>
                </a:lnTo>
                <a:lnTo>
                  <a:pt x="17611" y="36445"/>
                </a:lnTo>
                <a:lnTo>
                  <a:pt x="18162" y="36856"/>
                </a:lnTo>
                <a:lnTo>
                  <a:pt x="18162" y="37249"/>
                </a:lnTo>
                <a:lnTo>
                  <a:pt x="18529" y="37643"/>
                </a:lnTo>
                <a:lnTo>
                  <a:pt x="18895" y="38430"/>
                </a:lnTo>
                <a:lnTo>
                  <a:pt x="18895" y="38824"/>
                </a:lnTo>
                <a:lnTo>
                  <a:pt x="19446" y="39217"/>
                </a:lnTo>
                <a:lnTo>
                  <a:pt x="19446" y="40021"/>
                </a:lnTo>
                <a:lnTo>
                  <a:pt x="19813" y="40415"/>
                </a:lnTo>
                <a:lnTo>
                  <a:pt x="19813" y="40809"/>
                </a:lnTo>
                <a:lnTo>
                  <a:pt x="20363" y="41596"/>
                </a:lnTo>
                <a:lnTo>
                  <a:pt x="20730" y="42006"/>
                </a:lnTo>
                <a:lnTo>
                  <a:pt x="20730" y="42400"/>
                </a:lnTo>
                <a:lnTo>
                  <a:pt x="21097" y="43187"/>
                </a:lnTo>
                <a:lnTo>
                  <a:pt x="21097" y="43581"/>
                </a:lnTo>
                <a:lnTo>
                  <a:pt x="21647" y="43974"/>
                </a:lnTo>
                <a:lnTo>
                  <a:pt x="22014" y="44778"/>
                </a:lnTo>
                <a:lnTo>
                  <a:pt x="22014" y="45172"/>
                </a:lnTo>
                <a:lnTo>
                  <a:pt x="22565" y="45959"/>
                </a:lnTo>
                <a:lnTo>
                  <a:pt x="22565" y="46353"/>
                </a:lnTo>
                <a:lnTo>
                  <a:pt x="22932" y="46746"/>
                </a:lnTo>
                <a:lnTo>
                  <a:pt x="23482" y="47550"/>
                </a:lnTo>
                <a:lnTo>
                  <a:pt x="23482" y="47944"/>
                </a:lnTo>
                <a:lnTo>
                  <a:pt x="23849" y="48337"/>
                </a:lnTo>
                <a:lnTo>
                  <a:pt x="23849" y="49124"/>
                </a:lnTo>
                <a:lnTo>
                  <a:pt x="24216" y="49535"/>
                </a:lnTo>
                <a:lnTo>
                  <a:pt x="24216" y="49928"/>
                </a:lnTo>
                <a:lnTo>
                  <a:pt x="24766" y="50716"/>
                </a:lnTo>
                <a:lnTo>
                  <a:pt x="25133" y="51109"/>
                </a:lnTo>
                <a:lnTo>
                  <a:pt x="25133" y="51503"/>
                </a:lnTo>
                <a:lnTo>
                  <a:pt x="25683" y="52307"/>
                </a:lnTo>
                <a:lnTo>
                  <a:pt x="26050" y="52700"/>
                </a:lnTo>
                <a:lnTo>
                  <a:pt x="26050" y="53094"/>
                </a:lnTo>
                <a:lnTo>
                  <a:pt x="26417" y="53881"/>
                </a:lnTo>
                <a:lnTo>
                  <a:pt x="26417" y="54291"/>
                </a:lnTo>
                <a:lnTo>
                  <a:pt x="26968" y="54685"/>
                </a:lnTo>
                <a:lnTo>
                  <a:pt x="27334" y="55472"/>
                </a:lnTo>
                <a:lnTo>
                  <a:pt x="27334" y="55866"/>
                </a:lnTo>
                <a:lnTo>
                  <a:pt x="27885" y="56260"/>
                </a:lnTo>
                <a:lnTo>
                  <a:pt x="27885" y="57063"/>
                </a:lnTo>
                <a:lnTo>
                  <a:pt x="28252" y="57457"/>
                </a:lnTo>
                <a:lnTo>
                  <a:pt x="28252" y="57851"/>
                </a:lnTo>
                <a:lnTo>
                  <a:pt x="28802" y="58638"/>
                </a:lnTo>
                <a:lnTo>
                  <a:pt x="29169" y="59032"/>
                </a:lnTo>
                <a:lnTo>
                  <a:pt x="29169" y="59442"/>
                </a:lnTo>
                <a:lnTo>
                  <a:pt x="29536" y="60229"/>
                </a:lnTo>
                <a:lnTo>
                  <a:pt x="30086" y="60623"/>
                </a:lnTo>
                <a:lnTo>
                  <a:pt x="30086" y="61016"/>
                </a:lnTo>
                <a:lnTo>
                  <a:pt x="30453" y="61820"/>
                </a:lnTo>
                <a:lnTo>
                  <a:pt x="30453" y="62214"/>
                </a:lnTo>
                <a:lnTo>
                  <a:pt x="31004" y="62607"/>
                </a:lnTo>
                <a:lnTo>
                  <a:pt x="31004" y="63395"/>
                </a:lnTo>
                <a:lnTo>
                  <a:pt x="31371" y="63788"/>
                </a:lnTo>
                <a:lnTo>
                  <a:pt x="31737" y="64182"/>
                </a:lnTo>
                <a:lnTo>
                  <a:pt x="31737" y="64986"/>
                </a:lnTo>
                <a:lnTo>
                  <a:pt x="32288" y="65379"/>
                </a:lnTo>
                <a:lnTo>
                  <a:pt x="32288" y="65773"/>
                </a:lnTo>
                <a:lnTo>
                  <a:pt x="32655" y="66560"/>
                </a:lnTo>
                <a:lnTo>
                  <a:pt x="33205" y="66970"/>
                </a:lnTo>
                <a:lnTo>
                  <a:pt x="33205" y="67364"/>
                </a:lnTo>
                <a:lnTo>
                  <a:pt x="33572" y="68151"/>
                </a:lnTo>
                <a:lnTo>
                  <a:pt x="33572" y="68545"/>
                </a:lnTo>
                <a:lnTo>
                  <a:pt x="34122" y="68939"/>
                </a:lnTo>
                <a:lnTo>
                  <a:pt x="34489" y="69742"/>
                </a:lnTo>
                <a:lnTo>
                  <a:pt x="34489" y="70136"/>
                </a:lnTo>
                <a:lnTo>
                  <a:pt x="34856" y="70530"/>
                </a:lnTo>
                <a:lnTo>
                  <a:pt x="34856" y="71317"/>
                </a:lnTo>
                <a:lnTo>
                  <a:pt x="35407" y="71727"/>
                </a:lnTo>
                <a:lnTo>
                  <a:pt x="35773" y="72121"/>
                </a:lnTo>
                <a:lnTo>
                  <a:pt x="35773" y="72908"/>
                </a:lnTo>
                <a:lnTo>
                  <a:pt x="36324" y="73302"/>
                </a:lnTo>
                <a:lnTo>
                  <a:pt x="36691" y="73695"/>
                </a:lnTo>
                <a:lnTo>
                  <a:pt x="36691" y="74499"/>
                </a:lnTo>
                <a:lnTo>
                  <a:pt x="37058" y="74893"/>
                </a:lnTo>
                <a:lnTo>
                  <a:pt x="37058" y="75286"/>
                </a:lnTo>
                <a:lnTo>
                  <a:pt x="37608" y="76074"/>
                </a:lnTo>
                <a:lnTo>
                  <a:pt x="37608" y="76467"/>
                </a:lnTo>
                <a:lnTo>
                  <a:pt x="37975" y="76877"/>
                </a:lnTo>
                <a:lnTo>
                  <a:pt x="38525" y="77665"/>
                </a:lnTo>
                <a:lnTo>
                  <a:pt x="38525" y="78058"/>
                </a:lnTo>
                <a:lnTo>
                  <a:pt x="38892" y="78452"/>
                </a:lnTo>
                <a:lnTo>
                  <a:pt x="38892" y="79256"/>
                </a:lnTo>
                <a:lnTo>
                  <a:pt x="39443" y="79649"/>
                </a:lnTo>
                <a:lnTo>
                  <a:pt x="39443" y="80043"/>
                </a:lnTo>
                <a:lnTo>
                  <a:pt x="39809" y="80830"/>
                </a:lnTo>
                <a:lnTo>
                  <a:pt x="40176" y="81224"/>
                </a:lnTo>
                <a:lnTo>
                  <a:pt x="40176" y="81618"/>
                </a:lnTo>
                <a:lnTo>
                  <a:pt x="40727" y="82421"/>
                </a:lnTo>
                <a:lnTo>
                  <a:pt x="41094" y="82815"/>
                </a:lnTo>
                <a:lnTo>
                  <a:pt x="41094" y="83209"/>
                </a:lnTo>
                <a:lnTo>
                  <a:pt x="41644" y="83602"/>
                </a:lnTo>
                <a:lnTo>
                  <a:pt x="41644" y="84406"/>
                </a:lnTo>
                <a:lnTo>
                  <a:pt x="42011" y="84800"/>
                </a:lnTo>
                <a:lnTo>
                  <a:pt x="42011" y="85587"/>
                </a:lnTo>
                <a:lnTo>
                  <a:pt x="42378" y="85981"/>
                </a:lnTo>
                <a:lnTo>
                  <a:pt x="42928" y="86374"/>
                </a:lnTo>
                <a:lnTo>
                  <a:pt x="42928" y="87178"/>
                </a:lnTo>
                <a:lnTo>
                  <a:pt x="43295" y="87572"/>
                </a:lnTo>
                <a:lnTo>
                  <a:pt x="43846" y="87965"/>
                </a:lnTo>
                <a:lnTo>
                  <a:pt x="43846" y="88753"/>
                </a:lnTo>
                <a:lnTo>
                  <a:pt x="44212" y="89163"/>
                </a:lnTo>
                <a:lnTo>
                  <a:pt x="44212" y="89556"/>
                </a:lnTo>
                <a:lnTo>
                  <a:pt x="44579" y="90344"/>
                </a:lnTo>
                <a:lnTo>
                  <a:pt x="45130" y="90737"/>
                </a:lnTo>
                <a:lnTo>
                  <a:pt x="45130" y="91131"/>
                </a:lnTo>
                <a:lnTo>
                  <a:pt x="45497" y="91525"/>
                </a:lnTo>
                <a:lnTo>
                  <a:pt x="45497" y="92328"/>
                </a:lnTo>
                <a:lnTo>
                  <a:pt x="46047" y="92722"/>
                </a:lnTo>
                <a:lnTo>
                  <a:pt x="46047" y="93116"/>
                </a:lnTo>
                <a:lnTo>
                  <a:pt x="46414" y="93903"/>
                </a:lnTo>
                <a:lnTo>
                  <a:pt x="46964" y="94313"/>
                </a:lnTo>
                <a:lnTo>
                  <a:pt x="46964" y="94707"/>
                </a:lnTo>
                <a:lnTo>
                  <a:pt x="47331" y="95494"/>
                </a:lnTo>
                <a:lnTo>
                  <a:pt x="47698" y="95888"/>
                </a:lnTo>
                <a:lnTo>
                  <a:pt x="47698" y="96691"/>
                </a:lnTo>
                <a:lnTo>
                  <a:pt x="48248" y="97085"/>
                </a:lnTo>
                <a:lnTo>
                  <a:pt x="48248" y="97479"/>
                </a:lnTo>
                <a:lnTo>
                  <a:pt x="48615" y="97872"/>
                </a:lnTo>
                <a:lnTo>
                  <a:pt x="48615" y="98660"/>
                </a:lnTo>
                <a:lnTo>
                  <a:pt x="49166" y="99053"/>
                </a:lnTo>
                <a:lnTo>
                  <a:pt x="49533" y="99463"/>
                </a:lnTo>
                <a:lnTo>
                  <a:pt x="49533" y="100251"/>
                </a:lnTo>
                <a:lnTo>
                  <a:pt x="49900" y="100644"/>
                </a:lnTo>
                <a:lnTo>
                  <a:pt x="49900" y="101038"/>
                </a:lnTo>
                <a:lnTo>
                  <a:pt x="50450" y="101842"/>
                </a:lnTo>
                <a:lnTo>
                  <a:pt x="50450" y="102235"/>
                </a:lnTo>
                <a:lnTo>
                  <a:pt x="50817" y="102629"/>
                </a:lnTo>
                <a:lnTo>
                  <a:pt x="51367" y="103416"/>
                </a:lnTo>
                <a:lnTo>
                  <a:pt x="51367" y="103810"/>
                </a:lnTo>
                <a:lnTo>
                  <a:pt x="51734" y="104220"/>
                </a:lnTo>
                <a:lnTo>
                  <a:pt x="52285" y="105007"/>
                </a:lnTo>
                <a:lnTo>
                  <a:pt x="52285" y="105401"/>
                </a:lnTo>
              </a:path>
            </a:pathLst>
          </a:custGeom>
          <a:ln w="251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7895465" y="5243242"/>
            <a:ext cx="52651" cy="101842"/>
          </a:xfrm>
          <a:custGeom>
            <a:avLst/>
            <a:gdLst/>
            <a:ahLst/>
            <a:cxnLst/>
            <a:rect l="l" t="t" r="r" b="b"/>
            <a:pathLst>
              <a:path w="52651" h="101842">
                <a:moveTo>
                  <a:pt x="0" y="0"/>
                </a:moveTo>
                <a:lnTo>
                  <a:pt x="366" y="393"/>
                </a:lnTo>
                <a:lnTo>
                  <a:pt x="366" y="787"/>
                </a:lnTo>
                <a:lnTo>
                  <a:pt x="733" y="1591"/>
                </a:lnTo>
                <a:lnTo>
                  <a:pt x="1284" y="1984"/>
                </a:lnTo>
                <a:lnTo>
                  <a:pt x="1284" y="2378"/>
                </a:lnTo>
                <a:lnTo>
                  <a:pt x="1651" y="3165"/>
                </a:lnTo>
                <a:lnTo>
                  <a:pt x="1651" y="3559"/>
                </a:lnTo>
                <a:lnTo>
                  <a:pt x="2201" y="3969"/>
                </a:lnTo>
                <a:lnTo>
                  <a:pt x="2568" y="4756"/>
                </a:lnTo>
                <a:lnTo>
                  <a:pt x="2568" y="5150"/>
                </a:lnTo>
                <a:lnTo>
                  <a:pt x="2935" y="5543"/>
                </a:lnTo>
                <a:lnTo>
                  <a:pt x="2935" y="6347"/>
                </a:lnTo>
                <a:lnTo>
                  <a:pt x="3485" y="6741"/>
                </a:lnTo>
                <a:lnTo>
                  <a:pt x="3852" y="7135"/>
                </a:lnTo>
                <a:lnTo>
                  <a:pt x="3852" y="7922"/>
                </a:lnTo>
                <a:lnTo>
                  <a:pt x="4402" y="8315"/>
                </a:lnTo>
                <a:lnTo>
                  <a:pt x="4402" y="8726"/>
                </a:lnTo>
                <a:lnTo>
                  <a:pt x="4769" y="9119"/>
                </a:lnTo>
                <a:lnTo>
                  <a:pt x="4769" y="9907"/>
                </a:lnTo>
                <a:lnTo>
                  <a:pt x="5320" y="10300"/>
                </a:lnTo>
                <a:lnTo>
                  <a:pt x="5687" y="11087"/>
                </a:lnTo>
                <a:lnTo>
                  <a:pt x="5687" y="11498"/>
                </a:lnTo>
                <a:lnTo>
                  <a:pt x="6054" y="11891"/>
                </a:lnTo>
                <a:lnTo>
                  <a:pt x="6604" y="12679"/>
                </a:lnTo>
                <a:lnTo>
                  <a:pt x="6604" y="13072"/>
                </a:lnTo>
                <a:lnTo>
                  <a:pt x="6971" y="13466"/>
                </a:lnTo>
                <a:lnTo>
                  <a:pt x="6971" y="13876"/>
                </a:lnTo>
                <a:lnTo>
                  <a:pt x="7521" y="14663"/>
                </a:lnTo>
                <a:lnTo>
                  <a:pt x="7521" y="15057"/>
                </a:lnTo>
                <a:lnTo>
                  <a:pt x="7888" y="15451"/>
                </a:lnTo>
                <a:lnTo>
                  <a:pt x="8255" y="16254"/>
                </a:lnTo>
                <a:lnTo>
                  <a:pt x="8255" y="16648"/>
                </a:lnTo>
                <a:lnTo>
                  <a:pt x="8805" y="17042"/>
                </a:lnTo>
                <a:lnTo>
                  <a:pt x="8805" y="17829"/>
                </a:lnTo>
                <a:lnTo>
                  <a:pt x="9172" y="18222"/>
                </a:lnTo>
                <a:lnTo>
                  <a:pt x="9723" y="18616"/>
                </a:lnTo>
                <a:lnTo>
                  <a:pt x="9723" y="19420"/>
                </a:lnTo>
                <a:lnTo>
                  <a:pt x="10090" y="19814"/>
                </a:lnTo>
                <a:lnTo>
                  <a:pt x="10457" y="20207"/>
                </a:lnTo>
                <a:lnTo>
                  <a:pt x="10457" y="20601"/>
                </a:lnTo>
                <a:lnTo>
                  <a:pt x="11007" y="21405"/>
                </a:lnTo>
                <a:lnTo>
                  <a:pt x="11007" y="21798"/>
                </a:lnTo>
                <a:lnTo>
                  <a:pt x="11374" y="22192"/>
                </a:lnTo>
                <a:lnTo>
                  <a:pt x="11374" y="22979"/>
                </a:lnTo>
                <a:lnTo>
                  <a:pt x="11924" y="23373"/>
                </a:lnTo>
                <a:lnTo>
                  <a:pt x="12291" y="23783"/>
                </a:lnTo>
                <a:lnTo>
                  <a:pt x="12291" y="24570"/>
                </a:lnTo>
                <a:lnTo>
                  <a:pt x="12841" y="24964"/>
                </a:lnTo>
                <a:lnTo>
                  <a:pt x="12841" y="25358"/>
                </a:lnTo>
                <a:lnTo>
                  <a:pt x="13208" y="26161"/>
                </a:lnTo>
                <a:lnTo>
                  <a:pt x="13575" y="26555"/>
                </a:lnTo>
                <a:lnTo>
                  <a:pt x="13575" y="26949"/>
                </a:lnTo>
                <a:lnTo>
                  <a:pt x="14126" y="27342"/>
                </a:lnTo>
                <a:lnTo>
                  <a:pt x="14126" y="28130"/>
                </a:lnTo>
                <a:lnTo>
                  <a:pt x="14493" y="28523"/>
                </a:lnTo>
                <a:lnTo>
                  <a:pt x="15043" y="28933"/>
                </a:lnTo>
                <a:lnTo>
                  <a:pt x="15043" y="29721"/>
                </a:lnTo>
                <a:lnTo>
                  <a:pt x="15410" y="30114"/>
                </a:lnTo>
                <a:lnTo>
                  <a:pt x="15410" y="30508"/>
                </a:lnTo>
                <a:lnTo>
                  <a:pt x="15777" y="31312"/>
                </a:lnTo>
                <a:lnTo>
                  <a:pt x="15777" y="31705"/>
                </a:lnTo>
                <a:lnTo>
                  <a:pt x="16327" y="32099"/>
                </a:lnTo>
                <a:lnTo>
                  <a:pt x="16694" y="32493"/>
                </a:lnTo>
                <a:lnTo>
                  <a:pt x="17244" y="33280"/>
                </a:lnTo>
                <a:lnTo>
                  <a:pt x="17244" y="33690"/>
                </a:lnTo>
                <a:lnTo>
                  <a:pt x="17611" y="34084"/>
                </a:lnTo>
                <a:lnTo>
                  <a:pt x="17611" y="34871"/>
                </a:lnTo>
                <a:lnTo>
                  <a:pt x="18162" y="35265"/>
                </a:lnTo>
                <a:lnTo>
                  <a:pt x="18162" y="35658"/>
                </a:lnTo>
                <a:lnTo>
                  <a:pt x="18529" y="36462"/>
                </a:lnTo>
                <a:lnTo>
                  <a:pt x="18895" y="36856"/>
                </a:lnTo>
                <a:lnTo>
                  <a:pt x="18895" y="37249"/>
                </a:lnTo>
                <a:lnTo>
                  <a:pt x="19446" y="37643"/>
                </a:lnTo>
                <a:lnTo>
                  <a:pt x="19446" y="38430"/>
                </a:lnTo>
                <a:lnTo>
                  <a:pt x="19813" y="38840"/>
                </a:lnTo>
                <a:lnTo>
                  <a:pt x="19813" y="39234"/>
                </a:lnTo>
                <a:lnTo>
                  <a:pt x="20363" y="40021"/>
                </a:lnTo>
                <a:lnTo>
                  <a:pt x="20730" y="40415"/>
                </a:lnTo>
                <a:lnTo>
                  <a:pt x="20730" y="40809"/>
                </a:lnTo>
                <a:lnTo>
                  <a:pt x="21097" y="41612"/>
                </a:lnTo>
                <a:lnTo>
                  <a:pt x="21647" y="42006"/>
                </a:lnTo>
                <a:lnTo>
                  <a:pt x="21647" y="42400"/>
                </a:lnTo>
                <a:lnTo>
                  <a:pt x="22014" y="42793"/>
                </a:lnTo>
                <a:lnTo>
                  <a:pt x="22014" y="43581"/>
                </a:lnTo>
                <a:lnTo>
                  <a:pt x="22565" y="43991"/>
                </a:lnTo>
                <a:lnTo>
                  <a:pt x="22565" y="44384"/>
                </a:lnTo>
                <a:lnTo>
                  <a:pt x="22932" y="45172"/>
                </a:lnTo>
                <a:lnTo>
                  <a:pt x="23482" y="45565"/>
                </a:lnTo>
                <a:lnTo>
                  <a:pt x="23482" y="45959"/>
                </a:lnTo>
                <a:lnTo>
                  <a:pt x="23849" y="46763"/>
                </a:lnTo>
                <a:lnTo>
                  <a:pt x="23849" y="47156"/>
                </a:lnTo>
                <a:lnTo>
                  <a:pt x="24216" y="47550"/>
                </a:lnTo>
                <a:lnTo>
                  <a:pt x="24766" y="47944"/>
                </a:lnTo>
                <a:lnTo>
                  <a:pt x="24766" y="48747"/>
                </a:lnTo>
                <a:lnTo>
                  <a:pt x="25133" y="49141"/>
                </a:lnTo>
                <a:lnTo>
                  <a:pt x="25133" y="49535"/>
                </a:lnTo>
                <a:lnTo>
                  <a:pt x="25683" y="50322"/>
                </a:lnTo>
                <a:lnTo>
                  <a:pt x="26050" y="50716"/>
                </a:lnTo>
                <a:lnTo>
                  <a:pt x="26050" y="51126"/>
                </a:lnTo>
                <a:lnTo>
                  <a:pt x="26417" y="51913"/>
                </a:lnTo>
                <a:lnTo>
                  <a:pt x="26417" y="52307"/>
                </a:lnTo>
                <a:lnTo>
                  <a:pt x="26968" y="52700"/>
                </a:lnTo>
                <a:lnTo>
                  <a:pt x="27334" y="53094"/>
                </a:lnTo>
                <a:lnTo>
                  <a:pt x="27334" y="53898"/>
                </a:lnTo>
                <a:lnTo>
                  <a:pt x="27885" y="54291"/>
                </a:lnTo>
                <a:lnTo>
                  <a:pt x="28252" y="54685"/>
                </a:lnTo>
                <a:lnTo>
                  <a:pt x="28252" y="55472"/>
                </a:lnTo>
                <a:lnTo>
                  <a:pt x="28619" y="55866"/>
                </a:lnTo>
                <a:lnTo>
                  <a:pt x="28619" y="56276"/>
                </a:lnTo>
                <a:lnTo>
                  <a:pt x="29169" y="56670"/>
                </a:lnTo>
                <a:lnTo>
                  <a:pt x="29169" y="57457"/>
                </a:lnTo>
                <a:lnTo>
                  <a:pt x="29536" y="57851"/>
                </a:lnTo>
                <a:lnTo>
                  <a:pt x="30086" y="58244"/>
                </a:lnTo>
                <a:lnTo>
                  <a:pt x="30086" y="59048"/>
                </a:lnTo>
                <a:lnTo>
                  <a:pt x="30453" y="59442"/>
                </a:lnTo>
                <a:lnTo>
                  <a:pt x="30453" y="59835"/>
                </a:lnTo>
                <a:lnTo>
                  <a:pt x="31004" y="60623"/>
                </a:lnTo>
                <a:lnTo>
                  <a:pt x="31004" y="61016"/>
                </a:lnTo>
                <a:lnTo>
                  <a:pt x="31371" y="61426"/>
                </a:lnTo>
                <a:lnTo>
                  <a:pt x="31737" y="61820"/>
                </a:lnTo>
                <a:lnTo>
                  <a:pt x="31737" y="62607"/>
                </a:lnTo>
                <a:lnTo>
                  <a:pt x="32288" y="63001"/>
                </a:lnTo>
                <a:lnTo>
                  <a:pt x="32655" y="63395"/>
                </a:lnTo>
                <a:lnTo>
                  <a:pt x="32655" y="64198"/>
                </a:lnTo>
                <a:lnTo>
                  <a:pt x="33205" y="64592"/>
                </a:lnTo>
                <a:lnTo>
                  <a:pt x="33205" y="64986"/>
                </a:lnTo>
                <a:lnTo>
                  <a:pt x="33572" y="65379"/>
                </a:lnTo>
                <a:lnTo>
                  <a:pt x="33572" y="66183"/>
                </a:lnTo>
                <a:lnTo>
                  <a:pt x="33939" y="66577"/>
                </a:lnTo>
                <a:lnTo>
                  <a:pt x="34489" y="66970"/>
                </a:lnTo>
                <a:lnTo>
                  <a:pt x="34489" y="67758"/>
                </a:lnTo>
                <a:lnTo>
                  <a:pt x="34856" y="68151"/>
                </a:lnTo>
                <a:lnTo>
                  <a:pt x="35407" y="68561"/>
                </a:lnTo>
                <a:lnTo>
                  <a:pt x="35407" y="69349"/>
                </a:lnTo>
                <a:lnTo>
                  <a:pt x="35773" y="69742"/>
                </a:lnTo>
                <a:lnTo>
                  <a:pt x="35773" y="70136"/>
                </a:lnTo>
                <a:lnTo>
                  <a:pt x="36324" y="70530"/>
                </a:lnTo>
                <a:lnTo>
                  <a:pt x="36691" y="70923"/>
                </a:lnTo>
                <a:lnTo>
                  <a:pt x="36691" y="71727"/>
                </a:lnTo>
                <a:lnTo>
                  <a:pt x="37058" y="72121"/>
                </a:lnTo>
                <a:lnTo>
                  <a:pt x="37058" y="72908"/>
                </a:lnTo>
                <a:lnTo>
                  <a:pt x="37608" y="73302"/>
                </a:lnTo>
                <a:lnTo>
                  <a:pt x="37608" y="73712"/>
                </a:lnTo>
                <a:lnTo>
                  <a:pt x="37975" y="74105"/>
                </a:lnTo>
                <a:lnTo>
                  <a:pt x="38525" y="74499"/>
                </a:lnTo>
                <a:lnTo>
                  <a:pt x="38525" y="75286"/>
                </a:lnTo>
                <a:lnTo>
                  <a:pt x="38892" y="75680"/>
                </a:lnTo>
                <a:lnTo>
                  <a:pt x="39259" y="76090"/>
                </a:lnTo>
                <a:lnTo>
                  <a:pt x="39259" y="76877"/>
                </a:lnTo>
                <a:lnTo>
                  <a:pt x="39809" y="77271"/>
                </a:lnTo>
                <a:lnTo>
                  <a:pt x="39809" y="77665"/>
                </a:lnTo>
                <a:lnTo>
                  <a:pt x="40176" y="78058"/>
                </a:lnTo>
                <a:lnTo>
                  <a:pt x="40176" y="78862"/>
                </a:lnTo>
                <a:lnTo>
                  <a:pt x="40727" y="79256"/>
                </a:lnTo>
                <a:lnTo>
                  <a:pt x="41094" y="79649"/>
                </a:lnTo>
                <a:lnTo>
                  <a:pt x="41094" y="80437"/>
                </a:lnTo>
                <a:lnTo>
                  <a:pt x="41644" y="80830"/>
                </a:lnTo>
                <a:lnTo>
                  <a:pt x="41644" y="81240"/>
                </a:lnTo>
                <a:lnTo>
                  <a:pt x="42011" y="81634"/>
                </a:lnTo>
                <a:lnTo>
                  <a:pt x="42011" y="82421"/>
                </a:lnTo>
                <a:lnTo>
                  <a:pt x="42378" y="82815"/>
                </a:lnTo>
                <a:lnTo>
                  <a:pt x="42928" y="83209"/>
                </a:lnTo>
                <a:lnTo>
                  <a:pt x="43295" y="84012"/>
                </a:lnTo>
                <a:lnTo>
                  <a:pt x="43295" y="84406"/>
                </a:lnTo>
                <a:lnTo>
                  <a:pt x="43846" y="84800"/>
                </a:lnTo>
                <a:lnTo>
                  <a:pt x="43846" y="85193"/>
                </a:lnTo>
                <a:lnTo>
                  <a:pt x="44212" y="85997"/>
                </a:lnTo>
                <a:lnTo>
                  <a:pt x="44212" y="86391"/>
                </a:lnTo>
                <a:lnTo>
                  <a:pt x="44579" y="86784"/>
                </a:lnTo>
                <a:lnTo>
                  <a:pt x="45130" y="87572"/>
                </a:lnTo>
                <a:lnTo>
                  <a:pt x="45130" y="87965"/>
                </a:lnTo>
                <a:lnTo>
                  <a:pt x="45497" y="88359"/>
                </a:lnTo>
                <a:lnTo>
                  <a:pt x="45497" y="88769"/>
                </a:lnTo>
                <a:lnTo>
                  <a:pt x="46047" y="89556"/>
                </a:lnTo>
                <a:lnTo>
                  <a:pt x="46414" y="89950"/>
                </a:lnTo>
                <a:lnTo>
                  <a:pt x="46414" y="90344"/>
                </a:lnTo>
                <a:lnTo>
                  <a:pt x="46781" y="90737"/>
                </a:lnTo>
                <a:lnTo>
                  <a:pt x="46781" y="91541"/>
                </a:lnTo>
                <a:lnTo>
                  <a:pt x="47331" y="91935"/>
                </a:lnTo>
                <a:lnTo>
                  <a:pt x="47698" y="92328"/>
                </a:lnTo>
                <a:lnTo>
                  <a:pt x="47698" y="93116"/>
                </a:lnTo>
                <a:lnTo>
                  <a:pt x="48248" y="93526"/>
                </a:lnTo>
                <a:lnTo>
                  <a:pt x="48248" y="93919"/>
                </a:lnTo>
                <a:lnTo>
                  <a:pt x="48615" y="94313"/>
                </a:lnTo>
                <a:lnTo>
                  <a:pt x="48615" y="95100"/>
                </a:lnTo>
                <a:lnTo>
                  <a:pt x="49166" y="95494"/>
                </a:lnTo>
                <a:lnTo>
                  <a:pt x="49533" y="95888"/>
                </a:lnTo>
                <a:lnTo>
                  <a:pt x="49533" y="96298"/>
                </a:lnTo>
                <a:lnTo>
                  <a:pt x="49900" y="97085"/>
                </a:lnTo>
                <a:lnTo>
                  <a:pt x="50450" y="97479"/>
                </a:lnTo>
                <a:lnTo>
                  <a:pt x="50450" y="97872"/>
                </a:lnTo>
                <a:lnTo>
                  <a:pt x="50817" y="98676"/>
                </a:lnTo>
                <a:lnTo>
                  <a:pt x="50817" y="99070"/>
                </a:lnTo>
                <a:lnTo>
                  <a:pt x="51367" y="99463"/>
                </a:lnTo>
                <a:lnTo>
                  <a:pt x="51734" y="99857"/>
                </a:lnTo>
                <a:lnTo>
                  <a:pt x="51734" y="100251"/>
                </a:lnTo>
                <a:lnTo>
                  <a:pt x="52101" y="101054"/>
                </a:lnTo>
                <a:lnTo>
                  <a:pt x="52101" y="101448"/>
                </a:lnTo>
                <a:lnTo>
                  <a:pt x="52651" y="101842"/>
                </a:lnTo>
              </a:path>
            </a:pathLst>
          </a:custGeom>
          <a:ln w="25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7948117" y="5345084"/>
            <a:ext cx="52651" cy="97085"/>
          </a:xfrm>
          <a:custGeom>
            <a:avLst/>
            <a:gdLst/>
            <a:ahLst/>
            <a:cxnLst/>
            <a:rect l="l" t="t" r="r" b="b"/>
            <a:pathLst>
              <a:path w="52651" h="97085">
                <a:moveTo>
                  <a:pt x="0" y="0"/>
                </a:moveTo>
                <a:lnTo>
                  <a:pt x="0" y="787"/>
                </a:lnTo>
                <a:lnTo>
                  <a:pt x="366" y="1180"/>
                </a:lnTo>
                <a:lnTo>
                  <a:pt x="917" y="1574"/>
                </a:lnTo>
                <a:lnTo>
                  <a:pt x="917" y="1984"/>
                </a:lnTo>
                <a:lnTo>
                  <a:pt x="1284" y="2771"/>
                </a:lnTo>
                <a:lnTo>
                  <a:pt x="1834" y="3165"/>
                </a:lnTo>
                <a:lnTo>
                  <a:pt x="1834" y="3559"/>
                </a:lnTo>
                <a:lnTo>
                  <a:pt x="2201" y="4363"/>
                </a:lnTo>
                <a:lnTo>
                  <a:pt x="2201" y="4756"/>
                </a:lnTo>
                <a:lnTo>
                  <a:pt x="2568" y="5150"/>
                </a:lnTo>
                <a:lnTo>
                  <a:pt x="2568" y="5543"/>
                </a:lnTo>
                <a:lnTo>
                  <a:pt x="3118" y="6331"/>
                </a:lnTo>
                <a:lnTo>
                  <a:pt x="3485" y="6741"/>
                </a:lnTo>
                <a:lnTo>
                  <a:pt x="3485" y="7135"/>
                </a:lnTo>
                <a:lnTo>
                  <a:pt x="4036" y="7528"/>
                </a:lnTo>
                <a:lnTo>
                  <a:pt x="4036" y="8315"/>
                </a:lnTo>
                <a:lnTo>
                  <a:pt x="4402" y="8709"/>
                </a:lnTo>
                <a:lnTo>
                  <a:pt x="4769" y="9119"/>
                </a:lnTo>
                <a:lnTo>
                  <a:pt x="4769" y="9513"/>
                </a:lnTo>
                <a:lnTo>
                  <a:pt x="5320" y="10300"/>
                </a:lnTo>
                <a:lnTo>
                  <a:pt x="5320" y="10694"/>
                </a:lnTo>
                <a:lnTo>
                  <a:pt x="5687" y="11087"/>
                </a:lnTo>
                <a:lnTo>
                  <a:pt x="6237" y="11481"/>
                </a:lnTo>
                <a:lnTo>
                  <a:pt x="6237" y="12285"/>
                </a:lnTo>
                <a:lnTo>
                  <a:pt x="6604" y="12679"/>
                </a:lnTo>
                <a:lnTo>
                  <a:pt x="6604" y="13072"/>
                </a:lnTo>
                <a:lnTo>
                  <a:pt x="7154" y="13466"/>
                </a:lnTo>
                <a:lnTo>
                  <a:pt x="7154" y="14270"/>
                </a:lnTo>
                <a:lnTo>
                  <a:pt x="7521" y="14663"/>
                </a:lnTo>
                <a:lnTo>
                  <a:pt x="7888" y="15057"/>
                </a:lnTo>
                <a:lnTo>
                  <a:pt x="8438" y="15451"/>
                </a:lnTo>
                <a:lnTo>
                  <a:pt x="8438" y="16238"/>
                </a:lnTo>
                <a:lnTo>
                  <a:pt x="8805" y="16648"/>
                </a:lnTo>
                <a:lnTo>
                  <a:pt x="8805" y="17042"/>
                </a:lnTo>
                <a:lnTo>
                  <a:pt x="9356" y="17435"/>
                </a:lnTo>
                <a:lnTo>
                  <a:pt x="9356" y="18222"/>
                </a:lnTo>
                <a:lnTo>
                  <a:pt x="9723" y="18616"/>
                </a:lnTo>
                <a:lnTo>
                  <a:pt x="10090" y="19010"/>
                </a:lnTo>
                <a:lnTo>
                  <a:pt x="10090" y="19814"/>
                </a:lnTo>
                <a:lnTo>
                  <a:pt x="10640" y="20207"/>
                </a:lnTo>
                <a:lnTo>
                  <a:pt x="10640" y="20601"/>
                </a:lnTo>
                <a:lnTo>
                  <a:pt x="11007" y="20994"/>
                </a:lnTo>
                <a:lnTo>
                  <a:pt x="11007" y="21798"/>
                </a:lnTo>
                <a:lnTo>
                  <a:pt x="11557" y="22192"/>
                </a:lnTo>
                <a:lnTo>
                  <a:pt x="11924" y="22586"/>
                </a:lnTo>
                <a:lnTo>
                  <a:pt x="11924" y="22979"/>
                </a:lnTo>
                <a:lnTo>
                  <a:pt x="12291" y="23373"/>
                </a:lnTo>
                <a:lnTo>
                  <a:pt x="12841" y="24177"/>
                </a:lnTo>
                <a:lnTo>
                  <a:pt x="12841" y="24570"/>
                </a:lnTo>
                <a:lnTo>
                  <a:pt x="13208" y="24964"/>
                </a:lnTo>
                <a:lnTo>
                  <a:pt x="13208" y="25751"/>
                </a:lnTo>
                <a:lnTo>
                  <a:pt x="13759" y="26145"/>
                </a:lnTo>
                <a:lnTo>
                  <a:pt x="13759" y="26555"/>
                </a:lnTo>
                <a:lnTo>
                  <a:pt x="14126" y="26949"/>
                </a:lnTo>
                <a:lnTo>
                  <a:pt x="14676" y="27736"/>
                </a:lnTo>
                <a:lnTo>
                  <a:pt x="14676" y="28130"/>
                </a:lnTo>
                <a:lnTo>
                  <a:pt x="15043" y="28523"/>
                </a:lnTo>
                <a:lnTo>
                  <a:pt x="15043" y="28917"/>
                </a:lnTo>
                <a:lnTo>
                  <a:pt x="15410" y="29327"/>
                </a:lnTo>
                <a:lnTo>
                  <a:pt x="15960" y="30114"/>
                </a:lnTo>
                <a:lnTo>
                  <a:pt x="15960" y="30508"/>
                </a:lnTo>
                <a:lnTo>
                  <a:pt x="16327" y="30902"/>
                </a:lnTo>
                <a:lnTo>
                  <a:pt x="16877" y="31295"/>
                </a:lnTo>
                <a:lnTo>
                  <a:pt x="16877" y="32099"/>
                </a:lnTo>
                <a:lnTo>
                  <a:pt x="17244" y="32493"/>
                </a:lnTo>
                <a:lnTo>
                  <a:pt x="17244" y="32886"/>
                </a:lnTo>
                <a:lnTo>
                  <a:pt x="17611" y="33673"/>
                </a:lnTo>
                <a:lnTo>
                  <a:pt x="17611" y="34084"/>
                </a:lnTo>
                <a:lnTo>
                  <a:pt x="18162" y="34477"/>
                </a:lnTo>
                <a:lnTo>
                  <a:pt x="18529" y="34871"/>
                </a:lnTo>
                <a:lnTo>
                  <a:pt x="18529" y="35265"/>
                </a:lnTo>
                <a:lnTo>
                  <a:pt x="19079" y="36052"/>
                </a:lnTo>
                <a:lnTo>
                  <a:pt x="19446" y="36445"/>
                </a:lnTo>
                <a:lnTo>
                  <a:pt x="19446" y="36856"/>
                </a:lnTo>
                <a:lnTo>
                  <a:pt x="19996" y="37249"/>
                </a:lnTo>
                <a:lnTo>
                  <a:pt x="19996" y="38037"/>
                </a:lnTo>
                <a:lnTo>
                  <a:pt x="20363" y="38430"/>
                </a:lnTo>
                <a:lnTo>
                  <a:pt x="20363" y="38824"/>
                </a:lnTo>
                <a:lnTo>
                  <a:pt x="20730" y="39234"/>
                </a:lnTo>
                <a:lnTo>
                  <a:pt x="21280" y="39628"/>
                </a:lnTo>
                <a:lnTo>
                  <a:pt x="21280" y="40415"/>
                </a:lnTo>
                <a:lnTo>
                  <a:pt x="21647" y="40809"/>
                </a:lnTo>
                <a:lnTo>
                  <a:pt x="21647" y="41202"/>
                </a:lnTo>
                <a:lnTo>
                  <a:pt x="22198" y="42006"/>
                </a:lnTo>
                <a:lnTo>
                  <a:pt x="22198" y="42400"/>
                </a:lnTo>
                <a:lnTo>
                  <a:pt x="22565" y="42793"/>
                </a:lnTo>
                <a:lnTo>
                  <a:pt x="22932" y="43187"/>
                </a:lnTo>
                <a:lnTo>
                  <a:pt x="22932" y="43974"/>
                </a:lnTo>
                <a:lnTo>
                  <a:pt x="23482" y="44384"/>
                </a:lnTo>
                <a:lnTo>
                  <a:pt x="23849" y="44778"/>
                </a:lnTo>
                <a:lnTo>
                  <a:pt x="23849" y="45172"/>
                </a:lnTo>
                <a:lnTo>
                  <a:pt x="24399" y="45565"/>
                </a:lnTo>
                <a:lnTo>
                  <a:pt x="24399" y="46353"/>
                </a:lnTo>
                <a:lnTo>
                  <a:pt x="24766" y="46763"/>
                </a:lnTo>
                <a:lnTo>
                  <a:pt x="25316" y="47156"/>
                </a:lnTo>
                <a:lnTo>
                  <a:pt x="25316" y="47550"/>
                </a:lnTo>
                <a:lnTo>
                  <a:pt x="25683" y="48337"/>
                </a:lnTo>
                <a:lnTo>
                  <a:pt x="25683" y="48731"/>
                </a:lnTo>
                <a:lnTo>
                  <a:pt x="26050" y="49141"/>
                </a:lnTo>
                <a:lnTo>
                  <a:pt x="26601" y="49535"/>
                </a:lnTo>
                <a:lnTo>
                  <a:pt x="26601" y="49928"/>
                </a:lnTo>
                <a:lnTo>
                  <a:pt x="26968" y="50716"/>
                </a:lnTo>
                <a:lnTo>
                  <a:pt x="26968" y="51109"/>
                </a:lnTo>
                <a:lnTo>
                  <a:pt x="27518" y="51519"/>
                </a:lnTo>
                <a:lnTo>
                  <a:pt x="27885" y="51913"/>
                </a:lnTo>
                <a:lnTo>
                  <a:pt x="27885" y="52700"/>
                </a:lnTo>
                <a:lnTo>
                  <a:pt x="28252" y="53094"/>
                </a:lnTo>
                <a:lnTo>
                  <a:pt x="28252" y="53488"/>
                </a:lnTo>
                <a:lnTo>
                  <a:pt x="28802" y="53881"/>
                </a:lnTo>
                <a:lnTo>
                  <a:pt x="28802" y="54685"/>
                </a:lnTo>
                <a:lnTo>
                  <a:pt x="29169" y="55079"/>
                </a:lnTo>
                <a:lnTo>
                  <a:pt x="29719" y="55472"/>
                </a:lnTo>
                <a:lnTo>
                  <a:pt x="29719" y="55866"/>
                </a:lnTo>
                <a:lnTo>
                  <a:pt x="30086" y="56260"/>
                </a:lnTo>
                <a:lnTo>
                  <a:pt x="30453" y="57063"/>
                </a:lnTo>
                <a:lnTo>
                  <a:pt x="30453" y="57457"/>
                </a:lnTo>
                <a:lnTo>
                  <a:pt x="31004" y="57851"/>
                </a:lnTo>
                <a:lnTo>
                  <a:pt x="31004" y="58244"/>
                </a:lnTo>
                <a:lnTo>
                  <a:pt x="31371" y="59048"/>
                </a:lnTo>
                <a:lnTo>
                  <a:pt x="31371" y="59442"/>
                </a:lnTo>
                <a:lnTo>
                  <a:pt x="31921" y="59835"/>
                </a:lnTo>
                <a:lnTo>
                  <a:pt x="32288" y="60229"/>
                </a:lnTo>
                <a:lnTo>
                  <a:pt x="32288" y="61016"/>
                </a:lnTo>
                <a:lnTo>
                  <a:pt x="32838" y="61410"/>
                </a:lnTo>
                <a:lnTo>
                  <a:pt x="32838" y="61820"/>
                </a:lnTo>
                <a:lnTo>
                  <a:pt x="33205" y="62214"/>
                </a:lnTo>
                <a:lnTo>
                  <a:pt x="33572" y="63001"/>
                </a:lnTo>
                <a:lnTo>
                  <a:pt x="33572" y="63395"/>
                </a:lnTo>
                <a:lnTo>
                  <a:pt x="34122" y="63788"/>
                </a:lnTo>
                <a:lnTo>
                  <a:pt x="34489" y="64198"/>
                </a:lnTo>
                <a:lnTo>
                  <a:pt x="34489" y="64592"/>
                </a:lnTo>
                <a:lnTo>
                  <a:pt x="35040" y="65379"/>
                </a:lnTo>
                <a:lnTo>
                  <a:pt x="35040" y="65773"/>
                </a:lnTo>
                <a:lnTo>
                  <a:pt x="35407" y="66167"/>
                </a:lnTo>
                <a:lnTo>
                  <a:pt x="35407" y="66577"/>
                </a:lnTo>
                <a:lnTo>
                  <a:pt x="35773" y="67364"/>
                </a:lnTo>
                <a:lnTo>
                  <a:pt x="36324" y="67758"/>
                </a:lnTo>
                <a:lnTo>
                  <a:pt x="36324" y="68151"/>
                </a:lnTo>
                <a:lnTo>
                  <a:pt x="36691" y="68545"/>
                </a:lnTo>
                <a:lnTo>
                  <a:pt x="36691" y="68955"/>
                </a:lnTo>
                <a:lnTo>
                  <a:pt x="37241" y="69742"/>
                </a:lnTo>
                <a:lnTo>
                  <a:pt x="37608" y="70136"/>
                </a:lnTo>
                <a:lnTo>
                  <a:pt x="37608" y="70530"/>
                </a:lnTo>
                <a:lnTo>
                  <a:pt x="38158" y="70923"/>
                </a:lnTo>
                <a:lnTo>
                  <a:pt x="38158" y="71317"/>
                </a:lnTo>
                <a:lnTo>
                  <a:pt x="38525" y="72121"/>
                </a:lnTo>
                <a:lnTo>
                  <a:pt x="38892" y="72514"/>
                </a:lnTo>
                <a:lnTo>
                  <a:pt x="38892" y="72908"/>
                </a:lnTo>
                <a:lnTo>
                  <a:pt x="39443" y="73302"/>
                </a:lnTo>
                <a:lnTo>
                  <a:pt x="39443" y="73695"/>
                </a:lnTo>
                <a:lnTo>
                  <a:pt x="39809" y="74499"/>
                </a:lnTo>
                <a:lnTo>
                  <a:pt x="39809" y="74893"/>
                </a:lnTo>
                <a:lnTo>
                  <a:pt x="40360" y="75286"/>
                </a:lnTo>
                <a:lnTo>
                  <a:pt x="40727" y="75680"/>
                </a:lnTo>
                <a:lnTo>
                  <a:pt x="40727" y="76074"/>
                </a:lnTo>
                <a:lnTo>
                  <a:pt x="41094" y="76877"/>
                </a:lnTo>
                <a:lnTo>
                  <a:pt x="41644" y="77271"/>
                </a:lnTo>
                <a:lnTo>
                  <a:pt x="41644" y="77665"/>
                </a:lnTo>
                <a:lnTo>
                  <a:pt x="42011" y="78058"/>
                </a:lnTo>
                <a:lnTo>
                  <a:pt x="42011" y="78452"/>
                </a:lnTo>
                <a:lnTo>
                  <a:pt x="42561" y="79256"/>
                </a:lnTo>
                <a:lnTo>
                  <a:pt x="42928" y="79649"/>
                </a:lnTo>
                <a:lnTo>
                  <a:pt x="42928" y="80043"/>
                </a:lnTo>
                <a:lnTo>
                  <a:pt x="43479" y="80437"/>
                </a:lnTo>
                <a:lnTo>
                  <a:pt x="43479" y="80830"/>
                </a:lnTo>
                <a:lnTo>
                  <a:pt x="43846" y="81634"/>
                </a:lnTo>
                <a:lnTo>
                  <a:pt x="43846" y="82028"/>
                </a:lnTo>
                <a:lnTo>
                  <a:pt x="44212" y="82421"/>
                </a:lnTo>
                <a:lnTo>
                  <a:pt x="44763" y="82815"/>
                </a:lnTo>
                <a:lnTo>
                  <a:pt x="44763" y="83602"/>
                </a:lnTo>
                <a:lnTo>
                  <a:pt x="45130" y="84012"/>
                </a:lnTo>
                <a:lnTo>
                  <a:pt x="45680" y="84406"/>
                </a:lnTo>
                <a:lnTo>
                  <a:pt x="45680" y="84800"/>
                </a:lnTo>
                <a:lnTo>
                  <a:pt x="46047" y="85193"/>
                </a:lnTo>
                <a:lnTo>
                  <a:pt x="46047" y="85981"/>
                </a:lnTo>
                <a:lnTo>
                  <a:pt x="46414" y="86391"/>
                </a:lnTo>
                <a:lnTo>
                  <a:pt x="46414" y="86784"/>
                </a:lnTo>
                <a:lnTo>
                  <a:pt x="46964" y="87178"/>
                </a:lnTo>
                <a:lnTo>
                  <a:pt x="47331" y="87965"/>
                </a:lnTo>
                <a:lnTo>
                  <a:pt x="47331" y="88359"/>
                </a:lnTo>
                <a:lnTo>
                  <a:pt x="47882" y="88753"/>
                </a:lnTo>
                <a:lnTo>
                  <a:pt x="47882" y="89163"/>
                </a:lnTo>
                <a:lnTo>
                  <a:pt x="48248" y="89556"/>
                </a:lnTo>
                <a:lnTo>
                  <a:pt x="48615" y="89950"/>
                </a:lnTo>
                <a:lnTo>
                  <a:pt x="48615" y="90737"/>
                </a:lnTo>
                <a:lnTo>
                  <a:pt x="49166" y="91131"/>
                </a:lnTo>
                <a:lnTo>
                  <a:pt x="49166" y="91541"/>
                </a:lnTo>
                <a:lnTo>
                  <a:pt x="49533" y="91935"/>
                </a:lnTo>
                <a:lnTo>
                  <a:pt x="50083" y="92328"/>
                </a:lnTo>
                <a:lnTo>
                  <a:pt x="50083" y="93116"/>
                </a:lnTo>
                <a:lnTo>
                  <a:pt x="50450" y="93509"/>
                </a:lnTo>
                <a:lnTo>
                  <a:pt x="50450" y="93919"/>
                </a:lnTo>
                <a:lnTo>
                  <a:pt x="51000" y="94313"/>
                </a:lnTo>
                <a:lnTo>
                  <a:pt x="51367" y="94707"/>
                </a:lnTo>
                <a:lnTo>
                  <a:pt x="51367" y="95494"/>
                </a:lnTo>
                <a:lnTo>
                  <a:pt x="51734" y="95888"/>
                </a:lnTo>
                <a:lnTo>
                  <a:pt x="52285" y="96281"/>
                </a:lnTo>
                <a:lnTo>
                  <a:pt x="52285" y="96691"/>
                </a:lnTo>
                <a:lnTo>
                  <a:pt x="52651" y="97085"/>
                </a:lnTo>
              </a:path>
            </a:pathLst>
          </a:custGeom>
          <a:ln w="25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8000769" y="5442170"/>
            <a:ext cx="52285" cy="90737"/>
          </a:xfrm>
          <a:custGeom>
            <a:avLst/>
            <a:gdLst/>
            <a:ahLst/>
            <a:cxnLst/>
            <a:rect l="l" t="t" r="r" b="b"/>
            <a:pathLst>
              <a:path w="52285" h="90737">
                <a:moveTo>
                  <a:pt x="0" y="0"/>
                </a:moveTo>
                <a:lnTo>
                  <a:pt x="0" y="787"/>
                </a:lnTo>
                <a:lnTo>
                  <a:pt x="550" y="1180"/>
                </a:lnTo>
                <a:lnTo>
                  <a:pt x="550" y="1574"/>
                </a:lnTo>
                <a:lnTo>
                  <a:pt x="917" y="1984"/>
                </a:lnTo>
                <a:lnTo>
                  <a:pt x="1284" y="2378"/>
                </a:lnTo>
                <a:lnTo>
                  <a:pt x="1284" y="2771"/>
                </a:lnTo>
                <a:lnTo>
                  <a:pt x="1834" y="3559"/>
                </a:lnTo>
                <a:lnTo>
                  <a:pt x="1834" y="3952"/>
                </a:lnTo>
                <a:lnTo>
                  <a:pt x="2201" y="4363"/>
                </a:lnTo>
                <a:lnTo>
                  <a:pt x="2201" y="4756"/>
                </a:lnTo>
                <a:lnTo>
                  <a:pt x="2751" y="5150"/>
                </a:lnTo>
                <a:lnTo>
                  <a:pt x="3118" y="5937"/>
                </a:lnTo>
                <a:lnTo>
                  <a:pt x="3118" y="6331"/>
                </a:lnTo>
                <a:lnTo>
                  <a:pt x="3669" y="6724"/>
                </a:lnTo>
                <a:lnTo>
                  <a:pt x="4036" y="7135"/>
                </a:lnTo>
                <a:lnTo>
                  <a:pt x="4036" y="7528"/>
                </a:lnTo>
                <a:lnTo>
                  <a:pt x="4402" y="8315"/>
                </a:lnTo>
                <a:lnTo>
                  <a:pt x="4402" y="8709"/>
                </a:lnTo>
                <a:lnTo>
                  <a:pt x="4953" y="9103"/>
                </a:lnTo>
                <a:lnTo>
                  <a:pt x="4953" y="9513"/>
                </a:lnTo>
                <a:lnTo>
                  <a:pt x="5320" y="9907"/>
                </a:lnTo>
                <a:lnTo>
                  <a:pt x="5870" y="10694"/>
                </a:lnTo>
                <a:lnTo>
                  <a:pt x="5870" y="11087"/>
                </a:lnTo>
                <a:lnTo>
                  <a:pt x="6237" y="11481"/>
                </a:lnTo>
                <a:lnTo>
                  <a:pt x="6237" y="11891"/>
                </a:lnTo>
                <a:lnTo>
                  <a:pt x="6604" y="12285"/>
                </a:lnTo>
                <a:lnTo>
                  <a:pt x="7154" y="12679"/>
                </a:lnTo>
                <a:lnTo>
                  <a:pt x="7154" y="13466"/>
                </a:lnTo>
                <a:lnTo>
                  <a:pt x="7521" y="13859"/>
                </a:lnTo>
                <a:lnTo>
                  <a:pt x="8072" y="14270"/>
                </a:lnTo>
                <a:lnTo>
                  <a:pt x="8072" y="14663"/>
                </a:lnTo>
                <a:lnTo>
                  <a:pt x="8438" y="15057"/>
                </a:lnTo>
                <a:lnTo>
                  <a:pt x="8438" y="15844"/>
                </a:lnTo>
                <a:lnTo>
                  <a:pt x="8989" y="16238"/>
                </a:lnTo>
                <a:lnTo>
                  <a:pt x="8989" y="16631"/>
                </a:lnTo>
                <a:lnTo>
                  <a:pt x="9356" y="17042"/>
                </a:lnTo>
                <a:lnTo>
                  <a:pt x="9723" y="17435"/>
                </a:lnTo>
                <a:lnTo>
                  <a:pt x="9723" y="17829"/>
                </a:lnTo>
                <a:lnTo>
                  <a:pt x="10273" y="18222"/>
                </a:lnTo>
                <a:lnTo>
                  <a:pt x="10640" y="19010"/>
                </a:lnTo>
                <a:lnTo>
                  <a:pt x="10640" y="19420"/>
                </a:lnTo>
                <a:lnTo>
                  <a:pt x="11190" y="19814"/>
                </a:lnTo>
                <a:lnTo>
                  <a:pt x="11190" y="20207"/>
                </a:lnTo>
                <a:lnTo>
                  <a:pt x="11557" y="20994"/>
                </a:lnTo>
                <a:lnTo>
                  <a:pt x="11557" y="21388"/>
                </a:lnTo>
                <a:lnTo>
                  <a:pt x="11924" y="21798"/>
                </a:lnTo>
                <a:lnTo>
                  <a:pt x="12475" y="22192"/>
                </a:lnTo>
                <a:lnTo>
                  <a:pt x="12475" y="22586"/>
                </a:lnTo>
                <a:lnTo>
                  <a:pt x="12841" y="22979"/>
                </a:lnTo>
                <a:lnTo>
                  <a:pt x="12841" y="23373"/>
                </a:lnTo>
                <a:lnTo>
                  <a:pt x="13392" y="24160"/>
                </a:lnTo>
                <a:lnTo>
                  <a:pt x="13392" y="24570"/>
                </a:lnTo>
                <a:lnTo>
                  <a:pt x="13759" y="24964"/>
                </a:lnTo>
                <a:lnTo>
                  <a:pt x="14309" y="25358"/>
                </a:lnTo>
                <a:lnTo>
                  <a:pt x="14309" y="25751"/>
                </a:lnTo>
                <a:lnTo>
                  <a:pt x="14676" y="26145"/>
                </a:lnTo>
                <a:lnTo>
                  <a:pt x="15043" y="26949"/>
                </a:lnTo>
                <a:lnTo>
                  <a:pt x="15043" y="27342"/>
                </a:lnTo>
                <a:lnTo>
                  <a:pt x="15593" y="27736"/>
                </a:lnTo>
                <a:lnTo>
                  <a:pt x="15593" y="28130"/>
                </a:lnTo>
                <a:lnTo>
                  <a:pt x="15960" y="28523"/>
                </a:lnTo>
                <a:lnTo>
                  <a:pt x="16511" y="29327"/>
                </a:lnTo>
                <a:lnTo>
                  <a:pt x="16511" y="29721"/>
                </a:lnTo>
                <a:lnTo>
                  <a:pt x="16877" y="30114"/>
                </a:lnTo>
                <a:lnTo>
                  <a:pt x="16877" y="30508"/>
                </a:lnTo>
                <a:lnTo>
                  <a:pt x="17244" y="30902"/>
                </a:lnTo>
                <a:lnTo>
                  <a:pt x="17244" y="31295"/>
                </a:lnTo>
                <a:lnTo>
                  <a:pt x="17795" y="32099"/>
                </a:lnTo>
                <a:lnTo>
                  <a:pt x="18162" y="32493"/>
                </a:lnTo>
                <a:lnTo>
                  <a:pt x="18162" y="32886"/>
                </a:lnTo>
                <a:lnTo>
                  <a:pt x="18712" y="33280"/>
                </a:lnTo>
                <a:lnTo>
                  <a:pt x="19079" y="33673"/>
                </a:lnTo>
                <a:lnTo>
                  <a:pt x="19079" y="34067"/>
                </a:lnTo>
                <a:lnTo>
                  <a:pt x="19446" y="34477"/>
                </a:lnTo>
                <a:lnTo>
                  <a:pt x="19446" y="35265"/>
                </a:lnTo>
                <a:lnTo>
                  <a:pt x="19996" y="35658"/>
                </a:lnTo>
                <a:lnTo>
                  <a:pt x="19996" y="36052"/>
                </a:lnTo>
                <a:lnTo>
                  <a:pt x="20363" y="36445"/>
                </a:lnTo>
                <a:lnTo>
                  <a:pt x="20914" y="36856"/>
                </a:lnTo>
                <a:lnTo>
                  <a:pt x="20914" y="37249"/>
                </a:lnTo>
                <a:lnTo>
                  <a:pt x="21280" y="38037"/>
                </a:lnTo>
                <a:lnTo>
                  <a:pt x="21831" y="38430"/>
                </a:lnTo>
                <a:lnTo>
                  <a:pt x="21831" y="38824"/>
                </a:lnTo>
                <a:lnTo>
                  <a:pt x="22198" y="39234"/>
                </a:lnTo>
                <a:lnTo>
                  <a:pt x="22198" y="39628"/>
                </a:lnTo>
                <a:lnTo>
                  <a:pt x="22565" y="40021"/>
                </a:lnTo>
                <a:lnTo>
                  <a:pt x="22565" y="40415"/>
                </a:lnTo>
                <a:lnTo>
                  <a:pt x="23115" y="41202"/>
                </a:lnTo>
                <a:lnTo>
                  <a:pt x="23482" y="41596"/>
                </a:lnTo>
                <a:lnTo>
                  <a:pt x="23482" y="42006"/>
                </a:lnTo>
                <a:lnTo>
                  <a:pt x="24032" y="42400"/>
                </a:lnTo>
                <a:lnTo>
                  <a:pt x="24032" y="42793"/>
                </a:lnTo>
                <a:lnTo>
                  <a:pt x="24399" y="43187"/>
                </a:lnTo>
                <a:lnTo>
                  <a:pt x="24766" y="43974"/>
                </a:lnTo>
                <a:lnTo>
                  <a:pt x="24766" y="44384"/>
                </a:lnTo>
                <a:lnTo>
                  <a:pt x="25316" y="44778"/>
                </a:lnTo>
                <a:lnTo>
                  <a:pt x="25683" y="45172"/>
                </a:lnTo>
                <a:lnTo>
                  <a:pt x="25683" y="45565"/>
                </a:lnTo>
                <a:lnTo>
                  <a:pt x="26234" y="45959"/>
                </a:lnTo>
                <a:lnTo>
                  <a:pt x="26234" y="46763"/>
                </a:lnTo>
                <a:lnTo>
                  <a:pt x="26601" y="47156"/>
                </a:lnTo>
                <a:lnTo>
                  <a:pt x="26601" y="47550"/>
                </a:lnTo>
                <a:lnTo>
                  <a:pt x="27151" y="47944"/>
                </a:lnTo>
                <a:lnTo>
                  <a:pt x="27518" y="48337"/>
                </a:lnTo>
                <a:lnTo>
                  <a:pt x="27518" y="48731"/>
                </a:lnTo>
                <a:lnTo>
                  <a:pt x="27885" y="49124"/>
                </a:lnTo>
                <a:lnTo>
                  <a:pt x="27885" y="49928"/>
                </a:lnTo>
                <a:lnTo>
                  <a:pt x="28435" y="50322"/>
                </a:lnTo>
                <a:lnTo>
                  <a:pt x="28802" y="50716"/>
                </a:lnTo>
                <a:lnTo>
                  <a:pt x="28802" y="51109"/>
                </a:lnTo>
                <a:lnTo>
                  <a:pt x="29352" y="51503"/>
                </a:lnTo>
                <a:lnTo>
                  <a:pt x="29352" y="51913"/>
                </a:lnTo>
                <a:lnTo>
                  <a:pt x="29719" y="52700"/>
                </a:lnTo>
                <a:lnTo>
                  <a:pt x="30086" y="53094"/>
                </a:lnTo>
                <a:lnTo>
                  <a:pt x="30086" y="53488"/>
                </a:lnTo>
                <a:lnTo>
                  <a:pt x="30637" y="53881"/>
                </a:lnTo>
                <a:lnTo>
                  <a:pt x="30637" y="54291"/>
                </a:lnTo>
                <a:lnTo>
                  <a:pt x="31004" y="54685"/>
                </a:lnTo>
                <a:lnTo>
                  <a:pt x="31004" y="55079"/>
                </a:lnTo>
                <a:lnTo>
                  <a:pt x="31554" y="55472"/>
                </a:lnTo>
                <a:lnTo>
                  <a:pt x="31921" y="55866"/>
                </a:lnTo>
                <a:lnTo>
                  <a:pt x="31921" y="56670"/>
                </a:lnTo>
                <a:lnTo>
                  <a:pt x="32471" y="57063"/>
                </a:lnTo>
                <a:lnTo>
                  <a:pt x="32838" y="57457"/>
                </a:lnTo>
                <a:lnTo>
                  <a:pt x="32838" y="57851"/>
                </a:lnTo>
                <a:lnTo>
                  <a:pt x="33205" y="58244"/>
                </a:lnTo>
                <a:lnTo>
                  <a:pt x="33205" y="58638"/>
                </a:lnTo>
                <a:lnTo>
                  <a:pt x="33755" y="59442"/>
                </a:lnTo>
                <a:lnTo>
                  <a:pt x="34122" y="59835"/>
                </a:lnTo>
                <a:lnTo>
                  <a:pt x="34122" y="60229"/>
                </a:lnTo>
                <a:lnTo>
                  <a:pt x="34673" y="60623"/>
                </a:lnTo>
                <a:lnTo>
                  <a:pt x="34673" y="61016"/>
                </a:lnTo>
                <a:lnTo>
                  <a:pt x="35040" y="61410"/>
                </a:lnTo>
                <a:lnTo>
                  <a:pt x="35040" y="61820"/>
                </a:lnTo>
                <a:lnTo>
                  <a:pt x="35407" y="62214"/>
                </a:lnTo>
                <a:lnTo>
                  <a:pt x="35957" y="63001"/>
                </a:lnTo>
                <a:lnTo>
                  <a:pt x="35957" y="63395"/>
                </a:lnTo>
                <a:lnTo>
                  <a:pt x="36324" y="63788"/>
                </a:lnTo>
                <a:lnTo>
                  <a:pt x="36874" y="64198"/>
                </a:lnTo>
                <a:lnTo>
                  <a:pt x="36874" y="64592"/>
                </a:lnTo>
                <a:lnTo>
                  <a:pt x="37241" y="64986"/>
                </a:lnTo>
                <a:lnTo>
                  <a:pt x="37241" y="65379"/>
                </a:lnTo>
                <a:lnTo>
                  <a:pt x="37608" y="66167"/>
                </a:lnTo>
                <a:lnTo>
                  <a:pt x="37608" y="66560"/>
                </a:lnTo>
                <a:lnTo>
                  <a:pt x="38158" y="66970"/>
                </a:lnTo>
                <a:lnTo>
                  <a:pt x="38525" y="67364"/>
                </a:lnTo>
                <a:lnTo>
                  <a:pt x="38525" y="67758"/>
                </a:lnTo>
                <a:lnTo>
                  <a:pt x="39076" y="68151"/>
                </a:lnTo>
                <a:lnTo>
                  <a:pt x="39076" y="68545"/>
                </a:lnTo>
                <a:lnTo>
                  <a:pt x="39443" y="68939"/>
                </a:lnTo>
                <a:lnTo>
                  <a:pt x="39993" y="69742"/>
                </a:lnTo>
                <a:lnTo>
                  <a:pt x="39993" y="70136"/>
                </a:lnTo>
                <a:lnTo>
                  <a:pt x="40360" y="70530"/>
                </a:lnTo>
                <a:lnTo>
                  <a:pt x="40360" y="70923"/>
                </a:lnTo>
                <a:lnTo>
                  <a:pt x="40727" y="71317"/>
                </a:lnTo>
                <a:lnTo>
                  <a:pt x="41277" y="71727"/>
                </a:lnTo>
                <a:lnTo>
                  <a:pt x="41277" y="72121"/>
                </a:lnTo>
                <a:lnTo>
                  <a:pt x="41644" y="72514"/>
                </a:lnTo>
                <a:lnTo>
                  <a:pt x="41644" y="73302"/>
                </a:lnTo>
                <a:lnTo>
                  <a:pt x="42194" y="73695"/>
                </a:lnTo>
                <a:lnTo>
                  <a:pt x="42561" y="74105"/>
                </a:lnTo>
                <a:lnTo>
                  <a:pt x="42561" y="74499"/>
                </a:lnTo>
                <a:lnTo>
                  <a:pt x="42928" y="74893"/>
                </a:lnTo>
                <a:lnTo>
                  <a:pt x="42928" y="75286"/>
                </a:lnTo>
                <a:lnTo>
                  <a:pt x="43479" y="75680"/>
                </a:lnTo>
                <a:lnTo>
                  <a:pt x="43846" y="76074"/>
                </a:lnTo>
                <a:lnTo>
                  <a:pt x="43846" y="76467"/>
                </a:lnTo>
                <a:lnTo>
                  <a:pt x="44396" y="77271"/>
                </a:lnTo>
                <a:lnTo>
                  <a:pt x="44396" y="77665"/>
                </a:lnTo>
                <a:lnTo>
                  <a:pt x="44763" y="78058"/>
                </a:lnTo>
                <a:lnTo>
                  <a:pt x="45313" y="78452"/>
                </a:lnTo>
                <a:lnTo>
                  <a:pt x="45313" y="78846"/>
                </a:lnTo>
                <a:lnTo>
                  <a:pt x="45680" y="79256"/>
                </a:lnTo>
                <a:lnTo>
                  <a:pt x="45680" y="79649"/>
                </a:lnTo>
                <a:lnTo>
                  <a:pt x="46047" y="80043"/>
                </a:lnTo>
                <a:lnTo>
                  <a:pt x="46047" y="80830"/>
                </a:lnTo>
                <a:lnTo>
                  <a:pt x="46597" y="81224"/>
                </a:lnTo>
                <a:lnTo>
                  <a:pt x="46964" y="81634"/>
                </a:lnTo>
                <a:lnTo>
                  <a:pt x="46964" y="82028"/>
                </a:lnTo>
                <a:lnTo>
                  <a:pt x="47515" y="82421"/>
                </a:lnTo>
                <a:lnTo>
                  <a:pt x="47882" y="82815"/>
                </a:lnTo>
                <a:lnTo>
                  <a:pt x="47882" y="83209"/>
                </a:lnTo>
                <a:lnTo>
                  <a:pt x="48248" y="83602"/>
                </a:lnTo>
                <a:lnTo>
                  <a:pt x="48248" y="84406"/>
                </a:lnTo>
                <a:lnTo>
                  <a:pt x="48799" y="84406"/>
                </a:lnTo>
                <a:lnTo>
                  <a:pt x="48799" y="85193"/>
                </a:lnTo>
                <a:lnTo>
                  <a:pt x="49166" y="85587"/>
                </a:lnTo>
                <a:lnTo>
                  <a:pt x="49716" y="85981"/>
                </a:lnTo>
                <a:lnTo>
                  <a:pt x="49716" y="86374"/>
                </a:lnTo>
                <a:lnTo>
                  <a:pt x="50083" y="86784"/>
                </a:lnTo>
                <a:lnTo>
                  <a:pt x="50083" y="87178"/>
                </a:lnTo>
                <a:lnTo>
                  <a:pt x="50633" y="87572"/>
                </a:lnTo>
                <a:lnTo>
                  <a:pt x="51000" y="87965"/>
                </a:lnTo>
                <a:lnTo>
                  <a:pt x="51000" y="88753"/>
                </a:lnTo>
                <a:lnTo>
                  <a:pt x="51367" y="89163"/>
                </a:lnTo>
                <a:lnTo>
                  <a:pt x="51918" y="89556"/>
                </a:lnTo>
                <a:lnTo>
                  <a:pt x="51918" y="89950"/>
                </a:lnTo>
                <a:lnTo>
                  <a:pt x="52285" y="90344"/>
                </a:lnTo>
                <a:lnTo>
                  <a:pt x="52285" y="90737"/>
                </a:lnTo>
              </a:path>
            </a:pathLst>
          </a:custGeom>
          <a:ln w="25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8100019" y="5635143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8053054" y="5532907"/>
            <a:ext cx="52835" cy="82815"/>
          </a:xfrm>
          <a:custGeom>
            <a:avLst/>
            <a:gdLst/>
            <a:ahLst/>
            <a:cxnLst/>
            <a:rect l="l" t="t" r="r" b="b"/>
            <a:pathLst>
              <a:path w="52835" h="82815">
                <a:moveTo>
                  <a:pt x="0" y="0"/>
                </a:moveTo>
                <a:lnTo>
                  <a:pt x="550" y="393"/>
                </a:lnTo>
                <a:lnTo>
                  <a:pt x="550" y="803"/>
                </a:lnTo>
                <a:lnTo>
                  <a:pt x="917" y="1197"/>
                </a:lnTo>
                <a:lnTo>
                  <a:pt x="1284" y="1591"/>
                </a:lnTo>
                <a:lnTo>
                  <a:pt x="1284" y="2378"/>
                </a:lnTo>
                <a:lnTo>
                  <a:pt x="1834" y="2771"/>
                </a:lnTo>
                <a:lnTo>
                  <a:pt x="2201" y="3165"/>
                </a:lnTo>
                <a:lnTo>
                  <a:pt x="2201" y="3575"/>
                </a:lnTo>
                <a:lnTo>
                  <a:pt x="2751" y="3969"/>
                </a:lnTo>
                <a:lnTo>
                  <a:pt x="2751" y="4363"/>
                </a:lnTo>
                <a:lnTo>
                  <a:pt x="3118" y="4756"/>
                </a:lnTo>
                <a:lnTo>
                  <a:pt x="3118" y="5150"/>
                </a:lnTo>
                <a:lnTo>
                  <a:pt x="3485" y="5543"/>
                </a:lnTo>
                <a:lnTo>
                  <a:pt x="4036" y="5954"/>
                </a:lnTo>
                <a:lnTo>
                  <a:pt x="4036" y="6741"/>
                </a:lnTo>
                <a:lnTo>
                  <a:pt x="4402" y="7135"/>
                </a:lnTo>
                <a:lnTo>
                  <a:pt x="4402" y="7528"/>
                </a:lnTo>
                <a:lnTo>
                  <a:pt x="4953" y="7922"/>
                </a:lnTo>
                <a:lnTo>
                  <a:pt x="4953" y="8332"/>
                </a:lnTo>
                <a:lnTo>
                  <a:pt x="5320" y="8726"/>
                </a:lnTo>
                <a:lnTo>
                  <a:pt x="5870" y="9119"/>
                </a:lnTo>
                <a:lnTo>
                  <a:pt x="6237" y="9513"/>
                </a:lnTo>
                <a:lnTo>
                  <a:pt x="6237" y="9907"/>
                </a:lnTo>
                <a:lnTo>
                  <a:pt x="6604" y="10300"/>
                </a:lnTo>
                <a:lnTo>
                  <a:pt x="6604" y="10694"/>
                </a:lnTo>
                <a:lnTo>
                  <a:pt x="7154" y="11104"/>
                </a:lnTo>
                <a:lnTo>
                  <a:pt x="7154" y="11891"/>
                </a:lnTo>
                <a:lnTo>
                  <a:pt x="7521" y="12285"/>
                </a:lnTo>
                <a:lnTo>
                  <a:pt x="8072" y="12679"/>
                </a:lnTo>
                <a:lnTo>
                  <a:pt x="8072" y="13072"/>
                </a:lnTo>
                <a:lnTo>
                  <a:pt x="8438" y="13482"/>
                </a:lnTo>
                <a:lnTo>
                  <a:pt x="8438" y="13876"/>
                </a:lnTo>
                <a:lnTo>
                  <a:pt x="8805" y="14270"/>
                </a:lnTo>
                <a:lnTo>
                  <a:pt x="8805" y="14663"/>
                </a:lnTo>
                <a:lnTo>
                  <a:pt x="9356" y="15057"/>
                </a:lnTo>
                <a:lnTo>
                  <a:pt x="9723" y="15451"/>
                </a:lnTo>
                <a:lnTo>
                  <a:pt x="9723" y="15861"/>
                </a:lnTo>
                <a:lnTo>
                  <a:pt x="10273" y="16648"/>
                </a:lnTo>
                <a:lnTo>
                  <a:pt x="10640" y="17042"/>
                </a:lnTo>
                <a:lnTo>
                  <a:pt x="10640" y="17435"/>
                </a:lnTo>
                <a:lnTo>
                  <a:pt x="11190" y="17829"/>
                </a:lnTo>
                <a:lnTo>
                  <a:pt x="11190" y="18222"/>
                </a:lnTo>
                <a:lnTo>
                  <a:pt x="11557" y="18633"/>
                </a:lnTo>
                <a:lnTo>
                  <a:pt x="11557" y="19026"/>
                </a:lnTo>
                <a:lnTo>
                  <a:pt x="11924" y="19420"/>
                </a:lnTo>
                <a:lnTo>
                  <a:pt x="12475" y="19814"/>
                </a:lnTo>
                <a:lnTo>
                  <a:pt x="12475" y="20207"/>
                </a:lnTo>
                <a:lnTo>
                  <a:pt x="12841" y="20601"/>
                </a:lnTo>
                <a:lnTo>
                  <a:pt x="13392" y="21011"/>
                </a:lnTo>
                <a:lnTo>
                  <a:pt x="13392" y="21405"/>
                </a:lnTo>
                <a:lnTo>
                  <a:pt x="13759" y="22192"/>
                </a:lnTo>
                <a:lnTo>
                  <a:pt x="13759" y="22586"/>
                </a:lnTo>
                <a:lnTo>
                  <a:pt x="14126" y="22979"/>
                </a:lnTo>
                <a:lnTo>
                  <a:pt x="14126" y="23389"/>
                </a:lnTo>
                <a:lnTo>
                  <a:pt x="14676" y="23783"/>
                </a:lnTo>
                <a:lnTo>
                  <a:pt x="15043" y="24177"/>
                </a:lnTo>
                <a:lnTo>
                  <a:pt x="15043" y="24570"/>
                </a:lnTo>
                <a:lnTo>
                  <a:pt x="15593" y="24964"/>
                </a:lnTo>
                <a:lnTo>
                  <a:pt x="15593" y="25358"/>
                </a:lnTo>
                <a:lnTo>
                  <a:pt x="15960" y="25768"/>
                </a:lnTo>
                <a:lnTo>
                  <a:pt x="16511" y="26161"/>
                </a:lnTo>
                <a:lnTo>
                  <a:pt x="16511" y="26555"/>
                </a:lnTo>
                <a:lnTo>
                  <a:pt x="16877" y="27342"/>
                </a:lnTo>
                <a:lnTo>
                  <a:pt x="17244" y="27342"/>
                </a:lnTo>
                <a:lnTo>
                  <a:pt x="17244" y="28130"/>
                </a:lnTo>
                <a:lnTo>
                  <a:pt x="17795" y="28540"/>
                </a:lnTo>
                <a:lnTo>
                  <a:pt x="17795" y="28933"/>
                </a:lnTo>
                <a:lnTo>
                  <a:pt x="18162" y="29327"/>
                </a:lnTo>
                <a:lnTo>
                  <a:pt x="18162" y="29721"/>
                </a:lnTo>
                <a:lnTo>
                  <a:pt x="18712" y="30114"/>
                </a:lnTo>
                <a:lnTo>
                  <a:pt x="19079" y="30508"/>
                </a:lnTo>
                <a:lnTo>
                  <a:pt x="19079" y="30918"/>
                </a:lnTo>
                <a:lnTo>
                  <a:pt x="19446" y="31312"/>
                </a:lnTo>
                <a:lnTo>
                  <a:pt x="19446" y="31705"/>
                </a:lnTo>
                <a:lnTo>
                  <a:pt x="19996" y="32099"/>
                </a:lnTo>
                <a:lnTo>
                  <a:pt x="20363" y="32493"/>
                </a:lnTo>
                <a:lnTo>
                  <a:pt x="20363" y="32886"/>
                </a:lnTo>
                <a:lnTo>
                  <a:pt x="20913" y="33296"/>
                </a:lnTo>
                <a:lnTo>
                  <a:pt x="20913" y="34084"/>
                </a:lnTo>
                <a:lnTo>
                  <a:pt x="21280" y="34084"/>
                </a:lnTo>
                <a:lnTo>
                  <a:pt x="21647" y="34871"/>
                </a:lnTo>
                <a:lnTo>
                  <a:pt x="21647" y="35265"/>
                </a:lnTo>
                <a:lnTo>
                  <a:pt x="22198" y="35658"/>
                </a:lnTo>
                <a:lnTo>
                  <a:pt x="22198" y="36068"/>
                </a:lnTo>
                <a:lnTo>
                  <a:pt x="22565" y="36462"/>
                </a:lnTo>
                <a:lnTo>
                  <a:pt x="22565" y="36856"/>
                </a:lnTo>
                <a:lnTo>
                  <a:pt x="23115" y="37249"/>
                </a:lnTo>
                <a:lnTo>
                  <a:pt x="23482" y="37643"/>
                </a:lnTo>
                <a:lnTo>
                  <a:pt x="23482" y="38037"/>
                </a:lnTo>
                <a:lnTo>
                  <a:pt x="24032" y="38447"/>
                </a:lnTo>
                <a:lnTo>
                  <a:pt x="24399" y="38840"/>
                </a:lnTo>
                <a:lnTo>
                  <a:pt x="24399" y="39234"/>
                </a:lnTo>
                <a:lnTo>
                  <a:pt x="24766" y="39628"/>
                </a:lnTo>
                <a:lnTo>
                  <a:pt x="24766" y="40021"/>
                </a:lnTo>
                <a:lnTo>
                  <a:pt x="25316" y="40415"/>
                </a:lnTo>
                <a:lnTo>
                  <a:pt x="25683" y="40825"/>
                </a:lnTo>
                <a:lnTo>
                  <a:pt x="25683" y="41219"/>
                </a:lnTo>
                <a:lnTo>
                  <a:pt x="26234" y="41612"/>
                </a:lnTo>
                <a:lnTo>
                  <a:pt x="26234" y="42400"/>
                </a:lnTo>
                <a:lnTo>
                  <a:pt x="26601" y="42793"/>
                </a:lnTo>
                <a:lnTo>
                  <a:pt x="26601" y="43203"/>
                </a:lnTo>
                <a:lnTo>
                  <a:pt x="26968" y="43597"/>
                </a:lnTo>
                <a:lnTo>
                  <a:pt x="27518" y="43991"/>
                </a:lnTo>
                <a:lnTo>
                  <a:pt x="27518" y="44384"/>
                </a:lnTo>
                <a:lnTo>
                  <a:pt x="27885" y="44778"/>
                </a:lnTo>
                <a:lnTo>
                  <a:pt x="28435" y="45172"/>
                </a:lnTo>
                <a:lnTo>
                  <a:pt x="28435" y="45565"/>
                </a:lnTo>
                <a:lnTo>
                  <a:pt x="28802" y="45975"/>
                </a:lnTo>
                <a:lnTo>
                  <a:pt x="28802" y="46369"/>
                </a:lnTo>
                <a:lnTo>
                  <a:pt x="29352" y="46763"/>
                </a:lnTo>
                <a:lnTo>
                  <a:pt x="29352" y="47156"/>
                </a:lnTo>
                <a:lnTo>
                  <a:pt x="29719" y="47550"/>
                </a:lnTo>
                <a:lnTo>
                  <a:pt x="30086" y="47944"/>
                </a:lnTo>
                <a:lnTo>
                  <a:pt x="30086" y="48354"/>
                </a:lnTo>
                <a:lnTo>
                  <a:pt x="30637" y="48747"/>
                </a:lnTo>
                <a:lnTo>
                  <a:pt x="30637" y="49141"/>
                </a:lnTo>
                <a:lnTo>
                  <a:pt x="31004" y="49535"/>
                </a:lnTo>
                <a:lnTo>
                  <a:pt x="31554" y="49928"/>
                </a:lnTo>
                <a:lnTo>
                  <a:pt x="31554" y="50322"/>
                </a:lnTo>
                <a:lnTo>
                  <a:pt x="31921" y="51126"/>
                </a:lnTo>
                <a:lnTo>
                  <a:pt x="32288" y="51126"/>
                </a:lnTo>
                <a:lnTo>
                  <a:pt x="32288" y="51913"/>
                </a:lnTo>
                <a:lnTo>
                  <a:pt x="32838" y="51913"/>
                </a:lnTo>
                <a:lnTo>
                  <a:pt x="32838" y="52700"/>
                </a:lnTo>
                <a:lnTo>
                  <a:pt x="33205" y="53094"/>
                </a:lnTo>
                <a:lnTo>
                  <a:pt x="33205" y="53504"/>
                </a:lnTo>
                <a:lnTo>
                  <a:pt x="33755" y="53898"/>
                </a:lnTo>
                <a:lnTo>
                  <a:pt x="34122" y="54291"/>
                </a:lnTo>
                <a:lnTo>
                  <a:pt x="34122" y="54685"/>
                </a:lnTo>
                <a:lnTo>
                  <a:pt x="34673" y="55079"/>
                </a:lnTo>
                <a:lnTo>
                  <a:pt x="34673" y="55472"/>
                </a:lnTo>
                <a:lnTo>
                  <a:pt x="35040" y="55882"/>
                </a:lnTo>
                <a:lnTo>
                  <a:pt x="35407" y="56276"/>
                </a:lnTo>
                <a:lnTo>
                  <a:pt x="35407" y="56670"/>
                </a:lnTo>
                <a:lnTo>
                  <a:pt x="35957" y="57063"/>
                </a:lnTo>
                <a:lnTo>
                  <a:pt x="35957" y="57457"/>
                </a:lnTo>
                <a:lnTo>
                  <a:pt x="36324" y="57851"/>
                </a:lnTo>
                <a:lnTo>
                  <a:pt x="36874" y="58261"/>
                </a:lnTo>
                <a:lnTo>
                  <a:pt x="36874" y="58654"/>
                </a:lnTo>
                <a:lnTo>
                  <a:pt x="37241" y="59048"/>
                </a:lnTo>
                <a:lnTo>
                  <a:pt x="37241" y="59442"/>
                </a:lnTo>
                <a:lnTo>
                  <a:pt x="37608" y="59835"/>
                </a:lnTo>
                <a:lnTo>
                  <a:pt x="37608" y="60229"/>
                </a:lnTo>
                <a:lnTo>
                  <a:pt x="38158" y="60639"/>
                </a:lnTo>
                <a:lnTo>
                  <a:pt x="38525" y="61033"/>
                </a:lnTo>
                <a:lnTo>
                  <a:pt x="38525" y="61426"/>
                </a:lnTo>
                <a:lnTo>
                  <a:pt x="39076" y="61820"/>
                </a:lnTo>
                <a:lnTo>
                  <a:pt x="39443" y="62214"/>
                </a:lnTo>
                <a:lnTo>
                  <a:pt x="39443" y="62607"/>
                </a:lnTo>
                <a:lnTo>
                  <a:pt x="39809" y="63001"/>
                </a:lnTo>
                <a:lnTo>
                  <a:pt x="39809" y="63411"/>
                </a:lnTo>
                <a:lnTo>
                  <a:pt x="40360" y="64198"/>
                </a:lnTo>
                <a:lnTo>
                  <a:pt x="40727" y="64198"/>
                </a:lnTo>
                <a:lnTo>
                  <a:pt x="40727" y="64986"/>
                </a:lnTo>
                <a:lnTo>
                  <a:pt x="41277" y="64986"/>
                </a:lnTo>
                <a:lnTo>
                  <a:pt x="41277" y="65789"/>
                </a:lnTo>
                <a:lnTo>
                  <a:pt x="41644" y="65789"/>
                </a:lnTo>
                <a:lnTo>
                  <a:pt x="41644" y="66577"/>
                </a:lnTo>
                <a:lnTo>
                  <a:pt x="42194" y="66577"/>
                </a:lnTo>
                <a:lnTo>
                  <a:pt x="42561" y="67364"/>
                </a:lnTo>
                <a:lnTo>
                  <a:pt x="42928" y="68168"/>
                </a:lnTo>
                <a:lnTo>
                  <a:pt x="43479" y="68561"/>
                </a:lnTo>
                <a:lnTo>
                  <a:pt x="43479" y="68955"/>
                </a:lnTo>
                <a:lnTo>
                  <a:pt x="43846" y="69349"/>
                </a:lnTo>
                <a:lnTo>
                  <a:pt x="43846" y="69742"/>
                </a:lnTo>
                <a:lnTo>
                  <a:pt x="44396" y="70136"/>
                </a:lnTo>
                <a:lnTo>
                  <a:pt x="44396" y="70530"/>
                </a:lnTo>
                <a:lnTo>
                  <a:pt x="44763" y="70940"/>
                </a:lnTo>
                <a:lnTo>
                  <a:pt x="45130" y="71333"/>
                </a:lnTo>
                <a:lnTo>
                  <a:pt x="45130" y="71727"/>
                </a:lnTo>
                <a:lnTo>
                  <a:pt x="45680" y="72121"/>
                </a:lnTo>
                <a:lnTo>
                  <a:pt x="46047" y="72514"/>
                </a:lnTo>
                <a:lnTo>
                  <a:pt x="46047" y="72908"/>
                </a:lnTo>
                <a:lnTo>
                  <a:pt x="46597" y="73318"/>
                </a:lnTo>
                <a:lnTo>
                  <a:pt x="46597" y="73712"/>
                </a:lnTo>
                <a:lnTo>
                  <a:pt x="46964" y="74105"/>
                </a:lnTo>
                <a:lnTo>
                  <a:pt x="46964" y="74499"/>
                </a:lnTo>
                <a:lnTo>
                  <a:pt x="47515" y="74893"/>
                </a:lnTo>
                <a:lnTo>
                  <a:pt x="47882" y="75286"/>
                </a:lnTo>
                <a:lnTo>
                  <a:pt x="47882" y="75696"/>
                </a:lnTo>
                <a:lnTo>
                  <a:pt x="48248" y="76090"/>
                </a:lnTo>
                <a:lnTo>
                  <a:pt x="48248" y="76484"/>
                </a:lnTo>
                <a:lnTo>
                  <a:pt x="48799" y="76877"/>
                </a:lnTo>
                <a:lnTo>
                  <a:pt x="49166" y="77271"/>
                </a:lnTo>
                <a:lnTo>
                  <a:pt x="49166" y="77665"/>
                </a:lnTo>
                <a:lnTo>
                  <a:pt x="49716" y="78058"/>
                </a:lnTo>
                <a:lnTo>
                  <a:pt x="50083" y="78468"/>
                </a:lnTo>
                <a:lnTo>
                  <a:pt x="50083" y="78862"/>
                </a:lnTo>
                <a:lnTo>
                  <a:pt x="50450" y="79256"/>
                </a:lnTo>
                <a:lnTo>
                  <a:pt x="50450" y="79649"/>
                </a:lnTo>
                <a:lnTo>
                  <a:pt x="51000" y="80043"/>
                </a:lnTo>
                <a:lnTo>
                  <a:pt x="51000" y="80437"/>
                </a:lnTo>
                <a:lnTo>
                  <a:pt x="51367" y="80847"/>
                </a:lnTo>
                <a:lnTo>
                  <a:pt x="51918" y="81240"/>
                </a:lnTo>
                <a:lnTo>
                  <a:pt x="51918" y="81634"/>
                </a:lnTo>
                <a:lnTo>
                  <a:pt x="52284" y="82028"/>
                </a:lnTo>
                <a:lnTo>
                  <a:pt x="52284" y="82421"/>
                </a:lnTo>
                <a:lnTo>
                  <a:pt x="52835" y="82815"/>
                </a:lnTo>
              </a:path>
            </a:pathLst>
          </a:custGeom>
          <a:ln w="24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8105889" y="5615723"/>
            <a:ext cx="13208" cy="19420"/>
          </a:xfrm>
          <a:custGeom>
            <a:avLst/>
            <a:gdLst/>
            <a:ahLst/>
            <a:cxnLst/>
            <a:rect l="l" t="t" r="r" b="b"/>
            <a:pathLst>
              <a:path w="13208" h="19420">
                <a:moveTo>
                  <a:pt x="0" y="0"/>
                </a:moveTo>
                <a:lnTo>
                  <a:pt x="0" y="410"/>
                </a:lnTo>
                <a:lnTo>
                  <a:pt x="366" y="803"/>
                </a:lnTo>
                <a:lnTo>
                  <a:pt x="733" y="1197"/>
                </a:lnTo>
                <a:lnTo>
                  <a:pt x="733" y="1591"/>
                </a:lnTo>
                <a:lnTo>
                  <a:pt x="1284" y="1984"/>
                </a:lnTo>
                <a:lnTo>
                  <a:pt x="1651" y="2378"/>
                </a:lnTo>
                <a:lnTo>
                  <a:pt x="1651" y="2788"/>
                </a:lnTo>
                <a:lnTo>
                  <a:pt x="2201" y="3182"/>
                </a:lnTo>
                <a:lnTo>
                  <a:pt x="2201" y="3575"/>
                </a:lnTo>
                <a:lnTo>
                  <a:pt x="2568" y="3969"/>
                </a:lnTo>
                <a:lnTo>
                  <a:pt x="2568" y="4363"/>
                </a:lnTo>
                <a:lnTo>
                  <a:pt x="2935" y="4363"/>
                </a:lnTo>
                <a:lnTo>
                  <a:pt x="3485" y="5150"/>
                </a:lnTo>
                <a:lnTo>
                  <a:pt x="3485" y="5560"/>
                </a:lnTo>
                <a:lnTo>
                  <a:pt x="3852" y="5954"/>
                </a:lnTo>
                <a:lnTo>
                  <a:pt x="4402" y="6347"/>
                </a:lnTo>
                <a:lnTo>
                  <a:pt x="4769" y="7135"/>
                </a:lnTo>
                <a:lnTo>
                  <a:pt x="5136" y="7938"/>
                </a:lnTo>
                <a:lnTo>
                  <a:pt x="5687" y="7938"/>
                </a:lnTo>
                <a:lnTo>
                  <a:pt x="5687" y="8332"/>
                </a:lnTo>
                <a:lnTo>
                  <a:pt x="6054" y="8726"/>
                </a:lnTo>
                <a:lnTo>
                  <a:pt x="6054" y="9119"/>
                </a:lnTo>
                <a:lnTo>
                  <a:pt x="6604" y="9513"/>
                </a:lnTo>
                <a:lnTo>
                  <a:pt x="6604" y="9907"/>
                </a:lnTo>
                <a:lnTo>
                  <a:pt x="6971" y="10317"/>
                </a:lnTo>
                <a:lnTo>
                  <a:pt x="7521" y="10710"/>
                </a:lnTo>
                <a:lnTo>
                  <a:pt x="7521" y="11104"/>
                </a:lnTo>
                <a:lnTo>
                  <a:pt x="7888" y="11498"/>
                </a:lnTo>
                <a:lnTo>
                  <a:pt x="8255" y="11891"/>
                </a:lnTo>
                <a:lnTo>
                  <a:pt x="8255" y="12285"/>
                </a:lnTo>
                <a:lnTo>
                  <a:pt x="8805" y="12679"/>
                </a:lnTo>
                <a:lnTo>
                  <a:pt x="8805" y="13089"/>
                </a:lnTo>
                <a:lnTo>
                  <a:pt x="9172" y="13482"/>
                </a:lnTo>
                <a:lnTo>
                  <a:pt x="9172" y="13876"/>
                </a:lnTo>
                <a:lnTo>
                  <a:pt x="9723" y="14270"/>
                </a:lnTo>
                <a:lnTo>
                  <a:pt x="10090" y="14663"/>
                </a:lnTo>
                <a:lnTo>
                  <a:pt x="10090" y="15057"/>
                </a:lnTo>
                <a:lnTo>
                  <a:pt x="10456" y="15467"/>
                </a:lnTo>
                <a:lnTo>
                  <a:pt x="10456" y="15861"/>
                </a:lnTo>
                <a:lnTo>
                  <a:pt x="11007" y="16254"/>
                </a:lnTo>
                <a:lnTo>
                  <a:pt x="11007" y="16648"/>
                </a:lnTo>
                <a:lnTo>
                  <a:pt x="11374" y="17042"/>
                </a:lnTo>
                <a:lnTo>
                  <a:pt x="11924" y="17435"/>
                </a:lnTo>
                <a:lnTo>
                  <a:pt x="11924" y="17845"/>
                </a:lnTo>
                <a:lnTo>
                  <a:pt x="12291" y="18239"/>
                </a:lnTo>
                <a:lnTo>
                  <a:pt x="12841" y="18633"/>
                </a:lnTo>
                <a:lnTo>
                  <a:pt x="12841" y="19026"/>
                </a:lnTo>
                <a:lnTo>
                  <a:pt x="13208" y="19420"/>
                </a:lnTo>
              </a:path>
            </a:pathLst>
          </a:custGeom>
          <a:ln w="248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8100019" y="5938683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8119098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8100019" y="5331208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8100019" y="4723747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8100019" y="4419845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8100019" y="4116238"/>
            <a:ext cx="19079" cy="0"/>
          </a:xfrm>
          <a:custGeom>
            <a:avLst/>
            <a:gdLst/>
            <a:ahLst/>
            <a:cxnLst/>
            <a:rect l="l" t="t" r="r" b="b"/>
            <a:pathLst>
              <a:path w="19079" h="0">
                <a:moveTo>
                  <a:pt x="19079" y="0"/>
                </a:moveTo>
                <a:lnTo>
                  <a:pt x="0" y="0"/>
                </a:lnTo>
              </a:path>
            </a:pathLst>
          </a:custGeom>
          <a:ln w="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8119098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6005574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6005574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6534056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6534056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7062024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7590561" y="5921643"/>
            <a:ext cx="0" cy="17040"/>
          </a:xfrm>
          <a:custGeom>
            <a:avLst/>
            <a:gdLst/>
            <a:ahLst/>
            <a:cxnLst/>
            <a:rect l="l" t="t" r="r" b="b"/>
            <a:pathLst>
              <a:path w="0" h="17040">
                <a:moveTo>
                  <a:pt x="0" y="17040"/>
                </a:moveTo>
                <a:lnTo>
                  <a:pt x="0" y="0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7590561" y="4116238"/>
            <a:ext cx="0" cy="17058"/>
          </a:xfrm>
          <a:custGeom>
            <a:avLst/>
            <a:gdLst/>
            <a:ahLst/>
            <a:cxnLst/>
            <a:rect l="l" t="t" r="r" b="b"/>
            <a:pathLst>
              <a:path w="0" h="17058">
                <a:moveTo>
                  <a:pt x="0" y="0"/>
                </a:moveTo>
                <a:lnTo>
                  <a:pt x="0" y="17058"/>
                </a:lnTo>
              </a:path>
            </a:pathLst>
          </a:custGeom>
          <a:ln w="25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35940" y="787114"/>
            <a:ext cx="5859239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4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b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entuk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ge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l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omb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a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ng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berb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e</a:t>
            </a:r>
            <a:r>
              <a:rPr dirty="0" smtClean="0" sz="3200" spc="-4" b="1" u="heavy">
                <a:solidFill>
                  <a:srgbClr val="006600"/>
                </a:solidFill>
                <a:latin typeface="Arial"/>
                <a:cs typeface="Arial"/>
              </a:rPr>
              <a:t>da:</a:t>
            </a:r>
            <a:endParaRPr sz="3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896483" y="1442140"/>
            <a:ext cx="91724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-cos+sin</a:t>
            </a:r>
            <a:endParaRPr sz="18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318809" y="1466529"/>
            <a:ext cx="481100" cy="1773232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70986" marR="2403" algn="ctr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1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6092" marR="2905" algn="ctr">
              <a:lnSpc>
                <a:spcPct val="95825"/>
              </a:lnSpc>
              <a:spcBef>
                <a:spcPts val="223"/>
              </a:spcBef>
            </a:pPr>
            <a:r>
              <a:rPr dirty="0" smtClean="0" sz="1800" spc="11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 marL="70986" marR="2403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6092" marR="2905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119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  <a:p>
            <a:pPr marR="3246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81">
                <a:latin typeface="Arial"/>
                <a:cs typeface="Arial"/>
              </a:rPr>
              <a:t>-</a:t>
            </a:r>
            <a:r>
              <a:rPr dirty="0" smtClean="0" sz="1800" spc="81">
                <a:latin typeface="Arial"/>
                <a:cs typeface="Arial"/>
              </a:rPr>
              <a:t>0</a:t>
            </a:r>
            <a:r>
              <a:rPr dirty="0" smtClean="0" sz="1800" spc="81">
                <a:latin typeface="Arial"/>
                <a:cs typeface="Arial"/>
              </a:rPr>
              <a:t>.</a:t>
            </a:r>
            <a:r>
              <a:rPr dirty="0" smtClean="0" sz="1800" spc="81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187936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120">
                <a:latin typeface="Arial"/>
                <a:cs typeface="Arial"/>
              </a:rPr>
              <a:t>-1</a:t>
            </a:r>
            <a:endParaRPr sz="18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305048" y="1478716"/>
            <a:ext cx="841044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cos+sin</a:t>
            </a:r>
            <a:endParaRPr sz="18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002948" y="1491330"/>
            <a:ext cx="475655" cy="1752491"/>
          </a:xfrm>
          <a:prstGeom prst="rect">
            <a:avLst/>
          </a:prstGeom>
        </p:spPr>
        <p:txBody>
          <a:bodyPr wrap="square" lIns="0" tIns="12160" rIns="0" bIns="0" rtlCol="0">
            <a:noAutofit/>
          </a:bodyPr>
          <a:lstStyle/>
          <a:p>
            <a:pPr marL="70136" marR="2374" algn="ctr">
              <a:lnSpc>
                <a:spcPts val="1914"/>
              </a:lnSpc>
            </a:pPr>
            <a:r>
              <a:rPr dirty="0" smtClean="0" sz="1800" spc="89">
                <a:latin typeface="Arial"/>
                <a:cs typeface="Arial"/>
              </a:rPr>
              <a:t>1</a:t>
            </a:r>
            <a:r>
              <a:rPr dirty="0" smtClean="0" sz="1800" spc="89">
                <a:latin typeface="Arial"/>
                <a:cs typeface="Arial"/>
              </a:rPr>
              <a:t>.</a:t>
            </a:r>
            <a:r>
              <a:rPr dirty="0" smtClean="0" sz="1800" spc="8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2790" marR="2870" algn="ctr">
              <a:lnSpc>
                <a:spcPct val="95825"/>
              </a:lnSpc>
              <a:spcBef>
                <a:spcPts val="254"/>
              </a:spcBef>
            </a:pPr>
            <a:r>
              <a:rPr dirty="0" smtClean="0" sz="1800" spc="12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 marL="70136" marR="2374" algn="ctr">
              <a:lnSpc>
                <a:spcPct val="95825"/>
              </a:lnSpc>
              <a:spcBef>
                <a:spcPts val="350"/>
              </a:spcBef>
            </a:pPr>
            <a:r>
              <a:rPr dirty="0" smtClean="0" sz="1800" spc="89">
                <a:latin typeface="Arial"/>
                <a:cs typeface="Arial"/>
              </a:rPr>
              <a:t>0</a:t>
            </a:r>
            <a:r>
              <a:rPr dirty="0" smtClean="0" sz="1800" spc="89">
                <a:latin typeface="Arial"/>
                <a:cs typeface="Arial"/>
              </a:rPr>
              <a:t>.</a:t>
            </a:r>
            <a:r>
              <a:rPr dirty="0" smtClean="0" sz="1800" spc="8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2790" marR="2870" algn="ctr">
              <a:lnSpc>
                <a:spcPct val="95825"/>
              </a:lnSpc>
              <a:spcBef>
                <a:spcPts val="350"/>
              </a:spcBef>
            </a:pPr>
            <a:r>
              <a:rPr dirty="0" smtClean="0" sz="1800" spc="129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  <a:p>
            <a:pPr marR="3207" algn="ctr">
              <a:lnSpc>
                <a:spcPct val="95825"/>
              </a:lnSpc>
              <a:spcBef>
                <a:spcPts val="350"/>
              </a:spcBef>
            </a:pPr>
            <a:r>
              <a:rPr dirty="0" smtClean="0" sz="1800" spc="90">
                <a:latin typeface="Arial"/>
                <a:cs typeface="Arial"/>
              </a:rPr>
              <a:t>-</a:t>
            </a:r>
            <a:r>
              <a:rPr dirty="0" smtClean="0" sz="1800" spc="90">
                <a:latin typeface="Arial"/>
                <a:cs typeface="Arial"/>
              </a:rPr>
              <a:t>0</a:t>
            </a:r>
            <a:r>
              <a:rPr dirty="0" smtClean="0" sz="1800" spc="90">
                <a:latin typeface="Arial"/>
                <a:cs typeface="Arial"/>
              </a:rPr>
              <a:t>.</a:t>
            </a:r>
            <a:r>
              <a:rPr dirty="0" smtClean="0" sz="1800" spc="9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185688" algn="ctr">
              <a:lnSpc>
                <a:spcPct val="95825"/>
              </a:lnSpc>
              <a:spcBef>
                <a:spcPts val="350"/>
              </a:spcBef>
            </a:pPr>
            <a:r>
              <a:rPr dirty="0" smtClean="0" sz="1800" spc="128">
                <a:latin typeface="Arial"/>
                <a:cs typeface="Arial"/>
              </a:rPr>
              <a:t>-1</a:t>
            </a:r>
            <a:endParaRPr sz="1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318809" y="3288978"/>
            <a:ext cx="617150" cy="336750"/>
          </a:xfrm>
          <a:prstGeom prst="rect">
            <a:avLst/>
          </a:prstGeom>
        </p:spPr>
        <p:txBody>
          <a:bodyPr wrap="square" lIns="0" tIns="16446" rIns="0" bIns="0" rtlCol="0">
            <a:noAutofit/>
          </a:bodyPr>
          <a:lstStyle/>
          <a:p>
            <a:pPr marL="12700">
              <a:lnSpc>
                <a:spcPts val="2590"/>
              </a:lnSpc>
            </a:pPr>
            <a:r>
              <a:rPr dirty="0" smtClean="0" baseline="16104" sz="2700" spc="37">
                <a:latin typeface="Arial"/>
                <a:cs typeface="Arial"/>
              </a:rPr>
              <a:t>-</a:t>
            </a:r>
            <a:r>
              <a:rPr dirty="0" smtClean="0" baseline="16104" sz="2700" spc="37">
                <a:latin typeface="Arial"/>
                <a:cs typeface="Arial"/>
              </a:rPr>
              <a:t>1</a:t>
            </a:r>
            <a:r>
              <a:rPr dirty="0" smtClean="0" baseline="16104" sz="2700" spc="37">
                <a:latin typeface="Arial"/>
                <a:cs typeface="Arial"/>
              </a:rPr>
              <a:t>.</a:t>
            </a:r>
            <a:r>
              <a:rPr dirty="0" smtClean="0" baseline="16104" sz="2700" spc="37">
                <a:latin typeface="Arial"/>
                <a:cs typeface="Arial"/>
              </a:rPr>
              <a:t>5</a:t>
            </a:r>
            <a:r>
              <a:rPr dirty="0" smtClean="0" sz="1800" spc="37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002948" y="3292152"/>
            <a:ext cx="610081" cy="333055"/>
          </a:xfrm>
          <a:prstGeom prst="rect">
            <a:avLst/>
          </a:prstGeom>
        </p:spPr>
        <p:txBody>
          <a:bodyPr wrap="square" lIns="0" tIns="16287" rIns="0" bIns="0" rtlCol="0">
            <a:noAutofit/>
          </a:bodyPr>
          <a:lstStyle/>
          <a:p>
            <a:pPr marL="12700">
              <a:lnSpc>
                <a:spcPts val="2565"/>
              </a:lnSpc>
            </a:pPr>
            <a:r>
              <a:rPr dirty="0" smtClean="0" baseline="16104" sz="2700" spc="47">
                <a:latin typeface="Arial"/>
                <a:cs typeface="Arial"/>
              </a:rPr>
              <a:t>-</a:t>
            </a:r>
            <a:r>
              <a:rPr dirty="0" smtClean="0" baseline="16104" sz="2700" spc="47">
                <a:latin typeface="Arial"/>
                <a:cs typeface="Arial"/>
              </a:rPr>
              <a:t>1</a:t>
            </a:r>
            <a:r>
              <a:rPr dirty="0" smtClean="0" baseline="16104" sz="2700" spc="47">
                <a:latin typeface="Arial"/>
                <a:cs typeface="Arial"/>
              </a:rPr>
              <a:t>.</a:t>
            </a:r>
            <a:r>
              <a:rPr dirty="0" smtClean="0" baseline="16104" sz="2700" spc="47">
                <a:latin typeface="Arial"/>
                <a:cs typeface="Arial"/>
              </a:rPr>
              <a:t>5</a:t>
            </a:r>
            <a:r>
              <a:rPr dirty="0" smtClean="0" sz="1800" spc="47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147203" y="3371401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675703" y="3371401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03745" y="3371401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6</a:t>
            </a:r>
            <a:endParaRPr sz="18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732318" y="3371401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363591" y="3371401"/>
            <a:ext cx="202102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11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821441" y="3373597"/>
            <a:ext cx="925327" cy="251610"/>
          </a:xfrm>
          <a:prstGeom prst="rect">
            <a:avLst/>
          </a:prstGeom>
        </p:spPr>
        <p:txBody>
          <a:bodyPr wrap="square" lIns="0" tIns="12160" rIns="0" bIns="0" rtlCol="0">
            <a:noAutofit/>
          </a:bodyPr>
          <a:lstStyle/>
          <a:p>
            <a:pPr marL="12700">
              <a:lnSpc>
                <a:spcPts val="1914"/>
              </a:lnSpc>
            </a:pPr>
            <a:r>
              <a:rPr dirty="0" smtClean="0" sz="1800" spc="-39">
                <a:latin typeface="Arial"/>
                <a:cs typeface="Arial"/>
              </a:rPr>
              <a:t>0</a:t>
            </a:r>
            <a:r>
              <a:rPr dirty="0" smtClean="0" sz="1800" spc="-19">
                <a:latin typeface="Arial"/>
                <a:cs typeface="Arial"/>
              </a:rPr>
              <a:t>.</a:t>
            </a:r>
            <a:r>
              <a:rPr dirty="0" smtClean="0" sz="1800" spc="0">
                <a:latin typeface="Arial"/>
                <a:cs typeface="Arial"/>
              </a:rPr>
              <a:t>2</a:t>
            </a:r>
            <a:r>
              <a:rPr dirty="0" smtClean="0" sz="1800" spc="0">
                <a:latin typeface="Arial"/>
                <a:cs typeface="Arial"/>
              </a:rPr>
              <a:t>  </a:t>
            </a:r>
            <a:r>
              <a:rPr dirty="0" smtClean="0" sz="1800" spc="240">
                <a:latin typeface="Arial"/>
                <a:cs typeface="Arial"/>
              </a:rPr>
              <a:t> </a:t>
            </a:r>
            <a:r>
              <a:rPr dirty="0" smtClean="0" sz="1800" spc="90">
                <a:latin typeface="Arial"/>
                <a:cs typeface="Arial"/>
              </a:rPr>
              <a:t>0</a:t>
            </a:r>
            <a:r>
              <a:rPr dirty="0" smtClean="0" sz="1800" spc="49">
                <a:latin typeface="Arial"/>
                <a:cs typeface="Arial"/>
              </a:rPr>
              <a:t>.</a:t>
            </a:r>
            <a:r>
              <a:rPr dirty="0" smtClean="0" sz="1800" spc="129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865355" y="3373597"/>
            <a:ext cx="1345977" cy="251610"/>
          </a:xfrm>
          <a:prstGeom prst="rect">
            <a:avLst/>
          </a:prstGeom>
        </p:spPr>
        <p:txBody>
          <a:bodyPr wrap="square" lIns="0" tIns="12160" rIns="0" bIns="0" rtlCol="0">
            <a:noAutofit/>
          </a:bodyPr>
          <a:lstStyle/>
          <a:p>
            <a:pPr marL="12700">
              <a:lnSpc>
                <a:spcPts val="1914"/>
              </a:lnSpc>
            </a:pPr>
            <a:r>
              <a:rPr dirty="0" smtClean="0" sz="1800" spc="-39">
                <a:latin typeface="Arial"/>
                <a:cs typeface="Arial"/>
              </a:rPr>
              <a:t>0</a:t>
            </a:r>
            <a:r>
              <a:rPr dirty="0" smtClean="0" sz="1800" spc="-19">
                <a:latin typeface="Arial"/>
                <a:cs typeface="Arial"/>
              </a:rPr>
              <a:t>.</a:t>
            </a:r>
            <a:r>
              <a:rPr dirty="0" smtClean="0" sz="1800" spc="0">
                <a:latin typeface="Arial"/>
                <a:cs typeface="Arial"/>
              </a:rPr>
              <a:t>6</a:t>
            </a:r>
            <a:r>
              <a:rPr dirty="0" smtClean="0" sz="1800" spc="0">
                <a:latin typeface="Arial"/>
                <a:cs typeface="Arial"/>
              </a:rPr>
              <a:t>  </a:t>
            </a:r>
            <a:r>
              <a:rPr dirty="0" smtClean="0" sz="1800" spc="240">
                <a:latin typeface="Arial"/>
                <a:cs typeface="Arial"/>
              </a:rPr>
              <a:t> </a:t>
            </a:r>
            <a:r>
              <a:rPr dirty="0" smtClean="0" sz="1800" spc="-39">
                <a:latin typeface="Arial"/>
                <a:cs typeface="Arial"/>
              </a:rPr>
              <a:t>0</a:t>
            </a:r>
            <a:r>
              <a:rPr dirty="0" smtClean="0" sz="1800" spc="-19">
                <a:latin typeface="Arial"/>
                <a:cs typeface="Arial"/>
              </a:rPr>
              <a:t>.</a:t>
            </a:r>
            <a:r>
              <a:rPr dirty="0" smtClean="0" sz="1800" spc="0">
                <a:latin typeface="Arial"/>
                <a:cs typeface="Arial"/>
              </a:rPr>
              <a:t>8</a:t>
            </a:r>
            <a:r>
              <a:rPr dirty="0" smtClean="0" sz="1800" spc="0">
                <a:latin typeface="Arial"/>
                <a:cs typeface="Arial"/>
              </a:rPr>
              <a:t>    </a:t>
            </a:r>
            <a:r>
              <a:rPr dirty="0" smtClean="0" sz="1800" spc="41">
                <a:latin typeface="Arial"/>
                <a:cs typeface="Arial"/>
              </a:rPr>
              <a:t> </a:t>
            </a:r>
            <a:r>
              <a:rPr dirty="0" smtClean="0" sz="1800" spc="12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352890" y="3995114"/>
            <a:ext cx="456585" cy="167869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67173" marR="2274" algn="ctr">
              <a:lnSpc>
                <a:spcPts val="1839"/>
              </a:lnSpc>
            </a:pPr>
            <a:r>
              <a:rPr dirty="0" smtClean="0" sz="1700" spc="74">
                <a:latin typeface="Arial"/>
                <a:cs typeface="Arial"/>
              </a:rPr>
              <a:t>1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5</a:t>
            </a:r>
            <a:endParaRPr sz="1700">
              <a:latin typeface="Arial"/>
              <a:cs typeface="Arial"/>
            </a:endParaRPr>
          </a:p>
          <a:p>
            <a:pPr marL="261248" marR="2749" algn="ctr">
              <a:lnSpc>
                <a:spcPct val="95825"/>
              </a:lnSpc>
              <a:spcBef>
                <a:spcPts val="217"/>
              </a:spcBef>
            </a:pPr>
            <a:r>
              <a:rPr dirty="0" smtClean="0" sz="1700" spc="112">
                <a:latin typeface="Arial"/>
                <a:cs typeface="Arial"/>
              </a:rPr>
              <a:t>1</a:t>
            </a:r>
            <a:endParaRPr sz="1700">
              <a:latin typeface="Arial"/>
              <a:cs typeface="Arial"/>
            </a:endParaRPr>
          </a:p>
          <a:p>
            <a:pPr marL="67173" marR="2274" algn="ctr">
              <a:lnSpc>
                <a:spcPct val="95825"/>
              </a:lnSpc>
              <a:spcBef>
                <a:spcPts val="305"/>
              </a:spcBef>
            </a:pPr>
            <a:r>
              <a:rPr dirty="0" smtClean="0" sz="1700" spc="74">
                <a:latin typeface="Arial"/>
                <a:cs typeface="Arial"/>
              </a:rPr>
              <a:t>0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5</a:t>
            </a:r>
            <a:endParaRPr sz="1700">
              <a:latin typeface="Arial"/>
              <a:cs typeface="Arial"/>
            </a:endParaRPr>
          </a:p>
          <a:p>
            <a:pPr marL="261248" marR="2749" algn="ctr">
              <a:lnSpc>
                <a:spcPct val="95825"/>
              </a:lnSpc>
              <a:spcBef>
                <a:spcPts val="305"/>
              </a:spcBef>
            </a:pPr>
            <a:r>
              <a:rPr dirty="0" smtClean="0" sz="1700" spc="112">
                <a:latin typeface="Arial"/>
                <a:cs typeface="Arial"/>
              </a:rPr>
              <a:t>0</a:t>
            </a:r>
            <a:endParaRPr sz="1700">
              <a:latin typeface="Arial"/>
              <a:cs typeface="Arial"/>
            </a:endParaRPr>
          </a:p>
          <a:p>
            <a:pPr marR="3072" algn="ctr">
              <a:lnSpc>
                <a:spcPct val="95825"/>
              </a:lnSpc>
              <a:spcBef>
                <a:spcPts val="305"/>
              </a:spcBef>
            </a:pPr>
            <a:r>
              <a:rPr dirty="0" smtClean="0" sz="1700" spc="75">
                <a:latin typeface="Arial"/>
                <a:cs typeface="Arial"/>
              </a:rPr>
              <a:t>-</a:t>
            </a:r>
            <a:r>
              <a:rPr dirty="0" smtClean="0" sz="1700" spc="75">
                <a:latin typeface="Arial"/>
                <a:cs typeface="Arial"/>
              </a:rPr>
              <a:t>0</a:t>
            </a:r>
            <a:r>
              <a:rPr dirty="0" smtClean="0" sz="1700" spc="75">
                <a:latin typeface="Arial"/>
                <a:cs typeface="Arial"/>
              </a:rPr>
              <a:t>.</a:t>
            </a:r>
            <a:r>
              <a:rPr dirty="0" smtClean="0" sz="1700" spc="75">
                <a:latin typeface="Arial"/>
                <a:cs typeface="Arial"/>
              </a:rPr>
              <a:t>5</a:t>
            </a:r>
            <a:endParaRPr sz="1700">
              <a:latin typeface="Arial"/>
              <a:cs typeface="Arial"/>
            </a:endParaRPr>
          </a:p>
          <a:p>
            <a:pPr marL="177833" algn="ctr">
              <a:lnSpc>
                <a:spcPct val="95825"/>
              </a:lnSpc>
              <a:spcBef>
                <a:spcPts val="305"/>
              </a:spcBef>
            </a:pPr>
            <a:r>
              <a:rPr dirty="0" smtClean="0" sz="1700" spc="109">
                <a:latin typeface="Arial"/>
                <a:cs typeface="Arial"/>
              </a:rPr>
              <a:t>-1</a:t>
            </a:r>
            <a:endParaRPr sz="17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988601" y="3993321"/>
            <a:ext cx="481100" cy="1773232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70986" marR="2403" algn="ctr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1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6092" marR="2905" algn="ctr">
              <a:lnSpc>
                <a:spcPct val="95825"/>
              </a:lnSpc>
              <a:spcBef>
                <a:spcPts val="223"/>
              </a:spcBef>
            </a:pPr>
            <a:r>
              <a:rPr dirty="0" smtClean="0" sz="1800" spc="11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 marL="70986" marR="2403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276092" marR="2905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119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  <a:p>
            <a:pPr marR="3246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81">
                <a:latin typeface="Arial"/>
                <a:cs typeface="Arial"/>
              </a:rPr>
              <a:t>-</a:t>
            </a:r>
            <a:r>
              <a:rPr dirty="0" smtClean="0" sz="1800" spc="81">
                <a:latin typeface="Arial"/>
                <a:cs typeface="Arial"/>
              </a:rPr>
              <a:t>0</a:t>
            </a:r>
            <a:r>
              <a:rPr dirty="0" smtClean="0" sz="1800" spc="81">
                <a:latin typeface="Arial"/>
                <a:cs typeface="Arial"/>
              </a:rPr>
              <a:t>.</a:t>
            </a:r>
            <a:r>
              <a:rPr dirty="0" smtClean="0" sz="1800" spc="81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  <a:p>
            <a:pPr marL="187936" algn="ctr">
              <a:lnSpc>
                <a:spcPct val="95825"/>
              </a:lnSpc>
              <a:spcBef>
                <a:spcPts val="320"/>
              </a:spcBef>
            </a:pPr>
            <a:r>
              <a:rPr dirty="0" smtClean="0" sz="1800" spc="120">
                <a:latin typeface="Arial"/>
                <a:cs typeface="Arial"/>
              </a:rPr>
              <a:t>-1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352890" y="5718988"/>
            <a:ext cx="585309" cy="319909"/>
          </a:xfrm>
          <a:prstGeom prst="rect">
            <a:avLst/>
          </a:prstGeom>
        </p:spPr>
        <p:txBody>
          <a:bodyPr wrap="square" lIns="0" tIns="15494" rIns="0" bIns="0" rtlCol="0">
            <a:noAutofit/>
          </a:bodyPr>
          <a:lstStyle/>
          <a:p>
            <a:pPr marL="12700">
              <a:lnSpc>
                <a:spcPts val="2440"/>
              </a:lnSpc>
            </a:pPr>
            <a:r>
              <a:rPr dirty="0" smtClean="0" baseline="15346" sz="2550" spc="34">
                <a:latin typeface="Arial"/>
                <a:cs typeface="Arial"/>
              </a:rPr>
              <a:t>-</a:t>
            </a:r>
            <a:r>
              <a:rPr dirty="0" smtClean="0" baseline="15346" sz="2550" spc="34">
                <a:latin typeface="Arial"/>
                <a:cs typeface="Arial"/>
              </a:rPr>
              <a:t>1</a:t>
            </a:r>
            <a:r>
              <a:rPr dirty="0" smtClean="0" baseline="15346" sz="2550" spc="34">
                <a:latin typeface="Arial"/>
                <a:cs typeface="Arial"/>
              </a:rPr>
              <a:t>.</a:t>
            </a:r>
            <a:r>
              <a:rPr dirty="0" smtClean="0" baseline="15346" sz="2550" spc="34">
                <a:latin typeface="Arial"/>
                <a:cs typeface="Arial"/>
              </a:rPr>
              <a:t>5</a:t>
            </a:r>
            <a:r>
              <a:rPr dirty="0" smtClean="0" sz="1700" spc="34">
                <a:latin typeface="Arial"/>
                <a:cs typeface="Arial"/>
              </a:rPr>
              <a:t>0</a:t>
            </a:r>
            <a:endParaRPr sz="17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136729" y="5796953"/>
            <a:ext cx="387137" cy="24194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12700">
              <a:lnSpc>
                <a:spcPts val="1839"/>
              </a:lnSpc>
            </a:pPr>
            <a:r>
              <a:rPr dirty="0" smtClean="0" sz="1700" spc="74">
                <a:latin typeface="Arial"/>
                <a:cs typeface="Arial"/>
              </a:rPr>
              <a:t>0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2</a:t>
            </a:r>
            <a:endParaRPr sz="17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36805" y="5796953"/>
            <a:ext cx="387137" cy="24194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12700">
              <a:lnSpc>
                <a:spcPts val="1839"/>
              </a:lnSpc>
            </a:pPr>
            <a:r>
              <a:rPr dirty="0" smtClean="0" sz="1700" spc="74">
                <a:latin typeface="Arial"/>
                <a:cs typeface="Arial"/>
              </a:rPr>
              <a:t>0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4</a:t>
            </a:r>
            <a:endParaRPr sz="17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36446" y="5796953"/>
            <a:ext cx="387137" cy="24194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12700">
              <a:lnSpc>
                <a:spcPts val="1839"/>
              </a:lnSpc>
            </a:pPr>
            <a:r>
              <a:rPr dirty="0" smtClean="0" sz="1700" spc="74">
                <a:latin typeface="Arial"/>
                <a:cs typeface="Arial"/>
              </a:rPr>
              <a:t>0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6</a:t>
            </a:r>
            <a:endParaRPr sz="17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636591" y="5796953"/>
            <a:ext cx="387137" cy="24194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12700">
              <a:lnSpc>
                <a:spcPts val="1839"/>
              </a:lnSpc>
            </a:pPr>
            <a:r>
              <a:rPr dirty="0" smtClean="0" sz="1700" spc="74">
                <a:latin typeface="Arial"/>
                <a:cs typeface="Arial"/>
              </a:rPr>
              <a:t>0</a:t>
            </a:r>
            <a:r>
              <a:rPr dirty="0" smtClean="0" sz="1700" spc="74">
                <a:latin typeface="Arial"/>
                <a:cs typeface="Arial"/>
              </a:rPr>
              <a:t>.</a:t>
            </a:r>
            <a:r>
              <a:rPr dirty="0" smtClean="0" sz="1700" spc="74">
                <a:latin typeface="Arial"/>
                <a:cs typeface="Arial"/>
              </a:rPr>
              <a:t>8</a:t>
            </a:r>
            <a:endParaRPr sz="17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233911" y="5796953"/>
            <a:ext cx="192588" cy="241944"/>
          </a:xfrm>
          <a:prstGeom prst="rect">
            <a:avLst/>
          </a:prstGeom>
        </p:spPr>
        <p:txBody>
          <a:bodyPr wrap="square" lIns="0" tIns="11684" rIns="0" bIns="0" rtlCol="0">
            <a:noAutofit/>
          </a:bodyPr>
          <a:lstStyle/>
          <a:p>
            <a:pPr marL="12700">
              <a:lnSpc>
                <a:spcPts val="1839"/>
              </a:lnSpc>
            </a:pPr>
            <a:r>
              <a:rPr dirty="0" smtClean="0" sz="1700" spc="112">
                <a:latin typeface="Arial"/>
                <a:cs typeface="Arial"/>
              </a:rPr>
              <a:t>1</a:t>
            </a:r>
            <a:endParaRPr sz="17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988601" y="5815770"/>
            <a:ext cx="617150" cy="336750"/>
          </a:xfrm>
          <a:prstGeom prst="rect">
            <a:avLst/>
          </a:prstGeom>
        </p:spPr>
        <p:txBody>
          <a:bodyPr wrap="square" lIns="0" tIns="16446" rIns="0" bIns="0" rtlCol="0">
            <a:noAutofit/>
          </a:bodyPr>
          <a:lstStyle/>
          <a:p>
            <a:pPr marL="12700">
              <a:lnSpc>
                <a:spcPts val="2590"/>
              </a:lnSpc>
            </a:pPr>
            <a:r>
              <a:rPr dirty="0" smtClean="0" baseline="16104" sz="2700" spc="37">
                <a:latin typeface="Arial"/>
                <a:cs typeface="Arial"/>
              </a:rPr>
              <a:t>-</a:t>
            </a:r>
            <a:r>
              <a:rPr dirty="0" smtClean="0" baseline="16104" sz="2700" spc="37">
                <a:latin typeface="Arial"/>
                <a:cs typeface="Arial"/>
              </a:rPr>
              <a:t>1</a:t>
            </a:r>
            <a:r>
              <a:rPr dirty="0" smtClean="0" baseline="16104" sz="2700" spc="37">
                <a:latin typeface="Arial"/>
                <a:cs typeface="Arial"/>
              </a:rPr>
              <a:t>.</a:t>
            </a:r>
            <a:r>
              <a:rPr dirty="0" smtClean="0" baseline="16104" sz="2700" spc="37">
                <a:latin typeface="Arial"/>
                <a:cs typeface="Arial"/>
              </a:rPr>
              <a:t>5</a:t>
            </a:r>
            <a:r>
              <a:rPr dirty="0" smtClean="0" sz="1800" spc="37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816995" y="5898193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345495" y="5898193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873537" y="5898193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6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402110" y="5898193"/>
            <a:ext cx="407710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79">
                <a:latin typeface="Arial"/>
                <a:cs typeface="Arial"/>
              </a:rPr>
              <a:t>0</a:t>
            </a:r>
            <a:r>
              <a:rPr dirty="0" smtClean="0" sz="1800" spc="79">
                <a:latin typeface="Arial"/>
                <a:cs typeface="Arial"/>
              </a:rPr>
              <a:t>.</a:t>
            </a:r>
            <a:r>
              <a:rPr dirty="0" smtClean="0" sz="1800" spc="79"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033383" y="5898193"/>
            <a:ext cx="202102" cy="25432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119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466580" y="6471832"/>
            <a:ext cx="32502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81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72212" y="4111973"/>
            <a:ext cx="2646886" cy="911346"/>
          </a:xfrm>
          <a:prstGeom prst="rect">
            <a:avLst/>
          </a:prstGeom>
        </p:spPr>
        <p:txBody>
          <a:bodyPr wrap="square" lIns="0" tIns="365" rIns="0" bIns="0" rtlCol="0">
            <a:noAutofit/>
          </a:bodyPr>
          <a:lstStyle/>
          <a:p>
            <a:pPr>
              <a:lnSpc>
                <a:spcPts val="650"/>
              </a:lnSpc>
            </a:pPr>
            <a:endParaRPr sz="650"/>
          </a:p>
          <a:p>
            <a:pPr marL="716116">
              <a:lnSpc>
                <a:spcPct val="95825"/>
              </a:lnSpc>
              <a:spcBef>
                <a:spcPts val="1000"/>
              </a:spcBef>
            </a:pPr>
            <a:r>
              <a:rPr dirty="0" smtClean="0" sz="1800" b="1">
                <a:latin typeface="Arial"/>
                <a:cs typeface="Arial"/>
              </a:rPr>
              <a:t>00</a:t>
            </a:r>
            <a:endParaRPr sz="1800">
              <a:latin typeface="Arial"/>
              <a:cs typeface="Arial"/>
            </a:endParaRPr>
          </a:p>
          <a:p>
            <a:pPr marL="1249897">
              <a:lnSpc>
                <a:spcPct val="95825"/>
              </a:lnSpc>
              <a:spcBef>
                <a:spcPts val="930"/>
              </a:spcBef>
            </a:pPr>
            <a:r>
              <a:rPr dirty="0" smtClean="0" sz="1800" spc="0">
                <a:latin typeface="Arial"/>
                <a:cs typeface="Arial"/>
              </a:rPr>
              <a:t>-co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-sin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72212" y="5023320"/>
            <a:ext cx="2646886" cy="9153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811174" y="4108035"/>
            <a:ext cx="2504525" cy="8620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R="541640" algn="r">
              <a:lnSpc>
                <a:spcPct val="95825"/>
              </a:lnSpc>
              <a:spcBef>
                <a:spcPts val="1283"/>
              </a:spcBef>
            </a:pPr>
            <a:r>
              <a:rPr dirty="0" smtClean="0" sz="1800" spc="-4" b="1">
                <a:latin typeface="Arial"/>
                <a:cs typeface="Arial"/>
              </a:rPr>
              <a:t>10</a:t>
            </a:r>
            <a:endParaRPr sz="1800">
              <a:latin typeface="Arial"/>
              <a:cs typeface="Arial"/>
            </a:endParaRPr>
          </a:p>
          <a:p>
            <a:pPr marR="71181" algn="r">
              <a:lnSpc>
                <a:spcPct val="95825"/>
              </a:lnSpc>
              <a:spcBef>
                <a:spcPts val="330"/>
              </a:spcBef>
            </a:pPr>
            <a:r>
              <a:rPr dirty="0" smtClean="0" sz="1800" spc="0">
                <a:latin typeface="Arial"/>
                <a:cs typeface="Arial"/>
              </a:rPr>
              <a:t>co</a:t>
            </a:r>
            <a:r>
              <a:rPr dirty="0" smtClean="0" sz="1800" spc="0">
                <a:latin typeface="Arial"/>
                <a:cs typeface="Arial"/>
              </a:rPr>
              <a:t>s</a:t>
            </a:r>
            <a:r>
              <a:rPr dirty="0" smtClean="0" sz="1800" spc="0">
                <a:latin typeface="Arial"/>
                <a:cs typeface="Arial"/>
              </a:rPr>
              <a:t>-sin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11174" y="4970088"/>
            <a:ext cx="2504525" cy="865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5480931" y="1608725"/>
            <a:ext cx="2615250" cy="9005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707397">
              <a:lnSpc>
                <a:spcPct val="95825"/>
              </a:lnSpc>
              <a:spcBef>
                <a:spcPts val="2361"/>
              </a:spcBef>
            </a:pPr>
            <a:r>
              <a:rPr dirty="0" smtClean="0" sz="1800" b="1">
                <a:latin typeface="Arial"/>
                <a:cs typeface="Arial"/>
              </a:rPr>
              <a:t>01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80931" y="2509257"/>
            <a:ext cx="2615250" cy="904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802420" y="1585181"/>
            <a:ext cx="2646886" cy="911346"/>
          </a:xfrm>
          <a:prstGeom prst="rect">
            <a:avLst/>
          </a:prstGeom>
        </p:spPr>
        <p:txBody>
          <a:bodyPr wrap="square" lIns="0" tIns="5572" rIns="0" bIns="0" rtlCol="0">
            <a:noAutofit/>
          </a:bodyPr>
          <a:lstStyle/>
          <a:p>
            <a:pPr>
              <a:lnSpc>
                <a:spcPts val="900"/>
              </a:lnSpc>
            </a:pPr>
            <a:endParaRPr sz="900"/>
          </a:p>
          <a:p>
            <a:pPr marL="1737577">
              <a:lnSpc>
                <a:spcPct val="95825"/>
              </a:lnSpc>
              <a:spcBef>
                <a:spcPts val="2000"/>
              </a:spcBef>
            </a:pPr>
            <a:r>
              <a:rPr dirty="0" smtClean="0" sz="1800" spc="-100" b="1">
                <a:latin typeface="Arial"/>
                <a:cs typeface="Arial"/>
              </a:rPr>
              <a:t>11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02420" y="2496528"/>
            <a:ext cx="2646886" cy="9153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774880" y="989838"/>
            <a:ext cx="11312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220624" y="989838"/>
            <a:ext cx="10823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496868" y="989838"/>
            <a:ext cx="10783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bject 25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57962" y="842010"/>
            <a:ext cx="7161276" cy="606551"/>
          </a:xfrm>
          <a:custGeom>
            <a:avLst/>
            <a:gdLst/>
            <a:ahLst/>
            <a:cxnLst/>
            <a:rect l="l" t="t" r="r" b="b"/>
            <a:pathLst>
              <a:path w="7161276" h="606551">
                <a:moveTo>
                  <a:pt x="0" y="606551"/>
                </a:moveTo>
                <a:lnTo>
                  <a:pt x="7161276" y="606551"/>
                </a:lnTo>
                <a:lnTo>
                  <a:pt x="7161276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5940" y="1698219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79144" y="1698219"/>
            <a:ext cx="7350020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Am</a:t>
            </a:r>
            <a:r>
              <a:rPr dirty="0" smtClean="0" sz="3200" spc="-4">
                <a:latin typeface="Arial"/>
                <a:cs typeface="Arial"/>
              </a:rPr>
              <a:t>p</a:t>
            </a:r>
            <a:r>
              <a:rPr dirty="0" smtClean="0" sz="3200" spc="-4">
                <a:latin typeface="Arial"/>
                <a:cs typeface="Arial"/>
              </a:rPr>
              <a:t>li</a:t>
            </a:r>
            <a:r>
              <a:rPr dirty="0" smtClean="0" sz="3200" spc="-4">
                <a:latin typeface="Arial"/>
                <a:cs typeface="Arial"/>
              </a:rPr>
              <a:t>t</a:t>
            </a:r>
            <a:r>
              <a:rPr dirty="0" smtClean="0" sz="3200" spc="-4">
                <a:latin typeface="Arial"/>
                <a:cs typeface="Arial"/>
              </a:rPr>
              <a:t>u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e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carri</a:t>
            </a:r>
            <a:r>
              <a:rPr dirty="0" smtClean="0" sz="3200" spc="-4">
                <a:latin typeface="Arial"/>
                <a:cs typeface="Arial"/>
              </a:rPr>
              <a:t>e</a:t>
            </a:r>
            <a:r>
              <a:rPr dirty="0" smtClean="0" sz="3200" spc="-4">
                <a:latin typeface="Arial"/>
                <a:cs typeface="Arial"/>
              </a:rPr>
              <a:t>r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konst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,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mengabai</a:t>
            </a:r>
            <a:r>
              <a:rPr dirty="0" smtClean="0" sz="3200" spc="-4">
                <a:latin typeface="Arial"/>
                <a:cs typeface="Arial"/>
              </a:rPr>
              <a:t>k</a:t>
            </a:r>
            <a:r>
              <a:rPr dirty="0" smtClean="0" sz="3200" spc="-4"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79144" y="2186527"/>
            <a:ext cx="5299741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>
                <a:latin typeface="Arial"/>
                <a:cs typeface="Arial"/>
              </a:rPr>
              <a:t>variasi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p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da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a</a:t>
            </a:r>
            <a:r>
              <a:rPr dirty="0" smtClean="0" sz="3200" spc="-2">
                <a:latin typeface="Arial"/>
                <a:cs typeface="Arial"/>
              </a:rPr>
              <a:t>m</a:t>
            </a:r>
            <a:r>
              <a:rPr dirty="0" smtClean="0" sz="3200" spc="-2">
                <a:latin typeface="Arial"/>
                <a:cs typeface="Arial"/>
              </a:rPr>
              <a:t>pl</a:t>
            </a:r>
            <a:r>
              <a:rPr dirty="0" smtClean="0" sz="3200" spc="-2">
                <a:latin typeface="Arial"/>
                <a:cs typeface="Arial"/>
              </a:rPr>
              <a:t>i</a:t>
            </a:r>
            <a:r>
              <a:rPr dirty="0" smtClean="0" sz="3200" spc="-2">
                <a:latin typeface="Arial"/>
                <a:cs typeface="Arial"/>
              </a:rPr>
              <a:t>tu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o</a:t>
            </a:r>
            <a:r>
              <a:rPr dirty="0" smtClean="0" sz="3200" spc="-2">
                <a:latin typeface="Arial"/>
                <a:cs typeface="Arial"/>
              </a:rPr>
              <a:t> </a:t>
            </a:r>
            <a:r>
              <a:rPr dirty="0" smtClean="0" sz="3200" spc="-2">
                <a:latin typeface="Arial"/>
                <a:cs typeface="Arial"/>
              </a:rPr>
              <a:t>s</a:t>
            </a:r>
            <a:r>
              <a:rPr dirty="0" smtClean="0" sz="3200" spc="-2">
                <a:latin typeface="Arial"/>
                <a:cs typeface="Arial"/>
              </a:rPr>
              <a:t>inyal</a:t>
            </a:r>
            <a:endParaRPr sz="3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201908" y="2186527"/>
            <a:ext cx="2163294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">
                <a:latin typeface="Arial"/>
                <a:cs typeface="Arial"/>
              </a:rPr>
              <a:t>p</a:t>
            </a:r>
            <a:r>
              <a:rPr dirty="0" smtClean="0" sz="3200" spc="-2">
                <a:latin typeface="Arial"/>
                <a:cs typeface="Arial"/>
              </a:rPr>
              <a:t>e</a:t>
            </a:r>
            <a:r>
              <a:rPr dirty="0" smtClean="0" sz="3200" spc="-2">
                <a:latin typeface="Arial"/>
                <a:cs typeface="Arial"/>
              </a:rPr>
              <a:t>m</a:t>
            </a:r>
            <a:r>
              <a:rPr dirty="0" smtClean="0" sz="3200" spc="-2">
                <a:latin typeface="Arial"/>
                <a:cs typeface="Arial"/>
              </a:rPr>
              <a:t>o</a:t>
            </a:r>
            <a:r>
              <a:rPr dirty="0" smtClean="0" sz="3200" spc="-2">
                <a:latin typeface="Arial"/>
                <a:cs typeface="Arial"/>
              </a:rPr>
              <a:t>d</a:t>
            </a:r>
            <a:r>
              <a:rPr dirty="0" smtClean="0" sz="3200" spc="-2">
                <a:latin typeface="Arial"/>
                <a:cs typeface="Arial"/>
              </a:rPr>
              <a:t>u</a:t>
            </a:r>
            <a:r>
              <a:rPr dirty="0" smtClean="0" sz="3200" spc="-2">
                <a:latin typeface="Arial"/>
                <a:cs typeface="Arial"/>
              </a:rPr>
              <a:t>lasi</a:t>
            </a:r>
            <a:endParaRPr sz="32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93444" y="2752770"/>
            <a:ext cx="276094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79906" y="2752770"/>
            <a:ext cx="3411462" cy="1831593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 marR="8071">
              <a:lnSpc>
                <a:spcPts val="2960"/>
              </a:lnSpc>
            </a:pPr>
            <a:r>
              <a:rPr dirty="0" smtClean="0" sz="2800" spc="-6">
                <a:latin typeface="Arial"/>
                <a:cs typeface="Arial"/>
              </a:rPr>
              <a:t>Ket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h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e</a:t>
            </a:r>
            <a:r>
              <a:rPr dirty="0" smtClean="0" sz="2800" spc="-6">
                <a:latin typeface="Arial"/>
                <a:cs typeface="Arial"/>
              </a:rPr>
              <a:t>b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h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b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k</a:t>
            </a:r>
            <a:endParaRPr sz="2800">
              <a:latin typeface="Arial"/>
              <a:cs typeface="Arial"/>
            </a:endParaRPr>
          </a:p>
          <a:p>
            <a:pPr marL="12700" marR="61335">
              <a:lnSpc>
                <a:spcPct val="95825"/>
              </a:lnSpc>
            </a:pPr>
            <a:r>
              <a:rPr dirty="0" smtClean="0" sz="2800" spc="3">
                <a:latin typeface="Arial"/>
                <a:cs typeface="Arial"/>
              </a:rPr>
              <a:t>fa</a:t>
            </a: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in</a:t>
            </a:r>
            <a:r>
              <a:rPr dirty="0" smtClean="0" sz="2800" spc="3">
                <a:latin typeface="Arial"/>
                <a:cs typeface="Arial"/>
              </a:rPr>
              <a:t>g</a:t>
            </a:r>
            <a:r>
              <a:rPr dirty="0" smtClean="0" sz="2800" spc="3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814"/>
              </a:spcBef>
            </a:pPr>
            <a:r>
              <a:rPr dirty="0" smtClean="0" sz="2800" spc="-6">
                <a:latin typeface="Arial"/>
                <a:cs typeface="Arial"/>
              </a:rPr>
              <a:t>Ket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h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n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l</a:t>
            </a:r>
            <a:r>
              <a:rPr dirty="0" smtClean="0" sz="2800" spc="-6">
                <a:latin typeface="Arial"/>
                <a:cs typeface="Arial"/>
              </a:rPr>
              <a:t>e</a:t>
            </a:r>
            <a:r>
              <a:rPr dirty="0" smtClean="0" sz="2800" spc="-6">
                <a:latin typeface="Arial"/>
                <a:cs typeface="Arial"/>
              </a:rPr>
              <a:t>b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h</a:t>
            </a:r>
            <a:r>
              <a:rPr dirty="0" smtClean="0" sz="2800" spc="-6">
                <a:latin typeface="Arial"/>
                <a:cs typeface="Arial"/>
              </a:rPr>
              <a:t> </a:t>
            </a:r>
            <a:r>
              <a:rPr dirty="0" smtClean="0" sz="2800" spc="-6">
                <a:latin typeface="Arial"/>
                <a:cs typeface="Arial"/>
              </a:rPr>
              <a:t>b</a:t>
            </a:r>
            <a:r>
              <a:rPr dirty="0" smtClean="0" sz="2800" spc="-6">
                <a:latin typeface="Arial"/>
                <a:cs typeface="Arial"/>
              </a:rPr>
              <a:t>a</a:t>
            </a:r>
            <a:r>
              <a:rPr dirty="0" smtClean="0" sz="2800" spc="-6">
                <a:latin typeface="Arial"/>
                <a:cs typeface="Arial"/>
              </a:rPr>
              <a:t>i</a:t>
            </a:r>
            <a:r>
              <a:rPr dirty="0" smtClean="0" sz="2800" spc="-6">
                <a:latin typeface="Arial"/>
                <a:cs typeface="Arial"/>
              </a:rPr>
              <a:t>k</a:t>
            </a:r>
            <a:endParaRPr sz="2800">
              <a:latin typeface="Arial"/>
              <a:cs typeface="Arial"/>
            </a:endParaRPr>
          </a:p>
          <a:p>
            <a:pPr marL="12700" marR="61335">
              <a:lnSpc>
                <a:spcPct val="95825"/>
              </a:lnSpc>
              <a:spcBef>
                <a:spcPts val="812"/>
              </a:spcBef>
            </a:pPr>
            <a:r>
              <a:rPr dirty="0" smtClean="0" sz="2800" spc="-4">
                <a:latin typeface="Arial"/>
                <a:cs typeface="Arial"/>
              </a:rPr>
              <a:t>L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b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h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fi</a:t>
            </a:r>
            <a:r>
              <a:rPr dirty="0" smtClean="0" sz="2800" spc="-4">
                <a:latin typeface="Arial"/>
                <a:cs typeface="Arial"/>
              </a:rPr>
              <a:t>s</a:t>
            </a:r>
            <a:r>
              <a:rPr dirty="0" smtClean="0" sz="2800" spc="-4">
                <a:latin typeface="Arial"/>
                <a:cs typeface="Arial"/>
              </a:rPr>
              <a:t>i</a:t>
            </a:r>
            <a:r>
              <a:rPr dirty="0" smtClean="0" sz="2800" spc="-4">
                <a:latin typeface="Arial"/>
                <a:cs typeface="Arial"/>
              </a:rPr>
              <a:t>e</a:t>
            </a:r>
            <a:r>
              <a:rPr dirty="0" smtClean="0" sz="2800" spc="-4">
                <a:latin typeface="Arial"/>
                <a:cs typeface="Arial"/>
              </a:rPr>
              <a:t>n</a:t>
            </a:r>
            <a:r>
              <a:rPr dirty="0" smtClean="0" sz="2800" spc="-4">
                <a:latin typeface="Arial"/>
                <a:cs typeface="Arial"/>
              </a:rPr>
              <a:t> </a:t>
            </a:r>
            <a:r>
              <a:rPr dirty="0" smtClean="0" sz="2800" spc="-4">
                <a:latin typeface="Arial"/>
                <a:cs typeface="Arial"/>
              </a:rPr>
              <a:t>d</a:t>
            </a:r>
            <a:r>
              <a:rPr dirty="0" smtClean="0" sz="2800" spc="-4">
                <a:latin typeface="Arial"/>
                <a:cs typeface="Arial"/>
              </a:rPr>
              <a:t>a</a:t>
            </a:r>
            <a:r>
              <a:rPr dirty="0" smtClean="0" sz="2800" spc="-4">
                <a:latin typeface="Arial"/>
                <a:cs typeface="Arial"/>
              </a:rPr>
              <a:t>y</a:t>
            </a:r>
            <a:r>
              <a:rPr dirty="0" smtClean="0" sz="2800" spc="-4">
                <a:latin typeface="Arial"/>
                <a:cs typeface="Arial"/>
              </a:rPr>
              <a:t>a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704058" y="2752770"/>
            <a:ext cx="1483762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te</a:t>
            </a:r>
            <a:r>
              <a:rPr dirty="0" smtClean="0" sz="2800" spc="3">
                <a:latin typeface="Arial"/>
                <a:cs typeface="Arial"/>
              </a:rPr>
              <a:t>r</a:t>
            </a:r>
            <a:r>
              <a:rPr dirty="0" smtClean="0" sz="2800" spc="3">
                <a:latin typeface="Arial"/>
                <a:cs typeface="Arial"/>
              </a:rPr>
              <a:t>h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p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10003" y="2752770"/>
            <a:ext cx="1383981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fl</a:t>
            </a:r>
            <a:r>
              <a:rPr dirty="0" smtClean="0" sz="2800" spc="2">
                <a:latin typeface="Arial"/>
                <a:cs typeface="Arial"/>
              </a:rPr>
              <a:t>u</a:t>
            </a:r>
            <a:r>
              <a:rPr dirty="0" smtClean="0" sz="2800" spc="2">
                <a:latin typeface="Arial"/>
                <a:cs typeface="Arial"/>
              </a:rPr>
              <a:t>k</a:t>
            </a:r>
            <a:r>
              <a:rPr dirty="0" smtClean="0" sz="2800" spc="2">
                <a:latin typeface="Arial"/>
                <a:cs typeface="Arial"/>
              </a:rPr>
              <a:t>t</a:t>
            </a:r>
            <a:r>
              <a:rPr dirty="0" smtClean="0" sz="2800" spc="2">
                <a:latin typeface="Arial"/>
                <a:cs typeface="Arial"/>
              </a:rPr>
              <a:t>u</a:t>
            </a: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si</a:t>
            </a:r>
            <a:endParaRPr sz="2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611906" y="2752770"/>
            <a:ext cx="1027824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a</a:t>
            </a:r>
            <a:r>
              <a:rPr dirty="0" smtClean="0" sz="2800" spc="2">
                <a:latin typeface="Arial"/>
                <a:cs typeface="Arial"/>
              </a:rPr>
              <a:t>k</a:t>
            </a:r>
            <a:r>
              <a:rPr dirty="0" smtClean="0" sz="2800" spc="2">
                <a:latin typeface="Arial"/>
                <a:cs typeface="Arial"/>
              </a:rPr>
              <a:t>i</a:t>
            </a:r>
            <a:r>
              <a:rPr dirty="0" smtClean="0" sz="2800" spc="2">
                <a:latin typeface="Arial"/>
                <a:cs typeface="Arial"/>
              </a:rPr>
              <a:t>b</a:t>
            </a:r>
            <a:r>
              <a:rPr dirty="0" smtClean="0" sz="2800" spc="2">
                <a:latin typeface="Arial"/>
                <a:cs typeface="Arial"/>
              </a:rPr>
              <a:t>at</a:t>
            </a:r>
            <a:endParaRPr sz="2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93444" y="3691808"/>
            <a:ext cx="276094" cy="892555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664"/>
              </a:spcBef>
            </a:pPr>
            <a:r>
              <a:rPr dirty="0" smtClean="0" sz="2800">
                <a:latin typeface="Arial"/>
                <a:cs typeface="Arial"/>
              </a:rPr>
              <a:t>–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04058" y="3691808"/>
            <a:ext cx="1483762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te</a:t>
            </a:r>
            <a:r>
              <a:rPr dirty="0" smtClean="0" sz="2800" spc="3">
                <a:latin typeface="Arial"/>
                <a:cs typeface="Arial"/>
              </a:rPr>
              <a:t>r</a:t>
            </a:r>
            <a:r>
              <a:rPr dirty="0" smtClean="0" sz="2800" spc="3">
                <a:latin typeface="Arial"/>
                <a:cs typeface="Arial"/>
              </a:rPr>
              <a:t>h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d</a:t>
            </a:r>
            <a:r>
              <a:rPr dirty="0" smtClean="0" sz="2800" spc="3">
                <a:latin typeface="Arial"/>
                <a:cs typeface="Arial"/>
              </a:rPr>
              <a:t>a</a:t>
            </a:r>
            <a:r>
              <a:rPr dirty="0" smtClean="0" sz="2800" spc="3">
                <a:latin typeface="Arial"/>
                <a:cs typeface="Arial"/>
              </a:rPr>
              <a:t>p</a:t>
            </a:r>
            <a:endParaRPr sz="2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10003" y="3691808"/>
            <a:ext cx="929109" cy="380491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n</a:t>
            </a:r>
            <a:r>
              <a:rPr dirty="0" smtClean="0" sz="2800" spc="2">
                <a:latin typeface="Arial"/>
                <a:cs typeface="Arial"/>
              </a:rPr>
              <a:t>o</a:t>
            </a:r>
            <a:r>
              <a:rPr dirty="0" smtClean="0" sz="2800" spc="2">
                <a:latin typeface="Arial"/>
                <a:cs typeface="Arial"/>
              </a:rPr>
              <a:t>i</a:t>
            </a:r>
            <a:r>
              <a:rPr dirty="0" smtClean="0" sz="2800" spc="2">
                <a:latin typeface="Arial"/>
                <a:cs typeface="Arial"/>
              </a:rPr>
              <a:t>s</a:t>
            </a:r>
            <a:r>
              <a:rPr dirty="0" smtClean="0" sz="2800" spc="2">
                <a:latin typeface="Arial"/>
                <a:cs typeface="Arial"/>
              </a:rPr>
              <a:t>e</a:t>
            </a:r>
            <a:endParaRPr sz="2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5940" y="4734662"/>
            <a:ext cx="229006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>
                <a:latin typeface="Arial"/>
                <a:cs typeface="Arial"/>
              </a:rPr>
              <a:t>•</a:t>
            </a:r>
            <a:endParaRPr sz="3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79144" y="4734662"/>
            <a:ext cx="3856458" cy="920615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24">
                <a:latin typeface="Arial"/>
                <a:cs typeface="Arial"/>
              </a:rPr>
              <a:t>T</a:t>
            </a:r>
            <a:r>
              <a:rPr dirty="0" smtClean="0" sz="3200" spc="-24">
                <a:latin typeface="Arial"/>
                <a:cs typeface="Arial"/>
              </a:rPr>
              <a:t>e</a:t>
            </a:r>
            <a:r>
              <a:rPr dirty="0" smtClean="0" sz="3200" spc="-24">
                <a:latin typeface="Arial"/>
                <a:cs typeface="Arial"/>
              </a:rPr>
              <a:t>t</a:t>
            </a:r>
            <a:r>
              <a:rPr dirty="0" smtClean="0" sz="3200" spc="-24">
                <a:latin typeface="Arial"/>
                <a:cs typeface="Arial"/>
              </a:rPr>
              <a:t>a</a:t>
            </a:r>
            <a:r>
              <a:rPr dirty="0" smtClean="0" sz="3200" spc="-24">
                <a:latin typeface="Arial"/>
                <a:cs typeface="Arial"/>
              </a:rPr>
              <a:t>p</a:t>
            </a:r>
            <a:r>
              <a:rPr dirty="0" smtClean="0" sz="3200" spc="-24">
                <a:latin typeface="Arial"/>
                <a:cs typeface="Arial"/>
              </a:rPr>
              <a:t>i</a:t>
            </a:r>
            <a:r>
              <a:rPr dirty="0" smtClean="0" sz="3200" spc="-24">
                <a:latin typeface="Arial"/>
                <a:cs typeface="Arial"/>
              </a:rPr>
              <a:t> </a:t>
            </a:r>
            <a:r>
              <a:rPr dirty="0" smtClean="0" sz="3200" spc="-24">
                <a:latin typeface="Arial"/>
                <a:cs typeface="Arial"/>
              </a:rPr>
              <a:t>m</a:t>
            </a:r>
            <a:r>
              <a:rPr dirty="0" smtClean="0" sz="3200" spc="-24">
                <a:latin typeface="Arial"/>
                <a:cs typeface="Arial"/>
              </a:rPr>
              <a:t>e</a:t>
            </a:r>
            <a:r>
              <a:rPr dirty="0" smtClean="0" sz="3200" spc="-24">
                <a:latin typeface="Arial"/>
                <a:cs typeface="Arial"/>
              </a:rPr>
              <a:t>n</a:t>
            </a:r>
            <a:r>
              <a:rPr dirty="0" smtClean="0" sz="3200" spc="-24">
                <a:latin typeface="Arial"/>
                <a:cs typeface="Arial"/>
              </a:rPr>
              <a:t>g</a:t>
            </a:r>
            <a:r>
              <a:rPr dirty="0" smtClean="0" sz="3200" spc="-24">
                <a:latin typeface="Arial"/>
                <a:cs typeface="Arial"/>
              </a:rPr>
              <a:t>g</a:t>
            </a:r>
            <a:r>
              <a:rPr dirty="0" smtClean="0" sz="3200" spc="-24">
                <a:latin typeface="Arial"/>
                <a:cs typeface="Arial"/>
              </a:rPr>
              <a:t>u</a:t>
            </a:r>
            <a:r>
              <a:rPr dirty="0" smtClean="0" sz="3200" spc="-24">
                <a:latin typeface="Arial"/>
                <a:cs typeface="Arial"/>
              </a:rPr>
              <a:t>n</a:t>
            </a:r>
            <a:r>
              <a:rPr dirty="0" smtClean="0" sz="3200" spc="-24">
                <a:latin typeface="Arial"/>
                <a:cs typeface="Arial"/>
              </a:rPr>
              <a:t>akan</a:t>
            </a:r>
            <a:endParaRPr sz="3200">
              <a:latin typeface="Arial"/>
              <a:cs typeface="Arial"/>
            </a:endParaRPr>
          </a:p>
          <a:p>
            <a:pPr marL="12700" marR="61081">
              <a:lnSpc>
                <a:spcPct val="95825"/>
              </a:lnSpc>
            </a:pPr>
            <a:r>
              <a:rPr dirty="0" smtClean="0" sz="3200" spc="-2">
                <a:latin typeface="Arial"/>
                <a:cs typeface="Arial"/>
              </a:rPr>
              <a:t>le</a:t>
            </a:r>
            <a:r>
              <a:rPr dirty="0" smtClean="0" sz="3200" spc="-2">
                <a:latin typeface="Arial"/>
                <a:cs typeface="Arial"/>
              </a:rPr>
              <a:t>b</a:t>
            </a:r>
            <a:r>
              <a:rPr dirty="0" smtClean="0" sz="3200" spc="-2">
                <a:latin typeface="Arial"/>
                <a:cs typeface="Arial"/>
              </a:rPr>
              <a:t>ar</a:t>
            </a:r>
            <a:endParaRPr sz="32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756625" y="4734662"/>
            <a:ext cx="2907244" cy="432612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4">
                <a:latin typeface="Arial"/>
                <a:cs typeface="Arial"/>
              </a:rPr>
              <a:t>b</a:t>
            </a:r>
            <a:r>
              <a:rPr dirty="0" smtClean="0" sz="3200" spc="-4">
                <a:latin typeface="Arial"/>
                <a:cs typeface="Arial"/>
              </a:rPr>
              <a:t>a</a:t>
            </a:r>
            <a:r>
              <a:rPr dirty="0" smtClean="0" sz="3200" spc="-4">
                <a:latin typeface="Arial"/>
                <a:cs typeface="Arial"/>
              </a:rPr>
              <a:t>n</a:t>
            </a:r>
            <a:r>
              <a:rPr dirty="0" smtClean="0" sz="3200" spc="-4">
                <a:latin typeface="Arial"/>
                <a:cs typeface="Arial"/>
              </a:rPr>
              <a:t>d</a:t>
            </a:r>
            <a:r>
              <a:rPr dirty="0" smtClean="0" sz="3200" spc="-4">
                <a:latin typeface="Arial"/>
                <a:cs typeface="Arial"/>
              </a:rPr>
              <a:t>wid</a:t>
            </a:r>
            <a:r>
              <a:rPr dirty="0" smtClean="0" sz="3200" spc="-4">
                <a:latin typeface="Arial"/>
                <a:cs typeface="Arial"/>
              </a:rPr>
              <a:t>t</a:t>
            </a:r>
            <a:r>
              <a:rPr dirty="0" smtClean="0" sz="3200" spc="-4">
                <a:latin typeface="Arial"/>
                <a:cs typeface="Arial"/>
              </a:rPr>
              <a:t>h</a:t>
            </a:r>
            <a:r>
              <a:rPr dirty="0" smtClean="0" sz="3200" spc="-4">
                <a:latin typeface="Arial"/>
                <a:cs typeface="Arial"/>
              </a:rPr>
              <a:t> </a:t>
            </a:r>
            <a:r>
              <a:rPr dirty="0" smtClean="0" sz="3200" spc="-4">
                <a:latin typeface="Arial"/>
                <a:cs typeface="Arial"/>
              </a:rPr>
              <a:t>l</a:t>
            </a:r>
            <a:r>
              <a:rPr dirty="0" smtClean="0" sz="3200" spc="-4">
                <a:latin typeface="Arial"/>
                <a:cs typeface="Arial"/>
              </a:rPr>
              <a:t>e</a:t>
            </a:r>
            <a:r>
              <a:rPr dirty="0" smtClean="0" sz="3200" spc="-4">
                <a:latin typeface="Arial"/>
                <a:cs typeface="Arial"/>
              </a:rPr>
              <a:t>b</a:t>
            </a:r>
            <a:r>
              <a:rPr dirty="0" smtClean="0" sz="3200" spc="-4">
                <a:latin typeface="Arial"/>
                <a:cs typeface="Arial"/>
              </a:rPr>
              <a:t>i</a:t>
            </a:r>
            <a:r>
              <a:rPr dirty="0" smtClean="0" sz="3200" spc="-4">
                <a:latin typeface="Arial"/>
                <a:cs typeface="Arial"/>
              </a:rPr>
              <a:t>h</a:t>
            </a:r>
            <a:endParaRPr sz="32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34576" y="6471832"/>
            <a:ext cx="35627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82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842010"/>
            <a:ext cx="7161276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Constant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Envel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pe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Mod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lati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o</a:t>
            </a:r>
            <a:r>
              <a:rPr dirty="0" smtClean="0" sz="3600" spc="-1" b="1">
                <a:solidFill>
                  <a:srgbClr val="006600"/>
                </a:solidFill>
                <a:latin typeface="Arial"/>
                <a:cs typeface="Arial"/>
              </a:rPr>
              <a:t>n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57962" y="842010"/>
            <a:ext cx="7161276" cy="606551"/>
          </a:xfrm>
          <a:custGeom>
            <a:avLst/>
            <a:gdLst/>
            <a:ahLst/>
            <a:cxnLst/>
            <a:rect l="l" t="t" r="r" b="b"/>
            <a:pathLst>
              <a:path w="7161276" h="606551">
                <a:moveTo>
                  <a:pt x="0" y="606551"/>
                </a:moveTo>
                <a:lnTo>
                  <a:pt x="7161276" y="606551"/>
                </a:lnTo>
                <a:lnTo>
                  <a:pt x="7161276" y="0"/>
                </a:lnTo>
                <a:lnTo>
                  <a:pt x="0" y="0"/>
                </a:lnTo>
                <a:lnTo>
                  <a:pt x="0" y="606551"/>
                </a:lnTo>
                <a:close/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94104" y="2755391"/>
            <a:ext cx="6028944" cy="976884"/>
          </a:xfrm>
          <a:custGeom>
            <a:avLst/>
            <a:gdLst/>
            <a:ahLst/>
            <a:cxnLst/>
            <a:rect l="l" t="t" r="r" b="b"/>
            <a:pathLst>
              <a:path w="6028944" h="976884">
                <a:moveTo>
                  <a:pt x="0" y="976884"/>
                </a:moveTo>
                <a:lnTo>
                  <a:pt x="6028944" y="976884"/>
                </a:lnTo>
                <a:lnTo>
                  <a:pt x="6028944" y="0"/>
                </a:lnTo>
                <a:lnTo>
                  <a:pt x="0" y="0"/>
                </a:lnTo>
                <a:lnTo>
                  <a:pt x="0" y="97688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5940" y="1691438"/>
            <a:ext cx="203098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>
                <a:latin typeface="Arial"/>
                <a:cs typeface="Arial"/>
              </a:rPr>
              <a:t>•</a:t>
            </a:r>
            <a:endParaRPr sz="2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79144" y="1691438"/>
            <a:ext cx="1641389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2">
                <a:latin typeface="Arial"/>
                <a:cs typeface="Arial"/>
              </a:rPr>
              <a:t>Frek</a:t>
            </a:r>
            <a:r>
              <a:rPr dirty="0" smtClean="0" sz="2800" spc="2">
                <a:latin typeface="Arial"/>
                <a:cs typeface="Arial"/>
              </a:rPr>
              <a:t>u</a:t>
            </a:r>
            <a:r>
              <a:rPr dirty="0" smtClean="0" sz="2800" spc="2">
                <a:latin typeface="Arial"/>
                <a:cs typeface="Arial"/>
              </a:rPr>
              <a:t>en</a:t>
            </a:r>
            <a:r>
              <a:rPr dirty="0" smtClean="0" sz="2800" spc="2">
                <a:latin typeface="Arial"/>
                <a:cs typeface="Arial"/>
              </a:rPr>
              <a:t>s</a:t>
            </a:r>
            <a:r>
              <a:rPr dirty="0" smtClean="0" sz="2800" spc="2">
                <a:latin typeface="Arial"/>
                <a:cs typeface="Arial"/>
              </a:rPr>
              <a:t>i</a:t>
            </a:r>
            <a:endParaRPr sz="2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41219" y="1691438"/>
            <a:ext cx="4336641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c</a:t>
            </a:r>
            <a:r>
              <a:rPr dirty="0" smtClean="0" sz="2800" spc="-2">
                <a:latin typeface="Arial"/>
                <a:cs typeface="Arial"/>
              </a:rPr>
              <a:t>a</a:t>
            </a:r>
            <a:r>
              <a:rPr dirty="0" smtClean="0" sz="2800" spc="-2">
                <a:latin typeface="Arial"/>
                <a:cs typeface="Arial"/>
              </a:rPr>
              <a:t>rr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er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di</a:t>
            </a:r>
            <a:r>
              <a:rPr dirty="0" smtClean="0" sz="2800" spc="-2">
                <a:latin typeface="Arial"/>
                <a:cs typeface="Arial"/>
              </a:rPr>
              <a:t>u</a:t>
            </a:r>
            <a:r>
              <a:rPr dirty="0" smtClean="0" sz="2800" spc="-2">
                <a:latin typeface="Arial"/>
                <a:cs typeface="Arial"/>
              </a:rPr>
              <a:t>bah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be</a:t>
            </a:r>
            <a:r>
              <a:rPr dirty="0" smtClean="0" sz="2800" spc="-2">
                <a:latin typeface="Arial"/>
                <a:cs typeface="Arial"/>
              </a:rPr>
              <a:t>r</a:t>
            </a:r>
            <a:r>
              <a:rPr dirty="0" smtClean="0" sz="2800" spc="-2">
                <a:latin typeface="Arial"/>
                <a:cs typeface="Arial"/>
              </a:rPr>
              <a:t>da</a:t>
            </a:r>
            <a:r>
              <a:rPr dirty="0" smtClean="0" sz="2800" spc="-2">
                <a:latin typeface="Arial"/>
                <a:cs typeface="Arial"/>
              </a:rPr>
              <a:t>s</a:t>
            </a:r>
            <a:r>
              <a:rPr dirty="0" smtClean="0" sz="2800" spc="-2">
                <a:latin typeface="Arial"/>
                <a:cs typeface="Arial"/>
              </a:rPr>
              <a:t>ar</a:t>
            </a:r>
            <a:r>
              <a:rPr dirty="0" smtClean="0" sz="2800" spc="-2">
                <a:latin typeface="Arial"/>
                <a:cs typeface="Arial"/>
              </a:rPr>
              <a:t>k</a:t>
            </a:r>
            <a:r>
              <a:rPr dirty="0" smtClean="0" sz="2800" spc="-2">
                <a:latin typeface="Arial"/>
                <a:cs typeface="Arial"/>
              </a:rPr>
              <a:t>an</a:t>
            </a:r>
            <a:endParaRPr sz="2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00439" y="1691438"/>
            <a:ext cx="850275" cy="380796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1">
                <a:latin typeface="Arial"/>
                <a:cs typeface="Arial"/>
              </a:rPr>
              <a:t>st</a:t>
            </a:r>
            <a:r>
              <a:rPr dirty="0" smtClean="0" sz="2800" spc="1">
                <a:latin typeface="Arial"/>
                <a:cs typeface="Arial"/>
              </a:rPr>
              <a:t>a</a:t>
            </a:r>
            <a:r>
              <a:rPr dirty="0" smtClean="0" sz="2800" spc="1">
                <a:latin typeface="Arial"/>
                <a:cs typeface="Arial"/>
              </a:rPr>
              <a:t>te</a:t>
            </a:r>
            <a:endParaRPr sz="2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9144" y="2118786"/>
            <a:ext cx="193960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2">
                <a:latin typeface="Arial"/>
                <a:cs typeface="Arial"/>
              </a:rPr>
              <a:t>pesa</a:t>
            </a:r>
            <a:r>
              <a:rPr dirty="0" smtClean="0" sz="2800" spc="-2">
                <a:latin typeface="Arial"/>
                <a:cs typeface="Arial"/>
              </a:rPr>
              <a:t>n</a:t>
            </a:r>
            <a:r>
              <a:rPr dirty="0" smtClean="0" sz="2800" spc="-2">
                <a:latin typeface="Arial"/>
                <a:cs typeface="Arial"/>
              </a:rPr>
              <a:t> </a:t>
            </a:r>
            <a:r>
              <a:rPr dirty="0" smtClean="0" sz="2800" spc="-2">
                <a:latin typeface="Arial"/>
                <a:cs typeface="Arial"/>
              </a:rPr>
              <a:t>(</a:t>
            </a:r>
            <a:r>
              <a:rPr dirty="0" smtClean="0" sz="2800" spc="-2">
                <a:latin typeface="Arial"/>
                <a:cs typeface="Arial"/>
              </a:rPr>
              <a:t>h</a:t>
            </a:r>
            <a:r>
              <a:rPr dirty="0" smtClean="0" sz="2800" spc="-2">
                <a:latin typeface="Arial"/>
                <a:cs typeface="Arial"/>
              </a:rPr>
              <a:t>i</a:t>
            </a:r>
            <a:r>
              <a:rPr dirty="0" smtClean="0" sz="2800" spc="-2">
                <a:latin typeface="Arial"/>
                <a:cs typeface="Arial"/>
              </a:rPr>
              <a:t>g</a:t>
            </a:r>
            <a:r>
              <a:rPr dirty="0" smtClean="0" sz="2800" spc="-2">
                <a:latin typeface="Arial"/>
                <a:cs typeface="Arial"/>
              </a:rPr>
              <a:t>h</a:t>
            </a:r>
            <a:endParaRPr sz="2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40933" y="2118786"/>
            <a:ext cx="513651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3">
                <a:latin typeface="Arial"/>
                <a:cs typeface="Arial"/>
              </a:rPr>
              <a:t>(</a:t>
            </a:r>
            <a:r>
              <a:rPr dirty="0" smtClean="0" sz="2800" spc="3">
                <a:latin typeface="Arial"/>
                <a:cs typeface="Arial"/>
              </a:rPr>
              <a:t>1</a:t>
            </a:r>
            <a:r>
              <a:rPr dirty="0" smtClean="0" sz="2800" spc="3">
                <a:latin typeface="Arial"/>
                <a:cs typeface="Arial"/>
              </a:rPr>
              <a:t>)</a:t>
            </a:r>
            <a:endParaRPr sz="2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77311" y="2118786"/>
            <a:ext cx="2155763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3">
                <a:latin typeface="Arial"/>
                <a:cs typeface="Arial"/>
              </a:rPr>
              <a:t>at</a:t>
            </a:r>
            <a:r>
              <a:rPr dirty="0" smtClean="0" sz="2800" spc="-3">
                <a:latin typeface="Arial"/>
                <a:cs typeface="Arial"/>
              </a:rPr>
              <a:t>a</a:t>
            </a:r>
            <a:r>
              <a:rPr dirty="0" smtClean="0" sz="2800" spc="-3">
                <a:latin typeface="Arial"/>
                <a:cs typeface="Arial"/>
              </a:rPr>
              <a:t>u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l</a:t>
            </a:r>
            <a:r>
              <a:rPr dirty="0" smtClean="0" sz="2800" spc="-3">
                <a:latin typeface="Arial"/>
                <a:cs typeface="Arial"/>
              </a:rPr>
              <a:t>o</a:t>
            </a:r>
            <a:r>
              <a:rPr dirty="0" smtClean="0" sz="2800" spc="-3">
                <a:latin typeface="Arial"/>
                <a:cs typeface="Arial"/>
              </a:rPr>
              <a:t>w</a:t>
            </a:r>
            <a:r>
              <a:rPr dirty="0" smtClean="0" sz="2800" spc="-3">
                <a:latin typeface="Arial"/>
                <a:cs typeface="Arial"/>
              </a:rPr>
              <a:t> </a:t>
            </a:r>
            <a:r>
              <a:rPr dirty="0" smtClean="0" sz="2800" spc="-3">
                <a:latin typeface="Arial"/>
                <a:cs typeface="Arial"/>
              </a:rPr>
              <a:t>(</a:t>
            </a:r>
            <a:r>
              <a:rPr dirty="0" smtClean="0" sz="2800" spc="-3">
                <a:latin typeface="Arial"/>
                <a:cs typeface="Arial"/>
              </a:rPr>
              <a:t>0</a:t>
            </a:r>
            <a:r>
              <a:rPr dirty="0" smtClean="0" sz="2800" spc="-3">
                <a:latin typeface="Arial"/>
                <a:cs typeface="Arial"/>
              </a:rPr>
              <a:t>)</a:t>
            </a:r>
            <a:r>
              <a:rPr dirty="0" smtClean="0" sz="2800" spc="-3">
                <a:latin typeface="Arial"/>
                <a:cs typeface="Arial"/>
              </a:rPr>
              <a:t>)</a:t>
            </a:r>
            <a:r>
              <a:rPr dirty="0" smtClean="0" sz="2800" spc="-3">
                <a:latin typeface="Arial"/>
                <a:cs typeface="Arial"/>
              </a:rPr>
              <a:t>.</a:t>
            </a:r>
            <a:endParaRPr sz="2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93444" y="4087550"/>
            <a:ext cx="1085418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3">
                <a:latin typeface="Arial"/>
                <a:cs typeface="Arial"/>
              </a:rPr>
              <a:t>C</a:t>
            </a:r>
            <a:r>
              <a:rPr dirty="0" smtClean="0" sz="1800" spc="-3">
                <a:latin typeface="Arial"/>
                <a:cs typeface="Arial"/>
              </a:rPr>
              <a:t>o</a:t>
            </a:r>
            <a:r>
              <a:rPr dirty="0" smtClean="0" sz="1800" spc="-3">
                <a:latin typeface="Arial"/>
                <a:cs typeface="Arial"/>
              </a:rPr>
              <a:t>nti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u</a:t>
            </a:r>
            <a:r>
              <a:rPr dirty="0" smtClean="0" sz="1800" spc="-3">
                <a:latin typeface="Arial"/>
                <a:cs typeface="Arial"/>
              </a:rPr>
              <a:t>e</a:t>
            </a:r>
            <a:r>
              <a:rPr dirty="0" smtClean="0" sz="1800" spc="-3"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85924" y="4087550"/>
            <a:ext cx="504316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FSK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50858" y="4267381"/>
            <a:ext cx="2575640" cy="350407"/>
          </a:xfrm>
          <a:prstGeom prst="rect">
            <a:avLst/>
          </a:prstGeom>
        </p:spPr>
        <p:txBody>
          <a:bodyPr wrap="square" lIns="0" tIns="16891" rIns="0" bIns="0" rtlCol="0">
            <a:noAutofit/>
          </a:bodyPr>
          <a:lstStyle/>
          <a:p>
            <a:pPr marL="12700">
              <a:lnSpc>
                <a:spcPts val="2660"/>
              </a:lnSpc>
            </a:pPr>
            <a:r>
              <a:rPr dirty="0" smtClean="0" sz="2100" spc="42" i="1">
                <a:latin typeface="Times New Roman"/>
                <a:cs typeface="Times New Roman"/>
              </a:rPr>
              <a:t>s</a:t>
            </a:r>
            <a:r>
              <a:rPr dirty="0" smtClean="0" sz="2100" spc="42">
                <a:latin typeface="Times New Roman"/>
                <a:cs typeface="Times New Roman"/>
              </a:rPr>
              <a:t>(</a:t>
            </a:r>
            <a:r>
              <a:rPr dirty="0" smtClean="0" sz="2100" spc="42" i="1">
                <a:latin typeface="Times New Roman"/>
                <a:cs typeface="Times New Roman"/>
              </a:rPr>
              <a:t>t</a:t>
            </a:r>
            <a:r>
              <a:rPr dirty="0" smtClean="0" sz="2100" spc="42">
                <a:latin typeface="Times New Roman"/>
                <a:cs typeface="Times New Roman"/>
              </a:rPr>
              <a:t>)</a:t>
            </a:r>
            <a:r>
              <a:rPr dirty="0" smtClean="0" sz="2100" spc="42">
                <a:latin typeface="Times New Roman"/>
                <a:cs typeface="Times New Roman"/>
              </a:rPr>
              <a:t> </a:t>
            </a:r>
            <a:r>
              <a:rPr dirty="0" smtClean="0" sz="2100" spc="39">
                <a:latin typeface="Symbol"/>
                <a:cs typeface="Symbol"/>
              </a:rPr>
              <a:t></a:t>
            </a:r>
            <a:r>
              <a:rPr dirty="0" smtClean="0" sz="2100" spc="42">
                <a:latin typeface="Times New Roman"/>
                <a:cs typeface="Times New Roman"/>
              </a:rPr>
              <a:t> </a:t>
            </a:r>
            <a:r>
              <a:rPr dirty="0" smtClean="0" sz="2100" spc="42" i="1">
                <a:latin typeface="Times New Roman"/>
                <a:cs typeface="Times New Roman"/>
              </a:rPr>
              <a:t>A</a:t>
            </a:r>
            <a:r>
              <a:rPr dirty="0" smtClean="0" sz="2100" spc="42">
                <a:latin typeface="Times New Roman"/>
                <a:cs typeface="Times New Roman"/>
              </a:rPr>
              <a:t>c</a:t>
            </a:r>
            <a:r>
              <a:rPr dirty="0" smtClean="0" sz="2100" spc="42">
                <a:latin typeface="Times New Roman"/>
                <a:cs typeface="Times New Roman"/>
              </a:rPr>
              <a:t>o</a:t>
            </a:r>
            <a:r>
              <a:rPr dirty="0" smtClean="0" sz="2100" spc="42">
                <a:latin typeface="Times New Roman"/>
                <a:cs typeface="Times New Roman"/>
              </a:rPr>
              <a:t>s</a:t>
            </a:r>
            <a:r>
              <a:rPr dirty="0" smtClean="0" sz="2100" spc="42">
                <a:latin typeface="Times New Roman"/>
                <a:cs typeface="Times New Roman"/>
              </a:rPr>
              <a:t>(</a:t>
            </a:r>
            <a:r>
              <a:rPr dirty="0" smtClean="0" sz="2100" spc="42">
                <a:latin typeface="Times New Roman"/>
                <a:cs typeface="Times New Roman"/>
              </a:rPr>
              <a:t>2</a:t>
            </a:r>
            <a:r>
              <a:rPr dirty="0" smtClean="0" sz="2200" spc="39">
                <a:latin typeface="Symbol"/>
                <a:cs typeface="Symbol"/>
              </a:rPr>
              <a:t></a:t>
            </a:r>
            <a:r>
              <a:rPr dirty="0" smtClean="0" sz="2100" spc="42" i="1">
                <a:latin typeface="Times New Roman"/>
                <a:cs typeface="Times New Roman"/>
              </a:rPr>
              <a:t>f</a:t>
            </a:r>
            <a:r>
              <a:rPr dirty="0" smtClean="0" baseline="-14493" sz="1800" spc="42" i="1">
                <a:latin typeface="Times New Roman"/>
                <a:cs typeface="Times New Roman"/>
              </a:rPr>
              <a:t>c</a:t>
            </a:r>
            <a:r>
              <a:rPr dirty="0" smtClean="0" baseline="-14493" sz="1800" spc="42" i="1">
                <a:latin typeface="Times New Roman"/>
                <a:cs typeface="Times New Roman"/>
              </a:rPr>
              <a:t> </a:t>
            </a:r>
            <a:r>
              <a:rPr dirty="0" smtClean="0" sz="2100" spc="39">
                <a:latin typeface="Symbol"/>
                <a:cs typeface="Symbol"/>
              </a:rPr>
              <a:t></a:t>
            </a:r>
            <a:r>
              <a:rPr dirty="0" smtClean="0" sz="2200" spc="39">
                <a:latin typeface="Symbol"/>
                <a:cs typeface="Symbol"/>
              </a:rPr>
              <a:t></a:t>
            </a:r>
            <a:r>
              <a:rPr dirty="0" smtClean="0" sz="2200" spc="42">
                <a:latin typeface="Times New Roman"/>
                <a:cs typeface="Times New Roman"/>
              </a:rPr>
              <a:t> </a:t>
            </a:r>
            <a:r>
              <a:rPr dirty="0" smtClean="0" sz="2100" spc="42">
                <a:latin typeface="Times New Roman"/>
                <a:cs typeface="Times New Roman"/>
              </a:rPr>
              <a:t>(</a:t>
            </a:r>
            <a:r>
              <a:rPr dirty="0" smtClean="0" sz="2100" spc="42" i="1">
                <a:latin typeface="Times New Roman"/>
                <a:cs typeface="Times New Roman"/>
              </a:rPr>
              <a:t>t</a:t>
            </a:r>
            <a:r>
              <a:rPr dirty="0" smtClean="0" sz="2100" spc="42">
                <a:latin typeface="Times New Roman"/>
                <a:cs typeface="Times New Roman"/>
              </a:rPr>
              <a:t>))</a:t>
            </a:r>
            <a:endParaRPr sz="21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20646" y="4689588"/>
            <a:ext cx="4466332" cy="1136642"/>
          </a:xfrm>
          <a:prstGeom prst="rect">
            <a:avLst/>
          </a:prstGeom>
        </p:spPr>
        <p:txBody>
          <a:bodyPr wrap="square" lIns="0" tIns="8477" rIns="0" bIns="0" rtlCol="0">
            <a:noAutofit/>
          </a:bodyPr>
          <a:lstStyle/>
          <a:p>
            <a:pPr marR="1020664" algn="r">
              <a:lnSpc>
                <a:spcPts val="1335"/>
              </a:lnSpc>
            </a:pPr>
            <a:r>
              <a:rPr dirty="0" smtClean="0" sz="1200" spc="2" i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742912">
              <a:lnSpc>
                <a:spcPts val="3470"/>
              </a:lnSpc>
              <a:spcBef>
                <a:spcPts val="106"/>
              </a:spcBef>
            </a:pPr>
            <a:r>
              <a:rPr dirty="0" smtClean="0" baseline="17944" sz="3150" spc="69" i="1">
                <a:latin typeface="Times New Roman"/>
                <a:cs typeface="Times New Roman"/>
              </a:rPr>
              <a:t>s</a:t>
            </a:r>
            <a:r>
              <a:rPr dirty="0" smtClean="0" baseline="17944" sz="3150" spc="-9">
                <a:latin typeface="Times New Roman"/>
                <a:cs typeface="Times New Roman"/>
              </a:rPr>
              <a:t>(</a:t>
            </a:r>
            <a:r>
              <a:rPr dirty="0" smtClean="0" baseline="17944" sz="3150" spc="134" i="1">
                <a:latin typeface="Times New Roman"/>
                <a:cs typeface="Times New Roman"/>
              </a:rPr>
              <a:t>t</a:t>
            </a:r>
            <a:r>
              <a:rPr dirty="0" smtClean="0" baseline="17944" sz="3150" spc="0">
                <a:latin typeface="Times New Roman"/>
                <a:cs typeface="Times New Roman"/>
              </a:rPr>
              <a:t>)</a:t>
            </a:r>
            <a:r>
              <a:rPr dirty="0" smtClean="0" baseline="17944" sz="3150" spc="-11">
                <a:latin typeface="Times New Roman"/>
                <a:cs typeface="Times New Roman"/>
              </a:rPr>
              <a:t> </a:t>
            </a:r>
            <a:r>
              <a:rPr dirty="0" smtClean="0" baseline="16843" sz="3150" spc="0">
                <a:latin typeface="Symbol"/>
                <a:cs typeface="Symbol"/>
              </a:rPr>
              <a:t></a:t>
            </a:r>
            <a:r>
              <a:rPr dirty="0" smtClean="0" baseline="17944" sz="3150" spc="136">
                <a:latin typeface="Times New Roman"/>
                <a:cs typeface="Times New Roman"/>
              </a:rPr>
              <a:t> </a:t>
            </a:r>
            <a:r>
              <a:rPr dirty="0" smtClean="0" baseline="17944" sz="3150" spc="194" i="1">
                <a:latin typeface="Times New Roman"/>
                <a:cs typeface="Times New Roman"/>
              </a:rPr>
              <a:t>A</a:t>
            </a:r>
            <a:r>
              <a:rPr dirty="0" smtClean="0" baseline="17944" sz="3150" spc="0">
                <a:latin typeface="Times New Roman"/>
                <a:cs typeface="Times New Roman"/>
              </a:rPr>
              <a:t>c</a:t>
            </a:r>
            <a:r>
              <a:rPr dirty="0" smtClean="0" baseline="17944" sz="3150" spc="64">
                <a:latin typeface="Times New Roman"/>
                <a:cs typeface="Times New Roman"/>
              </a:rPr>
              <a:t>o</a:t>
            </a:r>
            <a:r>
              <a:rPr dirty="0" smtClean="0" baseline="17944" sz="3150" spc="19">
                <a:latin typeface="Times New Roman"/>
                <a:cs typeface="Times New Roman"/>
              </a:rPr>
              <a:t>s</a:t>
            </a:r>
            <a:r>
              <a:rPr dirty="0" smtClean="0" baseline="17944" sz="3150" spc="-39">
                <a:latin typeface="Times New Roman"/>
                <a:cs typeface="Times New Roman"/>
              </a:rPr>
              <a:t>(</a:t>
            </a:r>
            <a:r>
              <a:rPr dirty="0" smtClean="0" baseline="17944" sz="3150" spc="-94">
                <a:latin typeface="Times New Roman"/>
                <a:cs typeface="Times New Roman"/>
              </a:rPr>
              <a:t>2</a:t>
            </a:r>
            <a:r>
              <a:rPr dirty="0" smtClean="0" baseline="16077" sz="3300" spc="-34">
                <a:latin typeface="Symbol"/>
                <a:cs typeface="Symbol"/>
              </a:rPr>
              <a:t></a:t>
            </a:r>
            <a:r>
              <a:rPr dirty="0" smtClean="0" baseline="17944" sz="3150" spc="109" i="1">
                <a:latin typeface="Times New Roman"/>
                <a:cs typeface="Times New Roman"/>
              </a:rPr>
              <a:t>f</a:t>
            </a:r>
            <a:r>
              <a:rPr dirty="0" smtClean="0" sz="1200" spc="64" i="1">
                <a:latin typeface="Times New Roman"/>
                <a:cs typeface="Times New Roman"/>
              </a:rPr>
              <a:t>c</a:t>
            </a:r>
            <a:r>
              <a:rPr dirty="0" smtClean="0" baseline="17944" sz="3150" spc="0" i="1">
                <a:latin typeface="Times New Roman"/>
                <a:cs typeface="Times New Roman"/>
              </a:rPr>
              <a:t>t</a:t>
            </a:r>
            <a:r>
              <a:rPr dirty="0" smtClean="0" baseline="17944" sz="3150" spc="-45" i="1">
                <a:latin typeface="Times New Roman"/>
                <a:cs typeface="Times New Roman"/>
              </a:rPr>
              <a:t> </a:t>
            </a:r>
            <a:r>
              <a:rPr dirty="0" smtClean="0" baseline="16843" sz="3150" spc="0">
                <a:latin typeface="Symbol"/>
                <a:cs typeface="Symbol"/>
              </a:rPr>
              <a:t></a:t>
            </a:r>
            <a:r>
              <a:rPr dirty="0" smtClean="0" baseline="17944" sz="3150" spc="-123">
                <a:latin typeface="Times New Roman"/>
                <a:cs typeface="Times New Roman"/>
              </a:rPr>
              <a:t> </a:t>
            </a:r>
            <a:r>
              <a:rPr dirty="0" smtClean="0" baseline="17944" sz="3150" spc="-84">
                <a:latin typeface="Times New Roman"/>
                <a:cs typeface="Times New Roman"/>
              </a:rPr>
              <a:t>2</a:t>
            </a:r>
            <a:r>
              <a:rPr dirty="0" smtClean="0" baseline="16077" sz="3300" spc="-112">
                <a:latin typeface="Symbol"/>
                <a:cs typeface="Symbol"/>
              </a:rPr>
              <a:t></a:t>
            </a:r>
            <a:r>
              <a:rPr dirty="0" smtClean="0" baseline="17944" sz="3150" spc="8" i="1">
                <a:latin typeface="Times New Roman"/>
                <a:cs typeface="Times New Roman"/>
              </a:rPr>
              <a:t>k</a:t>
            </a:r>
            <a:r>
              <a:rPr dirty="0" smtClean="0" baseline="17944" sz="3150" spc="-225" i="1">
                <a:latin typeface="Times New Roman"/>
                <a:cs typeface="Times New Roman"/>
              </a:rPr>
              <a:t> </a:t>
            </a:r>
            <a:r>
              <a:rPr dirty="0" smtClean="0" sz="1200" spc="0" i="1">
                <a:latin typeface="Times New Roman"/>
                <a:cs typeface="Times New Roman"/>
              </a:rPr>
              <a:t>f</a:t>
            </a:r>
            <a:r>
              <a:rPr dirty="0" smtClean="0" sz="1200" spc="0" i="1">
                <a:latin typeface="Times New Roman"/>
                <a:cs typeface="Times New Roman"/>
              </a:rPr>
              <a:t>  </a:t>
            </a:r>
            <a:r>
              <a:rPr dirty="0" smtClean="0" sz="1200" spc="48" i="1">
                <a:latin typeface="Times New Roman"/>
                <a:cs typeface="Times New Roman"/>
              </a:rPr>
              <a:t> </a:t>
            </a:r>
            <a:r>
              <a:rPr dirty="0" smtClean="0" sz="3100" spc="7">
                <a:latin typeface="Symbol"/>
                <a:cs typeface="Symbol"/>
              </a:rPr>
              <a:t></a:t>
            </a:r>
            <a:r>
              <a:rPr dirty="0" smtClean="0" sz="3100" spc="-439">
                <a:latin typeface="Times New Roman"/>
                <a:cs typeface="Times New Roman"/>
              </a:rPr>
              <a:t> </a:t>
            </a:r>
            <a:r>
              <a:rPr dirty="0" smtClean="0" baseline="17944" sz="3150" spc="39" i="1">
                <a:latin typeface="Times New Roman"/>
                <a:cs typeface="Times New Roman"/>
              </a:rPr>
              <a:t>m</a:t>
            </a:r>
            <a:r>
              <a:rPr dirty="0" smtClean="0" baseline="17944" sz="3150" spc="155">
                <a:latin typeface="Times New Roman"/>
                <a:cs typeface="Times New Roman"/>
              </a:rPr>
              <a:t>(</a:t>
            </a:r>
            <a:r>
              <a:rPr dirty="0" smtClean="0" baseline="17944" sz="3150" spc="63" i="1">
                <a:latin typeface="Times New Roman"/>
                <a:cs typeface="Times New Roman"/>
              </a:rPr>
              <a:t>x</a:t>
            </a:r>
            <a:r>
              <a:rPr dirty="0" smtClean="0" baseline="17944" sz="3150" spc="60">
                <a:latin typeface="Times New Roman"/>
                <a:cs typeface="Times New Roman"/>
              </a:rPr>
              <a:t>)</a:t>
            </a:r>
            <a:r>
              <a:rPr dirty="0" smtClean="0" baseline="17944" sz="3150" spc="74" i="1">
                <a:latin typeface="Times New Roman"/>
                <a:cs typeface="Times New Roman"/>
              </a:rPr>
              <a:t>d</a:t>
            </a:r>
            <a:r>
              <a:rPr dirty="0" smtClean="0" baseline="17944" sz="3150" spc="-5" i="1">
                <a:latin typeface="Times New Roman"/>
                <a:cs typeface="Times New Roman"/>
              </a:rPr>
              <a:t>x</a:t>
            </a:r>
            <a:r>
              <a:rPr dirty="0" smtClean="0" baseline="17944" sz="3150" spc="5">
                <a:latin typeface="Times New Roman"/>
                <a:cs typeface="Times New Roman"/>
              </a:rPr>
              <a:t>)</a:t>
            </a:r>
            <a:endParaRPr sz="2100">
              <a:latin typeface="Times New Roman"/>
              <a:cs typeface="Times New Roman"/>
            </a:endParaRPr>
          </a:p>
          <a:p>
            <a:pPr marR="935250" algn="r">
              <a:lnSpc>
                <a:spcPts val="1175"/>
              </a:lnSpc>
            </a:pPr>
            <a:r>
              <a:rPr dirty="0" smtClean="0" sz="1200" spc="31">
                <a:latin typeface="Symbol"/>
                <a:cs typeface="Symbol"/>
              </a:rPr>
              <a:t></a:t>
            </a:r>
            <a:r>
              <a:rPr dirty="0" smtClean="0" sz="1200" spc="31">
                <a:latin typeface="Symbol"/>
                <a:cs typeface="Symbol"/>
              </a:rPr>
              <a:t></a:t>
            </a:r>
            <a:endParaRPr sz="1200">
              <a:latin typeface="Symbol"/>
              <a:cs typeface="Symbol"/>
            </a:endParaRPr>
          </a:p>
          <a:p>
            <a:pPr marL="12700" marR="59430">
              <a:lnSpc>
                <a:spcPct val="95825"/>
              </a:lnSpc>
              <a:spcBef>
                <a:spcPts val="777"/>
              </a:spcBef>
            </a:pPr>
            <a:r>
              <a:rPr dirty="0" smtClean="0" sz="1800" spc="-1">
                <a:latin typeface="Arial"/>
                <a:cs typeface="Arial"/>
              </a:rPr>
              <a:t>Inte</a:t>
            </a:r>
            <a:r>
              <a:rPr dirty="0" smtClean="0" sz="1800" spc="-1">
                <a:latin typeface="Arial"/>
                <a:cs typeface="Arial"/>
              </a:rPr>
              <a:t>g</a:t>
            </a:r>
            <a:r>
              <a:rPr dirty="0" smtClean="0" sz="1800" spc="-1">
                <a:latin typeface="Arial"/>
                <a:cs typeface="Arial"/>
              </a:rPr>
              <a:t>ral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m(</a:t>
            </a:r>
            <a:r>
              <a:rPr dirty="0" smtClean="0" sz="1800" spc="-1">
                <a:latin typeface="Arial"/>
                <a:cs typeface="Arial"/>
              </a:rPr>
              <a:t>x</a:t>
            </a:r>
            <a:r>
              <a:rPr dirty="0" smtClean="0" sz="1800" spc="-1">
                <a:latin typeface="Arial"/>
                <a:cs typeface="Arial"/>
              </a:rPr>
              <a:t>)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a</a:t>
            </a:r>
            <a:r>
              <a:rPr dirty="0" smtClean="0" sz="1800" spc="-1">
                <a:latin typeface="Arial"/>
                <a:cs typeface="Arial"/>
              </a:rPr>
              <a:t>l</a:t>
            </a:r>
            <a:r>
              <a:rPr dirty="0" smtClean="0" sz="1800" spc="-1">
                <a:latin typeface="Arial"/>
                <a:cs typeface="Arial"/>
              </a:rPr>
              <a:t>ah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ko</a:t>
            </a:r>
            <a:r>
              <a:rPr dirty="0" smtClean="0" sz="1800" spc="-1">
                <a:latin typeface="Arial"/>
                <a:cs typeface="Arial"/>
              </a:rPr>
              <a:t>n</a:t>
            </a:r>
            <a:r>
              <a:rPr dirty="0" smtClean="0" sz="1800" spc="-1">
                <a:latin typeface="Arial"/>
                <a:cs typeface="Arial"/>
              </a:rPr>
              <a:t>tin</a:t>
            </a:r>
            <a:r>
              <a:rPr dirty="0" smtClean="0" sz="1800" spc="-1">
                <a:latin typeface="Arial"/>
                <a:cs typeface="Arial"/>
              </a:rPr>
              <a:t>y</a:t>
            </a:r>
            <a:r>
              <a:rPr dirty="0" smtClean="0" sz="1800" spc="-1">
                <a:latin typeface="Arial"/>
                <a:cs typeface="Arial"/>
              </a:rPr>
              <a:t>u.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34576" y="6471832"/>
            <a:ext cx="355829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83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94104" y="2755391"/>
            <a:ext cx="6068736" cy="976884"/>
          </a:xfrm>
          <a:prstGeom prst="rect">
            <a:avLst/>
          </a:prstGeom>
        </p:spPr>
        <p:txBody>
          <a:bodyPr wrap="square" lIns="0" tIns="22415" rIns="0" bIns="0" rtlCol="0">
            <a:noAutofit/>
          </a:bodyPr>
          <a:lstStyle/>
          <a:p>
            <a:pPr marL="58261" marR="39792">
              <a:lnSpc>
                <a:spcPts val="3529"/>
              </a:lnSpc>
            </a:pPr>
            <a:r>
              <a:rPr dirty="0" smtClean="0" sz="2550" spc="-26" i="1">
                <a:latin typeface="Times New Roman"/>
                <a:cs typeface="Times New Roman"/>
              </a:rPr>
              <a:t>s</a:t>
            </a:r>
            <a:r>
              <a:rPr dirty="0" smtClean="0" baseline="-15460" sz="2250" spc="-26">
                <a:latin typeface="Times New Roman"/>
                <a:cs typeface="Times New Roman"/>
              </a:rPr>
              <a:t>1</a:t>
            </a:r>
            <a:r>
              <a:rPr dirty="0" smtClean="0" baseline="-15460" sz="2250" spc="-26">
                <a:latin typeface="Times New Roman"/>
                <a:cs typeface="Times New Roman"/>
              </a:rPr>
              <a:t> </a:t>
            </a:r>
            <a:r>
              <a:rPr dirty="0" smtClean="0" sz="2550" spc="-26">
                <a:latin typeface="Times New Roman"/>
                <a:cs typeface="Times New Roman"/>
              </a:rPr>
              <a:t>(</a:t>
            </a:r>
            <a:r>
              <a:rPr dirty="0" smtClean="0" sz="2550" spc="-26" i="1">
                <a:latin typeface="Times New Roman"/>
                <a:cs typeface="Times New Roman"/>
              </a:rPr>
              <a:t>t</a:t>
            </a:r>
            <a:r>
              <a:rPr dirty="0" smtClean="0" sz="2550" spc="-26">
                <a:latin typeface="Times New Roman"/>
                <a:cs typeface="Times New Roman"/>
              </a:rPr>
              <a:t>)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20">
                <a:latin typeface="Symbol"/>
                <a:cs typeface="Symbol"/>
              </a:rPr>
              <a:t>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26" i="1">
                <a:latin typeface="Times New Roman"/>
                <a:cs typeface="Times New Roman"/>
              </a:rPr>
              <a:t>A</a:t>
            </a:r>
            <a:r>
              <a:rPr dirty="0" smtClean="0" sz="2550" spc="-26">
                <a:latin typeface="Times New Roman"/>
                <a:cs typeface="Times New Roman"/>
              </a:rPr>
              <a:t>c</a:t>
            </a:r>
            <a:r>
              <a:rPr dirty="0" smtClean="0" sz="2550" spc="-26">
                <a:latin typeface="Times New Roman"/>
                <a:cs typeface="Times New Roman"/>
              </a:rPr>
              <a:t>o</a:t>
            </a:r>
            <a:r>
              <a:rPr dirty="0" smtClean="0" sz="2550" spc="-26">
                <a:latin typeface="Times New Roman"/>
                <a:cs typeface="Times New Roman"/>
              </a:rPr>
              <a:t>s</a:t>
            </a:r>
            <a:r>
              <a:rPr dirty="0" smtClean="0" sz="2550" spc="-26">
                <a:latin typeface="Times New Roman"/>
                <a:cs typeface="Times New Roman"/>
              </a:rPr>
              <a:t>(</a:t>
            </a:r>
            <a:r>
              <a:rPr dirty="0" smtClean="0" sz="2550" spc="-26">
                <a:latin typeface="Times New Roman"/>
                <a:cs typeface="Times New Roman"/>
              </a:rPr>
              <a:t>2</a:t>
            </a:r>
            <a:r>
              <a:rPr dirty="0" smtClean="0" sz="2700" spc="-20">
                <a:latin typeface="Symbol"/>
                <a:cs typeface="Symbol"/>
              </a:rPr>
              <a:t></a:t>
            </a:r>
            <a:r>
              <a:rPr dirty="0" smtClean="0" sz="2550" spc="-26" i="1">
                <a:latin typeface="Times New Roman"/>
                <a:cs typeface="Times New Roman"/>
              </a:rPr>
              <a:t>f</a:t>
            </a:r>
            <a:r>
              <a:rPr dirty="0" smtClean="0" baseline="-15460" sz="2250" spc="-26" i="1">
                <a:latin typeface="Times New Roman"/>
                <a:cs typeface="Times New Roman"/>
              </a:rPr>
              <a:t>c</a:t>
            </a:r>
            <a:r>
              <a:rPr dirty="0" smtClean="0" baseline="-15460" sz="2250" spc="-26" i="1">
                <a:latin typeface="Times New Roman"/>
                <a:cs typeface="Times New Roman"/>
              </a:rPr>
              <a:t> </a:t>
            </a:r>
            <a:r>
              <a:rPr dirty="0" smtClean="0" baseline="-15460" sz="2250" spc="-26" i="1">
                <a:latin typeface="Times New Roman"/>
                <a:cs typeface="Times New Roman"/>
              </a:rPr>
              <a:t> </a:t>
            </a:r>
            <a:r>
              <a:rPr dirty="0" smtClean="0" sz="2550" spc="-20">
                <a:latin typeface="Symbol"/>
                <a:cs typeface="Symbol"/>
              </a:rPr>
              <a:t>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26">
                <a:latin typeface="Times New Roman"/>
                <a:cs typeface="Times New Roman"/>
              </a:rPr>
              <a:t>2</a:t>
            </a:r>
            <a:r>
              <a:rPr dirty="0" smtClean="0" sz="2700" spc="-20">
                <a:latin typeface="Symbol"/>
                <a:cs typeface="Symbol"/>
              </a:rPr>
              <a:t></a:t>
            </a:r>
            <a:r>
              <a:rPr dirty="0" smtClean="0" sz="2550" spc="-20">
                <a:latin typeface="Symbol"/>
                <a:cs typeface="Symbol"/>
              </a:rPr>
              <a:t></a:t>
            </a:r>
            <a:r>
              <a:rPr dirty="0" smtClean="0" sz="2550" spc="-26" i="1">
                <a:latin typeface="Times New Roman"/>
                <a:cs typeface="Times New Roman"/>
              </a:rPr>
              <a:t>f</a:t>
            </a:r>
            <a:r>
              <a:rPr dirty="0" smtClean="0" sz="2550" spc="-26" i="1">
                <a:latin typeface="Times New Roman"/>
                <a:cs typeface="Times New Roman"/>
              </a:rPr>
              <a:t> </a:t>
            </a:r>
            <a:r>
              <a:rPr dirty="0" smtClean="0" sz="2550" spc="-26">
                <a:latin typeface="Times New Roman"/>
                <a:cs typeface="Times New Roman"/>
              </a:rPr>
              <a:t>)</a:t>
            </a:r>
            <a:r>
              <a:rPr dirty="0" smtClean="0" sz="2550" spc="-26" i="1">
                <a:latin typeface="Times New Roman"/>
                <a:cs typeface="Times New Roman"/>
              </a:rPr>
              <a:t>t</a:t>
            </a:r>
            <a:r>
              <a:rPr dirty="0" smtClean="0" sz="2550" spc="-26" i="1">
                <a:latin typeface="Times New Roman"/>
                <a:cs typeface="Times New Roman"/>
              </a:rPr>
              <a:t> </a:t>
            </a:r>
            <a:r>
              <a:rPr dirty="0" smtClean="0" sz="2550" spc="-26" i="1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0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0">
                <a:latin typeface="Symbol"/>
                <a:cs typeface="Symbol"/>
              </a:rPr>
              <a:t>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0">
                <a:latin typeface="Symbol"/>
                <a:cs typeface="Symbol"/>
              </a:rPr>
              <a:t>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baseline="-15460" sz="2250" spc="-15">
                <a:latin typeface="Arial"/>
                <a:cs typeface="Arial"/>
              </a:rPr>
              <a:t>b</a:t>
            </a:r>
            <a:r>
              <a:rPr dirty="0" smtClean="0" baseline="-15460" sz="2250" spc="-15">
                <a:latin typeface="Arial"/>
                <a:cs typeface="Arial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(</a:t>
            </a:r>
            <a:r>
              <a:rPr dirty="0" smtClean="0" sz="2550" spc="-15">
                <a:latin typeface="Arial"/>
                <a:cs typeface="Arial"/>
              </a:rPr>
              <a:t>b</a:t>
            </a:r>
            <a:r>
              <a:rPr dirty="0" smtClean="0" sz="2550" spc="-15">
                <a:latin typeface="Arial"/>
                <a:cs typeface="Arial"/>
              </a:rPr>
              <a:t>i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0">
                <a:latin typeface="Symbol"/>
                <a:cs typeface="Symbol"/>
              </a:rPr>
              <a:t></a:t>
            </a:r>
            <a:r>
              <a:rPr dirty="0" smtClean="0" sz="2550" spc="-26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1)</a:t>
            </a:r>
            <a:endParaRPr sz="2550">
              <a:latin typeface="Arial"/>
              <a:cs typeface="Arial"/>
            </a:endParaRPr>
          </a:p>
          <a:p>
            <a:pPr marL="58262">
              <a:lnSpc>
                <a:spcPts val="3125"/>
              </a:lnSpc>
              <a:spcBef>
                <a:spcPts val="28"/>
              </a:spcBef>
            </a:pPr>
            <a:r>
              <a:rPr dirty="0" smtClean="0" sz="2550" spc="-11" i="1">
                <a:latin typeface="Times New Roman"/>
                <a:cs typeface="Times New Roman"/>
              </a:rPr>
              <a:t>s</a:t>
            </a:r>
            <a:r>
              <a:rPr dirty="0" smtClean="0" baseline="-25122" sz="2250" spc="-11">
                <a:latin typeface="Times New Roman"/>
                <a:cs typeface="Times New Roman"/>
              </a:rPr>
              <a:t>2</a:t>
            </a:r>
            <a:r>
              <a:rPr dirty="0" smtClean="0" baseline="-25122" sz="2250" spc="-11">
                <a:latin typeface="Times New Roman"/>
                <a:cs typeface="Times New Roman"/>
              </a:rPr>
              <a:t> </a:t>
            </a:r>
            <a:r>
              <a:rPr dirty="0" smtClean="0" sz="2550" spc="-11">
                <a:latin typeface="Times New Roman"/>
                <a:cs typeface="Times New Roman"/>
              </a:rPr>
              <a:t>(</a:t>
            </a:r>
            <a:r>
              <a:rPr dirty="0" smtClean="0" sz="2550" spc="-11" i="1">
                <a:latin typeface="Times New Roman"/>
                <a:cs typeface="Times New Roman"/>
              </a:rPr>
              <a:t>t</a:t>
            </a:r>
            <a:r>
              <a:rPr dirty="0" smtClean="0" sz="2550" spc="-11">
                <a:latin typeface="Times New Roman"/>
                <a:cs typeface="Times New Roman"/>
              </a:rPr>
              <a:t>)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21">
                <a:latin typeface="Symbol"/>
                <a:cs typeface="Symbol"/>
              </a:rPr>
              <a:t>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11" i="1">
                <a:latin typeface="Times New Roman"/>
                <a:cs typeface="Times New Roman"/>
              </a:rPr>
              <a:t>A</a:t>
            </a:r>
            <a:r>
              <a:rPr dirty="0" smtClean="0" sz="2550" spc="-11">
                <a:latin typeface="Times New Roman"/>
                <a:cs typeface="Times New Roman"/>
              </a:rPr>
              <a:t>c</a:t>
            </a:r>
            <a:r>
              <a:rPr dirty="0" smtClean="0" sz="2550" spc="-11">
                <a:latin typeface="Times New Roman"/>
                <a:cs typeface="Times New Roman"/>
              </a:rPr>
              <a:t>o</a:t>
            </a:r>
            <a:r>
              <a:rPr dirty="0" smtClean="0" sz="2550" spc="-11">
                <a:latin typeface="Times New Roman"/>
                <a:cs typeface="Times New Roman"/>
              </a:rPr>
              <a:t>s</a:t>
            </a:r>
            <a:r>
              <a:rPr dirty="0" smtClean="0" sz="2550" spc="-11">
                <a:latin typeface="Times New Roman"/>
                <a:cs typeface="Times New Roman"/>
              </a:rPr>
              <a:t>(</a:t>
            </a:r>
            <a:r>
              <a:rPr dirty="0" smtClean="0" sz="2550" spc="-11">
                <a:latin typeface="Times New Roman"/>
                <a:cs typeface="Times New Roman"/>
              </a:rPr>
              <a:t>2</a:t>
            </a:r>
            <a:r>
              <a:rPr dirty="0" smtClean="0" sz="2700" spc="-21">
                <a:latin typeface="Symbol"/>
                <a:cs typeface="Symbol"/>
              </a:rPr>
              <a:t></a:t>
            </a:r>
            <a:r>
              <a:rPr dirty="0" smtClean="0" sz="2550" spc="-11" i="1">
                <a:latin typeface="Times New Roman"/>
                <a:cs typeface="Times New Roman"/>
              </a:rPr>
              <a:t>f</a:t>
            </a:r>
            <a:r>
              <a:rPr dirty="0" smtClean="0" baseline="-25122" sz="2250" spc="-11" i="1">
                <a:latin typeface="Times New Roman"/>
                <a:cs typeface="Times New Roman"/>
              </a:rPr>
              <a:t>c</a:t>
            </a:r>
            <a:r>
              <a:rPr dirty="0" smtClean="0" baseline="-25122" sz="2250" spc="-11" i="1">
                <a:latin typeface="Times New Roman"/>
                <a:cs typeface="Times New Roman"/>
              </a:rPr>
              <a:t> </a:t>
            </a:r>
            <a:r>
              <a:rPr dirty="0" smtClean="0" baseline="-25122" sz="2250" spc="-11" i="1">
                <a:latin typeface="Times New Roman"/>
                <a:cs typeface="Times New Roman"/>
              </a:rPr>
              <a:t> </a:t>
            </a:r>
            <a:r>
              <a:rPr dirty="0" smtClean="0" sz="2550" spc="-21">
                <a:latin typeface="Symbol"/>
                <a:cs typeface="Symbol"/>
              </a:rPr>
              <a:t>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11">
                <a:latin typeface="Times New Roman"/>
                <a:cs typeface="Times New Roman"/>
              </a:rPr>
              <a:t>2</a:t>
            </a:r>
            <a:r>
              <a:rPr dirty="0" smtClean="0" sz="2700" spc="-21">
                <a:latin typeface="Symbol"/>
                <a:cs typeface="Symbol"/>
              </a:rPr>
              <a:t></a:t>
            </a:r>
            <a:r>
              <a:rPr dirty="0" smtClean="0" sz="2550" spc="-21">
                <a:latin typeface="Symbol"/>
                <a:cs typeface="Symbol"/>
              </a:rPr>
              <a:t></a:t>
            </a:r>
            <a:r>
              <a:rPr dirty="0" smtClean="0" sz="2550" spc="-11" i="1">
                <a:latin typeface="Times New Roman"/>
                <a:cs typeface="Times New Roman"/>
              </a:rPr>
              <a:t>f</a:t>
            </a:r>
            <a:r>
              <a:rPr dirty="0" smtClean="0" sz="2550" spc="-11" i="1">
                <a:latin typeface="Times New Roman"/>
                <a:cs typeface="Times New Roman"/>
              </a:rPr>
              <a:t> </a:t>
            </a:r>
            <a:r>
              <a:rPr dirty="0" smtClean="0" sz="2550" spc="-11">
                <a:latin typeface="Times New Roman"/>
                <a:cs typeface="Times New Roman"/>
              </a:rPr>
              <a:t>)</a:t>
            </a:r>
            <a:r>
              <a:rPr dirty="0" smtClean="0" sz="2550" spc="-11" i="1">
                <a:latin typeface="Times New Roman"/>
                <a:cs typeface="Times New Roman"/>
              </a:rPr>
              <a:t>t</a:t>
            </a:r>
            <a:r>
              <a:rPr dirty="0" smtClean="0" sz="2550" spc="-11" i="1">
                <a:latin typeface="Times New Roman"/>
                <a:cs typeface="Times New Roman"/>
              </a:rPr>
              <a:t> </a:t>
            </a:r>
            <a:r>
              <a:rPr dirty="0" smtClean="0" sz="2550" spc="-11" i="1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0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1">
                <a:latin typeface="Symbol"/>
                <a:cs typeface="Symbol"/>
              </a:rPr>
              <a:t>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1">
                <a:latin typeface="Symbol"/>
                <a:cs typeface="Symbol"/>
              </a:rPr>
              <a:t>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baseline="-25122" sz="2250" spc="-15">
                <a:latin typeface="Arial"/>
                <a:cs typeface="Arial"/>
              </a:rPr>
              <a:t>b</a:t>
            </a:r>
            <a:r>
              <a:rPr dirty="0" smtClean="0" baseline="-25122" sz="2250" spc="-15">
                <a:latin typeface="Arial"/>
                <a:cs typeface="Arial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(</a:t>
            </a:r>
            <a:r>
              <a:rPr dirty="0" smtClean="0" sz="2550" spc="-15">
                <a:latin typeface="Arial"/>
                <a:cs typeface="Arial"/>
              </a:rPr>
              <a:t>b</a:t>
            </a:r>
            <a:r>
              <a:rPr dirty="0" smtClean="0" sz="2550" spc="-15">
                <a:latin typeface="Arial"/>
                <a:cs typeface="Arial"/>
              </a:rPr>
              <a:t>i</a:t>
            </a:r>
            <a:r>
              <a:rPr dirty="0" smtClean="0" sz="2550" spc="-15">
                <a:latin typeface="Arial"/>
                <a:cs typeface="Arial"/>
              </a:rPr>
              <a:t>t</a:t>
            </a:r>
            <a:r>
              <a:rPr dirty="0" smtClean="0" sz="2550" spc="-15">
                <a:latin typeface="Arial"/>
                <a:cs typeface="Arial"/>
              </a:rPr>
              <a:t> </a:t>
            </a:r>
            <a:r>
              <a:rPr dirty="0" smtClean="0" sz="2550" spc="-21">
                <a:latin typeface="Symbol"/>
                <a:cs typeface="Symbol"/>
              </a:rPr>
              <a:t></a:t>
            </a:r>
            <a:r>
              <a:rPr dirty="0" smtClean="0" sz="2550" spc="-11">
                <a:latin typeface="Times New Roman"/>
                <a:cs typeface="Times New Roman"/>
              </a:rPr>
              <a:t> </a:t>
            </a:r>
            <a:r>
              <a:rPr dirty="0" smtClean="0" sz="2550" spc="-15">
                <a:latin typeface="Arial"/>
                <a:cs typeface="Arial"/>
              </a:rPr>
              <a:t>0)</a:t>
            </a:r>
            <a:endParaRPr sz="255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57962" y="842010"/>
            <a:ext cx="7161276" cy="606551"/>
          </a:xfrm>
          <a:prstGeom prst="rect">
            <a:avLst/>
          </a:prstGeom>
        </p:spPr>
        <p:txBody>
          <a:bodyPr wrap="square" lIns="0" tIns="23876" rIns="0" bIns="0" rtlCol="0">
            <a:noAutofit/>
          </a:bodyPr>
          <a:lstStyle/>
          <a:p>
            <a:pPr marL="90678">
              <a:lnSpc>
                <a:spcPts val="3760"/>
              </a:lnSpc>
            </a:pP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Freq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u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ency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S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h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ift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Keying</a:t>
            </a:r>
            <a:r>
              <a:rPr dirty="0" smtClean="0" sz="3600" spc="0" b="1" i="1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600" spc="0" b="1">
                <a:solidFill>
                  <a:srgbClr val="006600"/>
                </a:solidFill>
                <a:latin typeface="Arial"/>
                <a:cs typeface="Arial"/>
              </a:rPr>
              <a:t>(FSK)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object 29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6458711" y="2819400"/>
            <a:ext cx="1447799" cy="1295400"/>
          </a:xfrm>
          <a:custGeom>
            <a:avLst/>
            <a:gdLst/>
            <a:ahLst/>
            <a:cxnLst/>
            <a:rect l="l" t="t" r="r" b="b"/>
            <a:pathLst>
              <a:path w="1447800" h="1295400">
                <a:moveTo>
                  <a:pt x="0" y="1295400"/>
                </a:moveTo>
                <a:lnTo>
                  <a:pt x="1447799" y="1295400"/>
                </a:lnTo>
                <a:lnTo>
                  <a:pt x="1447799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6458711" y="2819400"/>
            <a:ext cx="1447799" cy="1295400"/>
          </a:xfrm>
          <a:custGeom>
            <a:avLst/>
            <a:gdLst/>
            <a:ahLst/>
            <a:cxnLst/>
            <a:rect l="l" t="t" r="r" b="b"/>
            <a:pathLst>
              <a:path w="1447800" h="1295400">
                <a:moveTo>
                  <a:pt x="0" y="1295400"/>
                </a:moveTo>
                <a:lnTo>
                  <a:pt x="1447799" y="1295400"/>
                </a:lnTo>
                <a:lnTo>
                  <a:pt x="1447799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ln w="9144">
            <a:solidFill>
              <a:srgbClr val="EAEAEA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563112" y="2819400"/>
            <a:ext cx="1447800" cy="1295400"/>
          </a:xfrm>
          <a:custGeom>
            <a:avLst/>
            <a:gdLst/>
            <a:ahLst/>
            <a:cxnLst/>
            <a:rect l="l" t="t" r="r" b="b"/>
            <a:pathLst>
              <a:path w="1447800" h="1295400">
                <a:moveTo>
                  <a:pt x="0" y="1295400"/>
                </a:moveTo>
                <a:lnTo>
                  <a:pt x="1447800" y="1295400"/>
                </a:lnTo>
                <a:lnTo>
                  <a:pt x="1447800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010912" y="2819400"/>
            <a:ext cx="1447800" cy="1295400"/>
          </a:xfrm>
          <a:custGeom>
            <a:avLst/>
            <a:gdLst/>
            <a:ahLst/>
            <a:cxnLst/>
            <a:rect l="l" t="t" r="r" b="b"/>
            <a:pathLst>
              <a:path w="1447800" h="1295400">
                <a:moveTo>
                  <a:pt x="0" y="1295400"/>
                </a:moveTo>
                <a:lnTo>
                  <a:pt x="1447800" y="1295400"/>
                </a:lnTo>
                <a:lnTo>
                  <a:pt x="1447800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DDDDD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010912" y="2819400"/>
            <a:ext cx="1447800" cy="1295400"/>
          </a:xfrm>
          <a:custGeom>
            <a:avLst/>
            <a:gdLst/>
            <a:ahLst/>
            <a:cxnLst/>
            <a:rect l="l" t="t" r="r" b="b"/>
            <a:pathLst>
              <a:path w="1447800" h="1295400">
                <a:moveTo>
                  <a:pt x="0" y="1295400"/>
                </a:moveTo>
                <a:lnTo>
                  <a:pt x="1447800" y="1295400"/>
                </a:lnTo>
                <a:lnTo>
                  <a:pt x="1447800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ln w="9144">
            <a:solidFill>
              <a:srgbClr val="EAEAEA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127504" y="2819400"/>
            <a:ext cx="1447799" cy="1295400"/>
          </a:xfrm>
          <a:custGeom>
            <a:avLst/>
            <a:gdLst/>
            <a:ahLst/>
            <a:cxnLst/>
            <a:rect l="l" t="t" r="r" b="b"/>
            <a:pathLst>
              <a:path w="1447799" h="1295400">
                <a:moveTo>
                  <a:pt x="0" y="1295400"/>
                </a:moveTo>
                <a:lnTo>
                  <a:pt x="1447799" y="1295400"/>
                </a:lnTo>
                <a:lnTo>
                  <a:pt x="1447799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EAEAE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114988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19031" y="9521"/>
                </a:lnTo>
                <a:lnTo>
                  <a:pt x="28560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143548" y="3142827"/>
            <a:ext cx="28560" cy="28575"/>
          </a:xfrm>
          <a:custGeom>
            <a:avLst/>
            <a:gdLst/>
            <a:ahLst/>
            <a:cxnLst/>
            <a:rect l="l" t="t" r="r" b="b"/>
            <a:pathLst>
              <a:path w="28560" h="28575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19031" y="9533"/>
                </a:lnTo>
                <a:lnTo>
                  <a:pt x="19031" y="19054"/>
                </a:lnTo>
                <a:lnTo>
                  <a:pt x="28560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172108" y="3171403"/>
            <a:ext cx="28547" cy="38096"/>
          </a:xfrm>
          <a:custGeom>
            <a:avLst/>
            <a:gdLst/>
            <a:ahLst/>
            <a:cxnLst/>
            <a:rect l="l" t="t" r="r" b="b"/>
            <a:pathLst>
              <a:path w="28547" h="38096">
                <a:moveTo>
                  <a:pt x="0" y="0"/>
                </a:move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19031" y="38096"/>
                </a:lnTo>
                <a:lnTo>
                  <a:pt x="28547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200655" y="3209500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0"/>
                </a:moveTo>
                <a:lnTo>
                  <a:pt x="0" y="9533"/>
                </a:lnTo>
                <a:lnTo>
                  <a:pt x="0" y="19054"/>
                </a:lnTo>
                <a:lnTo>
                  <a:pt x="9528" y="19054"/>
                </a:lnTo>
                <a:lnTo>
                  <a:pt x="9528" y="28575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47630"/>
                </a:lnTo>
                <a:lnTo>
                  <a:pt x="19044" y="57151"/>
                </a:lnTo>
                <a:lnTo>
                  <a:pt x="28560" y="57151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229216" y="3266652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44" y="38096"/>
                </a:lnTo>
                <a:lnTo>
                  <a:pt x="19044" y="47618"/>
                </a:lnTo>
                <a:lnTo>
                  <a:pt x="19044" y="57151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257776" y="3333325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515" y="19042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18"/>
                </a:lnTo>
                <a:lnTo>
                  <a:pt x="19031" y="57151"/>
                </a:lnTo>
                <a:lnTo>
                  <a:pt x="19031" y="66672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286336" y="3409519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30"/>
                </a:lnTo>
                <a:lnTo>
                  <a:pt x="19031" y="57151"/>
                </a:lnTo>
                <a:lnTo>
                  <a:pt x="28560" y="57151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14896" y="3485713"/>
            <a:ext cx="28547" cy="66672"/>
          </a:xfrm>
          <a:custGeom>
            <a:avLst/>
            <a:gdLst/>
            <a:ahLst/>
            <a:cxnLst/>
            <a:rect l="l" t="t" r="r" b="b"/>
            <a:pathLst>
              <a:path w="28547" h="66672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9515" y="19054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38109"/>
                </a:lnTo>
                <a:lnTo>
                  <a:pt x="19031" y="38109"/>
                </a:lnTo>
                <a:lnTo>
                  <a:pt x="19031" y="47630"/>
                </a:lnTo>
                <a:lnTo>
                  <a:pt x="19031" y="57151"/>
                </a:lnTo>
                <a:lnTo>
                  <a:pt x="28547" y="57151"/>
                </a:lnTo>
                <a:lnTo>
                  <a:pt x="28547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343444" y="3552385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33"/>
                </a:lnTo>
                <a:lnTo>
                  <a:pt x="9528" y="9533"/>
                </a:lnTo>
                <a:lnTo>
                  <a:pt x="9528" y="19054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38109"/>
                </a:lnTo>
                <a:lnTo>
                  <a:pt x="19044" y="47630"/>
                </a:lnTo>
                <a:lnTo>
                  <a:pt x="28560" y="47630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372004" y="3619058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33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28575"/>
                </a:lnTo>
                <a:lnTo>
                  <a:pt x="19044" y="38096"/>
                </a:lnTo>
                <a:lnTo>
                  <a:pt x="28560" y="38096"/>
                </a:lnTo>
                <a:lnTo>
                  <a:pt x="28560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400564" y="3666689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9515" y="19042"/>
                </a:lnTo>
                <a:lnTo>
                  <a:pt x="19044" y="19042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429124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457684" y="3723828"/>
            <a:ext cx="28547" cy="0"/>
          </a:xfrm>
          <a:custGeom>
            <a:avLst/>
            <a:gdLst/>
            <a:ahLst/>
            <a:cxnLst/>
            <a:rect l="l" t="t" r="r" b="b"/>
            <a:pathLst>
              <a:path w="28547" h="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28547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486232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19042"/>
                </a:moveTo>
                <a:lnTo>
                  <a:pt x="0" y="19042"/>
                </a:lnTo>
                <a:lnTo>
                  <a:pt x="9528" y="19042"/>
                </a:lnTo>
                <a:lnTo>
                  <a:pt x="19044" y="19042"/>
                </a:lnTo>
                <a:lnTo>
                  <a:pt x="19044" y="19042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514792" y="3676210"/>
            <a:ext cx="38075" cy="28575"/>
          </a:xfrm>
          <a:custGeom>
            <a:avLst/>
            <a:gdLst/>
            <a:ahLst/>
            <a:cxnLst/>
            <a:rect l="l" t="t" r="r" b="b"/>
            <a:pathLst>
              <a:path w="38075" h="28575">
                <a:moveTo>
                  <a:pt x="0" y="28575"/>
                </a:moveTo>
                <a:lnTo>
                  <a:pt x="9515" y="28575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  <a:lnTo>
                  <a:pt x="38075" y="0"/>
                </a:lnTo>
              </a:path>
            </a:pathLst>
          </a:custGeom>
          <a:ln w="954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552868" y="3619058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57151"/>
                </a:moveTo>
                <a:lnTo>
                  <a:pt x="0" y="47630"/>
                </a:lnTo>
                <a:lnTo>
                  <a:pt x="0" y="38096"/>
                </a:lnTo>
                <a:lnTo>
                  <a:pt x="0" y="38096"/>
                </a:lnTo>
                <a:lnTo>
                  <a:pt x="9528" y="38096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19054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581428" y="3561919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44" y="28575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609988" y="3495246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39"/>
                </a:lnTo>
                <a:lnTo>
                  <a:pt x="0" y="47618"/>
                </a:ln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0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638548" y="3419040"/>
            <a:ext cx="28547" cy="76206"/>
          </a:xfrm>
          <a:custGeom>
            <a:avLst/>
            <a:gdLst/>
            <a:ahLst/>
            <a:cxnLst/>
            <a:rect l="l" t="t" r="r" b="b"/>
            <a:pathLst>
              <a:path w="28547" h="76206">
                <a:moveTo>
                  <a:pt x="0" y="76206"/>
                </a:moveTo>
                <a:lnTo>
                  <a:pt x="0" y="66672"/>
                </a:lnTo>
                <a:lnTo>
                  <a:pt x="0" y="57151"/>
                </a:lnTo>
                <a:lnTo>
                  <a:pt x="9515" y="57151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667096" y="3342846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76193"/>
                </a:moveTo>
                <a:lnTo>
                  <a:pt x="0" y="66672"/>
                </a:lnTo>
                <a:lnTo>
                  <a:pt x="0" y="57151"/>
                </a:lnTo>
                <a:lnTo>
                  <a:pt x="0" y="57151"/>
                </a:lnTo>
                <a:lnTo>
                  <a:pt x="9528" y="57151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695656" y="3276173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51"/>
                </a:lnTo>
                <a:lnTo>
                  <a:pt x="9528" y="57151"/>
                </a:lnTo>
                <a:lnTo>
                  <a:pt x="9528" y="57151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28575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724216" y="3219034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63"/>
                </a:lnTo>
                <a:lnTo>
                  <a:pt x="19044" y="28563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752776" y="3171403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47630"/>
                </a:moveTo>
                <a:lnTo>
                  <a:pt x="0" y="38096"/>
                </a:lnTo>
                <a:lnTo>
                  <a:pt x="0" y="38096"/>
                </a:lnTo>
                <a:lnTo>
                  <a:pt x="9515" y="38096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781336" y="3142827"/>
            <a:ext cx="28547" cy="28575"/>
          </a:xfrm>
          <a:custGeom>
            <a:avLst/>
            <a:gdLst/>
            <a:ahLst/>
            <a:cxnLst/>
            <a:rect l="l" t="t" r="r" b="b"/>
            <a:pathLst>
              <a:path w="28547" h="28575">
                <a:moveTo>
                  <a:pt x="0" y="28575"/>
                </a:moveTo>
                <a:lnTo>
                  <a:pt x="9515" y="28575"/>
                </a:lnTo>
                <a:lnTo>
                  <a:pt x="9515" y="28575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809884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9521"/>
                </a:moveTo>
                <a:lnTo>
                  <a:pt x="9528" y="9521"/>
                </a:lnTo>
                <a:lnTo>
                  <a:pt x="9528" y="0"/>
                </a:lnTo>
                <a:lnTo>
                  <a:pt x="9528" y="0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838444" y="3133306"/>
            <a:ext cx="28547" cy="9521"/>
          </a:xfrm>
          <a:custGeom>
            <a:avLst/>
            <a:gdLst/>
            <a:ahLst/>
            <a:cxnLst/>
            <a:rect l="l" t="t" r="r" b="b"/>
            <a:pathLst>
              <a:path w="28547" h="9521">
                <a:moveTo>
                  <a:pt x="0" y="0"/>
                </a:moveTo>
                <a:lnTo>
                  <a:pt x="9528" y="0"/>
                </a:lnTo>
                <a:lnTo>
                  <a:pt x="18993" y="0"/>
                </a:lnTo>
                <a:lnTo>
                  <a:pt x="28547" y="0"/>
                </a:lnTo>
                <a:lnTo>
                  <a:pt x="28547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866991" y="3142827"/>
            <a:ext cx="28534" cy="19054"/>
          </a:xfrm>
          <a:custGeom>
            <a:avLst/>
            <a:gdLst/>
            <a:ahLst/>
            <a:cxnLst/>
            <a:rect l="l" t="t" r="r" b="b"/>
            <a:pathLst>
              <a:path w="28534" h="19054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9108" y="0"/>
                </a:lnTo>
                <a:lnTo>
                  <a:pt x="19108" y="9533"/>
                </a:lnTo>
                <a:lnTo>
                  <a:pt x="28534" y="9533"/>
                </a:lnTo>
                <a:lnTo>
                  <a:pt x="28534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895526" y="3161882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9554" y="9521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28575"/>
                </a:lnTo>
                <a:lnTo>
                  <a:pt x="28534" y="28575"/>
                </a:lnTo>
                <a:lnTo>
                  <a:pt x="28534" y="38096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924061" y="3209500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9554" y="0"/>
                </a:lnTo>
                <a:lnTo>
                  <a:pt x="9554" y="9533"/>
                </a:lnTo>
                <a:lnTo>
                  <a:pt x="19108" y="9533"/>
                </a:lnTo>
                <a:lnTo>
                  <a:pt x="19108" y="19054"/>
                </a:lnTo>
                <a:lnTo>
                  <a:pt x="19108" y="28575"/>
                </a:lnTo>
                <a:lnTo>
                  <a:pt x="28662" y="28575"/>
                </a:lnTo>
                <a:lnTo>
                  <a:pt x="28662" y="38096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952723" y="3257131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0"/>
                </a:moveTo>
                <a:lnTo>
                  <a:pt x="9426" y="9521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28575"/>
                </a:lnTo>
                <a:lnTo>
                  <a:pt x="18980" y="28575"/>
                </a:lnTo>
                <a:lnTo>
                  <a:pt x="18980" y="38096"/>
                </a:lnTo>
                <a:lnTo>
                  <a:pt x="18980" y="47618"/>
                </a:lnTo>
                <a:lnTo>
                  <a:pt x="28534" y="47618"/>
                </a:lnTo>
                <a:lnTo>
                  <a:pt x="28534" y="57139"/>
                </a:lnTo>
                <a:lnTo>
                  <a:pt x="28534" y="66672"/>
                </a:lnTo>
                <a:lnTo>
                  <a:pt x="38088" y="66672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990811" y="332380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63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39"/>
                </a:lnTo>
                <a:lnTo>
                  <a:pt x="18980" y="66672"/>
                </a:lnTo>
                <a:lnTo>
                  <a:pt x="18980" y="76193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019346" y="3399998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75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047881" y="3476192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8980" y="38096"/>
                </a:lnTo>
                <a:lnTo>
                  <a:pt x="18980" y="47630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076415" y="3542864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9108" y="38096"/>
                </a:lnTo>
                <a:lnTo>
                  <a:pt x="19108" y="47630"/>
                </a:lnTo>
                <a:lnTo>
                  <a:pt x="19108" y="57151"/>
                </a:lnTo>
                <a:lnTo>
                  <a:pt x="28534" y="57151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104950" y="3609537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54" y="9521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096"/>
                </a:lnTo>
                <a:lnTo>
                  <a:pt x="19108" y="47618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133485" y="3657155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0" y="0"/>
                </a:lnTo>
                <a:lnTo>
                  <a:pt x="0" y="9533"/>
                </a:lnTo>
                <a:lnTo>
                  <a:pt x="9554" y="9533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109"/>
                </a:lnTo>
                <a:lnTo>
                  <a:pt x="28662" y="38109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162147" y="3704786"/>
            <a:ext cx="28534" cy="19042"/>
          </a:xfrm>
          <a:custGeom>
            <a:avLst/>
            <a:gdLst/>
            <a:ahLst/>
            <a:cxnLst/>
            <a:rect l="l" t="t" r="r" b="b"/>
            <a:pathLst>
              <a:path w="28534" h="19042">
                <a:moveTo>
                  <a:pt x="0" y="0"/>
                </a:moveTo>
                <a:lnTo>
                  <a:pt x="0" y="0"/>
                </a:lnTo>
                <a:lnTo>
                  <a:pt x="9426" y="0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19042"/>
                </a:lnTo>
                <a:lnTo>
                  <a:pt x="28534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190682" y="3723828"/>
            <a:ext cx="28534" cy="0"/>
          </a:xfrm>
          <a:custGeom>
            <a:avLst/>
            <a:gdLst/>
            <a:ahLst/>
            <a:cxnLst/>
            <a:rect l="l" t="t" r="r" b="b"/>
            <a:pathLst>
              <a:path w="28534" h="0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219216" y="3714307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554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247751" y="3676210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276286" y="3628592"/>
            <a:ext cx="28662" cy="47618"/>
          </a:xfrm>
          <a:custGeom>
            <a:avLst/>
            <a:gdLst/>
            <a:ahLst/>
            <a:cxnLst/>
            <a:rect l="l" t="t" r="r" b="b"/>
            <a:pathLst>
              <a:path w="28662" h="47618">
                <a:moveTo>
                  <a:pt x="0" y="47618"/>
                </a:moveTo>
                <a:lnTo>
                  <a:pt x="9554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9108" y="28563"/>
                </a:lnTo>
                <a:lnTo>
                  <a:pt x="19108" y="19042"/>
                </a:lnTo>
                <a:lnTo>
                  <a:pt x="28662" y="19042"/>
                </a:lnTo>
                <a:lnTo>
                  <a:pt x="28662" y="9521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304948" y="3571440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9426" y="57151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19054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333482" y="3504768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66672"/>
                </a:moveTo>
                <a:lnTo>
                  <a:pt x="9426" y="66672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9521"/>
                </a:lnTo>
                <a:lnTo>
                  <a:pt x="28534" y="0"/>
                </a:lnTo>
                <a:lnTo>
                  <a:pt x="38088" y="0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371571" y="342857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76193"/>
                </a:moveTo>
                <a:lnTo>
                  <a:pt x="0" y="66672"/>
                </a:lnTo>
                <a:lnTo>
                  <a:pt x="0" y="47618"/>
                </a:lnTo>
                <a:lnTo>
                  <a:pt x="9426" y="47618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400106" y="3352367"/>
            <a:ext cx="28534" cy="76206"/>
          </a:xfrm>
          <a:custGeom>
            <a:avLst/>
            <a:gdLst/>
            <a:ahLst/>
            <a:cxnLst/>
            <a:rect l="l" t="t" r="r" b="b"/>
            <a:pathLst>
              <a:path w="28534" h="76206">
                <a:moveTo>
                  <a:pt x="0" y="76206"/>
                </a:moveTo>
                <a:lnTo>
                  <a:pt x="0" y="76206"/>
                </a:lnTo>
                <a:lnTo>
                  <a:pt x="0" y="47630"/>
                </a:lnTo>
                <a:lnTo>
                  <a:pt x="9554" y="47630"/>
                </a:lnTo>
                <a:lnTo>
                  <a:pt x="9554" y="47630"/>
                </a:lnTo>
                <a:lnTo>
                  <a:pt x="9554" y="28575"/>
                </a:lnTo>
                <a:lnTo>
                  <a:pt x="18980" y="28575"/>
                </a:lnTo>
                <a:lnTo>
                  <a:pt x="18980" y="9533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428640" y="3285707"/>
            <a:ext cx="28534" cy="66660"/>
          </a:xfrm>
          <a:custGeom>
            <a:avLst/>
            <a:gdLst/>
            <a:ahLst/>
            <a:cxnLst/>
            <a:rect l="l" t="t" r="r" b="b"/>
            <a:pathLst>
              <a:path w="28534" h="66660">
                <a:moveTo>
                  <a:pt x="0" y="66660"/>
                </a:moveTo>
                <a:lnTo>
                  <a:pt x="0" y="66660"/>
                </a:lnTo>
                <a:lnTo>
                  <a:pt x="0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8980" y="28563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457175" y="3228555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0" y="57151"/>
                </a:lnTo>
                <a:lnTo>
                  <a:pt x="0" y="38096"/>
                </a:lnTo>
                <a:lnTo>
                  <a:pt x="9554" y="38096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0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485710" y="3180924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47630"/>
                </a:moveTo>
                <a:lnTo>
                  <a:pt x="0" y="38109"/>
                </a:ln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514372" y="3142827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426" y="28575"/>
                </a:ln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542906" y="3133306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426" y="9521"/>
                </a:lnTo>
                <a:lnTo>
                  <a:pt x="9426" y="0"/>
                </a:lnTo>
                <a:lnTo>
                  <a:pt x="9426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571441" y="3133306"/>
            <a:ext cx="9554" cy="0"/>
          </a:xfrm>
          <a:custGeom>
            <a:avLst/>
            <a:gdLst/>
            <a:ahLst/>
            <a:cxnLst/>
            <a:rect l="l" t="t" r="r" b="b"/>
            <a:pathLst>
              <a:path w="9554" h="0">
                <a:moveTo>
                  <a:pt x="0" y="0"/>
                </a:moveTo>
                <a:lnTo>
                  <a:pt x="955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5010587" y="3133306"/>
            <a:ext cx="28560" cy="0"/>
          </a:xfrm>
          <a:custGeom>
            <a:avLst/>
            <a:gdLst/>
            <a:ahLst/>
            <a:cxnLst/>
            <a:rect l="l" t="t" r="r" b="b"/>
            <a:pathLst>
              <a:path w="28560" h="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28560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5039148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28560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5067708" y="3142827"/>
            <a:ext cx="28547" cy="9533"/>
          </a:xfrm>
          <a:custGeom>
            <a:avLst/>
            <a:gdLst/>
            <a:ahLst/>
            <a:cxnLst/>
            <a:rect l="l" t="t" r="r" b="b"/>
            <a:pathLst>
              <a:path w="28547" h="9533">
                <a:moveTo>
                  <a:pt x="0" y="0"/>
                </a:moveTo>
                <a:lnTo>
                  <a:pt x="9515" y="0"/>
                </a:lnTo>
                <a:lnTo>
                  <a:pt x="9515" y="9533"/>
                </a:lnTo>
                <a:lnTo>
                  <a:pt x="19031" y="9533"/>
                </a:lnTo>
                <a:lnTo>
                  <a:pt x="28547" y="9533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5096255" y="3152361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9528" y="0"/>
                </a:lnTo>
                <a:lnTo>
                  <a:pt x="9528" y="9521"/>
                </a:lnTo>
                <a:lnTo>
                  <a:pt x="19044" y="9521"/>
                </a:lnTo>
                <a:lnTo>
                  <a:pt x="19044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5124815" y="3171403"/>
            <a:ext cx="28560" cy="19054"/>
          </a:xfrm>
          <a:custGeom>
            <a:avLst/>
            <a:gdLst/>
            <a:ahLst/>
            <a:cxnLst/>
            <a:rect l="l" t="t" r="r" b="b"/>
            <a:pathLst>
              <a:path w="28560" h="19054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44" y="9521"/>
                </a:lnTo>
                <a:lnTo>
                  <a:pt x="19044" y="19054"/>
                </a:lnTo>
                <a:lnTo>
                  <a:pt x="28560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153376" y="3190458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181936" y="3209500"/>
            <a:ext cx="28560" cy="28575"/>
          </a:xfrm>
          <a:custGeom>
            <a:avLst/>
            <a:gdLst/>
            <a:ahLst/>
            <a:cxnLst/>
            <a:rect l="l" t="t" r="r" b="b"/>
            <a:pathLst>
              <a:path w="28560" h="28575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28560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210496" y="3238076"/>
            <a:ext cx="28547" cy="28575"/>
          </a:xfrm>
          <a:custGeom>
            <a:avLst/>
            <a:gdLst/>
            <a:ahLst/>
            <a:cxnLst/>
            <a:rect l="l" t="t" r="r" b="b"/>
            <a:pathLst>
              <a:path w="28547" h="28575">
                <a:moveTo>
                  <a:pt x="0" y="0"/>
                </a:move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28547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239043" y="3266652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0" y="9521"/>
                </a:lnTo>
                <a:lnTo>
                  <a:pt x="9528" y="9521"/>
                </a:lnTo>
                <a:lnTo>
                  <a:pt x="9528" y="19054"/>
                </a:lnTo>
                <a:lnTo>
                  <a:pt x="19044" y="19054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267603" y="3304749"/>
            <a:ext cx="28560" cy="28575"/>
          </a:xfrm>
          <a:custGeom>
            <a:avLst/>
            <a:gdLst/>
            <a:ahLst/>
            <a:cxnLst/>
            <a:rect l="l" t="t" r="r" b="b"/>
            <a:pathLst>
              <a:path w="28560" h="28575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44" y="9521"/>
                </a:lnTo>
                <a:lnTo>
                  <a:pt x="19044" y="19054"/>
                </a:lnTo>
                <a:lnTo>
                  <a:pt x="28560" y="19054"/>
                </a:lnTo>
                <a:lnTo>
                  <a:pt x="28560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296164" y="3333325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0" y="9521"/>
                </a:lnTo>
                <a:lnTo>
                  <a:pt x="9515" y="9521"/>
                </a:lnTo>
                <a:lnTo>
                  <a:pt x="9515" y="19042"/>
                </a:lnTo>
                <a:lnTo>
                  <a:pt x="19044" y="19042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324724" y="3371422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353284" y="3409519"/>
            <a:ext cx="28547" cy="38096"/>
          </a:xfrm>
          <a:custGeom>
            <a:avLst/>
            <a:gdLst/>
            <a:ahLst/>
            <a:cxnLst/>
            <a:rect l="l" t="t" r="r" b="b"/>
            <a:pathLst>
              <a:path w="28547" h="38096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54"/>
                </a:lnTo>
                <a:lnTo>
                  <a:pt x="19031" y="28575"/>
                </a:lnTo>
                <a:lnTo>
                  <a:pt x="28547" y="28575"/>
                </a:lnTo>
                <a:lnTo>
                  <a:pt x="28547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381831" y="3447616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0" y="0"/>
                </a:lnTo>
                <a:lnTo>
                  <a:pt x="9528" y="0"/>
                </a:lnTo>
                <a:lnTo>
                  <a:pt x="9528" y="9533"/>
                </a:lnTo>
                <a:lnTo>
                  <a:pt x="19044" y="9533"/>
                </a:lnTo>
                <a:lnTo>
                  <a:pt x="19044" y="19054"/>
                </a:lnTo>
                <a:lnTo>
                  <a:pt x="28560" y="19054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410392" y="3485713"/>
            <a:ext cx="38075" cy="28575"/>
          </a:xfrm>
          <a:custGeom>
            <a:avLst/>
            <a:gdLst/>
            <a:ahLst/>
            <a:cxnLst/>
            <a:rect l="l" t="t" r="r" b="b"/>
            <a:pathLst>
              <a:path w="38075" h="28575">
                <a:moveTo>
                  <a:pt x="0" y="0"/>
                </a:moveTo>
                <a:lnTo>
                  <a:pt x="9515" y="0"/>
                </a:lnTo>
                <a:lnTo>
                  <a:pt x="9515" y="9533"/>
                </a:lnTo>
                <a:lnTo>
                  <a:pt x="19044" y="9533"/>
                </a:lnTo>
                <a:lnTo>
                  <a:pt x="19044" y="19054"/>
                </a:lnTo>
                <a:lnTo>
                  <a:pt x="28560" y="19054"/>
                </a:lnTo>
                <a:lnTo>
                  <a:pt x="28560" y="28575"/>
                </a:lnTo>
                <a:lnTo>
                  <a:pt x="38075" y="28575"/>
                </a:lnTo>
              </a:path>
            </a:pathLst>
          </a:custGeom>
          <a:ln w="954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448468" y="3514288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0" y="9533"/>
                </a:lnTo>
                <a:lnTo>
                  <a:pt x="0" y="19054"/>
                </a:lnTo>
                <a:lnTo>
                  <a:pt x="9528" y="19054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38096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477028" y="3552385"/>
            <a:ext cx="28560" cy="38109"/>
          </a:xfrm>
          <a:custGeom>
            <a:avLst/>
            <a:gdLst/>
            <a:ahLst/>
            <a:cxnLst/>
            <a:rect l="l" t="t" r="r" b="b"/>
            <a:pathLst>
              <a:path w="28560" h="38109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109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505588" y="3590495"/>
            <a:ext cx="28560" cy="28563"/>
          </a:xfrm>
          <a:custGeom>
            <a:avLst/>
            <a:gdLst/>
            <a:ahLst/>
            <a:cxnLst/>
            <a:rect l="l" t="t" r="r" b="b"/>
            <a:pathLst>
              <a:path w="28560" h="28563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42"/>
                </a:lnTo>
                <a:lnTo>
                  <a:pt x="28560" y="19042"/>
                </a:lnTo>
                <a:lnTo>
                  <a:pt x="28560" y="28563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534148" y="3619058"/>
            <a:ext cx="28547" cy="28575"/>
          </a:xfrm>
          <a:custGeom>
            <a:avLst/>
            <a:gdLst/>
            <a:ahLst/>
            <a:cxnLst/>
            <a:rect l="l" t="t" r="r" b="b"/>
            <a:pathLst>
              <a:path w="28547" h="28575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33"/>
                </a:lnTo>
                <a:lnTo>
                  <a:pt x="19031" y="9533"/>
                </a:lnTo>
                <a:lnTo>
                  <a:pt x="19031" y="19054"/>
                </a:lnTo>
                <a:lnTo>
                  <a:pt x="28547" y="19054"/>
                </a:lnTo>
                <a:lnTo>
                  <a:pt x="28547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562696" y="3647634"/>
            <a:ext cx="28560" cy="19054"/>
          </a:xfrm>
          <a:custGeom>
            <a:avLst/>
            <a:gdLst/>
            <a:ahLst/>
            <a:cxnLst/>
            <a:rect l="l" t="t" r="r" b="b"/>
            <a:pathLst>
              <a:path w="28560" h="19054">
                <a:moveTo>
                  <a:pt x="0" y="0"/>
                </a:moveTo>
                <a:lnTo>
                  <a:pt x="0" y="0"/>
                </a:lnTo>
                <a:lnTo>
                  <a:pt x="9528" y="0"/>
                </a:lnTo>
                <a:lnTo>
                  <a:pt x="9528" y="9521"/>
                </a:lnTo>
                <a:lnTo>
                  <a:pt x="19044" y="9521"/>
                </a:lnTo>
                <a:lnTo>
                  <a:pt x="19044" y="19054"/>
                </a:lnTo>
                <a:lnTo>
                  <a:pt x="28560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591256" y="3666689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0" y="9521"/>
                </a:lnTo>
                <a:lnTo>
                  <a:pt x="9528" y="9521"/>
                </a:lnTo>
                <a:lnTo>
                  <a:pt x="9528" y="9521"/>
                </a:lnTo>
                <a:lnTo>
                  <a:pt x="19044" y="9521"/>
                </a:lnTo>
                <a:lnTo>
                  <a:pt x="19044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619816" y="3685731"/>
            <a:ext cx="28560" cy="19054"/>
          </a:xfrm>
          <a:custGeom>
            <a:avLst/>
            <a:gdLst/>
            <a:ahLst/>
            <a:cxnLst/>
            <a:rect l="l" t="t" r="r" b="b"/>
            <a:pathLst>
              <a:path w="28560" h="19054">
                <a:moveTo>
                  <a:pt x="0" y="0"/>
                </a:moveTo>
                <a:lnTo>
                  <a:pt x="0" y="0"/>
                </a:lnTo>
                <a:lnTo>
                  <a:pt x="0" y="9533"/>
                </a:lnTo>
                <a:lnTo>
                  <a:pt x="9515" y="9533"/>
                </a:lnTo>
                <a:lnTo>
                  <a:pt x="19044" y="9533"/>
                </a:lnTo>
                <a:lnTo>
                  <a:pt x="19044" y="19054"/>
                </a:lnTo>
                <a:lnTo>
                  <a:pt x="28560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648376" y="370478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28560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676936" y="3714307"/>
            <a:ext cx="28547" cy="9521"/>
          </a:xfrm>
          <a:custGeom>
            <a:avLst/>
            <a:gdLst/>
            <a:ahLst/>
            <a:cxnLst/>
            <a:rect l="l" t="t" r="r" b="b"/>
            <a:pathLst>
              <a:path w="28547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28547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705484" y="3723828"/>
            <a:ext cx="28560" cy="0"/>
          </a:xfrm>
          <a:custGeom>
            <a:avLst/>
            <a:gdLst/>
            <a:ahLst/>
            <a:cxnLst/>
            <a:rect l="l" t="t" r="r" b="b"/>
            <a:pathLst>
              <a:path w="28560" h="0">
                <a:moveTo>
                  <a:pt x="0" y="0"/>
                </a:moveTo>
                <a:lnTo>
                  <a:pt x="9528" y="0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734044" y="3723828"/>
            <a:ext cx="28547" cy="0"/>
          </a:xfrm>
          <a:custGeom>
            <a:avLst/>
            <a:gdLst/>
            <a:ahLst/>
            <a:cxnLst/>
            <a:rect l="l" t="t" r="r" b="b"/>
            <a:pathLst>
              <a:path w="28547" h="0">
                <a:moveTo>
                  <a:pt x="0" y="0"/>
                </a:moveTo>
                <a:lnTo>
                  <a:pt x="9528" y="0"/>
                </a:lnTo>
                <a:lnTo>
                  <a:pt x="18993" y="0"/>
                </a:lnTo>
                <a:lnTo>
                  <a:pt x="28547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762591" y="3714307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0" y="9521"/>
                </a:lnTo>
                <a:lnTo>
                  <a:pt x="9554" y="9521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791126" y="3704786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0" y="9521"/>
                </a:lnTo>
                <a:lnTo>
                  <a:pt x="9554" y="9521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819661" y="3695265"/>
            <a:ext cx="28662" cy="9521"/>
          </a:xfrm>
          <a:custGeom>
            <a:avLst/>
            <a:gdLst/>
            <a:ahLst/>
            <a:cxnLst/>
            <a:rect l="l" t="t" r="r" b="b"/>
            <a:pathLst>
              <a:path w="28662" h="9521">
                <a:moveTo>
                  <a:pt x="0" y="9521"/>
                </a:moveTo>
                <a:lnTo>
                  <a:pt x="9554" y="9521"/>
                </a:lnTo>
                <a:lnTo>
                  <a:pt x="19108" y="9521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848323" y="3676210"/>
            <a:ext cx="38088" cy="19054"/>
          </a:xfrm>
          <a:custGeom>
            <a:avLst/>
            <a:gdLst/>
            <a:ahLst/>
            <a:cxnLst/>
            <a:rect l="l" t="t" r="r" b="b"/>
            <a:pathLst>
              <a:path w="38088" h="19054">
                <a:moveTo>
                  <a:pt x="0" y="19054"/>
                </a:moveTo>
                <a:lnTo>
                  <a:pt x="9426" y="19054"/>
                </a:lnTo>
                <a:lnTo>
                  <a:pt x="9426" y="19054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18980" y="0"/>
                </a:lnTo>
                <a:lnTo>
                  <a:pt x="28534" y="0"/>
                </a:lnTo>
                <a:lnTo>
                  <a:pt x="38088" y="0"/>
                </a:lnTo>
              </a:path>
            </a:pathLst>
          </a:custGeom>
          <a:ln w="953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886411" y="3647634"/>
            <a:ext cx="28534" cy="28575"/>
          </a:xfrm>
          <a:custGeom>
            <a:avLst/>
            <a:gdLst/>
            <a:ahLst/>
            <a:cxnLst/>
            <a:rect l="l" t="t" r="r" b="b"/>
            <a:pathLst>
              <a:path w="28534" h="28575">
                <a:moveTo>
                  <a:pt x="0" y="28575"/>
                </a:moveTo>
                <a:lnTo>
                  <a:pt x="0" y="19054"/>
                </a:lnTo>
                <a:lnTo>
                  <a:pt x="9426" y="19054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5914946" y="3619058"/>
            <a:ext cx="28534" cy="28575"/>
          </a:xfrm>
          <a:custGeom>
            <a:avLst/>
            <a:gdLst/>
            <a:ahLst/>
            <a:cxnLst/>
            <a:rect l="l" t="t" r="r" b="b"/>
            <a:pathLst>
              <a:path w="28534" h="28575">
                <a:moveTo>
                  <a:pt x="0" y="28575"/>
                </a:move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943481" y="3590495"/>
            <a:ext cx="28534" cy="28563"/>
          </a:xfrm>
          <a:custGeom>
            <a:avLst/>
            <a:gdLst/>
            <a:ahLst/>
            <a:cxnLst/>
            <a:rect l="l" t="t" r="r" b="b"/>
            <a:pathLst>
              <a:path w="28534" h="28563">
                <a:moveTo>
                  <a:pt x="0" y="28563"/>
                </a:moveTo>
                <a:lnTo>
                  <a:pt x="9554" y="28563"/>
                </a:lnTo>
                <a:lnTo>
                  <a:pt x="9554" y="28563"/>
                </a:lnTo>
                <a:lnTo>
                  <a:pt x="9554" y="19042"/>
                </a:lnTo>
                <a:lnTo>
                  <a:pt x="18980" y="19042"/>
                </a:lnTo>
                <a:lnTo>
                  <a:pt x="18980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5972015" y="3561919"/>
            <a:ext cx="28534" cy="28575"/>
          </a:xfrm>
          <a:custGeom>
            <a:avLst/>
            <a:gdLst/>
            <a:ahLst/>
            <a:cxnLst/>
            <a:rect l="l" t="t" r="r" b="b"/>
            <a:pathLst>
              <a:path w="28534" h="28575">
                <a:moveTo>
                  <a:pt x="0" y="28575"/>
                </a:moveTo>
                <a:lnTo>
                  <a:pt x="9554" y="28575"/>
                </a:lnTo>
                <a:lnTo>
                  <a:pt x="9554" y="19042"/>
                </a:lnTo>
                <a:lnTo>
                  <a:pt x="9554" y="9521"/>
                </a:lnTo>
                <a:lnTo>
                  <a:pt x="19108" y="9521"/>
                </a:lnTo>
                <a:lnTo>
                  <a:pt x="19108" y="0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6000550" y="3523822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63"/>
                </a:lnTo>
                <a:lnTo>
                  <a:pt x="9554" y="28563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6029085" y="3495246"/>
            <a:ext cx="28662" cy="28575"/>
          </a:xfrm>
          <a:custGeom>
            <a:avLst/>
            <a:gdLst/>
            <a:ahLst/>
            <a:cxnLst/>
            <a:rect l="l" t="t" r="r" b="b"/>
            <a:pathLst>
              <a:path w="28662" h="28575">
                <a:moveTo>
                  <a:pt x="0" y="28575"/>
                </a:moveTo>
                <a:lnTo>
                  <a:pt x="9554" y="28575"/>
                </a:lnTo>
                <a:lnTo>
                  <a:pt x="9554" y="19042"/>
                </a:lnTo>
                <a:lnTo>
                  <a:pt x="9554" y="9521"/>
                </a:lnTo>
                <a:lnTo>
                  <a:pt x="19108" y="9521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6057747" y="3457149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63"/>
                </a:lnTo>
                <a:lnTo>
                  <a:pt x="0" y="28563"/>
                </a:lnTo>
                <a:lnTo>
                  <a:pt x="9426" y="28563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6086281" y="3419040"/>
            <a:ext cx="28534" cy="38109"/>
          </a:xfrm>
          <a:custGeom>
            <a:avLst/>
            <a:gdLst/>
            <a:ahLst/>
            <a:cxnLst/>
            <a:rect l="l" t="t" r="r" b="b"/>
            <a:pathLst>
              <a:path w="28534" h="38109">
                <a:moveTo>
                  <a:pt x="0" y="38109"/>
                </a:moveTo>
                <a:lnTo>
                  <a:pt x="0" y="28575"/>
                </a:ln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6114816" y="3380943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6143351" y="3342846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9554" y="38096"/>
                </a:lnTo>
                <a:lnTo>
                  <a:pt x="9554" y="38096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6171885" y="3314270"/>
            <a:ext cx="28662" cy="28575"/>
          </a:xfrm>
          <a:custGeom>
            <a:avLst/>
            <a:gdLst/>
            <a:ahLst/>
            <a:cxnLst/>
            <a:rect l="l" t="t" r="r" b="b"/>
            <a:pathLst>
              <a:path w="28662" h="28575">
                <a:moveTo>
                  <a:pt x="0" y="28575"/>
                </a:move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9533"/>
                </a:lnTo>
                <a:lnTo>
                  <a:pt x="28662" y="9533"/>
                </a:lnTo>
                <a:lnTo>
                  <a:pt x="28662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6200547" y="3276173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0" y="28575"/>
                </a:lnTo>
                <a:lnTo>
                  <a:pt x="9426" y="28575"/>
                </a:ln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6229082" y="3247597"/>
            <a:ext cx="38088" cy="28575"/>
          </a:xfrm>
          <a:custGeom>
            <a:avLst/>
            <a:gdLst/>
            <a:ahLst/>
            <a:cxnLst/>
            <a:rect l="l" t="t" r="r" b="b"/>
            <a:pathLst>
              <a:path w="38088" h="28575">
                <a:moveTo>
                  <a:pt x="0" y="28575"/>
                </a:moveTo>
                <a:lnTo>
                  <a:pt x="9426" y="28575"/>
                </a:ln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  <a:lnTo>
                  <a:pt x="38088" y="0"/>
                </a:lnTo>
              </a:path>
            </a:pathLst>
          </a:custGeom>
          <a:ln w="954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6267171" y="3219034"/>
            <a:ext cx="28534" cy="28563"/>
          </a:xfrm>
          <a:custGeom>
            <a:avLst/>
            <a:gdLst/>
            <a:ahLst/>
            <a:cxnLst/>
            <a:rect l="l" t="t" r="r" b="b"/>
            <a:pathLst>
              <a:path w="28534" h="28563">
                <a:moveTo>
                  <a:pt x="0" y="28563"/>
                </a:moveTo>
                <a:lnTo>
                  <a:pt x="0" y="19042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6295706" y="3190458"/>
            <a:ext cx="28534" cy="28575"/>
          </a:xfrm>
          <a:custGeom>
            <a:avLst/>
            <a:gdLst/>
            <a:ahLst/>
            <a:cxnLst/>
            <a:rect l="l" t="t" r="r" b="b"/>
            <a:pathLst>
              <a:path w="28534" h="28575">
                <a:moveTo>
                  <a:pt x="0" y="28575"/>
                </a:moveTo>
                <a:lnTo>
                  <a:pt x="0" y="19042"/>
                </a:lnTo>
                <a:lnTo>
                  <a:pt x="9554" y="19042"/>
                </a:lnTo>
                <a:lnTo>
                  <a:pt x="9554" y="9521"/>
                </a:lnTo>
                <a:lnTo>
                  <a:pt x="18980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6324240" y="3171403"/>
            <a:ext cx="28534" cy="19054"/>
          </a:xfrm>
          <a:custGeom>
            <a:avLst/>
            <a:gdLst/>
            <a:ahLst/>
            <a:cxnLst/>
            <a:rect l="l" t="t" r="r" b="b"/>
            <a:pathLst>
              <a:path w="28534" h="19054">
                <a:moveTo>
                  <a:pt x="0" y="19054"/>
                </a:moveTo>
                <a:lnTo>
                  <a:pt x="9554" y="19054"/>
                </a:lnTo>
                <a:lnTo>
                  <a:pt x="9554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6352775" y="3152361"/>
            <a:ext cx="28534" cy="19042"/>
          </a:xfrm>
          <a:custGeom>
            <a:avLst/>
            <a:gdLst/>
            <a:ahLst/>
            <a:cxnLst/>
            <a:rect l="l" t="t" r="r" b="b"/>
            <a:pathLst>
              <a:path w="28534" h="19042">
                <a:moveTo>
                  <a:pt x="0" y="19042"/>
                </a:moveTo>
                <a:lnTo>
                  <a:pt x="9554" y="19042"/>
                </a:lnTo>
                <a:lnTo>
                  <a:pt x="9554" y="9521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6381310" y="3142827"/>
            <a:ext cx="28662" cy="9533"/>
          </a:xfrm>
          <a:custGeom>
            <a:avLst/>
            <a:gdLst/>
            <a:ahLst/>
            <a:cxnLst/>
            <a:rect l="l" t="t" r="r" b="b"/>
            <a:pathLst>
              <a:path w="28662" h="9533">
                <a:moveTo>
                  <a:pt x="0" y="9533"/>
                </a:moveTo>
                <a:lnTo>
                  <a:pt x="0" y="9533"/>
                </a:lnTo>
                <a:lnTo>
                  <a:pt x="9554" y="9533"/>
                </a:lnTo>
                <a:lnTo>
                  <a:pt x="19108" y="9533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6409972" y="3133306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426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6438506" y="3133306"/>
            <a:ext cx="28534" cy="0"/>
          </a:xfrm>
          <a:custGeom>
            <a:avLst/>
            <a:gdLst/>
            <a:ahLst/>
            <a:cxnLst/>
            <a:rect l="l" t="t" r="r" b="b"/>
            <a:pathLst>
              <a:path w="28534" h="0">
                <a:moveTo>
                  <a:pt x="0" y="0"/>
                </a:moveTo>
                <a:lnTo>
                  <a:pt x="9426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6467041" y="3133306"/>
            <a:ext cx="9554" cy="0"/>
          </a:xfrm>
          <a:custGeom>
            <a:avLst/>
            <a:gdLst/>
            <a:ahLst/>
            <a:cxnLst/>
            <a:rect l="l" t="t" r="r" b="b"/>
            <a:pathLst>
              <a:path w="9554" h="0">
                <a:moveTo>
                  <a:pt x="0" y="0"/>
                </a:moveTo>
                <a:lnTo>
                  <a:pt x="955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562787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19031" y="9521"/>
                </a:lnTo>
                <a:lnTo>
                  <a:pt x="28560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591348" y="3142827"/>
            <a:ext cx="28560" cy="28575"/>
          </a:xfrm>
          <a:custGeom>
            <a:avLst/>
            <a:gdLst/>
            <a:ahLst/>
            <a:cxnLst/>
            <a:rect l="l" t="t" r="r" b="b"/>
            <a:pathLst>
              <a:path w="28560" h="28575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19031" y="9533"/>
                </a:lnTo>
                <a:lnTo>
                  <a:pt x="19031" y="19054"/>
                </a:lnTo>
                <a:lnTo>
                  <a:pt x="28560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619908" y="3171403"/>
            <a:ext cx="28547" cy="38096"/>
          </a:xfrm>
          <a:custGeom>
            <a:avLst/>
            <a:gdLst/>
            <a:ahLst/>
            <a:cxnLst/>
            <a:rect l="l" t="t" r="r" b="b"/>
            <a:pathLst>
              <a:path w="28547" h="38096">
                <a:moveTo>
                  <a:pt x="0" y="0"/>
                </a:move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19031" y="38096"/>
                </a:lnTo>
                <a:lnTo>
                  <a:pt x="28547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648455" y="3209500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0"/>
                </a:moveTo>
                <a:lnTo>
                  <a:pt x="0" y="9533"/>
                </a:lnTo>
                <a:lnTo>
                  <a:pt x="0" y="19054"/>
                </a:lnTo>
                <a:lnTo>
                  <a:pt x="9528" y="19054"/>
                </a:lnTo>
                <a:lnTo>
                  <a:pt x="9528" y="28575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47630"/>
                </a:lnTo>
                <a:lnTo>
                  <a:pt x="19044" y="57151"/>
                </a:lnTo>
                <a:lnTo>
                  <a:pt x="28560" y="57151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677015" y="3266652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44" y="38096"/>
                </a:lnTo>
                <a:lnTo>
                  <a:pt x="19044" y="47618"/>
                </a:lnTo>
                <a:lnTo>
                  <a:pt x="19044" y="57151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705576" y="3333325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515" y="19042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18"/>
                </a:lnTo>
                <a:lnTo>
                  <a:pt x="19031" y="57151"/>
                </a:lnTo>
                <a:lnTo>
                  <a:pt x="19031" y="66672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734136" y="3409519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30"/>
                </a:lnTo>
                <a:lnTo>
                  <a:pt x="19031" y="57151"/>
                </a:lnTo>
                <a:lnTo>
                  <a:pt x="28560" y="57151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762696" y="3485713"/>
            <a:ext cx="28547" cy="66672"/>
          </a:xfrm>
          <a:custGeom>
            <a:avLst/>
            <a:gdLst/>
            <a:ahLst/>
            <a:cxnLst/>
            <a:rect l="l" t="t" r="r" b="b"/>
            <a:pathLst>
              <a:path w="28547" h="66672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9515" y="19054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38109"/>
                </a:lnTo>
                <a:lnTo>
                  <a:pt x="19031" y="38109"/>
                </a:lnTo>
                <a:lnTo>
                  <a:pt x="19031" y="47630"/>
                </a:lnTo>
                <a:lnTo>
                  <a:pt x="19031" y="57151"/>
                </a:lnTo>
                <a:lnTo>
                  <a:pt x="28547" y="57151"/>
                </a:lnTo>
                <a:lnTo>
                  <a:pt x="28547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791243" y="3552385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33"/>
                </a:lnTo>
                <a:lnTo>
                  <a:pt x="9528" y="9533"/>
                </a:lnTo>
                <a:lnTo>
                  <a:pt x="9528" y="19054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38109"/>
                </a:lnTo>
                <a:lnTo>
                  <a:pt x="19044" y="47630"/>
                </a:lnTo>
                <a:lnTo>
                  <a:pt x="28560" y="47630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3819804" y="3619058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33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28575"/>
                </a:lnTo>
                <a:lnTo>
                  <a:pt x="19044" y="38096"/>
                </a:lnTo>
                <a:lnTo>
                  <a:pt x="28560" y="38096"/>
                </a:lnTo>
                <a:lnTo>
                  <a:pt x="28560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3848364" y="3666689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9515" y="19042"/>
                </a:lnTo>
                <a:lnTo>
                  <a:pt x="19044" y="19042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3876924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3905484" y="3723828"/>
            <a:ext cx="28547" cy="0"/>
          </a:xfrm>
          <a:custGeom>
            <a:avLst/>
            <a:gdLst/>
            <a:ahLst/>
            <a:cxnLst/>
            <a:rect l="l" t="t" r="r" b="b"/>
            <a:pathLst>
              <a:path w="28547" h="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28547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934032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19042"/>
                </a:moveTo>
                <a:lnTo>
                  <a:pt x="0" y="19042"/>
                </a:lnTo>
                <a:lnTo>
                  <a:pt x="9528" y="19042"/>
                </a:lnTo>
                <a:lnTo>
                  <a:pt x="19044" y="19042"/>
                </a:lnTo>
                <a:lnTo>
                  <a:pt x="19044" y="19042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962592" y="3676210"/>
            <a:ext cx="38075" cy="28575"/>
          </a:xfrm>
          <a:custGeom>
            <a:avLst/>
            <a:gdLst/>
            <a:ahLst/>
            <a:cxnLst/>
            <a:rect l="l" t="t" r="r" b="b"/>
            <a:pathLst>
              <a:path w="38075" h="28575">
                <a:moveTo>
                  <a:pt x="0" y="28575"/>
                </a:moveTo>
                <a:lnTo>
                  <a:pt x="9515" y="28575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  <a:lnTo>
                  <a:pt x="38075" y="0"/>
                </a:lnTo>
              </a:path>
            </a:pathLst>
          </a:custGeom>
          <a:ln w="954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000668" y="3619058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57151"/>
                </a:moveTo>
                <a:lnTo>
                  <a:pt x="0" y="47630"/>
                </a:lnTo>
                <a:lnTo>
                  <a:pt x="0" y="38096"/>
                </a:lnTo>
                <a:lnTo>
                  <a:pt x="0" y="38096"/>
                </a:lnTo>
                <a:lnTo>
                  <a:pt x="9528" y="38096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19054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029228" y="3561919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44" y="28575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057788" y="3495246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39"/>
                </a:lnTo>
                <a:lnTo>
                  <a:pt x="0" y="47618"/>
                </a:ln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0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086348" y="3419040"/>
            <a:ext cx="28547" cy="76206"/>
          </a:xfrm>
          <a:custGeom>
            <a:avLst/>
            <a:gdLst/>
            <a:ahLst/>
            <a:cxnLst/>
            <a:rect l="l" t="t" r="r" b="b"/>
            <a:pathLst>
              <a:path w="28547" h="76206">
                <a:moveTo>
                  <a:pt x="0" y="76206"/>
                </a:moveTo>
                <a:lnTo>
                  <a:pt x="0" y="66672"/>
                </a:lnTo>
                <a:lnTo>
                  <a:pt x="0" y="57151"/>
                </a:lnTo>
                <a:lnTo>
                  <a:pt x="9515" y="57151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114895" y="3342846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76193"/>
                </a:moveTo>
                <a:lnTo>
                  <a:pt x="0" y="66672"/>
                </a:lnTo>
                <a:lnTo>
                  <a:pt x="0" y="57151"/>
                </a:lnTo>
                <a:lnTo>
                  <a:pt x="0" y="57151"/>
                </a:lnTo>
                <a:lnTo>
                  <a:pt x="9528" y="57151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143456" y="3276173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51"/>
                </a:lnTo>
                <a:lnTo>
                  <a:pt x="9528" y="57151"/>
                </a:lnTo>
                <a:lnTo>
                  <a:pt x="9528" y="57151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28575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172016" y="3219034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63"/>
                </a:lnTo>
                <a:lnTo>
                  <a:pt x="19044" y="28563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200576" y="3171403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47630"/>
                </a:moveTo>
                <a:lnTo>
                  <a:pt x="0" y="38096"/>
                </a:lnTo>
                <a:lnTo>
                  <a:pt x="0" y="38096"/>
                </a:lnTo>
                <a:lnTo>
                  <a:pt x="9515" y="38096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229136" y="3142827"/>
            <a:ext cx="28547" cy="28575"/>
          </a:xfrm>
          <a:custGeom>
            <a:avLst/>
            <a:gdLst/>
            <a:ahLst/>
            <a:cxnLst/>
            <a:rect l="l" t="t" r="r" b="b"/>
            <a:pathLst>
              <a:path w="28547" h="28575">
                <a:moveTo>
                  <a:pt x="0" y="28575"/>
                </a:moveTo>
                <a:lnTo>
                  <a:pt x="9515" y="28575"/>
                </a:lnTo>
                <a:lnTo>
                  <a:pt x="9515" y="28575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257683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9521"/>
                </a:moveTo>
                <a:lnTo>
                  <a:pt x="9528" y="9521"/>
                </a:lnTo>
                <a:lnTo>
                  <a:pt x="9528" y="0"/>
                </a:lnTo>
                <a:lnTo>
                  <a:pt x="9528" y="0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286244" y="3133306"/>
            <a:ext cx="28547" cy="9521"/>
          </a:xfrm>
          <a:custGeom>
            <a:avLst/>
            <a:gdLst/>
            <a:ahLst/>
            <a:cxnLst/>
            <a:rect l="l" t="t" r="r" b="b"/>
            <a:pathLst>
              <a:path w="28547" h="9521">
                <a:moveTo>
                  <a:pt x="0" y="0"/>
                </a:moveTo>
                <a:lnTo>
                  <a:pt x="9528" y="0"/>
                </a:lnTo>
                <a:lnTo>
                  <a:pt x="18993" y="0"/>
                </a:lnTo>
                <a:lnTo>
                  <a:pt x="28547" y="0"/>
                </a:lnTo>
                <a:lnTo>
                  <a:pt x="28547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314791" y="3142827"/>
            <a:ext cx="28534" cy="19054"/>
          </a:xfrm>
          <a:custGeom>
            <a:avLst/>
            <a:gdLst/>
            <a:ahLst/>
            <a:cxnLst/>
            <a:rect l="l" t="t" r="r" b="b"/>
            <a:pathLst>
              <a:path w="28534" h="19054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9108" y="0"/>
                </a:lnTo>
                <a:lnTo>
                  <a:pt x="19108" y="9533"/>
                </a:lnTo>
                <a:lnTo>
                  <a:pt x="28534" y="9533"/>
                </a:lnTo>
                <a:lnTo>
                  <a:pt x="28534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343326" y="3161882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9554" y="9521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28575"/>
                </a:lnTo>
                <a:lnTo>
                  <a:pt x="28534" y="28575"/>
                </a:lnTo>
                <a:lnTo>
                  <a:pt x="28534" y="38096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371860" y="3209500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9554" y="0"/>
                </a:lnTo>
                <a:lnTo>
                  <a:pt x="9554" y="9533"/>
                </a:lnTo>
                <a:lnTo>
                  <a:pt x="19108" y="9533"/>
                </a:lnTo>
                <a:lnTo>
                  <a:pt x="19108" y="19054"/>
                </a:lnTo>
                <a:lnTo>
                  <a:pt x="19108" y="28575"/>
                </a:lnTo>
                <a:lnTo>
                  <a:pt x="28662" y="28575"/>
                </a:lnTo>
                <a:lnTo>
                  <a:pt x="28662" y="38096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400522" y="3257131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0"/>
                </a:moveTo>
                <a:lnTo>
                  <a:pt x="9426" y="9521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28575"/>
                </a:lnTo>
                <a:lnTo>
                  <a:pt x="18980" y="28575"/>
                </a:lnTo>
                <a:lnTo>
                  <a:pt x="18980" y="38096"/>
                </a:lnTo>
                <a:lnTo>
                  <a:pt x="18980" y="47618"/>
                </a:lnTo>
                <a:lnTo>
                  <a:pt x="28534" y="47618"/>
                </a:lnTo>
                <a:lnTo>
                  <a:pt x="28534" y="57139"/>
                </a:lnTo>
                <a:lnTo>
                  <a:pt x="28534" y="66672"/>
                </a:lnTo>
                <a:lnTo>
                  <a:pt x="38088" y="66672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438611" y="332380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63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39"/>
                </a:lnTo>
                <a:lnTo>
                  <a:pt x="18980" y="66672"/>
                </a:lnTo>
                <a:lnTo>
                  <a:pt x="18980" y="76193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467146" y="3399998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75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495681" y="3476192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8980" y="38096"/>
                </a:lnTo>
                <a:lnTo>
                  <a:pt x="18980" y="47630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524215" y="3542864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9108" y="38096"/>
                </a:lnTo>
                <a:lnTo>
                  <a:pt x="19108" y="47630"/>
                </a:lnTo>
                <a:lnTo>
                  <a:pt x="19108" y="57151"/>
                </a:lnTo>
                <a:lnTo>
                  <a:pt x="28534" y="57151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552750" y="3609537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54" y="9521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096"/>
                </a:lnTo>
                <a:lnTo>
                  <a:pt x="19108" y="47618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581285" y="3657155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0" y="0"/>
                </a:lnTo>
                <a:lnTo>
                  <a:pt x="0" y="9533"/>
                </a:lnTo>
                <a:lnTo>
                  <a:pt x="9554" y="9533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109"/>
                </a:lnTo>
                <a:lnTo>
                  <a:pt x="28662" y="38109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609947" y="3704786"/>
            <a:ext cx="28534" cy="19042"/>
          </a:xfrm>
          <a:custGeom>
            <a:avLst/>
            <a:gdLst/>
            <a:ahLst/>
            <a:cxnLst/>
            <a:rect l="l" t="t" r="r" b="b"/>
            <a:pathLst>
              <a:path w="28534" h="19042">
                <a:moveTo>
                  <a:pt x="0" y="0"/>
                </a:moveTo>
                <a:lnTo>
                  <a:pt x="0" y="0"/>
                </a:lnTo>
                <a:lnTo>
                  <a:pt x="9426" y="0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19042"/>
                </a:lnTo>
                <a:lnTo>
                  <a:pt x="28534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638482" y="3723828"/>
            <a:ext cx="28534" cy="0"/>
          </a:xfrm>
          <a:custGeom>
            <a:avLst/>
            <a:gdLst/>
            <a:ahLst/>
            <a:cxnLst/>
            <a:rect l="l" t="t" r="r" b="b"/>
            <a:pathLst>
              <a:path w="28534" h="0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667016" y="3714307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554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695551" y="3676210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724086" y="3628592"/>
            <a:ext cx="28662" cy="47618"/>
          </a:xfrm>
          <a:custGeom>
            <a:avLst/>
            <a:gdLst/>
            <a:ahLst/>
            <a:cxnLst/>
            <a:rect l="l" t="t" r="r" b="b"/>
            <a:pathLst>
              <a:path w="28662" h="47618">
                <a:moveTo>
                  <a:pt x="0" y="47618"/>
                </a:moveTo>
                <a:lnTo>
                  <a:pt x="9554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9108" y="28563"/>
                </a:lnTo>
                <a:lnTo>
                  <a:pt x="19108" y="19042"/>
                </a:lnTo>
                <a:lnTo>
                  <a:pt x="28662" y="19042"/>
                </a:lnTo>
                <a:lnTo>
                  <a:pt x="28662" y="9521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752748" y="3571440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9426" y="57151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19054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781282" y="3504768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66672"/>
                </a:moveTo>
                <a:lnTo>
                  <a:pt x="9426" y="66672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9521"/>
                </a:lnTo>
                <a:lnTo>
                  <a:pt x="28534" y="0"/>
                </a:lnTo>
                <a:lnTo>
                  <a:pt x="38088" y="0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819371" y="342857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76193"/>
                </a:moveTo>
                <a:lnTo>
                  <a:pt x="0" y="66672"/>
                </a:lnTo>
                <a:lnTo>
                  <a:pt x="0" y="47618"/>
                </a:lnTo>
                <a:lnTo>
                  <a:pt x="9426" y="47618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847906" y="3352367"/>
            <a:ext cx="28534" cy="76206"/>
          </a:xfrm>
          <a:custGeom>
            <a:avLst/>
            <a:gdLst/>
            <a:ahLst/>
            <a:cxnLst/>
            <a:rect l="l" t="t" r="r" b="b"/>
            <a:pathLst>
              <a:path w="28534" h="76206">
                <a:moveTo>
                  <a:pt x="0" y="76206"/>
                </a:moveTo>
                <a:lnTo>
                  <a:pt x="0" y="76206"/>
                </a:lnTo>
                <a:lnTo>
                  <a:pt x="0" y="47630"/>
                </a:lnTo>
                <a:lnTo>
                  <a:pt x="9554" y="47630"/>
                </a:lnTo>
                <a:lnTo>
                  <a:pt x="9554" y="47630"/>
                </a:lnTo>
                <a:lnTo>
                  <a:pt x="9554" y="28575"/>
                </a:lnTo>
                <a:lnTo>
                  <a:pt x="18980" y="28575"/>
                </a:lnTo>
                <a:lnTo>
                  <a:pt x="18980" y="9533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876440" y="3285707"/>
            <a:ext cx="28534" cy="66660"/>
          </a:xfrm>
          <a:custGeom>
            <a:avLst/>
            <a:gdLst/>
            <a:ahLst/>
            <a:cxnLst/>
            <a:rect l="l" t="t" r="r" b="b"/>
            <a:pathLst>
              <a:path w="28534" h="66660">
                <a:moveTo>
                  <a:pt x="0" y="66660"/>
                </a:moveTo>
                <a:lnTo>
                  <a:pt x="0" y="66660"/>
                </a:lnTo>
                <a:lnTo>
                  <a:pt x="0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8980" y="28563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904975" y="3228555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0" y="57151"/>
                </a:lnTo>
                <a:lnTo>
                  <a:pt x="0" y="38096"/>
                </a:lnTo>
                <a:lnTo>
                  <a:pt x="9554" y="38096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0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933510" y="3180924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47630"/>
                </a:moveTo>
                <a:lnTo>
                  <a:pt x="0" y="38109"/>
                </a:ln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962172" y="3142827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426" y="28575"/>
                </a:ln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990706" y="3133306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426" y="9521"/>
                </a:lnTo>
                <a:lnTo>
                  <a:pt x="9426" y="0"/>
                </a:lnTo>
                <a:lnTo>
                  <a:pt x="9426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019241" y="3133306"/>
            <a:ext cx="9554" cy="0"/>
          </a:xfrm>
          <a:custGeom>
            <a:avLst/>
            <a:gdLst/>
            <a:ahLst/>
            <a:cxnLst/>
            <a:rect l="l" t="t" r="r" b="b"/>
            <a:pathLst>
              <a:path w="9554" h="0">
                <a:moveTo>
                  <a:pt x="0" y="0"/>
                </a:moveTo>
                <a:lnTo>
                  <a:pt x="955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6458387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19031" y="9521"/>
                </a:lnTo>
                <a:lnTo>
                  <a:pt x="28560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6486947" y="3142827"/>
            <a:ext cx="28560" cy="28575"/>
          </a:xfrm>
          <a:custGeom>
            <a:avLst/>
            <a:gdLst/>
            <a:ahLst/>
            <a:cxnLst/>
            <a:rect l="l" t="t" r="r" b="b"/>
            <a:pathLst>
              <a:path w="28560" h="28575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19031" y="9533"/>
                </a:lnTo>
                <a:lnTo>
                  <a:pt x="19031" y="19054"/>
                </a:lnTo>
                <a:lnTo>
                  <a:pt x="28560" y="28575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6515507" y="3171403"/>
            <a:ext cx="28547" cy="38096"/>
          </a:xfrm>
          <a:custGeom>
            <a:avLst/>
            <a:gdLst/>
            <a:ahLst/>
            <a:cxnLst/>
            <a:rect l="l" t="t" r="r" b="b"/>
            <a:pathLst>
              <a:path w="28547" h="38096">
                <a:moveTo>
                  <a:pt x="0" y="0"/>
                </a:move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28575"/>
                </a:lnTo>
                <a:lnTo>
                  <a:pt x="19031" y="38096"/>
                </a:lnTo>
                <a:lnTo>
                  <a:pt x="28547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6544055" y="3209500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0"/>
                </a:moveTo>
                <a:lnTo>
                  <a:pt x="0" y="9533"/>
                </a:lnTo>
                <a:lnTo>
                  <a:pt x="0" y="19054"/>
                </a:lnTo>
                <a:lnTo>
                  <a:pt x="9528" y="19054"/>
                </a:lnTo>
                <a:lnTo>
                  <a:pt x="9528" y="28575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47630"/>
                </a:lnTo>
                <a:lnTo>
                  <a:pt x="19044" y="57151"/>
                </a:lnTo>
                <a:lnTo>
                  <a:pt x="28560" y="57151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572615" y="3266652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44" y="38096"/>
                </a:lnTo>
                <a:lnTo>
                  <a:pt x="19044" y="47618"/>
                </a:lnTo>
                <a:lnTo>
                  <a:pt x="19044" y="57151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6601175" y="3333325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515" y="19042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18"/>
                </a:lnTo>
                <a:lnTo>
                  <a:pt x="19031" y="57151"/>
                </a:lnTo>
                <a:lnTo>
                  <a:pt x="19031" y="66672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6629736" y="3409519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15" y="9521"/>
                </a:lnTo>
                <a:lnTo>
                  <a:pt x="9515" y="19054"/>
                </a:lnTo>
                <a:lnTo>
                  <a:pt x="9515" y="28575"/>
                </a:lnTo>
                <a:lnTo>
                  <a:pt x="9515" y="38096"/>
                </a:lnTo>
                <a:lnTo>
                  <a:pt x="19031" y="38096"/>
                </a:lnTo>
                <a:lnTo>
                  <a:pt x="19031" y="47630"/>
                </a:lnTo>
                <a:lnTo>
                  <a:pt x="19031" y="57151"/>
                </a:lnTo>
                <a:lnTo>
                  <a:pt x="28560" y="57151"/>
                </a:lnTo>
                <a:lnTo>
                  <a:pt x="28560" y="66672"/>
                </a:lnTo>
                <a:lnTo>
                  <a:pt x="28560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6658296" y="3485713"/>
            <a:ext cx="28547" cy="66672"/>
          </a:xfrm>
          <a:custGeom>
            <a:avLst/>
            <a:gdLst/>
            <a:ahLst/>
            <a:cxnLst/>
            <a:rect l="l" t="t" r="r" b="b"/>
            <a:pathLst>
              <a:path w="28547" h="66672">
                <a:moveTo>
                  <a:pt x="0" y="0"/>
                </a:moveTo>
                <a:lnTo>
                  <a:pt x="0" y="9533"/>
                </a:lnTo>
                <a:lnTo>
                  <a:pt x="9515" y="9533"/>
                </a:lnTo>
                <a:lnTo>
                  <a:pt x="9515" y="19054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38109"/>
                </a:lnTo>
                <a:lnTo>
                  <a:pt x="19031" y="38109"/>
                </a:lnTo>
                <a:lnTo>
                  <a:pt x="19031" y="47630"/>
                </a:lnTo>
                <a:lnTo>
                  <a:pt x="19031" y="57151"/>
                </a:lnTo>
                <a:lnTo>
                  <a:pt x="28547" y="57151"/>
                </a:lnTo>
                <a:lnTo>
                  <a:pt x="28547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6686843" y="3552385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0"/>
                </a:moveTo>
                <a:lnTo>
                  <a:pt x="0" y="9533"/>
                </a:lnTo>
                <a:lnTo>
                  <a:pt x="9528" y="9533"/>
                </a:lnTo>
                <a:lnTo>
                  <a:pt x="9528" y="19054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38109"/>
                </a:lnTo>
                <a:lnTo>
                  <a:pt x="19044" y="47630"/>
                </a:lnTo>
                <a:lnTo>
                  <a:pt x="28560" y="47630"/>
                </a:lnTo>
                <a:lnTo>
                  <a:pt x="28560" y="57151"/>
                </a:lnTo>
                <a:lnTo>
                  <a:pt x="28560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6715403" y="3619058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9515" y="9533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28575"/>
                </a:lnTo>
                <a:lnTo>
                  <a:pt x="19044" y="38096"/>
                </a:lnTo>
                <a:lnTo>
                  <a:pt x="28560" y="38096"/>
                </a:lnTo>
                <a:lnTo>
                  <a:pt x="28560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6743964" y="3666689"/>
            <a:ext cx="28560" cy="38096"/>
          </a:xfrm>
          <a:custGeom>
            <a:avLst/>
            <a:gdLst/>
            <a:ahLst/>
            <a:cxnLst/>
            <a:rect l="l" t="t" r="r" b="b"/>
            <a:pathLst>
              <a:path w="28560" h="38096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9515" y="19042"/>
                </a:lnTo>
                <a:lnTo>
                  <a:pt x="19044" y="19042"/>
                </a:lnTo>
                <a:lnTo>
                  <a:pt x="19044" y="28575"/>
                </a:lnTo>
                <a:lnTo>
                  <a:pt x="28560" y="28575"/>
                </a:lnTo>
                <a:lnTo>
                  <a:pt x="28560" y="38096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6772524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0"/>
                </a:moveTo>
                <a:lnTo>
                  <a:pt x="9515" y="0"/>
                </a:lnTo>
                <a:lnTo>
                  <a:pt x="9515" y="9521"/>
                </a:lnTo>
                <a:lnTo>
                  <a:pt x="19031" y="9521"/>
                </a:lnTo>
                <a:lnTo>
                  <a:pt x="19031" y="19042"/>
                </a:lnTo>
                <a:lnTo>
                  <a:pt x="28560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6801084" y="3723828"/>
            <a:ext cx="28547" cy="0"/>
          </a:xfrm>
          <a:custGeom>
            <a:avLst/>
            <a:gdLst/>
            <a:ahLst/>
            <a:cxnLst/>
            <a:rect l="l" t="t" r="r" b="b"/>
            <a:pathLst>
              <a:path w="28547" h="0">
                <a:moveTo>
                  <a:pt x="0" y="0"/>
                </a:moveTo>
                <a:lnTo>
                  <a:pt x="0" y="0"/>
                </a:lnTo>
                <a:lnTo>
                  <a:pt x="9515" y="0"/>
                </a:lnTo>
                <a:lnTo>
                  <a:pt x="19031" y="0"/>
                </a:lnTo>
                <a:lnTo>
                  <a:pt x="28547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6829631" y="3704786"/>
            <a:ext cx="28560" cy="19042"/>
          </a:xfrm>
          <a:custGeom>
            <a:avLst/>
            <a:gdLst/>
            <a:ahLst/>
            <a:cxnLst/>
            <a:rect l="l" t="t" r="r" b="b"/>
            <a:pathLst>
              <a:path w="28560" h="19042">
                <a:moveTo>
                  <a:pt x="0" y="19042"/>
                </a:moveTo>
                <a:lnTo>
                  <a:pt x="0" y="19042"/>
                </a:lnTo>
                <a:lnTo>
                  <a:pt x="9528" y="19042"/>
                </a:lnTo>
                <a:lnTo>
                  <a:pt x="19044" y="19042"/>
                </a:lnTo>
                <a:lnTo>
                  <a:pt x="19044" y="19042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6858192" y="3676210"/>
            <a:ext cx="38075" cy="28575"/>
          </a:xfrm>
          <a:custGeom>
            <a:avLst/>
            <a:gdLst/>
            <a:ahLst/>
            <a:cxnLst/>
            <a:rect l="l" t="t" r="r" b="b"/>
            <a:pathLst>
              <a:path w="38075" h="28575">
                <a:moveTo>
                  <a:pt x="0" y="28575"/>
                </a:moveTo>
                <a:lnTo>
                  <a:pt x="9515" y="28575"/>
                </a:lnTo>
                <a:lnTo>
                  <a:pt x="9515" y="19054"/>
                </a:lnTo>
                <a:lnTo>
                  <a:pt x="19044" y="19054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  <a:lnTo>
                  <a:pt x="38075" y="0"/>
                </a:lnTo>
              </a:path>
            </a:pathLst>
          </a:custGeom>
          <a:ln w="954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6896268" y="3619058"/>
            <a:ext cx="28560" cy="57151"/>
          </a:xfrm>
          <a:custGeom>
            <a:avLst/>
            <a:gdLst/>
            <a:ahLst/>
            <a:cxnLst/>
            <a:rect l="l" t="t" r="r" b="b"/>
            <a:pathLst>
              <a:path w="28560" h="57151">
                <a:moveTo>
                  <a:pt x="0" y="57151"/>
                </a:moveTo>
                <a:lnTo>
                  <a:pt x="0" y="47630"/>
                </a:lnTo>
                <a:lnTo>
                  <a:pt x="0" y="38096"/>
                </a:lnTo>
                <a:lnTo>
                  <a:pt x="0" y="38096"/>
                </a:lnTo>
                <a:lnTo>
                  <a:pt x="9528" y="38096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19054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6924828" y="3561919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44" y="28575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6953388" y="3495246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39"/>
                </a:lnTo>
                <a:lnTo>
                  <a:pt x="0" y="47618"/>
                </a:lnTo>
                <a:lnTo>
                  <a:pt x="0" y="47618"/>
                </a:lnTo>
                <a:lnTo>
                  <a:pt x="9515" y="47618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0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6981948" y="3419040"/>
            <a:ext cx="28547" cy="76206"/>
          </a:xfrm>
          <a:custGeom>
            <a:avLst/>
            <a:gdLst/>
            <a:ahLst/>
            <a:cxnLst/>
            <a:rect l="l" t="t" r="r" b="b"/>
            <a:pathLst>
              <a:path w="28547" h="76206">
                <a:moveTo>
                  <a:pt x="0" y="76206"/>
                </a:moveTo>
                <a:lnTo>
                  <a:pt x="0" y="66672"/>
                </a:lnTo>
                <a:lnTo>
                  <a:pt x="0" y="57151"/>
                </a:lnTo>
                <a:lnTo>
                  <a:pt x="9515" y="57151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7010495" y="3342846"/>
            <a:ext cx="28560" cy="76193"/>
          </a:xfrm>
          <a:custGeom>
            <a:avLst/>
            <a:gdLst/>
            <a:ahLst/>
            <a:cxnLst/>
            <a:rect l="l" t="t" r="r" b="b"/>
            <a:pathLst>
              <a:path w="28560" h="76193">
                <a:moveTo>
                  <a:pt x="0" y="76193"/>
                </a:moveTo>
                <a:lnTo>
                  <a:pt x="0" y="66672"/>
                </a:lnTo>
                <a:lnTo>
                  <a:pt x="0" y="57151"/>
                </a:lnTo>
                <a:lnTo>
                  <a:pt x="0" y="57151"/>
                </a:lnTo>
                <a:lnTo>
                  <a:pt x="9528" y="57151"/>
                </a:lnTo>
                <a:lnTo>
                  <a:pt x="9528" y="38096"/>
                </a:lnTo>
                <a:lnTo>
                  <a:pt x="19044" y="38096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7039055" y="3276173"/>
            <a:ext cx="28560" cy="66672"/>
          </a:xfrm>
          <a:custGeom>
            <a:avLst/>
            <a:gdLst/>
            <a:ahLst/>
            <a:cxnLst/>
            <a:rect l="l" t="t" r="r" b="b"/>
            <a:pathLst>
              <a:path w="28560" h="66672">
                <a:moveTo>
                  <a:pt x="0" y="66672"/>
                </a:moveTo>
                <a:lnTo>
                  <a:pt x="0" y="57151"/>
                </a:lnTo>
                <a:lnTo>
                  <a:pt x="9528" y="57151"/>
                </a:lnTo>
                <a:lnTo>
                  <a:pt x="9528" y="57151"/>
                </a:lnTo>
                <a:lnTo>
                  <a:pt x="9528" y="28575"/>
                </a:lnTo>
                <a:lnTo>
                  <a:pt x="19044" y="28575"/>
                </a:lnTo>
                <a:lnTo>
                  <a:pt x="19044" y="28575"/>
                </a:lnTo>
                <a:lnTo>
                  <a:pt x="19044" y="9533"/>
                </a:lnTo>
                <a:lnTo>
                  <a:pt x="28560" y="9533"/>
                </a:lnTo>
                <a:lnTo>
                  <a:pt x="28560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7067615" y="3219034"/>
            <a:ext cx="28560" cy="57139"/>
          </a:xfrm>
          <a:custGeom>
            <a:avLst/>
            <a:gdLst/>
            <a:ahLst/>
            <a:cxnLst/>
            <a:rect l="l" t="t" r="r" b="b"/>
            <a:pathLst>
              <a:path w="28560" h="57139">
                <a:moveTo>
                  <a:pt x="0" y="57139"/>
                </a:moveTo>
                <a:lnTo>
                  <a:pt x="0" y="47618"/>
                </a:lnTo>
                <a:lnTo>
                  <a:pt x="9515" y="47618"/>
                </a:lnTo>
                <a:lnTo>
                  <a:pt x="9515" y="28563"/>
                </a:lnTo>
                <a:lnTo>
                  <a:pt x="19044" y="28563"/>
                </a:lnTo>
                <a:lnTo>
                  <a:pt x="19044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7096176" y="3171403"/>
            <a:ext cx="28560" cy="47630"/>
          </a:xfrm>
          <a:custGeom>
            <a:avLst/>
            <a:gdLst/>
            <a:ahLst/>
            <a:cxnLst/>
            <a:rect l="l" t="t" r="r" b="b"/>
            <a:pathLst>
              <a:path w="28560" h="47630">
                <a:moveTo>
                  <a:pt x="0" y="47630"/>
                </a:moveTo>
                <a:lnTo>
                  <a:pt x="0" y="38096"/>
                </a:lnTo>
                <a:lnTo>
                  <a:pt x="0" y="38096"/>
                </a:lnTo>
                <a:lnTo>
                  <a:pt x="9515" y="38096"/>
                </a:lnTo>
                <a:lnTo>
                  <a:pt x="9515" y="28575"/>
                </a:lnTo>
                <a:lnTo>
                  <a:pt x="19031" y="28575"/>
                </a:lnTo>
                <a:lnTo>
                  <a:pt x="19031" y="9521"/>
                </a:lnTo>
                <a:lnTo>
                  <a:pt x="28560" y="9521"/>
                </a:lnTo>
                <a:lnTo>
                  <a:pt x="28560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7124736" y="3142827"/>
            <a:ext cx="28547" cy="28575"/>
          </a:xfrm>
          <a:custGeom>
            <a:avLst/>
            <a:gdLst/>
            <a:ahLst/>
            <a:cxnLst/>
            <a:rect l="l" t="t" r="r" b="b"/>
            <a:pathLst>
              <a:path w="28547" h="28575">
                <a:moveTo>
                  <a:pt x="0" y="28575"/>
                </a:moveTo>
                <a:lnTo>
                  <a:pt x="9515" y="28575"/>
                </a:lnTo>
                <a:lnTo>
                  <a:pt x="9515" y="28575"/>
                </a:lnTo>
                <a:lnTo>
                  <a:pt x="9515" y="19054"/>
                </a:lnTo>
                <a:lnTo>
                  <a:pt x="19031" y="19054"/>
                </a:lnTo>
                <a:lnTo>
                  <a:pt x="19031" y="9533"/>
                </a:lnTo>
                <a:lnTo>
                  <a:pt x="28547" y="9533"/>
                </a:lnTo>
                <a:lnTo>
                  <a:pt x="28547" y="0"/>
                </a:lnTo>
              </a:path>
            </a:pathLst>
          </a:custGeom>
          <a:ln w="955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7153283" y="3133306"/>
            <a:ext cx="28560" cy="9521"/>
          </a:xfrm>
          <a:custGeom>
            <a:avLst/>
            <a:gdLst/>
            <a:ahLst/>
            <a:cxnLst/>
            <a:rect l="l" t="t" r="r" b="b"/>
            <a:pathLst>
              <a:path w="28560" h="9521">
                <a:moveTo>
                  <a:pt x="0" y="9521"/>
                </a:moveTo>
                <a:lnTo>
                  <a:pt x="9528" y="9521"/>
                </a:lnTo>
                <a:lnTo>
                  <a:pt x="9528" y="0"/>
                </a:lnTo>
                <a:lnTo>
                  <a:pt x="9528" y="0"/>
                </a:lnTo>
                <a:lnTo>
                  <a:pt x="19044" y="0"/>
                </a:lnTo>
                <a:lnTo>
                  <a:pt x="28560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7181843" y="3133306"/>
            <a:ext cx="28547" cy="9521"/>
          </a:xfrm>
          <a:custGeom>
            <a:avLst/>
            <a:gdLst/>
            <a:ahLst/>
            <a:cxnLst/>
            <a:rect l="l" t="t" r="r" b="b"/>
            <a:pathLst>
              <a:path w="28547" h="9521">
                <a:moveTo>
                  <a:pt x="0" y="0"/>
                </a:moveTo>
                <a:lnTo>
                  <a:pt x="9528" y="0"/>
                </a:lnTo>
                <a:lnTo>
                  <a:pt x="18993" y="0"/>
                </a:lnTo>
                <a:lnTo>
                  <a:pt x="28547" y="0"/>
                </a:lnTo>
                <a:lnTo>
                  <a:pt x="28547" y="9521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7210391" y="3142827"/>
            <a:ext cx="28534" cy="19054"/>
          </a:xfrm>
          <a:custGeom>
            <a:avLst/>
            <a:gdLst/>
            <a:ahLst/>
            <a:cxnLst/>
            <a:rect l="l" t="t" r="r" b="b"/>
            <a:pathLst>
              <a:path w="28534" h="19054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9108" y="0"/>
                </a:lnTo>
                <a:lnTo>
                  <a:pt x="19108" y="9533"/>
                </a:lnTo>
                <a:lnTo>
                  <a:pt x="28534" y="9533"/>
                </a:lnTo>
                <a:lnTo>
                  <a:pt x="28534" y="19054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7238925" y="3161882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9554" y="9521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28575"/>
                </a:lnTo>
                <a:lnTo>
                  <a:pt x="28534" y="28575"/>
                </a:lnTo>
                <a:lnTo>
                  <a:pt x="28534" y="38096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7267460" y="3209500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9554" y="0"/>
                </a:lnTo>
                <a:lnTo>
                  <a:pt x="9554" y="9533"/>
                </a:lnTo>
                <a:lnTo>
                  <a:pt x="19108" y="9533"/>
                </a:lnTo>
                <a:lnTo>
                  <a:pt x="19108" y="19054"/>
                </a:lnTo>
                <a:lnTo>
                  <a:pt x="19108" y="28575"/>
                </a:lnTo>
                <a:lnTo>
                  <a:pt x="28662" y="28575"/>
                </a:lnTo>
                <a:lnTo>
                  <a:pt x="28662" y="38096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7296122" y="3257131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0"/>
                </a:moveTo>
                <a:lnTo>
                  <a:pt x="9426" y="9521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28575"/>
                </a:lnTo>
                <a:lnTo>
                  <a:pt x="18980" y="28575"/>
                </a:lnTo>
                <a:lnTo>
                  <a:pt x="18980" y="38096"/>
                </a:lnTo>
                <a:lnTo>
                  <a:pt x="18980" y="47618"/>
                </a:lnTo>
                <a:lnTo>
                  <a:pt x="28534" y="47618"/>
                </a:lnTo>
                <a:lnTo>
                  <a:pt x="28534" y="57139"/>
                </a:lnTo>
                <a:lnTo>
                  <a:pt x="28534" y="66672"/>
                </a:lnTo>
                <a:lnTo>
                  <a:pt x="38088" y="66672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7334211" y="332380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63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39"/>
                </a:lnTo>
                <a:lnTo>
                  <a:pt x="18980" y="66672"/>
                </a:lnTo>
                <a:lnTo>
                  <a:pt x="18980" y="76193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7362746" y="3399998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0" y="19042"/>
                </a:lnTo>
                <a:lnTo>
                  <a:pt x="9426" y="19042"/>
                </a:lnTo>
                <a:lnTo>
                  <a:pt x="9426" y="28575"/>
                </a:lnTo>
                <a:lnTo>
                  <a:pt x="9426" y="38096"/>
                </a:lnTo>
                <a:lnTo>
                  <a:pt x="9426" y="47618"/>
                </a:lnTo>
                <a:lnTo>
                  <a:pt x="18980" y="47618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  <a:lnTo>
                  <a:pt x="28534" y="76193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7391280" y="3476192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8980" y="38096"/>
                </a:lnTo>
                <a:lnTo>
                  <a:pt x="18980" y="47630"/>
                </a:lnTo>
                <a:lnTo>
                  <a:pt x="18980" y="57151"/>
                </a:lnTo>
                <a:lnTo>
                  <a:pt x="18980" y="66672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7419815" y="3542864"/>
            <a:ext cx="28534" cy="66672"/>
          </a:xfrm>
          <a:custGeom>
            <a:avLst/>
            <a:gdLst/>
            <a:ahLst/>
            <a:cxnLst/>
            <a:rect l="l" t="t" r="r" b="b"/>
            <a:pathLst>
              <a:path w="28534" h="66672">
                <a:moveTo>
                  <a:pt x="0" y="0"/>
                </a:moveTo>
                <a:lnTo>
                  <a:pt x="0" y="9521"/>
                </a:lnTo>
                <a:lnTo>
                  <a:pt x="0" y="19054"/>
                </a:lnTo>
                <a:lnTo>
                  <a:pt x="9554" y="19054"/>
                </a:lnTo>
                <a:lnTo>
                  <a:pt x="9554" y="28575"/>
                </a:lnTo>
                <a:lnTo>
                  <a:pt x="9554" y="38096"/>
                </a:lnTo>
                <a:lnTo>
                  <a:pt x="19108" y="38096"/>
                </a:lnTo>
                <a:lnTo>
                  <a:pt x="19108" y="47630"/>
                </a:lnTo>
                <a:lnTo>
                  <a:pt x="19108" y="57151"/>
                </a:lnTo>
                <a:lnTo>
                  <a:pt x="28534" y="57151"/>
                </a:lnTo>
                <a:lnTo>
                  <a:pt x="28534" y="66672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7448350" y="3609537"/>
            <a:ext cx="28534" cy="47618"/>
          </a:xfrm>
          <a:custGeom>
            <a:avLst/>
            <a:gdLst/>
            <a:ahLst/>
            <a:cxnLst/>
            <a:rect l="l" t="t" r="r" b="b"/>
            <a:pathLst>
              <a:path w="28534" h="47618">
                <a:moveTo>
                  <a:pt x="0" y="0"/>
                </a:moveTo>
                <a:lnTo>
                  <a:pt x="0" y="0"/>
                </a:lnTo>
                <a:lnTo>
                  <a:pt x="0" y="9521"/>
                </a:lnTo>
                <a:lnTo>
                  <a:pt x="9554" y="9521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096"/>
                </a:lnTo>
                <a:lnTo>
                  <a:pt x="19108" y="47618"/>
                </a:lnTo>
                <a:lnTo>
                  <a:pt x="28534" y="47618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7476885" y="3657155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0"/>
                </a:moveTo>
                <a:lnTo>
                  <a:pt x="0" y="0"/>
                </a:lnTo>
                <a:lnTo>
                  <a:pt x="0" y="9533"/>
                </a:lnTo>
                <a:lnTo>
                  <a:pt x="9554" y="9533"/>
                </a:lnTo>
                <a:lnTo>
                  <a:pt x="9554" y="19054"/>
                </a:lnTo>
                <a:lnTo>
                  <a:pt x="9554" y="28575"/>
                </a:lnTo>
                <a:lnTo>
                  <a:pt x="19108" y="28575"/>
                </a:lnTo>
                <a:lnTo>
                  <a:pt x="19108" y="38109"/>
                </a:lnTo>
                <a:lnTo>
                  <a:pt x="28662" y="38109"/>
                </a:lnTo>
                <a:lnTo>
                  <a:pt x="28662" y="4763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7505547" y="3704786"/>
            <a:ext cx="28534" cy="19042"/>
          </a:xfrm>
          <a:custGeom>
            <a:avLst/>
            <a:gdLst/>
            <a:ahLst/>
            <a:cxnLst/>
            <a:rect l="l" t="t" r="r" b="b"/>
            <a:pathLst>
              <a:path w="28534" h="19042">
                <a:moveTo>
                  <a:pt x="0" y="0"/>
                </a:moveTo>
                <a:lnTo>
                  <a:pt x="0" y="0"/>
                </a:lnTo>
                <a:lnTo>
                  <a:pt x="9426" y="0"/>
                </a:lnTo>
                <a:lnTo>
                  <a:pt x="9426" y="9521"/>
                </a:lnTo>
                <a:lnTo>
                  <a:pt x="18980" y="9521"/>
                </a:lnTo>
                <a:lnTo>
                  <a:pt x="18980" y="19042"/>
                </a:lnTo>
                <a:lnTo>
                  <a:pt x="28534" y="19042"/>
                </a:lnTo>
              </a:path>
            </a:pathLst>
          </a:custGeom>
          <a:ln w="954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7534081" y="3723828"/>
            <a:ext cx="28534" cy="0"/>
          </a:xfrm>
          <a:custGeom>
            <a:avLst/>
            <a:gdLst/>
            <a:ahLst/>
            <a:cxnLst/>
            <a:rect l="l" t="t" r="r" b="b"/>
            <a:pathLst>
              <a:path w="28534" h="0">
                <a:moveTo>
                  <a:pt x="0" y="0"/>
                </a:moveTo>
                <a:lnTo>
                  <a:pt x="0" y="0"/>
                </a:lnTo>
                <a:lnTo>
                  <a:pt x="9554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7562616" y="3714307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554" y="9521"/>
                </a:lnTo>
                <a:lnTo>
                  <a:pt x="18980" y="9521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7591151" y="3676210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9521"/>
                </a:lnTo>
                <a:lnTo>
                  <a:pt x="28534" y="9521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7619685" y="3628592"/>
            <a:ext cx="28662" cy="47618"/>
          </a:xfrm>
          <a:custGeom>
            <a:avLst/>
            <a:gdLst/>
            <a:ahLst/>
            <a:cxnLst/>
            <a:rect l="l" t="t" r="r" b="b"/>
            <a:pathLst>
              <a:path w="28662" h="47618">
                <a:moveTo>
                  <a:pt x="0" y="47618"/>
                </a:moveTo>
                <a:lnTo>
                  <a:pt x="9554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9108" y="28563"/>
                </a:lnTo>
                <a:lnTo>
                  <a:pt x="19108" y="19042"/>
                </a:lnTo>
                <a:lnTo>
                  <a:pt x="28662" y="19042"/>
                </a:lnTo>
                <a:lnTo>
                  <a:pt x="28662" y="9521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7648347" y="3571440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9426" y="57151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19054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7676882" y="3504768"/>
            <a:ext cx="38088" cy="66672"/>
          </a:xfrm>
          <a:custGeom>
            <a:avLst/>
            <a:gdLst/>
            <a:ahLst/>
            <a:cxnLst/>
            <a:rect l="l" t="t" r="r" b="b"/>
            <a:pathLst>
              <a:path w="38088" h="66672">
                <a:moveTo>
                  <a:pt x="0" y="66672"/>
                </a:moveTo>
                <a:lnTo>
                  <a:pt x="9426" y="66672"/>
                </a:lnTo>
                <a:lnTo>
                  <a:pt x="9426" y="57151"/>
                </a:lnTo>
                <a:lnTo>
                  <a:pt x="9426" y="38096"/>
                </a:lnTo>
                <a:lnTo>
                  <a:pt x="18980" y="38096"/>
                </a:lnTo>
                <a:lnTo>
                  <a:pt x="18980" y="19054"/>
                </a:lnTo>
                <a:lnTo>
                  <a:pt x="28534" y="19054"/>
                </a:lnTo>
                <a:lnTo>
                  <a:pt x="28534" y="9521"/>
                </a:lnTo>
                <a:lnTo>
                  <a:pt x="28534" y="0"/>
                </a:lnTo>
                <a:lnTo>
                  <a:pt x="38088" y="0"/>
                </a:lnTo>
              </a:path>
            </a:pathLst>
          </a:custGeom>
          <a:ln w="95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7714971" y="3428574"/>
            <a:ext cx="28534" cy="76193"/>
          </a:xfrm>
          <a:custGeom>
            <a:avLst/>
            <a:gdLst/>
            <a:ahLst/>
            <a:cxnLst/>
            <a:rect l="l" t="t" r="r" b="b"/>
            <a:pathLst>
              <a:path w="28534" h="76193">
                <a:moveTo>
                  <a:pt x="0" y="76193"/>
                </a:moveTo>
                <a:lnTo>
                  <a:pt x="0" y="66672"/>
                </a:lnTo>
                <a:lnTo>
                  <a:pt x="0" y="47618"/>
                </a:lnTo>
                <a:lnTo>
                  <a:pt x="9426" y="47618"/>
                </a:lnTo>
                <a:lnTo>
                  <a:pt x="9426" y="19042"/>
                </a:lnTo>
                <a:lnTo>
                  <a:pt x="18980" y="19042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7743505" y="3352367"/>
            <a:ext cx="28534" cy="76206"/>
          </a:xfrm>
          <a:custGeom>
            <a:avLst/>
            <a:gdLst/>
            <a:ahLst/>
            <a:cxnLst/>
            <a:rect l="l" t="t" r="r" b="b"/>
            <a:pathLst>
              <a:path w="28534" h="76206">
                <a:moveTo>
                  <a:pt x="0" y="76206"/>
                </a:moveTo>
                <a:lnTo>
                  <a:pt x="0" y="76206"/>
                </a:lnTo>
                <a:lnTo>
                  <a:pt x="0" y="47630"/>
                </a:lnTo>
                <a:lnTo>
                  <a:pt x="9554" y="47630"/>
                </a:lnTo>
                <a:lnTo>
                  <a:pt x="9554" y="47630"/>
                </a:lnTo>
                <a:lnTo>
                  <a:pt x="9554" y="28575"/>
                </a:lnTo>
                <a:lnTo>
                  <a:pt x="18980" y="28575"/>
                </a:lnTo>
                <a:lnTo>
                  <a:pt x="18980" y="9533"/>
                </a:lnTo>
                <a:lnTo>
                  <a:pt x="28534" y="0"/>
                </a:lnTo>
              </a:path>
            </a:pathLst>
          </a:custGeom>
          <a:ln w="95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7772040" y="3285707"/>
            <a:ext cx="28534" cy="66660"/>
          </a:xfrm>
          <a:custGeom>
            <a:avLst/>
            <a:gdLst/>
            <a:ahLst/>
            <a:cxnLst/>
            <a:rect l="l" t="t" r="r" b="b"/>
            <a:pathLst>
              <a:path w="28534" h="66660">
                <a:moveTo>
                  <a:pt x="0" y="66660"/>
                </a:moveTo>
                <a:lnTo>
                  <a:pt x="0" y="66660"/>
                </a:lnTo>
                <a:lnTo>
                  <a:pt x="0" y="47618"/>
                </a:lnTo>
                <a:lnTo>
                  <a:pt x="9554" y="47618"/>
                </a:lnTo>
                <a:lnTo>
                  <a:pt x="9554" y="28563"/>
                </a:lnTo>
                <a:lnTo>
                  <a:pt x="18980" y="28563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7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7800575" y="3228555"/>
            <a:ext cx="28534" cy="57151"/>
          </a:xfrm>
          <a:custGeom>
            <a:avLst/>
            <a:gdLst/>
            <a:ahLst/>
            <a:cxnLst/>
            <a:rect l="l" t="t" r="r" b="b"/>
            <a:pathLst>
              <a:path w="28534" h="57151">
                <a:moveTo>
                  <a:pt x="0" y="57151"/>
                </a:moveTo>
                <a:lnTo>
                  <a:pt x="0" y="57151"/>
                </a:lnTo>
                <a:lnTo>
                  <a:pt x="0" y="38096"/>
                </a:lnTo>
                <a:lnTo>
                  <a:pt x="9554" y="38096"/>
                </a:lnTo>
                <a:lnTo>
                  <a:pt x="9554" y="19042"/>
                </a:lnTo>
                <a:lnTo>
                  <a:pt x="19108" y="19042"/>
                </a:lnTo>
                <a:lnTo>
                  <a:pt x="19108" y="0"/>
                </a:lnTo>
                <a:lnTo>
                  <a:pt x="28534" y="0"/>
                </a:lnTo>
              </a:path>
            </a:pathLst>
          </a:custGeom>
          <a:ln w="957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7829109" y="3180924"/>
            <a:ext cx="28662" cy="47630"/>
          </a:xfrm>
          <a:custGeom>
            <a:avLst/>
            <a:gdLst/>
            <a:ahLst/>
            <a:cxnLst/>
            <a:rect l="l" t="t" r="r" b="b"/>
            <a:pathLst>
              <a:path w="28662" h="47630">
                <a:moveTo>
                  <a:pt x="0" y="47630"/>
                </a:moveTo>
                <a:lnTo>
                  <a:pt x="0" y="38109"/>
                </a:lnTo>
                <a:lnTo>
                  <a:pt x="0" y="28575"/>
                </a:lnTo>
                <a:lnTo>
                  <a:pt x="9554" y="28575"/>
                </a:lnTo>
                <a:lnTo>
                  <a:pt x="9554" y="19054"/>
                </a:lnTo>
                <a:lnTo>
                  <a:pt x="19108" y="19054"/>
                </a:lnTo>
                <a:lnTo>
                  <a:pt x="19108" y="0"/>
                </a:lnTo>
                <a:lnTo>
                  <a:pt x="28662" y="0"/>
                </a:lnTo>
              </a:path>
            </a:pathLst>
          </a:custGeom>
          <a:ln w="956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7857771" y="3142827"/>
            <a:ext cx="28534" cy="38096"/>
          </a:xfrm>
          <a:custGeom>
            <a:avLst/>
            <a:gdLst/>
            <a:ahLst/>
            <a:cxnLst/>
            <a:rect l="l" t="t" r="r" b="b"/>
            <a:pathLst>
              <a:path w="28534" h="38096">
                <a:moveTo>
                  <a:pt x="0" y="38096"/>
                </a:moveTo>
                <a:lnTo>
                  <a:pt x="0" y="28575"/>
                </a:lnTo>
                <a:lnTo>
                  <a:pt x="9426" y="28575"/>
                </a:lnTo>
                <a:lnTo>
                  <a:pt x="9426" y="19054"/>
                </a:lnTo>
                <a:lnTo>
                  <a:pt x="18980" y="19054"/>
                </a:lnTo>
                <a:lnTo>
                  <a:pt x="18980" y="9533"/>
                </a:lnTo>
                <a:lnTo>
                  <a:pt x="28534" y="9533"/>
                </a:lnTo>
                <a:lnTo>
                  <a:pt x="28534" y="0"/>
                </a:lnTo>
              </a:path>
            </a:pathLst>
          </a:custGeom>
          <a:ln w="956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7886306" y="3133306"/>
            <a:ext cx="28534" cy="9521"/>
          </a:xfrm>
          <a:custGeom>
            <a:avLst/>
            <a:gdLst/>
            <a:ahLst/>
            <a:cxnLst/>
            <a:rect l="l" t="t" r="r" b="b"/>
            <a:pathLst>
              <a:path w="28534" h="9521">
                <a:moveTo>
                  <a:pt x="0" y="9521"/>
                </a:moveTo>
                <a:lnTo>
                  <a:pt x="9426" y="9521"/>
                </a:lnTo>
                <a:lnTo>
                  <a:pt x="9426" y="0"/>
                </a:lnTo>
                <a:lnTo>
                  <a:pt x="9426" y="0"/>
                </a:lnTo>
                <a:lnTo>
                  <a:pt x="18980" y="0"/>
                </a:lnTo>
                <a:lnTo>
                  <a:pt x="28534" y="0"/>
                </a:lnTo>
              </a:path>
            </a:pathLst>
          </a:custGeom>
          <a:ln w="953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7914841" y="3133306"/>
            <a:ext cx="9554" cy="0"/>
          </a:xfrm>
          <a:custGeom>
            <a:avLst/>
            <a:gdLst/>
            <a:ahLst/>
            <a:cxnLst/>
            <a:rect l="l" t="t" r="r" b="b"/>
            <a:pathLst>
              <a:path w="9554" h="0">
                <a:moveTo>
                  <a:pt x="0" y="0"/>
                </a:moveTo>
                <a:lnTo>
                  <a:pt x="9554" y="0"/>
                </a:lnTo>
              </a:path>
            </a:pathLst>
          </a:custGeom>
          <a:ln w="9524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133600" y="1676400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505200" y="1676400"/>
            <a:ext cx="1524000" cy="0"/>
          </a:xfrm>
          <a:custGeom>
            <a:avLst/>
            <a:gdLst/>
            <a:ahLst/>
            <a:cxnLst/>
            <a:rect l="l" t="t" r="r" b="b"/>
            <a:pathLst>
              <a:path w="1524000" h="0">
                <a:moveTo>
                  <a:pt x="0" y="0"/>
                </a:moveTo>
                <a:lnTo>
                  <a:pt x="15240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029200" y="2133600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 h="0">
                <a:moveTo>
                  <a:pt x="0" y="0"/>
                </a:moveTo>
                <a:lnTo>
                  <a:pt x="14478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029200" y="1676400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45720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6477000" y="1676400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45720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6477000" y="1676400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6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35940" y="787114"/>
            <a:ext cx="2567762" cy="432307"/>
          </a:xfrm>
          <a:prstGeom prst="rect">
            <a:avLst/>
          </a:prstGeom>
        </p:spPr>
        <p:txBody>
          <a:bodyPr wrap="square" lIns="0" tIns="21431" rIns="0" bIns="0" rtlCol="0">
            <a:noAutofit/>
          </a:bodyPr>
          <a:lstStyle/>
          <a:p>
            <a:pPr marL="12700">
              <a:lnSpc>
                <a:spcPts val="3375"/>
              </a:lnSpc>
            </a:pP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Contoh: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3200" spc="-3" b="1" u="heavy">
                <a:solidFill>
                  <a:srgbClr val="006600"/>
                </a:solidFill>
                <a:latin typeface="Arial"/>
                <a:cs typeface="Arial"/>
              </a:rPr>
              <a:t>FSK</a:t>
            </a:r>
            <a:endParaRPr sz="32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206195" y="1631116"/>
            <a:ext cx="541350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>
                <a:latin typeface="Arial"/>
                <a:cs typeface="Arial"/>
              </a:rPr>
              <a:t>D</a:t>
            </a:r>
            <a:r>
              <a:rPr dirty="0" smtClean="0" sz="1800" spc="-2">
                <a:latin typeface="Arial"/>
                <a:cs typeface="Arial"/>
              </a:rPr>
              <a:t>a</a:t>
            </a:r>
            <a:r>
              <a:rPr dirty="0" smtClean="0" sz="1800" spc="-2">
                <a:latin typeface="Arial"/>
                <a:cs typeface="Arial"/>
              </a:rPr>
              <a:t>ta</a:t>
            </a:r>
            <a:endParaRPr sz="1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898775" y="25093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230370" y="25093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688609" y="25093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147991" y="2509321"/>
            <a:ext cx="186791" cy="254000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145844" y="3163371"/>
            <a:ext cx="692683" cy="52831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289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FSK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800" spc="-3">
                <a:latin typeface="Arial"/>
                <a:cs typeface="Arial"/>
              </a:rPr>
              <a:t>Si</a:t>
            </a:r>
            <a:r>
              <a:rPr dirty="0" smtClean="0" sz="1800" spc="-3">
                <a:latin typeface="Arial"/>
                <a:cs typeface="Arial"/>
              </a:rPr>
              <a:t>g</a:t>
            </a:r>
            <a:r>
              <a:rPr dirty="0" smtClean="0" sz="1800" spc="-3">
                <a:latin typeface="Arial"/>
                <a:cs typeface="Arial"/>
              </a:rPr>
              <a:t>n</a:t>
            </a:r>
            <a:r>
              <a:rPr dirty="0" smtClean="0" sz="1800" spc="-3">
                <a:latin typeface="Arial"/>
                <a:cs typeface="Arial"/>
              </a:rPr>
              <a:t>a</a:t>
            </a:r>
            <a:r>
              <a:rPr dirty="0" smtClean="0" sz="1800" spc="-3">
                <a:latin typeface="Arial"/>
                <a:cs typeface="Arial"/>
              </a:rPr>
              <a:t>l</a:t>
            </a:r>
            <a:endParaRPr sz="18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430004" y="6471832"/>
            <a:ext cx="361522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84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619816" y="3690498"/>
            <a:ext cx="76151" cy="47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5576973" y="3642871"/>
            <a:ext cx="33327" cy="3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6000550" y="3571438"/>
            <a:ext cx="28534" cy="28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7495993" y="3457149"/>
            <a:ext cx="123692" cy="104769"/>
          </a:xfrm>
          <a:prstGeom prst="rect">
            <a:avLst/>
          </a:prstGeom>
        </p:spPr>
        <p:txBody>
          <a:bodyPr wrap="square" lIns="0" tIns="3169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57" name="object 57"/>
          <p:cNvSpPr txBox="1"/>
          <p:nvPr/>
        </p:nvSpPr>
        <p:spPr>
          <a:xfrm>
            <a:off x="7495993" y="3561919"/>
            <a:ext cx="123692" cy="138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6057747" y="3295228"/>
            <a:ext cx="157068" cy="85715"/>
          </a:xfrm>
          <a:prstGeom prst="rect">
            <a:avLst/>
          </a:prstGeom>
        </p:spPr>
        <p:txBody>
          <a:bodyPr wrap="square" lIns="0" tIns="3165" rIns="0" bIns="0" rtlCol="0">
            <a:noAutofit/>
          </a:bodyPr>
          <a:lstStyle/>
          <a:p>
            <a:pPr marL="25400">
              <a:lnSpc>
                <a:spcPts val="650"/>
              </a:lnSpc>
            </a:pPr>
            <a:endParaRPr sz="650"/>
          </a:p>
        </p:txBody>
      </p:sp>
      <p:sp>
        <p:nvSpPr>
          <p:cNvPr id="55" name="object 55"/>
          <p:cNvSpPr txBox="1"/>
          <p:nvPr/>
        </p:nvSpPr>
        <p:spPr>
          <a:xfrm>
            <a:off x="6214815" y="3295228"/>
            <a:ext cx="33247" cy="85715"/>
          </a:xfrm>
          <a:prstGeom prst="rect">
            <a:avLst/>
          </a:prstGeom>
        </p:spPr>
        <p:txBody>
          <a:bodyPr wrap="square" lIns="0" tIns="3165" rIns="0" bIns="0" rtlCol="0">
            <a:noAutofit/>
          </a:bodyPr>
          <a:lstStyle/>
          <a:p>
            <a:pPr marL="25400">
              <a:lnSpc>
                <a:spcPts val="650"/>
              </a:lnSpc>
            </a:pPr>
            <a:endParaRPr sz="650"/>
          </a:p>
        </p:txBody>
      </p:sp>
      <p:sp>
        <p:nvSpPr>
          <p:cNvPr id="54" name="object 54"/>
          <p:cNvSpPr txBox="1"/>
          <p:nvPr/>
        </p:nvSpPr>
        <p:spPr>
          <a:xfrm>
            <a:off x="6057747" y="3380943"/>
            <a:ext cx="57069" cy="66672"/>
          </a:xfrm>
          <a:prstGeom prst="rect">
            <a:avLst/>
          </a:prstGeom>
        </p:spPr>
        <p:txBody>
          <a:bodyPr wrap="square" lIns="0" tIns="3172" rIns="0" bIns="0" rtlCol="0">
            <a:noAutofit/>
          </a:bodyPr>
          <a:lstStyle/>
          <a:p>
            <a:pPr marL="25400">
              <a:lnSpc>
                <a:spcPts val="500"/>
              </a:lnSpc>
            </a:pPr>
            <a:endParaRPr sz="500"/>
          </a:p>
        </p:txBody>
      </p:sp>
      <p:sp>
        <p:nvSpPr>
          <p:cNvPr id="53" name="object 53"/>
          <p:cNvSpPr txBox="1"/>
          <p:nvPr/>
        </p:nvSpPr>
        <p:spPr>
          <a:xfrm>
            <a:off x="6162395" y="3380943"/>
            <a:ext cx="0" cy="9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6114816" y="3380943"/>
            <a:ext cx="133246" cy="95248"/>
          </a:xfrm>
          <a:prstGeom prst="rect">
            <a:avLst/>
          </a:prstGeom>
        </p:spPr>
        <p:txBody>
          <a:bodyPr wrap="square" lIns="0" tIns="6348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51" name="object 51"/>
          <p:cNvSpPr txBox="1"/>
          <p:nvPr/>
        </p:nvSpPr>
        <p:spPr>
          <a:xfrm>
            <a:off x="5186694" y="3204739"/>
            <a:ext cx="23802" cy="47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5186694" y="3252364"/>
            <a:ext cx="71394" cy="119057"/>
          </a:xfrm>
          <a:prstGeom prst="rect">
            <a:avLst/>
          </a:prstGeom>
        </p:spPr>
        <p:txBody>
          <a:bodyPr wrap="square" lIns="0" tIns="4757" rIns="0" bIns="0" rtlCol="0">
            <a:noAutofit/>
          </a:bodyPr>
          <a:lstStyle/>
          <a:p>
            <a:pPr marL="25400">
              <a:lnSpc>
                <a:spcPts val="900"/>
              </a:lnSpc>
            </a:pPr>
            <a:endParaRPr sz="900"/>
          </a:p>
        </p:txBody>
      </p:sp>
      <p:sp>
        <p:nvSpPr>
          <p:cNvPr id="49" name="object 49"/>
          <p:cNvSpPr txBox="1"/>
          <p:nvPr/>
        </p:nvSpPr>
        <p:spPr>
          <a:xfrm>
            <a:off x="5234287" y="3257131"/>
            <a:ext cx="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5186694" y="3371422"/>
            <a:ext cx="366486" cy="2119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5291406" y="3371422"/>
            <a:ext cx="5235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5343762" y="3371422"/>
            <a:ext cx="209417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5186694" y="3583356"/>
            <a:ext cx="261773" cy="45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5448468" y="3583356"/>
            <a:ext cx="5712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5505588" y="3583356"/>
            <a:ext cx="47591" cy="45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1270000000" y="3133306"/>
            <a:ext cx="0" cy="5714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6896268" y="3138067"/>
            <a:ext cx="199908" cy="166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7148525" y="3138067"/>
            <a:ext cx="90400" cy="619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6896268" y="3209500"/>
            <a:ext cx="199908" cy="95248"/>
          </a:xfrm>
          <a:prstGeom prst="rect">
            <a:avLst/>
          </a:prstGeom>
        </p:spPr>
        <p:txBody>
          <a:bodyPr wrap="square" lIns="0" tIns="6348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38" name="object 38"/>
          <p:cNvSpPr txBox="1"/>
          <p:nvPr/>
        </p:nvSpPr>
        <p:spPr>
          <a:xfrm>
            <a:off x="7096176" y="3185694"/>
            <a:ext cx="171284" cy="119054"/>
          </a:xfrm>
          <a:prstGeom prst="rect">
            <a:avLst/>
          </a:prstGeom>
        </p:spPr>
        <p:txBody>
          <a:bodyPr wrap="square" lIns="0" tIns="4754" rIns="0" bIns="0" rtlCol="0">
            <a:noAutofit/>
          </a:bodyPr>
          <a:lstStyle/>
          <a:p>
            <a:pPr marL="25400">
              <a:lnSpc>
                <a:spcPts val="900"/>
              </a:lnSpc>
            </a:pPr>
            <a:endParaRPr sz="900"/>
          </a:p>
        </p:txBody>
      </p:sp>
      <p:sp>
        <p:nvSpPr>
          <p:cNvPr id="37" name="object 37"/>
          <p:cNvSpPr txBox="1"/>
          <p:nvPr/>
        </p:nvSpPr>
        <p:spPr>
          <a:xfrm>
            <a:off x="6896268" y="3304749"/>
            <a:ext cx="152316" cy="123824"/>
          </a:xfrm>
          <a:prstGeom prst="rect">
            <a:avLst/>
          </a:prstGeom>
        </p:spPr>
        <p:txBody>
          <a:bodyPr wrap="square" lIns="0" tIns="3174" rIns="0" bIns="0" rtlCol="0">
            <a:noAutofit/>
          </a:bodyPr>
          <a:lstStyle/>
          <a:p>
            <a:pPr marL="25400">
              <a:lnSpc>
                <a:spcPts val="950"/>
              </a:lnSpc>
            </a:pPr>
            <a:endParaRPr sz="950"/>
          </a:p>
        </p:txBody>
      </p:sp>
      <p:sp>
        <p:nvSpPr>
          <p:cNvPr id="36" name="object 36"/>
          <p:cNvSpPr txBox="1"/>
          <p:nvPr/>
        </p:nvSpPr>
        <p:spPr>
          <a:xfrm>
            <a:off x="7048584" y="3304749"/>
            <a:ext cx="190341" cy="123824"/>
          </a:xfrm>
          <a:prstGeom prst="rect">
            <a:avLst/>
          </a:prstGeom>
        </p:spPr>
        <p:txBody>
          <a:bodyPr wrap="square" lIns="0" tIns="3174" rIns="0" bIns="0" rtlCol="0">
            <a:noAutofit/>
          </a:bodyPr>
          <a:lstStyle/>
          <a:p>
            <a:pPr marL="25400">
              <a:lnSpc>
                <a:spcPts val="950"/>
              </a:lnSpc>
            </a:pPr>
            <a:endParaRPr sz="950"/>
          </a:p>
        </p:txBody>
      </p:sp>
      <p:sp>
        <p:nvSpPr>
          <p:cNvPr id="35" name="object 35"/>
          <p:cNvSpPr txBox="1"/>
          <p:nvPr/>
        </p:nvSpPr>
        <p:spPr>
          <a:xfrm>
            <a:off x="6896268" y="3428573"/>
            <a:ext cx="99954" cy="104769"/>
          </a:xfrm>
          <a:prstGeom prst="rect">
            <a:avLst/>
          </a:prstGeom>
        </p:spPr>
        <p:txBody>
          <a:bodyPr wrap="square" lIns="0" tIns="3169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34" name="object 34"/>
          <p:cNvSpPr txBox="1"/>
          <p:nvPr/>
        </p:nvSpPr>
        <p:spPr>
          <a:xfrm>
            <a:off x="6996222" y="3428573"/>
            <a:ext cx="242703" cy="104769"/>
          </a:xfrm>
          <a:prstGeom prst="rect">
            <a:avLst/>
          </a:prstGeom>
        </p:spPr>
        <p:txBody>
          <a:bodyPr wrap="square" lIns="0" tIns="3169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33" name="object 33"/>
          <p:cNvSpPr txBox="1"/>
          <p:nvPr/>
        </p:nvSpPr>
        <p:spPr>
          <a:xfrm>
            <a:off x="6896268" y="3533343"/>
            <a:ext cx="57120" cy="114290"/>
          </a:xfrm>
          <a:prstGeom prst="rect">
            <a:avLst/>
          </a:prstGeom>
        </p:spPr>
        <p:txBody>
          <a:bodyPr wrap="square" lIns="0" tIns="6340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32" name="object 32"/>
          <p:cNvSpPr txBox="1"/>
          <p:nvPr/>
        </p:nvSpPr>
        <p:spPr>
          <a:xfrm>
            <a:off x="6953388" y="3533343"/>
            <a:ext cx="285537" cy="114290"/>
          </a:xfrm>
          <a:prstGeom prst="rect">
            <a:avLst/>
          </a:prstGeom>
        </p:spPr>
        <p:txBody>
          <a:bodyPr wrap="square" lIns="0" tIns="6340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31" name="object 31"/>
          <p:cNvSpPr txBox="1"/>
          <p:nvPr/>
        </p:nvSpPr>
        <p:spPr>
          <a:xfrm>
            <a:off x="6896268" y="3647634"/>
            <a:ext cx="342657" cy="571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3867408" y="3133306"/>
            <a:ext cx="133259" cy="228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000668" y="3138067"/>
            <a:ext cx="199908" cy="166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4252926" y="3138067"/>
            <a:ext cx="71424" cy="47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4000668" y="3304749"/>
            <a:ext cx="152316" cy="123824"/>
          </a:xfrm>
          <a:prstGeom prst="rect">
            <a:avLst/>
          </a:prstGeom>
        </p:spPr>
        <p:txBody>
          <a:bodyPr wrap="square" lIns="0" tIns="3174" rIns="0" bIns="0" rtlCol="0">
            <a:noAutofit/>
          </a:bodyPr>
          <a:lstStyle/>
          <a:p>
            <a:pPr marL="25400">
              <a:lnSpc>
                <a:spcPts val="950"/>
              </a:lnSpc>
            </a:pPr>
            <a:endParaRPr sz="950"/>
          </a:p>
        </p:txBody>
      </p:sp>
      <p:sp>
        <p:nvSpPr>
          <p:cNvPr id="26" name="object 26"/>
          <p:cNvSpPr txBox="1"/>
          <p:nvPr/>
        </p:nvSpPr>
        <p:spPr>
          <a:xfrm>
            <a:off x="4152984" y="3304749"/>
            <a:ext cx="190341" cy="123824"/>
          </a:xfrm>
          <a:prstGeom prst="rect">
            <a:avLst/>
          </a:prstGeom>
        </p:spPr>
        <p:txBody>
          <a:bodyPr wrap="square" lIns="0" tIns="3174" rIns="0" bIns="0" rtlCol="0">
            <a:noAutofit/>
          </a:bodyPr>
          <a:lstStyle/>
          <a:p>
            <a:pPr marL="25400">
              <a:lnSpc>
                <a:spcPts val="950"/>
              </a:lnSpc>
            </a:pPr>
            <a:endParaRPr sz="950"/>
          </a:p>
        </p:txBody>
      </p:sp>
      <p:sp>
        <p:nvSpPr>
          <p:cNvPr id="25" name="object 25"/>
          <p:cNvSpPr txBox="1"/>
          <p:nvPr/>
        </p:nvSpPr>
        <p:spPr>
          <a:xfrm>
            <a:off x="3867408" y="3361901"/>
            <a:ext cx="133259" cy="66672"/>
          </a:xfrm>
          <a:prstGeom prst="rect">
            <a:avLst/>
          </a:prstGeom>
        </p:spPr>
        <p:txBody>
          <a:bodyPr wrap="square" lIns="0" tIns="3172" rIns="0" bIns="0" rtlCol="0">
            <a:noAutofit/>
          </a:bodyPr>
          <a:lstStyle/>
          <a:p>
            <a:pPr marL="25400">
              <a:lnSpc>
                <a:spcPts val="500"/>
              </a:lnSpc>
            </a:pPr>
            <a:endParaRPr sz="500"/>
          </a:p>
        </p:txBody>
      </p:sp>
      <p:sp>
        <p:nvSpPr>
          <p:cNvPr id="24" name="object 24"/>
          <p:cNvSpPr txBox="1"/>
          <p:nvPr/>
        </p:nvSpPr>
        <p:spPr>
          <a:xfrm>
            <a:off x="3867408" y="3428573"/>
            <a:ext cx="133259" cy="147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000668" y="3428573"/>
            <a:ext cx="104712" cy="104769"/>
          </a:xfrm>
          <a:prstGeom prst="rect">
            <a:avLst/>
          </a:prstGeom>
        </p:spPr>
        <p:txBody>
          <a:bodyPr wrap="square" lIns="0" tIns="3169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2" name="object 22"/>
          <p:cNvSpPr txBox="1"/>
          <p:nvPr/>
        </p:nvSpPr>
        <p:spPr>
          <a:xfrm>
            <a:off x="4105380" y="3428573"/>
            <a:ext cx="237946" cy="104769"/>
          </a:xfrm>
          <a:prstGeom prst="rect">
            <a:avLst/>
          </a:prstGeom>
        </p:spPr>
        <p:txBody>
          <a:bodyPr wrap="square" lIns="0" tIns="3169" rIns="0" bIns="0" rtlCol="0">
            <a:noAutofit/>
          </a:bodyPr>
          <a:lstStyle/>
          <a:p>
            <a:pPr marL="25400">
              <a:lnSpc>
                <a:spcPts val="800"/>
              </a:lnSpc>
            </a:pPr>
            <a:endParaRPr sz="800"/>
          </a:p>
        </p:txBody>
      </p:sp>
      <p:sp>
        <p:nvSpPr>
          <p:cNvPr id="21" name="object 21"/>
          <p:cNvSpPr txBox="1"/>
          <p:nvPr/>
        </p:nvSpPr>
        <p:spPr>
          <a:xfrm>
            <a:off x="4000668" y="3533343"/>
            <a:ext cx="57120" cy="1333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057788" y="3533343"/>
            <a:ext cx="285537" cy="114290"/>
          </a:xfrm>
          <a:prstGeom prst="rect">
            <a:avLst/>
          </a:prstGeom>
        </p:spPr>
        <p:txBody>
          <a:bodyPr wrap="square" lIns="0" tIns="6340" rIns="0" bIns="0" rtlCol="0">
            <a:noAutofit/>
          </a:bodyPr>
          <a:lstStyle/>
          <a:p>
            <a:pPr marL="25400">
              <a:lnSpc>
                <a:spcPts val="850"/>
              </a:lnSpc>
            </a:pPr>
            <a:endParaRPr sz="850"/>
          </a:p>
        </p:txBody>
      </p:sp>
      <p:sp>
        <p:nvSpPr>
          <p:cNvPr id="19" name="object 19"/>
          <p:cNvSpPr txBox="1"/>
          <p:nvPr/>
        </p:nvSpPr>
        <p:spPr>
          <a:xfrm>
            <a:off x="3867408" y="3576201"/>
            <a:ext cx="133259" cy="90488"/>
          </a:xfrm>
          <a:prstGeom prst="rect">
            <a:avLst/>
          </a:prstGeom>
        </p:spPr>
        <p:txBody>
          <a:bodyPr wrap="square" lIns="0" tIns="1588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18" name="object 18"/>
          <p:cNvSpPr txBox="1"/>
          <p:nvPr/>
        </p:nvSpPr>
        <p:spPr>
          <a:xfrm>
            <a:off x="3485710" y="3152365"/>
            <a:ext cx="42929" cy="57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3528639" y="3152365"/>
            <a:ext cx="62708" cy="57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2752776" y="3138067"/>
            <a:ext cx="52349" cy="619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2805126" y="3138067"/>
            <a:ext cx="71424" cy="47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127504" y="2819400"/>
            <a:ext cx="2883408" cy="313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010912" y="2819400"/>
            <a:ext cx="1447800" cy="313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458712" y="2819400"/>
            <a:ext cx="1447799" cy="390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127504" y="3133306"/>
            <a:ext cx="2883408" cy="9814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010912" y="3133306"/>
            <a:ext cx="1299061" cy="100009"/>
          </a:xfrm>
          <a:prstGeom prst="rect">
            <a:avLst/>
          </a:prstGeom>
        </p:spPr>
        <p:txBody>
          <a:bodyPr wrap="square" lIns="0" tIns="4759" rIns="0" bIns="0" rtlCol="0">
            <a:noAutofit/>
          </a:bodyPr>
          <a:lstStyle/>
          <a:p>
            <a:pPr marL="25400">
              <a:lnSpc>
                <a:spcPts val="750"/>
              </a:lnSpc>
            </a:pPr>
            <a:endParaRPr sz="750"/>
          </a:p>
        </p:txBody>
      </p:sp>
      <p:sp>
        <p:nvSpPr>
          <p:cNvPr id="9" name="object 9"/>
          <p:cNvSpPr txBox="1"/>
          <p:nvPr/>
        </p:nvSpPr>
        <p:spPr>
          <a:xfrm>
            <a:off x="7906511" y="3171403"/>
            <a:ext cx="0" cy="9433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5010912" y="3233315"/>
            <a:ext cx="1447800" cy="8814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458712" y="3209500"/>
            <a:ext cx="1447799" cy="905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133600" y="1676400"/>
            <a:ext cx="2895600" cy="4572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029200" y="1676400"/>
            <a:ext cx="1447800" cy="4572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477000" y="1676400"/>
            <a:ext cx="1371600" cy="4572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107911" y="989838"/>
            <a:ext cx="10823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5705484" y="3584128"/>
            <a:ext cx="57107" cy="1523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304800" y="838200"/>
            <a:ext cx="9296400" cy="536752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7443" y="159169"/>
            <a:ext cx="154451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Mod</a:t>
            </a:r>
            <a:r>
              <a:rPr dirty="0" smtClean="0" sz="2400" spc="-1" b="1">
                <a:latin typeface="Arial"/>
                <a:cs typeface="Arial"/>
              </a:rPr>
              <a:t>u</a:t>
            </a:r>
            <a:r>
              <a:rPr dirty="0" smtClean="0" sz="2400" spc="-1" b="1">
                <a:latin typeface="Arial"/>
                <a:cs typeface="Arial"/>
              </a:rPr>
              <a:t>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023477" y="159169"/>
            <a:ext cx="612726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a</a:t>
            </a:r>
            <a:r>
              <a:rPr dirty="0" smtClean="0" sz="2400" spc="-1" b="1">
                <a:latin typeface="Arial"/>
                <a:cs typeface="Arial"/>
              </a:rPr>
              <a:t>n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48332" y="159169"/>
            <a:ext cx="1950611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e</a:t>
            </a:r>
            <a:r>
              <a:rPr dirty="0" smtClean="0" sz="2400" spc="-1" b="1">
                <a:latin typeface="Arial"/>
                <a:cs typeface="Arial"/>
              </a:rPr>
              <a:t>mo</a:t>
            </a:r>
            <a:r>
              <a:rPr dirty="0" smtClean="0" sz="2400" spc="-1" b="1">
                <a:latin typeface="Arial"/>
                <a:cs typeface="Arial"/>
              </a:rPr>
              <a:t>d</a:t>
            </a:r>
            <a:r>
              <a:rPr dirty="0" smtClean="0" sz="2400" spc="-1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40672" y="6471832"/>
            <a:ext cx="35002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85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object 247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397508" y="4642104"/>
            <a:ext cx="4158995" cy="0"/>
          </a:xfrm>
          <a:custGeom>
            <a:avLst/>
            <a:gdLst/>
            <a:ahLst/>
            <a:cxnLst/>
            <a:rect l="l" t="t" r="r" b="b"/>
            <a:pathLst>
              <a:path w="4158995" h="0">
                <a:moveTo>
                  <a:pt x="0" y="0"/>
                </a:moveTo>
                <a:lnTo>
                  <a:pt x="4158995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450086" y="4354830"/>
            <a:ext cx="94487" cy="286512"/>
          </a:xfrm>
          <a:custGeom>
            <a:avLst/>
            <a:gdLst/>
            <a:ahLst/>
            <a:cxnLst/>
            <a:rect l="l" t="t" r="r" b="b"/>
            <a:pathLst>
              <a:path w="94487" h="286512">
                <a:moveTo>
                  <a:pt x="0" y="286512"/>
                </a:moveTo>
                <a:lnTo>
                  <a:pt x="58419" y="42799"/>
                </a:lnTo>
                <a:lnTo>
                  <a:pt x="62102" y="30099"/>
                </a:lnTo>
                <a:lnTo>
                  <a:pt x="64642" y="19812"/>
                </a:lnTo>
                <a:lnTo>
                  <a:pt x="69595" y="11811"/>
                </a:lnTo>
                <a:lnTo>
                  <a:pt x="80772" y="4699"/>
                </a:lnTo>
                <a:lnTo>
                  <a:pt x="94487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546098" y="4353306"/>
            <a:ext cx="368808" cy="560832"/>
          </a:xfrm>
          <a:custGeom>
            <a:avLst/>
            <a:gdLst/>
            <a:ahLst/>
            <a:cxnLst/>
            <a:rect l="l" t="t" r="r" b="b"/>
            <a:pathLst>
              <a:path w="368808" h="560831">
                <a:moveTo>
                  <a:pt x="0" y="0"/>
                </a:moveTo>
                <a:lnTo>
                  <a:pt x="19685" y="3175"/>
                </a:lnTo>
                <a:lnTo>
                  <a:pt x="35687" y="14224"/>
                </a:lnTo>
                <a:lnTo>
                  <a:pt x="45465" y="46736"/>
                </a:lnTo>
                <a:lnTo>
                  <a:pt x="124206" y="515620"/>
                </a:lnTo>
                <a:lnTo>
                  <a:pt x="132715" y="542671"/>
                </a:lnTo>
                <a:lnTo>
                  <a:pt x="138938" y="549783"/>
                </a:lnTo>
                <a:lnTo>
                  <a:pt x="153670" y="557657"/>
                </a:lnTo>
                <a:lnTo>
                  <a:pt x="168402" y="560832"/>
                </a:lnTo>
                <a:lnTo>
                  <a:pt x="186816" y="554482"/>
                </a:lnTo>
                <a:lnTo>
                  <a:pt x="197865" y="542671"/>
                </a:lnTo>
                <a:lnTo>
                  <a:pt x="333121" y="43561"/>
                </a:lnTo>
                <a:lnTo>
                  <a:pt x="336803" y="30861"/>
                </a:lnTo>
                <a:lnTo>
                  <a:pt x="339344" y="20574"/>
                </a:lnTo>
                <a:lnTo>
                  <a:pt x="344170" y="12700"/>
                </a:lnTo>
                <a:lnTo>
                  <a:pt x="355346" y="3175"/>
                </a:lnTo>
                <a:lnTo>
                  <a:pt x="368808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925574" y="4354830"/>
            <a:ext cx="356615" cy="559307"/>
          </a:xfrm>
          <a:custGeom>
            <a:avLst/>
            <a:gdLst/>
            <a:ahLst/>
            <a:cxnLst/>
            <a:rect l="l" t="t" r="r" b="b"/>
            <a:pathLst>
              <a:path w="356615" h="559307">
                <a:moveTo>
                  <a:pt x="0" y="2413"/>
                </a:moveTo>
                <a:lnTo>
                  <a:pt x="23368" y="14224"/>
                </a:lnTo>
                <a:lnTo>
                  <a:pt x="32003" y="45974"/>
                </a:lnTo>
                <a:lnTo>
                  <a:pt x="111887" y="514096"/>
                </a:lnTo>
                <a:lnTo>
                  <a:pt x="119252" y="541147"/>
                </a:lnTo>
                <a:lnTo>
                  <a:pt x="126618" y="548259"/>
                </a:lnTo>
                <a:lnTo>
                  <a:pt x="141477" y="556133"/>
                </a:lnTo>
                <a:lnTo>
                  <a:pt x="156209" y="559308"/>
                </a:lnTo>
                <a:lnTo>
                  <a:pt x="174625" y="552958"/>
                </a:lnTo>
                <a:lnTo>
                  <a:pt x="185674" y="541147"/>
                </a:lnTo>
                <a:lnTo>
                  <a:pt x="320928" y="42799"/>
                </a:lnTo>
                <a:lnTo>
                  <a:pt x="324612" y="30099"/>
                </a:lnTo>
                <a:lnTo>
                  <a:pt x="327151" y="19812"/>
                </a:lnTo>
                <a:lnTo>
                  <a:pt x="331977" y="11938"/>
                </a:lnTo>
                <a:lnTo>
                  <a:pt x="343026" y="4699"/>
                </a:lnTo>
                <a:lnTo>
                  <a:pt x="356615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283714" y="4353306"/>
            <a:ext cx="371856" cy="560832"/>
          </a:xfrm>
          <a:custGeom>
            <a:avLst/>
            <a:gdLst/>
            <a:ahLst/>
            <a:cxnLst/>
            <a:rect l="l" t="t" r="r" b="b"/>
            <a:pathLst>
              <a:path w="371856" h="560831">
                <a:moveTo>
                  <a:pt x="0" y="0"/>
                </a:moveTo>
                <a:lnTo>
                  <a:pt x="19812" y="3175"/>
                </a:lnTo>
                <a:lnTo>
                  <a:pt x="35813" y="14224"/>
                </a:lnTo>
                <a:lnTo>
                  <a:pt x="45719" y="46736"/>
                </a:lnTo>
                <a:lnTo>
                  <a:pt x="124713" y="515620"/>
                </a:lnTo>
                <a:lnTo>
                  <a:pt x="133477" y="542671"/>
                </a:lnTo>
                <a:lnTo>
                  <a:pt x="140843" y="549783"/>
                </a:lnTo>
                <a:lnTo>
                  <a:pt x="154431" y="557657"/>
                </a:lnTo>
                <a:lnTo>
                  <a:pt x="170434" y="560832"/>
                </a:lnTo>
                <a:lnTo>
                  <a:pt x="187833" y="554482"/>
                </a:lnTo>
                <a:lnTo>
                  <a:pt x="198881" y="542671"/>
                </a:lnTo>
                <a:lnTo>
                  <a:pt x="336042" y="43561"/>
                </a:lnTo>
                <a:lnTo>
                  <a:pt x="339725" y="30861"/>
                </a:lnTo>
                <a:lnTo>
                  <a:pt x="342265" y="20574"/>
                </a:lnTo>
                <a:lnTo>
                  <a:pt x="347091" y="12700"/>
                </a:lnTo>
                <a:lnTo>
                  <a:pt x="358267" y="3175"/>
                </a:lnTo>
                <a:lnTo>
                  <a:pt x="371856" y="2413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672334" y="4351782"/>
            <a:ext cx="359664" cy="559307"/>
          </a:xfrm>
          <a:custGeom>
            <a:avLst/>
            <a:gdLst/>
            <a:ahLst/>
            <a:cxnLst/>
            <a:rect l="l" t="t" r="r" b="b"/>
            <a:pathLst>
              <a:path w="359664" h="559307">
                <a:moveTo>
                  <a:pt x="0" y="762"/>
                </a:moveTo>
                <a:lnTo>
                  <a:pt x="23495" y="14224"/>
                </a:lnTo>
                <a:lnTo>
                  <a:pt x="32131" y="45212"/>
                </a:lnTo>
                <a:lnTo>
                  <a:pt x="112522" y="515620"/>
                </a:lnTo>
                <a:lnTo>
                  <a:pt x="119888" y="541020"/>
                </a:lnTo>
                <a:lnTo>
                  <a:pt x="128524" y="549021"/>
                </a:lnTo>
                <a:lnTo>
                  <a:pt x="142113" y="556895"/>
                </a:lnTo>
                <a:lnTo>
                  <a:pt x="156972" y="559308"/>
                </a:lnTo>
                <a:lnTo>
                  <a:pt x="175514" y="552958"/>
                </a:lnTo>
                <a:lnTo>
                  <a:pt x="186690" y="541020"/>
                </a:lnTo>
                <a:lnTo>
                  <a:pt x="323850" y="42799"/>
                </a:lnTo>
                <a:lnTo>
                  <a:pt x="327533" y="29337"/>
                </a:lnTo>
                <a:lnTo>
                  <a:pt x="329946" y="19050"/>
                </a:lnTo>
                <a:lnTo>
                  <a:pt x="334899" y="11049"/>
                </a:lnTo>
                <a:lnTo>
                  <a:pt x="346075" y="3937"/>
                </a:lnTo>
                <a:lnTo>
                  <a:pt x="359664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033522" y="4351782"/>
            <a:ext cx="368807" cy="559307"/>
          </a:xfrm>
          <a:custGeom>
            <a:avLst/>
            <a:gdLst/>
            <a:ahLst/>
            <a:cxnLst/>
            <a:rect l="l" t="t" r="r" b="b"/>
            <a:pathLst>
              <a:path w="368807" h="559307">
                <a:moveTo>
                  <a:pt x="0" y="0"/>
                </a:moveTo>
                <a:lnTo>
                  <a:pt x="19684" y="2413"/>
                </a:lnTo>
                <a:lnTo>
                  <a:pt x="35686" y="12700"/>
                </a:lnTo>
                <a:lnTo>
                  <a:pt x="45465" y="45974"/>
                </a:lnTo>
                <a:lnTo>
                  <a:pt x="124205" y="515747"/>
                </a:lnTo>
                <a:lnTo>
                  <a:pt x="132714" y="541147"/>
                </a:lnTo>
                <a:lnTo>
                  <a:pt x="138937" y="549021"/>
                </a:lnTo>
                <a:lnTo>
                  <a:pt x="153669" y="556895"/>
                </a:lnTo>
                <a:lnTo>
                  <a:pt x="168401" y="559308"/>
                </a:lnTo>
                <a:lnTo>
                  <a:pt x="186816" y="552958"/>
                </a:lnTo>
                <a:lnTo>
                  <a:pt x="197865" y="541147"/>
                </a:lnTo>
                <a:lnTo>
                  <a:pt x="333120" y="43561"/>
                </a:lnTo>
                <a:lnTo>
                  <a:pt x="336803" y="30099"/>
                </a:lnTo>
                <a:lnTo>
                  <a:pt x="339343" y="19812"/>
                </a:lnTo>
                <a:lnTo>
                  <a:pt x="344169" y="11938"/>
                </a:lnTo>
                <a:lnTo>
                  <a:pt x="355345" y="2413"/>
                </a:lnTo>
                <a:lnTo>
                  <a:pt x="368807" y="2413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412998" y="4351782"/>
            <a:ext cx="358139" cy="559307"/>
          </a:xfrm>
          <a:custGeom>
            <a:avLst/>
            <a:gdLst/>
            <a:ahLst/>
            <a:cxnLst/>
            <a:rect l="l" t="t" r="r" b="b"/>
            <a:pathLst>
              <a:path w="358139" h="559307">
                <a:moveTo>
                  <a:pt x="0" y="762"/>
                </a:moveTo>
                <a:lnTo>
                  <a:pt x="23367" y="14224"/>
                </a:lnTo>
                <a:lnTo>
                  <a:pt x="32003" y="45212"/>
                </a:lnTo>
                <a:lnTo>
                  <a:pt x="113284" y="515620"/>
                </a:lnTo>
                <a:lnTo>
                  <a:pt x="120650" y="541020"/>
                </a:lnTo>
                <a:lnTo>
                  <a:pt x="128015" y="549021"/>
                </a:lnTo>
                <a:lnTo>
                  <a:pt x="142748" y="556895"/>
                </a:lnTo>
                <a:lnTo>
                  <a:pt x="157479" y="559308"/>
                </a:lnTo>
                <a:lnTo>
                  <a:pt x="176022" y="552958"/>
                </a:lnTo>
                <a:lnTo>
                  <a:pt x="187071" y="541020"/>
                </a:lnTo>
                <a:lnTo>
                  <a:pt x="322452" y="42799"/>
                </a:lnTo>
                <a:lnTo>
                  <a:pt x="326136" y="29337"/>
                </a:lnTo>
                <a:lnTo>
                  <a:pt x="328549" y="19050"/>
                </a:lnTo>
                <a:lnTo>
                  <a:pt x="333501" y="11049"/>
                </a:lnTo>
                <a:lnTo>
                  <a:pt x="344550" y="3937"/>
                </a:lnTo>
                <a:lnTo>
                  <a:pt x="358139" y="0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772662" y="4351782"/>
            <a:ext cx="370332" cy="559307"/>
          </a:xfrm>
          <a:custGeom>
            <a:avLst/>
            <a:gdLst/>
            <a:ahLst/>
            <a:cxnLst/>
            <a:rect l="l" t="t" r="r" b="b"/>
            <a:pathLst>
              <a:path w="370332" h="559307">
                <a:moveTo>
                  <a:pt x="0" y="0"/>
                </a:moveTo>
                <a:lnTo>
                  <a:pt x="19812" y="2413"/>
                </a:lnTo>
                <a:lnTo>
                  <a:pt x="35813" y="12700"/>
                </a:lnTo>
                <a:lnTo>
                  <a:pt x="45720" y="45974"/>
                </a:lnTo>
                <a:lnTo>
                  <a:pt x="124713" y="515747"/>
                </a:lnTo>
                <a:lnTo>
                  <a:pt x="133350" y="541147"/>
                </a:lnTo>
                <a:lnTo>
                  <a:pt x="139446" y="549021"/>
                </a:lnTo>
                <a:lnTo>
                  <a:pt x="154304" y="556895"/>
                </a:lnTo>
                <a:lnTo>
                  <a:pt x="169163" y="559308"/>
                </a:lnTo>
                <a:lnTo>
                  <a:pt x="187578" y="552958"/>
                </a:lnTo>
                <a:lnTo>
                  <a:pt x="198754" y="541147"/>
                </a:lnTo>
                <a:lnTo>
                  <a:pt x="334517" y="43561"/>
                </a:lnTo>
                <a:lnTo>
                  <a:pt x="338200" y="30099"/>
                </a:lnTo>
                <a:lnTo>
                  <a:pt x="340740" y="19812"/>
                </a:lnTo>
                <a:lnTo>
                  <a:pt x="345693" y="11938"/>
                </a:lnTo>
                <a:lnTo>
                  <a:pt x="356742" y="2413"/>
                </a:lnTo>
                <a:lnTo>
                  <a:pt x="370332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158234" y="4348733"/>
            <a:ext cx="359663" cy="560832"/>
          </a:xfrm>
          <a:custGeom>
            <a:avLst/>
            <a:gdLst/>
            <a:ahLst/>
            <a:cxnLst/>
            <a:rect l="l" t="t" r="r" b="b"/>
            <a:pathLst>
              <a:path w="359663" h="560832">
                <a:moveTo>
                  <a:pt x="0" y="2413"/>
                </a:moveTo>
                <a:lnTo>
                  <a:pt x="11175" y="3937"/>
                </a:lnTo>
                <a:lnTo>
                  <a:pt x="24764" y="14224"/>
                </a:lnTo>
                <a:lnTo>
                  <a:pt x="27177" y="25400"/>
                </a:lnTo>
                <a:lnTo>
                  <a:pt x="33400" y="45974"/>
                </a:lnTo>
                <a:lnTo>
                  <a:pt x="113664" y="515620"/>
                </a:lnTo>
                <a:lnTo>
                  <a:pt x="121157" y="541782"/>
                </a:lnTo>
                <a:lnTo>
                  <a:pt x="143382" y="557657"/>
                </a:lnTo>
                <a:lnTo>
                  <a:pt x="156971" y="560832"/>
                </a:lnTo>
                <a:lnTo>
                  <a:pt x="175513" y="554482"/>
                </a:lnTo>
                <a:lnTo>
                  <a:pt x="186689" y="541782"/>
                </a:lnTo>
                <a:lnTo>
                  <a:pt x="322579" y="42799"/>
                </a:lnTo>
                <a:lnTo>
                  <a:pt x="326263" y="30099"/>
                </a:lnTo>
                <a:lnTo>
                  <a:pt x="329945" y="19050"/>
                </a:lnTo>
                <a:lnTo>
                  <a:pt x="333755" y="11049"/>
                </a:lnTo>
                <a:lnTo>
                  <a:pt x="344804" y="3937"/>
                </a:lnTo>
                <a:lnTo>
                  <a:pt x="359663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517898" y="4348733"/>
            <a:ext cx="371855" cy="560832"/>
          </a:xfrm>
          <a:custGeom>
            <a:avLst/>
            <a:gdLst/>
            <a:ahLst/>
            <a:cxnLst/>
            <a:rect l="l" t="t" r="r" b="b"/>
            <a:pathLst>
              <a:path w="371855" h="560832">
                <a:moveTo>
                  <a:pt x="0" y="0"/>
                </a:moveTo>
                <a:lnTo>
                  <a:pt x="20954" y="3175"/>
                </a:lnTo>
                <a:lnTo>
                  <a:pt x="35687" y="12700"/>
                </a:lnTo>
                <a:lnTo>
                  <a:pt x="45592" y="46736"/>
                </a:lnTo>
                <a:lnTo>
                  <a:pt x="126873" y="515620"/>
                </a:lnTo>
                <a:lnTo>
                  <a:pt x="132968" y="541782"/>
                </a:lnTo>
                <a:lnTo>
                  <a:pt x="140335" y="549783"/>
                </a:lnTo>
                <a:lnTo>
                  <a:pt x="155193" y="557657"/>
                </a:lnTo>
                <a:lnTo>
                  <a:pt x="168655" y="560832"/>
                </a:lnTo>
                <a:lnTo>
                  <a:pt x="187198" y="554482"/>
                </a:lnTo>
                <a:lnTo>
                  <a:pt x="198247" y="541782"/>
                </a:lnTo>
                <a:lnTo>
                  <a:pt x="336168" y="43561"/>
                </a:lnTo>
                <a:lnTo>
                  <a:pt x="338581" y="30861"/>
                </a:lnTo>
                <a:lnTo>
                  <a:pt x="342264" y="19812"/>
                </a:lnTo>
                <a:lnTo>
                  <a:pt x="345948" y="11938"/>
                </a:lnTo>
                <a:lnTo>
                  <a:pt x="357124" y="3175"/>
                </a:lnTo>
                <a:lnTo>
                  <a:pt x="371855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898898" y="4348733"/>
            <a:ext cx="358139" cy="560832"/>
          </a:xfrm>
          <a:custGeom>
            <a:avLst/>
            <a:gdLst/>
            <a:ahLst/>
            <a:cxnLst/>
            <a:rect l="l" t="t" r="r" b="b"/>
            <a:pathLst>
              <a:path w="358139" h="560832">
                <a:moveTo>
                  <a:pt x="0" y="2413"/>
                </a:moveTo>
                <a:lnTo>
                  <a:pt x="24511" y="14224"/>
                </a:lnTo>
                <a:lnTo>
                  <a:pt x="33147" y="45974"/>
                </a:lnTo>
                <a:lnTo>
                  <a:pt x="112775" y="515620"/>
                </a:lnTo>
                <a:lnTo>
                  <a:pt x="120141" y="541782"/>
                </a:lnTo>
                <a:lnTo>
                  <a:pt x="127507" y="549783"/>
                </a:lnTo>
                <a:lnTo>
                  <a:pt x="142239" y="557657"/>
                </a:lnTo>
                <a:lnTo>
                  <a:pt x="155828" y="560832"/>
                </a:lnTo>
                <a:lnTo>
                  <a:pt x="174116" y="554482"/>
                </a:lnTo>
                <a:lnTo>
                  <a:pt x="185165" y="541782"/>
                </a:lnTo>
                <a:lnTo>
                  <a:pt x="321310" y="42799"/>
                </a:lnTo>
                <a:lnTo>
                  <a:pt x="324992" y="30099"/>
                </a:lnTo>
                <a:lnTo>
                  <a:pt x="328675" y="19050"/>
                </a:lnTo>
                <a:lnTo>
                  <a:pt x="332359" y="11049"/>
                </a:lnTo>
                <a:lnTo>
                  <a:pt x="343407" y="3937"/>
                </a:lnTo>
                <a:lnTo>
                  <a:pt x="3581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5257038" y="4348733"/>
            <a:ext cx="251460" cy="560832"/>
          </a:xfrm>
          <a:custGeom>
            <a:avLst/>
            <a:gdLst/>
            <a:ahLst/>
            <a:cxnLst/>
            <a:rect l="l" t="t" r="r" b="b"/>
            <a:pathLst>
              <a:path w="251460" h="560832">
                <a:moveTo>
                  <a:pt x="0" y="0"/>
                </a:moveTo>
                <a:lnTo>
                  <a:pt x="21082" y="3175"/>
                </a:lnTo>
                <a:lnTo>
                  <a:pt x="35940" y="12700"/>
                </a:lnTo>
                <a:lnTo>
                  <a:pt x="45847" y="46736"/>
                </a:lnTo>
                <a:lnTo>
                  <a:pt x="126364" y="515620"/>
                </a:lnTo>
                <a:lnTo>
                  <a:pt x="133731" y="541782"/>
                </a:lnTo>
                <a:lnTo>
                  <a:pt x="139953" y="549783"/>
                </a:lnTo>
                <a:lnTo>
                  <a:pt x="156083" y="557657"/>
                </a:lnTo>
                <a:lnTo>
                  <a:pt x="169672" y="560832"/>
                </a:lnTo>
                <a:lnTo>
                  <a:pt x="187071" y="554482"/>
                </a:lnTo>
                <a:lnTo>
                  <a:pt x="198247" y="541782"/>
                </a:lnTo>
                <a:lnTo>
                  <a:pt x="251460" y="30099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501140" y="5980176"/>
            <a:ext cx="4012692" cy="0"/>
          </a:xfrm>
          <a:custGeom>
            <a:avLst/>
            <a:gdLst/>
            <a:ahLst/>
            <a:cxnLst/>
            <a:rect l="l" t="t" r="r" b="b"/>
            <a:pathLst>
              <a:path w="4012692" h="0">
                <a:moveTo>
                  <a:pt x="0" y="0"/>
                </a:moveTo>
                <a:lnTo>
                  <a:pt x="4012692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4874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8684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3256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7066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0876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4686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9258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3068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6878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0688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526024" y="5893308"/>
            <a:ext cx="0" cy="99059"/>
          </a:xfrm>
          <a:custGeom>
            <a:avLst/>
            <a:gdLst/>
            <a:ahLst/>
            <a:cxnLst/>
            <a:rect l="l" t="t" r="r" b="b"/>
            <a:pathLst>
              <a:path w="0"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469136" y="5385816"/>
            <a:ext cx="4120896" cy="1524"/>
          </a:xfrm>
          <a:custGeom>
            <a:avLst/>
            <a:gdLst/>
            <a:ahLst/>
            <a:cxnLst/>
            <a:rect l="l" t="t" r="r" b="b"/>
            <a:pathLst>
              <a:path w="4120896" h="1524">
                <a:moveTo>
                  <a:pt x="0" y="0"/>
                </a:moveTo>
                <a:lnTo>
                  <a:pt x="4120896" y="1524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870710" y="5098542"/>
            <a:ext cx="24383" cy="284988"/>
          </a:xfrm>
          <a:custGeom>
            <a:avLst/>
            <a:gdLst/>
            <a:ahLst/>
            <a:cxnLst/>
            <a:rect l="l" t="t" r="r" b="b"/>
            <a:pathLst>
              <a:path w="24383" h="284988">
                <a:moveTo>
                  <a:pt x="0" y="284987"/>
                </a:moveTo>
                <a:lnTo>
                  <a:pt x="15112" y="42544"/>
                </a:lnTo>
                <a:lnTo>
                  <a:pt x="16001" y="29971"/>
                </a:lnTo>
                <a:lnTo>
                  <a:pt x="16637" y="19684"/>
                </a:lnTo>
                <a:lnTo>
                  <a:pt x="17906" y="11810"/>
                </a:lnTo>
                <a:lnTo>
                  <a:pt x="20827" y="4698"/>
                </a:lnTo>
                <a:lnTo>
                  <a:pt x="24383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895094" y="5097018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0"/>
                </a:moveTo>
                <a:lnTo>
                  <a:pt x="10032" y="26796"/>
                </a:lnTo>
                <a:lnTo>
                  <a:pt x="11303" y="46608"/>
                </a:lnTo>
                <a:lnTo>
                  <a:pt x="30733" y="514273"/>
                </a:lnTo>
                <a:lnTo>
                  <a:pt x="32893" y="541134"/>
                </a:lnTo>
                <a:lnTo>
                  <a:pt x="34417" y="548246"/>
                </a:lnTo>
                <a:lnTo>
                  <a:pt x="38100" y="556145"/>
                </a:lnTo>
                <a:lnTo>
                  <a:pt x="41782" y="559307"/>
                </a:lnTo>
                <a:lnTo>
                  <a:pt x="46355" y="552983"/>
                </a:lnTo>
                <a:lnTo>
                  <a:pt x="49022" y="541134"/>
                </a:lnTo>
                <a:lnTo>
                  <a:pt x="82550" y="43433"/>
                </a:lnTo>
                <a:lnTo>
                  <a:pt x="83566" y="30860"/>
                </a:lnTo>
                <a:lnTo>
                  <a:pt x="84074" y="20573"/>
                </a:lnTo>
                <a:lnTo>
                  <a:pt x="85343" y="12699"/>
                </a:lnTo>
                <a:lnTo>
                  <a:pt x="88137" y="3174"/>
                </a:lnTo>
                <a:lnTo>
                  <a:pt x="91439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989582" y="5098542"/>
            <a:ext cx="89916" cy="557783"/>
          </a:xfrm>
          <a:custGeom>
            <a:avLst/>
            <a:gdLst/>
            <a:ahLst/>
            <a:cxnLst/>
            <a:rect l="l" t="t" r="r" b="b"/>
            <a:pathLst>
              <a:path w="89916" h="557783">
                <a:moveTo>
                  <a:pt x="0" y="2412"/>
                </a:moveTo>
                <a:lnTo>
                  <a:pt x="6857" y="26034"/>
                </a:lnTo>
                <a:lnTo>
                  <a:pt x="8000" y="45846"/>
                </a:lnTo>
                <a:lnTo>
                  <a:pt x="28193" y="512749"/>
                </a:lnTo>
                <a:lnTo>
                  <a:pt x="30099" y="539610"/>
                </a:lnTo>
                <a:lnTo>
                  <a:pt x="31876" y="546722"/>
                </a:lnTo>
                <a:lnTo>
                  <a:pt x="35687" y="554621"/>
                </a:lnTo>
                <a:lnTo>
                  <a:pt x="39369" y="557783"/>
                </a:lnTo>
                <a:lnTo>
                  <a:pt x="44068" y="551459"/>
                </a:lnTo>
                <a:lnTo>
                  <a:pt x="46862" y="539610"/>
                </a:lnTo>
                <a:lnTo>
                  <a:pt x="80899" y="42671"/>
                </a:lnTo>
                <a:lnTo>
                  <a:pt x="81915" y="29971"/>
                </a:lnTo>
                <a:lnTo>
                  <a:pt x="82423" y="19811"/>
                </a:lnTo>
                <a:lnTo>
                  <a:pt x="83693" y="11810"/>
                </a:lnTo>
                <a:lnTo>
                  <a:pt x="86487" y="4698"/>
                </a:lnTo>
                <a:lnTo>
                  <a:pt x="89916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079498" y="5097018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0"/>
                </a:moveTo>
                <a:lnTo>
                  <a:pt x="10032" y="26796"/>
                </a:lnTo>
                <a:lnTo>
                  <a:pt x="11302" y="46608"/>
                </a:lnTo>
                <a:lnTo>
                  <a:pt x="30733" y="514273"/>
                </a:lnTo>
                <a:lnTo>
                  <a:pt x="32765" y="541134"/>
                </a:lnTo>
                <a:lnTo>
                  <a:pt x="34670" y="548246"/>
                </a:lnTo>
                <a:lnTo>
                  <a:pt x="37972" y="556145"/>
                </a:lnTo>
                <a:lnTo>
                  <a:pt x="41909" y="559307"/>
                </a:lnTo>
                <a:lnTo>
                  <a:pt x="46227" y="552983"/>
                </a:lnTo>
                <a:lnTo>
                  <a:pt x="48894" y="541134"/>
                </a:lnTo>
                <a:lnTo>
                  <a:pt x="82676" y="43433"/>
                </a:lnTo>
                <a:lnTo>
                  <a:pt x="83565" y="30860"/>
                </a:lnTo>
                <a:lnTo>
                  <a:pt x="84200" y="20573"/>
                </a:lnTo>
                <a:lnTo>
                  <a:pt x="85343" y="12699"/>
                </a:lnTo>
                <a:lnTo>
                  <a:pt x="88137" y="3174"/>
                </a:lnTo>
                <a:lnTo>
                  <a:pt x="91439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175510" y="5095494"/>
            <a:ext cx="89915" cy="557784"/>
          </a:xfrm>
          <a:custGeom>
            <a:avLst/>
            <a:gdLst/>
            <a:ahLst/>
            <a:cxnLst/>
            <a:rect l="l" t="t" r="r" b="b"/>
            <a:pathLst>
              <a:path w="89915" h="557784">
                <a:moveTo>
                  <a:pt x="0" y="761"/>
                </a:moveTo>
                <a:lnTo>
                  <a:pt x="7112" y="24510"/>
                </a:lnTo>
                <a:lnTo>
                  <a:pt x="8000" y="45084"/>
                </a:lnTo>
                <a:lnTo>
                  <a:pt x="28066" y="514273"/>
                </a:lnTo>
                <a:lnTo>
                  <a:pt x="29971" y="539584"/>
                </a:lnTo>
                <a:lnTo>
                  <a:pt x="32131" y="547496"/>
                </a:lnTo>
                <a:lnTo>
                  <a:pt x="35559" y="555409"/>
                </a:lnTo>
                <a:lnTo>
                  <a:pt x="39242" y="557783"/>
                </a:lnTo>
                <a:lnTo>
                  <a:pt x="43814" y="551459"/>
                </a:lnTo>
                <a:lnTo>
                  <a:pt x="46608" y="539584"/>
                </a:lnTo>
                <a:lnTo>
                  <a:pt x="80898" y="42671"/>
                </a:lnTo>
                <a:lnTo>
                  <a:pt x="81914" y="29209"/>
                </a:lnTo>
                <a:lnTo>
                  <a:pt x="82550" y="19049"/>
                </a:lnTo>
                <a:lnTo>
                  <a:pt x="83692" y="11048"/>
                </a:lnTo>
                <a:lnTo>
                  <a:pt x="86487" y="3936"/>
                </a:lnTo>
                <a:lnTo>
                  <a:pt x="89915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446782" y="5092446"/>
            <a:ext cx="94487" cy="284988"/>
          </a:xfrm>
          <a:custGeom>
            <a:avLst/>
            <a:gdLst/>
            <a:ahLst/>
            <a:cxnLst/>
            <a:rect l="l" t="t" r="r" b="b"/>
            <a:pathLst>
              <a:path w="94487" h="284988">
                <a:moveTo>
                  <a:pt x="0" y="284987"/>
                </a:moveTo>
                <a:lnTo>
                  <a:pt x="58419" y="42544"/>
                </a:lnTo>
                <a:lnTo>
                  <a:pt x="62103" y="29971"/>
                </a:lnTo>
                <a:lnTo>
                  <a:pt x="64643" y="19684"/>
                </a:lnTo>
                <a:lnTo>
                  <a:pt x="69595" y="11810"/>
                </a:lnTo>
                <a:lnTo>
                  <a:pt x="80772" y="4698"/>
                </a:lnTo>
                <a:lnTo>
                  <a:pt x="94487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542794" y="5090922"/>
            <a:ext cx="368807" cy="559307"/>
          </a:xfrm>
          <a:custGeom>
            <a:avLst/>
            <a:gdLst/>
            <a:ahLst/>
            <a:cxnLst/>
            <a:rect l="l" t="t" r="r" b="b"/>
            <a:pathLst>
              <a:path w="368807" h="559307">
                <a:moveTo>
                  <a:pt x="0" y="0"/>
                </a:moveTo>
                <a:lnTo>
                  <a:pt x="19685" y="3175"/>
                </a:lnTo>
                <a:lnTo>
                  <a:pt x="35687" y="14223"/>
                </a:lnTo>
                <a:lnTo>
                  <a:pt x="45466" y="46608"/>
                </a:lnTo>
                <a:lnTo>
                  <a:pt x="124206" y="514273"/>
                </a:lnTo>
                <a:lnTo>
                  <a:pt x="132714" y="541134"/>
                </a:lnTo>
                <a:lnTo>
                  <a:pt x="138937" y="548246"/>
                </a:lnTo>
                <a:lnTo>
                  <a:pt x="153669" y="556145"/>
                </a:lnTo>
                <a:lnTo>
                  <a:pt x="168401" y="559307"/>
                </a:lnTo>
                <a:lnTo>
                  <a:pt x="186817" y="552983"/>
                </a:lnTo>
                <a:lnTo>
                  <a:pt x="197866" y="541134"/>
                </a:lnTo>
                <a:lnTo>
                  <a:pt x="333120" y="43433"/>
                </a:lnTo>
                <a:lnTo>
                  <a:pt x="336804" y="30860"/>
                </a:lnTo>
                <a:lnTo>
                  <a:pt x="339344" y="20573"/>
                </a:lnTo>
                <a:lnTo>
                  <a:pt x="344169" y="12700"/>
                </a:lnTo>
                <a:lnTo>
                  <a:pt x="355345" y="3175"/>
                </a:lnTo>
                <a:lnTo>
                  <a:pt x="36880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922270" y="5092446"/>
            <a:ext cx="356616" cy="557784"/>
          </a:xfrm>
          <a:custGeom>
            <a:avLst/>
            <a:gdLst/>
            <a:ahLst/>
            <a:cxnLst/>
            <a:rect l="l" t="t" r="r" b="b"/>
            <a:pathLst>
              <a:path w="356616" h="557784">
                <a:moveTo>
                  <a:pt x="0" y="2412"/>
                </a:moveTo>
                <a:lnTo>
                  <a:pt x="23368" y="14223"/>
                </a:lnTo>
                <a:lnTo>
                  <a:pt x="32004" y="45846"/>
                </a:lnTo>
                <a:lnTo>
                  <a:pt x="111887" y="512749"/>
                </a:lnTo>
                <a:lnTo>
                  <a:pt x="119253" y="539610"/>
                </a:lnTo>
                <a:lnTo>
                  <a:pt x="126618" y="546722"/>
                </a:lnTo>
                <a:lnTo>
                  <a:pt x="141478" y="554621"/>
                </a:lnTo>
                <a:lnTo>
                  <a:pt x="156210" y="557783"/>
                </a:lnTo>
                <a:lnTo>
                  <a:pt x="174625" y="551459"/>
                </a:lnTo>
                <a:lnTo>
                  <a:pt x="185674" y="539610"/>
                </a:lnTo>
                <a:lnTo>
                  <a:pt x="320929" y="42671"/>
                </a:lnTo>
                <a:lnTo>
                  <a:pt x="324612" y="29971"/>
                </a:lnTo>
                <a:lnTo>
                  <a:pt x="327152" y="19811"/>
                </a:lnTo>
                <a:lnTo>
                  <a:pt x="331978" y="11810"/>
                </a:lnTo>
                <a:lnTo>
                  <a:pt x="343027" y="4698"/>
                </a:lnTo>
                <a:lnTo>
                  <a:pt x="356616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280410" y="5090922"/>
            <a:ext cx="371855" cy="559307"/>
          </a:xfrm>
          <a:custGeom>
            <a:avLst/>
            <a:gdLst/>
            <a:ahLst/>
            <a:cxnLst/>
            <a:rect l="l" t="t" r="r" b="b"/>
            <a:pathLst>
              <a:path w="371855" h="559307">
                <a:moveTo>
                  <a:pt x="0" y="0"/>
                </a:moveTo>
                <a:lnTo>
                  <a:pt x="19812" y="3175"/>
                </a:lnTo>
                <a:lnTo>
                  <a:pt x="35813" y="14223"/>
                </a:lnTo>
                <a:lnTo>
                  <a:pt x="45719" y="46608"/>
                </a:lnTo>
                <a:lnTo>
                  <a:pt x="124713" y="514273"/>
                </a:lnTo>
                <a:lnTo>
                  <a:pt x="133476" y="541134"/>
                </a:lnTo>
                <a:lnTo>
                  <a:pt x="140842" y="548246"/>
                </a:lnTo>
                <a:lnTo>
                  <a:pt x="154431" y="556145"/>
                </a:lnTo>
                <a:lnTo>
                  <a:pt x="170434" y="559307"/>
                </a:lnTo>
                <a:lnTo>
                  <a:pt x="187832" y="552983"/>
                </a:lnTo>
                <a:lnTo>
                  <a:pt x="198881" y="541134"/>
                </a:lnTo>
                <a:lnTo>
                  <a:pt x="336041" y="43433"/>
                </a:lnTo>
                <a:lnTo>
                  <a:pt x="339725" y="30860"/>
                </a:lnTo>
                <a:lnTo>
                  <a:pt x="342264" y="20573"/>
                </a:lnTo>
                <a:lnTo>
                  <a:pt x="347090" y="12700"/>
                </a:lnTo>
                <a:lnTo>
                  <a:pt x="358266" y="3175"/>
                </a:lnTo>
                <a:lnTo>
                  <a:pt x="371855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662934" y="5089398"/>
            <a:ext cx="301751" cy="557783"/>
          </a:xfrm>
          <a:custGeom>
            <a:avLst/>
            <a:gdLst/>
            <a:ahLst/>
            <a:cxnLst/>
            <a:rect l="l" t="t" r="r" b="b"/>
            <a:pathLst>
              <a:path w="301751" h="557783">
                <a:moveTo>
                  <a:pt x="0" y="762"/>
                </a:moveTo>
                <a:lnTo>
                  <a:pt x="19685" y="14224"/>
                </a:lnTo>
                <a:lnTo>
                  <a:pt x="26924" y="45084"/>
                </a:lnTo>
                <a:lnTo>
                  <a:pt x="94361" y="514273"/>
                </a:lnTo>
                <a:lnTo>
                  <a:pt x="100583" y="539584"/>
                </a:lnTo>
                <a:lnTo>
                  <a:pt x="107823" y="547496"/>
                </a:lnTo>
                <a:lnTo>
                  <a:pt x="119252" y="555409"/>
                </a:lnTo>
                <a:lnTo>
                  <a:pt x="131699" y="557783"/>
                </a:lnTo>
                <a:lnTo>
                  <a:pt x="147192" y="551459"/>
                </a:lnTo>
                <a:lnTo>
                  <a:pt x="156590" y="539584"/>
                </a:lnTo>
                <a:lnTo>
                  <a:pt x="271652" y="42671"/>
                </a:lnTo>
                <a:lnTo>
                  <a:pt x="274827" y="29337"/>
                </a:lnTo>
                <a:lnTo>
                  <a:pt x="276860" y="19050"/>
                </a:lnTo>
                <a:lnTo>
                  <a:pt x="281050" y="11049"/>
                </a:lnTo>
                <a:lnTo>
                  <a:pt x="290321" y="3937"/>
                </a:lnTo>
                <a:lnTo>
                  <a:pt x="301751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271522" y="5116830"/>
            <a:ext cx="30479" cy="280416"/>
          </a:xfrm>
          <a:custGeom>
            <a:avLst/>
            <a:gdLst/>
            <a:ahLst/>
            <a:cxnLst/>
            <a:rect l="l" t="t" r="r" b="b"/>
            <a:pathLst>
              <a:path w="30479" h="280415">
                <a:moveTo>
                  <a:pt x="0" y="0"/>
                </a:moveTo>
                <a:lnTo>
                  <a:pt x="30479" y="280416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276094" y="5383530"/>
            <a:ext cx="92963" cy="286511"/>
          </a:xfrm>
          <a:custGeom>
            <a:avLst/>
            <a:gdLst/>
            <a:ahLst/>
            <a:cxnLst/>
            <a:rect l="l" t="t" r="r" b="b"/>
            <a:pathLst>
              <a:path w="92963" h="286512">
                <a:moveTo>
                  <a:pt x="92963" y="286512"/>
                </a:moveTo>
                <a:lnTo>
                  <a:pt x="35432" y="42799"/>
                </a:lnTo>
                <a:lnTo>
                  <a:pt x="31750" y="30099"/>
                </a:lnTo>
                <a:lnTo>
                  <a:pt x="29337" y="19812"/>
                </a:lnTo>
                <a:lnTo>
                  <a:pt x="24511" y="11811"/>
                </a:lnTo>
                <a:lnTo>
                  <a:pt x="13462" y="4699"/>
                </a:lnTo>
                <a:lnTo>
                  <a:pt x="0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370582" y="5371338"/>
            <a:ext cx="94487" cy="284988"/>
          </a:xfrm>
          <a:custGeom>
            <a:avLst/>
            <a:gdLst/>
            <a:ahLst/>
            <a:cxnLst/>
            <a:rect l="l" t="t" r="r" b="b"/>
            <a:pathLst>
              <a:path w="94487" h="284988">
                <a:moveTo>
                  <a:pt x="0" y="284988"/>
                </a:moveTo>
                <a:lnTo>
                  <a:pt x="58419" y="42545"/>
                </a:lnTo>
                <a:lnTo>
                  <a:pt x="62103" y="29971"/>
                </a:lnTo>
                <a:lnTo>
                  <a:pt x="64643" y="19684"/>
                </a:lnTo>
                <a:lnTo>
                  <a:pt x="69595" y="11811"/>
                </a:lnTo>
                <a:lnTo>
                  <a:pt x="80772" y="4699"/>
                </a:lnTo>
                <a:lnTo>
                  <a:pt x="94487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958590" y="5083302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0"/>
                </a:moveTo>
                <a:lnTo>
                  <a:pt x="10033" y="26924"/>
                </a:lnTo>
                <a:lnTo>
                  <a:pt x="11302" y="46736"/>
                </a:lnTo>
                <a:lnTo>
                  <a:pt x="30734" y="515683"/>
                </a:lnTo>
                <a:lnTo>
                  <a:pt x="32893" y="542607"/>
                </a:lnTo>
                <a:lnTo>
                  <a:pt x="34417" y="549744"/>
                </a:lnTo>
                <a:lnTo>
                  <a:pt x="38100" y="557657"/>
                </a:lnTo>
                <a:lnTo>
                  <a:pt x="41783" y="560832"/>
                </a:lnTo>
                <a:lnTo>
                  <a:pt x="46355" y="554494"/>
                </a:lnTo>
                <a:lnTo>
                  <a:pt x="49022" y="542607"/>
                </a:lnTo>
                <a:lnTo>
                  <a:pt x="82550" y="43561"/>
                </a:lnTo>
                <a:lnTo>
                  <a:pt x="83565" y="30861"/>
                </a:lnTo>
                <a:lnTo>
                  <a:pt x="84074" y="20574"/>
                </a:lnTo>
                <a:lnTo>
                  <a:pt x="85344" y="12700"/>
                </a:lnTo>
                <a:lnTo>
                  <a:pt x="88137" y="3175"/>
                </a:lnTo>
                <a:lnTo>
                  <a:pt x="91439" y="2412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053078" y="5084826"/>
            <a:ext cx="89916" cy="559308"/>
          </a:xfrm>
          <a:custGeom>
            <a:avLst/>
            <a:gdLst/>
            <a:ahLst/>
            <a:cxnLst/>
            <a:rect l="l" t="t" r="r" b="b"/>
            <a:pathLst>
              <a:path w="89916" h="559308">
                <a:moveTo>
                  <a:pt x="0" y="2412"/>
                </a:moveTo>
                <a:lnTo>
                  <a:pt x="6858" y="26162"/>
                </a:lnTo>
                <a:lnTo>
                  <a:pt x="8000" y="45974"/>
                </a:lnTo>
                <a:lnTo>
                  <a:pt x="28194" y="514146"/>
                </a:lnTo>
                <a:lnTo>
                  <a:pt x="30099" y="541083"/>
                </a:lnTo>
                <a:lnTo>
                  <a:pt x="31876" y="548220"/>
                </a:lnTo>
                <a:lnTo>
                  <a:pt x="35687" y="556133"/>
                </a:lnTo>
                <a:lnTo>
                  <a:pt x="39370" y="559308"/>
                </a:lnTo>
                <a:lnTo>
                  <a:pt x="44069" y="552970"/>
                </a:lnTo>
                <a:lnTo>
                  <a:pt x="46862" y="541083"/>
                </a:lnTo>
                <a:lnTo>
                  <a:pt x="80899" y="42799"/>
                </a:lnTo>
                <a:lnTo>
                  <a:pt x="81914" y="30099"/>
                </a:lnTo>
                <a:lnTo>
                  <a:pt x="82423" y="19812"/>
                </a:lnTo>
                <a:lnTo>
                  <a:pt x="83693" y="11937"/>
                </a:lnTo>
                <a:lnTo>
                  <a:pt x="86487" y="4699"/>
                </a:lnTo>
                <a:lnTo>
                  <a:pt x="89916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142994" y="5083302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0"/>
                </a:moveTo>
                <a:lnTo>
                  <a:pt x="10032" y="26924"/>
                </a:lnTo>
                <a:lnTo>
                  <a:pt x="11302" y="46736"/>
                </a:lnTo>
                <a:lnTo>
                  <a:pt x="30733" y="515683"/>
                </a:lnTo>
                <a:lnTo>
                  <a:pt x="32765" y="542607"/>
                </a:lnTo>
                <a:lnTo>
                  <a:pt x="34670" y="549744"/>
                </a:lnTo>
                <a:lnTo>
                  <a:pt x="37972" y="557657"/>
                </a:lnTo>
                <a:lnTo>
                  <a:pt x="41909" y="560832"/>
                </a:lnTo>
                <a:lnTo>
                  <a:pt x="46227" y="554494"/>
                </a:lnTo>
                <a:lnTo>
                  <a:pt x="48894" y="542607"/>
                </a:lnTo>
                <a:lnTo>
                  <a:pt x="82676" y="43561"/>
                </a:lnTo>
                <a:lnTo>
                  <a:pt x="83565" y="30861"/>
                </a:lnTo>
                <a:lnTo>
                  <a:pt x="84200" y="20574"/>
                </a:lnTo>
                <a:lnTo>
                  <a:pt x="85343" y="12700"/>
                </a:lnTo>
                <a:lnTo>
                  <a:pt x="88137" y="3175"/>
                </a:lnTo>
                <a:lnTo>
                  <a:pt x="91439" y="2412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239006" y="5081778"/>
            <a:ext cx="115824" cy="559308"/>
          </a:xfrm>
          <a:custGeom>
            <a:avLst/>
            <a:gdLst/>
            <a:ahLst/>
            <a:cxnLst/>
            <a:rect l="l" t="t" r="r" b="b"/>
            <a:pathLst>
              <a:path w="115824" h="559308">
                <a:moveTo>
                  <a:pt x="0" y="762"/>
                </a:moveTo>
                <a:lnTo>
                  <a:pt x="9144" y="24638"/>
                </a:lnTo>
                <a:lnTo>
                  <a:pt x="10287" y="45212"/>
                </a:lnTo>
                <a:lnTo>
                  <a:pt x="36195" y="515670"/>
                </a:lnTo>
                <a:lnTo>
                  <a:pt x="38608" y="541058"/>
                </a:lnTo>
                <a:lnTo>
                  <a:pt x="41402" y="548995"/>
                </a:lnTo>
                <a:lnTo>
                  <a:pt x="45720" y="556933"/>
                </a:lnTo>
                <a:lnTo>
                  <a:pt x="50546" y="559308"/>
                </a:lnTo>
                <a:lnTo>
                  <a:pt x="56515" y="552958"/>
                </a:lnTo>
                <a:lnTo>
                  <a:pt x="60071" y="541058"/>
                </a:lnTo>
                <a:lnTo>
                  <a:pt x="104267" y="42799"/>
                </a:lnTo>
                <a:lnTo>
                  <a:pt x="105537" y="29337"/>
                </a:lnTo>
                <a:lnTo>
                  <a:pt x="106299" y="19050"/>
                </a:lnTo>
                <a:lnTo>
                  <a:pt x="107823" y="11049"/>
                </a:lnTo>
                <a:lnTo>
                  <a:pt x="111506" y="3937"/>
                </a:lnTo>
                <a:lnTo>
                  <a:pt x="115824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708398" y="5103114"/>
            <a:ext cx="109727" cy="560832"/>
          </a:xfrm>
          <a:custGeom>
            <a:avLst/>
            <a:gdLst/>
            <a:ahLst/>
            <a:cxnLst/>
            <a:rect l="l" t="t" r="r" b="b"/>
            <a:pathLst>
              <a:path w="109727" h="560832">
                <a:moveTo>
                  <a:pt x="0" y="0"/>
                </a:moveTo>
                <a:lnTo>
                  <a:pt x="10667" y="14224"/>
                </a:lnTo>
                <a:lnTo>
                  <a:pt x="13588" y="46736"/>
                </a:lnTo>
                <a:lnTo>
                  <a:pt x="36956" y="515683"/>
                </a:lnTo>
                <a:lnTo>
                  <a:pt x="39497" y="542607"/>
                </a:lnTo>
                <a:lnTo>
                  <a:pt x="41275" y="549744"/>
                </a:lnTo>
                <a:lnTo>
                  <a:pt x="45719" y="557657"/>
                </a:lnTo>
                <a:lnTo>
                  <a:pt x="50164" y="560832"/>
                </a:lnTo>
                <a:lnTo>
                  <a:pt x="55625" y="554494"/>
                </a:lnTo>
                <a:lnTo>
                  <a:pt x="58927" y="542607"/>
                </a:lnTo>
                <a:lnTo>
                  <a:pt x="99060" y="43561"/>
                </a:lnTo>
                <a:lnTo>
                  <a:pt x="100202" y="30861"/>
                </a:lnTo>
                <a:lnTo>
                  <a:pt x="100964" y="20574"/>
                </a:lnTo>
                <a:lnTo>
                  <a:pt x="102362" y="12700"/>
                </a:lnTo>
                <a:lnTo>
                  <a:pt x="105663" y="3175"/>
                </a:lnTo>
                <a:lnTo>
                  <a:pt x="10972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822698" y="5104638"/>
            <a:ext cx="88391" cy="559308"/>
          </a:xfrm>
          <a:custGeom>
            <a:avLst/>
            <a:gdLst/>
            <a:ahLst/>
            <a:cxnLst/>
            <a:rect l="l" t="t" r="r" b="b"/>
            <a:pathLst>
              <a:path w="88391" h="559308">
                <a:moveTo>
                  <a:pt x="0" y="2412"/>
                </a:moveTo>
                <a:lnTo>
                  <a:pt x="6730" y="26162"/>
                </a:lnTo>
                <a:lnTo>
                  <a:pt x="7874" y="45974"/>
                </a:lnTo>
                <a:lnTo>
                  <a:pt x="27686" y="514146"/>
                </a:lnTo>
                <a:lnTo>
                  <a:pt x="29590" y="541083"/>
                </a:lnTo>
                <a:lnTo>
                  <a:pt x="31368" y="548220"/>
                </a:lnTo>
                <a:lnTo>
                  <a:pt x="35051" y="556133"/>
                </a:lnTo>
                <a:lnTo>
                  <a:pt x="38735" y="559308"/>
                </a:lnTo>
                <a:lnTo>
                  <a:pt x="43306" y="552970"/>
                </a:lnTo>
                <a:lnTo>
                  <a:pt x="45974" y="541083"/>
                </a:lnTo>
                <a:lnTo>
                  <a:pt x="79501" y="42799"/>
                </a:lnTo>
                <a:lnTo>
                  <a:pt x="80517" y="30099"/>
                </a:lnTo>
                <a:lnTo>
                  <a:pt x="81025" y="19812"/>
                </a:lnTo>
                <a:lnTo>
                  <a:pt x="82296" y="11937"/>
                </a:lnTo>
                <a:lnTo>
                  <a:pt x="85089" y="4699"/>
                </a:lnTo>
                <a:lnTo>
                  <a:pt x="88391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911090" y="5103114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0"/>
                </a:moveTo>
                <a:lnTo>
                  <a:pt x="10033" y="26924"/>
                </a:lnTo>
                <a:lnTo>
                  <a:pt x="11302" y="46736"/>
                </a:lnTo>
                <a:lnTo>
                  <a:pt x="30734" y="515683"/>
                </a:lnTo>
                <a:lnTo>
                  <a:pt x="32765" y="542607"/>
                </a:lnTo>
                <a:lnTo>
                  <a:pt x="34671" y="549744"/>
                </a:lnTo>
                <a:lnTo>
                  <a:pt x="37973" y="557657"/>
                </a:lnTo>
                <a:lnTo>
                  <a:pt x="41910" y="560832"/>
                </a:lnTo>
                <a:lnTo>
                  <a:pt x="46227" y="554494"/>
                </a:lnTo>
                <a:lnTo>
                  <a:pt x="48895" y="542607"/>
                </a:lnTo>
                <a:lnTo>
                  <a:pt x="82676" y="43561"/>
                </a:lnTo>
                <a:lnTo>
                  <a:pt x="83565" y="30861"/>
                </a:lnTo>
                <a:lnTo>
                  <a:pt x="84200" y="20574"/>
                </a:lnTo>
                <a:lnTo>
                  <a:pt x="85344" y="12700"/>
                </a:lnTo>
                <a:lnTo>
                  <a:pt x="88137" y="3175"/>
                </a:lnTo>
                <a:lnTo>
                  <a:pt x="91439" y="2412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007102" y="5101590"/>
            <a:ext cx="91439" cy="559308"/>
          </a:xfrm>
          <a:custGeom>
            <a:avLst/>
            <a:gdLst/>
            <a:ahLst/>
            <a:cxnLst/>
            <a:rect l="l" t="t" r="r" b="b"/>
            <a:pathLst>
              <a:path w="91439" h="559308">
                <a:moveTo>
                  <a:pt x="0" y="762"/>
                </a:moveTo>
                <a:lnTo>
                  <a:pt x="2794" y="3175"/>
                </a:lnTo>
                <a:lnTo>
                  <a:pt x="5969" y="14224"/>
                </a:lnTo>
                <a:lnTo>
                  <a:pt x="7238" y="24637"/>
                </a:lnTo>
                <a:lnTo>
                  <a:pt x="8127" y="45212"/>
                </a:lnTo>
                <a:lnTo>
                  <a:pt x="28575" y="515670"/>
                </a:lnTo>
                <a:lnTo>
                  <a:pt x="30480" y="541058"/>
                </a:lnTo>
                <a:lnTo>
                  <a:pt x="32638" y="548995"/>
                </a:lnTo>
                <a:lnTo>
                  <a:pt x="36195" y="556933"/>
                </a:lnTo>
                <a:lnTo>
                  <a:pt x="39877" y="559308"/>
                </a:lnTo>
                <a:lnTo>
                  <a:pt x="44576" y="552958"/>
                </a:lnTo>
                <a:lnTo>
                  <a:pt x="47498" y="541058"/>
                </a:lnTo>
                <a:lnTo>
                  <a:pt x="82296" y="42799"/>
                </a:lnTo>
                <a:lnTo>
                  <a:pt x="83312" y="29337"/>
                </a:lnTo>
                <a:lnTo>
                  <a:pt x="83947" y="19050"/>
                </a:lnTo>
                <a:lnTo>
                  <a:pt x="85217" y="11049"/>
                </a:lnTo>
                <a:lnTo>
                  <a:pt x="88011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095494" y="5109210"/>
            <a:ext cx="91439" cy="560831"/>
          </a:xfrm>
          <a:custGeom>
            <a:avLst/>
            <a:gdLst/>
            <a:ahLst/>
            <a:cxnLst/>
            <a:rect l="l" t="t" r="r" b="b"/>
            <a:pathLst>
              <a:path w="91439" h="560831">
                <a:moveTo>
                  <a:pt x="0" y="0"/>
                </a:moveTo>
                <a:lnTo>
                  <a:pt x="10032" y="26923"/>
                </a:lnTo>
                <a:lnTo>
                  <a:pt x="11302" y="46735"/>
                </a:lnTo>
                <a:lnTo>
                  <a:pt x="30733" y="515683"/>
                </a:lnTo>
                <a:lnTo>
                  <a:pt x="32892" y="542607"/>
                </a:lnTo>
                <a:lnTo>
                  <a:pt x="34416" y="549744"/>
                </a:lnTo>
                <a:lnTo>
                  <a:pt x="38100" y="557656"/>
                </a:lnTo>
                <a:lnTo>
                  <a:pt x="41782" y="560831"/>
                </a:lnTo>
                <a:lnTo>
                  <a:pt x="46354" y="554494"/>
                </a:lnTo>
                <a:lnTo>
                  <a:pt x="49021" y="542607"/>
                </a:lnTo>
                <a:lnTo>
                  <a:pt x="82550" y="43560"/>
                </a:lnTo>
                <a:lnTo>
                  <a:pt x="83565" y="30860"/>
                </a:lnTo>
                <a:lnTo>
                  <a:pt x="84073" y="20573"/>
                </a:lnTo>
                <a:lnTo>
                  <a:pt x="85343" y="12700"/>
                </a:lnTo>
                <a:lnTo>
                  <a:pt x="88137" y="3175"/>
                </a:lnTo>
                <a:lnTo>
                  <a:pt x="91439" y="2412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189982" y="5110733"/>
            <a:ext cx="89915" cy="559308"/>
          </a:xfrm>
          <a:custGeom>
            <a:avLst/>
            <a:gdLst/>
            <a:ahLst/>
            <a:cxnLst/>
            <a:rect l="l" t="t" r="r" b="b"/>
            <a:pathLst>
              <a:path w="89915" h="559308">
                <a:moveTo>
                  <a:pt x="0" y="2413"/>
                </a:moveTo>
                <a:lnTo>
                  <a:pt x="6857" y="26162"/>
                </a:lnTo>
                <a:lnTo>
                  <a:pt x="8000" y="45974"/>
                </a:lnTo>
                <a:lnTo>
                  <a:pt x="28193" y="514146"/>
                </a:lnTo>
                <a:lnTo>
                  <a:pt x="30098" y="541083"/>
                </a:lnTo>
                <a:lnTo>
                  <a:pt x="31876" y="548220"/>
                </a:lnTo>
                <a:lnTo>
                  <a:pt x="35687" y="556133"/>
                </a:lnTo>
                <a:lnTo>
                  <a:pt x="39369" y="559308"/>
                </a:lnTo>
                <a:lnTo>
                  <a:pt x="44068" y="552970"/>
                </a:lnTo>
                <a:lnTo>
                  <a:pt x="46862" y="541083"/>
                </a:lnTo>
                <a:lnTo>
                  <a:pt x="80898" y="42799"/>
                </a:lnTo>
                <a:lnTo>
                  <a:pt x="81914" y="30099"/>
                </a:lnTo>
                <a:lnTo>
                  <a:pt x="82422" y="19812"/>
                </a:lnTo>
                <a:lnTo>
                  <a:pt x="83692" y="11938"/>
                </a:lnTo>
                <a:lnTo>
                  <a:pt x="86487" y="4699"/>
                </a:lnTo>
                <a:lnTo>
                  <a:pt x="89915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279898" y="5109210"/>
            <a:ext cx="91439" cy="560831"/>
          </a:xfrm>
          <a:custGeom>
            <a:avLst/>
            <a:gdLst/>
            <a:ahLst/>
            <a:cxnLst/>
            <a:rect l="l" t="t" r="r" b="b"/>
            <a:pathLst>
              <a:path w="91439" h="560831">
                <a:moveTo>
                  <a:pt x="0" y="0"/>
                </a:moveTo>
                <a:lnTo>
                  <a:pt x="10032" y="26923"/>
                </a:lnTo>
                <a:lnTo>
                  <a:pt x="11302" y="46735"/>
                </a:lnTo>
                <a:lnTo>
                  <a:pt x="30734" y="515683"/>
                </a:lnTo>
                <a:lnTo>
                  <a:pt x="32765" y="542607"/>
                </a:lnTo>
                <a:lnTo>
                  <a:pt x="34671" y="549744"/>
                </a:lnTo>
                <a:lnTo>
                  <a:pt x="37973" y="557656"/>
                </a:lnTo>
                <a:lnTo>
                  <a:pt x="41910" y="560831"/>
                </a:lnTo>
                <a:lnTo>
                  <a:pt x="46227" y="554494"/>
                </a:lnTo>
                <a:lnTo>
                  <a:pt x="48894" y="542607"/>
                </a:lnTo>
                <a:lnTo>
                  <a:pt x="82676" y="43560"/>
                </a:lnTo>
                <a:lnTo>
                  <a:pt x="83565" y="30860"/>
                </a:lnTo>
                <a:lnTo>
                  <a:pt x="84200" y="20573"/>
                </a:lnTo>
                <a:lnTo>
                  <a:pt x="85343" y="12700"/>
                </a:lnTo>
                <a:lnTo>
                  <a:pt x="88137" y="3175"/>
                </a:lnTo>
                <a:lnTo>
                  <a:pt x="91439" y="2412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375910" y="5107686"/>
            <a:ext cx="89915" cy="559307"/>
          </a:xfrm>
          <a:custGeom>
            <a:avLst/>
            <a:gdLst/>
            <a:ahLst/>
            <a:cxnLst/>
            <a:rect l="l" t="t" r="r" b="b"/>
            <a:pathLst>
              <a:path w="89915" h="559308">
                <a:moveTo>
                  <a:pt x="0" y="762"/>
                </a:moveTo>
                <a:lnTo>
                  <a:pt x="7112" y="24637"/>
                </a:lnTo>
                <a:lnTo>
                  <a:pt x="8000" y="45212"/>
                </a:lnTo>
                <a:lnTo>
                  <a:pt x="28066" y="515670"/>
                </a:lnTo>
                <a:lnTo>
                  <a:pt x="29972" y="541058"/>
                </a:lnTo>
                <a:lnTo>
                  <a:pt x="32130" y="548995"/>
                </a:lnTo>
                <a:lnTo>
                  <a:pt x="35560" y="556933"/>
                </a:lnTo>
                <a:lnTo>
                  <a:pt x="39242" y="559307"/>
                </a:lnTo>
                <a:lnTo>
                  <a:pt x="43814" y="552957"/>
                </a:lnTo>
                <a:lnTo>
                  <a:pt x="46609" y="541058"/>
                </a:lnTo>
                <a:lnTo>
                  <a:pt x="80899" y="42799"/>
                </a:lnTo>
                <a:lnTo>
                  <a:pt x="81914" y="29337"/>
                </a:lnTo>
                <a:lnTo>
                  <a:pt x="82550" y="19050"/>
                </a:lnTo>
                <a:lnTo>
                  <a:pt x="83692" y="11049"/>
                </a:lnTo>
                <a:lnTo>
                  <a:pt x="86487" y="3937"/>
                </a:lnTo>
                <a:lnTo>
                  <a:pt x="89915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471922" y="5116830"/>
            <a:ext cx="30479" cy="280416"/>
          </a:xfrm>
          <a:custGeom>
            <a:avLst/>
            <a:gdLst/>
            <a:ahLst/>
            <a:cxnLst/>
            <a:rect l="l" t="t" r="r" b="b"/>
            <a:pathLst>
              <a:path w="30479" h="280415">
                <a:moveTo>
                  <a:pt x="0" y="0"/>
                </a:moveTo>
                <a:lnTo>
                  <a:pt x="30479" y="280416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341114" y="5103114"/>
            <a:ext cx="371856" cy="560832"/>
          </a:xfrm>
          <a:custGeom>
            <a:avLst/>
            <a:gdLst/>
            <a:ahLst/>
            <a:cxnLst/>
            <a:rect l="l" t="t" r="r" b="b"/>
            <a:pathLst>
              <a:path w="371856" h="560832">
                <a:moveTo>
                  <a:pt x="0" y="0"/>
                </a:moveTo>
                <a:lnTo>
                  <a:pt x="19812" y="3175"/>
                </a:lnTo>
                <a:lnTo>
                  <a:pt x="35813" y="14224"/>
                </a:lnTo>
                <a:lnTo>
                  <a:pt x="45720" y="46736"/>
                </a:lnTo>
                <a:lnTo>
                  <a:pt x="124713" y="515683"/>
                </a:lnTo>
                <a:lnTo>
                  <a:pt x="133476" y="542607"/>
                </a:lnTo>
                <a:lnTo>
                  <a:pt x="140843" y="549744"/>
                </a:lnTo>
                <a:lnTo>
                  <a:pt x="154432" y="557657"/>
                </a:lnTo>
                <a:lnTo>
                  <a:pt x="170434" y="560832"/>
                </a:lnTo>
                <a:lnTo>
                  <a:pt x="187833" y="554494"/>
                </a:lnTo>
                <a:lnTo>
                  <a:pt x="198882" y="542607"/>
                </a:lnTo>
                <a:lnTo>
                  <a:pt x="336041" y="43561"/>
                </a:lnTo>
                <a:lnTo>
                  <a:pt x="339725" y="30861"/>
                </a:lnTo>
                <a:lnTo>
                  <a:pt x="342264" y="20574"/>
                </a:lnTo>
                <a:lnTo>
                  <a:pt x="347090" y="12700"/>
                </a:lnTo>
                <a:lnTo>
                  <a:pt x="358266" y="3175"/>
                </a:lnTo>
                <a:lnTo>
                  <a:pt x="371856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6172200" y="4142231"/>
            <a:ext cx="2962655" cy="1993392"/>
          </a:xfrm>
          <a:custGeom>
            <a:avLst/>
            <a:gdLst/>
            <a:ahLst/>
            <a:cxnLst/>
            <a:rect l="l" t="t" r="r" b="b"/>
            <a:pathLst>
              <a:path w="2962655" h="1993392">
                <a:moveTo>
                  <a:pt x="0" y="1993392"/>
                </a:moveTo>
                <a:lnTo>
                  <a:pt x="2962655" y="1993392"/>
                </a:lnTo>
                <a:lnTo>
                  <a:pt x="2962655" y="0"/>
                </a:lnTo>
                <a:lnTo>
                  <a:pt x="0" y="0"/>
                </a:lnTo>
                <a:lnTo>
                  <a:pt x="0" y="1993392"/>
                </a:lnTo>
                <a:close/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401318" y="3955542"/>
            <a:ext cx="4187952" cy="0"/>
          </a:xfrm>
          <a:custGeom>
            <a:avLst/>
            <a:gdLst/>
            <a:ahLst/>
            <a:cxnLst/>
            <a:rect l="l" t="t" r="r" b="b"/>
            <a:pathLst>
              <a:path w="4187952" h="0">
                <a:moveTo>
                  <a:pt x="0" y="0"/>
                </a:moveTo>
                <a:lnTo>
                  <a:pt x="4187952" y="0"/>
                </a:lnTo>
              </a:path>
            </a:pathLst>
          </a:custGeom>
          <a:ln w="198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4520438" y="3661537"/>
            <a:ext cx="19558" cy="331850"/>
          </a:xfrm>
          <a:custGeom>
            <a:avLst/>
            <a:gdLst/>
            <a:ahLst/>
            <a:cxnLst/>
            <a:rect l="l" t="t" r="r" b="b"/>
            <a:pathLst>
              <a:path w="19558" h="331850">
                <a:moveTo>
                  <a:pt x="0" y="331850"/>
                </a:moveTo>
                <a:lnTo>
                  <a:pt x="7620" y="50037"/>
                </a:lnTo>
                <a:lnTo>
                  <a:pt x="8254" y="35306"/>
                </a:lnTo>
                <a:lnTo>
                  <a:pt x="8636" y="23494"/>
                </a:lnTo>
                <a:lnTo>
                  <a:pt x="10160" y="14224"/>
                </a:lnTo>
                <a:lnTo>
                  <a:pt x="14224" y="5714"/>
                </a:lnTo>
                <a:lnTo>
                  <a:pt x="19558" y="0"/>
                </a:lnTo>
              </a:path>
            </a:pathLst>
          </a:custGeom>
          <a:ln w="25400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4543806" y="3661410"/>
            <a:ext cx="92964" cy="560832"/>
          </a:xfrm>
          <a:custGeom>
            <a:avLst/>
            <a:gdLst/>
            <a:ahLst/>
            <a:cxnLst/>
            <a:rect l="l" t="t" r="r" b="b"/>
            <a:pathLst>
              <a:path w="92964" h="560832">
                <a:moveTo>
                  <a:pt x="0" y="0"/>
                </a:moveTo>
                <a:lnTo>
                  <a:pt x="10287" y="26923"/>
                </a:lnTo>
                <a:lnTo>
                  <a:pt x="11430" y="46735"/>
                </a:lnTo>
                <a:lnTo>
                  <a:pt x="31242" y="515619"/>
                </a:lnTo>
                <a:lnTo>
                  <a:pt x="33528" y="542670"/>
                </a:lnTo>
                <a:lnTo>
                  <a:pt x="35052" y="549782"/>
                </a:lnTo>
                <a:lnTo>
                  <a:pt x="38735" y="557657"/>
                </a:lnTo>
                <a:lnTo>
                  <a:pt x="42418" y="560832"/>
                </a:lnTo>
                <a:lnTo>
                  <a:pt x="47117" y="554482"/>
                </a:lnTo>
                <a:lnTo>
                  <a:pt x="49911" y="542670"/>
                </a:lnTo>
                <a:lnTo>
                  <a:pt x="83947" y="43560"/>
                </a:lnTo>
                <a:lnTo>
                  <a:pt x="84963" y="30860"/>
                </a:lnTo>
                <a:lnTo>
                  <a:pt x="85471" y="20573"/>
                </a:lnTo>
                <a:lnTo>
                  <a:pt x="86741" y="12700"/>
                </a:lnTo>
                <a:lnTo>
                  <a:pt x="89535" y="3175"/>
                </a:lnTo>
                <a:lnTo>
                  <a:pt x="92964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4638294" y="3662933"/>
            <a:ext cx="91439" cy="559308"/>
          </a:xfrm>
          <a:custGeom>
            <a:avLst/>
            <a:gdLst/>
            <a:ahLst/>
            <a:cxnLst/>
            <a:rect l="l" t="t" r="r" b="b"/>
            <a:pathLst>
              <a:path w="91439" h="559308">
                <a:moveTo>
                  <a:pt x="0" y="2413"/>
                </a:moveTo>
                <a:lnTo>
                  <a:pt x="6984" y="26162"/>
                </a:lnTo>
                <a:lnTo>
                  <a:pt x="8254" y="45974"/>
                </a:lnTo>
                <a:lnTo>
                  <a:pt x="28701" y="514096"/>
                </a:lnTo>
                <a:lnTo>
                  <a:pt x="30606" y="541147"/>
                </a:lnTo>
                <a:lnTo>
                  <a:pt x="32511" y="548259"/>
                </a:lnTo>
                <a:lnTo>
                  <a:pt x="36321" y="556133"/>
                </a:lnTo>
                <a:lnTo>
                  <a:pt x="40004" y="559308"/>
                </a:lnTo>
                <a:lnTo>
                  <a:pt x="44830" y="552958"/>
                </a:lnTo>
                <a:lnTo>
                  <a:pt x="47625" y="541147"/>
                </a:lnTo>
                <a:lnTo>
                  <a:pt x="82295" y="42799"/>
                </a:lnTo>
                <a:lnTo>
                  <a:pt x="83184" y="30099"/>
                </a:lnTo>
                <a:lnTo>
                  <a:pt x="83819" y="19812"/>
                </a:lnTo>
                <a:lnTo>
                  <a:pt x="85089" y="11938"/>
                </a:lnTo>
                <a:lnTo>
                  <a:pt x="88010" y="4699"/>
                </a:lnTo>
                <a:lnTo>
                  <a:pt x="91439" y="0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4729734" y="3661410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2">
                <a:moveTo>
                  <a:pt x="0" y="0"/>
                </a:moveTo>
                <a:lnTo>
                  <a:pt x="10413" y="26923"/>
                </a:lnTo>
                <a:lnTo>
                  <a:pt x="11556" y="46735"/>
                </a:lnTo>
                <a:lnTo>
                  <a:pt x="31750" y="515619"/>
                </a:lnTo>
                <a:lnTo>
                  <a:pt x="33908" y="542670"/>
                </a:lnTo>
                <a:lnTo>
                  <a:pt x="35813" y="549782"/>
                </a:lnTo>
                <a:lnTo>
                  <a:pt x="39242" y="557657"/>
                </a:lnTo>
                <a:lnTo>
                  <a:pt x="43306" y="560832"/>
                </a:lnTo>
                <a:lnTo>
                  <a:pt x="47751" y="554482"/>
                </a:lnTo>
                <a:lnTo>
                  <a:pt x="50545" y="542670"/>
                </a:lnTo>
                <a:lnTo>
                  <a:pt x="85343" y="43560"/>
                </a:lnTo>
                <a:lnTo>
                  <a:pt x="86360" y="30860"/>
                </a:lnTo>
                <a:lnTo>
                  <a:pt x="86994" y="20573"/>
                </a:lnTo>
                <a:lnTo>
                  <a:pt x="88264" y="12700"/>
                </a:lnTo>
                <a:lnTo>
                  <a:pt x="91058" y="3175"/>
                </a:lnTo>
                <a:lnTo>
                  <a:pt x="9448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4828794" y="3659886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8">
                <a:moveTo>
                  <a:pt x="0" y="762"/>
                </a:moveTo>
                <a:lnTo>
                  <a:pt x="2793" y="3175"/>
                </a:lnTo>
                <a:lnTo>
                  <a:pt x="5968" y="14224"/>
                </a:lnTo>
                <a:lnTo>
                  <a:pt x="7238" y="24637"/>
                </a:lnTo>
                <a:lnTo>
                  <a:pt x="8127" y="45212"/>
                </a:lnTo>
                <a:lnTo>
                  <a:pt x="28575" y="515619"/>
                </a:lnTo>
                <a:lnTo>
                  <a:pt x="30479" y="541019"/>
                </a:lnTo>
                <a:lnTo>
                  <a:pt x="32638" y="549020"/>
                </a:lnTo>
                <a:lnTo>
                  <a:pt x="36194" y="556894"/>
                </a:lnTo>
                <a:lnTo>
                  <a:pt x="39877" y="559307"/>
                </a:lnTo>
                <a:lnTo>
                  <a:pt x="44576" y="552957"/>
                </a:lnTo>
                <a:lnTo>
                  <a:pt x="47497" y="541019"/>
                </a:lnTo>
                <a:lnTo>
                  <a:pt x="82295" y="42799"/>
                </a:lnTo>
                <a:lnTo>
                  <a:pt x="83311" y="29337"/>
                </a:lnTo>
                <a:lnTo>
                  <a:pt x="83946" y="19050"/>
                </a:lnTo>
                <a:lnTo>
                  <a:pt x="85216" y="11049"/>
                </a:lnTo>
                <a:lnTo>
                  <a:pt x="88010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4920234" y="3659886"/>
            <a:ext cx="92963" cy="559307"/>
          </a:xfrm>
          <a:custGeom>
            <a:avLst/>
            <a:gdLst/>
            <a:ahLst/>
            <a:cxnLst/>
            <a:rect l="l" t="t" r="r" b="b"/>
            <a:pathLst>
              <a:path w="92963" h="559308">
                <a:moveTo>
                  <a:pt x="0" y="0"/>
                </a:moveTo>
                <a:lnTo>
                  <a:pt x="10287" y="26162"/>
                </a:lnTo>
                <a:lnTo>
                  <a:pt x="11429" y="45974"/>
                </a:lnTo>
                <a:lnTo>
                  <a:pt x="31241" y="515746"/>
                </a:lnTo>
                <a:lnTo>
                  <a:pt x="33527" y="541146"/>
                </a:lnTo>
                <a:lnTo>
                  <a:pt x="35051" y="549020"/>
                </a:lnTo>
                <a:lnTo>
                  <a:pt x="38735" y="556894"/>
                </a:lnTo>
                <a:lnTo>
                  <a:pt x="42417" y="559307"/>
                </a:lnTo>
                <a:lnTo>
                  <a:pt x="47116" y="552957"/>
                </a:lnTo>
                <a:lnTo>
                  <a:pt x="49911" y="541146"/>
                </a:lnTo>
                <a:lnTo>
                  <a:pt x="83946" y="43561"/>
                </a:lnTo>
                <a:lnTo>
                  <a:pt x="84962" y="30099"/>
                </a:lnTo>
                <a:lnTo>
                  <a:pt x="85470" y="19812"/>
                </a:lnTo>
                <a:lnTo>
                  <a:pt x="86740" y="11937"/>
                </a:lnTo>
                <a:lnTo>
                  <a:pt x="89535" y="2412"/>
                </a:lnTo>
                <a:lnTo>
                  <a:pt x="92963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016246" y="3659886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8">
                <a:moveTo>
                  <a:pt x="0" y="762"/>
                </a:moveTo>
                <a:lnTo>
                  <a:pt x="6857" y="24637"/>
                </a:lnTo>
                <a:lnTo>
                  <a:pt x="8127" y="45212"/>
                </a:lnTo>
                <a:lnTo>
                  <a:pt x="28955" y="515619"/>
                </a:lnTo>
                <a:lnTo>
                  <a:pt x="30733" y="541019"/>
                </a:lnTo>
                <a:lnTo>
                  <a:pt x="32638" y="549020"/>
                </a:lnTo>
                <a:lnTo>
                  <a:pt x="36449" y="556894"/>
                </a:lnTo>
                <a:lnTo>
                  <a:pt x="40258" y="559307"/>
                </a:lnTo>
                <a:lnTo>
                  <a:pt x="44957" y="552957"/>
                </a:lnTo>
                <a:lnTo>
                  <a:pt x="47751" y="541019"/>
                </a:lnTo>
                <a:lnTo>
                  <a:pt x="82295" y="42799"/>
                </a:lnTo>
                <a:lnTo>
                  <a:pt x="83312" y="29337"/>
                </a:lnTo>
                <a:lnTo>
                  <a:pt x="83946" y="19050"/>
                </a:lnTo>
                <a:lnTo>
                  <a:pt x="85216" y="11049"/>
                </a:lnTo>
                <a:lnTo>
                  <a:pt x="88011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107686" y="3659886"/>
            <a:ext cx="92963" cy="559307"/>
          </a:xfrm>
          <a:custGeom>
            <a:avLst/>
            <a:gdLst/>
            <a:ahLst/>
            <a:cxnLst/>
            <a:rect l="l" t="t" r="r" b="b"/>
            <a:pathLst>
              <a:path w="92963" h="559308">
                <a:moveTo>
                  <a:pt x="0" y="0"/>
                </a:moveTo>
                <a:lnTo>
                  <a:pt x="10287" y="26162"/>
                </a:lnTo>
                <a:lnTo>
                  <a:pt x="11429" y="45974"/>
                </a:lnTo>
                <a:lnTo>
                  <a:pt x="31241" y="515746"/>
                </a:lnTo>
                <a:lnTo>
                  <a:pt x="33527" y="541146"/>
                </a:lnTo>
                <a:lnTo>
                  <a:pt x="35051" y="549020"/>
                </a:lnTo>
                <a:lnTo>
                  <a:pt x="38735" y="556894"/>
                </a:lnTo>
                <a:lnTo>
                  <a:pt x="42417" y="559307"/>
                </a:lnTo>
                <a:lnTo>
                  <a:pt x="47116" y="552957"/>
                </a:lnTo>
                <a:lnTo>
                  <a:pt x="49911" y="541146"/>
                </a:lnTo>
                <a:lnTo>
                  <a:pt x="83947" y="43561"/>
                </a:lnTo>
                <a:lnTo>
                  <a:pt x="84962" y="30099"/>
                </a:lnTo>
                <a:lnTo>
                  <a:pt x="85471" y="19812"/>
                </a:lnTo>
                <a:lnTo>
                  <a:pt x="86740" y="11937"/>
                </a:lnTo>
                <a:lnTo>
                  <a:pt x="89535" y="2412"/>
                </a:lnTo>
                <a:lnTo>
                  <a:pt x="92963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205222" y="3656838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2412"/>
                </a:moveTo>
                <a:lnTo>
                  <a:pt x="2793" y="3937"/>
                </a:lnTo>
                <a:lnTo>
                  <a:pt x="6223" y="14224"/>
                </a:lnTo>
                <a:lnTo>
                  <a:pt x="6857" y="25400"/>
                </a:lnTo>
                <a:lnTo>
                  <a:pt x="8508" y="45974"/>
                </a:lnTo>
                <a:lnTo>
                  <a:pt x="28955" y="515619"/>
                </a:lnTo>
                <a:lnTo>
                  <a:pt x="30733" y="541782"/>
                </a:lnTo>
                <a:lnTo>
                  <a:pt x="39877" y="560832"/>
                </a:lnTo>
                <a:lnTo>
                  <a:pt x="44576" y="554482"/>
                </a:lnTo>
                <a:lnTo>
                  <a:pt x="47498" y="541782"/>
                </a:lnTo>
                <a:lnTo>
                  <a:pt x="82041" y="42799"/>
                </a:lnTo>
                <a:lnTo>
                  <a:pt x="82930" y="30099"/>
                </a:lnTo>
                <a:lnTo>
                  <a:pt x="83947" y="19050"/>
                </a:lnTo>
                <a:lnTo>
                  <a:pt x="84836" y="11049"/>
                </a:lnTo>
                <a:lnTo>
                  <a:pt x="87629" y="3937"/>
                </a:lnTo>
                <a:lnTo>
                  <a:pt x="91439" y="0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296662" y="3656838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2">
                <a:moveTo>
                  <a:pt x="0" y="0"/>
                </a:moveTo>
                <a:lnTo>
                  <a:pt x="10287" y="26162"/>
                </a:lnTo>
                <a:lnTo>
                  <a:pt x="11557" y="46736"/>
                </a:lnTo>
                <a:lnTo>
                  <a:pt x="32258" y="515619"/>
                </a:lnTo>
                <a:lnTo>
                  <a:pt x="33782" y="541782"/>
                </a:lnTo>
                <a:lnTo>
                  <a:pt x="35687" y="549782"/>
                </a:lnTo>
                <a:lnTo>
                  <a:pt x="39370" y="557657"/>
                </a:lnTo>
                <a:lnTo>
                  <a:pt x="42925" y="560832"/>
                </a:lnTo>
                <a:lnTo>
                  <a:pt x="47498" y="554482"/>
                </a:lnTo>
                <a:lnTo>
                  <a:pt x="50418" y="541782"/>
                </a:lnTo>
                <a:lnTo>
                  <a:pt x="85471" y="43561"/>
                </a:lnTo>
                <a:lnTo>
                  <a:pt x="85978" y="30861"/>
                </a:lnTo>
                <a:lnTo>
                  <a:pt x="86995" y="19812"/>
                </a:lnTo>
                <a:lnTo>
                  <a:pt x="87884" y="11937"/>
                </a:lnTo>
                <a:lnTo>
                  <a:pt x="90677" y="3175"/>
                </a:lnTo>
                <a:lnTo>
                  <a:pt x="9448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392674" y="3656838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2412"/>
                </a:moveTo>
                <a:lnTo>
                  <a:pt x="7238" y="25400"/>
                </a:lnTo>
                <a:lnTo>
                  <a:pt x="8509" y="45974"/>
                </a:lnTo>
                <a:lnTo>
                  <a:pt x="28828" y="515619"/>
                </a:lnTo>
                <a:lnTo>
                  <a:pt x="30734" y="541782"/>
                </a:lnTo>
                <a:lnTo>
                  <a:pt x="32512" y="549782"/>
                </a:lnTo>
                <a:lnTo>
                  <a:pt x="36322" y="557657"/>
                </a:lnTo>
                <a:lnTo>
                  <a:pt x="39750" y="560832"/>
                </a:lnTo>
                <a:lnTo>
                  <a:pt x="44450" y="554482"/>
                </a:lnTo>
                <a:lnTo>
                  <a:pt x="47243" y="541782"/>
                </a:lnTo>
                <a:lnTo>
                  <a:pt x="82041" y="42799"/>
                </a:lnTo>
                <a:lnTo>
                  <a:pt x="82930" y="30099"/>
                </a:lnTo>
                <a:lnTo>
                  <a:pt x="83947" y="19050"/>
                </a:lnTo>
                <a:lnTo>
                  <a:pt x="84836" y="11049"/>
                </a:lnTo>
                <a:lnTo>
                  <a:pt x="87629" y="3937"/>
                </a:lnTo>
                <a:lnTo>
                  <a:pt x="91439" y="0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484114" y="3656838"/>
            <a:ext cx="64008" cy="560832"/>
          </a:xfrm>
          <a:custGeom>
            <a:avLst/>
            <a:gdLst/>
            <a:ahLst/>
            <a:cxnLst/>
            <a:rect l="l" t="t" r="r" b="b"/>
            <a:pathLst>
              <a:path w="64008" h="560832">
                <a:moveTo>
                  <a:pt x="0" y="0"/>
                </a:moveTo>
                <a:lnTo>
                  <a:pt x="10413" y="26162"/>
                </a:lnTo>
                <a:lnTo>
                  <a:pt x="11684" y="46736"/>
                </a:lnTo>
                <a:lnTo>
                  <a:pt x="32131" y="515619"/>
                </a:lnTo>
                <a:lnTo>
                  <a:pt x="34036" y="541782"/>
                </a:lnTo>
                <a:lnTo>
                  <a:pt x="35687" y="549782"/>
                </a:lnTo>
                <a:lnTo>
                  <a:pt x="39750" y="557657"/>
                </a:lnTo>
                <a:lnTo>
                  <a:pt x="43180" y="560832"/>
                </a:lnTo>
                <a:lnTo>
                  <a:pt x="47625" y="554482"/>
                </a:lnTo>
                <a:lnTo>
                  <a:pt x="50419" y="541782"/>
                </a:lnTo>
                <a:lnTo>
                  <a:pt x="64008" y="300989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490722" y="3669029"/>
            <a:ext cx="22860" cy="286512"/>
          </a:xfrm>
          <a:custGeom>
            <a:avLst/>
            <a:gdLst/>
            <a:ahLst/>
            <a:cxnLst/>
            <a:rect l="l" t="t" r="r" b="b"/>
            <a:pathLst>
              <a:path w="22860" h="286512">
                <a:moveTo>
                  <a:pt x="0" y="286512"/>
                </a:moveTo>
                <a:lnTo>
                  <a:pt x="14097" y="42799"/>
                </a:lnTo>
                <a:lnTo>
                  <a:pt x="14986" y="30099"/>
                </a:lnTo>
                <a:lnTo>
                  <a:pt x="15620" y="19812"/>
                </a:lnTo>
                <a:lnTo>
                  <a:pt x="16890" y="11811"/>
                </a:lnTo>
                <a:lnTo>
                  <a:pt x="19557" y="4699"/>
                </a:lnTo>
                <a:lnTo>
                  <a:pt x="22860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515105" y="3667505"/>
            <a:ext cx="92964" cy="560832"/>
          </a:xfrm>
          <a:custGeom>
            <a:avLst/>
            <a:gdLst/>
            <a:ahLst/>
            <a:cxnLst/>
            <a:rect l="l" t="t" r="r" b="b"/>
            <a:pathLst>
              <a:path w="92964" h="560831">
                <a:moveTo>
                  <a:pt x="0" y="0"/>
                </a:moveTo>
                <a:lnTo>
                  <a:pt x="10287" y="26924"/>
                </a:lnTo>
                <a:lnTo>
                  <a:pt x="11430" y="46736"/>
                </a:lnTo>
                <a:lnTo>
                  <a:pt x="31242" y="515620"/>
                </a:lnTo>
                <a:lnTo>
                  <a:pt x="33528" y="542671"/>
                </a:lnTo>
                <a:lnTo>
                  <a:pt x="35052" y="549783"/>
                </a:lnTo>
                <a:lnTo>
                  <a:pt x="38735" y="557657"/>
                </a:lnTo>
                <a:lnTo>
                  <a:pt x="42418" y="560832"/>
                </a:lnTo>
                <a:lnTo>
                  <a:pt x="47117" y="554482"/>
                </a:lnTo>
                <a:lnTo>
                  <a:pt x="49911" y="542671"/>
                </a:lnTo>
                <a:lnTo>
                  <a:pt x="83947" y="43561"/>
                </a:lnTo>
                <a:lnTo>
                  <a:pt x="84963" y="30861"/>
                </a:lnTo>
                <a:lnTo>
                  <a:pt x="85471" y="20574"/>
                </a:lnTo>
                <a:lnTo>
                  <a:pt x="86741" y="12700"/>
                </a:lnTo>
                <a:lnTo>
                  <a:pt x="89535" y="3175"/>
                </a:lnTo>
                <a:lnTo>
                  <a:pt x="92964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609594" y="3669029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2413"/>
                </a:moveTo>
                <a:lnTo>
                  <a:pt x="6984" y="26162"/>
                </a:lnTo>
                <a:lnTo>
                  <a:pt x="8254" y="45974"/>
                </a:lnTo>
                <a:lnTo>
                  <a:pt x="28701" y="514096"/>
                </a:lnTo>
                <a:lnTo>
                  <a:pt x="30606" y="541147"/>
                </a:lnTo>
                <a:lnTo>
                  <a:pt x="32511" y="548259"/>
                </a:lnTo>
                <a:lnTo>
                  <a:pt x="36321" y="556133"/>
                </a:lnTo>
                <a:lnTo>
                  <a:pt x="40004" y="559308"/>
                </a:lnTo>
                <a:lnTo>
                  <a:pt x="44830" y="552958"/>
                </a:lnTo>
                <a:lnTo>
                  <a:pt x="47625" y="541147"/>
                </a:lnTo>
                <a:lnTo>
                  <a:pt x="82295" y="42799"/>
                </a:lnTo>
                <a:lnTo>
                  <a:pt x="83184" y="30099"/>
                </a:lnTo>
                <a:lnTo>
                  <a:pt x="83819" y="19812"/>
                </a:lnTo>
                <a:lnTo>
                  <a:pt x="85089" y="11938"/>
                </a:lnTo>
                <a:lnTo>
                  <a:pt x="88010" y="4699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701034" y="3667505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1">
                <a:moveTo>
                  <a:pt x="0" y="0"/>
                </a:moveTo>
                <a:lnTo>
                  <a:pt x="10413" y="26924"/>
                </a:lnTo>
                <a:lnTo>
                  <a:pt x="11556" y="46736"/>
                </a:lnTo>
                <a:lnTo>
                  <a:pt x="31750" y="515620"/>
                </a:lnTo>
                <a:lnTo>
                  <a:pt x="33908" y="542671"/>
                </a:lnTo>
                <a:lnTo>
                  <a:pt x="35813" y="549783"/>
                </a:lnTo>
                <a:lnTo>
                  <a:pt x="39242" y="557657"/>
                </a:lnTo>
                <a:lnTo>
                  <a:pt x="43306" y="560832"/>
                </a:lnTo>
                <a:lnTo>
                  <a:pt x="47751" y="554482"/>
                </a:lnTo>
                <a:lnTo>
                  <a:pt x="50545" y="542671"/>
                </a:lnTo>
                <a:lnTo>
                  <a:pt x="85343" y="43561"/>
                </a:lnTo>
                <a:lnTo>
                  <a:pt x="86360" y="30861"/>
                </a:lnTo>
                <a:lnTo>
                  <a:pt x="86994" y="20574"/>
                </a:lnTo>
                <a:lnTo>
                  <a:pt x="88264" y="12700"/>
                </a:lnTo>
                <a:lnTo>
                  <a:pt x="91058" y="3175"/>
                </a:lnTo>
                <a:lnTo>
                  <a:pt x="94487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800094" y="3665981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762"/>
                </a:moveTo>
                <a:lnTo>
                  <a:pt x="2793" y="3175"/>
                </a:lnTo>
                <a:lnTo>
                  <a:pt x="5968" y="14224"/>
                </a:lnTo>
                <a:lnTo>
                  <a:pt x="7238" y="24638"/>
                </a:lnTo>
                <a:lnTo>
                  <a:pt x="8127" y="45212"/>
                </a:lnTo>
                <a:lnTo>
                  <a:pt x="28575" y="515620"/>
                </a:lnTo>
                <a:lnTo>
                  <a:pt x="30479" y="541020"/>
                </a:lnTo>
                <a:lnTo>
                  <a:pt x="32638" y="549021"/>
                </a:lnTo>
                <a:lnTo>
                  <a:pt x="36194" y="556895"/>
                </a:lnTo>
                <a:lnTo>
                  <a:pt x="39877" y="559308"/>
                </a:lnTo>
                <a:lnTo>
                  <a:pt x="44576" y="552958"/>
                </a:lnTo>
                <a:lnTo>
                  <a:pt x="47497" y="541020"/>
                </a:lnTo>
                <a:lnTo>
                  <a:pt x="82295" y="42799"/>
                </a:lnTo>
                <a:lnTo>
                  <a:pt x="83311" y="29337"/>
                </a:lnTo>
                <a:lnTo>
                  <a:pt x="83946" y="19050"/>
                </a:lnTo>
                <a:lnTo>
                  <a:pt x="85216" y="11049"/>
                </a:lnTo>
                <a:lnTo>
                  <a:pt x="88010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891534" y="3665981"/>
            <a:ext cx="92963" cy="559307"/>
          </a:xfrm>
          <a:custGeom>
            <a:avLst/>
            <a:gdLst/>
            <a:ahLst/>
            <a:cxnLst/>
            <a:rect l="l" t="t" r="r" b="b"/>
            <a:pathLst>
              <a:path w="92963" h="559307">
                <a:moveTo>
                  <a:pt x="0" y="0"/>
                </a:moveTo>
                <a:lnTo>
                  <a:pt x="10287" y="26162"/>
                </a:lnTo>
                <a:lnTo>
                  <a:pt x="11429" y="45974"/>
                </a:lnTo>
                <a:lnTo>
                  <a:pt x="31241" y="515747"/>
                </a:lnTo>
                <a:lnTo>
                  <a:pt x="33527" y="541147"/>
                </a:lnTo>
                <a:lnTo>
                  <a:pt x="35051" y="549021"/>
                </a:lnTo>
                <a:lnTo>
                  <a:pt x="38735" y="556895"/>
                </a:lnTo>
                <a:lnTo>
                  <a:pt x="42417" y="559308"/>
                </a:lnTo>
                <a:lnTo>
                  <a:pt x="47116" y="552958"/>
                </a:lnTo>
                <a:lnTo>
                  <a:pt x="49911" y="541147"/>
                </a:lnTo>
                <a:lnTo>
                  <a:pt x="83946" y="43561"/>
                </a:lnTo>
                <a:lnTo>
                  <a:pt x="84962" y="30099"/>
                </a:lnTo>
                <a:lnTo>
                  <a:pt x="85470" y="19812"/>
                </a:lnTo>
                <a:lnTo>
                  <a:pt x="86740" y="11938"/>
                </a:lnTo>
                <a:lnTo>
                  <a:pt x="89535" y="2413"/>
                </a:lnTo>
                <a:lnTo>
                  <a:pt x="92963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987546" y="3665981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762"/>
                </a:moveTo>
                <a:lnTo>
                  <a:pt x="6857" y="24638"/>
                </a:lnTo>
                <a:lnTo>
                  <a:pt x="8127" y="45212"/>
                </a:lnTo>
                <a:lnTo>
                  <a:pt x="28955" y="515620"/>
                </a:lnTo>
                <a:lnTo>
                  <a:pt x="30733" y="541020"/>
                </a:lnTo>
                <a:lnTo>
                  <a:pt x="32638" y="549021"/>
                </a:lnTo>
                <a:lnTo>
                  <a:pt x="36449" y="556895"/>
                </a:lnTo>
                <a:lnTo>
                  <a:pt x="40258" y="559308"/>
                </a:lnTo>
                <a:lnTo>
                  <a:pt x="44957" y="552958"/>
                </a:lnTo>
                <a:lnTo>
                  <a:pt x="47751" y="541020"/>
                </a:lnTo>
                <a:lnTo>
                  <a:pt x="82295" y="42799"/>
                </a:lnTo>
                <a:lnTo>
                  <a:pt x="83312" y="29337"/>
                </a:lnTo>
                <a:lnTo>
                  <a:pt x="83946" y="19050"/>
                </a:lnTo>
                <a:lnTo>
                  <a:pt x="85216" y="11049"/>
                </a:lnTo>
                <a:lnTo>
                  <a:pt x="88011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078986" y="3665981"/>
            <a:ext cx="92963" cy="559307"/>
          </a:xfrm>
          <a:custGeom>
            <a:avLst/>
            <a:gdLst/>
            <a:ahLst/>
            <a:cxnLst/>
            <a:rect l="l" t="t" r="r" b="b"/>
            <a:pathLst>
              <a:path w="92963" h="559307">
                <a:moveTo>
                  <a:pt x="0" y="0"/>
                </a:moveTo>
                <a:lnTo>
                  <a:pt x="10287" y="26162"/>
                </a:lnTo>
                <a:lnTo>
                  <a:pt x="11429" y="45974"/>
                </a:lnTo>
                <a:lnTo>
                  <a:pt x="31241" y="515747"/>
                </a:lnTo>
                <a:lnTo>
                  <a:pt x="33527" y="541147"/>
                </a:lnTo>
                <a:lnTo>
                  <a:pt x="35051" y="549021"/>
                </a:lnTo>
                <a:lnTo>
                  <a:pt x="38735" y="556895"/>
                </a:lnTo>
                <a:lnTo>
                  <a:pt x="42417" y="559308"/>
                </a:lnTo>
                <a:lnTo>
                  <a:pt x="47116" y="552958"/>
                </a:lnTo>
                <a:lnTo>
                  <a:pt x="49911" y="541147"/>
                </a:lnTo>
                <a:lnTo>
                  <a:pt x="83947" y="43561"/>
                </a:lnTo>
                <a:lnTo>
                  <a:pt x="84962" y="30099"/>
                </a:lnTo>
                <a:lnTo>
                  <a:pt x="85471" y="19812"/>
                </a:lnTo>
                <a:lnTo>
                  <a:pt x="86740" y="11938"/>
                </a:lnTo>
                <a:lnTo>
                  <a:pt x="89535" y="2413"/>
                </a:lnTo>
                <a:lnTo>
                  <a:pt x="92963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176522" y="3662933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2413"/>
                </a:moveTo>
                <a:lnTo>
                  <a:pt x="2793" y="3937"/>
                </a:lnTo>
                <a:lnTo>
                  <a:pt x="6223" y="14224"/>
                </a:lnTo>
                <a:lnTo>
                  <a:pt x="6857" y="25400"/>
                </a:lnTo>
                <a:lnTo>
                  <a:pt x="8508" y="45974"/>
                </a:lnTo>
                <a:lnTo>
                  <a:pt x="28955" y="515620"/>
                </a:lnTo>
                <a:lnTo>
                  <a:pt x="30733" y="541782"/>
                </a:lnTo>
                <a:lnTo>
                  <a:pt x="39877" y="560832"/>
                </a:lnTo>
                <a:lnTo>
                  <a:pt x="44576" y="554482"/>
                </a:lnTo>
                <a:lnTo>
                  <a:pt x="47498" y="541782"/>
                </a:lnTo>
                <a:lnTo>
                  <a:pt x="82041" y="42799"/>
                </a:lnTo>
                <a:lnTo>
                  <a:pt x="82930" y="30099"/>
                </a:lnTo>
                <a:lnTo>
                  <a:pt x="83947" y="19050"/>
                </a:lnTo>
                <a:lnTo>
                  <a:pt x="84836" y="11049"/>
                </a:lnTo>
                <a:lnTo>
                  <a:pt x="87629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267962" y="3662933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2">
                <a:moveTo>
                  <a:pt x="0" y="0"/>
                </a:moveTo>
                <a:lnTo>
                  <a:pt x="10287" y="26162"/>
                </a:lnTo>
                <a:lnTo>
                  <a:pt x="11557" y="46736"/>
                </a:lnTo>
                <a:lnTo>
                  <a:pt x="32258" y="515620"/>
                </a:lnTo>
                <a:lnTo>
                  <a:pt x="33782" y="541782"/>
                </a:lnTo>
                <a:lnTo>
                  <a:pt x="35687" y="549783"/>
                </a:lnTo>
                <a:lnTo>
                  <a:pt x="39370" y="557657"/>
                </a:lnTo>
                <a:lnTo>
                  <a:pt x="42925" y="560832"/>
                </a:lnTo>
                <a:lnTo>
                  <a:pt x="47498" y="554482"/>
                </a:lnTo>
                <a:lnTo>
                  <a:pt x="50418" y="541782"/>
                </a:lnTo>
                <a:lnTo>
                  <a:pt x="85471" y="43561"/>
                </a:lnTo>
                <a:lnTo>
                  <a:pt x="85978" y="30861"/>
                </a:lnTo>
                <a:lnTo>
                  <a:pt x="86995" y="19812"/>
                </a:lnTo>
                <a:lnTo>
                  <a:pt x="87884" y="11938"/>
                </a:lnTo>
                <a:lnTo>
                  <a:pt x="90677" y="3175"/>
                </a:lnTo>
                <a:lnTo>
                  <a:pt x="94487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363974" y="3662933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2413"/>
                </a:moveTo>
                <a:lnTo>
                  <a:pt x="7238" y="25400"/>
                </a:lnTo>
                <a:lnTo>
                  <a:pt x="8509" y="45974"/>
                </a:lnTo>
                <a:lnTo>
                  <a:pt x="28828" y="515620"/>
                </a:lnTo>
                <a:lnTo>
                  <a:pt x="30734" y="541782"/>
                </a:lnTo>
                <a:lnTo>
                  <a:pt x="32512" y="549783"/>
                </a:lnTo>
                <a:lnTo>
                  <a:pt x="36322" y="557657"/>
                </a:lnTo>
                <a:lnTo>
                  <a:pt x="39750" y="560832"/>
                </a:lnTo>
                <a:lnTo>
                  <a:pt x="44450" y="554482"/>
                </a:lnTo>
                <a:lnTo>
                  <a:pt x="47243" y="541782"/>
                </a:lnTo>
                <a:lnTo>
                  <a:pt x="82041" y="42799"/>
                </a:lnTo>
                <a:lnTo>
                  <a:pt x="82930" y="30099"/>
                </a:lnTo>
                <a:lnTo>
                  <a:pt x="83947" y="19050"/>
                </a:lnTo>
                <a:lnTo>
                  <a:pt x="84836" y="11049"/>
                </a:lnTo>
                <a:lnTo>
                  <a:pt x="87629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455414" y="3662933"/>
            <a:ext cx="64008" cy="560832"/>
          </a:xfrm>
          <a:custGeom>
            <a:avLst/>
            <a:gdLst/>
            <a:ahLst/>
            <a:cxnLst/>
            <a:rect l="l" t="t" r="r" b="b"/>
            <a:pathLst>
              <a:path w="64008" h="560832">
                <a:moveTo>
                  <a:pt x="0" y="0"/>
                </a:moveTo>
                <a:lnTo>
                  <a:pt x="10413" y="26162"/>
                </a:lnTo>
                <a:lnTo>
                  <a:pt x="11684" y="46736"/>
                </a:lnTo>
                <a:lnTo>
                  <a:pt x="32131" y="515620"/>
                </a:lnTo>
                <a:lnTo>
                  <a:pt x="34036" y="541782"/>
                </a:lnTo>
                <a:lnTo>
                  <a:pt x="35687" y="549783"/>
                </a:lnTo>
                <a:lnTo>
                  <a:pt x="39750" y="557657"/>
                </a:lnTo>
                <a:lnTo>
                  <a:pt x="43180" y="560832"/>
                </a:lnTo>
                <a:lnTo>
                  <a:pt x="47625" y="554482"/>
                </a:lnTo>
                <a:lnTo>
                  <a:pt x="50419" y="541782"/>
                </a:lnTo>
                <a:lnTo>
                  <a:pt x="64008" y="30099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478278" y="3661537"/>
            <a:ext cx="18669" cy="331850"/>
          </a:xfrm>
          <a:custGeom>
            <a:avLst/>
            <a:gdLst/>
            <a:ahLst/>
            <a:cxnLst/>
            <a:rect l="l" t="t" r="r" b="b"/>
            <a:pathLst>
              <a:path w="18669" h="331850">
                <a:moveTo>
                  <a:pt x="0" y="331850"/>
                </a:moveTo>
                <a:lnTo>
                  <a:pt x="7112" y="50037"/>
                </a:lnTo>
                <a:lnTo>
                  <a:pt x="7747" y="35306"/>
                </a:lnTo>
                <a:lnTo>
                  <a:pt x="8001" y="23494"/>
                </a:lnTo>
                <a:lnTo>
                  <a:pt x="9525" y="14224"/>
                </a:lnTo>
                <a:lnTo>
                  <a:pt x="13462" y="5842"/>
                </a:lnTo>
                <a:lnTo>
                  <a:pt x="18669" y="0"/>
                </a:lnTo>
              </a:path>
            </a:pathLst>
          </a:custGeom>
          <a:ln w="25400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501646" y="3661410"/>
            <a:ext cx="91440" cy="560832"/>
          </a:xfrm>
          <a:custGeom>
            <a:avLst/>
            <a:gdLst/>
            <a:ahLst/>
            <a:cxnLst/>
            <a:rect l="l" t="t" r="r" b="b"/>
            <a:pathLst>
              <a:path w="91440" h="560832">
                <a:moveTo>
                  <a:pt x="0" y="0"/>
                </a:moveTo>
                <a:lnTo>
                  <a:pt x="10033" y="26923"/>
                </a:lnTo>
                <a:lnTo>
                  <a:pt x="11303" y="46735"/>
                </a:lnTo>
                <a:lnTo>
                  <a:pt x="30734" y="515619"/>
                </a:lnTo>
                <a:lnTo>
                  <a:pt x="32893" y="542670"/>
                </a:lnTo>
                <a:lnTo>
                  <a:pt x="34417" y="549782"/>
                </a:lnTo>
                <a:lnTo>
                  <a:pt x="38100" y="557657"/>
                </a:lnTo>
                <a:lnTo>
                  <a:pt x="41783" y="560832"/>
                </a:lnTo>
                <a:lnTo>
                  <a:pt x="46355" y="554482"/>
                </a:lnTo>
                <a:lnTo>
                  <a:pt x="49022" y="542670"/>
                </a:lnTo>
                <a:lnTo>
                  <a:pt x="82550" y="43560"/>
                </a:lnTo>
                <a:lnTo>
                  <a:pt x="83566" y="30860"/>
                </a:lnTo>
                <a:lnTo>
                  <a:pt x="84074" y="20573"/>
                </a:lnTo>
                <a:lnTo>
                  <a:pt x="85343" y="12700"/>
                </a:lnTo>
                <a:lnTo>
                  <a:pt x="88137" y="3175"/>
                </a:lnTo>
                <a:lnTo>
                  <a:pt x="91440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594610" y="3662933"/>
            <a:ext cx="88391" cy="559308"/>
          </a:xfrm>
          <a:custGeom>
            <a:avLst/>
            <a:gdLst/>
            <a:ahLst/>
            <a:cxnLst/>
            <a:rect l="l" t="t" r="r" b="b"/>
            <a:pathLst>
              <a:path w="88391" h="559308">
                <a:moveTo>
                  <a:pt x="0" y="2413"/>
                </a:moveTo>
                <a:lnTo>
                  <a:pt x="6731" y="26162"/>
                </a:lnTo>
                <a:lnTo>
                  <a:pt x="7873" y="45974"/>
                </a:lnTo>
                <a:lnTo>
                  <a:pt x="27685" y="514096"/>
                </a:lnTo>
                <a:lnTo>
                  <a:pt x="29590" y="541147"/>
                </a:lnTo>
                <a:lnTo>
                  <a:pt x="31368" y="548259"/>
                </a:lnTo>
                <a:lnTo>
                  <a:pt x="35051" y="556133"/>
                </a:lnTo>
                <a:lnTo>
                  <a:pt x="38734" y="559308"/>
                </a:lnTo>
                <a:lnTo>
                  <a:pt x="43306" y="552958"/>
                </a:lnTo>
                <a:lnTo>
                  <a:pt x="45973" y="541147"/>
                </a:lnTo>
                <a:lnTo>
                  <a:pt x="79501" y="42799"/>
                </a:lnTo>
                <a:lnTo>
                  <a:pt x="80517" y="30099"/>
                </a:lnTo>
                <a:lnTo>
                  <a:pt x="81025" y="19812"/>
                </a:lnTo>
                <a:lnTo>
                  <a:pt x="82295" y="11938"/>
                </a:lnTo>
                <a:lnTo>
                  <a:pt x="85089" y="4699"/>
                </a:lnTo>
                <a:lnTo>
                  <a:pt x="88391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683002" y="3661410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2">
                <a:moveTo>
                  <a:pt x="0" y="0"/>
                </a:moveTo>
                <a:lnTo>
                  <a:pt x="10414" y="26923"/>
                </a:lnTo>
                <a:lnTo>
                  <a:pt x="11556" y="46735"/>
                </a:lnTo>
                <a:lnTo>
                  <a:pt x="31750" y="515619"/>
                </a:lnTo>
                <a:lnTo>
                  <a:pt x="33909" y="542670"/>
                </a:lnTo>
                <a:lnTo>
                  <a:pt x="35814" y="549782"/>
                </a:lnTo>
                <a:lnTo>
                  <a:pt x="39243" y="557657"/>
                </a:lnTo>
                <a:lnTo>
                  <a:pt x="43306" y="560832"/>
                </a:lnTo>
                <a:lnTo>
                  <a:pt x="47752" y="554482"/>
                </a:lnTo>
                <a:lnTo>
                  <a:pt x="50546" y="542670"/>
                </a:lnTo>
                <a:lnTo>
                  <a:pt x="85343" y="43560"/>
                </a:lnTo>
                <a:lnTo>
                  <a:pt x="86360" y="30860"/>
                </a:lnTo>
                <a:lnTo>
                  <a:pt x="86995" y="20573"/>
                </a:lnTo>
                <a:lnTo>
                  <a:pt x="88265" y="12700"/>
                </a:lnTo>
                <a:lnTo>
                  <a:pt x="91059" y="3175"/>
                </a:lnTo>
                <a:lnTo>
                  <a:pt x="9448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782062" y="3659886"/>
            <a:ext cx="88392" cy="559307"/>
          </a:xfrm>
          <a:custGeom>
            <a:avLst/>
            <a:gdLst/>
            <a:ahLst/>
            <a:cxnLst/>
            <a:rect l="l" t="t" r="r" b="b"/>
            <a:pathLst>
              <a:path w="88392" h="559308">
                <a:moveTo>
                  <a:pt x="0" y="762"/>
                </a:moveTo>
                <a:lnTo>
                  <a:pt x="6985" y="24637"/>
                </a:lnTo>
                <a:lnTo>
                  <a:pt x="7874" y="45212"/>
                </a:lnTo>
                <a:lnTo>
                  <a:pt x="27686" y="515619"/>
                </a:lnTo>
                <a:lnTo>
                  <a:pt x="29463" y="541019"/>
                </a:lnTo>
                <a:lnTo>
                  <a:pt x="31623" y="549020"/>
                </a:lnTo>
                <a:lnTo>
                  <a:pt x="34925" y="556894"/>
                </a:lnTo>
                <a:lnTo>
                  <a:pt x="38607" y="559307"/>
                </a:lnTo>
                <a:lnTo>
                  <a:pt x="43180" y="552957"/>
                </a:lnTo>
                <a:lnTo>
                  <a:pt x="45846" y="541019"/>
                </a:lnTo>
                <a:lnTo>
                  <a:pt x="79629" y="42799"/>
                </a:lnTo>
                <a:lnTo>
                  <a:pt x="80518" y="29337"/>
                </a:lnTo>
                <a:lnTo>
                  <a:pt x="81152" y="19050"/>
                </a:lnTo>
                <a:lnTo>
                  <a:pt x="82295" y="11049"/>
                </a:lnTo>
                <a:lnTo>
                  <a:pt x="85089" y="3937"/>
                </a:lnTo>
                <a:lnTo>
                  <a:pt x="88392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870454" y="3659886"/>
            <a:ext cx="92963" cy="559307"/>
          </a:xfrm>
          <a:custGeom>
            <a:avLst/>
            <a:gdLst/>
            <a:ahLst/>
            <a:cxnLst/>
            <a:rect l="l" t="t" r="r" b="b"/>
            <a:pathLst>
              <a:path w="92963" h="559308">
                <a:moveTo>
                  <a:pt x="0" y="0"/>
                </a:moveTo>
                <a:lnTo>
                  <a:pt x="10287" y="26162"/>
                </a:lnTo>
                <a:lnTo>
                  <a:pt x="11429" y="45974"/>
                </a:lnTo>
                <a:lnTo>
                  <a:pt x="31241" y="515746"/>
                </a:lnTo>
                <a:lnTo>
                  <a:pt x="33527" y="541146"/>
                </a:lnTo>
                <a:lnTo>
                  <a:pt x="35051" y="549020"/>
                </a:lnTo>
                <a:lnTo>
                  <a:pt x="38734" y="556894"/>
                </a:lnTo>
                <a:lnTo>
                  <a:pt x="42418" y="559307"/>
                </a:lnTo>
                <a:lnTo>
                  <a:pt x="47116" y="552957"/>
                </a:lnTo>
                <a:lnTo>
                  <a:pt x="49910" y="541146"/>
                </a:lnTo>
                <a:lnTo>
                  <a:pt x="83946" y="43561"/>
                </a:lnTo>
                <a:lnTo>
                  <a:pt x="84962" y="30099"/>
                </a:lnTo>
                <a:lnTo>
                  <a:pt x="85470" y="19812"/>
                </a:lnTo>
                <a:lnTo>
                  <a:pt x="86740" y="11937"/>
                </a:lnTo>
                <a:lnTo>
                  <a:pt x="89534" y="2412"/>
                </a:lnTo>
                <a:lnTo>
                  <a:pt x="92963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66466" y="3659886"/>
            <a:ext cx="88391" cy="559307"/>
          </a:xfrm>
          <a:custGeom>
            <a:avLst/>
            <a:gdLst/>
            <a:ahLst/>
            <a:cxnLst/>
            <a:rect l="l" t="t" r="r" b="b"/>
            <a:pathLst>
              <a:path w="88391" h="559308">
                <a:moveTo>
                  <a:pt x="0" y="762"/>
                </a:moveTo>
                <a:lnTo>
                  <a:pt x="6731" y="24637"/>
                </a:lnTo>
                <a:lnTo>
                  <a:pt x="7873" y="45212"/>
                </a:lnTo>
                <a:lnTo>
                  <a:pt x="27939" y="515619"/>
                </a:lnTo>
                <a:lnTo>
                  <a:pt x="29717" y="541019"/>
                </a:lnTo>
                <a:lnTo>
                  <a:pt x="31622" y="549020"/>
                </a:lnTo>
                <a:lnTo>
                  <a:pt x="35178" y="556894"/>
                </a:lnTo>
                <a:lnTo>
                  <a:pt x="38861" y="559307"/>
                </a:lnTo>
                <a:lnTo>
                  <a:pt x="43433" y="552957"/>
                </a:lnTo>
                <a:lnTo>
                  <a:pt x="46227" y="541019"/>
                </a:lnTo>
                <a:lnTo>
                  <a:pt x="79628" y="42799"/>
                </a:lnTo>
                <a:lnTo>
                  <a:pt x="80517" y="29337"/>
                </a:lnTo>
                <a:lnTo>
                  <a:pt x="81152" y="19050"/>
                </a:lnTo>
                <a:lnTo>
                  <a:pt x="82295" y="11049"/>
                </a:lnTo>
                <a:lnTo>
                  <a:pt x="85089" y="3937"/>
                </a:lnTo>
                <a:lnTo>
                  <a:pt x="88391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056382" y="3659886"/>
            <a:ext cx="91440" cy="559307"/>
          </a:xfrm>
          <a:custGeom>
            <a:avLst/>
            <a:gdLst/>
            <a:ahLst/>
            <a:cxnLst/>
            <a:rect l="l" t="t" r="r" b="b"/>
            <a:pathLst>
              <a:path w="91440" h="559308">
                <a:moveTo>
                  <a:pt x="0" y="0"/>
                </a:moveTo>
                <a:lnTo>
                  <a:pt x="10032" y="26162"/>
                </a:lnTo>
                <a:lnTo>
                  <a:pt x="11303" y="45974"/>
                </a:lnTo>
                <a:lnTo>
                  <a:pt x="30734" y="515746"/>
                </a:lnTo>
                <a:lnTo>
                  <a:pt x="32893" y="541146"/>
                </a:lnTo>
                <a:lnTo>
                  <a:pt x="34417" y="549020"/>
                </a:lnTo>
                <a:lnTo>
                  <a:pt x="38100" y="556894"/>
                </a:lnTo>
                <a:lnTo>
                  <a:pt x="41782" y="559307"/>
                </a:lnTo>
                <a:lnTo>
                  <a:pt x="46355" y="552957"/>
                </a:lnTo>
                <a:lnTo>
                  <a:pt x="49022" y="541146"/>
                </a:lnTo>
                <a:lnTo>
                  <a:pt x="82550" y="43561"/>
                </a:lnTo>
                <a:lnTo>
                  <a:pt x="83566" y="30099"/>
                </a:lnTo>
                <a:lnTo>
                  <a:pt x="84074" y="19812"/>
                </a:lnTo>
                <a:lnTo>
                  <a:pt x="85343" y="11937"/>
                </a:lnTo>
                <a:lnTo>
                  <a:pt x="88137" y="2412"/>
                </a:lnTo>
                <a:lnTo>
                  <a:pt x="91440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152394" y="3656838"/>
            <a:ext cx="88392" cy="560832"/>
          </a:xfrm>
          <a:custGeom>
            <a:avLst/>
            <a:gdLst/>
            <a:ahLst/>
            <a:cxnLst/>
            <a:rect l="l" t="t" r="r" b="b"/>
            <a:pathLst>
              <a:path w="88392" h="560832">
                <a:moveTo>
                  <a:pt x="0" y="2412"/>
                </a:moveTo>
                <a:lnTo>
                  <a:pt x="2793" y="3937"/>
                </a:lnTo>
                <a:lnTo>
                  <a:pt x="6095" y="14224"/>
                </a:lnTo>
                <a:lnTo>
                  <a:pt x="6731" y="25400"/>
                </a:lnTo>
                <a:lnTo>
                  <a:pt x="8255" y="45974"/>
                </a:lnTo>
                <a:lnTo>
                  <a:pt x="27939" y="515619"/>
                </a:lnTo>
                <a:lnTo>
                  <a:pt x="29718" y="541782"/>
                </a:lnTo>
                <a:lnTo>
                  <a:pt x="38607" y="560832"/>
                </a:lnTo>
                <a:lnTo>
                  <a:pt x="43180" y="554482"/>
                </a:lnTo>
                <a:lnTo>
                  <a:pt x="45847" y="541782"/>
                </a:lnTo>
                <a:lnTo>
                  <a:pt x="79248" y="42799"/>
                </a:lnTo>
                <a:lnTo>
                  <a:pt x="80137" y="30099"/>
                </a:lnTo>
                <a:lnTo>
                  <a:pt x="81153" y="19050"/>
                </a:lnTo>
                <a:lnTo>
                  <a:pt x="82042" y="11049"/>
                </a:lnTo>
                <a:lnTo>
                  <a:pt x="84708" y="3937"/>
                </a:lnTo>
                <a:lnTo>
                  <a:pt x="88392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240786" y="3656838"/>
            <a:ext cx="94487" cy="560832"/>
          </a:xfrm>
          <a:custGeom>
            <a:avLst/>
            <a:gdLst/>
            <a:ahLst/>
            <a:cxnLst/>
            <a:rect l="l" t="t" r="r" b="b"/>
            <a:pathLst>
              <a:path w="94487" h="560832">
                <a:moveTo>
                  <a:pt x="0" y="0"/>
                </a:moveTo>
                <a:lnTo>
                  <a:pt x="10287" y="26162"/>
                </a:lnTo>
                <a:lnTo>
                  <a:pt x="11556" y="46736"/>
                </a:lnTo>
                <a:lnTo>
                  <a:pt x="32258" y="515619"/>
                </a:lnTo>
                <a:lnTo>
                  <a:pt x="33781" y="541782"/>
                </a:lnTo>
                <a:lnTo>
                  <a:pt x="35687" y="549782"/>
                </a:lnTo>
                <a:lnTo>
                  <a:pt x="39369" y="557657"/>
                </a:lnTo>
                <a:lnTo>
                  <a:pt x="42925" y="560832"/>
                </a:lnTo>
                <a:lnTo>
                  <a:pt x="47498" y="554482"/>
                </a:lnTo>
                <a:lnTo>
                  <a:pt x="50418" y="541782"/>
                </a:lnTo>
                <a:lnTo>
                  <a:pt x="85471" y="43561"/>
                </a:lnTo>
                <a:lnTo>
                  <a:pt x="85978" y="30861"/>
                </a:lnTo>
                <a:lnTo>
                  <a:pt x="86994" y="19812"/>
                </a:lnTo>
                <a:lnTo>
                  <a:pt x="87884" y="11937"/>
                </a:lnTo>
                <a:lnTo>
                  <a:pt x="90677" y="3175"/>
                </a:lnTo>
                <a:lnTo>
                  <a:pt x="94487" y="2412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336798" y="3656838"/>
            <a:ext cx="89915" cy="560832"/>
          </a:xfrm>
          <a:custGeom>
            <a:avLst/>
            <a:gdLst/>
            <a:ahLst/>
            <a:cxnLst/>
            <a:rect l="l" t="t" r="r" b="b"/>
            <a:pathLst>
              <a:path w="89915" h="560832">
                <a:moveTo>
                  <a:pt x="0" y="2412"/>
                </a:moveTo>
                <a:lnTo>
                  <a:pt x="7112" y="25400"/>
                </a:lnTo>
                <a:lnTo>
                  <a:pt x="8254" y="45974"/>
                </a:lnTo>
                <a:lnTo>
                  <a:pt x="28321" y="515619"/>
                </a:lnTo>
                <a:lnTo>
                  <a:pt x="30225" y="541782"/>
                </a:lnTo>
                <a:lnTo>
                  <a:pt x="32003" y="549782"/>
                </a:lnTo>
                <a:lnTo>
                  <a:pt x="35687" y="557657"/>
                </a:lnTo>
                <a:lnTo>
                  <a:pt x="39115" y="560832"/>
                </a:lnTo>
                <a:lnTo>
                  <a:pt x="43687" y="554482"/>
                </a:lnTo>
                <a:lnTo>
                  <a:pt x="46481" y="541782"/>
                </a:lnTo>
                <a:lnTo>
                  <a:pt x="80644" y="42799"/>
                </a:lnTo>
                <a:lnTo>
                  <a:pt x="81661" y="30099"/>
                </a:lnTo>
                <a:lnTo>
                  <a:pt x="82550" y="19050"/>
                </a:lnTo>
                <a:lnTo>
                  <a:pt x="83438" y="11049"/>
                </a:lnTo>
                <a:lnTo>
                  <a:pt x="86232" y="3937"/>
                </a:lnTo>
                <a:lnTo>
                  <a:pt x="89915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426714" y="3656838"/>
            <a:ext cx="62484" cy="560832"/>
          </a:xfrm>
          <a:custGeom>
            <a:avLst/>
            <a:gdLst/>
            <a:ahLst/>
            <a:cxnLst/>
            <a:rect l="l" t="t" r="r" b="b"/>
            <a:pathLst>
              <a:path w="62484" h="560832">
                <a:moveTo>
                  <a:pt x="0" y="0"/>
                </a:moveTo>
                <a:lnTo>
                  <a:pt x="10160" y="26162"/>
                </a:lnTo>
                <a:lnTo>
                  <a:pt x="11430" y="46736"/>
                </a:lnTo>
                <a:lnTo>
                  <a:pt x="31369" y="515619"/>
                </a:lnTo>
                <a:lnTo>
                  <a:pt x="33274" y="541782"/>
                </a:lnTo>
                <a:lnTo>
                  <a:pt x="34798" y="549782"/>
                </a:lnTo>
                <a:lnTo>
                  <a:pt x="38735" y="557657"/>
                </a:lnTo>
                <a:lnTo>
                  <a:pt x="42163" y="560832"/>
                </a:lnTo>
                <a:lnTo>
                  <a:pt x="46482" y="554482"/>
                </a:lnTo>
                <a:lnTo>
                  <a:pt x="49275" y="541782"/>
                </a:lnTo>
                <a:lnTo>
                  <a:pt x="62484" y="300989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463802" y="3669029"/>
            <a:ext cx="24384" cy="286512"/>
          </a:xfrm>
          <a:custGeom>
            <a:avLst/>
            <a:gdLst/>
            <a:ahLst/>
            <a:cxnLst/>
            <a:rect l="l" t="t" r="r" b="b"/>
            <a:pathLst>
              <a:path w="24384" h="286512">
                <a:moveTo>
                  <a:pt x="0" y="286512"/>
                </a:moveTo>
                <a:lnTo>
                  <a:pt x="15112" y="42799"/>
                </a:lnTo>
                <a:lnTo>
                  <a:pt x="16001" y="30099"/>
                </a:lnTo>
                <a:lnTo>
                  <a:pt x="16636" y="19812"/>
                </a:lnTo>
                <a:lnTo>
                  <a:pt x="17906" y="11811"/>
                </a:lnTo>
                <a:lnTo>
                  <a:pt x="20828" y="4699"/>
                </a:lnTo>
                <a:lnTo>
                  <a:pt x="24384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488186" y="3667505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1">
                <a:moveTo>
                  <a:pt x="0" y="0"/>
                </a:moveTo>
                <a:lnTo>
                  <a:pt x="10032" y="26924"/>
                </a:lnTo>
                <a:lnTo>
                  <a:pt x="11302" y="46736"/>
                </a:lnTo>
                <a:lnTo>
                  <a:pt x="30733" y="515620"/>
                </a:lnTo>
                <a:lnTo>
                  <a:pt x="32892" y="542671"/>
                </a:lnTo>
                <a:lnTo>
                  <a:pt x="34416" y="549783"/>
                </a:lnTo>
                <a:lnTo>
                  <a:pt x="38100" y="557657"/>
                </a:lnTo>
                <a:lnTo>
                  <a:pt x="41782" y="560832"/>
                </a:lnTo>
                <a:lnTo>
                  <a:pt x="46354" y="554482"/>
                </a:lnTo>
                <a:lnTo>
                  <a:pt x="49021" y="542671"/>
                </a:lnTo>
                <a:lnTo>
                  <a:pt x="82550" y="43561"/>
                </a:lnTo>
                <a:lnTo>
                  <a:pt x="83565" y="30861"/>
                </a:lnTo>
                <a:lnTo>
                  <a:pt x="84073" y="20574"/>
                </a:lnTo>
                <a:lnTo>
                  <a:pt x="85343" y="12700"/>
                </a:lnTo>
                <a:lnTo>
                  <a:pt x="88137" y="3175"/>
                </a:lnTo>
                <a:lnTo>
                  <a:pt x="91439" y="2413"/>
                </a:lnTo>
              </a:path>
            </a:pathLst>
          </a:custGeom>
          <a:ln w="25907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584198" y="3669029"/>
            <a:ext cx="88391" cy="559307"/>
          </a:xfrm>
          <a:custGeom>
            <a:avLst/>
            <a:gdLst/>
            <a:ahLst/>
            <a:cxnLst/>
            <a:rect l="l" t="t" r="r" b="b"/>
            <a:pathLst>
              <a:path w="88391" h="559307">
                <a:moveTo>
                  <a:pt x="0" y="2413"/>
                </a:moveTo>
                <a:lnTo>
                  <a:pt x="6731" y="26162"/>
                </a:lnTo>
                <a:lnTo>
                  <a:pt x="7874" y="45974"/>
                </a:lnTo>
                <a:lnTo>
                  <a:pt x="27686" y="514096"/>
                </a:lnTo>
                <a:lnTo>
                  <a:pt x="29590" y="541147"/>
                </a:lnTo>
                <a:lnTo>
                  <a:pt x="31368" y="548259"/>
                </a:lnTo>
                <a:lnTo>
                  <a:pt x="35052" y="556133"/>
                </a:lnTo>
                <a:lnTo>
                  <a:pt x="38735" y="559308"/>
                </a:lnTo>
                <a:lnTo>
                  <a:pt x="43307" y="552958"/>
                </a:lnTo>
                <a:lnTo>
                  <a:pt x="45974" y="541147"/>
                </a:lnTo>
                <a:lnTo>
                  <a:pt x="79502" y="42799"/>
                </a:lnTo>
                <a:lnTo>
                  <a:pt x="80518" y="30099"/>
                </a:lnTo>
                <a:lnTo>
                  <a:pt x="81026" y="19812"/>
                </a:lnTo>
                <a:lnTo>
                  <a:pt x="82296" y="11938"/>
                </a:lnTo>
                <a:lnTo>
                  <a:pt x="85090" y="4699"/>
                </a:lnTo>
                <a:lnTo>
                  <a:pt x="88391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672589" y="3667505"/>
            <a:ext cx="91440" cy="560832"/>
          </a:xfrm>
          <a:custGeom>
            <a:avLst/>
            <a:gdLst/>
            <a:ahLst/>
            <a:cxnLst/>
            <a:rect l="l" t="t" r="r" b="b"/>
            <a:pathLst>
              <a:path w="91440" h="560831">
                <a:moveTo>
                  <a:pt x="0" y="0"/>
                </a:moveTo>
                <a:lnTo>
                  <a:pt x="10033" y="26924"/>
                </a:lnTo>
                <a:lnTo>
                  <a:pt x="11303" y="46736"/>
                </a:lnTo>
                <a:lnTo>
                  <a:pt x="30734" y="515620"/>
                </a:lnTo>
                <a:lnTo>
                  <a:pt x="32766" y="542671"/>
                </a:lnTo>
                <a:lnTo>
                  <a:pt x="34671" y="549783"/>
                </a:lnTo>
                <a:lnTo>
                  <a:pt x="37973" y="557657"/>
                </a:lnTo>
                <a:lnTo>
                  <a:pt x="41910" y="560832"/>
                </a:lnTo>
                <a:lnTo>
                  <a:pt x="46228" y="554482"/>
                </a:lnTo>
                <a:lnTo>
                  <a:pt x="48895" y="542671"/>
                </a:lnTo>
                <a:lnTo>
                  <a:pt x="82677" y="43561"/>
                </a:lnTo>
                <a:lnTo>
                  <a:pt x="83566" y="30861"/>
                </a:lnTo>
                <a:lnTo>
                  <a:pt x="84201" y="20574"/>
                </a:lnTo>
                <a:lnTo>
                  <a:pt x="85343" y="12700"/>
                </a:lnTo>
                <a:lnTo>
                  <a:pt x="88137" y="3175"/>
                </a:lnTo>
                <a:lnTo>
                  <a:pt x="91440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768602" y="3665981"/>
            <a:ext cx="91440" cy="559307"/>
          </a:xfrm>
          <a:custGeom>
            <a:avLst/>
            <a:gdLst/>
            <a:ahLst/>
            <a:cxnLst/>
            <a:rect l="l" t="t" r="r" b="b"/>
            <a:pathLst>
              <a:path w="91440" h="559307">
                <a:moveTo>
                  <a:pt x="0" y="762"/>
                </a:moveTo>
                <a:lnTo>
                  <a:pt x="2793" y="3175"/>
                </a:lnTo>
                <a:lnTo>
                  <a:pt x="5968" y="14224"/>
                </a:lnTo>
                <a:lnTo>
                  <a:pt x="7239" y="24638"/>
                </a:lnTo>
                <a:lnTo>
                  <a:pt x="8128" y="45212"/>
                </a:lnTo>
                <a:lnTo>
                  <a:pt x="28575" y="515620"/>
                </a:lnTo>
                <a:lnTo>
                  <a:pt x="30480" y="541020"/>
                </a:lnTo>
                <a:lnTo>
                  <a:pt x="32639" y="549021"/>
                </a:lnTo>
                <a:lnTo>
                  <a:pt x="36195" y="556895"/>
                </a:lnTo>
                <a:lnTo>
                  <a:pt x="39878" y="559308"/>
                </a:lnTo>
                <a:lnTo>
                  <a:pt x="44577" y="552958"/>
                </a:lnTo>
                <a:lnTo>
                  <a:pt x="47498" y="541020"/>
                </a:lnTo>
                <a:lnTo>
                  <a:pt x="82296" y="42799"/>
                </a:lnTo>
                <a:lnTo>
                  <a:pt x="83312" y="29337"/>
                </a:lnTo>
                <a:lnTo>
                  <a:pt x="83947" y="19050"/>
                </a:lnTo>
                <a:lnTo>
                  <a:pt x="85217" y="11049"/>
                </a:lnTo>
                <a:lnTo>
                  <a:pt x="88011" y="3937"/>
                </a:lnTo>
                <a:lnTo>
                  <a:pt x="91440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860042" y="3665981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0"/>
                </a:moveTo>
                <a:lnTo>
                  <a:pt x="10032" y="26162"/>
                </a:lnTo>
                <a:lnTo>
                  <a:pt x="11302" y="45974"/>
                </a:lnTo>
                <a:lnTo>
                  <a:pt x="30733" y="515747"/>
                </a:lnTo>
                <a:lnTo>
                  <a:pt x="32893" y="541147"/>
                </a:lnTo>
                <a:lnTo>
                  <a:pt x="34416" y="549021"/>
                </a:lnTo>
                <a:lnTo>
                  <a:pt x="38100" y="556895"/>
                </a:lnTo>
                <a:lnTo>
                  <a:pt x="41782" y="559308"/>
                </a:lnTo>
                <a:lnTo>
                  <a:pt x="46355" y="552958"/>
                </a:lnTo>
                <a:lnTo>
                  <a:pt x="49021" y="541147"/>
                </a:lnTo>
                <a:lnTo>
                  <a:pt x="82550" y="43561"/>
                </a:lnTo>
                <a:lnTo>
                  <a:pt x="83565" y="30099"/>
                </a:lnTo>
                <a:lnTo>
                  <a:pt x="84074" y="19812"/>
                </a:lnTo>
                <a:lnTo>
                  <a:pt x="85343" y="11938"/>
                </a:lnTo>
                <a:lnTo>
                  <a:pt x="88137" y="2413"/>
                </a:lnTo>
                <a:lnTo>
                  <a:pt x="91439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953006" y="3665981"/>
            <a:ext cx="91439" cy="559307"/>
          </a:xfrm>
          <a:custGeom>
            <a:avLst/>
            <a:gdLst/>
            <a:ahLst/>
            <a:cxnLst/>
            <a:rect l="l" t="t" r="r" b="b"/>
            <a:pathLst>
              <a:path w="91439" h="559307">
                <a:moveTo>
                  <a:pt x="0" y="762"/>
                </a:moveTo>
                <a:lnTo>
                  <a:pt x="6857" y="24638"/>
                </a:lnTo>
                <a:lnTo>
                  <a:pt x="8127" y="45212"/>
                </a:lnTo>
                <a:lnTo>
                  <a:pt x="28956" y="515620"/>
                </a:lnTo>
                <a:lnTo>
                  <a:pt x="30733" y="541020"/>
                </a:lnTo>
                <a:lnTo>
                  <a:pt x="32638" y="549021"/>
                </a:lnTo>
                <a:lnTo>
                  <a:pt x="36449" y="556895"/>
                </a:lnTo>
                <a:lnTo>
                  <a:pt x="40258" y="559308"/>
                </a:lnTo>
                <a:lnTo>
                  <a:pt x="44957" y="552958"/>
                </a:lnTo>
                <a:lnTo>
                  <a:pt x="47751" y="541020"/>
                </a:lnTo>
                <a:lnTo>
                  <a:pt x="82295" y="42799"/>
                </a:lnTo>
                <a:lnTo>
                  <a:pt x="83312" y="29337"/>
                </a:lnTo>
                <a:lnTo>
                  <a:pt x="83946" y="19050"/>
                </a:lnTo>
                <a:lnTo>
                  <a:pt x="85217" y="11049"/>
                </a:lnTo>
                <a:lnTo>
                  <a:pt x="88011" y="3937"/>
                </a:lnTo>
                <a:lnTo>
                  <a:pt x="91439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044445" y="3665981"/>
            <a:ext cx="91440" cy="559307"/>
          </a:xfrm>
          <a:custGeom>
            <a:avLst/>
            <a:gdLst/>
            <a:ahLst/>
            <a:cxnLst/>
            <a:rect l="l" t="t" r="r" b="b"/>
            <a:pathLst>
              <a:path w="91440" h="559307">
                <a:moveTo>
                  <a:pt x="0" y="0"/>
                </a:moveTo>
                <a:lnTo>
                  <a:pt x="10033" y="26162"/>
                </a:lnTo>
                <a:lnTo>
                  <a:pt x="11303" y="45974"/>
                </a:lnTo>
                <a:lnTo>
                  <a:pt x="30734" y="515747"/>
                </a:lnTo>
                <a:lnTo>
                  <a:pt x="32893" y="541147"/>
                </a:lnTo>
                <a:lnTo>
                  <a:pt x="34417" y="549021"/>
                </a:lnTo>
                <a:lnTo>
                  <a:pt x="38100" y="556895"/>
                </a:lnTo>
                <a:lnTo>
                  <a:pt x="41783" y="559308"/>
                </a:lnTo>
                <a:lnTo>
                  <a:pt x="46355" y="552958"/>
                </a:lnTo>
                <a:lnTo>
                  <a:pt x="49022" y="541147"/>
                </a:lnTo>
                <a:lnTo>
                  <a:pt x="82550" y="43561"/>
                </a:lnTo>
                <a:lnTo>
                  <a:pt x="83566" y="30099"/>
                </a:lnTo>
                <a:lnTo>
                  <a:pt x="84074" y="19812"/>
                </a:lnTo>
                <a:lnTo>
                  <a:pt x="85343" y="11938"/>
                </a:lnTo>
                <a:lnTo>
                  <a:pt x="88137" y="2413"/>
                </a:lnTo>
                <a:lnTo>
                  <a:pt x="91440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140458" y="3662933"/>
            <a:ext cx="89916" cy="560832"/>
          </a:xfrm>
          <a:custGeom>
            <a:avLst/>
            <a:gdLst/>
            <a:ahLst/>
            <a:cxnLst/>
            <a:rect l="l" t="t" r="r" b="b"/>
            <a:pathLst>
              <a:path w="89916" h="560832">
                <a:moveTo>
                  <a:pt x="0" y="2413"/>
                </a:moveTo>
                <a:lnTo>
                  <a:pt x="2793" y="3937"/>
                </a:lnTo>
                <a:lnTo>
                  <a:pt x="6223" y="14224"/>
                </a:lnTo>
                <a:lnTo>
                  <a:pt x="6858" y="25400"/>
                </a:lnTo>
                <a:lnTo>
                  <a:pt x="8381" y="45974"/>
                </a:lnTo>
                <a:lnTo>
                  <a:pt x="28448" y="515620"/>
                </a:lnTo>
                <a:lnTo>
                  <a:pt x="30225" y="541782"/>
                </a:lnTo>
                <a:lnTo>
                  <a:pt x="39243" y="560832"/>
                </a:lnTo>
                <a:lnTo>
                  <a:pt x="43815" y="554482"/>
                </a:lnTo>
                <a:lnTo>
                  <a:pt x="46609" y="541782"/>
                </a:lnTo>
                <a:lnTo>
                  <a:pt x="80644" y="42799"/>
                </a:lnTo>
                <a:lnTo>
                  <a:pt x="81534" y="30099"/>
                </a:lnTo>
                <a:lnTo>
                  <a:pt x="82550" y="19050"/>
                </a:lnTo>
                <a:lnTo>
                  <a:pt x="83439" y="11049"/>
                </a:lnTo>
                <a:lnTo>
                  <a:pt x="86233" y="3937"/>
                </a:lnTo>
                <a:lnTo>
                  <a:pt x="89916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230374" y="3662933"/>
            <a:ext cx="91439" cy="560832"/>
          </a:xfrm>
          <a:custGeom>
            <a:avLst/>
            <a:gdLst/>
            <a:ahLst/>
            <a:cxnLst/>
            <a:rect l="l" t="t" r="r" b="b"/>
            <a:pathLst>
              <a:path w="91439" h="560832">
                <a:moveTo>
                  <a:pt x="0" y="0"/>
                </a:moveTo>
                <a:lnTo>
                  <a:pt x="10032" y="26162"/>
                </a:lnTo>
                <a:lnTo>
                  <a:pt x="11175" y="46736"/>
                </a:lnTo>
                <a:lnTo>
                  <a:pt x="31242" y="515620"/>
                </a:lnTo>
                <a:lnTo>
                  <a:pt x="32638" y="541782"/>
                </a:lnTo>
                <a:lnTo>
                  <a:pt x="34543" y="549783"/>
                </a:lnTo>
                <a:lnTo>
                  <a:pt x="38100" y="557657"/>
                </a:lnTo>
                <a:lnTo>
                  <a:pt x="41528" y="560832"/>
                </a:lnTo>
                <a:lnTo>
                  <a:pt x="45974" y="554482"/>
                </a:lnTo>
                <a:lnTo>
                  <a:pt x="48768" y="541782"/>
                </a:lnTo>
                <a:lnTo>
                  <a:pt x="82676" y="43561"/>
                </a:lnTo>
                <a:lnTo>
                  <a:pt x="83312" y="30861"/>
                </a:lnTo>
                <a:lnTo>
                  <a:pt x="84200" y="19812"/>
                </a:lnTo>
                <a:lnTo>
                  <a:pt x="85089" y="11938"/>
                </a:lnTo>
                <a:lnTo>
                  <a:pt x="87756" y="3175"/>
                </a:lnTo>
                <a:lnTo>
                  <a:pt x="91439" y="2413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324862" y="3662933"/>
            <a:ext cx="88392" cy="560832"/>
          </a:xfrm>
          <a:custGeom>
            <a:avLst/>
            <a:gdLst/>
            <a:ahLst/>
            <a:cxnLst/>
            <a:rect l="l" t="t" r="r" b="b"/>
            <a:pathLst>
              <a:path w="88392" h="560832">
                <a:moveTo>
                  <a:pt x="0" y="2413"/>
                </a:moveTo>
                <a:lnTo>
                  <a:pt x="6985" y="25400"/>
                </a:lnTo>
                <a:lnTo>
                  <a:pt x="8127" y="45974"/>
                </a:lnTo>
                <a:lnTo>
                  <a:pt x="27812" y="515620"/>
                </a:lnTo>
                <a:lnTo>
                  <a:pt x="29718" y="541782"/>
                </a:lnTo>
                <a:lnTo>
                  <a:pt x="31495" y="549783"/>
                </a:lnTo>
                <a:lnTo>
                  <a:pt x="35051" y="557657"/>
                </a:lnTo>
                <a:lnTo>
                  <a:pt x="38481" y="560832"/>
                </a:lnTo>
                <a:lnTo>
                  <a:pt x="42925" y="554482"/>
                </a:lnTo>
                <a:lnTo>
                  <a:pt x="45719" y="541782"/>
                </a:lnTo>
                <a:lnTo>
                  <a:pt x="79248" y="42799"/>
                </a:lnTo>
                <a:lnTo>
                  <a:pt x="80263" y="30099"/>
                </a:lnTo>
                <a:lnTo>
                  <a:pt x="81152" y="19050"/>
                </a:lnTo>
                <a:lnTo>
                  <a:pt x="82042" y="11049"/>
                </a:lnTo>
                <a:lnTo>
                  <a:pt x="84708" y="3937"/>
                </a:lnTo>
                <a:lnTo>
                  <a:pt x="88392" y="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413254" y="3662933"/>
            <a:ext cx="64007" cy="560832"/>
          </a:xfrm>
          <a:custGeom>
            <a:avLst/>
            <a:gdLst/>
            <a:ahLst/>
            <a:cxnLst/>
            <a:rect l="l" t="t" r="r" b="b"/>
            <a:pathLst>
              <a:path w="64007" h="560832">
                <a:moveTo>
                  <a:pt x="0" y="0"/>
                </a:moveTo>
                <a:lnTo>
                  <a:pt x="10413" y="26162"/>
                </a:lnTo>
                <a:lnTo>
                  <a:pt x="11683" y="46736"/>
                </a:lnTo>
                <a:lnTo>
                  <a:pt x="32131" y="515620"/>
                </a:lnTo>
                <a:lnTo>
                  <a:pt x="34035" y="541782"/>
                </a:lnTo>
                <a:lnTo>
                  <a:pt x="35687" y="549783"/>
                </a:lnTo>
                <a:lnTo>
                  <a:pt x="39750" y="557657"/>
                </a:lnTo>
                <a:lnTo>
                  <a:pt x="43179" y="560832"/>
                </a:lnTo>
                <a:lnTo>
                  <a:pt x="47625" y="554482"/>
                </a:lnTo>
                <a:lnTo>
                  <a:pt x="50418" y="541782"/>
                </a:lnTo>
                <a:lnTo>
                  <a:pt x="64007" y="300990"/>
                </a:lnTo>
              </a:path>
            </a:pathLst>
          </a:custGeom>
          <a:ln w="25908">
            <a:solidFill>
              <a:srgbClr val="000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493520" y="2322576"/>
            <a:ext cx="4026407" cy="0"/>
          </a:xfrm>
          <a:custGeom>
            <a:avLst/>
            <a:gdLst/>
            <a:ahLst/>
            <a:cxnLst/>
            <a:rect l="l" t="t" r="r" b="b"/>
            <a:pathLst>
              <a:path w="4026407" h="0">
                <a:moveTo>
                  <a:pt x="0" y="0"/>
                </a:moveTo>
                <a:lnTo>
                  <a:pt x="4026407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4874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8684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3256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7066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0876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4686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9258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3068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6878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50688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526024" y="2240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511046" y="1789938"/>
            <a:ext cx="821435" cy="0"/>
          </a:xfrm>
          <a:custGeom>
            <a:avLst/>
            <a:gdLst/>
            <a:ahLst/>
            <a:cxnLst/>
            <a:rect l="l" t="t" r="r" b="b"/>
            <a:pathLst>
              <a:path w="821435" h="0">
                <a:moveTo>
                  <a:pt x="0" y="0"/>
                </a:moveTo>
                <a:lnTo>
                  <a:pt x="821435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326386" y="1788414"/>
            <a:ext cx="0" cy="312420"/>
          </a:xfrm>
          <a:custGeom>
            <a:avLst/>
            <a:gdLst/>
            <a:ahLst/>
            <a:cxnLst/>
            <a:rect l="l" t="t" r="r" b="b"/>
            <a:pathLst>
              <a:path w="0" h="312420">
                <a:moveTo>
                  <a:pt x="0" y="0"/>
                </a:moveTo>
                <a:lnTo>
                  <a:pt x="0" y="31242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324862" y="2094738"/>
            <a:ext cx="397763" cy="0"/>
          </a:xfrm>
          <a:custGeom>
            <a:avLst/>
            <a:gdLst/>
            <a:ahLst/>
            <a:cxnLst/>
            <a:rect l="l" t="t" r="r" b="b"/>
            <a:pathLst>
              <a:path w="397763" h="0">
                <a:moveTo>
                  <a:pt x="0" y="0"/>
                </a:moveTo>
                <a:lnTo>
                  <a:pt x="397763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707386" y="1777746"/>
            <a:ext cx="0" cy="329183"/>
          </a:xfrm>
          <a:custGeom>
            <a:avLst/>
            <a:gdLst/>
            <a:ahLst/>
            <a:cxnLst/>
            <a:rect l="l" t="t" r="r" b="b"/>
            <a:pathLst>
              <a:path w="0" h="329183">
                <a:moveTo>
                  <a:pt x="0" y="329183"/>
                </a:moveTo>
                <a:lnTo>
                  <a:pt x="0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705862" y="1785365"/>
            <a:ext cx="393192" cy="0"/>
          </a:xfrm>
          <a:custGeom>
            <a:avLst/>
            <a:gdLst/>
            <a:ahLst/>
            <a:cxnLst/>
            <a:rect l="l" t="t" r="r" b="b"/>
            <a:pathLst>
              <a:path w="393192" h="0">
                <a:moveTo>
                  <a:pt x="0" y="0"/>
                </a:moveTo>
                <a:lnTo>
                  <a:pt x="393192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088386" y="1783841"/>
            <a:ext cx="0" cy="326136"/>
          </a:xfrm>
          <a:custGeom>
            <a:avLst/>
            <a:gdLst/>
            <a:ahLst/>
            <a:cxnLst/>
            <a:rect l="l" t="t" r="r" b="b"/>
            <a:pathLst>
              <a:path w="0" h="326136">
                <a:moveTo>
                  <a:pt x="0" y="0"/>
                </a:moveTo>
                <a:lnTo>
                  <a:pt x="0" y="326136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100578" y="2094738"/>
            <a:ext cx="379475" cy="0"/>
          </a:xfrm>
          <a:custGeom>
            <a:avLst/>
            <a:gdLst/>
            <a:ahLst/>
            <a:cxnLst/>
            <a:rect l="l" t="t" r="r" b="b"/>
            <a:pathLst>
              <a:path w="379475" h="0">
                <a:moveTo>
                  <a:pt x="0" y="0"/>
                </a:moveTo>
                <a:lnTo>
                  <a:pt x="379475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469386" y="1777746"/>
            <a:ext cx="0" cy="329183"/>
          </a:xfrm>
          <a:custGeom>
            <a:avLst/>
            <a:gdLst/>
            <a:ahLst/>
            <a:cxnLst/>
            <a:rect l="l" t="t" r="r" b="b"/>
            <a:pathLst>
              <a:path w="0" h="329183">
                <a:moveTo>
                  <a:pt x="0" y="329183"/>
                </a:moveTo>
                <a:lnTo>
                  <a:pt x="0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472434" y="1785365"/>
            <a:ext cx="832103" cy="0"/>
          </a:xfrm>
          <a:custGeom>
            <a:avLst/>
            <a:gdLst/>
            <a:ahLst/>
            <a:cxnLst/>
            <a:rect l="l" t="t" r="r" b="b"/>
            <a:pathLst>
              <a:path w="832103" h="0">
                <a:moveTo>
                  <a:pt x="0" y="0"/>
                </a:moveTo>
                <a:lnTo>
                  <a:pt x="832103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307586" y="1779270"/>
            <a:ext cx="0" cy="330707"/>
          </a:xfrm>
          <a:custGeom>
            <a:avLst/>
            <a:gdLst/>
            <a:ahLst/>
            <a:cxnLst/>
            <a:rect l="l" t="t" r="r" b="b"/>
            <a:pathLst>
              <a:path w="0" h="330707">
                <a:moveTo>
                  <a:pt x="0" y="0"/>
                </a:moveTo>
                <a:lnTo>
                  <a:pt x="0" y="330707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319778" y="2094738"/>
            <a:ext cx="1194816" cy="0"/>
          </a:xfrm>
          <a:custGeom>
            <a:avLst/>
            <a:gdLst/>
            <a:ahLst/>
            <a:cxnLst/>
            <a:rect l="l" t="t" r="r" b="b"/>
            <a:pathLst>
              <a:path w="1194816" h="0">
                <a:moveTo>
                  <a:pt x="0" y="0"/>
                </a:moveTo>
                <a:lnTo>
                  <a:pt x="1194816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493520" y="2703576"/>
            <a:ext cx="4026407" cy="0"/>
          </a:xfrm>
          <a:custGeom>
            <a:avLst/>
            <a:gdLst/>
            <a:ahLst/>
            <a:cxnLst/>
            <a:rect l="l" t="t" r="r" b="b"/>
            <a:pathLst>
              <a:path w="4026407" h="0">
                <a:moveTo>
                  <a:pt x="0" y="0"/>
                </a:moveTo>
                <a:lnTo>
                  <a:pt x="4026407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4874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8684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3256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7066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0876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4686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9258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3068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46878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50688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5526024" y="26212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500378" y="2551938"/>
            <a:ext cx="847344" cy="0"/>
          </a:xfrm>
          <a:custGeom>
            <a:avLst/>
            <a:gdLst/>
            <a:ahLst/>
            <a:cxnLst/>
            <a:rect l="l" t="t" r="r" b="b"/>
            <a:pathLst>
              <a:path w="847344" h="0">
                <a:moveTo>
                  <a:pt x="0" y="0"/>
                </a:moveTo>
                <a:lnTo>
                  <a:pt x="847344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330958" y="2564129"/>
            <a:ext cx="0" cy="298704"/>
          </a:xfrm>
          <a:custGeom>
            <a:avLst/>
            <a:gdLst/>
            <a:ahLst/>
            <a:cxnLst/>
            <a:rect l="l" t="t" r="r" b="b"/>
            <a:pathLst>
              <a:path w="0" h="298704">
                <a:moveTo>
                  <a:pt x="0" y="0"/>
                </a:moveTo>
                <a:lnTo>
                  <a:pt x="0" y="298704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324862" y="2856738"/>
            <a:ext cx="1607820" cy="0"/>
          </a:xfrm>
          <a:custGeom>
            <a:avLst/>
            <a:gdLst/>
            <a:ahLst/>
            <a:cxnLst/>
            <a:rect l="l" t="t" r="r" b="b"/>
            <a:pathLst>
              <a:path w="1607820" h="0">
                <a:moveTo>
                  <a:pt x="0" y="0"/>
                </a:moveTo>
                <a:lnTo>
                  <a:pt x="1607820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926586" y="2539746"/>
            <a:ext cx="0" cy="329183"/>
          </a:xfrm>
          <a:custGeom>
            <a:avLst/>
            <a:gdLst/>
            <a:ahLst/>
            <a:cxnLst/>
            <a:rect l="l" t="t" r="r" b="b"/>
            <a:pathLst>
              <a:path w="0" h="329183">
                <a:moveTo>
                  <a:pt x="0" y="329183"/>
                </a:moveTo>
                <a:lnTo>
                  <a:pt x="0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938778" y="2547366"/>
            <a:ext cx="755904" cy="0"/>
          </a:xfrm>
          <a:custGeom>
            <a:avLst/>
            <a:gdLst/>
            <a:ahLst/>
            <a:cxnLst/>
            <a:rect l="l" t="t" r="r" b="b"/>
            <a:pathLst>
              <a:path w="755904" h="0">
                <a:moveTo>
                  <a:pt x="0" y="0"/>
                </a:moveTo>
                <a:lnTo>
                  <a:pt x="755904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688586" y="2541270"/>
            <a:ext cx="0" cy="326135"/>
          </a:xfrm>
          <a:custGeom>
            <a:avLst/>
            <a:gdLst/>
            <a:ahLst/>
            <a:cxnLst/>
            <a:rect l="l" t="t" r="r" b="b"/>
            <a:pathLst>
              <a:path w="0" h="326135">
                <a:moveTo>
                  <a:pt x="0" y="0"/>
                </a:moveTo>
                <a:lnTo>
                  <a:pt x="0" y="326135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687062" y="2856738"/>
            <a:ext cx="827532" cy="0"/>
          </a:xfrm>
          <a:custGeom>
            <a:avLst/>
            <a:gdLst/>
            <a:ahLst/>
            <a:cxnLst/>
            <a:rect l="l" t="t" r="r" b="b"/>
            <a:pathLst>
              <a:path w="827532" h="0">
                <a:moveTo>
                  <a:pt x="0" y="0"/>
                </a:moveTo>
                <a:lnTo>
                  <a:pt x="827532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493520" y="3236976"/>
            <a:ext cx="4026407" cy="0"/>
          </a:xfrm>
          <a:custGeom>
            <a:avLst/>
            <a:gdLst/>
            <a:ahLst/>
            <a:cxnLst/>
            <a:rect l="l" t="t" r="r" b="b"/>
            <a:pathLst>
              <a:path w="4026407" h="0">
                <a:moveTo>
                  <a:pt x="0" y="0"/>
                </a:moveTo>
                <a:lnTo>
                  <a:pt x="4026407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4874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8684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3256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7066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0876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4686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9258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3068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6878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0688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526024" y="3154679"/>
            <a:ext cx="0" cy="88392"/>
          </a:xfrm>
          <a:custGeom>
            <a:avLst/>
            <a:gdLst/>
            <a:ahLst/>
            <a:cxnLst/>
            <a:rect l="l" t="t" r="r" b="b"/>
            <a:pathLst>
              <a:path w="0" h="88392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21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887474" y="3076194"/>
            <a:ext cx="2412491" cy="0"/>
          </a:xfrm>
          <a:custGeom>
            <a:avLst/>
            <a:gdLst/>
            <a:ahLst/>
            <a:cxnLst/>
            <a:rect l="l" t="t" r="r" b="b"/>
            <a:pathLst>
              <a:path w="2412491" h="0">
                <a:moveTo>
                  <a:pt x="0" y="0"/>
                </a:moveTo>
                <a:lnTo>
                  <a:pt x="2412491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4307586" y="3073146"/>
            <a:ext cx="0" cy="329183"/>
          </a:xfrm>
          <a:custGeom>
            <a:avLst/>
            <a:gdLst/>
            <a:ahLst/>
            <a:cxnLst/>
            <a:rect l="l" t="t" r="r" b="b"/>
            <a:pathLst>
              <a:path w="0" h="329183">
                <a:moveTo>
                  <a:pt x="0" y="329183"/>
                </a:moveTo>
                <a:lnTo>
                  <a:pt x="0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319778" y="3390138"/>
            <a:ext cx="1194816" cy="0"/>
          </a:xfrm>
          <a:custGeom>
            <a:avLst/>
            <a:gdLst/>
            <a:ahLst/>
            <a:cxnLst/>
            <a:rect l="l" t="t" r="r" b="b"/>
            <a:pathLst>
              <a:path w="1194816" h="0">
                <a:moveTo>
                  <a:pt x="0" y="0"/>
                </a:moveTo>
                <a:lnTo>
                  <a:pt x="1194816" y="0"/>
                </a:lnTo>
              </a:path>
            </a:pathLst>
          </a:custGeom>
          <a:ln w="25908">
            <a:solidFill>
              <a:srgbClr val="0027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 txBox="1"/>
          <p:nvPr/>
        </p:nvSpPr>
        <p:spPr>
          <a:xfrm>
            <a:off x="78740" y="159169"/>
            <a:ext cx="37627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b="1">
                <a:latin typeface="Arial"/>
                <a:cs typeface="Arial"/>
              </a:rPr>
              <a:t>H.</a:t>
            </a:r>
            <a:endParaRPr sz="24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67443" y="159169"/>
            <a:ext cx="4131500" cy="330504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2" b="1">
                <a:latin typeface="Arial"/>
                <a:cs typeface="Arial"/>
              </a:rPr>
              <a:t>Mod</a:t>
            </a:r>
            <a:r>
              <a:rPr dirty="0" smtClean="0" sz="2400" spc="-2" b="1">
                <a:latin typeface="Arial"/>
                <a:cs typeface="Arial"/>
              </a:rPr>
              <a:t>u</a:t>
            </a:r>
            <a:r>
              <a:rPr dirty="0" smtClean="0" sz="2400" spc="-2" b="1">
                <a:latin typeface="Arial"/>
                <a:cs typeface="Arial"/>
              </a:rPr>
              <a:t>lator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a</a:t>
            </a:r>
            <a:r>
              <a:rPr dirty="0" smtClean="0" sz="2400" spc="-2" b="1">
                <a:latin typeface="Arial"/>
                <a:cs typeface="Arial"/>
              </a:rPr>
              <a:t>n</a:t>
            </a:r>
            <a:r>
              <a:rPr dirty="0" smtClean="0" sz="2400" spc="-2" b="1">
                <a:latin typeface="Arial"/>
                <a:cs typeface="Arial"/>
              </a:rPr>
              <a:t> 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e</a:t>
            </a:r>
            <a:r>
              <a:rPr dirty="0" smtClean="0" sz="2400" spc="-2" b="1">
                <a:latin typeface="Arial"/>
                <a:cs typeface="Arial"/>
              </a:rPr>
              <a:t>mo</a:t>
            </a:r>
            <a:r>
              <a:rPr dirty="0" smtClean="0" sz="2400" spc="-2" b="1">
                <a:latin typeface="Arial"/>
                <a:cs typeface="Arial"/>
              </a:rPr>
              <a:t>d</a:t>
            </a:r>
            <a:r>
              <a:rPr dirty="0" smtClean="0" sz="2400" spc="-2" b="1">
                <a:latin typeface="Arial"/>
                <a:cs typeface="Arial"/>
              </a:rPr>
              <a:t>ulator</a:t>
            </a:r>
            <a:endParaRPr sz="24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58825" y="699942"/>
            <a:ext cx="4737825" cy="380492"/>
          </a:xfrm>
          <a:prstGeom prst="rect">
            <a:avLst/>
          </a:prstGeom>
        </p:spPr>
        <p:txBody>
          <a:bodyPr wrap="square" lIns="0" tIns="18796" rIns="0" bIns="0" rtlCol="0">
            <a:noAutofit/>
          </a:bodyPr>
          <a:lstStyle/>
          <a:p>
            <a:pPr marL="12700">
              <a:lnSpc>
                <a:spcPts val="2960"/>
              </a:lnSpc>
            </a:pP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Co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n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toh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: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GSM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 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Mo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d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ula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t</a:t>
            </a:r>
            <a:r>
              <a:rPr dirty="0" smtClean="0" sz="2800" spc="-5" b="1" u="heavy">
                <a:solidFill>
                  <a:srgbClr val="006600"/>
                </a:solidFill>
                <a:latin typeface="Arial"/>
                <a:cs typeface="Arial"/>
              </a:rPr>
              <a:t>ion...</a:t>
            </a:r>
            <a:endParaRPr sz="28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59079" y="1215787"/>
            <a:ext cx="827100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solidFill>
                  <a:srgbClr val="3333CC"/>
                </a:solidFill>
                <a:latin typeface="Arial"/>
                <a:cs typeface="Arial"/>
              </a:rPr>
              <a:t>GMSK</a:t>
            </a:r>
            <a:endParaRPr sz="20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491065" y="1215787"/>
            <a:ext cx="273036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770006" y="1215787"/>
            <a:ext cx="134329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910240" y="1215787"/>
            <a:ext cx="273036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6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189181" y="1215787"/>
            <a:ext cx="134329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solidFill>
                  <a:srgbClr val="3333CC"/>
                </a:solidFill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329415" y="1215787"/>
            <a:ext cx="1209371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b="1">
                <a:solidFill>
                  <a:srgbClr val="3333CC"/>
                </a:solidFill>
                <a:latin typeface="Arial"/>
                <a:cs typeface="Arial"/>
              </a:rPr>
              <a:t>Gaussian</a:t>
            </a:r>
            <a:endParaRPr sz="20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542400" y="1215787"/>
            <a:ext cx="2738992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ni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m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um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-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Sh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i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ft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 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K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e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y</a:t>
            </a:r>
            <a:r>
              <a:rPr dirty="0" smtClean="0" sz="2000" spc="-3" b="1">
                <a:solidFill>
                  <a:srgbClr val="3333CC"/>
                </a:solidFill>
                <a:latin typeface="Arial"/>
                <a:cs typeface="Arial"/>
              </a:rPr>
              <a:t>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103366" y="1746432"/>
            <a:ext cx="2900502" cy="617497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algn="ctr">
              <a:lnSpc>
                <a:spcPts val="1939"/>
              </a:lnSpc>
            </a:pPr>
            <a:r>
              <a:rPr dirty="0" smtClean="0" sz="1800" spc="-1">
                <a:latin typeface="Arial"/>
                <a:cs typeface="Arial"/>
              </a:rPr>
              <a:t>BT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=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0</a:t>
            </a:r>
            <a:r>
              <a:rPr dirty="0" smtClean="0" sz="1800" spc="-1">
                <a:latin typeface="Arial"/>
                <a:cs typeface="Arial"/>
              </a:rPr>
              <a:t>.3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(d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fin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d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by</a:t>
            </a:r>
            <a:r>
              <a:rPr dirty="0" smtClean="0" sz="1800" spc="-1">
                <a:latin typeface="Arial"/>
                <a:cs typeface="Arial"/>
              </a:rPr>
              <a:t> </a:t>
            </a:r>
            <a:r>
              <a:rPr dirty="0" smtClean="0" sz="1800" spc="-1">
                <a:latin typeface="Arial"/>
                <a:cs typeface="Arial"/>
              </a:rPr>
              <a:t>sp</a:t>
            </a:r>
            <a:r>
              <a:rPr dirty="0" smtClean="0" sz="1800" spc="-1">
                <a:latin typeface="Arial"/>
                <a:cs typeface="Arial"/>
              </a:rPr>
              <a:t>e</a:t>
            </a:r>
            <a:r>
              <a:rPr dirty="0" smtClean="0" sz="1800" spc="-1">
                <a:latin typeface="Arial"/>
                <a:cs typeface="Arial"/>
              </a:rPr>
              <a:t>cs.)</a:t>
            </a:r>
            <a:endParaRPr sz="1800">
              <a:latin typeface="Arial"/>
              <a:cs typeface="Arial"/>
            </a:endParaRPr>
          </a:p>
          <a:p>
            <a:pPr marL="361281" marR="277232" algn="ctr">
              <a:lnSpc>
                <a:spcPts val="1905"/>
              </a:lnSpc>
              <a:spcBef>
                <a:spcPts val="425"/>
              </a:spcBef>
            </a:pP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(BW</a:t>
            </a:r>
            <a:r>
              <a:rPr dirty="0" smtClean="0" baseline="-19325" sz="1800" spc="0">
                <a:latin typeface="Arial"/>
                <a:cs typeface="Arial"/>
              </a:rPr>
              <a:t>Fi</a:t>
            </a:r>
            <a:r>
              <a:rPr dirty="0" smtClean="0" baseline="-19325" sz="1800" spc="0">
                <a:latin typeface="Arial"/>
                <a:cs typeface="Arial"/>
              </a:rPr>
              <a:t>l</a:t>
            </a:r>
            <a:r>
              <a:rPr dirty="0" smtClean="0" baseline="-19325" sz="1800" spc="0">
                <a:latin typeface="Arial"/>
                <a:cs typeface="Arial"/>
              </a:rPr>
              <a:t>t</a:t>
            </a:r>
            <a:r>
              <a:rPr dirty="0" smtClean="0" baseline="-19325" sz="1800" spc="0">
                <a:latin typeface="Arial"/>
                <a:cs typeface="Arial"/>
              </a:rPr>
              <a:t>e</a:t>
            </a:r>
            <a:r>
              <a:rPr dirty="0" smtClean="0" baseline="-19325" sz="1800" spc="0">
                <a:latin typeface="Arial"/>
                <a:cs typeface="Arial"/>
              </a:rPr>
              <a:t>r</a:t>
            </a:r>
            <a:r>
              <a:rPr dirty="0" smtClean="0" sz="1800" spc="0">
                <a:latin typeface="Arial"/>
                <a:cs typeface="Arial"/>
              </a:rPr>
              <a:t>)(Bit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</a:t>
            </a:r>
            <a:r>
              <a:rPr dirty="0" smtClean="0" sz="1800" spc="0">
                <a:latin typeface="Arial"/>
                <a:cs typeface="Arial"/>
              </a:rPr>
              <a:t>e</a:t>
            </a:r>
            <a:r>
              <a:rPr dirty="0" smtClean="0" sz="1800" spc="0">
                <a:latin typeface="Arial"/>
                <a:cs typeface="Arial"/>
              </a:rPr>
              <a:t>ri</a:t>
            </a:r>
            <a:r>
              <a:rPr dirty="0" smtClean="0" sz="1800" spc="0">
                <a:latin typeface="Arial"/>
                <a:cs typeface="Arial"/>
              </a:rPr>
              <a:t>o</a:t>
            </a:r>
            <a:r>
              <a:rPr dirty="0" smtClean="0" sz="1800" spc="0">
                <a:latin typeface="Arial"/>
                <a:cs typeface="Arial"/>
              </a:rPr>
              <a:t>d)</a:t>
            </a:r>
            <a:endParaRPr sz="18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35000" y="1915507"/>
            <a:ext cx="483730" cy="228091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>
              <a:lnSpc>
                <a:spcPts val="1730"/>
              </a:lnSpc>
            </a:pPr>
            <a:r>
              <a:rPr dirty="0" smtClean="0" sz="1600">
                <a:latin typeface="Arial"/>
                <a:cs typeface="Arial"/>
              </a:rPr>
              <a:t>Data</a:t>
            </a:r>
            <a:endParaRPr sz="16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621027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002282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459482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840482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221482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602482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060063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441063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822063" y="2153745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03063" y="2153745"/>
            <a:ext cx="218948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4">
                <a:solidFill>
                  <a:srgbClr val="00279F"/>
                </a:solidFill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92328" y="2453733"/>
            <a:ext cx="523397" cy="1015111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27025" marR="35049">
              <a:lnSpc>
                <a:spcPts val="1730"/>
              </a:lnSpc>
            </a:pPr>
            <a:r>
              <a:rPr dirty="0" smtClean="0" sz="1600" spc="-1">
                <a:latin typeface="Arial"/>
                <a:cs typeface="Arial"/>
              </a:rPr>
              <a:t>O</a:t>
            </a:r>
            <a:r>
              <a:rPr dirty="0" smtClean="0" sz="1600" spc="-1">
                <a:latin typeface="Arial"/>
                <a:cs typeface="Arial"/>
              </a:rPr>
              <a:t>dd</a:t>
            </a:r>
            <a:endParaRPr sz="1600">
              <a:latin typeface="Arial"/>
              <a:cs typeface="Arial"/>
            </a:endParaRPr>
          </a:p>
          <a:p>
            <a:pPr marL="27025" marR="35049">
              <a:lnSpc>
                <a:spcPct val="95825"/>
              </a:lnSpc>
            </a:pPr>
            <a:r>
              <a:rPr dirty="0" smtClean="0" sz="1600" spc="2">
                <a:latin typeface="Arial"/>
                <a:cs typeface="Arial"/>
              </a:rPr>
              <a:t>B</a:t>
            </a:r>
            <a:r>
              <a:rPr dirty="0" smtClean="0" sz="1600" spc="2">
                <a:latin typeface="Arial"/>
                <a:cs typeface="Arial"/>
              </a:rPr>
              <a:t>i</a:t>
            </a:r>
            <a:r>
              <a:rPr dirty="0" smtClean="0" sz="1600" spc="2">
                <a:latin typeface="Arial"/>
                <a:cs typeface="Arial"/>
              </a:rPr>
              <a:t>ts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  <a:spcBef>
                <a:spcPts val="517"/>
              </a:spcBef>
            </a:pPr>
            <a:r>
              <a:rPr dirty="0" smtClean="0" sz="1600" spc="2">
                <a:latin typeface="Arial"/>
                <a:cs typeface="Arial"/>
              </a:rPr>
              <a:t>E</a:t>
            </a:r>
            <a:r>
              <a:rPr dirty="0" smtClean="0" sz="1600" spc="2">
                <a:latin typeface="Arial"/>
                <a:cs typeface="Arial"/>
              </a:rPr>
              <a:t>v</a:t>
            </a:r>
            <a:r>
              <a:rPr dirty="0" smtClean="0" sz="1600" spc="2">
                <a:latin typeface="Arial"/>
                <a:cs typeface="Arial"/>
              </a:rPr>
              <a:t>en</a:t>
            </a:r>
            <a:endParaRPr sz="1600">
              <a:latin typeface="Arial"/>
              <a:cs typeface="Arial"/>
            </a:endParaRPr>
          </a:p>
          <a:p>
            <a:pPr marL="12700" marR="35049">
              <a:lnSpc>
                <a:spcPct val="95825"/>
              </a:lnSpc>
              <a:spcBef>
                <a:spcPts val="80"/>
              </a:spcBef>
            </a:pPr>
            <a:r>
              <a:rPr dirty="0" smtClean="0" sz="1600" spc="2">
                <a:latin typeface="Arial"/>
                <a:cs typeface="Arial"/>
              </a:rPr>
              <a:t>B</a:t>
            </a:r>
            <a:r>
              <a:rPr dirty="0" smtClean="0" sz="1600" spc="2">
                <a:latin typeface="Arial"/>
                <a:cs typeface="Arial"/>
              </a:rPr>
              <a:t>i</a:t>
            </a:r>
            <a:r>
              <a:rPr dirty="0" smtClean="0" sz="1600" spc="2">
                <a:latin typeface="Arial"/>
                <a:cs typeface="Arial"/>
              </a:rPr>
              <a:t>ts</a:t>
            </a:r>
            <a:endParaRPr sz="1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103366" y="2734238"/>
            <a:ext cx="2470478" cy="58318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 marR="34644">
              <a:lnSpc>
                <a:spcPts val="1939"/>
              </a:lnSpc>
            </a:pPr>
            <a:r>
              <a:rPr dirty="0" smtClean="0" sz="1800">
                <a:latin typeface="Arial"/>
                <a:cs typeface="Arial"/>
              </a:rPr>
              <a:t>R</a:t>
            </a:r>
            <a:r>
              <a:rPr dirty="0" smtClean="0" sz="1800">
                <a:latin typeface="Arial"/>
                <a:cs typeface="Arial"/>
              </a:rPr>
              <a:t>a</a:t>
            </a:r>
            <a:r>
              <a:rPr dirty="0" smtClean="0" sz="1800">
                <a:latin typeface="Arial"/>
                <a:cs typeface="Arial"/>
              </a:rPr>
              <a:t>te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>
                <a:latin typeface="Arial"/>
                <a:cs typeface="Arial"/>
              </a:rPr>
              <a:t>=</a:t>
            </a:r>
            <a:r>
              <a:rPr dirty="0" smtClean="0" sz="1800">
                <a:latin typeface="Arial"/>
                <a:cs typeface="Arial"/>
              </a:rPr>
              <a:t> </a:t>
            </a:r>
            <a:r>
              <a:rPr dirty="0" smtClean="0" sz="1800" b="1">
                <a:latin typeface="Arial"/>
                <a:cs typeface="Arial"/>
              </a:rPr>
              <a:t>2</a:t>
            </a:r>
            <a:r>
              <a:rPr dirty="0" smtClean="0" sz="1800" b="1">
                <a:latin typeface="Arial"/>
                <a:cs typeface="Arial"/>
              </a:rPr>
              <a:t>7</a:t>
            </a:r>
            <a:r>
              <a:rPr dirty="0" smtClean="0" sz="1800" b="1">
                <a:latin typeface="Arial"/>
                <a:cs typeface="Arial"/>
              </a:rPr>
              <a:t>0,</a:t>
            </a:r>
            <a:r>
              <a:rPr dirty="0" smtClean="0" sz="1800" b="1">
                <a:latin typeface="Arial"/>
                <a:cs typeface="Arial"/>
              </a:rPr>
              <a:t>8</a:t>
            </a:r>
            <a:r>
              <a:rPr dirty="0" smtClean="0" sz="1800" b="1">
                <a:latin typeface="Arial"/>
                <a:cs typeface="Arial"/>
              </a:rPr>
              <a:t>33</a:t>
            </a:r>
            <a:r>
              <a:rPr dirty="0" smtClean="0" sz="1800" b="1">
                <a:latin typeface="Arial"/>
                <a:cs typeface="Arial"/>
              </a:rPr>
              <a:t> </a:t>
            </a:r>
            <a:r>
              <a:rPr dirty="0" smtClean="0" sz="1800" b="1">
                <a:latin typeface="Arial"/>
                <a:cs typeface="Arial"/>
              </a:rPr>
              <a:t>b</a:t>
            </a:r>
            <a:r>
              <a:rPr dirty="0" smtClean="0" sz="1800" b="1">
                <a:latin typeface="Arial"/>
                <a:cs typeface="Arial"/>
              </a:rPr>
              <a:t>p</a:t>
            </a:r>
            <a:r>
              <a:rPr dirty="0" smtClean="0" sz="1800" b="1"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  <a:p>
            <a:pPr marL="139192">
              <a:lnSpc>
                <a:spcPct val="102091"/>
              </a:lnSpc>
              <a:spcBef>
                <a:spcPts val="303"/>
              </a:spcBef>
            </a:pPr>
            <a:r>
              <a:rPr dirty="0" smtClean="0" sz="1800" spc="0">
                <a:latin typeface="Arial"/>
                <a:cs typeface="Arial"/>
              </a:rPr>
              <a:t>=&gt;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Bit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Per</a:t>
            </a:r>
            <a:r>
              <a:rPr dirty="0" smtClean="0" sz="1800" spc="0">
                <a:latin typeface="Arial"/>
                <a:cs typeface="Arial"/>
              </a:rPr>
              <a:t>i</a:t>
            </a:r>
            <a:r>
              <a:rPr dirty="0" smtClean="0" sz="1800" spc="0">
                <a:latin typeface="Arial"/>
                <a:cs typeface="Arial"/>
              </a:rPr>
              <a:t>od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>
                <a:latin typeface="Arial"/>
                <a:cs typeface="Arial"/>
              </a:rPr>
              <a:t>=</a:t>
            </a:r>
            <a:r>
              <a:rPr dirty="0" smtClean="0" sz="1800" spc="0">
                <a:latin typeface="Arial"/>
                <a:cs typeface="Arial"/>
              </a:rPr>
              <a:t> </a:t>
            </a:r>
            <a:r>
              <a:rPr dirty="0" smtClean="0" sz="1800" spc="0" b="1">
                <a:latin typeface="Arial"/>
                <a:cs typeface="Arial"/>
              </a:rPr>
              <a:t>3.</a:t>
            </a:r>
            <a:r>
              <a:rPr dirty="0" smtClean="0" sz="1800" spc="0" b="1">
                <a:latin typeface="Arial"/>
                <a:cs typeface="Arial"/>
              </a:rPr>
              <a:t>6</a:t>
            </a:r>
            <a:r>
              <a:rPr dirty="0" smtClean="0" sz="1800" spc="0" b="1">
                <a:latin typeface="Arial"/>
                <a:cs typeface="Arial"/>
              </a:rPr>
              <a:t>9</a:t>
            </a:r>
            <a:r>
              <a:rPr dirty="0" smtClean="0" sz="1800" spc="-4">
                <a:latin typeface="Symbol"/>
                <a:cs typeface="Symbol"/>
              </a:rPr>
              <a:t></a:t>
            </a:r>
            <a:r>
              <a:rPr dirty="0" smtClean="0" sz="1800" spc="0" b="1"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560566" y="3399044"/>
            <a:ext cx="856738" cy="318583"/>
          </a:xfrm>
          <a:prstGeom prst="rect">
            <a:avLst/>
          </a:prstGeom>
        </p:spPr>
        <p:txBody>
          <a:bodyPr wrap="square" lIns="0" tIns="15430" rIns="0" bIns="0" rtlCol="0">
            <a:noAutofit/>
          </a:bodyPr>
          <a:lstStyle/>
          <a:p>
            <a:pPr marL="12700">
              <a:lnSpc>
                <a:spcPts val="2430"/>
              </a:lnSpc>
            </a:pPr>
            <a:r>
              <a:rPr dirty="0" smtClean="0" sz="2000" spc="8">
                <a:latin typeface="Arial"/>
                <a:cs typeface="Arial"/>
              </a:rPr>
              <a:t>B</a:t>
            </a:r>
            <a:r>
              <a:rPr dirty="0" smtClean="0" sz="2000" spc="8">
                <a:latin typeface="Arial"/>
                <a:cs typeface="Arial"/>
              </a:rPr>
              <a:t>W</a:t>
            </a:r>
            <a:r>
              <a:rPr dirty="0" smtClean="0" baseline="-8589" sz="2025" spc="8">
                <a:latin typeface="Arial"/>
                <a:cs typeface="Arial"/>
              </a:rPr>
              <a:t>F</a:t>
            </a:r>
            <a:r>
              <a:rPr dirty="0" smtClean="0" baseline="-8589" sz="2025" spc="8">
                <a:latin typeface="Arial"/>
                <a:cs typeface="Arial"/>
              </a:rPr>
              <a:t>i</a:t>
            </a:r>
            <a:r>
              <a:rPr dirty="0" smtClean="0" baseline="-8589" sz="2025" spc="8">
                <a:latin typeface="Arial"/>
                <a:cs typeface="Arial"/>
              </a:rPr>
              <a:t>l</a:t>
            </a:r>
            <a:r>
              <a:rPr dirty="0" smtClean="0" baseline="-8589" sz="2025" spc="8">
                <a:latin typeface="Arial"/>
                <a:cs typeface="Arial"/>
              </a:rPr>
              <a:t>t</a:t>
            </a:r>
            <a:r>
              <a:rPr dirty="0" smtClean="0" baseline="-8589" sz="2025" spc="8">
                <a:latin typeface="Arial"/>
                <a:cs typeface="Arial"/>
              </a:rPr>
              <a:t>e</a:t>
            </a:r>
            <a:r>
              <a:rPr dirty="0" smtClean="0" baseline="-8589" sz="2025" spc="8">
                <a:latin typeface="Arial"/>
                <a:cs typeface="Arial"/>
              </a:rPr>
              <a:t>r</a:t>
            </a:r>
            <a:endParaRPr sz="13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417434" y="3399044"/>
            <a:ext cx="212208" cy="279907"/>
          </a:xfrm>
          <a:prstGeom prst="rect">
            <a:avLst/>
          </a:prstGeom>
        </p:spPr>
        <p:txBody>
          <a:bodyPr wrap="square" lIns="0" tIns="13652" rIns="0" bIns="0" rtlCol="0">
            <a:noAutofit/>
          </a:bodyPr>
          <a:lstStyle/>
          <a:p>
            <a:pPr marL="12700">
              <a:lnSpc>
                <a:spcPts val="2150"/>
              </a:lnSpc>
            </a:pPr>
            <a:r>
              <a:rPr dirty="0" smtClean="0" sz="2000">
                <a:latin typeface="Arial"/>
                <a:cs typeface="Arial"/>
              </a:rPr>
              <a:t>=</a:t>
            </a:r>
            <a:endParaRPr sz="2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229858" y="3420038"/>
            <a:ext cx="327913" cy="25399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4">
                <a:latin typeface="Arial"/>
                <a:cs typeface="Arial"/>
              </a:rPr>
              <a:t>=&gt;</a:t>
            </a:r>
            <a:endParaRPr sz="18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635367" y="3420038"/>
            <a:ext cx="909167" cy="253999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spc="-2" b="1">
                <a:latin typeface="Arial"/>
                <a:cs typeface="Arial"/>
              </a:rPr>
              <a:t>8</a:t>
            </a:r>
            <a:r>
              <a:rPr dirty="0" smtClean="0" sz="1800" spc="-2" b="1">
                <a:latin typeface="Arial"/>
                <a:cs typeface="Arial"/>
              </a:rPr>
              <a:t>1</a:t>
            </a:r>
            <a:r>
              <a:rPr dirty="0" smtClean="0" sz="1800" spc="-2" b="1">
                <a:latin typeface="Arial"/>
                <a:cs typeface="Arial"/>
              </a:rPr>
              <a:t>.3</a:t>
            </a:r>
            <a:r>
              <a:rPr dirty="0" smtClean="0" sz="1800" spc="-2" b="1">
                <a:latin typeface="Arial"/>
                <a:cs typeface="Arial"/>
              </a:rPr>
              <a:t>k</a:t>
            </a:r>
            <a:r>
              <a:rPr dirty="0" smtClean="0" sz="1800" spc="-2" b="1">
                <a:latin typeface="Arial"/>
                <a:cs typeface="Arial"/>
              </a:rPr>
              <a:t>Hz</a:t>
            </a:r>
            <a:endParaRPr sz="18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06653" y="3677639"/>
            <a:ext cx="528076" cy="472432"/>
          </a:xfrm>
          <a:prstGeom prst="rect">
            <a:avLst/>
          </a:prstGeom>
        </p:spPr>
        <p:txBody>
          <a:bodyPr wrap="square" lIns="0" tIns="11017" rIns="0" bIns="0" rtlCol="0">
            <a:noAutofit/>
          </a:bodyPr>
          <a:lstStyle/>
          <a:p>
            <a:pPr marL="12700" marR="30403">
              <a:lnSpc>
                <a:spcPts val="1735"/>
              </a:lnSpc>
            </a:pPr>
            <a:r>
              <a:rPr dirty="0" smtClean="0" sz="1600">
                <a:latin typeface="Arial"/>
                <a:cs typeface="Arial"/>
              </a:rPr>
              <a:t>High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600" spc="0">
                <a:latin typeface="Arial"/>
                <a:cs typeface="Arial"/>
              </a:rPr>
              <a:t>F</a:t>
            </a:r>
            <a:r>
              <a:rPr dirty="0" smtClean="0" sz="1600" spc="0">
                <a:latin typeface="Arial"/>
                <a:cs typeface="Arial"/>
              </a:rPr>
              <a:t>r</a:t>
            </a:r>
            <a:r>
              <a:rPr dirty="0" smtClean="0" sz="1600" spc="0">
                <a:latin typeface="Arial"/>
                <a:cs typeface="Arial"/>
              </a:rPr>
              <a:t>eq.</a:t>
            </a:r>
            <a:endParaRPr sz="16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6653" y="4473414"/>
            <a:ext cx="528426" cy="471989"/>
          </a:xfrm>
          <a:prstGeom prst="rect">
            <a:avLst/>
          </a:prstGeom>
        </p:spPr>
        <p:txBody>
          <a:bodyPr wrap="square" lIns="0" tIns="10985" rIns="0" bIns="0" rtlCol="0">
            <a:noAutofit/>
          </a:bodyPr>
          <a:lstStyle/>
          <a:p>
            <a:pPr marL="12700" marR="30449">
              <a:lnSpc>
                <a:spcPts val="1730"/>
              </a:lnSpc>
            </a:pPr>
            <a:r>
              <a:rPr dirty="0" smtClean="0" sz="1600">
                <a:latin typeface="Arial"/>
                <a:cs typeface="Arial"/>
              </a:rPr>
              <a:t>Low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95825"/>
              </a:lnSpc>
            </a:pPr>
            <a:r>
              <a:rPr dirty="0" smtClean="0" sz="1600" spc="-1">
                <a:latin typeface="Arial"/>
                <a:cs typeface="Arial"/>
              </a:rPr>
              <a:t>F</a:t>
            </a:r>
            <a:r>
              <a:rPr dirty="0" smtClean="0" sz="1600" spc="-1">
                <a:latin typeface="Arial"/>
                <a:cs typeface="Arial"/>
              </a:rPr>
              <a:t>r</a:t>
            </a:r>
            <a:r>
              <a:rPr dirty="0" smtClean="0" sz="1600" spc="-1">
                <a:latin typeface="Arial"/>
                <a:cs typeface="Arial"/>
              </a:rPr>
              <a:t>eq.</a:t>
            </a:r>
            <a:endParaRPr sz="16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6653" y="5235510"/>
            <a:ext cx="567828" cy="254304"/>
          </a:xfrm>
          <a:prstGeom prst="rect">
            <a:avLst/>
          </a:prstGeom>
        </p:spPr>
        <p:txBody>
          <a:bodyPr wrap="square" lIns="0" tIns="12319" rIns="0" bIns="0" rtlCol="0">
            <a:noAutofit/>
          </a:bodyPr>
          <a:lstStyle/>
          <a:p>
            <a:pPr marL="12700">
              <a:lnSpc>
                <a:spcPts val="1939"/>
              </a:lnSpc>
            </a:pPr>
            <a:r>
              <a:rPr dirty="0" smtClean="0" sz="1800" b="1">
                <a:latin typeface="Arial"/>
                <a:cs typeface="Arial"/>
              </a:rPr>
              <a:t>MSK</a:t>
            </a:r>
            <a:endParaRPr sz="18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621027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044954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459482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840482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221482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02482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060063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441063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822063" y="5811980"/>
            <a:ext cx="132994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>
                <a:solidFill>
                  <a:srgbClr val="00279F"/>
                </a:solidFill>
                <a:latin typeface="Arial"/>
                <a:cs typeface="Arial"/>
              </a:rPr>
              <a:t>9</a:t>
            </a:r>
            <a:endParaRPr sz="12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203063" y="5811980"/>
            <a:ext cx="218948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4">
                <a:solidFill>
                  <a:srgbClr val="00279F"/>
                </a:solidFill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76401" y="6321605"/>
            <a:ext cx="3608171" cy="177800"/>
          </a:xfrm>
          <a:prstGeom prst="rect">
            <a:avLst/>
          </a:prstGeom>
        </p:spPr>
        <p:txBody>
          <a:bodyPr wrap="square" lIns="0" tIns="8413" rIns="0" bIns="0" rtlCol="0">
            <a:noAutofit/>
          </a:bodyPr>
          <a:lstStyle/>
          <a:p>
            <a:pPr marL="12700">
              <a:lnSpc>
                <a:spcPts val="1325"/>
              </a:lnSpc>
            </a:pP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A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d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a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p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t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e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d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f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rom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“An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I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n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tro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d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u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cti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o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n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to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G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SM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b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y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R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e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d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l,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e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t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a</a:t>
            </a:r>
            <a:r>
              <a:rPr dirty="0" smtClean="0" sz="1200" spc="0">
                <a:solidFill>
                  <a:srgbClr val="00279F"/>
                </a:solidFill>
                <a:latin typeface="Arial"/>
                <a:cs typeface="Arial"/>
              </a:rPr>
              <a:t>l.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430004" y="6471832"/>
            <a:ext cx="361187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86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172200" y="4142231"/>
            <a:ext cx="2962655" cy="1993392"/>
          </a:xfrm>
          <a:prstGeom prst="rect">
            <a:avLst/>
          </a:prstGeom>
        </p:spPr>
        <p:txBody>
          <a:bodyPr wrap="square" lIns="0" tIns="52705" rIns="0" bIns="0" rtlCol="0">
            <a:noAutofit/>
          </a:bodyPr>
          <a:lstStyle/>
          <a:p>
            <a:pPr marL="91439" marR="62525" indent="507745">
              <a:lnSpc>
                <a:spcPct val="99945"/>
              </a:lnSpc>
            </a:pPr>
            <a:r>
              <a:rPr dirty="0" smtClean="0" sz="1800" spc="0" b="1">
                <a:latin typeface="Arial"/>
                <a:cs typeface="Arial"/>
              </a:rPr>
              <a:t>MSK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-89" b="1">
                <a:latin typeface="Arial"/>
                <a:cs typeface="Arial"/>
              </a:rPr>
              <a:t>T</a:t>
            </a:r>
            <a:r>
              <a:rPr dirty="0" smtClean="0" sz="1800" spc="0" b="1">
                <a:latin typeface="Arial"/>
                <a:cs typeface="Arial"/>
              </a:rPr>
              <a:t>ruth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-129" b="1">
                <a:latin typeface="Arial"/>
                <a:cs typeface="Arial"/>
              </a:rPr>
              <a:t>T</a:t>
            </a:r>
            <a:r>
              <a:rPr dirty="0" smtClean="0" sz="1800" spc="0" b="1">
                <a:latin typeface="Arial"/>
                <a:cs typeface="Arial"/>
              </a:rPr>
              <a:t>able</a:t>
            </a:r>
            <a:r>
              <a:rPr dirty="0" smtClean="0" sz="1800" spc="0" b="1">
                <a:latin typeface="Arial"/>
                <a:cs typeface="Arial"/>
              </a:rPr>
              <a:t> 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D</a:t>
            </a:r>
            <a:r>
              <a:rPr dirty="0" smtClean="0" sz="1800" spc="-4" i="1" u="heavy">
                <a:solidFill>
                  <a:srgbClr val="00279F"/>
                </a:solidFill>
                <a:latin typeface="Arial"/>
                <a:cs typeface="Arial"/>
              </a:rPr>
              <a:t>i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g</a:t>
            </a:r>
            <a:r>
              <a:rPr dirty="0" smtClean="0" sz="1800" spc="-9" i="1" u="heavy">
                <a:solidFill>
                  <a:srgbClr val="00279F"/>
                </a:solidFill>
                <a:latin typeface="Arial"/>
                <a:cs typeface="Arial"/>
              </a:rPr>
              <a:t>i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tal</a:t>
            </a:r>
            <a:r>
              <a:rPr dirty="0" smtClean="0" sz="1800" spc="9" i="1" u="heavy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In</a:t>
            </a:r>
            <a:r>
              <a:rPr dirty="0" smtClean="0" sz="1800" spc="-4" i="1" u="heavy">
                <a:solidFill>
                  <a:srgbClr val="00279F"/>
                </a:solidFill>
                <a:latin typeface="Arial"/>
                <a:cs typeface="Arial"/>
              </a:rPr>
              <a:t>p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ut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    </a:t>
            </a:r>
            <a:r>
              <a:rPr dirty="0" smtClean="0" sz="1800" spc="9" i="1" u="heavy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MSK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9" i="1" u="heavy">
                <a:solidFill>
                  <a:srgbClr val="00279F"/>
                </a:solidFill>
                <a:latin typeface="Arial"/>
                <a:cs typeface="Arial"/>
              </a:rPr>
              <a:t>O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ut</a:t>
            </a:r>
            <a:r>
              <a:rPr dirty="0" smtClean="0" sz="1800" spc="-4" i="1" u="heavy">
                <a:solidFill>
                  <a:srgbClr val="00279F"/>
                </a:solidFill>
                <a:latin typeface="Arial"/>
                <a:cs typeface="Arial"/>
              </a:rPr>
              <a:t>p</a:t>
            </a:r>
            <a:r>
              <a:rPr dirty="0" smtClean="0" sz="1800" spc="0" i="1" u="heavy">
                <a:solidFill>
                  <a:srgbClr val="00279F"/>
                </a:solidFill>
                <a:latin typeface="Arial"/>
                <a:cs typeface="Arial"/>
              </a:rPr>
              <a:t>ut</a:t>
            </a:r>
            <a:r>
              <a:rPr dirty="0" smtClean="0" sz="1800" spc="0" i="1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600" spc="-4" b="1">
                <a:solidFill>
                  <a:srgbClr val="00279F"/>
                </a:solidFill>
                <a:latin typeface="Arial"/>
                <a:cs typeface="Arial"/>
              </a:rPr>
              <a:t>O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dd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   </a:t>
            </a:r>
            <a:r>
              <a:rPr dirty="0" smtClean="0" sz="1600" spc="7" b="1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E</a:t>
            </a:r>
            <a:r>
              <a:rPr dirty="0" smtClean="0" sz="1600" spc="-29" b="1">
                <a:solidFill>
                  <a:srgbClr val="00279F"/>
                </a:solidFill>
                <a:latin typeface="Arial"/>
                <a:cs typeface="Arial"/>
              </a:rPr>
              <a:t>v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en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       </a:t>
            </a:r>
            <a:r>
              <a:rPr dirty="0" smtClean="0" sz="1600" spc="31" b="1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H/L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600" spc="417" b="1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600" spc="0" b="1">
                <a:solidFill>
                  <a:srgbClr val="00279F"/>
                </a:solidFill>
                <a:latin typeface="Arial"/>
                <a:cs typeface="Arial"/>
              </a:rPr>
              <a:t>Sense</a:t>
            </a:r>
            <a:endParaRPr sz="1600">
              <a:latin typeface="Arial"/>
              <a:cs typeface="Arial"/>
            </a:endParaRPr>
          </a:p>
          <a:p>
            <a:pPr marL="252094" marR="391159" algn="ctr">
              <a:lnSpc>
                <a:spcPct val="95825"/>
              </a:lnSpc>
              <a:spcBef>
                <a:spcPts val="5"/>
              </a:spcBef>
            </a:pP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</a:t>
            </a:r>
            <a:r>
              <a:rPr dirty="0" smtClean="0" sz="1800" spc="25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 </a:t>
            </a:r>
            <a:r>
              <a:rPr dirty="0" smtClean="0" sz="1800" spc="25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Hi</a:t>
            </a:r>
            <a:r>
              <a:rPr dirty="0" smtClean="0" sz="1800" spc="-4">
                <a:solidFill>
                  <a:srgbClr val="00279F"/>
                </a:solidFill>
                <a:latin typeface="Arial"/>
                <a:cs typeface="Arial"/>
              </a:rPr>
              <a:t>g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h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</a:t>
            </a:r>
            <a:r>
              <a:rPr dirty="0" smtClean="0" sz="1800" spc="29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+</a:t>
            </a:r>
            <a:endParaRPr sz="1800">
              <a:latin typeface="Arial"/>
              <a:cs typeface="Arial"/>
            </a:endParaRPr>
          </a:p>
          <a:p>
            <a:pPr marL="188086" marR="428320" algn="ctr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</a:t>
            </a:r>
            <a:r>
              <a:rPr dirty="0" smtClean="0" sz="1800" spc="25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 </a:t>
            </a:r>
            <a:r>
              <a:rPr dirty="0" smtClean="0" sz="1800" spc="19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Low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</a:t>
            </a:r>
            <a:r>
              <a:rPr dirty="0" smtClean="0" sz="1800" spc="488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</a:t>
            </a:r>
            <a:endParaRPr sz="1800">
              <a:latin typeface="Arial"/>
              <a:cs typeface="Arial"/>
            </a:endParaRPr>
          </a:p>
          <a:p>
            <a:pPr marL="252094" marR="371855" algn="ctr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</a:t>
            </a:r>
            <a:r>
              <a:rPr dirty="0" smtClean="0" sz="1800" spc="9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L</a:t>
            </a:r>
            <a:r>
              <a:rPr dirty="0" smtClean="0" sz="1800" spc="-9">
                <a:solidFill>
                  <a:srgbClr val="00279F"/>
                </a:solidFill>
                <a:latin typeface="Arial"/>
                <a:cs typeface="Arial"/>
              </a:rPr>
              <a:t>o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w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</a:t>
            </a:r>
            <a:r>
              <a:rPr dirty="0" smtClean="0" sz="1800" spc="14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+</a:t>
            </a:r>
            <a:endParaRPr sz="1800">
              <a:latin typeface="Arial"/>
              <a:cs typeface="Arial"/>
            </a:endParaRPr>
          </a:p>
          <a:p>
            <a:pPr marL="188064" marR="428195" algn="ctr">
              <a:lnSpc>
                <a:spcPct val="95825"/>
              </a:lnSpc>
              <a:spcBef>
                <a:spcPts val="90"/>
              </a:spcBef>
            </a:pP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</a:t>
            </a:r>
            <a:r>
              <a:rPr dirty="0" smtClean="0" sz="1800" spc="9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-1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    </a:t>
            </a:r>
            <a:r>
              <a:rPr dirty="0" smtClean="0" sz="1800" spc="14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H</a:t>
            </a:r>
            <a:r>
              <a:rPr dirty="0" smtClean="0" sz="1800" spc="-9">
                <a:solidFill>
                  <a:srgbClr val="00279F"/>
                </a:solidFill>
                <a:latin typeface="Arial"/>
                <a:cs typeface="Arial"/>
              </a:rPr>
              <a:t>i</a:t>
            </a:r>
            <a:r>
              <a:rPr dirty="0" smtClean="0" sz="1800" spc="-4">
                <a:solidFill>
                  <a:srgbClr val="00279F"/>
                </a:solidFill>
                <a:latin typeface="Arial"/>
                <a:cs typeface="Arial"/>
              </a:rPr>
              <a:t>g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h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    </a:t>
            </a:r>
            <a:r>
              <a:rPr dirty="0" smtClean="0" sz="1800" spc="14">
                <a:solidFill>
                  <a:srgbClr val="00279F"/>
                </a:solidFill>
                <a:latin typeface="Arial"/>
                <a:cs typeface="Arial"/>
              </a:rPr>
              <a:t> </a:t>
            </a:r>
            <a:r>
              <a:rPr dirty="0" smtClean="0" sz="1800" spc="0">
                <a:solidFill>
                  <a:srgbClr val="00279F"/>
                </a:solidFill>
                <a:latin typeface="Arial"/>
                <a:cs typeface="Arial"/>
              </a:rPr>
              <a:t>-</a:t>
            </a:r>
            <a:endParaRPr sz="18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487424" y="3076194"/>
            <a:ext cx="400050" cy="1607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1887474" y="3076194"/>
            <a:ext cx="2420112" cy="1607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4307586" y="3076194"/>
            <a:ext cx="1212341" cy="1607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1487424" y="3236976"/>
            <a:ext cx="838200" cy="1653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2325624" y="32369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2706624" y="32369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3087624" y="32369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468624" y="3236976"/>
            <a:ext cx="4572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3925824" y="3236976"/>
            <a:ext cx="381762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4307586" y="3236976"/>
            <a:ext cx="1212341" cy="153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687824" y="32369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5068824" y="3236976"/>
            <a:ext cx="451103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1487424" y="2549651"/>
            <a:ext cx="843533" cy="153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2330957" y="2549651"/>
            <a:ext cx="1595628" cy="153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926586" y="2549651"/>
            <a:ext cx="762000" cy="153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4688586" y="2549651"/>
            <a:ext cx="831341" cy="153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1487424" y="2703576"/>
            <a:ext cx="381000" cy="1653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1868424" y="2703576"/>
            <a:ext cx="462533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2330957" y="2703576"/>
            <a:ext cx="1595628" cy="153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706624" y="27035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3087624" y="2703576"/>
            <a:ext cx="381000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3468624" y="2703576"/>
            <a:ext cx="457962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3926586" y="2703576"/>
            <a:ext cx="380237" cy="1653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306824" y="2703576"/>
            <a:ext cx="381762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4688586" y="2703576"/>
            <a:ext cx="831341" cy="153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068824" y="2703576"/>
            <a:ext cx="451103" cy="6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1511046" y="1785365"/>
            <a:ext cx="815340" cy="324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326386" y="1785365"/>
            <a:ext cx="381000" cy="309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707386" y="1785365"/>
            <a:ext cx="381000" cy="321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088386" y="1785365"/>
            <a:ext cx="381000" cy="309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469386" y="1785365"/>
            <a:ext cx="838200" cy="321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307586" y="1785365"/>
            <a:ext cx="1207007" cy="309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712572" y="860678"/>
            <a:ext cx="10262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933439" y="860678"/>
            <a:ext cx="987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841054" y="860678"/>
            <a:ext cx="10013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896633" y="4544441"/>
            <a:ext cx="6469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7469047" y="4544441"/>
            <a:ext cx="31821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8282635" y="4544441"/>
            <a:ext cx="6355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/>
          <p:nvPr/>
        </p:nvSpPr>
        <p:spPr>
          <a:xfrm>
            <a:off x="0" y="6400799"/>
            <a:ext cx="9902952" cy="457199"/>
          </a:xfrm>
          <a:custGeom>
            <a:avLst/>
            <a:gdLst/>
            <a:ahLst/>
            <a:cxnLst/>
            <a:rect l="l" t="t" r="r" b="b"/>
            <a:pathLst>
              <a:path w="9902952" h="457199">
                <a:moveTo>
                  <a:pt x="9902952" y="457199"/>
                </a:moveTo>
                <a:lnTo>
                  <a:pt x="9902952" y="0"/>
                </a:lnTo>
                <a:lnTo>
                  <a:pt x="0" y="0"/>
                </a:lnTo>
                <a:lnTo>
                  <a:pt x="0" y="457199"/>
                </a:lnTo>
                <a:lnTo>
                  <a:pt x="9902952" y="457199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52400" y="64008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57912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0" y="0"/>
            <a:ext cx="9902952" cy="609600"/>
          </a:xfrm>
          <a:custGeom>
            <a:avLst/>
            <a:gdLst/>
            <a:ahLst/>
            <a:cxnLst/>
            <a:rect l="l" t="t" r="r" b="b"/>
            <a:pathLst>
              <a:path w="9902952" h="609600">
                <a:moveTo>
                  <a:pt x="0" y="609600"/>
                </a:moveTo>
                <a:lnTo>
                  <a:pt x="9902952" y="609600"/>
                </a:lnTo>
                <a:lnTo>
                  <a:pt x="9902952" y="0"/>
                </a:lnTo>
                <a:lnTo>
                  <a:pt x="0" y="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12776" y="609600"/>
            <a:ext cx="9677400" cy="0"/>
          </a:xfrm>
          <a:custGeom>
            <a:avLst/>
            <a:gdLst/>
            <a:ahLst/>
            <a:cxnLst/>
            <a:rect l="l" t="t" r="r" b="b"/>
            <a:pathLst>
              <a:path w="9677400" h="0">
                <a:moveTo>
                  <a:pt x="0" y="0"/>
                </a:moveTo>
                <a:lnTo>
                  <a:pt x="9677400" y="0"/>
                </a:lnTo>
              </a:path>
            </a:pathLst>
          </a:custGeom>
          <a:ln w="76200">
            <a:solidFill>
              <a:srgbClr val="80808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8740" y="107305"/>
            <a:ext cx="4417276" cy="482904"/>
          </a:xfrm>
          <a:prstGeom prst="rect">
            <a:avLst/>
          </a:prstGeom>
        </p:spPr>
        <p:txBody>
          <a:bodyPr wrap="square" lIns="0" tIns="24003" rIns="0" bIns="0" rtlCol="0">
            <a:noAutofit/>
          </a:bodyPr>
          <a:lstStyle/>
          <a:p>
            <a:pPr marL="12700">
              <a:lnSpc>
                <a:spcPts val="3779"/>
              </a:lnSpc>
            </a:pPr>
            <a:r>
              <a:rPr dirty="0" smtClean="0" sz="3600" spc="0" b="1">
                <a:latin typeface="Arial"/>
                <a:cs typeface="Arial"/>
              </a:rPr>
              <a:t>Referensi-Refer</a:t>
            </a:r>
            <a:r>
              <a:rPr dirty="0" smtClean="0" sz="3600" spc="0" b="1">
                <a:latin typeface="Arial"/>
                <a:cs typeface="Arial"/>
              </a:rPr>
              <a:t>e</a:t>
            </a:r>
            <a:r>
              <a:rPr dirty="0" smtClean="0" sz="3600" spc="0" b="1">
                <a:latin typeface="Arial"/>
                <a:cs typeface="Arial"/>
              </a:rPr>
              <a:t>nsi</a:t>
            </a:r>
            <a:endParaRPr sz="3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9740" y="1074070"/>
            <a:ext cx="41005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[1]</a:t>
            </a:r>
            <a:endParaRPr sz="2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374394" y="1074070"/>
            <a:ext cx="6404254" cy="69596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3">
                <a:latin typeface="Arial"/>
                <a:cs typeface="Arial"/>
              </a:rPr>
              <a:t>Arry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A</a:t>
            </a:r>
            <a:r>
              <a:rPr dirty="0" smtClean="0" sz="2400" spc="-3">
                <a:latin typeface="Arial"/>
                <a:cs typeface="Arial"/>
              </a:rPr>
              <a:t>A</a:t>
            </a:r>
            <a:r>
              <a:rPr dirty="0" smtClean="0" sz="2400" spc="-3">
                <a:latin typeface="Arial"/>
                <a:cs typeface="Arial"/>
              </a:rPr>
              <a:t>,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“Lecture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N</a:t>
            </a:r>
            <a:r>
              <a:rPr dirty="0" smtClean="0" sz="2400" spc="-3">
                <a:latin typeface="Arial"/>
                <a:cs typeface="Arial"/>
              </a:rPr>
              <a:t>o</a:t>
            </a:r>
            <a:r>
              <a:rPr dirty="0" smtClean="0" sz="2400" spc="-3">
                <a:latin typeface="Arial"/>
                <a:cs typeface="Arial"/>
              </a:rPr>
              <a:t>tes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D</a:t>
            </a:r>
            <a:r>
              <a:rPr dirty="0" smtClean="0" sz="2400" spc="-3">
                <a:latin typeface="Arial"/>
                <a:cs typeface="Arial"/>
              </a:rPr>
              <a:t>a</a:t>
            </a:r>
            <a:r>
              <a:rPr dirty="0" smtClean="0" sz="2400" spc="-3">
                <a:latin typeface="Arial"/>
                <a:cs typeface="Arial"/>
              </a:rPr>
              <a:t>tabase</a:t>
            </a:r>
            <a:r>
              <a:rPr dirty="0" smtClean="0" sz="2400" spc="-3">
                <a:latin typeface="Arial"/>
                <a:cs typeface="Arial"/>
              </a:rPr>
              <a:t> </a:t>
            </a:r>
            <a:r>
              <a:rPr dirty="0" smtClean="0" sz="2400" spc="-3">
                <a:latin typeface="Arial"/>
                <a:cs typeface="Arial"/>
              </a:rPr>
              <a:t>Multimedi</a:t>
            </a:r>
            <a:r>
              <a:rPr dirty="0" smtClean="0" sz="2400" spc="-3">
                <a:latin typeface="Arial"/>
                <a:cs typeface="Arial"/>
              </a:rPr>
              <a:t>a</a:t>
            </a:r>
            <a:r>
              <a:rPr dirty="0" smtClean="0" sz="2400" spc="-3">
                <a:latin typeface="Arial"/>
                <a:cs typeface="Arial"/>
              </a:rPr>
              <a:t>”,</a:t>
            </a:r>
            <a:endParaRPr sz="2400">
              <a:latin typeface="Arial"/>
              <a:cs typeface="Arial"/>
            </a:endParaRPr>
          </a:p>
          <a:p>
            <a:pPr marL="12700" marR="45720">
              <a:lnSpc>
                <a:spcPct val="95825"/>
              </a:lnSpc>
            </a:pPr>
            <a:r>
              <a:rPr dirty="0" smtClean="0" sz="2400" spc="-6">
                <a:latin typeface="Arial"/>
                <a:cs typeface="Arial"/>
              </a:rPr>
              <a:t>P</a:t>
            </a:r>
            <a:r>
              <a:rPr dirty="0" smtClean="0" sz="2400" spc="-6">
                <a:latin typeface="Arial"/>
                <a:cs typeface="Arial"/>
              </a:rPr>
              <a:t>a</a:t>
            </a:r>
            <a:r>
              <a:rPr dirty="0" smtClean="0" sz="2400" spc="-6">
                <a:latin typeface="Arial"/>
                <a:cs typeface="Arial"/>
              </a:rPr>
              <a:t>sca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Sar</a:t>
            </a:r>
            <a:r>
              <a:rPr dirty="0" smtClean="0" sz="2400" spc="-6">
                <a:latin typeface="Arial"/>
                <a:cs typeface="Arial"/>
              </a:rPr>
              <a:t>j</a:t>
            </a:r>
            <a:r>
              <a:rPr dirty="0" smtClean="0" sz="2400" spc="-6">
                <a:latin typeface="Arial"/>
                <a:cs typeface="Arial"/>
              </a:rPr>
              <a:t>ana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T</a:t>
            </a:r>
            <a:r>
              <a:rPr dirty="0" smtClean="0" sz="2400" spc="-6">
                <a:latin typeface="Arial"/>
                <a:cs typeface="Arial"/>
              </a:rPr>
              <a:t>ekno</a:t>
            </a:r>
            <a:r>
              <a:rPr dirty="0" smtClean="0" sz="2400" spc="-6">
                <a:latin typeface="Arial"/>
                <a:cs typeface="Arial"/>
              </a:rPr>
              <a:t>l</a:t>
            </a:r>
            <a:r>
              <a:rPr dirty="0" smtClean="0" sz="2400" spc="-6">
                <a:latin typeface="Arial"/>
                <a:cs typeface="Arial"/>
              </a:rPr>
              <a:t>ogi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In</a:t>
            </a:r>
            <a:r>
              <a:rPr dirty="0" smtClean="0" sz="2400" spc="-6">
                <a:latin typeface="Arial"/>
                <a:cs typeface="Arial"/>
              </a:rPr>
              <a:t>f</a:t>
            </a:r>
            <a:r>
              <a:rPr dirty="0" smtClean="0" sz="2400" spc="-6">
                <a:latin typeface="Arial"/>
                <a:cs typeface="Arial"/>
              </a:rPr>
              <a:t>or</a:t>
            </a:r>
            <a:r>
              <a:rPr dirty="0" smtClean="0" sz="2400" spc="-6">
                <a:latin typeface="Arial"/>
                <a:cs typeface="Arial"/>
              </a:rPr>
              <a:t>m</a:t>
            </a:r>
            <a:r>
              <a:rPr dirty="0" smtClean="0" sz="2400" spc="-6">
                <a:latin typeface="Arial"/>
                <a:cs typeface="Arial"/>
              </a:rPr>
              <a:t>asi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–</a:t>
            </a:r>
            <a:r>
              <a:rPr dirty="0" smtClean="0" sz="2400" spc="-6">
                <a:latin typeface="Arial"/>
                <a:cs typeface="Arial"/>
              </a:rPr>
              <a:t> </a:t>
            </a:r>
            <a:r>
              <a:rPr dirty="0" smtClean="0" sz="2400" spc="-6">
                <a:latin typeface="Arial"/>
                <a:cs typeface="Arial"/>
              </a:rPr>
              <a:t>ITB</a:t>
            </a:r>
            <a:endParaRPr sz="2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9740" y="1988851"/>
            <a:ext cx="41005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[2]</a:t>
            </a:r>
            <a:endParaRPr sz="2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74394" y="1988851"/>
            <a:ext cx="1389989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3">
                <a:latin typeface="Arial"/>
                <a:cs typeface="Arial"/>
              </a:rPr>
              <a:t>Sk</a:t>
            </a:r>
            <a:r>
              <a:rPr dirty="0" smtClean="0" sz="2400" spc="-13">
                <a:latin typeface="Arial"/>
                <a:cs typeface="Arial"/>
              </a:rPr>
              <a:t>l</a:t>
            </a:r>
            <a:r>
              <a:rPr dirty="0" smtClean="0" sz="2400" spc="-13">
                <a:latin typeface="Arial"/>
                <a:cs typeface="Arial"/>
              </a:rPr>
              <a:t>a</a:t>
            </a:r>
            <a:r>
              <a:rPr dirty="0" smtClean="0" sz="2400" spc="-13">
                <a:latin typeface="Arial"/>
                <a:cs typeface="Arial"/>
              </a:rPr>
              <a:t>r</a:t>
            </a:r>
            <a:r>
              <a:rPr dirty="0" smtClean="0" sz="2400" spc="-13">
                <a:latin typeface="Arial"/>
                <a:cs typeface="Arial"/>
              </a:rPr>
              <a:t>,</a:t>
            </a:r>
            <a:r>
              <a:rPr dirty="0" smtClean="0" sz="2400" spc="-13">
                <a:latin typeface="Arial"/>
                <a:cs typeface="Arial"/>
              </a:rPr>
              <a:t> </a:t>
            </a:r>
            <a:r>
              <a:rPr dirty="0" smtClean="0" sz="2400" spc="-13">
                <a:latin typeface="Arial"/>
                <a:cs typeface="Arial"/>
              </a:rPr>
              <a:t>B,</a:t>
            </a:r>
            <a:r>
              <a:rPr dirty="0" smtClean="0" sz="2400" spc="-13">
                <a:latin typeface="Arial"/>
                <a:cs typeface="Arial"/>
              </a:rPr>
              <a:t> </a:t>
            </a:r>
            <a:r>
              <a:rPr dirty="0" smtClean="0" sz="2400" spc="-13">
                <a:latin typeface="Arial"/>
                <a:cs typeface="Arial"/>
              </a:rPr>
              <a:t>“</a:t>
            </a:r>
            <a:endParaRPr sz="2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62732" y="1988851"/>
            <a:ext cx="916025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1">
                <a:latin typeface="Arial"/>
                <a:cs typeface="Arial"/>
              </a:rPr>
              <a:t>D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g</a:t>
            </a:r>
            <a:r>
              <a:rPr dirty="0" smtClean="0" sz="2400" spc="-1">
                <a:latin typeface="Arial"/>
                <a:cs typeface="Arial"/>
              </a:rPr>
              <a:t>i</a:t>
            </a:r>
            <a:r>
              <a:rPr dirty="0" smtClean="0" sz="2400" spc="-1">
                <a:latin typeface="Arial"/>
                <a:cs typeface="Arial"/>
              </a:rPr>
              <a:t>tal</a:t>
            </a:r>
            <a:endParaRPr sz="2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795420" y="1988851"/>
            <a:ext cx="4221276" cy="69596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C</a:t>
            </a:r>
            <a:r>
              <a:rPr dirty="0" smtClean="0" sz="2400" spc="0">
                <a:latin typeface="Arial"/>
                <a:cs typeface="Arial"/>
              </a:rPr>
              <a:t>o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m</a:t>
            </a:r>
            <a:r>
              <a:rPr dirty="0" smtClean="0" sz="2400" spc="0">
                <a:latin typeface="Arial"/>
                <a:cs typeface="Arial"/>
              </a:rPr>
              <a:t>un</a:t>
            </a:r>
            <a:r>
              <a:rPr dirty="0" smtClean="0" sz="2400" spc="0">
                <a:latin typeface="Arial"/>
                <a:cs typeface="Arial"/>
              </a:rPr>
              <a:t>i</a:t>
            </a:r>
            <a:r>
              <a:rPr dirty="0" smtClean="0" sz="2400" spc="0">
                <a:latin typeface="Arial"/>
                <a:cs typeface="Arial"/>
              </a:rPr>
              <a:t>cation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: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Fu</a:t>
            </a:r>
            <a:r>
              <a:rPr dirty="0" smtClean="0" sz="2400" spc="0">
                <a:latin typeface="Arial"/>
                <a:cs typeface="Arial"/>
              </a:rPr>
              <a:t>n</a:t>
            </a:r>
            <a:r>
              <a:rPr dirty="0" smtClean="0" sz="2400" spc="0">
                <a:latin typeface="Arial"/>
                <a:cs typeface="Arial"/>
              </a:rPr>
              <a:t>damental</a:t>
            </a:r>
            <a:endParaRPr sz="2400">
              <a:latin typeface="Arial"/>
              <a:cs typeface="Arial"/>
            </a:endParaRPr>
          </a:p>
          <a:p>
            <a:pPr marL="15748" marR="45720">
              <a:lnSpc>
                <a:spcPct val="95825"/>
              </a:lnSpc>
            </a:pPr>
            <a:r>
              <a:rPr dirty="0" smtClean="0" sz="2400" spc="0">
                <a:latin typeface="Arial"/>
                <a:cs typeface="Arial"/>
              </a:rPr>
              <a:t>Prentice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H</a:t>
            </a:r>
            <a:r>
              <a:rPr dirty="0" smtClean="0" sz="2400" spc="0">
                <a:latin typeface="Arial"/>
                <a:cs typeface="Arial"/>
              </a:rPr>
              <a:t>a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l</a:t>
            </a:r>
            <a:r>
              <a:rPr dirty="0" smtClean="0" sz="2400" spc="0">
                <a:latin typeface="Arial"/>
                <a:cs typeface="Arial"/>
              </a:rPr>
              <a:t>,</a:t>
            </a:r>
            <a:r>
              <a:rPr dirty="0" smtClean="0" sz="2400" spc="0">
                <a:latin typeface="Arial"/>
                <a:cs typeface="Arial"/>
              </a:rPr>
              <a:t> </a:t>
            </a:r>
            <a:r>
              <a:rPr dirty="0" smtClean="0" sz="2400" spc="0">
                <a:latin typeface="Arial"/>
                <a:cs typeface="Arial"/>
              </a:rPr>
              <a:t>19</a:t>
            </a:r>
            <a:r>
              <a:rPr dirty="0" smtClean="0" sz="2400" spc="0">
                <a:latin typeface="Arial"/>
                <a:cs typeface="Arial"/>
              </a:rPr>
              <a:t>9</a:t>
            </a:r>
            <a:r>
              <a:rPr dirty="0" smtClean="0" sz="2400" spc="0">
                <a:latin typeface="Arial"/>
                <a:cs typeface="Arial"/>
              </a:rPr>
              <a:t>8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74394" y="2354611"/>
            <a:ext cx="241198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-5">
                <a:latin typeface="Arial"/>
                <a:cs typeface="Arial"/>
              </a:rPr>
              <a:t>and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A</a:t>
            </a:r>
            <a:r>
              <a:rPr dirty="0" smtClean="0" sz="2400" spc="-5">
                <a:latin typeface="Arial"/>
                <a:cs typeface="Arial"/>
              </a:rPr>
              <a:t>p</a:t>
            </a:r>
            <a:r>
              <a:rPr dirty="0" smtClean="0" sz="2400" spc="-5">
                <a:latin typeface="Arial"/>
                <a:cs typeface="Arial"/>
              </a:rPr>
              <a:t>p</a:t>
            </a:r>
            <a:r>
              <a:rPr dirty="0" smtClean="0" sz="2400" spc="-5">
                <a:latin typeface="Arial"/>
                <a:cs typeface="Arial"/>
              </a:rPr>
              <a:t>l</a:t>
            </a:r>
            <a:r>
              <a:rPr dirty="0" smtClean="0" sz="2400" spc="-5">
                <a:latin typeface="Arial"/>
                <a:cs typeface="Arial"/>
              </a:rPr>
              <a:t>ic</a:t>
            </a:r>
            <a:r>
              <a:rPr dirty="0" smtClean="0" sz="2400" spc="-5">
                <a:latin typeface="Arial"/>
                <a:cs typeface="Arial"/>
              </a:rPr>
              <a:t>a</a:t>
            </a:r>
            <a:r>
              <a:rPr dirty="0" smtClean="0" sz="2400" spc="-5">
                <a:latin typeface="Arial"/>
                <a:cs typeface="Arial"/>
              </a:rPr>
              <a:t>tion</a:t>
            </a:r>
            <a:r>
              <a:rPr dirty="0" smtClean="0" sz="2400" spc="-5">
                <a:latin typeface="Arial"/>
                <a:cs typeface="Arial"/>
              </a:rPr>
              <a:t> </a:t>
            </a:r>
            <a:r>
              <a:rPr dirty="0" smtClean="0" sz="2400" spc="-5">
                <a:latin typeface="Arial"/>
                <a:cs typeface="Arial"/>
              </a:rPr>
              <a:t>“,</a:t>
            </a:r>
            <a:endParaRPr sz="2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9740" y="2903251"/>
            <a:ext cx="410057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[3]</a:t>
            </a:r>
            <a:endParaRPr sz="2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74394" y="2903251"/>
            <a:ext cx="1290015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 spc="0">
                <a:latin typeface="Arial"/>
                <a:cs typeface="Arial"/>
              </a:rPr>
              <a:t>B</a:t>
            </a:r>
            <a:r>
              <a:rPr dirty="0" smtClean="0" sz="2400" spc="0">
                <a:latin typeface="Arial"/>
                <a:cs typeface="Arial"/>
              </a:rPr>
              <a:t>e</a:t>
            </a:r>
            <a:r>
              <a:rPr dirty="0" smtClean="0" sz="2400" spc="0">
                <a:latin typeface="Arial"/>
                <a:cs typeface="Arial"/>
              </a:rPr>
              <a:t>rbagai</a:t>
            </a:r>
            <a:endParaRPr sz="2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80157" y="2903251"/>
            <a:ext cx="108732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sumber</a:t>
            </a:r>
            <a:endParaRPr sz="2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81704" y="2903251"/>
            <a:ext cx="579221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dari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75759" y="2903251"/>
            <a:ext cx="1087323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i</a:t>
            </a:r>
            <a:r>
              <a:rPr dirty="0" smtClean="0" sz="2400">
                <a:latin typeface="Arial"/>
                <a:cs typeface="Arial"/>
              </a:rPr>
              <a:t>n</a:t>
            </a:r>
            <a:r>
              <a:rPr dirty="0" smtClean="0" sz="2400">
                <a:latin typeface="Arial"/>
                <a:cs typeface="Arial"/>
              </a:rPr>
              <a:t>te</a:t>
            </a:r>
            <a:r>
              <a:rPr dirty="0" smtClean="0" sz="2400">
                <a:latin typeface="Arial"/>
                <a:cs typeface="Arial"/>
              </a:rPr>
              <a:t>r</a:t>
            </a:r>
            <a:r>
              <a:rPr dirty="0" smtClean="0" sz="2400">
                <a:latin typeface="Arial"/>
                <a:cs typeface="Arial"/>
              </a:rPr>
              <a:t>net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76697" y="2903251"/>
            <a:ext cx="731926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yang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222238" y="2903251"/>
            <a:ext cx="1070254" cy="330200"/>
          </a:xfrm>
          <a:prstGeom prst="rect">
            <a:avLst/>
          </a:prstGeom>
        </p:spPr>
        <p:txBody>
          <a:bodyPr wrap="square" lIns="0" tIns="16224" rIns="0" bIns="0" rtlCol="0">
            <a:noAutofit/>
          </a:bodyPr>
          <a:lstStyle/>
          <a:p>
            <a:pPr marL="12700">
              <a:lnSpc>
                <a:spcPts val="2555"/>
              </a:lnSpc>
            </a:pPr>
            <a:r>
              <a:rPr dirty="0" smtClean="0" sz="2400">
                <a:latin typeface="Arial"/>
                <a:cs typeface="Arial"/>
              </a:rPr>
              <a:t>r</a:t>
            </a:r>
            <a:r>
              <a:rPr dirty="0" smtClean="0" sz="2400">
                <a:latin typeface="Arial"/>
                <a:cs typeface="Arial"/>
              </a:rPr>
              <a:t>e</a:t>
            </a:r>
            <a:r>
              <a:rPr dirty="0" smtClean="0" sz="2400">
                <a:latin typeface="Arial"/>
                <a:cs typeface="Arial"/>
              </a:rPr>
              <a:t>l</a:t>
            </a:r>
            <a:r>
              <a:rPr dirty="0" smtClean="0" sz="2400">
                <a:latin typeface="Arial"/>
                <a:cs typeface="Arial"/>
              </a:rPr>
              <a:t>evan</a:t>
            </a:r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1140" y="6471832"/>
            <a:ext cx="5885881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d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2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Wire</a:t>
            </a:r>
            <a:r>
              <a:rPr dirty="0" smtClean="0" sz="1800" spc="0" b="1">
                <a:latin typeface="Georgia"/>
                <a:cs typeface="Georgia"/>
              </a:rPr>
              <a:t>l</a:t>
            </a:r>
            <a:r>
              <a:rPr dirty="0" smtClean="0" sz="1800" spc="0" b="1">
                <a:latin typeface="Georgia"/>
                <a:cs typeface="Georgia"/>
              </a:rPr>
              <a:t>ess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Di</a:t>
            </a:r>
            <a:r>
              <a:rPr dirty="0" smtClean="0" sz="1800" spc="0" b="1">
                <a:latin typeface="Georgia"/>
                <a:cs typeface="Georgia"/>
              </a:rPr>
              <a:t>g</a:t>
            </a:r>
            <a:r>
              <a:rPr dirty="0" smtClean="0" sz="1800" spc="0" b="1">
                <a:latin typeface="Georgia"/>
                <a:cs typeface="Georgia"/>
              </a:rPr>
              <a:t>ital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C</a:t>
            </a:r>
            <a:r>
              <a:rPr dirty="0" smtClean="0" sz="1800" spc="0" b="1">
                <a:latin typeface="Georgia"/>
                <a:cs typeface="Georgia"/>
              </a:rPr>
              <a:t>o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m</a:t>
            </a:r>
            <a:r>
              <a:rPr dirty="0" smtClean="0" sz="1800" spc="0" b="1">
                <a:latin typeface="Georgia"/>
                <a:cs typeface="Georgia"/>
              </a:rPr>
              <a:t>u</a:t>
            </a:r>
            <a:r>
              <a:rPr dirty="0" smtClean="0" sz="1800" spc="0" b="1">
                <a:latin typeface="Georgia"/>
                <a:cs typeface="Georgia"/>
              </a:rPr>
              <a:t>n</a:t>
            </a:r>
            <a:r>
              <a:rPr dirty="0" smtClean="0" sz="1800" spc="0" b="1">
                <a:latin typeface="Georgia"/>
                <a:cs typeface="Georgia"/>
              </a:rPr>
              <a:t>ication</a:t>
            </a:r>
            <a:r>
              <a:rPr dirty="0" smtClean="0" sz="1800" spc="0" b="1">
                <a:latin typeface="Georgia"/>
                <a:cs typeface="Georgia"/>
              </a:rPr>
              <a:t> 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y</a:t>
            </a:r>
            <a:r>
              <a:rPr dirty="0" smtClean="0" sz="1800" spc="0" b="1">
                <a:latin typeface="Georgia"/>
                <a:cs typeface="Georgia"/>
              </a:rPr>
              <a:t>s</a:t>
            </a:r>
            <a:r>
              <a:rPr dirty="0" smtClean="0" sz="1800" spc="0" b="1">
                <a:latin typeface="Georgia"/>
                <a:cs typeface="Georgia"/>
              </a:rPr>
              <a:t>t</a:t>
            </a:r>
            <a:r>
              <a:rPr dirty="0" smtClean="0" sz="1800" spc="0" b="1">
                <a:latin typeface="Georgia"/>
                <a:cs typeface="Georgia"/>
              </a:rPr>
              <a:t>em</a:t>
            </a:r>
            <a:endParaRPr sz="1800">
              <a:latin typeface="Georgia"/>
              <a:cs typeface="Georgi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9451340" y="6471832"/>
            <a:ext cx="339755" cy="254000"/>
          </a:xfrm>
          <a:prstGeom prst="rect">
            <a:avLst/>
          </a:prstGeom>
        </p:spPr>
        <p:txBody>
          <a:bodyPr wrap="square" lIns="0" tIns="12350" rIns="0" bIns="0" rtlCol="0">
            <a:noAutofit/>
          </a:bodyPr>
          <a:lstStyle/>
          <a:p>
            <a:pPr marL="12700">
              <a:lnSpc>
                <a:spcPts val="1945"/>
              </a:lnSpc>
            </a:pPr>
            <a:r>
              <a:rPr dirty="0" smtClean="0" sz="1800" spc="-4" b="1">
                <a:latin typeface="Georgia"/>
                <a:cs typeface="Georgia"/>
              </a:rPr>
              <a:t>87</a:t>
            </a:r>
            <a:endParaRPr sz="180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xsi="http://www.w3.org/2001/XMLSchema-instance"/>
</file>